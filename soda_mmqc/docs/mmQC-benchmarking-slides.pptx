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theme/theme2.xml" ContentType="application/vnd.openxmlformats-officedocument.theme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4"/>
    <p:sldMasterId id="2147483660" r:id="rId5"/>
    <p:sldMasterId id="2147483677" r:id="rId6"/>
  </p:sldMasterIdLst>
  <p:notesMasterIdLst>
    <p:notesMasterId r:id="rId18"/>
  </p:notesMasterIdLst>
  <p:handoutMasterIdLst>
    <p:handoutMasterId r:id="rId19"/>
  </p:handoutMasterIdLst>
  <p:sldIdLst>
    <p:sldId id="256" r:id="rId7"/>
    <p:sldId id="257" r:id="rId8"/>
    <p:sldId id="270" r:id="rId9"/>
    <p:sldId id="271" r:id="rId10"/>
    <p:sldId id="263" r:id="rId11"/>
    <p:sldId id="267" r:id="rId12"/>
    <p:sldId id="264" r:id="rId13"/>
    <p:sldId id="266" r:id="rId14"/>
    <p:sldId id="265" r:id="rId15"/>
    <p:sldId id="268" r:id="rId16"/>
    <p:sldId id="269" r:id="rId17"/>
  </p:sldIdLst>
  <p:sldSz cx="12192000" cy="6858000"/>
  <p:notesSz cx="6858000" cy="9144000"/>
  <p:defaultTextStyle>
    <a:defPPr>
      <a:defRPr lang="en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7962"/>
    <p:restoredTop sz="96327"/>
  </p:normalViewPr>
  <p:slideViewPr>
    <p:cSldViewPr snapToGrid="0" snapToObjects="1" showGuides="1">
      <p:cViewPr varScale="1">
        <p:scale>
          <a:sx n="156" d="100"/>
          <a:sy n="156" d="100"/>
        </p:scale>
        <p:origin x="320" y="176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notesViewPr>
    <p:cSldViewPr snapToGrid="0" snapToObjects="1" showGuides="1">
      <p:cViewPr varScale="1">
        <p:scale>
          <a:sx n="148" d="100"/>
          <a:sy n="148" d="100"/>
        </p:scale>
        <p:origin x="5904" y="20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2.xml"/><Relationship Id="rId13" Type="http://schemas.openxmlformats.org/officeDocument/2006/relationships/slide" Target="slides/slide7.xml"/><Relationship Id="rId18" Type="http://schemas.openxmlformats.org/officeDocument/2006/relationships/notesMaster" Target="notesMasters/notesMaster1.xml"/><Relationship Id="rId3" Type="http://schemas.openxmlformats.org/officeDocument/2006/relationships/customXml" Target="../customXml/item3.xml"/><Relationship Id="rId21" Type="http://schemas.openxmlformats.org/officeDocument/2006/relationships/viewProps" Target="viewProps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" Type="http://schemas.openxmlformats.org/officeDocument/2006/relationships/customXml" Target="../customXml/item2.xml"/><Relationship Id="rId16" Type="http://schemas.openxmlformats.org/officeDocument/2006/relationships/slide" Target="slides/slide10.xml"/><Relationship Id="rId20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5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9.xml"/><Relationship Id="rId23" Type="http://schemas.openxmlformats.org/officeDocument/2006/relationships/tableStyles" Target="tableStyles.xml"/><Relationship Id="rId10" Type="http://schemas.openxmlformats.org/officeDocument/2006/relationships/slide" Target="slides/slide4.xml"/><Relationship Id="rId19" Type="http://schemas.openxmlformats.org/officeDocument/2006/relationships/handoutMaster" Target="handoutMasters/handoutMaster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theme" Target="theme/theme1.xml"/></Relationships>
</file>

<file path=ppt/handoutMasters/_rels/handoutMaster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421CC29A-CEDA-6148-AEC4-9B60CFFA1DAC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457200" y="143655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DE" b="1" dirty="0"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FF7F280-EE37-814B-BE30-24A5BDE8B3B9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457200" y="8226425"/>
            <a:ext cx="2971800" cy="25815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algn="l"/>
            <a:fld id="{A611C26D-3014-7C46-B7B5-66727BE761EC}" type="datetimeFigureOut">
              <a:rPr lang="en-DE" smtClean="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pPr algn="l"/>
              <a:t>16.06.26</a:t>
            </a:fld>
            <a:endParaRPr lang="en-DE" dirty="0"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B0D166E-229F-214C-A096-A367194E87DB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457200" y="8500574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l">
              <a:defRPr sz="1200"/>
            </a:lvl1pPr>
          </a:lstStyle>
          <a:p>
            <a:endParaRPr lang="en-DE" dirty="0"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329E56-16E7-BF48-B206-20BC04A4FE5A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656013" y="8500574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sz="1200"/>
            </a:lvl1pPr>
          </a:lstStyle>
          <a:p>
            <a:fld id="{0241FE70-80A9-2A41-A5A5-98F66AD824A5}" type="slidenum">
              <a:rPr lang="en-DE" smtClean="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‹#›</a:t>
            </a:fld>
            <a:endParaRPr lang="en-DE"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4B99FD90-82D2-654E-B013-A47514557B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5818921" y="0"/>
            <a:ext cx="1037492" cy="7460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35217397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DE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788895D-28AC-5F41-BE5B-C6E8282AA807}" type="datetimeFigureOut">
              <a:rPr lang="en-DE" smtClean="0"/>
              <a:t>16.06.26</a:t>
            </a:fld>
            <a:endParaRPr lang="en-DE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DE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FF22E7F-4881-604F-9F98-C71D63AF9777}" type="slidenum">
              <a:rPr lang="en-DE" smtClean="0"/>
              <a:t>‹#›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328826295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emf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option 1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0D2137-73C9-E840-A64B-995F72221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AE5F8A0-3244-C84A-9CED-7858BB85E8A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11225" y="3753000"/>
            <a:ext cx="7434263" cy="466725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b="1">
                <a:latin typeface="+mj-lt"/>
              </a:defRPr>
            </a:lvl1pPr>
          </a:lstStyle>
          <a:p>
            <a:pPr lvl="0"/>
            <a:r>
              <a:rPr lang="en-US" dirty="0"/>
              <a:t>Subtitle</a:t>
            </a:r>
            <a:endParaRPr lang="en-GB" dirty="0"/>
          </a:p>
        </p:txBody>
      </p:sp>
      <p:sp>
        <p:nvSpPr>
          <p:cNvPr id="4" name="SmartArt Placeholder 3">
            <a:extLst>
              <a:ext uri="{FF2B5EF4-FFF2-40B4-BE49-F238E27FC236}">
                <a16:creationId xmlns:a16="http://schemas.microsoft.com/office/drawing/2014/main" id="{38B237CB-086C-BC4A-9002-EDB2993521EC}"/>
              </a:ext>
            </a:extLst>
          </p:cNvPr>
          <p:cNvSpPr>
            <a:spLocks noGrp="1"/>
          </p:cNvSpPr>
          <p:nvPr>
            <p:ph type="dgm" sz="quarter" idx="13" hasCustomPrompt="1"/>
          </p:nvPr>
        </p:nvSpPr>
        <p:spPr>
          <a:xfrm>
            <a:off x="658814" y="2744788"/>
            <a:ext cx="107949" cy="68421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/>
          <a:lstStyle>
            <a:lvl1pPr marL="0" indent="0">
              <a:buNone/>
              <a:defRPr>
                <a:noFill/>
              </a:defRPr>
            </a:lvl1pPr>
          </a:lstStyle>
          <a:p>
            <a:r>
              <a:rPr lang="en-GB" dirty="0"/>
              <a:t> 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37F2011-1E3E-004F-9138-30FB91615A9F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GB" noProof="0"/>
              <a:t>Heidelberg, 17 January 2022</a:t>
            </a:r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168403524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option 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49B5C2BC-9159-5C4D-BC06-AD5DFC6CC80D}"/>
              </a:ext>
            </a:extLst>
          </p:cNvPr>
          <p:cNvSpPr/>
          <p:nvPr userDrawn="1"/>
        </p:nvSpPr>
        <p:spPr>
          <a:xfrm>
            <a:off x="10939200" y="0"/>
            <a:ext cx="1252800" cy="4791600"/>
          </a:xfrm>
          <a:prstGeom prst="rect">
            <a:avLst/>
          </a:prstGeom>
          <a:solidFill>
            <a:schemeClr val="accent1">
              <a:alpha val="84983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CE1E8E9-72D7-7E47-9519-3AE6FFE3795F}"/>
              </a:ext>
            </a:extLst>
          </p:cNvPr>
          <p:cNvSpPr/>
          <p:nvPr userDrawn="1"/>
        </p:nvSpPr>
        <p:spPr>
          <a:xfrm>
            <a:off x="9726752" y="5962283"/>
            <a:ext cx="2169184" cy="46166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Noto Serif" panose="02020600060500020200" pitchFamily="18" charset="0"/>
                <a:cs typeface="Noto Serif" panose="02020600060500020200" pitchFamily="18" charset="0"/>
              </a:rPr>
              <a:t>Courtesy of EMBO Member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Noto Serif" panose="02020600060500020200" pitchFamily="18" charset="0"/>
                <a:cs typeface="Noto Serif" panose="02020600060500020200" pitchFamily="18" charset="0"/>
              </a:rPr>
              <a:t>François 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Noto Serif" panose="02020600060500020200" pitchFamily="18" charset="0"/>
                <a:cs typeface="Noto Serif" panose="02020600060500020200" pitchFamily="18" charset="0"/>
              </a:rPr>
              <a:t>Nédélec</a:t>
            </a:r>
            <a:endParaRPr kumimoji="0" lang="en-GB" sz="1200" b="1" i="0" u="none" strike="noStrike" kern="120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n-lt"/>
              <a:ea typeface="Noto Serif" panose="02020600060500020200" pitchFamily="18" charset="0"/>
              <a:cs typeface="Noto Serif" panose="02020600060500020200" pitchFamily="18" charset="0"/>
            </a:endParaRP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3C5D95A4-96B4-1945-B377-4B0AFA3D19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E410522-87BA-B24B-95FE-A1924537969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24560" y="4969744"/>
            <a:ext cx="7420267" cy="365125"/>
          </a:xfrm>
        </p:spPr>
        <p:txBody>
          <a:bodyPr/>
          <a:lstStyle/>
          <a:p>
            <a:r>
              <a:rPr lang="en-GB" noProof="0" dirty="0"/>
              <a:t>Heidelberg, 17 January 2022 | Additional info</a:t>
            </a:r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A4909DFA-1BB4-7E48-95A4-DC05A05ADB8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11225" y="3753000"/>
            <a:ext cx="7434263" cy="466725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b="1">
                <a:latin typeface="+mj-lt"/>
              </a:defRPr>
            </a:lvl1pPr>
          </a:lstStyle>
          <a:p>
            <a:pPr lvl="0"/>
            <a:r>
              <a:rPr lang="en-US" dirty="0"/>
              <a:t>Name Surname</a:t>
            </a:r>
            <a:endParaRPr lang="en-GB" dirty="0"/>
          </a:p>
        </p:txBody>
      </p:sp>
      <p:sp>
        <p:nvSpPr>
          <p:cNvPr id="11" name="Text Placeholder 6">
            <a:extLst>
              <a:ext uri="{FF2B5EF4-FFF2-40B4-BE49-F238E27FC236}">
                <a16:creationId xmlns:a16="http://schemas.microsoft.com/office/drawing/2014/main" id="{E6F0F580-E39C-E34C-A268-5DEE4EB4C50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11225" y="4190917"/>
            <a:ext cx="7434263" cy="466725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b="0">
                <a:latin typeface="+mj-lt"/>
              </a:defRPr>
            </a:lvl1pPr>
          </a:lstStyle>
          <a:p>
            <a:pPr lvl="0"/>
            <a:r>
              <a:rPr lang="en-US" dirty="0"/>
              <a:t>Title</a:t>
            </a:r>
            <a:endParaRPr lang="en-GB" dirty="0"/>
          </a:p>
        </p:txBody>
      </p:sp>
      <p:sp>
        <p:nvSpPr>
          <p:cNvPr id="12" name="SmartArt Placeholder 3">
            <a:extLst>
              <a:ext uri="{FF2B5EF4-FFF2-40B4-BE49-F238E27FC236}">
                <a16:creationId xmlns:a16="http://schemas.microsoft.com/office/drawing/2014/main" id="{9111C591-A3D0-3C40-88F5-46CDCDC49A91}"/>
              </a:ext>
            </a:extLst>
          </p:cNvPr>
          <p:cNvSpPr>
            <a:spLocks noGrp="1"/>
          </p:cNvSpPr>
          <p:nvPr>
            <p:ph type="dgm" sz="quarter" idx="13" hasCustomPrompt="1"/>
          </p:nvPr>
        </p:nvSpPr>
        <p:spPr>
          <a:xfrm>
            <a:off x="658813" y="2744788"/>
            <a:ext cx="107950" cy="68421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/>
          <a:lstStyle>
            <a:lvl1pPr marL="0" indent="0">
              <a:buNone/>
              <a:defRPr>
                <a:noFill/>
              </a:defRPr>
            </a:lvl1pPr>
          </a:lstStyle>
          <a:p>
            <a:r>
              <a:rPr lang="en-GB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3807997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cial section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9361BE3-8551-684B-BE1D-E2FFF1D583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56827" y="1774800"/>
            <a:ext cx="7488000" cy="1865126"/>
          </a:xfrm>
        </p:spPr>
        <p:txBody>
          <a:bodyPr/>
          <a:lstStyle/>
          <a:p>
            <a:r>
              <a:rPr lang="en-US" dirty="0"/>
              <a:t>Special section title</a:t>
            </a:r>
            <a:endParaRPr lang="en-GB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7D5E342-BB02-BC44-9F4C-961E3002A2D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GB" dirty="0"/>
              <a:t>Presenter’s name</a:t>
            </a:r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144344056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CD697A3-70D7-C041-B711-16B4ABFE7438}"/>
              </a:ext>
            </a:extLst>
          </p:cNvPr>
          <p:cNvSpPr txBox="1"/>
          <p:nvPr userDrawn="1"/>
        </p:nvSpPr>
        <p:spPr>
          <a:xfrm>
            <a:off x="911224" y="584200"/>
            <a:ext cx="10369550" cy="612775"/>
          </a:xfrm>
          <a:prstGeom prst="rect">
            <a:avLst/>
          </a:prstGeom>
          <a:noFill/>
        </p:spPr>
        <p:txBody>
          <a:bodyPr wrap="square" rtlCol="0">
            <a:normAutofit/>
          </a:bodyPr>
          <a:lstStyle/>
          <a:p>
            <a:pPr>
              <a:lnSpc>
                <a:spcPct val="90000"/>
              </a:lnSpc>
            </a:pPr>
            <a:r>
              <a:rPr lang="en-DE" sz="3600" b="1" dirty="0">
                <a:latin typeface="+mj-lt"/>
              </a:rPr>
              <a:t>Contact us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FE7336-48CD-204F-9E0E-C5A6D38AC919}"/>
              </a:ext>
            </a:extLst>
          </p:cNvPr>
          <p:cNvSpPr txBox="1"/>
          <p:nvPr userDrawn="1"/>
        </p:nvSpPr>
        <p:spPr>
          <a:xfrm>
            <a:off x="1634850" y="1972246"/>
            <a:ext cx="5602816" cy="3416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GB" sz="1800" b="1" dirty="0" err="1">
                <a:latin typeface="+mj-lt"/>
              </a:rPr>
              <a:t>facebook.com</a:t>
            </a:r>
            <a:r>
              <a:rPr lang="en-GB" sz="1800" b="1" dirty="0">
                <a:latin typeface="+mj-lt"/>
              </a:rPr>
              <a:t>/</a:t>
            </a:r>
            <a:r>
              <a:rPr lang="en-GB" sz="1800" b="1" dirty="0" err="1">
                <a:latin typeface="+mj-lt"/>
              </a:rPr>
              <a:t>EMBO.excellence.in.life.sciences</a:t>
            </a:r>
            <a:endParaRPr lang="en-GB" sz="1800" b="1" dirty="0">
              <a:latin typeface="+mj-lt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3C18A36-6BA4-FA4B-BD6E-8C9F05E67E5F}"/>
              </a:ext>
            </a:extLst>
          </p:cNvPr>
          <p:cNvSpPr txBox="1"/>
          <p:nvPr userDrawn="1"/>
        </p:nvSpPr>
        <p:spPr>
          <a:xfrm>
            <a:off x="1634850" y="2880067"/>
            <a:ext cx="1079142" cy="3416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GB" sz="1800" b="1">
                <a:latin typeface="+mj-lt"/>
              </a:rPr>
              <a:t>@EMBO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351C127-CF97-EB4F-A720-74E984F51426}"/>
              </a:ext>
            </a:extLst>
          </p:cNvPr>
          <p:cNvSpPr txBox="1"/>
          <p:nvPr userDrawn="1"/>
        </p:nvSpPr>
        <p:spPr>
          <a:xfrm>
            <a:off x="1634850" y="3787888"/>
            <a:ext cx="1951175" cy="3416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GB" sz="1800" b="1" err="1">
                <a:latin typeface="+mj-lt"/>
              </a:rPr>
              <a:t>www.embo.org</a:t>
            </a:r>
            <a:endParaRPr lang="en-GB" sz="1800" b="1">
              <a:latin typeface="+mj-l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614D2E2-F419-9A4E-A9AA-DFD2712FF100}"/>
              </a:ext>
            </a:extLst>
          </p:cNvPr>
          <p:cNvSpPr txBox="1"/>
          <p:nvPr userDrawn="1"/>
        </p:nvSpPr>
        <p:spPr>
          <a:xfrm>
            <a:off x="1634850" y="4695710"/>
            <a:ext cx="3493264" cy="3416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GB" sz="1800" b="1" err="1">
                <a:latin typeface="+mj-lt"/>
              </a:rPr>
              <a:t>communications@embo.org</a:t>
            </a:r>
            <a:endParaRPr lang="en-GB" sz="1800" b="1">
              <a:latin typeface="+mj-lt"/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AA1D8B70-CCDB-B249-8D9D-82EB0458EFFE}"/>
              </a:ext>
            </a:extLst>
          </p:cNvPr>
          <p:cNvCxnSpPr>
            <a:cxnSpLocks/>
          </p:cNvCxnSpPr>
          <p:nvPr userDrawn="1"/>
        </p:nvCxnSpPr>
        <p:spPr>
          <a:xfrm>
            <a:off x="1707216" y="2307299"/>
            <a:ext cx="6120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5675A0A-FFD0-EE44-9EB0-2E53646C3B59}"/>
              </a:ext>
            </a:extLst>
          </p:cNvPr>
          <p:cNvCxnSpPr>
            <a:cxnSpLocks/>
          </p:cNvCxnSpPr>
          <p:nvPr userDrawn="1"/>
        </p:nvCxnSpPr>
        <p:spPr>
          <a:xfrm>
            <a:off x="1707216" y="4129520"/>
            <a:ext cx="6120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457AE05-5792-DC45-BE46-E83224AFD1D9}"/>
              </a:ext>
            </a:extLst>
          </p:cNvPr>
          <p:cNvCxnSpPr>
            <a:cxnSpLocks/>
          </p:cNvCxnSpPr>
          <p:nvPr userDrawn="1"/>
        </p:nvCxnSpPr>
        <p:spPr>
          <a:xfrm>
            <a:off x="1707216" y="3226551"/>
            <a:ext cx="6120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6644DEE6-D8A9-664A-B6CA-E5F3662E38AE}"/>
              </a:ext>
            </a:extLst>
          </p:cNvPr>
          <p:cNvCxnSpPr>
            <a:cxnSpLocks/>
          </p:cNvCxnSpPr>
          <p:nvPr userDrawn="1"/>
        </p:nvCxnSpPr>
        <p:spPr>
          <a:xfrm>
            <a:off x="1707216" y="5047047"/>
            <a:ext cx="6120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ectangle 20">
            <a:extLst>
              <a:ext uri="{FF2B5EF4-FFF2-40B4-BE49-F238E27FC236}">
                <a16:creationId xmlns:a16="http://schemas.microsoft.com/office/drawing/2014/main" id="{ED08905F-8981-0D46-BFC9-18C0997C74E1}"/>
              </a:ext>
            </a:extLst>
          </p:cNvPr>
          <p:cNvSpPr/>
          <p:nvPr userDrawn="1"/>
        </p:nvSpPr>
        <p:spPr>
          <a:xfrm>
            <a:off x="1019175" y="1902582"/>
            <a:ext cx="486802" cy="48680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82AD9688-B2C2-AF46-A8C0-13E1BDF1095E}"/>
              </a:ext>
            </a:extLst>
          </p:cNvPr>
          <p:cNvSpPr/>
          <p:nvPr userDrawn="1"/>
        </p:nvSpPr>
        <p:spPr>
          <a:xfrm>
            <a:off x="1019175" y="2812830"/>
            <a:ext cx="486802" cy="48680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42C56B37-B403-B846-879F-6030FD3E071A}"/>
              </a:ext>
            </a:extLst>
          </p:cNvPr>
          <p:cNvSpPr/>
          <p:nvPr userDrawn="1"/>
        </p:nvSpPr>
        <p:spPr>
          <a:xfrm>
            <a:off x="1019175" y="3722108"/>
            <a:ext cx="486802" cy="48680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4BF97547-DE43-014A-B568-61CB82621CDC}"/>
              </a:ext>
            </a:extLst>
          </p:cNvPr>
          <p:cNvSpPr/>
          <p:nvPr userDrawn="1"/>
        </p:nvSpPr>
        <p:spPr>
          <a:xfrm>
            <a:off x="1019175" y="4629930"/>
            <a:ext cx="486802" cy="48680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pic>
        <p:nvPicPr>
          <p:cNvPr id="20" name="Picture 19">
            <a:extLst>
              <a:ext uri="{FF2B5EF4-FFF2-40B4-BE49-F238E27FC236}">
                <a16:creationId xmlns:a16="http://schemas.microsoft.com/office/drawing/2014/main" id="{8C6A3B00-3F2E-4240-A914-01C77276B1F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87678" y="4745734"/>
            <a:ext cx="349796" cy="255194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7CA4100E-D55F-2E4F-8802-88D0B2E6C082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083954" y="3787888"/>
            <a:ext cx="353520" cy="353520"/>
          </a:xfrm>
          <a:prstGeom prst="rect">
            <a:avLst/>
          </a:prstGeom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85397931-6D1E-3A40-85F6-CC347B9EAA50}"/>
              </a:ext>
            </a:extLst>
          </p:cNvPr>
          <p:cNvSpPr/>
          <p:nvPr userDrawn="1"/>
        </p:nvSpPr>
        <p:spPr>
          <a:xfrm>
            <a:off x="9726752" y="5962283"/>
            <a:ext cx="2169184" cy="46166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Noto Serif" panose="02020600060500020200" pitchFamily="18" charset="0"/>
                <a:cs typeface="Noto Serif" panose="02020600060500020200" pitchFamily="18" charset="0"/>
              </a:rPr>
              <a:t>Courtesy of EMBO Member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Noto Serif" panose="02020600060500020200" pitchFamily="18" charset="0"/>
                <a:cs typeface="Noto Serif" panose="02020600060500020200" pitchFamily="18" charset="0"/>
              </a:rPr>
              <a:t>François </a:t>
            </a:r>
            <a:r>
              <a:rPr kumimoji="0" lang="en-GB" sz="1200" b="1" i="0" u="none" strike="noStrike" kern="1200" cap="none" spc="0" normalizeH="0" baseline="0" noProof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Noto Serif" panose="02020600060500020200" pitchFamily="18" charset="0"/>
                <a:cs typeface="Noto Serif" panose="02020600060500020200" pitchFamily="18" charset="0"/>
              </a:rPr>
              <a:t>Nédélec</a:t>
            </a:r>
            <a:endParaRPr kumimoji="0" lang="en-GB" sz="1200" b="1" i="0" u="none" strike="noStrike" kern="120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n-lt"/>
              <a:ea typeface="Noto Serif" panose="02020600060500020200" pitchFamily="18" charset="0"/>
              <a:cs typeface="Noto Serif" panose="02020600060500020200" pitchFamily="18" charset="0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D4CC1C06-EAC1-5D45-BCBC-9ECFE974608B}"/>
              </a:ext>
            </a:extLst>
          </p:cNvPr>
          <p:cNvSpPr/>
          <p:nvPr userDrawn="1"/>
        </p:nvSpPr>
        <p:spPr>
          <a:xfrm>
            <a:off x="10939200" y="0"/>
            <a:ext cx="1252800" cy="4791600"/>
          </a:xfrm>
          <a:prstGeom prst="rect">
            <a:avLst/>
          </a:prstGeom>
          <a:solidFill>
            <a:schemeClr val="accent1">
              <a:alpha val="84983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8" name="Freeform 27">
            <a:extLst>
              <a:ext uri="{FF2B5EF4-FFF2-40B4-BE49-F238E27FC236}">
                <a16:creationId xmlns:a16="http://schemas.microsoft.com/office/drawing/2014/main" id="{7C2BDBE3-1DBC-E34D-AA5C-8E33F8BC8891}"/>
              </a:ext>
            </a:extLst>
          </p:cNvPr>
          <p:cNvSpPr/>
          <p:nvPr/>
        </p:nvSpPr>
        <p:spPr>
          <a:xfrm>
            <a:off x="1110421" y="2933188"/>
            <a:ext cx="303628" cy="246888"/>
          </a:xfrm>
          <a:custGeom>
            <a:avLst/>
            <a:gdLst>
              <a:gd name="connsiteX0" fmla="*/ 747713 w 2380297"/>
              <a:gd name="connsiteY0" fmla="*/ 1935480 h 1935480"/>
              <a:gd name="connsiteX1" fmla="*/ 2137410 w 2380297"/>
              <a:gd name="connsiteY1" fmla="*/ 545782 h 1935480"/>
              <a:gd name="connsiteX2" fmla="*/ 2136458 w 2380297"/>
              <a:gd name="connsiteY2" fmla="*/ 482918 h 1935480"/>
              <a:gd name="connsiteX3" fmla="*/ 2380298 w 2380297"/>
              <a:gd name="connsiteY3" fmla="*/ 229552 h 1935480"/>
              <a:gd name="connsiteX4" fmla="*/ 2099310 w 2380297"/>
              <a:gd name="connsiteY4" fmla="*/ 306705 h 1935480"/>
              <a:gd name="connsiteX5" fmla="*/ 2314575 w 2380297"/>
              <a:gd name="connsiteY5" fmla="*/ 36195 h 1935480"/>
              <a:gd name="connsiteX6" fmla="*/ 2004060 w 2380297"/>
              <a:gd name="connsiteY6" fmla="*/ 154305 h 1935480"/>
              <a:gd name="connsiteX7" fmla="*/ 1647825 w 2380297"/>
              <a:gd name="connsiteY7" fmla="*/ 0 h 1935480"/>
              <a:gd name="connsiteX8" fmla="*/ 1159193 w 2380297"/>
              <a:gd name="connsiteY8" fmla="*/ 488632 h 1935480"/>
              <a:gd name="connsiteX9" fmla="*/ 1171575 w 2380297"/>
              <a:gd name="connsiteY9" fmla="*/ 600075 h 1935480"/>
              <a:gd name="connsiteX10" fmla="*/ 164783 w 2380297"/>
              <a:gd name="connsiteY10" fmla="*/ 89535 h 1935480"/>
              <a:gd name="connsiteX11" fmla="*/ 99060 w 2380297"/>
              <a:gd name="connsiteY11" fmla="*/ 335280 h 1935480"/>
              <a:gd name="connsiteX12" fmla="*/ 316230 w 2380297"/>
              <a:gd name="connsiteY12" fmla="*/ 741998 h 1935480"/>
              <a:gd name="connsiteX13" fmla="*/ 95250 w 2380297"/>
              <a:gd name="connsiteY13" fmla="*/ 681037 h 1935480"/>
              <a:gd name="connsiteX14" fmla="*/ 95250 w 2380297"/>
              <a:gd name="connsiteY14" fmla="*/ 687705 h 1935480"/>
              <a:gd name="connsiteX15" fmla="*/ 486728 w 2380297"/>
              <a:gd name="connsiteY15" fmla="*/ 1166812 h 1935480"/>
              <a:gd name="connsiteX16" fmla="*/ 358140 w 2380297"/>
              <a:gd name="connsiteY16" fmla="*/ 1183958 h 1935480"/>
              <a:gd name="connsiteX17" fmla="*/ 266700 w 2380297"/>
              <a:gd name="connsiteY17" fmla="*/ 1175385 h 1935480"/>
              <a:gd name="connsiteX18" fmla="*/ 722948 w 2380297"/>
              <a:gd name="connsiteY18" fmla="*/ 1514475 h 1935480"/>
              <a:gd name="connsiteX19" fmla="*/ 116205 w 2380297"/>
              <a:gd name="connsiteY19" fmla="*/ 1724025 h 1935480"/>
              <a:gd name="connsiteX20" fmla="*/ 0 w 2380297"/>
              <a:gd name="connsiteY20" fmla="*/ 1717358 h 1935480"/>
              <a:gd name="connsiteX21" fmla="*/ 747713 w 2380297"/>
              <a:gd name="connsiteY21" fmla="*/ 1935480 h 1935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380297" h="1935480">
                <a:moveTo>
                  <a:pt x="747713" y="1935480"/>
                </a:moveTo>
                <a:cubicBezTo>
                  <a:pt x="1645920" y="1935480"/>
                  <a:pt x="2137410" y="1190625"/>
                  <a:pt x="2137410" y="545782"/>
                </a:cubicBezTo>
                <a:cubicBezTo>
                  <a:pt x="2137410" y="524828"/>
                  <a:pt x="2137410" y="503873"/>
                  <a:pt x="2136458" y="482918"/>
                </a:cubicBezTo>
                <a:cubicBezTo>
                  <a:pt x="2231708" y="414337"/>
                  <a:pt x="2314575" y="327660"/>
                  <a:pt x="2380298" y="229552"/>
                </a:cubicBezTo>
                <a:cubicBezTo>
                  <a:pt x="2292668" y="268605"/>
                  <a:pt x="2198370" y="294323"/>
                  <a:pt x="2099310" y="306705"/>
                </a:cubicBezTo>
                <a:cubicBezTo>
                  <a:pt x="2200275" y="246698"/>
                  <a:pt x="2277428" y="150495"/>
                  <a:pt x="2314575" y="36195"/>
                </a:cubicBezTo>
                <a:cubicBezTo>
                  <a:pt x="2220278" y="92392"/>
                  <a:pt x="2115503" y="132398"/>
                  <a:pt x="2004060" y="154305"/>
                </a:cubicBezTo>
                <a:cubicBezTo>
                  <a:pt x="1914525" y="59055"/>
                  <a:pt x="1787842" y="0"/>
                  <a:pt x="1647825" y="0"/>
                </a:cubicBezTo>
                <a:cubicBezTo>
                  <a:pt x="1378268" y="0"/>
                  <a:pt x="1159193" y="219075"/>
                  <a:pt x="1159193" y="488632"/>
                </a:cubicBezTo>
                <a:cubicBezTo>
                  <a:pt x="1159193" y="526732"/>
                  <a:pt x="1163955" y="563880"/>
                  <a:pt x="1171575" y="600075"/>
                </a:cubicBezTo>
                <a:cubicBezTo>
                  <a:pt x="765810" y="580073"/>
                  <a:pt x="405765" y="384810"/>
                  <a:pt x="164783" y="89535"/>
                </a:cubicBezTo>
                <a:cubicBezTo>
                  <a:pt x="122873" y="161925"/>
                  <a:pt x="99060" y="245745"/>
                  <a:pt x="99060" y="335280"/>
                </a:cubicBezTo>
                <a:cubicBezTo>
                  <a:pt x="99060" y="504825"/>
                  <a:pt x="185738" y="654368"/>
                  <a:pt x="316230" y="741998"/>
                </a:cubicBezTo>
                <a:cubicBezTo>
                  <a:pt x="236220" y="739140"/>
                  <a:pt x="160973" y="717232"/>
                  <a:pt x="95250" y="681037"/>
                </a:cubicBezTo>
                <a:cubicBezTo>
                  <a:pt x="95250" y="682943"/>
                  <a:pt x="95250" y="684848"/>
                  <a:pt x="95250" y="687705"/>
                </a:cubicBezTo>
                <a:cubicBezTo>
                  <a:pt x="95250" y="923925"/>
                  <a:pt x="263843" y="1122045"/>
                  <a:pt x="486728" y="1166812"/>
                </a:cubicBezTo>
                <a:cubicBezTo>
                  <a:pt x="445770" y="1178243"/>
                  <a:pt x="402908" y="1183958"/>
                  <a:pt x="358140" y="1183958"/>
                </a:cubicBezTo>
                <a:cubicBezTo>
                  <a:pt x="326708" y="1183958"/>
                  <a:pt x="296228" y="1181100"/>
                  <a:pt x="266700" y="1175385"/>
                </a:cubicBezTo>
                <a:cubicBezTo>
                  <a:pt x="328613" y="1369695"/>
                  <a:pt x="509588" y="1510665"/>
                  <a:pt x="722948" y="1514475"/>
                </a:cubicBezTo>
                <a:cubicBezTo>
                  <a:pt x="555307" y="1645920"/>
                  <a:pt x="344805" y="1724025"/>
                  <a:pt x="116205" y="1724025"/>
                </a:cubicBezTo>
                <a:cubicBezTo>
                  <a:pt x="77152" y="1724025"/>
                  <a:pt x="38100" y="1722120"/>
                  <a:pt x="0" y="1717358"/>
                </a:cubicBezTo>
                <a:cubicBezTo>
                  <a:pt x="215265" y="1854518"/>
                  <a:pt x="472440" y="1935480"/>
                  <a:pt x="747713" y="1935480"/>
                </a:cubicBezTo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2" name="Graphic 30">
            <a:extLst>
              <a:ext uri="{FF2B5EF4-FFF2-40B4-BE49-F238E27FC236}">
                <a16:creationId xmlns:a16="http://schemas.microsoft.com/office/drawing/2014/main" id="{F276CBDF-7D19-F242-AFBE-F20138F9B992}"/>
              </a:ext>
            </a:extLst>
          </p:cNvPr>
          <p:cNvSpPr>
            <a:spLocks noChangeAspect="1"/>
          </p:cNvSpPr>
          <p:nvPr/>
        </p:nvSpPr>
        <p:spPr>
          <a:xfrm>
            <a:off x="1019977" y="1902582"/>
            <a:ext cx="486000" cy="483057"/>
          </a:xfrm>
          <a:custGeom>
            <a:avLst/>
            <a:gdLst>
              <a:gd name="connsiteX0" fmla="*/ 1655618 w 1655618"/>
              <a:gd name="connsiteY0" fmla="*/ 827809 h 1645593"/>
              <a:gd name="connsiteX1" fmla="*/ 827809 w 1655618"/>
              <a:gd name="connsiteY1" fmla="*/ 0 h 1645593"/>
              <a:gd name="connsiteX2" fmla="*/ 0 w 1655618"/>
              <a:gd name="connsiteY2" fmla="*/ 827809 h 1645593"/>
              <a:gd name="connsiteX3" fmla="*/ 698464 w 1655618"/>
              <a:gd name="connsiteY3" fmla="*/ 1645594 h 1645593"/>
              <a:gd name="connsiteX4" fmla="*/ 698464 w 1655618"/>
              <a:gd name="connsiteY4" fmla="*/ 1067098 h 1645593"/>
              <a:gd name="connsiteX5" fmla="*/ 488278 w 1655618"/>
              <a:gd name="connsiteY5" fmla="*/ 1067098 h 1645593"/>
              <a:gd name="connsiteX6" fmla="*/ 488278 w 1655618"/>
              <a:gd name="connsiteY6" fmla="*/ 827809 h 1645593"/>
              <a:gd name="connsiteX7" fmla="*/ 698464 w 1655618"/>
              <a:gd name="connsiteY7" fmla="*/ 827809 h 1645593"/>
              <a:gd name="connsiteX8" fmla="*/ 698464 w 1655618"/>
              <a:gd name="connsiteY8" fmla="*/ 645432 h 1645593"/>
              <a:gd name="connsiteX9" fmla="*/ 1011156 w 1655618"/>
              <a:gd name="connsiteY9" fmla="*/ 323363 h 1645593"/>
              <a:gd name="connsiteX10" fmla="*/ 1196443 w 1655618"/>
              <a:gd name="connsiteY10" fmla="*/ 339531 h 1645593"/>
              <a:gd name="connsiteX11" fmla="*/ 1196443 w 1655618"/>
              <a:gd name="connsiteY11" fmla="*/ 543250 h 1645593"/>
              <a:gd name="connsiteX12" fmla="*/ 1091997 w 1655618"/>
              <a:gd name="connsiteY12" fmla="*/ 543250 h 1645593"/>
              <a:gd name="connsiteX13" fmla="*/ 957154 w 1655618"/>
              <a:gd name="connsiteY13" fmla="*/ 672595 h 1645593"/>
              <a:gd name="connsiteX14" fmla="*/ 957154 w 1655618"/>
              <a:gd name="connsiteY14" fmla="*/ 827809 h 1645593"/>
              <a:gd name="connsiteX15" fmla="*/ 1186742 w 1655618"/>
              <a:gd name="connsiteY15" fmla="*/ 827809 h 1645593"/>
              <a:gd name="connsiteX16" fmla="*/ 1150040 w 1655618"/>
              <a:gd name="connsiteY16" fmla="*/ 1067098 h 1645593"/>
              <a:gd name="connsiteX17" fmla="*/ 957154 w 1655618"/>
              <a:gd name="connsiteY17" fmla="*/ 1067098 h 1645593"/>
              <a:gd name="connsiteX18" fmla="*/ 957154 w 1655618"/>
              <a:gd name="connsiteY18" fmla="*/ 1645594 h 1645593"/>
              <a:gd name="connsiteX19" fmla="*/ 1655618 w 1655618"/>
              <a:gd name="connsiteY19" fmla="*/ 827809 h 1645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655618" h="1645593">
                <a:moveTo>
                  <a:pt x="1655618" y="827809"/>
                </a:moveTo>
                <a:cubicBezTo>
                  <a:pt x="1655618" y="370574"/>
                  <a:pt x="1285044" y="0"/>
                  <a:pt x="827809" y="0"/>
                </a:cubicBezTo>
                <a:cubicBezTo>
                  <a:pt x="370574" y="0"/>
                  <a:pt x="0" y="370574"/>
                  <a:pt x="0" y="827809"/>
                </a:cubicBezTo>
                <a:cubicBezTo>
                  <a:pt x="0" y="1241067"/>
                  <a:pt x="302668" y="1583508"/>
                  <a:pt x="698464" y="1645594"/>
                </a:cubicBezTo>
                <a:lnTo>
                  <a:pt x="698464" y="1067098"/>
                </a:lnTo>
                <a:lnTo>
                  <a:pt x="488278" y="1067098"/>
                </a:lnTo>
                <a:lnTo>
                  <a:pt x="488278" y="827809"/>
                </a:lnTo>
                <a:lnTo>
                  <a:pt x="698464" y="827809"/>
                </a:lnTo>
                <a:lnTo>
                  <a:pt x="698464" y="645432"/>
                </a:lnTo>
                <a:cubicBezTo>
                  <a:pt x="698464" y="437995"/>
                  <a:pt x="821988" y="323363"/>
                  <a:pt x="1011156" y="323363"/>
                </a:cubicBezTo>
                <a:cubicBezTo>
                  <a:pt x="1101697" y="323363"/>
                  <a:pt x="1196443" y="339531"/>
                  <a:pt x="1196443" y="339531"/>
                </a:cubicBezTo>
                <a:lnTo>
                  <a:pt x="1196443" y="543250"/>
                </a:lnTo>
                <a:lnTo>
                  <a:pt x="1091997" y="543250"/>
                </a:lnTo>
                <a:cubicBezTo>
                  <a:pt x="989167" y="543250"/>
                  <a:pt x="957154" y="607114"/>
                  <a:pt x="957154" y="672595"/>
                </a:cubicBezTo>
                <a:lnTo>
                  <a:pt x="957154" y="827809"/>
                </a:lnTo>
                <a:lnTo>
                  <a:pt x="1186742" y="827809"/>
                </a:lnTo>
                <a:lnTo>
                  <a:pt x="1150040" y="1067098"/>
                </a:lnTo>
                <a:lnTo>
                  <a:pt x="957154" y="1067098"/>
                </a:lnTo>
                <a:lnTo>
                  <a:pt x="957154" y="1645594"/>
                </a:lnTo>
                <a:cubicBezTo>
                  <a:pt x="1352950" y="1583508"/>
                  <a:pt x="1655618" y="1241067"/>
                  <a:pt x="1655618" y="827809"/>
                </a:cubicBezTo>
                <a:close/>
              </a:path>
            </a:pathLst>
          </a:custGeom>
          <a:solidFill>
            <a:schemeClr val="tx2"/>
          </a:solidFill>
          <a:ln w="160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4683498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/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5860BF-AFCE-4846-AF56-1EBB07DCB4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64413E-EBC3-2946-8AF4-8B0F43EC961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112766844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/content/ornamen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5860BF-AFCE-4846-AF56-1EBB07DCB4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1226" y="584201"/>
            <a:ext cx="8223149" cy="612774"/>
          </a:xfrm>
        </p:spPr>
        <p:txBody>
          <a:bodyPr/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64413E-EBC3-2946-8AF4-8B0F43EC96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1226" y="1952625"/>
            <a:ext cx="8223149" cy="4032250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DE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886ABEB3-CC4B-EB46-83FB-E284BD30C2FD}"/>
              </a:ext>
            </a:extLst>
          </p:cNvPr>
          <p:cNvSpPr/>
          <p:nvPr userDrawn="1"/>
        </p:nvSpPr>
        <p:spPr>
          <a:xfrm>
            <a:off x="9754955" y="-342694"/>
            <a:ext cx="827388" cy="827388"/>
          </a:xfrm>
          <a:prstGeom prst="ellipse">
            <a:avLst/>
          </a:prstGeom>
          <a:solidFill>
            <a:schemeClr val="accent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9476543D-DB5C-2242-95B9-2E58F7F53EBC}"/>
              </a:ext>
            </a:extLst>
          </p:cNvPr>
          <p:cNvSpPr/>
          <p:nvPr userDrawn="1"/>
        </p:nvSpPr>
        <p:spPr>
          <a:xfrm>
            <a:off x="9754955" y="889852"/>
            <a:ext cx="827388" cy="827388"/>
          </a:xfrm>
          <a:prstGeom prst="ellipse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21375BE7-DB13-9D43-A89D-4C5E196A2926}"/>
              </a:ext>
            </a:extLst>
          </p:cNvPr>
          <p:cNvSpPr/>
          <p:nvPr userDrawn="1"/>
        </p:nvSpPr>
        <p:spPr>
          <a:xfrm>
            <a:off x="9754955" y="2122398"/>
            <a:ext cx="827388" cy="82738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9F1279C1-5FA0-C046-A004-DB4F8F51B1AB}"/>
              </a:ext>
            </a:extLst>
          </p:cNvPr>
          <p:cNvSpPr/>
          <p:nvPr userDrawn="1"/>
        </p:nvSpPr>
        <p:spPr>
          <a:xfrm>
            <a:off x="9754955" y="3354944"/>
            <a:ext cx="827388" cy="827388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6BF06184-31FE-D34C-B99B-5CCC0F6E65C1}"/>
              </a:ext>
            </a:extLst>
          </p:cNvPr>
          <p:cNvSpPr/>
          <p:nvPr userDrawn="1"/>
        </p:nvSpPr>
        <p:spPr>
          <a:xfrm>
            <a:off x="9754955" y="4587490"/>
            <a:ext cx="827388" cy="827388"/>
          </a:xfrm>
          <a:prstGeom prst="ellipse">
            <a:avLst/>
          </a:prstGeom>
          <a:solidFill>
            <a:schemeClr val="accent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6FA84429-F06B-C047-8512-984D486257AD}"/>
              </a:ext>
            </a:extLst>
          </p:cNvPr>
          <p:cNvSpPr/>
          <p:nvPr userDrawn="1"/>
        </p:nvSpPr>
        <p:spPr>
          <a:xfrm>
            <a:off x="10649900" y="273579"/>
            <a:ext cx="827388" cy="82738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0A9D1EA9-8BF2-2E4A-9E74-A58C45CEC3BB}"/>
              </a:ext>
            </a:extLst>
          </p:cNvPr>
          <p:cNvSpPr/>
          <p:nvPr userDrawn="1"/>
        </p:nvSpPr>
        <p:spPr>
          <a:xfrm>
            <a:off x="10649900" y="1506125"/>
            <a:ext cx="827388" cy="827388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B34FF089-B880-C24E-A943-758215F4ACB8}"/>
              </a:ext>
            </a:extLst>
          </p:cNvPr>
          <p:cNvSpPr/>
          <p:nvPr userDrawn="1"/>
        </p:nvSpPr>
        <p:spPr>
          <a:xfrm>
            <a:off x="10649900" y="2738671"/>
            <a:ext cx="827388" cy="827388"/>
          </a:xfrm>
          <a:prstGeom prst="ellipse">
            <a:avLst/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766F5993-78FC-AB4C-8F05-E819B7B7BDC7}"/>
              </a:ext>
            </a:extLst>
          </p:cNvPr>
          <p:cNvSpPr/>
          <p:nvPr userDrawn="1"/>
        </p:nvSpPr>
        <p:spPr>
          <a:xfrm>
            <a:off x="10649900" y="3971217"/>
            <a:ext cx="827388" cy="827388"/>
          </a:xfrm>
          <a:prstGeom prst="ellipse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05232E82-2F69-BD4E-984B-A6CBDE621739}"/>
              </a:ext>
            </a:extLst>
          </p:cNvPr>
          <p:cNvSpPr/>
          <p:nvPr userDrawn="1"/>
        </p:nvSpPr>
        <p:spPr>
          <a:xfrm>
            <a:off x="10649900" y="5203761"/>
            <a:ext cx="827388" cy="82738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132230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/content/ornamen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5860BF-AFCE-4846-AF56-1EBB07DCB4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1226" y="584201"/>
            <a:ext cx="8223149" cy="612774"/>
          </a:xfrm>
        </p:spPr>
        <p:txBody>
          <a:bodyPr/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64413E-EBC3-2946-8AF4-8B0F43EC96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1226" y="1952625"/>
            <a:ext cx="8223149" cy="4032250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DE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4816B832-DEAE-C545-82E0-8F96F6C7EE02}"/>
              </a:ext>
            </a:extLst>
          </p:cNvPr>
          <p:cNvSpPr/>
          <p:nvPr userDrawn="1"/>
        </p:nvSpPr>
        <p:spPr>
          <a:xfrm>
            <a:off x="-5074709" y="-6821669"/>
            <a:ext cx="16188055" cy="16188055"/>
          </a:xfrm>
          <a:prstGeom prst="ellipse">
            <a:avLst/>
          </a:prstGeom>
          <a:noFill/>
          <a:ln w="254000">
            <a:solidFill>
              <a:schemeClr val="accent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0A4F8888-2E89-0940-8C38-7923EA0EF178}"/>
              </a:ext>
            </a:extLst>
          </p:cNvPr>
          <p:cNvSpPr/>
          <p:nvPr userDrawn="1"/>
        </p:nvSpPr>
        <p:spPr>
          <a:xfrm>
            <a:off x="-4888593" y="-6821669"/>
            <a:ext cx="16188055" cy="16188055"/>
          </a:xfrm>
          <a:prstGeom prst="ellipse">
            <a:avLst/>
          </a:prstGeom>
          <a:noFill/>
          <a:ln w="38100">
            <a:solidFill>
              <a:schemeClr val="accent1">
                <a:alpha val="80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79E870D1-CA94-3940-B408-069D9B661908}"/>
              </a:ext>
            </a:extLst>
          </p:cNvPr>
          <p:cNvSpPr/>
          <p:nvPr userDrawn="1"/>
        </p:nvSpPr>
        <p:spPr>
          <a:xfrm>
            <a:off x="-5015230" y="-6716472"/>
            <a:ext cx="16188055" cy="16188055"/>
          </a:xfrm>
          <a:prstGeom prst="ellipse">
            <a:avLst/>
          </a:prstGeom>
          <a:noFill/>
          <a:ln w="38100">
            <a:solidFill>
              <a:schemeClr val="accent1">
                <a:alpha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1135571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/content/ornament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5860BF-AFCE-4846-AF56-1EBB07DCB4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1226" y="584201"/>
            <a:ext cx="8223149" cy="612774"/>
          </a:xfrm>
        </p:spPr>
        <p:txBody>
          <a:bodyPr/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64413E-EBC3-2946-8AF4-8B0F43EC96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1226" y="1952625"/>
            <a:ext cx="8223149" cy="4032250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DE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F13A45E0-C045-6744-A479-4CA0596DC754}"/>
              </a:ext>
            </a:extLst>
          </p:cNvPr>
          <p:cNvSpPr/>
          <p:nvPr userDrawn="1"/>
        </p:nvSpPr>
        <p:spPr>
          <a:xfrm>
            <a:off x="9035335" y="-936101"/>
            <a:ext cx="2245440" cy="2245440"/>
          </a:xfrm>
          <a:prstGeom prst="ellipse">
            <a:avLst/>
          </a:prstGeom>
          <a:noFill/>
          <a:ln w="38100">
            <a:solidFill>
              <a:schemeClr val="accent1">
                <a:alpha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3EE6DB1C-E0CD-A740-99CB-85AF54464033}"/>
              </a:ext>
            </a:extLst>
          </p:cNvPr>
          <p:cNvSpPr/>
          <p:nvPr userDrawn="1"/>
        </p:nvSpPr>
        <p:spPr>
          <a:xfrm>
            <a:off x="9308508" y="-1002440"/>
            <a:ext cx="5766983" cy="5766983"/>
          </a:xfrm>
          <a:prstGeom prst="ellipse">
            <a:avLst/>
          </a:prstGeom>
          <a:noFill/>
          <a:ln w="38100">
            <a:solidFill>
              <a:schemeClr val="accent1">
                <a:alpha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25D2EFD0-9392-024E-99D7-2CEF53E8F636}"/>
              </a:ext>
            </a:extLst>
          </p:cNvPr>
          <p:cNvSpPr/>
          <p:nvPr userDrawn="1"/>
        </p:nvSpPr>
        <p:spPr>
          <a:xfrm>
            <a:off x="7788279" y="1881052"/>
            <a:ext cx="8807441" cy="8807441"/>
          </a:xfrm>
          <a:prstGeom prst="ellipse">
            <a:avLst/>
          </a:prstGeom>
          <a:noFill/>
          <a:ln w="38100">
            <a:solidFill>
              <a:schemeClr val="accent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 lang="de-DE">
              <a:latin typeface="Noto Sans" panose="020B050204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5875899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/content/pictur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5860BF-AFCE-4846-AF56-1EBB07DCB4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DE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64413E-EBC3-2946-8AF4-8B0F43EC96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1226" y="1952625"/>
            <a:ext cx="5076824" cy="4032250"/>
          </a:xfrm>
        </p:spPr>
        <p:txBody>
          <a:bodyPr/>
          <a:lstStyle/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DE" dirty="0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158A5DFB-EE1D-CF4F-A21D-DECB6EE73CB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172282" y="2024063"/>
            <a:ext cx="4000543" cy="2693190"/>
          </a:xfrm>
          <a:solidFill>
            <a:schemeClr val="tx1">
              <a:lumMod val="10000"/>
              <a:lumOff val="90000"/>
            </a:schemeClr>
          </a:solid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endParaRPr lang="en-DE"/>
          </a:p>
        </p:txBody>
      </p:sp>
      <p:sp>
        <p:nvSpPr>
          <p:cNvPr id="10" name="SmartArt Placeholder 9">
            <a:extLst>
              <a:ext uri="{FF2B5EF4-FFF2-40B4-BE49-F238E27FC236}">
                <a16:creationId xmlns:a16="http://schemas.microsoft.com/office/drawing/2014/main" id="{8F2EA643-889E-C943-9C70-4EDD2154BF1D}"/>
              </a:ext>
            </a:extLst>
          </p:cNvPr>
          <p:cNvSpPr>
            <a:spLocks noGrp="1"/>
          </p:cNvSpPr>
          <p:nvPr>
            <p:ph type="dgm" sz="quarter" idx="14" hasCustomPrompt="1"/>
          </p:nvPr>
        </p:nvSpPr>
        <p:spPr>
          <a:xfrm>
            <a:off x="10479932" y="2024063"/>
            <a:ext cx="692893" cy="2693190"/>
          </a:xfrm>
          <a:solidFill>
            <a:schemeClr val="accent1">
              <a:alpha val="5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lang="en-DE" sz="800" dirty="0"/>
            </a:lvl1pPr>
          </a:lstStyle>
          <a:p>
            <a:r>
              <a:rPr lang="en-DE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57956775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/content/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5860BF-AFCE-4846-AF56-1EBB07DCB4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1227" y="584200"/>
            <a:ext cx="7056436" cy="1112923"/>
          </a:xfrm>
        </p:spPr>
        <p:txBody>
          <a:bodyPr/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64413E-EBC3-2946-8AF4-8B0F43EC96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1225" y="1952625"/>
            <a:ext cx="7056437" cy="4032250"/>
          </a:xfrm>
        </p:spPr>
        <p:txBody>
          <a:bodyPr/>
          <a:lstStyle/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DE" dirty="0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158A5DFB-EE1D-CF4F-A21D-DECB6EE73CB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238844" y="0"/>
            <a:ext cx="3953156" cy="6858000"/>
          </a:xfrm>
          <a:solidFill>
            <a:schemeClr val="tx1">
              <a:lumMod val="10000"/>
              <a:lumOff val="90000"/>
            </a:schemeClr>
          </a:solid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endParaRPr lang="en-DE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CBB7C9B1-10B8-BA46-9905-850547ECAFC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38842" y="5186975"/>
            <a:ext cx="3953157" cy="682625"/>
          </a:xfrm>
          <a:solidFill>
            <a:schemeClr val="accent1">
              <a:alpha val="80000"/>
            </a:schemeClr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  <a:lvl2pPr marL="457200" indent="0" algn="l">
              <a:buNone/>
              <a:defRPr/>
            </a:lvl2pPr>
            <a:lvl3pPr marL="914400" indent="0" algn="l">
              <a:buNone/>
              <a:defRPr/>
            </a:lvl3pPr>
            <a:lvl4pPr marL="1371600" indent="0" algn="l">
              <a:buNone/>
              <a:defRPr/>
            </a:lvl4pPr>
            <a:lvl5pPr marL="1828800" indent="0" algn="l">
              <a:buNone/>
              <a:defRPr/>
            </a:lvl5pPr>
          </a:lstStyle>
          <a:p>
            <a:pPr lvl="0"/>
            <a:r>
              <a:rPr lang="en-GB" dirty="0"/>
              <a:t>Caption (optional)</a:t>
            </a:r>
            <a:endParaRPr lang="en-DE" dirty="0"/>
          </a:p>
        </p:txBody>
      </p:sp>
      <p:sp>
        <p:nvSpPr>
          <p:cNvPr id="15" name="SmartArt Placeholder 14">
            <a:extLst>
              <a:ext uri="{FF2B5EF4-FFF2-40B4-BE49-F238E27FC236}">
                <a16:creationId xmlns:a16="http://schemas.microsoft.com/office/drawing/2014/main" id="{265BA841-2FD6-4445-BECC-50FFAFD168D6}"/>
              </a:ext>
            </a:extLst>
          </p:cNvPr>
          <p:cNvSpPr>
            <a:spLocks noGrp="1"/>
          </p:cNvSpPr>
          <p:nvPr>
            <p:ph type="dgm" sz="quarter" idx="18" hasCustomPrompt="1"/>
          </p:nvPr>
        </p:nvSpPr>
        <p:spPr>
          <a:xfrm flipH="1">
            <a:off x="8238843" y="4504350"/>
            <a:ext cx="3953156" cy="682625"/>
          </a:xfrm>
          <a:prstGeom prst="rtTriangle">
            <a:avLst/>
          </a:prstGeom>
          <a:solidFill>
            <a:schemeClr val="accent1">
              <a:alpha val="80000"/>
            </a:schemeClr>
          </a:solidFill>
        </p:spPr>
        <p:txBody>
          <a:bodyPr anchor="ctr">
            <a:normAutofit/>
          </a:bodyPr>
          <a:lstStyle>
            <a:lvl1pPr marL="0" indent="0">
              <a:buNone/>
              <a:defRPr sz="200"/>
            </a:lvl1pPr>
          </a:lstStyle>
          <a:p>
            <a:r>
              <a:rPr lang="en-DE"/>
              <a:t> </a:t>
            </a:r>
          </a:p>
        </p:txBody>
      </p:sp>
      <p:sp>
        <p:nvSpPr>
          <p:cNvPr id="16" name="SmartArt Placeholder 14">
            <a:extLst>
              <a:ext uri="{FF2B5EF4-FFF2-40B4-BE49-F238E27FC236}">
                <a16:creationId xmlns:a16="http://schemas.microsoft.com/office/drawing/2014/main" id="{CC828BDA-DE6F-BE43-A992-C94EDB771856}"/>
              </a:ext>
            </a:extLst>
          </p:cNvPr>
          <p:cNvSpPr>
            <a:spLocks noGrp="1"/>
          </p:cNvSpPr>
          <p:nvPr>
            <p:ph type="dgm" sz="quarter" idx="19" hasCustomPrompt="1"/>
          </p:nvPr>
        </p:nvSpPr>
        <p:spPr>
          <a:xfrm flipV="1">
            <a:off x="8238843" y="5869600"/>
            <a:ext cx="3953156" cy="682625"/>
          </a:xfrm>
          <a:prstGeom prst="rtTriangle">
            <a:avLst/>
          </a:prstGeom>
          <a:solidFill>
            <a:schemeClr val="accent1">
              <a:alpha val="80000"/>
            </a:schemeClr>
          </a:solidFill>
        </p:spPr>
        <p:txBody>
          <a:bodyPr anchor="ctr">
            <a:normAutofit/>
          </a:bodyPr>
          <a:lstStyle>
            <a:lvl1pPr marL="0" indent="0">
              <a:buNone/>
              <a:defRPr sz="200"/>
            </a:lvl1pPr>
          </a:lstStyle>
          <a:p>
            <a:r>
              <a:rPr lang="en-DE"/>
              <a:t> </a:t>
            </a:r>
          </a:p>
        </p:txBody>
      </p:sp>
      <p:sp>
        <p:nvSpPr>
          <p:cNvPr id="17" name="SmartArt Placeholder 14">
            <a:extLst>
              <a:ext uri="{FF2B5EF4-FFF2-40B4-BE49-F238E27FC236}">
                <a16:creationId xmlns:a16="http://schemas.microsoft.com/office/drawing/2014/main" id="{1CB8AF03-1B49-9B47-BA6F-75E65E0F3B96}"/>
              </a:ext>
            </a:extLst>
          </p:cNvPr>
          <p:cNvSpPr>
            <a:spLocks noGrp="1"/>
          </p:cNvSpPr>
          <p:nvPr>
            <p:ph type="dgm" sz="quarter" idx="20" hasCustomPrompt="1"/>
          </p:nvPr>
        </p:nvSpPr>
        <p:spPr>
          <a:xfrm flipH="1">
            <a:off x="8238843" y="6181449"/>
            <a:ext cx="3953156" cy="682625"/>
          </a:xfrm>
          <a:prstGeom prst="rtTriangle">
            <a:avLst/>
          </a:prstGeom>
          <a:solidFill>
            <a:schemeClr val="accent1">
              <a:alpha val="80000"/>
            </a:schemeClr>
          </a:solidFill>
        </p:spPr>
        <p:txBody>
          <a:bodyPr anchor="ctr">
            <a:normAutofit/>
          </a:bodyPr>
          <a:lstStyle>
            <a:lvl1pPr marL="0" indent="0">
              <a:buNone/>
              <a:defRPr sz="200"/>
            </a:lvl1pPr>
          </a:lstStyle>
          <a:p>
            <a:r>
              <a:rPr lang="en-DE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16149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019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/content/split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158A5DFB-EE1D-CF4F-A21D-DECB6EE73CB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238844" y="0"/>
            <a:ext cx="3953156" cy="3429000"/>
          </a:xfrm>
          <a:solidFill>
            <a:schemeClr val="tx1">
              <a:lumMod val="10000"/>
              <a:lumOff val="90000"/>
            </a:schemeClr>
          </a:solid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endParaRPr lang="en-DE"/>
          </a:p>
        </p:txBody>
      </p:sp>
      <p:sp>
        <p:nvSpPr>
          <p:cNvPr id="9" name="Picture Placeholder 7">
            <a:extLst>
              <a:ext uri="{FF2B5EF4-FFF2-40B4-BE49-F238E27FC236}">
                <a16:creationId xmlns:a16="http://schemas.microsoft.com/office/drawing/2014/main" id="{204E671F-D9D9-594A-940A-6C7E81AC920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8238844" y="3429000"/>
            <a:ext cx="3953156" cy="3429000"/>
          </a:xfrm>
          <a:solidFill>
            <a:schemeClr val="tx1">
              <a:lumMod val="10000"/>
              <a:lumOff val="90000"/>
            </a:schemeClr>
          </a:solid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endParaRPr lang="en-D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F5860BF-AFCE-4846-AF56-1EBB07DCB4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1227" y="584200"/>
            <a:ext cx="7056436" cy="1112923"/>
          </a:xfrm>
        </p:spPr>
        <p:txBody>
          <a:bodyPr/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64413E-EBC3-2946-8AF4-8B0F43EC96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1225" y="1952625"/>
            <a:ext cx="7056437" cy="4032250"/>
          </a:xfrm>
        </p:spPr>
        <p:txBody>
          <a:bodyPr/>
          <a:lstStyle/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DE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CBB7C9B1-10B8-BA46-9905-850547ECAFC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38842" y="3081613"/>
            <a:ext cx="3953157" cy="682625"/>
          </a:xfrm>
          <a:solidFill>
            <a:schemeClr val="accent1">
              <a:alpha val="80000"/>
            </a:schemeClr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  <a:lvl2pPr marL="457200" indent="0" algn="l">
              <a:buNone/>
              <a:defRPr/>
            </a:lvl2pPr>
            <a:lvl3pPr marL="914400" indent="0" algn="l">
              <a:buNone/>
              <a:defRPr/>
            </a:lvl3pPr>
            <a:lvl4pPr marL="1371600" indent="0" algn="l">
              <a:buNone/>
              <a:defRPr/>
            </a:lvl4pPr>
            <a:lvl5pPr marL="1828800" indent="0" algn="l">
              <a:buNone/>
              <a:defRPr/>
            </a:lvl5pPr>
          </a:lstStyle>
          <a:p>
            <a:pPr lvl="0"/>
            <a:r>
              <a:rPr lang="en-GB" dirty="0"/>
              <a:t>Caption (optional)</a:t>
            </a:r>
            <a:endParaRPr lang="en-DE" dirty="0"/>
          </a:p>
        </p:txBody>
      </p:sp>
      <p:sp>
        <p:nvSpPr>
          <p:cNvPr id="15" name="SmartArt Placeholder 14">
            <a:extLst>
              <a:ext uri="{FF2B5EF4-FFF2-40B4-BE49-F238E27FC236}">
                <a16:creationId xmlns:a16="http://schemas.microsoft.com/office/drawing/2014/main" id="{265BA841-2FD6-4445-BECC-50FFAFD168D6}"/>
              </a:ext>
            </a:extLst>
          </p:cNvPr>
          <p:cNvSpPr>
            <a:spLocks noGrp="1"/>
          </p:cNvSpPr>
          <p:nvPr>
            <p:ph type="dgm" sz="quarter" idx="18" hasCustomPrompt="1"/>
          </p:nvPr>
        </p:nvSpPr>
        <p:spPr>
          <a:xfrm flipH="1">
            <a:off x="8238843" y="2398988"/>
            <a:ext cx="3953156" cy="682625"/>
          </a:xfrm>
          <a:prstGeom prst="rtTriangle">
            <a:avLst/>
          </a:prstGeom>
          <a:solidFill>
            <a:schemeClr val="accent1">
              <a:alpha val="80000"/>
            </a:schemeClr>
          </a:solidFill>
        </p:spPr>
        <p:txBody>
          <a:bodyPr anchor="ctr">
            <a:normAutofit/>
          </a:bodyPr>
          <a:lstStyle>
            <a:lvl1pPr marL="0" indent="0">
              <a:buNone/>
              <a:defRPr sz="200"/>
            </a:lvl1pPr>
          </a:lstStyle>
          <a:p>
            <a:r>
              <a:rPr lang="en-DE"/>
              <a:t> </a:t>
            </a:r>
          </a:p>
        </p:txBody>
      </p:sp>
      <p:sp>
        <p:nvSpPr>
          <p:cNvPr id="16" name="SmartArt Placeholder 14">
            <a:extLst>
              <a:ext uri="{FF2B5EF4-FFF2-40B4-BE49-F238E27FC236}">
                <a16:creationId xmlns:a16="http://schemas.microsoft.com/office/drawing/2014/main" id="{CC828BDA-DE6F-BE43-A992-C94EDB771856}"/>
              </a:ext>
            </a:extLst>
          </p:cNvPr>
          <p:cNvSpPr>
            <a:spLocks noGrp="1"/>
          </p:cNvSpPr>
          <p:nvPr>
            <p:ph type="dgm" sz="quarter" idx="19" hasCustomPrompt="1"/>
          </p:nvPr>
        </p:nvSpPr>
        <p:spPr>
          <a:xfrm flipV="1">
            <a:off x="8238843" y="3764238"/>
            <a:ext cx="3953156" cy="682625"/>
          </a:xfrm>
          <a:prstGeom prst="rtTriangle">
            <a:avLst/>
          </a:prstGeom>
          <a:solidFill>
            <a:schemeClr val="accent1">
              <a:alpha val="80000"/>
            </a:schemeClr>
          </a:solidFill>
        </p:spPr>
        <p:txBody>
          <a:bodyPr anchor="ctr">
            <a:normAutofit/>
          </a:bodyPr>
          <a:lstStyle>
            <a:lvl1pPr marL="0" indent="0">
              <a:buNone/>
              <a:defRPr sz="200"/>
            </a:lvl1pPr>
          </a:lstStyle>
          <a:p>
            <a:r>
              <a:rPr lang="en-DE"/>
              <a:t> </a:t>
            </a:r>
          </a:p>
        </p:txBody>
      </p:sp>
      <p:sp>
        <p:nvSpPr>
          <p:cNvPr id="17" name="SmartArt Placeholder 14">
            <a:extLst>
              <a:ext uri="{FF2B5EF4-FFF2-40B4-BE49-F238E27FC236}">
                <a16:creationId xmlns:a16="http://schemas.microsoft.com/office/drawing/2014/main" id="{1CB8AF03-1B49-9B47-BA6F-75E65E0F3B96}"/>
              </a:ext>
            </a:extLst>
          </p:cNvPr>
          <p:cNvSpPr>
            <a:spLocks noGrp="1"/>
          </p:cNvSpPr>
          <p:nvPr>
            <p:ph type="dgm" sz="quarter" idx="20" hasCustomPrompt="1"/>
          </p:nvPr>
        </p:nvSpPr>
        <p:spPr>
          <a:xfrm flipH="1">
            <a:off x="8238843" y="6181449"/>
            <a:ext cx="3953156" cy="682625"/>
          </a:xfrm>
          <a:prstGeom prst="rtTriangle">
            <a:avLst/>
          </a:prstGeom>
          <a:solidFill>
            <a:schemeClr val="accent1">
              <a:alpha val="80000"/>
            </a:schemeClr>
          </a:solidFill>
        </p:spPr>
        <p:txBody>
          <a:bodyPr anchor="ctr">
            <a:normAutofit/>
          </a:bodyPr>
          <a:lstStyle>
            <a:lvl1pPr marL="0" indent="0">
              <a:buNone/>
              <a:defRPr sz="200"/>
            </a:lvl1pPr>
          </a:lstStyle>
          <a:p>
            <a:r>
              <a:rPr lang="en-DE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398302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019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/content/valu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5860BF-AFCE-4846-AF56-1EBB07DCB4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DE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64413E-EBC3-2946-8AF4-8B0F43EC96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1226" y="1952625"/>
            <a:ext cx="5076824" cy="4032250"/>
          </a:xfrm>
        </p:spPr>
        <p:txBody>
          <a:bodyPr/>
          <a:lstStyle/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DE" dirty="0"/>
          </a:p>
        </p:txBody>
      </p:sp>
      <p:sp>
        <p:nvSpPr>
          <p:cNvPr id="9" name="Text Placeholder 21">
            <a:extLst>
              <a:ext uri="{FF2B5EF4-FFF2-40B4-BE49-F238E27FC236}">
                <a16:creationId xmlns:a16="http://schemas.microsoft.com/office/drawing/2014/main" id="{307EBEC0-0803-EE4D-81B2-16634F575890}"/>
              </a:ext>
            </a:extLst>
          </p:cNvPr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6813366" y="2100622"/>
            <a:ext cx="1618536" cy="1618532"/>
          </a:xfrm>
          <a:prstGeom prst="ellipse">
            <a:avLst/>
          </a:prstGeom>
          <a:solidFill>
            <a:schemeClr val="accent1"/>
          </a:solidFill>
        </p:spPr>
        <p:txBody>
          <a:bodyPr wrap="square" lIns="36000" tIns="36000" rIns="36000" bIns="36000" anchor="ctr">
            <a:normAutofit/>
          </a:bodyPr>
          <a:lstStyle>
            <a:lvl1pPr marL="0" indent="0" algn="ctr">
              <a:buNone/>
              <a:defRPr sz="3600" b="1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GB" dirty="0"/>
              <a:t>123</a:t>
            </a:r>
            <a:endParaRPr lang="en-DE" dirty="0"/>
          </a:p>
        </p:txBody>
      </p:sp>
      <p:sp>
        <p:nvSpPr>
          <p:cNvPr id="12" name="Text Placeholder 13">
            <a:extLst>
              <a:ext uri="{FF2B5EF4-FFF2-40B4-BE49-F238E27FC236}">
                <a16:creationId xmlns:a16="http://schemas.microsoft.com/office/drawing/2014/main" id="{59833C48-330C-D245-AC2A-E07A8D345C8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 flipH="1">
            <a:off x="6602972" y="3951847"/>
            <a:ext cx="2039322" cy="670954"/>
          </a:xfrm>
          <a:noFill/>
        </p:spPr>
        <p:txBody>
          <a:bodyPr anchor="t" anchorCtr="0">
            <a:normAutofit/>
          </a:bodyPr>
          <a:lstStyle>
            <a:lvl1pPr marL="0" indent="0" algn="ctr">
              <a:buNone/>
              <a:defRPr sz="1400">
                <a:solidFill>
                  <a:schemeClr val="tx1"/>
                </a:solidFill>
              </a:defRPr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</a:lstStyle>
          <a:p>
            <a:pPr lvl="0"/>
            <a:r>
              <a:rPr lang="en-GB" dirty="0"/>
              <a:t>Description (optional)</a:t>
            </a:r>
            <a:endParaRPr lang="en-DE" dirty="0"/>
          </a:p>
        </p:txBody>
      </p:sp>
      <p:sp>
        <p:nvSpPr>
          <p:cNvPr id="14" name="Text Placeholder 21">
            <a:extLst>
              <a:ext uri="{FF2B5EF4-FFF2-40B4-BE49-F238E27FC236}">
                <a16:creationId xmlns:a16="http://schemas.microsoft.com/office/drawing/2014/main" id="{3E493300-3FD5-414B-B95F-183C5987036A}"/>
              </a:ext>
            </a:extLst>
          </p:cNvPr>
          <p:cNvSpPr>
            <a:spLocks noGrp="1" noChangeAspect="1"/>
          </p:cNvSpPr>
          <p:nvPr>
            <p:ph type="body" sz="quarter" idx="25" hasCustomPrompt="1"/>
          </p:nvPr>
        </p:nvSpPr>
        <p:spPr>
          <a:xfrm>
            <a:off x="8982031" y="2100622"/>
            <a:ext cx="1618536" cy="1618532"/>
          </a:xfrm>
          <a:prstGeom prst="ellipse">
            <a:avLst/>
          </a:prstGeom>
          <a:solidFill>
            <a:schemeClr val="accent1"/>
          </a:solidFill>
        </p:spPr>
        <p:txBody>
          <a:bodyPr wrap="square" lIns="36000" tIns="36000" rIns="36000" bIns="36000" anchor="ctr">
            <a:normAutofit/>
          </a:bodyPr>
          <a:lstStyle>
            <a:lvl1pPr marL="0" indent="0" algn="ctr">
              <a:buNone/>
              <a:defRPr sz="3600" b="1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GB" dirty="0"/>
              <a:t>123</a:t>
            </a:r>
            <a:endParaRPr lang="en-DE" dirty="0"/>
          </a:p>
        </p:txBody>
      </p:sp>
      <p:sp>
        <p:nvSpPr>
          <p:cNvPr id="15" name="Text Placeholder 13">
            <a:extLst>
              <a:ext uri="{FF2B5EF4-FFF2-40B4-BE49-F238E27FC236}">
                <a16:creationId xmlns:a16="http://schemas.microsoft.com/office/drawing/2014/main" id="{CDAEDAA6-81F9-5E4C-BB47-C3254CCBDF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 flipH="1">
            <a:off x="8771637" y="3951847"/>
            <a:ext cx="2039322" cy="670954"/>
          </a:xfrm>
          <a:noFill/>
        </p:spPr>
        <p:txBody>
          <a:bodyPr anchor="t" anchorCtr="0">
            <a:normAutofit/>
          </a:bodyPr>
          <a:lstStyle>
            <a:lvl1pPr marL="0" indent="0" algn="ctr">
              <a:buNone/>
              <a:defRPr sz="1400">
                <a:solidFill>
                  <a:schemeClr val="tx1"/>
                </a:solidFill>
              </a:defRPr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</a:lstStyle>
          <a:p>
            <a:pPr lvl="0"/>
            <a:r>
              <a:rPr lang="en-GB" dirty="0"/>
              <a:t>Description (optional)</a:t>
            </a:r>
            <a:endParaRPr lang="en-DE" dirty="0"/>
          </a:p>
        </p:txBody>
      </p:sp>
    </p:spTree>
    <p:extLst>
      <p:ext uri="{BB962C8B-B14F-4D97-AF65-F5344CB8AC3E}">
        <p14:creationId xmlns:p14="http://schemas.microsoft.com/office/powerpoint/2010/main" val="205034651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/picture/4 valu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5860BF-AFCE-4846-AF56-1EBB07DCB4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DE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64413E-EBC3-2946-8AF4-8B0F43EC96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52625"/>
            <a:ext cx="5076824" cy="1744164"/>
          </a:xfrm>
        </p:spPr>
        <p:txBody>
          <a:bodyPr/>
          <a:lstStyle/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DE" dirty="0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158A5DFB-EE1D-CF4F-A21D-DECB6EE73CB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19175" y="2024062"/>
            <a:ext cx="4000543" cy="3060461"/>
          </a:xfrm>
          <a:solidFill>
            <a:schemeClr val="tx1">
              <a:lumMod val="10000"/>
              <a:lumOff val="90000"/>
            </a:schemeClr>
          </a:solid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endParaRPr lang="en-DE"/>
          </a:p>
        </p:txBody>
      </p:sp>
      <p:sp>
        <p:nvSpPr>
          <p:cNvPr id="9" name="Text Placeholder 21">
            <a:extLst>
              <a:ext uri="{FF2B5EF4-FFF2-40B4-BE49-F238E27FC236}">
                <a16:creationId xmlns:a16="http://schemas.microsoft.com/office/drawing/2014/main" id="{30F98D64-5930-344F-84FF-78C006B39CB8}"/>
              </a:ext>
            </a:extLst>
          </p:cNvPr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6203950" y="4046299"/>
            <a:ext cx="1038225" cy="1038225"/>
          </a:xfrm>
          <a:prstGeom prst="ellipse">
            <a:avLst/>
          </a:prstGeom>
          <a:solidFill>
            <a:schemeClr val="accent1"/>
          </a:solidFill>
        </p:spPr>
        <p:txBody>
          <a:bodyPr wrap="square" lIns="36000" tIns="36000" rIns="36000" bIns="36000" anchor="ctr">
            <a:noAutofit/>
          </a:bodyPr>
          <a:lstStyle>
            <a:lvl1pPr marL="0" indent="0" algn="ctr">
              <a:buNone/>
              <a:defRPr sz="2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GB" dirty="0"/>
              <a:t>123</a:t>
            </a:r>
            <a:endParaRPr lang="en-DE" dirty="0"/>
          </a:p>
        </p:txBody>
      </p:sp>
      <p:sp>
        <p:nvSpPr>
          <p:cNvPr id="11" name="Text Placeholder 21">
            <a:extLst>
              <a:ext uri="{FF2B5EF4-FFF2-40B4-BE49-F238E27FC236}">
                <a16:creationId xmlns:a16="http://schemas.microsoft.com/office/drawing/2014/main" id="{2AFCBF2F-FC72-A143-ACF0-35CA9B72933F}"/>
              </a:ext>
            </a:extLst>
          </p:cNvPr>
          <p:cNvSpPr>
            <a:spLocks noGrp="1" noChangeAspect="1"/>
          </p:cNvSpPr>
          <p:nvPr>
            <p:ph type="body" sz="quarter" idx="20" hasCustomPrompt="1"/>
          </p:nvPr>
        </p:nvSpPr>
        <p:spPr>
          <a:xfrm>
            <a:off x="7514167" y="4046299"/>
            <a:ext cx="1038225" cy="1038225"/>
          </a:xfrm>
          <a:prstGeom prst="ellipse">
            <a:avLst/>
          </a:prstGeom>
          <a:solidFill>
            <a:schemeClr val="accent1"/>
          </a:solidFill>
        </p:spPr>
        <p:txBody>
          <a:bodyPr wrap="square" lIns="36000" tIns="36000" rIns="36000" bIns="36000" anchor="ctr">
            <a:noAutofit/>
          </a:bodyPr>
          <a:lstStyle>
            <a:lvl1pPr marL="0" indent="0" algn="ctr">
              <a:buNone/>
              <a:defRPr sz="2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GB" dirty="0"/>
              <a:t>123</a:t>
            </a:r>
            <a:endParaRPr lang="en-DE" dirty="0"/>
          </a:p>
        </p:txBody>
      </p:sp>
      <p:sp>
        <p:nvSpPr>
          <p:cNvPr id="12" name="Text Placeholder 21">
            <a:extLst>
              <a:ext uri="{FF2B5EF4-FFF2-40B4-BE49-F238E27FC236}">
                <a16:creationId xmlns:a16="http://schemas.microsoft.com/office/drawing/2014/main" id="{37FA0290-669B-F141-B697-26A1440A31E8}"/>
              </a:ext>
            </a:extLst>
          </p:cNvPr>
          <p:cNvSpPr>
            <a:spLocks noGrp="1" noChangeAspect="1"/>
          </p:cNvSpPr>
          <p:nvPr>
            <p:ph type="body" sz="quarter" idx="21" hasCustomPrompt="1"/>
          </p:nvPr>
        </p:nvSpPr>
        <p:spPr>
          <a:xfrm>
            <a:off x="8824384" y="4046299"/>
            <a:ext cx="1038225" cy="1038225"/>
          </a:xfrm>
          <a:prstGeom prst="ellipse">
            <a:avLst/>
          </a:prstGeom>
          <a:solidFill>
            <a:schemeClr val="accent1"/>
          </a:solidFill>
        </p:spPr>
        <p:txBody>
          <a:bodyPr wrap="square" lIns="36000" tIns="36000" rIns="36000" bIns="36000" anchor="ctr">
            <a:noAutofit/>
          </a:bodyPr>
          <a:lstStyle>
            <a:lvl1pPr marL="0" indent="0" algn="ctr">
              <a:buNone/>
              <a:defRPr sz="2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GB" dirty="0"/>
              <a:t>123</a:t>
            </a:r>
            <a:endParaRPr lang="en-DE" dirty="0"/>
          </a:p>
        </p:txBody>
      </p:sp>
      <p:sp>
        <p:nvSpPr>
          <p:cNvPr id="13" name="Text Placeholder 21">
            <a:extLst>
              <a:ext uri="{FF2B5EF4-FFF2-40B4-BE49-F238E27FC236}">
                <a16:creationId xmlns:a16="http://schemas.microsoft.com/office/drawing/2014/main" id="{22C2156D-DD6F-8041-A4BC-73D541EC60A5}"/>
              </a:ext>
            </a:extLst>
          </p:cNvPr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10134600" y="4046299"/>
            <a:ext cx="1038225" cy="1038225"/>
          </a:xfrm>
          <a:prstGeom prst="ellipse">
            <a:avLst/>
          </a:prstGeom>
          <a:solidFill>
            <a:schemeClr val="accent1"/>
          </a:solidFill>
        </p:spPr>
        <p:txBody>
          <a:bodyPr wrap="square" lIns="36000" tIns="36000" rIns="36000" bIns="36000" anchor="ctr">
            <a:noAutofit/>
          </a:bodyPr>
          <a:lstStyle>
            <a:lvl1pPr marL="0" indent="0" algn="ctr">
              <a:buNone/>
              <a:defRPr sz="2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GB" dirty="0"/>
              <a:t>123</a:t>
            </a:r>
            <a:endParaRPr lang="en-DE" dirty="0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01EC48FA-AA26-F74C-8F46-88B26B00C09C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019175" y="4413569"/>
            <a:ext cx="4000500" cy="670954"/>
          </a:xfrm>
          <a:solidFill>
            <a:schemeClr val="accent1">
              <a:alpha val="50000"/>
            </a:schemeClr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400">
                <a:solidFill>
                  <a:schemeClr val="bg1"/>
                </a:solidFill>
              </a:defRPr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</a:lstStyle>
          <a:p>
            <a:pPr lvl="0"/>
            <a:r>
              <a:rPr lang="en-GB" dirty="0"/>
              <a:t>Caption (optional)</a:t>
            </a:r>
            <a:endParaRPr lang="en-DE" dirty="0"/>
          </a:p>
        </p:txBody>
      </p:sp>
      <p:sp>
        <p:nvSpPr>
          <p:cNvPr id="15" name="Text Placeholder 13">
            <a:extLst>
              <a:ext uri="{FF2B5EF4-FFF2-40B4-BE49-F238E27FC236}">
                <a16:creationId xmlns:a16="http://schemas.microsoft.com/office/drawing/2014/main" id="{DE34FDFE-3D85-B64C-A7F9-289CCEFAABAE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 flipH="1">
            <a:off x="6096000" y="5247048"/>
            <a:ext cx="1254124" cy="670954"/>
          </a:xfrm>
          <a:noFill/>
        </p:spPr>
        <p:txBody>
          <a:bodyPr anchor="t" anchorCtr="0">
            <a:normAutofit/>
          </a:bodyPr>
          <a:lstStyle>
            <a:lvl1pPr marL="0" indent="0" algn="ctr">
              <a:buNone/>
              <a:defRPr sz="1400">
                <a:solidFill>
                  <a:schemeClr val="tx1"/>
                </a:solidFill>
              </a:defRPr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</a:lstStyle>
          <a:p>
            <a:pPr lvl="0"/>
            <a:r>
              <a:rPr lang="en-GB" dirty="0"/>
              <a:t>Description (optional)</a:t>
            </a:r>
            <a:endParaRPr lang="en-DE" dirty="0"/>
          </a:p>
        </p:txBody>
      </p:sp>
      <p:sp>
        <p:nvSpPr>
          <p:cNvPr id="16" name="Text Placeholder 13">
            <a:extLst>
              <a:ext uri="{FF2B5EF4-FFF2-40B4-BE49-F238E27FC236}">
                <a16:creationId xmlns:a16="http://schemas.microsoft.com/office/drawing/2014/main" id="{42733BC4-4EAE-494D-941B-95BF30666EC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 flipH="1">
            <a:off x="7406217" y="5247048"/>
            <a:ext cx="1254124" cy="670954"/>
          </a:xfrm>
          <a:noFill/>
        </p:spPr>
        <p:txBody>
          <a:bodyPr anchor="t" anchorCtr="0">
            <a:normAutofit/>
          </a:bodyPr>
          <a:lstStyle>
            <a:lvl1pPr marL="0" indent="0" algn="ctr">
              <a:buNone/>
              <a:defRPr sz="1400">
                <a:solidFill>
                  <a:schemeClr val="tx1"/>
                </a:solidFill>
              </a:defRPr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</a:lstStyle>
          <a:p>
            <a:pPr lvl="0"/>
            <a:r>
              <a:rPr lang="en-GB" dirty="0"/>
              <a:t>Description (optional)</a:t>
            </a:r>
            <a:endParaRPr lang="en-DE" dirty="0"/>
          </a:p>
        </p:txBody>
      </p:sp>
      <p:sp>
        <p:nvSpPr>
          <p:cNvPr id="17" name="Text Placeholder 13">
            <a:extLst>
              <a:ext uri="{FF2B5EF4-FFF2-40B4-BE49-F238E27FC236}">
                <a16:creationId xmlns:a16="http://schemas.microsoft.com/office/drawing/2014/main" id="{83691B8E-CAEC-DC48-8A33-368517DB01D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 flipH="1">
            <a:off x="8716434" y="5247048"/>
            <a:ext cx="1254124" cy="670954"/>
          </a:xfrm>
          <a:noFill/>
        </p:spPr>
        <p:txBody>
          <a:bodyPr anchor="t" anchorCtr="0">
            <a:normAutofit/>
          </a:bodyPr>
          <a:lstStyle>
            <a:lvl1pPr marL="0" indent="0" algn="ctr">
              <a:buNone/>
              <a:defRPr sz="1400">
                <a:solidFill>
                  <a:schemeClr val="tx1"/>
                </a:solidFill>
              </a:defRPr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</a:lstStyle>
          <a:p>
            <a:pPr lvl="0"/>
            <a:r>
              <a:rPr lang="en-GB" dirty="0"/>
              <a:t>Description (optional)</a:t>
            </a:r>
            <a:endParaRPr lang="en-DE" dirty="0"/>
          </a:p>
        </p:txBody>
      </p:sp>
      <p:sp>
        <p:nvSpPr>
          <p:cNvPr id="18" name="Text Placeholder 13">
            <a:extLst>
              <a:ext uri="{FF2B5EF4-FFF2-40B4-BE49-F238E27FC236}">
                <a16:creationId xmlns:a16="http://schemas.microsoft.com/office/drawing/2014/main" id="{37823968-4577-7A4A-A066-C3065A84E5DF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 flipH="1">
            <a:off x="10026651" y="5247048"/>
            <a:ext cx="1254124" cy="670954"/>
          </a:xfrm>
          <a:noFill/>
        </p:spPr>
        <p:txBody>
          <a:bodyPr anchor="t" anchorCtr="0">
            <a:normAutofit/>
          </a:bodyPr>
          <a:lstStyle>
            <a:lvl1pPr marL="0" indent="0" algn="ctr">
              <a:buNone/>
              <a:defRPr sz="1400">
                <a:solidFill>
                  <a:schemeClr val="tx1"/>
                </a:solidFill>
              </a:defRPr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</a:lstStyle>
          <a:p>
            <a:pPr lvl="0"/>
            <a:r>
              <a:rPr lang="en-GB" dirty="0"/>
              <a:t>Description (optional)</a:t>
            </a:r>
            <a:endParaRPr lang="en-DE" dirty="0"/>
          </a:p>
        </p:txBody>
      </p:sp>
    </p:spTree>
    <p:extLst>
      <p:ext uri="{BB962C8B-B14F-4D97-AF65-F5344CB8AC3E}">
        <p14:creationId xmlns:p14="http://schemas.microsoft.com/office/powerpoint/2010/main" val="15633578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itle/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E18D19-3F8B-3E4E-B173-BEDB6EA9E9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6D71EEF-21EE-5742-8475-9B7961F087F9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911225" y="1952625"/>
            <a:ext cx="5076825" cy="4032250"/>
          </a:xfrm>
        </p:spPr>
        <p:txBody>
          <a:bodyPr/>
          <a:lstStyle/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DE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1366D9D-56D6-EF44-A85D-13A16BC09FC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0" y="1952625"/>
            <a:ext cx="5076826" cy="4032250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2760802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/headlines/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E18D19-3F8B-3E4E-B173-BEDB6EA9E9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6D71EEF-21EE-5742-8475-9B7961F087F9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911225" y="2492375"/>
            <a:ext cx="5076825" cy="3492500"/>
          </a:xfrm>
        </p:spPr>
        <p:txBody>
          <a:bodyPr/>
          <a:lstStyle/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DE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1366D9D-56D6-EF44-A85D-13A16BC09FC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0" y="2492375"/>
            <a:ext cx="5076826" cy="3492500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DE"/>
          </a:p>
        </p:txBody>
      </p:sp>
      <p:sp>
        <p:nvSpPr>
          <p:cNvPr id="5" name="SmartArt Placeholder 17">
            <a:extLst>
              <a:ext uri="{FF2B5EF4-FFF2-40B4-BE49-F238E27FC236}">
                <a16:creationId xmlns:a16="http://schemas.microsoft.com/office/drawing/2014/main" id="{F194C263-9C70-7F49-A7C8-A597B078A844}"/>
              </a:ext>
            </a:extLst>
          </p:cNvPr>
          <p:cNvSpPr>
            <a:spLocks noGrp="1"/>
          </p:cNvSpPr>
          <p:nvPr>
            <p:ph type="dgm" sz="quarter" idx="17" hasCustomPrompt="1"/>
          </p:nvPr>
        </p:nvSpPr>
        <p:spPr>
          <a:xfrm>
            <a:off x="911225" y="2307357"/>
            <a:ext cx="5076825" cy="39600"/>
          </a:xfrm>
          <a:solidFill>
            <a:schemeClr val="accent1"/>
          </a:solidFill>
        </p:spPr>
        <p:txBody>
          <a:bodyPr>
            <a:noAutofit/>
          </a:bodyPr>
          <a:lstStyle>
            <a:lvl1pPr marL="0" indent="0">
              <a:buNone/>
              <a:defRPr sz="200"/>
            </a:lvl1pPr>
          </a:lstStyle>
          <a:p>
            <a:r>
              <a:rPr lang="en-DE"/>
              <a:t> 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01E5763-E50F-9346-AC2A-381FF59DA18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11225" y="1952625"/>
            <a:ext cx="5076825" cy="354013"/>
          </a:xfrm>
        </p:spPr>
        <p:txBody>
          <a:bodyPr/>
          <a:lstStyle>
            <a:lvl1pPr marL="0" indent="0">
              <a:buFontTx/>
              <a:buNone/>
              <a:defRPr b="1">
                <a:solidFill>
                  <a:schemeClr val="tx1"/>
                </a:solidFill>
                <a:latin typeface="+mj-lt"/>
              </a:defRPr>
            </a:lvl1pPr>
            <a:lvl2pPr marL="457200" indent="0">
              <a:buFontTx/>
              <a:buNone/>
              <a:defRPr b="1">
                <a:solidFill>
                  <a:schemeClr val="tx1"/>
                </a:solidFill>
                <a:latin typeface="+mj-lt"/>
              </a:defRPr>
            </a:lvl2pPr>
            <a:lvl3pPr marL="914400" indent="0">
              <a:buFontTx/>
              <a:buNone/>
              <a:defRPr b="1">
                <a:solidFill>
                  <a:schemeClr val="tx1"/>
                </a:solidFill>
                <a:latin typeface="+mj-lt"/>
              </a:defRPr>
            </a:lvl3pPr>
            <a:lvl4pPr marL="1371600" indent="0">
              <a:buFontTx/>
              <a:buNone/>
              <a:defRPr b="1">
                <a:solidFill>
                  <a:schemeClr val="tx1"/>
                </a:solidFill>
                <a:latin typeface="+mj-lt"/>
              </a:defRPr>
            </a:lvl4pPr>
            <a:lvl5pPr marL="1828800" indent="0">
              <a:buFontTx/>
              <a:buNone/>
              <a:defRPr b="1">
                <a:solidFill>
                  <a:schemeClr val="tx1"/>
                </a:solidFill>
                <a:latin typeface="+mj-lt"/>
              </a:defRPr>
            </a:lvl5pPr>
          </a:lstStyle>
          <a:p>
            <a:pPr lvl="0"/>
            <a:r>
              <a:rPr lang="en-US" dirty="0"/>
              <a:t>Headline</a:t>
            </a:r>
            <a:endParaRPr lang="en-GB" dirty="0"/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DAA3084-3AF7-294F-AE51-2478031B9E9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1952625"/>
            <a:ext cx="5076825" cy="354013"/>
          </a:xfrm>
        </p:spPr>
        <p:txBody>
          <a:bodyPr/>
          <a:lstStyle>
            <a:lvl1pPr marL="0" indent="0">
              <a:buFontTx/>
              <a:buNone/>
              <a:defRPr b="1">
                <a:solidFill>
                  <a:schemeClr val="tx1"/>
                </a:solidFill>
                <a:latin typeface="+mj-lt"/>
              </a:defRPr>
            </a:lvl1pPr>
            <a:lvl2pPr marL="457200" indent="0">
              <a:buFontTx/>
              <a:buNone/>
              <a:defRPr b="1">
                <a:solidFill>
                  <a:schemeClr val="tx1"/>
                </a:solidFill>
                <a:latin typeface="+mj-lt"/>
              </a:defRPr>
            </a:lvl2pPr>
            <a:lvl3pPr marL="914400" indent="0">
              <a:buFontTx/>
              <a:buNone/>
              <a:defRPr b="1">
                <a:solidFill>
                  <a:schemeClr val="tx1"/>
                </a:solidFill>
                <a:latin typeface="+mj-lt"/>
              </a:defRPr>
            </a:lvl3pPr>
            <a:lvl4pPr marL="1371600" indent="0">
              <a:buFontTx/>
              <a:buNone/>
              <a:defRPr b="1">
                <a:solidFill>
                  <a:schemeClr val="tx1"/>
                </a:solidFill>
                <a:latin typeface="+mj-lt"/>
              </a:defRPr>
            </a:lvl4pPr>
            <a:lvl5pPr marL="1828800" indent="0">
              <a:buFontTx/>
              <a:buNone/>
              <a:defRPr b="1">
                <a:solidFill>
                  <a:schemeClr val="tx1"/>
                </a:solidFill>
                <a:latin typeface="+mj-lt"/>
              </a:defRPr>
            </a:lvl5pPr>
          </a:lstStyle>
          <a:p>
            <a:pPr lvl="0"/>
            <a:r>
              <a:rPr lang="en-US" dirty="0"/>
              <a:t>Headline</a:t>
            </a:r>
            <a:endParaRPr lang="en-GB" dirty="0"/>
          </a:p>
        </p:txBody>
      </p:sp>
      <p:sp>
        <p:nvSpPr>
          <p:cNvPr id="11" name="SmartArt Placeholder 17">
            <a:extLst>
              <a:ext uri="{FF2B5EF4-FFF2-40B4-BE49-F238E27FC236}">
                <a16:creationId xmlns:a16="http://schemas.microsoft.com/office/drawing/2014/main" id="{20AE4268-16B0-E041-9491-0C82E8E6747C}"/>
              </a:ext>
            </a:extLst>
          </p:cNvPr>
          <p:cNvSpPr>
            <a:spLocks noGrp="1"/>
          </p:cNvSpPr>
          <p:nvPr>
            <p:ph type="dgm" sz="quarter" idx="22" hasCustomPrompt="1"/>
          </p:nvPr>
        </p:nvSpPr>
        <p:spPr>
          <a:xfrm>
            <a:off x="6096001" y="2307357"/>
            <a:ext cx="5076825" cy="39600"/>
          </a:xfrm>
          <a:solidFill>
            <a:schemeClr val="accent1"/>
          </a:solidFill>
        </p:spPr>
        <p:txBody>
          <a:bodyPr>
            <a:noAutofit/>
          </a:bodyPr>
          <a:lstStyle>
            <a:lvl1pPr marL="0" indent="0">
              <a:buNone/>
              <a:defRPr sz="200"/>
            </a:lvl1pPr>
          </a:lstStyle>
          <a:p>
            <a:r>
              <a:rPr lang="en-DE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99013931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/4 sec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FDCA5A6-744D-914D-B8EA-C25298CE8C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DE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28EEB02-0CB3-404B-991F-B6AF08C2674D}"/>
              </a:ext>
            </a:extLst>
          </p:cNvPr>
          <p:cNvSpPr>
            <a:spLocks noGrp="1" noChangeAspect="1"/>
          </p:cNvSpPr>
          <p:nvPr>
            <p:ph sz="quarter" idx="13"/>
          </p:nvPr>
        </p:nvSpPr>
        <p:spPr>
          <a:xfrm>
            <a:off x="1019175" y="2492374"/>
            <a:ext cx="2376487" cy="1782366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endParaRPr lang="en-DE" dirty="0"/>
          </a:p>
        </p:txBody>
      </p:sp>
      <p:sp>
        <p:nvSpPr>
          <p:cNvPr id="11" name="Content Placeholder 6">
            <a:extLst>
              <a:ext uri="{FF2B5EF4-FFF2-40B4-BE49-F238E27FC236}">
                <a16:creationId xmlns:a16="http://schemas.microsoft.com/office/drawing/2014/main" id="{24FC673D-D5D8-3B40-AD5D-A42AD8AE73CC}"/>
              </a:ext>
            </a:extLst>
          </p:cNvPr>
          <p:cNvSpPr>
            <a:spLocks noGrp="1" noChangeAspect="1"/>
          </p:cNvSpPr>
          <p:nvPr>
            <p:ph sz="quarter" idx="14"/>
          </p:nvPr>
        </p:nvSpPr>
        <p:spPr>
          <a:xfrm>
            <a:off x="3611563" y="2492375"/>
            <a:ext cx="2376487" cy="1782366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endParaRPr lang="en-DE" dirty="0"/>
          </a:p>
        </p:txBody>
      </p:sp>
      <p:sp>
        <p:nvSpPr>
          <p:cNvPr id="15" name="Content Placeholder 6">
            <a:extLst>
              <a:ext uri="{FF2B5EF4-FFF2-40B4-BE49-F238E27FC236}">
                <a16:creationId xmlns:a16="http://schemas.microsoft.com/office/drawing/2014/main" id="{21388D5D-6628-9D42-A81E-C8DD92A43280}"/>
              </a:ext>
            </a:extLst>
          </p:cNvPr>
          <p:cNvSpPr>
            <a:spLocks noGrp="1" noChangeAspect="1"/>
          </p:cNvSpPr>
          <p:nvPr>
            <p:ph sz="quarter" idx="15"/>
          </p:nvPr>
        </p:nvSpPr>
        <p:spPr>
          <a:xfrm>
            <a:off x="6203950" y="2492374"/>
            <a:ext cx="2376487" cy="1782366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endParaRPr lang="en-DE" dirty="0"/>
          </a:p>
        </p:txBody>
      </p:sp>
      <p:sp>
        <p:nvSpPr>
          <p:cNvPr id="16" name="Content Placeholder 6">
            <a:extLst>
              <a:ext uri="{FF2B5EF4-FFF2-40B4-BE49-F238E27FC236}">
                <a16:creationId xmlns:a16="http://schemas.microsoft.com/office/drawing/2014/main" id="{9D3F3654-5F33-6B45-9448-F3D0CC68F4D8}"/>
              </a:ext>
            </a:extLst>
          </p:cNvPr>
          <p:cNvSpPr>
            <a:spLocks noGrp="1" noChangeAspect="1"/>
          </p:cNvSpPr>
          <p:nvPr>
            <p:ph sz="quarter" idx="16"/>
          </p:nvPr>
        </p:nvSpPr>
        <p:spPr>
          <a:xfrm>
            <a:off x="8796338" y="2492375"/>
            <a:ext cx="2376487" cy="1782366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endParaRPr lang="en-DE" dirty="0"/>
          </a:p>
        </p:txBody>
      </p:sp>
      <p:sp>
        <p:nvSpPr>
          <p:cNvPr id="18" name="SmartArt Placeholder 17">
            <a:extLst>
              <a:ext uri="{FF2B5EF4-FFF2-40B4-BE49-F238E27FC236}">
                <a16:creationId xmlns:a16="http://schemas.microsoft.com/office/drawing/2014/main" id="{37A52C47-D7D1-AE41-9556-0FE81DF27C26}"/>
              </a:ext>
            </a:extLst>
          </p:cNvPr>
          <p:cNvSpPr>
            <a:spLocks noGrp="1"/>
          </p:cNvSpPr>
          <p:nvPr>
            <p:ph type="dgm" sz="quarter" idx="17" hasCustomPrompt="1"/>
          </p:nvPr>
        </p:nvSpPr>
        <p:spPr>
          <a:xfrm>
            <a:off x="1019175" y="4709160"/>
            <a:ext cx="2376487" cy="39600"/>
          </a:xfrm>
          <a:solidFill>
            <a:schemeClr val="accent1"/>
          </a:solidFill>
        </p:spPr>
        <p:txBody>
          <a:bodyPr>
            <a:noAutofit/>
          </a:bodyPr>
          <a:lstStyle>
            <a:lvl1pPr marL="0" indent="0">
              <a:buNone/>
              <a:defRPr sz="200"/>
            </a:lvl1pPr>
          </a:lstStyle>
          <a:p>
            <a:r>
              <a:rPr lang="en-DE"/>
              <a:t> </a:t>
            </a:r>
          </a:p>
        </p:txBody>
      </p:sp>
      <p:sp>
        <p:nvSpPr>
          <p:cNvPr id="20" name="Text Placeholder 17">
            <a:extLst>
              <a:ext uri="{FF2B5EF4-FFF2-40B4-BE49-F238E27FC236}">
                <a16:creationId xmlns:a16="http://schemas.microsoft.com/office/drawing/2014/main" id="{D2F73DCD-7EF3-AE4F-B793-9DD0EB340356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019175" y="4480560"/>
            <a:ext cx="2376487" cy="228600"/>
          </a:xfrm>
        </p:spPr>
        <p:txBody>
          <a:bodyPr wrap="square" lIns="0" tIns="0" rIns="0" bIns="0" anchor="t" anchorCtr="0">
            <a:normAutofit/>
          </a:bodyPr>
          <a:lstStyle>
            <a:lvl1pPr marL="0" indent="0" algn="l">
              <a:buNone/>
              <a:defRPr sz="1200" b="1">
                <a:latin typeface="+mj-lt"/>
              </a:defRPr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Name</a:t>
            </a:r>
          </a:p>
        </p:txBody>
      </p:sp>
      <p:sp>
        <p:nvSpPr>
          <p:cNvPr id="23" name="SmartArt Placeholder 17">
            <a:extLst>
              <a:ext uri="{FF2B5EF4-FFF2-40B4-BE49-F238E27FC236}">
                <a16:creationId xmlns:a16="http://schemas.microsoft.com/office/drawing/2014/main" id="{4E389B1F-6A07-164E-9B8E-9C58FF23015D}"/>
              </a:ext>
            </a:extLst>
          </p:cNvPr>
          <p:cNvSpPr>
            <a:spLocks noGrp="1"/>
          </p:cNvSpPr>
          <p:nvPr>
            <p:ph type="dgm" sz="quarter" idx="20" hasCustomPrompt="1"/>
          </p:nvPr>
        </p:nvSpPr>
        <p:spPr>
          <a:xfrm>
            <a:off x="3611563" y="4709160"/>
            <a:ext cx="2376487" cy="39600"/>
          </a:xfrm>
          <a:solidFill>
            <a:schemeClr val="accent1"/>
          </a:solidFill>
        </p:spPr>
        <p:txBody>
          <a:bodyPr>
            <a:noAutofit/>
          </a:bodyPr>
          <a:lstStyle>
            <a:lvl1pPr marL="0" indent="0">
              <a:buNone/>
              <a:defRPr sz="200"/>
            </a:lvl1pPr>
          </a:lstStyle>
          <a:p>
            <a:r>
              <a:rPr lang="en-DE"/>
              <a:t> </a:t>
            </a:r>
          </a:p>
        </p:txBody>
      </p:sp>
      <p:sp>
        <p:nvSpPr>
          <p:cNvPr id="24" name="Text Placeholder 17">
            <a:extLst>
              <a:ext uri="{FF2B5EF4-FFF2-40B4-BE49-F238E27FC236}">
                <a16:creationId xmlns:a16="http://schemas.microsoft.com/office/drawing/2014/main" id="{E9BC501D-1A3F-2440-93BD-0745F044D50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611563" y="4480560"/>
            <a:ext cx="2376487" cy="228600"/>
          </a:xfrm>
        </p:spPr>
        <p:txBody>
          <a:bodyPr wrap="square" lIns="0" tIns="0" rIns="0" bIns="0" anchor="t" anchorCtr="0">
            <a:normAutofit/>
          </a:bodyPr>
          <a:lstStyle>
            <a:lvl1pPr marL="0" indent="0" algn="l">
              <a:buNone/>
              <a:defRPr sz="1200" b="1">
                <a:latin typeface="+mj-lt"/>
              </a:defRPr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Name</a:t>
            </a:r>
          </a:p>
        </p:txBody>
      </p:sp>
      <p:sp>
        <p:nvSpPr>
          <p:cNvPr id="25" name="SmartArt Placeholder 17">
            <a:extLst>
              <a:ext uri="{FF2B5EF4-FFF2-40B4-BE49-F238E27FC236}">
                <a16:creationId xmlns:a16="http://schemas.microsoft.com/office/drawing/2014/main" id="{A67E5452-8B95-B148-B666-C38FE9B4A427}"/>
              </a:ext>
            </a:extLst>
          </p:cNvPr>
          <p:cNvSpPr>
            <a:spLocks noGrp="1"/>
          </p:cNvSpPr>
          <p:nvPr>
            <p:ph type="dgm" sz="quarter" idx="22" hasCustomPrompt="1"/>
          </p:nvPr>
        </p:nvSpPr>
        <p:spPr>
          <a:xfrm>
            <a:off x="6203950" y="4709160"/>
            <a:ext cx="2376487" cy="39600"/>
          </a:xfrm>
          <a:solidFill>
            <a:schemeClr val="accent1"/>
          </a:solidFill>
        </p:spPr>
        <p:txBody>
          <a:bodyPr>
            <a:noAutofit/>
          </a:bodyPr>
          <a:lstStyle>
            <a:lvl1pPr marL="0" indent="0">
              <a:buNone/>
              <a:defRPr sz="200"/>
            </a:lvl1pPr>
          </a:lstStyle>
          <a:p>
            <a:r>
              <a:rPr lang="en-DE"/>
              <a:t> </a:t>
            </a:r>
          </a:p>
        </p:txBody>
      </p:sp>
      <p:sp>
        <p:nvSpPr>
          <p:cNvPr id="26" name="Text Placeholder 17">
            <a:extLst>
              <a:ext uri="{FF2B5EF4-FFF2-40B4-BE49-F238E27FC236}">
                <a16:creationId xmlns:a16="http://schemas.microsoft.com/office/drawing/2014/main" id="{00643348-7E5F-A144-94E7-5AF2A7F6250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203950" y="4480560"/>
            <a:ext cx="2376487" cy="228600"/>
          </a:xfrm>
        </p:spPr>
        <p:txBody>
          <a:bodyPr wrap="square" lIns="0" tIns="0" rIns="0" bIns="0" anchor="t" anchorCtr="0">
            <a:normAutofit/>
          </a:bodyPr>
          <a:lstStyle>
            <a:lvl1pPr marL="0" indent="0" algn="l">
              <a:buNone/>
              <a:defRPr sz="1200" b="1">
                <a:latin typeface="+mj-lt"/>
              </a:defRPr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Name</a:t>
            </a:r>
          </a:p>
        </p:txBody>
      </p:sp>
      <p:sp>
        <p:nvSpPr>
          <p:cNvPr id="27" name="SmartArt Placeholder 17">
            <a:extLst>
              <a:ext uri="{FF2B5EF4-FFF2-40B4-BE49-F238E27FC236}">
                <a16:creationId xmlns:a16="http://schemas.microsoft.com/office/drawing/2014/main" id="{0D1A7553-7709-6A48-8685-5D9C4A9120A4}"/>
              </a:ext>
            </a:extLst>
          </p:cNvPr>
          <p:cNvSpPr>
            <a:spLocks noGrp="1"/>
          </p:cNvSpPr>
          <p:nvPr>
            <p:ph type="dgm" sz="quarter" idx="24" hasCustomPrompt="1"/>
          </p:nvPr>
        </p:nvSpPr>
        <p:spPr>
          <a:xfrm>
            <a:off x="8796338" y="4709160"/>
            <a:ext cx="2376487" cy="39600"/>
          </a:xfrm>
          <a:solidFill>
            <a:schemeClr val="accent1"/>
          </a:solidFill>
        </p:spPr>
        <p:txBody>
          <a:bodyPr>
            <a:noAutofit/>
          </a:bodyPr>
          <a:lstStyle>
            <a:lvl1pPr marL="0" indent="0">
              <a:buNone/>
              <a:defRPr sz="200"/>
            </a:lvl1pPr>
          </a:lstStyle>
          <a:p>
            <a:r>
              <a:rPr lang="en-DE"/>
              <a:t> </a:t>
            </a:r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86EC158-78FE-7248-AF89-FA5B746B10D2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96338" y="4480560"/>
            <a:ext cx="2376487" cy="228600"/>
          </a:xfrm>
        </p:spPr>
        <p:txBody>
          <a:bodyPr wrap="square" lIns="0" tIns="0" rIns="0" bIns="0" anchor="t" anchorCtr="0">
            <a:normAutofit/>
          </a:bodyPr>
          <a:lstStyle>
            <a:lvl1pPr marL="0" indent="0" algn="l">
              <a:buNone/>
              <a:defRPr sz="1200" b="1">
                <a:latin typeface="+mj-lt"/>
              </a:defRPr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Name</a:t>
            </a:r>
          </a:p>
        </p:txBody>
      </p:sp>
    </p:spTree>
    <p:extLst>
      <p:ext uri="{BB962C8B-B14F-4D97-AF65-F5344CB8AC3E}">
        <p14:creationId xmlns:p14="http://schemas.microsoft.com/office/powerpoint/2010/main" val="394203719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/portrai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824675-3BAC-404D-9E2B-53B64A1A46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DE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C7577339-AB41-D34C-9DB8-317E53D993A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11226" y="3103453"/>
            <a:ext cx="5076830" cy="365125"/>
          </a:xfrm>
        </p:spPr>
        <p:txBody>
          <a:bodyPr anchor="ctr" anchorCtr="0"/>
          <a:lstStyle>
            <a:lvl1pPr marL="0" indent="0" algn="l">
              <a:buNone/>
              <a:defRPr/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Name</a:t>
            </a: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758807E-147D-5A48-A806-72D9A330222F}"/>
              </a:ext>
            </a:extLst>
          </p:cNvPr>
          <p:cNvSpPr/>
          <p:nvPr userDrawn="1"/>
        </p:nvSpPr>
        <p:spPr>
          <a:xfrm>
            <a:off x="9679114" y="3862010"/>
            <a:ext cx="1070167" cy="1070167"/>
          </a:xfrm>
          <a:prstGeom prst="ellipse">
            <a:avLst/>
          </a:prstGeom>
          <a:noFill/>
          <a:ln w="12700">
            <a:solidFill>
              <a:schemeClr val="accent1">
                <a:lumMod val="40000"/>
                <a:lumOff val="6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05B515DB-1E9B-5349-BD00-E5E099ABE7FE}"/>
              </a:ext>
            </a:extLst>
          </p:cNvPr>
          <p:cNvSpPr/>
          <p:nvPr userDrawn="1"/>
        </p:nvSpPr>
        <p:spPr>
          <a:xfrm>
            <a:off x="6861388" y="2112637"/>
            <a:ext cx="1964266" cy="1964266"/>
          </a:xfrm>
          <a:prstGeom prst="ellipse">
            <a:avLst/>
          </a:prstGeom>
          <a:solidFill>
            <a:schemeClr val="accent1">
              <a:alpha val="50000"/>
            </a:schemeClr>
          </a:solidFill>
          <a:ln w="190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19" name="Picture Placeholder 6">
            <a:extLst>
              <a:ext uri="{FF2B5EF4-FFF2-40B4-BE49-F238E27FC236}">
                <a16:creationId xmlns:a16="http://schemas.microsoft.com/office/drawing/2014/main" id="{53102BA4-C3C8-FC4B-8F7A-F27AA64EBF74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969761" y="2025875"/>
            <a:ext cx="3596640" cy="3596640"/>
          </a:xfrm>
          <a:prstGeom prst="ellipse">
            <a:avLst/>
          </a:prstGeom>
          <a:solidFill>
            <a:schemeClr val="tx1">
              <a:lumMod val="10000"/>
              <a:lumOff val="90000"/>
            </a:schemeClr>
          </a:solidFill>
          <a:ln w="25400">
            <a:solidFill>
              <a:schemeClr val="accent1"/>
            </a:solidFill>
            <a:prstDash val="dash"/>
          </a:ln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endParaRPr lang="en-DE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69E16A45-1E47-6E49-A5B7-76F4C8E8705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11226" y="3525973"/>
            <a:ext cx="5076824" cy="672073"/>
          </a:xfrm>
        </p:spPr>
        <p:txBody>
          <a:bodyPr>
            <a:normAutofit/>
          </a:bodyPr>
          <a:lstStyle>
            <a:lvl1pPr marL="0" indent="0" algn="l">
              <a:buNone/>
              <a:defRPr sz="1200">
                <a:solidFill>
                  <a:schemeClr val="tx2"/>
                </a:solidFill>
              </a:defRPr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Function</a:t>
            </a:r>
          </a:p>
        </p:txBody>
      </p:sp>
      <p:sp>
        <p:nvSpPr>
          <p:cNvPr id="22" name="Text Placeholder 17">
            <a:extLst>
              <a:ext uri="{FF2B5EF4-FFF2-40B4-BE49-F238E27FC236}">
                <a16:creationId xmlns:a16="http://schemas.microsoft.com/office/drawing/2014/main" id="{12A4DB30-5C1F-6F43-9D92-1D7D7F0F327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11220" y="1958144"/>
            <a:ext cx="5076830" cy="365125"/>
          </a:xfrm>
        </p:spPr>
        <p:txBody>
          <a:bodyPr anchor="ctr" anchorCtr="0"/>
          <a:lstStyle>
            <a:lvl1pPr marL="0" indent="0" algn="l">
              <a:buNone/>
              <a:defRPr b="1" u="none">
                <a:latin typeface="+mj-lt"/>
              </a:defRPr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Occasion</a:t>
            </a:r>
          </a:p>
        </p:txBody>
      </p:sp>
      <p:sp>
        <p:nvSpPr>
          <p:cNvPr id="12" name="SmartArt Placeholder 17">
            <a:extLst>
              <a:ext uri="{FF2B5EF4-FFF2-40B4-BE49-F238E27FC236}">
                <a16:creationId xmlns:a16="http://schemas.microsoft.com/office/drawing/2014/main" id="{9EF9EE46-0443-3745-9136-6B6E328BA40C}"/>
              </a:ext>
            </a:extLst>
          </p:cNvPr>
          <p:cNvSpPr>
            <a:spLocks noGrp="1"/>
          </p:cNvSpPr>
          <p:nvPr>
            <p:ph type="dgm" sz="quarter" idx="26" hasCustomPrompt="1"/>
          </p:nvPr>
        </p:nvSpPr>
        <p:spPr>
          <a:xfrm>
            <a:off x="911225" y="2307357"/>
            <a:ext cx="5076825" cy="39600"/>
          </a:xfrm>
          <a:solidFill>
            <a:schemeClr val="accent1"/>
          </a:solidFill>
        </p:spPr>
        <p:txBody>
          <a:bodyPr>
            <a:noAutofit/>
          </a:bodyPr>
          <a:lstStyle>
            <a:lvl1pPr marL="0" indent="0">
              <a:buNone/>
              <a:defRPr sz="200"/>
            </a:lvl1pPr>
          </a:lstStyle>
          <a:p>
            <a:r>
              <a:rPr lang="en-DE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3084068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/2 portrai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Oval 29">
            <a:extLst>
              <a:ext uri="{FF2B5EF4-FFF2-40B4-BE49-F238E27FC236}">
                <a16:creationId xmlns:a16="http://schemas.microsoft.com/office/drawing/2014/main" id="{BBF7E71C-1799-544F-A2B6-D67D40D6BFB6}"/>
              </a:ext>
            </a:extLst>
          </p:cNvPr>
          <p:cNvSpPr/>
          <p:nvPr userDrawn="1"/>
        </p:nvSpPr>
        <p:spPr>
          <a:xfrm>
            <a:off x="4637959" y="3813563"/>
            <a:ext cx="458607" cy="458607"/>
          </a:xfrm>
          <a:prstGeom prst="ellipse">
            <a:avLst/>
          </a:prstGeom>
          <a:noFill/>
          <a:ln w="19050">
            <a:solidFill>
              <a:schemeClr val="accent1">
                <a:lumMod val="40000"/>
                <a:lumOff val="6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C3F1C350-093B-0C4F-B215-D1AE5FECE3D2}"/>
              </a:ext>
            </a:extLst>
          </p:cNvPr>
          <p:cNvSpPr/>
          <p:nvPr userDrawn="1"/>
        </p:nvSpPr>
        <p:spPr>
          <a:xfrm>
            <a:off x="0" y="2679499"/>
            <a:ext cx="12192000" cy="1200647"/>
          </a:xfrm>
          <a:prstGeom prst="rect">
            <a:avLst/>
          </a:prstGeom>
          <a:solidFill>
            <a:schemeClr val="accent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  <a:p>
            <a:pPr algn="ctr"/>
            <a:endParaRPr lang="en-DE"/>
          </a:p>
          <a:p>
            <a:pPr algn="ctr"/>
            <a:endParaRPr lang="en-D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E824675-3BAC-404D-9E2B-53B64A1A46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DE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C7577339-AB41-D34C-9DB8-317E53D993A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051674" y="4749615"/>
            <a:ext cx="3936376" cy="365125"/>
          </a:xfrm>
        </p:spPr>
        <p:txBody>
          <a:bodyPr anchor="ctr" anchorCtr="0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Name</a:t>
            </a: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758807E-147D-5A48-A806-72D9A330222F}"/>
              </a:ext>
            </a:extLst>
          </p:cNvPr>
          <p:cNvSpPr/>
          <p:nvPr userDrawn="1"/>
        </p:nvSpPr>
        <p:spPr>
          <a:xfrm>
            <a:off x="2942467" y="1860202"/>
            <a:ext cx="1857758" cy="1857758"/>
          </a:xfrm>
          <a:prstGeom prst="ellipse">
            <a:avLst/>
          </a:prstGeom>
          <a:noFill/>
          <a:ln w="19050">
            <a:solidFill>
              <a:schemeClr val="accent1">
                <a:lumMod val="40000"/>
                <a:lumOff val="60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8DF75270-83F3-5A4A-8EA0-A679D061A7B3}"/>
              </a:ext>
            </a:extLst>
          </p:cNvPr>
          <p:cNvSpPr/>
          <p:nvPr userDrawn="1"/>
        </p:nvSpPr>
        <p:spPr>
          <a:xfrm>
            <a:off x="8137340" y="2164632"/>
            <a:ext cx="1333169" cy="1333169"/>
          </a:xfrm>
          <a:prstGeom prst="ellipse">
            <a:avLst/>
          </a:prstGeom>
          <a:noFill/>
          <a:ln w="19050">
            <a:solidFill>
              <a:schemeClr val="accent1">
                <a:lumMod val="40000"/>
                <a:lumOff val="6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8D70A2A7-0634-074F-ACFC-8E090DE9EEA6}"/>
              </a:ext>
            </a:extLst>
          </p:cNvPr>
          <p:cNvSpPr/>
          <p:nvPr userDrawn="1"/>
        </p:nvSpPr>
        <p:spPr>
          <a:xfrm>
            <a:off x="8039724" y="1977636"/>
            <a:ext cx="1006635" cy="1006635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>
                <a:lumMod val="40000"/>
                <a:lumOff val="6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05B515DB-1E9B-5349-BD00-E5E099ABE7FE}"/>
              </a:ext>
            </a:extLst>
          </p:cNvPr>
          <p:cNvSpPr/>
          <p:nvPr userDrawn="1"/>
        </p:nvSpPr>
        <p:spPr>
          <a:xfrm>
            <a:off x="4332828" y="3883337"/>
            <a:ext cx="610263" cy="610263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>
                <a:lumMod val="40000"/>
                <a:lumOff val="6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19" name="Picture Placeholder 6">
            <a:extLst>
              <a:ext uri="{FF2B5EF4-FFF2-40B4-BE49-F238E27FC236}">
                <a16:creationId xmlns:a16="http://schemas.microsoft.com/office/drawing/2014/main" id="{53102BA4-C3C8-FC4B-8F7A-F27AA64EBF74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759862" y="2024063"/>
            <a:ext cx="2520000" cy="2520000"/>
          </a:xfrm>
          <a:prstGeom prst="ellipse">
            <a:avLst/>
          </a:prstGeom>
          <a:solidFill>
            <a:schemeClr val="tx1">
              <a:lumMod val="10000"/>
              <a:lumOff val="90000"/>
            </a:schemeClr>
          </a:solidFill>
          <a:ln w="38100">
            <a:solidFill>
              <a:schemeClr val="accent1"/>
            </a:solidFill>
          </a:ln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endParaRPr lang="en-DE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69E16A45-1E47-6E49-A5B7-76F4C8E8705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051675" y="5172135"/>
            <a:ext cx="3936370" cy="672073"/>
          </a:xfrm>
        </p:spPr>
        <p:txBody>
          <a:bodyPr>
            <a:normAutofit/>
          </a:bodyPr>
          <a:lstStyle>
            <a:lvl1pPr marL="0" indent="0" algn="ctr">
              <a:buNone/>
              <a:defRPr sz="1200">
                <a:solidFill>
                  <a:schemeClr val="tx2"/>
                </a:solidFill>
              </a:defRPr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Function</a:t>
            </a:r>
          </a:p>
        </p:txBody>
      </p:sp>
      <p:sp>
        <p:nvSpPr>
          <p:cNvPr id="22" name="Text Placeholder 17">
            <a:extLst>
              <a:ext uri="{FF2B5EF4-FFF2-40B4-BE49-F238E27FC236}">
                <a16:creationId xmlns:a16="http://schemas.microsoft.com/office/drawing/2014/main" id="{C6B92AE0-164B-2547-BF40-A33F1D96DDB7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203952" y="4749615"/>
            <a:ext cx="3936376" cy="365125"/>
          </a:xfrm>
        </p:spPr>
        <p:txBody>
          <a:bodyPr anchor="ctr" anchorCtr="0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Name</a:t>
            </a:r>
          </a:p>
        </p:txBody>
      </p:sp>
      <p:sp>
        <p:nvSpPr>
          <p:cNvPr id="25" name="Picture Placeholder 6">
            <a:extLst>
              <a:ext uri="{FF2B5EF4-FFF2-40B4-BE49-F238E27FC236}">
                <a16:creationId xmlns:a16="http://schemas.microsoft.com/office/drawing/2014/main" id="{F9E4F23C-41EC-4240-B587-0D10250D7CB7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6912140" y="2024063"/>
            <a:ext cx="2520000" cy="2520000"/>
          </a:xfrm>
          <a:prstGeom prst="ellipse">
            <a:avLst/>
          </a:prstGeom>
          <a:solidFill>
            <a:schemeClr val="tx1">
              <a:lumMod val="10000"/>
              <a:lumOff val="90000"/>
            </a:schemeClr>
          </a:solidFill>
          <a:ln w="38100">
            <a:solidFill>
              <a:schemeClr val="accent1"/>
            </a:solidFill>
          </a:ln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endParaRPr lang="en-DE"/>
          </a:p>
        </p:txBody>
      </p:sp>
      <p:sp>
        <p:nvSpPr>
          <p:cNvPr id="27" name="Text Placeholder 17">
            <a:extLst>
              <a:ext uri="{FF2B5EF4-FFF2-40B4-BE49-F238E27FC236}">
                <a16:creationId xmlns:a16="http://schemas.microsoft.com/office/drawing/2014/main" id="{39A7C459-0CB4-9D40-9D21-9BD5EAD45422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203953" y="5172135"/>
            <a:ext cx="3936370" cy="672073"/>
          </a:xfrm>
        </p:spPr>
        <p:txBody>
          <a:bodyPr>
            <a:normAutofit/>
          </a:bodyPr>
          <a:lstStyle>
            <a:lvl1pPr marL="0" indent="0" algn="ctr">
              <a:buNone/>
              <a:defRPr sz="1200">
                <a:solidFill>
                  <a:schemeClr val="tx2"/>
                </a:solidFill>
              </a:defRPr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Function</a:t>
            </a:r>
          </a:p>
        </p:txBody>
      </p:sp>
    </p:spTree>
    <p:extLst>
      <p:ext uri="{BB962C8B-B14F-4D97-AF65-F5344CB8AC3E}">
        <p14:creationId xmlns:p14="http://schemas.microsoft.com/office/powerpoint/2010/main" val="44812327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/3 portrai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C3F1C350-093B-0C4F-B215-D1AE5FECE3D2}"/>
              </a:ext>
            </a:extLst>
          </p:cNvPr>
          <p:cNvSpPr/>
          <p:nvPr userDrawn="1"/>
        </p:nvSpPr>
        <p:spPr>
          <a:xfrm>
            <a:off x="0" y="2679499"/>
            <a:ext cx="12192000" cy="1200647"/>
          </a:xfrm>
          <a:prstGeom prst="rect">
            <a:avLst/>
          </a:prstGeom>
          <a:solidFill>
            <a:schemeClr val="accent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  <a:p>
            <a:pPr algn="ctr"/>
            <a:endParaRPr lang="en-DE"/>
          </a:p>
          <a:p>
            <a:pPr algn="ctr"/>
            <a:endParaRPr lang="en-D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E824675-3BAC-404D-9E2B-53B64A1A46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DE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C7577339-AB41-D34C-9DB8-317E53D993A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19175" y="4749615"/>
            <a:ext cx="3124762" cy="365125"/>
          </a:xfrm>
        </p:spPr>
        <p:txBody>
          <a:bodyPr anchor="ctr" anchorCtr="0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Name</a:t>
            </a: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758807E-147D-5A48-A806-72D9A330222F}"/>
              </a:ext>
            </a:extLst>
          </p:cNvPr>
          <p:cNvSpPr/>
          <p:nvPr userDrawn="1"/>
        </p:nvSpPr>
        <p:spPr>
          <a:xfrm>
            <a:off x="2439034" y="3124862"/>
            <a:ext cx="1339051" cy="1339051"/>
          </a:xfrm>
          <a:prstGeom prst="ellipse">
            <a:avLst/>
          </a:prstGeom>
          <a:noFill/>
          <a:ln w="19050">
            <a:solidFill>
              <a:schemeClr val="accent1">
                <a:lumMod val="40000"/>
                <a:lumOff val="60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9B5D40E9-95F8-0C46-81D3-8CFFBB8F1ABC}"/>
              </a:ext>
            </a:extLst>
          </p:cNvPr>
          <p:cNvSpPr/>
          <p:nvPr userDrawn="1"/>
        </p:nvSpPr>
        <p:spPr>
          <a:xfrm>
            <a:off x="9680630" y="2819730"/>
            <a:ext cx="1492195" cy="1492195"/>
          </a:xfrm>
          <a:prstGeom prst="ellipse">
            <a:avLst/>
          </a:prstGeom>
          <a:noFill/>
          <a:ln w="19050">
            <a:solidFill>
              <a:schemeClr val="accent1">
                <a:lumMod val="40000"/>
                <a:lumOff val="60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8DF75270-83F3-5A4A-8EA0-A679D061A7B3}"/>
              </a:ext>
            </a:extLst>
          </p:cNvPr>
          <p:cNvSpPr/>
          <p:nvPr userDrawn="1"/>
        </p:nvSpPr>
        <p:spPr>
          <a:xfrm>
            <a:off x="4874157" y="2024063"/>
            <a:ext cx="1333169" cy="1333169"/>
          </a:xfrm>
          <a:prstGeom prst="ellipse">
            <a:avLst/>
          </a:prstGeom>
          <a:noFill/>
          <a:ln w="19050">
            <a:solidFill>
              <a:schemeClr val="accent1">
                <a:lumMod val="40000"/>
                <a:lumOff val="60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8D70A2A7-0634-074F-ACFC-8E090DE9EEA6}"/>
              </a:ext>
            </a:extLst>
          </p:cNvPr>
          <p:cNvSpPr/>
          <p:nvPr userDrawn="1"/>
        </p:nvSpPr>
        <p:spPr>
          <a:xfrm>
            <a:off x="5427726" y="1903734"/>
            <a:ext cx="1006635" cy="1006635"/>
          </a:xfrm>
          <a:prstGeom prst="ellipse">
            <a:avLst/>
          </a:prstGeom>
          <a:noFill/>
          <a:ln w="19050">
            <a:solidFill>
              <a:schemeClr val="accent1">
                <a:lumMod val="40000"/>
                <a:lumOff val="6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05B515DB-1E9B-5349-BD00-E5E099ABE7FE}"/>
              </a:ext>
            </a:extLst>
          </p:cNvPr>
          <p:cNvSpPr/>
          <p:nvPr userDrawn="1"/>
        </p:nvSpPr>
        <p:spPr>
          <a:xfrm>
            <a:off x="1270032" y="2514599"/>
            <a:ext cx="610263" cy="610263"/>
          </a:xfrm>
          <a:prstGeom prst="ellipse">
            <a:avLst/>
          </a:prstGeom>
          <a:noFill/>
          <a:ln w="19050">
            <a:solidFill>
              <a:schemeClr val="accent1">
                <a:lumMod val="40000"/>
                <a:lumOff val="6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70C74D39-AD3A-4C44-89B2-1B19ABA74BF8}"/>
              </a:ext>
            </a:extLst>
          </p:cNvPr>
          <p:cNvSpPr/>
          <p:nvPr userDrawn="1"/>
        </p:nvSpPr>
        <p:spPr>
          <a:xfrm>
            <a:off x="8664379" y="3694118"/>
            <a:ext cx="849945" cy="849945"/>
          </a:xfrm>
          <a:prstGeom prst="ellipse">
            <a:avLst/>
          </a:prstGeom>
          <a:noFill/>
          <a:ln w="19050">
            <a:solidFill>
              <a:schemeClr val="accent1">
                <a:lumMod val="40000"/>
                <a:lumOff val="6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19" name="Picture Placeholder 6">
            <a:extLst>
              <a:ext uri="{FF2B5EF4-FFF2-40B4-BE49-F238E27FC236}">
                <a16:creationId xmlns:a16="http://schemas.microsoft.com/office/drawing/2014/main" id="{53102BA4-C3C8-FC4B-8F7A-F27AA64EBF74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321556" y="2024063"/>
            <a:ext cx="2520000" cy="2520000"/>
          </a:xfrm>
          <a:prstGeom prst="ellipse">
            <a:avLst/>
          </a:prstGeom>
          <a:solidFill>
            <a:schemeClr val="tx1">
              <a:lumMod val="10000"/>
              <a:lumOff val="90000"/>
            </a:schemeClr>
          </a:solidFill>
          <a:ln w="38100">
            <a:solidFill>
              <a:schemeClr val="accent1"/>
            </a:solidFill>
          </a:ln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endParaRPr lang="en-DE"/>
          </a:p>
        </p:txBody>
      </p:sp>
      <p:sp>
        <p:nvSpPr>
          <p:cNvPr id="20" name="Picture Placeholder 6">
            <a:extLst>
              <a:ext uri="{FF2B5EF4-FFF2-40B4-BE49-F238E27FC236}">
                <a16:creationId xmlns:a16="http://schemas.microsoft.com/office/drawing/2014/main" id="{4B194095-6A1D-FF44-BD0D-99DAE412FDA5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8350444" y="2024063"/>
            <a:ext cx="2520000" cy="2520000"/>
          </a:xfrm>
          <a:prstGeom prst="ellipse">
            <a:avLst/>
          </a:prstGeom>
          <a:solidFill>
            <a:schemeClr val="tx1">
              <a:lumMod val="10000"/>
              <a:lumOff val="90000"/>
            </a:schemeClr>
          </a:solidFill>
          <a:ln w="38100">
            <a:solidFill>
              <a:schemeClr val="accent1"/>
            </a:solidFill>
          </a:ln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endParaRPr lang="en-DE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F94A439C-4D46-F94C-AD1B-AE93F4DBCAE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845972" y="2024063"/>
            <a:ext cx="2520000" cy="2520000"/>
          </a:xfrm>
          <a:prstGeom prst="ellipse">
            <a:avLst/>
          </a:prstGeom>
          <a:solidFill>
            <a:schemeClr val="tx1">
              <a:lumMod val="10000"/>
              <a:lumOff val="90000"/>
            </a:schemeClr>
          </a:solidFill>
          <a:ln w="38100">
            <a:solidFill>
              <a:schemeClr val="accent1"/>
            </a:solidFill>
          </a:ln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endParaRPr lang="en-DE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847A2EEC-C13B-174C-89D9-5F31350888E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048067" y="4749615"/>
            <a:ext cx="3124758" cy="365125"/>
          </a:xfrm>
        </p:spPr>
        <p:txBody>
          <a:bodyPr anchor="ctr" anchorCtr="0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Name</a:t>
            </a:r>
          </a:p>
        </p:txBody>
      </p:sp>
      <p:sp>
        <p:nvSpPr>
          <p:cNvPr id="24" name="Text Placeholder 17">
            <a:extLst>
              <a:ext uri="{FF2B5EF4-FFF2-40B4-BE49-F238E27FC236}">
                <a16:creationId xmlns:a16="http://schemas.microsoft.com/office/drawing/2014/main" id="{B66938D8-4F9A-7E49-A6AC-46DF240476A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533600" y="4749615"/>
            <a:ext cx="3124762" cy="365125"/>
          </a:xfrm>
        </p:spPr>
        <p:txBody>
          <a:bodyPr anchor="ctr" anchorCtr="0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Name</a:t>
            </a:r>
          </a:p>
        </p:txBody>
      </p:sp>
      <p:sp>
        <p:nvSpPr>
          <p:cNvPr id="26" name="Text Placeholder 17">
            <a:extLst>
              <a:ext uri="{FF2B5EF4-FFF2-40B4-BE49-F238E27FC236}">
                <a16:creationId xmlns:a16="http://schemas.microsoft.com/office/drawing/2014/main" id="{D8E3778E-86B7-8141-9E64-E4096A1EFD9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048067" y="5172135"/>
            <a:ext cx="3124758" cy="672073"/>
          </a:xfrm>
        </p:spPr>
        <p:txBody>
          <a:bodyPr>
            <a:normAutofit/>
          </a:bodyPr>
          <a:lstStyle>
            <a:lvl1pPr marL="0" indent="0" algn="ctr">
              <a:buNone/>
              <a:defRPr sz="1200">
                <a:solidFill>
                  <a:schemeClr val="tx2"/>
                </a:solidFill>
              </a:defRPr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Function</a:t>
            </a:r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69E16A45-1E47-6E49-A5B7-76F4C8E8705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019175" y="5172135"/>
            <a:ext cx="3124758" cy="672073"/>
          </a:xfrm>
        </p:spPr>
        <p:txBody>
          <a:bodyPr>
            <a:normAutofit/>
          </a:bodyPr>
          <a:lstStyle>
            <a:lvl1pPr marL="0" indent="0" algn="ctr">
              <a:buNone/>
              <a:defRPr sz="1200">
                <a:solidFill>
                  <a:schemeClr val="tx2"/>
                </a:solidFill>
              </a:defRPr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Function</a:t>
            </a:r>
          </a:p>
        </p:txBody>
      </p:sp>
      <p:sp>
        <p:nvSpPr>
          <p:cNvPr id="29" name="Text Placeholder 17">
            <a:extLst>
              <a:ext uri="{FF2B5EF4-FFF2-40B4-BE49-F238E27FC236}">
                <a16:creationId xmlns:a16="http://schemas.microsoft.com/office/drawing/2014/main" id="{EF35713C-3283-FD4C-AFCB-ECFB18243DF9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533619" y="5172135"/>
            <a:ext cx="3124758" cy="672073"/>
          </a:xfrm>
        </p:spPr>
        <p:txBody>
          <a:bodyPr>
            <a:normAutofit/>
          </a:bodyPr>
          <a:lstStyle>
            <a:lvl1pPr marL="0" indent="0" algn="ctr">
              <a:buNone/>
              <a:defRPr sz="1200">
                <a:solidFill>
                  <a:schemeClr val="tx2"/>
                </a:solidFill>
              </a:defRPr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Function</a:t>
            </a:r>
          </a:p>
        </p:txBody>
      </p:sp>
    </p:spTree>
    <p:extLst>
      <p:ext uri="{BB962C8B-B14F-4D97-AF65-F5344CB8AC3E}">
        <p14:creationId xmlns:p14="http://schemas.microsoft.com/office/powerpoint/2010/main" val="258576350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/quote/portrai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824675-3BAC-404D-9E2B-53B64A1A46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DE"/>
          </a:p>
        </p:txBody>
      </p:sp>
      <p:sp>
        <p:nvSpPr>
          <p:cNvPr id="20" name="Picture Placeholder 6">
            <a:extLst>
              <a:ext uri="{FF2B5EF4-FFF2-40B4-BE49-F238E27FC236}">
                <a16:creationId xmlns:a16="http://schemas.microsoft.com/office/drawing/2014/main" id="{4B194095-6A1D-FF44-BD0D-99DAE412FDA5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9343086" y="4155136"/>
            <a:ext cx="1829739" cy="1829739"/>
          </a:xfrm>
          <a:prstGeom prst="ellipse">
            <a:avLst/>
          </a:prstGeom>
          <a:solidFill>
            <a:schemeClr val="tx1">
              <a:lumMod val="10000"/>
              <a:lumOff val="90000"/>
            </a:schemeClr>
          </a:solidFill>
          <a:ln w="38100" cmpd="sng">
            <a:solidFill>
              <a:schemeClr val="accent1"/>
            </a:solidFill>
            <a:prstDash val="dash"/>
          </a:ln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endParaRPr lang="en-DE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847A2EEC-C13B-174C-89D9-5F31350888E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0" y="4887442"/>
            <a:ext cx="3124758" cy="365125"/>
          </a:xfrm>
        </p:spPr>
        <p:txBody>
          <a:bodyPr anchor="ctr" anchorCtr="0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Name</a:t>
            </a:r>
          </a:p>
        </p:txBody>
      </p:sp>
      <p:sp>
        <p:nvSpPr>
          <p:cNvPr id="26" name="Text Placeholder 17">
            <a:extLst>
              <a:ext uri="{FF2B5EF4-FFF2-40B4-BE49-F238E27FC236}">
                <a16:creationId xmlns:a16="http://schemas.microsoft.com/office/drawing/2014/main" id="{D8E3778E-86B7-8141-9E64-E4096A1EFD9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096000" y="5309962"/>
            <a:ext cx="3124758" cy="672073"/>
          </a:xfrm>
        </p:spPr>
        <p:txBody>
          <a:bodyPr>
            <a:normAutofit/>
          </a:bodyPr>
          <a:lstStyle>
            <a:lvl1pPr marL="0" indent="0" algn="ctr">
              <a:buNone/>
              <a:defRPr sz="1200">
                <a:solidFill>
                  <a:schemeClr val="tx2"/>
                </a:solidFill>
              </a:defRPr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Function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94B20E6-BEA6-1341-BEEB-7EB325FCB77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572628" y="1952625"/>
            <a:ext cx="6817393" cy="2697163"/>
          </a:xfrm>
        </p:spPr>
        <p:txBody>
          <a:bodyPr anchor="ctr">
            <a:normAutofit/>
          </a:bodyPr>
          <a:lstStyle>
            <a:lvl1pPr marL="0" indent="0" algn="ctr">
              <a:buNone/>
              <a:defRPr sz="2400"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Quote</a:t>
            </a:r>
            <a:endParaRPr lang="en-GB" dirty="0"/>
          </a:p>
        </p:txBody>
      </p:sp>
      <p:grpSp>
        <p:nvGrpSpPr>
          <p:cNvPr id="7" name="Graphic 4">
            <a:extLst>
              <a:ext uri="{FF2B5EF4-FFF2-40B4-BE49-F238E27FC236}">
                <a16:creationId xmlns:a16="http://schemas.microsoft.com/office/drawing/2014/main" id="{9145A52D-A02C-9145-BF0C-3BF5B9B0710A}"/>
              </a:ext>
            </a:extLst>
          </p:cNvPr>
          <p:cNvGrpSpPr/>
          <p:nvPr userDrawn="1"/>
        </p:nvGrpSpPr>
        <p:grpSpPr>
          <a:xfrm>
            <a:off x="281238" y="1743668"/>
            <a:ext cx="1475874" cy="1475874"/>
            <a:chOff x="5791200" y="3124200"/>
            <a:chExt cx="609600" cy="609600"/>
          </a:xfrm>
        </p:grpSpPr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E9A7BE5-B1E0-5C48-BA5D-C7C0079A32FA}"/>
                </a:ext>
              </a:extLst>
            </p:cNvPr>
            <p:cNvSpPr/>
            <p:nvPr/>
          </p:nvSpPr>
          <p:spPr>
            <a:xfrm>
              <a:off x="5791200" y="3124200"/>
              <a:ext cx="609600" cy="609600"/>
            </a:xfrm>
            <a:custGeom>
              <a:avLst/>
              <a:gdLst>
                <a:gd name="connsiteX0" fmla="*/ 0 w 609600"/>
                <a:gd name="connsiteY0" fmla="*/ 0 h 609600"/>
                <a:gd name="connsiteX1" fmla="*/ 609600 w 609600"/>
                <a:gd name="connsiteY1" fmla="*/ 0 h 609600"/>
                <a:gd name="connsiteX2" fmla="*/ 609600 w 609600"/>
                <a:gd name="connsiteY2" fmla="*/ 609600 h 609600"/>
                <a:gd name="connsiteX3" fmla="*/ 0 w 609600"/>
                <a:gd name="connsiteY3" fmla="*/ 609600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9600" h="609600">
                  <a:moveTo>
                    <a:pt x="0" y="0"/>
                  </a:moveTo>
                  <a:lnTo>
                    <a:pt x="609600" y="0"/>
                  </a:lnTo>
                  <a:lnTo>
                    <a:pt x="609600" y="609600"/>
                  </a:lnTo>
                  <a:lnTo>
                    <a:pt x="0" y="60960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" name="Graphic 4">
              <a:extLst>
                <a:ext uri="{FF2B5EF4-FFF2-40B4-BE49-F238E27FC236}">
                  <a16:creationId xmlns:a16="http://schemas.microsoft.com/office/drawing/2014/main" id="{E2489575-DFB8-074B-9D51-2631D10DF7A0}"/>
                </a:ext>
              </a:extLst>
            </p:cNvPr>
            <p:cNvGrpSpPr/>
            <p:nvPr/>
          </p:nvGrpSpPr>
          <p:grpSpPr>
            <a:xfrm>
              <a:off x="5867400" y="3200400"/>
              <a:ext cx="457200" cy="457200"/>
              <a:chOff x="5867400" y="3200400"/>
              <a:chExt cx="457200" cy="457200"/>
            </a:xfrm>
          </p:grpSpPr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889093C2-5D91-234D-9386-E70E1B9E2143}"/>
                  </a:ext>
                </a:extLst>
              </p:cNvPr>
              <p:cNvSpPr/>
              <p:nvPr/>
            </p:nvSpPr>
            <p:spPr>
              <a:xfrm>
                <a:off x="5867400" y="3200400"/>
                <a:ext cx="266700" cy="361950"/>
              </a:xfrm>
              <a:custGeom>
                <a:avLst/>
                <a:gdLst>
                  <a:gd name="connsiteX0" fmla="*/ 0 w 266700"/>
                  <a:gd name="connsiteY0" fmla="*/ 0 h 361950"/>
                  <a:gd name="connsiteX1" fmla="*/ 0 w 266700"/>
                  <a:gd name="connsiteY1" fmla="*/ 180975 h 361950"/>
                  <a:gd name="connsiteX2" fmla="*/ 133350 w 266700"/>
                  <a:gd name="connsiteY2" fmla="*/ 361950 h 361950"/>
                  <a:gd name="connsiteX3" fmla="*/ 133350 w 266700"/>
                  <a:gd name="connsiteY3" fmla="*/ 266700 h 361950"/>
                  <a:gd name="connsiteX4" fmla="*/ 266700 w 266700"/>
                  <a:gd name="connsiteY4" fmla="*/ 266700 h 361950"/>
                  <a:gd name="connsiteX5" fmla="*/ 266700 w 266700"/>
                  <a:gd name="connsiteY5" fmla="*/ 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6700" h="361950">
                    <a:moveTo>
                      <a:pt x="0" y="0"/>
                    </a:moveTo>
                    <a:lnTo>
                      <a:pt x="0" y="180975"/>
                    </a:lnTo>
                    <a:cubicBezTo>
                      <a:pt x="0" y="280921"/>
                      <a:pt x="59703" y="361950"/>
                      <a:pt x="133350" y="361950"/>
                    </a:cubicBezTo>
                    <a:lnTo>
                      <a:pt x="133350" y="266700"/>
                    </a:lnTo>
                    <a:lnTo>
                      <a:pt x="266700" y="266700"/>
                    </a:lnTo>
                    <a:lnTo>
                      <a:pt x="26670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E87A50F8-54F2-D940-9EF1-EB183B9A9A78}"/>
                  </a:ext>
                </a:extLst>
              </p:cNvPr>
              <p:cNvSpPr/>
              <p:nvPr/>
            </p:nvSpPr>
            <p:spPr>
              <a:xfrm>
                <a:off x="6057900" y="3295650"/>
                <a:ext cx="266700" cy="361950"/>
              </a:xfrm>
              <a:custGeom>
                <a:avLst/>
                <a:gdLst>
                  <a:gd name="connsiteX0" fmla="*/ 257175 w 266700"/>
                  <a:gd name="connsiteY0" fmla="*/ 9525 h 361950"/>
                  <a:gd name="connsiteX1" fmla="*/ 257175 w 266700"/>
                  <a:gd name="connsiteY1" fmla="*/ 257175 h 361950"/>
                  <a:gd name="connsiteX2" fmla="*/ 123825 w 266700"/>
                  <a:gd name="connsiteY2" fmla="*/ 257175 h 361950"/>
                  <a:gd name="connsiteX3" fmla="*/ 123825 w 266700"/>
                  <a:gd name="connsiteY3" fmla="*/ 351920 h 361950"/>
                  <a:gd name="connsiteX4" fmla="*/ 9525 w 266700"/>
                  <a:gd name="connsiteY4" fmla="*/ 180975 h 361950"/>
                  <a:gd name="connsiteX5" fmla="*/ 9525 w 266700"/>
                  <a:gd name="connsiteY5" fmla="*/ 9525 h 361950"/>
                  <a:gd name="connsiteX6" fmla="*/ 257175 w 266700"/>
                  <a:gd name="connsiteY6" fmla="*/ 9525 h 361950"/>
                  <a:gd name="connsiteX7" fmla="*/ 266700 w 266700"/>
                  <a:gd name="connsiteY7" fmla="*/ 0 h 361950"/>
                  <a:gd name="connsiteX8" fmla="*/ 0 w 266700"/>
                  <a:gd name="connsiteY8" fmla="*/ 0 h 361950"/>
                  <a:gd name="connsiteX9" fmla="*/ 0 w 266700"/>
                  <a:gd name="connsiteY9" fmla="*/ 180975 h 361950"/>
                  <a:gd name="connsiteX10" fmla="*/ 133350 w 266700"/>
                  <a:gd name="connsiteY10" fmla="*/ 361950 h 361950"/>
                  <a:gd name="connsiteX11" fmla="*/ 133350 w 266700"/>
                  <a:gd name="connsiteY11" fmla="*/ 266700 h 361950"/>
                  <a:gd name="connsiteX12" fmla="*/ 266700 w 266700"/>
                  <a:gd name="connsiteY12" fmla="*/ 266700 h 361950"/>
                  <a:gd name="connsiteX13" fmla="*/ 266700 w 266700"/>
                  <a:gd name="connsiteY13" fmla="*/ 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6700" h="361950">
                    <a:moveTo>
                      <a:pt x="257175" y="9525"/>
                    </a:moveTo>
                    <a:lnTo>
                      <a:pt x="257175" y="257175"/>
                    </a:lnTo>
                    <a:lnTo>
                      <a:pt x="123825" y="257175"/>
                    </a:lnTo>
                    <a:lnTo>
                      <a:pt x="123825" y="351920"/>
                    </a:lnTo>
                    <a:cubicBezTo>
                      <a:pt x="60007" y="345167"/>
                      <a:pt x="9525" y="271072"/>
                      <a:pt x="9525" y="180975"/>
                    </a:cubicBezTo>
                    <a:lnTo>
                      <a:pt x="9525" y="9525"/>
                    </a:lnTo>
                    <a:lnTo>
                      <a:pt x="257175" y="9525"/>
                    </a:lnTo>
                    <a:moveTo>
                      <a:pt x="266700" y="0"/>
                    </a:moveTo>
                    <a:lnTo>
                      <a:pt x="0" y="0"/>
                    </a:lnTo>
                    <a:lnTo>
                      <a:pt x="0" y="180975"/>
                    </a:lnTo>
                    <a:cubicBezTo>
                      <a:pt x="0" y="280921"/>
                      <a:pt x="59703" y="361950"/>
                      <a:pt x="133350" y="361950"/>
                    </a:cubicBezTo>
                    <a:lnTo>
                      <a:pt x="133350" y="266700"/>
                    </a:lnTo>
                    <a:lnTo>
                      <a:pt x="266700" y="266700"/>
                    </a:lnTo>
                    <a:lnTo>
                      <a:pt x="26670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2" name="Graphic 4">
            <a:extLst>
              <a:ext uri="{FF2B5EF4-FFF2-40B4-BE49-F238E27FC236}">
                <a16:creationId xmlns:a16="http://schemas.microsoft.com/office/drawing/2014/main" id="{BCA5AA1F-6544-6740-AF80-08B944C02078}"/>
              </a:ext>
            </a:extLst>
          </p:cNvPr>
          <p:cNvGrpSpPr/>
          <p:nvPr userDrawn="1"/>
        </p:nvGrpSpPr>
        <p:grpSpPr>
          <a:xfrm flipH="1">
            <a:off x="8205537" y="3382871"/>
            <a:ext cx="1475874" cy="1475874"/>
            <a:chOff x="5791200" y="3124200"/>
            <a:chExt cx="609600" cy="609600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8CCD79F9-5EA2-6B49-8877-C83E65012C38}"/>
                </a:ext>
              </a:extLst>
            </p:cNvPr>
            <p:cNvSpPr/>
            <p:nvPr/>
          </p:nvSpPr>
          <p:spPr>
            <a:xfrm>
              <a:off x="5791200" y="3124200"/>
              <a:ext cx="609600" cy="609600"/>
            </a:xfrm>
            <a:custGeom>
              <a:avLst/>
              <a:gdLst>
                <a:gd name="connsiteX0" fmla="*/ 0 w 609600"/>
                <a:gd name="connsiteY0" fmla="*/ 0 h 609600"/>
                <a:gd name="connsiteX1" fmla="*/ 609600 w 609600"/>
                <a:gd name="connsiteY1" fmla="*/ 0 h 609600"/>
                <a:gd name="connsiteX2" fmla="*/ 609600 w 609600"/>
                <a:gd name="connsiteY2" fmla="*/ 609600 h 609600"/>
                <a:gd name="connsiteX3" fmla="*/ 0 w 609600"/>
                <a:gd name="connsiteY3" fmla="*/ 609600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9600" h="609600">
                  <a:moveTo>
                    <a:pt x="0" y="0"/>
                  </a:moveTo>
                  <a:lnTo>
                    <a:pt x="609600" y="0"/>
                  </a:lnTo>
                  <a:lnTo>
                    <a:pt x="609600" y="609600"/>
                  </a:lnTo>
                  <a:lnTo>
                    <a:pt x="0" y="60960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4" name="Graphic 4">
              <a:extLst>
                <a:ext uri="{FF2B5EF4-FFF2-40B4-BE49-F238E27FC236}">
                  <a16:creationId xmlns:a16="http://schemas.microsoft.com/office/drawing/2014/main" id="{52177442-D5D4-FA42-A0CE-D77741C50C8F}"/>
                </a:ext>
              </a:extLst>
            </p:cNvPr>
            <p:cNvGrpSpPr/>
            <p:nvPr/>
          </p:nvGrpSpPr>
          <p:grpSpPr>
            <a:xfrm>
              <a:off x="5867400" y="3200400"/>
              <a:ext cx="457200" cy="457200"/>
              <a:chOff x="5867400" y="3200400"/>
              <a:chExt cx="457200" cy="457200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CA23140A-D6BF-2940-8A3B-EB00D7592DA4}"/>
                  </a:ext>
                </a:extLst>
              </p:cNvPr>
              <p:cNvSpPr/>
              <p:nvPr/>
            </p:nvSpPr>
            <p:spPr>
              <a:xfrm>
                <a:off x="5867400" y="3200400"/>
                <a:ext cx="266700" cy="361950"/>
              </a:xfrm>
              <a:custGeom>
                <a:avLst/>
                <a:gdLst>
                  <a:gd name="connsiteX0" fmla="*/ 0 w 266700"/>
                  <a:gd name="connsiteY0" fmla="*/ 0 h 361950"/>
                  <a:gd name="connsiteX1" fmla="*/ 0 w 266700"/>
                  <a:gd name="connsiteY1" fmla="*/ 180975 h 361950"/>
                  <a:gd name="connsiteX2" fmla="*/ 133350 w 266700"/>
                  <a:gd name="connsiteY2" fmla="*/ 361950 h 361950"/>
                  <a:gd name="connsiteX3" fmla="*/ 133350 w 266700"/>
                  <a:gd name="connsiteY3" fmla="*/ 266700 h 361950"/>
                  <a:gd name="connsiteX4" fmla="*/ 266700 w 266700"/>
                  <a:gd name="connsiteY4" fmla="*/ 266700 h 361950"/>
                  <a:gd name="connsiteX5" fmla="*/ 266700 w 266700"/>
                  <a:gd name="connsiteY5" fmla="*/ 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6700" h="361950">
                    <a:moveTo>
                      <a:pt x="0" y="0"/>
                    </a:moveTo>
                    <a:lnTo>
                      <a:pt x="0" y="180975"/>
                    </a:lnTo>
                    <a:cubicBezTo>
                      <a:pt x="0" y="280921"/>
                      <a:pt x="59703" y="361950"/>
                      <a:pt x="133350" y="361950"/>
                    </a:cubicBezTo>
                    <a:lnTo>
                      <a:pt x="133350" y="266700"/>
                    </a:lnTo>
                    <a:lnTo>
                      <a:pt x="266700" y="266700"/>
                    </a:lnTo>
                    <a:lnTo>
                      <a:pt x="26670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1FA2252C-7E8C-4042-A948-F777CB6D8C4F}"/>
                  </a:ext>
                </a:extLst>
              </p:cNvPr>
              <p:cNvSpPr/>
              <p:nvPr/>
            </p:nvSpPr>
            <p:spPr>
              <a:xfrm>
                <a:off x="6057900" y="3295650"/>
                <a:ext cx="266700" cy="361950"/>
              </a:xfrm>
              <a:custGeom>
                <a:avLst/>
                <a:gdLst>
                  <a:gd name="connsiteX0" fmla="*/ 257175 w 266700"/>
                  <a:gd name="connsiteY0" fmla="*/ 9525 h 361950"/>
                  <a:gd name="connsiteX1" fmla="*/ 257175 w 266700"/>
                  <a:gd name="connsiteY1" fmla="*/ 257175 h 361950"/>
                  <a:gd name="connsiteX2" fmla="*/ 123825 w 266700"/>
                  <a:gd name="connsiteY2" fmla="*/ 257175 h 361950"/>
                  <a:gd name="connsiteX3" fmla="*/ 123825 w 266700"/>
                  <a:gd name="connsiteY3" fmla="*/ 351920 h 361950"/>
                  <a:gd name="connsiteX4" fmla="*/ 9525 w 266700"/>
                  <a:gd name="connsiteY4" fmla="*/ 180975 h 361950"/>
                  <a:gd name="connsiteX5" fmla="*/ 9525 w 266700"/>
                  <a:gd name="connsiteY5" fmla="*/ 9525 h 361950"/>
                  <a:gd name="connsiteX6" fmla="*/ 257175 w 266700"/>
                  <a:gd name="connsiteY6" fmla="*/ 9525 h 361950"/>
                  <a:gd name="connsiteX7" fmla="*/ 266700 w 266700"/>
                  <a:gd name="connsiteY7" fmla="*/ 0 h 361950"/>
                  <a:gd name="connsiteX8" fmla="*/ 0 w 266700"/>
                  <a:gd name="connsiteY8" fmla="*/ 0 h 361950"/>
                  <a:gd name="connsiteX9" fmla="*/ 0 w 266700"/>
                  <a:gd name="connsiteY9" fmla="*/ 180975 h 361950"/>
                  <a:gd name="connsiteX10" fmla="*/ 133350 w 266700"/>
                  <a:gd name="connsiteY10" fmla="*/ 361950 h 361950"/>
                  <a:gd name="connsiteX11" fmla="*/ 133350 w 266700"/>
                  <a:gd name="connsiteY11" fmla="*/ 266700 h 361950"/>
                  <a:gd name="connsiteX12" fmla="*/ 266700 w 266700"/>
                  <a:gd name="connsiteY12" fmla="*/ 266700 h 361950"/>
                  <a:gd name="connsiteX13" fmla="*/ 266700 w 266700"/>
                  <a:gd name="connsiteY13" fmla="*/ 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6700" h="361950">
                    <a:moveTo>
                      <a:pt x="257175" y="9525"/>
                    </a:moveTo>
                    <a:lnTo>
                      <a:pt x="257175" y="257175"/>
                    </a:lnTo>
                    <a:lnTo>
                      <a:pt x="123825" y="257175"/>
                    </a:lnTo>
                    <a:lnTo>
                      <a:pt x="123825" y="351920"/>
                    </a:lnTo>
                    <a:cubicBezTo>
                      <a:pt x="60007" y="345167"/>
                      <a:pt x="9525" y="271072"/>
                      <a:pt x="9525" y="180975"/>
                    </a:cubicBezTo>
                    <a:lnTo>
                      <a:pt x="9525" y="9525"/>
                    </a:lnTo>
                    <a:lnTo>
                      <a:pt x="257175" y="9525"/>
                    </a:lnTo>
                    <a:moveTo>
                      <a:pt x="266700" y="0"/>
                    </a:moveTo>
                    <a:lnTo>
                      <a:pt x="0" y="0"/>
                    </a:lnTo>
                    <a:lnTo>
                      <a:pt x="0" y="180975"/>
                    </a:lnTo>
                    <a:cubicBezTo>
                      <a:pt x="0" y="280921"/>
                      <a:pt x="59703" y="361950"/>
                      <a:pt x="133350" y="361950"/>
                    </a:cubicBezTo>
                    <a:lnTo>
                      <a:pt x="133350" y="266700"/>
                    </a:lnTo>
                    <a:lnTo>
                      <a:pt x="266700" y="266700"/>
                    </a:lnTo>
                    <a:lnTo>
                      <a:pt x="26670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591552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/quote/portrai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al 2">
            <a:extLst>
              <a:ext uri="{FF2B5EF4-FFF2-40B4-BE49-F238E27FC236}">
                <a16:creationId xmlns:a16="http://schemas.microsoft.com/office/drawing/2014/main" id="{A0221D62-9A7E-C845-A796-4BDA1543CE25}"/>
              </a:ext>
            </a:extLst>
          </p:cNvPr>
          <p:cNvSpPr/>
          <p:nvPr userDrawn="1"/>
        </p:nvSpPr>
        <p:spPr>
          <a:xfrm>
            <a:off x="8922730" y="-1206129"/>
            <a:ext cx="4716089" cy="4716089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E824675-3BAC-404D-9E2B-53B64A1A46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1227" y="584201"/>
            <a:ext cx="8011503" cy="612774"/>
          </a:xfrm>
        </p:spPr>
        <p:txBody>
          <a:bodyPr/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20" name="Picture Placeholder 6">
            <a:extLst>
              <a:ext uri="{FF2B5EF4-FFF2-40B4-BE49-F238E27FC236}">
                <a16:creationId xmlns:a16="http://schemas.microsoft.com/office/drawing/2014/main" id="{4B194095-6A1D-FF44-BD0D-99DAE412FDA5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9220758" y="298934"/>
            <a:ext cx="2505519" cy="2505519"/>
          </a:xfrm>
          <a:prstGeom prst="ellipse">
            <a:avLst/>
          </a:prstGeom>
          <a:solidFill>
            <a:schemeClr val="tx1">
              <a:lumMod val="10000"/>
              <a:lumOff val="90000"/>
            </a:schemeClr>
          </a:solidFill>
          <a:ln w="38100" cmpd="sng">
            <a:noFill/>
            <a:prstDash val="dash"/>
          </a:ln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endParaRPr lang="en-DE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847A2EEC-C13B-174C-89D9-5F31350888E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182158" y="4887442"/>
            <a:ext cx="4952442" cy="365125"/>
          </a:xfrm>
        </p:spPr>
        <p:txBody>
          <a:bodyPr anchor="ctr" anchorCtr="0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Name</a:t>
            </a:r>
          </a:p>
        </p:txBody>
      </p:sp>
      <p:sp>
        <p:nvSpPr>
          <p:cNvPr id="26" name="Text Placeholder 17">
            <a:extLst>
              <a:ext uri="{FF2B5EF4-FFF2-40B4-BE49-F238E27FC236}">
                <a16:creationId xmlns:a16="http://schemas.microsoft.com/office/drawing/2014/main" id="{D8E3778E-86B7-8141-9E64-E4096A1EFD9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182158" y="5309962"/>
            <a:ext cx="4952442" cy="672073"/>
          </a:xfrm>
        </p:spPr>
        <p:txBody>
          <a:bodyPr>
            <a:normAutofit/>
          </a:bodyPr>
          <a:lstStyle>
            <a:lvl1pPr marL="0" indent="0" algn="ctr">
              <a:buNone/>
              <a:defRPr sz="1200">
                <a:solidFill>
                  <a:schemeClr val="tx2"/>
                </a:solidFill>
              </a:defRPr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Function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94B20E6-BEA6-1341-BEEB-7EB325FCB77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572628" y="1952625"/>
            <a:ext cx="6817393" cy="2697163"/>
          </a:xfrm>
        </p:spPr>
        <p:txBody>
          <a:bodyPr anchor="ctr">
            <a:normAutofit/>
          </a:bodyPr>
          <a:lstStyle>
            <a:lvl1pPr marL="0" indent="0" algn="ctr">
              <a:buNone/>
              <a:defRPr sz="2400"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Quote</a:t>
            </a:r>
            <a:endParaRPr lang="en-GB" dirty="0"/>
          </a:p>
        </p:txBody>
      </p:sp>
      <p:grpSp>
        <p:nvGrpSpPr>
          <p:cNvPr id="7" name="Graphic 4">
            <a:extLst>
              <a:ext uri="{FF2B5EF4-FFF2-40B4-BE49-F238E27FC236}">
                <a16:creationId xmlns:a16="http://schemas.microsoft.com/office/drawing/2014/main" id="{9145A52D-A02C-9145-BF0C-3BF5B9B0710A}"/>
              </a:ext>
            </a:extLst>
          </p:cNvPr>
          <p:cNvGrpSpPr/>
          <p:nvPr userDrawn="1"/>
        </p:nvGrpSpPr>
        <p:grpSpPr>
          <a:xfrm>
            <a:off x="281238" y="1743668"/>
            <a:ext cx="1475874" cy="1475874"/>
            <a:chOff x="5791200" y="3124200"/>
            <a:chExt cx="609600" cy="609600"/>
          </a:xfrm>
        </p:grpSpPr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E9A7BE5-B1E0-5C48-BA5D-C7C0079A32FA}"/>
                </a:ext>
              </a:extLst>
            </p:cNvPr>
            <p:cNvSpPr/>
            <p:nvPr/>
          </p:nvSpPr>
          <p:spPr>
            <a:xfrm>
              <a:off x="5791200" y="3124200"/>
              <a:ext cx="609600" cy="609600"/>
            </a:xfrm>
            <a:custGeom>
              <a:avLst/>
              <a:gdLst>
                <a:gd name="connsiteX0" fmla="*/ 0 w 609600"/>
                <a:gd name="connsiteY0" fmla="*/ 0 h 609600"/>
                <a:gd name="connsiteX1" fmla="*/ 609600 w 609600"/>
                <a:gd name="connsiteY1" fmla="*/ 0 h 609600"/>
                <a:gd name="connsiteX2" fmla="*/ 609600 w 609600"/>
                <a:gd name="connsiteY2" fmla="*/ 609600 h 609600"/>
                <a:gd name="connsiteX3" fmla="*/ 0 w 609600"/>
                <a:gd name="connsiteY3" fmla="*/ 609600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9600" h="609600">
                  <a:moveTo>
                    <a:pt x="0" y="0"/>
                  </a:moveTo>
                  <a:lnTo>
                    <a:pt x="609600" y="0"/>
                  </a:lnTo>
                  <a:lnTo>
                    <a:pt x="609600" y="609600"/>
                  </a:lnTo>
                  <a:lnTo>
                    <a:pt x="0" y="60960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" name="Graphic 4">
              <a:extLst>
                <a:ext uri="{FF2B5EF4-FFF2-40B4-BE49-F238E27FC236}">
                  <a16:creationId xmlns:a16="http://schemas.microsoft.com/office/drawing/2014/main" id="{E2489575-DFB8-074B-9D51-2631D10DF7A0}"/>
                </a:ext>
              </a:extLst>
            </p:cNvPr>
            <p:cNvGrpSpPr/>
            <p:nvPr/>
          </p:nvGrpSpPr>
          <p:grpSpPr>
            <a:xfrm>
              <a:off x="5867400" y="3200400"/>
              <a:ext cx="457200" cy="457200"/>
              <a:chOff x="5867400" y="3200400"/>
              <a:chExt cx="457200" cy="457200"/>
            </a:xfrm>
          </p:grpSpPr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889093C2-5D91-234D-9386-E70E1B9E2143}"/>
                  </a:ext>
                </a:extLst>
              </p:cNvPr>
              <p:cNvSpPr/>
              <p:nvPr/>
            </p:nvSpPr>
            <p:spPr>
              <a:xfrm>
                <a:off x="5867400" y="3200400"/>
                <a:ext cx="266700" cy="361950"/>
              </a:xfrm>
              <a:custGeom>
                <a:avLst/>
                <a:gdLst>
                  <a:gd name="connsiteX0" fmla="*/ 0 w 266700"/>
                  <a:gd name="connsiteY0" fmla="*/ 0 h 361950"/>
                  <a:gd name="connsiteX1" fmla="*/ 0 w 266700"/>
                  <a:gd name="connsiteY1" fmla="*/ 180975 h 361950"/>
                  <a:gd name="connsiteX2" fmla="*/ 133350 w 266700"/>
                  <a:gd name="connsiteY2" fmla="*/ 361950 h 361950"/>
                  <a:gd name="connsiteX3" fmla="*/ 133350 w 266700"/>
                  <a:gd name="connsiteY3" fmla="*/ 266700 h 361950"/>
                  <a:gd name="connsiteX4" fmla="*/ 266700 w 266700"/>
                  <a:gd name="connsiteY4" fmla="*/ 266700 h 361950"/>
                  <a:gd name="connsiteX5" fmla="*/ 266700 w 266700"/>
                  <a:gd name="connsiteY5" fmla="*/ 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6700" h="361950">
                    <a:moveTo>
                      <a:pt x="0" y="0"/>
                    </a:moveTo>
                    <a:lnTo>
                      <a:pt x="0" y="180975"/>
                    </a:lnTo>
                    <a:cubicBezTo>
                      <a:pt x="0" y="280921"/>
                      <a:pt x="59703" y="361950"/>
                      <a:pt x="133350" y="361950"/>
                    </a:cubicBezTo>
                    <a:lnTo>
                      <a:pt x="133350" y="266700"/>
                    </a:lnTo>
                    <a:lnTo>
                      <a:pt x="266700" y="266700"/>
                    </a:lnTo>
                    <a:lnTo>
                      <a:pt x="26670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E87A50F8-54F2-D940-9EF1-EB183B9A9A78}"/>
                  </a:ext>
                </a:extLst>
              </p:cNvPr>
              <p:cNvSpPr/>
              <p:nvPr/>
            </p:nvSpPr>
            <p:spPr>
              <a:xfrm>
                <a:off x="6057900" y="3295650"/>
                <a:ext cx="266700" cy="361950"/>
              </a:xfrm>
              <a:custGeom>
                <a:avLst/>
                <a:gdLst>
                  <a:gd name="connsiteX0" fmla="*/ 257175 w 266700"/>
                  <a:gd name="connsiteY0" fmla="*/ 9525 h 361950"/>
                  <a:gd name="connsiteX1" fmla="*/ 257175 w 266700"/>
                  <a:gd name="connsiteY1" fmla="*/ 257175 h 361950"/>
                  <a:gd name="connsiteX2" fmla="*/ 123825 w 266700"/>
                  <a:gd name="connsiteY2" fmla="*/ 257175 h 361950"/>
                  <a:gd name="connsiteX3" fmla="*/ 123825 w 266700"/>
                  <a:gd name="connsiteY3" fmla="*/ 351920 h 361950"/>
                  <a:gd name="connsiteX4" fmla="*/ 9525 w 266700"/>
                  <a:gd name="connsiteY4" fmla="*/ 180975 h 361950"/>
                  <a:gd name="connsiteX5" fmla="*/ 9525 w 266700"/>
                  <a:gd name="connsiteY5" fmla="*/ 9525 h 361950"/>
                  <a:gd name="connsiteX6" fmla="*/ 257175 w 266700"/>
                  <a:gd name="connsiteY6" fmla="*/ 9525 h 361950"/>
                  <a:gd name="connsiteX7" fmla="*/ 266700 w 266700"/>
                  <a:gd name="connsiteY7" fmla="*/ 0 h 361950"/>
                  <a:gd name="connsiteX8" fmla="*/ 0 w 266700"/>
                  <a:gd name="connsiteY8" fmla="*/ 0 h 361950"/>
                  <a:gd name="connsiteX9" fmla="*/ 0 w 266700"/>
                  <a:gd name="connsiteY9" fmla="*/ 180975 h 361950"/>
                  <a:gd name="connsiteX10" fmla="*/ 133350 w 266700"/>
                  <a:gd name="connsiteY10" fmla="*/ 361950 h 361950"/>
                  <a:gd name="connsiteX11" fmla="*/ 133350 w 266700"/>
                  <a:gd name="connsiteY11" fmla="*/ 266700 h 361950"/>
                  <a:gd name="connsiteX12" fmla="*/ 266700 w 266700"/>
                  <a:gd name="connsiteY12" fmla="*/ 266700 h 361950"/>
                  <a:gd name="connsiteX13" fmla="*/ 266700 w 266700"/>
                  <a:gd name="connsiteY13" fmla="*/ 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6700" h="361950">
                    <a:moveTo>
                      <a:pt x="257175" y="9525"/>
                    </a:moveTo>
                    <a:lnTo>
                      <a:pt x="257175" y="257175"/>
                    </a:lnTo>
                    <a:lnTo>
                      <a:pt x="123825" y="257175"/>
                    </a:lnTo>
                    <a:lnTo>
                      <a:pt x="123825" y="351920"/>
                    </a:lnTo>
                    <a:cubicBezTo>
                      <a:pt x="60007" y="345167"/>
                      <a:pt x="9525" y="271072"/>
                      <a:pt x="9525" y="180975"/>
                    </a:cubicBezTo>
                    <a:lnTo>
                      <a:pt x="9525" y="9525"/>
                    </a:lnTo>
                    <a:lnTo>
                      <a:pt x="257175" y="9525"/>
                    </a:lnTo>
                    <a:moveTo>
                      <a:pt x="266700" y="0"/>
                    </a:moveTo>
                    <a:lnTo>
                      <a:pt x="0" y="0"/>
                    </a:lnTo>
                    <a:lnTo>
                      <a:pt x="0" y="180975"/>
                    </a:lnTo>
                    <a:cubicBezTo>
                      <a:pt x="0" y="280921"/>
                      <a:pt x="59703" y="361950"/>
                      <a:pt x="133350" y="361950"/>
                    </a:cubicBezTo>
                    <a:lnTo>
                      <a:pt x="133350" y="266700"/>
                    </a:lnTo>
                    <a:lnTo>
                      <a:pt x="266700" y="266700"/>
                    </a:lnTo>
                    <a:lnTo>
                      <a:pt x="26670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2" name="Graphic 4">
            <a:extLst>
              <a:ext uri="{FF2B5EF4-FFF2-40B4-BE49-F238E27FC236}">
                <a16:creationId xmlns:a16="http://schemas.microsoft.com/office/drawing/2014/main" id="{BCA5AA1F-6544-6740-AF80-08B944C02078}"/>
              </a:ext>
            </a:extLst>
          </p:cNvPr>
          <p:cNvGrpSpPr/>
          <p:nvPr userDrawn="1"/>
        </p:nvGrpSpPr>
        <p:grpSpPr>
          <a:xfrm flipH="1">
            <a:off x="8205537" y="3382871"/>
            <a:ext cx="1475874" cy="1475874"/>
            <a:chOff x="5791200" y="3124200"/>
            <a:chExt cx="609600" cy="609600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8CCD79F9-5EA2-6B49-8877-C83E65012C38}"/>
                </a:ext>
              </a:extLst>
            </p:cNvPr>
            <p:cNvSpPr/>
            <p:nvPr/>
          </p:nvSpPr>
          <p:spPr>
            <a:xfrm>
              <a:off x="5791200" y="3124200"/>
              <a:ext cx="609600" cy="609600"/>
            </a:xfrm>
            <a:custGeom>
              <a:avLst/>
              <a:gdLst>
                <a:gd name="connsiteX0" fmla="*/ 0 w 609600"/>
                <a:gd name="connsiteY0" fmla="*/ 0 h 609600"/>
                <a:gd name="connsiteX1" fmla="*/ 609600 w 609600"/>
                <a:gd name="connsiteY1" fmla="*/ 0 h 609600"/>
                <a:gd name="connsiteX2" fmla="*/ 609600 w 609600"/>
                <a:gd name="connsiteY2" fmla="*/ 609600 h 609600"/>
                <a:gd name="connsiteX3" fmla="*/ 0 w 609600"/>
                <a:gd name="connsiteY3" fmla="*/ 609600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9600" h="609600">
                  <a:moveTo>
                    <a:pt x="0" y="0"/>
                  </a:moveTo>
                  <a:lnTo>
                    <a:pt x="609600" y="0"/>
                  </a:lnTo>
                  <a:lnTo>
                    <a:pt x="609600" y="609600"/>
                  </a:lnTo>
                  <a:lnTo>
                    <a:pt x="0" y="60960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4" name="Graphic 4">
              <a:extLst>
                <a:ext uri="{FF2B5EF4-FFF2-40B4-BE49-F238E27FC236}">
                  <a16:creationId xmlns:a16="http://schemas.microsoft.com/office/drawing/2014/main" id="{52177442-D5D4-FA42-A0CE-D77741C50C8F}"/>
                </a:ext>
              </a:extLst>
            </p:cNvPr>
            <p:cNvGrpSpPr/>
            <p:nvPr/>
          </p:nvGrpSpPr>
          <p:grpSpPr>
            <a:xfrm>
              <a:off x="5867400" y="3200400"/>
              <a:ext cx="457200" cy="457200"/>
              <a:chOff x="5867400" y="3200400"/>
              <a:chExt cx="457200" cy="457200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CA23140A-D6BF-2940-8A3B-EB00D7592DA4}"/>
                  </a:ext>
                </a:extLst>
              </p:cNvPr>
              <p:cNvSpPr/>
              <p:nvPr/>
            </p:nvSpPr>
            <p:spPr>
              <a:xfrm>
                <a:off x="5867400" y="3200400"/>
                <a:ext cx="266700" cy="361950"/>
              </a:xfrm>
              <a:custGeom>
                <a:avLst/>
                <a:gdLst>
                  <a:gd name="connsiteX0" fmla="*/ 0 w 266700"/>
                  <a:gd name="connsiteY0" fmla="*/ 0 h 361950"/>
                  <a:gd name="connsiteX1" fmla="*/ 0 w 266700"/>
                  <a:gd name="connsiteY1" fmla="*/ 180975 h 361950"/>
                  <a:gd name="connsiteX2" fmla="*/ 133350 w 266700"/>
                  <a:gd name="connsiteY2" fmla="*/ 361950 h 361950"/>
                  <a:gd name="connsiteX3" fmla="*/ 133350 w 266700"/>
                  <a:gd name="connsiteY3" fmla="*/ 266700 h 361950"/>
                  <a:gd name="connsiteX4" fmla="*/ 266700 w 266700"/>
                  <a:gd name="connsiteY4" fmla="*/ 266700 h 361950"/>
                  <a:gd name="connsiteX5" fmla="*/ 266700 w 266700"/>
                  <a:gd name="connsiteY5" fmla="*/ 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6700" h="361950">
                    <a:moveTo>
                      <a:pt x="0" y="0"/>
                    </a:moveTo>
                    <a:lnTo>
                      <a:pt x="0" y="180975"/>
                    </a:lnTo>
                    <a:cubicBezTo>
                      <a:pt x="0" y="280921"/>
                      <a:pt x="59703" y="361950"/>
                      <a:pt x="133350" y="361950"/>
                    </a:cubicBezTo>
                    <a:lnTo>
                      <a:pt x="133350" y="266700"/>
                    </a:lnTo>
                    <a:lnTo>
                      <a:pt x="266700" y="266700"/>
                    </a:lnTo>
                    <a:lnTo>
                      <a:pt x="26670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1FA2252C-7E8C-4042-A948-F777CB6D8C4F}"/>
                  </a:ext>
                </a:extLst>
              </p:cNvPr>
              <p:cNvSpPr/>
              <p:nvPr/>
            </p:nvSpPr>
            <p:spPr>
              <a:xfrm>
                <a:off x="6057900" y="3295650"/>
                <a:ext cx="266700" cy="361950"/>
              </a:xfrm>
              <a:custGeom>
                <a:avLst/>
                <a:gdLst>
                  <a:gd name="connsiteX0" fmla="*/ 257175 w 266700"/>
                  <a:gd name="connsiteY0" fmla="*/ 9525 h 361950"/>
                  <a:gd name="connsiteX1" fmla="*/ 257175 w 266700"/>
                  <a:gd name="connsiteY1" fmla="*/ 257175 h 361950"/>
                  <a:gd name="connsiteX2" fmla="*/ 123825 w 266700"/>
                  <a:gd name="connsiteY2" fmla="*/ 257175 h 361950"/>
                  <a:gd name="connsiteX3" fmla="*/ 123825 w 266700"/>
                  <a:gd name="connsiteY3" fmla="*/ 351920 h 361950"/>
                  <a:gd name="connsiteX4" fmla="*/ 9525 w 266700"/>
                  <a:gd name="connsiteY4" fmla="*/ 180975 h 361950"/>
                  <a:gd name="connsiteX5" fmla="*/ 9525 w 266700"/>
                  <a:gd name="connsiteY5" fmla="*/ 9525 h 361950"/>
                  <a:gd name="connsiteX6" fmla="*/ 257175 w 266700"/>
                  <a:gd name="connsiteY6" fmla="*/ 9525 h 361950"/>
                  <a:gd name="connsiteX7" fmla="*/ 266700 w 266700"/>
                  <a:gd name="connsiteY7" fmla="*/ 0 h 361950"/>
                  <a:gd name="connsiteX8" fmla="*/ 0 w 266700"/>
                  <a:gd name="connsiteY8" fmla="*/ 0 h 361950"/>
                  <a:gd name="connsiteX9" fmla="*/ 0 w 266700"/>
                  <a:gd name="connsiteY9" fmla="*/ 180975 h 361950"/>
                  <a:gd name="connsiteX10" fmla="*/ 133350 w 266700"/>
                  <a:gd name="connsiteY10" fmla="*/ 361950 h 361950"/>
                  <a:gd name="connsiteX11" fmla="*/ 133350 w 266700"/>
                  <a:gd name="connsiteY11" fmla="*/ 266700 h 361950"/>
                  <a:gd name="connsiteX12" fmla="*/ 266700 w 266700"/>
                  <a:gd name="connsiteY12" fmla="*/ 266700 h 361950"/>
                  <a:gd name="connsiteX13" fmla="*/ 266700 w 266700"/>
                  <a:gd name="connsiteY13" fmla="*/ 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6700" h="361950">
                    <a:moveTo>
                      <a:pt x="257175" y="9525"/>
                    </a:moveTo>
                    <a:lnTo>
                      <a:pt x="257175" y="257175"/>
                    </a:lnTo>
                    <a:lnTo>
                      <a:pt x="123825" y="257175"/>
                    </a:lnTo>
                    <a:lnTo>
                      <a:pt x="123825" y="351920"/>
                    </a:lnTo>
                    <a:cubicBezTo>
                      <a:pt x="60007" y="345167"/>
                      <a:pt x="9525" y="271072"/>
                      <a:pt x="9525" y="180975"/>
                    </a:cubicBezTo>
                    <a:lnTo>
                      <a:pt x="9525" y="9525"/>
                    </a:lnTo>
                    <a:lnTo>
                      <a:pt x="257175" y="9525"/>
                    </a:lnTo>
                    <a:moveTo>
                      <a:pt x="266700" y="0"/>
                    </a:moveTo>
                    <a:lnTo>
                      <a:pt x="0" y="0"/>
                    </a:lnTo>
                    <a:lnTo>
                      <a:pt x="0" y="180975"/>
                    </a:lnTo>
                    <a:cubicBezTo>
                      <a:pt x="0" y="280921"/>
                      <a:pt x="59703" y="361950"/>
                      <a:pt x="133350" y="361950"/>
                    </a:cubicBezTo>
                    <a:lnTo>
                      <a:pt x="133350" y="266700"/>
                    </a:lnTo>
                    <a:lnTo>
                      <a:pt x="266700" y="266700"/>
                    </a:lnTo>
                    <a:lnTo>
                      <a:pt x="26670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490B170F-CADE-BE42-BA4C-6729EC51B8C1}"/>
              </a:ext>
            </a:extLst>
          </p:cNvPr>
          <p:cNvSpPr/>
          <p:nvPr userDrawn="1"/>
        </p:nvSpPr>
        <p:spPr>
          <a:xfrm>
            <a:off x="-867435" y="5064877"/>
            <a:ext cx="2972460" cy="2972460"/>
          </a:xfrm>
          <a:prstGeom prst="ellipse">
            <a:avLst/>
          </a:prstGeom>
          <a:noFill/>
          <a:ln w="19050">
            <a:solidFill>
              <a:schemeClr val="accent1">
                <a:lumMod val="40000"/>
                <a:lumOff val="60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272416744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/quote/ic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824675-3BAC-404D-9E2B-53B64A1A46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DE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847A2EEC-C13B-174C-89D9-5F31350888E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048067" y="4887442"/>
            <a:ext cx="3124758" cy="365125"/>
          </a:xfrm>
        </p:spPr>
        <p:txBody>
          <a:bodyPr anchor="ctr" anchorCtr="0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Name</a:t>
            </a:r>
          </a:p>
        </p:txBody>
      </p:sp>
      <p:sp>
        <p:nvSpPr>
          <p:cNvPr id="26" name="Text Placeholder 17">
            <a:extLst>
              <a:ext uri="{FF2B5EF4-FFF2-40B4-BE49-F238E27FC236}">
                <a16:creationId xmlns:a16="http://schemas.microsoft.com/office/drawing/2014/main" id="{D8E3778E-86B7-8141-9E64-E4096A1EFD9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048067" y="5309962"/>
            <a:ext cx="3124758" cy="672073"/>
          </a:xfrm>
        </p:spPr>
        <p:txBody>
          <a:bodyPr>
            <a:normAutofit/>
          </a:bodyPr>
          <a:lstStyle>
            <a:lvl1pPr marL="0" indent="0" algn="ctr">
              <a:buNone/>
              <a:defRPr sz="1200">
                <a:solidFill>
                  <a:schemeClr val="tx2"/>
                </a:solidFill>
              </a:defRPr>
            </a:lvl1pPr>
            <a:lvl2pPr marL="457200" indent="0" algn="ctr">
              <a:buNone/>
              <a:defRPr/>
            </a:lvl2pPr>
          </a:lstStyle>
          <a:p>
            <a:pPr lvl="0"/>
            <a:r>
              <a:rPr lang="en-DE" dirty="0"/>
              <a:t>Function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94B20E6-BEA6-1341-BEEB-7EB325FCB77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572629" y="1952625"/>
            <a:ext cx="9046744" cy="2697163"/>
          </a:xfrm>
        </p:spPr>
        <p:txBody>
          <a:bodyPr anchor="ctr">
            <a:normAutofit/>
          </a:bodyPr>
          <a:lstStyle>
            <a:lvl1pPr marL="0" indent="0" algn="ctr">
              <a:buNone/>
              <a:defRPr sz="2400"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Quote</a:t>
            </a:r>
            <a:endParaRPr lang="en-GB" dirty="0"/>
          </a:p>
        </p:txBody>
      </p:sp>
      <p:grpSp>
        <p:nvGrpSpPr>
          <p:cNvPr id="6" name="Graphic 4">
            <a:extLst>
              <a:ext uri="{FF2B5EF4-FFF2-40B4-BE49-F238E27FC236}">
                <a16:creationId xmlns:a16="http://schemas.microsoft.com/office/drawing/2014/main" id="{160B84A9-939A-B048-9963-AEDF441CB5D8}"/>
              </a:ext>
            </a:extLst>
          </p:cNvPr>
          <p:cNvGrpSpPr/>
          <p:nvPr/>
        </p:nvGrpSpPr>
        <p:grpSpPr>
          <a:xfrm>
            <a:off x="281238" y="1743668"/>
            <a:ext cx="1475874" cy="1475874"/>
            <a:chOff x="5791200" y="3124200"/>
            <a:chExt cx="609600" cy="609600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CD37085-CA50-5640-8B6E-C25B17EC9D46}"/>
                </a:ext>
              </a:extLst>
            </p:cNvPr>
            <p:cNvSpPr/>
            <p:nvPr/>
          </p:nvSpPr>
          <p:spPr>
            <a:xfrm>
              <a:off x="5791200" y="3124200"/>
              <a:ext cx="609600" cy="609600"/>
            </a:xfrm>
            <a:custGeom>
              <a:avLst/>
              <a:gdLst>
                <a:gd name="connsiteX0" fmla="*/ 0 w 609600"/>
                <a:gd name="connsiteY0" fmla="*/ 0 h 609600"/>
                <a:gd name="connsiteX1" fmla="*/ 609600 w 609600"/>
                <a:gd name="connsiteY1" fmla="*/ 0 h 609600"/>
                <a:gd name="connsiteX2" fmla="*/ 609600 w 609600"/>
                <a:gd name="connsiteY2" fmla="*/ 609600 h 609600"/>
                <a:gd name="connsiteX3" fmla="*/ 0 w 609600"/>
                <a:gd name="connsiteY3" fmla="*/ 609600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9600" h="609600">
                  <a:moveTo>
                    <a:pt x="0" y="0"/>
                  </a:moveTo>
                  <a:lnTo>
                    <a:pt x="609600" y="0"/>
                  </a:lnTo>
                  <a:lnTo>
                    <a:pt x="609600" y="609600"/>
                  </a:lnTo>
                  <a:lnTo>
                    <a:pt x="0" y="60960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" name="Graphic 4">
              <a:extLst>
                <a:ext uri="{FF2B5EF4-FFF2-40B4-BE49-F238E27FC236}">
                  <a16:creationId xmlns:a16="http://schemas.microsoft.com/office/drawing/2014/main" id="{7D80DE45-41D6-C741-BF4B-5E28F614B7AE}"/>
                </a:ext>
              </a:extLst>
            </p:cNvPr>
            <p:cNvGrpSpPr/>
            <p:nvPr/>
          </p:nvGrpSpPr>
          <p:grpSpPr>
            <a:xfrm>
              <a:off x="5867400" y="3200400"/>
              <a:ext cx="457200" cy="457200"/>
              <a:chOff x="5867400" y="3200400"/>
              <a:chExt cx="457200" cy="457200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18D409CA-5C75-8146-B607-D5BB849293F9}"/>
                  </a:ext>
                </a:extLst>
              </p:cNvPr>
              <p:cNvSpPr/>
              <p:nvPr/>
            </p:nvSpPr>
            <p:spPr>
              <a:xfrm>
                <a:off x="5867400" y="3200400"/>
                <a:ext cx="266700" cy="361950"/>
              </a:xfrm>
              <a:custGeom>
                <a:avLst/>
                <a:gdLst>
                  <a:gd name="connsiteX0" fmla="*/ 0 w 266700"/>
                  <a:gd name="connsiteY0" fmla="*/ 0 h 361950"/>
                  <a:gd name="connsiteX1" fmla="*/ 0 w 266700"/>
                  <a:gd name="connsiteY1" fmla="*/ 180975 h 361950"/>
                  <a:gd name="connsiteX2" fmla="*/ 133350 w 266700"/>
                  <a:gd name="connsiteY2" fmla="*/ 361950 h 361950"/>
                  <a:gd name="connsiteX3" fmla="*/ 133350 w 266700"/>
                  <a:gd name="connsiteY3" fmla="*/ 266700 h 361950"/>
                  <a:gd name="connsiteX4" fmla="*/ 266700 w 266700"/>
                  <a:gd name="connsiteY4" fmla="*/ 266700 h 361950"/>
                  <a:gd name="connsiteX5" fmla="*/ 266700 w 266700"/>
                  <a:gd name="connsiteY5" fmla="*/ 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6700" h="361950">
                    <a:moveTo>
                      <a:pt x="0" y="0"/>
                    </a:moveTo>
                    <a:lnTo>
                      <a:pt x="0" y="180975"/>
                    </a:lnTo>
                    <a:cubicBezTo>
                      <a:pt x="0" y="280921"/>
                      <a:pt x="59703" y="361950"/>
                      <a:pt x="133350" y="361950"/>
                    </a:cubicBezTo>
                    <a:lnTo>
                      <a:pt x="133350" y="266700"/>
                    </a:lnTo>
                    <a:lnTo>
                      <a:pt x="266700" y="266700"/>
                    </a:lnTo>
                    <a:lnTo>
                      <a:pt x="26670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4795B5D6-3003-4B42-A902-CA90493D229B}"/>
                  </a:ext>
                </a:extLst>
              </p:cNvPr>
              <p:cNvSpPr/>
              <p:nvPr/>
            </p:nvSpPr>
            <p:spPr>
              <a:xfrm>
                <a:off x="6057900" y="3295650"/>
                <a:ext cx="266700" cy="361950"/>
              </a:xfrm>
              <a:custGeom>
                <a:avLst/>
                <a:gdLst>
                  <a:gd name="connsiteX0" fmla="*/ 257175 w 266700"/>
                  <a:gd name="connsiteY0" fmla="*/ 9525 h 361950"/>
                  <a:gd name="connsiteX1" fmla="*/ 257175 w 266700"/>
                  <a:gd name="connsiteY1" fmla="*/ 257175 h 361950"/>
                  <a:gd name="connsiteX2" fmla="*/ 123825 w 266700"/>
                  <a:gd name="connsiteY2" fmla="*/ 257175 h 361950"/>
                  <a:gd name="connsiteX3" fmla="*/ 123825 w 266700"/>
                  <a:gd name="connsiteY3" fmla="*/ 351920 h 361950"/>
                  <a:gd name="connsiteX4" fmla="*/ 9525 w 266700"/>
                  <a:gd name="connsiteY4" fmla="*/ 180975 h 361950"/>
                  <a:gd name="connsiteX5" fmla="*/ 9525 w 266700"/>
                  <a:gd name="connsiteY5" fmla="*/ 9525 h 361950"/>
                  <a:gd name="connsiteX6" fmla="*/ 257175 w 266700"/>
                  <a:gd name="connsiteY6" fmla="*/ 9525 h 361950"/>
                  <a:gd name="connsiteX7" fmla="*/ 266700 w 266700"/>
                  <a:gd name="connsiteY7" fmla="*/ 0 h 361950"/>
                  <a:gd name="connsiteX8" fmla="*/ 0 w 266700"/>
                  <a:gd name="connsiteY8" fmla="*/ 0 h 361950"/>
                  <a:gd name="connsiteX9" fmla="*/ 0 w 266700"/>
                  <a:gd name="connsiteY9" fmla="*/ 180975 h 361950"/>
                  <a:gd name="connsiteX10" fmla="*/ 133350 w 266700"/>
                  <a:gd name="connsiteY10" fmla="*/ 361950 h 361950"/>
                  <a:gd name="connsiteX11" fmla="*/ 133350 w 266700"/>
                  <a:gd name="connsiteY11" fmla="*/ 266700 h 361950"/>
                  <a:gd name="connsiteX12" fmla="*/ 266700 w 266700"/>
                  <a:gd name="connsiteY12" fmla="*/ 266700 h 361950"/>
                  <a:gd name="connsiteX13" fmla="*/ 266700 w 266700"/>
                  <a:gd name="connsiteY13" fmla="*/ 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6700" h="361950">
                    <a:moveTo>
                      <a:pt x="257175" y="9525"/>
                    </a:moveTo>
                    <a:lnTo>
                      <a:pt x="257175" y="257175"/>
                    </a:lnTo>
                    <a:lnTo>
                      <a:pt x="123825" y="257175"/>
                    </a:lnTo>
                    <a:lnTo>
                      <a:pt x="123825" y="351920"/>
                    </a:lnTo>
                    <a:cubicBezTo>
                      <a:pt x="60007" y="345167"/>
                      <a:pt x="9525" y="271072"/>
                      <a:pt x="9525" y="180975"/>
                    </a:cubicBezTo>
                    <a:lnTo>
                      <a:pt x="9525" y="9525"/>
                    </a:lnTo>
                    <a:lnTo>
                      <a:pt x="257175" y="9525"/>
                    </a:lnTo>
                    <a:moveTo>
                      <a:pt x="266700" y="0"/>
                    </a:moveTo>
                    <a:lnTo>
                      <a:pt x="0" y="0"/>
                    </a:lnTo>
                    <a:lnTo>
                      <a:pt x="0" y="180975"/>
                    </a:lnTo>
                    <a:cubicBezTo>
                      <a:pt x="0" y="280921"/>
                      <a:pt x="59703" y="361950"/>
                      <a:pt x="133350" y="361950"/>
                    </a:cubicBezTo>
                    <a:lnTo>
                      <a:pt x="133350" y="266700"/>
                    </a:lnTo>
                    <a:lnTo>
                      <a:pt x="266700" y="266700"/>
                    </a:lnTo>
                    <a:lnTo>
                      <a:pt x="26670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4" name="Graphic 4">
            <a:extLst>
              <a:ext uri="{FF2B5EF4-FFF2-40B4-BE49-F238E27FC236}">
                <a16:creationId xmlns:a16="http://schemas.microsoft.com/office/drawing/2014/main" id="{26F0B7DE-98A5-7341-A37B-7AE83AF13EB8}"/>
              </a:ext>
            </a:extLst>
          </p:cNvPr>
          <p:cNvGrpSpPr/>
          <p:nvPr userDrawn="1"/>
        </p:nvGrpSpPr>
        <p:grpSpPr>
          <a:xfrm flipH="1">
            <a:off x="10434888" y="3382871"/>
            <a:ext cx="1475874" cy="1475874"/>
            <a:chOff x="5791200" y="3124200"/>
            <a:chExt cx="609600" cy="609600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21A21A6D-3716-3C45-8031-F9D3F05AA02D}"/>
                </a:ext>
              </a:extLst>
            </p:cNvPr>
            <p:cNvSpPr/>
            <p:nvPr/>
          </p:nvSpPr>
          <p:spPr>
            <a:xfrm>
              <a:off x="5791200" y="3124200"/>
              <a:ext cx="609600" cy="609600"/>
            </a:xfrm>
            <a:custGeom>
              <a:avLst/>
              <a:gdLst>
                <a:gd name="connsiteX0" fmla="*/ 0 w 609600"/>
                <a:gd name="connsiteY0" fmla="*/ 0 h 609600"/>
                <a:gd name="connsiteX1" fmla="*/ 609600 w 609600"/>
                <a:gd name="connsiteY1" fmla="*/ 0 h 609600"/>
                <a:gd name="connsiteX2" fmla="*/ 609600 w 609600"/>
                <a:gd name="connsiteY2" fmla="*/ 609600 h 609600"/>
                <a:gd name="connsiteX3" fmla="*/ 0 w 609600"/>
                <a:gd name="connsiteY3" fmla="*/ 609600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9600" h="609600">
                  <a:moveTo>
                    <a:pt x="0" y="0"/>
                  </a:moveTo>
                  <a:lnTo>
                    <a:pt x="609600" y="0"/>
                  </a:lnTo>
                  <a:lnTo>
                    <a:pt x="609600" y="609600"/>
                  </a:lnTo>
                  <a:lnTo>
                    <a:pt x="0" y="60960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" name="Graphic 4">
              <a:extLst>
                <a:ext uri="{FF2B5EF4-FFF2-40B4-BE49-F238E27FC236}">
                  <a16:creationId xmlns:a16="http://schemas.microsoft.com/office/drawing/2014/main" id="{44EBB438-0DF4-BB4D-AF07-836427DE569D}"/>
                </a:ext>
              </a:extLst>
            </p:cNvPr>
            <p:cNvGrpSpPr/>
            <p:nvPr/>
          </p:nvGrpSpPr>
          <p:grpSpPr>
            <a:xfrm>
              <a:off x="5867400" y="3200400"/>
              <a:ext cx="457200" cy="457200"/>
              <a:chOff x="5867400" y="3200400"/>
              <a:chExt cx="457200" cy="457200"/>
            </a:xfrm>
          </p:grpSpPr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DCF64E6A-899F-0A41-85D9-FAC29F07B16A}"/>
                  </a:ext>
                </a:extLst>
              </p:cNvPr>
              <p:cNvSpPr/>
              <p:nvPr/>
            </p:nvSpPr>
            <p:spPr>
              <a:xfrm>
                <a:off x="5867400" y="3200400"/>
                <a:ext cx="266700" cy="361950"/>
              </a:xfrm>
              <a:custGeom>
                <a:avLst/>
                <a:gdLst>
                  <a:gd name="connsiteX0" fmla="*/ 0 w 266700"/>
                  <a:gd name="connsiteY0" fmla="*/ 0 h 361950"/>
                  <a:gd name="connsiteX1" fmla="*/ 0 w 266700"/>
                  <a:gd name="connsiteY1" fmla="*/ 180975 h 361950"/>
                  <a:gd name="connsiteX2" fmla="*/ 133350 w 266700"/>
                  <a:gd name="connsiteY2" fmla="*/ 361950 h 361950"/>
                  <a:gd name="connsiteX3" fmla="*/ 133350 w 266700"/>
                  <a:gd name="connsiteY3" fmla="*/ 266700 h 361950"/>
                  <a:gd name="connsiteX4" fmla="*/ 266700 w 266700"/>
                  <a:gd name="connsiteY4" fmla="*/ 266700 h 361950"/>
                  <a:gd name="connsiteX5" fmla="*/ 266700 w 266700"/>
                  <a:gd name="connsiteY5" fmla="*/ 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6700" h="361950">
                    <a:moveTo>
                      <a:pt x="0" y="0"/>
                    </a:moveTo>
                    <a:lnTo>
                      <a:pt x="0" y="180975"/>
                    </a:lnTo>
                    <a:cubicBezTo>
                      <a:pt x="0" y="280921"/>
                      <a:pt x="59703" y="361950"/>
                      <a:pt x="133350" y="361950"/>
                    </a:cubicBezTo>
                    <a:lnTo>
                      <a:pt x="133350" y="266700"/>
                    </a:lnTo>
                    <a:lnTo>
                      <a:pt x="266700" y="266700"/>
                    </a:lnTo>
                    <a:lnTo>
                      <a:pt x="26670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6A4FB5CB-9186-F842-A77B-AB8568BAE370}"/>
                  </a:ext>
                </a:extLst>
              </p:cNvPr>
              <p:cNvSpPr/>
              <p:nvPr/>
            </p:nvSpPr>
            <p:spPr>
              <a:xfrm>
                <a:off x="6057900" y="3295650"/>
                <a:ext cx="266700" cy="361950"/>
              </a:xfrm>
              <a:custGeom>
                <a:avLst/>
                <a:gdLst>
                  <a:gd name="connsiteX0" fmla="*/ 257175 w 266700"/>
                  <a:gd name="connsiteY0" fmla="*/ 9525 h 361950"/>
                  <a:gd name="connsiteX1" fmla="*/ 257175 w 266700"/>
                  <a:gd name="connsiteY1" fmla="*/ 257175 h 361950"/>
                  <a:gd name="connsiteX2" fmla="*/ 123825 w 266700"/>
                  <a:gd name="connsiteY2" fmla="*/ 257175 h 361950"/>
                  <a:gd name="connsiteX3" fmla="*/ 123825 w 266700"/>
                  <a:gd name="connsiteY3" fmla="*/ 351920 h 361950"/>
                  <a:gd name="connsiteX4" fmla="*/ 9525 w 266700"/>
                  <a:gd name="connsiteY4" fmla="*/ 180975 h 361950"/>
                  <a:gd name="connsiteX5" fmla="*/ 9525 w 266700"/>
                  <a:gd name="connsiteY5" fmla="*/ 9525 h 361950"/>
                  <a:gd name="connsiteX6" fmla="*/ 257175 w 266700"/>
                  <a:gd name="connsiteY6" fmla="*/ 9525 h 361950"/>
                  <a:gd name="connsiteX7" fmla="*/ 266700 w 266700"/>
                  <a:gd name="connsiteY7" fmla="*/ 0 h 361950"/>
                  <a:gd name="connsiteX8" fmla="*/ 0 w 266700"/>
                  <a:gd name="connsiteY8" fmla="*/ 0 h 361950"/>
                  <a:gd name="connsiteX9" fmla="*/ 0 w 266700"/>
                  <a:gd name="connsiteY9" fmla="*/ 180975 h 361950"/>
                  <a:gd name="connsiteX10" fmla="*/ 133350 w 266700"/>
                  <a:gd name="connsiteY10" fmla="*/ 361950 h 361950"/>
                  <a:gd name="connsiteX11" fmla="*/ 133350 w 266700"/>
                  <a:gd name="connsiteY11" fmla="*/ 266700 h 361950"/>
                  <a:gd name="connsiteX12" fmla="*/ 266700 w 266700"/>
                  <a:gd name="connsiteY12" fmla="*/ 266700 h 361950"/>
                  <a:gd name="connsiteX13" fmla="*/ 266700 w 266700"/>
                  <a:gd name="connsiteY13" fmla="*/ 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6700" h="361950">
                    <a:moveTo>
                      <a:pt x="257175" y="9525"/>
                    </a:moveTo>
                    <a:lnTo>
                      <a:pt x="257175" y="257175"/>
                    </a:lnTo>
                    <a:lnTo>
                      <a:pt x="123825" y="257175"/>
                    </a:lnTo>
                    <a:lnTo>
                      <a:pt x="123825" y="351920"/>
                    </a:lnTo>
                    <a:cubicBezTo>
                      <a:pt x="60007" y="345167"/>
                      <a:pt x="9525" y="271072"/>
                      <a:pt x="9525" y="180975"/>
                    </a:cubicBezTo>
                    <a:lnTo>
                      <a:pt x="9525" y="9525"/>
                    </a:lnTo>
                    <a:lnTo>
                      <a:pt x="257175" y="9525"/>
                    </a:lnTo>
                    <a:moveTo>
                      <a:pt x="266700" y="0"/>
                    </a:moveTo>
                    <a:lnTo>
                      <a:pt x="0" y="0"/>
                    </a:lnTo>
                    <a:lnTo>
                      <a:pt x="0" y="180975"/>
                    </a:lnTo>
                    <a:cubicBezTo>
                      <a:pt x="0" y="280921"/>
                      <a:pt x="59703" y="361950"/>
                      <a:pt x="133350" y="361950"/>
                    </a:cubicBezTo>
                    <a:lnTo>
                      <a:pt x="133350" y="266700"/>
                    </a:lnTo>
                    <a:lnTo>
                      <a:pt x="266700" y="266700"/>
                    </a:lnTo>
                    <a:lnTo>
                      <a:pt x="26670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533692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/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martArt Placeholder 6">
            <a:extLst>
              <a:ext uri="{FF2B5EF4-FFF2-40B4-BE49-F238E27FC236}">
                <a16:creationId xmlns:a16="http://schemas.microsoft.com/office/drawing/2014/main" id="{0FEE956E-CDAA-584D-A236-9CDD1AFE0502}"/>
              </a:ext>
            </a:extLst>
          </p:cNvPr>
          <p:cNvSpPr>
            <a:spLocks noGrp="1"/>
          </p:cNvSpPr>
          <p:nvPr>
            <p:ph type="dgm" sz="quarter" idx="11" hasCustomPrompt="1"/>
          </p:nvPr>
        </p:nvSpPr>
        <p:spPr>
          <a:xfrm>
            <a:off x="1309688" y="2655888"/>
            <a:ext cx="9239250" cy="1309687"/>
          </a:xfrm>
          <a:solidFill>
            <a:schemeClr val="accent1"/>
          </a:solidFill>
          <a:ln>
            <a:noFill/>
          </a:ln>
        </p:spPr>
        <p:txBody>
          <a:bodyPr anchor="t" anchorCtr="1">
            <a:normAutofit/>
          </a:bodyPr>
          <a:lstStyle>
            <a:lvl1pPr marL="0" indent="0">
              <a:buNone/>
              <a:defRPr sz="800"/>
            </a:lvl1pPr>
          </a:lstStyle>
          <a:p>
            <a:r>
              <a:rPr lang="en-GB" dirty="0"/>
              <a:t> 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DCA5A6-744D-914D-B8EA-C25298CE8C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D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879344D-AF10-5449-8ECE-263386E0FEF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549400" y="2492375"/>
            <a:ext cx="9144000" cy="1059430"/>
          </a:xfrm>
          <a:solidFill>
            <a:schemeClr val="tx1">
              <a:alpha val="80000"/>
            </a:schemeClr>
          </a:solidFill>
        </p:spPr>
        <p:txBody>
          <a:bodyPr lIns="360000" tIns="360000" rIns="360000" bIns="360000" anchor="t" anchorCtr="1">
            <a:spAutoFit/>
          </a:bodyPr>
          <a:lstStyle>
            <a:lvl1pPr marL="0" indent="0" algn="ctr">
              <a:buNone/>
              <a:defRPr sz="2400">
                <a:solidFill>
                  <a:schemeClr val="bg1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Statement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5784618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/map_world/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1" name="Graphic 4">
            <a:extLst>
              <a:ext uri="{FF2B5EF4-FFF2-40B4-BE49-F238E27FC236}">
                <a16:creationId xmlns:a16="http://schemas.microsoft.com/office/drawing/2014/main" id="{2B81E4DF-711B-F74A-8766-FF0E47DF1648}"/>
              </a:ext>
            </a:extLst>
          </p:cNvPr>
          <p:cNvGrpSpPr/>
          <p:nvPr/>
        </p:nvGrpSpPr>
        <p:grpSpPr>
          <a:xfrm>
            <a:off x="-330200" y="-565409"/>
            <a:ext cx="12699941" cy="7599964"/>
            <a:chOff x="-330200" y="-565409"/>
            <a:chExt cx="12699941" cy="7599964"/>
          </a:xfrm>
          <a:solidFill>
            <a:schemeClr val="bg1">
              <a:lumMod val="95000"/>
            </a:schemeClr>
          </a:solidFill>
        </p:grpSpPr>
        <p:sp>
          <p:nvSpPr>
            <p:cNvPr id="2292" name="Freeform 2291">
              <a:extLst>
                <a:ext uri="{FF2B5EF4-FFF2-40B4-BE49-F238E27FC236}">
                  <a16:creationId xmlns:a16="http://schemas.microsoft.com/office/drawing/2014/main" id="{FD4AF568-758C-774C-A8B6-43C4D7D9DA3D}"/>
                </a:ext>
              </a:extLst>
            </p:cNvPr>
            <p:cNvSpPr/>
            <p:nvPr/>
          </p:nvSpPr>
          <p:spPr>
            <a:xfrm>
              <a:off x="5300921" y="2036218"/>
              <a:ext cx="4917" cy="4918"/>
            </a:xfrm>
            <a:custGeom>
              <a:avLst/>
              <a:gdLst>
                <a:gd name="connsiteX0" fmla="*/ 4918 w 4917"/>
                <a:gd name="connsiteY0" fmla="*/ 4918 h 4918"/>
                <a:gd name="connsiteX1" fmla="*/ 3279 w 4917"/>
                <a:gd name="connsiteY1" fmla="*/ 3279 h 4918"/>
                <a:gd name="connsiteX2" fmla="*/ 0 w 4917"/>
                <a:gd name="connsiteY2" fmla="*/ 0 h 4918"/>
                <a:gd name="connsiteX3" fmla="*/ 1639 w 4917"/>
                <a:gd name="connsiteY3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8">
                  <a:moveTo>
                    <a:pt x="4918" y="4918"/>
                  </a:moveTo>
                  <a:lnTo>
                    <a:pt x="3279" y="3279"/>
                  </a:lnTo>
                  <a:lnTo>
                    <a:pt x="0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3" name="Freeform 2292">
              <a:extLst>
                <a:ext uri="{FF2B5EF4-FFF2-40B4-BE49-F238E27FC236}">
                  <a16:creationId xmlns:a16="http://schemas.microsoft.com/office/drawing/2014/main" id="{ED675C29-ADBB-EA45-9484-D794E2EECF4A}"/>
                </a:ext>
              </a:extLst>
            </p:cNvPr>
            <p:cNvSpPr/>
            <p:nvPr/>
          </p:nvSpPr>
          <p:spPr>
            <a:xfrm>
              <a:off x="5333708" y="2054251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4" name="Freeform 2293">
              <a:extLst>
                <a:ext uri="{FF2B5EF4-FFF2-40B4-BE49-F238E27FC236}">
                  <a16:creationId xmlns:a16="http://schemas.microsoft.com/office/drawing/2014/main" id="{C2A38000-CD58-A246-BFE6-1D3EE9E7B014}"/>
                </a:ext>
              </a:extLst>
            </p:cNvPr>
            <p:cNvSpPr/>
            <p:nvPr/>
          </p:nvSpPr>
          <p:spPr>
            <a:xfrm>
              <a:off x="5341905" y="1955890"/>
              <a:ext cx="4917" cy="3278"/>
            </a:xfrm>
            <a:custGeom>
              <a:avLst/>
              <a:gdLst>
                <a:gd name="connsiteX0" fmla="*/ 3279 w 4917"/>
                <a:gd name="connsiteY0" fmla="*/ 3279 h 3278"/>
                <a:gd name="connsiteX1" fmla="*/ 4918 w 4917"/>
                <a:gd name="connsiteY1" fmla="*/ 0 h 3278"/>
                <a:gd name="connsiteX2" fmla="*/ 1639 w 4917"/>
                <a:gd name="connsiteY2" fmla="*/ 0 h 3278"/>
                <a:gd name="connsiteX3" fmla="*/ 0 w 491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3278">
                  <a:moveTo>
                    <a:pt x="3279" y="3279"/>
                  </a:moveTo>
                  <a:lnTo>
                    <a:pt x="4918" y="0"/>
                  </a:ln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5" name="Freeform 2294">
              <a:extLst>
                <a:ext uri="{FF2B5EF4-FFF2-40B4-BE49-F238E27FC236}">
                  <a16:creationId xmlns:a16="http://schemas.microsoft.com/office/drawing/2014/main" id="{87088087-5556-E743-8B32-4F40A02C4829}"/>
                </a:ext>
              </a:extLst>
            </p:cNvPr>
            <p:cNvSpPr/>
            <p:nvPr/>
          </p:nvSpPr>
          <p:spPr>
            <a:xfrm>
              <a:off x="5356659" y="2087037"/>
              <a:ext cx="8196" cy="3278"/>
            </a:xfrm>
            <a:custGeom>
              <a:avLst/>
              <a:gdLst>
                <a:gd name="connsiteX0" fmla="*/ 8197 w 8196"/>
                <a:gd name="connsiteY0" fmla="*/ 3279 h 3278"/>
                <a:gd name="connsiteX1" fmla="*/ 8197 w 8196"/>
                <a:gd name="connsiteY1" fmla="*/ 1639 h 3278"/>
                <a:gd name="connsiteX2" fmla="*/ 4918 w 8196"/>
                <a:gd name="connsiteY2" fmla="*/ 0 h 3278"/>
                <a:gd name="connsiteX3" fmla="*/ 0 w 8196"/>
                <a:gd name="connsiteY3" fmla="*/ 0 h 3278"/>
                <a:gd name="connsiteX4" fmla="*/ 3279 w 8196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3279"/>
                  </a:moveTo>
                  <a:lnTo>
                    <a:pt x="8197" y="1639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6" name="Freeform 2295">
              <a:extLst>
                <a:ext uri="{FF2B5EF4-FFF2-40B4-BE49-F238E27FC236}">
                  <a16:creationId xmlns:a16="http://schemas.microsoft.com/office/drawing/2014/main" id="{F99083F2-3B60-5A4C-8E9C-6B7426ABA6C6}"/>
                </a:ext>
              </a:extLst>
            </p:cNvPr>
            <p:cNvSpPr/>
            <p:nvPr/>
          </p:nvSpPr>
          <p:spPr>
            <a:xfrm>
              <a:off x="5361577" y="2096873"/>
              <a:ext cx="4917" cy="8196"/>
            </a:xfrm>
            <a:custGeom>
              <a:avLst/>
              <a:gdLst>
                <a:gd name="connsiteX0" fmla="*/ 4918 w 4917"/>
                <a:gd name="connsiteY0" fmla="*/ 8197 h 8196"/>
                <a:gd name="connsiteX1" fmla="*/ 4918 w 4917"/>
                <a:gd name="connsiteY1" fmla="*/ 6557 h 8196"/>
                <a:gd name="connsiteX2" fmla="*/ 4918 w 4917"/>
                <a:gd name="connsiteY2" fmla="*/ 3279 h 8196"/>
                <a:gd name="connsiteX3" fmla="*/ 3278 w 4917"/>
                <a:gd name="connsiteY3" fmla="*/ 0 h 8196"/>
                <a:gd name="connsiteX4" fmla="*/ 0 w 4917"/>
                <a:gd name="connsiteY4" fmla="*/ 0 h 8196"/>
                <a:gd name="connsiteX5" fmla="*/ 3278 w 4917"/>
                <a:gd name="connsiteY5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7" h="8196">
                  <a:moveTo>
                    <a:pt x="4918" y="8197"/>
                  </a:moveTo>
                  <a:lnTo>
                    <a:pt x="4918" y="6557"/>
                  </a:lnTo>
                  <a:lnTo>
                    <a:pt x="4918" y="3279"/>
                  </a:lnTo>
                  <a:lnTo>
                    <a:pt x="3278" y="0"/>
                  </a:lnTo>
                  <a:lnTo>
                    <a:pt x="0" y="0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7" name="Freeform 2296">
              <a:extLst>
                <a:ext uri="{FF2B5EF4-FFF2-40B4-BE49-F238E27FC236}">
                  <a16:creationId xmlns:a16="http://schemas.microsoft.com/office/drawing/2014/main" id="{A94FE691-0590-D645-9A1C-858DF7CB385B}"/>
                </a:ext>
              </a:extLst>
            </p:cNvPr>
            <p:cNvSpPr/>
            <p:nvPr/>
          </p:nvSpPr>
          <p:spPr>
            <a:xfrm>
              <a:off x="2232083" y="4123093"/>
              <a:ext cx="513112" cy="808192"/>
            </a:xfrm>
            <a:custGeom>
              <a:avLst/>
              <a:gdLst>
                <a:gd name="connsiteX0" fmla="*/ 0 w 513112"/>
                <a:gd name="connsiteY0" fmla="*/ 196720 h 808192"/>
                <a:gd name="connsiteX1" fmla="*/ 0 w 513112"/>
                <a:gd name="connsiteY1" fmla="*/ 195081 h 808192"/>
                <a:gd name="connsiteX2" fmla="*/ 1639 w 513112"/>
                <a:gd name="connsiteY2" fmla="*/ 191803 h 808192"/>
                <a:gd name="connsiteX3" fmla="*/ 1639 w 513112"/>
                <a:gd name="connsiteY3" fmla="*/ 188524 h 808192"/>
                <a:gd name="connsiteX4" fmla="*/ 1639 w 513112"/>
                <a:gd name="connsiteY4" fmla="*/ 186884 h 808192"/>
                <a:gd name="connsiteX5" fmla="*/ 3279 w 513112"/>
                <a:gd name="connsiteY5" fmla="*/ 185245 h 808192"/>
                <a:gd name="connsiteX6" fmla="*/ 4918 w 513112"/>
                <a:gd name="connsiteY6" fmla="*/ 185245 h 808192"/>
                <a:gd name="connsiteX7" fmla="*/ 4918 w 513112"/>
                <a:gd name="connsiteY7" fmla="*/ 183606 h 808192"/>
                <a:gd name="connsiteX8" fmla="*/ 6557 w 513112"/>
                <a:gd name="connsiteY8" fmla="*/ 181966 h 808192"/>
                <a:gd name="connsiteX9" fmla="*/ 9836 w 513112"/>
                <a:gd name="connsiteY9" fmla="*/ 178688 h 808192"/>
                <a:gd name="connsiteX10" fmla="*/ 9836 w 513112"/>
                <a:gd name="connsiteY10" fmla="*/ 178688 h 808192"/>
                <a:gd name="connsiteX11" fmla="*/ 11475 w 513112"/>
                <a:gd name="connsiteY11" fmla="*/ 173770 h 808192"/>
                <a:gd name="connsiteX12" fmla="*/ 14754 w 513112"/>
                <a:gd name="connsiteY12" fmla="*/ 170491 h 808192"/>
                <a:gd name="connsiteX13" fmla="*/ 16393 w 513112"/>
                <a:gd name="connsiteY13" fmla="*/ 167213 h 808192"/>
                <a:gd name="connsiteX14" fmla="*/ 19672 w 513112"/>
                <a:gd name="connsiteY14" fmla="*/ 163934 h 808192"/>
                <a:gd name="connsiteX15" fmla="*/ 22951 w 513112"/>
                <a:gd name="connsiteY15" fmla="*/ 160655 h 808192"/>
                <a:gd name="connsiteX16" fmla="*/ 26229 w 513112"/>
                <a:gd name="connsiteY16" fmla="*/ 157376 h 808192"/>
                <a:gd name="connsiteX17" fmla="*/ 31147 w 513112"/>
                <a:gd name="connsiteY17" fmla="*/ 154098 h 808192"/>
                <a:gd name="connsiteX18" fmla="*/ 34426 w 513112"/>
                <a:gd name="connsiteY18" fmla="*/ 152458 h 808192"/>
                <a:gd name="connsiteX19" fmla="*/ 36065 w 513112"/>
                <a:gd name="connsiteY19" fmla="*/ 149180 h 808192"/>
                <a:gd name="connsiteX20" fmla="*/ 36065 w 513112"/>
                <a:gd name="connsiteY20" fmla="*/ 149180 h 808192"/>
                <a:gd name="connsiteX21" fmla="*/ 37705 w 513112"/>
                <a:gd name="connsiteY21" fmla="*/ 149180 h 808192"/>
                <a:gd name="connsiteX22" fmla="*/ 37705 w 513112"/>
                <a:gd name="connsiteY22" fmla="*/ 149180 h 808192"/>
                <a:gd name="connsiteX23" fmla="*/ 39344 w 513112"/>
                <a:gd name="connsiteY23" fmla="*/ 150819 h 808192"/>
                <a:gd name="connsiteX24" fmla="*/ 39344 w 513112"/>
                <a:gd name="connsiteY24" fmla="*/ 152458 h 808192"/>
                <a:gd name="connsiteX25" fmla="*/ 40983 w 513112"/>
                <a:gd name="connsiteY25" fmla="*/ 155737 h 808192"/>
                <a:gd name="connsiteX26" fmla="*/ 40983 w 513112"/>
                <a:gd name="connsiteY26" fmla="*/ 159016 h 808192"/>
                <a:gd name="connsiteX27" fmla="*/ 40983 w 513112"/>
                <a:gd name="connsiteY27" fmla="*/ 163934 h 808192"/>
                <a:gd name="connsiteX28" fmla="*/ 42623 w 513112"/>
                <a:gd name="connsiteY28" fmla="*/ 167213 h 808192"/>
                <a:gd name="connsiteX29" fmla="*/ 44262 w 513112"/>
                <a:gd name="connsiteY29" fmla="*/ 170491 h 808192"/>
                <a:gd name="connsiteX30" fmla="*/ 42623 w 513112"/>
                <a:gd name="connsiteY30" fmla="*/ 172130 h 808192"/>
                <a:gd name="connsiteX31" fmla="*/ 37705 w 513112"/>
                <a:gd name="connsiteY31" fmla="*/ 175409 h 808192"/>
                <a:gd name="connsiteX32" fmla="*/ 34426 w 513112"/>
                <a:gd name="connsiteY32" fmla="*/ 175409 h 808192"/>
                <a:gd name="connsiteX33" fmla="*/ 31147 w 513112"/>
                <a:gd name="connsiteY33" fmla="*/ 178688 h 808192"/>
                <a:gd name="connsiteX34" fmla="*/ 31147 w 513112"/>
                <a:gd name="connsiteY34" fmla="*/ 181966 h 808192"/>
                <a:gd name="connsiteX35" fmla="*/ 32787 w 513112"/>
                <a:gd name="connsiteY35" fmla="*/ 185245 h 808192"/>
                <a:gd name="connsiteX36" fmla="*/ 36065 w 513112"/>
                <a:gd name="connsiteY36" fmla="*/ 186884 h 808192"/>
                <a:gd name="connsiteX37" fmla="*/ 32787 w 513112"/>
                <a:gd name="connsiteY37" fmla="*/ 190163 h 808192"/>
                <a:gd name="connsiteX38" fmla="*/ 32787 w 513112"/>
                <a:gd name="connsiteY38" fmla="*/ 193442 h 808192"/>
                <a:gd name="connsiteX39" fmla="*/ 36065 w 513112"/>
                <a:gd name="connsiteY39" fmla="*/ 196720 h 808192"/>
                <a:gd name="connsiteX40" fmla="*/ 37705 w 513112"/>
                <a:gd name="connsiteY40" fmla="*/ 195081 h 808192"/>
                <a:gd name="connsiteX41" fmla="*/ 42623 w 513112"/>
                <a:gd name="connsiteY41" fmla="*/ 191803 h 808192"/>
                <a:gd name="connsiteX42" fmla="*/ 45901 w 513112"/>
                <a:gd name="connsiteY42" fmla="*/ 188524 h 808192"/>
                <a:gd name="connsiteX43" fmla="*/ 47541 w 513112"/>
                <a:gd name="connsiteY43" fmla="*/ 188524 h 808192"/>
                <a:gd name="connsiteX44" fmla="*/ 50819 w 513112"/>
                <a:gd name="connsiteY44" fmla="*/ 191803 h 808192"/>
                <a:gd name="connsiteX45" fmla="*/ 52459 w 513112"/>
                <a:gd name="connsiteY45" fmla="*/ 193442 h 808192"/>
                <a:gd name="connsiteX46" fmla="*/ 55737 w 513112"/>
                <a:gd name="connsiteY46" fmla="*/ 193442 h 808192"/>
                <a:gd name="connsiteX47" fmla="*/ 59016 w 513112"/>
                <a:gd name="connsiteY47" fmla="*/ 196720 h 808192"/>
                <a:gd name="connsiteX48" fmla="*/ 62295 w 513112"/>
                <a:gd name="connsiteY48" fmla="*/ 195081 h 808192"/>
                <a:gd name="connsiteX49" fmla="*/ 67213 w 513112"/>
                <a:gd name="connsiteY49" fmla="*/ 196720 h 808192"/>
                <a:gd name="connsiteX50" fmla="*/ 70492 w 513112"/>
                <a:gd name="connsiteY50" fmla="*/ 201638 h 808192"/>
                <a:gd name="connsiteX51" fmla="*/ 68852 w 513112"/>
                <a:gd name="connsiteY51" fmla="*/ 201638 h 808192"/>
                <a:gd name="connsiteX52" fmla="*/ 70492 w 513112"/>
                <a:gd name="connsiteY52" fmla="*/ 204917 h 808192"/>
                <a:gd name="connsiteX53" fmla="*/ 72131 w 513112"/>
                <a:gd name="connsiteY53" fmla="*/ 209835 h 808192"/>
                <a:gd name="connsiteX54" fmla="*/ 73770 w 513112"/>
                <a:gd name="connsiteY54" fmla="*/ 213114 h 808192"/>
                <a:gd name="connsiteX55" fmla="*/ 77049 w 513112"/>
                <a:gd name="connsiteY55" fmla="*/ 216393 h 808192"/>
                <a:gd name="connsiteX56" fmla="*/ 80327 w 513112"/>
                <a:gd name="connsiteY56" fmla="*/ 218032 h 808192"/>
                <a:gd name="connsiteX57" fmla="*/ 81967 w 513112"/>
                <a:gd name="connsiteY57" fmla="*/ 218032 h 808192"/>
                <a:gd name="connsiteX58" fmla="*/ 86885 w 513112"/>
                <a:gd name="connsiteY58" fmla="*/ 218032 h 808192"/>
                <a:gd name="connsiteX59" fmla="*/ 86885 w 513112"/>
                <a:gd name="connsiteY59" fmla="*/ 219671 h 808192"/>
                <a:gd name="connsiteX60" fmla="*/ 88524 w 513112"/>
                <a:gd name="connsiteY60" fmla="*/ 219671 h 808192"/>
                <a:gd name="connsiteX61" fmla="*/ 88524 w 513112"/>
                <a:gd name="connsiteY61" fmla="*/ 219671 h 808192"/>
                <a:gd name="connsiteX62" fmla="*/ 90164 w 513112"/>
                <a:gd name="connsiteY62" fmla="*/ 218032 h 808192"/>
                <a:gd name="connsiteX63" fmla="*/ 90164 w 513112"/>
                <a:gd name="connsiteY63" fmla="*/ 214753 h 808192"/>
                <a:gd name="connsiteX64" fmla="*/ 93442 w 513112"/>
                <a:gd name="connsiteY64" fmla="*/ 211474 h 808192"/>
                <a:gd name="connsiteX65" fmla="*/ 93442 w 513112"/>
                <a:gd name="connsiteY65" fmla="*/ 206557 h 808192"/>
                <a:gd name="connsiteX66" fmla="*/ 96721 w 513112"/>
                <a:gd name="connsiteY66" fmla="*/ 203278 h 808192"/>
                <a:gd name="connsiteX67" fmla="*/ 99999 w 513112"/>
                <a:gd name="connsiteY67" fmla="*/ 201638 h 808192"/>
                <a:gd name="connsiteX68" fmla="*/ 101639 w 513112"/>
                <a:gd name="connsiteY68" fmla="*/ 201638 h 808192"/>
                <a:gd name="connsiteX69" fmla="*/ 101639 w 513112"/>
                <a:gd name="connsiteY69" fmla="*/ 198360 h 808192"/>
                <a:gd name="connsiteX70" fmla="*/ 101639 w 513112"/>
                <a:gd name="connsiteY70" fmla="*/ 193442 h 808192"/>
                <a:gd name="connsiteX71" fmla="*/ 101639 w 513112"/>
                <a:gd name="connsiteY71" fmla="*/ 193442 h 808192"/>
                <a:gd name="connsiteX72" fmla="*/ 101639 w 513112"/>
                <a:gd name="connsiteY72" fmla="*/ 188524 h 808192"/>
                <a:gd name="connsiteX73" fmla="*/ 101639 w 513112"/>
                <a:gd name="connsiteY73" fmla="*/ 188524 h 808192"/>
                <a:gd name="connsiteX74" fmla="*/ 103278 w 513112"/>
                <a:gd name="connsiteY74" fmla="*/ 185245 h 808192"/>
                <a:gd name="connsiteX75" fmla="*/ 104917 w 513112"/>
                <a:gd name="connsiteY75" fmla="*/ 181966 h 808192"/>
                <a:gd name="connsiteX76" fmla="*/ 106557 w 513112"/>
                <a:gd name="connsiteY76" fmla="*/ 177048 h 808192"/>
                <a:gd name="connsiteX77" fmla="*/ 106557 w 513112"/>
                <a:gd name="connsiteY77" fmla="*/ 173770 h 808192"/>
                <a:gd name="connsiteX78" fmla="*/ 108196 w 513112"/>
                <a:gd name="connsiteY78" fmla="*/ 170491 h 808192"/>
                <a:gd name="connsiteX79" fmla="*/ 109836 w 513112"/>
                <a:gd name="connsiteY79" fmla="*/ 165573 h 808192"/>
                <a:gd name="connsiteX80" fmla="*/ 111475 w 513112"/>
                <a:gd name="connsiteY80" fmla="*/ 163934 h 808192"/>
                <a:gd name="connsiteX81" fmla="*/ 111475 w 513112"/>
                <a:gd name="connsiteY81" fmla="*/ 160655 h 808192"/>
                <a:gd name="connsiteX82" fmla="*/ 113114 w 513112"/>
                <a:gd name="connsiteY82" fmla="*/ 157376 h 808192"/>
                <a:gd name="connsiteX83" fmla="*/ 113114 w 513112"/>
                <a:gd name="connsiteY83" fmla="*/ 152458 h 808192"/>
                <a:gd name="connsiteX84" fmla="*/ 116393 w 513112"/>
                <a:gd name="connsiteY84" fmla="*/ 150819 h 808192"/>
                <a:gd name="connsiteX85" fmla="*/ 118032 w 513112"/>
                <a:gd name="connsiteY85" fmla="*/ 154098 h 808192"/>
                <a:gd name="connsiteX86" fmla="*/ 119672 w 513112"/>
                <a:gd name="connsiteY86" fmla="*/ 150819 h 808192"/>
                <a:gd name="connsiteX87" fmla="*/ 118032 w 513112"/>
                <a:gd name="connsiteY87" fmla="*/ 145901 h 808192"/>
                <a:gd name="connsiteX88" fmla="*/ 122950 w 513112"/>
                <a:gd name="connsiteY88" fmla="*/ 142622 h 808192"/>
                <a:gd name="connsiteX89" fmla="*/ 124589 w 513112"/>
                <a:gd name="connsiteY89" fmla="*/ 139344 h 808192"/>
                <a:gd name="connsiteX90" fmla="*/ 127868 w 513112"/>
                <a:gd name="connsiteY90" fmla="*/ 134426 h 808192"/>
                <a:gd name="connsiteX91" fmla="*/ 131147 w 513112"/>
                <a:gd name="connsiteY91" fmla="*/ 131147 h 808192"/>
                <a:gd name="connsiteX92" fmla="*/ 132786 w 513112"/>
                <a:gd name="connsiteY92" fmla="*/ 129508 h 808192"/>
                <a:gd name="connsiteX93" fmla="*/ 136065 w 513112"/>
                <a:gd name="connsiteY93" fmla="*/ 129508 h 808192"/>
                <a:gd name="connsiteX94" fmla="*/ 139344 w 513112"/>
                <a:gd name="connsiteY94" fmla="*/ 127868 h 808192"/>
                <a:gd name="connsiteX95" fmla="*/ 142622 w 513112"/>
                <a:gd name="connsiteY95" fmla="*/ 126229 h 808192"/>
                <a:gd name="connsiteX96" fmla="*/ 145901 w 513112"/>
                <a:gd name="connsiteY96" fmla="*/ 124590 h 808192"/>
                <a:gd name="connsiteX97" fmla="*/ 149180 w 513112"/>
                <a:gd name="connsiteY97" fmla="*/ 122950 h 808192"/>
                <a:gd name="connsiteX98" fmla="*/ 152458 w 513112"/>
                <a:gd name="connsiteY98" fmla="*/ 121311 h 808192"/>
                <a:gd name="connsiteX99" fmla="*/ 157376 w 513112"/>
                <a:gd name="connsiteY99" fmla="*/ 121311 h 808192"/>
                <a:gd name="connsiteX100" fmla="*/ 157376 w 513112"/>
                <a:gd name="connsiteY100" fmla="*/ 119671 h 808192"/>
                <a:gd name="connsiteX101" fmla="*/ 162294 w 513112"/>
                <a:gd name="connsiteY101" fmla="*/ 118032 h 808192"/>
                <a:gd name="connsiteX102" fmla="*/ 165573 w 513112"/>
                <a:gd name="connsiteY102" fmla="*/ 118032 h 808192"/>
                <a:gd name="connsiteX103" fmla="*/ 168852 w 513112"/>
                <a:gd name="connsiteY103" fmla="*/ 116393 h 808192"/>
                <a:gd name="connsiteX104" fmla="*/ 173770 w 513112"/>
                <a:gd name="connsiteY104" fmla="*/ 114754 h 808192"/>
                <a:gd name="connsiteX105" fmla="*/ 177048 w 513112"/>
                <a:gd name="connsiteY105" fmla="*/ 113114 h 808192"/>
                <a:gd name="connsiteX106" fmla="*/ 178688 w 513112"/>
                <a:gd name="connsiteY106" fmla="*/ 111475 h 808192"/>
                <a:gd name="connsiteX107" fmla="*/ 181966 w 513112"/>
                <a:gd name="connsiteY107" fmla="*/ 108196 h 808192"/>
                <a:gd name="connsiteX108" fmla="*/ 185245 w 513112"/>
                <a:gd name="connsiteY108" fmla="*/ 104917 h 808192"/>
                <a:gd name="connsiteX109" fmla="*/ 188524 w 513112"/>
                <a:gd name="connsiteY109" fmla="*/ 103278 h 808192"/>
                <a:gd name="connsiteX110" fmla="*/ 191802 w 513112"/>
                <a:gd name="connsiteY110" fmla="*/ 100000 h 808192"/>
                <a:gd name="connsiteX111" fmla="*/ 195081 w 513112"/>
                <a:gd name="connsiteY111" fmla="*/ 96721 h 808192"/>
                <a:gd name="connsiteX112" fmla="*/ 199999 w 513112"/>
                <a:gd name="connsiteY112" fmla="*/ 93442 h 808192"/>
                <a:gd name="connsiteX113" fmla="*/ 199999 w 513112"/>
                <a:gd name="connsiteY113" fmla="*/ 91803 h 808192"/>
                <a:gd name="connsiteX114" fmla="*/ 203278 w 513112"/>
                <a:gd name="connsiteY114" fmla="*/ 88524 h 808192"/>
                <a:gd name="connsiteX115" fmla="*/ 204917 w 513112"/>
                <a:gd name="connsiteY115" fmla="*/ 85246 h 808192"/>
                <a:gd name="connsiteX116" fmla="*/ 208196 w 513112"/>
                <a:gd name="connsiteY116" fmla="*/ 80327 h 808192"/>
                <a:gd name="connsiteX117" fmla="*/ 211474 w 513112"/>
                <a:gd name="connsiteY117" fmla="*/ 77049 h 808192"/>
                <a:gd name="connsiteX118" fmla="*/ 213114 w 513112"/>
                <a:gd name="connsiteY118" fmla="*/ 73770 h 808192"/>
                <a:gd name="connsiteX119" fmla="*/ 216392 w 513112"/>
                <a:gd name="connsiteY119" fmla="*/ 68852 h 808192"/>
                <a:gd name="connsiteX120" fmla="*/ 218032 w 513112"/>
                <a:gd name="connsiteY120" fmla="*/ 67213 h 808192"/>
                <a:gd name="connsiteX121" fmla="*/ 218032 w 513112"/>
                <a:gd name="connsiteY121" fmla="*/ 67213 h 808192"/>
                <a:gd name="connsiteX122" fmla="*/ 219671 w 513112"/>
                <a:gd name="connsiteY122" fmla="*/ 63934 h 808192"/>
                <a:gd name="connsiteX123" fmla="*/ 219671 w 513112"/>
                <a:gd name="connsiteY123" fmla="*/ 59016 h 808192"/>
                <a:gd name="connsiteX124" fmla="*/ 221310 w 513112"/>
                <a:gd name="connsiteY124" fmla="*/ 55737 h 808192"/>
                <a:gd name="connsiteX125" fmla="*/ 221310 w 513112"/>
                <a:gd name="connsiteY125" fmla="*/ 50820 h 808192"/>
                <a:gd name="connsiteX126" fmla="*/ 222950 w 513112"/>
                <a:gd name="connsiteY126" fmla="*/ 47541 h 808192"/>
                <a:gd name="connsiteX127" fmla="*/ 222950 w 513112"/>
                <a:gd name="connsiteY127" fmla="*/ 44262 h 808192"/>
                <a:gd name="connsiteX128" fmla="*/ 224589 w 513112"/>
                <a:gd name="connsiteY128" fmla="*/ 39344 h 808192"/>
                <a:gd name="connsiteX129" fmla="*/ 227868 w 513112"/>
                <a:gd name="connsiteY129" fmla="*/ 42623 h 808192"/>
                <a:gd name="connsiteX130" fmla="*/ 231146 w 513112"/>
                <a:gd name="connsiteY130" fmla="*/ 42623 h 808192"/>
                <a:gd name="connsiteX131" fmla="*/ 231146 w 513112"/>
                <a:gd name="connsiteY131" fmla="*/ 39344 h 808192"/>
                <a:gd name="connsiteX132" fmla="*/ 229507 w 513112"/>
                <a:gd name="connsiteY132" fmla="*/ 36066 h 808192"/>
                <a:gd name="connsiteX133" fmla="*/ 229507 w 513112"/>
                <a:gd name="connsiteY133" fmla="*/ 31147 h 808192"/>
                <a:gd name="connsiteX134" fmla="*/ 229507 w 513112"/>
                <a:gd name="connsiteY134" fmla="*/ 27869 h 808192"/>
                <a:gd name="connsiteX135" fmla="*/ 229507 w 513112"/>
                <a:gd name="connsiteY135" fmla="*/ 27869 h 808192"/>
                <a:gd name="connsiteX136" fmla="*/ 229507 w 513112"/>
                <a:gd name="connsiteY136" fmla="*/ 22951 h 808192"/>
                <a:gd name="connsiteX137" fmla="*/ 226229 w 513112"/>
                <a:gd name="connsiteY137" fmla="*/ 19672 h 808192"/>
                <a:gd name="connsiteX138" fmla="*/ 222950 w 513112"/>
                <a:gd name="connsiteY138" fmla="*/ 16393 h 808192"/>
                <a:gd name="connsiteX139" fmla="*/ 222950 w 513112"/>
                <a:gd name="connsiteY139" fmla="*/ 13114 h 808192"/>
                <a:gd name="connsiteX140" fmla="*/ 219671 w 513112"/>
                <a:gd name="connsiteY140" fmla="*/ 8197 h 808192"/>
                <a:gd name="connsiteX141" fmla="*/ 216392 w 513112"/>
                <a:gd name="connsiteY141" fmla="*/ 6557 h 808192"/>
                <a:gd name="connsiteX142" fmla="*/ 216392 w 513112"/>
                <a:gd name="connsiteY142" fmla="*/ 4918 h 808192"/>
                <a:gd name="connsiteX143" fmla="*/ 216392 w 513112"/>
                <a:gd name="connsiteY143" fmla="*/ 4918 h 808192"/>
                <a:gd name="connsiteX144" fmla="*/ 221310 w 513112"/>
                <a:gd name="connsiteY144" fmla="*/ 4918 h 808192"/>
                <a:gd name="connsiteX145" fmla="*/ 224589 w 513112"/>
                <a:gd name="connsiteY145" fmla="*/ 4918 h 808192"/>
                <a:gd name="connsiteX146" fmla="*/ 229507 w 513112"/>
                <a:gd name="connsiteY146" fmla="*/ 4918 h 808192"/>
                <a:gd name="connsiteX147" fmla="*/ 231146 w 513112"/>
                <a:gd name="connsiteY147" fmla="*/ 0 h 808192"/>
                <a:gd name="connsiteX148" fmla="*/ 236064 w 513112"/>
                <a:gd name="connsiteY148" fmla="*/ 3279 h 808192"/>
                <a:gd name="connsiteX149" fmla="*/ 239343 w 513112"/>
                <a:gd name="connsiteY149" fmla="*/ 4918 h 808192"/>
                <a:gd name="connsiteX150" fmla="*/ 244261 w 513112"/>
                <a:gd name="connsiteY150" fmla="*/ 8197 h 808192"/>
                <a:gd name="connsiteX151" fmla="*/ 247540 w 513112"/>
                <a:gd name="connsiteY151" fmla="*/ 8197 h 808192"/>
                <a:gd name="connsiteX152" fmla="*/ 250819 w 513112"/>
                <a:gd name="connsiteY152" fmla="*/ 11476 h 808192"/>
                <a:gd name="connsiteX153" fmla="*/ 252458 w 513112"/>
                <a:gd name="connsiteY153" fmla="*/ 16393 h 808192"/>
                <a:gd name="connsiteX154" fmla="*/ 257376 w 513112"/>
                <a:gd name="connsiteY154" fmla="*/ 18033 h 808192"/>
                <a:gd name="connsiteX155" fmla="*/ 259015 w 513112"/>
                <a:gd name="connsiteY155" fmla="*/ 21311 h 808192"/>
                <a:gd name="connsiteX156" fmla="*/ 263933 w 513112"/>
                <a:gd name="connsiteY156" fmla="*/ 22951 h 808192"/>
                <a:gd name="connsiteX157" fmla="*/ 263933 w 513112"/>
                <a:gd name="connsiteY157" fmla="*/ 24590 h 808192"/>
                <a:gd name="connsiteX158" fmla="*/ 263933 w 513112"/>
                <a:gd name="connsiteY158" fmla="*/ 27869 h 808192"/>
                <a:gd name="connsiteX159" fmla="*/ 265573 w 513112"/>
                <a:gd name="connsiteY159" fmla="*/ 32787 h 808192"/>
                <a:gd name="connsiteX160" fmla="*/ 267212 w 513112"/>
                <a:gd name="connsiteY160" fmla="*/ 36066 h 808192"/>
                <a:gd name="connsiteX161" fmla="*/ 267212 w 513112"/>
                <a:gd name="connsiteY161" fmla="*/ 39344 h 808192"/>
                <a:gd name="connsiteX162" fmla="*/ 268851 w 513112"/>
                <a:gd name="connsiteY162" fmla="*/ 44262 h 808192"/>
                <a:gd name="connsiteX163" fmla="*/ 273769 w 513112"/>
                <a:gd name="connsiteY163" fmla="*/ 45901 h 808192"/>
                <a:gd name="connsiteX164" fmla="*/ 277048 w 513112"/>
                <a:gd name="connsiteY164" fmla="*/ 44262 h 808192"/>
                <a:gd name="connsiteX165" fmla="*/ 278687 w 513112"/>
                <a:gd name="connsiteY165" fmla="*/ 49180 h 808192"/>
                <a:gd name="connsiteX166" fmla="*/ 281966 w 513112"/>
                <a:gd name="connsiteY166" fmla="*/ 50820 h 808192"/>
                <a:gd name="connsiteX167" fmla="*/ 285245 w 513112"/>
                <a:gd name="connsiteY167" fmla="*/ 54098 h 808192"/>
                <a:gd name="connsiteX168" fmla="*/ 288523 w 513112"/>
                <a:gd name="connsiteY168" fmla="*/ 55737 h 808192"/>
                <a:gd name="connsiteX169" fmla="*/ 291802 w 513112"/>
                <a:gd name="connsiteY169" fmla="*/ 55737 h 808192"/>
                <a:gd name="connsiteX170" fmla="*/ 296720 w 513112"/>
                <a:gd name="connsiteY170" fmla="*/ 59016 h 808192"/>
                <a:gd name="connsiteX171" fmla="*/ 296720 w 513112"/>
                <a:gd name="connsiteY171" fmla="*/ 63934 h 808192"/>
                <a:gd name="connsiteX172" fmla="*/ 298359 w 513112"/>
                <a:gd name="connsiteY172" fmla="*/ 67213 h 808192"/>
                <a:gd name="connsiteX173" fmla="*/ 298359 w 513112"/>
                <a:gd name="connsiteY173" fmla="*/ 72131 h 808192"/>
                <a:gd name="connsiteX174" fmla="*/ 298359 w 513112"/>
                <a:gd name="connsiteY174" fmla="*/ 75410 h 808192"/>
                <a:gd name="connsiteX175" fmla="*/ 301638 w 513112"/>
                <a:gd name="connsiteY175" fmla="*/ 78688 h 808192"/>
                <a:gd name="connsiteX176" fmla="*/ 304916 w 513112"/>
                <a:gd name="connsiteY176" fmla="*/ 81967 h 808192"/>
                <a:gd name="connsiteX177" fmla="*/ 308195 w 513112"/>
                <a:gd name="connsiteY177" fmla="*/ 80327 h 808192"/>
                <a:gd name="connsiteX178" fmla="*/ 313113 w 513112"/>
                <a:gd name="connsiteY178" fmla="*/ 83606 h 808192"/>
                <a:gd name="connsiteX179" fmla="*/ 314753 w 513112"/>
                <a:gd name="connsiteY179" fmla="*/ 86885 h 808192"/>
                <a:gd name="connsiteX180" fmla="*/ 314753 w 513112"/>
                <a:gd name="connsiteY180" fmla="*/ 91803 h 808192"/>
                <a:gd name="connsiteX181" fmla="*/ 314753 w 513112"/>
                <a:gd name="connsiteY181" fmla="*/ 95081 h 808192"/>
                <a:gd name="connsiteX182" fmla="*/ 313113 w 513112"/>
                <a:gd name="connsiteY182" fmla="*/ 100000 h 808192"/>
                <a:gd name="connsiteX183" fmla="*/ 314753 w 513112"/>
                <a:gd name="connsiteY183" fmla="*/ 103278 h 808192"/>
                <a:gd name="connsiteX184" fmla="*/ 318031 w 513112"/>
                <a:gd name="connsiteY184" fmla="*/ 103278 h 808192"/>
                <a:gd name="connsiteX185" fmla="*/ 321310 w 513112"/>
                <a:gd name="connsiteY185" fmla="*/ 108196 h 808192"/>
                <a:gd name="connsiteX186" fmla="*/ 326228 w 513112"/>
                <a:gd name="connsiteY186" fmla="*/ 108196 h 808192"/>
                <a:gd name="connsiteX187" fmla="*/ 329507 w 513112"/>
                <a:gd name="connsiteY187" fmla="*/ 106557 h 808192"/>
                <a:gd name="connsiteX188" fmla="*/ 332785 w 513112"/>
                <a:gd name="connsiteY188" fmla="*/ 106557 h 808192"/>
                <a:gd name="connsiteX189" fmla="*/ 337703 w 513112"/>
                <a:gd name="connsiteY189" fmla="*/ 106557 h 808192"/>
                <a:gd name="connsiteX190" fmla="*/ 340982 w 513112"/>
                <a:gd name="connsiteY190" fmla="*/ 106557 h 808192"/>
                <a:gd name="connsiteX191" fmla="*/ 342621 w 513112"/>
                <a:gd name="connsiteY191" fmla="*/ 106557 h 808192"/>
                <a:gd name="connsiteX192" fmla="*/ 345900 w 513112"/>
                <a:gd name="connsiteY192" fmla="*/ 108196 h 808192"/>
                <a:gd name="connsiteX193" fmla="*/ 349179 w 513112"/>
                <a:gd name="connsiteY193" fmla="*/ 106557 h 808192"/>
                <a:gd name="connsiteX194" fmla="*/ 354097 w 513112"/>
                <a:gd name="connsiteY194" fmla="*/ 106557 h 808192"/>
                <a:gd name="connsiteX195" fmla="*/ 357375 w 513112"/>
                <a:gd name="connsiteY195" fmla="*/ 103278 h 808192"/>
                <a:gd name="connsiteX196" fmla="*/ 359015 w 513112"/>
                <a:gd name="connsiteY196" fmla="*/ 103278 h 808192"/>
                <a:gd name="connsiteX197" fmla="*/ 363933 w 513112"/>
                <a:gd name="connsiteY197" fmla="*/ 100000 h 808192"/>
                <a:gd name="connsiteX198" fmla="*/ 365572 w 513112"/>
                <a:gd name="connsiteY198" fmla="*/ 96721 h 808192"/>
                <a:gd name="connsiteX199" fmla="*/ 367211 w 513112"/>
                <a:gd name="connsiteY199" fmla="*/ 95081 h 808192"/>
                <a:gd name="connsiteX200" fmla="*/ 370490 w 513112"/>
                <a:gd name="connsiteY200" fmla="*/ 96721 h 808192"/>
                <a:gd name="connsiteX201" fmla="*/ 375408 w 513112"/>
                <a:gd name="connsiteY201" fmla="*/ 98360 h 808192"/>
                <a:gd name="connsiteX202" fmla="*/ 377047 w 513112"/>
                <a:gd name="connsiteY202" fmla="*/ 101639 h 808192"/>
                <a:gd name="connsiteX203" fmla="*/ 380326 w 513112"/>
                <a:gd name="connsiteY203" fmla="*/ 103278 h 808192"/>
                <a:gd name="connsiteX204" fmla="*/ 385244 w 513112"/>
                <a:gd name="connsiteY204" fmla="*/ 103278 h 808192"/>
                <a:gd name="connsiteX205" fmla="*/ 388523 w 513112"/>
                <a:gd name="connsiteY205" fmla="*/ 103278 h 808192"/>
                <a:gd name="connsiteX206" fmla="*/ 393441 w 513112"/>
                <a:gd name="connsiteY206" fmla="*/ 100000 h 808192"/>
                <a:gd name="connsiteX207" fmla="*/ 396719 w 513112"/>
                <a:gd name="connsiteY207" fmla="*/ 96721 h 808192"/>
                <a:gd name="connsiteX208" fmla="*/ 399998 w 513112"/>
                <a:gd name="connsiteY208" fmla="*/ 96721 h 808192"/>
                <a:gd name="connsiteX209" fmla="*/ 404916 w 513112"/>
                <a:gd name="connsiteY209" fmla="*/ 100000 h 808192"/>
                <a:gd name="connsiteX210" fmla="*/ 408195 w 513112"/>
                <a:gd name="connsiteY210" fmla="*/ 103278 h 808192"/>
                <a:gd name="connsiteX211" fmla="*/ 409834 w 513112"/>
                <a:gd name="connsiteY211" fmla="*/ 106557 h 808192"/>
                <a:gd name="connsiteX212" fmla="*/ 414752 w 513112"/>
                <a:gd name="connsiteY212" fmla="*/ 108196 h 808192"/>
                <a:gd name="connsiteX213" fmla="*/ 418031 w 513112"/>
                <a:gd name="connsiteY213" fmla="*/ 109836 h 808192"/>
                <a:gd name="connsiteX214" fmla="*/ 421310 w 513112"/>
                <a:gd name="connsiteY214" fmla="*/ 109836 h 808192"/>
                <a:gd name="connsiteX215" fmla="*/ 426228 w 513112"/>
                <a:gd name="connsiteY215" fmla="*/ 113114 h 808192"/>
                <a:gd name="connsiteX216" fmla="*/ 427867 w 513112"/>
                <a:gd name="connsiteY216" fmla="*/ 116393 h 808192"/>
                <a:gd name="connsiteX217" fmla="*/ 431146 w 513112"/>
                <a:gd name="connsiteY217" fmla="*/ 119671 h 808192"/>
                <a:gd name="connsiteX218" fmla="*/ 432785 w 513112"/>
                <a:gd name="connsiteY218" fmla="*/ 119671 h 808192"/>
                <a:gd name="connsiteX219" fmla="*/ 429506 w 513112"/>
                <a:gd name="connsiteY219" fmla="*/ 122950 h 808192"/>
                <a:gd name="connsiteX220" fmla="*/ 427867 w 513112"/>
                <a:gd name="connsiteY220" fmla="*/ 127868 h 808192"/>
                <a:gd name="connsiteX221" fmla="*/ 426228 w 513112"/>
                <a:gd name="connsiteY221" fmla="*/ 131147 h 808192"/>
                <a:gd name="connsiteX222" fmla="*/ 422949 w 513112"/>
                <a:gd name="connsiteY222" fmla="*/ 134426 h 808192"/>
                <a:gd name="connsiteX223" fmla="*/ 421310 w 513112"/>
                <a:gd name="connsiteY223" fmla="*/ 139344 h 808192"/>
                <a:gd name="connsiteX224" fmla="*/ 419670 w 513112"/>
                <a:gd name="connsiteY224" fmla="*/ 142622 h 808192"/>
                <a:gd name="connsiteX225" fmla="*/ 418031 w 513112"/>
                <a:gd name="connsiteY225" fmla="*/ 147540 h 808192"/>
                <a:gd name="connsiteX226" fmla="*/ 414752 w 513112"/>
                <a:gd name="connsiteY226" fmla="*/ 150819 h 808192"/>
                <a:gd name="connsiteX227" fmla="*/ 413113 w 513112"/>
                <a:gd name="connsiteY227" fmla="*/ 155737 h 808192"/>
                <a:gd name="connsiteX228" fmla="*/ 411473 w 513112"/>
                <a:gd name="connsiteY228" fmla="*/ 159016 h 808192"/>
                <a:gd name="connsiteX229" fmla="*/ 408195 w 513112"/>
                <a:gd name="connsiteY229" fmla="*/ 163934 h 808192"/>
                <a:gd name="connsiteX230" fmla="*/ 408195 w 513112"/>
                <a:gd name="connsiteY230" fmla="*/ 167213 h 808192"/>
                <a:gd name="connsiteX231" fmla="*/ 411473 w 513112"/>
                <a:gd name="connsiteY231" fmla="*/ 167213 h 808192"/>
                <a:gd name="connsiteX232" fmla="*/ 414752 w 513112"/>
                <a:gd name="connsiteY232" fmla="*/ 168851 h 808192"/>
                <a:gd name="connsiteX233" fmla="*/ 418031 w 513112"/>
                <a:gd name="connsiteY233" fmla="*/ 168851 h 808192"/>
                <a:gd name="connsiteX234" fmla="*/ 421310 w 513112"/>
                <a:gd name="connsiteY234" fmla="*/ 167213 h 808192"/>
                <a:gd name="connsiteX235" fmla="*/ 424588 w 513112"/>
                <a:gd name="connsiteY235" fmla="*/ 168851 h 808192"/>
                <a:gd name="connsiteX236" fmla="*/ 427867 w 513112"/>
                <a:gd name="connsiteY236" fmla="*/ 173770 h 808192"/>
                <a:gd name="connsiteX237" fmla="*/ 429506 w 513112"/>
                <a:gd name="connsiteY237" fmla="*/ 177048 h 808192"/>
                <a:gd name="connsiteX238" fmla="*/ 432785 w 513112"/>
                <a:gd name="connsiteY238" fmla="*/ 180327 h 808192"/>
                <a:gd name="connsiteX239" fmla="*/ 436063 w 513112"/>
                <a:gd name="connsiteY239" fmla="*/ 183606 h 808192"/>
                <a:gd name="connsiteX240" fmla="*/ 437703 w 513112"/>
                <a:gd name="connsiteY240" fmla="*/ 186884 h 808192"/>
                <a:gd name="connsiteX241" fmla="*/ 437703 w 513112"/>
                <a:gd name="connsiteY241" fmla="*/ 188524 h 808192"/>
                <a:gd name="connsiteX242" fmla="*/ 436063 w 513112"/>
                <a:gd name="connsiteY242" fmla="*/ 190163 h 808192"/>
                <a:gd name="connsiteX243" fmla="*/ 434424 w 513112"/>
                <a:gd name="connsiteY243" fmla="*/ 190163 h 808192"/>
                <a:gd name="connsiteX244" fmla="*/ 431146 w 513112"/>
                <a:gd name="connsiteY244" fmla="*/ 186884 h 808192"/>
                <a:gd name="connsiteX245" fmla="*/ 427867 w 513112"/>
                <a:gd name="connsiteY245" fmla="*/ 190163 h 808192"/>
                <a:gd name="connsiteX246" fmla="*/ 427867 w 513112"/>
                <a:gd name="connsiteY246" fmla="*/ 188524 h 808192"/>
                <a:gd name="connsiteX247" fmla="*/ 424588 w 513112"/>
                <a:gd name="connsiteY247" fmla="*/ 186884 h 808192"/>
                <a:gd name="connsiteX248" fmla="*/ 421310 w 513112"/>
                <a:gd name="connsiteY248" fmla="*/ 181966 h 808192"/>
                <a:gd name="connsiteX249" fmla="*/ 416391 w 513112"/>
                <a:gd name="connsiteY249" fmla="*/ 183606 h 808192"/>
                <a:gd name="connsiteX250" fmla="*/ 413113 w 513112"/>
                <a:gd name="connsiteY250" fmla="*/ 185245 h 808192"/>
                <a:gd name="connsiteX251" fmla="*/ 411473 w 513112"/>
                <a:gd name="connsiteY251" fmla="*/ 180327 h 808192"/>
                <a:gd name="connsiteX252" fmla="*/ 408195 w 513112"/>
                <a:gd name="connsiteY252" fmla="*/ 183606 h 808192"/>
                <a:gd name="connsiteX253" fmla="*/ 403277 w 513112"/>
                <a:gd name="connsiteY253" fmla="*/ 185245 h 808192"/>
                <a:gd name="connsiteX254" fmla="*/ 401638 w 513112"/>
                <a:gd name="connsiteY254" fmla="*/ 190163 h 808192"/>
                <a:gd name="connsiteX255" fmla="*/ 396719 w 513112"/>
                <a:gd name="connsiteY255" fmla="*/ 191803 h 808192"/>
                <a:gd name="connsiteX256" fmla="*/ 393441 w 513112"/>
                <a:gd name="connsiteY256" fmla="*/ 193442 h 808192"/>
                <a:gd name="connsiteX257" fmla="*/ 390162 w 513112"/>
                <a:gd name="connsiteY257" fmla="*/ 193442 h 808192"/>
                <a:gd name="connsiteX258" fmla="*/ 385244 w 513112"/>
                <a:gd name="connsiteY258" fmla="*/ 195081 h 808192"/>
                <a:gd name="connsiteX259" fmla="*/ 381966 w 513112"/>
                <a:gd name="connsiteY259" fmla="*/ 195081 h 808192"/>
                <a:gd name="connsiteX260" fmla="*/ 378687 w 513112"/>
                <a:gd name="connsiteY260" fmla="*/ 196720 h 808192"/>
                <a:gd name="connsiteX261" fmla="*/ 373769 w 513112"/>
                <a:gd name="connsiteY261" fmla="*/ 196720 h 808192"/>
                <a:gd name="connsiteX262" fmla="*/ 370490 w 513112"/>
                <a:gd name="connsiteY262" fmla="*/ 196720 h 808192"/>
                <a:gd name="connsiteX263" fmla="*/ 368851 w 513112"/>
                <a:gd name="connsiteY263" fmla="*/ 196720 h 808192"/>
                <a:gd name="connsiteX264" fmla="*/ 363933 w 513112"/>
                <a:gd name="connsiteY264" fmla="*/ 198360 h 808192"/>
                <a:gd name="connsiteX265" fmla="*/ 360654 w 513112"/>
                <a:gd name="connsiteY265" fmla="*/ 201638 h 808192"/>
                <a:gd name="connsiteX266" fmla="*/ 355736 w 513112"/>
                <a:gd name="connsiteY266" fmla="*/ 204917 h 808192"/>
                <a:gd name="connsiteX267" fmla="*/ 352457 w 513112"/>
                <a:gd name="connsiteY267" fmla="*/ 206557 h 808192"/>
                <a:gd name="connsiteX268" fmla="*/ 349179 w 513112"/>
                <a:gd name="connsiteY268" fmla="*/ 209835 h 808192"/>
                <a:gd name="connsiteX269" fmla="*/ 344261 w 513112"/>
                <a:gd name="connsiteY269" fmla="*/ 209835 h 808192"/>
                <a:gd name="connsiteX270" fmla="*/ 344261 w 513112"/>
                <a:gd name="connsiteY270" fmla="*/ 214753 h 808192"/>
                <a:gd name="connsiteX271" fmla="*/ 340982 w 513112"/>
                <a:gd name="connsiteY271" fmla="*/ 218032 h 808192"/>
                <a:gd name="connsiteX272" fmla="*/ 336064 w 513112"/>
                <a:gd name="connsiteY272" fmla="*/ 219671 h 808192"/>
                <a:gd name="connsiteX273" fmla="*/ 332785 w 513112"/>
                <a:gd name="connsiteY273" fmla="*/ 222950 h 808192"/>
                <a:gd name="connsiteX274" fmla="*/ 329507 w 513112"/>
                <a:gd name="connsiteY274" fmla="*/ 222950 h 808192"/>
                <a:gd name="connsiteX275" fmla="*/ 324589 w 513112"/>
                <a:gd name="connsiteY275" fmla="*/ 226228 h 808192"/>
                <a:gd name="connsiteX276" fmla="*/ 324589 w 513112"/>
                <a:gd name="connsiteY276" fmla="*/ 226228 h 808192"/>
                <a:gd name="connsiteX277" fmla="*/ 324589 w 513112"/>
                <a:gd name="connsiteY277" fmla="*/ 226228 h 808192"/>
                <a:gd name="connsiteX278" fmla="*/ 326228 w 513112"/>
                <a:gd name="connsiteY278" fmla="*/ 229507 h 808192"/>
                <a:gd name="connsiteX279" fmla="*/ 326228 w 513112"/>
                <a:gd name="connsiteY279" fmla="*/ 232786 h 808192"/>
                <a:gd name="connsiteX280" fmla="*/ 324589 w 513112"/>
                <a:gd name="connsiteY280" fmla="*/ 236064 h 808192"/>
                <a:gd name="connsiteX281" fmla="*/ 322949 w 513112"/>
                <a:gd name="connsiteY281" fmla="*/ 240983 h 808192"/>
                <a:gd name="connsiteX282" fmla="*/ 324589 w 513112"/>
                <a:gd name="connsiteY282" fmla="*/ 244261 h 808192"/>
                <a:gd name="connsiteX283" fmla="*/ 324589 w 513112"/>
                <a:gd name="connsiteY283" fmla="*/ 249179 h 808192"/>
                <a:gd name="connsiteX284" fmla="*/ 321310 w 513112"/>
                <a:gd name="connsiteY284" fmla="*/ 252458 h 808192"/>
                <a:gd name="connsiteX285" fmla="*/ 319671 w 513112"/>
                <a:gd name="connsiteY285" fmla="*/ 255737 h 808192"/>
                <a:gd name="connsiteX286" fmla="*/ 318031 w 513112"/>
                <a:gd name="connsiteY286" fmla="*/ 260654 h 808192"/>
                <a:gd name="connsiteX287" fmla="*/ 316392 w 513112"/>
                <a:gd name="connsiteY287" fmla="*/ 263933 h 808192"/>
                <a:gd name="connsiteX288" fmla="*/ 314753 w 513112"/>
                <a:gd name="connsiteY288" fmla="*/ 265573 h 808192"/>
                <a:gd name="connsiteX289" fmla="*/ 314753 w 513112"/>
                <a:gd name="connsiteY289" fmla="*/ 268851 h 808192"/>
                <a:gd name="connsiteX290" fmla="*/ 316392 w 513112"/>
                <a:gd name="connsiteY290" fmla="*/ 272130 h 808192"/>
                <a:gd name="connsiteX291" fmla="*/ 318031 w 513112"/>
                <a:gd name="connsiteY291" fmla="*/ 277048 h 808192"/>
                <a:gd name="connsiteX292" fmla="*/ 319671 w 513112"/>
                <a:gd name="connsiteY292" fmla="*/ 280327 h 808192"/>
                <a:gd name="connsiteX293" fmla="*/ 318031 w 513112"/>
                <a:gd name="connsiteY293" fmla="*/ 285244 h 808192"/>
                <a:gd name="connsiteX294" fmla="*/ 316392 w 513112"/>
                <a:gd name="connsiteY294" fmla="*/ 288523 h 808192"/>
                <a:gd name="connsiteX295" fmla="*/ 313113 w 513112"/>
                <a:gd name="connsiteY295" fmla="*/ 288523 h 808192"/>
                <a:gd name="connsiteX296" fmla="*/ 308195 w 513112"/>
                <a:gd name="connsiteY296" fmla="*/ 291802 h 808192"/>
                <a:gd name="connsiteX297" fmla="*/ 304916 w 513112"/>
                <a:gd name="connsiteY297" fmla="*/ 295081 h 808192"/>
                <a:gd name="connsiteX298" fmla="*/ 299999 w 513112"/>
                <a:gd name="connsiteY298" fmla="*/ 298359 h 808192"/>
                <a:gd name="connsiteX299" fmla="*/ 296720 w 513112"/>
                <a:gd name="connsiteY299" fmla="*/ 301638 h 808192"/>
                <a:gd name="connsiteX300" fmla="*/ 295081 w 513112"/>
                <a:gd name="connsiteY300" fmla="*/ 304917 h 808192"/>
                <a:gd name="connsiteX301" fmla="*/ 295081 w 513112"/>
                <a:gd name="connsiteY301" fmla="*/ 309835 h 808192"/>
                <a:gd name="connsiteX302" fmla="*/ 295081 w 513112"/>
                <a:gd name="connsiteY302" fmla="*/ 313113 h 808192"/>
                <a:gd name="connsiteX303" fmla="*/ 296720 w 513112"/>
                <a:gd name="connsiteY303" fmla="*/ 318031 h 808192"/>
                <a:gd name="connsiteX304" fmla="*/ 298359 w 513112"/>
                <a:gd name="connsiteY304" fmla="*/ 321310 h 808192"/>
                <a:gd name="connsiteX305" fmla="*/ 295081 w 513112"/>
                <a:gd name="connsiteY305" fmla="*/ 322950 h 808192"/>
                <a:gd name="connsiteX306" fmla="*/ 290163 w 513112"/>
                <a:gd name="connsiteY306" fmla="*/ 324588 h 808192"/>
                <a:gd name="connsiteX307" fmla="*/ 290163 w 513112"/>
                <a:gd name="connsiteY307" fmla="*/ 327867 h 808192"/>
                <a:gd name="connsiteX308" fmla="*/ 288523 w 513112"/>
                <a:gd name="connsiteY308" fmla="*/ 331146 h 808192"/>
                <a:gd name="connsiteX309" fmla="*/ 290163 w 513112"/>
                <a:gd name="connsiteY309" fmla="*/ 334425 h 808192"/>
                <a:gd name="connsiteX310" fmla="*/ 293441 w 513112"/>
                <a:gd name="connsiteY310" fmla="*/ 339343 h 808192"/>
                <a:gd name="connsiteX311" fmla="*/ 296720 w 513112"/>
                <a:gd name="connsiteY311" fmla="*/ 340982 h 808192"/>
                <a:gd name="connsiteX312" fmla="*/ 299999 w 513112"/>
                <a:gd name="connsiteY312" fmla="*/ 345900 h 808192"/>
                <a:gd name="connsiteX313" fmla="*/ 296720 w 513112"/>
                <a:gd name="connsiteY313" fmla="*/ 349179 h 808192"/>
                <a:gd name="connsiteX314" fmla="*/ 299999 w 513112"/>
                <a:gd name="connsiteY314" fmla="*/ 352457 h 808192"/>
                <a:gd name="connsiteX315" fmla="*/ 303277 w 513112"/>
                <a:gd name="connsiteY315" fmla="*/ 355736 h 808192"/>
                <a:gd name="connsiteX316" fmla="*/ 304916 w 513112"/>
                <a:gd name="connsiteY316" fmla="*/ 359015 h 808192"/>
                <a:gd name="connsiteX317" fmla="*/ 306556 w 513112"/>
                <a:gd name="connsiteY317" fmla="*/ 363933 h 808192"/>
                <a:gd name="connsiteX318" fmla="*/ 306556 w 513112"/>
                <a:gd name="connsiteY318" fmla="*/ 367211 h 808192"/>
                <a:gd name="connsiteX319" fmla="*/ 311474 w 513112"/>
                <a:gd name="connsiteY319" fmla="*/ 370490 h 808192"/>
                <a:gd name="connsiteX320" fmla="*/ 314753 w 513112"/>
                <a:gd name="connsiteY320" fmla="*/ 373769 h 808192"/>
                <a:gd name="connsiteX321" fmla="*/ 314753 w 513112"/>
                <a:gd name="connsiteY321" fmla="*/ 377047 h 808192"/>
                <a:gd name="connsiteX322" fmla="*/ 316392 w 513112"/>
                <a:gd name="connsiteY322" fmla="*/ 380326 h 808192"/>
                <a:gd name="connsiteX323" fmla="*/ 321310 w 513112"/>
                <a:gd name="connsiteY323" fmla="*/ 381965 h 808192"/>
                <a:gd name="connsiteX324" fmla="*/ 322949 w 513112"/>
                <a:gd name="connsiteY324" fmla="*/ 386884 h 808192"/>
                <a:gd name="connsiteX325" fmla="*/ 326228 w 513112"/>
                <a:gd name="connsiteY325" fmla="*/ 390162 h 808192"/>
                <a:gd name="connsiteX326" fmla="*/ 329507 w 513112"/>
                <a:gd name="connsiteY326" fmla="*/ 393441 h 808192"/>
                <a:gd name="connsiteX327" fmla="*/ 331146 w 513112"/>
                <a:gd name="connsiteY327" fmla="*/ 398359 h 808192"/>
                <a:gd name="connsiteX328" fmla="*/ 331146 w 513112"/>
                <a:gd name="connsiteY328" fmla="*/ 401637 h 808192"/>
                <a:gd name="connsiteX329" fmla="*/ 329507 w 513112"/>
                <a:gd name="connsiteY329" fmla="*/ 404916 h 808192"/>
                <a:gd name="connsiteX330" fmla="*/ 326228 w 513112"/>
                <a:gd name="connsiteY330" fmla="*/ 409834 h 808192"/>
                <a:gd name="connsiteX331" fmla="*/ 322949 w 513112"/>
                <a:gd name="connsiteY331" fmla="*/ 413113 h 808192"/>
                <a:gd name="connsiteX332" fmla="*/ 326228 w 513112"/>
                <a:gd name="connsiteY332" fmla="*/ 414752 h 808192"/>
                <a:gd name="connsiteX333" fmla="*/ 331146 w 513112"/>
                <a:gd name="connsiteY333" fmla="*/ 414752 h 808192"/>
                <a:gd name="connsiteX334" fmla="*/ 334425 w 513112"/>
                <a:gd name="connsiteY334" fmla="*/ 414752 h 808192"/>
                <a:gd name="connsiteX335" fmla="*/ 337703 w 513112"/>
                <a:gd name="connsiteY335" fmla="*/ 414752 h 808192"/>
                <a:gd name="connsiteX336" fmla="*/ 340982 w 513112"/>
                <a:gd name="connsiteY336" fmla="*/ 414752 h 808192"/>
                <a:gd name="connsiteX337" fmla="*/ 344261 w 513112"/>
                <a:gd name="connsiteY337" fmla="*/ 416391 h 808192"/>
                <a:gd name="connsiteX338" fmla="*/ 347539 w 513112"/>
                <a:gd name="connsiteY338" fmla="*/ 418031 h 808192"/>
                <a:gd name="connsiteX339" fmla="*/ 352457 w 513112"/>
                <a:gd name="connsiteY339" fmla="*/ 418031 h 808192"/>
                <a:gd name="connsiteX340" fmla="*/ 355736 w 513112"/>
                <a:gd name="connsiteY340" fmla="*/ 419670 h 808192"/>
                <a:gd name="connsiteX341" fmla="*/ 357375 w 513112"/>
                <a:gd name="connsiteY341" fmla="*/ 422949 h 808192"/>
                <a:gd name="connsiteX342" fmla="*/ 359015 w 513112"/>
                <a:gd name="connsiteY342" fmla="*/ 426228 h 808192"/>
                <a:gd name="connsiteX343" fmla="*/ 360654 w 513112"/>
                <a:gd name="connsiteY343" fmla="*/ 431145 h 808192"/>
                <a:gd name="connsiteX344" fmla="*/ 363933 w 513112"/>
                <a:gd name="connsiteY344" fmla="*/ 434424 h 808192"/>
                <a:gd name="connsiteX345" fmla="*/ 363933 w 513112"/>
                <a:gd name="connsiteY345" fmla="*/ 437703 h 808192"/>
                <a:gd name="connsiteX346" fmla="*/ 362293 w 513112"/>
                <a:gd name="connsiteY346" fmla="*/ 440981 h 808192"/>
                <a:gd name="connsiteX347" fmla="*/ 367211 w 513112"/>
                <a:gd name="connsiteY347" fmla="*/ 440981 h 808192"/>
                <a:gd name="connsiteX348" fmla="*/ 368851 w 513112"/>
                <a:gd name="connsiteY348" fmla="*/ 440981 h 808192"/>
                <a:gd name="connsiteX349" fmla="*/ 373769 w 513112"/>
                <a:gd name="connsiteY349" fmla="*/ 440981 h 808192"/>
                <a:gd name="connsiteX350" fmla="*/ 377047 w 513112"/>
                <a:gd name="connsiteY350" fmla="*/ 440981 h 808192"/>
                <a:gd name="connsiteX351" fmla="*/ 380326 w 513112"/>
                <a:gd name="connsiteY351" fmla="*/ 440981 h 808192"/>
                <a:gd name="connsiteX352" fmla="*/ 383605 w 513112"/>
                <a:gd name="connsiteY352" fmla="*/ 440981 h 808192"/>
                <a:gd name="connsiteX353" fmla="*/ 388523 w 513112"/>
                <a:gd name="connsiteY353" fmla="*/ 440981 h 808192"/>
                <a:gd name="connsiteX354" fmla="*/ 391801 w 513112"/>
                <a:gd name="connsiteY354" fmla="*/ 440981 h 808192"/>
                <a:gd name="connsiteX355" fmla="*/ 395080 w 513112"/>
                <a:gd name="connsiteY355" fmla="*/ 440981 h 808192"/>
                <a:gd name="connsiteX356" fmla="*/ 398359 w 513112"/>
                <a:gd name="connsiteY356" fmla="*/ 439342 h 808192"/>
                <a:gd name="connsiteX357" fmla="*/ 401638 w 513112"/>
                <a:gd name="connsiteY357" fmla="*/ 436064 h 808192"/>
                <a:gd name="connsiteX358" fmla="*/ 404916 w 513112"/>
                <a:gd name="connsiteY358" fmla="*/ 432785 h 808192"/>
                <a:gd name="connsiteX359" fmla="*/ 409834 w 513112"/>
                <a:gd name="connsiteY359" fmla="*/ 429506 h 808192"/>
                <a:gd name="connsiteX360" fmla="*/ 411473 w 513112"/>
                <a:gd name="connsiteY360" fmla="*/ 426228 h 808192"/>
                <a:gd name="connsiteX361" fmla="*/ 416391 w 513112"/>
                <a:gd name="connsiteY361" fmla="*/ 422949 h 808192"/>
                <a:gd name="connsiteX362" fmla="*/ 419670 w 513112"/>
                <a:gd name="connsiteY362" fmla="*/ 419670 h 808192"/>
                <a:gd name="connsiteX363" fmla="*/ 422949 w 513112"/>
                <a:gd name="connsiteY363" fmla="*/ 416391 h 808192"/>
                <a:gd name="connsiteX364" fmla="*/ 426228 w 513112"/>
                <a:gd name="connsiteY364" fmla="*/ 414752 h 808192"/>
                <a:gd name="connsiteX365" fmla="*/ 424588 w 513112"/>
                <a:gd name="connsiteY365" fmla="*/ 419670 h 808192"/>
                <a:gd name="connsiteX366" fmla="*/ 421310 w 513112"/>
                <a:gd name="connsiteY366" fmla="*/ 421310 h 808192"/>
                <a:gd name="connsiteX367" fmla="*/ 424588 w 513112"/>
                <a:gd name="connsiteY367" fmla="*/ 424588 h 808192"/>
                <a:gd name="connsiteX368" fmla="*/ 426228 w 513112"/>
                <a:gd name="connsiteY368" fmla="*/ 427867 h 808192"/>
                <a:gd name="connsiteX369" fmla="*/ 422949 w 513112"/>
                <a:gd name="connsiteY369" fmla="*/ 432785 h 808192"/>
                <a:gd name="connsiteX370" fmla="*/ 422949 w 513112"/>
                <a:gd name="connsiteY370" fmla="*/ 436064 h 808192"/>
                <a:gd name="connsiteX371" fmla="*/ 422949 w 513112"/>
                <a:gd name="connsiteY371" fmla="*/ 437703 h 808192"/>
                <a:gd name="connsiteX372" fmla="*/ 422949 w 513112"/>
                <a:gd name="connsiteY372" fmla="*/ 440981 h 808192"/>
                <a:gd name="connsiteX373" fmla="*/ 422949 w 513112"/>
                <a:gd name="connsiteY373" fmla="*/ 444260 h 808192"/>
                <a:gd name="connsiteX374" fmla="*/ 422949 w 513112"/>
                <a:gd name="connsiteY374" fmla="*/ 449178 h 808192"/>
                <a:gd name="connsiteX375" fmla="*/ 422949 w 513112"/>
                <a:gd name="connsiteY375" fmla="*/ 452457 h 808192"/>
                <a:gd name="connsiteX376" fmla="*/ 422949 w 513112"/>
                <a:gd name="connsiteY376" fmla="*/ 455735 h 808192"/>
                <a:gd name="connsiteX377" fmla="*/ 424588 w 513112"/>
                <a:gd name="connsiteY377" fmla="*/ 460654 h 808192"/>
                <a:gd name="connsiteX378" fmla="*/ 424588 w 513112"/>
                <a:gd name="connsiteY378" fmla="*/ 463932 h 808192"/>
                <a:gd name="connsiteX379" fmla="*/ 424588 w 513112"/>
                <a:gd name="connsiteY379" fmla="*/ 468850 h 808192"/>
                <a:gd name="connsiteX380" fmla="*/ 424588 w 513112"/>
                <a:gd name="connsiteY380" fmla="*/ 470490 h 808192"/>
                <a:gd name="connsiteX381" fmla="*/ 424588 w 513112"/>
                <a:gd name="connsiteY381" fmla="*/ 475408 h 808192"/>
                <a:gd name="connsiteX382" fmla="*/ 424588 w 513112"/>
                <a:gd name="connsiteY382" fmla="*/ 478687 h 808192"/>
                <a:gd name="connsiteX383" fmla="*/ 424588 w 513112"/>
                <a:gd name="connsiteY383" fmla="*/ 483604 h 808192"/>
                <a:gd name="connsiteX384" fmla="*/ 429506 w 513112"/>
                <a:gd name="connsiteY384" fmla="*/ 481965 h 808192"/>
                <a:gd name="connsiteX385" fmla="*/ 432785 w 513112"/>
                <a:gd name="connsiteY385" fmla="*/ 485244 h 808192"/>
                <a:gd name="connsiteX386" fmla="*/ 436063 w 513112"/>
                <a:gd name="connsiteY386" fmla="*/ 486883 h 808192"/>
                <a:gd name="connsiteX387" fmla="*/ 439342 w 513112"/>
                <a:gd name="connsiteY387" fmla="*/ 486883 h 808192"/>
                <a:gd name="connsiteX388" fmla="*/ 444260 w 513112"/>
                <a:gd name="connsiteY388" fmla="*/ 485244 h 808192"/>
                <a:gd name="connsiteX389" fmla="*/ 447539 w 513112"/>
                <a:gd name="connsiteY389" fmla="*/ 483604 h 808192"/>
                <a:gd name="connsiteX390" fmla="*/ 449178 w 513112"/>
                <a:gd name="connsiteY390" fmla="*/ 481965 h 808192"/>
                <a:gd name="connsiteX391" fmla="*/ 454096 w 513112"/>
                <a:gd name="connsiteY391" fmla="*/ 481965 h 808192"/>
                <a:gd name="connsiteX392" fmla="*/ 457375 w 513112"/>
                <a:gd name="connsiteY392" fmla="*/ 481965 h 808192"/>
                <a:gd name="connsiteX393" fmla="*/ 460653 w 513112"/>
                <a:gd name="connsiteY393" fmla="*/ 483604 h 808192"/>
                <a:gd name="connsiteX394" fmla="*/ 463932 w 513112"/>
                <a:gd name="connsiteY394" fmla="*/ 481965 h 808192"/>
                <a:gd name="connsiteX395" fmla="*/ 465572 w 513112"/>
                <a:gd name="connsiteY395" fmla="*/ 481965 h 808192"/>
                <a:gd name="connsiteX396" fmla="*/ 465572 w 513112"/>
                <a:gd name="connsiteY396" fmla="*/ 481965 h 808192"/>
                <a:gd name="connsiteX397" fmla="*/ 468850 w 513112"/>
                <a:gd name="connsiteY397" fmla="*/ 486883 h 808192"/>
                <a:gd name="connsiteX398" fmla="*/ 470490 w 513112"/>
                <a:gd name="connsiteY398" fmla="*/ 490162 h 808192"/>
                <a:gd name="connsiteX399" fmla="*/ 472129 w 513112"/>
                <a:gd name="connsiteY399" fmla="*/ 493440 h 808192"/>
                <a:gd name="connsiteX400" fmla="*/ 475408 w 513112"/>
                <a:gd name="connsiteY400" fmla="*/ 496719 h 808192"/>
                <a:gd name="connsiteX401" fmla="*/ 477047 w 513112"/>
                <a:gd name="connsiteY401" fmla="*/ 501637 h 808192"/>
                <a:gd name="connsiteX402" fmla="*/ 480326 w 513112"/>
                <a:gd name="connsiteY402" fmla="*/ 504916 h 808192"/>
                <a:gd name="connsiteX403" fmla="*/ 481965 w 513112"/>
                <a:gd name="connsiteY403" fmla="*/ 508194 h 808192"/>
                <a:gd name="connsiteX404" fmla="*/ 483604 w 513112"/>
                <a:gd name="connsiteY404" fmla="*/ 511473 h 808192"/>
                <a:gd name="connsiteX405" fmla="*/ 485244 w 513112"/>
                <a:gd name="connsiteY405" fmla="*/ 516391 h 808192"/>
                <a:gd name="connsiteX406" fmla="*/ 488522 w 513112"/>
                <a:gd name="connsiteY406" fmla="*/ 519670 h 808192"/>
                <a:gd name="connsiteX407" fmla="*/ 490162 w 513112"/>
                <a:gd name="connsiteY407" fmla="*/ 522948 h 808192"/>
                <a:gd name="connsiteX408" fmla="*/ 491801 w 513112"/>
                <a:gd name="connsiteY408" fmla="*/ 526227 h 808192"/>
                <a:gd name="connsiteX409" fmla="*/ 495080 w 513112"/>
                <a:gd name="connsiteY409" fmla="*/ 531145 h 808192"/>
                <a:gd name="connsiteX410" fmla="*/ 496719 w 513112"/>
                <a:gd name="connsiteY410" fmla="*/ 534424 h 808192"/>
                <a:gd name="connsiteX411" fmla="*/ 498358 w 513112"/>
                <a:gd name="connsiteY411" fmla="*/ 537702 h 808192"/>
                <a:gd name="connsiteX412" fmla="*/ 499998 w 513112"/>
                <a:gd name="connsiteY412" fmla="*/ 542621 h 808192"/>
                <a:gd name="connsiteX413" fmla="*/ 501637 w 513112"/>
                <a:gd name="connsiteY413" fmla="*/ 545899 h 808192"/>
                <a:gd name="connsiteX414" fmla="*/ 504916 w 513112"/>
                <a:gd name="connsiteY414" fmla="*/ 549178 h 808192"/>
                <a:gd name="connsiteX415" fmla="*/ 504916 w 513112"/>
                <a:gd name="connsiteY415" fmla="*/ 550817 h 808192"/>
                <a:gd name="connsiteX416" fmla="*/ 504916 w 513112"/>
                <a:gd name="connsiteY416" fmla="*/ 550817 h 808192"/>
                <a:gd name="connsiteX417" fmla="*/ 503276 w 513112"/>
                <a:gd name="connsiteY417" fmla="*/ 554096 h 808192"/>
                <a:gd name="connsiteX418" fmla="*/ 503276 w 513112"/>
                <a:gd name="connsiteY418" fmla="*/ 559014 h 808192"/>
                <a:gd name="connsiteX419" fmla="*/ 499998 w 513112"/>
                <a:gd name="connsiteY419" fmla="*/ 560653 h 808192"/>
                <a:gd name="connsiteX420" fmla="*/ 496719 w 513112"/>
                <a:gd name="connsiteY420" fmla="*/ 565571 h 808192"/>
                <a:gd name="connsiteX421" fmla="*/ 495080 w 513112"/>
                <a:gd name="connsiteY421" fmla="*/ 568850 h 808192"/>
                <a:gd name="connsiteX422" fmla="*/ 495080 w 513112"/>
                <a:gd name="connsiteY422" fmla="*/ 572128 h 808192"/>
                <a:gd name="connsiteX423" fmla="*/ 495080 w 513112"/>
                <a:gd name="connsiteY423" fmla="*/ 573768 h 808192"/>
                <a:gd name="connsiteX424" fmla="*/ 495080 w 513112"/>
                <a:gd name="connsiteY424" fmla="*/ 578686 h 808192"/>
                <a:gd name="connsiteX425" fmla="*/ 496719 w 513112"/>
                <a:gd name="connsiteY425" fmla="*/ 581965 h 808192"/>
                <a:gd name="connsiteX426" fmla="*/ 496719 w 513112"/>
                <a:gd name="connsiteY426" fmla="*/ 585243 h 808192"/>
                <a:gd name="connsiteX427" fmla="*/ 496719 w 513112"/>
                <a:gd name="connsiteY427" fmla="*/ 590161 h 808192"/>
                <a:gd name="connsiteX428" fmla="*/ 496719 w 513112"/>
                <a:gd name="connsiteY428" fmla="*/ 593440 h 808192"/>
                <a:gd name="connsiteX429" fmla="*/ 496719 w 513112"/>
                <a:gd name="connsiteY429" fmla="*/ 596718 h 808192"/>
                <a:gd name="connsiteX430" fmla="*/ 496719 w 513112"/>
                <a:gd name="connsiteY430" fmla="*/ 599997 h 808192"/>
                <a:gd name="connsiteX431" fmla="*/ 495080 w 513112"/>
                <a:gd name="connsiteY431" fmla="*/ 604915 h 808192"/>
                <a:gd name="connsiteX432" fmla="*/ 496719 w 513112"/>
                <a:gd name="connsiteY432" fmla="*/ 608194 h 808192"/>
                <a:gd name="connsiteX433" fmla="*/ 498358 w 513112"/>
                <a:gd name="connsiteY433" fmla="*/ 611472 h 808192"/>
                <a:gd name="connsiteX434" fmla="*/ 498358 w 513112"/>
                <a:gd name="connsiteY434" fmla="*/ 614751 h 808192"/>
                <a:gd name="connsiteX435" fmla="*/ 501637 w 513112"/>
                <a:gd name="connsiteY435" fmla="*/ 619669 h 808192"/>
                <a:gd name="connsiteX436" fmla="*/ 503276 w 513112"/>
                <a:gd name="connsiteY436" fmla="*/ 622948 h 808192"/>
                <a:gd name="connsiteX437" fmla="*/ 499998 w 513112"/>
                <a:gd name="connsiteY437" fmla="*/ 626227 h 808192"/>
                <a:gd name="connsiteX438" fmla="*/ 498358 w 513112"/>
                <a:gd name="connsiteY438" fmla="*/ 631145 h 808192"/>
                <a:gd name="connsiteX439" fmla="*/ 499998 w 513112"/>
                <a:gd name="connsiteY439" fmla="*/ 634424 h 808192"/>
                <a:gd name="connsiteX440" fmla="*/ 495080 w 513112"/>
                <a:gd name="connsiteY440" fmla="*/ 637702 h 808192"/>
                <a:gd name="connsiteX441" fmla="*/ 493440 w 513112"/>
                <a:gd name="connsiteY441" fmla="*/ 640981 h 808192"/>
                <a:gd name="connsiteX442" fmla="*/ 490162 w 513112"/>
                <a:gd name="connsiteY442" fmla="*/ 644259 h 808192"/>
                <a:gd name="connsiteX443" fmla="*/ 491801 w 513112"/>
                <a:gd name="connsiteY443" fmla="*/ 649177 h 808192"/>
                <a:gd name="connsiteX444" fmla="*/ 488522 w 513112"/>
                <a:gd name="connsiteY444" fmla="*/ 650817 h 808192"/>
                <a:gd name="connsiteX445" fmla="*/ 486883 w 513112"/>
                <a:gd name="connsiteY445" fmla="*/ 655735 h 808192"/>
                <a:gd name="connsiteX446" fmla="*/ 486883 w 513112"/>
                <a:gd name="connsiteY446" fmla="*/ 659014 h 808192"/>
                <a:gd name="connsiteX447" fmla="*/ 488522 w 513112"/>
                <a:gd name="connsiteY447" fmla="*/ 660653 h 808192"/>
                <a:gd name="connsiteX448" fmla="*/ 490162 w 513112"/>
                <a:gd name="connsiteY448" fmla="*/ 665571 h 808192"/>
                <a:gd name="connsiteX449" fmla="*/ 495080 w 513112"/>
                <a:gd name="connsiteY449" fmla="*/ 668849 h 808192"/>
                <a:gd name="connsiteX450" fmla="*/ 496719 w 513112"/>
                <a:gd name="connsiteY450" fmla="*/ 672128 h 808192"/>
                <a:gd name="connsiteX451" fmla="*/ 493440 w 513112"/>
                <a:gd name="connsiteY451" fmla="*/ 675407 h 808192"/>
                <a:gd name="connsiteX452" fmla="*/ 493440 w 513112"/>
                <a:gd name="connsiteY452" fmla="*/ 678685 h 808192"/>
                <a:gd name="connsiteX453" fmla="*/ 490162 w 513112"/>
                <a:gd name="connsiteY453" fmla="*/ 681964 h 808192"/>
                <a:gd name="connsiteX454" fmla="*/ 490162 w 513112"/>
                <a:gd name="connsiteY454" fmla="*/ 683604 h 808192"/>
                <a:gd name="connsiteX455" fmla="*/ 488522 w 513112"/>
                <a:gd name="connsiteY455" fmla="*/ 688521 h 808192"/>
                <a:gd name="connsiteX456" fmla="*/ 490162 w 513112"/>
                <a:gd name="connsiteY456" fmla="*/ 691800 h 808192"/>
                <a:gd name="connsiteX457" fmla="*/ 491801 w 513112"/>
                <a:gd name="connsiteY457" fmla="*/ 696718 h 808192"/>
                <a:gd name="connsiteX458" fmla="*/ 493440 w 513112"/>
                <a:gd name="connsiteY458" fmla="*/ 699997 h 808192"/>
                <a:gd name="connsiteX459" fmla="*/ 493440 w 513112"/>
                <a:gd name="connsiteY459" fmla="*/ 701636 h 808192"/>
                <a:gd name="connsiteX460" fmla="*/ 495080 w 513112"/>
                <a:gd name="connsiteY460" fmla="*/ 704915 h 808192"/>
                <a:gd name="connsiteX461" fmla="*/ 496719 w 513112"/>
                <a:gd name="connsiteY461" fmla="*/ 709833 h 808192"/>
                <a:gd name="connsiteX462" fmla="*/ 498358 w 513112"/>
                <a:gd name="connsiteY462" fmla="*/ 713111 h 808192"/>
                <a:gd name="connsiteX463" fmla="*/ 503276 w 513112"/>
                <a:gd name="connsiteY463" fmla="*/ 714751 h 808192"/>
                <a:gd name="connsiteX464" fmla="*/ 504916 w 513112"/>
                <a:gd name="connsiteY464" fmla="*/ 714751 h 808192"/>
                <a:gd name="connsiteX465" fmla="*/ 508194 w 513112"/>
                <a:gd name="connsiteY465" fmla="*/ 714751 h 808192"/>
                <a:gd name="connsiteX466" fmla="*/ 508194 w 513112"/>
                <a:gd name="connsiteY466" fmla="*/ 714751 h 808192"/>
                <a:gd name="connsiteX467" fmla="*/ 511473 w 513112"/>
                <a:gd name="connsiteY467" fmla="*/ 718029 h 808192"/>
                <a:gd name="connsiteX468" fmla="*/ 513112 w 513112"/>
                <a:gd name="connsiteY468" fmla="*/ 721308 h 808192"/>
                <a:gd name="connsiteX469" fmla="*/ 509834 w 513112"/>
                <a:gd name="connsiteY469" fmla="*/ 722948 h 808192"/>
                <a:gd name="connsiteX470" fmla="*/ 506555 w 513112"/>
                <a:gd name="connsiteY470" fmla="*/ 727865 h 808192"/>
                <a:gd name="connsiteX471" fmla="*/ 506555 w 513112"/>
                <a:gd name="connsiteY471" fmla="*/ 729505 h 808192"/>
                <a:gd name="connsiteX472" fmla="*/ 506555 w 513112"/>
                <a:gd name="connsiteY472" fmla="*/ 731144 h 808192"/>
                <a:gd name="connsiteX473" fmla="*/ 508194 w 513112"/>
                <a:gd name="connsiteY473" fmla="*/ 734423 h 808192"/>
                <a:gd name="connsiteX474" fmla="*/ 504916 w 513112"/>
                <a:gd name="connsiteY474" fmla="*/ 736062 h 808192"/>
                <a:gd name="connsiteX475" fmla="*/ 501637 w 513112"/>
                <a:gd name="connsiteY475" fmla="*/ 740980 h 808192"/>
                <a:gd name="connsiteX476" fmla="*/ 498358 w 513112"/>
                <a:gd name="connsiteY476" fmla="*/ 744259 h 808192"/>
                <a:gd name="connsiteX477" fmla="*/ 496719 w 513112"/>
                <a:gd name="connsiteY477" fmla="*/ 747538 h 808192"/>
                <a:gd name="connsiteX478" fmla="*/ 495080 w 513112"/>
                <a:gd name="connsiteY478" fmla="*/ 752455 h 808192"/>
                <a:gd name="connsiteX479" fmla="*/ 491801 w 513112"/>
                <a:gd name="connsiteY479" fmla="*/ 754095 h 808192"/>
                <a:gd name="connsiteX480" fmla="*/ 488522 w 513112"/>
                <a:gd name="connsiteY480" fmla="*/ 757374 h 808192"/>
                <a:gd name="connsiteX481" fmla="*/ 486883 w 513112"/>
                <a:gd name="connsiteY481" fmla="*/ 760652 h 808192"/>
                <a:gd name="connsiteX482" fmla="*/ 486883 w 513112"/>
                <a:gd name="connsiteY482" fmla="*/ 762292 h 808192"/>
                <a:gd name="connsiteX483" fmla="*/ 490162 w 513112"/>
                <a:gd name="connsiteY483" fmla="*/ 763931 h 808192"/>
                <a:gd name="connsiteX484" fmla="*/ 493440 w 513112"/>
                <a:gd name="connsiteY484" fmla="*/ 767209 h 808192"/>
                <a:gd name="connsiteX485" fmla="*/ 493440 w 513112"/>
                <a:gd name="connsiteY485" fmla="*/ 770488 h 808192"/>
                <a:gd name="connsiteX486" fmla="*/ 493440 w 513112"/>
                <a:gd name="connsiteY486" fmla="*/ 772128 h 808192"/>
                <a:gd name="connsiteX487" fmla="*/ 491801 w 513112"/>
                <a:gd name="connsiteY487" fmla="*/ 775406 h 808192"/>
                <a:gd name="connsiteX488" fmla="*/ 486883 w 513112"/>
                <a:gd name="connsiteY488" fmla="*/ 778685 h 808192"/>
                <a:gd name="connsiteX489" fmla="*/ 483604 w 513112"/>
                <a:gd name="connsiteY489" fmla="*/ 778685 h 808192"/>
                <a:gd name="connsiteX490" fmla="*/ 481965 w 513112"/>
                <a:gd name="connsiteY490" fmla="*/ 781964 h 808192"/>
                <a:gd name="connsiteX491" fmla="*/ 483604 w 513112"/>
                <a:gd name="connsiteY491" fmla="*/ 785242 h 808192"/>
                <a:gd name="connsiteX492" fmla="*/ 485244 w 513112"/>
                <a:gd name="connsiteY492" fmla="*/ 790161 h 808192"/>
                <a:gd name="connsiteX493" fmla="*/ 485244 w 513112"/>
                <a:gd name="connsiteY493" fmla="*/ 793439 h 808192"/>
                <a:gd name="connsiteX494" fmla="*/ 483604 w 513112"/>
                <a:gd name="connsiteY494" fmla="*/ 796718 h 808192"/>
                <a:gd name="connsiteX495" fmla="*/ 481965 w 513112"/>
                <a:gd name="connsiteY495" fmla="*/ 801636 h 808192"/>
                <a:gd name="connsiteX496" fmla="*/ 480326 w 513112"/>
                <a:gd name="connsiteY496" fmla="*/ 804914 h 808192"/>
                <a:gd name="connsiteX497" fmla="*/ 478686 w 513112"/>
                <a:gd name="connsiteY497" fmla="*/ 804914 h 808192"/>
                <a:gd name="connsiteX498" fmla="*/ 475408 w 513112"/>
                <a:gd name="connsiteY498" fmla="*/ 806554 h 808192"/>
                <a:gd name="connsiteX499" fmla="*/ 470490 w 513112"/>
                <a:gd name="connsiteY499" fmla="*/ 808193 h 808192"/>
                <a:gd name="connsiteX500" fmla="*/ 467211 w 513112"/>
                <a:gd name="connsiteY500" fmla="*/ 808193 h 808192"/>
                <a:gd name="connsiteX501" fmla="*/ 465572 w 513112"/>
                <a:gd name="connsiteY501" fmla="*/ 808193 h 808192"/>
                <a:gd name="connsiteX502" fmla="*/ 463932 w 513112"/>
                <a:gd name="connsiteY502" fmla="*/ 808193 h 808192"/>
                <a:gd name="connsiteX503" fmla="*/ 460653 w 513112"/>
                <a:gd name="connsiteY503" fmla="*/ 806554 h 808192"/>
                <a:gd name="connsiteX504" fmla="*/ 457375 w 513112"/>
                <a:gd name="connsiteY504" fmla="*/ 803275 h 808192"/>
                <a:gd name="connsiteX505" fmla="*/ 454096 w 513112"/>
                <a:gd name="connsiteY505" fmla="*/ 801636 h 808192"/>
                <a:gd name="connsiteX506" fmla="*/ 449178 w 513112"/>
                <a:gd name="connsiteY506" fmla="*/ 798357 h 808192"/>
                <a:gd name="connsiteX507" fmla="*/ 445900 w 513112"/>
                <a:gd name="connsiteY507" fmla="*/ 795078 h 808192"/>
                <a:gd name="connsiteX508" fmla="*/ 442621 w 513112"/>
                <a:gd name="connsiteY508" fmla="*/ 791799 h 808192"/>
                <a:gd name="connsiteX509" fmla="*/ 437703 w 513112"/>
                <a:gd name="connsiteY509" fmla="*/ 788521 h 808192"/>
                <a:gd name="connsiteX510" fmla="*/ 434424 w 513112"/>
                <a:gd name="connsiteY510" fmla="*/ 788521 h 808192"/>
                <a:gd name="connsiteX511" fmla="*/ 431146 w 513112"/>
                <a:gd name="connsiteY511" fmla="*/ 785242 h 808192"/>
                <a:gd name="connsiteX512" fmla="*/ 431146 w 513112"/>
                <a:gd name="connsiteY512" fmla="*/ 783603 h 808192"/>
                <a:gd name="connsiteX513" fmla="*/ 427867 w 513112"/>
                <a:gd name="connsiteY513" fmla="*/ 781964 h 808192"/>
                <a:gd name="connsiteX514" fmla="*/ 422949 w 513112"/>
                <a:gd name="connsiteY514" fmla="*/ 778685 h 808192"/>
                <a:gd name="connsiteX515" fmla="*/ 422949 w 513112"/>
                <a:gd name="connsiteY515" fmla="*/ 773767 h 808192"/>
                <a:gd name="connsiteX516" fmla="*/ 421310 w 513112"/>
                <a:gd name="connsiteY516" fmla="*/ 770488 h 808192"/>
                <a:gd name="connsiteX517" fmla="*/ 421310 w 513112"/>
                <a:gd name="connsiteY517" fmla="*/ 767209 h 808192"/>
                <a:gd name="connsiteX518" fmla="*/ 416391 w 513112"/>
                <a:gd name="connsiteY518" fmla="*/ 763931 h 808192"/>
                <a:gd name="connsiteX519" fmla="*/ 413113 w 513112"/>
                <a:gd name="connsiteY519" fmla="*/ 762292 h 808192"/>
                <a:gd name="connsiteX520" fmla="*/ 409834 w 513112"/>
                <a:gd name="connsiteY520" fmla="*/ 759013 h 808192"/>
                <a:gd name="connsiteX521" fmla="*/ 406556 w 513112"/>
                <a:gd name="connsiteY521" fmla="*/ 759013 h 808192"/>
                <a:gd name="connsiteX522" fmla="*/ 403277 w 513112"/>
                <a:gd name="connsiteY522" fmla="*/ 757374 h 808192"/>
                <a:gd name="connsiteX523" fmla="*/ 399998 w 513112"/>
                <a:gd name="connsiteY523" fmla="*/ 754095 h 808192"/>
                <a:gd name="connsiteX524" fmla="*/ 395080 w 513112"/>
                <a:gd name="connsiteY524" fmla="*/ 750816 h 808192"/>
                <a:gd name="connsiteX525" fmla="*/ 391801 w 513112"/>
                <a:gd name="connsiteY525" fmla="*/ 750816 h 808192"/>
                <a:gd name="connsiteX526" fmla="*/ 390162 w 513112"/>
                <a:gd name="connsiteY526" fmla="*/ 747538 h 808192"/>
                <a:gd name="connsiteX527" fmla="*/ 386883 w 513112"/>
                <a:gd name="connsiteY527" fmla="*/ 744259 h 808192"/>
                <a:gd name="connsiteX528" fmla="*/ 383605 w 513112"/>
                <a:gd name="connsiteY528" fmla="*/ 740980 h 808192"/>
                <a:gd name="connsiteX529" fmla="*/ 380326 w 513112"/>
                <a:gd name="connsiteY529" fmla="*/ 737702 h 808192"/>
                <a:gd name="connsiteX530" fmla="*/ 375408 w 513112"/>
                <a:gd name="connsiteY530" fmla="*/ 736062 h 808192"/>
                <a:gd name="connsiteX531" fmla="*/ 372129 w 513112"/>
                <a:gd name="connsiteY531" fmla="*/ 734423 h 808192"/>
                <a:gd name="connsiteX532" fmla="*/ 368851 w 513112"/>
                <a:gd name="connsiteY532" fmla="*/ 734423 h 808192"/>
                <a:gd name="connsiteX533" fmla="*/ 363933 w 513112"/>
                <a:gd name="connsiteY533" fmla="*/ 732784 h 808192"/>
                <a:gd name="connsiteX534" fmla="*/ 363933 w 513112"/>
                <a:gd name="connsiteY534" fmla="*/ 732784 h 808192"/>
                <a:gd name="connsiteX535" fmla="*/ 362293 w 513112"/>
                <a:gd name="connsiteY535" fmla="*/ 731144 h 808192"/>
                <a:gd name="connsiteX536" fmla="*/ 357375 w 513112"/>
                <a:gd name="connsiteY536" fmla="*/ 729505 h 808192"/>
                <a:gd name="connsiteX537" fmla="*/ 354097 w 513112"/>
                <a:gd name="connsiteY537" fmla="*/ 727865 h 808192"/>
                <a:gd name="connsiteX538" fmla="*/ 350818 w 513112"/>
                <a:gd name="connsiteY538" fmla="*/ 724587 h 808192"/>
                <a:gd name="connsiteX539" fmla="*/ 349179 w 513112"/>
                <a:gd name="connsiteY539" fmla="*/ 722948 h 808192"/>
                <a:gd name="connsiteX540" fmla="*/ 344261 w 513112"/>
                <a:gd name="connsiteY540" fmla="*/ 722948 h 808192"/>
                <a:gd name="connsiteX541" fmla="*/ 340982 w 513112"/>
                <a:gd name="connsiteY541" fmla="*/ 719669 h 808192"/>
                <a:gd name="connsiteX542" fmla="*/ 337703 w 513112"/>
                <a:gd name="connsiteY542" fmla="*/ 718029 h 808192"/>
                <a:gd name="connsiteX543" fmla="*/ 334425 w 513112"/>
                <a:gd name="connsiteY543" fmla="*/ 716390 h 808192"/>
                <a:gd name="connsiteX544" fmla="*/ 329507 w 513112"/>
                <a:gd name="connsiteY544" fmla="*/ 714751 h 808192"/>
                <a:gd name="connsiteX545" fmla="*/ 326228 w 513112"/>
                <a:gd name="connsiteY545" fmla="*/ 714751 h 808192"/>
                <a:gd name="connsiteX546" fmla="*/ 322949 w 513112"/>
                <a:gd name="connsiteY546" fmla="*/ 713111 h 808192"/>
                <a:gd name="connsiteX547" fmla="*/ 318031 w 513112"/>
                <a:gd name="connsiteY547" fmla="*/ 709833 h 808192"/>
                <a:gd name="connsiteX548" fmla="*/ 314753 w 513112"/>
                <a:gd name="connsiteY548" fmla="*/ 706554 h 808192"/>
                <a:gd name="connsiteX549" fmla="*/ 311474 w 513112"/>
                <a:gd name="connsiteY549" fmla="*/ 703275 h 808192"/>
                <a:gd name="connsiteX550" fmla="*/ 308195 w 513112"/>
                <a:gd name="connsiteY550" fmla="*/ 699997 h 808192"/>
                <a:gd name="connsiteX551" fmla="*/ 303277 w 513112"/>
                <a:gd name="connsiteY551" fmla="*/ 698358 h 808192"/>
                <a:gd name="connsiteX552" fmla="*/ 299999 w 513112"/>
                <a:gd name="connsiteY552" fmla="*/ 698358 h 808192"/>
                <a:gd name="connsiteX553" fmla="*/ 296720 w 513112"/>
                <a:gd name="connsiteY553" fmla="*/ 695079 h 808192"/>
                <a:gd name="connsiteX554" fmla="*/ 293441 w 513112"/>
                <a:gd name="connsiteY554" fmla="*/ 691800 h 808192"/>
                <a:gd name="connsiteX555" fmla="*/ 290163 w 513112"/>
                <a:gd name="connsiteY555" fmla="*/ 690161 h 808192"/>
                <a:gd name="connsiteX556" fmla="*/ 286884 w 513112"/>
                <a:gd name="connsiteY556" fmla="*/ 688521 h 808192"/>
                <a:gd name="connsiteX557" fmla="*/ 281966 w 513112"/>
                <a:gd name="connsiteY557" fmla="*/ 686882 h 808192"/>
                <a:gd name="connsiteX558" fmla="*/ 278687 w 513112"/>
                <a:gd name="connsiteY558" fmla="*/ 683604 h 808192"/>
                <a:gd name="connsiteX559" fmla="*/ 275409 w 513112"/>
                <a:gd name="connsiteY559" fmla="*/ 681964 h 808192"/>
                <a:gd name="connsiteX560" fmla="*/ 272130 w 513112"/>
                <a:gd name="connsiteY560" fmla="*/ 680325 h 808192"/>
                <a:gd name="connsiteX561" fmla="*/ 267212 w 513112"/>
                <a:gd name="connsiteY561" fmla="*/ 678685 h 808192"/>
                <a:gd name="connsiteX562" fmla="*/ 267212 w 513112"/>
                <a:gd name="connsiteY562" fmla="*/ 675407 h 808192"/>
                <a:gd name="connsiteX563" fmla="*/ 265573 w 513112"/>
                <a:gd name="connsiteY563" fmla="*/ 672128 h 808192"/>
                <a:gd name="connsiteX564" fmla="*/ 262294 w 513112"/>
                <a:gd name="connsiteY564" fmla="*/ 668849 h 808192"/>
                <a:gd name="connsiteX565" fmla="*/ 257376 w 513112"/>
                <a:gd name="connsiteY565" fmla="*/ 665571 h 808192"/>
                <a:gd name="connsiteX566" fmla="*/ 255736 w 513112"/>
                <a:gd name="connsiteY566" fmla="*/ 662292 h 808192"/>
                <a:gd name="connsiteX567" fmla="*/ 254097 w 513112"/>
                <a:gd name="connsiteY567" fmla="*/ 660653 h 808192"/>
                <a:gd name="connsiteX568" fmla="*/ 254097 w 513112"/>
                <a:gd name="connsiteY568" fmla="*/ 660653 h 808192"/>
                <a:gd name="connsiteX569" fmla="*/ 252458 w 513112"/>
                <a:gd name="connsiteY569" fmla="*/ 657374 h 808192"/>
                <a:gd name="connsiteX570" fmla="*/ 247540 w 513112"/>
                <a:gd name="connsiteY570" fmla="*/ 654095 h 808192"/>
                <a:gd name="connsiteX571" fmla="*/ 244261 w 513112"/>
                <a:gd name="connsiteY571" fmla="*/ 652456 h 808192"/>
                <a:gd name="connsiteX572" fmla="*/ 240982 w 513112"/>
                <a:gd name="connsiteY572" fmla="*/ 650817 h 808192"/>
                <a:gd name="connsiteX573" fmla="*/ 237704 w 513112"/>
                <a:gd name="connsiteY573" fmla="*/ 647538 h 808192"/>
                <a:gd name="connsiteX574" fmla="*/ 234425 w 513112"/>
                <a:gd name="connsiteY574" fmla="*/ 642620 h 808192"/>
                <a:gd name="connsiteX575" fmla="*/ 232786 w 513112"/>
                <a:gd name="connsiteY575" fmla="*/ 639341 h 808192"/>
                <a:gd name="connsiteX576" fmla="*/ 229507 w 513112"/>
                <a:gd name="connsiteY576" fmla="*/ 636062 h 808192"/>
                <a:gd name="connsiteX577" fmla="*/ 226229 w 513112"/>
                <a:gd name="connsiteY577" fmla="*/ 632784 h 808192"/>
                <a:gd name="connsiteX578" fmla="*/ 226229 w 513112"/>
                <a:gd name="connsiteY578" fmla="*/ 629505 h 808192"/>
                <a:gd name="connsiteX579" fmla="*/ 222950 w 513112"/>
                <a:gd name="connsiteY579" fmla="*/ 624587 h 808192"/>
                <a:gd name="connsiteX580" fmla="*/ 219671 w 513112"/>
                <a:gd name="connsiteY580" fmla="*/ 624587 h 808192"/>
                <a:gd name="connsiteX581" fmla="*/ 219671 w 513112"/>
                <a:gd name="connsiteY581" fmla="*/ 619669 h 808192"/>
                <a:gd name="connsiteX582" fmla="*/ 219671 w 513112"/>
                <a:gd name="connsiteY582" fmla="*/ 616391 h 808192"/>
                <a:gd name="connsiteX583" fmla="*/ 218032 w 513112"/>
                <a:gd name="connsiteY583" fmla="*/ 613112 h 808192"/>
                <a:gd name="connsiteX584" fmla="*/ 214753 w 513112"/>
                <a:gd name="connsiteY584" fmla="*/ 611472 h 808192"/>
                <a:gd name="connsiteX585" fmla="*/ 216392 w 513112"/>
                <a:gd name="connsiteY585" fmla="*/ 608194 h 808192"/>
                <a:gd name="connsiteX586" fmla="*/ 219671 w 513112"/>
                <a:gd name="connsiteY586" fmla="*/ 609833 h 808192"/>
                <a:gd name="connsiteX587" fmla="*/ 219671 w 513112"/>
                <a:gd name="connsiteY587" fmla="*/ 606555 h 808192"/>
                <a:gd name="connsiteX588" fmla="*/ 221310 w 513112"/>
                <a:gd name="connsiteY588" fmla="*/ 603276 h 808192"/>
                <a:gd name="connsiteX589" fmla="*/ 221310 w 513112"/>
                <a:gd name="connsiteY589" fmla="*/ 601637 h 808192"/>
                <a:gd name="connsiteX590" fmla="*/ 221310 w 513112"/>
                <a:gd name="connsiteY590" fmla="*/ 598358 h 808192"/>
                <a:gd name="connsiteX591" fmla="*/ 221310 w 513112"/>
                <a:gd name="connsiteY591" fmla="*/ 595079 h 808192"/>
                <a:gd name="connsiteX592" fmla="*/ 219671 w 513112"/>
                <a:gd name="connsiteY592" fmla="*/ 591801 h 808192"/>
                <a:gd name="connsiteX593" fmla="*/ 218032 w 513112"/>
                <a:gd name="connsiteY593" fmla="*/ 586882 h 808192"/>
                <a:gd name="connsiteX594" fmla="*/ 216392 w 513112"/>
                <a:gd name="connsiteY594" fmla="*/ 586882 h 808192"/>
                <a:gd name="connsiteX595" fmla="*/ 213114 w 513112"/>
                <a:gd name="connsiteY595" fmla="*/ 581965 h 808192"/>
                <a:gd name="connsiteX596" fmla="*/ 211474 w 513112"/>
                <a:gd name="connsiteY596" fmla="*/ 578686 h 808192"/>
                <a:gd name="connsiteX597" fmla="*/ 208196 w 513112"/>
                <a:gd name="connsiteY597" fmla="*/ 577047 h 808192"/>
                <a:gd name="connsiteX598" fmla="*/ 206556 w 513112"/>
                <a:gd name="connsiteY598" fmla="*/ 572128 h 808192"/>
                <a:gd name="connsiteX599" fmla="*/ 206556 w 513112"/>
                <a:gd name="connsiteY599" fmla="*/ 568850 h 808192"/>
                <a:gd name="connsiteX600" fmla="*/ 204917 w 513112"/>
                <a:gd name="connsiteY600" fmla="*/ 565571 h 808192"/>
                <a:gd name="connsiteX601" fmla="*/ 199999 w 513112"/>
                <a:gd name="connsiteY601" fmla="*/ 562292 h 808192"/>
                <a:gd name="connsiteX602" fmla="*/ 198360 w 513112"/>
                <a:gd name="connsiteY602" fmla="*/ 557374 h 808192"/>
                <a:gd name="connsiteX603" fmla="*/ 196720 w 513112"/>
                <a:gd name="connsiteY603" fmla="*/ 554096 h 808192"/>
                <a:gd name="connsiteX604" fmla="*/ 193442 w 513112"/>
                <a:gd name="connsiteY604" fmla="*/ 550817 h 808192"/>
                <a:gd name="connsiteX605" fmla="*/ 193442 w 513112"/>
                <a:gd name="connsiteY605" fmla="*/ 545899 h 808192"/>
                <a:gd name="connsiteX606" fmla="*/ 190163 w 513112"/>
                <a:gd name="connsiteY606" fmla="*/ 542621 h 808192"/>
                <a:gd name="connsiteX607" fmla="*/ 186884 w 513112"/>
                <a:gd name="connsiteY607" fmla="*/ 539342 h 808192"/>
                <a:gd name="connsiteX608" fmla="*/ 183606 w 513112"/>
                <a:gd name="connsiteY608" fmla="*/ 537702 h 808192"/>
                <a:gd name="connsiteX609" fmla="*/ 181966 w 513112"/>
                <a:gd name="connsiteY609" fmla="*/ 532784 h 808192"/>
                <a:gd name="connsiteX610" fmla="*/ 178688 w 513112"/>
                <a:gd name="connsiteY610" fmla="*/ 531145 h 808192"/>
                <a:gd name="connsiteX611" fmla="*/ 178688 w 513112"/>
                <a:gd name="connsiteY611" fmla="*/ 531145 h 808192"/>
                <a:gd name="connsiteX612" fmla="*/ 178688 w 513112"/>
                <a:gd name="connsiteY612" fmla="*/ 529506 h 808192"/>
                <a:gd name="connsiteX613" fmla="*/ 178688 w 513112"/>
                <a:gd name="connsiteY613" fmla="*/ 526227 h 808192"/>
                <a:gd name="connsiteX614" fmla="*/ 177048 w 513112"/>
                <a:gd name="connsiteY614" fmla="*/ 522948 h 808192"/>
                <a:gd name="connsiteX615" fmla="*/ 175409 w 513112"/>
                <a:gd name="connsiteY615" fmla="*/ 518031 h 808192"/>
                <a:gd name="connsiteX616" fmla="*/ 175409 w 513112"/>
                <a:gd name="connsiteY616" fmla="*/ 514752 h 808192"/>
                <a:gd name="connsiteX617" fmla="*/ 172130 w 513112"/>
                <a:gd name="connsiteY617" fmla="*/ 511473 h 808192"/>
                <a:gd name="connsiteX618" fmla="*/ 170491 w 513112"/>
                <a:gd name="connsiteY618" fmla="*/ 506555 h 808192"/>
                <a:gd name="connsiteX619" fmla="*/ 167212 w 513112"/>
                <a:gd name="connsiteY619" fmla="*/ 504916 h 808192"/>
                <a:gd name="connsiteX620" fmla="*/ 163934 w 513112"/>
                <a:gd name="connsiteY620" fmla="*/ 501637 h 808192"/>
                <a:gd name="connsiteX621" fmla="*/ 160655 w 513112"/>
                <a:gd name="connsiteY621" fmla="*/ 499998 h 808192"/>
                <a:gd name="connsiteX622" fmla="*/ 155737 w 513112"/>
                <a:gd name="connsiteY622" fmla="*/ 495080 h 808192"/>
                <a:gd name="connsiteX623" fmla="*/ 157376 w 513112"/>
                <a:gd name="connsiteY623" fmla="*/ 491801 h 808192"/>
                <a:gd name="connsiteX624" fmla="*/ 157376 w 513112"/>
                <a:gd name="connsiteY624" fmla="*/ 488522 h 808192"/>
                <a:gd name="connsiteX625" fmla="*/ 155737 w 513112"/>
                <a:gd name="connsiteY625" fmla="*/ 486883 h 808192"/>
                <a:gd name="connsiteX626" fmla="*/ 154098 w 513112"/>
                <a:gd name="connsiteY626" fmla="*/ 481965 h 808192"/>
                <a:gd name="connsiteX627" fmla="*/ 152458 w 513112"/>
                <a:gd name="connsiteY627" fmla="*/ 478687 h 808192"/>
                <a:gd name="connsiteX628" fmla="*/ 150819 w 513112"/>
                <a:gd name="connsiteY628" fmla="*/ 475408 h 808192"/>
                <a:gd name="connsiteX629" fmla="*/ 147540 w 513112"/>
                <a:gd name="connsiteY629" fmla="*/ 470490 h 808192"/>
                <a:gd name="connsiteX630" fmla="*/ 145901 w 513112"/>
                <a:gd name="connsiteY630" fmla="*/ 467211 h 808192"/>
                <a:gd name="connsiteX631" fmla="*/ 145901 w 513112"/>
                <a:gd name="connsiteY631" fmla="*/ 467211 h 808192"/>
                <a:gd name="connsiteX632" fmla="*/ 145901 w 513112"/>
                <a:gd name="connsiteY632" fmla="*/ 467211 h 808192"/>
                <a:gd name="connsiteX633" fmla="*/ 142622 w 513112"/>
                <a:gd name="connsiteY633" fmla="*/ 463932 h 808192"/>
                <a:gd name="connsiteX634" fmla="*/ 140983 w 513112"/>
                <a:gd name="connsiteY634" fmla="*/ 459014 h 808192"/>
                <a:gd name="connsiteX635" fmla="*/ 139344 w 513112"/>
                <a:gd name="connsiteY635" fmla="*/ 455735 h 808192"/>
                <a:gd name="connsiteX636" fmla="*/ 136065 w 513112"/>
                <a:gd name="connsiteY636" fmla="*/ 452457 h 808192"/>
                <a:gd name="connsiteX637" fmla="*/ 134426 w 513112"/>
                <a:gd name="connsiteY637" fmla="*/ 447539 h 808192"/>
                <a:gd name="connsiteX638" fmla="*/ 132786 w 513112"/>
                <a:gd name="connsiteY638" fmla="*/ 444260 h 808192"/>
                <a:gd name="connsiteX639" fmla="*/ 131147 w 513112"/>
                <a:gd name="connsiteY639" fmla="*/ 440981 h 808192"/>
                <a:gd name="connsiteX640" fmla="*/ 129508 w 513112"/>
                <a:gd name="connsiteY640" fmla="*/ 437703 h 808192"/>
                <a:gd name="connsiteX641" fmla="*/ 129508 w 513112"/>
                <a:gd name="connsiteY641" fmla="*/ 434424 h 808192"/>
                <a:gd name="connsiteX642" fmla="*/ 129508 w 513112"/>
                <a:gd name="connsiteY642" fmla="*/ 429506 h 808192"/>
                <a:gd name="connsiteX643" fmla="*/ 126229 w 513112"/>
                <a:gd name="connsiteY643" fmla="*/ 426228 h 808192"/>
                <a:gd name="connsiteX644" fmla="*/ 124589 w 513112"/>
                <a:gd name="connsiteY644" fmla="*/ 422949 h 808192"/>
                <a:gd name="connsiteX645" fmla="*/ 122950 w 513112"/>
                <a:gd name="connsiteY645" fmla="*/ 418031 h 808192"/>
                <a:gd name="connsiteX646" fmla="*/ 121311 w 513112"/>
                <a:gd name="connsiteY646" fmla="*/ 414752 h 808192"/>
                <a:gd name="connsiteX647" fmla="*/ 121311 w 513112"/>
                <a:gd name="connsiteY647" fmla="*/ 411474 h 808192"/>
                <a:gd name="connsiteX648" fmla="*/ 116393 w 513112"/>
                <a:gd name="connsiteY648" fmla="*/ 408195 h 808192"/>
                <a:gd name="connsiteX649" fmla="*/ 116393 w 513112"/>
                <a:gd name="connsiteY649" fmla="*/ 403277 h 808192"/>
                <a:gd name="connsiteX650" fmla="*/ 113114 w 513112"/>
                <a:gd name="connsiteY650" fmla="*/ 403277 h 808192"/>
                <a:gd name="connsiteX651" fmla="*/ 113114 w 513112"/>
                <a:gd name="connsiteY651" fmla="*/ 399998 h 808192"/>
                <a:gd name="connsiteX652" fmla="*/ 111475 w 513112"/>
                <a:gd name="connsiteY652" fmla="*/ 396720 h 808192"/>
                <a:gd name="connsiteX653" fmla="*/ 111475 w 513112"/>
                <a:gd name="connsiteY653" fmla="*/ 395080 h 808192"/>
                <a:gd name="connsiteX654" fmla="*/ 111475 w 513112"/>
                <a:gd name="connsiteY654" fmla="*/ 393441 h 808192"/>
                <a:gd name="connsiteX655" fmla="*/ 109836 w 513112"/>
                <a:gd name="connsiteY655" fmla="*/ 390162 h 808192"/>
                <a:gd name="connsiteX656" fmla="*/ 106557 w 513112"/>
                <a:gd name="connsiteY656" fmla="*/ 385244 h 808192"/>
                <a:gd name="connsiteX657" fmla="*/ 106557 w 513112"/>
                <a:gd name="connsiteY657" fmla="*/ 381965 h 808192"/>
                <a:gd name="connsiteX658" fmla="*/ 106557 w 513112"/>
                <a:gd name="connsiteY658" fmla="*/ 378687 h 808192"/>
                <a:gd name="connsiteX659" fmla="*/ 103278 w 513112"/>
                <a:gd name="connsiteY659" fmla="*/ 373769 h 808192"/>
                <a:gd name="connsiteX660" fmla="*/ 99999 w 513112"/>
                <a:gd name="connsiteY660" fmla="*/ 372130 h 808192"/>
                <a:gd name="connsiteX661" fmla="*/ 99999 w 513112"/>
                <a:gd name="connsiteY661" fmla="*/ 367211 h 808192"/>
                <a:gd name="connsiteX662" fmla="*/ 96721 w 513112"/>
                <a:gd name="connsiteY662" fmla="*/ 363933 h 808192"/>
                <a:gd name="connsiteX663" fmla="*/ 95082 w 513112"/>
                <a:gd name="connsiteY663" fmla="*/ 360654 h 808192"/>
                <a:gd name="connsiteX664" fmla="*/ 91803 w 513112"/>
                <a:gd name="connsiteY664" fmla="*/ 357375 h 808192"/>
                <a:gd name="connsiteX665" fmla="*/ 88524 w 513112"/>
                <a:gd name="connsiteY665" fmla="*/ 352457 h 808192"/>
                <a:gd name="connsiteX666" fmla="*/ 83606 w 513112"/>
                <a:gd name="connsiteY666" fmla="*/ 349179 h 808192"/>
                <a:gd name="connsiteX667" fmla="*/ 81967 w 513112"/>
                <a:gd name="connsiteY667" fmla="*/ 345900 h 808192"/>
                <a:gd name="connsiteX668" fmla="*/ 78688 w 513112"/>
                <a:gd name="connsiteY668" fmla="*/ 342621 h 808192"/>
                <a:gd name="connsiteX669" fmla="*/ 78688 w 513112"/>
                <a:gd name="connsiteY669" fmla="*/ 337703 h 808192"/>
                <a:gd name="connsiteX670" fmla="*/ 77049 w 513112"/>
                <a:gd name="connsiteY670" fmla="*/ 334425 h 808192"/>
                <a:gd name="connsiteX671" fmla="*/ 73770 w 513112"/>
                <a:gd name="connsiteY671" fmla="*/ 331146 h 808192"/>
                <a:gd name="connsiteX672" fmla="*/ 72131 w 513112"/>
                <a:gd name="connsiteY672" fmla="*/ 326228 h 808192"/>
                <a:gd name="connsiteX673" fmla="*/ 70492 w 513112"/>
                <a:gd name="connsiteY673" fmla="*/ 322950 h 808192"/>
                <a:gd name="connsiteX674" fmla="*/ 70492 w 513112"/>
                <a:gd name="connsiteY674" fmla="*/ 319671 h 808192"/>
                <a:gd name="connsiteX675" fmla="*/ 67213 w 513112"/>
                <a:gd name="connsiteY675" fmla="*/ 316392 h 808192"/>
                <a:gd name="connsiteX676" fmla="*/ 65573 w 513112"/>
                <a:gd name="connsiteY676" fmla="*/ 313113 h 808192"/>
                <a:gd name="connsiteX677" fmla="*/ 62295 w 513112"/>
                <a:gd name="connsiteY677" fmla="*/ 308195 h 808192"/>
                <a:gd name="connsiteX678" fmla="*/ 59016 w 513112"/>
                <a:gd name="connsiteY678" fmla="*/ 304917 h 808192"/>
                <a:gd name="connsiteX679" fmla="*/ 57377 w 513112"/>
                <a:gd name="connsiteY679" fmla="*/ 301638 h 808192"/>
                <a:gd name="connsiteX680" fmla="*/ 57377 w 513112"/>
                <a:gd name="connsiteY680" fmla="*/ 301638 h 808192"/>
                <a:gd name="connsiteX681" fmla="*/ 55737 w 513112"/>
                <a:gd name="connsiteY681" fmla="*/ 296720 h 808192"/>
                <a:gd name="connsiteX682" fmla="*/ 54098 w 513112"/>
                <a:gd name="connsiteY682" fmla="*/ 296720 h 808192"/>
                <a:gd name="connsiteX683" fmla="*/ 49180 w 513112"/>
                <a:gd name="connsiteY683" fmla="*/ 291802 h 808192"/>
                <a:gd name="connsiteX684" fmla="*/ 45901 w 513112"/>
                <a:gd name="connsiteY684" fmla="*/ 290163 h 808192"/>
                <a:gd name="connsiteX685" fmla="*/ 42623 w 513112"/>
                <a:gd name="connsiteY685" fmla="*/ 288523 h 808192"/>
                <a:gd name="connsiteX686" fmla="*/ 37705 w 513112"/>
                <a:gd name="connsiteY686" fmla="*/ 285244 h 808192"/>
                <a:gd name="connsiteX687" fmla="*/ 34426 w 513112"/>
                <a:gd name="connsiteY687" fmla="*/ 283605 h 808192"/>
                <a:gd name="connsiteX688" fmla="*/ 31147 w 513112"/>
                <a:gd name="connsiteY688" fmla="*/ 280327 h 808192"/>
                <a:gd name="connsiteX689" fmla="*/ 26229 w 513112"/>
                <a:gd name="connsiteY689" fmla="*/ 278687 h 808192"/>
                <a:gd name="connsiteX690" fmla="*/ 22951 w 513112"/>
                <a:gd name="connsiteY690" fmla="*/ 277048 h 808192"/>
                <a:gd name="connsiteX691" fmla="*/ 19672 w 513112"/>
                <a:gd name="connsiteY691" fmla="*/ 273769 h 808192"/>
                <a:gd name="connsiteX692" fmla="*/ 16393 w 513112"/>
                <a:gd name="connsiteY692" fmla="*/ 272130 h 808192"/>
                <a:gd name="connsiteX693" fmla="*/ 11475 w 513112"/>
                <a:gd name="connsiteY693" fmla="*/ 270491 h 808192"/>
                <a:gd name="connsiteX694" fmla="*/ 8197 w 513112"/>
                <a:gd name="connsiteY694" fmla="*/ 268851 h 808192"/>
                <a:gd name="connsiteX695" fmla="*/ 8197 w 513112"/>
                <a:gd name="connsiteY695" fmla="*/ 265573 h 808192"/>
                <a:gd name="connsiteX696" fmla="*/ 8197 w 513112"/>
                <a:gd name="connsiteY696" fmla="*/ 260654 h 808192"/>
                <a:gd name="connsiteX697" fmla="*/ 9836 w 513112"/>
                <a:gd name="connsiteY697" fmla="*/ 257376 h 808192"/>
                <a:gd name="connsiteX698" fmla="*/ 13115 w 513112"/>
                <a:gd name="connsiteY698" fmla="*/ 257376 h 808192"/>
                <a:gd name="connsiteX699" fmla="*/ 18033 w 513112"/>
                <a:gd name="connsiteY699" fmla="*/ 257376 h 808192"/>
                <a:gd name="connsiteX700" fmla="*/ 19672 w 513112"/>
                <a:gd name="connsiteY700" fmla="*/ 252458 h 808192"/>
                <a:gd name="connsiteX701" fmla="*/ 19672 w 513112"/>
                <a:gd name="connsiteY701" fmla="*/ 249179 h 808192"/>
                <a:gd name="connsiteX702" fmla="*/ 18033 w 513112"/>
                <a:gd name="connsiteY702" fmla="*/ 245901 h 808192"/>
                <a:gd name="connsiteX703" fmla="*/ 16393 w 513112"/>
                <a:gd name="connsiteY703" fmla="*/ 240983 h 808192"/>
                <a:gd name="connsiteX704" fmla="*/ 14754 w 513112"/>
                <a:gd name="connsiteY704" fmla="*/ 237704 h 808192"/>
                <a:gd name="connsiteX705" fmla="*/ 11475 w 513112"/>
                <a:gd name="connsiteY705" fmla="*/ 234425 h 808192"/>
                <a:gd name="connsiteX706" fmla="*/ 6557 w 513112"/>
                <a:gd name="connsiteY706" fmla="*/ 231147 h 808192"/>
                <a:gd name="connsiteX707" fmla="*/ 6557 w 513112"/>
                <a:gd name="connsiteY707" fmla="*/ 227868 h 808192"/>
                <a:gd name="connsiteX708" fmla="*/ 6557 w 513112"/>
                <a:gd name="connsiteY708" fmla="*/ 222950 h 808192"/>
                <a:gd name="connsiteX709" fmla="*/ 9836 w 513112"/>
                <a:gd name="connsiteY709" fmla="*/ 219671 h 808192"/>
                <a:gd name="connsiteX710" fmla="*/ 4918 w 513112"/>
                <a:gd name="connsiteY710" fmla="*/ 214753 h 808192"/>
                <a:gd name="connsiteX711" fmla="*/ 3279 w 513112"/>
                <a:gd name="connsiteY711" fmla="*/ 211474 h 808192"/>
                <a:gd name="connsiteX712" fmla="*/ 0 w 513112"/>
                <a:gd name="connsiteY712" fmla="*/ 208196 h 808192"/>
                <a:gd name="connsiteX713" fmla="*/ 0 w 513112"/>
                <a:gd name="connsiteY713" fmla="*/ 204917 h 808192"/>
                <a:gd name="connsiteX714" fmla="*/ 0 w 513112"/>
                <a:gd name="connsiteY714" fmla="*/ 201638 h 808192"/>
                <a:gd name="connsiteX715" fmla="*/ 0 w 513112"/>
                <a:gd name="connsiteY715" fmla="*/ 196720 h 808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</a:cxnLst>
              <a:rect l="l" t="t" r="r" b="b"/>
              <a:pathLst>
                <a:path w="513112" h="808192">
                  <a:moveTo>
                    <a:pt x="0" y="196720"/>
                  </a:moveTo>
                  <a:lnTo>
                    <a:pt x="0" y="195081"/>
                  </a:lnTo>
                  <a:lnTo>
                    <a:pt x="1639" y="191803"/>
                  </a:lnTo>
                  <a:lnTo>
                    <a:pt x="1639" y="188524"/>
                  </a:lnTo>
                  <a:lnTo>
                    <a:pt x="1639" y="186884"/>
                  </a:lnTo>
                  <a:lnTo>
                    <a:pt x="3279" y="185245"/>
                  </a:lnTo>
                  <a:lnTo>
                    <a:pt x="4918" y="185245"/>
                  </a:lnTo>
                  <a:lnTo>
                    <a:pt x="4918" y="183606"/>
                  </a:lnTo>
                  <a:lnTo>
                    <a:pt x="6557" y="181966"/>
                  </a:lnTo>
                  <a:lnTo>
                    <a:pt x="9836" y="178688"/>
                  </a:lnTo>
                  <a:lnTo>
                    <a:pt x="9836" y="178688"/>
                  </a:lnTo>
                  <a:lnTo>
                    <a:pt x="11475" y="173770"/>
                  </a:lnTo>
                  <a:lnTo>
                    <a:pt x="14754" y="170491"/>
                  </a:lnTo>
                  <a:lnTo>
                    <a:pt x="16393" y="167213"/>
                  </a:lnTo>
                  <a:lnTo>
                    <a:pt x="19672" y="163934"/>
                  </a:lnTo>
                  <a:lnTo>
                    <a:pt x="22951" y="160655"/>
                  </a:lnTo>
                  <a:lnTo>
                    <a:pt x="26229" y="157376"/>
                  </a:lnTo>
                  <a:lnTo>
                    <a:pt x="31147" y="154098"/>
                  </a:lnTo>
                  <a:lnTo>
                    <a:pt x="34426" y="152458"/>
                  </a:lnTo>
                  <a:lnTo>
                    <a:pt x="36065" y="149180"/>
                  </a:lnTo>
                  <a:lnTo>
                    <a:pt x="36065" y="149180"/>
                  </a:lnTo>
                  <a:lnTo>
                    <a:pt x="37705" y="149180"/>
                  </a:lnTo>
                  <a:lnTo>
                    <a:pt x="37705" y="149180"/>
                  </a:lnTo>
                  <a:lnTo>
                    <a:pt x="39344" y="150819"/>
                  </a:lnTo>
                  <a:lnTo>
                    <a:pt x="39344" y="152458"/>
                  </a:lnTo>
                  <a:lnTo>
                    <a:pt x="40983" y="155737"/>
                  </a:lnTo>
                  <a:lnTo>
                    <a:pt x="40983" y="159016"/>
                  </a:lnTo>
                  <a:lnTo>
                    <a:pt x="40983" y="163934"/>
                  </a:lnTo>
                  <a:lnTo>
                    <a:pt x="42623" y="167213"/>
                  </a:lnTo>
                  <a:lnTo>
                    <a:pt x="44262" y="170491"/>
                  </a:lnTo>
                  <a:lnTo>
                    <a:pt x="42623" y="172130"/>
                  </a:lnTo>
                  <a:lnTo>
                    <a:pt x="37705" y="175409"/>
                  </a:lnTo>
                  <a:lnTo>
                    <a:pt x="34426" y="175409"/>
                  </a:lnTo>
                  <a:lnTo>
                    <a:pt x="31147" y="178688"/>
                  </a:lnTo>
                  <a:lnTo>
                    <a:pt x="31147" y="181966"/>
                  </a:lnTo>
                  <a:lnTo>
                    <a:pt x="32787" y="185245"/>
                  </a:lnTo>
                  <a:lnTo>
                    <a:pt x="36065" y="186884"/>
                  </a:lnTo>
                  <a:lnTo>
                    <a:pt x="32787" y="190163"/>
                  </a:lnTo>
                  <a:lnTo>
                    <a:pt x="32787" y="193442"/>
                  </a:lnTo>
                  <a:lnTo>
                    <a:pt x="36065" y="196720"/>
                  </a:lnTo>
                  <a:lnTo>
                    <a:pt x="37705" y="195081"/>
                  </a:lnTo>
                  <a:lnTo>
                    <a:pt x="42623" y="191803"/>
                  </a:lnTo>
                  <a:lnTo>
                    <a:pt x="45901" y="188524"/>
                  </a:lnTo>
                  <a:lnTo>
                    <a:pt x="47541" y="188524"/>
                  </a:lnTo>
                  <a:lnTo>
                    <a:pt x="50819" y="191803"/>
                  </a:lnTo>
                  <a:lnTo>
                    <a:pt x="52459" y="193442"/>
                  </a:lnTo>
                  <a:lnTo>
                    <a:pt x="55737" y="193442"/>
                  </a:lnTo>
                  <a:lnTo>
                    <a:pt x="59016" y="196720"/>
                  </a:lnTo>
                  <a:lnTo>
                    <a:pt x="62295" y="195081"/>
                  </a:lnTo>
                  <a:lnTo>
                    <a:pt x="67213" y="196720"/>
                  </a:lnTo>
                  <a:lnTo>
                    <a:pt x="70492" y="201638"/>
                  </a:lnTo>
                  <a:lnTo>
                    <a:pt x="68852" y="201638"/>
                  </a:lnTo>
                  <a:lnTo>
                    <a:pt x="70492" y="204917"/>
                  </a:lnTo>
                  <a:lnTo>
                    <a:pt x="72131" y="209835"/>
                  </a:lnTo>
                  <a:lnTo>
                    <a:pt x="73770" y="213114"/>
                  </a:lnTo>
                  <a:lnTo>
                    <a:pt x="77049" y="216393"/>
                  </a:lnTo>
                  <a:lnTo>
                    <a:pt x="80327" y="218032"/>
                  </a:lnTo>
                  <a:lnTo>
                    <a:pt x="81967" y="218032"/>
                  </a:lnTo>
                  <a:lnTo>
                    <a:pt x="86885" y="218032"/>
                  </a:lnTo>
                  <a:lnTo>
                    <a:pt x="86885" y="219671"/>
                  </a:lnTo>
                  <a:lnTo>
                    <a:pt x="88524" y="219671"/>
                  </a:lnTo>
                  <a:lnTo>
                    <a:pt x="88524" y="219671"/>
                  </a:lnTo>
                  <a:lnTo>
                    <a:pt x="90164" y="218032"/>
                  </a:lnTo>
                  <a:lnTo>
                    <a:pt x="90164" y="214753"/>
                  </a:lnTo>
                  <a:lnTo>
                    <a:pt x="93442" y="211474"/>
                  </a:lnTo>
                  <a:lnTo>
                    <a:pt x="93442" y="206557"/>
                  </a:lnTo>
                  <a:lnTo>
                    <a:pt x="96721" y="203278"/>
                  </a:lnTo>
                  <a:lnTo>
                    <a:pt x="99999" y="201638"/>
                  </a:lnTo>
                  <a:lnTo>
                    <a:pt x="101639" y="201638"/>
                  </a:lnTo>
                  <a:lnTo>
                    <a:pt x="101639" y="198360"/>
                  </a:lnTo>
                  <a:lnTo>
                    <a:pt x="101639" y="193442"/>
                  </a:lnTo>
                  <a:lnTo>
                    <a:pt x="101639" y="193442"/>
                  </a:lnTo>
                  <a:lnTo>
                    <a:pt x="101639" y="188524"/>
                  </a:lnTo>
                  <a:lnTo>
                    <a:pt x="101639" y="188524"/>
                  </a:lnTo>
                  <a:lnTo>
                    <a:pt x="103278" y="185245"/>
                  </a:lnTo>
                  <a:lnTo>
                    <a:pt x="104917" y="181966"/>
                  </a:lnTo>
                  <a:lnTo>
                    <a:pt x="106557" y="177048"/>
                  </a:lnTo>
                  <a:lnTo>
                    <a:pt x="106557" y="173770"/>
                  </a:lnTo>
                  <a:lnTo>
                    <a:pt x="108196" y="170491"/>
                  </a:lnTo>
                  <a:lnTo>
                    <a:pt x="109836" y="165573"/>
                  </a:lnTo>
                  <a:lnTo>
                    <a:pt x="111475" y="163934"/>
                  </a:lnTo>
                  <a:lnTo>
                    <a:pt x="111475" y="160655"/>
                  </a:lnTo>
                  <a:lnTo>
                    <a:pt x="113114" y="157376"/>
                  </a:lnTo>
                  <a:lnTo>
                    <a:pt x="113114" y="152458"/>
                  </a:lnTo>
                  <a:lnTo>
                    <a:pt x="116393" y="150819"/>
                  </a:lnTo>
                  <a:lnTo>
                    <a:pt x="118032" y="154098"/>
                  </a:lnTo>
                  <a:lnTo>
                    <a:pt x="119672" y="150819"/>
                  </a:lnTo>
                  <a:lnTo>
                    <a:pt x="118032" y="145901"/>
                  </a:lnTo>
                  <a:lnTo>
                    <a:pt x="122950" y="142622"/>
                  </a:lnTo>
                  <a:lnTo>
                    <a:pt x="124589" y="139344"/>
                  </a:lnTo>
                  <a:lnTo>
                    <a:pt x="127868" y="134426"/>
                  </a:lnTo>
                  <a:lnTo>
                    <a:pt x="131147" y="131147"/>
                  </a:lnTo>
                  <a:lnTo>
                    <a:pt x="132786" y="129508"/>
                  </a:lnTo>
                  <a:lnTo>
                    <a:pt x="136065" y="129508"/>
                  </a:lnTo>
                  <a:lnTo>
                    <a:pt x="139344" y="127868"/>
                  </a:lnTo>
                  <a:lnTo>
                    <a:pt x="142622" y="126229"/>
                  </a:lnTo>
                  <a:lnTo>
                    <a:pt x="145901" y="124590"/>
                  </a:lnTo>
                  <a:lnTo>
                    <a:pt x="149180" y="122950"/>
                  </a:lnTo>
                  <a:lnTo>
                    <a:pt x="152458" y="121311"/>
                  </a:lnTo>
                  <a:lnTo>
                    <a:pt x="157376" y="121311"/>
                  </a:lnTo>
                  <a:lnTo>
                    <a:pt x="157376" y="119671"/>
                  </a:lnTo>
                  <a:lnTo>
                    <a:pt x="162294" y="118032"/>
                  </a:lnTo>
                  <a:lnTo>
                    <a:pt x="165573" y="118032"/>
                  </a:lnTo>
                  <a:lnTo>
                    <a:pt x="168852" y="116393"/>
                  </a:lnTo>
                  <a:lnTo>
                    <a:pt x="173770" y="114754"/>
                  </a:lnTo>
                  <a:lnTo>
                    <a:pt x="177048" y="113114"/>
                  </a:lnTo>
                  <a:lnTo>
                    <a:pt x="178688" y="111475"/>
                  </a:lnTo>
                  <a:lnTo>
                    <a:pt x="181966" y="108196"/>
                  </a:lnTo>
                  <a:lnTo>
                    <a:pt x="185245" y="104917"/>
                  </a:lnTo>
                  <a:lnTo>
                    <a:pt x="188524" y="103278"/>
                  </a:lnTo>
                  <a:lnTo>
                    <a:pt x="191802" y="100000"/>
                  </a:lnTo>
                  <a:lnTo>
                    <a:pt x="195081" y="96721"/>
                  </a:lnTo>
                  <a:lnTo>
                    <a:pt x="199999" y="93442"/>
                  </a:lnTo>
                  <a:lnTo>
                    <a:pt x="199999" y="91803"/>
                  </a:lnTo>
                  <a:lnTo>
                    <a:pt x="203278" y="88524"/>
                  </a:lnTo>
                  <a:lnTo>
                    <a:pt x="204917" y="85246"/>
                  </a:lnTo>
                  <a:lnTo>
                    <a:pt x="208196" y="80327"/>
                  </a:lnTo>
                  <a:lnTo>
                    <a:pt x="211474" y="77049"/>
                  </a:lnTo>
                  <a:lnTo>
                    <a:pt x="213114" y="73770"/>
                  </a:lnTo>
                  <a:lnTo>
                    <a:pt x="216392" y="68852"/>
                  </a:lnTo>
                  <a:lnTo>
                    <a:pt x="218032" y="67213"/>
                  </a:lnTo>
                  <a:lnTo>
                    <a:pt x="218032" y="67213"/>
                  </a:lnTo>
                  <a:lnTo>
                    <a:pt x="219671" y="63934"/>
                  </a:lnTo>
                  <a:lnTo>
                    <a:pt x="219671" y="59016"/>
                  </a:lnTo>
                  <a:lnTo>
                    <a:pt x="221310" y="55737"/>
                  </a:lnTo>
                  <a:lnTo>
                    <a:pt x="221310" y="50820"/>
                  </a:lnTo>
                  <a:lnTo>
                    <a:pt x="222950" y="47541"/>
                  </a:lnTo>
                  <a:lnTo>
                    <a:pt x="222950" y="44262"/>
                  </a:lnTo>
                  <a:lnTo>
                    <a:pt x="224589" y="39344"/>
                  </a:lnTo>
                  <a:lnTo>
                    <a:pt x="227868" y="42623"/>
                  </a:lnTo>
                  <a:lnTo>
                    <a:pt x="231146" y="42623"/>
                  </a:lnTo>
                  <a:lnTo>
                    <a:pt x="231146" y="39344"/>
                  </a:lnTo>
                  <a:lnTo>
                    <a:pt x="229507" y="36066"/>
                  </a:lnTo>
                  <a:lnTo>
                    <a:pt x="229507" y="31147"/>
                  </a:lnTo>
                  <a:lnTo>
                    <a:pt x="229507" y="27869"/>
                  </a:lnTo>
                  <a:lnTo>
                    <a:pt x="229507" y="27869"/>
                  </a:lnTo>
                  <a:lnTo>
                    <a:pt x="229507" y="22951"/>
                  </a:lnTo>
                  <a:lnTo>
                    <a:pt x="226229" y="19672"/>
                  </a:lnTo>
                  <a:lnTo>
                    <a:pt x="222950" y="16393"/>
                  </a:lnTo>
                  <a:lnTo>
                    <a:pt x="222950" y="13114"/>
                  </a:lnTo>
                  <a:lnTo>
                    <a:pt x="219671" y="8197"/>
                  </a:lnTo>
                  <a:lnTo>
                    <a:pt x="216392" y="6557"/>
                  </a:lnTo>
                  <a:lnTo>
                    <a:pt x="216392" y="4918"/>
                  </a:lnTo>
                  <a:lnTo>
                    <a:pt x="216392" y="4918"/>
                  </a:lnTo>
                  <a:lnTo>
                    <a:pt x="221310" y="4918"/>
                  </a:lnTo>
                  <a:lnTo>
                    <a:pt x="224589" y="4918"/>
                  </a:lnTo>
                  <a:lnTo>
                    <a:pt x="229507" y="4918"/>
                  </a:lnTo>
                  <a:lnTo>
                    <a:pt x="231146" y="0"/>
                  </a:lnTo>
                  <a:lnTo>
                    <a:pt x="236064" y="3279"/>
                  </a:lnTo>
                  <a:lnTo>
                    <a:pt x="239343" y="4918"/>
                  </a:lnTo>
                  <a:lnTo>
                    <a:pt x="244261" y="8197"/>
                  </a:lnTo>
                  <a:lnTo>
                    <a:pt x="247540" y="8197"/>
                  </a:lnTo>
                  <a:lnTo>
                    <a:pt x="250819" y="11476"/>
                  </a:lnTo>
                  <a:lnTo>
                    <a:pt x="252458" y="16393"/>
                  </a:lnTo>
                  <a:lnTo>
                    <a:pt x="257376" y="18033"/>
                  </a:lnTo>
                  <a:lnTo>
                    <a:pt x="259015" y="21311"/>
                  </a:lnTo>
                  <a:lnTo>
                    <a:pt x="263933" y="22951"/>
                  </a:lnTo>
                  <a:lnTo>
                    <a:pt x="263933" y="24590"/>
                  </a:lnTo>
                  <a:lnTo>
                    <a:pt x="263933" y="27869"/>
                  </a:lnTo>
                  <a:lnTo>
                    <a:pt x="265573" y="32787"/>
                  </a:lnTo>
                  <a:lnTo>
                    <a:pt x="267212" y="36066"/>
                  </a:lnTo>
                  <a:lnTo>
                    <a:pt x="267212" y="39344"/>
                  </a:lnTo>
                  <a:lnTo>
                    <a:pt x="268851" y="44262"/>
                  </a:lnTo>
                  <a:lnTo>
                    <a:pt x="273769" y="45901"/>
                  </a:lnTo>
                  <a:lnTo>
                    <a:pt x="277048" y="44262"/>
                  </a:lnTo>
                  <a:lnTo>
                    <a:pt x="278687" y="49180"/>
                  </a:lnTo>
                  <a:lnTo>
                    <a:pt x="281966" y="50820"/>
                  </a:lnTo>
                  <a:lnTo>
                    <a:pt x="285245" y="54098"/>
                  </a:lnTo>
                  <a:lnTo>
                    <a:pt x="288523" y="55737"/>
                  </a:lnTo>
                  <a:lnTo>
                    <a:pt x="291802" y="55737"/>
                  </a:lnTo>
                  <a:lnTo>
                    <a:pt x="296720" y="59016"/>
                  </a:lnTo>
                  <a:lnTo>
                    <a:pt x="296720" y="63934"/>
                  </a:lnTo>
                  <a:lnTo>
                    <a:pt x="298359" y="67213"/>
                  </a:lnTo>
                  <a:lnTo>
                    <a:pt x="298359" y="72131"/>
                  </a:lnTo>
                  <a:lnTo>
                    <a:pt x="298359" y="75410"/>
                  </a:lnTo>
                  <a:lnTo>
                    <a:pt x="301638" y="78688"/>
                  </a:lnTo>
                  <a:lnTo>
                    <a:pt x="304916" y="81967"/>
                  </a:lnTo>
                  <a:lnTo>
                    <a:pt x="308195" y="80327"/>
                  </a:lnTo>
                  <a:lnTo>
                    <a:pt x="313113" y="83606"/>
                  </a:lnTo>
                  <a:lnTo>
                    <a:pt x="314753" y="86885"/>
                  </a:lnTo>
                  <a:lnTo>
                    <a:pt x="314753" y="91803"/>
                  </a:lnTo>
                  <a:lnTo>
                    <a:pt x="314753" y="95081"/>
                  </a:lnTo>
                  <a:lnTo>
                    <a:pt x="313113" y="100000"/>
                  </a:lnTo>
                  <a:lnTo>
                    <a:pt x="314753" y="103278"/>
                  </a:lnTo>
                  <a:lnTo>
                    <a:pt x="318031" y="103278"/>
                  </a:lnTo>
                  <a:lnTo>
                    <a:pt x="321310" y="108196"/>
                  </a:lnTo>
                  <a:lnTo>
                    <a:pt x="326228" y="108196"/>
                  </a:lnTo>
                  <a:lnTo>
                    <a:pt x="329507" y="106557"/>
                  </a:lnTo>
                  <a:lnTo>
                    <a:pt x="332785" y="106557"/>
                  </a:lnTo>
                  <a:lnTo>
                    <a:pt x="337703" y="106557"/>
                  </a:lnTo>
                  <a:lnTo>
                    <a:pt x="340982" y="106557"/>
                  </a:lnTo>
                  <a:lnTo>
                    <a:pt x="342621" y="106557"/>
                  </a:lnTo>
                  <a:lnTo>
                    <a:pt x="345900" y="108196"/>
                  </a:lnTo>
                  <a:lnTo>
                    <a:pt x="349179" y="106557"/>
                  </a:lnTo>
                  <a:lnTo>
                    <a:pt x="354097" y="106557"/>
                  </a:lnTo>
                  <a:lnTo>
                    <a:pt x="357375" y="103278"/>
                  </a:lnTo>
                  <a:lnTo>
                    <a:pt x="359015" y="103278"/>
                  </a:lnTo>
                  <a:lnTo>
                    <a:pt x="363933" y="100000"/>
                  </a:lnTo>
                  <a:lnTo>
                    <a:pt x="365572" y="96721"/>
                  </a:lnTo>
                  <a:lnTo>
                    <a:pt x="367211" y="95081"/>
                  </a:lnTo>
                  <a:lnTo>
                    <a:pt x="370490" y="96721"/>
                  </a:lnTo>
                  <a:lnTo>
                    <a:pt x="375408" y="98360"/>
                  </a:lnTo>
                  <a:lnTo>
                    <a:pt x="377047" y="101639"/>
                  </a:lnTo>
                  <a:lnTo>
                    <a:pt x="380326" y="103278"/>
                  </a:lnTo>
                  <a:lnTo>
                    <a:pt x="385244" y="103278"/>
                  </a:lnTo>
                  <a:lnTo>
                    <a:pt x="388523" y="103278"/>
                  </a:lnTo>
                  <a:lnTo>
                    <a:pt x="393441" y="100000"/>
                  </a:lnTo>
                  <a:lnTo>
                    <a:pt x="396719" y="96721"/>
                  </a:lnTo>
                  <a:lnTo>
                    <a:pt x="399998" y="96721"/>
                  </a:lnTo>
                  <a:lnTo>
                    <a:pt x="404916" y="100000"/>
                  </a:lnTo>
                  <a:lnTo>
                    <a:pt x="408195" y="103278"/>
                  </a:lnTo>
                  <a:lnTo>
                    <a:pt x="409834" y="106557"/>
                  </a:lnTo>
                  <a:lnTo>
                    <a:pt x="414752" y="108196"/>
                  </a:lnTo>
                  <a:lnTo>
                    <a:pt x="418031" y="109836"/>
                  </a:lnTo>
                  <a:lnTo>
                    <a:pt x="421310" y="109836"/>
                  </a:lnTo>
                  <a:lnTo>
                    <a:pt x="426228" y="113114"/>
                  </a:lnTo>
                  <a:lnTo>
                    <a:pt x="427867" y="116393"/>
                  </a:lnTo>
                  <a:lnTo>
                    <a:pt x="431146" y="119671"/>
                  </a:lnTo>
                  <a:lnTo>
                    <a:pt x="432785" y="119671"/>
                  </a:lnTo>
                  <a:lnTo>
                    <a:pt x="429506" y="122950"/>
                  </a:lnTo>
                  <a:lnTo>
                    <a:pt x="427867" y="127868"/>
                  </a:lnTo>
                  <a:lnTo>
                    <a:pt x="426228" y="131147"/>
                  </a:lnTo>
                  <a:lnTo>
                    <a:pt x="422949" y="134426"/>
                  </a:lnTo>
                  <a:lnTo>
                    <a:pt x="421310" y="139344"/>
                  </a:lnTo>
                  <a:lnTo>
                    <a:pt x="419670" y="142622"/>
                  </a:lnTo>
                  <a:lnTo>
                    <a:pt x="418031" y="147540"/>
                  </a:lnTo>
                  <a:lnTo>
                    <a:pt x="414752" y="150819"/>
                  </a:lnTo>
                  <a:lnTo>
                    <a:pt x="413113" y="155737"/>
                  </a:lnTo>
                  <a:lnTo>
                    <a:pt x="411473" y="159016"/>
                  </a:lnTo>
                  <a:lnTo>
                    <a:pt x="408195" y="163934"/>
                  </a:lnTo>
                  <a:lnTo>
                    <a:pt x="408195" y="167213"/>
                  </a:lnTo>
                  <a:lnTo>
                    <a:pt x="411473" y="167213"/>
                  </a:lnTo>
                  <a:lnTo>
                    <a:pt x="414752" y="168851"/>
                  </a:lnTo>
                  <a:lnTo>
                    <a:pt x="418031" y="168851"/>
                  </a:lnTo>
                  <a:lnTo>
                    <a:pt x="421310" y="167213"/>
                  </a:lnTo>
                  <a:lnTo>
                    <a:pt x="424588" y="168851"/>
                  </a:lnTo>
                  <a:lnTo>
                    <a:pt x="427867" y="173770"/>
                  </a:lnTo>
                  <a:lnTo>
                    <a:pt x="429506" y="177048"/>
                  </a:lnTo>
                  <a:lnTo>
                    <a:pt x="432785" y="180327"/>
                  </a:lnTo>
                  <a:lnTo>
                    <a:pt x="436063" y="183606"/>
                  </a:lnTo>
                  <a:lnTo>
                    <a:pt x="437703" y="186884"/>
                  </a:lnTo>
                  <a:lnTo>
                    <a:pt x="437703" y="188524"/>
                  </a:lnTo>
                  <a:lnTo>
                    <a:pt x="436063" y="190163"/>
                  </a:lnTo>
                  <a:lnTo>
                    <a:pt x="434424" y="190163"/>
                  </a:lnTo>
                  <a:lnTo>
                    <a:pt x="431146" y="186884"/>
                  </a:lnTo>
                  <a:lnTo>
                    <a:pt x="427867" y="190163"/>
                  </a:lnTo>
                  <a:lnTo>
                    <a:pt x="427867" y="188524"/>
                  </a:lnTo>
                  <a:lnTo>
                    <a:pt x="424588" y="186884"/>
                  </a:lnTo>
                  <a:lnTo>
                    <a:pt x="421310" y="181966"/>
                  </a:lnTo>
                  <a:lnTo>
                    <a:pt x="416391" y="183606"/>
                  </a:lnTo>
                  <a:lnTo>
                    <a:pt x="413113" y="185245"/>
                  </a:lnTo>
                  <a:lnTo>
                    <a:pt x="411473" y="180327"/>
                  </a:lnTo>
                  <a:lnTo>
                    <a:pt x="408195" y="183606"/>
                  </a:lnTo>
                  <a:lnTo>
                    <a:pt x="403277" y="185245"/>
                  </a:lnTo>
                  <a:lnTo>
                    <a:pt x="401638" y="190163"/>
                  </a:lnTo>
                  <a:lnTo>
                    <a:pt x="396719" y="191803"/>
                  </a:lnTo>
                  <a:lnTo>
                    <a:pt x="393441" y="193442"/>
                  </a:lnTo>
                  <a:lnTo>
                    <a:pt x="390162" y="193442"/>
                  </a:lnTo>
                  <a:lnTo>
                    <a:pt x="385244" y="195081"/>
                  </a:lnTo>
                  <a:lnTo>
                    <a:pt x="381966" y="195081"/>
                  </a:lnTo>
                  <a:lnTo>
                    <a:pt x="378687" y="196720"/>
                  </a:lnTo>
                  <a:lnTo>
                    <a:pt x="373769" y="196720"/>
                  </a:lnTo>
                  <a:lnTo>
                    <a:pt x="370490" y="196720"/>
                  </a:lnTo>
                  <a:lnTo>
                    <a:pt x="368851" y="196720"/>
                  </a:lnTo>
                  <a:lnTo>
                    <a:pt x="363933" y="198360"/>
                  </a:lnTo>
                  <a:lnTo>
                    <a:pt x="360654" y="201638"/>
                  </a:lnTo>
                  <a:lnTo>
                    <a:pt x="355736" y="204917"/>
                  </a:lnTo>
                  <a:lnTo>
                    <a:pt x="352457" y="206557"/>
                  </a:lnTo>
                  <a:lnTo>
                    <a:pt x="349179" y="209835"/>
                  </a:lnTo>
                  <a:lnTo>
                    <a:pt x="344261" y="209835"/>
                  </a:lnTo>
                  <a:lnTo>
                    <a:pt x="344261" y="214753"/>
                  </a:lnTo>
                  <a:lnTo>
                    <a:pt x="340982" y="218032"/>
                  </a:lnTo>
                  <a:lnTo>
                    <a:pt x="336064" y="219671"/>
                  </a:lnTo>
                  <a:lnTo>
                    <a:pt x="332785" y="222950"/>
                  </a:lnTo>
                  <a:lnTo>
                    <a:pt x="329507" y="222950"/>
                  </a:lnTo>
                  <a:lnTo>
                    <a:pt x="324589" y="226228"/>
                  </a:lnTo>
                  <a:lnTo>
                    <a:pt x="324589" y="226228"/>
                  </a:lnTo>
                  <a:lnTo>
                    <a:pt x="324589" y="226228"/>
                  </a:lnTo>
                  <a:lnTo>
                    <a:pt x="326228" y="229507"/>
                  </a:lnTo>
                  <a:lnTo>
                    <a:pt x="326228" y="232786"/>
                  </a:lnTo>
                  <a:lnTo>
                    <a:pt x="324589" y="236064"/>
                  </a:lnTo>
                  <a:lnTo>
                    <a:pt x="322949" y="240983"/>
                  </a:lnTo>
                  <a:lnTo>
                    <a:pt x="324589" y="244261"/>
                  </a:lnTo>
                  <a:lnTo>
                    <a:pt x="324589" y="249179"/>
                  </a:lnTo>
                  <a:lnTo>
                    <a:pt x="321310" y="252458"/>
                  </a:lnTo>
                  <a:lnTo>
                    <a:pt x="319671" y="255737"/>
                  </a:lnTo>
                  <a:lnTo>
                    <a:pt x="318031" y="260654"/>
                  </a:lnTo>
                  <a:lnTo>
                    <a:pt x="316392" y="263933"/>
                  </a:lnTo>
                  <a:lnTo>
                    <a:pt x="314753" y="265573"/>
                  </a:lnTo>
                  <a:lnTo>
                    <a:pt x="314753" y="268851"/>
                  </a:lnTo>
                  <a:lnTo>
                    <a:pt x="316392" y="272130"/>
                  </a:lnTo>
                  <a:lnTo>
                    <a:pt x="318031" y="277048"/>
                  </a:lnTo>
                  <a:lnTo>
                    <a:pt x="319671" y="280327"/>
                  </a:lnTo>
                  <a:lnTo>
                    <a:pt x="318031" y="285244"/>
                  </a:lnTo>
                  <a:lnTo>
                    <a:pt x="316392" y="288523"/>
                  </a:lnTo>
                  <a:lnTo>
                    <a:pt x="313113" y="288523"/>
                  </a:lnTo>
                  <a:lnTo>
                    <a:pt x="308195" y="291802"/>
                  </a:lnTo>
                  <a:lnTo>
                    <a:pt x="304916" y="295081"/>
                  </a:lnTo>
                  <a:lnTo>
                    <a:pt x="299999" y="298359"/>
                  </a:lnTo>
                  <a:lnTo>
                    <a:pt x="296720" y="301638"/>
                  </a:lnTo>
                  <a:lnTo>
                    <a:pt x="295081" y="304917"/>
                  </a:lnTo>
                  <a:lnTo>
                    <a:pt x="295081" y="309835"/>
                  </a:lnTo>
                  <a:lnTo>
                    <a:pt x="295081" y="313113"/>
                  </a:lnTo>
                  <a:lnTo>
                    <a:pt x="296720" y="318031"/>
                  </a:lnTo>
                  <a:lnTo>
                    <a:pt x="298359" y="321310"/>
                  </a:lnTo>
                  <a:lnTo>
                    <a:pt x="295081" y="322950"/>
                  </a:lnTo>
                  <a:lnTo>
                    <a:pt x="290163" y="324588"/>
                  </a:lnTo>
                  <a:lnTo>
                    <a:pt x="290163" y="327867"/>
                  </a:lnTo>
                  <a:lnTo>
                    <a:pt x="288523" y="331146"/>
                  </a:lnTo>
                  <a:lnTo>
                    <a:pt x="290163" y="334425"/>
                  </a:lnTo>
                  <a:lnTo>
                    <a:pt x="293441" y="339343"/>
                  </a:lnTo>
                  <a:lnTo>
                    <a:pt x="296720" y="340982"/>
                  </a:lnTo>
                  <a:lnTo>
                    <a:pt x="299999" y="345900"/>
                  </a:lnTo>
                  <a:lnTo>
                    <a:pt x="296720" y="349179"/>
                  </a:lnTo>
                  <a:lnTo>
                    <a:pt x="299999" y="352457"/>
                  </a:lnTo>
                  <a:lnTo>
                    <a:pt x="303277" y="355736"/>
                  </a:lnTo>
                  <a:lnTo>
                    <a:pt x="304916" y="359015"/>
                  </a:lnTo>
                  <a:lnTo>
                    <a:pt x="306556" y="363933"/>
                  </a:lnTo>
                  <a:lnTo>
                    <a:pt x="306556" y="367211"/>
                  </a:lnTo>
                  <a:lnTo>
                    <a:pt x="311474" y="370490"/>
                  </a:lnTo>
                  <a:lnTo>
                    <a:pt x="314753" y="373769"/>
                  </a:lnTo>
                  <a:lnTo>
                    <a:pt x="314753" y="377047"/>
                  </a:lnTo>
                  <a:lnTo>
                    <a:pt x="316392" y="380326"/>
                  </a:lnTo>
                  <a:lnTo>
                    <a:pt x="321310" y="381965"/>
                  </a:lnTo>
                  <a:lnTo>
                    <a:pt x="322949" y="386884"/>
                  </a:lnTo>
                  <a:lnTo>
                    <a:pt x="326228" y="390162"/>
                  </a:lnTo>
                  <a:lnTo>
                    <a:pt x="329507" y="393441"/>
                  </a:lnTo>
                  <a:lnTo>
                    <a:pt x="331146" y="398359"/>
                  </a:lnTo>
                  <a:lnTo>
                    <a:pt x="331146" y="401637"/>
                  </a:lnTo>
                  <a:lnTo>
                    <a:pt x="329507" y="404916"/>
                  </a:lnTo>
                  <a:lnTo>
                    <a:pt x="326228" y="409834"/>
                  </a:lnTo>
                  <a:lnTo>
                    <a:pt x="322949" y="413113"/>
                  </a:lnTo>
                  <a:lnTo>
                    <a:pt x="326228" y="414752"/>
                  </a:lnTo>
                  <a:lnTo>
                    <a:pt x="331146" y="414752"/>
                  </a:lnTo>
                  <a:lnTo>
                    <a:pt x="334425" y="414752"/>
                  </a:lnTo>
                  <a:lnTo>
                    <a:pt x="337703" y="414752"/>
                  </a:lnTo>
                  <a:lnTo>
                    <a:pt x="340982" y="414752"/>
                  </a:lnTo>
                  <a:lnTo>
                    <a:pt x="344261" y="416391"/>
                  </a:lnTo>
                  <a:lnTo>
                    <a:pt x="347539" y="418031"/>
                  </a:lnTo>
                  <a:lnTo>
                    <a:pt x="352457" y="418031"/>
                  </a:lnTo>
                  <a:lnTo>
                    <a:pt x="355736" y="419670"/>
                  </a:lnTo>
                  <a:lnTo>
                    <a:pt x="357375" y="422949"/>
                  </a:lnTo>
                  <a:lnTo>
                    <a:pt x="359015" y="426228"/>
                  </a:lnTo>
                  <a:lnTo>
                    <a:pt x="360654" y="431145"/>
                  </a:lnTo>
                  <a:lnTo>
                    <a:pt x="363933" y="434424"/>
                  </a:lnTo>
                  <a:lnTo>
                    <a:pt x="363933" y="437703"/>
                  </a:lnTo>
                  <a:lnTo>
                    <a:pt x="362293" y="440981"/>
                  </a:lnTo>
                  <a:lnTo>
                    <a:pt x="367211" y="440981"/>
                  </a:lnTo>
                  <a:lnTo>
                    <a:pt x="368851" y="440981"/>
                  </a:lnTo>
                  <a:lnTo>
                    <a:pt x="373769" y="440981"/>
                  </a:lnTo>
                  <a:lnTo>
                    <a:pt x="377047" y="440981"/>
                  </a:lnTo>
                  <a:lnTo>
                    <a:pt x="380326" y="440981"/>
                  </a:lnTo>
                  <a:lnTo>
                    <a:pt x="383605" y="440981"/>
                  </a:lnTo>
                  <a:lnTo>
                    <a:pt x="388523" y="440981"/>
                  </a:lnTo>
                  <a:lnTo>
                    <a:pt x="391801" y="440981"/>
                  </a:lnTo>
                  <a:lnTo>
                    <a:pt x="395080" y="440981"/>
                  </a:lnTo>
                  <a:lnTo>
                    <a:pt x="398359" y="439342"/>
                  </a:lnTo>
                  <a:lnTo>
                    <a:pt x="401638" y="436064"/>
                  </a:lnTo>
                  <a:lnTo>
                    <a:pt x="404916" y="432785"/>
                  </a:lnTo>
                  <a:lnTo>
                    <a:pt x="409834" y="429506"/>
                  </a:lnTo>
                  <a:lnTo>
                    <a:pt x="411473" y="426228"/>
                  </a:lnTo>
                  <a:lnTo>
                    <a:pt x="416391" y="422949"/>
                  </a:lnTo>
                  <a:lnTo>
                    <a:pt x="419670" y="419670"/>
                  </a:lnTo>
                  <a:lnTo>
                    <a:pt x="422949" y="416391"/>
                  </a:lnTo>
                  <a:lnTo>
                    <a:pt x="426228" y="414752"/>
                  </a:lnTo>
                  <a:lnTo>
                    <a:pt x="424588" y="419670"/>
                  </a:lnTo>
                  <a:lnTo>
                    <a:pt x="421310" y="421310"/>
                  </a:lnTo>
                  <a:lnTo>
                    <a:pt x="424588" y="424588"/>
                  </a:lnTo>
                  <a:lnTo>
                    <a:pt x="426228" y="427867"/>
                  </a:lnTo>
                  <a:lnTo>
                    <a:pt x="422949" y="432785"/>
                  </a:lnTo>
                  <a:lnTo>
                    <a:pt x="422949" y="436064"/>
                  </a:lnTo>
                  <a:lnTo>
                    <a:pt x="422949" y="437703"/>
                  </a:lnTo>
                  <a:lnTo>
                    <a:pt x="422949" y="440981"/>
                  </a:lnTo>
                  <a:lnTo>
                    <a:pt x="422949" y="444260"/>
                  </a:lnTo>
                  <a:lnTo>
                    <a:pt x="422949" y="449178"/>
                  </a:lnTo>
                  <a:lnTo>
                    <a:pt x="422949" y="452457"/>
                  </a:lnTo>
                  <a:lnTo>
                    <a:pt x="422949" y="455735"/>
                  </a:lnTo>
                  <a:lnTo>
                    <a:pt x="424588" y="460654"/>
                  </a:lnTo>
                  <a:lnTo>
                    <a:pt x="424588" y="463932"/>
                  </a:lnTo>
                  <a:lnTo>
                    <a:pt x="424588" y="468850"/>
                  </a:lnTo>
                  <a:lnTo>
                    <a:pt x="424588" y="470490"/>
                  </a:lnTo>
                  <a:lnTo>
                    <a:pt x="424588" y="475408"/>
                  </a:lnTo>
                  <a:lnTo>
                    <a:pt x="424588" y="478687"/>
                  </a:lnTo>
                  <a:lnTo>
                    <a:pt x="424588" y="483604"/>
                  </a:lnTo>
                  <a:lnTo>
                    <a:pt x="429506" y="481965"/>
                  </a:lnTo>
                  <a:lnTo>
                    <a:pt x="432785" y="485244"/>
                  </a:lnTo>
                  <a:lnTo>
                    <a:pt x="436063" y="486883"/>
                  </a:lnTo>
                  <a:lnTo>
                    <a:pt x="439342" y="486883"/>
                  </a:lnTo>
                  <a:lnTo>
                    <a:pt x="444260" y="485244"/>
                  </a:lnTo>
                  <a:lnTo>
                    <a:pt x="447539" y="483604"/>
                  </a:lnTo>
                  <a:lnTo>
                    <a:pt x="449178" y="481965"/>
                  </a:lnTo>
                  <a:lnTo>
                    <a:pt x="454096" y="481965"/>
                  </a:lnTo>
                  <a:lnTo>
                    <a:pt x="457375" y="481965"/>
                  </a:lnTo>
                  <a:lnTo>
                    <a:pt x="460653" y="483604"/>
                  </a:lnTo>
                  <a:lnTo>
                    <a:pt x="463932" y="481965"/>
                  </a:lnTo>
                  <a:lnTo>
                    <a:pt x="465572" y="481965"/>
                  </a:lnTo>
                  <a:lnTo>
                    <a:pt x="465572" y="481965"/>
                  </a:lnTo>
                  <a:lnTo>
                    <a:pt x="468850" y="486883"/>
                  </a:lnTo>
                  <a:lnTo>
                    <a:pt x="470490" y="490162"/>
                  </a:lnTo>
                  <a:lnTo>
                    <a:pt x="472129" y="493440"/>
                  </a:lnTo>
                  <a:lnTo>
                    <a:pt x="475408" y="496719"/>
                  </a:lnTo>
                  <a:lnTo>
                    <a:pt x="477047" y="501637"/>
                  </a:lnTo>
                  <a:lnTo>
                    <a:pt x="480326" y="504916"/>
                  </a:lnTo>
                  <a:lnTo>
                    <a:pt x="481965" y="508194"/>
                  </a:lnTo>
                  <a:lnTo>
                    <a:pt x="483604" y="511473"/>
                  </a:lnTo>
                  <a:lnTo>
                    <a:pt x="485244" y="516391"/>
                  </a:lnTo>
                  <a:lnTo>
                    <a:pt x="488522" y="519670"/>
                  </a:lnTo>
                  <a:lnTo>
                    <a:pt x="490162" y="522948"/>
                  </a:lnTo>
                  <a:lnTo>
                    <a:pt x="491801" y="526227"/>
                  </a:lnTo>
                  <a:lnTo>
                    <a:pt x="495080" y="531145"/>
                  </a:lnTo>
                  <a:lnTo>
                    <a:pt x="496719" y="534424"/>
                  </a:lnTo>
                  <a:lnTo>
                    <a:pt x="498358" y="537702"/>
                  </a:lnTo>
                  <a:lnTo>
                    <a:pt x="499998" y="542621"/>
                  </a:lnTo>
                  <a:lnTo>
                    <a:pt x="501637" y="545899"/>
                  </a:lnTo>
                  <a:lnTo>
                    <a:pt x="504916" y="549178"/>
                  </a:lnTo>
                  <a:lnTo>
                    <a:pt x="504916" y="550817"/>
                  </a:lnTo>
                  <a:lnTo>
                    <a:pt x="504916" y="550817"/>
                  </a:lnTo>
                  <a:lnTo>
                    <a:pt x="503276" y="554096"/>
                  </a:lnTo>
                  <a:lnTo>
                    <a:pt x="503276" y="559014"/>
                  </a:lnTo>
                  <a:lnTo>
                    <a:pt x="499998" y="560653"/>
                  </a:lnTo>
                  <a:lnTo>
                    <a:pt x="496719" y="565571"/>
                  </a:lnTo>
                  <a:lnTo>
                    <a:pt x="495080" y="568850"/>
                  </a:lnTo>
                  <a:lnTo>
                    <a:pt x="495080" y="572128"/>
                  </a:lnTo>
                  <a:lnTo>
                    <a:pt x="495080" y="573768"/>
                  </a:lnTo>
                  <a:lnTo>
                    <a:pt x="495080" y="578686"/>
                  </a:lnTo>
                  <a:lnTo>
                    <a:pt x="496719" y="581965"/>
                  </a:lnTo>
                  <a:lnTo>
                    <a:pt x="496719" y="585243"/>
                  </a:lnTo>
                  <a:lnTo>
                    <a:pt x="496719" y="590161"/>
                  </a:lnTo>
                  <a:lnTo>
                    <a:pt x="496719" y="593440"/>
                  </a:lnTo>
                  <a:lnTo>
                    <a:pt x="496719" y="596718"/>
                  </a:lnTo>
                  <a:lnTo>
                    <a:pt x="496719" y="599997"/>
                  </a:lnTo>
                  <a:lnTo>
                    <a:pt x="495080" y="604915"/>
                  </a:lnTo>
                  <a:lnTo>
                    <a:pt x="496719" y="608194"/>
                  </a:lnTo>
                  <a:lnTo>
                    <a:pt x="498358" y="611472"/>
                  </a:lnTo>
                  <a:lnTo>
                    <a:pt x="498358" y="614751"/>
                  </a:lnTo>
                  <a:lnTo>
                    <a:pt x="501637" y="619669"/>
                  </a:lnTo>
                  <a:lnTo>
                    <a:pt x="503276" y="622948"/>
                  </a:lnTo>
                  <a:lnTo>
                    <a:pt x="499998" y="626227"/>
                  </a:lnTo>
                  <a:lnTo>
                    <a:pt x="498358" y="631145"/>
                  </a:lnTo>
                  <a:lnTo>
                    <a:pt x="499998" y="634424"/>
                  </a:lnTo>
                  <a:lnTo>
                    <a:pt x="495080" y="637702"/>
                  </a:lnTo>
                  <a:lnTo>
                    <a:pt x="493440" y="640981"/>
                  </a:lnTo>
                  <a:lnTo>
                    <a:pt x="490162" y="644259"/>
                  </a:lnTo>
                  <a:lnTo>
                    <a:pt x="491801" y="649177"/>
                  </a:lnTo>
                  <a:lnTo>
                    <a:pt x="488522" y="650817"/>
                  </a:lnTo>
                  <a:lnTo>
                    <a:pt x="486883" y="655735"/>
                  </a:lnTo>
                  <a:lnTo>
                    <a:pt x="486883" y="659014"/>
                  </a:lnTo>
                  <a:lnTo>
                    <a:pt x="488522" y="660653"/>
                  </a:lnTo>
                  <a:lnTo>
                    <a:pt x="490162" y="665571"/>
                  </a:lnTo>
                  <a:lnTo>
                    <a:pt x="495080" y="668849"/>
                  </a:lnTo>
                  <a:lnTo>
                    <a:pt x="496719" y="672128"/>
                  </a:lnTo>
                  <a:lnTo>
                    <a:pt x="493440" y="675407"/>
                  </a:lnTo>
                  <a:lnTo>
                    <a:pt x="493440" y="678685"/>
                  </a:lnTo>
                  <a:lnTo>
                    <a:pt x="490162" y="681964"/>
                  </a:lnTo>
                  <a:lnTo>
                    <a:pt x="490162" y="683604"/>
                  </a:lnTo>
                  <a:lnTo>
                    <a:pt x="488522" y="688521"/>
                  </a:lnTo>
                  <a:lnTo>
                    <a:pt x="490162" y="691800"/>
                  </a:lnTo>
                  <a:lnTo>
                    <a:pt x="491801" y="696718"/>
                  </a:lnTo>
                  <a:lnTo>
                    <a:pt x="493440" y="699997"/>
                  </a:lnTo>
                  <a:lnTo>
                    <a:pt x="493440" y="701636"/>
                  </a:lnTo>
                  <a:lnTo>
                    <a:pt x="495080" y="704915"/>
                  </a:lnTo>
                  <a:lnTo>
                    <a:pt x="496719" y="709833"/>
                  </a:lnTo>
                  <a:lnTo>
                    <a:pt x="498358" y="713111"/>
                  </a:lnTo>
                  <a:lnTo>
                    <a:pt x="503276" y="714751"/>
                  </a:lnTo>
                  <a:lnTo>
                    <a:pt x="504916" y="714751"/>
                  </a:lnTo>
                  <a:lnTo>
                    <a:pt x="508194" y="714751"/>
                  </a:lnTo>
                  <a:lnTo>
                    <a:pt x="508194" y="714751"/>
                  </a:lnTo>
                  <a:lnTo>
                    <a:pt x="511473" y="718029"/>
                  </a:lnTo>
                  <a:lnTo>
                    <a:pt x="513112" y="721308"/>
                  </a:lnTo>
                  <a:lnTo>
                    <a:pt x="509834" y="722948"/>
                  </a:lnTo>
                  <a:lnTo>
                    <a:pt x="506555" y="727865"/>
                  </a:lnTo>
                  <a:lnTo>
                    <a:pt x="506555" y="729505"/>
                  </a:lnTo>
                  <a:lnTo>
                    <a:pt x="506555" y="731144"/>
                  </a:lnTo>
                  <a:lnTo>
                    <a:pt x="508194" y="734423"/>
                  </a:lnTo>
                  <a:lnTo>
                    <a:pt x="504916" y="736062"/>
                  </a:lnTo>
                  <a:lnTo>
                    <a:pt x="501637" y="740980"/>
                  </a:lnTo>
                  <a:lnTo>
                    <a:pt x="498358" y="744259"/>
                  </a:lnTo>
                  <a:lnTo>
                    <a:pt x="496719" y="747538"/>
                  </a:lnTo>
                  <a:lnTo>
                    <a:pt x="495080" y="752455"/>
                  </a:lnTo>
                  <a:lnTo>
                    <a:pt x="491801" y="754095"/>
                  </a:lnTo>
                  <a:lnTo>
                    <a:pt x="488522" y="757374"/>
                  </a:lnTo>
                  <a:lnTo>
                    <a:pt x="486883" y="760652"/>
                  </a:lnTo>
                  <a:lnTo>
                    <a:pt x="486883" y="762292"/>
                  </a:lnTo>
                  <a:lnTo>
                    <a:pt x="490162" y="763931"/>
                  </a:lnTo>
                  <a:lnTo>
                    <a:pt x="493440" y="767209"/>
                  </a:lnTo>
                  <a:lnTo>
                    <a:pt x="493440" y="770488"/>
                  </a:lnTo>
                  <a:lnTo>
                    <a:pt x="493440" y="772128"/>
                  </a:lnTo>
                  <a:lnTo>
                    <a:pt x="491801" y="775406"/>
                  </a:lnTo>
                  <a:lnTo>
                    <a:pt x="486883" y="778685"/>
                  </a:lnTo>
                  <a:lnTo>
                    <a:pt x="483604" y="778685"/>
                  </a:lnTo>
                  <a:lnTo>
                    <a:pt x="481965" y="781964"/>
                  </a:lnTo>
                  <a:lnTo>
                    <a:pt x="483604" y="785242"/>
                  </a:lnTo>
                  <a:lnTo>
                    <a:pt x="485244" y="790161"/>
                  </a:lnTo>
                  <a:lnTo>
                    <a:pt x="485244" y="793439"/>
                  </a:lnTo>
                  <a:lnTo>
                    <a:pt x="483604" y="796718"/>
                  </a:lnTo>
                  <a:lnTo>
                    <a:pt x="481965" y="801636"/>
                  </a:lnTo>
                  <a:lnTo>
                    <a:pt x="480326" y="804914"/>
                  </a:lnTo>
                  <a:lnTo>
                    <a:pt x="478686" y="804914"/>
                  </a:lnTo>
                  <a:lnTo>
                    <a:pt x="475408" y="806554"/>
                  </a:lnTo>
                  <a:lnTo>
                    <a:pt x="470490" y="808193"/>
                  </a:lnTo>
                  <a:lnTo>
                    <a:pt x="467211" y="808193"/>
                  </a:lnTo>
                  <a:lnTo>
                    <a:pt x="465572" y="808193"/>
                  </a:lnTo>
                  <a:lnTo>
                    <a:pt x="463932" y="808193"/>
                  </a:lnTo>
                  <a:lnTo>
                    <a:pt x="460653" y="806554"/>
                  </a:lnTo>
                  <a:lnTo>
                    <a:pt x="457375" y="803275"/>
                  </a:lnTo>
                  <a:lnTo>
                    <a:pt x="454096" y="801636"/>
                  </a:lnTo>
                  <a:lnTo>
                    <a:pt x="449178" y="798357"/>
                  </a:lnTo>
                  <a:lnTo>
                    <a:pt x="445900" y="795078"/>
                  </a:lnTo>
                  <a:lnTo>
                    <a:pt x="442621" y="791799"/>
                  </a:lnTo>
                  <a:lnTo>
                    <a:pt x="437703" y="788521"/>
                  </a:lnTo>
                  <a:lnTo>
                    <a:pt x="434424" y="788521"/>
                  </a:lnTo>
                  <a:lnTo>
                    <a:pt x="431146" y="785242"/>
                  </a:lnTo>
                  <a:lnTo>
                    <a:pt x="431146" y="783603"/>
                  </a:lnTo>
                  <a:lnTo>
                    <a:pt x="427867" y="781964"/>
                  </a:lnTo>
                  <a:lnTo>
                    <a:pt x="422949" y="778685"/>
                  </a:lnTo>
                  <a:lnTo>
                    <a:pt x="422949" y="773767"/>
                  </a:lnTo>
                  <a:lnTo>
                    <a:pt x="421310" y="770488"/>
                  </a:lnTo>
                  <a:lnTo>
                    <a:pt x="421310" y="767209"/>
                  </a:lnTo>
                  <a:lnTo>
                    <a:pt x="416391" y="763931"/>
                  </a:lnTo>
                  <a:lnTo>
                    <a:pt x="413113" y="762292"/>
                  </a:lnTo>
                  <a:lnTo>
                    <a:pt x="409834" y="759013"/>
                  </a:lnTo>
                  <a:lnTo>
                    <a:pt x="406556" y="759013"/>
                  </a:lnTo>
                  <a:lnTo>
                    <a:pt x="403277" y="757374"/>
                  </a:lnTo>
                  <a:lnTo>
                    <a:pt x="399998" y="754095"/>
                  </a:lnTo>
                  <a:lnTo>
                    <a:pt x="395080" y="750816"/>
                  </a:lnTo>
                  <a:lnTo>
                    <a:pt x="391801" y="750816"/>
                  </a:lnTo>
                  <a:lnTo>
                    <a:pt x="390162" y="747538"/>
                  </a:lnTo>
                  <a:lnTo>
                    <a:pt x="386883" y="744259"/>
                  </a:lnTo>
                  <a:lnTo>
                    <a:pt x="383605" y="740980"/>
                  </a:lnTo>
                  <a:lnTo>
                    <a:pt x="380326" y="737702"/>
                  </a:lnTo>
                  <a:lnTo>
                    <a:pt x="375408" y="736062"/>
                  </a:lnTo>
                  <a:lnTo>
                    <a:pt x="372129" y="734423"/>
                  </a:lnTo>
                  <a:lnTo>
                    <a:pt x="368851" y="734423"/>
                  </a:lnTo>
                  <a:lnTo>
                    <a:pt x="363933" y="732784"/>
                  </a:lnTo>
                  <a:lnTo>
                    <a:pt x="363933" y="732784"/>
                  </a:lnTo>
                  <a:lnTo>
                    <a:pt x="362293" y="731144"/>
                  </a:lnTo>
                  <a:lnTo>
                    <a:pt x="357375" y="729505"/>
                  </a:lnTo>
                  <a:lnTo>
                    <a:pt x="354097" y="727865"/>
                  </a:lnTo>
                  <a:lnTo>
                    <a:pt x="350818" y="724587"/>
                  </a:lnTo>
                  <a:lnTo>
                    <a:pt x="349179" y="722948"/>
                  </a:lnTo>
                  <a:lnTo>
                    <a:pt x="344261" y="722948"/>
                  </a:lnTo>
                  <a:lnTo>
                    <a:pt x="340982" y="719669"/>
                  </a:lnTo>
                  <a:lnTo>
                    <a:pt x="337703" y="718029"/>
                  </a:lnTo>
                  <a:lnTo>
                    <a:pt x="334425" y="716390"/>
                  </a:lnTo>
                  <a:lnTo>
                    <a:pt x="329507" y="714751"/>
                  </a:lnTo>
                  <a:lnTo>
                    <a:pt x="326228" y="714751"/>
                  </a:lnTo>
                  <a:lnTo>
                    <a:pt x="322949" y="713111"/>
                  </a:lnTo>
                  <a:lnTo>
                    <a:pt x="318031" y="709833"/>
                  </a:lnTo>
                  <a:lnTo>
                    <a:pt x="314753" y="706554"/>
                  </a:lnTo>
                  <a:lnTo>
                    <a:pt x="311474" y="703275"/>
                  </a:lnTo>
                  <a:lnTo>
                    <a:pt x="308195" y="699997"/>
                  </a:lnTo>
                  <a:lnTo>
                    <a:pt x="303277" y="698358"/>
                  </a:lnTo>
                  <a:lnTo>
                    <a:pt x="299999" y="698358"/>
                  </a:lnTo>
                  <a:lnTo>
                    <a:pt x="296720" y="695079"/>
                  </a:lnTo>
                  <a:lnTo>
                    <a:pt x="293441" y="691800"/>
                  </a:lnTo>
                  <a:lnTo>
                    <a:pt x="290163" y="690161"/>
                  </a:lnTo>
                  <a:lnTo>
                    <a:pt x="286884" y="688521"/>
                  </a:lnTo>
                  <a:lnTo>
                    <a:pt x="281966" y="686882"/>
                  </a:lnTo>
                  <a:lnTo>
                    <a:pt x="278687" y="683604"/>
                  </a:lnTo>
                  <a:lnTo>
                    <a:pt x="275409" y="681964"/>
                  </a:lnTo>
                  <a:lnTo>
                    <a:pt x="272130" y="680325"/>
                  </a:lnTo>
                  <a:lnTo>
                    <a:pt x="267212" y="678685"/>
                  </a:lnTo>
                  <a:lnTo>
                    <a:pt x="267212" y="675407"/>
                  </a:lnTo>
                  <a:lnTo>
                    <a:pt x="265573" y="672128"/>
                  </a:lnTo>
                  <a:lnTo>
                    <a:pt x="262294" y="668849"/>
                  </a:lnTo>
                  <a:lnTo>
                    <a:pt x="257376" y="665571"/>
                  </a:lnTo>
                  <a:lnTo>
                    <a:pt x="255736" y="662292"/>
                  </a:lnTo>
                  <a:lnTo>
                    <a:pt x="254097" y="660653"/>
                  </a:lnTo>
                  <a:lnTo>
                    <a:pt x="254097" y="660653"/>
                  </a:lnTo>
                  <a:lnTo>
                    <a:pt x="252458" y="657374"/>
                  </a:lnTo>
                  <a:lnTo>
                    <a:pt x="247540" y="654095"/>
                  </a:lnTo>
                  <a:lnTo>
                    <a:pt x="244261" y="652456"/>
                  </a:lnTo>
                  <a:lnTo>
                    <a:pt x="240982" y="650817"/>
                  </a:lnTo>
                  <a:lnTo>
                    <a:pt x="237704" y="647538"/>
                  </a:lnTo>
                  <a:lnTo>
                    <a:pt x="234425" y="642620"/>
                  </a:lnTo>
                  <a:lnTo>
                    <a:pt x="232786" y="639341"/>
                  </a:lnTo>
                  <a:lnTo>
                    <a:pt x="229507" y="636062"/>
                  </a:lnTo>
                  <a:lnTo>
                    <a:pt x="226229" y="632784"/>
                  </a:lnTo>
                  <a:lnTo>
                    <a:pt x="226229" y="629505"/>
                  </a:lnTo>
                  <a:lnTo>
                    <a:pt x="222950" y="624587"/>
                  </a:lnTo>
                  <a:lnTo>
                    <a:pt x="219671" y="624587"/>
                  </a:lnTo>
                  <a:lnTo>
                    <a:pt x="219671" y="619669"/>
                  </a:lnTo>
                  <a:lnTo>
                    <a:pt x="219671" y="616391"/>
                  </a:lnTo>
                  <a:lnTo>
                    <a:pt x="218032" y="613112"/>
                  </a:lnTo>
                  <a:lnTo>
                    <a:pt x="214753" y="611472"/>
                  </a:lnTo>
                  <a:lnTo>
                    <a:pt x="216392" y="608194"/>
                  </a:lnTo>
                  <a:lnTo>
                    <a:pt x="219671" y="609833"/>
                  </a:lnTo>
                  <a:lnTo>
                    <a:pt x="219671" y="606555"/>
                  </a:lnTo>
                  <a:lnTo>
                    <a:pt x="221310" y="603276"/>
                  </a:lnTo>
                  <a:lnTo>
                    <a:pt x="221310" y="601637"/>
                  </a:lnTo>
                  <a:lnTo>
                    <a:pt x="221310" y="598358"/>
                  </a:lnTo>
                  <a:lnTo>
                    <a:pt x="221310" y="595079"/>
                  </a:lnTo>
                  <a:lnTo>
                    <a:pt x="219671" y="591801"/>
                  </a:lnTo>
                  <a:lnTo>
                    <a:pt x="218032" y="586882"/>
                  </a:lnTo>
                  <a:lnTo>
                    <a:pt x="216392" y="586882"/>
                  </a:lnTo>
                  <a:lnTo>
                    <a:pt x="213114" y="581965"/>
                  </a:lnTo>
                  <a:lnTo>
                    <a:pt x="211474" y="578686"/>
                  </a:lnTo>
                  <a:lnTo>
                    <a:pt x="208196" y="577047"/>
                  </a:lnTo>
                  <a:lnTo>
                    <a:pt x="206556" y="572128"/>
                  </a:lnTo>
                  <a:lnTo>
                    <a:pt x="206556" y="568850"/>
                  </a:lnTo>
                  <a:lnTo>
                    <a:pt x="204917" y="565571"/>
                  </a:lnTo>
                  <a:lnTo>
                    <a:pt x="199999" y="562292"/>
                  </a:lnTo>
                  <a:lnTo>
                    <a:pt x="198360" y="557374"/>
                  </a:lnTo>
                  <a:lnTo>
                    <a:pt x="196720" y="554096"/>
                  </a:lnTo>
                  <a:lnTo>
                    <a:pt x="193442" y="550817"/>
                  </a:lnTo>
                  <a:lnTo>
                    <a:pt x="193442" y="545899"/>
                  </a:lnTo>
                  <a:lnTo>
                    <a:pt x="190163" y="542621"/>
                  </a:lnTo>
                  <a:lnTo>
                    <a:pt x="186884" y="539342"/>
                  </a:lnTo>
                  <a:lnTo>
                    <a:pt x="183606" y="537702"/>
                  </a:lnTo>
                  <a:lnTo>
                    <a:pt x="181966" y="532784"/>
                  </a:lnTo>
                  <a:lnTo>
                    <a:pt x="178688" y="531145"/>
                  </a:lnTo>
                  <a:lnTo>
                    <a:pt x="178688" y="531145"/>
                  </a:lnTo>
                  <a:lnTo>
                    <a:pt x="178688" y="529506"/>
                  </a:lnTo>
                  <a:lnTo>
                    <a:pt x="178688" y="526227"/>
                  </a:lnTo>
                  <a:lnTo>
                    <a:pt x="177048" y="522948"/>
                  </a:lnTo>
                  <a:lnTo>
                    <a:pt x="175409" y="518031"/>
                  </a:lnTo>
                  <a:lnTo>
                    <a:pt x="175409" y="514752"/>
                  </a:lnTo>
                  <a:lnTo>
                    <a:pt x="172130" y="511473"/>
                  </a:lnTo>
                  <a:lnTo>
                    <a:pt x="170491" y="506555"/>
                  </a:lnTo>
                  <a:lnTo>
                    <a:pt x="167212" y="504916"/>
                  </a:lnTo>
                  <a:lnTo>
                    <a:pt x="163934" y="501637"/>
                  </a:lnTo>
                  <a:lnTo>
                    <a:pt x="160655" y="499998"/>
                  </a:lnTo>
                  <a:lnTo>
                    <a:pt x="155737" y="495080"/>
                  </a:lnTo>
                  <a:lnTo>
                    <a:pt x="157376" y="491801"/>
                  </a:lnTo>
                  <a:lnTo>
                    <a:pt x="157376" y="488522"/>
                  </a:lnTo>
                  <a:lnTo>
                    <a:pt x="155737" y="486883"/>
                  </a:lnTo>
                  <a:lnTo>
                    <a:pt x="154098" y="481965"/>
                  </a:lnTo>
                  <a:lnTo>
                    <a:pt x="152458" y="478687"/>
                  </a:lnTo>
                  <a:lnTo>
                    <a:pt x="150819" y="475408"/>
                  </a:lnTo>
                  <a:lnTo>
                    <a:pt x="147540" y="470490"/>
                  </a:lnTo>
                  <a:lnTo>
                    <a:pt x="145901" y="467211"/>
                  </a:lnTo>
                  <a:lnTo>
                    <a:pt x="145901" y="467211"/>
                  </a:lnTo>
                  <a:lnTo>
                    <a:pt x="145901" y="467211"/>
                  </a:lnTo>
                  <a:lnTo>
                    <a:pt x="142622" y="463932"/>
                  </a:lnTo>
                  <a:lnTo>
                    <a:pt x="140983" y="459014"/>
                  </a:lnTo>
                  <a:lnTo>
                    <a:pt x="139344" y="455735"/>
                  </a:lnTo>
                  <a:lnTo>
                    <a:pt x="136065" y="452457"/>
                  </a:lnTo>
                  <a:lnTo>
                    <a:pt x="134426" y="447539"/>
                  </a:lnTo>
                  <a:lnTo>
                    <a:pt x="132786" y="444260"/>
                  </a:lnTo>
                  <a:lnTo>
                    <a:pt x="131147" y="440981"/>
                  </a:lnTo>
                  <a:lnTo>
                    <a:pt x="129508" y="437703"/>
                  </a:lnTo>
                  <a:lnTo>
                    <a:pt x="129508" y="434424"/>
                  </a:lnTo>
                  <a:lnTo>
                    <a:pt x="129508" y="429506"/>
                  </a:lnTo>
                  <a:lnTo>
                    <a:pt x="126229" y="426228"/>
                  </a:lnTo>
                  <a:lnTo>
                    <a:pt x="124589" y="422949"/>
                  </a:lnTo>
                  <a:lnTo>
                    <a:pt x="122950" y="418031"/>
                  </a:lnTo>
                  <a:lnTo>
                    <a:pt x="121311" y="414752"/>
                  </a:lnTo>
                  <a:lnTo>
                    <a:pt x="121311" y="411474"/>
                  </a:lnTo>
                  <a:lnTo>
                    <a:pt x="116393" y="408195"/>
                  </a:lnTo>
                  <a:lnTo>
                    <a:pt x="116393" y="403277"/>
                  </a:lnTo>
                  <a:lnTo>
                    <a:pt x="113114" y="403277"/>
                  </a:lnTo>
                  <a:lnTo>
                    <a:pt x="113114" y="399998"/>
                  </a:lnTo>
                  <a:lnTo>
                    <a:pt x="111475" y="396720"/>
                  </a:lnTo>
                  <a:lnTo>
                    <a:pt x="111475" y="395080"/>
                  </a:lnTo>
                  <a:lnTo>
                    <a:pt x="111475" y="393441"/>
                  </a:lnTo>
                  <a:lnTo>
                    <a:pt x="109836" y="390162"/>
                  </a:lnTo>
                  <a:lnTo>
                    <a:pt x="106557" y="385244"/>
                  </a:lnTo>
                  <a:lnTo>
                    <a:pt x="106557" y="381965"/>
                  </a:lnTo>
                  <a:lnTo>
                    <a:pt x="106557" y="378687"/>
                  </a:lnTo>
                  <a:lnTo>
                    <a:pt x="103278" y="373769"/>
                  </a:lnTo>
                  <a:lnTo>
                    <a:pt x="99999" y="372130"/>
                  </a:lnTo>
                  <a:lnTo>
                    <a:pt x="99999" y="367211"/>
                  </a:lnTo>
                  <a:lnTo>
                    <a:pt x="96721" y="363933"/>
                  </a:lnTo>
                  <a:lnTo>
                    <a:pt x="95082" y="360654"/>
                  </a:lnTo>
                  <a:lnTo>
                    <a:pt x="91803" y="357375"/>
                  </a:lnTo>
                  <a:lnTo>
                    <a:pt x="88524" y="352457"/>
                  </a:lnTo>
                  <a:lnTo>
                    <a:pt x="83606" y="349179"/>
                  </a:lnTo>
                  <a:lnTo>
                    <a:pt x="81967" y="345900"/>
                  </a:lnTo>
                  <a:lnTo>
                    <a:pt x="78688" y="342621"/>
                  </a:lnTo>
                  <a:lnTo>
                    <a:pt x="78688" y="337703"/>
                  </a:lnTo>
                  <a:lnTo>
                    <a:pt x="77049" y="334425"/>
                  </a:lnTo>
                  <a:lnTo>
                    <a:pt x="73770" y="331146"/>
                  </a:lnTo>
                  <a:lnTo>
                    <a:pt x="72131" y="326228"/>
                  </a:lnTo>
                  <a:lnTo>
                    <a:pt x="70492" y="322950"/>
                  </a:lnTo>
                  <a:lnTo>
                    <a:pt x="70492" y="319671"/>
                  </a:lnTo>
                  <a:lnTo>
                    <a:pt x="67213" y="316392"/>
                  </a:lnTo>
                  <a:lnTo>
                    <a:pt x="65573" y="313113"/>
                  </a:lnTo>
                  <a:lnTo>
                    <a:pt x="62295" y="308195"/>
                  </a:lnTo>
                  <a:lnTo>
                    <a:pt x="59016" y="304917"/>
                  </a:lnTo>
                  <a:lnTo>
                    <a:pt x="57377" y="301638"/>
                  </a:lnTo>
                  <a:lnTo>
                    <a:pt x="57377" y="301638"/>
                  </a:lnTo>
                  <a:lnTo>
                    <a:pt x="55737" y="296720"/>
                  </a:lnTo>
                  <a:lnTo>
                    <a:pt x="54098" y="296720"/>
                  </a:lnTo>
                  <a:lnTo>
                    <a:pt x="49180" y="291802"/>
                  </a:lnTo>
                  <a:lnTo>
                    <a:pt x="45901" y="290163"/>
                  </a:lnTo>
                  <a:lnTo>
                    <a:pt x="42623" y="288523"/>
                  </a:lnTo>
                  <a:lnTo>
                    <a:pt x="37705" y="285244"/>
                  </a:lnTo>
                  <a:lnTo>
                    <a:pt x="34426" y="283605"/>
                  </a:lnTo>
                  <a:lnTo>
                    <a:pt x="31147" y="280327"/>
                  </a:lnTo>
                  <a:lnTo>
                    <a:pt x="26229" y="278687"/>
                  </a:lnTo>
                  <a:lnTo>
                    <a:pt x="22951" y="277048"/>
                  </a:lnTo>
                  <a:lnTo>
                    <a:pt x="19672" y="273769"/>
                  </a:lnTo>
                  <a:lnTo>
                    <a:pt x="16393" y="272130"/>
                  </a:lnTo>
                  <a:lnTo>
                    <a:pt x="11475" y="270491"/>
                  </a:lnTo>
                  <a:lnTo>
                    <a:pt x="8197" y="268851"/>
                  </a:lnTo>
                  <a:lnTo>
                    <a:pt x="8197" y="265573"/>
                  </a:lnTo>
                  <a:lnTo>
                    <a:pt x="8197" y="260654"/>
                  </a:lnTo>
                  <a:lnTo>
                    <a:pt x="9836" y="257376"/>
                  </a:lnTo>
                  <a:lnTo>
                    <a:pt x="13115" y="257376"/>
                  </a:lnTo>
                  <a:lnTo>
                    <a:pt x="18033" y="257376"/>
                  </a:lnTo>
                  <a:lnTo>
                    <a:pt x="19672" y="252458"/>
                  </a:lnTo>
                  <a:lnTo>
                    <a:pt x="19672" y="249179"/>
                  </a:lnTo>
                  <a:lnTo>
                    <a:pt x="18033" y="245901"/>
                  </a:lnTo>
                  <a:lnTo>
                    <a:pt x="16393" y="240983"/>
                  </a:lnTo>
                  <a:lnTo>
                    <a:pt x="14754" y="237704"/>
                  </a:lnTo>
                  <a:lnTo>
                    <a:pt x="11475" y="234425"/>
                  </a:lnTo>
                  <a:lnTo>
                    <a:pt x="6557" y="231147"/>
                  </a:lnTo>
                  <a:lnTo>
                    <a:pt x="6557" y="227868"/>
                  </a:lnTo>
                  <a:lnTo>
                    <a:pt x="6557" y="222950"/>
                  </a:lnTo>
                  <a:lnTo>
                    <a:pt x="9836" y="219671"/>
                  </a:lnTo>
                  <a:lnTo>
                    <a:pt x="4918" y="214753"/>
                  </a:lnTo>
                  <a:lnTo>
                    <a:pt x="3279" y="211474"/>
                  </a:lnTo>
                  <a:lnTo>
                    <a:pt x="0" y="208196"/>
                  </a:lnTo>
                  <a:lnTo>
                    <a:pt x="0" y="204917"/>
                  </a:lnTo>
                  <a:lnTo>
                    <a:pt x="0" y="201638"/>
                  </a:lnTo>
                  <a:lnTo>
                    <a:pt x="0" y="19672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8" name="Freeform 2297">
              <a:extLst>
                <a:ext uri="{FF2B5EF4-FFF2-40B4-BE49-F238E27FC236}">
                  <a16:creationId xmlns:a16="http://schemas.microsoft.com/office/drawing/2014/main" id="{8D153016-3D4B-524A-9743-11662FB241A1}"/>
                </a:ext>
              </a:extLst>
            </p:cNvPr>
            <p:cNvSpPr/>
            <p:nvPr/>
          </p:nvSpPr>
          <p:spPr>
            <a:xfrm>
              <a:off x="3259947" y="3868996"/>
              <a:ext cx="114753" cy="160654"/>
            </a:xfrm>
            <a:custGeom>
              <a:avLst/>
              <a:gdLst>
                <a:gd name="connsiteX0" fmla="*/ 0 w 114753"/>
                <a:gd name="connsiteY0" fmla="*/ 150819 h 160654"/>
                <a:gd name="connsiteX1" fmla="*/ 3279 w 114753"/>
                <a:gd name="connsiteY1" fmla="*/ 149180 h 160654"/>
                <a:gd name="connsiteX2" fmla="*/ 4918 w 114753"/>
                <a:gd name="connsiteY2" fmla="*/ 145901 h 160654"/>
                <a:gd name="connsiteX3" fmla="*/ 8197 w 114753"/>
                <a:gd name="connsiteY3" fmla="*/ 144261 h 160654"/>
                <a:gd name="connsiteX4" fmla="*/ 9836 w 114753"/>
                <a:gd name="connsiteY4" fmla="*/ 140983 h 160654"/>
                <a:gd name="connsiteX5" fmla="*/ 11475 w 114753"/>
                <a:gd name="connsiteY5" fmla="*/ 136065 h 160654"/>
                <a:gd name="connsiteX6" fmla="*/ 13115 w 114753"/>
                <a:gd name="connsiteY6" fmla="*/ 132786 h 160654"/>
                <a:gd name="connsiteX7" fmla="*/ 16393 w 114753"/>
                <a:gd name="connsiteY7" fmla="*/ 129508 h 160654"/>
                <a:gd name="connsiteX8" fmla="*/ 16393 w 114753"/>
                <a:gd name="connsiteY8" fmla="*/ 124590 h 160654"/>
                <a:gd name="connsiteX9" fmla="*/ 16393 w 114753"/>
                <a:gd name="connsiteY9" fmla="*/ 121311 h 160654"/>
                <a:gd name="connsiteX10" fmla="*/ 16393 w 114753"/>
                <a:gd name="connsiteY10" fmla="*/ 118032 h 160654"/>
                <a:gd name="connsiteX11" fmla="*/ 16393 w 114753"/>
                <a:gd name="connsiteY11" fmla="*/ 114754 h 160654"/>
                <a:gd name="connsiteX12" fmla="*/ 16393 w 114753"/>
                <a:gd name="connsiteY12" fmla="*/ 111475 h 160654"/>
                <a:gd name="connsiteX13" fmla="*/ 19672 w 114753"/>
                <a:gd name="connsiteY13" fmla="*/ 108196 h 160654"/>
                <a:gd name="connsiteX14" fmla="*/ 19672 w 114753"/>
                <a:gd name="connsiteY14" fmla="*/ 108196 h 160654"/>
                <a:gd name="connsiteX15" fmla="*/ 21311 w 114753"/>
                <a:gd name="connsiteY15" fmla="*/ 103278 h 160654"/>
                <a:gd name="connsiteX16" fmla="*/ 24590 w 114753"/>
                <a:gd name="connsiteY16" fmla="*/ 101639 h 160654"/>
                <a:gd name="connsiteX17" fmla="*/ 22951 w 114753"/>
                <a:gd name="connsiteY17" fmla="*/ 96721 h 160654"/>
                <a:gd name="connsiteX18" fmla="*/ 24590 w 114753"/>
                <a:gd name="connsiteY18" fmla="*/ 93442 h 160654"/>
                <a:gd name="connsiteX19" fmla="*/ 21311 w 114753"/>
                <a:gd name="connsiteY19" fmla="*/ 90164 h 160654"/>
                <a:gd name="connsiteX20" fmla="*/ 19672 w 114753"/>
                <a:gd name="connsiteY20" fmla="*/ 85246 h 160654"/>
                <a:gd name="connsiteX21" fmla="*/ 16393 w 114753"/>
                <a:gd name="connsiteY21" fmla="*/ 81967 h 160654"/>
                <a:gd name="connsiteX22" fmla="*/ 13115 w 114753"/>
                <a:gd name="connsiteY22" fmla="*/ 78688 h 160654"/>
                <a:gd name="connsiteX23" fmla="*/ 11475 w 114753"/>
                <a:gd name="connsiteY23" fmla="*/ 75410 h 160654"/>
                <a:gd name="connsiteX24" fmla="*/ 11475 w 114753"/>
                <a:gd name="connsiteY24" fmla="*/ 72131 h 160654"/>
                <a:gd name="connsiteX25" fmla="*/ 8197 w 114753"/>
                <a:gd name="connsiteY25" fmla="*/ 67213 h 160654"/>
                <a:gd name="connsiteX26" fmla="*/ 9836 w 114753"/>
                <a:gd name="connsiteY26" fmla="*/ 63934 h 160654"/>
                <a:gd name="connsiteX27" fmla="*/ 8197 w 114753"/>
                <a:gd name="connsiteY27" fmla="*/ 60656 h 160654"/>
                <a:gd name="connsiteX28" fmla="*/ 8197 w 114753"/>
                <a:gd name="connsiteY28" fmla="*/ 59016 h 160654"/>
                <a:gd name="connsiteX29" fmla="*/ 8197 w 114753"/>
                <a:gd name="connsiteY29" fmla="*/ 54098 h 160654"/>
                <a:gd name="connsiteX30" fmla="*/ 8197 w 114753"/>
                <a:gd name="connsiteY30" fmla="*/ 50820 h 160654"/>
                <a:gd name="connsiteX31" fmla="*/ 8197 w 114753"/>
                <a:gd name="connsiteY31" fmla="*/ 47541 h 160654"/>
                <a:gd name="connsiteX32" fmla="*/ 6557 w 114753"/>
                <a:gd name="connsiteY32" fmla="*/ 42623 h 160654"/>
                <a:gd name="connsiteX33" fmla="*/ 6557 w 114753"/>
                <a:gd name="connsiteY33" fmla="*/ 39344 h 160654"/>
                <a:gd name="connsiteX34" fmla="*/ 8197 w 114753"/>
                <a:gd name="connsiteY34" fmla="*/ 36066 h 160654"/>
                <a:gd name="connsiteX35" fmla="*/ 8197 w 114753"/>
                <a:gd name="connsiteY35" fmla="*/ 31147 h 160654"/>
                <a:gd name="connsiteX36" fmla="*/ 11475 w 114753"/>
                <a:gd name="connsiteY36" fmla="*/ 27869 h 160654"/>
                <a:gd name="connsiteX37" fmla="*/ 13115 w 114753"/>
                <a:gd name="connsiteY37" fmla="*/ 24590 h 160654"/>
                <a:gd name="connsiteX38" fmla="*/ 13115 w 114753"/>
                <a:gd name="connsiteY38" fmla="*/ 22951 h 160654"/>
                <a:gd name="connsiteX39" fmla="*/ 16393 w 114753"/>
                <a:gd name="connsiteY39" fmla="*/ 19672 h 160654"/>
                <a:gd name="connsiteX40" fmla="*/ 19672 w 114753"/>
                <a:gd name="connsiteY40" fmla="*/ 18033 h 160654"/>
                <a:gd name="connsiteX41" fmla="*/ 22951 w 114753"/>
                <a:gd name="connsiteY41" fmla="*/ 14754 h 160654"/>
                <a:gd name="connsiteX42" fmla="*/ 24590 w 114753"/>
                <a:gd name="connsiteY42" fmla="*/ 13114 h 160654"/>
                <a:gd name="connsiteX43" fmla="*/ 26229 w 114753"/>
                <a:gd name="connsiteY43" fmla="*/ 9836 h 160654"/>
                <a:gd name="connsiteX44" fmla="*/ 26229 w 114753"/>
                <a:gd name="connsiteY44" fmla="*/ 6557 h 160654"/>
                <a:gd name="connsiteX45" fmla="*/ 27869 w 114753"/>
                <a:gd name="connsiteY45" fmla="*/ 1639 h 160654"/>
                <a:gd name="connsiteX46" fmla="*/ 31147 w 114753"/>
                <a:gd name="connsiteY46" fmla="*/ 0 h 160654"/>
                <a:gd name="connsiteX47" fmla="*/ 34426 w 114753"/>
                <a:gd name="connsiteY47" fmla="*/ 0 h 160654"/>
                <a:gd name="connsiteX48" fmla="*/ 37705 w 114753"/>
                <a:gd name="connsiteY48" fmla="*/ 1639 h 160654"/>
                <a:gd name="connsiteX49" fmla="*/ 42623 w 114753"/>
                <a:gd name="connsiteY49" fmla="*/ 4918 h 160654"/>
                <a:gd name="connsiteX50" fmla="*/ 45901 w 114753"/>
                <a:gd name="connsiteY50" fmla="*/ 8197 h 160654"/>
                <a:gd name="connsiteX51" fmla="*/ 47541 w 114753"/>
                <a:gd name="connsiteY51" fmla="*/ 8197 h 160654"/>
                <a:gd name="connsiteX52" fmla="*/ 52459 w 114753"/>
                <a:gd name="connsiteY52" fmla="*/ 9836 h 160654"/>
                <a:gd name="connsiteX53" fmla="*/ 55737 w 114753"/>
                <a:gd name="connsiteY53" fmla="*/ 11476 h 160654"/>
                <a:gd name="connsiteX54" fmla="*/ 59016 w 114753"/>
                <a:gd name="connsiteY54" fmla="*/ 11476 h 160654"/>
                <a:gd name="connsiteX55" fmla="*/ 60655 w 114753"/>
                <a:gd name="connsiteY55" fmla="*/ 11476 h 160654"/>
                <a:gd name="connsiteX56" fmla="*/ 63934 w 114753"/>
                <a:gd name="connsiteY56" fmla="*/ 13114 h 160654"/>
                <a:gd name="connsiteX57" fmla="*/ 65573 w 114753"/>
                <a:gd name="connsiteY57" fmla="*/ 11476 h 160654"/>
                <a:gd name="connsiteX58" fmla="*/ 70492 w 114753"/>
                <a:gd name="connsiteY58" fmla="*/ 14754 h 160654"/>
                <a:gd name="connsiteX59" fmla="*/ 73770 w 114753"/>
                <a:gd name="connsiteY59" fmla="*/ 19672 h 160654"/>
                <a:gd name="connsiteX60" fmla="*/ 77049 w 114753"/>
                <a:gd name="connsiteY60" fmla="*/ 22951 h 160654"/>
                <a:gd name="connsiteX61" fmla="*/ 78688 w 114753"/>
                <a:gd name="connsiteY61" fmla="*/ 26229 h 160654"/>
                <a:gd name="connsiteX62" fmla="*/ 83606 w 114753"/>
                <a:gd name="connsiteY62" fmla="*/ 31147 h 160654"/>
                <a:gd name="connsiteX63" fmla="*/ 86885 w 114753"/>
                <a:gd name="connsiteY63" fmla="*/ 32787 h 160654"/>
                <a:gd name="connsiteX64" fmla="*/ 88524 w 114753"/>
                <a:gd name="connsiteY64" fmla="*/ 36066 h 160654"/>
                <a:gd name="connsiteX65" fmla="*/ 88524 w 114753"/>
                <a:gd name="connsiteY65" fmla="*/ 36066 h 160654"/>
                <a:gd name="connsiteX66" fmla="*/ 91803 w 114753"/>
                <a:gd name="connsiteY66" fmla="*/ 37705 h 160654"/>
                <a:gd name="connsiteX67" fmla="*/ 90164 w 114753"/>
                <a:gd name="connsiteY67" fmla="*/ 40983 h 160654"/>
                <a:gd name="connsiteX68" fmla="*/ 88524 w 114753"/>
                <a:gd name="connsiteY68" fmla="*/ 44262 h 160654"/>
                <a:gd name="connsiteX69" fmla="*/ 90164 w 114753"/>
                <a:gd name="connsiteY69" fmla="*/ 42623 h 160654"/>
                <a:gd name="connsiteX70" fmla="*/ 91803 w 114753"/>
                <a:gd name="connsiteY70" fmla="*/ 40983 h 160654"/>
                <a:gd name="connsiteX71" fmla="*/ 95082 w 114753"/>
                <a:gd name="connsiteY71" fmla="*/ 39344 h 160654"/>
                <a:gd name="connsiteX72" fmla="*/ 98360 w 114753"/>
                <a:gd name="connsiteY72" fmla="*/ 42623 h 160654"/>
                <a:gd name="connsiteX73" fmla="*/ 101639 w 114753"/>
                <a:gd name="connsiteY73" fmla="*/ 47541 h 160654"/>
                <a:gd name="connsiteX74" fmla="*/ 103278 w 114753"/>
                <a:gd name="connsiteY74" fmla="*/ 50820 h 160654"/>
                <a:gd name="connsiteX75" fmla="*/ 103278 w 114753"/>
                <a:gd name="connsiteY75" fmla="*/ 54098 h 160654"/>
                <a:gd name="connsiteX76" fmla="*/ 103278 w 114753"/>
                <a:gd name="connsiteY76" fmla="*/ 59016 h 160654"/>
                <a:gd name="connsiteX77" fmla="*/ 101639 w 114753"/>
                <a:gd name="connsiteY77" fmla="*/ 62295 h 160654"/>
                <a:gd name="connsiteX78" fmla="*/ 104917 w 114753"/>
                <a:gd name="connsiteY78" fmla="*/ 59016 h 160654"/>
                <a:gd name="connsiteX79" fmla="*/ 104917 w 114753"/>
                <a:gd name="connsiteY79" fmla="*/ 55737 h 160654"/>
                <a:gd name="connsiteX80" fmla="*/ 104917 w 114753"/>
                <a:gd name="connsiteY80" fmla="*/ 50820 h 160654"/>
                <a:gd name="connsiteX81" fmla="*/ 108196 w 114753"/>
                <a:gd name="connsiteY81" fmla="*/ 49180 h 160654"/>
                <a:gd name="connsiteX82" fmla="*/ 111475 w 114753"/>
                <a:gd name="connsiteY82" fmla="*/ 52459 h 160654"/>
                <a:gd name="connsiteX83" fmla="*/ 111475 w 114753"/>
                <a:gd name="connsiteY83" fmla="*/ 55737 h 160654"/>
                <a:gd name="connsiteX84" fmla="*/ 114754 w 114753"/>
                <a:gd name="connsiteY84" fmla="*/ 60656 h 160654"/>
                <a:gd name="connsiteX85" fmla="*/ 113114 w 114753"/>
                <a:gd name="connsiteY85" fmla="*/ 63934 h 160654"/>
                <a:gd name="connsiteX86" fmla="*/ 114754 w 114753"/>
                <a:gd name="connsiteY86" fmla="*/ 67213 h 160654"/>
                <a:gd name="connsiteX87" fmla="*/ 114754 w 114753"/>
                <a:gd name="connsiteY87" fmla="*/ 72131 h 160654"/>
                <a:gd name="connsiteX88" fmla="*/ 113114 w 114753"/>
                <a:gd name="connsiteY88" fmla="*/ 75410 h 160654"/>
                <a:gd name="connsiteX89" fmla="*/ 111475 w 114753"/>
                <a:gd name="connsiteY89" fmla="*/ 75410 h 160654"/>
                <a:gd name="connsiteX90" fmla="*/ 109836 w 114753"/>
                <a:gd name="connsiteY90" fmla="*/ 80327 h 160654"/>
                <a:gd name="connsiteX91" fmla="*/ 106557 w 114753"/>
                <a:gd name="connsiteY91" fmla="*/ 83606 h 160654"/>
                <a:gd name="connsiteX92" fmla="*/ 104917 w 114753"/>
                <a:gd name="connsiteY92" fmla="*/ 86885 h 160654"/>
                <a:gd name="connsiteX93" fmla="*/ 101639 w 114753"/>
                <a:gd name="connsiteY93" fmla="*/ 91803 h 160654"/>
                <a:gd name="connsiteX94" fmla="*/ 100000 w 114753"/>
                <a:gd name="connsiteY94" fmla="*/ 95081 h 160654"/>
                <a:gd name="connsiteX95" fmla="*/ 98360 w 114753"/>
                <a:gd name="connsiteY95" fmla="*/ 98360 h 160654"/>
                <a:gd name="connsiteX96" fmla="*/ 96721 w 114753"/>
                <a:gd name="connsiteY96" fmla="*/ 103278 h 160654"/>
                <a:gd name="connsiteX97" fmla="*/ 93442 w 114753"/>
                <a:gd name="connsiteY97" fmla="*/ 106557 h 160654"/>
                <a:gd name="connsiteX98" fmla="*/ 90164 w 114753"/>
                <a:gd name="connsiteY98" fmla="*/ 109836 h 160654"/>
                <a:gd name="connsiteX99" fmla="*/ 88524 w 114753"/>
                <a:gd name="connsiteY99" fmla="*/ 113114 h 160654"/>
                <a:gd name="connsiteX100" fmla="*/ 86885 w 114753"/>
                <a:gd name="connsiteY100" fmla="*/ 114754 h 160654"/>
                <a:gd name="connsiteX101" fmla="*/ 86885 w 114753"/>
                <a:gd name="connsiteY101" fmla="*/ 119671 h 160654"/>
                <a:gd name="connsiteX102" fmla="*/ 85245 w 114753"/>
                <a:gd name="connsiteY102" fmla="*/ 122950 h 160654"/>
                <a:gd name="connsiteX103" fmla="*/ 83606 w 114753"/>
                <a:gd name="connsiteY103" fmla="*/ 126229 h 160654"/>
                <a:gd name="connsiteX104" fmla="*/ 81967 w 114753"/>
                <a:gd name="connsiteY104" fmla="*/ 131147 h 160654"/>
                <a:gd name="connsiteX105" fmla="*/ 80327 w 114753"/>
                <a:gd name="connsiteY105" fmla="*/ 134426 h 160654"/>
                <a:gd name="connsiteX106" fmla="*/ 78688 w 114753"/>
                <a:gd name="connsiteY106" fmla="*/ 137704 h 160654"/>
                <a:gd name="connsiteX107" fmla="*/ 78688 w 114753"/>
                <a:gd name="connsiteY107" fmla="*/ 140983 h 160654"/>
                <a:gd name="connsiteX108" fmla="*/ 75410 w 114753"/>
                <a:gd name="connsiteY108" fmla="*/ 145901 h 160654"/>
                <a:gd name="connsiteX109" fmla="*/ 73770 w 114753"/>
                <a:gd name="connsiteY109" fmla="*/ 149180 h 160654"/>
                <a:gd name="connsiteX110" fmla="*/ 70492 w 114753"/>
                <a:gd name="connsiteY110" fmla="*/ 150819 h 160654"/>
                <a:gd name="connsiteX111" fmla="*/ 65573 w 114753"/>
                <a:gd name="connsiteY111" fmla="*/ 154098 h 160654"/>
                <a:gd name="connsiteX112" fmla="*/ 62295 w 114753"/>
                <a:gd name="connsiteY112" fmla="*/ 157376 h 160654"/>
                <a:gd name="connsiteX113" fmla="*/ 59016 w 114753"/>
                <a:gd name="connsiteY113" fmla="*/ 155737 h 160654"/>
                <a:gd name="connsiteX114" fmla="*/ 55737 w 114753"/>
                <a:gd name="connsiteY114" fmla="*/ 155737 h 160654"/>
                <a:gd name="connsiteX115" fmla="*/ 50820 w 114753"/>
                <a:gd name="connsiteY115" fmla="*/ 155737 h 160654"/>
                <a:gd name="connsiteX116" fmla="*/ 52459 w 114753"/>
                <a:gd name="connsiteY116" fmla="*/ 154098 h 160654"/>
                <a:gd name="connsiteX117" fmla="*/ 50820 w 114753"/>
                <a:gd name="connsiteY117" fmla="*/ 150819 h 160654"/>
                <a:gd name="connsiteX118" fmla="*/ 45901 w 114753"/>
                <a:gd name="connsiteY118" fmla="*/ 152458 h 160654"/>
                <a:gd name="connsiteX119" fmla="*/ 42623 w 114753"/>
                <a:gd name="connsiteY119" fmla="*/ 154098 h 160654"/>
                <a:gd name="connsiteX120" fmla="*/ 39344 w 114753"/>
                <a:gd name="connsiteY120" fmla="*/ 152458 h 160654"/>
                <a:gd name="connsiteX121" fmla="*/ 36065 w 114753"/>
                <a:gd name="connsiteY121" fmla="*/ 152458 h 160654"/>
                <a:gd name="connsiteX122" fmla="*/ 31147 w 114753"/>
                <a:gd name="connsiteY122" fmla="*/ 149180 h 160654"/>
                <a:gd name="connsiteX123" fmla="*/ 27869 w 114753"/>
                <a:gd name="connsiteY123" fmla="*/ 152458 h 160654"/>
                <a:gd name="connsiteX124" fmla="*/ 24590 w 114753"/>
                <a:gd name="connsiteY124" fmla="*/ 155737 h 160654"/>
                <a:gd name="connsiteX125" fmla="*/ 21311 w 114753"/>
                <a:gd name="connsiteY125" fmla="*/ 155737 h 160654"/>
                <a:gd name="connsiteX126" fmla="*/ 18033 w 114753"/>
                <a:gd name="connsiteY126" fmla="*/ 160655 h 160654"/>
                <a:gd name="connsiteX127" fmla="*/ 14754 w 114753"/>
                <a:gd name="connsiteY127" fmla="*/ 157376 h 160654"/>
                <a:gd name="connsiteX128" fmla="*/ 11475 w 114753"/>
                <a:gd name="connsiteY128" fmla="*/ 157376 h 160654"/>
                <a:gd name="connsiteX129" fmla="*/ 6557 w 114753"/>
                <a:gd name="connsiteY129" fmla="*/ 155737 h 160654"/>
                <a:gd name="connsiteX130" fmla="*/ 3279 w 114753"/>
                <a:gd name="connsiteY130" fmla="*/ 154098 h 160654"/>
                <a:gd name="connsiteX131" fmla="*/ 0 w 114753"/>
                <a:gd name="connsiteY131" fmla="*/ 150819 h 160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14753" h="160654">
                  <a:moveTo>
                    <a:pt x="0" y="150819"/>
                  </a:moveTo>
                  <a:lnTo>
                    <a:pt x="3279" y="149180"/>
                  </a:lnTo>
                  <a:lnTo>
                    <a:pt x="4918" y="145901"/>
                  </a:lnTo>
                  <a:lnTo>
                    <a:pt x="8197" y="144261"/>
                  </a:lnTo>
                  <a:lnTo>
                    <a:pt x="9836" y="140983"/>
                  </a:lnTo>
                  <a:lnTo>
                    <a:pt x="11475" y="136065"/>
                  </a:lnTo>
                  <a:lnTo>
                    <a:pt x="13115" y="132786"/>
                  </a:lnTo>
                  <a:lnTo>
                    <a:pt x="16393" y="129508"/>
                  </a:lnTo>
                  <a:lnTo>
                    <a:pt x="16393" y="124590"/>
                  </a:lnTo>
                  <a:lnTo>
                    <a:pt x="16393" y="121311"/>
                  </a:lnTo>
                  <a:lnTo>
                    <a:pt x="16393" y="118032"/>
                  </a:lnTo>
                  <a:lnTo>
                    <a:pt x="16393" y="114754"/>
                  </a:lnTo>
                  <a:lnTo>
                    <a:pt x="16393" y="111475"/>
                  </a:lnTo>
                  <a:lnTo>
                    <a:pt x="19672" y="108196"/>
                  </a:lnTo>
                  <a:lnTo>
                    <a:pt x="19672" y="108196"/>
                  </a:lnTo>
                  <a:lnTo>
                    <a:pt x="21311" y="103278"/>
                  </a:lnTo>
                  <a:lnTo>
                    <a:pt x="24590" y="101639"/>
                  </a:lnTo>
                  <a:lnTo>
                    <a:pt x="22951" y="96721"/>
                  </a:lnTo>
                  <a:lnTo>
                    <a:pt x="24590" y="93442"/>
                  </a:lnTo>
                  <a:lnTo>
                    <a:pt x="21311" y="90164"/>
                  </a:lnTo>
                  <a:lnTo>
                    <a:pt x="19672" y="85246"/>
                  </a:lnTo>
                  <a:lnTo>
                    <a:pt x="16393" y="81967"/>
                  </a:lnTo>
                  <a:lnTo>
                    <a:pt x="13115" y="78688"/>
                  </a:lnTo>
                  <a:lnTo>
                    <a:pt x="11475" y="75410"/>
                  </a:lnTo>
                  <a:lnTo>
                    <a:pt x="11475" y="72131"/>
                  </a:lnTo>
                  <a:lnTo>
                    <a:pt x="8197" y="67213"/>
                  </a:lnTo>
                  <a:lnTo>
                    <a:pt x="9836" y="63934"/>
                  </a:lnTo>
                  <a:lnTo>
                    <a:pt x="8197" y="60656"/>
                  </a:lnTo>
                  <a:lnTo>
                    <a:pt x="8197" y="59016"/>
                  </a:lnTo>
                  <a:lnTo>
                    <a:pt x="8197" y="54098"/>
                  </a:lnTo>
                  <a:lnTo>
                    <a:pt x="8197" y="50820"/>
                  </a:lnTo>
                  <a:lnTo>
                    <a:pt x="8197" y="47541"/>
                  </a:lnTo>
                  <a:lnTo>
                    <a:pt x="6557" y="42623"/>
                  </a:lnTo>
                  <a:lnTo>
                    <a:pt x="6557" y="39344"/>
                  </a:lnTo>
                  <a:lnTo>
                    <a:pt x="8197" y="36066"/>
                  </a:lnTo>
                  <a:lnTo>
                    <a:pt x="8197" y="31147"/>
                  </a:lnTo>
                  <a:lnTo>
                    <a:pt x="11475" y="27869"/>
                  </a:lnTo>
                  <a:lnTo>
                    <a:pt x="13115" y="24590"/>
                  </a:lnTo>
                  <a:lnTo>
                    <a:pt x="13115" y="22951"/>
                  </a:lnTo>
                  <a:lnTo>
                    <a:pt x="16393" y="19672"/>
                  </a:lnTo>
                  <a:lnTo>
                    <a:pt x="19672" y="18033"/>
                  </a:lnTo>
                  <a:lnTo>
                    <a:pt x="22951" y="14754"/>
                  </a:lnTo>
                  <a:lnTo>
                    <a:pt x="24590" y="13114"/>
                  </a:lnTo>
                  <a:lnTo>
                    <a:pt x="26229" y="9836"/>
                  </a:lnTo>
                  <a:lnTo>
                    <a:pt x="26229" y="6557"/>
                  </a:lnTo>
                  <a:lnTo>
                    <a:pt x="27869" y="1639"/>
                  </a:lnTo>
                  <a:lnTo>
                    <a:pt x="31147" y="0"/>
                  </a:lnTo>
                  <a:lnTo>
                    <a:pt x="34426" y="0"/>
                  </a:lnTo>
                  <a:lnTo>
                    <a:pt x="37705" y="1639"/>
                  </a:lnTo>
                  <a:lnTo>
                    <a:pt x="42623" y="4918"/>
                  </a:lnTo>
                  <a:lnTo>
                    <a:pt x="45901" y="8197"/>
                  </a:lnTo>
                  <a:lnTo>
                    <a:pt x="47541" y="8197"/>
                  </a:lnTo>
                  <a:lnTo>
                    <a:pt x="52459" y="9836"/>
                  </a:lnTo>
                  <a:lnTo>
                    <a:pt x="55737" y="11476"/>
                  </a:lnTo>
                  <a:lnTo>
                    <a:pt x="59016" y="11476"/>
                  </a:lnTo>
                  <a:lnTo>
                    <a:pt x="60655" y="11476"/>
                  </a:lnTo>
                  <a:lnTo>
                    <a:pt x="63934" y="13114"/>
                  </a:lnTo>
                  <a:lnTo>
                    <a:pt x="65573" y="11476"/>
                  </a:lnTo>
                  <a:lnTo>
                    <a:pt x="70492" y="14754"/>
                  </a:lnTo>
                  <a:lnTo>
                    <a:pt x="73770" y="19672"/>
                  </a:lnTo>
                  <a:lnTo>
                    <a:pt x="77049" y="22951"/>
                  </a:lnTo>
                  <a:lnTo>
                    <a:pt x="78688" y="26229"/>
                  </a:lnTo>
                  <a:lnTo>
                    <a:pt x="83606" y="31147"/>
                  </a:lnTo>
                  <a:lnTo>
                    <a:pt x="86885" y="32787"/>
                  </a:lnTo>
                  <a:lnTo>
                    <a:pt x="88524" y="36066"/>
                  </a:lnTo>
                  <a:lnTo>
                    <a:pt x="88524" y="36066"/>
                  </a:lnTo>
                  <a:lnTo>
                    <a:pt x="91803" y="37705"/>
                  </a:lnTo>
                  <a:lnTo>
                    <a:pt x="90164" y="40983"/>
                  </a:lnTo>
                  <a:lnTo>
                    <a:pt x="88524" y="44262"/>
                  </a:lnTo>
                  <a:lnTo>
                    <a:pt x="90164" y="42623"/>
                  </a:lnTo>
                  <a:lnTo>
                    <a:pt x="91803" y="40983"/>
                  </a:lnTo>
                  <a:lnTo>
                    <a:pt x="95082" y="39344"/>
                  </a:lnTo>
                  <a:lnTo>
                    <a:pt x="98360" y="42623"/>
                  </a:lnTo>
                  <a:lnTo>
                    <a:pt x="101639" y="47541"/>
                  </a:lnTo>
                  <a:lnTo>
                    <a:pt x="103278" y="50820"/>
                  </a:lnTo>
                  <a:lnTo>
                    <a:pt x="103278" y="54098"/>
                  </a:lnTo>
                  <a:lnTo>
                    <a:pt x="103278" y="59016"/>
                  </a:lnTo>
                  <a:lnTo>
                    <a:pt x="101639" y="62295"/>
                  </a:lnTo>
                  <a:lnTo>
                    <a:pt x="104917" y="59016"/>
                  </a:lnTo>
                  <a:lnTo>
                    <a:pt x="104917" y="55737"/>
                  </a:lnTo>
                  <a:lnTo>
                    <a:pt x="104917" y="50820"/>
                  </a:lnTo>
                  <a:lnTo>
                    <a:pt x="108196" y="49180"/>
                  </a:lnTo>
                  <a:lnTo>
                    <a:pt x="111475" y="52459"/>
                  </a:lnTo>
                  <a:lnTo>
                    <a:pt x="111475" y="55737"/>
                  </a:lnTo>
                  <a:lnTo>
                    <a:pt x="114754" y="60656"/>
                  </a:lnTo>
                  <a:lnTo>
                    <a:pt x="113114" y="63934"/>
                  </a:lnTo>
                  <a:lnTo>
                    <a:pt x="114754" y="67213"/>
                  </a:lnTo>
                  <a:lnTo>
                    <a:pt x="114754" y="72131"/>
                  </a:lnTo>
                  <a:lnTo>
                    <a:pt x="113114" y="75410"/>
                  </a:lnTo>
                  <a:lnTo>
                    <a:pt x="111475" y="75410"/>
                  </a:lnTo>
                  <a:lnTo>
                    <a:pt x="109836" y="80327"/>
                  </a:lnTo>
                  <a:lnTo>
                    <a:pt x="106557" y="83606"/>
                  </a:lnTo>
                  <a:lnTo>
                    <a:pt x="104917" y="86885"/>
                  </a:lnTo>
                  <a:lnTo>
                    <a:pt x="101639" y="91803"/>
                  </a:lnTo>
                  <a:lnTo>
                    <a:pt x="100000" y="95081"/>
                  </a:lnTo>
                  <a:lnTo>
                    <a:pt x="98360" y="98360"/>
                  </a:lnTo>
                  <a:lnTo>
                    <a:pt x="96721" y="103278"/>
                  </a:lnTo>
                  <a:lnTo>
                    <a:pt x="93442" y="106557"/>
                  </a:lnTo>
                  <a:lnTo>
                    <a:pt x="90164" y="109836"/>
                  </a:lnTo>
                  <a:lnTo>
                    <a:pt x="88524" y="113114"/>
                  </a:lnTo>
                  <a:lnTo>
                    <a:pt x="86885" y="114754"/>
                  </a:lnTo>
                  <a:lnTo>
                    <a:pt x="86885" y="119671"/>
                  </a:lnTo>
                  <a:lnTo>
                    <a:pt x="85245" y="122950"/>
                  </a:lnTo>
                  <a:lnTo>
                    <a:pt x="83606" y="126229"/>
                  </a:lnTo>
                  <a:lnTo>
                    <a:pt x="81967" y="131147"/>
                  </a:lnTo>
                  <a:lnTo>
                    <a:pt x="80327" y="134426"/>
                  </a:lnTo>
                  <a:lnTo>
                    <a:pt x="78688" y="137704"/>
                  </a:lnTo>
                  <a:lnTo>
                    <a:pt x="78688" y="140983"/>
                  </a:lnTo>
                  <a:lnTo>
                    <a:pt x="75410" y="145901"/>
                  </a:lnTo>
                  <a:lnTo>
                    <a:pt x="73770" y="149180"/>
                  </a:lnTo>
                  <a:lnTo>
                    <a:pt x="70492" y="150819"/>
                  </a:lnTo>
                  <a:lnTo>
                    <a:pt x="65573" y="154098"/>
                  </a:lnTo>
                  <a:lnTo>
                    <a:pt x="62295" y="157376"/>
                  </a:lnTo>
                  <a:lnTo>
                    <a:pt x="59016" y="155737"/>
                  </a:lnTo>
                  <a:lnTo>
                    <a:pt x="55737" y="155737"/>
                  </a:lnTo>
                  <a:lnTo>
                    <a:pt x="50820" y="155737"/>
                  </a:lnTo>
                  <a:lnTo>
                    <a:pt x="52459" y="154098"/>
                  </a:lnTo>
                  <a:lnTo>
                    <a:pt x="50820" y="150819"/>
                  </a:lnTo>
                  <a:lnTo>
                    <a:pt x="45901" y="152458"/>
                  </a:lnTo>
                  <a:lnTo>
                    <a:pt x="42623" y="154098"/>
                  </a:lnTo>
                  <a:lnTo>
                    <a:pt x="39344" y="152458"/>
                  </a:lnTo>
                  <a:lnTo>
                    <a:pt x="36065" y="152458"/>
                  </a:lnTo>
                  <a:lnTo>
                    <a:pt x="31147" y="149180"/>
                  </a:lnTo>
                  <a:lnTo>
                    <a:pt x="27869" y="152458"/>
                  </a:lnTo>
                  <a:lnTo>
                    <a:pt x="24590" y="155737"/>
                  </a:lnTo>
                  <a:lnTo>
                    <a:pt x="21311" y="155737"/>
                  </a:lnTo>
                  <a:lnTo>
                    <a:pt x="18033" y="160655"/>
                  </a:lnTo>
                  <a:lnTo>
                    <a:pt x="14754" y="157376"/>
                  </a:lnTo>
                  <a:lnTo>
                    <a:pt x="11475" y="157376"/>
                  </a:lnTo>
                  <a:lnTo>
                    <a:pt x="6557" y="155737"/>
                  </a:lnTo>
                  <a:lnTo>
                    <a:pt x="3279" y="154098"/>
                  </a:lnTo>
                  <a:lnTo>
                    <a:pt x="0" y="15081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9" name="Freeform 2298">
              <a:extLst>
                <a:ext uri="{FF2B5EF4-FFF2-40B4-BE49-F238E27FC236}">
                  <a16:creationId xmlns:a16="http://schemas.microsoft.com/office/drawing/2014/main" id="{F972CE5A-5EA9-C346-B8CC-6FC6C60E8D0C}"/>
                </a:ext>
              </a:extLst>
            </p:cNvPr>
            <p:cNvSpPr/>
            <p:nvPr/>
          </p:nvSpPr>
          <p:spPr>
            <a:xfrm>
              <a:off x="5156660" y="3455883"/>
              <a:ext cx="303277" cy="250818"/>
            </a:xfrm>
            <a:custGeom>
              <a:avLst/>
              <a:gdLst>
                <a:gd name="connsiteX0" fmla="*/ 0 w 303277"/>
                <a:gd name="connsiteY0" fmla="*/ 204917 h 250818"/>
                <a:gd name="connsiteX1" fmla="*/ 0 w 303277"/>
                <a:gd name="connsiteY1" fmla="*/ 204917 h 250818"/>
                <a:gd name="connsiteX2" fmla="*/ 1639 w 303277"/>
                <a:gd name="connsiteY2" fmla="*/ 199999 h 250818"/>
                <a:gd name="connsiteX3" fmla="*/ 1639 w 303277"/>
                <a:gd name="connsiteY3" fmla="*/ 196720 h 250818"/>
                <a:gd name="connsiteX4" fmla="*/ 1639 w 303277"/>
                <a:gd name="connsiteY4" fmla="*/ 193442 h 250818"/>
                <a:gd name="connsiteX5" fmla="*/ 3278 w 303277"/>
                <a:gd name="connsiteY5" fmla="*/ 190163 h 250818"/>
                <a:gd name="connsiteX6" fmla="*/ 3278 w 303277"/>
                <a:gd name="connsiteY6" fmla="*/ 185245 h 250818"/>
                <a:gd name="connsiteX7" fmla="*/ 1639 w 303277"/>
                <a:gd name="connsiteY7" fmla="*/ 181966 h 250818"/>
                <a:gd name="connsiteX8" fmla="*/ 1639 w 303277"/>
                <a:gd name="connsiteY8" fmla="*/ 178688 h 250818"/>
                <a:gd name="connsiteX9" fmla="*/ 4918 w 303277"/>
                <a:gd name="connsiteY9" fmla="*/ 177048 h 250818"/>
                <a:gd name="connsiteX10" fmla="*/ 6557 w 303277"/>
                <a:gd name="connsiteY10" fmla="*/ 177048 h 250818"/>
                <a:gd name="connsiteX11" fmla="*/ 8197 w 303277"/>
                <a:gd name="connsiteY11" fmla="*/ 172130 h 250818"/>
                <a:gd name="connsiteX12" fmla="*/ 9836 w 303277"/>
                <a:gd name="connsiteY12" fmla="*/ 168852 h 250818"/>
                <a:gd name="connsiteX13" fmla="*/ 9836 w 303277"/>
                <a:gd name="connsiteY13" fmla="*/ 165573 h 250818"/>
                <a:gd name="connsiteX14" fmla="*/ 11475 w 303277"/>
                <a:gd name="connsiteY14" fmla="*/ 160655 h 250818"/>
                <a:gd name="connsiteX15" fmla="*/ 13114 w 303277"/>
                <a:gd name="connsiteY15" fmla="*/ 157376 h 250818"/>
                <a:gd name="connsiteX16" fmla="*/ 8197 w 303277"/>
                <a:gd name="connsiteY16" fmla="*/ 154098 h 250818"/>
                <a:gd name="connsiteX17" fmla="*/ 9836 w 303277"/>
                <a:gd name="connsiteY17" fmla="*/ 149179 h 250818"/>
                <a:gd name="connsiteX18" fmla="*/ 8197 w 303277"/>
                <a:gd name="connsiteY18" fmla="*/ 145901 h 250818"/>
                <a:gd name="connsiteX19" fmla="*/ 4918 w 303277"/>
                <a:gd name="connsiteY19" fmla="*/ 145901 h 250818"/>
                <a:gd name="connsiteX20" fmla="*/ 4918 w 303277"/>
                <a:gd name="connsiteY20" fmla="*/ 144262 h 250818"/>
                <a:gd name="connsiteX21" fmla="*/ 8197 w 303277"/>
                <a:gd name="connsiteY21" fmla="*/ 144262 h 250818"/>
                <a:gd name="connsiteX22" fmla="*/ 11475 w 303277"/>
                <a:gd name="connsiteY22" fmla="*/ 142622 h 250818"/>
                <a:gd name="connsiteX23" fmla="*/ 16393 w 303277"/>
                <a:gd name="connsiteY23" fmla="*/ 137704 h 250818"/>
                <a:gd name="connsiteX24" fmla="*/ 19672 w 303277"/>
                <a:gd name="connsiteY24" fmla="*/ 137704 h 250818"/>
                <a:gd name="connsiteX25" fmla="*/ 19672 w 303277"/>
                <a:gd name="connsiteY25" fmla="*/ 137704 h 250818"/>
                <a:gd name="connsiteX26" fmla="*/ 21311 w 303277"/>
                <a:gd name="connsiteY26" fmla="*/ 137704 h 250818"/>
                <a:gd name="connsiteX27" fmla="*/ 24590 w 303277"/>
                <a:gd name="connsiteY27" fmla="*/ 136065 h 250818"/>
                <a:gd name="connsiteX28" fmla="*/ 29508 w 303277"/>
                <a:gd name="connsiteY28" fmla="*/ 136065 h 250818"/>
                <a:gd name="connsiteX29" fmla="*/ 32787 w 303277"/>
                <a:gd name="connsiteY29" fmla="*/ 134426 h 250818"/>
                <a:gd name="connsiteX30" fmla="*/ 32787 w 303277"/>
                <a:gd name="connsiteY30" fmla="*/ 134426 h 250818"/>
                <a:gd name="connsiteX31" fmla="*/ 34426 w 303277"/>
                <a:gd name="connsiteY31" fmla="*/ 134426 h 250818"/>
                <a:gd name="connsiteX32" fmla="*/ 37705 w 303277"/>
                <a:gd name="connsiteY32" fmla="*/ 131147 h 250818"/>
                <a:gd name="connsiteX33" fmla="*/ 37705 w 303277"/>
                <a:gd name="connsiteY33" fmla="*/ 126229 h 250818"/>
                <a:gd name="connsiteX34" fmla="*/ 40983 w 303277"/>
                <a:gd name="connsiteY34" fmla="*/ 122950 h 250818"/>
                <a:gd name="connsiteX35" fmla="*/ 42622 w 303277"/>
                <a:gd name="connsiteY35" fmla="*/ 119672 h 250818"/>
                <a:gd name="connsiteX36" fmla="*/ 42622 w 303277"/>
                <a:gd name="connsiteY36" fmla="*/ 114754 h 250818"/>
                <a:gd name="connsiteX37" fmla="*/ 44262 w 303277"/>
                <a:gd name="connsiteY37" fmla="*/ 111475 h 250818"/>
                <a:gd name="connsiteX38" fmla="*/ 40983 w 303277"/>
                <a:gd name="connsiteY38" fmla="*/ 108196 h 250818"/>
                <a:gd name="connsiteX39" fmla="*/ 40983 w 303277"/>
                <a:gd name="connsiteY39" fmla="*/ 104917 h 250818"/>
                <a:gd name="connsiteX40" fmla="*/ 44262 w 303277"/>
                <a:gd name="connsiteY40" fmla="*/ 103278 h 250818"/>
                <a:gd name="connsiteX41" fmla="*/ 49180 w 303277"/>
                <a:gd name="connsiteY41" fmla="*/ 104917 h 250818"/>
                <a:gd name="connsiteX42" fmla="*/ 50819 w 303277"/>
                <a:gd name="connsiteY42" fmla="*/ 101639 h 250818"/>
                <a:gd name="connsiteX43" fmla="*/ 50819 w 303277"/>
                <a:gd name="connsiteY43" fmla="*/ 98360 h 250818"/>
                <a:gd name="connsiteX44" fmla="*/ 50819 w 303277"/>
                <a:gd name="connsiteY44" fmla="*/ 93442 h 250818"/>
                <a:gd name="connsiteX45" fmla="*/ 47541 w 303277"/>
                <a:gd name="connsiteY45" fmla="*/ 90164 h 250818"/>
                <a:gd name="connsiteX46" fmla="*/ 47541 w 303277"/>
                <a:gd name="connsiteY46" fmla="*/ 88524 h 250818"/>
                <a:gd name="connsiteX47" fmla="*/ 47541 w 303277"/>
                <a:gd name="connsiteY47" fmla="*/ 85245 h 250818"/>
                <a:gd name="connsiteX48" fmla="*/ 50819 w 303277"/>
                <a:gd name="connsiteY48" fmla="*/ 85245 h 250818"/>
                <a:gd name="connsiteX49" fmla="*/ 52458 w 303277"/>
                <a:gd name="connsiteY49" fmla="*/ 80327 h 250818"/>
                <a:gd name="connsiteX50" fmla="*/ 55737 w 303277"/>
                <a:gd name="connsiteY50" fmla="*/ 77049 h 250818"/>
                <a:gd name="connsiteX51" fmla="*/ 59016 w 303277"/>
                <a:gd name="connsiteY51" fmla="*/ 73770 h 250818"/>
                <a:gd name="connsiteX52" fmla="*/ 60655 w 303277"/>
                <a:gd name="connsiteY52" fmla="*/ 70492 h 250818"/>
                <a:gd name="connsiteX53" fmla="*/ 62295 w 303277"/>
                <a:gd name="connsiteY53" fmla="*/ 73770 h 250818"/>
                <a:gd name="connsiteX54" fmla="*/ 65573 w 303277"/>
                <a:gd name="connsiteY54" fmla="*/ 77049 h 250818"/>
                <a:gd name="connsiteX55" fmla="*/ 67212 w 303277"/>
                <a:gd name="connsiteY55" fmla="*/ 77049 h 250818"/>
                <a:gd name="connsiteX56" fmla="*/ 72131 w 303277"/>
                <a:gd name="connsiteY56" fmla="*/ 80327 h 250818"/>
                <a:gd name="connsiteX57" fmla="*/ 75409 w 303277"/>
                <a:gd name="connsiteY57" fmla="*/ 83606 h 250818"/>
                <a:gd name="connsiteX58" fmla="*/ 78688 w 303277"/>
                <a:gd name="connsiteY58" fmla="*/ 85245 h 250818"/>
                <a:gd name="connsiteX59" fmla="*/ 80327 w 303277"/>
                <a:gd name="connsiteY59" fmla="*/ 85245 h 250818"/>
                <a:gd name="connsiteX60" fmla="*/ 80327 w 303277"/>
                <a:gd name="connsiteY60" fmla="*/ 81967 h 250818"/>
                <a:gd name="connsiteX61" fmla="*/ 80327 w 303277"/>
                <a:gd name="connsiteY61" fmla="*/ 80327 h 250818"/>
                <a:gd name="connsiteX62" fmla="*/ 83606 w 303277"/>
                <a:gd name="connsiteY62" fmla="*/ 80327 h 250818"/>
                <a:gd name="connsiteX63" fmla="*/ 88524 w 303277"/>
                <a:gd name="connsiteY63" fmla="*/ 80327 h 250818"/>
                <a:gd name="connsiteX64" fmla="*/ 88524 w 303277"/>
                <a:gd name="connsiteY64" fmla="*/ 75409 h 250818"/>
                <a:gd name="connsiteX65" fmla="*/ 88524 w 303277"/>
                <a:gd name="connsiteY65" fmla="*/ 72131 h 250818"/>
                <a:gd name="connsiteX66" fmla="*/ 86885 w 303277"/>
                <a:gd name="connsiteY66" fmla="*/ 68852 h 250818"/>
                <a:gd name="connsiteX67" fmla="*/ 88524 w 303277"/>
                <a:gd name="connsiteY67" fmla="*/ 63934 h 250818"/>
                <a:gd name="connsiteX68" fmla="*/ 88524 w 303277"/>
                <a:gd name="connsiteY68" fmla="*/ 62295 h 250818"/>
                <a:gd name="connsiteX69" fmla="*/ 86885 w 303277"/>
                <a:gd name="connsiteY69" fmla="*/ 62295 h 250818"/>
                <a:gd name="connsiteX70" fmla="*/ 90164 w 303277"/>
                <a:gd name="connsiteY70" fmla="*/ 62295 h 250818"/>
                <a:gd name="connsiteX71" fmla="*/ 93442 w 303277"/>
                <a:gd name="connsiteY71" fmla="*/ 62295 h 250818"/>
                <a:gd name="connsiteX72" fmla="*/ 98360 w 303277"/>
                <a:gd name="connsiteY72" fmla="*/ 63934 h 250818"/>
                <a:gd name="connsiteX73" fmla="*/ 99999 w 303277"/>
                <a:gd name="connsiteY73" fmla="*/ 63934 h 250818"/>
                <a:gd name="connsiteX74" fmla="*/ 99999 w 303277"/>
                <a:gd name="connsiteY74" fmla="*/ 65573 h 250818"/>
                <a:gd name="connsiteX75" fmla="*/ 101639 w 303277"/>
                <a:gd name="connsiteY75" fmla="*/ 60655 h 250818"/>
                <a:gd name="connsiteX76" fmla="*/ 101639 w 303277"/>
                <a:gd name="connsiteY76" fmla="*/ 57377 h 250818"/>
                <a:gd name="connsiteX77" fmla="*/ 103278 w 303277"/>
                <a:gd name="connsiteY77" fmla="*/ 54098 h 250818"/>
                <a:gd name="connsiteX78" fmla="*/ 103278 w 303277"/>
                <a:gd name="connsiteY78" fmla="*/ 52459 h 250818"/>
                <a:gd name="connsiteX79" fmla="*/ 104917 w 303277"/>
                <a:gd name="connsiteY79" fmla="*/ 49180 h 250818"/>
                <a:gd name="connsiteX80" fmla="*/ 108196 w 303277"/>
                <a:gd name="connsiteY80" fmla="*/ 44262 h 250818"/>
                <a:gd name="connsiteX81" fmla="*/ 111475 w 303277"/>
                <a:gd name="connsiteY81" fmla="*/ 40983 h 250818"/>
                <a:gd name="connsiteX82" fmla="*/ 116393 w 303277"/>
                <a:gd name="connsiteY82" fmla="*/ 37705 h 250818"/>
                <a:gd name="connsiteX83" fmla="*/ 119671 w 303277"/>
                <a:gd name="connsiteY83" fmla="*/ 36065 h 250818"/>
                <a:gd name="connsiteX84" fmla="*/ 122950 w 303277"/>
                <a:gd name="connsiteY84" fmla="*/ 37705 h 250818"/>
                <a:gd name="connsiteX85" fmla="*/ 127868 w 303277"/>
                <a:gd name="connsiteY85" fmla="*/ 39344 h 250818"/>
                <a:gd name="connsiteX86" fmla="*/ 131147 w 303277"/>
                <a:gd name="connsiteY86" fmla="*/ 40983 h 250818"/>
                <a:gd name="connsiteX87" fmla="*/ 132786 w 303277"/>
                <a:gd name="connsiteY87" fmla="*/ 42623 h 250818"/>
                <a:gd name="connsiteX88" fmla="*/ 136065 w 303277"/>
                <a:gd name="connsiteY88" fmla="*/ 40983 h 250818"/>
                <a:gd name="connsiteX89" fmla="*/ 136065 w 303277"/>
                <a:gd name="connsiteY89" fmla="*/ 36065 h 250818"/>
                <a:gd name="connsiteX90" fmla="*/ 136065 w 303277"/>
                <a:gd name="connsiteY90" fmla="*/ 32787 h 250818"/>
                <a:gd name="connsiteX91" fmla="*/ 137704 w 303277"/>
                <a:gd name="connsiteY91" fmla="*/ 31147 h 250818"/>
                <a:gd name="connsiteX92" fmla="*/ 145901 w 303277"/>
                <a:gd name="connsiteY92" fmla="*/ 27869 h 250818"/>
                <a:gd name="connsiteX93" fmla="*/ 149179 w 303277"/>
                <a:gd name="connsiteY93" fmla="*/ 26229 h 250818"/>
                <a:gd name="connsiteX94" fmla="*/ 155737 w 303277"/>
                <a:gd name="connsiteY94" fmla="*/ 21311 h 250818"/>
                <a:gd name="connsiteX95" fmla="*/ 160655 w 303277"/>
                <a:gd name="connsiteY95" fmla="*/ 18033 h 250818"/>
                <a:gd name="connsiteX96" fmla="*/ 160655 w 303277"/>
                <a:gd name="connsiteY96" fmla="*/ 18033 h 250818"/>
                <a:gd name="connsiteX97" fmla="*/ 163934 w 303277"/>
                <a:gd name="connsiteY97" fmla="*/ 16393 h 250818"/>
                <a:gd name="connsiteX98" fmla="*/ 167212 w 303277"/>
                <a:gd name="connsiteY98" fmla="*/ 14754 h 250818"/>
                <a:gd name="connsiteX99" fmla="*/ 172130 w 303277"/>
                <a:gd name="connsiteY99" fmla="*/ 13115 h 250818"/>
                <a:gd name="connsiteX100" fmla="*/ 173769 w 303277"/>
                <a:gd name="connsiteY100" fmla="*/ 13115 h 250818"/>
                <a:gd name="connsiteX101" fmla="*/ 180327 w 303277"/>
                <a:gd name="connsiteY101" fmla="*/ 6557 h 250818"/>
                <a:gd name="connsiteX102" fmla="*/ 181966 w 303277"/>
                <a:gd name="connsiteY102" fmla="*/ 4918 h 250818"/>
                <a:gd name="connsiteX103" fmla="*/ 185245 w 303277"/>
                <a:gd name="connsiteY103" fmla="*/ 0 h 250818"/>
                <a:gd name="connsiteX104" fmla="*/ 185245 w 303277"/>
                <a:gd name="connsiteY104" fmla="*/ 0 h 250818"/>
                <a:gd name="connsiteX105" fmla="*/ 193442 w 303277"/>
                <a:gd name="connsiteY105" fmla="*/ 0 h 250818"/>
                <a:gd name="connsiteX106" fmla="*/ 198359 w 303277"/>
                <a:gd name="connsiteY106" fmla="*/ 4918 h 250818"/>
                <a:gd name="connsiteX107" fmla="*/ 203278 w 303277"/>
                <a:gd name="connsiteY107" fmla="*/ 1639 h 250818"/>
                <a:gd name="connsiteX108" fmla="*/ 213114 w 303277"/>
                <a:gd name="connsiteY108" fmla="*/ 4918 h 250818"/>
                <a:gd name="connsiteX109" fmla="*/ 213114 w 303277"/>
                <a:gd name="connsiteY109" fmla="*/ 4918 h 250818"/>
                <a:gd name="connsiteX110" fmla="*/ 222949 w 303277"/>
                <a:gd name="connsiteY110" fmla="*/ 8197 h 250818"/>
                <a:gd name="connsiteX111" fmla="*/ 222949 w 303277"/>
                <a:gd name="connsiteY111" fmla="*/ 9836 h 250818"/>
                <a:gd name="connsiteX112" fmla="*/ 221310 w 303277"/>
                <a:gd name="connsiteY112" fmla="*/ 13115 h 250818"/>
                <a:gd name="connsiteX113" fmla="*/ 221310 w 303277"/>
                <a:gd name="connsiteY113" fmla="*/ 18033 h 250818"/>
                <a:gd name="connsiteX114" fmla="*/ 221310 w 303277"/>
                <a:gd name="connsiteY114" fmla="*/ 21311 h 250818"/>
                <a:gd name="connsiteX115" fmla="*/ 219671 w 303277"/>
                <a:gd name="connsiteY115" fmla="*/ 24590 h 250818"/>
                <a:gd name="connsiteX116" fmla="*/ 221310 w 303277"/>
                <a:gd name="connsiteY116" fmla="*/ 29508 h 250818"/>
                <a:gd name="connsiteX117" fmla="*/ 221310 w 303277"/>
                <a:gd name="connsiteY117" fmla="*/ 29508 h 250818"/>
                <a:gd name="connsiteX118" fmla="*/ 226228 w 303277"/>
                <a:gd name="connsiteY118" fmla="*/ 32787 h 250818"/>
                <a:gd name="connsiteX119" fmla="*/ 227868 w 303277"/>
                <a:gd name="connsiteY119" fmla="*/ 37705 h 250818"/>
                <a:gd name="connsiteX120" fmla="*/ 227868 w 303277"/>
                <a:gd name="connsiteY120" fmla="*/ 40983 h 250818"/>
                <a:gd name="connsiteX121" fmla="*/ 227868 w 303277"/>
                <a:gd name="connsiteY121" fmla="*/ 44262 h 250818"/>
                <a:gd name="connsiteX122" fmla="*/ 229507 w 303277"/>
                <a:gd name="connsiteY122" fmla="*/ 47541 h 250818"/>
                <a:gd name="connsiteX123" fmla="*/ 231146 w 303277"/>
                <a:gd name="connsiteY123" fmla="*/ 50819 h 250818"/>
                <a:gd name="connsiteX124" fmla="*/ 232786 w 303277"/>
                <a:gd name="connsiteY124" fmla="*/ 54098 h 250818"/>
                <a:gd name="connsiteX125" fmla="*/ 236064 w 303277"/>
                <a:gd name="connsiteY125" fmla="*/ 57377 h 250818"/>
                <a:gd name="connsiteX126" fmla="*/ 236064 w 303277"/>
                <a:gd name="connsiteY126" fmla="*/ 59016 h 250818"/>
                <a:gd name="connsiteX127" fmla="*/ 236064 w 303277"/>
                <a:gd name="connsiteY127" fmla="*/ 62295 h 250818"/>
                <a:gd name="connsiteX128" fmla="*/ 239343 w 303277"/>
                <a:gd name="connsiteY128" fmla="*/ 62295 h 250818"/>
                <a:gd name="connsiteX129" fmla="*/ 244261 w 303277"/>
                <a:gd name="connsiteY129" fmla="*/ 63934 h 250818"/>
                <a:gd name="connsiteX130" fmla="*/ 247539 w 303277"/>
                <a:gd name="connsiteY130" fmla="*/ 65573 h 250818"/>
                <a:gd name="connsiteX131" fmla="*/ 250818 w 303277"/>
                <a:gd name="connsiteY131" fmla="*/ 68852 h 250818"/>
                <a:gd name="connsiteX132" fmla="*/ 252458 w 303277"/>
                <a:gd name="connsiteY132" fmla="*/ 72131 h 250818"/>
                <a:gd name="connsiteX133" fmla="*/ 255736 w 303277"/>
                <a:gd name="connsiteY133" fmla="*/ 75409 h 250818"/>
                <a:gd name="connsiteX134" fmla="*/ 255736 w 303277"/>
                <a:gd name="connsiteY134" fmla="*/ 75409 h 250818"/>
                <a:gd name="connsiteX135" fmla="*/ 260654 w 303277"/>
                <a:gd name="connsiteY135" fmla="*/ 75409 h 250818"/>
                <a:gd name="connsiteX136" fmla="*/ 262294 w 303277"/>
                <a:gd name="connsiteY136" fmla="*/ 77049 h 250818"/>
                <a:gd name="connsiteX137" fmla="*/ 257376 w 303277"/>
                <a:gd name="connsiteY137" fmla="*/ 78688 h 250818"/>
                <a:gd name="connsiteX138" fmla="*/ 257376 w 303277"/>
                <a:gd name="connsiteY138" fmla="*/ 78688 h 250818"/>
                <a:gd name="connsiteX139" fmla="*/ 255736 w 303277"/>
                <a:gd name="connsiteY139" fmla="*/ 78688 h 250818"/>
                <a:gd name="connsiteX140" fmla="*/ 250818 w 303277"/>
                <a:gd name="connsiteY140" fmla="*/ 77049 h 250818"/>
                <a:gd name="connsiteX141" fmla="*/ 250818 w 303277"/>
                <a:gd name="connsiteY141" fmla="*/ 80327 h 250818"/>
                <a:gd name="connsiteX142" fmla="*/ 250818 w 303277"/>
                <a:gd name="connsiteY142" fmla="*/ 83606 h 250818"/>
                <a:gd name="connsiteX143" fmla="*/ 250818 w 303277"/>
                <a:gd name="connsiteY143" fmla="*/ 88524 h 250818"/>
                <a:gd name="connsiteX144" fmla="*/ 250818 w 303277"/>
                <a:gd name="connsiteY144" fmla="*/ 88524 h 250818"/>
                <a:gd name="connsiteX145" fmla="*/ 250818 w 303277"/>
                <a:gd name="connsiteY145" fmla="*/ 88524 h 250818"/>
                <a:gd name="connsiteX146" fmla="*/ 254097 w 303277"/>
                <a:gd name="connsiteY146" fmla="*/ 91803 h 250818"/>
                <a:gd name="connsiteX147" fmla="*/ 259015 w 303277"/>
                <a:gd name="connsiteY147" fmla="*/ 95082 h 250818"/>
                <a:gd name="connsiteX148" fmla="*/ 262294 w 303277"/>
                <a:gd name="connsiteY148" fmla="*/ 99999 h 250818"/>
                <a:gd name="connsiteX149" fmla="*/ 262294 w 303277"/>
                <a:gd name="connsiteY149" fmla="*/ 99999 h 250818"/>
                <a:gd name="connsiteX150" fmla="*/ 263933 w 303277"/>
                <a:gd name="connsiteY150" fmla="*/ 99999 h 250818"/>
                <a:gd name="connsiteX151" fmla="*/ 267212 w 303277"/>
                <a:gd name="connsiteY151" fmla="*/ 103278 h 250818"/>
                <a:gd name="connsiteX152" fmla="*/ 270491 w 303277"/>
                <a:gd name="connsiteY152" fmla="*/ 106557 h 250818"/>
                <a:gd name="connsiteX153" fmla="*/ 273769 w 303277"/>
                <a:gd name="connsiteY153" fmla="*/ 109836 h 250818"/>
                <a:gd name="connsiteX154" fmla="*/ 277048 w 303277"/>
                <a:gd name="connsiteY154" fmla="*/ 109836 h 250818"/>
                <a:gd name="connsiteX155" fmla="*/ 280326 w 303277"/>
                <a:gd name="connsiteY155" fmla="*/ 109836 h 250818"/>
                <a:gd name="connsiteX156" fmla="*/ 285245 w 303277"/>
                <a:gd name="connsiteY156" fmla="*/ 108196 h 250818"/>
                <a:gd name="connsiteX157" fmla="*/ 288523 w 303277"/>
                <a:gd name="connsiteY157" fmla="*/ 104917 h 250818"/>
                <a:gd name="connsiteX158" fmla="*/ 290162 w 303277"/>
                <a:gd name="connsiteY158" fmla="*/ 104917 h 250818"/>
                <a:gd name="connsiteX159" fmla="*/ 293441 w 303277"/>
                <a:gd name="connsiteY159" fmla="*/ 106557 h 250818"/>
                <a:gd name="connsiteX160" fmla="*/ 296720 w 303277"/>
                <a:gd name="connsiteY160" fmla="*/ 109836 h 250818"/>
                <a:gd name="connsiteX161" fmla="*/ 296720 w 303277"/>
                <a:gd name="connsiteY161" fmla="*/ 113114 h 250818"/>
                <a:gd name="connsiteX162" fmla="*/ 298359 w 303277"/>
                <a:gd name="connsiteY162" fmla="*/ 118032 h 250818"/>
                <a:gd name="connsiteX163" fmla="*/ 295081 w 303277"/>
                <a:gd name="connsiteY163" fmla="*/ 118032 h 250818"/>
                <a:gd name="connsiteX164" fmla="*/ 291802 w 303277"/>
                <a:gd name="connsiteY164" fmla="*/ 119672 h 250818"/>
                <a:gd name="connsiteX165" fmla="*/ 293441 w 303277"/>
                <a:gd name="connsiteY165" fmla="*/ 124589 h 250818"/>
                <a:gd name="connsiteX166" fmla="*/ 295081 w 303277"/>
                <a:gd name="connsiteY166" fmla="*/ 127868 h 250818"/>
                <a:gd name="connsiteX167" fmla="*/ 298359 w 303277"/>
                <a:gd name="connsiteY167" fmla="*/ 131147 h 250818"/>
                <a:gd name="connsiteX168" fmla="*/ 299998 w 303277"/>
                <a:gd name="connsiteY168" fmla="*/ 134426 h 250818"/>
                <a:gd name="connsiteX169" fmla="*/ 301638 w 303277"/>
                <a:gd name="connsiteY169" fmla="*/ 136065 h 250818"/>
                <a:gd name="connsiteX170" fmla="*/ 303277 w 303277"/>
                <a:gd name="connsiteY170" fmla="*/ 140983 h 250818"/>
                <a:gd name="connsiteX171" fmla="*/ 303277 w 303277"/>
                <a:gd name="connsiteY171" fmla="*/ 140983 h 250818"/>
                <a:gd name="connsiteX172" fmla="*/ 303277 w 303277"/>
                <a:gd name="connsiteY172" fmla="*/ 142622 h 250818"/>
                <a:gd name="connsiteX173" fmla="*/ 301638 w 303277"/>
                <a:gd name="connsiteY173" fmla="*/ 147540 h 250818"/>
                <a:gd name="connsiteX174" fmla="*/ 299998 w 303277"/>
                <a:gd name="connsiteY174" fmla="*/ 150819 h 250818"/>
                <a:gd name="connsiteX175" fmla="*/ 296720 w 303277"/>
                <a:gd name="connsiteY175" fmla="*/ 154098 h 250818"/>
                <a:gd name="connsiteX176" fmla="*/ 293441 w 303277"/>
                <a:gd name="connsiteY176" fmla="*/ 157376 h 250818"/>
                <a:gd name="connsiteX177" fmla="*/ 291802 w 303277"/>
                <a:gd name="connsiteY177" fmla="*/ 159016 h 250818"/>
                <a:gd name="connsiteX178" fmla="*/ 288523 w 303277"/>
                <a:gd name="connsiteY178" fmla="*/ 162294 h 250818"/>
                <a:gd name="connsiteX179" fmla="*/ 285245 w 303277"/>
                <a:gd name="connsiteY179" fmla="*/ 162294 h 250818"/>
                <a:gd name="connsiteX180" fmla="*/ 285245 w 303277"/>
                <a:gd name="connsiteY180" fmla="*/ 162294 h 250818"/>
                <a:gd name="connsiteX181" fmla="*/ 280326 w 303277"/>
                <a:gd name="connsiteY181" fmla="*/ 162294 h 250818"/>
                <a:gd name="connsiteX182" fmla="*/ 277048 w 303277"/>
                <a:gd name="connsiteY182" fmla="*/ 162294 h 250818"/>
                <a:gd name="connsiteX183" fmla="*/ 273769 w 303277"/>
                <a:gd name="connsiteY183" fmla="*/ 163934 h 250818"/>
                <a:gd name="connsiteX184" fmla="*/ 270491 w 303277"/>
                <a:gd name="connsiteY184" fmla="*/ 160655 h 250818"/>
                <a:gd name="connsiteX185" fmla="*/ 267212 w 303277"/>
                <a:gd name="connsiteY185" fmla="*/ 160655 h 250818"/>
                <a:gd name="connsiteX186" fmla="*/ 263933 w 303277"/>
                <a:gd name="connsiteY186" fmla="*/ 165573 h 250818"/>
                <a:gd name="connsiteX187" fmla="*/ 260654 w 303277"/>
                <a:gd name="connsiteY187" fmla="*/ 168852 h 250818"/>
                <a:gd name="connsiteX188" fmla="*/ 257376 w 303277"/>
                <a:gd name="connsiteY188" fmla="*/ 168852 h 250818"/>
                <a:gd name="connsiteX189" fmla="*/ 255736 w 303277"/>
                <a:gd name="connsiteY189" fmla="*/ 173770 h 250818"/>
                <a:gd name="connsiteX190" fmla="*/ 254097 w 303277"/>
                <a:gd name="connsiteY190" fmla="*/ 177048 h 250818"/>
                <a:gd name="connsiteX191" fmla="*/ 250818 w 303277"/>
                <a:gd name="connsiteY191" fmla="*/ 177048 h 250818"/>
                <a:gd name="connsiteX192" fmla="*/ 247539 w 303277"/>
                <a:gd name="connsiteY192" fmla="*/ 178688 h 250818"/>
                <a:gd name="connsiteX193" fmla="*/ 249179 w 303277"/>
                <a:gd name="connsiteY193" fmla="*/ 180327 h 250818"/>
                <a:gd name="connsiteX194" fmla="*/ 247539 w 303277"/>
                <a:gd name="connsiteY194" fmla="*/ 180327 h 250818"/>
                <a:gd name="connsiteX195" fmla="*/ 242622 w 303277"/>
                <a:gd name="connsiteY195" fmla="*/ 180327 h 250818"/>
                <a:gd name="connsiteX196" fmla="*/ 240982 w 303277"/>
                <a:gd name="connsiteY196" fmla="*/ 180327 h 250818"/>
                <a:gd name="connsiteX197" fmla="*/ 236064 w 303277"/>
                <a:gd name="connsiteY197" fmla="*/ 181966 h 250818"/>
                <a:gd name="connsiteX198" fmla="*/ 232786 w 303277"/>
                <a:gd name="connsiteY198" fmla="*/ 183606 h 250818"/>
                <a:gd name="connsiteX199" fmla="*/ 227868 w 303277"/>
                <a:gd name="connsiteY199" fmla="*/ 180327 h 250818"/>
                <a:gd name="connsiteX200" fmla="*/ 224589 w 303277"/>
                <a:gd name="connsiteY200" fmla="*/ 178688 h 250818"/>
                <a:gd name="connsiteX201" fmla="*/ 219671 w 303277"/>
                <a:gd name="connsiteY201" fmla="*/ 178688 h 250818"/>
                <a:gd name="connsiteX202" fmla="*/ 219671 w 303277"/>
                <a:gd name="connsiteY202" fmla="*/ 178688 h 250818"/>
                <a:gd name="connsiteX203" fmla="*/ 216392 w 303277"/>
                <a:gd name="connsiteY203" fmla="*/ 177048 h 250818"/>
                <a:gd name="connsiteX204" fmla="*/ 213114 w 303277"/>
                <a:gd name="connsiteY204" fmla="*/ 177048 h 250818"/>
                <a:gd name="connsiteX205" fmla="*/ 211474 w 303277"/>
                <a:gd name="connsiteY205" fmla="*/ 177048 h 250818"/>
                <a:gd name="connsiteX206" fmla="*/ 208195 w 303277"/>
                <a:gd name="connsiteY206" fmla="*/ 175409 h 250818"/>
                <a:gd name="connsiteX207" fmla="*/ 206556 w 303277"/>
                <a:gd name="connsiteY207" fmla="*/ 175409 h 250818"/>
                <a:gd name="connsiteX208" fmla="*/ 201638 w 303277"/>
                <a:gd name="connsiteY208" fmla="*/ 173770 h 250818"/>
                <a:gd name="connsiteX209" fmla="*/ 199999 w 303277"/>
                <a:gd name="connsiteY209" fmla="*/ 175409 h 250818"/>
                <a:gd name="connsiteX210" fmla="*/ 198359 w 303277"/>
                <a:gd name="connsiteY210" fmla="*/ 177048 h 250818"/>
                <a:gd name="connsiteX211" fmla="*/ 193442 w 303277"/>
                <a:gd name="connsiteY211" fmla="*/ 180327 h 250818"/>
                <a:gd name="connsiteX212" fmla="*/ 191802 w 303277"/>
                <a:gd name="connsiteY212" fmla="*/ 180327 h 250818"/>
                <a:gd name="connsiteX213" fmla="*/ 188524 w 303277"/>
                <a:gd name="connsiteY213" fmla="*/ 185245 h 250818"/>
                <a:gd name="connsiteX214" fmla="*/ 186884 w 303277"/>
                <a:gd name="connsiteY214" fmla="*/ 185245 h 250818"/>
                <a:gd name="connsiteX215" fmla="*/ 185245 w 303277"/>
                <a:gd name="connsiteY215" fmla="*/ 180327 h 250818"/>
                <a:gd name="connsiteX216" fmla="*/ 181966 w 303277"/>
                <a:gd name="connsiteY216" fmla="*/ 180327 h 250818"/>
                <a:gd name="connsiteX217" fmla="*/ 177048 w 303277"/>
                <a:gd name="connsiteY217" fmla="*/ 181966 h 250818"/>
                <a:gd name="connsiteX218" fmla="*/ 173769 w 303277"/>
                <a:gd name="connsiteY218" fmla="*/ 180327 h 250818"/>
                <a:gd name="connsiteX219" fmla="*/ 170491 w 303277"/>
                <a:gd name="connsiteY219" fmla="*/ 180327 h 250818"/>
                <a:gd name="connsiteX220" fmla="*/ 168851 w 303277"/>
                <a:gd name="connsiteY220" fmla="*/ 180327 h 250818"/>
                <a:gd name="connsiteX221" fmla="*/ 165573 w 303277"/>
                <a:gd name="connsiteY221" fmla="*/ 180327 h 250818"/>
                <a:gd name="connsiteX222" fmla="*/ 160655 w 303277"/>
                <a:gd name="connsiteY222" fmla="*/ 180327 h 250818"/>
                <a:gd name="connsiteX223" fmla="*/ 157376 w 303277"/>
                <a:gd name="connsiteY223" fmla="*/ 180327 h 250818"/>
                <a:gd name="connsiteX224" fmla="*/ 157376 w 303277"/>
                <a:gd name="connsiteY224" fmla="*/ 180327 h 250818"/>
                <a:gd name="connsiteX225" fmla="*/ 152458 w 303277"/>
                <a:gd name="connsiteY225" fmla="*/ 180327 h 250818"/>
                <a:gd name="connsiteX226" fmla="*/ 149179 w 303277"/>
                <a:gd name="connsiteY226" fmla="*/ 180327 h 250818"/>
                <a:gd name="connsiteX227" fmla="*/ 145901 w 303277"/>
                <a:gd name="connsiteY227" fmla="*/ 180327 h 250818"/>
                <a:gd name="connsiteX228" fmla="*/ 140983 w 303277"/>
                <a:gd name="connsiteY228" fmla="*/ 180327 h 250818"/>
                <a:gd name="connsiteX229" fmla="*/ 137704 w 303277"/>
                <a:gd name="connsiteY229" fmla="*/ 180327 h 250818"/>
                <a:gd name="connsiteX230" fmla="*/ 134425 w 303277"/>
                <a:gd name="connsiteY230" fmla="*/ 180327 h 250818"/>
                <a:gd name="connsiteX231" fmla="*/ 131147 w 303277"/>
                <a:gd name="connsiteY231" fmla="*/ 180327 h 250818"/>
                <a:gd name="connsiteX232" fmla="*/ 127868 w 303277"/>
                <a:gd name="connsiteY232" fmla="*/ 180327 h 250818"/>
                <a:gd name="connsiteX233" fmla="*/ 124589 w 303277"/>
                <a:gd name="connsiteY233" fmla="*/ 180327 h 250818"/>
                <a:gd name="connsiteX234" fmla="*/ 121311 w 303277"/>
                <a:gd name="connsiteY234" fmla="*/ 180327 h 250818"/>
                <a:gd name="connsiteX235" fmla="*/ 116393 w 303277"/>
                <a:gd name="connsiteY235" fmla="*/ 180327 h 250818"/>
                <a:gd name="connsiteX236" fmla="*/ 113114 w 303277"/>
                <a:gd name="connsiteY236" fmla="*/ 180327 h 250818"/>
                <a:gd name="connsiteX237" fmla="*/ 109835 w 303277"/>
                <a:gd name="connsiteY237" fmla="*/ 181966 h 250818"/>
                <a:gd name="connsiteX238" fmla="*/ 106557 w 303277"/>
                <a:gd name="connsiteY238" fmla="*/ 180327 h 250818"/>
                <a:gd name="connsiteX239" fmla="*/ 103278 w 303277"/>
                <a:gd name="connsiteY239" fmla="*/ 180327 h 250818"/>
                <a:gd name="connsiteX240" fmla="*/ 103278 w 303277"/>
                <a:gd name="connsiteY240" fmla="*/ 185245 h 250818"/>
                <a:gd name="connsiteX241" fmla="*/ 101639 w 303277"/>
                <a:gd name="connsiteY241" fmla="*/ 188523 h 250818"/>
                <a:gd name="connsiteX242" fmla="*/ 99999 w 303277"/>
                <a:gd name="connsiteY242" fmla="*/ 191802 h 250818"/>
                <a:gd name="connsiteX243" fmla="*/ 98360 w 303277"/>
                <a:gd name="connsiteY243" fmla="*/ 193442 h 250818"/>
                <a:gd name="connsiteX244" fmla="*/ 98360 w 303277"/>
                <a:gd name="connsiteY244" fmla="*/ 198360 h 250818"/>
                <a:gd name="connsiteX245" fmla="*/ 99999 w 303277"/>
                <a:gd name="connsiteY245" fmla="*/ 201638 h 250818"/>
                <a:gd name="connsiteX246" fmla="*/ 101639 w 303277"/>
                <a:gd name="connsiteY246" fmla="*/ 204917 h 250818"/>
                <a:gd name="connsiteX247" fmla="*/ 103278 w 303277"/>
                <a:gd name="connsiteY247" fmla="*/ 209835 h 250818"/>
                <a:gd name="connsiteX248" fmla="*/ 103278 w 303277"/>
                <a:gd name="connsiteY248" fmla="*/ 213114 h 250818"/>
                <a:gd name="connsiteX249" fmla="*/ 103278 w 303277"/>
                <a:gd name="connsiteY249" fmla="*/ 216392 h 250818"/>
                <a:gd name="connsiteX250" fmla="*/ 103278 w 303277"/>
                <a:gd name="connsiteY250" fmla="*/ 219671 h 250818"/>
                <a:gd name="connsiteX251" fmla="*/ 104917 w 303277"/>
                <a:gd name="connsiteY251" fmla="*/ 222950 h 250818"/>
                <a:gd name="connsiteX252" fmla="*/ 104917 w 303277"/>
                <a:gd name="connsiteY252" fmla="*/ 224589 h 250818"/>
                <a:gd name="connsiteX253" fmla="*/ 104917 w 303277"/>
                <a:gd name="connsiteY253" fmla="*/ 229507 h 250818"/>
                <a:gd name="connsiteX254" fmla="*/ 106557 w 303277"/>
                <a:gd name="connsiteY254" fmla="*/ 232786 h 250818"/>
                <a:gd name="connsiteX255" fmla="*/ 103278 w 303277"/>
                <a:gd name="connsiteY255" fmla="*/ 236065 h 250818"/>
                <a:gd name="connsiteX256" fmla="*/ 104917 w 303277"/>
                <a:gd name="connsiteY256" fmla="*/ 240982 h 250818"/>
                <a:gd name="connsiteX257" fmla="*/ 104917 w 303277"/>
                <a:gd name="connsiteY257" fmla="*/ 244261 h 250818"/>
                <a:gd name="connsiteX258" fmla="*/ 108196 w 303277"/>
                <a:gd name="connsiteY258" fmla="*/ 247540 h 250818"/>
                <a:gd name="connsiteX259" fmla="*/ 108196 w 303277"/>
                <a:gd name="connsiteY259" fmla="*/ 247540 h 250818"/>
                <a:gd name="connsiteX260" fmla="*/ 104917 w 303277"/>
                <a:gd name="connsiteY260" fmla="*/ 250819 h 250818"/>
                <a:gd name="connsiteX261" fmla="*/ 101639 w 303277"/>
                <a:gd name="connsiteY261" fmla="*/ 247540 h 250818"/>
                <a:gd name="connsiteX262" fmla="*/ 99999 w 303277"/>
                <a:gd name="connsiteY262" fmla="*/ 244261 h 250818"/>
                <a:gd name="connsiteX263" fmla="*/ 98360 w 303277"/>
                <a:gd name="connsiteY263" fmla="*/ 240982 h 250818"/>
                <a:gd name="connsiteX264" fmla="*/ 96721 w 303277"/>
                <a:gd name="connsiteY264" fmla="*/ 237704 h 250818"/>
                <a:gd name="connsiteX265" fmla="*/ 93442 w 303277"/>
                <a:gd name="connsiteY265" fmla="*/ 236065 h 250818"/>
                <a:gd name="connsiteX266" fmla="*/ 90164 w 303277"/>
                <a:gd name="connsiteY266" fmla="*/ 232786 h 250818"/>
                <a:gd name="connsiteX267" fmla="*/ 88524 w 303277"/>
                <a:gd name="connsiteY267" fmla="*/ 227868 h 250818"/>
                <a:gd name="connsiteX268" fmla="*/ 85245 w 303277"/>
                <a:gd name="connsiteY268" fmla="*/ 231146 h 250818"/>
                <a:gd name="connsiteX269" fmla="*/ 80327 w 303277"/>
                <a:gd name="connsiteY269" fmla="*/ 229507 h 250818"/>
                <a:gd name="connsiteX270" fmla="*/ 78688 w 303277"/>
                <a:gd name="connsiteY270" fmla="*/ 229507 h 250818"/>
                <a:gd name="connsiteX271" fmla="*/ 75409 w 303277"/>
                <a:gd name="connsiteY271" fmla="*/ 227868 h 250818"/>
                <a:gd name="connsiteX272" fmla="*/ 72131 w 303277"/>
                <a:gd name="connsiteY272" fmla="*/ 227868 h 250818"/>
                <a:gd name="connsiteX273" fmla="*/ 68852 w 303277"/>
                <a:gd name="connsiteY273" fmla="*/ 227868 h 250818"/>
                <a:gd name="connsiteX274" fmla="*/ 65573 w 303277"/>
                <a:gd name="connsiteY274" fmla="*/ 229507 h 250818"/>
                <a:gd name="connsiteX275" fmla="*/ 62295 w 303277"/>
                <a:gd name="connsiteY275" fmla="*/ 229507 h 250818"/>
                <a:gd name="connsiteX276" fmla="*/ 57377 w 303277"/>
                <a:gd name="connsiteY276" fmla="*/ 232786 h 250818"/>
                <a:gd name="connsiteX277" fmla="*/ 54098 w 303277"/>
                <a:gd name="connsiteY277" fmla="*/ 232786 h 250818"/>
                <a:gd name="connsiteX278" fmla="*/ 50819 w 303277"/>
                <a:gd name="connsiteY278" fmla="*/ 236065 h 250818"/>
                <a:gd name="connsiteX279" fmla="*/ 45901 w 303277"/>
                <a:gd name="connsiteY279" fmla="*/ 237704 h 250818"/>
                <a:gd name="connsiteX280" fmla="*/ 45901 w 303277"/>
                <a:gd name="connsiteY280" fmla="*/ 242622 h 250818"/>
                <a:gd name="connsiteX281" fmla="*/ 45901 w 303277"/>
                <a:gd name="connsiteY281" fmla="*/ 242622 h 250818"/>
                <a:gd name="connsiteX282" fmla="*/ 42622 w 303277"/>
                <a:gd name="connsiteY282" fmla="*/ 242622 h 250818"/>
                <a:gd name="connsiteX283" fmla="*/ 39344 w 303277"/>
                <a:gd name="connsiteY283" fmla="*/ 240982 h 250818"/>
                <a:gd name="connsiteX284" fmla="*/ 34426 w 303277"/>
                <a:gd name="connsiteY284" fmla="*/ 237704 h 250818"/>
                <a:gd name="connsiteX285" fmla="*/ 34426 w 303277"/>
                <a:gd name="connsiteY285" fmla="*/ 237704 h 250818"/>
                <a:gd name="connsiteX286" fmla="*/ 29508 w 303277"/>
                <a:gd name="connsiteY286" fmla="*/ 237704 h 250818"/>
                <a:gd name="connsiteX287" fmla="*/ 27868 w 303277"/>
                <a:gd name="connsiteY287" fmla="*/ 234425 h 250818"/>
                <a:gd name="connsiteX288" fmla="*/ 24590 w 303277"/>
                <a:gd name="connsiteY288" fmla="*/ 231146 h 250818"/>
                <a:gd name="connsiteX289" fmla="*/ 19672 w 303277"/>
                <a:gd name="connsiteY289" fmla="*/ 229507 h 250818"/>
                <a:gd name="connsiteX290" fmla="*/ 19672 w 303277"/>
                <a:gd name="connsiteY290" fmla="*/ 224589 h 250818"/>
                <a:gd name="connsiteX291" fmla="*/ 19672 w 303277"/>
                <a:gd name="connsiteY291" fmla="*/ 222950 h 250818"/>
                <a:gd name="connsiteX292" fmla="*/ 16393 w 303277"/>
                <a:gd name="connsiteY292" fmla="*/ 219671 h 250818"/>
                <a:gd name="connsiteX293" fmla="*/ 16393 w 303277"/>
                <a:gd name="connsiteY293" fmla="*/ 218032 h 250818"/>
                <a:gd name="connsiteX294" fmla="*/ 14754 w 303277"/>
                <a:gd name="connsiteY294" fmla="*/ 216392 h 250818"/>
                <a:gd name="connsiteX295" fmla="*/ 13114 w 303277"/>
                <a:gd name="connsiteY295" fmla="*/ 213114 h 250818"/>
                <a:gd name="connsiteX296" fmla="*/ 8197 w 303277"/>
                <a:gd name="connsiteY296" fmla="*/ 211475 h 250818"/>
                <a:gd name="connsiteX297" fmla="*/ 4918 w 303277"/>
                <a:gd name="connsiteY297" fmla="*/ 213114 h 250818"/>
                <a:gd name="connsiteX298" fmla="*/ 1639 w 303277"/>
                <a:gd name="connsiteY298" fmla="*/ 209835 h 250818"/>
                <a:gd name="connsiteX299" fmla="*/ 0 w 303277"/>
                <a:gd name="connsiteY299" fmla="*/ 204917 h 250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303277" h="250818">
                  <a:moveTo>
                    <a:pt x="0" y="204917"/>
                  </a:moveTo>
                  <a:lnTo>
                    <a:pt x="0" y="204917"/>
                  </a:lnTo>
                  <a:lnTo>
                    <a:pt x="1639" y="199999"/>
                  </a:lnTo>
                  <a:lnTo>
                    <a:pt x="1639" y="196720"/>
                  </a:lnTo>
                  <a:lnTo>
                    <a:pt x="1639" y="193442"/>
                  </a:lnTo>
                  <a:lnTo>
                    <a:pt x="3278" y="190163"/>
                  </a:lnTo>
                  <a:lnTo>
                    <a:pt x="3278" y="185245"/>
                  </a:lnTo>
                  <a:lnTo>
                    <a:pt x="1639" y="181966"/>
                  </a:lnTo>
                  <a:lnTo>
                    <a:pt x="1639" y="178688"/>
                  </a:lnTo>
                  <a:lnTo>
                    <a:pt x="4918" y="177048"/>
                  </a:lnTo>
                  <a:lnTo>
                    <a:pt x="6557" y="177048"/>
                  </a:lnTo>
                  <a:lnTo>
                    <a:pt x="8197" y="172130"/>
                  </a:lnTo>
                  <a:lnTo>
                    <a:pt x="9836" y="168852"/>
                  </a:lnTo>
                  <a:lnTo>
                    <a:pt x="9836" y="165573"/>
                  </a:lnTo>
                  <a:lnTo>
                    <a:pt x="11475" y="160655"/>
                  </a:lnTo>
                  <a:lnTo>
                    <a:pt x="13114" y="157376"/>
                  </a:lnTo>
                  <a:lnTo>
                    <a:pt x="8197" y="154098"/>
                  </a:lnTo>
                  <a:lnTo>
                    <a:pt x="9836" y="149179"/>
                  </a:lnTo>
                  <a:lnTo>
                    <a:pt x="8197" y="145901"/>
                  </a:lnTo>
                  <a:lnTo>
                    <a:pt x="4918" y="145901"/>
                  </a:lnTo>
                  <a:lnTo>
                    <a:pt x="4918" y="144262"/>
                  </a:lnTo>
                  <a:lnTo>
                    <a:pt x="8197" y="144262"/>
                  </a:lnTo>
                  <a:lnTo>
                    <a:pt x="11475" y="142622"/>
                  </a:lnTo>
                  <a:lnTo>
                    <a:pt x="16393" y="137704"/>
                  </a:lnTo>
                  <a:lnTo>
                    <a:pt x="19672" y="137704"/>
                  </a:lnTo>
                  <a:lnTo>
                    <a:pt x="19672" y="137704"/>
                  </a:lnTo>
                  <a:lnTo>
                    <a:pt x="21311" y="137704"/>
                  </a:lnTo>
                  <a:lnTo>
                    <a:pt x="24590" y="136065"/>
                  </a:lnTo>
                  <a:lnTo>
                    <a:pt x="29508" y="136065"/>
                  </a:lnTo>
                  <a:lnTo>
                    <a:pt x="32787" y="134426"/>
                  </a:lnTo>
                  <a:lnTo>
                    <a:pt x="32787" y="134426"/>
                  </a:lnTo>
                  <a:lnTo>
                    <a:pt x="34426" y="134426"/>
                  </a:lnTo>
                  <a:lnTo>
                    <a:pt x="37705" y="131147"/>
                  </a:lnTo>
                  <a:lnTo>
                    <a:pt x="37705" y="126229"/>
                  </a:lnTo>
                  <a:lnTo>
                    <a:pt x="40983" y="122950"/>
                  </a:lnTo>
                  <a:lnTo>
                    <a:pt x="42622" y="119672"/>
                  </a:lnTo>
                  <a:lnTo>
                    <a:pt x="42622" y="114754"/>
                  </a:lnTo>
                  <a:lnTo>
                    <a:pt x="44262" y="111475"/>
                  </a:lnTo>
                  <a:lnTo>
                    <a:pt x="40983" y="108196"/>
                  </a:lnTo>
                  <a:lnTo>
                    <a:pt x="40983" y="104917"/>
                  </a:lnTo>
                  <a:lnTo>
                    <a:pt x="44262" y="103278"/>
                  </a:lnTo>
                  <a:lnTo>
                    <a:pt x="49180" y="104917"/>
                  </a:lnTo>
                  <a:lnTo>
                    <a:pt x="50819" y="101639"/>
                  </a:lnTo>
                  <a:lnTo>
                    <a:pt x="50819" y="98360"/>
                  </a:lnTo>
                  <a:lnTo>
                    <a:pt x="50819" y="93442"/>
                  </a:lnTo>
                  <a:lnTo>
                    <a:pt x="47541" y="90164"/>
                  </a:lnTo>
                  <a:lnTo>
                    <a:pt x="47541" y="88524"/>
                  </a:lnTo>
                  <a:lnTo>
                    <a:pt x="47541" y="85245"/>
                  </a:lnTo>
                  <a:lnTo>
                    <a:pt x="50819" y="85245"/>
                  </a:lnTo>
                  <a:lnTo>
                    <a:pt x="52458" y="80327"/>
                  </a:lnTo>
                  <a:lnTo>
                    <a:pt x="55737" y="77049"/>
                  </a:lnTo>
                  <a:lnTo>
                    <a:pt x="59016" y="73770"/>
                  </a:lnTo>
                  <a:lnTo>
                    <a:pt x="60655" y="70492"/>
                  </a:lnTo>
                  <a:lnTo>
                    <a:pt x="62295" y="73770"/>
                  </a:lnTo>
                  <a:lnTo>
                    <a:pt x="65573" y="77049"/>
                  </a:lnTo>
                  <a:lnTo>
                    <a:pt x="67212" y="77049"/>
                  </a:lnTo>
                  <a:lnTo>
                    <a:pt x="72131" y="80327"/>
                  </a:lnTo>
                  <a:lnTo>
                    <a:pt x="75409" y="83606"/>
                  </a:lnTo>
                  <a:lnTo>
                    <a:pt x="78688" y="85245"/>
                  </a:lnTo>
                  <a:lnTo>
                    <a:pt x="80327" y="85245"/>
                  </a:lnTo>
                  <a:lnTo>
                    <a:pt x="80327" y="81967"/>
                  </a:lnTo>
                  <a:lnTo>
                    <a:pt x="80327" y="80327"/>
                  </a:lnTo>
                  <a:lnTo>
                    <a:pt x="83606" y="80327"/>
                  </a:lnTo>
                  <a:lnTo>
                    <a:pt x="88524" y="80327"/>
                  </a:lnTo>
                  <a:lnTo>
                    <a:pt x="88524" y="75409"/>
                  </a:lnTo>
                  <a:lnTo>
                    <a:pt x="88524" y="72131"/>
                  </a:lnTo>
                  <a:lnTo>
                    <a:pt x="86885" y="68852"/>
                  </a:lnTo>
                  <a:lnTo>
                    <a:pt x="88524" y="63934"/>
                  </a:lnTo>
                  <a:lnTo>
                    <a:pt x="88524" y="62295"/>
                  </a:lnTo>
                  <a:lnTo>
                    <a:pt x="86885" y="62295"/>
                  </a:lnTo>
                  <a:lnTo>
                    <a:pt x="90164" y="62295"/>
                  </a:lnTo>
                  <a:lnTo>
                    <a:pt x="93442" y="62295"/>
                  </a:lnTo>
                  <a:lnTo>
                    <a:pt x="98360" y="63934"/>
                  </a:lnTo>
                  <a:lnTo>
                    <a:pt x="99999" y="63934"/>
                  </a:lnTo>
                  <a:lnTo>
                    <a:pt x="99999" y="65573"/>
                  </a:lnTo>
                  <a:lnTo>
                    <a:pt x="101639" y="60655"/>
                  </a:lnTo>
                  <a:lnTo>
                    <a:pt x="101639" y="57377"/>
                  </a:lnTo>
                  <a:lnTo>
                    <a:pt x="103278" y="54098"/>
                  </a:lnTo>
                  <a:lnTo>
                    <a:pt x="103278" y="52459"/>
                  </a:lnTo>
                  <a:lnTo>
                    <a:pt x="104917" y="49180"/>
                  </a:lnTo>
                  <a:lnTo>
                    <a:pt x="108196" y="44262"/>
                  </a:lnTo>
                  <a:lnTo>
                    <a:pt x="111475" y="40983"/>
                  </a:lnTo>
                  <a:lnTo>
                    <a:pt x="116393" y="37705"/>
                  </a:lnTo>
                  <a:lnTo>
                    <a:pt x="119671" y="36065"/>
                  </a:lnTo>
                  <a:lnTo>
                    <a:pt x="122950" y="37705"/>
                  </a:lnTo>
                  <a:lnTo>
                    <a:pt x="127868" y="39344"/>
                  </a:lnTo>
                  <a:lnTo>
                    <a:pt x="131147" y="40983"/>
                  </a:lnTo>
                  <a:lnTo>
                    <a:pt x="132786" y="42623"/>
                  </a:lnTo>
                  <a:lnTo>
                    <a:pt x="136065" y="40983"/>
                  </a:lnTo>
                  <a:lnTo>
                    <a:pt x="136065" y="36065"/>
                  </a:lnTo>
                  <a:lnTo>
                    <a:pt x="136065" y="32787"/>
                  </a:lnTo>
                  <a:lnTo>
                    <a:pt x="137704" y="31147"/>
                  </a:lnTo>
                  <a:lnTo>
                    <a:pt x="145901" y="27869"/>
                  </a:lnTo>
                  <a:lnTo>
                    <a:pt x="149179" y="26229"/>
                  </a:lnTo>
                  <a:lnTo>
                    <a:pt x="155737" y="21311"/>
                  </a:lnTo>
                  <a:lnTo>
                    <a:pt x="160655" y="18033"/>
                  </a:lnTo>
                  <a:lnTo>
                    <a:pt x="160655" y="18033"/>
                  </a:lnTo>
                  <a:lnTo>
                    <a:pt x="163934" y="16393"/>
                  </a:lnTo>
                  <a:lnTo>
                    <a:pt x="167212" y="14754"/>
                  </a:lnTo>
                  <a:lnTo>
                    <a:pt x="172130" y="13115"/>
                  </a:lnTo>
                  <a:lnTo>
                    <a:pt x="173769" y="13115"/>
                  </a:lnTo>
                  <a:lnTo>
                    <a:pt x="180327" y="6557"/>
                  </a:lnTo>
                  <a:lnTo>
                    <a:pt x="181966" y="4918"/>
                  </a:lnTo>
                  <a:lnTo>
                    <a:pt x="185245" y="0"/>
                  </a:lnTo>
                  <a:lnTo>
                    <a:pt x="185245" y="0"/>
                  </a:lnTo>
                  <a:lnTo>
                    <a:pt x="193442" y="0"/>
                  </a:lnTo>
                  <a:lnTo>
                    <a:pt x="198359" y="4918"/>
                  </a:lnTo>
                  <a:lnTo>
                    <a:pt x="203278" y="1639"/>
                  </a:lnTo>
                  <a:lnTo>
                    <a:pt x="213114" y="4918"/>
                  </a:lnTo>
                  <a:lnTo>
                    <a:pt x="213114" y="4918"/>
                  </a:lnTo>
                  <a:lnTo>
                    <a:pt x="222949" y="8197"/>
                  </a:lnTo>
                  <a:lnTo>
                    <a:pt x="222949" y="9836"/>
                  </a:lnTo>
                  <a:lnTo>
                    <a:pt x="221310" y="13115"/>
                  </a:lnTo>
                  <a:lnTo>
                    <a:pt x="221310" y="18033"/>
                  </a:lnTo>
                  <a:lnTo>
                    <a:pt x="221310" y="21311"/>
                  </a:lnTo>
                  <a:lnTo>
                    <a:pt x="219671" y="24590"/>
                  </a:lnTo>
                  <a:lnTo>
                    <a:pt x="221310" y="29508"/>
                  </a:lnTo>
                  <a:lnTo>
                    <a:pt x="221310" y="29508"/>
                  </a:lnTo>
                  <a:lnTo>
                    <a:pt x="226228" y="32787"/>
                  </a:lnTo>
                  <a:lnTo>
                    <a:pt x="227868" y="37705"/>
                  </a:lnTo>
                  <a:lnTo>
                    <a:pt x="227868" y="40983"/>
                  </a:lnTo>
                  <a:lnTo>
                    <a:pt x="227868" y="44262"/>
                  </a:lnTo>
                  <a:lnTo>
                    <a:pt x="229507" y="47541"/>
                  </a:lnTo>
                  <a:lnTo>
                    <a:pt x="231146" y="50819"/>
                  </a:lnTo>
                  <a:lnTo>
                    <a:pt x="232786" y="54098"/>
                  </a:lnTo>
                  <a:lnTo>
                    <a:pt x="236064" y="57377"/>
                  </a:lnTo>
                  <a:lnTo>
                    <a:pt x="236064" y="59016"/>
                  </a:lnTo>
                  <a:lnTo>
                    <a:pt x="236064" y="62295"/>
                  </a:lnTo>
                  <a:lnTo>
                    <a:pt x="239343" y="62295"/>
                  </a:lnTo>
                  <a:lnTo>
                    <a:pt x="244261" y="63934"/>
                  </a:lnTo>
                  <a:lnTo>
                    <a:pt x="247539" y="65573"/>
                  </a:lnTo>
                  <a:lnTo>
                    <a:pt x="250818" y="68852"/>
                  </a:lnTo>
                  <a:lnTo>
                    <a:pt x="252458" y="72131"/>
                  </a:lnTo>
                  <a:lnTo>
                    <a:pt x="255736" y="75409"/>
                  </a:lnTo>
                  <a:lnTo>
                    <a:pt x="255736" y="75409"/>
                  </a:lnTo>
                  <a:lnTo>
                    <a:pt x="260654" y="75409"/>
                  </a:lnTo>
                  <a:lnTo>
                    <a:pt x="262294" y="77049"/>
                  </a:lnTo>
                  <a:lnTo>
                    <a:pt x="257376" y="78688"/>
                  </a:lnTo>
                  <a:lnTo>
                    <a:pt x="257376" y="78688"/>
                  </a:lnTo>
                  <a:lnTo>
                    <a:pt x="255736" y="78688"/>
                  </a:lnTo>
                  <a:lnTo>
                    <a:pt x="250818" y="77049"/>
                  </a:lnTo>
                  <a:lnTo>
                    <a:pt x="250818" y="80327"/>
                  </a:lnTo>
                  <a:lnTo>
                    <a:pt x="250818" y="83606"/>
                  </a:lnTo>
                  <a:lnTo>
                    <a:pt x="250818" y="88524"/>
                  </a:lnTo>
                  <a:lnTo>
                    <a:pt x="250818" y="88524"/>
                  </a:lnTo>
                  <a:lnTo>
                    <a:pt x="250818" y="88524"/>
                  </a:lnTo>
                  <a:lnTo>
                    <a:pt x="254097" y="91803"/>
                  </a:lnTo>
                  <a:lnTo>
                    <a:pt x="259015" y="95082"/>
                  </a:lnTo>
                  <a:lnTo>
                    <a:pt x="262294" y="99999"/>
                  </a:lnTo>
                  <a:lnTo>
                    <a:pt x="262294" y="99999"/>
                  </a:lnTo>
                  <a:lnTo>
                    <a:pt x="263933" y="99999"/>
                  </a:lnTo>
                  <a:lnTo>
                    <a:pt x="267212" y="103278"/>
                  </a:lnTo>
                  <a:lnTo>
                    <a:pt x="270491" y="106557"/>
                  </a:lnTo>
                  <a:lnTo>
                    <a:pt x="273769" y="109836"/>
                  </a:lnTo>
                  <a:lnTo>
                    <a:pt x="277048" y="109836"/>
                  </a:lnTo>
                  <a:lnTo>
                    <a:pt x="280326" y="109836"/>
                  </a:lnTo>
                  <a:lnTo>
                    <a:pt x="285245" y="108196"/>
                  </a:lnTo>
                  <a:lnTo>
                    <a:pt x="288523" y="104917"/>
                  </a:lnTo>
                  <a:lnTo>
                    <a:pt x="290162" y="104917"/>
                  </a:lnTo>
                  <a:lnTo>
                    <a:pt x="293441" y="106557"/>
                  </a:lnTo>
                  <a:lnTo>
                    <a:pt x="296720" y="109836"/>
                  </a:lnTo>
                  <a:lnTo>
                    <a:pt x="296720" y="113114"/>
                  </a:lnTo>
                  <a:lnTo>
                    <a:pt x="298359" y="118032"/>
                  </a:lnTo>
                  <a:lnTo>
                    <a:pt x="295081" y="118032"/>
                  </a:lnTo>
                  <a:lnTo>
                    <a:pt x="291802" y="119672"/>
                  </a:lnTo>
                  <a:lnTo>
                    <a:pt x="293441" y="124589"/>
                  </a:lnTo>
                  <a:lnTo>
                    <a:pt x="295081" y="127868"/>
                  </a:lnTo>
                  <a:lnTo>
                    <a:pt x="298359" y="131147"/>
                  </a:lnTo>
                  <a:lnTo>
                    <a:pt x="299998" y="134426"/>
                  </a:lnTo>
                  <a:lnTo>
                    <a:pt x="301638" y="136065"/>
                  </a:lnTo>
                  <a:lnTo>
                    <a:pt x="303277" y="140983"/>
                  </a:lnTo>
                  <a:lnTo>
                    <a:pt x="303277" y="140983"/>
                  </a:lnTo>
                  <a:lnTo>
                    <a:pt x="303277" y="142622"/>
                  </a:lnTo>
                  <a:lnTo>
                    <a:pt x="301638" y="147540"/>
                  </a:lnTo>
                  <a:lnTo>
                    <a:pt x="299998" y="150819"/>
                  </a:lnTo>
                  <a:lnTo>
                    <a:pt x="296720" y="154098"/>
                  </a:lnTo>
                  <a:lnTo>
                    <a:pt x="293441" y="157376"/>
                  </a:lnTo>
                  <a:lnTo>
                    <a:pt x="291802" y="159016"/>
                  </a:lnTo>
                  <a:lnTo>
                    <a:pt x="288523" y="162294"/>
                  </a:lnTo>
                  <a:lnTo>
                    <a:pt x="285245" y="162294"/>
                  </a:lnTo>
                  <a:lnTo>
                    <a:pt x="285245" y="162294"/>
                  </a:lnTo>
                  <a:lnTo>
                    <a:pt x="280326" y="162294"/>
                  </a:lnTo>
                  <a:lnTo>
                    <a:pt x="277048" y="162294"/>
                  </a:lnTo>
                  <a:lnTo>
                    <a:pt x="273769" y="163934"/>
                  </a:lnTo>
                  <a:lnTo>
                    <a:pt x="270491" y="160655"/>
                  </a:lnTo>
                  <a:lnTo>
                    <a:pt x="267212" y="160655"/>
                  </a:lnTo>
                  <a:lnTo>
                    <a:pt x="263933" y="165573"/>
                  </a:lnTo>
                  <a:lnTo>
                    <a:pt x="260654" y="168852"/>
                  </a:lnTo>
                  <a:lnTo>
                    <a:pt x="257376" y="168852"/>
                  </a:lnTo>
                  <a:lnTo>
                    <a:pt x="255736" y="173770"/>
                  </a:lnTo>
                  <a:lnTo>
                    <a:pt x="254097" y="177048"/>
                  </a:lnTo>
                  <a:lnTo>
                    <a:pt x="250818" y="177048"/>
                  </a:lnTo>
                  <a:lnTo>
                    <a:pt x="247539" y="178688"/>
                  </a:lnTo>
                  <a:lnTo>
                    <a:pt x="249179" y="180327"/>
                  </a:lnTo>
                  <a:lnTo>
                    <a:pt x="247539" y="180327"/>
                  </a:lnTo>
                  <a:lnTo>
                    <a:pt x="242622" y="180327"/>
                  </a:lnTo>
                  <a:lnTo>
                    <a:pt x="240982" y="180327"/>
                  </a:lnTo>
                  <a:lnTo>
                    <a:pt x="236064" y="181966"/>
                  </a:lnTo>
                  <a:lnTo>
                    <a:pt x="232786" y="183606"/>
                  </a:lnTo>
                  <a:lnTo>
                    <a:pt x="227868" y="180327"/>
                  </a:lnTo>
                  <a:lnTo>
                    <a:pt x="224589" y="178688"/>
                  </a:lnTo>
                  <a:lnTo>
                    <a:pt x="219671" y="178688"/>
                  </a:lnTo>
                  <a:lnTo>
                    <a:pt x="219671" y="178688"/>
                  </a:lnTo>
                  <a:lnTo>
                    <a:pt x="216392" y="177048"/>
                  </a:lnTo>
                  <a:lnTo>
                    <a:pt x="213114" y="177048"/>
                  </a:lnTo>
                  <a:lnTo>
                    <a:pt x="211474" y="177048"/>
                  </a:lnTo>
                  <a:lnTo>
                    <a:pt x="208195" y="175409"/>
                  </a:lnTo>
                  <a:lnTo>
                    <a:pt x="206556" y="175409"/>
                  </a:lnTo>
                  <a:lnTo>
                    <a:pt x="201638" y="173770"/>
                  </a:lnTo>
                  <a:lnTo>
                    <a:pt x="199999" y="175409"/>
                  </a:lnTo>
                  <a:lnTo>
                    <a:pt x="198359" y="177048"/>
                  </a:lnTo>
                  <a:lnTo>
                    <a:pt x="193442" y="180327"/>
                  </a:lnTo>
                  <a:lnTo>
                    <a:pt x="191802" y="180327"/>
                  </a:lnTo>
                  <a:lnTo>
                    <a:pt x="188524" y="185245"/>
                  </a:lnTo>
                  <a:lnTo>
                    <a:pt x="186884" y="185245"/>
                  </a:lnTo>
                  <a:lnTo>
                    <a:pt x="185245" y="180327"/>
                  </a:lnTo>
                  <a:lnTo>
                    <a:pt x="181966" y="180327"/>
                  </a:lnTo>
                  <a:lnTo>
                    <a:pt x="177048" y="181966"/>
                  </a:lnTo>
                  <a:lnTo>
                    <a:pt x="173769" y="180327"/>
                  </a:lnTo>
                  <a:lnTo>
                    <a:pt x="170491" y="180327"/>
                  </a:lnTo>
                  <a:lnTo>
                    <a:pt x="168851" y="180327"/>
                  </a:lnTo>
                  <a:lnTo>
                    <a:pt x="165573" y="180327"/>
                  </a:lnTo>
                  <a:lnTo>
                    <a:pt x="160655" y="180327"/>
                  </a:lnTo>
                  <a:lnTo>
                    <a:pt x="157376" y="180327"/>
                  </a:lnTo>
                  <a:lnTo>
                    <a:pt x="157376" y="180327"/>
                  </a:lnTo>
                  <a:lnTo>
                    <a:pt x="152458" y="180327"/>
                  </a:lnTo>
                  <a:lnTo>
                    <a:pt x="149179" y="180327"/>
                  </a:lnTo>
                  <a:lnTo>
                    <a:pt x="145901" y="180327"/>
                  </a:lnTo>
                  <a:lnTo>
                    <a:pt x="140983" y="180327"/>
                  </a:lnTo>
                  <a:lnTo>
                    <a:pt x="137704" y="180327"/>
                  </a:lnTo>
                  <a:lnTo>
                    <a:pt x="134425" y="180327"/>
                  </a:lnTo>
                  <a:lnTo>
                    <a:pt x="131147" y="180327"/>
                  </a:lnTo>
                  <a:lnTo>
                    <a:pt x="127868" y="180327"/>
                  </a:lnTo>
                  <a:lnTo>
                    <a:pt x="124589" y="180327"/>
                  </a:lnTo>
                  <a:lnTo>
                    <a:pt x="121311" y="180327"/>
                  </a:lnTo>
                  <a:lnTo>
                    <a:pt x="116393" y="180327"/>
                  </a:lnTo>
                  <a:lnTo>
                    <a:pt x="113114" y="180327"/>
                  </a:lnTo>
                  <a:lnTo>
                    <a:pt x="109835" y="181966"/>
                  </a:lnTo>
                  <a:lnTo>
                    <a:pt x="106557" y="180327"/>
                  </a:lnTo>
                  <a:lnTo>
                    <a:pt x="103278" y="180327"/>
                  </a:lnTo>
                  <a:lnTo>
                    <a:pt x="103278" y="185245"/>
                  </a:lnTo>
                  <a:lnTo>
                    <a:pt x="101639" y="188523"/>
                  </a:lnTo>
                  <a:lnTo>
                    <a:pt x="99999" y="191802"/>
                  </a:lnTo>
                  <a:lnTo>
                    <a:pt x="98360" y="193442"/>
                  </a:lnTo>
                  <a:lnTo>
                    <a:pt x="98360" y="198360"/>
                  </a:lnTo>
                  <a:lnTo>
                    <a:pt x="99999" y="201638"/>
                  </a:lnTo>
                  <a:lnTo>
                    <a:pt x="101639" y="204917"/>
                  </a:lnTo>
                  <a:lnTo>
                    <a:pt x="103278" y="209835"/>
                  </a:lnTo>
                  <a:lnTo>
                    <a:pt x="103278" y="213114"/>
                  </a:lnTo>
                  <a:lnTo>
                    <a:pt x="103278" y="216392"/>
                  </a:lnTo>
                  <a:lnTo>
                    <a:pt x="103278" y="219671"/>
                  </a:lnTo>
                  <a:lnTo>
                    <a:pt x="104917" y="222950"/>
                  </a:lnTo>
                  <a:lnTo>
                    <a:pt x="104917" y="224589"/>
                  </a:lnTo>
                  <a:lnTo>
                    <a:pt x="104917" y="229507"/>
                  </a:lnTo>
                  <a:lnTo>
                    <a:pt x="106557" y="232786"/>
                  </a:lnTo>
                  <a:lnTo>
                    <a:pt x="103278" y="236065"/>
                  </a:lnTo>
                  <a:lnTo>
                    <a:pt x="104917" y="240982"/>
                  </a:lnTo>
                  <a:lnTo>
                    <a:pt x="104917" y="244261"/>
                  </a:lnTo>
                  <a:lnTo>
                    <a:pt x="108196" y="247540"/>
                  </a:lnTo>
                  <a:lnTo>
                    <a:pt x="108196" y="247540"/>
                  </a:lnTo>
                  <a:lnTo>
                    <a:pt x="104917" y="250819"/>
                  </a:lnTo>
                  <a:lnTo>
                    <a:pt x="101639" y="247540"/>
                  </a:lnTo>
                  <a:lnTo>
                    <a:pt x="99999" y="244261"/>
                  </a:lnTo>
                  <a:lnTo>
                    <a:pt x="98360" y="240982"/>
                  </a:lnTo>
                  <a:lnTo>
                    <a:pt x="96721" y="237704"/>
                  </a:lnTo>
                  <a:lnTo>
                    <a:pt x="93442" y="236065"/>
                  </a:lnTo>
                  <a:lnTo>
                    <a:pt x="90164" y="232786"/>
                  </a:lnTo>
                  <a:lnTo>
                    <a:pt x="88524" y="227868"/>
                  </a:lnTo>
                  <a:lnTo>
                    <a:pt x="85245" y="231146"/>
                  </a:lnTo>
                  <a:lnTo>
                    <a:pt x="80327" y="229507"/>
                  </a:lnTo>
                  <a:lnTo>
                    <a:pt x="78688" y="229507"/>
                  </a:lnTo>
                  <a:lnTo>
                    <a:pt x="75409" y="227868"/>
                  </a:lnTo>
                  <a:lnTo>
                    <a:pt x="72131" y="227868"/>
                  </a:lnTo>
                  <a:lnTo>
                    <a:pt x="68852" y="227868"/>
                  </a:lnTo>
                  <a:lnTo>
                    <a:pt x="65573" y="229507"/>
                  </a:lnTo>
                  <a:lnTo>
                    <a:pt x="62295" y="229507"/>
                  </a:lnTo>
                  <a:lnTo>
                    <a:pt x="57377" y="232786"/>
                  </a:lnTo>
                  <a:lnTo>
                    <a:pt x="54098" y="232786"/>
                  </a:lnTo>
                  <a:lnTo>
                    <a:pt x="50819" y="236065"/>
                  </a:lnTo>
                  <a:lnTo>
                    <a:pt x="45901" y="237704"/>
                  </a:lnTo>
                  <a:lnTo>
                    <a:pt x="45901" y="242622"/>
                  </a:lnTo>
                  <a:lnTo>
                    <a:pt x="45901" y="242622"/>
                  </a:lnTo>
                  <a:lnTo>
                    <a:pt x="42622" y="242622"/>
                  </a:lnTo>
                  <a:lnTo>
                    <a:pt x="39344" y="240982"/>
                  </a:lnTo>
                  <a:lnTo>
                    <a:pt x="34426" y="237704"/>
                  </a:lnTo>
                  <a:lnTo>
                    <a:pt x="34426" y="237704"/>
                  </a:lnTo>
                  <a:lnTo>
                    <a:pt x="29508" y="237704"/>
                  </a:lnTo>
                  <a:lnTo>
                    <a:pt x="27868" y="234425"/>
                  </a:lnTo>
                  <a:lnTo>
                    <a:pt x="24590" y="231146"/>
                  </a:lnTo>
                  <a:lnTo>
                    <a:pt x="19672" y="229507"/>
                  </a:lnTo>
                  <a:lnTo>
                    <a:pt x="19672" y="224589"/>
                  </a:lnTo>
                  <a:lnTo>
                    <a:pt x="19672" y="222950"/>
                  </a:lnTo>
                  <a:lnTo>
                    <a:pt x="16393" y="219671"/>
                  </a:lnTo>
                  <a:lnTo>
                    <a:pt x="16393" y="218032"/>
                  </a:lnTo>
                  <a:lnTo>
                    <a:pt x="14754" y="216392"/>
                  </a:lnTo>
                  <a:lnTo>
                    <a:pt x="13114" y="213114"/>
                  </a:lnTo>
                  <a:lnTo>
                    <a:pt x="8197" y="211475"/>
                  </a:lnTo>
                  <a:lnTo>
                    <a:pt x="4918" y="213114"/>
                  </a:lnTo>
                  <a:lnTo>
                    <a:pt x="1639" y="209835"/>
                  </a:lnTo>
                  <a:lnTo>
                    <a:pt x="0" y="2049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0" name="Freeform 2299">
              <a:extLst>
                <a:ext uri="{FF2B5EF4-FFF2-40B4-BE49-F238E27FC236}">
                  <a16:creationId xmlns:a16="http://schemas.microsoft.com/office/drawing/2014/main" id="{CBA1180A-182D-5547-A51E-4D4F07807179}"/>
                </a:ext>
              </a:extLst>
            </p:cNvPr>
            <p:cNvSpPr/>
            <p:nvPr/>
          </p:nvSpPr>
          <p:spPr>
            <a:xfrm>
              <a:off x="5251741" y="1877202"/>
              <a:ext cx="440981" cy="378686"/>
            </a:xfrm>
            <a:custGeom>
              <a:avLst/>
              <a:gdLst>
                <a:gd name="connsiteX0" fmla="*/ 0 w 440981"/>
                <a:gd name="connsiteY0" fmla="*/ 131147 h 378686"/>
                <a:gd name="connsiteX1" fmla="*/ 4918 w 440981"/>
                <a:gd name="connsiteY1" fmla="*/ 129508 h 378686"/>
                <a:gd name="connsiteX2" fmla="*/ 8197 w 440981"/>
                <a:gd name="connsiteY2" fmla="*/ 129508 h 378686"/>
                <a:gd name="connsiteX3" fmla="*/ 11476 w 440981"/>
                <a:gd name="connsiteY3" fmla="*/ 127868 h 378686"/>
                <a:gd name="connsiteX4" fmla="*/ 14754 w 440981"/>
                <a:gd name="connsiteY4" fmla="*/ 127868 h 378686"/>
                <a:gd name="connsiteX5" fmla="*/ 14754 w 440981"/>
                <a:gd name="connsiteY5" fmla="*/ 124590 h 378686"/>
                <a:gd name="connsiteX6" fmla="*/ 11476 w 440981"/>
                <a:gd name="connsiteY6" fmla="*/ 122950 h 378686"/>
                <a:gd name="connsiteX7" fmla="*/ 8197 w 440981"/>
                <a:gd name="connsiteY7" fmla="*/ 124590 h 378686"/>
                <a:gd name="connsiteX8" fmla="*/ 4918 w 440981"/>
                <a:gd name="connsiteY8" fmla="*/ 121311 h 378686"/>
                <a:gd name="connsiteX9" fmla="*/ 8197 w 440981"/>
                <a:gd name="connsiteY9" fmla="*/ 119672 h 378686"/>
                <a:gd name="connsiteX10" fmla="*/ 11476 w 440981"/>
                <a:gd name="connsiteY10" fmla="*/ 121311 h 378686"/>
                <a:gd name="connsiteX11" fmla="*/ 16393 w 440981"/>
                <a:gd name="connsiteY11" fmla="*/ 119672 h 378686"/>
                <a:gd name="connsiteX12" fmla="*/ 19672 w 440981"/>
                <a:gd name="connsiteY12" fmla="*/ 119672 h 378686"/>
                <a:gd name="connsiteX13" fmla="*/ 16393 w 440981"/>
                <a:gd name="connsiteY13" fmla="*/ 119672 h 378686"/>
                <a:gd name="connsiteX14" fmla="*/ 11476 w 440981"/>
                <a:gd name="connsiteY14" fmla="*/ 118032 h 378686"/>
                <a:gd name="connsiteX15" fmla="*/ 13114 w 440981"/>
                <a:gd name="connsiteY15" fmla="*/ 116393 h 378686"/>
                <a:gd name="connsiteX16" fmla="*/ 13114 w 440981"/>
                <a:gd name="connsiteY16" fmla="*/ 116393 h 378686"/>
                <a:gd name="connsiteX17" fmla="*/ 8197 w 440981"/>
                <a:gd name="connsiteY17" fmla="*/ 116393 h 378686"/>
                <a:gd name="connsiteX18" fmla="*/ 4918 w 440981"/>
                <a:gd name="connsiteY18" fmla="*/ 118032 h 378686"/>
                <a:gd name="connsiteX19" fmla="*/ 1639 w 440981"/>
                <a:gd name="connsiteY19" fmla="*/ 118032 h 378686"/>
                <a:gd name="connsiteX20" fmla="*/ 0 w 440981"/>
                <a:gd name="connsiteY20" fmla="*/ 118032 h 378686"/>
                <a:gd name="connsiteX21" fmla="*/ 0 w 440981"/>
                <a:gd name="connsiteY21" fmla="*/ 114754 h 378686"/>
                <a:gd name="connsiteX22" fmla="*/ 0 w 440981"/>
                <a:gd name="connsiteY22" fmla="*/ 111475 h 378686"/>
                <a:gd name="connsiteX23" fmla="*/ 4918 w 440981"/>
                <a:gd name="connsiteY23" fmla="*/ 108196 h 378686"/>
                <a:gd name="connsiteX24" fmla="*/ 8197 w 440981"/>
                <a:gd name="connsiteY24" fmla="*/ 106557 h 378686"/>
                <a:gd name="connsiteX25" fmla="*/ 11476 w 440981"/>
                <a:gd name="connsiteY25" fmla="*/ 106557 h 378686"/>
                <a:gd name="connsiteX26" fmla="*/ 14754 w 440981"/>
                <a:gd name="connsiteY26" fmla="*/ 103278 h 378686"/>
                <a:gd name="connsiteX27" fmla="*/ 18033 w 440981"/>
                <a:gd name="connsiteY27" fmla="*/ 104917 h 378686"/>
                <a:gd name="connsiteX28" fmla="*/ 22951 w 440981"/>
                <a:gd name="connsiteY28" fmla="*/ 103278 h 378686"/>
                <a:gd name="connsiteX29" fmla="*/ 26229 w 440981"/>
                <a:gd name="connsiteY29" fmla="*/ 101639 h 378686"/>
                <a:gd name="connsiteX30" fmla="*/ 29508 w 440981"/>
                <a:gd name="connsiteY30" fmla="*/ 103278 h 378686"/>
                <a:gd name="connsiteX31" fmla="*/ 34426 w 440981"/>
                <a:gd name="connsiteY31" fmla="*/ 101639 h 378686"/>
                <a:gd name="connsiteX32" fmla="*/ 37705 w 440981"/>
                <a:gd name="connsiteY32" fmla="*/ 103278 h 378686"/>
                <a:gd name="connsiteX33" fmla="*/ 39344 w 440981"/>
                <a:gd name="connsiteY33" fmla="*/ 103278 h 378686"/>
                <a:gd name="connsiteX34" fmla="*/ 42623 w 440981"/>
                <a:gd name="connsiteY34" fmla="*/ 101639 h 378686"/>
                <a:gd name="connsiteX35" fmla="*/ 42623 w 440981"/>
                <a:gd name="connsiteY35" fmla="*/ 98360 h 378686"/>
                <a:gd name="connsiteX36" fmla="*/ 47541 w 440981"/>
                <a:gd name="connsiteY36" fmla="*/ 98360 h 378686"/>
                <a:gd name="connsiteX37" fmla="*/ 50820 w 440981"/>
                <a:gd name="connsiteY37" fmla="*/ 96721 h 378686"/>
                <a:gd name="connsiteX38" fmla="*/ 54098 w 440981"/>
                <a:gd name="connsiteY38" fmla="*/ 95082 h 378686"/>
                <a:gd name="connsiteX39" fmla="*/ 57377 w 440981"/>
                <a:gd name="connsiteY39" fmla="*/ 95082 h 378686"/>
                <a:gd name="connsiteX40" fmla="*/ 57377 w 440981"/>
                <a:gd name="connsiteY40" fmla="*/ 100000 h 378686"/>
                <a:gd name="connsiteX41" fmla="*/ 62295 w 440981"/>
                <a:gd name="connsiteY41" fmla="*/ 100000 h 378686"/>
                <a:gd name="connsiteX42" fmla="*/ 65573 w 440981"/>
                <a:gd name="connsiteY42" fmla="*/ 103278 h 378686"/>
                <a:gd name="connsiteX43" fmla="*/ 67213 w 440981"/>
                <a:gd name="connsiteY43" fmla="*/ 106557 h 378686"/>
                <a:gd name="connsiteX44" fmla="*/ 70491 w 440981"/>
                <a:gd name="connsiteY44" fmla="*/ 111475 h 378686"/>
                <a:gd name="connsiteX45" fmla="*/ 75410 w 440981"/>
                <a:gd name="connsiteY45" fmla="*/ 108196 h 378686"/>
                <a:gd name="connsiteX46" fmla="*/ 78688 w 440981"/>
                <a:gd name="connsiteY46" fmla="*/ 106557 h 378686"/>
                <a:gd name="connsiteX47" fmla="*/ 81967 w 440981"/>
                <a:gd name="connsiteY47" fmla="*/ 104917 h 378686"/>
                <a:gd name="connsiteX48" fmla="*/ 83606 w 440981"/>
                <a:gd name="connsiteY48" fmla="*/ 103278 h 378686"/>
                <a:gd name="connsiteX49" fmla="*/ 86885 w 440981"/>
                <a:gd name="connsiteY49" fmla="*/ 106557 h 378686"/>
                <a:gd name="connsiteX50" fmla="*/ 90164 w 440981"/>
                <a:gd name="connsiteY50" fmla="*/ 106557 h 378686"/>
                <a:gd name="connsiteX51" fmla="*/ 90164 w 440981"/>
                <a:gd name="connsiteY51" fmla="*/ 106557 h 378686"/>
                <a:gd name="connsiteX52" fmla="*/ 93442 w 440981"/>
                <a:gd name="connsiteY52" fmla="*/ 106557 h 378686"/>
                <a:gd name="connsiteX53" fmla="*/ 95081 w 440981"/>
                <a:gd name="connsiteY53" fmla="*/ 108196 h 378686"/>
                <a:gd name="connsiteX54" fmla="*/ 95081 w 440981"/>
                <a:gd name="connsiteY54" fmla="*/ 111475 h 378686"/>
                <a:gd name="connsiteX55" fmla="*/ 96721 w 440981"/>
                <a:gd name="connsiteY55" fmla="*/ 109836 h 378686"/>
                <a:gd name="connsiteX56" fmla="*/ 95081 w 440981"/>
                <a:gd name="connsiteY56" fmla="*/ 109836 h 378686"/>
                <a:gd name="connsiteX57" fmla="*/ 95081 w 440981"/>
                <a:gd name="connsiteY57" fmla="*/ 108196 h 378686"/>
                <a:gd name="connsiteX58" fmla="*/ 95081 w 440981"/>
                <a:gd name="connsiteY58" fmla="*/ 104917 h 378686"/>
                <a:gd name="connsiteX59" fmla="*/ 98360 w 440981"/>
                <a:gd name="connsiteY59" fmla="*/ 103278 h 378686"/>
                <a:gd name="connsiteX60" fmla="*/ 100000 w 440981"/>
                <a:gd name="connsiteY60" fmla="*/ 106557 h 378686"/>
                <a:gd name="connsiteX61" fmla="*/ 104917 w 440981"/>
                <a:gd name="connsiteY61" fmla="*/ 106557 h 378686"/>
                <a:gd name="connsiteX62" fmla="*/ 108196 w 440981"/>
                <a:gd name="connsiteY62" fmla="*/ 106557 h 378686"/>
                <a:gd name="connsiteX63" fmla="*/ 108196 w 440981"/>
                <a:gd name="connsiteY63" fmla="*/ 104917 h 378686"/>
                <a:gd name="connsiteX64" fmla="*/ 111475 w 440981"/>
                <a:gd name="connsiteY64" fmla="*/ 106557 h 378686"/>
                <a:gd name="connsiteX65" fmla="*/ 116393 w 440981"/>
                <a:gd name="connsiteY65" fmla="*/ 104917 h 378686"/>
                <a:gd name="connsiteX66" fmla="*/ 111475 w 440981"/>
                <a:gd name="connsiteY66" fmla="*/ 103278 h 378686"/>
                <a:gd name="connsiteX67" fmla="*/ 109836 w 440981"/>
                <a:gd name="connsiteY67" fmla="*/ 100000 h 378686"/>
                <a:gd name="connsiteX68" fmla="*/ 109836 w 440981"/>
                <a:gd name="connsiteY68" fmla="*/ 98360 h 378686"/>
                <a:gd name="connsiteX69" fmla="*/ 109836 w 440981"/>
                <a:gd name="connsiteY69" fmla="*/ 95082 h 378686"/>
                <a:gd name="connsiteX70" fmla="*/ 109836 w 440981"/>
                <a:gd name="connsiteY70" fmla="*/ 91803 h 378686"/>
                <a:gd name="connsiteX71" fmla="*/ 109836 w 440981"/>
                <a:gd name="connsiteY71" fmla="*/ 88524 h 378686"/>
                <a:gd name="connsiteX72" fmla="*/ 109836 w 440981"/>
                <a:gd name="connsiteY72" fmla="*/ 83606 h 378686"/>
                <a:gd name="connsiteX73" fmla="*/ 111475 w 440981"/>
                <a:gd name="connsiteY73" fmla="*/ 80327 h 378686"/>
                <a:gd name="connsiteX74" fmla="*/ 106557 w 440981"/>
                <a:gd name="connsiteY74" fmla="*/ 77049 h 378686"/>
                <a:gd name="connsiteX75" fmla="*/ 103278 w 440981"/>
                <a:gd name="connsiteY75" fmla="*/ 73770 h 378686"/>
                <a:gd name="connsiteX76" fmla="*/ 103278 w 440981"/>
                <a:gd name="connsiteY76" fmla="*/ 70492 h 378686"/>
                <a:gd name="connsiteX77" fmla="*/ 101639 w 440981"/>
                <a:gd name="connsiteY77" fmla="*/ 67213 h 378686"/>
                <a:gd name="connsiteX78" fmla="*/ 101639 w 440981"/>
                <a:gd name="connsiteY78" fmla="*/ 62295 h 378686"/>
                <a:gd name="connsiteX79" fmla="*/ 100000 w 440981"/>
                <a:gd name="connsiteY79" fmla="*/ 59016 h 378686"/>
                <a:gd name="connsiteX80" fmla="*/ 103278 w 440981"/>
                <a:gd name="connsiteY80" fmla="*/ 59016 h 378686"/>
                <a:gd name="connsiteX81" fmla="*/ 106557 w 440981"/>
                <a:gd name="connsiteY81" fmla="*/ 60655 h 378686"/>
                <a:gd name="connsiteX82" fmla="*/ 109836 w 440981"/>
                <a:gd name="connsiteY82" fmla="*/ 62295 h 378686"/>
                <a:gd name="connsiteX83" fmla="*/ 113114 w 440981"/>
                <a:gd name="connsiteY83" fmla="*/ 62295 h 378686"/>
                <a:gd name="connsiteX84" fmla="*/ 118032 w 440981"/>
                <a:gd name="connsiteY84" fmla="*/ 60655 h 378686"/>
                <a:gd name="connsiteX85" fmla="*/ 121311 w 440981"/>
                <a:gd name="connsiteY85" fmla="*/ 60655 h 378686"/>
                <a:gd name="connsiteX86" fmla="*/ 122950 w 440981"/>
                <a:gd name="connsiteY86" fmla="*/ 63934 h 378686"/>
                <a:gd name="connsiteX87" fmla="*/ 121311 w 440981"/>
                <a:gd name="connsiteY87" fmla="*/ 67213 h 378686"/>
                <a:gd name="connsiteX88" fmla="*/ 124590 w 440981"/>
                <a:gd name="connsiteY88" fmla="*/ 70492 h 378686"/>
                <a:gd name="connsiteX89" fmla="*/ 124590 w 440981"/>
                <a:gd name="connsiteY89" fmla="*/ 75410 h 378686"/>
                <a:gd name="connsiteX90" fmla="*/ 126229 w 440981"/>
                <a:gd name="connsiteY90" fmla="*/ 75410 h 378686"/>
                <a:gd name="connsiteX91" fmla="*/ 129508 w 440981"/>
                <a:gd name="connsiteY91" fmla="*/ 73770 h 378686"/>
                <a:gd name="connsiteX92" fmla="*/ 132786 w 440981"/>
                <a:gd name="connsiteY92" fmla="*/ 73770 h 378686"/>
                <a:gd name="connsiteX93" fmla="*/ 137704 w 440981"/>
                <a:gd name="connsiteY93" fmla="*/ 75410 h 378686"/>
                <a:gd name="connsiteX94" fmla="*/ 140983 w 440981"/>
                <a:gd name="connsiteY94" fmla="*/ 75410 h 378686"/>
                <a:gd name="connsiteX95" fmla="*/ 144261 w 440981"/>
                <a:gd name="connsiteY95" fmla="*/ 75410 h 378686"/>
                <a:gd name="connsiteX96" fmla="*/ 147540 w 440981"/>
                <a:gd name="connsiteY96" fmla="*/ 75410 h 378686"/>
                <a:gd name="connsiteX97" fmla="*/ 152458 w 440981"/>
                <a:gd name="connsiteY97" fmla="*/ 75410 h 378686"/>
                <a:gd name="connsiteX98" fmla="*/ 155737 w 440981"/>
                <a:gd name="connsiteY98" fmla="*/ 77049 h 378686"/>
                <a:gd name="connsiteX99" fmla="*/ 159016 w 440981"/>
                <a:gd name="connsiteY99" fmla="*/ 77049 h 378686"/>
                <a:gd name="connsiteX100" fmla="*/ 162294 w 440981"/>
                <a:gd name="connsiteY100" fmla="*/ 77049 h 378686"/>
                <a:gd name="connsiteX101" fmla="*/ 163934 w 440981"/>
                <a:gd name="connsiteY101" fmla="*/ 75410 h 378686"/>
                <a:gd name="connsiteX102" fmla="*/ 167213 w 440981"/>
                <a:gd name="connsiteY102" fmla="*/ 73770 h 378686"/>
                <a:gd name="connsiteX103" fmla="*/ 170491 w 440981"/>
                <a:gd name="connsiteY103" fmla="*/ 72131 h 378686"/>
                <a:gd name="connsiteX104" fmla="*/ 173770 w 440981"/>
                <a:gd name="connsiteY104" fmla="*/ 72131 h 378686"/>
                <a:gd name="connsiteX105" fmla="*/ 177048 w 440981"/>
                <a:gd name="connsiteY105" fmla="*/ 70492 h 378686"/>
                <a:gd name="connsiteX106" fmla="*/ 180327 w 440981"/>
                <a:gd name="connsiteY106" fmla="*/ 70492 h 378686"/>
                <a:gd name="connsiteX107" fmla="*/ 180327 w 440981"/>
                <a:gd name="connsiteY107" fmla="*/ 68852 h 378686"/>
                <a:gd name="connsiteX108" fmla="*/ 178688 w 440981"/>
                <a:gd name="connsiteY108" fmla="*/ 68852 h 378686"/>
                <a:gd name="connsiteX109" fmla="*/ 175409 w 440981"/>
                <a:gd name="connsiteY109" fmla="*/ 70492 h 378686"/>
                <a:gd name="connsiteX110" fmla="*/ 172130 w 440981"/>
                <a:gd name="connsiteY110" fmla="*/ 70492 h 378686"/>
                <a:gd name="connsiteX111" fmla="*/ 168851 w 440981"/>
                <a:gd name="connsiteY111" fmla="*/ 68852 h 378686"/>
                <a:gd name="connsiteX112" fmla="*/ 167213 w 440981"/>
                <a:gd name="connsiteY112" fmla="*/ 65573 h 378686"/>
                <a:gd name="connsiteX113" fmla="*/ 170491 w 440981"/>
                <a:gd name="connsiteY113" fmla="*/ 62295 h 378686"/>
                <a:gd name="connsiteX114" fmla="*/ 173770 w 440981"/>
                <a:gd name="connsiteY114" fmla="*/ 59016 h 378686"/>
                <a:gd name="connsiteX115" fmla="*/ 177048 w 440981"/>
                <a:gd name="connsiteY115" fmla="*/ 57377 h 378686"/>
                <a:gd name="connsiteX116" fmla="*/ 180327 w 440981"/>
                <a:gd name="connsiteY116" fmla="*/ 55737 h 378686"/>
                <a:gd name="connsiteX117" fmla="*/ 185245 w 440981"/>
                <a:gd name="connsiteY117" fmla="*/ 54098 h 378686"/>
                <a:gd name="connsiteX118" fmla="*/ 188524 w 440981"/>
                <a:gd name="connsiteY118" fmla="*/ 52459 h 378686"/>
                <a:gd name="connsiteX119" fmla="*/ 191803 w 440981"/>
                <a:gd name="connsiteY119" fmla="*/ 52459 h 378686"/>
                <a:gd name="connsiteX120" fmla="*/ 195081 w 440981"/>
                <a:gd name="connsiteY120" fmla="*/ 50820 h 378686"/>
                <a:gd name="connsiteX121" fmla="*/ 199999 w 440981"/>
                <a:gd name="connsiteY121" fmla="*/ 50820 h 378686"/>
                <a:gd name="connsiteX122" fmla="*/ 203278 w 440981"/>
                <a:gd name="connsiteY122" fmla="*/ 49180 h 378686"/>
                <a:gd name="connsiteX123" fmla="*/ 206557 w 440981"/>
                <a:gd name="connsiteY123" fmla="*/ 47541 h 378686"/>
                <a:gd name="connsiteX124" fmla="*/ 208196 w 440981"/>
                <a:gd name="connsiteY124" fmla="*/ 47541 h 378686"/>
                <a:gd name="connsiteX125" fmla="*/ 211474 w 440981"/>
                <a:gd name="connsiteY125" fmla="*/ 44262 h 378686"/>
                <a:gd name="connsiteX126" fmla="*/ 214753 w 440981"/>
                <a:gd name="connsiteY126" fmla="*/ 40983 h 378686"/>
                <a:gd name="connsiteX127" fmla="*/ 218032 w 440981"/>
                <a:gd name="connsiteY127" fmla="*/ 37705 h 378686"/>
                <a:gd name="connsiteX128" fmla="*/ 221310 w 440981"/>
                <a:gd name="connsiteY128" fmla="*/ 39344 h 378686"/>
                <a:gd name="connsiteX129" fmla="*/ 218032 w 440981"/>
                <a:gd name="connsiteY129" fmla="*/ 36065 h 378686"/>
                <a:gd name="connsiteX130" fmla="*/ 218032 w 440981"/>
                <a:gd name="connsiteY130" fmla="*/ 31147 h 378686"/>
                <a:gd name="connsiteX131" fmla="*/ 219671 w 440981"/>
                <a:gd name="connsiteY131" fmla="*/ 31147 h 378686"/>
                <a:gd name="connsiteX132" fmla="*/ 219671 w 440981"/>
                <a:gd name="connsiteY132" fmla="*/ 27869 h 378686"/>
                <a:gd name="connsiteX133" fmla="*/ 219671 w 440981"/>
                <a:gd name="connsiteY133" fmla="*/ 24590 h 378686"/>
                <a:gd name="connsiteX134" fmla="*/ 219671 w 440981"/>
                <a:gd name="connsiteY134" fmla="*/ 19672 h 378686"/>
                <a:gd name="connsiteX135" fmla="*/ 219671 w 440981"/>
                <a:gd name="connsiteY135" fmla="*/ 16393 h 378686"/>
                <a:gd name="connsiteX136" fmla="*/ 221310 w 440981"/>
                <a:gd name="connsiteY136" fmla="*/ 13115 h 378686"/>
                <a:gd name="connsiteX137" fmla="*/ 222950 w 440981"/>
                <a:gd name="connsiteY137" fmla="*/ 8197 h 378686"/>
                <a:gd name="connsiteX138" fmla="*/ 227868 w 440981"/>
                <a:gd name="connsiteY138" fmla="*/ 6557 h 378686"/>
                <a:gd name="connsiteX139" fmla="*/ 229507 w 440981"/>
                <a:gd name="connsiteY139" fmla="*/ 4918 h 378686"/>
                <a:gd name="connsiteX140" fmla="*/ 232786 w 440981"/>
                <a:gd name="connsiteY140" fmla="*/ 4918 h 378686"/>
                <a:gd name="connsiteX141" fmla="*/ 237704 w 440981"/>
                <a:gd name="connsiteY141" fmla="*/ 4918 h 378686"/>
                <a:gd name="connsiteX142" fmla="*/ 240983 w 440981"/>
                <a:gd name="connsiteY142" fmla="*/ 3279 h 378686"/>
                <a:gd name="connsiteX143" fmla="*/ 244261 w 440981"/>
                <a:gd name="connsiteY143" fmla="*/ 1639 h 378686"/>
                <a:gd name="connsiteX144" fmla="*/ 247540 w 440981"/>
                <a:gd name="connsiteY144" fmla="*/ 1639 h 378686"/>
                <a:gd name="connsiteX145" fmla="*/ 250818 w 440981"/>
                <a:gd name="connsiteY145" fmla="*/ 1639 h 378686"/>
                <a:gd name="connsiteX146" fmla="*/ 252458 w 440981"/>
                <a:gd name="connsiteY146" fmla="*/ 0 h 378686"/>
                <a:gd name="connsiteX147" fmla="*/ 252458 w 440981"/>
                <a:gd name="connsiteY147" fmla="*/ 1639 h 378686"/>
                <a:gd name="connsiteX148" fmla="*/ 254097 w 440981"/>
                <a:gd name="connsiteY148" fmla="*/ 6557 h 378686"/>
                <a:gd name="connsiteX149" fmla="*/ 254097 w 440981"/>
                <a:gd name="connsiteY149" fmla="*/ 8197 h 378686"/>
                <a:gd name="connsiteX150" fmla="*/ 254097 w 440981"/>
                <a:gd name="connsiteY150" fmla="*/ 11475 h 378686"/>
                <a:gd name="connsiteX151" fmla="*/ 259015 w 440981"/>
                <a:gd name="connsiteY151" fmla="*/ 14754 h 378686"/>
                <a:gd name="connsiteX152" fmla="*/ 262294 w 440981"/>
                <a:gd name="connsiteY152" fmla="*/ 16393 h 378686"/>
                <a:gd name="connsiteX153" fmla="*/ 262294 w 440981"/>
                <a:gd name="connsiteY153" fmla="*/ 16393 h 378686"/>
                <a:gd name="connsiteX154" fmla="*/ 263933 w 440981"/>
                <a:gd name="connsiteY154" fmla="*/ 18033 h 378686"/>
                <a:gd name="connsiteX155" fmla="*/ 267212 w 440981"/>
                <a:gd name="connsiteY155" fmla="*/ 14754 h 378686"/>
                <a:gd name="connsiteX156" fmla="*/ 268851 w 440981"/>
                <a:gd name="connsiteY156" fmla="*/ 14754 h 378686"/>
                <a:gd name="connsiteX157" fmla="*/ 270491 w 440981"/>
                <a:gd name="connsiteY157" fmla="*/ 14754 h 378686"/>
                <a:gd name="connsiteX158" fmla="*/ 270491 w 440981"/>
                <a:gd name="connsiteY158" fmla="*/ 13115 h 378686"/>
                <a:gd name="connsiteX159" fmla="*/ 272130 w 440981"/>
                <a:gd name="connsiteY159" fmla="*/ 13115 h 378686"/>
                <a:gd name="connsiteX160" fmla="*/ 273769 w 440981"/>
                <a:gd name="connsiteY160" fmla="*/ 14754 h 378686"/>
                <a:gd name="connsiteX161" fmla="*/ 273769 w 440981"/>
                <a:gd name="connsiteY161" fmla="*/ 14754 h 378686"/>
                <a:gd name="connsiteX162" fmla="*/ 273769 w 440981"/>
                <a:gd name="connsiteY162" fmla="*/ 16393 h 378686"/>
                <a:gd name="connsiteX163" fmla="*/ 275408 w 440981"/>
                <a:gd name="connsiteY163" fmla="*/ 16393 h 378686"/>
                <a:gd name="connsiteX164" fmla="*/ 275408 w 440981"/>
                <a:gd name="connsiteY164" fmla="*/ 21311 h 378686"/>
                <a:gd name="connsiteX165" fmla="*/ 275408 w 440981"/>
                <a:gd name="connsiteY165" fmla="*/ 21311 h 378686"/>
                <a:gd name="connsiteX166" fmla="*/ 277048 w 440981"/>
                <a:gd name="connsiteY166" fmla="*/ 24590 h 378686"/>
                <a:gd name="connsiteX167" fmla="*/ 281966 w 440981"/>
                <a:gd name="connsiteY167" fmla="*/ 24590 h 378686"/>
                <a:gd name="connsiteX168" fmla="*/ 285245 w 440981"/>
                <a:gd name="connsiteY168" fmla="*/ 26229 h 378686"/>
                <a:gd name="connsiteX169" fmla="*/ 285245 w 440981"/>
                <a:gd name="connsiteY169" fmla="*/ 26229 h 378686"/>
                <a:gd name="connsiteX170" fmla="*/ 286884 w 440981"/>
                <a:gd name="connsiteY170" fmla="*/ 26229 h 378686"/>
                <a:gd name="connsiteX171" fmla="*/ 288523 w 440981"/>
                <a:gd name="connsiteY171" fmla="*/ 27869 h 378686"/>
                <a:gd name="connsiteX172" fmla="*/ 288523 w 440981"/>
                <a:gd name="connsiteY172" fmla="*/ 29508 h 378686"/>
                <a:gd name="connsiteX173" fmla="*/ 288523 w 440981"/>
                <a:gd name="connsiteY173" fmla="*/ 29508 h 378686"/>
                <a:gd name="connsiteX174" fmla="*/ 288523 w 440981"/>
                <a:gd name="connsiteY174" fmla="*/ 32787 h 378686"/>
                <a:gd name="connsiteX175" fmla="*/ 293441 w 440981"/>
                <a:gd name="connsiteY175" fmla="*/ 32787 h 378686"/>
                <a:gd name="connsiteX176" fmla="*/ 296720 w 440981"/>
                <a:gd name="connsiteY176" fmla="*/ 32787 h 378686"/>
                <a:gd name="connsiteX177" fmla="*/ 296720 w 440981"/>
                <a:gd name="connsiteY177" fmla="*/ 32787 h 378686"/>
                <a:gd name="connsiteX178" fmla="*/ 298360 w 440981"/>
                <a:gd name="connsiteY178" fmla="*/ 32787 h 378686"/>
                <a:gd name="connsiteX179" fmla="*/ 301638 w 440981"/>
                <a:gd name="connsiteY179" fmla="*/ 32787 h 378686"/>
                <a:gd name="connsiteX180" fmla="*/ 303277 w 440981"/>
                <a:gd name="connsiteY180" fmla="*/ 34426 h 378686"/>
                <a:gd name="connsiteX181" fmla="*/ 304917 w 440981"/>
                <a:gd name="connsiteY181" fmla="*/ 37705 h 378686"/>
                <a:gd name="connsiteX182" fmla="*/ 306556 w 440981"/>
                <a:gd name="connsiteY182" fmla="*/ 42623 h 378686"/>
                <a:gd name="connsiteX183" fmla="*/ 304917 w 440981"/>
                <a:gd name="connsiteY183" fmla="*/ 45901 h 378686"/>
                <a:gd name="connsiteX184" fmla="*/ 304917 w 440981"/>
                <a:gd name="connsiteY184" fmla="*/ 47541 h 378686"/>
                <a:gd name="connsiteX185" fmla="*/ 304917 w 440981"/>
                <a:gd name="connsiteY185" fmla="*/ 47541 h 378686"/>
                <a:gd name="connsiteX186" fmla="*/ 304917 w 440981"/>
                <a:gd name="connsiteY186" fmla="*/ 47541 h 378686"/>
                <a:gd name="connsiteX187" fmla="*/ 304917 w 440981"/>
                <a:gd name="connsiteY187" fmla="*/ 49180 h 378686"/>
                <a:gd name="connsiteX188" fmla="*/ 306556 w 440981"/>
                <a:gd name="connsiteY188" fmla="*/ 49180 h 378686"/>
                <a:gd name="connsiteX189" fmla="*/ 309835 w 440981"/>
                <a:gd name="connsiteY189" fmla="*/ 49180 h 378686"/>
                <a:gd name="connsiteX190" fmla="*/ 313113 w 440981"/>
                <a:gd name="connsiteY190" fmla="*/ 49180 h 378686"/>
                <a:gd name="connsiteX191" fmla="*/ 316392 w 440981"/>
                <a:gd name="connsiteY191" fmla="*/ 49180 h 378686"/>
                <a:gd name="connsiteX192" fmla="*/ 321310 w 440981"/>
                <a:gd name="connsiteY192" fmla="*/ 47541 h 378686"/>
                <a:gd name="connsiteX193" fmla="*/ 321310 w 440981"/>
                <a:gd name="connsiteY193" fmla="*/ 47541 h 378686"/>
                <a:gd name="connsiteX194" fmla="*/ 322950 w 440981"/>
                <a:gd name="connsiteY194" fmla="*/ 42623 h 378686"/>
                <a:gd name="connsiteX195" fmla="*/ 326228 w 440981"/>
                <a:gd name="connsiteY195" fmla="*/ 40983 h 378686"/>
                <a:gd name="connsiteX196" fmla="*/ 326228 w 440981"/>
                <a:gd name="connsiteY196" fmla="*/ 39344 h 378686"/>
                <a:gd name="connsiteX197" fmla="*/ 327867 w 440981"/>
                <a:gd name="connsiteY197" fmla="*/ 39344 h 378686"/>
                <a:gd name="connsiteX198" fmla="*/ 327867 w 440981"/>
                <a:gd name="connsiteY198" fmla="*/ 40983 h 378686"/>
                <a:gd name="connsiteX199" fmla="*/ 327867 w 440981"/>
                <a:gd name="connsiteY199" fmla="*/ 44262 h 378686"/>
                <a:gd name="connsiteX200" fmla="*/ 326228 w 440981"/>
                <a:gd name="connsiteY200" fmla="*/ 47541 h 378686"/>
                <a:gd name="connsiteX201" fmla="*/ 329507 w 440981"/>
                <a:gd name="connsiteY201" fmla="*/ 50820 h 378686"/>
                <a:gd name="connsiteX202" fmla="*/ 327867 w 440981"/>
                <a:gd name="connsiteY202" fmla="*/ 54098 h 378686"/>
                <a:gd name="connsiteX203" fmla="*/ 331146 w 440981"/>
                <a:gd name="connsiteY203" fmla="*/ 55737 h 378686"/>
                <a:gd name="connsiteX204" fmla="*/ 332785 w 440981"/>
                <a:gd name="connsiteY204" fmla="*/ 55737 h 378686"/>
                <a:gd name="connsiteX205" fmla="*/ 334425 w 440981"/>
                <a:gd name="connsiteY205" fmla="*/ 57377 h 378686"/>
                <a:gd name="connsiteX206" fmla="*/ 337703 w 440981"/>
                <a:gd name="connsiteY206" fmla="*/ 59016 h 378686"/>
                <a:gd name="connsiteX207" fmla="*/ 340982 w 440981"/>
                <a:gd name="connsiteY207" fmla="*/ 60655 h 378686"/>
                <a:gd name="connsiteX208" fmla="*/ 345900 w 440981"/>
                <a:gd name="connsiteY208" fmla="*/ 63934 h 378686"/>
                <a:gd name="connsiteX209" fmla="*/ 345900 w 440981"/>
                <a:gd name="connsiteY209" fmla="*/ 63934 h 378686"/>
                <a:gd name="connsiteX210" fmla="*/ 347540 w 440981"/>
                <a:gd name="connsiteY210" fmla="*/ 67213 h 378686"/>
                <a:gd name="connsiteX211" fmla="*/ 349179 w 440981"/>
                <a:gd name="connsiteY211" fmla="*/ 68852 h 378686"/>
                <a:gd name="connsiteX212" fmla="*/ 352457 w 440981"/>
                <a:gd name="connsiteY212" fmla="*/ 67213 h 378686"/>
                <a:gd name="connsiteX213" fmla="*/ 355736 w 440981"/>
                <a:gd name="connsiteY213" fmla="*/ 67213 h 378686"/>
                <a:gd name="connsiteX214" fmla="*/ 355736 w 440981"/>
                <a:gd name="connsiteY214" fmla="*/ 67213 h 378686"/>
                <a:gd name="connsiteX215" fmla="*/ 359015 w 440981"/>
                <a:gd name="connsiteY215" fmla="*/ 67213 h 378686"/>
                <a:gd name="connsiteX216" fmla="*/ 359015 w 440981"/>
                <a:gd name="connsiteY216" fmla="*/ 67213 h 378686"/>
                <a:gd name="connsiteX217" fmla="*/ 359015 w 440981"/>
                <a:gd name="connsiteY217" fmla="*/ 67213 h 378686"/>
                <a:gd name="connsiteX218" fmla="*/ 360654 w 440981"/>
                <a:gd name="connsiteY218" fmla="*/ 67213 h 378686"/>
                <a:gd name="connsiteX219" fmla="*/ 360654 w 440981"/>
                <a:gd name="connsiteY219" fmla="*/ 67213 h 378686"/>
                <a:gd name="connsiteX220" fmla="*/ 363933 w 440981"/>
                <a:gd name="connsiteY220" fmla="*/ 68852 h 378686"/>
                <a:gd name="connsiteX221" fmla="*/ 365572 w 440981"/>
                <a:gd name="connsiteY221" fmla="*/ 70492 h 378686"/>
                <a:gd name="connsiteX222" fmla="*/ 368851 w 440981"/>
                <a:gd name="connsiteY222" fmla="*/ 70492 h 378686"/>
                <a:gd name="connsiteX223" fmla="*/ 370490 w 440981"/>
                <a:gd name="connsiteY223" fmla="*/ 70492 h 378686"/>
                <a:gd name="connsiteX224" fmla="*/ 372130 w 440981"/>
                <a:gd name="connsiteY224" fmla="*/ 68852 h 378686"/>
                <a:gd name="connsiteX225" fmla="*/ 373769 w 440981"/>
                <a:gd name="connsiteY225" fmla="*/ 68852 h 378686"/>
                <a:gd name="connsiteX226" fmla="*/ 378687 w 440981"/>
                <a:gd name="connsiteY226" fmla="*/ 70492 h 378686"/>
                <a:gd name="connsiteX227" fmla="*/ 378687 w 440981"/>
                <a:gd name="connsiteY227" fmla="*/ 70492 h 378686"/>
                <a:gd name="connsiteX228" fmla="*/ 378687 w 440981"/>
                <a:gd name="connsiteY228" fmla="*/ 70492 h 378686"/>
                <a:gd name="connsiteX229" fmla="*/ 381965 w 440981"/>
                <a:gd name="connsiteY229" fmla="*/ 70492 h 378686"/>
                <a:gd name="connsiteX230" fmla="*/ 385244 w 440981"/>
                <a:gd name="connsiteY230" fmla="*/ 75410 h 378686"/>
                <a:gd name="connsiteX231" fmla="*/ 388523 w 440981"/>
                <a:gd name="connsiteY231" fmla="*/ 78688 h 378686"/>
                <a:gd name="connsiteX232" fmla="*/ 390162 w 440981"/>
                <a:gd name="connsiteY232" fmla="*/ 80327 h 378686"/>
                <a:gd name="connsiteX233" fmla="*/ 393441 w 440981"/>
                <a:gd name="connsiteY233" fmla="*/ 83606 h 378686"/>
                <a:gd name="connsiteX234" fmla="*/ 396720 w 440981"/>
                <a:gd name="connsiteY234" fmla="*/ 80327 h 378686"/>
                <a:gd name="connsiteX235" fmla="*/ 396720 w 440981"/>
                <a:gd name="connsiteY235" fmla="*/ 80327 h 378686"/>
                <a:gd name="connsiteX236" fmla="*/ 398359 w 440981"/>
                <a:gd name="connsiteY236" fmla="*/ 81967 h 378686"/>
                <a:gd name="connsiteX237" fmla="*/ 399998 w 440981"/>
                <a:gd name="connsiteY237" fmla="*/ 81967 h 378686"/>
                <a:gd name="connsiteX238" fmla="*/ 401638 w 440981"/>
                <a:gd name="connsiteY238" fmla="*/ 85245 h 378686"/>
                <a:gd name="connsiteX239" fmla="*/ 404916 w 440981"/>
                <a:gd name="connsiteY239" fmla="*/ 85245 h 378686"/>
                <a:gd name="connsiteX240" fmla="*/ 408195 w 440981"/>
                <a:gd name="connsiteY240" fmla="*/ 85245 h 378686"/>
                <a:gd name="connsiteX241" fmla="*/ 411474 w 440981"/>
                <a:gd name="connsiteY241" fmla="*/ 81967 h 378686"/>
                <a:gd name="connsiteX242" fmla="*/ 414752 w 440981"/>
                <a:gd name="connsiteY242" fmla="*/ 83606 h 378686"/>
                <a:gd name="connsiteX243" fmla="*/ 416391 w 440981"/>
                <a:gd name="connsiteY243" fmla="*/ 83606 h 378686"/>
                <a:gd name="connsiteX244" fmla="*/ 419670 w 440981"/>
                <a:gd name="connsiteY244" fmla="*/ 86885 h 378686"/>
                <a:gd name="connsiteX245" fmla="*/ 421310 w 440981"/>
                <a:gd name="connsiteY245" fmla="*/ 88524 h 378686"/>
                <a:gd name="connsiteX246" fmla="*/ 424588 w 440981"/>
                <a:gd name="connsiteY246" fmla="*/ 88524 h 378686"/>
                <a:gd name="connsiteX247" fmla="*/ 427867 w 440981"/>
                <a:gd name="connsiteY247" fmla="*/ 88524 h 378686"/>
                <a:gd name="connsiteX248" fmla="*/ 431145 w 440981"/>
                <a:gd name="connsiteY248" fmla="*/ 88524 h 378686"/>
                <a:gd name="connsiteX249" fmla="*/ 432785 w 440981"/>
                <a:gd name="connsiteY249" fmla="*/ 88524 h 378686"/>
                <a:gd name="connsiteX250" fmla="*/ 436064 w 440981"/>
                <a:gd name="connsiteY250" fmla="*/ 90164 h 378686"/>
                <a:gd name="connsiteX251" fmla="*/ 439342 w 440981"/>
                <a:gd name="connsiteY251" fmla="*/ 91803 h 378686"/>
                <a:gd name="connsiteX252" fmla="*/ 439342 w 440981"/>
                <a:gd name="connsiteY252" fmla="*/ 91803 h 378686"/>
                <a:gd name="connsiteX253" fmla="*/ 440981 w 440981"/>
                <a:gd name="connsiteY253" fmla="*/ 91803 h 378686"/>
                <a:gd name="connsiteX254" fmla="*/ 439342 w 440981"/>
                <a:gd name="connsiteY254" fmla="*/ 93442 h 378686"/>
                <a:gd name="connsiteX255" fmla="*/ 436064 w 440981"/>
                <a:gd name="connsiteY255" fmla="*/ 96721 h 378686"/>
                <a:gd name="connsiteX256" fmla="*/ 432785 w 440981"/>
                <a:gd name="connsiteY256" fmla="*/ 100000 h 378686"/>
                <a:gd name="connsiteX257" fmla="*/ 429506 w 440981"/>
                <a:gd name="connsiteY257" fmla="*/ 103278 h 378686"/>
                <a:gd name="connsiteX258" fmla="*/ 426228 w 440981"/>
                <a:gd name="connsiteY258" fmla="*/ 106557 h 378686"/>
                <a:gd name="connsiteX259" fmla="*/ 426228 w 440981"/>
                <a:gd name="connsiteY259" fmla="*/ 108196 h 378686"/>
                <a:gd name="connsiteX260" fmla="*/ 426228 w 440981"/>
                <a:gd name="connsiteY260" fmla="*/ 108196 h 378686"/>
                <a:gd name="connsiteX261" fmla="*/ 424588 w 440981"/>
                <a:gd name="connsiteY261" fmla="*/ 111475 h 378686"/>
                <a:gd name="connsiteX262" fmla="*/ 424588 w 440981"/>
                <a:gd name="connsiteY262" fmla="*/ 114754 h 378686"/>
                <a:gd name="connsiteX263" fmla="*/ 424588 w 440981"/>
                <a:gd name="connsiteY263" fmla="*/ 118032 h 378686"/>
                <a:gd name="connsiteX264" fmla="*/ 422949 w 440981"/>
                <a:gd name="connsiteY264" fmla="*/ 119672 h 378686"/>
                <a:gd name="connsiteX265" fmla="*/ 421310 w 440981"/>
                <a:gd name="connsiteY265" fmla="*/ 122950 h 378686"/>
                <a:gd name="connsiteX266" fmla="*/ 419670 w 440981"/>
                <a:gd name="connsiteY266" fmla="*/ 126229 h 378686"/>
                <a:gd name="connsiteX267" fmla="*/ 418031 w 440981"/>
                <a:gd name="connsiteY267" fmla="*/ 127868 h 378686"/>
                <a:gd name="connsiteX268" fmla="*/ 418031 w 440981"/>
                <a:gd name="connsiteY268" fmla="*/ 131147 h 378686"/>
                <a:gd name="connsiteX269" fmla="*/ 418031 w 440981"/>
                <a:gd name="connsiteY269" fmla="*/ 131147 h 378686"/>
                <a:gd name="connsiteX270" fmla="*/ 419670 w 440981"/>
                <a:gd name="connsiteY270" fmla="*/ 132786 h 378686"/>
                <a:gd name="connsiteX271" fmla="*/ 419670 w 440981"/>
                <a:gd name="connsiteY271" fmla="*/ 132786 h 378686"/>
                <a:gd name="connsiteX272" fmla="*/ 418031 w 440981"/>
                <a:gd name="connsiteY272" fmla="*/ 137704 h 378686"/>
                <a:gd name="connsiteX273" fmla="*/ 416391 w 440981"/>
                <a:gd name="connsiteY273" fmla="*/ 140983 h 378686"/>
                <a:gd name="connsiteX274" fmla="*/ 416391 w 440981"/>
                <a:gd name="connsiteY274" fmla="*/ 142622 h 378686"/>
                <a:gd name="connsiteX275" fmla="*/ 416391 w 440981"/>
                <a:gd name="connsiteY275" fmla="*/ 145901 h 378686"/>
                <a:gd name="connsiteX276" fmla="*/ 418031 w 440981"/>
                <a:gd name="connsiteY276" fmla="*/ 149180 h 378686"/>
                <a:gd name="connsiteX277" fmla="*/ 418031 w 440981"/>
                <a:gd name="connsiteY277" fmla="*/ 150819 h 378686"/>
                <a:gd name="connsiteX278" fmla="*/ 418031 w 440981"/>
                <a:gd name="connsiteY278" fmla="*/ 150819 h 378686"/>
                <a:gd name="connsiteX279" fmla="*/ 418031 w 440981"/>
                <a:gd name="connsiteY279" fmla="*/ 150819 h 378686"/>
                <a:gd name="connsiteX280" fmla="*/ 416391 w 440981"/>
                <a:gd name="connsiteY280" fmla="*/ 150819 h 378686"/>
                <a:gd name="connsiteX281" fmla="*/ 414752 w 440981"/>
                <a:gd name="connsiteY281" fmla="*/ 154098 h 378686"/>
                <a:gd name="connsiteX282" fmla="*/ 413113 w 440981"/>
                <a:gd name="connsiteY282" fmla="*/ 155737 h 378686"/>
                <a:gd name="connsiteX283" fmla="*/ 413113 w 440981"/>
                <a:gd name="connsiteY283" fmla="*/ 155737 h 378686"/>
                <a:gd name="connsiteX284" fmla="*/ 411474 w 440981"/>
                <a:gd name="connsiteY284" fmla="*/ 157376 h 378686"/>
                <a:gd name="connsiteX285" fmla="*/ 409834 w 440981"/>
                <a:gd name="connsiteY285" fmla="*/ 157376 h 378686"/>
                <a:gd name="connsiteX286" fmla="*/ 406555 w 440981"/>
                <a:gd name="connsiteY286" fmla="*/ 157376 h 378686"/>
                <a:gd name="connsiteX287" fmla="*/ 403277 w 440981"/>
                <a:gd name="connsiteY287" fmla="*/ 154098 h 378686"/>
                <a:gd name="connsiteX288" fmla="*/ 403277 w 440981"/>
                <a:gd name="connsiteY288" fmla="*/ 154098 h 378686"/>
                <a:gd name="connsiteX289" fmla="*/ 401638 w 440981"/>
                <a:gd name="connsiteY289" fmla="*/ 154098 h 378686"/>
                <a:gd name="connsiteX290" fmla="*/ 399998 w 440981"/>
                <a:gd name="connsiteY290" fmla="*/ 154098 h 378686"/>
                <a:gd name="connsiteX291" fmla="*/ 398359 w 440981"/>
                <a:gd name="connsiteY291" fmla="*/ 154098 h 378686"/>
                <a:gd name="connsiteX292" fmla="*/ 398359 w 440981"/>
                <a:gd name="connsiteY292" fmla="*/ 154098 h 378686"/>
                <a:gd name="connsiteX293" fmla="*/ 398359 w 440981"/>
                <a:gd name="connsiteY293" fmla="*/ 154098 h 378686"/>
                <a:gd name="connsiteX294" fmla="*/ 398359 w 440981"/>
                <a:gd name="connsiteY294" fmla="*/ 154098 h 378686"/>
                <a:gd name="connsiteX295" fmla="*/ 398359 w 440981"/>
                <a:gd name="connsiteY295" fmla="*/ 157376 h 378686"/>
                <a:gd name="connsiteX296" fmla="*/ 396720 w 440981"/>
                <a:gd name="connsiteY296" fmla="*/ 160655 h 378686"/>
                <a:gd name="connsiteX297" fmla="*/ 399998 w 440981"/>
                <a:gd name="connsiteY297" fmla="*/ 160655 h 378686"/>
                <a:gd name="connsiteX298" fmla="*/ 399998 w 440981"/>
                <a:gd name="connsiteY298" fmla="*/ 160655 h 378686"/>
                <a:gd name="connsiteX299" fmla="*/ 398359 w 440981"/>
                <a:gd name="connsiteY299" fmla="*/ 162294 h 378686"/>
                <a:gd name="connsiteX300" fmla="*/ 396720 w 440981"/>
                <a:gd name="connsiteY300" fmla="*/ 165573 h 378686"/>
                <a:gd name="connsiteX301" fmla="*/ 393441 w 440981"/>
                <a:gd name="connsiteY301" fmla="*/ 168852 h 378686"/>
                <a:gd name="connsiteX302" fmla="*/ 391801 w 440981"/>
                <a:gd name="connsiteY302" fmla="*/ 170491 h 378686"/>
                <a:gd name="connsiteX303" fmla="*/ 386884 w 440981"/>
                <a:gd name="connsiteY303" fmla="*/ 173770 h 378686"/>
                <a:gd name="connsiteX304" fmla="*/ 388523 w 440981"/>
                <a:gd name="connsiteY304" fmla="*/ 173770 h 378686"/>
                <a:gd name="connsiteX305" fmla="*/ 386884 w 440981"/>
                <a:gd name="connsiteY305" fmla="*/ 175409 h 378686"/>
                <a:gd name="connsiteX306" fmla="*/ 381965 w 440981"/>
                <a:gd name="connsiteY306" fmla="*/ 177048 h 378686"/>
                <a:gd name="connsiteX307" fmla="*/ 378687 w 440981"/>
                <a:gd name="connsiteY307" fmla="*/ 180327 h 378686"/>
                <a:gd name="connsiteX308" fmla="*/ 378687 w 440981"/>
                <a:gd name="connsiteY308" fmla="*/ 181966 h 378686"/>
                <a:gd name="connsiteX309" fmla="*/ 378687 w 440981"/>
                <a:gd name="connsiteY309" fmla="*/ 183606 h 378686"/>
                <a:gd name="connsiteX310" fmla="*/ 375408 w 440981"/>
                <a:gd name="connsiteY310" fmla="*/ 188524 h 378686"/>
                <a:gd name="connsiteX311" fmla="*/ 375408 w 440981"/>
                <a:gd name="connsiteY311" fmla="*/ 188524 h 378686"/>
                <a:gd name="connsiteX312" fmla="*/ 373769 w 440981"/>
                <a:gd name="connsiteY312" fmla="*/ 188524 h 378686"/>
                <a:gd name="connsiteX313" fmla="*/ 370490 w 440981"/>
                <a:gd name="connsiteY313" fmla="*/ 191802 h 378686"/>
                <a:gd name="connsiteX314" fmla="*/ 368851 w 440981"/>
                <a:gd name="connsiteY314" fmla="*/ 195081 h 378686"/>
                <a:gd name="connsiteX315" fmla="*/ 368851 w 440981"/>
                <a:gd name="connsiteY315" fmla="*/ 195081 h 378686"/>
                <a:gd name="connsiteX316" fmla="*/ 365572 w 440981"/>
                <a:gd name="connsiteY316" fmla="*/ 198360 h 378686"/>
                <a:gd name="connsiteX317" fmla="*/ 365572 w 440981"/>
                <a:gd name="connsiteY317" fmla="*/ 199999 h 378686"/>
                <a:gd name="connsiteX318" fmla="*/ 365572 w 440981"/>
                <a:gd name="connsiteY318" fmla="*/ 199999 h 378686"/>
                <a:gd name="connsiteX319" fmla="*/ 367211 w 440981"/>
                <a:gd name="connsiteY319" fmla="*/ 201638 h 378686"/>
                <a:gd name="connsiteX320" fmla="*/ 367211 w 440981"/>
                <a:gd name="connsiteY320" fmla="*/ 204917 h 378686"/>
                <a:gd name="connsiteX321" fmla="*/ 365572 w 440981"/>
                <a:gd name="connsiteY321" fmla="*/ 208196 h 378686"/>
                <a:gd name="connsiteX322" fmla="*/ 362294 w 440981"/>
                <a:gd name="connsiteY322" fmla="*/ 211474 h 378686"/>
                <a:gd name="connsiteX323" fmla="*/ 362294 w 440981"/>
                <a:gd name="connsiteY323" fmla="*/ 211474 h 378686"/>
                <a:gd name="connsiteX324" fmla="*/ 362294 w 440981"/>
                <a:gd name="connsiteY324" fmla="*/ 213114 h 378686"/>
                <a:gd name="connsiteX325" fmla="*/ 362294 w 440981"/>
                <a:gd name="connsiteY325" fmla="*/ 213114 h 378686"/>
                <a:gd name="connsiteX326" fmla="*/ 365572 w 440981"/>
                <a:gd name="connsiteY326" fmla="*/ 213114 h 378686"/>
                <a:gd name="connsiteX327" fmla="*/ 368851 w 440981"/>
                <a:gd name="connsiteY327" fmla="*/ 211474 h 378686"/>
                <a:gd name="connsiteX328" fmla="*/ 370490 w 440981"/>
                <a:gd name="connsiteY328" fmla="*/ 209835 h 378686"/>
                <a:gd name="connsiteX329" fmla="*/ 372130 w 440981"/>
                <a:gd name="connsiteY329" fmla="*/ 206557 h 378686"/>
                <a:gd name="connsiteX330" fmla="*/ 372130 w 440981"/>
                <a:gd name="connsiteY330" fmla="*/ 204917 h 378686"/>
                <a:gd name="connsiteX331" fmla="*/ 372130 w 440981"/>
                <a:gd name="connsiteY331" fmla="*/ 203278 h 378686"/>
                <a:gd name="connsiteX332" fmla="*/ 375408 w 440981"/>
                <a:gd name="connsiteY332" fmla="*/ 201638 h 378686"/>
                <a:gd name="connsiteX333" fmla="*/ 380326 w 440981"/>
                <a:gd name="connsiteY333" fmla="*/ 199999 h 378686"/>
                <a:gd name="connsiteX334" fmla="*/ 383605 w 440981"/>
                <a:gd name="connsiteY334" fmla="*/ 199999 h 378686"/>
                <a:gd name="connsiteX335" fmla="*/ 386884 w 440981"/>
                <a:gd name="connsiteY335" fmla="*/ 199999 h 378686"/>
                <a:gd name="connsiteX336" fmla="*/ 390162 w 440981"/>
                <a:gd name="connsiteY336" fmla="*/ 201638 h 378686"/>
                <a:gd name="connsiteX337" fmla="*/ 390162 w 440981"/>
                <a:gd name="connsiteY337" fmla="*/ 201638 h 378686"/>
                <a:gd name="connsiteX338" fmla="*/ 391801 w 440981"/>
                <a:gd name="connsiteY338" fmla="*/ 204917 h 378686"/>
                <a:gd name="connsiteX339" fmla="*/ 390162 w 440981"/>
                <a:gd name="connsiteY339" fmla="*/ 209835 h 378686"/>
                <a:gd name="connsiteX340" fmla="*/ 391801 w 440981"/>
                <a:gd name="connsiteY340" fmla="*/ 213114 h 378686"/>
                <a:gd name="connsiteX341" fmla="*/ 395080 w 440981"/>
                <a:gd name="connsiteY341" fmla="*/ 216392 h 378686"/>
                <a:gd name="connsiteX342" fmla="*/ 395080 w 440981"/>
                <a:gd name="connsiteY342" fmla="*/ 216392 h 378686"/>
                <a:gd name="connsiteX343" fmla="*/ 396720 w 440981"/>
                <a:gd name="connsiteY343" fmla="*/ 218032 h 378686"/>
                <a:gd name="connsiteX344" fmla="*/ 398359 w 440981"/>
                <a:gd name="connsiteY344" fmla="*/ 222950 h 378686"/>
                <a:gd name="connsiteX345" fmla="*/ 398359 w 440981"/>
                <a:gd name="connsiteY345" fmla="*/ 222950 h 378686"/>
                <a:gd name="connsiteX346" fmla="*/ 393441 w 440981"/>
                <a:gd name="connsiteY346" fmla="*/ 226229 h 378686"/>
                <a:gd name="connsiteX347" fmla="*/ 390162 w 440981"/>
                <a:gd name="connsiteY347" fmla="*/ 229507 h 378686"/>
                <a:gd name="connsiteX348" fmla="*/ 390162 w 440981"/>
                <a:gd name="connsiteY348" fmla="*/ 229507 h 378686"/>
                <a:gd name="connsiteX349" fmla="*/ 393441 w 440981"/>
                <a:gd name="connsiteY349" fmla="*/ 232786 h 378686"/>
                <a:gd name="connsiteX350" fmla="*/ 396720 w 440981"/>
                <a:gd name="connsiteY350" fmla="*/ 234425 h 378686"/>
                <a:gd name="connsiteX351" fmla="*/ 396720 w 440981"/>
                <a:gd name="connsiteY351" fmla="*/ 237704 h 378686"/>
                <a:gd name="connsiteX352" fmla="*/ 399998 w 440981"/>
                <a:gd name="connsiteY352" fmla="*/ 240982 h 378686"/>
                <a:gd name="connsiteX353" fmla="*/ 403277 w 440981"/>
                <a:gd name="connsiteY353" fmla="*/ 244261 h 378686"/>
                <a:gd name="connsiteX354" fmla="*/ 401638 w 440981"/>
                <a:gd name="connsiteY354" fmla="*/ 249179 h 378686"/>
                <a:gd name="connsiteX355" fmla="*/ 398359 w 440981"/>
                <a:gd name="connsiteY355" fmla="*/ 252458 h 378686"/>
                <a:gd name="connsiteX356" fmla="*/ 395080 w 440981"/>
                <a:gd name="connsiteY356" fmla="*/ 254097 h 378686"/>
                <a:gd name="connsiteX357" fmla="*/ 393441 w 440981"/>
                <a:gd name="connsiteY357" fmla="*/ 255737 h 378686"/>
                <a:gd name="connsiteX358" fmla="*/ 388523 w 440981"/>
                <a:gd name="connsiteY358" fmla="*/ 255737 h 378686"/>
                <a:gd name="connsiteX359" fmla="*/ 385244 w 440981"/>
                <a:gd name="connsiteY359" fmla="*/ 255737 h 378686"/>
                <a:gd name="connsiteX360" fmla="*/ 383605 w 440981"/>
                <a:gd name="connsiteY360" fmla="*/ 257376 h 378686"/>
                <a:gd name="connsiteX361" fmla="*/ 383605 w 440981"/>
                <a:gd name="connsiteY361" fmla="*/ 257376 h 378686"/>
                <a:gd name="connsiteX362" fmla="*/ 385244 w 440981"/>
                <a:gd name="connsiteY362" fmla="*/ 259015 h 378686"/>
                <a:gd name="connsiteX363" fmla="*/ 386884 w 440981"/>
                <a:gd name="connsiteY363" fmla="*/ 262294 h 378686"/>
                <a:gd name="connsiteX364" fmla="*/ 388523 w 440981"/>
                <a:gd name="connsiteY364" fmla="*/ 265573 h 378686"/>
                <a:gd name="connsiteX365" fmla="*/ 388523 w 440981"/>
                <a:gd name="connsiteY365" fmla="*/ 267212 h 378686"/>
                <a:gd name="connsiteX366" fmla="*/ 393441 w 440981"/>
                <a:gd name="connsiteY366" fmla="*/ 268851 h 378686"/>
                <a:gd name="connsiteX367" fmla="*/ 396720 w 440981"/>
                <a:gd name="connsiteY367" fmla="*/ 270491 h 378686"/>
                <a:gd name="connsiteX368" fmla="*/ 398359 w 440981"/>
                <a:gd name="connsiteY368" fmla="*/ 273769 h 378686"/>
                <a:gd name="connsiteX369" fmla="*/ 398359 w 440981"/>
                <a:gd name="connsiteY369" fmla="*/ 275409 h 378686"/>
                <a:gd name="connsiteX370" fmla="*/ 395080 w 440981"/>
                <a:gd name="connsiteY370" fmla="*/ 277048 h 378686"/>
                <a:gd name="connsiteX371" fmla="*/ 393441 w 440981"/>
                <a:gd name="connsiteY371" fmla="*/ 280327 h 378686"/>
                <a:gd name="connsiteX372" fmla="*/ 391801 w 440981"/>
                <a:gd name="connsiteY372" fmla="*/ 283605 h 378686"/>
                <a:gd name="connsiteX373" fmla="*/ 391801 w 440981"/>
                <a:gd name="connsiteY373" fmla="*/ 286884 h 378686"/>
                <a:gd name="connsiteX374" fmla="*/ 391801 w 440981"/>
                <a:gd name="connsiteY374" fmla="*/ 290163 h 378686"/>
                <a:gd name="connsiteX375" fmla="*/ 393441 w 440981"/>
                <a:gd name="connsiteY375" fmla="*/ 291802 h 378686"/>
                <a:gd name="connsiteX376" fmla="*/ 396720 w 440981"/>
                <a:gd name="connsiteY376" fmla="*/ 295081 h 378686"/>
                <a:gd name="connsiteX377" fmla="*/ 401638 w 440981"/>
                <a:gd name="connsiteY377" fmla="*/ 296720 h 378686"/>
                <a:gd name="connsiteX378" fmla="*/ 404916 w 440981"/>
                <a:gd name="connsiteY378" fmla="*/ 298359 h 378686"/>
                <a:gd name="connsiteX379" fmla="*/ 408195 w 440981"/>
                <a:gd name="connsiteY379" fmla="*/ 299999 h 378686"/>
                <a:gd name="connsiteX380" fmla="*/ 411474 w 440981"/>
                <a:gd name="connsiteY380" fmla="*/ 299999 h 378686"/>
                <a:gd name="connsiteX381" fmla="*/ 416391 w 440981"/>
                <a:gd name="connsiteY381" fmla="*/ 298359 h 378686"/>
                <a:gd name="connsiteX382" fmla="*/ 419670 w 440981"/>
                <a:gd name="connsiteY382" fmla="*/ 298359 h 378686"/>
                <a:gd name="connsiteX383" fmla="*/ 419670 w 440981"/>
                <a:gd name="connsiteY383" fmla="*/ 301638 h 378686"/>
                <a:gd name="connsiteX384" fmla="*/ 419670 w 440981"/>
                <a:gd name="connsiteY384" fmla="*/ 303277 h 378686"/>
                <a:gd name="connsiteX385" fmla="*/ 418031 w 440981"/>
                <a:gd name="connsiteY385" fmla="*/ 306556 h 378686"/>
                <a:gd name="connsiteX386" fmla="*/ 413113 w 440981"/>
                <a:gd name="connsiteY386" fmla="*/ 309835 h 378686"/>
                <a:gd name="connsiteX387" fmla="*/ 413113 w 440981"/>
                <a:gd name="connsiteY387" fmla="*/ 314753 h 378686"/>
                <a:gd name="connsiteX388" fmla="*/ 413113 w 440981"/>
                <a:gd name="connsiteY388" fmla="*/ 314753 h 378686"/>
                <a:gd name="connsiteX389" fmla="*/ 414752 w 440981"/>
                <a:gd name="connsiteY389" fmla="*/ 314753 h 378686"/>
                <a:gd name="connsiteX390" fmla="*/ 411474 w 440981"/>
                <a:gd name="connsiteY390" fmla="*/ 316392 h 378686"/>
                <a:gd name="connsiteX391" fmla="*/ 409834 w 440981"/>
                <a:gd name="connsiteY391" fmla="*/ 316392 h 378686"/>
                <a:gd name="connsiteX392" fmla="*/ 409834 w 440981"/>
                <a:gd name="connsiteY392" fmla="*/ 316392 h 378686"/>
                <a:gd name="connsiteX393" fmla="*/ 409834 w 440981"/>
                <a:gd name="connsiteY393" fmla="*/ 318031 h 378686"/>
                <a:gd name="connsiteX394" fmla="*/ 404916 w 440981"/>
                <a:gd name="connsiteY394" fmla="*/ 318031 h 378686"/>
                <a:gd name="connsiteX395" fmla="*/ 401638 w 440981"/>
                <a:gd name="connsiteY395" fmla="*/ 319671 h 378686"/>
                <a:gd name="connsiteX396" fmla="*/ 399998 w 440981"/>
                <a:gd name="connsiteY396" fmla="*/ 324589 h 378686"/>
                <a:gd name="connsiteX397" fmla="*/ 396720 w 440981"/>
                <a:gd name="connsiteY397" fmla="*/ 326228 h 378686"/>
                <a:gd name="connsiteX398" fmla="*/ 395080 w 440981"/>
                <a:gd name="connsiteY398" fmla="*/ 326228 h 378686"/>
                <a:gd name="connsiteX399" fmla="*/ 393441 w 440981"/>
                <a:gd name="connsiteY399" fmla="*/ 329507 h 378686"/>
                <a:gd name="connsiteX400" fmla="*/ 388523 w 440981"/>
                <a:gd name="connsiteY400" fmla="*/ 331146 h 378686"/>
                <a:gd name="connsiteX401" fmla="*/ 385244 w 440981"/>
                <a:gd name="connsiteY401" fmla="*/ 334425 h 378686"/>
                <a:gd name="connsiteX402" fmla="*/ 381965 w 440981"/>
                <a:gd name="connsiteY402" fmla="*/ 336064 h 378686"/>
                <a:gd name="connsiteX403" fmla="*/ 383605 w 440981"/>
                <a:gd name="connsiteY403" fmla="*/ 339343 h 378686"/>
                <a:gd name="connsiteX404" fmla="*/ 380326 w 440981"/>
                <a:gd name="connsiteY404" fmla="*/ 340982 h 378686"/>
                <a:gd name="connsiteX405" fmla="*/ 377047 w 440981"/>
                <a:gd name="connsiteY405" fmla="*/ 342621 h 378686"/>
                <a:gd name="connsiteX406" fmla="*/ 372130 w 440981"/>
                <a:gd name="connsiteY406" fmla="*/ 345900 h 378686"/>
                <a:gd name="connsiteX407" fmla="*/ 368851 w 440981"/>
                <a:gd name="connsiteY407" fmla="*/ 344261 h 378686"/>
                <a:gd name="connsiteX408" fmla="*/ 365572 w 440981"/>
                <a:gd name="connsiteY408" fmla="*/ 347539 h 378686"/>
                <a:gd name="connsiteX409" fmla="*/ 362294 w 440981"/>
                <a:gd name="connsiteY409" fmla="*/ 345900 h 378686"/>
                <a:gd name="connsiteX410" fmla="*/ 357375 w 440981"/>
                <a:gd name="connsiteY410" fmla="*/ 344261 h 378686"/>
                <a:gd name="connsiteX411" fmla="*/ 354097 w 440981"/>
                <a:gd name="connsiteY411" fmla="*/ 345900 h 378686"/>
                <a:gd name="connsiteX412" fmla="*/ 350818 w 440981"/>
                <a:gd name="connsiteY412" fmla="*/ 342621 h 378686"/>
                <a:gd name="connsiteX413" fmla="*/ 349179 w 440981"/>
                <a:gd name="connsiteY413" fmla="*/ 340982 h 378686"/>
                <a:gd name="connsiteX414" fmla="*/ 349179 w 440981"/>
                <a:gd name="connsiteY414" fmla="*/ 340982 h 378686"/>
                <a:gd name="connsiteX415" fmla="*/ 345900 w 440981"/>
                <a:gd name="connsiteY415" fmla="*/ 340982 h 378686"/>
                <a:gd name="connsiteX416" fmla="*/ 340982 w 440981"/>
                <a:gd name="connsiteY416" fmla="*/ 339343 h 378686"/>
                <a:gd name="connsiteX417" fmla="*/ 337703 w 440981"/>
                <a:gd name="connsiteY417" fmla="*/ 339343 h 378686"/>
                <a:gd name="connsiteX418" fmla="*/ 337703 w 440981"/>
                <a:gd name="connsiteY418" fmla="*/ 336064 h 378686"/>
                <a:gd name="connsiteX419" fmla="*/ 334425 w 440981"/>
                <a:gd name="connsiteY419" fmla="*/ 334425 h 378686"/>
                <a:gd name="connsiteX420" fmla="*/ 329507 w 440981"/>
                <a:gd name="connsiteY420" fmla="*/ 334425 h 378686"/>
                <a:gd name="connsiteX421" fmla="*/ 326228 w 440981"/>
                <a:gd name="connsiteY421" fmla="*/ 334425 h 378686"/>
                <a:gd name="connsiteX422" fmla="*/ 326228 w 440981"/>
                <a:gd name="connsiteY422" fmla="*/ 332785 h 378686"/>
                <a:gd name="connsiteX423" fmla="*/ 326228 w 440981"/>
                <a:gd name="connsiteY423" fmla="*/ 331146 h 378686"/>
                <a:gd name="connsiteX424" fmla="*/ 331146 w 440981"/>
                <a:gd name="connsiteY424" fmla="*/ 331146 h 378686"/>
                <a:gd name="connsiteX425" fmla="*/ 329507 w 440981"/>
                <a:gd name="connsiteY425" fmla="*/ 327867 h 378686"/>
                <a:gd name="connsiteX426" fmla="*/ 326228 w 440981"/>
                <a:gd name="connsiteY426" fmla="*/ 326228 h 378686"/>
                <a:gd name="connsiteX427" fmla="*/ 327867 w 440981"/>
                <a:gd name="connsiteY427" fmla="*/ 331146 h 378686"/>
                <a:gd name="connsiteX428" fmla="*/ 326228 w 440981"/>
                <a:gd name="connsiteY428" fmla="*/ 331146 h 378686"/>
                <a:gd name="connsiteX429" fmla="*/ 326228 w 440981"/>
                <a:gd name="connsiteY429" fmla="*/ 331146 h 378686"/>
                <a:gd name="connsiteX430" fmla="*/ 326228 w 440981"/>
                <a:gd name="connsiteY430" fmla="*/ 331146 h 378686"/>
                <a:gd name="connsiteX431" fmla="*/ 321310 w 440981"/>
                <a:gd name="connsiteY431" fmla="*/ 331146 h 378686"/>
                <a:gd name="connsiteX432" fmla="*/ 319671 w 440981"/>
                <a:gd name="connsiteY432" fmla="*/ 332785 h 378686"/>
                <a:gd name="connsiteX433" fmla="*/ 316392 w 440981"/>
                <a:gd name="connsiteY433" fmla="*/ 327867 h 378686"/>
                <a:gd name="connsiteX434" fmla="*/ 316392 w 440981"/>
                <a:gd name="connsiteY434" fmla="*/ 324589 h 378686"/>
                <a:gd name="connsiteX435" fmla="*/ 316392 w 440981"/>
                <a:gd name="connsiteY435" fmla="*/ 327867 h 378686"/>
                <a:gd name="connsiteX436" fmla="*/ 318031 w 440981"/>
                <a:gd name="connsiteY436" fmla="*/ 332785 h 378686"/>
                <a:gd name="connsiteX437" fmla="*/ 314753 w 440981"/>
                <a:gd name="connsiteY437" fmla="*/ 334425 h 378686"/>
                <a:gd name="connsiteX438" fmla="*/ 311474 w 440981"/>
                <a:gd name="connsiteY438" fmla="*/ 329507 h 378686"/>
                <a:gd name="connsiteX439" fmla="*/ 306556 w 440981"/>
                <a:gd name="connsiteY439" fmla="*/ 329507 h 378686"/>
                <a:gd name="connsiteX440" fmla="*/ 304917 w 440981"/>
                <a:gd name="connsiteY440" fmla="*/ 329507 h 378686"/>
                <a:gd name="connsiteX441" fmla="*/ 301638 w 440981"/>
                <a:gd name="connsiteY441" fmla="*/ 327867 h 378686"/>
                <a:gd name="connsiteX442" fmla="*/ 299998 w 440981"/>
                <a:gd name="connsiteY442" fmla="*/ 327867 h 378686"/>
                <a:gd name="connsiteX443" fmla="*/ 295081 w 440981"/>
                <a:gd name="connsiteY443" fmla="*/ 327867 h 378686"/>
                <a:gd name="connsiteX444" fmla="*/ 293441 w 440981"/>
                <a:gd name="connsiteY444" fmla="*/ 324589 h 378686"/>
                <a:gd name="connsiteX445" fmla="*/ 290163 w 440981"/>
                <a:gd name="connsiteY445" fmla="*/ 326228 h 378686"/>
                <a:gd name="connsiteX446" fmla="*/ 286884 w 440981"/>
                <a:gd name="connsiteY446" fmla="*/ 327867 h 378686"/>
                <a:gd name="connsiteX447" fmla="*/ 281966 w 440981"/>
                <a:gd name="connsiteY447" fmla="*/ 331146 h 378686"/>
                <a:gd name="connsiteX448" fmla="*/ 278687 w 440981"/>
                <a:gd name="connsiteY448" fmla="*/ 332785 h 378686"/>
                <a:gd name="connsiteX449" fmla="*/ 275408 w 440981"/>
                <a:gd name="connsiteY449" fmla="*/ 336064 h 378686"/>
                <a:gd name="connsiteX450" fmla="*/ 272130 w 440981"/>
                <a:gd name="connsiteY450" fmla="*/ 337703 h 378686"/>
                <a:gd name="connsiteX451" fmla="*/ 267212 w 440981"/>
                <a:gd name="connsiteY451" fmla="*/ 337703 h 378686"/>
                <a:gd name="connsiteX452" fmla="*/ 263933 w 440981"/>
                <a:gd name="connsiteY452" fmla="*/ 339343 h 378686"/>
                <a:gd name="connsiteX453" fmla="*/ 260654 w 440981"/>
                <a:gd name="connsiteY453" fmla="*/ 344261 h 378686"/>
                <a:gd name="connsiteX454" fmla="*/ 255737 w 440981"/>
                <a:gd name="connsiteY454" fmla="*/ 345900 h 378686"/>
                <a:gd name="connsiteX455" fmla="*/ 257376 w 440981"/>
                <a:gd name="connsiteY455" fmla="*/ 349179 h 378686"/>
                <a:gd name="connsiteX456" fmla="*/ 255737 w 440981"/>
                <a:gd name="connsiteY456" fmla="*/ 352457 h 378686"/>
                <a:gd name="connsiteX457" fmla="*/ 255737 w 440981"/>
                <a:gd name="connsiteY457" fmla="*/ 352457 h 378686"/>
                <a:gd name="connsiteX458" fmla="*/ 255737 w 440981"/>
                <a:gd name="connsiteY458" fmla="*/ 354097 h 378686"/>
                <a:gd name="connsiteX459" fmla="*/ 255737 w 440981"/>
                <a:gd name="connsiteY459" fmla="*/ 354097 h 378686"/>
                <a:gd name="connsiteX460" fmla="*/ 254097 w 440981"/>
                <a:gd name="connsiteY460" fmla="*/ 355736 h 378686"/>
                <a:gd name="connsiteX461" fmla="*/ 255737 w 440981"/>
                <a:gd name="connsiteY461" fmla="*/ 357375 h 378686"/>
                <a:gd name="connsiteX462" fmla="*/ 255737 w 440981"/>
                <a:gd name="connsiteY462" fmla="*/ 357375 h 378686"/>
                <a:gd name="connsiteX463" fmla="*/ 255737 w 440981"/>
                <a:gd name="connsiteY463" fmla="*/ 360654 h 378686"/>
                <a:gd name="connsiteX464" fmla="*/ 255737 w 440981"/>
                <a:gd name="connsiteY464" fmla="*/ 363933 h 378686"/>
                <a:gd name="connsiteX465" fmla="*/ 255737 w 440981"/>
                <a:gd name="connsiteY465" fmla="*/ 368851 h 378686"/>
                <a:gd name="connsiteX466" fmla="*/ 259015 w 440981"/>
                <a:gd name="connsiteY466" fmla="*/ 372129 h 378686"/>
                <a:gd name="connsiteX467" fmla="*/ 260654 w 440981"/>
                <a:gd name="connsiteY467" fmla="*/ 373769 h 378686"/>
                <a:gd name="connsiteX468" fmla="*/ 260654 w 440981"/>
                <a:gd name="connsiteY468" fmla="*/ 373769 h 378686"/>
                <a:gd name="connsiteX469" fmla="*/ 257376 w 440981"/>
                <a:gd name="connsiteY469" fmla="*/ 373769 h 378686"/>
                <a:gd name="connsiteX470" fmla="*/ 254097 w 440981"/>
                <a:gd name="connsiteY470" fmla="*/ 372129 h 378686"/>
                <a:gd name="connsiteX471" fmla="*/ 250818 w 440981"/>
                <a:gd name="connsiteY471" fmla="*/ 373769 h 378686"/>
                <a:gd name="connsiteX472" fmla="*/ 250818 w 440981"/>
                <a:gd name="connsiteY472" fmla="*/ 372129 h 378686"/>
                <a:gd name="connsiteX473" fmla="*/ 245901 w 440981"/>
                <a:gd name="connsiteY473" fmla="*/ 375408 h 378686"/>
                <a:gd name="connsiteX474" fmla="*/ 242622 w 440981"/>
                <a:gd name="connsiteY474" fmla="*/ 378687 h 378686"/>
                <a:gd name="connsiteX475" fmla="*/ 239343 w 440981"/>
                <a:gd name="connsiteY475" fmla="*/ 377047 h 378686"/>
                <a:gd name="connsiteX476" fmla="*/ 236064 w 440981"/>
                <a:gd name="connsiteY476" fmla="*/ 377047 h 378686"/>
                <a:gd name="connsiteX477" fmla="*/ 232786 w 440981"/>
                <a:gd name="connsiteY477" fmla="*/ 375408 h 378686"/>
                <a:gd name="connsiteX478" fmla="*/ 229507 w 440981"/>
                <a:gd name="connsiteY478" fmla="*/ 373769 h 378686"/>
                <a:gd name="connsiteX479" fmla="*/ 226228 w 440981"/>
                <a:gd name="connsiteY479" fmla="*/ 375408 h 378686"/>
                <a:gd name="connsiteX480" fmla="*/ 221310 w 440981"/>
                <a:gd name="connsiteY480" fmla="*/ 377047 h 378686"/>
                <a:gd name="connsiteX481" fmla="*/ 218032 w 440981"/>
                <a:gd name="connsiteY481" fmla="*/ 373769 h 378686"/>
                <a:gd name="connsiteX482" fmla="*/ 218032 w 440981"/>
                <a:gd name="connsiteY482" fmla="*/ 373769 h 378686"/>
                <a:gd name="connsiteX483" fmla="*/ 218032 w 440981"/>
                <a:gd name="connsiteY483" fmla="*/ 373769 h 378686"/>
                <a:gd name="connsiteX484" fmla="*/ 216393 w 440981"/>
                <a:gd name="connsiteY484" fmla="*/ 373769 h 378686"/>
                <a:gd name="connsiteX485" fmla="*/ 214753 w 440981"/>
                <a:gd name="connsiteY485" fmla="*/ 372129 h 378686"/>
                <a:gd name="connsiteX486" fmla="*/ 209835 w 440981"/>
                <a:gd name="connsiteY486" fmla="*/ 372129 h 378686"/>
                <a:gd name="connsiteX487" fmla="*/ 209835 w 440981"/>
                <a:gd name="connsiteY487" fmla="*/ 370490 h 378686"/>
                <a:gd name="connsiteX488" fmla="*/ 209835 w 440981"/>
                <a:gd name="connsiteY488" fmla="*/ 368851 h 378686"/>
                <a:gd name="connsiteX489" fmla="*/ 211474 w 440981"/>
                <a:gd name="connsiteY489" fmla="*/ 368851 h 378686"/>
                <a:gd name="connsiteX490" fmla="*/ 209835 w 440981"/>
                <a:gd name="connsiteY490" fmla="*/ 365572 h 378686"/>
                <a:gd name="connsiteX491" fmla="*/ 204917 w 440981"/>
                <a:gd name="connsiteY491" fmla="*/ 365572 h 378686"/>
                <a:gd name="connsiteX492" fmla="*/ 201638 w 440981"/>
                <a:gd name="connsiteY492" fmla="*/ 363933 h 378686"/>
                <a:gd name="connsiteX493" fmla="*/ 199999 w 440981"/>
                <a:gd name="connsiteY493" fmla="*/ 367211 h 378686"/>
                <a:gd name="connsiteX494" fmla="*/ 198360 w 440981"/>
                <a:gd name="connsiteY494" fmla="*/ 362294 h 378686"/>
                <a:gd name="connsiteX495" fmla="*/ 195081 w 440981"/>
                <a:gd name="connsiteY495" fmla="*/ 362294 h 378686"/>
                <a:gd name="connsiteX496" fmla="*/ 190163 w 440981"/>
                <a:gd name="connsiteY496" fmla="*/ 362294 h 378686"/>
                <a:gd name="connsiteX497" fmla="*/ 186884 w 440981"/>
                <a:gd name="connsiteY497" fmla="*/ 359015 h 378686"/>
                <a:gd name="connsiteX498" fmla="*/ 183606 w 440981"/>
                <a:gd name="connsiteY498" fmla="*/ 357375 h 378686"/>
                <a:gd name="connsiteX499" fmla="*/ 178688 w 440981"/>
                <a:gd name="connsiteY499" fmla="*/ 357375 h 378686"/>
                <a:gd name="connsiteX500" fmla="*/ 177048 w 440981"/>
                <a:gd name="connsiteY500" fmla="*/ 357375 h 378686"/>
                <a:gd name="connsiteX501" fmla="*/ 175409 w 440981"/>
                <a:gd name="connsiteY501" fmla="*/ 355736 h 378686"/>
                <a:gd name="connsiteX502" fmla="*/ 175409 w 440981"/>
                <a:gd name="connsiteY502" fmla="*/ 355736 h 378686"/>
                <a:gd name="connsiteX503" fmla="*/ 173770 w 440981"/>
                <a:gd name="connsiteY503" fmla="*/ 359015 h 378686"/>
                <a:gd name="connsiteX504" fmla="*/ 173770 w 440981"/>
                <a:gd name="connsiteY504" fmla="*/ 363933 h 378686"/>
                <a:gd name="connsiteX505" fmla="*/ 170491 w 440981"/>
                <a:gd name="connsiteY505" fmla="*/ 362294 h 378686"/>
                <a:gd name="connsiteX506" fmla="*/ 165573 w 440981"/>
                <a:gd name="connsiteY506" fmla="*/ 362294 h 378686"/>
                <a:gd name="connsiteX507" fmla="*/ 165573 w 440981"/>
                <a:gd name="connsiteY507" fmla="*/ 363933 h 378686"/>
                <a:gd name="connsiteX508" fmla="*/ 160655 w 440981"/>
                <a:gd name="connsiteY508" fmla="*/ 363933 h 378686"/>
                <a:gd name="connsiteX509" fmla="*/ 157376 w 440981"/>
                <a:gd name="connsiteY509" fmla="*/ 360654 h 378686"/>
                <a:gd name="connsiteX510" fmla="*/ 152458 w 440981"/>
                <a:gd name="connsiteY510" fmla="*/ 362294 h 378686"/>
                <a:gd name="connsiteX511" fmla="*/ 149180 w 440981"/>
                <a:gd name="connsiteY511" fmla="*/ 363933 h 378686"/>
                <a:gd name="connsiteX512" fmla="*/ 147540 w 440981"/>
                <a:gd name="connsiteY512" fmla="*/ 362294 h 378686"/>
                <a:gd name="connsiteX513" fmla="*/ 142623 w 440981"/>
                <a:gd name="connsiteY513" fmla="*/ 359015 h 378686"/>
                <a:gd name="connsiteX514" fmla="*/ 139344 w 440981"/>
                <a:gd name="connsiteY514" fmla="*/ 355736 h 378686"/>
                <a:gd name="connsiteX515" fmla="*/ 136065 w 440981"/>
                <a:gd name="connsiteY515" fmla="*/ 357375 h 378686"/>
                <a:gd name="connsiteX516" fmla="*/ 131147 w 440981"/>
                <a:gd name="connsiteY516" fmla="*/ 357375 h 378686"/>
                <a:gd name="connsiteX517" fmla="*/ 131147 w 440981"/>
                <a:gd name="connsiteY517" fmla="*/ 359015 h 378686"/>
                <a:gd name="connsiteX518" fmla="*/ 131147 w 440981"/>
                <a:gd name="connsiteY518" fmla="*/ 359015 h 378686"/>
                <a:gd name="connsiteX519" fmla="*/ 127868 w 440981"/>
                <a:gd name="connsiteY519" fmla="*/ 357375 h 378686"/>
                <a:gd name="connsiteX520" fmla="*/ 124590 w 440981"/>
                <a:gd name="connsiteY520" fmla="*/ 352457 h 378686"/>
                <a:gd name="connsiteX521" fmla="*/ 124590 w 440981"/>
                <a:gd name="connsiteY521" fmla="*/ 350818 h 378686"/>
                <a:gd name="connsiteX522" fmla="*/ 119671 w 440981"/>
                <a:gd name="connsiteY522" fmla="*/ 352457 h 378686"/>
                <a:gd name="connsiteX523" fmla="*/ 116393 w 440981"/>
                <a:gd name="connsiteY523" fmla="*/ 350818 h 378686"/>
                <a:gd name="connsiteX524" fmla="*/ 113114 w 440981"/>
                <a:gd name="connsiteY524" fmla="*/ 349179 h 378686"/>
                <a:gd name="connsiteX525" fmla="*/ 109836 w 440981"/>
                <a:gd name="connsiteY525" fmla="*/ 347539 h 378686"/>
                <a:gd name="connsiteX526" fmla="*/ 106557 w 440981"/>
                <a:gd name="connsiteY526" fmla="*/ 344261 h 378686"/>
                <a:gd name="connsiteX527" fmla="*/ 104917 w 440981"/>
                <a:gd name="connsiteY527" fmla="*/ 344261 h 378686"/>
                <a:gd name="connsiteX528" fmla="*/ 103278 w 440981"/>
                <a:gd name="connsiteY528" fmla="*/ 347539 h 378686"/>
                <a:gd name="connsiteX529" fmla="*/ 100000 w 440981"/>
                <a:gd name="connsiteY529" fmla="*/ 345900 h 378686"/>
                <a:gd name="connsiteX530" fmla="*/ 101639 w 440981"/>
                <a:gd name="connsiteY530" fmla="*/ 340982 h 378686"/>
                <a:gd name="connsiteX531" fmla="*/ 101639 w 440981"/>
                <a:gd name="connsiteY531" fmla="*/ 337703 h 378686"/>
                <a:gd name="connsiteX532" fmla="*/ 98360 w 440981"/>
                <a:gd name="connsiteY532" fmla="*/ 336064 h 378686"/>
                <a:gd name="connsiteX533" fmla="*/ 93442 w 440981"/>
                <a:gd name="connsiteY533" fmla="*/ 336064 h 378686"/>
                <a:gd name="connsiteX534" fmla="*/ 90164 w 440981"/>
                <a:gd name="connsiteY534" fmla="*/ 336064 h 378686"/>
                <a:gd name="connsiteX535" fmla="*/ 90164 w 440981"/>
                <a:gd name="connsiteY535" fmla="*/ 334425 h 378686"/>
                <a:gd name="connsiteX536" fmla="*/ 88524 w 440981"/>
                <a:gd name="connsiteY536" fmla="*/ 334425 h 378686"/>
                <a:gd name="connsiteX537" fmla="*/ 88524 w 440981"/>
                <a:gd name="connsiteY537" fmla="*/ 334425 h 378686"/>
                <a:gd name="connsiteX538" fmla="*/ 91803 w 440981"/>
                <a:gd name="connsiteY538" fmla="*/ 332785 h 378686"/>
                <a:gd name="connsiteX539" fmla="*/ 96721 w 440981"/>
                <a:gd name="connsiteY539" fmla="*/ 329507 h 378686"/>
                <a:gd name="connsiteX540" fmla="*/ 98360 w 440981"/>
                <a:gd name="connsiteY540" fmla="*/ 326228 h 378686"/>
                <a:gd name="connsiteX541" fmla="*/ 101639 w 440981"/>
                <a:gd name="connsiteY541" fmla="*/ 321310 h 378686"/>
                <a:gd name="connsiteX542" fmla="*/ 101639 w 440981"/>
                <a:gd name="connsiteY542" fmla="*/ 318031 h 378686"/>
                <a:gd name="connsiteX543" fmla="*/ 101639 w 440981"/>
                <a:gd name="connsiteY543" fmla="*/ 314753 h 378686"/>
                <a:gd name="connsiteX544" fmla="*/ 103278 w 440981"/>
                <a:gd name="connsiteY544" fmla="*/ 311474 h 378686"/>
                <a:gd name="connsiteX545" fmla="*/ 104917 w 440981"/>
                <a:gd name="connsiteY545" fmla="*/ 306556 h 378686"/>
                <a:gd name="connsiteX546" fmla="*/ 104917 w 440981"/>
                <a:gd name="connsiteY546" fmla="*/ 303277 h 378686"/>
                <a:gd name="connsiteX547" fmla="*/ 106557 w 440981"/>
                <a:gd name="connsiteY547" fmla="*/ 299999 h 378686"/>
                <a:gd name="connsiteX548" fmla="*/ 108196 w 440981"/>
                <a:gd name="connsiteY548" fmla="*/ 296720 h 378686"/>
                <a:gd name="connsiteX549" fmla="*/ 108196 w 440981"/>
                <a:gd name="connsiteY549" fmla="*/ 291802 h 378686"/>
                <a:gd name="connsiteX550" fmla="*/ 109836 w 440981"/>
                <a:gd name="connsiteY550" fmla="*/ 288523 h 378686"/>
                <a:gd name="connsiteX551" fmla="*/ 109836 w 440981"/>
                <a:gd name="connsiteY551" fmla="*/ 285244 h 378686"/>
                <a:gd name="connsiteX552" fmla="*/ 109836 w 440981"/>
                <a:gd name="connsiteY552" fmla="*/ 281966 h 378686"/>
                <a:gd name="connsiteX553" fmla="*/ 111475 w 440981"/>
                <a:gd name="connsiteY553" fmla="*/ 277048 h 378686"/>
                <a:gd name="connsiteX554" fmla="*/ 116393 w 440981"/>
                <a:gd name="connsiteY554" fmla="*/ 277048 h 378686"/>
                <a:gd name="connsiteX555" fmla="*/ 114754 w 440981"/>
                <a:gd name="connsiteY555" fmla="*/ 273769 h 378686"/>
                <a:gd name="connsiteX556" fmla="*/ 111475 w 440981"/>
                <a:gd name="connsiteY556" fmla="*/ 273769 h 378686"/>
                <a:gd name="connsiteX557" fmla="*/ 109836 w 440981"/>
                <a:gd name="connsiteY557" fmla="*/ 278687 h 378686"/>
                <a:gd name="connsiteX558" fmla="*/ 109836 w 440981"/>
                <a:gd name="connsiteY558" fmla="*/ 273769 h 378686"/>
                <a:gd name="connsiteX559" fmla="*/ 111475 w 440981"/>
                <a:gd name="connsiteY559" fmla="*/ 270491 h 378686"/>
                <a:gd name="connsiteX560" fmla="*/ 111475 w 440981"/>
                <a:gd name="connsiteY560" fmla="*/ 267212 h 378686"/>
                <a:gd name="connsiteX561" fmla="*/ 113114 w 440981"/>
                <a:gd name="connsiteY561" fmla="*/ 262294 h 378686"/>
                <a:gd name="connsiteX562" fmla="*/ 113114 w 440981"/>
                <a:gd name="connsiteY562" fmla="*/ 262294 h 378686"/>
                <a:gd name="connsiteX563" fmla="*/ 113114 w 440981"/>
                <a:gd name="connsiteY563" fmla="*/ 259015 h 378686"/>
                <a:gd name="connsiteX564" fmla="*/ 114754 w 440981"/>
                <a:gd name="connsiteY564" fmla="*/ 254097 h 378686"/>
                <a:gd name="connsiteX565" fmla="*/ 114754 w 440981"/>
                <a:gd name="connsiteY565" fmla="*/ 250819 h 378686"/>
                <a:gd name="connsiteX566" fmla="*/ 114754 w 440981"/>
                <a:gd name="connsiteY566" fmla="*/ 247540 h 378686"/>
                <a:gd name="connsiteX567" fmla="*/ 116393 w 440981"/>
                <a:gd name="connsiteY567" fmla="*/ 244261 h 378686"/>
                <a:gd name="connsiteX568" fmla="*/ 118032 w 440981"/>
                <a:gd name="connsiteY568" fmla="*/ 239343 h 378686"/>
                <a:gd name="connsiteX569" fmla="*/ 121311 w 440981"/>
                <a:gd name="connsiteY569" fmla="*/ 240982 h 378686"/>
                <a:gd name="connsiteX570" fmla="*/ 124590 w 440981"/>
                <a:gd name="connsiteY570" fmla="*/ 244261 h 378686"/>
                <a:gd name="connsiteX571" fmla="*/ 127868 w 440981"/>
                <a:gd name="connsiteY571" fmla="*/ 247540 h 378686"/>
                <a:gd name="connsiteX572" fmla="*/ 129508 w 440981"/>
                <a:gd name="connsiteY572" fmla="*/ 250819 h 378686"/>
                <a:gd name="connsiteX573" fmla="*/ 129508 w 440981"/>
                <a:gd name="connsiteY573" fmla="*/ 255737 h 378686"/>
                <a:gd name="connsiteX574" fmla="*/ 131147 w 440981"/>
                <a:gd name="connsiteY574" fmla="*/ 259015 h 378686"/>
                <a:gd name="connsiteX575" fmla="*/ 134426 w 440981"/>
                <a:gd name="connsiteY575" fmla="*/ 262294 h 378686"/>
                <a:gd name="connsiteX576" fmla="*/ 134426 w 440981"/>
                <a:gd name="connsiteY576" fmla="*/ 265573 h 378686"/>
                <a:gd name="connsiteX577" fmla="*/ 136065 w 440981"/>
                <a:gd name="connsiteY577" fmla="*/ 267212 h 378686"/>
                <a:gd name="connsiteX578" fmla="*/ 136065 w 440981"/>
                <a:gd name="connsiteY578" fmla="*/ 263933 h 378686"/>
                <a:gd name="connsiteX579" fmla="*/ 136065 w 440981"/>
                <a:gd name="connsiteY579" fmla="*/ 262294 h 378686"/>
                <a:gd name="connsiteX580" fmla="*/ 132786 w 440981"/>
                <a:gd name="connsiteY580" fmla="*/ 259015 h 378686"/>
                <a:gd name="connsiteX581" fmla="*/ 131147 w 440981"/>
                <a:gd name="connsiteY581" fmla="*/ 254097 h 378686"/>
                <a:gd name="connsiteX582" fmla="*/ 131147 w 440981"/>
                <a:gd name="connsiteY582" fmla="*/ 250819 h 378686"/>
                <a:gd name="connsiteX583" fmla="*/ 131147 w 440981"/>
                <a:gd name="connsiteY583" fmla="*/ 249179 h 378686"/>
                <a:gd name="connsiteX584" fmla="*/ 129508 w 440981"/>
                <a:gd name="connsiteY584" fmla="*/ 244261 h 378686"/>
                <a:gd name="connsiteX585" fmla="*/ 127868 w 440981"/>
                <a:gd name="connsiteY585" fmla="*/ 240982 h 378686"/>
                <a:gd name="connsiteX586" fmla="*/ 122950 w 440981"/>
                <a:gd name="connsiteY586" fmla="*/ 237704 h 378686"/>
                <a:gd name="connsiteX587" fmla="*/ 119671 w 440981"/>
                <a:gd name="connsiteY587" fmla="*/ 234425 h 378686"/>
                <a:gd name="connsiteX588" fmla="*/ 116393 w 440981"/>
                <a:gd name="connsiteY588" fmla="*/ 232786 h 378686"/>
                <a:gd name="connsiteX589" fmla="*/ 113114 w 440981"/>
                <a:gd name="connsiteY589" fmla="*/ 231147 h 378686"/>
                <a:gd name="connsiteX590" fmla="*/ 114754 w 440981"/>
                <a:gd name="connsiteY590" fmla="*/ 227868 h 378686"/>
                <a:gd name="connsiteX591" fmla="*/ 118032 w 440981"/>
                <a:gd name="connsiteY591" fmla="*/ 227868 h 378686"/>
                <a:gd name="connsiteX592" fmla="*/ 121311 w 440981"/>
                <a:gd name="connsiteY592" fmla="*/ 231147 h 378686"/>
                <a:gd name="connsiteX593" fmla="*/ 118032 w 440981"/>
                <a:gd name="connsiteY593" fmla="*/ 227868 h 378686"/>
                <a:gd name="connsiteX594" fmla="*/ 118032 w 440981"/>
                <a:gd name="connsiteY594" fmla="*/ 222950 h 378686"/>
                <a:gd name="connsiteX595" fmla="*/ 119671 w 440981"/>
                <a:gd name="connsiteY595" fmla="*/ 219671 h 378686"/>
                <a:gd name="connsiteX596" fmla="*/ 119671 w 440981"/>
                <a:gd name="connsiteY596" fmla="*/ 216392 h 378686"/>
                <a:gd name="connsiteX597" fmla="*/ 118032 w 440981"/>
                <a:gd name="connsiteY597" fmla="*/ 213114 h 378686"/>
                <a:gd name="connsiteX598" fmla="*/ 118032 w 440981"/>
                <a:gd name="connsiteY598" fmla="*/ 208196 h 378686"/>
                <a:gd name="connsiteX599" fmla="*/ 119671 w 440981"/>
                <a:gd name="connsiteY599" fmla="*/ 204917 h 378686"/>
                <a:gd name="connsiteX600" fmla="*/ 114754 w 440981"/>
                <a:gd name="connsiteY600" fmla="*/ 206557 h 378686"/>
                <a:gd name="connsiteX601" fmla="*/ 111475 w 440981"/>
                <a:gd name="connsiteY601" fmla="*/ 204917 h 378686"/>
                <a:gd name="connsiteX602" fmla="*/ 108196 w 440981"/>
                <a:gd name="connsiteY602" fmla="*/ 204917 h 378686"/>
                <a:gd name="connsiteX603" fmla="*/ 103278 w 440981"/>
                <a:gd name="connsiteY603" fmla="*/ 201638 h 378686"/>
                <a:gd name="connsiteX604" fmla="*/ 101639 w 440981"/>
                <a:gd name="connsiteY604" fmla="*/ 199999 h 378686"/>
                <a:gd name="connsiteX605" fmla="*/ 96721 w 440981"/>
                <a:gd name="connsiteY605" fmla="*/ 198360 h 378686"/>
                <a:gd name="connsiteX606" fmla="*/ 96721 w 440981"/>
                <a:gd name="connsiteY606" fmla="*/ 196720 h 378686"/>
                <a:gd name="connsiteX607" fmla="*/ 95081 w 440981"/>
                <a:gd name="connsiteY607" fmla="*/ 193442 h 378686"/>
                <a:gd name="connsiteX608" fmla="*/ 91803 w 440981"/>
                <a:gd name="connsiteY608" fmla="*/ 188524 h 378686"/>
                <a:gd name="connsiteX609" fmla="*/ 91803 w 440981"/>
                <a:gd name="connsiteY609" fmla="*/ 188524 h 378686"/>
                <a:gd name="connsiteX610" fmla="*/ 88524 w 440981"/>
                <a:gd name="connsiteY610" fmla="*/ 185245 h 378686"/>
                <a:gd name="connsiteX611" fmla="*/ 85246 w 440981"/>
                <a:gd name="connsiteY611" fmla="*/ 181966 h 378686"/>
                <a:gd name="connsiteX612" fmla="*/ 88524 w 440981"/>
                <a:gd name="connsiteY612" fmla="*/ 178688 h 378686"/>
                <a:gd name="connsiteX613" fmla="*/ 90164 w 440981"/>
                <a:gd name="connsiteY613" fmla="*/ 175409 h 378686"/>
                <a:gd name="connsiteX614" fmla="*/ 91803 w 440981"/>
                <a:gd name="connsiteY614" fmla="*/ 173770 h 378686"/>
                <a:gd name="connsiteX615" fmla="*/ 86885 w 440981"/>
                <a:gd name="connsiteY615" fmla="*/ 170491 h 378686"/>
                <a:gd name="connsiteX616" fmla="*/ 83606 w 440981"/>
                <a:gd name="connsiteY616" fmla="*/ 170491 h 378686"/>
                <a:gd name="connsiteX617" fmla="*/ 85246 w 440981"/>
                <a:gd name="connsiteY617" fmla="*/ 167212 h 378686"/>
                <a:gd name="connsiteX618" fmla="*/ 85246 w 440981"/>
                <a:gd name="connsiteY618" fmla="*/ 163934 h 378686"/>
                <a:gd name="connsiteX619" fmla="*/ 90164 w 440981"/>
                <a:gd name="connsiteY619" fmla="*/ 163934 h 378686"/>
                <a:gd name="connsiteX620" fmla="*/ 93442 w 440981"/>
                <a:gd name="connsiteY620" fmla="*/ 163934 h 378686"/>
                <a:gd name="connsiteX621" fmla="*/ 96721 w 440981"/>
                <a:gd name="connsiteY621" fmla="*/ 167212 h 378686"/>
                <a:gd name="connsiteX622" fmla="*/ 100000 w 440981"/>
                <a:gd name="connsiteY622" fmla="*/ 167212 h 378686"/>
                <a:gd name="connsiteX623" fmla="*/ 96721 w 440981"/>
                <a:gd name="connsiteY623" fmla="*/ 165573 h 378686"/>
                <a:gd name="connsiteX624" fmla="*/ 91803 w 440981"/>
                <a:gd name="connsiteY624" fmla="*/ 163934 h 378686"/>
                <a:gd name="connsiteX625" fmla="*/ 88524 w 440981"/>
                <a:gd name="connsiteY625" fmla="*/ 162294 h 378686"/>
                <a:gd name="connsiteX626" fmla="*/ 85246 w 440981"/>
                <a:gd name="connsiteY626" fmla="*/ 163934 h 378686"/>
                <a:gd name="connsiteX627" fmla="*/ 85246 w 440981"/>
                <a:gd name="connsiteY627" fmla="*/ 163934 h 378686"/>
                <a:gd name="connsiteX628" fmla="*/ 81967 w 440981"/>
                <a:gd name="connsiteY628" fmla="*/ 165573 h 378686"/>
                <a:gd name="connsiteX629" fmla="*/ 77049 w 440981"/>
                <a:gd name="connsiteY629" fmla="*/ 163934 h 378686"/>
                <a:gd name="connsiteX630" fmla="*/ 73770 w 440981"/>
                <a:gd name="connsiteY630" fmla="*/ 163934 h 378686"/>
                <a:gd name="connsiteX631" fmla="*/ 73770 w 440981"/>
                <a:gd name="connsiteY631" fmla="*/ 159016 h 378686"/>
                <a:gd name="connsiteX632" fmla="*/ 77049 w 440981"/>
                <a:gd name="connsiteY632" fmla="*/ 159016 h 378686"/>
                <a:gd name="connsiteX633" fmla="*/ 75410 w 440981"/>
                <a:gd name="connsiteY633" fmla="*/ 155737 h 378686"/>
                <a:gd name="connsiteX634" fmla="*/ 78688 w 440981"/>
                <a:gd name="connsiteY634" fmla="*/ 154098 h 378686"/>
                <a:gd name="connsiteX635" fmla="*/ 75410 w 440981"/>
                <a:gd name="connsiteY635" fmla="*/ 154098 h 378686"/>
                <a:gd name="connsiteX636" fmla="*/ 72131 w 440981"/>
                <a:gd name="connsiteY636" fmla="*/ 154098 h 378686"/>
                <a:gd name="connsiteX637" fmla="*/ 68852 w 440981"/>
                <a:gd name="connsiteY637" fmla="*/ 154098 h 378686"/>
                <a:gd name="connsiteX638" fmla="*/ 63934 w 440981"/>
                <a:gd name="connsiteY638" fmla="*/ 155737 h 378686"/>
                <a:gd name="connsiteX639" fmla="*/ 60656 w 440981"/>
                <a:gd name="connsiteY639" fmla="*/ 152458 h 378686"/>
                <a:gd name="connsiteX640" fmla="*/ 63934 w 440981"/>
                <a:gd name="connsiteY640" fmla="*/ 152458 h 378686"/>
                <a:gd name="connsiteX641" fmla="*/ 68852 w 440981"/>
                <a:gd name="connsiteY641" fmla="*/ 150819 h 378686"/>
                <a:gd name="connsiteX642" fmla="*/ 63934 w 440981"/>
                <a:gd name="connsiteY642" fmla="*/ 149180 h 378686"/>
                <a:gd name="connsiteX643" fmla="*/ 60656 w 440981"/>
                <a:gd name="connsiteY643" fmla="*/ 150819 h 378686"/>
                <a:gd name="connsiteX644" fmla="*/ 59016 w 440981"/>
                <a:gd name="connsiteY644" fmla="*/ 149180 h 378686"/>
                <a:gd name="connsiteX645" fmla="*/ 55737 w 440981"/>
                <a:gd name="connsiteY645" fmla="*/ 150819 h 378686"/>
                <a:gd name="connsiteX646" fmla="*/ 54098 w 440981"/>
                <a:gd name="connsiteY646" fmla="*/ 155737 h 378686"/>
                <a:gd name="connsiteX647" fmla="*/ 54098 w 440981"/>
                <a:gd name="connsiteY647" fmla="*/ 150819 h 378686"/>
                <a:gd name="connsiteX648" fmla="*/ 50820 w 440981"/>
                <a:gd name="connsiteY648" fmla="*/ 147540 h 378686"/>
                <a:gd name="connsiteX649" fmla="*/ 54098 w 440981"/>
                <a:gd name="connsiteY649" fmla="*/ 144262 h 378686"/>
                <a:gd name="connsiteX650" fmla="*/ 50820 w 440981"/>
                <a:gd name="connsiteY650" fmla="*/ 147540 h 378686"/>
                <a:gd name="connsiteX651" fmla="*/ 47541 w 440981"/>
                <a:gd name="connsiteY651" fmla="*/ 145901 h 378686"/>
                <a:gd name="connsiteX652" fmla="*/ 49180 w 440981"/>
                <a:gd name="connsiteY652" fmla="*/ 142622 h 378686"/>
                <a:gd name="connsiteX653" fmla="*/ 44262 w 440981"/>
                <a:gd name="connsiteY653" fmla="*/ 144262 h 378686"/>
                <a:gd name="connsiteX654" fmla="*/ 40983 w 440981"/>
                <a:gd name="connsiteY654" fmla="*/ 144262 h 378686"/>
                <a:gd name="connsiteX655" fmla="*/ 40983 w 440981"/>
                <a:gd name="connsiteY655" fmla="*/ 142622 h 378686"/>
                <a:gd name="connsiteX656" fmla="*/ 37705 w 440981"/>
                <a:gd name="connsiteY656" fmla="*/ 142622 h 378686"/>
                <a:gd name="connsiteX657" fmla="*/ 32787 w 440981"/>
                <a:gd name="connsiteY657" fmla="*/ 140983 h 378686"/>
                <a:gd name="connsiteX658" fmla="*/ 29508 w 440981"/>
                <a:gd name="connsiteY658" fmla="*/ 140983 h 378686"/>
                <a:gd name="connsiteX659" fmla="*/ 26229 w 440981"/>
                <a:gd name="connsiteY659" fmla="*/ 137704 h 378686"/>
                <a:gd name="connsiteX660" fmla="*/ 22951 w 440981"/>
                <a:gd name="connsiteY660" fmla="*/ 137704 h 378686"/>
                <a:gd name="connsiteX661" fmla="*/ 19672 w 440981"/>
                <a:gd name="connsiteY661" fmla="*/ 139344 h 378686"/>
                <a:gd name="connsiteX662" fmla="*/ 14754 w 440981"/>
                <a:gd name="connsiteY662" fmla="*/ 142622 h 378686"/>
                <a:gd name="connsiteX663" fmla="*/ 13114 w 440981"/>
                <a:gd name="connsiteY663" fmla="*/ 137704 h 378686"/>
                <a:gd name="connsiteX664" fmla="*/ 9836 w 440981"/>
                <a:gd name="connsiteY664" fmla="*/ 134426 h 378686"/>
                <a:gd name="connsiteX665" fmla="*/ 6557 w 440981"/>
                <a:gd name="connsiteY665" fmla="*/ 132786 h 378686"/>
                <a:gd name="connsiteX666" fmla="*/ 3279 w 440981"/>
                <a:gd name="connsiteY666" fmla="*/ 131147 h 378686"/>
                <a:gd name="connsiteX667" fmla="*/ 0 w 440981"/>
                <a:gd name="connsiteY667" fmla="*/ 131147 h 378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</a:cxnLst>
              <a:rect l="l" t="t" r="r" b="b"/>
              <a:pathLst>
                <a:path w="440981" h="378686">
                  <a:moveTo>
                    <a:pt x="0" y="131147"/>
                  </a:moveTo>
                  <a:lnTo>
                    <a:pt x="4918" y="129508"/>
                  </a:lnTo>
                  <a:lnTo>
                    <a:pt x="8197" y="129508"/>
                  </a:lnTo>
                  <a:lnTo>
                    <a:pt x="11476" y="127868"/>
                  </a:lnTo>
                  <a:lnTo>
                    <a:pt x="14754" y="127868"/>
                  </a:lnTo>
                  <a:lnTo>
                    <a:pt x="14754" y="124590"/>
                  </a:lnTo>
                  <a:lnTo>
                    <a:pt x="11476" y="122950"/>
                  </a:lnTo>
                  <a:lnTo>
                    <a:pt x="8197" y="124590"/>
                  </a:lnTo>
                  <a:lnTo>
                    <a:pt x="4918" y="121311"/>
                  </a:lnTo>
                  <a:lnTo>
                    <a:pt x="8197" y="119672"/>
                  </a:lnTo>
                  <a:lnTo>
                    <a:pt x="11476" y="121311"/>
                  </a:lnTo>
                  <a:lnTo>
                    <a:pt x="16393" y="119672"/>
                  </a:lnTo>
                  <a:lnTo>
                    <a:pt x="19672" y="119672"/>
                  </a:lnTo>
                  <a:lnTo>
                    <a:pt x="16393" y="119672"/>
                  </a:lnTo>
                  <a:lnTo>
                    <a:pt x="11476" y="118032"/>
                  </a:lnTo>
                  <a:lnTo>
                    <a:pt x="13114" y="116393"/>
                  </a:lnTo>
                  <a:lnTo>
                    <a:pt x="13114" y="116393"/>
                  </a:lnTo>
                  <a:lnTo>
                    <a:pt x="8197" y="116393"/>
                  </a:lnTo>
                  <a:lnTo>
                    <a:pt x="4918" y="118032"/>
                  </a:lnTo>
                  <a:lnTo>
                    <a:pt x="1639" y="118032"/>
                  </a:lnTo>
                  <a:lnTo>
                    <a:pt x="0" y="118032"/>
                  </a:lnTo>
                  <a:lnTo>
                    <a:pt x="0" y="114754"/>
                  </a:lnTo>
                  <a:lnTo>
                    <a:pt x="0" y="111475"/>
                  </a:lnTo>
                  <a:lnTo>
                    <a:pt x="4918" y="108196"/>
                  </a:lnTo>
                  <a:lnTo>
                    <a:pt x="8197" y="106557"/>
                  </a:lnTo>
                  <a:lnTo>
                    <a:pt x="11476" y="106557"/>
                  </a:lnTo>
                  <a:lnTo>
                    <a:pt x="14754" y="103278"/>
                  </a:lnTo>
                  <a:lnTo>
                    <a:pt x="18033" y="104917"/>
                  </a:lnTo>
                  <a:lnTo>
                    <a:pt x="22951" y="103278"/>
                  </a:lnTo>
                  <a:lnTo>
                    <a:pt x="26229" y="101639"/>
                  </a:lnTo>
                  <a:lnTo>
                    <a:pt x="29508" y="103278"/>
                  </a:lnTo>
                  <a:lnTo>
                    <a:pt x="34426" y="101639"/>
                  </a:lnTo>
                  <a:lnTo>
                    <a:pt x="37705" y="103278"/>
                  </a:lnTo>
                  <a:lnTo>
                    <a:pt x="39344" y="103278"/>
                  </a:lnTo>
                  <a:lnTo>
                    <a:pt x="42623" y="101639"/>
                  </a:lnTo>
                  <a:lnTo>
                    <a:pt x="42623" y="98360"/>
                  </a:lnTo>
                  <a:lnTo>
                    <a:pt x="47541" y="98360"/>
                  </a:lnTo>
                  <a:lnTo>
                    <a:pt x="50820" y="96721"/>
                  </a:lnTo>
                  <a:lnTo>
                    <a:pt x="54098" y="95082"/>
                  </a:lnTo>
                  <a:lnTo>
                    <a:pt x="57377" y="95082"/>
                  </a:lnTo>
                  <a:lnTo>
                    <a:pt x="57377" y="100000"/>
                  </a:lnTo>
                  <a:lnTo>
                    <a:pt x="62295" y="100000"/>
                  </a:lnTo>
                  <a:lnTo>
                    <a:pt x="65573" y="103278"/>
                  </a:lnTo>
                  <a:lnTo>
                    <a:pt x="67213" y="106557"/>
                  </a:lnTo>
                  <a:lnTo>
                    <a:pt x="70491" y="111475"/>
                  </a:lnTo>
                  <a:lnTo>
                    <a:pt x="75410" y="108196"/>
                  </a:lnTo>
                  <a:lnTo>
                    <a:pt x="78688" y="106557"/>
                  </a:lnTo>
                  <a:lnTo>
                    <a:pt x="81967" y="104917"/>
                  </a:lnTo>
                  <a:lnTo>
                    <a:pt x="83606" y="103278"/>
                  </a:lnTo>
                  <a:lnTo>
                    <a:pt x="86885" y="106557"/>
                  </a:lnTo>
                  <a:lnTo>
                    <a:pt x="90164" y="106557"/>
                  </a:lnTo>
                  <a:lnTo>
                    <a:pt x="90164" y="106557"/>
                  </a:lnTo>
                  <a:lnTo>
                    <a:pt x="93442" y="106557"/>
                  </a:lnTo>
                  <a:lnTo>
                    <a:pt x="95081" y="108196"/>
                  </a:lnTo>
                  <a:lnTo>
                    <a:pt x="95081" y="111475"/>
                  </a:lnTo>
                  <a:lnTo>
                    <a:pt x="96721" y="109836"/>
                  </a:lnTo>
                  <a:lnTo>
                    <a:pt x="95081" y="109836"/>
                  </a:lnTo>
                  <a:lnTo>
                    <a:pt x="95081" y="108196"/>
                  </a:lnTo>
                  <a:lnTo>
                    <a:pt x="95081" y="104917"/>
                  </a:lnTo>
                  <a:lnTo>
                    <a:pt x="98360" y="103278"/>
                  </a:lnTo>
                  <a:lnTo>
                    <a:pt x="100000" y="106557"/>
                  </a:lnTo>
                  <a:lnTo>
                    <a:pt x="104917" y="106557"/>
                  </a:lnTo>
                  <a:lnTo>
                    <a:pt x="108196" y="106557"/>
                  </a:lnTo>
                  <a:lnTo>
                    <a:pt x="108196" y="104917"/>
                  </a:lnTo>
                  <a:lnTo>
                    <a:pt x="111475" y="106557"/>
                  </a:lnTo>
                  <a:lnTo>
                    <a:pt x="116393" y="104917"/>
                  </a:lnTo>
                  <a:lnTo>
                    <a:pt x="111475" y="103278"/>
                  </a:lnTo>
                  <a:lnTo>
                    <a:pt x="109836" y="100000"/>
                  </a:lnTo>
                  <a:lnTo>
                    <a:pt x="109836" y="98360"/>
                  </a:lnTo>
                  <a:lnTo>
                    <a:pt x="109836" y="95082"/>
                  </a:lnTo>
                  <a:lnTo>
                    <a:pt x="109836" y="91803"/>
                  </a:lnTo>
                  <a:lnTo>
                    <a:pt x="109836" y="88524"/>
                  </a:lnTo>
                  <a:lnTo>
                    <a:pt x="109836" y="83606"/>
                  </a:lnTo>
                  <a:lnTo>
                    <a:pt x="111475" y="80327"/>
                  </a:lnTo>
                  <a:lnTo>
                    <a:pt x="106557" y="77049"/>
                  </a:lnTo>
                  <a:lnTo>
                    <a:pt x="103278" y="73770"/>
                  </a:lnTo>
                  <a:lnTo>
                    <a:pt x="103278" y="70492"/>
                  </a:lnTo>
                  <a:lnTo>
                    <a:pt x="101639" y="67213"/>
                  </a:lnTo>
                  <a:lnTo>
                    <a:pt x="101639" y="62295"/>
                  </a:lnTo>
                  <a:lnTo>
                    <a:pt x="100000" y="59016"/>
                  </a:lnTo>
                  <a:lnTo>
                    <a:pt x="103278" y="59016"/>
                  </a:lnTo>
                  <a:lnTo>
                    <a:pt x="106557" y="60655"/>
                  </a:lnTo>
                  <a:lnTo>
                    <a:pt x="109836" y="62295"/>
                  </a:lnTo>
                  <a:lnTo>
                    <a:pt x="113114" y="62295"/>
                  </a:lnTo>
                  <a:lnTo>
                    <a:pt x="118032" y="60655"/>
                  </a:lnTo>
                  <a:lnTo>
                    <a:pt x="121311" y="60655"/>
                  </a:lnTo>
                  <a:lnTo>
                    <a:pt x="122950" y="63934"/>
                  </a:lnTo>
                  <a:lnTo>
                    <a:pt x="121311" y="67213"/>
                  </a:lnTo>
                  <a:lnTo>
                    <a:pt x="124590" y="70492"/>
                  </a:lnTo>
                  <a:lnTo>
                    <a:pt x="124590" y="75410"/>
                  </a:lnTo>
                  <a:lnTo>
                    <a:pt x="126229" y="75410"/>
                  </a:lnTo>
                  <a:lnTo>
                    <a:pt x="129508" y="73770"/>
                  </a:lnTo>
                  <a:lnTo>
                    <a:pt x="132786" y="73770"/>
                  </a:lnTo>
                  <a:lnTo>
                    <a:pt x="137704" y="75410"/>
                  </a:lnTo>
                  <a:lnTo>
                    <a:pt x="140983" y="75410"/>
                  </a:lnTo>
                  <a:lnTo>
                    <a:pt x="144261" y="75410"/>
                  </a:lnTo>
                  <a:lnTo>
                    <a:pt x="147540" y="75410"/>
                  </a:lnTo>
                  <a:lnTo>
                    <a:pt x="152458" y="75410"/>
                  </a:lnTo>
                  <a:lnTo>
                    <a:pt x="155737" y="77049"/>
                  </a:lnTo>
                  <a:lnTo>
                    <a:pt x="159016" y="77049"/>
                  </a:lnTo>
                  <a:lnTo>
                    <a:pt x="162294" y="77049"/>
                  </a:lnTo>
                  <a:lnTo>
                    <a:pt x="163934" y="75410"/>
                  </a:lnTo>
                  <a:lnTo>
                    <a:pt x="167213" y="73770"/>
                  </a:lnTo>
                  <a:lnTo>
                    <a:pt x="170491" y="72131"/>
                  </a:lnTo>
                  <a:lnTo>
                    <a:pt x="173770" y="72131"/>
                  </a:lnTo>
                  <a:lnTo>
                    <a:pt x="177048" y="70492"/>
                  </a:lnTo>
                  <a:lnTo>
                    <a:pt x="180327" y="70492"/>
                  </a:lnTo>
                  <a:lnTo>
                    <a:pt x="180327" y="68852"/>
                  </a:lnTo>
                  <a:lnTo>
                    <a:pt x="178688" y="68852"/>
                  </a:lnTo>
                  <a:lnTo>
                    <a:pt x="175409" y="70492"/>
                  </a:lnTo>
                  <a:lnTo>
                    <a:pt x="172130" y="70492"/>
                  </a:lnTo>
                  <a:lnTo>
                    <a:pt x="168851" y="68852"/>
                  </a:lnTo>
                  <a:lnTo>
                    <a:pt x="167213" y="65573"/>
                  </a:lnTo>
                  <a:lnTo>
                    <a:pt x="170491" y="62295"/>
                  </a:lnTo>
                  <a:lnTo>
                    <a:pt x="173770" y="59016"/>
                  </a:lnTo>
                  <a:lnTo>
                    <a:pt x="177048" y="57377"/>
                  </a:lnTo>
                  <a:lnTo>
                    <a:pt x="180327" y="55737"/>
                  </a:lnTo>
                  <a:lnTo>
                    <a:pt x="185245" y="54098"/>
                  </a:lnTo>
                  <a:lnTo>
                    <a:pt x="188524" y="52459"/>
                  </a:lnTo>
                  <a:lnTo>
                    <a:pt x="191803" y="52459"/>
                  </a:lnTo>
                  <a:lnTo>
                    <a:pt x="195081" y="50820"/>
                  </a:lnTo>
                  <a:lnTo>
                    <a:pt x="199999" y="50820"/>
                  </a:lnTo>
                  <a:lnTo>
                    <a:pt x="203278" y="49180"/>
                  </a:lnTo>
                  <a:lnTo>
                    <a:pt x="206557" y="47541"/>
                  </a:lnTo>
                  <a:lnTo>
                    <a:pt x="208196" y="47541"/>
                  </a:lnTo>
                  <a:lnTo>
                    <a:pt x="211474" y="44262"/>
                  </a:lnTo>
                  <a:lnTo>
                    <a:pt x="214753" y="40983"/>
                  </a:lnTo>
                  <a:lnTo>
                    <a:pt x="218032" y="37705"/>
                  </a:lnTo>
                  <a:lnTo>
                    <a:pt x="221310" y="39344"/>
                  </a:lnTo>
                  <a:lnTo>
                    <a:pt x="218032" y="36065"/>
                  </a:lnTo>
                  <a:lnTo>
                    <a:pt x="218032" y="31147"/>
                  </a:lnTo>
                  <a:lnTo>
                    <a:pt x="219671" y="31147"/>
                  </a:lnTo>
                  <a:lnTo>
                    <a:pt x="219671" y="27869"/>
                  </a:lnTo>
                  <a:lnTo>
                    <a:pt x="219671" y="24590"/>
                  </a:lnTo>
                  <a:lnTo>
                    <a:pt x="219671" y="19672"/>
                  </a:lnTo>
                  <a:lnTo>
                    <a:pt x="219671" y="16393"/>
                  </a:lnTo>
                  <a:lnTo>
                    <a:pt x="221310" y="13115"/>
                  </a:lnTo>
                  <a:lnTo>
                    <a:pt x="222950" y="8197"/>
                  </a:lnTo>
                  <a:lnTo>
                    <a:pt x="227868" y="6557"/>
                  </a:lnTo>
                  <a:lnTo>
                    <a:pt x="229507" y="4918"/>
                  </a:lnTo>
                  <a:lnTo>
                    <a:pt x="232786" y="4918"/>
                  </a:lnTo>
                  <a:lnTo>
                    <a:pt x="237704" y="4918"/>
                  </a:lnTo>
                  <a:lnTo>
                    <a:pt x="240983" y="3279"/>
                  </a:lnTo>
                  <a:lnTo>
                    <a:pt x="244261" y="1639"/>
                  </a:lnTo>
                  <a:lnTo>
                    <a:pt x="247540" y="1639"/>
                  </a:lnTo>
                  <a:lnTo>
                    <a:pt x="250818" y="1639"/>
                  </a:lnTo>
                  <a:lnTo>
                    <a:pt x="252458" y="0"/>
                  </a:lnTo>
                  <a:lnTo>
                    <a:pt x="252458" y="1639"/>
                  </a:lnTo>
                  <a:lnTo>
                    <a:pt x="254097" y="6557"/>
                  </a:lnTo>
                  <a:lnTo>
                    <a:pt x="254097" y="8197"/>
                  </a:lnTo>
                  <a:lnTo>
                    <a:pt x="254097" y="11475"/>
                  </a:lnTo>
                  <a:lnTo>
                    <a:pt x="259015" y="14754"/>
                  </a:lnTo>
                  <a:lnTo>
                    <a:pt x="262294" y="16393"/>
                  </a:lnTo>
                  <a:lnTo>
                    <a:pt x="262294" y="16393"/>
                  </a:lnTo>
                  <a:lnTo>
                    <a:pt x="263933" y="18033"/>
                  </a:lnTo>
                  <a:lnTo>
                    <a:pt x="267212" y="14754"/>
                  </a:lnTo>
                  <a:lnTo>
                    <a:pt x="268851" y="14754"/>
                  </a:lnTo>
                  <a:lnTo>
                    <a:pt x="270491" y="14754"/>
                  </a:lnTo>
                  <a:lnTo>
                    <a:pt x="270491" y="13115"/>
                  </a:lnTo>
                  <a:lnTo>
                    <a:pt x="272130" y="13115"/>
                  </a:lnTo>
                  <a:lnTo>
                    <a:pt x="273769" y="14754"/>
                  </a:lnTo>
                  <a:lnTo>
                    <a:pt x="273769" y="14754"/>
                  </a:lnTo>
                  <a:lnTo>
                    <a:pt x="273769" y="16393"/>
                  </a:lnTo>
                  <a:lnTo>
                    <a:pt x="275408" y="16393"/>
                  </a:lnTo>
                  <a:lnTo>
                    <a:pt x="275408" y="21311"/>
                  </a:lnTo>
                  <a:lnTo>
                    <a:pt x="275408" y="21311"/>
                  </a:lnTo>
                  <a:lnTo>
                    <a:pt x="277048" y="24590"/>
                  </a:lnTo>
                  <a:lnTo>
                    <a:pt x="281966" y="24590"/>
                  </a:lnTo>
                  <a:lnTo>
                    <a:pt x="285245" y="26229"/>
                  </a:lnTo>
                  <a:lnTo>
                    <a:pt x="285245" y="26229"/>
                  </a:lnTo>
                  <a:lnTo>
                    <a:pt x="286884" y="26229"/>
                  </a:lnTo>
                  <a:lnTo>
                    <a:pt x="288523" y="27869"/>
                  </a:lnTo>
                  <a:lnTo>
                    <a:pt x="288523" y="29508"/>
                  </a:lnTo>
                  <a:lnTo>
                    <a:pt x="288523" y="29508"/>
                  </a:lnTo>
                  <a:lnTo>
                    <a:pt x="288523" y="32787"/>
                  </a:lnTo>
                  <a:lnTo>
                    <a:pt x="293441" y="32787"/>
                  </a:lnTo>
                  <a:lnTo>
                    <a:pt x="296720" y="32787"/>
                  </a:lnTo>
                  <a:lnTo>
                    <a:pt x="296720" y="32787"/>
                  </a:lnTo>
                  <a:lnTo>
                    <a:pt x="298360" y="32787"/>
                  </a:lnTo>
                  <a:lnTo>
                    <a:pt x="301638" y="32787"/>
                  </a:lnTo>
                  <a:lnTo>
                    <a:pt x="303277" y="34426"/>
                  </a:lnTo>
                  <a:lnTo>
                    <a:pt x="304917" y="37705"/>
                  </a:lnTo>
                  <a:lnTo>
                    <a:pt x="306556" y="42623"/>
                  </a:lnTo>
                  <a:lnTo>
                    <a:pt x="304917" y="45901"/>
                  </a:lnTo>
                  <a:lnTo>
                    <a:pt x="304917" y="47541"/>
                  </a:lnTo>
                  <a:lnTo>
                    <a:pt x="304917" y="47541"/>
                  </a:lnTo>
                  <a:lnTo>
                    <a:pt x="304917" y="47541"/>
                  </a:lnTo>
                  <a:lnTo>
                    <a:pt x="304917" y="49180"/>
                  </a:lnTo>
                  <a:lnTo>
                    <a:pt x="306556" y="49180"/>
                  </a:lnTo>
                  <a:lnTo>
                    <a:pt x="309835" y="49180"/>
                  </a:lnTo>
                  <a:lnTo>
                    <a:pt x="313113" y="49180"/>
                  </a:lnTo>
                  <a:lnTo>
                    <a:pt x="316392" y="49180"/>
                  </a:lnTo>
                  <a:lnTo>
                    <a:pt x="321310" y="47541"/>
                  </a:lnTo>
                  <a:lnTo>
                    <a:pt x="321310" y="47541"/>
                  </a:lnTo>
                  <a:lnTo>
                    <a:pt x="322950" y="42623"/>
                  </a:lnTo>
                  <a:lnTo>
                    <a:pt x="326228" y="40983"/>
                  </a:lnTo>
                  <a:lnTo>
                    <a:pt x="326228" y="39344"/>
                  </a:lnTo>
                  <a:lnTo>
                    <a:pt x="327867" y="39344"/>
                  </a:lnTo>
                  <a:lnTo>
                    <a:pt x="327867" y="40983"/>
                  </a:lnTo>
                  <a:lnTo>
                    <a:pt x="327867" y="44262"/>
                  </a:lnTo>
                  <a:lnTo>
                    <a:pt x="326228" y="47541"/>
                  </a:lnTo>
                  <a:lnTo>
                    <a:pt x="329507" y="50820"/>
                  </a:lnTo>
                  <a:lnTo>
                    <a:pt x="327867" y="54098"/>
                  </a:lnTo>
                  <a:lnTo>
                    <a:pt x="331146" y="55737"/>
                  </a:lnTo>
                  <a:lnTo>
                    <a:pt x="332785" y="55737"/>
                  </a:lnTo>
                  <a:lnTo>
                    <a:pt x="334425" y="57377"/>
                  </a:lnTo>
                  <a:lnTo>
                    <a:pt x="337703" y="59016"/>
                  </a:lnTo>
                  <a:lnTo>
                    <a:pt x="340982" y="60655"/>
                  </a:lnTo>
                  <a:lnTo>
                    <a:pt x="345900" y="63934"/>
                  </a:lnTo>
                  <a:lnTo>
                    <a:pt x="345900" y="63934"/>
                  </a:lnTo>
                  <a:lnTo>
                    <a:pt x="347540" y="67213"/>
                  </a:lnTo>
                  <a:lnTo>
                    <a:pt x="349179" y="68852"/>
                  </a:lnTo>
                  <a:lnTo>
                    <a:pt x="352457" y="67213"/>
                  </a:lnTo>
                  <a:lnTo>
                    <a:pt x="355736" y="67213"/>
                  </a:lnTo>
                  <a:lnTo>
                    <a:pt x="355736" y="67213"/>
                  </a:lnTo>
                  <a:lnTo>
                    <a:pt x="359015" y="67213"/>
                  </a:lnTo>
                  <a:lnTo>
                    <a:pt x="359015" y="67213"/>
                  </a:lnTo>
                  <a:lnTo>
                    <a:pt x="359015" y="67213"/>
                  </a:lnTo>
                  <a:lnTo>
                    <a:pt x="360654" y="67213"/>
                  </a:lnTo>
                  <a:lnTo>
                    <a:pt x="360654" y="67213"/>
                  </a:lnTo>
                  <a:lnTo>
                    <a:pt x="363933" y="68852"/>
                  </a:lnTo>
                  <a:lnTo>
                    <a:pt x="365572" y="70492"/>
                  </a:lnTo>
                  <a:lnTo>
                    <a:pt x="368851" y="70492"/>
                  </a:lnTo>
                  <a:lnTo>
                    <a:pt x="370490" y="70492"/>
                  </a:lnTo>
                  <a:lnTo>
                    <a:pt x="372130" y="68852"/>
                  </a:lnTo>
                  <a:lnTo>
                    <a:pt x="373769" y="68852"/>
                  </a:lnTo>
                  <a:lnTo>
                    <a:pt x="378687" y="70492"/>
                  </a:lnTo>
                  <a:lnTo>
                    <a:pt x="378687" y="70492"/>
                  </a:lnTo>
                  <a:lnTo>
                    <a:pt x="378687" y="70492"/>
                  </a:lnTo>
                  <a:lnTo>
                    <a:pt x="381965" y="70492"/>
                  </a:lnTo>
                  <a:lnTo>
                    <a:pt x="385244" y="75410"/>
                  </a:lnTo>
                  <a:lnTo>
                    <a:pt x="388523" y="78688"/>
                  </a:lnTo>
                  <a:lnTo>
                    <a:pt x="390162" y="80327"/>
                  </a:lnTo>
                  <a:lnTo>
                    <a:pt x="393441" y="83606"/>
                  </a:lnTo>
                  <a:lnTo>
                    <a:pt x="396720" y="80327"/>
                  </a:lnTo>
                  <a:lnTo>
                    <a:pt x="396720" y="80327"/>
                  </a:lnTo>
                  <a:lnTo>
                    <a:pt x="398359" y="81967"/>
                  </a:lnTo>
                  <a:lnTo>
                    <a:pt x="399998" y="81967"/>
                  </a:lnTo>
                  <a:lnTo>
                    <a:pt x="401638" y="85245"/>
                  </a:lnTo>
                  <a:lnTo>
                    <a:pt x="404916" y="85245"/>
                  </a:lnTo>
                  <a:lnTo>
                    <a:pt x="408195" y="85245"/>
                  </a:lnTo>
                  <a:lnTo>
                    <a:pt x="411474" y="81967"/>
                  </a:lnTo>
                  <a:lnTo>
                    <a:pt x="414752" y="83606"/>
                  </a:lnTo>
                  <a:lnTo>
                    <a:pt x="416391" y="83606"/>
                  </a:lnTo>
                  <a:lnTo>
                    <a:pt x="419670" y="86885"/>
                  </a:lnTo>
                  <a:lnTo>
                    <a:pt x="421310" y="88524"/>
                  </a:lnTo>
                  <a:lnTo>
                    <a:pt x="424588" y="88524"/>
                  </a:lnTo>
                  <a:lnTo>
                    <a:pt x="427867" y="88524"/>
                  </a:lnTo>
                  <a:lnTo>
                    <a:pt x="431145" y="88524"/>
                  </a:lnTo>
                  <a:lnTo>
                    <a:pt x="432785" y="88524"/>
                  </a:lnTo>
                  <a:lnTo>
                    <a:pt x="436064" y="90164"/>
                  </a:lnTo>
                  <a:lnTo>
                    <a:pt x="439342" y="91803"/>
                  </a:lnTo>
                  <a:lnTo>
                    <a:pt x="439342" y="91803"/>
                  </a:lnTo>
                  <a:lnTo>
                    <a:pt x="440981" y="91803"/>
                  </a:lnTo>
                  <a:lnTo>
                    <a:pt x="439342" y="93442"/>
                  </a:lnTo>
                  <a:lnTo>
                    <a:pt x="436064" y="96721"/>
                  </a:lnTo>
                  <a:lnTo>
                    <a:pt x="432785" y="100000"/>
                  </a:lnTo>
                  <a:lnTo>
                    <a:pt x="429506" y="103278"/>
                  </a:lnTo>
                  <a:lnTo>
                    <a:pt x="426228" y="106557"/>
                  </a:lnTo>
                  <a:lnTo>
                    <a:pt x="426228" y="108196"/>
                  </a:lnTo>
                  <a:lnTo>
                    <a:pt x="426228" y="108196"/>
                  </a:lnTo>
                  <a:lnTo>
                    <a:pt x="424588" y="111475"/>
                  </a:lnTo>
                  <a:lnTo>
                    <a:pt x="424588" y="114754"/>
                  </a:lnTo>
                  <a:lnTo>
                    <a:pt x="424588" y="118032"/>
                  </a:lnTo>
                  <a:lnTo>
                    <a:pt x="422949" y="119672"/>
                  </a:lnTo>
                  <a:lnTo>
                    <a:pt x="421310" y="122950"/>
                  </a:lnTo>
                  <a:lnTo>
                    <a:pt x="419670" y="126229"/>
                  </a:lnTo>
                  <a:lnTo>
                    <a:pt x="418031" y="127868"/>
                  </a:lnTo>
                  <a:lnTo>
                    <a:pt x="418031" y="131147"/>
                  </a:lnTo>
                  <a:lnTo>
                    <a:pt x="418031" y="131147"/>
                  </a:lnTo>
                  <a:lnTo>
                    <a:pt x="419670" y="132786"/>
                  </a:lnTo>
                  <a:lnTo>
                    <a:pt x="419670" y="132786"/>
                  </a:lnTo>
                  <a:lnTo>
                    <a:pt x="418031" y="137704"/>
                  </a:lnTo>
                  <a:lnTo>
                    <a:pt x="416391" y="140983"/>
                  </a:lnTo>
                  <a:lnTo>
                    <a:pt x="416391" y="142622"/>
                  </a:lnTo>
                  <a:lnTo>
                    <a:pt x="416391" y="145901"/>
                  </a:lnTo>
                  <a:lnTo>
                    <a:pt x="418031" y="149180"/>
                  </a:lnTo>
                  <a:lnTo>
                    <a:pt x="418031" y="150819"/>
                  </a:lnTo>
                  <a:lnTo>
                    <a:pt x="418031" y="150819"/>
                  </a:lnTo>
                  <a:lnTo>
                    <a:pt x="418031" y="150819"/>
                  </a:lnTo>
                  <a:lnTo>
                    <a:pt x="416391" y="150819"/>
                  </a:lnTo>
                  <a:lnTo>
                    <a:pt x="414752" y="154098"/>
                  </a:lnTo>
                  <a:lnTo>
                    <a:pt x="413113" y="155737"/>
                  </a:lnTo>
                  <a:lnTo>
                    <a:pt x="413113" y="155737"/>
                  </a:lnTo>
                  <a:lnTo>
                    <a:pt x="411474" y="157376"/>
                  </a:lnTo>
                  <a:lnTo>
                    <a:pt x="409834" y="157376"/>
                  </a:lnTo>
                  <a:lnTo>
                    <a:pt x="406555" y="157376"/>
                  </a:lnTo>
                  <a:lnTo>
                    <a:pt x="403277" y="154098"/>
                  </a:lnTo>
                  <a:lnTo>
                    <a:pt x="403277" y="154098"/>
                  </a:lnTo>
                  <a:lnTo>
                    <a:pt x="401638" y="154098"/>
                  </a:lnTo>
                  <a:lnTo>
                    <a:pt x="399998" y="154098"/>
                  </a:lnTo>
                  <a:lnTo>
                    <a:pt x="398359" y="154098"/>
                  </a:lnTo>
                  <a:lnTo>
                    <a:pt x="398359" y="154098"/>
                  </a:lnTo>
                  <a:lnTo>
                    <a:pt x="398359" y="154098"/>
                  </a:lnTo>
                  <a:lnTo>
                    <a:pt x="398359" y="154098"/>
                  </a:lnTo>
                  <a:lnTo>
                    <a:pt x="398359" y="157376"/>
                  </a:lnTo>
                  <a:lnTo>
                    <a:pt x="396720" y="160655"/>
                  </a:lnTo>
                  <a:lnTo>
                    <a:pt x="399998" y="160655"/>
                  </a:lnTo>
                  <a:lnTo>
                    <a:pt x="399998" y="160655"/>
                  </a:lnTo>
                  <a:lnTo>
                    <a:pt x="398359" y="162294"/>
                  </a:lnTo>
                  <a:lnTo>
                    <a:pt x="396720" y="165573"/>
                  </a:lnTo>
                  <a:lnTo>
                    <a:pt x="393441" y="168852"/>
                  </a:lnTo>
                  <a:lnTo>
                    <a:pt x="391801" y="170491"/>
                  </a:lnTo>
                  <a:lnTo>
                    <a:pt x="386884" y="173770"/>
                  </a:lnTo>
                  <a:lnTo>
                    <a:pt x="388523" y="173770"/>
                  </a:lnTo>
                  <a:lnTo>
                    <a:pt x="386884" y="175409"/>
                  </a:lnTo>
                  <a:lnTo>
                    <a:pt x="381965" y="177048"/>
                  </a:lnTo>
                  <a:lnTo>
                    <a:pt x="378687" y="180327"/>
                  </a:lnTo>
                  <a:lnTo>
                    <a:pt x="378687" y="181966"/>
                  </a:lnTo>
                  <a:lnTo>
                    <a:pt x="378687" y="183606"/>
                  </a:lnTo>
                  <a:lnTo>
                    <a:pt x="375408" y="188524"/>
                  </a:lnTo>
                  <a:lnTo>
                    <a:pt x="375408" y="188524"/>
                  </a:lnTo>
                  <a:lnTo>
                    <a:pt x="373769" y="188524"/>
                  </a:lnTo>
                  <a:lnTo>
                    <a:pt x="370490" y="191802"/>
                  </a:lnTo>
                  <a:lnTo>
                    <a:pt x="368851" y="195081"/>
                  </a:lnTo>
                  <a:lnTo>
                    <a:pt x="368851" y="195081"/>
                  </a:lnTo>
                  <a:lnTo>
                    <a:pt x="365572" y="198360"/>
                  </a:lnTo>
                  <a:lnTo>
                    <a:pt x="365572" y="199999"/>
                  </a:lnTo>
                  <a:lnTo>
                    <a:pt x="365572" y="199999"/>
                  </a:lnTo>
                  <a:lnTo>
                    <a:pt x="367211" y="201638"/>
                  </a:lnTo>
                  <a:lnTo>
                    <a:pt x="367211" y="204917"/>
                  </a:lnTo>
                  <a:lnTo>
                    <a:pt x="365572" y="208196"/>
                  </a:lnTo>
                  <a:lnTo>
                    <a:pt x="362294" y="211474"/>
                  </a:lnTo>
                  <a:lnTo>
                    <a:pt x="362294" y="211474"/>
                  </a:lnTo>
                  <a:lnTo>
                    <a:pt x="362294" y="213114"/>
                  </a:lnTo>
                  <a:lnTo>
                    <a:pt x="362294" y="213114"/>
                  </a:lnTo>
                  <a:lnTo>
                    <a:pt x="365572" y="213114"/>
                  </a:lnTo>
                  <a:lnTo>
                    <a:pt x="368851" y="211474"/>
                  </a:lnTo>
                  <a:lnTo>
                    <a:pt x="370490" y="209835"/>
                  </a:lnTo>
                  <a:lnTo>
                    <a:pt x="372130" y="206557"/>
                  </a:lnTo>
                  <a:lnTo>
                    <a:pt x="372130" y="204917"/>
                  </a:lnTo>
                  <a:lnTo>
                    <a:pt x="372130" y="203278"/>
                  </a:lnTo>
                  <a:lnTo>
                    <a:pt x="375408" y="201638"/>
                  </a:lnTo>
                  <a:lnTo>
                    <a:pt x="380326" y="199999"/>
                  </a:lnTo>
                  <a:lnTo>
                    <a:pt x="383605" y="199999"/>
                  </a:lnTo>
                  <a:lnTo>
                    <a:pt x="386884" y="199999"/>
                  </a:lnTo>
                  <a:lnTo>
                    <a:pt x="390162" y="201638"/>
                  </a:lnTo>
                  <a:lnTo>
                    <a:pt x="390162" y="201638"/>
                  </a:lnTo>
                  <a:lnTo>
                    <a:pt x="391801" y="204917"/>
                  </a:lnTo>
                  <a:lnTo>
                    <a:pt x="390162" y="209835"/>
                  </a:lnTo>
                  <a:lnTo>
                    <a:pt x="391801" y="213114"/>
                  </a:lnTo>
                  <a:lnTo>
                    <a:pt x="395080" y="216392"/>
                  </a:lnTo>
                  <a:lnTo>
                    <a:pt x="395080" y="216392"/>
                  </a:lnTo>
                  <a:lnTo>
                    <a:pt x="396720" y="218032"/>
                  </a:lnTo>
                  <a:lnTo>
                    <a:pt x="398359" y="222950"/>
                  </a:lnTo>
                  <a:lnTo>
                    <a:pt x="398359" y="222950"/>
                  </a:lnTo>
                  <a:lnTo>
                    <a:pt x="393441" y="226229"/>
                  </a:lnTo>
                  <a:lnTo>
                    <a:pt x="390162" y="229507"/>
                  </a:lnTo>
                  <a:lnTo>
                    <a:pt x="390162" y="229507"/>
                  </a:lnTo>
                  <a:lnTo>
                    <a:pt x="393441" y="232786"/>
                  </a:lnTo>
                  <a:lnTo>
                    <a:pt x="396720" y="234425"/>
                  </a:lnTo>
                  <a:lnTo>
                    <a:pt x="396720" y="237704"/>
                  </a:lnTo>
                  <a:lnTo>
                    <a:pt x="399998" y="240982"/>
                  </a:lnTo>
                  <a:lnTo>
                    <a:pt x="403277" y="244261"/>
                  </a:lnTo>
                  <a:lnTo>
                    <a:pt x="401638" y="249179"/>
                  </a:lnTo>
                  <a:lnTo>
                    <a:pt x="398359" y="252458"/>
                  </a:lnTo>
                  <a:lnTo>
                    <a:pt x="395080" y="254097"/>
                  </a:lnTo>
                  <a:lnTo>
                    <a:pt x="393441" y="255737"/>
                  </a:lnTo>
                  <a:lnTo>
                    <a:pt x="388523" y="255737"/>
                  </a:lnTo>
                  <a:lnTo>
                    <a:pt x="385244" y="255737"/>
                  </a:lnTo>
                  <a:lnTo>
                    <a:pt x="383605" y="257376"/>
                  </a:lnTo>
                  <a:lnTo>
                    <a:pt x="383605" y="257376"/>
                  </a:lnTo>
                  <a:lnTo>
                    <a:pt x="385244" y="259015"/>
                  </a:lnTo>
                  <a:lnTo>
                    <a:pt x="386884" y="262294"/>
                  </a:lnTo>
                  <a:lnTo>
                    <a:pt x="388523" y="265573"/>
                  </a:lnTo>
                  <a:lnTo>
                    <a:pt x="388523" y="267212"/>
                  </a:lnTo>
                  <a:lnTo>
                    <a:pt x="393441" y="268851"/>
                  </a:lnTo>
                  <a:lnTo>
                    <a:pt x="396720" y="270491"/>
                  </a:lnTo>
                  <a:lnTo>
                    <a:pt x="398359" y="273769"/>
                  </a:lnTo>
                  <a:lnTo>
                    <a:pt x="398359" y="275409"/>
                  </a:lnTo>
                  <a:lnTo>
                    <a:pt x="395080" y="277048"/>
                  </a:lnTo>
                  <a:lnTo>
                    <a:pt x="393441" y="280327"/>
                  </a:lnTo>
                  <a:lnTo>
                    <a:pt x="391801" y="283605"/>
                  </a:lnTo>
                  <a:lnTo>
                    <a:pt x="391801" y="286884"/>
                  </a:lnTo>
                  <a:lnTo>
                    <a:pt x="391801" y="290163"/>
                  </a:lnTo>
                  <a:lnTo>
                    <a:pt x="393441" y="291802"/>
                  </a:lnTo>
                  <a:lnTo>
                    <a:pt x="396720" y="295081"/>
                  </a:lnTo>
                  <a:lnTo>
                    <a:pt x="401638" y="296720"/>
                  </a:lnTo>
                  <a:lnTo>
                    <a:pt x="404916" y="298359"/>
                  </a:lnTo>
                  <a:lnTo>
                    <a:pt x="408195" y="299999"/>
                  </a:lnTo>
                  <a:lnTo>
                    <a:pt x="411474" y="299999"/>
                  </a:lnTo>
                  <a:lnTo>
                    <a:pt x="416391" y="298359"/>
                  </a:lnTo>
                  <a:lnTo>
                    <a:pt x="419670" y="298359"/>
                  </a:lnTo>
                  <a:lnTo>
                    <a:pt x="419670" y="301638"/>
                  </a:lnTo>
                  <a:lnTo>
                    <a:pt x="419670" y="303277"/>
                  </a:lnTo>
                  <a:lnTo>
                    <a:pt x="418031" y="306556"/>
                  </a:lnTo>
                  <a:lnTo>
                    <a:pt x="413113" y="309835"/>
                  </a:lnTo>
                  <a:lnTo>
                    <a:pt x="413113" y="314753"/>
                  </a:lnTo>
                  <a:lnTo>
                    <a:pt x="413113" y="314753"/>
                  </a:lnTo>
                  <a:lnTo>
                    <a:pt x="414752" y="314753"/>
                  </a:lnTo>
                  <a:lnTo>
                    <a:pt x="411474" y="316392"/>
                  </a:lnTo>
                  <a:lnTo>
                    <a:pt x="409834" y="316392"/>
                  </a:lnTo>
                  <a:lnTo>
                    <a:pt x="409834" y="316392"/>
                  </a:lnTo>
                  <a:lnTo>
                    <a:pt x="409834" y="318031"/>
                  </a:lnTo>
                  <a:lnTo>
                    <a:pt x="404916" y="318031"/>
                  </a:lnTo>
                  <a:lnTo>
                    <a:pt x="401638" y="319671"/>
                  </a:lnTo>
                  <a:lnTo>
                    <a:pt x="399998" y="324589"/>
                  </a:lnTo>
                  <a:lnTo>
                    <a:pt x="396720" y="326228"/>
                  </a:lnTo>
                  <a:lnTo>
                    <a:pt x="395080" y="326228"/>
                  </a:lnTo>
                  <a:lnTo>
                    <a:pt x="393441" y="329507"/>
                  </a:lnTo>
                  <a:lnTo>
                    <a:pt x="388523" y="331146"/>
                  </a:lnTo>
                  <a:lnTo>
                    <a:pt x="385244" y="334425"/>
                  </a:lnTo>
                  <a:lnTo>
                    <a:pt x="381965" y="336064"/>
                  </a:lnTo>
                  <a:lnTo>
                    <a:pt x="383605" y="339343"/>
                  </a:lnTo>
                  <a:lnTo>
                    <a:pt x="380326" y="340982"/>
                  </a:lnTo>
                  <a:lnTo>
                    <a:pt x="377047" y="342621"/>
                  </a:lnTo>
                  <a:lnTo>
                    <a:pt x="372130" y="345900"/>
                  </a:lnTo>
                  <a:lnTo>
                    <a:pt x="368851" y="344261"/>
                  </a:lnTo>
                  <a:lnTo>
                    <a:pt x="365572" y="347539"/>
                  </a:lnTo>
                  <a:lnTo>
                    <a:pt x="362294" y="345900"/>
                  </a:lnTo>
                  <a:lnTo>
                    <a:pt x="357375" y="344261"/>
                  </a:lnTo>
                  <a:lnTo>
                    <a:pt x="354097" y="345900"/>
                  </a:lnTo>
                  <a:lnTo>
                    <a:pt x="350818" y="342621"/>
                  </a:lnTo>
                  <a:lnTo>
                    <a:pt x="349179" y="340982"/>
                  </a:lnTo>
                  <a:lnTo>
                    <a:pt x="349179" y="340982"/>
                  </a:lnTo>
                  <a:lnTo>
                    <a:pt x="345900" y="340982"/>
                  </a:lnTo>
                  <a:lnTo>
                    <a:pt x="340982" y="339343"/>
                  </a:lnTo>
                  <a:lnTo>
                    <a:pt x="337703" y="339343"/>
                  </a:lnTo>
                  <a:lnTo>
                    <a:pt x="337703" y="336064"/>
                  </a:lnTo>
                  <a:lnTo>
                    <a:pt x="334425" y="334425"/>
                  </a:lnTo>
                  <a:lnTo>
                    <a:pt x="329507" y="334425"/>
                  </a:lnTo>
                  <a:lnTo>
                    <a:pt x="326228" y="334425"/>
                  </a:lnTo>
                  <a:lnTo>
                    <a:pt x="326228" y="332785"/>
                  </a:lnTo>
                  <a:lnTo>
                    <a:pt x="326228" y="331146"/>
                  </a:lnTo>
                  <a:lnTo>
                    <a:pt x="331146" y="331146"/>
                  </a:lnTo>
                  <a:lnTo>
                    <a:pt x="329507" y="327867"/>
                  </a:lnTo>
                  <a:lnTo>
                    <a:pt x="326228" y="326228"/>
                  </a:lnTo>
                  <a:lnTo>
                    <a:pt x="327867" y="331146"/>
                  </a:lnTo>
                  <a:lnTo>
                    <a:pt x="326228" y="331146"/>
                  </a:lnTo>
                  <a:lnTo>
                    <a:pt x="326228" y="331146"/>
                  </a:lnTo>
                  <a:lnTo>
                    <a:pt x="326228" y="331146"/>
                  </a:lnTo>
                  <a:lnTo>
                    <a:pt x="321310" y="331146"/>
                  </a:lnTo>
                  <a:lnTo>
                    <a:pt x="319671" y="332785"/>
                  </a:lnTo>
                  <a:lnTo>
                    <a:pt x="316392" y="327867"/>
                  </a:lnTo>
                  <a:lnTo>
                    <a:pt x="316392" y="324589"/>
                  </a:lnTo>
                  <a:lnTo>
                    <a:pt x="316392" y="327867"/>
                  </a:lnTo>
                  <a:lnTo>
                    <a:pt x="318031" y="332785"/>
                  </a:lnTo>
                  <a:lnTo>
                    <a:pt x="314753" y="334425"/>
                  </a:lnTo>
                  <a:lnTo>
                    <a:pt x="311474" y="329507"/>
                  </a:lnTo>
                  <a:lnTo>
                    <a:pt x="306556" y="329507"/>
                  </a:lnTo>
                  <a:lnTo>
                    <a:pt x="304917" y="329507"/>
                  </a:lnTo>
                  <a:lnTo>
                    <a:pt x="301638" y="327867"/>
                  </a:lnTo>
                  <a:lnTo>
                    <a:pt x="299998" y="327867"/>
                  </a:lnTo>
                  <a:lnTo>
                    <a:pt x="295081" y="327867"/>
                  </a:lnTo>
                  <a:lnTo>
                    <a:pt x="293441" y="324589"/>
                  </a:lnTo>
                  <a:lnTo>
                    <a:pt x="290163" y="326228"/>
                  </a:lnTo>
                  <a:lnTo>
                    <a:pt x="286884" y="327867"/>
                  </a:lnTo>
                  <a:lnTo>
                    <a:pt x="281966" y="331146"/>
                  </a:lnTo>
                  <a:lnTo>
                    <a:pt x="278687" y="332785"/>
                  </a:lnTo>
                  <a:lnTo>
                    <a:pt x="275408" y="336064"/>
                  </a:lnTo>
                  <a:lnTo>
                    <a:pt x="272130" y="337703"/>
                  </a:lnTo>
                  <a:lnTo>
                    <a:pt x="267212" y="337703"/>
                  </a:lnTo>
                  <a:lnTo>
                    <a:pt x="263933" y="339343"/>
                  </a:lnTo>
                  <a:lnTo>
                    <a:pt x="260654" y="344261"/>
                  </a:lnTo>
                  <a:lnTo>
                    <a:pt x="255737" y="345900"/>
                  </a:lnTo>
                  <a:lnTo>
                    <a:pt x="257376" y="349179"/>
                  </a:lnTo>
                  <a:lnTo>
                    <a:pt x="255737" y="352457"/>
                  </a:lnTo>
                  <a:lnTo>
                    <a:pt x="255737" y="352457"/>
                  </a:lnTo>
                  <a:lnTo>
                    <a:pt x="255737" y="354097"/>
                  </a:lnTo>
                  <a:lnTo>
                    <a:pt x="255737" y="354097"/>
                  </a:lnTo>
                  <a:lnTo>
                    <a:pt x="254097" y="355736"/>
                  </a:lnTo>
                  <a:lnTo>
                    <a:pt x="255737" y="357375"/>
                  </a:lnTo>
                  <a:lnTo>
                    <a:pt x="255737" y="357375"/>
                  </a:lnTo>
                  <a:lnTo>
                    <a:pt x="255737" y="360654"/>
                  </a:lnTo>
                  <a:lnTo>
                    <a:pt x="255737" y="363933"/>
                  </a:lnTo>
                  <a:lnTo>
                    <a:pt x="255737" y="368851"/>
                  </a:lnTo>
                  <a:lnTo>
                    <a:pt x="259015" y="372129"/>
                  </a:lnTo>
                  <a:lnTo>
                    <a:pt x="260654" y="373769"/>
                  </a:lnTo>
                  <a:lnTo>
                    <a:pt x="260654" y="373769"/>
                  </a:lnTo>
                  <a:lnTo>
                    <a:pt x="257376" y="373769"/>
                  </a:lnTo>
                  <a:lnTo>
                    <a:pt x="254097" y="372129"/>
                  </a:lnTo>
                  <a:lnTo>
                    <a:pt x="250818" y="373769"/>
                  </a:lnTo>
                  <a:lnTo>
                    <a:pt x="250818" y="372129"/>
                  </a:lnTo>
                  <a:lnTo>
                    <a:pt x="245901" y="375408"/>
                  </a:lnTo>
                  <a:lnTo>
                    <a:pt x="242622" y="378687"/>
                  </a:lnTo>
                  <a:lnTo>
                    <a:pt x="239343" y="377047"/>
                  </a:lnTo>
                  <a:lnTo>
                    <a:pt x="236064" y="377047"/>
                  </a:lnTo>
                  <a:lnTo>
                    <a:pt x="232786" y="375408"/>
                  </a:lnTo>
                  <a:lnTo>
                    <a:pt x="229507" y="373769"/>
                  </a:lnTo>
                  <a:lnTo>
                    <a:pt x="226228" y="375408"/>
                  </a:lnTo>
                  <a:lnTo>
                    <a:pt x="221310" y="377047"/>
                  </a:lnTo>
                  <a:lnTo>
                    <a:pt x="218032" y="373769"/>
                  </a:lnTo>
                  <a:lnTo>
                    <a:pt x="218032" y="373769"/>
                  </a:lnTo>
                  <a:lnTo>
                    <a:pt x="218032" y="373769"/>
                  </a:lnTo>
                  <a:lnTo>
                    <a:pt x="216393" y="373769"/>
                  </a:lnTo>
                  <a:lnTo>
                    <a:pt x="214753" y="372129"/>
                  </a:lnTo>
                  <a:lnTo>
                    <a:pt x="209835" y="372129"/>
                  </a:lnTo>
                  <a:lnTo>
                    <a:pt x="209835" y="370490"/>
                  </a:lnTo>
                  <a:lnTo>
                    <a:pt x="209835" y="368851"/>
                  </a:lnTo>
                  <a:lnTo>
                    <a:pt x="211474" y="368851"/>
                  </a:lnTo>
                  <a:lnTo>
                    <a:pt x="209835" y="365572"/>
                  </a:lnTo>
                  <a:lnTo>
                    <a:pt x="204917" y="365572"/>
                  </a:lnTo>
                  <a:lnTo>
                    <a:pt x="201638" y="363933"/>
                  </a:lnTo>
                  <a:lnTo>
                    <a:pt x="199999" y="367211"/>
                  </a:lnTo>
                  <a:lnTo>
                    <a:pt x="198360" y="362294"/>
                  </a:lnTo>
                  <a:lnTo>
                    <a:pt x="195081" y="362294"/>
                  </a:lnTo>
                  <a:lnTo>
                    <a:pt x="190163" y="362294"/>
                  </a:lnTo>
                  <a:lnTo>
                    <a:pt x="186884" y="359015"/>
                  </a:lnTo>
                  <a:lnTo>
                    <a:pt x="183606" y="357375"/>
                  </a:lnTo>
                  <a:lnTo>
                    <a:pt x="178688" y="357375"/>
                  </a:lnTo>
                  <a:lnTo>
                    <a:pt x="177048" y="357375"/>
                  </a:lnTo>
                  <a:lnTo>
                    <a:pt x="175409" y="355736"/>
                  </a:lnTo>
                  <a:lnTo>
                    <a:pt x="175409" y="355736"/>
                  </a:lnTo>
                  <a:lnTo>
                    <a:pt x="173770" y="359015"/>
                  </a:lnTo>
                  <a:lnTo>
                    <a:pt x="173770" y="363933"/>
                  </a:lnTo>
                  <a:lnTo>
                    <a:pt x="170491" y="362294"/>
                  </a:lnTo>
                  <a:lnTo>
                    <a:pt x="165573" y="362294"/>
                  </a:lnTo>
                  <a:lnTo>
                    <a:pt x="165573" y="363933"/>
                  </a:lnTo>
                  <a:lnTo>
                    <a:pt x="160655" y="363933"/>
                  </a:lnTo>
                  <a:lnTo>
                    <a:pt x="157376" y="360654"/>
                  </a:lnTo>
                  <a:lnTo>
                    <a:pt x="152458" y="362294"/>
                  </a:lnTo>
                  <a:lnTo>
                    <a:pt x="149180" y="363933"/>
                  </a:lnTo>
                  <a:lnTo>
                    <a:pt x="147540" y="362294"/>
                  </a:lnTo>
                  <a:lnTo>
                    <a:pt x="142623" y="359015"/>
                  </a:lnTo>
                  <a:lnTo>
                    <a:pt x="139344" y="355736"/>
                  </a:lnTo>
                  <a:lnTo>
                    <a:pt x="136065" y="357375"/>
                  </a:lnTo>
                  <a:lnTo>
                    <a:pt x="131147" y="357375"/>
                  </a:lnTo>
                  <a:lnTo>
                    <a:pt x="131147" y="359015"/>
                  </a:lnTo>
                  <a:lnTo>
                    <a:pt x="131147" y="359015"/>
                  </a:lnTo>
                  <a:lnTo>
                    <a:pt x="127868" y="357375"/>
                  </a:lnTo>
                  <a:lnTo>
                    <a:pt x="124590" y="352457"/>
                  </a:lnTo>
                  <a:lnTo>
                    <a:pt x="124590" y="350818"/>
                  </a:lnTo>
                  <a:lnTo>
                    <a:pt x="119671" y="352457"/>
                  </a:lnTo>
                  <a:lnTo>
                    <a:pt x="116393" y="350818"/>
                  </a:lnTo>
                  <a:lnTo>
                    <a:pt x="113114" y="349179"/>
                  </a:lnTo>
                  <a:lnTo>
                    <a:pt x="109836" y="347539"/>
                  </a:lnTo>
                  <a:lnTo>
                    <a:pt x="106557" y="344261"/>
                  </a:lnTo>
                  <a:lnTo>
                    <a:pt x="104917" y="344261"/>
                  </a:lnTo>
                  <a:lnTo>
                    <a:pt x="103278" y="347539"/>
                  </a:lnTo>
                  <a:lnTo>
                    <a:pt x="100000" y="345900"/>
                  </a:lnTo>
                  <a:lnTo>
                    <a:pt x="101639" y="340982"/>
                  </a:lnTo>
                  <a:lnTo>
                    <a:pt x="101639" y="337703"/>
                  </a:lnTo>
                  <a:lnTo>
                    <a:pt x="98360" y="336064"/>
                  </a:lnTo>
                  <a:lnTo>
                    <a:pt x="93442" y="336064"/>
                  </a:lnTo>
                  <a:lnTo>
                    <a:pt x="90164" y="336064"/>
                  </a:lnTo>
                  <a:lnTo>
                    <a:pt x="90164" y="334425"/>
                  </a:lnTo>
                  <a:lnTo>
                    <a:pt x="88524" y="334425"/>
                  </a:lnTo>
                  <a:lnTo>
                    <a:pt x="88524" y="334425"/>
                  </a:lnTo>
                  <a:lnTo>
                    <a:pt x="91803" y="332785"/>
                  </a:lnTo>
                  <a:lnTo>
                    <a:pt x="96721" y="329507"/>
                  </a:lnTo>
                  <a:lnTo>
                    <a:pt x="98360" y="326228"/>
                  </a:lnTo>
                  <a:lnTo>
                    <a:pt x="101639" y="321310"/>
                  </a:lnTo>
                  <a:lnTo>
                    <a:pt x="101639" y="318031"/>
                  </a:lnTo>
                  <a:lnTo>
                    <a:pt x="101639" y="314753"/>
                  </a:lnTo>
                  <a:lnTo>
                    <a:pt x="103278" y="311474"/>
                  </a:lnTo>
                  <a:lnTo>
                    <a:pt x="104917" y="306556"/>
                  </a:lnTo>
                  <a:lnTo>
                    <a:pt x="104917" y="303277"/>
                  </a:lnTo>
                  <a:lnTo>
                    <a:pt x="106557" y="299999"/>
                  </a:lnTo>
                  <a:lnTo>
                    <a:pt x="108196" y="296720"/>
                  </a:lnTo>
                  <a:lnTo>
                    <a:pt x="108196" y="291802"/>
                  </a:lnTo>
                  <a:lnTo>
                    <a:pt x="109836" y="288523"/>
                  </a:lnTo>
                  <a:lnTo>
                    <a:pt x="109836" y="285244"/>
                  </a:lnTo>
                  <a:lnTo>
                    <a:pt x="109836" y="281966"/>
                  </a:lnTo>
                  <a:lnTo>
                    <a:pt x="111475" y="277048"/>
                  </a:lnTo>
                  <a:lnTo>
                    <a:pt x="116393" y="277048"/>
                  </a:lnTo>
                  <a:lnTo>
                    <a:pt x="114754" y="273769"/>
                  </a:lnTo>
                  <a:lnTo>
                    <a:pt x="111475" y="273769"/>
                  </a:lnTo>
                  <a:lnTo>
                    <a:pt x="109836" y="278687"/>
                  </a:lnTo>
                  <a:lnTo>
                    <a:pt x="109836" y="273769"/>
                  </a:lnTo>
                  <a:lnTo>
                    <a:pt x="111475" y="270491"/>
                  </a:lnTo>
                  <a:lnTo>
                    <a:pt x="111475" y="267212"/>
                  </a:lnTo>
                  <a:lnTo>
                    <a:pt x="113114" y="262294"/>
                  </a:lnTo>
                  <a:lnTo>
                    <a:pt x="113114" y="262294"/>
                  </a:lnTo>
                  <a:lnTo>
                    <a:pt x="113114" y="259015"/>
                  </a:lnTo>
                  <a:lnTo>
                    <a:pt x="114754" y="254097"/>
                  </a:lnTo>
                  <a:lnTo>
                    <a:pt x="114754" y="250819"/>
                  </a:lnTo>
                  <a:lnTo>
                    <a:pt x="114754" y="247540"/>
                  </a:lnTo>
                  <a:lnTo>
                    <a:pt x="116393" y="244261"/>
                  </a:lnTo>
                  <a:lnTo>
                    <a:pt x="118032" y="239343"/>
                  </a:lnTo>
                  <a:lnTo>
                    <a:pt x="121311" y="240982"/>
                  </a:lnTo>
                  <a:lnTo>
                    <a:pt x="124590" y="244261"/>
                  </a:lnTo>
                  <a:lnTo>
                    <a:pt x="127868" y="247540"/>
                  </a:lnTo>
                  <a:lnTo>
                    <a:pt x="129508" y="250819"/>
                  </a:lnTo>
                  <a:lnTo>
                    <a:pt x="129508" y="255737"/>
                  </a:lnTo>
                  <a:lnTo>
                    <a:pt x="131147" y="259015"/>
                  </a:lnTo>
                  <a:lnTo>
                    <a:pt x="134426" y="262294"/>
                  </a:lnTo>
                  <a:lnTo>
                    <a:pt x="134426" y="265573"/>
                  </a:lnTo>
                  <a:lnTo>
                    <a:pt x="136065" y="267212"/>
                  </a:lnTo>
                  <a:lnTo>
                    <a:pt x="136065" y="263933"/>
                  </a:lnTo>
                  <a:lnTo>
                    <a:pt x="136065" y="262294"/>
                  </a:lnTo>
                  <a:lnTo>
                    <a:pt x="132786" y="259015"/>
                  </a:lnTo>
                  <a:lnTo>
                    <a:pt x="131147" y="254097"/>
                  </a:lnTo>
                  <a:lnTo>
                    <a:pt x="131147" y="250819"/>
                  </a:lnTo>
                  <a:lnTo>
                    <a:pt x="131147" y="249179"/>
                  </a:lnTo>
                  <a:lnTo>
                    <a:pt x="129508" y="244261"/>
                  </a:lnTo>
                  <a:lnTo>
                    <a:pt x="127868" y="240982"/>
                  </a:lnTo>
                  <a:lnTo>
                    <a:pt x="122950" y="237704"/>
                  </a:lnTo>
                  <a:lnTo>
                    <a:pt x="119671" y="234425"/>
                  </a:lnTo>
                  <a:lnTo>
                    <a:pt x="116393" y="232786"/>
                  </a:lnTo>
                  <a:lnTo>
                    <a:pt x="113114" y="231147"/>
                  </a:lnTo>
                  <a:lnTo>
                    <a:pt x="114754" y="227868"/>
                  </a:lnTo>
                  <a:lnTo>
                    <a:pt x="118032" y="227868"/>
                  </a:lnTo>
                  <a:lnTo>
                    <a:pt x="121311" y="231147"/>
                  </a:lnTo>
                  <a:lnTo>
                    <a:pt x="118032" y="227868"/>
                  </a:lnTo>
                  <a:lnTo>
                    <a:pt x="118032" y="222950"/>
                  </a:lnTo>
                  <a:lnTo>
                    <a:pt x="119671" y="219671"/>
                  </a:lnTo>
                  <a:lnTo>
                    <a:pt x="119671" y="216392"/>
                  </a:lnTo>
                  <a:lnTo>
                    <a:pt x="118032" y="213114"/>
                  </a:lnTo>
                  <a:lnTo>
                    <a:pt x="118032" y="208196"/>
                  </a:lnTo>
                  <a:lnTo>
                    <a:pt x="119671" y="204917"/>
                  </a:lnTo>
                  <a:lnTo>
                    <a:pt x="114754" y="206557"/>
                  </a:lnTo>
                  <a:lnTo>
                    <a:pt x="111475" y="204917"/>
                  </a:lnTo>
                  <a:lnTo>
                    <a:pt x="108196" y="204917"/>
                  </a:lnTo>
                  <a:lnTo>
                    <a:pt x="103278" y="201638"/>
                  </a:lnTo>
                  <a:lnTo>
                    <a:pt x="101639" y="199999"/>
                  </a:lnTo>
                  <a:lnTo>
                    <a:pt x="96721" y="198360"/>
                  </a:lnTo>
                  <a:lnTo>
                    <a:pt x="96721" y="196720"/>
                  </a:lnTo>
                  <a:lnTo>
                    <a:pt x="95081" y="193442"/>
                  </a:lnTo>
                  <a:lnTo>
                    <a:pt x="91803" y="188524"/>
                  </a:lnTo>
                  <a:lnTo>
                    <a:pt x="91803" y="188524"/>
                  </a:lnTo>
                  <a:lnTo>
                    <a:pt x="88524" y="185245"/>
                  </a:lnTo>
                  <a:lnTo>
                    <a:pt x="85246" y="181966"/>
                  </a:lnTo>
                  <a:lnTo>
                    <a:pt x="88524" y="178688"/>
                  </a:lnTo>
                  <a:lnTo>
                    <a:pt x="90164" y="175409"/>
                  </a:lnTo>
                  <a:lnTo>
                    <a:pt x="91803" y="173770"/>
                  </a:lnTo>
                  <a:lnTo>
                    <a:pt x="86885" y="170491"/>
                  </a:lnTo>
                  <a:lnTo>
                    <a:pt x="83606" y="170491"/>
                  </a:lnTo>
                  <a:lnTo>
                    <a:pt x="85246" y="167212"/>
                  </a:lnTo>
                  <a:lnTo>
                    <a:pt x="85246" y="163934"/>
                  </a:lnTo>
                  <a:lnTo>
                    <a:pt x="90164" y="163934"/>
                  </a:lnTo>
                  <a:lnTo>
                    <a:pt x="93442" y="163934"/>
                  </a:lnTo>
                  <a:lnTo>
                    <a:pt x="96721" y="167212"/>
                  </a:lnTo>
                  <a:lnTo>
                    <a:pt x="100000" y="167212"/>
                  </a:lnTo>
                  <a:lnTo>
                    <a:pt x="96721" y="165573"/>
                  </a:lnTo>
                  <a:lnTo>
                    <a:pt x="91803" y="163934"/>
                  </a:lnTo>
                  <a:lnTo>
                    <a:pt x="88524" y="162294"/>
                  </a:lnTo>
                  <a:lnTo>
                    <a:pt x="85246" y="163934"/>
                  </a:lnTo>
                  <a:lnTo>
                    <a:pt x="85246" y="163934"/>
                  </a:lnTo>
                  <a:lnTo>
                    <a:pt x="81967" y="165573"/>
                  </a:lnTo>
                  <a:lnTo>
                    <a:pt x="77049" y="163934"/>
                  </a:lnTo>
                  <a:lnTo>
                    <a:pt x="73770" y="163934"/>
                  </a:lnTo>
                  <a:lnTo>
                    <a:pt x="73770" y="159016"/>
                  </a:lnTo>
                  <a:lnTo>
                    <a:pt x="77049" y="159016"/>
                  </a:lnTo>
                  <a:lnTo>
                    <a:pt x="75410" y="155737"/>
                  </a:lnTo>
                  <a:lnTo>
                    <a:pt x="78688" y="154098"/>
                  </a:lnTo>
                  <a:lnTo>
                    <a:pt x="75410" y="154098"/>
                  </a:lnTo>
                  <a:lnTo>
                    <a:pt x="72131" y="154098"/>
                  </a:lnTo>
                  <a:lnTo>
                    <a:pt x="68852" y="154098"/>
                  </a:lnTo>
                  <a:lnTo>
                    <a:pt x="63934" y="155737"/>
                  </a:lnTo>
                  <a:lnTo>
                    <a:pt x="60656" y="152458"/>
                  </a:lnTo>
                  <a:lnTo>
                    <a:pt x="63934" y="152458"/>
                  </a:lnTo>
                  <a:lnTo>
                    <a:pt x="68852" y="150819"/>
                  </a:lnTo>
                  <a:lnTo>
                    <a:pt x="63934" y="149180"/>
                  </a:lnTo>
                  <a:lnTo>
                    <a:pt x="60656" y="150819"/>
                  </a:lnTo>
                  <a:lnTo>
                    <a:pt x="59016" y="149180"/>
                  </a:lnTo>
                  <a:lnTo>
                    <a:pt x="55737" y="150819"/>
                  </a:lnTo>
                  <a:lnTo>
                    <a:pt x="54098" y="155737"/>
                  </a:lnTo>
                  <a:lnTo>
                    <a:pt x="54098" y="150819"/>
                  </a:lnTo>
                  <a:lnTo>
                    <a:pt x="50820" y="147540"/>
                  </a:lnTo>
                  <a:lnTo>
                    <a:pt x="54098" y="144262"/>
                  </a:lnTo>
                  <a:lnTo>
                    <a:pt x="50820" y="147540"/>
                  </a:lnTo>
                  <a:lnTo>
                    <a:pt x="47541" y="145901"/>
                  </a:lnTo>
                  <a:lnTo>
                    <a:pt x="49180" y="142622"/>
                  </a:lnTo>
                  <a:lnTo>
                    <a:pt x="44262" y="144262"/>
                  </a:lnTo>
                  <a:lnTo>
                    <a:pt x="40983" y="144262"/>
                  </a:lnTo>
                  <a:lnTo>
                    <a:pt x="40983" y="142622"/>
                  </a:lnTo>
                  <a:lnTo>
                    <a:pt x="37705" y="142622"/>
                  </a:lnTo>
                  <a:lnTo>
                    <a:pt x="32787" y="140983"/>
                  </a:lnTo>
                  <a:lnTo>
                    <a:pt x="29508" y="140983"/>
                  </a:lnTo>
                  <a:lnTo>
                    <a:pt x="26229" y="137704"/>
                  </a:lnTo>
                  <a:lnTo>
                    <a:pt x="22951" y="137704"/>
                  </a:lnTo>
                  <a:lnTo>
                    <a:pt x="19672" y="139344"/>
                  </a:lnTo>
                  <a:lnTo>
                    <a:pt x="14754" y="142622"/>
                  </a:lnTo>
                  <a:lnTo>
                    <a:pt x="13114" y="137704"/>
                  </a:lnTo>
                  <a:lnTo>
                    <a:pt x="9836" y="134426"/>
                  </a:lnTo>
                  <a:lnTo>
                    <a:pt x="6557" y="132786"/>
                  </a:lnTo>
                  <a:lnTo>
                    <a:pt x="3279" y="131147"/>
                  </a:lnTo>
                  <a:lnTo>
                    <a:pt x="0" y="13114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1" name="Freeform 2300">
              <a:extLst>
                <a:ext uri="{FF2B5EF4-FFF2-40B4-BE49-F238E27FC236}">
                  <a16:creationId xmlns:a16="http://schemas.microsoft.com/office/drawing/2014/main" id="{7B63FFE0-6E96-9E4B-A15E-658593FE46BB}"/>
                </a:ext>
              </a:extLst>
            </p:cNvPr>
            <p:cNvSpPr/>
            <p:nvPr/>
          </p:nvSpPr>
          <p:spPr>
            <a:xfrm>
              <a:off x="5700919" y="2226381"/>
              <a:ext cx="36065" cy="72130"/>
            </a:xfrm>
            <a:custGeom>
              <a:avLst/>
              <a:gdLst>
                <a:gd name="connsiteX0" fmla="*/ 1639 w 36065"/>
                <a:gd name="connsiteY0" fmla="*/ 26229 h 72130"/>
                <a:gd name="connsiteX1" fmla="*/ 4918 w 36065"/>
                <a:gd name="connsiteY1" fmla="*/ 22951 h 72130"/>
                <a:gd name="connsiteX2" fmla="*/ 6557 w 36065"/>
                <a:gd name="connsiteY2" fmla="*/ 19672 h 72130"/>
                <a:gd name="connsiteX3" fmla="*/ 9836 w 36065"/>
                <a:gd name="connsiteY3" fmla="*/ 18033 h 72130"/>
                <a:gd name="connsiteX4" fmla="*/ 13115 w 36065"/>
                <a:gd name="connsiteY4" fmla="*/ 16393 h 72130"/>
                <a:gd name="connsiteX5" fmla="*/ 16393 w 36065"/>
                <a:gd name="connsiteY5" fmla="*/ 14754 h 72130"/>
                <a:gd name="connsiteX6" fmla="*/ 21312 w 36065"/>
                <a:gd name="connsiteY6" fmla="*/ 11475 h 72130"/>
                <a:gd name="connsiteX7" fmla="*/ 24590 w 36065"/>
                <a:gd name="connsiteY7" fmla="*/ 13115 h 72130"/>
                <a:gd name="connsiteX8" fmla="*/ 27869 w 36065"/>
                <a:gd name="connsiteY8" fmla="*/ 8197 h 72130"/>
                <a:gd name="connsiteX9" fmla="*/ 27869 w 36065"/>
                <a:gd name="connsiteY9" fmla="*/ 4918 h 72130"/>
                <a:gd name="connsiteX10" fmla="*/ 27869 w 36065"/>
                <a:gd name="connsiteY10" fmla="*/ 1639 h 72130"/>
                <a:gd name="connsiteX11" fmla="*/ 32787 w 36065"/>
                <a:gd name="connsiteY11" fmla="*/ 0 h 72130"/>
                <a:gd name="connsiteX12" fmla="*/ 32787 w 36065"/>
                <a:gd name="connsiteY12" fmla="*/ 4918 h 72130"/>
                <a:gd name="connsiteX13" fmla="*/ 32787 w 36065"/>
                <a:gd name="connsiteY13" fmla="*/ 8197 h 72130"/>
                <a:gd name="connsiteX14" fmla="*/ 32787 w 36065"/>
                <a:gd name="connsiteY14" fmla="*/ 11475 h 72130"/>
                <a:gd name="connsiteX15" fmla="*/ 31147 w 36065"/>
                <a:gd name="connsiteY15" fmla="*/ 14754 h 72130"/>
                <a:gd name="connsiteX16" fmla="*/ 32787 w 36065"/>
                <a:gd name="connsiteY16" fmla="*/ 19672 h 72130"/>
                <a:gd name="connsiteX17" fmla="*/ 34426 w 36065"/>
                <a:gd name="connsiteY17" fmla="*/ 22951 h 72130"/>
                <a:gd name="connsiteX18" fmla="*/ 34426 w 36065"/>
                <a:gd name="connsiteY18" fmla="*/ 26229 h 72130"/>
                <a:gd name="connsiteX19" fmla="*/ 36066 w 36065"/>
                <a:gd name="connsiteY19" fmla="*/ 29508 h 72130"/>
                <a:gd name="connsiteX20" fmla="*/ 36066 w 36065"/>
                <a:gd name="connsiteY20" fmla="*/ 34426 h 72130"/>
                <a:gd name="connsiteX21" fmla="*/ 36066 w 36065"/>
                <a:gd name="connsiteY21" fmla="*/ 37705 h 72130"/>
                <a:gd name="connsiteX22" fmla="*/ 36066 w 36065"/>
                <a:gd name="connsiteY22" fmla="*/ 39344 h 72130"/>
                <a:gd name="connsiteX23" fmla="*/ 32787 w 36065"/>
                <a:gd name="connsiteY23" fmla="*/ 42623 h 72130"/>
                <a:gd name="connsiteX24" fmla="*/ 29508 w 36065"/>
                <a:gd name="connsiteY24" fmla="*/ 47541 h 72130"/>
                <a:gd name="connsiteX25" fmla="*/ 29508 w 36065"/>
                <a:gd name="connsiteY25" fmla="*/ 49180 h 72130"/>
                <a:gd name="connsiteX26" fmla="*/ 29508 w 36065"/>
                <a:gd name="connsiteY26" fmla="*/ 52459 h 72130"/>
                <a:gd name="connsiteX27" fmla="*/ 29508 w 36065"/>
                <a:gd name="connsiteY27" fmla="*/ 57377 h 72130"/>
                <a:gd name="connsiteX28" fmla="*/ 27869 w 36065"/>
                <a:gd name="connsiteY28" fmla="*/ 60655 h 72130"/>
                <a:gd name="connsiteX29" fmla="*/ 26229 w 36065"/>
                <a:gd name="connsiteY29" fmla="*/ 63934 h 72130"/>
                <a:gd name="connsiteX30" fmla="*/ 24590 w 36065"/>
                <a:gd name="connsiteY30" fmla="*/ 68852 h 72130"/>
                <a:gd name="connsiteX31" fmla="*/ 22951 w 36065"/>
                <a:gd name="connsiteY31" fmla="*/ 72131 h 72130"/>
                <a:gd name="connsiteX32" fmla="*/ 21312 w 36065"/>
                <a:gd name="connsiteY32" fmla="*/ 70492 h 72130"/>
                <a:gd name="connsiteX33" fmla="*/ 18033 w 36065"/>
                <a:gd name="connsiteY33" fmla="*/ 67213 h 72130"/>
                <a:gd name="connsiteX34" fmla="*/ 14754 w 36065"/>
                <a:gd name="connsiteY34" fmla="*/ 67213 h 72130"/>
                <a:gd name="connsiteX35" fmla="*/ 11476 w 36065"/>
                <a:gd name="connsiteY35" fmla="*/ 63934 h 72130"/>
                <a:gd name="connsiteX36" fmla="*/ 8197 w 36065"/>
                <a:gd name="connsiteY36" fmla="*/ 60655 h 72130"/>
                <a:gd name="connsiteX37" fmla="*/ 11476 w 36065"/>
                <a:gd name="connsiteY37" fmla="*/ 57377 h 72130"/>
                <a:gd name="connsiteX38" fmla="*/ 8197 w 36065"/>
                <a:gd name="connsiteY38" fmla="*/ 57377 h 72130"/>
                <a:gd name="connsiteX39" fmla="*/ 4918 w 36065"/>
                <a:gd name="connsiteY39" fmla="*/ 55737 h 72130"/>
                <a:gd name="connsiteX40" fmla="*/ 8197 w 36065"/>
                <a:gd name="connsiteY40" fmla="*/ 50819 h 72130"/>
                <a:gd name="connsiteX41" fmla="*/ 8197 w 36065"/>
                <a:gd name="connsiteY41" fmla="*/ 47541 h 72130"/>
                <a:gd name="connsiteX42" fmla="*/ 4918 w 36065"/>
                <a:gd name="connsiteY42" fmla="*/ 47541 h 72130"/>
                <a:gd name="connsiteX43" fmla="*/ 3279 w 36065"/>
                <a:gd name="connsiteY43" fmla="*/ 44262 h 72130"/>
                <a:gd name="connsiteX44" fmla="*/ 6557 w 36065"/>
                <a:gd name="connsiteY44" fmla="*/ 40983 h 72130"/>
                <a:gd name="connsiteX45" fmla="*/ 1639 w 36065"/>
                <a:gd name="connsiteY45" fmla="*/ 37705 h 72130"/>
                <a:gd name="connsiteX46" fmla="*/ 0 w 36065"/>
                <a:gd name="connsiteY46" fmla="*/ 34426 h 72130"/>
                <a:gd name="connsiteX47" fmla="*/ 4918 w 36065"/>
                <a:gd name="connsiteY47" fmla="*/ 32787 h 72130"/>
                <a:gd name="connsiteX48" fmla="*/ 1639 w 36065"/>
                <a:gd name="connsiteY48" fmla="*/ 29508 h 7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6065" h="72130">
                  <a:moveTo>
                    <a:pt x="1639" y="26229"/>
                  </a:moveTo>
                  <a:lnTo>
                    <a:pt x="4918" y="22951"/>
                  </a:lnTo>
                  <a:lnTo>
                    <a:pt x="6557" y="19672"/>
                  </a:lnTo>
                  <a:lnTo>
                    <a:pt x="9836" y="18033"/>
                  </a:lnTo>
                  <a:lnTo>
                    <a:pt x="13115" y="16393"/>
                  </a:lnTo>
                  <a:lnTo>
                    <a:pt x="16393" y="14754"/>
                  </a:lnTo>
                  <a:lnTo>
                    <a:pt x="21312" y="11475"/>
                  </a:lnTo>
                  <a:lnTo>
                    <a:pt x="24590" y="13115"/>
                  </a:lnTo>
                  <a:lnTo>
                    <a:pt x="27869" y="8197"/>
                  </a:lnTo>
                  <a:lnTo>
                    <a:pt x="27869" y="4918"/>
                  </a:lnTo>
                  <a:lnTo>
                    <a:pt x="27869" y="1639"/>
                  </a:lnTo>
                  <a:lnTo>
                    <a:pt x="32787" y="0"/>
                  </a:lnTo>
                  <a:lnTo>
                    <a:pt x="32787" y="4918"/>
                  </a:lnTo>
                  <a:lnTo>
                    <a:pt x="32787" y="8197"/>
                  </a:lnTo>
                  <a:lnTo>
                    <a:pt x="32787" y="11475"/>
                  </a:lnTo>
                  <a:lnTo>
                    <a:pt x="31147" y="14754"/>
                  </a:lnTo>
                  <a:lnTo>
                    <a:pt x="32787" y="19672"/>
                  </a:lnTo>
                  <a:lnTo>
                    <a:pt x="34426" y="22951"/>
                  </a:lnTo>
                  <a:lnTo>
                    <a:pt x="34426" y="26229"/>
                  </a:lnTo>
                  <a:lnTo>
                    <a:pt x="36066" y="29508"/>
                  </a:lnTo>
                  <a:lnTo>
                    <a:pt x="36066" y="34426"/>
                  </a:lnTo>
                  <a:lnTo>
                    <a:pt x="36066" y="37705"/>
                  </a:lnTo>
                  <a:lnTo>
                    <a:pt x="36066" y="39344"/>
                  </a:lnTo>
                  <a:lnTo>
                    <a:pt x="32787" y="42623"/>
                  </a:lnTo>
                  <a:lnTo>
                    <a:pt x="29508" y="47541"/>
                  </a:lnTo>
                  <a:lnTo>
                    <a:pt x="29508" y="49180"/>
                  </a:lnTo>
                  <a:lnTo>
                    <a:pt x="29508" y="52459"/>
                  </a:lnTo>
                  <a:lnTo>
                    <a:pt x="29508" y="57377"/>
                  </a:lnTo>
                  <a:lnTo>
                    <a:pt x="27869" y="60655"/>
                  </a:lnTo>
                  <a:lnTo>
                    <a:pt x="26229" y="63934"/>
                  </a:lnTo>
                  <a:lnTo>
                    <a:pt x="24590" y="68852"/>
                  </a:lnTo>
                  <a:lnTo>
                    <a:pt x="22951" y="72131"/>
                  </a:lnTo>
                  <a:lnTo>
                    <a:pt x="21312" y="70492"/>
                  </a:lnTo>
                  <a:lnTo>
                    <a:pt x="18033" y="67213"/>
                  </a:lnTo>
                  <a:lnTo>
                    <a:pt x="14754" y="67213"/>
                  </a:lnTo>
                  <a:lnTo>
                    <a:pt x="11476" y="63934"/>
                  </a:lnTo>
                  <a:lnTo>
                    <a:pt x="8197" y="60655"/>
                  </a:lnTo>
                  <a:lnTo>
                    <a:pt x="11476" y="57377"/>
                  </a:lnTo>
                  <a:lnTo>
                    <a:pt x="8197" y="57377"/>
                  </a:lnTo>
                  <a:lnTo>
                    <a:pt x="4918" y="55737"/>
                  </a:lnTo>
                  <a:lnTo>
                    <a:pt x="8197" y="50819"/>
                  </a:lnTo>
                  <a:lnTo>
                    <a:pt x="8197" y="47541"/>
                  </a:lnTo>
                  <a:lnTo>
                    <a:pt x="4918" y="47541"/>
                  </a:lnTo>
                  <a:lnTo>
                    <a:pt x="3279" y="44262"/>
                  </a:lnTo>
                  <a:lnTo>
                    <a:pt x="6557" y="40983"/>
                  </a:lnTo>
                  <a:lnTo>
                    <a:pt x="1639" y="37705"/>
                  </a:lnTo>
                  <a:lnTo>
                    <a:pt x="0" y="34426"/>
                  </a:lnTo>
                  <a:lnTo>
                    <a:pt x="4918" y="32787"/>
                  </a:lnTo>
                  <a:lnTo>
                    <a:pt x="1639" y="2950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2" name="Freeform 2301">
              <a:extLst>
                <a:ext uri="{FF2B5EF4-FFF2-40B4-BE49-F238E27FC236}">
                  <a16:creationId xmlns:a16="http://schemas.microsoft.com/office/drawing/2014/main" id="{08262A07-562A-0746-A29A-96E54F5EFBFE}"/>
                </a:ext>
              </a:extLst>
            </p:cNvPr>
            <p:cNvSpPr/>
            <p:nvPr/>
          </p:nvSpPr>
          <p:spPr>
            <a:xfrm>
              <a:off x="5727149" y="2657526"/>
              <a:ext cx="593440" cy="604915"/>
            </a:xfrm>
            <a:custGeom>
              <a:avLst/>
              <a:gdLst>
                <a:gd name="connsiteX0" fmla="*/ 1639 w 593440"/>
                <a:gd name="connsiteY0" fmla="*/ 139344 h 604915"/>
                <a:gd name="connsiteX1" fmla="*/ 0 w 593440"/>
                <a:gd name="connsiteY1" fmla="*/ 137704 h 604915"/>
                <a:gd name="connsiteX2" fmla="*/ 3279 w 593440"/>
                <a:gd name="connsiteY2" fmla="*/ 132786 h 604915"/>
                <a:gd name="connsiteX3" fmla="*/ 3279 w 593440"/>
                <a:gd name="connsiteY3" fmla="*/ 132786 h 604915"/>
                <a:gd name="connsiteX4" fmla="*/ 8197 w 593440"/>
                <a:gd name="connsiteY4" fmla="*/ 131147 h 604915"/>
                <a:gd name="connsiteX5" fmla="*/ 11476 w 593440"/>
                <a:gd name="connsiteY5" fmla="*/ 127868 h 604915"/>
                <a:gd name="connsiteX6" fmla="*/ 14754 w 593440"/>
                <a:gd name="connsiteY6" fmla="*/ 126229 h 604915"/>
                <a:gd name="connsiteX7" fmla="*/ 19672 w 593440"/>
                <a:gd name="connsiteY7" fmla="*/ 126229 h 604915"/>
                <a:gd name="connsiteX8" fmla="*/ 21311 w 593440"/>
                <a:gd name="connsiteY8" fmla="*/ 126229 h 604915"/>
                <a:gd name="connsiteX9" fmla="*/ 22951 w 593440"/>
                <a:gd name="connsiteY9" fmla="*/ 121311 h 604915"/>
                <a:gd name="connsiteX10" fmla="*/ 24590 w 593440"/>
                <a:gd name="connsiteY10" fmla="*/ 119671 h 604915"/>
                <a:gd name="connsiteX11" fmla="*/ 27869 w 593440"/>
                <a:gd name="connsiteY11" fmla="*/ 116393 h 604915"/>
                <a:gd name="connsiteX12" fmla="*/ 29508 w 593440"/>
                <a:gd name="connsiteY12" fmla="*/ 111475 h 604915"/>
                <a:gd name="connsiteX13" fmla="*/ 32787 w 593440"/>
                <a:gd name="connsiteY13" fmla="*/ 108196 h 604915"/>
                <a:gd name="connsiteX14" fmla="*/ 34426 w 593440"/>
                <a:gd name="connsiteY14" fmla="*/ 104917 h 604915"/>
                <a:gd name="connsiteX15" fmla="*/ 36066 w 593440"/>
                <a:gd name="connsiteY15" fmla="*/ 99999 h 604915"/>
                <a:gd name="connsiteX16" fmla="*/ 34426 w 593440"/>
                <a:gd name="connsiteY16" fmla="*/ 98360 h 604915"/>
                <a:gd name="connsiteX17" fmla="*/ 34426 w 593440"/>
                <a:gd name="connsiteY17" fmla="*/ 95081 h 604915"/>
                <a:gd name="connsiteX18" fmla="*/ 32787 w 593440"/>
                <a:gd name="connsiteY18" fmla="*/ 90164 h 604915"/>
                <a:gd name="connsiteX19" fmla="*/ 32787 w 593440"/>
                <a:gd name="connsiteY19" fmla="*/ 86885 h 604915"/>
                <a:gd name="connsiteX20" fmla="*/ 31147 w 593440"/>
                <a:gd name="connsiteY20" fmla="*/ 81967 h 604915"/>
                <a:gd name="connsiteX21" fmla="*/ 29508 w 593440"/>
                <a:gd name="connsiteY21" fmla="*/ 78688 h 604915"/>
                <a:gd name="connsiteX22" fmla="*/ 29508 w 593440"/>
                <a:gd name="connsiteY22" fmla="*/ 75409 h 604915"/>
                <a:gd name="connsiteX23" fmla="*/ 32787 w 593440"/>
                <a:gd name="connsiteY23" fmla="*/ 70491 h 604915"/>
                <a:gd name="connsiteX24" fmla="*/ 34426 w 593440"/>
                <a:gd name="connsiteY24" fmla="*/ 67213 h 604915"/>
                <a:gd name="connsiteX25" fmla="*/ 36066 w 593440"/>
                <a:gd name="connsiteY25" fmla="*/ 65573 h 604915"/>
                <a:gd name="connsiteX26" fmla="*/ 39344 w 593440"/>
                <a:gd name="connsiteY26" fmla="*/ 63934 h 604915"/>
                <a:gd name="connsiteX27" fmla="*/ 42623 w 593440"/>
                <a:gd name="connsiteY27" fmla="*/ 63934 h 604915"/>
                <a:gd name="connsiteX28" fmla="*/ 44262 w 593440"/>
                <a:gd name="connsiteY28" fmla="*/ 62295 h 604915"/>
                <a:gd name="connsiteX29" fmla="*/ 47541 w 593440"/>
                <a:gd name="connsiteY29" fmla="*/ 59016 h 604915"/>
                <a:gd name="connsiteX30" fmla="*/ 47541 w 593440"/>
                <a:gd name="connsiteY30" fmla="*/ 54098 h 604915"/>
                <a:gd name="connsiteX31" fmla="*/ 49180 w 593440"/>
                <a:gd name="connsiteY31" fmla="*/ 54098 h 604915"/>
                <a:gd name="connsiteX32" fmla="*/ 54098 w 593440"/>
                <a:gd name="connsiteY32" fmla="*/ 52459 h 604915"/>
                <a:gd name="connsiteX33" fmla="*/ 54098 w 593440"/>
                <a:gd name="connsiteY33" fmla="*/ 52459 h 604915"/>
                <a:gd name="connsiteX34" fmla="*/ 55737 w 593440"/>
                <a:gd name="connsiteY34" fmla="*/ 49180 h 604915"/>
                <a:gd name="connsiteX35" fmla="*/ 59016 w 593440"/>
                <a:gd name="connsiteY35" fmla="*/ 45901 h 604915"/>
                <a:gd name="connsiteX36" fmla="*/ 63934 w 593440"/>
                <a:gd name="connsiteY36" fmla="*/ 42623 h 604915"/>
                <a:gd name="connsiteX37" fmla="*/ 67213 w 593440"/>
                <a:gd name="connsiteY37" fmla="*/ 40983 h 604915"/>
                <a:gd name="connsiteX38" fmla="*/ 68852 w 593440"/>
                <a:gd name="connsiteY38" fmla="*/ 40983 h 604915"/>
                <a:gd name="connsiteX39" fmla="*/ 72131 w 593440"/>
                <a:gd name="connsiteY39" fmla="*/ 39344 h 604915"/>
                <a:gd name="connsiteX40" fmla="*/ 77049 w 593440"/>
                <a:gd name="connsiteY40" fmla="*/ 37705 h 604915"/>
                <a:gd name="connsiteX41" fmla="*/ 80327 w 593440"/>
                <a:gd name="connsiteY41" fmla="*/ 34426 h 604915"/>
                <a:gd name="connsiteX42" fmla="*/ 80327 w 593440"/>
                <a:gd name="connsiteY42" fmla="*/ 34426 h 604915"/>
                <a:gd name="connsiteX43" fmla="*/ 83606 w 593440"/>
                <a:gd name="connsiteY43" fmla="*/ 31147 h 604915"/>
                <a:gd name="connsiteX44" fmla="*/ 80327 w 593440"/>
                <a:gd name="connsiteY44" fmla="*/ 26229 h 604915"/>
                <a:gd name="connsiteX45" fmla="*/ 78688 w 593440"/>
                <a:gd name="connsiteY45" fmla="*/ 22951 h 604915"/>
                <a:gd name="connsiteX46" fmla="*/ 78688 w 593440"/>
                <a:gd name="connsiteY46" fmla="*/ 19672 h 604915"/>
                <a:gd name="connsiteX47" fmla="*/ 78688 w 593440"/>
                <a:gd name="connsiteY47" fmla="*/ 18033 h 604915"/>
                <a:gd name="connsiteX48" fmla="*/ 78688 w 593440"/>
                <a:gd name="connsiteY48" fmla="*/ 16393 h 604915"/>
                <a:gd name="connsiteX49" fmla="*/ 78688 w 593440"/>
                <a:gd name="connsiteY49" fmla="*/ 14754 h 604915"/>
                <a:gd name="connsiteX50" fmla="*/ 78688 w 593440"/>
                <a:gd name="connsiteY50" fmla="*/ 13114 h 604915"/>
                <a:gd name="connsiteX51" fmla="*/ 78688 w 593440"/>
                <a:gd name="connsiteY51" fmla="*/ 11475 h 604915"/>
                <a:gd name="connsiteX52" fmla="*/ 80327 w 593440"/>
                <a:gd name="connsiteY52" fmla="*/ 8197 h 604915"/>
                <a:gd name="connsiteX53" fmla="*/ 80327 w 593440"/>
                <a:gd name="connsiteY53" fmla="*/ 4918 h 604915"/>
                <a:gd name="connsiteX54" fmla="*/ 80327 w 593440"/>
                <a:gd name="connsiteY54" fmla="*/ 4918 h 604915"/>
                <a:gd name="connsiteX55" fmla="*/ 80327 w 593440"/>
                <a:gd name="connsiteY55" fmla="*/ 3279 h 604915"/>
                <a:gd name="connsiteX56" fmla="*/ 80327 w 593440"/>
                <a:gd name="connsiteY56" fmla="*/ 1639 h 604915"/>
                <a:gd name="connsiteX57" fmla="*/ 80327 w 593440"/>
                <a:gd name="connsiteY57" fmla="*/ 0 h 604915"/>
                <a:gd name="connsiteX58" fmla="*/ 81967 w 593440"/>
                <a:gd name="connsiteY58" fmla="*/ 1639 h 604915"/>
                <a:gd name="connsiteX59" fmla="*/ 85246 w 593440"/>
                <a:gd name="connsiteY59" fmla="*/ 4918 h 604915"/>
                <a:gd name="connsiteX60" fmla="*/ 90164 w 593440"/>
                <a:gd name="connsiteY60" fmla="*/ 3279 h 604915"/>
                <a:gd name="connsiteX61" fmla="*/ 93442 w 593440"/>
                <a:gd name="connsiteY61" fmla="*/ 4918 h 604915"/>
                <a:gd name="connsiteX62" fmla="*/ 96721 w 593440"/>
                <a:gd name="connsiteY62" fmla="*/ 8197 h 604915"/>
                <a:gd name="connsiteX63" fmla="*/ 100000 w 593440"/>
                <a:gd name="connsiteY63" fmla="*/ 9836 h 604915"/>
                <a:gd name="connsiteX64" fmla="*/ 103278 w 593440"/>
                <a:gd name="connsiteY64" fmla="*/ 11475 h 604915"/>
                <a:gd name="connsiteX65" fmla="*/ 106557 w 593440"/>
                <a:gd name="connsiteY65" fmla="*/ 14754 h 604915"/>
                <a:gd name="connsiteX66" fmla="*/ 106557 w 593440"/>
                <a:gd name="connsiteY66" fmla="*/ 14754 h 604915"/>
                <a:gd name="connsiteX67" fmla="*/ 111475 w 593440"/>
                <a:gd name="connsiteY67" fmla="*/ 16393 h 604915"/>
                <a:gd name="connsiteX68" fmla="*/ 111475 w 593440"/>
                <a:gd name="connsiteY68" fmla="*/ 16393 h 604915"/>
                <a:gd name="connsiteX69" fmla="*/ 114754 w 593440"/>
                <a:gd name="connsiteY69" fmla="*/ 16393 h 604915"/>
                <a:gd name="connsiteX70" fmla="*/ 118032 w 593440"/>
                <a:gd name="connsiteY70" fmla="*/ 18033 h 604915"/>
                <a:gd name="connsiteX71" fmla="*/ 121311 w 593440"/>
                <a:gd name="connsiteY71" fmla="*/ 18033 h 604915"/>
                <a:gd name="connsiteX72" fmla="*/ 122950 w 593440"/>
                <a:gd name="connsiteY72" fmla="*/ 18033 h 604915"/>
                <a:gd name="connsiteX73" fmla="*/ 126229 w 593440"/>
                <a:gd name="connsiteY73" fmla="*/ 18033 h 604915"/>
                <a:gd name="connsiteX74" fmla="*/ 127868 w 593440"/>
                <a:gd name="connsiteY74" fmla="*/ 18033 h 604915"/>
                <a:gd name="connsiteX75" fmla="*/ 131147 w 593440"/>
                <a:gd name="connsiteY75" fmla="*/ 16393 h 604915"/>
                <a:gd name="connsiteX76" fmla="*/ 131147 w 593440"/>
                <a:gd name="connsiteY76" fmla="*/ 16393 h 604915"/>
                <a:gd name="connsiteX77" fmla="*/ 136065 w 593440"/>
                <a:gd name="connsiteY77" fmla="*/ 14754 h 604915"/>
                <a:gd name="connsiteX78" fmla="*/ 137704 w 593440"/>
                <a:gd name="connsiteY78" fmla="*/ 14754 h 604915"/>
                <a:gd name="connsiteX79" fmla="*/ 142623 w 593440"/>
                <a:gd name="connsiteY79" fmla="*/ 11475 h 604915"/>
                <a:gd name="connsiteX80" fmla="*/ 145901 w 593440"/>
                <a:gd name="connsiteY80" fmla="*/ 13114 h 604915"/>
                <a:gd name="connsiteX81" fmla="*/ 147540 w 593440"/>
                <a:gd name="connsiteY81" fmla="*/ 13114 h 604915"/>
                <a:gd name="connsiteX82" fmla="*/ 150819 w 593440"/>
                <a:gd name="connsiteY82" fmla="*/ 14754 h 604915"/>
                <a:gd name="connsiteX83" fmla="*/ 155737 w 593440"/>
                <a:gd name="connsiteY83" fmla="*/ 16393 h 604915"/>
                <a:gd name="connsiteX84" fmla="*/ 157376 w 593440"/>
                <a:gd name="connsiteY84" fmla="*/ 18033 h 604915"/>
                <a:gd name="connsiteX85" fmla="*/ 160655 w 593440"/>
                <a:gd name="connsiteY85" fmla="*/ 18033 h 604915"/>
                <a:gd name="connsiteX86" fmla="*/ 165573 w 593440"/>
                <a:gd name="connsiteY86" fmla="*/ 18033 h 604915"/>
                <a:gd name="connsiteX87" fmla="*/ 168851 w 593440"/>
                <a:gd name="connsiteY87" fmla="*/ 18033 h 604915"/>
                <a:gd name="connsiteX88" fmla="*/ 173770 w 593440"/>
                <a:gd name="connsiteY88" fmla="*/ 21311 h 604915"/>
                <a:gd name="connsiteX89" fmla="*/ 177048 w 593440"/>
                <a:gd name="connsiteY89" fmla="*/ 21311 h 604915"/>
                <a:gd name="connsiteX90" fmla="*/ 180327 w 593440"/>
                <a:gd name="connsiteY90" fmla="*/ 22951 h 604915"/>
                <a:gd name="connsiteX91" fmla="*/ 183606 w 593440"/>
                <a:gd name="connsiteY91" fmla="*/ 26229 h 604915"/>
                <a:gd name="connsiteX92" fmla="*/ 188524 w 593440"/>
                <a:gd name="connsiteY92" fmla="*/ 29508 h 604915"/>
                <a:gd name="connsiteX93" fmla="*/ 191803 w 593440"/>
                <a:gd name="connsiteY93" fmla="*/ 29508 h 604915"/>
                <a:gd name="connsiteX94" fmla="*/ 195081 w 593440"/>
                <a:gd name="connsiteY94" fmla="*/ 31147 h 604915"/>
                <a:gd name="connsiteX95" fmla="*/ 198360 w 593440"/>
                <a:gd name="connsiteY95" fmla="*/ 32787 h 604915"/>
                <a:gd name="connsiteX96" fmla="*/ 201638 w 593440"/>
                <a:gd name="connsiteY96" fmla="*/ 32787 h 604915"/>
                <a:gd name="connsiteX97" fmla="*/ 204917 w 593440"/>
                <a:gd name="connsiteY97" fmla="*/ 32787 h 604915"/>
                <a:gd name="connsiteX98" fmla="*/ 208196 w 593440"/>
                <a:gd name="connsiteY98" fmla="*/ 34426 h 604915"/>
                <a:gd name="connsiteX99" fmla="*/ 209835 w 593440"/>
                <a:gd name="connsiteY99" fmla="*/ 34426 h 604915"/>
                <a:gd name="connsiteX100" fmla="*/ 213114 w 593440"/>
                <a:gd name="connsiteY100" fmla="*/ 34426 h 604915"/>
                <a:gd name="connsiteX101" fmla="*/ 216393 w 593440"/>
                <a:gd name="connsiteY101" fmla="*/ 37705 h 604915"/>
                <a:gd name="connsiteX102" fmla="*/ 219671 w 593440"/>
                <a:gd name="connsiteY102" fmla="*/ 40983 h 604915"/>
                <a:gd name="connsiteX103" fmla="*/ 221310 w 593440"/>
                <a:gd name="connsiteY103" fmla="*/ 44262 h 604915"/>
                <a:gd name="connsiteX104" fmla="*/ 221310 w 593440"/>
                <a:gd name="connsiteY104" fmla="*/ 49180 h 604915"/>
                <a:gd name="connsiteX105" fmla="*/ 221310 w 593440"/>
                <a:gd name="connsiteY105" fmla="*/ 52459 h 604915"/>
                <a:gd name="connsiteX106" fmla="*/ 222950 w 593440"/>
                <a:gd name="connsiteY106" fmla="*/ 55737 h 604915"/>
                <a:gd name="connsiteX107" fmla="*/ 224589 w 593440"/>
                <a:gd name="connsiteY107" fmla="*/ 59016 h 604915"/>
                <a:gd name="connsiteX108" fmla="*/ 224589 w 593440"/>
                <a:gd name="connsiteY108" fmla="*/ 62295 h 604915"/>
                <a:gd name="connsiteX109" fmla="*/ 226228 w 593440"/>
                <a:gd name="connsiteY109" fmla="*/ 65573 h 604915"/>
                <a:gd name="connsiteX110" fmla="*/ 227868 w 593440"/>
                <a:gd name="connsiteY110" fmla="*/ 67213 h 604915"/>
                <a:gd name="connsiteX111" fmla="*/ 229507 w 593440"/>
                <a:gd name="connsiteY111" fmla="*/ 72131 h 604915"/>
                <a:gd name="connsiteX112" fmla="*/ 231147 w 593440"/>
                <a:gd name="connsiteY112" fmla="*/ 75409 h 604915"/>
                <a:gd name="connsiteX113" fmla="*/ 236064 w 593440"/>
                <a:gd name="connsiteY113" fmla="*/ 78688 h 604915"/>
                <a:gd name="connsiteX114" fmla="*/ 239343 w 593440"/>
                <a:gd name="connsiteY114" fmla="*/ 80327 h 604915"/>
                <a:gd name="connsiteX115" fmla="*/ 242622 w 593440"/>
                <a:gd name="connsiteY115" fmla="*/ 81967 h 604915"/>
                <a:gd name="connsiteX116" fmla="*/ 247540 w 593440"/>
                <a:gd name="connsiteY116" fmla="*/ 85245 h 604915"/>
                <a:gd name="connsiteX117" fmla="*/ 250818 w 593440"/>
                <a:gd name="connsiteY117" fmla="*/ 85245 h 604915"/>
                <a:gd name="connsiteX118" fmla="*/ 252458 w 593440"/>
                <a:gd name="connsiteY118" fmla="*/ 85245 h 604915"/>
                <a:gd name="connsiteX119" fmla="*/ 255737 w 593440"/>
                <a:gd name="connsiteY119" fmla="*/ 86885 h 604915"/>
                <a:gd name="connsiteX120" fmla="*/ 259015 w 593440"/>
                <a:gd name="connsiteY120" fmla="*/ 86885 h 604915"/>
                <a:gd name="connsiteX121" fmla="*/ 263933 w 593440"/>
                <a:gd name="connsiteY121" fmla="*/ 86885 h 604915"/>
                <a:gd name="connsiteX122" fmla="*/ 267212 w 593440"/>
                <a:gd name="connsiteY122" fmla="*/ 86885 h 604915"/>
                <a:gd name="connsiteX123" fmla="*/ 270491 w 593440"/>
                <a:gd name="connsiteY123" fmla="*/ 86885 h 604915"/>
                <a:gd name="connsiteX124" fmla="*/ 273769 w 593440"/>
                <a:gd name="connsiteY124" fmla="*/ 86885 h 604915"/>
                <a:gd name="connsiteX125" fmla="*/ 278687 w 593440"/>
                <a:gd name="connsiteY125" fmla="*/ 88524 h 604915"/>
                <a:gd name="connsiteX126" fmla="*/ 281966 w 593440"/>
                <a:gd name="connsiteY126" fmla="*/ 88524 h 604915"/>
                <a:gd name="connsiteX127" fmla="*/ 285245 w 593440"/>
                <a:gd name="connsiteY127" fmla="*/ 90164 h 604915"/>
                <a:gd name="connsiteX128" fmla="*/ 288523 w 593440"/>
                <a:gd name="connsiteY128" fmla="*/ 91803 h 604915"/>
                <a:gd name="connsiteX129" fmla="*/ 293441 w 593440"/>
                <a:gd name="connsiteY129" fmla="*/ 93442 h 604915"/>
                <a:gd name="connsiteX130" fmla="*/ 295081 w 593440"/>
                <a:gd name="connsiteY130" fmla="*/ 93442 h 604915"/>
                <a:gd name="connsiteX131" fmla="*/ 298360 w 593440"/>
                <a:gd name="connsiteY131" fmla="*/ 93442 h 604915"/>
                <a:gd name="connsiteX132" fmla="*/ 301638 w 593440"/>
                <a:gd name="connsiteY132" fmla="*/ 96721 h 604915"/>
                <a:gd name="connsiteX133" fmla="*/ 303277 w 593440"/>
                <a:gd name="connsiteY133" fmla="*/ 96721 h 604915"/>
                <a:gd name="connsiteX134" fmla="*/ 306556 w 593440"/>
                <a:gd name="connsiteY134" fmla="*/ 98360 h 604915"/>
                <a:gd name="connsiteX135" fmla="*/ 311474 w 593440"/>
                <a:gd name="connsiteY135" fmla="*/ 99999 h 604915"/>
                <a:gd name="connsiteX136" fmla="*/ 314753 w 593440"/>
                <a:gd name="connsiteY136" fmla="*/ 99999 h 604915"/>
                <a:gd name="connsiteX137" fmla="*/ 318031 w 593440"/>
                <a:gd name="connsiteY137" fmla="*/ 103278 h 604915"/>
                <a:gd name="connsiteX138" fmla="*/ 322950 w 593440"/>
                <a:gd name="connsiteY138" fmla="*/ 104917 h 604915"/>
                <a:gd name="connsiteX139" fmla="*/ 326228 w 593440"/>
                <a:gd name="connsiteY139" fmla="*/ 106557 h 604915"/>
                <a:gd name="connsiteX140" fmla="*/ 329507 w 593440"/>
                <a:gd name="connsiteY140" fmla="*/ 109836 h 604915"/>
                <a:gd name="connsiteX141" fmla="*/ 332785 w 593440"/>
                <a:gd name="connsiteY141" fmla="*/ 113114 h 604915"/>
                <a:gd name="connsiteX142" fmla="*/ 334425 w 593440"/>
                <a:gd name="connsiteY142" fmla="*/ 113114 h 604915"/>
                <a:gd name="connsiteX143" fmla="*/ 337703 w 593440"/>
                <a:gd name="connsiteY143" fmla="*/ 116393 h 604915"/>
                <a:gd name="connsiteX144" fmla="*/ 340982 w 593440"/>
                <a:gd name="connsiteY144" fmla="*/ 118032 h 604915"/>
                <a:gd name="connsiteX145" fmla="*/ 342621 w 593440"/>
                <a:gd name="connsiteY145" fmla="*/ 119671 h 604915"/>
                <a:gd name="connsiteX146" fmla="*/ 345900 w 593440"/>
                <a:gd name="connsiteY146" fmla="*/ 122950 h 604915"/>
                <a:gd name="connsiteX147" fmla="*/ 350818 w 593440"/>
                <a:gd name="connsiteY147" fmla="*/ 124589 h 604915"/>
                <a:gd name="connsiteX148" fmla="*/ 352457 w 593440"/>
                <a:gd name="connsiteY148" fmla="*/ 126229 h 604915"/>
                <a:gd name="connsiteX149" fmla="*/ 357375 w 593440"/>
                <a:gd name="connsiteY149" fmla="*/ 129508 h 604915"/>
                <a:gd name="connsiteX150" fmla="*/ 360654 w 593440"/>
                <a:gd name="connsiteY150" fmla="*/ 129508 h 604915"/>
                <a:gd name="connsiteX151" fmla="*/ 363933 w 593440"/>
                <a:gd name="connsiteY151" fmla="*/ 129508 h 604915"/>
                <a:gd name="connsiteX152" fmla="*/ 368851 w 593440"/>
                <a:gd name="connsiteY152" fmla="*/ 127868 h 604915"/>
                <a:gd name="connsiteX153" fmla="*/ 372130 w 593440"/>
                <a:gd name="connsiteY153" fmla="*/ 127868 h 604915"/>
                <a:gd name="connsiteX154" fmla="*/ 375408 w 593440"/>
                <a:gd name="connsiteY154" fmla="*/ 124589 h 604915"/>
                <a:gd name="connsiteX155" fmla="*/ 378687 w 593440"/>
                <a:gd name="connsiteY155" fmla="*/ 122950 h 604915"/>
                <a:gd name="connsiteX156" fmla="*/ 381965 w 593440"/>
                <a:gd name="connsiteY156" fmla="*/ 121311 h 604915"/>
                <a:gd name="connsiteX157" fmla="*/ 386884 w 593440"/>
                <a:gd name="connsiteY157" fmla="*/ 118032 h 604915"/>
                <a:gd name="connsiteX158" fmla="*/ 388523 w 593440"/>
                <a:gd name="connsiteY158" fmla="*/ 113114 h 604915"/>
                <a:gd name="connsiteX159" fmla="*/ 391801 w 593440"/>
                <a:gd name="connsiteY159" fmla="*/ 109836 h 604915"/>
                <a:gd name="connsiteX160" fmla="*/ 395080 w 593440"/>
                <a:gd name="connsiteY160" fmla="*/ 106557 h 604915"/>
                <a:gd name="connsiteX161" fmla="*/ 396720 w 593440"/>
                <a:gd name="connsiteY161" fmla="*/ 103278 h 604915"/>
                <a:gd name="connsiteX162" fmla="*/ 398359 w 593440"/>
                <a:gd name="connsiteY162" fmla="*/ 99999 h 604915"/>
                <a:gd name="connsiteX163" fmla="*/ 398359 w 593440"/>
                <a:gd name="connsiteY163" fmla="*/ 96721 h 604915"/>
                <a:gd name="connsiteX164" fmla="*/ 399998 w 593440"/>
                <a:gd name="connsiteY164" fmla="*/ 91803 h 604915"/>
                <a:gd name="connsiteX165" fmla="*/ 399998 w 593440"/>
                <a:gd name="connsiteY165" fmla="*/ 88524 h 604915"/>
                <a:gd name="connsiteX166" fmla="*/ 398359 w 593440"/>
                <a:gd name="connsiteY166" fmla="*/ 86885 h 604915"/>
                <a:gd name="connsiteX167" fmla="*/ 398359 w 593440"/>
                <a:gd name="connsiteY167" fmla="*/ 83606 h 604915"/>
                <a:gd name="connsiteX168" fmla="*/ 395080 w 593440"/>
                <a:gd name="connsiteY168" fmla="*/ 80327 h 604915"/>
                <a:gd name="connsiteX169" fmla="*/ 393441 w 593440"/>
                <a:gd name="connsiteY169" fmla="*/ 77049 h 604915"/>
                <a:gd name="connsiteX170" fmla="*/ 393441 w 593440"/>
                <a:gd name="connsiteY170" fmla="*/ 77049 h 604915"/>
                <a:gd name="connsiteX171" fmla="*/ 391801 w 593440"/>
                <a:gd name="connsiteY171" fmla="*/ 72131 h 604915"/>
                <a:gd name="connsiteX172" fmla="*/ 391801 w 593440"/>
                <a:gd name="connsiteY172" fmla="*/ 68852 h 604915"/>
                <a:gd name="connsiteX173" fmla="*/ 390162 w 593440"/>
                <a:gd name="connsiteY173" fmla="*/ 65573 h 604915"/>
                <a:gd name="connsiteX174" fmla="*/ 390162 w 593440"/>
                <a:gd name="connsiteY174" fmla="*/ 60655 h 604915"/>
                <a:gd name="connsiteX175" fmla="*/ 390162 w 593440"/>
                <a:gd name="connsiteY175" fmla="*/ 57377 h 604915"/>
                <a:gd name="connsiteX176" fmla="*/ 390162 w 593440"/>
                <a:gd name="connsiteY176" fmla="*/ 54098 h 604915"/>
                <a:gd name="connsiteX177" fmla="*/ 393441 w 593440"/>
                <a:gd name="connsiteY177" fmla="*/ 50819 h 604915"/>
                <a:gd name="connsiteX178" fmla="*/ 393441 w 593440"/>
                <a:gd name="connsiteY178" fmla="*/ 49180 h 604915"/>
                <a:gd name="connsiteX179" fmla="*/ 395080 w 593440"/>
                <a:gd name="connsiteY179" fmla="*/ 45901 h 604915"/>
                <a:gd name="connsiteX180" fmla="*/ 398359 w 593440"/>
                <a:gd name="connsiteY180" fmla="*/ 40983 h 604915"/>
                <a:gd name="connsiteX181" fmla="*/ 401638 w 593440"/>
                <a:gd name="connsiteY181" fmla="*/ 37705 h 604915"/>
                <a:gd name="connsiteX182" fmla="*/ 404916 w 593440"/>
                <a:gd name="connsiteY182" fmla="*/ 34426 h 604915"/>
                <a:gd name="connsiteX183" fmla="*/ 409834 w 593440"/>
                <a:gd name="connsiteY183" fmla="*/ 31147 h 604915"/>
                <a:gd name="connsiteX184" fmla="*/ 413113 w 593440"/>
                <a:gd name="connsiteY184" fmla="*/ 27869 h 604915"/>
                <a:gd name="connsiteX185" fmla="*/ 416391 w 593440"/>
                <a:gd name="connsiteY185" fmla="*/ 26229 h 604915"/>
                <a:gd name="connsiteX186" fmla="*/ 419670 w 593440"/>
                <a:gd name="connsiteY186" fmla="*/ 24590 h 604915"/>
                <a:gd name="connsiteX187" fmla="*/ 422949 w 593440"/>
                <a:gd name="connsiteY187" fmla="*/ 22951 h 604915"/>
                <a:gd name="connsiteX188" fmla="*/ 427867 w 593440"/>
                <a:gd name="connsiteY188" fmla="*/ 19672 h 604915"/>
                <a:gd name="connsiteX189" fmla="*/ 431145 w 593440"/>
                <a:gd name="connsiteY189" fmla="*/ 18033 h 604915"/>
                <a:gd name="connsiteX190" fmla="*/ 434424 w 593440"/>
                <a:gd name="connsiteY190" fmla="*/ 18033 h 604915"/>
                <a:gd name="connsiteX191" fmla="*/ 437703 w 593440"/>
                <a:gd name="connsiteY191" fmla="*/ 18033 h 604915"/>
                <a:gd name="connsiteX192" fmla="*/ 442621 w 593440"/>
                <a:gd name="connsiteY192" fmla="*/ 18033 h 604915"/>
                <a:gd name="connsiteX193" fmla="*/ 444260 w 593440"/>
                <a:gd name="connsiteY193" fmla="*/ 18033 h 604915"/>
                <a:gd name="connsiteX194" fmla="*/ 447539 w 593440"/>
                <a:gd name="connsiteY194" fmla="*/ 14754 h 604915"/>
                <a:gd name="connsiteX195" fmla="*/ 450818 w 593440"/>
                <a:gd name="connsiteY195" fmla="*/ 11475 h 604915"/>
                <a:gd name="connsiteX196" fmla="*/ 455735 w 593440"/>
                <a:gd name="connsiteY196" fmla="*/ 11475 h 604915"/>
                <a:gd name="connsiteX197" fmla="*/ 457375 w 593440"/>
                <a:gd name="connsiteY197" fmla="*/ 11475 h 604915"/>
                <a:gd name="connsiteX198" fmla="*/ 462293 w 593440"/>
                <a:gd name="connsiteY198" fmla="*/ 13114 h 604915"/>
                <a:gd name="connsiteX199" fmla="*/ 465572 w 593440"/>
                <a:gd name="connsiteY199" fmla="*/ 11475 h 604915"/>
                <a:gd name="connsiteX200" fmla="*/ 465572 w 593440"/>
                <a:gd name="connsiteY200" fmla="*/ 13114 h 604915"/>
                <a:gd name="connsiteX201" fmla="*/ 468850 w 593440"/>
                <a:gd name="connsiteY201" fmla="*/ 11475 h 604915"/>
                <a:gd name="connsiteX202" fmla="*/ 473768 w 593440"/>
                <a:gd name="connsiteY202" fmla="*/ 13114 h 604915"/>
                <a:gd name="connsiteX203" fmla="*/ 477047 w 593440"/>
                <a:gd name="connsiteY203" fmla="*/ 13114 h 604915"/>
                <a:gd name="connsiteX204" fmla="*/ 480325 w 593440"/>
                <a:gd name="connsiteY204" fmla="*/ 16393 h 604915"/>
                <a:gd name="connsiteX205" fmla="*/ 485244 w 593440"/>
                <a:gd name="connsiteY205" fmla="*/ 18033 h 604915"/>
                <a:gd name="connsiteX206" fmla="*/ 488522 w 593440"/>
                <a:gd name="connsiteY206" fmla="*/ 19672 h 604915"/>
                <a:gd name="connsiteX207" fmla="*/ 490162 w 593440"/>
                <a:gd name="connsiteY207" fmla="*/ 19672 h 604915"/>
                <a:gd name="connsiteX208" fmla="*/ 495080 w 593440"/>
                <a:gd name="connsiteY208" fmla="*/ 21311 h 604915"/>
                <a:gd name="connsiteX209" fmla="*/ 498358 w 593440"/>
                <a:gd name="connsiteY209" fmla="*/ 22951 h 604915"/>
                <a:gd name="connsiteX210" fmla="*/ 501637 w 593440"/>
                <a:gd name="connsiteY210" fmla="*/ 22951 h 604915"/>
                <a:gd name="connsiteX211" fmla="*/ 506555 w 593440"/>
                <a:gd name="connsiteY211" fmla="*/ 24590 h 604915"/>
                <a:gd name="connsiteX212" fmla="*/ 506555 w 593440"/>
                <a:gd name="connsiteY212" fmla="*/ 27869 h 604915"/>
                <a:gd name="connsiteX213" fmla="*/ 508194 w 593440"/>
                <a:gd name="connsiteY213" fmla="*/ 32787 h 604915"/>
                <a:gd name="connsiteX214" fmla="*/ 506555 w 593440"/>
                <a:gd name="connsiteY214" fmla="*/ 36065 h 604915"/>
                <a:gd name="connsiteX215" fmla="*/ 508194 w 593440"/>
                <a:gd name="connsiteY215" fmla="*/ 39344 h 604915"/>
                <a:gd name="connsiteX216" fmla="*/ 511473 w 593440"/>
                <a:gd name="connsiteY216" fmla="*/ 42623 h 604915"/>
                <a:gd name="connsiteX217" fmla="*/ 513112 w 593440"/>
                <a:gd name="connsiteY217" fmla="*/ 44262 h 604915"/>
                <a:gd name="connsiteX218" fmla="*/ 516391 w 593440"/>
                <a:gd name="connsiteY218" fmla="*/ 44262 h 604915"/>
                <a:gd name="connsiteX219" fmla="*/ 521309 w 593440"/>
                <a:gd name="connsiteY219" fmla="*/ 44262 h 604915"/>
                <a:gd name="connsiteX220" fmla="*/ 524588 w 593440"/>
                <a:gd name="connsiteY220" fmla="*/ 44262 h 604915"/>
                <a:gd name="connsiteX221" fmla="*/ 527867 w 593440"/>
                <a:gd name="connsiteY221" fmla="*/ 44262 h 604915"/>
                <a:gd name="connsiteX222" fmla="*/ 532784 w 593440"/>
                <a:gd name="connsiteY222" fmla="*/ 45901 h 604915"/>
                <a:gd name="connsiteX223" fmla="*/ 536063 w 593440"/>
                <a:gd name="connsiteY223" fmla="*/ 47541 h 604915"/>
                <a:gd name="connsiteX224" fmla="*/ 539342 w 593440"/>
                <a:gd name="connsiteY224" fmla="*/ 50819 h 604915"/>
                <a:gd name="connsiteX225" fmla="*/ 542621 w 593440"/>
                <a:gd name="connsiteY225" fmla="*/ 52459 h 604915"/>
                <a:gd name="connsiteX226" fmla="*/ 545899 w 593440"/>
                <a:gd name="connsiteY226" fmla="*/ 52459 h 604915"/>
                <a:gd name="connsiteX227" fmla="*/ 550817 w 593440"/>
                <a:gd name="connsiteY227" fmla="*/ 52459 h 604915"/>
                <a:gd name="connsiteX228" fmla="*/ 554096 w 593440"/>
                <a:gd name="connsiteY228" fmla="*/ 52459 h 604915"/>
                <a:gd name="connsiteX229" fmla="*/ 557375 w 593440"/>
                <a:gd name="connsiteY229" fmla="*/ 52459 h 604915"/>
                <a:gd name="connsiteX230" fmla="*/ 562292 w 593440"/>
                <a:gd name="connsiteY230" fmla="*/ 52459 h 604915"/>
                <a:gd name="connsiteX231" fmla="*/ 565571 w 593440"/>
                <a:gd name="connsiteY231" fmla="*/ 50819 h 604915"/>
                <a:gd name="connsiteX232" fmla="*/ 568850 w 593440"/>
                <a:gd name="connsiteY232" fmla="*/ 52459 h 604915"/>
                <a:gd name="connsiteX233" fmla="*/ 573768 w 593440"/>
                <a:gd name="connsiteY233" fmla="*/ 54098 h 604915"/>
                <a:gd name="connsiteX234" fmla="*/ 577047 w 593440"/>
                <a:gd name="connsiteY234" fmla="*/ 54098 h 604915"/>
                <a:gd name="connsiteX235" fmla="*/ 578686 w 593440"/>
                <a:gd name="connsiteY235" fmla="*/ 57377 h 604915"/>
                <a:gd name="connsiteX236" fmla="*/ 578686 w 593440"/>
                <a:gd name="connsiteY236" fmla="*/ 60655 h 604915"/>
                <a:gd name="connsiteX237" fmla="*/ 581965 w 593440"/>
                <a:gd name="connsiteY237" fmla="*/ 63934 h 604915"/>
                <a:gd name="connsiteX238" fmla="*/ 583604 w 593440"/>
                <a:gd name="connsiteY238" fmla="*/ 68852 h 604915"/>
                <a:gd name="connsiteX239" fmla="*/ 580325 w 593440"/>
                <a:gd name="connsiteY239" fmla="*/ 70491 h 604915"/>
                <a:gd name="connsiteX240" fmla="*/ 578686 w 593440"/>
                <a:gd name="connsiteY240" fmla="*/ 75409 h 604915"/>
                <a:gd name="connsiteX241" fmla="*/ 578686 w 593440"/>
                <a:gd name="connsiteY241" fmla="*/ 75409 h 604915"/>
                <a:gd name="connsiteX242" fmla="*/ 573768 w 593440"/>
                <a:gd name="connsiteY242" fmla="*/ 78688 h 604915"/>
                <a:gd name="connsiteX243" fmla="*/ 573768 w 593440"/>
                <a:gd name="connsiteY243" fmla="*/ 81967 h 604915"/>
                <a:gd name="connsiteX244" fmla="*/ 573768 w 593440"/>
                <a:gd name="connsiteY244" fmla="*/ 86885 h 604915"/>
                <a:gd name="connsiteX245" fmla="*/ 573768 w 593440"/>
                <a:gd name="connsiteY245" fmla="*/ 90164 h 604915"/>
                <a:gd name="connsiteX246" fmla="*/ 575407 w 593440"/>
                <a:gd name="connsiteY246" fmla="*/ 93442 h 604915"/>
                <a:gd name="connsiteX247" fmla="*/ 577047 w 593440"/>
                <a:gd name="connsiteY247" fmla="*/ 96721 h 604915"/>
                <a:gd name="connsiteX248" fmla="*/ 577047 w 593440"/>
                <a:gd name="connsiteY248" fmla="*/ 101639 h 604915"/>
                <a:gd name="connsiteX249" fmla="*/ 578686 w 593440"/>
                <a:gd name="connsiteY249" fmla="*/ 104917 h 604915"/>
                <a:gd name="connsiteX250" fmla="*/ 578686 w 593440"/>
                <a:gd name="connsiteY250" fmla="*/ 108196 h 604915"/>
                <a:gd name="connsiteX251" fmla="*/ 578686 w 593440"/>
                <a:gd name="connsiteY251" fmla="*/ 108196 h 604915"/>
                <a:gd name="connsiteX252" fmla="*/ 578686 w 593440"/>
                <a:gd name="connsiteY252" fmla="*/ 111475 h 604915"/>
                <a:gd name="connsiteX253" fmla="*/ 577047 w 593440"/>
                <a:gd name="connsiteY253" fmla="*/ 116393 h 604915"/>
                <a:gd name="connsiteX254" fmla="*/ 577047 w 593440"/>
                <a:gd name="connsiteY254" fmla="*/ 119671 h 604915"/>
                <a:gd name="connsiteX255" fmla="*/ 573768 w 593440"/>
                <a:gd name="connsiteY255" fmla="*/ 122950 h 604915"/>
                <a:gd name="connsiteX256" fmla="*/ 572128 w 593440"/>
                <a:gd name="connsiteY256" fmla="*/ 127868 h 604915"/>
                <a:gd name="connsiteX257" fmla="*/ 570489 w 593440"/>
                <a:gd name="connsiteY257" fmla="*/ 131147 h 604915"/>
                <a:gd name="connsiteX258" fmla="*/ 568850 w 593440"/>
                <a:gd name="connsiteY258" fmla="*/ 134426 h 604915"/>
                <a:gd name="connsiteX259" fmla="*/ 572128 w 593440"/>
                <a:gd name="connsiteY259" fmla="*/ 139344 h 604915"/>
                <a:gd name="connsiteX260" fmla="*/ 572128 w 593440"/>
                <a:gd name="connsiteY260" fmla="*/ 140983 h 604915"/>
                <a:gd name="connsiteX261" fmla="*/ 573768 w 593440"/>
                <a:gd name="connsiteY261" fmla="*/ 144261 h 604915"/>
                <a:gd name="connsiteX262" fmla="*/ 575407 w 593440"/>
                <a:gd name="connsiteY262" fmla="*/ 149179 h 604915"/>
                <a:gd name="connsiteX263" fmla="*/ 575407 w 593440"/>
                <a:gd name="connsiteY263" fmla="*/ 152458 h 604915"/>
                <a:gd name="connsiteX264" fmla="*/ 577047 w 593440"/>
                <a:gd name="connsiteY264" fmla="*/ 155737 h 604915"/>
                <a:gd name="connsiteX265" fmla="*/ 577047 w 593440"/>
                <a:gd name="connsiteY265" fmla="*/ 159016 h 604915"/>
                <a:gd name="connsiteX266" fmla="*/ 577047 w 593440"/>
                <a:gd name="connsiteY266" fmla="*/ 162294 h 604915"/>
                <a:gd name="connsiteX267" fmla="*/ 578686 w 593440"/>
                <a:gd name="connsiteY267" fmla="*/ 165573 h 604915"/>
                <a:gd name="connsiteX268" fmla="*/ 580325 w 593440"/>
                <a:gd name="connsiteY268" fmla="*/ 170491 h 604915"/>
                <a:gd name="connsiteX269" fmla="*/ 581965 w 593440"/>
                <a:gd name="connsiteY269" fmla="*/ 173770 h 604915"/>
                <a:gd name="connsiteX270" fmla="*/ 581965 w 593440"/>
                <a:gd name="connsiteY270" fmla="*/ 177048 h 604915"/>
                <a:gd name="connsiteX271" fmla="*/ 581965 w 593440"/>
                <a:gd name="connsiteY271" fmla="*/ 181966 h 604915"/>
                <a:gd name="connsiteX272" fmla="*/ 581965 w 593440"/>
                <a:gd name="connsiteY272" fmla="*/ 185245 h 604915"/>
                <a:gd name="connsiteX273" fmla="*/ 581965 w 593440"/>
                <a:gd name="connsiteY273" fmla="*/ 199999 h 604915"/>
                <a:gd name="connsiteX274" fmla="*/ 583604 w 593440"/>
                <a:gd name="connsiteY274" fmla="*/ 204917 h 604915"/>
                <a:gd name="connsiteX275" fmla="*/ 583604 w 593440"/>
                <a:gd name="connsiteY275" fmla="*/ 208196 h 604915"/>
                <a:gd name="connsiteX276" fmla="*/ 583604 w 593440"/>
                <a:gd name="connsiteY276" fmla="*/ 213114 h 604915"/>
                <a:gd name="connsiteX277" fmla="*/ 583604 w 593440"/>
                <a:gd name="connsiteY277" fmla="*/ 216392 h 604915"/>
                <a:gd name="connsiteX278" fmla="*/ 583604 w 593440"/>
                <a:gd name="connsiteY278" fmla="*/ 219671 h 604915"/>
                <a:gd name="connsiteX279" fmla="*/ 583604 w 593440"/>
                <a:gd name="connsiteY279" fmla="*/ 224589 h 604915"/>
                <a:gd name="connsiteX280" fmla="*/ 583604 w 593440"/>
                <a:gd name="connsiteY280" fmla="*/ 227868 h 604915"/>
                <a:gd name="connsiteX281" fmla="*/ 583604 w 593440"/>
                <a:gd name="connsiteY281" fmla="*/ 229507 h 604915"/>
                <a:gd name="connsiteX282" fmla="*/ 583604 w 593440"/>
                <a:gd name="connsiteY282" fmla="*/ 232786 h 604915"/>
                <a:gd name="connsiteX283" fmla="*/ 583604 w 593440"/>
                <a:gd name="connsiteY283" fmla="*/ 237704 h 604915"/>
                <a:gd name="connsiteX284" fmla="*/ 583604 w 593440"/>
                <a:gd name="connsiteY284" fmla="*/ 240982 h 604915"/>
                <a:gd name="connsiteX285" fmla="*/ 585243 w 593440"/>
                <a:gd name="connsiteY285" fmla="*/ 244261 h 604915"/>
                <a:gd name="connsiteX286" fmla="*/ 585243 w 593440"/>
                <a:gd name="connsiteY286" fmla="*/ 247540 h 604915"/>
                <a:gd name="connsiteX287" fmla="*/ 585243 w 593440"/>
                <a:gd name="connsiteY287" fmla="*/ 252458 h 604915"/>
                <a:gd name="connsiteX288" fmla="*/ 585243 w 593440"/>
                <a:gd name="connsiteY288" fmla="*/ 255736 h 604915"/>
                <a:gd name="connsiteX289" fmla="*/ 585243 w 593440"/>
                <a:gd name="connsiteY289" fmla="*/ 259015 h 604915"/>
                <a:gd name="connsiteX290" fmla="*/ 585243 w 593440"/>
                <a:gd name="connsiteY290" fmla="*/ 263933 h 604915"/>
                <a:gd name="connsiteX291" fmla="*/ 585243 w 593440"/>
                <a:gd name="connsiteY291" fmla="*/ 268851 h 604915"/>
                <a:gd name="connsiteX292" fmla="*/ 585243 w 593440"/>
                <a:gd name="connsiteY292" fmla="*/ 272130 h 604915"/>
                <a:gd name="connsiteX293" fmla="*/ 585243 w 593440"/>
                <a:gd name="connsiteY293" fmla="*/ 273769 h 604915"/>
                <a:gd name="connsiteX294" fmla="*/ 585243 w 593440"/>
                <a:gd name="connsiteY294" fmla="*/ 277048 h 604915"/>
                <a:gd name="connsiteX295" fmla="*/ 585243 w 593440"/>
                <a:gd name="connsiteY295" fmla="*/ 283605 h 604915"/>
                <a:gd name="connsiteX296" fmla="*/ 585243 w 593440"/>
                <a:gd name="connsiteY296" fmla="*/ 291802 h 604915"/>
                <a:gd name="connsiteX297" fmla="*/ 586882 w 593440"/>
                <a:gd name="connsiteY297" fmla="*/ 301638 h 604915"/>
                <a:gd name="connsiteX298" fmla="*/ 586882 w 593440"/>
                <a:gd name="connsiteY298" fmla="*/ 308195 h 604915"/>
                <a:gd name="connsiteX299" fmla="*/ 586882 w 593440"/>
                <a:gd name="connsiteY299" fmla="*/ 314753 h 604915"/>
                <a:gd name="connsiteX300" fmla="*/ 586882 w 593440"/>
                <a:gd name="connsiteY300" fmla="*/ 319671 h 604915"/>
                <a:gd name="connsiteX301" fmla="*/ 586882 w 593440"/>
                <a:gd name="connsiteY301" fmla="*/ 326228 h 604915"/>
                <a:gd name="connsiteX302" fmla="*/ 586882 w 593440"/>
                <a:gd name="connsiteY302" fmla="*/ 332785 h 604915"/>
                <a:gd name="connsiteX303" fmla="*/ 586882 w 593440"/>
                <a:gd name="connsiteY303" fmla="*/ 339343 h 604915"/>
                <a:gd name="connsiteX304" fmla="*/ 586882 w 593440"/>
                <a:gd name="connsiteY304" fmla="*/ 344261 h 604915"/>
                <a:gd name="connsiteX305" fmla="*/ 588522 w 593440"/>
                <a:gd name="connsiteY305" fmla="*/ 349179 h 604915"/>
                <a:gd name="connsiteX306" fmla="*/ 588522 w 593440"/>
                <a:gd name="connsiteY306" fmla="*/ 352457 h 604915"/>
                <a:gd name="connsiteX307" fmla="*/ 588522 w 593440"/>
                <a:gd name="connsiteY307" fmla="*/ 357375 h 604915"/>
                <a:gd name="connsiteX308" fmla="*/ 588522 w 593440"/>
                <a:gd name="connsiteY308" fmla="*/ 360654 h 604915"/>
                <a:gd name="connsiteX309" fmla="*/ 588522 w 593440"/>
                <a:gd name="connsiteY309" fmla="*/ 367211 h 604915"/>
                <a:gd name="connsiteX310" fmla="*/ 588522 w 593440"/>
                <a:gd name="connsiteY310" fmla="*/ 375408 h 604915"/>
                <a:gd name="connsiteX311" fmla="*/ 588522 w 593440"/>
                <a:gd name="connsiteY311" fmla="*/ 383605 h 604915"/>
                <a:gd name="connsiteX312" fmla="*/ 588522 w 593440"/>
                <a:gd name="connsiteY312" fmla="*/ 390162 h 604915"/>
                <a:gd name="connsiteX313" fmla="*/ 588522 w 593440"/>
                <a:gd name="connsiteY313" fmla="*/ 401637 h 604915"/>
                <a:gd name="connsiteX314" fmla="*/ 588522 w 593440"/>
                <a:gd name="connsiteY314" fmla="*/ 404916 h 604915"/>
                <a:gd name="connsiteX315" fmla="*/ 588522 w 593440"/>
                <a:gd name="connsiteY315" fmla="*/ 411473 h 604915"/>
                <a:gd name="connsiteX316" fmla="*/ 590161 w 593440"/>
                <a:gd name="connsiteY316" fmla="*/ 418031 h 604915"/>
                <a:gd name="connsiteX317" fmla="*/ 590161 w 593440"/>
                <a:gd name="connsiteY317" fmla="*/ 419670 h 604915"/>
                <a:gd name="connsiteX318" fmla="*/ 590161 w 593440"/>
                <a:gd name="connsiteY318" fmla="*/ 422949 h 604915"/>
                <a:gd name="connsiteX319" fmla="*/ 590161 w 593440"/>
                <a:gd name="connsiteY319" fmla="*/ 427867 h 604915"/>
                <a:gd name="connsiteX320" fmla="*/ 590161 w 593440"/>
                <a:gd name="connsiteY320" fmla="*/ 431145 h 604915"/>
                <a:gd name="connsiteX321" fmla="*/ 590161 w 593440"/>
                <a:gd name="connsiteY321" fmla="*/ 434424 h 604915"/>
                <a:gd name="connsiteX322" fmla="*/ 590161 w 593440"/>
                <a:gd name="connsiteY322" fmla="*/ 450818 h 604915"/>
                <a:gd name="connsiteX323" fmla="*/ 590161 w 593440"/>
                <a:gd name="connsiteY323" fmla="*/ 454096 h 604915"/>
                <a:gd name="connsiteX324" fmla="*/ 590161 w 593440"/>
                <a:gd name="connsiteY324" fmla="*/ 457375 h 604915"/>
                <a:gd name="connsiteX325" fmla="*/ 590161 w 593440"/>
                <a:gd name="connsiteY325" fmla="*/ 462293 h 604915"/>
                <a:gd name="connsiteX326" fmla="*/ 590161 w 593440"/>
                <a:gd name="connsiteY326" fmla="*/ 465572 h 604915"/>
                <a:gd name="connsiteX327" fmla="*/ 590161 w 593440"/>
                <a:gd name="connsiteY327" fmla="*/ 470490 h 604915"/>
                <a:gd name="connsiteX328" fmla="*/ 591801 w 593440"/>
                <a:gd name="connsiteY328" fmla="*/ 473768 h 604915"/>
                <a:gd name="connsiteX329" fmla="*/ 591801 w 593440"/>
                <a:gd name="connsiteY329" fmla="*/ 477047 h 604915"/>
                <a:gd name="connsiteX330" fmla="*/ 591801 w 593440"/>
                <a:gd name="connsiteY330" fmla="*/ 481965 h 604915"/>
                <a:gd name="connsiteX331" fmla="*/ 591801 w 593440"/>
                <a:gd name="connsiteY331" fmla="*/ 485244 h 604915"/>
                <a:gd name="connsiteX332" fmla="*/ 591801 w 593440"/>
                <a:gd name="connsiteY332" fmla="*/ 490162 h 604915"/>
                <a:gd name="connsiteX333" fmla="*/ 591801 w 593440"/>
                <a:gd name="connsiteY333" fmla="*/ 493440 h 604915"/>
                <a:gd name="connsiteX334" fmla="*/ 591801 w 593440"/>
                <a:gd name="connsiteY334" fmla="*/ 506555 h 604915"/>
                <a:gd name="connsiteX335" fmla="*/ 591801 w 593440"/>
                <a:gd name="connsiteY335" fmla="*/ 516391 h 604915"/>
                <a:gd name="connsiteX336" fmla="*/ 591801 w 593440"/>
                <a:gd name="connsiteY336" fmla="*/ 537702 h 604915"/>
                <a:gd name="connsiteX337" fmla="*/ 593440 w 593440"/>
                <a:gd name="connsiteY337" fmla="*/ 560653 h 604915"/>
                <a:gd name="connsiteX338" fmla="*/ 593440 w 593440"/>
                <a:gd name="connsiteY338" fmla="*/ 581965 h 604915"/>
                <a:gd name="connsiteX339" fmla="*/ 573768 w 593440"/>
                <a:gd name="connsiteY339" fmla="*/ 581965 h 604915"/>
                <a:gd name="connsiteX340" fmla="*/ 560653 w 593440"/>
                <a:gd name="connsiteY340" fmla="*/ 581965 h 604915"/>
                <a:gd name="connsiteX341" fmla="*/ 555735 w 593440"/>
                <a:gd name="connsiteY341" fmla="*/ 581965 h 604915"/>
                <a:gd name="connsiteX342" fmla="*/ 555735 w 593440"/>
                <a:gd name="connsiteY342" fmla="*/ 590161 h 604915"/>
                <a:gd name="connsiteX343" fmla="*/ 555735 w 593440"/>
                <a:gd name="connsiteY343" fmla="*/ 593440 h 604915"/>
                <a:gd name="connsiteX344" fmla="*/ 555735 w 593440"/>
                <a:gd name="connsiteY344" fmla="*/ 598358 h 604915"/>
                <a:gd name="connsiteX345" fmla="*/ 555735 w 593440"/>
                <a:gd name="connsiteY345" fmla="*/ 604915 h 604915"/>
                <a:gd name="connsiteX346" fmla="*/ 534424 w 593440"/>
                <a:gd name="connsiteY346" fmla="*/ 591800 h 604915"/>
                <a:gd name="connsiteX347" fmla="*/ 519670 w 593440"/>
                <a:gd name="connsiteY347" fmla="*/ 581965 h 604915"/>
                <a:gd name="connsiteX348" fmla="*/ 518031 w 593440"/>
                <a:gd name="connsiteY348" fmla="*/ 580325 h 604915"/>
                <a:gd name="connsiteX349" fmla="*/ 498358 w 593440"/>
                <a:gd name="connsiteY349" fmla="*/ 568850 h 604915"/>
                <a:gd name="connsiteX350" fmla="*/ 491801 w 593440"/>
                <a:gd name="connsiteY350" fmla="*/ 565571 h 604915"/>
                <a:gd name="connsiteX351" fmla="*/ 478687 w 593440"/>
                <a:gd name="connsiteY351" fmla="*/ 559014 h 604915"/>
                <a:gd name="connsiteX352" fmla="*/ 470490 w 593440"/>
                <a:gd name="connsiteY352" fmla="*/ 552456 h 604915"/>
                <a:gd name="connsiteX353" fmla="*/ 455735 w 593440"/>
                <a:gd name="connsiteY353" fmla="*/ 544260 h 604915"/>
                <a:gd name="connsiteX354" fmla="*/ 455735 w 593440"/>
                <a:gd name="connsiteY354" fmla="*/ 544260 h 604915"/>
                <a:gd name="connsiteX355" fmla="*/ 444260 w 593440"/>
                <a:gd name="connsiteY355" fmla="*/ 537702 h 604915"/>
                <a:gd name="connsiteX356" fmla="*/ 439342 w 593440"/>
                <a:gd name="connsiteY356" fmla="*/ 534424 h 604915"/>
                <a:gd name="connsiteX357" fmla="*/ 418031 w 593440"/>
                <a:gd name="connsiteY357" fmla="*/ 522948 h 604915"/>
                <a:gd name="connsiteX358" fmla="*/ 406555 w 593440"/>
                <a:gd name="connsiteY358" fmla="*/ 516391 h 604915"/>
                <a:gd name="connsiteX359" fmla="*/ 403277 w 593440"/>
                <a:gd name="connsiteY359" fmla="*/ 513112 h 604915"/>
                <a:gd name="connsiteX360" fmla="*/ 398359 w 593440"/>
                <a:gd name="connsiteY360" fmla="*/ 511473 h 604915"/>
                <a:gd name="connsiteX361" fmla="*/ 388523 w 593440"/>
                <a:gd name="connsiteY361" fmla="*/ 504916 h 604915"/>
                <a:gd name="connsiteX362" fmla="*/ 383605 w 593440"/>
                <a:gd name="connsiteY362" fmla="*/ 503276 h 604915"/>
                <a:gd name="connsiteX363" fmla="*/ 375408 w 593440"/>
                <a:gd name="connsiteY363" fmla="*/ 498358 h 604915"/>
                <a:gd name="connsiteX364" fmla="*/ 363933 w 593440"/>
                <a:gd name="connsiteY364" fmla="*/ 491801 h 604915"/>
                <a:gd name="connsiteX365" fmla="*/ 355736 w 593440"/>
                <a:gd name="connsiteY365" fmla="*/ 486883 h 604915"/>
                <a:gd name="connsiteX366" fmla="*/ 345900 w 593440"/>
                <a:gd name="connsiteY366" fmla="*/ 481965 h 604915"/>
                <a:gd name="connsiteX367" fmla="*/ 340982 w 593440"/>
                <a:gd name="connsiteY367" fmla="*/ 478686 h 604915"/>
                <a:gd name="connsiteX368" fmla="*/ 326228 w 593440"/>
                <a:gd name="connsiteY368" fmla="*/ 470490 h 604915"/>
                <a:gd name="connsiteX369" fmla="*/ 314753 w 593440"/>
                <a:gd name="connsiteY369" fmla="*/ 463932 h 604915"/>
                <a:gd name="connsiteX370" fmla="*/ 313113 w 593440"/>
                <a:gd name="connsiteY370" fmla="*/ 463932 h 604915"/>
                <a:gd name="connsiteX371" fmla="*/ 311474 w 593440"/>
                <a:gd name="connsiteY371" fmla="*/ 462293 h 604915"/>
                <a:gd name="connsiteX372" fmla="*/ 306556 w 593440"/>
                <a:gd name="connsiteY372" fmla="*/ 460653 h 604915"/>
                <a:gd name="connsiteX373" fmla="*/ 301638 w 593440"/>
                <a:gd name="connsiteY373" fmla="*/ 457375 h 604915"/>
                <a:gd name="connsiteX374" fmla="*/ 296720 w 593440"/>
                <a:gd name="connsiteY374" fmla="*/ 454096 h 604915"/>
                <a:gd name="connsiteX375" fmla="*/ 291802 w 593440"/>
                <a:gd name="connsiteY375" fmla="*/ 452457 h 604915"/>
                <a:gd name="connsiteX376" fmla="*/ 288523 w 593440"/>
                <a:gd name="connsiteY376" fmla="*/ 449178 h 604915"/>
                <a:gd name="connsiteX377" fmla="*/ 283605 w 593440"/>
                <a:gd name="connsiteY377" fmla="*/ 447539 h 604915"/>
                <a:gd name="connsiteX378" fmla="*/ 278687 w 593440"/>
                <a:gd name="connsiteY378" fmla="*/ 444260 h 604915"/>
                <a:gd name="connsiteX379" fmla="*/ 275408 w 593440"/>
                <a:gd name="connsiteY379" fmla="*/ 442621 h 604915"/>
                <a:gd name="connsiteX380" fmla="*/ 270491 w 593440"/>
                <a:gd name="connsiteY380" fmla="*/ 439342 h 604915"/>
                <a:gd name="connsiteX381" fmla="*/ 263933 w 593440"/>
                <a:gd name="connsiteY381" fmla="*/ 436063 h 604915"/>
                <a:gd name="connsiteX382" fmla="*/ 259015 w 593440"/>
                <a:gd name="connsiteY382" fmla="*/ 434424 h 604915"/>
                <a:gd name="connsiteX383" fmla="*/ 254097 w 593440"/>
                <a:gd name="connsiteY383" fmla="*/ 431145 h 604915"/>
                <a:gd name="connsiteX384" fmla="*/ 250818 w 593440"/>
                <a:gd name="connsiteY384" fmla="*/ 429506 h 604915"/>
                <a:gd name="connsiteX385" fmla="*/ 240983 w 593440"/>
                <a:gd name="connsiteY385" fmla="*/ 434424 h 604915"/>
                <a:gd name="connsiteX386" fmla="*/ 239343 w 593440"/>
                <a:gd name="connsiteY386" fmla="*/ 436063 h 604915"/>
                <a:gd name="connsiteX387" fmla="*/ 236064 w 593440"/>
                <a:gd name="connsiteY387" fmla="*/ 437703 h 604915"/>
                <a:gd name="connsiteX388" fmla="*/ 229507 w 593440"/>
                <a:gd name="connsiteY388" fmla="*/ 440981 h 604915"/>
                <a:gd name="connsiteX389" fmla="*/ 226228 w 593440"/>
                <a:gd name="connsiteY389" fmla="*/ 442621 h 604915"/>
                <a:gd name="connsiteX390" fmla="*/ 218032 w 593440"/>
                <a:gd name="connsiteY390" fmla="*/ 447539 h 604915"/>
                <a:gd name="connsiteX391" fmla="*/ 213114 w 593440"/>
                <a:gd name="connsiteY391" fmla="*/ 449178 h 604915"/>
                <a:gd name="connsiteX392" fmla="*/ 213114 w 593440"/>
                <a:gd name="connsiteY392" fmla="*/ 449178 h 604915"/>
                <a:gd name="connsiteX393" fmla="*/ 213114 w 593440"/>
                <a:gd name="connsiteY393" fmla="*/ 449178 h 604915"/>
                <a:gd name="connsiteX394" fmla="*/ 208196 w 593440"/>
                <a:gd name="connsiteY394" fmla="*/ 452457 h 604915"/>
                <a:gd name="connsiteX395" fmla="*/ 204917 w 593440"/>
                <a:gd name="connsiteY395" fmla="*/ 454096 h 604915"/>
                <a:gd name="connsiteX396" fmla="*/ 199999 w 593440"/>
                <a:gd name="connsiteY396" fmla="*/ 457375 h 604915"/>
                <a:gd name="connsiteX397" fmla="*/ 196720 w 593440"/>
                <a:gd name="connsiteY397" fmla="*/ 459014 h 604915"/>
                <a:gd name="connsiteX398" fmla="*/ 193442 w 593440"/>
                <a:gd name="connsiteY398" fmla="*/ 462293 h 604915"/>
                <a:gd name="connsiteX399" fmla="*/ 188524 w 593440"/>
                <a:gd name="connsiteY399" fmla="*/ 463932 h 604915"/>
                <a:gd name="connsiteX400" fmla="*/ 185245 w 593440"/>
                <a:gd name="connsiteY400" fmla="*/ 467211 h 604915"/>
                <a:gd name="connsiteX401" fmla="*/ 180327 w 593440"/>
                <a:gd name="connsiteY401" fmla="*/ 463932 h 604915"/>
                <a:gd name="connsiteX402" fmla="*/ 180327 w 593440"/>
                <a:gd name="connsiteY402" fmla="*/ 462293 h 604915"/>
                <a:gd name="connsiteX403" fmla="*/ 177048 w 593440"/>
                <a:gd name="connsiteY403" fmla="*/ 459014 h 604915"/>
                <a:gd name="connsiteX404" fmla="*/ 172130 w 593440"/>
                <a:gd name="connsiteY404" fmla="*/ 455735 h 604915"/>
                <a:gd name="connsiteX405" fmla="*/ 168851 w 593440"/>
                <a:gd name="connsiteY405" fmla="*/ 452457 h 604915"/>
                <a:gd name="connsiteX406" fmla="*/ 165573 w 593440"/>
                <a:gd name="connsiteY406" fmla="*/ 447539 h 604915"/>
                <a:gd name="connsiteX407" fmla="*/ 160655 w 593440"/>
                <a:gd name="connsiteY407" fmla="*/ 444260 h 604915"/>
                <a:gd name="connsiteX408" fmla="*/ 157376 w 593440"/>
                <a:gd name="connsiteY408" fmla="*/ 442621 h 604915"/>
                <a:gd name="connsiteX409" fmla="*/ 154098 w 593440"/>
                <a:gd name="connsiteY409" fmla="*/ 440981 h 604915"/>
                <a:gd name="connsiteX410" fmla="*/ 150819 w 593440"/>
                <a:gd name="connsiteY410" fmla="*/ 439342 h 604915"/>
                <a:gd name="connsiteX411" fmla="*/ 145901 w 593440"/>
                <a:gd name="connsiteY411" fmla="*/ 439342 h 604915"/>
                <a:gd name="connsiteX412" fmla="*/ 142623 w 593440"/>
                <a:gd name="connsiteY412" fmla="*/ 437703 h 604915"/>
                <a:gd name="connsiteX413" fmla="*/ 139344 w 593440"/>
                <a:gd name="connsiteY413" fmla="*/ 436063 h 604915"/>
                <a:gd name="connsiteX414" fmla="*/ 134426 w 593440"/>
                <a:gd name="connsiteY414" fmla="*/ 436063 h 604915"/>
                <a:gd name="connsiteX415" fmla="*/ 131147 w 593440"/>
                <a:gd name="connsiteY415" fmla="*/ 434424 h 604915"/>
                <a:gd name="connsiteX416" fmla="*/ 126229 w 593440"/>
                <a:gd name="connsiteY416" fmla="*/ 432785 h 604915"/>
                <a:gd name="connsiteX417" fmla="*/ 122950 w 593440"/>
                <a:gd name="connsiteY417" fmla="*/ 432785 h 604915"/>
                <a:gd name="connsiteX418" fmla="*/ 119671 w 593440"/>
                <a:gd name="connsiteY418" fmla="*/ 431145 h 604915"/>
                <a:gd name="connsiteX419" fmla="*/ 114754 w 593440"/>
                <a:gd name="connsiteY419" fmla="*/ 431145 h 604915"/>
                <a:gd name="connsiteX420" fmla="*/ 111475 w 593440"/>
                <a:gd name="connsiteY420" fmla="*/ 429506 h 604915"/>
                <a:gd name="connsiteX421" fmla="*/ 108196 w 593440"/>
                <a:gd name="connsiteY421" fmla="*/ 427867 h 604915"/>
                <a:gd name="connsiteX422" fmla="*/ 103278 w 593440"/>
                <a:gd name="connsiteY422" fmla="*/ 427867 h 604915"/>
                <a:gd name="connsiteX423" fmla="*/ 100000 w 593440"/>
                <a:gd name="connsiteY423" fmla="*/ 426228 h 604915"/>
                <a:gd name="connsiteX424" fmla="*/ 98360 w 593440"/>
                <a:gd name="connsiteY424" fmla="*/ 424588 h 604915"/>
                <a:gd name="connsiteX425" fmla="*/ 96721 w 593440"/>
                <a:gd name="connsiteY425" fmla="*/ 421309 h 604915"/>
                <a:gd name="connsiteX426" fmla="*/ 95081 w 593440"/>
                <a:gd name="connsiteY426" fmla="*/ 416391 h 604915"/>
                <a:gd name="connsiteX427" fmla="*/ 93442 w 593440"/>
                <a:gd name="connsiteY427" fmla="*/ 413113 h 604915"/>
                <a:gd name="connsiteX428" fmla="*/ 91803 w 593440"/>
                <a:gd name="connsiteY428" fmla="*/ 409834 h 604915"/>
                <a:gd name="connsiteX429" fmla="*/ 90164 w 593440"/>
                <a:gd name="connsiteY429" fmla="*/ 404916 h 604915"/>
                <a:gd name="connsiteX430" fmla="*/ 90164 w 593440"/>
                <a:gd name="connsiteY430" fmla="*/ 404916 h 604915"/>
                <a:gd name="connsiteX431" fmla="*/ 86885 w 593440"/>
                <a:gd name="connsiteY431" fmla="*/ 399998 h 604915"/>
                <a:gd name="connsiteX432" fmla="*/ 85246 w 593440"/>
                <a:gd name="connsiteY432" fmla="*/ 396719 h 604915"/>
                <a:gd name="connsiteX433" fmla="*/ 83606 w 593440"/>
                <a:gd name="connsiteY433" fmla="*/ 393441 h 604915"/>
                <a:gd name="connsiteX434" fmla="*/ 80327 w 593440"/>
                <a:gd name="connsiteY434" fmla="*/ 391801 h 604915"/>
                <a:gd name="connsiteX435" fmla="*/ 78688 w 593440"/>
                <a:gd name="connsiteY435" fmla="*/ 390162 h 604915"/>
                <a:gd name="connsiteX436" fmla="*/ 73770 w 593440"/>
                <a:gd name="connsiteY436" fmla="*/ 390162 h 604915"/>
                <a:gd name="connsiteX437" fmla="*/ 70491 w 593440"/>
                <a:gd name="connsiteY437" fmla="*/ 388523 h 604915"/>
                <a:gd name="connsiteX438" fmla="*/ 67213 w 593440"/>
                <a:gd name="connsiteY438" fmla="*/ 386883 h 604915"/>
                <a:gd name="connsiteX439" fmla="*/ 62295 w 593440"/>
                <a:gd name="connsiteY439" fmla="*/ 385244 h 604915"/>
                <a:gd name="connsiteX440" fmla="*/ 60656 w 593440"/>
                <a:gd name="connsiteY440" fmla="*/ 385244 h 604915"/>
                <a:gd name="connsiteX441" fmla="*/ 59016 w 593440"/>
                <a:gd name="connsiteY441" fmla="*/ 383605 h 604915"/>
                <a:gd name="connsiteX442" fmla="*/ 54098 w 593440"/>
                <a:gd name="connsiteY442" fmla="*/ 381965 h 604915"/>
                <a:gd name="connsiteX443" fmla="*/ 50820 w 593440"/>
                <a:gd name="connsiteY443" fmla="*/ 380326 h 604915"/>
                <a:gd name="connsiteX444" fmla="*/ 47541 w 593440"/>
                <a:gd name="connsiteY444" fmla="*/ 381965 h 604915"/>
                <a:gd name="connsiteX445" fmla="*/ 42623 w 593440"/>
                <a:gd name="connsiteY445" fmla="*/ 385244 h 604915"/>
                <a:gd name="connsiteX446" fmla="*/ 39344 w 593440"/>
                <a:gd name="connsiteY446" fmla="*/ 383605 h 604915"/>
                <a:gd name="connsiteX447" fmla="*/ 34426 w 593440"/>
                <a:gd name="connsiteY447" fmla="*/ 380326 h 604915"/>
                <a:gd name="connsiteX448" fmla="*/ 34426 w 593440"/>
                <a:gd name="connsiteY448" fmla="*/ 375408 h 604915"/>
                <a:gd name="connsiteX449" fmla="*/ 31147 w 593440"/>
                <a:gd name="connsiteY449" fmla="*/ 372129 h 604915"/>
                <a:gd name="connsiteX450" fmla="*/ 31147 w 593440"/>
                <a:gd name="connsiteY450" fmla="*/ 372129 h 604915"/>
                <a:gd name="connsiteX451" fmla="*/ 29508 w 593440"/>
                <a:gd name="connsiteY451" fmla="*/ 370490 h 604915"/>
                <a:gd name="connsiteX452" fmla="*/ 27869 w 593440"/>
                <a:gd name="connsiteY452" fmla="*/ 368851 h 604915"/>
                <a:gd name="connsiteX453" fmla="*/ 26229 w 593440"/>
                <a:gd name="connsiteY453" fmla="*/ 365572 h 604915"/>
                <a:gd name="connsiteX454" fmla="*/ 26229 w 593440"/>
                <a:gd name="connsiteY454" fmla="*/ 360654 h 604915"/>
                <a:gd name="connsiteX455" fmla="*/ 26229 w 593440"/>
                <a:gd name="connsiteY455" fmla="*/ 357375 h 604915"/>
                <a:gd name="connsiteX456" fmla="*/ 26229 w 593440"/>
                <a:gd name="connsiteY456" fmla="*/ 354097 h 604915"/>
                <a:gd name="connsiteX457" fmla="*/ 26229 w 593440"/>
                <a:gd name="connsiteY457" fmla="*/ 349179 h 604915"/>
                <a:gd name="connsiteX458" fmla="*/ 24590 w 593440"/>
                <a:gd name="connsiteY458" fmla="*/ 344261 h 604915"/>
                <a:gd name="connsiteX459" fmla="*/ 22951 w 593440"/>
                <a:gd name="connsiteY459" fmla="*/ 342621 h 604915"/>
                <a:gd name="connsiteX460" fmla="*/ 21311 w 593440"/>
                <a:gd name="connsiteY460" fmla="*/ 339343 h 604915"/>
                <a:gd name="connsiteX461" fmla="*/ 18033 w 593440"/>
                <a:gd name="connsiteY461" fmla="*/ 336064 h 604915"/>
                <a:gd name="connsiteX462" fmla="*/ 16393 w 593440"/>
                <a:gd name="connsiteY462" fmla="*/ 331146 h 604915"/>
                <a:gd name="connsiteX463" fmla="*/ 13114 w 593440"/>
                <a:gd name="connsiteY463" fmla="*/ 327867 h 604915"/>
                <a:gd name="connsiteX464" fmla="*/ 11476 w 593440"/>
                <a:gd name="connsiteY464" fmla="*/ 324588 h 604915"/>
                <a:gd name="connsiteX465" fmla="*/ 8197 w 593440"/>
                <a:gd name="connsiteY465" fmla="*/ 319671 h 604915"/>
                <a:gd name="connsiteX466" fmla="*/ 6557 w 593440"/>
                <a:gd name="connsiteY466" fmla="*/ 316392 h 604915"/>
                <a:gd name="connsiteX467" fmla="*/ 3279 w 593440"/>
                <a:gd name="connsiteY467" fmla="*/ 311474 h 604915"/>
                <a:gd name="connsiteX468" fmla="*/ 3279 w 593440"/>
                <a:gd name="connsiteY468" fmla="*/ 308195 h 604915"/>
                <a:gd name="connsiteX469" fmla="*/ 4918 w 593440"/>
                <a:gd name="connsiteY469" fmla="*/ 304916 h 604915"/>
                <a:gd name="connsiteX470" fmla="*/ 8197 w 593440"/>
                <a:gd name="connsiteY470" fmla="*/ 299998 h 604915"/>
                <a:gd name="connsiteX471" fmla="*/ 13114 w 593440"/>
                <a:gd name="connsiteY471" fmla="*/ 298359 h 604915"/>
                <a:gd name="connsiteX472" fmla="*/ 16393 w 593440"/>
                <a:gd name="connsiteY472" fmla="*/ 296720 h 604915"/>
                <a:gd name="connsiteX473" fmla="*/ 19672 w 593440"/>
                <a:gd name="connsiteY473" fmla="*/ 293441 h 604915"/>
                <a:gd name="connsiteX474" fmla="*/ 21311 w 593440"/>
                <a:gd name="connsiteY474" fmla="*/ 290163 h 604915"/>
                <a:gd name="connsiteX475" fmla="*/ 21311 w 593440"/>
                <a:gd name="connsiteY475" fmla="*/ 288523 h 604915"/>
                <a:gd name="connsiteX476" fmla="*/ 21311 w 593440"/>
                <a:gd name="connsiteY476" fmla="*/ 285244 h 604915"/>
                <a:gd name="connsiteX477" fmla="*/ 21311 w 593440"/>
                <a:gd name="connsiteY477" fmla="*/ 281966 h 604915"/>
                <a:gd name="connsiteX478" fmla="*/ 19672 w 593440"/>
                <a:gd name="connsiteY478" fmla="*/ 277048 h 604915"/>
                <a:gd name="connsiteX479" fmla="*/ 18033 w 593440"/>
                <a:gd name="connsiteY479" fmla="*/ 272130 h 604915"/>
                <a:gd name="connsiteX480" fmla="*/ 18033 w 593440"/>
                <a:gd name="connsiteY480" fmla="*/ 268851 h 604915"/>
                <a:gd name="connsiteX481" fmla="*/ 16393 w 593440"/>
                <a:gd name="connsiteY481" fmla="*/ 265573 h 604915"/>
                <a:gd name="connsiteX482" fmla="*/ 14754 w 593440"/>
                <a:gd name="connsiteY482" fmla="*/ 260654 h 604915"/>
                <a:gd name="connsiteX483" fmla="*/ 16393 w 593440"/>
                <a:gd name="connsiteY483" fmla="*/ 257376 h 604915"/>
                <a:gd name="connsiteX484" fmla="*/ 16393 w 593440"/>
                <a:gd name="connsiteY484" fmla="*/ 252458 h 604915"/>
                <a:gd name="connsiteX485" fmla="*/ 18033 w 593440"/>
                <a:gd name="connsiteY485" fmla="*/ 249179 h 604915"/>
                <a:gd name="connsiteX486" fmla="*/ 21311 w 593440"/>
                <a:gd name="connsiteY486" fmla="*/ 245901 h 604915"/>
                <a:gd name="connsiteX487" fmla="*/ 21311 w 593440"/>
                <a:gd name="connsiteY487" fmla="*/ 240982 h 604915"/>
                <a:gd name="connsiteX488" fmla="*/ 22951 w 593440"/>
                <a:gd name="connsiteY488" fmla="*/ 237704 h 604915"/>
                <a:gd name="connsiteX489" fmla="*/ 22951 w 593440"/>
                <a:gd name="connsiteY489" fmla="*/ 232786 h 604915"/>
                <a:gd name="connsiteX490" fmla="*/ 21311 w 593440"/>
                <a:gd name="connsiteY490" fmla="*/ 229507 h 604915"/>
                <a:gd name="connsiteX491" fmla="*/ 19672 w 593440"/>
                <a:gd name="connsiteY491" fmla="*/ 224589 h 604915"/>
                <a:gd name="connsiteX492" fmla="*/ 18033 w 593440"/>
                <a:gd name="connsiteY492" fmla="*/ 221310 h 604915"/>
                <a:gd name="connsiteX493" fmla="*/ 16393 w 593440"/>
                <a:gd name="connsiteY493" fmla="*/ 218032 h 604915"/>
                <a:gd name="connsiteX494" fmla="*/ 18033 w 593440"/>
                <a:gd name="connsiteY494" fmla="*/ 213114 h 604915"/>
                <a:gd name="connsiteX495" fmla="*/ 18033 w 593440"/>
                <a:gd name="connsiteY495" fmla="*/ 209835 h 604915"/>
                <a:gd name="connsiteX496" fmla="*/ 18033 w 593440"/>
                <a:gd name="connsiteY496" fmla="*/ 204917 h 604915"/>
                <a:gd name="connsiteX497" fmla="*/ 19672 w 593440"/>
                <a:gd name="connsiteY497" fmla="*/ 201638 h 604915"/>
                <a:gd name="connsiteX498" fmla="*/ 19672 w 593440"/>
                <a:gd name="connsiteY498" fmla="*/ 199999 h 604915"/>
                <a:gd name="connsiteX499" fmla="*/ 19672 w 593440"/>
                <a:gd name="connsiteY499" fmla="*/ 198360 h 604915"/>
                <a:gd name="connsiteX500" fmla="*/ 19672 w 593440"/>
                <a:gd name="connsiteY500" fmla="*/ 195081 h 604915"/>
                <a:gd name="connsiteX501" fmla="*/ 19672 w 593440"/>
                <a:gd name="connsiteY501" fmla="*/ 190163 h 604915"/>
                <a:gd name="connsiteX502" fmla="*/ 19672 w 593440"/>
                <a:gd name="connsiteY502" fmla="*/ 186884 h 604915"/>
                <a:gd name="connsiteX503" fmla="*/ 19672 w 593440"/>
                <a:gd name="connsiteY503" fmla="*/ 183606 h 604915"/>
                <a:gd name="connsiteX504" fmla="*/ 19672 w 593440"/>
                <a:gd name="connsiteY504" fmla="*/ 178688 h 604915"/>
                <a:gd name="connsiteX505" fmla="*/ 18033 w 593440"/>
                <a:gd name="connsiteY505" fmla="*/ 175409 h 604915"/>
                <a:gd name="connsiteX506" fmla="*/ 18033 w 593440"/>
                <a:gd name="connsiteY506" fmla="*/ 172130 h 604915"/>
                <a:gd name="connsiteX507" fmla="*/ 16393 w 593440"/>
                <a:gd name="connsiteY507" fmla="*/ 167212 h 604915"/>
                <a:gd name="connsiteX508" fmla="*/ 14754 w 593440"/>
                <a:gd name="connsiteY508" fmla="*/ 163934 h 604915"/>
                <a:gd name="connsiteX509" fmla="*/ 13114 w 593440"/>
                <a:gd name="connsiteY509" fmla="*/ 159016 h 604915"/>
                <a:gd name="connsiteX510" fmla="*/ 11476 w 593440"/>
                <a:gd name="connsiteY510" fmla="*/ 155737 h 604915"/>
                <a:gd name="connsiteX511" fmla="*/ 9836 w 593440"/>
                <a:gd name="connsiteY511" fmla="*/ 152458 h 604915"/>
                <a:gd name="connsiteX512" fmla="*/ 8197 w 593440"/>
                <a:gd name="connsiteY512" fmla="*/ 149179 h 604915"/>
                <a:gd name="connsiteX513" fmla="*/ 6557 w 593440"/>
                <a:gd name="connsiteY513" fmla="*/ 144261 h 604915"/>
                <a:gd name="connsiteX514" fmla="*/ 3279 w 593440"/>
                <a:gd name="connsiteY514" fmla="*/ 140983 h 604915"/>
                <a:gd name="connsiteX515" fmla="*/ 1639 w 593440"/>
                <a:gd name="connsiteY515" fmla="*/ 139344 h 60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</a:cxnLst>
              <a:rect l="l" t="t" r="r" b="b"/>
              <a:pathLst>
                <a:path w="593440" h="604915">
                  <a:moveTo>
                    <a:pt x="1639" y="139344"/>
                  </a:moveTo>
                  <a:lnTo>
                    <a:pt x="0" y="137704"/>
                  </a:lnTo>
                  <a:lnTo>
                    <a:pt x="3279" y="132786"/>
                  </a:lnTo>
                  <a:lnTo>
                    <a:pt x="3279" y="132786"/>
                  </a:lnTo>
                  <a:lnTo>
                    <a:pt x="8197" y="131147"/>
                  </a:lnTo>
                  <a:lnTo>
                    <a:pt x="11476" y="127868"/>
                  </a:lnTo>
                  <a:lnTo>
                    <a:pt x="14754" y="126229"/>
                  </a:lnTo>
                  <a:lnTo>
                    <a:pt x="19672" y="126229"/>
                  </a:lnTo>
                  <a:lnTo>
                    <a:pt x="21311" y="126229"/>
                  </a:lnTo>
                  <a:lnTo>
                    <a:pt x="22951" y="121311"/>
                  </a:lnTo>
                  <a:lnTo>
                    <a:pt x="24590" y="119671"/>
                  </a:lnTo>
                  <a:lnTo>
                    <a:pt x="27869" y="116393"/>
                  </a:lnTo>
                  <a:lnTo>
                    <a:pt x="29508" y="111475"/>
                  </a:lnTo>
                  <a:lnTo>
                    <a:pt x="32787" y="108196"/>
                  </a:lnTo>
                  <a:lnTo>
                    <a:pt x="34426" y="104917"/>
                  </a:lnTo>
                  <a:lnTo>
                    <a:pt x="36066" y="99999"/>
                  </a:lnTo>
                  <a:lnTo>
                    <a:pt x="34426" y="98360"/>
                  </a:lnTo>
                  <a:lnTo>
                    <a:pt x="34426" y="95081"/>
                  </a:lnTo>
                  <a:lnTo>
                    <a:pt x="32787" y="90164"/>
                  </a:lnTo>
                  <a:lnTo>
                    <a:pt x="32787" y="86885"/>
                  </a:lnTo>
                  <a:lnTo>
                    <a:pt x="31147" y="81967"/>
                  </a:lnTo>
                  <a:lnTo>
                    <a:pt x="29508" y="78688"/>
                  </a:lnTo>
                  <a:lnTo>
                    <a:pt x="29508" y="75409"/>
                  </a:lnTo>
                  <a:lnTo>
                    <a:pt x="32787" y="70491"/>
                  </a:lnTo>
                  <a:lnTo>
                    <a:pt x="34426" y="67213"/>
                  </a:lnTo>
                  <a:lnTo>
                    <a:pt x="36066" y="65573"/>
                  </a:lnTo>
                  <a:lnTo>
                    <a:pt x="39344" y="63934"/>
                  </a:lnTo>
                  <a:lnTo>
                    <a:pt x="42623" y="63934"/>
                  </a:lnTo>
                  <a:lnTo>
                    <a:pt x="44262" y="62295"/>
                  </a:lnTo>
                  <a:lnTo>
                    <a:pt x="47541" y="59016"/>
                  </a:lnTo>
                  <a:lnTo>
                    <a:pt x="47541" y="54098"/>
                  </a:lnTo>
                  <a:lnTo>
                    <a:pt x="49180" y="54098"/>
                  </a:lnTo>
                  <a:lnTo>
                    <a:pt x="54098" y="52459"/>
                  </a:lnTo>
                  <a:lnTo>
                    <a:pt x="54098" y="52459"/>
                  </a:lnTo>
                  <a:lnTo>
                    <a:pt x="55737" y="49180"/>
                  </a:lnTo>
                  <a:lnTo>
                    <a:pt x="59016" y="45901"/>
                  </a:lnTo>
                  <a:lnTo>
                    <a:pt x="63934" y="42623"/>
                  </a:lnTo>
                  <a:lnTo>
                    <a:pt x="67213" y="40983"/>
                  </a:lnTo>
                  <a:lnTo>
                    <a:pt x="68852" y="40983"/>
                  </a:lnTo>
                  <a:lnTo>
                    <a:pt x="72131" y="39344"/>
                  </a:lnTo>
                  <a:lnTo>
                    <a:pt x="77049" y="37705"/>
                  </a:lnTo>
                  <a:lnTo>
                    <a:pt x="80327" y="34426"/>
                  </a:lnTo>
                  <a:lnTo>
                    <a:pt x="80327" y="34426"/>
                  </a:lnTo>
                  <a:lnTo>
                    <a:pt x="83606" y="31147"/>
                  </a:lnTo>
                  <a:lnTo>
                    <a:pt x="80327" y="26229"/>
                  </a:lnTo>
                  <a:lnTo>
                    <a:pt x="78688" y="22951"/>
                  </a:lnTo>
                  <a:lnTo>
                    <a:pt x="78688" y="19672"/>
                  </a:lnTo>
                  <a:lnTo>
                    <a:pt x="78688" y="18033"/>
                  </a:lnTo>
                  <a:lnTo>
                    <a:pt x="78688" y="16393"/>
                  </a:lnTo>
                  <a:lnTo>
                    <a:pt x="78688" y="14754"/>
                  </a:lnTo>
                  <a:lnTo>
                    <a:pt x="78688" y="13114"/>
                  </a:lnTo>
                  <a:lnTo>
                    <a:pt x="78688" y="11475"/>
                  </a:lnTo>
                  <a:lnTo>
                    <a:pt x="80327" y="8197"/>
                  </a:lnTo>
                  <a:lnTo>
                    <a:pt x="80327" y="4918"/>
                  </a:lnTo>
                  <a:lnTo>
                    <a:pt x="80327" y="4918"/>
                  </a:lnTo>
                  <a:lnTo>
                    <a:pt x="80327" y="3279"/>
                  </a:lnTo>
                  <a:lnTo>
                    <a:pt x="80327" y="1639"/>
                  </a:lnTo>
                  <a:lnTo>
                    <a:pt x="80327" y="0"/>
                  </a:lnTo>
                  <a:lnTo>
                    <a:pt x="81967" y="1639"/>
                  </a:lnTo>
                  <a:lnTo>
                    <a:pt x="85246" y="4918"/>
                  </a:lnTo>
                  <a:lnTo>
                    <a:pt x="90164" y="3279"/>
                  </a:lnTo>
                  <a:lnTo>
                    <a:pt x="93442" y="4918"/>
                  </a:lnTo>
                  <a:lnTo>
                    <a:pt x="96721" y="8197"/>
                  </a:lnTo>
                  <a:lnTo>
                    <a:pt x="100000" y="9836"/>
                  </a:lnTo>
                  <a:lnTo>
                    <a:pt x="103278" y="11475"/>
                  </a:lnTo>
                  <a:lnTo>
                    <a:pt x="106557" y="14754"/>
                  </a:lnTo>
                  <a:lnTo>
                    <a:pt x="106557" y="14754"/>
                  </a:lnTo>
                  <a:lnTo>
                    <a:pt x="111475" y="16393"/>
                  </a:lnTo>
                  <a:lnTo>
                    <a:pt x="111475" y="16393"/>
                  </a:lnTo>
                  <a:lnTo>
                    <a:pt x="114754" y="16393"/>
                  </a:lnTo>
                  <a:lnTo>
                    <a:pt x="118032" y="18033"/>
                  </a:lnTo>
                  <a:lnTo>
                    <a:pt x="121311" y="18033"/>
                  </a:lnTo>
                  <a:lnTo>
                    <a:pt x="122950" y="18033"/>
                  </a:lnTo>
                  <a:lnTo>
                    <a:pt x="126229" y="18033"/>
                  </a:lnTo>
                  <a:lnTo>
                    <a:pt x="127868" y="18033"/>
                  </a:lnTo>
                  <a:lnTo>
                    <a:pt x="131147" y="16393"/>
                  </a:lnTo>
                  <a:lnTo>
                    <a:pt x="131147" y="16393"/>
                  </a:lnTo>
                  <a:lnTo>
                    <a:pt x="136065" y="14754"/>
                  </a:lnTo>
                  <a:lnTo>
                    <a:pt x="137704" y="14754"/>
                  </a:lnTo>
                  <a:lnTo>
                    <a:pt x="142623" y="11475"/>
                  </a:lnTo>
                  <a:lnTo>
                    <a:pt x="145901" y="13114"/>
                  </a:lnTo>
                  <a:lnTo>
                    <a:pt x="147540" y="13114"/>
                  </a:lnTo>
                  <a:lnTo>
                    <a:pt x="150819" y="14754"/>
                  </a:lnTo>
                  <a:lnTo>
                    <a:pt x="155737" y="16393"/>
                  </a:lnTo>
                  <a:lnTo>
                    <a:pt x="157376" y="18033"/>
                  </a:lnTo>
                  <a:lnTo>
                    <a:pt x="160655" y="18033"/>
                  </a:lnTo>
                  <a:lnTo>
                    <a:pt x="165573" y="18033"/>
                  </a:lnTo>
                  <a:lnTo>
                    <a:pt x="168851" y="18033"/>
                  </a:lnTo>
                  <a:lnTo>
                    <a:pt x="173770" y="21311"/>
                  </a:lnTo>
                  <a:lnTo>
                    <a:pt x="177048" y="21311"/>
                  </a:lnTo>
                  <a:lnTo>
                    <a:pt x="180327" y="22951"/>
                  </a:lnTo>
                  <a:lnTo>
                    <a:pt x="183606" y="26229"/>
                  </a:lnTo>
                  <a:lnTo>
                    <a:pt x="188524" y="29508"/>
                  </a:lnTo>
                  <a:lnTo>
                    <a:pt x="191803" y="29508"/>
                  </a:lnTo>
                  <a:lnTo>
                    <a:pt x="195081" y="31147"/>
                  </a:lnTo>
                  <a:lnTo>
                    <a:pt x="198360" y="32787"/>
                  </a:lnTo>
                  <a:lnTo>
                    <a:pt x="201638" y="32787"/>
                  </a:lnTo>
                  <a:lnTo>
                    <a:pt x="204917" y="32787"/>
                  </a:lnTo>
                  <a:lnTo>
                    <a:pt x="208196" y="34426"/>
                  </a:lnTo>
                  <a:lnTo>
                    <a:pt x="209835" y="34426"/>
                  </a:lnTo>
                  <a:lnTo>
                    <a:pt x="213114" y="34426"/>
                  </a:lnTo>
                  <a:lnTo>
                    <a:pt x="216393" y="37705"/>
                  </a:lnTo>
                  <a:lnTo>
                    <a:pt x="219671" y="40983"/>
                  </a:lnTo>
                  <a:lnTo>
                    <a:pt x="221310" y="44262"/>
                  </a:lnTo>
                  <a:lnTo>
                    <a:pt x="221310" y="49180"/>
                  </a:lnTo>
                  <a:lnTo>
                    <a:pt x="221310" y="52459"/>
                  </a:lnTo>
                  <a:lnTo>
                    <a:pt x="222950" y="55737"/>
                  </a:lnTo>
                  <a:lnTo>
                    <a:pt x="224589" y="59016"/>
                  </a:lnTo>
                  <a:lnTo>
                    <a:pt x="224589" y="62295"/>
                  </a:lnTo>
                  <a:lnTo>
                    <a:pt x="226228" y="65573"/>
                  </a:lnTo>
                  <a:lnTo>
                    <a:pt x="227868" y="67213"/>
                  </a:lnTo>
                  <a:lnTo>
                    <a:pt x="229507" y="72131"/>
                  </a:lnTo>
                  <a:lnTo>
                    <a:pt x="231147" y="75409"/>
                  </a:lnTo>
                  <a:lnTo>
                    <a:pt x="236064" y="78688"/>
                  </a:lnTo>
                  <a:lnTo>
                    <a:pt x="239343" y="80327"/>
                  </a:lnTo>
                  <a:lnTo>
                    <a:pt x="242622" y="81967"/>
                  </a:lnTo>
                  <a:lnTo>
                    <a:pt x="247540" y="85245"/>
                  </a:lnTo>
                  <a:lnTo>
                    <a:pt x="250818" y="85245"/>
                  </a:lnTo>
                  <a:lnTo>
                    <a:pt x="252458" y="85245"/>
                  </a:lnTo>
                  <a:lnTo>
                    <a:pt x="255737" y="86885"/>
                  </a:lnTo>
                  <a:lnTo>
                    <a:pt x="259015" y="86885"/>
                  </a:lnTo>
                  <a:lnTo>
                    <a:pt x="263933" y="86885"/>
                  </a:lnTo>
                  <a:lnTo>
                    <a:pt x="267212" y="86885"/>
                  </a:lnTo>
                  <a:lnTo>
                    <a:pt x="270491" y="86885"/>
                  </a:lnTo>
                  <a:lnTo>
                    <a:pt x="273769" y="86885"/>
                  </a:lnTo>
                  <a:lnTo>
                    <a:pt x="278687" y="88524"/>
                  </a:lnTo>
                  <a:lnTo>
                    <a:pt x="281966" y="88524"/>
                  </a:lnTo>
                  <a:lnTo>
                    <a:pt x="285245" y="90164"/>
                  </a:lnTo>
                  <a:lnTo>
                    <a:pt x="288523" y="91803"/>
                  </a:lnTo>
                  <a:lnTo>
                    <a:pt x="293441" y="93442"/>
                  </a:lnTo>
                  <a:lnTo>
                    <a:pt x="295081" y="93442"/>
                  </a:lnTo>
                  <a:lnTo>
                    <a:pt x="298360" y="93442"/>
                  </a:lnTo>
                  <a:lnTo>
                    <a:pt x="301638" y="96721"/>
                  </a:lnTo>
                  <a:lnTo>
                    <a:pt x="303277" y="96721"/>
                  </a:lnTo>
                  <a:lnTo>
                    <a:pt x="306556" y="98360"/>
                  </a:lnTo>
                  <a:lnTo>
                    <a:pt x="311474" y="99999"/>
                  </a:lnTo>
                  <a:lnTo>
                    <a:pt x="314753" y="99999"/>
                  </a:lnTo>
                  <a:lnTo>
                    <a:pt x="318031" y="103278"/>
                  </a:lnTo>
                  <a:lnTo>
                    <a:pt x="322950" y="104917"/>
                  </a:lnTo>
                  <a:lnTo>
                    <a:pt x="326228" y="106557"/>
                  </a:lnTo>
                  <a:lnTo>
                    <a:pt x="329507" y="109836"/>
                  </a:lnTo>
                  <a:lnTo>
                    <a:pt x="332785" y="113114"/>
                  </a:lnTo>
                  <a:lnTo>
                    <a:pt x="334425" y="113114"/>
                  </a:lnTo>
                  <a:lnTo>
                    <a:pt x="337703" y="116393"/>
                  </a:lnTo>
                  <a:lnTo>
                    <a:pt x="340982" y="118032"/>
                  </a:lnTo>
                  <a:lnTo>
                    <a:pt x="342621" y="119671"/>
                  </a:lnTo>
                  <a:lnTo>
                    <a:pt x="345900" y="122950"/>
                  </a:lnTo>
                  <a:lnTo>
                    <a:pt x="350818" y="124589"/>
                  </a:lnTo>
                  <a:lnTo>
                    <a:pt x="352457" y="126229"/>
                  </a:lnTo>
                  <a:lnTo>
                    <a:pt x="357375" y="129508"/>
                  </a:lnTo>
                  <a:lnTo>
                    <a:pt x="360654" y="129508"/>
                  </a:lnTo>
                  <a:lnTo>
                    <a:pt x="363933" y="129508"/>
                  </a:lnTo>
                  <a:lnTo>
                    <a:pt x="368851" y="127868"/>
                  </a:lnTo>
                  <a:lnTo>
                    <a:pt x="372130" y="127868"/>
                  </a:lnTo>
                  <a:lnTo>
                    <a:pt x="375408" y="124589"/>
                  </a:lnTo>
                  <a:lnTo>
                    <a:pt x="378687" y="122950"/>
                  </a:lnTo>
                  <a:lnTo>
                    <a:pt x="381965" y="121311"/>
                  </a:lnTo>
                  <a:lnTo>
                    <a:pt x="386884" y="118032"/>
                  </a:lnTo>
                  <a:lnTo>
                    <a:pt x="388523" y="113114"/>
                  </a:lnTo>
                  <a:lnTo>
                    <a:pt x="391801" y="109836"/>
                  </a:lnTo>
                  <a:lnTo>
                    <a:pt x="395080" y="106557"/>
                  </a:lnTo>
                  <a:lnTo>
                    <a:pt x="396720" y="103278"/>
                  </a:lnTo>
                  <a:lnTo>
                    <a:pt x="398359" y="99999"/>
                  </a:lnTo>
                  <a:lnTo>
                    <a:pt x="398359" y="96721"/>
                  </a:lnTo>
                  <a:lnTo>
                    <a:pt x="399998" y="91803"/>
                  </a:lnTo>
                  <a:lnTo>
                    <a:pt x="399998" y="88524"/>
                  </a:lnTo>
                  <a:lnTo>
                    <a:pt x="398359" y="86885"/>
                  </a:lnTo>
                  <a:lnTo>
                    <a:pt x="398359" y="83606"/>
                  </a:lnTo>
                  <a:lnTo>
                    <a:pt x="395080" y="80327"/>
                  </a:lnTo>
                  <a:lnTo>
                    <a:pt x="393441" y="77049"/>
                  </a:lnTo>
                  <a:lnTo>
                    <a:pt x="393441" y="77049"/>
                  </a:lnTo>
                  <a:lnTo>
                    <a:pt x="391801" y="72131"/>
                  </a:lnTo>
                  <a:lnTo>
                    <a:pt x="391801" y="68852"/>
                  </a:lnTo>
                  <a:lnTo>
                    <a:pt x="390162" y="65573"/>
                  </a:lnTo>
                  <a:lnTo>
                    <a:pt x="390162" y="60655"/>
                  </a:lnTo>
                  <a:lnTo>
                    <a:pt x="390162" y="57377"/>
                  </a:lnTo>
                  <a:lnTo>
                    <a:pt x="390162" y="54098"/>
                  </a:lnTo>
                  <a:lnTo>
                    <a:pt x="393441" y="50819"/>
                  </a:lnTo>
                  <a:lnTo>
                    <a:pt x="393441" y="49180"/>
                  </a:lnTo>
                  <a:lnTo>
                    <a:pt x="395080" y="45901"/>
                  </a:lnTo>
                  <a:lnTo>
                    <a:pt x="398359" y="40983"/>
                  </a:lnTo>
                  <a:lnTo>
                    <a:pt x="401638" y="37705"/>
                  </a:lnTo>
                  <a:lnTo>
                    <a:pt x="404916" y="34426"/>
                  </a:lnTo>
                  <a:lnTo>
                    <a:pt x="409834" y="31147"/>
                  </a:lnTo>
                  <a:lnTo>
                    <a:pt x="413113" y="27869"/>
                  </a:lnTo>
                  <a:lnTo>
                    <a:pt x="416391" y="26229"/>
                  </a:lnTo>
                  <a:lnTo>
                    <a:pt x="419670" y="24590"/>
                  </a:lnTo>
                  <a:lnTo>
                    <a:pt x="422949" y="22951"/>
                  </a:lnTo>
                  <a:lnTo>
                    <a:pt x="427867" y="19672"/>
                  </a:lnTo>
                  <a:lnTo>
                    <a:pt x="431145" y="18033"/>
                  </a:lnTo>
                  <a:lnTo>
                    <a:pt x="434424" y="18033"/>
                  </a:lnTo>
                  <a:lnTo>
                    <a:pt x="437703" y="18033"/>
                  </a:lnTo>
                  <a:lnTo>
                    <a:pt x="442621" y="18033"/>
                  </a:lnTo>
                  <a:lnTo>
                    <a:pt x="444260" y="18033"/>
                  </a:lnTo>
                  <a:lnTo>
                    <a:pt x="447539" y="14754"/>
                  </a:lnTo>
                  <a:lnTo>
                    <a:pt x="450818" y="11475"/>
                  </a:lnTo>
                  <a:lnTo>
                    <a:pt x="455735" y="11475"/>
                  </a:lnTo>
                  <a:lnTo>
                    <a:pt x="457375" y="11475"/>
                  </a:lnTo>
                  <a:lnTo>
                    <a:pt x="462293" y="13114"/>
                  </a:lnTo>
                  <a:lnTo>
                    <a:pt x="465572" y="11475"/>
                  </a:lnTo>
                  <a:lnTo>
                    <a:pt x="465572" y="13114"/>
                  </a:lnTo>
                  <a:lnTo>
                    <a:pt x="468850" y="11475"/>
                  </a:lnTo>
                  <a:lnTo>
                    <a:pt x="473768" y="13114"/>
                  </a:lnTo>
                  <a:lnTo>
                    <a:pt x="477047" y="13114"/>
                  </a:lnTo>
                  <a:lnTo>
                    <a:pt x="480325" y="16393"/>
                  </a:lnTo>
                  <a:lnTo>
                    <a:pt x="485244" y="18033"/>
                  </a:lnTo>
                  <a:lnTo>
                    <a:pt x="488522" y="19672"/>
                  </a:lnTo>
                  <a:lnTo>
                    <a:pt x="490162" y="19672"/>
                  </a:lnTo>
                  <a:lnTo>
                    <a:pt x="495080" y="21311"/>
                  </a:lnTo>
                  <a:lnTo>
                    <a:pt x="498358" y="22951"/>
                  </a:lnTo>
                  <a:lnTo>
                    <a:pt x="501637" y="22951"/>
                  </a:lnTo>
                  <a:lnTo>
                    <a:pt x="506555" y="24590"/>
                  </a:lnTo>
                  <a:lnTo>
                    <a:pt x="506555" y="27869"/>
                  </a:lnTo>
                  <a:lnTo>
                    <a:pt x="508194" y="32787"/>
                  </a:lnTo>
                  <a:lnTo>
                    <a:pt x="506555" y="36065"/>
                  </a:lnTo>
                  <a:lnTo>
                    <a:pt x="508194" y="39344"/>
                  </a:lnTo>
                  <a:lnTo>
                    <a:pt x="511473" y="42623"/>
                  </a:lnTo>
                  <a:lnTo>
                    <a:pt x="513112" y="44262"/>
                  </a:lnTo>
                  <a:lnTo>
                    <a:pt x="516391" y="44262"/>
                  </a:lnTo>
                  <a:lnTo>
                    <a:pt x="521309" y="44262"/>
                  </a:lnTo>
                  <a:lnTo>
                    <a:pt x="524588" y="44262"/>
                  </a:lnTo>
                  <a:lnTo>
                    <a:pt x="527867" y="44262"/>
                  </a:lnTo>
                  <a:lnTo>
                    <a:pt x="532784" y="45901"/>
                  </a:lnTo>
                  <a:lnTo>
                    <a:pt x="536063" y="47541"/>
                  </a:lnTo>
                  <a:lnTo>
                    <a:pt x="539342" y="50819"/>
                  </a:lnTo>
                  <a:lnTo>
                    <a:pt x="542621" y="52459"/>
                  </a:lnTo>
                  <a:lnTo>
                    <a:pt x="545899" y="52459"/>
                  </a:lnTo>
                  <a:lnTo>
                    <a:pt x="550817" y="52459"/>
                  </a:lnTo>
                  <a:lnTo>
                    <a:pt x="554096" y="52459"/>
                  </a:lnTo>
                  <a:lnTo>
                    <a:pt x="557375" y="52459"/>
                  </a:lnTo>
                  <a:lnTo>
                    <a:pt x="562292" y="52459"/>
                  </a:lnTo>
                  <a:lnTo>
                    <a:pt x="565571" y="50819"/>
                  </a:lnTo>
                  <a:lnTo>
                    <a:pt x="568850" y="52459"/>
                  </a:lnTo>
                  <a:lnTo>
                    <a:pt x="573768" y="54098"/>
                  </a:lnTo>
                  <a:lnTo>
                    <a:pt x="577047" y="54098"/>
                  </a:lnTo>
                  <a:lnTo>
                    <a:pt x="578686" y="57377"/>
                  </a:lnTo>
                  <a:lnTo>
                    <a:pt x="578686" y="60655"/>
                  </a:lnTo>
                  <a:lnTo>
                    <a:pt x="581965" y="63934"/>
                  </a:lnTo>
                  <a:lnTo>
                    <a:pt x="583604" y="68852"/>
                  </a:lnTo>
                  <a:lnTo>
                    <a:pt x="580325" y="70491"/>
                  </a:lnTo>
                  <a:lnTo>
                    <a:pt x="578686" y="75409"/>
                  </a:lnTo>
                  <a:lnTo>
                    <a:pt x="578686" y="75409"/>
                  </a:lnTo>
                  <a:lnTo>
                    <a:pt x="573768" y="78688"/>
                  </a:lnTo>
                  <a:lnTo>
                    <a:pt x="573768" y="81967"/>
                  </a:lnTo>
                  <a:lnTo>
                    <a:pt x="573768" y="86885"/>
                  </a:lnTo>
                  <a:lnTo>
                    <a:pt x="573768" y="90164"/>
                  </a:lnTo>
                  <a:lnTo>
                    <a:pt x="575407" y="93442"/>
                  </a:lnTo>
                  <a:lnTo>
                    <a:pt x="577047" y="96721"/>
                  </a:lnTo>
                  <a:lnTo>
                    <a:pt x="577047" y="101639"/>
                  </a:lnTo>
                  <a:lnTo>
                    <a:pt x="578686" y="104917"/>
                  </a:lnTo>
                  <a:lnTo>
                    <a:pt x="578686" y="108196"/>
                  </a:lnTo>
                  <a:lnTo>
                    <a:pt x="578686" y="108196"/>
                  </a:lnTo>
                  <a:lnTo>
                    <a:pt x="578686" y="111475"/>
                  </a:lnTo>
                  <a:lnTo>
                    <a:pt x="577047" y="116393"/>
                  </a:lnTo>
                  <a:lnTo>
                    <a:pt x="577047" y="119671"/>
                  </a:lnTo>
                  <a:lnTo>
                    <a:pt x="573768" y="122950"/>
                  </a:lnTo>
                  <a:lnTo>
                    <a:pt x="572128" y="127868"/>
                  </a:lnTo>
                  <a:lnTo>
                    <a:pt x="570489" y="131147"/>
                  </a:lnTo>
                  <a:lnTo>
                    <a:pt x="568850" y="134426"/>
                  </a:lnTo>
                  <a:lnTo>
                    <a:pt x="572128" y="139344"/>
                  </a:lnTo>
                  <a:lnTo>
                    <a:pt x="572128" y="140983"/>
                  </a:lnTo>
                  <a:lnTo>
                    <a:pt x="573768" y="144261"/>
                  </a:lnTo>
                  <a:lnTo>
                    <a:pt x="575407" y="149179"/>
                  </a:lnTo>
                  <a:lnTo>
                    <a:pt x="575407" y="152458"/>
                  </a:lnTo>
                  <a:lnTo>
                    <a:pt x="577047" y="155737"/>
                  </a:lnTo>
                  <a:lnTo>
                    <a:pt x="577047" y="159016"/>
                  </a:lnTo>
                  <a:lnTo>
                    <a:pt x="577047" y="162294"/>
                  </a:lnTo>
                  <a:lnTo>
                    <a:pt x="578686" y="165573"/>
                  </a:lnTo>
                  <a:lnTo>
                    <a:pt x="580325" y="170491"/>
                  </a:lnTo>
                  <a:lnTo>
                    <a:pt x="581965" y="173770"/>
                  </a:lnTo>
                  <a:lnTo>
                    <a:pt x="581965" y="177048"/>
                  </a:lnTo>
                  <a:lnTo>
                    <a:pt x="581965" y="181966"/>
                  </a:lnTo>
                  <a:lnTo>
                    <a:pt x="581965" y="185245"/>
                  </a:lnTo>
                  <a:lnTo>
                    <a:pt x="581965" y="199999"/>
                  </a:lnTo>
                  <a:lnTo>
                    <a:pt x="583604" y="204917"/>
                  </a:lnTo>
                  <a:lnTo>
                    <a:pt x="583604" y="208196"/>
                  </a:lnTo>
                  <a:lnTo>
                    <a:pt x="583604" y="213114"/>
                  </a:lnTo>
                  <a:lnTo>
                    <a:pt x="583604" y="216392"/>
                  </a:lnTo>
                  <a:lnTo>
                    <a:pt x="583604" y="219671"/>
                  </a:lnTo>
                  <a:lnTo>
                    <a:pt x="583604" y="224589"/>
                  </a:lnTo>
                  <a:lnTo>
                    <a:pt x="583604" y="227868"/>
                  </a:lnTo>
                  <a:lnTo>
                    <a:pt x="583604" y="229507"/>
                  </a:lnTo>
                  <a:lnTo>
                    <a:pt x="583604" y="232786"/>
                  </a:lnTo>
                  <a:lnTo>
                    <a:pt x="583604" y="237704"/>
                  </a:lnTo>
                  <a:lnTo>
                    <a:pt x="583604" y="240982"/>
                  </a:lnTo>
                  <a:lnTo>
                    <a:pt x="585243" y="244261"/>
                  </a:lnTo>
                  <a:lnTo>
                    <a:pt x="585243" y="247540"/>
                  </a:lnTo>
                  <a:lnTo>
                    <a:pt x="585243" y="252458"/>
                  </a:lnTo>
                  <a:lnTo>
                    <a:pt x="585243" y="255736"/>
                  </a:lnTo>
                  <a:lnTo>
                    <a:pt x="585243" y="259015"/>
                  </a:lnTo>
                  <a:lnTo>
                    <a:pt x="585243" y="263933"/>
                  </a:lnTo>
                  <a:lnTo>
                    <a:pt x="585243" y="268851"/>
                  </a:lnTo>
                  <a:lnTo>
                    <a:pt x="585243" y="272130"/>
                  </a:lnTo>
                  <a:lnTo>
                    <a:pt x="585243" y="273769"/>
                  </a:lnTo>
                  <a:lnTo>
                    <a:pt x="585243" y="277048"/>
                  </a:lnTo>
                  <a:lnTo>
                    <a:pt x="585243" y="283605"/>
                  </a:lnTo>
                  <a:lnTo>
                    <a:pt x="585243" y="291802"/>
                  </a:lnTo>
                  <a:lnTo>
                    <a:pt x="586882" y="301638"/>
                  </a:lnTo>
                  <a:lnTo>
                    <a:pt x="586882" y="308195"/>
                  </a:lnTo>
                  <a:lnTo>
                    <a:pt x="586882" y="314753"/>
                  </a:lnTo>
                  <a:lnTo>
                    <a:pt x="586882" y="319671"/>
                  </a:lnTo>
                  <a:lnTo>
                    <a:pt x="586882" y="326228"/>
                  </a:lnTo>
                  <a:lnTo>
                    <a:pt x="586882" y="332785"/>
                  </a:lnTo>
                  <a:lnTo>
                    <a:pt x="586882" y="339343"/>
                  </a:lnTo>
                  <a:lnTo>
                    <a:pt x="586882" y="344261"/>
                  </a:lnTo>
                  <a:lnTo>
                    <a:pt x="588522" y="349179"/>
                  </a:lnTo>
                  <a:lnTo>
                    <a:pt x="588522" y="352457"/>
                  </a:lnTo>
                  <a:lnTo>
                    <a:pt x="588522" y="357375"/>
                  </a:lnTo>
                  <a:lnTo>
                    <a:pt x="588522" y="360654"/>
                  </a:lnTo>
                  <a:lnTo>
                    <a:pt x="588522" y="367211"/>
                  </a:lnTo>
                  <a:lnTo>
                    <a:pt x="588522" y="375408"/>
                  </a:lnTo>
                  <a:lnTo>
                    <a:pt x="588522" y="383605"/>
                  </a:lnTo>
                  <a:lnTo>
                    <a:pt x="588522" y="390162"/>
                  </a:lnTo>
                  <a:lnTo>
                    <a:pt x="588522" y="401637"/>
                  </a:lnTo>
                  <a:lnTo>
                    <a:pt x="588522" y="404916"/>
                  </a:lnTo>
                  <a:lnTo>
                    <a:pt x="588522" y="411473"/>
                  </a:lnTo>
                  <a:lnTo>
                    <a:pt x="590161" y="418031"/>
                  </a:lnTo>
                  <a:lnTo>
                    <a:pt x="590161" y="419670"/>
                  </a:lnTo>
                  <a:lnTo>
                    <a:pt x="590161" y="422949"/>
                  </a:lnTo>
                  <a:lnTo>
                    <a:pt x="590161" y="427867"/>
                  </a:lnTo>
                  <a:lnTo>
                    <a:pt x="590161" y="431145"/>
                  </a:lnTo>
                  <a:lnTo>
                    <a:pt x="590161" y="434424"/>
                  </a:lnTo>
                  <a:lnTo>
                    <a:pt x="590161" y="450818"/>
                  </a:lnTo>
                  <a:lnTo>
                    <a:pt x="590161" y="454096"/>
                  </a:lnTo>
                  <a:lnTo>
                    <a:pt x="590161" y="457375"/>
                  </a:lnTo>
                  <a:lnTo>
                    <a:pt x="590161" y="462293"/>
                  </a:lnTo>
                  <a:lnTo>
                    <a:pt x="590161" y="465572"/>
                  </a:lnTo>
                  <a:lnTo>
                    <a:pt x="590161" y="470490"/>
                  </a:lnTo>
                  <a:lnTo>
                    <a:pt x="591801" y="473768"/>
                  </a:lnTo>
                  <a:lnTo>
                    <a:pt x="591801" y="477047"/>
                  </a:lnTo>
                  <a:lnTo>
                    <a:pt x="591801" y="481965"/>
                  </a:lnTo>
                  <a:lnTo>
                    <a:pt x="591801" y="485244"/>
                  </a:lnTo>
                  <a:lnTo>
                    <a:pt x="591801" y="490162"/>
                  </a:lnTo>
                  <a:lnTo>
                    <a:pt x="591801" y="493440"/>
                  </a:lnTo>
                  <a:lnTo>
                    <a:pt x="591801" y="506555"/>
                  </a:lnTo>
                  <a:lnTo>
                    <a:pt x="591801" y="516391"/>
                  </a:lnTo>
                  <a:lnTo>
                    <a:pt x="591801" y="537702"/>
                  </a:lnTo>
                  <a:lnTo>
                    <a:pt x="593440" y="560653"/>
                  </a:lnTo>
                  <a:lnTo>
                    <a:pt x="593440" y="581965"/>
                  </a:lnTo>
                  <a:lnTo>
                    <a:pt x="573768" y="581965"/>
                  </a:lnTo>
                  <a:lnTo>
                    <a:pt x="560653" y="581965"/>
                  </a:lnTo>
                  <a:lnTo>
                    <a:pt x="555735" y="581965"/>
                  </a:lnTo>
                  <a:lnTo>
                    <a:pt x="555735" y="590161"/>
                  </a:lnTo>
                  <a:lnTo>
                    <a:pt x="555735" y="593440"/>
                  </a:lnTo>
                  <a:lnTo>
                    <a:pt x="555735" y="598358"/>
                  </a:lnTo>
                  <a:lnTo>
                    <a:pt x="555735" y="604915"/>
                  </a:lnTo>
                  <a:lnTo>
                    <a:pt x="534424" y="591800"/>
                  </a:lnTo>
                  <a:lnTo>
                    <a:pt x="519670" y="581965"/>
                  </a:lnTo>
                  <a:lnTo>
                    <a:pt x="518031" y="580325"/>
                  </a:lnTo>
                  <a:lnTo>
                    <a:pt x="498358" y="568850"/>
                  </a:lnTo>
                  <a:lnTo>
                    <a:pt x="491801" y="565571"/>
                  </a:lnTo>
                  <a:lnTo>
                    <a:pt x="478687" y="559014"/>
                  </a:lnTo>
                  <a:lnTo>
                    <a:pt x="470490" y="552456"/>
                  </a:lnTo>
                  <a:lnTo>
                    <a:pt x="455735" y="544260"/>
                  </a:lnTo>
                  <a:lnTo>
                    <a:pt x="455735" y="544260"/>
                  </a:lnTo>
                  <a:lnTo>
                    <a:pt x="444260" y="537702"/>
                  </a:lnTo>
                  <a:lnTo>
                    <a:pt x="439342" y="534424"/>
                  </a:lnTo>
                  <a:lnTo>
                    <a:pt x="418031" y="522948"/>
                  </a:lnTo>
                  <a:lnTo>
                    <a:pt x="406555" y="516391"/>
                  </a:lnTo>
                  <a:lnTo>
                    <a:pt x="403277" y="513112"/>
                  </a:lnTo>
                  <a:lnTo>
                    <a:pt x="398359" y="511473"/>
                  </a:lnTo>
                  <a:lnTo>
                    <a:pt x="388523" y="504916"/>
                  </a:lnTo>
                  <a:lnTo>
                    <a:pt x="383605" y="503276"/>
                  </a:lnTo>
                  <a:lnTo>
                    <a:pt x="375408" y="498358"/>
                  </a:lnTo>
                  <a:lnTo>
                    <a:pt x="363933" y="491801"/>
                  </a:lnTo>
                  <a:lnTo>
                    <a:pt x="355736" y="486883"/>
                  </a:lnTo>
                  <a:lnTo>
                    <a:pt x="345900" y="481965"/>
                  </a:lnTo>
                  <a:lnTo>
                    <a:pt x="340982" y="478686"/>
                  </a:lnTo>
                  <a:lnTo>
                    <a:pt x="326228" y="470490"/>
                  </a:lnTo>
                  <a:lnTo>
                    <a:pt x="314753" y="463932"/>
                  </a:lnTo>
                  <a:lnTo>
                    <a:pt x="313113" y="463932"/>
                  </a:lnTo>
                  <a:lnTo>
                    <a:pt x="311474" y="462293"/>
                  </a:lnTo>
                  <a:lnTo>
                    <a:pt x="306556" y="460653"/>
                  </a:lnTo>
                  <a:lnTo>
                    <a:pt x="301638" y="457375"/>
                  </a:lnTo>
                  <a:lnTo>
                    <a:pt x="296720" y="454096"/>
                  </a:lnTo>
                  <a:lnTo>
                    <a:pt x="291802" y="452457"/>
                  </a:lnTo>
                  <a:lnTo>
                    <a:pt x="288523" y="449178"/>
                  </a:lnTo>
                  <a:lnTo>
                    <a:pt x="283605" y="447539"/>
                  </a:lnTo>
                  <a:lnTo>
                    <a:pt x="278687" y="444260"/>
                  </a:lnTo>
                  <a:lnTo>
                    <a:pt x="275408" y="442621"/>
                  </a:lnTo>
                  <a:lnTo>
                    <a:pt x="270491" y="439342"/>
                  </a:lnTo>
                  <a:lnTo>
                    <a:pt x="263933" y="436063"/>
                  </a:lnTo>
                  <a:lnTo>
                    <a:pt x="259015" y="434424"/>
                  </a:lnTo>
                  <a:lnTo>
                    <a:pt x="254097" y="431145"/>
                  </a:lnTo>
                  <a:lnTo>
                    <a:pt x="250818" y="429506"/>
                  </a:lnTo>
                  <a:lnTo>
                    <a:pt x="240983" y="434424"/>
                  </a:lnTo>
                  <a:lnTo>
                    <a:pt x="239343" y="436063"/>
                  </a:lnTo>
                  <a:lnTo>
                    <a:pt x="236064" y="437703"/>
                  </a:lnTo>
                  <a:lnTo>
                    <a:pt x="229507" y="440981"/>
                  </a:lnTo>
                  <a:lnTo>
                    <a:pt x="226228" y="442621"/>
                  </a:lnTo>
                  <a:lnTo>
                    <a:pt x="218032" y="447539"/>
                  </a:lnTo>
                  <a:lnTo>
                    <a:pt x="213114" y="449178"/>
                  </a:lnTo>
                  <a:lnTo>
                    <a:pt x="213114" y="449178"/>
                  </a:lnTo>
                  <a:lnTo>
                    <a:pt x="213114" y="449178"/>
                  </a:lnTo>
                  <a:lnTo>
                    <a:pt x="208196" y="452457"/>
                  </a:lnTo>
                  <a:lnTo>
                    <a:pt x="204917" y="454096"/>
                  </a:lnTo>
                  <a:lnTo>
                    <a:pt x="199999" y="457375"/>
                  </a:lnTo>
                  <a:lnTo>
                    <a:pt x="196720" y="459014"/>
                  </a:lnTo>
                  <a:lnTo>
                    <a:pt x="193442" y="462293"/>
                  </a:lnTo>
                  <a:lnTo>
                    <a:pt x="188524" y="463932"/>
                  </a:lnTo>
                  <a:lnTo>
                    <a:pt x="185245" y="467211"/>
                  </a:lnTo>
                  <a:lnTo>
                    <a:pt x="180327" y="463932"/>
                  </a:lnTo>
                  <a:lnTo>
                    <a:pt x="180327" y="462293"/>
                  </a:lnTo>
                  <a:lnTo>
                    <a:pt x="177048" y="459014"/>
                  </a:lnTo>
                  <a:lnTo>
                    <a:pt x="172130" y="455735"/>
                  </a:lnTo>
                  <a:lnTo>
                    <a:pt x="168851" y="452457"/>
                  </a:lnTo>
                  <a:lnTo>
                    <a:pt x="165573" y="447539"/>
                  </a:lnTo>
                  <a:lnTo>
                    <a:pt x="160655" y="444260"/>
                  </a:lnTo>
                  <a:lnTo>
                    <a:pt x="157376" y="442621"/>
                  </a:lnTo>
                  <a:lnTo>
                    <a:pt x="154098" y="440981"/>
                  </a:lnTo>
                  <a:lnTo>
                    <a:pt x="150819" y="439342"/>
                  </a:lnTo>
                  <a:lnTo>
                    <a:pt x="145901" y="439342"/>
                  </a:lnTo>
                  <a:lnTo>
                    <a:pt x="142623" y="437703"/>
                  </a:lnTo>
                  <a:lnTo>
                    <a:pt x="139344" y="436063"/>
                  </a:lnTo>
                  <a:lnTo>
                    <a:pt x="134426" y="436063"/>
                  </a:lnTo>
                  <a:lnTo>
                    <a:pt x="131147" y="434424"/>
                  </a:lnTo>
                  <a:lnTo>
                    <a:pt x="126229" y="432785"/>
                  </a:lnTo>
                  <a:lnTo>
                    <a:pt x="122950" y="432785"/>
                  </a:lnTo>
                  <a:lnTo>
                    <a:pt x="119671" y="431145"/>
                  </a:lnTo>
                  <a:lnTo>
                    <a:pt x="114754" y="431145"/>
                  </a:lnTo>
                  <a:lnTo>
                    <a:pt x="111475" y="429506"/>
                  </a:lnTo>
                  <a:lnTo>
                    <a:pt x="108196" y="427867"/>
                  </a:lnTo>
                  <a:lnTo>
                    <a:pt x="103278" y="427867"/>
                  </a:lnTo>
                  <a:lnTo>
                    <a:pt x="100000" y="426228"/>
                  </a:lnTo>
                  <a:lnTo>
                    <a:pt x="98360" y="424588"/>
                  </a:lnTo>
                  <a:lnTo>
                    <a:pt x="96721" y="421309"/>
                  </a:lnTo>
                  <a:lnTo>
                    <a:pt x="95081" y="416391"/>
                  </a:lnTo>
                  <a:lnTo>
                    <a:pt x="93442" y="413113"/>
                  </a:lnTo>
                  <a:lnTo>
                    <a:pt x="91803" y="409834"/>
                  </a:lnTo>
                  <a:lnTo>
                    <a:pt x="90164" y="404916"/>
                  </a:lnTo>
                  <a:lnTo>
                    <a:pt x="90164" y="404916"/>
                  </a:lnTo>
                  <a:lnTo>
                    <a:pt x="86885" y="399998"/>
                  </a:lnTo>
                  <a:lnTo>
                    <a:pt x="85246" y="396719"/>
                  </a:lnTo>
                  <a:lnTo>
                    <a:pt x="83606" y="393441"/>
                  </a:lnTo>
                  <a:lnTo>
                    <a:pt x="80327" y="391801"/>
                  </a:lnTo>
                  <a:lnTo>
                    <a:pt x="78688" y="390162"/>
                  </a:lnTo>
                  <a:lnTo>
                    <a:pt x="73770" y="390162"/>
                  </a:lnTo>
                  <a:lnTo>
                    <a:pt x="70491" y="388523"/>
                  </a:lnTo>
                  <a:lnTo>
                    <a:pt x="67213" y="386883"/>
                  </a:lnTo>
                  <a:lnTo>
                    <a:pt x="62295" y="385244"/>
                  </a:lnTo>
                  <a:lnTo>
                    <a:pt x="60656" y="385244"/>
                  </a:lnTo>
                  <a:lnTo>
                    <a:pt x="59016" y="383605"/>
                  </a:lnTo>
                  <a:lnTo>
                    <a:pt x="54098" y="381965"/>
                  </a:lnTo>
                  <a:lnTo>
                    <a:pt x="50820" y="380326"/>
                  </a:lnTo>
                  <a:lnTo>
                    <a:pt x="47541" y="381965"/>
                  </a:lnTo>
                  <a:lnTo>
                    <a:pt x="42623" y="385244"/>
                  </a:lnTo>
                  <a:lnTo>
                    <a:pt x="39344" y="383605"/>
                  </a:lnTo>
                  <a:lnTo>
                    <a:pt x="34426" y="380326"/>
                  </a:lnTo>
                  <a:lnTo>
                    <a:pt x="34426" y="375408"/>
                  </a:lnTo>
                  <a:lnTo>
                    <a:pt x="31147" y="372129"/>
                  </a:lnTo>
                  <a:lnTo>
                    <a:pt x="31147" y="372129"/>
                  </a:lnTo>
                  <a:lnTo>
                    <a:pt x="29508" y="370490"/>
                  </a:lnTo>
                  <a:lnTo>
                    <a:pt x="27869" y="368851"/>
                  </a:lnTo>
                  <a:lnTo>
                    <a:pt x="26229" y="365572"/>
                  </a:lnTo>
                  <a:lnTo>
                    <a:pt x="26229" y="360654"/>
                  </a:lnTo>
                  <a:lnTo>
                    <a:pt x="26229" y="357375"/>
                  </a:lnTo>
                  <a:lnTo>
                    <a:pt x="26229" y="354097"/>
                  </a:lnTo>
                  <a:lnTo>
                    <a:pt x="26229" y="349179"/>
                  </a:lnTo>
                  <a:lnTo>
                    <a:pt x="24590" y="344261"/>
                  </a:lnTo>
                  <a:lnTo>
                    <a:pt x="22951" y="342621"/>
                  </a:lnTo>
                  <a:lnTo>
                    <a:pt x="21311" y="339343"/>
                  </a:lnTo>
                  <a:lnTo>
                    <a:pt x="18033" y="336064"/>
                  </a:lnTo>
                  <a:lnTo>
                    <a:pt x="16393" y="331146"/>
                  </a:lnTo>
                  <a:lnTo>
                    <a:pt x="13114" y="327867"/>
                  </a:lnTo>
                  <a:lnTo>
                    <a:pt x="11476" y="324588"/>
                  </a:lnTo>
                  <a:lnTo>
                    <a:pt x="8197" y="319671"/>
                  </a:lnTo>
                  <a:lnTo>
                    <a:pt x="6557" y="316392"/>
                  </a:lnTo>
                  <a:lnTo>
                    <a:pt x="3279" y="311474"/>
                  </a:lnTo>
                  <a:lnTo>
                    <a:pt x="3279" y="308195"/>
                  </a:lnTo>
                  <a:lnTo>
                    <a:pt x="4918" y="304916"/>
                  </a:lnTo>
                  <a:lnTo>
                    <a:pt x="8197" y="299998"/>
                  </a:lnTo>
                  <a:lnTo>
                    <a:pt x="13114" y="298359"/>
                  </a:lnTo>
                  <a:lnTo>
                    <a:pt x="16393" y="296720"/>
                  </a:lnTo>
                  <a:lnTo>
                    <a:pt x="19672" y="293441"/>
                  </a:lnTo>
                  <a:lnTo>
                    <a:pt x="21311" y="290163"/>
                  </a:lnTo>
                  <a:lnTo>
                    <a:pt x="21311" y="288523"/>
                  </a:lnTo>
                  <a:lnTo>
                    <a:pt x="21311" y="285244"/>
                  </a:lnTo>
                  <a:lnTo>
                    <a:pt x="21311" y="281966"/>
                  </a:lnTo>
                  <a:lnTo>
                    <a:pt x="19672" y="277048"/>
                  </a:lnTo>
                  <a:lnTo>
                    <a:pt x="18033" y="272130"/>
                  </a:lnTo>
                  <a:lnTo>
                    <a:pt x="18033" y="268851"/>
                  </a:lnTo>
                  <a:lnTo>
                    <a:pt x="16393" y="265573"/>
                  </a:lnTo>
                  <a:lnTo>
                    <a:pt x="14754" y="260654"/>
                  </a:lnTo>
                  <a:lnTo>
                    <a:pt x="16393" y="257376"/>
                  </a:lnTo>
                  <a:lnTo>
                    <a:pt x="16393" y="252458"/>
                  </a:lnTo>
                  <a:lnTo>
                    <a:pt x="18033" y="249179"/>
                  </a:lnTo>
                  <a:lnTo>
                    <a:pt x="21311" y="245901"/>
                  </a:lnTo>
                  <a:lnTo>
                    <a:pt x="21311" y="240982"/>
                  </a:lnTo>
                  <a:lnTo>
                    <a:pt x="22951" y="237704"/>
                  </a:lnTo>
                  <a:lnTo>
                    <a:pt x="22951" y="232786"/>
                  </a:lnTo>
                  <a:lnTo>
                    <a:pt x="21311" y="229507"/>
                  </a:lnTo>
                  <a:lnTo>
                    <a:pt x="19672" y="224589"/>
                  </a:lnTo>
                  <a:lnTo>
                    <a:pt x="18033" y="221310"/>
                  </a:lnTo>
                  <a:lnTo>
                    <a:pt x="16393" y="218032"/>
                  </a:lnTo>
                  <a:lnTo>
                    <a:pt x="18033" y="213114"/>
                  </a:lnTo>
                  <a:lnTo>
                    <a:pt x="18033" y="209835"/>
                  </a:lnTo>
                  <a:lnTo>
                    <a:pt x="18033" y="204917"/>
                  </a:lnTo>
                  <a:lnTo>
                    <a:pt x="19672" y="201638"/>
                  </a:lnTo>
                  <a:lnTo>
                    <a:pt x="19672" y="199999"/>
                  </a:lnTo>
                  <a:lnTo>
                    <a:pt x="19672" y="198360"/>
                  </a:lnTo>
                  <a:lnTo>
                    <a:pt x="19672" y="195081"/>
                  </a:lnTo>
                  <a:lnTo>
                    <a:pt x="19672" y="190163"/>
                  </a:lnTo>
                  <a:lnTo>
                    <a:pt x="19672" y="186884"/>
                  </a:lnTo>
                  <a:lnTo>
                    <a:pt x="19672" y="183606"/>
                  </a:lnTo>
                  <a:lnTo>
                    <a:pt x="19672" y="178688"/>
                  </a:lnTo>
                  <a:lnTo>
                    <a:pt x="18033" y="175409"/>
                  </a:lnTo>
                  <a:lnTo>
                    <a:pt x="18033" y="172130"/>
                  </a:lnTo>
                  <a:lnTo>
                    <a:pt x="16393" y="167212"/>
                  </a:lnTo>
                  <a:lnTo>
                    <a:pt x="14754" y="163934"/>
                  </a:lnTo>
                  <a:lnTo>
                    <a:pt x="13114" y="159016"/>
                  </a:lnTo>
                  <a:lnTo>
                    <a:pt x="11476" y="155737"/>
                  </a:lnTo>
                  <a:lnTo>
                    <a:pt x="9836" y="152458"/>
                  </a:lnTo>
                  <a:lnTo>
                    <a:pt x="8197" y="149179"/>
                  </a:lnTo>
                  <a:lnTo>
                    <a:pt x="6557" y="144261"/>
                  </a:lnTo>
                  <a:lnTo>
                    <a:pt x="3279" y="140983"/>
                  </a:lnTo>
                  <a:lnTo>
                    <a:pt x="1639" y="13934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3" name="Freeform 2302">
              <a:extLst>
                <a:ext uri="{FF2B5EF4-FFF2-40B4-BE49-F238E27FC236}">
                  <a16:creationId xmlns:a16="http://schemas.microsoft.com/office/drawing/2014/main" id="{33B3CB87-6F5E-FE42-A56C-B1AB396A7765}"/>
                </a:ext>
              </a:extLst>
            </p:cNvPr>
            <p:cNvSpPr/>
            <p:nvPr/>
          </p:nvSpPr>
          <p:spPr>
            <a:xfrm>
              <a:off x="6186163" y="1665728"/>
              <a:ext cx="308195" cy="204917"/>
            </a:xfrm>
            <a:custGeom>
              <a:avLst/>
              <a:gdLst>
                <a:gd name="connsiteX0" fmla="*/ 0 w 308195"/>
                <a:gd name="connsiteY0" fmla="*/ 162294 h 204917"/>
                <a:gd name="connsiteX1" fmla="*/ 1639 w 308195"/>
                <a:gd name="connsiteY1" fmla="*/ 159016 h 204917"/>
                <a:gd name="connsiteX2" fmla="*/ 3279 w 308195"/>
                <a:gd name="connsiteY2" fmla="*/ 155737 h 204917"/>
                <a:gd name="connsiteX3" fmla="*/ 4918 w 308195"/>
                <a:gd name="connsiteY3" fmla="*/ 154098 h 204917"/>
                <a:gd name="connsiteX4" fmla="*/ 4918 w 308195"/>
                <a:gd name="connsiteY4" fmla="*/ 154098 h 204917"/>
                <a:gd name="connsiteX5" fmla="*/ 6557 w 308195"/>
                <a:gd name="connsiteY5" fmla="*/ 152458 h 204917"/>
                <a:gd name="connsiteX6" fmla="*/ 9836 w 308195"/>
                <a:gd name="connsiteY6" fmla="*/ 149179 h 204917"/>
                <a:gd name="connsiteX7" fmla="*/ 13114 w 308195"/>
                <a:gd name="connsiteY7" fmla="*/ 149179 h 204917"/>
                <a:gd name="connsiteX8" fmla="*/ 16393 w 308195"/>
                <a:gd name="connsiteY8" fmla="*/ 147540 h 204917"/>
                <a:gd name="connsiteX9" fmla="*/ 21311 w 308195"/>
                <a:gd name="connsiteY9" fmla="*/ 145901 h 204917"/>
                <a:gd name="connsiteX10" fmla="*/ 22951 w 308195"/>
                <a:gd name="connsiteY10" fmla="*/ 140983 h 204917"/>
                <a:gd name="connsiteX11" fmla="*/ 22951 w 308195"/>
                <a:gd name="connsiteY11" fmla="*/ 140983 h 204917"/>
                <a:gd name="connsiteX12" fmla="*/ 22951 w 308195"/>
                <a:gd name="connsiteY12" fmla="*/ 137704 h 204917"/>
                <a:gd name="connsiteX13" fmla="*/ 22951 w 308195"/>
                <a:gd name="connsiteY13" fmla="*/ 136065 h 204917"/>
                <a:gd name="connsiteX14" fmla="*/ 22951 w 308195"/>
                <a:gd name="connsiteY14" fmla="*/ 134426 h 204917"/>
                <a:gd name="connsiteX15" fmla="*/ 22951 w 308195"/>
                <a:gd name="connsiteY15" fmla="*/ 134426 h 204917"/>
                <a:gd name="connsiteX16" fmla="*/ 22951 w 308195"/>
                <a:gd name="connsiteY16" fmla="*/ 131147 h 204917"/>
                <a:gd name="connsiteX17" fmla="*/ 19672 w 308195"/>
                <a:gd name="connsiteY17" fmla="*/ 127868 h 204917"/>
                <a:gd name="connsiteX18" fmla="*/ 21311 w 308195"/>
                <a:gd name="connsiteY18" fmla="*/ 126229 h 204917"/>
                <a:gd name="connsiteX19" fmla="*/ 19672 w 308195"/>
                <a:gd name="connsiteY19" fmla="*/ 122950 h 204917"/>
                <a:gd name="connsiteX20" fmla="*/ 16393 w 308195"/>
                <a:gd name="connsiteY20" fmla="*/ 118032 h 204917"/>
                <a:gd name="connsiteX21" fmla="*/ 14754 w 308195"/>
                <a:gd name="connsiteY21" fmla="*/ 114754 h 204917"/>
                <a:gd name="connsiteX22" fmla="*/ 11476 w 308195"/>
                <a:gd name="connsiteY22" fmla="*/ 111475 h 204917"/>
                <a:gd name="connsiteX23" fmla="*/ 11476 w 308195"/>
                <a:gd name="connsiteY23" fmla="*/ 109836 h 204917"/>
                <a:gd name="connsiteX24" fmla="*/ 11476 w 308195"/>
                <a:gd name="connsiteY24" fmla="*/ 108196 h 204917"/>
                <a:gd name="connsiteX25" fmla="*/ 9836 w 308195"/>
                <a:gd name="connsiteY25" fmla="*/ 106557 h 204917"/>
                <a:gd name="connsiteX26" fmla="*/ 8197 w 308195"/>
                <a:gd name="connsiteY26" fmla="*/ 101639 h 204917"/>
                <a:gd name="connsiteX27" fmla="*/ 8197 w 308195"/>
                <a:gd name="connsiteY27" fmla="*/ 101639 h 204917"/>
                <a:gd name="connsiteX28" fmla="*/ 6557 w 308195"/>
                <a:gd name="connsiteY28" fmla="*/ 96721 h 204917"/>
                <a:gd name="connsiteX29" fmla="*/ 4918 w 308195"/>
                <a:gd name="connsiteY29" fmla="*/ 93442 h 204917"/>
                <a:gd name="connsiteX30" fmla="*/ 4918 w 308195"/>
                <a:gd name="connsiteY30" fmla="*/ 91803 h 204917"/>
                <a:gd name="connsiteX31" fmla="*/ 6557 w 308195"/>
                <a:gd name="connsiteY31" fmla="*/ 91803 h 204917"/>
                <a:gd name="connsiteX32" fmla="*/ 11476 w 308195"/>
                <a:gd name="connsiteY32" fmla="*/ 93442 h 204917"/>
                <a:gd name="connsiteX33" fmla="*/ 14754 w 308195"/>
                <a:gd name="connsiteY33" fmla="*/ 91803 h 204917"/>
                <a:gd name="connsiteX34" fmla="*/ 16393 w 308195"/>
                <a:gd name="connsiteY34" fmla="*/ 91803 h 204917"/>
                <a:gd name="connsiteX35" fmla="*/ 19672 w 308195"/>
                <a:gd name="connsiteY35" fmla="*/ 91803 h 204917"/>
                <a:gd name="connsiteX36" fmla="*/ 22951 w 308195"/>
                <a:gd name="connsiteY36" fmla="*/ 91803 h 204917"/>
                <a:gd name="connsiteX37" fmla="*/ 24590 w 308195"/>
                <a:gd name="connsiteY37" fmla="*/ 91803 h 204917"/>
                <a:gd name="connsiteX38" fmla="*/ 24590 w 308195"/>
                <a:gd name="connsiteY38" fmla="*/ 91803 h 204917"/>
                <a:gd name="connsiteX39" fmla="*/ 27869 w 308195"/>
                <a:gd name="connsiteY39" fmla="*/ 91803 h 204917"/>
                <a:gd name="connsiteX40" fmla="*/ 31147 w 308195"/>
                <a:gd name="connsiteY40" fmla="*/ 93442 h 204917"/>
                <a:gd name="connsiteX41" fmla="*/ 34426 w 308195"/>
                <a:gd name="connsiteY41" fmla="*/ 93442 h 204917"/>
                <a:gd name="connsiteX42" fmla="*/ 39344 w 308195"/>
                <a:gd name="connsiteY42" fmla="*/ 91803 h 204917"/>
                <a:gd name="connsiteX43" fmla="*/ 40983 w 308195"/>
                <a:gd name="connsiteY43" fmla="*/ 90164 h 204917"/>
                <a:gd name="connsiteX44" fmla="*/ 44262 w 308195"/>
                <a:gd name="connsiteY44" fmla="*/ 90164 h 204917"/>
                <a:gd name="connsiteX45" fmla="*/ 47541 w 308195"/>
                <a:gd name="connsiteY45" fmla="*/ 86885 h 204917"/>
                <a:gd name="connsiteX46" fmla="*/ 49180 w 308195"/>
                <a:gd name="connsiteY46" fmla="*/ 83606 h 204917"/>
                <a:gd name="connsiteX47" fmla="*/ 52459 w 308195"/>
                <a:gd name="connsiteY47" fmla="*/ 83606 h 204917"/>
                <a:gd name="connsiteX48" fmla="*/ 54098 w 308195"/>
                <a:gd name="connsiteY48" fmla="*/ 83606 h 204917"/>
                <a:gd name="connsiteX49" fmla="*/ 57377 w 308195"/>
                <a:gd name="connsiteY49" fmla="*/ 81967 h 204917"/>
                <a:gd name="connsiteX50" fmla="*/ 59016 w 308195"/>
                <a:gd name="connsiteY50" fmla="*/ 80327 h 204917"/>
                <a:gd name="connsiteX51" fmla="*/ 59016 w 308195"/>
                <a:gd name="connsiteY51" fmla="*/ 78688 h 204917"/>
                <a:gd name="connsiteX52" fmla="*/ 63934 w 308195"/>
                <a:gd name="connsiteY52" fmla="*/ 78688 h 204917"/>
                <a:gd name="connsiteX53" fmla="*/ 63934 w 308195"/>
                <a:gd name="connsiteY53" fmla="*/ 78688 h 204917"/>
                <a:gd name="connsiteX54" fmla="*/ 67213 w 308195"/>
                <a:gd name="connsiteY54" fmla="*/ 77049 h 204917"/>
                <a:gd name="connsiteX55" fmla="*/ 70491 w 308195"/>
                <a:gd name="connsiteY55" fmla="*/ 80327 h 204917"/>
                <a:gd name="connsiteX56" fmla="*/ 70491 w 308195"/>
                <a:gd name="connsiteY56" fmla="*/ 83606 h 204917"/>
                <a:gd name="connsiteX57" fmla="*/ 73770 w 308195"/>
                <a:gd name="connsiteY57" fmla="*/ 83606 h 204917"/>
                <a:gd name="connsiteX58" fmla="*/ 78688 w 308195"/>
                <a:gd name="connsiteY58" fmla="*/ 81967 h 204917"/>
                <a:gd name="connsiteX59" fmla="*/ 77049 w 308195"/>
                <a:gd name="connsiteY59" fmla="*/ 77049 h 204917"/>
                <a:gd name="connsiteX60" fmla="*/ 73770 w 308195"/>
                <a:gd name="connsiteY60" fmla="*/ 75409 h 204917"/>
                <a:gd name="connsiteX61" fmla="*/ 68852 w 308195"/>
                <a:gd name="connsiteY61" fmla="*/ 73770 h 204917"/>
                <a:gd name="connsiteX62" fmla="*/ 72131 w 308195"/>
                <a:gd name="connsiteY62" fmla="*/ 70491 h 204917"/>
                <a:gd name="connsiteX63" fmla="*/ 72131 w 308195"/>
                <a:gd name="connsiteY63" fmla="*/ 67213 h 204917"/>
                <a:gd name="connsiteX64" fmla="*/ 75410 w 308195"/>
                <a:gd name="connsiteY64" fmla="*/ 63934 h 204917"/>
                <a:gd name="connsiteX65" fmla="*/ 75410 w 308195"/>
                <a:gd name="connsiteY65" fmla="*/ 63934 h 204917"/>
                <a:gd name="connsiteX66" fmla="*/ 75410 w 308195"/>
                <a:gd name="connsiteY66" fmla="*/ 59016 h 204917"/>
                <a:gd name="connsiteX67" fmla="*/ 73770 w 308195"/>
                <a:gd name="connsiteY67" fmla="*/ 57377 h 204917"/>
                <a:gd name="connsiteX68" fmla="*/ 75410 w 308195"/>
                <a:gd name="connsiteY68" fmla="*/ 54098 h 204917"/>
                <a:gd name="connsiteX69" fmla="*/ 75410 w 308195"/>
                <a:gd name="connsiteY69" fmla="*/ 52459 h 204917"/>
                <a:gd name="connsiteX70" fmla="*/ 78688 w 308195"/>
                <a:gd name="connsiteY70" fmla="*/ 49180 h 204917"/>
                <a:gd name="connsiteX71" fmla="*/ 83606 w 308195"/>
                <a:gd name="connsiteY71" fmla="*/ 49180 h 204917"/>
                <a:gd name="connsiteX72" fmla="*/ 86885 w 308195"/>
                <a:gd name="connsiteY72" fmla="*/ 49180 h 204917"/>
                <a:gd name="connsiteX73" fmla="*/ 86885 w 308195"/>
                <a:gd name="connsiteY73" fmla="*/ 47541 h 204917"/>
                <a:gd name="connsiteX74" fmla="*/ 88524 w 308195"/>
                <a:gd name="connsiteY74" fmla="*/ 44262 h 204917"/>
                <a:gd name="connsiteX75" fmla="*/ 88524 w 308195"/>
                <a:gd name="connsiteY75" fmla="*/ 42623 h 204917"/>
                <a:gd name="connsiteX76" fmla="*/ 93442 w 308195"/>
                <a:gd name="connsiteY76" fmla="*/ 40983 h 204917"/>
                <a:gd name="connsiteX77" fmla="*/ 96721 w 308195"/>
                <a:gd name="connsiteY77" fmla="*/ 40983 h 204917"/>
                <a:gd name="connsiteX78" fmla="*/ 98360 w 308195"/>
                <a:gd name="connsiteY78" fmla="*/ 42623 h 204917"/>
                <a:gd name="connsiteX79" fmla="*/ 101639 w 308195"/>
                <a:gd name="connsiteY79" fmla="*/ 42623 h 204917"/>
                <a:gd name="connsiteX80" fmla="*/ 101639 w 308195"/>
                <a:gd name="connsiteY80" fmla="*/ 40983 h 204917"/>
                <a:gd name="connsiteX81" fmla="*/ 101639 w 308195"/>
                <a:gd name="connsiteY81" fmla="*/ 37705 h 204917"/>
                <a:gd name="connsiteX82" fmla="*/ 106557 w 308195"/>
                <a:gd name="connsiteY82" fmla="*/ 36065 h 204917"/>
                <a:gd name="connsiteX83" fmla="*/ 101639 w 308195"/>
                <a:gd name="connsiteY83" fmla="*/ 34426 h 204917"/>
                <a:gd name="connsiteX84" fmla="*/ 98360 w 308195"/>
                <a:gd name="connsiteY84" fmla="*/ 34426 h 204917"/>
                <a:gd name="connsiteX85" fmla="*/ 95081 w 308195"/>
                <a:gd name="connsiteY85" fmla="*/ 32787 h 204917"/>
                <a:gd name="connsiteX86" fmla="*/ 96721 w 308195"/>
                <a:gd name="connsiteY86" fmla="*/ 29508 h 204917"/>
                <a:gd name="connsiteX87" fmla="*/ 96721 w 308195"/>
                <a:gd name="connsiteY87" fmla="*/ 24590 h 204917"/>
                <a:gd name="connsiteX88" fmla="*/ 98360 w 308195"/>
                <a:gd name="connsiteY88" fmla="*/ 24590 h 204917"/>
                <a:gd name="connsiteX89" fmla="*/ 98360 w 308195"/>
                <a:gd name="connsiteY89" fmla="*/ 19672 h 204917"/>
                <a:gd name="connsiteX90" fmla="*/ 98360 w 308195"/>
                <a:gd name="connsiteY90" fmla="*/ 19672 h 204917"/>
                <a:gd name="connsiteX91" fmla="*/ 100000 w 308195"/>
                <a:gd name="connsiteY91" fmla="*/ 18033 h 204917"/>
                <a:gd name="connsiteX92" fmla="*/ 101639 w 308195"/>
                <a:gd name="connsiteY92" fmla="*/ 19672 h 204917"/>
                <a:gd name="connsiteX93" fmla="*/ 103278 w 308195"/>
                <a:gd name="connsiteY93" fmla="*/ 19672 h 204917"/>
                <a:gd name="connsiteX94" fmla="*/ 106557 w 308195"/>
                <a:gd name="connsiteY94" fmla="*/ 16393 h 204917"/>
                <a:gd name="connsiteX95" fmla="*/ 109836 w 308195"/>
                <a:gd name="connsiteY95" fmla="*/ 13114 h 204917"/>
                <a:gd name="connsiteX96" fmla="*/ 113114 w 308195"/>
                <a:gd name="connsiteY96" fmla="*/ 13114 h 204917"/>
                <a:gd name="connsiteX97" fmla="*/ 118032 w 308195"/>
                <a:gd name="connsiteY97" fmla="*/ 13114 h 204917"/>
                <a:gd name="connsiteX98" fmla="*/ 121311 w 308195"/>
                <a:gd name="connsiteY98" fmla="*/ 13114 h 204917"/>
                <a:gd name="connsiteX99" fmla="*/ 121311 w 308195"/>
                <a:gd name="connsiteY99" fmla="*/ 13114 h 204917"/>
                <a:gd name="connsiteX100" fmla="*/ 124590 w 308195"/>
                <a:gd name="connsiteY100" fmla="*/ 14754 h 204917"/>
                <a:gd name="connsiteX101" fmla="*/ 129508 w 308195"/>
                <a:gd name="connsiteY101" fmla="*/ 14754 h 204917"/>
                <a:gd name="connsiteX102" fmla="*/ 129508 w 308195"/>
                <a:gd name="connsiteY102" fmla="*/ 14754 h 204917"/>
                <a:gd name="connsiteX103" fmla="*/ 129508 w 308195"/>
                <a:gd name="connsiteY103" fmla="*/ 13114 h 204917"/>
                <a:gd name="connsiteX104" fmla="*/ 129508 w 308195"/>
                <a:gd name="connsiteY104" fmla="*/ 13114 h 204917"/>
                <a:gd name="connsiteX105" fmla="*/ 131147 w 308195"/>
                <a:gd name="connsiteY105" fmla="*/ 8197 h 204917"/>
                <a:gd name="connsiteX106" fmla="*/ 134426 w 308195"/>
                <a:gd name="connsiteY106" fmla="*/ 4918 h 204917"/>
                <a:gd name="connsiteX107" fmla="*/ 137704 w 308195"/>
                <a:gd name="connsiteY107" fmla="*/ 1639 h 204917"/>
                <a:gd name="connsiteX108" fmla="*/ 142623 w 308195"/>
                <a:gd name="connsiteY108" fmla="*/ 0 h 204917"/>
                <a:gd name="connsiteX109" fmla="*/ 145901 w 308195"/>
                <a:gd name="connsiteY109" fmla="*/ 0 h 204917"/>
                <a:gd name="connsiteX110" fmla="*/ 147540 w 308195"/>
                <a:gd name="connsiteY110" fmla="*/ 0 h 204917"/>
                <a:gd name="connsiteX111" fmla="*/ 150819 w 308195"/>
                <a:gd name="connsiteY111" fmla="*/ 3279 h 204917"/>
                <a:gd name="connsiteX112" fmla="*/ 152458 w 308195"/>
                <a:gd name="connsiteY112" fmla="*/ 3279 h 204917"/>
                <a:gd name="connsiteX113" fmla="*/ 154098 w 308195"/>
                <a:gd name="connsiteY113" fmla="*/ 1639 h 204917"/>
                <a:gd name="connsiteX114" fmla="*/ 157376 w 308195"/>
                <a:gd name="connsiteY114" fmla="*/ 1639 h 204917"/>
                <a:gd name="connsiteX115" fmla="*/ 160655 w 308195"/>
                <a:gd name="connsiteY115" fmla="*/ 3279 h 204917"/>
                <a:gd name="connsiteX116" fmla="*/ 160655 w 308195"/>
                <a:gd name="connsiteY116" fmla="*/ 3279 h 204917"/>
                <a:gd name="connsiteX117" fmla="*/ 163934 w 308195"/>
                <a:gd name="connsiteY117" fmla="*/ 6557 h 204917"/>
                <a:gd name="connsiteX118" fmla="*/ 163934 w 308195"/>
                <a:gd name="connsiteY118" fmla="*/ 8197 h 204917"/>
                <a:gd name="connsiteX119" fmla="*/ 165573 w 308195"/>
                <a:gd name="connsiteY119" fmla="*/ 8197 h 204917"/>
                <a:gd name="connsiteX120" fmla="*/ 168851 w 308195"/>
                <a:gd name="connsiteY120" fmla="*/ 6557 h 204917"/>
                <a:gd name="connsiteX121" fmla="*/ 172130 w 308195"/>
                <a:gd name="connsiteY121" fmla="*/ 4918 h 204917"/>
                <a:gd name="connsiteX122" fmla="*/ 175409 w 308195"/>
                <a:gd name="connsiteY122" fmla="*/ 4918 h 204917"/>
                <a:gd name="connsiteX123" fmla="*/ 180327 w 308195"/>
                <a:gd name="connsiteY123" fmla="*/ 6557 h 204917"/>
                <a:gd name="connsiteX124" fmla="*/ 183606 w 308195"/>
                <a:gd name="connsiteY124" fmla="*/ 6557 h 204917"/>
                <a:gd name="connsiteX125" fmla="*/ 186884 w 308195"/>
                <a:gd name="connsiteY125" fmla="*/ 8197 h 204917"/>
                <a:gd name="connsiteX126" fmla="*/ 186884 w 308195"/>
                <a:gd name="connsiteY126" fmla="*/ 13114 h 204917"/>
                <a:gd name="connsiteX127" fmla="*/ 186884 w 308195"/>
                <a:gd name="connsiteY127" fmla="*/ 16393 h 204917"/>
                <a:gd name="connsiteX128" fmla="*/ 190163 w 308195"/>
                <a:gd name="connsiteY128" fmla="*/ 18033 h 204917"/>
                <a:gd name="connsiteX129" fmla="*/ 193442 w 308195"/>
                <a:gd name="connsiteY129" fmla="*/ 16393 h 204917"/>
                <a:gd name="connsiteX130" fmla="*/ 196720 w 308195"/>
                <a:gd name="connsiteY130" fmla="*/ 14754 h 204917"/>
                <a:gd name="connsiteX131" fmla="*/ 199999 w 308195"/>
                <a:gd name="connsiteY131" fmla="*/ 14754 h 204917"/>
                <a:gd name="connsiteX132" fmla="*/ 203278 w 308195"/>
                <a:gd name="connsiteY132" fmla="*/ 11475 h 204917"/>
                <a:gd name="connsiteX133" fmla="*/ 204917 w 308195"/>
                <a:gd name="connsiteY133" fmla="*/ 11475 h 204917"/>
                <a:gd name="connsiteX134" fmla="*/ 204917 w 308195"/>
                <a:gd name="connsiteY134" fmla="*/ 11475 h 204917"/>
                <a:gd name="connsiteX135" fmla="*/ 206557 w 308195"/>
                <a:gd name="connsiteY135" fmla="*/ 11475 h 204917"/>
                <a:gd name="connsiteX136" fmla="*/ 208196 w 308195"/>
                <a:gd name="connsiteY136" fmla="*/ 13114 h 204917"/>
                <a:gd name="connsiteX137" fmla="*/ 211474 w 308195"/>
                <a:gd name="connsiteY137" fmla="*/ 13114 h 204917"/>
                <a:gd name="connsiteX138" fmla="*/ 214753 w 308195"/>
                <a:gd name="connsiteY138" fmla="*/ 13114 h 204917"/>
                <a:gd name="connsiteX139" fmla="*/ 216393 w 308195"/>
                <a:gd name="connsiteY139" fmla="*/ 13114 h 204917"/>
                <a:gd name="connsiteX140" fmla="*/ 218032 w 308195"/>
                <a:gd name="connsiteY140" fmla="*/ 13114 h 204917"/>
                <a:gd name="connsiteX141" fmla="*/ 221310 w 308195"/>
                <a:gd name="connsiteY141" fmla="*/ 14754 h 204917"/>
                <a:gd name="connsiteX142" fmla="*/ 222950 w 308195"/>
                <a:gd name="connsiteY142" fmla="*/ 16393 h 204917"/>
                <a:gd name="connsiteX143" fmla="*/ 226228 w 308195"/>
                <a:gd name="connsiteY143" fmla="*/ 19672 h 204917"/>
                <a:gd name="connsiteX144" fmla="*/ 229507 w 308195"/>
                <a:gd name="connsiteY144" fmla="*/ 21311 h 204917"/>
                <a:gd name="connsiteX145" fmla="*/ 234425 w 308195"/>
                <a:gd name="connsiteY145" fmla="*/ 21311 h 204917"/>
                <a:gd name="connsiteX146" fmla="*/ 236064 w 308195"/>
                <a:gd name="connsiteY146" fmla="*/ 22951 h 204917"/>
                <a:gd name="connsiteX147" fmla="*/ 237704 w 308195"/>
                <a:gd name="connsiteY147" fmla="*/ 26229 h 204917"/>
                <a:gd name="connsiteX148" fmla="*/ 236064 w 308195"/>
                <a:gd name="connsiteY148" fmla="*/ 27869 h 204917"/>
                <a:gd name="connsiteX149" fmla="*/ 237704 w 308195"/>
                <a:gd name="connsiteY149" fmla="*/ 29508 h 204917"/>
                <a:gd name="connsiteX150" fmla="*/ 236064 w 308195"/>
                <a:gd name="connsiteY150" fmla="*/ 32787 h 204917"/>
                <a:gd name="connsiteX151" fmla="*/ 236064 w 308195"/>
                <a:gd name="connsiteY151" fmla="*/ 36065 h 204917"/>
                <a:gd name="connsiteX152" fmla="*/ 239343 w 308195"/>
                <a:gd name="connsiteY152" fmla="*/ 39344 h 204917"/>
                <a:gd name="connsiteX153" fmla="*/ 242622 w 308195"/>
                <a:gd name="connsiteY153" fmla="*/ 44262 h 204917"/>
                <a:gd name="connsiteX154" fmla="*/ 240983 w 308195"/>
                <a:gd name="connsiteY154" fmla="*/ 47541 h 204917"/>
                <a:gd name="connsiteX155" fmla="*/ 240983 w 308195"/>
                <a:gd name="connsiteY155" fmla="*/ 47541 h 204917"/>
                <a:gd name="connsiteX156" fmla="*/ 240983 w 308195"/>
                <a:gd name="connsiteY156" fmla="*/ 47541 h 204917"/>
                <a:gd name="connsiteX157" fmla="*/ 240983 w 308195"/>
                <a:gd name="connsiteY157" fmla="*/ 49180 h 204917"/>
                <a:gd name="connsiteX158" fmla="*/ 237704 w 308195"/>
                <a:gd name="connsiteY158" fmla="*/ 49180 h 204917"/>
                <a:gd name="connsiteX159" fmla="*/ 237704 w 308195"/>
                <a:gd name="connsiteY159" fmla="*/ 54098 h 204917"/>
                <a:gd name="connsiteX160" fmla="*/ 239343 w 308195"/>
                <a:gd name="connsiteY160" fmla="*/ 57377 h 204917"/>
                <a:gd name="connsiteX161" fmla="*/ 244261 w 308195"/>
                <a:gd name="connsiteY161" fmla="*/ 59016 h 204917"/>
                <a:gd name="connsiteX162" fmla="*/ 244261 w 308195"/>
                <a:gd name="connsiteY162" fmla="*/ 60655 h 204917"/>
                <a:gd name="connsiteX163" fmla="*/ 244261 w 308195"/>
                <a:gd name="connsiteY163" fmla="*/ 60655 h 204917"/>
                <a:gd name="connsiteX164" fmla="*/ 244261 w 308195"/>
                <a:gd name="connsiteY164" fmla="*/ 60655 h 204917"/>
                <a:gd name="connsiteX165" fmla="*/ 249179 w 308195"/>
                <a:gd name="connsiteY165" fmla="*/ 62295 h 204917"/>
                <a:gd name="connsiteX166" fmla="*/ 249179 w 308195"/>
                <a:gd name="connsiteY166" fmla="*/ 65573 h 204917"/>
                <a:gd name="connsiteX167" fmla="*/ 252458 w 308195"/>
                <a:gd name="connsiteY167" fmla="*/ 70491 h 204917"/>
                <a:gd name="connsiteX168" fmla="*/ 252458 w 308195"/>
                <a:gd name="connsiteY168" fmla="*/ 70491 h 204917"/>
                <a:gd name="connsiteX169" fmla="*/ 254097 w 308195"/>
                <a:gd name="connsiteY169" fmla="*/ 73770 h 204917"/>
                <a:gd name="connsiteX170" fmla="*/ 255737 w 308195"/>
                <a:gd name="connsiteY170" fmla="*/ 77049 h 204917"/>
                <a:gd name="connsiteX171" fmla="*/ 260654 w 308195"/>
                <a:gd name="connsiteY171" fmla="*/ 80327 h 204917"/>
                <a:gd name="connsiteX172" fmla="*/ 263933 w 308195"/>
                <a:gd name="connsiteY172" fmla="*/ 83606 h 204917"/>
                <a:gd name="connsiteX173" fmla="*/ 267212 w 308195"/>
                <a:gd name="connsiteY173" fmla="*/ 83606 h 204917"/>
                <a:gd name="connsiteX174" fmla="*/ 270491 w 308195"/>
                <a:gd name="connsiteY174" fmla="*/ 85245 h 204917"/>
                <a:gd name="connsiteX175" fmla="*/ 272130 w 308195"/>
                <a:gd name="connsiteY175" fmla="*/ 85245 h 204917"/>
                <a:gd name="connsiteX176" fmla="*/ 277048 w 308195"/>
                <a:gd name="connsiteY176" fmla="*/ 88524 h 204917"/>
                <a:gd name="connsiteX177" fmla="*/ 277048 w 308195"/>
                <a:gd name="connsiteY177" fmla="*/ 90164 h 204917"/>
                <a:gd name="connsiteX178" fmla="*/ 275408 w 308195"/>
                <a:gd name="connsiteY178" fmla="*/ 90164 h 204917"/>
                <a:gd name="connsiteX179" fmla="*/ 275408 w 308195"/>
                <a:gd name="connsiteY179" fmla="*/ 93442 h 204917"/>
                <a:gd name="connsiteX180" fmla="*/ 273769 w 308195"/>
                <a:gd name="connsiteY180" fmla="*/ 96721 h 204917"/>
                <a:gd name="connsiteX181" fmla="*/ 273769 w 308195"/>
                <a:gd name="connsiteY181" fmla="*/ 98360 h 204917"/>
                <a:gd name="connsiteX182" fmla="*/ 277048 w 308195"/>
                <a:gd name="connsiteY182" fmla="*/ 98360 h 204917"/>
                <a:gd name="connsiteX183" fmla="*/ 281966 w 308195"/>
                <a:gd name="connsiteY183" fmla="*/ 98360 h 204917"/>
                <a:gd name="connsiteX184" fmla="*/ 285245 w 308195"/>
                <a:gd name="connsiteY184" fmla="*/ 96721 h 204917"/>
                <a:gd name="connsiteX185" fmla="*/ 288523 w 308195"/>
                <a:gd name="connsiteY185" fmla="*/ 98360 h 204917"/>
                <a:gd name="connsiteX186" fmla="*/ 290163 w 308195"/>
                <a:gd name="connsiteY186" fmla="*/ 98360 h 204917"/>
                <a:gd name="connsiteX187" fmla="*/ 293441 w 308195"/>
                <a:gd name="connsiteY187" fmla="*/ 99999 h 204917"/>
                <a:gd name="connsiteX188" fmla="*/ 296720 w 308195"/>
                <a:gd name="connsiteY188" fmla="*/ 101639 h 204917"/>
                <a:gd name="connsiteX189" fmla="*/ 296720 w 308195"/>
                <a:gd name="connsiteY189" fmla="*/ 104917 h 204917"/>
                <a:gd name="connsiteX190" fmla="*/ 299998 w 308195"/>
                <a:gd name="connsiteY190" fmla="*/ 108196 h 204917"/>
                <a:gd name="connsiteX191" fmla="*/ 301638 w 308195"/>
                <a:gd name="connsiteY191" fmla="*/ 109836 h 204917"/>
                <a:gd name="connsiteX192" fmla="*/ 304917 w 308195"/>
                <a:gd name="connsiteY192" fmla="*/ 109836 h 204917"/>
                <a:gd name="connsiteX193" fmla="*/ 308195 w 308195"/>
                <a:gd name="connsiteY193" fmla="*/ 113114 h 204917"/>
                <a:gd name="connsiteX194" fmla="*/ 308195 w 308195"/>
                <a:gd name="connsiteY194" fmla="*/ 116393 h 204917"/>
                <a:gd name="connsiteX195" fmla="*/ 304917 w 308195"/>
                <a:gd name="connsiteY195" fmla="*/ 118032 h 204917"/>
                <a:gd name="connsiteX196" fmla="*/ 301638 w 308195"/>
                <a:gd name="connsiteY196" fmla="*/ 118032 h 204917"/>
                <a:gd name="connsiteX197" fmla="*/ 299998 w 308195"/>
                <a:gd name="connsiteY197" fmla="*/ 122950 h 204917"/>
                <a:gd name="connsiteX198" fmla="*/ 296720 w 308195"/>
                <a:gd name="connsiteY198" fmla="*/ 124589 h 204917"/>
                <a:gd name="connsiteX199" fmla="*/ 296720 w 308195"/>
                <a:gd name="connsiteY199" fmla="*/ 126229 h 204917"/>
                <a:gd name="connsiteX200" fmla="*/ 291802 w 308195"/>
                <a:gd name="connsiteY200" fmla="*/ 126229 h 204917"/>
                <a:gd name="connsiteX201" fmla="*/ 288523 w 308195"/>
                <a:gd name="connsiteY201" fmla="*/ 127868 h 204917"/>
                <a:gd name="connsiteX202" fmla="*/ 285245 w 308195"/>
                <a:gd name="connsiteY202" fmla="*/ 127868 h 204917"/>
                <a:gd name="connsiteX203" fmla="*/ 280327 w 308195"/>
                <a:gd name="connsiteY203" fmla="*/ 126229 h 204917"/>
                <a:gd name="connsiteX204" fmla="*/ 277048 w 308195"/>
                <a:gd name="connsiteY204" fmla="*/ 122950 h 204917"/>
                <a:gd name="connsiteX205" fmla="*/ 273769 w 308195"/>
                <a:gd name="connsiteY205" fmla="*/ 122950 h 204917"/>
                <a:gd name="connsiteX206" fmla="*/ 270491 w 308195"/>
                <a:gd name="connsiteY206" fmla="*/ 122950 h 204917"/>
                <a:gd name="connsiteX207" fmla="*/ 265573 w 308195"/>
                <a:gd name="connsiteY207" fmla="*/ 122950 h 204917"/>
                <a:gd name="connsiteX208" fmla="*/ 265573 w 308195"/>
                <a:gd name="connsiteY208" fmla="*/ 126229 h 204917"/>
                <a:gd name="connsiteX209" fmla="*/ 262294 w 308195"/>
                <a:gd name="connsiteY209" fmla="*/ 129508 h 204917"/>
                <a:gd name="connsiteX210" fmla="*/ 265573 w 308195"/>
                <a:gd name="connsiteY210" fmla="*/ 134426 h 204917"/>
                <a:gd name="connsiteX211" fmla="*/ 270491 w 308195"/>
                <a:gd name="connsiteY211" fmla="*/ 137704 h 204917"/>
                <a:gd name="connsiteX212" fmla="*/ 273769 w 308195"/>
                <a:gd name="connsiteY212" fmla="*/ 139344 h 204917"/>
                <a:gd name="connsiteX213" fmla="*/ 273769 w 308195"/>
                <a:gd name="connsiteY213" fmla="*/ 144261 h 204917"/>
                <a:gd name="connsiteX214" fmla="*/ 273769 w 308195"/>
                <a:gd name="connsiteY214" fmla="*/ 147540 h 204917"/>
                <a:gd name="connsiteX215" fmla="*/ 275408 w 308195"/>
                <a:gd name="connsiteY215" fmla="*/ 150819 h 204917"/>
                <a:gd name="connsiteX216" fmla="*/ 277048 w 308195"/>
                <a:gd name="connsiteY216" fmla="*/ 154098 h 204917"/>
                <a:gd name="connsiteX217" fmla="*/ 277048 w 308195"/>
                <a:gd name="connsiteY217" fmla="*/ 154098 h 204917"/>
                <a:gd name="connsiteX218" fmla="*/ 277048 w 308195"/>
                <a:gd name="connsiteY218" fmla="*/ 159016 h 204917"/>
                <a:gd name="connsiteX219" fmla="*/ 278687 w 308195"/>
                <a:gd name="connsiteY219" fmla="*/ 162294 h 204917"/>
                <a:gd name="connsiteX220" fmla="*/ 281966 w 308195"/>
                <a:gd name="connsiteY220" fmla="*/ 165573 h 204917"/>
                <a:gd name="connsiteX221" fmla="*/ 283605 w 308195"/>
                <a:gd name="connsiteY221" fmla="*/ 168851 h 204917"/>
                <a:gd name="connsiteX222" fmla="*/ 280327 w 308195"/>
                <a:gd name="connsiteY222" fmla="*/ 168851 h 204917"/>
                <a:gd name="connsiteX223" fmla="*/ 277048 w 308195"/>
                <a:gd name="connsiteY223" fmla="*/ 168851 h 204917"/>
                <a:gd name="connsiteX224" fmla="*/ 273769 w 308195"/>
                <a:gd name="connsiteY224" fmla="*/ 168851 h 204917"/>
                <a:gd name="connsiteX225" fmla="*/ 270491 w 308195"/>
                <a:gd name="connsiteY225" fmla="*/ 168851 h 204917"/>
                <a:gd name="connsiteX226" fmla="*/ 267212 w 308195"/>
                <a:gd name="connsiteY226" fmla="*/ 172130 h 204917"/>
                <a:gd name="connsiteX227" fmla="*/ 263933 w 308195"/>
                <a:gd name="connsiteY227" fmla="*/ 170491 h 204917"/>
                <a:gd name="connsiteX228" fmla="*/ 260654 w 308195"/>
                <a:gd name="connsiteY228" fmla="*/ 170491 h 204917"/>
                <a:gd name="connsiteX229" fmla="*/ 257376 w 308195"/>
                <a:gd name="connsiteY229" fmla="*/ 170491 h 204917"/>
                <a:gd name="connsiteX230" fmla="*/ 257376 w 308195"/>
                <a:gd name="connsiteY230" fmla="*/ 170491 h 204917"/>
                <a:gd name="connsiteX231" fmla="*/ 255737 w 308195"/>
                <a:gd name="connsiteY231" fmla="*/ 172130 h 204917"/>
                <a:gd name="connsiteX232" fmla="*/ 255737 w 308195"/>
                <a:gd name="connsiteY232" fmla="*/ 173770 h 204917"/>
                <a:gd name="connsiteX233" fmla="*/ 252458 w 308195"/>
                <a:gd name="connsiteY233" fmla="*/ 175409 h 204917"/>
                <a:gd name="connsiteX234" fmla="*/ 252458 w 308195"/>
                <a:gd name="connsiteY234" fmla="*/ 177048 h 204917"/>
                <a:gd name="connsiteX235" fmla="*/ 249179 w 308195"/>
                <a:gd name="connsiteY235" fmla="*/ 180327 h 204917"/>
                <a:gd name="connsiteX236" fmla="*/ 247540 w 308195"/>
                <a:gd name="connsiteY236" fmla="*/ 183606 h 204917"/>
                <a:gd name="connsiteX237" fmla="*/ 245901 w 308195"/>
                <a:gd name="connsiteY237" fmla="*/ 186884 h 204917"/>
                <a:gd name="connsiteX238" fmla="*/ 245901 w 308195"/>
                <a:gd name="connsiteY238" fmla="*/ 190163 h 204917"/>
                <a:gd name="connsiteX239" fmla="*/ 247540 w 308195"/>
                <a:gd name="connsiteY239" fmla="*/ 195081 h 204917"/>
                <a:gd name="connsiteX240" fmla="*/ 249179 w 308195"/>
                <a:gd name="connsiteY240" fmla="*/ 196720 h 204917"/>
                <a:gd name="connsiteX241" fmla="*/ 249179 w 308195"/>
                <a:gd name="connsiteY241" fmla="*/ 199999 h 204917"/>
                <a:gd name="connsiteX242" fmla="*/ 250818 w 308195"/>
                <a:gd name="connsiteY242" fmla="*/ 201638 h 204917"/>
                <a:gd name="connsiteX243" fmla="*/ 249179 w 308195"/>
                <a:gd name="connsiteY243" fmla="*/ 204917 h 204917"/>
                <a:gd name="connsiteX244" fmla="*/ 247540 w 308195"/>
                <a:gd name="connsiteY244" fmla="*/ 204917 h 204917"/>
                <a:gd name="connsiteX245" fmla="*/ 245901 w 308195"/>
                <a:gd name="connsiteY245" fmla="*/ 204917 h 204917"/>
                <a:gd name="connsiteX246" fmla="*/ 242622 w 308195"/>
                <a:gd name="connsiteY246" fmla="*/ 203278 h 204917"/>
                <a:gd name="connsiteX247" fmla="*/ 240983 w 308195"/>
                <a:gd name="connsiteY247" fmla="*/ 201638 h 204917"/>
                <a:gd name="connsiteX248" fmla="*/ 237704 w 308195"/>
                <a:gd name="connsiteY248" fmla="*/ 196720 h 204917"/>
                <a:gd name="connsiteX249" fmla="*/ 236064 w 308195"/>
                <a:gd name="connsiteY249" fmla="*/ 196720 h 204917"/>
                <a:gd name="connsiteX250" fmla="*/ 236064 w 308195"/>
                <a:gd name="connsiteY250" fmla="*/ 195081 h 204917"/>
                <a:gd name="connsiteX251" fmla="*/ 232786 w 308195"/>
                <a:gd name="connsiteY251" fmla="*/ 195081 h 204917"/>
                <a:gd name="connsiteX252" fmla="*/ 227868 w 308195"/>
                <a:gd name="connsiteY252" fmla="*/ 195081 h 204917"/>
                <a:gd name="connsiteX253" fmla="*/ 226228 w 308195"/>
                <a:gd name="connsiteY253" fmla="*/ 196720 h 204917"/>
                <a:gd name="connsiteX254" fmla="*/ 222950 w 308195"/>
                <a:gd name="connsiteY254" fmla="*/ 196720 h 204917"/>
                <a:gd name="connsiteX255" fmla="*/ 219671 w 308195"/>
                <a:gd name="connsiteY255" fmla="*/ 195081 h 204917"/>
                <a:gd name="connsiteX256" fmla="*/ 216393 w 308195"/>
                <a:gd name="connsiteY256" fmla="*/ 195081 h 204917"/>
                <a:gd name="connsiteX257" fmla="*/ 211474 w 308195"/>
                <a:gd name="connsiteY257" fmla="*/ 198360 h 204917"/>
                <a:gd name="connsiteX258" fmla="*/ 208196 w 308195"/>
                <a:gd name="connsiteY258" fmla="*/ 199999 h 204917"/>
                <a:gd name="connsiteX259" fmla="*/ 208196 w 308195"/>
                <a:gd name="connsiteY259" fmla="*/ 199999 h 204917"/>
                <a:gd name="connsiteX260" fmla="*/ 203278 w 308195"/>
                <a:gd name="connsiteY260" fmla="*/ 196720 h 204917"/>
                <a:gd name="connsiteX261" fmla="*/ 203278 w 308195"/>
                <a:gd name="connsiteY261" fmla="*/ 193442 h 204917"/>
                <a:gd name="connsiteX262" fmla="*/ 201638 w 308195"/>
                <a:gd name="connsiteY262" fmla="*/ 190163 h 204917"/>
                <a:gd name="connsiteX263" fmla="*/ 198360 w 308195"/>
                <a:gd name="connsiteY263" fmla="*/ 188524 h 204917"/>
                <a:gd name="connsiteX264" fmla="*/ 196720 w 308195"/>
                <a:gd name="connsiteY264" fmla="*/ 188524 h 204917"/>
                <a:gd name="connsiteX265" fmla="*/ 195081 w 308195"/>
                <a:gd name="connsiteY265" fmla="*/ 191802 h 204917"/>
                <a:gd name="connsiteX266" fmla="*/ 191803 w 308195"/>
                <a:gd name="connsiteY266" fmla="*/ 191802 h 204917"/>
                <a:gd name="connsiteX267" fmla="*/ 188524 w 308195"/>
                <a:gd name="connsiteY267" fmla="*/ 195081 h 204917"/>
                <a:gd name="connsiteX268" fmla="*/ 186884 w 308195"/>
                <a:gd name="connsiteY268" fmla="*/ 198360 h 204917"/>
                <a:gd name="connsiteX269" fmla="*/ 183606 w 308195"/>
                <a:gd name="connsiteY269" fmla="*/ 195081 h 204917"/>
                <a:gd name="connsiteX270" fmla="*/ 181966 w 308195"/>
                <a:gd name="connsiteY270" fmla="*/ 191802 h 204917"/>
                <a:gd name="connsiteX271" fmla="*/ 178688 w 308195"/>
                <a:gd name="connsiteY271" fmla="*/ 191802 h 204917"/>
                <a:gd name="connsiteX272" fmla="*/ 175409 w 308195"/>
                <a:gd name="connsiteY272" fmla="*/ 193442 h 204917"/>
                <a:gd name="connsiteX273" fmla="*/ 170491 w 308195"/>
                <a:gd name="connsiteY273" fmla="*/ 190163 h 204917"/>
                <a:gd name="connsiteX274" fmla="*/ 167213 w 308195"/>
                <a:gd name="connsiteY274" fmla="*/ 190163 h 204917"/>
                <a:gd name="connsiteX275" fmla="*/ 163934 w 308195"/>
                <a:gd name="connsiteY275" fmla="*/ 191802 h 204917"/>
                <a:gd name="connsiteX276" fmla="*/ 160655 w 308195"/>
                <a:gd name="connsiteY276" fmla="*/ 191802 h 204917"/>
                <a:gd name="connsiteX277" fmla="*/ 155737 w 308195"/>
                <a:gd name="connsiteY277" fmla="*/ 190163 h 204917"/>
                <a:gd name="connsiteX278" fmla="*/ 155737 w 308195"/>
                <a:gd name="connsiteY278" fmla="*/ 193442 h 204917"/>
                <a:gd name="connsiteX279" fmla="*/ 152458 w 308195"/>
                <a:gd name="connsiteY279" fmla="*/ 193442 h 204917"/>
                <a:gd name="connsiteX280" fmla="*/ 149180 w 308195"/>
                <a:gd name="connsiteY280" fmla="*/ 190163 h 204917"/>
                <a:gd name="connsiteX281" fmla="*/ 145901 w 308195"/>
                <a:gd name="connsiteY281" fmla="*/ 190163 h 204917"/>
                <a:gd name="connsiteX282" fmla="*/ 142623 w 308195"/>
                <a:gd name="connsiteY282" fmla="*/ 190163 h 204917"/>
                <a:gd name="connsiteX283" fmla="*/ 139344 w 308195"/>
                <a:gd name="connsiteY283" fmla="*/ 190163 h 204917"/>
                <a:gd name="connsiteX284" fmla="*/ 134426 w 308195"/>
                <a:gd name="connsiteY284" fmla="*/ 186884 h 204917"/>
                <a:gd name="connsiteX285" fmla="*/ 131147 w 308195"/>
                <a:gd name="connsiteY285" fmla="*/ 183606 h 204917"/>
                <a:gd name="connsiteX286" fmla="*/ 127868 w 308195"/>
                <a:gd name="connsiteY286" fmla="*/ 183606 h 204917"/>
                <a:gd name="connsiteX287" fmla="*/ 124590 w 308195"/>
                <a:gd name="connsiteY287" fmla="*/ 183606 h 204917"/>
                <a:gd name="connsiteX288" fmla="*/ 119671 w 308195"/>
                <a:gd name="connsiteY288" fmla="*/ 183606 h 204917"/>
                <a:gd name="connsiteX289" fmla="*/ 118032 w 308195"/>
                <a:gd name="connsiteY289" fmla="*/ 181966 h 204917"/>
                <a:gd name="connsiteX290" fmla="*/ 114754 w 308195"/>
                <a:gd name="connsiteY290" fmla="*/ 181966 h 204917"/>
                <a:gd name="connsiteX291" fmla="*/ 111475 w 308195"/>
                <a:gd name="connsiteY291" fmla="*/ 181966 h 204917"/>
                <a:gd name="connsiteX292" fmla="*/ 106557 w 308195"/>
                <a:gd name="connsiteY292" fmla="*/ 180327 h 204917"/>
                <a:gd name="connsiteX293" fmla="*/ 103278 w 308195"/>
                <a:gd name="connsiteY293" fmla="*/ 180327 h 204917"/>
                <a:gd name="connsiteX294" fmla="*/ 100000 w 308195"/>
                <a:gd name="connsiteY294" fmla="*/ 178688 h 204917"/>
                <a:gd name="connsiteX295" fmla="*/ 96721 w 308195"/>
                <a:gd name="connsiteY295" fmla="*/ 177048 h 204917"/>
                <a:gd name="connsiteX296" fmla="*/ 91803 w 308195"/>
                <a:gd name="connsiteY296" fmla="*/ 177048 h 204917"/>
                <a:gd name="connsiteX297" fmla="*/ 90164 w 308195"/>
                <a:gd name="connsiteY297" fmla="*/ 177048 h 204917"/>
                <a:gd name="connsiteX298" fmla="*/ 86885 w 308195"/>
                <a:gd name="connsiteY298" fmla="*/ 177048 h 204917"/>
                <a:gd name="connsiteX299" fmla="*/ 83606 w 308195"/>
                <a:gd name="connsiteY299" fmla="*/ 177048 h 204917"/>
                <a:gd name="connsiteX300" fmla="*/ 78688 w 308195"/>
                <a:gd name="connsiteY300" fmla="*/ 177048 h 204917"/>
                <a:gd name="connsiteX301" fmla="*/ 78688 w 308195"/>
                <a:gd name="connsiteY301" fmla="*/ 177048 h 204917"/>
                <a:gd name="connsiteX302" fmla="*/ 75410 w 308195"/>
                <a:gd name="connsiteY302" fmla="*/ 177048 h 204917"/>
                <a:gd name="connsiteX303" fmla="*/ 72131 w 308195"/>
                <a:gd name="connsiteY303" fmla="*/ 177048 h 204917"/>
                <a:gd name="connsiteX304" fmla="*/ 68852 w 308195"/>
                <a:gd name="connsiteY304" fmla="*/ 175409 h 204917"/>
                <a:gd name="connsiteX305" fmla="*/ 65573 w 308195"/>
                <a:gd name="connsiteY305" fmla="*/ 175409 h 204917"/>
                <a:gd name="connsiteX306" fmla="*/ 60656 w 308195"/>
                <a:gd name="connsiteY306" fmla="*/ 177048 h 204917"/>
                <a:gd name="connsiteX307" fmla="*/ 57377 w 308195"/>
                <a:gd name="connsiteY307" fmla="*/ 178688 h 204917"/>
                <a:gd name="connsiteX308" fmla="*/ 54098 w 308195"/>
                <a:gd name="connsiteY308" fmla="*/ 178688 h 204917"/>
                <a:gd name="connsiteX309" fmla="*/ 49180 w 308195"/>
                <a:gd name="connsiteY309" fmla="*/ 178688 h 204917"/>
                <a:gd name="connsiteX310" fmla="*/ 45901 w 308195"/>
                <a:gd name="connsiteY310" fmla="*/ 178688 h 204917"/>
                <a:gd name="connsiteX311" fmla="*/ 42623 w 308195"/>
                <a:gd name="connsiteY311" fmla="*/ 178688 h 204917"/>
                <a:gd name="connsiteX312" fmla="*/ 39344 w 308195"/>
                <a:gd name="connsiteY312" fmla="*/ 180327 h 204917"/>
                <a:gd name="connsiteX313" fmla="*/ 37705 w 308195"/>
                <a:gd name="connsiteY313" fmla="*/ 185245 h 204917"/>
                <a:gd name="connsiteX314" fmla="*/ 34426 w 308195"/>
                <a:gd name="connsiteY314" fmla="*/ 186884 h 204917"/>
                <a:gd name="connsiteX315" fmla="*/ 31147 w 308195"/>
                <a:gd name="connsiteY315" fmla="*/ 190163 h 204917"/>
                <a:gd name="connsiteX316" fmla="*/ 27869 w 308195"/>
                <a:gd name="connsiteY316" fmla="*/ 190163 h 204917"/>
                <a:gd name="connsiteX317" fmla="*/ 24590 w 308195"/>
                <a:gd name="connsiteY317" fmla="*/ 188524 h 204917"/>
                <a:gd name="connsiteX318" fmla="*/ 21311 w 308195"/>
                <a:gd name="connsiteY318" fmla="*/ 188524 h 204917"/>
                <a:gd name="connsiteX319" fmla="*/ 16393 w 308195"/>
                <a:gd name="connsiteY319" fmla="*/ 188524 h 204917"/>
                <a:gd name="connsiteX320" fmla="*/ 16393 w 308195"/>
                <a:gd name="connsiteY320" fmla="*/ 190163 h 204917"/>
                <a:gd name="connsiteX321" fmla="*/ 16393 w 308195"/>
                <a:gd name="connsiteY321" fmla="*/ 191802 h 204917"/>
                <a:gd name="connsiteX322" fmla="*/ 18033 w 308195"/>
                <a:gd name="connsiteY322" fmla="*/ 191802 h 204917"/>
                <a:gd name="connsiteX323" fmla="*/ 16393 w 308195"/>
                <a:gd name="connsiteY323" fmla="*/ 193442 h 204917"/>
                <a:gd name="connsiteX324" fmla="*/ 14754 w 308195"/>
                <a:gd name="connsiteY324" fmla="*/ 193442 h 204917"/>
                <a:gd name="connsiteX325" fmla="*/ 14754 w 308195"/>
                <a:gd name="connsiteY325" fmla="*/ 188524 h 204917"/>
                <a:gd name="connsiteX326" fmla="*/ 13114 w 308195"/>
                <a:gd name="connsiteY326" fmla="*/ 188524 h 204917"/>
                <a:gd name="connsiteX327" fmla="*/ 13114 w 308195"/>
                <a:gd name="connsiteY327" fmla="*/ 185245 h 204917"/>
                <a:gd name="connsiteX328" fmla="*/ 14754 w 308195"/>
                <a:gd name="connsiteY328" fmla="*/ 183606 h 204917"/>
                <a:gd name="connsiteX329" fmla="*/ 14754 w 308195"/>
                <a:gd name="connsiteY329" fmla="*/ 180327 h 204917"/>
                <a:gd name="connsiteX330" fmla="*/ 16393 w 308195"/>
                <a:gd name="connsiteY330" fmla="*/ 177048 h 204917"/>
                <a:gd name="connsiteX331" fmla="*/ 16393 w 308195"/>
                <a:gd name="connsiteY331" fmla="*/ 172130 h 204917"/>
                <a:gd name="connsiteX332" fmla="*/ 16393 w 308195"/>
                <a:gd name="connsiteY332" fmla="*/ 172130 h 204917"/>
                <a:gd name="connsiteX333" fmla="*/ 16393 w 308195"/>
                <a:gd name="connsiteY333" fmla="*/ 170491 h 204917"/>
                <a:gd name="connsiteX334" fmla="*/ 16393 w 308195"/>
                <a:gd name="connsiteY334" fmla="*/ 170491 h 204917"/>
                <a:gd name="connsiteX335" fmla="*/ 14754 w 308195"/>
                <a:gd name="connsiteY335" fmla="*/ 170491 h 204917"/>
                <a:gd name="connsiteX336" fmla="*/ 13114 w 308195"/>
                <a:gd name="connsiteY336" fmla="*/ 168851 h 204917"/>
                <a:gd name="connsiteX337" fmla="*/ 9836 w 308195"/>
                <a:gd name="connsiteY337" fmla="*/ 165573 h 204917"/>
                <a:gd name="connsiteX338" fmla="*/ 6557 w 308195"/>
                <a:gd name="connsiteY338" fmla="*/ 165573 h 204917"/>
                <a:gd name="connsiteX339" fmla="*/ 1639 w 308195"/>
                <a:gd name="connsiteY339" fmla="*/ 163934 h 204917"/>
                <a:gd name="connsiteX340" fmla="*/ 0 w 308195"/>
                <a:gd name="connsiteY340" fmla="*/ 162294 h 20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308195" h="204917">
                  <a:moveTo>
                    <a:pt x="0" y="162294"/>
                  </a:moveTo>
                  <a:lnTo>
                    <a:pt x="1639" y="159016"/>
                  </a:lnTo>
                  <a:lnTo>
                    <a:pt x="3279" y="155737"/>
                  </a:lnTo>
                  <a:lnTo>
                    <a:pt x="4918" y="154098"/>
                  </a:lnTo>
                  <a:lnTo>
                    <a:pt x="4918" y="154098"/>
                  </a:lnTo>
                  <a:lnTo>
                    <a:pt x="6557" y="152458"/>
                  </a:lnTo>
                  <a:lnTo>
                    <a:pt x="9836" y="149179"/>
                  </a:lnTo>
                  <a:lnTo>
                    <a:pt x="13114" y="149179"/>
                  </a:lnTo>
                  <a:lnTo>
                    <a:pt x="16393" y="147540"/>
                  </a:lnTo>
                  <a:lnTo>
                    <a:pt x="21311" y="145901"/>
                  </a:lnTo>
                  <a:lnTo>
                    <a:pt x="22951" y="140983"/>
                  </a:lnTo>
                  <a:lnTo>
                    <a:pt x="22951" y="140983"/>
                  </a:lnTo>
                  <a:lnTo>
                    <a:pt x="22951" y="137704"/>
                  </a:lnTo>
                  <a:lnTo>
                    <a:pt x="22951" y="136065"/>
                  </a:lnTo>
                  <a:lnTo>
                    <a:pt x="22951" y="134426"/>
                  </a:lnTo>
                  <a:lnTo>
                    <a:pt x="22951" y="134426"/>
                  </a:lnTo>
                  <a:lnTo>
                    <a:pt x="22951" y="131147"/>
                  </a:lnTo>
                  <a:lnTo>
                    <a:pt x="19672" y="127868"/>
                  </a:lnTo>
                  <a:lnTo>
                    <a:pt x="21311" y="126229"/>
                  </a:lnTo>
                  <a:lnTo>
                    <a:pt x="19672" y="122950"/>
                  </a:lnTo>
                  <a:lnTo>
                    <a:pt x="16393" y="118032"/>
                  </a:lnTo>
                  <a:lnTo>
                    <a:pt x="14754" y="114754"/>
                  </a:lnTo>
                  <a:lnTo>
                    <a:pt x="11476" y="111475"/>
                  </a:lnTo>
                  <a:lnTo>
                    <a:pt x="11476" y="109836"/>
                  </a:lnTo>
                  <a:lnTo>
                    <a:pt x="11476" y="108196"/>
                  </a:lnTo>
                  <a:lnTo>
                    <a:pt x="9836" y="106557"/>
                  </a:lnTo>
                  <a:lnTo>
                    <a:pt x="8197" y="101639"/>
                  </a:lnTo>
                  <a:lnTo>
                    <a:pt x="8197" y="101639"/>
                  </a:lnTo>
                  <a:lnTo>
                    <a:pt x="6557" y="96721"/>
                  </a:lnTo>
                  <a:lnTo>
                    <a:pt x="4918" y="93442"/>
                  </a:lnTo>
                  <a:lnTo>
                    <a:pt x="4918" y="91803"/>
                  </a:lnTo>
                  <a:lnTo>
                    <a:pt x="6557" y="91803"/>
                  </a:lnTo>
                  <a:lnTo>
                    <a:pt x="11476" y="93442"/>
                  </a:lnTo>
                  <a:lnTo>
                    <a:pt x="14754" y="91803"/>
                  </a:lnTo>
                  <a:lnTo>
                    <a:pt x="16393" y="91803"/>
                  </a:lnTo>
                  <a:lnTo>
                    <a:pt x="19672" y="91803"/>
                  </a:lnTo>
                  <a:lnTo>
                    <a:pt x="22951" y="91803"/>
                  </a:lnTo>
                  <a:lnTo>
                    <a:pt x="24590" y="91803"/>
                  </a:lnTo>
                  <a:lnTo>
                    <a:pt x="24590" y="91803"/>
                  </a:lnTo>
                  <a:lnTo>
                    <a:pt x="27869" y="91803"/>
                  </a:lnTo>
                  <a:lnTo>
                    <a:pt x="31147" y="93442"/>
                  </a:lnTo>
                  <a:lnTo>
                    <a:pt x="34426" y="93442"/>
                  </a:lnTo>
                  <a:lnTo>
                    <a:pt x="39344" y="91803"/>
                  </a:lnTo>
                  <a:lnTo>
                    <a:pt x="40983" y="90164"/>
                  </a:lnTo>
                  <a:lnTo>
                    <a:pt x="44262" y="90164"/>
                  </a:lnTo>
                  <a:lnTo>
                    <a:pt x="47541" y="86885"/>
                  </a:lnTo>
                  <a:lnTo>
                    <a:pt x="49180" y="83606"/>
                  </a:lnTo>
                  <a:lnTo>
                    <a:pt x="52459" y="83606"/>
                  </a:lnTo>
                  <a:lnTo>
                    <a:pt x="54098" y="83606"/>
                  </a:lnTo>
                  <a:lnTo>
                    <a:pt x="57377" y="81967"/>
                  </a:lnTo>
                  <a:lnTo>
                    <a:pt x="59016" y="80327"/>
                  </a:lnTo>
                  <a:lnTo>
                    <a:pt x="59016" y="78688"/>
                  </a:lnTo>
                  <a:lnTo>
                    <a:pt x="63934" y="78688"/>
                  </a:lnTo>
                  <a:lnTo>
                    <a:pt x="63934" y="78688"/>
                  </a:lnTo>
                  <a:lnTo>
                    <a:pt x="67213" y="77049"/>
                  </a:lnTo>
                  <a:lnTo>
                    <a:pt x="70491" y="80327"/>
                  </a:lnTo>
                  <a:lnTo>
                    <a:pt x="70491" y="83606"/>
                  </a:lnTo>
                  <a:lnTo>
                    <a:pt x="73770" y="83606"/>
                  </a:lnTo>
                  <a:lnTo>
                    <a:pt x="78688" y="81967"/>
                  </a:lnTo>
                  <a:lnTo>
                    <a:pt x="77049" y="77049"/>
                  </a:lnTo>
                  <a:lnTo>
                    <a:pt x="73770" y="75409"/>
                  </a:lnTo>
                  <a:lnTo>
                    <a:pt x="68852" y="73770"/>
                  </a:lnTo>
                  <a:lnTo>
                    <a:pt x="72131" y="70491"/>
                  </a:lnTo>
                  <a:lnTo>
                    <a:pt x="72131" y="67213"/>
                  </a:lnTo>
                  <a:lnTo>
                    <a:pt x="75410" y="63934"/>
                  </a:lnTo>
                  <a:lnTo>
                    <a:pt x="75410" y="63934"/>
                  </a:lnTo>
                  <a:lnTo>
                    <a:pt x="75410" y="59016"/>
                  </a:lnTo>
                  <a:lnTo>
                    <a:pt x="73770" y="57377"/>
                  </a:lnTo>
                  <a:lnTo>
                    <a:pt x="75410" y="54098"/>
                  </a:lnTo>
                  <a:lnTo>
                    <a:pt x="75410" y="52459"/>
                  </a:lnTo>
                  <a:lnTo>
                    <a:pt x="78688" y="49180"/>
                  </a:lnTo>
                  <a:lnTo>
                    <a:pt x="83606" y="49180"/>
                  </a:lnTo>
                  <a:lnTo>
                    <a:pt x="86885" y="49180"/>
                  </a:lnTo>
                  <a:lnTo>
                    <a:pt x="86885" y="47541"/>
                  </a:lnTo>
                  <a:lnTo>
                    <a:pt x="88524" y="44262"/>
                  </a:lnTo>
                  <a:lnTo>
                    <a:pt x="88524" y="42623"/>
                  </a:lnTo>
                  <a:lnTo>
                    <a:pt x="93442" y="40983"/>
                  </a:lnTo>
                  <a:lnTo>
                    <a:pt x="96721" y="40983"/>
                  </a:lnTo>
                  <a:lnTo>
                    <a:pt x="98360" y="42623"/>
                  </a:lnTo>
                  <a:lnTo>
                    <a:pt x="101639" y="42623"/>
                  </a:lnTo>
                  <a:lnTo>
                    <a:pt x="101639" y="40983"/>
                  </a:lnTo>
                  <a:lnTo>
                    <a:pt x="101639" y="37705"/>
                  </a:lnTo>
                  <a:lnTo>
                    <a:pt x="106557" y="36065"/>
                  </a:lnTo>
                  <a:lnTo>
                    <a:pt x="101639" y="34426"/>
                  </a:lnTo>
                  <a:lnTo>
                    <a:pt x="98360" y="34426"/>
                  </a:lnTo>
                  <a:lnTo>
                    <a:pt x="95081" y="32787"/>
                  </a:lnTo>
                  <a:lnTo>
                    <a:pt x="96721" y="29508"/>
                  </a:lnTo>
                  <a:lnTo>
                    <a:pt x="96721" y="24590"/>
                  </a:lnTo>
                  <a:lnTo>
                    <a:pt x="98360" y="24590"/>
                  </a:lnTo>
                  <a:lnTo>
                    <a:pt x="98360" y="19672"/>
                  </a:lnTo>
                  <a:lnTo>
                    <a:pt x="98360" y="19672"/>
                  </a:lnTo>
                  <a:lnTo>
                    <a:pt x="100000" y="18033"/>
                  </a:lnTo>
                  <a:lnTo>
                    <a:pt x="101639" y="19672"/>
                  </a:lnTo>
                  <a:lnTo>
                    <a:pt x="103278" y="19672"/>
                  </a:lnTo>
                  <a:lnTo>
                    <a:pt x="106557" y="16393"/>
                  </a:lnTo>
                  <a:lnTo>
                    <a:pt x="109836" y="13114"/>
                  </a:lnTo>
                  <a:lnTo>
                    <a:pt x="113114" y="13114"/>
                  </a:lnTo>
                  <a:lnTo>
                    <a:pt x="118032" y="13114"/>
                  </a:lnTo>
                  <a:lnTo>
                    <a:pt x="121311" y="13114"/>
                  </a:lnTo>
                  <a:lnTo>
                    <a:pt x="121311" y="13114"/>
                  </a:lnTo>
                  <a:lnTo>
                    <a:pt x="124590" y="14754"/>
                  </a:lnTo>
                  <a:lnTo>
                    <a:pt x="129508" y="14754"/>
                  </a:lnTo>
                  <a:lnTo>
                    <a:pt x="129508" y="14754"/>
                  </a:lnTo>
                  <a:lnTo>
                    <a:pt x="129508" y="13114"/>
                  </a:lnTo>
                  <a:lnTo>
                    <a:pt x="129508" y="13114"/>
                  </a:lnTo>
                  <a:lnTo>
                    <a:pt x="131147" y="8197"/>
                  </a:lnTo>
                  <a:lnTo>
                    <a:pt x="134426" y="4918"/>
                  </a:lnTo>
                  <a:lnTo>
                    <a:pt x="137704" y="1639"/>
                  </a:lnTo>
                  <a:lnTo>
                    <a:pt x="142623" y="0"/>
                  </a:lnTo>
                  <a:lnTo>
                    <a:pt x="145901" y="0"/>
                  </a:lnTo>
                  <a:lnTo>
                    <a:pt x="147540" y="0"/>
                  </a:lnTo>
                  <a:lnTo>
                    <a:pt x="150819" y="3279"/>
                  </a:lnTo>
                  <a:lnTo>
                    <a:pt x="152458" y="3279"/>
                  </a:lnTo>
                  <a:lnTo>
                    <a:pt x="154098" y="1639"/>
                  </a:lnTo>
                  <a:lnTo>
                    <a:pt x="157376" y="1639"/>
                  </a:lnTo>
                  <a:lnTo>
                    <a:pt x="160655" y="3279"/>
                  </a:lnTo>
                  <a:lnTo>
                    <a:pt x="160655" y="3279"/>
                  </a:lnTo>
                  <a:lnTo>
                    <a:pt x="163934" y="6557"/>
                  </a:lnTo>
                  <a:lnTo>
                    <a:pt x="163934" y="8197"/>
                  </a:lnTo>
                  <a:lnTo>
                    <a:pt x="165573" y="8197"/>
                  </a:lnTo>
                  <a:lnTo>
                    <a:pt x="168851" y="6557"/>
                  </a:lnTo>
                  <a:lnTo>
                    <a:pt x="172130" y="4918"/>
                  </a:lnTo>
                  <a:lnTo>
                    <a:pt x="175409" y="4918"/>
                  </a:lnTo>
                  <a:lnTo>
                    <a:pt x="180327" y="6557"/>
                  </a:lnTo>
                  <a:lnTo>
                    <a:pt x="183606" y="6557"/>
                  </a:lnTo>
                  <a:lnTo>
                    <a:pt x="186884" y="8197"/>
                  </a:lnTo>
                  <a:lnTo>
                    <a:pt x="186884" y="13114"/>
                  </a:lnTo>
                  <a:lnTo>
                    <a:pt x="186884" y="16393"/>
                  </a:lnTo>
                  <a:lnTo>
                    <a:pt x="190163" y="18033"/>
                  </a:lnTo>
                  <a:lnTo>
                    <a:pt x="193442" y="16393"/>
                  </a:lnTo>
                  <a:lnTo>
                    <a:pt x="196720" y="14754"/>
                  </a:lnTo>
                  <a:lnTo>
                    <a:pt x="199999" y="14754"/>
                  </a:lnTo>
                  <a:lnTo>
                    <a:pt x="203278" y="11475"/>
                  </a:lnTo>
                  <a:lnTo>
                    <a:pt x="204917" y="11475"/>
                  </a:lnTo>
                  <a:lnTo>
                    <a:pt x="204917" y="11475"/>
                  </a:lnTo>
                  <a:lnTo>
                    <a:pt x="206557" y="11475"/>
                  </a:lnTo>
                  <a:lnTo>
                    <a:pt x="208196" y="13114"/>
                  </a:lnTo>
                  <a:lnTo>
                    <a:pt x="211474" y="13114"/>
                  </a:lnTo>
                  <a:lnTo>
                    <a:pt x="214753" y="13114"/>
                  </a:lnTo>
                  <a:lnTo>
                    <a:pt x="216393" y="13114"/>
                  </a:lnTo>
                  <a:lnTo>
                    <a:pt x="218032" y="13114"/>
                  </a:lnTo>
                  <a:lnTo>
                    <a:pt x="221310" y="14754"/>
                  </a:lnTo>
                  <a:lnTo>
                    <a:pt x="222950" y="16393"/>
                  </a:lnTo>
                  <a:lnTo>
                    <a:pt x="226228" y="19672"/>
                  </a:lnTo>
                  <a:lnTo>
                    <a:pt x="229507" y="21311"/>
                  </a:lnTo>
                  <a:lnTo>
                    <a:pt x="234425" y="21311"/>
                  </a:lnTo>
                  <a:lnTo>
                    <a:pt x="236064" y="22951"/>
                  </a:lnTo>
                  <a:lnTo>
                    <a:pt x="237704" y="26229"/>
                  </a:lnTo>
                  <a:lnTo>
                    <a:pt x="236064" y="27869"/>
                  </a:lnTo>
                  <a:lnTo>
                    <a:pt x="237704" y="29508"/>
                  </a:lnTo>
                  <a:lnTo>
                    <a:pt x="236064" y="32787"/>
                  </a:lnTo>
                  <a:lnTo>
                    <a:pt x="236064" y="36065"/>
                  </a:lnTo>
                  <a:lnTo>
                    <a:pt x="239343" y="39344"/>
                  </a:lnTo>
                  <a:lnTo>
                    <a:pt x="242622" y="44262"/>
                  </a:lnTo>
                  <a:lnTo>
                    <a:pt x="240983" y="47541"/>
                  </a:lnTo>
                  <a:lnTo>
                    <a:pt x="240983" y="47541"/>
                  </a:lnTo>
                  <a:lnTo>
                    <a:pt x="240983" y="47541"/>
                  </a:lnTo>
                  <a:lnTo>
                    <a:pt x="240983" y="49180"/>
                  </a:lnTo>
                  <a:lnTo>
                    <a:pt x="237704" y="49180"/>
                  </a:lnTo>
                  <a:lnTo>
                    <a:pt x="237704" y="54098"/>
                  </a:lnTo>
                  <a:lnTo>
                    <a:pt x="239343" y="57377"/>
                  </a:lnTo>
                  <a:lnTo>
                    <a:pt x="244261" y="59016"/>
                  </a:lnTo>
                  <a:lnTo>
                    <a:pt x="244261" y="60655"/>
                  </a:lnTo>
                  <a:lnTo>
                    <a:pt x="244261" y="60655"/>
                  </a:lnTo>
                  <a:lnTo>
                    <a:pt x="244261" y="60655"/>
                  </a:lnTo>
                  <a:lnTo>
                    <a:pt x="249179" y="62295"/>
                  </a:lnTo>
                  <a:lnTo>
                    <a:pt x="249179" y="65573"/>
                  </a:lnTo>
                  <a:lnTo>
                    <a:pt x="252458" y="70491"/>
                  </a:lnTo>
                  <a:lnTo>
                    <a:pt x="252458" y="70491"/>
                  </a:lnTo>
                  <a:lnTo>
                    <a:pt x="254097" y="73770"/>
                  </a:lnTo>
                  <a:lnTo>
                    <a:pt x="255737" y="77049"/>
                  </a:lnTo>
                  <a:lnTo>
                    <a:pt x="260654" y="80327"/>
                  </a:lnTo>
                  <a:lnTo>
                    <a:pt x="263933" y="83606"/>
                  </a:lnTo>
                  <a:lnTo>
                    <a:pt x="267212" y="83606"/>
                  </a:lnTo>
                  <a:lnTo>
                    <a:pt x="270491" y="85245"/>
                  </a:lnTo>
                  <a:lnTo>
                    <a:pt x="272130" y="85245"/>
                  </a:lnTo>
                  <a:lnTo>
                    <a:pt x="277048" y="88524"/>
                  </a:lnTo>
                  <a:lnTo>
                    <a:pt x="277048" y="90164"/>
                  </a:lnTo>
                  <a:lnTo>
                    <a:pt x="275408" y="90164"/>
                  </a:lnTo>
                  <a:lnTo>
                    <a:pt x="275408" y="93442"/>
                  </a:lnTo>
                  <a:lnTo>
                    <a:pt x="273769" y="96721"/>
                  </a:lnTo>
                  <a:lnTo>
                    <a:pt x="273769" y="98360"/>
                  </a:lnTo>
                  <a:lnTo>
                    <a:pt x="277048" y="98360"/>
                  </a:lnTo>
                  <a:lnTo>
                    <a:pt x="281966" y="98360"/>
                  </a:lnTo>
                  <a:lnTo>
                    <a:pt x="285245" y="96721"/>
                  </a:lnTo>
                  <a:lnTo>
                    <a:pt x="288523" y="98360"/>
                  </a:lnTo>
                  <a:lnTo>
                    <a:pt x="290163" y="98360"/>
                  </a:lnTo>
                  <a:lnTo>
                    <a:pt x="293441" y="99999"/>
                  </a:lnTo>
                  <a:lnTo>
                    <a:pt x="296720" y="101639"/>
                  </a:lnTo>
                  <a:lnTo>
                    <a:pt x="296720" y="104917"/>
                  </a:lnTo>
                  <a:lnTo>
                    <a:pt x="299998" y="108196"/>
                  </a:lnTo>
                  <a:lnTo>
                    <a:pt x="301638" y="109836"/>
                  </a:lnTo>
                  <a:lnTo>
                    <a:pt x="304917" y="109836"/>
                  </a:lnTo>
                  <a:lnTo>
                    <a:pt x="308195" y="113114"/>
                  </a:lnTo>
                  <a:lnTo>
                    <a:pt x="308195" y="116393"/>
                  </a:lnTo>
                  <a:lnTo>
                    <a:pt x="304917" y="118032"/>
                  </a:lnTo>
                  <a:lnTo>
                    <a:pt x="301638" y="118032"/>
                  </a:lnTo>
                  <a:lnTo>
                    <a:pt x="299998" y="122950"/>
                  </a:lnTo>
                  <a:lnTo>
                    <a:pt x="296720" y="124589"/>
                  </a:lnTo>
                  <a:lnTo>
                    <a:pt x="296720" y="126229"/>
                  </a:lnTo>
                  <a:lnTo>
                    <a:pt x="291802" y="126229"/>
                  </a:lnTo>
                  <a:lnTo>
                    <a:pt x="288523" y="127868"/>
                  </a:lnTo>
                  <a:lnTo>
                    <a:pt x="285245" y="127868"/>
                  </a:lnTo>
                  <a:lnTo>
                    <a:pt x="280327" y="126229"/>
                  </a:lnTo>
                  <a:lnTo>
                    <a:pt x="277048" y="122950"/>
                  </a:lnTo>
                  <a:lnTo>
                    <a:pt x="273769" y="122950"/>
                  </a:lnTo>
                  <a:lnTo>
                    <a:pt x="270491" y="122950"/>
                  </a:lnTo>
                  <a:lnTo>
                    <a:pt x="265573" y="122950"/>
                  </a:lnTo>
                  <a:lnTo>
                    <a:pt x="265573" y="126229"/>
                  </a:lnTo>
                  <a:lnTo>
                    <a:pt x="262294" y="129508"/>
                  </a:lnTo>
                  <a:lnTo>
                    <a:pt x="265573" y="134426"/>
                  </a:lnTo>
                  <a:lnTo>
                    <a:pt x="270491" y="137704"/>
                  </a:lnTo>
                  <a:lnTo>
                    <a:pt x="273769" y="139344"/>
                  </a:lnTo>
                  <a:lnTo>
                    <a:pt x="273769" y="144261"/>
                  </a:lnTo>
                  <a:lnTo>
                    <a:pt x="273769" y="147540"/>
                  </a:lnTo>
                  <a:lnTo>
                    <a:pt x="275408" y="150819"/>
                  </a:lnTo>
                  <a:lnTo>
                    <a:pt x="277048" y="154098"/>
                  </a:lnTo>
                  <a:lnTo>
                    <a:pt x="277048" y="154098"/>
                  </a:lnTo>
                  <a:lnTo>
                    <a:pt x="277048" y="159016"/>
                  </a:lnTo>
                  <a:lnTo>
                    <a:pt x="278687" y="162294"/>
                  </a:lnTo>
                  <a:lnTo>
                    <a:pt x="281966" y="165573"/>
                  </a:lnTo>
                  <a:lnTo>
                    <a:pt x="283605" y="168851"/>
                  </a:lnTo>
                  <a:lnTo>
                    <a:pt x="280327" y="168851"/>
                  </a:lnTo>
                  <a:lnTo>
                    <a:pt x="277048" y="168851"/>
                  </a:lnTo>
                  <a:lnTo>
                    <a:pt x="273769" y="168851"/>
                  </a:lnTo>
                  <a:lnTo>
                    <a:pt x="270491" y="168851"/>
                  </a:lnTo>
                  <a:lnTo>
                    <a:pt x="267212" y="172130"/>
                  </a:lnTo>
                  <a:lnTo>
                    <a:pt x="263933" y="170491"/>
                  </a:lnTo>
                  <a:lnTo>
                    <a:pt x="260654" y="170491"/>
                  </a:lnTo>
                  <a:lnTo>
                    <a:pt x="257376" y="170491"/>
                  </a:lnTo>
                  <a:lnTo>
                    <a:pt x="257376" y="170491"/>
                  </a:lnTo>
                  <a:lnTo>
                    <a:pt x="255737" y="172130"/>
                  </a:lnTo>
                  <a:lnTo>
                    <a:pt x="255737" y="173770"/>
                  </a:lnTo>
                  <a:lnTo>
                    <a:pt x="252458" y="175409"/>
                  </a:lnTo>
                  <a:lnTo>
                    <a:pt x="252458" y="177048"/>
                  </a:lnTo>
                  <a:lnTo>
                    <a:pt x="249179" y="180327"/>
                  </a:lnTo>
                  <a:lnTo>
                    <a:pt x="247540" y="183606"/>
                  </a:lnTo>
                  <a:lnTo>
                    <a:pt x="245901" y="186884"/>
                  </a:lnTo>
                  <a:lnTo>
                    <a:pt x="245901" y="190163"/>
                  </a:lnTo>
                  <a:lnTo>
                    <a:pt x="247540" y="195081"/>
                  </a:lnTo>
                  <a:lnTo>
                    <a:pt x="249179" y="196720"/>
                  </a:lnTo>
                  <a:lnTo>
                    <a:pt x="249179" y="199999"/>
                  </a:lnTo>
                  <a:lnTo>
                    <a:pt x="250818" y="201638"/>
                  </a:lnTo>
                  <a:lnTo>
                    <a:pt x="249179" y="204917"/>
                  </a:lnTo>
                  <a:lnTo>
                    <a:pt x="247540" y="204917"/>
                  </a:lnTo>
                  <a:lnTo>
                    <a:pt x="245901" y="204917"/>
                  </a:lnTo>
                  <a:lnTo>
                    <a:pt x="242622" y="203278"/>
                  </a:lnTo>
                  <a:lnTo>
                    <a:pt x="240983" y="201638"/>
                  </a:lnTo>
                  <a:lnTo>
                    <a:pt x="237704" y="196720"/>
                  </a:lnTo>
                  <a:lnTo>
                    <a:pt x="236064" y="196720"/>
                  </a:lnTo>
                  <a:lnTo>
                    <a:pt x="236064" y="195081"/>
                  </a:lnTo>
                  <a:lnTo>
                    <a:pt x="232786" y="195081"/>
                  </a:lnTo>
                  <a:lnTo>
                    <a:pt x="227868" y="195081"/>
                  </a:lnTo>
                  <a:lnTo>
                    <a:pt x="226228" y="196720"/>
                  </a:lnTo>
                  <a:lnTo>
                    <a:pt x="222950" y="196720"/>
                  </a:lnTo>
                  <a:lnTo>
                    <a:pt x="219671" y="195081"/>
                  </a:lnTo>
                  <a:lnTo>
                    <a:pt x="216393" y="195081"/>
                  </a:lnTo>
                  <a:lnTo>
                    <a:pt x="211474" y="198360"/>
                  </a:lnTo>
                  <a:lnTo>
                    <a:pt x="208196" y="199999"/>
                  </a:lnTo>
                  <a:lnTo>
                    <a:pt x="208196" y="199999"/>
                  </a:lnTo>
                  <a:lnTo>
                    <a:pt x="203278" y="196720"/>
                  </a:lnTo>
                  <a:lnTo>
                    <a:pt x="203278" y="193442"/>
                  </a:lnTo>
                  <a:lnTo>
                    <a:pt x="201638" y="190163"/>
                  </a:lnTo>
                  <a:lnTo>
                    <a:pt x="198360" y="188524"/>
                  </a:lnTo>
                  <a:lnTo>
                    <a:pt x="196720" y="188524"/>
                  </a:lnTo>
                  <a:lnTo>
                    <a:pt x="195081" y="191802"/>
                  </a:lnTo>
                  <a:lnTo>
                    <a:pt x="191803" y="191802"/>
                  </a:lnTo>
                  <a:lnTo>
                    <a:pt x="188524" y="195081"/>
                  </a:lnTo>
                  <a:lnTo>
                    <a:pt x="186884" y="198360"/>
                  </a:lnTo>
                  <a:lnTo>
                    <a:pt x="183606" y="195081"/>
                  </a:lnTo>
                  <a:lnTo>
                    <a:pt x="181966" y="191802"/>
                  </a:lnTo>
                  <a:lnTo>
                    <a:pt x="178688" y="191802"/>
                  </a:lnTo>
                  <a:lnTo>
                    <a:pt x="175409" y="193442"/>
                  </a:lnTo>
                  <a:lnTo>
                    <a:pt x="170491" y="190163"/>
                  </a:lnTo>
                  <a:lnTo>
                    <a:pt x="167213" y="190163"/>
                  </a:lnTo>
                  <a:lnTo>
                    <a:pt x="163934" y="191802"/>
                  </a:lnTo>
                  <a:lnTo>
                    <a:pt x="160655" y="191802"/>
                  </a:lnTo>
                  <a:lnTo>
                    <a:pt x="155737" y="190163"/>
                  </a:lnTo>
                  <a:lnTo>
                    <a:pt x="155737" y="193442"/>
                  </a:lnTo>
                  <a:lnTo>
                    <a:pt x="152458" y="193442"/>
                  </a:lnTo>
                  <a:lnTo>
                    <a:pt x="149180" y="190163"/>
                  </a:lnTo>
                  <a:lnTo>
                    <a:pt x="145901" y="190163"/>
                  </a:lnTo>
                  <a:lnTo>
                    <a:pt x="142623" y="190163"/>
                  </a:lnTo>
                  <a:lnTo>
                    <a:pt x="139344" y="190163"/>
                  </a:lnTo>
                  <a:lnTo>
                    <a:pt x="134426" y="186884"/>
                  </a:lnTo>
                  <a:lnTo>
                    <a:pt x="131147" y="183606"/>
                  </a:lnTo>
                  <a:lnTo>
                    <a:pt x="127868" y="183606"/>
                  </a:lnTo>
                  <a:lnTo>
                    <a:pt x="124590" y="183606"/>
                  </a:lnTo>
                  <a:lnTo>
                    <a:pt x="119671" y="183606"/>
                  </a:lnTo>
                  <a:lnTo>
                    <a:pt x="118032" y="181966"/>
                  </a:lnTo>
                  <a:lnTo>
                    <a:pt x="114754" y="181966"/>
                  </a:lnTo>
                  <a:lnTo>
                    <a:pt x="111475" y="181966"/>
                  </a:lnTo>
                  <a:lnTo>
                    <a:pt x="106557" y="180327"/>
                  </a:lnTo>
                  <a:lnTo>
                    <a:pt x="103278" y="180327"/>
                  </a:lnTo>
                  <a:lnTo>
                    <a:pt x="100000" y="178688"/>
                  </a:lnTo>
                  <a:lnTo>
                    <a:pt x="96721" y="177048"/>
                  </a:lnTo>
                  <a:lnTo>
                    <a:pt x="91803" y="177048"/>
                  </a:lnTo>
                  <a:lnTo>
                    <a:pt x="90164" y="177048"/>
                  </a:lnTo>
                  <a:lnTo>
                    <a:pt x="86885" y="177048"/>
                  </a:lnTo>
                  <a:lnTo>
                    <a:pt x="83606" y="177048"/>
                  </a:lnTo>
                  <a:lnTo>
                    <a:pt x="78688" y="177048"/>
                  </a:lnTo>
                  <a:lnTo>
                    <a:pt x="78688" y="177048"/>
                  </a:lnTo>
                  <a:lnTo>
                    <a:pt x="75410" y="177048"/>
                  </a:lnTo>
                  <a:lnTo>
                    <a:pt x="72131" y="177048"/>
                  </a:lnTo>
                  <a:lnTo>
                    <a:pt x="68852" y="175409"/>
                  </a:lnTo>
                  <a:lnTo>
                    <a:pt x="65573" y="175409"/>
                  </a:lnTo>
                  <a:lnTo>
                    <a:pt x="60656" y="177048"/>
                  </a:lnTo>
                  <a:lnTo>
                    <a:pt x="57377" y="178688"/>
                  </a:lnTo>
                  <a:lnTo>
                    <a:pt x="54098" y="178688"/>
                  </a:lnTo>
                  <a:lnTo>
                    <a:pt x="49180" y="178688"/>
                  </a:lnTo>
                  <a:lnTo>
                    <a:pt x="45901" y="178688"/>
                  </a:lnTo>
                  <a:lnTo>
                    <a:pt x="42623" y="178688"/>
                  </a:lnTo>
                  <a:lnTo>
                    <a:pt x="39344" y="180327"/>
                  </a:lnTo>
                  <a:lnTo>
                    <a:pt x="37705" y="185245"/>
                  </a:lnTo>
                  <a:lnTo>
                    <a:pt x="34426" y="186884"/>
                  </a:lnTo>
                  <a:lnTo>
                    <a:pt x="31147" y="190163"/>
                  </a:lnTo>
                  <a:lnTo>
                    <a:pt x="27869" y="190163"/>
                  </a:lnTo>
                  <a:lnTo>
                    <a:pt x="24590" y="188524"/>
                  </a:lnTo>
                  <a:lnTo>
                    <a:pt x="21311" y="188524"/>
                  </a:lnTo>
                  <a:lnTo>
                    <a:pt x="16393" y="188524"/>
                  </a:lnTo>
                  <a:lnTo>
                    <a:pt x="16393" y="190163"/>
                  </a:lnTo>
                  <a:lnTo>
                    <a:pt x="16393" y="191802"/>
                  </a:lnTo>
                  <a:lnTo>
                    <a:pt x="18033" y="191802"/>
                  </a:lnTo>
                  <a:lnTo>
                    <a:pt x="16393" y="193442"/>
                  </a:lnTo>
                  <a:lnTo>
                    <a:pt x="14754" y="193442"/>
                  </a:lnTo>
                  <a:lnTo>
                    <a:pt x="14754" y="188524"/>
                  </a:lnTo>
                  <a:lnTo>
                    <a:pt x="13114" y="188524"/>
                  </a:lnTo>
                  <a:lnTo>
                    <a:pt x="13114" y="185245"/>
                  </a:lnTo>
                  <a:lnTo>
                    <a:pt x="14754" y="183606"/>
                  </a:lnTo>
                  <a:lnTo>
                    <a:pt x="14754" y="180327"/>
                  </a:lnTo>
                  <a:lnTo>
                    <a:pt x="16393" y="177048"/>
                  </a:lnTo>
                  <a:lnTo>
                    <a:pt x="16393" y="172130"/>
                  </a:lnTo>
                  <a:lnTo>
                    <a:pt x="16393" y="172130"/>
                  </a:lnTo>
                  <a:lnTo>
                    <a:pt x="16393" y="170491"/>
                  </a:lnTo>
                  <a:lnTo>
                    <a:pt x="16393" y="170491"/>
                  </a:lnTo>
                  <a:lnTo>
                    <a:pt x="14754" y="170491"/>
                  </a:lnTo>
                  <a:lnTo>
                    <a:pt x="13114" y="168851"/>
                  </a:lnTo>
                  <a:lnTo>
                    <a:pt x="9836" y="165573"/>
                  </a:lnTo>
                  <a:lnTo>
                    <a:pt x="6557" y="165573"/>
                  </a:lnTo>
                  <a:lnTo>
                    <a:pt x="1639" y="163934"/>
                  </a:lnTo>
                  <a:lnTo>
                    <a:pt x="0" y="16229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4" name="Freeform 2303">
              <a:extLst>
                <a:ext uri="{FF2B5EF4-FFF2-40B4-BE49-F238E27FC236}">
                  <a16:creationId xmlns:a16="http://schemas.microsoft.com/office/drawing/2014/main" id="{E183BA7A-D0D1-2B40-B93C-A78383DB1B28}"/>
                </a:ext>
              </a:extLst>
            </p:cNvPr>
            <p:cNvSpPr/>
            <p:nvPr/>
          </p:nvSpPr>
          <p:spPr>
            <a:xfrm>
              <a:off x="7414026" y="3560801"/>
              <a:ext cx="42622" cy="18032"/>
            </a:xfrm>
            <a:custGeom>
              <a:avLst/>
              <a:gdLst>
                <a:gd name="connsiteX0" fmla="*/ 14754 w 42622"/>
                <a:gd name="connsiteY0" fmla="*/ 18033 h 18032"/>
                <a:gd name="connsiteX1" fmla="*/ 16393 w 42622"/>
                <a:gd name="connsiteY1" fmla="*/ 18033 h 18032"/>
                <a:gd name="connsiteX2" fmla="*/ 21312 w 42622"/>
                <a:gd name="connsiteY2" fmla="*/ 16393 h 18032"/>
                <a:gd name="connsiteX3" fmla="*/ 24590 w 42622"/>
                <a:gd name="connsiteY3" fmla="*/ 18033 h 18032"/>
                <a:gd name="connsiteX4" fmla="*/ 27869 w 42622"/>
                <a:gd name="connsiteY4" fmla="*/ 16393 h 18032"/>
                <a:gd name="connsiteX5" fmla="*/ 31147 w 42622"/>
                <a:gd name="connsiteY5" fmla="*/ 14754 h 18032"/>
                <a:gd name="connsiteX6" fmla="*/ 36066 w 42622"/>
                <a:gd name="connsiteY6" fmla="*/ 11475 h 18032"/>
                <a:gd name="connsiteX7" fmla="*/ 39344 w 42622"/>
                <a:gd name="connsiteY7" fmla="*/ 11475 h 18032"/>
                <a:gd name="connsiteX8" fmla="*/ 42623 w 42622"/>
                <a:gd name="connsiteY8" fmla="*/ 8197 h 18032"/>
                <a:gd name="connsiteX9" fmla="*/ 39344 w 42622"/>
                <a:gd name="connsiteY9" fmla="*/ 4918 h 18032"/>
                <a:gd name="connsiteX10" fmla="*/ 34426 w 42622"/>
                <a:gd name="connsiteY10" fmla="*/ 4918 h 18032"/>
                <a:gd name="connsiteX11" fmla="*/ 31147 w 42622"/>
                <a:gd name="connsiteY11" fmla="*/ 1639 h 18032"/>
                <a:gd name="connsiteX12" fmla="*/ 27869 w 42622"/>
                <a:gd name="connsiteY12" fmla="*/ 1639 h 18032"/>
                <a:gd name="connsiteX13" fmla="*/ 24590 w 42622"/>
                <a:gd name="connsiteY13" fmla="*/ 3279 h 18032"/>
                <a:gd name="connsiteX14" fmla="*/ 19672 w 42622"/>
                <a:gd name="connsiteY14" fmla="*/ 3279 h 18032"/>
                <a:gd name="connsiteX15" fmla="*/ 16393 w 42622"/>
                <a:gd name="connsiteY15" fmla="*/ 4918 h 18032"/>
                <a:gd name="connsiteX16" fmla="*/ 13115 w 42622"/>
                <a:gd name="connsiteY16" fmla="*/ 3279 h 18032"/>
                <a:gd name="connsiteX17" fmla="*/ 8197 w 42622"/>
                <a:gd name="connsiteY17" fmla="*/ 1639 h 18032"/>
                <a:gd name="connsiteX18" fmla="*/ 4918 w 42622"/>
                <a:gd name="connsiteY18" fmla="*/ 0 h 18032"/>
                <a:gd name="connsiteX19" fmla="*/ 1639 w 42622"/>
                <a:gd name="connsiteY19" fmla="*/ 3279 h 18032"/>
                <a:gd name="connsiteX20" fmla="*/ 1639 w 42622"/>
                <a:gd name="connsiteY20" fmla="*/ 6557 h 18032"/>
                <a:gd name="connsiteX21" fmla="*/ 0 w 42622"/>
                <a:gd name="connsiteY21" fmla="*/ 9836 h 18032"/>
                <a:gd name="connsiteX22" fmla="*/ 3279 w 42622"/>
                <a:gd name="connsiteY22" fmla="*/ 13115 h 18032"/>
                <a:gd name="connsiteX23" fmla="*/ 8197 w 42622"/>
                <a:gd name="connsiteY23" fmla="*/ 16393 h 18032"/>
                <a:gd name="connsiteX24" fmla="*/ 11476 w 42622"/>
                <a:gd name="connsiteY24" fmla="*/ 18033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2622" h="18032">
                  <a:moveTo>
                    <a:pt x="14754" y="18033"/>
                  </a:moveTo>
                  <a:lnTo>
                    <a:pt x="16393" y="18033"/>
                  </a:lnTo>
                  <a:lnTo>
                    <a:pt x="21312" y="16393"/>
                  </a:lnTo>
                  <a:lnTo>
                    <a:pt x="24590" y="18033"/>
                  </a:lnTo>
                  <a:lnTo>
                    <a:pt x="27869" y="16393"/>
                  </a:lnTo>
                  <a:lnTo>
                    <a:pt x="31147" y="14754"/>
                  </a:lnTo>
                  <a:lnTo>
                    <a:pt x="36066" y="11475"/>
                  </a:lnTo>
                  <a:lnTo>
                    <a:pt x="39344" y="11475"/>
                  </a:lnTo>
                  <a:lnTo>
                    <a:pt x="42623" y="8197"/>
                  </a:lnTo>
                  <a:lnTo>
                    <a:pt x="39344" y="4918"/>
                  </a:lnTo>
                  <a:lnTo>
                    <a:pt x="34426" y="4918"/>
                  </a:lnTo>
                  <a:lnTo>
                    <a:pt x="31147" y="1639"/>
                  </a:lnTo>
                  <a:lnTo>
                    <a:pt x="27869" y="1639"/>
                  </a:lnTo>
                  <a:lnTo>
                    <a:pt x="24590" y="3279"/>
                  </a:lnTo>
                  <a:lnTo>
                    <a:pt x="19672" y="3279"/>
                  </a:lnTo>
                  <a:lnTo>
                    <a:pt x="16393" y="4918"/>
                  </a:lnTo>
                  <a:lnTo>
                    <a:pt x="13115" y="3279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1639" y="3279"/>
                  </a:lnTo>
                  <a:lnTo>
                    <a:pt x="1639" y="6557"/>
                  </a:lnTo>
                  <a:lnTo>
                    <a:pt x="0" y="9836"/>
                  </a:lnTo>
                  <a:lnTo>
                    <a:pt x="3279" y="13115"/>
                  </a:lnTo>
                  <a:lnTo>
                    <a:pt x="8197" y="16393"/>
                  </a:lnTo>
                  <a:lnTo>
                    <a:pt x="11476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5" name="Freeform 2304">
              <a:extLst>
                <a:ext uri="{FF2B5EF4-FFF2-40B4-BE49-F238E27FC236}">
                  <a16:creationId xmlns:a16="http://schemas.microsoft.com/office/drawing/2014/main" id="{6E65481C-9542-324D-B77F-BA73C16A85E7}"/>
                </a:ext>
              </a:extLst>
            </p:cNvPr>
            <p:cNvSpPr/>
            <p:nvPr/>
          </p:nvSpPr>
          <p:spPr>
            <a:xfrm>
              <a:off x="7636976" y="2487035"/>
              <a:ext cx="577046" cy="586882"/>
            </a:xfrm>
            <a:custGeom>
              <a:avLst/>
              <a:gdLst>
                <a:gd name="connsiteX0" fmla="*/ 0 w 577046"/>
                <a:gd name="connsiteY0" fmla="*/ 318031 h 586882"/>
                <a:gd name="connsiteX1" fmla="*/ 4918 w 577046"/>
                <a:gd name="connsiteY1" fmla="*/ 318031 h 586882"/>
                <a:gd name="connsiteX2" fmla="*/ 8197 w 577046"/>
                <a:gd name="connsiteY2" fmla="*/ 319671 h 586882"/>
                <a:gd name="connsiteX3" fmla="*/ 11476 w 577046"/>
                <a:gd name="connsiteY3" fmla="*/ 321310 h 586882"/>
                <a:gd name="connsiteX4" fmla="*/ 14754 w 577046"/>
                <a:gd name="connsiteY4" fmla="*/ 322949 h 586882"/>
                <a:gd name="connsiteX5" fmla="*/ 19672 w 577046"/>
                <a:gd name="connsiteY5" fmla="*/ 322949 h 586882"/>
                <a:gd name="connsiteX6" fmla="*/ 22951 w 577046"/>
                <a:gd name="connsiteY6" fmla="*/ 324589 h 586882"/>
                <a:gd name="connsiteX7" fmla="*/ 26229 w 577046"/>
                <a:gd name="connsiteY7" fmla="*/ 326228 h 586882"/>
                <a:gd name="connsiteX8" fmla="*/ 31147 w 577046"/>
                <a:gd name="connsiteY8" fmla="*/ 327867 h 586882"/>
                <a:gd name="connsiteX9" fmla="*/ 34426 w 577046"/>
                <a:gd name="connsiteY9" fmla="*/ 327867 h 586882"/>
                <a:gd name="connsiteX10" fmla="*/ 39344 w 577046"/>
                <a:gd name="connsiteY10" fmla="*/ 329507 h 586882"/>
                <a:gd name="connsiteX11" fmla="*/ 42623 w 577046"/>
                <a:gd name="connsiteY11" fmla="*/ 331146 h 586882"/>
                <a:gd name="connsiteX12" fmla="*/ 45901 w 577046"/>
                <a:gd name="connsiteY12" fmla="*/ 332785 h 586882"/>
                <a:gd name="connsiteX13" fmla="*/ 49180 w 577046"/>
                <a:gd name="connsiteY13" fmla="*/ 332785 h 586882"/>
                <a:gd name="connsiteX14" fmla="*/ 54098 w 577046"/>
                <a:gd name="connsiteY14" fmla="*/ 334425 h 586882"/>
                <a:gd name="connsiteX15" fmla="*/ 57377 w 577046"/>
                <a:gd name="connsiteY15" fmla="*/ 336064 h 586882"/>
                <a:gd name="connsiteX16" fmla="*/ 62295 w 577046"/>
                <a:gd name="connsiteY16" fmla="*/ 337703 h 586882"/>
                <a:gd name="connsiteX17" fmla="*/ 65573 w 577046"/>
                <a:gd name="connsiteY17" fmla="*/ 337703 h 586882"/>
                <a:gd name="connsiteX18" fmla="*/ 68852 w 577046"/>
                <a:gd name="connsiteY18" fmla="*/ 337703 h 586882"/>
                <a:gd name="connsiteX19" fmla="*/ 73770 w 577046"/>
                <a:gd name="connsiteY19" fmla="*/ 336064 h 586882"/>
                <a:gd name="connsiteX20" fmla="*/ 77049 w 577046"/>
                <a:gd name="connsiteY20" fmla="*/ 336064 h 586882"/>
                <a:gd name="connsiteX21" fmla="*/ 80327 w 577046"/>
                <a:gd name="connsiteY21" fmla="*/ 336064 h 586882"/>
                <a:gd name="connsiteX22" fmla="*/ 85246 w 577046"/>
                <a:gd name="connsiteY22" fmla="*/ 334425 h 586882"/>
                <a:gd name="connsiteX23" fmla="*/ 88524 w 577046"/>
                <a:gd name="connsiteY23" fmla="*/ 334425 h 586882"/>
                <a:gd name="connsiteX24" fmla="*/ 90164 w 577046"/>
                <a:gd name="connsiteY24" fmla="*/ 334425 h 586882"/>
                <a:gd name="connsiteX25" fmla="*/ 93442 w 577046"/>
                <a:gd name="connsiteY25" fmla="*/ 334425 h 586882"/>
                <a:gd name="connsiteX26" fmla="*/ 98360 w 577046"/>
                <a:gd name="connsiteY26" fmla="*/ 334425 h 586882"/>
                <a:gd name="connsiteX27" fmla="*/ 101639 w 577046"/>
                <a:gd name="connsiteY27" fmla="*/ 332785 h 586882"/>
                <a:gd name="connsiteX28" fmla="*/ 104917 w 577046"/>
                <a:gd name="connsiteY28" fmla="*/ 334425 h 586882"/>
                <a:gd name="connsiteX29" fmla="*/ 109836 w 577046"/>
                <a:gd name="connsiteY29" fmla="*/ 334425 h 586882"/>
                <a:gd name="connsiteX30" fmla="*/ 113114 w 577046"/>
                <a:gd name="connsiteY30" fmla="*/ 334425 h 586882"/>
                <a:gd name="connsiteX31" fmla="*/ 116393 w 577046"/>
                <a:gd name="connsiteY31" fmla="*/ 336064 h 586882"/>
                <a:gd name="connsiteX32" fmla="*/ 121311 w 577046"/>
                <a:gd name="connsiteY32" fmla="*/ 337703 h 586882"/>
                <a:gd name="connsiteX33" fmla="*/ 124590 w 577046"/>
                <a:gd name="connsiteY33" fmla="*/ 336064 h 586882"/>
                <a:gd name="connsiteX34" fmla="*/ 127868 w 577046"/>
                <a:gd name="connsiteY34" fmla="*/ 332785 h 586882"/>
                <a:gd name="connsiteX35" fmla="*/ 131147 w 577046"/>
                <a:gd name="connsiteY35" fmla="*/ 331146 h 586882"/>
                <a:gd name="connsiteX36" fmla="*/ 134426 w 577046"/>
                <a:gd name="connsiteY36" fmla="*/ 329507 h 586882"/>
                <a:gd name="connsiteX37" fmla="*/ 139344 w 577046"/>
                <a:gd name="connsiteY37" fmla="*/ 329507 h 586882"/>
                <a:gd name="connsiteX38" fmla="*/ 142623 w 577046"/>
                <a:gd name="connsiteY38" fmla="*/ 329507 h 586882"/>
                <a:gd name="connsiteX39" fmla="*/ 145901 w 577046"/>
                <a:gd name="connsiteY39" fmla="*/ 329507 h 586882"/>
                <a:gd name="connsiteX40" fmla="*/ 145901 w 577046"/>
                <a:gd name="connsiteY40" fmla="*/ 329507 h 586882"/>
                <a:gd name="connsiteX41" fmla="*/ 150819 w 577046"/>
                <a:gd name="connsiteY41" fmla="*/ 329507 h 586882"/>
                <a:gd name="connsiteX42" fmla="*/ 152458 w 577046"/>
                <a:gd name="connsiteY42" fmla="*/ 329507 h 586882"/>
                <a:gd name="connsiteX43" fmla="*/ 154098 w 577046"/>
                <a:gd name="connsiteY43" fmla="*/ 331146 h 586882"/>
                <a:gd name="connsiteX44" fmla="*/ 155737 w 577046"/>
                <a:gd name="connsiteY44" fmla="*/ 331146 h 586882"/>
                <a:gd name="connsiteX45" fmla="*/ 159016 w 577046"/>
                <a:gd name="connsiteY45" fmla="*/ 331146 h 586882"/>
                <a:gd name="connsiteX46" fmla="*/ 162294 w 577046"/>
                <a:gd name="connsiteY46" fmla="*/ 329507 h 586882"/>
                <a:gd name="connsiteX47" fmla="*/ 167213 w 577046"/>
                <a:gd name="connsiteY47" fmla="*/ 327867 h 586882"/>
                <a:gd name="connsiteX48" fmla="*/ 170491 w 577046"/>
                <a:gd name="connsiteY48" fmla="*/ 326228 h 586882"/>
                <a:gd name="connsiteX49" fmla="*/ 173770 w 577046"/>
                <a:gd name="connsiteY49" fmla="*/ 326228 h 586882"/>
                <a:gd name="connsiteX50" fmla="*/ 177048 w 577046"/>
                <a:gd name="connsiteY50" fmla="*/ 324589 h 586882"/>
                <a:gd name="connsiteX51" fmla="*/ 181966 w 577046"/>
                <a:gd name="connsiteY51" fmla="*/ 322949 h 586882"/>
                <a:gd name="connsiteX52" fmla="*/ 181966 w 577046"/>
                <a:gd name="connsiteY52" fmla="*/ 322949 h 586882"/>
                <a:gd name="connsiteX53" fmla="*/ 183606 w 577046"/>
                <a:gd name="connsiteY53" fmla="*/ 322949 h 586882"/>
                <a:gd name="connsiteX54" fmla="*/ 188524 w 577046"/>
                <a:gd name="connsiteY54" fmla="*/ 321310 h 586882"/>
                <a:gd name="connsiteX55" fmla="*/ 191803 w 577046"/>
                <a:gd name="connsiteY55" fmla="*/ 321310 h 586882"/>
                <a:gd name="connsiteX56" fmla="*/ 195081 w 577046"/>
                <a:gd name="connsiteY56" fmla="*/ 319671 h 586882"/>
                <a:gd name="connsiteX57" fmla="*/ 198360 w 577046"/>
                <a:gd name="connsiteY57" fmla="*/ 318031 h 586882"/>
                <a:gd name="connsiteX58" fmla="*/ 201638 w 577046"/>
                <a:gd name="connsiteY58" fmla="*/ 314753 h 586882"/>
                <a:gd name="connsiteX59" fmla="*/ 201638 w 577046"/>
                <a:gd name="connsiteY59" fmla="*/ 311474 h 586882"/>
                <a:gd name="connsiteX60" fmla="*/ 198360 w 577046"/>
                <a:gd name="connsiteY60" fmla="*/ 308195 h 586882"/>
                <a:gd name="connsiteX61" fmla="*/ 198360 w 577046"/>
                <a:gd name="connsiteY61" fmla="*/ 303277 h 586882"/>
                <a:gd name="connsiteX62" fmla="*/ 199999 w 577046"/>
                <a:gd name="connsiteY62" fmla="*/ 299999 h 586882"/>
                <a:gd name="connsiteX63" fmla="*/ 199999 w 577046"/>
                <a:gd name="connsiteY63" fmla="*/ 296720 h 586882"/>
                <a:gd name="connsiteX64" fmla="*/ 199999 w 577046"/>
                <a:gd name="connsiteY64" fmla="*/ 291802 h 586882"/>
                <a:gd name="connsiteX65" fmla="*/ 196720 w 577046"/>
                <a:gd name="connsiteY65" fmla="*/ 288523 h 586882"/>
                <a:gd name="connsiteX66" fmla="*/ 196720 w 577046"/>
                <a:gd name="connsiteY66" fmla="*/ 285245 h 586882"/>
                <a:gd name="connsiteX67" fmla="*/ 196720 w 577046"/>
                <a:gd name="connsiteY67" fmla="*/ 280327 h 586882"/>
                <a:gd name="connsiteX68" fmla="*/ 196720 w 577046"/>
                <a:gd name="connsiteY68" fmla="*/ 277048 h 586882"/>
                <a:gd name="connsiteX69" fmla="*/ 196720 w 577046"/>
                <a:gd name="connsiteY69" fmla="*/ 273769 h 586882"/>
                <a:gd name="connsiteX70" fmla="*/ 198360 w 577046"/>
                <a:gd name="connsiteY70" fmla="*/ 268851 h 586882"/>
                <a:gd name="connsiteX71" fmla="*/ 198360 w 577046"/>
                <a:gd name="connsiteY71" fmla="*/ 268851 h 586882"/>
                <a:gd name="connsiteX72" fmla="*/ 203278 w 577046"/>
                <a:gd name="connsiteY72" fmla="*/ 268851 h 586882"/>
                <a:gd name="connsiteX73" fmla="*/ 206557 w 577046"/>
                <a:gd name="connsiteY73" fmla="*/ 265573 h 586882"/>
                <a:gd name="connsiteX74" fmla="*/ 208196 w 577046"/>
                <a:gd name="connsiteY74" fmla="*/ 260655 h 586882"/>
                <a:gd name="connsiteX75" fmla="*/ 211474 w 577046"/>
                <a:gd name="connsiteY75" fmla="*/ 257376 h 586882"/>
                <a:gd name="connsiteX76" fmla="*/ 211474 w 577046"/>
                <a:gd name="connsiteY76" fmla="*/ 255737 h 586882"/>
                <a:gd name="connsiteX77" fmla="*/ 214753 w 577046"/>
                <a:gd name="connsiteY77" fmla="*/ 254097 h 586882"/>
                <a:gd name="connsiteX78" fmla="*/ 219671 w 577046"/>
                <a:gd name="connsiteY78" fmla="*/ 252458 h 586882"/>
                <a:gd name="connsiteX79" fmla="*/ 219671 w 577046"/>
                <a:gd name="connsiteY79" fmla="*/ 255737 h 586882"/>
                <a:gd name="connsiteX80" fmla="*/ 222950 w 577046"/>
                <a:gd name="connsiteY80" fmla="*/ 257376 h 586882"/>
                <a:gd name="connsiteX81" fmla="*/ 224589 w 577046"/>
                <a:gd name="connsiteY81" fmla="*/ 257376 h 586882"/>
                <a:gd name="connsiteX82" fmla="*/ 227868 w 577046"/>
                <a:gd name="connsiteY82" fmla="*/ 257376 h 586882"/>
                <a:gd name="connsiteX83" fmla="*/ 231147 w 577046"/>
                <a:gd name="connsiteY83" fmla="*/ 257376 h 586882"/>
                <a:gd name="connsiteX84" fmla="*/ 236064 w 577046"/>
                <a:gd name="connsiteY84" fmla="*/ 255737 h 586882"/>
                <a:gd name="connsiteX85" fmla="*/ 239343 w 577046"/>
                <a:gd name="connsiteY85" fmla="*/ 255737 h 586882"/>
                <a:gd name="connsiteX86" fmla="*/ 242622 w 577046"/>
                <a:gd name="connsiteY86" fmla="*/ 254097 h 586882"/>
                <a:gd name="connsiteX87" fmla="*/ 245901 w 577046"/>
                <a:gd name="connsiteY87" fmla="*/ 252458 h 586882"/>
                <a:gd name="connsiteX88" fmla="*/ 245901 w 577046"/>
                <a:gd name="connsiteY88" fmla="*/ 252458 h 586882"/>
                <a:gd name="connsiteX89" fmla="*/ 242622 w 577046"/>
                <a:gd name="connsiteY89" fmla="*/ 249179 h 586882"/>
                <a:gd name="connsiteX90" fmla="*/ 239343 w 577046"/>
                <a:gd name="connsiteY90" fmla="*/ 247540 h 586882"/>
                <a:gd name="connsiteX91" fmla="*/ 237704 w 577046"/>
                <a:gd name="connsiteY91" fmla="*/ 244261 h 586882"/>
                <a:gd name="connsiteX92" fmla="*/ 240983 w 577046"/>
                <a:gd name="connsiteY92" fmla="*/ 244261 h 586882"/>
                <a:gd name="connsiteX93" fmla="*/ 244261 w 577046"/>
                <a:gd name="connsiteY93" fmla="*/ 242622 h 586882"/>
                <a:gd name="connsiteX94" fmla="*/ 249179 w 577046"/>
                <a:gd name="connsiteY94" fmla="*/ 239343 h 586882"/>
                <a:gd name="connsiteX95" fmla="*/ 252458 w 577046"/>
                <a:gd name="connsiteY95" fmla="*/ 237704 h 586882"/>
                <a:gd name="connsiteX96" fmla="*/ 255737 w 577046"/>
                <a:gd name="connsiteY96" fmla="*/ 234425 h 586882"/>
                <a:gd name="connsiteX97" fmla="*/ 257376 w 577046"/>
                <a:gd name="connsiteY97" fmla="*/ 231147 h 586882"/>
                <a:gd name="connsiteX98" fmla="*/ 262294 w 577046"/>
                <a:gd name="connsiteY98" fmla="*/ 232786 h 586882"/>
                <a:gd name="connsiteX99" fmla="*/ 265573 w 577046"/>
                <a:gd name="connsiteY99" fmla="*/ 232786 h 586882"/>
                <a:gd name="connsiteX100" fmla="*/ 268851 w 577046"/>
                <a:gd name="connsiteY100" fmla="*/ 234425 h 586882"/>
                <a:gd name="connsiteX101" fmla="*/ 270491 w 577046"/>
                <a:gd name="connsiteY101" fmla="*/ 231147 h 586882"/>
                <a:gd name="connsiteX102" fmla="*/ 273769 w 577046"/>
                <a:gd name="connsiteY102" fmla="*/ 232786 h 586882"/>
                <a:gd name="connsiteX103" fmla="*/ 277048 w 577046"/>
                <a:gd name="connsiteY103" fmla="*/ 232786 h 586882"/>
                <a:gd name="connsiteX104" fmla="*/ 278687 w 577046"/>
                <a:gd name="connsiteY104" fmla="*/ 236065 h 586882"/>
                <a:gd name="connsiteX105" fmla="*/ 281966 w 577046"/>
                <a:gd name="connsiteY105" fmla="*/ 240982 h 586882"/>
                <a:gd name="connsiteX106" fmla="*/ 285245 w 577046"/>
                <a:gd name="connsiteY106" fmla="*/ 239343 h 586882"/>
                <a:gd name="connsiteX107" fmla="*/ 288523 w 577046"/>
                <a:gd name="connsiteY107" fmla="*/ 239343 h 586882"/>
                <a:gd name="connsiteX108" fmla="*/ 293441 w 577046"/>
                <a:gd name="connsiteY108" fmla="*/ 234425 h 586882"/>
                <a:gd name="connsiteX109" fmla="*/ 293441 w 577046"/>
                <a:gd name="connsiteY109" fmla="*/ 231147 h 586882"/>
                <a:gd name="connsiteX110" fmla="*/ 296720 w 577046"/>
                <a:gd name="connsiteY110" fmla="*/ 227868 h 586882"/>
                <a:gd name="connsiteX111" fmla="*/ 298360 w 577046"/>
                <a:gd name="connsiteY111" fmla="*/ 226229 h 586882"/>
                <a:gd name="connsiteX112" fmla="*/ 296720 w 577046"/>
                <a:gd name="connsiteY112" fmla="*/ 221310 h 586882"/>
                <a:gd name="connsiteX113" fmla="*/ 295081 w 577046"/>
                <a:gd name="connsiteY113" fmla="*/ 218032 h 586882"/>
                <a:gd name="connsiteX114" fmla="*/ 295081 w 577046"/>
                <a:gd name="connsiteY114" fmla="*/ 214753 h 586882"/>
                <a:gd name="connsiteX115" fmla="*/ 295081 w 577046"/>
                <a:gd name="connsiteY115" fmla="*/ 209835 h 586882"/>
                <a:gd name="connsiteX116" fmla="*/ 293441 w 577046"/>
                <a:gd name="connsiteY116" fmla="*/ 206557 h 586882"/>
                <a:gd name="connsiteX117" fmla="*/ 291802 w 577046"/>
                <a:gd name="connsiteY117" fmla="*/ 203278 h 586882"/>
                <a:gd name="connsiteX118" fmla="*/ 293441 w 577046"/>
                <a:gd name="connsiteY118" fmla="*/ 198360 h 586882"/>
                <a:gd name="connsiteX119" fmla="*/ 296720 w 577046"/>
                <a:gd name="connsiteY119" fmla="*/ 195081 h 586882"/>
                <a:gd name="connsiteX120" fmla="*/ 296720 w 577046"/>
                <a:gd name="connsiteY120" fmla="*/ 191802 h 586882"/>
                <a:gd name="connsiteX121" fmla="*/ 296720 w 577046"/>
                <a:gd name="connsiteY121" fmla="*/ 186885 h 586882"/>
                <a:gd name="connsiteX122" fmla="*/ 298360 w 577046"/>
                <a:gd name="connsiteY122" fmla="*/ 183606 h 586882"/>
                <a:gd name="connsiteX123" fmla="*/ 296720 w 577046"/>
                <a:gd name="connsiteY123" fmla="*/ 180327 h 586882"/>
                <a:gd name="connsiteX124" fmla="*/ 298360 w 577046"/>
                <a:gd name="connsiteY124" fmla="*/ 175409 h 586882"/>
                <a:gd name="connsiteX125" fmla="*/ 298360 w 577046"/>
                <a:gd name="connsiteY125" fmla="*/ 175409 h 586882"/>
                <a:gd name="connsiteX126" fmla="*/ 303277 w 577046"/>
                <a:gd name="connsiteY126" fmla="*/ 175409 h 586882"/>
                <a:gd name="connsiteX127" fmla="*/ 306556 w 577046"/>
                <a:gd name="connsiteY127" fmla="*/ 173770 h 586882"/>
                <a:gd name="connsiteX128" fmla="*/ 309835 w 577046"/>
                <a:gd name="connsiteY128" fmla="*/ 175409 h 586882"/>
                <a:gd name="connsiteX129" fmla="*/ 313113 w 577046"/>
                <a:gd name="connsiteY129" fmla="*/ 173770 h 586882"/>
                <a:gd name="connsiteX130" fmla="*/ 314753 w 577046"/>
                <a:gd name="connsiteY130" fmla="*/ 173770 h 586882"/>
                <a:gd name="connsiteX131" fmla="*/ 318031 w 577046"/>
                <a:gd name="connsiteY131" fmla="*/ 170491 h 586882"/>
                <a:gd name="connsiteX132" fmla="*/ 321310 w 577046"/>
                <a:gd name="connsiteY132" fmla="*/ 167212 h 586882"/>
                <a:gd name="connsiteX133" fmla="*/ 322950 w 577046"/>
                <a:gd name="connsiteY133" fmla="*/ 163934 h 586882"/>
                <a:gd name="connsiteX134" fmla="*/ 319671 w 577046"/>
                <a:gd name="connsiteY134" fmla="*/ 159016 h 586882"/>
                <a:gd name="connsiteX135" fmla="*/ 318031 w 577046"/>
                <a:gd name="connsiteY135" fmla="*/ 157376 h 586882"/>
                <a:gd name="connsiteX136" fmla="*/ 316392 w 577046"/>
                <a:gd name="connsiteY136" fmla="*/ 154098 h 586882"/>
                <a:gd name="connsiteX137" fmla="*/ 316392 w 577046"/>
                <a:gd name="connsiteY137" fmla="*/ 150819 h 586882"/>
                <a:gd name="connsiteX138" fmla="*/ 313113 w 577046"/>
                <a:gd name="connsiteY138" fmla="*/ 147540 h 586882"/>
                <a:gd name="connsiteX139" fmla="*/ 308195 w 577046"/>
                <a:gd name="connsiteY139" fmla="*/ 145901 h 586882"/>
                <a:gd name="connsiteX140" fmla="*/ 306556 w 577046"/>
                <a:gd name="connsiteY140" fmla="*/ 142622 h 586882"/>
                <a:gd name="connsiteX141" fmla="*/ 304917 w 577046"/>
                <a:gd name="connsiteY141" fmla="*/ 140983 h 586882"/>
                <a:gd name="connsiteX142" fmla="*/ 301638 w 577046"/>
                <a:gd name="connsiteY142" fmla="*/ 137704 h 586882"/>
                <a:gd name="connsiteX143" fmla="*/ 303277 w 577046"/>
                <a:gd name="connsiteY143" fmla="*/ 134426 h 586882"/>
                <a:gd name="connsiteX144" fmla="*/ 303277 w 577046"/>
                <a:gd name="connsiteY144" fmla="*/ 132786 h 586882"/>
                <a:gd name="connsiteX145" fmla="*/ 306556 w 577046"/>
                <a:gd name="connsiteY145" fmla="*/ 132786 h 586882"/>
                <a:gd name="connsiteX146" fmla="*/ 309835 w 577046"/>
                <a:gd name="connsiteY146" fmla="*/ 134426 h 586882"/>
                <a:gd name="connsiteX147" fmla="*/ 313113 w 577046"/>
                <a:gd name="connsiteY147" fmla="*/ 134426 h 586882"/>
                <a:gd name="connsiteX148" fmla="*/ 318031 w 577046"/>
                <a:gd name="connsiteY148" fmla="*/ 136065 h 586882"/>
                <a:gd name="connsiteX149" fmla="*/ 321310 w 577046"/>
                <a:gd name="connsiteY149" fmla="*/ 136065 h 586882"/>
                <a:gd name="connsiteX150" fmla="*/ 324588 w 577046"/>
                <a:gd name="connsiteY150" fmla="*/ 137704 h 586882"/>
                <a:gd name="connsiteX151" fmla="*/ 329507 w 577046"/>
                <a:gd name="connsiteY151" fmla="*/ 137704 h 586882"/>
                <a:gd name="connsiteX152" fmla="*/ 332785 w 577046"/>
                <a:gd name="connsiteY152" fmla="*/ 136065 h 586882"/>
                <a:gd name="connsiteX153" fmla="*/ 336064 w 577046"/>
                <a:gd name="connsiteY153" fmla="*/ 136065 h 586882"/>
                <a:gd name="connsiteX154" fmla="*/ 339343 w 577046"/>
                <a:gd name="connsiteY154" fmla="*/ 134426 h 586882"/>
                <a:gd name="connsiteX155" fmla="*/ 344261 w 577046"/>
                <a:gd name="connsiteY155" fmla="*/ 132786 h 586882"/>
                <a:gd name="connsiteX156" fmla="*/ 345900 w 577046"/>
                <a:gd name="connsiteY156" fmla="*/ 129508 h 586882"/>
                <a:gd name="connsiteX157" fmla="*/ 345900 w 577046"/>
                <a:gd name="connsiteY157" fmla="*/ 124590 h 586882"/>
                <a:gd name="connsiteX158" fmla="*/ 345900 w 577046"/>
                <a:gd name="connsiteY158" fmla="*/ 124590 h 586882"/>
                <a:gd name="connsiteX159" fmla="*/ 345900 w 577046"/>
                <a:gd name="connsiteY159" fmla="*/ 119672 h 586882"/>
                <a:gd name="connsiteX160" fmla="*/ 342621 w 577046"/>
                <a:gd name="connsiteY160" fmla="*/ 118032 h 586882"/>
                <a:gd name="connsiteX161" fmla="*/ 337703 w 577046"/>
                <a:gd name="connsiteY161" fmla="*/ 113114 h 586882"/>
                <a:gd name="connsiteX162" fmla="*/ 337703 w 577046"/>
                <a:gd name="connsiteY162" fmla="*/ 109836 h 586882"/>
                <a:gd name="connsiteX163" fmla="*/ 340982 w 577046"/>
                <a:gd name="connsiteY163" fmla="*/ 109836 h 586882"/>
                <a:gd name="connsiteX164" fmla="*/ 340982 w 577046"/>
                <a:gd name="connsiteY164" fmla="*/ 106557 h 586882"/>
                <a:gd name="connsiteX165" fmla="*/ 344261 w 577046"/>
                <a:gd name="connsiteY165" fmla="*/ 101639 h 586882"/>
                <a:gd name="connsiteX166" fmla="*/ 345900 w 577046"/>
                <a:gd name="connsiteY166" fmla="*/ 98360 h 586882"/>
                <a:gd name="connsiteX167" fmla="*/ 347540 w 577046"/>
                <a:gd name="connsiteY167" fmla="*/ 95082 h 586882"/>
                <a:gd name="connsiteX168" fmla="*/ 352457 w 577046"/>
                <a:gd name="connsiteY168" fmla="*/ 93442 h 586882"/>
                <a:gd name="connsiteX169" fmla="*/ 352457 w 577046"/>
                <a:gd name="connsiteY169" fmla="*/ 91803 h 586882"/>
                <a:gd name="connsiteX170" fmla="*/ 352457 w 577046"/>
                <a:gd name="connsiteY170" fmla="*/ 90164 h 586882"/>
                <a:gd name="connsiteX171" fmla="*/ 352457 w 577046"/>
                <a:gd name="connsiteY171" fmla="*/ 88524 h 586882"/>
                <a:gd name="connsiteX172" fmla="*/ 354097 w 577046"/>
                <a:gd name="connsiteY172" fmla="*/ 85245 h 586882"/>
                <a:gd name="connsiteX173" fmla="*/ 355736 w 577046"/>
                <a:gd name="connsiteY173" fmla="*/ 81967 h 586882"/>
                <a:gd name="connsiteX174" fmla="*/ 352457 w 577046"/>
                <a:gd name="connsiteY174" fmla="*/ 78688 h 586882"/>
                <a:gd name="connsiteX175" fmla="*/ 350818 w 577046"/>
                <a:gd name="connsiteY175" fmla="*/ 77049 h 586882"/>
                <a:gd name="connsiteX176" fmla="*/ 350818 w 577046"/>
                <a:gd name="connsiteY176" fmla="*/ 77049 h 586882"/>
                <a:gd name="connsiteX177" fmla="*/ 354097 w 577046"/>
                <a:gd name="connsiteY177" fmla="*/ 72131 h 586882"/>
                <a:gd name="connsiteX178" fmla="*/ 352457 w 577046"/>
                <a:gd name="connsiteY178" fmla="*/ 68852 h 586882"/>
                <a:gd name="connsiteX179" fmla="*/ 350818 w 577046"/>
                <a:gd name="connsiteY179" fmla="*/ 65573 h 586882"/>
                <a:gd name="connsiteX180" fmla="*/ 347540 w 577046"/>
                <a:gd name="connsiteY180" fmla="*/ 62295 h 586882"/>
                <a:gd name="connsiteX181" fmla="*/ 347540 w 577046"/>
                <a:gd name="connsiteY181" fmla="*/ 59016 h 586882"/>
                <a:gd name="connsiteX182" fmla="*/ 344261 w 577046"/>
                <a:gd name="connsiteY182" fmla="*/ 55738 h 586882"/>
                <a:gd name="connsiteX183" fmla="*/ 340982 w 577046"/>
                <a:gd name="connsiteY183" fmla="*/ 52459 h 586882"/>
                <a:gd name="connsiteX184" fmla="*/ 337703 w 577046"/>
                <a:gd name="connsiteY184" fmla="*/ 49180 h 586882"/>
                <a:gd name="connsiteX185" fmla="*/ 334425 w 577046"/>
                <a:gd name="connsiteY185" fmla="*/ 47541 h 586882"/>
                <a:gd name="connsiteX186" fmla="*/ 331146 w 577046"/>
                <a:gd name="connsiteY186" fmla="*/ 44262 h 586882"/>
                <a:gd name="connsiteX187" fmla="*/ 332785 w 577046"/>
                <a:gd name="connsiteY187" fmla="*/ 40983 h 586882"/>
                <a:gd name="connsiteX188" fmla="*/ 336064 w 577046"/>
                <a:gd name="connsiteY188" fmla="*/ 37705 h 586882"/>
                <a:gd name="connsiteX189" fmla="*/ 339343 w 577046"/>
                <a:gd name="connsiteY189" fmla="*/ 34426 h 586882"/>
                <a:gd name="connsiteX190" fmla="*/ 342621 w 577046"/>
                <a:gd name="connsiteY190" fmla="*/ 31148 h 586882"/>
                <a:gd name="connsiteX191" fmla="*/ 342621 w 577046"/>
                <a:gd name="connsiteY191" fmla="*/ 26229 h 586882"/>
                <a:gd name="connsiteX192" fmla="*/ 347540 w 577046"/>
                <a:gd name="connsiteY192" fmla="*/ 27869 h 586882"/>
                <a:gd name="connsiteX193" fmla="*/ 350818 w 577046"/>
                <a:gd name="connsiteY193" fmla="*/ 27869 h 586882"/>
                <a:gd name="connsiteX194" fmla="*/ 352457 w 577046"/>
                <a:gd name="connsiteY194" fmla="*/ 24590 h 586882"/>
                <a:gd name="connsiteX195" fmla="*/ 355736 w 577046"/>
                <a:gd name="connsiteY195" fmla="*/ 21311 h 586882"/>
                <a:gd name="connsiteX196" fmla="*/ 359015 w 577046"/>
                <a:gd name="connsiteY196" fmla="*/ 18033 h 586882"/>
                <a:gd name="connsiteX197" fmla="*/ 362294 w 577046"/>
                <a:gd name="connsiteY197" fmla="*/ 14754 h 586882"/>
                <a:gd name="connsiteX198" fmla="*/ 365572 w 577046"/>
                <a:gd name="connsiteY198" fmla="*/ 13115 h 586882"/>
                <a:gd name="connsiteX199" fmla="*/ 370490 w 577046"/>
                <a:gd name="connsiteY199" fmla="*/ 13115 h 586882"/>
                <a:gd name="connsiteX200" fmla="*/ 373769 w 577046"/>
                <a:gd name="connsiteY200" fmla="*/ 9836 h 586882"/>
                <a:gd name="connsiteX201" fmla="*/ 377047 w 577046"/>
                <a:gd name="connsiteY201" fmla="*/ 9836 h 586882"/>
                <a:gd name="connsiteX202" fmla="*/ 381965 w 577046"/>
                <a:gd name="connsiteY202" fmla="*/ 9836 h 586882"/>
                <a:gd name="connsiteX203" fmla="*/ 385244 w 577046"/>
                <a:gd name="connsiteY203" fmla="*/ 9836 h 586882"/>
                <a:gd name="connsiteX204" fmla="*/ 388523 w 577046"/>
                <a:gd name="connsiteY204" fmla="*/ 9836 h 586882"/>
                <a:gd name="connsiteX205" fmla="*/ 393441 w 577046"/>
                <a:gd name="connsiteY205" fmla="*/ 8197 h 586882"/>
                <a:gd name="connsiteX206" fmla="*/ 396720 w 577046"/>
                <a:gd name="connsiteY206" fmla="*/ 8197 h 586882"/>
                <a:gd name="connsiteX207" fmla="*/ 399998 w 577046"/>
                <a:gd name="connsiteY207" fmla="*/ 8197 h 586882"/>
                <a:gd name="connsiteX208" fmla="*/ 403277 w 577046"/>
                <a:gd name="connsiteY208" fmla="*/ 8197 h 586882"/>
                <a:gd name="connsiteX209" fmla="*/ 408195 w 577046"/>
                <a:gd name="connsiteY209" fmla="*/ 8197 h 586882"/>
                <a:gd name="connsiteX210" fmla="*/ 411474 w 577046"/>
                <a:gd name="connsiteY210" fmla="*/ 6557 h 586882"/>
                <a:gd name="connsiteX211" fmla="*/ 411474 w 577046"/>
                <a:gd name="connsiteY211" fmla="*/ 6557 h 586882"/>
                <a:gd name="connsiteX212" fmla="*/ 414752 w 577046"/>
                <a:gd name="connsiteY212" fmla="*/ 6557 h 586882"/>
                <a:gd name="connsiteX213" fmla="*/ 419670 w 577046"/>
                <a:gd name="connsiteY213" fmla="*/ 6557 h 586882"/>
                <a:gd name="connsiteX214" fmla="*/ 422949 w 577046"/>
                <a:gd name="connsiteY214" fmla="*/ 8197 h 586882"/>
                <a:gd name="connsiteX215" fmla="*/ 426228 w 577046"/>
                <a:gd name="connsiteY215" fmla="*/ 11475 h 586882"/>
                <a:gd name="connsiteX216" fmla="*/ 429506 w 577046"/>
                <a:gd name="connsiteY216" fmla="*/ 6557 h 586882"/>
                <a:gd name="connsiteX217" fmla="*/ 434424 w 577046"/>
                <a:gd name="connsiteY217" fmla="*/ 6557 h 586882"/>
                <a:gd name="connsiteX218" fmla="*/ 437703 w 577046"/>
                <a:gd name="connsiteY218" fmla="*/ 3279 h 586882"/>
                <a:gd name="connsiteX219" fmla="*/ 440982 w 577046"/>
                <a:gd name="connsiteY219" fmla="*/ 1639 h 586882"/>
                <a:gd name="connsiteX220" fmla="*/ 444260 w 577046"/>
                <a:gd name="connsiteY220" fmla="*/ 1639 h 586882"/>
                <a:gd name="connsiteX221" fmla="*/ 447539 w 577046"/>
                <a:gd name="connsiteY221" fmla="*/ 0 h 586882"/>
                <a:gd name="connsiteX222" fmla="*/ 450818 w 577046"/>
                <a:gd name="connsiteY222" fmla="*/ 1639 h 586882"/>
                <a:gd name="connsiteX223" fmla="*/ 454096 w 577046"/>
                <a:gd name="connsiteY223" fmla="*/ 1639 h 586882"/>
                <a:gd name="connsiteX224" fmla="*/ 457375 w 577046"/>
                <a:gd name="connsiteY224" fmla="*/ 6557 h 586882"/>
                <a:gd name="connsiteX225" fmla="*/ 459014 w 577046"/>
                <a:gd name="connsiteY225" fmla="*/ 3279 h 586882"/>
                <a:gd name="connsiteX226" fmla="*/ 463932 w 577046"/>
                <a:gd name="connsiteY226" fmla="*/ 3279 h 586882"/>
                <a:gd name="connsiteX227" fmla="*/ 467211 w 577046"/>
                <a:gd name="connsiteY227" fmla="*/ 4918 h 586882"/>
                <a:gd name="connsiteX228" fmla="*/ 470490 w 577046"/>
                <a:gd name="connsiteY228" fmla="*/ 4918 h 586882"/>
                <a:gd name="connsiteX229" fmla="*/ 473769 w 577046"/>
                <a:gd name="connsiteY229" fmla="*/ 6557 h 586882"/>
                <a:gd name="connsiteX230" fmla="*/ 477047 w 577046"/>
                <a:gd name="connsiteY230" fmla="*/ 9836 h 586882"/>
                <a:gd name="connsiteX231" fmla="*/ 477047 w 577046"/>
                <a:gd name="connsiteY231" fmla="*/ 13115 h 586882"/>
                <a:gd name="connsiteX232" fmla="*/ 481965 w 577046"/>
                <a:gd name="connsiteY232" fmla="*/ 13115 h 586882"/>
                <a:gd name="connsiteX233" fmla="*/ 481965 w 577046"/>
                <a:gd name="connsiteY233" fmla="*/ 13115 h 586882"/>
                <a:gd name="connsiteX234" fmla="*/ 485243 w 577046"/>
                <a:gd name="connsiteY234" fmla="*/ 13115 h 586882"/>
                <a:gd name="connsiteX235" fmla="*/ 490162 w 577046"/>
                <a:gd name="connsiteY235" fmla="*/ 14754 h 586882"/>
                <a:gd name="connsiteX236" fmla="*/ 493440 w 577046"/>
                <a:gd name="connsiteY236" fmla="*/ 16393 h 586882"/>
                <a:gd name="connsiteX237" fmla="*/ 496719 w 577046"/>
                <a:gd name="connsiteY237" fmla="*/ 19672 h 586882"/>
                <a:gd name="connsiteX238" fmla="*/ 498359 w 577046"/>
                <a:gd name="connsiteY238" fmla="*/ 22951 h 586882"/>
                <a:gd name="connsiteX239" fmla="*/ 501637 w 577046"/>
                <a:gd name="connsiteY239" fmla="*/ 26229 h 586882"/>
                <a:gd name="connsiteX240" fmla="*/ 503277 w 577046"/>
                <a:gd name="connsiteY240" fmla="*/ 29508 h 586882"/>
                <a:gd name="connsiteX241" fmla="*/ 503277 w 577046"/>
                <a:gd name="connsiteY241" fmla="*/ 32787 h 586882"/>
                <a:gd name="connsiteX242" fmla="*/ 504916 w 577046"/>
                <a:gd name="connsiteY242" fmla="*/ 37705 h 586882"/>
                <a:gd name="connsiteX243" fmla="*/ 503277 w 577046"/>
                <a:gd name="connsiteY243" fmla="*/ 40983 h 586882"/>
                <a:gd name="connsiteX244" fmla="*/ 503277 w 577046"/>
                <a:gd name="connsiteY244" fmla="*/ 44262 h 586882"/>
                <a:gd name="connsiteX245" fmla="*/ 506555 w 577046"/>
                <a:gd name="connsiteY245" fmla="*/ 45901 h 586882"/>
                <a:gd name="connsiteX246" fmla="*/ 511473 w 577046"/>
                <a:gd name="connsiteY246" fmla="*/ 47541 h 586882"/>
                <a:gd name="connsiteX247" fmla="*/ 513112 w 577046"/>
                <a:gd name="connsiteY247" fmla="*/ 50820 h 586882"/>
                <a:gd name="connsiteX248" fmla="*/ 516391 w 577046"/>
                <a:gd name="connsiteY248" fmla="*/ 54098 h 586882"/>
                <a:gd name="connsiteX249" fmla="*/ 519670 w 577046"/>
                <a:gd name="connsiteY249" fmla="*/ 54098 h 586882"/>
                <a:gd name="connsiteX250" fmla="*/ 524588 w 577046"/>
                <a:gd name="connsiteY250" fmla="*/ 52459 h 586882"/>
                <a:gd name="connsiteX251" fmla="*/ 527867 w 577046"/>
                <a:gd name="connsiteY251" fmla="*/ 50820 h 586882"/>
                <a:gd name="connsiteX252" fmla="*/ 527867 w 577046"/>
                <a:gd name="connsiteY252" fmla="*/ 54098 h 586882"/>
                <a:gd name="connsiteX253" fmla="*/ 532784 w 577046"/>
                <a:gd name="connsiteY253" fmla="*/ 59016 h 586882"/>
                <a:gd name="connsiteX254" fmla="*/ 536063 w 577046"/>
                <a:gd name="connsiteY254" fmla="*/ 60655 h 586882"/>
                <a:gd name="connsiteX255" fmla="*/ 539342 w 577046"/>
                <a:gd name="connsiteY255" fmla="*/ 62295 h 586882"/>
                <a:gd name="connsiteX256" fmla="*/ 542620 w 577046"/>
                <a:gd name="connsiteY256" fmla="*/ 63934 h 586882"/>
                <a:gd name="connsiteX257" fmla="*/ 545899 w 577046"/>
                <a:gd name="connsiteY257" fmla="*/ 65573 h 586882"/>
                <a:gd name="connsiteX258" fmla="*/ 550817 w 577046"/>
                <a:gd name="connsiteY258" fmla="*/ 65573 h 586882"/>
                <a:gd name="connsiteX259" fmla="*/ 554096 w 577046"/>
                <a:gd name="connsiteY259" fmla="*/ 67213 h 586882"/>
                <a:gd name="connsiteX260" fmla="*/ 557375 w 577046"/>
                <a:gd name="connsiteY260" fmla="*/ 67213 h 586882"/>
                <a:gd name="connsiteX261" fmla="*/ 560653 w 577046"/>
                <a:gd name="connsiteY261" fmla="*/ 68852 h 586882"/>
                <a:gd name="connsiteX262" fmla="*/ 565571 w 577046"/>
                <a:gd name="connsiteY262" fmla="*/ 68852 h 586882"/>
                <a:gd name="connsiteX263" fmla="*/ 568850 w 577046"/>
                <a:gd name="connsiteY263" fmla="*/ 68852 h 586882"/>
                <a:gd name="connsiteX264" fmla="*/ 572129 w 577046"/>
                <a:gd name="connsiteY264" fmla="*/ 70492 h 586882"/>
                <a:gd name="connsiteX265" fmla="*/ 577047 w 577046"/>
                <a:gd name="connsiteY265" fmla="*/ 68852 h 586882"/>
                <a:gd name="connsiteX266" fmla="*/ 577047 w 577046"/>
                <a:gd name="connsiteY266" fmla="*/ 68852 h 586882"/>
                <a:gd name="connsiteX267" fmla="*/ 573768 w 577046"/>
                <a:gd name="connsiteY267" fmla="*/ 72131 h 586882"/>
                <a:gd name="connsiteX268" fmla="*/ 570489 w 577046"/>
                <a:gd name="connsiteY268" fmla="*/ 73770 h 586882"/>
                <a:gd name="connsiteX269" fmla="*/ 565571 w 577046"/>
                <a:gd name="connsiteY269" fmla="*/ 77049 h 586882"/>
                <a:gd name="connsiteX270" fmla="*/ 562292 w 577046"/>
                <a:gd name="connsiteY270" fmla="*/ 80328 h 586882"/>
                <a:gd name="connsiteX271" fmla="*/ 557375 w 577046"/>
                <a:gd name="connsiteY271" fmla="*/ 83606 h 586882"/>
                <a:gd name="connsiteX272" fmla="*/ 554096 w 577046"/>
                <a:gd name="connsiteY272" fmla="*/ 85245 h 586882"/>
                <a:gd name="connsiteX273" fmla="*/ 552457 w 577046"/>
                <a:gd name="connsiteY273" fmla="*/ 86885 h 586882"/>
                <a:gd name="connsiteX274" fmla="*/ 554096 w 577046"/>
                <a:gd name="connsiteY274" fmla="*/ 90164 h 586882"/>
                <a:gd name="connsiteX275" fmla="*/ 554096 w 577046"/>
                <a:gd name="connsiteY275" fmla="*/ 90164 h 586882"/>
                <a:gd name="connsiteX276" fmla="*/ 550817 w 577046"/>
                <a:gd name="connsiteY276" fmla="*/ 95082 h 586882"/>
                <a:gd name="connsiteX277" fmla="*/ 550817 w 577046"/>
                <a:gd name="connsiteY277" fmla="*/ 93442 h 586882"/>
                <a:gd name="connsiteX278" fmla="*/ 550817 w 577046"/>
                <a:gd name="connsiteY278" fmla="*/ 93442 h 586882"/>
                <a:gd name="connsiteX279" fmla="*/ 549178 w 577046"/>
                <a:gd name="connsiteY279" fmla="*/ 93442 h 586882"/>
                <a:gd name="connsiteX280" fmla="*/ 545899 w 577046"/>
                <a:gd name="connsiteY280" fmla="*/ 93442 h 586882"/>
                <a:gd name="connsiteX281" fmla="*/ 545899 w 577046"/>
                <a:gd name="connsiteY281" fmla="*/ 98360 h 586882"/>
                <a:gd name="connsiteX282" fmla="*/ 544260 w 577046"/>
                <a:gd name="connsiteY282" fmla="*/ 101639 h 586882"/>
                <a:gd name="connsiteX283" fmla="*/ 540981 w 577046"/>
                <a:gd name="connsiteY283" fmla="*/ 101639 h 586882"/>
                <a:gd name="connsiteX284" fmla="*/ 537702 w 577046"/>
                <a:gd name="connsiteY284" fmla="*/ 101639 h 586882"/>
                <a:gd name="connsiteX285" fmla="*/ 534423 w 577046"/>
                <a:gd name="connsiteY285" fmla="*/ 101639 h 586882"/>
                <a:gd name="connsiteX286" fmla="*/ 529506 w 577046"/>
                <a:gd name="connsiteY286" fmla="*/ 103278 h 586882"/>
                <a:gd name="connsiteX287" fmla="*/ 529506 w 577046"/>
                <a:gd name="connsiteY287" fmla="*/ 104918 h 586882"/>
                <a:gd name="connsiteX288" fmla="*/ 526227 w 577046"/>
                <a:gd name="connsiteY288" fmla="*/ 104918 h 586882"/>
                <a:gd name="connsiteX289" fmla="*/ 522949 w 577046"/>
                <a:gd name="connsiteY289" fmla="*/ 106557 h 586882"/>
                <a:gd name="connsiteX290" fmla="*/ 522949 w 577046"/>
                <a:gd name="connsiteY290" fmla="*/ 106557 h 586882"/>
                <a:gd name="connsiteX291" fmla="*/ 519670 w 577046"/>
                <a:gd name="connsiteY291" fmla="*/ 106557 h 586882"/>
                <a:gd name="connsiteX292" fmla="*/ 516391 w 577046"/>
                <a:gd name="connsiteY292" fmla="*/ 108196 h 586882"/>
                <a:gd name="connsiteX293" fmla="*/ 513112 w 577046"/>
                <a:gd name="connsiteY293" fmla="*/ 113114 h 586882"/>
                <a:gd name="connsiteX294" fmla="*/ 508194 w 577046"/>
                <a:gd name="connsiteY294" fmla="*/ 113114 h 586882"/>
                <a:gd name="connsiteX295" fmla="*/ 504916 w 577046"/>
                <a:gd name="connsiteY295" fmla="*/ 111475 h 586882"/>
                <a:gd name="connsiteX296" fmla="*/ 501637 w 577046"/>
                <a:gd name="connsiteY296" fmla="*/ 111475 h 586882"/>
                <a:gd name="connsiteX297" fmla="*/ 498359 w 577046"/>
                <a:gd name="connsiteY297" fmla="*/ 109836 h 586882"/>
                <a:gd name="connsiteX298" fmla="*/ 493440 w 577046"/>
                <a:gd name="connsiteY298" fmla="*/ 108196 h 586882"/>
                <a:gd name="connsiteX299" fmla="*/ 493440 w 577046"/>
                <a:gd name="connsiteY299" fmla="*/ 108196 h 586882"/>
                <a:gd name="connsiteX300" fmla="*/ 490162 w 577046"/>
                <a:gd name="connsiteY300" fmla="*/ 108196 h 586882"/>
                <a:gd name="connsiteX301" fmla="*/ 485243 w 577046"/>
                <a:gd name="connsiteY301" fmla="*/ 106557 h 586882"/>
                <a:gd name="connsiteX302" fmla="*/ 483604 w 577046"/>
                <a:gd name="connsiteY302" fmla="*/ 106557 h 586882"/>
                <a:gd name="connsiteX303" fmla="*/ 478687 w 577046"/>
                <a:gd name="connsiteY303" fmla="*/ 104918 h 586882"/>
                <a:gd name="connsiteX304" fmla="*/ 478687 w 577046"/>
                <a:gd name="connsiteY304" fmla="*/ 104918 h 586882"/>
                <a:gd name="connsiteX305" fmla="*/ 475408 w 577046"/>
                <a:gd name="connsiteY305" fmla="*/ 104918 h 586882"/>
                <a:gd name="connsiteX306" fmla="*/ 472129 w 577046"/>
                <a:gd name="connsiteY306" fmla="*/ 104918 h 586882"/>
                <a:gd name="connsiteX307" fmla="*/ 467211 w 577046"/>
                <a:gd name="connsiteY307" fmla="*/ 103278 h 586882"/>
                <a:gd name="connsiteX308" fmla="*/ 463932 w 577046"/>
                <a:gd name="connsiteY308" fmla="*/ 101639 h 586882"/>
                <a:gd name="connsiteX309" fmla="*/ 460653 w 577046"/>
                <a:gd name="connsiteY309" fmla="*/ 100000 h 586882"/>
                <a:gd name="connsiteX310" fmla="*/ 457375 w 577046"/>
                <a:gd name="connsiteY310" fmla="*/ 100000 h 586882"/>
                <a:gd name="connsiteX311" fmla="*/ 454096 w 577046"/>
                <a:gd name="connsiteY311" fmla="*/ 101639 h 586882"/>
                <a:gd name="connsiteX312" fmla="*/ 450818 w 577046"/>
                <a:gd name="connsiteY312" fmla="*/ 104918 h 586882"/>
                <a:gd name="connsiteX313" fmla="*/ 445900 w 577046"/>
                <a:gd name="connsiteY313" fmla="*/ 104918 h 586882"/>
                <a:gd name="connsiteX314" fmla="*/ 445900 w 577046"/>
                <a:gd name="connsiteY314" fmla="*/ 108196 h 586882"/>
                <a:gd name="connsiteX315" fmla="*/ 442621 w 577046"/>
                <a:gd name="connsiteY315" fmla="*/ 113114 h 586882"/>
                <a:gd name="connsiteX316" fmla="*/ 442621 w 577046"/>
                <a:gd name="connsiteY316" fmla="*/ 116393 h 586882"/>
                <a:gd name="connsiteX317" fmla="*/ 442621 w 577046"/>
                <a:gd name="connsiteY317" fmla="*/ 119672 h 586882"/>
                <a:gd name="connsiteX318" fmla="*/ 445900 w 577046"/>
                <a:gd name="connsiteY318" fmla="*/ 121311 h 586882"/>
                <a:gd name="connsiteX319" fmla="*/ 449179 w 577046"/>
                <a:gd name="connsiteY319" fmla="*/ 122950 h 586882"/>
                <a:gd name="connsiteX320" fmla="*/ 450818 w 577046"/>
                <a:gd name="connsiteY320" fmla="*/ 126229 h 586882"/>
                <a:gd name="connsiteX321" fmla="*/ 447539 w 577046"/>
                <a:gd name="connsiteY321" fmla="*/ 129508 h 586882"/>
                <a:gd name="connsiteX322" fmla="*/ 447539 w 577046"/>
                <a:gd name="connsiteY322" fmla="*/ 131147 h 586882"/>
                <a:gd name="connsiteX323" fmla="*/ 450818 w 577046"/>
                <a:gd name="connsiteY323" fmla="*/ 134426 h 586882"/>
                <a:gd name="connsiteX324" fmla="*/ 454096 w 577046"/>
                <a:gd name="connsiteY324" fmla="*/ 134426 h 586882"/>
                <a:gd name="connsiteX325" fmla="*/ 455735 w 577046"/>
                <a:gd name="connsiteY325" fmla="*/ 134426 h 586882"/>
                <a:gd name="connsiteX326" fmla="*/ 459014 w 577046"/>
                <a:gd name="connsiteY326" fmla="*/ 134426 h 586882"/>
                <a:gd name="connsiteX327" fmla="*/ 462293 w 577046"/>
                <a:gd name="connsiteY327" fmla="*/ 134426 h 586882"/>
                <a:gd name="connsiteX328" fmla="*/ 463932 w 577046"/>
                <a:gd name="connsiteY328" fmla="*/ 137704 h 586882"/>
                <a:gd name="connsiteX329" fmla="*/ 460653 w 577046"/>
                <a:gd name="connsiteY329" fmla="*/ 140983 h 586882"/>
                <a:gd name="connsiteX330" fmla="*/ 457375 w 577046"/>
                <a:gd name="connsiteY330" fmla="*/ 142622 h 586882"/>
                <a:gd name="connsiteX331" fmla="*/ 454096 w 577046"/>
                <a:gd name="connsiteY331" fmla="*/ 145901 h 586882"/>
                <a:gd name="connsiteX332" fmla="*/ 454096 w 577046"/>
                <a:gd name="connsiteY332" fmla="*/ 145901 h 586882"/>
                <a:gd name="connsiteX333" fmla="*/ 454096 w 577046"/>
                <a:gd name="connsiteY333" fmla="*/ 147540 h 586882"/>
                <a:gd name="connsiteX334" fmla="*/ 455735 w 577046"/>
                <a:gd name="connsiteY334" fmla="*/ 150819 h 586882"/>
                <a:gd name="connsiteX335" fmla="*/ 459014 w 577046"/>
                <a:gd name="connsiteY335" fmla="*/ 152458 h 586882"/>
                <a:gd name="connsiteX336" fmla="*/ 463932 w 577046"/>
                <a:gd name="connsiteY336" fmla="*/ 155737 h 586882"/>
                <a:gd name="connsiteX337" fmla="*/ 463932 w 577046"/>
                <a:gd name="connsiteY337" fmla="*/ 159016 h 586882"/>
                <a:gd name="connsiteX338" fmla="*/ 463932 w 577046"/>
                <a:gd name="connsiteY338" fmla="*/ 162294 h 586882"/>
                <a:gd name="connsiteX339" fmla="*/ 460653 w 577046"/>
                <a:gd name="connsiteY339" fmla="*/ 165573 h 586882"/>
                <a:gd name="connsiteX340" fmla="*/ 460653 w 577046"/>
                <a:gd name="connsiteY340" fmla="*/ 170491 h 586882"/>
                <a:gd name="connsiteX341" fmla="*/ 463932 w 577046"/>
                <a:gd name="connsiteY341" fmla="*/ 173770 h 586882"/>
                <a:gd name="connsiteX342" fmla="*/ 465572 w 577046"/>
                <a:gd name="connsiteY342" fmla="*/ 173770 h 586882"/>
                <a:gd name="connsiteX343" fmla="*/ 468850 w 577046"/>
                <a:gd name="connsiteY343" fmla="*/ 177048 h 586882"/>
                <a:gd name="connsiteX344" fmla="*/ 472129 w 577046"/>
                <a:gd name="connsiteY344" fmla="*/ 178688 h 586882"/>
                <a:gd name="connsiteX345" fmla="*/ 475408 w 577046"/>
                <a:gd name="connsiteY345" fmla="*/ 181966 h 586882"/>
                <a:gd name="connsiteX346" fmla="*/ 475408 w 577046"/>
                <a:gd name="connsiteY346" fmla="*/ 185245 h 586882"/>
                <a:gd name="connsiteX347" fmla="*/ 475408 w 577046"/>
                <a:gd name="connsiteY347" fmla="*/ 186885 h 586882"/>
                <a:gd name="connsiteX348" fmla="*/ 478687 w 577046"/>
                <a:gd name="connsiteY348" fmla="*/ 188524 h 586882"/>
                <a:gd name="connsiteX349" fmla="*/ 483604 w 577046"/>
                <a:gd name="connsiteY349" fmla="*/ 190163 h 586882"/>
                <a:gd name="connsiteX350" fmla="*/ 483604 w 577046"/>
                <a:gd name="connsiteY350" fmla="*/ 190163 h 586882"/>
                <a:gd name="connsiteX351" fmla="*/ 486883 w 577046"/>
                <a:gd name="connsiteY351" fmla="*/ 188524 h 586882"/>
                <a:gd name="connsiteX352" fmla="*/ 488522 w 577046"/>
                <a:gd name="connsiteY352" fmla="*/ 193442 h 586882"/>
                <a:gd name="connsiteX353" fmla="*/ 488522 w 577046"/>
                <a:gd name="connsiteY353" fmla="*/ 196720 h 586882"/>
                <a:gd name="connsiteX354" fmla="*/ 490162 w 577046"/>
                <a:gd name="connsiteY354" fmla="*/ 196720 h 586882"/>
                <a:gd name="connsiteX355" fmla="*/ 490162 w 577046"/>
                <a:gd name="connsiteY355" fmla="*/ 198360 h 586882"/>
                <a:gd name="connsiteX356" fmla="*/ 491801 w 577046"/>
                <a:gd name="connsiteY356" fmla="*/ 201638 h 586882"/>
                <a:gd name="connsiteX357" fmla="*/ 495080 w 577046"/>
                <a:gd name="connsiteY357" fmla="*/ 203278 h 586882"/>
                <a:gd name="connsiteX358" fmla="*/ 499998 w 577046"/>
                <a:gd name="connsiteY358" fmla="*/ 203278 h 586882"/>
                <a:gd name="connsiteX359" fmla="*/ 503277 w 577046"/>
                <a:gd name="connsiteY359" fmla="*/ 203278 h 586882"/>
                <a:gd name="connsiteX360" fmla="*/ 506555 w 577046"/>
                <a:gd name="connsiteY360" fmla="*/ 203278 h 586882"/>
                <a:gd name="connsiteX361" fmla="*/ 509833 w 577046"/>
                <a:gd name="connsiteY361" fmla="*/ 204917 h 586882"/>
                <a:gd name="connsiteX362" fmla="*/ 514752 w 577046"/>
                <a:gd name="connsiteY362" fmla="*/ 206557 h 586882"/>
                <a:gd name="connsiteX363" fmla="*/ 516391 w 577046"/>
                <a:gd name="connsiteY363" fmla="*/ 208196 h 586882"/>
                <a:gd name="connsiteX364" fmla="*/ 518030 w 577046"/>
                <a:gd name="connsiteY364" fmla="*/ 211475 h 586882"/>
                <a:gd name="connsiteX365" fmla="*/ 518030 w 577046"/>
                <a:gd name="connsiteY365" fmla="*/ 214753 h 586882"/>
                <a:gd name="connsiteX366" fmla="*/ 513112 w 577046"/>
                <a:gd name="connsiteY366" fmla="*/ 218032 h 586882"/>
                <a:gd name="connsiteX367" fmla="*/ 509833 w 577046"/>
                <a:gd name="connsiteY367" fmla="*/ 219671 h 586882"/>
                <a:gd name="connsiteX368" fmla="*/ 506555 w 577046"/>
                <a:gd name="connsiteY368" fmla="*/ 219671 h 586882"/>
                <a:gd name="connsiteX369" fmla="*/ 506555 w 577046"/>
                <a:gd name="connsiteY369" fmla="*/ 219671 h 586882"/>
                <a:gd name="connsiteX370" fmla="*/ 503277 w 577046"/>
                <a:gd name="connsiteY370" fmla="*/ 221310 h 586882"/>
                <a:gd name="connsiteX371" fmla="*/ 499998 w 577046"/>
                <a:gd name="connsiteY371" fmla="*/ 226229 h 586882"/>
                <a:gd name="connsiteX372" fmla="*/ 495080 w 577046"/>
                <a:gd name="connsiteY372" fmla="*/ 227868 h 586882"/>
                <a:gd name="connsiteX373" fmla="*/ 491801 w 577046"/>
                <a:gd name="connsiteY373" fmla="*/ 231147 h 586882"/>
                <a:gd name="connsiteX374" fmla="*/ 491801 w 577046"/>
                <a:gd name="connsiteY374" fmla="*/ 234425 h 586882"/>
                <a:gd name="connsiteX375" fmla="*/ 491801 w 577046"/>
                <a:gd name="connsiteY375" fmla="*/ 236065 h 586882"/>
                <a:gd name="connsiteX376" fmla="*/ 495080 w 577046"/>
                <a:gd name="connsiteY376" fmla="*/ 239343 h 586882"/>
                <a:gd name="connsiteX377" fmla="*/ 495080 w 577046"/>
                <a:gd name="connsiteY377" fmla="*/ 240982 h 586882"/>
                <a:gd name="connsiteX378" fmla="*/ 496719 w 577046"/>
                <a:gd name="connsiteY378" fmla="*/ 242622 h 586882"/>
                <a:gd name="connsiteX379" fmla="*/ 498359 w 577046"/>
                <a:gd name="connsiteY379" fmla="*/ 245901 h 586882"/>
                <a:gd name="connsiteX380" fmla="*/ 496719 w 577046"/>
                <a:gd name="connsiteY380" fmla="*/ 250819 h 586882"/>
                <a:gd name="connsiteX381" fmla="*/ 496719 w 577046"/>
                <a:gd name="connsiteY381" fmla="*/ 254097 h 586882"/>
                <a:gd name="connsiteX382" fmla="*/ 496719 w 577046"/>
                <a:gd name="connsiteY382" fmla="*/ 257376 h 586882"/>
                <a:gd name="connsiteX383" fmla="*/ 496719 w 577046"/>
                <a:gd name="connsiteY383" fmla="*/ 260655 h 586882"/>
                <a:gd name="connsiteX384" fmla="*/ 498359 w 577046"/>
                <a:gd name="connsiteY384" fmla="*/ 262294 h 586882"/>
                <a:gd name="connsiteX385" fmla="*/ 503277 w 577046"/>
                <a:gd name="connsiteY385" fmla="*/ 263933 h 586882"/>
                <a:gd name="connsiteX386" fmla="*/ 501637 w 577046"/>
                <a:gd name="connsiteY386" fmla="*/ 265573 h 586882"/>
                <a:gd name="connsiteX387" fmla="*/ 499998 w 577046"/>
                <a:gd name="connsiteY387" fmla="*/ 265573 h 586882"/>
                <a:gd name="connsiteX388" fmla="*/ 498359 w 577046"/>
                <a:gd name="connsiteY388" fmla="*/ 265573 h 586882"/>
                <a:gd name="connsiteX389" fmla="*/ 498359 w 577046"/>
                <a:gd name="connsiteY389" fmla="*/ 267212 h 586882"/>
                <a:gd name="connsiteX390" fmla="*/ 498359 w 577046"/>
                <a:gd name="connsiteY390" fmla="*/ 267212 h 586882"/>
                <a:gd name="connsiteX391" fmla="*/ 498359 w 577046"/>
                <a:gd name="connsiteY391" fmla="*/ 268851 h 586882"/>
                <a:gd name="connsiteX392" fmla="*/ 493440 w 577046"/>
                <a:gd name="connsiteY392" fmla="*/ 272130 h 586882"/>
                <a:gd name="connsiteX393" fmla="*/ 490162 w 577046"/>
                <a:gd name="connsiteY393" fmla="*/ 273769 h 586882"/>
                <a:gd name="connsiteX394" fmla="*/ 490162 w 577046"/>
                <a:gd name="connsiteY394" fmla="*/ 277048 h 586882"/>
                <a:gd name="connsiteX395" fmla="*/ 486883 w 577046"/>
                <a:gd name="connsiteY395" fmla="*/ 280327 h 586882"/>
                <a:gd name="connsiteX396" fmla="*/ 485243 w 577046"/>
                <a:gd name="connsiteY396" fmla="*/ 283605 h 586882"/>
                <a:gd name="connsiteX397" fmla="*/ 483604 w 577046"/>
                <a:gd name="connsiteY397" fmla="*/ 286884 h 586882"/>
                <a:gd name="connsiteX398" fmla="*/ 480325 w 577046"/>
                <a:gd name="connsiteY398" fmla="*/ 291802 h 586882"/>
                <a:gd name="connsiteX399" fmla="*/ 478687 w 577046"/>
                <a:gd name="connsiteY399" fmla="*/ 295081 h 586882"/>
                <a:gd name="connsiteX400" fmla="*/ 477047 w 577046"/>
                <a:gd name="connsiteY400" fmla="*/ 295081 h 586882"/>
                <a:gd name="connsiteX401" fmla="*/ 480325 w 577046"/>
                <a:gd name="connsiteY401" fmla="*/ 296720 h 586882"/>
                <a:gd name="connsiteX402" fmla="*/ 481965 w 577046"/>
                <a:gd name="connsiteY402" fmla="*/ 298359 h 586882"/>
                <a:gd name="connsiteX403" fmla="*/ 481965 w 577046"/>
                <a:gd name="connsiteY403" fmla="*/ 298359 h 586882"/>
                <a:gd name="connsiteX404" fmla="*/ 483604 w 577046"/>
                <a:gd name="connsiteY404" fmla="*/ 303277 h 586882"/>
                <a:gd name="connsiteX405" fmla="*/ 481965 w 577046"/>
                <a:gd name="connsiteY405" fmla="*/ 304917 h 586882"/>
                <a:gd name="connsiteX406" fmla="*/ 480325 w 577046"/>
                <a:gd name="connsiteY406" fmla="*/ 306556 h 586882"/>
                <a:gd name="connsiteX407" fmla="*/ 477047 w 577046"/>
                <a:gd name="connsiteY407" fmla="*/ 308195 h 586882"/>
                <a:gd name="connsiteX408" fmla="*/ 472129 w 577046"/>
                <a:gd name="connsiteY408" fmla="*/ 309835 h 586882"/>
                <a:gd name="connsiteX409" fmla="*/ 468850 w 577046"/>
                <a:gd name="connsiteY409" fmla="*/ 311474 h 586882"/>
                <a:gd name="connsiteX410" fmla="*/ 467211 w 577046"/>
                <a:gd name="connsiteY410" fmla="*/ 311474 h 586882"/>
                <a:gd name="connsiteX411" fmla="*/ 463932 w 577046"/>
                <a:gd name="connsiteY411" fmla="*/ 316392 h 586882"/>
                <a:gd name="connsiteX412" fmla="*/ 463932 w 577046"/>
                <a:gd name="connsiteY412" fmla="*/ 319671 h 586882"/>
                <a:gd name="connsiteX413" fmla="*/ 462293 w 577046"/>
                <a:gd name="connsiteY413" fmla="*/ 322949 h 586882"/>
                <a:gd name="connsiteX414" fmla="*/ 462293 w 577046"/>
                <a:gd name="connsiteY414" fmla="*/ 322949 h 586882"/>
                <a:gd name="connsiteX415" fmla="*/ 462293 w 577046"/>
                <a:gd name="connsiteY415" fmla="*/ 327867 h 586882"/>
                <a:gd name="connsiteX416" fmla="*/ 462293 w 577046"/>
                <a:gd name="connsiteY416" fmla="*/ 331146 h 586882"/>
                <a:gd name="connsiteX417" fmla="*/ 460653 w 577046"/>
                <a:gd name="connsiteY417" fmla="*/ 336064 h 586882"/>
                <a:gd name="connsiteX418" fmla="*/ 459014 w 577046"/>
                <a:gd name="connsiteY418" fmla="*/ 339343 h 586882"/>
                <a:gd name="connsiteX419" fmla="*/ 457375 w 577046"/>
                <a:gd name="connsiteY419" fmla="*/ 342622 h 586882"/>
                <a:gd name="connsiteX420" fmla="*/ 455735 w 577046"/>
                <a:gd name="connsiteY420" fmla="*/ 347539 h 586882"/>
                <a:gd name="connsiteX421" fmla="*/ 454096 w 577046"/>
                <a:gd name="connsiteY421" fmla="*/ 350818 h 586882"/>
                <a:gd name="connsiteX422" fmla="*/ 452457 w 577046"/>
                <a:gd name="connsiteY422" fmla="*/ 354097 h 586882"/>
                <a:gd name="connsiteX423" fmla="*/ 447539 w 577046"/>
                <a:gd name="connsiteY423" fmla="*/ 355736 h 586882"/>
                <a:gd name="connsiteX424" fmla="*/ 444260 w 577046"/>
                <a:gd name="connsiteY424" fmla="*/ 359015 h 586882"/>
                <a:gd name="connsiteX425" fmla="*/ 440982 w 577046"/>
                <a:gd name="connsiteY425" fmla="*/ 362294 h 586882"/>
                <a:gd name="connsiteX426" fmla="*/ 437703 w 577046"/>
                <a:gd name="connsiteY426" fmla="*/ 363933 h 586882"/>
                <a:gd name="connsiteX427" fmla="*/ 432785 w 577046"/>
                <a:gd name="connsiteY427" fmla="*/ 368851 h 586882"/>
                <a:gd name="connsiteX428" fmla="*/ 431145 w 577046"/>
                <a:gd name="connsiteY428" fmla="*/ 372129 h 586882"/>
                <a:gd name="connsiteX429" fmla="*/ 431145 w 577046"/>
                <a:gd name="connsiteY429" fmla="*/ 375408 h 586882"/>
                <a:gd name="connsiteX430" fmla="*/ 431145 w 577046"/>
                <a:gd name="connsiteY430" fmla="*/ 380326 h 586882"/>
                <a:gd name="connsiteX431" fmla="*/ 429506 w 577046"/>
                <a:gd name="connsiteY431" fmla="*/ 383605 h 586882"/>
                <a:gd name="connsiteX432" fmla="*/ 426228 w 577046"/>
                <a:gd name="connsiteY432" fmla="*/ 386884 h 586882"/>
                <a:gd name="connsiteX433" fmla="*/ 422949 w 577046"/>
                <a:gd name="connsiteY433" fmla="*/ 391802 h 586882"/>
                <a:gd name="connsiteX434" fmla="*/ 421310 w 577046"/>
                <a:gd name="connsiteY434" fmla="*/ 395080 h 586882"/>
                <a:gd name="connsiteX435" fmla="*/ 421310 w 577046"/>
                <a:gd name="connsiteY435" fmla="*/ 398359 h 586882"/>
                <a:gd name="connsiteX436" fmla="*/ 418031 w 577046"/>
                <a:gd name="connsiteY436" fmla="*/ 403277 h 586882"/>
                <a:gd name="connsiteX437" fmla="*/ 414752 w 577046"/>
                <a:gd name="connsiteY437" fmla="*/ 404916 h 586882"/>
                <a:gd name="connsiteX438" fmla="*/ 409834 w 577046"/>
                <a:gd name="connsiteY438" fmla="*/ 404916 h 586882"/>
                <a:gd name="connsiteX439" fmla="*/ 406555 w 577046"/>
                <a:gd name="connsiteY439" fmla="*/ 404916 h 586882"/>
                <a:gd name="connsiteX440" fmla="*/ 403277 w 577046"/>
                <a:gd name="connsiteY440" fmla="*/ 404916 h 586882"/>
                <a:gd name="connsiteX441" fmla="*/ 398359 w 577046"/>
                <a:gd name="connsiteY441" fmla="*/ 406556 h 586882"/>
                <a:gd name="connsiteX442" fmla="*/ 395080 w 577046"/>
                <a:gd name="connsiteY442" fmla="*/ 408195 h 586882"/>
                <a:gd name="connsiteX443" fmla="*/ 391801 w 577046"/>
                <a:gd name="connsiteY443" fmla="*/ 409834 h 586882"/>
                <a:gd name="connsiteX444" fmla="*/ 388523 w 577046"/>
                <a:gd name="connsiteY444" fmla="*/ 411474 h 586882"/>
                <a:gd name="connsiteX445" fmla="*/ 383605 w 577046"/>
                <a:gd name="connsiteY445" fmla="*/ 413113 h 586882"/>
                <a:gd name="connsiteX446" fmla="*/ 381965 w 577046"/>
                <a:gd name="connsiteY446" fmla="*/ 411474 h 586882"/>
                <a:gd name="connsiteX447" fmla="*/ 378687 w 577046"/>
                <a:gd name="connsiteY447" fmla="*/ 408195 h 586882"/>
                <a:gd name="connsiteX448" fmla="*/ 377047 w 577046"/>
                <a:gd name="connsiteY448" fmla="*/ 404916 h 586882"/>
                <a:gd name="connsiteX449" fmla="*/ 373769 w 577046"/>
                <a:gd name="connsiteY449" fmla="*/ 401637 h 586882"/>
                <a:gd name="connsiteX450" fmla="*/ 370490 w 577046"/>
                <a:gd name="connsiteY450" fmla="*/ 398359 h 586882"/>
                <a:gd name="connsiteX451" fmla="*/ 367211 w 577046"/>
                <a:gd name="connsiteY451" fmla="*/ 398359 h 586882"/>
                <a:gd name="connsiteX452" fmla="*/ 362294 w 577046"/>
                <a:gd name="connsiteY452" fmla="*/ 401637 h 586882"/>
                <a:gd name="connsiteX453" fmla="*/ 359015 w 577046"/>
                <a:gd name="connsiteY453" fmla="*/ 404916 h 586882"/>
                <a:gd name="connsiteX454" fmla="*/ 357375 w 577046"/>
                <a:gd name="connsiteY454" fmla="*/ 408195 h 586882"/>
                <a:gd name="connsiteX455" fmla="*/ 355736 w 577046"/>
                <a:gd name="connsiteY455" fmla="*/ 411474 h 586882"/>
                <a:gd name="connsiteX456" fmla="*/ 355736 w 577046"/>
                <a:gd name="connsiteY456" fmla="*/ 414752 h 586882"/>
                <a:gd name="connsiteX457" fmla="*/ 354097 w 577046"/>
                <a:gd name="connsiteY457" fmla="*/ 418031 h 586882"/>
                <a:gd name="connsiteX458" fmla="*/ 350818 w 577046"/>
                <a:gd name="connsiteY458" fmla="*/ 422949 h 586882"/>
                <a:gd name="connsiteX459" fmla="*/ 349179 w 577046"/>
                <a:gd name="connsiteY459" fmla="*/ 426228 h 586882"/>
                <a:gd name="connsiteX460" fmla="*/ 345900 w 577046"/>
                <a:gd name="connsiteY460" fmla="*/ 429506 h 586882"/>
                <a:gd name="connsiteX461" fmla="*/ 342621 w 577046"/>
                <a:gd name="connsiteY461" fmla="*/ 434424 h 586882"/>
                <a:gd name="connsiteX462" fmla="*/ 339343 w 577046"/>
                <a:gd name="connsiteY462" fmla="*/ 437703 h 586882"/>
                <a:gd name="connsiteX463" fmla="*/ 339343 w 577046"/>
                <a:gd name="connsiteY463" fmla="*/ 440982 h 586882"/>
                <a:gd name="connsiteX464" fmla="*/ 339343 w 577046"/>
                <a:gd name="connsiteY464" fmla="*/ 445900 h 586882"/>
                <a:gd name="connsiteX465" fmla="*/ 339343 w 577046"/>
                <a:gd name="connsiteY465" fmla="*/ 449178 h 586882"/>
                <a:gd name="connsiteX466" fmla="*/ 339343 w 577046"/>
                <a:gd name="connsiteY466" fmla="*/ 452457 h 586882"/>
                <a:gd name="connsiteX467" fmla="*/ 342621 w 577046"/>
                <a:gd name="connsiteY467" fmla="*/ 455736 h 586882"/>
                <a:gd name="connsiteX468" fmla="*/ 345900 w 577046"/>
                <a:gd name="connsiteY468" fmla="*/ 457375 h 586882"/>
                <a:gd name="connsiteX469" fmla="*/ 350818 w 577046"/>
                <a:gd name="connsiteY469" fmla="*/ 460654 h 586882"/>
                <a:gd name="connsiteX470" fmla="*/ 354097 w 577046"/>
                <a:gd name="connsiteY470" fmla="*/ 462293 h 586882"/>
                <a:gd name="connsiteX471" fmla="*/ 357375 w 577046"/>
                <a:gd name="connsiteY471" fmla="*/ 462293 h 586882"/>
                <a:gd name="connsiteX472" fmla="*/ 359015 w 577046"/>
                <a:gd name="connsiteY472" fmla="*/ 462293 h 586882"/>
                <a:gd name="connsiteX473" fmla="*/ 360654 w 577046"/>
                <a:gd name="connsiteY473" fmla="*/ 460654 h 586882"/>
                <a:gd name="connsiteX474" fmla="*/ 363933 w 577046"/>
                <a:gd name="connsiteY474" fmla="*/ 462293 h 586882"/>
                <a:gd name="connsiteX475" fmla="*/ 367211 w 577046"/>
                <a:gd name="connsiteY475" fmla="*/ 465572 h 586882"/>
                <a:gd name="connsiteX476" fmla="*/ 367211 w 577046"/>
                <a:gd name="connsiteY476" fmla="*/ 468850 h 586882"/>
                <a:gd name="connsiteX477" fmla="*/ 367211 w 577046"/>
                <a:gd name="connsiteY477" fmla="*/ 473768 h 586882"/>
                <a:gd name="connsiteX478" fmla="*/ 367211 w 577046"/>
                <a:gd name="connsiteY478" fmla="*/ 477047 h 586882"/>
                <a:gd name="connsiteX479" fmla="*/ 367211 w 577046"/>
                <a:gd name="connsiteY479" fmla="*/ 480326 h 586882"/>
                <a:gd name="connsiteX480" fmla="*/ 365572 w 577046"/>
                <a:gd name="connsiteY480" fmla="*/ 485244 h 586882"/>
                <a:gd name="connsiteX481" fmla="*/ 365572 w 577046"/>
                <a:gd name="connsiteY481" fmla="*/ 488522 h 586882"/>
                <a:gd name="connsiteX482" fmla="*/ 367211 w 577046"/>
                <a:gd name="connsiteY482" fmla="*/ 491801 h 586882"/>
                <a:gd name="connsiteX483" fmla="*/ 370490 w 577046"/>
                <a:gd name="connsiteY483" fmla="*/ 496719 h 586882"/>
                <a:gd name="connsiteX484" fmla="*/ 373769 w 577046"/>
                <a:gd name="connsiteY484" fmla="*/ 499998 h 586882"/>
                <a:gd name="connsiteX485" fmla="*/ 373769 w 577046"/>
                <a:gd name="connsiteY485" fmla="*/ 499998 h 586882"/>
                <a:gd name="connsiteX486" fmla="*/ 378687 w 577046"/>
                <a:gd name="connsiteY486" fmla="*/ 501637 h 586882"/>
                <a:gd name="connsiteX487" fmla="*/ 381965 w 577046"/>
                <a:gd name="connsiteY487" fmla="*/ 501637 h 586882"/>
                <a:gd name="connsiteX488" fmla="*/ 385244 w 577046"/>
                <a:gd name="connsiteY488" fmla="*/ 499998 h 586882"/>
                <a:gd name="connsiteX489" fmla="*/ 390162 w 577046"/>
                <a:gd name="connsiteY489" fmla="*/ 501637 h 586882"/>
                <a:gd name="connsiteX490" fmla="*/ 390162 w 577046"/>
                <a:gd name="connsiteY490" fmla="*/ 504916 h 586882"/>
                <a:gd name="connsiteX491" fmla="*/ 390162 w 577046"/>
                <a:gd name="connsiteY491" fmla="*/ 509834 h 586882"/>
                <a:gd name="connsiteX492" fmla="*/ 390162 w 577046"/>
                <a:gd name="connsiteY492" fmla="*/ 513112 h 586882"/>
                <a:gd name="connsiteX493" fmla="*/ 393441 w 577046"/>
                <a:gd name="connsiteY493" fmla="*/ 516391 h 586882"/>
                <a:gd name="connsiteX494" fmla="*/ 396720 w 577046"/>
                <a:gd name="connsiteY494" fmla="*/ 521309 h 586882"/>
                <a:gd name="connsiteX495" fmla="*/ 399998 w 577046"/>
                <a:gd name="connsiteY495" fmla="*/ 524588 h 586882"/>
                <a:gd name="connsiteX496" fmla="*/ 401638 w 577046"/>
                <a:gd name="connsiteY496" fmla="*/ 527866 h 586882"/>
                <a:gd name="connsiteX497" fmla="*/ 403277 w 577046"/>
                <a:gd name="connsiteY497" fmla="*/ 531145 h 586882"/>
                <a:gd name="connsiteX498" fmla="*/ 403277 w 577046"/>
                <a:gd name="connsiteY498" fmla="*/ 534424 h 586882"/>
                <a:gd name="connsiteX499" fmla="*/ 406555 w 577046"/>
                <a:gd name="connsiteY499" fmla="*/ 539342 h 586882"/>
                <a:gd name="connsiteX500" fmla="*/ 408195 w 577046"/>
                <a:gd name="connsiteY500" fmla="*/ 542621 h 586882"/>
                <a:gd name="connsiteX501" fmla="*/ 409834 w 577046"/>
                <a:gd name="connsiteY501" fmla="*/ 545899 h 586882"/>
                <a:gd name="connsiteX502" fmla="*/ 406555 w 577046"/>
                <a:gd name="connsiteY502" fmla="*/ 549178 h 586882"/>
                <a:gd name="connsiteX503" fmla="*/ 408195 w 577046"/>
                <a:gd name="connsiteY503" fmla="*/ 552456 h 586882"/>
                <a:gd name="connsiteX504" fmla="*/ 408195 w 577046"/>
                <a:gd name="connsiteY504" fmla="*/ 555735 h 586882"/>
                <a:gd name="connsiteX505" fmla="*/ 411474 w 577046"/>
                <a:gd name="connsiteY505" fmla="*/ 557374 h 586882"/>
                <a:gd name="connsiteX506" fmla="*/ 408195 w 577046"/>
                <a:gd name="connsiteY506" fmla="*/ 560653 h 586882"/>
                <a:gd name="connsiteX507" fmla="*/ 404916 w 577046"/>
                <a:gd name="connsiteY507" fmla="*/ 560653 h 586882"/>
                <a:gd name="connsiteX508" fmla="*/ 401638 w 577046"/>
                <a:gd name="connsiteY508" fmla="*/ 565571 h 586882"/>
                <a:gd name="connsiteX509" fmla="*/ 398359 w 577046"/>
                <a:gd name="connsiteY509" fmla="*/ 565571 h 586882"/>
                <a:gd name="connsiteX510" fmla="*/ 395080 w 577046"/>
                <a:gd name="connsiteY510" fmla="*/ 563932 h 586882"/>
                <a:gd name="connsiteX511" fmla="*/ 393441 w 577046"/>
                <a:gd name="connsiteY511" fmla="*/ 560653 h 586882"/>
                <a:gd name="connsiteX512" fmla="*/ 390162 w 577046"/>
                <a:gd name="connsiteY512" fmla="*/ 557374 h 586882"/>
                <a:gd name="connsiteX513" fmla="*/ 386884 w 577046"/>
                <a:gd name="connsiteY513" fmla="*/ 557374 h 586882"/>
                <a:gd name="connsiteX514" fmla="*/ 383605 w 577046"/>
                <a:gd name="connsiteY514" fmla="*/ 560653 h 586882"/>
                <a:gd name="connsiteX515" fmla="*/ 378687 w 577046"/>
                <a:gd name="connsiteY515" fmla="*/ 560653 h 586882"/>
                <a:gd name="connsiteX516" fmla="*/ 375408 w 577046"/>
                <a:gd name="connsiteY516" fmla="*/ 562293 h 586882"/>
                <a:gd name="connsiteX517" fmla="*/ 373769 w 577046"/>
                <a:gd name="connsiteY517" fmla="*/ 567211 h 586882"/>
                <a:gd name="connsiteX518" fmla="*/ 373769 w 577046"/>
                <a:gd name="connsiteY518" fmla="*/ 567211 h 586882"/>
                <a:gd name="connsiteX519" fmla="*/ 372130 w 577046"/>
                <a:gd name="connsiteY519" fmla="*/ 568850 h 586882"/>
                <a:gd name="connsiteX520" fmla="*/ 367211 w 577046"/>
                <a:gd name="connsiteY520" fmla="*/ 568850 h 586882"/>
                <a:gd name="connsiteX521" fmla="*/ 363933 w 577046"/>
                <a:gd name="connsiteY521" fmla="*/ 568850 h 586882"/>
                <a:gd name="connsiteX522" fmla="*/ 360654 w 577046"/>
                <a:gd name="connsiteY522" fmla="*/ 567211 h 586882"/>
                <a:gd name="connsiteX523" fmla="*/ 357375 w 577046"/>
                <a:gd name="connsiteY523" fmla="*/ 563932 h 586882"/>
                <a:gd name="connsiteX524" fmla="*/ 354097 w 577046"/>
                <a:gd name="connsiteY524" fmla="*/ 563932 h 586882"/>
                <a:gd name="connsiteX525" fmla="*/ 349179 w 577046"/>
                <a:gd name="connsiteY525" fmla="*/ 563932 h 586882"/>
                <a:gd name="connsiteX526" fmla="*/ 345900 w 577046"/>
                <a:gd name="connsiteY526" fmla="*/ 563932 h 586882"/>
                <a:gd name="connsiteX527" fmla="*/ 342621 w 577046"/>
                <a:gd name="connsiteY527" fmla="*/ 563932 h 586882"/>
                <a:gd name="connsiteX528" fmla="*/ 340982 w 577046"/>
                <a:gd name="connsiteY528" fmla="*/ 563932 h 586882"/>
                <a:gd name="connsiteX529" fmla="*/ 336064 w 577046"/>
                <a:gd name="connsiteY529" fmla="*/ 563932 h 586882"/>
                <a:gd name="connsiteX530" fmla="*/ 334425 w 577046"/>
                <a:gd name="connsiteY530" fmla="*/ 563932 h 586882"/>
                <a:gd name="connsiteX531" fmla="*/ 331146 w 577046"/>
                <a:gd name="connsiteY531" fmla="*/ 562293 h 586882"/>
                <a:gd name="connsiteX532" fmla="*/ 327867 w 577046"/>
                <a:gd name="connsiteY532" fmla="*/ 563932 h 586882"/>
                <a:gd name="connsiteX533" fmla="*/ 324588 w 577046"/>
                <a:gd name="connsiteY533" fmla="*/ 562293 h 586882"/>
                <a:gd name="connsiteX534" fmla="*/ 324588 w 577046"/>
                <a:gd name="connsiteY534" fmla="*/ 562293 h 586882"/>
                <a:gd name="connsiteX535" fmla="*/ 324588 w 577046"/>
                <a:gd name="connsiteY535" fmla="*/ 565571 h 586882"/>
                <a:gd name="connsiteX536" fmla="*/ 324588 w 577046"/>
                <a:gd name="connsiteY536" fmla="*/ 570489 h 586882"/>
                <a:gd name="connsiteX537" fmla="*/ 324588 w 577046"/>
                <a:gd name="connsiteY537" fmla="*/ 573768 h 586882"/>
                <a:gd name="connsiteX538" fmla="*/ 322950 w 577046"/>
                <a:gd name="connsiteY538" fmla="*/ 577046 h 586882"/>
                <a:gd name="connsiteX539" fmla="*/ 319671 w 577046"/>
                <a:gd name="connsiteY539" fmla="*/ 577046 h 586882"/>
                <a:gd name="connsiteX540" fmla="*/ 316392 w 577046"/>
                <a:gd name="connsiteY540" fmla="*/ 577046 h 586882"/>
                <a:gd name="connsiteX541" fmla="*/ 311474 w 577046"/>
                <a:gd name="connsiteY541" fmla="*/ 578686 h 586882"/>
                <a:gd name="connsiteX542" fmla="*/ 308195 w 577046"/>
                <a:gd name="connsiteY542" fmla="*/ 578686 h 586882"/>
                <a:gd name="connsiteX543" fmla="*/ 306556 w 577046"/>
                <a:gd name="connsiteY543" fmla="*/ 581965 h 586882"/>
                <a:gd name="connsiteX544" fmla="*/ 304917 w 577046"/>
                <a:gd name="connsiteY544" fmla="*/ 586883 h 586882"/>
                <a:gd name="connsiteX545" fmla="*/ 304917 w 577046"/>
                <a:gd name="connsiteY545" fmla="*/ 581965 h 586882"/>
                <a:gd name="connsiteX546" fmla="*/ 303277 w 577046"/>
                <a:gd name="connsiteY546" fmla="*/ 586883 h 586882"/>
                <a:gd name="connsiteX547" fmla="*/ 299998 w 577046"/>
                <a:gd name="connsiteY547" fmla="*/ 583604 h 586882"/>
                <a:gd name="connsiteX548" fmla="*/ 298360 w 577046"/>
                <a:gd name="connsiteY548" fmla="*/ 578686 h 586882"/>
                <a:gd name="connsiteX549" fmla="*/ 298360 w 577046"/>
                <a:gd name="connsiteY549" fmla="*/ 578686 h 586882"/>
                <a:gd name="connsiteX550" fmla="*/ 298360 w 577046"/>
                <a:gd name="connsiteY550" fmla="*/ 578686 h 586882"/>
                <a:gd name="connsiteX551" fmla="*/ 299998 w 577046"/>
                <a:gd name="connsiteY551" fmla="*/ 581965 h 586882"/>
                <a:gd name="connsiteX552" fmla="*/ 298360 w 577046"/>
                <a:gd name="connsiteY552" fmla="*/ 586883 h 586882"/>
                <a:gd name="connsiteX553" fmla="*/ 295081 w 577046"/>
                <a:gd name="connsiteY553" fmla="*/ 583604 h 586882"/>
                <a:gd name="connsiteX554" fmla="*/ 293441 w 577046"/>
                <a:gd name="connsiteY554" fmla="*/ 580325 h 586882"/>
                <a:gd name="connsiteX555" fmla="*/ 291802 w 577046"/>
                <a:gd name="connsiteY555" fmla="*/ 580325 h 586882"/>
                <a:gd name="connsiteX556" fmla="*/ 291802 w 577046"/>
                <a:gd name="connsiteY556" fmla="*/ 580325 h 586882"/>
                <a:gd name="connsiteX557" fmla="*/ 291802 w 577046"/>
                <a:gd name="connsiteY557" fmla="*/ 583604 h 586882"/>
                <a:gd name="connsiteX558" fmla="*/ 288523 w 577046"/>
                <a:gd name="connsiteY558" fmla="*/ 583604 h 586882"/>
                <a:gd name="connsiteX559" fmla="*/ 283605 w 577046"/>
                <a:gd name="connsiteY559" fmla="*/ 585243 h 586882"/>
                <a:gd name="connsiteX560" fmla="*/ 283605 w 577046"/>
                <a:gd name="connsiteY560" fmla="*/ 580325 h 586882"/>
                <a:gd name="connsiteX561" fmla="*/ 283605 w 577046"/>
                <a:gd name="connsiteY561" fmla="*/ 580325 h 586882"/>
                <a:gd name="connsiteX562" fmla="*/ 283605 w 577046"/>
                <a:gd name="connsiteY562" fmla="*/ 578686 h 586882"/>
                <a:gd name="connsiteX563" fmla="*/ 280327 w 577046"/>
                <a:gd name="connsiteY563" fmla="*/ 580325 h 586882"/>
                <a:gd name="connsiteX564" fmla="*/ 280327 w 577046"/>
                <a:gd name="connsiteY564" fmla="*/ 578686 h 586882"/>
                <a:gd name="connsiteX565" fmla="*/ 277048 w 577046"/>
                <a:gd name="connsiteY565" fmla="*/ 575407 h 586882"/>
                <a:gd name="connsiteX566" fmla="*/ 278687 w 577046"/>
                <a:gd name="connsiteY566" fmla="*/ 573768 h 586882"/>
                <a:gd name="connsiteX567" fmla="*/ 278687 w 577046"/>
                <a:gd name="connsiteY567" fmla="*/ 573768 h 586882"/>
                <a:gd name="connsiteX568" fmla="*/ 275408 w 577046"/>
                <a:gd name="connsiteY568" fmla="*/ 573768 h 586882"/>
                <a:gd name="connsiteX569" fmla="*/ 272130 w 577046"/>
                <a:gd name="connsiteY569" fmla="*/ 570489 h 586882"/>
                <a:gd name="connsiteX570" fmla="*/ 270491 w 577046"/>
                <a:gd name="connsiteY570" fmla="*/ 567211 h 586882"/>
                <a:gd name="connsiteX571" fmla="*/ 268851 w 577046"/>
                <a:gd name="connsiteY571" fmla="*/ 563932 h 586882"/>
                <a:gd name="connsiteX572" fmla="*/ 270491 w 577046"/>
                <a:gd name="connsiteY572" fmla="*/ 560653 h 586882"/>
                <a:gd name="connsiteX573" fmla="*/ 267212 w 577046"/>
                <a:gd name="connsiteY573" fmla="*/ 557374 h 586882"/>
                <a:gd name="connsiteX574" fmla="*/ 265573 w 577046"/>
                <a:gd name="connsiteY574" fmla="*/ 554096 h 586882"/>
                <a:gd name="connsiteX575" fmla="*/ 267212 w 577046"/>
                <a:gd name="connsiteY575" fmla="*/ 550817 h 586882"/>
                <a:gd name="connsiteX576" fmla="*/ 262294 w 577046"/>
                <a:gd name="connsiteY576" fmla="*/ 545899 h 586882"/>
                <a:gd name="connsiteX577" fmla="*/ 263933 w 577046"/>
                <a:gd name="connsiteY577" fmla="*/ 542621 h 586882"/>
                <a:gd name="connsiteX578" fmla="*/ 259015 w 577046"/>
                <a:gd name="connsiteY578" fmla="*/ 540981 h 586882"/>
                <a:gd name="connsiteX579" fmla="*/ 255737 w 577046"/>
                <a:gd name="connsiteY579" fmla="*/ 539342 h 586882"/>
                <a:gd name="connsiteX580" fmla="*/ 252458 w 577046"/>
                <a:gd name="connsiteY580" fmla="*/ 539342 h 586882"/>
                <a:gd name="connsiteX581" fmla="*/ 249179 w 577046"/>
                <a:gd name="connsiteY581" fmla="*/ 539342 h 586882"/>
                <a:gd name="connsiteX582" fmla="*/ 244261 w 577046"/>
                <a:gd name="connsiteY582" fmla="*/ 536063 h 586882"/>
                <a:gd name="connsiteX583" fmla="*/ 242622 w 577046"/>
                <a:gd name="connsiteY583" fmla="*/ 536063 h 586882"/>
                <a:gd name="connsiteX584" fmla="*/ 244261 w 577046"/>
                <a:gd name="connsiteY584" fmla="*/ 531145 h 586882"/>
                <a:gd name="connsiteX585" fmla="*/ 244261 w 577046"/>
                <a:gd name="connsiteY585" fmla="*/ 531145 h 586882"/>
                <a:gd name="connsiteX586" fmla="*/ 244261 w 577046"/>
                <a:gd name="connsiteY586" fmla="*/ 526227 h 586882"/>
                <a:gd name="connsiteX587" fmla="*/ 244261 w 577046"/>
                <a:gd name="connsiteY587" fmla="*/ 522949 h 586882"/>
                <a:gd name="connsiteX588" fmla="*/ 240983 w 577046"/>
                <a:gd name="connsiteY588" fmla="*/ 519670 h 586882"/>
                <a:gd name="connsiteX589" fmla="*/ 236064 w 577046"/>
                <a:gd name="connsiteY589" fmla="*/ 516391 h 586882"/>
                <a:gd name="connsiteX590" fmla="*/ 236064 w 577046"/>
                <a:gd name="connsiteY590" fmla="*/ 513112 h 586882"/>
                <a:gd name="connsiteX591" fmla="*/ 234425 w 577046"/>
                <a:gd name="connsiteY591" fmla="*/ 509834 h 586882"/>
                <a:gd name="connsiteX592" fmla="*/ 231147 w 577046"/>
                <a:gd name="connsiteY592" fmla="*/ 506555 h 586882"/>
                <a:gd name="connsiteX593" fmla="*/ 227868 w 577046"/>
                <a:gd name="connsiteY593" fmla="*/ 504916 h 586882"/>
                <a:gd name="connsiteX594" fmla="*/ 224589 w 577046"/>
                <a:gd name="connsiteY594" fmla="*/ 504916 h 586882"/>
                <a:gd name="connsiteX595" fmla="*/ 221310 w 577046"/>
                <a:gd name="connsiteY595" fmla="*/ 508194 h 586882"/>
                <a:gd name="connsiteX596" fmla="*/ 219671 w 577046"/>
                <a:gd name="connsiteY596" fmla="*/ 511473 h 586882"/>
                <a:gd name="connsiteX597" fmla="*/ 222950 w 577046"/>
                <a:gd name="connsiteY597" fmla="*/ 509834 h 586882"/>
                <a:gd name="connsiteX598" fmla="*/ 226228 w 577046"/>
                <a:gd name="connsiteY598" fmla="*/ 508194 h 586882"/>
                <a:gd name="connsiteX599" fmla="*/ 231147 w 577046"/>
                <a:gd name="connsiteY599" fmla="*/ 509834 h 586882"/>
                <a:gd name="connsiteX600" fmla="*/ 232786 w 577046"/>
                <a:gd name="connsiteY600" fmla="*/ 514752 h 586882"/>
                <a:gd name="connsiteX601" fmla="*/ 229507 w 577046"/>
                <a:gd name="connsiteY601" fmla="*/ 511473 h 586882"/>
                <a:gd name="connsiteX602" fmla="*/ 226228 w 577046"/>
                <a:gd name="connsiteY602" fmla="*/ 511473 h 586882"/>
                <a:gd name="connsiteX603" fmla="*/ 221310 w 577046"/>
                <a:gd name="connsiteY603" fmla="*/ 511473 h 586882"/>
                <a:gd name="connsiteX604" fmla="*/ 218032 w 577046"/>
                <a:gd name="connsiteY604" fmla="*/ 513112 h 586882"/>
                <a:gd name="connsiteX605" fmla="*/ 214753 w 577046"/>
                <a:gd name="connsiteY605" fmla="*/ 513112 h 586882"/>
                <a:gd name="connsiteX606" fmla="*/ 209835 w 577046"/>
                <a:gd name="connsiteY606" fmla="*/ 513112 h 586882"/>
                <a:gd name="connsiteX607" fmla="*/ 206557 w 577046"/>
                <a:gd name="connsiteY607" fmla="*/ 514752 h 586882"/>
                <a:gd name="connsiteX608" fmla="*/ 203278 w 577046"/>
                <a:gd name="connsiteY608" fmla="*/ 516391 h 586882"/>
                <a:gd name="connsiteX609" fmla="*/ 199999 w 577046"/>
                <a:gd name="connsiteY609" fmla="*/ 516391 h 586882"/>
                <a:gd name="connsiteX610" fmla="*/ 195081 w 577046"/>
                <a:gd name="connsiteY610" fmla="*/ 514752 h 586882"/>
                <a:gd name="connsiteX611" fmla="*/ 193442 w 577046"/>
                <a:gd name="connsiteY611" fmla="*/ 516391 h 586882"/>
                <a:gd name="connsiteX612" fmla="*/ 190163 w 577046"/>
                <a:gd name="connsiteY612" fmla="*/ 516391 h 586882"/>
                <a:gd name="connsiteX613" fmla="*/ 186884 w 577046"/>
                <a:gd name="connsiteY613" fmla="*/ 516391 h 586882"/>
                <a:gd name="connsiteX614" fmla="*/ 181966 w 577046"/>
                <a:gd name="connsiteY614" fmla="*/ 518031 h 586882"/>
                <a:gd name="connsiteX615" fmla="*/ 178688 w 577046"/>
                <a:gd name="connsiteY615" fmla="*/ 518031 h 586882"/>
                <a:gd name="connsiteX616" fmla="*/ 178688 w 577046"/>
                <a:gd name="connsiteY616" fmla="*/ 518031 h 586882"/>
                <a:gd name="connsiteX617" fmla="*/ 173770 w 577046"/>
                <a:gd name="connsiteY617" fmla="*/ 518031 h 586882"/>
                <a:gd name="connsiteX618" fmla="*/ 170491 w 577046"/>
                <a:gd name="connsiteY618" fmla="*/ 518031 h 586882"/>
                <a:gd name="connsiteX619" fmla="*/ 167213 w 577046"/>
                <a:gd name="connsiteY619" fmla="*/ 521309 h 586882"/>
                <a:gd name="connsiteX620" fmla="*/ 168851 w 577046"/>
                <a:gd name="connsiteY620" fmla="*/ 524588 h 586882"/>
                <a:gd name="connsiteX621" fmla="*/ 163934 w 577046"/>
                <a:gd name="connsiteY621" fmla="*/ 524588 h 586882"/>
                <a:gd name="connsiteX622" fmla="*/ 163934 w 577046"/>
                <a:gd name="connsiteY622" fmla="*/ 521309 h 586882"/>
                <a:gd name="connsiteX623" fmla="*/ 159016 w 577046"/>
                <a:gd name="connsiteY623" fmla="*/ 521309 h 586882"/>
                <a:gd name="connsiteX624" fmla="*/ 155737 w 577046"/>
                <a:gd name="connsiteY624" fmla="*/ 519670 h 586882"/>
                <a:gd name="connsiteX625" fmla="*/ 152458 w 577046"/>
                <a:gd name="connsiteY625" fmla="*/ 519670 h 586882"/>
                <a:gd name="connsiteX626" fmla="*/ 149180 w 577046"/>
                <a:gd name="connsiteY626" fmla="*/ 518031 h 586882"/>
                <a:gd name="connsiteX627" fmla="*/ 144261 w 577046"/>
                <a:gd name="connsiteY627" fmla="*/ 516391 h 586882"/>
                <a:gd name="connsiteX628" fmla="*/ 144261 w 577046"/>
                <a:gd name="connsiteY628" fmla="*/ 513112 h 586882"/>
                <a:gd name="connsiteX629" fmla="*/ 139344 w 577046"/>
                <a:gd name="connsiteY629" fmla="*/ 513112 h 586882"/>
                <a:gd name="connsiteX630" fmla="*/ 142623 w 577046"/>
                <a:gd name="connsiteY630" fmla="*/ 516391 h 586882"/>
                <a:gd name="connsiteX631" fmla="*/ 139344 w 577046"/>
                <a:gd name="connsiteY631" fmla="*/ 518031 h 586882"/>
                <a:gd name="connsiteX632" fmla="*/ 134426 w 577046"/>
                <a:gd name="connsiteY632" fmla="*/ 516391 h 586882"/>
                <a:gd name="connsiteX633" fmla="*/ 131147 w 577046"/>
                <a:gd name="connsiteY633" fmla="*/ 514752 h 586882"/>
                <a:gd name="connsiteX634" fmla="*/ 127868 w 577046"/>
                <a:gd name="connsiteY634" fmla="*/ 514752 h 586882"/>
                <a:gd name="connsiteX635" fmla="*/ 122950 w 577046"/>
                <a:gd name="connsiteY635" fmla="*/ 516391 h 586882"/>
                <a:gd name="connsiteX636" fmla="*/ 121311 w 577046"/>
                <a:gd name="connsiteY636" fmla="*/ 519670 h 586882"/>
                <a:gd name="connsiteX637" fmla="*/ 122950 w 577046"/>
                <a:gd name="connsiteY637" fmla="*/ 522949 h 586882"/>
                <a:gd name="connsiteX638" fmla="*/ 118032 w 577046"/>
                <a:gd name="connsiteY638" fmla="*/ 521309 h 586882"/>
                <a:gd name="connsiteX639" fmla="*/ 114754 w 577046"/>
                <a:gd name="connsiteY639" fmla="*/ 521309 h 586882"/>
                <a:gd name="connsiteX640" fmla="*/ 111475 w 577046"/>
                <a:gd name="connsiteY640" fmla="*/ 521309 h 586882"/>
                <a:gd name="connsiteX641" fmla="*/ 106557 w 577046"/>
                <a:gd name="connsiteY641" fmla="*/ 521309 h 586882"/>
                <a:gd name="connsiteX642" fmla="*/ 103278 w 577046"/>
                <a:gd name="connsiteY642" fmla="*/ 522949 h 586882"/>
                <a:gd name="connsiteX643" fmla="*/ 100000 w 577046"/>
                <a:gd name="connsiteY643" fmla="*/ 521309 h 586882"/>
                <a:gd name="connsiteX644" fmla="*/ 95081 w 577046"/>
                <a:gd name="connsiteY644" fmla="*/ 521309 h 586882"/>
                <a:gd name="connsiteX645" fmla="*/ 91803 w 577046"/>
                <a:gd name="connsiteY645" fmla="*/ 521309 h 586882"/>
                <a:gd name="connsiteX646" fmla="*/ 88524 w 577046"/>
                <a:gd name="connsiteY646" fmla="*/ 521309 h 586882"/>
                <a:gd name="connsiteX647" fmla="*/ 85246 w 577046"/>
                <a:gd name="connsiteY647" fmla="*/ 522949 h 586882"/>
                <a:gd name="connsiteX648" fmla="*/ 80327 w 577046"/>
                <a:gd name="connsiteY648" fmla="*/ 524588 h 586882"/>
                <a:gd name="connsiteX649" fmla="*/ 81967 w 577046"/>
                <a:gd name="connsiteY649" fmla="*/ 527866 h 586882"/>
                <a:gd name="connsiteX650" fmla="*/ 77049 w 577046"/>
                <a:gd name="connsiteY650" fmla="*/ 526227 h 586882"/>
                <a:gd name="connsiteX651" fmla="*/ 77049 w 577046"/>
                <a:gd name="connsiteY651" fmla="*/ 522949 h 586882"/>
                <a:gd name="connsiteX652" fmla="*/ 73770 w 577046"/>
                <a:gd name="connsiteY652" fmla="*/ 522949 h 586882"/>
                <a:gd name="connsiteX653" fmla="*/ 70491 w 577046"/>
                <a:gd name="connsiteY653" fmla="*/ 522949 h 586882"/>
                <a:gd name="connsiteX654" fmla="*/ 68852 w 577046"/>
                <a:gd name="connsiteY654" fmla="*/ 527866 h 586882"/>
                <a:gd name="connsiteX655" fmla="*/ 65573 w 577046"/>
                <a:gd name="connsiteY655" fmla="*/ 526227 h 586882"/>
                <a:gd name="connsiteX656" fmla="*/ 60656 w 577046"/>
                <a:gd name="connsiteY656" fmla="*/ 531145 h 586882"/>
                <a:gd name="connsiteX657" fmla="*/ 57377 w 577046"/>
                <a:gd name="connsiteY657" fmla="*/ 529506 h 586882"/>
                <a:gd name="connsiteX658" fmla="*/ 57377 w 577046"/>
                <a:gd name="connsiteY658" fmla="*/ 527866 h 586882"/>
                <a:gd name="connsiteX659" fmla="*/ 55737 w 577046"/>
                <a:gd name="connsiteY659" fmla="*/ 522949 h 586882"/>
                <a:gd name="connsiteX660" fmla="*/ 52459 w 577046"/>
                <a:gd name="connsiteY660" fmla="*/ 522949 h 586882"/>
                <a:gd name="connsiteX661" fmla="*/ 52459 w 577046"/>
                <a:gd name="connsiteY661" fmla="*/ 519670 h 586882"/>
                <a:gd name="connsiteX662" fmla="*/ 52459 w 577046"/>
                <a:gd name="connsiteY662" fmla="*/ 514752 h 586882"/>
                <a:gd name="connsiteX663" fmla="*/ 52459 w 577046"/>
                <a:gd name="connsiteY663" fmla="*/ 511473 h 586882"/>
                <a:gd name="connsiteX664" fmla="*/ 52459 w 577046"/>
                <a:gd name="connsiteY664" fmla="*/ 508194 h 586882"/>
                <a:gd name="connsiteX665" fmla="*/ 52459 w 577046"/>
                <a:gd name="connsiteY665" fmla="*/ 503276 h 586882"/>
                <a:gd name="connsiteX666" fmla="*/ 52459 w 577046"/>
                <a:gd name="connsiteY666" fmla="*/ 499998 h 586882"/>
                <a:gd name="connsiteX667" fmla="*/ 52459 w 577046"/>
                <a:gd name="connsiteY667" fmla="*/ 496719 h 586882"/>
                <a:gd name="connsiteX668" fmla="*/ 55737 w 577046"/>
                <a:gd name="connsiteY668" fmla="*/ 491801 h 586882"/>
                <a:gd name="connsiteX669" fmla="*/ 55737 w 577046"/>
                <a:gd name="connsiteY669" fmla="*/ 488522 h 586882"/>
                <a:gd name="connsiteX670" fmla="*/ 55737 w 577046"/>
                <a:gd name="connsiteY670" fmla="*/ 485244 h 586882"/>
                <a:gd name="connsiteX671" fmla="*/ 55737 w 577046"/>
                <a:gd name="connsiteY671" fmla="*/ 483604 h 586882"/>
                <a:gd name="connsiteX672" fmla="*/ 55737 w 577046"/>
                <a:gd name="connsiteY672" fmla="*/ 480326 h 586882"/>
                <a:gd name="connsiteX673" fmla="*/ 57377 w 577046"/>
                <a:gd name="connsiteY673" fmla="*/ 477047 h 586882"/>
                <a:gd name="connsiteX674" fmla="*/ 62295 w 577046"/>
                <a:gd name="connsiteY674" fmla="*/ 475408 h 586882"/>
                <a:gd name="connsiteX675" fmla="*/ 65573 w 577046"/>
                <a:gd name="connsiteY675" fmla="*/ 473768 h 586882"/>
                <a:gd name="connsiteX676" fmla="*/ 68852 w 577046"/>
                <a:gd name="connsiteY676" fmla="*/ 472129 h 586882"/>
                <a:gd name="connsiteX677" fmla="*/ 72131 w 577046"/>
                <a:gd name="connsiteY677" fmla="*/ 472129 h 586882"/>
                <a:gd name="connsiteX678" fmla="*/ 70491 w 577046"/>
                <a:gd name="connsiteY678" fmla="*/ 468850 h 586882"/>
                <a:gd name="connsiteX679" fmla="*/ 72131 w 577046"/>
                <a:gd name="connsiteY679" fmla="*/ 465572 h 586882"/>
                <a:gd name="connsiteX680" fmla="*/ 75410 w 577046"/>
                <a:gd name="connsiteY680" fmla="*/ 463932 h 586882"/>
                <a:gd name="connsiteX681" fmla="*/ 80327 w 577046"/>
                <a:gd name="connsiteY681" fmla="*/ 462293 h 586882"/>
                <a:gd name="connsiteX682" fmla="*/ 83606 w 577046"/>
                <a:gd name="connsiteY682" fmla="*/ 462293 h 586882"/>
                <a:gd name="connsiteX683" fmla="*/ 86885 w 577046"/>
                <a:gd name="connsiteY683" fmla="*/ 460654 h 586882"/>
                <a:gd name="connsiteX684" fmla="*/ 91803 w 577046"/>
                <a:gd name="connsiteY684" fmla="*/ 459014 h 586882"/>
                <a:gd name="connsiteX685" fmla="*/ 95081 w 577046"/>
                <a:gd name="connsiteY685" fmla="*/ 459014 h 586882"/>
                <a:gd name="connsiteX686" fmla="*/ 98360 w 577046"/>
                <a:gd name="connsiteY686" fmla="*/ 459014 h 586882"/>
                <a:gd name="connsiteX687" fmla="*/ 103278 w 577046"/>
                <a:gd name="connsiteY687" fmla="*/ 460654 h 586882"/>
                <a:gd name="connsiteX688" fmla="*/ 103278 w 577046"/>
                <a:gd name="connsiteY688" fmla="*/ 455736 h 586882"/>
                <a:gd name="connsiteX689" fmla="*/ 103278 w 577046"/>
                <a:gd name="connsiteY689" fmla="*/ 452457 h 586882"/>
                <a:gd name="connsiteX690" fmla="*/ 106557 w 577046"/>
                <a:gd name="connsiteY690" fmla="*/ 449178 h 586882"/>
                <a:gd name="connsiteX691" fmla="*/ 104917 w 577046"/>
                <a:gd name="connsiteY691" fmla="*/ 444260 h 586882"/>
                <a:gd name="connsiteX692" fmla="*/ 104917 w 577046"/>
                <a:gd name="connsiteY692" fmla="*/ 442621 h 586882"/>
                <a:gd name="connsiteX693" fmla="*/ 104917 w 577046"/>
                <a:gd name="connsiteY693" fmla="*/ 439342 h 586882"/>
                <a:gd name="connsiteX694" fmla="*/ 106557 w 577046"/>
                <a:gd name="connsiteY694" fmla="*/ 437703 h 586882"/>
                <a:gd name="connsiteX695" fmla="*/ 106557 w 577046"/>
                <a:gd name="connsiteY695" fmla="*/ 437703 h 586882"/>
                <a:gd name="connsiteX696" fmla="*/ 106557 w 577046"/>
                <a:gd name="connsiteY696" fmla="*/ 437703 h 586882"/>
                <a:gd name="connsiteX697" fmla="*/ 106557 w 577046"/>
                <a:gd name="connsiteY697" fmla="*/ 437703 h 586882"/>
                <a:gd name="connsiteX698" fmla="*/ 106557 w 577046"/>
                <a:gd name="connsiteY698" fmla="*/ 437703 h 586882"/>
                <a:gd name="connsiteX699" fmla="*/ 103278 w 577046"/>
                <a:gd name="connsiteY699" fmla="*/ 432785 h 586882"/>
                <a:gd name="connsiteX700" fmla="*/ 100000 w 577046"/>
                <a:gd name="connsiteY700" fmla="*/ 432785 h 586882"/>
                <a:gd name="connsiteX701" fmla="*/ 96721 w 577046"/>
                <a:gd name="connsiteY701" fmla="*/ 432785 h 586882"/>
                <a:gd name="connsiteX702" fmla="*/ 91803 w 577046"/>
                <a:gd name="connsiteY702" fmla="*/ 434424 h 586882"/>
                <a:gd name="connsiteX703" fmla="*/ 88524 w 577046"/>
                <a:gd name="connsiteY703" fmla="*/ 432785 h 586882"/>
                <a:gd name="connsiteX704" fmla="*/ 86885 w 577046"/>
                <a:gd name="connsiteY704" fmla="*/ 429506 h 586882"/>
                <a:gd name="connsiteX705" fmla="*/ 86885 w 577046"/>
                <a:gd name="connsiteY705" fmla="*/ 426228 h 586882"/>
                <a:gd name="connsiteX706" fmla="*/ 86885 w 577046"/>
                <a:gd name="connsiteY706" fmla="*/ 421309 h 586882"/>
                <a:gd name="connsiteX707" fmla="*/ 85246 w 577046"/>
                <a:gd name="connsiteY707" fmla="*/ 418031 h 586882"/>
                <a:gd name="connsiteX708" fmla="*/ 85246 w 577046"/>
                <a:gd name="connsiteY708" fmla="*/ 414752 h 586882"/>
                <a:gd name="connsiteX709" fmla="*/ 85246 w 577046"/>
                <a:gd name="connsiteY709" fmla="*/ 409834 h 586882"/>
                <a:gd name="connsiteX710" fmla="*/ 83606 w 577046"/>
                <a:gd name="connsiteY710" fmla="*/ 406556 h 586882"/>
                <a:gd name="connsiteX711" fmla="*/ 81967 w 577046"/>
                <a:gd name="connsiteY711" fmla="*/ 403277 h 586882"/>
                <a:gd name="connsiteX712" fmla="*/ 81967 w 577046"/>
                <a:gd name="connsiteY712" fmla="*/ 398359 h 586882"/>
                <a:gd name="connsiteX713" fmla="*/ 81967 w 577046"/>
                <a:gd name="connsiteY713" fmla="*/ 396719 h 586882"/>
                <a:gd name="connsiteX714" fmla="*/ 81967 w 577046"/>
                <a:gd name="connsiteY714" fmla="*/ 393441 h 586882"/>
                <a:gd name="connsiteX715" fmla="*/ 81967 w 577046"/>
                <a:gd name="connsiteY715" fmla="*/ 393441 h 586882"/>
                <a:gd name="connsiteX716" fmla="*/ 80327 w 577046"/>
                <a:gd name="connsiteY716" fmla="*/ 388523 h 586882"/>
                <a:gd name="connsiteX717" fmla="*/ 77049 w 577046"/>
                <a:gd name="connsiteY717" fmla="*/ 388523 h 586882"/>
                <a:gd name="connsiteX718" fmla="*/ 75410 w 577046"/>
                <a:gd name="connsiteY718" fmla="*/ 388523 h 586882"/>
                <a:gd name="connsiteX719" fmla="*/ 70491 w 577046"/>
                <a:gd name="connsiteY719" fmla="*/ 386884 h 586882"/>
                <a:gd name="connsiteX720" fmla="*/ 67213 w 577046"/>
                <a:gd name="connsiteY720" fmla="*/ 383605 h 586882"/>
                <a:gd name="connsiteX721" fmla="*/ 63934 w 577046"/>
                <a:gd name="connsiteY721" fmla="*/ 380326 h 586882"/>
                <a:gd name="connsiteX722" fmla="*/ 59016 w 577046"/>
                <a:gd name="connsiteY722" fmla="*/ 380326 h 586882"/>
                <a:gd name="connsiteX723" fmla="*/ 55737 w 577046"/>
                <a:gd name="connsiteY723" fmla="*/ 378687 h 586882"/>
                <a:gd name="connsiteX724" fmla="*/ 52459 w 577046"/>
                <a:gd name="connsiteY724" fmla="*/ 377047 h 586882"/>
                <a:gd name="connsiteX725" fmla="*/ 49180 w 577046"/>
                <a:gd name="connsiteY725" fmla="*/ 375408 h 586882"/>
                <a:gd name="connsiteX726" fmla="*/ 44262 w 577046"/>
                <a:gd name="connsiteY726" fmla="*/ 373769 h 586882"/>
                <a:gd name="connsiteX727" fmla="*/ 40983 w 577046"/>
                <a:gd name="connsiteY727" fmla="*/ 370490 h 586882"/>
                <a:gd name="connsiteX728" fmla="*/ 37705 w 577046"/>
                <a:gd name="connsiteY728" fmla="*/ 367212 h 586882"/>
                <a:gd name="connsiteX729" fmla="*/ 34426 w 577046"/>
                <a:gd name="connsiteY729" fmla="*/ 362294 h 586882"/>
                <a:gd name="connsiteX730" fmla="*/ 32787 w 577046"/>
                <a:gd name="connsiteY730" fmla="*/ 359015 h 586882"/>
                <a:gd name="connsiteX731" fmla="*/ 31147 w 577046"/>
                <a:gd name="connsiteY731" fmla="*/ 355736 h 586882"/>
                <a:gd name="connsiteX732" fmla="*/ 29508 w 577046"/>
                <a:gd name="connsiteY732" fmla="*/ 355736 h 586882"/>
                <a:gd name="connsiteX733" fmla="*/ 29508 w 577046"/>
                <a:gd name="connsiteY733" fmla="*/ 352457 h 586882"/>
                <a:gd name="connsiteX734" fmla="*/ 24590 w 577046"/>
                <a:gd name="connsiteY734" fmla="*/ 349179 h 586882"/>
                <a:gd name="connsiteX735" fmla="*/ 22951 w 577046"/>
                <a:gd name="connsiteY735" fmla="*/ 344261 h 586882"/>
                <a:gd name="connsiteX736" fmla="*/ 21311 w 577046"/>
                <a:gd name="connsiteY736" fmla="*/ 340982 h 586882"/>
                <a:gd name="connsiteX737" fmla="*/ 18033 w 577046"/>
                <a:gd name="connsiteY737" fmla="*/ 336064 h 586882"/>
                <a:gd name="connsiteX738" fmla="*/ 14754 w 577046"/>
                <a:gd name="connsiteY738" fmla="*/ 332785 h 586882"/>
                <a:gd name="connsiteX739" fmla="*/ 11476 w 577046"/>
                <a:gd name="connsiteY739" fmla="*/ 329507 h 586882"/>
                <a:gd name="connsiteX740" fmla="*/ 8197 w 577046"/>
                <a:gd name="connsiteY740" fmla="*/ 324589 h 586882"/>
                <a:gd name="connsiteX741" fmla="*/ 4918 w 577046"/>
                <a:gd name="connsiteY741" fmla="*/ 321310 h 586882"/>
                <a:gd name="connsiteX742" fmla="*/ 0 w 577046"/>
                <a:gd name="connsiteY742" fmla="*/ 318031 h 586882"/>
                <a:gd name="connsiteX743" fmla="*/ 0 w 577046"/>
                <a:gd name="connsiteY743" fmla="*/ 318031 h 586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</a:cxnLst>
              <a:rect l="l" t="t" r="r" b="b"/>
              <a:pathLst>
                <a:path w="577046" h="586882">
                  <a:moveTo>
                    <a:pt x="0" y="318031"/>
                  </a:moveTo>
                  <a:lnTo>
                    <a:pt x="4918" y="318031"/>
                  </a:lnTo>
                  <a:lnTo>
                    <a:pt x="8197" y="319671"/>
                  </a:lnTo>
                  <a:lnTo>
                    <a:pt x="11476" y="321310"/>
                  </a:lnTo>
                  <a:lnTo>
                    <a:pt x="14754" y="322949"/>
                  </a:lnTo>
                  <a:lnTo>
                    <a:pt x="19672" y="322949"/>
                  </a:lnTo>
                  <a:lnTo>
                    <a:pt x="22951" y="324589"/>
                  </a:lnTo>
                  <a:lnTo>
                    <a:pt x="26229" y="326228"/>
                  </a:lnTo>
                  <a:lnTo>
                    <a:pt x="31147" y="327867"/>
                  </a:lnTo>
                  <a:lnTo>
                    <a:pt x="34426" y="327867"/>
                  </a:lnTo>
                  <a:lnTo>
                    <a:pt x="39344" y="329507"/>
                  </a:lnTo>
                  <a:lnTo>
                    <a:pt x="42623" y="331146"/>
                  </a:lnTo>
                  <a:lnTo>
                    <a:pt x="45901" y="332785"/>
                  </a:lnTo>
                  <a:lnTo>
                    <a:pt x="49180" y="332785"/>
                  </a:lnTo>
                  <a:lnTo>
                    <a:pt x="54098" y="334425"/>
                  </a:lnTo>
                  <a:lnTo>
                    <a:pt x="57377" y="336064"/>
                  </a:lnTo>
                  <a:lnTo>
                    <a:pt x="62295" y="337703"/>
                  </a:lnTo>
                  <a:lnTo>
                    <a:pt x="65573" y="337703"/>
                  </a:lnTo>
                  <a:lnTo>
                    <a:pt x="68852" y="337703"/>
                  </a:lnTo>
                  <a:lnTo>
                    <a:pt x="73770" y="336064"/>
                  </a:lnTo>
                  <a:lnTo>
                    <a:pt x="77049" y="336064"/>
                  </a:lnTo>
                  <a:lnTo>
                    <a:pt x="80327" y="336064"/>
                  </a:lnTo>
                  <a:lnTo>
                    <a:pt x="85246" y="334425"/>
                  </a:lnTo>
                  <a:lnTo>
                    <a:pt x="88524" y="334425"/>
                  </a:lnTo>
                  <a:lnTo>
                    <a:pt x="90164" y="334425"/>
                  </a:lnTo>
                  <a:lnTo>
                    <a:pt x="93442" y="334425"/>
                  </a:lnTo>
                  <a:lnTo>
                    <a:pt x="98360" y="334425"/>
                  </a:lnTo>
                  <a:lnTo>
                    <a:pt x="101639" y="332785"/>
                  </a:lnTo>
                  <a:lnTo>
                    <a:pt x="104917" y="334425"/>
                  </a:lnTo>
                  <a:lnTo>
                    <a:pt x="109836" y="334425"/>
                  </a:lnTo>
                  <a:lnTo>
                    <a:pt x="113114" y="334425"/>
                  </a:lnTo>
                  <a:lnTo>
                    <a:pt x="116393" y="336064"/>
                  </a:lnTo>
                  <a:lnTo>
                    <a:pt x="121311" y="337703"/>
                  </a:lnTo>
                  <a:lnTo>
                    <a:pt x="124590" y="336064"/>
                  </a:lnTo>
                  <a:lnTo>
                    <a:pt x="127868" y="332785"/>
                  </a:lnTo>
                  <a:lnTo>
                    <a:pt x="131147" y="331146"/>
                  </a:lnTo>
                  <a:lnTo>
                    <a:pt x="134426" y="329507"/>
                  </a:lnTo>
                  <a:lnTo>
                    <a:pt x="139344" y="329507"/>
                  </a:lnTo>
                  <a:lnTo>
                    <a:pt x="142623" y="329507"/>
                  </a:lnTo>
                  <a:lnTo>
                    <a:pt x="145901" y="329507"/>
                  </a:lnTo>
                  <a:lnTo>
                    <a:pt x="145901" y="329507"/>
                  </a:lnTo>
                  <a:lnTo>
                    <a:pt x="150819" y="329507"/>
                  </a:lnTo>
                  <a:lnTo>
                    <a:pt x="152458" y="329507"/>
                  </a:lnTo>
                  <a:lnTo>
                    <a:pt x="154098" y="331146"/>
                  </a:lnTo>
                  <a:lnTo>
                    <a:pt x="155737" y="331146"/>
                  </a:lnTo>
                  <a:lnTo>
                    <a:pt x="159016" y="331146"/>
                  </a:lnTo>
                  <a:lnTo>
                    <a:pt x="162294" y="329507"/>
                  </a:lnTo>
                  <a:lnTo>
                    <a:pt x="167213" y="327867"/>
                  </a:lnTo>
                  <a:lnTo>
                    <a:pt x="170491" y="326228"/>
                  </a:lnTo>
                  <a:lnTo>
                    <a:pt x="173770" y="326228"/>
                  </a:lnTo>
                  <a:lnTo>
                    <a:pt x="177048" y="324589"/>
                  </a:lnTo>
                  <a:lnTo>
                    <a:pt x="181966" y="322949"/>
                  </a:lnTo>
                  <a:lnTo>
                    <a:pt x="181966" y="322949"/>
                  </a:lnTo>
                  <a:lnTo>
                    <a:pt x="183606" y="322949"/>
                  </a:lnTo>
                  <a:lnTo>
                    <a:pt x="188524" y="321310"/>
                  </a:lnTo>
                  <a:lnTo>
                    <a:pt x="191803" y="321310"/>
                  </a:lnTo>
                  <a:lnTo>
                    <a:pt x="195081" y="319671"/>
                  </a:lnTo>
                  <a:lnTo>
                    <a:pt x="198360" y="318031"/>
                  </a:lnTo>
                  <a:lnTo>
                    <a:pt x="201638" y="314753"/>
                  </a:lnTo>
                  <a:lnTo>
                    <a:pt x="201638" y="311474"/>
                  </a:lnTo>
                  <a:lnTo>
                    <a:pt x="198360" y="308195"/>
                  </a:lnTo>
                  <a:lnTo>
                    <a:pt x="198360" y="303277"/>
                  </a:lnTo>
                  <a:lnTo>
                    <a:pt x="199999" y="299999"/>
                  </a:lnTo>
                  <a:lnTo>
                    <a:pt x="199999" y="296720"/>
                  </a:lnTo>
                  <a:lnTo>
                    <a:pt x="199999" y="291802"/>
                  </a:lnTo>
                  <a:lnTo>
                    <a:pt x="196720" y="288523"/>
                  </a:lnTo>
                  <a:lnTo>
                    <a:pt x="196720" y="285245"/>
                  </a:lnTo>
                  <a:lnTo>
                    <a:pt x="196720" y="280327"/>
                  </a:lnTo>
                  <a:lnTo>
                    <a:pt x="196720" y="277048"/>
                  </a:lnTo>
                  <a:lnTo>
                    <a:pt x="196720" y="273769"/>
                  </a:lnTo>
                  <a:lnTo>
                    <a:pt x="198360" y="268851"/>
                  </a:lnTo>
                  <a:lnTo>
                    <a:pt x="198360" y="268851"/>
                  </a:lnTo>
                  <a:lnTo>
                    <a:pt x="203278" y="268851"/>
                  </a:lnTo>
                  <a:lnTo>
                    <a:pt x="206557" y="265573"/>
                  </a:lnTo>
                  <a:lnTo>
                    <a:pt x="208196" y="260655"/>
                  </a:lnTo>
                  <a:lnTo>
                    <a:pt x="211474" y="257376"/>
                  </a:lnTo>
                  <a:lnTo>
                    <a:pt x="211474" y="255737"/>
                  </a:lnTo>
                  <a:lnTo>
                    <a:pt x="214753" y="254097"/>
                  </a:lnTo>
                  <a:lnTo>
                    <a:pt x="219671" y="252458"/>
                  </a:lnTo>
                  <a:lnTo>
                    <a:pt x="219671" y="255737"/>
                  </a:lnTo>
                  <a:lnTo>
                    <a:pt x="222950" y="257376"/>
                  </a:lnTo>
                  <a:lnTo>
                    <a:pt x="224589" y="257376"/>
                  </a:lnTo>
                  <a:lnTo>
                    <a:pt x="227868" y="257376"/>
                  </a:lnTo>
                  <a:lnTo>
                    <a:pt x="231147" y="257376"/>
                  </a:lnTo>
                  <a:lnTo>
                    <a:pt x="236064" y="255737"/>
                  </a:lnTo>
                  <a:lnTo>
                    <a:pt x="239343" y="255737"/>
                  </a:lnTo>
                  <a:lnTo>
                    <a:pt x="242622" y="254097"/>
                  </a:lnTo>
                  <a:lnTo>
                    <a:pt x="245901" y="252458"/>
                  </a:lnTo>
                  <a:lnTo>
                    <a:pt x="245901" y="252458"/>
                  </a:lnTo>
                  <a:lnTo>
                    <a:pt x="242622" y="249179"/>
                  </a:lnTo>
                  <a:lnTo>
                    <a:pt x="239343" y="247540"/>
                  </a:lnTo>
                  <a:lnTo>
                    <a:pt x="237704" y="244261"/>
                  </a:lnTo>
                  <a:lnTo>
                    <a:pt x="240983" y="244261"/>
                  </a:lnTo>
                  <a:lnTo>
                    <a:pt x="244261" y="242622"/>
                  </a:lnTo>
                  <a:lnTo>
                    <a:pt x="249179" y="239343"/>
                  </a:lnTo>
                  <a:lnTo>
                    <a:pt x="252458" y="237704"/>
                  </a:lnTo>
                  <a:lnTo>
                    <a:pt x="255737" y="234425"/>
                  </a:lnTo>
                  <a:lnTo>
                    <a:pt x="257376" y="231147"/>
                  </a:lnTo>
                  <a:lnTo>
                    <a:pt x="262294" y="232786"/>
                  </a:lnTo>
                  <a:lnTo>
                    <a:pt x="265573" y="232786"/>
                  </a:lnTo>
                  <a:lnTo>
                    <a:pt x="268851" y="234425"/>
                  </a:lnTo>
                  <a:lnTo>
                    <a:pt x="270491" y="231147"/>
                  </a:lnTo>
                  <a:lnTo>
                    <a:pt x="273769" y="232786"/>
                  </a:lnTo>
                  <a:lnTo>
                    <a:pt x="277048" y="232786"/>
                  </a:lnTo>
                  <a:lnTo>
                    <a:pt x="278687" y="236065"/>
                  </a:lnTo>
                  <a:lnTo>
                    <a:pt x="281966" y="240982"/>
                  </a:lnTo>
                  <a:lnTo>
                    <a:pt x="285245" y="239343"/>
                  </a:lnTo>
                  <a:lnTo>
                    <a:pt x="288523" y="239343"/>
                  </a:lnTo>
                  <a:lnTo>
                    <a:pt x="293441" y="234425"/>
                  </a:lnTo>
                  <a:lnTo>
                    <a:pt x="293441" y="231147"/>
                  </a:lnTo>
                  <a:lnTo>
                    <a:pt x="296720" y="227868"/>
                  </a:lnTo>
                  <a:lnTo>
                    <a:pt x="298360" y="226229"/>
                  </a:lnTo>
                  <a:lnTo>
                    <a:pt x="296720" y="221310"/>
                  </a:lnTo>
                  <a:lnTo>
                    <a:pt x="295081" y="218032"/>
                  </a:lnTo>
                  <a:lnTo>
                    <a:pt x="295081" y="214753"/>
                  </a:lnTo>
                  <a:lnTo>
                    <a:pt x="295081" y="209835"/>
                  </a:lnTo>
                  <a:lnTo>
                    <a:pt x="293441" y="206557"/>
                  </a:lnTo>
                  <a:lnTo>
                    <a:pt x="291802" y="203278"/>
                  </a:lnTo>
                  <a:lnTo>
                    <a:pt x="293441" y="198360"/>
                  </a:lnTo>
                  <a:lnTo>
                    <a:pt x="296720" y="195081"/>
                  </a:lnTo>
                  <a:lnTo>
                    <a:pt x="296720" y="191802"/>
                  </a:lnTo>
                  <a:lnTo>
                    <a:pt x="296720" y="186885"/>
                  </a:lnTo>
                  <a:lnTo>
                    <a:pt x="298360" y="183606"/>
                  </a:lnTo>
                  <a:lnTo>
                    <a:pt x="296720" y="180327"/>
                  </a:lnTo>
                  <a:lnTo>
                    <a:pt x="298360" y="175409"/>
                  </a:lnTo>
                  <a:lnTo>
                    <a:pt x="298360" y="175409"/>
                  </a:lnTo>
                  <a:lnTo>
                    <a:pt x="303277" y="175409"/>
                  </a:lnTo>
                  <a:lnTo>
                    <a:pt x="306556" y="173770"/>
                  </a:lnTo>
                  <a:lnTo>
                    <a:pt x="309835" y="175409"/>
                  </a:lnTo>
                  <a:lnTo>
                    <a:pt x="313113" y="173770"/>
                  </a:lnTo>
                  <a:lnTo>
                    <a:pt x="314753" y="173770"/>
                  </a:lnTo>
                  <a:lnTo>
                    <a:pt x="318031" y="170491"/>
                  </a:lnTo>
                  <a:lnTo>
                    <a:pt x="321310" y="167212"/>
                  </a:lnTo>
                  <a:lnTo>
                    <a:pt x="322950" y="163934"/>
                  </a:lnTo>
                  <a:lnTo>
                    <a:pt x="319671" y="159016"/>
                  </a:lnTo>
                  <a:lnTo>
                    <a:pt x="318031" y="157376"/>
                  </a:lnTo>
                  <a:lnTo>
                    <a:pt x="316392" y="154098"/>
                  </a:lnTo>
                  <a:lnTo>
                    <a:pt x="316392" y="150819"/>
                  </a:lnTo>
                  <a:lnTo>
                    <a:pt x="313113" y="147540"/>
                  </a:lnTo>
                  <a:lnTo>
                    <a:pt x="308195" y="145901"/>
                  </a:lnTo>
                  <a:lnTo>
                    <a:pt x="306556" y="142622"/>
                  </a:lnTo>
                  <a:lnTo>
                    <a:pt x="304917" y="140983"/>
                  </a:lnTo>
                  <a:lnTo>
                    <a:pt x="301638" y="137704"/>
                  </a:lnTo>
                  <a:lnTo>
                    <a:pt x="303277" y="134426"/>
                  </a:lnTo>
                  <a:lnTo>
                    <a:pt x="303277" y="132786"/>
                  </a:lnTo>
                  <a:lnTo>
                    <a:pt x="306556" y="132786"/>
                  </a:lnTo>
                  <a:lnTo>
                    <a:pt x="309835" y="134426"/>
                  </a:lnTo>
                  <a:lnTo>
                    <a:pt x="313113" y="134426"/>
                  </a:lnTo>
                  <a:lnTo>
                    <a:pt x="318031" y="136065"/>
                  </a:lnTo>
                  <a:lnTo>
                    <a:pt x="321310" y="136065"/>
                  </a:lnTo>
                  <a:lnTo>
                    <a:pt x="324588" y="137704"/>
                  </a:lnTo>
                  <a:lnTo>
                    <a:pt x="329507" y="137704"/>
                  </a:lnTo>
                  <a:lnTo>
                    <a:pt x="332785" y="136065"/>
                  </a:lnTo>
                  <a:lnTo>
                    <a:pt x="336064" y="136065"/>
                  </a:lnTo>
                  <a:lnTo>
                    <a:pt x="339343" y="134426"/>
                  </a:lnTo>
                  <a:lnTo>
                    <a:pt x="344261" y="132786"/>
                  </a:lnTo>
                  <a:lnTo>
                    <a:pt x="345900" y="129508"/>
                  </a:lnTo>
                  <a:lnTo>
                    <a:pt x="345900" y="124590"/>
                  </a:lnTo>
                  <a:lnTo>
                    <a:pt x="345900" y="124590"/>
                  </a:lnTo>
                  <a:lnTo>
                    <a:pt x="345900" y="119672"/>
                  </a:lnTo>
                  <a:lnTo>
                    <a:pt x="342621" y="118032"/>
                  </a:lnTo>
                  <a:lnTo>
                    <a:pt x="337703" y="113114"/>
                  </a:lnTo>
                  <a:lnTo>
                    <a:pt x="337703" y="109836"/>
                  </a:lnTo>
                  <a:lnTo>
                    <a:pt x="340982" y="109836"/>
                  </a:lnTo>
                  <a:lnTo>
                    <a:pt x="340982" y="106557"/>
                  </a:lnTo>
                  <a:lnTo>
                    <a:pt x="344261" y="101639"/>
                  </a:lnTo>
                  <a:lnTo>
                    <a:pt x="345900" y="98360"/>
                  </a:lnTo>
                  <a:lnTo>
                    <a:pt x="347540" y="95082"/>
                  </a:lnTo>
                  <a:lnTo>
                    <a:pt x="352457" y="93442"/>
                  </a:lnTo>
                  <a:lnTo>
                    <a:pt x="352457" y="91803"/>
                  </a:lnTo>
                  <a:lnTo>
                    <a:pt x="352457" y="90164"/>
                  </a:lnTo>
                  <a:lnTo>
                    <a:pt x="352457" y="88524"/>
                  </a:lnTo>
                  <a:lnTo>
                    <a:pt x="354097" y="85245"/>
                  </a:lnTo>
                  <a:lnTo>
                    <a:pt x="355736" y="81967"/>
                  </a:lnTo>
                  <a:lnTo>
                    <a:pt x="352457" y="78688"/>
                  </a:lnTo>
                  <a:lnTo>
                    <a:pt x="350818" y="77049"/>
                  </a:lnTo>
                  <a:lnTo>
                    <a:pt x="350818" y="77049"/>
                  </a:lnTo>
                  <a:lnTo>
                    <a:pt x="354097" y="72131"/>
                  </a:lnTo>
                  <a:lnTo>
                    <a:pt x="352457" y="68852"/>
                  </a:lnTo>
                  <a:lnTo>
                    <a:pt x="350818" y="65573"/>
                  </a:lnTo>
                  <a:lnTo>
                    <a:pt x="347540" y="62295"/>
                  </a:lnTo>
                  <a:lnTo>
                    <a:pt x="347540" y="59016"/>
                  </a:lnTo>
                  <a:lnTo>
                    <a:pt x="344261" y="55738"/>
                  </a:lnTo>
                  <a:lnTo>
                    <a:pt x="340982" y="52459"/>
                  </a:lnTo>
                  <a:lnTo>
                    <a:pt x="337703" y="49180"/>
                  </a:lnTo>
                  <a:lnTo>
                    <a:pt x="334425" y="47541"/>
                  </a:lnTo>
                  <a:lnTo>
                    <a:pt x="331146" y="44262"/>
                  </a:lnTo>
                  <a:lnTo>
                    <a:pt x="332785" y="40983"/>
                  </a:lnTo>
                  <a:lnTo>
                    <a:pt x="336064" y="37705"/>
                  </a:lnTo>
                  <a:lnTo>
                    <a:pt x="339343" y="34426"/>
                  </a:lnTo>
                  <a:lnTo>
                    <a:pt x="342621" y="31148"/>
                  </a:lnTo>
                  <a:lnTo>
                    <a:pt x="342621" y="26229"/>
                  </a:lnTo>
                  <a:lnTo>
                    <a:pt x="347540" y="27869"/>
                  </a:lnTo>
                  <a:lnTo>
                    <a:pt x="350818" y="27869"/>
                  </a:lnTo>
                  <a:lnTo>
                    <a:pt x="352457" y="24590"/>
                  </a:lnTo>
                  <a:lnTo>
                    <a:pt x="355736" y="21311"/>
                  </a:lnTo>
                  <a:lnTo>
                    <a:pt x="359015" y="18033"/>
                  </a:lnTo>
                  <a:lnTo>
                    <a:pt x="362294" y="14754"/>
                  </a:lnTo>
                  <a:lnTo>
                    <a:pt x="365572" y="13115"/>
                  </a:lnTo>
                  <a:lnTo>
                    <a:pt x="370490" y="13115"/>
                  </a:lnTo>
                  <a:lnTo>
                    <a:pt x="373769" y="9836"/>
                  </a:lnTo>
                  <a:lnTo>
                    <a:pt x="377047" y="9836"/>
                  </a:lnTo>
                  <a:lnTo>
                    <a:pt x="381965" y="9836"/>
                  </a:lnTo>
                  <a:lnTo>
                    <a:pt x="385244" y="9836"/>
                  </a:lnTo>
                  <a:lnTo>
                    <a:pt x="388523" y="9836"/>
                  </a:lnTo>
                  <a:lnTo>
                    <a:pt x="393441" y="8197"/>
                  </a:lnTo>
                  <a:lnTo>
                    <a:pt x="396720" y="8197"/>
                  </a:lnTo>
                  <a:lnTo>
                    <a:pt x="399998" y="8197"/>
                  </a:lnTo>
                  <a:lnTo>
                    <a:pt x="403277" y="8197"/>
                  </a:lnTo>
                  <a:lnTo>
                    <a:pt x="408195" y="8197"/>
                  </a:lnTo>
                  <a:lnTo>
                    <a:pt x="411474" y="6557"/>
                  </a:lnTo>
                  <a:lnTo>
                    <a:pt x="411474" y="6557"/>
                  </a:lnTo>
                  <a:lnTo>
                    <a:pt x="414752" y="6557"/>
                  </a:lnTo>
                  <a:lnTo>
                    <a:pt x="419670" y="6557"/>
                  </a:lnTo>
                  <a:lnTo>
                    <a:pt x="422949" y="8197"/>
                  </a:lnTo>
                  <a:lnTo>
                    <a:pt x="426228" y="11475"/>
                  </a:lnTo>
                  <a:lnTo>
                    <a:pt x="429506" y="6557"/>
                  </a:lnTo>
                  <a:lnTo>
                    <a:pt x="434424" y="6557"/>
                  </a:lnTo>
                  <a:lnTo>
                    <a:pt x="437703" y="3279"/>
                  </a:lnTo>
                  <a:lnTo>
                    <a:pt x="440982" y="1639"/>
                  </a:lnTo>
                  <a:lnTo>
                    <a:pt x="444260" y="1639"/>
                  </a:lnTo>
                  <a:lnTo>
                    <a:pt x="447539" y="0"/>
                  </a:lnTo>
                  <a:lnTo>
                    <a:pt x="450818" y="1639"/>
                  </a:lnTo>
                  <a:lnTo>
                    <a:pt x="454096" y="1639"/>
                  </a:lnTo>
                  <a:lnTo>
                    <a:pt x="457375" y="6557"/>
                  </a:lnTo>
                  <a:lnTo>
                    <a:pt x="459014" y="3279"/>
                  </a:lnTo>
                  <a:lnTo>
                    <a:pt x="463932" y="3279"/>
                  </a:lnTo>
                  <a:lnTo>
                    <a:pt x="467211" y="4918"/>
                  </a:lnTo>
                  <a:lnTo>
                    <a:pt x="470490" y="4918"/>
                  </a:lnTo>
                  <a:lnTo>
                    <a:pt x="473769" y="6557"/>
                  </a:lnTo>
                  <a:lnTo>
                    <a:pt x="477047" y="9836"/>
                  </a:lnTo>
                  <a:lnTo>
                    <a:pt x="477047" y="13115"/>
                  </a:lnTo>
                  <a:lnTo>
                    <a:pt x="481965" y="13115"/>
                  </a:lnTo>
                  <a:lnTo>
                    <a:pt x="481965" y="13115"/>
                  </a:lnTo>
                  <a:lnTo>
                    <a:pt x="485243" y="13115"/>
                  </a:lnTo>
                  <a:lnTo>
                    <a:pt x="490162" y="14754"/>
                  </a:lnTo>
                  <a:lnTo>
                    <a:pt x="493440" y="16393"/>
                  </a:lnTo>
                  <a:lnTo>
                    <a:pt x="496719" y="19672"/>
                  </a:lnTo>
                  <a:lnTo>
                    <a:pt x="498359" y="22951"/>
                  </a:lnTo>
                  <a:lnTo>
                    <a:pt x="501637" y="26229"/>
                  </a:lnTo>
                  <a:lnTo>
                    <a:pt x="503277" y="29508"/>
                  </a:lnTo>
                  <a:lnTo>
                    <a:pt x="503277" y="32787"/>
                  </a:lnTo>
                  <a:lnTo>
                    <a:pt x="504916" y="37705"/>
                  </a:lnTo>
                  <a:lnTo>
                    <a:pt x="503277" y="40983"/>
                  </a:lnTo>
                  <a:lnTo>
                    <a:pt x="503277" y="44262"/>
                  </a:lnTo>
                  <a:lnTo>
                    <a:pt x="506555" y="45901"/>
                  </a:lnTo>
                  <a:lnTo>
                    <a:pt x="511473" y="47541"/>
                  </a:lnTo>
                  <a:lnTo>
                    <a:pt x="513112" y="50820"/>
                  </a:lnTo>
                  <a:lnTo>
                    <a:pt x="516391" y="54098"/>
                  </a:lnTo>
                  <a:lnTo>
                    <a:pt x="519670" y="54098"/>
                  </a:lnTo>
                  <a:lnTo>
                    <a:pt x="524588" y="52459"/>
                  </a:lnTo>
                  <a:lnTo>
                    <a:pt x="527867" y="50820"/>
                  </a:lnTo>
                  <a:lnTo>
                    <a:pt x="527867" y="54098"/>
                  </a:lnTo>
                  <a:lnTo>
                    <a:pt x="532784" y="59016"/>
                  </a:lnTo>
                  <a:lnTo>
                    <a:pt x="536063" y="60655"/>
                  </a:lnTo>
                  <a:lnTo>
                    <a:pt x="539342" y="62295"/>
                  </a:lnTo>
                  <a:lnTo>
                    <a:pt x="542620" y="63934"/>
                  </a:lnTo>
                  <a:lnTo>
                    <a:pt x="545899" y="65573"/>
                  </a:lnTo>
                  <a:lnTo>
                    <a:pt x="550817" y="65573"/>
                  </a:lnTo>
                  <a:lnTo>
                    <a:pt x="554096" y="67213"/>
                  </a:lnTo>
                  <a:lnTo>
                    <a:pt x="557375" y="67213"/>
                  </a:lnTo>
                  <a:lnTo>
                    <a:pt x="560653" y="68852"/>
                  </a:lnTo>
                  <a:lnTo>
                    <a:pt x="565571" y="68852"/>
                  </a:lnTo>
                  <a:lnTo>
                    <a:pt x="568850" y="68852"/>
                  </a:lnTo>
                  <a:lnTo>
                    <a:pt x="572129" y="70492"/>
                  </a:lnTo>
                  <a:lnTo>
                    <a:pt x="577047" y="68852"/>
                  </a:lnTo>
                  <a:lnTo>
                    <a:pt x="577047" y="68852"/>
                  </a:lnTo>
                  <a:lnTo>
                    <a:pt x="573768" y="72131"/>
                  </a:lnTo>
                  <a:lnTo>
                    <a:pt x="570489" y="73770"/>
                  </a:lnTo>
                  <a:lnTo>
                    <a:pt x="565571" y="77049"/>
                  </a:lnTo>
                  <a:lnTo>
                    <a:pt x="562292" y="80328"/>
                  </a:lnTo>
                  <a:lnTo>
                    <a:pt x="557375" y="83606"/>
                  </a:lnTo>
                  <a:lnTo>
                    <a:pt x="554096" y="85245"/>
                  </a:lnTo>
                  <a:lnTo>
                    <a:pt x="552457" y="86885"/>
                  </a:lnTo>
                  <a:lnTo>
                    <a:pt x="554096" y="90164"/>
                  </a:lnTo>
                  <a:lnTo>
                    <a:pt x="554096" y="90164"/>
                  </a:lnTo>
                  <a:lnTo>
                    <a:pt x="550817" y="95082"/>
                  </a:lnTo>
                  <a:lnTo>
                    <a:pt x="550817" y="93442"/>
                  </a:lnTo>
                  <a:lnTo>
                    <a:pt x="550817" y="93442"/>
                  </a:lnTo>
                  <a:lnTo>
                    <a:pt x="549178" y="93442"/>
                  </a:lnTo>
                  <a:lnTo>
                    <a:pt x="545899" y="93442"/>
                  </a:lnTo>
                  <a:lnTo>
                    <a:pt x="545899" y="98360"/>
                  </a:lnTo>
                  <a:lnTo>
                    <a:pt x="544260" y="101639"/>
                  </a:lnTo>
                  <a:lnTo>
                    <a:pt x="540981" y="101639"/>
                  </a:lnTo>
                  <a:lnTo>
                    <a:pt x="537702" y="101639"/>
                  </a:lnTo>
                  <a:lnTo>
                    <a:pt x="534423" y="101639"/>
                  </a:lnTo>
                  <a:lnTo>
                    <a:pt x="529506" y="103278"/>
                  </a:lnTo>
                  <a:lnTo>
                    <a:pt x="529506" y="104918"/>
                  </a:lnTo>
                  <a:lnTo>
                    <a:pt x="526227" y="104918"/>
                  </a:lnTo>
                  <a:lnTo>
                    <a:pt x="522949" y="106557"/>
                  </a:lnTo>
                  <a:lnTo>
                    <a:pt x="522949" y="106557"/>
                  </a:lnTo>
                  <a:lnTo>
                    <a:pt x="519670" y="106557"/>
                  </a:lnTo>
                  <a:lnTo>
                    <a:pt x="516391" y="108196"/>
                  </a:lnTo>
                  <a:lnTo>
                    <a:pt x="513112" y="113114"/>
                  </a:lnTo>
                  <a:lnTo>
                    <a:pt x="508194" y="113114"/>
                  </a:lnTo>
                  <a:lnTo>
                    <a:pt x="504916" y="111475"/>
                  </a:lnTo>
                  <a:lnTo>
                    <a:pt x="501637" y="111475"/>
                  </a:lnTo>
                  <a:lnTo>
                    <a:pt x="498359" y="109836"/>
                  </a:lnTo>
                  <a:lnTo>
                    <a:pt x="493440" y="108196"/>
                  </a:lnTo>
                  <a:lnTo>
                    <a:pt x="493440" y="108196"/>
                  </a:lnTo>
                  <a:lnTo>
                    <a:pt x="490162" y="108196"/>
                  </a:lnTo>
                  <a:lnTo>
                    <a:pt x="485243" y="106557"/>
                  </a:lnTo>
                  <a:lnTo>
                    <a:pt x="483604" y="106557"/>
                  </a:lnTo>
                  <a:lnTo>
                    <a:pt x="478687" y="104918"/>
                  </a:lnTo>
                  <a:lnTo>
                    <a:pt x="478687" y="104918"/>
                  </a:lnTo>
                  <a:lnTo>
                    <a:pt x="475408" y="104918"/>
                  </a:lnTo>
                  <a:lnTo>
                    <a:pt x="472129" y="104918"/>
                  </a:lnTo>
                  <a:lnTo>
                    <a:pt x="467211" y="103278"/>
                  </a:lnTo>
                  <a:lnTo>
                    <a:pt x="463932" y="101639"/>
                  </a:lnTo>
                  <a:lnTo>
                    <a:pt x="460653" y="100000"/>
                  </a:lnTo>
                  <a:lnTo>
                    <a:pt x="457375" y="100000"/>
                  </a:lnTo>
                  <a:lnTo>
                    <a:pt x="454096" y="101639"/>
                  </a:lnTo>
                  <a:lnTo>
                    <a:pt x="450818" y="104918"/>
                  </a:lnTo>
                  <a:lnTo>
                    <a:pt x="445900" y="104918"/>
                  </a:lnTo>
                  <a:lnTo>
                    <a:pt x="445900" y="108196"/>
                  </a:lnTo>
                  <a:lnTo>
                    <a:pt x="442621" y="113114"/>
                  </a:lnTo>
                  <a:lnTo>
                    <a:pt x="442621" y="116393"/>
                  </a:lnTo>
                  <a:lnTo>
                    <a:pt x="442621" y="119672"/>
                  </a:lnTo>
                  <a:lnTo>
                    <a:pt x="445900" y="121311"/>
                  </a:lnTo>
                  <a:lnTo>
                    <a:pt x="449179" y="122950"/>
                  </a:lnTo>
                  <a:lnTo>
                    <a:pt x="450818" y="126229"/>
                  </a:lnTo>
                  <a:lnTo>
                    <a:pt x="447539" y="129508"/>
                  </a:lnTo>
                  <a:lnTo>
                    <a:pt x="447539" y="131147"/>
                  </a:lnTo>
                  <a:lnTo>
                    <a:pt x="450818" y="134426"/>
                  </a:lnTo>
                  <a:lnTo>
                    <a:pt x="454096" y="134426"/>
                  </a:lnTo>
                  <a:lnTo>
                    <a:pt x="455735" y="134426"/>
                  </a:lnTo>
                  <a:lnTo>
                    <a:pt x="459014" y="134426"/>
                  </a:lnTo>
                  <a:lnTo>
                    <a:pt x="462293" y="134426"/>
                  </a:lnTo>
                  <a:lnTo>
                    <a:pt x="463932" y="137704"/>
                  </a:lnTo>
                  <a:lnTo>
                    <a:pt x="460653" y="140983"/>
                  </a:lnTo>
                  <a:lnTo>
                    <a:pt x="457375" y="142622"/>
                  </a:lnTo>
                  <a:lnTo>
                    <a:pt x="454096" y="145901"/>
                  </a:lnTo>
                  <a:lnTo>
                    <a:pt x="454096" y="145901"/>
                  </a:lnTo>
                  <a:lnTo>
                    <a:pt x="454096" y="147540"/>
                  </a:lnTo>
                  <a:lnTo>
                    <a:pt x="455735" y="150819"/>
                  </a:lnTo>
                  <a:lnTo>
                    <a:pt x="459014" y="152458"/>
                  </a:lnTo>
                  <a:lnTo>
                    <a:pt x="463932" y="155737"/>
                  </a:lnTo>
                  <a:lnTo>
                    <a:pt x="463932" y="159016"/>
                  </a:lnTo>
                  <a:lnTo>
                    <a:pt x="463932" y="162294"/>
                  </a:lnTo>
                  <a:lnTo>
                    <a:pt x="460653" y="165573"/>
                  </a:lnTo>
                  <a:lnTo>
                    <a:pt x="460653" y="170491"/>
                  </a:lnTo>
                  <a:lnTo>
                    <a:pt x="463932" y="173770"/>
                  </a:lnTo>
                  <a:lnTo>
                    <a:pt x="465572" y="173770"/>
                  </a:lnTo>
                  <a:lnTo>
                    <a:pt x="468850" y="177048"/>
                  </a:lnTo>
                  <a:lnTo>
                    <a:pt x="472129" y="178688"/>
                  </a:lnTo>
                  <a:lnTo>
                    <a:pt x="475408" y="181966"/>
                  </a:lnTo>
                  <a:lnTo>
                    <a:pt x="475408" y="185245"/>
                  </a:lnTo>
                  <a:lnTo>
                    <a:pt x="475408" y="186885"/>
                  </a:lnTo>
                  <a:lnTo>
                    <a:pt x="478687" y="188524"/>
                  </a:lnTo>
                  <a:lnTo>
                    <a:pt x="483604" y="190163"/>
                  </a:lnTo>
                  <a:lnTo>
                    <a:pt x="483604" y="190163"/>
                  </a:lnTo>
                  <a:lnTo>
                    <a:pt x="486883" y="188524"/>
                  </a:lnTo>
                  <a:lnTo>
                    <a:pt x="488522" y="193442"/>
                  </a:lnTo>
                  <a:lnTo>
                    <a:pt x="488522" y="196720"/>
                  </a:lnTo>
                  <a:lnTo>
                    <a:pt x="490162" y="196720"/>
                  </a:lnTo>
                  <a:lnTo>
                    <a:pt x="490162" y="198360"/>
                  </a:lnTo>
                  <a:lnTo>
                    <a:pt x="491801" y="201638"/>
                  </a:lnTo>
                  <a:lnTo>
                    <a:pt x="495080" y="203278"/>
                  </a:lnTo>
                  <a:lnTo>
                    <a:pt x="499998" y="203278"/>
                  </a:lnTo>
                  <a:lnTo>
                    <a:pt x="503277" y="203278"/>
                  </a:lnTo>
                  <a:lnTo>
                    <a:pt x="506555" y="203278"/>
                  </a:lnTo>
                  <a:lnTo>
                    <a:pt x="509833" y="204917"/>
                  </a:lnTo>
                  <a:lnTo>
                    <a:pt x="514752" y="206557"/>
                  </a:lnTo>
                  <a:lnTo>
                    <a:pt x="516391" y="208196"/>
                  </a:lnTo>
                  <a:lnTo>
                    <a:pt x="518030" y="211475"/>
                  </a:lnTo>
                  <a:lnTo>
                    <a:pt x="518030" y="214753"/>
                  </a:lnTo>
                  <a:lnTo>
                    <a:pt x="513112" y="218032"/>
                  </a:lnTo>
                  <a:lnTo>
                    <a:pt x="509833" y="219671"/>
                  </a:lnTo>
                  <a:lnTo>
                    <a:pt x="506555" y="219671"/>
                  </a:lnTo>
                  <a:lnTo>
                    <a:pt x="506555" y="219671"/>
                  </a:lnTo>
                  <a:lnTo>
                    <a:pt x="503277" y="221310"/>
                  </a:lnTo>
                  <a:lnTo>
                    <a:pt x="499998" y="226229"/>
                  </a:lnTo>
                  <a:lnTo>
                    <a:pt x="495080" y="227868"/>
                  </a:lnTo>
                  <a:lnTo>
                    <a:pt x="491801" y="231147"/>
                  </a:lnTo>
                  <a:lnTo>
                    <a:pt x="491801" y="234425"/>
                  </a:lnTo>
                  <a:lnTo>
                    <a:pt x="491801" y="236065"/>
                  </a:lnTo>
                  <a:lnTo>
                    <a:pt x="495080" y="239343"/>
                  </a:lnTo>
                  <a:lnTo>
                    <a:pt x="495080" y="240982"/>
                  </a:lnTo>
                  <a:lnTo>
                    <a:pt x="496719" y="242622"/>
                  </a:lnTo>
                  <a:lnTo>
                    <a:pt x="498359" y="245901"/>
                  </a:lnTo>
                  <a:lnTo>
                    <a:pt x="496719" y="250819"/>
                  </a:lnTo>
                  <a:lnTo>
                    <a:pt x="496719" y="254097"/>
                  </a:lnTo>
                  <a:lnTo>
                    <a:pt x="496719" y="257376"/>
                  </a:lnTo>
                  <a:lnTo>
                    <a:pt x="496719" y="260655"/>
                  </a:lnTo>
                  <a:lnTo>
                    <a:pt x="498359" y="262294"/>
                  </a:lnTo>
                  <a:lnTo>
                    <a:pt x="503277" y="263933"/>
                  </a:lnTo>
                  <a:lnTo>
                    <a:pt x="501637" y="265573"/>
                  </a:lnTo>
                  <a:lnTo>
                    <a:pt x="499998" y="265573"/>
                  </a:lnTo>
                  <a:lnTo>
                    <a:pt x="498359" y="265573"/>
                  </a:lnTo>
                  <a:lnTo>
                    <a:pt x="498359" y="267212"/>
                  </a:lnTo>
                  <a:lnTo>
                    <a:pt x="498359" y="267212"/>
                  </a:lnTo>
                  <a:lnTo>
                    <a:pt x="498359" y="268851"/>
                  </a:lnTo>
                  <a:lnTo>
                    <a:pt x="493440" y="272130"/>
                  </a:lnTo>
                  <a:lnTo>
                    <a:pt x="490162" y="273769"/>
                  </a:lnTo>
                  <a:lnTo>
                    <a:pt x="490162" y="277048"/>
                  </a:lnTo>
                  <a:lnTo>
                    <a:pt x="486883" y="280327"/>
                  </a:lnTo>
                  <a:lnTo>
                    <a:pt x="485243" y="283605"/>
                  </a:lnTo>
                  <a:lnTo>
                    <a:pt x="483604" y="286884"/>
                  </a:lnTo>
                  <a:lnTo>
                    <a:pt x="480325" y="291802"/>
                  </a:lnTo>
                  <a:lnTo>
                    <a:pt x="478687" y="295081"/>
                  </a:lnTo>
                  <a:lnTo>
                    <a:pt x="477047" y="295081"/>
                  </a:lnTo>
                  <a:lnTo>
                    <a:pt x="480325" y="296720"/>
                  </a:lnTo>
                  <a:lnTo>
                    <a:pt x="481965" y="298359"/>
                  </a:lnTo>
                  <a:lnTo>
                    <a:pt x="481965" y="298359"/>
                  </a:lnTo>
                  <a:lnTo>
                    <a:pt x="483604" y="303277"/>
                  </a:lnTo>
                  <a:lnTo>
                    <a:pt x="481965" y="304917"/>
                  </a:lnTo>
                  <a:lnTo>
                    <a:pt x="480325" y="306556"/>
                  </a:lnTo>
                  <a:lnTo>
                    <a:pt x="477047" y="308195"/>
                  </a:lnTo>
                  <a:lnTo>
                    <a:pt x="472129" y="309835"/>
                  </a:lnTo>
                  <a:lnTo>
                    <a:pt x="468850" y="311474"/>
                  </a:lnTo>
                  <a:lnTo>
                    <a:pt x="467211" y="311474"/>
                  </a:lnTo>
                  <a:lnTo>
                    <a:pt x="463932" y="316392"/>
                  </a:lnTo>
                  <a:lnTo>
                    <a:pt x="463932" y="319671"/>
                  </a:lnTo>
                  <a:lnTo>
                    <a:pt x="462293" y="322949"/>
                  </a:lnTo>
                  <a:lnTo>
                    <a:pt x="462293" y="322949"/>
                  </a:lnTo>
                  <a:lnTo>
                    <a:pt x="462293" y="327867"/>
                  </a:lnTo>
                  <a:lnTo>
                    <a:pt x="462293" y="331146"/>
                  </a:lnTo>
                  <a:lnTo>
                    <a:pt x="460653" y="336064"/>
                  </a:lnTo>
                  <a:lnTo>
                    <a:pt x="459014" y="339343"/>
                  </a:lnTo>
                  <a:lnTo>
                    <a:pt x="457375" y="342622"/>
                  </a:lnTo>
                  <a:lnTo>
                    <a:pt x="455735" y="347539"/>
                  </a:lnTo>
                  <a:lnTo>
                    <a:pt x="454096" y="350818"/>
                  </a:lnTo>
                  <a:lnTo>
                    <a:pt x="452457" y="354097"/>
                  </a:lnTo>
                  <a:lnTo>
                    <a:pt x="447539" y="355736"/>
                  </a:lnTo>
                  <a:lnTo>
                    <a:pt x="444260" y="359015"/>
                  </a:lnTo>
                  <a:lnTo>
                    <a:pt x="440982" y="362294"/>
                  </a:lnTo>
                  <a:lnTo>
                    <a:pt x="437703" y="363933"/>
                  </a:lnTo>
                  <a:lnTo>
                    <a:pt x="432785" y="368851"/>
                  </a:lnTo>
                  <a:lnTo>
                    <a:pt x="431145" y="372129"/>
                  </a:lnTo>
                  <a:lnTo>
                    <a:pt x="431145" y="375408"/>
                  </a:lnTo>
                  <a:lnTo>
                    <a:pt x="431145" y="380326"/>
                  </a:lnTo>
                  <a:lnTo>
                    <a:pt x="429506" y="383605"/>
                  </a:lnTo>
                  <a:lnTo>
                    <a:pt x="426228" y="386884"/>
                  </a:lnTo>
                  <a:lnTo>
                    <a:pt x="422949" y="391802"/>
                  </a:lnTo>
                  <a:lnTo>
                    <a:pt x="421310" y="395080"/>
                  </a:lnTo>
                  <a:lnTo>
                    <a:pt x="421310" y="398359"/>
                  </a:lnTo>
                  <a:lnTo>
                    <a:pt x="418031" y="403277"/>
                  </a:lnTo>
                  <a:lnTo>
                    <a:pt x="414752" y="404916"/>
                  </a:lnTo>
                  <a:lnTo>
                    <a:pt x="409834" y="404916"/>
                  </a:lnTo>
                  <a:lnTo>
                    <a:pt x="406555" y="404916"/>
                  </a:lnTo>
                  <a:lnTo>
                    <a:pt x="403277" y="404916"/>
                  </a:lnTo>
                  <a:lnTo>
                    <a:pt x="398359" y="406556"/>
                  </a:lnTo>
                  <a:lnTo>
                    <a:pt x="395080" y="408195"/>
                  </a:lnTo>
                  <a:lnTo>
                    <a:pt x="391801" y="409834"/>
                  </a:lnTo>
                  <a:lnTo>
                    <a:pt x="388523" y="411474"/>
                  </a:lnTo>
                  <a:lnTo>
                    <a:pt x="383605" y="413113"/>
                  </a:lnTo>
                  <a:lnTo>
                    <a:pt x="381965" y="411474"/>
                  </a:lnTo>
                  <a:lnTo>
                    <a:pt x="378687" y="408195"/>
                  </a:lnTo>
                  <a:lnTo>
                    <a:pt x="377047" y="404916"/>
                  </a:lnTo>
                  <a:lnTo>
                    <a:pt x="373769" y="401637"/>
                  </a:lnTo>
                  <a:lnTo>
                    <a:pt x="370490" y="398359"/>
                  </a:lnTo>
                  <a:lnTo>
                    <a:pt x="367211" y="398359"/>
                  </a:lnTo>
                  <a:lnTo>
                    <a:pt x="362294" y="401637"/>
                  </a:lnTo>
                  <a:lnTo>
                    <a:pt x="359015" y="404916"/>
                  </a:lnTo>
                  <a:lnTo>
                    <a:pt x="357375" y="408195"/>
                  </a:lnTo>
                  <a:lnTo>
                    <a:pt x="355736" y="411474"/>
                  </a:lnTo>
                  <a:lnTo>
                    <a:pt x="355736" y="414752"/>
                  </a:lnTo>
                  <a:lnTo>
                    <a:pt x="354097" y="418031"/>
                  </a:lnTo>
                  <a:lnTo>
                    <a:pt x="350818" y="422949"/>
                  </a:lnTo>
                  <a:lnTo>
                    <a:pt x="349179" y="426228"/>
                  </a:lnTo>
                  <a:lnTo>
                    <a:pt x="345900" y="429506"/>
                  </a:lnTo>
                  <a:lnTo>
                    <a:pt x="342621" y="434424"/>
                  </a:lnTo>
                  <a:lnTo>
                    <a:pt x="339343" y="437703"/>
                  </a:lnTo>
                  <a:lnTo>
                    <a:pt x="339343" y="440982"/>
                  </a:lnTo>
                  <a:lnTo>
                    <a:pt x="339343" y="445900"/>
                  </a:lnTo>
                  <a:lnTo>
                    <a:pt x="339343" y="449178"/>
                  </a:lnTo>
                  <a:lnTo>
                    <a:pt x="339343" y="452457"/>
                  </a:lnTo>
                  <a:lnTo>
                    <a:pt x="342621" y="455736"/>
                  </a:lnTo>
                  <a:lnTo>
                    <a:pt x="345900" y="457375"/>
                  </a:lnTo>
                  <a:lnTo>
                    <a:pt x="350818" y="460654"/>
                  </a:lnTo>
                  <a:lnTo>
                    <a:pt x="354097" y="462293"/>
                  </a:lnTo>
                  <a:lnTo>
                    <a:pt x="357375" y="462293"/>
                  </a:lnTo>
                  <a:lnTo>
                    <a:pt x="359015" y="462293"/>
                  </a:lnTo>
                  <a:lnTo>
                    <a:pt x="360654" y="460654"/>
                  </a:lnTo>
                  <a:lnTo>
                    <a:pt x="363933" y="462293"/>
                  </a:lnTo>
                  <a:lnTo>
                    <a:pt x="367211" y="465572"/>
                  </a:lnTo>
                  <a:lnTo>
                    <a:pt x="367211" y="468850"/>
                  </a:lnTo>
                  <a:lnTo>
                    <a:pt x="367211" y="473768"/>
                  </a:lnTo>
                  <a:lnTo>
                    <a:pt x="367211" y="477047"/>
                  </a:lnTo>
                  <a:lnTo>
                    <a:pt x="367211" y="480326"/>
                  </a:lnTo>
                  <a:lnTo>
                    <a:pt x="365572" y="485244"/>
                  </a:lnTo>
                  <a:lnTo>
                    <a:pt x="365572" y="488522"/>
                  </a:lnTo>
                  <a:lnTo>
                    <a:pt x="367211" y="491801"/>
                  </a:lnTo>
                  <a:lnTo>
                    <a:pt x="370490" y="496719"/>
                  </a:lnTo>
                  <a:lnTo>
                    <a:pt x="373769" y="499998"/>
                  </a:lnTo>
                  <a:lnTo>
                    <a:pt x="373769" y="499998"/>
                  </a:lnTo>
                  <a:lnTo>
                    <a:pt x="378687" y="501637"/>
                  </a:lnTo>
                  <a:lnTo>
                    <a:pt x="381965" y="501637"/>
                  </a:lnTo>
                  <a:lnTo>
                    <a:pt x="385244" y="499998"/>
                  </a:lnTo>
                  <a:lnTo>
                    <a:pt x="390162" y="501637"/>
                  </a:lnTo>
                  <a:lnTo>
                    <a:pt x="390162" y="504916"/>
                  </a:lnTo>
                  <a:lnTo>
                    <a:pt x="390162" y="509834"/>
                  </a:lnTo>
                  <a:lnTo>
                    <a:pt x="390162" y="513112"/>
                  </a:lnTo>
                  <a:lnTo>
                    <a:pt x="393441" y="516391"/>
                  </a:lnTo>
                  <a:lnTo>
                    <a:pt x="396720" y="521309"/>
                  </a:lnTo>
                  <a:lnTo>
                    <a:pt x="399998" y="524588"/>
                  </a:lnTo>
                  <a:lnTo>
                    <a:pt x="401638" y="527866"/>
                  </a:lnTo>
                  <a:lnTo>
                    <a:pt x="403277" y="531145"/>
                  </a:lnTo>
                  <a:lnTo>
                    <a:pt x="403277" y="534424"/>
                  </a:lnTo>
                  <a:lnTo>
                    <a:pt x="406555" y="539342"/>
                  </a:lnTo>
                  <a:lnTo>
                    <a:pt x="408195" y="542621"/>
                  </a:lnTo>
                  <a:lnTo>
                    <a:pt x="409834" y="545899"/>
                  </a:lnTo>
                  <a:lnTo>
                    <a:pt x="406555" y="549178"/>
                  </a:lnTo>
                  <a:lnTo>
                    <a:pt x="408195" y="552456"/>
                  </a:lnTo>
                  <a:lnTo>
                    <a:pt x="408195" y="555735"/>
                  </a:lnTo>
                  <a:lnTo>
                    <a:pt x="411474" y="557374"/>
                  </a:lnTo>
                  <a:lnTo>
                    <a:pt x="408195" y="560653"/>
                  </a:lnTo>
                  <a:lnTo>
                    <a:pt x="404916" y="560653"/>
                  </a:lnTo>
                  <a:lnTo>
                    <a:pt x="401638" y="565571"/>
                  </a:lnTo>
                  <a:lnTo>
                    <a:pt x="398359" y="565571"/>
                  </a:lnTo>
                  <a:lnTo>
                    <a:pt x="395080" y="563932"/>
                  </a:lnTo>
                  <a:lnTo>
                    <a:pt x="393441" y="560653"/>
                  </a:lnTo>
                  <a:lnTo>
                    <a:pt x="390162" y="557374"/>
                  </a:lnTo>
                  <a:lnTo>
                    <a:pt x="386884" y="557374"/>
                  </a:lnTo>
                  <a:lnTo>
                    <a:pt x="383605" y="560653"/>
                  </a:lnTo>
                  <a:lnTo>
                    <a:pt x="378687" y="560653"/>
                  </a:lnTo>
                  <a:lnTo>
                    <a:pt x="375408" y="562293"/>
                  </a:lnTo>
                  <a:lnTo>
                    <a:pt x="373769" y="567211"/>
                  </a:lnTo>
                  <a:lnTo>
                    <a:pt x="373769" y="567211"/>
                  </a:lnTo>
                  <a:lnTo>
                    <a:pt x="372130" y="568850"/>
                  </a:lnTo>
                  <a:lnTo>
                    <a:pt x="367211" y="568850"/>
                  </a:lnTo>
                  <a:lnTo>
                    <a:pt x="363933" y="568850"/>
                  </a:lnTo>
                  <a:lnTo>
                    <a:pt x="360654" y="567211"/>
                  </a:lnTo>
                  <a:lnTo>
                    <a:pt x="357375" y="563932"/>
                  </a:lnTo>
                  <a:lnTo>
                    <a:pt x="354097" y="563932"/>
                  </a:lnTo>
                  <a:lnTo>
                    <a:pt x="349179" y="563932"/>
                  </a:lnTo>
                  <a:lnTo>
                    <a:pt x="345900" y="563932"/>
                  </a:lnTo>
                  <a:lnTo>
                    <a:pt x="342621" y="563932"/>
                  </a:lnTo>
                  <a:lnTo>
                    <a:pt x="340982" y="563932"/>
                  </a:lnTo>
                  <a:lnTo>
                    <a:pt x="336064" y="563932"/>
                  </a:lnTo>
                  <a:lnTo>
                    <a:pt x="334425" y="563932"/>
                  </a:lnTo>
                  <a:lnTo>
                    <a:pt x="331146" y="562293"/>
                  </a:lnTo>
                  <a:lnTo>
                    <a:pt x="327867" y="563932"/>
                  </a:lnTo>
                  <a:lnTo>
                    <a:pt x="324588" y="562293"/>
                  </a:lnTo>
                  <a:lnTo>
                    <a:pt x="324588" y="562293"/>
                  </a:lnTo>
                  <a:lnTo>
                    <a:pt x="324588" y="565571"/>
                  </a:lnTo>
                  <a:lnTo>
                    <a:pt x="324588" y="570489"/>
                  </a:lnTo>
                  <a:lnTo>
                    <a:pt x="324588" y="573768"/>
                  </a:lnTo>
                  <a:lnTo>
                    <a:pt x="322950" y="577046"/>
                  </a:lnTo>
                  <a:lnTo>
                    <a:pt x="319671" y="577046"/>
                  </a:lnTo>
                  <a:lnTo>
                    <a:pt x="316392" y="577046"/>
                  </a:lnTo>
                  <a:lnTo>
                    <a:pt x="311474" y="578686"/>
                  </a:lnTo>
                  <a:lnTo>
                    <a:pt x="308195" y="578686"/>
                  </a:lnTo>
                  <a:lnTo>
                    <a:pt x="306556" y="581965"/>
                  </a:lnTo>
                  <a:lnTo>
                    <a:pt x="304917" y="586883"/>
                  </a:lnTo>
                  <a:lnTo>
                    <a:pt x="304917" y="581965"/>
                  </a:lnTo>
                  <a:lnTo>
                    <a:pt x="303277" y="586883"/>
                  </a:lnTo>
                  <a:lnTo>
                    <a:pt x="299998" y="583604"/>
                  </a:lnTo>
                  <a:lnTo>
                    <a:pt x="298360" y="578686"/>
                  </a:lnTo>
                  <a:lnTo>
                    <a:pt x="298360" y="578686"/>
                  </a:lnTo>
                  <a:lnTo>
                    <a:pt x="298360" y="578686"/>
                  </a:lnTo>
                  <a:lnTo>
                    <a:pt x="299998" y="581965"/>
                  </a:lnTo>
                  <a:lnTo>
                    <a:pt x="298360" y="586883"/>
                  </a:lnTo>
                  <a:lnTo>
                    <a:pt x="295081" y="583604"/>
                  </a:lnTo>
                  <a:lnTo>
                    <a:pt x="293441" y="580325"/>
                  </a:lnTo>
                  <a:lnTo>
                    <a:pt x="291802" y="580325"/>
                  </a:lnTo>
                  <a:lnTo>
                    <a:pt x="291802" y="580325"/>
                  </a:lnTo>
                  <a:lnTo>
                    <a:pt x="291802" y="583604"/>
                  </a:lnTo>
                  <a:lnTo>
                    <a:pt x="288523" y="583604"/>
                  </a:lnTo>
                  <a:lnTo>
                    <a:pt x="283605" y="585243"/>
                  </a:lnTo>
                  <a:lnTo>
                    <a:pt x="283605" y="580325"/>
                  </a:lnTo>
                  <a:lnTo>
                    <a:pt x="283605" y="580325"/>
                  </a:lnTo>
                  <a:lnTo>
                    <a:pt x="283605" y="578686"/>
                  </a:lnTo>
                  <a:lnTo>
                    <a:pt x="280327" y="580325"/>
                  </a:lnTo>
                  <a:lnTo>
                    <a:pt x="280327" y="578686"/>
                  </a:lnTo>
                  <a:lnTo>
                    <a:pt x="277048" y="575407"/>
                  </a:lnTo>
                  <a:lnTo>
                    <a:pt x="278687" y="573768"/>
                  </a:lnTo>
                  <a:lnTo>
                    <a:pt x="278687" y="573768"/>
                  </a:lnTo>
                  <a:lnTo>
                    <a:pt x="275408" y="573768"/>
                  </a:lnTo>
                  <a:lnTo>
                    <a:pt x="272130" y="570489"/>
                  </a:lnTo>
                  <a:lnTo>
                    <a:pt x="270491" y="567211"/>
                  </a:lnTo>
                  <a:lnTo>
                    <a:pt x="268851" y="563932"/>
                  </a:lnTo>
                  <a:lnTo>
                    <a:pt x="270491" y="560653"/>
                  </a:lnTo>
                  <a:lnTo>
                    <a:pt x="267212" y="557374"/>
                  </a:lnTo>
                  <a:lnTo>
                    <a:pt x="265573" y="554096"/>
                  </a:lnTo>
                  <a:lnTo>
                    <a:pt x="267212" y="550817"/>
                  </a:lnTo>
                  <a:lnTo>
                    <a:pt x="262294" y="545899"/>
                  </a:lnTo>
                  <a:lnTo>
                    <a:pt x="263933" y="542621"/>
                  </a:lnTo>
                  <a:lnTo>
                    <a:pt x="259015" y="540981"/>
                  </a:lnTo>
                  <a:lnTo>
                    <a:pt x="255737" y="539342"/>
                  </a:lnTo>
                  <a:lnTo>
                    <a:pt x="252458" y="539342"/>
                  </a:lnTo>
                  <a:lnTo>
                    <a:pt x="249179" y="539342"/>
                  </a:lnTo>
                  <a:lnTo>
                    <a:pt x="244261" y="536063"/>
                  </a:lnTo>
                  <a:lnTo>
                    <a:pt x="242622" y="536063"/>
                  </a:lnTo>
                  <a:lnTo>
                    <a:pt x="244261" y="531145"/>
                  </a:lnTo>
                  <a:lnTo>
                    <a:pt x="244261" y="531145"/>
                  </a:lnTo>
                  <a:lnTo>
                    <a:pt x="244261" y="526227"/>
                  </a:lnTo>
                  <a:lnTo>
                    <a:pt x="244261" y="522949"/>
                  </a:lnTo>
                  <a:lnTo>
                    <a:pt x="240983" y="519670"/>
                  </a:lnTo>
                  <a:lnTo>
                    <a:pt x="236064" y="516391"/>
                  </a:lnTo>
                  <a:lnTo>
                    <a:pt x="236064" y="513112"/>
                  </a:lnTo>
                  <a:lnTo>
                    <a:pt x="234425" y="509834"/>
                  </a:lnTo>
                  <a:lnTo>
                    <a:pt x="231147" y="506555"/>
                  </a:lnTo>
                  <a:lnTo>
                    <a:pt x="227868" y="504916"/>
                  </a:lnTo>
                  <a:lnTo>
                    <a:pt x="224589" y="504916"/>
                  </a:lnTo>
                  <a:lnTo>
                    <a:pt x="221310" y="508194"/>
                  </a:lnTo>
                  <a:lnTo>
                    <a:pt x="219671" y="511473"/>
                  </a:lnTo>
                  <a:lnTo>
                    <a:pt x="222950" y="509834"/>
                  </a:lnTo>
                  <a:lnTo>
                    <a:pt x="226228" y="508194"/>
                  </a:lnTo>
                  <a:lnTo>
                    <a:pt x="231147" y="509834"/>
                  </a:lnTo>
                  <a:lnTo>
                    <a:pt x="232786" y="514752"/>
                  </a:lnTo>
                  <a:lnTo>
                    <a:pt x="229507" y="511473"/>
                  </a:lnTo>
                  <a:lnTo>
                    <a:pt x="226228" y="511473"/>
                  </a:lnTo>
                  <a:lnTo>
                    <a:pt x="221310" y="511473"/>
                  </a:lnTo>
                  <a:lnTo>
                    <a:pt x="218032" y="513112"/>
                  </a:lnTo>
                  <a:lnTo>
                    <a:pt x="214753" y="513112"/>
                  </a:lnTo>
                  <a:lnTo>
                    <a:pt x="209835" y="513112"/>
                  </a:lnTo>
                  <a:lnTo>
                    <a:pt x="206557" y="514752"/>
                  </a:lnTo>
                  <a:lnTo>
                    <a:pt x="203278" y="516391"/>
                  </a:lnTo>
                  <a:lnTo>
                    <a:pt x="199999" y="516391"/>
                  </a:lnTo>
                  <a:lnTo>
                    <a:pt x="195081" y="514752"/>
                  </a:lnTo>
                  <a:lnTo>
                    <a:pt x="193442" y="516391"/>
                  </a:lnTo>
                  <a:lnTo>
                    <a:pt x="190163" y="516391"/>
                  </a:lnTo>
                  <a:lnTo>
                    <a:pt x="186884" y="516391"/>
                  </a:lnTo>
                  <a:lnTo>
                    <a:pt x="181966" y="518031"/>
                  </a:lnTo>
                  <a:lnTo>
                    <a:pt x="178688" y="518031"/>
                  </a:lnTo>
                  <a:lnTo>
                    <a:pt x="178688" y="518031"/>
                  </a:lnTo>
                  <a:lnTo>
                    <a:pt x="173770" y="518031"/>
                  </a:lnTo>
                  <a:lnTo>
                    <a:pt x="170491" y="518031"/>
                  </a:lnTo>
                  <a:lnTo>
                    <a:pt x="167213" y="521309"/>
                  </a:lnTo>
                  <a:lnTo>
                    <a:pt x="168851" y="524588"/>
                  </a:lnTo>
                  <a:lnTo>
                    <a:pt x="163934" y="524588"/>
                  </a:lnTo>
                  <a:lnTo>
                    <a:pt x="163934" y="521309"/>
                  </a:lnTo>
                  <a:lnTo>
                    <a:pt x="159016" y="521309"/>
                  </a:lnTo>
                  <a:lnTo>
                    <a:pt x="155737" y="519670"/>
                  </a:lnTo>
                  <a:lnTo>
                    <a:pt x="152458" y="519670"/>
                  </a:lnTo>
                  <a:lnTo>
                    <a:pt x="149180" y="518031"/>
                  </a:lnTo>
                  <a:lnTo>
                    <a:pt x="144261" y="516391"/>
                  </a:lnTo>
                  <a:lnTo>
                    <a:pt x="144261" y="513112"/>
                  </a:lnTo>
                  <a:lnTo>
                    <a:pt x="139344" y="513112"/>
                  </a:lnTo>
                  <a:lnTo>
                    <a:pt x="142623" y="516391"/>
                  </a:lnTo>
                  <a:lnTo>
                    <a:pt x="139344" y="518031"/>
                  </a:lnTo>
                  <a:lnTo>
                    <a:pt x="134426" y="516391"/>
                  </a:lnTo>
                  <a:lnTo>
                    <a:pt x="131147" y="514752"/>
                  </a:lnTo>
                  <a:lnTo>
                    <a:pt x="127868" y="514752"/>
                  </a:lnTo>
                  <a:lnTo>
                    <a:pt x="122950" y="516391"/>
                  </a:lnTo>
                  <a:lnTo>
                    <a:pt x="121311" y="519670"/>
                  </a:lnTo>
                  <a:lnTo>
                    <a:pt x="122950" y="522949"/>
                  </a:lnTo>
                  <a:lnTo>
                    <a:pt x="118032" y="521309"/>
                  </a:lnTo>
                  <a:lnTo>
                    <a:pt x="114754" y="521309"/>
                  </a:lnTo>
                  <a:lnTo>
                    <a:pt x="111475" y="521309"/>
                  </a:lnTo>
                  <a:lnTo>
                    <a:pt x="106557" y="521309"/>
                  </a:lnTo>
                  <a:lnTo>
                    <a:pt x="103278" y="522949"/>
                  </a:lnTo>
                  <a:lnTo>
                    <a:pt x="100000" y="521309"/>
                  </a:lnTo>
                  <a:lnTo>
                    <a:pt x="95081" y="521309"/>
                  </a:lnTo>
                  <a:lnTo>
                    <a:pt x="91803" y="521309"/>
                  </a:lnTo>
                  <a:lnTo>
                    <a:pt x="88524" y="521309"/>
                  </a:lnTo>
                  <a:lnTo>
                    <a:pt x="85246" y="522949"/>
                  </a:lnTo>
                  <a:lnTo>
                    <a:pt x="80327" y="524588"/>
                  </a:lnTo>
                  <a:lnTo>
                    <a:pt x="81967" y="527866"/>
                  </a:lnTo>
                  <a:lnTo>
                    <a:pt x="77049" y="526227"/>
                  </a:lnTo>
                  <a:lnTo>
                    <a:pt x="77049" y="522949"/>
                  </a:lnTo>
                  <a:lnTo>
                    <a:pt x="73770" y="522949"/>
                  </a:lnTo>
                  <a:lnTo>
                    <a:pt x="70491" y="522949"/>
                  </a:lnTo>
                  <a:lnTo>
                    <a:pt x="68852" y="527866"/>
                  </a:lnTo>
                  <a:lnTo>
                    <a:pt x="65573" y="526227"/>
                  </a:lnTo>
                  <a:lnTo>
                    <a:pt x="60656" y="531145"/>
                  </a:lnTo>
                  <a:lnTo>
                    <a:pt x="57377" y="529506"/>
                  </a:lnTo>
                  <a:lnTo>
                    <a:pt x="57377" y="527866"/>
                  </a:lnTo>
                  <a:lnTo>
                    <a:pt x="55737" y="522949"/>
                  </a:lnTo>
                  <a:lnTo>
                    <a:pt x="52459" y="522949"/>
                  </a:lnTo>
                  <a:lnTo>
                    <a:pt x="52459" y="519670"/>
                  </a:lnTo>
                  <a:lnTo>
                    <a:pt x="52459" y="514752"/>
                  </a:lnTo>
                  <a:lnTo>
                    <a:pt x="52459" y="511473"/>
                  </a:lnTo>
                  <a:lnTo>
                    <a:pt x="52459" y="508194"/>
                  </a:lnTo>
                  <a:lnTo>
                    <a:pt x="52459" y="503276"/>
                  </a:lnTo>
                  <a:lnTo>
                    <a:pt x="52459" y="499998"/>
                  </a:lnTo>
                  <a:lnTo>
                    <a:pt x="52459" y="496719"/>
                  </a:lnTo>
                  <a:lnTo>
                    <a:pt x="55737" y="491801"/>
                  </a:lnTo>
                  <a:lnTo>
                    <a:pt x="55737" y="488522"/>
                  </a:lnTo>
                  <a:lnTo>
                    <a:pt x="55737" y="485244"/>
                  </a:lnTo>
                  <a:lnTo>
                    <a:pt x="55737" y="483604"/>
                  </a:lnTo>
                  <a:lnTo>
                    <a:pt x="55737" y="480326"/>
                  </a:lnTo>
                  <a:lnTo>
                    <a:pt x="57377" y="477047"/>
                  </a:lnTo>
                  <a:lnTo>
                    <a:pt x="62295" y="475408"/>
                  </a:lnTo>
                  <a:lnTo>
                    <a:pt x="65573" y="473768"/>
                  </a:lnTo>
                  <a:lnTo>
                    <a:pt x="68852" y="472129"/>
                  </a:lnTo>
                  <a:lnTo>
                    <a:pt x="72131" y="472129"/>
                  </a:lnTo>
                  <a:lnTo>
                    <a:pt x="70491" y="468850"/>
                  </a:lnTo>
                  <a:lnTo>
                    <a:pt x="72131" y="465572"/>
                  </a:lnTo>
                  <a:lnTo>
                    <a:pt x="75410" y="463932"/>
                  </a:lnTo>
                  <a:lnTo>
                    <a:pt x="80327" y="462293"/>
                  </a:lnTo>
                  <a:lnTo>
                    <a:pt x="83606" y="462293"/>
                  </a:lnTo>
                  <a:lnTo>
                    <a:pt x="86885" y="460654"/>
                  </a:lnTo>
                  <a:lnTo>
                    <a:pt x="91803" y="459014"/>
                  </a:lnTo>
                  <a:lnTo>
                    <a:pt x="95081" y="459014"/>
                  </a:lnTo>
                  <a:lnTo>
                    <a:pt x="98360" y="459014"/>
                  </a:lnTo>
                  <a:lnTo>
                    <a:pt x="103278" y="460654"/>
                  </a:lnTo>
                  <a:lnTo>
                    <a:pt x="103278" y="455736"/>
                  </a:lnTo>
                  <a:lnTo>
                    <a:pt x="103278" y="452457"/>
                  </a:lnTo>
                  <a:lnTo>
                    <a:pt x="106557" y="449178"/>
                  </a:lnTo>
                  <a:lnTo>
                    <a:pt x="104917" y="444260"/>
                  </a:lnTo>
                  <a:lnTo>
                    <a:pt x="104917" y="442621"/>
                  </a:lnTo>
                  <a:lnTo>
                    <a:pt x="104917" y="439342"/>
                  </a:lnTo>
                  <a:lnTo>
                    <a:pt x="106557" y="437703"/>
                  </a:lnTo>
                  <a:lnTo>
                    <a:pt x="106557" y="437703"/>
                  </a:lnTo>
                  <a:lnTo>
                    <a:pt x="106557" y="437703"/>
                  </a:lnTo>
                  <a:lnTo>
                    <a:pt x="106557" y="437703"/>
                  </a:lnTo>
                  <a:lnTo>
                    <a:pt x="106557" y="437703"/>
                  </a:lnTo>
                  <a:lnTo>
                    <a:pt x="103278" y="432785"/>
                  </a:lnTo>
                  <a:lnTo>
                    <a:pt x="100000" y="432785"/>
                  </a:lnTo>
                  <a:lnTo>
                    <a:pt x="96721" y="432785"/>
                  </a:lnTo>
                  <a:lnTo>
                    <a:pt x="91803" y="434424"/>
                  </a:lnTo>
                  <a:lnTo>
                    <a:pt x="88524" y="432785"/>
                  </a:lnTo>
                  <a:lnTo>
                    <a:pt x="86885" y="429506"/>
                  </a:lnTo>
                  <a:lnTo>
                    <a:pt x="86885" y="426228"/>
                  </a:lnTo>
                  <a:lnTo>
                    <a:pt x="86885" y="421309"/>
                  </a:lnTo>
                  <a:lnTo>
                    <a:pt x="85246" y="418031"/>
                  </a:lnTo>
                  <a:lnTo>
                    <a:pt x="85246" y="414752"/>
                  </a:lnTo>
                  <a:lnTo>
                    <a:pt x="85246" y="409834"/>
                  </a:lnTo>
                  <a:lnTo>
                    <a:pt x="83606" y="406556"/>
                  </a:lnTo>
                  <a:lnTo>
                    <a:pt x="81967" y="403277"/>
                  </a:lnTo>
                  <a:lnTo>
                    <a:pt x="81967" y="398359"/>
                  </a:lnTo>
                  <a:lnTo>
                    <a:pt x="81967" y="396719"/>
                  </a:lnTo>
                  <a:lnTo>
                    <a:pt x="81967" y="393441"/>
                  </a:lnTo>
                  <a:lnTo>
                    <a:pt x="81967" y="393441"/>
                  </a:lnTo>
                  <a:lnTo>
                    <a:pt x="80327" y="388523"/>
                  </a:lnTo>
                  <a:lnTo>
                    <a:pt x="77049" y="388523"/>
                  </a:lnTo>
                  <a:lnTo>
                    <a:pt x="75410" y="388523"/>
                  </a:lnTo>
                  <a:lnTo>
                    <a:pt x="70491" y="386884"/>
                  </a:lnTo>
                  <a:lnTo>
                    <a:pt x="67213" y="383605"/>
                  </a:lnTo>
                  <a:lnTo>
                    <a:pt x="63934" y="380326"/>
                  </a:lnTo>
                  <a:lnTo>
                    <a:pt x="59016" y="380326"/>
                  </a:lnTo>
                  <a:lnTo>
                    <a:pt x="55737" y="378687"/>
                  </a:lnTo>
                  <a:lnTo>
                    <a:pt x="52459" y="377047"/>
                  </a:lnTo>
                  <a:lnTo>
                    <a:pt x="49180" y="375408"/>
                  </a:lnTo>
                  <a:lnTo>
                    <a:pt x="44262" y="373769"/>
                  </a:lnTo>
                  <a:lnTo>
                    <a:pt x="40983" y="370490"/>
                  </a:lnTo>
                  <a:lnTo>
                    <a:pt x="37705" y="367212"/>
                  </a:lnTo>
                  <a:lnTo>
                    <a:pt x="34426" y="362294"/>
                  </a:lnTo>
                  <a:lnTo>
                    <a:pt x="32787" y="359015"/>
                  </a:lnTo>
                  <a:lnTo>
                    <a:pt x="31147" y="355736"/>
                  </a:lnTo>
                  <a:lnTo>
                    <a:pt x="29508" y="355736"/>
                  </a:lnTo>
                  <a:lnTo>
                    <a:pt x="29508" y="352457"/>
                  </a:lnTo>
                  <a:lnTo>
                    <a:pt x="24590" y="349179"/>
                  </a:lnTo>
                  <a:lnTo>
                    <a:pt x="22951" y="344261"/>
                  </a:lnTo>
                  <a:lnTo>
                    <a:pt x="21311" y="340982"/>
                  </a:lnTo>
                  <a:lnTo>
                    <a:pt x="18033" y="336064"/>
                  </a:lnTo>
                  <a:lnTo>
                    <a:pt x="14754" y="332785"/>
                  </a:lnTo>
                  <a:lnTo>
                    <a:pt x="11476" y="329507"/>
                  </a:lnTo>
                  <a:lnTo>
                    <a:pt x="8197" y="324589"/>
                  </a:lnTo>
                  <a:lnTo>
                    <a:pt x="4918" y="321310"/>
                  </a:lnTo>
                  <a:lnTo>
                    <a:pt x="0" y="318031"/>
                  </a:lnTo>
                  <a:lnTo>
                    <a:pt x="0" y="31803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6" name="Freeform 2305">
              <a:extLst>
                <a:ext uri="{FF2B5EF4-FFF2-40B4-BE49-F238E27FC236}">
                  <a16:creationId xmlns:a16="http://schemas.microsoft.com/office/drawing/2014/main" id="{A2B2C99A-68D5-2F4C-8516-4E5FB4F2C1DA}"/>
                </a:ext>
              </a:extLst>
            </p:cNvPr>
            <p:cNvSpPr/>
            <p:nvPr/>
          </p:nvSpPr>
          <p:spPr>
            <a:xfrm>
              <a:off x="9033691" y="3862439"/>
              <a:ext cx="6556" cy="4917"/>
            </a:xfrm>
            <a:custGeom>
              <a:avLst/>
              <a:gdLst>
                <a:gd name="connsiteX0" fmla="*/ 3279 w 6556"/>
                <a:gd name="connsiteY0" fmla="*/ 3278 h 4917"/>
                <a:gd name="connsiteX1" fmla="*/ 6557 w 6556"/>
                <a:gd name="connsiteY1" fmla="*/ 4918 h 4917"/>
                <a:gd name="connsiteX2" fmla="*/ 6557 w 6556"/>
                <a:gd name="connsiteY2" fmla="*/ 1639 h 4917"/>
                <a:gd name="connsiteX3" fmla="*/ 4918 w 6556"/>
                <a:gd name="connsiteY3" fmla="*/ 0 h 4917"/>
                <a:gd name="connsiteX4" fmla="*/ 0 w 6556"/>
                <a:gd name="connsiteY4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6" h="4917">
                  <a:moveTo>
                    <a:pt x="3279" y="3278"/>
                  </a:moveTo>
                  <a:lnTo>
                    <a:pt x="6557" y="4918"/>
                  </a:lnTo>
                  <a:lnTo>
                    <a:pt x="6557" y="1639"/>
                  </a:ln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7" name="Freeform 2306">
              <a:extLst>
                <a:ext uri="{FF2B5EF4-FFF2-40B4-BE49-F238E27FC236}">
                  <a16:creationId xmlns:a16="http://schemas.microsoft.com/office/drawing/2014/main" id="{2E893941-2E3F-154F-9B62-9860D24FE5E3}"/>
                </a:ext>
              </a:extLst>
            </p:cNvPr>
            <p:cNvSpPr/>
            <p:nvPr/>
          </p:nvSpPr>
          <p:spPr>
            <a:xfrm>
              <a:off x="9035330" y="3872275"/>
              <a:ext cx="421309" cy="511472"/>
            </a:xfrm>
            <a:custGeom>
              <a:avLst/>
              <a:gdLst>
                <a:gd name="connsiteX0" fmla="*/ 88525 w 421309"/>
                <a:gd name="connsiteY0" fmla="*/ 18032 h 511472"/>
                <a:gd name="connsiteX1" fmla="*/ 86885 w 421309"/>
                <a:gd name="connsiteY1" fmla="*/ 18032 h 511472"/>
                <a:gd name="connsiteX2" fmla="*/ 83607 w 421309"/>
                <a:gd name="connsiteY2" fmla="*/ 21311 h 511472"/>
                <a:gd name="connsiteX3" fmla="*/ 78688 w 421309"/>
                <a:gd name="connsiteY3" fmla="*/ 22951 h 511472"/>
                <a:gd name="connsiteX4" fmla="*/ 75410 w 421309"/>
                <a:gd name="connsiteY4" fmla="*/ 22951 h 511472"/>
                <a:gd name="connsiteX5" fmla="*/ 72131 w 421309"/>
                <a:gd name="connsiteY5" fmla="*/ 18032 h 511472"/>
                <a:gd name="connsiteX6" fmla="*/ 68852 w 421309"/>
                <a:gd name="connsiteY6" fmla="*/ 18032 h 511472"/>
                <a:gd name="connsiteX7" fmla="*/ 63935 w 421309"/>
                <a:gd name="connsiteY7" fmla="*/ 18032 h 511472"/>
                <a:gd name="connsiteX8" fmla="*/ 60656 w 421309"/>
                <a:gd name="connsiteY8" fmla="*/ 18032 h 511472"/>
                <a:gd name="connsiteX9" fmla="*/ 57377 w 421309"/>
                <a:gd name="connsiteY9" fmla="*/ 19672 h 511472"/>
                <a:gd name="connsiteX10" fmla="*/ 54098 w 421309"/>
                <a:gd name="connsiteY10" fmla="*/ 19672 h 511472"/>
                <a:gd name="connsiteX11" fmla="*/ 49180 w 421309"/>
                <a:gd name="connsiteY11" fmla="*/ 19672 h 511472"/>
                <a:gd name="connsiteX12" fmla="*/ 45901 w 421309"/>
                <a:gd name="connsiteY12" fmla="*/ 19672 h 511472"/>
                <a:gd name="connsiteX13" fmla="*/ 42623 w 421309"/>
                <a:gd name="connsiteY13" fmla="*/ 18032 h 511472"/>
                <a:gd name="connsiteX14" fmla="*/ 37705 w 421309"/>
                <a:gd name="connsiteY14" fmla="*/ 18032 h 511472"/>
                <a:gd name="connsiteX15" fmla="*/ 34427 w 421309"/>
                <a:gd name="connsiteY15" fmla="*/ 16393 h 511472"/>
                <a:gd name="connsiteX16" fmla="*/ 31148 w 421309"/>
                <a:gd name="connsiteY16" fmla="*/ 14754 h 511472"/>
                <a:gd name="connsiteX17" fmla="*/ 27869 w 421309"/>
                <a:gd name="connsiteY17" fmla="*/ 11475 h 511472"/>
                <a:gd name="connsiteX18" fmla="*/ 26230 w 421309"/>
                <a:gd name="connsiteY18" fmla="*/ 6557 h 511472"/>
                <a:gd name="connsiteX19" fmla="*/ 21311 w 421309"/>
                <a:gd name="connsiteY19" fmla="*/ 4918 h 511472"/>
                <a:gd name="connsiteX20" fmla="*/ 18033 w 421309"/>
                <a:gd name="connsiteY20" fmla="*/ 3278 h 511472"/>
                <a:gd name="connsiteX21" fmla="*/ 14754 w 421309"/>
                <a:gd name="connsiteY21" fmla="*/ 1639 h 511472"/>
                <a:gd name="connsiteX22" fmla="*/ 11476 w 421309"/>
                <a:gd name="connsiteY22" fmla="*/ 3278 h 511472"/>
                <a:gd name="connsiteX23" fmla="*/ 6558 w 421309"/>
                <a:gd name="connsiteY23" fmla="*/ 0 h 511472"/>
                <a:gd name="connsiteX24" fmla="*/ 3279 w 421309"/>
                <a:gd name="connsiteY24" fmla="*/ 3278 h 511472"/>
                <a:gd name="connsiteX25" fmla="*/ 0 w 421309"/>
                <a:gd name="connsiteY25" fmla="*/ 4918 h 511472"/>
                <a:gd name="connsiteX26" fmla="*/ 0 w 421309"/>
                <a:gd name="connsiteY26" fmla="*/ 8197 h 511472"/>
                <a:gd name="connsiteX27" fmla="*/ 1640 w 421309"/>
                <a:gd name="connsiteY27" fmla="*/ 11475 h 511472"/>
                <a:gd name="connsiteX28" fmla="*/ 0 w 421309"/>
                <a:gd name="connsiteY28" fmla="*/ 14754 h 511472"/>
                <a:gd name="connsiteX29" fmla="*/ 1640 w 421309"/>
                <a:gd name="connsiteY29" fmla="*/ 19672 h 511472"/>
                <a:gd name="connsiteX30" fmla="*/ 3279 w 421309"/>
                <a:gd name="connsiteY30" fmla="*/ 22951 h 511472"/>
                <a:gd name="connsiteX31" fmla="*/ 4918 w 421309"/>
                <a:gd name="connsiteY31" fmla="*/ 26229 h 511472"/>
                <a:gd name="connsiteX32" fmla="*/ 6558 w 421309"/>
                <a:gd name="connsiteY32" fmla="*/ 31147 h 511472"/>
                <a:gd name="connsiteX33" fmla="*/ 8197 w 421309"/>
                <a:gd name="connsiteY33" fmla="*/ 34426 h 511472"/>
                <a:gd name="connsiteX34" fmla="*/ 9837 w 421309"/>
                <a:gd name="connsiteY34" fmla="*/ 37705 h 511472"/>
                <a:gd name="connsiteX35" fmla="*/ 13114 w 421309"/>
                <a:gd name="connsiteY35" fmla="*/ 42622 h 511472"/>
                <a:gd name="connsiteX36" fmla="*/ 16393 w 421309"/>
                <a:gd name="connsiteY36" fmla="*/ 45901 h 511472"/>
                <a:gd name="connsiteX37" fmla="*/ 19672 w 421309"/>
                <a:gd name="connsiteY37" fmla="*/ 49180 h 511472"/>
                <a:gd name="connsiteX38" fmla="*/ 22951 w 421309"/>
                <a:gd name="connsiteY38" fmla="*/ 52458 h 511472"/>
                <a:gd name="connsiteX39" fmla="*/ 26230 w 421309"/>
                <a:gd name="connsiteY39" fmla="*/ 57377 h 511472"/>
                <a:gd name="connsiteX40" fmla="*/ 29508 w 421309"/>
                <a:gd name="connsiteY40" fmla="*/ 60655 h 511472"/>
                <a:gd name="connsiteX41" fmla="*/ 32787 w 421309"/>
                <a:gd name="connsiteY41" fmla="*/ 63934 h 511472"/>
                <a:gd name="connsiteX42" fmla="*/ 36066 w 421309"/>
                <a:gd name="connsiteY42" fmla="*/ 67212 h 511472"/>
                <a:gd name="connsiteX43" fmla="*/ 40983 w 421309"/>
                <a:gd name="connsiteY43" fmla="*/ 68852 h 511472"/>
                <a:gd name="connsiteX44" fmla="*/ 44262 w 421309"/>
                <a:gd name="connsiteY44" fmla="*/ 72131 h 511472"/>
                <a:gd name="connsiteX45" fmla="*/ 45901 w 421309"/>
                <a:gd name="connsiteY45" fmla="*/ 77049 h 511472"/>
                <a:gd name="connsiteX46" fmla="*/ 47541 w 421309"/>
                <a:gd name="connsiteY46" fmla="*/ 80327 h 511472"/>
                <a:gd name="connsiteX47" fmla="*/ 52459 w 421309"/>
                <a:gd name="connsiteY47" fmla="*/ 83606 h 511472"/>
                <a:gd name="connsiteX48" fmla="*/ 55738 w 421309"/>
                <a:gd name="connsiteY48" fmla="*/ 85245 h 511472"/>
                <a:gd name="connsiteX49" fmla="*/ 59017 w 421309"/>
                <a:gd name="connsiteY49" fmla="*/ 83606 h 511472"/>
                <a:gd name="connsiteX50" fmla="*/ 63935 w 421309"/>
                <a:gd name="connsiteY50" fmla="*/ 85245 h 511472"/>
                <a:gd name="connsiteX51" fmla="*/ 67213 w 421309"/>
                <a:gd name="connsiteY51" fmla="*/ 88524 h 511472"/>
                <a:gd name="connsiteX52" fmla="*/ 68852 w 421309"/>
                <a:gd name="connsiteY52" fmla="*/ 91802 h 511472"/>
                <a:gd name="connsiteX53" fmla="*/ 73770 w 421309"/>
                <a:gd name="connsiteY53" fmla="*/ 95081 h 511472"/>
                <a:gd name="connsiteX54" fmla="*/ 73770 w 421309"/>
                <a:gd name="connsiteY54" fmla="*/ 99999 h 511472"/>
                <a:gd name="connsiteX55" fmla="*/ 77049 w 421309"/>
                <a:gd name="connsiteY55" fmla="*/ 103278 h 511472"/>
                <a:gd name="connsiteX56" fmla="*/ 78688 w 421309"/>
                <a:gd name="connsiteY56" fmla="*/ 106557 h 511472"/>
                <a:gd name="connsiteX57" fmla="*/ 83607 w 421309"/>
                <a:gd name="connsiteY57" fmla="*/ 109835 h 511472"/>
                <a:gd name="connsiteX58" fmla="*/ 83607 w 421309"/>
                <a:gd name="connsiteY58" fmla="*/ 113114 h 511472"/>
                <a:gd name="connsiteX59" fmla="*/ 85246 w 421309"/>
                <a:gd name="connsiteY59" fmla="*/ 118032 h 511472"/>
                <a:gd name="connsiteX60" fmla="*/ 88525 w 421309"/>
                <a:gd name="connsiteY60" fmla="*/ 121311 h 511472"/>
                <a:gd name="connsiteX61" fmla="*/ 91803 w 421309"/>
                <a:gd name="connsiteY61" fmla="*/ 122950 h 511472"/>
                <a:gd name="connsiteX62" fmla="*/ 96721 w 421309"/>
                <a:gd name="connsiteY62" fmla="*/ 126229 h 511472"/>
                <a:gd name="connsiteX63" fmla="*/ 96721 w 421309"/>
                <a:gd name="connsiteY63" fmla="*/ 129508 h 511472"/>
                <a:gd name="connsiteX64" fmla="*/ 98360 w 421309"/>
                <a:gd name="connsiteY64" fmla="*/ 132786 h 511472"/>
                <a:gd name="connsiteX65" fmla="*/ 98360 w 421309"/>
                <a:gd name="connsiteY65" fmla="*/ 137704 h 511472"/>
                <a:gd name="connsiteX66" fmla="*/ 98360 w 421309"/>
                <a:gd name="connsiteY66" fmla="*/ 140983 h 511472"/>
                <a:gd name="connsiteX67" fmla="*/ 98360 w 421309"/>
                <a:gd name="connsiteY67" fmla="*/ 144261 h 511472"/>
                <a:gd name="connsiteX68" fmla="*/ 101639 w 421309"/>
                <a:gd name="connsiteY68" fmla="*/ 149179 h 511472"/>
                <a:gd name="connsiteX69" fmla="*/ 104918 w 421309"/>
                <a:gd name="connsiteY69" fmla="*/ 150819 h 511472"/>
                <a:gd name="connsiteX70" fmla="*/ 108197 w 421309"/>
                <a:gd name="connsiteY70" fmla="*/ 149179 h 511472"/>
                <a:gd name="connsiteX71" fmla="*/ 111475 w 421309"/>
                <a:gd name="connsiteY71" fmla="*/ 152458 h 511472"/>
                <a:gd name="connsiteX72" fmla="*/ 114754 w 421309"/>
                <a:gd name="connsiteY72" fmla="*/ 154098 h 511472"/>
                <a:gd name="connsiteX73" fmla="*/ 119671 w 421309"/>
                <a:gd name="connsiteY73" fmla="*/ 155737 h 511472"/>
                <a:gd name="connsiteX74" fmla="*/ 121311 w 421309"/>
                <a:gd name="connsiteY74" fmla="*/ 160655 h 511472"/>
                <a:gd name="connsiteX75" fmla="*/ 126229 w 421309"/>
                <a:gd name="connsiteY75" fmla="*/ 162294 h 511472"/>
                <a:gd name="connsiteX76" fmla="*/ 129508 w 421309"/>
                <a:gd name="connsiteY76" fmla="*/ 162294 h 511472"/>
                <a:gd name="connsiteX77" fmla="*/ 132787 w 421309"/>
                <a:gd name="connsiteY77" fmla="*/ 165573 h 511472"/>
                <a:gd name="connsiteX78" fmla="*/ 136065 w 421309"/>
                <a:gd name="connsiteY78" fmla="*/ 170491 h 511472"/>
                <a:gd name="connsiteX79" fmla="*/ 137705 w 421309"/>
                <a:gd name="connsiteY79" fmla="*/ 173769 h 511472"/>
                <a:gd name="connsiteX80" fmla="*/ 142623 w 421309"/>
                <a:gd name="connsiteY80" fmla="*/ 175409 h 511472"/>
                <a:gd name="connsiteX81" fmla="*/ 144261 w 421309"/>
                <a:gd name="connsiteY81" fmla="*/ 178688 h 511472"/>
                <a:gd name="connsiteX82" fmla="*/ 139344 w 421309"/>
                <a:gd name="connsiteY82" fmla="*/ 181966 h 511472"/>
                <a:gd name="connsiteX83" fmla="*/ 142623 w 421309"/>
                <a:gd name="connsiteY83" fmla="*/ 185245 h 511472"/>
                <a:gd name="connsiteX84" fmla="*/ 144261 w 421309"/>
                <a:gd name="connsiteY84" fmla="*/ 190163 h 511472"/>
                <a:gd name="connsiteX85" fmla="*/ 144261 w 421309"/>
                <a:gd name="connsiteY85" fmla="*/ 193442 h 511472"/>
                <a:gd name="connsiteX86" fmla="*/ 145901 w 421309"/>
                <a:gd name="connsiteY86" fmla="*/ 196720 h 511472"/>
                <a:gd name="connsiteX87" fmla="*/ 147540 w 421309"/>
                <a:gd name="connsiteY87" fmla="*/ 201638 h 511472"/>
                <a:gd name="connsiteX88" fmla="*/ 149180 w 421309"/>
                <a:gd name="connsiteY88" fmla="*/ 204917 h 511472"/>
                <a:gd name="connsiteX89" fmla="*/ 149180 w 421309"/>
                <a:gd name="connsiteY89" fmla="*/ 208195 h 511472"/>
                <a:gd name="connsiteX90" fmla="*/ 150819 w 421309"/>
                <a:gd name="connsiteY90" fmla="*/ 213114 h 511472"/>
                <a:gd name="connsiteX91" fmla="*/ 152458 w 421309"/>
                <a:gd name="connsiteY91" fmla="*/ 216392 h 511472"/>
                <a:gd name="connsiteX92" fmla="*/ 152458 w 421309"/>
                <a:gd name="connsiteY92" fmla="*/ 219671 h 511472"/>
                <a:gd name="connsiteX93" fmla="*/ 155737 w 421309"/>
                <a:gd name="connsiteY93" fmla="*/ 222949 h 511472"/>
                <a:gd name="connsiteX94" fmla="*/ 155737 w 421309"/>
                <a:gd name="connsiteY94" fmla="*/ 227868 h 511472"/>
                <a:gd name="connsiteX95" fmla="*/ 157377 w 421309"/>
                <a:gd name="connsiteY95" fmla="*/ 231146 h 511472"/>
                <a:gd name="connsiteX96" fmla="*/ 155737 w 421309"/>
                <a:gd name="connsiteY96" fmla="*/ 234425 h 511472"/>
                <a:gd name="connsiteX97" fmla="*/ 157377 w 421309"/>
                <a:gd name="connsiteY97" fmla="*/ 239343 h 511472"/>
                <a:gd name="connsiteX98" fmla="*/ 160655 w 421309"/>
                <a:gd name="connsiteY98" fmla="*/ 240982 h 511472"/>
                <a:gd name="connsiteX99" fmla="*/ 163934 w 421309"/>
                <a:gd name="connsiteY99" fmla="*/ 239343 h 511472"/>
                <a:gd name="connsiteX100" fmla="*/ 167213 w 421309"/>
                <a:gd name="connsiteY100" fmla="*/ 242622 h 511472"/>
                <a:gd name="connsiteX101" fmla="*/ 172130 w 421309"/>
                <a:gd name="connsiteY101" fmla="*/ 244261 h 511472"/>
                <a:gd name="connsiteX102" fmla="*/ 175409 w 421309"/>
                <a:gd name="connsiteY102" fmla="*/ 245901 h 511472"/>
                <a:gd name="connsiteX103" fmla="*/ 178688 w 421309"/>
                <a:gd name="connsiteY103" fmla="*/ 249179 h 511472"/>
                <a:gd name="connsiteX104" fmla="*/ 180327 w 421309"/>
                <a:gd name="connsiteY104" fmla="*/ 254097 h 511472"/>
                <a:gd name="connsiteX105" fmla="*/ 180327 w 421309"/>
                <a:gd name="connsiteY105" fmla="*/ 257376 h 511472"/>
                <a:gd name="connsiteX106" fmla="*/ 181967 w 421309"/>
                <a:gd name="connsiteY106" fmla="*/ 260654 h 511472"/>
                <a:gd name="connsiteX107" fmla="*/ 183606 w 421309"/>
                <a:gd name="connsiteY107" fmla="*/ 265572 h 511472"/>
                <a:gd name="connsiteX108" fmla="*/ 188524 w 421309"/>
                <a:gd name="connsiteY108" fmla="*/ 268851 h 511472"/>
                <a:gd name="connsiteX109" fmla="*/ 190164 w 421309"/>
                <a:gd name="connsiteY109" fmla="*/ 270491 h 511472"/>
                <a:gd name="connsiteX110" fmla="*/ 191803 w 421309"/>
                <a:gd name="connsiteY110" fmla="*/ 273769 h 511472"/>
                <a:gd name="connsiteX111" fmla="*/ 195081 w 421309"/>
                <a:gd name="connsiteY111" fmla="*/ 277048 h 511472"/>
                <a:gd name="connsiteX112" fmla="*/ 196720 w 421309"/>
                <a:gd name="connsiteY112" fmla="*/ 281966 h 511472"/>
                <a:gd name="connsiteX113" fmla="*/ 199999 w 421309"/>
                <a:gd name="connsiteY113" fmla="*/ 285244 h 511472"/>
                <a:gd name="connsiteX114" fmla="*/ 203278 w 421309"/>
                <a:gd name="connsiteY114" fmla="*/ 288523 h 511472"/>
                <a:gd name="connsiteX115" fmla="*/ 203278 w 421309"/>
                <a:gd name="connsiteY115" fmla="*/ 293441 h 511472"/>
                <a:gd name="connsiteX116" fmla="*/ 204917 w 421309"/>
                <a:gd name="connsiteY116" fmla="*/ 296720 h 511472"/>
                <a:gd name="connsiteX117" fmla="*/ 203278 w 421309"/>
                <a:gd name="connsiteY117" fmla="*/ 299998 h 511472"/>
                <a:gd name="connsiteX118" fmla="*/ 206557 w 421309"/>
                <a:gd name="connsiteY118" fmla="*/ 304916 h 511472"/>
                <a:gd name="connsiteX119" fmla="*/ 209835 w 421309"/>
                <a:gd name="connsiteY119" fmla="*/ 308195 h 511472"/>
                <a:gd name="connsiteX120" fmla="*/ 211475 w 421309"/>
                <a:gd name="connsiteY120" fmla="*/ 311474 h 511472"/>
                <a:gd name="connsiteX121" fmla="*/ 211475 w 421309"/>
                <a:gd name="connsiteY121" fmla="*/ 314752 h 511472"/>
                <a:gd name="connsiteX122" fmla="*/ 214754 w 421309"/>
                <a:gd name="connsiteY122" fmla="*/ 319671 h 511472"/>
                <a:gd name="connsiteX123" fmla="*/ 214754 w 421309"/>
                <a:gd name="connsiteY123" fmla="*/ 322949 h 511472"/>
                <a:gd name="connsiteX124" fmla="*/ 218032 w 421309"/>
                <a:gd name="connsiteY124" fmla="*/ 326228 h 511472"/>
                <a:gd name="connsiteX125" fmla="*/ 219672 w 421309"/>
                <a:gd name="connsiteY125" fmla="*/ 329506 h 511472"/>
                <a:gd name="connsiteX126" fmla="*/ 221310 w 421309"/>
                <a:gd name="connsiteY126" fmla="*/ 334425 h 511472"/>
                <a:gd name="connsiteX127" fmla="*/ 222950 w 421309"/>
                <a:gd name="connsiteY127" fmla="*/ 337703 h 511472"/>
                <a:gd name="connsiteX128" fmla="*/ 222950 w 421309"/>
                <a:gd name="connsiteY128" fmla="*/ 342621 h 511472"/>
                <a:gd name="connsiteX129" fmla="*/ 221310 w 421309"/>
                <a:gd name="connsiteY129" fmla="*/ 345900 h 511472"/>
                <a:gd name="connsiteX130" fmla="*/ 222950 w 421309"/>
                <a:gd name="connsiteY130" fmla="*/ 349179 h 511472"/>
                <a:gd name="connsiteX131" fmla="*/ 224589 w 421309"/>
                <a:gd name="connsiteY131" fmla="*/ 352457 h 511472"/>
                <a:gd name="connsiteX132" fmla="*/ 226228 w 421309"/>
                <a:gd name="connsiteY132" fmla="*/ 357375 h 511472"/>
                <a:gd name="connsiteX133" fmla="*/ 227868 w 421309"/>
                <a:gd name="connsiteY133" fmla="*/ 359015 h 511472"/>
                <a:gd name="connsiteX134" fmla="*/ 231147 w 421309"/>
                <a:gd name="connsiteY134" fmla="*/ 363932 h 511472"/>
                <a:gd name="connsiteX135" fmla="*/ 234425 w 421309"/>
                <a:gd name="connsiteY135" fmla="*/ 367211 h 511472"/>
                <a:gd name="connsiteX136" fmla="*/ 237704 w 421309"/>
                <a:gd name="connsiteY136" fmla="*/ 368851 h 511472"/>
                <a:gd name="connsiteX137" fmla="*/ 240983 w 421309"/>
                <a:gd name="connsiteY137" fmla="*/ 372129 h 511472"/>
                <a:gd name="connsiteX138" fmla="*/ 242622 w 421309"/>
                <a:gd name="connsiteY138" fmla="*/ 377047 h 511472"/>
                <a:gd name="connsiteX139" fmla="*/ 244262 w 421309"/>
                <a:gd name="connsiteY139" fmla="*/ 380326 h 511472"/>
                <a:gd name="connsiteX140" fmla="*/ 244262 w 421309"/>
                <a:gd name="connsiteY140" fmla="*/ 383605 h 511472"/>
                <a:gd name="connsiteX141" fmla="*/ 247540 w 421309"/>
                <a:gd name="connsiteY141" fmla="*/ 388523 h 511472"/>
                <a:gd name="connsiteX142" fmla="*/ 249179 w 421309"/>
                <a:gd name="connsiteY142" fmla="*/ 391801 h 511472"/>
                <a:gd name="connsiteX143" fmla="*/ 252458 w 421309"/>
                <a:gd name="connsiteY143" fmla="*/ 395080 h 511472"/>
                <a:gd name="connsiteX144" fmla="*/ 257376 w 421309"/>
                <a:gd name="connsiteY144" fmla="*/ 398359 h 511472"/>
                <a:gd name="connsiteX145" fmla="*/ 260655 w 421309"/>
                <a:gd name="connsiteY145" fmla="*/ 401637 h 511472"/>
                <a:gd name="connsiteX146" fmla="*/ 263934 w 421309"/>
                <a:gd name="connsiteY146" fmla="*/ 404916 h 511472"/>
                <a:gd name="connsiteX147" fmla="*/ 267212 w 421309"/>
                <a:gd name="connsiteY147" fmla="*/ 406555 h 511472"/>
                <a:gd name="connsiteX148" fmla="*/ 272131 w 421309"/>
                <a:gd name="connsiteY148" fmla="*/ 409834 h 511472"/>
                <a:gd name="connsiteX149" fmla="*/ 273769 w 421309"/>
                <a:gd name="connsiteY149" fmla="*/ 413113 h 511472"/>
                <a:gd name="connsiteX150" fmla="*/ 273769 w 421309"/>
                <a:gd name="connsiteY150" fmla="*/ 418031 h 511472"/>
                <a:gd name="connsiteX151" fmla="*/ 275408 w 421309"/>
                <a:gd name="connsiteY151" fmla="*/ 421309 h 511472"/>
                <a:gd name="connsiteX152" fmla="*/ 275408 w 421309"/>
                <a:gd name="connsiteY152" fmla="*/ 424588 h 511472"/>
                <a:gd name="connsiteX153" fmla="*/ 278687 w 421309"/>
                <a:gd name="connsiteY153" fmla="*/ 427866 h 511472"/>
                <a:gd name="connsiteX154" fmla="*/ 281966 w 421309"/>
                <a:gd name="connsiteY154" fmla="*/ 432785 h 511472"/>
                <a:gd name="connsiteX155" fmla="*/ 286884 w 421309"/>
                <a:gd name="connsiteY155" fmla="*/ 434424 h 511472"/>
                <a:gd name="connsiteX156" fmla="*/ 290163 w 421309"/>
                <a:gd name="connsiteY156" fmla="*/ 437703 h 511472"/>
                <a:gd name="connsiteX157" fmla="*/ 293442 w 421309"/>
                <a:gd name="connsiteY157" fmla="*/ 442621 h 511472"/>
                <a:gd name="connsiteX158" fmla="*/ 296721 w 421309"/>
                <a:gd name="connsiteY158" fmla="*/ 445899 h 511472"/>
                <a:gd name="connsiteX159" fmla="*/ 301638 w 421309"/>
                <a:gd name="connsiteY159" fmla="*/ 449178 h 511472"/>
                <a:gd name="connsiteX160" fmla="*/ 304917 w 421309"/>
                <a:gd name="connsiteY160" fmla="*/ 450818 h 511472"/>
                <a:gd name="connsiteX161" fmla="*/ 308195 w 421309"/>
                <a:gd name="connsiteY161" fmla="*/ 454096 h 511472"/>
                <a:gd name="connsiteX162" fmla="*/ 311474 w 421309"/>
                <a:gd name="connsiteY162" fmla="*/ 459014 h 511472"/>
                <a:gd name="connsiteX163" fmla="*/ 316392 w 421309"/>
                <a:gd name="connsiteY163" fmla="*/ 462293 h 511472"/>
                <a:gd name="connsiteX164" fmla="*/ 319671 w 421309"/>
                <a:gd name="connsiteY164" fmla="*/ 463932 h 511472"/>
                <a:gd name="connsiteX165" fmla="*/ 322950 w 421309"/>
                <a:gd name="connsiteY165" fmla="*/ 467211 h 511472"/>
                <a:gd name="connsiteX166" fmla="*/ 324588 w 421309"/>
                <a:gd name="connsiteY166" fmla="*/ 467211 h 511472"/>
                <a:gd name="connsiteX167" fmla="*/ 327867 w 421309"/>
                <a:gd name="connsiteY167" fmla="*/ 468850 h 511472"/>
                <a:gd name="connsiteX168" fmla="*/ 331146 w 421309"/>
                <a:gd name="connsiteY168" fmla="*/ 472129 h 511472"/>
                <a:gd name="connsiteX169" fmla="*/ 334425 w 421309"/>
                <a:gd name="connsiteY169" fmla="*/ 475408 h 511472"/>
                <a:gd name="connsiteX170" fmla="*/ 334425 w 421309"/>
                <a:gd name="connsiteY170" fmla="*/ 480325 h 511472"/>
                <a:gd name="connsiteX171" fmla="*/ 337704 w 421309"/>
                <a:gd name="connsiteY171" fmla="*/ 481965 h 511472"/>
                <a:gd name="connsiteX172" fmla="*/ 339343 w 421309"/>
                <a:gd name="connsiteY172" fmla="*/ 485243 h 511472"/>
                <a:gd name="connsiteX173" fmla="*/ 342622 w 421309"/>
                <a:gd name="connsiteY173" fmla="*/ 490162 h 511472"/>
                <a:gd name="connsiteX174" fmla="*/ 345901 w 421309"/>
                <a:gd name="connsiteY174" fmla="*/ 493440 h 511472"/>
                <a:gd name="connsiteX175" fmla="*/ 349179 w 421309"/>
                <a:gd name="connsiteY175" fmla="*/ 496719 h 511472"/>
                <a:gd name="connsiteX176" fmla="*/ 349179 w 421309"/>
                <a:gd name="connsiteY176" fmla="*/ 498358 h 511472"/>
                <a:gd name="connsiteX177" fmla="*/ 349179 w 421309"/>
                <a:gd name="connsiteY177" fmla="*/ 498358 h 511472"/>
                <a:gd name="connsiteX178" fmla="*/ 352457 w 421309"/>
                <a:gd name="connsiteY178" fmla="*/ 501637 h 511472"/>
                <a:gd name="connsiteX179" fmla="*/ 355736 w 421309"/>
                <a:gd name="connsiteY179" fmla="*/ 506555 h 511472"/>
                <a:gd name="connsiteX180" fmla="*/ 359015 w 421309"/>
                <a:gd name="connsiteY180" fmla="*/ 509833 h 511472"/>
                <a:gd name="connsiteX181" fmla="*/ 359015 w 421309"/>
                <a:gd name="connsiteY181" fmla="*/ 509833 h 511472"/>
                <a:gd name="connsiteX182" fmla="*/ 359015 w 421309"/>
                <a:gd name="connsiteY182" fmla="*/ 511473 h 511472"/>
                <a:gd name="connsiteX183" fmla="*/ 363933 w 421309"/>
                <a:gd name="connsiteY183" fmla="*/ 511473 h 511472"/>
                <a:gd name="connsiteX184" fmla="*/ 363933 w 421309"/>
                <a:gd name="connsiteY184" fmla="*/ 508194 h 511472"/>
                <a:gd name="connsiteX185" fmla="*/ 362294 w 421309"/>
                <a:gd name="connsiteY185" fmla="*/ 504916 h 511472"/>
                <a:gd name="connsiteX186" fmla="*/ 360654 w 421309"/>
                <a:gd name="connsiteY186" fmla="*/ 499998 h 511472"/>
                <a:gd name="connsiteX187" fmla="*/ 359015 w 421309"/>
                <a:gd name="connsiteY187" fmla="*/ 496719 h 511472"/>
                <a:gd name="connsiteX188" fmla="*/ 359015 w 421309"/>
                <a:gd name="connsiteY188" fmla="*/ 493440 h 511472"/>
                <a:gd name="connsiteX189" fmla="*/ 362294 w 421309"/>
                <a:gd name="connsiteY189" fmla="*/ 491801 h 511472"/>
                <a:gd name="connsiteX190" fmla="*/ 367212 w 421309"/>
                <a:gd name="connsiteY190" fmla="*/ 495079 h 511472"/>
                <a:gd name="connsiteX191" fmla="*/ 370491 w 421309"/>
                <a:gd name="connsiteY191" fmla="*/ 498358 h 511472"/>
                <a:gd name="connsiteX192" fmla="*/ 373769 w 421309"/>
                <a:gd name="connsiteY192" fmla="*/ 501637 h 511472"/>
                <a:gd name="connsiteX193" fmla="*/ 377047 w 421309"/>
                <a:gd name="connsiteY193" fmla="*/ 503276 h 511472"/>
                <a:gd name="connsiteX194" fmla="*/ 381965 w 421309"/>
                <a:gd name="connsiteY194" fmla="*/ 506555 h 511472"/>
                <a:gd name="connsiteX195" fmla="*/ 385244 w 421309"/>
                <a:gd name="connsiteY195" fmla="*/ 501637 h 511472"/>
                <a:gd name="connsiteX196" fmla="*/ 383605 w 421309"/>
                <a:gd name="connsiteY196" fmla="*/ 498358 h 511472"/>
                <a:gd name="connsiteX197" fmla="*/ 386884 w 421309"/>
                <a:gd name="connsiteY197" fmla="*/ 495079 h 511472"/>
                <a:gd name="connsiteX198" fmla="*/ 386884 w 421309"/>
                <a:gd name="connsiteY198" fmla="*/ 490162 h 511472"/>
                <a:gd name="connsiteX199" fmla="*/ 390162 w 421309"/>
                <a:gd name="connsiteY199" fmla="*/ 495079 h 511472"/>
                <a:gd name="connsiteX200" fmla="*/ 393441 w 421309"/>
                <a:gd name="connsiteY200" fmla="*/ 498358 h 511472"/>
                <a:gd name="connsiteX201" fmla="*/ 396720 w 421309"/>
                <a:gd name="connsiteY201" fmla="*/ 499998 h 511472"/>
                <a:gd name="connsiteX202" fmla="*/ 398359 w 421309"/>
                <a:gd name="connsiteY202" fmla="*/ 504916 h 511472"/>
                <a:gd name="connsiteX203" fmla="*/ 401638 w 421309"/>
                <a:gd name="connsiteY203" fmla="*/ 506555 h 511472"/>
                <a:gd name="connsiteX204" fmla="*/ 406555 w 421309"/>
                <a:gd name="connsiteY204" fmla="*/ 508194 h 511472"/>
                <a:gd name="connsiteX205" fmla="*/ 406555 w 421309"/>
                <a:gd name="connsiteY205" fmla="*/ 503276 h 511472"/>
                <a:gd name="connsiteX206" fmla="*/ 408195 w 421309"/>
                <a:gd name="connsiteY206" fmla="*/ 499998 h 511472"/>
                <a:gd name="connsiteX207" fmla="*/ 408195 w 421309"/>
                <a:gd name="connsiteY207" fmla="*/ 496719 h 511472"/>
                <a:gd name="connsiteX208" fmla="*/ 408195 w 421309"/>
                <a:gd name="connsiteY208" fmla="*/ 491801 h 511472"/>
                <a:gd name="connsiteX209" fmla="*/ 408195 w 421309"/>
                <a:gd name="connsiteY209" fmla="*/ 488522 h 511472"/>
                <a:gd name="connsiteX210" fmla="*/ 409834 w 421309"/>
                <a:gd name="connsiteY210" fmla="*/ 485243 h 511472"/>
                <a:gd name="connsiteX211" fmla="*/ 411474 w 421309"/>
                <a:gd name="connsiteY211" fmla="*/ 481965 h 511472"/>
                <a:gd name="connsiteX212" fmla="*/ 409834 w 421309"/>
                <a:gd name="connsiteY212" fmla="*/ 477047 h 511472"/>
                <a:gd name="connsiteX213" fmla="*/ 411474 w 421309"/>
                <a:gd name="connsiteY213" fmla="*/ 473768 h 511472"/>
                <a:gd name="connsiteX214" fmla="*/ 411474 w 421309"/>
                <a:gd name="connsiteY214" fmla="*/ 470489 h 511472"/>
                <a:gd name="connsiteX215" fmla="*/ 413113 w 421309"/>
                <a:gd name="connsiteY215" fmla="*/ 467211 h 511472"/>
                <a:gd name="connsiteX216" fmla="*/ 411474 w 421309"/>
                <a:gd name="connsiteY216" fmla="*/ 462293 h 511472"/>
                <a:gd name="connsiteX217" fmla="*/ 411474 w 421309"/>
                <a:gd name="connsiteY217" fmla="*/ 459014 h 511472"/>
                <a:gd name="connsiteX218" fmla="*/ 413113 w 421309"/>
                <a:gd name="connsiteY218" fmla="*/ 455735 h 511472"/>
                <a:gd name="connsiteX219" fmla="*/ 413113 w 421309"/>
                <a:gd name="connsiteY219" fmla="*/ 450818 h 511472"/>
                <a:gd name="connsiteX220" fmla="*/ 413113 w 421309"/>
                <a:gd name="connsiteY220" fmla="*/ 447539 h 511472"/>
                <a:gd name="connsiteX221" fmla="*/ 411474 w 421309"/>
                <a:gd name="connsiteY221" fmla="*/ 444260 h 511472"/>
                <a:gd name="connsiteX222" fmla="*/ 409834 w 421309"/>
                <a:gd name="connsiteY222" fmla="*/ 439342 h 511472"/>
                <a:gd name="connsiteX223" fmla="*/ 409834 w 421309"/>
                <a:gd name="connsiteY223" fmla="*/ 436063 h 511472"/>
                <a:gd name="connsiteX224" fmla="*/ 411474 w 421309"/>
                <a:gd name="connsiteY224" fmla="*/ 432785 h 511472"/>
                <a:gd name="connsiteX225" fmla="*/ 411474 w 421309"/>
                <a:gd name="connsiteY225" fmla="*/ 429506 h 511472"/>
                <a:gd name="connsiteX226" fmla="*/ 413113 w 421309"/>
                <a:gd name="connsiteY226" fmla="*/ 426228 h 511472"/>
                <a:gd name="connsiteX227" fmla="*/ 416392 w 421309"/>
                <a:gd name="connsiteY227" fmla="*/ 421309 h 511472"/>
                <a:gd name="connsiteX228" fmla="*/ 416392 w 421309"/>
                <a:gd name="connsiteY228" fmla="*/ 418031 h 511472"/>
                <a:gd name="connsiteX229" fmla="*/ 413113 w 421309"/>
                <a:gd name="connsiteY229" fmla="*/ 416391 h 511472"/>
                <a:gd name="connsiteX230" fmla="*/ 411474 w 421309"/>
                <a:gd name="connsiteY230" fmla="*/ 411473 h 511472"/>
                <a:gd name="connsiteX231" fmla="*/ 413113 w 421309"/>
                <a:gd name="connsiteY231" fmla="*/ 408195 h 511472"/>
                <a:gd name="connsiteX232" fmla="*/ 413113 w 421309"/>
                <a:gd name="connsiteY232" fmla="*/ 404916 h 511472"/>
                <a:gd name="connsiteX233" fmla="*/ 414752 w 421309"/>
                <a:gd name="connsiteY233" fmla="*/ 399998 h 511472"/>
                <a:gd name="connsiteX234" fmla="*/ 418031 w 421309"/>
                <a:gd name="connsiteY234" fmla="*/ 396719 h 511472"/>
                <a:gd name="connsiteX235" fmla="*/ 421310 w 421309"/>
                <a:gd name="connsiteY235" fmla="*/ 393441 h 511472"/>
                <a:gd name="connsiteX236" fmla="*/ 421310 w 421309"/>
                <a:gd name="connsiteY236" fmla="*/ 390162 h 511472"/>
                <a:gd name="connsiteX237" fmla="*/ 421310 w 421309"/>
                <a:gd name="connsiteY237" fmla="*/ 386883 h 511472"/>
                <a:gd name="connsiteX238" fmla="*/ 421310 w 421309"/>
                <a:gd name="connsiteY238" fmla="*/ 381965 h 511472"/>
                <a:gd name="connsiteX239" fmla="*/ 418031 w 421309"/>
                <a:gd name="connsiteY239" fmla="*/ 380326 h 511472"/>
                <a:gd name="connsiteX240" fmla="*/ 413113 w 421309"/>
                <a:gd name="connsiteY240" fmla="*/ 378686 h 511472"/>
                <a:gd name="connsiteX241" fmla="*/ 411474 w 421309"/>
                <a:gd name="connsiteY241" fmla="*/ 375408 h 511472"/>
                <a:gd name="connsiteX242" fmla="*/ 411474 w 421309"/>
                <a:gd name="connsiteY242" fmla="*/ 372129 h 511472"/>
                <a:gd name="connsiteX243" fmla="*/ 408195 w 421309"/>
                <a:gd name="connsiteY243" fmla="*/ 368851 h 511472"/>
                <a:gd name="connsiteX244" fmla="*/ 404916 w 421309"/>
                <a:gd name="connsiteY244" fmla="*/ 363932 h 511472"/>
                <a:gd name="connsiteX245" fmla="*/ 404916 w 421309"/>
                <a:gd name="connsiteY245" fmla="*/ 360654 h 511472"/>
                <a:gd name="connsiteX246" fmla="*/ 406555 w 421309"/>
                <a:gd name="connsiteY246" fmla="*/ 357375 h 511472"/>
                <a:gd name="connsiteX247" fmla="*/ 401638 w 421309"/>
                <a:gd name="connsiteY247" fmla="*/ 355736 h 511472"/>
                <a:gd name="connsiteX248" fmla="*/ 398359 w 421309"/>
                <a:gd name="connsiteY248" fmla="*/ 355736 h 511472"/>
                <a:gd name="connsiteX249" fmla="*/ 395081 w 421309"/>
                <a:gd name="connsiteY249" fmla="*/ 354096 h 511472"/>
                <a:gd name="connsiteX250" fmla="*/ 390162 w 421309"/>
                <a:gd name="connsiteY250" fmla="*/ 354096 h 511472"/>
                <a:gd name="connsiteX251" fmla="*/ 386884 w 421309"/>
                <a:gd name="connsiteY251" fmla="*/ 354096 h 511472"/>
                <a:gd name="connsiteX252" fmla="*/ 383605 w 421309"/>
                <a:gd name="connsiteY252" fmla="*/ 354096 h 511472"/>
                <a:gd name="connsiteX253" fmla="*/ 383605 w 421309"/>
                <a:gd name="connsiteY253" fmla="*/ 354096 h 511472"/>
                <a:gd name="connsiteX254" fmla="*/ 378687 w 421309"/>
                <a:gd name="connsiteY254" fmla="*/ 352457 h 511472"/>
                <a:gd name="connsiteX255" fmla="*/ 378687 w 421309"/>
                <a:gd name="connsiteY255" fmla="*/ 354096 h 511472"/>
                <a:gd name="connsiteX256" fmla="*/ 378687 w 421309"/>
                <a:gd name="connsiteY256" fmla="*/ 354096 h 511472"/>
                <a:gd name="connsiteX257" fmla="*/ 377047 w 421309"/>
                <a:gd name="connsiteY257" fmla="*/ 350818 h 511472"/>
                <a:gd name="connsiteX258" fmla="*/ 373769 w 421309"/>
                <a:gd name="connsiteY258" fmla="*/ 354096 h 511472"/>
                <a:gd name="connsiteX259" fmla="*/ 372130 w 421309"/>
                <a:gd name="connsiteY259" fmla="*/ 357375 h 511472"/>
                <a:gd name="connsiteX260" fmla="*/ 372130 w 421309"/>
                <a:gd name="connsiteY260" fmla="*/ 362293 h 511472"/>
                <a:gd name="connsiteX261" fmla="*/ 368851 w 421309"/>
                <a:gd name="connsiteY261" fmla="*/ 365572 h 511472"/>
                <a:gd name="connsiteX262" fmla="*/ 365572 w 421309"/>
                <a:gd name="connsiteY262" fmla="*/ 368851 h 511472"/>
                <a:gd name="connsiteX263" fmla="*/ 367212 w 421309"/>
                <a:gd name="connsiteY263" fmla="*/ 365572 h 511472"/>
                <a:gd name="connsiteX264" fmla="*/ 368851 w 421309"/>
                <a:gd name="connsiteY264" fmla="*/ 363932 h 511472"/>
                <a:gd name="connsiteX265" fmla="*/ 370491 w 421309"/>
                <a:gd name="connsiteY265" fmla="*/ 360654 h 511472"/>
                <a:gd name="connsiteX266" fmla="*/ 370491 w 421309"/>
                <a:gd name="connsiteY266" fmla="*/ 357375 h 511472"/>
                <a:gd name="connsiteX267" fmla="*/ 367212 w 421309"/>
                <a:gd name="connsiteY267" fmla="*/ 355736 h 511472"/>
                <a:gd name="connsiteX268" fmla="*/ 367212 w 421309"/>
                <a:gd name="connsiteY268" fmla="*/ 354096 h 511472"/>
                <a:gd name="connsiteX269" fmla="*/ 372130 w 421309"/>
                <a:gd name="connsiteY269" fmla="*/ 354096 h 511472"/>
                <a:gd name="connsiteX270" fmla="*/ 375409 w 421309"/>
                <a:gd name="connsiteY270" fmla="*/ 349179 h 511472"/>
                <a:gd name="connsiteX271" fmla="*/ 377047 w 421309"/>
                <a:gd name="connsiteY271" fmla="*/ 345900 h 511472"/>
                <a:gd name="connsiteX272" fmla="*/ 377047 w 421309"/>
                <a:gd name="connsiteY272" fmla="*/ 342621 h 511472"/>
                <a:gd name="connsiteX273" fmla="*/ 375409 w 421309"/>
                <a:gd name="connsiteY273" fmla="*/ 339342 h 511472"/>
                <a:gd name="connsiteX274" fmla="*/ 370491 w 421309"/>
                <a:gd name="connsiteY274" fmla="*/ 339342 h 511472"/>
                <a:gd name="connsiteX275" fmla="*/ 367212 w 421309"/>
                <a:gd name="connsiteY275" fmla="*/ 339342 h 511472"/>
                <a:gd name="connsiteX276" fmla="*/ 367212 w 421309"/>
                <a:gd name="connsiteY276" fmla="*/ 334425 h 511472"/>
                <a:gd name="connsiteX277" fmla="*/ 363933 w 421309"/>
                <a:gd name="connsiteY277" fmla="*/ 332785 h 511472"/>
                <a:gd name="connsiteX278" fmla="*/ 363933 w 421309"/>
                <a:gd name="connsiteY278" fmla="*/ 327867 h 511472"/>
                <a:gd name="connsiteX279" fmla="*/ 363933 w 421309"/>
                <a:gd name="connsiteY279" fmla="*/ 326228 h 511472"/>
                <a:gd name="connsiteX280" fmla="*/ 362294 w 421309"/>
                <a:gd name="connsiteY280" fmla="*/ 322949 h 511472"/>
                <a:gd name="connsiteX281" fmla="*/ 360654 w 421309"/>
                <a:gd name="connsiteY281" fmla="*/ 319671 h 511472"/>
                <a:gd name="connsiteX282" fmla="*/ 360654 w 421309"/>
                <a:gd name="connsiteY282" fmla="*/ 314752 h 511472"/>
                <a:gd name="connsiteX283" fmla="*/ 360654 w 421309"/>
                <a:gd name="connsiteY283" fmla="*/ 311474 h 511472"/>
                <a:gd name="connsiteX284" fmla="*/ 360654 w 421309"/>
                <a:gd name="connsiteY284" fmla="*/ 308195 h 511472"/>
                <a:gd name="connsiteX285" fmla="*/ 359015 w 421309"/>
                <a:gd name="connsiteY285" fmla="*/ 303277 h 511472"/>
                <a:gd name="connsiteX286" fmla="*/ 359015 w 421309"/>
                <a:gd name="connsiteY286" fmla="*/ 299998 h 511472"/>
                <a:gd name="connsiteX287" fmla="*/ 359015 w 421309"/>
                <a:gd name="connsiteY287" fmla="*/ 296720 h 511472"/>
                <a:gd name="connsiteX288" fmla="*/ 355736 w 421309"/>
                <a:gd name="connsiteY288" fmla="*/ 296720 h 511472"/>
                <a:gd name="connsiteX289" fmla="*/ 350818 w 421309"/>
                <a:gd name="connsiteY289" fmla="*/ 298359 h 511472"/>
                <a:gd name="connsiteX290" fmla="*/ 347540 w 421309"/>
                <a:gd name="connsiteY290" fmla="*/ 295081 h 511472"/>
                <a:gd name="connsiteX291" fmla="*/ 344261 w 421309"/>
                <a:gd name="connsiteY291" fmla="*/ 293441 h 511472"/>
                <a:gd name="connsiteX292" fmla="*/ 340982 w 421309"/>
                <a:gd name="connsiteY292" fmla="*/ 293441 h 511472"/>
                <a:gd name="connsiteX293" fmla="*/ 336064 w 421309"/>
                <a:gd name="connsiteY293" fmla="*/ 296720 h 511472"/>
                <a:gd name="connsiteX294" fmla="*/ 332785 w 421309"/>
                <a:gd name="connsiteY294" fmla="*/ 293441 h 511472"/>
                <a:gd name="connsiteX295" fmla="*/ 329507 w 421309"/>
                <a:gd name="connsiteY295" fmla="*/ 290162 h 511472"/>
                <a:gd name="connsiteX296" fmla="*/ 326228 w 421309"/>
                <a:gd name="connsiteY296" fmla="*/ 286884 h 511472"/>
                <a:gd name="connsiteX297" fmla="*/ 322950 w 421309"/>
                <a:gd name="connsiteY297" fmla="*/ 286884 h 511472"/>
                <a:gd name="connsiteX298" fmla="*/ 321311 w 421309"/>
                <a:gd name="connsiteY298" fmla="*/ 283605 h 511472"/>
                <a:gd name="connsiteX299" fmla="*/ 319671 w 421309"/>
                <a:gd name="connsiteY299" fmla="*/ 278687 h 511472"/>
                <a:gd name="connsiteX300" fmla="*/ 321311 w 421309"/>
                <a:gd name="connsiteY300" fmla="*/ 275408 h 511472"/>
                <a:gd name="connsiteX301" fmla="*/ 319671 w 421309"/>
                <a:gd name="connsiteY301" fmla="*/ 272130 h 511472"/>
                <a:gd name="connsiteX302" fmla="*/ 319671 w 421309"/>
                <a:gd name="connsiteY302" fmla="*/ 270491 h 511472"/>
                <a:gd name="connsiteX303" fmla="*/ 322950 w 421309"/>
                <a:gd name="connsiteY303" fmla="*/ 272130 h 511472"/>
                <a:gd name="connsiteX304" fmla="*/ 327867 w 421309"/>
                <a:gd name="connsiteY304" fmla="*/ 270491 h 511472"/>
                <a:gd name="connsiteX305" fmla="*/ 324588 w 421309"/>
                <a:gd name="connsiteY305" fmla="*/ 267212 h 511472"/>
                <a:gd name="connsiteX306" fmla="*/ 321311 w 421309"/>
                <a:gd name="connsiteY306" fmla="*/ 267212 h 511472"/>
                <a:gd name="connsiteX307" fmla="*/ 318032 w 421309"/>
                <a:gd name="connsiteY307" fmla="*/ 265572 h 511472"/>
                <a:gd name="connsiteX308" fmla="*/ 322950 w 421309"/>
                <a:gd name="connsiteY308" fmla="*/ 265572 h 511472"/>
                <a:gd name="connsiteX309" fmla="*/ 324588 w 421309"/>
                <a:gd name="connsiteY309" fmla="*/ 260654 h 511472"/>
                <a:gd name="connsiteX310" fmla="*/ 321311 w 421309"/>
                <a:gd name="connsiteY310" fmla="*/ 260654 h 511472"/>
                <a:gd name="connsiteX311" fmla="*/ 318032 w 421309"/>
                <a:gd name="connsiteY311" fmla="*/ 262294 h 511472"/>
                <a:gd name="connsiteX312" fmla="*/ 321311 w 421309"/>
                <a:gd name="connsiteY312" fmla="*/ 259015 h 511472"/>
                <a:gd name="connsiteX313" fmla="*/ 324588 w 421309"/>
                <a:gd name="connsiteY313" fmla="*/ 255736 h 511472"/>
                <a:gd name="connsiteX314" fmla="*/ 327867 w 421309"/>
                <a:gd name="connsiteY314" fmla="*/ 252458 h 511472"/>
                <a:gd name="connsiteX315" fmla="*/ 331146 w 421309"/>
                <a:gd name="connsiteY315" fmla="*/ 250818 h 511472"/>
                <a:gd name="connsiteX316" fmla="*/ 336064 w 421309"/>
                <a:gd name="connsiteY316" fmla="*/ 250818 h 511472"/>
                <a:gd name="connsiteX317" fmla="*/ 337704 w 421309"/>
                <a:gd name="connsiteY317" fmla="*/ 250818 h 511472"/>
                <a:gd name="connsiteX318" fmla="*/ 337704 w 421309"/>
                <a:gd name="connsiteY318" fmla="*/ 249179 h 511472"/>
                <a:gd name="connsiteX319" fmla="*/ 336064 w 421309"/>
                <a:gd name="connsiteY319" fmla="*/ 247539 h 511472"/>
                <a:gd name="connsiteX320" fmla="*/ 336064 w 421309"/>
                <a:gd name="connsiteY320" fmla="*/ 242622 h 511472"/>
                <a:gd name="connsiteX321" fmla="*/ 334425 w 421309"/>
                <a:gd name="connsiteY321" fmla="*/ 239343 h 511472"/>
                <a:gd name="connsiteX322" fmla="*/ 331146 w 421309"/>
                <a:gd name="connsiteY322" fmla="*/ 236064 h 511472"/>
                <a:gd name="connsiteX323" fmla="*/ 327867 w 421309"/>
                <a:gd name="connsiteY323" fmla="*/ 232786 h 511472"/>
                <a:gd name="connsiteX324" fmla="*/ 324588 w 421309"/>
                <a:gd name="connsiteY324" fmla="*/ 229507 h 511472"/>
                <a:gd name="connsiteX325" fmla="*/ 321311 w 421309"/>
                <a:gd name="connsiteY325" fmla="*/ 226228 h 511472"/>
                <a:gd name="connsiteX326" fmla="*/ 316392 w 421309"/>
                <a:gd name="connsiteY326" fmla="*/ 227868 h 511472"/>
                <a:gd name="connsiteX327" fmla="*/ 313114 w 421309"/>
                <a:gd name="connsiteY327" fmla="*/ 229507 h 511472"/>
                <a:gd name="connsiteX328" fmla="*/ 309835 w 421309"/>
                <a:gd name="connsiteY328" fmla="*/ 232786 h 511472"/>
                <a:gd name="connsiteX329" fmla="*/ 304917 w 421309"/>
                <a:gd name="connsiteY329" fmla="*/ 236064 h 511472"/>
                <a:gd name="connsiteX330" fmla="*/ 301638 w 421309"/>
                <a:gd name="connsiteY330" fmla="*/ 237704 h 511472"/>
                <a:gd name="connsiteX331" fmla="*/ 298360 w 421309"/>
                <a:gd name="connsiteY331" fmla="*/ 239343 h 511472"/>
                <a:gd name="connsiteX332" fmla="*/ 295081 w 421309"/>
                <a:gd name="connsiteY332" fmla="*/ 240982 h 511472"/>
                <a:gd name="connsiteX333" fmla="*/ 291802 w 421309"/>
                <a:gd name="connsiteY333" fmla="*/ 240982 h 511472"/>
                <a:gd name="connsiteX334" fmla="*/ 286884 w 421309"/>
                <a:gd name="connsiteY334" fmla="*/ 242622 h 511472"/>
                <a:gd name="connsiteX335" fmla="*/ 283605 w 421309"/>
                <a:gd name="connsiteY335" fmla="*/ 239343 h 511472"/>
                <a:gd name="connsiteX336" fmla="*/ 286884 w 421309"/>
                <a:gd name="connsiteY336" fmla="*/ 240982 h 511472"/>
                <a:gd name="connsiteX337" fmla="*/ 290163 w 421309"/>
                <a:gd name="connsiteY337" fmla="*/ 240982 h 511472"/>
                <a:gd name="connsiteX338" fmla="*/ 293442 w 421309"/>
                <a:gd name="connsiteY338" fmla="*/ 239343 h 511472"/>
                <a:gd name="connsiteX339" fmla="*/ 298360 w 421309"/>
                <a:gd name="connsiteY339" fmla="*/ 236064 h 511472"/>
                <a:gd name="connsiteX340" fmla="*/ 301638 w 421309"/>
                <a:gd name="connsiteY340" fmla="*/ 234425 h 511472"/>
                <a:gd name="connsiteX341" fmla="*/ 304917 w 421309"/>
                <a:gd name="connsiteY341" fmla="*/ 232786 h 511472"/>
                <a:gd name="connsiteX342" fmla="*/ 308195 w 421309"/>
                <a:gd name="connsiteY342" fmla="*/ 229507 h 511472"/>
                <a:gd name="connsiteX343" fmla="*/ 308195 w 421309"/>
                <a:gd name="connsiteY343" fmla="*/ 226228 h 511472"/>
                <a:gd name="connsiteX344" fmla="*/ 304917 w 421309"/>
                <a:gd name="connsiteY344" fmla="*/ 221310 h 511472"/>
                <a:gd name="connsiteX345" fmla="*/ 301638 w 421309"/>
                <a:gd name="connsiteY345" fmla="*/ 218032 h 511472"/>
                <a:gd name="connsiteX346" fmla="*/ 298360 w 421309"/>
                <a:gd name="connsiteY346" fmla="*/ 218032 h 511472"/>
                <a:gd name="connsiteX347" fmla="*/ 293442 w 421309"/>
                <a:gd name="connsiteY347" fmla="*/ 216392 h 511472"/>
                <a:gd name="connsiteX348" fmla="*/ 290163 w 421309"/>
                <a:gd name="connsiteY348" fmla="*/ 218032 h 511472"/>
                <a:gd name="connsiteX349" fmla="*/ 286884 w 421309"/>
                <a:gd name="connsiteY349" fmla="*/ 216392 h 511472"/>
                <a:gd name="connsiteX350" fmla="*/ 281966 w 421309"/>
                <a:gd name="connsiteY350" fmla="*/ 214753 h 511472"/>
                <a:gd name="connsiteX351" fmla="*/ 280327 w 421309"/>
                <a:gd name="connsiteY351" fmla="*/ 209835 h 511472"/>
                <a:gd name="connsiteX352" fmla="*/ 275408 w 421309"/>
                <a:gd name="connsiteY352" fmla="*/ 206556 h 511472"/>
                <a:gd name="connsiteX353" fmla="*/ 273769 w 421309"/>
                <a:gd name="connsiteY353" fmla="*/ 203278 h 511472"/>
                <a:gd name="connsiteX354" fmla="*/ 273769 w 421309"/>
                <a:gd name="connsiteY354" fmla="*/ 199999 h 511472"/>
                <a:gd name="connsiteX355" fmla="*/ 272131 w 421309"/>
                <a:gd name="connsiteY355" fmla="*/ 195081 h 511472"/>
                <a:gd name="connsiteX356" fmla="*/ 272131 w 421309"/>
                <a:gd name="connsiteY356" fmla="*/ 195081 h 511472"/>
                <a:gd name="connsiteX357" fmla="*/ 272131 w 421309"/>
                <a:gd name="connsiteY357" fmla="*/ 191802 h 511472"/>
                <a:gd name="connsiteX358" fmla="*/ 268852 w 421309"/>
                <a:gd name="connsiteY358" fmla="*/ 188524 h 511472"/>
                <a:gd name="connsiteX359" fmla="*/ 265573 w 421309"/>
                <a:gd name="connsiteY359" fmla="*/ 185245 h 511472"/>
                <a:gd name="connsiteX360" fmla="*/ 262294 w 421309"/>
                <a:gd name="connsiteY360" fmla="*/ 181966 h 511472"/>
                <a:gd name="connsiteX361" fmla="*/ 257376 w 421309"/>
                <a:gd name="connsiteY361" fmla="*/ 177048 h 511472"/>
                <a:gd name="connsiteX362" fmla="*/ 254097 w 421309"/>
                <a:gd name="connsiteY362" fmla="*/ 175409 h 511472"/>
                <a:gd name="connsiteX363" fmla="*/ 250818 w 421309"/>
                <a:gd name="connsiteY363" fmla="*/ 177048 h 511472"/>
                <a:gd name="connsiteX364" fmla="*/ 247540 w 421309"/>
                <a:gd name="connsiteY364" fmla="*/ 175409 h 511472"/>
                <a:gd name="connsiteX365" fmla="*/ 242622 w 421309"/>
                <a:gd name="connsiteY365" fmla="*/ 173769 h 511472"/>
                <a:gd name="connsiteX366" fmla="*/ 240983 w 421309"/>
                <a:gd name="connsiteY366" fmla="*/ 170491 h 511472"/>
                <a:gd name="connsiteX367" fmla="*/ 240983 w 421309"/>
                <a:gd name="connsiteY367" fmla="*/ 165573 h 511472"/>
                <a:gd name="connsiteX368" fmla="*/ 240983 w 421309"/>
                <a:gd name="connsiteY368" fmla="*/ 162294 h 511472"/>
                <a:gd name="connsiteX369" fmla="*/ 237704 w 421309"/>
                <a:gd name="connsiteY369" fmla="*/ 159015 h 511472"/>
                <a:gd name="connsiteX370" fmla="*/ 234425 w 421309"/>
                <a:gd name="connsiteY370" fmla="*/ 155737 h 511472"/>
                <a:gd name="connsiteX371" fmla="*/ 231147 w 421309"/>
                <a:gd name="connsiteY371" fmla="*/ 152458 h 511472"/>
                <a:gd name="connsiteX372" fmla="*/ 227868 w 421309"/>
                <a:gd name="connsiteY372" fmla="*/ 149179 h 511472"/>
                <a:gd name="connsiteX373" fmla="*/ 224589 w 421309"/>
                <a:gd name="connsiteY373" fmla="*/ 149179 h 511472"/>
                <a:gd name="connsiteX374" fmla="*/ 219672 w 421309"/>
                <a:gd name="connsiteY374" fmla="*/ 150819 h 511472"/>
                <a:gd name="connsiteX375" fmla="*/ 219672 w 421309"/>
                <a:gd name="connsiteY375" fmla="*/ 154098 h 511472"/>
                <a:gd name="connsiteX376" fmla="*/ 221310 w 421309"/>
                <a:gd name="connsiteY376" fmla="*/ 159015 h 511472"/>
                <a:gd name="connsiteX377" fmla="*/ 224589 w 421309"/>
                <a:gd name="connsiteY377" fmla="*/ 162294 h 511472"/>
                <a:gd name="connsiteX378" fmla="*/ 224589 w 421309"/>
                <a:gd name="connsiteY378" fmla="*/ 165573 h 511472"/>
                <a:gd name="connsiteX379" fmla="*/ 226228 w 421309"/>
                <a:gd name="connsiteY379" fmla="*/ 170491 h 511472"/>
                <a:gd name="connsiteX380" fmla="*/ 222950 w 421309"/>
                <a:gd name="connsiteY380" fmla="*/ 167212 h 511472"/>
                <a:gd name="connsiteX381" fmla="*/ 222950 w 421309"/>
                <a:gd name="connsiteY381" fmla="*/ 163934 h 511472"/>
                <a:gd name="connsiteX382" fmla="*/ 219672 w 421309"/>
                <a:gd name="connsiteY382" fmla="*/ 159015 h 511472"/>
                <a:gd name="connsiteX383" fmla="*/ 214754 w 421309"/>
                <a:gd name="connsiteY383" fmla="*/ 155737 h 511472"/>
                <a:gd name="connsiteX384" fmla="*/ 211475 w 421309"/>
                <a:gd name="connsiteY384" fmla="*/ 155737 h 511472"/>
                <a:gd name="connsiteX385" fmla="*/ 208196 w 421309"/>
                <a:gd name="connsiteY385" fmla="*/ 152458 h 511472"/>
                <a:gd name="connsiteX386" fmla="*/ 204917 w 421309"/>
                <a:gd name="connsiteY386" fmla="*/ 149179 h 511472"/>
                <a:gd name="connsiteX387" fmla="*/ 203278 w 421309"/>
                <a:gd name="connsiteY387" fmla="*/ 144261 h 511472"/>
                <a:gd name="connsiteX388" fmla="*/ 201638 w 421309"/>
                <a:gd name="connsiteY388" fmla="*/ 140983 h 511472"/>
                <a:gd name="connsiteX389" fmla="*/ 199999 w 421309"/>
                <a:gd name="connsiteY389" fmla="*/ 137704 h 511472"/>
                <a:gd name="connsiteX390" fmla="*/ 198360 w 421309"/>
                <a:gd name="connsiteY390" fmla="*/ 134425 h 511472"/>
                <a:gd name="connsiteX391" fmla="*/ 195081 w 421309"/>
                <a:gd name="connsiteY391" fmla="*/ 131147 h 511472"/>
                <a:gd name="connsiteX392" fmla="*/ 193442 w 421309"/>
                <a:gd name="connsiteY392" fmla="*/ 134425 h 511472"/>
                <a:gd name="connsiteX393" fmla="*/ 193442 w 421309"/>
                <a:gd name="connsiteY393" fmla="*/ 137704 h 511472"/>
                <a:gd name="connsiteX394" fmla="*/ 191803 w 421309"/>
                <a:gd name="connsiteY394" fmla="*/ 137704 h 511472"/>
                <a:gd name="connsiteX395" fmla="*/ 191803 w 421309"/>
                <a:gd name="connsiteY395" fmla="*/ 134425 h 511472"/>
                <a:gd name="connsiteX396" fmla="*/ 188524 w 421309"/>
                <a:gd name="connsiteY396" fmla="*/ 129508 h 511472"/>
                <a:gd name="connsiteX397" fmla="*/ 188524 w 421309"/>
                <a:gd name="connsiteY397" fmla="*/ 131147 h 511472"/>
                <a:gd name="connsiteX398" fmla="*/ 188524 w 421309"/>
                <a:gd name="connsiteY398" fmla="*/ 134425 h 511472"/>
                <a:gd name="connsiteX399" fmla="*/ 186885 w 421309"/>
                <a:gd name="connsiteY399" fmla="*/ 131147 h 511472"/>
                <a:gd name="connsiteX400" fmla="*/ 188524 w 421309"/>
                <a:gd name="connsiteY400" fmla="*/ 126229 h 511472"/>
                <a:gd name="connsiteX401" fmla="*/ 188524 w 421309"/>
                <a:gd name="connsiteY401" fmla="*/ 122950 h 511472"/>
                <a:gd name="connsiteX402" fmla="*/ 186885 w 421309"/>
                <a:gd name="connsiteY402" fmla="*/ 119671 h 511472"/>
                <a:gd name="connsiteX403" fmla="*/ 181967 w 421309"/>
                <a:gd name="connsiteY403" fmla="*/ 118032 h 511472"/>
                <a:gd name="connsiteX404" fmla="*/ 181967 w 421309"/>
                <a:gd name="connsiteY404" fmla="*/ 116393 h 511472"/>
                <a:gd name="connsiteX405" fmla="*/ 178688 w 421309"/>
                <a:gd name="connsiteY405" fmla="*/ 113114 h 511472"/>
                <a:gd name="connsiteX406" fmla="*/ 175409 w 421309"/>
                <a:gd name="connsiteY406" fmla="*/ 108196 h 511472"/>
                <a:gd name="connsiteX407" fmla="*/ 172130 w 421309"/>
                <a:gd name="connsiteY407" fmla="*/ 108196 h 511472"/>
                <a:gd name="connsiteX408" fmla="*/ 168851 w 421309"/>
                <a:gd name="connsiteY408" fmla="*/ 104917 h 511472"/>
                <a:gd name="connsiteX409" fmla="*/ 165574 w 421309"/>
                <a:gd name="connsiteY409" fmla="*/ 101639 h 511472"/>
                <a:gd name="connsiteX410" fmla="*/ 162295 w 421309"/>
                <a:gd name="connsiteY410" fmla="*/ 98360 h 511472"/>
                <a:gd name="connsiteX411" fmla="*/ 159016 w 421309"/>
                <a:gd name="connsiteY411" fmla="*/ 95081 h 511472"/>
                <a:gd name="connsiteX412" fmla="*/ 155737 w 421309"/>
                <a:gd name="connsiteY412" fmla="*/ 91802 h 511472"/>
                <a:gd name="connsiteX413" fmla="*/ 150819 w 421309"/>
                <a:gd name="connsiteY413" fmla="*/ 90164 h 511472"/>
                <a:gd name="connsiteX414" fmla="*/ 147540 w 421309"/>
                <a:gd name="connsiteY414" fmla="*/ 88524 h 511472"/>
                <a:gd name="connsiteX415" fmla="*/ 144261 w 421309"/>
                <a:gd name="connsiteY415" fmla="*/ 86885 h 511472"/>
                <a:gd name="connsiteX416" fmla="*/ 140984 w 421309"/>
                <a:gd name="connsiteY416" fmla="*/ 85245 h 511472"/>
                <a:gd name="connsiteX417" fmla="*/ 137705 w 421309"/>
                <a:gd name="connsiteY417" fmla="*/ 81967 h 511472"/>
                <a:gd name="connsiteX418" fmla="*/ 136065 w 421309"/>
                <a:gd name="connsiteY418" fmla="*/ 77049 h 511472"/>
                <a:gd name="connsiteX419" fmla="*/ 132787 w 421309"/>
                <a:gd name="connsiteY419" fmla="*/ 75409 h 511472"/>
                <a:gd name="connsiteX420" fmla="*/ 127868 w 421309"/>
                <a:gd name="connsiteY420" fmla="*/ 72131 h 511472"/>
                <a:gd name="connsiteX421" fmla="*/ 124590 w 421309"/>
                <a:gd name="connsiteY421" fmla="*/ 70491 h 511472"/>
                <a:gd name="connsiteX422" fmla="*/ 121311 w 421309"/>
                <a:gd name="connsiteY422" fmla="*/ 68852 h 511472"/>
                <a:gd name="connsiteX423" fmla="*/ 118032 w 421309"/>
                <a:gd name="connsiteY423" fmla="*/ 65573 h 511472"/>
                <a:gd name="connsiteX424" fmla="*/ 119671 w 421309"/>
                <a:gd name="connsiteY424" fmla="*/ 62295 h 511472"/>
                <a:gd name="connsiteX425" fmla="*/ 119671 w 421309"/>
                <a:gd name="connsiteY425" fmla="*/ 57377 h 511472"/>
                <a:gd name="connsiteX426" fmla="*/ 119671 w 421309"/>
                <a:gd name="connsiteY426" fmla="*/ 54098 h 511472"/>
                <a:gd name="connsiteX427" fmla="*/ 114754 w 421309"/>
                <a:gd name="connsiteY427" fmla="*/ 50819 h 511472"/>
                <a:gd name="connsiteX428" fmla="*/ 111475 w 421309"/>
                <a:gd name="connsiteY428" fmla="*/ 50819 h 511472"/>
                <a:gd name="connsiteX429" fmla="*/ 108197 w 421309"/>
                <a:gd name="connsiteY429" fmla="*/ 45901 h 511472"/>
                <a:gd name="connsiteX430" fmla="*/ 108197 w 421309"/>
                <a:gd name="connsiteY430" fmla="*/ 42622 h 511472"/>
                <a:gd name="connsiteX431" fmla="*/ 106557 w 421309"/>
                <a:gd name="connsiteY431" fmla="*/ 39344 h 511472"/>
                <a:gd name="connsiteX432" fmla="*/ 104918 w 421309"/>
                <a:gd name="connsiteY432" fmla="*/ 34426 h 511472"/>
                <a:gd name="connsiteX433" fmla="*/ 101639 w 421309"/>
                <a:gd name="connsiteY433" fmla="*/ 32787 h 511472"/>
                <a:gd name="connsiteX434" fmla="*/ 98360 w 421309"/>
                <a:gd name="connsiteY434" fmla="*/ 29508 h 511472"/>
                <a:gd name="connsiteX435" fmla="*/ 93442 w 421309"/>
                <a:gd name="connsiteY435" fmla="*/ 26229 h 511472"/>
                <a:gd name="connsiteX436" fmla="*/ 91803 w 421309"/>
                <a:gd name="connsiteY436" fmla="*/ 21311 h 511472"/>
                <a:gd name="connsiteX437" fmla="*/ 88525 w 421309"/>
                <a:gd name="connsiteY437" fmla="*/ 18032 h 511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</a:cxnLst>
              <a:rect l="l" t="t" r="r" b="b"/>
              <a:pathLst>
                <a:path w="421309" h="511472">
                  <a:moveTo>
                    <a:pt x="88525" y="18032"/>
                  </a:moveTo>
                  <a:lnTo>
                    <a:pt x="86885" y="18032"/>
                  </a:lnTo>
                  <a:lnTo>
                    <a:pt x="83607" y="21311"/>
                  </a:lnTo>
                  <a:lnTo>
                    <a:pt x="78688" y="22951"/>
                  </a:lnTo>
                  <a:lnTo>
                    <a:pt x="75410" y="22951"/>
                  </a:lnTo>
                  <a:lnTo>
                    <a:pt x="72131" y="18032"/>
                  </a:lnTo>
                  <a:lnTo>
                    <a:pt x="68852" y="18032"/>
                  </a:lnTo>
                  <a:lnTo>
                    <a:pt x="63935" y="18032"/>
                  </a:lnTo>
                  <a:lnTo>
                    <a:pt x="60656" y="18032"/>
                  </a:lnTo>
                  <a:lnTo>
                    <a:pt x="57377" y="19672"/>
                  </a:lnTo>
                  <a:lnTo>
                    <a:pt x="54098" y="19672"/>
                  </a:lnTo>
                  <a:lnTo>
                    <a:pt x="49180" y="19672"/>
                  </a:lnTo>
                  <a:lnTo>
                    <a:pt x="45901" y="19672"/>
                  </a:lnTo>
                  <a:lnTo>
                    <a:pt x="42623" y="18032"/>
                  </a:lnTo>
                  <a:lnTo>
                    <a:pt x="37705" y="18032"/>
                  </a:lnTo>
                  <a:lnTo>
                    <a:pt x="34427" y="16393"/>
                  </a:lnTo>
                  <a:lnTo>
                    <a:pt x="31148" y="14754"/>
                  </a:lnTo>
                  <a:lnTo>
                    <a:pt x="27869" y="11475"/>
                  </a:lnTo>
                  <a:lnTo>
                    <a:pt x="26230" y="6557"/>
                  </a:lnTo>
                  <a:lnTo>
                    <a:pt x="21311" y="4918"/>
                  </a:lnTo>
                  <a:lnTo>
                    <a:pt x="18033" y="3278"/>
                  </a:lnTo>
                  <a:lnTo>
                    <a:pt x="14754" y="1639"/>
                  </a:lnTo>
                  <a:lnTo>
                    <a:pt x="11476" y="3278"/>
                  </a:lnTo>
                  <a:lnTo>
                    <a:pt x="6558" y="0"/>
                  </a:lnTo>
                  <a:lnTo>
                    <a:pt x="3279" y="3278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1640" y="11475"/>
                  </a:lnTo>
                  <a:lnTo>
                    <a:pt x="0" y="14754"/>
                  </a:lnTo>
                  <a:lnTo>
                    <a:pt x="1640" y="19672"/>
                  </a:lnTo>
                  <a:lnTo>
                    <a:pt x="3279" y="22951"/>
                  </a:lnTo>
                  <a:lnTo>
                    <a:pt x="4918" y="26229"/>
                  </a:lnTo>
                  <a:lnTo>
                    <a:pt x="6558" y="31147"/>
                  </a:lnTo>
                  <a:lnTo>
                    <a:pt x="8197" y="34426"/>
                  </a:lnTo>
                  <a:lnTo>
                    <a:pt x="9837" y="37705"/>
                  </a:lnTo>
                  <a:lnTo>
                    <a:pt x="13114" y="42622"/>
                  </a:lnTo>
                  <a:lnTo>
                    <a:pt x="16393" y="45901"/>
                  </a:lnTo>
                  <a:lnTo>
                    <a:pt x="19672" y="49180"/>
                  </a:lnTo>
                  <a:lnTo>
                    <a:pt x="22951" y="52458"/>
                  </a:lnTo>
                  <a:lnTo>
                    <a:pt x="26230" y="57377"/>
                  </a:lnTo>
                  <a:lnTo>
                    <a:pt x="29508" y="60655"/>
                  </a:lnTo>
                  <a:lnTo>
                    <a:pt x="32787" y="63934"/>
                  </a:lnTo>
                  <a:lnTo>
                    <a:pt x="36066" y="67212"/>
                  </a:lnTo>
                  <a:lnTo>
                    <a:pt x="40983" y="68852"/>
                  </a:lnTo>
                  <a:lnTo>
                    <a:pt x="44262" y="72131"/>
                  </a:lnTo>
                  <a:lnTo>
                    <a:pt x="45901" y="77049"/>
                  </a:lnTo>
                  <a:lnTo>
                    <a:pt x="47541" y="80327"/>
                  </a:lnTo>
                  <a:lnTo>
                    <a:pt x="52459" y="83606"/>
                  </a:lnTo>
                  <a:lnTo>
                    <a:pt x="55738" y="85245"/>
                  </a:lnTo>
                  <a:lnTo>
                    <a:pt x="59017" y="83606"/>
                  </a:lnTo>
                  <a:lnTo>
                    <a:pt x="63935" y="85245"/>
                  </a:lnTo>
                  <a:lnTo>
                    <a:pt x="67213" y="88524"/>
                  </a:lnTo>
                  <a:lnTo>
                    <a:pt x="68852" y="91802"/>
                  </a:lnTo>
                  <a:lnTo>
                    <a:pt x="73770" y="95081"/>
                  </a:lnTo>
                  <a:lnTo>
                    <a:pt x="73770" y="99999"/>
                  </a:lnTo>
                  <a:lnTo>
                    <a:pt x="77049" y="103278"/>
                  </a:lnTo>
                  <a:lnTo>
                    <a:pt x="78688" y="106557"/>
                  </a:lnTo>
                  <a:lnTo>
                    <a:pt x="83607" y="109835"/>
                  </a:lnTo>
                  <a:lnTo>
                    <a:pt x="83607" y="113114"/>
                  </a:lnTo>
                  <a:lnTo>
                    <a:pt x="85246" y="118032"/>
                  </a:lnTo>
                  <a:lnTo>
                    <a:pt x="88525" y="121311"/>
                  </a:lnTo>
                  <a:lnTo>
                    <a:pt x="91803" y="122950"/>
                  </a:lnTo>
                  <a:lnTo>
                    <a:pt x="96721" y="126229"/>
                  </a:lnTo>
                  <a:lnTo>
                    <a:pt x="96721" y="129508"/>
                  </a:lnTo>
                  <a:lnTo>
                    <a:pt x="98360" y="132786"/>
                  </a:lnTo>
                  <a:lnTo>
                    <a:pt x="98360" y="137704"/>
                  </a:lnTo>
                  <a:lnTo>
                    <a:pt x="98360" y="140983"/>
                  </a:lnTo>
                  <a:lnTo>
                    <a:pt x="98360" y="144261"/>
                  </a:lnTo>
                  <a:lnTo>
                    <a:pt x="101639" y="149179"/>
                  </a:lnTo>
                  <a:lnTo>
                    <a:pt x="104918" y="150819"/>
                  </a:lnTo>
                  <a:lnTo>
                    <a:pt x="108197" y="149179"/>
                  </a:lnTo>
                  <a:lnTo>
                    <a:pt x="111475" y="152458"/>
                  </a:lnTo>
                  <a:lnTo>
                    <a:pt x="114754" y="154098"/>
                  </a:lnTo>
                  <a:lnTo>
                    <a:pt x="119671" y="155737"/>
                  </a:lnTo>
                  <a:lnTo>
                    <a:pt x="121311" y="160655"/>
                  </a:lnTo>
                  <a:lnTo>
                    <a:pt x="126229" y="162294"/>
                  </a:lnTo>
                  <a:lnTo>
                    <a:pt x="129508" y="162294"/>
                  </a:lnTo>
                  <a:lnTo>
                    <a:pt x="132787" y="165573"/>
                  </a:lnTo>
                  <a:lnTo>
                    <a:pt x="136065" y="170491"/>
                  </a:lnTo>
                  <a:lnTo>
                    <a:pt x="137705" y="173769"/>
                  </a:lnTo>
                  <a:lnTo>
                    <a:pt x="142623" y="175409"/>
                  </a:lnTo>
                  <a:lnTo>
                    <a:pt x="144261" y="178688"/>
                  </a:lnTo>
                  <a:lnTo>
                    <a:pt x="139344" y="181966"/>
                  </a:lnTo>
                  <a:lnTo>
                    <a:pt x="142623" y="185245"/>
                  </a:lnTo>
                  <a:lnTo>
                    <a:pt x="144261" y="190163"/>
                  </a:lnTo>
                  <a:lnTo>
                    <a:pt x="144261" y="193442"/>
                  </a:lnTo>
                  <a:lnTo>
                    <a:pt x="145901" y="196720"/>
                  </a:lnTo>
                  <a:lnTo>
                    <a:pt x="147540" y="201638"/>
                  </a:lnTo>
                  <a:lnTo>
                    <a:pt x="149180" y="204917"/>
                  </a:lnTo>
                  <a:lnTo>
                    <a:pt x="149180" y="208195"/>
                  </a:lnTo>
                  <a:lnTo>
                    <a:pt x="150819" y="213114"/>
                  </a:lnTo>
                  <a:lnTo>
                    <a:pt x="152458" y="216392"/>
                  </a:lnTo>
                  <a:lnTo>
                    <a:pt x="152458" y="219671"/>
                  </a:lnTo>
                  <a:lnTo>
                    <a:pt x="155737" y="222949"/>
                  </a:lnTo>
                  <a:lnTo>
                    <a:pt x="155737" y="227868"/>
                  </a:lnTo>
                  <a:lnTo>
                    <a:pt x="157377" y="231146"/>
                  </a:lnTo>
                  <a:lnTo>
                    <a:pt x="155737" y="234425"/>
                  </a:lnTo>
                  <a:lnTo>
                    <a:pt x="157377" y="239343"/>
                  </a:lnTo>
                  <a:lnTo>
                    <a:pt x="160655" y="240982"/>
                  </a:lnTo>
                  <a:lnTo>
                    <a:pt x="163934" y="239343"/>
                  </a:lnTo>
                  <a:lnTo>
                    <a:pt x="167213" y="242622"/>
                  </a:lnTo>
                  <a:lnTo>
                    <a:pt x="172130" y="244261"/>
                  </a:lnTo>
                  <a:lnTo>
                    <a:pt x="175409" y="245901"/>
                  </a:lnTo>
                  <a:lnTo>
                    <a:pt x="178688" y="249179"/>
                  </a:lnTo>
                  <a:lnTo>
                    <a:pt x="180327" y="254097"/>
                  </a:lnTo>
                  <a:lnTo>
                    <a:pt x="180327" y="257376"/>
                  </a:lnTo>
                  <a:lnTo>
                    <a:pt x="181967" y="260654"/>
                  </a:lnTo>
                  <a:lnTo>
                    <a:pt x="183606" y="265572"/>
                  </a:lnTo>
                  <a:lnTo>
                    <a:pt x="188524" y="268851"/>
                  </a:lnTo>
                  <a:lnTo>
                    <a:pt x="190164" y="270491"/>
                  </a:lnTo>
                  <a:lnTo>
                    <a:pt x="191803" y="273769"/>
                  </a:lnTo>
                  <a:lnTo>
                    <a:pt x="195081" y="277048"/>
                  </a:lnTo>
                  <a:lnTo>
                    <a:pt x="196720" y="281966"/>
                  </a:lnTo>
                  <a:lnTo>
                    <a:pt x="199999" y="285244"/>
                  </a:lnTo>
                  <a:lnTo>
                    <a:pt x="203278" y="288523"/>
                  </a:lnTo>
                  <a:lnTo>
                    <a:pt x="203278" y="293441"/>
                  </a:lnTo>
                  <a:lnTo>
                    <a:pt x="204917" y="296720"/>
                  </a:lnTo>
                  <a:lnTo>
                    <a:pt x="203278" y="299998"/>
                  </a:lnTo>
                  <a:lnTo>
                    <a:pt x="206557" y="304916"/>
                  </a:lnTo>
                  <a:lnTo>
                    <a:pt x="209835" y="308195"/>
                  </a:lnTo>
                  <a:lnTo>
                    <a:pt x="211475" y="311474"/>
                  </a:lnTo>
                  <a:lnTo>
                    <a:pt x="211475" y="314752"/>
                  </a:lnTo>
                  <a:lnTo>
                    <a:pt x="214754" y="319671"/>
                  </a:lnTo>
                  <a:lnTo>
                    <a:pt x="214754" y="322949"/>
                  </a:lnTo>
                  <a:lnTo>
                    <a:pt x="218032" y="326228"/>
                  </a:lnTo>
                  <a:lnTo>
                    <a:pt x="219672" y="329506"/>
                  </a:lnTo>
                  <a:lnTo>
                    <a:pt x="221310" y="334425"/>
                  </a:lnTo>
                  <a:lnTo>
                    <a:pt x="222950" y="337703"/>
                  </a:lnTo>
                  <a:lnTo>
                    <a:pt x="222950" y="342621"/>
                  </a:lnTo>
                  <a:lnTo>
                    <a:pt x="221310" y="345900"/>
                  </a:lnTo>
                  <a:lnTo>
                    <a:pt x="222950" y="349179"/>
                  </a:lnTo>
                  <a:lnTo>
                    <a:pt x="224589" y="352457"/>
                  </a:lnTo>
                  <a:lnTo>
                    <a:pt x="226228" y="357375"/>
                  </a:lnTo>
                  <a:lnTo>
                    <a:pt x="227868" y="359015"/>
                  </a:lnTo>
                  <a:lnTo>
                    <a:pt x="231147" y="363932"/>
                  </a:lnTo>
                  <a:lnTo>
                    <a:pt x="234425" y="367211"/>
                  </a:lnTo>
                  <a:lnTo>
                    <a:pt x="237704" y="368851"/>
                  </a:lnTo>
                  <a:lnTo>
                    <a:pt x="240983" y="372129"/>
                  </a:lnTo>
                  <a:lnTo>
                    <a:pt x="242622" y="377047"/>
                  </a:lnTo>
                  <a:lnTo>
                    <a:pt x="244262" y="380326"/>
                  </a:lnTo>
                  <a:lnTo>
                    <a:pt x="244262" y="383605"/>
                  </a:lnTo>
                  <a:lnTo>
                    <a:pt x="247540" y="388523"/>
                  </a:lnTo>
                  <a:lnTo>
                    <a:pt x="249179" y="391801"/>
                  </a:lnTo>
                  <a:lnTo>
                    <a:pt x="252458" y="395080"/>
                  </a:lnTo>
                  <a:lnTo>
                    <a:pt x="257376" y="398359"/>
                  </a:lnTo>
                  <a:lnTo>
                    <a:pt x="260655" y="401637"/>
                  </a:lnTo>
                  <a:lnTo>
                    <a:pt x="263934" y="404916"/>
                  </a:lnTo>
                  <a:lnTo>
                    <a:pt x="267212" y="406555"/>
                  </a:lnTo>
                  <a:lnTo>
                    <a:pt x="272131" y="409834"/>
                  </a:lnTo>
                  <a:lnTo>
                    <a:pt x="273769" y="413113"/>
                  </a:lnTo>
                  <a:lnTo>
                    <a:pt x="273769" y="418031"/>
                  </a:lnTo>
                  <a:lnTo>
                    <a:pt x="275408" y="421309"/>
                  </a:lnTo>
                  <a:lnTo>
                    <a:pt x="275408" y="424588"/>
                  </a:lnTo>
                  <a:lnTo>
                    <a:pt x="278687" y="427866"/>
                  </a:lnTo>
                  <a:lnTo>
                    <a:pt x="281966" y="432785"/>
                  </a:lnTo>
                  <a:lnTo>
                    <a:pt x="286884" y="434424"/>
                  </a:lnTo>
                  <a:lnTo>
                    <a:pt x="290163" y="437703"/>
                  </a:lnTo>
                  <a:lnTo>
                    <a:pt x="293442" y="442621"/>
                  </a:lnTo>
                  <a:lnTo>
                    <a:pt x="296721" y="445899"/>
                  </a:lnTo>
                  <a:lnTo>
                    <a:pt x="301638" y="449178"/>
                  </a:lnTo>
                  <a:lnTo>
                    <a:pt x="304917" y="450818"/>
                  </a:lnTo>
                  <a:lnTo>
                    <a:pt x="308195" y="454096"/>
                  </a:lnTo>
                  <a:lnTo>
                    <a:pt x="311474" y="459014"/>
                  </a:lnTo>
                  <a:lnTo>
                    <a:pt x="316392" y="462293"/>
                  </a:lnTo>
                  <a:lnTo>
                    <a:pt x="319671" y="463932"/>
                  </a:lnTo>
                  <a:lnTo>
                    <a:pt x="322950" y="467211"/>
                  </a:lnTo>
                  <a:lnTo>
                    <a:pt x="324588" y="467211"/>
                  </a:lnTo>
                  <a:lnTo>
                    <a:pt x="327867" y="468850"/>
                  </a:lnTo>
                  <a:lnTo>
                    <a:pt x="331146" y="472129"/>
                  </a:lnTo>
                  <a:lnTo>
                    <a:pt x="334425" y="475408"/>
                  </a:lnTo>
                  <a:lnTo>
                    <a:pt x="334425" y="480325"/>
                  </a:lnTo>
                  <a:lnTo>
                    <a:pt x="337704" y="481965"/>
                  </a:lnTo>
                  <a:lnTo>
                    <a:pt x="339343" y="485243"/>
                  </a:lnTo>
                  <a:lnTo>
                    <a:pt x="342622" y="490162"/>
                  </a:lnTo>
                  <a:lnTo>
                    <a:pt x="345901" y="493440"/>
                  </a:lnTo>
                  <a:lnTo>
                    <a:pt x="349179" y="496719"/>
                  </a:lnTo>
                  <a:lnTo>
                    <a:pt x="349179" y="498358"/>
                  </a:lnTo>
                  <a:lnTo>
                    <a:pt x="349179" y="498358"/>
                  </a:lnTo>
                  <a:lnTo>
                    <a:pt x="352457" y="501637"/>
                  </a:lnTo>
                  <a:lnTo>
                    <a:pt x="355736" y="506555"/>
                  </a:lnTo>
                  <a:lnTo>
                    <a:pt x="359015" y="509833"/>
                  </a:lnTo>
                  <a:lnTo>
                    <a:pt x="359015" y="509833"/>
                  </a:lnTo>
                  <a:lnTo>
                    <a:pt x="359015" y="511473"/>
                  </a:lnTo>
                  <a:lnTo>
                    <a:pt x="363933" y="511473"/>
                  </a:lnTo>
                  <a:lnTo>
                    <a:pt x="363933" y="508194"/>
                  </a:lnTo>
                  <a:lnTo>
                    <a:pt x="362294" y="504916"/>
                  </a:lnTo>
                  <a:lnTo>
                    <a:pt x="360654" y="499998"/>
                  </a:lnTo>
                  <a:lnTo>
                    <a:pt x="359015" y="496719"/>
                  </a:lnTo>
                  <a:lnTo>
                    <a:pt x="359015" y="493440"/>
                  </a:lnTo>
                  <a:lnTo>
                    <a:pt x="362294" y="491801"/>
                  </a:lnTo>
                  <a:lnTo>
                    <a:pt x="367212" y="495079"/>
                  </a:lnTo>
                  <a:lnTo>
                    <a:pt x="370491" y="498358"/>
                  </a:lnTo>
                  <a:lnTo>
                    <a:pt x="373769" y="501637"/>
                  </a:lnTo>
                  <a:lnTo>
                    <a:pt x="377047" y="503276"/>
                  </a:lnTo>
                  <a:lnTo>
                    <a:pt x="381965" y="506555"/>
                  </a:lnTo>
                  <a:lnTo>
                    <a:pt x="385244" y="501637"/>
                  </a:lnTo>
                  <a:lnTo>
                    <a:pt x="383605" y="498358"/>
                  </a:lnTo>
                  <a:lnTo>
                    <a:pt x="386884" y="495079"/>
                  </a:lnTo>
                  <a:lnTo>
                    <a:pt x="386884" y="490162"/>
                  </a:lnTo>
                  <a:lnTo>
                    <a:pt x="390162" y="495079"/>
                  </a:lnTo>
                  <a:lnTo>
                    <a:pt x="393441" y="498358"/>
                  </a:lnTo>
                  <a:lnTo>
                    <a:pt x="396720" y="499998"/>
                  </a:lnTo>
                  <a:lnTo>
                    <a:pt x="398359" y="504916"/>
                  </a:lnTo>
                  <a:lnTo>
                    <a:pt x="401638" y="506555"/>
                  </a:lnTo>
                  <a:lnTo>
                    <a:pt x="406555" y="508194"/>
                  </a:lnTo>
                  <a:lnTo>
                    <a:pt x="406555" y="503276"/>
                  </a:lnTo>
                  <a:lnTo>
                    <a:pt x="408195" y="499998"/>
                  </a:lnTo>
                  <a:lnTo>
                    <a:pt x="408195" y="496719"/>
                  </a:lnTo>
                  <a:lnTo>
                    <a:pt x="408195" y="491801"/>
                  </a:lnTo>
                  <a:lnTo>
                    <a:pt x="408195" y="488522"/>
                  </a:lnTo>
                  <a:lnTo>
                    <a:pt x="409834" y="485243"/>
                  </a:lnTo>
                  <a:lnTo>
                    <a:pt x="411474" y="481965"/>
                  </a:lnTo>
                  <a:lnTo>
                    <a:pt x="409834" y="477047"/>
                  </a:lnTo>
                  <a:lnTo>
                    <a:pt x="411474" y="473768"/>
                  </a:lnTo>
                  <a:lnTo>
                    <a:pt x="411474" y="470489"/>
                  </a:lnTo>
                  <a:lnTo>
                    <a:pt x="413113" y="467211"/>
                  </a:lnTo>
                  <a:lnTo>
                    <a:pt x="411474" y="462293"/>
                  </a:lnTo>
                  <a:lnTo>
                    <a:pt x="411474" y="459014"/>
                  </a:lnTo>
                  <a:lnTo>
                    <a:pt x="413113" y="455735"/>
                  </a:lnTo>
                  <a:lnTo>
                    <a:pt x="413113" y="450818"/>
                  </a:lnTo>
                  <a:lnTo>
                    <a:pt x="413113" y="447539"/>
                  </a:lnTo>
                  <a:lnTo>
                    <a:pt x="411474" y="444260"/>
                  </a:lnTo>
                  <a:lnTo>
                    <a:pt x="409834" y="439342"/>
                  </a:lnTo>
                  <a:lnTo>
                    <a:pt x="409834" y="436063"/>
                  </a:lnTo>
                  <a:lnTo>
                    <a:pt x="411474" y="432785"/>
                  </a:lnTo>
                  <a:lnTo>
                    <a:pt x="411474" y="429506"/>
                  </a:lnTo>
                  <a:lnTo>
                    <a:pt x="413113" y="426228"/>
                  </a:lnTo>
                  <a:lnTo>
                    <a:pt x="416392" y="421309"/>
                  </a:lnTo>
                  <a:lnTo>
                    <a:pt x="416392" y="418031"/>
                  </a:lnTo>
                  <a:lnTo>
                    <a:pt x="413113" y="416391"/>
                  </a:lnTo>
                  <a:lnTo>
                    <a:pt x="411474" y="411473"/>
                  </a:lnTo>
                  <a:lnTo>
                    <a:pt x="413113" y="408195"/>
                  </a:lnTo>
                  <a:lnTo>
                    <a:pt x="413113" y="404916"/>
                  </a:lnTo>
                  <a:lnTo>
                    <a:pt x="414752" y="399998"/>
                  </a:lnTo>
                  <a:lnTo>
                    <a:pt x="418031" y="396719"/>
                  </a:lnTo>
                  <a:lnTo>
                    <a:pt x="421310" y="393441"/>
                  </a:lnTo>
                  <a:lnTo>
                    <a:pt x="421310" y="390162"/>
                  </a:lnTo>
                  <a:lnTo>
                    <a:pt x="421310" y="386883"/>
                  </a:lnTo>
                  <a:lnTo>
                    <a:pt x="421310" y="381965"/>
                  </a:lnTo>
                  <a:lnTo>
                    <a:pt x="418031" y="380326"/>
                  </a:lnTo>
                  <a:lnTo>
                    <a:pt x="413113" y="378686"/>
                  </a:lnTo>
                  <a:lnTo>
                    <a:pt x="411474" y="375408"/>
                  </a:lnTo>
                  <a:lnTo>
                    <a:pt x="411474" y="372129"/>
                  </a:lnTo>
                  <a:lnTo>
                    <a:pt x="408195" y="368851"/>
                  </a:lnTo>
                  <a:lnTo>
                    <a:pt x="404916" y="363932"/>
                  </a:lnTo>
                  <a:lnTo>
                    <a:pt x="404916" y="360654"/>
                  </a:lnTo>
                  <a:lnTo>
                    <a:pt x="406555" y="357375"/>
                  </a:lnTo>
                  <a:lnTo>
                    <a:pt x="401638" y="355736"/>
                  </a:lnTo>
                  <a:lnTo>
                    <a:pt x="398359" y="355736"/>
                  </a:lnTo>
                  <a:lnTo>
                    <a:pt x="395081" y="354096"/>
                  </a:lnTo>
                  <a:lnTo>
                    <a:pt x="390162" y="354096"/>
                  </a:lnTo>
                  <a:lnTo>
                    <a:pt x="386884" y="354096"/>
                  </a:lnTo>
                  <a:lnTo>
                    <a:pt x="383605" y="354096"/>
                  </a:lnTo>
                  <a:lnTo>
                    <a:pt x="383605" y="354096"/>
                  </a:lnTo>
                  <a:lnTo>
                    <a:pt x="378687" y="352457"/>
                  </a:lnTo>
                  <a:lnTo>
                    <a:pt x="378687" y="354096"/>
                  </a:lnTo>
                  <a:lnTo>
                    <a:pt x="378687" y="354096"/>
                  </a:lnTo>
                  <a:lnTo>
                    <a:pt x="377047" y="350818"/>
                  </a:lnTo>
                  <a:lnTo>
                    <a:pt x="373769" y="354096"/>
                  </a:lnTo>
                  <a:lnTo>
                    <a:pt x="372130" y="357375"/>
                  </a:lnTo>
                  <a:lnTo>
                    <a:pt x="372130" y="362293"/>
                  </a:lnTo>
                  <a:lnTo>
                    <a:pt x="368851" y="365572"/>
                  </a:lnTo>
                  <a:lnTo>
                    <a:pt x="365572" y="368851"/>
                  </a:lnTo>
                  <a:lnTo>
                    <a:pt x="367212" y="365572"/>
                  </a:lnTo>
                  <a:lnTo>
                    <a:pt x="368851" y="363932"/>
                  </a:lnTo>
                  <a:lnTo>
                    <a:pt x="370491" y="360654"/>
                  </a:lnTo>
                  <a:lnTo>
                    <a:pt x="370491" y="357375"/>
                  </a:lnTo>
                  <a:lnTo>
                    <a:pt x="367212" y="355736"/>
                  </a:lnTo>
                  <a:lnTo>
                    <a:pt x="367212" y="354096"/>
                  </a:lnTo>
                  <a:lnTo>
                    <a:pt x="372130" y="354096"/>
                  </a:lnTo>
                  <a:lnTo>
                    <a:pt x="375409" y="349179"/>
                  </a:lnTo>
                  <a:lnTo>
                    <a:pt x="377047" y="345900"/>
                  </a:lnTo>
                  <a:lnTo>
                    <a:pt x="377047" y="342621"/>
                  </a:lnTo>
                  <a:lnTo>
                    <a:pt x="375409" y="339342"/>
                  </a:lnTo>
                  <a:lnTo>
                    <a:pt x="370491" y="339342"/>
                  </a:lnTo>
                  <a:lnTo>
                    <a:pt x="367212" y="339342"/>
                  </a:lnTo>
                  <a:lnTo>
                    <a:pt x="367212" y="334425"/>
                  </a:lnTo>
                  <a:lnTo>
                    <a:pt x="363933" y="332785"/>
                  </a:lnTo>
                  <a:lnTo>
                    <a:pt x="363933" y="327867"/>
                  </a:lnTo>
                  <a:lnTo>
                    <a:pt x="363933" y="326228"/>
                  </a:lnTo>
                  <a:lnTo>
                    <a:pt x="362294" y="322949"/>
                  </a:lnTo>
                  <a:lnTo>
                    <a:pt x="360654" y="319671"/>
                  </a:lnTo>
                  <a:lnTo>
                    <a:pt x="360654" y="314752"/>
                  </a:lnTo>
                  <a:lnTo>
                    <a:pt x="360654" y="311474"/>
                  </a:lnTo>
                  <a:lnTo>
                    <a:pt x="360654" y="308195"/>
                  </a:lnTo>
                  <a:lnTo>
                    <a:pt x="359015" y="303277"/>
                  </a:lnTo>
                  <a:lnTo>
                    <a:pt x="359015" y="299998"/>
                  </a:lnTo>
                  <a:lnTo>
                    <a:pt x="359015" y="296720"/>
                  </a:lnTo>
                  <a:lnTo>
                    <a:pt x="355736" y="296720"/>
                  </a:lnTo>
                  <a:lnTo>
                    <a:pt x="350818" y="298359"/>
                  </a:lnTo>
                  <a:lnTo>
                    <a:pt x="347540" y="295081"/>
                  </a:lnTo>
                  <a:lnTo>
                    <a:pt x="344261" y="293441"/>
                  </a:lnTo>
                  <a:lnTo>
                    <a:pt x="340982" y="293441"/>
                  </a:lnTo>
                  <a:lnTo>
                    <a:pt x="336064" y="296720"/>
                  </a:lnTo>
                  <a:lnTo>
                    <a:pt x="332785" y="293441"/>
                  </a:lnTo>
                  <a:lnTo>
                    <a:pt x="329507" y="290162"/>
                  </a:lnTo>
                  <a:lnTo>
                    <a:pt x="326228" y="286884"/>
                  </a:lnTo>
                  <a:lnTo>
                    <a:pt x="322950" y="286884"/>
                  </a:lnTo>
                  <a:lnTo>
                    <a:pt x="321311" y="283605"/>
                  </a:lnTo>
                  <a:lnTo>
                    <a:pt x="319671" y="278687"/>
                  </a:lnTo>
                  <a:lnTo>
                    <a:pt x="321311" y="275408"/>
                  </a:lnTo>
                  <a:lnTo>
                    <a:pt x="319671" y="272130"/>
                  </a:lnTo>
                  <a:lnTo>
                    <a:pt x="319671" y="270491"/>
                  </a:lnTo>
                  <a:lnTo>
                    <a:pt x="322950" y="272130"/>
                  </a:lnTo>
                  <a:lnTo>
                    <a:pt x="327867" y="270491"/>
                  </a:lnTo>
                  <a:lnTo>
                    <a:pt x="324588" y="267212"/>
                  </a:lnTo>
                  <a:lnTo>
                    <a:pt x="321311" y="267212"/>
                  </a:lnTo>
                  <a:lnTo>
                    <a:pt x="318032" y="265572"/>
                  </a:lnTo>
                  <a:lnTo>
                    <a:pt x="322950" y="265572"/>
                  </a:lnTo>
                  <a:lnTo>
                    <a:pt x="324588" y="260654"/>
                  </a:lnTo>
                  <a:lnTo>
                    <a:pt x="321311" y="260654"/>
                  </a:lnTo>
                  <a:lnTo>
                    <a:pt x="318032" y="262294"/>
                  </a:lnTo>
                  <a:lnTo>
                    <a:pt x="321311" y="259015"/>
                  </a:lnTo>
                  <a:lnTo>
                    <a:pt x="324588" y="255736"/>
                  </a:lnTo>
                  <a:lnTo>
                    <a:pt x="327867" y="252458"/>
                  </a:lnTo>
                  <a:lnTo>
                    <a:pt x="331146" y="250818"/>
                  </a:lnTo>
                  <a:lnTo>
                    <a:pt x="336064" y="250818"/>
                  </a:lnTo>
                  <a:lnTo>
                    <a:pt x="337704" y="250818"/>
                  </a:lnTo>
                  <a:lnTo>
                    <a:pt x="337704" y="249179"/>
                  </a:lnTo>
                  <a:lnTo>
                    <a:pt x="336064" y="247539"/>
                  </a:lnTo>
                  <a:lnTo>
                    <a:pt x="336064" y="242622"/>
                  </a:lnTo>
                  <a:lnTo>
                    <a:pt x="334425" y="239343"/>
                  </a:lnTo>
                  <a:lnTo>
                    <a:pt x="331146" y="236064"/>
                  </a:lnTo>
                  <a:lnTo>
                    <a:pt x="327867" y="232786"/>
                  </a:lnTo>
                  <a:lnTo>
                    <a:pt x="324588" y="229507"/>
                  </a:lnTo>
                  <a:lnTo>
                    <a:pt x="321311" y="226228"/>
                  </a:lnTo>
                  <a:lnTo>
                    <a:pt x="316392" y="227868"/>
                  </a:lnTo>
                  <a:lnTo>
                    <a:pt x="313114" y="229507"/>
                  </a:lnTo>
                  <a:lnTo>
                    <a:pt x="309835" y="232786"/>
                  </a:lnTo>
                  <a:lnTo>
                    <a:pt x="304917" y="236064"/>
                  </a:lnTo>
                  <a:lnTo>
                    <a:pt x="301638" y="237704"/>
                  </a:lnTo>
                  <a:lnTo>
                    <a:pt x="298360" y="239343"/>
                  </a:lnTo>
                  <a:lnTo>
                    <a:pt x="295081" y="240982"/>
                  </a:lnTo>
                  <a:lnTo>
                    <a:pt x="291802" y="240982"/>
                  </a:lnTo>
                  <a:lnTo>
                    <a:pt x="286884" y="242622"/>
                  </a:lnTo>
                  <a:lnTo>
                    <a:pt x="283605" y="239343"/>
                  </a:lnTo>
                  <a:lnTo>
                    <a:pt x="286884" y="240982"/>
                  </a:lnTo>
                  <a:lnTo>
                    <a:pt x="290163" y="240982"/>
                  </a:lnTo>
                  <a:lnTo>
                    <a:pt x="293442" y="239343"/>
                  </a:lnTo>
                  <a:lnTo>
                    <a:pt x="298360" y="236064"/>
                  </a:lnTo>
                  <a:lnTo>
                    <a:pt x="301638" y="234425"/>
                  </a:lnTo>
                  <a:lnTo>
                    <a:pt x="304917" y="232786"/>
                  </a:lnTo>
                  <a:lnTo>
                    <a:pt x="308195" y="229507"/>
                  </a:lnTo>
                  <a:lnTo>
                    <a:pt x="308195" y="226228"/>
                  </a:lnTo>
                  <a:lnTo>
                    <a:pt x="304917" y="221310"/>
                  </a:lnTo>
                  <a:lnTo>
                    <a:pt x="301638" y="218032"/>
                  </a:lnTo>
                  <a:lnTo>
                    <a:pt x="298360" y="218032"/>
                  </a:lnTo>
                  <a:lnTo>
                    <a:pt x="293442" y="216392"/>
                  </a:lnTo>
                  <a:lnTo>
                    <a:pt x="290163" y="218032"/>
                  </a:lnTo>
                  <a:lnTo>
                    <a:pt x="286884" y="216392"/>
                  </a:lnTo>
                  <a:lnTo>
                    <a:pt x="281966" y="214753"/>
                  </a:lnTo>
                  <a:lnTo>
                    <a:pt x="280327" y="209835"/>
                  </a:lnTo>
                  <a:lnTo>
                    <a:pt x="275408" y="206556"/>
                  </a:lnTo>
                  <a:lnTo>
                    <a:pt x="273769" y="203278"/>
                  </a:lnTo>
                  <a:lnTo>
                    <a:pt x="273769" y="199999"/>
                  </a:lnTo>
                  <a:lnTo>
                    <a:pt x="272131" y="195081"/>
                  </a:lnTo>
                  <a:lnTo>
                    <a:pt x="272131" y="195081"/>
                  </a:lnTo>
                  <a:lnTo>
                    <a:pt x="272131" y="191802"/>
                  </a:lnTo>
                  <a:lnTo>
                    <a:pt x="268852" y="188524"/>
                  </a:lnTo>
                  <a:lnTo>
                    <a:pt x="265573" y="185245"/>
                  </a:lnTo>
                  <a:lnTo>
                    <a:pt x="262294" y="181966"/>
                  </a:lnTo>
                  <a:lnTo>
                    <a:pt x="257376" y="177048"/>
                  </a:lnTo>
                  <a:lnTo>
                    <a:pt x="254097" y="175409"/>
                  </a:lnTo>
                  <a:lnTo>
                    <a:pt x="250818" y="177048"/>
                  </a:lnTo>
                  <a:lnTo>
                    <a:pt x="247540" y="175409"/>
                  </a:lnTo>
                  <a:lnTo>
                    <a:pt x="242622" y="173769"/>
                  </a:lnTo>
                  <a:lnTo>
                    <a:pt x="240983" y="170491"/>
                  </a:lnTo>
                  <a:lnTo>
                    <a:pt x="240983" y="165573"/>
                  </a:lnTo>
                  <a:lnTo>
                    <a:pt x="240983" y="162294"/>
                  </a:lnTo>
                  <a:lnTo>
                    <a:pt x="237704" y="159015"/>
                  </a:lnTo>
                  <a:lnTo>
                    <a:pt x="234425" y="155737"/>
                  </a:lnTo>
                  <a:lnTo>
                    <a:pt x="231147" y="152458"/>
                  </a:lnTo>
                  <a:lnTo>
                    <a:pt x="227868" y="149179"/>
                  </a:lnTo>
                  <a:lnTo>
                    <a:pt x="224589" y="149179"/>
                  </a:lnTo>
                  <a:lnTo>
                    <a:pt x="219672" y="150819"/>
                  </a:lnTo>
                  <a:lnTo>
                    <a:pt x="219672" y="154098"/>
                  </a:lnTo>
                  <a:lnTo>
                    <a:pt x="221310" y="159015"/>
                  </a:lnTo>
                  <a:lnTo>
                    <a:pt x="224589" y="162294"/>
                  </a:lnTo>
                  <a:lnTo>
                    <a:pt x="224589" y="165573"/>
                  </a:lnTo>
                  <a:lnTo>
                    <a:pt x="226228" y="170491"/>
                  </a:lnTo>
                  <a:lnTo>
                    <a:pt x="222950" y="167212"/>
                  </a:lnTo>
                  <a:lnTo>
                    <a:pt x="222950" y="163934"/>
                  </a:lnTo>
                  <a:lnTo>
                    <a:pt x="219672" y="159015"/>
                  </a:lnTo>
                  <a:lnTo>
                    <a:pt x="214754" y="155737"/>
                  </a:lnTo>
                  <a:lnTo>
                    <a:pt x="211475" y="155737"/>
                  </a:lnTo>
                  <a:lnTo>
                    <a:pt x="208196" y="152458"/>
                  </a:lnTo>
                  <a:lnTo>
                    <a:pt x="204917" y="149179"/>
                  </a:lnTo>
                  <a:lnTo>
                    <a:pt x="203278" y="144261"/>
                  </a:lnTo>
                  <a:lnTo>
                    <a:pt x="201638" y="140983"/>
                  </a:lnTo>
                  <a:lnTo>
                    <a:pt x="199999" y="137704"/>
                  </a:lnTo>
                  <a:lnTo>
                    <a:pt x="198360" y="134425"/>
                  </a:lnTo>
                  <a:lnTo>
                    <a:pt x="195081" y="131147"/>
                  </a:lnTo>
                  <a:lnTo>
                    <a:pt x="193442" y="134425"/>
                  </a:lnTo>
                  <a:lnTo>
                    <a:pt x="193442" y="137704"/>
                  </a:lnTo>
                  <a:lnTo>
                    <a:pt x="191803" y="137704"/>
                  </a:lnTo>
                  <a:lnTo>
                    <a:pt x="191803" y="134425"/>
                  </a:lnTo>
                  <a:lnTo>
                    <a:pt x="188524" y="129508"/>
                  </a:lnTo>
                  <a:lnTo>
                    <a:pt x="188524" y="131147"/>
                  </a:lnTo>
                  <a:lnTo>
                    <a:pt x="188524" y="134425"/>
                  </a:lnTo>
                  <a:lnTo>
                    <a:pt x="186885" y="131147"/>
                  </a:lnTo>
                  <a:lnTo>
                    <a:pt x="188524" y="126229"/>
                  </a:lnTo>
                  <a:lnTo>
                    <a:pt x="188524" y="122950"/>
                  </a:lnTo>
                  <a:lnTo>
                    <a:pt x="186885" y="119671"/>
                  </a:lnTo>
                  <a:lnTo>
                    <a:pt x="181967" y="118032"/>
                  </a:lnTo>
                  <a:lnTo>
                    <a:pt x="181967" y="116393"/>
                  </a:lnTo>
                  <a:lnTo>
                    <a:pt x="178688" y="113114"/>
                  </a:lnTo>
                  <a:lnTo>
                    <a:pt x="175409" y="108196"/>
                  </a:lnTo>
                  <a:lnTo>
                    <a:pt x="172130" y="108196"/>
                  </a:lnTo>
                  <a:lnTo>
                    <a:pt x="168851" y="104917"/>
                  </a:lnTo>
                  <a:lnTo>
                    <a:pt x="165574" y="101639"/>
                  </a:lnTo>
                  <a:lnTo>
                    <a:pt x="162295" y="98360"/>
                  </a:lnTo>
                  <a:lnTo>
                    <a:pt x="159016" y="95081"/>
                  </a:lnTo>
                  <a:lnTo>
                    <a:pt x="155737" y="91802"/>
                  </a:lnTo>
                  <a:lnTo>
                    <a:pt x="150819" y="90164"/>
                  </a:lnTo>
                  <a:lnTo>
                    <a:pt x="147540" y="88524"/>
                  </a:lnTo>
                  <a:lnTo>
                    <a:pt x="144261" y="86885"/>
                  </a:lnTo>
                  <a:lnTo>
                    <a:pt x="140984" y="85245"/>
                  </a:lnTo>
                  <a:lnTo>
                    <a:pt x="137705" y="81967"/>
                  </a:lnTo>
                  <a:lnTo>
                    <a:pt x="136065" y="77049"/>
                  </a:lnTo>
                  <a:lnTo>
                    <a:pt x="132787" y="75409"/>
                  </a:lnTo>
                  <a:lnTo>
                    <a:pt x="127868" y="72131"/>
                  </a:lnTo>
                  <a:lnTo>
                    <a:pt x="124590" y="70491"/>
                  </a:lnTo>
                  <a:lnTo>
                    <a:pt x="121311" y="68852"/>
                  </a:lnTo>
                  <a:lnTo>
                    <a:pt x="118032" y="65573"/>
                  </a:lnTo>
                  <a:lnTo>
                    <a:pt x="119671" y="62295"/>
                  </a:lnTo>
                  <a:lnTo>
                    <a:pt x="119671" y="57377"/>
                  </a:lnTo>
                  <a:lnTo>
                    <a:pt x="119671" y="54098"/>
                  </a:lnTo>
                  <a:lnTo>
                    <a:pt x="114754" y="50819"/>
                  </a:lnTo>
                  <a:lnTo>
                    <a:pt x="111475" y="50819"/>
                  </a:lnTo>
                  <a:lnTo>
                    <a:pt x="108197" y="45901"/>
                  </a:lnTo>
                  <a:lnTo>
                    <a:pt x="108197" y="42622"/>
                  </a:lnTo>
                  <a:lnTo>
                    <a:pt x="106557" y="39344"/>
                  </a:lnTo>
                  <a:lnTo>
                    <a:pt x="104918" y="34426"/>
                  </a:lnTo>
                  <a:lnTo>
                    <a:pt x="101639" y="32787"/>
                  </a:lnTo>
                  <a:lnTo>
                    <a:pt x="98360" y="29508"/>
                  </a:lnTo>
                  <a:lnTo>
                    <a:pt x="93442" y="26229"/>
                  </a:lnTo>
                  <a:lnTo>
                    <a:pt x="91803" y="21311"/>
                  </a:lnTo>
                  <a:lnTo>
                    <a:pt x="88525" y="1803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8" name="Freeform 2307">
              <a:extLst>
                <a:ext uri="{FF2B5EF4-FFF2-40B4-BE49-F238E27FC236}">
                  <a16:creationId xmlns:a16="http://schemas.microsoft.com/office/drawing/2014/main" id="{54879647-4EB9-7D4B-8F29-55A31778C4C9}"/>
                </a:ext>
              </a:extLst>
            </p:cNvPr>
            <p:cNvSpPr/>
            <p:nvPr/>
          </p:nvSpPr>
          <p:spPr>
            <a:xfrm>
              <a:off x="9058281" y="3993586"/>
              <a:ext cx="29507" cy="24590"/>
            </a:xfrm>
            <a:custGeom>
              <a:avLst/>
              <a:gdLst>
                <a:gd name="connsiteX0" fmla="*/ 22950 w 29507"/>
                <a:gd name="connsiteY0" fmla="*/ 24590 h 24590"/>
                <a:gd name="connsiteX1" fmla="*/ 27869 w 29507"/>
                <a:gd name="connsiteY1" fmla="*/ 24590 h 24590"/>
                <a:gd name="connsiteX2" fmla="*/ 29508 w 29507"/>
                <a:gd name="connsiteY2" fmla="*/ 24590 h 24590"/>
                <a:gd name="connsiteX3" fmla="*/ 29508 w 29507"/>
                <a:gd name="connsiteY3" fmla="*/ 19672 h 24590"/>
                <a:gd name="connsiteX4" fmla="*/ 24590 w 29507"/>
                <a:gd name="connsiteY4" fmla="*/ 18033 h 24590"/>
                <a:gd name="connsiteX5" fmla="*/ 21311 w 29507"/>
                <a:gd name="connsiteY5" fmla="*/ 14754 h 24590"/>
                <a:gd name="connsiteX6" fmla="*/ 18032 w 29507"/>
                <a:gd name="connsiteY6" fmla="*/ 11475 h 24590"/>
                <a:gd name="connsiteX7" fmla="*/ 14753 w 29507"/>
                <a:gd name="connsiteY7" fmla="*/ 11475 h 24590"/>
                <a:gd name="connsiteX8" fmla="*/ 14753 w 29507"/>
                <a:gd name="connsiteY8" fmla="*/ 6557 h 24590"/>
                <a:gd name="connsiteX9" fmla="*/ 11476 w 29507"/>
                <a:gd name="connsiteY9" fmla="*/ 6557 h 24590"/>
                <a:gd name="connsiteX10" fmla="*/ 8197 w 29507"/>
                <a:gd name="connsiteY10" fmla="*/ 3278 h 24590"/>
                <a:gd name="connsiteX11" fmla="*/ 4918 w 29507"/>
                <a:gd name="connsiteY11" fmla="*/ 0 h 24590"/>
                <a:gd name="connsiteX12" fmla="*/ 0 w 29507"/>
                <a:gd name="connsiteY12" fmla="*/ 3278 h 24590"/>
                <a:gd name="connsiteX13" fmla="*/ 0 w 29507"/>
                <a:gd name="connsiteY13" fmla="*/ 6557 h 24590"/>
                <a:gd name="connsiteX14" fmla="*/ 3279 w 29507"/>
                <a:gd name="connsiteY14" fmla="*/ 9836 h 24590"/>
                <a:gd name="connsiteX15" fmla="*/ 6557 w 29507"/>
                <a:gd name="connsiteY15" fmla="*/ 13114 h 24590"/>
                <a:gd name="connsiteX16" fmla="*/ 9836 w 29507"/>
                <a:gd name="connsiteY16" fmla="*/ 13114 h 24590"/>
                <a:gd name="connsiteX17" fmla="*/ 14753 w 29507"/>
                <a:gd name="connsiteY17" fmla="*/ 14754 h 24590"/>
                <a:gd name="connsiteX18" fmla="*/ 18032 w 29507"/>
                <a:gd name="connsiteY18" fmla="*/ 18033 h 24590"/>
                <a:gd name="connsiteX19" fmla="*/ 21311 w 29507"/>
                <a:gd name="connsiteY19" fmla="*/ 21311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9507" h="24590">
                  <a:moveTo>
                    <a:pt x="22950" y="24590"/>
                  </a:moveTo>
                  <a:lnTo>
                    <a:pt x="27869" y="24590"/>
                  </a:lnTo>
                  <a:lnTo>
                    <a:pt x="29508" y="24590"/>
                  </a:lnTo>
                  <a:lnTo>
                    <a:pt x="29508" y="19672"/>
                  </a:lnTo>
                  <a:lnTo>
                    <a:pt x="24590" y="18033"/>
                  </a:lnTo>
                  <a:lnTo>
                    <a:pt x="21311" y="14754"/>
                  </a:lnTo>
                  <a:lnTo>
                    <a:pt x="18032" y="11475"/>
                  </a:lnTo>
                  <a:lnTo>
                    <a:pt x="14753" y="11475"/>
                  </a:lnTo>
                  <a:lnTo>
                    <a:pt x="14753" y="6557"/>
                  </a:lnTo>
                  <a:lnTo>
                    <a:pt x="11476" y="6557"/>
                  </a:lnTo>
                  <a:lnTo>
                    <a:pt x="8197" y="3278"/>
                  </a:lnTo>
                  <a:lnTo>
                    <a:pt x="4918" y="0"/>
                  </a:lnTo>
                  <a:lnTo>
                    <a:pt x="0" y="3278"/>
                  </a:lnTo>
                  <a:lnTo>
                    <a:pt x="0" y="6557"/>
                  </a:lnTo>
                  <a:lnTo>
                    <a:pt x="3279" y="9836"/>
                  </a:lnTo>
                  <a:lnTo>
                    <a:pt x="6557" y="13114"/>
                  </a:lnTo>
                  <a:lnTo>
                    <a:pt x="9836" y="13114"/>
                  </a:lnTo>
                  <a:lnTo>
                    <a:pt x="14753" y="14754"/>
                  </a:lnTo>
                  <a:lnTo>
                    <a:pt x="18032" y="18033"/>
                  </a:lnTo>
                  <a:lnTo>
                    <a:pt x="21311" y="2131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9" name="Freeform 2308">
              <a:extLst>
                <a:ext uri="{FF2B5EF4-FFF2-40B4-BE49-F238E27FC236}">
                  <a16:creationId xmlns:a16="http://schemas.microsoft.com/office/drawing/2014/main" id="{869CD757-12CB-F84C-A724-948E1D6FFCBE}"/>
                </a:ext>
              </a:extLst>
            </p:cNvPr>
            <p:cNvSpPr/>
            <p:nvPr/>
          </p:nvSpPr>
          <p:spPr>
            <a:xfrm>
              <a:off x="9114018" y="4055880"/>
              <a:ext cx="31147" cy="40983"/>
            </a:xfrm>
            <a:custGeom>
              <a:avLst/>
              <a:gdLst>
                <a:gd name="connsiteX0" fmla="*/ 21312 w 31147"/>
                <a:gd name="connsiteY0" fmla="*/ 39344 h 40983"/>
                <a:gd name="connsiteX1" fmla="*/ 26230 w 31147"/>
                <a:gd name="connsiteY1" fmla="*/ 40983 h 40983"/>
                <a:gd name="connsiteX2" fmla="*/ 29509 w 31147"/>
                <a:gd name="connsiteY2" fmla="*/ 39344 h 40983"/>
                <a:gd name="connsiteX3" fmla="*/ 29509 w 31147"/>
                <a:gd name="connsiteY3" fmla="*/ 34426 h 40983"/>
                <a:gd name="connsiteX4" fmla="*/ 29509 w 31147"/>
                <a:gd name="connsiteY4" fmla="*/ 31147 h 40983"/>
                <a:gd name="connsiteX5" fmla="*/ 29509 w 31147"/>
                <a:gd name="connsiteY5" fmla="*/ 27869 h 40983"/>
                <a:gd name="connsiteX6" fmla="*/ 31148 w 31147"/>
                <a:gd name="connsiteY6" fmla="*/ 24590 h 40983"/>
                <a:gd name="connsiteX7" fmla="*/ 29509 w 31147"/>
                <a:gd name="connsiteY7" fmla="*/ 19672 h 40983"/>
                <a:gd name="connsiteX8" fmla="*/ 26230 w 31147"/>
                <a:gd name="connsiteY8" fmla="*/ 16393 h 40983"/>
                <a:gd name="connsiteX9" fmla="*/ 22951 w 31147"/>
                <a:gd name="connsiteY9" fmla="*/ 14754 h 40983"/>
                <a:gd name="connsiteX10" fmla="*/ 19672 w 31147"/>
                <a:gd name="connsiteY10" fmla="*/ 11476 h 40983"/>
                <a:gd name="connsiteX11" fmla="*/ 16393 w 31147"/>
                <a:gd name="connsiteY11" fmla="*/ 6557 h 40983"/>
                <a:gd name="connsiteX12" fmla="*/ 14754 w 31147"/>
                <a:gd name="connsiteY12" fmla="*/ 3279 h 40983"/>
                <a:gd name="connsiteX13" fmla="*/ 11476 w 31147"/>
                <a:gd name="connsiteY13" fmla="*/ 0 h 40983"/>
                <a:gd name="connsiteX14" fmla="*/ 8197 w 31147"/>
                <a:gd name="connsiteY14" fmla="*/ 1639 h 40983"/>
                <a:gd name="connsiteX15" fmla="*/ 3279 w 31147"/>
                <a:gd name="connsiteY15" fmla="*/ 4918 h 40983"/>
                <a:gd name="connsiteX16" fmla="*/ 0 w 31147"/>
                <a:gd name="connsiteY16" fmla="*/ 3279 h 40983"/>
                <a:gd name="connsiteX17" fmla="*/ 1640 w 31147"/>
                <a:gd name="connsiteY17" fmla="*/ 6557 h 40983"/>
                <a:gd name="connsiteX18" fmla="*/ 4919 w 31147"/>
                <a:gd name="connsiteY18" fmla="*/ 11476 h 40983"/>
                <a:gd name="connsiteX19" fmla="*/ 6558 w 31147"/>
                <a:gd name="connsiteY19" fmla="*/ 14754 h 40983"/>
                <a:gd name="connsiteX20" fmla="*/ 8197 w 31147"/>
                <a:gd name="connsiteY20" fmla="*/ 18033 h 40983"/>
                <a:gd name="connsiteX21" fmla="*/ 9837 w 31147"/>
                <a:gd name="connsiteY21" fmla="*/ 21312 h 40983"/>
                <a:gd name="connsiteX22" fmla="*/ 13115 w 31147"/>
                <a:gd name="connsiteY22" fmla="*/ 26229 h 40983"/>
                <a:gd name="connsiteX23" fmla="*/ 18033 w 31147"/>
                <a:gd name="connsiteY23" fmla="*/ 29508 h 40983"/>
                <a:gd name="connsiteX24" fmla="*/ 19672 w 31147"/>
                <a:gd name="connsiteY24" fmla="*/ 32787 h 40983"/>
                <a:gd name="connsiteX25" fmla="*/ 19672 w 31147"/>
                <a:gd name="connsiteY25" fmla="*/ 36066 h 4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1147" h="40983">
                  <a:moveTo>
                    <a:pt x="21312" y="39344"/>
                  </a:moveTo>
                  <a:lnTo>
                    <a:pt x="26230" y="40983"/>
                  </a:lnTo>
                  <a:lnTo>
                    <a:pt x="29509" y="39344"/>
                  </a:lnTo>
                  <a:lnTo>
                    <a:pt x="29509" y="34426"/>
                  </a:lnTo>
                  <a:lnTo>
                    <a:pt x="29509" y="31147"/>
                  </a:lnTo>
                  <a:lnTo>
                    <a:pt x="29509" y="27869"/>
                  </a:lnTo>
                  <a:lnTo>
                    <a:pt x="31148" y="24590"/>
                  </a:lnTo>
                  <a:lnTo>
                    <a:pt x="29509" y="19672"/>
                  </a:lnTo>
                  <a:lnTo>
                    <a:pt x="26230" y="16393"/>
                  </a:lnTo>
                  <a:lnTo>
                    <a:pt x="22951" y="14754"/>
                  </a:lnTo>
                  <a:lnTo>
                    <a:pt x="19672" y="11476"/>
                  </a:lnTo>
                  <a:lnTo>
                    <a:pt x="16393" y="6557"/>
                  </a:lnTo>
                  <a:lnTo>
                    <a:pt x="14754" y="3279"/>
                  </a:lnTo>
                  <a:lnTo>
                    <a:pt x="11476" y="0"/>
                  </a:lnTo>
                  <a:lnTo>
                    <a:pt x="8197" y="1639"/>
                  </a:lnTo>
                  <a:lnTo>
                    <a:pt x="3279" y="4918"/>
                  </a:lnTo>
                  <a:lnTo>
                    <a:pt x="0" y="3279"/>
                  </a:lnTo>
                  <a:lnTo>
                    <a:pt x="1640" y="6557"/>
                  </a:lnTo>
                  <a:lnTo>
                    <a:pt x="4919" y="11476"/>
                  </a:lnTo>
                  <a:lnTo>
                    <a:pt x="6558" y="14754"/>
                  </a:lnTo>
                  <a:lnTo>
                    <a:pt x="8197" y="18033"/>
                  </a:lnTo>
                  <a:lnTo>
                    <a:pt x="9837" y="21312"/>
                  </a:lnTo>
                  <a:lnTo>
                    <a:pt x="13115" y="26229"/>
                  </a:lnTo>
                  <a:lnTo>
                    <a:pt x="18033" y="29508"/>
                  </a:lnTo>
                  <a:lnTo>
                    <a:pt x="19672" y="32787"/>
                  </a:lnTo>
                  <a:lnTo>
                    <a:pt x="19672" y="3606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0" name="Freeform 2309">
              <a:extLst>
                <a:ext uri="{FF2B5EF4-FFF2-40B4-BE49-F238E27FC236}">
                  <a16:creationId xmlns:a16="http://schemas.microsoft.com/office/drawing/2014/main" id="{B0500923-DCDB-614D-833F-746AA2448147}"/>
                </a:ext>
              </a:extLst>
            </p:cNvPr>
            <p:cNvSpPr/>
            <p:nvPr/>
          </p:nvSpPr>
          <p:spPr>
            <a:xfrm>
              <a:off x="9114018" y="4024733"/>
              <a:ext cx="8196" cy="6557"/>
            </a:xfrm>
            <a:custGeom>
              <a:avLst/>
              <a:gdLst>
                <a:gd name="connsiteX0" fmla="*/ 8197 w 8196"/>
                <a:gd name="connsiteY0" fmla="*/ 6557 h 6557"/>
                <a:gd name="connsiteX1" fmla="*/ 8197 w 8196"/>
                <a:gd name="connsiteY1" fmla="*/ 6557 h 6557"/>
                <a:gd name="connsiteX2" fmla="*/ 6558 w 8196"/>
                <a:gd name="connsiteY2" fmla="*/ 3279 h 6557"/>
                <a:gd name="connsiteX3" fmla="*/ 4919 w 8196"/>
                <a:gd name="connsiteY3" fmla="*/ 0 h 6557"/>
                <a:gd name="connsiteX4" fmla="*/ 0 w 8196"/>
                <a:gd name="connsiteY4" fmla="*/ 0 h 6557"/>
                <a:gd name="connsiteX5" fmla="*/ 4919 w 8196"/>
                <a:gd name="connsiteY5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6557">
                  <a:moveTo>
                    <a:pt x="8197" y="6557"/>
                  </a:moveTo>
                  <a:lnTo>
                    <a:pt x="8197" y="6557"/>
                  </a:lnTo>
                  <a:lnTo>
                    <a:pt x="6558" y="3279"/>
                  </a:lnTo>
                  <a:lnTo>
                    <a:pt x="4919" y="0"/>
                  </a:lnTo>
                  <a:lnTo>
                    <a:pt x="0" y="0"/>
                  </a:lnTo>
                  <a:lnTo>
                    <a:pt x="491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1" name="Freeform 2310">
              <a:extLst>
                <a:ext uri="{FF2B5EF4-FFF2-40B4-BE49-F238E27FC236}">
                  <a16:creationId xmlns:a16="http://schemas.microsoft.com/office/drawing/2014/main" id="{717EB97F-44A5-DF49-8217-6CE9900C2C54}"/>
                </a:ext>
              </a:extLst>
            </p:cNvPr>
            <p:cNvSpPr/>
            <p:nvPr/>
          </p:nvSpPr>
          <p:spPr>
            <a:xfrm>
              <a:off x="9159920" y="4134569"/>
              <a:ext cx="8196" cy="14753"/>
            </a:xfrm>
            <a:custGeom>
              <a:avLst/>
              <a:gdLst>
                <a:gd name="connsiteX0" fmla="*/ 6557 w 8196"/>
                <a:gd name="connsiteY0" fmla="*/ 8197 h 14753"/>
                <a:gd name="connsiteX1" fmla="*/ 6557 w 8196"/>
                <a:gd name="connsiteY1" fmla="*/ 8197 h 14753"/>
                <a:gd name="connsiteX2" fmla="*/ 8197 w 8196"/>
                <a:gd name="connsiteY2" fmla="*/ 3278 h 14753"/>
                <a:gd name="connsiteX3" fmla="*/ 4918 w 8196"/>
                <a:gd name="connsiteY3" fmla="*/ 0 h 14753"/>
                <a:gd name="connsiteX4" fmla="*/ 1639 w 8196"/>
                <a:gd name="connsiteY4" fmla="*/ 3278 h 14753"/>
                <a:gd name="connsiteX5" fmla="*/ 1639 w 8196"/>
                <a:gd name="connsiteY5" fmla="*/ 8197 h 14753"/>
                <a:gd name="connsiteX6" fmla="*/ 0 w 8196"/>
                <a:gd name="connsiteY6" fmla="*/ 11475 h 14753"/>
                <a:gd name="connsiteX7" fmla="*/ 3278 w 8196"/>
                <a:gd name="connsiteY7" fmla="*/ 14754 h 14753"/>
                <a:gd name="connsiteX8" fmla="*/ 6557 w 8196"/>
                <a:gd name="connsiteY8" fmla="*/ 11475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14753">
                  <a:moveTo>
                    <a:pt x="6557" y="8197"/>
                  </a:moveTo>
                  <a:lnTo>
                    <a:pt x="6557" y="8197"/>
                  </a:lnTo>
                  <a:lnTo>
                    <a:pt x="8197" y="3278"/>
                  </a:lnTo>
                  <a:lnTo>
                    <a:pt x="4918" y="0"/>
                  </a:lnTo>
                  <a:lnTo>
                    <a:pt x="1639" y="3278"/>
                  </a:lnTo>
                  <a:lnTo>
                    <a:pt x="1639" y="8197"/>
                  </a:lnTo>
                  <a:lnTo>
                    <a:pt x="0" y="11475"/>
                  </a:lnTo>
                  <a:lnTo>
                    <a:pt x="3278" y="14754"/>
                  </a:lnTo>
                  <a:lnTo>
                    <a:pt x="6557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2" name="Freeform 2311">
              <a:extLst>
                <a:ext uri="{FF2B5EF4-FFF2-40B4-BE49-F238E27FC236}">
                  <a16:creationId xmlns:a16="http://schemas.microsoft.com/office/drawing/2014/main" id="{C5406A73-FA67-4E4D-8F5D-9A9EDBF3AA45}"/>
                </a:ext>
              </a:extLst>
            </p:cNvPr>
            <p:cNvSpPr/>
            <p:nvPr/>
          </p:nvSpPr>
          <p:spPr>
            <a:xfrm>
              <a:off x="9159920" y="4121454"/>
              <a:ext cx="8196" cy="16393"/>
            </a:xfrm>
            <a:custGeom>
              <a:avLst/>
              <a:gdLst>
                <a:gd name="connsiteX0" fmla="*/ 0 w 8196"/>
                <a:gd name="connsiteY0" fmla="*/ 0 h 16393"/>
                <a:gd name="connsiteX1" fmla="*/ 1639 w 8196"/>
                <a:gd name="connsiteY1" fmla="*/ 4918 h 16393"/>
                <a:gd name="connsiteX2" fmla="*/ 3278 w 8196"/>
                <a:gd name="connsiteY2" fmla="*/ 8197 h 16393"/>
                <a:gd name="connsiteX3" fmla="*/ 6557 w 8196"/>
                <a:gd name="connsiteY3" fmla="*/ 13115 h 16393"/>
                <a:gd name="connsiteX4" fmla="*/ 8197 w 8196"/>
                <a:gd name="connsiteY4" fmla="*/ 16393 h 16393"/>
                <a:gd name="connsiteX5" fmla="*/ 8197 w 8196"/>
                <a:gd name="connsiteY5" fmla="*/ 13115 h 16393"/>
                <a:gd name="connsiteX6" fmla="*/ 6557 w 8196"/>
                <a:gd name="connsiteY6" fmla="*/ 8197 h 16393"/>
                <a:gd name="connsiteX7" fmla="*/ 6557 w 8196"/>
                <a:gd name="connsiteY7" fmla="*/ 4918 h 16393"/>
                <a:gd name="connsiteX8" fmla="*/ 3278 w 8196"/>
                <a:gd name="connsiteY8" fmla="*/ 1639 h 16393"/>
                <a:gd name="connsiteX9" fmla="*/ 3278 w 8196"/>
                <a:gd name="connsiteY9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6" h="16393">
                  <a:moveTo>
                    <a:pt x="0" y="0"/>
                  </a:moveTo>
                  <a:lnTo>
                    <a:pt x="1639" y="4918"/>
                  </a:lnTo>
                  <a:lnTo>
                    <a:pt x="3278" y="8197"/>
                  </a:lnTo>
                  <a:lnTo>
                    <a:pt x="6557" y="13115"/>
                  </a:lnTo>
                  <a:lnTo>
                    <a:pt x="8197" y="16393"/>
                  </a:lnTo>
                  <a:lnTo>
                    <a:pt x="8197" y="13115"/>
                  </a:lnTo>
                  <a:lnTo>
                    <a:pt x="6557" y="8197"/>
                  </a:lnTo>
                  <a:lnTo>
                    <a:pt x="6557" y="4918"/>
                  </a:lnTo>
                  <a:lnTo>
                    <a:pt x="3278" y="1639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3" name="Freeform 2312">
              <a:extLst>
                <a:ext uri="{FF2B5EF4-FFF2-40B4-BE49-F238E27FC236}">
                  <a16:creationId xmlns:a16="http://schemas.microsoft.com/office/drawing/2014/main" id="{3F1F1B70-5F3B-414F-8C7D-984D79E8582E}"/>
                </a:ext>
              </a:extLst>
            </p:cNvPr>
            <p:cNvSpPr/>
            <p:nvPr/>
          </p:nvSpPr>
          <p:spPr>
            <a:xfrm>
              <a:off x="9166477" y="4049323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4" name="Freeform 2313">
              <a:extLst>
                <a:ext uri="{FF2B5EF4-FFF2-40B4-BE49-F238E27FC236}">
                  <a16:creationId xmlns:a16="http://schemas.microsoft.com/office/drawing/2014/main" id="{D4F4AF23-EAB7-B045-92A2-7D92D386313B}"/>
                </a:ext>
              </a:extLst>
            </p:cNvPr>
            <p:cNvSpPr/>
            <p:nvPr/>
          </p:nvSpPr>
          <p:spPr>
            <a:xfrm>
              <a:off x="9168117" y="4114897"/>
              <a:ext cx="11474" cy="3278"/>
            </a:xfrm>
            <a:custGeom>
              <a:avLst/>
              <a:gdLst>
                <a:gd name="connsiteX0" fmla="*/ 11475 w 11474"/>
                <a:gd name="connsiteY0" fmla="*/ 3279 h 3278"/>
                <a:gd name="connsiteX1" fmla="*/ 11475 w 11474"/>
                <a:gd name="connsiteY1" fmla="*/ 1639 h 3278"/>
                <a:gd name="connsiteX2" fmla="*/ 6557 w 11474"/>
                <a:gd name="connsiteY2" fmla="*/ 0 h 3278"/>
                <a:gd name="connsiteX3" fmla="*/ 3278 w 11474"/>
                <a:gd name="connsiteY3" fmla="*/ 0 h 3278"/>
                <a:gd name="connsiteX4" fmla="*/ 0 w 11474"/>
                <a:gd name="connsiteY4" fmla="*/ 1639 h 3278"/>
                <a:gd name="connsiteX5" fmla="*/ 3278 w 11474"/>
                <a:gd name="connsiteY5" fmla="*/ 3279 h 3278"/>
                <a:gd name="connsiteX6" fmla="*/ 6557 w 11474"/>
                <a:gd name="connsiteY6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4" h="3278">
                  <a:moveTo>
                    <a:pt x="11475" y="3279"/>
                  </a:moveTo>
                  <a:lnTo>
                    <a:pt x="11475" y="1639"/>
                  </a:lnTo>
                  <a:lnTo>
                    <a:pt x="6557" y="0"/>
                  </a:lnTo>
                  <a:lnTo>
                    <a:pt x="3278" y="0"/>
                  </a:lnTo>
                  <a:lnTo>
                    <a:pt x="0" y="1639"/>
                  </a:lnTo>
                  <a:lnTo>
                    <a:pt x="3278" y="3279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5" name="Freeform 2314">
              <a:extLst>
                <a:ext uri="{FF2B5EF4-FFF2-40B4-BE49-F238E27FC236}">
                  <a16:creationId xmlns:a16="http://schemas.microsoft.com/office/drawing/2014/main" id="{481312F7-6F4B-C344-B20E-6EA5C5E88B1F}"/>
                </a:ext>
              </a:extLst>
            </p:cNvPr>
            <p:cNvSpPr/>
            <p:nvPr/>
          </p:nvSpPr>
          <p:spPr>
            <a:xfrm>
              <a:off x="9171395" y="4162437"/>
              <a:ext cx="24590" cy="39343"/>
            </a:xfrm>
            <a:custGeom>
              <a:avLst/>
              <a:gdLst>
                <a:gd name="connsiteX0" fmla="*/ 19672 w 24590"/>
                <a:gd name="connsiteY0" fmla="*/ 39344 h 39343"/>
                <a:gd name="connsiteX1" fmla="*/ 22951 w 24590"/>
                <a:gd name="connsiteY1" fmla="*/ 37705 h 39343"/>
                <a:gd name="connsiteX2" fmla="*/ 22951 w 24590"/>
                <a:gd name="connsiteY2" fmla="*/ 34426 h 39343"/>
                <a:gd name="connsiteX3" fmla="*/ 24590 w 24590"/>
                <a:gd name="connsiteY3" fmla="*/ 31147 h 39343"/>
                <a:gd name="connsiteX4" fmla="*/ 22951 w 24590"/>
                <a:gd name="connsiteY4" fmla="*/ 26229 h 39343"/>
                <a:gd name="connsiteX5" fmla="*/ 21312 w 24590"/>
                <a:gd name="connsiteY5" fmla="*/ 22951 h 39343"/>
                <a:gd name="connsiteX6" fmla="*/ 18033 w 24590"/>
                <a:gd name="connsiteY6" fmla="*/ 19672 h 39343"/>
                <a:gd name="connsiteX7" fmla="*/ 18033 w 24590"/>
                <a:gd name="connsiteY7" fmla="*/ 14754 h 39343"/>
                <a:gd name="connsiteX8" fmla="*/ 16393 w 24590"/>
                <a:gd name="connsiteY8" fmla="*/ 11476 h 39343"/>
                <a:gd name="connsiteX9" fmla="*/ 13115 w 24590"/>
                <a:gd name="connsiteY9" fmla="*/ 8197 h 39343"/>
                <a:gd name="connsiteX10" fmla="*/ 11476 w 24590"/>
                <a:gd name="connsiteY10" fmla="*/ 3279 h 39343"/>
                <a:gd name="connsiteX11" fmla="*/ 11476 w 24590"/>
                <a:gd name="connsiteY11" fmla="*/ 0 h 39343"/>
                <a:gd name="connsiteX12" fmla="*/ 6558 w 24590"/>
                <a:gd name="connsiteY12" fmla="*/ 1639 h 39343"/>
                <a:gd name="connsiteX13" fmla="*/ 3279 w 24590"/>
                <a:gd name="connsiteY13" fmla="*/ 1639 h 39343"/>
                <a:gd name="connsiteX14" fmla="*/ 1640 w 24590"/>
                <a:gd name="connsiteY14" fmla="*/ 4918 h 39343"/>
                <a:gd name="connsiteX15" fmla="*/ 0 w 24590"/>
                <a:gd name="connsiteY15" fmla="*/ 9836 h 39343"/>
                <a:gd name="connsiteX16" fmla="*/ 0 w 24590"/>
                <a:gd name="connsiteY16" fmla="*/ 13115 h 39343"/>
                <a:gd name="connsiteX17" fmla="*/ 0 w 24590"/>
                <a:gd name="connsiteY17" fmla="*/ 16393 h 39343"/>
                <a:gd name="connsiteX18" fmla="*/ 3279 w 24590"/>
                <a:gd name="connsiteY18" fmla="*/ 21312 h 39343"/>
                <a:gd name="connsiteX19" fmla="*/ 4919 w 24590"/>
                <a:gd name="connsiteY19" fmla="*/ 24590 h 39343"/>
                <a:gd name="connsiteX20" fmla="*/ 8197 w 24590"/>
                <a:gd name="connsiteY20" fmla="*/ 27869 h 39343"/>
                <a:gd name="connsiteX21" fmla="*/ 9837 w 24590"/>
                <a:gd name="connsiteY21" fmla="*/ 32787 h 39343"/>
                <a:gd name="connsiteX22" fmla="*/ 13115 w 24590"/>
                <a:gd name="connsiteY22" fmla="*/ 36066 h 39343"/>
                <a:gd name="connsiteX23" fmla="*/ 16393 w 24590"/>
                <a:gd name="connsiteY23" fmla="*/ 39344 h 3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590" h="39343">
                  <a:moveTo>
                    <a:pt x="19672" y="39344"/>
                  </a:moveTo>
                  <a:lnTo>
                    <a:pt x="22951" y="37705"/>
                  </a:lnTo>
                  <a:lnTo>
                    <a:pt x="22951" y="34426"/>
                  </a:lnTo>
                  <a:lnTo>
                    <a:pt x="24590" y="31147"/>
                  </a:lnTo>
                  <a:lnTo>
                    <a:pt x="22951" y="26229"/>
                  </a:lnTo>
                  <a:lnTo>
                    <a:pt x="21312" y="22951"/>
                  </a:lnTo>
                  <a:lnTo>
                    <a:pt x="18033" y="19672"/>
                  </a:lnTo>
                  <a:lnTo>
                    <a:pt x="18033" y="14754"/>
                  </a:lnTo>
                  <a:lnTo>
                    <a:pt x="16393" y="11476"/>
                  </a:lnTo>
                  <a:lnTo>
                    <a:pt x="13115" y="8197"/>
                  </a:lnTo>
                  <a:lnTo>
                    <a:pt x="11476" y="3279"/>
                  </a:lnTo>
                  <a:lnTo>
                    <a:pt x="11476" y="0"/>
                  </a:lnTo>
                  <a:lnTo>
                    <a:pt x="6558" y="1639"/>
                  </a:lnTo>
                  <a:lnTo>
                    <a:pt x="3279" y="1639"/>
                  </a:lnTo>
                  <a:lnTo>
                    <a:pt x="1640" y="4918"/>
                  </a:lnTo>
                  <a:lnTo>
                    <a:pt x="0" y="9836"/>
                  </a:lnTo>
                  <a:lnTo>
                    <a:pt x="0" y="13115"/>
                  </a:lnTo>
                  <a:lnTo>
                    <a:pt x="0" y="16393"/>
                  </a:lnTo>
                  <a:lnTo>
                    <a:pt x="3279" y="21312"/>
                  </a:lnTo>
                  <a:lnTo>
                    <a:pt x="4919" y="24590"/>
                  </a:lnTo>
                  <a:lnTo>
                    <a:pt x="8197" y="27869"/>
                  </a:lnTo>
                  <a:lnTo>
                    <a:pt x="9837" y="32787"/>
                  </a:lnTo>
                  <a:lnTo>
                    <a:pt x="13115" y="36066"/>
                  </a:lnTo>
                  <a:lnTo>
                    <a:pt x="16393" y="3934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6" name="Freeform 2315">
              <a:extLst>
                <a:ext uri="{FF2B5EF4-FFF2-40B4-BE49-F238E27FC236}">
                  <a16:creationId xmlns:a16="http://schemas.microsoft.com/office/drawing/2014/main" id="{B8490ED4-7301-DC41-A86B-D174487B1C96}"/>
                </a:ext>
              </a:extLst>
            </p:cNvPr>
            <p:cNvSpPr/>
            <p:nvPr/>
          </p:nvSpPr>
          <p:spPr>
            <a:xfrm>
              <a:off x="9205821" y="4211617"/>
              <a:ext cx="13114" cy="14753"/>
            </a:xfrm>
            <a:custGeom>
              <a:avLst/>
              <a:gdLst>
                <a:gd name="connsiteX0" fmla="*/ 13114 w 13114"/>
                <a:gd name="connsiteY0" fmla="*/ 14754 h 14753"/>
                <a:gd name="connsiteX1" fmla="*/ 13114 w 13114"/>
                <a:gd name="connsiteY1" fmla="*/ 14754 h 14753"/>
                <a:gd name="connsiteX2" fmla="*/ 11476 w 13114"/>
                <a:gd name="connsiteY2" fmla="*/ 11476 h 14753"/>
                <a:gd name="connsiteX3" fmla="*/ 8197 w 13114"/>
                <a:gd name="connsiteY3" fmla="*/ 8197 h 14753"/>
                <a:gd name="connsiteX4" fmla="*/ 6557 w 13114"/>
                <a:gd name="connsiteY4" fmla="*/ 4918 h 14753"/>
                <a:gd name="connsiteX5" fmla="*/ 4918 w 13114"/>
                <a:gd name="connsiteY5" fmla="*/ 0 h 14753"/>
                <a:gd name="connsiteX6" fmla="*/ 1639 w 13114"/>
                <a:gd name="connsiteY6" fmla="*/ 1639 h 14753"/>
                <a:gd name="connsiteX7" fmla="*/ 0 w 13114"/>
                <a:gd name="connsiteY7" fmla="*/ 4918 h 14753"/>
                <a:gd name="connsiteX8" fmla="*/ 1639 w 13114"/>
                <a:gd name="connsiteY8" fmla="*/ 8197 h 14753"/>
                <a:gd name="connsiteX9" fmla="*/ 4918 w 13114"/>
                <a:gd name="connsiteY9" fmla="*/ 11476 h 14753"/>
                <a:gd name="connsiteX10" fmla="*/ 8197 w 13114"/>
                <a:gd name="connsiteY10" fmla="*/ 13115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114" h="14753">
                  <a:moveTo>
                    <a:pt x="13114" y="14754"/>
                  </a:moveTo>
                  <a:lnTo>
                    <a:pt x="13114" y="14754"/>
                  </a:lnTo>
                  <a:lnTo>
                    <a:pt x="11476" y="11476"/>
                  </a:lnTo>
                  <a:lnTo>
                    <a:pt x="8197" y="8197"/>
                  </a:lnTo>
                  <a:lnTo>
                    <a:pt x="6557" y="4918"/>
                  </a:lnTo>
                  <a:lnTo>
                    <a:pt x="4918" y="0"/>
                  </a:lnTo>
                  <a:lnTo>
                    <a:pt x="1639" y="1639"/>
                  </a:lnTo>
                  <a:lnTo>
                    <a:pt x="0" y="4918"/>
                  </a:lnTo>
                  <a:lnTo>
                    <a:pt x="1639" y="8197"/>
                  </a:lnTo>
                  <a:lnTo>
                    <a:pt x="4918" y="11476"/>
                  </a:lnTo>
                  <a:lnTo>
                    <a:pt x="8197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7" name="Freeform 2316">
              <a:extLst>
                <a:ext uri="{FF2B5EF4-FFF2-40B4-BE49-F238E27FC236}">
                  <a16:creationId xmlns:a16="http://schemas.microsoft.com/office/drawing/2014/main" id="{9DC601F6-EB25-5C47-8633-1A5CE314DEFD}"/>
                </a:ext>
              </a:extLst>
            </p:cNvPr>
            <p:cNvSpPr/>
            <p:nvPr/>
          </p:nvSpPr>
          <p:spPr>
            <a:xfrm>
              <a:off x="9222215" y="4232929"/>
              <a:ext cx="9835" cy="14753"/>
            </a:xfrm>
            <a:custGeom>
              <a:avLst/>
              <a:gdLst>
                <a:gd name="connsiteX0" fmla="*/ 1639 w 9835"/>
                <a:gd name="connsiteY0" fmla="*/ 11475 h 14753"/>
                <a:gd name="connsiteX1" fmla="*/ 1639 w 9835"/>
                <a:gd name="connsiteY1" fmla="*/ 14754 h 14753"/>
                <a:gd name="connsiteX2" fmla="*/ 6557 w 9835"/>
                <a:gd name="connsiteY2" fmla="*/ 14754 h 14753"/>
                <a:gd name="connsiteX3" fmla="*/ 9836 w 9835"/>
                <a:gd name="connsiteY3" fmla="*/ 9836 h 14753"/>
                <a:gd name="connsiteX4" fmla="*/ 8197 w 9835"/>
                <a:gd name="connsiteY4" fmla="*/ 6557 h 14753"/>
                <a:gd name="connsiteX5" fmla="*/ 4918 w 9835"/>
                <a:gd name="connsiteY5" fmla="*/ 3278 h 14753"/>
                <a:gd name="connsiteX6" fmla="*/ 1639 w 9835"/>
                <a:gd name="connsiteY6" fmla="*/ 0 h 14753"/>
                <a:gd name="connsiteX7" fmla="*/ 1639 w 9835"/>
                <a:gd name="connsiteY7" fmla="*/ 0 h 14753"/>
                <a:gd name="connsiteX8" fmla="*/ 0 w 9835"/>
                <a:gd name="connsiteY8" fmla="*/ 3278 h 14753"/>
                <a:gd name="connsiteX9" fmla="*/ 1639 w 9835"/>
                <a:gd name="connsiteY9" fmla="*/ 6557 h 14753"/>
                <a:gd name="connsiteX10" fmla="*/ 1639 w 9835"/>
                <a:gd name="connsiteY10" fmla="*/ 8197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835" h="14753">
                  <a:moveTo>
                    <a:pt x="1639" y="11475"/>
                  </a:moveTo>
                  <a:lnTo>
                    <a:pt x="1639" y="14754"/>
                  </a:lnTo>
                  <a:lnTo>
                    <a:pt x="6557" y="14754"/>
                  </a:lnTo>
                  <a:lnTo>
                    <a:pt x="9836" y="9836"/>
                  </a:lnTo>
                  <a:lnTo>
                    <a:pt x="8197" y="6557"/>
                  </a:lnTo>
                  <a:lnTo>
                    <a:pt x="4918" y="3278"/>
                  </a:lnTo>
                  <a:lnTo>
                    <a:pt x="1639" y="0"/>
                  </a:lnTo>
                  <a:lnTo>
                    <a:pt x="1639" y="0"/>
                  </a:lnTo>
                  <a:lnTo>
                    <a:pt x="0" y="3278"/>
                  </a:lnTo>
                  <a:lnTo>
                    <a:pt x="1639" y="6557"/>
                  </a:lnTo>
                  <a:lnTo>
                    <a:pt x="163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8" name="Freeform 2317">
              <a:extLst>
                <a:ext uri="{FF2B5EF4-FFF2-40B4-BE49-F238E27FC236}">
                  <a16:creationId xmlns:a16="http://schemas.microsoft.com/office/drawing/2014/main" id="{097F41E8-DDD0-4A46-8BF8-CD1A28FBD3C4}"/>
                </a:ext>
              </a:extLst>
            </p:cNvPr>
            <p:cNvSpPr/>
            <p:nvPr/>
          </p:nvSpPr>
          <p:spPr>
            <a:xfrm>
              <a:off x="9230412" y="4246044"/>
              <a:ext cx="11475" cy="22950"/>
            </a:xfrm>
            <a:custGeom>
              <a:avLst/>
              <a:gdLst>
                <a:gd name="connsiteX0" fmla="*/ 9836 w 11475"/>
                <a:gd name="connsiteY0" fmla="*/ 22951 h 22950"/>
                <a:gd name="connsiteX1" fmla="*/ 11476 w 11475"/>
                <a:gd name="connsiteY1" fmla="*/ 22951 h 22950"/>
                <a:gd name="connsiteX2" fmla="*/ 9836 w 11475"/>
                <a:gd name="connsiteY2" fmla="*/ 19672 h 22950"/>
                <a:gd name="connsiteX3" fmla="*/ 6557 w 11475"/>
                <a:gd name="connsiteY3" fmla="*/ 16393 h 22950"/>
                <a:gd name="connsiteX4" fmla="*/ 11476 w 11475"/>
                <a:gd name="connsiteY4" fmla="*/ 11476 h 22950"/>
                <a:gd name="connsiteX5" fmla="*/ 9836 w 11475"/>
                <a:gd name="connsiteY5" fmla="*/ 8197 h 22950"/>
                <a:gd name="connsiteX6" fmla="*/ 6557 w 11475"/>
                <a:gd name="connsiteY6" fmla="*/ 4918 h 22950"/>
                <a:gd name="connsiteX7" fmla="*/ 3279 w 11475"/>
                <a:gd name="connsiteY7" fmla="*/ 0 h 22950"/>
                <a:gd name="connsiteX8" fmla="*/ 0 w 11475"/>
                <a:gd name="connsiteY8" fmla="*/ 1639 h 22950"/>
                <a:gd name="connsiteX9" fmla="*/ 0 w 11475"/>
                <a:gd name="connsiteY9" fmla="*/ 4918 h 22950"/>
                <a:gd name="connsiteX10" fmla="*/ 0 w 11475"/>
                <a:gd name="connsiteY10" fmla="*/ 8197 h 22950"/>
                <a:gd name="connsiteX11" fmla="*/ 4918 w 11475"/>
                <a:gd name="connsiteY11" fmla="*/ 11476 h 22950"/>
                <a:gd name="connsiteX12" fmla="*/ 4918 w 11475"/>
                <a:gd name="connsiteY12" fmla="*/ 16393 h 22950"/>
                <a:gd name="connsiteX13" fmla="*/ 6557 w 11475"/>
                <a:gd name="connsiteY13" fmla="*/ 19672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475" h="22950">
                  <a:moveTo>
                    <a:pt x="9836" y="22951"/>
                  </a:moveTo>
                  <a:lnTo>
                    <a:pt x="11476" y="22951"/>
                  </a:lnTo>
                  <a:lnTo>
                    <a:pt x="9836" y="19672"/>
                  </a:lnTo>
                  <a:lnTo>
                    <a:pt x="6557" y="16393"/>
                  </a:lnTo>
                  <a:lnTo>
                    <a:pt x="11476" y="11476"/>
                  </a:lnTo>
                  <a:lnTo>
                    <a:pt x="9836" y="8197"/>
                  </a:lnTo>
                  <a:lnTo>
                    <a:pt x="6557" y="4918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4918" y="11476"/>
                  </a:lnTo>
                  <a:lnTo>
                    <a:pt x="4918" y="16393"/>
                  </a:lnTo>
                  <a:lnTo>
                    <a:pt x="6557" y="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9" name="Freeform 2318">
              <a:extLst>
                <a:ext uri="{FF2B5EF4-FFF2-40B4-BE49-F238E27FC236}">
                  <a16:creationId xmlns:a16="http://schemas.microsoft.com/office/drawing/2014/main" id="{76BEAC58-EE89-7C41-BE44-89759B033FD9}"/>
                </a:ext>
              </a:extLst>
            </p:cNvPr>
            <p:cNvSpPr/>
            <p:nvPr/>
          </p:nvSpPr>
          <p:spPr>
            <a:xfrm>
              <a:off x="9277952" y="4028012"/>
              <a:ext cx="14754" cy="18032"/>
            </a:xfrm>
            <a:custGeom>
              <a:avLst/>
              <a:gdLst>
                <a:gd name="connsiteX0" fmla="*/ 14754 w 14754"/>
                <a:gd name="connsiteY0" fmla="*/ 8197 h 18032"/>
                <a:gd name="connsiteX1" fmla="*/ 13115 w 14754"/>
                <a:gd name="connsiteY1" fmla="*/ 4918 h 18032"/>
                <a:gd name="connsiteX2" fmla="*/ 9837 w 14754"/>
                <a:gd name="connsiteY2" fmla="*/ 0 h 18032"/>
                <a:gd name="connsiteX3" fmla="*/ 6558 w 14754"/>
                <a:gd name="connsiteY3" fmla="*/ 3278 h 18032"/>
                <a:gd name="connsiteX4" fmla="*/ 1640 w 14754"/>
                <a:gd name="connsiteY4" fmla="*/ 3278 h 18032"/>
                <a:gd name="connsiteX5" fmla="*/ 0 w 14754"/>
                <a:gd name="connsiteY5" fmla="*/ 6557 h 18032"/>
                <a:gd name="connsiteX6" fmla="*/ 0 w 14754"/>
                <a:gd name="connsiteY6" fmla="*/ 11475 h 18032"/>
                <a:gd name="connsiteX7" fmla="*/ 1640 w 14754"/>
                <a:gd name="connsiteY7" fmla="*/ 14754 h 18032"/>
                <a:gd name="connsiteX8" fmla="*/ 4919 w 14754"/>
                <a:gd name="connsiteY8" fmla="*/ 18032 h 18032"/>
                <a:gd name="connsiteX9" fmla="*/ 8197 w 14754"/>
                <a:gd name="connsiteY9" fmla="*/ 18032 h 18032"/>
                <a:gd name="connsiteX10" fmla="*/ 13115 w 14754"/>
                <a:gd name="connsiteY10" fmla="*/ 16393 h 18032"/>
                <a:gd name="connsiteX11" fmla="*/ 13115 w 14754"/>
                <a:gd name="connsiteY11" fmla="*/ 11475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54" h="18032">
                  <a:moveTo>
                    <a:pt x="14754" y="8197"/>
                  </a:moveTo>
                  <a:lnTo>
                    <a:pt x="13115" y="4918"/>
                  </a:lnTo>
                  <a:lnTo>
                    <a:pt x="9837" y="0"/>
                  </a:lnTo>
                  <a:lnTo>
                    <a:pt x="6558" y="3278"/>
                  </a:lnTo>
                  <a:lnTo>
                    <a:pt x="1640" y="3278"/>
                  </a:lnTo>
                  <a:lnTo>
                    <a:pt x="0" y="6557"/>
                  </a:lnTo>
                  <a:lnTo>
                    <a:pt x="0" y="11475"/>
                  </a:lnTo>
                  <a:lnTo>
                    <a:pt x="1640" y="14754"/>
                  </a:lnTo>
                  <a:lnTo>
                    <a:pt x="4919" y="18032"/>
                  </a:lnTo>
                  <a:lnTo>
                    <a:pt x="8197" y="18032"/>
                  </a:lnTo>
                  <a:lnTo>
                    <a:pt x="13115" y="16393"/>
                  </a:lnTo>
                  <a:lnTo>
                    <a:pt x="13115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0" name="Freeform 2319">
              <a:extLst>
                <a:ext uri="{FF2B5EF4-FFF2-40B4-BE49-F238E27FC236}">
                  <a16:creationId xmlns:a16="http://schemas.microsoft.com/office/drawing/2014/main" id="{D738279C-2E1A-6841-8556-580EE809F570}"/>
                </a:ext>
              </a:extLst>
            </p:cNvPr>
            <p:cNvSpPr/>
            <p:nvPr/>
          </p:nvSpPr>
          <p:spPr>
            <a:xfrm>
              <a:off x="9300903" y="4355879"/>
              <a:ext cx="9835" cy="8196"/>
            </a:xfrm>
            <a:custGeom>
              <a:avLst/>
              <a:gdLst>
                <a:gd name="connsiteX0" fmla="*/ 9836 w 9835"/>
                <a:gd name="connsiteY0" fmla="*/ 8197 h 8196"/>
                <a:gd name="connsiteX1" fmla="*/ 9836 w 9835"/>
                <a:gd name="connsiteY1" fmla="*/ 6557 h 8196"/>
                <a:gd name="connsiteX2" fmla="*/ 8197 w 9835"/>
                <a:gd name="connsiteY2" fmla="*/ 3278 h 8196"/>
                <a:gd name="connsiteX3" fmla="*/ 3279 w 9835"/>
                <a:gd name="connsiteY3" fmla="*/ 0 h 8196"/>
                <a:gd name="connsiteX4" fmla="*/ 0 w 9835"/>
                <a:gd name="connsiteY4" fmla="*/ 3278 h 8196"/>
                <a:gd name="connsiteX5" fmla="*/ 3279 w 9835"/>
                <a:gd name="connsiteY5" fmla="*/ 4918 h 8196"/>
                <a:gd name="connsiteX6" fmla="*/ 6558 w 9835"/>
                <a:gd name="connsiteY6" fmla="*/ 819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5" h="8196">
                  <a:moveTo>
                    <a:pt x="9836" y="8197"/>
                  </a:moveTo>
                  <a:lnTo>
                    <a:pt x="9836" y="6557"/>
                  </a:lnTo>
                  <a:lnTo>
                    <a:pt x="8197" y="3278"/>
                  </a:lnTo>
                  <a:lnTo>
                    <a:pt x="3279" y="0"/>
                  </a:lnTo>
                  <a:lnTo>
                    <a:pt x="0" y="3278"/>
                  </a:lnTo>
                  <a:lnTo>
                    <a:pt x="3279" y="4918"/>
                  </a:lnTo>
                  <a:lnTo>
                    <a:pt x="6558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1" name="Freeform 2320">
              <a:extLst>
                <a:ext uri="{FF2B5EF4-FFF2-40B4-BE49-F238E27FC236}">
                  <a16:creationId xmlns:a16="http://schemas.microsoft.com/office/drawing/2014/main" id="{0327722A-88D1-174A-9847-BDA28B3F6C1F}"/>
                </a:ext>
              </a:extLst>
            </p:cNvPr>
            <p:cNvSpPr/>
            <p:nvPr/>
          </p:nvSpPr>
          <p:spPr>
            <a:xfrm>
              <a:off x="9302542" y="4050963"/>
              <a:ext cx="18033" cy="16393"/>
            </a:xfrm>
            <a:custGeom>
              <a:avLst/>
              <a:gdLst>
                <a:gd name="connsiteX0" fmla="*/ 18033 w 18033"/>
                <a:gd name="connsiteY0" fmla="*/ 4918 h 16393"/>
                <a:gd name="connsiteX1" fmla="*/ 14754 w 18033"/>
                <a:gd name="connsiteY1" fmla="*/ 3278 h 16393"/>
                <a:gd name="connsiteX2" fmla="*/ 11476 w 18033"/>
                <a:gd name="connsiteY2" fmla="*/ 3278 h 16393"/>
                <a:gd name="connsiteX3" fmla="*/ 8197 w 18033"/>
                <a:gd name="connsiteY3" fmla="*/ 1639 h 16393"/>
                <a:gd name="connsiteX4" fmla="*/ 4919 w 18033"/>
                <a:gd name="connsiteY4" fmla="*/ 1639 h 16393"/>
                <a:gd name="connsiteX5" fmla="*/ 0 w 18033"/>
                <a:gd name="connsiteY5" fmla="*/ 0 h 16393"/>
                <a:gd name="connsiteX6" fmla="*/ 0 w 18033"/>
                <a:gd name="connsiteY6" fmla="*/ 3278 h 16393"/>
                <a:gd name="connsiteX7" fmla="*/ 3279 w 18033"/>
                <a:gd name="connsiteY7" fmla="*/ 6557 h 16393"/>
                <a:gd name="connsiteX8" fmla="*/ 8197 w 18033"/>
                <a:gd name="connsiteY8" fmla="*/ 8197 h 16393"/>
                <a:gd name="connsiteX9" fmla="*/ 11476 w 18033"/>
                <a:gd name="connsiteY9" fmla="*/ 8197 h 16393"/>
                <a:gd name="connsiteX10" fmla="*/ 14754 w 18033"/>
                <a:gd name="connsiteY10" fmla="*/ 13114 h 16393"/>
                <a:gd name="connsiteX11" fmla="*/ 18033 w 18033"/>
                <a:gd name="connsiteY11" fmla="*/ 16393 h 16393"/>
                <a:gd name="connsiteX12" fmla="*/ 18033 w 18033"/>
                <a:gd name="connsiteY12" fmla="*/ 11475 h 16393"/>
                <a:gd name="connsiteX13" fmla="*/ 18033 w 18033"/>
                <a:gd name="connsiteY13" fmla="*/ 8197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033" h="16393">
                  <a:moveTo>
                    <a:pt x="18033" y="4918"/>
                  </a:moveTo>
                  <a:lnTo>
                    <a:pt x="14754" y="3278"/>
                  </a:lnTo>
                  <a:lnTo>
                    <a:pt x="11476" y="3278"/>
                  </a:lnTo>
                  <a:lnTo>
                    <a:pt x="8197" y="1639"/>
                  </a:lnTo>
                  <a:lnTo>
                    <a:pt x="4919" y="1639"/>
                  </a:lnTo>
                  <a:lnTo>
                    <a:pt x="0" y="0"/>
                  </a:lnTo>
                  <a:lnTo>
                    <a:pt x="0" y="3278"/>
                  </a:lnTo>
                  <a:lnTo>
                    <a:pt x="3279" y="6557"/>
                  </a:lnTo>
                  <a:lnTo>
                    <a:pt x="8197" y="8197"/>
                  </a:lnTo>
                  <a:lnTo>
                    <a:pt x="11476" y="8197"/>
                  </a:lnTo>
                  <a:lnTo>
                    <a:pt x="14754" y="13114"/>
                  </a:lnTo>
                  <a:lnTo>
                    <a:pt x="18033" y="16393"/>
                  </a:lnTo>
                  <a:lnTo>
                    <a:pt x="18033" y="11475"/>
                  </a:lnTo>
                  <a:lnTo>
                    <a:pt x="18033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2" name="Freeform 2321">
              <a:extLst>
                <a:ext uri="{FF2B5EF4-FFF2-40B4-BE49-F238E27FC236}">
                  <a16:creationId xmlns:a16="http://schemas.microsoft.com/office/drawing/2014/main" id="{CC5FD895-78E6-5046-8AC4-9788D83FA3BF}"/>
                </a:ext>
              </a:extLst>
            </p:cNvPr>
            <p:cNvSpPr/>
            <p:nvPr/>
          </p:nvSpPr>
          <p:spPr>
            <a:xfrm>
              <a:off x="9310738" y="4060799"/>
              <a:ext cx="9836" cy="19671"/>
            </a:xfrm>
            <a:custGeom>
              <a:avLst/>
              <a:gdLst>
                <a:gd name="connsiteX0" fmla="*/ 9837 w 9836"/>
                <a:gd name="connsiteY0" fmla="*/ 8197 h 19671"/>
                <a:gd name="connsiteX1" fmla="*/ 9837 w 9836"/>
                <a:gd name="connsiteY1" fmla="*/ 8197 h 19671"/>
                <a:gd name="connsiteX2" fmla="*/ 6558 w 9836"/>
                <a:gd name="connsiteY2" fmla="*/ 4918 h 19671"/>
                <a:gd name="connsiteX3" fmla="*/ 3279 w 9836"/>
                <a:gd name="connsiteY3" fmla="*/ 0 h 19671"/>
                <a:gd name="connsiteX4" fmla="*/ 0 w 9836"/>
                <a:gd name="connsiteY4" fmla="*/ 0 h 19671"/>
                <a:gd name="connsiteX5" fmla="*/ 0 w 9836"/>
                <a:gd name="connsiteY5" fmla="*/ 3278 h 19671"/>
                <a:gd name="connsiteX6" fmla="*/ 0 w 9836"/>
                <a:gd name="connsiteY6" fmla="*/ 6557 h 19671"/>
                <a:gd name="connsiteX7" fmla="*/ 0 w 9836"/>
                <a:gd name="connsiteY7" fmla="*/ 9836 h 19671"/>
                <a:gd name="connsiteX8" fmla="*/ 0 w 9836"/>
                <a:gd name="connsiteY8" fmla="*/ 14754 h 19671"/>
                <a:gd name="connsiteX9" fmla="*/ 3279 w 9836"/>
                <a:gd name="connsiteY9" fmla="*/ 18032 h 19671"/>
                <a:gd name="connsiteX10" fmla="*/ 8197 w 9836"/>
                <a:gd name="connsiteY10" fmla="*/ 19672 h 19671"/>
                <a:gd name="connsiteX11" fmla="*/ 8197 w 9836"/>
                <a:gd name="connsiteY11" fmla="*/ 16393 h 19671"/>
                <a:gd name="connsiteX12" fmla="*/ 8197 w 9836"/>
                <a:gd name="connsiteY12" fmla="*/ 11475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836" h="19671">
                  <a:moveTo>
                    <a:pt x="9837" y="8197"/>
                  </a:moveTo>
                  <a:lnTo>
                    <a:pt x="9837" y="8197"/>
                  </a:lnTo>
                  <a:lnTo>
                    <a:pt x="6558" y="4918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0" y="3278"/>
                  </a:lnTo>
                  <a:lnTo>
                    <a:pt x="0" y="6557"/>
                  </a:lnTo>
                  <a:lnTo>
                    <a:pt x="0" y="9836"/>
                  </a:lnTo>
                  <a:lnTo>
                    <a:pt x="0" y="14754"/>
                  </a:lnTo>
                  <a:lnTo>
                    <a:pt x="3279" y="18032"/>
                  </a:lnTo>
                  <a:lnTo>
                    <a:pt x="8197" y="19672"/>
                  </a:lnTo>
                  <a:lnTo>
                    <a:pt x="8197" y="16393"/>
                  </a:lnTo>
                  <a:lnTo>
                    <a:pt x="8197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3" name="Freeform 2322">
              <a:extLst>
                <a:ext uri="{FF2B5EF4-FFF2-40B4-BE49-F238E27FC236}">
                  <a16:creationId xmlns:a16="http://schemas.microsoft.com/office/drawing/2014/main" id="{F3A49EA8-1A14-A349-8072-0246880BDA71}"/>
                </a:ext>
              </a:extLst>
            </p:cNvPr>
            <p:cNvSpPr/>
            <p:nvPr/>
          </p:nvSpPr>
          <p:spPr>
            <a:xfrm>
              <a:off x="9318935" y="4073913"/>
              <a:ext cx="24590" cy="18032"/>
            </a:xfrm>
            <a:custGeom>
              <a:avLst/>
              <a:gdLst>
                <a:gd name="connsiteX0" fmla="*/ 24590 w 24590"/>
                <a:gd name="connsiteY0" fmla="*/ 13114 h 18032"/>
                <a:gd name="connsiteX1" fmla="*/ 21312 w 24590"/>
                <a:gd name="connsiteY1" fmla="*/ 9836 h 18032"/>
                <a:gd name="connsiteX2" fmla="*/ 18033 w 24590"/>
                <a:gd name="connsiteY2" fmla="*/ 6557 h 18032"/>
                <a:gd name="connsiteX3" fmla="*/ 14754 w 24590"/>
                <a:gd name="connsiteY3" fmla="*/ 4918 h 18032"/>
                <a:gd name="connsiteX4" fmla="*/ 9837 w 24590"/>
                <a:gd name="connsiteY4" fmla="*/ 3279 h 18032"/>
                <a:gd name="connsiteX5" fmla="*/ 6558 w 24590"/>
                <a:gd name="connsiteY5" fmla="*/ 3279 h 18032"/>
                <a:gd name="connsiteX6" fmla="*/ 4919 w 24590"/>
                <a:gd name="connsiteY6" fmla="*/ 0 h 18032"/>
                <a:gd name="connsiteX7" fmla="*/ 1640 w 24590"/>
                <a:gd name="connsiteY7" fmla="*/ 0 h 18032"/>
                <a:gd name="connsiteX8" fmla="*/ 1640 w 24590"/>
                <a:gd name="connsiteY8" fmla="*/ 3279 h 18032"/>
                <a:gd name="connsiteX9" fmla="*/ 0 w 24590"/>
                <a:gd name="connsiteY9" fmla="*/ 8197 h 18032"/>
                <a:gd name="connsiteX10" fmla="*/ 1640 w 24590"/>
                <a:gd name="connsiteY10" fmla="*/ 11476 h 18032"/>
                <a:gd name="connsiteX11" fmla="*/ 4919 w 24590"/>
                <a:gd name="connsiteY11" fmla="*/ 14754 h 18032"/>
                <a:gd name="connsiteX12" fmla="*/ 8197 w 24590"/>
                <a:gd name="connsiteY12" fmla="*/ 13114 h 18032"/>
                <a:gd name="connsiteX13" fmla="*/ 11476 w 24590"/>
                <a:gd name="connsiteY13" fmla="*/ 13114 h 18032"/>
                <a:gd name="connsiteX14" fmla="*/ 16393 w 24590"/>
                <a:gd name="connsiteY14" fmla="*/ 13114 h 18032"/>
                <a:gd name="connsiteX15" fmla="*/ 19672 w 24590"/>
                <a:gd name="connsiteY15" fmla="*/ 14754 h 18032"/>
                <a:gd name="connsiteX16" fmla="*/ 22951 w 24590"/>
                <a:gd name="connsiteY16" fmla="*/ 18033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90" h="18032">
                  <a:moveTo>
                    <a:pt x="24590" y="13114"/>
                  </a:moveTo>
                  <a:lnTo>
                    <a:pt x="21312" y="9836"/>
                  </a:lnTo>
                  <a:lnTo>
                    <a:pt x="18033" y="6557"/>
                  </a:lnTo>
                  <a:lnTo>
                    <a:pt x="14754" y="4918"/>
                  </a:lnTo>
                  <a:lnTo>
                    <a:pt x="9837" y="3279"/>
                  </a:lnTo>
                  <a:lnTo>
                    <a:pt x="6558" y="3279"/>
                  </a:lnTo>
                  <a:lnTo>
                    <a:pt x="4919" y="0"/>
                  </a:lnTo>
                  <a:lnTo>
                    <a:pt x="1640" y="0"/>
                  </a:lnTo>
                  <a:lnTo>
                    <a:pt x="1640" y="3279"/>
                  </a:lnTo>
                  <a:lnTo>
                    <a:pt x="0" y="8197"/>
                  </a:lnTo>
                  <a:lnTo>
                    <a:pt x="1640" y="11476"/>
                  </a:lnTo>
                  <a:lnTo>
                    <a:pt x="4919" y="14754"/>
                  </a:lnTo>
                  <a:lnTo>
                    <a:pt x="8197" y="13114"/>
                  </a:lnTo>
                  <a:lnTo>
                    <a:pt x="11476" y="13114"/>
                  </a:lnTo>
                  <a:lnTo>
                    <a:pt x="16393" y="13114"/>
                  </a:lnTo>
                  <a:lnTo>
                    <a:pt x="19672" y="14754"/>
                  </a:lnTo>
                  <a:lnTo>
                    <a:pt x="22951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4" name="Freeform 2323">
              <a:extLst>
                <a:ext uri="{FF2B5EF4-FFF2-40B4-BE49-F238E27FC236}">
                  <a16:creationId xmlns:a16="http://schemas.microsoft.com/office/drawing/2014/main" id="{7181AE0B-94D1-5B44-AA6B-EB0D58308DC6}"/>
                </a:ext>
              </a:extLst>
            </p:cNvPr>
            <p:cNvSpPr/>
            <p:nvPr/>
          </p:nvSpPr>
          <p:spPr>
            <a:xfrm>
              <a:off x="9328772" y="4070634"/>
              <a:ext cx="18032" cy="14754"/>
            </a:xfrm>
            <a:custGeom>
              <a:avLst/>
              <a:gdLst>
                <a:gd name="connsiteX0" fmla="*/ 18032 w 18032"/>
                <a:gd name="connsiteY0" fmla="*/ 14754 h 14754"/>
                <a:gd name="connsiteX1" fmla="*/ 18032 w 18032"/>
                <a:gd name="connsiteY1" fmla="*/ 11476 h 14754"/>
                <a:gd name="connsiteX2" fmla="*/ 14753 w 18032"/>
                <a:gd name="connsiteY2" fmla="*/ 8197 h 14754"/>
                <a:gd name="connsiteX3" fmla="*/ 11476 w 18032"/>
                <a:gd name="connsiteY3" fmla="*/ 4918 h 14754"/>
                <a:gd name="connsiteX4" fmla="*/ 8197 w 18032"/>
                <a:gd name="connsiteY4" fmla="*/ 1639 h 14754"/>
                <a:gd name="connsiteX5" fmla="*/ 3279 w 18032"/>
                <a:gd name="connsiteY5" fmla="*/ 0 h 14754"/>
                <a:gd name="connsiteX6" fmla="*/ 0 w 18032"/>
                <a:gd name="connsiteY6" fmla="*/ 3279 h 14754"/>
                <a:gd name="connsiteX7" fmla="*/ 0 w 18032"/>
                <a:gd name="connsiteY7" fmla="*/ 6558 h 14754"/>
                <a:gd name="connsiteX8" fmla="*/ 3279 w 18032"/>
                <a:gd name="connsiteY8" fmla="*/ 6558 h 14754"/>
                <a:gd name="connsiteX9" fmla="*/ 6557 w 18032"/>
                <a:gd name="connsiteY9" fmla="*/ 8197 h 14754"/>
                <a:gd name="connsiteX10" fmla="*/ 11476 w 18032"/>
                <a:gd name="connsiteY10" fmla="*/ 11476 h 14754"/>
                <a:gd name="connsiteX11" fmla="*/ 14753 w 18032"/>
                <a:gd name="connsiteY11" fmla="*/ 14754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2" h="14754">
                  <a:moveTo>
                    <a:pt x="18032" y="14754"/>
                  </a:moveTo>
                  <a:lnTo>
                    <a:pt x="18032" y="11476"/>
                  </a:lnTo>
                  <a:lnTo>
                    <a:pt x="14753" y="8197"/>
                  </a:lnTo>
                  <a:lnTo>
                    <a:pt x="11476" y="4918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0" y="6558"/>
                  </a:lnTo>
                  <a:lnTo>
                    <a:pt x="3279" y="6558"/>
                  </a:lnTo>
                  <a:lnTo>
                    <a:pt x="6557" y="8197"/>
                  </a:lnTo>
                  <a:lnTo>
                    <a:pt x="11476" y="11476"/>
                  </a:lnTo>
                  <a:lnTo>
                    <a:pt x="14753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5" name="Freeform 2324">
              <a:extLst>
                <a:ext uri="{FF2B5EF4-FFF2-40B4-BE49-F238E27FC236}">
                  <a16:creationId xmlns:a16="http://schemas.microsoft.com/office/drawing/2014/main" id="{3FEAC4BD-FFAA-C740-A1EE-248AC3B732FB}"/>
                </a:ext>
              </a:extLst>
            </p:cNvPr>
            <p:cNvSpPr/>
            <p:nvPr/>
          </p:nvSpPr>
          <p:spPr>
            <a:xfrm>
              <a:off x="9346804" y="4091946"/>
              <a:ext cx="4917" cy="8196"/>
            </a:xfrm>
            <a:custGeom>
              <a:avLst/>
              <a:gdLst>
                <a:gd name="connsiteX0" fmla="*/ 4918 w 4917"/>
                <a:gd name="connsiteY0" fmla="*/ 4918 h 8196"/>
                <a:gd name="connsiteX1" fmla="*/ 4918 w 4917"/>
                <a:gd name="connsiteY1" fmla="*/ 1639 h 8196"/>
                <a:gd name="connsiteX2" fmla="*/ 0 w 4917"/>
                <a:gd name="connsiteY2" fmla="*/ 0 h 8196"/>
                <a:gd name="connsiteX3" fmla="*/ 0 w 4917"/>
                <a:gd name="connsiteY3" fmla="*/ 3278 h 8196"/>
                <a:gd name="connsiteX4" fmla="*/ 1640 w 4917"/>
                <a:gd name="connsiteY4" fmla="*/ 819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8196">
                  <a:moveTo>
                    <a:pt x="4918" y="4918"/>
                  </a:moveTo>
                  <a:lnTo>
                    <a:pt x="4918" y="1639"/>
                  </a:lnTo>
                  <a:lnTo>
                    <a:pt x="0" y="0"/>
                  </a:lnTo>
                  <a:lnTo>
                    <a:pt x="0" y="3278"/>
                  </a:lnTo>
                  <a:lnTo>
                    <a:pt x="164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6" name="Freeform 2325">
              <a:extLst>
                <a:ext uri="{FF2B5EF4-FFF2-40B4-BE49-F238E27FC236}">
                  <a16:creationId xmlns:a16="http://schemas.microsoft.com/office/drawing/2014/main" id="{3DA7EAA7-32B5-FA41-BBEE-AD418A9CF586}"/>
                </a:ext>
              </a:extLst>
            </p:cNvPr>
            <p:cNvSpPr/>
            <p:nvPr/>
          </p:nvSpPr>
          <p:spPr>
            <a:xfrm>
              <a:off x="9353362" y="4073913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1639 h 3278"/>
                <a:gd name="connsiteX2" fmla="*/ 0 w 3278"/>
                <a:gd name="connsiteY2" fmla="*/ 0 h 3278"/>
                <a:gd name="connsiteX3" fmla="*/ 0 w 3278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1639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7" name="Freeform 2326">
              <a:extLst>
                <a:ext uri="{FF2B5EF4-FFF2-40B4-BE49-F238E27FC236}">
                  <a16:creationId xmlns:a16="http://schemas.microsoft.com/office/drawing/2014/main" id="{3F7FF203-EA0F-4A4F-A5C0-B301CCFA946B}"/>
                </a:ext>
              </a:extLst>
            </p:cNvPr>
            <p:cNvSpPr/>
            <p:nvPr/>
          </p:nvSpPr>
          <p:spPr>
            <a:xfrm>
              <a:off x="9353362" y="4085389"/>
              <a:ext cx="6556" cy="8196"/>
            </a:xfrm>
            <a:custGeom>
              <a:avLst/>
              <a:gdLst>
                <a:gd name="connsiteX0" fmla="*/ 6557 w 6556"/>
                <a:gd name="connsiteY0" fmla="*/ 4918 h 8196"/>
                <a:gd name="connsiteX1" fmla="*/ 4918 w 6556"/>
                <a:gd name="connsiteY1" fmla="*/ 0 h 8196"/>
                <a:gd name="connsiteX2" fmla="*/ 0 w 6556"/>
                <a:gd name="connsiteY2" fmla="*/ 0 h 8196"/>
                <a:gd name="connsiteX3" fmla="*/ 1639 w 6556"/>
                <a:gd name="connsiteY3" fmla="*/ 4918 h 8196"/>
                <a:gd name="connsiteX4" fmla="*/ 4918 w 6556"/>
                <a:gd name="connsiteY4" fmla="*/ 819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6" h="8196">
                  <a:moveTo>
                    <a:pt x="6557" y="4918"/>
                  </a:moveTo>
                  <a:lnTo>
                    <a:pt x="4918" y="0"/>
                  </a:lnTo>
                  <a:lnTo>
                    <a:pt x="0" y="0"/>
                  </a:lnTo>
                  <a:lnTo>
                    <a:pt x="1639" y="4918"/>
                  </a:lnTo>
                  <a:lnTo>
                    <a:pt x="4918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8" name="Freeform 2327">
              <a:extLst>
                <a:ext uri="{FF2B5EF4-FFF2-40B4-BE49-F238E27FC236}">
                  <a16:creationId xmlns:a16="http://schemas.microsoft.com/office/drawing/2014/main" id="{0D0ED10D-3F0F-234F-BE8F-9A8B78930A62}"/>
                </a:ext>
              </a:extLst>
            </p:cNvPr>
            <p:cNvSpPr/>
            <p:nvPr/>
          </p:nvSpPr>
          <p:spPr>
            <a:xfrm>
              <a:off x="9356641" y="4085389"/>
              <a:ext cx="4917" cy="1638"/>
            </a:xfrm>
            <a:custGeom>
              <a:avLst/>
              <a:gdLst>
                <a:gd name="connsiteX0" fmla="*/ 4918 w 4917"/>
                <a:gd name="connsiteY0" fmla="*/ 1639 h 1638"/>
                <a:gd name="connsiteX1" fmla="*/ 4918 w 4917"/>
                <a:gd name="connsiteY1" fmla="*/ 1639 h 1638"/>
                <a:gd name="connsiteX2" fmla="*/ 0 w 4917"/>
                <a:gd name="connsiteY2" fmla="*/ 0 h 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8">
                  <a:moveTo>
                    <a:pt x="4918" y="1639"/>
                  </a:moveTo>
                  <a:lnTo>
                    <a:pt x="4918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9" name="Freeform 2328">
              <a:extLst>
                <a:ext uri="{FF2B5EF4-FFF2-40B4-BE49-F238E27FC236}">
                  <a16:creationId xmlns:a16="http://schemas.microsoft.com/office/drawing/2014/main" id="{34634E5F-5ACC-2E43-91A2-3ACBA532516C}"/>
                </a:ext>
              </a:extLst>
            </p:cNvPr>
            <p:cNvSpPr/>
            <p:nvPr/>
          </p:nvSpPr>
          <p:spPr>
            <a:xfrm>
              <a:off x="9359919" y="4132929"/>
              <a:ext cx="8196" cy="6557"/>
            </a:xfrm>
            <a:custGeom>
              <a:avLst/>
              <a:gdLst>
                <a:gd name="connsiteX0" fmla="*/ 8197 w 8196"/>
                <a:gd name="connsiteY0" fmla="*/ 1639 h 6557"/>
                <a:gd name="connsiteX1" fmla="*/ 8197 w 8196"/>
                <a:gd name="connsiteY1" fmla="*/ 1639 h 6557"/>
                <a:gd name="connsiteX2" fmla="*/ 3279 w 8196"/>
                <a:gd name="connsiteY2" fmla="*/ 0 h 6557"/>
                <a:gd name="connsiteX3" fmla="*/ 0 w 8196"/>
                <a:gd name="connsiteY3" fmla="*/ 1639 h 6557"/>
                <a:gd name="connsiteX4" fmla="*/ 0 w 8196"/>
                <a:gd name="connsiteY4" fmla="*/ 4918 h 6557"/>
                <a:gd name="connsiteX5" fmla="*/ 3279 w 8196"/>
                <a:gd name="connsiteY5" fmla="*/ 6557 h 6557"/>
                <a:gd name="connsiteX6" fmla="*/ 6558 w 8196"/>
                <a:gd name="connsiteY6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6557">
                  <a:moveTo>
                    <a:pt x="8197" y="1639"/>
                  </a:moveTo>
                  <a:lnTo>
                    <a:pt x="8197" y="163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3279" y="6557"/>
                  </a:lnTo>
                  <a:lnTo>
                    <a:pt x="655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0" name="Freeform 2329">
              <a:extLst>
                <a:ext uri="{FF2B5EF4-FFF2-40B4-BE49-F238E27FC236}">
                  <a16:creationId xmlns:a16="http://schemas.microsoft.com/office/drawing/2014/main" id="{B1D70E21-6444-8649-B402-D8DE307BF9D4}"/>
                </a:ext>
              </a:extLst>
            </p:cNvPr>
            <p:cNvSpPr/>
            <p:nvPr/>
          </p:nvSpPr>
          <p:spPr>
            <a:xfrm>
              <a:off x="9369755" y="4085389"/>
              <a:ext cx="3278" cy="1638"/>
            </a:xfrm>
            <a:custGeom>
              <a:avLst/>
              <a:gdLst>
                <a:gd name="connsiteX0" fmla="*/ 3279 w 3278"/>
                <a:gd name="connsiteY0" fmla="*/ 1639 h 1638"/>
                <a:gd name="connsiteX1" fmla="*/ 3279 w 3278"/>
                <a:gd name="connsiteY1" fmla="*/ 1639 h 1638"/>
                <a:gd name="connsiteX2" fmla="*/ 0 w 3278"/>
                <a:gd name="connsiteY2" fmla="*/ 0 h 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8">
                  <a:moveTo>
                    <a:pt x="3279" y="1639"/>
                  </a:move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1" name="Freeform 2330">
              <a:extLst>
                <a:ext uri="{FF2B5EF4-FFF2-40B4-BE49-F238E27FC236}">
                  <a16:creationId xmlns:a16="http://schemas.microsoft.com/office/drawing/2014/main" id="{FE8A7009-BB87-B747-9AC6-F33E40F3C4E4}"/>
                </a:ext>
              </a:extLst>
            </p:cNvPr>
            <p:cNvSpPr/>
            <p:nvPr/>
          </p:nvSpPr>
          <p:spPr>
            <a:xfrm>
              <a:off x="9373034" y="4077192"/>
              <a:ext cx="3277" cy="4917"/>
            </a:xfrm>
            <a:custGeom>
              <a:avLst/>
              <a:gdLst>
                <a:gd name="connsiteX0" fmla="*/ 3278 w 3277"/>
                <a:gd name="connsiteY0" fmla="*/ 4918 h 4917"/>
                <a:gd name="connsiteX1" fmla="*/ 3278 w 3277"/>
                <a:gd name="connsiteY1" fmla="*/ 0 h 4917"/>
                <a:gd name="connsiteX2" fmla="*/ 0 w 3277"/>
                <a:gd name="connsiteY2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7" h="4917">
                  <a:moveTo>
                    <a:pt x="3278" y="4918"/>
                  </a:moveTo>
                  <a:lnTo>
                    <a:pt x="327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2" name="Freeform 2331">
              <a:extLst>
                <a:ext uri="{FF2B5EF4-FFF2-40B4-BE49-F238E27FC236}">
                  <a16:creationId xmlns:a16="http://schemas.microsoft.com/office/drawing/2014/main" id="{6D71FD32-6D8F-1B47-B187-4DACDA6421AF}"/>
                </a:ext>
              </a:extLst>
            </p:cNvPr>
            <p:cNvSpPr/>
            <p:nvPr/>
          </p:nvSpPr>
          <p:spPr>
            <a:xfrm>
              <a:off x="9373034" y="4085389"/>
              <a:ext cx="3277" cy="1638"/>
            </a:xfrm>
            <a:custGeom>
              <a:avLst/>
              <a:gdLst>
                <a:gd name="connsiteX0" fmla="*/ 3278 w 3277"/>
                <a:gd name="connsiteY0" fmla="*/ 1639 h 1638"/>
                <a:gd name="connsiteX1" fmla="*/ 3278 w 3277"/>
                <a:gd name="connsiteY1" fmla="*/ 1639 h 1638"/>
                <a:gd name="connsiteX2" fmla="*/ 0 w 3277"/>
                <a:gd name="connsiteY2" fmla="*/ 0 h 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7" h="1638">
                  <a:moveTo>
                    <a:pt x="3278" y="1639"/>
                  </a:moveTo>
                  <a:lnTo>
                    <a:pt x="3278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3" name="Freeform 2332">
              <a:extLst>
                <a:ext uri="{FF2B5EF4-FFF2-40B4-BE49-F238E27FC236}">
                  <a16:creationId xmlns:a16="http://schemas.microsoft.com/office/drawing/2014/main" id="{E1395354-465E-3448-8D02-250DB668379D}"/>
                </a:ext>
              </a:extLst>
            </p:cNvPr>
            <p:cNvSpPr/>
            <p:nvPr/>
          </p:nvSpPr>
          <p:spPr>
            <a:xfrm>
              <a:off x="9377952" y="4070634"/>
              <a:ext cx="6556" cy="8196"/>
            </a:xfrm>
            <a:custGeom>
              <a:avLst/>
              <a:gdLst>
                <a:gd name="connsiteX0" fmla="*/ 6557 w 6556"/>
                <a:gd name="connsiteY0" fmla="*/ 1639 h 8196"/>
                <a:gd name="connsiteX1" fmla="*/ 6557 w 6556"/>
                <a:gd name="connsiteY1" fmla="*/ 0 h 8196"/>
                <a:gd name="connsiteX2" fmla="*/ 1639 w 6556"/>
                <a:gd name="connsiteY2" fmla="*/ 0 h 8196"/>
                <a:gd name="connsiteX3" fmla="*/ 0 w 6556"/>
                <a:gd name="connsiteY3" fmla="*/ 3279 h 8196"/>
                <a:gd name="connsiteX4" fmla="*/ 0 w 6556"/>
                <a:gd name="connsiteY4" fmla="*/ 6558 h 8196"/>
                <a:gd name="connsiteX5" fmla="*/ 3279 w 6556"/>
                <a:gd name="connsiteY5" fmla="*/ 8197 h 8196"/>
                <a:gd name="connsiteX6" fmla="*/ 6557 w 6556"/>
                <a:gd name="connsiteY6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56" h="8196">
                  <a:moveTo>
                    <a:pt x="6557" y="1639"/>
                  </a:moveTo>
                  <a:lnTo>
                    <a:pt x="6557" y="0"/>
                  </a:lnTo>
                  <a:lnTo>
                    <a:pt x="1639" y="0"/>
                  </a:lnTo>
                  <a:lnTo>
                    <a:pt x="0" y="3279"/>
                  </a:lnTo>
                  <a:lnTo>
                    <a:pt x="0" y="6558"/>
                  </a:lnTo>
                  <a:lnTo>
                    <a:pt x="3279" y="8197"/>
                  </a:lnTo>
                  <a:lnTo>
                    <a:pt x="655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4" name="Freeform 2333">
              <a:extLst>
                <a:ext uri="{FF2B5EF4-FFF2-40B4-BE49-F238E27FC236}">
                  <a16:creationId xmlns:a16="http://schemas.microsoft.com/office/drawing/2014/main" id="{4CEA5435-A51A-9D4F-8B3A-B421F632B6AF}"/>
                </a:ext>
              </a:extLst>
            </p:cNvPr>
            <p:cNvSpPr/>
            <p:nvPr/>
          </p:nvSpPr>
          <p:spPr>
            <a:xfrm>
              <a:off x="9382870" y="4083749"/>
              <a:ext cx="3278" cy="3278"/>
            </a:xfrm>
            <a:custGeom>
              <a:avLst/>
              <a:gdLst>
                <a:gd name="connsiteX0" fmla="*/ 3279 w 3278"/>
                <a:gd name="connsiteY0" fmla="*/ 3278 h 3278"/>
                <a:gd name="connsiteX1" fmla="*/ 3279 w 3278"/>
                <a:gd name="connsiteY1" fmla="*/ 0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8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5" name="Freeform 2334">
              <a:extLst>
                <a:ext uri="{FF2B5EF4-FFF2-40B4-BE49-F238E27FC236}">
                  <a16:creationId xmlns:a16="http://schemas.microsoft.com/office/drawing/2014/main" id="{2F745B56-B875-BA4D-8D87-93D56ED0E589}"/>
                </a:ext>
              </a:extLst>
            </p:cNvPr>
            <p:cNvSpPr/>
            <p:nvPr/>
          </p:nvSpPr>
          <p:spPr>
            <a:xfrm>
              <a:off x="9387787" y="4090307"/>
              <a:ext cx="3278" cy="4917"/>
            </a:xfrm>
            <a:custGeom>
              <a:avLst/>
              <a:gdLst>
                <a:gd name="connsiteX0" fmla="*/ 1640 w 3278"/>
                <a:gd name="connsiteY0" fmla="*/ 4918 h 4917"/>
                <a:gd name="connsiteX1" fmla="*/ 3279 w 3278"/>
                <a:gd name="connsiteY1" fmla="*/ 4918 h 4917"/>
                <a:gd name="connsiteX2" fmla="*/ 0 w 3278"/>
                <a:gd name="connsiteY2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7">
                  <a:moveTo>
                    <a:pt x="1640" y="4918"/>
                  </a:moveTo>
                  <a:lnTo>
                    <a:pt x="3279" y="49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6" name="Freeform 2335">
              <a:extLst>
                <a:ext uri="{FF2B5EF4-FFF2-40B4-BE49-F238E27FC236}">
                  <a16:creationId xmlns:a16="http://schemas.microsoft.com/office/drawing/2014/main" id="{ED817B7A-9909-5245-94A1-F060D39E8CE2}"/>
                </a:ext>
              </a:extLst>
            </p:cNvPr>
            <p:cNvSpPr/>
            <p:nvPr/>
          </p:nvSpPr>
          <p:spPr>
            <a:xfrm>
              <a:off x="9387787" y="4068995"/>
              <a:ext cx="16393" cy="16393"/>
            </a:xfrm>
            <a:custGeom>
              <a:avLst/>
              <a:gdLst>
                <a:gd name="connsiteX0" fmla="*/ 16393 w 16393"/>
                <a:gd name="connsiteY0" fmla="*/ 8197 h 16393"/>
                <a:gd name="connsiteX1" fmla="*/ 14754 w 16393"/>
                <a:gd name="connsiteY1" fmla="*/ 4918 h 16393"/>
                <a:gd name="connsiteX2" fmla="*/ 11476 w 16393"/>
                <a:gd name="connsiteY2" fmla="*/ 1639 h 16393"/>
                <a:gd name="connsiteX3" fmla="*/ 8197 w 16393"/>
                <a:gd name="connsiteY3" fmla="*/ 0 h 16393"/>
                <a:gd name="connsiteX4" fmla="*/ 3279 w 16393"/>
                <a:gd name="connsiteY4" fmla="*/ 3278 h 16393"/>
                <a:gd name="connsiteX5" fmla="*/ 0 w 16393"/>
                <a:gd name="connsiteY5" fmla="*/ 4918 h 16393"/>
                <a:gd name="connsiteX6" fmla="*/ 3279 w 16393"/>
                <a:gd name="connsiteY6" fmla="*/ 8197 h 16393"/>
                <a:gd name="connsiteX7" fmla="*/ 6558 w 16393"/>
                <a:gd name="connsiteY7" fmla="*/ 8197 h 16393"/>
                <a:gd name="connsiteX8" fmla="*/ 9837 w 16393"/>
                <a:gd name="connsiteY8" fmla="*/ 8197 h 16393"/>
                <a:gd name="connsiteX9" fmla="*/ 9837 w 16393"/>
                <a:gd name="connsiteY9" fmla="*/ 11475 h 16393"/>
                <a:gd name="connsiteX10" fmla="*/ 11476 w 16393"/>
                <a:gd name="connsiteY10" fmla="*/ 16393 h 16393"/>
                <a:gd name="connsiteX11" fmla="*/ 14754 w 16393"/>
                <a:gd name="connsiteY11" fmla="*/ 16393 h 16393"/>
                <a:gd name="connsiteX12" fmla="*/ 16393 w 16393"/>
                <a:gd name="connsiteY12" fmla="*/ 11475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393" h="16393">
                  <a:moveTo>
                    <a:pt x="16393" y="8197"/>
                  </a:moveTo>
                  <a:lnTo>
                    <a:pt x="14754" y="4918"/>
                  </a:lnTo>
                  <a:lnTo>
                    <a:pt x="11476" y="1639"/>
                  </a:lnTo>
                  <a:lnTo>
                    <a:pt x="8197" y="0"/>
                  </a:lnTo>
                  <a:lnTo>
                    <a:pt x="3279" y="3278"/>
                  </a:lnTo>
                  <a:lnTo>
                    <a:pt x="0" y="4918"/>
                  </a:lnTo>
                  <a:lnTo>
                    <a:pt x="3279" y="8197"/>
                  </a:lnTo>
                  <a:lnTo>
                    <a:pt x="6558" y="8197"/>
                  </a:lnTo>
                  <a:lnTo>
                    <a:pt x="9837" y="8197"/>
                  </a:lnTo>
                  <a:lnTo>
                    <a:pt x="9837" y="11475"/>
                  </a:lnTo>
                  <a:lnTo>
                    <a:pt x="11476" y="16393"/>
                  </a:lnTo>
                  <a:lnTo>
                    <a:pt x="14754" y="16393"/>
                  </a:lnTo>
                  <a:lnTo>
                    <a:pt x="16393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7" name="Freeform 2336">
              <a:extLst>
                <a:ext uri="{FF2B5EF4-FFF2-40B4-BE49-F238E27FC236}">
                  <a16:creationId xmlns:a16="http://schemas.microsoft.com/office/drawing/2014/main" id="{0B0506E2-CE92-DC43-BED6-AD242AC5CB60}"/>
                </a:ext>
              </a:extLst>
            </p:cNvPr>
            <p:cNvSpPr/>
            <p:nvPr/>
          </p:nvSpPr>
          <p:spPr>
            <a:xfrm>
              <a:off x="9389427" y="4087028"/>
              <a:ext cx="1638" cy="4918"/>
            </a:xfrm>
            <a:custGeom>
              <a:avLst/>
              <a:gdLst>
                <a:gd name="connsiteX0" fmla="*/ 0 w 1638"/>
                <a:gd name="connsiteY0" fmla="*/ 4918 h 4918"/>
                <a:gd name="connsiteX1" fmla="*/ 1639 w 1638"/>
                <a:gd name="connsiteY1" fmla="*/ 4918 h 4918"/>
                <a:gd name="connsiteX2" fmla="*/ 0 w 1638"/>
                <a:gd name="connsiteY2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4918">
                  <a:moveTo>
                    <a:pt x="0" y="4918"/>
                  </a:moveTo>
                  <a:lnTo>
                    <a:pt x="1639" y="49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8" name="Freeform 2337">
              <a:extLst>
                <a:ext uri="{FF2B5EF4-FFF2-40B4-BE49-F238E27FC236}">
                  <a16:creationId xmlns:a16="http://schemas.microsoft.com/office/drawing/2014/main" id="{0424030B-BA08-0149-9052-023737E0CAAB}"/>
                </a:ext>
              </a:extLst>
            </p:cNvPr>
            <p:cNvSpPr/>
            <p:nvPr/>
          </p:nvSpPr>
          <p:spPr>
            <a:xfrm>
              <a:off x="9389427" y="4137847"/>
              <a:ext cx="11474" cy="14753"/>
            </a:xfrm>
            <a:custGeom>
              <a:avLst/>
              <a:gdLst>
                <a:gd name="connsiteX0" fmla="*/ 8197 w 11474"/>
                <a:gd name="connsiteY0" fmla="*/ 0 h 14753"/>
                <a:gd name="connsiteX1" fmla="*/ 8197 w 11474"/>
                <a:gd name="connsiteY1" fmla="*/ 0 h 14753"/>
                <a:gd name="connsiteX2" fmla="*/ 4918 w 11474"/>
                <a:gd name="connsiteY2" fmla="*/ 1639 h 14753"/>
                <a:gd name="connsiteX3" fmla="*/ 0 w 11474"/>
                <a:gd name="connsiteY3" fmla="*/ 3279 h 14753"/>
                <a:gd name="connsiteX4" fmla="*/ 0 w 11474"/>
                <a:gd name="connsiteY4" fmla="*/ 6557 h 14753"/>
                <a:gd name="connsiteX5" fmla="*/ 3278 w 11474"/>
                <a:gd name="connsiteY5" fmla="*/ 9836 h 14753"/>
                <a:gd name="connsiteX6" fmla="*/ 4918 w 11474"/>
                <a:gd name="connsiteY6" fmla="*/ 14754 h 14753"/>
                <a:gd name="connsiteX7" fmla="*/ 6557 w 11474"/>
                <a:gd name="connsiteY7" fmla="*/ 9836 h 14753"/>
                <a:gd name="connsiteX8" fmla="*/ 9836 w 11474"/>
                <a:gd name="connsiteY8" fmla="*/ 11476 h 14753"/>
                <a:gd name="connsiteX9" fmla="*/ 11475 w 11474"/>
                <a:gd name="connsiteY9" fmla="*/ 8197 h 14753"/>
                <a:gd name="connsiteX10" fmla="*/ 11475 w 11474"/>
                <a:gd name="connsiteY10" fmla="*/ 3279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74" h="14753">
                  <a:moveTo>
                    <a:pt x="8197" y="0"/>
                  </a:moveTo>
                  <a:lnTo>
                    <a:pt x="8197" y="0"/>
                  </a:lnTo>
                  <a:lnTo>
                    <a:pt x="4918" y="1639"/>
                  </a:lnTo>
                  <a:lnTo>
                    <a:pt x="0" y="3279"/>
                  </a:lnTo>
                  <a:lnTo>
                    <a:pt x="0" y="6557"/>
                  </a:lnTo>
                  <a:lnTo>
                    <a:pt x="3278" y="9836"/>
                  </a:lnTo>
                  <a:lnTo>
                    <a:pt x="4918" y="14754"/>
                  </a:lnTo>
                  <a:lnTo>
                    <a:pt x="6557" y="9836"/>
                  </a:lnTo>
                  <a:lnTo>
                    <a:pt x="9836" y="11476"/>
                  </a:lnTo>
                  <a:lnTo>
                    <a:pt x="11475" y="8197"/>
                  </a:lnTo>
                  <a:lnTo>
                    <a:pt x="11475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9" name="Freeform 2338">
              <a:extLst>
                <a:ext uri="{FF2B5EF4-FFF2-40B4-BE49-F238E27FC236}">
                  <a16:creationId xmlns:a16="http://schemas.microsoft.com/office/drawing/2014/main" id="{1329F334-1FBA-5E41-A12E-C377B63917FF}"/>
                </a:ext>
              </a:extLst>
            </p:cNvPr>
            <p:cNvSpPr/>
            <p:nvPr/>
          </p:nvSpPr>
          <p:spPr>
            <a:xfrm>
              <a:off x="9394345" y="4114897"/>
              <a:ext cx="3278" cy="4917"/>
            </a:xfrm>
            <a:custGeom>
              <a:avLst/>
              <a:gdLst>
                <a:gd name="connsiteX0" fmla="*/ 1639 w 3278"/>
                <a:gd name="connsiteY0" fmla="*/ 0 h 4917"/>
                <a:gd name="connsiteX1" fmla="*/ 0 w 3278"/>
                <a:gd name="connsiteY1" fmla="*/ 1639 h 4917"/>
                <a:gd name="connsiteX2" fmla="*/ 3279 w 3278"/>
                <a:gd name="connsiteY2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7">
                  <a:moveTo>
                    <a:pt x="1639" y="0"/>
                  </a:moveTo>
                  <a:lnTo>
                    <a:pt x="0" y="1639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0" name="Freeform 2339">
              <a:extLst>
                <a:ext uri="{FF2B5EF4-FFF2-40B4-BE49-F238E27FC236}">
                  <a16:creationId xmlns:a16="http://schemas.microsoft.com/office/drawing/2014/main" id="{8F0E92D9-946C-3C4B-A2C5-55CD3D040F9B}"/>
                </a:ext>
              </a:extLst>
            </p:cNvPr>
            <p:cNvSpPr/>
            <p:nvPr/>
          </p:nvSpPr>
          <p:spPr>
            <a:xfrm>
              <a:off x="9397624" y="4121454"/>
              <a:ext cx="21311" cy="14753"/>
            </a:xfrm>
            <a:custGeom>
              <a:avLst/>
              <a:gdLst>
                <a:gd name="connsiteX0" fmla="*/ 1639 w 21311"/>
                <a:gd name="connsiteY0" fmla="*/ 0 h 14753"/>
                <a:gd name="connsiteX1" fmla="*/ 1639 w 21311"/>
                <a:gd name="connsiteY1" fmla="*/ 4918 h 14753"/>
                <a:gd name="connsiteX2" fmla="*/ 0 w 21311"/>
                <a:gd name="connsiteY2" fmla="*/ 8197 h 14753"/>
                <a:gd name="connsiteX3" fmla="*/ 1639 w 21311"/>
                <a:gd name="connsiteY3" fmla="*/ 13115 h 14753"/>
                <a:gd name="connsiteX4" fmla="*/ 4918 w 21311"/>
                <a:gd name="connsiteY4" fmla="*/ 11476 h 14753"/>
                <a:gd name="connsiteX5" fmla="*/ 9836 w 21311"/>
                <a:gd name="connsiteY5" fmla="*/ 9836 h 14753"/>
                <a:gd name="connsiteX6" fmla="*/ 13114 w 21311"/>
                <a:gd name="connsiteY6" fmla="*/ 13115 h 14753"/>
                <a:gd name="connsiteX7" fmla="*/ 16393 w 21311"/>
                <a:gd name="connsiteY7" fmla="*/ 14754 h 14753"/>
                <a:gd name="connsiteX8" fmla="*/ 19671 w 21311"/>
                <a:gd name="connsiteY8" fmla="*/ 13115 h 14753"/>
                <a:gd name="connsiteX9" fmla="*/ 21311 w 21311"/>
                <a:gd name="connsiteY9" fmla="*/ 13115 h 14753"/>
                <a:gd name="connsiteX10" fmla="*/ 19671 w 21311"/>
                <a:gd name="connsiteY10" fmla="*/ 13115 h 14753"/>
                <a:gd name="connsiteX11" fmla="*/ 16393 w 21311"/>
                <a:gd name="connsiteY11" fmla="*/ 9836 h 14753"/>
                <a:gd name="connsiteX12" fmla="*/ 13114 w 21311"/>
                <a:gd name="connsiteY12" fmla="*/ 9836 h 14753"/>
                <a:gd name="connsiteX13" fmla="*/ 9836 w 21311"/>
                <a:gd name="connsiteY13" fmla="*/ 6557 h 14753"/>
                <a:gd name="connsiteX14" fmla="*/ 6557 w 21311"/>
                <a:gd name="connsiteY14" fmla="*/ 1639 h 14753"/>
                <a:gd name="connsiteX15" fmla="*/ 4918 w 21311"/>
                <a:gd name="connsiteY15" fmla="*/ 0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311" h="14753">
                  <a:moveTo>
                    <a:pt x="1639" y="0"/>
                  </a:moveTo>
                  <a:lnTo>
                    <a:pt x="1639" y="4918"/>
                  </a:lnTo>
                  <a:lnTo>
                    <a:pt x="0" y="8197"/>
                  </a:lnTo>
                  <a:lnTo>
                    <a:pt x="1639" y="13115"/>
                  </a:lnTo>
                  <a:lnTo>
                    <a:pt x="4918" y="11476"/>
                  </a:lnTo>
                  <a:lnTo>
                    <a:pt x="9836" y="9836"/>
                  </a:lnTo>
                  <a:lnTo>
                    <a:pt x="13114" y="13115"/>
                  </a:lnTo>
                  <a:lnTo>
                    <a:pt x="16393" y="14754"/>
                  </a:lnTo>
                  <a:lnTo>
                    <a:pt x="19671" y="13115"/>
                  </a:lnTo>
                  <a:lnTo>
                    <a:pt x="21311" y="13115"/>
                  </a:lnTo>
                  <a:lnTo>
                    <a:pt x="19671" y="13115"/>
                  </a:lnTo>
                  <a:lnTo>
                    <a:pt x="16393" y="9836"/>
                  </a:lnTo>
                  <a:lnTo>
                    <a:pt x="13114" y="9836"/>
                  </a:lnTo>
                  <a:lnTo>
                    <a:pt x="9836" y="6557"/>
                  </a:lnTo>
                  <a:lnTo>
                    <a:pt x="6557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1" name="Freeform 2340">
              <a:extLst>
                <a:ext uri="{FF2B5EF4-FFF2-40B4-BE49-F238E27FC236}">
                  <a16:creationId xmlns:a16="http://schemas.microsoft.com/office/drawing/2014/main" id="{DF87EB33-950E-3947-B011-20BC6E94C1E2}"/>
                </a:ext>
              </a:extLst>
            </p:cNvPr>
            <p:cNvSpPr/>
            <p:nvPr/>
          </p:nvSpPr>
          <p:spPr>
            <a:xfrm>
              <a:off x="9399263" y="4087028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2" name="Freeform 2341">
              <a:extLst>
                <a:ext uri="{FF2B5EF4-FFF2-40B4-BE49-F238E27FC236}">
                  <a16:creationId xmlns:a16="http://schemas.microsoft.com/office/drawing/2014/main" id="{6EE842C6-F882-9B41-9404-C27121A37C3A}"/>
                </a:ext>
              </a:extLst>
            </p:cNvPr>
            <p:cNvSpPr/>
            <p:nvPr/>
          </p:nvSpPr>
          <p:spPr>
            <a:xfrm>
              <a:off x="9399263" y="4113257"/>
              <a:ext cx="8196" cy="6557"/>
            </a:xfrm>
            <a:custGeom>
              <a:avLst/>
              <a:gdLst>
                <a:gd name="connsiteX0" fmla="*/ 1639 w 8196"/>
                <a:gd name="connsiteY0" fmla="*/ 0 h 6557"/>
                <a:gd name="connsiteX1" fmla="*/ 0 w 8196"/>
                <a:gd name="connsiteY1" fmla="*/ 1639 h 6557"/>
                <a:gd name="connsiteX2" fmla="*/ 3279 w 8196"/>
                <a:gd name="connsiteY2" fmla="*/ 4918 h 6557"/>
                <a:gd name="connsiteX3" fmla="*/ 8197 w 8196"/>
                <a:gd name="connsiteY3" fmla="*/ 6557 h 6557"/>
                <a:gd name="connsiteX4" fmla="*/ 4918 w 8196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6557">
                  <a:moveTo>
                    <a:pt x="1639" y="0"/>
                  </a:moveTo>
                  <a:lnTo>
                    <a:pt x="0" y="1639"/>
                  </a:lnTo>
                  <a:lnTo>
                    <a:pt x="3279" y="4918"/>
                  </a:lnTo>
                  <a:lnTo>
                    <a:pt x="8197" y="6557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3" name="Freeform 2342">
              <a:extLst>
                <a:ext uri="{FF2B5EF4-FFF2-40B4-BE49-F238E27FC236}">
                  <a16:creationId xmlns:a16="http://schemas.microsoft.com/office/drawing/2014/main" id="{5E826C07-5BF4-0F44-ACE6-9DD211BFD306}"/>
                </a:ext>
              </a:extLst>
            </p:cNvPr>
            <p:cNvSpPr/>
            <p:nvPr/>
          </p:nvSpPr>
          <p:spPr>
            <a:xfrm>
              <a:off x="9402542" y="4375551"/>
              <a:ext cx="3278" cy="3278"/>
            </a:xfrm>
            <a:custGeom>
              <a:avLst/>
              <a:gdLst>
                <a:gd name="connsiteX0" fmla="*/ 1639 w 3278"/>
                <a:gd name="connsiteY0" fmla="*/ 0 h 3278"/>
                <a:gd name="connsiteX1" fmla="*/ 0 w 3278"/>
                <a:gd name="connsiteY1" fmla="*/ 0 h 3278"/>
                <a:gd name="connsiteX2" fmla="*/ 327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1639" y="0"/>
                  </a:moveTo>
                  <a:lnTo>
                    <a:pt x="0" y="0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4" name="Freeform 2343">
              <a:extLst>
                <a:ext uri="{FF2B5EF4-FFF2-40B4-BE49-F238E27FC236}">
                  <a16:creationId xmlns:a16="http://schemas.microsoft.com/office/drawing/2014/main" id="{70120CD8-440E-6D40-A9F8-55AE32B59AB5}"/>
                </a:ext>
              </a:extLst>
            </p:cNvPr>
            <p:cNvSpPr/>
            <p:nvPr/>
          </p:nvSpPr>
          <p:spPr>
            <a:xfrm>
              <a:off x="9415656" y="4409977"/>
              <a:ext cx="4917" cy="4917"/>
            </a:xfrm>
            <a:custGeom>
              <a:avLst/>
              <a:gdLst>
                <a:gd name="connsiteX0" fmla="*/ 4918 w 4917"/>
                <a:gd name="connsiteY0" fmla="*/ 0 h 4917"/>
                <a:gd name="connsiteX1" fmla="*/ 4918 w 4917"/>
                <a:gd name="connsiteY1" fmla="*/ 0 h 4917"/>
                <a:gd name="connsiteX2" fmla="*/ 0 w 4917"/>
                <a:gd name="connsiteY2" fmla="*/ 3279 h 4917"/>
                <a:gd name="connsiteX3" fmla="*/ 4918 w 4917"/>
                <a:gd name="connsiteY3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7">
                  <a:moveTo>
                    <a:pt x="4918" y="0"/>
                  </a:moveTo>
                  <a:lnTo>
                    <a:pt x="4918" y="0"/>
                  </a:lnTo>
                  <a:lnTo>
                    <a:pt x="0" y="3279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5" name="Freeform 2344">
              <a:extLst>
                <a:ext uri="{FF2B5EF4-FFF2-40B4-BE49-F238E27FC236}">
                  <a16:creationId xmlns:a16="http://schemas.microsoft.com/office/drawing/2014/main" id="{315F6E3F-2985-C849-8D0B-668463EFADC8}"/>
                </a:ext>
              </a:extLst>
            </p:cNvPr>
            <p:cNvSpPr/>
            <p:nvPr/>
          </p:nvSpPr>
          <p:spPr>
            <a:xfrm>
              <a:off x="9417295" y="4382108"/>
              <a:ext cx="357376" cy="127868"/>
            </a:xfrm>
            <a:custGeom>
              <a:avLst/>
              <a:gdLst>
                <a:gd name="connsiteX0" fmla="*/ 60656 w 357376"/>
                <a:gd name="connsiteY0" fmla="*/ 8197 h 127868"/>
                <a:gd name="connsiteX1" fmla="*/ 55738 w 357376"/>
                <a:gd name="connsiteY1" fmla="*/ 4918 h 127868"/>
                <a:gd name="connsiteX2" fmla="*/ 52459 w 357376"/>
                <a:gd name="connsiteY2" fmla="*/ 4918 h 127868"/>
                <a:gd name="connsiteX3" fmla="*/ 49180 w 357376"/>
                <a:gd name="connsiteY3" fmla="*/ 6558 h 127868"/>
                <a:gd name="connsiteX4" fmla="*/ 45902 w 357376"/>
                <a:gd name="connsiteY4" fmla="*/ 3279 h 127868"/>
                <a:gd name="connsiteX5" fmla="*/ 42623 w 357376"/>
                <a:gd name="connsiteY5" fmla="*/ 3279 h 127868"/>
                <a:gd name="connsiteX6" fmla="*/ 37706 w 357376"/>
                <a:gd name="connsiteY6" fmla="*/ 4918 h 127868"/>
                <a:gd name="connsiteX7" fmla="*/ 36066 w 357376"/>
                <a:gd name="connsiteY7" fmla="*/ 1639 h 127868"/>
                <a:gd name="connsiteX8" fmla="*/ 32787 w 357376"/>
                <a:gd name="connsiteY8" fmla="*/ 0 h 127868"/>
                <a:gd name="connsiteX9" fmla="*/ 31148 w 357376"/>
                <a:gd name="connsiteY9" fmla="*/ 4918 h 127868"/>
                <a:gd name="connsiteX10" fmla="*/ 27869 w 357376"/>
                <a:gd name="connsiteY10" fmla="*/ 8197 h 127868"/>
                <a:gd name="connsiteX11" fmla="*/ 26230 w 357376"/>
                <a:gd name="connsiteY11" fmla="*/ 11476 h 127868"/>
                <a:gd name="connsiteX12" fmla="*/ 24590 w 357376"/>
                <a:gd name="connsiteY12" fmla="*/ 16393 h 127868"/>
                <a:gd name="connsiteX13" fmla="*/ 24590 w 357376"/>
                <a:gd name="connsiteY13" fmla="*/ 19672 h 127868"/>
                <a:gd name="connsiteX14" fmla="*/ 24590 w 357376"/>
                <a:gd name="connsiteY14" fmla="*/ 22951 h 127868"/>
                <a:gd name="connsiteX15" fmla="*/ 21312 w 357376"/>
                <a:gd name="connsiteY15" fmla="*/ 27869 h 127868"/>
                <a:gd name="connsiteX16" fmla="*/ 18033 w 357376"/>
                <a:gd name="connsiteY16" fmla="*/ 24590 h 127868"/>
                <a:gd name="connsiteX17" fmla="*/ 16393 w 357376"/>
                <a:gd name="connsiteY17" fmla="*/ 29508 h 127868"/>
                <a:gd name="connsiteX18" fmla="*/ 16393 w 357376"/>
                <a:gd name="connsiteY18" fmla="*/ 32787 h 127868"/>
                <a:gd name="connsiteX19" fmla="*/ 13115 w 357376"/>
                <a:gd name="connsiteY19" fmla="*/ 36066 h 127868"/>
                <a:gd name="connsiteX20" fmla="*/ 11476 w 357376"/>
                <a:gd name="connsiteY20" fmla="*/ 40983 h 127868"/>
                <a:gd name="connsiteX21" fmla="*/ 8197 w 357376"/>
                <a:gd name="connsiteY21" fmla="*/ 36066 h 127868"/>
                <a:gd name="connsiteX22" fmla="*/ 4919 w 357376"/>
                <a:gd name="connsiteY22" fmla="*/ 37705 h 127868"/>
                <a:gd name="connsiteX23" fmla="*/ 0 w 357376"/>
                <a:gd name="connsiteY23" fmla="*/ 39344 h 127868"/>
                <a:gd name="connsiteX24" fmla="*/ 4919 w 357376"/>
                <a:gd name="connsiteY24" fmla="*/ 40983 h 127868"/>
                <a:gd name="connsiteX25" fmla="*/ 8197 w 357376"/>
                <a:gd name="connsiteY25" fmla="*/ 42623 h 127868"/>
                <a:gd name="connsiteX26" fmla="*/ 11476 w 357376"/>
                <a:gd name="connsiteY26" fmla="*/ 42623 h 127868"/>
                <a:gd name="connsiteX27" fmla="*/ 16393 w 357376"/>
                <a:gd name="connsiteY27" fmla="*/ 42623 h 127868"/>
                <a:gd name="connsiteX28" fmla="*/ 19672 w 357376"/>
                <a:gd name="connsiteY28" fmla="*/ 42623 h 127868"/>
                <a:gd name="connsiteX29" fmla="*/ 22951 w 357376"/>
                <a:gd name="connsiteY29" fmla="*/ 42623 h 127868"/>
                <a:gd name="connsiteX30" fmla="*/ 26230 w 357376"/>
                <a:gd name="connsiteY30" fmla="*/ 40983 h 127868"/>
                <a:gd name="connsiteX31" fmla="*/ 31148 w 357376"/>
                <a:gd name="connsiteY31" fmla="*/ 40983 h 127868"/>
                <a:gd name="connsiteX32" fmla="*/ 34427 w 357376"/>
                <a:gd name="connsiteY32" fmla="*/ 42623 h 127868"/>
                <a:gd name="connsiteX33" fmla="*/ 37706 w 357376"/>
                <a:gd name="connsiteY33" fmla="*/ 45902 h 127868"/>
                <a:gd name="connsiteX34" fmla="*/ 42623 w 357376"/>
                <a:gd name="connsiteY34" fmla="*/ 49180 h 127868"/>
                <a:gd name="connsiteX35" fmla="*/ 45902 w 357376"/>
                <a:gd name="connsiteY35" fmla="*/ 49180 h 127868"/>
                <a:gd name="connsiteX36" fmla="*/ 49180 w 357376"/>
                <a:gd name="connsiteY36" fmla="*/ 47541 h 127868"/>
                <a:gd name="connsiteX37" fmla="*/ 50820 w 357376"/>
                <a:gd name="connsiteY37" fmla="*/ 52459 h 127868"/>
                <a:gd name="connsiteX38" fmla="*/ 47541 w 357376"/>
                <a:gd name="connsiteY38" fmla="*/ 55738 h 127868"/>
                <a:gd name="connsiteX39" fmla="*/ 44262 w 357376"/>
                <a:gd name="connsiteY39" fmla="*/ 60656 h 127868"/>
                <a:gd name="connsiteX40" fmla="*/ 44262 w 357376"/>
                <a:gd name="connsiteY40" fmla="*/ 63935 h 127868"/>
                <a:gd name="connsiteX41" fmla="*/ 49180 w 357376"/>
                <a:gd name="connsiteY41" fmla="*/ 65573 h 127868"/>
                <a:gd name="connsiteX42" fmla="*/ 52459 w 357376"/>
                <a:gd name="connsiteY42" fmla="*/ 67213 h 127868"/>
                <a:gd name="connsiteX43" fmla="*/ 55738 w 357376"/>
                <a:gd name="connsiteY43" fmla="*/ 67213 h 127868"/>
                <a:gd name="connsiteX44" fmla="*/ 59017 w 357376"/>
                <a:gd name="connsiteY44" fmla="*/ 67213 h 127868"/>
                <a:gd name="connsiteX45" fmla="*/ 63935 w 357376"/>
                <a:gd name="connsiteY45" fmla="*/ 68852 h 127868"/>
                <a:gd name="connsiteX46" fmla="*/ 67213 w 357376"/>
                <a:gd name="connsiteY46" fmla="*/ 68852 h 127868"/>
                <a:gd name="connsiteX47" fmla="*/ 70492 w 357376"/>
                <a:gd name="connsiteY47" fmla="*/ 68852 h 127868"/>
                <a:gd name="connsiteX48" fmla="*/ 73770 w 357376"/>
                <a:gd name="connsiteY48" fmla="*/ 70492 h 127868"/>
                <a:gd name="connsiteX49" fmla="*/ 78689 w 357376"/>
                <a:gd name="connsiteY49" fmla="*/ 70492 h 127868"/>
                <a:gd name="connsiteX50" fmla="*/ 81967 w 357376"/>
                <a:gd name="connsiteY50" fmla="*/ 70492 h 127868"/>
                <a:gd name="connsiteX51" fmla="*/ 85246 w 357376"/>
                <a:gd name="connsiteY51" fmla="*/ 72131 h 127868"/>
                <a:gd name="connsiteX52" fmla="*/ 90164 w 357376"/>
                <a:gd name="connsiteY52" fmla="*/ 73770 h 127868"/>
                <a:gd name="connsiteX53" fmla="*/ 93442 w 357376"/>
                <a:gd name="connsiteY53" fmla="*/ 77049 h 127868"/>
                <a:gd name="connsiteX54" fmla="*/ 96721 w 357376"/>
                <a:gd name="connsiteY54" fmla="*/ 78688 h 127868"/>
                <a:gd name="connsiteX55" fmla="*/ 100000 w 357376"/>
                <a:gd name="connsiteY55" fmla="*/ 80328 h 127868"/>
                <a:gd name="connsiteX56" fmla="*/ 101639 w 357376"/>
                <a:gd name="connsiteY56" fmla="*/ 80328 h 127868"/>
                <a:gd name="connsiteX57" fmla="*/ 104918 w 357376"/>
                <a:gd name="connsiteY57" fmla="*/ 80328 h 127868"/>
                <a:gd name="connsiteX58" fmla="*/ 109836 w 357376"/>
                <a:gd name="connsiteY58" fmla="*/ 81967 h 127868"/>
                <a:gd name="connsiteX59" fmla="*/ 113115 w 357376"/>
                <a:gd name="connsiteY59" fmla="*/ 83606 h 127868"/>
                <a:gd name="connsiteX60" fmla="*/ 116394 w 357376"/>
                <a:gd name="connsiteY60" fmla="*/ 83606 h 127868"/>
                <a:gd name="connsiteX61" fmla="*/ 119672 w 357376"/>
                <a:gd name="connsiteY61" fmla="*/ 85246 h 127868"/>
                <a:gd name="connsiteX62" fmla="*/ 124590 w 357376"/>
                <a:gd name="connsiteY62" fmla="*/ 83606 h 127868"/>
                <a:gd name="connsiteX63" fmla="*/ 124590 w 357376"/>
                <a:gd name="connsiteY63" fmla="*/ 80328 h 127868"/>
                <a:gd name="connsiteX64" fmla="*/ 129508 w 357376"/>
                <a:gd name="connsiteY64" fmla="*/ 78688 h 127868"/>
                <a:gd name="connsiteX65" fmla="*/ 132787 w 357376"/>
                <a:gd name="connsiteY65" fmla="*/ 78688 h 127868"/>
                <a:gd name="connsiteX66" fmla="*/ 136066 w 357376"/>
                <a:gd name="connsiteY66" fmla="*/ 78688 h 127868"/>
                <a:gd name="connsiteX67" fmla="*/ 139344 w 357376"/>
                <a:gd name="connsiteY67" fmla="*/ 80328 h 127868"/>
                <a:gd name="connsiteX68" fmla="*/ 144262 w 357376"/>
                <a:gd name="connsiteY68" fmla="*/ 80328 h 127868"/>
                <a:gd name="connsiteX69" fmla="*/ 147540 w 357376"/>
                <a:gd name="connsiteY69" fmla="*/ 80328 h 127868"/>
                <a:gd name="connsiteX70" fmla="*/ 150819 w 357376"/>
                <a:gd name="connsiteY70" fmla="*/ 80328 h 127868"/>
                <a:gd name="connsiteX71" fmla="*/ 155737 w 357376"/>
                <a:gd name="connsiteY71" fmla="*/ 80328 h 127868"/>
                <a:gd name="connsiteX72" fmla="*/ 159016 w 357376"/>
                <a:gd name="connsiteY72" fmla="*/ 80328 h 127868"/>
                <a:gd name="connsiteX73" fmla="*/ 162295 w 357376"/>
                <a:gd name="connsiteY73" fmla="*/ 81967 h 127868"/>
                <a:gd name="connsiteX74" fmla="*/ 165574 w 357376"/>
                <a:gd name="connsiteY74" fmla="*/ 83606 h 127868"/>
                <a:gd name="connsiteX75" fmla="*/ 170491 w 357376"/>
                <a:gd name="connsiteY75" fmla="*/ 83606 h 127868"/>
                <a:gd name="connsiteX76" fmla="*/ 173770 w 357376"/>
                <a:gd name="connsiteY76" fmla="*/ 85246 h 127868"/>
                <a:gd name="connsiteX77" fmla="*/ 177049 w 357376"/>
                <a:gd name="connsiteY77" fmla="*/ 86885 h 127868"/>
                <a:gd name="connsiteX78" fmla="*/ 181967 w 357376"/>
                <a:gd name="connsiteY78" fmla="*/ 88525 h 127868"/>
                <a:gd name="connsiteX79" fmla="*/ 181967 w 357376"/>
                <a:gd name="connsiteY79" fmla="*/ 88525 h 127868"/>
                <a:gd name="connsiteX80" fmla="*/ 183606 w 357376"/>
                <a:gd name="connsiteY80" fmla="*/ 88525 h 127868"/>
                <a:gd name="connsiteX81" fmla="*/ 186885 w 357376"/>
                <a:gd name="connsiteY81" fmla="*/ 91803 h 127868"/>
                <a:gd name="connsiteX82" fmla="*/ 191803 w 357376"/>
                <a:gd name="connsiteY82" fmla="*/ 93442 h 127868"/>
                <a:gd name="connsiteX83" fmla="*/ 195081 w 357376"/>
                <a:gd name="connsiteY83" fmla="*/ 95082 h 127868"/>
                <a:gd name="connsiteX84" fmla="*/ 198360 w 357376"/>
                <a:gd name="connsiteY84" fmla="*/ 96721 h 127868"/>
                <a:gd name="connsiteX85" fmla="*/ 201639 w 357376"/>
                <a:gd name="connsiteY85" fmla="*/ 98360 h 127868"/>
                <a:gd name="connsiteX86" fmla="*/ 206557 w 357376"/>
                <a:gd name="connsiteY86" fmla="*/ 100000 h 127868"/>
                <a:gd name="connsiteX87" fmla="*/ 209836 w 357376"/>
                <a:gd name="connsiteY87" fmla="*/ 101639 h 127868"/>
                <a:gd name="connsiteX88" fmla="*/ 213114 w 357376"/>
                <a:gd name="connsiteY88" fmla="*/ 101639 h 127868"/>
                <a:gd name="connsiteX89" fmla="*/ 213114 w 357376"/>
                <a:gd name="connsiteY89" fmla="*/ 101639 h 127868"/>
                <a:gd name="connsiteX90" fmla="*/ 218033 w 357376"/>
                <a:gd name="connsiteY90" fmla="*/ 103279 h 127868"/>
                <a:gd name="connsiteX91" fmla="*/ 221310 w 357376"/>
                <a:gd name="connsiteY91" fmla="*/ 104918 h 127868"/>
                <a:gd name="connsiteX92" fmla="*/ 224589 w 357376"/>
                <a:gd name="connsiteY92" fmla="*/ 104918 h 127868"/>
                <a:gd name="connsiteX93" fmla="*/ 227868 w 357376"/>
                <a:gd name="connsiteY93" fmla="*/ 104918 h 127868"/>
                <a:gd name="connsiteX94" fmla="*/ 232786 w 357376"/>
                <a:gd name="connsiteY94" fmla="*/ 104918 h 127868"/>
                <a:gd name="connsiteX95" fmla="*/ 236065 w 357376"/>
                <a:gd name="connsiteY95" fmla="*/ 104918 h 127868"/>
                <a:gd name="connsiteX96" fmla="*/ 239344 w 357376"/>
                <a:gd name="connsiteY96" fmla="*/ 106557 h 127868"/>
                <a:gd name="connsiteX97" fmla="*/ 244262 w 357376"/>
                <a:gd name="connsiteY97" fmla="*/ 108196 h 127868"/>
                <a:gd name="connsiteX98" fmla="*/ 247540 w 357376"/>
                <a:gd name="connsiteY98" fmla="*/ 106557 h 127868"/>
                <a:gd name="connsiteX99" fmla="*/ 250819 w 357376"/>
                <a:gd name="connsiteY99" fmla="*/ 104918 h 127868"/>
                <a:gd name="connsiteX100" fmla="*/ 254097 w 357376"/>
                <a:gd name="connsiteY100" fmla="*/ 106557 h 127868"/>
                <a:gd name="connsiteX101" fmla="*/ 259016 w 357376"/>
                <a:gd name="connsiteY101" fmla="*/ 106557 h 127868"/>
                <a:gd name="connsiteX102" fmla="*/ 262294 w 357376"/>
                <a:gd name="connsiteY102" fmla="*/ 106557 h 127868"/>
                <a:gd name="connsiteX103" fmla="*/ 265573 w 357376"/>
                <a:gd name="connsiteY103" fmla="*/ 108196 h 127868"/>
                <a:gd name="connsiteX104" fmla="*/ 268852 w 357376"/>
                <a:gd name="connsiteY104" fmla="*/ 108196 h 127868"/>
                <a:gd name="connsiteX105" fmla="*/ 273769 w 357376"/>
                <a:gd name="connsiteY105" fmla="*/ 109836 h 127868"/>
                <a:gd name="connsiteX106" fmla="*/ 277048 w 357376"/>
                <a:gd name="connsiteY106" fmla="*/ 111475 h 127868"/>
                <a:gd name="connsiteX107" fmla="*/ 280327 w 357376"/>
                <a:gd name="connsiteY107" fmla="*/ 111475 h 127868"/>
                <a:gd name="connsiteX108" fmla="*/ 285245 w 357376"/>
                <a:gd name="connsiteY108" fmla="*/ 111475 h 127868"/>
                <a:gd name="connsiteX109" fmla="*/ 288524 w 357376"/>
                <a:gd name="connsiteY109" fmla="*/ 109836 h 127868"/>
                <a:gd name="connsiteX110" fmla="*/ 291803 w 357376"/>
                <a:gd name="connsiteY110" fmla="*/ 111475 h 127868"/>
                <a:gd name="connsiteX111" fmla="*/ 296721 w 357376"/>
                <a:gd name="connsiteY111" fmla="*/ 108196 h 127868"/>
                <a:gd name="connsiteX112" fmla="*/ 299999 w 357376"/>
                <a:gd name="connsiteY112" fmla="*/ 106557 h 127868"/>
                <a:gd name="connsiteX113" fmla="*/ 303277 w 357376"/>
                <a:gd name="connsiteY113" fmla="*/ 104918 h 127868"/>
                <a:gd name="connsiteX114" fmla="*/ 306556 w 357376"/>
                <a:gd name="connsiteY114" fmla="*/ 106557 h 127868"/>
                <a:gd name="connsiteX115" fmla="*/ 311474 w 357376"/>
                <a:gd name="connsiteY115" fmla="*/ 109836 h 127868"/>
                <a:gd name="connsiteX116" fmla="*/ 314753 w 357376"/>
                <a:gd name="connsiteY116" fmla="*/ 111475 h 127868"/>
                <a:gd name="connsiteX117" fmla="*/ 318032 w 357376"/>
                <a:gd name="connsiteY117" fmla="*/ 113115 h 127868"/>
                <a:gd name="connsiteX118" fmla="*/ 321311 w 357376"/>
                <a:gd name="connsiteY118" fmla="*/ 114754 h 127868"/>
                <a:gd name="connsiteX119" fmla="*/ 326228 w 357376"/>
                <a:gd name="connsiteY119" fmla="*/ 116393 h 127868"/>
                <a:gd name="connsiteX120" fmla="*/ 329507 w 357376"/>
                <a:gd name="connsiteY120" fmla="*/ 118032 h 127868"/>
                <a:gd name="connsiteX121" fmla="*/ 332786 w 357376"/>
                <a:gd name="connsiteY121" fmla="*/ 121311 h 127868"/>
                <a:gd name="connsiteX122" fmla="*/ 337704 w 357376"/>
                <a:gd name="connsiteY122" fmla="*/ 121311 h 127868"/>
                <a:gd name="connsiteX123" fmla="*/ 340983 w 357376"/>
                <a:gd name="connsiteY123" fmla="*/ 121311 h 127868"/>
                <a:gd name="connsiteX124" fmla="*/ 344261 w 357376"/>
                <a:gd name="connsiteY124" fmla="*/ 119672 h 127868"/>
                <a:gd name="connsiteX125" fmla="*/ 347540 w 357376"/>
                <a:gd name="connsiteY125" fmla="*/ 121311 h 127868"/>
                <a:gd name="connsiteX126" fmla="*/ 347540 w 357376"/>
                <a:gd name="connsiteY126" fmla="*/ 126229 h 127868"/>
                <a:gd name="connsiteX127" fmla="*/ 347540 w 357376"/>
                <a:gd name="connsiteY127" fmla="*/ 126229 h 127868"/>
                <a:gd name="connsiteX128" fmla="*/ 347540 w 357376"/>
                <a:gd name="connsiteY128" fmla="*/ 126229 h 127868"/>
                <a:gd name="connsiteX129" fmla="*/ 352457 w 357376"/>
                <a:gd name="connsiteY129" fmla="*/ 126229 h 127868"/>
                <a:gd name="connsiteX130" fmla="*/ 354097 w 357376"/>
                <a:gd name="connsiteY130" fmla="*/ 127869 h 127868"/>
                <a:gd name="connsiteX131" fmla="*/ 355736 w 357376"/>
                <a:gd name="connsiteY131" fmla="*/ 127869 h 127868"/>
                <a:gd name="connsiteX132" fmla="*/ 357376 w 357376"/>
                <a:gd name="connsiteY132" fmla="*/ 124590 h 127868"/>
                <a:gd name="connsiteX133" fmla="*/ 354097 w 357376"/>
                <a:gd name="connsiteY133" fmla="*/ 121311 h 127868"/>
                <a:gd name="connsiteX134" fmla="*/ 350818 w 357376"/>
                <a:gd name="connsiteY134" fmla="*/ 116393 h 127868"/>
                <a:gd name="connsiteX135" fmla="*/ 350818 w 357376"/>
                <a:gd name="connsiteY135" fmla="*/ 113115 h 127868"/>
                <a:gd name="connsiteX136" fmla="*/ 349180 w 357376"/>
                <a:gd name="connsiteY136" fmla="*/ 109836 h 127868"/>
                <a:gd name="connsiteX137" fmla="*/ 349180 w 357376"/>
                <a:gd name="connsiteY137" fmla="*/ 106557 h 127868"/>
                <a:gd name="connsiteX138" fmla="*/ 350818 w 357376"/>
                <a:gd name="connsiteY138" fmla="*/ 101639 h 127868"/>
                <a:gd name="connsiteX139" fmla="*/ 350818 w 357376"/>
                <a:gd name="connsiteY139" fmla="*/ 98360 h 127868"/>
                <a:gd name="connsiteX140" fmla="*/ 350818 w 357376"/>
                <a:gd name="connsiteY140" fmla="*/ 98360 h 127868"/>
                <a:gd name="connsiteX141" fmla="*/ 352457 w 357376"/>
                <a:gd name="connsiteY141" fmla="*/ 93442 h 127868"/>
                <a:gd name="connsiteX142" fmla="*/ 352457 w 357376"/>
                <a:gd name="connsiteY142" fmla="*/ 90164 h 127868"/>
                <a:gd name="connsiteX143" fmla="*/ 354097 w 357376"/>
                <a:gd name="connsiteY143" fmla="*/ 86885 h 127868"/>
                <a:gd name="connsiteX144" fmla="*/ 350818 w 357376"/>
                <a:gd name="connsiteY144" fmla="*/ 81967 h 127868"/>
                <a:gd name="connsiteX145" fmla="*/ 347540 w 357376"/>
                <a:gd name="connsiteY145" fmla="*/ 80328 h 127868"/>
                <a:gd name="connsiteX146" fmla="*/ 344261 w 357376"/>
                <a:gd name="connsiteY146" fmla="*/ 80328 h 127868"/>
                <a:gd name="connsiteX147" fmla="*/ 340983 w 357376"/>
                <a:gd name="connsiteY147" fmla="*/ 78688 h 127868"/>
                <a:gd name="connsiteX148" fmla="*/ 336064 w 357376"/>
                <a:gd name="connsiteY148" fmla="*/ 77049 h 127868"/>
                <a:gd name="connsiteX149" fmla="*/ 332786 w 357376"/>
                <a:gd name="connsiteY149" fmla="*/ 80328 h 127868"/>
                <a:gd name="connsiteX150" fmla="*/ 329507 w 357376"/>
                <a:gd name="connsiteY150" fmla="*/ 80328 h 127868"/>
                <a:gd name="connsiteX151" fmla="*/ 324589 w 357376"/>
                <a:gd name="connsiteY151" fmla="*/ 80328 h 127868"/>
                <a:gd name="connsiteX152" fmla="*/ 321311 w 357376"/>
                <a:gd name="connsiteY152" fmla="*/ 80328 h 127868"/>
                <a:gd name="connsiteX153" fmla="*/ 318032 w 357376"/>
                <a:gd name="connsiteY153" fmla="*/ 80328 h 127868"/>
                <a:gd name="connsiteX154" fmla="*/ 314753 w 357376"/>
                <a:gd name="connsiteY154" fmla="*/ 81967 h 127868"/>
                <a:gd name="connsiteX155" fmla="*/ 309835 w 357376"/>
                <a:gd name="connsiteY155" fmla="*/ 83606 h 127868"/>
                <a:gd name="connsiteX156" fmla="*/ 306556 w 357376"/>
                <a:gd name="connsiteY156" fmla="*/ 81967 h 127868"/>
                <a:gd name="connsiteX157" fmla="*/ 303277 w 357376"/>
                <a:gd name="connsiteY157" fmla="*/ 80328 h 127868"/>
                <a:gd name="connsiteX158" fmla="*/ 298360 w 357376"/>
                <a:gd name="connsiteY158" fmla="*/ 77049 h 127868"/>
                <a:gd name="connsiteX159" fmla="*/ 295081 w 357376"/>
                <a:gd name="connsiteY159" fmla="*/ 77049 h 127868"/>
                <a:gd name="connsiteX160" fmla="*/ 291803 w 357376"/>
                <a:gd name="connsiteY160" fmla="*/ 75410 h 127868"/>
                <a:gd name="connsiteX161" fmla="*/ 290163 w 357376"/>
                <a:gd name="connsiteY161" fmla="*/ 73770 h 127868"/>
                <a:gd name="connsiteX162" fmla="*/ 290163 w 357376"/>
                <a:gd name="connsiteY162" fmla="*/ 68852 h 127868"/>
                <a:gd name="connsiteX163" fmla="*/ 291803 w 357376"/>
                <a:gd name="connsiteY163" fmla="*/ 65573 h 127868"/>
                <a:gd name="connsiteX164" fmla="*/ 291803 w 357376"/>
                <a:gd name="connsiteY164" fmla="*/ 62295 h 127868"/>
                <a:gd name="connsiteX165" fmla="*/ 290163 w 357376"/>
                <a:gd name="connsiteY165" fmla="*/ 57377 h 127868"/>
                <a:gd name="connsiteX166" fmla="*/ 286884 w 357376"/>
                <a:gd name="connsiteY166" fmla="*/ 60656 h 127868"/>
                <a:gd name="connsiteX167" fmla="*/ 286884 w 357376"/>
                <a:gd name="connsiteY167" fmla="*/ 55738 h 127868"/>
                <a:gd name="connsiteX168" fmla="*/ 285245 w 357376"/>
                <a:gd name="connsiteY168" fmla="*/ 52459 h 127868"/>
                <a:gd name="connsiteX169" fmla="*/ 285245 w 357376"/>
                <a:gd name="connsiteY169" fmla="*/ 50820 h 127868"/>
                <a:gd name="connsiteX170" fmla="*/ 283606 w 357376"/>
                <a:gd name="connsiteY170" fmla="*/ 47541 h 127868"/>
                <a:gd name="connsiteX171" fmla="*/ 283606 w 357376"/>
                <a:gd name="connsiteY171" fmla="*/ 44262 h 127868"/>
                <a:gd name="connsiteX172" fmla="*/ 280327 w 357376"/>
                <a:gd name="connsiteY172" fmla="*/ 44262 h 127868"/>
                <a:gd name="connsiteX173" fmla="*/ 277048 w 357376"/>
                <a:gd name="connsiteY173" fmla="*/ 44262 h 127868"/>
                <a:gd name="connsiteX174" fmla="*/ 272131 w 357376"/>
                <a:gd name="connsiteY174" fmla="*/ 44262 h 127868"/>
                <a:gd name="connsiteX175" fmla="*/ 268852 w 357376"/>
                <a:gd name="connsiteY175" fmla="*/ 44262 h 127868"/>
                <a:gd name="connsiteX176" fmla="*/ 265573 w 357376"/>
                <a:gd name="connsiteY176" fmla="*/ 45902 h 127868"/>
                <a:gd name="connsiteX177" fmla="*/ 262294 w 357376"/>
                <a:gd name="connsiteY177" fmla="*/ 40983 h 127868"/>
                <a:gd name="connsiteX178" fmla="*/ 259016 w 357376"/>
                <a:gd name="connsiteY178" fmla="*/ 39344 h 127868"/>
                <a:gd name="connsiteX179" fmla="*/ 254097 w 357376"/>
                <a:gd name="connsiteY179" fmla="*/ 40983 h 127868"/>
                <a:gd name="connsiteX180" fmla="*/ 250819 w 357376"/>
                <a:gd name="connsiteY180" fmla="*/ 39344 h 127868"/>
                <a:gd name="connsiteX181" fmla="*/ 249179 w 357376"/>
                <a:gd name="connsiteY181" fmla="*/ 37705 h 127868"/>
                <a:gd name="connsiteX182" fmla="*/ 245901 w 357376"/>
                <a:gd name="connsiteY182" fmla="*/ 34426 h 127868"/>
                <a:gd name="connsiteX183" fmla="*/ 242623 w 357376"/>
                <a:gd name="connsiteY183" fmla="*/ 32787 h 127868"/>
                <a:gd name="connsiteX184" fmla="*/ 237704 w 357376"/>
                <a:gd name="connsiteY184" fmla="*/ 36066 h 127868"/>
                <a:gd name="connsiteX185" fmla="*/ 234426 w 357376"/>
                <a:gd name="connsiteY185" fmla="*/ 36066 h 127868"/>
                <a:gd name="connsiteX186" fmla="*/ 231147 w 357376"/>
                <a:gd name="connsiteY186" fmla="*/ 36066 h 127868"/>
                <a:gd name="connsiteX187" fmla="*/ 229507 w 357376"/>
                <a:gd name="connsiteY187" fmla="*/ 36066 h 127868"/>
                <a:gd name="connsiteX188" fmla="*/ 227868 w 357376"/>
                <a:gd name="connsiteY188" fmla="*/ 31148 h 127868"/>
                <a:gd name="connsiteX189" fmla="*/ 226229 w 357376"/>
                <a:gd name="connsiteY189" fmla="*/ 27869 h 127868"/>
                <a:gd name="connsiteX190" fmla="*/ 224589 w 357376"/>
                <a:gd name="connsiteY190" fmla="*/ 24590 h 127868"/>
                <a:gd name="connsiteX191" fmla="*/ 221310 w 357376"/>
                <a:gd name="connsiteY191" fmla="*/ 22951 h 127868"/>
                <a:gd name="connsiteX192" fmla="*/ 218033 w 357376"/>
                <a:gd name="connsiteY192" fmla="*/ 24590 h 127868"/>
                <a:gd name="connsiteX193" fmla="*/ 213114 w 357376"/>
                <a:gd name="connsiteY193" fmla="*/ 24590 h 127868"/>
                <a:gd name="connsiteX194" fmla="*/ 211475 w 357376"/>
                <a:gd name="connsiteY194" fmla="*/ 29508 h 127868"/>
                <a:gd name="connsiteX195" fmla="*/ 209836 w 357376"/>
                <a:gd name="connsiteY195" fmla="*/ 32787 h 127868"/>
                <a:gd name="connsiteX196" fmla="*/ 209836 w 357376"/>
                <a:gd name="connsiteY196" fmla="*/ 36066 h 127868"/>
                <a:gd name="connsiteX197" fmla="*/ 208196 w 357376"/>
                <a:gd name="connsiteY197" fmla="*/ 39344 h 127868"/>
                <a:gd name="connsiteX198" fmla="*/ 208196 w 357376"/>
                <a:gd name="connsiteY198" fmla="*/ 39344 h 127868"/>
                <a:gd name="connsiteX199" fmla="*/ 204917 w 357376"/>
                <a:gd name="connsiteY199" fmla="*/ 42623 h 127868"/>
                <a:gd name="connsiteX200" fmla="*/ 201639 w 357376"/>
                <a:gd name="connsiteY200" fmla="*/ 47541 h 127868"/>
                <a:gd name="connsiteX201" fmla="*/ 198360 w 357376"/>
                <a:gd name="connsiteY201" fmla="*/ 47541 h 127868"/>
                <a:gd name="connsiteX202" fmla="*/ 195081 w 357376"/>
                <a:gd name="connsiteY202" fmla="*/ 45902 h 127868"/>
                <a:gd name="connsiteX203" fmla="*/ 191803 w 357376"/>
                <a:gd name="connsiteY203" fmla="*/ 42623 h 127868"/>
                <a:gd name="connsiteX204" fmla="*/ 186885 w 357376"/>
                <a:gd name="connsiteY204" fmla="*/ 45902 h 127868"/>
                <a:gd name="connsiteX205" fmla="*/ 183606 w 357376"/>
                <a:gd name="connsiteY205" fmla="*/ 45902 h 127868"/>
                <a:gd name="connsiteX206" fmla="*/ 180327 w 357376"/>
                <a:gd name="connsiteY206" fmla="*/ 45902 h 127868"/>
                <a:gd name="connsiteX207" fmla="*/ 177049 w 357376"/>
                <a:gd name="connsiteY207" fmla="*/ 44262 h 127868"/>
                <a:gd name="connsiteX208" fmla="*/ 173770 w 357376"/>
                <a:gd name="connsiteY208" fmla="*/ 42623 h 127868"/>
                <a:gd name="connsiteX209" fmla="*/ 168852 w 357376"/>
                <a:gd name="connsiteY209" fmla="*/ 42623 h 127868"/>
                <a:gd name="connsiteX210" fmla="*/ 165574 w 357376"/>
                <a:gd name="connsiteY210" fmla="*/ 40983 h 127868"/>
                <a:gd name="connsiteX211" fmla="*/ 162295 w 357376"/>
                <a:gd name="connsiteY211" fmla="*/ 42623 h 127868"/>
                <a:gd name="connsiteX212" fmla="*/ 159016 w 357376"/>
                <a:gd name="connsiteY212" fmla="*/ 44262 h 127868"/>
                <a:gd name="connsiteX213" fmla="*/ 154098 w 357376"/>
                <a:gd name="connsiteY213" fmla="*/ 42623 h 127868"/>
                <a:gd name="connsiteX214" fmla="*/ 150819 w 357376"/>
                <a:gd name="connsiteY214" fmla="*/ 42623 h 127868"/>
                <a:gd name="connsiteX215" fmla="*/ 147540 w 357376"/>
                <a:gd name="connsiteY215" fmla="*/ 39344 h 127868"/>
                <a:gd name="connsiteX216" fmla="*/ 142623 w 357376"/>
                <a:gd name="connsiteY216" fmla="*/ 42623 h 127868"/>
                <a:gd name="connsiteX217" fmla="*/ 142623 w 357376"/>
                <a:gd name="connsiteY217" fmla="*/ 40983 h 127868"/>
                <a:gd name="connsiteX218" fmla="*/ 137705 w 357376"/>
                <a:gd name="connsiteY218" fmla="*/ 40983 h 127868"/>
                <a:gd name="connsiteX219" fmla="*/ 134426 w 357376"/>
                <a:gd name="connsiteY219" fmla="*/ 40983 h 127868"/>
                <a:gd name="connsiteX220" fmla="*/ 131147 w 357376"/>
                <a:gd name="connsiteY220" fmla="*/ 37705 h 127868"/>
                <a:gd name="connsiteX221" fmla="*/ 129508 w 357376"/>
                <a:gd name="connsiteY221" fmla="*/ 34426 h 127868"/>
                <a:gd name="connsiteX222" fmla="*/ 129508 w 357376"/>
                <a:gd name="connsiteY222" fmla="*/ 31148 h 127868"/>
                <a:gd name="connsiteX223" fmla="*/ 129508 w 357376"/>
                <a:gd name="connsiteY223" fmla="*/ 26229 h 127868"/>
                <a:gd name="connsiteX224" fmla="*/ 126229 w 357376"/>
                <a:gd name="connsiteY224" fmla="*/ 22951 h 127868"/>
                <a:gd name="connsiteX225" fmla="*/ 122950 w 357376"/>
                <a:gd name="connsiteY225" fmla="*/ 19672 h 127868"/>
                <a:gd name="connsiteX226" fmla="*/ 119672 w 357376"/>
                <a:gd name="connsiteY226" fmla="*/ 16393 h 127868"/>
                <a:gd name="connsiteX227" fmla="*/ 118032 w 357376"/>
                <a:gd name="connsiteY227" fmla="*/ 16393 h 127868"/>
                <a:gd name="connsiteX228" fmla="*/ 116394 w 357376"/>
                <a:gd name="connsiteY228" fmla="*/ 19672 h 127868"/>
                <a:gd name="connsiteX229" fmla="*/ 111476 w 357376"/>
                <a:gd name="connsiteY229" fmla="*/ 19672 h 127868"/>
                <a:gd name="connsiteX230" fmla="*/ 108197 w 357376"/>
                <a:gd name="connsiteY230" fmla="*/ 18033 h 127868"/>
                <a:gd name="connsiteX231" fmla="*/ 103279 w 357376"/>
                <a:gd name="connsiteY231" fmla="*/ 14754 h 127868"/>
                <a:gd name="connsiteX232" fmla="*/ 103279 w 357376"/>
                <a:gd name="connsiteY232" fmla="*/ 14754 h 127868"/>
                <a:gd name="connsiteX233" fmla="*/ 100000 w 357376"/>
                <a:gd name="connsiteY233" fmla="*/ 14754 h 127868"/>
                <a:gd name="connsiteX234" fmla="*/ 96721 w 357376"/>
                <a:gd name="connsiteY234" fmla="*/ 16393 h 127868"/>
                <a:gd name="connsiteX235" fmla="*/ 93442 w 357376"/>
                <a:gd name="connsiteY235" fmla="*/ 13115 h 127868"/>
                <a:gd name="connsiteX236" fmla="*/ 88525 w 357376"/>
                <a:gd name="connsiteY236" fmla="*/ 11476 h 127868"/>
                <a:gd name="connsiteX237" fmla="*/ 86886 w 357376"/>
                <a:gd name="connsiteY237" fmla="*/ 8197 h 127868"/>
                <a:gd name="connsiteX238" fmla="*/ 83607 w 357376"/>
                <a:gd name="connsiteY238" fmla="*/ 3279 h 127868"/>
                <a:gd name="connsiteX239" fmla="*/ 80328 w 357376"/>
                <a:gd name="connsiteY239" fmla="*/ 3279 h 127868"/>
                <a:gd name="connsiteX240" fmla="*/ 77049 w 357376"/>
                <a:gd name="connsiteY240" fmla="*/ 3279 h 127868"/>
                <a:gd name="connsiteX241" fmla="*/ 73770 w 357376"/>
                <a:gd name="connsiteY241" fmla="*/ 1639 h 127868"/>
                <a:gd name="connsiteX242" fmla="*/ 72131 w 357376"/>
                <a:gd name="connsiteY242" fmla="*/ 1639 h 127868"/>
                <a:gd name="connsiteX243" fmla="*/ 70492 w 357376"/>
                <a:gd name="connsiteY243" fmla="*/ 4918 h 127868"/>
                <a:gd name="connsiteX244" fmla="*/ 70492 w 357376"/>
                <a:gd name="connsiteY244" fmla="*/ 8197 h 127868"/>
                <a:gd name="connsiteX245" fmla="*/ 67213 w 357376"/>
                <a:gd name="connsiteY245" fmla="*/ 9836 h 127868"/>
                <a:gd name="connsiteX246" fmla="*/ 62296 w 357376"/>
                <a:gd name="connsiteY246" fmla="*/ 9836 h 127868"/>
                <a:gd name="connsiteX247" fmla="*/ 60656 w 357376"/>
                <a:gd name="connsiteY247" fmla="*/ 8197 h 1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</a:cxnLst>
              <a:rect l="l" t="t" r="r" b="b"/>
              <a:pathLst>
                <a:path w="357376" h="127868">
                  <a:moveTo>
                    <a:pt x="60656" y="8197"/>
                  </a:moveTo>
                  <a:lnTo>
                    <a:pt x="55738" y="4918"/>
                  </a:lnTo>
                  <a:lnTo>
                    <a:pt x="52459" y="4918"/>
                  </a:lnTo>
                  <a:lnTo>
                    <a:pt x="49180" y="6558"/>
                  </a:lnTo>
                  <a:lnTo>
                    <a:pt x="45902" y="3279"/>
                  </a:lnTo>
                  <a:lnTo>
                    <a:pt x="42623" y="3279"/>
                  </a:lnTo>
                  <a:lnTo>
                    <a:pt x="37706" y="4918"/>
                  </a:lnTo>
                  <a:lnTo>
                    <a:pt x="36066" y="1639"/>
                  </a:lnTo>
                  <a:lnTo>
                    <a:pt x="32787" y="0"/>
                  </a:lnTo>
                  <a:lnTo>
                    <a:pt x="31148" y="4918"/>
                  </a:lnTo>
                  <a:lnTo>
                    <a:pt x="27869" y="8197"/>
                  </a:lnTo>
                  <a:lnTo>
                    <a:pt x="26230" y="11476"/>
                  </a:lnTo>
                  <a:lnTo>
                    <a:pt x="24590" y="16393"/>
                  </a:lnTo>
                  <a:lnTo>
                    <a:pt x="24590" y="19672"/>
                  </a:lnTo>
                  <a:lnTo>
                    <a:pt x="24590" y="22951"/>
                  </a:lnTo>
                  <a:lnTo>
                    <a:pt x="21312" y="27869"/>
                  </a:lnTo>
                  <a:lnTo>
                    <a:pt x="18033" y="24590"/>
                  </a:lnTo>
                  <a:lnTo>
                    <a:pt x="16393" y="29508"/>
                  </a:lnTo>
                  <a:lnTo>
                    <a:pt x="16393" y="32787"/>
                  </a:lnTo>
                  <a:lnTo>
                    <a:pt x="13115" y="36066"/>
                  </a:lnTo>
                  <a:lnTo>
                    <a:pt x="11476" y="40983"/>
                  </a:lnTo>
                  <a:lnTo>
                    <a:pt x="8197" y="36066"/>
                  </a:lnTo>
                  <a:lnTo>
                    <a:pt x="4919" y="37705"/>
                  </a:lnTo>
                  <a:lnTo>
                    <a:pt x="0" y="39344"/>
                  </a:lnTo>
                  <a:lnTo>
                    <a:pt x="4919" y="40983"/>
                  </a:lnTo>
                  <a:lnTo>
                    <a:pt x="8197" y="42623"/>
                  </a:lnTo>
                  <a:lnTo>
                    <a:pt x="11476" y="42623"/>
                  </a:lnTo>
                  <a:lnTo>
                    <a:pt x="16393" y="42623"/>
                  </a:lnTo>
                  <a:lnTo>
                    <a:pt x="19672" y="42623"/>
                  </a:lnTo>
                  <a:lnTo>
                    <a:pt x="22951" y="42623"/>
                  </a:lnTo>
                  <a:lnTo>
                    <a:pt x="26230" y="40983"/>
                  </a:lnTo>
                  <a:lnTo>
                    <a:pt x="31148" y="40983"/>
                  </a:lnTo>
                  <a:lnTo>
                    <a:pt x="34427" y="42623"/>
                  </a:lnTo>
                  <a:lnTo>
                    <a:pt x="37706" y="45902"/>
                  </a:lnTo>
                  <a:lnTo>
                    <a:pt x="42623" y="49180"/>
                  </a:lnTo>
                  <a:lnTo>
                    <a:pt x="45902" y="49180"/>
                  </a:lnTo>
                  <a:lnTo>
                    <a:pt x="49180" y="47541"/>
                  </a:lnTo>
                  <a:lnTo>
                    <a:pt x="50820" y="52459"/>
                  </a:lnTo>
                  <a:lnTo>
                    <a:pt x="47541" y="55738"/>
                  </a:lnTo>
                  <a:lnTo>
                    <a:pt x="44262" y="60656"/>
                  </a:lnTo>
                  <a:lnTo>
                    <a:pt x="44262" y="63935"/>
                  </a:lnTo>
                  <a:lnTo>
                    <a:pt x="49180" y="65573"/>
                  </a:lnTo>
                  <a:lnTo>
                    <a:pt x="52459" y="67213"/>
                  </a:lnTo>
                  <a:lnTo>
                    <a:pt x="55738" y="67213"/>
                  </a:lnTo>
                  <a:lnTo>
                    <a:pt x="59017" y="67213"/>
                  </a:lnTo>
                  <a:lnTo>
                    <a:pt x="63935" y="68852"/>
                  </a:lnTo>
                  <a:lnTo>
                    <a:pt x="67213" y="68852"/>
                  </a:lnTo>
                  <a:lnTo>
                    <a:pt x="70492" y="68852"/>
                  </a:lnTo>
                  <a:lnTo>
                    <a:pt x="73770" y="70492"/>
                  </a:lnTo>
                  <a:lnTo>
                    <a:pt x="78689" y="70492"/>
                  </a:lnTo>
                  <a:lnTo>
                    <a:pt x="81967" y="70492"/>
                  </a:lnTo>
                  <a:lnTo>
                    <a:pt x="85246" y="72131"/>
                  </a:lnTo>
                  <a:lnTo>
                    <a:pt x="90164" y="73770"/>
                  </a:lnTo>
                  <a:lnTo>
                    <a:pt x="93442" y="77049"/>
                  </a:lnTo>
                  <a:lnTo>
                    <a:pt x="96721" y="78688"/>
                  </a:lnTo>
                  <a:lnTo>
                    <a:pt x="100000" y="80328"/>
                  </a:lnTo>
                  <a:lnTo>
                    <a:pt x="101639" y="80328"/>
                  </a:lnTo>
                  <a:lnTo>
                    <a:pt x="104918" y="80328"/>
                  </a:lnTo>
                  <a:lnTo>
                    <a:pt x="109836" y="81967"/>
                  </a:lnTo>
                  <a:lnTo>
                    <a:pt x="113115" y="83606"/>
                  </a:lnTo>
                  <a:lnTo>
                    <a:pt x="116394" y="83606"/>
                  </a:lnTo>
                  <a:lnTo>
                    <a:pt x="119672" y="85246"/>
                  </a:lnTo>
                  <a:lnTo>
                    <a:pt x="124590" y="83606"/>
                  </a:lnTo>
                  <a:lnTo>
                    <a:pt x="124590" y="80328"/>
                  </a:lnTo>
                  <a:lnTo>
                    <a:pt x="129508" y="78688"/>
                  </a:lnTo>
                  <a:lnTo>
                    <a:pt x="132787" y="78688"/>
                  </a:lnTo>
                  <a:lnTo>
                    <a:pt x="136066" y="78688"/>
                  </a:lnTo>
                  <a:lnTo>
                    <a:pt x="139344" y="80328"/>
                  </a:lnTo>
                  <a:lnTo>
                    <a:pt x="144262" y="80328"/>
                  </a:lnTo>
                  <a:lnTo>
                    <a:pt x="147540" y="80328"/>
                  </a:lnTo>
                  <a:lnTo>
                    <a:pt x="150819" y="80328"/>
                  </a:lnTo>
                  <a:lnTo>
                    <a:pt x="155737" y="80328"/>
                  </a:lnTo>
                  <a:lnTo>
                    <a:pt x="159016" y="80328"/>
                  </a:lnTo>
                  <a:lnTo>
                    <a:pt x="162295" y="81967"/>
                  </a:lnTo>
                  <a:lnTo>
                    <a:pt x="165574" y="83606"/>
                  </a:lnTo>
                  <a:lnTo>
                    <a:pt x="170491" y="83606"/>
                  </a:lnTo>
                  <a:lnTo>
                    <a:pt x="173770" y="85246"/>
                  </a:lnTo>
                  <a:lnTo>
                    <a:pt x="177049" y="86885"/>
                  </a:lnTo>
                  <a:lnTo>
                    <a:pt x="181967" y="88525"/>
                  </a:lnTo>
                  <a:lnTo>
                    <a:pt x="181967" y="88525"/>
                  </a:lnTo>
                  <a:lnTo>
                    <a:pt x="183606" y="88525"/>
                  </a:lnTo>
                  <a:lnTo>
                    <a:pt x="186885" y="91803"/>
                  </a:lnTo>
                  <a:lnTo>
                    <a:pt x="191803" y="93442"/>
                  </a:lnTo>
                  <a:lnTo>
                    <a:pt x="195081" y="95082"/>
                  </a:lnTo>
                  <a:lnTo>
                    <a:pt x="198360" y="96721"/>
                  </a:lnTo>
                  <a:lnTo>
                    <a:pt x="201639" y="98360"/>
                  </a:lnTo>
                  <a:lnTo>
                    <a:pt x="206557" y="100000"/>
                  </a:lnTo>
                  <a:lnTo>
                    <a:pt x="209836" y="101639"/>
                  </a:lnTo>
                  <a:lnTo>
                    <a:pt x="213114" y="101639"/>
                  </a:lnTo>
                  <a:lnTo>
                    <a:pt x="213114" y="101639"/>
                  </a:lnTo>
                  <a:lnTo>
                    <a:pt x="218033" y="103279"/>
                  </a:lnTo>
                  <a:lnTo>
                    <a:pt x="221310" y="104918"/>
                  </a:lnTo>
                  <a:lnTo>
                    <a:pt x="224589" y="104918"/>
                  </a:lnTo>
                  <a:lnTo>
                    <a:pt x="227868" y="104918"/>
                  </a:lnTo>
                  <a:lnTo>
                    <a:pt x="232786" y="104918"/>
                  </a:lnTo>
                  <a:lnTo>
                    <a:pt x="236065" y="104918"/>
                  </a:lnTo>
                  <a:lnTo>
                    <a:pt x="239344" y="106557"/>
                  </a:lnTo>
                  <a:lnTo>
                    <a:pt x="244262" y="108196"/>
                  </a:lnTo>
                  <a:lnTo>
                    <a:pt x="247540" y="106557"/>
                  </a:lnTo>
                  <a:lnTo>
                    <a:pt x="250819" y="104918"/>
                  </a:lnTo>
                  <a:lnTo>
                    <a:pt x="254097" y="106557"/>
                  </a:lnTo>
                  <a:lnTo>
                    <a:pt x="259016" y="106557"/>
                  </a:lnTo>
                  <a:lnTo>
                    <a:pt x="262294" y="106557"/>
                  </a:lnTo>
                  <a:lnTo>
                    <a:pt x="265573" y="108196"/>
                  </a:lnTo>
                  <a:lnTo>
                    <a:pt x="268852" y="108196"/>
                  </a:lnTo>
                  <a:lnTo>
                    <a:pt x="273769" y="109836"/>
                  </a:lnTo>
                  <a:lnTo>
                    <a:pt x="277048" y="111475"/>
                  </a:lnTo>
                  <a:lnTo>
                    <a:pt x="280327" y="111475"/>
                  </a:lnTo>
                  <a:lnTo>
                    <a:pt x="285245" y="111475"/>
                  </a:lnTo>
                  <a:lnTo>
                    <a:pt x="288524" y="109836"/>
                  </a:lnTo>
                  <a:lnTo>
                    <a:pt x="291803" y="111475"/>
                  </a:lnTo>
                  <a:lnTo>
                    <a:pt x="296721" y="108196"/>
                  </a:lnTo>
                  <a:lnTo>
                    <a:pt x="299999" y="106557"/>
                  </a:lnTo>
                  <a:lnTo>
                    <a:pt x="303277" y="104918"/>
                  </a:lnTo>
                  <a:lnTo>
                    <a:pt x="306556" y="106557"/>
                  </a:lnTo>
                  <a:lnTo>
                    <a:pt x="311474" y="109836"/>
                  </a:lnTo>
                  <a:lnTo>
                    <a:pt x="314753" y="111475"/>
                  </a:lnTo>
                  <a:lnTo>
                    <a:pt x="318032" y="113115"/>
                  </a:lnTo>
                  <a:lnTo>
                    <a:pt x="321311" y="114754"/>
                  </a:lnTo>
                  <a:lnTo>
                    <a:pt x="326228" y="116393"/>
                  </a:lnTo>
                  <a:lnTo>
                    <a:pt x="329507" y="118032"/>
                  </a:lnTo>
                  <a:lnTo>
                    <a:pt x="332786" y="121311"/>
                  </a:lnTo>
                  <a:lnTo>
                    <a:pt x="337704" y="121311"/>
                  </a:lnTo>
                  <a:lnTo>
                    <a:pt x="340983" y="121311"/>
                  </a:lnTo>
                  <a:lnTo>
                    <a:pt x="344261" y="119672"/>
                  </a:lnTo>
                  <a:lnTo>
                    <a:pt x="347540" y="121311"/>
                  </a:lnTo>
                  <a:lnTo>
                    <a:pt x="347540" y="126229"/>
                  </a:lnTo>
                  <a:lnTo>
                    <a:pt x="347540" y="126229"/>
                  </a:lnTo>
                  <a:lnTo>
                    <a:pt x="347540" y="126229"/>
                  </a:lnTo>
                  <a:lnTo>
                    <a:pt x="352457" y="126229"/>
                  </a:lnTo>
                  <a:lnTo>
                    <a:pt x="354097" y="127869"/>
                  </a:lnTo>
                  <a:lnTo>
                    <a:pt x="355736" y="127869"/>
                  </a:lnTo>
                  <a:lnTo>
                    <a:pt x="357376" y="124590"/>
                  </a:lnTo>
                  <a:lnTo>
                    <a:pt x="354097" y="121311"/>
                  </a:lnTo>
                  <a:lnTo>
                    <a:pt x="350818" y="116393"/>
                  </a:lnTo>
                  <a:lnTo>
                    <a:pt x="350818" y="113115"/>
                  </a:lnTo>
                  <a:lnTo>
                    <a:pt x="349180" y="109836"/>
                  </a:lnTo>
                  <a:lnTo>
                    <a:pt x="349180" y="106557"/>
                  </a:lnTo>
                  <a:lnTo>
                    <a:pt x="350818" y="101639"/>
                  </a:lnTo>
                  <a:lnTo>
                    <a:pt x="350818" y="98360"/>
                  </a:lnTo>
                  <a:lnTo>
                    <a:pt x="350818" y="98360"/>
                  </a:lnTo>
                  <a:lnTo>
                    <a:pt x="352457" y="93442"/>
                  </a:lnTo>
                  <a:lnTo>
                    <a:pt x="352457" y="90164"/>
                  </a:lnTo>
                  <a:lnTo>
                    <a:pt x="354097" y="86885"/>
                  </a:lnTo>
                  <a:lnTo>
                    <a:pt x="350818" y="81967"/>
                  </a:lnTo>
                  <a:lnTo>
                    <a:pt x="347540" y="80328"/>
                  </a:lnTo>
                  <a:lnTo>
                    <a:pt x="344261" y="80328"/>
                  </a:lnTo>
                  <a:lnTo>
                    <a:pt x="340983" y="78688"/>
                  </a:lnTo>
                  <a:lnTo>
                    <a:pt x="336064" y="77049"/>
                  </a:lnTo>
                  <a:lnTo>
                    <a:pt x="332786" y="80328"/>
                  </a:lnTo>
                  <a:lnTo>
                    <a:pt x="329507" y="80328"/>
                  </a:lnTo>
                  <a:lnTo>
                    <a:pt x="324589" y="80328"/>
                  </a:lnTo>
                  <a:lnTo>
                    <a:pt x="321311" y="80328"/>
                  </a:lnTo>
                  <a:lnTo>
                    <a:pt x="318032" y="80328"/>
                  </a:lnTo>
                  <a:lnTo>
                    <a:pt x="314753" y="81967"/>
                  </a:lnTo>
                  <a:lnTo>
                    <a:pt x="309835" y="83606"/>
                  </a:lnTo>
                  <a:lnTo>
                    <a:pt x="306556" y="81967"/>
                  </a:lnTo>
                  <a:lnTo>
                    <a:pt x="303277" y="80328"/>
                  </a:lnTo>
                  <a:lnTo>
                    <a:pt x="298360" y="77049"/>
                  </a:lnTo>
                  <a:lnTo>
                    <a:pt x="295081" y="77049"/>
                  </a:lnTo>
                  <a:lnTo>
                    <a:pt x="291803" y="75410"/>
                  </a:lnTo>
                  <a:lnTo>
                    <a:pt x="290163" y="73770"/>
                  </a:lnTo>
                  <a:lnTo>
                    <a:pt x="290163" y="68852"/>
                  </a:lnTo>
                  <a:lnTo>
                    <a:pt x="291803" y="65573"/>
                  </a:lnTo>
                  <a:lnTo>
                    <a:pt x="291803" y="62295"/>
                  </a:lnTo>
                  <a:lnTo>
                    <a:pt x="290163" y="57377"/>
                  </a:lnTo>
                  <a:lnTo>
                    <a:pt x="286884" y="60656"/>
                  </a:lnTo>
                  <a:lnTo>
                    <a:pt x="286884" y="55738"/>
                  </a:lnTo>
                  <a:lnTo>
                    <a:pt x="285245" y="52459"/>
                  </a:lnTo>
                  <a:lnTo>
                    <a:pt x="285245" y="50820"/>
                  </a:lnTo>
                  <a:lnTo>
                    <a:pt x="283606" y="47541"/>
                  </a:lnTo>
                  <a:lnTo>
                    <a:pt x="283606" y="44262"/>
                  </a:lnTo>
                  <a:lnTo>
                    <a:pt x="280327" y="44262"/>
                  </a:lnTo>
                  <a:lnTo>
                    <a:pt x="277048" y="44262"/>
                  </a:lnTo>
                  <a:lnTo>
                    <a:pt x="272131" y="44262"/>
                  </a:lnTo>
                  <a:lnTo>
                    <a:pt x="268852" y="44262"/>
                  </a:lnTo>
                  <a:lnTo>
                    <a:pt x="265573" y="45902"/>
                  </a:lnTo>
                  <a:lnTo>
                    <a:pt x="262294" y="40983"/>
                  </a:lnTo>
                  <a:lnTo>
                    <a:pt x="259016" y="39344"/>
                  </a:lnTo>
                  <a:lnTo>
                    <a:pt x="254097" y="40983"/>
                  </a:lnTo>
                  <a:lnTo>
                    <a:pt x="250819" y="39344"/>
                  </a:lnTo>
                  <a:lnTo>
                    <a:pt x="249179" y="37705"/>
                  </a:lnTo>
                  <a:lnTo>
                    <a:pt x="245901" y="34426"/>
                  </a:lnTo>
                  <a:lnTo>
                    <a:pt x="242623" y="32787"/>
                  </a:lnTo>
                  <a:lnTo>
                    <a:pt x="237704" y="36066"/>
                  </a:lnTo>
                  <a:lnTo>
                    <a:pt x="234426" y="36066"/>
                  </a:lnTo>
                  <a:lnTo>
                    <a:pt x="231147" y="36066"/>
                  </a:lnTo>
                  <a:lnTo>
                    <a:pt x="229507" y="36066"/>
                  </a:lnTo>
                  <a:lnTo>
                    <a:pt x="227868" y="31148"/>
                  </a:lnTo>
                  <a:lnTo>
                    <a:pt x="226229" y="27869"/>
                  </a:lnTo>
                  <a:lnTo>
                    <a:pt x="224589" y="24590"/>
                  </a:lnTo>
                  <a:lnTo>
                    <a:pt x="221310" y="22951"/>
                  </a:lnTo>
                  <a:lnTo>
                    <a:pt x="218033" y="24590"/>
                  </a:lnTo>
                  <a:lnTo>
                    <a:pt x="213114" y="24590"/>
                  </a:lnTo>
                  <a:lnTo>
                    <a:pt x="211475" y="29508"/>
                  </a:lnTo>
                  <a:lnTo>
                    <a:pt x="209836" y="32787"/>
                  </a:lnTo>
                  <a:lnTo>
                    <a:pt x="209836" y="36066"/>
                  </a:lnTo>
                  <a:lnTo>
                    <a:pt x="208196" y="39344"/>
                  </a:lnTo>
                  <a:lnTo>
                    <a:pt x="208196" y="39344"/>
                  </a:lnTo>
                  <a:lnTo>
                    <a:pt x="204917" y="42623"/>
                  </a:lnTo>
                  <a:lnTo>
                    <a:pt x="201639" y="47541"/>
                  </a:lnTo>
                  <a:lnTo>
                    <a:pt x="198360" y="47541"/>
                  </a:lnTo>
                  <a:lnTo>
                    <a:pt x="195081" y="45902"/>
                  </a:lnTo>
                  <a:lnTo>
                    <a:pt x="191803" y="42623"/>
                  </a:lnTo>
                  <a:lnTo>
                    <a:pt x="186885" y="45902"/>
                  </a:lnTo>
                  <a:lnTo>
                    <a:pt x="183606" y="45902"/>
                  </a:lnTo>
                  <a:lnTo>
                    <a:pt x="180327" y="45902"/>
                  </a:lnTo>
                  <a:lnTo>
                    <a:pt x="177049" y="44262"/>
                  </a:lnTo>
                  <a:lnTo>
                    <a:pt x="173770" y="42623"/>
                  </a:lnTo>
                  <a:lnTo>
                    <a:pt x="168852" y="42623"/>
                  </a:lnTo>
                  <a:lnTo>
                    <a:pt x="165574" y="40983"/>
                  </a:lnTo>
                  <a:lnTo>
                    <a:pt x="162295" y="42623"/>
                  </a:lnTo>
                  <a:lnTo>
                    <a:pt x="159016" y="44262"/>
                  </a:lnTo>
                  <a:lnTo>
                    <a:pt x="154098" y="42623"/>
                  </a:lnTo>
                  <a:lnTo>
                    <a:pt x="150819" y="42623"/>
                  </a:lnTo>
                  <a:lnTo>
                    <a:pt x="147540" y="39344"/>
                  </a:lnTo>
                  <a:lnTo>
                    <a:pt x="142623" y="42623"/>
                  </a:lnTo>
                  <a:lnTo>
                    <a:pt x="142623" y="40983"/>
                  </a:lnTo>
                  <a:lnTo>
                    <a:pt x="137705" y="40983"/>
                  </a:lnTo>
                  <a:lnTo>
                    <a:pt x="134426" y="40983"/>
                  </a:lnTo>
                  <a:lnTo>
                    <a:pt x="131147" y="37705"/>
                  </a:lnTo>
                  <a:lnTo>
                    <a:pt x="129508" y="34426"/>
                  </a:lnTo>
                  <a:lnTo>
                    <a:pt x="129508" y="31148"/>
                  </a:lnTo>
                  <a:lnTo>
                    <a:pt x="129508" y="26229"/>
                  </a:lnTo>
                  <a:lnTo>
                    <a:pt x="126229" y="22951"/>
                  </a:lnTo>
                  <a:lnTo>
                    <a:pt x="122950" y="19672"/>
                  </a:lnTo>
                  <a:lnTo>
                    <a:pt x="119672" y="16393"/>
                  </a:lnTo>
                  <a:lnTo>
                    <a:pt x="118032" y="16393"/>
                  </a:lnTo>
                  <a:lnTo>
                    <a:pt x="116394" y="19672"/>
                  </a:lnTo>
                  <a:lnTo>
                    <a:pt x="111476" y="19672"/>
                  </a:lnTo>
                  <a:lnTo>
                    <a:pt x="108197" y="18033"/>
                  </a:lnTo>
                  <a:lnTo>
                    <a:pt x="103279" y="14754"/>
                  </a:lnTo>
                  <a:lnTo>
                    <a:pt x="103279" y="14754"/>
                  </a:lnTo>
                  <a:lnTo>
                    <a:pt x="100000" y="14754"/>
                  </a:lnTo>
                  <a:lnTo>
                    <a:pt x="96721" y="16393"/>
                  </a:lnTo>
                  <a:lnTo>
                    <a:pt x="93442" y="13115"/>
                  </a:lnTo>
                  <a:lnTo>
                    <a:pt x="88525" y="11476"/>
                  </a:lnTo>
                  <a:lnTo>
                    <a:pt x="86886" y="8197"/>
                  </a:lnTo>
                  <a:lnTo>
                    <a:pt x="83607" y="3279"/>
                  </a:lnTo>
                  <a:lnTo>
                    <a:pt x="80328" y="3279"/>
                  </a:lnTo>
                  <a:lnTo>
                    <a:pt x="77049" y="3279"/>
                  </a:lnTo>
                  <a:lnTo>
                    <a:pt x="73770" y="1639"/>
                  </a:lnTo>
                  <a:lnTo>
                    <a:pt x="72131" y="1639"/>
                  </a:lnTo>
                  <a:lnTo>
                    <a:pt x="70492" y="4918"/>
                  </a:lnTo>
                  <a:lnTo>
                    <a:pt x="70492" y="8197"/>
                  </a:lnTo>
                  <a:lnTo>
                    <a:pt x="67213" y="9836"/>
                  </a:lnTo>
                  <a:lnTo>
                    <a:pt x="62296" y="9836"/>
                  </a:lnTo>
                  <a:lnTo>
                    <a:pt x="60656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6" name="Freeform 2345">
              <a:extLst>
                <a:ext uri="{FF2B5EF4-FFF2-40B4-BE49-F238E27FC236}">
                  <a16:creationId xmlns:a16="http://schemas.microsoft.com/office/drawing/2014/main" id="{48A5D24C-C54E-BB46-AEF3-70712954D9B1}"/>
                </a:ext>
              </a:extLst>
            </p:cNvPr>
            <p:cNvSpPr/>
            <p:nvPr/>
          </p:nvSpPr>
          <p:spPr>
            <a:xfrm>
              <a:off x="9422214" y="4188667"/>
              <a:ext cx="65573" cy="70491"/>
            </a:xfrm>
            <a:custGeom>
              <a:avLst/>
              <a:gdLst>
                <a:gd name="connsiteX0" fmla="*/ 8197 w 65573"/>
                <a:gd name="connsiteY0" fmla="*/ 9836 h 70491"/>
                <a:gd name="connsiteX1" fmla="*/ 9836 w 65573"/>
                <a:gd name="connsiteY1" fmla="*/ 13114 h 70491"/>
                <a:gd name="connsiteX2" fmla="*/ 6557 w 65573"/>
                <a:gd name="connsiteY2" fmla="*/ 16393 h 70491"/>
                <a:gd name="connsiteX3" fmla="*/ 3278 w 65573"/>
                <a:gd name="connsiteY3" fmla="*/ 18033 h 70491"/>
                <a:gd name="connsiteX4" fmla="*/ 0 w 65573"/>
                <a:gd name="connsiteY4" fmla="*/ 21311 h 70491"/>
                <a:gd name="connsiteX5" fmla="*/ 3278 w 65573"/>
                <a:gd name="connsiteY5" fmla="*/ 24590 h 70491"/>
                <a:gd name="connsiteX6" fmla="*/ 8197 w 65573"/>
                <a:gd name="connsiteY6" fmla="*/ 27869 h 70491"/>
                <a:gd name="connsiteX7" fmla="*/ 11475 w 65573"/>
                <a:gd name="connsiteY7" fmla="*/ 27869 h 70491"/>
                <a:gd name="connsiteX8" fmla="*/ 14753 w 65573"/>
                <a:gd name="connsiteY8" fmla="*/ 26229 h 70491"/>
                <a:gd name="connsiteX9" fmla="*/ 18032 w 65573"/>
                <a:gd name="connsiteY9" fmla="*/ 27869 h 70491"/>
                <a:gd name="connsiteX10" fmla="*/ 22950 w 65573"/>
                <a:gd name="connsiteY10" fmla="*/ 27869 h 70491"/>
                <a:gd name="connsiteX11" fmla="*/ 26229 w 65573"/>
                <a:gd name="connsiteY11" fmla="*/ 31147 h 70491"/>
                <a:gd name="connsiteX12" fmla="*/ 26229 w 65573"/>
                <a:gd name="connsiteY12" fmla="*/ 36066 h 70491"/>
                <a:gd name="connsiteX13" fmla="*/ 26229 w 65573"/>
                <a:gd name="connsiteY13" fmla="*/ 39344 h 70491"/>
                <a:gd name="connsiteX14" fmla="*/ 29508 w 65573"/>
                <a:gd name="connsiteY14" fmla="*/ 42623 h 70491"/>
                <a:gd name="connsiteX15" fmla="*/ 31147 w 65573"/>
                <a:gd name="connsiteY15" fmla="*/ 45901 h 70491"/>
                <a:gd name="connsiteX16" fmla="*/ 29508 w 65573"/>
                <a:gd name="connsiteY16" fmla="*/ 49180 h 70491"/>
                <a:gd name="connsiteX17" fmla="*/ 29508 w 65573"/>
                <a:gd name="connsiteY17" fmla="*/ 54098 h 70491"/>
                <a:gd name="connsiteX18" fmla="*/ 31147 w 65573"/>
                <a:gd name="connsiteY18" fmla="*/ 57377 h 70491"/>
                <a:gd name="connsiteX19" fmla="*/ 36065 w 65573"/>
                <a:gd name="connsiteY19" fmla="*/ 59016 h 70491"/>
                <a:gd name="connsiteX20" fmla="*/ 39343 w 65573"/>
                <a:gd name="connsiteY20" fmla="*/ 60656 h 70491"/>
                <a:gd name="connsiteX21" fmla="*/ 42622 w 65573"/>
                <a:gd name="connsiteY21" fmla="*/ 62295 h 70491"/>
                <a:gd name="connsiteX22" fmla="*/ 45901 w 65573"/>
                <a:gd name="connsiteY22" fmla="*/ 63934 h 70491"/>
                <a:gd name="connsiteX23" fmla="*/ 50819 w 65573"/>
                <a:gd name="connsiteY23" fmla="*/ 65573 h 70491"/>
                <a:gd name="connsiteX24" fmla="*/ 52458 w 65573"/>
                <a:gd name="connsiteY24" fmla="*/ 70491 h 70491"/>
                <a:gd name="connsiteX25" fmla="*/ 55737 w 65573"/>
                <a:gd name="connsiteY25" fmla="*/ 68852 h 70491"/>
                <a:gd name="connsiteX26" fmla="*/ 59016 w 65573"/>
                <a:gd name="connsiteY26" fmla="*/ 70491 h 70491"/>
                <a:gd name="connsiteX27" fmla="*/ 60655 w 65573"/>
                <a:gd name="connsiteY27" fmla="*/ 65573 h 70491"/>
                <a:gd name="connsiteX28" fmla="*/ 57377 w 65573"/>
                <a:gd name="connsiteY28" fmla="*/ 63934 h 70491"/>
                <a:gd name="connsiteX29" fmla="*/ 55737 w 65573"/>
                <a:gd name="connsiteY29" fmla="*/ 60656 h 70491"/>
                <a:gd name="connsiteX30" fmla="*/ 57377 w 65573"/>
                <a:gd name="connsiteY30" fmla="*/ 57377 h 70491"/>
                <a:gd name="connsiteX31" fmla="*/ 59016 w 65573"/>
                <a:gd name="connsiteY31" fmla="*/ 52459 h 70491"/>
                <a:gd name="connsiteX32" fmla="*/ 60655 w 65573"/>
                <a:gd name="connsiteY32" fmla="*/ 49180 h 70491"/>
                <a:gd name="connsiteX33" fmla="*/ 65573 w 65573"/>
                <a:gd name="connsiteY33" fmla="*/ 47541 h 70491"/>
                <a:gd name="connsiteX34" fmla="*/ 60655 w 65573"/>
                <a:gd name="connsiteY34" fmla="*/ 45901 h 70491"/>
                <a:gd name="connsiteX35" fmla="*/ 57377 w 65573"/>
                <a:gd name="connsiteY35" fmla="*/ 44262 h 70491"/>
                <a:gd name="connsiteX36" fmla="*/ 54098 w 65573"/>
                <a:gd name="connsiteY36" fmla="*/ 44262 h 70491"/>
                <a:gd name="connsiteX37" fmla="*/ 49180 w 65573"/>
                <a:gd name="connsiteY37" fmla="*/ 42623 h 70491"/>
                <a:gd name="connsiteX38" fmla="*/ 45901 w 65573"/>
                <a:gd name="connsiteY38" fmla="*/ 40983 h 70491"/>
                <a:gd name="connsiteX39" fmla="*/ 44261 w 65573"/>
                <a:gd name="connsiteY39" fmla="*/ 37705 h 70491"/>
                <a:gd name="connsiteX40" fmla="*/ 42622 w 65573"/>
                <a:gd name="connsiteY40" fmla="*/ 34426 h 70491"/>
                <a:gd name="connsiteX41" fmla="*/ 40983 w 65573"/>
                <a:gd name="connsiteY41" fmla="*/ 31147 h 70491"/>
                <a:gd name="connsiteX42" fmla="*/ 40983 w 65573"/>
                <a:gd name="connsiteY42" fmla="*/ 26229 h 70491"/>
                <a:gd name="connsiteX43" fmla="*/ 39343 w 65573"/>
                <a:gd name="connsiteY43" fmla="*/ 22951 h 70491"/>
                <a:gd name="connsiteX44" fmla="*/ 40983 w 65573"/>
                <a:gd name="connsiteY44" fmla="*/ 18033 h 70491"/>
                <a:gd name="connsiteX45" fmla="*/ 39343 w 65573"/>
                <a:gd name="connsiteY45" fmla="*/ 14754 h 70491"/>
                <a:gd name="connsiteX46" fmla="*/ 37705 w 65573"/>
                <a:gd name="connsiteY46" fmla="*/ 11476 h 70491"/>
                <a:gd name="connsiteX47" fmla="*/ 34426 w 65573"/>
                <a:gd name="connsiteY47" fmla="*/ 8197 h 70491"/>
                <a:gd name="connsiteX48" fmla="*/ 36065 w 65573"/>
                <a:gd name="connsiteY48" fmla="*/ 3279 h 70491"/>
                <a:gd name="connsiteX49" fmla="*/ 31147 w 65573"/>
                <a:gd name="connsiteY49" fmla="*/ 1639 h 70491"/>
                <a:gd name="connsiteX50" fmla="*/ 27868 w 65573"/>
                <a:gd name="connsiteY50" fmla="*/ 0 h 70491"/>
                <a:gd name="connsiteX51" fmla="*/ 24590 w 65573"/>
                <a:gd name="connsiteY51" fmla="*/ 1639 h 70491"/>
                <a:gd name="connsiteX52" fmla="*/ 24590 w 65573"/>
                <a:gd name="connsiteY52" fmla="*/ 4918 h 70491"/>
                <a:gd name="connsiteX53" fmla="*/ 24590 w 65573"/>
                <a:gd name="connsiteY53" fmla="*/ 8197 h 70491"/>
                <a:gd name="connsiteX54" fmla="*/ 26229 w 65573"/>
                <a:gd name="connsiteY54" fmla="*/ 13114 h 70491"/>
                <a:gd name="connsiteX55" fmla="*/ 22950 w 65573"/>
                <a:gd name="connsiteY55" fmla="*/ 11476 h 70491"/>
                <a:gd name="connsiteX56" fmla="*/ 21311 w 65573"/>
                <a:gd name="connsiteY56" fmla="*/ 8197 h 70491"/>
                <a:gd name="connsiteX57" fmla="*/ 19671 w 65573"/>
                <a:gd name="connsiteY57" fmla="*/ 4918 h 70491"/>
                <a:gd name="connsiteX58" fmla="*/ 16393 w 65573"/>
                <a:gd name="connsiteY58" fmla="*/ 3279 h 70491"/>
                <a:gd name="connsiteX59" fmla="*/ 11475 w 65573"/>
                <a:gd name="connsiteY59" fmla="*/ 3279 h 70491"/>
                <a:gd name="connsiteX60" fmla="*/ 8197 w 65573"/>
                <a:gd name="connsiteY60" fmla="*/ 8197 h 7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65573" h="70491">
                  <a:moveTo>
                    <a:pt x="8197" y="9836"/>
                  </a:moveTo>
                  <a:lnTo>
                    <a:pt x="9836" y="13114"/>
                  </a:lnTo>
                  <a:lnTo>
                    <a:pt x="6557" y="16393"/>
                  </a:lnTo>
                  <a:lnTo>
                    <a:pt x="3278" y="18033"/>
                  </a:lnTo>
                  <a:lnTo>
                    <a:pt x="0" y="21311"/>
                  </a:lnTo>
                  <a:lnTo>
                    <a:pt x="3278" y="24590"/>
                  </a:lnTo>
                  <a:lnTo>
                    <a:pt x="8197" y="27869"/>
                  </a:lnTo>
                  <a:lnTo>
                    <a:pt x="11475" y="27869"/>
                  </a:lnTo>
                  <a:lnTo>
                    <a:pt x="14753" y="26229"/>
                  </a:lnTo>
                  <a:lnTo>
                    <a:pt x="18032" y="27869"/>
                  </a:lnTo>
                  <a:lnTo>
                    <a:pt x="22950" y="27869"/>
                  </a:lnTo>
                  <a:lnTo>
                    <a:pt x="26229" y="31147"/>
                  </a:lnTo>
                  <a:lnTo>
                    <a:pt x="26229" y="36066"/>
                  </a:lnTo>
                  <a:lnTo>
                    <a:pt x="26229" y="39344"/>
                  </a:lnTo>
                  <a:lnTo>
                    <a:pt x="29508" y="42623"/>
                  </a:lnTo>
                  <a:lnTo>
                    <a:pt x="31147" y="45901"/>
                  </a:lnTo>
                  <a:lnTo>
                    <a:pt x="29508" y="49180"/>
                  </a:lnTo>
                  <a:lnTo>
                    <a:pt x="29508" y="54098"/>
                  </a:lnTo>
                  <a:lnTo>
                    <a:pt x="31147" y="57377"/>
                  </a:lnTo>
                  <a:lnTo>
                    <a:pt x="36065" y="59016"/>
                  </a:lnTo>
                  <a:lnTo>
                    <a:pt x="39343" y="60656"/>
                  </a:lnTo>
                  <a:lnTo>
                    <a:pt x="42622" y="62295"/>
                  </a:lnTo>
                  <a:lnTo>
                    <a:pt x="45901" y="63934"/>
                  </a:lnTo>
                  <a:lnTo>
                    <a:pt x="50819" y="65573"/>
                  </a:lnTo>
                  <a:lnTo>
                    <a:pt x="52458" y="70491"/>
                  </a:lnTo>
                  <a:lnTo>
                    <a:pt x="55737" y="68852"/>
                  </a:lnTo>
                  <a:lnTo>
                    <a:pt x="59016" y="70491"/>
                  </a:lnTo>
                  <a:lnTo>
                    <a:pt x="60655" y="65573"/>
                  </a:lnTo>
                  <a:lnTo>
                    <a:pt x="57377" y="63934"/>
                  </a:lnTo>
                  <a:lnTo>
                    <a:pt x="55737" y="60656"/>
                  </a:lnTo>
                  <a:lnTo>
                    <a:pt x="57377" y="57377"/>
                  </a:lnTo>
                  <a:lnTo>
                    <a:pt x="59016" y="52459"/>
                  </a:lnTo>
                  <a:lnTo>
                    <a:pt x="60655" y="49180"/>
                  </a:lnTo>
                  <a:lnTo>
                    <a:pt x="65573" y="47541"/>
                  </a:lnTo>
                  <a:lnTo>
                    <a:pt x="60655" y="45901"/>
                  </a:lnTo>
                  <a:lnTo>
                    <a:pt x="57377" y="44262"/>
                  </a:lnTo>
                  <a:lnTo>
                    <a:pt x="54098" y="44262"/>
                  </a:lnTo>
                  <a:lnTo>
                    <a:pt x="49180" y="42623"/>
                  </a:lnTo>
                  <a:lnTo>
                    <a:pt x="45901" y="40983"/>
                  </a:lnTo>
                  <a:lnTo>
                    <a:pt x="44261" y="37705"/>
                  </a:lnTo>
                  <a:lnTo>
                    <a:pt x="42622" y="34426"/>
                  </a:lnTo>
                  <a:lnTo>
                    <a:pt x="40983" y="31147"/>
                  </a:lnTo>
                  <a:lnTo>
                    <a:pt x="40983" y="26229"/>
                  </a:lnTo>
                  <a:lnTo>
                    <a:pt x="39343" y="22951"/>
                  </a:lnTo>
                  <a:lnTo>
                    <a:pt x="40983" y="18033"/>
                  </a:lnTo>
                  <a:lnTo>
                    <a:pt x="39343" y="14754"/>
                  </a:lnTo>
                  <a:lnTo>
                    <a:pt x="37705" y="11476"/>
                  </a:lnTo>
                  <a:lnTo>
                    <a:pt x="34426" y="8197"/>
                  </a:lnTo>
                  <a:lnTo>
                    <a:pt x="36065" y="3279"/>
                  </a:lnTo>
                  <a:lnTo>
                    <a:pt x="31147" y="1639"/>
                  </a:lnTo>
                  <a:lnTo>
                    <a:pt x="27868" y="0"/>
                  </a:lnTo>
                  <a:lnTo>
                    <a:pt x="24590" y="1639"/>
                  </a:lnTo>
                  <a:lnTo>
                    <a:pt x="24590" y="4918"/>
                  </a:lnTo>
                  <a:lnTo>
                    <a:pt x="24590" y="8197"/>
                  </a:lnTo>
                  <a:lnTo>
                    <a:pt x="26229" y="13114"/>
                  </a:lnTo>
                  <a:lnTo>
                    <a:pt x="22950" y="11476"/>
                  </a:lnTo>
                  <a:lnTo>
                    <a:pt x="21311" y="8197"/>
                  </a:lnTo>
                  <a:lnTo>
                    <a:pt x="19671" y="4918"/>
                  </a:lnTo>
                  <a:lnTo>
                    <a:pt x="16393" y="3279"/>
                  </a:lnTo>
                  <a:lnTo>
                    <a:pt x="11475" y="3279"/>
                  </a:lnTo>
                  <a:lnTo>
                    <a:pt x="8197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7" name="Freeform 2346">
              <a:extLst>
                <a:ext uri="{FF2B5EF4-FFF2-40B4-BE49-F238E27FC236}">
                  <a16:creationId xmlns:a16="http://schemas.microsoft.com/office/drawing/2014/main" id="{B42FDEA0-823A-D947-9A06-EAA1244F9561}"/>
                </a:ext>
              </a:extLst>
            </p:cNvPr>
            <p:cNvSpPr/>
            <p:nvPr/>
          </p:nvSpPr>
          <p:spPr>
            <a:xfrm>
              <a:off x="9443525" y="3988668"/>
              <a:ext cx="3278" cy="8196"/>
            </a:xfrm>
            <a:custGeom>
              <a:avLst/>
              <a:gdLst>
                <a:gd name="connsiteX0" fmla="*/ 0 w 3278"/>
                <a:gd name="connsiteY0" fmla="*/ 8197 h 8196"/>
                <a:gd name="connsiteX1" fmla="*/ 3279 w 3278"/>
                <a:gd name="connsiteY1" fmla="*/ 6558 h 8196"/>
                <a:gd name="connsiteX2" fmla="*/ 3279 w 3278"/>
                <a:gd name="connsiteY2" fmla="*/ 1639 h 8196"/>
                <a:gd name="connsiteX3" fmla="*/ 0 w 3278"/>
                <a:gd name="connsiteY3" fmla="*/ 0 h 8196"/>
                <a:gd name="connsiteX4" fmla="*/ 0 w 3278"/>
                <a:gd name="connsiteY4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8196">
                  <a:moveTo>
                    <a:pt x="0" y="8197"/>
                  </a:moveTo>
                  <a:lnTo>
                    <a:pt x="3279" y="6558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8" name="Freeform 2347">
              <a:extLst>
                <a:ext uri="{FF2B5EF4-FFF2-40B4-BE49-F238E27FC236}">
                  <a16:creationId xmlns:a16="http://schemas.microsoft.com/office/drawing/2014/main" id="{6051BBCF-DDC7-F540-AE57-173AE90173AF}"/>
                </a:ext>
              </a:extLst>
            </p:cNvPr>
            <p:cNvSpPr/>
            <p:nvPr/>
          </p:nvSpPr>
          <p:spPr>
            <a:xfrm>
              <a:off x="9482869" y="4250961"/>
              <a:ext cx="6557" cy="3278"/>
            </a:xfrm>
            <a:custGeom>
              <a:avLst/>
              <a:gdLst>
                <a:gd name="connsiteX0" fmla="*/ 3279 w 6557"/>
                <a:gd name="connsiteY0" fmla="*/ 0 h 3278"/>
                <a:gd name="connsiteX1" fmla="*/ 0 w 6557"/>
                <a:gd name="connsiteY1" fmla="*/ 0 h 3278"/>
                <a:gd name="connsiteX2" fmla="*/ 3279 w 6557"/>
                <a:gd name="connsiteY2" fmla="*/ 3279 h 3278"/>
                <a:gd name="connsiteX3" fmla="*/ 6558 w 655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3279" y="0"/>
                  </a:moveTo>
                  <a:lnTo>
                    <a:pt x="0" y="0"/>
                  </a:lnTo>
                  <a:lnTo>
                    <a:pt x="3279" y="3279"/>
                  </a:lnTo>
                  <a:lnTo>
                    <a:pt x="655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9" name="Freeform 2348">
              <a:extLst>
                <a:ext uri="{FF2B5EF4-FFF2-40B4-BE49-F238E27FC236}">
                  <a16:creationId xmlns:a16="http://schemas.microsoft.com/office/drawing/2014/main" id="{15325C24-D789-5048-A578-EC3935B58119}"/>
                </a:ext>
              </a:extLst>
            </p:cNvPr>
            <p:cNvSpPr/>
            <p:nvPr/>
          </p:nvSpPr>
          <p:spPr>
            <a:xfrm>
              <a:off x="9495984" y="4247683"/>
              <a:ext cx="1638" cy="3278"/>
            </a:xfrm>
            <a:custGeom>
              <a:avLst/>
              <a:gdLst>
                <a:gd name="connsiteX0" fmla="*/ 0 w 1638"/>
                <a:gd name="connsiteY0" fmla="*/ 3278 h 3278"/>
                <a:gd name="connsiteX1" fmla="*/ 1639 w 1638"/>
                <a:gd name="connsiteY1" fmla="*/ 3278 h 3278"/>
                <a:gd name="connsiteX2" fmla="*/ 0 w 163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0" y="3278"/>
                  </a:moveTo>
                  <a:lnTo>
                    <a:pt x="1639" y="3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0" name="Freeform 2349">
              <a:extLst>
                <a:ext uri="{FF2B5EF4-FFF2-40B4-BE49-F238E27FC236}">
                  <a16:creationId xmlns:a16="http://schemas.microsoft.com/office/drawing/2014/main" id="{53C080EB-0E61-9542-8100-D2EC722833AE}"/>
                </a:ext>
              </a:extLst>
            </p:cNvPr>
            <p:cNvSpPr/>
            <p:nvPr/>
          </p:nvSpPr>
          <p:spPr>
            <a:xfrm>
              <a:off x="9507459" y="4247683"/>
              <a:ext cx="4918" cy="3278"/>
            </a:xfrm>
            <a:custGeom>
              <a:avLst/>
              <a:gdLst>
                <a:gd name="connsiteX0" fmla="*/ 4919 w 4918"/>
                <a:gd name="connsiteY0" fmla="*/ 0 h 3278"/>
                <a:gd name="connsiteX1" fmla="*/ 3279 w 4918"/>
                <a:gd name="connsiteY1" fmla="*/ 0 h 3278"/>
                <a:gd name="connsiteX2" fmla="*/ 0 w 4918"/>
                <a:gd name="connsiteY2" fmla="*/ 1639 h 3278"/>
                <a:gd name="connsiteX3" fmla="*/ 3279 w 4918"/>
                <a:gd name="connsiteY3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3278">
                  <a:moveTo>
                    <a:pt x="4919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3279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1" name="Freeform 2350">
              <a:extLst>
                <a:ext uri="{FF2B5EF4-FFF2-40B4-BE49-F238E27FC236}">
                  <a16:creationId xmlns:a16="http://schemas.microsoft.com/office/drawing/2014/main" id="{EE862FB0-0ACE-F749-A4F4-1BA2A493E2F0}"/>
                </a:ext>
              </a:extLst>
            </p:cNvPr>
            <p:cNvSpPr/>
            <p:nvPr/>
          </p:nvSpPr>
          <p:spPr>
            <a:xfrm>
              <a:off x="9515656" y="4234568"/>
              <a:ext cx="27868" cy="31147"/>
            </a:xfrm>
            <a:custGeom>
              <a:avLst/>
              <a:gdLst>
                <a:gd name="connsiteX0" fmla="*/ 4919 w 27868"/>
                <a:gd name="connsiteY0" fmla="*/ 0 h 31147"/>
                <a:gd name="connsiteX1" fmla="*/ 3279 w 27868"/>
                <a:gd name="connsiteY1" fmla="*/ 4918 h 31147"/>
                <a:gd name="connsiteX2" fmla="*/ 3279 w 27868"/>
                <a:gd name="connsiteY2" fmla="*/ 8197 h 31147"/>
                <a:gd name="connsiteX3" fmla="*/ 1640 w 27868"/>
                <a:gd name="connsiteY3" fmla="*/ 11476 h 31147"/>
                <a:gd name="connsiteX4" fmla="*/ 0 w 27868"/>
                <a:gd name="connsiteY4" fmla="*/ 14754 h 31147"/>
                <a:gd name="connsiteX5" fmla="*/ 0 w 27868"/>
                <a:gd name="connsiteY5" fmla="*/ 19672 h 31147"/>
                <a:gd name="connsiteX6" fmla="*/ 0 w 27868"/>
                <a:gd name="connsiteY6" fmla="*/ 22951 h 31147"/>
                <a:gd name="connsiteX7" fmla="*/ 1640 w 27868"/>
                <a:gd name="connsiteY7" fmla="*/ 26229 h 31147"/>
                <a:gd name="connsiteX8" fmla="*/ 4919 w 27868"/>
                <a:gd name="connsiteY8" fmla="*/ 27869 h 31147"/>
                <a:gd name="connsiteX9" fmla="*/ 9837 w 27868"/>
                <a:gd name="connsiteY9" fmla="*/ 27869 h 31147"/>
                <a:gd name="connsiteX10" fmla="*/ 9837 w 27868"/>
                <a:gd name="connsiteY10" fmla="*/ 22951 h 31147"/>
                <a:gd name="connsiteX11" fmla="*/ 13115 w 27868"/>
                <a:gd name="connsiteY11" fmla="*/ 24590 h 31147"/>
                <a:gd name="connsiteX12" fmla="*/ 14754 w 27868"/>
                <a:gd name="connsiteY12" fmla="*/ 27869 h 31147"/>
                <a:gd name="connsiteX13" fmla="*/ 18033 w 27868"/>
                <a:gd name="connsiteY13" fmla="*/ 31148 h 31147"/>
                <a:gd name="connsiteX14" fmla="*/ 22951 w 27868"/>
                <a:gd name="connsiteY14" fmla="*/ 26229 h 31147"/>
                <a:gd name="connsiteX15" fmla="*/ 24590 w 27868"/>
                <a:gd name="connsiteY15" fmla="*/ 22951 h 31147"/>
                <a:gd name="connsiteX16" fmla="*/ 24590 w 27868"/>
                <a:gd name="connsiteY16" fmla="*/ 19672 h 31147"/>
                <a:gd name="connsiteX17" fmla="*/ 26230 w 27868"/>
                <a:gd name="connsiteY17" fmla="*/ 16393 h 31147"/>
                <a:gd name="connsiteX18" fmla="*/ 27869 w 27868"/>
                <a:gd name="connsiteY18" fmla="*/ 11476 h 31147"/>
                <a:gd name="connsiteX19" fmla="*/ 26230 w 27868"/>
                <a:gd name="connsiteY19" fmla="*/ 8197 h 31147"/>
                <a:gd name="connsiteX20" fmla="*/ 21312 w 27868"/>
                <a:gd name="connsiteY20" fmla="*/ 4918 h 31147"/>
                <a:gd name="connsiteX21" fmla="*/ 21312 w 27868"/>
                <a:gd name="connsiteY21" fmla="*/ 3279 h 31147"/>
                <a:gd name="connsiteX22" fmla="*/ 19672 w 27868"/>
                <a:gd name="connsiteY22" fmla="*/ 3279 h 31147"/>
                <a:gd name="connsiteX23" fmla="*/ 19672 w 27868"/>
                <a:gd name="connsiteY23" fmla="*/ 3279 h 31147"/>
                <a:gd name="connsiteX24" fmla="*/ 16393 w 27868"/>
                <a:gd name="connsiteY24" fmla="*/ 1639 h 31147"/>
                <a:gd name="connsiteX25" fmla="*/ 16393 w 27868"/>
                <a:gd name="connsiteY25" fmla="*/ 1639 h 31147"/>
                <a:gd name="connsiteX26" fmla="*/ 13115 w 27868"/>
                <a:gd name="connsiteY26" fmla="*/ 1639 h 31147"/>
                <a:gd name="connsiteX27" fmla="*/ 8197 w 27868"/>
                <a:gd name="connsiteY27" fmla="*/ 0 h 3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7868" h="31147">
                  <a:moveTo>
                    <a:pt x="4919" y="0"/>
                  </a:moveTo>
                  <a:lnTo>
                    <a:pt x="3279" y="4918"/>
                  </a:lnTo>
                  <a:lnTo>
                    <a:pt x="3279" y="8197"/>
                  </a:lnTo>
                  <a:lnTo>
                    <a:pt x="1640" y="11476"/>
                  </a:lnTo>
                  <a:lnTo>
                    <a:pt x="0" y="14754"/>
                  </a:lnTo>
                  <a:lnTo>
                    <a:pt x="0" y="19672"/>
                  </a:lnTo>
                  <a:lnTo>
                    <a:pt x="0" y="22951"/>
                  </a:lnTo>
                  <a:lnTo>
                    <a:pt x="1640" y="26229"/>
                  </a:lnTo>
                  <a:lnTo>
                    <a:pt x="4919" y="27869"/>
                  </a:lnTo>
                  <a:lnTo>
                    <a:pt x="9837" y="27869"/>
                  </a:lnTo>
                  <a:lnTo>
                    <a:pt x="9837" y="22951"/>
                  </a:lnTo>
                  <a:lnTo>
                    <a:pt x="13115" y="24590"/>
                  </a:lnTo>
                  <a:lnTo>
                    <a:pt x="14754" y="27869"/>
                  </a:lnTo>
                  <a:lnTo>
                    <a:pt x="18033" y="31148"/>
                  </a:lnTo>
                  <a:lnTo>
                    <a:pt x="22951" y="26229"/>
                  </a:lnTo>
                  <a:lnTo>
                    <a:pt x="24590" y="22951"/>
                  </a:lnTo>
                  <a:lnTo>
                    <a:pt x="24590" y="19672"/>
                  </a:lnTo>
                  <a:lnTo>
                    <a:pt x="26230" y="16393"/>
                  </a:lnTo>
                  <a:lnTo>
                    <a:pt x="27869" y="11476"/>
                  </a:lnTo>
                  <a:lnTo>
                    <a:pt x="26230" y="8197"/>
                  </a:lnTo>
                  <a:lnTo>
                    <a:pt x="21312" y="4918"/>
                  </a:lnTo>
                  <a:lnTo>
                    <a:pt x="21312" y="3279"/>
                  </a:lnTo>
                  <a:lnTo>
                    <a:pt x="19672" y="3279"/>
                  </a:lnTo>
                  <a:lnTo>
                    <a:pt x="19672" y="3279"/>
                  </a:lnTo>
                  <a:lnTo>
                    <a:pt x="16393" y="1639"/>
                  </a:lnTo>
                  <a:lnTo>
                    <a:pt x="16393" y="1639"/>
                  </a:lnTo>
                  <a:lnTo>
                    <a:pt x="13115" y="1639"/>
                  </a:lnTo>
                  <a:lnTo>
                    <a:pt x="819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2" name="Freeform 2351">
              <a:extLst>
                <a:ext uri="{FF2B5EF4-FFF2-40B4-BE49-F238E27FC236}">
                  <a16:creationId xmlns:a16="http://schemas.microsoft.com/office/drawing/2014/main" id="{FDEADD91-CD27-684E-A648-D54903961751}"/>
                </a:ext>
              </a:extLst>
            </p:cNvPr>
            <p:cNvSpPr/>
            <p:nvPr/>
          </p:nvSpPr>
          <p:spPr>
            <a:xfrm>
              <a:off x="9530410" y="3937849"/>
              <a:ext cx="16393" cy="22950"/>
            </a:xfrm>
            <a:custGeom>
              <a:avLst/>
              <a:gdLst>
                <a:gd name="connsiteX0" fmla="*/ 3279 w 16393"/>
                <a:gd name="connsiteY0" fmla="*/ 14754 h 22950"/>
                <a:gd name="connsiteX1" fmla="*/ 3279 w 16393"/>
                <a:gd name="connsiteY1" fmla="*/ 14754 h 22950"/>
                <a:gd name="connsiteX2" fmla="*/ 6558 w 16393"/>
                <a:gd name="connsiteY2" fmla="*/ 16393 h 22950"/>
                <a:gd name="connsiteX3" fmla="*/ 9836 w 16393"/>
                <a:gd name="connsiteY3" fmla="*/ 19672 h 22950"/>
                <a:gd name="connsiteX4" fmla="*/ 6558 w 16393"/>
                <a:gd name="connsiteY4" fmla="*/ 18032 h 22950"/>
                <a:gd name="connsiteX5" fmla="*/ 4918 w 16393"/>
                <a:gd name="connsiteY5" fmla="*/ 22951 h 22950"/>
                <a:gd name="connsiteX6" fmla="*/ 9836 w 16393"/>
                <a:gd name="connsiteY6" fmla="*/ 22951 h 22950"/>
                <a:gd name="connsiteX7" fmla="*/ 13114 w 16393"/>
                <a:gd name="connsiteY7" fmla="*/ 21311 h 22950"/>
                <a:gd name="connsiteX8" fmla="*/ 14754 w 16393"/>
                <a:gd name="connsiteY8" fmla="*/ 16393 h 22950"/>
                <a:gd name="connsiteX9" fmla="*/ 14754 w 16393"/>
                <a:gd name="connsiteY9" fmla="*/ 13114 h 22950"/>
                <a:gd name="connsiteX10" fmla="*/ 16393 w 16393"/>
                <a:gd name="connsiteY10" fmla="*/ 9836 h 22950"/>
                <a:gd name="connsiteX11" fmla="*/ 13114 w 16393"/>
                <a:gd name="connsiteY11" fmla="*/ 6557 h 22950"/>
                <a:gd name="connsiteX12" fmla="*/ 9836 w 16393"/>
                <a:gd name="connsiteY12" fmla="*/ 3278 h 22950"/>
                <a:gd name="connsiteX13" fmla="*/ 6558 w 16393"/>
                <a:gd name="connsiteY13" fmla="*/ 0 h 22950"/>
                <a:gd name="connsiteX14" fmla="*/ 3279 w 16393"/>
                <a:gd name="connsiteY14" fmla="*/ 3278 h 22950"/>
                <a:gd name="connsiteX15" fmla="*/ 0 w 16393"/>
                <a:gd name="connsiteY15" fmla="*/ 6557 h 22950"/>
                <a:gd name="connsiteX16" fmla="*/ 1639 w 16393"/>
                <a:gd name="connsiteY16" fmla="*/ 9836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393" h="22950">
                  <a:moveTo>
                    <a:pt x="3279" y="14754"/>
                  </a:moveTo>
                  <a:lnTo>
                    <a:pt x="3279" y="14754"/>
                  </a:lnTo>
                  <a:lnTo>
                    <a:pt x="6558" y="16393"/>
                  </a:lnTo>
                  <a:lnTo>
                    <a:pt x="9836" y="19672"/>
                  </a:lnTo>
                  <a:lnTo>
                    <a:pt x="6558" y="18032"/>
                  </a:lnTo>
                  <a:lnTo>
                    <a:pt x="4918" y="22951"/>
                  </a:lnTo>
                  <a:lnTo>
                    <a:pt x="9836" y="22951"/>
                  </a:lnTo>
                  <a:lnTo>
                    <a:pt x="13114" y="21311"/>
                  </a:lnTo>
                  <a:lnTo>
                    <a:pt x="14754" y="16393"/>
                  </a:lnTo>
                  <a:lnTo>
                    <a:pt x="14754" y="13114"/>
                  </a:lnTo>
                  <a:lnTo>
                    <a:pt x="16393" y="9836"/>
                  </a:lnTo>
                  <a:lnTo>
                    <a:pt x="13114" y="6557"/>
                  </a:lnTo>
                  <a:lnTo>
                    <a:pt x="9836" y="3278"/>
                  </a:lnTo>
                  <a:lnTo>
                    <a:pt x="6558" y="0"/>
                  </a:lnTo>
                  <a:lnTo>
                    <a:pt x="3279" y="3278"/>
                  </a:lnTo>
                  <a:lnTo>
                    <a:pt x="0" y="6557"/>
                  </a:lnTo>
                  <a:lnTo>
                    <a:pt x="1639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3" name="Freeform 2352">
              <a:extLst>
                <a:ext uri="{FF2B5EF4-FFF2-40B4-BE49-F238E27FC236}">
                  <a16:creationId xmlns:a16="http://schemas.microsoft.com/office/drawing/2014/main" id="{4DCDBF38-375A-8443-A085-9459EF882CD7}"/>
                </a:ext>
              </a:extLst>
            </p:cNvPr>
            <p:cNvSpPr/>
            <p:nvPr/>
          </p:nvSpPr>
          <p:spPr>
            <a:xfrm>
              <a:off x="9555000" y="4460797"/>
              <a:ext cx="6557" cy="4917"/>
            </a:xfrm>
            <a:custGeom>
              <a:avLst/>
              <a:gdLst>
                <a:gd name="connsiteX0" fmla="*/ 0 w 6557"/>
                <a:gd name="connsiteY0" fmla="*/ 0 h 4917"/>
                <a:gd name="connsiteX1" fmla="*/ 0 w 6557"/>
                <a:gd name="connsiteY1" fmla="*/ 3278 h 4917"/>
                <a:gd name="connsiteX2" fmla="*/ 3279 w 6557"/>
                <a:gd name="connsiteY2" fmla="*/ 3278 h 4917"/>
                <a:gd name="connsiteX3" fmla="*/ 6558 w 6557"/>
                <a:gd name="connsiteY3" fmla="*/ 4918 h 4917"/>
                <a:gd name="connsiteX4" fmla="*/ 3279 w 6557"/>
                <a:gd name="connsiteY4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7">
                  <a:moveTo>
                    <a:pt x="0" y="0"/>
                  </a:moveTo>
                  <a:lnTo>
                    <a:pt x="0" y="3278"/>
                  </a:lnTo>
                  <a:lnTo>
                    <a:pt x="3279" y="3278"/>
                  </a:lnTo>
                  <a:lnTo>
                    <a:pt x="6558" y="4918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4" name="Freeform 2353">
              <a:extLst>
                <a:ext uri="{FF2B5EF4-FFF2-40B4-BE49-F238E27FC236}">
                  <a16:creationId xmlns:a16="http://schemas.microsoft.com/office/drawing/2014/main" id="{48923A34-56FF-2645-A2FA-C59116401506}"/>
                </a:ext>
              </a:extLst>
            </p:cNvPr>
            <p:cNvSpPr/>
            <p:nvPr/>
          </p:nvSpPr>
          <p:spPr>
            <a:xfrm>
              <a:off x="9558279" y="4196864"/>
              <a:ext cx="4917" cy="1639"/>
            </a:xfrm>
            <a:custGeom>
              <a:avLst/>
              <a:gdLst>
                <a:gd name="connsiteX0" fmla="*/ 0 w 4917"/>
                <a:gd name="connsiteY0" fmla="*/ 1639 h 1639"/>
                <a:gd name="connsiteX1" fmla="*/ 1639 w 4917"/>
                <a:gd name="connsiteY1" fmla="*/ 1639 h 1639"/>
                <a:gd name="connsiteX2" fmla="*/ 4918 w 4917"/>
                <a:gd name="connsiteY2" fmla="*/ 1639 h 1639"/>
                <a:gd name="connsiteX3" fmla="*/ 4918 w 4917"/>
                <a:gd name="connsiteY3" fmla="*/ 0 h 1639"/>
                <a:gd name="connsiteX4" fmla="*/ 1639 w 4917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1639">
                  <a:moveTo>
                    <a:pt x="0" y="1639"/>
                  </a:moveTo>
                  <a:lnTo>
                    <a:pt x="1639" y="1639"/>
                  </a:lnTo>
                  <a:lnTo>
                    <a:pt x="4918" y="1639"/>
                  </a:lnTo>
                  <a:lnTo>
                    <a:pt x="4918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5" name="Freeform 2354">
              <a:extLst>
                <a:ext uri="{FF2B5EF4-FFF2-40B4-BE49-F238E27FC236}">
                  <a16:creationId xmlns:a16="http://schemas.microsoft.com/office/drawing/2014/main" id="{1AAEBC0C-6003-F24F-B687-0AE68A73AA48}"/>
                </a:ext>
              </a:extLst>
            </p:cNvPr>
            <p:cNvSpPr/>
            <p:nvPr/>
          </p:nvSpPr>
          <p:spPr>
            <a:xfrm>
              <a:off x="9561558" y="3990307"/>
              <a:ext cx="4917" cy="4918"/>
            </a:xfrm>
            <a:custGeom>
              <a:avLst/>
              <a:gdLst>
                <a:gd name="connsiteX0" fmla="*/ 0 w 4917"/>
                <a:gd name="connsiteY0" fmla="*/ 3279 h 4918"/>
                <a:gd name="connsiteX1" fmla="*/ 1639 w 4917"/>
                <a:gd name="connsiteY1" fmla="*/ 4918 h 4918"/>
                <a:gd name="connsiteX2" fmla="*/ 4918 w 4917"/>
                <a:gd name="connsiteY2" fmla="*/ 3279 h 4918"/>
                <a:gd name="connsiteX3" fmla="*/ 3278 w 4917"/>
                <a:gd name="connsiteY3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8">
                  <a:moveTo>
                    <a:pt x="0" y="3279"/>
                  </a:moveTo>
                  <a:lnTo>
                    <a:pt x="1639" y="4918"/>
                  </a:lnTo>
                  <a:lnTo>
                    <a:pt x="4918" y="3279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6" name="Freeform 2355">
              <a:extLst>
                <a:ext uri="{FF2B5EF4-FFF2-40B4-BE49-F238E27FC236}">
                  <a16:creationId xmlns:a16="http://schemas.microsoft.com/office/drawing/2014/main" id="{805319B3-CA58-9E48-B686-175CA834884C}"/>
                </a:ext>
              </a:extLst>
            </p:cNvPr>
            <p:cNvSpPr/>
            <p:nvPr/>
          </p:nvSpPr>
          <p:spPr>
            <a:xfrm>
              <a:off x="9564836" y="4190306"/>
              <a:ext cx="4918" cy="4917"/>
            </a:xfrm>
            <a:custGeom>
              <a:avLst/>
              <a:gdLst>
                <a:gd name="connsiteX0" fmla="*/ 4919 w 4918"/>
                <a:gd name="connsiteY0" fmla="*/ 1639 h 4917"/>
                <a:gd name="connsiteX1" fmla="*/ 3279 w 4918"/>
                <a:gd name="connsiteY1" fmla="*/ 0 h 4917"/>
                <a:gd name="connsiteX2" fmla="*/ 0 w 4918"/>
                <a:gd name="connsiteY2" fmla="*/ 1639 h 4917"/>
                <a:gd name="connsiteX3" fmla="*/ 3279 w 4918"/>
                <a:gd name="connsiteY3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4917">
                  <a:moveTo>
                    <a:pt x="4919" y="1639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7" name="Freeform 2356">
              <a:extLst>
                <a:ext uri="{FF2B5EF4-FFF2-40B4-BE49-F238E27FC236}">
                  <a16:creationId xmlns:a16="http://schemas.microsoft.com/office/drawing/2014/main" id="{7C7DB60D-829D-B548-9CE4-3C55F405B378}"/>
                </a:ext>
              </a:extLst>
            </p:cNvPr>
            <p:cNvSpPr/>
            <p:nvPr/>
          </p:nvSpPr>
          <p:spPr>
            <a:xfrm>
              <a:off x="9577951" y="4124733"/>
              <a:ext cx="16393" cy="4917"/>
            </a:xfrm>
            <a:custGeom>
              <a:avLst/>
              <a:gdLst>
                <a:gd name="connsiteX0" fmla="*/ 0 w 16393"/>
                <a:gd name="connsiteY0" fmla="*/ 0 h 4917"/>
                <a:gd name="connsiteX1" fmla="*/ 0 w 16393"/>
                <a:gd name="connsiteY1" fmla="*/ 1639 h 4917"/>
                <a:gd name="connsiteX2" fmla="*/ 0 w 16393"/>
                <a:gd name="connsiteY2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4917">
                  <a:moveTo>
                    <a:pt x="0" y="0"/>
                  </a:moveTo>
                  <a:lnTo>
                    <a:pt x="0" y="1639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8" name="Freeform 2357">
              <a:extLst>
                <a:ext uri="{FF2B5EF4-FFF2-40B4-BE49-F238E27FC236}">
                  <a16:creationId xmlns:a16="http://schemas.microsoft.com/office/drawing/2014/main" id="{5182E486-C52D-194C-B6EC-367C5D029E52}"/>
                </a:ext>
              </a:extLst>
            </p:cNvPr>
            <p:cNvSpPr/>
            <p:nvPr/>
          </p:nvSpPr>
          <p:spPr>
            <a:xfrm>
              <a:off x="9587787" y="4165716"/>
              <a:ext cx="13114" cy="14753"/>
            </a:xfrm>
            <a:custGeom>
              <a:avLst/>
              <a:gdLst>
                <a:gd name="connsiteX0" fmla="*/ 13114 w 13114"/>
                <a:gd name="connsiteY0" fmla="*/ 1639 h 14753"/>
                <a:gd name="connsiteX1" fmla="*/ 13114 w 13114"/>
                <a:gd name="connsiteY1" fmla="*/ 0 h 14753"/>
                <a:gd name="connsiteX2" fmla="*/ 9836 w 13114"/>
                <a:gd name="connsiteY2" fmla="*/ 0 h 14753"/>
                <a:gd name="connsiteX3" fmla="*/ 4918 w 13114"/>
                <a:gd name="connsiteY3" fmla="*/ 0 h 14753"/>
                <a:gd name="connsiteX4" fmla="*/ 1639 w 13114"/>
                <a:gd name="connsiteY4" fmla="*/ 3278 h 14753"/>
                <a:gd name="connsiteX5" fmla="*/ 1639 w 13114"/>
                <a:gd name="connsiteY5" fmla="*/ 6557 h 14753"/>
                <a:gd name="connsiteX6" fmla="*/ 0 w 13114"/>
                <a:gd name="connsiteY6" fmla="*/ 9836 h 14753"/>
                <a:gd name="connsiteX7" fmla="*/ 3279 w 13114"/>
                <a:gd name="connsiteY7" fmla="*/ 14754 h 14753"/>
                <a:gd name="connsiteX8" fmla="*/ 6558 w 13114"/>
                <a:gd name="connsiteY8" fmla="*/ 11475 h 14753"/>
                <a:gd name="connsiteX9" fmla="*/ 9836 w 13114"/>
                <a:gd name="connsiteY9" fmla="*/ 9836 h 14753"/>
                <a:gd name="connsiteX10" fmla="*/ 13114 w 13114"/>
                <a:gd name="connsiteY10" fmla="*/ 6557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114" h="14753">
                  <a:moveTo>
                    <a:pt x="13114" y="1639"/>
                  </a:moveTo>
                  <a:lnTo>
                    <a:pt x="13114" y="0"/>
                  </a:lnTo>
                  <a:lnTo>
                    <a:pt x="9836" y="0"/>
                  </a:lnTo>
                  <a:lnTo>
                    <a:pt x="4918" y="0"/>
                  </a:lnTo>
                  <a:lnTo>
                    <a:pt x="1639" y="3278"/>
                  </a:lnTo>
                  <a:lnTo>
                    <a:pt x="1639" y="6557"/>
                  </a:lnTo>
                  <a:lnTo>
                    <a:pt x="0" y="9836"/>
                  </a:lnTo>
                  <a:lnTo>
                    <a:pt x="3279" y="14754"/>
                  </a:lnTo>
                  <a:lnTo>
                    <a:pt x="6558" y="11475"/>
                  </a:lnTo>
                  <a:lnTo>
                    <a:pt x="9836" y="9836"/>
                  </a:lnTo>
                  <a:lnTo>
                    <a:pt x="13114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9" name="Freeform 2358">
              <a:extLst>
                <a:ext uri="{FF2B5EF4-FFF2-40B4-BE49-F238E27FC236}">
                  <a16:creationId xmlns:a16="http://schemas.microsoft.com/office/drawing/2014/main" id="{6C52E5B9-8793-7348-A1CD-EE3538F3F1E4}"/>
                </a:ext>
              </a:extLst>
            </p:cNvPr>
            <p:cNvSpPr/>
            <p:nvPr/>
          </p:nvSpPr>
          <p:spPr>
            <a:xfrm>
              <a:off x="9704179" y="4424731"/>
              <a:ext cx="54098" cy="16393"/>
            </a:xfrm>
            <a:custGeom>
              <a:avLst/>
              <a:gdLst>
                <a:gd name="connsiteX0" fmla="*/ 11476 w 54098"/>
                <a:gd name="connsiteY0" fmla="*/ 1639 h 16393"/>
                <a:gd name="connsiteX1" fmla="*/ 6558 w 54098"/>
                <a:gd name="connsiteY1" fmla="*/ 1639 h 16393"/>
                <a:gd name="connsiteX2" fmla="*/ 4919 w 54098"/>
                <a:gd name="connsiteY2" fmla="*/ 6557 h 16393"/>
                <a:gd name="connsiteX3" fmla="*/ 0 w 54098"/>
                <a:gd name="connsiteY3" fmla="*/ 8197 h 16393"/>
                <a:gd name="connsiteX4" fmla="*/ 1640 w 54098"/>
                <a:gd name="connsiteY4" fmla="*/ 11476 h 16393"/>
                <a:gd name="connsiteX5" fmla="*/ 4919 w 54098"/>
                <a:gd name="connsiteY5" fmla="*/ 13115 h 16393"/>
                <a:gd name="connsiteX6" fmla="*/ 9837 w 54098"/>
                <a:gd name="connsiteY6" fmla="*/ 14754 h 16393"/>
                <a:gd name="connsiteX7" fmla="*/ 13115 w 54098"/>
                <a:gd name="connsiteY7" fmla="*/ 16393 h 16393"/>
                <a:gd name="connsiteX8" fmla="*/ 16393 w 54098"/>
                <a:gd name="connsiteY8" fmla="*/ 16393 h 16393"/>
                <a:gd name="connsiteX9" fmla="*/ 16393 w 54098"/>
                <a:gd name="connsiteY9" fmla="*/ 13115 h 16393"/>
                <a:gd name="connsiteX10" fmla="*/ 21312 w 54098"/>
                <a:gd name="connsiteY10" fmla="*/ 16393 h 16393"/>
                <a:gd name="connsiteX11" fmla="*/ 24590 w 54098"/>
                <a:gd name="connsiteY11" fmla="*/ 16393 h 16393"/>
                <a:gd name="connsiteX12" fmla="*/ 27869 w 54098"/>
                <a:gd name="connsiteY12" fmla="*/ 16393 h 16393"/>
                <a:gd name="connsiteX13" fmla="*/ 31148 w 54098"/>
                <a:gd name="connsiteY13" fmla="*/ 16393 h 16393"/>
                <a:gd name="connsiteX14" fmla="*/ 36066 w 54098"/>
                <a:gd name="connsiteY14" fmla="*/ 13115 h 16393"/>
                <a:gd name="connsiteX15" fmla="*/ 39344 w 54098"/>
                <a:gd name="connsiteY15" fmla="*/ 11476 h 16393"/>
                <a:gd name="connsiteX16" fmla="*/ 42623 w 54098"/>
                <a:gd name="connsiteY16" fmla="*/ 11476 h 16393"/>
                <a:gd name="connsiteX17" fmla="*/ 45902 w 54098"/>
                <a:gd name="connsiteY17" fmla="*/ 11476 h 16393"/>
                <a:gd name="connsiteX18" fmla="*/ 47541 w 54098"/>
                <a:gd name="connsiteY18" fmla="*/ 8197 h 16393"/>
                <a:gd name="connsiteX19" fmla="*/ 50820 w 54098"/>
                <a:gd name="connsiteY19" fmla="*/ 6557 h 16393"/>
                <a:gd name="connsiteX20" fmla="*/ 54099 w 54098"/>
                <a:gd name="connsiteY20" fmla="*/ 6557 h 16393"/>
                <a:gd name="connsiteX21" fmla="*/ 52459 w 54098"/>
                <a:gd name="connsiteY21" fmla="*/ 3279 h 16393"/>
                <a:gd name="connsiteX22" fmla="*/ 49180 w 54098"/>
                <a:gd name="connsiteY22" fmla="*/ 0 h 16393"/>
                <a:gd name="connsiteX23" fmla="*/ 45902 w 54098"/>
                <a:gd name="connsiteY23" fmla="*/ 1639 h 16393"/>
                <a:gd name="connsiteX24" fmla="*/ 40983 w 54098"/>
                <a:gd name="connsiteY24" fmla="*/ 1639 h 16393"/>
                <a:gd name="connsiteX25" fmla="*/ 37706 w 54098"/>
                <a:gd name="connsiteY25" fmla="*/ 1639 h 16393"/>
                <a:gd name="connsiteX26" fmla="*/ 34427 w 54098"/>
                <a:gd name="connsiteY26" fmla="*/ 1639 h 16393"/>
                <a:gd name="connsiteX27" fmla="*/ 31148 w 54098"/>
                <a:gd name="connsiteY27" fmla="*/ 1639 h 16393"/>
                <a:gd name="connsiteX28" fmla="*/ 26230 w 54098"/>
                <a:gd name="connsiteY28" fmla="*/ 1639 h 16393"/>
                <a:gd name="connsiteX29" fmla="*/ 22951 w 54098"/>
                <a:gd name="connsiteY29" fmla="*/ 1639 h 16393"/>
                <a:gd name="connsiteX30" fmla="*/ 19672 w 54098"/>
                <a:gd name="connsiteY30" fmla="*/ 1639 h 16393"/>
                <a:gd name="connsiteX31" fmla="*/ 16393 w 54098"/>
                <a:gd name="connsiteY31" fmla="*/ 1639 h 16393"/>
                <a:gd name="connsiteX32" fmla="*/ 11476 w 54098"/>
                <a:gd name="connsiteY32" fmla="*/ 1639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4098" h="16393">
                  <a:moveTo>
                    <a:pt x="11476" y="1639"/>
                  </a:moveTo>
                  <a:lnTo>
                    <a:pt x="6558" y="1639"/>
                  </a:lnTo>
                  <a:lnTo>
                    <a:pt x="4919" y="6557"/>
                  </a:lnTo>
                  <a:lnTo>
                    <a:pt x="0" y="8197"/>
                  </a:lnTo>
                  <a:lnTo>
                    <a:pt x="1640" y="11476"/>
                  </a:lnTo>
                  <a:lnTo>
                    <a:pt x="4919" y="13115"/>
                  </a:lnTo>
                  <a:lnTo>
                    <a:pt x="9837" y="14754"/>
                  </a:lnTo>
                  <a:lnTo>
                    <a:pt x="13115" y="16393"/>
                  </a:lnTo>
                  <a:lnTo>
                    <a:pt x="16393" y="16393"/>
                  </a:lnTo>
                  <a:lnTo>
                    <a:pt x="16393" y="13115"/>
                  </a:lnTo>
                  <a:lnTo>
                    <a:pt x="21312" y="16393"/>
                  </a:lnTo>
                  <a:lnTo>
                    <a:pt x="24590" y="16393"/>
                  </a:lnTo>
                  <a:lnTo>
                    <a:pt x="27869" y="16393"/>
                  </a:lnTo>
                  <a:lnTo>
                    <a:pt x="31148" y="16393"/>
                  </a:lnTo>
                  <a:lnTo>
                    <a:pt x="36066" y="13115"/>
                  </a:lnTo>
                  <a:lnTo>
                    <a:pt x="39344" y="11476"/>
                  </a:lnTo>
                  <a:lnTo>
                    <a:pt x="42623" y="11476"/>
                  </a:lnTo>
                  <a:lnTo>
                    <a:pt x="45902" y="11476"/>
                  </a:lnTo>
                  <a:lnTo>
                    <a:pt x="47541" y="8197"/>
                  </a:lnTo>
                  <a:lnTo>
                    <a:pt x="50820" y="6557"/>
                  </a:lnTo>
                  <a:lnTo>
                    <a:pt x="54099" y="6557"/>
                  </a:lnTo>
                  <a:lnTo>
                    <a:pt x="52459" y="3279"/>
                  </a:lnTo>
                  <a:lnTo>
                    <a:pt x="49180" y="0"/>
                  </a:lnTo>
                  <a:lnTo>
                    <a:pt x="45902" y="1639"/>
                  </a:lnTo>
                  <a:lnTo>
                    <a:pt x="40983" y="1639"/>
                  </a:lnTo>
                  <a:lnTo>
                    <a:pt x="37706" y="1639"/>
                  </a:lnTo>
                  <a:lnTo>
                    <a:pt x="34427" y="1639"/>
                  </a:lnTo>
                  <a:lnTo>
                    <a:pt x="31148" y="1639"/>
                  </a:lnTo>
                  <a:lnTo>
                    <a:pt x="26230" y="1639"/>
                  </a:lnTo>
                  <a:lnTo>
                    <a:pt x="22951" y="1639"/>
                  </a:lnTo>
                  <a:lnTo>
                    <a:pt x="19672" y="1639"/>
                  </a:lnTo>
                  <a:lnTo>
                    <a:pt x="16393" y="1639"/>
                  </a:lnTo>
                  <a:lnTo>
                    <a:pt x="11476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0" name="Freeform 2359">
              <a:extLst>
                <a:ext uri="{FF2B5EF4-FFF2-40B4-BE49-F238E27FC236}">
                  <a16:creationId xmlns:a16="http://schemas.microsoft.com/office/drawing/2014/main" id="{2A798187-A5BE-4D4F-82C7-FBAA2A544222}"/>
                </a:ext>
              </a:extLst>
            </p:cNvPr>
            <p:cNvSpPr/>
            <p:nvPr/>
          </p:nvSpPr>
          <p:spPr>
            <a:xfrm>
              <a:off x="9705819" y="4375551"/>
              <a:ext cx="3278" cy="4918"/>
            </a:xfrm>
            <a:custGeom>
              <a:avLst/>
              <a:gdLst>
                <a:gd name="connsiteX0" fmla="*/ 1639 w 3278"/>
                <a:gd name="connsiteY0" fmla="*/ 0 h 4918"/>
                <a:gd name="connsiteX1" fmla="*/ 0 w 3278"/>
                <a:gd name="connsiteY1" fmla="*/ 0 h 4918"/>
                <a:gd name="connsiteX2" fmla="*/ 0 w 3278"/>
                <a:gd name="connsiteY2" fmla="*/ 4918 h 4918"/>
                <a:gd name="connsiteX3" fmla="*/ 3279 w 3278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1639" y="0"/>
                  </a:moveTo>
                  <a:lnTo>
                    <a:pt x="0" y="0"/>
                  </a:lnTo>
                  <a:lnTo>
                    <a:pt x="0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1" name="Freeform 2360">
              <a:extLst>
                <a:ext uri="{FF2B5EF4-FFF2-40B4-BE49-F238E27FC236}">
                  <a16:creationId xmlns:a16="http://schemas.microsoft.com/office/drawing/2014/main" id="{73522EA0-CB00-8F4C-9C8B-DB5ACAA8CBFC}"/>
                </a:ext>
              </a:extLst>
            </p:cNvPr>
            <p:cNvSpPr/>
            <p:nvPr/>
          </p:nvSpPr>
          <p:spPr>
            <a:xfrm>
              <a:off x="9768114" y="4434567"/>
              <a:ext cx="3278" cy="3278"/>
            </a:xfrm>
            <a:custGeom>
              <a:avLst/>
              <a:gdLst>
                <a:gd name="connsiteX0" fmla="*/ 0 w 3278"/>
                <a:gd name="connsiteY0" fmla="*/ 0 h 3278"/>
                <a:gd name="connsiteX1" fmla="*/ 0 w 3278"/>
                <a:gd name="connsiteY1" fmla="*/ 1639 h 3278"/>
                <a:gd name="connsiteX2" fmla="*/ 327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0"/>
                  </a:move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2" name="Freeform 2361">
              <a:extLst>
                <a:ext uri="{FF2B5EF4-FFF2-40B4-BE49-F238E27FC236}">
                  <a16:creationId xmlns:a16="http://schemas.microsoft.com/office/drawing/2014/main" id="{AF64772C-5C3F-1E43-86DE-DE755DD9366B}"/>
                </a:ext>
              </a:extLst>
            </p:cNvPr>
            <p:cNvSpPr/>
            <p:nvPr/>
          </p:nvSpPr>
          <p:spPr>
            <a:xfrm>
              <a:off x="9769753" y="4478830"/>
              <a:ext cx="47541" cy="34425"/>
            </a:xfrm>
            <a:custGeom>
              <a:avLst/>
              <a:gdLst>
                <a:gd name="connsiteX0" fmla="*/ 1640 w 47541"/>
                <a:gd name="connsiteY0" fmla="*/ 0 h 34425"/>
                <a:gd name="connsiteX1" fmla="*/ 0 w 47541"/>
                <a:gd name="connsiteY1" fmla="*/ 4918 h 34425"/>
                <a:gd name="connsiteX2" fmla="*/ 1640 w 47541"/>
                <a:gd name="connsiteY2" fmla="*/ 8197 h 34425"/>
                <a:gd name="connsiteX3" fmla="*/ 3279 w 47541"/>
                <a:gd name="connsiteY3" fmla="*/ 11475 h 34425"/>
                <a:gd name="connsiteX4" fmla="*/ 8197 w 47541"/>
                <a:gd name="connsiteY4" fmla="*/ 14754 h 34425"/>
                <a:gd name="connsiteX5" fmla="*/ 11476 w 47541"/>
                <a:gd name="connsiteY5" fmla="*/ 14754 h 34425"/>
                <a:gd name="connsiteX6" fmla="*/ 14754 w 47541"/>
                <a:gd name="connsiteY6" fmla="*/ 16393 h 34425"/>
                <a:gd name="connsiteX7" fmla="*/ 18033 w 47541"/>
                <a:gd name="connsiteY7" fmla="*/ 18032 h 34425"/>
                <a:gd name="connsiteX8" fmla="*/ 22951 w 47541"/>
                <a:gd name="connsiteY8" fmla="*/ 21311 h 34425"/>
                <a:gd name="connsiteX9" fmla="*/ 26230 w 47541"/>
                <a:gd name="connsiteY9" fmla="*/ 26229 h 34425"/>
                <a:gd name="connsiteX10" fmla="*/ 26230 w 47541"/>
                <a:gd name="connsiteY10" fmla="*/ 29508 h 34425"/>
                <a:gd name="connsiteX11" fmla="*/ 22951 w 47541"/>
                <a:gd name="connsiteY11" fmla="*/ 32787 h 34425"/>
                <a:gd name="connsiteX12" fmla="*/ 22951 w 47541"/>
                <a:gd name="connsiteY12" fmla="*/ 34426 h 34425"/>
                <a:gd name="connsiteX13" fmla="*/ 26230 w 47541"/>
                <a:gd name="connsiteY13" fmla="*/ 34426 h 34425"/>
                <a:gd name="connsiteX14" fmla="*/ 27869 w 47541"/>
                <a:gd name="connsiteY14" fmla="*/ 34426 h 34425"/>
                <a:gd name="connsiteX15" fmla="*/ 27869 w 47541"/>
                <a:gd name="connsiteY15" fmla="*/ 29508 h 34425"/>
                <a:gd name="connsiteX16" fmla="*/ 31148 w 47541"/>
                <a:gd name="connsiteY16" fmla="*/ 26229 h 34425"/>
                <a:gd name="connsiteX17" fmla="*/ 34427 w 47541"/>
                <a:gd name="connsiteY17" fmla="*/ 22951 h 34425"/>
                <a:gd name="connsiteX18" fmla="*/ 37706 w 47541"/>
                <a:gd name="connsiteY18" fmla="*/ 21311 h 34425"/>
                <a:gd name="connsiteX19" fmla="*/ 40983 w 47541"/>
                <a:gd name="connsiteY19" fmla="*/ 19672 h 34425"/>
                <a:gd name="connsiteX20" fmla="*/ 45902 w 47541"/>
                <a:gd name="connsiteY20" fmla="*/ 16393 h 34425"/>
                <a:gd name="connsiteX21" fmla="*/ 47541 w 47541"/>
                <a:gd name="connsiteY21" fmla="*/ 13114 h 34425"/>
                <a:gd name="connsiteX22" fmla="*/ 44262 w 47541"/>
                <a:gd name="connsiteY22" fmla="*/ 9836 h 34425"/>
                <a:gd name="connsiteX23" fmla="*/ 42623 w 47541"/>
                <a:gd name="connsiteY23" fmla="*/ 4918 h 34425"/>
                <a:gd name="connsiteX24" fmla="*/ 37706 w 47541"/>
                <a:gd name="connsiteY24" fmla="*/ 3278 h 34425"/>
                <a:gd name="connsiteX25" fmla="*/ 34427 w 47541"/>
                <a:gd name="connsiteY25" fmla="*/ 1639 h 34425"/>
                <a:gd name="connsiteX26" fmla="*/ 31148 w 47541"/>
                <a:gd name="connsiteY26" fmla="*/ 0 h 34425"/>
                <a:gd name="connsiteX27" fmla="*/ 27869 w 47541"/>
                <a:gd name="connsiteY27" fmla="*/ 0 h 34425"/>
                <a:gd name="connsiteX28" fmla="*/ 22951 w 47541"/>
                <a:gd name="connsiteY28" fmla="*/ 3278 h 34425"/>
                <a:gd name="connsiteX29" fmla="*/ 19672 w 47541"/>
                <a:gd name="connsiteY29" fmla="*/ 4918 h 34425"/>
                <a:gd name="connsiteX30" fmla="*/ 16393 w 47541"/>
                <a:gd name="connsiteY30" fmla="*/ 4918 h 34425"/>
                <a:gd name="connsiteX31" fmla="*/ 11476 w 47541"/>
                <a:gd name="connsiteY31" fmla="*/ 4918 h 34425"/>
                <a:gd name="connsiteX32" fmla="*/ 8197 w 47541"/>
                <a:gd name="connsiteY32" fmla="*/ 1639 h 34425"/>
                <a:gd name="connsiteX33" fmla="*/ 4919 w 47541"/>
                <a:gd name="connsiteY33" fmla="*/ 1639 h 3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7541" h="34425">
                  <a:moveTo>
                    <a:pt x="1640" y="0"/>
                  </a:moveTo>
                  <a:lnTo>
                    <a:pt x="0" y="4918"/>
                  </a:lnTo>
                  <a:lnTo>
                    <a:pt x="1640" y="8197"/>
                  </a:lnTo>
                  <a:lnTo>
                    <a:pt x="3279" y="11475"/>
                  </a:lnTo>
                  <a:lnTo>
                    <a:pt x="8197" y="14754"/>
                  </a:lnTo>
                  <a:lnTo>
                    <a:pt x="11476" y="14754"/>
                  </a:lnTo>
                  <a:lnTo>
                    <a:pt x="14754" y="16393"/>
                  </a:lnTo>
                  <a:lnTo>
                    <a:pt x="18033" y="18032"/>
                  </a:lnTo>
                  <a:lnTo>
                    <a:pt x="22951" y="21311"/>
                  </a:lnTo>
                  <a:lnTo>
                    <a:pt x="26230" y="26229"/>
                  </a:lnTo>
                  <a:lnTo>
                    <a:pt x="26230" y="29508"/>
                  </a:lnTo>
                  <a:lnTo>
                    <a:pt x="22951" y="32787"/>
                  </a:lnTo>
                  <a:lnTo>
                    <a:pt x="22951" y="34426"/>
                  </a:lnTo>
                  <a:lnTo>
                    <a:pt x="26230" y="34426"/>
                  </a:lnTo>
                  <a:lnTo>
                    <a:pt x="27869" y="34426"/>
                  </a:lnTo>
                  <a:lnTo>
                    <a:pt x="27869" y="29508"/>
                  </a:lnTo>
                  <a:lnTo>
                    <a:pt x="31148" y="26229"/>
                  </a:lnTo>
                  <a:lnTo>
                    <a:pt x="34427" y="22951"/>
                  </a:lnTo>
                  <a:lnTo>
                    <a:pt x="37706" y="21311"/>
                  </a:lnTo>
                  <a:lnTo>
                    <a:pt x="40983" y="19672"/>
                  </a:lnTo>
                  <a:lnTo>
                    <a:pt x="45902" y="16393"/>
                  </a:lnTo>
                  <a:lnTo>
                    <a:pt x="47541" y="13114"/>
                  </a:lnTo>
                  <a:lnTo>
                    <a:pt x="44262" y="9836"/>
                  </a:lnTo>
                  <a:lnTo>
                    <a:pt x="42623" y="4918"/>
                  </a:lnTo>
                  <a:lnTo>
                    <a:pt x="37706" y="3278"/>
                  </a:lnTo>
                  <a:lnTo>
                    <a:pt x="34427" y="1639"/>
                  </a:lnTo>
                  <a:lnTo>
                    <a:pt x="31148" y="0"/>
                  </a:lnTo>
                  <a:lnTo>
                    <a:pt x="27869" y="0"/>
                  </a:lnTo>
                  <a:lnTo>
                    <a:pt x="22951" y="3278"/>
                  </a:lnTo>
                  <a:lnTo>
                    <a:pt x="19672" y="4918"/>
                  </a:lnTo>
                  <a:lnTo>
                    <a:pt x="16393" y="4918"/>
                  </a:lnTo>
                  <a:lnTo>
                    <a:pt x="11476" y="4918"/>
                  </a:lnTo>
                  <a:lnTo>
                    <a:pt x="8197" y="1639"/>
                  </a:lnTo>
                  <a:lnTo>
                    <a:pt x="491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3" name="Freeform 2362">
              <a:extLst>
                <a:ext uri="{FF2B5EF4-FFF2-40B4-BE49-F238E27FC236}">
                  <a16:creationId xmlns:a16="http://schemas.microsoft.com/office/drawing/2014/main" id="{D65507DE-E5EB-7041-9D8D-D5231F7C106A}"/>
                </a:ext>
              </a:extLst>
            </p:cNvPr>
            <p:cNvSpPr/>
            <p:nvPr/>
          </p:nvSpPr>
          <p:spPr>
            <a:xfrm>
              <a:off x="9774672" y="4437846"/>
              <a:ext cx="3277" cy="16393"/>
            </a:xfrm>
            <a:custGeom>
              <a:avLst/>
              <a:gdLst>
                <a:gd name="connsiteX0" fmla="*/ 0 w 3277"/>
                <a:gd name="connsiteY0" fmla="*/ 0 h 16393"/>
                <a:gd name="connsiteX1" fmla="*/ 0 w 3277"/>
                <a:gd name="connsiteY1" fmla="*/ 0 h 16393"/>
                <a:gd name="connsiteX2" fmla="*/ 3278 w 3277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7" h="16393">
                  <a:moveTo>
                    <a:pt x="0" y="0"/>
                  </a:moveTo>
                  <a:lnTo>
                    <a:pt x="0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4" name="Freeform 2363">
              <a:extLst>
                <a:ext uri="{FF2B5EF4-FFF2-40B4-BE49-F238E27FC236}">
                  <a16:creationId xmlns:a16="http://schemas.microsoft.com/office/drawing/2014/main" id="{31D06542-7E0D-314A-AA40-3B3B3B123AAF}"/>
                </a:ext>
              </a:extLst>
            </p:cNvPr>
            <p:cNvSpPr/>
            <p:nvPr/>
          </p:nvSpPr>
          <p:spPr>
            <a:xfrm>
              <a:off x="9802539" y="4424731"/>
              <a:ext cx="13115" cy="6557"/>
            </a:xfrm>
            <a:custGeom>
              <a:avLst/>
              <a:gdLst>
                <a:gd name="connsiteX0" fmla="*/ 3279 w 13115"/>
                <a:gd name="connsiteY0" fmla="*/ 0 h 6557"/>
                <a:gd name="connsiteX1" fmla="*/ 0 w 13115"/>
                <a:gd name="connsiteY1" fmla="*/ 3279 h 6557"/>
                <a:gd name="connsiteX2" fmla="*/ 1640 w 13115"/>
                <a:gd name="connsiteY2" fmla="*/ 6557 h 6557"/>
                <a:gd name="connsiteX3" fmla="*/ 4919 w 13115"/>
                <a:gd name="connsiteY3" fmla="*/ 3279 h 6557"/>
                <a:gd name="connsiteX4" fmla="*/ 9837 w 13115"/>
                <a:gd name="connsiteY4" fmla="*/ 3279 h 6557"/>
                <a:gd name="connsiteX5" fmla="*/ 13115 w 13115"/>
                <a:gd name="connsiteY5" fmla="*/ 3279 h 6557"/>
                <a:gd name="connsiteX6" fmla="*/ 9837 w 13115"/>
                <a:gd name="connsiteY6" fmla="*/ 0 h 6557"/>
                <a:gd name="connsiteX7" fmla="*/ 6558 w 13115"/>
                <a:gd name="connsiteY7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5" h="6557">
                  <a:moveTo>
                    <a:pt x="3279" y="0"/>
                  </a:moveTo>
                  <a:lnTo>
                    <a:pt x="0" y="3279"/>
                  </a:lnTo>
                  <a:lnTo>
                    <a:pt x="1640" y="6557"/>
                  </a:lnTo>
                  <a:lnTo>
                    <a:pt x="4919" y="3279"/>
                  </a:lnTo>
                  <a:lnTo>
                    <a:pt x="9837" y="3279"/>
                  </a:lnTo>
                  <a:lnTo>
                    <a:pt x="13115" y="3279"/>
                  </a:lnTo>
                  <a:lnTo>
                    <a:pt x="9837" y="0"/>
                  </a:lnTo>
                  <a:lnTo>
                    <a:pt x="655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5" name="Freeform 2364">
              <a:extLst>
                <a:ext uri="{FF2B5EF4-FFF2-40B4-BE49-F238E27FC236}">
                  <a16:creationId xmlns:a16="http://schemas.microsoft.com/office/drawing/2014/main" id="{035BABF9-1416-0A42-AEE8-E9A33C1DD491}"/>
                </a:ext>
              </a:extLst>
            </p:cNvPr>
            <p:cNvSpPr/>
            <p:nvPr/>
          </p:nvSpPr>
          <p:spPr>
            <a:xfrm>
              <a:off x="9807458" y="4505059"/>
              <a:ext cx="4917" cy="6557"/>
            </a:xfrm>
            <a:custGeom>
              <a:avLst/>
              <a:gdLst>
                <a:gd name="connsiteX0" fmla="*/ 4918 w 4917"/>
                <a:gd name="connsiteY0" fmla="*/ 6558 h 6557"/>
                <a:gd name="connsiteX1" fmla="*/ 4918 w 4917"/>
                <a:gd name="connsiteY1" fmla="*/ 3279 h 6557"/>
                <a:gd name="connsiteX2" fmla="*/ 4918 w 4917"/>
                <a:gd name="connsiteY2" fmla="*/ 0 h 6557"/>
                <a:gd name="connsiteX3" fmla="*/ 0 w 4917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6557">
                  <a:moveTo>
                    <a:pt x="4918" y="6558"/>
                  </a:moveTo>
                  <a:lnTo>
                    <a:pt x="4918" y="3279"/>
                  </a:lnTo>
                  <a:lnTo>
                    <a:pt x="491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6" name="Freeform 2365">
              <a:extLst>
                <a:ext uri="{FF2B5EF4-FFF2-40B4-BE49-F238E27FC236}">
                  <a16:creationId xmlns:a16="http://schemas.microsoft.com/office/drawing/2014/main" id="{7D9D590B-51F4-554A-89CD-60610875CB0C}"/>
                </a:ext>
              </a:extLst>
            </p:cNvPr>
            <p:cNvSpPr/>
            <p:nvPr/>
          </p:nvSpPr>
          <p:spPr>
            <a:xfrm>
              <a:off x="9822212" y="4483747"/>
              <a:ext cx="34426" cy="32786"/>
            </a:xfrm>
            <a:custGeom>
              <a:avLst/>
              <a:gdLst>
                <a:gd name="connsiteX0" fmla="*/ 19672 w 34426"/>
                <a:gd name="connsiteY0" fmla="*/ 1639 h 32786"/>
                <a:gd name="connsiteX1" fmla="*/ 16393 w 34426"/>
                <a:gd name="connsiteY1" fmla="*/ 3279 h 32786"/>
                <a:gd name="connsiteX2" fmla="*/ 13114 w 34426"/>
                <a:gd name="connsiteY2" fmla="*/ 6557 h 32786"/>
                <a:gd name="connsiteX3" fmla="*/ 9837 w 34426"/>
                <a:gd name="connsiteY3" fmla="*/ 9836 h 32786"/>
                <a:gd name="connsiteX4" fmla="*/ 8197 w 34426"/>
                <a:gd name="connsiteY4" fmla="*/ 13114 h 32786"/>
                <a:gd name="connsiteX5" fmla="*/ 9837 w 34426"/>
                <a:gd name="connsiteY5" fmla="*/ 18033 h 32786"/>
                <a:gd name="connsiteX6" fmla="*/ 8197 w 34426"/>
                <a:gd name="connsiteY6" fmla="*/ 21311 h 32786"/>
                <a:gd name="connsiteX7" fmla="*/ 8197 w 34426"/>
                <a:gd name="connsiteY7" fmla="*/ 24590 h 32786"/>
                <a:gd name="connsiteX8" fmla="*/ 4918 w 34426"/>
                <a:gd name="connsiteY8" fmla="*/ 26229 h 32786"/>
                <a:gd name="connsiteX9" fmla="*/ 0 w 34426"/>
                <a:gd name="connsiteY9" fmla="*/ 24590 h 32786"/>
                <a:gd name="connsiteX10" fmla="*/ 0 w 34426"/>
                <a:gd name="connsiteY10" fmla="*/ 27869 h 32786"/>
                <a:gd name="connsiteX11" fmla="*/ 3279 w 34426"/>
                <a:gd name="connsiteY11" fmla="*/ 29508 h 32786"/>
                <a:gd name="connsiteX12" fmla="*/ 6558 w 34426"/>
                <a:gd name="connsiteY12" fmla="*/ 29508 h 32786"/>
                <a:gd name="connsiteX13" fmla="*/ 9837 w 34426"/>
                <a:gd name="connsiteY13" fmla="*/ 31147 h 32786"/>
                <a:gd name="connsiteX14" fmla="*/ 14754 w 34426"/>
                <a:gd name="connsiteY14" fmla="*/ 32787 h 32786"/>
                <a:gd name="connsiteX15" fmla="*/ 18033 w 34426"/>
                <a:gd name="connsiteY15" fmla="*/ 32787 h 32786"/>
                <a:gd name="connsiteX16" fmla="*/ 21311 w 34426"/>
                <a:gd name="connsiteY16" fmla="*/ 29508 h 32786"/>
                <a:gd name="connsiteX17" fmla="*/ 26230 w 34426"/>
                <a:gd name="connsiteY17" fmla="*/ 31147 h 32786"/>
                <a:gd name="connsiteX18" fmla="*/ 24590 w 34426"/>
                <a:gd name="connsiteY18" fmla="*/ 27869 h 32786"/>
                <a:gd name="connsiteX19" fmla="*/ 27869 w 34426"/>
                <a:gd name="connsiteY19" fmla="*/ 24590 h 32786"/>
                <a:gd name="connsiteX20" fmla="*/ 29508 w 34426"/>
                <a:gd name="connsiteY20" fmla="*/ 19672 h 32786"/>
                <a:gd name="connsiteX21" fmla="*/ 32787 w 34426"/>
                <a:gd name="connsiteY21" fmla="*/ 16393 h 32786"/>
                <a:gd name="connsiteX22" fmla="*/ 32787 w 34426"/>
                <a:gd name="connsiteY22" fmla="*/ 13114 h 32786"/>
                <a:gd name="connsiteX23" fmla="*/ 34427 w 34426"/>
                <a:gd name="connsiteY23" fmla="*/ 8197 h 32786"/>
                <a:gd name="connsiteX24" fmla="*/ 32787 w 34426"/>
                <a:gd name="connsiteY24" fmla="*/ 4918 h 32786"/>
                <a:gd name="connsiteX25" fmla="*/ 29508 w 34426"/>
                <a:gd name="connsiteY25" fmla="*/ 3279 h 32786"/>
                <a:gd name="connsiteX26" fmla="*/ 26230 w 34426"/>
                <a:gd name="connsiteY26" fmla="*/ 1639 h 32786"/>
                <a:gd name="connsiteX27" fmla="*/ 21311 w 34426"/>
                <a:gd name="connsiteY27" fmla="*/ 0 h 3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4426" h="32786">
                  <a:moveTo>
                    <a:pt x="19672" y="1639"/>
                  </a:moveTo>
                  <a:lnTo>
                    <a:pt x="16393" y="3279"/>
                  </a:lnTo>
                  <a:lnTo>
                    <a:pt x="13114" y="6557"/>
                  </a:lnTo>
                  <a:lnTo>
                    <a:pt x="9837" y="9836"/>
                  </a:lnTo>
                  <a:lnTo>
                    <a:pt x="8197" y="13114"/>
                  </a:lnTo>
                  <a:lnTo>
                    <a:pt x="9837" y="18033"/>
                  </a:lnTo>
                  <a:lnTo>
                    <a:pt x="8197" y="21311"/>
                  </a:lnTo>
                  <a:lnTo>
                    <a:pt x="8197" y="24590"/>
                  </a:lnTo>
                  <a:lnTo>
                    <a:pt x="4918" y="26229"/>
                  </a:lnTo>
                  <a:lnTo>
                    <a:pt x="0" y="24590"/>
                  </a:lnTo>
                  <a:lnTo>
                    <a:pt x="0" y="27869"/>
                  </a:lnTo>
                  <a:lnTo>
                    <a:pt x="3279" y="29508"/>
                  </a:lnTo>
                  <a:lnTo>
                    <a:pt x="6558" y="29508"/>
                  </a:lnTo>
                  <a:lnTo>
                    <a:pt x="9837" y="31147"/>
                  </a:lnTo>
                  <a:lnTo>
                    <a:pt x="14754" y="32787"/>
                  </a:lnTo>
                  <a:lnTo>
                    <a:pt x="18033" y="32787"/>
                  </a:lnTo>
                  <a:lnTo>
                    <a:pt x="21311" y="29508"/>
                  </a:lnTo>
                  <a:lnTo>
                    <a:pt x="26230" y="31147"/>
                  </a:lnTo>
                  <a:lnTo>
                    <a:pt x="24590" y="27869"/>
                  </a:lnTo>
                  <a:lnTo>
                    <a:pt x="27869" y="24590"/>
                  </a:lnTo>
                  <a:lnTo>
                    <a:pt x="29508" y="19672"/>
                  </a:lnTo>
                  <a:lnTo>
                    <a:pt x="32787" y="16393"/>
                  </a:lnTo>
                  <a:lnTo>
                    <a:pt x="32787" y="13114"/>
                  </a:lnTo>
                  <a:lnTo>
                    <a:pt x="34427" y="8197"/>
                  </a:lnTo>
                  <a:lnTo>
                    <a:pt x="32787" y="4918"/>
                  </a:lnTo>
                  <a:lnTo>
                    <a:pt x="29508" y="3279"/>
                  </a:lnTo>
                  <a:lnTo>
                    <a:pt x="26230" y="1639"/>
                  </a:lnTo>
                  <a:lnTo>
                    <a:pt x="21311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7" name="Freeform 2366">
              <a:extLst>
                <a:ext uri="{FF2B5EF4-FFF2-40B4-BE49-F238E27FC236}">
                  <a16:creationId xmlns:a16="http://schemas.microsoft.com/office/drawing/2014/main" id="{4E90FA99-F17F-3A4A-8ACC-C2B2A823A3AE}"/>
                </a:ext>
              </a:extLst>
            </p:cNvPr>
            <p:cNvSpPr/>
            <p:nvPr/>
          </p:nvSpPr>
          <p:spPr>
            <a:xfrm>
              <a:off x="9840245" y="4265716"/>
              <a:ext cx="11474" cy="34425"/>
            </a:xfrm>
            <a:custGeom>
              <a:avLst/>
              <a:gdLst>
                <a:gd name="connsiteX0" fmla="*/ 9836 w 11474"/>
                <a:gd name="connsiteY0" fmla="*/ 1639 h 34425"/>
                <a:gd name="connsiteX1" fmla="*/ 8197 w 11474"/>
                <a:gd name="connsiteY1" fmla="*/ 0 h 34425"/>
                <a:gd name="connsiteX2" fmla="*/ 4918 w 11474"/>
                <a:gd name="connsiteY2" fmla="*/ 3278 h 34425"/>
                <a:gd name="connsiteX3" fmla="*/ 3278 w 11474"/>
                <a:gd name="connsiteY3" fmla="*/ 8197 h 34425"/>
                <a:gd name="connsiteX4" fmla="*/ 1639 w 11474"/>
                <a:gd name="connsiteY4" fmla="*/ 11475 h 34425"/>
                <a:gd name="connsiteX5" fmla="*/ 0 w 11474"/>
                <a:gd name="connsiteY5" fmla="*/ 14754 h 34425"/>
                <a:gd name="connsiteX6" fmla="*/ 0 w 11474"/>
                <a:gd name="connsiteY6" fmla="*/ 19672 h 34425"/>
                <a:gd name="connsiteX7" fmla="*/ 0 w 11474"/>
                <a:gd name="connsiteY7" fmla="*/ 22951 h 34425"/>
                <a:gd name="connsiteX8" fmla="*/ 1639 w 11474"/>
                <a:gd name="connsiteY8" fmla="*/ 26229 h 34425"/>
                <a:gd name="connsiteX9" fmla="*/ 1639 w 11474"/>
                <a:gd name="connsiteY9" fmla="*/ 31147 h 34425"/>
                <a:gd name="connsiteX10" fmla="*/ 4918 w 11474"/>
                <a:gd name="connsiteY10" fmla="*/ 34426 h 34425"/>
                <a:gd name="connsiteX11" fmla="*/ 6557 w 11474"/>
                <a:gd name="connsiteY11" fmla="*/ 31147 h 34425"/>
                <a:gd name="connsiteX12" fmla="*/ 11475 w 11474"/>
                <a:gd name="connsiteY12" fmla="*/ 27868 h 34425"/>
                <a:gd name="connsiteX13" fmla="*/ 9836 w 11474"/>
                <a:gd name="connsiteY13" fmla="*/ 24590 h 34425"/>
                <a:gd name="connsiteX14" fmla="*/ 11475 w 11474"/>
                <a:gd name="connsiteY14" fmla="*/ 21311 h 34425"/>
                <a:gd name="connsiteX15" fmla="*/ 11475 w 11474"/>
                <a:gd name="connsiteY15" fmla="*/ 16393 h 34425"/>
                <a:gd name="connsiteX16" fmla="*/ 9836 w 11474"/>
                <a:gd name="connsiteY16" fmla="*/ 13114 h 34425"/>
                <a:gd name="connsiteX17" fmla="*/ 11475 w 11474"/>
                <a:gd name="connsiteY17" fmla="*/ 9836 h 34425"/>
                <a:gd name="connsiteX18" fmla="*/ 9836 w 11474"/>
                <a:gd name="connsiteY18" fmla="*/ 4918 h 3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474" h="34425">
                  <a:moveTo>
                    <a:pt x="9836" y="1639"/>
                  </a:moveTo>
                  <a:lnTo>
                    <a:pt x="8197" y="0"/>
                  </a:lnTo>
                  <a:lnTo>
                    <a:pt x="4918" y="3278"/>
                  </a:lnTo>
                  <a:lnTo>
                    <a:pt x="3278" y="8197"/>
                  </a:lnTo>
                  <a:lnTo>
                    <a:pt x="1639" y="11475"/>
                  </a:lnTo>
                  <a:lnTo>
                    <a:pt x="0" y="14754"/>
                  </a:lnTo>
                  <a:lnTo>
                    <a:pt x="0" y="19672"/>
                  </a:lnTo>
                  <a:lnTo>
                    <a:pt x="0" y="22951"/>
                  </a:lnTo>
                  <a:lnTo>
                    <a:pt x="1639" y="26229"/>
                  </a:lnTo>
                  <a:lnTo>
                    <a:pt x="1639" y="31147"/>
                  </a:lnTo>
                  <a:lnTo>
                    <a:pt x="4918" y="34426"/>
                  </a:lnTo>
                  <a:lnTo>
                    <a:pt x="6557" y="31147"/>
                  </a:lnTo>
                  <a:lnTo>
                    <a:pt x="11475" y="27868"/>
                  </a:lnTo>
                  <a:lnTo>
                    <a:pt x="9836" y="24590"/>
                  </a:lnTo>
                  <a:lnTo>
                    <a:pt x="11475" y="21311"/>
                  </a:lnTo>
                  <a:lnTo>
                    <a:pt x="11475" y="16393"/>
                  </a:lnTo>
                  <a:lnTo>
                    <a:pt x="9836" y="13114"/>
                  </a:lnTo>
                  <a:lnTo>
                    <a:pt x="11475" y="9836"/>
                  </a:lnTo>
                  <a:lnTo>
                    <a:pt x="9836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8" name="Freeform 2367">
              <a:extLst>
                <a:ext uri="{FF2B5EF4-FFF2-40B4-BE49-F238E27FC236}">
                  <a16:creationId xmlns:a16="http://schemas.microsoft.com/office/drawing/2014/main" id="{C759E2F8-C28E-BA42-9736-73BDC4F3DEE9}"/>
                </a:ext>
              </a:extLst>
            </p:cNvPr>
            <p:cNvSpPr/>
            <p:nvPr/>
          </p:nvSpPr>
          <p:spPr>
            <a:xfrm>
              <a:off x="9853359" y="4272273"/>
              <a:ext cx="3278" cy="8196"/>
            </a:xfrm>
            <a:custGeom>
              <a:avLst/>
              <a:gdLst>
                <a:gd name="connsiteX0" fmla="*/ 3279 w 3278"/>
                <a:gd name="connsiteY0" fmla="*/ 0 h 8196"/>
                <a:gd name="connsiteX1" fmla="*/ 1639 w 3278"/>
                <a:gd name="connsiteY1" fmla="*/ 0 h 8196"/>
                <a:gd name="connsiteX2" fmla="*/ 0 w 3278"/>
                <a:gd name="connsiteY2" fmla="*/ 3278 h 8196"/>
                <a:gd name="connsiteX3" fmla="*/ 1639 w 3278"/>
                <a:gd name="connsiteY3" fmla="*/ 8197 h 8196"/>
                <a:gd name="connsiteX4" fmla="*/ 3279 w 3278"/>
                <a:gd name="connsiteY4" fmla="*/ 327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8196">
                  <a:moveTo>
                    <a:pt x="3279" y="0"/>
                  </a:moveTo>
                  <a:lnTo>
                    <a:pt x="1639" y="0"/>
                  </a:lnTo>
                  <a:lnTo>
                    <a:pt x="0" y="3278"/>
                  </a:lnTo>
                  <a:lnTo>
                    <a:pt x="1639" y="8197"/>
                  </a:lnTo>
                  <a:lnTo>
                    <a:pt x="3279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9" name="Freeform 2368">
              <a:extLst>
                <a:ext uri="{FF2B5EF4-FFF2-40B4-BE49-F238E27FC236}">
                  <a16:creationId xmlns:a16="http://schemas.microsoft.com/office/drawing/2014/main" id="{5966463E-296A-BB42-9D30-E7A445DE0322}"/>
                </a:ext>
              </a:extLst>
            </p:cNvPr>
            <p:cNvSpPr/>
            <p:nvPr/>
          </p:nvSpPr>
          <p:spPr>
            <a:xfrm>
              <a:off x="9856638" y="4480469"/>
              <a:ext cx="95081" cy="44262"/>
            </a:xfrm>
            <a:custGeom>
              <a:avLst/>
              <a:gdLst>
                <a:gd name="connsiteX0" fmla="*/ 44261 w 95081"/>
                <a:gd name="connsiteY0" fmla="*/ 36066 h 44262"/>
                <a:gd name="connsiteX1" fmla="*/ 47540 w 95081"/>
                <a:gd name="connsiteY1" fmla="*/ 34426 h 44262"/>
                <a:gd name="connsiteX2" fmla="*/ 50819 w 95081"/>
                <a:gd name="connsiteY2" fmla="*/ 31148 h 44262"/>
                <a:gd name="connsiteX3" fmla="*/ 55737 w 95081"/>
                <a:gd name="connsiteY3" fmla="*/ 32787 h 44262"/>
                <a:gd name="connsiteX4" fmla="*/ 59016 w 95081"/>
                <a:gd name="connsiteY4" fmla="*/ 29508 h 44262"/>
                <a:gd name="connsiteX5" fmla="*/ 62295 w 95081"/>
                <a:gd name="connsiteY5" fmla="*/ 24590 h 44262"/>
                <a:gd name="connsiteX6" fmla="*/ 63934 w 95081"/>
                <a:gd name="connsiteY6" fmla="*/ 21312 h 44262"/>
                <a:gd name="connsiteX7" fmla="*/ 65573 w 95081"/>
                <a:gd name="connsiteY7" fmla="*/ 24590 h 44262"/>
                <a:gd name="connsiteX8" fmla="*/ 62295 w 95081"/>
                <a:gd name="connsiteY8" fmla="*/ 29508 h 44262"/>
                <a:gd name="connsiteX9" fmla="*/ 63934 w 95081"/>
                <a:gd name="connsiteY9" fmla="*/ 32787 h 44262"/>
                <a:gd name="connsiteX10" fmla="*/ 67212 w 95081"/>
                <a:gd name="connsiteY10" fmla="*/ 32787 h 44262"/>
                <a:gd name="connsiteX11" fmla="*/ 72130 w 95081"/>
                <a:gd name="connsiteY11" fmla="*/ 31148 h 44262"/>
                <a:gd name="connsiteX12" fmla="*/ 75409 w 95081"/>
                <a:gd name="connsiteY12" fmla="*/ 31148 h 44262"/>
                <a:gd name="connsiteX13" fmla="*/ 78688 w 95081"/>
                <a:gd name="connsiteY13" fmla="*/ 31148 h 44262"/>
                <a:gd name="connsiteX14" fmla="*/ 81967 w 95081"/>
                <a:gd name="connsiteY14" fmla="*/ 32787 h 44262"/>
                <a:gd name="connsiteX15" fmla="*/ 78688 w 95081"/>
                <a:gd name="connsiteY15" fmla="*/ 29508 h 44262"/>
                <a:gd name="connsiteX16" fmla="*/ 75409 w 95081"/>
                <a:gd name="connsiteY16" fmla="*/ 27869 h 44262"/>
                <a:gd name="connsiteX17" fmla="*/ 78688 w 95081"/>
                <a:gd name="connsiteY17" fmla="*/ 26229 h 44262"/>
                <a:gd name="connsiteX18" fmla="*/ 81967 w 95081"/>
                <a:gd name="connsiteY18" fmla="*/ 24590 h 44262"/>
                <a:gd name="connsiteX19" fmla="*/ 86885 w 95081"/>
                <a:gd name="connsiteY19" fmla="*/ 27869 h 44262"/>
                <a:gd name="connsiteX20" fmla="*/ 90164 w 95081"/>
                <a:gd name="connsiteY20" fmla="*/ 27869 h 44262"/>
                <a:gd name="connsiteX21" fmla="*/ 93441 w 95081"/>
                <a:gd name="connsiteY21" fmla="*/ 24590 h 44262"/>
                <a:gd name="connsiteX22" fmla="*/ 95081 w 95081"/>
                <a:gd name="connsiteY22" fmla="*/ 21312 h 44262"/>
                <a:gd name="connsiteX23" fmla="*/ 90164 w 95081"/>
                <a:gd name="connsiteY23" fmla="*/ 22951 h 44262"/>
                <a:gd name="connsiteX24" fmla="*/ 88524 w 95081"/>
                <a:gd name="connsiteY24" fmla="*/ 19672 h 44262"/>
                <a:gd name="connsiteX25" fmla="*/ 88524 w 95081"/>
                <a:gd name="connsiteY25" fmla="*/ 14754 h 44262"/>
                <a:gd name="connsiteX26" fmla="*/ 88524 w 95081"/>
                <a:gd name="connsiteY26" fmla="*/ 11476 h 44262"/>
                <a:gd name="connsiteX27" fmla="*/ 85245 w 95081"/>
                <a:gd name="connsiteY27" fmla="*/ 8197 h 44262"/>
                <a:gd name="connsiteX28" fmla="*/ 81967 w 95081"/>
                <a:gd name="connsiteY28" fmla="*/ 8197 h 44262"/>
                <a:gd name="connsiteX29" fmla="*/ 78688 w 95081"/>
                <a:gd name="connsiteY29" fmla="*/ 8197 h 44262"/>
                <a:gd name="connsiteX30" fmla="*/ 77048 w 95081"/>
                <a:gd name="connsiteY30" fmla="*/ 13115 h 44262"/>
                <a:gd name="connsiteX31" fmla="*/ 75409 w 95081"/>
                <a:gd name="connsiteY31" fmla="*/ 16393 h 44262"/>
                <a:gd name="connsiteX32" fmla="*/ 75409 w 95081"/>
                <a:gd name="connsiteY32" fmla="*/ 13115 h 44262"/>
                <a:gd name="connsiteX33" fmla="*/ 75409 w 95081"/>
                <a:gd name="connsiteY33" fmla="*/ 8197 h 44262"/>
                <a:gd name="connsiteX34" fmla="*/ 70491 w 95081"/>
                <a:gd name="connsiteY34" fmla="*/ 6558 h 44262"/>
                <a:gd name="connsiteX35" fmla="*/ 67212 w 95081"/>
                <a:gd name="connsiteY35" fmla="*/ 6558 h 44262"/>
                <a:gd name="connsiteX36" fmla="*/ 63934 w 95081"/>
                <a:gd name="connsiteY36" fmla="*/ 9836 h 44262"/>
                <a:gd name="connsiteX37" fmla="*/ 59016 w 95081"/>
                <a:gd name="connsiteY37" fmla="*/ 9836 h 44262"/>
                <a:gd name="connsiteX38" fmla="*/ 57377 w 95081"/>
                <a:gd name="connsiteY38" fmla="*/ 6558 h 44262"/>
                <a:gd name="connsiteX39" fmla="*/ 55737 w 95081"/>
                <a:gd name="connsiteY39" fmla="*/ 1639 h 44262"/>
                <a:gd name="connsiteX40" fmla="*/ 52458 w 95081"/>
                <a:gd name="connsiteY40" fmla="*/ 0 h 44262"/>
                <a:gd name="connsiteX41" fmla="*/ 49180 w 95081"/>
                <a:gd name="connsiteY41" fmla="*/ 0 h 44262"/>
                <a:gd name="connsiteX42" fmla="*/ 44261 w 95081"/>
                <a:gd name="connsiteY42" fmla="*/ 0 h 44262"/>
                <a:gd name="connsiteX43" fmla="*/ 40983 w 95081"/>
                <a:gd name="connsiteY43" fmla="*/ 1639 h 44262"/>
                <a:gd name="connsiteX44" fmla="*/ 37705 w 95081"/>
                <a:gd name="connsiteY44" fmla="*/ 4918 h 44262"/>
                <a:gd name="connsiteX45" fmla="*/ 40983 w 95081"/>
                <a:gd name="connsiteY45" fmla="*/ 8197 h 44262"/>
                <a:gd name="connsiteX46" fmla="*/ 44261 w 95081"/>
                <a:gd name="connsiteY46" fmla="*/ 13115 h 44262"/>
                <a:gd name="connsiteX47" fmla="*/ 47540 w 95081"/>
                <a:gd name="connsiteY47" fmla="*/ 16393 h 44262"/>
                <a:gd name="connsiteX48" fmla="*/ 52458 w 95081"/>
                <a:gd name="connsiteY48" fmla="*/ 14754 h 44262"/>
                <a:gd name="connsiteX49" fmla="*/ 55737 w 95081"/>
                <a:gd name="connsiteY49" fmla="*/ 18033 h 44262"/>
                <a:gd name="connsiteX50" fmla="*/ 59016 w 95081"/>
                <a:gd name="connsiteY50" fmla="*/ 21312 h 44262"/>
                <a:gd name="connsiteX51" fmla="*/ 55737 w 95081"/>
                <a:gd name="connsiteY51" fmla="*/ 24590 h 44262"/>
                <a:gd name="connsiteX52" fmla="*/ 52458 w 95081"/>
                <a:gd name="connsiteY52" fmla="*/ 22951 h 44262"/>
                <a:gd name="connsiteX53" fmla="*/ 47540 w 95081"/>
                <a:gd name="connsiteY53" fmla="*/ 26229 h 44262"/>
                <a:gd name="connsiteX54" fmla="*/ 44261 w 95081"/>
                <a:gd name="connsiteY54" fmla="*/ 27869 h 44262"/>
                <a:gd name="connsiteX55" fmla="*/ 40983 w 95081"/>
                <a:gd name="connsiteY55" fmla="*/ 26229 h 44262"/>
                <a:gd name="connsiteX56" fmla="*/ 39343 w 95081"/>
                <a:gd name="connsiteY56" fmla="*/ 22951 h 44262"/>
                <a:gd name="connsiteX57" fmla="*/ 36065 w 95081"/>
                <a:gd name="connsiteY57" fmla="*/ 19672 h 44262"/>
                <a:gd name="connsiteX58" fmla="*/ 34426 w 95081"/>
                <a:gd name="connsiteY58" fmla="*/ 16393 h 44262"/>
                <a:gd name="connsiteX59" fmla="*/ 31147 w 95081"/>
                <a:gd name="connsiteY59" fmla="*/ 13115 h 44262"/>
                <a:gd name="connsiteX60" fmla="*/ 27868 w 95081"/>
                <a:gd name="connsiteY60" fmla="*/ 14754 h 44262"/>
                <a:gd name="connsiteX61" fmla="*/ 22950 w 95081"/>
                <a:gd name="connsiteY61" fmla="*/ 14754 h 44262"/>
                <a:gd name="connsiteX62" fmla="*/ 19671 w 95081"/>
                <a:gd name="connsiteY62" fmla="*/ 11476 h 44262"/>
                <a:gd name="connsiteX63" fmla="*/ 16393 w 95081"/>
                <a:gd name="connsiteY63" fmla="*/ 11476 h 44262"/>
                <a:gd name="connsiteX64" fmla="*/ 11475 w 95081"/>
                <a:gd name="connsiteY64" fmla="*/ 14754 h 44262"/>
                <a:gd name="connsiteX65" fmla="*/ 8197 w 95081"/>
                <a:gd name="connsiteY65" fmla="*/ 18033 h 44262"/>
                <a:gd name="connsiteX66" fmla="*/ 4918 w 95081"/>
                <a:gd name="connsiteY66" fmla="*/ 18033 h 44262"/>
                <a:gd name="connsiteX67" fmla="*/ 1639 w 95081"/>
                <a:gd name="connsiteY67" fmla="*/ 22951 h 44262"/>
                <a:gd name="connsiteX68" fmla="*/ 1639 w 95081"/>
                <a:gd name="connsiteY68" fmla="*/ 26229 h 44262"/>
                <a:gd name="connsiteX69" fmla="*/ 3278 w 95081"/>
                <a:gd name="connsiteY69" fmla="*/ 29508 h 44262"/>
                <a:gd name="connsiteX70" fmla="*/ 0 w 95081"/>
                <a:gd name="connsiteY70" fmla="*/ 34426 h 44262"/>
                <a:gd name="connsiteX71" fmla="*/ 0 w 95081"/>
                <a:gd name="connsiteY71" fmla="*/ 37705 h 44262"/>
                <a:gd name="connsiteX72" fmla="*/ 3278 w 95081"/>
                <a:gd name="connsiteY72" fmla="*/ 40983 h 44262"/>
                <a:gd name="connsiteX73" fmla="*/ 6557 w 95081"/>
                <a:gd name="connsiteY73" fmla="*/ 42623 h 44262"/>
                <a:gd name="connsiteX74" fmla="*/ 9836 w 95081"/>
                <a:gd name="connsiteY74" fmla="*/ 44262 h 44262"/>
                <a:gd name="connsiteX75" fmla="*/ 14753 w 95081"/>
                <a:gd name="connsiteY75" fmla="*/ 42623 h 44262"/>
                <a:gd name="connsiteX76" fmla="*/ 18032 w 95081"/>
                <a:gd name="connsiteY76" fmla="*/ 39344 h 44262"/>
                <a:gd name="connsiteX77" fmla="*/ 21311 w 95081"/>
                <a:gd name="connsiteY77" fmla="*/ 40983 h 44262"/>
                <a:gd name="connsiteX78" fmla="*/ 24590 w 95081"/>
                <a:gd name="connsiteY78" fmla="*/ 40983 h 44262"/>
                <a:gd name="connsiteX79" fmla="*/ 29508 w 95081"/>
                <a:gd name="connsiteY79" fmla="*/ 39344 h 44262"/>
                <a:gd name="connsiteX80" fmla="*/ 32787 w 95081"/>
                <a:gd name="connsiteY80" fmla="*/ 37705 h 44262"/>
                <a:gd name="connsiteX81" fmla="*/ 36065 w 95081"/>
                <a:gd name="connsiteY81" fmla="*/ 36066 h 44262"/>
                <a:gd name="connsiteX82" fmla="*/ 40983 w 95081"/>
                <a:gd name="connsiteY82" fmla="*/ 34426 h 44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95081" h="44262">
                  <a:moveTo>
                    <a:pt x="44261" y="36066"/>
                  </a:moveTo>
                  <a:lnTo>
                    <a:pt x="47540" y="34426"/>
                  </a:lnTo>
                  <a:lnTo>
                    <a:pt x="50819" y="31148"/>
                  </a:lnTo>
                  <a:lnTo>
                    <a:pt x="55737" y="32787"/>
                  </a:lnTo>
                  <a:lnTo>
                    <a:pt x="59016" y="29508"/>
                  </a:lnTo>
                  <a:lnTo>
                    <a:pt x="62295" y="24590"/>
                  </a:lnTo>
                  <a:lnTo>
                    <a:pt x="63934" y="21312"/>
                  </a:lnTo>
                  <a:lnTo>
                    <a:pt x="65573" y="24590"/>
                  </a:lnTo>
                  <a:lnTo>
                    <a:pt x="62295" y="29508"/>
                  </a:lnTo>
                  <a:lnTo>
                    <a:pt x="63934" y="32787"/>
                  </a:lnTo>
                  <a:lnTo>
                    <a:pt x="67212" y="32787"/>
                  </a:lnTo>
                  <a:lnTo>
                    <a:pt x="72130" y="31148"/>
                  </a:lnTo>
                  <a:lnTo>
                    <a:pt x="75409" y="31148"/>
                  </a:lnTo>
                  <a:lnTo>
                    <a:pt x="78688" y="31148"/>
                  </a:lnTo>
                  <a:lnTo>
                    <a:pt x="81967" y="32787"/>
                  </a:lnTo>
                  <a:lnTo>
                    <a:pt x="78688" y="29508"/>
                  </a:lnTo>
                  <a:lnTo>
                    <a:pt x="75409" y="27869"/>
                  </a:lnTo>
                  <a:lnTo>
                    <a:pt x="78688" y="26229"/>
                  </a:lnTo>
                  <a:lnTo>
                    <a:pt x="81967" y="24590"/>
                  </a:lnTo>
                  <a:lnTo>
                    <a:pt x="86885" y="27869"/>
                  </a:lnTo>
                  <a:lnTo>
                    <a:pt x="90164" y="27869"/>
                  </a:lnTo>
                  <a:lnTo>
                    <a:pt x="93441" y="24590"/>
                  </a:lnTo>
                  <a:lnTo>
                    <a:pt x="95081" y="21312"/>
                  </a:lnTo>
                  <a:lnTo>
                    <a:pt x="90164" y="22951"/>
                  </a:lnTo>
                  <a:lnTo>
                    <a:pt x="88524" y="19672"/>
                  </a:lnTo>
                  <a:lnTo>
                    <a:pt x="88524" y="14754"/>
                  </a:lnTo>
                  <a:lnTo>
                    <a:pt x="88524" y="11476"/>
                  </a:lnTo>
                  <a:lnTo>
                    <a:pt x="85245" y="8197"/>
                  </a:lnTo>
                  <a:lnTo>
                    <a:pt x="81967" y="8197"/>
                  </a:lnTo>
                  <a:lnTo>
                    <a:pt x="78688" y="8197"/>
                  </a:lnTo>
                  <a:lnTo>
                    <a:pt x="77048" y="13115"/>
                  </a:lnTo>
                  <a:lnTo>
                    <a:pt x="75409" y="16393"/>
                  </a:lnTo>
                  <a:lnTo>
                    <a:pt x="75409" y="13115"/>
                  </a:lnTo>
                  <a:lnTo>
                    <a:pt x="75409" y="8197"/>
                  </a:lnTo>
                  <a:lnTo>
                    <a:pt x="70491" y="6558"/>
                  </a:lnTo>
                  <a:lnTo>
                    <a:pt x="67212" y="6558"/>
                  </a:lnTo>
                  <a:lnTo>
                    <a:pt x="63934" y="9836"/>
                  </a:lnTo>
                  <a:lnTo>
                    <a:pt x="59016" y="9836"/>
                  </a:lnTo>
                  <a:lnTo>
                    <a:pt x="57377" y="6558"/>
                  </a:lnTo>
                  <a:lnTo>
                    <a:pt x="55737" y="1639"/>
                  </a:lnTo>
                  <a:lnTo>
                    <a:pt x="52458" y="0"/>
                  </a:lnTo>
                  <a:lnTo>
                    <a:pt x="49180" y="0"/>
                  </a:lnTo>
                  <a:lnTo>
                    <a:pt x="44261" y="0"/>
                  </a:lnTo>
                  <a:lnTo>
                    <a:pt x="40983" y="1639"/>
                  </a:lnTo>
                  <a:lnTo>
                    <a:pt x="37705" y="4918"/>
                  </a:lnTo>
                  <a:lnTo>
                    <a:pt x="40983" y="8197"/>
                  </a:lnTo>
                  <a:lnTo>
                    <a:pt x="44261" y="13115"/>
                  </a:lnTo>
                  <a:lnTo>
                    <a:pt x="47540" y="16393"/>
                  </a:lnTo>
                  <a:lnTo>
                    <a:pt x="52458" y="14754"/>
                  </a:lnTo>
                  <a:lnTo>
                    <a:pt x="55737" y="18033"/>
                  </a:lnTo>
                  <a:lnTo>
                    <a:pt x="59016" y="21312"/>
                  </a:lnTo>
                  <a:lnTo>
                    <a:pt x="55737" y="24590"/>
                  </a:lnTo>
                  <a:lnTo>
                    <a:pt x="52458" y="22951"/>
                  </a:lnTo>
                  <a:lnTo>
                    <a:pt x="47540" y="26229"/>
                  </a:lnTo>
                  <a:lnTo>
                    <a:pt x="44261" y="27869"/>
                  </a:lnTo>
                  <a:lnTo>
                    <a:pt x="40983" y="26229"/>
                  </a:lnTo>
                  <a:lnTo>
                    <a:pt x="39343" y="22951"/>
                  </a:lnTo>
                  <a:lnTo>
                    <a:pt x="36065" y="19672"/>
                  </a:lnTo>
                  <a:lnTo>
                    <a:pt x="34426" y="16393"/>
                  </a:lnTo>
                  <a:lnTo>
                    <a:pt x="31147" y="13115"/>
                  </a:lnTo>
                  <a:lnTo>
                    <a:pt x="27868" y="14754"/>
                  </a:lnTo>
                  <a:lnTo>
                    <a:pt x="22950" y="14754"/>
                  </a:lnTo>
                  <a:lnTo>
                    <a:pt x="19671" y="11476"/>
                  </a:lnTo>
                  <a:lnTo>
                    <a:pt x="16393" y="11476"/>
                  </a:lnTo>
                  <a:lnTo>
                    <a:pt x="11475" y="14754"/>
                  </a:lnTo>
                  <a:lnTo>
                    <a:pt x="8197" y="18033"/>
                  </a:lnTo>
                  <a:lnTo>
                    <a:pt x="4918" y="18033"/>
                  </a:lnTo>
                  <a:lnTo>
                    <a:pt x="1639" y="22951"/>
                  </a:lnTo>
                  <a:lnTo>
                    <a:pt x="1639" y="26229"/>
                  </a:lnTo>
                  <a:lnTo>
                    <a:pt x="3278" y="29508"/>
                  </a:lnTo>
                  <a:lnTo>
                    <a:pt x="0" y="34426"/>
                  </a:lnTo>
                  <a:lnTo>
                    <a:pt x="0" y="37705"/>
                  </a:lnTo>
                  <a:lnTo>
                    <a:pt x="3278" y="40983"/>
                  </a:lnTo>
                  <a:lnTo>
                    <a:pt x="6557" y="42623"/>
                  </a:lnTo>
                  <a:lnTo>
                    <a:pt x="9836" y="44262"/>
                  </a:lnTo>
                  <a:lnTo>
                    <a:pt x="14753" y="42623"/>
                  </a:lnTo>
                  <a:lnTo>
                    <a:pt x="18032" y="39344"/>
                  </a:lnTo>
                  <a:lnTo>
                    <a:pt x="21311" y="40983"/>
                  </a:lnTo>
                  <a:lnTo>
                    <a:pt x="24590" y="40983"/>
                  </a:lnTo>
                  <a:lnTo>
                    <a:pt x="29508" y="39344"/>
                  </a:lnTo>
                  <a:lnTo>
                    <a:pt x="32787" y="37705"/>
                  </a:lnTo>
                  <a:lnTo>
                    <a:pt x="36065" y="36066"/>
                  </a:lnTo>
                  <a:lnTo>
                    <a:pt x="40983" y="344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0" name="Freeform 2369">
              <a:extLst>
                <a:ext uri="{FF2B5EF4-FFF2-40B4-BE49-F238E27FC236}">
                  <a16:creationId xmlns:a16="http://schemas.microsoft.com/office/drawing/2014/main" id="{748B10A9-6A3A-F04A-B7C3-B3F6013EE3CB}"/>
                </a:ext>
              </a:extLst>
            </p:cNvPr>
            <p:cNvSpPr/>
            <p:nvPr/>
          </p:nvSpPr>
          <p:spPr>
            <a:xfrm>
              <a:off x="9886146" y="4482108"/>
              <a:ext cx="8196" cy="9836"/>
            </a:xfrm>
            <a:custGeom>
              <a:avLst/>
              <a:gdLst>
                <a:gd name="connsiteX0" fmla="*/ 1639 w 8196"/>
                <a:gd name="connsiteY0" fmla="*/ 9836 h 9836"/>
                <a:gd name="connsiteX1" fmla="*/ 3279 w 8196"/>
                <a:gd name="connsiteY1" fmla="*/ 8197 h 9836"/>
                <a:gd name="connsiteX2" fmla="*/ 4918 w 8196"/>
                <a:gd name="connsiteY2" fmla="*/ 3279 h 9836"/>
                <a:gd name="connsiteX3" fmla="*/ 8197 w 8196"/>
                <a:gd name="connsiteY3" fmla="*/ 0 h 9836"/>
                <a:gd name="connsiteX4" fmla="*/ 4918 w 8196"/>
                <a:gd name="connsiteY4" fmla="*/ 0 h 9836"/>
                <a:gd name="connsiteX5" fmla="*/ 0 w 8196"/>
                <a:gd name="connsiteY5" fmla="*/ 3279 h 9836"/>
                <a:gd name="connsiteX6" fmla="*/ 1639 w 8196"/>
                <a:gd name="connsiteY6" fmla="*/ 655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9836">
                  <a:moveTo>
                    <a:pt x="1639" y="9836"/>
                  </a:moveTo>
                  <a:lnTo>
                    <a:pt x="3279" y="8197"/>
                  </a:lnTo>
                  <a:lnTo>
                    <a:pt x="4918" y="3279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3279"/>
                  </a:lnTo>
                  <a:lnTo>
                    <a:pt x="163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1" name="Freeform 2370">
              <a:extLst>
                <a:ext uri="{FF2B5EF4-FFF2-40B4-BE49-F238E27FC236}">
                  <a16:creationId xmlns:a16="http://schemas.microsoft.com/office/drawing/2014/main" id="{7F043CA6-991E-3C46-B69B-BE77A09F06F4}"/>
                </a:ext>
              </a:extLst>
            </p:cNvPr>
            <p:cNvSpPr/>
            <p:nvPr/>
          </p:nvSpPr>
          <p:spPr>
            <a:xfrm>
              <a:off x="9895982" y="3975553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2" name="Freeform 2371">
              <a:extLst>
                <a:ext uri="{FF2B5EF4-FFF2-40B4-BE49-F238E27FC236}">
                  <a16:creationId xmlns:a16="http://schemas.microsoft.com/office/drawing/2014/main" id="{033D1980-2B58-5D44-8940-B10F54B527A6}"/>
                </a:ext>
              </a:extLst>
            </p:cNvPr>
            <p:cNvSpPr/>
            <p:nvPr/>
          </p:nvSpPr>
          <p:spPr>
            <a:xfrm>
              <a:off x="9899261" y="3970635"/>
              <a:ext cx="4917" cy="8196"/>
            </a:xfrm>
            <a:custGeom>
              <a:avLst/>
              <a:gdLst>
                <a:gd name="connsiteX0" fmla="*/ 0 w 4917"/>
                <a:gd name="connsiteY0" fmla="*/ 0 h 8196"/>
                <a:gd name="connsiteX1" fmla="*/ 0 w 4917"/>
                <a:gd name="connsiteY1" fmla="*/ 1639 h 8196"/>
                <a:gd name="connsiteX2" fmla="*/ 1639 w 4917"/>
                <a:gd name="connsiteY2" fmla="*/ 4918 h 8196"/>
                <a:gd name="connsiteX3" fmla="*/ 4918 w 4917"/>
                <a:gd name="connsiteY3" fmla="*/ 8197 h 8196"/>
                <a:gd name="connsiteX4" fmla="*/ 4918 w 4917"/>
                <a:gd name="connsiteY4" fmla="*/ 4918 h 8196"/>
                <a:gd name="connsiteX5" fmla="*/ 3279 w 4917"/>
                <a:gd name="connsiteY5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7" h="8196">
                  <a:moveTo>
                    <a:pt x="0" y="0"/>
                  </a:moveTo>
                  <a:lnTo>
                    <a:pt x="0" y="1639"/>
                  </a:lnTo>
                  <a:lnTo>
                    <a:pt x="1639" y="4918"/>
                  </a:lnTo>
                  <a:lnTo>
                    <a:pt x="4918" y="8197"/>
                  </a:lnTo>
                  <a:lnTo>
                    <a:pt x="4918" y="4918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3" name="Freeform 2372">
              <a:extLst>
                <a:ext uri="{FF2B5EF4-FFF2-40B4-BE49-F238E27FC236}">
                  <a16:creationId xmlns:a16="http://schemas.microsoft.com/office/drawing/2014/main" id="{BCBDB973-3E31-8B46-B77D-6DBE471CF4C8}"/>
                </a:ext>
              </a:extLst>
            </p:cNvPr>
            <p:cNvSpPr/>
            <p:nvPr/>
          </p:nvSpPr>
          <p:spPr>
            <a:xfrm>
              <a:off x="9900900" y="3941127"/>
              <a:ext cx="4918" cy="4918"/>
            </a:xfrm>
            <a:custGeom>
              <a:avLst/>
              <a:gdLst>
                <a:gd name="connsiteX0" fmla="*/ 0 w 4918"/>
                <a:gd name="connsiteY0" fmla="*/ 0 h 4918"/>
                <a:gd name="connsiteX1" fmla="*/ 0 w 4918"/>
                <a:gd name="connsiteY1" fmla="*/ 0 h 4918"/>
                <a:gd name="connsiteX2" fmla="*/ 1640 w 4918"/>
                <a:gd name="connsiteY2" fmla="*/ 4918 h 4918"/>
                <a:gd name="connsiteX3" fmla="*/ 4919 w 4918"/>
                <a:gd name="connsiteY3" fmla="*/ 3279 h 4918"/>
                <a:gd name="connsiteX4" fmla="*/ 3279 w 4918"/>
                <a:gd name="connsiteY4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4918">
                  <a:moveTo>
                    <a:pt x="0" y="0"/>
                  </a:moveTo>
                  <a:lnTo>
                    <a:pt x="0" y="0"/>
                  </a:lnTo>
                  <a:lnTo>
                    <a:pt x="1640" y="4918"/>
                  </a:lnTo>
                  <a:lnTo>
                    <a:pt x="4919" y="327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4" name="Freeform 2373">
              <a:extLst>
                <a:ext uri="{FF2B5EF4-FFF2-40B4-BE49-F238E27FC236}">
                  <a16:creationId xmlns:a16="http://schemas.microsoft.com/office/drawing/2014/main" id="{699C2316-A17A-6A47-9D6A-F50319C9F946}"/>
                </a:ext>
              </a:extLst>
            </p:cNvPr>
            <p:cNvSpPr/>
            <p:nvPr/>
          </p:nvSpPr>
          <p:spPr>
            <a:xfrm>
              <a:off x="9900900" y="4137847"/>
              <a:ext cx="1639" cy="4918"/>
            </a:xfrm>
            <a:custGeom>
              <a:avLst/>
              <a:gdLst>
                <a:gd name="connsiteX0" fmla="*/ 1640 w 1639"/>
                <a:gd name="connsiteY0" fmla="*/ 0 h 4918"/>
                <a:gd name="connsiteX1" fmla="*/ 0 w 1639"/>
                <a:gd name="connsiteY1" fmla="*/ 0 h 4918"/>
                <a:gd name="connsiteX2" fmla="*/ 0 w 1639"/>
                <a:gd name="connsiteY2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4918">
                  <a:moveTo>
                    <a:pt x="1640" y="0"/>
                  </a:moveTo>
                  <a:lnTo>
                    <a:pt x="0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5" name="Freeform 2374">
              <a:extLst>
                <a:ext uri="{FF2B5EF4-FFF2-40B4-BE49-F238E27FC236}">
                  <a16:creationId xmlns:a16="http://schemas.microsoft.com/office/drawing/2014/main" id="{AA43209F-B2CC-8E43-9284-5196ADF67126}"/>
                </a:ext>
              </a:extLst>
            </p:cNvPr>
            <p:cNvSpPr/>
            <p:nvPr/>
          </p:nvSpPr>
          <p:spPr>
            <a:xfrm>
              <a:off x="9909096" y="3964078"/>
              <a:ext cx="3278" cy="4918"/>
            </a:xfrm>
            <a:custGeom>
              <a:avLst/>
              <a:gdLst>
                <a:gd name="connsiteX0" fmla="*/ 0 w 3278"/>
                <a:gd name="connsiteY0" fmla="*/ 0 h 4918"/>
                <a:gd name="connsiteX1" fmla="*/ 0 w 3278"/>
                <a:gd name="connsiteY1" fmla="*/ 3279 h 4918"/>
                <a:gd name="connsiteX2" fmla="*/ 3279 w 3278"/>
                <a:gd name="connsiteY2" fmla="*/ 4918 h 4918"/>
                <a:gd name="connsiteX3" fmla="*/ 3279 w 3278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0" y="0"/>
                  </a:moveTo>
                  <a:lnTo>
                    <a:pt x="0" y="3279"/>
                  </a:lnTo>
                  <a:lnTo>
                    <a:pt x="3279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6" name="Freeform 2375">
              <a:extLst>
                <a:ext uri="{FF2B5EF4-FFF2-40B4-BE49-F238E27FC236}">
                  <a16:creationId xmlns:a16="http://schemas.microsoft.com/office/drawing/2014/main" id="{2E0FA138-0F42-F640-A06C-B9CB5E92D9A7}"/>
                </a:ext>
              </a:extLst>
            </p:cNvPr>
            <p:cNvSpPr/>
            <p:nvPr/>
          </p:nvSpPr>
          <p:spPr>
            <a:xfrm>
              <a:off x="9938605" y="4532928"/>
              <a:ext cx="70491" cy="44262"/>
            </a:xfrm>
            <a:custGeom>
              <a:avLst/>
              <a:gdLst>
                <a:gd name="connsiteX0" fmla="*/ 0 w 70491"/>
                <a:gd name="connsiteY0" fmla="*/ 9836 h 44262"/>
                <a:gd name="connsiteX1" fmla="*/ 1639 w 70491"/>
                <a:gd name="connsiteY1" fmla="*/ 13114 h 44262"/>
                <a:gd name="connsiteX2" fmla="*/ 3278 w 70491"/>
                <a:gd name="connsiteY2" fmla="*/ 16393 h 44262"/>
                <a:gd name="connsiteX3" fmla="*/ 6557 w 70491"/>
                <a:gd name="connsiteY3" fmla="*/ 18033 h 44262"/>
                <a:gd name="connsiteX4" fmla="*/ 9836 w 70491"/>
                <a:gd name="connsiteY4" fmla="*/ 19672 h 44262"/>
                <a:gd name="connsiteX5" fmla="*/ 14753 w 70491"/>
                <a:gd name="connsiteY5" fmla="*/ 19672 h 44262"/>
                <a:gd name="connsiteX6" fmla="*/ 18032 w 70491"/>
                <a:gd name="connsiteY6" fmla="*/ 19672 h 44262"/>
                <a:gd name="connsiteX7" fmla="*/ 21311 w 70491"/>
                <a:gd name="connsiteY7" fmla="*/ 19672 h 44262"/>
                <a:gd name="connsiteX8" fmla="*/ 24590 w 70491"/>
                <a:gd name="connsiteY8" fmla="*/ 21311 h 44262"/>
                <a:gd name="connsiteX9" fmla="*/ 27868 w 70491"/>
                <a:gd name="connsiteY9" fmla="*/ 24590 h 44262"/>
                <a:gd name="connsiteX10" fmla="*/ 31147 w 70491"/>
                <a:gd name="connsiteY10" fmla="*/ 27869 h 44262"/>
                <a:gd name="connsiteX11" fmla="*/ 36065 w 70491"/>
                <a:gd name="connsiteY11" fmla="*/ 29508 h 44262"/>
                <a:gd name="connsiteX12" fmla="*/ 37705 w 70491"/>
                <a:gd name="connsiteY12" fmla="*/ 31147 h 44262"/>
                <a:gd name="connsiteX13" fmla="*/ 39343 w 70491"/>
                <a:gd name="connsiteY13" fmla="*/ 32787 h 44262"/>
                <a:gd name="connsiteX14" fmla="*/ 39343 w 70491"/>
                <a:gd name="connsiteY14" fmla="*/ 36066 h 44262"/>
                <a:gd name="connsiteX15" fmla="*/ 42622 w 70491"/>
                <a:gd name="connsiteY15" fmla="*/ 39344 h 44262"/>
                <a:gd name="connsiteX16" fmla="*/ 47540 w 70491"/>
                <a:gd name="connsiteY16" fmla="*/ 40983 h 44262"/>
                <a:gd name="connsiteX17" fmla="*/ 50819 w 70491"/>
                <a:gd name="connsiteY17" fmla="*/ 42623 h 44262"/>
                <a:gd name="connsiteX18" fmla="*/ 54098 w 70491"/>
                <a:gd name="connsiteY18" fmla="*/ 44262 h 44262"/>
                <a:gd name="connsiteX19" fmla="*/ 57377 w 70491"/>
                <a:gd name="connsiteY19" fmla="*/ 40983 h 44262"/>
                <a:gd name="connsiteX20" fmla="*/ 62295 w 70491"/>
                <a:gd name="connsiteY20" fmla="*/ 40983 h 44262"/>
                <a:gd name="connsiteX21" fmla="*/ 65573 w 70491"/>
                <a:gd name="connsiteY21" fmla="*/ 39344 h 44262"/>
                <a:gd name="connsiteX22" fmla="*/ 68851 w 70491"/>
                <a:gd name="connsiteY22" fmla="*/ 36066 h 44262"/>
                <a:gd name="connsiteX23" fmla="*/ 70491 w 70491"/>
                <a:gd name="connsiteY23" fmla="*/ 32787 h 44262"/>
                <a:gd name="connsiteX24" fmla="*/ 70491 w 70491"/>
                <a:gd name="connsiteY24" fmla="*/ 31147 h 44262"/>
                <a:gd name="connsiteX25" fmla="*/ 67212 w 70491"/>
                <a:gd name="connsiteY25" fmla="*/ 27869 h 44262"/>
                <a:gd name="connsiteX26" fmla="*/ 63934 w 70491"/>
                <a:gd name="connsiteY26" fmla="*/ 22951 h 44262"/>
                <a:gd name="connsiteX27" fmla="*/ 62295 w 70491"/>
                <a:gd name="connsiteY27" fmla="*/ 19672 h 44262"/>
                <a:gd name="connsiteX28" fmla="*/ 59016 w 70491"/>
                <a:gd name="connsiteY28" fmla="*/ 16393 h 44262"/>
                <a:gd name="connsiteX29" fmla="*/ 55737 w 70491"/>
                <a:gd name="connsiteY29" fmla="*/ 14754 h 44262"/>
                <a:gd name="connsiteX30" fmla="*/ 50819 w 70491"/>
                <a:gd name="connsiteY30" fmla="*/ 14754 h 44262"/>
                <a:gd name="connsiteX31" fmla="*/ 49180 w 70491"/>
                <a:gd name="connsiteY31" fmla="*/ 11476 h 44262"/>
                <a:gd name="connsiteX32" fmla="*/ 47540 w 70491"/>
                <a:gd name="connsiteY32" fmla="*/ 8197 h 44262"/>
                <a:gd name="connsiteX33" fmla="*/ 44261 w 70491"/>
                <a:gd name="connsiteY33" fmla="*/ 6557 h 44262"/>
                <a:gd name="connsiteX34" fmla="*/ 42622 w 70491"/>
                <a:gd name="connsiteY34" fmla="*/ 3279 h 44262"/>
                <a:gd name="connsiteX35" fmla="*/ 40983 w 70491"/>
                <a:gd name="connsiteY35" fmla="*/ 1639 h 44262"/>
                <a:gd name="connsiteX36" fmla="*/ 37705 w 70491"/>
                <a:gd name="connsiteY36" fmla="*/ 0 h 44262"/>
                <a:gd name="connsiteX37" fmla="*/ 32787 w 70491"/>
                <a:gd name="connsiteY37" fmla="*/ 3279 h 44262"/>
                <a:gd name="connsiteX38" fmla="*/ 29508 w 70491"/>
                <a:gd name="connsiteY38" fmla="*/ 3279 h 44262"/>
                <a:gd name="connsiteX39" fmla="*/ 26229 w 70491"/>
                <a:gd name="connsiteY39" fmla="*/ 1639 h 44262"/>
                <a:gd name="connsiteX40" fmla="*/ 22950 w 70491"/>
                <a:gd name="connsiteY40" fmla="*/ 3279 h 44262"/>
                <a:gd name="connsiteX41" fmla="*/ 18032 w 70491"/>
                <a:gd name="connsiteY41" fmla="*/ 3279 h 44262"/>
                <a:gd name="connsiteX42" fmla="*/ 14753 w 70491"/>
                <a:gd name="connsiteY42" fmla="*/ 3279 h 44262"/>
                <a:gd name="connsiteX43" fmla="*/ 11475 w 70491"/>
                <a:gd name="connsiteY43" fmla="*/ 3279 h 44262"/>
                <a:gd name="connsiteX44" fmla="*/ 8197 w 70491"/>
                <a:gd name="connsiteY44" fmla="*/ 4918 h 44262"/>
                <a:gd name="connsiteX45" fmla="*/ 3278 w 70491"/>
                <a:gd name="connsiteY45" fmla="*/ 4918 h 44262"/>
                <a:gd name="connsiteX46" fmla="*/ 0 w 70491"/>
                <a:gd name="connsiteY46" fmla="*/ 9836 h 44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70491" h="44262">
                  <a:moveTo>
                    <a:pt x="0" y="9836"/>
                  </a:moveTo>
                  <a:lnTo>
                    <a:pt x="1639" y="13114"/>
                  </a:lnTo>
                  <a:lnTo>
                    <a:pt x="3278" y="16393"/>
                  </a:lnTo>
                  <a:lnTo>
                    <a:pt x="6557" y="18033"/>
                  </a:lnTo>
                  <a:lnTo>
                    <a:pt x="9836" y="19672"/>
                  </a:lnTo>
                  <a:lnTo>
                    <a:pt x="14753" y="19672"/>
                  </a:lnTo>
                  <a:lnTo>
                    <a:pt x="18032" y="19672"/>
                  </a:lnTo>
                  <a:lnTo>
                    <a:pt x="21311" y="19672"/>
                  </a:lnTo>
                  <a:lnTo>
                    <a:pt x="24590" y="21311"/>
                  </a:lnTo>
                  <a:lnTo>
                    <a:pt x="27868" y="24590"/>
                  </a:lnTo>
                  <a:lnTo>
                    <a:pt x="31147" y="27869"/>
                  </a:lnTo>
                  <a:lnTo>
                    <a:pt x="36065" y="29508"/>
                  </a:lnTo>
                  <a:lnTo>
                    <a:pt x="37705" y="31147"/>
                  </a:lnTo>
                  <a:lnTo>
                    <a:pt x="39343" y="32787"/>
                  </a:lnTo>
                  <a:lnTo>
                    <a:pt x="39343" y="36066"/>
                  </a:lnTo>
                  <a:lnTo>
                    <a:pt x="42622" y="39344"/>
                  </a:lnTo>
                  <a:lnTo>
                    <a:pt x="47540" y="40983"/>
                  </a:lnTo>
                  <a:lnTo>
                    <a:pt x="50819" y="42623"/>
                  </a:lnTo>
                  <a:lnTo>
                    <a:pt x="54098" y="44262"/>
                  </a:lnTo>
                  <a:lnTo>
                    <a:pt x="57377" y="40983"/>
                  </a:lnTo>
                  <a:lnTo>
                    <a:pt x="62295" y="40983"/>
                  </a:lnTo>
                  <a:lnTo>
                    <a:pt x="65573" y="39344"/>
                  </a:lnTo>
                  <a:lnTo>
                    <a:pt x="68851" y="36066"/>
                  </a:lnTo>
                  <a:lnTo>
                    <a:pt x="70491" y="32787"/>
                  </a:lnTo>
                  <a:lnTo>
                    <a:pt x="70491" y="31147"/>
                  </a:lnTo>
                  <a:lnTo>
                    <a:pt x="67212" y="27869"/>
                  </a:lnTo>
                  <a:lnTo>
                    <a:pt x="63934" y="22951"/>
                  </a:lnTo>
                  <a:lnTo>
                    <a:pt x="62295" y="19672"/>
                  </a:lnTo>
                  <a:lnTo>
                    <a:pt x="59016" y="16393"/>
                  </a:lnTo>
                  <a:lnTo>
                    <a:pt x="55737" y="14754"/>
                  </a:lnTo>
                  <a:lnTo>
                    <a:pt x="50819" y="14754"/>
                  </a:lnTo>
                  <a:lnTo>
                    <a:pt x="49180" y="11476"/>
                  </a:lnTo>
                  <a:lnTo>
                    <a:pt x="47540" y="8197"/>
                  </a:lnTo>
                  <a:lnTo>
                    <a:pt x="44261" y="6557"/>
                  </a:lnTo>
                  <a:lnTo>
                    <a:pt x="42622" y="3279"/>
                  </a:lnTo>
                  <a:lnTo>
                    <a:pt x="40983" y="1639"/>
                  </a:lnTo>
                  <a:lnTo>
                    <a:pt x="37705" y="0"/>
                  </a:lnTo>
                  <a:lnTo>
                    <a:pt x="32787" y="3279"/>
                  </a:lnTo>
                  <a:lnTo>
                    <a:pt x="29508" y="3279"/>
                  </a:lnTo>
                  <a:lnTo>
                    <a:pt x="26229" y="1639"/>
                  </a:lnTo>
                  <a:lnTo>
                    <a:pt x="22950" y="3279"/>
                  </a:lnTo>
                  <a:lnTo>
                    <a:pt x="18032" y="3279"/>
                  </a:lnTo>
                  <a:lnTo>
                    <a:pt x="14753" y="3279"/>
                  </a:lnTo>
                  <a:lnTo>
                    <a:pt x="11475" y="3279"/>
                  </a:lnTo>
                  <a:lnTo>
                    <a:pt x="8197" y="4918"/>
                  </a:lnTo>
                  <a:lnTo>
                    <a:pt x="3278" y="4918"/>
                  </a:lnTo>
                  <a:lnTo>
                    <a:pt x="0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7" name="Freeform 2376">
              <a:extLst>
                <a:ext uri="{FF2B5EF4-FFF2-40B4-BE49-F238E27FC236}">
                  <a16:creationId xmlns:a16="http://schemas.microsoft.com/office/drawing/2014/main" id="{06CC5E15-63FC-4644-A8EF-3CAD85E2F99F}"/>
                </a:ext>
              </a:extLst>
            </p:cNvPr>
            <p:cNvSpPr/>
            <p:nvPr/>
          </p:nvSpPr>
          <p:spPr>
            <a:xfrm>
              <a:off x="9940244" y="4019815"/>
              <a:ext cx="3278" cy="6557"/>
            </a:xfrm>
            <a:custGeom>
              <a:avLst/>
              <a:gdLst>
                <a:gd name="connsiteX0" fmla="*/ 0 w 3278"/>
                <a:gd name="connsiteY0" fmla="*/ 0 h 6557"/>
                <a:gd name="connsiteX1" fmla="*/ 0 w 3278"/>
                <a:gd name="connsiteY1" fmla="*/ 3278 h 6557"/>
                <a:gd name="connsiteX2" fmla="*/ 3279 w 3278"/>
                <a:gd name="connsiteY2" fmla="*/ 6557 h 6557"/>
                <a:gd name="connsiteX3" fmla="*/ 1639 w 3278"/>
                <a:gd name="connsiteY3" fmla="*/ 4918 h 6557"/>
                <a:gd name="connsiteX4" fmla="*/ 1639 w 3278"/>
                <a:gd name="connsiteY4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6557">
                  <a:moveTo>
                    <a:pt x="0" y="0"/>
                  </a:moveTo>
                  <a:lnTo>
                    <a:pt x="0" y="3278"/>
                  </a:lnTo>
                  <a:lnTo>
                    <a:pt x="3279" y="6557"/>
                  </a:lnTo>
                  <a:lnTo>
                    <a:pt x="1639" y="4918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8" name="Freeform 2377">
              <a:extLst>
                <a:ext uri="{FF2B5EF4-FFF2-40B4-BE49-F238E27FC236}">
                  <a16:creationId xmlns:a16="http://schemas.microsoft.com/office/drawing/2014/main" id="{EC6C82BF-C544-DB46-AD17-EF2793894F51}"/>
                </a:ext>
              </a:extLst>
            </p:cNvPr>
            <p:cNvSpPr/>
            <p:nvPr/>
          </p:nvSpPr>
          <p:spPr>
            <a:xfrm>
              <a:off x="9945162" y="4480469"/>
              <a:ext cx="4917" cy="6557"/>
            </a:xfrm>
            <a:custGeom>
              <a:avLst/>
              <a:gdLst>
                <a:gd name="connsiteX0" fmla="*/ 3279 w 4917"/>
                <a:gd name="connsiteY0" fmla="*/ 0 h 6557"/>
                <a:gd name="connsiteX1" fmla="*/ 0 w 4917"/>
                <a:gd name="connsiteY1" fmla="*/ 1639 h 6557"/>
                <a:gd name="connsiteX2" fmla="*/ 0 w 4917"/>
                <a:gd name="connsiteY2" fmla="*/ 6558 h 6557"/>
                <a:gd name="connsiteX3" fmla="*/ 4918 w 4917"/>
                <a:gd name="connsiteY3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6557">
                  <a:moveTo>
                    <a:pt x="3279" y="0"/>
                  </a:moveTo>
                  <a:lnTo>
                    <a:pt x="0" y="1639"/>
                  </a:lnTo>
                  <a:lnTo>
                    <a:pt x="0" y="6558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9" name="Freeform 2378">
              <a:extLst>
                <a:ext uri="{FF2B5EF4-FFF2-40B4-BE49-F238E27FC236}">
                  <a16:creationId xmlns:a16="http://schemas.microsoft.com/office/drawing/2014/main" id="{BB157B22-9384-E94A-9E53-9AE7267D1C2A}"/>
                </a:ext>
              </a:extLst>
            </p:cNvPr>
            <p:cNvSpPr/>
            <p:nvPr/>
          </p:nvSpPr>
          <p:spPr>
            <a:xfrm>
              <a:off x="9946802" y="4046044"/>
              <a:ext cx="252457" cy="327867"/>
            </a:xfrm>
            <a:custGeom>
              <a:avLst/>
              <a:gdLst>
                <a:gd name="connsiteX0" fmla="*/ 19671 w 252457"/>
                <a:gd name="connsiteY0" fmla="*/ 304917 h 327867"/>
                <a:gd name="connsiteX1" fmla="*/ 19671 w 252457"/>
                <a:gd name="connsiteY1" fmla="*/ 308196 h 327867"/>
                <a:gd name="connsiteX2" fmla="*/ 18032 w 252457"/>
                <a:gd name="connsiteY2" fmla="*/ 311474 h 327867"/>
                <a:gd name="connsiteX3" fmla="*/ 18032 w 252457"/>
                <a:gd name="connsiteY3" fmla="*/ 314753 h 327867"/>
                <a:gd name="connsiteX4" fmla="*/ 21311 w 252457"/>
                <a:gd name="connsiteY4" fmla="*/ 318032 h 327867"/>
                <a:gd name="connsiteX5" fmla="*/ 21311 w 252457"/>
                <a:gd name="connsiteY5" fmla="*/ 322950 h 327867"/>
                <a:gd name="connsiteX6" fmla="*/ 24590 w 252457"/>
                <a:gd name="connsiteY6" fmla="*/ 321310 h 327867"/>
                <a:gd name="connsiteX7" fmla="*/ 26229 w 252457"/>
                <a:gd name="connsiteY7" fmla="*/ 324589 h 327867"/>
                <a:gd name="connsiteX8" fmla="*/ 29508 w 252457"/>
                <a:gd name="connsiteY8" fmla="*/ 326228 h 327867"/>
                <a:gd name="connsiteX9" fmla="*/ 32787 w 252457"/>
                <a:gd name="connsiteY9" fmla="*/ 327867 h 327867"/>
                <a:gd name="connsiteX10" fmla="*/ 36065 w 252457"/>
                <a:gd name="connsiteY10" fmla="*/ 326228 h 327867"/>
                <a:gd name="connsiteX11" fmla="*/ 39343 w 252457"/>
                <a:gd name="connsiteY11" fmla="*/ 322950 h 327867"/>
                <a:gd name="connsiteX12" fmla="*/ 42622 w 252457"/>
                <a:gd name="connsiteY12" fmla="*/ 322950 h 327867"/>
                <a:gd name="connsiteX13" fmla="*/ 44261 w 252457"/>
                <a:gd name="connsiteY13" fmla="*/ 322950 h 327867"/>
                <a:gd name="connsiteX14" fmla="*/ 49180 w 252457"/>
                <a:gd name="connsiteY14" fmla="*/ 322950 h 327867"/>
                <a:gd name="connsiteX15" fmla="*/ 52458 w 252457"/>
                <a:gd name="connsiteY15" fmla="*/ 321310 h 327867"/>
                <a:gd name="connsiteX16" fmla="*/ 55737 w 252457"/>
                <a:gd name="connsiteY16" fmla="*/ 319671 h 327867"/>
                <a:gd name="connsiteX17" fmla="*/ 59016 w 252457"/>
                <a:gd name="connsiteY17" fmla="*/ 321310 h 327867"/>
                <a:gd name="connsiteX18" fmla="*/ 59016 w 252457"/>
                <a:gd name="connsiteY18" fmla="*/ 318032 h 327867"/>
                <a:gd name="connsiteX19" fmla="*/ 59016 w 252457"/>
                <a:gd name="connsiteY19" fmla="*/ 314753 h 327867"/>
                <a:gd name="connsiteX20" fmla="*/ 55737 w 252457"/>
                <a:gd name="connsiteY20" fmla="*/ 309835 h 327867"/>
                <a:gd name="connsiteX21" fmla="*/ 55737 w 252457"/>
                <a:gd name="connsiteY21" fmla="*/ 306556 h 327867"/>
                <a:gd name="connsiteX22" fmla="*/ 54098 w 252457"/>
                <a:gd name="connsiteY22" fmla="*/ 303277 h 327867"/>
                <a:gd name="connsiteX23" fmla="*/ 55737 w 252457"/>
                <a:gd name="connsiteY23" fmla="*/ 298359 h 327867"/>
                <a:gd name="connsiteX24" fmla="*/ 55737 w 252457"/>
                <a:gd name="connsiteY24" fmla="*/ 295081 h 327867"/>
                <a:gd name="connsiteX25" fmla="*/ 55737 w 252457"/>
                <a:gd name="connsiteY25" fmla="*/ 290163 h 327867"/>
                <a:gd name="connsiteX26" fmla="*/ 59016 w 252457"/>
                <a:gd name="connsiteY26" fmla="*/ 286884 h 327867"/>
                <a:gd name="connsiteX27" fmla="*/ 60655 w 252457"/>
                <a:gd name="connsiteY27" fmla="*/ 283606 h 327867"/>
                <a:gd name="connsiteX28" fmla="*/ 60655 w 252457"/>
                <a:gd name="connsiteY28" fmla="*/ 278687 h 327867"/>
                <a:gd name="connsiteX29" fmla="*/ 60655 w 252457"/>
                <a:gd name="connsiteY29" fmla="*/ 275409 h 327867"/>
                <a:gd name="connsiteX30" fmla="*/ 59016 w 252457"/>
                <a:gd name="connsiteY30" fmla="*/ 272130 h 327867"/>
                <a:gd name="connsiteX31" fmla="*/ 60655 w 252457"/>
                <a:gd name="connsiteY31" fmla="*/ 268852 h 327867"/>
                <a:gd name="connsiteX32" fmla="*/ 60655 w 252457"/>
                <a:gd name="connsiteY32" fmla="*/ 265573 h 327867"/>
                <a:gd name="connsiteX33" fmla="*/ 60655 w 252457"/>
                <a:gd name="connsiteY33" fmla="*/ 262294 h 327867"/>
                <a:gd name="connsiteX34" fmla="*/ 59016 w 252457"/>
                <a:gd name="connsiteY34" fmla="*/ 257376 h 327867"/>
                <a:gd name="connsiteX35" fmla="*/ 60655 w 252457"/>
                <a:gd name="connsiteY35" fmla="*/ 254097 h 327867"/>
                <a:gd name="connsiteX36" fmla="*/ 59016 w 252457"/>
                <a:gd name="connsiteY36" fmla="*/ 250819 h 327867"/>
                <a:gd name="connsiteX37" fmla="*/ 60655 w 252457"/>
                <a:gd name="connsiteY37" fmla="*/ 245901 h 327867"/>
                <a:gd name="connsiteX38" fmla="*/ 62295 w 252457"/>
                <a:gd name="connsiteY38" fmla="*/ 242622 h 327867"/>
                <a:gd name="connsiteX39" fmla="*/ 63934 w 252457"/>
                <a:gd name="connsiteY39" fmla="*/ 239343 h 327867"/>
                <a:gd name="connsiteX40" fmla="*/ 63934 w 252457"/>
                <a:gd name="connsiteY40" fmla="*/ 234425 h 327867"/>
                <a:gd name="connsiteX41" fmla="*/ 62295 w 252457"/>
                <a:gd name="connsiteY41" fmla="*/ 231147 h 327867"/>
                <a:gd name="connsiteX42" fmla="*/ 62295 w 252457"/>
                <a:gd name="connsiteY42" fmla="*/ 227868 h 327867"/>
                <a:gd name="connsiteX43" fmla="*/ 62295 w 252457"/>
                <a:gd name="connsiteY43" fmla="*/ 222950 h 327867"/>
                <a:gd name="connsiteX44" fmla="*/ 62295 w 252457"/>
                <a:gd name="connsiteY44" fmla="*/ 219672 h 327867"/>
                <a:gd name="connsiteX45" fmla="*/ 59016 w 252457"/>
                <a:gd name="connsiteY45" fmla="*/ 216393 h 327867"/>
                <a:gd name="connsiteX46" fmla="*/ 59016 w 252457"/>
                <a:gd name="connsiteY46" fmla="*/ 213114 h 327867"/>
                <a:gd name="connsiteX47" fmla="*/ 57377 w 252457"/>
                <a:gd name="connsiteY47" fmla="*/ 208196 h 327867"/>
                <a:gd name="connsiteX48" fmla="*/ 59016 w 252457"/>
                <a:gd name="connsiteY48" fmla="*/ 204917 h 327867"/>
                <a:gd name="connsiteX49" fmla="*/ 62295 w 252457"/>
                <a:gd name="connsiteY49" fmla="*/ 201639 h 327867"/>
                <a:gd name="connsiteX50" fmla="*/ 65573 w 252457"/>
                <a:gd name="connsiteY50" fmla="*/ 199999 h 327867"/>
                <a:gd name="connsiteX51" fmla="*/ 68851 w 252457"/>
                <a:gd name="connsiteY51" fmla="*/ 196720 h 327867"/>
                <a:gd name="connsiteX52" fmla="*/ 73770 w 252457"/>
                <a:gd name="connsiteY52" fmla="*/ 195081 h 327867"/>
                <a:gd name="connsiteX53" fmla="*/ 75409 w 252457"/>
                <a:gd name="connsiteY53" fmla="*/ 193442 h 327867"/>
                <a:gd name="connsiteX54" fmla="*/ 78688 w 252457"/>
                <a:gd name="connsiteY54" fmla="*/ 191803 h 327867"/>
                <a:gd name="connsiteX55" fmla="*/ 81967 w 252457"/>
                <a:gd name="connsiteY55" fmla="*/ 193442 h 327867"/>
                <a:gd name="connsiteX56" fmla="*/ 86885 w 252457"/>
                <a:gd name="connsiteY56" fmla="*/ 193442 h 327867"/>
                <a:gd name="connsiteX57" fmla="*/ 90164 w 252457"/>
                <a:gd name="connsiteY57" fmla="*/ 196720 h 327867"/>
                <a:gd name="connsiteX58" fmla="*/ 88524 w 252457"/>
                <a:gd name="connsiteY58" fmla="*/ 201639 h 327867"/>
                <a:gd name="connsiteX59" fmla="*/ 90164 w 252457"/>
                <a:gd name="connsiteY59" fmla="*/ 204917 h 327867"/>
                <a:gd name="connsiteX60" fmla="*/ 90164 w 252457"/>
                <a:gd name="connsiteY60" fmla="*/ 206557 h 327867"/>
                <a:gd name="connsiteX61" fmla="*/ 88524 w 252457"/>
                <a:gd name="connsiteY61" fmla="*/ 209835 h 327867"/>
                <a:gd name="connsiteX62" fmla="*/ 88524 w 252457"/>
                <a:gd name="connsiteY62" fmla="*/ 214753 h 327867"/>
                <a:gd name="connsiteX63" fmla="*/ 88524 w 252457"/>
                <a:gd name="connsiteY63" fmla="*/ 218032 h 327867"/>
                <a:gd name="connsiteX64" fmla="*/ 85245 w 252457"/>
                <a:gd name="connsiteY64" fmla="*/ 221310 h 327867"/>
                <a:gd name="connsiteX65" fmla="*/ 81967 w 252457"/>
                <a:gd name="connsiteY65" fmla="*/ 224589 h 327867"/>
                <a:gd name="connsiteX66" fmla="*/ 80327 w 252457"/>
                <a:gd name="connsiteY66" fmla="*/ 227868 h 327867"/>
                <a:gd name="connsiteX67" fmla="*/ 81967 w 252457"/>
                <a:gd name="connsiteY67" fmla="*/ 232786 h 327867"/>
                <a:gd name="connsiteX68" fmla="*/ 85245 w 252457"/>
                <a:gd name="connsiteY68" fmla="*/ 236065 h 327867"/>
                <a:gd name="connsiteX69" fmla="*/ 88524 w 252457"/>
                <a:gd name="connsiteY69" fmla="*/ 239343 h 327867"/>
                <a:gd name="connsiteX70" fmla="*/ 91802 w 252457"/>
                <a:gd name="connsiteY70" fmla="*/ 244262 h 327867"/>
                <a:gd name="connsiteX71" fmla="*/ 95081 w 252457"/>
                <a:gd name="connsiteY71" fmla="*/ 244262 h 327867"/>
                <a:gd name="connsiteX72" fmla="*/ 96720 w 252457"/>
                <a:gd name="connsiteY72" fmla="*/ 247540 h 327867"/>
                <a:gd name="connsiteX73" fmla="*/ 99999 w 252457"/>
                <a:gd name="connsiteY73" fmla="*/ 252458 h 327867"/>
                <a:gd name="connsiteX74" fmla="*/ 104917 w 252457"/>
                <a:gd name="connsiteY74" fmla="*/ 254097 h 327867"/>
                <a:gd name="connsiteX75" fmla="*/ 108196 w 252457"/>
                <a:gd name="connsiteY75" fmla="*/ 254097 h 327867"/>
                <a:gd name="connsiteX76" fmla="*/ 108196 w 252457"/>
                <a:gd name="connsiteY76" fmla="*/ 255737 h 327867"/>
                <a:gd name="connsiteX77" fmla="*/ 108196 w 252457"/>
                <a:gd name="connsiteY77" fmla="*/ 260655 h 327867"/>
                <a:gd name="connsiteX78" fmla="*/ 104917 w 252457"/>
                <a:gd name="connsiteY78" fmla="*/ 263933 h 327867"/>
                <a:gd name="connsiteX79" fmla="*/ 104917 w 252457"/>
                <a:gd name="connsiteY79" fmla="*/ 267212 h 327867"/>
                <a:gd name="connsiteX80" fmla="*/ 104917 w 252457"/>
                <a:gd name="connsiteY80" fmla="*/ 272130 h 327867"/>
                <a:gd name="connsiteX81" fmla="*/ 103278 w 252457"/>
                <a:gd name="connsiteY81" fmla="*/ 275409 h 327867"/>
                <a:gd name="connsiteX82" fmla="*/ 101638 w 252457"/>
                <a:gd name="connsiteY82" fmla="*/ 278687 h 327867"/>
                <a:gd name="connsiteX83" fmla="*/ 103278 w 252457"/>
                <a:gd name="connsiteY83" fmla="*/ 283606 h 327867"/>
                <a:gd name="connsiteX84" fmla="*/ 106557 w 252457"/>
                <a:gd name="connsiteY84" fmla="*/ 286884 h 327867"/>
                <a:gd name="connsiteX85" fmla="*/ 111475 w 252457"/>
                <a:gd name="connsiteY85" fmla="*/ 290163 h 327867"/>
                <a:gd name="connsiteX86" fmla="*/ 114754 w 252457"/>
                <a:gd name="connsiteY86" fmla="*/ 288523 h 327867"/>
                <a:gd name="connsiteX87" fmla="*/ 118031 w 252457"/>
                <a:gd name="connsiteY87" fmla="*/ 290163 h 327867"/>
                <a:gd name="connsiteX88" fmla="*/ 121310 w 252457"/>
                <a:gd name="connsiteY88" fmla="*/ 290163 h 327867"/>
                <a:gd name="connsiteX89" fmla="*/ 126228 w 252457"/>
                <a:gd name="connsiteY89" fmla="*/ 286884 h 327867"/>
                <a:gd name="connsiteX90" fmla="*/ 122950 w 252457"/>
                <a:gd name="connsiteY90" fmla="*/ 283606 h 327867"/>
                <a:gd name="connsiteX91" fmla="*/ 124589 w 252457"/>
                <a:gd name="connsiteY91" fmla="*/ 280327 h 327867"/>
                <a:gd name="connsiteX92" fmla="*/ 126228 w 252457"/>
                <a:gd name="connsiteY92" fmla="*/ 277048 h 327867"/>
                <a:gd name="connsiteX93" fmla="*/ 129507 w 252457"/>
                <a:gd name="connsiteY93" fmla="*/ 273769 h 327867"/>
                <a:gd name="connsiteX94" fmla="*/ 132786 w 252457"/>
                <a:gd name="connsiteY94" fmla="*/ 273769 h 327867"/>
                <a:gd name="connsiteX95" fmla="*/ 137704 w 252457"/>
                <a:gd name="connsiteY95" fmla="*/ 272130 h 327867"/>
                <a:gd name="connsiteX96" fmla="*/ 140983 w 252457"/>
                <a:gd name="connsiteY96" fmla="*/ 272130 h 327867"/>
                <a:gd name="connsiteX97" fmla="*/ 144261 w 252457"/>
                <a:gd name="connsiteY97" fmla="*/ 270491 h 327867"/>
                <a:gd name="connsiteX98" fmla="*/ 149179 w 252457"/>
                <a:gd name="connsiteY98" fmla="*/ 273769 h 327867"/>
                <a:gd name="connsiteX99" fmla="*/ 152458 w 252457"/>
                <a:gd name="connsiteY99" fmla="*/ 272130 h 327867"/>
                <a:gd name="connsiteX100" fmla="*/ 150818 w 252457"/>
                <a:gd name="connsiteY100" fmla="*/ 270491 h 327867"/>
                <a:gd name="connsiteX101" fmla="*/ 149179 w 252457"/>
                <a:gd name="connsiteY101" fmla="*/ 267212 h 327867"/>
                <a:gd name="connsiteX102" fmla="*/ 154097 w 252457"/>
                <a:gd name="connsiteY102" fmla="*/ 270491 h 327867"/>
                <a:gd name="connsiteX103" fmla="*/ 157376 w 252457"/>
                <a:gd name="connsiteY103" fmla="*/ 268852 h 327867"/>
                <a:gd name="connsiteX104" fmla="*/ 157376 w 252457"/>
                <a:gd name="connsiteY104" fmla="*/ 265573 h 327867"/>
                <a:gd name="connsiteX105" fmla="*/ 157376 w 252457"/>
                <a:gd name="connsiteY105" fmla="*/ 260655 h 327867"/>
                <a:gd name="connsiteX106" fmla="*/ 157376 w 252457"/>
                <a:gd name="connsiteY106" fmla="*/ 257376 h 327867"/>
                <a:gd name="connsiteX107" fmla="*/ 152458 w 252457"/>
                <a:gd name="connsiteY107" fmla="*/ 254097 h 327867"/>
                <a:gd name="connsiteX108" fmla="*/ 152458 w 252457"/>
                <a:gd name="connsiteY108" fmla="*/ 259016 h 327867"/>
                <a:gd name="connsiteX109" fmla="*/ 149179 w 252457"/>
                <a:gd name="connsiteY109" fmla="*/ 257376 h 327867"/>
                <a:gd name="connsiteX110" fmla="*/ 149179 w 252457"/>
                <a:gd name="connsiteY110" fmla="*/ 252458 h 327867"/>
                <a:gd name="connsiteX111" fmla="*/ 144261 w 252457"/>
                <a:gd name="connsiteY111" fmla="*/ 250819 h 327867"/>
                <a:gd name="connsiteX112" fmla="*/ 147540 w 252457"/>
                <a:gd name="connsiteY112" fmla="*/ 247540 h 327867"/>
                <a:gd name="connsiteX113" fmla="*/ 142622 w 252457"/>
                <a:gd name="connsiteY113" fmla="*/ 245901 h 327867"/>
                <a:gd name="connsiteX114" fmla="*/ 142622 w 252457"/>
                <a:gd name="connsiteY114" fmla="*/ 244262 h 327867"/>
                <a:gd name="connsiteX115" fmla="*/ 139344 w 252457"/>
                <a:gd name="connsiteY115" fmla="*/ 240983 h 327867"/>
                <a:gd name="connsiteX116" fmla="*/ 136065 w 252457"/>
                <a:gd name="connsiteY116" fmla="*/ 239343 h 327867"/>
                <a:gd name="connsiteX117" fmla="*/ 132786 w 252457"/>
                <a:gd name="connsiteY117" fmla="*/ 236065 h 327867"/>
                <a:gd name="connsiteX118" fmla="*/ 134425 w 252457"/>
                <a:gd name="connsiteY118" fmla="*/ 231147 h 327867"/>
                <a:gd name="connsiteX119" fmla="*/ 136065 w 252457"/>
                <a:gd name="connsiteY119" fmla="*/ 229507 h 327867"/>
                <a:gd name="connsiteX120" fmla="*/ 136065 w 252457"/>
                <a:gd name="connsiteY120" fmla="*/ 229507 h 327867"/>
                <a:gd name="connsiteX121" fmla="*/ 134425 w 252457"/>
                <a:gd name="connsiteY121" fmla="*/ 226229 h 327867"/>
                <a:gd name="connsiteX122" fmla="*/ 137704 w 252457"/>
                <a:gd name="connsiteY122" fmla="*/ 226229 h 327867"/>
                <a:gd name="connsiteX123" fmla="*/ 139344 w 252457"/>
                <a:gd name="connsiteY123" fmla="*/ 226229 h 327867"/>
                <a:gd name="connsiteX124" fmla="*/ 136065 w 252457"/>
                <a:gd name="connsiteY124" fmla="*/ 222950 h 327867"/>
                <a:gd name="connsiteX125" fmla="*/ 137704 w 252457"/>
                <a:gd name="connsiteY125" fmla="*/ 219672 h 327867"/>
                <a:gd name="connsiteX126" fmla="*/ 137704 w 252457"/>
                <a:gd name="connsiteY126" fmla="*/ 219672 h 327867"/>
                <a:gd name="connsiteX127" fmla="*/ 140983 w 252457"/>
                <a:gd name="connsiteY127" fmla="*/ 218032 h 327867"/>
                <a:gd name="connsiteX128" fmla="*/ 139344 w 252457"/>
                <a:gd name="connsiteY128" fmla="*/ 214753 h 327867"/>
                <a:gd name="connsiteX129" fmla="*/ 136065 w 252457"/>
                <a:gd name="connsiteY129" fmla="*/ 211475 h 327867"/>
                <a:gd name="connsiteX130" fmla="*/ 136065 w 252457"/>
                <a:gd name="connsiteY130" fmla="*/ 206557 h 327867"/>
                <a:gd name="connsiteX131" fmla="*/ 134425 w 252457"/>
                <a:gd name="connsiteY131" fmla="*/ 203278 h 327867"/>
                <a:gd name="connsiteX132" fmla="*/ 131147 w 252457"/>
                <a:gd name="connsiteY132" fmla="*/ 199999 h 327867"/>
                <a:gd name="connsiteX133" fmla="*/ 127868 w 252457"/>
                <a:gd name="connsiteY133" fmla="*/ 196720 h 327867"/>
                <a:gd name="connsiteX134" fmla="*/ 126228 w 252457"/>
                <a:gd name="connsiteY134" fmla="*/ 193442 h 327867"/>
                <a:gd name="connsiteX135" fmla="*/ 126228 w 252457"/>
                <a:gd name="connsiteY135" fmla="*/ 190163 h 327867"/>
                <a:gd name="connsiteX136" fmla="*/ 122950 w 252457"/>
                <a:gd name="connsiteY136" fmla="*/ 186885 h 327867"/>
                <a:gd name="connsiteX137" fmla="*/ 121310 w 252457"/>
                <a:gd name="connsiteY137" fmla="*/ 181966 h 327867"/>
                <a:gd name="connsiteX138" fmla="*/ 119671 w 252457"/>
                <a:gd name="connsiteY138" fmla="*/ 178688 h 327867"/>
                <a:gd name="connsiteX139" fmla="*/ 116393 w 252457"/>
                <a:gd name="connsiteY139" fmla="*/ 175409 h 327867"/>
                <a:gd name="connsiteX140" fmla="*/ 113114 w 252457"/>
                <a:gd name="connsiteY140" fmla="*/ 172130 h 327867"/>
                <a:gd name="connsiteX141" fmla="*/ 109835 w 252457"/>
                <a:gd name="connsiteY141" fmla="*/ 170491 h 327867"/>
                <a:gd name="connsiteX142" fmla="*/ 108196 w 252457"/>
                <a:gd name="connsiteY142" fmla="*/ 167213 h 327867"/>
                <a:gd name="connsiteX143" fmla="*/ 104917 w 252457"/>
                <a:gd name="connsiteY143" fmla="*/ 163934 h 327867"/>
                <a:gd name="connsiteX144" fmla="*/ 101638 w 252457"/>
                <a:gd name="connsiteY144" fmla="*/ 163934 h 327867"/>
                <a:gd name="connsiteX145" fmla="*/ 101638 w 252457"/>
                <a:gd name="connsiteY145" fmla="*/ 162295 h 327867"/>
                <a:gd name="connsiteX146" fmla="*/ 101638 w 252457"/>
                <a:gd name="connsiteY146" fmla="*/ 159016 h 327867"/>
                <a:gd name="connsiteX147" fmla="*/ 101638 w 252457"/>
                <a:gd name="connsiteY147" fmla="*/ 154098 h 327867"/>
                <a:gd name="connsiteX148" fmla="*/ 104917 w 252457"/>
                <a:gd name="connsiteY148" fmla="*/ 157376 h 327867"/>
                <a:gd name="connsiteX149" fmla="*/ 108196 w 252457"/>
                <a:gd name="connsiteY149" fmla="*/ 162295 h 327867"/>
                <a:gd name="connsiteX150" fmla="*/ 113114 w 252457"/>
                <a:gd name="connsiteY150" fmla="*/ 160655 h 327867"/>
                <a:gd name="connsiteX151" fmla="*/ 116393 w 252457"/>
                <a:gd name="connsiteY151" fmla="*/ 159016 h 327867"/>
                <a:gd name="connsiteX152" fmla="*/ 118031 w 252457"/>
                <a:gd name="connsiteY152" fmla="*/ 155737 h 327867"/>
                <a:gd name="connsiteX153" fmla="*/ 119671 w 252457"/>
                <a:gd name="connsiteY153" fmla="*/ 150819 h 327867"/>
                <a:gd name="connsiteX154" fmla="*/ 124589 w 252457"/>
                <a:gd name="connsiteY154" fmla="*/ 149180 h 327867"/>
                <a:gd name="connsiteX155" fmla="*/ 127868 w 252457"/>
                <a:gd name="connsiteY155" fmla="*/ 147540 h 327867"/>
                <a:gd name="connsiteX156" fmla="*/ 131147 w 252457"/>
                <a:gd name="connsiteY156" fmla="*/ 147540 h 327867"/>
                <a:gd name="connsiteX157" fmla="*/ 134425 w 252457"/>
                <a:gd name="connsiteY157" fmla="*/ 145901 h 327867"/>
                <a:gd name="connsiteX158" fmla="*/ 139344 w 252457"/>
                <a:gd name="connsiteY158" fmla="*/ 142622 h 327867"/>
                <a:gd name="connsiteX159" fmla="*/ 142622 w 252457"/>
                <a:gd name="connsiteY159" fmla="*/ 140983 h 327867"/>
                <a:gd name="connsiteX160" fmla="*/ 145900 w 252457"/>
                <a:gd name="connsiteY160" fmla="*/ 136065 h 327867"/>
                <a:gd name="connsiteX161" fmla="*/ 149179 w 252457"/>
                <a:gd name="connsiteY161" fmla="*/ 132786 h 327867"/>
                <a:gd name="connsiteX162" fmla="*/ 152458 w 252457"/>
                <a:gd name="connsiteY162" fmla="*/ 129508 h 327867"/>
                <a:gd name="connsiteX163" fmla="*/ 152458 w 252457"/>
                <a:gd name="connsiteY163" fmla="*/ 127869 h 327867"/>
                <a:gd name="connsiteX164" fmla="*/ 155737 w 252457"/>
                <a:gd name="connsiteY164" fmla="*/ 124590 h 327867"/>
                <a:gd name="connsiteX165" fmla="*/ 157376 w 252457"/>
                <a:gd name="connsiteY165" fmla="*/ 119672 h 327867"/>
                <a:gd name="connsiteX166" fmla="*/ 160655 w 252457"/>
                <a:gd name="connsiteY166" fmla="*/ 116393 h 327867"/>
                <a:gd name="connsiteX167" fmla="*/ 163934 w 252457"/>
                <a:gd name="connsiteY167" fmla="*/ 116393 h 327867"/>
                <a:gd name="connsiteX168" fmla="*/ 167212 w 252457"/>
                <a:gd name="connsiteY168" fmla="*/ 114754 h 327867"/>
                <a:gd name="connsiteX169" fmla="*/ 172130 w 252457"/>
                <a:gd name="connsiteY169" fmla="*/ 114754 h 327867"/>
                <a:gd name="connsiteX170" fmla="*/ 172130 w 252457"/>
                <a:gd name="connsiteY170" fmla="*/ 119672 h 327867"/>
                <a:gd name="connsiteX171" fmla="*/ 177048 w 252457"/>
                <a:gd name="connsiteY171" fmla="*/ 122950 h 327867"/>
                <a:gd name="connsiteX172" fmla="*/ 180327 w 252457"/>
                <a:gd name="connsiteY172" fmla="*/ 119672 h 327867"/>
                <a:gd name="connsiteX173" fmla="*/ 180327 w 252457"/>
                <a:gd name="connsiteY173" fmla="*/ 116393 h 327867"/>
                <a:gd name="connsiteX174" fmla="*/ 183605 w 252457"/>
                <a:gd name="connsiteY174" fmla="*/ 113115 h 327867"/>
                <a:gd name="connsiteX175" fmla="*/ 181966 w 252457"/>
                <a:gd name="connsiteY175" fmla="*/ 108196 h 327867"/>
                <a:gd name="connsiteX176" fmla="*/ 181966 w 252457"/>
                <a:gd name="connsiteY176" fmla="*/ 104918 h 327867"/>
                <a:gd name="connsiteX177" fmla="*/ 177048 w 252457"/>
                <a:gd name="connsiteY177" fmla="*/ 103279 h 327867"/>
                <a:gd name="connsiteX178" fmla="*/ 173769 w 252457"/>
                <a:gd name="connsiteY178" fmla="*/ 101639 h 327867"/>
                <a:gd name="connsiteX179" fmla="*/ 170490 w 252457"/>
                <a:gd name="connsiteY179" fmla="*/ 101639 h 327867"/>
                <a:gd name="connsiteX180" fmla="*/ 167212 w 252457"/>
                <a:gd name="connsiteY180" fmla="*/ 103279 h 327867"/>
                <a:gd name="connsiteX181" fmla="*/ 162294 w 252457"/>
                <a:gd name="connsiteY181" fmla="*/ 103279 h 327867"/>
                <a:gd name="connsiteX182" fmla="*/ 159015 w 252457"/>
                <a:gd name="connsiteY182" fmla="*/ 103279 h 327867"/>
                <a:gd name="connsiteX183" fmla="*/ 155737 w 252457"/>
                <a:gd name="connsiteY183" fmla="*/ 106557 h 327867"/>
                <a:gd name="connsiteX184" fmla="*/ 159015 w 252457"/>
                <a:gd name="connsiteY184" fmla="*/ 106557 h 327867"/>
                <a:gd name="connsiteX185" fmla="*/ 162294 w 252457"/>
                <a:gd name="connsiteY185" fmla="*/ 109836 h 327867"/>
                <a:gd name="connsiteX186" fmla="*/ 159015 w 252457"/>
                <a:gd name="connsiteY186" fmla="*/ 109836 h 327867"/>
                <a:gd name="connsiteX187" fmla="*/ 155737 w 252457"/>
                <a:gd name="connsiteY187" fmla="*/ 111475 h 327867"/>
                <a:gd name="connsiteX188" fmla="*/ 152458 w 252457"/>
                <a:gd name="connsiteY188" fmla="*/ 109836 h 327867"/>
                <a:gd name="connsiteX189" fmla="*/ 147540 w 252457"/>
                <a:gd name="connsiteY189" fmla="*/ 109836 h 327867"/>
                <a:gd name="connsiteX190" fmla="*/ 144261 w 252457"/>
                <a:gd name="connsiteY190" fmla="*/ 109836 h 327867"/>
                <a:gd name="connsiteX191" fmla="*/ 140983 w 252457"/>
                <a:gd name="connsiteY191" fmla="*/ 109836 h 327867"/>
                <a:gd name="connsiteX192" fmla="*/ 137704 w 252457"/>
                <a:gd name="connsiteY192" fmla="*/ 109836 h 327867"/>
                <a:gd name="connsiteX193" fmla="*/ 132786 w 252457"/>
                <a:gd name="connsiteY193" fmla="*/ 111475 h 327867"/>
                <a:gd name="connsiteX194" fmla="*/ 132786 w 252457"/>
                <a:gd name="connsiteY194" fmla="*/ 114754 h 327867"/>
                <a:gd name="connsiteX195" fmla="*/ 129507 w 252457"/>
                <a:gd name="connsiteY195" fmla="*/ 116393 h 327867"/>
                <a:gd name="connsiteX196" fmla="*/ 124589 w 252457"/>
                <a:gd name="connsiteY196" fmla="*/ 118032 h 327867"/>
                <a:gd name="connsiteX197" fmla="*/ 121310 w 252457"/>
                <a:gd name="connsiteY197" fmla="*/ 118032 h 327867"/>
                <a:gd name="connsiteX198" fmla="*/ 118031 w 252457"/>
                <a:gd name="connsiteY198" fmla="*/ 118032 h 327867"/>
                <a:gd name="connsiteX199" fmla="*/ 114754 w 252457"/>
                <a:gd name="connsiteY199" fmla="*/ 114754 h 327867"/>
                <a:gd name="connsiteX200" fmla="*/ 113114 w 252457"/>
                <a:gd name="connsiteY200" fmla="*/ 111475 h 327867"/>
                <a:gd name="connsiteX201" fmla="*/ 109835 w 252457"/>
                <a:gd name="connsiteY201" fmla="*/ 113115 h 327867"/>
                <a:gd name="connsiteX202" fmla="*/ 106557 w 252457"/>
                <a:gd name="connsiteY202" fmla="*/ 116393 h 327867"/>
                <a:gd name="connsiteX203" fmla="*/ 103278 w 252457"/>
                <a:gd name="connsiteY203" fmla="*/ 119672 h 327867"/>
                <a:gd name="connsiteX204" fmla="*/ 103278 w 252457"/>
                <a:gd name="connsiteY204" fmla="*/ 119672 h 327867"/>
                <a:gd name="connsiteX205" fmla="*/ 99999 w 252457"/>
                <a:gd name="connsiteY205" fmla="*/ 124590 h 327867"/>
                <a:gd name="connsiteX206" fmla="*/ 98360 w 252457"/>
                <a:gd name="connsiteY206" fmla="*/ 127869 h 327867"/>
                <a:gd name="connsiteX207" fmla="*/ 95081 w 252457"/>
                <a:gd name="connsiteY207" fmla="*/ 131147 h 327867"/>
                <a:gd name="connsiteX208" fmla="*/ 95081 w 252457"/>
                <a:gd name="connsiteY208" fmla="*/ 136065 h 327867"/>
                <a:gd name="connsiteX209" fmla="*/ 90164 w 252457"/>
                <a:gd name="connsiteY209" fmla="*/ 139344 h 327867"/>
                <a:gd name="connsiteX210" fmla="*/ 90164 w 252457"/>
                <a:gd name="connsiteY210" fmla="*/ 139344 h 327867"/>
                <a:gd name="connsiteX211" fmla="*/ 85245 w 252457"/>
                <a:gd name="connsiteY211" fmla="*/ 137705 h 327867"/>
                <a:gd name="connsiteX212" fmla="*/ 81967 w 252457"/>
                <a:gd name="connsiteY212" fmla="*/ 137705 h 327867"/>
                <a:gd name="connsiteX213" fmla="*/ 78688 w 252457"/>
                <a:gd name="connsiteY213" fmla="*/ 136065 h 327867"/>
                <a:gd name="connsiteX214" fmla="*/ 78688 w 252457"/>
                <a:gd name="connsiteY214" fmla="*/ 136065 h 327867"/>
                <a:gd name="connsiteX215" fmla="*/ 73770 w 252457"/>
                <a:gd name="connsiteY215" fmla="*/ 134426 h 327867"/>
                <a:gd name="connsiteX216" fmla="*/ 72130 w 252457"/>
                <a:gd name="connsiteY216" fmla="*/ 131147 h 327867"/>
                <a:gd name="connsiteX217" fmla="*/ 72130 w 252457"/>
                <a:gd name="connsiteY217" fmla="*/ 127869 h 327867"/>
                <a:gd name="connsiteX218" fmla="*/ 70491 w 252457"/>
                <a:gd name="connsiteY218" fmla="*/ 122950 h 327867"/>
                <a:gd name="connsiteX219" fmla="*/ 68851 w 252457"/>
                <a:gd name="connsiteY219" fmla="*/ 119672 h 327867"/>
                <a:gd name="connsiteX220" fmla="*/ 65573 w 252457"/>
                <a:gd name="connsiteY220" fmla="*/ 116393 h 327867"/>
                <a:gd name="connsiteX221" fmla="*/ 60655 w 252457"/>
                <a:gd name="connsiteY221" fmla="*/ 118032 h 327867"/>
                <a:gd name="connsiteX222" fmla="*/ 59016 w 252457"/>
                <a:gd name="connsiteY222" fmla="*/ 113115 h 327867"/>
                <a:gd name="connsiteX223" fmla="*/ 55737 w 252457"/>
                <a:gd name="connsiteY223" fmla="*/ 109836 h 327867"/>
                <a:gd name="connsiteX224" fmla="*/ 54098 w 252457"/>
                <a:gd name="connsiteY224" fmla="*/ 106557 h 327867"/>
                <a:gd name="connsiteX225" fmla="*/ 52458 w 252457"/>
                <a:gd name="connsiteY225" fmla="*/ 103279 h 327867"/>
                <a:gd name="connsiteX226" fmla="*/ 52458 w 252457"/>
                <a:gd name="connsiteY226" fmla="*/ 98360 h 327867"/>
                <a:gd name="connsiteX227" fmla="*/ 52458 w 252457"/>
                <a:gd name="connsiteY227" fmla="*/ 95082 h 327867"/>
                <a:gd name="connsiteX228" fmla="*/ 50819 w 252457"/>
                <a:gd name="connsiteY228" fmla="*/ 91803 h 327867"/>
                <a:gd name="connsiteX229" fmla="*/ 49180 w 252457"/>
                <a:gd name="connsiteY229" fmla="*/ 86885 h 327867"/>
                <a:gd name="connsiteX230" fmla="*/ 49180 w 252457"/>
                <a:gd name="connsiteY230" fmla="*/ 85246 h 327867"/>
                <a:gd name="connsiteX231" fmla="*/ 50819 w 252457"/>
                <a:gd name="connsiteY231" fmla="*/ 83606 h 327867"/>
                <a:gd name="connsiteX232" fmla="*/ 50819 w 252457"/>
                <a:gd name="connsiteY232" fmla="*/ 80328 h 327867"/>
                <a:gd name="connsiteX233" fmla="*/ 52458 w 252457"/>
                <a:gd name="connsiteY233" fmla="*/ 75410 h 327867"/>
                <a:gd name="connsiteX234" fmla="*/ 54098 w 252457"/>
                <a:gd name="connsiteY234" fmla="*/ 72131 h 327867"/>
                <a:gd name="connsiteX235" fmla="*/ 54098 w 252457"/>
                <a:gd name="connsiteY235" fmla="*/ 68852 h 327867"/>
                <a:gd name="connsiteX236" fmla="*/ 57377 w 252457"/>
                <a:gd name="connsiteY236" fmla="*/ 65573 h 327867"/>
                <a:gd name="connsiteX237" fmla="*/ 59016 w 252457"/>
                <a:gd name="connsiteY237" fmla="*/ 60656 h 327867"/>
                <a:gd name="connsiteX238" fmla="*/ 62295 w 252457"/>
                <a:gd name="connsiteY238" fmla="*/ 57377 h 327867"/>
                <a:gd name="connsiteX239" fmla="*/ 65573 w 252457"/>
                <a:gd name="connsiteY239" fmla="*/ 54098 h 327867"/>
                <a:gd name="connsiteX240" fmla="*/ 70491 w 252457"/>
                <a:gd name="connsiteY240" fmla="*/ 52459 h 327867"/>
                <a:gd name="connsiteX241" fmla="*/ 73770 w 252457"/>
                <a:gd name="connsiteY241" fmla="*/ 52459 h 327867"/>
                <a:gd name="connsiteX242" fmla="*/ 77048 w 252457"/>
                <a:gd name="connsiteY242" fmla="*/ 54098 h 327867"/>
                <a:gd name="connsiteX243" fmla="*/ 81967 w 252457"/>
                <a:gd name="connsiteY243" fmla="*/ 55738 h 327867"/>
                <a:gd name="connsiteX244" fmla="*/ 85245 w 252457"/>
                <a:gd name="connsiteY244" fmla="*/ 57377 h 327867"/>
                <a:gd name="connsiteX245" fmla="*/ 88524 w 252457"/>
                <a:gd name="connsiteY245" fmla="*/ 57377 h 327867"/>
                <a:gd name="connsiteX246" fmla="*/ 91802 w 252457"/>
                <a:gd name="connsiteY246" fmla="*/ 57377 h 327867"/>
                <a:gd name="connsiteX247" fmla="*/ 96720 w 252457"/>
                <a:gd name="connsiteY247" fmla="*/ 55738 h 327867"/>
                <a:gd name="connsiteX248" fmla="*/ 99999 w 252457"/>
                <a:gd name="connsiteY248" fmla="*/ 55738 h 327867"/>
                <a:gd name="connsiteX249" fmla="*/ 101638 w 252457"/>
                <a:gd name="connsiteY249" fmla="*/ 55738 h 327867"/>
                <a:gd name="connsiteX250" fmla="*/ 104917 w 252457"/>
                <a:gd name="connsiteY250" fmla="*/ 55738 h 327867"/>
                <a:gd name="connsiteX251" fmla="*/ 108196 w 252457"/>
                <a:gd name="connsiteY251" fmla="*/ 52459 h 327867"/>
                <a:gd name="connsiteX252" fmla="*/ 113114 w 252457"/>
                <a:gd name="connsiteY252" fmla="*/ 54098 h 327867"/>
                <a:gd name="connsiteX253" fmla="*/ 116393 w 252457"/>
                <a:gd name="connsiteY253" fmla="*/ 54098 h 327867"/>
                <a:gd name="connsiteX254" fmla="*/ 119671 w 252457"/>
                <a:gd name="connsiteY254" fmla="*/ 57377 h 327867"/>
                <a:gd name="connsiteX255" fmla="*/ 122950 w 252457"/>
                <a:gd name="connsiteY255" fmla="*/ 57377 h 327867"/>
                <a:gd name="connsiteX256" fmla="*/ 126228 w 252457"/>
                <a:gd name="connsiteY256" fmla="*/ 57377 h 327867"/>
                <a:gd name="connsiteX257" fmla="*/ 131147 w 252457"/>
                <a:gd name="connsiteY257" fmla="*/ 55738 h 327867"/>
                <a:gd name="connsiteX258" fmla="*/ 134425 w 252457"/>
                <a:gd name="connsiteY258" fmla="*/ 55738 h 327867"/>
                <a:gd name="connsiteX259" fmla="*/ 137704 w 252457"/>
                <a:gd name="connsiteY259" fmla="*/ 55738 h 327867"/>
                <a:gd name="connsiteX260" fmla="*/ 140983 w 252457"/>
                <a:gd name="connsiteY260" fmla="*/ 54098 h 327867"/>
                <a:gd name="connsiteX261" fmla="*/ 145900 w 252457"/>
                <a:gd name="connsiteY261" fmla="*/ 54098 h 327867"/>
                <a:gd name="connsiteX262" fmla="*/ 149179 w 252457"/>
                <a:gd name="connsiteY262" fmla="*/ 54098 h 327867"/>
                <a:gd name="connsiteX263" fmla="*/ 152458 w 252457"/>
                <a:gd name="connsiteY263" fmla="*/ 54098 h 327867"/>
                <a:gd name="connsiteX264" fmla="*/ 155737 w 252457"/>
                <a:gd name="connsiteY264" fmla="*/ 55738 h 327867"/>
                <a:gd name="connsiteX265" fmla="*/ 160655 w 252457"/>
                <a:gd name="connsiteY265" fmla="*/ 54098 h 327867"/>
                <a:gd name="connsiteX266" fmla="*/ 163934 w 252457"/>
                <a:gd name="connsiteY266" fmla="*/ 55738 h 327867"/>
                <a:gd name="connsiteX267" fmla="*/ 167212 w 252457"/>
                <a:gd name="connsiteY267" fmla="*/ 54098 h 327867"/>
                <a:gd name="connsiteX268" fmla="*/ 170490 w 252457"/>
                <a:gd name="connsiteY268" fmla="*/ 57377 h 327867"/>
                <a:gd name="connsiteX269" fmla="*/ 173769 w 252457"/>
                <a:gd name="connsiteY269" fmla="*/ 60656 h 327867"/>
                <a:gd name="connsiteX270" fmla="*/ 177048 w 252457"/>
                <a:gd name="connsiteY270" fmla="*/ 62295 h 327867"/>
                <a:gd name="connsiteX271" fmla="*/ 181966 w 252457"/>
                <a:gd name="connsiteY271" fmla="*/ 63935 h 327867"/>
                <a:gd name="connsiteX272" fmla="*/ 185245 w 252457"/>
                <a:gd name="connsiteY272" fmla="*/ 62295 h 327867"/>
                <a:gd name="connsiteX273" fmla="*/ 188524 w 252457"/>
                <a:gd name="connsiteY273" fmla="*/ 63935 h 327867"/>
                <a:gd name="connsiteX274" fmla="*/ 191802 w 252457"/>
                <a:gd name="connsiteY274" fmla="*/ 63935 h 327867"/>
                <a:gd name="connsiteX275" fmla="*/ 196720 w 252457"/>
                <a:gd name="connsiteY275" fmla="*/ 63935 h 327867"/>
                <a:gd name="connsiteX276" fmla="*/ 199998 w 252457"/>
                <a:gd name="connsiteY276" fmla="*/ 62295 h 327867"/>
                <a:gd name="connsiteX277" fmla="*/ 203277 w 252457"/>
                <a:gd name="connsiteY277" fmla="*/ 60656 h 327867"/>
                <a:gd name="connsiteX278" fmla="*/ 206556 w 252457"/>
                <a:gd name="connsiteY278" fmla="*/ 60656 h 327867"/>
                <a:gd name="connsiteX279" fmla="*/ 211474 w 252457"/>
                <a:gd name="connsiteY279" fmla="*/ 60656 h 327867"/>
                <a:gd name="connsiteX280" fmla="*/ 214753 w 252457"/>
                <a:gd name="connsiteY280" fmla="*/ 59016 h 327867"/>
                <a:gd name="connsiteX281" fmla="*/ 216392 w 252457"/>
                <a:gd name="connsiteY281" fmla="*/ 59016 h 327867"/>
                <a:gd name="connsiteX282" fmla="*/ 219671 w 252457"/>
                <a:gd name="connsiteY282" fmla="*/ 57377 h 327867"/>
                <a:gd name="connsiteX283" fmla="*/ 224588 w 252457"/>
                <a:gd name="connsiteY283" fmla="*/ 54098 h 327867"/>
                <a:gd name="connsiteX284" fmla="*/ 226228 w 252457"/>
                <a:gd name="connsiteY284" fmla="*/ 49180 h 327867"/>
                <a:gd name="connsiteX285" fmla="*/ 227867 w 252457"/>
                <a:gd name="connsiteY285" fmla="*/ 45902 h 327867"/>
                <a:gd name="connsiteX286" fmla="*/ 229507 w 252457"/>
                <a:gd name="connsiteY286" fmla="*/ 42623 h 327867"/>
                <a:gd name="connsiteX287" fmla="*/ 232785 w 252457"/>
                <a:gd name="connsiteY287" fmla="*/ 39344 h 327867"/>
                <a:gd name="connsiteX288" fmla="*/ 236064 w 252457"/>
                <a:gd name="connsiteY288" fmla="*/ 34426 h 327867"/>
                <a:gd name="connsiteX289" fmla="*/ 239343 w 252457"/>
                <a:gd name="connsiteY289" fmla="*/ 31148 h 327867"/>
                <a:gd name="connsiteX290" fmla="*/ 242622 w 252457"/>
                <a:gd name="connsiteY290" fmla="*/ 27869 h 327867"/>
                <a:gd name="connsiteX291" fmla="*/ 244261 w 252457"/>
                <a:gd name="connsiteY291" fmla="*/ 24590 h 327867"/>
                <a:gd name="connsiteX292" fmla="*/ 245901 w 252457"/>
                <a:gd name="connsiteY292" fmla="*/ 21312 h 327867"/>
                <a:gd name="connsiteX293" fmla="*/ 245901 w 252457"/>
                <a:gd name="connsiteY293" fmla="*/ 16393 h 327867"/>
                <a:gd name="connsiteX294" fmla="*/ 249178 w 252457"/>
                <a:gd name="connsiteY294" fmla="*/ 13115 h 327867"/>
                <a:gd name="connsiteX295" fmla="*/ 252457 w 252457"/>
                <a:gd name="connsiteY295" fmla="*/ 9836 h 327867"/>
                <a:gd name="connsiteX296" fmla="*/ 249178 w 252457"/>
                <a:gd name="connsiteY296" fmla="*/ 6558 h 327867"/>
                <a:gd name="connsiteX297" fmla="*/ 249178 w 252457"/>
                <a:gd name="connsiteY297" fmla="*/ 1639 h 327867"/>
                <a:gd name="connsiteX298" fmla="*/ 245901 w 252457"/>
                <a:gd name="connsiteY298" fmla="*/ 1639 h 327867"/>
                <a:gd name="connsiteX299" fmla="*/ 240982 w 252457"/>
                <a:gd name="connsiteY299" fmla="*/ 0 h 327867"/>
                <a:gd name="connsiteX300" fmla="*/ 237704 w 252457"/>
                <a:gd name="connsiteY300" fmla="*/ 4918 h 327867"/>
                <a:gd name="connsiteX301" fmla="*/ 236064 w 252457"/>
                <a:gd name="connsiteY301" fmla="*/ 8197 h 327867"/>
                <a:gd name="connsiteX302" fmla="*/ 232785 w 252457"/>
                <a:gd name="connsiteY302" fmla="*/ 11476 h 327867"/>
                <a:gd name="connsiteX303" fmla="*/ 229507 w 252457"/>
                <a:gd name="connsiteY303" fmla="*/ 14754 h 327867"/>
                <a:gd name="connsiteX304" fmla="*/ 226228 w 252457"/>
                <a:gd name="connsiteY304" fmla="*/ 14754 h 327867"/>
                <a:gd name="connsiteX305" fmla="*/ 224588 w 252457"/>
                <a:gd name="connsiteY305" fmla="*/ 19672 h 327867"/>
                <a:gd name="connsiteX306" fmla="*/ 224588 w 252457"/>
                <a:gd name="connsiteY306" fmla="*/ 22951 h 327867"/>
                <a:gd name="connsiteX307" fmla="*/ 221310 w 252457"/>
                <a:gd name="connsiteY307" fmla="*/ 22951 h 327867"/>
                <a:gd name="connsiteX308" fmla="*/ 218032 w 252457"/>
                <a:gd name="connsiteY308" fmla="*/ 26229 h 327867"/>
                <a:gd name="connsiteX309" fmla="*/ 216392 w 252457"/>
                <a:gd name="connsiteY309" fmla="*/ 29508 h 327867"/>
                <a:gd name="connsiteX310" fmla="*/ 213114 w 252457"/>
                <a:gd name="connsiteY310" fmla="*/ 32787 h 327867"/>
                <a:gd name="connsiteX311" fmla="*/ 208195 w 252457"/>
                <a:gd name="connsiteY311" fmla="*/ 34426 h 327867"/>
                <a:gd name="connsiteX312" fmla="*/ 204917 w 252457"/>
                <a:gd name="connsiteY312" fmla="*/ 36066 h 327867"/>
                <a:gd name="connsiteX313" fmla="*/ 201638 w 252457"/>
                <a:gd name="connsiteY313" fmla="*/ 39344 h 327867"/>
                <a:gd name="connsiteX314" fmla="*/ 198359 w 252457"/>
                <a:gd name="connsiteY314" fmla="*/ 39344 h 327867"/>
                <a:gd name="connsiteX315" fmla="*/ 193442 w 252457"/>
                <a:gd name="connsiteY315" fmla="*/ 39344 h 327867"/>
                <a:gd name="connsiteX316" fmla="*/ 190163 w 252457"/>
                <a:gd name="connsiteY316" fmla="*/ 37705 h 327867"/>
                <a:gd name="connsiteX317" fmla="*/ 186884 w 252457"/>
                <a:gd name="connsiteY317" fmla="*/ 37705 h 327867"/>
                <a:gd name="connsiteX318" fmla="*/ 181966 w 252457"/>
                <a:gd name="connsiteY318" fmla="*/ 36066 h 327867"/>
                <a:gd name="connsiteX319" fmla="*/ 178687 w 252457"/>
                <a:gd name="connsiteY319" fmla="*/ 36066 h 327867"/>
                <a:gd name="connsiteX320" fmla="*/ 175408 w 252457"/>
                <a:gd name="connsiteY320" fmla="*/ 34426 h 327867"/>
                <a:gd name="connsiteX321" fmla="*/ 172130 w 252457"/>
                <a:gd name="connsiteY321" fmla="*/ 34426 h 327867"/>
                <a:gd name="connsiteX322" fmla="*/ 167212 w 252457"/>
                <a:gd name="connsiteY322" fmla="*/ 34426 h 327867"/>
                <a:gd name="connsiteX323" fmla="*/ 163934 w 252457"/>
                <a:gd name="connsiteY323" fmla="*/ 36066 h 327867"/>
                <a:gd name="connsiteX324" fmla="*/ 160655 w 252457"/>
                <a:gd name="connsiteY324" fmla="*/ 39344 h 327867"/>
                <a:gd name="connsiteX325" fmla="*/ 157376 w 252457"/>
                <a:gd name="connsiteY325" fmla="*/ 37705 h 327867"/>
                <a:gd name="connsiteX326" fmla="*/ 152458 w 252457"/>
                <a:gd name="connsiteY326" fmla="*/ 36066 h 327867"/>
                <a:gd name="connsiteX327" fmla="*/ 149179 w 252457"/>
                <a:gd name="connsiteY327" fmla="*/ 34426 h 327867"/>
                <a:gd name="connsiteX328" fmla="*/ 145900 w 252457"/>
                <a:gd name="connsiteY328" fmla="*/ 32787 h 327867"/>
                <a:gd name="connsiteX329" fmla="*/ 142622 w 252457"/>
                <a:gd name="connsiteY329" fmla="*/ 31148 h 327867"/>
                <a:gd name="connsiteX330" fmla="*/ 137704 w 252457"/>
                <a:gd name="connsiteY330" fmla="*/ 31148 h 327867"/>
                <a:gd name="connsiteX331" fmla="*/ 134425 w 252457"/>
                <a:gd name="connsiteY331" fmla="*/ 31148 h 327867"/>
                <a:gd name="connsiteX332" fmla="*/ 131147 w 252457"/>
                <a:gd name="connsiteY332" fmla="*/ 29508 h 327867"/>
                <a:gd name="connsiteX333" fmla="*/ 127868 w 252457"/>
                <a:gd name="connsiteY333" fmla="*/ 31148 h 327867"/>
                <a:gd name="connsiteX334" fmla="*/ 122950 w 252457"/>
                <a:gd name="connsiteY334" fmla="*/ 27869 h 327867"/>
                <a:gd name="connsiteX335" fmla="*/ 119671 w 252457"/>
                <a:gd name="connsiteY335" fmla="*/ 29508 h 327867"/>
                <a:gd name="connsiteX336" fmla="*/ 116393 w 252457"/>
                <a:gd name="connsiteY336" fmla="*/ 29508 h 327867"/>
                <a:gd name="connsiteX337" fmla="*/ 111475 w 252457"/>
                <a:gd name="connsiteY337" fmla="*/ 29508 h 327867"/>
                <a:gd name="connsiteX338" fmla="*/ 108196 w 252457"/>
                <a:gd name="connsiteY338" fmla="*/ 27869 h 327867"/>
                <a:gd name="connsiteX339" fmla="*/ 104917 w 252457"/>
                <a:gd name="connsiteY339" fmla="*/ 24590 h 327867"/>
                <a:gd name="connsiteX340" fmla="*/ 103278 w 252457"/>
                <a:gd name="connsiteY340" fmla="*/ 21312 h 327867"/>
                <a:gd name="connsiteX341" fmla="*/ 99999 w 252457"/>
                <a:gd name="connsiteY341" fmla="*/ 21312 h 327867"/>
                <a:gd name="connsiteX342" fmla="*/ 96720 w 252457"/>
                <a:gd name="connsiteY342" fmla="*/ 21312 h 327867"/>
                <a:gd name="connsiteX343" fmla="*/ 91802 w 252457"/>
                <a:gd name="connsiteY343" fmla="*/ 18033 h 327867"/>
                <a:gd name="connsiteX344" fmla="*/ 88524 w 252457"/>
                <a:gd name="connsiteY344" fmla="*/ 18033 h 327867"/>
                <a:gd name="connsiteX345" fmla="*/ 85245 w 252457"/>
                <a:gd name="connsiteY345" fmla="*/ 18033 h 327867"/>
                <a:gd name="connsiteX346" fmla="*/ 81967 w 252457"/>
                <a:gd name="connsiteY346" fmla="*/ 19672 h 327867"/>
                <a:gd name="connsiteX347" fmla="*/ 81967 w 252457"/>
                <a:gd name="connsiteY347" fmla="*/ 22951 h 327867"/>
                <a:gd name="connsiteX348" fmla="*/ 80327 w 252457"/>
                <a:gd name="connsiteY348" fmla="*/ 27869 h 327867"/>
                <a:gd name="connsiteX349" fmla="*/ 78688 w 252457"/>
                <a:gd name="connsiteY349" fmla="*/ 31148 h 327867"/>
                <a:gd name="connsiteX350" fmla="*/ 75409 w 252457"/>
                <a:gd name="connsiteY350" fmla="*/ 32787 h 327867"/>
                <a:gd name="connsiteX351" fmla="*/ 73770 w 252457"/>
                <a:gd name="connsiteY351" fmla="*/ 37705 h 327867"/>
                <a:gd name="connsiteX352" fmla="*/ 70491 w 252457"/>
                <a:gd name="connsiteY352" fmla="*/ 40983 h 327867"/>
                <a:gd name="connsiteX353" fmla="*/ 67212 w 252457"/>
                <a:gd name="connsiteY353" fmla="*/ 40983 h 327867"/>
                <a:gd name="connsiteX354" fmla="*/ 62295 w 252457"/>
                <a:gd name="connsiteY354" fmla="*/ 37705 h 327867"/>
                <a:gd name="connsiteX355" fmla="*/ 59016 w 252457"/>
                <a:gd name="connsiteY355" fmla="*/ 32787 h 327867"/>
                <a:gd name="connsiteX356" fmla="*/ 59016 w 252457"/>
                <a:gd name="connsiteY356" fmla="*/ 37705 h 327867"/>
                <a:gd name="connsiteX357" fmla="*/ 59016 w 252457"/>
                <a:gd name="connsiteY357" fmla="*/ 40983 h 327867"/>
                <a:gd name="connsiteX358" fmla="*/ 54098 w 252457"/>
                <a:gd name="connsiteY358" fmla="*/ 42623 h 327867"/>
                <a:gd name="connsiteX359" fmla="*/ 50819 w 252457"/>
                <a:gd name="connsiteY359" fmla="*/ 45902 h 327867"/>
                <a:gd name="connsiteX360" fmla="*/ 50819 w 252457"/>
                <a:gd name="connsiteY360" fmla="*/ 50820 h 327867"/>
                <a:gd name="connsiteX361" fmla="*/ 49180 w 252457"/>
                <a:gd name="connsiteY361" fmla="*/ 54098 h 327867"/>
                <a:gd name="connsiteX362" fmla="*/ 49180 w 252457"/>
                <a:gd name="connsiteY362" fmla="*/ 54098 h 327867"/>
                <a:gd name="connsiteX363" fmla="*/ 45901 w 252457"/>
                <a:gd name="connsiteY363" fmla="*/ 57377 h 327867"/>
                <a:gd name="connsiteX364" fmla="*/ 44261 w 252457"/>
                <a:gd name="connsiteY364" fmla="*/ 60656 h 327867"/>
                <a:gd name="connsiteX365" fmla="*/ 44261 w 252457"/>
                <a:gd name="connsiteY365" fmla="*/ 65573 h 327867"/>
                <a:gd name="connsiteX366" fmla="*/ 42622 w 252457"/>
                <a:gd name="connsiteY366" fmla="*/ 68852 h 327867"/>
                <a:gd name="connsiteX367" fmla="*/ 45901 w 252457"/>
                <a:gd name="connsiteY367" fmla="*/ 72131 h 327867"/>
                <a:gd name="connsiteX368" fmla="*/ 44261 w 252457"/>
                <a:gd name="connsiteY368" fmla="*/ 75410 h 327867"/>
                <a:gd name="connsiteX369" fmla="*/ 40983 w 252457"/>
                <a:gd name="connsiteY369" fmla="*/ 80328 h 327867"/>
                <a:gd name="connsiteX370" fmla="*/ 39343 w 252457"/>
                <a:gd name="connsiteY370" fmla="*/ 75410 h 327867"/>
                <a:gd name="connsiteX371" fmla="*/ 37705 w 252457"/>
                <a:gd name="connsiteY371" fmla="*/ 75410 h 327867"/>
                <a:gd name="connsiteX372" fmla="*/ 36065 w 252457"/>
                <a:gd name="connsiteY372" fmla="*/ 75410 h 327867"/>
                <a:gd name="connsiteX373" fmla="*/ 36065 w 252457"/>
                <a:gd name="connsiteY373" fmla="*/ 75410 h 327867"/>
                <a:gd name="connsiteX374" fmla="*/ 36065 w 252457"/>
                <a:gd name="connsiteY374" fmla="*/ 78688 h 327867"/>
                <a:gd name="connsiteX375" fmla="*/ 39343 w 252457"/>
                <a:gd name="connsiteY375" fmla="*/ 81967 h 327867"/>
                <a:gd name="connsiteX376" fmla="*/ 42622 w 252457"/>
                <a:gd name="connsiteY376" fmla="*/ 85246 h 327867"/>
                <a:gd name="connsiteX377" fmla="*/ 40983 w 252457"/>
                <a:gd name="connsiteY377" fmla="*/ 88525 h 327867"/>
                <a:gd name="connsiteX378" fmla="*/ 40983 w 252457"/>
                <a:gd name="connsiteY378" fmla="*/ 91803 h 327867"/>
                <a:gd name="connsiteX379" fmla="*/ 40983 w 252457"/>
                <a:gd name="connsiteY379" fmla="*/ 96721 h 327867"/>
                <a:gd name="connsiteX380" fmla="*/ 40983 w 252457"/>
                <a:gd name="connsiteY380" fmla="*/ 100000 h 327867"/>
                <a:gd name="connsiteX381" fmla="*/ 42622 w 252457"/>
                <a:gd name="connsiteY381" fmla="*/ 103279 h 327867"/>
                <a:gd name="connsiteX382" fmla="*/ 44261 w 252457"/>
                <a:gd name="connsiteY382" fmla="*/ 106557 h 327867"/>
                <a:gd name="connsiteX383" fmla="*/ 44261 w 252457"/>
                <a:gd name="connsiteY383" fmla="*/ 111475 h 327867"/>
                <a:gd name="connsiteX384" fmla="*/ 44261 w 252457"/>
                <a:gd name="connsiteY384" fmla="*/ 114754 h 327867"/>
                <a:gd name="connsiteX385" fmla="*/ 42622 w 252457"/>
                <a:gd name="connsiteY385" fmla="*/ 113115 h 327867"/>
                <a:gd name="connsiteX386" fmla="*/ 40983 w 252457"/>
                <a:gd name="connsiteY386" fmla="*/ 109836 h 327867"/>
                <a:gd name="connsiteX387" fmla="*/ 39343 w 252457"/>
                <a:gd name="connsiteY387" fmla="*/ 106557 h 327867"/>
                <a:gd name="connsiteX388" fmla="*/ 37705 w 252457"/>
                <a:gd name="connsiteY388" fmla="*/ 109836 h 327867"/>
                <a:gd name="connsiteX389" fmla="*/ 32787 w 252457"/>
                <a:gd name="connsiteY389" fmla="*/ 113115 h 327867"/>
                <a:gd name="connsiteX390" fmla="*/ 32787 w 252457"/>
                <a:gd name="connsiteY390" fmla="*/ 113115 h 327867"/>
                <a:gd name="connsiteX391" fmla="*/ 31147 w 252457"/>
                <a:gd name="connsiteY391" fmla="*/ 118032 h 327867"/>
                <a:gd name="connsiteX392" fmla="*/ 29508 w 252457"/>
                <a:gd name="connsiteY392" fmla="*/ 121311 h 327867"/>
                <a:gd name="connsiteX393" fmla="*/ 27868 w 252457"/>
                <a:gd name="connsiteY393" fmla="*/ 124590 h 327867"/>
                <a:gd name="connsiteX394" fmla="*/ 24590 w 252457"/>
                <a:gd name="connsiteY394" fmla="*/ 127869 h 327867"/>
                <a:gd name="connsiteX395" fmla="*/ 22950 w 252457"/>
                <a:gd name="connsiteY395" fmla="*/ 132786 h 327867"/>
                <a:gd name="connsiteX396" fmla="*/ 24590 w 252457"/>
                <a:gd name="connsiteY396" fmla="*/ 136065 h 327867"/>
                <a:gd name="connsiteX397" fmla="*/ 22950 w 252457"/>
                <a:gd name="connsiteY397" fmla="*/ 139344 h 327867"/>
                <a:gd name="connsiteX398" fmla="*/ 22950 w 252457"/>
                <a:gd name="connsiteY398" fmla="*/ 144262 h 327867"/>
                <a:gd name="connsiteX399" fmla="*/ 22950 w 252457"/>
                <a:gd name="connsiteY399" fmla="*/ 147540 h 327867"/>
                <a:gd name="connsiteX400" fmla="*/ 22950 w 252457"/>
                <a:gd name="connsiteY400" fmla="*/ 150819 h 327867"/>
                <a:gd name="connsiteX401" fmla="*/ 22950 w 252457"/>
                <a:gd name="connsiteY401" fmla="*/ 155737 h 327867"/>
                <a:gd name="connsiteX402" fmla="*/ 24590 w 252457"/>
                <a:gd name="connsiteY402" fmla="*/ 159016 h 327867"/>
                <a:gd name="connsiteX403" fmla="*/ 22950 w 252457"/>
                <a:gd name="connsiteY403" fmla="*/ 162295 h 327867"/>
                <a:gd name="connsiteX404" fmla="*/ 18032 w 252457"/>
                <a:gd name="connsiteY404" fmla="*/ 165573 h 327867"/>
                <a:gd name="connsiteX405" fmla="*/ 18032 w 252457"/>
                <a:gd name="connsiteY405" fmla="*/ 170491 h 327867"/>
                <a:gd name="connsiteX406" fmla="*/ 16393 w 252457"/>
                <a:gd name="connsiteY406" fmla="*/ 173770 h 327867"/>
                <a:gd name="connsiteX407" fmla="*/ 14753 w 252457"/>
                <a:gd name="connsiteY407" fmla="*/ 177049 h 327867"/>
                <a:gd name="connsiteX408" fmla="*/ 14753 w 252457"/>
                <a:gd name="connsiteY408" fmla="*/ 180327 h 327867"/>
                <a:gd name="connsiteX409" fmla="*/ 14753 w 252457"/>
                <a:gd name="connsiteY409" fmla="*/ 185245 h 327867"/>
                <a:gd name="connsiteX410" fmla="*/ 11475 w 252457"/>
                <a:gd name="connsiteY410" fmla="*/ 186885 h 327867"/>
                <a:gd name="connsiteX411" fmla="*/ 8197 w 252457"/>
                <a:gd name="connsiteY411" fmla="*/ 191803 h 327867"/>
                <a:gd name="connsiteX412" fmla="*/ 4918 w 252457"/>
                <a:gd name="connsiteY412" fmla="*/ 193442 h 327867"/>
                <a:gd name="connsiteX413" fmla="*/ 1639 w 252457"/>
                <a:gd name="connsiteY413" fmla="*/ 195081 h 327867"/>
                <a:gd name="connsiteX414" fmla="*/ 0 w 252457"/>
                <a:gd name="connsiteY414" fmla="*/ 198360 h 327867"/>
                <a:gd name="connsiteX415" fmla="*/ 1639 w 252457"/>
                <a:gd name="connsiteY415" fmla="*/ 201639 h 327867"/>
                <a:gd name="connsiteX416" fmla="*/ 4918 w 252457"/>
                <a:gd name="connsiteY416" fmla="*/ 203278 h 327867"/>
                <a:gd name="connsiteX417" fmla="*/ 3278 w 252457"/>
                <a:gd name="connsiteY417" fmla="*/ 208196 h 327867"/>
                <a:gd name="connsiteX418" fmla="*/ 1639 w 252457"/>
                <a:gd name="connsiteY418" fmla="*/ 211475 h 327867"/>
                <a:gd name="connsiteX419" fmla="*/ 1639 w 252457"/>
                <a:gd name="connsiteY419" fmla="*/ 214753 h 327867"/>
                <a:gd name="connsiteX420" fmla="*/ 1639 w 252457"/>
                <a:gd name="connsiteY420" fmla="*/ 219672 h 327867"/>
                <a:gd name="connsiteX421" fmla="*/ 3278 w 252457"/>
                <a:gd name="connsiteY421" fmla="*/ 222950 h 327867"/>
                <a:gd name="connsiteX422" fmla="*/ 3278 w 252457"/>
                <a:gd name="connsiteY422" fmla="*/ 226229 h 327867"/>
                <a:gd name="connsiteX423" fmla="*/ 4918 w 252457"/>
                <a:gd name="connsiteY423" fmla="*/ 229507 h 327867"/>
                <a:gd name="connsiteX424" fmla="*/ 6557 w 252457"/>
                <a:gd name="connsiteY424" fmla="*/ 234425 h 327867"/>
                <a:gd name="connsiteX425" fmla="*/ 9836 w 252457"/>
                <a:gd name="connsiteY425" fmla="*/ 231147 h 327867"/>
                <a:gd name="connsiteX426" fmla="*/ 13114 w 252457"/>
                <a:gd name="connsiteY426" fmla="*/ 231147 h 327867"/>
                <a:gd name="connsiteX427" fmla="*/ 16393 w 252457"/>
                <a:gd name="connsiteY427" fmla="*/ 229507 h 327867"/>
                <a:gd name="connsiteX428" fmla="*/ 21311 w 252457"/>
                <a:gd name="connsiteY428" fmla="*/ 227868 h 327867"/>
                <a:gd name="connsiteX429" fmla="*/ 24590 w 252457"/>
                <a:gd name="connsiteY429" fmla="*/ 229507 h 327867"/>
                <a:gd name="connsiteX430" fmla="*/ 27868 w 252457"/>
                <a:gd name="connsiteY430" fmla="*/ 231147 h 327867"/>
                <a:gd name="connsiteX431" fmla="*/ 27868 w 252457"/>
                <a:gd name="connsiteY431" fmla="*/ 236065 h 327867"/>
                <a:gd name="connsiteX432" fmla="*/ 26229 w 252457"/>
                <a:gd name="connsiteY432" fmla="*/ 239343 h 327867"/>
                <a:gd name="connsiteX433" fmla="*/ 26229 w 252457"/>
                <a:gd name="connsiteY433" fmla="*/ 240983 h 327867"/>
                <a:gd name="connsiteX434" fmla="*/ 27868 w 252457"/>
                <a:gd name="connsiteY434" fmla="*/ 244262 h 327867"/>
                <a:gd name="connsiteX435" fmla="*/ 29508 w 252457"/>
                <a:gd name="connsiteY435" fmla="*/ 249179 h 327867"/>
                <a:gd name="connsiteX436" fmla="*/ 32787 w 252457"/>
                <a:gd name="connsiteY436" fmla="*/ 252458 h 327867"/>
                <a:gd name="connsiteX437" fmla="*/ 31147 w 252457"/>
                <a:gd name="connsiteY437" fmla="*/ 255737 h 327867"/>
                <a:gd name="connsiteX438" fmla="*/ 31147 w 252457"/>
                <a:gd name="connsiteY438" fmla="*/ 260655 h 327867"/>
                <a:gd name="connsiteX439" fmla="*/ 31147 w 252457"/>
                <a:gd name="connsiteY439" fmla="*/ 263933 h 327867"/>
                <a:gd name="connsiteX440" fmla="*/ 31147 w 252457"/>
                <a:gd name="connsiteY440" fmla="*/ 267212 h 327867"/>
                <a:gd name="connsiteX441" fmla="*/ 31147 w 252457"/>
                <a:gd name="connsiteY441" fmla="*/ 272130 h 327867"/>
                <a:gd name="connsiteX442" fmla="*/ 29508 w 252457"/>
                <a:gd name="connsiteY442" fmla="*/ 275409 h 327867"/>
                <a:gd name="connsiteX443" fmla="*/ 29508 w 252457"/>
                <a:gd name="connsiteY443" fmla="*/ 278687 h 327867"/>
                <a:gd name="connsiteX444" fmla="*/ 27868 w 252457"/>
                <a:gd name="connsiteY444" fmla="*/ 281966 h 327867"/>
                <a:gd name="connsiteX445" fmla="*/ 24590 w 252457"/>
                <a:gd name="connsiteY445" fmla="*/ 286884 h 327867"/>
                <a:gd name="connsiteX446" fmla="*/ 26229 w 252457"/>
                <a:gd name="connsiteY446" fmla="*/ 290163 h 327867"/>
                <a:gd name="connsiteX447" fmla="*/ 26229 w 252457"/>
                <a:gd name="connsiteY447" fmla="*/ 293442 h 327867"/>
                <a:gd name="connsiteX448" fmla="*/ 24590 w 252457"/>
                <a:gd name="connsiteY448" fmla="*/ 296720 h 327867"/>
                <a:gd name="connsiteX449" fmla="*/ 22950 w 252457"/>
                <a:gd name="connsiteY449" fmla="*/ 299999 h 327867"/>
                <a:gd name="connsiteX450" fmla="*/ 19671 w 252457"/>
                <a:gd name="connsiteY450" fmla="*/ 304917 h 327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</a:cxnLst>
              <a:rect l="l" t="t" r="r" b="b"/>
              <a:pathLst>
                <a:path w="252457" h="327867">
                  <a:moveTo>
                    <a:pt x="19671" y="304917"/>
                  </a:moveTo>
                  <a:lnTo>
                    <a:pt x="19671" y="308196"/>
                  </a:lnTo>
                  <a:lnTo>
                    <a:pt x="18032" y="311474"/>
                  </a:lnTo>
                  <a:lnTo>
                    <a:pt x="18032" y="314753"/>
                  </a:lnTo>
                  <a:lnTo>
                    <a:pt x="21311" y="318032"/>
                  </a:lnTo>
                  <a:lnTo>
                    <a:pt x="21311" y="322950"/>
                  </a:lnTo>
                  <a:lnTo>
                    <a:pt x="24590" y="321310"/>
                  </a:lnTo>
                  <a:lnTo>
                    <a:pt x="26229" y="324589"/>
                  </a:lnTo>
                  <a:lnTo>
                    <a:pt x="29508" y="326228"/>
                  </a:lnTo>
                  <a:lnTo>
                    <a:pt x="32787" y="327867"/>
                  </a:lnTo>
                  <a:lnTo>
                    <a:pt x="36065" y="326228"/>
                  </a:lnTo>
                  <a:lnTo>
                    <a:pt x="39343" y="322950"/>
                  </a:lnTo>
                  <a:lnTo>
                    <a:pt x="42622" y="322950"/>
                  </a:lnTo>
                  <a:lnTo>
                    <a:pt x="44261" y="322950"/>
                  </a:lnTo>
                  <a:lnTo>
                    <a:pt x="49180" y="322950"/>
                  </a:lnTo>
                  <a:lnTo>
                    <a:pt x="52458" y="321310"/>
                  </a:lnTo>
                  <a:lnTo>
                    <a:pt x="55737" y="319671"/>
                  </a:lnTo>
                  <a:lnTo>
                    <a:pt x="59016" y="321310"/>
                  </a:lnTo>
                  <a:lnTo>
                    <a:pt x="59016" y="318032"/>
                  </a:lnTo>
                  <a:lnTo>
                    <a:pt x="59016" y="314753"/>
                  </a:lnTo>
                  <a:lnTo>
                    <a:pt x="55737" y="309835"/>
                  </a:lnTo>
                  <a:lnTo>
                    <a:pt x="55737" y="306556"/>
                  </a:lnTo>
                  <a:lnTo>
                    <a:pt x="54098" y="303277"/>
                  </a:lnTo>
                  <a:lnTo>
                    <a:pt x="55737" y="298359"/>
                  </a:lnTo>
                  <a:lnTo>
                    <a:pt x="55737" y="295081"/>
                  </a:lnTo>
                  <a:lnTo>
                    <a:pt x="55737" y="290163"/>
                  </a:lnTo>
                  <a:lnTo>
                    <a:pt x="59016" y="286884"/>
                  </a:lnTo>
                  <a:lnTo>
                    <a:pt x="60655" y="283606"/>
                  </a:lnTo>
                  <a:lnTo>
                    <a:pt x="60655" y="278687"/>
                  </a:lnTo>
                  <a:lnTo>
                    <a:pt x="60655" y="275409"/>
                  </a:lnTo>
                  <a:lnTo>
                    <a:pt x="59016" y="272130"/>
                  </a:lnTo>
                  <a:lnTo>
                    <a:pt x="60655" y="268852"/>
                  </a:lnTo>
                  <a:lnTo>
                    <a:pt x="60655" y="265573"/>
                  </a:lnTo>
                  <a:lnTo>
                    <a:pt x="60655" y="262294"/>
                  </a:lnTo>
                  <a:lnTo>
                    <a:pt x="59016" y="257376"/>
                  </a:lnTo>
                  <a:lnTo>
                    <a:pt x="60655" y="254097"/>
                  </a:lnTo>
                  <a:lnTo>
                    <a:pt x="59016" y="250819"/>
                  </a:lnTo>
                  <a:lnTo>
                    <a:pt x="60655" y="245901"/>
                  </a:lnTo>
                  <a:lnTo>
                    <a:pt x="62295" y="242622"/>
                  </a:lnTo>
                  <a:lnTo>
                    <a:pt x="63934" y="239343"/>
                  </a:lnTo>
                  <a:lnTo>
                    <a:pt x="63934" y="234425"/>
                  </a:lnTo>
                  <a:lnTo>
                    <a:pt x="62295" y="231147"/>
                  </a:lnTo>
                  <a:lnTo>
                    <a:pt x="62295" y="227868"/>
                  </a:lnTo>
                  <a:lnTo>
                    <a:pt x="62295" y="222950"/>
                  </a:lnTo>
                  <a:lnTo>
                    <a:pt x="62295" y="219672"/>
                  </a:lnTo>
                  <a:lnTo>
                    <a:pt x="59016" y="216393"/>
                  </a:lnTo>
                  <a:lnTo>
                    <a:pt x="59016" y="213114"/>
                  </a:lnTo>
                  <a:lnTo>
                    <a:pt x="57377" y="208196"/>
                  </a:lnTo>
                  <a:lnTo>
                    <a:pt x="59016" y="204917"/>
                  </a:lnTo>
                  <a:lnTo>
                    <a:pt x="62295" y="201639"/>
                  </a:lnTo>
                  <a:lnTo>
                    <a:pt x="65573" y="199999"/>
                  </a:lnTo>
                  <a:lnTo>
                    <a:pt x="68851" y="196720"/>
                  </a:lnTo>
                  <a:lnTo>
                    <a:pt x="73770" y="195081"/>
                  </a:lnTo>
                  <a:lnTo>
                    <a:pt x="75409" y="193442"/>
                  </a:lnTo>
                  <a:lnTo>
                    <a:pt x="78688" y="191803"/>
                  </a:lnTo>
                  <a:lnTo>
                    <a:pt x="81967" y="193442"/>
                  </a:lnTo>
                  <a:lnTo>
                    <a:pt x="86885" y="193442"/>
                  </a:lnTo>
                  <a:lnTo>
                    <a:pt x="90164" y="196720"/>
                  </a:lnTo>
                  <a:lnTo>
                    <a:pt x="88524" y="201639"/>
                  </a:lnTo>
                  <a:lnTo>
                    <a:pt x="90164" y="204917"/>
                  </a:lnTo>
                  <a:lnTo>
                    <a:pt x="90164" y="206557"/>
                  </a:lnTo>
                  <a:lnTo>
                    <a:pt x="88524" y="209835"/>
                  </a:lnTo>
                  <a:lnTo>
                    <a:pt x="88524" y="214753"/>
                  </a:lnTo>
                  <a:lnTo>
                    <a:pt x="88524" y="218032"/>
                  </a:lnTo>
                  <a:lnTo>
                    <a:pt x="85245" y="221310"/>
                  </a:lnTo>
                  <a:lnTo>
                    <a:pt x="81967" y="224589"/>
                  </a:lnTo>
                  <a:lnTo>
                    <a:pt x="80327" y="227868"/>
                  </a:lnTo>
                  <a:lnTo>
                    <a:pt x="81967" y="232786"/>
                  </a:lnTo>
                  <a:lnTo>
                    <a:pt x="85245" y="236065"/>
                  </a:lnTo>
                  <a:lnTo>
                    <a:pt x="88524" y="239343"/>
                  </a:lnTo>
                  <a:lnTo>
                    <a:pt x="91802" y="244262"/>
                  </a:lnTo>
                  <a:lnTo>
                    <a:pt x="95081" y="244262"/>
                  </a:lnTo>
                  <a:lnTo>
                    <a:pt x="96720" y="247540"/>
                  </a:lnTo>
                  <a:lnTo>
                    <a:pt x="99999" y="252458"/>
                  </a:lnTo>
                  <a:lnTo>
                    <a:pt x="104917" y="254097"/>
                  </a:lnTo>
                  <a:lnTo>
                    <a:pt x="108196" y="254097"/>
                  </a:lnTo>
                  <a:lnTo>
                    <a:pt x="108196" y="255737"/>
                  </a:lnTo>
                  <a:lnTo>
                    <a:pt x="108196" y="260655"/>
                  </a:lnTo>
                  <a:lnTo>
                    <a:pt x="104917" y="263933"/>
                  </a:lnTo>
                  <a:lnTo>
                    <a:pt x="104917" y="267212"/>
                  </a:lnTo>
                  <a:lnTo>
                    <a:pt x="104917" y="272130"/>
                  </a:lnTo>
                  <a:lnTo>
                    <a:pt x="103278" y="275409"/>
                  </a:lnTo>
                  <a:lnTo>
                    <a:pt x="101638" y="278687"/>
                  </a:lnTo>
                  <a:lnTo>
                    <a:pt x="103278" y="283606"/>
                  </a:lnTo>
                  <a:lnTo>
                    <a:pt x="106557" y="286884"/>
                  </a:lnTo>
                  <a:lnTo>
                    <a:pt x="111475" y="290163"/>
                  </a:lnTo>
                  <a:lnTo>
                    <a:pt x="114754" y="288523"/>
                  </a:lnTo>
                  <a:lnTo>
                    <a:pt x="118031" y="290163"/>
                  </a:lnTo>
                  <a:lnTo>
                    <a:pt x="121310" y="290163"/>
                  </a:lnTo>
                  <a:lnTo>
                    <a:pt x="126228" y="286884"/>
                  </a:lnTo>
                  <a:lnTo>
                    <a:pt x="122950" y="283606"/>
                  </a:lnTo>
                  <a:lnTo>
                    <a:pt x="124589" y="280327"/>
                  </a:lnTo>
                  <a:lnTo>
                    <a:pt x="126228" y="277048"/>
                  </a:lnTo>
                  <a:lnTo>
                    <a:pt x="129507" y="273769"/>
                  </a:lnTo>
                  <a:lnTo>
                    <a:pt x="132786" y="273769"/>
                  </a:lnTo>
                  <a:lnTo>
                    <a:pt x="137704" y="272130"/>
                  </a:lnTo>
                  <a:lnTo>
                    <a:pt x="140983" y="272130"/>
                  </a:lnTo>
                  <a:lnTo>
                    <a:pt x="144261" y="270491"/>
                  </a:lnTo>
                  <a:lnTo>
                    <a:pt x="149179" y="273769"/>
                  </a:lnTo>
                  <a:lnTo>
                    <a:pt x="152458" y="272130"/>
                  </a:lnTo>
                  <a:lnTo>
                    <a:pt x="150818" y="270491"/>
                  </a:lnTo>
                  <a:lnTo>
                    <a:pt x="149179" y="267212"/>
                  </a:lnTo>
                  <a:lnTo>
                    <a:pt x="154097" y="270491"/>
                  </a:lnTo>
                  <a:lnTo>
                    <a:pt x="157376" y="268852"/>
                  </a:lnTo>
                  <a:lnTo>
                    <a:pt x="157376" y="265573"/>
                  </a:lnTo>
                  <a:lnTo>
                    <a:pt x="157376" y="260655"/>
                  </a:lnTo>
                  <a:lnTo>
                    <a:pt x="157376" y="257376"/>
                  </a:lnTo>
                  <a:lnTo>
                    <a:pt x="152458" y="254097"/>
                  </a:lnTo>
                  <a:lnTo>
                    <a:pt x="152458" y="259016"/>
                  </a:lnTo>
                  <a:lnTo>
                    <a:pt x="149179" y="257376"/>
                  </a:lnTo>
                  <a:lnTo>
                    <a:pt x="149179" y="252458"/>
                  </a:lnTo>
                  <a:lnTo>
                    <a:pt x="144261" y="250819"/>
                  </a:lnTo>
                  <a:lnTo>
                    <a:pt x="147540" y="247540"/>
                  </a:lnTo>
                  <a:lnTo>
                    <a:pt x="142622" y="245901"/>
                  </a:lnTo>
                  <a:lnTo>
                    <a:pt x="142622" y="244262"/>
                  </a:lnTo>
                  <a:lnTo>
                    <a:pt x="139344" y="240983"/>
                  </a:lnTo>
                  <a:lnTo>
                    <a:pt x="136065" y="239343"/>
                  </a:lnTo>
                  <a:lnTo>
                    <a:pt x="132786" y="236065"/>
                  </a:lnTo>
                  <a:lnTo>
                    <a:pt x="134425" y="231147"/>
                  </a:lnTo>
                  <a:lnTo>
                    <a:pt x="136065" y="229507"/>
                  </a:lnTo>
                  <a:lnTo>
                    <a:pt x="136065" y="229507"/>
                  </a:lnTo>
                  <a:lnTo>
                    <a:pt x="134425" y="226229"/>
                  </a:lnTo>
                  <a:lnTo>
                    <a:pt x="137704" y="226229"/>
                  </a:lnTo>
                  <a:lnTo>
                    <a:pt x="139344" y="226229"/>
                  </a:lnTo>
                  <a:lnTo>
                    <a:pt x="136065" y="222950"/>
                  </a:lnTo>
                  <a:lnTo>
                    <a:pt x="137704" y="219672"/>
                  </a:lnTo>
                  <a:lnTo>
                    <a:pt x="137704" y="219672"/>
                  </a:lnTo>
                  <a:lnTo>
                    <a:pt x="140983" y="218032"/>
                  </a:lnTo>
                  <a:lnTo>
                    <a:pt x="139344" y="214753"/>
                  </a:lnTo>
                  <a:lnTo>
                    <a:pt x="136065" y="211475"/>
                  </a:lnTo>
                  <a:lnTo>
                    <a:pt x="136065" y="206557"/>
                  </a:lnTo>
                  <a:lnTo>
                    <a:pt x="134425" y="203278"/>
                  </a:lnTo>
                  <a:lnTo>
                    <a:pt x="131147" y="199999"/>
                  </a:lnTo>
                  <a:lnTo>
                    <a:pt x="127868" y="196720"/>
                  </a:lnTo>
                  <a:lnTo>
                    <a:pt x="126228" y="193442"/>
                  </a:lnTo>
                  <a:lnTo>
                    <a:pt x="126228" y="190163"/>
                  </a:lnTo>
                  <a:lnTo>
                    <a:pt x="122950" y="186885"/>
                  </a:lnTo>
                  <a:lnTo>
                    <a:pt x="121310" y="181966"/>
                  </a:lnTo>
                  <a:lnTo>
                    <a:pt x="119671" y="178688"/>
                  </a:lnTo>
                  <a:lnTo>
                    <a:pt x="116393" y="175409"/>
                  </a:lnTo>
                  <a:lnTo>
                    <a:pt x="113114" y="172130"/>
                  </a:lnTo>
                  <a:lnTo>
                    <a:pt x="109835" y="170491"/>
                  </a:lnTo>
                  <a:lnTo>
                    <a:pt x="108196" y="167213"/>
                  </a:lnTo>
                  <a:lnTo>
                    <a:pt x="104917" y="163934"/>
                  </a:lnTo>
                  <a:lnTo>
                    <a:pt x="101638" y="163934"/>
                  </a:lnTo>
                  <a:lnTo>
                    <a:pt x="101638" y="162295"/>
                  </a:lnTo>
                  <a:lnTo>
                    <a:pt x="101638" y="159016"/>
                  </a:lnTo>
                  <a:lnTo>
                    <a:pt x="101638" y="154098"/>
                  </a:lnTo>
                  <a:lnTo>
                    <a:pt x="104917" y="157376"/>
                  </a:lnTo>
                  <a:lnTo>
                    <a:pt x="108196" y="162295"/>
                  </a:lnTo>
                  <a:lnTo>
                    <a:pt x="113114" y="160655"/>
                  </a:lnTo>
                  <a:lnTo>
                    <a:pt x="116393" y="159016"/>
                  </a:lnTo>
                  <a:lnTo>
                    <a:pt x="118031" y="155737"/>
                  </a:lnTo>
                  <a:lnTo>
                    <a:pt x="119671" y="150819"/>
                  </a:lnTo>
                  <a:lnTo>
                    <a:pt x="124589" y="149180"/>
                  </a:lnTo>
                  <a:lnTo>
                    <a:pt x="127868" y="147540"/>
                  </a:lnTo>
                  <a:lnTo>
                    <a:pt x="131147" y="147540"/>
                  </a:lnTo>
                  <a:lnTo>
                    <a:pt x="134425" y="145901"/>
                  </a:lnTo>
                  <a:lnTo>
                    <a:pt x="139344" y="142622"/>
                  </a:lnTo>
                  <a:lnTo>
                    <a:pt x="142622" y="140983"/>
                  </a:lnTo>
                  <a:lnTo>
                    <a:pt x="145900" y="136065"/>
                  </a:lnTo>
                  <a:lnTo>
                    <a:pt x="149179" y="132786"/>
                  </a:lnTo>
                  <a:lnTo>
                    <a:pt x="152458" y="129508"/>
                  </a:lnTo>
                  <a:lnTo>
                    <a:pt x="152458" y="127869"/>
                  </a:lnTo>
                  <a:lnTo>
                    <a:pt x="155737" y="124590"/>
                  </a:lnTo>
                  <a:lnTo>
                    <a:pt x="157376" y="119672"/>
                  </a:lnTo>
                  <a:lnTo>
                    <a:pt x="160655" y="116393"/>
                  </a:lnTo>
                  <a:lnTo>
                    <a:pt x="163934" y="116393"/>
                  </a:lnTo>
                  <a:lnTo>
                    <a:pt x="167212" y="114754"/>
                  </a:lnTo>
                  <a:lnTo>
                    <a:pt x="172130" y="114754"/>
                  </a:lnTo>
                  <a:lnTo>
                    <a:pt x="172130" y="119672"/>
                  </a:lnTo>
                  <a:lnTo>
                    <a:pt x="177048" y="122950"/>
                  </a:lnTo>
                  <a:lnTo>
                    <a:pt x="180327" y="119672"/>
                  </a:lnTo>
                  <a:lnTo>
                    <a:pt x="180327" y="116393"/>
                  </a:lnTo>
                  <a:lnTo>
                    <a:pt x="183605" y="113115"/>
                  </a:lnTo>
                  <a:lnTo>
                    <a:pt x="181966" y="108196"/>
                  </a:lnTo>
                  <a:lnTo>
                    <a:pt x="181966" y="104918"/>
                  </a:lnTo>
                  <a:lnTo>
                    <a:pt x="177048" y="103279"/>
                  </a:lnTo>
                  <a:lnTo>
                    <a:pt x="173769" y="101639"/>
                  </a:lnTo>
                  <a:lnTo>
                    <a:pt x="170490" y="101639"/>
                  </a:lnTo>
                  <a:lnTo>
                    <a:pt x="167212" y="103279"/>
                  </a:lnTo>
                  <a:lnTo>
                    <a:pt x="162294" y="103279"/>
                  </a:lnTo>
                  <a:lnTo>
                    <a:pt x="159015" y="103279"/>
                  </a:lnTo>
                  <a:lnTo>
                    <a:pt x="155737" y="106557"/>
                  </a:lnTo>
                  <a:lnTo>
                    <a:pt x="159015" y="106557"/>
                  </a:lnTo>
                  <a:lnTo>
                    <a:pt x="162294" y="109836"/>
                  </a:lnTo>
                  <a:lnTo>
                    <a:pt x="159015" y="109836"/>
                  </a:lnTo>
                  <a:lnTo>
                    <a:pt x="155737" y="111475"/>
                  </a:lnTo>
                  <a:lnTo>
                    <a:pt x="152458" y="109836"/>
                  </a:lnTo>
                  <a:lnTo>
                    <a:pt x="147540" y="109836"/>
                  </a:lnTo>
                  <a:lnTo>
                    <a:pt x="144261" y="109836"/>
                  </a:lnTo>
                  <a:lnTo>
                    <a:pt x="140983" y="109836"/>
                  </a:lnTo>
                  <a:lnTo>
                    <a:pt x="137704" y="109836"/>
                  </a:lnTo>
                  <a:lnTo>
                    <a:pt x="132786" y="111475"/>
                  </a:lnTo>
                  <a:lnTo>
                    <a:pt x="132786" y="114754"/>
                  </a:lnTo>
                  <a:lnTo>
                    <a:pt x="129507" y="116393"/>
                  </a:lnTo>
                  <a:lnTo>
                    <a:pt x="124589" y="118032"/>
                  </a:lnTo>
                  <a:lnTo>
                    <a:pt x="121310" y="118032"/>
                  </a:lnTo>
                  <a:lnTo>
                    <a:pt x="118031" y="118032"/>
                  </a:lnTo>
                  <a:lnTo>
                    <a:pt x="114754" y="114754"/>
                  </a:lnTo>
                  <a:lnTo>
                    <a:pt x="113114" y="111475"/>
                  </a:lnTo>
                  <a:lnTo>
                    <a:pt x="109835" y="113115"/>
                  </a:lnTo>
                  <a:lnTo>
                    <a:pt x="106557" y="116393"/>
                  </a:lnTo>
                  <a:lnTo>
                    <a:pt x="103278" y="119672"/>
                  </a:lnTo>
                  <a:lnTo>
                    <a:pt x="103278" y="119672"/>
                  </a:lnTo>
                  <a:lnTo>
                    <a:pt x="99999" y="124590"/>
                  </a:lnTo>
                  <a:lnTo>
                    <a:pt x="98360" y="127869"/>
                  </a:lnTo>
                  <a:lnTo>
                    <a:pt x="95081" y="131147"/>
                  </a:lnTo>
                  <a:lnTo>
                    <a:pt x="95081" y="136065"/>
                  </a:lnTo>
                  <a:lnTo>
                    <a:pt x="90164" y="139344"/>
                  </a:lnTo>
                  <a:lnTo>
                    <a:pt x="90164" y="139344"/>
                  </a:lnTo>
                  <a:lnTo>
                    <a:pt x="85245" y="137705"/>
                  </a:lnTo>
                  <a:lnTo>
                    <a:pt x="81967" y="137705"/>
                  </a:lnTo>
                  <a:lnTo>
                    <a:pt x="78688" y="136065"/>
                  </a:lnTo>
                  <a:lnTo>
                    <a:pt x="78688" y="136065"/>
                  </a:lnTo>
                  <a:lnTo>
                    <a:pt x="73770" y="134426"/>
                  </a:lnTo>
                  <a:lnTo>
                    <a:pt x="72130" y="131147"/>
                  </a:lnTo>
                  <a:lnTo>
                    <a:pt x="72130" y="127869"/>
                  </a:lnTo>
                  <a:lnTo>
                    <a:pt x="70491" y="122950"/>
                  </a:lnTo>
                  <a:lnTo>
                    <a:pt x="68851" y="119672"/>
                  </a:lnTo>
                  <a:lnTo>
                    <a:pt x="65573" y="116393"/>
                  </a:lnTo>
                  <a:lnTo>
                    <a:pt x="60655" y="118032"/>
                  </a:lnTo>
                  <a:lnTo>
                    <a:pt x="59016" y="113115"/>
                  </a:lnTo>
                  <a:lnTo>
                    <a:pt x="55737" y="109836"/>
                  </a:lnTo>
                  <a:lnTo>
                    <a:pt x="54098" y="106557"/>
                  </a:lnTo>
                  <a:lnTo>
                    <a:pt x="52458" y="103279"/>
                  </a:lnTo>
                  <a:lnTo>
                    <a:pt x="52458" y="98360"/>
                  </a:lnTo>
                  <a:lnTo>
                    <a:pt x="52458" y="95082"/>
                  </a:lnTo>
                  <a:lnTo>
                    <a:pt x="50819" y="91803"/>
                  </a:lnTo>
                  <a:lnTo>
                    <a:pt x="49180" y="86885"/>
                  </a:lnTo>
                  <a:lnTo>
                    <a:pt x="49180" y="85246"/>
                  </a:lnTo>
                  <a:lnTo>
                    <a:pt x="50819" y="83606"/>
                  </a:lnTo>
                  <a:lnTo>
                    <a:pt x="50819" y="80328"/>
                  </a:lnTo>
                  <a:lnTo>
                    <a:pt x="52458" y="75410"/>
                  </a:lnTo>
                  <a:lnTo>
                    <a:pt x="54098" y="72131"/>
                  </a:lnTo>
                  <a:lnTo>
                    <a:pt x="54098" y="68852"/>
                  </a:lnTo>
                  <a:lnTo>
                    <a:pt x="57377" y="65573"/>
                  </a:lnTo>
                  <a:lnTo>
                    <a:pt x="59016" y="60656"/>
                  </a:lnTo>
                  <a:lnTo>
                    <a:pt x="62295" y="57377"/>
                  </a:lnTo>
                  <a:lnTo>
                    <a:pt x="65573" y="54098"/>
                  </a:lnTo>
                  <a:lnTo>
                    <a:pt x="70491" y="52459"/>
                  </a:lnTo>
                  <a:lnTo>
                    <a:pt x="73770" y="52459"/>
                  </a:lnTo>
                  <a:lnTo>
                    <a:pt x="77048" y="54098"/>
                  </a:lnTo>
                  <a:lnTo>
                    <a:pt x="81967" y="55738"/>
                  </a:lnTo>
                  <a:lnTo>
                    <a:pt x="85245" y="57377"/>
                  </a:lnTo>
                  <a:lnTo>
                    <a:pt x="88524" y="57377"/>
                  </a:lnTo>
                  <a:lnTo>
                    <a:pt x="91802" y="57377"/>
                  </a:lnTo>
                  <a:lnTo>
                    <a:pt x="96720" y="55738"/>
                  </a:lnTo>
                  <a:lnTo>
                    <a:pt x="99999" y="55738"/>
                  </a:lnTo>
                  <a:lnTo>
                    <a:pt x="101638" y="55738"/>
                  </a:lnTo>
                  <a:lnTo>
                    <a:pt x="104917" y="55738"/>
                  </a:lnTo>
                  <a:lnTo>
                    <a:pt x="108196" y="52459"/>
                  </a:lnTo>
                  <a:lnTo>
                    <a:pt x="113114" y="54098"/>
                  </a:lnTo>
                  <a:lnTo>
                    <a:pt x="116393" y="54098"/>
                  </a:lnTo>
                  <a:lnTo>
                    <a:pt x="119671" y="57377"/>
                  </a:lnTo>
                  <a:lnTo>
                    <a:pt x="122950" y="57377"/>
                  </a:lnTo>
                  <a:lnTo>
                    <a:pt x="126228" y="57377"/>
                  </a:lnTo>
                  <a:lnTo>
                    <a:pt x="131147" y="55738"/>
                  </a:lnTo>
                  <a:lnTo>
                    <a:pt x="134425" y="55738"/>
                  </a:lnTo>
                  <a:lnTo>
                    <a:pt x="137704" y="55738"/>
                  </a:lnTo>
                  <a:lnTo>
                    <a:pt x="140983" y="54098"/>
                  </a:lnTo>
                  <a:lnTo>
                    <a:pt x="145900" y="54098"/>
                  </a:lnTo>
                  <a:lnTo>
                    <a:pt x="149179" y="54098"/>
                  </a:lnTo>
                  <a:lnTo>
                    <a:pt x="152458" y="54098"/>
                  </a:lnTo>
                  <a:lnTo>
                    <a:pt x="155737" y="55738"/>
                  </a:lnTo>
                  <a:lnTo>
                    <a:pt x="160655" y="54098"/>
                  </a:lnTo>
                  <a:lnTo>
                    <a:pt x="163934" y="55738"/>
                  </a:lnTo>
                  <a:lnTo>
                    <a:pt x="167212" y="54098"/>
                  </a:lnTo>
                  <a:lnTo>
                    <a:pt x="170490" y="57377"/>
                  </a:lnTo>
                  <a:lnTo>
                    <a:pt x="173769" y="60656"/>
                  </a:lnTo>
                  <a:lnTo>
                    <a:pt x="177048" y="62295"/>
                  </a:lnTo>
                  <a:lnTo>
                    <a:pt x="181966" y="63935"/>
                  </a:lnTo>
                  <a:lnTo>
                    <a:pt x="185245" y="62295"/>
                  </a:lnTo>
                  <a:lnTo>
                    <a:pt x="188524" y="63935"/>
                  </a:lnTo>
                  <a:lnTo>
                    <a:pt x="191802" y="63935"/>
                  </a:lnTo>
                  <a:lnTo>
                    <a:pt x="196720" y="63935"/>
                  </a:lnTo>
                  <a:lnTo>
                    <a:pt x="199998" y="62295"/>
                  </a:lnTo>
                  <a:lnTo>
                    <a:pt x="203277" y="60656"/>
                  </a:lnTo>
                  <a:lnTo>
                    <a:pt x="206556" y="60656"/>
                  </a:lnTo>
                  <a:lnTo>
                    <a:pt x="211474" y="60656"/>
                  </a:lnTo>
                  <a:lnTo>
                    <a:pt x="214753" y="59016"/>
                  </a:lnTo>
                  <a:lnTo>
                    <a:pt x="216392" y="59016"/>
                  </a:lnTo>
                  <a:lnTo>
                    <a:pt x="219671" y="57377"/>
                  </a:lnTo>
                  <a:lnTo>
                    <a:pt x="224588" y="54098"/>
                  </a:lnTo>
                  <a:lnTo>
                    <a:pt x="226228" y="49180"/>
                  </a:lnTo>
                  <a:lnTo>
                    <a:pt x="227867" y="45902"/>
                  </a:lnTo>
                  <a:lnTo>
                    <a:pt x="229507" y="42623"/>
                  </a:lnTo>
                  <a:lnTo>
                    <a:pt x="232785" y="39344"/>
                  </a:lnTo>
                  <a:lnTo>
                    <a:pt x="236064" y="34426"/>
                  </a:lnTo>
                  <a:lnTo>
                    <a:pt x="239343" y="31148"/>
                  </a:lnTo>
                  <a:lnTo>
                    <a:pt x="242622" y="27869"/>
                  </a:lnTo>
                  <a:lnTo>
                    <a:pt x="244261" y="24590"/>
                  </a:lnTo>
                  <a:lnTo>
                    <a:pt x="245901" y="21312"/>
                  </a:lnTo>
                  <a:lnTo>
                    <a:pt x="245901" y="16393"/>
                  </a:lnTo>
                  <a:lnTo>
                    <a:pt x="249178" y="13115"/>
                  </a:lnTo>
                  <a:lnTo>
                    <a:pt x="252457" y="9836"/>
                  </a:lnTo>
                  <a:lnTo>
                    <a:pt x="249178" y="6558"/>
                  </a:lnTo>
                  <a:lnTo>
                    <a:pt x="249178" y="1639"/>
                  </a:lnTo>
                  <a:lnTo>
                    <a:pt x="245901" y="1639"/>
                  </a:lnTo>
                  <a:lnTo>
                    <a:pt x="240982" y="0"/>
                  </a:lnTo>
                  <a:lnTo>
                    <a:pt x="237704" y="4918"/>
                  </a:lnTo>
                  <a:lnTo>
                    <a:pt x="236064" y="8197"/>
                  </a:lnTo>
                  <a:lnTo>
                    <a:pt x="232785" y="11476"/>
                  </a:lnTo>
                  <a:lnTo>
                    <a:pt x="229507" y="14754"/>
                  </a:lnTo>
                  <a:lnTo>
                    <a:pt x="226228" y="14754"/>
                  </a:lnTo>
                  <a:lnTo>
                    <a:pt x="224588" y="19672"/>
                  </a:lnTo>
                  <a:lnTo>
                    <a:pt x="224588" y="22951"/>
                  </a:lnTo>
                  <a:lnTo>
                    <a:pt x="221310" y="22951"/>
                  </a:lnTo>
                  <a:lnTo>
                    <a:pt x="218032" y="26229"/>
                  </a:lnTo>
                  <a:lnTo>
                    <a:pt x="216392" y="29508"/>
                  </a:lnTo>
                  <a:lnTo>
                    <a:pt x="213114" y="32787"/>
                  </a:lnTo>
                  <a:lnTo>
                    <a:pt x="208195" y="34426"/>
                  </a:lnTo>
                  <a:lnTo>
                    <a:pt x="204917" y="36066"/>
                  </a:lnTo>
                  <a:lnTo>
                    <a:pt x="201638" y="39344"/>
                  </a:lnTo>
                  <a:lnTo>
                    <a:pt x="198359" y="39344"/>
                  </a:lnTo>
                  <a:lnTo>
                    <a:pt x="193442" y="39344"/>
                  </a:lnTo>
                  <a:lnTo>
                    <a:pt x="190163" y="37705"/>
                  </a:lnTo>
                  <a:lnTo>
                    <a:pt x="186884" y="37705"/>
                  </a:lnTo>
                  <a:lnTo>
                    <a:pt x="181966" y="36066"/>
                  </a:lnTo>
                  <a:lnTo>
                    <a:pt x="178687" y="36066"/>
                  </a:lnTo>
                  <a:lnTo>
                    <a:pt x="175408" y="34426"/>
                  </a:lnTo>
                  <a:lnTo>
                    <a:pt x="172130" y="34426"/>
                  </a:lnTo>
                  <a:lnTo>
                    <a:pt x="167212" y="34426"/>
                  </a:lnTo>
                  <a:lnTo>
                    <a:pt x="163934" y="36066"/>
                  </a:lnTo>
                  <a:lnTo>
                    <a:pt x="160655" y="39344"/>
                  </a:lnTo>
                  <a:lnTo>
                    <a:pt x="157376" y="37705"/>
                  </a:lnTo>
                  <a:lnTo>
                    <a:pt x="152458" y="36066"/>
                  </a:lnTo>
                  <a:lnTo>
                    <a:pt x="149179" y="34426"/>
                  </a:lnTo>
                  <a:lnTo>
                    <a:pt x="145900" y="32787"/>
                  </a:lnTo>
                  <a:lnTo>
                    <a:pt x="142622" y="31148"/>
                  </a:lnTo>
                  <a:lnTo>
                    <a:pt x="137704" y="31148"/>
                  </a:lnTo>
                  <a:lnTo>
                    <a:pt x="134425" y="31148"/>
                  </a:lnTo>
                  <a:lnTo>
                    <a:pt x="131147" y="29508"/>
                  </a:lnTo>
                  <a:lnTo>
                    <a:pt x="127868" y="31148"/>
                  </a:lnTo>
                  <a:lnTo>
                    <a:pt x="122950" y="27869"/>
                  </a:lnTo>
                  <a:lnTo>
                    <a:pt x="119671" y="29508"/>
                  </a:lnTo>
                  <a:lnTo>
                    <a:pt x="116393" y="29508"/>
                  </a:lnTo>
                  <a:lnTo>
                    <a:pt x="111475" y="29508"/>
                  </a:lnTo>
                  <a:lnTo>
                    <a:pt x="108196" y="27869"/>
                  </a:lnTo>
                  <a:lnTo>
                    <a:pt x="104917" y="24590"/>
                  </a:lnTo>
                  <a:lnTo>
                    <a:pt x="103278" y="21312"/>
                  </a:lnTo>
                  <a:lnTo>
                    <a:pt x="99999" y="21312"/>
                  </a:lnTo>
                  <a:lnTo>
                    <a:pt x="96720" y="21312"/>
                  </a:lnTo>
                  <a:lnTo>
                    <a:pt x="91802" y="18033"/>
                  </a:lnTo>
                  <a:lnTo>
                    <a:pt x="88524" y="18033"/>
                  </a:lnTo>
                  <a:lnTo>
                    <a:pt x="85245" y="18033"/>
                  </a:lnTo>
                  <a:lnTo>
                    <a:pt x="81967" y="19672"/>
                  </a:lnTo>
                  <a:lnTo>
                    <a:pt x="81967" y="22951"/>
                  </a:lnTo>
                  <a:lnTo>
                    <a:pt x="80327" y="27869"/>
                  </a:lnTo>
                  <a:lnTo>
                    <a:pt x="78688" y="31148"/>
                  </a:lnTo>
                  <a:lnTo>
                    <a:pt x="75409" y="32787"/>
                  </a:lnTo>
                  <a:lnTo>
                    <a:pt x="73770" y="37705"/>
                  </a:lnTo>
                  <a:lnTo>
                    <a:pt x="70491" y="40983"/>
                  </a:lnTo>
                  <a:lnTo>
                    <a:pt x="67212" y="40983"/>
                  </a:lnTo>
                  <a:lnTo>
                    <a:pt x="62295" y="37705"/>
                  </a:lnTo>
                  <a:lnTo>
                    <a:pt x="59016" y="32787"/>
                  </a:lnTo>
                  <a:lnTo>
                    <a:pt x="59016" y="37705"/>
                  </a:lnTo>
                  <a:lnTo>
                    <a:pt x="59016" y="40983"/>
                  </a:lnTo>
                  <a:lnTo>
                    <a:pt x="54098" y="42623"/>
                  </a:lnTo>
                  <a:lnTo>
                    <a:pt x="50819" y="45902"/>
                  </a:lnTo>
                  <a:lnTo>
                    <a:pt x="50819" y="50820"/>
                  </a:lnTo>
                  <a:lnTo>
                    <a:pt x="49180" y="54098"/>
                  </a:lnTo>
                  <a:lnTo>
                    <a:pt x="49180" y="54098"/>
                  </a:lnTo>
                  <a:lnTo>
                    <a:pt x="45901" y="57377"/>
                  </a:lnTo>
                  <a:lnTo>
                    <a:pt x="44261" y="60656"/>
                  </a:lnTo>
                  <a:lnTo>
                    <a:pt x="44261" y="65573"/>
                  </a:lnTo>
                  <a:lnTo>
                    <a:pt x="42622" y="68852"/>
                  </a:lnTo>
                  <a:lnTo>
                    <a:pt x="45901" y="72131"/>
                  </a:lnTo>
                  <a:lnTo>
                    <a:pt x="44261" y="75410"/>
                  </a:lnTo>
                  <a:lnTo>
                    <a:pt x="40983" y="80328"/>
                  </a:lnTo>
                  <a:lnTo>
                    <a:pt x="39343" y="75410"/>
                  </a:lnTo>
                  <a:lnTo>
                    <a:pt x="37705" y="75410"/>
                  </a:lnTo>
                  <a:lnTo>
                    <a:pt x="36065" y="75410"/>
                  </a:lnTo>
                  <a:lnTo>
                    <a:pt x="36065" y="75410"/>
                  </a:lnTo>
                  <a:lnTo>
                    <a:pt x="36065" y="78688"/>
                  </a:lnTo>
                  <a:lnTo>
                    <a:pt x="39343" y="81967"/>
                  </a:lnTo>
                  <a:lnTo>
                    <a:pt x="42622" y="85246"/>
                  </a:lnTo>
                  <a:lnTo>
                    <a:pt x="40983" y="88525"/>
                  </a:lnTo>
                  <a:lnTo>
                    <a:pt x="40983" y="91803"/>
                  </a:lnTo>
                  <a:lnTo>
                    <a:pt x="40983" y="96721"/>
                  </a:lnTo>
                  <a:lnTo>
                    <a:pt x="40983" y="100000"/>
                  </a:lnTo>
                  <a:lnTo>
                    <a:pt x="42622" y="103279"/>
                  </a:lnTo>
                  <a:lnTo>
                    <a:pt x="44261" y="106557"/>
                  </a:lnTo>
                  <a:lnTo>
                    <a:pt x="44261" y="111475"/>
                  </a:lnTo>
                  <a:lnTo>
                    <a:pt x="44261" y="114754"/>
                  </a:lnTo>
                  <a:lnTo>
                    <a:pt x="42622" y="113115"/>
                  </a:lnTo>
                  <a:lnTo>
                    <a:pt x="40983" y="109836"/>
                  </a:lnTo>
                  <a:lnTo>
                    <a:pt x="39343" y="106557"/>
                  </a:lnTo>
                  <a:lnTo>
                    <a:pt x="37705" y="109836"/>
                  </a:lnTo>
                  <a:lnTo>
                    <a:pt x="32787" y="113115"/>
                  </a:lnTo>
                  <a:lnTo>
                    <a:pt x="32787" y="113115"/>
                  </a:lnTo>
                  <a:lnTo>
                    <a:pt x="31147" y="118032"/>
                  </a:lnTo>
                  <a:lnTo>
                    <a:pt x="29508" y="121311"/>
                  </a:lnTo>
                  <a:lnTo>
                    <a:pt x="27868" y="124590"/>
                  </a:lnTo>
                  <a:lnTo>
                    <a:pt x="24590" y="127869"/>
                  </a:lnTo>
                  <a:lnTo>
                    <a:pt x="22950" y="132786"/>
                  </a:lnTo>
                  <a:lnTo>
                    <a:pt x="24590" y="136065"/>
                  </a:lnTo>
                  <a:lnTo>
                    <a:pt x="22950" y="139344"/>
                  </a:lnTo>
                  <a:lnTo>
                    <a:pt x="22950" y="144262"/>
                  </a:lnTo>
                  <a:lnTo>
                    <a:pt x="22950" y="147540"/>
                  </a:lnTo>
                  <a:lnTo>
                    <a:pt x="22950" y="150819"/>
                  </a:lnTo>
                  <a:lnTo>
                    <a:pt x="22950" y="155737"/>
                  </a:lnTo>
                  <a:lnTo>
                    <a:pt x="24590" y="159016"/>
                  </a:lnTo>
                  <a:lnTo>
                    <a:pt x="22950" y="162295"/>
                  </a:lnTo>
                  <a:lnTo>
                    <a:pt x="18032" y="165573"/>
                  </a:lnTo>
                  <a:lnTo>
                    <a:pt x="18032" y="170491"/>
                  </a:lnTo>
                  <a:lnTo>
                    <a:pt x="16393" y="173770"/>
                  </a:lnTo>
                  <a:lnTo>
                    <a:pt x="14753" y="177049"/>
                  </a:lnTo>
                  <a:lnTo>
                    <a:pt x="14753" y="180327"/>
                  </a:lnTo>
                  <a:lnTo>
                    <a:pt x="14753" y="185245"/>
                  </a:lnTo>
                  <a:lnTo>
                    <a:pt x="11475" y="186885"/>
                  </a:lnTo>
                  <a:lnTo>
                    <a:pt x="8197" y="191803"/>
                  </a:lnTo>
                  <a:lnTo>
                    <a:pt x="4918" y="193442"/>
                  </a:lnTo>
                  <a:lnTo>
                    <a:pt x="1639" y="195081"/>
                  </a:lnTo>
                  <a:lnTo>
                    <a:pt x="0" y="198360"/>
                  </a:lnTo>
                  <a:lnTo>
                    <a:pt x="1639" y="201639"/>
                  </a:lnTo>
                  <a:lnTo>
                    <a:pt x="4918" y="203278"/>
                  </a:lnTo>
                  <a:lnTo>
                    <a:pt x="3278" y="208196"/>
                  </a:lnTo>
                  <a:lnTo>
                    <a:pt x="1639" y="211475"/>
                  </a:lnTo>
                  <a:lnTo>
                    <a:pt x="1639" y="214753"/>
                  </a:lnTo>
                  <a:lnTo>
                    <a:pt x="1639" y="219672"/>
                  </a:lnTo>
                  <a:lnTo>
                    <a:pt x="3278" y="222950"/>
                  </a:lnTo>
                  <a:lnTo>
                    <a:pt x="3278" y="226229"/>
                  </a:lnTo>
                  <a:lnTo>
                    <a:pt x="4918" y="229507"/>
                  </a:lnTo>
                  <a:lnTo>
                    <a:pt x="6557" y="234425"/>
                  </a:lnTo>
                  <a:lnTo>
                    <a:pt x="9836" y="231147"/>
                  </a:lnTo>
                  <a:lnTo>
                    <a:pt x="13114" y="231147"/>
                  </a:lnTo>
                  <a:lnTo>
                    <a:pt x="16393" y="229507"/>
                  </a:lnTo>
                  <a:lnTo>
                    <a:pt x="21311" y="227868"/>
                  </a:lnTo>
                  <a:lnTo>
                    <a:pt x="24590" y="229507"/>
                  </a:lnTo>
                  <a:lnTo>
                    <a:pt x="27868" y="231147"/>
                  </a:lnTo>
                  <a:lnTo>
                    <a:pt x="27868" y="236065"/>
                  </a:lnTo>
                  <a:lnTo>
                    <a:pt x="26229" y="239343"/>
                  </a:lnTo>
                  <a:lnTo>
                    <a:pt x="26229" y="240983"/>
                  </a:lnTo>
                  <a:lnTo>
                    <a:pt x="27868" y="244262"/>
                  </a:lnTo>
                  <a:lnTo>
                    <a:pt x="29508" y="249179"/>
                  </a:lnTo>
                  <a:lnTo>
                    <a:pt x="32787" y="252458"/>
                  </a:lnTo>
                  <a:lnTo>
                    <a:pt x="31147" y="255737"/>
                  </a:lnTo>
                  <a:lnTo>
                    <a:pt x="31147" y="260655"/>
                  </a:lnTo>
                  <a:lnTo>
                    <a:pt x="31147" y="263933"/>
                  </a:lnTo>
                  <a:lnTo>
                    <a:pt x="31147" y="267212"/>
                  </a:lnTo>
                  <a:lnTo>
                    <a:pt x="31147" y="272130"/>
                  </a:lnTo>
                  <a:lnTo>
                    <a:pt x="29508" y="275409"/>
                  </a:lnTo>
                  <a:lnTo>
                    <a:pt x="29508" y="278687"/>
                  </a:lnTo>
                  <a:lnTo>
                    <a:pt x="27868" y="281966"/>
                  </a:lnTo>
                  <a:lnTo>
                    <a:pt x="24590" y="286884"/>
                  </a:lnTo>
                  <a:lnTo>
                    <a:pt x="26229" y="290163"/>
                  </a:lnTo>
                  <a:lnTo>
                    <a:pt x="26229" y="293442"/>
                  </a:lnTo>
                  <a:lnTo>
                    <a:pt x="24590" y="296720"/>
                  </a:lnTo>
                  <a:lnTo>
                    <a:pt x="22950" y="299999"/>
                  </a:lnTo>
                  <a:lnTo>
                    <a:pt x="19671" y="3049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0" name="Freeform 2379">
              <a:extLst>
                <a:ext uri="{FF2B5EF4-FFF2-40B4-BE49-F238E27FC236}">
                  <a16:creationId xmlns:a16="http://schemas.microsoft.com/office/drawing/2014/main" id="{C9DDDC5B-99DE-484E-A506-DF6773F4D684}"/>
                </a:ext>
              </a:extLst>
            </p:cNvPr>
            <p:cNvSpPr/>
            <p:nvPr/>
          </p:nvSpPr>
          <p:spPr>
            <a:xfrm>
              <a:off x="9958276" y="4495223"/>
              <a:ext cx="6557" cy="9835"/>
            </a:xfrm>
            <a:custGeom>
              <a:avLst/>
              <a:gdLst>
                <a:gd name="connsiteX0" fmla="*/ 3279 w 6557"/>
                <a:gd name="connsiteY0" fmla="*/ 0 h 9835"/>
                <a:gd name="connsiteX1" fmla="*/ 1640 w 6557"/>
                <a:gd name="connsiteY1" fmla="*/ 3278 h 9835"/>
                <a:gd name="connsiteX2" fmla="*/ 0 w 6557"/>
                <a:gd name="connsiteY2" fmla="*/ 6557 h 9835"/>
                <a:gd name="connsiteX3" fmla="*/ 1640 w 6557"/>
                <a:gd name="connsiteY3" fmla="*/ 9836 h 9835"/>
                <a:gd name="connsiteX4" fmla="*/ 3279 w 6557"/>
                <a:gd name="connsiteY4" fmla="*/ 6557 h 9835"/>
                <a:gd name="connsiteX5" fmla="*/ 6558 w 6557"/>
                <a:gd name="connsiteY5" fmla="*/ 4918 h 9835"/>
                <a:gd name="connsiteX6" fmla="*/ 6558 w 6557"/>
                <a:gd name="connsiteY6" fmla="*/ 1639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57" h="9835">
                  <a:moveTo>
                    <a:pt x="3279" y="0"/>
                  </a:moveTo>
                  <a:lnTo>
                    <a:pt x="1640" y="3278"/>
                  </a:lnTo>
                  <a:lnTo>
                    <a:pt x="0" y="6557"/>
                  </a:lnTo>
                  <a:lnTo>
                    <a:pt x="1640" y="9836"/>
                  </a:lnTo>
                  <a:lnTo>
                    <a:pt x="3279" y="6557"/>
                  </a:lnTo>
                  <a:lnTo>
                    <a:pt x="6558" y="4918"/>
                  </a:lnTo>
                  <a:lnTo>
                    <a:pt x="655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1" name="Freeform 2380">
              <a:extLst>
                <a:ext uri="{FF2B5EF4-FFF2-40B4-BE49-F238E27FC236}">
                  <a16:creationId xmlns:a16="http://schemas.microsoft.com/office/drawing/2014/main" id="{B948003E-CEE3-B748-B0A8-F12D15B5420B}"/>
                </a:ext>
              </a:extLst>
            </p:cNvPr>
            <p:cNvSpPr/>
            <p:nvPr/>
          </p:nvSpPr>
          <p:spPr>
            <a:xfrm>
              <a:off x="9966473" y="4501780"/>
              <a:ext cx="4918" cy="8196"/>
            </a:xfrm>
            <a:custGeom>
              <a:avLst/>
              <a:gdLst>
                <a:gd name="connsiteX0" fmla="*/ 1640 w 4918"/>
                <a:gd name="connsiteY0" fmla="*/ 0 h 8196"/>
                <a:gd name="connsiteX1" fmla="*/ 1640 w 4918"/>
                <a:gd name="connsiteY1" fmla="*/ 0 h 8196"/>
                <a:gd name="connsiteX2" fmla="*/ 1640 w 4918"/>
                <a:gd name="connsiteY2" fmla="*/ 4918 h 8196"/>
                <a:gd name="connsiteX3" fmla="*/ 0 w 4918"/>
                <a:gd name="connsiteY3" fmla="*/ 8197 h 8196"/>
                <a:gd name="connsiteX4" fmla="*/ 3279 w 4918"/>
                <a:gd name="connsiteY4" fmla="*/ 8197 h 8196"/>
                <a:gd name="connsiteX5" fmla="*/ 4919 w 4918"/>
                <a:gd name="connsiteY5" fmla="*/ 4918 h 8196"/>
                <a:gd name="connsiteX6" fmla="*/ 4919 w 4918"/>
                <a:gd name="connsiteY6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18" h="8196">
                  <a:moveTo>
                    <a:pt x="1640" y="0"/>
                  </a:moveTo>
                  <a:lnTo>
                    <a:pt x="1640" y="0"/>
                  </a:lnTo>
                  <a:lnTo>
                    <a:pt x="1640" y="4918"/>
                  </a:lnTo>
                  <a:lnTo>
                    <a:pt x="0" y="8197"/>
                  </a:lnTo>
                  <a:lnTo>
                    <a:pt x="3279" y="8197"/>
                  </a:lnTo>
                  <a:lnTo>
                    <a:pt x="4919" y="4918"/>
                  </a:lnTo>
                  <a:lnTo>
                    <a:pt x="491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2" name="Freeform 2381">
              <a:extLst>
                <a:ext uri="{FF2B5EF4-FFF2-40B4-BE49-F238E27FC236}">
                  <a16:creationId xmlns:a16="http://schemas.microsoft.com/office/drawing/2014/main" id="{652C1190-248B-E046-B623-EB7EBCB2FC34}"/>
                </a:ext>
              </a:extLst>
            </p:cNvPr>
            <p:cNvSpPr/>
            <p:nvPr/>
          </p:nvSpPr>
          <p:spPr>
            <a:xfrm>
              <a:off x="9974670" y="4478830"/>
              <a:ext cx="124590" cy="37704"/>
            </a:xfrm>
            <a:custGeom>
              <a:avLst/>
              <a:gdLst>
                <a:gd name="connsiteX0" fmla="*/ 6558 w 124590"/>
                <a:gd name="connsiteY0" fmla="*/ 32787 h 37704"/>
                <a:gd name="connsiteX1" fmla="*/ 6558 w 124590"/>
                <a:gd name="connsiteY1" fmla="*/ 32787 h 37704"/>
                <a:gd name="connsiteX2" fmla="*/ 11476 w 124590"/>
                <a:gd name="connsiteY2" fmla="*/ 31147 h 37704"/>
                <a:gd name="connsiteX3" fmla="*/ 14754 w 124590"/>
                <a:gd name="connsiteY3" fmla="*/ 32787 h 37704"/>
                <a:gd name="connsiteX4" fmla="*/ 18033 w 124590"/>
                <a:gd name="connsiteY4" fmla="*/ 32787 h 37704"/>
                <a:gd name="connsiteX5" fmla="*/ 21312 w 124590"/>
                <a:gd name="connsiteY5" fmla="*/ 32787 h 37704"/>
                <a:gd name="connsiteX6" fmla="*/ 26230 w 124590"/>
                <a:gd name="connsiteY6" fmla="*/ 32787 h 37704"/>
                <a:gd name="connsiteX7" fmla="*/ 29509 w 124590"/>
                <a:gd name="connsiteY7" fmla="*/ 31147 h 37704"/>
                <a:gd name="connsiteX8" fmla="*/ 32787 w 124590"/>
                <a:gd name="connsiteY8" fmla="*/ 34426 h 37704"/>
                <a:gd name="connsiteX9" fmla="*/ 37706 w 124590"/>
                <a:gd name="connsiteY9" fmla="*/ 32787 h 37704"/>
                <a:gd name="connsiteX10" fmla="*/ 40983 w 124590"/>
                <a:gd name="connsiteY10" fmla="*/ 36065 h 37704"/>
                <a:gd name="connsiteX11" fmla="*/ 44262 w 124590"/>
                <a:gd name="connsiteY11" fmla="*/ 37705 h 37704"/>
                <a:gd name="connsiteX12" fmla="*/ 47541 w 124590"/>
                <a:gd name="connsiteY12" fmla="*/ 37705 h 37704"/>
                <a:gd name="connsiteX13" fmla="*/ 52459 w 124590"/>
                <a:gd name="connsiteY13" fmla="*/ 36065 h 37704"/>
                <a:gd name="connsiteX14" fmla="*/ 55738 w 124590"/>
                <a:gd name="connsiteY14" fmla="*/ 37705 h 37704"/>
                <a:gd name="connsiteX15" fmla="*/ 59017 w 124590"/>
                <a:gd name="connsiteY15" fmla="*/ 36065 h 37704"/>
                <a:gd name="connsiteX16" fmla="*/ 59017 w 124590"/>
                <a:gd name="connsiteY16" fmla="*/ 31147 h 37704"/>
                <a:gd name="connsiteX17" fmla="*/ 63935 w 124590"/>
                <a:gd name="connsiteY17" fmla="*/ 32787 h 37704"/>
                <a:gd name="connsiteX18" fmla="*/ 67213 w 124590"/>
                <a:gd name="connsiteY18" fmla="*/ 32787 h 37704"/>
                <a:gd name="connsiteX19" fmla="*/ 68852 w 124590"/>
                <a:gd name="connsiteY19" fmla="*/ 36065 h 37704"/>
                <a:gd name="connsiteX20" fmla="*/ 73770 w 124590"/>
                <a:gd name="connsiteY20" fmla="*/ 36065 h 37704"/>
                <a:gd name="connsiteX21" fmla="*/ 77049 w 124590"/>
                <a:gd name="connsiteY21" fmla="*/ 34426 h 37704"/>
                <a:gd name="connsiteX22" fmla="*/ 80328 w 124590"/>
                <a:gd name="connsiteY22" fmla="*/ 32787 h 37704"/>
                <a:gd name="connsiteX23" fmla="*/ 83607 w 124590"/>
                <a:gd name="connsiteY23" fmla="*/ 31147 h 37704"/>
                <a:gd name="connsiteX24" fmla="*/ 88525 w 124590"/>
                <a:gd name="connsiteY24" fmla="*/ 29508 h 37704"/>
                <a:gd name="connsiteX25" fmla="*/ 91803 w 124590"/>
                <a:gd name="connsiteY25" fmla="*/ 29508 h 37704"/>
                <a:gd name="connsiteX26" fmla="*/ 95082 w 124590"/>
                <a:gd name="connsiteY26" fmla="*/ 29508 h 37704"/>
                <a:gd name="connsiteX27" fmla="*/ 100000 w 124590"/>
                <a:gd name="connsiteY27" fmla="*/ 29508 h 37704"/>
                <a:gd name="connsiteX28" fmla="*/ 103279 w 124590"/>
                <a:gd name="connsiteY28" fmla="*/ 27868 h 37704"/>
                <a:gd name="connsiteX29" fmla="*/ 104918 w 124590"/>
                <a:gd name="connsiteY29" fmla="*/ 26229 h 37704"/>
                <a:gd name="connsiteX30" fmla="*/ 108197 w 124590"/>
                <a:gd name="connsiteY30" fmla="*/ 24590 h 37704"/>
                <a:gd name="connsiteX31" fmla="*/ 113115 w 124590"/>
                <a:gd name="connsiteY31" fmla="*/ 22951 h 37704"/>
                <a:gd name="connsiteX32" fmla="*/ 116394 w 124590"/>
                <a:gd name="connsiteY32" fmla="*/ 22951 h 37704"/>
                <a:gd name="connsiteX33" fmla="*/ 116394 w 124590"/>
                <a:gd name="connsiteY33" fmla="*/ 19672 h 37704"/>
                <a:gd name="connsiteX34" fmla="*/ 114754 w 124590"/>
                <a:gd name="connsiteY34" fmla="*/ 16393 h 37704"/>
                <a:gd name="connsiteX35" fmla="*/ 119672 w 124590"/>
                <a:gd name="connsiteY35" fmla="*/ 14754 h 37704"/>
                <a:gd name="connsiteX36" fmla="*/ 121311 w 124590"/>
                <a:gd name="connsiteY36" fmla="*/ 11475 h 37704"/>
                <a:gd name="connsiteX37" fmla="*/ 124590 w 124590"/>
                <a:gd name="connsiteY37" fmla="*/ 9836 h 37704"/>
                <a:gd name="connsiteX38" fmla="*/ 122950 w 124590"/>
                <a:gd name="connsiteY38" fmla="*/ 6557 h 37704"/>
                <a:gd name="connsiteX39" fmla="*/ 122950 w 124590"/>
                <a:gd name="connsiteY39" fmla="*/ 3278 h 37704"/>
                <a:gd name="connsiteX40" fmla="*/ 119672 w 124590"/>
                <a:gd name="connsiteY40" fmla="*/ 0 h 37704"/>
                <a:gd name="connsiteX41" fmla="*/ 114754 w 124590"/>
                <a:gd name="connsiteY41" fmla="*/ 3278 h 37704"/>
                <a:gd name="connsiteX42" fmla="*/ 114754 w 124590"/>
                <a:gd name="connsiteY42" fmla="*/ 6557 h 37704"/>
                <a:gd name="connsiteX43" fmla="*/ 118032 w 124590"/>
                <a:gd name="connsiteY43" fmla="*/ 4918 h 37704"/>
                <a:gd name="connsiteX44" fmla="*/ 121311 w 124590"/>
                <a:gd name="connsiteY44" fmla="*/ 6557 h 37704"/>
                <a:gd name="connsiteX45" fmla="*/ 118032 w 124590"/>
                <a:gd name="connsiteY45" fmla="*/ 9836 h 37704"/>
                <a:gd name="connsiteX46" fmla="*/ 114754 w 124590"/>
                <a:gd name="connsiteY46" fmla="*/ 13114 h 37704"/>
                <a:gd name="connsiteX47" fmla="*/ 111476 w 124590"/>
                <a:gd name="connsiteY47" fmla="*/ 13114 h 37704"/>
                <a:gd name="connsiteX48" fmla="*/ 106557 w 124590"/>
                <a:gd name="connsiteY48" fmla="*/ 16393 h 37704"/>
                <a:gd name="connsiteX49" fmla="*/ 103279 w 124590"/>
                <a:gd name="connsiteY49" fmla="*/ 19672 h 37704"/>
                <a:gd name="connsiteX50" fmla="*/ 103279 w 124590"/>
                <a:gd name="connsiteY50" fmla="*/ 22951 h 37704"/>
                <a:gd name="connsiteX51" fmla="*/ 98360 w 124590"/>
                <a:gd name="connsiteY51" fmla="*/ 22951 h 37704"/>
                <a:gd name="connsiteX52" fmla="*/ 95082 w 124590"/>
                <a:gd name="connsiteY52" fmla="*/ 24590 h 37704"/>
                <a:gd name="connsiteX53" fmla="*/ 91803 w 124590"/>
                <a:gd name="connsiteY53" fmla="*/ 22951 h 37704"/>
                <a:gd name="connsiteX54" fmla="*/ 86886 w 124590"/>
                <a:gd name="connsiteY54" fmla="*/ 19672 h 37704"/>
                <a:gd name="connsiteX55" fmla="*/ 83607 w 124590"/>
                <a:gd name="connsiteY55" fmla="*/ 16393 h 37704"/>
                <a:gd name="connsiteX56" fmla="*/ 80328 w 124590"/>
                <a:gd name="connsiteY56" fmla="*/ 18032 h 37704"/>
                <a:gd name="connsiteX57" fmla="*/ 77049 w 124590"/>
                <a:gd name="connsiteY57" fmla="*/ 18032 h 37704"/>
                <a:gd name="connsiteX58" fmla="*/ 73770 w 124590"/>
                <a:gd name="connsiteY58" fmla="*/ 19672 h 37704"/>
                <a:gd name="connsiteX59" fmla="*/ 68852 w 124590"/>
                <a:gd name="connsiteY59" fmla="*/ 18032 h 37704"/>
                <a:gd name="connsiteX60" fmla="*/ 67213 w 124590"/>
                <a:gd name="connsiteY60" fmla="*/ 21311 h 37704"/>
                <a:gd name="connsiteX61" fmla="*/ 63935 w 124590"/>
                <a:gd name="connsiteY61" fmla="*/ 21311 h 37704"/>
                <a:gd name="connsiteX62" fmla="*/ 59017 w 124590"/>
                <a:gd name="connsiteY62" fmla="*/ 21311 h 37704"/>
                <a:gd name="connsiteX63" fmla="*/ 55738 w 124590"/>
                <a:gd name="connsiteY63" fmla="*/ 16393 h 37704"/>
                <a:gd name="connsiteX64" fmla="*/ 52459 w 124590"/>
                <a:gd name="connsiteY64" fmla="*/ 16393 h 37704"/>
                <a:gd name="connsiteX65" fmla="*/ 49180 w 124590"/>
                <a:gd name="connsiteY65" fmla="*/ 14754 h 37704"/>
                <a:gd name="connsiteX66" fmla="*/ 44262 w 124590"/>
                <a:gd name="connsiteY66" fmla="*/ 11475 h 37704"/>
                <a:gd name="connsiteX67" fmla="*/ 40983 w 124590"/>
                <a:gd name="connsiteY67" fmla="*/ 11475 h 37704"/>
                <a:gd name="connsiteX68" fmla="*/ 37706 w 124590"/>
                <a:gd name="connsiteY68" fmla="*/ 11475 h 37704"/>
                <a:gd name="connsiteX69" fmla="*/ 34427 w 124590"/>
                <a:gd name="connsiteY69" fmla="*/ 8197 h 37704"/>
                <a:gd name="connsiteX70" fmla="*/ 29509 w 124590"/>
                <a:gd name="connsiteY70" fmla="*/ 8197 h 37704"/>
                <a:gd name="connsiteX71" fmla="*/ 26230 w 124590"/>
                <a:gd name="connsiteY71" fmla="*/ 8197 h 37704"/>
                <a:gd name="connsiteX72" fmla="*/ 22951 w 124590"/>
                <a:gd name="connsiteY72" fmla="*/ 8197 h 37704"/>
                <a:gd name="connsiteX73" fmla="*/ 19672 w 124590"/>
                <a:gd name="connsiteY73" fmla="*/ 8197 h 37704"/>
                <a:gd name="connsiteX74" fmla="*/ 14754 w 124590"/>
                <a:gd name="connsiteY74" fmla="*/ 11475 h 37704"/>
                <a:gd name="connsiteX75" fmla="*/ 11476 w 124590"/>
                <a:gd name="connsiteY75" fmla="*/ 14754 h 37704"/>
                <a:gd name="connsiteX76" fmla="*/ 8197 w 124590"/>
                <a:gd name="connsiteY76" fmla="*/ 16393 h 37704"/>
                <a:gd name="connsiteX77" fmla="*/ 6558 w 124590"/>
                <a:gd name="connsiteY77" fmla="*/ 16393 h 37704"/>
                <a:gd name="connsiteX78" fmla="*/ 3279 w 124590"/>
                <a:gd name="connsiteY78" fmla="*/ 16393 h 37704"/>
                <a:gd name="connsiteX79" fmla="*/ 1640 w 124590"/>
                <a:gd name="connsiteY79" fmla="*/ 19672 h 37704"/>
                <a:gd name="connsiteX80" fmla="*/ 0 w 124590"/>
                <a:gd name="connsiteY80" fmla="*/ 22951 h 37704"/>
                <a:gd name="connsiteX81" fmla="*/ 0 w 124590"/>
                <a:gd name="connsiteY81" fmla="*/ 27868 h 37704"/>
                <a:gd name="connsiteX82" fmla="*/ 0 w 124590"/>
                <a:gd name="connsiteY82" fmla="*/ 31147 h 37704"/>
                <a:gd name="connsiteX83" fmla="*/ 3279 w 124590"/>
                <a:gd name="connsiteY83" fmla="*/ 34426 h 37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24590" h="37704">
                  <a:moveTo>
                    <a:pt x="6558" y="32787"/>
                  </a:moveTo>
                  <a:lnTo>
                    <a:pt x="6558" y="32787"/>
                  </a:lnTo>
                  <a:lnTo>
                    <a:pt x="11476" y="31147"/>
                  </a:lnTo>
                  <a:lnTo>
                    <a:pt x="14754" y="32787"/>
                  </a:lnTo>
                  <a:lnTo>
                    <a:pt x="18033" y="32787"/>
                  </a:lnTo>
                  <a:lnTo>
                    <a:pt x="21312" y="32787"/>
                  </a:lnTo>
                  <a:lnTo>
                    <a:pt x="26230" y="32787"/>
                  </a:lnTo>
                  <a:lnTo>
                    <a:pt x="29509" y="31147"/>
                  </a:lnTo>
                  <a:lnTo>
                    <a:pt x="32787" y="34426"/>
                  </a:lnTo>
                  <a:lnTo>
                    <a:pt x="37706" y="32787"/>
                  </a:lnTo>
                  <a:lnTo>
                    <a:pt x="40983" y="36065"/>
                  </a:lnTo>
                  <a:lnTo>
                    <a:pt x="44262" y="37705"/>
                  </a:lnTo>
                  <a:lnTo>
                    <a:pt x="47541" y="37705"/>
                  </a:lnTo>
                  <a:lnTo>
                    <a:pt x="52459" y="36065"/>
                  </a:lnTo>
                  <a:lnTo>
                    <a:pt x="55738" y="37705"/>
                  </a:lnTo>
                  <a:lnTo>
                    <a:pt x="59017" y="36065"/>
                  </a:lnTo>
                  <a:lnTo>
                    <a:pt x="59017" y="31147"/>
                  </a:lnTo>
                  <a:lnTo>
                    <a:pt x="63935" y="32787"/>
                  </a:lnTo>
                  <a:lnTo>
                    <a:pt x="67213" y="32787"/>
                  </a:lnTo>
                  <a:lnTo>
                    <a:pt x="68852" y="36065"/>
                  </a:lnTo>
                  <a:lnTo>
                    <a:pt x="73770" y="36065"/>
                  </a:lnTo>
                  <a:lnTo>
                    <a:pt x="77049" y="34426"/>
                  </a:lnTo>
                  <a:lnTo>
                    <a:pt x="80328" y="32787"/>
                  </a:lnTo>
                  <a:lnTo>
                    <a:pt x="83607" y="31147"/>
                  </a:lnTo>
                  <a:lnTo>
                    <a:pt x="88525" y="29508"/>
                  </a:lnTo>
                  <a:lnTo>
                    <a:pt x="91803" y="29508"/>
                  </a:lnTo>
                  <a:lnTo>
                    <a:pt x="95082" y="29508"/>
                  </a:lnTo>
                  <a:lnTo>
                    <a:pt x="100000" y="29508"/>
                  </a:lnTo>
                  <a:lnTo>
                    <a:pt x="103279" y="27868"/>
                  </a:lnTo>
                  <a:lnTo>
                    <a:pt x="104918" y="26229"/>
                  </a:lnTo>
                  <a:lnTo>
                    <a:pt x="108197" y="24590"/>
                  </a:lnTo>
                  <a:lnTo>
                    <a:pt x="113115" y="22951"/>
                  </a:lnTo>
                  <a:lnTo>
                    <a:pt x="116394" y="22951"/>
                  </a:lnTo>
                  <a:lnTo>
                    <a:pt x="116394" y="19672"/>
                  </a:lnTo>
                  <a:lnTo>
                    <a:pt x="114754" y="16393"/>
                  </a:lnTo>
                  <a:lnTo>
                    <a:pt x="119672" y="14754"/>
                  </a:lnTo>
                  <a:lnTo>
                    <a:pt x="121311" y="11475"/>
                  </a:lnTo>
                  <a:lnTo>
                    <a:pt x="124590" y="9836"/>
                  </a:lnTo>
                  <a:lnTo>
                    <a:pt x="122950" y="6557"/>
                  </a:lnTo>
                  <a:lnTo>
                    <a:pt x="122950" y="3278"/>
                  </a:lnTo>
                  <a:lnTo>
                    <a:pt x="119672" y="0"/>
                  </a:lnTo>
                  <a:lnTo>
                    <a:pt x="114754" y="3278"/>
                  </a:lnTo>
                  <a:lnTo>
                    <a:pt x="114754" y="6557"/>
                  </a:lnTo>
                  <a:lnTo>
                    <a:pt x="118032" y="4918"/>
                  </a:lnTo>
                  <a:lnTo>
                    <a:pt x="121311" y="6557"/>
                  </a:lnTo>
                  <a:lnTo>
                    <a:pt x="118032" y="9836"/>
                  </a:lnTo>
                  <a:lnTo>
                    <a:pt x="114754" y="13114"/>
                  </a:lnTo>
                  <a:lnTo>
                    <a:pt x="111476" y="13114"/>
                  </a:lnTo>
                  <a:lnTo>
                    <a:pt x="106557" y="16393"/>
                  </a:lnTo>
                  <a:lnTo>
                    <a:pt x="103279" y="19672"/>
                  </a:lnTo>
                  <a:lnTo>
                    <a:pt x="103279" y="22951"/>
                  </a:lnTo>
                  <a:lnTo>
                    <a:pt x="98360" y="22951"/>
                  </a:lnTo>
                  <a:lnTo>
                    <a:pt x="95082" y="24590"/>
                  </a:lnTo>
                  <a:lnTo>
                    <a:pt x="91803" y="22951"/>
                  </a:lnTo>
                  <a:lnTo>
                    <a:pt x="86886" y="19672"/>
                  </a:lnTo>
                  <a:lnTo>
                    <a:pt x="83607" y="16393"/>
                  </a:lnTo>
                  <a:lnTo>
                    <a:pt x="80328" y="18032"/>
                  </a:lnTo>
                  <a:lnTo>
                    <a:pt x="77049" y="18032"/>
                  </a:lnTo>
                  <a:lnTo>
                    <a:pt x="73770" y="19672"/>
                  </a:lnTo>
                  <a:lnTo>
                    <a:pt x="68852" y="18032"/>
                  </a:lnTo>
                  <a:lnTo>
                    <a:pt x="67213" y="21311"/>
                  </a:lnTo>
                  <a:lnTo>
                    <a:pt x="63935" y="21311"/>
                  </a:lnTo>
                  <a:lnTo>
                    <a:pt x="59017" y="21311"/>
                  </a:lnTo>
                  <a:lnTo>
                    <a:pt x="55738" y="16393"/>
                  </a:lnTo>
                  <a:lnTo>
                    <a:pt x="52459" y="16393"/>
                  </a:lnTo>
                  <a:lnTo>
                    <a:pt x="49180" y="14754"/>
                  </a:lnTo>
                  <a:lnTo>
                    <a:pt x="44262" y="11475"/>
                  </a:lnTo>
                  <a:lnTo>
                    <a:pt x="40983" y="11475"/>
                  </a:lnTo>
                  <a:lnTo>
                    <a:pt x="37706" y="11475"/>
                  </a:lnTo>
                  <a:lnTo>
                    <a:pt x="34427" y="8197"/>
                  </a:lnTo>
                  <a:lnTo>
                    <a:pt x="29509" y="8197"/>
                  </a:lnTo>
                  <a:lnTo>
                    <a:pt x="26230" y="8197"/>
                  </a:lnTo>
                  <a:lnTo>
                    <a:pt x="22951" y="8197"/>
                  </a:lnTo>
                  <a:lnTo>
                    <a:pt x="19672" y="8197"/>
                  </a:lnTo>
                  <a:lnTo>
                    <a:pt x="14754" y="11475"/>
                  </a:lnTo>
                  <a:lnTo>
                    <a:pt x="11476" y="14754"/>
                  </a:lnTo>
                  <a:lnTo>
                    <a:pt x="8197" y="16393"/>
                  </a:lnTo>
                  <a:lnTo>
                    <a:pt x="6558" y="16393"/>
                  </a:lnTo>
                  <a:lnTo>
                    <a:pt x="3279" y="16393"/>
                  </a:lnTo>
                  <a:lnTo>
                    <a:pt x="1640" y="19672"/>
                  </a:lnTo>
                  <a:lnTo>
                    <a:pt x="0" y="22951"/>
                  </a:lnTo>
                  <a:lnTo>
                    <a:pt x="0" y="27868"/>
                  </a:lnTo>
                  <a:lnTo>
                    <a:pt x="0" y="31147"/>
                  </a:lnTo>
                  <a:lnTo>
                    <a:pt x="3279" y="344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3" name="Freeform 2382">
              <a:extLst>
                <a:ext uri="{FF2B5EF4-FFF2-40B4-BE49-F238E27FC236}">
                  <a16:creationId xmlns:a16="http://schemas.microsoft.com/office/drawing/2014/main" id="{12DE7508-7E31-804F-BAAD-5B090BD34D8E}"/>
                </a:ext>
              </a:extLst>
            </p:cNvPr>
            <p:cNvSpPr/>
            <p:nvPr/>
          </p:nvSpPr>
          <p:spPr>
            <a:xfrm>
              <a:off x="10005818" y="4377191"/>
              <a:ext cx="4917" cy="31147"/>
            </a:xfrm>
            <a:custGeom>
              <a:avLst/>
              <a:gdLst>
                <a:gd name="connsiteX0" fmla="*/ 3279 w 4917"/>
                <a:gd name="connsiteY0" fmla="*/ 0 h 31147"/>
                <a:gd name="connsiteX1" fmla="*/ 1639 w 4917"/>
                <a:gd name="connsiteY1" fmla="*/ 0 h 31147"/>
                <a:gd name="connsiteX2" fmla="*/ 0 w 4917"/>
                <a:gd name="connsiteY2" fmla="*/ 3279 h 31147"/>
                <a:gd name="connsiteX3" fmla="*/ 0 w 4917"/>
                <a:gd name="connsiteY3" fmla="*/ 8197 h 31147"/>
                <a:gd name="connsiteX4" fmla="*/ 0 w 4917"/>
                <a:gd name="connsiteY4" fmla="*/ 11476 h 31147"/>
                <a:gd name="connsiteX5" fmla="*/ 0 w 4917"/>
                <a:gd name="connsiteY5" fmla="*/ 14754 h 31147"/>
                <a:gd name="connsiteX6" fmla="*/ 0 w 4917"/>
                <a:gd name="connsiteY6" fmla="*/ 19672 h 31147"/>
                <a:gd name="connsiteX7" fmla="*/ 0 w 4917"/>
                <a:gd name="connsiteY7" fmla="*/ 22951 h 31147"/>
                <a:gd name="connsiteX8" fmla="*/ 0 w 4917"/>
                <a:gd name="connsiteY8" fmla="*/ 26229 h 31147"/>
                <a:gd name="connsiteX9" fmla="*/ 0 w 4917"/>
                <a:gd name="connsiteY9" fmla="*/ 31147 h 31147"/>
                <a:gd name="connsiteX10" fmla="*/ 1639 w 4917"/>
                <a:gd name="connsiteY10" fmla="*/ 26229 h 31147"/>
                <a:gd name="connsiteX11" fmla="*/ 3279 w 4917"/>
                <a:gd name="connsiteY11" fmla="*/ 22951 h 31147"/>
                <a:gd name="connsiteX12" fmla="*/ 3279 w 4917"/>
                <a:gd name="connsiteY12" fmla="*/ 19672 h 31147"/>
                <a:gd name="connsiteX13" fmla="*/ 3279 w 4917"/>
                <a:gd name="connsiteY13" fmla="*/ 14754 h 31147"/>
                <a:gd name="connsiteX14" fmla="*/ 4918 w 4917"/>
                <a:gd name="connsiteY14" fmla="*/ 11476 h 31147"/>
                <a:gd name="connsiteX15" fmla="*/ 4918 w 4917"/>
                <a:gd name="connsiteY15" fmla="*/ 8197 h 31147"/>
                <a:gd name="connsiteX16" fmla="*/ 3279 w 4917"/>
                <a:gd name="connsiteY16" fmla="*/ 4918 h 3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17" h="31147">
                  <a:moveTo>
                    <a:pt x="3279" y="0"/>
                  </a:moveTo>
                  <a:lnTo>
                    <a:pt x="1639" y="0"/>
                  </a:lnTo>
                  <a:lnTo>
                    <a:pt x="0" y="3279"/>
                  </a:lnTo>
                  <a:lnTo>
                    <a:pt x="0" y="8197"/>
                  </a:lnTo>
                  <a:lnTo>
                    <a:pt x="0" y="11476"/>
                  </a:lnTo>
                  <a:lnTo>
                    <a:pt x="0" y="14754"/>
                  </a:lnTo>
                  <a:lnTo>
                    <a:pt x="0" y="19672"/>
                  </a:lnTo>
                  <a:lnTo>
                    <a:pt x="0" y="22951"/>
                  </a:lnTo>
                  <a:lnTo>
                    <a:pt x="0" y="26229"/>
                  </a:lnTo>
                  <a:lnTo>
                    <a:pt x="0" y="31147"/>
                  </a:lnTo>
                  <a:lnTo>
                    <a:pt x="1639" y="26229"/>
                  </a:lnTo>
                  <a:lnTo>
                    <a:pt x="3279" y="22951"/>
                  </a:lnTo>
                  <a:lnTo>
                    <a:pt x="3279" y="19672"/>
                  </a:lnTo>
                  <a:lnTo>
                    <a:pt x="3279" y="14754"/>
                  </a:lnTo>
                  <a:lnTo>
                    <a:pt x="4918" y="11476"/>
                  </a:lnTo>
                  <a:lnTo>
                    <a:pt x="4918" y="8197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4" name="Freeform 2383">
              <a:extLst>
                <a:ext uri="{FF2B5EF4-FFF2-40B4-BE49-F238E27FC236}">
                  <a16:creationId xmlns:a16="http://schemas.microsoft.com/office/drawing/2014/main" id="{E9361DC8-6DCF-4644-AF64-B079460B15ED}"/>
                </a:ext>
              </a:extLst>
            </p:cNvPr>
            <p:cNvSpPr/>
            <p:nvPr/>
          </p:nvSpPr>
          <p:spPr>
            <a:xfrm>
              <a:off x="10010735" y="4431288"/>
              <a:ext cx="4917" cy="6557"/>
            </a:xfrm>
            <a:custGeom>
              <a:avLst/>
              <a:gdLst>
                <a:gd name="connsiteX0" fmla="*/ 1640 w 4917"/>
                <a:gd name="connsiteY0" fmla="*/ 0 h 6557"/>
                <a:gd name="connsiteX1" fmla="*/ 0 w 4917"/>
                <a:gd name="connsiteY1" fmla="*/ 1639 h 6557"/>
                <a:gd name="connsiteX2" fmla="*/ 1640 w 4917"/>
                <a:gd name="connsiteY2" fmla="*/ 6558 h 6557"/>
                <a:gd name="connsiteX3" fmla="*/ 4918 w 4917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6557">
                  <a:moveTo>
                    <a:pt x="1640" y="0"/>
                  </a:moveTo>
                  <a:lnTo>
                    <a:pt x="0" y="1639"/>
                  </a:lnTo>
                  <a:lnTo>
                    <a:pt x="1640" y="6558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5" name="Freeform 2384">
              <a:extLst>
                <a:ext uri="{FF2B5EF4-FFF2-40B4-BE49-F238E27FC236}">
                  <a16:creationId xmlns:a16="http://schemas.microsoft.com/office/drawing/2014/main" id="{7E6F3157-AB0E-B44A-A5BF-866122ED8492}"/>
                </a:ext>
              </a:extLst>
            </p:cNvPr>
            <p:cNvSpPr/>
            <p:nvPr/>
          </p:nvSpPr>
          <p:spPr>
            <a:xfrm>
              <a:off x="10017293" y="4442764"/>
              <a:ext cx="8196" cy="1639"/>
            </a:xfrm>
            <a:custGeom>
              <a:avLst/>
              <a:gdLst>
                <a:gd name="connsiteX0" fmla="*/ 0 w 8196"/>
                <a:gd name="connsiteY0" fmla="*/ 0 h 1639"/>
                <a:gd name="connsiteX1" fmla="*/ 0 w 8196"/>
                <a:gd name="connsiteY1" fmla="*/ 1639 h 1639"/>
                <a:gd name="connsiteX2" fmla="*/ 4918 w 8196"/>
                <a:gd name="connsiteY2" fmla="*/ 1639 h 1639"/>
                <a:gd name="connsiteX3" fmla="*/ 8197 w 8196"/>
                <a:gd name="connsiteY3" fmla="*/ 1639 h 1639"/>
                <a:gd name="connsiteX4" fmla="*/ 4918 w 8196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0" y="0"/>
                  </a:moveTo>
                  <a:lnTo>
                    <a:pt x="0" y="1639"/>
                  </a:lnTo>
                  <a:lnTo>
                    <a:pt x="4918" y="1639"/>
                  </a:lnTo>
                  <a:lnTo>
                    <a:pt x="8197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6" name="Freeform 2385">
              <a:extLst>
                <a:ext uri="{FF2B5EF4-FFF2-40B4-BE49-F238E27FC236}">
                  <a16:creationId xmlns:a16="http://schemas.microsoft.com/office/drawing/2014/main" id="{07FA6A8A-5021-A54F-83CB-2AAA0EAEEC44}"/>
                </a:ext>
              </a:extLst>
            </p:cNvPr>
            <p:cNvSpPr/>
            <p:nvPr/>
          </p:nvSpPr>
          <p:spPr>
            <a:xfrm>
              <a:off x="10033687" y="4590304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7" name="Freeform 2386">
              <a:extLst>
                <a:ext uri="{FF2B5EF4-FFF2-40B4-BE49-F238E27FC236}">
                  <a16:creationId xmlns:a16="http://schemas.microsoft.com/office/drawing/2014/main" id="{85AA404E-3E06-AC49-9F21-16B0D93A99BB}"/>
                </a:ext>
              </a:extLst>
            </p:cNvPr>
            <p:cNvSpPr/>
            <p:nvPr/>
          </p:nvSpPr>
          <p:spPr>
            <a:xfrm>
              <a:off x="10040243" y="4582108"/>
              <a:ext cx="11475" cy="8196"/>
            </a:xfrm>
            <a:custGeom>
              <a:avLst/>
              <a:gdLst>
                <a:gd name="connsiteX0" fmla="*/ 1640 w 11475"/>
                <a:gd name="connsiteY0" fmla="*/ 4918 h 8196"/>
                <a:gd name="connsiteX1" fmla="*/ 0 w 11475"/>
                <a:gd name="connsiteY1" fmla="*/ 8197 h 8196"/>
                <a:gd name="connsiteX2" fmla="*/ 4919 w 11475"/>
                <a:gd name="connsiteY2" fmla="*/ 8197 h 8196"/>
                <a:gd name="connsiteX3" fmla="*/ 8197 w 11475"/>
                <a:gd name="connsiteY3" fmla="*/ 6557 h 8196"/>
                <a:gd name="connsiteX4" fmla="*/ 11476 w 11475"/>
                <a:gd name="connsiteY4" fmla="*/ 3279 h 8196"/>
                <a:gd name="connsiteX5" fmla="*/ 8197 w 11475"/>
                <a:gd name="connsiteY5" fmla="*/ 0 h 8196"/>
                <a:gd name="connsiteX6" fmla="*/ 4919 w 11475"/>
                <a:gd name="connsiteY6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8196">
                  <a:moveTo>
                    <a:pt x="1640" y="4918"/>
                  </a:moveTo>
                  <a:lnTo>
                    <a:pt x="0" y="8197"/>
                  </a:lnTo>
                  <a:lnTo>
                    <a:pt x="4919" y="8197"/>
                  </a:lnTo>
                  <a:lnTo>
                    <a:pt x="8197" y="6557"/>
                  </a:lnTo>
                  <a:lnTo>
                    <a:pt x="11476" y="3279"/>
                  </a:lnTo>
                  <a:lnTo>
                    <a:pt x="8197" y="0"/>
                  </a:lnTo>
                  <a:lnTo>
                    <a:pt x="491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8" name="Freeform 2387">
              <a:extLst>
                <a:ext uri="{FF2B5EF4-FFF2-40B4-BE49-F238E27FC236}">
                  <a16:creationId xmlns:a16="http://schemas.microsoft.com/office/drawing/2014/main" id="{37F8A783-75CC-7546-90F7-7C710829B9A6}"/>
                </a:ext>
              </a:extLst>
            </p:cNvPr>
            <p:cNvSpPr/>
            <p:nvPr/>
          </p:nvSpPr>
          <p:spPr>
            <a:xfrm>
              <a:off x="10059916" y="4346043"/>
              <a:ext cx="9836" cy="18032"/>
            </a:xfrm>
            <a:custGeom>
              <a:avLst/>
              <a:gdLst>
                <a:gd name="connsiteX0" fmla="*/ 8197 w 9836"/>
                <a:gd name="connsiteY0" fmla="*/ 0 h 18032"/>
                <a:gd name="connsiteX1" fmla="*/ 6558 w 9836"/>
                <a:gd name="connsiteY1" fmla="*/ 0 h 18032"/>
                <a:gd name="connsiteX2" fmla="*/ 3279 w 9836"/>
                <a:gd name="connsiteY2" fmla="*/ 3278 h 18032"/>
                <a:gd name="connsiteX3" fmla="*/ 0 w 9836"/>
                <a:gd name="connsiteY3" fmla="*/ 6557 h 18032"/>
                <a:gd name="connsiteX4" fmla="*/ 1640 w 9836"/>
                <a:gd name="connsiteY4" fmla="*/ 9836 h 18032"/>
                <a:gd name="connsiteX5" fmla="*/ 3279 w 9836"/>
                <a:gd name="connsiteY5" fmla="*/ 14754 h 18032"/>
                <a:gd name="connsiteX6" fmla="*/ 4918 w 9836"/>
                <a:gd name="connsiteY6" fmla="*/ 18033 h 18032"/>
                <a:gd name="connsiteX7" fmla="*/ 9837 w 9836"/>
                <a:gd name="connsiteY7" fmla="*/ 16393 h 18032"/>
                <a:gd name="connsiteX8" fmla="*/ 9837 w 9836"/>
                <a:gd name="connsiteY8" fmla="*/ 11475 h 18032"/>
                <a:gd name="connsiteX9" fmla="*/ 9837 w 9836"/>
                <a:gd name="connsiteY9" fmla="*/ 8197 h 18032"/>
                <a:gd name="connsiteX10" fmla="*/ 9837 w 9836"/>
                <a:gd name="connsiteY10" fmla="*/ 4918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836" h="18032">
                  <a:moveTo>
                    <a:pt x="8197" y="0"/>
                  </a:moveTo>
                  <a:lnTo>
                    <a:pt x="6558" y="0"/>
                  </a:lnTo>
                  <a:lnTo>
                    <a:pt x="3279" y="3278"/>
                  </a:lnTo>
                  <a:lnTo>
                    <a:pt x="0" y="6557"/>
                  </a:lnTo>
                  <a:lnTo>
                    <a:pt x="1640" y="9836"/>
                  </a:lnTo>
                  <a:lnTo>
                    <a:pt x="3279" y="14754"/>
                  </a:lnTo>
                  <a:lnTo>
                    <a:pt x="4918" y="18033"/>
                  </a:lnTo>
                  <a:lnTo>
                    <a:pt x="9837" y="16393"/>
                  </a:lnTo>
                  <a:lnTo>
                    <a:pt x="9837" y="11475"/>
                  </a:lnTo>
                  <a:lnTo>
                    <a:pt x="9837" y="8197"/>
                  </a:lnTo>
                  <a:lnTo>
                    <a:pt x="983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9" name="Freeform 2388">
              <a:extLst>
                <a:ext uri="{FF2B5EF4-FFF2-40B4-BE49-F238E27FC236}">
                  <a16:creationId xmlns:a16="http://schemas.microsoft.com/office/drawing/2014/main" id="{A7F300CF-A5E3-EC4D-B679-C5E30001B058}"/>
                </a:ext>
              </a:extLst>
            </p:cNvPr>
            <p:cNvSpPr/>
            <p:nvPr/>
          </p:nvSpPr>
          <p:spPr>
            <a:xfrm>
              <a:off x="10063194" y="4139487"/>
              <a:ext cx="8196" cy="4917"/>
            </a:xfrm>
            <a:custGeom>
              <a:avLst/>
              <a:gdLst>
                <a:gd name="connsiteX0" fmla="*/ 8197 w 8196"/>
                <a:gd name="connsiteY0" fmla="*/ 3279 h 4917"/>
                <a:gd name="connsiteX1" fmla="*/ 4918 w 8196"/>
                <a:gd name="connsiteY1" fmla="*/ 0 h 4917"/>
                <a:gd name="connsiteX2" fmla="*/ 1639 w 8196"/>
                <a:gd name="connsiteY2" fmla="*/ 1639 h 4917"/>
                <a:gd name="connsiteX3" fmla="*/ 0 w 8196"/>
                <a:gd name="connsiteY3" fmla="*/ 4918 h 4917"/>
                <a:gd name="connsiteX4" fmla="*/ 3279 w 8196"/>
                <a:gd name="connsiteY4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7">
                  <a:moveTo>
                    <a:pt x="8197" y="3279"/>
                  </a:moveTo>
                  <a:lnTo>
                    <a:pt x="4918" y="0"/>
                  </a:lnTo>
                  <a:lnTo>
                    <a:pt x="1639" y="1639"/>
                  </a:lnTo>
                  <a:lnTo>
                    <a:pt x="0" y="4918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0" name="Freeform 2389">
              <a:extLst>
                <a:ext uri="{FF2B5EF4-FFF2-40B4-BE49-F238E27FC236}">
                  <a16:creationId xmlns:a16="http://schemas.microsoft.com/office/drawing/2014/main" id="{8C3613CA-3C55-6448-AE8F-579DC27C1898}"/>
                </a:ext>
              </a:extLst>
            </p:cNvPr>
            <p:cNvSpPr/>
            <p:nvPr/>
          </p:nvSpPr>
          <p:spPr>
            <a:xfrm>
              <a:off x="10068112" y="4136208"/>
              <a:ext cx="8196" cy="4918"/>
            </a:xfrm>
            <a:custGeom>
              <a:avLst/>
              <a:gdLst>
                <a:gd name="connsiteX0" fmla="*/ 8197 w 8196"/>
                <a:gd name="connsiteY0" fmla="*/ 3279 h 4918"/>
                <a:gd name="connsiteX1" fmla="*/ 4918 w 8196"/>
                <a:gd name="connsiteY1" fmla="*/ 0 h 4918"/>
                <a:gd name="connsiteX2" fmla="*/ 0 w 8196"/>
                <a:gd name="connsiteY2" fmla="*/ 3279 h 4918"/>
                <a:gd name="connsiteX3" fmla="*/ 3279 w 8196"/>
                <a:gd name="connsiteY3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4918">
                  <a:moveTo>
                    <a:pt x="8197" y="3279"/>
                  </a:moveTo>
                  <a:lnTo>
                    <a:pt x="4918" y="0"/>
                  </a:lnTo>
                  <a:lnTo>
                    <a:pt x="0" y="3279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1" name="Freeform 2390">
              <a:extLst>
                <a:ext uri="{FF2B5EF4-FFF2-40B4-BE49-F238E27FC236}">
                  <a16:creationId xmlns:a16="http://schemas.microsoft.com/office/drawing/2014/main" id="{F4D8F3E7-D658-1B4E-9051-14AF0AC02A3B}"/>
                </a:ext>
              </a:extLst>
            </p:cNvPr>
            <p:cNvSpPr/>
            <p:nvPr/>
          </p:nvSpPr>
          <p:spPr>
            <a:xfrm>
              <a:off x="10077949" y="4326371"/>
              <a:ext cx="19671" cy="36065"/>
            </a:xfrm>
            <a:custGeom>
              <a:avLst/>
              <a:gdLst>
                <a:gd name="connsiteX0" fmla="*/ 9836 w 19671"/>
                <a:gd name="connsiteY0" fmla="*/ 36066 h 36065"/>
                <a:gd name="connsiteX1" fmla="*/ 13114 w 19671"/>
                <a:gd name="connsiteY1" fmla="*/ 32787 h 36065"/>
                <a:gd name="connsiteX2" fmla="*/ 14753 w 19671"/>
                <a:gd name="connsiteY2" fmla="*/ 27869 h 36065"/>
                <a:gd name="connsiteX3" fmla="*/ 13114 w 19671"/>
                <a:gd name="connsiteY3" fmla="*/ 24590 h 36065"/>
                <a:gd name="connsiteX4" fmla="*/ 14753 w 19671"/>
                <a:gd name="connsiteY4" fmla="*/ 21312 h 36065"/>
                <a:gd name="connsiteX5" fmla="*/ 18032 w 19671"/>
                <a:gd name="connsiteY5" fmla="*/ 16393 h 36065"/>
                <a:gd name="connsiteX6" fmla="*/ 19671 w 19671"/>
                <a:gd name="connsiteY6" fmla="*/ 13115 h 36065"/>
                <a:gd name="connsiteX7" fmla="*/ 19671 w 19671"/>
                <a:gd name="connsiteY7" fmla="*/ 9836 h 36065"/>
                <a:gd name="connsiteX8" fmla="*/ 19671 w 19671"/>
                <a:gd name="connsiteY8" fmla="*/ 4918 h 36065"/>
                <a:gd name="connsiteX9" fmla="*/ 19671 w 19671"/>
                <a:gd name="connsiteY9" fmla="*/ 1639 h 36065"/>
                <a:gd name="connsiteX10" fmla="*/ 18032 w 19671"/>
                <a:gd name="connsiteY10" fmla="*/ 0 h 36065"/>
                <a:gd name="connsiteX11" fmla="*/ 14753 w 19671"/>
                <a:gd name="connsiteY11" fmla="*/ 1639 h 36065"/>
                <a:gd name="connsiteX12" fmla="*/ 11475 w 19671"/>
                <a:gd name="connsiteY12" fmla="*/ 4918 h 36065"/>
                <a:gd name="connsiteX13" fmla="*/ 6557 w 19671"/>
                <a:gd name="connsiteY13" fmla="*/ 4918 h 36065"/>
                <a:gd name="connsiteX14" fmla="*/ 3278 w 19671"/>
                <a:gd name="connsiteY14" fmla="*/ 9836 h 36065"/>
                <a:gd name="connsiteX15" fmla="*/ 4918 w 19671"/>
                <a:gd name="connsiteY15" fmla="*/ 13115 h 36065"/>
                <a:gd name="connsiteX16" fmla="*/ 4918 w 19671"/>
                <a:gd name="connsiteY16" fmla="*/ 16393 h 36065"/>
                <a:gd name="connsiteX17" fmla="*/ 4918 w 19671"/>
                <a:gd name="connsiteY17" fmla="*/ 19672 h 36065"/>
                <a:gd name="connsiteX18" fmla="*/ 1639 w 19671"/>
                <a:gd name="connsiteY18" fmla="*/ 24590 h 36065"/>
                <a:gd name="connsiteX19" fmla="*/ 1639 w 19671"/>
                <a:gd name="connsiteY19" fmla="*/ 27869 h 36065"/>
                <a:gd name="connsiteX20" fmla="*/ 0 w 19671"/>
                <a:gd name="connsiteY20" fmla="*/ 31147 h 36065"/>
                <a:gd name="connsiteX21" fmla="*/ 3278 w 19671"/>
                <a:gd name="connsiteY21" fmla="*/ 34426 h 36065"/>
                <a:gd name="connsiteX22" fmla="*/ 8197 w 19671"/>
                <a:gd name="connsiteY22" fmla="*/ 34426 h 36065"/>
                <a:gd name="connsiteX23" fmla="*/ 8197 w 19671"/>
                <a:gd name="connsiteY23" fmla="*/ 29508 h 36065"/>
                <a:gd name="connsiteX24" fmla="*/ 9836 w 19671"/>
                <a:gd name="connsiteY24" fmla="*/ 34426 h 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671" h="36065">
                  <a:moveTo>
                    <a:pt x="9836" y="36066"/>
                  </a:moveTo>
                  <a:lnTo>
                    <a:pt x="13114" y="32787"/>
                  </a:lnTo>
                  <a:lnTo>
                    <a:pt x="14753" y="27869"/>
                  </a:lnTo>
                  <a:lnTo>
                    <a:pt x="13114" y="24590"/>
                  </a:lnTo>
                  <a:lnTo>
                    <a:pt x="14753" y="21312"/>
                  </a:lnTo>
                  <a:lnTo>
                    <a:pt x="18032" y="16393"/>
                  </a:lnTo>
                  <a:lnTo>
                    <a:pt x="19671" y="13115"/>
                  </a:lnTo>
                  <a:lnTo>
                    <a:pt x="19671" y="9836"/>
                  </a:lnTo>
                  <a:lnTo>
                    <a:pt x="19671" y="4918"/>
                  </a:lnTo>
                  <a:lnTo>
                    <a:pt x="19671" y="1639"/>
                  </a:lnTo>
                  <a:lnTo>
                    <a:pt x="18032" y="0"/>
                  </a:lnTo>
                  <a:lnTo>
                    <a:pt x="14753" y="1639"/>
                  </a:lnTo>
                  <a:lnTo>
                    <a:pt x="11475" y="4918"/>
                  </a:lnTo>
                  <a:lnTo>
                    <a:pt x="6557" y="4918"/>
                  </a:lnTo>
                  <a:lnTo>
                    <a:pt x="3278" y="9836"/>
                  </a:lnTo>
                  <a:lnTo>
                    <a:pt x="4918" y="13115"/>
                  </a:lnTo>
                  <a:lnTo>
                    <a:pt x="4918" y="16393"/>
                  </a:lnTo>
                  <a:lnTo>
                    <a:pt x="4918" y="19672"/>
                  </a:lnTo>
                  <a:lnTo>
                    <a:pt x="1639" y="24590"/>
                  </a:lnTo>
                  <a:lnTo>
                    <a:pt x="1639" y="27869"/>
                  </a:lnTo>
                  <a:lnTo>
                    <a:pt x="0" y="31147"/>
                  </a:lnTo>
                  <a:lnTo>
                    <a:pt x="3278" y="34426"/>
                  </a:lnTo>
                  <a:lnTo>
                    <a:pt x="8197" y="34426"/>
                  </a:lnTo>
                  <a:lnTo>
                    <a:pt x="8197" y="29508"/>
                  </a:lnTo>
                  <a:lnTo>
                    <a:pt x="9836" y="344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2" name="Freeform 2391">
              <a:extLst>
                <a:ext uri="{FF2B5EF4-FFF2-40B4-BE49-F238E27FC236}">
                  <a16:creationId xmlns:a16="http://schemas.microsoft.com/office/drawing/2014/main" id="{71FE7ACD-DBC1-CC4A-B60D-F33F27C31A8A}"/>
                </a:ext>
              </a:extLst>
            </p:cNvPr>
            <p:cNvSpPr/>
            <p:nvPr/>
          </p:nvSpPr>
          <p:spPr>
            <a:xfrm>
              <a:off x="10082867" y="4585387"/>
              <a:ext cx="22950" cy="19671"/>
            </a:xfrm>
            <a:custGeom>
              <a:avLst/>
              <a:gdLst>
                <a:gd name="connsiteX0" fmla="*/ 1639 w 22950"/>
                <a:gd name="connsiteY0" fmla="*/ 11475 h 19671"/>
                <a:gd name="connsiteX1" fmla="*/ 0 w 22950"/>
                <a:gd name="connsiteY1" fmla="*/ 14754 h 19671"/>
                <a:gd name="connsiteX2" fmla="*/ 0 w 22950"/>
                <a:gd name="connsiteY2" fmla="*/ 19672 h 19671"/>
                <a:gd name="connsiteX3" fmla="*/ 4918 w 22950"/>
                <a:gd name="connsiteY3" fmla="*/ 18032 h 19671"/>
                <a:gd name="connsiteX4" fmla="*/ 8197 w 22950"/>
                <a:gd name="connsiteY4" fmla="*/ 16393 h 19671"/>
                <a:gd name="connsiteX5" fmla="*/ 11476 w 22950"/>
                <a:gd name="connsiteY5" fmla="*/ 14754 h 19671"/>
                <a:gd name="connsiteX6" fmla="*/ 16393 w 22950"/>
                <a:gd name="connsiteY6" fmla="*/ 13114 h 19671"/>
                <a:gd name="connsiteX7" fmla="*/ 19672 w 22950"/>
                <a:gd name="connsiteY7" fmla="*/ 9836 h 19671"/>
                <a:gd name="connsiteX8" fmla="*/ 22950 w 22950"/>
                <a:gd name="connsiteY8" fmla="*/ 8197 h 19671"/>
                <a:gd name="connsiteX9" fmla="*/ 21311 w 22950"/>
                <a:gd name="connsiteY9" fmla="*/ 4918 h 19671"/>
                <a:gd name="connsiteX10" fmla="*/ 19672 w 22950"/>
                <a:gd name="connsiteY10" fmla="*/ 0 h 19671"/>
                <a:gd name="connsiteX11" fmla="*/ 16393 w 22950"/>
                <a:gd name="connsiteY11" fmla="*/ 3278 h 19671"/>
                <a:gd name="connsiteX12" fmla="*/ 13114 w 22950"/>
                <a:gd name="connsiteY12" fmla="*/ 6557 h 19671"/>
                <a:gd name="connsiteX13" fmla="*/ 8197 w 22950"/>
                <a:gd name="connsiteY13" fmla="*/ 9836 h 19671"/>
                <a:gd name="connsiteX14" fmla="*/ 4918 w 22950"/>
                <a:gd name="connsiteY14" fmla="*/ 11475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950" h="19671">
                  <a:moveTo>
                    <a:pt x="1639" y="11475"/>
                  </a:moveTo>
                  <a:lnTo>
                    <a:pt x="0" y="14754"/>
                  </a:lnTo>
                  <a:lnTo>
                    <a:pt x="0" y="19672"/>
                  </a:lnTo>
                  <a:lnTo>
                    <a:pt x="4918" y="18032"/>
                  </a:lnTo>
                  <a:lnTo>
                    <a:pt x="8197" y="16393"/>
                  </a:lnTo>
                  <a:lnTo>
                    <a:pt x="11476" y="14754"/>
                  </a:lnTo>
                  <a:lnTo>
                    <a:pt x="16393" y="13114"/>
                  </a:lnTo>
                  <a:lnTo>
                    <a:pt x="19672" y="9836"/>
                  </a:lnTo>
                  <a:lnTo>
                    <a:pt x="22950" y="8197"/>
                  </a:lnTo>
                  <a:lnTo>
                    <a:pt x="21311" y="4918"/>
                  </a:lnTo>
                  <a:lnTo>
                    <a:pt x="19672" y="0"/>
                  </a:lnTo>
                  <a:lnTo>
                    <a:pt x="16393" y="3278"/>
                  </a:lnTo>
                  <a:lnTo>
                    <a:pt x="13114" y="6557"/>
                  </a:lnTo>
                  <a:lnTo>
                    <a:pt x="8197" y="9836"/>
                  </a:lnTo>
                  <a:lnTo>
                    <a:pt x="4918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3" name="Freeform 2392">
              <a:extLst>
                <a:ext uri="{FF2B5EF4-FFF2-40B4-BE49-F238E27FC236}">
                  <a16:creationId xmlns:a16="http://schemas.microsoft.com/office/drawing/2014/main" id="{C72273B8-6A96-F049-9F81-B00A9F8F9A18}"/>
                </a:ext>
              </a:extLst>
            </p:cNvPr>
            <p:cNvSpPr/>
            <p:nvPr/>
          </p:nvSpPr>
          <p:spPr>
            <a:xfrm>
              <a:off x="10086146" y="4272273"/>
              <a:ext cx="1638" cy="3278"/>
            </a:xfrm>
            <a:custGeom>
              <a:avLst/>
              <a:gdLst>
                <a:gd name="connsiteX0" fmla="*/ 1639 w 1638"/>
                <a:gd name="connsiteY0" fmla="*/ 0 h 3278"/>
                <a:gd name="connsiteX1" fmla="*/ 0 w 1638"/>
                <a:gd name="connsiteY1" fmla="*/ 0 h 3278"/>
                <a:gd name="connsiteX2" fmla="*/ 1639 w 1638"/>
                <a:gd name="connsiteY2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1639" y="0"/>
                  </a:moveTo>
                  <a:lnTo>
                    <a:pt x="0" y="0"/>
                  </a:lnTo>
                  <a:lnTo>
                    <a:pt x="1639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4" name="Freeform 2393">
              <a:extLst>
                <a:ext uri="{FF2B5EF4-FFF2-40B4-BE49-F238E27FC236}">
                  <a16:creationId xmlns:a16="http://schemas.microsoft.com/office/drawing/2014/main" id="{3FC075B0-2ACF-0A46-B337-BF7F271DE80C}"/>
                </a:ext>
              </a:extLst>
            </p:cNvPr>
            <p:cNvSpPr/>
            <p:nvPr/>
          </p:nvSpPr>
          <p:spPr>
            <a:xfrm>
              <a:off x="10089423" y="4316535"/>
              <a:ext cx="26229" cy="57376"/>
            </a:xfrm>
            <a:custGeom>
              <a:avLst/>
              <a:gdLst>
                <a:gd name="connsiteX0" fmla="*/ 21312 w 26229"/>
                <a:gd name="connsiteY0" fmla="*/ 0 h 57376"/>
                <a:gd name="connsiteX1" fmla="*/ 18033 w 26229"/>
                <a:gd name="connsiteY1" fmla="*/ 1639 h 57376"/>
                <a:gd name="connsiteX2" fmla="*/ 14754 w 26229"/>
                <a:gd name="connsiteY2" fmla="*/ 4918 h 57376"/>
                <a:gd name="connsiteX3" fmla="*/ 13115 w 26229"/>
                <a:gd name="connsiteY3" fmla="*/ 8197 h 57376"/>
                <a:gd name="connsiteX4" fmla="*/ 11476 w 26229"/>
                <a:gd name="connsiteY4" fmla="*/ 13115 h 57376"/>
                <a:gd name="connsiteX5" fmla="*/ 11476 w 26229"/>
                <a:gd name="connsiteY5" fmla="*/ 16393 h 57376"/>
                <a:gd name="connsiteX6" fmla="*/ 9837 w 26229"/>
                <a:gd name="connsiteY6" fmla="*/ 19672 h 57376"/>
                <a:gd name="connsiteX7" fmla="*/ 9837 w 26229"/>
                <a:gd name="connsiteY7" fmla="*/ 22951 h 57376"/>
                <a:gd name="connsiteX8" fmla="*/ 8197 w 26229"/>
                <a:gd name="connsiteY8" fmla="*/ 27869 h 57376"/>
                <a:gd name="connsiteX9" fmla="*/ 8197 w 26229"/>
                <a:gd name="connsiteY9" fmla="*/ 31148 h 57376"/>
                <a:gd name="connsiteX10" fmla="*/ 8197 w 26229"/>
                <a:gd name="connsiteY10" fmla="*/ 34426 h 57376"/>
                <a:gd name="connsiteX11" fmla="*/ 6558 w 26229"/>
                <a:gd name="connsiteY11" fmla="*/ 39344 h 57376"/>
                <a:gd name="connsiteX12" fmla="*/ 3279 w 26229"/>
                <a:gd name="connsiteY12" fmla="*/ 42623 h 57376"/>
                <a:gd name="connsiteX13" fmla="*/ 1640 w 26229"/>
                <a:gd name="connsiteY13" fmla="*/ 45902 h 57376"/>
                <a:gd name="connsiteX14" fmla="*/ 0 w 26229"/>
                <a:gd name="connsiteY14" fmla="*/ 50820 h 57376"/>
                <a:gd name="connsiteX15" fmla="*/ 1640 w 26229"/>
                <a:gd name="connsiteY15" fmla="*/ 54098 h 57376"/>
                <a:gd name="connsiteX16" fmla="*/ 4919 w 26229"/>
                <a:gd name="connsiteY16" fmla="*/ 54098 h 57376"/>
                <a:gd name="connsiteX17" fmla="*/ 8197 w 26229"/>
                <a:gd name="connsiteY17" fmla="*/ 57377 h 57376"/>
                <a:gd name="connsiteX18" fmla="*/ 11476 w 26229"/>
                <a:gd name="connsiteY18" fmla="*/ 52459 h 57376"/>
                <a:gd name="connsiteX19" fmla="*/ 13115 w 26229"/>
                <a:gd name="connsiteY19" fmla="*/ 49180 h 57376"/>
                <a:gd name="connsiteX20" fmla="*/ 13115 w 26229"/>
                <a:gd name="connsiteY20" fmla="*/ 45902 h 57376"/>
                <a:gd name="connsiteX21" fmla="*/ 16393 w 26229"/>
                <a:gd name="connsiteY21" fmla="*/ 44262 h 57376"/>
                <a:gd name="connsiteX22" fmla="*/ 19672 w 26229"/>
                <a:gd name="connsiteY22" fmla="*/ 44262 h 57376"/>
                <a:gd name="connsiteX23" fmla="*/ 24590 w 26229"/>
                <a:gd name="connsiteY23" fmla="*/ 40983 h 57376"/>
                <a:gd name="connsiteX24" fmla="*/ 22951 w 26229"/>
                <a:gd name="connsiteY24" fmla="*/ 36066 h 57376"/>
                <a:gd name="connsiteX25" fmla="*/ 19672 w 26229"/>
                <a:gd name="connsiteY25" fmla="*/ 32787 h 57376"/>
                <a:gd name="connsiteX26" fmla="*/ 14754 w 26229"/>
                <a:gd name="connsiteY26" fmla="*/ 34426 h 57376"/>
                <a:gd name="connsiteX27" fmla="*/ 16393 w 26229"/>
                <a:gd name="connsiteY27" fmla="*/ 31148 h 57376"/>
                <a:gd name="connsiteX28" fmla="*/ 16393 w 26229"/>
                <a:gd name="connsiteY28" fmla="*/ 27869 h 57376"/>
                <a:gd name="connsiteX29" fmla="*/ 16393 w 26229"/>
                <a:gd name="connsiteY29" fmla="*/ 24590 h 57376"/>
                <a:gd name="connsiteX30" fmla="*/ 18033 w 26229"/>
                <a:gd name="connsiteY30" fmla="*/ 19672 h 57376"/>
                <a:gd name="connsiteX31" fmla="*/ 19672 w 26229"/>
                <a:gd name="connsiteY31" fmla="*/ 16393 h 57376"/>
                <a:gd name="connsiteX32" fmla="*/ 22951 w 26229"/>
                <a:gd name="connsiteY32" fmla="*/ 13115 h 57376"/>
                <a:gd name="connsiteX33" fmla="*/ 24590 w 26229"/>
                <a:gd name="connsiteY33" fmla="*/ 18033 h 57376"/>
                <a:gd name="connsiteX34" fmla="*/ 26230 w 26229"/>
                <a:gd name="connsiteY34" fmla="*/ 13115 h 57376"/>
                <a:gd name="connsiteX35" fmla="*/ 26230 w 26229"/>
                <a:gd name="connsiteY35" fmla="*/ 9836 h 57376"/>
                <a:gd name="connsiteX36" fmla="*/ 24590 w 26229"/>
                <a:gd name="connsiteY36" fmla="*/ 6558 h 57376"/>
                <a:gd name="connsiteX37" fmla="*/ 21312 w 26229"/>
                <a:gd name="connsiteY37" fmla="*/ 3279 h 5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6229" h="57376">
                  <a:moveTo>
                    <a:pt x="21312" y="0"/>
                  </a:moveTo>
                  <a:lnTo>
                    <a:pt x="18033" y="1639"/>
                  </a:lnTo>
                  <a:lnTo>
                    <a:pt x="14754" y="4918"/>
                  </a:lnTo>
                  <a:lnTo>
                    <a:pt x="13115" y="8197"/>
                  </a:lnTo>
                  <a:lnTo>
                    <a:pt x="11476" y="13115"/>
                  </a:lnTo>
                  <a:lnTo>
                    <a:pt x="11476" y="16393"/>
                  </a:lnTo>
                  <a:lnTo>
                    <a:pt x="9837" y="19672"/>
                  </a:lnTo>
                  <a:lnTo>
                    <a:pt x="9837" y="22951"/>
                  </a:lnTo>
                  <a:lnTo>
                    <a:pt x="8197" y="27869"/>
                  </a:lnTo>
                  <a:lnTo>
                    <a:pt x="8197" y="31148"/>
                  </a:lnTo>
                  <a:lnTo>
                    <a:pt x="8197" y="34426"/>
                  </a:lnTo>
                  <a:lnTo>
                    <a:pt x="6558" y="39344"/>
                  </a:lnTo>
                  <a:lnTo>
                    <a:pt x="3279" y="42623"/>
                  </a:lnTo>
                  <a:lnTo>
                    <a:pt x="1640" y="45902"/>
                  </a:lnTo>
                  <a:lnTo>
                    <a:pt x="0" y="50820"/>
                  </a:lnTo>
                  <a:lnTo>
                    <a:pt x="1640" y="54098"/>
                  </a:lnTo>
                  <a:lnTo>
                    <a:pt x="4919" y="54098"/>
                  </a:lnTo>
                  <a:lnTo>
                    <a:pt x="8197" y="57377"/>
                  </a:lnTo>
                  <a:lnTo>
                    <a:pt x="11476" y="52459"/>
                  </a:lnTo>
                  <a:lnTo>
                    <a:pt x="13115" y="49180"/>
                  </a:lnTo>
                  <a:lnTo>
                    <a:pt x="13115" y="45902"/>
                  </a:lnTo>
                  <a:lnTo>
                    <a:pt x="16393" y="44262"/>
                  </a:lnTo>
                  <a:lnTo>
                    <a:pt x="19672" y="44262"/>
                  </a:lnTo>
                  <a:lnTo>
                    <a:pt x="24590" y="40983"/>
                  </a:lnTo>
                  <a:lnTo>
                    <a:pt x="22951" y="36066"/>
                  </a:lnTo>
                  <a:lnTo>
                    <a:pt x="19672" y="32787"/>
                  </a:lnTo>
                  <a:lnTo>
                    <a:pt x="14754" y="34426"/>
                  </a:lnTo>
                  <a:lnTo>
                    <a:pt x="16393" y="31148"/>
                  </a:lnTo>
                  <a:lnTo>
                    <a:pt x="16393" y="27869"/>
                  </a:lnTo>
                  <a:lnTo>
                    <a:pt x="16393" y="24590"/>
                  </a:lnTo>
                  <a:lnTo>
                    <a:pt x="18033" y="19672"/>
                  </a:lnTo>
                  <a:lnTo>
                    <a:pt x="19672" y="16393"/>
                  </a:lnTo>
                  <a:lnTo>
                    <a:pt x="22951" y="13115"/>
                  </a:lnTo>
                  <a:lnTo>
                    <a:pt x="24590" y="18033"/>
                  </a:lnTo>
                  <a:lnTo>
                    <a:pt x="26230" y="13115"/>
                  </a:lnTo>
                  <a:lnTo>
                    <a:pt x="26230" y="9836"/>
                  </a:lnTo>
                  <a:lnTo>
                    <a:pt x="24590" y="6558"/>
                  </a:lnTo>
                  <a:lnTo>
                    <a:pt x="21312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5" name="Freeform 2394">
              <a:extLst>
                <a:ext uri="{FF2B5EF4-FFF2-40B4-BE49-F238E27FC236}">
                  <a16:creationId xmlns:a16="http://schemas.microsoft.com/office/drawing/2014/main" id="{3C7DA8F5-1208-C74F-ABF6-56952A629AD8}"/>
                </a:ext>
              </a:extLst>
            </p:cNvPr>
            <p:cNvSpPr/>
            <p:nvPr/>
          </p:nvSpPr>
          <p:spPr>
            <a:xfrm>
              <a:off x="10094342" y="4495223"/>
              <a:ext cx="6556" cy="6557"/>
            </a:xfrm>
            <a:custGeom>
              <a:avLst/>
              <a:gdLst>
                <a:gd name="connsiteX0" fmla="*/ 0 w 6556"/>
                <a:gd name="connsiteY0" fmla="*/ 3278 h 6557"/>
                <a:gd name="connsiteX1" fmla="*/ 1639 w 6556"/>
                <a:gd name="connsiteY1" fmla="*/ 6557 h 6557"/>
                <a:gd name="connsiteX2" fmla="*/ 3278 w 6556"/>
                <a:gd name="connsiteY2" fmla="*/ 3278 h 6557"/>
                <a:gd name="connsiteX3" fmla="*/ 6557 w 6556"/>
                <a:gd name="connsiteY3" fmla="*/ 0 h 6557"/>
                <a:gd name="connsiteX4" fmla="*/ 3278 w 6556"/>
                <a:gd name="connsiteY4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6" h="6557">
                  <a:moveTo>
                    <a:pt x="0" y="3278"/>
                  </a:moveTo>
                  <a:lnTo>
                    <a:pt x="1639" y="6557"/>
                  </a:lnTo>
                  <a:lnTo>
                    <a:pt x="3278" y="3278"/>
                  </a:lnTo>
                  <a:lnTo>
                    <a:pt x="655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6" name="Freeform 2395">
              <a:extLst>
                <a:ext uri="{FF2B5EF4-FFF2-40B4-BE49-F238E27FC236}">
                  <a16:creationId xmlns:a16="http://schemas.microsoft.com/office/drawing/2014/main" id="{E26D2271-0E4A-3D43-B7CF-0985A1E6006C}"/>
                </a:ext>
              </a:extLst>
            </p:cNvPr>
            <p:cNvSpPr/>
            <p:nvPr/>
          </p:nvSpPr>
          <p:spPr>
            <a:xfrm>
              <a:off x="10099260" y="4487026"/>
              <a:ext cx="11475" cy="6557"/>
            </a:xfrm>
            <a:custGeom>
              <a:avLst/>
              <a:gdLst>
                <a:gd name="connsiteX0" fmla="*/ 3279 w 11475"/>
                <a:gd name="connsiteY0" fmla="*/ 0 h 6557"/>
                <a:gd name="connsiteX1" fmla="*/ 0 w 11475"/>
                <a:gd name="connsiteY1" fmla="*/ 3278 h 6557"/>
                <a:gd name="connsiteX2" fmla="*/ 0 w 11475"/>
                <a:gd name="connsiteY2" fmla="*/ 6557 h 6557"/>
                <a:gd name="connsiteX3" fmla="*/ 3279 w 11475"/>
                <a:gd name="connsiteY3" fmla="*/ 6557 h 6557"/>
                <a:gd name="connsiteX4" fmla="*/ 8197 w 11475"/>
                <a:gd name="connsiteY4" fmla="*/ 6557 h 6557"/>
                <a:gd name="connsiteX5" fmla="*/ 11476 w 11475"/>
                <a:gd name="connsiteY5" fmla="*/ 3278 h 6557"/>
                <a:gd name="connsiteX6" fmla="*/ 9836 w 11475"/>
                <a:gd name="connsiteY6" fmla="*/ 0 h 6557"/>
                <a:gd name="connsiteX7" fmla="*/ 6557 w 11475"/>
                <a:gd name="connsiteY7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6557">
                  <a:moveTo>
                    <a:pt x="3279" y="0"/>
                  </a:moveTo>
                  <a:lnTo>
                    <a:pt x="0" y="3278"/>
                  </a:lnTo>
                  <a:lnTo>
                    <a:pt x="0" y="6557"/>
                  </a:lnTo>
                  <a:lnTo>
                    <a:pt x="3279" y="6557"/>
                  </a:lnTo>
                  <a:lnTo>
                    <a:pt x="8197" y="6557"/>
                  </a:lnTo>
                  <a:lnTo>
                    <a:pt x="11476" y="3278"/>
                  </a:lnTo>
                  <a:lnTo>
                    <a:pt x="9836" y="0"/>
                  </a:lnTo>
                  <a:lnTo>
                    <a:pt x="65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7" name="Freeform 2396">
              <a:extLst>
                <a:ext uri="{FF2B5EF4-FFF2-40B4-BE49-F238E27FC236}">
                  <a16:creationId xmlns:a16="http://schemas.microsoft.com/office/drawing/2014/main" id="{9D5FDDE4-618A-8845-A457-3F1C6FC7C653}"/>
                </a:ext>
              </a:extLst>
            </p:cNvPr>
            <p:cNvSpPr/>
            <p:nvPr/>
          </p:nvSpPr>
          <p:spPr>
            <a:xfrm>
              <a:off x="10104178" y="4570632"/>
              <a:ext cx="4917" cy="8196"/>
            </a:xfrm>
            <a:custGeom>
              <a:avLst/>
              <a:gdLst>
                <a:gd name="connsiteX0" fmla="*/ 3279 w 4917"/>
                <a:gd name="connsiteY0" fmla="*/ 0 h 8196"/>
                <a:gd name="connsiteX1" fmla="*/ 3279 w 4917"/>
                <a:gd name="connsiteY1" fmla="*/ 0 h 8196"/>
                <a:gd name="connsiteX2" fmla="*/ 0 w 4917"/>
                <a:gd name="connsiteY2" fmla="*/ 3279 h 8196"/>
                <a:gd name="connsiteX3" fmla="*/ 0 w 4917"/>
                <a:gd name="connsiteY3" fmla="*/ 8197 h 8196"/>
                <a:gd name="connsiteX4" fmla="*/ 3279 w 4917"/>
                <a:gd name="connsiteY4" fmla="*/ 6558 h 8196"/>
                <a:gd name="connsiteX5" fmla="*/ 4918 w 4917"/>
                <a:gd name="connsiteY5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7" h="8196">
                  <a:moveTo>
                    <a:pt x="3279" y="0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0" y="8197"/>
                  </a:lnTo>
                  <a:lnTo>
                    <a:pt x="3279" y="6558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8" name="Freeform 2397">
              <a:extLst>
                <a:ext uri="{FF2B5EF4-FFF2-40B4-BE49-F238E27FC236}">
                  <a16:creationId xmlns:a16="http://schemas.microsoft.com/office/drawing/2014/main" id="{E00A42C1-6035-8144-A107-72CD831DF74B}"/>
                </a:ext>
              </a:extLst>
            </p:cNvPr>
            <p:cNvSpPr/>
            <p:nvPr/>
          </p:nvSpPr>
          <p:spPr>
            <a:xfrm>
              <a:off x="10104178" y="4173913"/>
              <a:ext cx="29507" cy="21311"/>
            </a:xfrm>
            <a:custGeom>
              <a:avLst/>
              <a:gdLst>
                <a:gd name="connsiteX0" fmla="*/ 18032 w 29507"/>
                <a:gd name="connsiteY0" fmla="*/ 21311 h 21311"/>
                <a:gd name="connsiteX1" fmla="*/ 18032 w 29507"/>
                <a:gd name="connsiteY1" fmla="*/ 16393 h 21311"/>
                <a:gd name="connsiteX2" fmla="*/ 18032 w 29507"/>
                <a:gd name="connsiteY2" fmla="*/ 13114 h 21311"/>
                <a:gd name="connsiteX3" fmla="*/ 21311 w 29507"/>
                <a:gd name="connsiteY3" fmla="*/ 14754 h 21311"/>
                <a:gd name="connsiteX4" fmla="*/ 24590 w 29507"/>
                <a:gd name="connsiteY4" fmla="*/ 14754 h 21311"/>
                <a:gd name="connsiteX5" fmla="*/ 27869 w 29507"/>
                <a:gd name="connsiteY5" fmla="*/ 11475 h 21311"/>
                <a:gd name="connsiteX6" fmla="*/ 29508 w 29507"/>
                <a:gd name="connsiteY6" fmla="*/ 6557 h 21311"/>
                <a:gd name="connsiteX7" fmla="*/ 26229 w 29507"/>
                <a:gd name="connsiteY7" fmla="*/ 3278 h 21311"/>
                <a:gd name="connsiteX8" fmla="*/ 22951 w 29507"/>
                <a:gd name="connsiteY8" fmla="*/ 3278 h 21311"/>
                <a:gd name="connsiteX9" fmla="*/ 19672 w 29507"/>
                <a:gd name="connsiteY9" fmla="*/ 6557 h 21311"/>
                <a:gd name="connsiteX10" fmla="*/ 18032 w 29507"/>
                <a:gd name="connsiteY10" fmla="*/ 9836 h 21311"/>
                <a:gd name="connsiteX11" fmla="*/ 16393 w 29507"/>
                <a:gd name="connsiteY11" fmla="*/ 6557 h 21311"/>
                <a:gd name="connsiteX12" fmla="*/ 18032 w 29507"/>
                <a:gd name="connsiteY12" fmla="*/ 1639 h 21311"/>
                <a:gd name="connsiteX13" fmla="*/ 13114 w 29507"/>
                <a:gd name="connsiteY13" fmla="*/ 0 h 21311"/>
                <a:gd name="connsiteX14" fmla="*/ 9836 w 29507"/>
                <a:gd name="connsiteY14" fmla="*/ 0 h 21311"/>
                <a:gd name="connsiteX15" fmla="*/ 6558 w 29507"/>
                <a:gd name="connsiteY15" fmla="*/ 0 h 21311"/>
                <a:gd name="connsiteX16" fmla="*/ 1639 w 29507"/>
                <a:gd name="connsiteY16" fmla="*/ 3278 h 21311"/>
                <a:gd name="connsiteX17" fmla="*/ 1639 w 29507"/>
                <a:gd name="connsiteY17" fmla="*/ 6557 h 21311"/>
                <a:gd name="connsiteX18" fmla="*/ 0 w 29507"/>
                <a:gd name="connsiteY18" fmla="*/ 11475 h 21311"/>
                <a:gd name="connsiteX19" fmla="*/ 1639 w 29507"/>
                <a:gd name="connsiteY19" fmla="*/ 14754 h 21311"/>
                <a:gd name="connsiteX20" fmla="*/ 3279 w 29507"/>
                <a:gd name="connsiteY20" fmla="*/ 18033 h 21311"/>
                <a:gd name="connsiteX21" fmla="*/ 6558 w 29507"/>
                <a:gd name="connsiteY21" fmla="*/ 16393 h 21311"/>
                <a:gd name="connsiteX22" fmla="*/ 9836 w 29507"/>
                <a:gd name="connsiteY22" fmla="*/ 13114 h 21311"/>
                <a:gd name="connsiteX23" fmla="*/ 11476 w 29507"/>
                <a:gd name="connsiteY23" fmla="*/ 8197 h 21311"/>
                <a:gd name="connsiteX24" fmla="*/ 14754 w 29507"/>
                <a:gd name="connsiteY24" fmla="*/ 13114 h 21311"/>
                <a:gd name="connsiteX25" fmla="*/ 14754 w 29507"/>
                <a:gd name="connsiteY25" fmla="*/ 16393 h 21311"/>
                <a:gd name="connsiteX26" fmla="*/ 14754 w 29507"/>
                <a:gd name="connsiteY26" fmla="*/ 19672 h 2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507" h="21311">
                  <a:moveTo>
                    <a:pt x="18032" y="21311"/>
                  </a:moveTo>
                  <a:lnTo>
                    <a:pt x="18032" y="16393"/>
                  </a:lnTo>
                  <a:lnTo>
                    <a:pt x="18032" y="13114"/>
                  </a:lnTo>
                  <a:lnTo>
                    <a:pt x="21311" y="14754"/>
                  </a:lnTo>
                  <a:lnTo>
                    <a:pt x="24590" y="14754"/>
                  </a:lnTo>
                  <a:lnTo>
                    <a:pt x="27869" y="11475"/>
                  </a:lnTo>
                  <a:lnTo>
                    <a:pt x="29508" y="6557"/>
                  </a:lnTo>
                  <a:lnTo>
                    <a:pt x="26229" y="3278"/>
                  </a:lnTo>
                  <a:lnTo>
                    <a:pt x="22951" y="3278"/>
                  </a:lnTo>
                  <a:lnTo>
                    <a:pt x="19672" y="6557"/>
                  </a:lnTo>
                  <a:lnTo>
                    <a:pt x="18032" y="9836"/>
                  </a:lnTo>
                  <a:lnTo>
                    <a:pt x="16393" y="6557"/>
                  </a:lnTo>
                  <a:lnTo>
                    <a:pt x="18032" y="1639"/>
                  </a:lnTo>
                  <a:lnTo>
                    <a:pt x="13114" y="0"/>
                  </a:lnTo>
                  <a:lnTo>
                    <a:pt x="9836" y="0"/>
                  </a:lnTo>
                  <a:lnTo>
                    <a:pt x="6558" y="0"/>
                  </a:lnTo>
                  <a:lnTo>
                    <a:pt x="1639" y="3278"/>
                  </a:lnTo>
                  <a:lnTo>
                    <a:pt x="1639" y="6557"/>
                  </a:lnTo>
                  <a:lnTo>
                    <a:pt x="0" y="11475"/>
                  </a:lnTo>
                  <a:lnTo>
                    <a:pt x="1639" y="14754"/>
                  </a:lnTo>
                  <a:lnTo>
                    <a:pt x="3279" y="18033"/>
                  </a:lnTo>
                  <a:lnTo>
                    <a:pt x="6558" y="16393"/>
                  </a:lnTo>
                  <a:lnTo>
                    <a:pt x="9836" y="13114"/>
                  </a:lnTo>
                  <a:lnTo>
                    <a:pt x="11476" y="8197"/>
                  </a:lnTo>
                  <a:lnTo>
                    <a:pt x="14754" y="13114"/>
                  </a:lnTo>
                  <a:lnTo>
                    <a:pt x="14754" y="16393"/>
                  </a:lnTo>
                  <a:lnTo>
                    <a:pt x="14754" y="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9" name="Freeform 2398">
              <a:extLst>
                <a:ext uri="{FF2B5EF4-FFF2-40B4-BE49-F238E27FC236}">
                  <a16:creationId xmlns:a16="http://schemas.microsoft.com/office/drawing/2014/main" id="{F51943D1-76E8-AF46-ADD7-7E7B02A6BD15}"/>
                </a:ext>
              </a:extLst>
            </p:cNvPr>
            <p:cNvSpPr/>
            <p:nvPr/>
          </p:nvSpPr>
          <p:spPr>
            <a:xfrm>
              <a:off x="10107457" y="4298503"/>
              <a:ext cx="9835" cy="11475"/>
            </a:xfrm>
            <a:custGeom>
              <a:avLst/>
              <a:gdLst>
                <a:gd name="connsiteX0" fmla="*/ 3279 w 9835"/>
                <a:gd name="connsiteY0" fmla="*/ 0 h 11475"/>
                <a:gd name="connsiteX1" fmla="*/ 1639 w 9835"/>
                <a:gd name="connsiteY1" fmla="*/ 0 h 11475"/>
                <a:gd name="connsiteX2" fmla="*/ 0 w 9835"/>
                <a:gd name="connsiteY2" fmla="*/ 3278 h 11475"/>
                <a:gd name="connsiteX3" fmla="*/ 1639 w 9835"/>
                <a:gd name="connsiteY3" fmla="*/ 6557 h 11475"/>
                <a:gd name="connsiteX4" fmla="*/ 4918 w 9835"/>
                <a:gd name="connsiteY4" fmla="*/ 11475 h 11475"/>
                <a:gd name="connsiteX5" fmla="*/ 8197 w 9835"/>
                <a:gd name="connsiteY5" fmla="*/ 9836 h 11475"/>
                <a:gd name="connsiteX6" fmla="*/ 9836 w 9835"/>
                <a:gd name="connsiteY6" fmla="*/ 6557 h 11475"/>
                <a:gd name="connsiteX7" fmla="*/ 9836 w 9835"/>
                <a:gd name="connsiteY7" fmla="*/ 1639 h 11475"/>
                <a:gd name="connsiteX8" fmla="*/ 6557 w 9835"/>
                <a:gd name="connsiteY8" fmla="*/ 0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35" h="11475">
                  <a:moveTo>
                    <a:pt x="3279" y="0"/>
                  </a:moveTo>
                  <a:lnTo>
                    <a:pt x="1639" y="0"/>
                  </a:lnTo>
                  <a:lnTo>
                    <a:pt x="0" y="3278"/>
                  </a:lnTo>
                  <a:lnTo>
                    <a:pt x="1639" y="6557"/>
                  </a:lnTo>
                  <a:lnTo>
                    <a:pt x="4918" y="11475"/>
                  </a:lnTo>
                  <a:lnTo>
                    <a:pt x="8197" y="9836"/>
                  </a:lnTo>
                  <a:lnTo>
                    <a:pt x="9836" y="6557"/>
                  </a:lnTo>
                  <a:lnTo>
                    <a:pt x="9836" y="1639"/>
                  </a:lnTo>
                  <a:lnTo>
                    <a:pt x="65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0" name="Freeform 2399">
              <a:extLst>
                <a:ext uri="{FF2B5EF4-FFF2-40B4-BE49-F238E27FC236}">
                  <a16:creationId xmlns:a16="http://schemas.microsoft.com/office/drawing/2014/main" id="{846631F9-1038-554F-A6A5-9200447BE403}"/>
                </a:ext>
              </a:extLst>
            </p:cNvPr>
            <p:cNvSpPr/>
            <p:nvPr/>
          </p:nvSpPr>
          <p:spPr>
            <a:xfrm>
              <a:off x="10109096" y="4483747"/>
              <a:ext cx="26229" cy="18032"/>
            </a:xfrm>
            <a:custGeom>
              <a:avLst/>
              <a:gdLst>
                <a:gd name="connsiteX0" fmla="*/ 4918 w 26229"/>
                <a:gd name="connsiteY0" fmla="*/ 3279 h 18032"/>
                <a:gd name="connsiteX1" fmla="*/ 6558 w 26229"/>
                <a:gd name="connsiteY1" fmla="*/ 8197 h 18032"/>
                <a:gd name="connsiteX2" fmla="*/ 3279 w 26229"/>
                <a:gd name="connsiteY2" fmla="*/ 9836 h 18032"/>
                <a:gd name="connsiteX3" fmla="*/ 0 w 26229"/>
                <a:gd name="connsiteY3" fmla="*/ 13114 h 18032"/>
                <a:gd name="connsiteX4" fmla="*/ 0 w 26229"/>
                <a:gd name="connsiteY4" fmla="*/ 16393 h 18032"/>
                <a:gd name="connsiteX5" fmla="*/ 3279 w 26229"/>
                <a:gd name="connsiteY5" fmla="*/ 18033 h 18032"/>
                <a:gd name="connsiteX6" fmla="*/ 6558 w 26229"/>
                <a:gd name="connsiteY6" fmla="*/ 14754 h 18032"/>
                <a:gd name="connsiteX7" fmla="*/ 9837 w 26229"/>
                <a:gd name="connsiteY7" fmla="*/ 16393 h 18032"/>
                <a:gd name="connsiteX8" fmla="*/ 9837 w 26229"/>
                <a:gd name="connsiteY8" fmla="*/ 13114 h 18032"/>
                <a:gd name="connsiteX9" fmla="*/ 14754 w 26229"/>
                <a:gd name="connsiteY9" fmla="*/ 9836 h 18032"/>
                <a:gd name="connsiteX10" fmla="*/ 18033 w 26229"/>
                <a:gd name="connsiteY10" fmla="*/ 6557 h 18032"/>
                <a:gd name="connsiteX11" fmla="*/ 21311 w 26229"/>
                <a:gd name="connsiteY11" fmla="*/ 4918 h 18032"/>
                <a:gd name="connsiteX12" fmla="*/ 26230 w 26229"/>
                <a:gd name="connsiteY12" fmla="*/ 3279 h 18032"/>
                <a:gd name="connsiteX13" fmla="*/ 21311 w 26229"/>
                <a:gd name="connsiteY13" fmla="*/ 0 h 18032"/>
                <a:gd name="connsiteX14" fmla="*/ 18033 w 26229"/>
                <a:gd name="connsiteY14" fmla="*/ 1639 h 18032"/>
                <a:gd name="connsiteX15" fmla="*/ 14754 w 26229"/>
                <a:gd name="connsiteY15" fmla="*/ 1639 h 18032"/>
                <a:gd name="connsiteX16" fmla="*/ 13114 w 26229"/>
                <a:gd name="connsiteY16" fmla="*/ 4918 h 18032"/>
                <a:gd name="connsiteX17" fmla="*/ 9837 w 26229"/>
                <a:gd name="connsiteY17" fmla="*/ 8197 h 18032"/>
                <a:gd name="connsiteX18" fmla="*/ 9837 w 26229"/>
                <a:gd name="connsiteY18" fmla="*/ 3279 h 18032"/>
                <a:gd name="connsiteX19" fmla="*/ 6558 w 26229"/>
                <a:gd name="connsiteY19" fmla="*/ 3279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6229" h="18032">
                  <a:moveTo>
                    <a:pt x="4918" y="3279"/>
                  </a:moveTo>
                  <a:lnTo>
                    <a:pt x="6558" y="8197"/>
                  </a:lnTo>
                  <a:lnTo>
                    <a:pt x="3279" y="9836"/>
                  </a:lnTo>
                  <a:lnTo>
                    <a:pt x="0" y="13114"/>
                  </a:lnTo>
                  <a:lnTo>
                    <a:pt x="0" y="16393"/>
                  </a:lnTo>
                  <a:lnTo>
                    <a:pt x="3279" y="18033"/>
                  </a:lnTo>
                  <a:lnTo>
                    <a:pt x="6558" y="14754"/>
                  </a:lnTo>
                  <a:lnTo>
                    <a:pt x="9837" y="16393"/>
                  </a:lnTo>
                  <a:lnTo>
                    <a:pt x="9837" y="13114"/>
                  </a:lnTo>
                  <a:lnTo>
                    <a:pt x="14754" y="9836"/>
                  </a:lnTo>
                  <a:lnTo>
                    <a:pt x="18033" y="6557"/>
                  </a:lnTo>
                  <a:lnTo>
                    <a:pt x="21311" y="4918"/>
                  </a:lnTo>
                  <a:lnTo>
                    <a:pt x="26230" y="3279"/>
                  </a:lnTo>
                  <a:lnTo>
                    <a:pt x="21311" y="0"/>
                  </a:lnTo>
                  <a:lnTo>
                    <a:pt x="18033" y="1639"/>
                  </a:lnTo>
                  <a:lnTo>
                    <a:pt x="14754" y="1639"/>
                  </a:lnTo>
                  <a:lnTo>
                    <a:pt x="13114" y="4918"/>
                  </a:lnTo>
                  <a:lnTo>
                    <a:pt x="9837" y="8197"/>
                  </a:lnTo>
                  <a:lnTo>
                    <a:pt x="9837" y="3279"/>
                  </a:lnTo>
                  <a:lnTo>
                    <a:pt x="655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1" name="Freeform 2400">
              <a:extLst>
                <a:ext uri="{FF2B5EF4-FFF2-40B4-BE49-F238E27FC236}">
                  <a16:creationId xmlns:a16="http://schemas.microsoft.com/office/drawing/2014/main" id="{4371E9D1-93A1-A747-9A74-BAE40E31EE17}"/>
                </a:ext>
              </a:extLst>
            </p:cNvPr>
            <p:cNvSpPr/>
            <p:nvPr/>
          </p:nvSpPr>
          <p:spPr>
            <a:xfrm>
              <a:off x="10109096" y="4490305"/>
              <a:ext cx="154098" cy="90163"/>
            </a:xfrm>
            <a:custGeom>
              <a:avLst/>
              <a:gdLst>
                <a:gd name="connsiteX0" fmla="*/ 6558 w 154098"/>
                <a:gd name="connsiteY0" fmla="*/ 73770 h 90163"/>
                <a:gd name="connsiteX1" fmla="*/ 6558 w 154098"/>
                <a:gd name="connsiteY1" fmla="*/ 75410 h 90163"/>
                <a:gd name="connsiteX2" fmla="*/ 9837 w 154098"/>
                <a:gd name="connsiteY2" fmla="*/ 75410 h 90163"/>
                <a:gd name="connsiteX3" fmla="*/ 9837 w 154098"/>
                <a:gd name="connsiteY3" fmla="*/ 78688 h 90163"/>
                <a:gd name="connsiteX4" fmla="*/ 6558 w 154098"/>
                <a:gd name="connsiteY4" fmla="*/ 80327 h 90163"/>
                <a:gd name="connsiteX5" fmla="*/ 3279 w 154098"/>
                <a:gd name="connsiteY5" fmla="*/ 81967 h 90163"/>
                <a:gd name="connsiteX6" fmla="*/ 1640 w 154098"/>
                <a:gd name="connsiteY6" fmla="*/ 85246 h 90163"/>
                <a:gd name="connsiteX7" fmla="*/ 0 w 154098"/>
                <a:gd name="connsiteY7" fmla="*/ 90164 h 90163"/>
                <a:gd name="connsiteX8" fmla="*/ 4918 w 154098"/>
                <a:gd name="connsiteY8" fmla="*/ 88524 h 90163"/>
                <a:gd name="connsiteX9" fmla="*/ 8197 w 154098"/>
                <a:gd name="connsiteY9" fmla="*/ 90164 h 90163"/>
                <a:gd name="connsiteX10" fmla="*/ 11476 w 154098"/>
                <a:gd name="connsiteY10" fmla="*/ 90164 h 90163"/>
                <a:gd name="connsiteX11" fmla="*/ 16393 w 154098"/>
                <a:gd name="connsiteY11" fmla="*/ 88524 h 90163"/>
                <a:gd name="connsiteX12" fmla="*/ 19672 w 154098"/>
                <a:gd name="connsiteY12" fmla="*/ 85246 h 90163"/>
                <a:gd name="connsiteX13" fmla="*/ 22951 w 154098"/>
                <a:gd name="connsiteY13" fmla="*/ 83606 h 90163"/>
                <a:gd name="connsiteX14" fmla="*/ 26230 w 154098"/>
                <a:gd name="connsiteY14" fmla="*/ 81967 h 90163"/>
                <a:gd name="connsiteX15" fmla="*/ 31148 w 154098"/>
                <a:gd name="connsiteY15" fmla="*/ 80327 h 90163"/>
                <a:gd name="connsiteX16" fmla="*/ 34427 w 154098"/>
                <a:gd name="connsiteY16" fmla="*/ 80327 h 90163"/>
                <a:gd name="connsiteX17" fmla="*/ 37705 w 154098"/>
                <a:gd name="connsiteY17" fmla="*/ 80327 h 90163"/>
                <a:gd name="connsiteX18" fmla="*/ 42623 w 154098"/>
                <a:gd name="connsiteY18" fmla="*/ 77049 h 90163"/>
                <a:gd name="connsiteX19" fmla="*/ 44262 w 154098"/>
                <a:gd name="connsiteY19" fmla="*/ 73770 h 90163"/>
                <a:gd name="connsiteX20" fmla="*/ 47541 w 154098"/>
                <a:gd name="connsiteY20" fmla="*/ 70492 h 90163"/>
                <a:gd name="connsiteX21" fmla="*/ 50820 w 154098"/>
                <a:gd name="connsiteY21" fmla="*/ 68852 h 90163"/>
                <a:gd name="connsiteX22" fmla="*/ 54098 w 154098"/>
                <a:gd name="connsiteY22" fmla="*/ 63934 h 90163"/>
                <a:gd name="connsiteX23" fmla="*/ 57377 w 154098"/>
                <a:gd name="connsiteY23" fmla="*/ 60656 h 90163"/>
                <a:gd name="connsiteX24" fmla="*/ 60656 w 154098"/>
                <a:gd name="connsiteY24" fmla="*/ 57377 h 90163"/>
                <a:gd name="connsiteX25" fmla="*/ 60656 w 154098"/>
                <a:gd name="connsiteY25" fmla="*/ 57377 h 90163"/>
                <a:gd name="connsiteX26" fmla="*/ 60656 w 154098"/>
                <a:gd name="connsiteY26" fmla="*/ 54098 h 90163"/>
                <a:gd name="connsiteX27" fmla="*/ 65573 w 154098"/>
                <a:gd name="connsiteY27" fmla="*/ 50820 h 90163"/>
                <a:gd name="connsiteX28" fmla="*/ 65573 w 154098"/>
                <a:gd name="connsiteY28" fmla="*/ 50820 h 90163"/>
                <a:gd name="connsiteX29" fmla="*/ 65573 w 154098"/>
                <a:gd name="connsiteY29" fmla="*/ 49180 h 90163"/>
                <a:gd name="connsiteX30" fmla="*/ 67213 w 154098"/>
                <a:gd name="connsiteY30" fmla="*/ 49180 h 90163"/>
                <a:gd name="connsiteX31" fmla="*/ 70491 w 154098"/>
                <a:gd name="connsiteY31" fmla="*/ 47541 h 90163"/>
                <a:gd name="connsiteX32" fmla="*/ 73770 w 154098"/>
                <a:gd name="connsiteY32" fmla="*/ 44262 h 90163"/>
                <a:gd name="connsiteX33" fmla="*/ 78688 w 154098"/>
                <a:gd name="connsiteY33" fmla="*/ 40983 h 90163"/>
                <a:gd name="connsiteX34" fmla="*/ 81967 w 154098"/>
                <a:gd name="connsiteY34" fmla="*/ 39344 h 90163"/>
                <a:gd name="connsiteX35" fmla="*/ 85246 w 154098"/>
                <a:gd name="connsiteY35" fmla="*/ 37705 h 90163"/>
                <a:gd name="connsiteX36" fmla="*/ 88525 w 154098"/>
                <a:gd name="connsiteY36" fmla="*/ 37705 h 90163"/>
                <a:gd name="connsiteX37" fmla="*/ 93442 w 154098"/>
                <a:gd name="connsiteY37" fmla="*/ 36066 h 90163"/>
                <a:gd name="connsiteX38" fmla="*/ 96721 w 154098"/>
                <a:gd name="connsiteY38" fmla="*/ 34426 h 90163"/>
                <a:gd name="connsiteX39" fmla="*/ 100000 w 154098"/>
                <a:gd name="connsiteY39" fmla="*/ 34426 h 90163"/>
                <a:gd name="connsiteX40" fmla="*/ 104918 w 154098"/>
                <a:gd name="connsiteY40" fmla="*/ 31147 h 90163"/>
                <a:gd name="connsiteX41" fmla="*/ 108197 w 154098"/>
                <a:gd name="connsiteY41" fmla="*/ 29508 h 90163"/>
                <a:gd name="connsiteX42" fmla="*/ 111475 w 154098"/>
                <a:gd name="connsiteY42" fmla="*/ 27869 h 90163"/>
                <a:gd name="connsiteX43" fmla="*/ 116394 w 154098"/>
                <a:gd name="connsiteY43" fmla="*/ 27869 h 90163"/>
                <a:gd name="connsiteX44" fmla="*/ 119671 w 154098"/>
                <a:gd name="connsiteY44" fmla="*/ 27869 h 90163"/>
                <a:gd name="connsiteX45" fmla="*/ 122950 w 154098"/>
                <a:gd name="connsiteY45" fmla="*/ 24590 h 90163"/>
                <a:gd name="connsiteX46" fmla="*/ 126229 w 154098"/>
                <a:gd name="connsiteY46" fmla="*/ 21312 h 90163"/>
                <a:gd name="connsiteX47" fmla="*/ 129508 w 154098"/>
                <a:gd name="connsiteY47" fmla="*/ 18033 h 90163"/>
                <a:gd name="connsiteX48" fmla="*/ 134426 w 154098"/>
                <a:gd name="connsiteY48" fmla="*/ 18033 h 90163"/>
                <a:gd name="connsiteX49" fmla="*/ 137705 w 154098"/>
                <a:gd name="connsiteY49" fmla="*/ 16393 h 90163"/>
                <a:gd name="connsiteX50" fmla="*/ 140984 w 154098"/>
                <a:gd name="connsiteY50" fmla="*/ 14754 h 90163"/>
                <a:gd name="connsiteX51" fmla="*/ 144261 w 154098"/>
                <a:gd name="connsiteY51" fmla="*/ 11476 h 90163"/>
                <a:gd name="connsiteX52" fmla="*/ 149180 w 154098"/>
                <a:gd name="connsiteY52" fmla="*/ 8197 h 90163"/>
                <a:gd name="connsiteX53" fmla="*/ 152458 w 154098"/>
                <a:gd name="connsiteY53" fmla="*/ 6557 h 90163"/>
                <a:gd name="connsiteX54" fmla="*/ 154098 w 154098"/>
                <a:gd name="connsiteY54" fmla="*/ 1639 h 90163"/>
                <a:gd name="connsiteX55" fmla="*/ 150819 w 154098"/>
                <a:gd name="connsiteY55" fmla="*/ 0 h 90163"/>
                <a:gd name="connsiteX56" fmla="*/ 147540 w 154098"/>
                <a:gd name="connsiteY56" fmla="*/ 1639 h 90163"/>
                <a:gd name="connsiteX57" fmla="*/ 144261 w 154098"/>
                <a:gd name="connsiteY57" fmla="*/ 0 h 90163"/>
                <a:gd name="connsiteX58" fmla="*/ 139344 w 154098"/>
                <a:gd name="connsiteY58" fmla="*/ 0 h 90163"/>
                <a:gd name="connsiteX59" fmla="*/ 136065 w 154098"/>
                <a:gd name="connsiteY59" fmla="*/ 3279 h 90163"/>
                <a:gd name="connsiteX60" fmla="*/ 132787 w 154098"/>
                <a:gd name="connsiteY60" fmla="*/ 3279 h 90163"/>
                <a:gd name="connsiteX61" fmla="*/ 127868 w 154098"/>
                <a:gd name="connsiteY61" fmla="*/ 4918 h 90163"/>
                <a:gd name="connsiteX62" fmla="*/ 124590 w 154098"/>
                <a:gd name="connsiteY62" fmla="*/ 6557 h 90163"/>
                <a:gd name="connsiteX63" fmla="*/ 121311 w 154098"/>
                <a:gd name="connsiteY63" fmla="*/ 4918 h 90163"/>
                <a:gd name="connsiteX64" fmla="*/ 118032 w 154098"/>
                <a:gd name="connsiteY64" fmla="*/ 4918 h 90163"/>
                <a:gd name="connsiteX65" fmla="*/ 113115 w 154098"/>
                <a:gd name="connsiteY65" fmla="*/ 6557 h 90163"/>
                <a:gd name="connsiteX66" fmla="*/ 109836 w 154098"/>
                <a:gd name="connsiteY66" fmla="*/ 6557 h 90163"/>
                <a:gd name="connsiteX67" fmla="*/ 106557 w 154098"/>
                <a:gd name="connsiteY67" fmla="*/ 8197 h 90163"/>
                <a:gd name="connsiteX68" fmla="*/ 103278 w 154098"/>
                <a:gd name="connsiteY68" fmla="*/ 6557 h 90163"/>
                <a:gd name="connsiteX69" fmla="*/ 98360 w 154098"/>
                <a:gd name="connsiteY69" fmla="*/ 6557 h 90163"/>
                <a:gd name="connsiteX70" fmla="*/ 95081 w 154098"/>
                <a:gd name="connsiteY70" fmla="*/ 8197 h 90163"/>
                <a:gd name="connsiteX71" fmla="*/ 91803 w 154098"/>
                <a:gd name="connsiteY71" fmla="*/ 8197 h 90163"/>
                <a:gd name="connsiteX72" fmla="*/ 86885 w 154098"/>
                <a:gd name="connsiteY72" fmla="*/ 9836 h 90163"/>
                <a:gd name="connsiteX73" fmla="*/ 83607 w 154098"/>
                <a:gd name="connsiteY73" fmla="*/ 9836 h 90163"/>
                <a:gd name="connsiteX74" fmla="*/ 80328 w 154098"/>
                <a:gd name="connsiteY74" fmla="*/ 9836 h 90163"/>
                <a:gd name="connsiteX75" fmla="*/ 77049 w 154098"/>
                <a:gd name="connsiteY75" fmla="*/ 11476 h 90163"/>
                <a:gd name="connsiteX76" fmla="*/ 72131 w 154098"/>
                <a:gd name="connsiteY76" fmla="*/ 11476 h 90163"/>
                <a:gd name="connsiteX77" fmla="*/ 68852 w 154098"/>
                <a:gd name="connsiteY77" fmla="*/ 14754 h 90163"/>
                <a:gd name="connsiteX78" fmla="*/ 68852 w 154098"/>
                <a:gd name="connsiteY78" fmla="*/ 18033 h 90163"/>
                <a:gd name="connsiteX79" fmla="*/ 65573 w 154098"/>
                <a:gd name="connsiteY79" fmla="*/ 22951 h 90163"/>
                <a:gd name="connsiteX80" fmla="*/ 63935 w 154098"/>
                <a:gd name="connsiteY80" fmla="*/ 22951 h 90163"/>
                <a:gd name="connsiteX81" fmla="*/ 62295 w 154098"/>
                <a:gd name="connsiteY81" fmla="*/ 26229 h 90163"/>
                <a:gd name="connsiteX82" fmla="*/ 59017 w 154098"/>
                <a:gd name="connsiteY82" fmla="*/ 29508 h 90163"/>
                <a:gd name="connsiteX83" fmla="*/ 54098 w 154098"/>
                <a:gd name="connsiteY83" fmla="*/ 31147 h 90163"/>
                <a:gd name="connsiteX84" fmla="*/ 50820 w 154098"/>
                <a:gd name="connsiteY84" fmla="*/ 32787 h 90163"/>
                <a:gd name="connsiteX85" fmla="*/ 47541 w 154098"/>
                <a:gd name="connsiteY85" fmla="*/ 36066 h 90163"/>
                <a:gd name="connsiteX86" fmla="*/ 44262 w 154098"/>
                <a:gd name="connsiteY86" fmla="*/ 37705 h 90163"/>
                <a:gd name="connsiteX87" fmla="*/ 39344 w 154098"/>
                <a:gd name="connsiteY87" fmla="*/ 37705 h 90163"/>
                <a:gd name="connsiteX88" fmla="*/ 36066 w 154098"/>
                <a:gd name="connsiteY88" fmla="*/ 39344 h 90163"/>
                <a:gd name="connsiteX89" fmla="*/ 32787 w 154098"/>
                <a:gd name="connsiteY89" fmla="*/ 40983 h 90163"/>
                <a:gd name="connsiteX90" fmla="*/ 29508 w 154098"/>
                <a:gd name="connsiteY90" fmla="*/ 42623 h 90163"/>
                <a:gd name="connsiteX91" fmla="*/ 24590 w 154098"/>
                <a:gd name="connsiteY91" fmla="*/ 44262 h 90163"/>
                <a:gd name="connsiteX92" fmla="*/ 21311 w 154098"/>
                <a:gd name="connsiteY92" fmla="*/ 47541 h 90163"/>
                <a:gd name="connsiteX93" fmla="*/ 18033 w 154098"/>
                <a:gd name="connsiteY93" fmla="*/ 50820 h 90163"/>
                <a:gd name="connsiteX94" fmla="*/ 13114 w 154098"/>
                <a:gd name="connsiteY94" fmla="*/ 54098 h 90163"/>
                <a:gd name="connsiteX95" fmla="*/ 9837 w 154098"/>
                <a:gd name="connsiteY95" fmla="*/ 57377 h 90163"/>
                <a:gd name="connsiteX96" fmla="*/ 9837 w 154098"/>
                <a:gd name="connsiteY96" fmla="*/ 62295 h 90163"/>
                <a:gd name="connsiteX97" fmla="*/ 9837 w 154098"/>
                <a:gd name="connsiteY97" fmla="*/ 65573 h 90163"/>
                <a:gd name="connsiteX98" fmla="*/ 6558 w 154098"/>
                <a:gd name="connsiteY98" fmla="*/ 68852 h 90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154098" h="90163">
                  <a:moveTo>
                    <a:pt x="6558" y="73770"/>
                  </a:moveTo>
                  <a:lnTo>
                    <a:pt x="6558" y="75410"/>
                  </a:lnTo>
                  <a:lnTo>
                    <a:pt x="9837" y="75410"/>
                  </a:lnTo>
                  <a:lnTo>
                    <a:pt x="9837" y="78688"/>
                  </a:lnTo>
                  <a:lnTo>
                    <a:pt x="6558" y="80327"/>
                  </a:lnTo>
                  <a:lnTo>
                    <a:pt x="3279" y="81967"/>
                  </a:lnTo>
                  <a:lnTo>
                    <a:pt x="1640" y="85246"/>
                  </a:lnTo>
                  <a:lnTo>
                    <a:pt x="0" y="90164"/>
                  </a:lnTo>
                  <a:lnTo>
                    <a:pt x="4918" y="88524"/>
                  </a:lnTo>
                  <a:lnTo>
                    <a:pt x="8197" y="90164"/>
                  </a:lnTo>
                  <a:lnTo>
                    <a:pt x="11476" y="90164"/>
                  </a:lnTo>
                  <a:lnTo>
                    <a:pt x="16393" y="88524"/>
                  </a:lnTo>
                  <a:lnTo>
                    <a:pt x="19672" y="85246"/>
                  </a:lnTo>
                  <a:lnTo>
                    <a:pt x="22951" y="83606"/>
                  </a:lnTo>
                  <a:lnTo>
                    <a:pt x="26230" y="81967"/>
                  </a:lnTo>
                  <a:lnTo>
                    <a:pt x="31148" y="80327"/>
                  </a:lnTo>
                  <a:lnTo>
                    <a:pt x="34427" y="80327"/>
                  </a:lnTo>
                  <a:lnTo>
                    <a:pt x="37705" y="80327"/>
                  </a:lnTo>
                  <a:lnTo>
                    <a:pt x="42623" y="77049"/>
                  </a:lnTo>
                  <a:lnTo>
                    <a:pt x="44262" y="73770"/>
                  </a:lnTo>
                  <a:lnTo>
                    <a:pt x="47541" y="70492"/>
                  </a:lnTo>
                  <a:lnTo>
                    <a:pt x="50820" y="68852"/>
                  </a:lnTo>
                  <a:lnTo>
                    <a:pt x="54098" y="63934"/>
                  </a:lnTo>
                  <a:lnTo>
                    <a:pt x="57377" y="60656"/>
                  </a:lnTo>
                  <a:lnTo>
                    <a:pt x="60656" y="57377"/>
                  </a:lnTo>
                  <a:lnTo>
                    <a:pt x="60656" y="57377"/>
                  </a:lnTo>
                  <a:lnTo>
                    <a:pt x="60656" y="54098"/>
                  </a:lnTo>
                  <a:lnTo>
                    <a:pt x="65573" y="50820"/>
                  </a:lnTo>
                  <a:lnTo>
                    <a:pt x="65573" y="50820"/>
                  </a:lnTo>
                  <a:lnTo>
                    <a:pt x="65573" y="49180"/>
                  </a:lnTo>
                  <a:lnTo>
                    <a:pt x="67213" y="49180"/>
                  </a:lnTo>
                  <a:lnTo>
                    <a:pt x="70491" y="47541"/>
                  </a:lnTo>
                  <a:lnTo>
                    <a:pt x="73770" y="44262"/>
                  </a:lnTo>
                  <a:lnTo>
                    <a:pt x="78688" y="40983"/>
                  </a:lnTo>
                  <a:lnTo>
                    <a:pt x="81967" y="39344"/>
                  </a:lnTo>
                  <a:lnTo>
                    <a:pt x="85246" y="37705"/>
                  </a:lnTo>
                  <a:lnTo>
                    <a:pt x="88525" y="37705"/>
                  </a:lnTo>
                  <a:lnTo>
                    <a:pt x="93442" y="36066"/>
                  </a:lnTo>
                  <a:lnTo>
                    <a:pt x="96721" y="34426"/>
                  </a:lnTo>
                  <a:lnTo>
                    <a:pt x="100000" y="34426"/>
                  </a:lnTo>
                  <a:lnTo>
                    <a:pt x="104918" y="31147"/>
                  </a:lnTo>
                  <a:lnTo>
                    <a:pt x="108197" y="29508"/>
                  </a:lnTo>
                  <a:lnTo>
                    <a:pt x="111475" y="27869"/>
                  </a:lnTo>
                  <a:lnTo>
                    <a:pt x="116394" y="27869"/>
                  </a:lnTo>
                  <a:lnTo>
                    <a:pt x="119671" y="27869"/>
                  </a:lnTo>
                  <a:lnTo>
                    <a:pt x="122950" y="24590"/>
                  </a:lnTo>
                  <a:lnTo>
                    <a:pt x="126229" y="21312"/>
                  </a:lnTo>
                  <a:lnTo>
                    <a:pt x="129508" y="18033"/>
                  </a:lnTo>
                  <a:lnTo>
                    <a:pt x="134426" y="18033"/>
                  </a:lnTo>
                  <a:lnTo>
                    <a:pt x="137705" y="16393"/>
                  </a:lnTo>
                  <a:lnTo>
                    <a:pt x="140984" y="14754"/>
                  </a:lnTo>
                  <a:lnTo>
                    <a:pt x="144261" y="11476"/>
                  </a:lnTo>
                  <a:lnTo>
                    <a:pt x="149180" y="8197"/>
                  </a:lnTo>
                  <a:lnTo>
                    <a:pt x="152458" y="6557"/>
                  </a:lnTo>
                  <a:lnTo>
                    <a:pt x="154098" y="1639"/>
                  </a:lnTo>
                  <a:lnTo>
                    <a:pt x="150819" y="0"/>
                  </a:lnTo>
                  <a:lnTo>
                    <a:pt x="147540" y="1639"/>
                  </a:lnTo>
                  <a:lnTo>
                    <a:pt x="144261" y="0"/>
                  </a:lnTo>
                  <a:lnTo>
                    <a:pt x="139344" y="0"/>
                  </a:lnTo>
                  <a:lnTo>
                    <a:pt x="136065" y="3279"/>
                  </a:lnTo>
                  <a:lnTo>
                    <a:pt x="132787" y="3279"/>
                  </a:lnTo>
                  <a:lnTo>
                    <a:pt x="127868" y="4918"/>
                  </a:lnTo>
                  <a:lnTo>
                    <a:pt x="124590" y="6557"/>
                  </a:lnTo>
                  <a:lnTo>
                    <a:pt x="121311" y="4918"/>
                  </a:lnTo>
                  <a:lnTo>
                    <a:pt x="118032" y="4918"/>
                  </a:lnTo>
                  <a:lnTo>
                    <a:pt x="113115" y="6557"/>
                  </a:lnTo>
                  <a:lnTo>
                    <a:pt x="109836" y="6557"/>
                  </a:lnTo>
                  <a:lnTo>
                    <a:pt x="106557" y="8197"/>
                  </a:lnTo>
                  <a:lnTo>
                    <a:pt x="103278" y="6557"/>
                  </a:lnTo>
                  <a:lnTo>
                    <a:pt x="98360" y="6557"/>
                  </a:lnTo>
                  <a:lnTo>
                    <a:pt x="95081" y="8197"/>
                  </a:lnTo>
                  <a:lnTo>
                    <a:pt x="91803" y="8197"/>
                  </a:lnTo>
                  <a:lnTo>
                    <a:pt x="86885" y="9836"/>
                  </a:lnTo>
                  <a:lnTo>
                    <a:pt x="83607" y="9836"/>
                  </a:lnTo>
                  <a:lnTo>
                    <a:pt x="80328" y="9836"/>
                  </a:lnTo>
                  <a:lnTo>
                    <a:pt x="77049" y="11476"/>
                  </a:lnTo>
                  <a:lnTo>
                    <a:pt x="72131" y="11476"/>
                  </a:lnTo>
                  <a:lnTo>
                    <a:pt x="68852" y="14754"/>
                  </a:lnTo>
                  <a:lnTo>
                    <a:pt x="68852" y="18033"/>
                  </a:lnTo>
                  <a:lnTo>
                    <a:pt x="65573" y="22951"/>
                  </a:lnTo>
                  <a:lnTo>
                    <a:pt x="63935" y="22951"/>
                  </a:lnTo>
                  <a:lnTo>
                    <a:pt x="62295" y="26229"/>
                  </a:lnTo>
                  <a:lnTo>
                    <a:pt x="59017" y="29508"/>
                  </a:lnTo>
                  <a:lnTo>
                    <a:pt x="54098" y="31147"/>
                  </a:lnTo>
                  <a:lnTo>
                    <a:pt x="50820" y="32787"/>
                  </a:lnTo>
                  <a:lnTo>
                    <a:pt x="47541" y="36066"/>
                  </a:lnTo>
                  <a:lnTo>
                    <a:pt x="44262" y="37705"/>
                  </a:lnTo>
                  <a:lnTo>
                    <a:pt x="39344" y="37705"/>
                  </a:lnTo>
                  <a:lnTo>
                    <a:pt x="36066" y="39344"/>
                  </a:lnTo>
                  <a:lnTo>
                    <a:pt x="32787" y="40983"/>
                  </a:lnTo>
                  <a:lnTo>
                    <a:pt x="29508" y="42623"/>
                  </a:lnTo>
                  <a:lnTo>
                    <a:pt x="24590" y="44262"/>
                  </a:lnTo>
                  <a:lnTo>
                    <a:pt x="21311" y="47541"/>
                  </a:lnTo>
                  <a:lnTo>
                    <a:pt x="18033" y="50820"/>
                  </a:lnTo>
                  <a:lnTo>
                    <a:pt x="13114" y="54098"/>
                  </a:lnTo>
                  <a:lnTo>
                    <a:pt x="9837" y="57377"/>
                  </a:lnTo>
                  <a:lnTo>
                    <a:pt x="9837" y="62295"/>
                  </a:lnTo>
                  <a:lnTo>
                    <a:pt x="9837" y="65573"/>
                  </a:lnTo>
                  <a:lnTo>
                    <a:pt x="6558" y="6885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2" name="Freeform 2401">
              <a:extLst>
                <a:ext uri="{FF2B5EF4-FFF2-40B4-BE49-F238E27FC236}">
                  <a16:creationId xmlns:a16="http://schemas.microsoft.com/office/drawing/2014/main" id="{2755E9C9-3988-A248-8E4A-F6D6F942E664}"/>
                </a:ext>
              </a:extLst>
            </p:cNvPr>
            <p:cNvSpPr/>
            <p:nvPr/>
          </p:nvSpPr>
          <p:spPr>
            <a:xfrm>
              <a:off x="10123850" y="4175552"/>
              <a:ext cx="1638" cy="3278"/>
            </a:xfrm>
            <a:custGeom>
              <a:avLst/>
              <a:gdLst>
                <a:gd name="connsiteX0" fmla="*/ 1639 w 1638"/>
                <a:gd name="connsiteY0" fmla="*/ 0 h 3278"/>
                <a:gd name="connsiteX1" fmla="*/ 0 w 1638"/>
                <a:gd name="connsiteY1" fmla="*/ 0 h 3278"/>
                <a:gd name="connsiteX2" fmla="*/ 0 w 1638"/>
                <a:gd name="connsiteY2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1639" y="0"/>
                  </a:moveTo>
                  <a:lnTo>
                    <a:pt x="0" y="0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3" name="Freeform 2402">
              <a:extLst>
                <a:ext uri="{FF2B5EF4-FFF2-40B4-BE49-F238E27FC236}">
                  <a16:creationId xmlns:a16="http://schemas.microsoft.com/office/drawing/2014/main" id="{C7727FAF-B6B9-CC45-9AA3-72C1F157F548}"/>
                </a:ext>
              </a:extLst>
            </p:cNvPr>
            <p:cNvSpPr/>
            <p:nvPr/>
          </p:nvSpPr>
          <p:spPr>
            <a:xfrm>
              <a:off x="10123850" y="4196864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163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4" name="Freeform 2403">
              <a:extLst>
                <a:ext uri="{FF2B5EF4-FFF2-40B4-BE49-F238E27FC236}">
                  <a16:creationId xmlns:a16="http://schemas.microsoft.com/office/drawing/2014/main" id="{53D3FD52-4A79-E04B-A90D-A55F5595AC30}"/>
                </a:ext>
              </a:extLst>
            </p:cNvPr>
            <p:cNvSpPr/>
            <p:nvPr/>
          </p:nvSpPr>
          <p:spPr>
            <a:xfrm>
              <a:off x="10127129" y="4354240"/>
              <a:ext cx="3277" cy="3278"/>
            </a:xfrm>
            <a:custGeom>
              <a:avLst/>
              <a:gdLst>
                <a:gd name="connsiteX0" fmla="*/ 0 w 3277"/>
                <a:gd name="connsiteY0" fmla="*/ 0 h 3278"/>
                <a:gd name="connsiteX1" fmla="*/ 0 w 3277"/>
                <a:gd name="connsiteY1" fmla="*/ 3278 h 3278"/>
                <a:gd name="connsiteX2" fmla="*/ 3278 w 3277"/>
                <a:gd name="connsiteY2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7" h="3278">
                  <a:moveTo>
                    <a:pt x="0" y="0"/>
                  </a:moveTo>
                  <a:lnTo>
                    <a:pt x="0" y="3278"/>
                  </a:lnTo>
                  <a:lnTo>
                    <a:pt x="3278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5" name="Freeform 2404">
              <a:extLst>
                <a:ext uri="{FF2B5EF4-FFF2-40B4-BE49-F238E27FC236}">
                  <a16:creationId xmlns:a16="http://schemas.microsoft.com/office/drawing/2014/main" id="{57DBA7A0-0D4B-AD4C-985C-C8A3651164D8}"/>
                </a:ext>
              </a:extLst>
            </p:cNvPr>
            <p:cNvSpPr/>
            <p:nvPr/>
          </p:nvSpPr>
          <p:spPr>
            <a:xfrm>
              <a:off x="10133686" y="4364076"/>
              <a:ext cx="3278" cy="3278"/>
            </a:xfrm>
            <a:custGeom>
              <a:avLst/>
              <a:gdLst>
                <a:gd name="connsiteX0" fmla="*/ 0 w 3278"/>
                <a:gd name="connsiteY0" fmla="*/ 0 h 3278"/>
                <a:gd name="connsiteX1" fmla="*/ 0 w 3278"/>
                <a:gd name="connsiteY1" fmla="*/ 1639 h 3278"/>
                <a:gd name="connsiteX2" fmla="*/ 3279 w 3278"/>
                <a:gd name="connsiteY2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0"/>
                  </a:moveTo>
                  <a:lnTo>
                    <a:pt x="0" y="1639"/>
                  </a:lnTo>
                  <a:lnTo>
                    <a:pt x="3279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6" name="Freeform 2405">
              <a:extLst>
                <a:ext uri="{FF2B5EF4-FFF2-40B4-BE49-F238E27FC236}">
                  <a16:creationId xmlns:a16="http://schemas.microsoft.com/office/drawing/2014/main" id="{40097E13-54BA-F14C-8D71-8197449E437C}"/>
                </a:ext>
              </a:extLst>
            </p:cNvPr>
            <p:cNvSpPr/>
            <p:nvPr/>
          </p:nvSpPr>
          <p:spPr>
            <a:xfrm>
              <a:off x="10133686" y="4483747"/>
              <a:ext cx="14754" cy="16393"/>
            </a:xfrm>
            <a:custGeom>
              <a:avLst/>
              <a:gdLst>
                <a:gd name="connsiteX0" fmla="*/ 1640 w 14754"/>
                <a:gd name="connsiteY0" fmla="*/ 6557 h 16393"/>
                <a:gd name="connsiteX1" fmla="*/ 1640 w 14754"/>
                <a:gd name="connsiteY1" fmla="*/ 8197 h 16393"/>
                <a:gd name="connsiteX2" fmla="*/ 0 w 14754"/>
                <a:gd name="connsiteY2" fmla="*/ 11476 h 16393"/>
                <a:gd name="connsiteX3" fmla="*/ 4918 w 14754"/>
                <a:gd name="connsiteY3" fmla="*/ 11476 h 16393"/>
                <a:gd name="connsiteX4" fmla="*/ 8197 w 14754"/>
                <a:gd name="connsiteY4" fmla="*/ 16393 h 16393"/>
                <a:gd name="connsiteX5" fmla="*/ 9837 w 14754"/>
                <a:gd name="connsiteY5" fmla="*/ 11476 h 16393"/>
                <a:gd name="connsiteX6" fmla="*/ 11476 w 14754"/>
                <a:gd name="connsiteY6" fmla="*/ 8197 h 16393"/>
                <a:gd name="connsiteX7" fmla="*/ 14754 w 14754"/>
                <a:gd name="connsiteY7" fmla="*/ 4918 h 16393"/>
                <a:gd name="connsiteX8" fmla="*/ 13114 w 14754"/>
                <a:gd name="connsiteY8" fmla="*/ 0 h 16393"/>
                <a:gd name="connsiteX9" fmla="*/ 9837 w 14754"/>
                <a:gd name="connsiteY9" fmla="*/ 4918 h 16393"/>
                <a:gd name="connsiteX10" fmla="*/ 6558 w 14754"/>
                <a:gd name="connsiteY10" fmla="*/ 4918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54" h="16393">
                  <a:moveTo>
                    <a:pt x="1640" y="6557"/>
                  </a:moveTo>
                  <a:lnTo>
                    <a:pt x="1640" y="8197"/>
                  </a:lnTo>
                  <a:lnTo>
                    <a:pt x="0" y="11476"/>
                  </a:lnTo>
                  <a:lnTo>
                    <a:pt x="4918" y="11476"/>
                  </a:lnTo>
                  <a:lnTo>
                    <a:pt x="8197" y="16393"/>
                  </a:lnTo>
                  <a:lnTo>
                    <a:pt x="9837" y="11476"/>
                  </a:lnTo>
                  <a:lnTo>
                    <a:pt x="11476" y="8197"/>
                  </a:lnTo>
                  <a:lnTo>
                    <a:pt x="14754" y="4918"/>
                  </a:lnTo>
                  <a:lnTo>
                    <a:pt x="13114" y="0"/>
                  </a:lnTo>
                  <a:lnTo>
                    <a:pt x="9837" y="4918"/>
                  </a:lnTo>
                  <a:lnTo>
                    <a:pt x="655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7" name="Freeform 2406">
              <a:extLst>
                <a:ext uri="{FF2B5EF4-FFF2-40B4-BE49-F238E27FC236}">
                  <a16:creationId xmlns:a16="http://schemas.microsoft.com/office/drawing/2014/main" id="{9876A78D-1522-C349-B7DD-DB603D78FE8C}"/>
                </a:ext>
              </a:extLst>
            </p:cNvPr>
            <p:cNvSpPr/>
            <p:nvPr/>
          </p:nvSpPr>
          <p:spPr>
            <a:xfrm>
              <a:off x="10141882" y="4382108"/>
              <a:ext cx="3278" cy="3278"/>
            </a:xfrm>
            <a:custGeom>
              <a:avLst/>
              <a:gdLst>
                <a:gd name="connsiteX0" fmla="*/ 1640 w 3278"/>
                <a:gd name="connsiteY0" fmla="*/ 0 h 3278"/>
                <a:gd name="connsiteX1" fmla="*/ 0 w 3278"/>
                <a:gd name="connsiteY1" fmla="*/ 3279 h 3278"/>
                <a:gd name="connsiteX2" fmla="*/ 327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1640" y="0"/>
                  </a:move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8" name="Freeform 2407">
              <a:extLst>
                <a:ext uri="{FF2B5EF4-FFF2-40B4-BE49-F238E27FC236}">
                  <a16:creationId xmlns:a16="http://schemas.microsoft.com/office/drawing/2014/main" id="{A98CBFD4-1646-B64E-AA64-56D3CA5C0D50}"/>
                </a:ext>
              </a:extLst>
            </p:cNvPr>
            <p:cNvSpPr/>
            <p:nvPr/>
          </p:nvSpPr>
          <p:spPr>
            <a:xfrm>
              <a:off x="10150079" y="4480469"/>
              <a:ext cx="31147" cy="14754"/>
            </a:xfrm>
            <a:custGeom>
              <a:avLst/>
              <a:gdLst>
                <a:gd name="connsiteX0" fmla="*/ 4918 w 31147"/>
                <a:gd name="connsiteY0" fmla="*/ 0 h 14754"/>
                <a:gd name="connsiteX1" fmla="*/ 3279 w 31147"/>
                <a:gd name="connsiteY1" fmla="*/ 3279 h 14754"/>
                <a:gd name="connsiteX2" fmla="*/ 3279 w 31147"/>
                <a:gd name="connsiteY2" fmla="*/ 6558 h 14754"/>
                <a:gd name="connsiteX3" fmla="*/ 6558 w 31147"/>
                <a:gd name="connsiteY3" fmla="*/ 4918 h 14754"/>
                <a:gd name="connsiteX4" fmla="*/ 3279 w 31147"/>
                <a:gd name="connsiteY4" fmla="*/ 8197 h 14754"/>
                <a:gd name="connsiteX5" fmla="*/ 1640 w 31147"/>
                <a:gd name="connsiteY5" fmla="*/ 11476 h 14754"/>
                <a:gd name="connsiteX6" fmla="*/ 0 w 31147"/>
                <a:gd name="connsiteY6" fmla="*/ 14754 h 14754"/>
                <a:gd name="connsiteX7" fmla="*/ 3279 w 31147"/>
                <a:gd name="connsiteY7" fmla="*/ 14754 h 14754"/>
                <a:gd name="connsiteX8" fmla="*/ 6558 w 31147"/>
                <a:gd name="connsiteY8" fmla="*/ 14754 h 14754"/>
                <a:gd name="connsiteX9" fmla="*/ 11476 w 31147"/>
                <a:gd name="connsiteY9" fmla="*/ 13115 h 14754"/>
                <a:gd name="connsiteX10" fmla="*/ 14754 w 31147"/>
                <a:gd name="connsiteY10" fmla="*/ 13115 h 14754"/>
                <a:gd name="connsiteX11" fmla="*/ 19672 w 31147"/>
                <a:gd name="connsiteY11" fmla="*/ 11476 h 14754"/>
                <a:gd name="connsiteX12" fmla="*/ 22951 w 31147"/>
                <a:gd name="connsiteY12" fmla="*/ 11476 h 14754"/>
                <a:gd name="connsiteX13" fmla="*/ 26230 w 31147"/>
                <a:gd name="connsiteY13" fmla="*/ 11476 h 14754"/>
                <a:gd name="connsiteX14" fmla="*/ 29508 w 31147"/>
                <a:gd name="connsiteY14" fmla="*/ 9836 h 14754"/>
                <a:gd name="connsiteX15" fmla="*/ 31148 w 31147"/>
                <a:gd name="connsiteY15" fmla="*/ 4918 h 14754"/>
                <a:gd name="connsiteX16" fmla="*/ 27869 w 31147"/>
                <a:gd name="connsiteY16" fmla="*/ 1639 h 14754"/>
                <a:gd name="connsiteX17" fmla="*/ 22951 w 31147"/>
                <a:gd name="connsiteY17" fmla="*/ 1639 h 14754"/>
                <a:gd name="connsiteX18" fmla="*/ 19672 w 31147"/>
                <a:gd name="connsiteY18" fmla="*/ 3279 h 14754"/>
                <a:gd name="connsiteX19" fmla="*/ 16393 w 31147"/>
                <a:gd name="connsiteY19" fmla="*/ 1639 h 14754"/>
                <a:gd name="connsiteX20" fmla="*/ 13114 w 31147"/>
                <a:gd name="connsiteY20" fmla="*/ 3279 h 14754"/>
                <a:gd name="connsiteX21" fmla="*/ 9837 w 31147"/>
                <a:gd name="connsiteY21" fmla="*/ 0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147" h="14754">
                  <a:moveTo>
                    <a:pt x="4918" y="0"/>
                  </a:moveTo>
                  <a:lnTo>
                    <a:pt x="3279" y="3279"/>
                  </a:lnTo>
                  <a:lnTo>
                    <a:pt x="3279" y="6558"/>
                  </a:lnTo>
                  <a:lnTo>
                    <a:pt x="6558" y="4918"/>
                  </a:lnTo>
                  <a:lnTo>
                    <a:pt x="3279" y="8197"/>
                  </a:lnTo>
                  <a:lnTo>
                    <a:pt x="1640" y="11476"/>
                  </a:lnTo>
                  <a:lnTo>
                    <a:pt x="0" y="14754"/>
                  </a:lnTo>
                  <a:lnTo>
                    <a:pt x="3279" y="14754"/>
                  </a:lnTo>
                  <a:lnTo>
                    <a:pt x="6558" y="14754"/>
                  </a:lnTo>
                  <a:lnTo>
                    <a:pt x="11476" y="13115"/>
                  </a:lnTo>
                  <a:lnTo>
                    <a:pt x="14754" y="13115"/>
                  </a:lnTo>
                  <a:lnTo>
                    <a:pt x="19672" y="11476"/>
                  </a:lnTo>
                  <a:lnTo>
                    <a:pt x="22951" y="11476"/>
                  </a:lnTo>
                  <a:lnTo>
                    <a:pt x="26230" y="11476"/>
                  </a:lnTo>
                  <a:lnTo>
                    <a:pt x="29508" y="9836"/>
                  </a:lnTo>
                  <a:lnTo>
                    <a:pt x="31148" y="4918"/>
                  </a:lnTo>
                  <a:lnTo>
                    <a:pt x="27869" y="1639"/>
                  </a:lnTo>
                  <a:lnTo>
                    <a:pt x="22951" y="1639"/>
                  </a:lnTo>
                  <a:lnTo>
                    <a:pt x="19672" y="3279"/>
                  </a:lnTo>
                  <a:lnTo>
                    <a:pt x="16393" y="1639"/>
                  </a:lnTo>
                  <a:lnTo>
                    <a:pt x="13114" y="3279"/>
                  </a:lnTo>
                  <a:lnTo>
                    <a:pt x="983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9" name="Freeform 2408">
              <a:extLst>
                <a:ext uri="{FF2B5EF4-FFF2-40B4-BE49-F238E27FC236}">
                  <a16:creationId xmlns:a16="http://schemas.microsoft.com/office/drawing/2014/main" id="{1B8BF6A5-2F45-D64A-8A16-26C0820C648D}"/>
                </a:ext>
              </a:extLst>
            </p:cNvPr>
            <p:cNvSpPr/>
            <p:nvPr/>
          </p:nvSpPr>
          <p:spPr>
            <a:xfrm>
              <a:off x="10163194" y="4195224"/>
              <a:ext cx="37705" cy="16393"/>
            </a:xfrm>
            <a:custGeom>
              <a:avLst/>
              <a:gdLst>
                <a:gd name="connsiteX0" fmla="*/ 3279 w 37705"/>
                <a:gd name="connsiteY0" fmla="*/ 0 h 16393"/>
                <a:gd name="connsiteX1" fmla="*/ 1640 w 37705"/>
                <a:gd name="connsiteY1" fmla="*/ 3279 h 16393"/>
                <a:gd name="connsiteX2" fmla="*/ 0 w 37705"/>
                <a:gd name="connsiteY2" fmla="*/ 8197 h 16393"/>
                <a:gd name="connsiteX3" fmla="*/ 0 w 37705"/>
                <a:gd name="connsiteY3" fmla="*/ 11476 h 16393"/>
                <a:gd name="connsiteX4" fmla="*/ 1640 w 37705"/>
                <a:gd name="connsiteY4" fmla="*/ 14754 h 16393"/>
                <a:gd name="connsiteX5" fmla="*/ 6558 w 37705"/>
                <a:gd name="connsiteY5" fmla="*/ 16393 h 16393"/>
                <a:gd name="connsiteX6" fmla="*/ 9837 w 37705"/>
                <a:gd name="connsiteY6" fmla="*/ 14754 h 16393"/>
                <a:gd name="connsiteX7" fmla="*/ 13115 w 37705"/>
                <a:gd name="connsiteY7" fmla="*/ 14754 h 16393"/>
                <a:gd name="connsiteX8" fmla="*/ 16393 w 37705"/>
                <a:gd name="connsiteY8" fmla="*/ 11476 h 16393"/>
                <a:gd name="connsiteX9" fmla="*/ 21312 w 37705"/>
                <a:gd name="connsiteY9" fmla="*/ 11476 h 16393"/>
                <a:gd name="connsiteX10" fmla="*/ 24590 w 37705"/>
                <a:gd name="connsiteY10" fmla="*/ 13115 h 16393"/>
                <a:gd name="connsiteX11" fmla="*/ 27869 w 37705"/>
                <a:gd name="connsiteY11" fmla="*/ 9836 h 16393"/>
                <a:gd name="connsiteX12" fmla="*/ 31148 w 37705"/>
                <a:gd name="connsiteY12" fmla="*/ 9836 h 16393"/>
                <a:gd name="connsiteX13" fmla="*/ 36066 w 37705"/>
                <a:gd name="connsiteY13" fmla="*/ 9836 h 16393"/>
                <a:gd name="connsiteX14" fmla="*/ 37706 w 37705"/>
                <a:gd name="connsiteY14" fmla="*/ 6557 h 16393"/>
                <a:gd name="connsiteX15" fmla="*/ 34427 w 37705"/>
                <a:gd name="connsiteY15" fmla="*/ 6557 h 16393"/>
                <a:gd name="connsiteX16" fmla="*/ 32787 w 37705"/>
                <a:gd name="connsiteY16" fmla="*/ 1639 h 16393"/>
                <a:gd name="connsiteX17" fmla="*/ 29509 w 37705"/>
                <a:gd name="connsiteY17" fmla="*/ 4918 h 16393"/>
                <a:gd name="connsiteX18" fmla="*/ 24590 w 37705"/>
                <a:gd name="connsiteY18" fmla="*/ 3279 h 16393"/>
                <a:gd name="connsiteX19" fmla="*/ 21312 w 37705"/>
                <a:gd name="connsiteY19" fmla="*/ 1639 h 16393"/>
                <a:gd name="connsiteX20" fmla="*/ 18033 w 37705"/>
                <a:gd name="connsiteY20" fmla="*/ 0 h 16393"/>
                <a:gd name="connsiteX21" fmla="*/ 13115 w 37705"/>
                <a:gd name="connsiteY21" fmla="*/ 0 h 16393"/>
                <a:gd name="connsiteX22" fmla="*/ 9837 w 37705"/>
                <a:gd name="connsiteY22" fmla="*/ 0 h 16393"/>
                <a:gd name="connsiteX23" fmla="*/ 6558 w 37705"/>
                <a:gd name="connsiteY23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7705" h="16393">
                  <a:moveTo>
                    <a:pt x="3279" y="0"/>
                  </a:moveTo>
                  <a:lnTo>
                    <a:pt x="1640" y="3279"/>
                  </a:lnTo>
                  <a:lnTo>
                    <a:pt x="0" y="8197"/>
                  </a:lnTo>
                  <a:lnTo>
                    <a:pt x="0" y="11476"/>
                  </a:lnTo>
                  <a:lnTo>
                    <a:pt x="1640" y="14754"/>
                  </a:lnTo>
                  <a:lnTo>
                    <a:pt x="6558" y="16393"/>
                  </a:lnTo>
                  <a:lnTo>
                    <a:pt x="9837" y="14754"/>
                  </a:lnTo>
                  <a:lnTo>
                    <a:pt x="13115" y="14754"/>
                  </a:lnTo>
                  <a:lnTo>
                    <a:pt x="16393" y="11476"/>
                  </a:lnTo>
                  <a:lnTo>
                    <a:pt x="21312" y="11476"/>
                  </a:lnTo>
                  <a:lnTo>
                    <a:pt x="24590" y="13115"/>
                  </a:lnTo>
                  <a:lnTo>
                    <a:pt x="27869" y="9836"/>
                  </a:lnTo>
                  <a:lnTo>
                    <a:pt x="31148" y="9836"/>
                  </a:lnTo>
                  <a:lnTo>
                    <a:pt x="36066" y="9836"/>
                  </a:lnTo>
                  <a:lnTo>
                    <a:pt x="37706" y="6557"/>
                  </a:lnTo>
                  <a:lnTo>
                    <a:pt x="34427" y="6557"/>
                  </a:lnTo>
                  <a:lnTo>
                    <a:pt x="32787" y="1639"/>
                  </a:lnTo>
                  <a:lnTo>
                    <a:pt x="29509" y="4918"/>
                  </a:lnTo>
                  <a:lnTo>
                    <a:pt x="24590" y="3279"/>
                  </a:lnTo>
                  <a:lnTo>
                    <a:pt x="21312" y="1639"/>
                  </a:lnTo>
                  <a:lnTo>
                    <a:pt x="18033" y="0"/>
                  </a:lnTo>
                  <a:lnTo>
                    <a:pt x="13115" y="0"/>
                  </a:lnTo>
                  <a:lnTo>
                    <a:pt x="9837" y="0"/>
                  </a:lnTo>
                  <a:lnTo>
                    <a:pt x="655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0" name="Freeform 2409">
              <a:extLst>
                <a:ext uri="{FF2B5EF4-FFF2-40B4-BE49-F238E27FC236}">
                  <a16:creationId xmlns:a16="http://schemas.microsoft.com/office/drawing/2014/main" id="{1219CA35-BC05-DA48-A779-0B6586C958F9}"/>
                </a:ext>
              </a:extLst>
            </p:cNvPr>
            <p:cNvSpPr/>
            <p:nvPr/>
          </p:nvSpPr>
          <p:spPr>
            <a:xfrm>
              <a:off x="10195980" y="4480469"/>
              <a:ext cx="4918" cy="8196"/>
            </a:xfrm>
            <a:custGeom>
              <a:avLst/>
              <a:gdLst>
                <a:gd name="connsiteX0" fmla="*/ 4919 w 4918"/>
                <a:gd name="connsiteY0" fmla="*/ 1639 h 8196"/>
                <a:gd name="connsiteX1" fmla="*/ 4919 w 4918"/>
                <a:gd name="connsiteY1" fmla="*/ 0 h 8196"/>
                <a:gd name="connsiteX2" fmla="*/ 0 w 4918"/>
                <a:gd name="connsiteY2" fmla="*/ 4918 h 8196"/>
                <a:gd name="connsiteX3" fmla="*/ 0 w 4918"/>
                <a:gd name="connsiteY3" fmla="*/ 8197 h 8196"/>
                <a:gd name="connsiteX4" fmla="*/ 3279 w 4918"/>
                <a:gd name="connsiteY4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8196">
                  <a:moveTo>
                    <a:pt x="4919" y="1639"/>
                  </a:moveTo>
                  <a:lnTo>
                    <a:pt x="4919" y="0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1" name="Freeform 2410">
              <a:extLst>
                <a:ext uri="{FF2B5EF4-FFF2-40B4-BE49-F238E27FC236}">
                  <a16:creationId xmlns:a16="http://schemas.microsoft.com/office/drawing/2014/main" id="{280076D4-0CD9-CB46-A63E-5CF189AEA254}"/>
                </a:ext>
              </a:extLst>
            </p:cNvPr>
            <p:cNvSpPr/>
            <p:nvPr/>
          </p:nvSpPr>
          <p:spPr>
            <a:xfrm>
              <a:off x="10195980" y="4054241"/>
              <a:ext cx="4918" cy="6557"/>
            </a:xfrm>
            <a:custGeom>
              <a:avLst/>
              <a:gdLst>
                <a:gd name="connsiteX0" fmla="*/ 4919 w 4918"/>
                <a:gd name="connsiteY0" fmla="*/ 0 h 6557"/>
                <a:gd name="connsiteX1" fmla="*/ 3279 w 4918"/>
                <a:gd name="connsiteY1" fmla="*/ 3279 h 6557"/>
                <a:gd name="connsiteX2" fmla="*/ 0 w 4918"/>
                <a:gd name="connsiteY2" fmla="*/ 6558 h 6557"/>
                <a:gd name="connsiteX3" fmla="*/ 3279 w 4918"/>
                <a:gd name="connsiteY3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6557">
                  <a:moveTo>
                    <a:pt x="4919" y="0"/>
                  </a:moveTo>
                  <a:lnTo>
                    <a:pt x="3279" y="3279"/>
                  </a:lnTo>
                  <a:lnTo>
                    <a:pt x="0" y="6558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2" name="Freeform 2411">
              <a:extLst>
                <a:ext uri="{FF2B5EF4-FFF2-40B4-BE49-F238E27FC236}">
                  <a16:creationId xmlns:a16="http://schemas.microsoft.com/office/drawing/2014/main" id="{044DB522-B042-DC47-BF72-E8F23A430649}"/>
                </a:ext>
              </a:extLst>
            </p:cNvPr>
            <p:cNvSpPr/>
            <p:nvPr/>
          </p:nvSpPr>
          <p:spPr>
            <a:xfrm>
              <a:off x="10202538" y="4000143"/>
              <a:ext cx="3278" cy="4917"/>
            </a:xfrm>
            <a:custGeom>
              <a:avLst/>
              <a:gdLst>
                <a:gd name="connsiteX0" fmla="*/ 3279 w 3278"/>
                <a:gd name="connsiteY0" fmla="*/ 0 h 4917"/>
                <a:gd name="connsiteX1" fmla="*/ 0 w 3278"/>
                <a:gd name="connsiteY1" fmla="*/ 0 h 4917"/>
                <a:gd name="connsiteX2" fmla="*/ 1639 w 3278"/>
                <a:gd name="connsiteY2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7">
                  <a:moveTo>
                    <a:pt x="3279" y="0"/>
                  </a:moveTo>
                  <a:lnTo>
                    <a:pt x="0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3" name="Freeform 2412">
              <a:extLst>
                <a:ext uri="{FF2B5EF4-FFF2-40B4-BE49-F238E27FC236}">
                  <a16:creationId xmlns:a16="http://schemas.microsoft.com/office/drawing/2014/main" id="{F75CFDA7-D32F-D74F-BD41-5B9855DFD54F}"/>
                </a:ext>
              </a:extLst>
            </p:cNvPr>
            <p:cNvSpPr/>
            <p:nvPr/>
          </p:nvSpPr>
          <p:spPr>
            <a:xfrm>
              <a:off x="10202538" y="3959160"/>
              <a:ext cx="11475" cy="14753"/>
            </a:xfrm>
            <a:custGeom>
              <a:avLst/>
              <a:gdLst>
                <a:gd name="connsiteX0" fmla="*/ 9836 w 11475"/>
                <a:gd name="connsiteY0" fmla="*/ 14754 h 14753"/>
                <a:gd name="connsiteX1" fmla="*/ 9836 w 11475"/>
                <a:gd name="connsiteY1" fmla="*/ 14754 h 14753"/>
                <a:gd name="connsiteX2" fmla="*/ 11476 w 11475"/>
                <a:gd name="connsiteY2" fmla="*/ 11476 h 14753"/>
                <a:gd name="connsiteX3" fmla="*/ 8197 w 11475"/>
                <a:gd name="connsiteY3" fmla="*/ 6557 h 14753"/>
                <a:gd name="connsiteX4" fmla="*/ 6558 w 11475"/>
                <a:gd name="connsiteY4" fmla="*/ 3279 h 14753"/>
                <a:gd name="connsiteX5" fmla="*/ 4918 w 11475"/>
                <a:gd name="connsiteY5" fmla="*/ 0 h 14753"/>
                <a:gd name="connsiteX6" fmla="*/ 0 w 11475"/>
                <a:gd name="connsiteY6" fmla="*/ 3279 h 14753"/>
                <a:gd name="connsiteX7" fmla="*/ 4918 w 11475"/>
                <a:gd name="connsiteY7" fmla="*/ 4918 h 14753"/>
                <a:gd name="connsiteX8" fmla="*/ 3279 w 11475"/>
                <a:gd name="connsiteY8" fmla="*/ 9836 h 14753"/>
                <a:gd name="connsiteX9" fmla="*/ 6558 w 11475"/>
                <a:gd name="connsiteY9" fmla="*/ 13114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5" h="14753">
                  <a:moveTo>
                    <a:pt x="9836" y="14754"/>
                  </a:moveTo>
                  <a:lnTo>
                    <a:pt x="9836" y="14754"/>
                  </a:lnTo>
                  <a:lnTo>
                    <a:pt x="11476" y="11476"/>
                  </a:lnTo>
                  <a:lnTo>
                    <a:pt x="8197" y="6557"/>
                  </a:lnTo>
                  <a:lnTo>
                    <a:pt x="6558" y="3279"/>
                  </a:lnTo>
                  <a:lnTo>
                    <a:pt x="4918" y="0"/>
                  </a:lnTo>
                  <a:lnTo>
                    <a:pt x="0" y="3279"/>
                  </a:lnTo>
                  <a:lnTo>
                    <a:pt x="4918" y="4918"/>
                  </a:lnTo>
                  <a:lnTo>
                    <a:pt x="3279" y="9836"/>
                  </a:lnTo>
                  <a:lnTo>
                    <a:pt x="6558" y="1311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4" name="Freeform 2413">
              <a:extLst>
                <a:ext uri="{FF2B5EF4-FFF2-40B4-BE49-F238E27FC236}">
                  <a16:creationId xmlns:a16="http://schemas.microsoft.com/office/drawing/2014/main" id="{505592F5-64DF-D84B-B07C-CBEA081B3C29}"/>
                </a:ext>
              </a:extLst>
            </p:cNvPr>
            <p:cNvSpPr/>
            <p:nvPr/>
          </p:nvSpPr>
          <p:spPr>
            <a:xfrm>
              <a:off x="10204177" y="4201781"/>
              <a:ext cx="34426" cy="6557"/>
            </a:xfrm>
            <a:custGeom>
              <a:avLst/>
              <a:gdLst>
                <a:gd name="connsiteX0" fmla="*/ 1640 w 34426"/>
                <a:gd name="connsiteY0" fmla="*/ 0 h 6557"/>
                <a:gd name="connsiteX1" fmla="*/ 0 w 34426"/>
                <a:gd name="connsiteY1" fmla="*/ 0 h 6557"/>
                <a:gd name="connsiteX2" fmla="*/ 1640 w 34426"/>
                <a:gd name="connsiteY2" fmla="*/ 3279 h 6557"/>
                <a:gd name="connsiteX3" fmla="*/ 4919 w 34426"/>
                <a:gd name="connsiteY3" fmla="*/ 6558 h 6557"/>
                <a:gd name="connsiteX4" fmla="*/ 8197 w 34426"/>
                <a:gd name="connsiteY4" fmla="*/ 4918 h 6557"/>
                <a:gd name="connsiteX5" fmla="*/ 11476 w 34426"/>
                <a:gd name="connsiteY5" fmla="*/ 4918 h 6557"/>
                <a:gd name="connsiteX6" fmla="*/ 16393 w 34426"/>
                <a:gd name="connsiteY6" fmla="*/ 4918 h 6557"/>
                <a:gd name="connsiteX7" fmla="*/ 19672 w 34426"/>
                <a:gd name="connsiteY7" fmla="*/ 4918 h 6557"/>
                <a:gd name="connsiteX8" fmla="*/ 22951 w 34426"/>
                <a:gd name="connsiteY8" fmla="*/ 4918 h 6557"/>
                <a:gd name="connsiteX9" fmla="*/ 27869 w 34426"/>
                <a:gd name="connsiteY9" fmla="*/ 3279 h 6557"/>
                <a:gd name="connsiteX10" fmla="*/ 31148 w 34426"/>
                <a:gd name="connsiteY10" fmla="*/ 3279 h 6557"/>
                <a:gd name="connsiteX11" fmla="*/ 34427 w 34426"/>
                <a:gd name="connsiteY11" fmla="*/ 0 h 6557"/>
                <a:gd name="connsiteX12" fmla="*/ 31148 w 34426"/>
                <a:gd name="connsiteY12" fmla="*/ 0 h 6557"/>
                <a:gd name="connsiteX13" fmla="*/ 27869 w 34426"/>
                <a:gd name="connsiteY13" fmla="*/ 0 h 6557"/>
                <a:gd name="connsiteX14" fmla="*/ 22951 w 34426"/>
                <a:gd name="connsiteY14" fmla="*/ 0 h 6557"/>
                <a:gd name="connsiteX15" fmla="*/ 19672 w 34426"/>
                <a:gd name="connsiteY15" fmla="*/ 0 h 6557"/>
                <a:gd name="connsiteX16" fmla="*/ 16393 w 34426"/>
                <a:gd name="connsiteY16" fmla="*/ 0 h 6557"/>
                <a:gd name="connsiteX17" fmla="*/ 11476 w 34426"/>
                <a:gd name="connsiteY17" fmla="*/ 0 h 6557"/>
                <a:gd name="connsiteX18" fmla="*/ 8197 w 34426"/>
                <a:gd name="connsiteY18" fmla="*/ 0 h 6557"/>
                <a:gd name="connsiteX19" fmla="*/ 4919 w 34426"/>
                <a:gd name="connsiteY19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426" h="6557">
                  <a:moveTo>
                    <a:pt x="1640" y="0"/>
                  </a:moveTo>
                  <a:lnTo>
                    <a:pt x="0" y="0"/>
                  </a:lnTo>
                  <a:lnTo>
                    <a:pt x="1640" y="3279"/>
                  </a:lnTo>
                  <a:lnTo>
                    <a:pt x="4919" y="6558"/>
                  </a:lnTo>
                  <a:lnTo>
                    <a:pt x="8197" y="4918"/>
                  </a:lnTo>
                  <a:lnTo>
                    <a:pt x="11476" y="4918"/>
                  </a:lnTo>
                  <a:lnTo>
                    <a:pt x="16393" y="4918"/>
                  </a:lnTo>
                  <a:lnTo>
                    <a:pt x="19672" y="4918"/>
                  </a:lnTo>
                  <a:lnTo>
                    <a:pt x="22951" y="4918"/>
                  </a:lnTo>
                  <a:lnTo>
                    <a:pt x="27869" y="3279"/>
                  </a:lnTo>
                  <a:lnTo>
                    <a:pt x="31148" y="3279"/>
                  </a:lnTo>
                  <a:lnTo>
                    <a:pt x="34427" y="0"/>
                  </a:lnTo>
                  <a:lnTo>
                    <a:pt x="31148" y="0"/>
                  </a:lnTo>
                  <a:lnTo>
                    <a:pt x="27869" y="0"/>
                  </a:lnTo>
                  <a:lnTo>
                    <a:pt x="22951" y="0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491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5" name="Freeform 2414">
              <a:extLst>
                <a:ext uri="{FF2B5EF4-FFF2-40B4-BE49-F238E27FC236}">
                  <a16:creationId xmlns:a16="http://schemas.microsoft.com/office/drawing/2014/main" id="{4A3F2903-6D55-8E4E-BBAD-C386590509EC}"/>
                </a:ext>
              </a:extLst>
            </p:cNvPr>
            <p:cNvSpPr/>
            <p:nvPr/>
          </p:nvSpPr>
          <p:spPr>
            <a:xfrm>
              <a:off x="10205817" y="4457518"/>
              <a:ext cx="39343" cy="18032"/>
            </a:xfrm>
            <a:custGeom>
              <a:avLst/>
              <a:gdLst>
                <a:gd name="connsiteX0" fmla="*/ 0 w 39343"/>
                <a:gd name="connsiteY0" fmla="*/ 18033 h 18032"/>
                <a:gd name="connsiteX1" fmla="*/ 4918 w 39343"/>
                <a:gd name="connsiteY1" fmla="*/ 16393 h 18032"/>
                <a:gd name="connsiteX2" fmla="*/ 8197 w 39343"/>
                <a:gd name="connsiteY2" fmla="*/ 13115 h 18032"/>
                <a:gd name="connsiteX3" fmla="*/ 11476 w 39343"/>
                <a:gd name="connsiteY3" fmla="*/ 13115 h 18032"/>
                <a:gd name="connsiteX4" fmla="*/ 16393 w 39343"/>
                <a:gd name="connsiteY4" fmla="*/ 14754 h 18032"/>
                <a:gd name="connsiteX5" fmla="*/ 19672 w 39343"/>
                <a:gd name="connsiteY5" fmla="*/ 14754 h 18032"/>
                <a:gd name="connsiteX6" fmla="*/ 22950 w 39343"/>
                <a:gd name="connsiteY6" fmla="*/ 14754 h 18032"/>
                <a:gd name="connsiteX7" fmla="*/ 26229 w 39343"/>
                <a:gd name="connsiteY7" fmla="*/ 16393 h 18032"/>
                <a:gd name="connsiteX8" fmla="*/ 29508 w 39343"/>
                <a:gd name="connsiteY8" fmla="*/ 13115 h 18032"/>
                <a:gd name="connsiteX9" fmla="*/ 32787 w 39343"/>
                <a:gd name="connsiteY9" fmla="*/ 9836 h 18032"/>
                <a:gd name="connsiteX10" fmla="*/ 36066 w 39343"/>
                <a:gd name="connsiteY10" fmla="*/ 6557 h 18032"/>
                <a:gd name="connsiteX11" fmla="*/ 39343 w 39343"/>
                <a:gd name="connsiteY11" fmla="*/ 6557 h 18032"/>
                <a:gd name="connsiteX12" fmla="*/ 37705 w 39343"/>
                <a:gd name="connsiteY12" fmla="*/ 3279 h 18032"/>
                <a:gd name="connsiteX13" fmla="*/ 34426 w 39343"/>
                <a:gd name="connsiteY13" fmla="*/ 0 h 18032"/>
                <a:gd name="connsiteX14" fmla="*/ 31147 w 39343"/>
                <a:gd name="connsiteY14" fmla="*/ 0 h 18032"/>
                <a:gd name="connsiteX15" fmla="*/ 26229 w 39343"/>
                <a:gd name="connsiteY15" fmla="*/ 1639 h 18032"/>
                <a:gd name="connsiteX16" fmla="*/ 22950 w 39343"/>
                <a:gd name="connsiteY16" fmla="*/ 3279 h 18032"/>
                <a:gd name="connsiteX17" fmla="*/ 19672 w 39343"/>
                <a:gd name="connsiteY17" fmla="*/ 3279 h 18032"/>
                <a:gd name="connsiteX18" fmla="*/ 16393 w 39343"/>
                <a:gd name="connsiteY18" fmla="*/ 4918 h 18032"/>
                <a:gd name="connsiteX19" fmla="*/ 11476 w 39343"/>
                <a:gd name="connsiteY19" fmla="*/ 4918 h 18032"/>
                <a:gd name="connsiteX20" fmla="*/ 8197 w 39343"/>
                <a:gd name="connsiteY20" fmla="*/ 3279 h 18032"/>
                <a:gd name="connsiteX21" fmla="*/ 6557 w 39343"/>
                <a:gd name="connsiteY21" fmla="*/ 6557 h 18032"/>
                <a:gd name="connsiteX22" fmla="*/ 3279 w 39343"/>
                <a:gd name="connsiteY22" fmla="*/ 9836 h 18032"/>
                <a:gd name="connsiteX23" fmla="*/ 1639 w 39343"/>
                <a:gd name="connsiteY23" fmla="*/ 13115 h 18032"/>
                <a:gd name="connsiteX24" fmla="*/ 0 w 39343"/>
                <a:gd name="connsiteY24" fmla="*/ 18033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343" h="18032">
                  <a:moveTo>
                    <a:pt x="0" y="18033"/>
                  </a:moveTo>
                  <a:lnTo>
                    <a:pt x="4918" y="16393"/>
                  </a:lnTo>
                  <a:lnTo>
                    <a:pt x="8197" y="13115"/>
                  </a:lnTo>
                  <a:lnTo>
                    <a:pt x="11476" y="13115"/>
                  </a:lnTo>
                  <a:lnTo>
                    <a:pt x="16393" y="14754"/>
                  </a:lnTo>
                  <a:lnTo>
                    <a:pt x="19672" y="14754"/>
                  </a:lnTo>
                  <a:lnTo>
                    <a:pt x="22950" y="14754"/>
                  </a:lnTo>
                  <a:lnTo>
                    <a:pt x="26229" y="16393"/>
                  </a:lnTo>
                  <a:lnTo>
                    <a:pt x="29508" y="13115"/>
                  </a:lnTo>
                  <a:lnTo>
                    <a:pt x="32787" y="9836"/>
                  </a:lnTo>
                  <a:lnTo>
                    <a:pt x="36066" y="6557"/>
                  </a:lnTo>
                  <a:lnTo>
                    <a:pt x="39343" y="6557"/>
                  </a:lnTo>
                  <a:lnTo>
                    <a:pt x="37705" y="3279"/>
                  </a:lnTo>
                  <a:lnTo>
                    <a:pt x="34426" y="0"/>
                  </a:lnTo>
                  <a:lnTo>
                    <a:pt x="31147" y="0"/>
                  </a:lnTo>
                  <a:lnTo>
                    <a:pt x="26229" y="1639"/>
                  </a:lnTo>
                  <a:lnTo>
                    <a:pt x="22950" y="3279"/>
                  </a:lnTo>
                  <a:lnTo>
                    <a:pt x="19672" y="3279"/>
                  </a:lnTo>
                  <a:lnTo>
                    <a:pt x="16393" y="4918"/>
                  </a:lnTo>
                  <a:lnTo>
                    <a:pt x="11476" y="4918"/>
                  </a:lnTo>
                  <a:lnTo>
                    <a:pt x="8197" y="3279"/>
                  </a:lnTo>
                  <a:lnTo>
                    <a:pt x="6557" y="6557"/>
                  </a:lnTo>
                  <a:lnTo>
                    <a:pt x="3279" y="9836"/>
                  </a:lnTo>
                  <a:lnTo>
                    <a:pt x="1639" y="13115"/>
                  </a:lnTo>
                  <a:lnTo>
                    <a:pt x="0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6" name="Freeform 2415">
              <a:extLst>
                <a:ext uri="{FF2B5EF4-FFF2-40B4-BE49-F238E27FC236}">
                  <a16:creationId xmlns:a16="http://schemas.microsoft.com/office/drawing/2014/main" id="{99774D8A-8AA7-CE4F-88D9-EF2E1DF812F4}"/>
                </a:ext>
              </a:extLst>
            </p:cNvPr>
            <p:cNvSpPr/>
            <p:nvPr/>
          </p:nvSpPr>
          <p:spPr>
            <a:xfrm>
              <a:off x="10222210" y="4208339"/>
              <a:ext cx="8196" cy="22950"/>
            </a:xfrm>
            <a:custGeom>
              <a:avLst/>
              <a:gdLst>
                <a:gd name="connsiteX0" fmla="*/ 3279 w 8196"/>
                <a:gd name="connsiteY0" fmla="*/ 1639 h 22950"/>
                <a:gd name="connsiteX1" fmla="*/ 3279 w 8196"/>
                <a:gd name="connsiteY1" fmla="*/ 0 h 22950"/>
                <a:gd name="connsiteX2" fmla="*/ 0 w 8196"/>
                <a:gd name="connsiteY2" fmla="*/ 4918 h 22950"/>
                <a:gd name="connsiteX3" fmla="*/ 0 w 8196"/>
                <a:gd name="connsiteY3" fmla="*/ 8197 h 22950"/>
                <a:gd name="connsiteX4" fmla="*/ 1639 w 8196"/>
                <a:gd name="connsiteY4" fmla="*/ 11475 h 22950"/>
                <a:gd name="connsiteX5" fmla="*/ 3279 w 8196"/>
                <a:gd name="connsiteY5" fmla="*/ 16393 h 22950"/>
                <a:gd name="connsiteX6" fmla="*/ 3279 w 8196"/>
                <a:gd name="connsiteY6" fmla="*/ 19672 h 22950"/>
                <a:gd name="connsiteX7" fmla="*/ 6557 w 8196"/>
                <a:gd name="connsiteY7" fmla="*/ 22951 h 22950"/>
                <a:gd name="connsiteX8" fmla="*/ 8197 w 8196"/>
                <a:gd name="connsiteY8" fmla="*/ 21311 h 22950"/>
                <a:gd name="connsiteX9" fmla="*/ 8197 w 8196"/>
                <a:gd name="connsiteY9" fmla="*/ 19672 h 22950"/>
                <a:gd name="connsiteX10" fmla="*/ 6557 w 8196"/>
                <a:gd name="connsiteY10" fmla="*/ 16393 h 22950"/>
                <a:gd name="connsiteX11" fmla="*/ 4918 w 8196"/>
                <a:gd name="connsiteY11" fmla="*/ 13114 h 22950"/>
                <a:gd name="connsiteX12" fmla="*/ 3279 w 8196"/>
                <a:gd name="connsiteY12" fmla="*/ 8197 h 22950"/>
                <a:gd name="connsiteX13" fmla="*/ 4918 w 8196"/>
                <a:gd name="connsiteY13" fmla="*/ 4918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196" h="22950">
                  <a:moveTo>
                    <a:pt x="3279" y="1639"/>
                  </a:moveTo>
                  <a:lnTo>
                    <a:pt x="3279" y="0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1639" y="11475"/>
                  </a:lnTo>
                  <a:lnTo>
                    <a:pt x="3279" y="16393"/>
                  </a:lnTo>
                  <a:lnTo>
                    <a:pt x="3279" y="19672"/>
                  </a:lnTo>
                  <a:lnTo>
                    <a:pt x="6557" y="22951"/>
                  </a:lnTo>
                  <a:lnTo>
                    <a:pt x="8197" y="21311"/>
                  </a:lnTo>
                  <a:lnTo>
                    <a:pt x="8197" y="19672"/>
                  </a:lnTo>
                  <a:lnTo>
                    <a:pt x="6557" y="16393"/>
                  </a:lnTo>
                  <a:lnTo>
                    <a:pt x="4918" y="13114"/>
                  </a:lnTo>
                  <a:lnTo>
                    <a:pt x="3279" y="8197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7" name="Freeform 2416">
              <a:extLst>
                <a:ext uri="{FF2B5EF4-FFF2-40B4-BE49-F238E27FC236}">
                  <a16:creationId xmlns:a16="http://schemas.microsoft.com/office/drawing/2014/main" id="{5DEA7787-009A-644B-AF7F-EC97350ECBFE}"/>
                </a:ext>
              </a:extLst>
            </p:cNvPr>
            <p:cNvSpPr/>
            <p:nvPr/>
          </p:nvSpPr>
          <p:spPr>
            <a:xfrm>
              <a:off x="10227128" y="4257519"/>
              <a:ext cx="47541" cy="34425"/>
            </a:xfrm>
            <a:custGeom>
              <a:avLst/>
              <a:gdLst>
                <a:gd name="connsiteX0" fmla="*/ 24590 w 47541"/>
                <a:gd name="connsiteY0" fmla="*/ 34426 h 34425"/>
                <a:gd name="connsiteX1" fmla="*/ 27869 w 47541"/>
                <a:gd name="connsiteY1" fmla="*/ 32787 h 34425"/>
                <a:gd name="connsiteX2" fmla="*/ 31148 w 47541"/>
                <a:gd name="connsiteY2" fmla="*/ 31147 h 34425"/>
                <a:gd name="connsiteX3" fmla="*/ 36066 w 47541"/>
                <a:gd name="connsiteY3" fmla="*/ 29508 h 34425"/>
                <a:gd name="connsiteX4" fmla="*/ 39344 w 47541"/>
                <a:gd name="connsiteY4" fmla="*/ 27868 h 34425"/>
                <a:gd name="connsiteX5" fmla="*/ 42622 w 47541"/>
                <a:gd name="connsiteY5" fmla="*/ 26229 h 34425"/>
                <a:gd name="connsiteX6" fmla="*/ 45901 w 47541"/>
                <a:gd name="connsiteY6" fmla="*/ 22951 h 34425"/>
                <a:gd name="connsiteX7" fmla="*/ 45901 w 47541"/>
                <a:gd name="connsiteY7" fmla="*/ 18032 h 34425"/>
                <a:gd name="connsiteX8" fmla="*/ 47541 w 47541"/>
                <a:gd name="connsiteY8" fmla="*/ 14754 h 34425"/>
                <a:gd name="connsiteX9" fmla="*/ 42622 w 47541"/>
                <a:gd name="connsiteY9" fmla="*/ 13114 h 34425"/>
                <a:gd name="connsiteX10" fmla="*/ 39344 w 47541"/>
                <a:gd name="connsiteY10" fmla="*/ 11475 h 34425"/>
                <a:gd name="connsiteX11" fmla="*/ 40983 w 47541"/>
                <a:gd name="connsiteY11" fmla="*/ 8197 h 34425"/>
                <a:gd name="connsiteX12" fmla="*/ 37705 w 47541"/>
                <a:gd name="connsiteY12" fmla="*/ 4918 h 34425"/>
                <a:gd name="connsiteX13" fmla="*/ 34426 w 47541"/>
                <a:gd name="connsiteY13" fmla="*/ 1639 h 34425"/>
                <a:gd name="connsiteX14" fmla="*/ 31148 w 47541"/>
                <a:gd name="connsiteY14" fmla="*/ 0 h 34425"/>
                <a:gd name="connsiteX15" fmla="*/ 26229 w 47541"/>
                <a:gd name="connsiteY15" fmla="*/ 0 h 34425"/>
                <a:gd name="connsiteX16" fmla="*/ 22951 w 47541"/>
                <a:gd name="connsiteY16" fmla="*/ 0 h 34425"/>
                <a:gd name="connsiteX17" fmla="*/ 19672 w 47541"/>
                <a:gd name="connsiteY17" fmla="*/ 0 h 34425"/>
                <a:gd name="connsiteX18" fmla="*/ 14754 w 47541"/>
                <a:gd name="connsiteY18" fmla="*/ 0 h 34425"/>
                <a:gd name="connsiteX19" fmla="*/ 11476 w 47541"/>
                <a:gd name="connsiteY19" fmla="*/ 1639 h 34425"/>
                <a:gd name="connsiteX20" fmla="*/ 8197 w 47541"/>
                <a:gd name="connsiteY20" fmla="*/ 3278 h 34425"/>
                <a:gd name="connsiteX21" fmla="*/ 4918 w 47541"/>
                <a:gd name="connsiteY21" fmla="*/ 3278 h 34425"/>
                <a:gd name="connsiteX22" fmla="*/ 1639 w 47541"/>
                <a:gd name="connsiteY22" fmla="*/ 3278 h 34425"/>
                <a:gd name="connsiteX23" fmla="*/ 0 w 47541"/>
                <a:gd name="connsiteY23" fmla="*/ 6557 h 34425"/>
                <a:gd name="connsiteX24" fmla="*/ 0 w 47541"/>
                <a:gd name="connsiteY24" fmla="*/ 11475 h 34425"/>
                <a:gd name="connsiteX25" fmla="*/ 0 w 47541"/>
                <a:gd name="connsiteY25" fmla="*/ 14754 h 34425"/>
                <a:gd name="connsiteX26" fmla="*/ 1639 w 47541"/>
                <a:gd name="connsiteY26" fmla="*/ 18032 h 34425"/>
                <a:gd name="connsiteX27" fmla="*/ 4918 w 47541"/>
                <a:gd name="connsiteY27" fmla="*/ 22951 h 34425"/>
                <a:gd name="connsiteX28" fmla="*/ 8197 w 47541"/>
                <a:gd name="connsiteY28" fmla="*/ 24590 h 34425"/>
                <a:gd name="connsiteX29" fmla="*/ 11476 w 47541"/>
                <a:gd name="connsiteY29" fmla="*/ 27868 h 34425"/>
                <a:gd name="connsiteX30" fmla="*/ 16393 w 47541"/>
                <a:gd name="connsiteY30" fmla="*/ 29508 h 34425"/>
                <a:gd name="connsiteX31" fmla="*/ 19672 w 47541"/>
                <a:gd name="connsiteY31" fmla="*/ 31147 h 34425"/>
                <a:gd name="connsiteX32" fmla="*/ 22951 w 47541"/>
                <a:gd name="connsiteY32" fmla="*/ 32787 h 3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7541" h="34425">
                  <a:moveTo>
                    <a:pt x="24590" y="34426"/>
                  </a:moveTo>
                  <a:lnTo>
                    <a:pt x="27869" y="32787"/>
                  </a:lnTo>
                  <a:lnTo>
                    <a:pt x="31148" y="31147"/>
                  </a:lnTo>
                  <a:lnTo>
                    <a:pt x="36066" y="29508"/>
                  </a:lnTo>
                  <a:lnTo>
                    <a:pt x="39344" y="27868"/>
                  </a:lnTo>
                  <a:lnTo>
                    <a:pt x="42622" y="26229"/>
                  </a:lnTo>
                  <a:lnTo>
                    <a:pt x="45901" y="22951"/>
                  </a:lnTo>
                  <a:lnTo>
                    <a:pt x="45901" y="18032"/>
                  </a:lnTo>
                  <a:lnTo>
                    <a:pt x="47541" y="14754"/>
                  </a:lnTo>
                  <a:lnTo>
                    <a:pt x="42622" y="13114"/>
                  </a:lnTo>
                  <a:lnTo>
                    <a:pt x="39344" y="11475"/>
                  </a:lnTo>
                  <a:lnTo>
                    <a:pt x="40983" y="8197"/>
                  </a:lnTo>
                  <a:lnTo>
                    <a:pt x="37705" y="4918"/>
                  </a:lnTo>
                  <a:lnTo>
                    <a:pt x="34426" y="1639"/>
                  </a:lnTo>
                  <a:lnTo>
                    <a:pt x="31148" y="0"/>
                  </a:lnTo>
                  <a:lnTo>
                    <a:pt x="26229" y="0"/>
                  </a:lnTo>
                  <a:lnTo>
                    <a:pt x="22951" y="0"/>
                  </a:lnTo>
                  <a:lnTo>
                    <a:pt x="19672" y="0"/>
                  </a:lnTo>
                  <a:lnTo>
                    <a:pt x="14754" y="0"/>
                  </a:lnTo>
                  <a:lnTo>
                    <a:pt x="11476" y="1639"/>
                  </a:lnTo>
                  <a:lnTo>
                    <a:pt x="8197" y="3278"/>
                  </a:lnTo>
                  <a:lnTo>
                    <a:pt x="4918" y="3278"/>
                  </a:lnTo>
                  <a:lnTo>
                    <a:pt x="1639" y="3278"/>
                  </a:lnTo>
                  <a:lnTo>
                    <a:pt x="0" y="6557"/>
                  </a:lnTo>
                  <a:lnTo>
                    <a:pt x="0" y="11475"/>
                  </a:lnTo>
                  <a:lnTo>
                    <a:pt x="0" y="14754"/>
                  </a:lnTo>
                  <a:lnTo>
                    <a:pt x="1639" y="18032"/>
                  </a:lnTo>
                  <a:lnTo>
                    <a:pt x="4918" y="22951"/>
                  </a:lnTo>
                  <a:lnTo>
                    <a:pt x="8197" y="24590"/>
                  </a:lnTo>
                  <a:lnTo>
                    <a:pt x="11476" y="27868"/>
                  </a:lnTo>
                  <a:lnTo>
                    <a:pt x="16393" y="29508"/>
                  </a:lnTo>
                  <a:lnTo>
                    <a:pt x="19672" y="31147"/>
                  </a:lnTo>
                  <a:lnTo>
                    <a:pt x="22951" y="327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8" name="Freeform 2417">
              <a:extLst>
                <a:ext uri="{FF2B5EF4-FFF2-40B4-BE49-F238E27FC236}">
                  <a16:creationId xmlns:a16="http://schemas.microsoft.com/office/drawing/2014/main" id="{12C1F61B-BB17-044A-9D1C-BCAA3239F0AF}"/>
                </a:ext>
              </a:extLst>
            </p:cNvPr>
            <p:cNvSpPr/>
            <p:nvPr/>
          </p:nvSpPr>
          <p:spPr>
            <a:xfrm>
              <a:off x="10250079" y="3947684"/>
              <a:ext cx="1638" cy="6557"/>
            </a:xfrm>
            <a:custGeom>
              <a:avLst/>
              <a:gdLst>
                <a:gd name="connsiteX0" fmla="*/ 1639 w 1638"/>
                <a:gd name="connsiteY0" fmla="*/ 6558 h 6557"/>
                <a:gd name="connsiteX1" fmla="*/ 1639 w 1638"/>
                <a:gd name="connsiteY1" fmla="*/ 3279 h 6557"/>
                <a:gd name="connsiteX2" fmla="*/ 0 w 1638"/>
                <a:gd name="connsiteY2" fmla="*/ 0 h 6557"/>
                <a:gd name="connsiteX3" fmla="*/ 0 w 1638"/>
                <a:gd name="connsiteY3" fmla="*/ 3279 h 6557"/>
                <a:gd name="connsiteX4" fmla="*/ 1639 w 1638"/>
                <a:gd name="connsiteY4" fmla="*/ 655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8" h="6557">
                  <a:moveTo>
                    <a:pt x="1639" y="6558"/>
                  </a:moveTo>
                  <a:lnTo>
                    <a:pt x="1639" y="3279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1639" y="655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9" name="Freeform 2418">
              <a:extLst>
                <a:ext uri="{FF2B5EF4-FFF2-40B4-BE49-F238E27FC236}">
                  <a16:creationId xmlns:a16="http://schemas.microsoft.com/office/drawing/2014/main" id="{05ADA8C8-98A0-D047-B9FC-A04AFCCCDCE0}"/>
                </a:ext>
              </a:extLst>
            </p:cNvPr>
            <p:cNvSpPr/>
            <p:nvPr/>
          </p:nvSpPr>
          <p:spPr>
            <a:xfrm>
              <a:off x="10250079" y="3923094"/>
              <a:ext cx="8196" cy="22951"/>
            </a:xfrm>
            <a:custGeom>
              <a:avLst/>
              <a:gdLst>
                <a:gd name="connsiteX0" fmla="*/ 3278 w 8196"/>
                <a:gd name="connsiteY0" fmla="*/ 22951 h 22951"/>
                <a:gd name="connsiteX1" fmla="*/ 4918 w 8196"/>
                <a:gd name="connsiteY1" fmla="*/ 22951 h 22951"/>
                <a:gd name="connsiteX2" fmla="*/ 4918 w 8196"/>
                <a:gd name="connsiteY2" fmla="*/ 19672 h 22951"/>
                <a:gd name="connsiteX3" fmla="*/ 6557 w 8196"/>
                <a:gd name="connsiteY3" fmla="*/ 14754 h 22951"/>
                <a:gd name="connsiteX4" fmla="*/ 8197 w 8196"/>
                <a:gd name="connsiteY4" fmla="*/ 11476 h 22951"/>
                <a:gd name="connsiteX5" fmla="*/ 6557 w 8196"/>
                <a:gd name="connsiteY5" fmla="*/ 8197 h 22951"/>
                <a:gd name="connsiteX6" fmla="*/ 6557 w 8196"/>
                <a:gd name="connsiteY6" fmla="*/ 3279 h 22951"/>
                <a:gd name="connsiteX7" fmla="*/ 4918 w 8196"/>
                <a:gd name="connsiteY7" fmla="*/ 0 h 22951"/>
                <a:gd name="connsiteX8" fmla="*/ 1639 w 8196"/>
                <a:gd name="connsiteY8" fmla="*/ 1639 h 22951"/>
                <a:gd name="connsiteX9" fmla="*/ 0 w 8196"/>
                <a:gd name="connsiteY9" fmla="*/ 4918 h 22951"/>
                <a:gd name="connsiteX10" fmla="*/ 0 w 8196"/>
                <a:gd name="connsiteY10" fmla="*/ 8197 h 22951"/>
                <a:gd name="connsiteX11" fmla="*/ 4918 w 8196"/>
                <a:gd name="connsiteY11" fmla="*/ 13115 h 22951"/>
                <a:gd name="connsiteX12" fmla="*/ 3278 w 8196"/>
                <a:gd name="connsiteY12" fmla="*/ 16393 h 22951"/>
                <a:gd name="connsiteX13" fmla="*/ 0 w 8196"/>
                <a:gd name="connsiteY13" fmla="*/ 19672 h 2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196" h="22951">
                  <a:moveTo>
                    <a:pt x="3278" y="22951"/>
                  </a:moveTo>
                  <a:lnTo>
                    <a:pt x="4918" y="22951"/>
                  </a:lnTo>
                  <a:lnTo>
                    <a:pt x="4918" y="19672"/>
                  </a:lnTo>
                  <a:lnTo>
                    <a:pt x="6557" y="14754"/>
                  </a:lnTo>
                  <a:lnTo>
                    <a:pt x="8197" y="11476"/>
                  </a:lnTo>
                  <a:lnTo>
                    <a:pt x="6557" y="8197"/>
                  </a:lnTo>
                  <a:lnTo>
                    <a:pt x="6557" y="3279"/>
                  </a:lnTo>
                  <a:lnTo>
                    <a:pt x="4918" y="0"/>
                  </a:lnTo>
                  <a:lnTo>
                    <a:pt x="1639" y="1639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4918" y="13115"/>
                  </a:lnTo>
                  <a:lnTo>
                    <a:pt x="3278" y="16393"/>
                  </a:lnTo>
                  <a:lnTo>
                    <a:pt x="0" y="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0" name="Freeform 2419">
              <a:extLst>
                <a:ext uri="{FF2B5EF4-FFF2-40B4-BE49-F238E27FC236}">
                  <a16:creationId xmlns:a16="http://schemas.microsoft.com/office/drawing/2014/main" id="{4B49C892-5652-4442-A4B2-16647824BF12}"/>
                </a:ext>
              </a:extLst>
            </p:cNvPr>
            <p:cNvSpPr/>
            <p:nvPr/>
          </p:nvSpPr>
          <p:spPr>
            <a:xfrm>
              <a:off x="10268111" y="4454240"/>
              <a:ext cx="4917" cy="6557"/>
            </a:xfrm>
            <a:custGeom>
              <a:avLst/>
              <a:gdLst>
                <a:gd name="connsiteX0" fmla="*/ 1639 w 4917"/>
                <a:gd name="connsiteY0" fmla="*/ 0 h 6557"/>
                <a:gd name="connsiteX1" fmla="*/ 0 w 4917"/>
                <a:gd name="connsiteY1" fmla="*/ 1639 h 6557"/>
                <a:gd name="connsiteX2" fmla="*/ 0 w 4917"/>
                <a:gd name="connsiteY2" fmla="*/ 6557 h 6557"/>
                <a:gd name="connsiteX3" fmla="*/ 4918 w 4917"/>
                <a:gd name="connsiteY3" fmla="*/ 327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6557">
                  <a:moveTo>
                    <a:pt x="1639" y="0"/>
                  </a:moveTo>
                  <a:lnTo>
                    <a:pt x="0" y="1639"/>
                  </a:lnTo>
                  <a:lnTo>
                    <a:pt x="0" y="6557"/>
                  </a:lnTo>
                  <a:lnTo>
                    <a:pt x="4918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1" name="Freeform 2420">
              <a:extLst>
                <a:ext uri="{FF2B5EF4-FFF2-40B4-BE49-F238E27FC236}">
                  <a16:creationId xmlns:a16="http://schemas.microsoft.com/office/drawing/2014/main" id="{24B0D4BA-0EE4-F54B-805A-3730A0F2BCE2}"/>
                </a:ext>
              </a:extLst>
            </p:cNvPr>
            <p:cNvSpPr/>
            <p:nvPr/>
          </p:nvSpPr>
          <p:spPr>
            <a:xfrm>
              <a:off x="10271390" y="4132929"/>
              <a:ext cx="4917" cy="13114"/>
            </a:xfrm>
            <a:custGeom>
              <a:avLst/>
              <a:gdLst>
                <a:gd name="connsiteX0" fmla="*/ 4918 w 4917"/>
                <a:gd name="connsiteY0" fmla="*/ 1639 h 13114"/>
                <a:gd name="connsiteX1" fmla="*/ 4918 w 4917"/>
                <a:gd name="connsiteY1" fmla="*/ 0 h 13114"/>
                <a:gd name="connsiteX2" fmla="*/ 1639 w 4917"/>
                <a:gd name="connsiteY2" fmla="*/ 1639 h 13114"/>
                <a:gd name="connsiteX3" fmla="*/ 0 w 4917"/>
                <a:gd name="connsiteY3" fmla="*/ 4918 h 13114"/>
                <a:gd name="connsiteX4" fmla="*/ 0 w 4917"/>
                <a:gd name="connsiteY4" fmla="*/ 8197 h 13114"/>
                <a:gd name="connsiteX5" fmla="*/ 0 w 4917"/>
                <a:gd name="connsiteY5" fmla="*/ 13114 h 13114"/>
                <a:gd name="connsiteX6" fmla="*/ 3279 w 4917"/>
                <a:gd name="connsiteY6" fmla="*/ 13114 h 13114"/>
                <a:gd name="connsiteX7" fmla="*/ 4918 w 4917"/>
                <a:gd name="connsiteY7" fmla="*/ 8197 h 13114"/>
                <a:gd name="connsiteX8" fmla="*/ 4918 w 4917"/>
                <a:gd name="connsiteY8" fmla="*/ 4918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17" h="13114">
                  <a:moveTo>
                    <a:pt x="4918" y="1639"/>
                  </a:moveTo>
                  <a:lnTo>
                    <a:pt x="4918" y="0"/>
                  </a:lnTo>
                  <a:lnTo>
                    <a:pt x="1639" y="1639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0" y="13114"/>
                  </a:lnTo>
                  <a:lnTo>
                    <a:pt x="3279" y="13114"/>
                  </a:lnTo>
                  <a:lnTo>
                    <a:pt x="4918" y="8197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2" name="Freeform 2421">
              <a:extLst>
                <a:ext uri="{FF2B5EF4-FFF2-40B4-BE49-F238E27FC236}">
                  <a16:creationId xmlns:a16="http://schemas.microsoft.com/office/drawing/2014/main" id="{167C8657-B391-F84E-B42B-C7A0A32C0512}"/>
                </a:ext>
              </a:extLst>
            </p:cNvPr>
            <p:cNvSpPr/>
            <p:nvPr/>
          </p:nvSpPr>
          <p:spPr>
            <a:xfrm>
              <a:off x="10273029" y="4149323"/>
              <a:ext cx="6557" cy="8196"/>
            </a:xfrm>
            <a:custGeom>
              <a:avLst/>
              <a:gdLst>
                <a:gd name="connsiteX0" fmla="*/ 3279 w 6557"/>
                <a:gd name="connsiteY0" fmla="*/ 0 h 8196"/>
                <a:gd name="connsiteX1" fmla="*/ 1640 w 6557"/>
                <a:gd name="connsiteY1" fmla="*/ 0 h 8196"/>
                <a:gd name="connsiteX2" fmla="*/ 0 w 6557"/>
                <a:gd name="connsiteY2" fmla="*/ 3278 h 8196"/>
                <a:gd name="connsiteX3" fmla="*/ 1640 w 6557"/>
                <a:gd name="connsiteY3" fmla="*/ 8197 h 8196"/>
                <a:gd name="connsiteX4" fmla="*/ 6558 w 6557"/>
                <a:gd name="connsiteY4" fmla="*/ 8197 h 8196"/>
                <a:gd name="connsiteX5" fmla="*/ 4918 w 6557"/>
                <a:gd name="connsiteY5" fmla="*/ 327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8196">
                  <a:moveTo>
                    <a:pt x="3279" y="0"/>
                  </a:moveTo>
                  <a:lnTo>
                    <a:pt x="1640" y="0"/>
                  </a:lnTo>
                  <a:lnTo>
                    <a:pt x="0" y="3278"/>
                  </a:lnTo>
                  <a:lnTo>
                    <a:pt x="1640" y="8197"/>
                  </a:lnTo>
                  <a:lnTo>
                    <a:pt x="6558" y="8197"/>
                  </a:lnTo>
                  <a:lnTo>
                    <a:pt x="4918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3" name="Freeform 2422">
              <a:extLst>
                <a:ext uri="{FF2B5EF4-FFF2-40B4-BE49-F238E27FC236}">
                  <a16:creationId xmlns:a16="http://schemas.microsoft.com/office/drawing/2014/main" id="{7E56A2DB-F776-6A4A-93DC-2114DF5AB55A}"/>
                </a:ext>
              </a:extLst>
            </p:cNvPr>
            <p:cNvSpPr/>
            <p:nvPr/>
          </p:nvSpPr>
          <p:spPr>
            <a:xfrm>
              <a:off x="10277947" y="4482108"/>
              <a:ext cx="3278" cy="3278"/>
            </a:xfrm>
            <a:custGeom>
              <a:avLst/>
              <a:gdLst>
                <a:gd name="connsiteX0" fmla="*/ 0 w 3278"/>
                <a:gd name="connsiteY0" fmla="*/ 0 h 3278"/>
                <a:gd name="connsiteX1" fmla="*/ 0 w 3278"/>
                <a:gd name="connsiteY1" fmla="*/ 3279 h 3278"/>
                <a:gd name="connsiteX2" fmla="*/ 3279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0"/>
                  </a:moveTo>
                  <a:lnTo>
                    <a:pt x="0" y="327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4" name="Freeform 2423">
              <a:extLst>
                <a:ext uri="{FF2B5EF4-FFF2-40B4-BE49-F238E27FC236}">
                  <a16:creationId xmlns:a16="http://schemas.microsoft.com/office/drawing/2014/main" id="{E775593B-B70E-F44F-9157-4CBD0F6E5749}"/>
                </a:ext>
              </a:extLst>
            </p:cNvPr>
            <p:cNvSpPr/>
            <p:nvPr/>
          </p:nvSpPr>
          <p:spPr>
            <a:xfrm>
              <a:off x="10277947" y="4085389"/>
              <a:ext cx="3278" cy="3278"/>
            </a:xfrm>
            <a:custGeom>
              <a:avLst/>
              <a:gdLst>
                <a:gd name="connsiteX0" fmla="*/ 1640 w 3278"/>
                <a:gd name="connsiteY0" fmla="*/ 0 h 3278"/>
                <a:gd name="connsiteX1" fmla="*/ 0 w 3278"/>
                <a:gd name="connsiteY1" fmla="*/ 0 h 3278"/>
                <a:gd name="connsiteX2" fmla="*/ 3279 w 3278"/>
                <a:gd name="connsiteY2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1640" y="0"/>
                  </a:moveTo>
                  <a:lnTo>
                    <a:pt x="0" y="0"/>
                  </a:lnTo>
                  <a:lnTo>
                    <a:pt x="3279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5" name="Freeform 2424">
              <a:extLst>
                <a:ext uri="{FF2B5EF4-FFF2-40B4-BE49-F238E27FC236}">
                  <a16:creationId xmlns:a16="http://schemas.microsoft.com/office/drawing/2014/main" id="{2475CB69-6DCD-8547-9A94-C60B8B6B80F6}"/>
                </a:ext>
              </a:extLst>
            </p:cNvPr>
            <p:cNvSpPr/>
            <p:nvPr/>
          </p:nvSpPr>
          <p:spPr>
            <a:xfrm>
              <a:off x="10277947" y="4136208"/>
              <a:ext cx="22951" cy="24590"/>
            </a:xfrm>
            <a:custGeom>
              <a:avLst/>
              <a:gdLst>
                <a:gd name="connsiteX0" fmla="*/ 9837 w 22951"/>
                <a:gd name="connsiteY0" fmla="*/ 0 h 24590"/>
                <a:gd name="connsiteX1" fmla="*/ 8197 w 22951"/>
                <a:gd name="connsiteY1" fmla="*/ 1639 h 24590"/>
                <a:gd name="connsiteX2" fmla="*/ 6558 w 22951"/>
                <a:gd name="connsiteY2" fmla="*/ 4918 h 24590"/>
                <a:gd name="connsiteX3" fmla="*/ 1640 w 22951"/>
                <a:gd name="connsiteY3" fmla="*/ 1639 h 24590"/>
                <a:gd name="connsiteX4" fmla="*/ 1640 w 22951"/>
                <a:gd name="connsiteY4" fmla="*/ 4918 h 24590"/>
                <a:gd name="connsiteX5" fmla="*/ 0 w 22951"/>
                <a:gd name="connsiteY5" fmla="*/ 8197 h 24590"/>
                <a:gd name="connsiteX6" fmla="*/ 3279 w 22951"/>
                <a:gd name="connsiteY6" fmla="*/ 13115 h 24590"/>
                <a:gd name="connsiteX7" fmla="*/ 6558 w 22951"/>
                <a:gd name="connsiteY7" fmla="*/ 14754 h 24590"/>
                <a:gd name="connsiteX8" fmla="*/ 4919 w 22951"/>
                <a:gd name="connsiteY8" fmla="*/ 18033 h 24590"/>
                <a:gd name="connsiteX9" fmla="*/ 6558 w 22951"/>
                <a:gd name="connsiteY9" fmla="*/ 21312 h 24590"/>
                <a:gd name="connsiteX10" fmla="*/ 9837 w 22951"/>
                <a:gd name="connsiteY10" fmla="*/ 21312 h 24590"/>
                <a:gd name="connsiteX11" fmla="*/ 14754 w 22951"/>
                <a:gd name="connsiteY11" fmla="*/ 19672 h 24590"/>
                <a:gd name="connsiteX12" fmla="*/ 16393 w 22951"/>
                <a:gd name="connsiteY12" fmla="*/ 24590 h 24590"/>
                <a:gd name="connsiteX13" fmla="*/ 19672 w 22951"/>
                <a:gd name="connsiteY13" fmla="*/ 24590 h 24590"/>
                <a:gd name="connsiteX14" fmla="*/ 22951 w 22951"/>
                <a:gd name="connsiteY14" fmla="*/ 21312 h 24590"/>
                <a:gd name="connsiteX15" fmla="*/ 21312 w 22951"/>
                <a:gd name="connsiteY15" fmla="*/ 18033 h 24590"/>
                <a:gd name="connsiteX16" fmla="*/ 18033 w 22951"/>
                <a:gd name="connsiteY16" fmla="*/ 16393 h 24590"/>
                <a:gd name="connsiteX17" fmla="*/ 14754 w 22951"/>
                <a:gd name="connsiteY17" fmla="*/ 14754 h 24590"/>
                <a:gd name="connsiteX18" fmla="*/ 13115 w 22951"/>
                <a:gd name="connsiteY18" fmla="*/ 11476 h 24590"/>
                <a:gd name="connsiteX19" fmla="*/ 14754 w 22951"/>
                <a:gd name="connsiteY19" fmla="*/ 6558 h 24590"/>
                <a:gd name="connsiteX20" fmla="*/ 13115 w 22951"/>
                <a:gd name="connsiteY20" fmla="*/ 3279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951" h="24590">
                  <a:moveTo>
                    <a:pt x="9837" y="0"/>
                  </a:moveTo>
                  <a:lnTo>
                    <a:pt x="8197" y="1639"/>
                  </a:lnTo>
                  <a:lnTo>
                    <a:pt x="6558" y="4918"/>
                  </a:lnTo>
                  <a:lnTo>
                    <a:pt x="1640" y="1639"/>
                  </a:lnTo>
                  <a:lnTo>
                    <a:pt x="1640" y="4918"/>
                  </a:lnTo>
                  <a:lnTo>
                    <a:pt x="0" y="8197"/>
                  </a:lnTo>
                  <a:lnTo>
                    <a:pt x="3279" y="13115"/>
                  </a:lnTo>
                  <a:lnTo>
                    <a:pt x="6558" y="14754"/>
                  </a:lnTo>
                  <a:lnTo>
                    <a:pt x="4919" y="18033"/>
                  </a:lnTo>
                  <a:lnTo>
                    <a:pt x="6558" y="21312"/>
                  </a:lnTo>
                  <a:lnTo>
                    <a:pt x="9837" y="21312"/>
                  </a:lnTo>
                  <a:lnTo>
                    <a:pt x="14754" y="19672"/>
                  </a:lnTo>
                  <a:lnTo>
                    <a:pt x="16393" y="24590"/>
                  </a:lnTo>
                  <a:lnTo>
                    <a:pt x="19672" y="24590"/>
                  </a:lnTo>
                  <a:lnTo>
                    <a:pt x="22951" y="21312"/>
                  </a:lnTo>
                  <a:lnTo>
                    <a:pt x="21312" y="18033"/>
                  </a:lnTo>
                  <a:lnTo>
                    <a:pt x="18033" y="16393"/>
                  </a:lnTo>
                  <a:lnTo>
                    <a:pt x="14754" y="14754"/>
                  </a:lnTo>
                  <a:lnTo>
                    <a:pt x="13115" y="11476"/>
                  </a:lnTo>
                  <a:lnTo>
                    <a:pt x="14754" y="6558"/>
                  </a:lnTo>
                  <a:lnTo>
                    <a:pt x="13115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6" name="Freeform 2425">
              <a:extLst>
                <a:ext uri="{FF2B5EF4-FFF2-40B4-BE49-F238E27FC236}">
                  <a16:creationId xmlns:a16="http://schemas.microsoft.com/office/drawing/2014/main" id="{5F0FFB3F-3F92-CF4C-8448-2A43236FD0F4}"/>
                </a:ext>
              </a:extLst>
            </p:cNvPr>
            <p:cNvSpPr/>
            <p:nvPr/>
          </p:nvSpPr>
          <p:spPr>
            <a:xfrm>
              <a:off x="10281226" y="4106700"/>
              <a:ext cx="1639" cy="3278"/>
            </a:xfrm>
            <a:custGeom>
              <a:avLst/>
              <a:gdLst>
                <a:gd name="connsiteX0" fmla="*/ 1640 w 1639"/>
                <a:gd name="connsiteY0" fmla="*/ 0 h 3278"/>
                <a:gd name="connsiteX1" fmla="*/ 0 w 1639"/>
                <a:gd name="connsiteY1" fmla="*/ 0 h 3278"/>
                <a:gd name="connsiteX2" fmla="*/ 1640 w 1639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1640" y="0"/>
                  </a:moveTo>
                  <a:lnTo>
                    <a:pt x="0" y="0"/>
                  </a:lnTo>
                  <a:lnTo>
                    <a:pt x="164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7" name="Freeform 2426">
              <a:extLst>
                <a:ext uri="{FF2B5EF4-FFF2-40B4-BE49-F238E27FC236}">
                  <a16:creationId xmlns:a16="http://schemas.microsoft.com/office/drawing/2014/main" id="{A610F64F-3638-1147-A9E5-0E660C1CC210}"/>
                </a:ext>
              </a:extLst>
            </p:cNvPr>
            <p:cNvSpPr/>
            <p:nvPr/>
          </p:nvSpPr>
          <p:spPr>
            <a:xfrm>
              <a:off x="10281226" y="4180470"/>
              <a:ext cx="29507" cy="18032"/>
            </a:xfrm>
            <a:custGeom>
              <a:avLst/>
              <a:gdLst>
                <a:gd name="connsiteX0" fmla="*/ 3279 w 29507"/>
                <a:gd name="connsiteY0" fmla="*/ 4918 h 18032"/>
                <a:gd name="connsiteX1" fmla="*/ 1640 w 29507"/>
                <a:gd name="connsiteY1" fmla="*/ 6557 h 18032"/>
                <a:gd name="connsiteX2" fmla="*/ 0 w 29507"/>
                <a:gd name="connsiteY2" fmla="*/ 9836 h 18032"/>
                <a:gd name="connsiteX3" fmla="*/ 0 w 29507"/>
                <a:gd name="connsiteY3" fmla="*/ 14754 h 18032"/>
                <a:gd name="connsiteX4" fmla="*/ 3279 w 29507"/>
                <a:gd name="connsiteY4" fmla="*/ 18033 h 18032"/>
                <a:gd name="connsiteX5" fmla="*/ 6558 w 29507"/>
                <a:gd name="connsiteY5" fmla="*/ 18033 h 18032"/>
                <a:gd name="connsiteX6" fmla="*/ 11476 w 29507"/>
                <a:gd name="connsiteY6" fmla="*/ 18033 h 18032"/>
                <a:gd name="connsiteX7" fmla="*/ 14754 w 29507"/>
                <a:gd name="connsiteY7" fmla="*/ 16393 h 18032"/>
                <a:gd name="connsiteX8" fmla="*/ 18033 w 29507"/>
                <a:gd name="connsiteY8" fmla="*/ 16393 h 18032"/>
                <a:gd name="connsiteX9" fmla="*/ 21311 w 29507"/>
                <a:gd name="connsiteY9" fmla="*/ 16393 h 18032"/>
                <a:gd name="connsiteX10" fmla="*/ 26230 w 29507"/>
                <a:gd name="connsiteY10" fmla="*/ 18033 h 18032"/>
                <a:gd name="connsiteX11" fmla="*/ 29508 w 29507"/>
                <a:gd name="connsiteY11" fmla="*/ 16393 h 18032"/>
                <a:gd name="connsiteX12" fmla="*/ 29508 w 29507"/>
                <a:gd name="connsiteY12" fmla="*/ 11476 h 18032"/>
                <a:gd name="connsiteX13" fmla="*/ 26230 w 29507"/>
                <a:gd name="connsiteY13" fmla="*/ 9836 h 18032"/>
                <a:gd name="connsiteX14" fmla="*/ 21311 w 29507"/>
                <a:gd name="connsiteY14" fmla="*/ 6557 h 18032"/>
                <a:gd name="connsiteX15" fmla="*/ 18033 w 29507"/>
                <a:gd name="connsiteY15" fmla="*/ 4918 h 18032"/>
                <a:gd name="connsiteX16" fmla="*/ 14754 w 29507"/>
                <a:gd name="connsiteY16" fmla="*/ 1639 h 18032"/>
                <a:gd name="connsiteX17" fmla="*/ 9837 w 29507"/>
                <a:gd name="connsiteY17" fmla="*/ 0 h 18032"/>
                <a:gd name="connsiteX18" fmla="*/ 6558 w 29507"/>
                <a:gd name="connsiteY18" fmla="*/ 3279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507" h="18032">
                  <a:moveTo>
                    <a:pt x="3279" y="4918"/>
                  </a:moveTo>
                  <a:lnTo>
                    <a:pt x="1640" y="6557"/>
                  </a:lnTo>
                  <a:lnTo>
                    <a:pt x="0" y="9836"/>
                  </a:lnTo>
                  <a:lnTo>
                    <a:pt x="0" y="14754"/>
                  </a:lnTo>
                  <a:lnTo>
                    <a:pt x="3279" y="18033"/>
                  </a:lnTo>
                  <a:lnTo>
                    <a:pt x="6558" y="18033"/>
                  </a:lnTo>
                  <a:lnTo>
                    <a:pt x="11476" y="18033"/>
                  </a:lnTo>
                  <a:lnTo>
                    <a:pt x="14754" y="16393"/>
                  </a:lnTo>
                  <a:lnTo>
                    <a:pt x="18033" y="16393"/>
                  </a:lnTo>
                  <a:lnTo>
                    <a:pt x="21311" y="16393"/>
                  </a:lnTo>
                  <a:lnTo>
                    <a:pt x="26230" y="18033"/>
                  </a:lnTo>
                  <a:lnTo>
                    <a:pt x="29508" y="16393"/>
                  </a:lnTo>
                  <a:lnTo>
                    <a:pt x="29508" y="11476"/>
                  </a:lnTo>
                  <a:lnTo>
                    <a:pt x="26230" y="9836"/>
                  </a:lnTo>
                  <a:lnTo>
                    <a:pt x="21311" y="6557"/>
                  </a:lnTo>
                  <a:lnTo>
                    <a:pt x="18033" y="4918"/>
                  </a:lnTo>
                  <a:lnTo>
                    <a:pt x="14754" y="1639"/>
                  </a:lnTo>
                  <a:lnTo>
                    <a:pt x="9837" y="0"/>
                  </a:lnTo>
                  <a:lnTo>
                    <a:pt x="655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8" name="Freeform 2427">
              <a:extLst>
                <a:ext uri="{FF2B5EF4-FFF2-40B4-BE49-F238E27FC236}">
                  <a16:creationId xmlns:a16="http://schemas.microsoft.com/office/drawing/2014/main" id="{D2CFB373-9003-7B44-974C-42EEE7301650}"/>
                </a:ext>
              </a:extLst>
            </p:cNvPr>
            <p:cNvSpPr/>
            <p:nvPr/>
          </p:nvSpPr>
          <p:spPr>
            <a:xfrm>
              <a:off x="10281226" y="4088667"/>
              <a:ext cx="3278" cy="4918"/>
            </a:xfrm>
            <a:custGeom>
              <a:avLst/>
              <a:gdLst>
                <a:gd name="connsiteX0" fmla="*/ 3279 w 3278"/>
                <a:gd name="connsiteY0" fmla="*/ 1639 h 4918"/>
                <a:gd name="connsiteX1" fmla="*/ 0 w 3278"/>
                <a:gd name="connsiteY1" fmla="*/ 0 h 4918"/>
                <a:gd name="connsiteX2" fmla="*/ 3279 w 3278"/>
                <a:gd name="connsiteY2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3279" y="1639"/>
                  </a:moveTo>
                  <a:lnTo>
                    <a:pt x="0" y="0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9" name="Freeform 2428">
              <a:extLst>
                <a:ext uri="{FF2B5EF4-FFF2-40B4-BE49-F238E27FC236}">
                  <a16:creationId xmlns:a16="http://schemas.microsoft.com/office/drawing/2014/main" id="{18D52D89-E901-7746-8BD1-D617B3DBF93A}"/>
                </a:ext>
              </a:extLst>
            </p:cNvPr>
            <p:cNvSpPr/>
            <p:nvPr/>
          </p:nvSpPr>
          <p:spPr>
            <a:xfrm>
              <a:off x="10282866" y="4118176"/>
              <a:ext cx="1638" cy="3278"/>
            </a:xfrm>
            <a:custGeom>
              <a:avLst/>
              <a:gdLst>
                <a:gd name="connsiteX0" fmla="*/ 0 w 1638"/>
                <a:gd name="connsiteY0" fmla="*/ 3278 h 3278"/>
                <a:gd name="connsiteX1" fmla="*/ 1639 w 1638"/>
                <a:gd name="connsiteY1" fmla="*/ 3278 h 3278"/>
                <a:gd name="connsiteX2" fmla="*/ 0 w 163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0" y="3278"/>
                  </a:moveTo>
                  <a:lnTo>
                    <a:pt x="1639" y="3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0" name="Freeform 2429">
              <a:extLst>
                <a:ext uri="{FF2B5EF4-FFF2-40B4-BE49-F238E27FC236}">
                  <a16:creationId xmlns:a16="http://schemas.microsoft.com/office/drawing/2014/main" id="{27258CF5-3CE7-F44E-AF10-815EA36087B6}"/>
                </a:ext>
              </a:extLst>
            </p:cNvPr>
            <p:cNvSpPr/>
            <p:nvPr/>
          </p:nvSpPr>
          <p:spPr>
            <a:xfrm>
              <a:off x="10282866" y="4480469"/>
              <a:ext cx="11474" cy="4918"/>
            </a:xfrm>
            <a:custGeom>
              <a:avLst/>
              <a:gdLst>
                <a:gd name="connsiteX0" fmla="*/ 0 w 11474"/>
                <a:gd name="connsiteY0" fmla="*/ 0 h 4918"/>
                <a:gd name="connsiteX1" fmla="*/ 0 w 11474"/>
                <a:gd name="connsiteY1" fmla="*/ 0 h 4918"/>
                <a:gd name="connsiteX2" fmla="*/ 3278 w 11474"/>
                <a:gd name="connsiteY2" fmla="*/ 4918 h 4918"/>
                <a:gd name="connsiteX3" fmla="*/ 6557 w 11474"/>
                <a:gd name="connsiteY3" fmla="*/ 4918 h 4918"/>
                <a:gd name="connsiteX4" fmla="*/ 9836 w 11474"/>
                <a:gd name="connsiteY4" fmla="*/ 4918 h 4918"/>
                <a:gd name="connsiteX5" fmla="*/ 11475 w 11474"/>
                <a:gd name="connsiteY5" fmla="*/ 0 h 4918"/>
                <a:gd name="connsiteX6" fmla="*/ 8197 w 11474"/>
                <a:gd name="connsiteY6" fmla="*/ 1639 h 4918"/>
                <a:gd name="connsiteX7" fmla="*/ 4918 w 11474"/>
                <a:gd name="connsiteY7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4" h="4918">
                  <a:moveTo>
                    <a:pt x="0" y="0"/>
                  </a:moveTo>
                  <a:lnTo>
                    <a:pt x="0" y="0"/>
                  </a:lnTo>
                  <a:lnTo>
                    <a:pt x="3278" y="4918"/>
                  </a:lnTo>
                  <a:lnTo>
                    <a:pt x="6557" y="4918"/>
                  </a:lnTo>
                  <a:lnTo>
                    <a:pt x="9836" y="4918"/>
                  </a:lnTo>
                  <a:lnTo>
                    <a:pt x="11475" y="0"/>
                  </a:lnTo>
                  <a:lnTo>
                    <a:pt x="8197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1" name="Freeform 2430">
              <a:extLst>
                <a:ext uri="{FF2B5EF4-FFF2-40B4-BE49-F238E27FC236}">
                  <a16:creationId xmlns:a16="http://schemas.microsoft.com/office/drawing/2014/main" id="{5E0617A0-92DC-D546-BF9A-40840E565D2E}"/>
                </a:ext>
              </a:extLst>
            </p:cNvPr>
            <p:cNvSpPr/>
            <p:nvPr/>
          </p:nvSpPr>
          <p:spPr>
            <a:xfrm>
              <a:off x="10282866" y="4026373"/>
              <a:ext cx="55736" cy="134425"/>
            </a:xfrm>
            <a:custGeom>
              <a:avLst/>
              <a:gdLst>
                <a:gd name="connsiteX0" fmla="*/ 9836 w 55736"/>
                <a:gd name="connsiteY0" fmla="*/ 95081 h 134425"/>
                <a:gd name="connsiteX1" fmla="*/ 9836 w 55736"/>
                <a:gd name="connsiteY1" fmla="*/ 98360 h 134425"/>
                <a:gd name="connsiteX2" fmla="*/ 9836 w 55736"/>
                <a:gd name="connsiteY2" fmla="*/ 101639 h 134425"/>
                <a:gd name="connsiteX3" fmla="*/ 9836 w 55736"/>
                <a:gd name="connsiteY3" fmla="*/ 106557 h 134425"/>
                <a:gd name="connsiteX4" fmla="*/ 13114 w 55736"/>
                <a:gd name="connsiteY4" fmla="*/ 109835 h 134425"/>
                <a:gd name="connsiteX5" fmla="*/ 16393 w 55736"/>
                <a:gd name="connsiteY5" fmla="*/ 111475 h 134425"/>
                <a:gd name="connsiteX6" fmla="*/ 19671 w 55736"/>
                <a:gd name="connsiteY6" fmla="*/ 116393 h 134425"/>
                <a:gd name="connsiteX7" fmla="*/ 21311 w 55736"/>
                <a:gd name="connsiteY7" fmla="*/ 119671 h 134425"/>
                <a:gd name="connsiteX8" fmla="*/ 22950 w 55736"/>
                <a:gd name="connsiteY8" fmla="*/ 122950 h 134425"/>
                <a:gd name="connsiteX9" fmla="*/ 24590 w 55736"/>
                <a:gd name="connsiteY9" fmla="*/ 127868 h 134425"/>
                <a:gd name="connsiteX10" fmla="*/ 27868 w 55736"/>
                <a:gd name="connsiteY10" fmla="*/ 129508 h 134425"/>
                <a:gd name="connsiteX11" fmla="*/ 32787 w 55736"/>
                <a:gd name="connsiteY11" fmla="*/ 131147 h 134425"/>
                <a:gd name="connsiteX12" fmla="*/ 32787 w 55736"/>
                <a:gd name="connsiteY12" fmla="*/ 134425 h 134425"/>
                <a:gd name="connsiteX13" fmla="*/ 36065 w 55736"/>
                <a:gd name="connsiteY13" fmla="*/ 132786 h 134425"/>
                <a:gd name="connsiteX14" fmla="*/ 32787 w 55736"/>
                <a:gd name="connsiteY14" fmla="*/ 129508 h 134425"/>
                <a:gd name="connsiteX15" fmla="*/ 31147 w 55736"/>
                <a:gd name="connsiteY15" fmla="*/ 126229 h 134425"/>
                <a:gd name="connsiteX16" fmla="*/ 27868 w 55736"/>
                <a:gd name="connsiteY16" fmla="*/ 122950 h 134425"/>
                <a:gd name="connsiteX17" fmla="*/ 26229 w 55736"/>
                <a:gd name="connsiteY17" fmla="*/ 118032 h 134425"/>
                <a:gd name="connsiteX18" fmla="*/ 24590 w 55736"/>
                <a:gd name="connsiteY18" fmla="*/ 114754 h 134425"/>
                <a:gd name="connsiteX19" fmla="*/ 22950 w 55736"/>
                <a:gd name="connsiteY19" fmla="*/ 111475 h 134425"/>
                <a:gd name="connsiteX20" fmla="*/ 21311 w 55736"/>
                <a:gd name="connsiteY20" fmla="*/ 106557 h 134425"/>
                <a:gd name="connsiteX21" fmla="*/ 21311 w 55736"/>
                <a:gd name="connsiteY21" fmla="*/ 103278 h 134425"/>
                <a:gd name="connsiteX22" fmla="*/ 19671 w 55736"/>
                <a:gd name="connsiteY22" fmla="*/ 100000 h 134425"/>
                <a:gd name="connsiteX23" fmla="*/ 18032 w 55736"/>
                <a:gd name="connsiteY23" fmla="*/ 95081 h 134425"/>
                <a:gd name="connsiteX24" fmla="*/ 18032 w 55736"/>
                <a:gd name="connsiteY24" fmla="*/ 95081 h 134425"/>
                <a:gd name="connsiteX25" fmla="*/ 18032 w 55736"/>
                <a:gd name="connsiteY25" fmla="*/ 91803 h 134425"/>
                <a:gd name="connsiteX26" fmla="*/ 19671 w 55736"/>
                <a:gd name="connsiteY26" fmla="*/ 88524 h 134425"/>
                <a:gd name="connsiteX27" fmla="*/ 19671 w 55736"/>
                <a:gd name="connsiteY27" fmla="*/ 83606 h 134425"/>
                <a:gd name="connsiteX28" fmla="*/ 19671 w 55736"/>
                <a:gd name="connsiteY28" fmla="*/ 80327 h 134425"/>
                <a:gd name="connsiteX29" fmla="*/ 19671 w 55736"/>
                <a:gd name="connsiteY29" fmla="*/ 77049 h 134425"/>
                <a:gd name="connsiteX30" fmla="*/ 22950 w 55736"/>
                <a:gd name="connsiteY30" fmla="*/ 75410 h 134425"/>
                <a:gd name="connsiteX31" fmla="*/ 26229 w 55736"/>
                <a:gd name="connsiteY31" fmla="*/ 75410 h 134425"/>
                <a:gd name="connsiteX32" fmla="*/ 31147 w 55736"/>
                <a:gd name="connsiteY32" fmla="*/ 78688 h 134425"/>
                <a:gd name="connsiteX33" fmla="*/ 34426 w 55736"/>
                <a:gd name="connsiteY33" fmla="*/ 78688 h 134425"/>
                <a:gd name="connsiteX34" fmla="*/ 37705 w 55736"/>
                <a:gd name="connsiteY34" fmla="*/ 78688 h 134425"/>
                <a:gd name="connsiteX35" fmla="*/ 40983 w 55736"/>
                <a:gd name="connsiteY35" fmla="*/ 80327 h 134425"/>
                <a:gd name="connsiteX36" fmla="*/ 45901 w 55736"/>
                <a:gd name="connsiteY36" fmla="*/ 81967 h 134425"/>
                <a:gd name="connsiteX37" fmla="*/ 49180 w 55736"/>
                <a:gd name="connsiteY37" fmla="*/ 83606 h 134425"/>
                <a:gd name="connsiteX38" fmla="*/ 52458 w 55736"/>
                <a:gd name="connsiteY38" fmla="*/ 83606 h 134425"/>
                <a:gd name="connsiteX39" fmla="*/ 55737 w 55736"/>
                <a:gd name="connsiteY39" fmla="*/ 83606 h 134425"/>
                <a:gd name="connsiteX40" fmla="*/ 52458 w 55736"/>
                <a:gd name="connsiteY40" fmla="*/ 81967 h 134425"/>
                <a:gd name="connsiteX41" fmla="*/ 49180 w 55736"/>
                <a:gd name="connsiteY41" fmla="*/ 78688 h 134425"/>
                <a:gd name="connsiteX42" fmla="*/ 49180 w 55736"/>
                <a:gd name="connsiteY42" fmla="*/ 75410 h 134425"/>
                <a:gd name="connsiteX43" fmla="*/ 45901 w 55736"/>
                <a:gd name="connsiteY43" fmla="*/ 70491 h 134425"/>
                <a:gd name="connsiteX44" fmla="*/ 42622 w 55736"/>
                <a:gd name="connsiteY44" fmla="*/ 68852 h 134425"/>
                <a:gd name="connsiteX45" fmla="*/ 39343 w 55736"/>
                <a:gd name="connsiteY45" fmla="*/ 67213 h 134425"/>
                <a:gd name="connsiteX46" fmla="*/ 36065 w 55736"/>
                <a:gd name="connsiteY46" fmla="*/ 67213 h 134425"/>
                <a:gd name="connsiteX47" fmla="*/ 31147 w 55736"/>
                <a:gd name="connsiteY47" fmla="*/ 63934 h 134425"/>
                <a:gd name="connsiteX48" fmla="*/ 34426 w 55736"/>
                <a:gd name="connsiteY48" fmla="*/ 59016 h 134425"/>
                <a:gd name="connsiteX49" fmla="*/ 36065 w 55736"/>
                <a:gd name="connsiteY49" fmla="*/ 55737 h 134425"/>
                <a:gd name="connsiteX50" fmla="*/ 39343 w 55736"/>
                <a:gd name="connsiteY50" fmla="*/ 54098 h 134425"/>
                <a:gd name="connsiteX51" fmla="*/ 44261 w 55736"/>
                <a:gd name="connsiteY51" fmla="*/ 52458 h 134425"/>
                <a:gd name="connsiteX52" fmla="*/ 47540 w 55736"/>
                <a:gd name="connsiteY52" fmla="*/ 49180 h 134425"/>
                <a:gd name="connsiteX53" fmla="*/ 49180 w 55736"/>
                <a:gd name="connsiteY53" fmla="*/ 45901 h 134425"/>
                <a:gd name="connsiteX54" fmla="*/ 49180 w 55736"/>
                <a:gd name="connsiteY54" fmla="*/ 42623 h 134425"/>
                <a:gd name="connsiteX55" fmla="*/ 50819 w 55736"/>
                <a:gd name="connsiteY55" fmla="*/ 37705 h 134425"/>
                <a:gd name="connsiteX56" fmla="*/ 50819 w 55736"/>
                <a:gd name="connsiteY56" fmla="*/ 34426 h 134425"/>
                <a:gd name="connsiteX57" fmla="*/ 49180 w 55736"/>
                <a:gd name="connsiteY57" fmla="*/ 31147 h 134425"/>
                <a:gd name="connsiteX58" fmla="*/ 49180 w 55736"/>
                <a:gd name="connsiteY58" fmla="*/ 26229 h 134425"/>
                <a:gd name="connsiteX59" fmla="*/ 45901 w 55736"/>
                <a:gd name="connsiteY59" fmla="*/ 26229 h 134425"/>
                <a:gd name="connsiteX60" fmla="*/ 42622 w 55736"/>
                <a:gd name="connsiteY60" fmla="*/ 27868 h 134425"/>
                <a:gd name="connsiteX61" fmla="*/ 39343 w 55736"/>
                <a:gd name="connsiteY61" fmla="*/ 27868 h 134425"/>
                <a:gd name="connsiteX62" fmla="*/ 34426 w 55736"/>
                <a:gd name="connsiteY62" fmla="*/ 32787 h 134425"/>
                <a:gd name="connsiteX63" fmla="*/ 31147 w 55736"/>
                <a:gd name="connsiteY63" fmla="*/ 34426 h 134425"/>
                <a:gd name="connsiteX64" fmla="*/ 27868 w 55736"/>
                <a:gd name="connsiteY64" fmla="*/ 37705 h 134425"/>
                <a:gd name="connsiteX65" fmla="*/ 26229 w 55736"/>
                <a:gd name="connsiteY65" fmla="*/ 40983 h 134425"/>
                <a:gd name="connsiteX66" fmla="*/ 29508 w 55736"/>
                <a:gd name="connsiteY66" fmla="*/ 42623 h 134425"/>
                <a:gd name="connsiteX67" fmla="*/ 29508 w 55736"/>
                <a:gd name="connsiteY67" fmla="*/ 45901 h 134425"/>
                <a:gd name="connsiteX68" fmla="*/ 24590 w 55736"/>
                <a:gd name="connsiteY68" fmla="*/ 45901 h 134425"/>
                <a:gd name="connsiteX69" fmla="*/ 21311 w 55736"/>
                <a:gd name="connsiteY69" fmla="*/ 49180 h 134425"/>
                <a:gd name="connsiteX70" fmla="*/ 19671 w 55736"/>
                <a:gd name="connsiteY70" fmla="*/ 52458 h 134425"/>
                <a:gd name="connsiteX71" fmla="*/ 19671 w 55736"/>
                <a:gd name="connsiteY71" fmla="*/ 55737 h 134425"/>
                <a:gd name="connsiteX72" fmla="*/ 16393 w 55736"/>
                <a:gd name="connsiteY72" fmla="*/ 60655 h 134425"/>
                <a:gd name="connsiteX73" fmla="*/ 13114 w 55736"/>
                <a:gd name="connsiteY73" fmla="*/ 60655 h 134425"/>
                <a:gd name="connsiteX74" fmla="*/ 9836 w 55736"/>
                <a:gd name="connsiteY74" fmla="*/ 57377 h 134425"/>
                <a:gd name="connsiteX75" fmla="*/ 8197 w 55736"/>
                <a:gd name="connsiteY75" fmla="*/ 54098 h 134425"/>
                <a:gd name="connsiteX76" fmla="*/ 11475 w 55736"/>
                <a:gd name="connsiteY76" fmla="*/ 49180 h 134425"/>
                <a:gd name="connsiteX77" fmla="*/ 14753 w 55736"/>
                <a:gd name="connsiteY77" fmla="*/ 45901 h 134425"/>
                <a:gd name="connsiteX78" fmla="*/ 19671 w 55736"/>
                <a:gd name="connsiteY78" fmla="*/ 42623 h 134425"/>
                <a:gd name="connsiteX79" fmla="*/ 21311 w 55736"/>
                <a:gd name="connsiteY79" fmla="*/ 39344 h 134425"/>
                <a:gd name="connsiteX80" fmla="*/ 21311 w 55736"/>
                <a:gd name="connsiteY80" fmla="*/ 36065 h 134425"/>
                <a:gd name="connsiteX81" fmla="*/ 22950 w 55736"/>
                <a:gd name="connsiteY81" fmla="*/ 31147 h 134425"/>
                <a:gd name="connsiteX82" fmla="*/ 22950 w 55736"/>
                <a:gd name="connsiteY82" fmla="*/ 27868 h 134425"/>
                <a:gd name="connsiteX83" fmla="*/ 21311 w 55736"/>
                <a:gd name="connsiteY83" fmla="*/ 24590 h 134425"/>
                <a:gd name="connsiteX84" fmla="*/ 22950 w 55736"/>
                <a:gd name="connsiteY84" fmla="*/ 19672 h 134425"/>
                <a:gd name="connsiteX85" fmla="*/ 19671 w 55736"/>
                <a:gd name="connsiteY85" fmla="*/ 16393 h 134425"/>
                <a:gd name="connsiteX86" fmla="*/ 16393 w 55736"/>
                <a:gd name="connsiteY86" fmla="*/ 14754 h 134425"/>
                <a:gd name="connsiteX87" fmla="*/ 16393 w 55736"/>
                <a:gd name="connsiteY87" fmla="*/ 9836 h 134425"/>
                <a:gd name="connsiteX88" fmla="*/ 19671 w 55736"/>
                <a:gd name="connsiteY88" fmla="*/ 6557 h 134425"/>
                <a:gd name="connsiteX89" fmla="*/ 22950 w 55736"/>
                <a:gd name="connsiteY89" fmla="*/ 3278 h 134425"/>
                <a:gd name="connsiteX90" fmla="*/ 22950 w 55736"/>
                <a:gd name="connsiteY90" fmla="*/ 0 h 134425"/>
                <a:gd name="connsiteX91" fmla="*/ 18032 w 55736"/>
                <a:gd name="connsiteY91" fmla="*/ 0 h 134425"/>
                <a:gd name="connsiteX92" fmla="*/ 14753 w 55736"/>
                <a:gd name="connsiteY92" fmla="*/ 4918 h 134425"/>
                <a:gd name="connsiteX93" fmla="*/ 13114 w 55736"/>
                <a:gd name="connsiteY93" fmla="*/ 8197 h 134425"/>
                <a:gd name="connsiteX94" fmla="*/ 9836 w 55736"/>
                <a:gd name="connsiteY94" fmla="*/ 11475 h 134425"/>
                <a:gd name="connsiteX95" fmla="*/ 8197 w 55736"/>
                <a:gd name="connsiteY95" fmla="*/ 16393 h 134425"/>
                <a:gd name="connsiteX96" fmla="*/ 4918 w 55736"/>
                <a:gd name="connsiteY96" fmla="*/ 19672 h 134425"/>
                <a:gd name="connsiteX97" fmla="*/ 4918 w 55736"/>
                <a:gd name="connsiteY97" fmla="*/ 22951 h 134425"/>
                <a:gd name="connsiteX98" fmla="*/ 3278 w 55736"/>
                <a:gd name="connsiteY98" fmla="*/ 27868 h 134425"/>
                <a:gd name="connsiteX99" fmla="*/ 3278 w 55736"/>
                <a:gd name="connsiteY99" fmla="*/ 31147 h 134425"/>
                <a:gd name="connsiteX100" fmla="*/ 3278 w 55736"/>
                <a:gd name="connsiteY100" fmla="*/ 34426 h 134425"/>
                <a:gd name="connsiteX101" fmla="*/ 1639 w 55736"/>
                <a:gd name="connsiteY101" fmla="*/ 37705 h 134425"/>
                <a:gd name="connsiteX102" fmla="*/ 0 w 55736"/>
                <a:gd name="connsiteY102" fmla="*/ 40983 h 134425"/>
                <a:gd name="connsiteX103" fmla="*/ 0 w 55736"/>
                <a:gd name="connsiteY103" fmla="*/ 45901 h 134425"/>
                <a:gd name="connsiteX104" fmla="*/ 3278 w 55736"/>
                <a:gd name="connsiteY104" fmla="*/ 49180 h 134425"/>
                <a:gd name="connsiteX105" fmla="*/ 3278 w 55736"/>
                <a:gd name="connsiteY105" fmla="*/ 52458 h 134425"/>
                <a:gd name="connsiteX106" fmla="*/ 4918 w 55736"/>
                <a:gd name="connsiteY106" fmla="*/ 57377 h 134425"/>
                <a:gd name="connsiteX107" fmla="*/ 8197 w 55736"/>
                <a:gd name="connsiteY107" fmla="*/ 59016 h 134425"/>
                <a:gd name="connsiteX108" fmla="*/ 6557 w 55736"/>
                <a:gd name="connsiteY108" fmla="*/ 62295 h 134425"/>
                <a:gd name="connsiteX109" fmla="*/ 4918 w 55736"/>
                <a:gd name="connsiteY109" fmla="*/ 67213 h 134425"/>
                <a:gd name="connsiteX110" fmla="*/ 4918 w 55736"/>
                <a:gd name="connsiteY110" fmla="*/ 70491 h 134425"/>
                <a:gd name="connsiteX111" fmla="*/ 6557 w 55736"/>
                <a:gd name="connsiteY111" fmla="*/ 73770 h 134425"/>
                <a:gd name="connsiteX112" fmla="*/ 6557 w 55736"/>
                <a:gd name="connsiteY112" fmla="*/ 78688 h 134425"/>
                <a:gd name="connsiteX113" fmla="*/ 11475 w 55736"/>
                <a:gd name="connsiteY113" fmla="*/ 80327 h 134425"/>
                <a:gd name="connsiteX114" fmla="*/ 11475 w 55736"/>
                <a:gd name="connsiteY114" fmla="*/ 85245 h 134425"/>
                <a:gd name="connsiteX115" fmla="*/ 9836 w 55736"/>
                <a:gd name="connsiteY115" fmla="*/ 88524 h 134425"/>
                <a:gd name="connsiteX116" fmla="*/ 11475 w 55736"/>
                <a:gd name="connsiteY116" fmla="*/ 91803 h 134425"/>
                <a:gd name="connsiteX117" fmla="*/ 9836 w 55736"/>
                <a:gd name="connsiteY117" fmla="*/ 95081 h 13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5736" h="134425">
                  <a:moveTo>
                    <a:pt x="9836" y="95081"/>
                  </a:moveTo>
                  <a:lnTo>
                    <a:pt x="9836" y="98360"/>
                  </a:lnTo>
                  <a:lnTo>
                    <a:pt x="9836" y="101639"/>
                  </a:lnTo>
                  <a:lnTo>
                    <a:pt x="9836" y="106557"/>
                  </a:lnTo>
                  <a:lnTo>
                    <a:pt x="13114" y="109835"/>
                  </a:lnTo>
                  <a:lnTo>
                    <a:pt x="16393" y="111475"/>
                  </a:lnTo>
                  <a:lnTo>
                    <a:pt x="19671" y="116393"/>
                  </a:lnTo>
                  <a:lnTo>
                    <a:pt x="21311" y="119671"/>
                  </a:lnTo>
                  <a:lnTo>
                    <a:pt x="22950" y="122950"/>
                  </a:lnTo>
                  <a:lnTo>
                    <a:pt x="24590" y="127868"/>
                  </a:lnTo>
                  <a:lnTo>
                    <a:pt x="27868" y="129508"/>
                  </a:lnTo>
                  <a:lnTo>
                    <a:pt x="32787" y="131147"/>
                  </a:lnTo>
                  <a:lnTo>
                    <a:pt x="32787" y="134425"/>
                  </a:lnTo>
                  <a:lnTo>
                    <a:pt x="36065" y="132786"/>
                  </a:lnTo>
                  <a:lnTo>
                    <a:pt x="32787" y="129508"/>
                  </a:lnTo>
                  <a:lnTo>
                    <a:pt x="31147" y="126229"/>
                  </a:lnTo>
                  <a:lnTo>
                    <a:pt x="27868" y="122950"/>
                  </a:lnTo>
                  <a:lnTo>
                    <a:pt x="26229" y="118032"/>
                  </a:lnTo>
                  <a:lnTo>
                    <a:pt x="24590" y="114754"/>
                  </a:lnTo>
                  <a:lnTo>
                    <a:pt x="22950" y="111475"/>
                  </a:lnTo>
                  <a:lnTo>
                    <a:pt x="21311" y="106557"/>
                  </a:lnTo>
                  <a:lnTo>
                    <a:pt x="21311" y="103278"/>
                  </a:lnTo>
                  <a:lnTo>
                    <a:pt x="19671" y="100000"/>
                  </a:lnTo>
                  <a:lnTo>
                    <a:pt x="18032" y="95081"/>
                  </a:lnTo>
                  <a:lnTo>
                    <a:pt x="18032" y="95081"/>
                  </a:lnTo>
                  <a:lnTo>
                    <a:pt x="18032" y="91803"/>
                  </a:lnTo>
                  <a:lnTo>
                    <a:pt x="19671" y="88524"/>
                  </a:lnTo>
                  <a:lnTo>
                    <a:pt x="19671" y="83606"/>
                  </a:lnTo>
                  <a:lnTo>
                    <a:pt x="19671" y="80327"/>
                  </a:lnTo>
                  <a:lnTo>
                    <a:pt x="19671" y="77049"/>
                  </a:lnTo>
                  <a:lnTo>
                    <a:pt x="22950" y="75410"/>
                  </a:lnTo>
                  <a:lnTo>
                    <a:pt x="26229" y="75410"/>
                  </a:lnTo>
                  <a:lnTo>
                    <a:pt x="31147" y="78688"/>
                  </a:lnTo>
                  <a:lnTo>
                    <a:pt x="34426" y="78688"/>
                  </a:lnTo>
                  <a:lnTo>
                    <a:pt x="37705" y="78688"/>
                  </a:lnTo>
                  <a:lnTo>
                    <a:pt x="40983" y="80327"/>
                  </a:lnTo>
                  <a:lnTo>
                    <a:pt x="45901" y="81967"/>
                  </a:lnTo>
                  <a:lnTo>
                    <a:pt x="49180" y="83606"/>
                  </a:lnTo>
                  <a:lnTo>
                    <a:pt x="52458" y="83606"/>
                  </a:lnTo>
                  <a:lnTo>
                    <a:pt x="55737" y="83606"/>
                  </a:lnTo>
                  <a:lnTo>
                    <a:pt x="52458" y="81967"/>
                  </a:lnTo>
                  <a:lnTo>
                    <a:pt x="49180" y="78688"/>
                  </a:lnTo>
                  <a:lnTo>
                    <a:pt x="49180" y="75410"/>
                  </a:lnTo>
                  <a:lnTo>
                    <a:pt x="45901" y="70491"/>
                  </a:lnTo>
                  <a:lnTo>
                    <a:pt x="42622" y="68852"/>
                  </a:lnTo>
                  <a:lnTo>
                    <a:pt x="39343" y="67213"/>
                  </a:lnTo>
                  <a:lnTo>
                    <a:pt x="36065" y="67213"/>
                  </a:lnTo>
                  <a:lnTo>
                    <a:pt x="31147" y="63934"/>
                  </a:lnTo>
                  <a:lnTo>
                    <a:pt x="34426" y="59016"/>
                  </a:lnTo>
                  <a:lnTo>
                    <a:pt x="36065" y="55737"/>
                  </a:lnTo>
                  <a:lnTo>
                    <a:pt x="39343" y="54098"/>
                  </a:lnTo>
                  <a:lnTo>
                    <a:pt x="44261" y="52458"/>
                  </a:lnTo>
                  <a:lnTo>
                    <a:pt x="47540" y="49180"/>
                  </a:lnTo>
                  <a:lnTo>
                    <a:pt x="49180" y="45901"/>
                  </a:lnTo>
                  <a:lnTo>
                    <a:pt x="49180" y="42623"/>
                  </a:lnTo>
                  <a:lnTo>
                    <a:pt x="50819" y="37705"/>
                  </a:lnTo>
                  <a:lnTo>
                    <a:pt x="50819" y="34426"/>
                  </a:lnTo>
                  <a:lnTo>
                    <a:pt x="49180" y="31147"/>
                  </a:lnTo>
                  <a:lnTo>
                    <a:pt x="49180" y="26229"/>
                  </a:lnTo>
                  <a:lnTo>
                    <a:pt x="45901" y="26229"/>
                  </a:lnTo>
                  <a:lnTo>
                    <a:pt x="42622" y="27868"/>
                  </a:lnTo>
                  <a:lnTo>
                    <a:pt x="39343" y="27868"/>
                  </a:lnTo>
                  <a:lnTo>
                    <a:pt x="34426" y="32787"/>
                  </a:lnTo>
                  <a:lnTo>
                    <a:pt x="31147" y="34426"/>
                  </a:lnTo>
                  <a:lnTo>
                    <a:pt x="27868" y="37705"/>
                  </a:lnTo>
                  <a:lnTo>
                    <a:pt x="26229" y="40983"/>
                  </a:lnTo>
                  <a:lnTo>
                    <a:pt x="29508" y="42623"/>
                  </a:lnTo>
                  <a:lnTo>
                    <a:pt x="29508" y="45901"/>
                  </a:lnTo>
                  <a:lnTo>
                    <a:pt x="24590" y="45901"/>
                  </a:lnTo>
                  <a:lnTo>
                    <a:pt x="21311" y="49180"/>
                  </a:lnTo>
                  <a:lnTo>
                    <a:pt x="19671" y="52458"/>
                  </a:lnTo>
                  <a:lnTo>
                    <a:pt x="19671" y="55737"/>
                  </a:lnTo>
                  <a:lnTo>
                    <a:pt x="16393" y="60655"/>
                  </a:lnTo>
                  <a:lnTo>
                    <a:pt x="13114" y="60655"/>
                  </a:lnTo>
                  <a:lnTo>
                    <a:pt x="9836" y="57377"/>
                  </a:lnTo>
                  <a:lnTo>
                    <a:pt x="8197" y="54098"/>
                  </a:lnTo>
                  <a:lnTo>
                    <a:pt x="11475" y="49180"/>
                  </a:lnTo>
                  <a:lnTo>
                    <a:pt x="14753" y="45901"/>
                  </a:lnTo>
                  <a:lnTo>
                    <a:pt x="19671" y="42623"/>
                  </a:lnTo>
                  <a:lnTo>
                    <a:pt x="21311" y="39344"/>
                  </a:lnTo>
                  <a:lnTo>
                    <a:pt x="21311" y="36065"/>
                  </a:lnTo>
                  <a:lnTo>
                    <a:pt x="22950" y="31147"/>
                  </a:lnTo>
                  <a:lnTo>
                    <a:pt x="22950" y="27868"/>
                  </a:lnTo>
                  <a:lnTo>
                    <a:pt x="21311" y="24590"/>
                  </a:lnTo>
                  <a:lnTo>
                    <a:pt x="22950" y="19672"/>
                  </a:lnTo>
                  <a:lnTo>
                    <a:pt x="19671" y="16393"/>
                  </a:lnTo>
                  <a:lnTo>
                    <a:pt x="16393" y="14754"/>
                  </a:lnTo>
                  <a:lnTo>
                    <a:pt x="16393" y="9836"/>
                  </a:lnTo>
                  <a:lnTo>
                    <a:pt x="19671" y="6557"/>
                  </a:lnTo>
                  <a:lnTo>
                    <a:pt x="22950" y="3278"/>
                  </a:lnTo>
                  <a:lnTo>
                    <a:pt x="22950" y="0"/>
                  </a:lnTo>
                  <a:lnTo>
                    <a:pt x="18032" y="0"/>
                  </a:lnTo>
                  <a:lnTo>
                    <a:pt x="14753" y="4918"/>
                  </a:lnTo>
                  <a:lnTo>
                    <a:pt x="13114" y="8197"/>
                  </a:lnTo>
                  <a:lnTo>
                    <a:pt x="9836" y="11475"/>
                  </a:lnTo>
                  <a:lnTo>
                    <a:pt x="8197" y="16393"/>
                  </a:lnTo>
                  <a:lnTo>
                    <a:pt x="4918" y="19672"/>
                  </a:lnTo>
                  <a:lnTo>
                    <a:pt x="4918" y="22951"/>
                  </a:lnTo>
                  <a:lnTo>
                    <a:pt x="3278" y="27868"/>
                  </a:lnTo>
                  <a:lnTo>
                    <a:pt x="3278" y="31147"/>
                  </a:lnTo>
                  <a:lnTo>
                    <a:pt x="3278" y="34426"/>
                  </a:lnTo>
                  <a:lnTo>
                    <a:pt x="1639" y="37705"/>
                  </a:lnTo>
                  <a:lnTo>
                    <a:pt x="0" y="40983"/>
                  </a:lnTo>
                  <a:lnTo>
                    <a:pt x="0" y="45901"/>
                  </a:lnTo>
                  <a:lnTo>
                    <a:pt x="3278" y="49180"/>
                  </a:lnTo>
                  <a:lnTo>
                    <a:pt x="3278" y="52458"/>
                  </a:lnTo>
                  <a:lnTo>
                    <a:pt x="4918" y="57377"/>
                  </a:lnTo>
                  <a:lnTo>
                    <a:pt x="8197" y="59016"/>
                  </a:lnTo>
                  <a:lnTo>
                    <a:pt x="6557" y="62295"/>
                  </a:lnTo>
                  <a:lnTo>
                    <a:pt x="4918" y="67213"/>
                  </a:lnTo>
                  <a:lnTo>
                    <a:pt x="4918" y="70491"/>
                  </a:lnTo>
                  <a:lnTo>
                    <a:pt x="6557" y="73770"/>
                  </a:lnTo>
                  <a:lnTo>
                    <a:pt x="6557" y="78688"/>
                  </a:lnTo>
                  <a:lnTo>
                    <a:pt x="11475" y="80327"/>
                  </a:lnTo>
                  <a:lnTo>
                    <a:pt x="11475" y="85245"/>
                  </a:lnTo>
                  <a:lnTo>
                    <a:pt x="9836" y="88524"/>
                  </a:lnTo>
                  <a:lnTo>
                    <a:pt x="11475" y="91803"/>
                  </a:lnTo>
                  <a:lnTo>
                    <a:pt x="9836" y="9508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2" name="Freeform 2431">
              <a:extLst>
                <a:ext uri="{FF2B5EF4-FFF2-40B4-BE49-F238E27FC236}">
                  <a16:creationId xmlns:a16="http://schemas.microsoft.com/office/drawing/2014/main" id="{E36BB9B1-A2E4-0E46-B7B1-A5A8DC893C5E}"/>
                </a:ext>
              </a:extLst>
            </p:cNvPr>
            <p:cNvSpPr/>
            <p:nvPr/>
          </p:nvSpPr>
          <p:spPr>
            <a:xfrm>
              <a:off x="10284505" y="4173913"/>
              <a:ext cx="8196" cy="3278"/>
            </a:xfrm>
            <a:custGeom>
              <a:avLst/>
              <a:gdLst>
                <a:gd name="connsiteX0" fmla="*/ 4918 w 8196"/>
                <a:gd name="connsiteY0" fmla="*/ 0 h 3278"/>
                <a:gd name="connsiteX1" fmla="*/ 3279 w 8196"/>
                <a:gd name="connsiteY1" fmla="*/ 0 h 3278"/>
                <a:gd name="connsiteX2" fmla="*/ 0 w 8196"/>
                <a:gd name="connsiteY2" fmla="*/ 3278 h 3278"/>
                <a:gd name="connsiteX3" fmla="*/ 4918 w 8196"/>
                <a:gd name="connsiteY3" fmla="*/ 3278 h 3278"/>
                <a:gd name="connsiteX4" fmla="*/ 8197 w 8196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4918" y="0"/>
                  </a:moveTo>
                  <a:lnTo>
                    <a:pt x="3279" y="0"/>
                  </a:lnTo>
                  <a:lnTo>
                    <a:pt x="0" y="3278"/>
                  </a:lnTo>
                  <a:lnTo>
                    <a:pt x="4918" y="3278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3" name="Freeform 2432">
              <a:extLst>
                <a:ext uri="{FF2B5EF4-FFF2-40B4-BE49-F238E27FC236}">
                  <a16:creationId xmlns:a16="http://schemas.microsoft.com/office/drawing/2014/main" id="{F42F20B4-0E70-D640-994F-262E91C07D5C}"/>
                </a:ext>
              </a:extLst>
            </p:cNvPr>
            <p:cNvSpPr/>
            <p:nvPr/>
          </p:nvSpPr>
          <p:spPr>
            <a:xfrm>
              <a:off x="10286144" y="4265716"/>
              <a:ext cx="3278" cy="4917"/>
            </a:xfrm>
            <a:custGeom>
              <a:avLst/>
              <a:gdLst>
                <a:gd name="connsiteX0" fmla="*/ 0 w 3278"/>
                <a:gd name="connsiteY0" fmla="*/ 0 h 4917"/>
                <a:gd name="connsiteX1" fmla="*/ 0 w 3278"/>
                <a:gd name="connsiteY1" fmla="*/ 3278 h 4917"/>
                <a:gd name="connsiteX2" fmla="*/ 3279 w 3278"/>
                <a:gd name="connsiteY2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7">
                  <a:moveTo>
                    <a:pt x="0" y="0"/>
                  </a:moveTo>
                  <a:lnTo>
                    <a:pt x="0" y="3278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4" name="Freeform 2433">
              <a:extLst>
                <a:ext uri="{FF2B5EF4-FFF2-40B4-BE49-F238E27FC236}">
                  <a16:creationId xmlns:a16="http://schemas.microsoft.com/office/drawing/2014/main" id="{2820F6D8-71A3-6648-9AE5-A67030FCB133}"/>
                </a:ext>
              </a:extLst>
            </p:cNvPr>
            <p:cNvSpPr/>
            <p:nvPr/>
          </p:nvSpPr>
          <p:spPr>
            <a:xfrm>
              <a:off x="10291063" y="4262437"/>
              <a:ext cx="3277" cy="3278"/>
            </a:xfrm>
            <a:custGeom>
              <a:avLst/>
              <a:gdLst>
                <a:gd name="connsiteX0" fmla="*/ 1639 w 3277"/>
                <a:gd name="connsiteY0" fmla="*/ 0 h 3278"/>
                <a:gd name="connsiteX1" fmla="*/ 0 w 3277"/>
                <a:gd name="connsiteY1" fmla="*/ 0 h 3278"/>
                <a:gd name="connsiteX2" fmla="*/ 0 w 3277"/>
                <a:gd name="connsiteY2" fmla="*/ 3279 h 3278"/>
                <a:gd name="connsiteX3" fmla="*/ 3278 w 327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7" h="3278">
                  <a:moveTo>
                    <a:pt x="1639" y="0"/>
                  </a:moveTo>
                  <a:lnTo>
                    <a:pt x="0" y="0"/>
                  </a:lnTo>
                  <a:lnTo>
                    <a:pt x="0" y="3279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5" name="Freeform 2434">
              <a:extLst>
                <a:ext uri="{FF2B5EF4-FFF2-40B4-BE49-F238E27FC236}">
                  <a16:creationId xmlns:a16="http://schemas.microsoft.com/office/drawing/2014/main" id="{0281ACF8-6208-9546-936B-3991E71A4B22}"/>
                </a:ext>
              </a:extLst>
            </p:cNvPr>
            <p:cNvSpPr/>
            <p:nvPr/>
          </p:nvSpPr>
          <p:spPr>
            <a:xfrm>
              <a:off x="10295980" y="4483747"/>
              <a:ext cx="3278" cy="3278"/>
            </a:xfrm>
            <a:custGeom>
              <a:avLst/>
              <a:gdLst>
                <a:gd name="connsiteX0" fmla="*/ 0 w 3278"/>
                <a:gd name="connsiteY0" fmla="*/ 0 h 3278"/>
                <a:gd name="connsiteX1" fmla="*/ 0 w 3278"/>
                <a:gd name="connsiteY1" fmla="*/ 3279 h 3278"/>
                <a:gd name="connsiteX2" fmla="*/ 3279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0"/>
                  </a:moveTo>
                  <a:lnTo>
                    <a:pt x="0" y="327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6" name="Freeform 2435">
              <a:extLst>
                <a:ext uri="{FF2B5EF4-FFF2-40B4-BE49-F238E27FC236}">
                  <a16:creationId xmlns:a16="http://schemas.microsoft.com/office/drawing/2014/main" id="{162B5445-0F21-EA46-9272-2A149BC2AC23}"/>
                </a:ext>
              </a:extLst>
            </p:cNvPr>
            <p:cNvSpPr/>
            <p:nvPr/>
          </p:nvSpPr>
          <p:spPr>
            <a:xfrm>
              <a:off x="10297619" y="4250961"/>
              <a:ext cx="3278" cy="4918"/>
            </a:xfrm>
            <a:custGeom>
              <a:avLst/>
              <a:gdLst>
                <a:gd name="connsiteX0" fmla="*/ 3279 w 3278"/>
                <a:gd name="connsiteY0" fmla="*/ 0 h 4918"/>
                <a:gd name="connsiteX1" fmla="*/ 3279 w 3278"/>
                <a:gd name="connsiteY1" fmla="*/ 1639 h 4918"/>
                <a:gd name="connsiteX2" fmla="*/ 0 w 3278"/>
                <a:gd name="connsiteY2" fmla="*/ 4918 h 4918"/>
                <a:gd name="connsiteX3" fmla="*/ 3279 w 3278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3279" y="0"/>
                  </a:moveTo>
                  <a:lnTo>
                    <a:pt x="3279" y="1639"/>
                  </a:lnTo>
                  <a:lnTo>
                    <a:pt x="0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7" name="Freeform 2436">
              <a:extLst>
                <a:ext uri="{FF2B5EF4-FFF2-40B4-BE49-F238E27FC236}">
                  <a16:creationId xmlns:a16="http://schemas.microsoft.com/office/drawing/2014/main" id="{440FDC21-554B-BD4B-9EB6-A581643BC8C0}"/>
                </a:ext>
              </a:extLst>
            </p:cNvPr>
            <p:cNvSpPr/>
            <p:nvPr/>
          </p:nvSpPr>
          <p:spPr>
            <a:xfrm>
              <a:off x="10297619" y="4246044"/>
              <a:ext cx="114753" cy="45901"/>
            </a:xfrm>
            <a:custGeom>
              <a:avLst/>
              <a:gdLst>
                <a:gd name="connsiteX0" fmla="*/ 81967 w 114753"/>
                <a:gd name="connsiteY0" fmla="*/ 29508 h 45901"/>
                <a:gd name="connsiteX1" fmla="*/ 83607 w 114753"/>
                <a:gd name="connsiteY1" fmla="*/ 29508 h 45901"/>
                <a:gd name="connsiteX2" fmla="*/ 86885 w 114753"/>
                <a:gd name="connsiteY2" fmla="*/ 32787 h 45901"/>
                <a:gd name="connsiteX3" fmla="*/ 90164 w 114753"/>
                <a:gd name="connsiteY3" fmla="*/ 34426 h 45901"/>
                <a:gd name="connsiteX4" fmla="*/ 95081 w 114753"/>
                <a:gd name="connsiteY4" fmla="*/ 36066 h 45901"/>
                <a:gd name="connsiteX5" fmla="*/ 98360 w 114753"/>
                <a:gd name="connsiteY5" fmla="*/ 37705 h 45901"/>
                <a:gd name="connsiteX6" fmla="*/ 101639 w 114753"/>
                <a:gd name="connsiteY6" fmla="*/ 40983 h 45901"/>
                <a:gd name="connsiteX7" fmla="*/ 106557 w 114753"/>
                <a:gd name="connsiteY7" fmla="*/ 44262 h 45901"/>
                <a:gd name="connsiteX8" fmla="*/ 109836 w 114753"/>
                <a:gd name="connsiteY8" fmla="*/ 45901 h 45901"/>
                <a:gd name="connsiteX9" fmla="*/ 113115 w 114753"/>
                <a:gd name="connsiteY9" fmla="*/ 45901 h 45901"/>
                <a:gd name="connsiteX10" fmla="*/ 113115 w 114753"/>
                <a:gd name="connsiteY10" fmla="*/ 40983 h 45901"/>
                <a:gd name="connsiteX11" fmla="*/ 114754 w 114753"/>
                <a:gd name="connsiteY11" fmla="*/ 37705 h 45901"/>
                <a:gd name="connsiteX12" fmla="*/ 114754 w 114753"/>
                <a:gd name="connsiteY12" fmla="*/ 34426 h 45901"/>
                <a:gd name="connsiteX13" fmla="*/ 113115 w 114753"/>
                <a:gd name="connsiteY13" fmla="*/ 31147 h 45901"/>
                <a:gd name="connsiteX14" fmla="*/ 111475 w 114753"/>
                <a:gd name="connsiteY14" fmla="*/ 26229 h 45901"/>
                <a:gd name="connsiteX15" fmla="*/ 108197 w 114753"/>
                <a:gd name="connsiteY15" fmla="*/ 26229 h 45901"/>
                <a:gd name="connsiteX16" fmla="*/ 106557 w 114753"/>
                <a:gd name="connsiteY16" fmla="*/ 21311 h 45901"/>
                <a:gd name="connsiteX17" fmla="*/ 106557 w 114753"/>
                <a:gd name="connsiteY17" fmla="*/ 18033 h 45901"/>
                <a:gd name="connsiteX18" fmla="*/ 104918 w 114753"/>
                <a:gd name="connsiteY18" fmla="*/ 14754 h 45901"/>
                <a:gd name="connsiteX19" fmla="*/ 101639 w 114753"/>
                <a:gd name="connsiteY19" fmla="*/ 11476 h 45901"/>
                <a:gd name="connsiteX20" fmla="*/ 98360 w 114753"/>
                <a:gd name="connsiteY20" fmla="*/ 8197 h 45901"/>
                <a:gd name="connsiteX21" fmla="*/ 93442 w 114753"/>
                <a:gd name="connsiteY21" fmla="*/ 8197 h 45901"/>
                <a:gd name="connsiteX22" fmla="*/ 90164 w 114753"/>
                <a:gd name="connsiteY22" fmla="*/ 8197 h 45901"/>
                <a:gd name="connsiteX23" fmla="*/ 86885 w 114753"/>
                <a:gd name="connsiteY23" fmla="*/ 8197 h 45901"/>
                <a:gd name="connsiteX24" fmla="*/ 83607 w 114753"/>
                <a:gd name="connsiteY24" fmla="*/ 8197 h 45901"/>
                <a:gd name="connsiteX25" fmla="*/ 81967 w 114753"/>
                <a:gd name="connsiteY25" fmla="*/ 8197 h 45901"/>
                <a:gd name="connsiteX26" fmla="*/ 77049 w 114753"/>
                <a:gd name="connsiteY26" fmla="*/ 4918 h 45901"/>
                <a:gd name="connsiteX27" fmla="*/ 73770 w 114753"/>
                <a:gd name="connsiteY27" fmla="*/ 3279 h 45901"/>
                <a:gd name="connsiteX28" fmla="*/ 70491 w 114753"/>
                <a:gd name="connsiteY28" fmla="*/ 1639 h 45901"/>
                <a:gd name="connsiteX29" fmla="*/ 65573 w 114753"/>
                <a:gd name="connsiteY29" fmla="*/ 0 h 45901"/>
                <a:gd name="connsiteX30" fmla="*/ 62295 w 114753"/>
                <a:gd name="connsiteY30" fmla="*/ 0 h 45901"/>
                <a:gd name="connsiteX31" fmla="*/ 59017 w 114753"/>
                <a:gd name="connsiteY31" fmla="*/ 1639 h 45901"/>
                <a:gd name="connsiteX32" fmla="*/ 55738 w 114753"/>
                <a:gd name="connsiteY32" fmla="*/ 4918 h 45901"/>
                <a:gd name="connsiteX33" fmla="*/ 50820 w 114753"/>
                <a:gd name="connsiteY33" fmla="*/ 6557 h 45901"/>
                <a:gd name="connsiteX34" fmla="*/ 47541 w 114753"/>
                <a:gd name="connsiteY34" fmla="*/ 4918 h 45901"/>
                <a:gd name="connsiteX35" fmla="*/ 44262 w 114753"/>
                <a:gd name="connsiteY35" fmla="*/ 1639 h 45901"/>
                <a:gd name="connsiteX36" fmla="*/ 40983 w 114753"/>
                <a:gd name="connsiteY36" fmla="*/ 1639 h 45901"/>
                <a:gd name="connsiteX37" fmla="*/ 37705 w 114753"/>
                <a:gd name="connsiteY37" fmla="*/ 1639 h 45901"/>
                <a:gd name="connsiteX38" fmla="*/ 34427 w 114753"/>
                <a:gd name="connsiteY38" fmla="*/ 1639 h 45901"/>
                <a:gd name="connsiteX39" fmla="*/ 29508 w 114753"/>
                <a:gd name="connsiteY39" fmla="*/ 1639 h 45901"/>
                <a:gd name="connsiteX40" fmla="*/ 26230 w 114753"/>
                <a:gd name="connsiteY40" fmla="*/ 1639 h 45901"/>
                <a:gd name="connsiteX41" fmla="*/ 22951 w 114753"/>
                <a:gd name="connsiteY41" fmla="*/ 1639 h 45901"/>
                <a:gd name="connsiteX42" fmla="*/ 18033 w 114753"/>
                <a:gd name="connsiteY42" fmla="*/ 3279 h 45901"/>
                <a:gd name="connsiteX43" fmla="*/ 14754 w 114753"/>
                <a:gd name="connsiteY43" fmla="*/ 1639 h 45901"/>
                <a:gd name="connsiteX44" fmla="*/ 11476 w 114753"/>
                <a:gd name="connsiteY44" fmla="*/ 4918 h 45901"/>
                <a:gd name="connsiteX45" fmla="*/ 9837 w 114753"/>
                <a:gd name="connsiteY45" fmla="*/ 8197 h 45901"/>
                <a:gd name="connsiteX46" fmla="*/ 8197 w 114753"/>
                <a:gd name="connsiteY46" fmla="*/ 11476 h 45901"/>
                <a:gd name="connsiteX47" fmla="*/ 4918 w 114753"/>
                <a:gd name="connsiteY47" fmla="*/ 13114 h 45901"/>
                <a:gd name="connsiteX48" fmla="*/ 0 w 114753"/>
                <a:gd name="connsiteY48" fmla="*/ 16393 h 45901"/>
                <a:gd name="connsiteX49" fmla="*/ 1640 w 114753"/>
                <a:gd name="connsiteY49" fmla="*/ 21311 h 45901"/>
                <a:gd name="connsiteX50" fmla="*/ 3279 w 114753"/>
                <a:gd name="connsiteY50" fmla="*/ 24590 h 45901"/>
                <a:gd name="connsiteX51" fmla="*/ 1640 w 114753"/>
                <a:gd name="connsiteY51" fmla="*/ 27869 h 45901"/>
                <a:gd name="connsiteX52" fmla="*/ 1640 w 114753"/>
                <a:gd name="connsiteY52" fmla="*/ 32787 h 45901"/>
                <a:gd name="connsiteX53" fmla="*/ 3279 w 114753"/>
                <a:gd name="connsiteY53" fmla="*/ 27869 h 45901"/>
                <a:gd name="connsiteX54" fmla="*/ 6558 w 114753"/>
                <a:gd name="connsiteY54" fmla="*/ 24590 h 45901"/>
                <a:gd name="connsiteX55" fmla="*/ 8197 w 114753"/>
                <a:gd name="connsiteY55" fmla="*/ 21311 h 45901"/>
                <a:gd name="connsiteX56" fmla="*/ 8197 w 114753"/>
                <a:gd name="connsiteY56" fmla="*/ 18033 h 45901"/>
                <a:gd name="connsiteX57" fmla="*/ 9837 w 114753"/>
                <a:gd name="connsiteY57" fmla="*/ 13114 h 45901"/>
                <a:gd name="connsiteX58" fmla="*/ 13114 w 114753"/>
                <a:gd name="connsiteY58" fmla="*/ 13114 h 45901"/>
                <a:gd name="connsiteX59" fmla="*/ 13114 w 114753"/>
                <a:gd name="connsiteY59" fmla="*/ 18033 h 45901"/>
                <a:gd name="connsiteX60" fmla="*/ 16393 w 114753"/>
                <a:gd name="connsiteY60" fmla="*/ 19672 h 45901"/>
                <a:gd name="connsiteX61" fmla="*/ 18033 w 114753"/>
                <a:gd name="connsiteY61" fmla="*/ 22951 h 45901"/>
                <a:gd name="connsiteX62" fmla="*/ 21311 w 114753"/>
                <a:gd name="connsiteY62" fmla="*/ 26229 h 45901"/>
                <a:gd name="connsiteX63" fmla="*/ 24590 w 114753"/>
                <a:gd name="connsiteY63" fmla="*/ 29508 h 45901"/>
                <a:gd name="connsiteX64" fmla="*/ 27869 w 114753"/>
                <a:gd name="connsiteY64" fmla="*/ 27869 h 45901"/>
                <a:gd name="connsiteX65" fmla="*/ 31148 w 114753"/>
                <a:gd name="connsiteY65" fmla="*/ 24590 h 45901"/>
                <a:gd name="connsiteX66" fmla="*/ 36066 w 114753"/>
                <a:gd name="connsiteY66" fmla="*/ 21311 h 45901"/>
                <a:gd name="connsiteX67" fmla="*/ 39344 w 114753"/>
                <a:gd name="connsiteY67" fmla="*/ 18033 h 45901"/>
                <a:gd name="connsiteX68" fmla="*/ 42623 w 114753"/>
                <a:gd name="connsiteY68" fmla="*/ 19672 h 45901"/>
                <a:gd name="connsiteX69" fmla="*/ 42623 w 114753"/>
                <a:gd name="connsiteY69" fmla="*/ 24590 h 45901"/>
                <a:gd name="connsiteX70" fmla="*/ 45901 w 114753"/>
                <a:gd name="connsiteY70" fmla="*/ 24590 h 45901"/>
                <a:gd name="connsiteX71" fmla="*/ 49180 w 114753"/>
                <a:gd name="connsiteY71" fmla="*/ 26229 h 45901"/>
                <a:gd name="connsiteX72" fmla="*/ 52459 w 114753"/>
                <a:gd name="connsiteY72" fmla="*/ 26229 h 45901"/>
                <a:gd name="connsiteX73" fmla="*/ 57377 w 114753"/>
                <a:gd name="connsiteY73" fmla="*/ 26229 h 45901"/>
                <a:gd name="connsiteX74" fmla="*/ 60656 w 114753"/>
                <a:gd name="connsiteY74" fmla="*/ 27869 h 45901"/>
                <a:gd name="connsiteX75" fmla="*/ 63935 w 114753"/>
                <a:gd name="connsiteY75" fmla="*/ 26229 h 45901"/>
                <a:gd name="connsiteX76" fmla="*/ 65573 w 114753"/>
                <a:gd name="connsiteY76" fmla="*/ 22951 h 45901"/>
                <a:gd name="connsiteX77" fmla="*/ 68852 w 114753"/>
                <a:gd name="connsiteY77" fmla="*/ 22951 h 45901"/>
                <a:gd name="connsiteX78" fmla="*/ 73770 w 114753"/>
                <a:gd name="connsiteY78" fmla="*/ 22951 h 45901"/>
                <a:gd name="connsiteX79" fmla="*/ 77049 w 114753"/>
                <a:gd name="connsiteY79" fmla="*/ 22951 h 45901"/>
                <a:gd name="connsiteX80" fmla="*/ 80328 w 114753"/>
                <a:gd name="connsiteY80" fmla="*/ 26229 h 4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14753" h="45901">
                  <a:moveTo>
                    <a:pt x="81967" y="29508"/>
                  </a:moveTo>
                  <a:lnTo>
                    <a:pt x="83607" y="29508"/>
                  </a:lnTo>
                  <a:lnTo>
                    <a:pt x="86885" y="32787"/>
                  </a:lnTo>
                  <a:lnTo>
                    <a:pt x="90164" y="34426"/>
                  </a:lnTo>
                  <a:lnTo>
                    <a:pt x="95081" y="36066"/>
                  </a:lnTo>
                  <a:lnTo>
                    <a:pt x="98360" y="37705"/>
                  </a:lnTo>
                  <a:lnTo>
                    <a:pt x="101639" y="40983"/>
                  </a:lnTo>
                  <a:lnTo>
                    <a:pt x="106557" y="44262"/>
                  </a:lnTo>
                  <a:lnTo>
                    <a:pt x="109836" y="45901"/>
                  </a:lnTo>
                  <a:lnTo>
                    <a:pt x="113115" y="45901"/>
                  </a:lnTo>
                  <a:lnTo>
                    <a:pt x="113115" y="40983"/>
                  </a:lnTo>
                  <a:lnTo>
                    <a:pt x="114754" y="37705"/>
                  </a:lnTo>
                  <a:lnTo>
                    <a:pt x="114754" y="34426"/>
                  </a:lnTo>
                  <a:lnTo>
                    <a:pt x="113115" y="31147"/>
                  </a:lnTo>
                  <a:lnTo>
                    <a:pt x="111475" y="26229"/>
                  </a:lnTo>
                  <a:lnTo>
                    <a:pt x="108197" y="26229"/>
                  </a:lnTo>
                  <a:lnTo>
                    <a:pt x="106557" y="21311"/>
                  </a:lnTo>
                  <a:lnTo>
                    <a:pt x="106557" y="18033"/>
                  </a:lnTo>
                  <a:lnTo>
                    <a:pt x="104918" y="14754"/>
                  </a:lnTo>
                  <a:lnTo>
                    <a:pt x="101639" y="11476"/>
                  </a:lnTo>
                  <a:lnTo>
                    <a:pt x="98360" y="8197"/>
                  </a:lnTo>
                  <a:lnTo>
                    <a:pt x="93442" y="8197"/>
                  </a:lnTo>
                  <a:lnTo>
                    <a:pt x="90164" y="8197"/>
                  </a:lnTo>
                  <a:lnTo>
                    <a:pt x="86885" y="8197"/>
                  </a:lnTo>
                  <a:lnTo>
                    <a:pt x="83607" y="8197"/>
                  </a:lnTo>
                  <a:lnTo>
                    <a:pt x="81967" y="8197"/>
                  </a:lnTo>
                  <a:lnTo>
                    <a:pt x="77049" y="4918"/>
                  </a:lnTo>
                  <a:lnTo>
                    <a:pt x="73770" y="3279"/>
                  </a:lnTo>
                  <a:lnTo>
                    <a:pt x="70491" y="1639"/>
                  </a:lnTo>
                  <a:lnTo>
                    <a:pt x="65573" y="0"/>
                  </a:lnTo>
                  <a:lnTo>
                    <a:pt x="62295" y="0"/>
                  </a:lnTo>
                  <a:lnTo>
                    <a:pt x="59017" y="1639"/>
                  </a:lnTo>
                  <a:lnTo>
                    <a:pt x="55738" y="4918"/>
                  </a:lnTo>
                  <a:lnTo>
                    <a:pt x="50820" y="6557"/>
                  </a:lnTo>
                  <a:lnTo>
                    <a:pt x="47541" y="4918"/>
                  </a:lnTo>
                  <a:lnTo>
                    <a:pt x="44262" y="1639"/>
                  </a:lnTo>
                  <a:lnTo>
                    <a:pt x="40983" y="1639"/>
                  </a:lnTo>
                  <a:lnTo>
                    <a:pt x="37705" y="1639"/>
                  </a:lnTo>
                  <a:lnTo>
                    <a:pt x="34427" y="1639"/>
                  </a:lnTo>
                  <a:lnTo>
                    <a:pt x="29508" y="1639"/>
                  </a:lnTo>
                  <a:lnTo>
                    <a:pt x="26230" y="1639"/>
                  </a:lnTo>
                  <a:lnTo>
                    <a:pt x="22951" y="1639"/>
                  </a:lnTo>
                  <a:lnTo>
                    <a:pt x="18033" y="3279"/>
                  </a:lnTo>
                  <a:lnTo>
                    <a:pt x="14754" y="1639"/>
                  </a:lnTo>
                  <a:lnTo>
                    <a:pt x="11476" y="4918"/>
                  </a:lnTo>
                  <a:lnTo>
                    <a:pt x="9837" y="8197"/>
                  </a:lnTo>
                  <a:lnTo>
                    <a:pt x="8197" y="11476"/>
                  </a:lnTo>
                  <a:lnTo>
                    <a:pt x="4918" y="13114"/>
                  </a:lnTo>
                  <a:lnTo>
                    <a:pt x="0" y="16393"/>
                  </a:lnTo>
                  <a:lnTo>
                    <a:pt x="1640" y="21311"/>
                  </a:lnTo>
                  <a:lnTo>
                    <a:pt x="3279" y="24590"/>
                  </a:lnTo>
                  <a:lnTo>
                    <a:pt x="1640" y="27869"/>
                  </a:lnTo>
                  <a:lnTo>
                    <a:pt x="1640" y="32787"/>
                  </a:lnTo>
                  <a:lnTo>
                    <a:pt x="3279" y="27869"/>
                  </a:lnTo>
                  <a:lnTo>
                    <a:pt x="6558" y="24590"/>
                  </a:lnTo>
                  <a:lnTo>
                    <a:pt x="8197" y="21311"/>
                  </a:lnTo>
                  <a:lnTo>
                    <a:pt x="8197" y="18033"/>
                  </a:lnTo>
                  <a:lnTo>
                    <a:pt x="9837" y="13114"/>
                  </a:lnTo>
                  <a:lnTo>
                    <a:pt x="13114" y="13114"/>
                  </a:lnTo>
                  <a:lnTo>
                    <a:pt x="13114" y="18033"/>
                  </a:lnTo>
                  <a:lnTo>
                    <a:pt x="16393" y="19672"/>
                  </a:lnTo>
                  <a:lnTo>
                    <a:pt x="18033" y="22951"/>
                  </a:lnTo>
                  <a:lnTo>
                    <a:pt x="21311" y="26229"/>
                  </a:lnTo>
                  <a:lnTo>
                    <a:pt x="24590" y="29508"/>
                  </a:lnTo>
                  <a:lnTo>
                    <a:pt x="27869" y="27869"/>
                  </a:lnTo>
                  <a:lnTo>
                    <a:pt x="31148" y="24590"/>
                  </a:lnTo>
                  <a:lnTo>
                    <a:pt x="36066" y="21311"/>
                  </a:lnTo>
                  <a:lnTo>
                    <a:pt x="39344" y="18033"/>
                  </a:lnTo>
                  <a:lnTo>
                    <a:pt x="42623" y="19672"/>
                  </a:lnTo>
                  <a:lnTo>
                    <a:pt x="42623" y="24590"/>
                  </a:lnTo>
                  <a:lnTo>
                    <a:pt x="45901" y="24590"/>
                  </a:lnTo>
                  <a:lnTo>
                    <a:pt x="49180" y="26229"/>
                  </a:lnTo>
                  <a:lnTo>
                    <a:pt x="52459" y="26229"/>
                  </a:lnTo>
                  <a:lnTo>
                    <a:pt x="57377" y="26229"/>
                  </a:lnTo>
                  <a:lnTo>
                    <a:pt x="60656" y="27869"/>
                  </a:lnTo>
                  <a:lnTo>
                    <a:pt x="63935" y="26229"/>
                  </a:lnTo>
                  <a:lnTo>
                    <a:pt x="65573" y="22951"/>
                  </a:lnTo>
                  <a:lnTo>
                    <a:pt x="68852" y="22951"/>
                  </a:lnTo>
                  <a:lnTo>
                    <a:pt x="73770" y="22951"/>
                  </a:lnTo>
                  <a:lnTo>
                    <a:pt x="77049" y="22951"/>
                  </a:lnTo>
                  <a:lnTo>
                    <a:pt x="80328" y="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8" name="Freeform 2437">
              <a:extLst>
                <a:ext uri="{FF2B5EF4-FFF2-40B4-BE49-F238E27FC236}">
                  <a16:creationId xmlns:a16="http://schemas.microsoft.com/office/drawing/2014/main" id="{C8E5F335-E55B-4048-81ED-8537089D70B0}"/>
                </a:ext>
              </a:extLst>
            </p:cNvPr>
            <p:cNvSpPr/>
            <p:nvPr/>
          </p:nvSpPr>
          <p:spPr>
            <a:xfrm>
              <a:off x="10299259" y="4277191"/>
              <a:ext cx="16393" cy="11475"/>
            </a:xfrm>
            <a:custGeom>
              <a:avLst/>
              <a:gdLst>
                <a:gd name="connsiteX0" fmla="*/ 4918 w 16393"/>
                <a:gd name="connsiteY0" fmla="*/ 3279 h 11475"/>
                <a:gd name="connsiteX1" fmla="*/ 3278 w 16393"/>
                <a:gd name="connsiteY1" fmla="*/ 3279 h 11475"/>
                <a:gd name="connsiteX2" fmla="*/ 0 w 16393"/>
                <a:gd name="connsiteY2" fmla="*/ 8197 h 11475"/>
                <a:gd name="connsiteX3" fmla="*/ 0 w 16393"/>
                <a:gd name="connsiteY3" fmla="*/ 11476 h 11475"/>
                <a:gd name="connsiteX4" fmla="*/ 3278 w 16393"/>
                <a:gd name="connsiteY4" fmla="*/ 9836 h 11475"/>
                <a:gd name="connsiteX5" fmla="*/ 8197 w 16393"/>
                <a:gd name="connsiteY5" fmla="*/ 8197 h 11475"/>
                <a:gd name="connsiteX6" fmla="*/ 11475 w 16393"/>
                <a:gd name="connsiteY6" fmla="*/ 6557 h 11475"/>
                <a:gd name="connsiteX7" fmla="*/ 9836 w 16393"/>
                <a:gd name="connsiteY7" fmla="*/ 9836 h 11475"/>
                <a:gd name="connsiteX8" fmla="*/ 13114 w 16393"/>
                <a:gd name="connsiteY8" fmla="*/ 8197 h 11475"/>
                <a:gd name="connsiteX9" fmla="*/ 16393 w 16393"/>
                <a:gd name="connsiteY9" fmla="*/ 3279 h 11475"/>
                <a:gd name="connsiteX10" fmla="*/ 16393 w 16393"/>
                <a:gd name="connsiteY10" fmla="*/ 0 h 11475"/>
                <a:gd name="connsiteX11" fmla="*/ 11475 w 16393"/>
                <a:gd name="connsiteY11" fmla="*/ 1639 h 11475"/>
                <a:gd name="connsiteX12" fmla="*/ 8197 w 16393"/>
                <a:gd name="connsiteY12" fmla="*/ 327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393" h="11475">
                  <a:moveTo>
                    <a:pt x="4918" y="3279"/>
                  </a:moveTo>
                  <a:lnTo>
                    <a:pt x="3278" y="3279"/>
                  </a:lnTo>
                  <a:lnTo>
                    <a:pt x="0" y="8197"/>
                  </a:lnTo>
                  <a:lnTo>
                    <a:pt x="0" y="11476"/>
                  </a:lnTo>
                  <a:lnTo>
                    <a:pt x="3278" y="9836"/>
                  </a:lnTo>
                  <a:lnTo>
                    <a:pt x="8197" y="8197"/>
                  </a:lnTo>
                  <a:lnTo>
                    <a:pt x="11475" y="6557"/>
                  </a:lnTo>
                  <a:lnTo>
                    <a:pt x="9836" y="9836"/>
                  </a:lnTo>
                  <a:lnTo>
                    <a:pt x="13114" y="8197"/>
                  </a:lnTo>
                  <a:lnTo>
                    <a:pt x="16393" y="3279"/>
                  </a:lnTo>
                  <a:lnTo>
                    <a:pt x="16393" y="0"/>
                  </a:lnTo>
                  <a:lnTo>
                    <a:pt x="11475" y="1639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9" name="Freeform 2438">
              <a:extLst>
                <a:ext uri="{FF2B5EF4-FFF2-40B4-BE49-F238E27FC236}">
                  <a16:creationId xmlns:a16="http://schemas.microsoft.com/office/drawing/2014/main" id="{B7F084FC-A5D9-F742-B589-00312C078FF8}"/>
                </a:ext>
              </a:extLst>
            </p:cNvPr>
            <p:cNvSpPr/>
            <p:nvPr/>
          </p:nvSpPr>
          <p:spPr>
            <a:xfrm>
              <a:off x="10309095" y="4018176"/>
              <a:ext cx="1638" cy="3278"/>
            </a:xfrm>
            <a:custGeom>
              <a:avLst/>
              <a:gdLst>
                <a:gd name="connsiteX0" fmla="*/ 0 w 1638"/>
                <a:gd name="connsiteY0" fmla="*/ 3278 h 3278"/>
                <a:gd name="connsiteX1" fmla="*/ 1639 w 1638"/>
                <a:gd name="connsiteY1" fmla="*/ 3278 h 3278"/>
                <a:gd name="connsiteX2" fmla="*/ 0 w 163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0" y="3278"/>
                  </a:moveTo>
                  <a:lnTo>
                    <a:pt x="1639" y="3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0" name="Freeform 2439">
              <a:extLst>
                <a:ext uri="{FF2B5EF4-FFF2-40B4-BE49-F238E27FC236}">
                  <a16:creationId xmlns:a16="http://schemas.microsoft.com/office/drawing/2014/main" id="{10F63965-607D-9B40-B56A-BCC32E4FAE40}"/>
                </a:ext>
              </a:extLst>
            </p:cNvPr>
            <p:cNvSpPr/>
            <p:nvPr/>
          </p:nvSpPr>
          <p:spPr>
            <a:xfrm>
              <a:off x="10312374" y="4006700"/>
              <a:ext cx="18032" cy="26229"/>
            </a:xfrm>
            <a:custGeom>
              <a:avLst/>
              <a:gdLst>
                <a:gd name="connsiteX0" fmla="*/ 3279 w 18032"/>
                <a:gd name="connsiteY0" fmla="*/ 26229 h 26229"/>
                <a:gd name="connsiteX1" fmla="*/ 3279 w 18032"/>
                <a:gd name="connsiteY1" fmla="*/ 26229 h 26229"/>
                <a:gd name="connsiteX2" fmla="*/ 8197 w 18032"/>
                <a:gd name="connsiteY2" fmla="*/ 26229 h 26229"/>
                <a:gd name="connsiteX3" fmla="*/ 11476 w 18032"/>
                <a:gd name="connsiteY3" fmla="*/ 24590 h 26229"/>
                <a:gd name="connsiteX4" fmla="*/ 14753 w 18032"/>
                <a:gd name="connsiteY4" fmla="*/ 21312 h 26229"/>
                <a:gd name="connsiteX5" fmla="*/ 16393 w 18032"/>
                <a:gd name="connsiteY5" fmla="*/ 18033 h 26229"/>
                <a:gd name="connsiteX6" fmla="*/ 16393 w 18032"/>
                <a:gd name="connsiteY6" fmla="*/ 14754 h 26229"/>
                <a:gd name="connsiteX7" fmla="*/ 18032 w 18032"/>
                <a:gd name="connsiteY7" fmla="*/ 9836 h 26229"/>
                <a:gd name="connsiteX8" fmla="*/ 18032 w 18032"/>
                <a:gd name="connsiteY8" fmla="*/ 9836 h 26229"/>
                <a:gd name="connsiteX9" fmla="*/ 18032 w 18032"/>
                <a:gd name="connsiteY9" fmla="*/ 4918 h 26229"/>
                <a:gd name="connsiteX10" fmla="*/ 18032 w 18032"/>
                <a:gd name="connsiteY10" fmla="*/ 4918 h 26229"/>
                <a:gd name="connsiteX11" fmla="*/ 14753 w 18032"/>
                <a:gd name="connsiteY11" fmla="*/ 1639 h 26229"/>
                <a:gd name="connsiteX12" fmla="*/ 13114 w 18032"/>
                <a:gd name="connsiteY12" fmla="*/ 0 h 26229"/>
                <a:gd name="connsiteX13" fmla="*/ 11476 w 18032"/>
                <a:gd name="connsiteY13" fmla="*/ 3279 h 26229"/>
                <a:gd name="connsiteX14" fmla="*/ 8197 w 18032"/>
                <a:gd name="connsiteY14" fmla="*/ 3279 h 26229"/>
                <a:gd name="connsiteX15" fmla="*/ 3279 w 18032"/>
                <a:gd name="connsiteY15" fmla="*/ 8197 h 26229"/>
                <a:gd name="connsiteX16" fmla="*/ 3279 w 18032"/>
                <a:gd name="connsiteY16" fmla="*/ 11476 h 26229"/>
                <a:gd name="connsiteX17" fmla="*/ 0 w 18032"/>
                <a:gd name="connsiteY17" fmla="*/ 14754 h 26229"/>
                <a:gd name="connsiteX18" fmla="*/ 1639 w 18032"/>
                <a:gd name="connsiteY18" fmla="*/ 18033 h 26229"/>
                <a:gd name="connsiteX19" fmla="*/ 1639 w 18032"/>
                <a:gd name="connsiteY19" fmla="*/ 22951 h 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032" h="26229">
                  <a:moveTo>
                    <a:pt x="3279" y="26229"/>
                  </a:moveTo>
                  <a:lnTo>
                    <a:pt x="3279" y="26229"/>
                  </a:lnTo>
                  <a:lnTo>
                    <a:pt x="8197" y="26229"/>
                  </a:lnTo>
                  <a:lnTo>
                    <a:pt x="11476" y="24590"/>
                  </a:lnTo>
                  <a:lnTo>
                    <a:pt x="14753" y="21312"/>
                  </a:lnTo>
                  <a:lnTo>
                    <a:pt x="16393" y="18033"/>
                  </a:lnTo>
                  <a:lnTo>
                    <a:pt x="16393" y="14754"/>
                  </a:lnTo>
                  <a:lnTo>
                    <a:pt x="18032" y="9836"/>
                  </a:lnTo>
                  <a:lnTo>
                    <a:pt x="18032" y="9836"/>
                  </a:lnTo>
                  <a:lnTo>
                    <a:pt x="18032" y="4918"/>
                  </a:lnTo>
                  <a:lnTo>
                    <a:pt x="18032" y="4918"/>
                  </a:lnTo>
                  <a:lnTo>
                    <a:pt x="14753" y="1639"/>
                  </a:lnTo>
                  <a:lnTo>
                    <a:pt x="13114" y="0"/>
                  </a:lnTo>
                  <a:lnTo>
                    <a:pt x="11476" y="3279"/>
                  </a:lnTo>
                  <a:lnTo>
                    <a:pt x="8197" y="3279"/>
                  </a:lnTo>
                  <a:lnTo>
                    <a:pt x="3279" y="8197"/>
                  </a:lnTo>
                  <a:lnTo>
                    <a:pt x="3279" y="11476"/>
                  </a:lnTo>
                  <a:lnTo>
                    <a:pt x="0" y="14754"/>
                  </a:lnTo>
                  <a:lnTo>
                    <a:pt x="1639" y="18033"/>
                  </a:lnTo>
                  <a:lnTo>
                    <a:pt x="1639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1" name="Freeform 2440">
              <a:extLst>
                <a:ext uri="{FF2B5EF4-FFF2-40B4-BE49-F238E27FC236}">
                  <a16:creationId xmlns:a16="http://schemas.microsoft.com/office/drawing/2014/main" id="{3BC32A95-8731-4940-9D52-7C8B1B39F84C}"/>
                </a:ext>
              </a:extLst>
            </p:cNvPr>
            <p:cNvSpPr/>
            <p:nvPr/>
          </p:nvSpPr>
          <p:spPr>
            <a:xfrm>
              <a:off x="10315653" y="4434567"/>
              <a:ext cx="3277" cy="3278"/>
            </a:xfrm>
            <a:custGeom>
              <a:avLst/>
              <a:gdLst>
                <a:gd name="connsiteX0" fmla="*/ 3278 w 3277"/>
                <a:gd name="connsiteY0" fmla="*/ 0 h 3278"/>
                <a:gd name="connsiteX1" fmla="*/ 1639 w 3277"/>
                <a:gd name="connsiteY1" fmla="*/ 0 h 3278"/>
                <a:gd name="connsiteX2" fmla="*/ 0 w 3277"/>
                <a:gd name="connsiteY2" fmla="*/ 3279 h 3278"/>
                <a:gd name="connsiteX3" fmla="*/ 3278 w 327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7" h="3278">
                  <a:moveTo>
                    <a:pt x="3278" y="0"/>
                  </a:moveTo>
                  <a:lnTo>
                    <a:pt x="1639" y="0"/>
                  </a:lnTo>
                  <a:lnTo>
                    <a:pt x="0" y="3279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2" name="Freeform 2441">
              <a:extLst>
                <a:ext uri="{FF2B5EF4-FFF2-40B4-BE49-F238E27FC236}">
                  <a16:creationId xmlns:a16="http://schemas.microsoft.com/office/drawing/2014/main" id="{AF27055C-783B-9548-8396-06B4655D359C}"/>
                </a:ext>
              </a:extLst>
            </p:cNvPr>
            <p:cNvSpPr/>
            <p:nvPr/>
          </p:nvSpPr>
          <p:spPr>
            <a:xfrm>
              <a:off x="10318931" y="4277191"/>
              <a:ext cx="4918" cy="4918"/>
            </a:xfrm>
            <a:custGeom>
              <a:avLst/>
              <a:gdLst>
                <a:gd name="connsiteX0" fmla="*/ 0 w 4918"/>
                <a:gd name="connsiteY0" fmla="*/ 0 h 4918"/>
                <a:gd name="connsiteX1" fmla="*/ 0 w 4918"/>
                <a:gd name="connsiteY1" fmla="*/ 1639 h 4918"/>
                <a:gd name="connsiteX2" fmla="*/ 0 w 4918"/>
                <a:gd name="connsiteY2" fmla="*/ 4918 h 4918"/>
                <a:gd name="connsiteX3" fmla="*/ 4919 w 4918"/>
                <a:gd name="connsiteY3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4918">
                  <a:moveTo>
                    <a:pt x="0" y="0"/>
                  </a:moveTo>
                  <a:lnTo>
                    <a:pt x="0" y="1639"/>
                  </a:lnTo>
                  <a:lnTo>
                    <a:pt x="0" y="4918"/>
                  </a:lnTo>
                  <a:lnTo>
                    <a:pt x="491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3" name="Freeform 2442">
              <a:extLst>
                <a:ext uri="{FF2B5EF4-FFF2-40B4-BE49-F238E27FC236}">
                  <a16:creationId xmlns:a16="http://schemas.microsoft.com/office/drawing/2014/main" id="{4A47921A-B8EE-6746-B6DD-C6E7531ABCAF}"/>
                </a:ext>
              </a:extLst>
            </p:cNvPr>
            <p:cNvSpPr/>
            <p:nvPr/>
          </p:nvSpPr>
          <p:spPr>
            <a:xfrm>
              <a:off x="10323849" y="4483747"/>
              <a:ext cx="6556" cy="3278"/>
            </a:xfrm>
            <a:custGeom>
              <a:avLst/>
              <a:gdLst>
                <a:gd name="connsiteX0" fmla="*/ 0 w 6556"/>
                <a:gd name="connsiteY0" fmla="*/ 0 h 3278"/>
                <a:gd name="connsiteX1" fmla="*/ 1639 w 6556"/>
                <a:gd name="connsiteY1" fmla="*/ 3279 h 3278"/>
                <a:gd name="connsiteX2" fmla="*/ 6557 w 6556"/>
                <a:gd name="connsiteY2" fmla="*/ 3279 h 3278"/>
                <a:gd name="connsiteX3" fmla="*/ 4918 w 6556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6" h="3278">
                  <a:moveTo>
                    <a:pt x="0" y="0"/>
                  </a:moveTo>
                  <a:lnTo>
                    <a:pt x="1639" y="3279"/>
                  </a:lnTo>
                  <a:lnTo>
                    <a:pt x="6557" y="327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4" name="Freeform 2443">
              <a:extLst>
                <a:ext uri="{FF2B5EF4-FFF2-40B4-BE49-F238E27FC236}">
                  <a16:creationId xmlns:a16="http://schemas.microsoft.com/office/drawing/2014/main" id="{4D66927B-7DE6-FC45-91A6-95807864F606}"/>
                </a:ext>
              </a:extLst>
            </p:cNvPr>
            <p:cNvSpPr/>
            <p:nvPr/>
          </p:nvSpPr>
          <p:spPr>
            <a:xfrm>
              <a:off x="10323849" y="4275551"/>
              <a:ext cx="6556" cy="6557"/>
            </a:xfrm>
            <a:custGeom>
              <a:avLst/>
              <a:gdLst>
                <a:gd name="connsiteX0" fmla="*/ 1639 w 6556"/>
                <a:gd name="connsiteY0" fmla="*/ 0 h 6557"/>
                <a:gd name="connsiteX1" fmla="*/ 0 w 6556"/>
                <a:gd name="connsiteY1" fmla="*/ 3279 h 6557"/>
                <a:gd name="connsiteX2" fmla="*/ 3278 w 6556"/>
                <a:gd name="connsiteY2" fmla="*/ 6558 h 6557"/>
                <a:gd name="connsiteX3" fmla="*/ 6557 w 6556"/>
                <a:gd name="connsiteY3" fmla="*/ 6558 h 6557"/>
                <a:gd name="connsiteX4" fmla="*/ 4918 w 6556"/>
                <a:gd name="connsiteY4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6" h="6557">
                  <a:moveTo>
                    <a:pt x="1639" y="0"/>
                  </a:moveTo>
                  <a:lnTo>
                    <a:pt x="0" y="3279"/>
                  </a:lnTo>
                  <a:lnTo>
                    <a:pt x="3278" y="6558"/>
                  </a:lnTo>
                  <a:lnTo>
                    <a:pt x="6557" y="6558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5" name="Freeform 2444">
              <a:extLst>
                <a:ext uri="{FF2B5EF4-FFF2-40B4-BE49-F238E27FC236}">
                  <a16:creationId xmlns:a16="http://schemas.microsoft.com/office/drawing/2014/main" id="{BC4F3ADD-4730-2B42-91D0-7887A6F7DBED}"/>
                </a:ext>
              </a:extLst>
            </p:cNvPr>
            <p:cNvSpPr/>
            <p:nvPr/>
          </p:nvSpPr>
          <p:spPr>
            <a:xfrm>
              <a:off x="10353357" y="4467354"/>
              <a:ext cx="9835" cy="9836"/>
            </a:xfrm>
            <a:custGeom>
              <a:avLst/>
              <a:gdLst>
                <a:gd name="connsiteX0" fmla="*/ 1639 w 9835"/>
                <a:gd name="connsiteY0" fmla="*/ 0 h 9836"/>
                <a:gd name="connsiteX1" fmla="*/ 0 w 9835"/>
                <a:gd name="connsiteY1" fmla="*/ 3279 h 9836"/>
                <a:gd name="connsiteX2" fmla="*/ 0 w 9835"/>
                <a:gd name="connsiteY2" fmla="*/ 6557 h 9836"/>
                <a:gd name="connsiteX3" fmla="*/ 3279 w 9835"/>
                <a:gd name="connsiteY3" fmla="*/ 9836 h 9836"/>
                <a:gd name="connsiteX4" fmla="*/ 6557 w 9835"/>
                <a:gd name="connsiteY4" fmla="*/ 8197 h 9836"/>
                <a:gd name="connsiteX5" fmla="*/ 9836 w 9835"/>
                <a:gd name="connsiteY5" fmla="*/ 4918 h 9836"/>
                <a:gd name="connsiteX6" fmla="*/ 9836 w 9835"/>
                <a:gd name="connsiteY6" fmla="*/ 0 h 9836"/>
                <a:gd name="connsiteX7" fmla="*/ 4918 w 9835"/>
                <a:gd name="connsiteY7" fmla="*/ 0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5" h="9836">
                  <a:moveTo>
                    <a:pt x="1639" y="0"/>
                  </a:moveTo>
                  <a:lnTo>
                    <a:pt x="0" y="3279"/>
                  </a:lnTo>
                  <a:lnTo>
                    <a:pt x="0" y="6557"/>
                  </a:lnTo>
                  <a:lnTo>
                    <a:pt x="3279" y="9836"/>
                  </a:lnTo>
                  <a:lnTo>
                    <a:pt x="6557" y="8197"/>
                  </a:lnTo>
                  <a:lnTo>
                    <a:pt x="9836" y="4918"/>
                  </a:lnTo>
                  <a:lnTo>
                    <a:pt x="9836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6" name="Freeform 2445">
              <a:extLst>
                <a:ext uri="{FF2B5EF4-FFF2-40B4-BE49-F238E27FC236}">
                  <a16:creationId xmlns:a16="http://schemas.microsoft.com/office/drawing/2014/main" id="{1A8949F1-13AD-7842-AF94-2A1A8EDC4DAF}"/>
                </a:ext>
              </a:extLst>
            </p:cNvPr>
            <p:cNvSpPr/>
            <p:nvPr/>
          </p:nvSpPr>
          <p:spPr>
            <a:xfrm>
              <a:off x="10356636" y="4121454"/>
              <a:ext cx="9835" cy="8196"/>
            </a:xfrm>
            <a:custGeom>
              <a:avLst/>
              <a:gdLst>
                <a:gd name="connsiteX0" fmla="*/ 0 w 9835"/>
                <a:gd name="connsiteY0" fmla="*/ 0 h 8196"/>
                <a:gd name="connsiteX1" fmla="*/ 1639 w 9835"/>
                <a:gd name="connsiteY1" fmla="*/ 3279 h 8196"/>
                <a:gd name="connsiteX2" fmla="*/ 4918 w 9835"/>
                <a:gd name="connsiteY2" fmla="*/ 6557 h 8196"/>
                <a:gd name="connsiteX3" fmla="*/ 9836 w 9835"/>
                <a:gd name="connsiteY3" fmla="*/ 8197 h 8196"/>
                <a:gd name="connsiteX4" fmla="*/ 4918 w 9835"/>
                <a:gd name="connsiteY4" fmla="*/ 4918 h 8196"/>
                <a:gd name="connsiteX5" fmla="*/ 1639 w 9835"/>
                <a:gd name="connsiteY5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5" h="8196">
                  <a:moveTo>
                    <a:pt x="0" y="0"/>
                  </a:moveTo>
                  <a:lnTo>
                    <a:pt x="1639" y="3279"/>
                  </a:lnTo>
                  <a:lnTo>
                    <a:pt x="4918" y="6557"/>
                  </a:lnTo>
                  <a:lnTo>
                    <a:pt x="9836" y="8197"/>
                  </a:lnTo>
                  <a:lnTo>
                    <a:pt x="4918" y="4918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7" name="Freeform 2446">
              <a:extLst>
                <a:ext uri="{FF2B5EF4-FFF2-40B4-BE49-F238E27FC236}">
                  <a16:creationId xmlns:a16="http://schemas.microsoft.com/office/drawing/2014/main" id="{E7D10A0B-B914-774E-8455-B936A6832F42}"/>
                </a:ext>
              </a:extLst>
            </p:cNvPr>
            <p:cNvSpPr/>
            <p:nvPr/>
          </p:nvSpPr>
          <p:spPr>
            <a:xfrm>
              <a:off x="10373029" y="4196864"/>
              <a:ext cx="26228" cy="16393"/>
            </a:xfrm>
            <a:custGeom>
              <a:avLst/>
              <a:gdLst>
                <a:gd name="connsiteX0" fmla="*/ 8197 w 26228"/>
                <a:gd name="connsiteY0" fmla="*/ 14754 h 16393"/>
                <a:gd name="connsiteX1" fmla="*/ 13114 w 26228"/>
                <a:gd name="connsiteY1" fmla="*/ 14754 h 16393"/>
                <a:gd name="connsiteX2" fmla="*/ 16393 w 26228"/>
                <a:gd name="connsiteY2" fmla="*/ 16393 h 16393"/>
                <a:gd name="connsiteX3" fmla="*/ 19671 w 26228"/>
                <a:gd name="connsiteY3" fmla="*/ 14754 h 16393"/>
                <a:gd name="connsiteX4" fmla="*/ 22950 w 26228"/>
                <a:gd name="connsiteY4" fmla="*/ 14754 h 16393"/>
                <a:gd name="connsiteX5" fmla="*/ 22950 w 26228"/>
                <a:gd name="connsiteY5" fmla="*/ 9836 h 16393"/>
                <a:gd name="connsiteX6" fmla="*/ 26229 w 26228"/>
                <a:gd name="connsiteY6" fmla="*/ 6557 h 16393"/>
                <a:gd name="connsiteX7" fmla="*/ 24590 w 26228"/>
                <a:gd name="connsiteY7" fmla="*/ 3279 h 16393"/>
                <a:gd name="connsiteX8" fmla="*/ 22950 w 26228"/>
                <a:gd name="connsiteY8" fmla="*/ 0 h 16393"/>
                <a:gd name="connsiteX9" fmla="*/ 19671 w 26228"/>
                <a:gd name="connsiteY9" fmla="*/ 1639 h 16393"/>
                <a:gd name="connsiteX10" fmla="*/ 14753 w 26228"/>
                <a:gd name="connsiteY10" fmla="*/ 1639 h 16393"/>
                <a:gd name="connsiteX11" fmla="*/ 11475 w 26228"/>
                <a:gd name="connsiteY11" fmla="*/ 1639 h 16393"/>
                <a:gd name="connsiteX12" fmla="*/ 9836 w 26228"/>
                <a:gd name="connsiteY12" fmla="*/ 3279 h 16393"/>
                <a:gd name="connsiteX13" fmla="*/ 8197 w 26228"/>
                <a:gd name="connsiteY13" fmla="*/ 3279 h 16393"/>
                <a:gd name="connsiteX14" fmla="*/ 3278 w 26228"/>
                <a:gd name="connsiteY14" fmla="*/ 6557 h 16393"/>
                <a:gd name="connsiteX15" fmla="*/ 0 w 26228"/>
                <a:gd name="connsiteY15" fmla="*/ 6557 h 16393"/>
                <a:gd name="connsiteX16" fmla="*/ 1639 w 26228"/>
                <a:gd name="connsiteY16" fmla="*/ 11476 h 16393"/>
                <a:gd name="connsiteX17" fmla="*/ 4918 w 26228"/>
                <a:gd name="connsiteY17" fmla="*/ 13114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6228" h="16393">
                  <a:moveTo>
                    <a:pt x="8197" y="14754"/>
                  </a:moveTo>
                  <a:lnTo>
                    <a:pt x="13114" y="14754"/>
                  </a:lnTo>
                  <a:lnTo>
                    <a:pt x="16393" y="16393"/>
                  </a:lnTo>
                  <a:lnTo>
                    <a:pt x="19671" y="14754"/>
                  </a:lnTo>
                  <a:lnTo>
                    <a:pt x="22950" y="14754"/>
                  </a:lnTo>
                  <a:lnTo>
                    <a:pt x="22950" y="9836"/>
                  </a:lnTo>
                  <a:lnTo>
                    <a:pt x="26229" y="6557"/>
                  </a:lnTo>
                  <a:lnTo>
                    <a:pt x="24590" y="3279"/>
                  </a:lnTo>
                  <a:lnTo>
                    <a:pt x="22950" y="0"/>
                  </a:lnTo>
                  <a:lnTo>
                    <a:pt x="19671" y="1639"/>
                  </a:lnTo>
                  <a:lnTo>
                    <a:pt x="14753" y="1639"/>
                  </a:lnTo>
                  <a:lnTo>
                    <a:pt x="11475" y="1639"/>
                  </a:lnTo>
                  <a:lnTo>
                    <a:pt x="9836" y="3279"/>
                  </a:lnTo>
                  <a:lnTo>
                    <a:pt x="8197" y="3279"/>
                  </a:lnTo>
                  <a:lnTo>
                    <a:pt x="3278" y="6557"/>
                  </a:lnTo>
                  <a:lnTo>
                    <a:pt x="0" y="6557"/>
                  </a:lnTo>
                  <a:lnTo>
                    <a:pt x="1639" y="11476"/>
                  </a:lnTo>
                  <a:lnTo>
                    <a:pt x="4918" y="1311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8" name="Freeform 2447">
              <a:extLst>
                <a:ext uri="{FF2B5EF4-FFF2-40B4-BE49-F238E27FC236}">
                  <a16:creationId xmlns:a16="http://schemas.microsoft.com/office/drawing/2014/main" id="{D67631F4-0947-FC46-8B41-A58A8495EA15}"/>
                </a:ext>
              </a:extLst>
            </p:cNvPr>
            <p:cNvSpPr/>
            <p:nvPr/>
          </p:nvSpPr>
          <p:spPr>
            <a:xfrm>
              <a:off x="10373029" y="4172273"/>
              <a:ext cx="4917" cy="4917"/>
            </a:xfrm>
            <a:custGeom>
              <a:avLst/>
              <a:gdLst>
                <a:gd name="connsiteX0" fmla="*/ 4918 w 4917"/>
                <a:gd name="connsiteY0" fmla="*/ 0 h 4917"/>
                <a:gd name="connsiteX1" fmla="*/ 4918 w 4917"/>
                <a:gd name="connsiteY1" fmla="*/ 0 h 4917"/>
                <a:gd name="connsiteX2" fmla="*/ 0 w 4917"/>
                <a:gd name="connsiteY2" fmla="*/ 3279 h 4917"/>
                <a:gd name="connsiteX3" fmla="*/ 4918 w 4917"/>
                <a:gd name="connsiteY3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7">
                  <a:moveTo>
                    <a:pt x="4918" y="0"/>
                  </a:moveTo>
                  <a:lnTo>
                    <a:pt x="4918" y="0"/>
                  </a:lnTo>
                  <a:lnTo>
                    <a:pt x="0" y="3279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9" name="Freeform 2448">
              <a:extLst>
                <a:ext uri="{FF2B5EF4-FFF2-40B4-BE49-F238E27FC236}">
                  <a16:creationId xmlns:a16="http://schemas.microsoft.com/office/drawing/2014/main" id="{AB6F6A0C-3414-CF49-B889-60B9AA44B49C}"/>
                </a:ext>
              </a:extLst>
            </p:cNvPr>
            <p:cNvSpPr/>
            <p:nvPr/>
          </p:nvSpPr>
          <p:spPr>
            <a:xfrm>
              <a:off x="10386144" y="4121454"/>
              <a:ext cx="3278" cy="4918"/>
            </a:xfrm>
            <a:custGeom>
              <a:avLst/>
              <a:gdLst>
                <a:gd name="connsiteX0" fmla="*/ 0 w 3278"/>
                <a:gd name="connsiteY0" fmla="*/ 1639 h 4918"/>
                <a:gd name="connsiteX1" fmla="*/ 3279 w 3278"/>
                <a:gd name="connsiteY1" fmla="*/ 4918 h 4918"/>
                <a:gd name="connsiteX2" fmla="*/ 1639 w 3278"/>
                <a:gd name="connsiteY2" fmla="*/ 0 h 4918"/>
                <a:gd name="connsiteX3" fmla="*/ 1639 w 3278"/>
                <a:gd name="connsiteY3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0" y="1639"/>
                  </a:moveTo>
                  <a:lnTo>
                    <a:pt x="3279" y="4918"/>
                  </a:lnTo>
                  <a:lnTo>
                    <a:pt x="1639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0" name="Freeform 2449">
              <a:extLst>
                <a:ext uri="{FF2B5EF4-FFF2-40B4-BE49-F238E27FC236}">
                  <a16:creationId xmlns:a16="http://schemas.microsoft.com/office/drawing/2014/main" id="{8814D8D1-BA42-0240-AAB7-A3C03E25B290}"/>
                </a:ext>
              </a:extLst>
            </p:cNvPr>
            <p:cNvSpPr/>
            <p:nvPr/>
          </p:nvSpPr>
          <p:spPr>
            <a:xfrm>
              <a:off x="10394341" y="4123093"/>
              <a:ext cx="39343" cy="18032"/>
            </a:xfrm>
            <a:custGeom>
              <a:avLst/>
              <a:gdLst>
                <a:gd name="connsiteX0" fmla="*/ 16393 w 39343"/>
                <a:gd name="connsiteY0" fmla="*/ 18033 h 18032"/>
                <a:gd name="connsiteX1" fmla="*/ 19672 w 39343"/>
                <a:gd name="connsiteY1" fmla="*/ 18033 h 18032"/>
                <a:gd name="connsiteX2" fmla="*/ 22950 w 39343"/>
                <a:gd name="connsiteY2" fmla="*/ 18033 h 18032"/>
                <a:gd name="connsiteX3" fmla="*/ 24590 w 39343"/>
                <a:gd name="connsiteY3" fmla="*/ 16393 h 18032"/>
                <a:gd name="connsiteX4" fmla="*/ 21311 w 39343"/>
                <a:gd name="connsiteY4" fmla="*/ 11476 h 18032"/>
                <a:gd name="connsiteX5" fmla="*/ 18032 w 39343"/>
                <a:gd name="connsiteY5" fmla="*/ 11476 h 18032"/>
                <a:gd name="connsiteX6" fmla="*/ 16393 w 39343"/>
                <a:gd name="connsiteY6" fmla="*/ 8197 h 18032"/>
                <a:gd name="connsiteX7" fmla="*/ 13114 w 39343"/>
                <a:gd name="connsiteY7" fmla="*/ 4918 h 18032"/>
                <a:gd name="connsiteX8" fmla="*/ 16393 w 39343"/>
                <a:gd name="connsiteY8" fmla="*/ 4918 h 18032"/>
                <a:gd name="connsiteX9" fmla="*/ 19672 w 39343"/>
                <a:gd name="connsiteY9" fmla="*/ 8197 h 18032"/>
                <a:gd name="connsiteX10" fmla="*/ 22950 w 39343"/>
                <a:gd name="connsiteY10" fmla="*/ 11476 h 18032"/>
                <a:gd name="connsiteX11" fmla="*/ 24590 w 39343"/>
                <a:gd name="connsiteY11" fmla="*/ 14754 h 18032"/>
                <a:gd name="connsiteX12" fmla="*/ 26229 w 39343"/>
                <a:gd name="connsiteY12" fmla="*/ 14754 h 18032"/>
                <a:gd name="connsiteX13" fmla="*/ 26229 w 39343"/>
                <a:gd name="connsiteY13" fmla="*/ 14754 h 18032"/>
                <a:gd name="connsiteX14" fmla="*/ 27869 w 39343"/>
                <a:gd name="connsiteY14" fmla="*/ 14754 h 18032"/>
                <a:gd name="connsiteX15" fmla="*/ 29508 w 39343"/>
                <a:gd name="connsiteY15" fmla="*/ 14754 h 18032"/>
                <a:gd name="connsiteX16" fmla="*/ 31147 w 39343"/>
                <a:gd name="connsiteY16" fmla="*/ 13114 h 18032"/>
                <a:gd name="connsiteX17" fmla="*/ 34426 w 39343"/>
                <a:gd name="connsiteY17" fmla="*/ 14754 h 18032"/>
                <a:gd name="connsiteX18" fmla="*/ 39343 w 39343"/>
                <a:gd name="connsiteY18" fmla="*/ 13114 h 18032"/>
                <a:gd name="connsiteX19" fmla="*/ 39343 w 39343"/>
                <a:gd name="connsiteY19" fmla="*/ 9836 h 18032"/>
                <a:gd name="connsiteX20" fmla="*/ 39343 w 39343"/>
                <a:gd name="connsiteY20" fmla="*/ 6557 h 18032"/>
                <a:gd name="connsiteX21" fmla="*/ 34426 w 39343"/>
                <a:gd name="connsiteY21" fmla="*/ 4918 h 18032"/>
                <a:gd name="connsiteX22" fmla="*/ 31147 w 39343"/>
                <a:gd name="connsiteY22" fmla="*/ 3279 h 18032"/>
                <a:gd name="connsiteX23" fmla="*/ 27869 w 39343"/>
                <a:gd name="connsiteY23" fmla="*/ 1639 h 18032"/>
                <a:gd name="connsiteX24" fmla="*/ 22950 w 39343"/>
                <a:gd name="connsiteY24" fmla="*/ 0 h 18032"/>
                <a:gd name="connsiteX25" fmla="*/ 19672 w 39343"/>
                <a:gd name="connsiteY25" fmla="*/ 0 h 18032"/>
                <a:gd name="connsiteX26" fmla="*/ 16393 w 39343"/>
                <a:gd name="connsiteY26" fmla="*/ 1639 h 18032"/>
                <a:gd name="connsiteX27" fmla="*/ 13114 w 39343"/>
                <a:gd name="connsiteY27" fmla="*/ 1639 h 18032"/>
                <a:gd name="connsiteX28" fmla="*/ 9836 w 39343"/>
                <a:gd name="connsiteY28" fmla="*/ 1639 h 18032"/>
                <a:gd name="connsiteX29" fmla="*/ 4918 w 39343"/>
                <a:gd name="connsiteY29" fmla="*/ 3279 h 18032"/>
                <a:gd name="connsiteX30" fmla="*/ 1639 w 39343"/>
                <a:gd name="connsiteY30" fmla="*/ 3279 h 18032"/>
                <a:gd name="connsiteX31" fmla="*/ 0 w 39343"/>
                <a:gd name="connsiteY31" fmla="*/ 6557 h 18032"/>
                <a:gd name="connsiteX32" fmla="*/ 4918 w 39343"/>
                <a:gd name="connsiteY32" fmla="*/ 4918 h 18032"/>
                <a:gd name="connsiteX33" fmla="*/ 3279 w 39343"/>
                <a:gd name="connsiteY33" fmla="*/ 8197 h 18032"/>
                <a:gd name="connsiteX34" fmla="*/ 0 w 39343"/>
                <a:gd name="connsiteY34" fmla="*/ 8197 h 18032"/>
                <a:gd name="connsiteX35" fmla="*/ 3279 w 39343"/>
                <a:gd name="connsiteY35" fmla="*/ 11476 h 18032"/>
                <a:gd name="connsiteX36" fmla="*/ 6557 w 39343"/>
                <a:gd name="connsiteY36" fmla="*/ 11476 h 18032"/>
                <a:gd name="connsiteX37" fmla="*/ 9836 w 39343"/>
                <a:gd name="connsiteY37" fmla="*/ 14754 h 18032"/>
                <a:gd name="connsiteX38" fmla="*/ 9836 w 39343"/>
                <a:gd name="connsiteY38" fmla="*/ 18033 h 18032"/>
                <a:gd name="connsiteX39" fmla="*/ 11476 w 39343"/>
                <a:gd name="connsiteY39" fmla="*/ 14754 h 18032"/>
                <a:gd name="connsiteX40" fmla="*/ 14753 w 39343"/>
                <a:gd name="connsiteY40" fmla="*/ 13114 h 18032"/>
                <a:gd name="connsiteX41" fmla="*/ 14753 w 39343"/>
                <a:gd name="connsiteY41" fmla="*/ 16393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9343" h="18032">
                  <a:moveTo>
                    <a:pt x="16393" y="18033"/>
                  </a:moveTo>
                  <a:lnTo>
                    <a:pt x="19672" y="18033"/>
                  </a:lnTo>
                  <a:lnTo>
                    <a:pt x="22950" y="18033"/>
                  </a:lnTo>
                  <a:lnTo>
                    <a:pt x="24590" y="16393"/>
                  </a:lnTo>
                  <a:lnTo>
                    <a:pt x="21311" y="11476"/>
                  </a:lnTo>
                  <a:lnTo>
                    <a:pt x="18032" y="11476"/>
                  </a:lnTo>
                  <a:lnTo>
                    <a:pt x="16393" y="8197"/>
                  </a:lnTo>
                  <a:lnTo>
                    <a:pt x="13114" y="4918"/>
                  </a:lnTo>
                  <a:lnTo>
                    <a:pt x="16393" y="4918"/>
                  </a:lnTo>
                  <a:lnTo>
                    <a:pt x="19672" y="8197"/>
                  </a:lnTo>
                  <a:lnTo>
                    <a:pt x="22950" y="11476"/>
                  </a:lnTo>
                  <a:lnTo>
                    <a:pt x="24590" y="14754"/>
                  </a:lnTo>
                  <a:lnTo>
                    <a:pt x="26229" y="14754"/>
                  </a:lnTo>
                  <a:lnTo>
                    <a:pt x="26229" y="14754"/>
                  </a:lnTo>
                  <a:lnTo>
                    <a:pt x="27869" y="14754"/>
                  </a:lnTo>
                  <a:lnTo>
                    <a:pt x="29508" y="14754"/>
                  </a:lnTo>
                  <a:lnTo>
                    <a:pt x="31147" y="13114"/>
                  </a:lnTo>
                  <a:lnTo>
                    <a:pt x="34426" y="14754"/>
                  </a:lnTo>
                  <a:lnTo>
                    <a:pt x="39343" y="13114"/>
                  </a:lnTo>
                  <a:lnTo>
                    <a:pt x="39343" y="9836"/>
                  </a:lnTo>
                  <a:lnTo>
                    <a:pt x="39343" y="6557"/>
                  </a:lnTo>
                  <a:lnTo>
                    <a:pt x="34426" y="4918"/>
                  </a:lnTo>
                  <a:lnTo>
                    <a:pt x="31147" y="3279"/>
                  </a:lnTo>
                  <a:lnTo>
                    <a:pt x="27869" y="1639"/>
                  </a:lnTo>
                  <a:lnTo>
                    <a:pt x="22950" y="0"/>
                  </a:lnTo>
                  <a:lnTo>
                    <a:pt x="19672" y="0"/>
                  </a:lnTo>
                  <a:lnTo>
                    <a:pt x="16393" y="1639"/>
                  </a:lnTo>
                  <a:lnTo>
                    <a:pt x="13114" y="1639"/>
                  </a:lnTo>
                  <a:lnTo>
                    <a:pt x="9836" y="1639"/>
                  </a:lnTo>
                  <a:lnTo>
                    <a:pt x="4918" y="3279"/>
                  </a:lnTo>
                  <a:lnTo>
                    <a:pt x="1639" y="3279"/>
                  </a:lnTo>
                  <a:lnTo>
                    <a:pt x="0" y="6557"/>
                  </a:lnTo>
                  <a:lnTo>
                    <a:pt x="4918" y="4918"/>
                  </a:lnTo>
                  <a:lnTo>
                    <a:pt x="3279" y="8197"/>
                  </a:lnTo>
                  <a:lnTo>
                    <a:pt x="0" y="8197"/>
                  </a:lnTo>
                  <a:lnTo>
                    <a:pt x="3279" y="11476"/>
                  </a:lnTo>
                  <a:lnTo>
                    <a:pt x="6557" y="11476"/>
                  </a:lnTo>
                  <a:lnTo>
                    <a:pt x="9836" y="14754"/>
                  </a:lnTo>
                  <a:lnTo>
                    <a:pt x="9836" y="18033"/>
                  </a:lnTo>
                  <a:lnTo>
                    <a:pt x="11476" y="14754"/>
                  </a:lnTo>
                  <a:lnTo>
                    <a:pt x="14753" y="13114"/>
                  </a:lnTo>
                  <a:lnTo>
                    <a:pt x="14753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1" name="Freeform 2450">
              <a:extLst>
                <a:ext uri="{FF2B5EF4-FFF2-40B4-BE49-F238E27FC236}">
                  <a16:creationId xmlns:a16="http://schemas.microsoft.com/office/drawing/2014/main" id="{7AA58D2F-83E4-2442-8C27-724BB76D0634}"/>
                </a:ext>
              </a:extLst>
            </p:cNvPr>
            <p:cNvSpPr/>
            <p:nvPr/>
          </p:nvSpPr>
          <p:spPr>
            <a:xfrm>
              <a:off x="10397619" y="4480469"/>
              <a:ext cx="16393" cy="9836"/>
            </a:xfrm>
            <a:custGeom>
              <a:avLst/>
              <a:gdLst>
                <a:gd name="connsiteX0" fmla="*/ 0 w 16393"/>
                <a:gd name="connsiteY0" fmla="*/ 9836 h 9836"/>
                <a:gd name="connsiteX1" fmla="*/ 3278 w 16393"/>
                <a:gd name="connsiteY1" fmla="*/ 8197 h 9836"/>
                <a:gd name="connsiteX2" fmla="*/ 6557 w 16393"/>
                <a:gd name="connsiteY2" fmla="*/ 4918 h 9836"/>
                <a:gd name="connsiteX3" fmla="*/ 11475 w 16393"/>
                <a:gd name="connsiteY3" fmla="*/ 3279 h 9836"/>
                <a:gd name="connsiteX4" fmla="*/ 11475 w 16393"/>
                <a:gd name="connsiteY4" fmla="*/ 3279 h 9836"/>
                <a:gd name="connsiteX5" fmla="*/ 13114 w 16393"/>
                <a:gd name="connsiteY5" fmla="*/ 3279 h 9836"/>
                <a:gd name="connsiteX6" fmla="*/ 16393 w 16393"/>
                <a:gd name="connsiteY6" fmla="*/ 0 h 9836"/>
                <a:gd name="connsiteX7" fmla="*/ 13114 w 16393"/>
                <a:gd name="connsiteY7" fmla="*/ 1639 h 9836"/>
                <a:gd name="connsiteX8" fmla="*/ 8197 w 16393"/>
                <a:gd name="connsiteY8" fmla="*/ 0 h 9836"/>
                <a:gd name="connsiteX9" fmla="*/ 4918 w 16393"/>
                <a:gd name="connsiteY9" fmla="*/ 4918 h 9836"/>
                <a:gd name="connsiteX10" fmla="*/ 1639 w 16393"/>
                <a:gd name="connsiteY10" fmla="*/ 6558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93" h="9836">
                  <a:moveTo>
                    <a:pt x="0" y="9836"/>
                  </a:moveTo>
                  <a:lnTo>
                    <a:pt x="3278" y="8197"/>
                  </a:lnTo>
                  <a:lnTo>
                    <a:pt x="6557" y="4918"/>
                  </a:lnTo>
                  <a:lnTo>
                    <a:pt x="11475" y="3279"/>
                  </a:lnTo>
                  <a:lnTo>
                    <a:pt x="11475" y="3279"/>
                  </a:lnTo>
                  <a:lnTo>
                    <a:pt x="13114" y="3279"/>
                  </a:lnTo>
                  <a:lnTo>
                    <a:pt x="16393" y="0"/>
                  </a:lnTo>
                  <a:lnTo>
                    <a:pt x="13114" y="1639"/>
                  </a:lnTo>
                  <a:lnTo>
                    <a:pt x="8197" y="0"/>
                  </a:lnTo>
                  <a:lnTo>
                    <a:pt x="4918" y="4918"/>
                  </a:lnTo>
                  <a:lnTo>
                    <a:pt x="1639" y="655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2" name="Freeform 2451">
              <a:extLst>
                <a:ext uri="{FF2B5EF4-FFF2-40B4-BE49-F238E27FC236}">
                  <a16:creationId xmlns:a16="http://schemas.microsoft.com/office/drawing/2014/main" id="{FD96A1AE-440A-3442-B4FE-5FB6977FF446}"/>
                </a:ext>
              </a:extLst>
            </p:cNvPr>
            <p:cNvSpPr/>
            <p:nvPr/>
          </p:nvSpPr>
          <p:spPr>
            <a:xfrm>
              <a:off x="10399258" y="4155880"/>
              <a:ext cx="16393" cy="6557"/>
            </a:xfrm>
            <a:custGeom>
              <a:avLst/>
              <a:gdLst>
                <a:gd name="connsiteX0" fmla="*/ 0 w 16393"/>
                <a:gd name="connsiteY0" fmla="*/ 3279 h 6557"/>
                <a:gd name="connsiteX1" fmla="*/ 0 w 16393"/>
                <a:gd name="connsiteY1" fmla="*/ 3279 h 6557"/>
                <a:gd name="connsiteX2" fmla="*/ 1639 w 16393"/>
                <a:gd name="connsiteY2" fmla="*/ 6557 h 6557"/>
                <a:gd name="connsiteX3" fmla="*/ 4918 w 16393"/>
                <a:gd name="connsiteY3" fmla="*/ 6557 h 6557"/>
                <a:gd name="connsiteX4" fmla="*/ 8197 w 16393"/>
                <a:gd name="connsiteY4" fmla="*/ 6557 h 6557"/>
                <a:gd name="connsiteX5" fmla="*/ 13114 w 16393"/>
                <a:gd name="connsiteY5" fmla="*/ 4918 h 6557"/>
                <a:gd name="connsiteX6" fmla="*/ 16393 w 16393"/>
                <a:gd name="connsiteY6" fmla="*/ 4918 h 6557"/>
                <a:gd name="connsiteX7" fmla="*/ 16393 w 16393"/>
                <a:gd name="connsiteY7" fmla="*/ 0 h 6557"/>
                <a:gd name="connsiteX8" fmla="*/ 13114 w 16393"/>
                <a:gd name="connsiteY8" fmla="*/ 3279 h 6557"/>
                <a:gd name="connsiteX9" fmla="*/ 9836 w 16393"/>
                <a:gd name="connsiteY9" fmla="*/ 3279 h 6557"/>
                <a:gd name="connsiteX10" fmla="*/ 4918 w 16393"/>
                <a:gd name="connsiteY10" fmla="*/ 1639 h 6557"/>
                <a:gd name="connsiteX11" fmla="*/ 4918 w 16393"/>
                <a:gd name="connsiteY11" fmla="*/ 1639 h 6557"/>
                <a:gd name="connsiteX12" fmla="*/ 4918 w 16393"/>
                <a:gd name="connsiteY12" fmla="*/ 1639 h 6557"/>
                <a:gd name="connsiteX13" fmla="*/ 3279 w 16393"/>
                <a:gd name="connsiteY13" fmla="*/ 1639 h 6557"/>
                <a:gd name="connsiteX14" fmla="*/ 3279 w 16393"/>
                <a:gd name="connsiteY14" fmla="*/ 3279 h 6557"/>
                <a:gd name="connsiteX15" fmla="*/ 1639 w 16393"/>
                <a:gd name="connsiteY15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393" h="6557">
                  <a:moveTo>
                    <a:pt x="0" y="3279"/>
                  </a:moveTo>
                  <a:lnTo>
                    <a:pt x="0" y="3279"/>
                  </a:lnTo>
                  <a:lnTo>
                    <a:pt x="1639" y="6557"/>
                  </a:lnTo>
                  <a:lnTo>
                    <a:pt x="4918" y="6557"/>
                  </a:lnTo>
                  <a:lnTo>
                    <a:pt x="8197" y="6557"/>
                  </a:lnTo>
                  <a:lnTo>
                    <a:pt x="13114" y="4918"/>
                  </a:lnTo>
                  <a:lnTo>
                    <a:pt x="16393" y="4918"/>
                  </a:lnTo>
                  <a:lnTo>
                    <a:pt x="16393" y="0"/>
                  </a:lnTo>
                  <a:lnTo>
                    <a:pt x="13114" y="3279"/>
                  </a:lnTo>
                  <a:lnTo>
                    <a:pt x="9836" y="3279"/>
                  </a:lnTo>
                  <a:lnTo>
                    <a:pt x="4918" y="1639"/>
                  </a:lnTo>
                  <a:lnTo>
                    <a:pt x="4918" y="1639"/>
                  </a:lnTo>
                  <a:lnTo>
                    <a:pt x="4918" y="1639"/>
                  </a:lnTo>
                  <a:lnTo>
                    <a:pt x="3279" y="1639"/>
                  </a:lnTo>
                  <a:lnTo>
                    <a:pt x="3279" y="3279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3" name="Freeform 2452">
              <a:extLst>
                <a:ext uri="{FF2B5EF4-FFF2-40B4-BE49-F238E27FC236}">
                  <a16:creationId xmlns:a16="http://schemas.microsoft.com/office/drawing/2014/main" id="{1E81C5E1-481D-3746-9FE6-5D2F43004905}"/>
                </a:ext>
              </a:extLst>
            </p:cNvPr>
            <p:cNvSpPr/>
            <p:nvPr/>
          </p:nvSpPr>
          <p:spPr>
            <a:xfrm>
              <a:off x="10402537" y="4141126"/>
              <a:ext cx="6556" cy="4917"/>
            </a:xfrm>
            <a:custGeom>
              <a:avLst/>
              <a:gdLst>
                <a:gd name="connsiteX0" fmla="*/ 4918 w 6556"/>
                <a:gd name="connsiteY0" fmla="*/ 0 h 4917"/>
                <a:gd name="connsiteX1" fmla="*/ 3279 w 6556"/>
                <a:gd name="connsiteY1" fmla="*/ 0 h 4917"/>
                <a:gd name="connsiteX2" fmla="*/ 0 w 6556"/>
                <a:gd name="connsiteY2" fmla="*/ 4918 h 4917"/>
                <a:gd name="connsiteX3" fmla="*/ 3279 w 6556"/>
                <a:gd name="connsiteY3" fmla="*/ 4918 h 4917"/>
                <a:gd name="connsiteX4" fmla="*/ 6557 w 6556"/>
                <a:gd name="connsiteY4" fmla="*/ 1639 h 4917"/>
                <a:gd name="connsiteX5" fmla="*/ 6557 w 6556"/>
                <a:gd name="connsiteY5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6" h="4917">
                  <a:moveTo>
                    <a:pt x="4918" y="0"/>
                  </a:moveTo>
                  <a:lnTo>
                    <a:pt x="3279" y="0"/>
                  </a:lnTo>
                  <a:lnTo>
                    <a:pt x="0" y="4918"/>
                  </a:lnTo>
                  <a:lnTo>
                    <a:pt x="3279" y="4918"/>
                  </a:lnTo>
                  <a:lnTo>
                    <a:pt x="6557" y="1639"/>
                  </a:lnTo>
                  <a:lnTo>
                    <a:pt x="65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4" name="Freeform 2453">
              <a:extLst>
                <a:ext uri="{FF2B5EF4-FFF2-40B4-BE49-F238E27FC236}">
                  <a16:creationId xmlns:a16="http://schemas.microsoft.com/office/drawing/2014/main" id="{EEE67F6F-1E8C-9D4E-BBE2-B61C78A9A8A6}"/>
                </a:ext>
              </a:extLst>
            </p:cNvPr>
            <p:cNvSpPr/>
            <p:nvPr/>
          </p:nvSpPr>
          <p:spPr>
            <a:xfrm>
              <a:off x="10404176" y="4452600"/>
              <a:ext cx="3278" cy="3278"/>
            </a:xfrm>
            <a:custGeom>
              <a:avLst/>
              <a:gdLst>
                <a:gd name="connsiteX0" fmla="*/ 0 w 3278"/>
                <a:gd name="connsiteY0" fmla="*/ 0 h 3278"/>
                <a:gd name="connsiteX1" fmla="*/ 0 w 3278"/>
                <a:gd name="connsiteY1" fmla="*/ 3278 h 3278"/>
                <a:gd name="connsiteX2" fmla="*/ 3279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0"/>
                  </a:moveTo>
                  <a:lnTo>
                    <a:pt x="0" y="3278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5" name="Freeform 2454">
              <a:extLst>
                <a:ext uri="{FF2B5EF4-FFF2-40B4-BE49-F238E27FC236}">
                  <a16:creationId xmlns:a16="http://schemas.microsoft.com/office/drawing/2014/main" id="{3C25096F-3DB8-6344-AE6C-78866A73DF44}"/>
                </a:ext>
              </a:extLst>
            </p:cNvPr>
            <p:cNvSpPr/>
            <p:nvPr/>
          </p:nvSpPr>
          <p:spPr>
            <a:xfrm>
              <a:off x="10407455" y="4162437"/>
              <a:ext cx="16393" cy="19672"/>
            </a:xfrm>
            <a:custGeom>
              <a:avLst/>
              <a:gdLst>
                <a:gd name="connsiteX0" fmla="*/ 9836 w 16393"/>
                <a:gd name="connsiteY0" fmla="*/ 0 h 19672"/>
                <a:gd name="connsiteX1" fmla="*/ 8197 w 16393"/>
                <a:gd name="connsiteY1" fmla="*/ 0 h 19672"/>
                <a:gd name="connsiteX2" fmla="*/ 4918 w 16393"/>
                <a:gd name="connsiteY2" fmla="*/ 1639 h 19672"/>
                <a:gd name="connsiteX3" fmla="*/ 0 w 16393"/>
                <a:gd name="connsiteY3" fmla="*/ 3279 h 19672"/>
                <a:gd name="connsiteX4" fmla="*/ 3279 w 16393"/>
                <a:gd name="connsiteY4" fmla="*/ 8197 h 19672"/>
                <a:gd name="connsiteX5" fmla="*/ 3279 w 16393"/>
                <a:gd name="connsiteY5" fmla="*/ 11476 h 19672"/>
                <a:gd name="connsiteX6" fmla="*/ 4918 w 16393"/>
                <a:gd name="connsiteY6" fmla="*/ 14754 h 19672"/>
                <a:gd name="connsiteX7" fmla="*/ 8197 w 16393"/>
                <a:gd name="connsiteY7" fmla="*/ 18033 h 19672"/>
                <a:gd name="connsiteX8" fmla="*/ 13114 w 16393"/>
                <a:gd name="connsiteY8" fmla="*/ 19672 h 19672"/>
                <a:gd name="connsiteX9" fmla="*/ 14754 w 16393"/>
                <a:gd name="connsiteY9" fmla="*/ 16393 h 19672"/>
                <a:gd name="connsiteX10" fmla="*/ 14754 w 16393"/>
                <a:gd name="connsiteY10" fmla="*/ 11476 h 19672"/>
                <a:gd name="connsiteX11" fmla="*/ 16393 w 16393"/>
                <a:gd name="connsiteY11" fmla="*/ 8197 h 19672"/>
                <a:gd name="connsiteX12" fmla="*/ 16393 w 16393"/>
                <a:gd name="connsiteY12" fmla="*/ 4918 h 19672"/>
                <a:gd name="connsiteX13" fmla="*/ 13114 w 16393"/>
                <a:gd name="connsiteY13" fmla="*/ 0 h 19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393" h="19672">
                  <a:moveTo>
                    <a:pt x="9836" y="0"/>
                  </a:moveTo>
                  <a:lnTo>
                    <a:pt x="8197" y="0"/>
                  </a:lnTo>
                  <a:lnTo>
                    <a:pt x="4918" y="1639"/>
                  </a:lnTo>
                  <a:lnTo>
                    <a:pt x="0" y="3279"/>
                  </a:lnTo>
                  <a:lnTo>
                    <a:pt x="3279" y="8197"/>
                  </a:lnTo>
                  <a:lnTo>
                    <a:pt x="3279" y="11476"/>
                  </a:lnTo>
                  <a:lnTo>
                    <a:pt x="4918" y="14754"/>
                  </a:lnTo>
                  <a:lnTo>
                    <a:pt x="8197" y="18033"/>
                  </a:lnTo>
                  <a:lnTo>
                    <a:pt x="13114" y="19672"/>
                  </a:lnTo>
                  <a:lnTo>
                    <a:pt x="14754" y="16393"/>
                  </a:lnTo>
                  <a:lnTo>
                    <a:pt x="14754" y="11476"/>
                  </a:lnTo>
                  <a:lnTo>
                    <a:pt x="16393" y="8197"/>
                  </a:lnTo>
                  <a:lnTo>
                    <a:pt x="16393" y="4918"/>
                  </a:lnTo>
                  <a:lnTo>
                    <a:pt x="13114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6" name="Freeform 2455">
              <a:extLst>
                <a:ext uri="{FF2B5EF4-FFF2-40B4-BE49-F238E27FC236}">
                  <a16:creationId xmlns:a16="http://schemas.microsoft.com/office/drawing/2014/main" id="{4ADF657F-4D9B-4343-B426-DFEC36B6CAAE}"/>
                </a:ext>
              </a:extLst>
            </p:cNvPr>
            <p:cNvSpPr/>
            <p:nvPr/>
          </p:nvSpPr>
          <p:spPr>
            <a:xfrm>
              <a:off x="10409094" y="4449321"/>
              <a:ext cx="4918" cy="3278"/>
            </a:xfrm>
            <a:custGeom>
              <a:avLst/>
              <a:gdLst>
                <a:gd name="connsiteX0" fmla="*/ 1640 w 4918"/>
                <a:gd name="connsiteY0" fmla="*/ 0 h 3278"/>
                <a:gd name="connsiteX1" fmla="*/ 0 w 4918"/>
                <a:gd name="connsiteY1" fmla="*/ 3279 h 3278"/>
                <a:gd name="connsiteX2" fmla="*/ 3279 w 4918"/>
                <a:gd name="connsiteY2" fmla="*/ 3279 h 3278"/>
                <a:gd name="connsiteX3" fmla="*/ 4919 w 491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3278">
                  <a:moveTo>
                    <a:pt x="1640" y="0"/>
                  </a:moveTo>
                  <a:lnTo>
                    <a:pt x="0" y="3279"/>
                  </a:lnTo>
                  <a:lnTo>
                    <a:pt x="3279" y="3279"/>
                  </a:lnTo>
                  <a:lnTo>
                    <a:pt x="491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7" name="Freeform 2456">
              <a:extLst>
                <a:ext uri="{FF2B5EF4-FFF2-40B4-BE49-F238E27FC236}">
                  <a16:creationId xmlns:a16="http://schemas.microsoft.com/office/drawing/2014/main" id="{CA7AA55E-0BA1-4E46-AB0E-D93182E5E99F}"/>
                </a:ext>
              </a:extLst>
            </p:cNvPr>
            <p:cNvSpPr/>
            <p:nvPr/>
          </p:nvSpPr>
          <p:spPr>
            <a:xfrm>
              <a:off x="10410734" y="4436207"/>
              <a:ext cx="26228" cy="40983"/>
            </a:xfrm>
            <a:custGeom>
              <a:avLst/>
              <a:gdLst>
                <a:gd name="connsiteX0" fmla="*/ 22950 w 26228"/>
                <a:gd name="connsiteY0" fmla="*/ 0 h 40983"/>
                <a:gd name="connsiteX1" fmla="*/ 19672 w 26228"/>
                <a:gd name="connsiteY1" fmla="*/ 1639 h 40983"/>
                <a:gd name="connsiteX2" fmla="*/ 19672 w 26228"/>
                <a:gd name="connsiteY2" fmla="*/ 4918 h 40983"/>
                <a:gd name="connsiteX3" fmla="*/ 14753 w 26228"/>
                <a:gd name="connsiteY3" fmla="*/ 8197 h 40983"/>
                <a:gd name="connsiteX4" fmla="*/ 13114 w 26228"/>
                <a:gd name="connsiteY4" fmla="*/ 13114 h 40983"/>
                <a:gd name="connsiteX5" fmla="*/ 8197 w 26228"/>
                <a:gd name="connsiteY5" fmla="*/ 14754 h 40983"/>
                <a:gd name="connsiteX6" fmla="*/ 6557 w 26228"/>
                <a:gd name="connsiteY6" fmla="*/ 19672 h 40983"/>
                <a:gd name="connsiteX7" fmla="*/ 4918 w 26228"/>
                <a:gd name="connsiteY7" fmla="*/ 22951 h 40983"/>
                <a:gd name="connsiteX8" fmla="*/ 6557 w 26228"/>
                <a:gd name="connsiteY8" fmla="*/ 26229 h 40983"/>
                <a:gd name="connsiteX9" fmla="*/ 3279 w 26228"/>
                <a:gd name="connsiteY9" fmla="*/ 26229 h 40983"/>
                <a:gd name="connsiteX10" fmla="*/ 1639 w 26228"/>
                <a:gd name="connsiteY10" fmla="*/ 29508 h 40983"/>
                <a:gd name="connsiteX11" fmla="*/ 0 w 26228"/>
                <a:gd name="connsiteY11" fmla="*/ 32787 h 40983"/>
                <a:gd name="connsiteX12" fmla="*/ 1639 w 26228"/>
                <a:gd name="connsiteY12" fmla="*/ 37705 h 40983"/>
                <a:gd name="connsiteX13" fmla="*/ 4918 w 26228"/>
                <a:gd name="connsiteY13" fmla="*/ 39344 h 40983"/>
                <a:gd name="connsiteX14" fmla="*/ 8197 w 26228"/>
                <a:gd name="connsiteY14" fmla="*/ 40983 h 40983"/>
                <a:gd name="connsiteX15" fmla="*/ 9836 w 26228"/>
                <a:gd name="connsiteY15" fmla="*/ 36065 h 40983"/>
                <a:gd name="connsiteX16" fmla="*/ 11476 w 26228"/>
                <a:gd name="connsiteY16" fmla="*/ 32787 h 40983"/>
                <a:gd name="connsiteX17" fmla="*/ 14753 w 26228"/>
                <a:gd name="connsiteY17" fmla="*/ 29508 h 40983"/>
                <a:gd name="connsiteX18" fmla="*/ 18032 w 26228"/>
                <a:gd name="connsiteY18" fmla="*/ 26229 h 40983"/>
                <a:gd name="connsiteX19" fmla="*/ 21311 w 26228"/>
                <a:gd name="connsiteY19" fmla="*/ 22951 h 40983"/>
                <a:gd name="connsiteX20" fmla="*/ 22950 w 26228"/>
                <a:gd name="connsiteY20" fmla="*/ 18033 h 40983"/>
                <a:gd name="connsiteX21" fmla="*/ 24590 w 26228"/>
                <a:gd name="connsiteY21" fmla="*/ 14754 h 40983"/>
                <a:gd name="connsiteX22" fmla="*/ 24590 w 26228"/>
                <a:gd name="connsiteY22" fmla="*/ 11475 h 40983"/>
                <a:gd name="connsiteX23" fmla="*/ 22950 w 26228"/>
                <a:gd name="connsiteY23" fmla="*/ 6557 h 40983"/>
                <a:gd name="connsiteX24" fmla="*/ 26229 w 26228"/>
                <a:gd name="connsiteY24" fmla="*/ 4918 h 40983"/>
                <a:gd name="connsiteX25" fmla="*/ 24590 w 26228"/>
                <a:gd name="connsiteY25" fmla="*/ 0 h 4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228" h="40983">
                  <a:moveTo>
                    <a:pt x="22950" y="0"/>
                  </a:moveTo>
                  <a:lnTo>
                    <a:pt x="19672" y="1639"/>
                  </a:lnTo>
                  <a:lnTo>
                    <a:pt x="19672" y="4918"/>
                  </a:lnTo>
                  <a:lnTo>
                    <a:pt x="14753" y="8197"/>
                  </a:lnTo>
                  <a:lnTo>
                    <a:pt x="13114" y="13114"/>
                  </a:lnTo>
                  <a:lnTo>
                    <a:pt x="8197" y="14754"/>
                  </a:lnTo>
                  <a:lnTo>
                    <a:pt x="6557" y="19672"/>
                  </a:lnTo>
                  <a:lnTo>
                    <a:pt x="4918" y="22951"/>
                  </a:lnTo>
                  <a:lnTo>
                    <a:pt x="6557" y="26229"/>
                  </a:lnTo>
                  <a:lnTo>
                    <a:pt x="3279" y="26229"/>
                  </a:lnTo>
                  <a:lnTo>
                    <a:pt x="1639" y="29508"/>
                  </a:lnTo>
                  <a:lnTo>
                    <a:pt x="0" y="32787"/>
                  </a:lnTo>
                  <a:lnTo>
                    <a:pt x="1639" y="37705"/>
                  </a:lnTo>
                  <a:lnTo>
                    <a:pt x="4918" y="39344"/>
                  </a:lnTo>
                  <a:lnTo>
                    <a:pt x="8197" y="40983"/>
                  </a:lnTo>
                  <a:lnTo>
                    <a:pt x="9836" y="36065"/>
                  </a:lnTo>
                  <a:lnTo>
                    <a:pt x="11476" y="32787"/>
                  </a:lnTo>
                  <a:lnTo>
                    <a:pt x="14753" y="29508"/>
                  </a:lnTo>
                  <a:lnTo>
                    <a:pt x="18032" y="26229"/>
                  </a:lnTo>
                  <a:lnTo>
                    <a:pt x="21311" y="22951"/>
                  </a:lnTo>
                  <a:lnTo>
                    <a:pt x="22950" y="18033"/>
                  </a:lnTo>
                  <a:lnTo>
                    <a:pt x="24590" y="14754"/>
                  </a:lnTo>
                  <a:lnTo>
                    <a:pt x="24590" y="11475"/>
                  </a:lnTo>
                  <a:lnTo>
                    <a:pt x="22950" y="6557"/>
                  </a:lnTo>
                  <a:lnTo>
                    <a:pt x="26229" y="4918"/>
                  </a:lnTo>
                  <a:lnTo>
                    <a:pt x="2459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8" name="Freeform 2457">
              <a:extLst>
                <a:ext uri="{FF2B5EF4-FFF2-40B4-BE49-F238E27FC236}">
                  <a16:creationId xmlns:a16="http://schemas.microsoft.com/office/drawing/2014/main" id="{1BE1A56C-1BD8-FA44-BF7C-CF31999968F4}"/>
                </a:ext>
              </a:extLst>
            </p:cNvPr>
            <p:cNvSpPr/>
            <p:nvPr/>
          </p:nvSpPr>
          <p:spPr>
            <a:xfrm>
              <a:off x="10425487" y="4165716"/>
              <a:ext cx="1639" cy="4917"/>
            </a:xfrm>
            <a:custGeom>
              <a:avLst/>
              <a:gdLst>
                <a:gd name="connsiteX0" fmla="*/ 1640 w 1639"/>
                <a:gd name="connsiteY0" fmla="*/ 0 h 4917"/>
                <a:gd name="connsiteX1" fmla="*/ 0 w 1639"/>
                <a:gd name="connsiteY1" fmla="*/ 0 h 4917"/>
                <a:gd name="connsiteX2" fmla="*/ 0 w 1639"/>
                <a:gd name="connsiteY2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4917">
                  <a:moveTo>
                    <a:pt x="1640" y="0"/>
                  </a:moveTo>
                  <a:lnTo>
                    <a:pt x="0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9" name="Freeform 2458">
              <a:extLst>
                <a:ext uri="{FF2B5EF4-FFF2-40B4-BE49-F238E27FC236}">
                  <a16:creationId xmlns:a16="http://schemas.microsoft.com/office/drawing/2014/main" id="{197E9756-CBC1-0541-B3D3-FCD1D8E79703}"/>
                </a:ext>
              </a:extLst>
            </p:cNvPr>
            <p:cNvSpPr/>
            <p:nvPr/>
          </p:nvSpPr>
          <p:spPr>
            <a:xfrm>
              <a:off x="10428766" y="4301781"/>
              <a:ext cx="3278" cy="3278"/>
            </a:xfrm>
            <a:custGeom>
              <a:avLst/>
              <a:gdLst>
                <a:gd name="connsiteX0" fmla="*/ 0 w 3278"/>
                <a:gd name="connsiteY0" fmla="*/ 0 h 3278"/>
                <a:gd name="connsiteX1" fmla="*/ 0 w 3278"/>
                <a:gd name="connsiteY1" fmla="*/ 1639 h 3278"/>
                <a:gd name="connsiteX2" fmla="*/ 327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0"/>
                  </a:move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0" name="Freeform 2459">
              <a:extLst>
                <a:ext uri="{FF2B5EF4-FFF2-40B4-BE49-F238E27FC236}">
                  <a16:creationId xmlns:a16="http://schemas.microsoft.com/office/drawing/2014/main" id="{40DF2FF7-FB7F-4F41-990A-7F277A242010}"/>
                </a:ext>
              </a:extLst>
            </p:cNvPr>
            <p:cNvSpPr/>
            <p:nvPr/>
          </p:nvSpPr>
          <p:spPr>
            <a:xfrm>
              <a:off x="10432045" y="4296863"/>
              <a:ext cx="1638" cy="3278"/>
            </a:xfrm>
            <a:custGeom>
              <a:avLst/>
              <a:gdLst>
                <a:gd name="connsiteX0" fmla="*/ 1639 w 1638"/>
                <a:gd name="connsiteY0" fmla="*/ 0 h 3278"/>
                <a:gd name="connsiteX1" fmla="*/ 0 w 1638"/>
                <a:gd name="connsiteY1" fmla="*/ 0 h 3278"/>
                <a:gd name="connsiteX2" fmla="*/ 1639 w 1638"/>
                <a:gd name="connsiteY2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1639" y="0"/>
                  </a:moveTo>
                  <a:lnTo>
                    <a:pt x="0" y="0"/>
                  </a:lnTo>
                  <a:lnTo>
                    <a:pt x="1639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1" name="Freeform 2460">
              <a:extLst>
                <a:ext uri="{FF2B5EF4-FFF2-40B4-BE49-F238E27FC236}">
                  <a16:creationId xmlns:a16="http://schemas.microsoft.com/office/drawing/2014/main" id="{C61234BF-EEE3-5442-AFDC-0AEEECB5BAA6}"/>
                </a:ext>
              </a:extLst>
            </p:cNvPr>
            <p:cNvSpPr/>
            <p:nvPr/>
          </p:nvSpPr>
          <p:spPr>
            <a:xfrm>
              <a:off x="10438603" y="4436207"/>
              <a:ext cx="8196" cy="4917"/>
            </a:xfrm>
            <a:custGeom>
              <a:avLst/>
              <a:gdLst>
                <a:gd name="connsiteX0" fmla="*/ 0 w 8196"/>
                <a:gd name="connsiteY0" fmla="*/ 0 h 4917"/>
                <a:gd name="connsiteX1" fmla="*/ 1639 w 8196"/>
                <a:gd name="connsiteY1" fmla="*/ 1639 h 4917"/>
                <a:gd name="connsiteX2" fmla="*/ 4918 w 8196"/>
                <a:gd name="connsiteY2" fmla="*/ 1639 h 4917"/>
                <a:gd name="connsiteX3" fmla="*/ 8197 w 8196"/>
                <a:gd name="connsiteY3" fmla="*/ 4918 h 4917"/>
                <a:gd name="connsiteX4" fmla="*/ 8197 w 8196"/>
                <a:gd name="connsiteY4" fmla="*/ 1639 h 4917"/>
                <a:gd name="connsiteX5" fmla="*/ 3278 w 8196"/>
                <a:gd name="connsiteY5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4917">
                  <a:moveTo>
                    <a:pt x="0" y="0"/>
                  </a:moveTo>
                  <a:lnTo>
                    <a:pt x="1639" y="1639"/>
                  </a:lnTo>
                  <a:lnTo>
                    <a:pt x="4918" y="1639"/>
                  </a:lnTo>
                  <a:lnTo>
                    <a:pt x="8197" y="4918"/>
                  </a:lnTo>
                  <a:lnTo>
                    <a:pt x="8197" y="1639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2" name="Freeform 2461">
              <a:extLst>
                <a:ext uri="{FF2B5EF4-FFF2-40B4-BE49-F238E27FC236}">
                  <a16:creationId xmlns:a16="http://schemas.microsoft.com/office/drawing/2014/main" id="{46577789-25F8-DB43-AD40-C15B40F04311}"/>
                </a:ext>
              </a:extLst>
            </p:cNvPr>
            <p:cNvSpPr/>
            <p:nvPr/>
          </p:nvSpPr>
          <p:spPr>
            <a:xfrm>
              <a:off x="10440242" y="4318174"/>
              <a:ext cx="1638" cy="3278"/>
            </a:xfrm>
            <a:custGeom>
              <a:avLst/>
              <a:gdLst>
                <a:gd name="connsiteX0" fmla="*/ 0 w 1638"/>
                <a:gd name="connsiteY0" fmla="*/ 0 h 3278"/>
                <a:gd name="connsiteX1" fmla="*/ 0 w 1638"/>
                <a:gd name="connsiteY1" fmla="*/ 0 h 3278"/>
                <a:gd name="connsiteX2" fmla="*/ 1639 w 163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0" y="0"/>
                  </a:move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3" name="Freeform 2462">
              <a:extLst>
                <a:ext uri="{FF2B5EF4-FFF2-40B4-BE49-F238E27FC236}">
                  <a16:creationId xmlns:a16="http://schemas.microsoft.com/office/drawing/2014/main" id="{2607C328-48AF-8B49-84D4-296F4ECE8347}"/>
                </a:ext>
              </a:extLst>
            </p:cNvPr>
            <p:cNvSpPr/>
            <p:nvPr/>
          </p:nvSpPr>
          <p:spPr>
            <a:xfrm>
              <a:off x="10476307" y="4372273"/>
              <a:ext cx="6556" cy="11475"/>
            </a:xfrm>
            <a:custGeom>
              <a:avLst/>
              <a:gdLst>
                <a:gd name="connsiteX0" fmla="*/ 3279 w 6556"/>
                <a:gd name="connsiteY0" fmla="*/ 0 h 11475"/>
                <a:gd name="connsiteX1" fmla="*/ 3279 w 6556"/>
                <a:gd name="connsiteY1" fmla="*/ 0 h 11475"/>
                <a:gd name="connsiteX2" fmla="*/ 0 w 6556"/>
                <a:gd name="connsiteY2" fmla="*/ 0 h 11475"/>
                <a:gd name="connsiteX3" fmla="*/ 1639 w 6556"/>
                <a:gd name="connsiteY3" fmla="*/ 3278 h 11475"/>
                <a:gd name="connsiteX4" fmla="*/ 1639 w 6556"/>
                <a:gd name="connsiteY4" fmla="*/ 6557 h 11475"/>
                <a:gd name="connsiteX5" fmla="*/ 1639 w 6556"/>
                <a:gd name="connsiteY5" fmla="*/ 11475 h 11475"/>
                <a:gd name="connsiteX6" fmla="*/ 4918 w 6556"/>
                <a:gd name="connsiteY6" fmla="*/ 11475 h 11475"/>
                <a:gd name="connsiteX7" fmla="*/ 6557 w 6556"/>
                <a:gd name="connsiteY7" fmla="*/ 8197 h 11475"/>
                <a:gd name="connsiteX8" fmla="*/ 4918 w 6556"/>
                <a:gd name="connsiteY8" fmla="*/ 4918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56" h="11475">
                  <a:moveTo>
                    <a:pt x="3279" y="0"/>
                  </a:moveTo>
                  <a:lnTo>
                    <a:pt x="3279" y="0"/>
                  </a:lnTo>
                  <a:lnTo>
                    <a:pt x="0" y="0"/>
                  </a:lnTo>
                  <a:lnTo>
                    <a:pt x="1639" y="3278"/>
                  </a:lnTo>
                  <a:lnTo>
                    <a:pt x="1639" y="6557"/>
                  </a:lnTo>
                  <a:lnTo>
                    <a:pt x="1639" y="11475"/>
                  </a:lnTo>
                  <a:lnTo>
                    <a:pt x="4918" y="11475"/>
                  </a:lnTo>
                  <a:lnTo>
                    <a:pt x="6557" y="8197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4" name="Freeform 2463">
              <a:extLst>
                <a:ext uri="{FF2B5EF4-FFF2-40B4-BE49-F238E27FC236}">
                  <a16:creationId xmlns:a16="http://schemas.microsoft.com/office/drawing/2014/main" id="{0B5A37BA-1775-DB41-AD7A-FF1E45422B9F}"/>
                </a:ext>
              </a:extLst>
            </p:cNvPr>
            <p:cNvSpPr/>
            <p:nvPr/>
          </p:nvSpPr>
          <p:spPr>
            <a:xfrm>
              <a:off x="10481225" y="4368994"/>
              <a:ext cx="1638" cy="3278"/>
            </a:xfrm>
            <a:custGeom>
              <a:avLst/>
              <a:gdLst>
                <a:gd name="connsiteX0" fmla="*/ 1639 w 1638"/>
                <a:gd name="connsiteY0" fmla="*/ 0 h 3278"/>
                <a:gd name="connsiteX1" fmla="*/ 0 w 1638"/>
                <a:gd name="connsiteY1" fmla="*/ 0 h 3278"/>
                <a:gd name="connsiteX2" fmla="*/ 1639 w 163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1639" y="0"/>
                  </a:move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5" name="Freeform 2464">
              <a:extLst>
                <a:ext uri="{FF2B5EF4-FFF2-40B4-BE49-F238E27FC236}">
                  <a16:creationId xmlns:a16="http://schemas.microsoft.com/office/drawing/2014/main" id="{168A07E1-A1F8-B147-91E3-11110C2A1BF6}"/>
                </a:ext>
              </a:extLst>
            </p:cNvPr>
            <p:cNvSpPr/>
            <p:nvPr/>
          </p:nvSpPr>
          <p:spPr>
            <a:xfrm>
              <a:off x="10482864" y="4357518"/>
              <a:ext cx="16393" cy="29508"/>
            </a:xfrm>
            <a:custGeom>
              <a:avLst/>
              <a:gdLst>
                <a:gd name="connsiteX0" fmla="*/ 0 w 16393"/>
                <a:gd name="connsiteY0" fmla="*/ 29508 h 29508"/>
                <a:gd name="connsiteX1" fmla="*/ 1640 w 16393"/>
                <a:gd name="connsiteY1" fmla="*/ 29508 h 29508"/>
                <a:gd name="connsiteX2" fmla="*/ 3279 w 16393"/>
                <a:gd name="connsiteY2" fmla="*/ 26229 h 29508"/>
                <a:gd name="connsiteX3" fmla="*/ 4919 w 16393"/>
                <a:gd name="connsiteY3" fmla="*/ 21312 h 29508"/>
                <a:gd name="connsiteX4" fmla="*/ 6558 w 16393"/>
                <a:gd name="connsiteY4" fmla="*/ 18033 h 29508"/>
                <a:gd name="connsiteX5" fmla="*/ 8197 w 16393"/>
                <a:gd name="connsiteY5" fmla="*/ 14754 h 29508"/>
                <a:gd name="connsiteX6" fmla="*/ 13115 w 16393"/>
                <a:gd name="connsiteY6" fmla="*/ 11476 h 29508"/>
                <a:gd name="connsiteX7" fmla="*/ 13115 w 16393"/>
                <a:gd name="connsiteY7" fmla="*/ 6558 h 29508"/>
                <a:gd name="connsiteX8" fmla="*/ 14754 w 16393"/>
                <a:gd name="connsiteY8" fmla="*/ 3279 h 29508"/>
                <a:gd name="connsiteX9" fmla="*/ 16393 w 16393"/>
                <a:gd name="connsiteY9" fmla="*/ 0 h 29508"/>
                <a:gd name="connsiteX10" fmla="*/ 11476 w 16393"/>
                <a:gd name="connsiteY10" fmla="*/ 1639 h 29508"/>
                <a:gd name="connsiteX11" fmla="*/ 9837 w 16393"/>
                <a:gd name="connsiteY11" fmla="*/ 4918 h 29508"/>
                <a:gd name="connsiteX12" fmla="*/ 8197 w 16393"/>
                <a:gd name="connsiteY12" fmla="*/ 9836 h 29508"/>
                <a:gd name="connsiteX13" fmla="*/ 8197 w 16393"/>
                <a:gd name="connsiteY13" fmla="*/ 13115 h 29508"/>
                <a:gd name="connsiteX14" fmla="*/ 4919 w 16393"/>
                <a:gd name="connsiteY14" fmla="*/ 16393 h 29508"/>
                <a:gd name="connsiteX15" fmla="*/ 3279 w 16393"/>
                <a:gd name="connsiteY15" fmla="*/ 21312 h 29508"/>
                <a:gd name="connsiteX16" fmla="*/ 1640 w 16393"/>
                <a:gd name="connsiteY16" fmla="*/ 24590 h 29508"/>
                <a:gd name="connsiteX17" fmla="*/ 0 w 16393"/>
                <a:gd name="connsiteY17" fmla="*/ 27869 h 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393" h="29508">
                  <a:moveTo>
                    <a:pt x="0" y="29508"/>
                  </a:moveTo>
                  <a:lnTo>
                    <a:pt x="1640" y="29508"/>
                  </a:lnTo>
                  <a:lnTo>
                    <a:pt x="3279" y="26229"/>
                  </a:lnTo>
                  <a:lnTo>
                    <a:pt x="4919" y="21312"/>
                  </a:lnTo>
                  <a:lnTo>
                    <a:pt x="6558" y="18033"/>
                  </a:lnTo>
                  <a:lnTo>
                    <a:pt x="8197" y="14754"/>
                  </a:lnTo>
                  <a:lnTo>
                    <a:pt x="13115" y="11476"/>
                  </a:lnTo>
                  <a:lnTo>
                    <a:pt x="13115" y="6558"/>
                  </a:lnTo>
                  <a:lnTo>
                    <a:pt x="14754" y="3279"/>
                  </a:lnTo>
                  <a:lnTo>
                    <a:pt x="16393" y="0"/>
                  </a:lnTo>
                  <a:lnTo>
                    <a:pt x="11476" y="1639"/>
                  </a:lnTo>
                  <a:lnTo>
                    <a:pt x="9837" y="4918"/>
                  </a:lnTo>
                  <a:lnTo>
                    <a:pt x="8197" y="9836"/>
                  </a:lnTo>
                  <a:lnTo>
                    <a:pt x="8197" y="13115"/>
                  </a:lnTo>
                  <a:lnTo>
                    <a:pt x="4919" y="16393"/>
                  </a:lnTo>
                  <a:lnTo>
                    <a:pt x="3279" y="21312"/>
                  </a:lnTo>
                  <a:lnTo>
                    <a:pt x="1640" y="24590"/>
                  </a:lnTo>
                  <a:lnTo>
                    <a:pt x="0" y="2786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6" name="Freeform 2465">
              <a:extLst>
                <a:ext uri="{FF2B5EF4-FFF2-40B4-BE49-F238E27FC236}">
                  <a16:creationId xmlns:a16="http://schemas.microsoft.com/office/drawing/2014/main" id="{E6734748-11DB-8341-8031-B070264176E7}"/>
                </a:ext>
              </a:extLst>
            </p:cNvPr>
            <p:cNvSpPr/>
            <p:nvPr/>
          </p:nvSpPr>
          <p:spPr>
            <a:xfrm>
              <a:off x="10505815" y="4303420"/>
              <a:ext cx="11475" cy="8196"/>
            </a:xfrm>
            <a:custGeom>
              <a:avLst/>
              <a:gdLst>
                <a:gd name="connsiteX0" fmla="*/ 1639 w 11475"/>
                <a:gd name="connsiteY0" fmla="*/ 0 h 8196"/>
                <a:gd name="connsiteX1" fmla="*/ 0 w 11475"/>
                <a:gd name="connsiteY1" fmla="*/ 3279 h 8196"/>
                <a:gd name="connsiteX2" fmla="*/ 4918 w 11475"/>
                <a:gd name="connsiteY2" fmla="*/ 4918 h 8196"/>
                <a:gd name="connsiteX3" fmla="*/ 8197 w 11475"/>
                <a:gd name="connsiteY3" fmla="*/ 6557 h 8196"/>
                <a:gd name="connsiteX4" fmla="*/ 11476 w 11475"/>
                <a:gd name="connsiteY4" fmla="*/ 8197 h 8196"/>
                <a:gd name="connsiteX5" fmla="*/ 8197 w 11475"/>
                <a:gd name="connsiteY5" fmla="*/ 4918 h 8196"/>
                <a:gd name="connsiteX6" fmla="*/ 4918 w 11475"/>
                <a:gd name="connsiteY6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8196">
                  <a:moveTo>
                    <a:pt x="1639" y="0"/>
                  </a:moveTo>
                  <a:lnTo>
                    <a:pt x="0" y="3279"/>
                  </a:lnTo>
                  <a:lnTo>
                    <a:pt x="4918" y="4918"/>
                  </a:lnTo>
                  <a:lnTo>
                    <a:pt x="8197" y="6557"/>
                  </a:lnTo>
                  <a:lnTo>
                    <a:pt x="11476" y="8197"/>
                  </a:lnTo>
                  <a:lnTo>
                    <a:pt x="8197" y="4918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7" name="Freeform 2466">
              <a:extLst>
                <a:ext uri="{FF2B5EF4-FFF2-40B4-BE49-F238E27FC236}">
                  <a16:creationId xmlns:a16="http://schemas.microsoft.com/office/drawing/2014/main" id="{0A818FDE-0531-034D-B8F1-A67D84E3888D}"/>
                </a:ext>
              </a:extLst>
            </p:cNvPr>
            <p:cNvSpPr/>
            <p:nvPr/>
          </p:nvSpPr>
          <p:spPr>
            <a:xfrm>
              <a:off x="10527126" y="4395223"/>
              <a:ext cx="18033" cy="31147"/>
            </a:xfrm>
            <a:custGeom>
              <a:avLst/>
              <a:gdLst>
                <a:gd name="connsiteX0" fmla="*/ 4918 w 18033"/>
                <a:gd name="connsiteY0" fmla="*/ 0 h 31147"/>
                <a:gd name="connsiteX1" fmla="*/ 4918 w 18033"/>
                <a:gd name="connsiteY1" fmla="*/ 1639 h 31147"/>
                <a:gd name="connsiteX2" fmla="*/ 4918 w 18033"/>
                <a:gd name="connsiteY2" fmla="*/ 6557 h 31147"/>
                <a:gd name="connsiteX3" fmla="*/ 4918 w 18033"/>
                <a:gd name="connsiteY3" fmla="*/ 9836 h 31147"/>
                <a:gd name="connsiteX4" fmla="*/ 6558 w 18033"/>
                <a:gd name="connsiteY4" fmla="*/ 13114 h 31147"/>
                <a:gd name="connsiteX5" fmla="*/ 3279 w 18033"/>
                <a:gd name="connsiteY5" fmla="*/ 14754 h 31147"/>
                <a:gd name="connsiteX6" fmla="*/ 3279 w 18033"/>
                <a:gd name="connsiteY6" fmla="*/ 18033 h 31147"/>
                <a:gd name="connsiteX7" fmla="*/ 1640 w 18033"/>
                <a:gd name="connsiteY7" fmla="*/ 21311 h 31147"/>
                <a:gd name="connsiteX8" fmla="*/ 0 w 18033"/>
                <a:gd name="connsiteY8" fmla="*/ 26229 h 31147"/>
                <a:gd name="connsiteX9" fmla="*/ 4918 w 18033"/>
                <a:gd name="connsiteY9" fmla="*/ 29508 h 31147"/>
                <a:gd name="connsiteX10" fmla="*/ 8197 w 18033"/>
                <a:gd name="connsiteY10" fmla="*/ 31147 h 31147"/>
                <a:gd name="connsiteX11" fmla="*/ 11476 w 18033"/>
                <a:gd name="connsiteY11" fmla="*/ 29508 h 31147"/>
                <a:gd name="connsiteX12" fmla="*/ 13114 w 18033"/>
                <a:gd name="connsiteY12" fmla="*/ 24590 h 31147"/>
                <a:gd name="connsiteX13" fmla="*/ 16393 w 18033"/>
                <a:gd name="connsiteY13" fmla="*/ 21311 h 31147"/>
                <a:gd name="connsiteX14" fmla="*/ 18033 w 18033"/>
                <a:gd name="connsiteY14" fmla="*/ 18033 h 31147"/>
                <a:gd name="connsiteX15" fmla="*/ 18033 w 18033"/>
                <a:gd name="connsiteY15" fmla="*/ 13114 h 31147"/>
                <a:gd name="connsiteX16" fmla="*/ 14754 w 18033"/>
                <a:gd name="connsiteY16" fmla="*/ 9836 h 31147"/>
                <a:gd name="connsiteX17" fmla="*/ 11476 w 18033"/>
                <a:gd name="connsiteY17" fmla="*/ 6557 h 31147"/>
                <a:gd name="connsiteX18" fmla="*/ 8197 w 18033"/>
                <a:gd name="connsiteY18" fmla="*/ 3278 h 3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033" h="31147">
                  <a:moveTo>
                    <a:pt x="4918" y="0"/>
                  </a:moveTo>
                  <a:lnTo>
                    <a:pt x="4918" y="1639"/>
                  </a:lnTo>
                  <a:lnTo>
                    <a:pt x="4918" y="6557"/>
                  </a:lnTo>
                  <a:lnTo>
                    <a:pt x="4918" y="9836"/>
                  </a:lnTo>
                  <a:lnTo>
                    <a:pt x="6558" y="13114"/>
                  </a:lnTo>
                  <a:lnTo>
                    <a:pt x="3279" y="14754"/>
                  </a:lnTo>
                  <a:lnTo>
                    <a:pt x="3279" y="18033"/>
                  </a:lnTo>
                  <a:lnTo>
                    <a:pt x="1640" y="21311"/>
                  </a:lnTo>
                  <a:lnTo>
                    <a:pt x="0" y="26229"/>
                  </a:lnTo>
                  <a:lnTo>
                    <a:pt x="4918" y="29508"/>
                  </a:lnTo>
                  <a:lnTo>
                    <a:pt x="8197" y="31147"/>
                  </a:lnTo>
                  <a:lnTo>
                    <a:pt x="11476" y="29508"/>
                  </a:lnTo>
                  <a:lnTo>
                    <a:pt x="13114" y="24590"/>
                  </a:lnTo>
                  <a:lnTo>
                    <a:pt x="16393" y="21311"/>
                  </a:lnTo>
                  <a:lnTo>
                    <a:pt x="18033" y="18033"/>
                  </a:lnTo>
                  <a:lnTo>
                    <a:pt x="18033" y="13114"/>
                  </a:lnTo>
                  <a:lnTo>
                    <a:pt x="14754" y="9836"/>
                  </a:lnTo>
                  <a:lnTo>
                    <a:pt x="11476" y="6557"/>
                  </a:lnTo>
                  <a:lnTo>
                    <a:pt x="8197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8" name="Freeform 2467">
              <a:extLst>
                <a:ext uri="{FF2B5EF4-FFF2-40B4-BE49-F238E27FC236}">
                  <a16:creationId xmlns:a16="http://schemas.microsoft.com/office/drawing/2014/main" id="{A9833DC5-0DBF-804B-82FC-BD6008783A1A}"/>
                </a:ext>
              </a:extLst>
            </p:cNvPr>
            <p:cNvSpPr/>
            <p:nvPr/>
          </p:nvSpPr>
          <p:spPr>
            <a:xfrm>
              <a:off x="10532044" y="4362437"/>
              <a:ext cx="26229" cy="45901"/>
            </a:xfrm>
            <a:custGeom>
              <a:avLst/>
              <a:gdLst>
                <a:gd name="connsiteX0" fmla="*/ 4919 w 26229"/>
                <a:gd name="connsiteY0" fmla="*/ 26229 h 45901"/>
                <a:gd name="connsiteX1" fmla="*/ 0 w 26229"/>
                <a:gd name="connsiteY1" fmla="*/ 26229 h 45901"/>
                <a:gd name="connsiteX2" fmla="*/ 0 w 26229"/>
                <a:gd name="connsiteY2" fmla="*/ 29508 h 45901"/>
                <a:gd name="connsiteX3" fmla="*/ 3279 w 26229"/>
                <a:gd name="connsiteY3" fmla="*/ 34426 h 45901"/>
                <a:gd name="connsiteX4" fmla="*/ 8197 w 26229"/>
                <a:gd name="connsiteY4" fmla="*/ 37705 h 45901"/>
                <a:gd name="connsiteX5" fmla="*/ 11476 w 26229"/>
                <a:gd name="connsiteY5" fmla="*/ 37705 h 45901"/>
                <a:gd name="connsiteX6" fmla="*/ 9837 w 26229"/>
                <a:gd name="connsiteY6" fmla="*/ 34426 h 45901"/>
                <a:gd name="connsiteX7" fmla="*/ 11476 w 26229"/>
                <a:gd name="connsiteY7" fmla="*/ 36065 h 45901"/>
                <a:gd name="connsiteX8" fmla="*/ 13115 w 26229"/>
                <a:gd name="connsiteY8" fmla="*/ 37705 h 45901"/>
                <a:gd name="connsiteX9" fmla="*/ 9837 w 26229"/>
                <a:gd name="connsiteY9" fmla="*/ 37705 h 45901"/>
                <a:gd name="connsiteX10" fmla="*/ 9837 w 26229"/>
                <a:gd name="connsiteY10" fmla="*/ 42623 h 45901"/>
                <a:gd name="connsiteX11" fmla="*/ 13115 w 26229"/>
                <a:gd name="connsiteY11" fmla="*/ 45901 h 45901"/>
                <a:gd name="connsiteX12" fmla="*/ 18033 w 26229"/>
                <a:gd name="connsiteY12" fmla="*/ 44262 h 45901"/>
                <a:gd name="connsiteX13" fmla="*/ 16393 w 26229"/>
                <a:gd name="connsiteY13" fmla="*/ 40983 h 45901"/>
                <a:gd name="connsiteX14" fmla="*/ 13115 w 26229"/>
                <a:gd name="connsiteY14" fmla="*/ 37705 h 45901"/>
                <a:gd name="connsiteX15" fmla="*/ 14754 w 26229"/>
                <a:gd name="connsiteY15" fmla="*/ 39344 h 45901"/>
                <a:gd name="connsiteX16" fmla="*/ 19672 w 26229"/>
                <a:gd name="connsiteY16" fmla="*/ 40983 h 45901"/>
                <a:gd name="connsiteX17" fmla="*/ 22951 w 26229"/>
                <a:gd name="connsiteY17" fmla="*/ 37705 h 45901"/>
                <a:gd name="connsiteX18" fmla="*/ 24590 w 26229"/>
                <a:gd name="connsiteY18" fmla="*/ 34426 h 45901"/>
                <a:gd name="connsiteX19" fmla="*/ 24590 w 26229"/>
                <a:gd name="connsiteY19" fmla="*/ 29508 h 45901"/>
                <a:gd name="connsiteX20" fmla="*/ 24590 w 26229"/>
                <a:gd name="connsiteY20" fmla="*/ 26229 h 45901"/>
                <a:gd name="connsiteX21" fmla="*/ 22951 w 26229"/>
                <a:gd name="connsiteY21" fmla="*/ 24590 h 45901"/>
                <a:gd name="connsiteX22" fmla="*/ 22951 w 26229"/>
                <a:gd name="connsiteY22" fmla="*/ 21311 h 45901"/>
                <a:gd name="connsiteX23" fmla="*/ 24590 w 26229"/>
                <a:gd name="connsiteY23" fmla="*/ 16393 h 45901"/>
                <a:gd name="connsiteX24" fmla="*/ 24590 w 26229"/>
                <a:gd name="connsiteY24" fmla="*/ 13114 h 45901"/>
                <a:gd name="connsiteX25" fmla="*/ 26230 w 26229"/>
                <a:gd name="connsiteY25" fmla="*/ 9836 h 45901"/>
                <a:gd name="connsiteX26" fmla="*/ 21312 w 26229"/>
                <a:gd name="connsiteY26" fmla="*/ 6557 h 45901"/>
                <a:gd name="connsiteX27" fmla="*/ 22951 w 26229"/>
                <a:gd name="connsiteY27" fmla="*/ 3278 h 45901"/>
                <a:gd name="connsiteX28" fmla="*/ 19672 w 26229"/>
                <a:gd name="connsiteY28" fmla="*/ 0 h 45901"/>
                <a:gd name="connsiteX29" fmla="*/ 18033 w 26229"/>
                <a:gd name="connsiteY29" fmla="*/ 0 h 45901"/>
                <a:gd name="connsiteX30" fmla="*/ 16393 w 26229"/>
                <a:gd name="connsiteY30" fmla="*/ 3278 h 45901"/>
                <a:gd name="connsiteX31" fmla="*/ 13115 w 26229"/>
                <a:gd name="connsiteY31" fmla="*/ 6557 h 45901"/>
                <a:gd name="connsiteX32" fmla="*/ 9837 w 26229"/>
                <a:gd name="connsiteY32" fmla="*/ 11475 h 45901"/>
                <a:gd name="connsiteX33" fmla="*/ 6558 w 26229"/>
                <a:gd name="connsiteY33" fmla="*/ 9836 h 45901"/>
                <a:gd name="connsiteX34" fmla="*/ 6558 w 26229"/>
                <a:gd name="connsiteY34" fmla="*/ 14754 h 45901"/>
                <a:gd name="connsiteX35" fmla="*/ 9837 w 26229"/>
                <a:gd name="connsiteY35" fmla="*/ 16393 h 45901"/>
                <a:gd name="connsiteX36" fmla="*/ 8197 w 26229"/>
                <a:gd name="connsiteY36" fmla="*/ 19672 h 45901"/>
                <a:gd name="connsiteX37" fmla="*/ 8197 w 26229"/>
                <a:gd name="connsiteY37" fmla="*/ 22951 h 45901"/>
                <a:gd name="connsiteX38" fmla="*/ 9837 w 26229"/>
                <a:gd name="connsiteY38" fmla="*/ 26229 h 45901"/>
                <a:gd name="connsiteX39" fmla="*/ 6558 w 26229"/>
                <a:gd name="connsiteY39" fmla="*/ 31147 h 45901"/>
                <a:gd name="connsiteX40" fmla="*/ 8197 w 26229"/>
                <a:gd name="connsiteY40" fmla="*/ 34426 h 45901"/>
                <a:gd name="connsiteX41" fmla="*/ 8197 w 26229"/>
                <a:gd name="connsiteY41" fmla="*/ 32787 h 45901"/>
                <a:gd name="connsiteX42" fmla="*/ 4919 w 26229"/>
                <a:gd name="connsiteY42" fmla="*/ 29508 h 4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6229" h="45901">
                  <a:moveTo>
                    <a:pt x="4919" y="26229"/>
                  </a:moveTo>
                  <a:lnTo>
                    <a:pt x="0" y="26229"/>
                  </a:lnTo>
                  <a:lnTo>
                    <a:pt x="0" y="29508"/>
                  </a:lnTo>
                  <a:lnTo>
                    <a:pt x="3279" y="34426"/>
                  </a:lnTo>
                  <a:lnTo>
                    <a:pt x="8197" y="37705"/>
                  </a:lnTo>
                  <a:lnTo>
                    <a:pt x="11476" y="37705"/>
                  </a:lnTo>
                  <a:lnTo>
                    <a:pt x="9837" y="34426"/>
                  </a:lnTo>
                  <a:lnTo>
                    <a:pt x="11476" y="36065"/>
                  </a:lnTo>
                  <a:lnTo>
                    <a:pt x="13115" y="37705"/>
                  </a:lnTo>
                  <a:lnTo>
                    <a:pt x="9837" y="37705"/>
                  </a:lnTo>
                  <a:lnTo>
                    <a:pt x="9837" y="42623"/>
                  </a:lnTo>
                  <a:lnTo>
                    <a:pt x="13115" y="45901"/>
                  </a:lnTo>
                  <a:lnTo>
                    <a:pt x="18033" y="44262"/>
                  </a:lnTo>
                  <a:lnTo>
                    <a:pt x="16393" y="40983"/>
                  </a:lnTo>
                  <a:lnTo>
                    <a:pt x="13115" y="37705"/>
                  </a:lnTo>
                  <a:lnTo>
                    <a:pt x="14754" y="39344"/>
                  </a:lnTo>
                  <a:lnTo>
                    <a:pt x="19672" y="40983"/>
                  </a:lnTo>
                  <a:lnTo>
                    <a:pt x="22951" y="37705"/>
                  </a:lnTo>
                  <a:lnTo>
                    <a:pt x="24590" y="34426"/>
                  </a:lnTo>
                  <a:lnTo>
                    <a:pt x="24590" y="29508"/>
                  </a:lnTo>
                  <a:lnTo>
                    <a:pt x="24590" y="26229"/>
                  </a:lnTo>
                  <a:lnTo>
                    <a:pt x="22951" y="24590"/>
                  </a:lnTo>
                  <a:lnTo>
                    <a:pt x="22951" y="21311"/>
                  </a:lnTo>
                  <a:lnTo>
                    <a:pt x="24590" y="16393"/>
                  </a:lnTo>
                  <a:lnTo>
                    <a:pt x="24590" y="13114"/>
                  </a:lnTo>
                  <a:lnTo>
                    <a:pt x="26230" y="9836"/>
                  </a:lnTo>
                  <a:lnTo>
                    <a:pt x="21312" y="6557"/>
                  </a:lnTo>
                  <a:lnTo>
                    <a:pt x="22951" y="3278"/>
                  </a:lnTo>
                  <a:lnTo>
                    <a:pt x="19672" y="0"/>
                  </a:lnTo>
                  <a:lnTo>
                    <a:pt x="18033" y="0"/>
                  </a:lnTo>
                  <a:lnTo>
                    <a:pt x="16393" y="3278"/>
                  </a:lnTo>
                  <a:lnTo>
                    <a:pt x="13115" y="6557"/>
                  </a:lnTo>
                  <a:lnTo>
                    <a:pt x="9837" y="11475"/>
                  </a:lnTo>
                  <a:lnTo>
                    <a:pt x="6558" y="9836"/>
                  </a:lnTo>
                  <a:lnTo>
                    <a:pt x="6558" y="14754"/>
                  </a:lnTo>
                  <a:lnTo>
                    <a:pt x="9837" y="16393"/>
                  </a:lnTo>
                  <a:lnTo>
                    <a:pt x="8197" y="19672"/>
                  </a:lnTo>
                  <a:lnTo>
                    <a:pt x="8197" y="22951"/>
                  </a:lnTo>
                  <a:lnTo>
                    <a:pt x="9837" y="26229"/>
                  </a:lnTo>
                  <a:lnTo>
                    <a:pt x="6558" y="31147"/>
                  </a:lnTo>
                  <a:lnTo>
                    <a:pt x="8197" y="34426"/>
                  </a:lnTo>
                  <a:lnTo>
                    <a:pt x="8197" y="32787"/>
                  </a:lnTo>
                  <a:lnTo>
                    <a:pt x="4919" y="2950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9" name="Freeform 2468">
              <a:extLst>
                <a:ext uri="{FF2B5EF4-FFF2-40B4-BE49-F238E27FC236}">
                  <a16:creationId xmlns:a16="http://schemas.microsoft.com/office/drawing/2014/main" id="{DB64C4F6-46B6-E04F-9AE3-B3C03AA3A904}"/>
                </a:ext>
              </a:extLst>
            </p:cNvPr>
            <p:cNvSpPr/>
            <p:nvPr/>
          </p:nvSpPr>
          <p:spPr>
            <a:xfrm>
              <a:off x="10536963" y="4295224"/>
              <a:ext cx="3277" cy="3278"/>
            </a:xfrm>
            <a:custGeom>
              <a:avLst/>
              <a:gdLst>
                <a:gd name="connsiteX0" fmla="*/ 1639 w 3277"/>
                <a:gd name="connsiteY0" fmla="*/ 0 h 3278"/>
                <a:gd name="connsiteX1" fmla="*/ 0 w 3277"/>
                <a:gd name="connsiteY1" fmla="*/ 1639 h 3278"/>
                <a:gd name="connsiteX2" fmla="*/ 3278 w 3277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7" h="3278">
                  <a:moveTo>
                    <a:pt x="1639" y="0"/>
                  </a:moveTo>
                  <a:lnTo>
                    <a:pt x="0" y="1639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0" name="Freeform 2469">
              <a:extLst>
                <a:ext uri="{FF2B5EF4-FFF2-40B4-BE49-F238E27FC236}">
                  <a16:creationId xmlns:a16="http://schemas.microsoft.com/office/drawing/2014/main" id="{181C5C11-22E1-CD49-82A5-DAECE304283F}"/>
                </a:ext>
              </a:extLst>
            </p:cNvPr>
            <p:cNvSpPr/>
            <p:nvPr/>
          </p:nvSpPr>
          <p:spPr>
            <a:xfrm>
              <a:off x="10543520" y="4200142"/>
              <a:ext cx="3278" cy="6557"/>
            </a:xfrm>
            <a:custGeom>
              <a:avLst/>
              <a:gdLst>
                <a:gd name="connsiteX0" fmla="*/ 3279 w 3278"/>
                <a:gd name="connsiteY0" fmla="*/ 0 h 6557"/>
                <a:gd name="connsiteX1" fmla="*/ 1640 w 3278"/>
                <a:gd name="connsiteY1" fmla="*/ 0 h 6557"/>
                <a:gd name="connsiteX2" fmla="*/ 0 w 3278"/>
                <a:gd name="connsiteY2" fmla="*/ 3278 h 6557"/>
                <a:gd name="connsiteX3" fmla="*/ 0 w 3278"/>
                <a:gd name="connsiteY3" fmla="*/ 6557 h 6557"/>
                <a:gd name="connsiteX4" fmla="*/ 0 w 3278"/>
                <a:gd name="connsiteY4" fmla="*/ 327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6557">
                  <a:moveTo>
                    <a:pt x="3279" y="0"/>
                  </a:moveTo>
                  <a:lnTo>
                    <a:pt x="1640" y="0"/>
                  </a:lnTo>
                  <a:lnTo>
                    <a:pt x="0" y="3278"/>
                  </a:lnTo>
                  <a:lnTo>
                    <a:pt x="0" y="6557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1" name="Freeform 2470">
              <a:extLst>
                <a:ext uri="{FF2B5EF4-FFF2-40B4-BE49-F238E27FC236}">
                  <a16:creationId xmlns:a16="http://schemas.microsoft.com/office/drawing/2014/main" id="{F935D37D-288A-264B-96B8-5BFC294D1FEB}"/>
                </a:ext>
              </a:extLst>
            </p:cNvPr>
            <p:cNvSpPr/>
            <p:nvPr/>
          </p:nvSpPr>
          <p:spPr>
            <a:xfrm>
              <a:off x="10550078" y="4211617"/>
              <a:ext cx="1638" cy="3278"/>
            </a:xfrm>
            <a:custGeom>
              <a:avLst/>
              <a:gdLst>
                <a:gd name="connsiteX0" fmla="*/ 1639 w 1638"/>
                <a:gd name="connsiteY0" fmla="*/ 0 h 3278"/>
                <a:gd name="connsiteX1" fmla="*/ 0 w 1638"/>
                <a:gd name="connsiteY1" fmla="*/ 0 h 3278"/>
                <a:gd name="connsiteX2" fmla="*/ 1639 w 163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1639" y="0"/>
                  </a:move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2" name="Freeform 2471">
              <a:extLst>
                <a:ext uri="{FF2B5EF4-FFF2-40B4-BE49-F238E27FC236}">
                  <a16:creationId xmlns:a16="http://schemas.microsoft.com/office/drawing/2014/main" id="{E82DE343-07BA-C74D-A61E-775B0C331192}"/>
                </a:ext>
              </a:extLst>
            </p:cNvPr>
            <p:cNvSpPr/>
            <p:nvPr/>
          </p:nvSpPr>
          <p:spPr>
            <a:xfrm>
              <a:off x="10551717" y="4413256"/>
              <a:ext cx="1639" cy="8196"/>
            </a:xfrm>
            <a:custGeom>
              <a:avLst/>
              <a:gdLst>
                <a:gd name="connsiteX0" fmla="*/ 1640 w 1639"/>
                <a:gd name="connsiteY0" fmla="*/ 0 h 8196"/>
                <a:gd name="connsiteX1" fmla="*/ 1640 w 1639"/>
                <a:gd name="connsiteY1" fmla="*/ 0 h 8196"/>
                <a:gd name="connsiteX2" fmla="*/ 0 w 1639"/>
                <a:gd name="connsiteY2" fmla="*/ 3278 h 8196"/>
                <a:gd name="connsiteX3" fmla="*/ 0 w 1639"/>
                <a:gd name="connsiteY3" fmla="*/ 8197 h 8196"/>
                <a:gd name="connsiteX4" fmla="*/ 1640 w 1639"/>
                <a:gd name="connsiteY4" fmla="*/ 327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9" h="8196">
                  <a:moveTo>
                    <a:pt x="1640" y="0"/>
                  </a:moveTo>
                  <a:lnTo>
                    <a:pt x="1640" y="0"/>
                  </a:lnTo>
                  <a:lnTo>
                    <a:pt x="0" y="3278"/>
                  </a:lnTo>
                  <a:lnTo>
                    <a:pt x="0" y="8197"/>
                  </a:lnTo>
                  <a:lnTo>
                    <a:pt x="164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3" name="Freeform 2472">
              <a:extLst>
                <a:ext uri="{FF2B5EF4-FFF2-40B4-BE49-F238E27FC236}">
                  <a16:creationId xmlns:a16="http://schemas.microsoft.com/office/drawing/2014/main" id="{EA068333-BDB1-E440-9F7F-0DCA17945F53}"/>
                </a:ext>
              </a:extLst>
            </p:cNvPr>
            <p:cNvSpPr/>
            <p:nvPr/>
          </p:nvSpPr>
          <p:spPr>
            <a:xfrm>
              <a:off x="10551717" y="4406698"/>
              <a:ext cx="3278" cy="3278"/>
            </a:xfrm>
            <a:custGeom>
              <a:avLst/>
              <a:gdLst>
                <a:gd name="connsiteX0" fmla="*/ 1640 w 3278"/>
                <a:gd name="connsiteY0" fmla="*/ 0 h 3278"/>
                <a:gd name="connsiteX1" fmla="*/ 0 w 3278"/>
                <a:gd name="connsiteY1" fmla="*/ 3279 h 3278"/>
                <a:gd name="connsiteX2" fmla="*/ 327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1640" y="0"/>
                  </a:move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4" name="Freeform 2473">
              <a:extLst>
                <a:ext uri="{FF2B5EF4-FFF2-40B4-BE49-F238E27FC236}">
                  <a16:creationId xmlns:a16="http://schemas.microsoft.com/office/drawing/2014/main" id="{2AC1105C-013B-DA4E-826F-3001EE0D9594}"/>
                </a:ext>
              </a:extLst>
            </p:cNvPr>
            <p:cNvSpPr/>
            <p:nvPr/>
          </p:nvSpPr>
          <p:spPr>
            <a:xfrm>
              <a:off x="10556634" y="4400141"/>
              <a:ext cx="4918" cy="8196"/>
            </a:xfrm>
            <a:custGeom>
              <a:avLst/>
              <a:gdLst>
                <a:gd name="connsiteX0" fmla="*/ 1640 w 4918"/>
                <a:gd name="connsiteY0" fmla="*/ 8197 h 8196"/>
                <a:gd name="connsiteX1" fmla="*/ 3279 w 4918"/>
                <a:gd name="connsiteY1" fmla="*/ 4918 h 8196"/>
                <a:gd name="connsiteX2" fmla="*/ 4919 w 4918"/>
                <a:gd name="connsiteY2" fmla="*/ 0 h 8196"/>
                <a:gd name="connsiteX3" fmla="*/ 3279 w 4918"/>
                <a:gd name="connsiteY3" fmla="*/ 0 h 8196"/>
                <a:gd name="connsiteX4" fmla="*/ 3279 w 4918"/>
                <a:gd name="connsiteY4" fmla="*/ 0 h 8196"/>
                <a:gd name="connsiteX5" fmla="*/ 0 w 4918"/>
                <a:gd name="connsiteY5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8" h="8196">
                  <a:moveTo>
                    <a:pt x="1640" y="8197"/>
                  </a:moveTo>
                  <a:lnTo>
                    <a:pt x="3279" y="4918"/>
                  </a:lnTo>
                  <a:lnTo>
                    <a:pt x="4919" y="0"/>
                  </a:lnTo>
                  <a:lnTo>
                    <a:pt x="3279" y="0"/>
                  </a:ln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5" name="Freeform 2474">
              <a:extLst>
                <a:ext uri="{FF2B5EF4-FFF2-40B4-BE49-F238E27FC236}">
                  <a16:creationId xmlns:a16="http://schemas.microsoft.com/office/drawing/2014/main" id="{1A232E5B-B85F-2E48-AADF-AB126CFA4AF8}"/>
                </a:ext>
              </a:extLst>
            </p:cNvPr>
            <p:cNvSpPr/>
            <p:nvPr/>
          </p:nvSpPr>
          <p:spPr>
            <a:xfrm>
              <a:off x="10568110" y="4164077"/>
              <a:ext cx="6557" cy="8196"/>
            </a:xfrm>
            <a:custGeom>
              <a:avLst/>
              <a:gdLst>
                <a:gd name="connsiteX0" fmla="*/ 3279 w 6557"/>
                <a:gd name="connsiteY0" fmla="*/ 0 h 8196"/>
                <a:gd name="connsiteX1" fmla="*/ 0 w 6557"/>
                <a:gd name="connsiteY1" fmla="*/ 1639 h 8196"/>
                <a:gd name="connsiteX2" fmla="*/ 0 w 6557"/>
                <a:gd name="connsiteY2" fmla="*/ 4918 h 8196"/>
                <a:gd name="connsiteX3" fmla="*/ 1640 w 6557"/>
                <a:gd name="connsiteY3" fmla="*/ 8197 h 8196"/>
                <a:gd name="connsiteX4" fmla="*/ 6558 w 6557"/>
                <a:gd name="connsiteY4" fmla="*/ 6557 h 8196"/>
                <a:gd name="connsiteX5" fmla="*/ 4918 w 6557"/>
                <a:gd name="connsiteY5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8196">
                  <a:moveTo>
                    <a:pt x="3279" y="0"/>
                  </a:moveTo>
                  <a:lnTo>
                    <a:pt x="0" y="1639"/>
                  </a:lnTo>
                  <a:lnTo>
                    <a:pt x="0" y="4918"/>
                  </a:lnTo>
                  <a:lnTo>
                    <a:pt x="1640" y="8197"/>
                  </a:lnTo>
                  <a:lnTo>
                    <a:pt x="6558" y="6557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6" name="Freeform 2475">
              <a:extLst>
                <a:ext uri="{FF2B5EF4-FFF2-40B4-BE49-F238E27FC236}">
                  <a16:creationId xmlns:a16="http://schemas.microsoft.com/office/drawing/2014/main" id="{6B662365-9A3F-5045-BB79-C7511E3EB996}"/>
                </a:ext>
              </a:extLst>
            </p:cNvPr>
            <p:cNvSpPr/>
            <p:nvPr/>
          </p:nvSpPr>
          <p:spPr>
            <a:xfrm>
              <a:off x="10579585" y="4187027"/>
              <a:ext cx="8196" cy="3278"/>
            </a:xfrm>
            <a:custGeom>
              <a:avLst/>
              <a:gdLst>
                <a:gd name="connsiteX0" fmla="*/ 0 w 8196"/>
                <a:gd name="connsiteY0" fmla="*/ 0 h 3278"/>
                <a:gd name="connsiteX1" fmla="*/ 0 w 8196"/>
                <a:gd name="connsiteY1" fmla="*/ 3279 h 3278"/>
                <a:gd name="connsiteX2" fmla="*/ 3279 w 8196"/>
                <a:gd name="connsiteY2" fmla="*/ 1639 h 3278"/>
                <a:gd name="connsiteX3" fmla="*/ 8197 w 8196"/>
                <a:gd name="connsiteY3" fmla="*/ 1639 h 3278"/>
                <a:gd name="connsiteX4" fmla="*/ 4918 w 8196"/>
                <a:gd name="connsiteY4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0" y="0"/>
                  </a:moveTo>
                  <a:lnTo>
                    <a:pt x="0" y="3279"/>
                  </a:lnTo>
                  <a:lnTo>
                    <a:pt x="3279" y="1639"/>
                  </a:lnTo>
                  <a:lnTo>
                    <a:pt x="8197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7" name="Freeform 2476">
              <a:extLst>
                <a:ext uri="{FF2B5EF4-FFF2-40B4-BE49-F238E27FC236}">
                  <a16:creationId xmlns:a16="http://schemas.microsoft.com/office/drawing/2014/main" id="{3561B8C7-AF82-BE48-9E01-40186EC3EE06}"/>
                </a:ext>
              </a:extLst>
            </p:cNvPr>
            <p:cNvSpPr/>
            <p:nvPr/>
          </p:nvSpPr>
          <p:spPr>
            <a:xfrm>
              <a:off x="10589421" y="4150962"/>
              <a:ext cx="14754" cy="9835"/>
            </a:xfrm>
            <a:custGeom>
              <a:avLst/>
              <a:gdLst>
                <a:gd name="connsiteX0" fmla="*/ 0 w 14754"/>
                <a:gd name="connsiteY0" fmla="*/ 0 h 9835"/>
                <a:gd name="connsiteX1" fmla="*/ 1640 w 14754"/>
                <a:gd name="connsiteY1" fmla="*/ 3278 h 9835"/>
                <a:gd name="connsiteX2" fmla="*/ 4919 w 14754"/>
                <a:gd name="connsiteY2" fmla="*/ 6557 h 9835"/>
                <a:gd name="connsiteX3" fmla="*/ 8197 w 14754"/>
                <a:gd name="connsiteY3" fmla="*/ 8197 h 9835"/>
                <a:gd name="connsiteX4" fmla="*/ 11476 w 14754"/>
                <a:gd name="connsiteY4" fmla="*/ 9836 h 9835"/>
                <a:gd name="connsiteX5" fmla="*/ 14754 w 14754"/>
                <a:gd name="connsiteY5" fmla="*/ 4918 h 9835"/>
                <a:gd name="connsiteX6" fmla="*/ 13115 w 14754"/>
                <a:gd name="connsiteY6" fmla="*/ 1639 h 9835"/>
                <a:gd name="connsiteX7" fmla="*/ 9837 w 14754"/>
                <a:gd name="connsiteY7" fmla="*/ 1639 h 9835"/>
                <a:gd name="connsiteX8" fmla="*/ 9837 w 14754"/>
                <a:gd name="connsiteY8" fmla="*/ 1639 h 9835"/>
                <a:gd name="connsiteX9" fmla="*/ 4919 w 14754"/>
                <a:gd name="connsiteY9" fmla="*/ 1639 h 9835"/>
                <a:gd name="connsiteX10" fmla="*/ 1640 w 14754"/>
                <a:gd name="connsiteY10" fmla="*/ 0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54" h="9835">
                  <a:moveTo>
                    <a:pt x="0" y="0"/>
                  </a:moveTo>
                  <a:lnTo>
                    <a:pt x="1640" y="3278"/>
                  </a:lnTo>
                  <a:lnTo>
                    <a:pt x="4919" y="6557"/>
                  </a:lnTo>
                  <a:lnTo>
                    <a:pt x="8197" y="8197"/>
                  </a:lnTo>
                  <a:lnTo>
                    <a:pt x="11476" y="9836"/>
                  </a:lnTo>
                  <a:lnTo>
                    <a:pt x="14754" y="4918"/>
                  </a:lnTo>
                  <a:lnTo>
                    <a:pt x="13115" y="1639"/>
                  </a:lnTo>
                  <a:lnTo>
                    <a:pt x="9837" y="1639"/>
                  </a:lnTo>
                  <a:lnTo>
                    <a:pt x="9837" y="1639"/>
                  </a:lnTo>
                  <a:lnTo>
                    <a:pt x="4919" y="1639"/>
                  </a:lnTo>
                  <a:lnTo>
                    <a:pt x="164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8" name="Freeform 2477">
              <a:extLst>
                <a:ext uri="{FF2B5EF4-FFF2-40B4-BE49-F238E27FC236}">
                  <a16:creationId xmlns:a16="http://schemas.microsoft.com/office/drawing/2014/main" id="{461EC147-A171-8148-8C38-AED8AD3DFE7F}"/>
                </a:ext>
              </a:extLst>
            </p:cNvPr>
            <p:cNvSpPr/>
            <p:nvPr/>
          </p:nvSpPr>
          <p:spPr>
            <a:xfrm>
              <a:off x="10594340" y="4193585"/>
              <a:ext cx="52457" cy="13114"/>
            </a:xfrm>
            <a:custGeom>
              <a:avLst/>
              <a:gdLst>
                <a:gd name="connsiteX0" fmla="*/ 0 w 52457"/>
                <a:gd name="connsiteY0" fmla="*/ 0 h 13114"/>
                <a:gd name="connsiteX1" fmla="*/ 0 w 52457"/>
                <a:gd name="connsiteY1" fmla="*/ 3279 h 13114"/>
                <a:gd name="connsiteX2" fmla="*/ 3278 w 52457"/>
                <a:gd name="connsiteY2" fmla="*/ 3279 h 13114"/>
                <a:gd name="connsiteX3" fmla="*/ 6557 w 52457"/>
                <a:gd name="connsiteY3" fmla="*/ 4918 h 13114"/>
                <a:gd name="connsiteX4" fmla="*/ 9836 w 52457"/>
                <a:gd name="connsiteY4" fmla="*/ 4918 h 13114"/>
                <a:gd name="connsiteX5" fmla="*/ 14753 w 52457"/>
                <a:gd name="connsiteY5" fmla="*/ 6558 h 13114"/>
                <a:gd name="connsiteX6" fmla="*/ 18032 w 52457"/>
                <a:gd name="connsiteY6" fmla="*/ 8197 h 13114"/>
                <a:gd name="connsiteX7" fmla="*/ 21311 w 52457"/>
                <a:gd name="connsiteY7" fmla="*/ 9836 h 13114"/>
                <a:gd name="connsiteX8" fmla="*/ 26229 w 52457"/>
                <a:gd name="connsiteY8" fmla="*/ 11476 h 13114"/>
                <a:gd name="connsiteX9" fmla="*/ 29508 w 52457"/>
                <a:gd name="connsiteY9" fmla="*/ 13115 h 13114"/>
                <a:gd name="connsiteX10" fmla="*/ 32787 w 52457"/>
                <a:gd name="connsiteY10" fmla="*/ 11476 h 13114"/>
                <a:gd name="connsiteX11" fmla="*/ 36065 w 52457"/>
                <a:gd name="connsiteY11" fmla="*/ 13115 h 13114"/>
                <a:gd name="connsiteX12" fmla="*/ 40983 w 52457"/>
                <a:gd name="connsiteY12" fmla="*/ 11476 h 13114"/>
                <a:gd name="connsiteX13" fmla="*/ 44261 w 52457"/>
                <a:gd name="connsiteY13" fmla="*/ 11476 h 13114"/>
                <a:gd name="connsiteX14" fmla="*/ 47540 w 52457"/>
                <a:gd name="connsiteY14" fmla="*/ 9836 h 13114"/>
                <a:gd name="connsiteX15" fmla="*/ 52458 w 52457"/>
                <a:gd name="connsiteY15" fmla="*/ 9836 h 13114"/>
                <a:gd name="connsiteX16" fmla="*/ 47540 w 52457"/>
                <a:gd name="connsiteY16" fmla="*/ 4918 h 13114"/>
                <a:gd name="connsiteX17" fmla="*/ 44261 w 52457"/>
                <a:gd name="connsiteY17" fmla="*/ 4918 h 13114"/>
                <a:gd name="connsiteX18" fmla="*/ 40983 w 52457"/>
                <a:gd name="connsiteY18" fmla="*/ 4918 h 13114"/>
                <a:gd name="connsiteX19" fmla="*/ 37705 w 52457"/>
                <a:gd name="connsiteY19" fmla="*/ 4918 h 13114"/>
                <a:gd name="connsiteX20" fmla="*/ 32787 w 52457"/>
                <a:gd name="connsiteY20" fmla="*/ 4918 h 13114"/>
                <a:gd name="connsiteX21" fmla="*/ 29508 w 52457"/>
                <a:gd name="connsiteY21" fmla="*/ 3279 h 13114"/>
                <a:gd name="connsiteX22" fmla="*/ 26229 w 52457"/>
                <a:gd name="connsiteY22" fmla="*/ 1639 h 13114"/>
                <a:gd name="connsiteX23" fmla="*/ 22950 w 52457"/>
                <a:gd name="connsiteY23" fmla="*/ 1639 h 13114"/>
                <a:gd name="connsiteX24" fmla="*/ 18032 w 52457"/>
                <a:gd name="connsiteY24" fmla="*/ 1639 h 13114"/>
                <a:gd name="connsiteX25" fmla="*/ 14753 w 52457"/>
                <a:gd name="connsiteY25" fmla="*/ 1639 h 13114"/>
                <a:gd name="connsiteX26" fmla="*/ 11475 w 52457"/>
                <a:gd name="connsiteY26" fmla="*/ 0 h 13114"/>
                <a:gd name="connsiteX27" fmla="*/ 6557 w 52457"/>
                <a:gd name="connsiteY27" fmla="*/ 0 h 13114"/>
                <a:gd name="connsiteX28" fmla="*/ 3278 w 52457"/>
                <a:gd name="connsiteY28" fmla="*/ 0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2457" h="13114">
                  <a:moveTo>
                    <a:pt x="0" y="0"/>
                  </a:moveTo>
                  <a:lnTo>
                    <a:pt x="0" y="3279"/>
                  </a:lnTo>
                  <a:lnTo>
                    <a:pt x="3278" y="3279"/>
                  </a:lnTo>
                  <a:lnTo>
                    <a:pt x="6557" y="4918"/>
                  </a:lnTo>
                  <a:lnTo>
                    <a:pt x="9836" y="4918"/>
                  </a:lnTo>
                  <a:lnTo>
                    <a:pt x="14753" y="6558"/>
                  </a:lnTo>
                  <a:lnTo>
                    <a:pt x="18032" y="8197"/>
                  </a:lnTo>
                  <a:lnTo>
                    <a:pt x="21311" y="9836"/>
                  </a:lnTo>
                  <a:lnTo>
                    <a:pt x="26229" y="11476"/>
                  </a:lnTo>
                  <a:lnTo>
                    <a:pt x="29508" y="13115"/>
                  </a:lnTo>
                  <a:lnTo>
                    <a:pt x="32787" y="11476"/>
                  </a:lnTo>
                  <a:lnTo>
                    <a:pt x="36065" y="13115"/>
                  </a:lnTo>
                  <a:lnTo>
                    <a:pt x="40983" y="11476"/>
                  </a:lnTo>
                  <a:lnTo>
                    <a:pt x="44261" y="11476"/>
                  </a:lnTo>
                  <a:lnTo>
                    <a:pt x="47540" y="9836"/>
                  </a:lnTo>
                  <a:lnTo>
                    <a:pt x="52458" y="9836"/>
                  </a:lnTo>
                  <a:lnTo>
                    <a:pt x="47540" y="4918"/>
                  </a:lnTo>
                  <a:lnTo>
                    <a:pt x="44261" y="4918"/>
                  </a:lnTo>
                  <a:lnTo>
                    <a:pt x="40983" y="4918"/>
                  </a:lnTo>
                  <a:lnTo>
                    <a:pt x="37705" y="4918"/>
                  </a:lnTo>
                  <a:lnTo>
                    <a:pt x="32787" y="4918"/>
                  </a:lnTo>
                  <a:lnTo>
                    <a:pt x="29508" y="3279"/>
                  </a:lnTo>
                  <a:lnTo>
                    <a:pt x="26229" y="1639"/>
                  </a:lnTo>
                  <a:lnTo>
                    <a:pt x="22950" y="1639"/>
                  </a:lnTo>
                  <a:lnTo>
                    <a:pt x="18032" y="1639"/>
                  </a:lnTo>
                  <a:lnTo>
                    <a:pt x="14753" y="1639"/>
                  </a:lnTo>
                  <a:lnTo>
                    <a:pt x="11475" y="0"/>
                  </a:lnTo>
                  <a:lnTo>
                    <a:pt x="655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9" name="Freeform 2478">
              <a:extLst>
                <a:ext uri="{FF2B5EF4-FFF2-40B4-BE49-F238E27FC236}">
                  <a16:creationId xmlns:a16="http://schemas.microsoft.com/office/drawing/2014/main" id="{A35E3945-1C82-444D-B1B3-106A6EAEA070}"/>
                </a:ext>
              </a:extLst>
            </p:cNvPr>
            <p:cNvSpPr/>
            <p:nvPr/>
          </p:nvSpPr>
          <p:spPr>
            <a:xfrm>
              <a:off x="10659913" y="4447682"/>
              <a:ext cx="59015" cy="45901"/>
            </a:xfrm>
            <a:custGeom>
              <a:avLst/>
              <a:gdLst>
                <a:gd name="connsiteX0" fmla="*/ 1639 w 59015"/>
                <a:gd name="connsiteY0" fmla="*/ 42623 h 45901"/>
                <a:gd name="connsiteX1" fmla="*/ 0 w 59015"/>
                <a:gd name="connsiteY1" fmla="*/ 45902 h 45901"/>
                <a:gd name="connsiteX2" fmla="*/ 4918 w 59015"/>
                <a:gd name="connsiteY2" fmla="*/ 45902 h 45901"/>
                <a:gd name="connsiteX3" fmla="*/ 8197 w 59015"/>
                <a:gd name="connsiteY3" fmla="*/ 44262 h 45901"/>
                <a:gd name="connsiteX4" fmla="*/ 11475 w 59015"/>
                <a:gd name="connsiteY4" fmla="*/ 44262 h 45901"/>
                <a:gd name="connsiteX5" fmla="*/ 16393 w 59015"/>
                <a:gd name="connsiteY5" fmla="*/ 44262 h 45901"/>
                <a:gd name="connsiteX6" fmla="*/ 19671 w 59015"/>
                <a:gd name="connsiteY6" fmla="*/ 44262 h 45901"/>
                <a:gd name="connsiteX7" fmla="*/ 22950 w 59015"/>
                <a:gd name="connsiteY7" fmla="*/ 44262 h 45901"/>
                <a:gd name="connsiteX8" fmla="*/ 26229 w 59015"/>
                <a:gd name="connsiteY8" fmla="*/ 45902 h 45901"/>
                <a:gd name="connsiteX9" fmla="*/ 31147 w 59015"/>
                <a:gd name="connsiteY9" fmla="*/ 45902 h 45901"/>
                <a:gd name="connsiteX10" fmla="*/ 34426 w 59015"/>
                <a:gd name="connsiteY10" fmla="*/ 42623 h 45901"/>
                <a:gd name="connsiteX11" fmla="*/ 37705 w 59015"/>
                <a:gd name="connsiteY11" fmla="*/ 39344 h 45901"/>
                <a:gd name="connsiteX12" fmla="*/ 40983 w 59015"/>
                <a:gd name="connsiteY12" fmla="*/ 36066 h 45901"/>
                <a:gd name="connsiteX13" fmla="*/ 44261 w 59015"/>
                <a:gd name="connsiteY13" fmla="*/ 34426 h 45901"/>
                <a:gd name="connsiteX14" fmla="*/ 47540 w 59015"/>
                <a:gd name="connsiteY14" fmla="*/ 31148 h 45901"/>
                <a:gd name="connsiteX15" fmla="*/ 50819 w 59015"/>
                <a:gd name="connsiteY15" fmla="*/ 27869 h 45901"/>
                <a:gd name="connsiteX16" fmla="*/ 50819 w 59015"/>
                <a:gd name="connsiteY16" fmla="*/ 22951 h 45901"/>
                <a:gd name="connsiteX17" fmla="*/ 54098 w 59015"/>
                <a:gd name="connsiteY17" fmla="*/ 21312 h 45901"/>
                <a:gd name="connsiteX18" fmla="*/ 54098 w 59015"/>
                <a:gd name="connsiteY18" fmla="*/ 16393 h 45901"/>
                <a:gd name="connsiteX19" fmla="*/ 57377 w 59015"/>
                <a:gd name="connsiteY19" fmla="*/ 13115 h 45901"/>
                <a:gd name="connsiteX20" fmla="*/ 59016 w 59015"/>
                <a:gd name="connsiteY20" fmla="*/ 9836 h 45901"/>
                <a:gd name="connsiteX21" fmla="*/ 54098 w 59015"/>
                <a:gd name="connsiteY21" fmla="*/ 8197 h 45901"/>
                <a:gd name="connsiteX22" fmla="*/ 50819 w 59015"/>
                <a:gd name="connsiteY22" fmla="*/ 4918 h 45901"/>
                <a:gd name="connsiteX23" fmla="*/ 49180 w 59015"/>
                <a:gd name="connsiteY23" fmla="*/ 0 h 45901"/>
                <a:gd name="connsiteX24" fmla="*/ 45901 w 59015"/>
                <a:gd name="connsiteY24" fmla="*/ 0 h 45901"/>
                <a:gd name="connsiteX25" fmla="*/ 42622 w 59015"/>
                <a:gd name="connsiteY25" fmla="*/ 0 h 45901"/>
                <a:gd name="connsiteX26" fmla="*/ 39343 w 59015"/>
                <a:gd name="connsiteY26" fmla="*/ 0 h 45901"/>
                <a:gd name="connsiteX27" fmla="*/ 36065 w 59015"/>
                <a:gd name="connsiteY27" fmla="*/ 1639 h 45901"/>
                <a:gd name="connsiteX28" fmla="*/ 32787 w 59015"/>
                <a:gd name="connsiteY28" fmla="*/ 1639 h 45901"/>
                <a:gd name="connsiteX29" fmla="*/ 27868 w 59015"/>
                <a:gd name="connsiteY29" fmla="*/ 3279 h 45901"/>
                <a:gd name="connsiteX30" fmla="*/ 24590 w 59015"/>
                <a:gd name="connsiteY30" fmla="*/ 4918 h 45901"/>
                <a:gd name="connsiteX31" fmla="*/ 24590 w 59015"/>
                <a:gd name="connsiteY31" fmla="*/ 4918 h 45901"/>
                <a:gd name="connsiteX32" fmla="*/ 21311 w 59015"/>
                <a:gd name="connsiteY32" fmla="*/ 8197 h 45901"/>
                <a:gd name="connsiteX33" fmla="*/ 18032 w 59015"/>
                <a:gd name="connsiteY33" fmla="*/ 11476 h 45901"/>
                <a:gd name="connsiteX34" fmla="*/ 16393 w 59015"/>
                <a:gd name="connsiteY34" fmla="*/ 16393 h 45901"/>
                <a:gd name="connsiteX35" fmla="*/ 13114 w 59015"/>
                <a:gd name="connsiteY35" fmla="*/ 19672 h 45901"/>
                <a:gd name="connsiteX36" fmla="*/ 11475 w 59015"/>
                <a:gd name="connsiteY36" fmla="*/ 22951 h 45901"/>
                <a:gd name="connsiteX37" fmla="*/ 9836 w 59015"/>
                <a:gd name="connsiteY37" fmla="*/ 26229 h 45901"/>
                <a:gd name="connsiteX38" fmla="*/ 6557 w 59015"/>
                <a:gd name="connsiteY38" fmla="*/ 31148 h 45901"/>
                <a:gd name="connsiteX39" fmla="*/ 4918 w 59015"/>
                <a:gd name="connsiteY39" fmla="*/ 34426 h 45901"/>
                <a:gd name="connsiteX40" fmla="*/ 3278 w 59015"/>
                <a:gd name="connsiteY40" fmla="*/ 37705 h 45901"/>
                <a:gd name="connsiteX41" fmla="*/ 1639 w 59015"/>
                <a:gd name="connsiteY41" fmla="*/ 42623 h 4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59015" h="45901">
                  <a:moveTo>
                    <a:pt x="1639" y="42623"/>
                  </a:moveTo>
                  <a:lnTo>
                    <a:pt x="0" y="45902"/>
                  </a:lnTo>
                  <a:lnTo>
                    <a:pt x="4918" y="45902"/>
                  </a:lnTo>
                  <a:lnTo>
                    <a:pt x="8197" y="44262"/>
                  </a:lnTo>
                  <a:lnTo>
                    <a:pt x="11475" y="44262"/>
                  </a:lnTo>
                  <a:lnTo>
                    <a:pt x="16393" y="44262"/>
                  </a:lnTo>
                  <a:lnTo>
                    <a:pt x="19671" y="44262"/>
                  </a:lnTo>
                  <a:lnTo>
                    <a:pt x="22950" y="44262"/>
                  </a:lnTo>
                  <a:lnTo>
                    <a:pt x="26229" y="45902"/>
                  </a:lnTo>
                  <a:lnTo>
                    <a:pt x="31147" y="45902"/>
                  </a:lnTo>
                  <a:lnTo>
                    <a:pt x="34426" y="42623"/>
                  </a:lnTo>
                  <a:lnTo>
                    <a:pt x="37705" y="39344"/>
                  </a:lnTo>
                  <a:lnTo>
                    <a:pt x="40983" y="36066"/>
                  </a:lnTo>
                  <a:lnTo>
                    <a:pt x="44261" y="34426"/>
                  </a:lnTo>
                  <a:lnTo>
                    <a:pt x="47540" y="31148"/>
                  </a:lnTo>
                  <a:lnTo>
                    <a:pt x="50819" y="27869"/>
                  </a:lnTo>
                  <a:lnTo>
                    <a:pt x="50819" y="22951"/>
                  </a:lnTo>
                  <a:lnTo>
                    <a:pt x="54098" y="21312"/>
                  </a:lnTo>
                  <a:lnTo>
                    <a:pt x="54098" y="16393"/>
                  </a:lnTo>
                  <a:lnTo>
                    <a:pt x="57377" y="13115"/>
                  </a:lnTo>
                  <a:lnTo>
                    <a:pt x="59016" y="9836"/>
                  </a:lnTo>
                  <a:lnTo>
                    <a:pt x="54098" y="8197"/>
                  </a:lnTo>
                  <a:lnTo>
                    <a:pt x="50819" y="4918"/>
                  </a:lnTo>
                  <a:lnTo>
                    <a:pt x="49180" y="0"/>
                  </a:lnTo>
                  <a:lnTo>
                    <a:pt x="45901" y="0"/>
                  </a:lnTo>
                  <a:lnTo>
                    <a:pt x="42622" y="0"/>
                  </a:lnTo>
                  <a:lnTo>
                    <a:pt x="39343" y="0"/>
                  </a:lnTo>
                  <a:lnTo>
                    <a:pt x="36065" y="1639"/>
                  </a:lnTo>
                  <a:lnTo>
                    <a:pt x="32787" y="1639"/>
                  </a:lnTo>
                  <a:lnTo>
                    <a:pt x="27868" y="3279"/>
                  </a:lnTo>
                  <a:lnTo>
                    <a:pt x="24590" y="4918"/>
                  </a:lnTo>
                  <a:lnTo>
                    <a:pt x="24590" y="4918"/>
                  </a:lnTo>
                  <a:lnTo>
                    <a:pt x="21311" y="8197"/>
                  </a:lnTo>
                  <a:lnTo>
                    <a:pt x="18032" y="11476"/>
                  </a:lnTo>
                  <a:lnTo>
                    <a:pt x="16393" y="16393"/>
                  </a:lnTo>
                  <a:lnTo>
                    <a:pt x="13114" y="19672"/>
                  </a:lnTo>
                  <a:lnTo>
                    <a:pt x="11475" y="22951"/>
                  </a:lnTo>
                  <a:lnTo>
                    <a:pt x="9836" y="26229"/>
                  </a:lnTo>
                  <a:lnTo>
                    <a:pt x="6557" y="31148"/>
                  </a:lnTo>
                  <a:lnTo>
                    <a:pt x="4918" y="34426"/>
                  </a:lnTo>
                  <a:lnTo>
                    <a:pt x="3278" y="37705"/>
                  </a:lnTo>
                  <a:lnTo>
                    <a:pt x="1639" y="4262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0" name="Freeform 2479">
              <a:extLst>
                <a:ext uri="{FF2B5EF4-FFF2-40B4-BE49-F238E27FC236}">
                  <a16:creationId xmlns:a16="http://schemas.microsoft.com/office/drawing/2014/main" id="{75100C23-7B1F-0740-B326-349B33FEE1BE}"/>
                </a:ext>
              </a:extLst>
            </p:cNvPr>
            <p:cNvSpPr/>
            <p:nvPr/>
          </p:nvSpPr>
          <p:spPr>
            <a:xfrm>
              <a:off x="10697618" y="4482108"/>
              <a:ext cx="13114" cy="11475"/>
            </a:xfrm>
            <a:custGeom>
              <a:avLst/>
              <a:gdLst>
                <a:gd name="connsiteX0" fmla="*/ 8197 w 13114"/>
                <a:gd name="connsiteY0" fmla="*/ 11476 h 11475"/>
                <a:gd name="connsiteX1" fmla="*/ 13114 w 13114"/>
                <a:gd name="connsiteY1" fmla="*/ 9836 h 11475"/>
                <a:gd name="connsiteX2" fmla="*/ 11476 w 13114"/>
                <a:gd name="connsiteY2" fmla="*/ 8197 h 11475"/>
                <a:gd name="connsiteX3" fmla="*/ 9836 w 13114"/>
                <a:gd name="connsiteY3" fmla="*/ 4918 h 11475"/>
                <a:gd name="connsiteX4" fmla="*/ 9836 w 13114"/>
                <a:gd name="connsiteY4" fmla="*/ 1639 h 11475"/>
                <a:gd name="connsiteX5" fmla="*/ 6557 w 13114"/>
                <a:gd name="connsiteY5" fmla="*/ 0 h 11475"/>
                <a:gd name="connsiteX6" fmla="*/ 3279 w 13114"/>
                <a:gd name="connsiteY6" fmla="*/ 1639 h 11475"/>
                <a:gd name="connsiteX7" fmla="*/ 0 w 13114"/>
                <a:gd name="connsiteY7" fmla="*/ 6557 h 11475"/>
                <a:gd name="connsiteX8" fmla="*/ 1639 w 13114"/>
                <a:gd name="connsiteY8" fmla="*/ 9836 h 11475"/>
                <a:gd name="connsiteX9" fmla="*/ 4918 w 13114"/>
                <a:gd name="connsiteY9" fmla="*/ 1147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14" h="11475">
                  <a:moveTo>
                    <a:pt x="8197" y="11476"/>
                  </a:moveTo>
                  <a:lnTo>
                    <a:pt x="13114" y="9836"/>
                  </a:lnTo>
                  <a:lnTo>
                    <a:pt x="11476" y="8197"/>
                  </a:lnTo>
                  <a:lnTo>
                    <a:pt x="9836" y="4918"/>
                  </a:lnTo>
                  <a:lnTo>
                    <a:pt x="9836" y="1639"/>
                  </a:lnTo>
                  <a:lnTo>
                    <a:pt x="6557" y="0"/>
                  </a:lnTo>
                  <a:lnTo>
                    <a:pt x="3279" y="1639"/>
                  </a:lnTo>
                  <a:lnTo>
                    <a:pt x="0" y="6557"/>
                  </a:lnTo>
                  <a:lnTo>
                    <a:pt x="1639" y="9836"/>
                  </a:lnTo>
                  <a:lnTo>
                    <a:pt x="4918" y="1147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1" name="Freeform 2480">
              <a:extLst>
                <a:ext uri="{FF2B5EF4-FFF2-40B4-BE49-F238E27FC236}">
                  <a16:creationId xmlns:a16="http://schemas.microsoft.com/office/drawing/2014/main" id="{9043F79A-EAA7-2B4A-AA2D-0E6A4541B7C2}"/>
                </a:ext>
              </a:extLst>
            </p:cNvPr>
            <p:cNvSpPr/>
            <p:nvPr/>
          </p:nvSpPr>
          <p:spPr>
            <a:xfrm>
              <a:off x="10704175" y="4419813"/>
              <a:ext cx="4918" cy="4917"/>
            </a:xfrm>
            <a:custGeom>
              <a:avLst/>
              <a:gdLst>
                <a:gd name="connsiteX0" fmla="*/ 0 w 4918"/>
                <a:gd name="connsiteY0" fmla="*/ 0 h 4917"/>
                <a:gd name="connsiteX1" fmla="*/ 1640 w 4918"/>
                <a:gd name="connsiteY1" fmla="*/ 3278 h 4917"/>
                <a:gd name="connsiteX2" fmla="*/ 4919 w 4918"/>
                <a:gd name="connsiteY2" fmla="*/ 4918 h 4917"/>
                <a:gd name="connsiteX3" fmla="*/ 3279 w 4918"/>
                <a:gd name="connsiteY3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4917">
                  <a:moveTo>
                    <a:pt x="0" y="0"/>
                  </a:moveTo>
                  <a:lnTo>
                    <a:pt x="1640" y="3278"/>
                  </a:lnTo>
                  <a:lnTo>
                    <a:pt x="4919" y="4918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2" name="Freeform 2481">
              <a:extLst>
                <a:ext uri="{FF2B5EF4-FFF2-40B4-BE49-F238E27FC236}">
                  <a16:creationId xmlns:a16="http://schemas.microsoft.com/office/drawing/2014/main" id="{62BB6A98-08DB-814E-A51A-E2494FF8D8A1}"/>
                </a:ext>
              </a:extLst>
            </p:cNvPr>
            <p:cNvSpPr/>
            <p:nvPr/>
          </p:nvSpPr>
          <p:spPr>
            <a:xfrm>
              <a:off x="9566476" y="3928012"/>
              <a:ext cx="391800" cy="378686"/>
            </a:xfrm>
            <a:custGeom>
              <a:avLst/>
              <a:gdLst>
                <a:gd name="connsiteX0" fmla="*/ 1639 w 391800"/>
                <a:gd name="connsiteY0" fmla="*/ 155737 h 378686"/>
                <a:gd name="connsiteX1" fmla="*/ 4918 w 391800"/>
                <a:gd name="connsiteY1" fmla="*/ 152458 h 378686"/>
                <a:gd name="connsiteX2" fmla="*/ 4918 w 391800"/>
                <a:gd name="connsiteY2" fmla="*/ 149180 h 378686"/>
                <a:gd name="connsiteX3" fmla="*/ 3279 w 391800"/>
                <a:gd name="connsiteY3" fmla="*/ 144261 h 378686"/>
                <a:gd name="connsiteX4" fmla="*/ 6557 w 391800"/>
                <a:gd name="connsiteY4" fmla="*/ 140983 h 378686"/>
                <a:gd name="connsiteX5" fmla="*/ 9836 w 391800"/>
                <a:gd name="connsiteY5" fmla="*/ 139344 h 378686"/>
                <a:gd name="connsiteX6" fmla="*/ 13114 w 391800"/>
                <a:gd name="connsiteY6" fmla="*/ 136065 h 378686"/>
                <a:gd name="connsiteX7" fmla="*/ 14753 w 391800"/>
                <a:gd name="connsiteY7" fmla="*/ 132786 h 378686"/>
                <a:gd name="connsiteX8" fmla="*/ 14753 w 391800"/>
                <a:gd name="connsiteY8" fmla="*/ 132786 h 378686"/>
                <a:gd name="connsiteX9" fmla="*/ 11476 w 391800"/>
                <a:gd name="connsiteY9" fmla="*/ 136065 h 378686"/>
                <a:gd name="connsiteX10" fmla="*/ 8197 w 391800"/>
                <a:gd name="connsiteY10" fmla="*/ 139344 h 378686"/>
                <a:gd name="connsiteX11" fmla="*/ 6557 w 391800"/>
                <a:gd name="connsiteY11" fmla="*/ 136065 h 378686"/>
                <a:gd name="connsiteX12" fmla="*/ 8197 w 391800"/>
                <a:gd name="connsiteY12" fmla="*/ 132786 h 378686"/>
                <a:gd name="connsiteX13" fmla="*/ 8197 w 391800"/>
                <a:gd name="connsiteY13" fmla="*/ 129508 h 378686"/>
                <a:gd name="connsiteX14" fmla="*/ 9836 w 391800"/>
                <a:gd name="connsiteY14" fmla="*/ 124590 h 378686"/>
                <a:gd name="connsiteX15" fmla="*/ 13114 w 391800"/>
                <a:gd name="connsiteY15" fmla="*/ 122950 h 378686"/>
                <a:gd name="connsiteX16" fmla="*/ 16393 w 391800"/>
                <a:gd name="connsiteY16" fmla="*/ 118032 h 378686"/>
                <a:gd name="connsiteX17" fmla="*/ 18032 w 391800"/>
                <a:gd name="connsiteY17" fmla="*/ 114754 h 378686"/>
                <a:gd name="connsiteX18" fmla="*/ 18032 w 391800"/>
                <a:gd name="connsiteY18" fmla="*/ 111475 h 378686"/>
                <a:gd name="connsiteX19" fmla="*/ 21311 w 391800"/>
                <a:gd name="connsiteY19" fmla="*/ 108196 h 378686"/>
                <a:gd name="connsiteX20" fmla="*/ 26229 w 391800"/>
                <a:gd name="connsiteY20" fmla="*/ 106557 h 378686"/>
                <a:gd name="connsiteX21" fmla="*/ 29508 w 391800"/>
                <a:gd name="connsiteY21" fmla="*/ 103278 h 378686"/>
                <a:gd name="connsiteX22" fmla="*/ 29508 w 391800"/>
                <a:gd name="connsiteY22" fmla="*/ 103278 h 378686"/>
                <a:gd name="connsiteX23" fmla="*/ 29508 w 391800"/>
                <a:gd name="connsiteY23" fmla="*/ 106557 h 378686"/>
                <a:gd name="connsiteX24" fmla="*/ 26229 w 391800"/>
                <a:gd name="connsiteY24" fmla="*/ 109835 h 378686"/>
                <a:gd name="connsiteX25" fmla="*/ 27869 w 391800"/>
                <a:gd name="connsiteY25" fmla="*/ 114754 h 378686"/>
                <a:gd name="connsiteX26" fmla="*/ 31147 w 391800"/>
                <a:gd name="connsiteY26" fmla="*/ 116393 h 378686"/>
                <a:gd name="connsiteX27" fmla="*/ 31147 w 391800"/>
                <a:gd name="connsiteY27" fmla="*/ 119671 h 378686"/>
                <a:gd name="connsiteX28" fmla="*/ 31147 w 391800"/>
                <a:gd name="connsiteY28" fmla="*/ 122950 h 378686"/>
                <a:gd name="connsiteX29" fmla="*/ 34426 w 391800"/>
                <a:gd name="connsiteY29" fmla="*/ 127868 h 378686"/>
                <a:gd name="connsiteX30" fmla="*/ 37705 w 391800"/>
                <a:gd name="connsiteY30" fmla="*/ 131147 h 378686"/>
                <a:gd name="connsiteX31" fmla="*/ 40983 w 391800"/>
                <a:gd name="connsiteY31" fmla="*/ 132786 h 378686"/>
                <a:gd name="connsiteX32" fmla="*/ 42622 w 391800"/>
                <a:gd name="connsiteY32" fmla="*/ 132786 h 378686"/>
                <a:gd name="connsiteX33" fmla="*/ 42622 w 391800"/>
                <a:gd name="connsiteY33" fmla="*/ 136065 h 378686"/>
                <a:gd name="connsiteX34" fmla="*/ 44262 w 391800"/>
                <a:gd name="connsiteY34" fmla="*/ 137704 h 378686"/>
                <a:gd name="connsiteX35" fmla="*/ 47540 w 391800"/>
                <a:gd name="connsiteY35" fmla="*/ 140983 h 378686"/>
                <a:gd name="connsiteX36" fmla="*/ 50819 w 391800"/>
                <a:gd name="connsiteY36" fmla="*/ 142622 h 378686"/>
                <a:gd name="connsiteX37" fmla="*/ 54098 w 391800"/>
                <a:gd name="connsiteY37" fmla="*/ 145901 h 378686"/>
                <a:gd name="connsiteX38" fmla="*/ 55737 w 391800"/>
                <a:gd name="connsiteY38" fmla="*/ 149180 h 378686"/>
                <a:gd name="connsiteX39" fmla="*/ 59016 w 391800"/>
                <a:gd name="connsiteY39" fmla="*/ 150819 h 378686"/>
                <a:gd name="connsiteX40" fmla="*/ 62295 w 391800"/>
                <a:gd name="connsiteY40" fmla="*/ 154098 h 378686"/>
                <a:gd name="connsiteX41" fmla="*/ 65573 w 391800"/>
                <a:gd name="connsiteY41" fmla="*/ 157376 h 378686"/>
                <a:gd name="connsiteX42" fmla="*/ 70491 w 391800"/>
                <a:gd name="connsiteY42" fmla="*/ 155737 h 378686"/>
                <a:gd name="connsiteX43" fmla="*/ 73770 w 391800"/>
                <a:gd name="connsiteY43" fmla="*/ 154098 h 378686"/>
                <a:gd name="connsiteX44" fmla="*/ 77049 w 391800"/>
                <a:gd name="connsiteY44" fmla="*/ 150819 h 378686"/>
                <a:gd name="connsiteX45" fmla="*/ 80327 w 391800"/>
                <a:gd name="connsiteY45" fmla="*/ 149180 h 378686"/>
                <a:gd name="connsiteX46" fmla="*/ 85246 w 391800"/>
                <a:gd name="connsiteY46" fmla="*/ 149180 h 378686"/>
                <a:gd name="connsiteX47" fmla="*/ 88524 w 391800"/>
                <a:gd name="connsiteY47" fmla="*/ 147540 h 378686"/>
                <a:gd name="connsiteX48" fmla="*/ 91802 w 391800"/>
                <a:gd name="connsiteY48" fmla="*/ 145901 h 378686"/>
                <a:gd name="connsiteX49" fmla="*/ 95081 w 391800"/>
                <a:gd name="connsiteY49" fmla="*/ 149180 h 378686"/>
                <a:gd name="connsiteX50" fmla="*/ 99999 w 391800"/>
                <a:gd name="connsiteY50" fmla="*/ 149180 h 378686"/>
                <a:gd name="connsiteX51" fmla="*/ 103278 w 391800"/>
                <a:gd name="connsiteY51" fmla="*/ 150819 h 378686"/>
                <a:gd name="connsiteX52" fmla="*/ 106557 w 391800"/>
                <a:gd name="connsiteY52" fmla="*/ 149180 h 378686"/>
                <a:gd name="connsiteX53" fmla="*/ 111475 w 391800"/>
                <a:gd name="connsiteY53" fmla="*/ 149180 h 378686"/>
                <a:gd name="connsiteX54" fmla="*/ 114754 w 391800"/>
                <a:gd name="connsiteY54" fmla="*/ 150819 h 378686"/>
                <a:gd name="connsiteX55" fmla="*/ 118032 w 391800"/>
                <a:gd name="connsiteY55" fmla="*/ 147540 h 378686"/>
                <a:gd name="connsiteX56" fmla="*/ 121310 w 391800"/>
                <a:gd name="connsiteY56" fmla="*/ 144261 h 378686"/>
                <a:gd name="connsiteX57" fmla="*/ 124589 w 391800"/>
                <a:gd name="connsiteY57" fmla="*/ 144261 h 378686"/>
                <a:gd name="connsiteX58" fmla="*/ 126229 w 391800"/>
                <a:gd name="connsiteY58" fmla="*/ 142622 h 378686"/>
                <a:gd name="connsiteX59" fmla="*/ 127868 w 391800"/>
                <a:gd name="connsiteY59" fmla="*/ 139344 h 378686"/>
                <a:gd name="connsiteX60" fmla="*/ 127868 w 391800"/>
                <a:gd name="connsiteY60" fmla="*/ 136065 h 378686"/>
                <a:gd name="connsiteX61" fmla="*/ 129507 w 391800"/>
                <a:gd name="connsiteY61" fmla="*/ 132786 h 378686"/>
                <a:gd name="connsiteX62" fmla="*/ 131147 w 391800"/>
                <a:gd name="connsiteY62" fmla="*/ 129508 h 378686"/>
                <a:gd name="connsiteX63" fmla="*/ 134426 w 391800"/>
                <a:gd name="connsiteY63" fmla="*/ 127868 h 378686"/>
                <a:gd name="connsiteX64" fmla="*/ 137704 w 391800"/>
                <a:gd name="connsiteY64" fmla="*/ 126229 h 378686"/>
                <a:gd name="connsiteX65" fmla="*/ 140983 w 391800"/>
                <a:gd name="connsiteY65" fmla="*/ 124590 h 378686"/>
                <a:gd name="connsiteX66" fmla="*/ 145900 w 391800"/>
                <a:gd name="connsiteY66" fmla="*/ 124590 h 378686"/>
                <a:gd name="connsiteX67" fmla="*/ 149179 w 391800"/>
                <a:gd name="connsiteY67" fmla="*/ 126229 h 378686"/>
                <a:gd name="connsiteX68" fmla="*/ 152458 w 391800"/>
                <a:gd name="connsiteY68" fmla="*/ 126229 h 378686"/>
                <a:gd name="connsiteX69" fmla="*/ 157376 w 391800"/>
                <a:gd name="connsiteY69" fmla="*/ 124590 h 378686"/>
                <a:gd name="connsiteX70" fmla="*/ 160655 w 391800"/>
                <a:gd name="connsiteY70" fmla="*/ 124590 h 378686"/>
                <a:gd name="connsiteX71" fmla="*/ 160655 w 391800"/>
                <a:gd name="connsiteY71" fmla="*/ 129508 h 378686"/>
                <a:gd name="connsiteX72" fmla="*/ 165573 w 391800"/>
                <a:gd name="connsiteY72" fmla="*/ 131147 h 378686"/>
                <a:gd name="connsiteX73" fmla="*/ 168851 w 391800"/>
                <a:gd name="connsiteY73" fmla="*/ 132786 h 378686"/>
                <a:gd name="connsiteX74" fmla="*/ 172130 w 391800"/>
                <a:gd name="connsiteY74" fmla="*/ 134425 h 378686"/>
                <a:gd name="connsiteX75" fmla="*/ 175409 w 391800"/>
                <a:gd name="connsiteY75" fmla="*/ 137704 h 378686"/>
                <a:gd name="connsiteX76" fmla="*/ 180327 w 391800"/>
                <a:gd name="connsiteY76" fmla="*/ 136065 h 378686"/>
                <a:gd name="connsiteX77" fmla="*/ 183606 w 391800"/>
                <a:gd name="connsiteY77" fmla="*/ 139344 h 378686"/>
                <a:gd name="connsiteX78" fmla="*/ 186884 w 391800"/>
                <a:gd name="connsiteY78" fmla="*/ 139344 h 378686"/>
                <a:gd name="connsiteX79" fmla="*/ 191803 w 391800"/>
                <a:gd name="connsiteY79" fmla="*/ 136065 h 378686"/>
                <a:gd name="connsiteX80" fmla="*/ 193442 w 391800"/>
                <a:gd name="connsiteY80" fmla="*/ 132786 h 378686"/>
                <a:gd name="connsiteX81" fmla="*/ 198359 w 391800"/>
                <a:gd name="connsiteY81" fmla="*/ 129508 h 378686"/>
                <a:gd name="connsiteX82" fmla="*/ 201638 w 391800"/>
                <a:gd name="connsiteY82" fmla="*/ 129508 h 378686"/>
                <a:gd name="connsiteX83" fmla="*/ 201638 w 391800"/>
                <a:gd name="connsiteY83" fmla="*/ 129508 h 378686"/>
                <a:gd name="connsiteX84" fmla="*/ 206556 w 391800"/>
                <a:gd name="connsiteY84" fmla="*/ 131147 h 378686"/>
                <a:gd name="connsiteX85" fmla="*/ 206556 w 391800"/>
                <a:gd name="connsiteY85" fmla="*/ 131147 h 378686"/>
                <a:gd name="connsiteX86" fmla="*/ 209835 w 391800"/>
                <a:gd name="connsiteY86" fmla="*/ 129508 h 378686"/>
                <a:gd name="connsiteX87" fmla="*/ 214753 w 391800"/>
                <a:gd name="connsiteY87" fmla="*/ 127868 h 378686"/>
                <a:gd name="connsiteX88" fmla="*/ 218032 w 391800"/>
                <a:gd name="connsiteY88" fmla="*/ 129508 h 378686"/>
                <a:gd name="connsiteX89" fmla="*/ 221310 w 391800"/>
                <a:gd name="connsiteY89" fmla="*/ 129508 h 378686"/>
                <a:gd name="connsiteX90" fmla="*/ 221310 w 391800"/>
                <a:gd name="connsiteY90" fmla="*/ 126229 h 378686"/>
                <a:gd name="connsiteX91" fmla="*/ 224589 w 391800"/>
                <a:gd name="connsiteY91" fmla="*/ 122950 h 378686"/>
                <a:gd name="connsiteX92" fmla="*/ 224589 w 391800"/>
                <a:gd name="connsiteY92" fmla="*/ 118032 h 378686"/>
                <a:gd name="connsiteX93" fmla="*/ 224589 w 391800"/>
                <a:gd name="connsiteY93" fmla="*/ 114754 h 378686"/>
                <a:gd name="connsiteX94" fmla="*/ 229507 w 391800"/>
                <a:gd name="connsiteY94" fmla="*/ 111475 h 378686"/>
                <a:gd name="connsiteX95" fmla="*/ 231146 w 391800"/>
                <a:gd name="connsiteY95" fmla="*/ 108196 h 378686"/>
                <a:gd name="connsiteX96" fmla="*/ 231146 w 391800"/>
                <a:gd name="connsiteY96" fmla="*/ 104917 h 378686"/>
                <a:gd name="connsiteX97" fmla="*/ 227867 w 391800"/>
                <a:gd name="connsiteY97" fmla="*/ 100000 h 378686"/>
                <a:gd name="connsiteX98" fmla="*/ 227867 w 391800"/>
                <a:gd name="connsiteY98" fmla="*/ 96721 h 378686"/>
                <a:gd name="connsiteX99" fmla="*/ 232786 w 391800"/>
                <a:gd name="connsiteY99" fmla="*/ 93442 h 378686"/>
                <a:gd name="connsiteX100" fmla="*/ 234425 w 391800"/>
                <a:gd name="connsiteY100" fmla="*/ 90164 h 378686"/>
                <a:gd name="connsiteX101" fmla="*/ 237704 w 391800"/>
                <a:gd name="connsiteY101" fmla="*/ 88524 h 378686"/>
                <a:gd name="connsiteX102" fmla="*/ 240983 w 391800"/>
                <a:gd name="connsiteY102" fmla="*/ 85245 h 378686"/>
                <a:gd name="connsiteX103" fmla="*/ 245901 w 391800"/>
                <a:gd name="connsiteY103" fmla="*/ 83606 h 378686"/>
                <a:gd name="connsiteX104" fmla="*/ 242622 w 391800"/>
                <a:gd name="connsiteY104" fmla="*/ 78688 h 378686"/>
                <a:gd name="connsiteX105" fmla="*/ 240983 w 391800"/>
                <a:gd name="connsiteY105" fmla="*/ 78688 h 378686"/>
                <a:gd name="connsiteX106" fmla="*/ 239343 w 391800"/>
                <a:gd name="connsiteY106" fmla="*/ 75410 h 378686"/>
                <a:gd name="connsiteX107" fmla="*/ 240983 w 391800"/>
                <a:gd name="connsiteY107" fmla="*/ 72131 h 378686"/>
                <a:gd name="connsiteX108" fmla="*/ 240983 w 391800"/>
                <a:gd name="connsiteY108" fmla="*/ 68852 h 378686"/>
                <a:gd name="connsiteX109" fmla="*/ 242622 w 391800"/>
                <a:gd name="connsiteY109" fmla="*/ 63934 h 378686"/>
                <a:gd name="connsiteX110" fmla="*/ 245901 w 391800"/>
                <a:gd name="connsiteY110" fmla="*/ 60655 h 378686"/>
                <a:gd name="connsiteX111" fmla="*/ 249179 w 391800"/>
                <a:gd name="connsiteY111" fmla="*/ 62295 h 378686"/>
                <a:gd name="connsiteX112" fmla="*/ 252457 w 391800"/>
                <a:gd name="connsiteY112" fmla="*/ 60655 h 378686"/>
                <a:gd name="connsiteX113" fmla="*/ 254097 w 391800"/>
                <a:gd name="connsiteY113" fmla="*/ 57377 h 378686"/>
                <a:gd name="connsiteX114" fmla="*/ 254097 w 391800"/>
                <a:gd name="connsiteY114" fmla="*/ 54098 h 378686"/>
                <a:gd name="connsiteX115" fmla="*/ 255736 w 391800"/>
                <a:gd name="connsiteY115" fmla="*/ 49180 h 378686"/>
                <a:gd name="connsiteX116" fmla="*/ 255736 w 391800"/>
                <a:gd name="connsiteY116" fmla="*/ 45901 h 378686"/>
                <a:gd name="connsiteX117" fmla="*/ 259015 w 391800"/>
                <a:gd name="connsiteY117" fmla="*/ 42623 h 378686"/>
                <a:gd name="connsiteX118" fmla="*/ 257376 w 391800"/>
                <a:gd name="connsiteY118" fmla="*/ 37705 h 378686"/>
                <a:gd name="connsiteX119" fmla="*/ 255736 w 391800"/>
                <a:gd name="connsiteY119" fmla="*/ 36065 h 378686"/>
                <a:gd name="connsiteX120" fmla="*/ 255736 w 391800"/>
                <a:gd name="connsiteY120" fmla="*/ 31147 h 378686"/>
                <a:gd name="connsiteX121" fmla="*/ 257376 w 391800"/>
                <a:gd name="connsiteY121" fmla="*/ 27868 h 378686"/>
                <a:gd name="connsiteX122" fmla="*/ 257376 w 391800"/>
                <a:gd name="connsiteY122" fmla="*/ 24590 h 378686"/>
                <a:gd name="connsiteX123" fmla="*/ 257376 w 391800"/>
                <a:gd name="connsiteY123" fmla="*/ 22951 h 378686"/>
                <a:gd name="connsiteX124" fmla="*/ 257376 w 391800"/>
                <a:gd name="connsiteY124" fmla="*/ 19672 h 378686"/>
                <a:gd name="connsiteX125" fmla="*/ 259015 w 391800"/>
                <a:gd name="connsiteY125" fmla="*/ 16393 h 378686"/>
                <a:gd name="connsiteX126" fmla="*/ 259015 w 391800"/>
                <a:gd name="connsiteY126" fmla="*/ 13114 h 378686"/>
                <a:gd name="connsiteX127" fmla="*/ 260654 w 391800"/>
                <a:gd name="connsiteY127" fmla="*/ 8197 h 378686"/>
                <a:gd name="connsiteX128" fmla="*/ 265573 w 391800"/>
                <a:gd name="connsiteY128" fmla="*/ 6557 h 378686"/>
                <a:gd name="connsiteX129" fmla="*/ 265573 w 391800"/>
                <a:gd name="connsiteY129" fmla="*/ 1639 h 378686"/>
                <a:gd name="connsiteX130" fmla="*/ 267212 w 391800"/>
                <a:gd name="connsiteY130" fmla="*/ 0 h 378686"/>
                <a:gd name="connsiteX131" fmla="*/ 270491 w 391800"/>
                <a:gd name="connsiteY131" fmla="*/ 1639 h 378686"/>
                <a:gd name="connsiteX132" fmla="*/ 273769 w 391800"/>
                <a:gd name="connsiteY132" fmla="*/ 4918 h 378686"/>
                <a:gd name="connsiteX133" fmla="*/ 277047 w 391800"/>
                <a:gd name="connsiteY133" fmla="*/ 1639 h 378686"/>
                <a:gd name="connsiteX134" fmla="*/ 281966 w 391800"/>
                <a:gd name="connsiteY134" fmla="*/ 1639 h 378686"/>
                <a:gd name="connsiteX135" fmla="*/ 285244 w 391800"/>
                <a:gd name="connsiteY135" fmla="*/ 1639 h 378686"/>
                <a:gd name="connsiteX136" fmla="*/ 288523 w 391800"/>
                <a:gd name="connsiteY136" fmla="*/ 4918 h 378686"/>
                <a:gd name="connsiteX137" fmla="*/ 291802 w 391800"/>
                <a:gd name="connsiteY137" fmla="*/ 3278 h 378686"/>
                <a:gd name="connsiteX138" fmla="*/ 293441 w 391800"/>
                <a:gd name="connsiteY138" fmla="*/ 0 h 378686"/>
                <a:gd name="connsiteX139" fmla="*/ 296720 w 391800"/>
                <a:gd name="connsiteY139" fmla="*/ 1639 h 378686"/>
                <a:gd name="connsiteX140" fmla="*/ 299998 w 391800"/>
                <a:gd name="connsiteY140" fmla="*/ 1639 h 378686"/>
                <a:gd name="connsiteX141" fmla="*/ 303277 w 391800"/>
                <a:gd name="connsiteY141" fmla="*/ 3278 h 378686"/>
                <a:gd name="connsiteX142" fmla="*/ 306556 w 391800"/>
                <a:gd name="connsiteY142" fmla="*/ 1639 h 378686"/>
                <a:gd name="connsiteX143" fmla="*/ 309834 w 391800"/>
                <a:gd name="connsiteY143" fmla="*/ 3278 h 378686"/>
                <a:gd name="connsiteX144" fmla="*/ 314753 w 391800"/>
                <a:gd name="connsiteY144" fmla="*/ 3278 h 378686"/>
                <a:gd name="connsiteX145" fmla="*/ 318031 w 391800"/>
                <a:gd name="connsiteY145" fmla="*/ 1639 h 378686"/>
                <a:gd name="connsiteX146" fmla="*/ 321310 w 391800"/>
                <a:gd name="connsiteY146" fmla="*/ 4918 h 378686"/>
                <a:gd name="connsiteX147" fmla="*/ 326227 w 391800"/>
                <a:gd name="connsiteY147" fmla="*/ 6557 h 378686"/>
                <a:gd name="connsiteX148" fmla="*/ 329506 w 391800"/>
                <a:gd name="connsiteY148" fmla="*/ 9836 h 378686"/>
                <a:gd name="connsiteX149" fmla="*/ 332785 w 391800"/>
                <a:gd name="connsiteY149" fmla="*/ 9836 h 378686"/>
                <a:gd name="connsiteX150" fmla="*/ 334424 w 391800"/>
                <a:gd name="connsiteY150" fmla="*/ 9836 h 378686"/>
                <a:gd name="connsiteX151" fmla="*/ 329506 w 391800"/>
                <a:gd name="connsiteY151" fmla="*/ 13114 h 378686"/>
                <a:gd name="connsiteX152" fmla="*/ 326227 w 391800"/>
                <a:gd name="connsiteY152" fmla="*/ 13114 h 378686"/>
                <a:gd name="connsiteX153" fmla="*/ 329506 w 391800"/>
                <a:gd name="connsiteY153" fmla="*/ 16393 h 378686"/>
                <a:gd name="connsiteX154" fmla="*/ 334424 w 391800"/>
                <a:gd name="connsiteY154" fmla="*/ 18033 h 378686"/>
                <a:gd name="connsiteX155" fmla="*/ 336064 w 391800"/>
                <a:gd name="connsiteY155" fmla="*/ 22951 h 378686"/>
                <a:gd name="connsiteX156" fmla="*/ 331146 w 391800"/>
                <a:gd name="connsiteY156" fmla="*/ 21311 h 378686"/>
                <a:gd name="connsiteX157" fmla="*/ 336064 w 391800"/>
                <a:gd name="connsiteY157" fmla="*/ 22951 h 378686"/>
                <a:gd name="connsiteX158" fmla="*/ 339343 w 391800"/>
                <a:gd name="connsiteY158" fmla="*/ 24590 h 378686"/>
                <a:gd name="connsiteX159" fmla="*/ 339343 w 391800"/>
                <a:gd name="connsiteY159" fmla="*/ 27868 h 378686"/>
                <a:gd name="connsiteX160" fmla="*/ 342621 w 391800"/>
                <a:gd name="connsiteY160" fmla="*/ 31147 h 378686"/>
                <a:gd name="connsiteX161" fmla="*/ 339343 w 391800"/>
                <a:gd name="connsiteY161" fmla="*/ 34426 h 378686"/>
                <a:gd name="connsiteX162" fmla="*/ 336064 w 391800"/>
                <a:gd name="connsiteY162" fmla="*/ 34426 h 378686"/>
                <a:gd name="connsiteX163" fmla="*/ 331146 w 391800"/>
                <a:gd name="connsiteY163" fmla="*/ 31147 h 378686"/>
                <a:gd name="connsiteX164" fmla="*/ 329506 w 391800"/>
                <a:gd name="connsiteY164" fmla="*/ 27868 h 378686"/>
                <a:gd name="connsiteX165" fmla="*/ 331146 w 391800"/>
                <a:gd name="connsiteY165" fmla="*/ 31147 h 378686"/>
                <a:gd name="connsiteX166" fmla="*/ 331146 w 391800"/>
                <a:gd name="connsiteY166" fmla="*/ 34426 h 378686"/>
                <a:gd name="connsiteX167" fmla="*/ 326227 w 391800"/>
                <a:gd name="connsiteY167" fmla="*/ 34426 h 378686"/>
                <a:gd name="connsiteX168" fmla="*/ 322950 w 391800"/>
                <a:gd name="connsiteY168" fmla="*/ 34426 h 378686"/>
                <a:gd name="connsiteX169" fmla="*/ 319671 w 391800"/>
                <a:gd name="connsiteY169" fmla="*/ 34426 h 378686"/>
                <a:gd name="connsiteX170" fmla="*/ 316392 w 391800"/>
                <a:gd name="connsiteY170" fmla="*/ 34426 h 378686"/>
                <a:gd name="connsiteX171" fmla="*/ 319671 w 391800"/>
                <a:gd name="connsiteY171" fmla="*/ 37705 h 378686"/>
                <a:gd name="connsiteX172" fmla="*/ 321310 w 391800"/>
                <a:gd name="connsiteY172" fmla="*/ 39344 h 378686"/>
                <a:gd name="connsiteX173" fmla="*/ 321310 w 391800"/>
                <a:gd name="connsiteY173" fmla="*/ 40983 h 378686"/>
                <a:gd name="connsiteX174" fmla="*/ 326227 w 391800"/>
                <a:gd name="connsiteY174" fmla="*/ 42623 h 378686"/>
                <a:gd name="connsiteX175" fmla="*/ 329506 w 391800"/>
                <a:gd name="connsiteY175" fmla="*/ 44262 h 378686"/>
                <a:gd name="connsiteX176" fmla="*/ 327867 w 391800"/>
                <a:gd name="connsiteY176" fmla="*/ 47541 h 378686"/>
                <a:gd name="connsiteX177" fmla="*/ 326227 w 391800"/>
                <a:gd name="connsiteY177" fmla="*/ 50820 h 378686"/>
                <a:gd name="connsiteX178" fmla="*/ 322950 w 391800"/>
                <a:gd name="connsiteY178" fmla="*/ 50820 h 378686"/>
                <a:gd name="connsiteX179" fmla="*/ 326227 w 391800"/>
                <a:gd name="connsiteY179" fmla="*/ 54098 h 378686"/>
                <a:gd name="connsiteX180" fmla="*/ 329506 w 391800"/>
                <a:gd name="connsiteY180" fmla="*/ 55737 h 378686"/>
                <a:gd name="connsiteX181" fmla="*/ 331146 w 391800"/>
                <a:gd name="connsiteY181" fmla="*/ 57377 h 378686"/>
                <a:gd name="connsiteX182" fmla="*/ 332785 w 391800"/>
                <a:gd name="connsiteY182" fmla="*/ 57377 h 378686"/>
                <a:gd name="connsiteX183" fmla="*/ 336064 w 391800"/>
                <a:gd name="connsiteY183" fmla="*/ 59016 h 378686"/>
                <a:gd name="connsiteX184" fmla="*/ 336064 w 391800"/>
                <a:gd name="connsiteY184" fmla="*/ 62295 h 378686"/>
                <a:gd name="connsiteX185" fmla="*/ 334424 w 391800"/>
                <a:gd name="connsiteY185" fmla="*/ 62295 h 378686"/>
                <a:gd name="connsiteX186" fmla="*/ 337703 w 391800"/>
                <a:gd name="connsiteY186" fmla="*/ 63934 h 378686"/>
                <a:gd name="connsiteX187" fmla="*/ 334424 w 391800"/>
                <a:gd name="connsiteY187" fmla="*/ 65573 h 378686"/>
                <a:gd name="connsiteX188" fmla="*/ 336064 w 391800"/>
                <a:gd name="connsiteY188" fmla="*/ 65573 h 378686"/>
                <a:gd name="connsiteX189" fmla="*/ 340982 w 391800"/>
                <a:gd name="connsiteY189" fmla="*/ 67213 h 378686"/>
                <a:gd name="connsiteX190" fmla="*/ 336064 w 391800"/>
                <a:gd name="connsiteY190" fmla="*/ 68852 h 378686"/>
                <a:gd name="connsiteX191" fmla="*/ 339343 w 391800"/>
                <a:gd name="connsiteY191" fmla="*/ 70491 h 378686"/>
                <a:gd name="connsiteX192" fmla="*/ 342621 w 391800"/>
                <a:gd name="connsiteY192" fmla="*/ 73770 h 378686"/>
                <a:gd name="connsiteX193" fmla="*/ 344261 w 391800"/>
                <a:gd name="connsiteY193" fmla="*/ 78688 h 378686"/>
                <a:gd name="connsiteX194" fmla="*/ 347540 w 391800"/>
                <a:gd name="connsiteY194" fmla="*/ 81967 h 378686"/>
                <a:gd name="connsiteX195" fmla="*/ 350817 w 391800"/>
                <a:gd name="connsiteY195" fmla="*/ 85245 h 378686"/>
                <a:gd name="connsiteX196" fmla="*/ 354096 w 391800"/>
                <a:gd name="connsiteY196" fmla="*/ 90164 h 378686"/>
                <a:gd name="connsiteX197" fmla="*/ 355736 w 391800"/>
                <a:gd name="connsiteY197" fmla="*/ 93442 h 378686"/>
                <a:gd name="connsiteX198" fmla="*/ 354096 w 391800"/>
                <a:gd name="connsiteY198" fmla="*/ 96721 h 378686"/>
                <a:gd name="connsiteX199" fmla="*/ 349179 w 391800"/>
                <a:gd name="connsiteY199" fmla="*/ 100000 h 378686"/>
                <a:gd name="connsiteX200" fmla="*/ 347540 w 391800"/>
                <a:gd name="connsiteY200" fmla="*/ 104917 h 378686"/>
                <a:gd name="connsiteX201" fmla="*/ 344261 w 391800"/>
                <a:gd name="connsiteY201" fmla="*/ 104917 h 378686"/>
                <a:gd name="connsiteX202" fmla="*/ 347540 w 391800"/>
                <a:gd name="connsiteY202" fmla="*/ 108196 h 378686"/>
                <a:gd name="connsiteX203" fmla="*/ 347540 w 391800"/>
                <a:gd name="connsiteY203" fmla="*/ 111475 h 378686"/>
                <a:gd name="connsiteX204" fmla="*/ 350817 w 391800"/>
                <a:gd name="connsiteY204" fmla="*/ 114754 h 378686"/>
                <a:gd name="connsiteX205" fmla="*/ 354096 w 391800"/>
                <a:gd name="connsiteY205" fmla="*/ 118032 h 378686"/>
                <a:gd name="connsiteX206" fmla="*/ 357375 w 391800"/>
                <a:gd name="connsiteY206" fmla="*/ 121311 h 378686"/>
                <a:gd name="connsiteX207" fmla="*/ 362293 w 391800"/>
                <a:gd name="connsiteY207" fmla="*/ 124590 h 378686"/>
                <a:gd name="connsiteX208" fmla="*/ 365572 w 391800"/>
                <a:gd name="connsiteY208" fmla="*/ 126229 h 378686"/>
                <a:gd name="connsiteX209" fmla="*/ 368851 w 391800"/>
                <a:gd name="connsiteY209" fmla="*/ 129508 h 378686"/>
                <a:gd name="connsiteX210" fmla="*/ 370490 w 391800"/>
                <a:gd name="connsiteY210" fmla="*/ 132786 h 378686"/>
                <a:gd name="connsiteX211" fmla="*/ 373769 w 391800"/>
                <a:gd name="connsiteY211" fmla="*/ 134425 h 378686"/>
                <a:gd name="connsiteX212" fmla="*/ 378686 w 391800"/>
                <a:gd name="connsiteY212" fmla="*/ 136065 h 378686"/>
                <a:gd name="connsiteX213" fmla="*/ 381965 w 391800"/>
                <a:gd name="connsiteY213" fmla="*/ 139344 h 378686"/>
                <a:gd name="connsiteX214" fmla="*/ 383604 w 391800"/>
                <a:gd name="connsiteY214" fmla="*/ 144261 h 378686"/>
                <a:gd name="connsiteX215" fmla="*/ 388523 w 391800"/>
                <a:gd name="connsiteY215" fmla="*/ 147540 h 378686"/>
                <a:gd name="connsiteX216" fmla="*/ 391801 w 391800"/>
                <a:gd name="connsiteY216" fmla="*/ 147540 h 378686"/>
                <a:gd name="connsiteX217" fmla="*/ 391801 w 391800"/>
                <a:gd name="connsiteY217" fmla="*/ 149180 h 378686"/>
                <a:gd name="connsiteX218" fmla="*/ 391801 w 391800"/>
                <a:gd name="connsiteY218" fmla="*/ 150819 h 378686"/>
                <a:gd name="connsiteX219" fmla="*/ 390162 w 391800"/>
                <a:gd name="connsiteY219" fmla="*/ 154098 h 378686"/>
                <a:gd name="connsiteX220" fmla="*/ 385244 w 391800"/>
                <a:gd name="connsiteY220" fmla="*/ 157376 h 378686"/>
                <a:gd name="connsiteX221" fmla="*/ 381965 w 391800"/>
                <a:gd name="connsiteY221" fmla="*/ 159015 h 378686"/>
                <a:gd name="connsiteX222" fmla="*/ 378686 w 391800"/>
                <a:gd name="connsiteY222" fmla="*/ 157376 h 378686"/>
                <a:gd name="connsiteX223" fmla="*/ 375408 w 391800"/>
                <a:gd name="connsiteY223" fmla="*/ 159015 h 378686"/>
                <a:gd name="connsiteX224" fmla="*/ 370490 w 391800"/>
                <a:gd name="connsiteY224" fmla="*/ 157376 h 378686"/>
                <a:gd name="connsiteX225" fmla="*/ 367211 w 391800"/>
                <a:gd name="connsiteY225" fmla="*/ 159015 h 378686"/>
                <a:gd name="connsiteX226" fmla="*/ 363933 w 391800"/>
                <a:gd name="connsiteY226" fmla="*/ 155737 h 378686"/>
                <a:gd name="connsiteX227" fmla="*/ 359014 w 391800"/>
                <a:gd name="connsiteY227" fmla="*/ 155737 h 378686"/>
                <a:gd name="connsiteX228" fmla="*/ 355736 w 391800"/>
                <a:gd name="connsiteY228" fmla="*/ 154098 h 378686"/>
                <a:gd name="connsiteX229" fmla="*/ 354096 w 391800"/>
                <a:gd name="connsiteY229" fmla="*/ 149180 h 378686"/>
                <a:gd name="connsiteX230" fmla="*/ 349179 w 391800"/>
                <a:gd name="connsiteY230" fmla="*/ 147540 h 378686"/>
                <a:gd name="connsiteX231" fmla="*/ 352457 w 391800"/>
                <a:gd name="connsiteY231" fmla="*/ 150819 h 378686"/>
                <a:gd name="connsiteX232" fmla="*/ 354096 w 391800"/>
                <a:gd name="connsiteY232" fmla="*/ 155737 h 378686"/>
                <a:gd name="connsiteX233" fmla="*/ 352457 w 391800"/>
                <a:gd name="connsiteY233" fmla="*/ 159015 h 378686"/>
                <a:gd name="connsiteX234" fmla="*/ 349179 w 391800"/>
                <a:gd name="connsiteY234" fmla="*/ 157376 h 378686"/>
                <a:gd name="connsiteX235" fmla="*/ 344261 w 391800"/>
                <a:gd name="connsiteY235" fmla="*/ 160655 h 378686"/>
                <a:gd name="connsiteX236" fmla="*/ 342621 w 391800"/>
                <a:gd name="connsiteY236" fmla="*/ 163934 h 378686"/>
                <a:gd name="connsiteX237" fmla="*/ 340982 w 391800"/>
                <a:gd name="connsiteY237" fmla="*/ 167212 h 378686"/>
                <a:gd name="connsiteX238" fmla="*/ 339343 w 391800"/>
                <a:gd name="connsiteY238" fmla="*/ 172130 h 378686"/>
                <a:gd name="connsiteX239" fmla="*/ 339343 w 391800"/>
                <a:gd name="connsiteY239" fmla="*/ 175409 h 378686"/>
                <a:gd name="connsiteX240" fmla="*/ 336064 w 391800"/>
                <a:gd name="connsiteY240" fmla="*/ 178688 h 378686"/>
                <a:gd name="connsiteX241" fmla="*/ 334424 w 391800"/>
                <a:gd name="connsiteY241" fmla="*/ 181966 h 378686"/>
                <a:gd name="connsiteX242" fmla="*/ 332785 w 391800"/>
                <a:gd name="connsiteY242" fmla="*/ 186884 h 378686"/>
                <a:gd name="connsiteX243" fmla="*/ 332785 w 391800"/>
                <a:gd name="connsiteY243" fmla="*/ 190163 h 378686"/>
                <a:gd name="connsiteX244" fmla="*/ 334424 w 391800"/>
                <a:gd name="connsiteY244" fmla="*/ 193442 h 378686"/>
                <a:gd name="connsiteX245" fmla="*/ 334424 w 391800"/>
                <a:gd name="connsiteY245" fmla="*/ 195081 h 378686"/>
                <a:gd name="connsiteX246" fmla="*/ 332785 w 391800"/>
                <a:gd name="connsiteY246" fmla="*/ 198360 h 378686"/>
                <a:gd name="connsiteX247" fmla="*/ 332785 w 391800"/>
                <a:gd name="connsiteY247" fmla="*/ 201638 h 378686"/>
                <a:gd name="connsiteX248" fmla="*/ 331146 w 391800"/>
                <a:gd name="connsiteY248" fmla="*/ 206557 h 378686"/>
                <a:gd name="connsiteX249" fmla="*/ 334424 w 391800"/>
                <a:gd name="connsiteY249" fmla="*/ 209835 h 378686"/>
                <a:gd name="connsiteX250" fmla="*/ 332785 w 391800"/>
                <a:gd name="connsiteY250" fmla="*/ 213114 h 378686"/>
                <a:gd name="connsiteX251" fmla="*/ 331146 w 391800"/>
                <a:gd name="connsiteY251" fmla="*/ 218032 h 378686"/>
                <a:gd name="connsiteX252" fmla="*/ 331146 w 391800"/>
                <a:gd name="connsiteY252" fmla="*/ 218032 h 378686"/>
                <a:gd name="connsiteX253" fmla="*/ 336064 w 391800"/>
                <a:gd name="connsiteY253" fmla="*/ 214753 h 378686"/>
                <a:gd name="connsiteX254" fmla="*/ 339343 w 391800"/>
                <a:gd name="connsiteY254" fmla="*/ 213114 h 378686"/>
                <a:gd name="connsiteX255" fmla="*/ 337703 w 391800"/>
                <a:gd name="connsiteY255" fmla="*/ 218032 h 378686"/>
                <a:gd name="connsiteX256" fmla="*/ 334424 w 391800"/>
                <a:gd name="connsiteY256" fmla="*/ 221310 h 378686"/>
                <a:gd name="connsiteX257" fmla="*/ 336064 w 391800"/>
                <a:gd name="connsiteY257" fmla="*/ 221310 h 378686"/>
                <a:gd name="connsiteX258" fmla="*/ 334424 w 391800"/>
                <a:gd name="connsiteY258" fmla="*/ 226228 h 378686"/>
                <a:gd name="connsiteX259" fmla="*/ 336064 w 391800"/>
                <a:gd name="connsiteY259" fmla="*/ 229507 h 378686"/>
                <a:gd name="connsiteX260" fmla="*/ 332785 w 391800"/>
                <a:gd name="connsiteY260" fmla="*/ 229507 h 378686"/>
                <a:gd name="connsiteX261" fmla="*/ 332785 w 391800"/>
                <a:gd name="connsiteY261" fmla="*/ 231147 h 378686"/>
                <a:gd name="connsiteX262" fmla="*/ 329506 w 391800"/>
                <a:gd name="connsiteY262" fmla="*/ 231147 h 378686"/>
                <a:gd name="connsiteX263" fmla="*/ 327867 w 391800"/>
                <a:gd name="connsiteY263" fmla="*/ 234425 h 378686"/>
                <a:gd name="connsiteX264" fmla="*/ 326227 w 391800"/>
                <a:gd name="connsiteY264" fmla="*/ 229507 h 378686"/>
                <a:gd name="connsiteX265" fmla="*/ 324588 w 391800"/>
                <a:gd name="connsiteY265" fmla="*/ 232786 h 378686"/>
                <a:gd name="connsiteX266" fmla="*/ 321310 w 391800"/>
                <a:gd name="connsiteY266" fmla="*/ 237704 h 378686"/>
                <a:gd name="connsiteX267" fmla="*/ 318031 w 391800"/>
                <a:gd name="connsiteY267" fmla="*/ 240982 h 378686"/>
                <a:gd name="connsiteX268" fmla="*/ 316392 w 391800"/>
                <a:gd name="connsiteY268" fmla="*/ 244261 h 378686"/>
                <a:gd name="connsiteX269" fmla="*/ 313113 w 391800"/>
                <a:gd name="connsiteY269" fmla="*/ 249179 h 378686"/>
                <a:gd name="connsiteX270" fmla="*/ 309834 w 391800"/>
                <a:gd name="connsiteY270" fmla="*/ 249179 h 378686"/>
                <a:gd name="connsiteX271" fmla="*/ 306556 w 391800"/>
                <a:gd name="connsiteY271" fmla="*/ 247540 h 378686"/>
                <a:gd name="connsiteX272" fmla="*/ 304916 w 391800"/>
                <a:gd name="connsiteY272" fmla="*/ 244261 h 378686"/>
                <a:gd name="connsiteX273" fmla="*/ 304916 w 391800"/>
                <a:gd name="connsiteY273" fmla="*/ 239343 h 378686"/>
                <a:gd name="connsiteX274" fmla="*/ 303277 w 391800"/>
                <a:gd name="connsiteY274" fmla="*/ 244261 h 378686"/>
                <a:gd name="connsiteX275" fmla="*/ 304916 w 391800"/>
                <a:gd name="connsiteY275" fmla="*/ 247540 h 378686"/>
                <a:gd name="connsiteX276" fmla="*/ 304916 w 391800"/>
                <a:gd name="connsiteY276" fmla="*/ 250818 h 378686"/>
                <a:gd name="connsiteX277" fmla="*/ 303277 w 391800"/>
                <a:gd name="connsiteY277" fmla="*/ 255737 h 378686"/>
                <a:gd name="connsiteX278" fmla="*/ 299998 w 391800"/>
                <a:gd name="connsiteY278" fmla="*/ 255737 h 378686"/>
                <a:gd name="connsiteX279" fmla="*/ 296720 w 391800"/>
                <a:gd name="connsiteY279" fmla="*/ 259015 h 378686"/>
                <a:gd name="connsiteX280" fmla="*/ 296720 w 391800"/>
                <a:gd name="connsiteY280" fmla="*/ 262294 h 378686"/>
                <a:gd name="connsiteX281" fmla="*/ 295081 w 391800"/>
                <a:gd name="connsiteY281" fmla="*/ 267212 h 378686"/>
                <a:gd name="connsiteX282" fmla="*/ 291802 w 391800"/>
                <a:gd name="connsiteY282" fmla="*/ 268851 h 378686"/>
                <a:gd name="connsiteX283" fmla="*/ 288523 w 391800"/>
                <a:gd name="connsiteY283" fmla="*/ 270491 h 378686"/>
                <a:gd name="connsiteX284" fmla="*/ 285244 w 391800"/>
                <a:gd name="connsiteY284" fmla="*/ 273769 h 378686"/>
                <a:gd name="connsiteX285" fmla="*/ 288523 w 391800"/>
                <a:gd name="connsiteY285" fmla="*/ 273769 h 378686"/>
                <a:gd name="connsiteX286" fmla="*/ 291802 w 391800"/>
                <a:gd name="connsiteY286" fmla="*/ 275408 h 378686"/>
                <a:gd name="connsiteX287" fmla="*/ 293441 w 391800"/>
                <a:gd name="connsiteY287" fmla="*/ 278687 h 378686"/>
                <a:gd name="connsiteX288" fmla="*/ 293441 w 391800"/>
                <a:gd name="connsiteY288" fmla="*/ 281966 h 378686"/>
                <a:gd name="connsiteX289" fmla="*/ 290163 w 391800"/>
                <a:gd name="connsiteY289" fmla="*/ 286884 h 378686"/>
                <a:gd name="connsiteX290" fmla="*/ 286884 w 391800"/>
                <a:gd name="connsiteY290" fmla="*/ 290162 h 378686"/>
                <a:gd name="connsiteX291" fmla="*/ 290163 w 391800"/>
                <a:gd name="connsiteY291" fmla="*/ 291802 h 378686"/>
                <a:gd name="connsiteX292" fmla="*/ 295081 w 391800"/>
                <a:gd name="connsiteY292" fmla="*/ 290162 h 378686"/>
                <a:gd name="connsiteX293" fmla="*/ 298360 w 391800"/>
                <a:gd name="connsiteY293" fmla="*/ 291802 h 378686"/>
                <a:gd name="connsiteX294" fmla="*/ 298360 w 391800"/>
                <a:gd name="connsiteY294" fmla="*/ 295081 h 378686"/>
                <a:gd name="connsiteX295" fmla="*/ 298360 w 391800"/>
                <a:gd name="connsiteY295" fmla="*/ 295081 h 378686"/>
                <a:gd name="connsiteX296" fmla="*/ 296720 w 391800"/>
                <a:gd name="connsiteY296" fmla="*/ 299998 h 378686"/>
                <a:gd name="connsiteX297" fmla="*/ 295081 w 391800"/>
                <a:gd name="connsiteY297" fmla="*/ 303277 h 378686"/>
                <a:gd name="connsiteX298" fmla="*/ 293441 w 391800"/>
                <a:gd name="connsiteY298" fmla="*/ 308195 h 378686"/>
                <a:gd name="connsiteX299" fmla="*/ 290163 w 391800"/>
                <a:gd name="connsiteY299" fmla="*/ 304917 h 378686"/>
                <a:gd name="connsiteX300" fmla="*/ 286884 w 391800"/>
                <a:gd name="connsiteY300" fmla="*/ 304917 h 378686"/>
                <a:gd name="connsiteX301" fmla="*/ 288523 w 391800"/>
                <a:gd name="connsiteY301" fmla="*/ 309835 h 378686"/>
                <a:gd name="connsiteX302" fmla="*/ 288523 w 391800"/>
                <a:gd name="connsiteY302" fmla="*/ 313113 h 378686"/>
                <a:gd name="connsiteX303" fmla="*/ 288523 w 391800"/>
                <a:gd name="connsiteY303" fmla="*/ 316392 h 378686"/>
                <a:gd name="connsiteX304" fmla="*/ 288523 w 391800"/>
                <a:gd name="connsiteY304" fmla="*/ 321310 h 378686"/>
                <a:gd name="connsiteX305" fmla="*/ 285244 w 391800"/>
                <a:gd name="connsiteY305" fmla="*/ 324588 h 378686"/>
                <a:gd name="connsiteX306" fmla="*/ 281966 w 391800"/>
                <a:gd name="connsiteY306" fmla="*/ 326228 h 378686"/>
                <a:gd name="connsiteX307" fmla="*/ 278687 w 391800"/>
                <a:gd name="connsiteY307" fmla="*/ 321310 h 378686"/>
                <a:gd name="connsiteX308" fmla="*/ 278687 w 391800"/>
                <a:gd name="connsiteY308" fmla="*/ 326228 h 378686"/>
                <a:gd name="connsiteX309" fmla="*/ 280326 w 391800"/>
                <a:gd name="connsiteY309" fmla="*/ 329507 h 378686"/>
                <a:gd name="connsiteX310" fmla="*/ 283605 w 391800"/>
                <a:gd name="connsiteY310" fmla="*/ 332785 h 378686"/>
                <a:gd name="connsiteX311" fmla="*/ 280326 w 391800"/>
                <a:gd name="connsiteY311" fmla="*/ 334425 h 378686"/>
                <a:gd name="connsiteX312" fmla="*/ 277047 w 391800"/>
                <a:gd name="connsiteY312" fmla="*/ 337703 h 378686"/>
                <a:gd name="connsiteX313" fmla="*/ 275408 w 391800"/>
                <a:gd name="connsiteY313" fmla="*/ 342621 h 378686"/>
                <a:gd name="connsiteX314" fmla="*/ 273769 w 391800"/>
                <a:gd name="connsiteY314" fmla="*/ 345900 h 378686"/>
                <a:gd name="connsiteX315" fmla="*/ 273769 w 391800"/>
                <a:gd name="connsiteY315" fmla="*/ 349179 h 378686"/>
                <a:gd name="connsiteX316" fmla="*/ 270491 w 391800"/>
                <a:gd name="connsiteY316" fmla="*/ 354097 h 378686"/>
                <a:gd name="connsiteX317" fmla="*/ 267212 w 391800"/>
                <a:gd name="connsiteY317" fmla="*/ 354097 h 378686"/>
                <a:gd name="connsiteX318" fmla="*/ 263933 w 391800"/>
                <a:gd name="connsiteY318" fmla="*/ 357375 h 378686"/>
                <a:gd name="connsiteX319" fmla="*/ 259015 w 391800"/>
                <a:gd name="connsiteY319" fmla="*/ 359015 h 378686"/>
                <a:gd name="connsiteX320" fmla="*/ 255736 w 391800"/>
                <a:gd name="connsiteY320" fmla="*/ 362294 h 378686"/>
                <a:gd name="connsiteX321" fmla="*/ 252457 w 391800"/>
                <a:gd name="connsiteY321" fmla="*/ 362294 h 378686"/>
                <a:gd name="connsiteX322" fmla="*/ 247539 w 391800"/>
                <a:gd name="connsiteY322" fmla="*/ 365572 h 378686"/>
                <a:gd name="connsiteX323" fmla="*/ 244261 w 391800"/>
                <a:gd name="connsiteY323" fmla="*/ 365572 h 378686"/>
                <a:gd name="connsiteX324" fmla="*/ 240983 w 391800"/>
                <a:gd name="connsiteY324" fmla="*/ 368851 h 378686"/>
                <a:gd name="connsiteX325" fmla="*/ 237704 w 391800"/>
                <a:gd name="connsiteY325" fmla="*/ 370490 h 378686"/>
                <a:gd name="connsiteX326" fmla="*/ 232786 w 391800"/>
                <a:gd name="connsiteY326" fmla="*/ 372129 h 378686"/>
                <a:gd name="connsiteX327" fmla="*/ 229507 w 391800"/>
                <a:gd name="connsiteY327" fmla="*/ 373769 h 378686"/>
                <a:gd name="connsiteX328" fmla="*/ 226228 w 391800"/>
                <a:gd name="connsiteY328" fmla="*/ 377047 h 378686"/>
                <a:gd name="connsiteX329" fmla="*/ 222949 w 391800"/>
                <a:gd name="connsiteY329" fmla="*/ 378687 h 378686"/>
                <a:gd name="connsiteX330" fmla="*/ 218032 w 391800"/>
                <a:gd name="connsiteY330" fmla="*/ 377047 h 378686"/>
                <a:gd name="connsiteX331" fmla="*/ 219671 w 391800"/>
                <a:gd name="connsiteY331" fmla="*/ 372129 h 378686"/>
                <a:gd name="connsiteX332" fmla="*/ 219671 w 391800"/>
                <a:gd name="connsiteY332" fmla="*/ 368851 h 378686"/>
                <a:gd name="connsiteX333" fmla="*/ 218032 w 391800"/>
                <a:gd name="connsiteY333" fmla="*/ 365572 h 378686"/>
                <a:gd name="connsiteX334" fmla="*/ 218032 w 391800"/>
                <a:gd name="connsiteY334" fmla="*/ 360654 h 378686"/>
                <a:gd name="connsiteX335" fmla="*/ 219671 w 391800"/>
                <a:gd name="connsiteY335" fmla="*/ 357375 h 378686"/>
                <a:gd name="connsiteX336" fmla="*/ 218032 w 391800"/>
                <a:gd name="connsiteY336" fmla="*/ 354097 h 378686"/>
                <a:gd name="connsiteX337" fmla="*/ 216393 w 391800"/>
                <a:gd name="connsiteY337" fmla="*/ 349179 h 378686"/>
                <a:gd name="connsiteX338" fmla="*/ 216393 w 391800"/>
                <a:gd name="connsiteY338" fmla="*/ 345900 h 378686"/>
                <a:gd name="connsiteX339" fmla="*/ 218032 w 391800"/>
                <a:gd name="connsiteY339" fmla="*/ 342621 h 378686"/>
                <a:gd name="connsiteX340" fmla="*/ 214753 w 391800"/>
                <a:gd name="connsiteY340" fmla="*/ 344261 h 378686"/>
                <a:gd name="connsiteX341" fmla="*/ 211474 w 391800"/>
                <a:gd name="connsiteY341" fmla="*/ 347539 h 378686"/>
                <a:gd name="connsiteX342" fmla="*/ 208196 w 391800"/>
                <a:gd name="connsiteY342" fmla="*/ 345900 h 378686"/>
                <a:gd name="connsiteX343" fmla="*/ 206556 w 391800"/>
                <a:gd name="connsiteY343" fmla="*/ 344261 h 378686"/>
                <a:gd name="connsiteX344" fmla="*/ 208196 w 391800"/>
                <a:gd name="connsiteY344" fmla="*/ 340982 h 378686"/>
                <a:gd name="connsiteX345" fmla="*/ 209835 w 391800"/>
                <a:gd name="connsiteY345" fmla="*/ 336064 h 378686"/>
                <a:gd name="connsiteX346" fmla="*/ 208196 w 391800"/>
                <a:gd name="connsiteY346" fmla="*/ 339342 h 378686"/>
                <a:gd name="connsiteX347" fmla="*/ 204917 w 391800"/>
                <a:gd name="connsiteY347" fmla="*/ 344261 h 378686"/>
                <a:gd name="connsiteX348" fmla="*/ 201638 w 391800"/>
                <a:gd name="connsiteY348" fmla="*/ 342621 h 378686"/>
                <a:gd name="connsiteX349" fmla="*/ 199999 w 391800"/>
                <a:gd name="connsiteY349" fmla="*/ 339342 h 378686"/>
                <a:gd name="connsiteX350" fmla="*/ 201638 w 391800"/>
                <a:gd name="connsiteY350" fmla="*/ 336064 h 378686"/>
                <a:gd name="connsiteX351" fmla="*/ 199999 w 391800"/>
                <a:gd name="connsiteY351" fmla="*/ 339342 h 378686"/>
                <a:gd name="connsiteX352" fmla="*/ 196720 w 391800"/>
                <a:gd name="connsiteY352" fmla="*/ 342621 h 378686"/>
                <a:gd name="connsiteX353" fmla="*/ 191803 w 391800"/>
                <a:gd name="connsiteY353" fmla="*/ 345900 h 378686"/>
                <a:gd name="connsiteX354" fmla="*/ 188524 w 391800"/>
                <a:gd name="connsiteY354" fmla="*/ 347539 h 378686"/>
                <a:gd name="connsiteX355" fmla="*/ 185245 w 391800"/>
                <a:gd name="connsiteY355" fmla="*/ 347539 h 378686"/>
                <a:gd name="connsiteX356" fmla="*/ 181966 w 391800"/>
                <a:gd name="connsiteY356" fmla="*/ 345900 h 378686"/>
                <a:gd name="connsiteX357" fmla="*/ 181966 w 391800"/>
                <a:gd name="connsiteY357" fmla="*/ 342621 h 378686"/>
                <a:gd name="connsiteX358" fmla="*/ 181966 w 391800"/>
                <a:gd name="connsiteY358" fmla="*/ 337703 h 378686"/>
                <a:gd name="connsiteX359" fmla="*/ 178687 w 391800"/>
                <a:gd name="connsiteY359" fmla="*/ 334425 h 378686"/>
                <a:gd name="connsiteX360" fmla="*/ 175409 w 391800"/>
                <a:gd name="connsiteY360" fmla="*/ 336064 h 378686"/>
                <a:gd name="connsiteX361" fmla="*/ 172130 w 391800"/>
                <a:gd name="connsiteY361" fmla="*/ 337703 h 378686"/>
                <a:gd name="connsiteX362" fmla="*/ 170490 w 391800"/>
                <a:gd name="connsiteY362" fmla="*/ 334425 h 378686"/>
                <a:gd name="connsiteX363" fmla="*/ 170490 w 391800"/>
                <a:gd name="connsiteY363" fmla="*/ 337703 h 378686"/>
                <a:gd name="connsiteX364" fmla="*/ 167213 w 391800"/>
                <a:gd name="connsiteY364" fmla="*/ 334425 h 378686"/>
                <a:gd name="connsiteX365" fmla="*/ 165573 w 391800"/>
                <a:gd name="connsiteY365" fmla="*/ 329507 h 378686"/>
                <a:gd name="connsiteX366" fmla="*/ 162294 w 391800"/>
                <a:gd name="connsiteY366" fmla="*/ 327867 h 378686"/>
                <a:gd name="connsiteX367" fmla="*/ 159016 w 391800"/>
                <a:gd name="connsiteY367" fmla="*/ 324588 h 378686"/>
                <a:gd name="connsiteX368" fmla="*/ 159016 w 391800"/>
                <a:gd name="connsiteY368" fmla="*/ 327867 h 378686"/>
                <a:gd name="connsiteX369" fmla="*/ 155737 w 391800"/>
                <a:gd name="connsiteY369" fmla="*/ 331146 h 378686"/>
                <a:gd name="connsiteX370" fmla="*/ 155737 w 391800"/>
                <a:gd name="connsiteY370" fmla="*/ 336064 h 378686"/>
                <a:gd name="connsiteX371" fmla="*/ 152458 w 391800"/>
                <a:gd name="connsiteY371" fmla="*/ 337703 h 378686"/>
                <a:gd name="connsiteX372" fmla="*/ 149179 w 391800"/>
                <a:gd name="connsiteY372" fmla="*/ 340982 h 378686"/>
                <a:gd name="connsiteX373" fmla="*/ 145900 w 391800"/>
                <a:gd name="connsiteY373" fmla="*/ 344261 h 378686"/>
                <a:gd name="connsiteX374" fmla="*/ 140983 w 391800"/>
                <a:gd name="connsiteY374" fmla="*/ 344261 h 378686"/>
                <a:gd name="connsiteX375" fmla="*/ 137704 w 391800"/>
                <a:gd name="connsiteY375" fmla="*/ 344261 h 378686"/>
                <a:gd name="connsiteX376" fmla="*/ 134426 w 391800"/>
                <a:gd name="connsiteY376" fmla="*/ 342621 h 378686"/>
                <a:gd name="connsiteX377" fmla="*/ 131147 w 391800"/>
                <a:gd name="connsiteY377" fmla="*/ 340982 h 378686"/>
                <a:gd name="connsiteX378" fmla="*/ 127868 w 391800"/>
                <a:gd name="connsiteY378" fmla="*/ 340982 h 378686"/>
                <a:gd name="connsiteX379" fmla="*/ 122950 w 391800"/>
                <a:gd name="connsiteY379" fmla="*/ 344261 h 378686"/>
                <a:gd name="connsiteX380" fmla="*/ 119671 w 391800"/>
                <a:gd name="connsiteY380" fmla="*/ 347539 h 378686"/>
                <a:gd name="connsiteX381" fmla="*/ 116393 w 391800"/>
                <a:gd name="connsiteY381" fmla="*/ 352457 h 378686"/>
                <a:gd name="connsiteX382" fmla="*/ 111475 w 391800"/>
                <a:gd name="connsiteY382" fmla="*/ 347539 h 378686"/>
                <a:gd name="connsiteX383" fmla="*/ 113114 w 391800"/>
                <a:gd name="connsiteY383" fmla="*/ 344261 h 378686"/>
                <a:gd name="connsiteX384" fmla="*/ 113114 w 391800"/>
                <a:gd name="connsiteY384" fmla="*/ 340982 h 378686"/>
                <a:gd name="connsiteX385" fmla="*/ 113114 w 391800"/>
                <a:gd name="connsiteY385" fmla="*/ 337703 h 378686"/>
                <a:gd name="connsiteX386" fmla="*/ 113114 w 391800"/>
                <a:gd name="connsiteY386" fmla="*/ 332785 h 378686"/>
                <a:gd name="connsiteX387" fmla="*/ 113114 w 391800"/>
                <a:gd name="connsiteY387" fmla="*/ 329507 h 378686"/>
                <a:gd name="connsiteX388" fmla="*/ 111475 w 391800"/>
                <a:gd name="connsiteY388" fmla="*/ 326228 h 378686"/>
                <a:gd name="connsiteX389" fmla="*/ 109836 w 391800"/>
                <a:gd name="connsiteY389" fmla="*/ 321310 h 378686"/>
                <a:gd name="connsiteX390" fmla="*/ 108196 w 391800"/>
                <a:gd name="connsiteY390" fmla="*/ 318031 h 378686"/>
                <a:gd name="connsiteX391" fmla="*/ 106557 w 391800"/>
                <a:gd name="connsiteY391" fmla="*/ 321310 h 378686"/>
                <a:gd name="connsiteX392" fmla="*/ 104917 w 391800"/>
                <a:gd name="connsiteY392" fmla="*/ 326228 h 378686"/>
                <a:gd name="connsiteX393" fmla="*/ 101639 w 391800"/>
                <a:gd name="connsiteY393" fmla="*/ 326228 h 378686"/>
                <a:gd name="connsiteX394" fmla="*/ 98360 w 391800"/>
                <a:gd name="connsiteY394" fmla="*/ 322949 h 378686"/>
                <a:gd name="connsiteX395" fmla="*/ 95081 w 391800"/>
                <a:gd name="connsiteY395" fmla="*/ 322949 h 378686"/>
                <a:gd name="connsiteX396" fmla="*/ 90164 w 391800"/>
                <a:gd name="connsiteY396" fmla="*/ 324588 h 378686"/>
                <a:gd name="connsiteX397" fmla="*/ 86885 w 391800"/>
                <a:gd name="connsiteY397" fmla="*/ 327867 h 378686"/>
                <a:gd name="connsiteX398" fmla="*/ 83606 w 391800"/>
                <a:gd name="connsiteY398" fmla="*/ 329507 h 378686"/>
                <a:gd name="connsiteX399" fmla="*/ 78688 w 391800"/>
                <a:gd name="connsiteY399" fmla="*/ 331146 h 378686"/>
                <a:gd name="connsiteX400" fmla="*/ 75409 w 391800"/>
                <a:gd name="connsiteY400" fmla="*/ 329507 h 378686"/>
                <a:gd name="connsiteX401" fmla="*/ 72130 w 391800"/>
                <a:gd name="connsiteY401" fmla="*/ 327867 h 378686"/>
                <a:gd name="connsiteX402" fmla="*/ 75409 w 391800"/>
                <a:gd name="connsiteY402" fmla="*/ 324588 h 378686"/>
                <a:gd name="connsiteX403" fmla="*/ 77049 w 391800"/>
                <a:gd name="connsiteY403" fmla="*/ 322949 h 378686"/>
                <a:gd name="connsiteX404" fmla="*/ 73770 w 391800"/>
                <a:gd name="connsiteY404" fmla="*/ 324588 h 378686"/>
                <a:gd name="connsiteX405" fmla="*/ 70491 w 391800"/>
                <a:gd name="connsiteY405" fmla="*/ 327867 h 378686"/>
                <a:gd name="connsiteX406" fmla="*/ 67212 w 391800"/>
                <a:gd name="connsiteY406" fmla="*/ 327867 h 378686"/>
                <a:gd name="connsiteX407" fmla="*/ 67212 w 391800"/>
                <a:gd name="connsiteY407" fmla="*/ 324588 h 378686"/>
                <a:gd name="connsiteX408" fmla="*/ 63934 w 391800"/>
                <a:gd name="connsiteY408" fmla="*/ 321310 h 378686"/>
                <a:gd name="connsiteX409" fmla="*/ 60656 w 391800"/>
                <a:gd name="connsiteY409" fmla="*/ 322949 h 378686"/>
                <a:gd name="connsiteX410" fmla="*/ 57377 w 391800"/>
                <a:gd name="connsiteY410" fmla="*/ 324588 h 378686"/>
                <a:gd name="connsiteX411" fmla="*/ 52459 w 391800"/>
                <a:gd name="connsiteY411" fmla="*/ 326228 h 378686"/>
                <a:gd name="connsiteX412" fmla="*/ 50819 w 391800"/>
                <a:gd name="connsiteY412" fmla="*/ 322949 h 378686"/>
                <a:gd name="connsiteX413" fmla="*/ 52459 w 391800"/>
                <a:gd name="connsiteY413" fmla="*/ 319671 h 378686"/>
                <a:gd name="connsiteX414" fmla="*/ 50819 w 391800"/>
                <a:gd name="connsiteY414" fmla="*/ 316392 h 378686"/>
                <a:gd name="connsiteX415" fmla="*/ 50819 w 391800"/>
                <a:gd name="connsiteY415" fmla="*/ 311474 h 378686"/>
                <a:gd name="connsiteX416" fmla="*/ 50819 w 391800"/>
                <a:gd name="connsiteY416" fmla="*/ 308195 h 378686"/>
                <a:gd name="connsiteX417" fmla="*/ 50819 w 391800"/>
                <a:gd name="connsiteY417" fmla="*/ 304917 h 378686"/>
                <a:gd name="connsiteX418" fmla="*/ 49180 w 391800"/>
                <a:gd name="connsiteY418" fmla="*/ 299998 h 378686"/>
                <a:gd name="connsiteX419" fmla="*/ 49180 w 391800"/>
                <a:gd name="connsiteY419" fmla="*/ 296720 h 378686"/>
                <a:gd name="connsiteX420" fmla="*/ 47540 w 391800"/>
                <a:gd name="connsiteY420" fmla="*/ 293441 h 378686"/>
                <a:gd name="connsiteX421" fmla="*/ 47540 w 391800"/>
                <a:gd name="connsiteY421" fmla="*/ 288523 h 378686"/>
                <a:gd name="connsiteX422" fmla="*/ 49180 w 391800"/>
                <a:gd name="connsiteY422" fmla="*/ 285244 h 378686"/>
                <a:gd name="connsiteX423" fmla="*/ 47540 w 391800"/>
                <a:gd name="connsiteY423" fmla="*/ 281966 h 378686"/>
                <a:gd name="connsiteX424" fmla="*/ 44262 w 391800"/>
                <a:gd name="connsiteY424" fmla="*/ 277048 h 378686"/>
                <a:gd name="connsiteX425" fmla="*/ 40983 w 391800"/>
                <a:gd name="connsiteY425" fmla="*/ 277048 h 378686"/>
                <a:gd name="connsiteX426" fmla="*/ 40983 w 391800"/>
                <a:gd name="connsiteY426" fmla="*/ 273769 h 378686"/>
                <a:gd name="connsiteX427" fmla="*/ 44262 w 391800"/>
                <a:gd name="connsiteY427" fmla="*/ 270491 h 378686"/>
                <a:gd name="connsiteX428" fmla="*/ 44262 w 391800"/>
                <a:gd name="connsiteY428" fmla="*/ 268851 h 378686"/>
                <a:gd name="connsiteX429" fmla="*/ 45901 w 391800"/>
                <a:gd name="connsiteY429" fmla="*/ 265572 h 378686"/>
                <a:gd name="connsiteX430" fmla="*/ 45901 w 391800"/>
                <a:gd name="connsiteY430" fmla="*/ 262294 h 378686"/>
                <a:gd name="connsiteX431" fmla="*/ 47540 w 391800"/>
                <a:gd name="connsiteY431" fmla="*/ 259015 h 378686"/>
                <a:gd name="connsiteX432" fmla="*/ 47540 w 391800"/>
                <a:gd name="connsiteY432" fmla="*/ 254097 h 378686"/>
                <a:gd name="connsiteX433" fmla="*/ 44262 w 391800"/>
                <a:gd name="connsiteY433" fmla="*/ 250818 h 378686"/>
                <a:gd name="connsiteX434" fmla="*/ 40983 w 391800"/>
                <a:gd name="connsiteY434" fmla="*/ 247540 h 378686"/>
                <a:gd name="connsiteX435" fmla="*/ 40983 w 391800"/>
                <a:gd name="connsiteY435" fmla="*/ 242622 h 378686"/>
                <a:gd name="connsiteX436" fmla="*/ 37705 w 391800"/>
                <a:gd name="connsiteY436" fmla="*/ 240982 h 378686"/>
                <a:gd name="connsiteX437" fmla="*/ 34426 w 391800"/>
                <a:gd name="connsiteY437" fmla="*/ 237704 h 378686"/>
                <a:gd name="connsiteX438" fmla="*/ 34426 w 391800"/>
                <a:gd name="connsiteY438" fmla="*/ 232786 h 378686"/>
                <a:gd name="connsiteX439" fmla="*/ 31147 w 391800"/>
                <a:gd name="connsiteY439" fmla="*/ 237704 h 378686"/>
                <a:gd name="connsiteX440" fmla="*/ 27869 w 391800"/>
                <a:gd name="connsiteY440" fmla="*/ 232786 h 378686"/>
                <a:gd name="connsiteX441" fmla="*/ 24590 w 391800"/>
                <a:gd name="connsiteY441" fmla="*/ 231147 h 378686"/>
                <a:gd name="connsiteX442" fmla="*/ 19672 w 391800"/>
                <a:gd name="connsiteY442" fmla="*/ 234425 h 378686"/>
                <a:gd name="connsiteX443" fmla="*/ 16393 w 391800"/>
                <a:gd name="connsiteY443" fmla="*/ 232786 h 378686"/>
                <a:gd name="connsiteX444" fmla="*/ 16393 w 391800"/>
                <a:gd name="connsiteY444" fmla="*/ 229507 h 378686"/>
                <a:gd name="connsiteX445" fmla="*/ 18032 w 391800"/>
                <a:gd name="connsiteY445" fmla="*/ 224589 h 378686"/>
                <a:gd name="connsiteX446" fmla="*/ 21311 w 391800"/>
                <a:gd name="connsiteY446" fmla="*/ 226228 h 378686"/>
                <a:gd name="connsiteX447" fmla="*/ 26229 w 391800"/>
                <a:gd name="connsiteY447" fmla="*/ 226228 h 378686"/>
                <a:gd name="connsiteX448" fmla="*/ 21311 w 391800"/>
                <a:gd name="connsiteY448" fmla="*/ 224589 h 378686"/>
                <a:gd name="connsiteX449" fmla="*/ 19672 w 391800"/>
                <a:gd name="connsiteY449" fmla="*/ 219671 h 378686"/>
                <a:gd name="connsiteX450" fmla="*/ 14753 w 391800"/>
                <a:gd name="connsiteY450" fmla="*/ 219671 h 378686"/>
                <a:gd name="connsiteX451" fmla="*/ 11476 w 391800"/>
                <a:gd name="connsiteY451" fmla="*/ 218032 h 378686"/>
                <a:gd name="connsiteX452" fmla="*/ 9836 w 391800"/>
                <a:gd name="connsiteY452" fmla="*/ 214753 h 378686"/>
                <a:gd name="connsiteX453" fmla="*/ 9836 w 391800"/>
                <a:gd name="connsiteY453" fmla="*/ 211474 h 378686"/>
                <a:gd name="connsiteX454" fmla="*/ 9836 w 391800"/>
                <a:gd name="connsiteY454" fmla="*/ 206557 h 378686"/>
                <a:gd name="connsiteX455" fmla="*/ 11476 w 391800"/>
                <a:gd name="connsiteY455" fmla="*/ 203278 h 378686"/>
                <a:gd name="connsiteX456" fmla="*/ 14753 w 391800"/>
                <a:gd name="connsiteY456" fmla="*/ 204917 h 378686"/>
                <a:gd name="connsiteX457" fmla="*/ 13114 w 391800"/>
                <a:gd name="connsiteY457" fmla="*/ 201638 h 378686"/>
                <a:gd name="connsiteX458" fmla="*/ 13114 w 391800"/>
                <a:gd name="connsiteY458" fmla="*/ 198360 h 378686"/>
                <a:gd name="connsiteX459" fmla="*/ 11476 w 391800"/>
                <a:gd name="connsiteY459" fmla="*/ 193442 h 378686"/>
                <a:gd name="connsiteX460" fmla="*/ 14753 w 391800"/>
                <a:gd name="connsiteY460" fmla="*/ 193442 h 378686"/>
                <a:gd name="connsiteX461" fmla="*/ 13114 w 391800"/>
                <a:gd name="connsiteY461" fmla="*/ 190163 h 378686"/>
                <a:gd name="connsiteX462" fmla="*/ 11476 w 391800"/>
                <a:gd name="connsiteY462" fmla="*/ 185245 h 378686"/>
                <a:gd name="connsiteX463" fmla="*/ 8197 w 391800"/>
                <a:gd name="connsiteY463" fmla="*/ 181966 h 378686"/>
                <a:gd name="connsiteX464" fmla="*/ 4918 w 391800"/>
                <a:gd name="connsiteY464" fmla="*/ 181966 h 378686"/>
                <a:gd name="connsiteX465" fmla="*/ 3279 w 391800"/>
                <a:gd name="connsiteY465" fmla="*/ 177048 h 378686"/>
                <a:gd name="connsiteX466" fmla="*/ 3279 w 391800"/>
                <a:gd name="connsiteY466" fmla="*/ 173770 h 378686"/>
                <a:gd name="connsiteX467" fmla="*/ 3279 w 391800"/>
                <a:gd name="connsiteY467" fmla="*/ 170491 h 378686"/>
                <a:gd name="connsiteX468" fmla="*/ 3279 w 391800"/>
                <a:gd name="connsiteY468" fmla="*/ 165573 h 378686"/>
                <a:gd name="connsiteX469" fmla="*/ 1639 w 391800"/>
                <a:gd name="connsiteY469" fmla="*/ 162294 h 378686"/>
                <a:gd name="connsiteX470" fmla="*/ 0 w 391800"/>
                <a:gd name="connsiteY470" fmla="*/ 159015 h 378686"/>
                <a:gd name="connsiteX471" fmla="*/ 1639 w 391800"/>
                <a:gd name="connsiteY471" fmla="*/ 155737 h 378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</a:cxnLst>
              <a:rect l="l" t="t" r="r" b="b"/>
              <a:pathLst>
                <a:path w="391800" h="378686">
                  <a:moveTo>
                    <a:pt x="1639" y="155737"/>
                  </a:moveTo>
                  <a:lnTo>
                    <a:pt x="4918" y="152458"/>
                  </a:lnTo>
                  <a:lnTo>
                    <a:pt x="4918" y="149180"/>
                  </a:lnTo>
                  <a:lnTo>
                    <a:pt x="3279" y="144261"/>
                  </a:lnTo>
                  <a:lnTo>
                    <a:pt x="6557" y="140983"/>
                  </a:lnTo>
                  <a:lnTo>
                    <a:pt x="9836" y="139344"/>
                  </a:lnTo>
                  <a:lnTo>
                    <a:pt x="13114" y="136065"/>
                  </a:lnTo>
                  <a:lnTo>
                    <a:pt x="14753" y="132786"/>
                  </a:lnTo>
                  <a:lnTo>
                    <a:pt x="14753" y="132786"/>
                  </a:lnTo>
                  <a:lnTo>
                    <a:pt x="11476" y="136065"/>
                  </a:lnTo>
                  <a:lnTo>
                    <a:pt x="8197" y="139344"/>
                  </a:lnTo>
                  <a:lnTo>
                    <a:pt x="6557" y="136065"/>
                  </a:lnTo>
                  <a:lnTo>
                    <a:pt x="8197" y="132786"/>
                  </a:lnTo>
                  <a:lnTo>
                    <a:pt x="8197" y="129508"/>
                  </a:lnTo>
                  <a:lnTo>
                    <a:pt x="9836" y="124590"/>
                  </a:lnTo>
                  <a:lnTo>
                    <a:pt x="13114" y="122950"/>
                  </a:lnTo>
                  <a:lnTo>
                    <a:pt x="16393" y="118032"/>
                  </a:lnTo>
                  <a:lnTo>
                    <a:pt x="18032" y="114754"/>
                  </a:lnTo>
                  <a:lnTo>
                    <a:pt x="18032" y="111475"/>
                  </a:lnTo>
                  <a:lnTo>
                    <a:pt x="21311" y="108196"/>
                  </a:lnTo>
                  <a:lnTo>
                    <a:pt x="26229" y="106557"/>
                  </a:lnTo>
                  <a:lnTo>
                    <a:pt x="29508" y="103278"/>
                  </a:lnTo>
                  <a:lnTo>
                    <a:pt x="29508" y="103278"/>
                  </a:lnTo>
                  <a:lnTo>
                    <a:pt x="29508" y="106557"/>
                  </a:lnTo>
                  <a:lnTo>
                    <a:pt x="26229" y="109835"/>
                  </a:lnTo>
                  <a:lnTo>
                    <a:pt x="27869" y="114754"/>
                  </a:lnTo>
                  <a:lnTo>
                    <a:pt x="31147" y="116393"/>
                  </a:lnTo>
                  <a:lnTo>
                    <a:pt x="31147" y="119671"/>
                  </a:lnTo>
                  <a:lnTo>
                    <a:pt x="31147" y="122950"/>
                  </a:lnTo>
                  <a:lnTo>
                    <a:pt x="34426" y="127868"/>
                  </a:lnTo>
                  <a:lnTo>
                    <a:pt x="37705" y="131147"/>
                  </a:lnTo>
                  <a:lnTo>
                    <a:pt x="40983" y="132786"/>
                  </a:lnTo>
                  <a:lnTo>
                    <a:pt x="42622" y="132786"/>
                  </a:lnTo>
                  <a:lnTo>
                    <a:pt x="42622" y="136065"/>
                  </a:lnTo>
                  <a:lnTo>
                    <a:pt x="44262" y="137704"/>
                  </a:lnTo>
                  <a:lnTo>
                    <a:pt x="47540" y="140983"/>
                  </a:lnTo>
                  <a:lnTo>
                    <a:pt x="50819" y="142622"/>
                  </a:lnTo>
                  <a:lnTo>
                    <a:pt x="54098" y="145901"/>
                  </a:lnTo>
                  <a:lnTo>
                    <a:pt x="55737" y="149180"/>
                  </a:lnTo>
                  <a:lnTo>
                    <a:pt x="59016" y="150819"/>
                  </a:lnTo>
                  <a:lnTo>
                    <a:pt x="62295" y="154098"/>
                  </a:lnTo>
                  <a:lnTo>
                    <a:pt x="65573" y="157376"/>
                  </a:lnTo>
                  <a:lnTo>
                    <a:pt x="70491" y="155737"/>
                  </a:lnTo>
                  <a:lnTo>
                    <a:pt x="73770" y="154098"/>
                  </a:lnTo>
                  <a:lnTo>
                    <a:pt x="77049" y="150819"/>
                  </a:lnTo>
                  <a:lnTo>
                    <a:pt x="80327" y="149180"/>
                  </a:lnTo>
                  <a:lnTo>
                    <a:pt x="85246" y="149180"/>
                  </a:lnTo>
                  <a:lnTo>
                    <a:pt x="88524" y="147540"/>
                  </a:lnTo>
                  <a:lnTo>
                    <a:pt x="91802" y="145901"/>
                  </a:lnTo>
                  <a:lnTo>
                    <a:pt x="95081" y="149180"/>
                  </a:lnTo>
                  <a:lnTo>
                    <a:pt x="99999" y="149180"/>
                  </a:lnTo>
                  <a:lnTo>
                    <a:pt x="103278" y="150819"/>
                  </a:lnTo>
                  <a:lnTo>
                    <a:pt x="106557" y="149180"/>
                  </a:lnTo>
                  <a:lnTo>
                    <a:pt x="111475" y="149180"/>
                  </a:lnTo>
                  <a:lnTo>
                    <a:pt x="114754" y="150819"/>
                  </a:lnTo>
                  <a:lnTo>
                    <a:pt x="118032" y="147540"/>
                  </a:lnTo>
                  <a:lnTo>
                    <a:pt x="121310" y="144261"/>
                  </a:lnTo>
                  <a:lnTo>
                    <a:pt x="124589" y="144261"/>
                  </a:lnTo>
                  <a:lnTo>
                    <a:pt x="126229" y="142622"/>
                  </a:lnTo>
                  <a:lnTo>
                    <a:pt x="127868" y="139344"/>
                  </a:lnTo>
                  <a:lnTo>
                    <a:pt x="127868" y="136065"/>
                  </a:lnTo>
                  <a:lnTo>
                    <a:pt x="129507" y="132786"/>
                  </a:lnTo>
                  <a:lnTo>
                    <a:pt x="131147" y="129508"/>
                  </a:lnTo>
                  <a:lnTo>
                    <a:pt x="134426" y="127868"/>
                  </a:lnTo>
                  <a:lnTo>
                    <a:pt x="137704" y="126229"/>
                  </a:lnTo>
                  <a:lnTo>
                    <a:pt x="140983" y="124590"/>
                  </a:lnTo>
                  <a:lnTo>
                    <a:pt x="145900" y="124590"/>
                  </a:lnTo>
                  <a:lnTo>
                    <a:pt x="149179" y="126229"/>
                  </a:lnTo>
                  <a:lnTo>
                    <a:pt x="152458" y="126229"/>
                  </a:lnTo>
                  <a:lnTo>
                    <a:pt x="157376" y="124590"/>
                  </a:lnTo>
                  <a:lnTo>
                    <a:pt x="160655" y="124590"/>
                  </a:lnTo>
                  <a:lnTo>
                    <a:pt x="160655" y="129508"/>
                  </a:lnTo>
                  <a:lnTo>
                    <a:pt x="165573" y="131147"/>
                  </a:lnTo>
                  <a:lnTo>
                    <a:pt x="168851" y="132786"/>
                  </a:lnTo>
                  <a:lnTo>
                    <a:pt x="172130" y="134425"/>
                  </a:lnTo>
                  <a:lnTo>
                    <a:pt x="175409" y="137704"/>
                  </a:lnTo>
                  <a:lnTo>
                    <a:pt x="180327" y="136065"/>
                  </a:lnTo>
                  <a:lnTo>
                    <a:pt x="183606" y="139344"/>
                  </a:lnTo>
                  <a:lnTo>
                    <a:pt x="186884" y="139344"/>
                  </a:lnTo>
                  <a:lnTo>
                    <a:pt x="191803" y="136065"/>
                  </a:lnTo>
                  <a:lnTo>
                    <a:pt x="193442" y="132786"/>
                  </a:lnTo>
                  <a:lnTo>
                    <a:pt x="198359" y="129508"/>
                  </a:lnTo>
                  <a:lnTo>
                    <a:pt x="201638" y="129508"/>
                  </a:lnTo>
                  <a:lnTo>
                    <a:pt x="201638" y="129508"/>
                  </a:lnTo>
                  <a:lnTo>
                    <a:pt x="206556" y="131147"/>
                  </a:lnTo>
                  <a:lnTo>
                    <a:pt x="206556" y="131147"/>
                  </a:lnTo>
                  <a:lnTo>
                    <a:pt x="209835" y="129508"/>
                  </a:lnTo>
                  <a:lnTo>
                    <a:pt x="214753" y="127868"/>
                  </a:lnTo>
                  <a:lnTo>
                    <a:pt x="218032" y="129508"/>
                  </a:lnTo>
                  <a:lnTo>
                    <a:pt x="221310" y="129508"/>
                  </a:lnTo>
                  <a:lnTo>
                    <a:pt x="221310" y="126229"/>
                  </a:lnTo>
                  <a:lnTo>
                    <a:pt x="224589" y="122950"/>
                  </a:lnTo>
                  <a:lnTo>
                    <a:pt x="224589" y="118032"/>
                  </a:lnTo>
                  <a:lnTo>
                    <a:pt x="224589" y="114754"/>
                  </a:lnTo>
                  <a:lnTo>
                    <a:pt x="229507" y="111475"/>
                  </a:lnTo>
                  <a:lnTo>
                    <a:pt x="231146" y="108196"/>
                  </a:lnTo>
                  <a:lnTo>
                    <a:pt x="231146" y="104917"/>
                  </a:lnTo>
                  <a:lnTo>
                    <a:pt x="227867" y="100000"/>
                  </a:lnTo>
                  <a:lnTo>
                    <a:pt x="227867" y="96721"/>
                  </a:lnTo>
                  <a:lnTo>
                    <a:pt x="232786" y="93442"/>
                  </a:lnTo>
                  <a:lnTo>
                    <a:pt x="234425" y="90164"/>
                  </a:lnTo>
                  <a:lnTo>
                    <a:pt x="237704" y="88524"/>
                  </a:lnTo>
                  <a:lnTo>
                    <a:pt x="240983" y="85245"/>
                  </a:lnTo>
                  <a:lnTo>
                    <a:pt x="245901" y="83606"/>
                  </a:lnTo>
                  <a:lnTo>
                    <a:pt x="242622" y="78688"/>
                  </a:lnTo>
                  <a:lnTo>
                    <a:pt x="240983" y="78688"/>
                  </a:lnTo>
                  <a:lnTo>
                    <a:pt x="239343" y="75410"/>
                  </a:lnTo>
                  <a:lnTo>
                    <a:pt x="240983" y="72131"/>
                  </a:lnTo>
                  <a:lnTo>
                    <a:pt x="240983" y="68852"/>
                  </a:lnTo>
                  <a:lnTo>
                    <a:pt x="242622" y="63934"/>
                  </a:lnTo>
                  <a:lnTo>
                    <a:pt x="245901" y="60655"/>
                  </a:lnTo>
                  <a:lnTo>
                    <a:pt x="249179" y="62295"/>
                  </a:lnTo>
                  <a:lnTo>
                    <a:pt x="252457" y="60655"/>
                  </a:lnTo>
                  <a:lnTo>
                    <a:pt x="254097" y="57377"/>
                  </a:lnTo>
                  <a:lnTo>
                    <a:pt x="254097" y="54098"/>
                  </a:lnTo>
                  <a:lnTo>
                    <a:pt x="255736" y="49180"/>
                  </a:lnTo>
                  <a:lnTo>
                    <a:pt x="255736" y="45901"/>
                  </a:lnTo>
                  <a:lnTo>
                    <a:pt x="259015" y="42623"/>
                  </a:lnTo>
                  <a:lnTo>
                    <a:pt x="257376" y="37705"/>
                  </a:lnTo>
                  <a:lnTo>
                    <a:pt x="255736" y="36065"/>
                  </a:lnTo>
                  <a:lnTo>
                    <a:pt x="255736" y="31147"/>
                  </a:lnTo>
                  <a:lnTo>
                    <a:pt x="257376" y="27868"/>
                  </a:lnTo>
                  <a:lnTo>
                    <a:pt x="257376" y="24590"/>
                  </a:lnTo>
                  <a:lnTo>
                    <a:pt x="257376" y="22951"/>
                  </a:lnTo>
                  <a:lnTo>
                    <a:pt x="257376" y="19672"/>
                  </a:lnTo>
                  <a:lnTo>
                    <a:pt x="259015" y="16393"/>
                  </a:lnTo>
                  <a:lnTo>
                    <a:pt x="259015" y="13114"/>
                  </a:lnTo>
                  <a:lnTo>
                    <a:pt x="260654" y="8197"/>
                  </a:lnTo>
                  <a:lnTo>
                    <a:pt x="265573" y="6557"/>
                  </a:lnTo>
                  <a:lnTo>
                    <a:pt x="265573" y="1639"/>
                  </a:lnTo>
                  <a:lnTo>
                    <a:pt x="267212" y="0"/>
                  </a:lnTo>
                  <a:lnTo>
                    <a:pt x="270491" y="1639"/>
                  </a:lnTo>
                  <a:lnTo>
                    <a:pt x="273769" y="4918"/>
                  </a:lnTo>
                  <a:lnTo>
                    <a:pt x="277047" y="1639"/>
                  </a:lnTo>
                  <a:lnTo>
                    <a:pt x="281966" y="1639"/>
                  </a:lnTo>
                  <a:lnTo>
                    <a:pt x="285244" y="1639"/>
                  </a:lnTo>
                  <a:lnTo>
                    <a:pt x="288523" y="4918"/>
                  </a:lnTo>
                  <a:lnTo>
                    <a:pt x="291802" y="3278"/>
                  </a:lnTo>
                  <a:lnTo>
                    <a:pt x="293441" y="0"/>
                  </a:lnTo>
                  <a:lnTo>
                    <a:pt x="296720" y="1639"/>
                  </a:lnTo>
                  <a:lnTo>
                    <a:pt x="299998" y="1639"/>
                  </a:lnTo>
                  <a:lnTo>
                    <a:pt x="303277" y="3278"/>
                  </a:lnTo>
                  <a:lnTo>
                    <a:pt x="306556" y="1639"/>
                  </a:lnTo>
                  <a:lnTo>
                    <a:pt x="309834" y="3278"/>
                  </a:lnTo>
                  <a:lnTo>
                    <a:pt x="314753" y="3278"/>
                  </a:lnTo>
                  <a:lnTo>
                    <a:pt x="318031" y="1639"/>
                  </a:lnTo>
                  <a:lnTo>
                    <a:pt x="321310" y="4918"/>
                  </a:lnTo>
                  <a:lnTo>
                    <a:pt x="326227" y="6557"/>
                  </a:lnTo>
                  <a:lnTo>
                    <a:pt x="329506" y="9836"/>
                  </a:lnTo>
                  <a:lnTo>
                    <a:pt x="332785" y="9836"/>
                  </a:lnTo>
                  <a:lnTo>
                    <a:pt x="334424" y="9836"/>
                  </a:lnTo>
                  <a:lnTo>
                    <a:pt x="329506" y="13114"/>
                  </a:lnTo>
                  <a:lnTo>
                    <a:pt x="326227" y="13114"/>
                  </a:lnTo>
                  <a:lnTo>
                    <a:pt x="329506" y="16393"/>
                  </a:lnTo>
                  <a:lnTo>
                    <a:pt x="334424" y="18033"/>
                  </a:lnTo>
                  <a:lnTo>
                    <a:pt x="336064" y="22951"/>
                  </a:lnTo>
                  <a:lnTo>
                    <a:pt x="331146" y="21311"/>
                  </a:lnTo>
                  <a:lnTo>
                    <a:pt x="336064" y="22951"/>
                  </a:lnTo>
                  <a:lnTo>
                    <a:pt x="339343" y="24590"/>
                  </a:lnTo>
                  <a:lnTo>
                    <a:pt x="339343" y="27868"/>
                  </a:lnTo>
                  <a:lnTo>
                    <a:pt x="342621" y="31147"/>
                  </a:lnTo>
                  <a:lnTo>
                    <a:pt x="339343" y="34426"/>
                  </a:lnTo>
                  <a:lnTo>
                    <a:pt x="336064" y="34426"/>
                  </a:lnTo>
                  <a:lnTo>
                    <a:pt x="331146" y="31147"/>
                  </a:lnTo>
                  <a:lnTo>
                    <a:pt x="329506" y="27868"/>
                  </a:lnTo>
                  <a:lnTo>
                    <a:pt x="331146" y="31147"/>
                  </a:lnTo>
                  <a:lnTo>
                    <a:pt x="331146" y="34426"/>
                  </a:lnTo>
                  <a:lnTo>
                    <a:pt x="326227" y="34426"/>
                  </a:lnTo>
                  <a:lnTo>
                    <a:pt x="322950" y="34426"/>
                  </a:lnTo>
                  <a:lnTo>
                    <a:pt x="319671" y="34426"/>
                  </a:lnTo>
                  <a:lnTo>
                    <a:pt x="316392" y="34426"/>
                  </a:lnTo>
                  <a:lnTo>
                    <a:pt x="319671" y="37705"/>
                  </a:lnTo>
                  <a:lnTo>
                    <a:pt x="321310" y="39344"/>
                  </a:lnTo>
                  <a:lnTo>
                    <a:pt x="321310" y="40983"/>
                  </a:lnTo>
                  <a:lnTo>
                    <a:pt x="326227" y="42623"/>
                  </a:lnTo>
                  <a:lnTo>
                    <a:pt x="329506" y="44262"/>
                  </a:lnTo>
                  <a:lnTo>
                    <a:pt x="327867" y="47541"/>
                  </a:lnTo>
                  <a:lnTo>
                    <a:pt x="326227" y="50820"/>
                  </a:lnTo>
                  <a:lnTo>
                    <a:pt x="322950" y="50820"/>
                  </a:lnTo>
                  <a:lnTo>
                    <a:pt x="326227" y="54098"/>
                  </a:lnTo>
                  <a:lnTo>
                    <a:pt x="329506" y="55737"/>
                  </a:lnTo>
                  <a:lnTo>
                    <a:pt x="331146" y="57377"/>
                  </a:lnTo>
                  <a:lnTo>
                    <a:pt x="332785" y="57377"/>
                  </a:lnTo>
                  <a:lnTo>
                    <a:pt x="336064" y="59016"/>
                  </a:lnTo>
                  <a:lnTo>
                    <a:pt x="336064" y="62295"/>
                  </a:lnTo>
                  <a:lnTo>
                    <a:pt x="334424" y="62295"/>
                  </a:lnTo>
                  <a:lnTo>
                    <a:pt x="337703" y="63934"/>
                  </a:lnTo>
                  <a:lnTo>
                    <a:pt x="334424" y="65573"/>
                  </a:lnTo>
                  <a:lnTo>
                    <a:pt x="336064" y="65573"/>
                  </a:lnTo>
                  <a:lnTo>
                    <a:pt x="340982" y="67213"/>
                  </a:lnTo>
                  <a:lnTo>
                    <a:pt x="336064" y="68852"/>
                  </a:lnTo>
                  <a:lnTo>
                    <a:pt x="339343" y="70491"/>
                  </a:lnTo>
                  <a:lnTo>
                    <a:pt x="342621" y="73770"/>
                  </a:lnTo>
                  <a:lnTo>
                    <a:pt x="344261" y="78688"/>
                  </a:lnTo>
                  <a:lnTo>
                    <a:pt x="347540" y="81967"/>
                  </a:lnTo>
                  <a:lnTo>
                    <a:pt x="350817" y="85245"/>
                  </a:lnTo>
                  <a:lnTo>
                    <a:pt x="354096" y="90164"/>
                  </a:lnTo>
                  <a:lnTo>
                    <a:pt x="355736" y="93442"/>
                  </a:lnTo>
                  <a:lnTo>
                    <a:pt x="354096" y="96721"/>
                  </a:lnTo>
                  <a:lnTo>
                    <a:pt x="349179" y="100000"/>
                  </a:lnTo>
                  <a:lnTo>
                    <a:pt x="347540" y="104917"/>
                  </a:lnTo>
                  <a:lnTo>
                    <a:pt x="344261" y="104917"/>
                  </a:lnTo>
                  <a:lnTo>
                    <a:pt x="347540" y="108196"/>
                  </a:lnTo>
                  <a:lnTo>
                    <a:pt x="347540" y="111475"/>
                  </a:lnTo>
                  <a:lnTo>
                    <a:pt x="350817" y="114754"/>
                  </a:lnTo>
                  <a:lnTo>
                    <a:pt x="354096" y="118032"/>
                  </a:lnTo>
                  <a:lnTo>
                    <a:pt x="357375" y="121311"/>
                  </a:lnTo>
                  <a:lnTo>
                    <a:pt x="362293" y="124590"/>
                  </a:lnTo>
                  <a:lnTo>
                    <a:pt x="365572" y="126229"/>
                  </a:lnTo>
                  <a:lnTo>
                    <a:pt x="368851" y="129508"/>
                  </a:lnTo>
                  <a:lnTo>
                    <a:pt x="370490" y="132786"/>
                  </a:lnTo>
                  <a:lnTo>
                    <a:pt x="373769" y="134425"/>
                  </a:lnTo>
                  <a:lnTo>
                    <a:pt x="378686" y="136065"/>
                  </a:lnTo>
                  <a:lnTo>
                    <a:pt x="381965" y="139344"/>
                  </a:lnTo>
                  <a:lnTo>
                    <a:pt x="383604" y="144261"/>
                  </a:lnTo>
                  <a:lnTo>
                    <a:pt x="388523" y="147540"/>
                  </a:lnTo>
                  <a:lnTo>
                    <a:pt x="391801" y="147540"/>
                  </a:lnTo>
                  <a:lnTo>
                    <a:pt x="391801" y="149180"/>
                  </a:lnTo>
                  <a:lnTo>
                    <a:pt x="391801" y="150819"/>
                  </a:lnTo>
                  <a:lnTo>
                    <a:pt x="390162" y="154098"/>
                  </a:lnTo>
                  <a:lnTo>
                    <a:pt x="385244" y="157376"/>
                  </a:lnTo>
                  <a:lnTo>
                    <a:pt x="381965" y="159015"/>
                  </a:lnTo>
                  <a:lnTo>
                    <a:pt x="378686" y="157376"/>
                  </a:lnTo>
                  <a:lnTo>
                    <a:pt x="375408" y="159015"/>
                  </a:lnTo>
                  <a:lnTo>
                    <a:pt x="370490" y="157376"/>
                  </a:lnTo>
                  <a:lnTo>
                    <a:pt x="367211" y="159015"/>
                  </a:lnTo>
                  <a:lnTo>
                    <a:pt x="363933" y="155737"/>
                  </a:lnTo>
                  <a:lnTo>
                    <a:pt x="359014" y="155737"/>
                  </a:lnTo>
                  <a:lnTo>
                    <a:pt x="355736" y="154098"/>
                  </a:lnTo>
                  <a:lnTo>
                    <a:pt x="354096" y="149180"/>
                  </a:lnTo>
                  <a:lnTo>
                    <a:pt x="349179" y="147540"/>
                  </a:lnTo>
                  <a:lnTo>
                    <a:pt x="352457" y="150819"/>
                  </a:lnTo>
                  <a:lnTo>
                    <a:pt x="354096" y="155737"/>
                  </a:lnTo>
                  <a:lnTo>
                    <a:pt x="352457" y="159015"/>
                  </a:lnTo>
                  <a:lnTo>
                    <a:pt x="349179" y="157376"/>
                  </a:lnTo>
                  <a:lnTo>
                    <a:pt x="344261" y="160655"/>
                  </a:lnTo>
                  <a:lnTo>
                    <a:pt x="342621" y="163934"/>
                  </a:lnTo>
                  <a:lnTo>
                    <a:pt x="340982" y="167212"/>
                  </a:lnTo>
                  <a:lnTo>
                    <a:pt x="339343" y="172130"/>
                  </a:lnTo>
                  <a:lnTo>
                    <a:pt x="339343" y="175409"/>
                  </a:lnTo>
                  <a:lnTo>
                    <a:pt x="336064" y="178688"/>
                  </a:lnTo>
                  <a:lnTo>
                    <a:pt x="334424" y="181966"/>
                  </a:lnTo>
                  <a:lnTo>
                    <a:pt x="332785" y="186884"/>
                  </a:lnTo>
                  <a:lnTo>
                    <a:pt x="332785" y="190163"/>
                  </a:lnTo>
                  <a:lnTo>
                    <a:pt x="334424" y="193442"/>
                  </a:lnTo>
                  <a:lnTo>
                    <a:pt x="334424" y="195081"/>
                  </a:lnTo>
                  <a:lnTo>
                    <a:pt x="332785" y="198360"/>
                  </a:lnTo>
                  <a:lnTo>
                    <a:pt x="332785" y="201638"/>
                  </a:lnTo>
                  <a:lnTo>
                    <a:pt x="331146" y="206557"/>
                  </a:lnTo>
                  <a:lnTo>
                    <a:pt x="334424" y="209835"/>
                  </a:lnTo>
                  <a:lnTo>
                    <a:pt x="332785" y="213114"/>
                  </a:lnTo>
                  <a:lnTo>
                    <a:pt x="331146" y="218032"/>
                  </a:lnTo>
                  <a:lnTo>
                    <a:pt x="331146" y="218032"/>
                  </a:lnTo>
                  <a:lnTo>
                    <a:pt x="336064" y="214753"/>
                  </a:lnTo>
                  <a:lnTo>
                    <a:pt x="339343" y="213114"/>
                  </a:lnTo>
                  <a:lnTo>
                    <a:pt x="337703" y="218032"/>
                  </a:lnTo>
                  <a:lnTo>
                    <a:pt x="334424" y="221310"/>
                  </a:lnTo>
                  <a:lnTo>
                    <a:pt x="336064" y="221310"/>
                  </a:lnTo>
                  <a:lnTo>
                    <a:pt x="334424" y="226228"/>
                  </a:lnTo>
                  <a:lnTo>
                    <a:pt x="336064" y="229507"/>
                  </a:lnTo>
                  <a:lnTo>
                    <a:pt x="332785" y="229507"/>
                  </a:lnTo>
                  <a:lnTo>
                    <a:pt x="332785" y="231147"/>
                  </a:lnTo>
                  <a:lnTo>
                    <a:pt x="329506" y="231147"/>
                  </a:lnTo>
                  <a:lnTo>
                    <a:pt x="327867" y="234425"/>
                  </a:lnTo>
                  <a:lnTo>
                    <a:pt x="326227" y="229507"/>
                  </a:lnTo>
                  <a:lnTo>
                    <a:pt x="324588" y="232786"/>
                  </a:lnTo>
                  <a:lnTo>
                    <a:pt x="321310" y="237704"/>
                  </a:lnTo>
                  <a:lnTo>
                    <a:pt x="318031" y="240982"/>
                  </a:lnTo>
                  <a:lnTo>
                    <a:pt x="316392" y="244261"/>
                  </a:lnTo>
                  <a:lnTo>
                    <a:pt x="313113" y="249179"/>
                  </a:lnTo>
                  <a:lnTo>
                    <a:pt x="309834" y="249179"/>
                  </a:lnTo>
                  <a:lnTo>
                    <a:pt x="306556" y="247540"/>
                  </a:lnTo>
                  <a:lnTo>
                    <a:pt x="304916" y="244261"/>
                  </a:lnTo>
                  <a:lnTo>
                    <a:pt x="304916" y="239343"/>
                  </a:lnTo>
                  <a:lnTo>
                    <a:pt x="303277" y="244261"/>
                  </a:lnTo>
                  <a:lnTo>
                    <a:pt x="304916" y="247540"/>
                  </a:lnTo>
                  <a:lnTo>
                    <a:pt x="304916" y="250818"/>
                  </a:lnTo>
                  <a:lnTo>
                    <a:pt x="303277" y="255737"/>
                  </a:lnTo>
                  <a:lnTo>
                    <a:pt x="299998" y="255737"/>
                  </a:lnTo>
                  <a:lnTo>
                    <a:pt x="296720" y="259015"/>
                  </a:lnTo>
                  <a:lnTo>
                    <a:pt x="296720" y="262294"/>
                  </a:lnTo>
                  <a:lnTo>
                    <a:pt x="295081" y="267212"/>
                  </a:lnTo>
                  <a:lnTo>
                    <a:pt x="291802" y="268851"/>
                  </a:lnTo>
                  <a:lnTo>
                    <a:pt x="288523" y="270491"/>
                  </a:lnTo>
                  <a:lnTo>
                    <a:pt x="285244" y="273769"/>
                  </a:lnTo>
                  <a:lnTo>
                    <a:pt x="288523" y="273769"/>
                  </a:lnTo>
                  <a:lnTo>
                    <a:pt x="291802" y="275408"/>
                  </a:lnTo>
                  <a:lnTo>
                    <a:pt x="293441" y="278687"/>
                  </a:lnTo>
                  <a:lnTo>
                    <a:pt x="293441" y="281966"/>
                  </a:lnTo>
                  <a:lnTo>
                    <a:pt x="290163" y="286884"/>
                  </a:lnTo>
                  <a:lnTo>
                    <a:pt x="286884" y="290162"/>
                  </a:lnTo>
                  <a:lnTo>
                    <a:pt x="290163" y="291802"/>
                  </a:lnTo>
                  <a:lnTo>
                    <a:pt x="295081" y="290162"/>
                  </a:lnTo>
                  <a:lnTo>
                    <a:pt x="298360" y="291802"/>
                  </a:lnTo>
                  <a:lnTo>
                    <a:pt x="298360" y="295081"/>
                  </a:lnTo>
                  <a:lnTo>
                    <a:pt x="298360" y="295081"/>
                  </a:lnTo>
                  <a:lnTo>
                    <a:pt x="296720" y="299998"/>
                  </a:lnTo>
                  <a:lnTo>
                    <a:pt x="295081" y="303277"/>
                  </a:lnTo>
                  <a:lnTo>
                    <a:pt x="293441" y="308195"/>
                  </a:lnTo>
                  <a:lnTo>
                    <a:pt x="290163" y="304917"/>
                  </a:lnTo>
                  <a:lnTo>
                    <a:pt x="286884" y="304917"/>
                  </a:lnTo>
                  <a:lnTo>
                    <a:pt x="288523" y="309835"/>
                  </a:lnTo>
                  <a:lnTo>
                    <a:pt x="288523" y="313113"/>
                  </a:lnTo>
                  <a:lnTo>
                    <a:pt x="288523" y="316392"/>
                  </a:lnTo>
                  <a:lnTo>
                    <a:pt x="288523" y="321310"/>
                  </a:lnTo>
                  <a:lnTo>
                    <a:pt x="285244" y="324588"/>
                  </a:lnTo>
                  <a:lnTo>
                    <a:pt x="281966" y="326228"/>
                  </a:lnTo>
                  <a:lnTo>
                    <a:pt x="278687" y="321310"/>
                  </a:lnTo>
                  <a:lnTo>
                    <a:pt x="278687" y="326228"/>
                  </a:lnTo>
                  <a:lnTo>
                    <a:pt x="280326" y="329507"/>
                  </a:lnTo>
                  <a:lnTo>
                    <a:pt x="283605" y="332785"/>
                  </a:lnTo>
                  <a:lnTo>
                    <a:pt x="280326" y="334425"/>
                  </a:lnTo>
                  <a:lnTo>
                    <a:pt x="277047" y="337703"/>
                  </a:lnTo>
                  <a:lnTo>
                    <a:pt x="275408" y="342621"/>
                  </a:lnTo>
                  <a:lnTo>
                    <a:pt x="273769" y="345900"/>
                  </a:lnTo>
                  <a:lnTo>
                    <a:pt x="273769" y="349179"/>
                  </a:lnTo>
                  <a:lnTo>
                    <a:pt x="270491" y="354097"/>
                  </a:lnTo>
                  <a:lnTo>
                    <a:pt x="267212" y="354097"/>
                  </a:lnTo>
                  <a:lnTo>
                    <a:pt x="263933" y="357375"/>
                  </a:lnTo>
                  <a:lnTo>
                    <a:pt x="259015" y="359015"/>
                  </a:lnTo>
                  <a:lnTo>
                    <a:pt x="255736" y="362294"/>
                  </a:lnTo>
                  <a:lnTo>
                    <a:pt x="252457" y="362294"/>
                  </a:lnTo>
                  <a:lnTo>
                    <a:pt x="247539" y="365572"/>
                  </a:lnTo>
                  <a:lnTo>
                    <a:pt x="244261" y="365572"/>
                  </a:lnTo>
                  <a:lnTo>
                    <a:pt x="240983" y="368851"/>
                  </a:lnTo>
                  <a:lnTo>
                    <a:pt x="237704" y="370490"/>
                  </a:lnTo>
                  <a:lnTo>
                    <a:pt x="232786" y="372129"/>
                  </a:lnTo>
                  <a:lnTo>
                    <a:pt x="229507" y="373769"/>
                  </a:lnTo>
                  <a:lnTo>
                    <a:pt x="226228" y="377047"/>
                  </a:lnTo>
                  <a:lnTo>
                    <a:pt x="222949" y="378687"/>
                  </a:lnTo>
                  <a:lnTo>
                    <a:pt x="218032" y="377047"/>
                  </a:lnTo>
                  <a:lnTo>
                    <a:pt x="219671" y="372129"/>
                  </a:lnTo>
                  <a:lnTo>
                    <a:pt x="219671" y="368851"/>
                  </a:lnTo>
                  <a:lnTo>
                    <a:pt x="218032" y="365572"/>
                  </a:lnTo>
                  <a:lnTo>
                    <a:pt x="218032" y="360654"/>
                  </a:lnTo>
                  <a:lnTo>
                    <a:pt x="219671" y="357375"/>
                  </a:lnTo>
                  <a:lnTo>
                    <a:pt x="218032" y="354097"/>
                  </a:lnTo>
                  <a:lnTo>
                    <a:pt x="216393" y="349179"/>
                  </a:lnTo>
                  <a:lnTo>
                    <a:pt x="216393" y="345900"/>
                  </a:lnTo>
                  <a:lnTo>
                    <a:pt x="218032" y="342621"/>
                  </a:lnTo>
                  <a:lnTo>
                    <a:pt x="214753" y="344261"/>
                  </a:lnTo>
                  <a:lnTo>
                    <a:pt x="211474" y="347539"/>
                  </a:lnTo>
                  <a:lnTo>
                    <a:pt x="208196" y="345900"/>
                  </a:lnTo>
                  <a:lnTo>
                    <a:pt x="206556" y="344261"/>
                  </a:lnTo>
                  <a:lnTo>
                    <a:pt x="208196" y="340982"/>
                  </a:lnTo>
                  <a:lnTo>
                    <a:pt x="209835" y="336064"/>
                  </a:lnTo>
                  <a:lnTo>
                    <a:pt x="208196" y="339342"/>
                  </a:lnTo>
                  <a:lnTo>
                    <a:pt x="204917" y="344261"/>
                  </a:lnTo>
                  <a:lnTo>
                    <a:pt x="201638" y="342621"/>
                  </a:lnTo>
                  <a:lnTo>
                    <a:pt x="199999" y="339342"/>
                  </a:lnTo>
                  <a:lnTo>
                    <a:pt x="201638" y="336064"/>
                  </a:lnTo>
                  <a:lnTo>
                    <a:pt x="199999" y="339342"/>
                  </a:lnTo>
                  <a:lnTo>
                    <a:pt x="196720" y="342621"/>
                  </a:lnTo>
                  <a:lnTo>
                    <a:pt x="191803" y="345900"/>
                  </a:lnTo>
                  <a:lnTo>
                    <a:pt x="188524" y="347539"/>
                  </a:lnTo>
                  <a:lnTo>
                    <a:pt x="185245" y="347539"/>
                  </a:lnTo>
                  <a:lnTo>
                    <a:pt x="181966" y="345900"/>
                  </a:lnTo>
                  <a:lnTo>
                    <a:pt x="181966" y="342621"/>
                  </a:lnTo>
                  <a:lnTo>
                    <a:pt x="181966" y="337703"/>
                  </a:lnTo>
                  <a:lnTo>
                    <a:pt x="178687" y="334425"/>
                  </a:lnTo>
                  <a:lnTo>
                    <a:pt x="175409" y="336064"/>
                  </a:lnTo>
                  <a:lnTo>
                    <a:pt x="172130" y="337703"/>
                  </a:lnTo>
                  <a:lnTo>
                    <a:pt x="170490" y="334425"/>
                  </a:lnTo>
                  <a:lnTo>
                    <a:pt x="170490" y="337703"/>
                  </a:lnTo>
                  <a:lnTo>
                    <a:pt x="167213" y="334425"/>
                  </a:lnTo>
                  <a:lnTo>
                    <a:pt x="165573" y="329507"/>
                  </a:lnTo>
                  <a:lnTo>
                    <a:pt x="162294" y="327867"/>
                  </a:lnTo>
                  <a:lnTo>
                    <a:pt x="159016" y="324588"/>
                  </a:lnTo>
                  <a:lnTo>
                    <a:pt x="159016" y="327867"/>
                  </a:lnTo>
                  <a:lnTo>
                    <a:pt x="155737" y="331146"/>
                  </a:lnTo>
                  <a:lnTo>
                    <a:pt x="155737" y="336064"/>
                  </a:lnTo>
                  <a:lnTo>
                    <a:pt x="152458" y="337703"/>
                  </a:lnTo>
                  <a:lnTo>
                    <a:pt x="149179" y="340982"/>
                  </a:lnTo>
                  <a:lnTo>
                    <a:pt x="145900" y="344261"/>
                  </a:lnTo>
                  <a:lnTo>
                    <a:pt x="140983" y="344261"/>
                  </a:lnTo>
                  <a:lnTo>
                    <a:pt x="137704" y="344261"/>
                  </a:lnTo>
                  <a:lnTo>
                    <a:pt x="134426" y="342621"/>
                  </a:lnTo>
                  <a:lnTo>
                    <a:pt x="131147" y="340982"/>
                  </a:lnTo>
                  <a:lnTo>
                    <a:pt x="127868" y="340982"/>
                  </a:lnTo>
                  <a:lnTo>
                    <a:pt x="122950" y="344261"/>
                  </a:lnTo>
                  <a:lnTo>
                    <a:pt x="119671" y="347539"/>
                  </a:lnTo>
                  <a:lnTo>
                    <a:pt x="116393" y="352457"/>
                  </a:lnTo>
                  <a:lnTo>
                    <a:pt x="111475" y="347539"/>
                  </a:lnTo>
                  <a:lnTo>
                    <a:pt x="113114" y="344261"/>
                  </a:lnTo>
                  <a:lnTo>
                    <a:pt x="113114" y="340982"/>
                  </a:lnTo>
                  <a:lnTo>
                    <a:pt x="113114" y="337703"/>
                  </a:lnTo>
                  <a:lnTo>
                    <a:pt x="113114" y="332785"/>
                  </a:lnTo>
                  <a:lnTo>
                    <a:pt x="113114" y="329507"/>
                  </a:lnTo>
                  <a:lnTo>
                    <a:pt x="111475" y="326228"/>
                  </a:lnTo>
                  <a:lnTo>
                    <a:pt x="109836" y="321310"/>
                  </a:lnTo>
                  <a:lnTo>
                    <a:pt x="108196" y="318031"/>
                  </a:lnTo>
                  <a:lnTo>
                    <a:pt x="106557" y="321310"/>
                  </a:lnTo>
                  <a:lnTo>
                    <a:pt x="104917" y="326228"/>
                  </a:lnTo>
                  <a:lnTo>
                    <a:pt x="101639" y="326228"/>
                  </a:lnTo>
                  <a:lnTo>
                    <a:pt x="98360" y="322949"/>
                  </a:lnTo>
                  <a:lnTo>
                    <a:pt x="95081" y="322949"/>
                  </a:lnTo>
                  <a:lnTo>
                    <a:pt x="90164" y="324588"/>
                  </a:lnTo>
                  <a:lnTo>
                    <a:pt x="86885" y="327867"/>
                  </a:lnTo>
                  <a:lnTo>
                    <a:pt x="83606" y="329507"/>
                  </a:lnTo>
                  <a:lnTo>
                    <a:pt x="78688" y="331146"/>
                  </a:lnTo>
                  <a:lnTo>
                    <a:pt x="75409" y="329507"/>
                  </a:lnTo>
                  <a:lnTo>
                    <a:pt x="72130" y="327867"/>
                  </a:lnTo>
                  <a:lnTo>
                    <a:pt x="75409" y="324588"/>
                  </a:lnTo>
                  <a:lnTo>
                    <a:pt x="77049" y="322949"/>
                  </a:lnTo>
                  <a:lnTo>
                    <a:pt x="73770" y="324588"/>
                  </a:lnTo>
                  <a:lnTo>
                    <a:pt x="70491" y="327867"/>
                  </a:lnTo>
                  <a:lnTo>
                    <a:pt x="67212" y="327867"/>
                  </a:lnTo>
                  <a:lnTo>
                    <a:pt x="67212" y="324588"/>
                  </a:lnTo>
                  <a:lnTo>
                    <a:pt x="63934" y="321310"/>
                  </a:lnTo>
                  <a:lnTo>
                    <a:pt x="60656" y="322949"/>
                  </a:lnTo>
                  <a:lnTo>
                    <a:pt x="57377" y="324588"/>
                  </a:lnTo>
                  <a:lnTo>
                    <a:pt x="52459" y="326228"/>
                  </a:lnTo>
                  <a:lnTo>
                    <a:pt x="50819" y="322949"/>
                  </a:lnTo>
                  <a:lnTo>
                    <a:pt x="52459" y="319671"/>
                  </a:lnTo>
                  <a:lnTo>
                    <a:pt x="50819" y="316392"/>
                  </a:lnTo>
                  <a:lnTo>
                    <a:pt x="50819" y="311474"/>
                  </a:lnTo>
                  <a:lnTo>
                    <a:pt x="50819" y="308195"/>
                  </a:lnTo>
                  <a:lnTo>
                    <a:pt x="50819" y="304917"/>
                  </a:lnTo>
                  <a:lnTo>
                    <a:pt x="49180" y="299998"/>
                  </a:lnTo>
                  <a:lnTo>
                    <a:pt x="49180" y="296720"/>
                  </a:lnTo>
                  <a:lnTo>
                    <a:pt x="47540" y="293441"/>
                  </a:lnTo>
                  <a:lnTo>
                    <a:pt x="47540" y="288523"/>
                  </a:lnTo>
                  <a:lnTo>
                    <a:pt x="49180" y="285244"/>
                  </a:lnTo>
                  <a:lnTo>
                    <a:pt x="47540" y="281966"/>
                  </a:lnTo>
                  <a:lnTo>
                    <a:pt x="44262" y="277048"/>
                  </a:lnTo>
                  <a:lnTo>
                    <a:pt x="40983" y="277048"/>
                  </a:lnTo>
                  <a:lnTo>
                    <a:pt x="40983" y="273769"/>
                  </a:lnTo>
                  <a:lnTo>
                    <a:pt x="44262" y="270491"/>
                  </a:lnTo>
                  <a:lnTo>
                    <a:pt x="44262" y="268851"/>
                  </a:lnTo>
                  <a:lnTo>
                    <a:pt x="45901" y="265572"/>
                  </a:lnTo>
                  <a:lnTo>
                    <a:pt x="45901" y="262294"/>
                  </a:lnTo>
                  <a:lnTo>
                    <a:pt x="47540" y="259015"/>
                  </a:lnTo>
                  <a:lnTo>
                    <a:pt x="47540" y="254097"/>
                  </a:lnTo>
                  <a:lnTo>
                    <a:pt x="44262" y="250818"/>
                  </a:lnTo>
                  <a:lnTo>
                    <a:pt x="40983" y="247540"/>
                  </a:lnTo>
                  <a:lnTo>
                    <a:pt x="40983" y="242622"/>
                  </a:lnTo>
                  <a:lnTo>
                    <a:pt x="37705" y="240982"/>
                  </a:lnTo>
                  <a:lnTo>
                    <a:pt x="34426" y="237704"/>
                  </a:lnTo>
                  <a:lnTo>
                    <a:pt x="34426" y="232786"/>
                  </a:lnTo>
                  <a:lnTo>
                    <a:pt x="31147" y="237704"/>
                  </a:lnTo>
                  <a:lnTo>
                    <a:pt x="27869" y="232786"/>
                  </a:lnTo>
                  <a:lnTo>
                    <a:pt x="24590" y="231147"/>
                  </a:lnTo>
                  <a:lnTo>
                    <a:pt x="19672" y="234425"/>
                  </a:lnTo>
                  <a:lnTo>
                    <a:pt x="16393" y="232786"/>
                  </a:lnTo>
                  <a:lnTo>
                    <a:pt x="16393" y="229507"/>
                  </a:lnTo>
                  <a:lnTo>
                    <a:pt x="18032" y="224589"/>
                  </a:lnTo>
                  <a:lnTo>
                    <a:pt x="21311" y="226228"/>
                  </a:lnTo>
                  <a:lnTo>
                    <a:pt x="26229" y="226228"/>
                  </a:lnTo>
                  <a:lnTo>
                    <a:pt x="21311" y="224589"/>
                  </a:lnTo>
                  <a:lnTo>
                    <a:pt x="19672" y="219671"/>
                  </a:lnTo>
                  <a:lnTo>
                    <a:pt x="14753" y="219671"/>
                  </a:lnTo>
                  <a:lnTo>
                    <a:pt x="11476" y="218032"/>
                  </a:lnTo>
                  <a:lnTo>
                    <a:pt x="9836" y="214753"/>
                  </a:lnTo>
                  <a:lnTo>
                    <a:pt x="9836" y="211474"/>
                  </a:lnTo>
                  <a:lnTo>
                    <a:pt x="9836" y="206557"/>
                  </a:lnTo>
                  <a:lnTo>
                    <a:pt x="11476" y="203278"/>
                  </a:lnTo>
                  <a:lnTo>
                    <a:pt x="14753" y="204917"/>
                  </a:lnTo>
                  <a:lnTo>
                    <a:pt x="13114" y="201638"/>
                  </a:lnTo>
                  <a:lnTo>
                    <a:pt x="13114" y="198360"/>
                  </a:lnTo>
                  <a:lnTo>
                    <a:pt x="11476" y="193442"/>
                  </a:lnTo>
                  <a:lnTo>
                    <a:pt x="14753" y="193442"/>
                  </a:lnTo>
                  <a:lnTo>
                    <a:pt x="13114" y="190163"/>
                  </a:lnTo>
                  <a:lnTo>
                    <a:pt x="11476" y="185245"/>
                  </a:lnTo>
                  <a:lnTo>
                    <a:pt x="8197" y="181966"/>
                  </a:lnTo>
                  <a:lnTo>
                    <a:pt x="4918" y="181966"/>
                  </a:lnTo>
                  <a:lnTo>
                    <a:pt x="3279" y="177048"/>
                  </a:lnTo>
                  <a:lnTo>
                    <a:pt x="3279" y="173770"/>
                  </a:lnTo>
                  <a:lnTo>
                    <a:pt x="3279" y="170491"/>
                  </a:lnTo>
                  <a:lnTo>
                    <a:pt x="3279" y="165573"/>
                  </a:lnTo>
                  <a:lnTo>
                    <a:pt x="1639" y="162294"/>
                  </a:lnTo>
                  <a:lnTo>
                    <a:pt x="0" y="159015"/>
                  </a:lnTo>
                  <a:lnTo>
                    <a:pt x="1639" y="15573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3" name="Freeform 2482">
              <a:extLst>
                <a:ext uri="{FF2B5EF4-FFF2-40B4-BE49-F238E27FC236}">
                  <a16:creationId xmlns:a16="http://schemas.microsoft.com/office/drawing/2014/main" id="{BACED91D-2F6C-C044-98E9-0AB1BB3C4EEA}"/>
                </a:ext>
              </a:extLst>
            </p:cNvPr>
            <p:cNvSpPr/>
            <p:nvPr/>
          </p:nvSpPr>
          <p:spPr>
            <a:xfrm>
              <a:off x="9887785" y="3964078"/>
              <a:ext cx="9836" cy="4918"/>
            </a:xfrm>
            <a:custGeom>
              <a:avLst/>
              <a:gdLst>
                <a:gd name="connsiteX0" fmla="*/ 0 w 9836"/>
                <a:gd name="connsiteY0" fmla="*/ 3279 h 4918"/>
                <a:gd name="connsiteX1" fmla="*/ 0 w 9836"/>
                <a:gd name="connsiteY1" fmla="*/ 0 h 4918"/>
                <a:gd name="connsiteX2" fmla="*/ 3279 w 9836"/>
                <a:gd name="connsiteY2" fmla="*/ 1639 h 4918"/>
                <a:gd name="connsiteX3" fmla="*/ 6558 w 9836"/>
                <a:gd name="connsiteY3" fmla="*/ 1639 h 4918"/>
                <a:gd name="connsiteX4" fmla="*/ 9837 w 9836"/>
                <a:gd name="connsiteY4" fmla="*/ 4918 h 4918"/>
                <a:gd name="connsiteX5" fmla="*/ 6558 w 9836"/>
                <a:gd name="connsiteY5" fmla="*/ 4918 h 4918"/>
                <a:gd name="connsiteX6" fmla="*/ 3279 w 9836"/>
                <a:gd name="connsiteY6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4918">
                  <a:moveTo>
                    <a:pt x="0" y="3279"/>
                  </a:moveTo>
                  <a:lnTo>
                    <a:pt x="0" y="0"/>
                  </a:lnTo>
                  <a:lnTo>
                    <a:pt x="3279" y="1639"/>
                  </a:lnTo>
                  <a:lnTo>
                    <a:pt x="6558" y="1639"/>
                  </a:lnTo>
                  <a:lnTo>
                    <a:pt x="9837" y="4918"/>
                  </a:lnTo>
                  <a:lnTo>
                    <a:pt x="6558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4" name="Freeform 2483">
              <a:extLst>
                <a:ext uri="{FF2B5EF4-FFF2-40B4-BE49-F238E27FC236}">
                  <a16:creationId xmlns:a16="http://schemas.microsoft.com/office/drawing/2014/main" id="{3554618F-B23B-7B4E-B1A9-F0138CC7AE00}"/>
                </a:ext>
              </a:extLst>
            </p:cNvPr>
            <p:cNvSpPr/>
            <p:nvPr/>
          </p:nvSpPr>
          <p:spPr>
            <a:xfrm>
              <a:off x="9904179" y="3937849"/>
              <a:ext cx="8196" cy="6557"/>
            </a:xfrm>
            <a:custGeom>
              <a:avLst/>
              <a:gdLst>
                <a:gd name="connsiteX0" fmla="*/ 0 w 8196"/>
                <a:gd name="connsiteY0" fmla="*/ 0 h 6557"/>
                <a:gd name="connsiteX1" fmla="*/ 3279 w 8196"/>
                <a:gd name="connsiteY1" fmla="*/ 0 h 6557"/>
                <a:gd name="connsiteX2" fmla="*/ 6558 w 8196"/>
                <a:gd name="connsiteY2" fmla="*/ 0 h 6557"/>
                <a:gd name="connsiteX3" fmla="*/ 8197 w 8196"/>
                <a:gd name="connsiteY3" fmla="*/ 0 h 6557"/>
                <a:gd name="connsiteX4" fmla="*/ 8197 w 8196"/>
                <a:gd name="connsiteY4" fmla="*/ 1639 h 6557"/>
                <a:gd name="connsiteX5" fmla="*/ 8197 w 8196"/>
                <a:gd name="connsiteY5" fmla="*/ 4918 h 6557"/>
                <a:gd name="connsiteX6" fmla="*/ 8197 w 8196"/>
                <a:gd name="connsiteY6" fmla="*/ 6557 h 6557"/>
                <a:gd name="connsiteX7" fmla="*/ 4918 w 8196"/>
                <a:gd name="connsiteY7" fmla="*/ 6557 h 6557"/>
                <a:gd name="connsiteX8" fmla="*/ 1640 w 8196"/>
                <a:gd name="connsiteY8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6557">
                  <a:moveTo>
                    <a:pt x="0" y="0"/>
                  </a:moveTo>
                  <a:lnTo>
                    <a:pt x="3279" y="0"/>
                  </a:lnTo>
                  <a:lnTo>
                    <a:pt x="6558" y="0"/>
                  </a:lnTo>
                  <a:lnTo>
                    <a:pt x="8197" y="0"/>
                  </a:lnTo>
                  <a:lnTo>
                    <a:pt x="8197" y="1639"/>
                  </a:lnTo>
                  <a:lnTo>
                    <a:pt x="8197" y="4918"/>
                  </a:lnTo>
                  <a:lnTo>
                    <a:pt x="8197" y="6557"/>
                  </a:lnTo>
                  <a:lnTo>
                    <a:pt x="4918" y="6557"/>
                  </a:lnTo>
                  <a:lnTo>
                    <a:pt x="164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5" name="Freeform 2484">
              <a:extLst>
                <a:ext uri="{FF2B5EF4-FFF2-40B4-BE49-F238E27FC236}">
                  <a16:creationId xmlns:a16="http://schemas.microsoft.com/office/drawing/2014/main" id="{95C1803C-4D5D-8B40-BEAC-45F2C0A75746}"/>
                </a:ext>
              </a:extLst>
            </p:cNvPr>
            <p:cNvSpPr/>
            <p:nvPr/>
          </p:nvSpPr>
          <p:spPr>
            <a:xfrm>
              <a:off x="9902540" y="3934570"/>
              <a:ext cx="9835" cy="3278"/>
            </a:xfrm>
            <a:custGeom>
              <a:avLst/>
              <a:gdLst>
                <a:gd name="connsiteX0" fmla="*/ 1639 w 9835"/>
                <a:gd name="connsiteY0" fmla="*/ 3279 h 3278"/>
                <a:gd name="connsiteX1" fmla="*/ 0 w 9835"/>
                <a:gd name="connsiteY1" fmla="*/ 0 h 3278"/>
                <a:gd name="connsiteX2" fmla="*/ 4918 w 9835"/>
                <a:gd name="connsiteY2" fmla="*/ 0 h 3278"/>
                <a:gd name="connsiteX3" fmla="*/ 8197 w 9835"/>
                <a:gd name="connsiteY3" fmla="*/ 3279 h 3278"/>
                <a:gd name="connsiteX4" fmla="*/ 9836 w 9835"/>
                <a:gd name="connsiteY4" fmla="*/ 3279 h 3278"/>
                <a:gd name="connsiteX5" fmla="*/ 8197 w 9835"/>
                <a:gd name="connsiteY5" fmla="*/ 3279 h 3278"/>
                <a:gd name="connsiteX6" fmla="*/ 4918 w 9835"/>
                <a:gd name="connsiteY6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5" h="3278">
                  <a:moveTo>
                    <a:pt x="1639" y="3279"/>
                  </a:moveTo>
                  <a:lnTo>
                    <a:pt x="0" y="0"/>
                  </a:lnTo>
                  <a:lnTo>
                    <a:pt x="4918" y="0"/>
                  </a:lnTo>
                  <a:lnTo>
                    <a:pt x="8197" y="3279"/>
                  </a:lnTo>
                  <a:lnTo>
                    <a:pt x="9836" y="3279"/>
                  </a:lnTo>
                  <a:lnTo>
                    <a:pt x="8197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6" name="Freeform 2485">
              <a:extLst>
                <a:ext uri="{FF2B5EF4-FFF2-40B4-BE49-F238E27FC236}">
                  <a16:creationId xmlns:a16="http://schemas.microsoft.com/office/drawing/2014/main" id="{814A1FD7-29CC-0744-A368-B9787AEE6C79}"/>
                </a:ext>
              </a:extLst>
            </p:cNvPr>
            <p:cNvSpPr/>
            <p:nvPr/>
          </p:nvSpPr>
          <p:spPr>
            <a:xfrm>
              <a:off x="10420570" y="4137847"/>
              <a:ext cx="385244" cy="386883"/>
            </a:xfrm>
            <a:custGeom>
              <a:avLst/>
              <a:gdLst>
                <a:gd name="connsiteX0" fmla="*/ 11476 w 385244"/>
                <a:gd name="connsiteY0" fmla="*/ 27869 h 386883"/>
                <a:gd name="connsiteX1" fmla="*/ 11476 w 385244"/>
                <a:gd name="connsiteY1" fmla="*/ 24590 h 386883"/>
                <a:gd name="connsiteX2" fmla="*/ 9837 w 385244"/>
                <a:gd name="connsiteY2" fmla="*/ 21312 h 386883"/>
                <a:gd name="connsiteX3" fmla="*/ 13114 w 385244"/>
                <a:gd name="connsiteY3" fmla="*/ 19672 h 386883"/>
                <a:gd name="connsiteX4" fmla="*/ 16393 w 385244"/>
                <a:gd name="connsiteY4" fmla="*/ 18033 h 386883"/>
                <a:gd name="connsiteX5" fmla="*/ 21311 w 385244"/>
                <a:gd name="connsiteY5" fmla="*/ 16393 h 386883"/>
                <a:gd name="connsiteX6" fmla="*/ 24590 w 385244"/>
                <a:gd name="connsiteY6" fmla="*/ 18033 h 386883"/>
                <a:gd name="connsiteX7" fmla="*/ 27869 w 385244"/>
                <a:gd name="connsiteY7" fmla="*/ 16393 h 386883"/>
                <a:gd name="connsiteX8" fmla="*/ 32787 w 385244"/>
                <a:gd name="connsiteY8" fmla="*/ 16393 h 386883"/>
                <a:gd name="connsiteX9" fmla="*/ 36066 w 385244"/>
                <a:gd name="connsiteY9" fmla="*/ 13115 h 386883"/>
                <a:gd name="connsiteX10" fmla="*/ 39344 w 385244"/>
                <a:gd name="connsiteY10" fmla="*/ 8197 h 386883"/>
                <a:gd name="connsiteX11" fmla="*/ 42623 w 385244"/>
                <a:gd name="connsiteY11" fmla="*/ 4918 h 386883"/>
                <a:gd name="connsiteX12" fmla="*/ 45901 w 385244"/>
                <a:gd name="connsiteY12" fmla="*/ 3279 h 386883"/>
                <a:gd name="connsiteX13" fmla="*/ 50820 w 385244"/>
                <a:gd name="connsiteY13" fmla="*/ 1639 h 386883"/>
                <a:gd name="connsiteX14" fmla="*/ 54098 w 385244"/>
                <a:gd name="connsiteY14" fmla="*/ 0 h 386883"/>
                <a:gd name="connsiteX15" fmla="*/ 55738 w 385244"/>
                <a:gd name="connsiteY15" fmla="*/ 0 h 386883"/>
                <a:gd name="connsiteX16" fmla="*/ 57377 w 385244"/>
                <a:gd name="connsiteY16" fmla="*/ 0 h 386883"/>
                <a:gd name="connsiteX17" fmla="*/ 60656 w 385244"/>
                <a:gd name="connsiteY17" fmla="*/ 0 h 386883"/>
                <a:gd name="connsiteX18" fmla="*/ 62295 w 385244"/>
                <a:gd name="connsiteY18" fmla="*/ 0 h 386883"/>
                <a:gd name="connsiteX19" fmla="*/ 65573 w 385244"/>
                <a:gd name="connsiteY19" fmla="*/ 0 h 386883"/>
                <a:gd name="connsiteX20" fmla="*/ 68852 w 385244"/>
                <a:gd name="connsiteY20" fmla="*/ 1639 h 386883"/>
                <a:gd name="connsiteX21" fmla="*/ 73770 w 385244"/>
                <a:gd name="connsiteY21" fmla="*/ 3279 h 386883"/>
                <a:gd name="connsiteX22" fmla="*/ 77049 w 385244"/>
                <a:gd name="connsiteY22" fmla="*/ 3279 h 386883"/>
                <a:gd name="connsiteX23" fmla="*/ 80328 w 385244"/>
                <a:gd name="connsiteY23" fmla="*/ 6557 h 386883"/>
                <a:gd name="connsiteX24" fmla="*/ 85246 w 385244"/>
                <a:gd name="connsiteY24" fmla="*/ 8197 h 386883"/>
                <a:gd name="connsiteX25" fmla="*/ 88525 w 385244"/>
                <a:gd name="connsiteY25" fmla="*/ 11476 h 386883"/>
                <a:gd name="connsiteX26" fmla="*/ 91803 w 385244"/>
                <a:gd name="connsiteY26" fmla="*/ 14754 h 386883"/>
                <a:gd name="connsiteX27" fmla="*/ 95081 w 385244"/>
                <a:gd name="connsiteY27" fmla="*/ 16393 h 386883"/>
                <a:gd name="connsiteX28" fmla="*/ 98360 w 385244"/>
                <a:gd name="connsiteY28" fmla="*/ 18033 h 386883"/>
                <a:gd name="connsiteX29" fmla="*/ 103278 w 385244"/>
                <a:gd name="connsiteY29" fmla="*/ 18033 h 386883"/>
                <a:gd name="connsiteX30" fmla="*/ 106557 w 385244"/>
                <a:gd name="connsiteY30" fmla="*/ 18033 h 386883"/>
                <a:gd name="connsiteX31" fmla="*/ 109836 w 385244"/>
                <a:gd name="connsiteY31" fmla="*/ 18033 h 386883"/>
                <a:gd name="connsiteX32" fmla="*/ 109836 w 385244"/>
                <a:gd name="connsiteY32" fmla="*/ 18033 h 386883"/>
                <a:gd name="connsiteX33" fmla="*/ 114754 w 385244"/>
                <a:gd name="connsiteY33" fmla="*/ 16393 h 386883"/>
                <a:gd name="connsiteX34" fmla="*/ 118032 w 385244"/>
                <a:gd name="connsiteY34" fmla="*/ 19672 h 386883"/>
                <a:gd name="connsiteX35" fmla="*/ 121311 w 385244"/>
                <a:gd name="connsiteY35" fmla="*/ 21312 h 386883"/>
                <a:gd name="connsiteX36" fmla="*/ 118032 w 385244"/>
                <a:gd name="connsiteY36" fmla="*/ 26229 h 386883"/>
                <a:gd name="connsiteX37" fmla="*/ 119671 w 385244"/>
                <a:gd name="connsiteY37" fmla="*/ 29508 h 386883"/>
                <a:gd name="connsiteX38" fmla="*/ 119671 w 385244"/>
                <a:gd name="connsiteY38" fmla="*/ 34426 h 386883"/>
                <a:gd name="connsiteX39" fmla="*/ 122950 w 385244"/>
                <a:gd name="connsiteY39" fmla="*/ 37705 h 386883"/>
                <a:gd name="connsiteX40" fmla="*/ 126229 w 385244"/>
                <a:gd name="connsiteY40" fmla="*/ 40983 h 386883"/>
                <a:gd name="connsiteX41" fmla="*/ 126229 w 385244"/>
                <a:gd name="connsiteY41" fmla="*/ 44262 h 386883"/>
                <a:gd name="connsiteX42" fmla="*/ 124590 w 385244"/>
                <a:gd name="connsiteY42" fmla="*/ 49180 h 386883"/>
                <a:gd name="connsiteX43" fmla="*/ 124590 w 385244"/>
                <a:gd name="connsiteY43" fmla="*/ 52459 h 386883"/>
                <a:gd name="connsiteX44" fmla="*/ 121311 w 385244"/>
                <a:gd name="connsiteY44" fmla="*/ 55737 h 386883"/>
                <a:gd name="connsiteX45" fmla="*/ 119671 w 385244"/>
                <a:gd name="connsiteY45" fmla="*/ 60656 h 386883"/>
                <a:gd name="connsiteX46" fmla="*/ 119671 w 385244"/>
                <a:gd name="connsiteY46" fmla="*/ 63934 h 386883"/>
                <a:gd name="connsiteX47" fmla="*/ 119671 w 385244"/>
                <a:gd name="connsiteY47" fmla="*/ 67213 h 386883"/>
                <a:gd name="connsiteX48" fmla="*/ 121311 w 385244"/>
                <a:gd name="connsiteY48" fmla="*/ 70492 h 386883"/>
                <a:gd name="connsiteX49" fmla="*/ 119671 w 385244"/>
                <a:gd name="connsiteY49" fmla="*/ 75410 h 386883"/>
                <a:gd name="connsiteX50" fmla="*/ 119671 w 385244"/>
                <a:gd name="connsiteY50" fmla="*/ 78688 h 386883"/>
                <a:gd name="connsiteX51" fmla="*/ 121311 w 385244"/>
                <a:gd name="connsiteY51" fmla="*/ 81967 h 386883"/>
                <a:gd name="connsiteX52" fmla="*/ 121311 w 385244"/>
                <a:gd name="connsiteY52" fmla="*/ 86885 h 386883"/>
                <a:gd name="connsiteX53" fmla="*/ 122950 w 385244"/>
                <a:gd name="connsiteY53" fmla="*/ 90164 h 386883"/>
                <a:gd name="connsiteX54" fmla="*/ 126229 w 385244"/>
                <a:gd name="connsiteY54" fmla="*/ 93442 h 386883"/>
                <a:gd name="connsiteX55" fmla="*/ 127868 w 385244"/>
                <a:gd name="connsiteY55" fmla="*/ 98360 h 386883"/>
                <a:gd name="connsiteX56" fmla="*/ 129508 w 385244"/>
                <a:gd name="connsiteY56" fmla="*/ 101639 h 386883"/>
                <a:gd name="connsiteX57" fmla="*/ 129508 w 385244"/>
                <a:gd name="connsiteY57" fmla="*/ 104917 h 386883"/>
                <a:gd name="connsiteX58" fmla="*/ 129508 w 385244"/>
                <a:gd name="connsiteY58" fmla="*/ 106557 h 386883"/>
                <a:gd name="connsiteX59" fmla="*/ 132787 w 385244"/>
                <a:gd name="connsiteY59" fmla="*/ 109836 h 386883"/>
                <a:gd name="connsiteX60" fmla="*/ 134426 w 385244"/>
                <a:gd name="connsiteY60" fmla="*/ 106557 h 386883"/>
                <a:gd name="connsiteX61" fmla="*/ 132787 w 385244"/>
                <a:gd name="connsiteY61" fmla="*/ 101639 h 386883"/>
                <a:gd name="connsiteX62" fmla="*/ 132787 w 385244"/>
                <a:gd name="connsiteY62" fmla="*/ 98360 h 386883"/>
                <a:gd name="connsiteX63" fmla="*/ 136065 w 385244"/>
                <a:gd name="connsiteY63" fmla="*/ 95082 h 386883"/>
                <a:gd name="connsiteX64" fmla="*/ 139344 w 385244"/>
                <a:gd name="connsiteY64" fmla="*/ 95082 h 386883"/>
                <a:gd name="connsiteX65" fmla="*/ 139344 w 385244"/>
                <a:gd name="connsiteY65" fmla="*/ 100000 h 386883"/>
                <a:gd name="connsiteX66" fmla="*/ 139344 w 385244"/>
                <a:gd name="connsiteY66" fmla="*/ 103279 h 386883"/>
                <a:gd name="connsiteX67" fmla="*/ 139344 w 385244"/>
                <a:gd name="connsiteY67" fmla="*/ 106557 h 386883"/>
                <a:gd name="connsiteX68" fmla="*/ 140984 w 385244"/>
                <a:gd name="connsiteY68" fmla="*/ 111475 h 386883"/>
                <a:gd name="connsiteX69" fmla="*/ 140984 w 385244"/>
                <a:gd name="connsiteY69" fmla="*/ 114754 h 386883"/>
                <a:gd name="connsiteX70" fmla="*/ 144261 w 385244"/>
                <a:gd name="connsiteY70" fmla="*/ 114754 h 386883"/>
                <a:gd name="connsiteX71" fmla="*/ 145901 w 385244"/>
                <a:gd name="connsiteY71" fmla="*/ 119672 h 386883"/>
                <a:gd name="connsiteX72" fmla="*/ 145901 w 385244"/>
                <a:gd name="connsiteY72" fmla="*/ 122950 h 386883"/>
                <a:gd name="connsiteX73" fmla="*/ 147540 w 385244"/>
                <a:gd name="connsiteY73" fmla="*/ 126229 h 386883"/>
                <a:gd name="connsiteX74" fmla="*/ 150819 w 385244"/>
                <a:gd name="connsiteY74" fmla="*/ 129508 h 386883"/>
                <a:gd name="connsiteX75" fmla="*/ 155737 w 385244"/>
                <a:gd name="connsiteY75" fmla="*/ 131147 h 386883"/>
                <a:gd name="connsiteX76" fmla="*/ 159016 w 385244"/>
                <a:gd name="connsiteY76" fmla="*/ 132786 h 386883"/>
                <a:gd name="connsiteX77" fmla="*/ 162295 w 385244"/>
                <a:gd name="connsiteY77" fmla="*/ 132786 h 386883"/>
                <a:gd name="connsiteX78" fmla="*/ 165574 w 385244"/>
                <a:gd name="connsiteY78" fmla="*/ 134426 h 386883"/>
                <a:gd name="connsiteX79" fmla="*/ 168851 w 385244"/>
                <a:gd name="connsiteY79" fmla="*/ 132786 h 386883"/>
                <a:gd name="connsiteX80" fmla="*/ 172130 w 385244"/>
                <a:gd name="connsiteY80" fmla="*/ 131147 h 386883"/>
                <a:gd name="connsiteX81" fmla="*/ 173770 w 385244"/>
                <a:gd name="connsiteY81" fmla="*/ 127869 h 386883"/>
                <a:gd name="connsiteX82" fmla="*/ 178688 w 385244"/>
                <a:gd name="connsiteY82" fmla="*/ 124590 h 386883"/>
                <a:gd name="connsiteX83" fmla="*/ 180327 w 385244"/>
                <a:gd name="connsiteY83" fmla="*/ 124590 h 386883"/>
                <a:gd name="connsiteX84" fmla="*/ 180327 w 385244"/>
                <a:gd name="connsiteY84" fmla="*/ 119672 h 386883"/>
                <a:gd name="connsiteX85" fmla="*/ 185245 w 385244"/>
                <a:gd name="connsiteY85" fmla="*/ 118032 h 386883"/>
                <a:gd name="connsiteX86" fmla="*/ 188524 w 385244"/>
                <a:gd name="connsiteY86" fmla="*/ 114754 h 386883"/>
                <a:gd name="connsiteX87" fmla="*/ 188524 w 385244"/>
                <a:gd name="connsiteY87" fmla="*/ 111475 h 386883"/>
                <a:gd name="connsiteX88" fmla="*/ 190164 w 385244"/>
                <a:gd name="connsiteY88" fmla="*/ 109836 h 386883"/>
                <a:gd name="connsiteX89" fmla="*/ 190164 w 385244"/>
                <a:gd name="connsiteY89" fmla="*/ 106557 h 386883"/>
                <a:gd name="connsiteX90" fmla="*/ 193442 w 385244"/>
                <a:gd name="connsiteY90" fmla="*/ 103279 h 386883"/>
                <a:gd name="connsiteX91" fmla="*/ 198360 w 385244"/>
                <a:gd name="connsiteY91" fmla="*/ 101639 h 386883"/>
                <a:gd name="connsiteX92" fmla="*/ 201638 w 385244"/>
                <a:gd name="connsiteY92" fmla="*/ 98360 h 386883"/>
                <a:gd name="connsiteX93" fmla="*/ 203278 w 385244"/>
                <a:gd name="connsiteY93" fmla="*/ 95082 h 386883"/>
                <a:gd name="connsiteX94" fmla="*/ 204917 w 385244"/>
                <a:gd name="connsiteY94" fmla="*/ 90164 h 386883"/>
                <a:gd name="connsiteX95" fmla="*/ 204917 w 385244"/>
                <a:gd name="connsiteY95" fmla="*/ 86885 h 386883"/>
                <a:gd name="connsiteX96" fmla="*/ 206557 w 385244"/>
                <a:gd name="connsiteY96" fmla="*/ 83606 h 386883"/>
                <a:gd name="connsiteX97" fmla="*/ 211475 w 385244"/>
                <a:gd name="connsiteY97" fmla="*/ 81967 h 386883"/>
                <a:gd name="connsiteX98" fmla="*/ 214754 w 385244"/>
                <a:gd name="connsiteY98" fmla="*/ 83606 h 386883"/>
                <a:gd name="connsiteX99" fmla="*/ 218032 w 385244"/>
                <a:gd name="connsiteY99" fmla="*/ 83606 h 386883"/>
                <a:gd name="connsiteX100" fmla="*/ 222950 w 385244"/>
                <a:gd name="connsiteY100" fmla="*/ 83606 h 386883"/>
                <a:gd name="connsiteX101" fmla="*/ 226228 w 385244"/>
                <a:gd name="connsiteY101" fmla="*/ 81967 h 386883"/>
                <a:gd name="connsiteX102" fmla="*/ 229507 w 385244"/>
                <a:gd name="connsiteY102" fmla="*/ 78688 h 386883"/>
                <a:gd name="connsiteX103" fmla="*/ 232786 w 385244"/>
                <a:gd name="connsiteY103" fmla="*/ 77049 h 386883"/>
                <a:gd name="connsiteX104" fmla="*/ 237704 w 385244"/>
                <a:gd name="connsiteY104" fmla="*/ 77049 h 386883"/>
                <a:gd name="connsiteX105" fmla="*/ 239344 w 385244"/>
                <a:gd name="connsiteY105" fmla="*/ 73770 h 386883"/>
                <a:gd name="connsiteX106" fmla="*/ 239344 w 385244"/>
                <a:gd name="connsiteY106" fmla="*/ 70492 h 386883"/>
                <a:gd name="connsiteX107" fmla="*/ 236065 w 385244"/>
                <a:gd name="connsiteY107" fmla="*/ 68852 h 386883"/>
                <a:gd name="connsiteX108" fmla="*/ 236065 w 385244"/>
                <a:gd name="connsiteY108" fmla="*/ 63934 h 386883"/>
                <a:gd name="connsiteX109" fmla="*/ 239344 w 385244"/>
                <a:gd name="connsiteY109" fmla="*/ 62295 h 386883"/>
                <a:gd name="connsiteX110" fmla="*/ 244262 w 385244"/>
                <a:gd name="connsiteY110" fmla="*/ 60656 h 386883"/>
                <a:gd name="connsiteX111" fmla="*/ 247540 w 385244"/>
                <a:gd name="connsiteY111" fmla="*/ 59016 h 386883"/>
                <a:gd name="connsiteX112" fmla="*/ 250818 w 385244"/>
                <a:gd name="connsiteY112" fmla="*/ 55737 h 386883"/>
                <a:gd name="connsiteX113" fmla="*/ 254097 w 385244"/>
                <a:gd name="connsiteY113" fmla="*/ 54098 h 386883"/>
                <a:gd name="connsiteX114" fmla="*/ 259015 w 385244"/>
                <a:gd name="connsiteY114" fmla="*/ 52459 h 386883"/>
                <a:gd name="connsiteX115" fmla="*/ 262294 w 385244"/>
                <a:gd name="connsiteY115" fmla="*/ 50820 h 386883"/>
                <a:gd name="connsiteX116" fmla="*/ 265573 w 385244"/>
                <a:gd name="connsiteY116" fmla="*/ 49180 h 386883"/>
                <a:gd name="connsiteX117" fmla="*/ 267212 w 385244"/>
                <a:gd name="connsiteY117" fmla="*/ 49180 h 386883"/>
                <a:gd name="connsiteX118" fmla="*/ 270491 w 385244"/>
                <a:gd name="connsiteY118" fmla="*/ 52459 h 386883"/>
                <a:gd name="connsiteX119" fmla="*/ 273769 w 385244"/>
                <a:gd name="connsiteY119" fmla="*/ 55737 h 386883"/>
                <a:gd name="connsiteX120" fmla="*/ 277048 w 385244"/>
                <a:gd name="connsiteY120" fmla="*/ 57377 h 386883"/>
                <a:gd name="connsiteX121" fmla="*/ 281966 w 385244"/>
                <a:gd name="connsiteY121" fmla="*/ 59016 h 386883"/>
                <a:gd name="connsiteX122" fmla="*/ 285245 w 385244"/>
                <a:gd name="connsiteY122" fmla="*/ 60656 h 386883"/>
                <a:gd name="connsiteX123" fmla="*/ 288524 w 385244"/>
                <a:gd name="connsiteY123" fmla="*/ 62295 h 386883"/>
                <a:gd name="connsiteX124" fmla="*/ 293442 w 385244"/>
                <a:gd name="connsiteY124" fmla="*/ 62295 h 386883"/>
                <a:gd name="connsiteX125" fmla="*/ 296721 w 385244"/>
                <a:gd name="connsiteY125" fmla="*/ 63934 h 386883"/>
                <a:gd name="connsiteX126" fmla="*/ 299998 w 385244"/>
                <a:gd name="connsiteY126" fmla="*/ 67213 h 386883"/>
                <a:gd name="connsiteX127" fmla="*/ 303277 w 385244"/>
                <a:gd name="connsiteY127" fmla="*/ 70492 h 386883"/>
                <a:gd name="connsiteX128" fmla="*/ 308195 w 385244"/>
                <a:gd name="connsiteY128" fmla="*/ 72131 h 386883"/>
                <a:gd name="connsiteX129" fmla="*/ 311474 w 385244"/>
                <a:gd name="connsiteY129" fmla="*/ 73770 h 386883"/>
                <a:gd name="connsiteX130" fmla="*/ 314753 w 385244"/>
                <a:gd name="connsiteY130" fmla="*/ 75410 h 386883"/>
                <a:gd name="connsiteX131" fmla="*/ 318032 w 385244"/>
                <a:gd name="connsiteY131" fmla="*/ 78688 h 386883"/>
                <a:gd name="connsiteX132" fmla="*/ 319671 w 385244"/>
                <a:gd name="connsiteY132" fmla="*/ 78688 h 386883"/>
                <a:gd name="connsiteX133" fmla="*/ 322950 w 385244"/>
                <a:gd name="connsiteY133" fmla="*/ 78688 h 386883"/>
                <a:gd name="connsiteX134" fmla="*/ 326228 w 385244"/>
                <a:gd name="connsiteY134" fmla="*/ 81967 h 386883"/>
                <a:gd name="connsiteX135" fmla="*/ 329507 w 385244"/>
                <a:gd name="connsiteY135" fmla="*/ 83606 h 386883"/>
                <a:gd name="connsiteX136" fmla="*/ 334425 w 385244"/>
                <a:gd name="connsiteY136" fmla="*/ 85246 h 386883"/>
                <a:gd name="connsiteX137" fmla="*/ 337704 w 385244"/>
                <a:gd name="connsiteY137" fmla="*/ 88524 h 386883"/>
                <a:gd name="connsiteX138" fmla="*/ 340982 w 385244"/>
                <a:gd name="connsiteY138" fmla="*/ 88524 h 386883"/>
                <a:gd name="connsiteX139" fmla="*/ 344261 w 385244"/>
                <a:gd name="connsiteY139" fmla="*/ 88524 h 386883"/>
                <a:gd name="connsiteX140" fmla="*/ 345901 w 385244"/>
                <a:gd name="connsiteY140" fmla="*/ 88524 h 386883"/>
                <a:gd name="connsiteX141" fmla="*/ 350818 w 385244"/>
                <a:gd name="connsiteY141" fmla="*/ 86885 h 386883"/>
                <a:gd name="connsiteX142" fmla="*/ 354097 w 385244"/>
                <a:gd name="connsiteY142" fmla="*/ 88524 h 386883"/>
                <a:gd name="connsiteX143" fmla="*/ 357375 w 385244"/>
                <a:gd name="connsiteY143" fmla="*/ 91803 h 386883"/>
                <a:gd name="connsiteX144" fmla="*/ 360654 w 385244"/>
                <a:gd name="connsiteY144" fmla="*/ 90164 h 386883"/>
                <a:gd name="connsiteX145" fmla="*/ 365572 w 385244"/>
                <a:gd name="connsiteY145" fmla="*/ 91803 h 386883"/>
                <a:gd name="connsiteX146" fmla="*/ 368851 w 385244"/>
                <a:gd name="connsiteY146" fmla="*/ 91803 h 386883"/>
                <a:gd name="connsiteX147" fmla="*/ 372130 w 385244"/>
                <a:gd name="connsiteY147" fmla="*/ 93442 h 386883"/>
                <a:gd name="connsiteX148" fmla="*/ 375409 w 385244"/>
                <a:gd name="connsiteY148" fmla="*/ 96721 h 386883"/>
                <a:gd name="connsiteX149" fmla="*/ 378687 w 385244"/>
                <a:gd name="connsiteY149" fmla="*/ 100000 h 386883"/>
                <a:gd name="connsiteX150" fmla="*/ 381965 w 385244"/>
                <a:gd name="connsiteY150" fmla="*/ 100000 h 386883"/>
                <a:gd name="connsiteX151" fmla="*/ 385244 w 385244"/>
                <a:gd name="connsiteY151" fmla="*/ 100000 h 386883"/>
                <a:gd name="connsiteX152" fmla="*/ 383605 w 385244"/>
                <a:gd name="connsiteY152" fmla="*/ 116393 h 386883"/>
                <a:gd name="connsiteX153" fmla="*/ 383605 w 385244"/>
                <a:gd name="connsiteY153" fmla="*/ 127869 h 386883"/>
                <a:gd name="connsiteX154" fmla="*/ 381965 w 385244"/>
                <a:gd name="connsiteY154" fmla="*/ 160655 h 386883"/>
                <a:gd name="connsiteX155" fmla="*/ 381965 w 385244"/>
                <a:gd name="connsiteY155" fmla="*/ 168852 h 386883"/>
                <a:gd name="connsiteX156" fmla="*/ 380326 w 385244"/>
                <a:gd name="connsiteY156" fmla="*/ 186884 h 386883"/>
                <a:gd name="connsiteX157" fmla="*/ 380326 w 385244"/>
                <a:gd name="connsiteY157" fmla="*/ 204917 h 386883"/>
                <a:gd name="connsiteX158" fmla="*/ 380326 w 385244"/>
                <a:gd name="connsiteY158" fmla="*/ 206557 h 386883"/>
                <a:gd name="connsiteX159" fmla="*/ 380326 w 385244"/>
                <a:gd name="connsiteY159" fmla="*/ 209835 h 386883"/>
                <a:gd name="connsiteX160" fmla="*/ 378687 w 385244"/>
                <a:gd name="connsiteY160" fmla="*/ 214753 h 386883"/>
                <a:gd name="connsiteX161" fmla="*/ 378687 w 385244"/>
                <a:gd name="connsiteY161" fmla="*/ 218032 h 386883"/>
                <a:gd name="connsiteX162" fmla="*/ 378687 w 385244"/>
                <a:gd name="connsiteY162" fmla="*/ 221310 h 386883"/>
                <a:gd name="connsiteX163" fmla="*/ 378687 w 385244"/>
                <a:gd name="connsiteY163" fmla="*/ 226229 h 386883"/>
                <a:gd name="connsiteX164" fmla="*/ 378687 w 385244"/>
                <a:gd name="connsiteY164" fmla="*/ 229507 h 386883"/>
                <a:gd name="connsiteX165" fmla="*/ 378687 w 385244"/>
                <a:gd name="connsiteY165" fmla="*/ 232786 h 386883"/>
                <a:gd name="connsiteX166" fmla="*/ 378687 w 385244"/>
                <a:gd name="connsiteY166" fmla="*/ 237704 h 386883"/>
                <a:gd name="connsiteX167" fmla="*/ 377047 w 385244"/>
                <a:gd name="connsiteY167" fmla="*/ 240983 h 386883"/>
                <a:gd name="connsiteX168" fmla="*/ 377047 w 385244"/>
                <a:gd name="connsiteY168" fmla="*/ 245901 h 386883"/>
                <a:gd name="connsiteX169" fmla="*/ 377047 w 385244"/>
                <a:gd name="connsiteY169" fmla="*/ 249179 h 386883"/>
                <a:gd name="connsiteX170" fmla="*/ 377047 w 385244"/>
                <a:gd name="connsiteY170" fmla="*/ 252458 h 386883"/>
                <a:gd name="connsiteX171" fmla="*/ 377047 w 385244"/>
                <a:gd name="connsiteY171" fmla="*/ 255737 h 386883"/>
                <a:gd name="connsiteX172" fmla="*/ 377047 w 385244"/>
                <a:gd name="connsiteY172" fmla="*/ 260654 h 386883"/>
                <a:gd name="connsiteX173" fmla="*/ 377047 w 385244"/>
                <a:gd name="connsiteY173" fmla="*/ 263933 h 386883"/>
                <a:gd name="connsiteX174" fmla="*/ 375409 w 385244"/>
                <a:gd name="connsiteY174" fmla="*/ 265573 h 386883"/>
                <a:gd name="connsiteX175" fmla="*/ 372130 w 385244"/>
                <a:gd name="connsiteY175" fmla="*/ 268851 h 386883"/>
                <a:gd name="connsiteX176" fmla="*/ 372130 w 385244"/>
                <a:gd name="connsiteY176" fmla="*/ 272130 h 386883"/>
                <a:gd name="connsiteX177" fmla="*/ 370491 w 385244"/>
                <a:gd name="connsiteY177" fmla="*/ 275409 h 386883"/>
                <a:gd name="connsiteX178" fmla="*/ 368851 w 385244"/>
                <a:gd name="connsiteY178" fmla="*/ 280327 h 386883"/>
                <a:gd name="connsiteX179" fmla="*/ 370491 w 385244"/>
                <a:gd name="connsiteY179" fmla="*/ 283606 h 386883"/>
                <a:gd name="connsiteX180" fmla="*/ 370491 w 385244"/>
                <a:gd name="connsiteY180" fmla="*/ 286884 h 386883"/>
                <a:gd name="connsiteX181" fmla="*/ 375409 w 385244"/>
                <a:gd name="connsiteY181" fmla="*/ 288523 h 386883"/>
                <a:gd name="connsiteX182" fmla="*/ 375409 w 385244"/>
                <a:gd name="connsiteY182" fmla="*/ 290163 h 386883"/>
                <a:gd name="connsiteX183" fmla="*/ 373769 w 385244"/>
                <a:gd name="connsiteY183" fmla="*/ 293441 h 386883"/>
                <a:gd name="connsiteX184" fmla="*/ 373769 w 385244"/>
                <a:gd name="connsiteY184" fmla="*/ 298359 h 386883"/>
                <a:gd name="connsiteX185" fmla="*/ 373769 w 385244"/>
                <a:gd name="connsiteY185" fmla="*/ 301638 h 386883"/>
                <a:gd name="connsiteX186" fmla="*/ 373769 w 385244"/>
                <a:gd name="connsiteY186" fmla="*/ 304917 h 386883"/>
                <a:gd name="connsiteX187" fmla="*/ 373769 w 385244"/>
                <a:gd name="connsiteY187" fmla="*/ 309835 h 386883"/>
                <a:gd name="connsiteX188" fmla="*/ 373769 w 385244"/>
                <a:gd name="connsiteY188" fmla="*/ 313113 h 386883"/>
                <a:gd name="connsiteX189" fmla="*/ 372130 w 385244"/>
                <a:gd name="connsiteY189" fmla="*/ 318031 h 386883"/>
                <a:gd name="connsiteX190" fmla="*/ 372130 w 385244"/>
                <a:gd name="connsiteY190" fmla="*/ 321310 h 386883"/>
                <a:gd name="connsiteX191" fmla="*/ 372130 w 385244"/>
                <a:gd name="connsiteY191" fmla="*/ 324589 h 386883"/>
                <a:gd name="connsiteX192" fmla="*/ 372130 w 385244"/>
                <a:gd name="connsiteY192" fmla="*/ 329507 h 386883"/>
                <a:gd name="connsiteX193" fmla="*/ 372130 w 385244"/>
                <a:gd name="connsiteY193" fmla="*/ 332786 h 386883"/>
                <a:gd name="connsiteX194" fmla="*/ 370491 w 385244"/>
                <a:gd name="connsiteY194" fmla="*/ 336064 h 386883"/>
                <a:gd name="connsiteX195" fmla="*/ 370491 w 385244"/>
                <a:gd name="connsiteY195" fmla="*/ 340982 h 386883"/>
                <a:gd name="connsiteX196" fmla="*/ 370491 w 385244"/>
                <a:gd name="connsiteY196" fmla="*/ 344261 h 386883"/>
                <a:gd name="connsiteX197" fmla="*/ 370491 w 385244"/>
                <a:gd name="connsiteY197" fmla="*/ 349179 h 386883"/>
                <a:gd name="connsiteX198" fmla="*/ 370491 w 385244"/>
                <a:gd name="connsiteY198" fmla="*/ 352457 h 386883"/>
                <a:gd name="connsiteX199" fmla="*/ 370491 w 385244"/>
                <a:gd name="connsiteY199" fmla="*/ 355736 h 386883"/>
                <a:gd name="connsiteX200" fmla="*/ 368851 w 385244"/>
                <a:gd name="connsiteY200" fmla="*/ 360654 h 386883"/>
                <a:gd name="connsiteX201" fmla="*/ 368851 w 385244"/>
                <a:gd name="connsiteY201" fmla="*/ 363933 h 386883"/>
                <a:gd name="connsiteX202" fmla="*/ 368851 w 385244"/>
                <a:gd name="connsiteY202" fmla="*/ 367211 h 386883"/>
                <a:gd name="connsiteX203" fmla="*/ 368851 w 385244"/>
                <a:gd name="connsiteY203" fmla="*/ 372130 h 386883"/>
                <a:gd name="connsiteX204" fmla="*/ 368851 w 385244"/>
                <a:gd name="connsiteY204" fmla="*/ 375408 h 386883"/>
                <a:gd name="connsiteX205" fmla="*/ 367212 w 385244"/>
                <a:gd name="connsiteY205" fmla="*/ 380326 h 386883"/>
                <a:gd name="connsiteX206" fmla="*/ 367212 w 385244"/>
                <a:gd name="connsiteY206" fmla="*/ 383605 h 386883"/>
                <a:gd name="connsiteX207" fmla="*/ 367212 w 385244"/>
                <a:gd name="connsiteY207" fmla="*/ 386884 h 386883"/>
                <a:gd name="connsiteX208" fmla="*/ 363933 w 385244"/>
                <a:gd name="connsiteY208" fmla="*/ 385244 h 386883"/>
                <a:gd name="connsiteX209" fmla="*/ 360654 w 385244"/>
                <a:gd name="connsiteY209" fmla="*/ 381966 h 386883"/>
                <a:gd name="connsiteX210" fmla="*/ 357375 w 385244"/>
                <a:gd name="connsiteY210" fmla="*/ 378687 h 386883"/>
                <a:gd name="connsiteX211" fmla="*/ 354097 w 385244"/>
                <a:gd name="connsiteY211" fmla="*/ 373769 h 386883"/>
                <a:gd name="connsiteX212" fmla="*/ 352457 w 385244"/>
                <a:gd name="connsiteY212" fmla="*/ 370490 h 386883"/>
                <a:gd name="connsiteX213" fmla="*/ 349179 w 385244"/>
                <a:gd name="connsiteY213" fmla="*/ 367211 h 386883"/>
                <a:gd name="connsiteX214" fmla="*/ 347540 w 385244"/>
                <a:gd name="connsiteY214" fmla="*/ 362294 h 386883"/>
                <a:gd name="connsiteX215" fmla="*/ 344261 w 385244"/>
                <a:gd name="connsiteY215" fmla="*/ 360654 h 386883"/>
                <a:gd name="connsiteX216" fmla="*/ 340982 w 385244"/>
                <a:gd name="connsiteY216" fmla="*/ 357376 h 386883"/>
                <a:gd name="connsiteX217" fmla="*/ 339343 w 385244"/>
                <a:gd name="connsiteY217" fmla="*/ 355736 h 386883"/>
                <a:gd name="connsiteX218" fmla="*/ 336064 w 385244"/>
                <a:gd name="connsiteY218" fmla="*/ 352457 h 386883"/>
                <a:gd name="connsiteX219" fmla="*/ 332785 w 385244"/>
                <a:gd name="connsiteY219" fmla="*/ 347540 h 386883"/>
                <a:gd name="connsiteX220" fmla="*/ 332785 w 385244"/>
                <a:gd name="connsiteY220" fmla="*/ 345900 h 386883"/>
                <a:gd name="connsiteX221" fmla="*/ 331146 w 385244"/>
                <a:gd name="connsiteY221" fmla="*/ 342621 h 386883"/>
                <a:gd name="connsiteX222" fmla="*/ 332785 w 385244"/>
                <a:gd name="connsiteY222" fmla="*/ 342621 h 386883"/>
                <a:gd name="connsiteX223" fmla="*/ 332785 w 385244"/>
                <a:gd name="connsiteY223" fmla="*/ 339343 h 386883"/>
                <a:gd name="connsiteX224" fmla="*/ 332785 w 385244"/>
                <a:gd name="connsiteY224" fmla="*/ 340982 h 386883"/>
                <a:gd name="connsiteX225" fmla="*/ 327867 w 385244"/>
                <a:gd name="connsiteY225" fmla="*/ 342621 h 386883"/>
                <a:gd name="connsiteX226" fmla="*/ 324588 w 385244"/>
                <a:gd name="connsiteY226" fmla="*/ 342621 h 386883"/>
                <a:gd name="connsiteX227" fmla="*/ 321311 w 385244"/>
                <a:gd name="connsiteY227" fmla="*/ 342621 h 386883"/>
                <a:gd name="connsiteX228" fmla="*/ 318032 w 385244"/>
                <a:gd name="connsiteY228" fmla="*/ 342621 h 386883"/>
                <a:gd name="connsiteX229" fmla="*/ 313114 w 385244"/>
                <a:gd name="connsiteY229" fmla="*/ 345900 h 386883"/>
                <a:gd name="connsiteX230" fmla="*/ 309835 w 385244"/>
                <a:gd name="connsiteY230" fmla="*/ 345900 h 386883"/>
                <a:gd name="connsiteX231" fmla="*/ 306556 w 385244"/>
                <a:gd name="connsiteY231" fmla="*/ 345900 h 386883"/>
                <a:gd name="connsiteX232" fmla="*/ 303277 w 385244"/>
                <a:gd name="connsiteY232" fmla="*/ 342621 h 386883"/>
                <a:gd name="connsiteX233" fmla="*/ 303277 w 385244"/>
                <a:gd name="connsiteY233" fmla="*/ 339343 h 386883"/>
                <a:gd name="connsiteX234" fmla="*/ 299998 w 385244"/>
                <a:gd name="connsiteY234" fmla="*/ 342621 h 386883"/>
                <a:gd name="connsiteX235" fmla="*/ 296721 w 385244"/>
                <a:gd name="connsiteY235" fmla="*/ 344261 h 386883"/>
                <a:gd name="connsiteX236" fmla="*/ 291802 w 385244"/>
                <a:gd name="connsiteY236" fmla="*/ 347540 h 386883"/>
                <a:gd name="connsiteX237" fmla="*/ 288524 w 385244"/>
                <a:gd name="connsiteY237" fmla="*/ 347540 h 386883"/>
                <a:gd name="connsiteX238" fmla="*/ 286884 w 385244"/>
                <a:gd name="connsiteY238" fmla="*/ 342621 h 386883"/>
                <a:gd name="connsiteX239" fmla="*/ 290163 w 385244"/>
                <a:gd name="connsiteY239" fmla="*/ 339343 h 386883"/>
                <a:gd name="connsiteX240" fmla="*/ 290163 w 385244"/>
                <a:gd name="connsiteY240" fmla="*/ 336064 h 386883"/>
                <a:gd name="connsiteX241" fmla="*/ 293442 w 385244"/>
                <a:gd name="connsiteY241" fmla="*/ 332786 h 386883"/>
                <a:gd name="connsiteX242" fmla="*/ 295081 w 385244"/>
                <a:gd name="connsiteY242" fmla="*/ 327867 h 386883"/>
                <a:gd name="connsiteX243" fmla="*/ 296721 w 385244"/>
                <a:gd name="connsiteY243" fmla="*/ 324589 h 386883"/>
                <a:gd name="connsiteX244" fmla="*/ 298360 w 385244"/>
                <a:gd name="connsiteY244" fmla="*/ 321310 h 386883"/>
                <a:gd name="connsiteX245" fmla="*/ 298360 w 385244"/>
                <a:gd name="connsiteY245" fmla="*/ 316392 h 386883"/>
                <a:gd name="connsiteX246" fmla="*/ 295081 w 385244"/>
                <a:gd name="connsiteY246" fmla="*/ 316392 h 386883"/>
                <a:gd name="connsiteX247" fmla="*/ 293442 w 385244"/>
                <a:gd name="connsiteY247" fmla="*/ 313113 h 386883"/>
                <a:gd name="connsiteX248" fmla="*/ 291802 w 385244"/>
                <a:gd name="connsiteY248" fmla="*/ 308196 h 386883"/>
                <a:gd name="connsiteX249" fmla="*/ 286884 w 385244"/>
                <a:gd name="connsiteY249" fmla="*/ 304917 h 386883"/>
                <a:gd name="connsiteX250" fmla="*/ 286884 w 385244"/>
                <a:gd name="connsiteY250" fmla="*/ 304917 h 386883"/>
                <a:gd name="connsiteX251" fmla="*/ 290163 w 385244"/>
                <a:gd name="connsiteY251" fmla="*/ 301638 h 386883"/>
                <a:gd name="connsiteX252" fmla="*/ 293442 w 385244"/>
                <a:gd name="connsiteY252" fmla="*/ 301638 h 386883"/>
                <a:gd name="connsiteX253" fmla="*/ 298360 w 385244"/>
                <a:gd name="connsiteY253" fmla="*/ 304917 h 386883"/>
                <a:gd name="connsiteX254" fmla="*/ 301638 w 385244"/>
                <a:gd name="connsiteY254" fmla="*/ 304917 h 386883"/>
                <a:gd name="connsiteX255" fmla="*/ 304917 w 385244"/>
                <a:gd name="connsiteY255" fmla="*/ 299999 h 386883"/>
                <a:gd name="connsiteX256" fmla="*/ 301638 w 385244"/>
                <a:gd name="connsiteY256" fmla="*/ 303277 h 386883"/>
                <a:gd name="connsiteX257" fmla="*/ 298360 w 385244"/>
                <a:gd name="connsiteY257" fmla="*/ 303277 h 386883"/>
                <a:gd name="connsiteX258" fmla="*/ 295081 w 385244"/>
                <a:gd name="connsiteY258" fmla="*/ 299999 h 386883"/>
                <a:gd name="connsiteX259" fmla="*/ 290163 w 385244"/>
                <a:gd name="connsiteY259" fmla="*/ 299999 h 386883"/>
                <a:gd name="connsiteX260" fmla="*/ 286884 w 385244"/>
                <a:gd name="connsiteY260" fmla="*/ 298359 h 386883"/>
                <a:gd name="connsiteX261" fmla="*/ 283605 w 385244"/>
                <a:gd name="connsiteY261" fmla="*/ 293441 h 386883"/>
                <a:gd name="connsiteX262" fmla="*/ 280327 w 385244"/>
                <a:gd name="connsiteY262" fmla="*/ 290163 h 386883"/>
                <a:gd name="connsiteX263" fmla="*/ 283605 w 385244"/>
                <a:gd name="connsiteY263" fmla="*/ 288523 h 386883"/>
                <a:gd name="connsiteX264" fmla="*/ 288524 w 385244"/>
                <a:gd name="connsiteY264" fmla="*/ 288523 h 386883"/>
                <a:gd name="connsiteX265" fmla="*/ 291802 w 385244"/>
                <a:gd name="connsiteY265" fmla="*/ 286884 h 386883"/>
                <a:gd name="connsiteX266" fmla="*/ 295081 w 385244"/>
                <a:gd name="connsiteY266" fmla="*/ 286884 h 386883"/>
                <a:gd name="connsiteX267" fmla="*/ 299998 w 385244"/>
                <a:gd name="connsiteY267" fmla="*/ 290163 h 386883"/>
                <a:gd name="connsiteX268" fmla="*/ 303277 w 385244"/>
                <a:gd name="connsiteY268" fmla="*/ 291802 h 386883"/>
                <a:gd name="connsiteX269" fmla="*/ 304917 w 385244"/>
                <a:gd name="connsiteY269" fmla="*/ 291802 h 386883"/>
                <a:gd name="connsiteX270" fmla="*/ 301638 w 385244"/>
                <a:gd name="connsiteY270" fmla="*/ 290163 h 386883"/>
                <a:gd name="connsiteX271" fmla="*/ 296721 w 385244"/>
                <a:gd name="connsiteY271" fmla="*/ 286884 h 386883"/>
                <a:gd name="connsiteX272" fmla="*/ 293442 w 385244"/>
                <a:gd name="connsiteY272" fmla="*/ 285244 h 386883"/>
                <a:gd name="connsiteX273" fmla="*/ 290163 w 385244"/>
                <a:gd name="connsiteY273" fmla="*/ 283606 h 386883"/>
                <a:gd name="connsiteX274" fmla="*/ 286884 w 385244"/>
                <a:gd name="connsiteY274" fmla="*/ 281966 h 386883"/>
                <a:gd name="connsiteX275" fmla="*/ 290163 w 385244"/>
                <a:gd name="connsiteY275" fmla="*/ 280327 h 386883"/>
                <a:gd name="connsiteX276" fmla="*/ 286884 w 385244"/>
                <a:gd name="connsiteY276" fmla="*/ 277048 h 386883"/>
                <a:gd name="connsiteX277" fmla="*/ 283605 w 385244"/>
                <a:gd name="connsiteY277" fmla="*/ 272130 h 386883"/>
                <a:gd name="connsiteX278" fmla="*/ 280327 w 385244"/>
                <a:gd name="connsiteY278" fmla="*/ 268851 h 386883"/>
                <a:gd name="connsiteX279" fmla="*/ 277048 w 385244"/>
                <a:gd name="connsiteY279" fmla="*/ 265573 h 386883"/>
                <a:gd name="connsiteX280" fmla="*/ 277048 w 385244"/>
                <a:gd name="connsiteY280" fmla="*/ 262294 h 386883"/>
                <a:gd name="connsiteX281" fmla="*/ 277048 w 385244"/>
                <a:gd name="connsiteY281" fmla="*/ 257376 h 386883"/>
                <a:gd name="connsiteX282" fmla="*/ 275408 w 385244"/>
                <a:gd name="connsiteY282" fmla="*/ 254097 h 386883"/>
                <a:gd name="connsiteX283" fmla="*/ 273769 w 385244"/>
                <a:gd name="connsiteY283" fmla="*/ 250819 h 386883"/>
                <a:gd name="connsiteX284" fmla="*/ 273769 w 385244"/>
                <a:gd name="connsiteY284" fmla="*/ 249179 h 386883"/>
                <a:gd name="connsiteX285" fmla="*/ 272131 w 385244"/>
                <a:gd name="connsiteY285" fmla="*/ 245901 h 386883"/>
                <a:gd name="connsiteX286" fmla="*/ 275408 w 385244"/>
                <a:gd name="connsiteY286" fmla="*/ 242622 h 386883"/>
                <a:gd name="connsiteX287" fmla="*/ 277048 w 385244"/>
                <a:gd name="connsiteY287" fmla="*/ 242622 h 386883"/>
                <a:gd name="connsiteX288" fmla="*/ 273769 w 385244"/>
                <a:gd name="connsiteY288" fmla="*/ 242622 h 386883"/>
                <a:gd name="connsiteX289" fmla="*/ 270491 w 385244"/>
                <a:gd name="connsiteY289" fmla="*/ 240983 h 386883"/>
                <a:gd name="connsiteX290" fmla="*/ 270491 w 385244"/>
                <a:gd name="connsiteY290" fmla="*/ 237704 h 386883"/>
                <a:gd name="connsiteX291" fmla="*/ 273769 w 385244"/>
                <a:gd name="connsiteY291" fmla="*/ 236064 h 386883"/>
                <a:gd name="connsiteX292" fmla="*/ 277048 w 385244"/>
                <a:gd name="connsiteY292" fmla="*/ 234425 h 386883"/>
                <a:gd name="connsiteX293" fmla="*/ 272131 w 385244"/>
                <a:gd name="connsiteY293" fmla="*/ 236064 h 386883"/>
                <a:gd name="connsiteX294" fmla="*/ 268852 w 385244"/>
                <a:gd name="connsiteY294" fmla="*/ 237704 h 386883"/>
                <a:gd name="connsiteX295" fmla="*/ 265573 w 385244"/>
                <a:gd name="connsiteY295" fmla="*/ 237704 h 386883"/>
                <a:gd name="connsiteX296" fmla="*/ 263934 w 385244"/>
                <a:gd name="connsiteY296" fmla="*/ 236064 h 386883"/>
                <a:gd name="connsiteX297" fmla="*/ 263934 w 385244"/>
                <a:gd name="connsiteY297" fmla="*/ 232786 h 386883"/>
                <a:gd name="connsiteX298" fmla="*/ 267212 w 385244"/>
                <a:gd name="connsiteY298" fmla="*/ 227868 h 386883"/>
                <a:gd name="connsiteX299" fmla="*/ 265573 w 385244"/>
                <a:gd name="connsiteY299" fmla="*/ 224589 h 386883"/>
                <a:gd name="connsiteX300" fmla="*/ 265573 w 385244"/>
                <a:gd name="connsiteY300" fmla="*/ 222950 h 386883"/>
                <a:gd name="connsiteX301" fmla="*/ 263934 w 385244"/>
                <a:gd name="connsiteY301" fmla="*/ 226229 h 386883"/>
                <a:gd name="connsiteX302" fmla="*/ 260655 w 385244"/>
                <a:gd name="connsiteY302" fmla="*/ 222950 h 386883"/>
                <a:gd name="connsiteX303" fmla="*/ 257376 w 385244"/>
                <a:gd name="connsiteY303" fmla="*/ 221310 h 386883"/>
                <a:gd name="connsiteX304" fmla="*/ 255737 w 385244"/>
                <a:gd name="connsiteY304" fmla="*/ 218032 h 386883"/>
                <a:gd name="connsiteX305" fmla="*/ 250818 w 385244"/>
                <a:gd name="connsiteY305" fmla="*/ 214753 h 386883"/>
                <a:gd name="connsiteX306" fmla="*/ 247540 w 385244"/>
                <a:gd name="connsiteY306" fmla="*/ 214753 h 386883"/>
                <a:gd name="connsiteX307" fmla="*/ 247540 w 385244"/>
                <a:gd name="connsiteY307" fmla="*/ 209835 h 386883"/>
                <a:gd name="connsiteX308" fmla="*/ 244262 w 385244"/>
                <a:gd name="connsiteY308" fmla="*/ 211474 h 386883"/>
                <a:gd name="connsiteX309" fmla="*/ 242622 w 385244"/>
                <a:gd name="connsiteY309" fmla="*/ 209835 h 386883"/>
                <a:gd name="connsiteX310" fmla="*/ 239344 w 385244"/>
                <a:gd name="connsiteY310" fmla="*/ 208196 h 386883"/>
                <a:gd name="connsiteX311" fmla="*/ 236065 w 385244"/>
                <a:gd name="connsiteY311" fmla="*/ 204917 h 386883"/>
                <a:gd name="connsiteX312" fmla="*/ 232786 w 385244"/>
                <a:gd name="connsiteY312" fmla="*/ 204917 h 386883"/>
                <a:gd name="connsiteX313" fmla="*/ 229507 w 385244"/>
                <a:gd name="connsiteY313" fmla="*/ 201639 h 386883"/>
                <a:gd name="connsiteX314" fmla="*/ 226228 w 385244"/>
                <a:gd name="connsiteY314" fmla="*/ 203278 h 386883"/>
                <a:gd name="connsiteX315" fmla="*/ 222950 w 385244"/>
                <a:gd name="connsiteY315" fmla="*/ 201639 h 386883"/>
                <a:gd name="connsiteX316" fmla="*/ 219672 w 385244"/>
                <a:gd name="connsiteY316" fmla="*/ 201639 h 386883"/>
                <a:gd name="connsiteX317" fmla="*/ 218032 w 385244"/>
                <a:gd name="connsiteY317" fmla="*/ 201639 h 386883"/>
                <a:gd name="connsiteX318" fmla="*/ 216393 w 385244"/>
                <a:gd name="connsiteY318" fmla="*/ 199999 h 386883"/>
                <a:gd name="connsiteX319" fmla="*/ 216393 w 385244"/>
                <a:gd name="connsiteY319" fmla="*/ 199999 h 386883"/>
                <a:gd name="connsiteX320" fmla="*/ 211475 w 385244"/>
                <a:gd name="connsiteY320" fmla="*/ 198360 h 386883"/>
                <a:gd name="connsiteX321" fmla="*/ 208196 w 385244"/>
                <a:gd name="connsiteY321" fmla="*/ 195081 h 386883"/>
                <a:gd name="connsiteX322" fmla="*/ 204917 w 385244"/>
                <a:gd name="connsiteY322" fmla="*/ 191803 h 386883"/>
                <a:gd name="connsiteX323" fmla="*/ 199999 w 385244"/>
                <a:gd name="connsiteY323" fmla="*/ 190163 h 386883"/>
                <a:gd name="connsiteX324" fmla="*/ 196720 w 385244"/>
                <a:gd name="connsiteY324" fmla="*/ 190163 h 386883"/>
                <a:gd name="connsiteX325" fmla="*/ 193442 w 385244"/>
                <a:gd name="connsiteY325" fmla="*/ 188524 h 386883"/>
                <a:gd name="connsiteX326" fmla="*/ 190164 w 385244"/>
                <a:gd name="connsiteY326" fmla="*/ 186884 h 386883"/>
                <a:gd name="connsiteX327" fmla="*/ 186885 w 385244"/>
                <a:gd name="connsiteY327" fmla="*/ 183606 h 386883"/>
                <a:gd name="connsiteX328" fmla="*/ 183606 w 385244"/>
                <a:gd name="connsiteY328" fmla="*/ 183606 h 386883"/>
                <a:gd name="connsiteX329" fmla="*/ 178688 w 385244"/>
                <a:gd name="connsiteY329" fmla="*/ 183606 h 386883"/>
                <a:gd name="connsiteX330" fmla="*/ 175409 w 385244"/>
                <a:gd name="connsiteY330" fmla="*/ 181966 h 386883"/>
                <a:gd name="connsiteX331" fmla="*/ 173770 w 385244"/>
                <a:gd name="connsiteY331" fmla="*/ 181966 h 386883"/>
                <a:gd name="connsiteX332" fmla="*/ 170491 w 385244"/>
                <a:gd name="connsiteY332" fmla="*/ 180327 h 386883"/>
                <a:gd name="connsiteX333" fmla="*/ 165574 w 385244"/>
                <a:gd name="connsiteY333" fmla="*/ 180327 h 386883"/>
                <a:gd name="connsiteX334" fmla="*/ 162295 w 385244"/>
                <a:gd name="connsiteY334" fmla="*/ 180327 h 386883"/>
                <a:gd name="connsiteX335" fmla="*/ 159016 w 385244"/>
                <a:gd name="connsiteY335" fmla="*/ 181966 h 386883"/>
                <a:gd name="connsiteX336" fmla="*/ 155737 w 385244"/>
                <a:gd name="connsiteY336" fmla="*/ 180327 h 386883"/>
                <a:gd name="connsiteX337" fmla="*/ 150819 w 385244"/>
                <a:gd name="connsiteY337" fmla="*/ 177049 h 386883"/>
                <a:gd name="connsiteX338" fmla="*/ 147540 w 385244"/>
                <a:gd name="connsiteY338" fmla="*/ 173770 h 386883"/>
                <a:gd name="connsiteX339" fmla="*/ 144261 w 385244"/>
                <a:gd name="connsiteY339" fmla="*/ 172130 h 386883"/>
                <a:gd name="connsiteX340" fmla="*/ 142623 w 385244"/>
                <a:gd name="connsiteY340" fmla="*/ 172130 h 386883"/>
                <a:gd name="connsiteX341" fmla="*/ 139344 w 385244"/>
                <a:gd name="connsiteY341" fmla="*/ 168852 h 386883"/>
                <a:gd name="connsiteX342" fmla="*/ 137705 w 385244"/>
                <a:gd name="connsiteY342" fmla="*/ 165573 h 386883"/>
                <a:gd name="connsiteX343" fmla="*/ 137705 w 385244"/>
                <a:gd name="connsiteY343" fmla="*/ 160655 h 386883"/>
                <a:gd name="connsiteX344" fmla="*/ 142623 w 385244"/>
                <a:gd name="connsiteY344" fmla="*/ 159016 h 386883"/>
                <a:gd name="connsiteX345" fmla="*/ 145901 w 385244"/>
                <a:gd name="connsiteY345" fmla="*/ 159016 h 386883"/>
                <a:gd name="connsiteX346" fmla="*/ 145901 w 385244"/>
                <a:gd name="connsiteY346" fmla="*/ 159016 h 386883"/>
                <a:gd name="connsiteX347" fmla="*/ 149180 w 385244"/>
                <a:gd name="connsiteY347" fmla="*/ 159016 h 386883"/>
                <a:gd name="connsiteX348" fmla="*/ 145901 w 385244"/>
                <a:gd name="connsiteY348" fmla="*/ 157376 h 386883"/>
                <a:gd name="connsiteX349" fmla="*/ 142623 w 385244"/>
                <a:gd name="connsiteY349" fmla="*/ 157376 h 386883"/>
                <a:gd name="connsiteX350" fmla="*/ 139344 w 385244"/>
                <a:gd name="connsiteY350" fmla="*/ 157376 h 386883"/>
                <a:gd name="connsiteX351" fmla="*/ 136065 w 385244"/>
                <a:gd name="connsiteY351" fmla="*/ 160655 h 386883"/>
                <a:gd name="connsiteX352" fmla="*/ 132787 w 385244"/>
                <a:gd name="connsiteY352" fmla="*/ 162294 h 386883"/>
                <a:gd name="connsiteX353" fmla="*/ 129508 w 385244"/>
                <a:gd name="connsiteY353" fmla="*/ 159016 h 386883"/>
                <a:gd name="connsiteX354" fmla="*/ 126229 w 385244"/>
                <a:gd name="connsiteY354" fmla="*/ 155737 h 386883"/>
                <a:gd name="connsiteX355" fmla="*/ 124590 w 385244"/>
                <a:gd name="connsiteY355" fmla="*/ 160655 h 386883"/>
                <a:gd name="connsiteX356" fmla="*/ 121311 w 385244"/>
                <a:gd name="connsiteY356" fmla="*/ 159016 h 386883"/>
                <a:gd name="connsiteX357" fmla="*/ 118032 w 385244"/>
                <a:gd name="connsiteY357" fmla="*/ 155737 h 386883"/>
                <a:gd name="connsiteX358" fmla="*/ 119671 w 385244"/>
                <a:gd name="connsiteY358" fmla="*/ 152459 h 386883"/>
                <a:gd name="connsiteX359" fmla="*/ 116394 w 385244"/>
                <a:gd name="connsiteY359" fmla="*/ 152459 h 386883"/>
                <a:gd name="connsiteX360" fmla="*/ 113115 w 385244"/>
                <a:gd name="connsiteY360" fmla="*/ 154098 h 386883"/>
                <a:gd name="connsiteX361" fmla="*/ 109836 w 385244"/>
                <a:gd name="connsiteY361" fmla="*/ 150819 h 386883"/>
                <a:gd name="connsiteX362" fmla="*/ 108197 w 385244"/>
                <a:gd name="connsiteY362" fmla="*/ 147540 h 386883"/>
                <a:gd name="connsiteX363" fmla="*/ 106557 w 385244"/>
                <a:gd name="connsiteY363" fmla="*/ 142622 h 386883"/>
                <a:gd name="connsiteX364" fmla="*/ 104918 w 385244"/>
                <a:gd name="connsiteY364" fmla="*/ 147540 h 386883"/>
                <a:gd name="connsiteX365" fmla="*/ 101639 w 385244"/>
                <a:gd name="connsiteY365" fmla="*/ 147540 h 386883"/>
                <a:gd name="connsiteX366" fmla="*/ 101639 w 385244"/>
                <a:gd name="connsiteY366" fmla="*/ 142622 h 386883"/>
                <a:gd name="connsiteX367" fmla="*/ 100000 w 385244"/>
                <a:gd name="connsiteY367" fmla="*/ 139344 h 386883"/>
                <a:gd name="connsiteX368" fmla="*/ 101639 w 385244"/>
                <a:gd name="connsiteY368" fmla="*/ 136065 h 386883"/>
                <a:gd name="connsiteX369" fmla="*/ 101639 w 385244"/>
                <a:gd name="connsiteY369" fmla="*/ 131147 h 386883"/>
                <a:gd name="connsiteX370" fmla="*/ 101639 w 385244"/>
                <a:gd name="connsiteY370" fmla="*/ 127869 h 386883"/>
                <a:gd name="connsiteX371" fmla="*/ 104918 w 385244"/>
                <a:gd name="connsiteY371" fmla="*/ 124590 h 386883"/>
                <a:gd name="connsiteX372" fmla="*/ 108197 w 385244"/>
                <a:gd name="connsiteY372" fmla="*/ 121311 h 386883"/>
                <a:gd name="connsiteX373" fmla="*/ 108197 w 385244"/>
                <a:gd name="connsiteY373" fmla="*/ 118032 h 386883"/>
                <a:gd name="connsiteX374" fmla="*/ 109836 w 385244"/>
                <a:gd name="connsiteY374" fmla="*/ 114754 h 386883"/>
                <a:gd name="connsiteX375" fmla="*/ 106557 w 385244"/>
                <a:gd name="connsiteY375" fmla="*/ 118032 h 386883"/>
                <a:gd name="connsiteX376" fmla="*/ 103278 w 385244"/>
                <a:gd name="connsiteY376" fmla="*/ 119672 h 386883"/>
                <a:gd name="connsiteX377" fmla="*/ 100000 w 385244"/>
                <a:gd name="connsiteY377" fmla="*/ 124590 h 386883"/>
                <a:gd name="connsiteX378" fmla="*/ 100000 w 385244"/>
                <a:gd name="connsiteY378" fmla="*/ 127869 h 386883"/>
                <a:gd name="connsiteX379" fmla="*/ 100000 w 385244"/>
                <a:gd name="connsiteY379" fmla="*/ 131147 h 386883"/>
                <a:gd name="connsiteX380" fmla="*/ 98360 w 385244"/>
                <a:gd name="connsiteY380" fmla="*/ 136065 h 386883"/>
                <a:gd name="connsiteX381" fmla="*/ 93442 w 385244"/>
                <a:gd name="connsiteY381" fmla="*/ 136065 h 386883"/>
                <a:gd name="connsiteX382" fmla="*/ 96721 w 385244"/>
                <a:gd name="connsiteY382" fmla="*/ 137704 h 386883"/>
                <a:gd name="connsiteX383" fmla="*/ 96721 w 385244"/>
                <a:gd name="connsiteY383" fmla="*/ 142622 h 386883"/>
                <a:gd name="connsiteX384" fmla="*/ 93442 w 385244"/>
                <a:gd name="connsiteY384" fmla="*/ 144262 h 386883"/>
                <a:gd name="connsiteX385" fmla="*/ 90164 w 385244"/>
                <a:gd name="connsiteY385" fmla="*/ 149180 h 386883"/>
                <a:gd name="connsiteX386" fmla="*/ 90164 w 385244"/>
                <a:gd name="connsiteY386" fmla="*/ 152459 h 386883"/>
                <a:gd name="connsiteX387" fmla="*/ 90164 w 385244"/>
                <a:gd name="connsiteY387" fmla="*/ 155737 h 386883"/>
                <a:gd name="connsiteX388" fmla="*/ 86885 w 385244"/>
                <a:gd name="connsiteY388" fmla="*/ 160655 h 386883"/>
                <a:gd name="connsiteX389" fmla="*/ 83607 w 385244"/>
                <a:gd name="connsiteY389" fmla="*/ 163934 h 386883"/>
                <a:gd name="connsiteX390" fmla="*/ 80328 w 385244"/>
                <a:gd name="connsiteY390" fmla="*/ 163934 h 386883"/>
                <a:gd name="connsiteX391" fmla="*/ 75410 w 385244"/>
                <a:gd name="connsiteY391" fmla="*/ 163934 h 386883"/>
                <a:gd name="connsiteX392" fmla="*/ 72131 w 385244"/>
                <a:gd name="connsiteY392" fmla="*/ 165573 h 386883"/>
                <a:gd name="connsiteX393" fmla="*/ 68852 w 385244"/>
                <a:gd name="connsiteY393" fmla="*/ 162294 h 386883"/>
                <a:gd name="connsiteX394" fmla="*/ 65573 w 385244"/>
                <a:gd name="connsiteY394" fmla="*/ 159016 h 386883"/>
                <a:gd name="connsiteX395" fmla="*/ 65573 w 385244"/>
                <a:gd name="connsiteY395" fmla="*/ 154098 h 386883"/>
                <a:gd name="connsiteX396" fmla="*/ 65573 w 385244"/>
                <a:gd name="connsiteY396" fmla="*/ 150819 h 386883"/>
                <a:gd name="connsiteX397" fmla="*/ 63935 w 385244"/>
                <a:gd name="connsiteY397" fmla="*/ 147540 h 386883"/>
                <a:gd name="connsiteX398" fmla="*/ 67213 w 385244"/>
                <a:gd name="connsiteY398" fmla="*/ 144262 h 386883"/>
                <a:gd name="connsiteX399" fmla="*/ 72131 w 385244"/>
                <a:gd name="connsiteY399" fmla="*/ 142622 h 386883"/>
                <a:gd name="connsiteX400" fmla="*/ 70491 w 385244"/>
                <a:gd name="connsiteY400" fmla="*/ 137704 h 386883"/>
                <a:gd name="connsiteX401" fmla="*/ 67213 w 385244"/>
                <a:gd name="connsiteY401" fmla="*/ 134426 h 386883"/>
                <a:gd name="connsiteX402" fmla="*/ 68852 w 385244"/>
                <a:gd name="connsiteY402" fmla="*/ 131147 h 386883"/>
                <a:gd name="connsiteX403" fmla="*/ 63935 w 385244"/>
                <a:gd name="connsiteY403" fmla="*/ 131147 h 386883"/>
                <a:gd name="connsiteX404" fmla="*/ 60656 w 385244"/>
                <a:gd name="connsiteY404" fmla="*/ 127869 h 386883"/>
                <a:gd name="connsiteX405" fmla="*/ 59017 w 385244"/>
                <a:gd name="connsiteY405" fmla="*/ 124590 h 386883"/>
                <a:gd name="connsiteX406" fmla="*/ 57377 w 385244"/>
                <a:gd name="connsiteY406" fmla="*/ 121311 h 386883"/>
                <a:gd name="connsiteX407" fmla="*/ 54098 w 385244"/>
                <a:gd name="connsiteY407" fmla="*/ 118032 h 386883"/>
                <a:gd name="connsiteX408" fmla="*/ 50820 w 385244"/>
                <a:gd name="connsiteY408" fmla="*/ 116393 h 386883"/>
                <a:gd name="connsiteX409" fmla="*/ 45901 w 385244"/>
                <a:gd name="connsiteY409" fmla="*/ 113114 h 386883"/>
                <a:gd name="connsiteX410" fmla="*/ 42623 w 385244"/>
                <a:gd name="connsiteY410" fmla="*/ 114754 h 386883"/>
                <a:gd name="connsiteX411" fmla="*/ 39344 w 385244"/>
                <a:gd name="connsiteY411" fmla="*/ 113114 h 386883"/>
                <a:gd name="connsiteX412" fmla="*/ 37705 w 385244"/>
                <a:gd name="connsiteY412" fmla="*/ 109836 h 386883"/>
                <a:gd name="connsiteX413" fmla="*/ 37705 w 385244"/>
                <a:gd name="connsiteY413" fmla="*/ 106557 h 386883"/>
                <a:gd name="connsiteX414" fmla="*/ 40983 w 385244"/>
                <a:gd name="connsiteY414" fmla="*/ 104917 h 386883"/>
                <a:gd name="connsiteX415" fmla="*/ 45901 w 385244"/>
                <a:gd name="connsiteY415" fmla="*/ 103279 h 386883"/>
                <a:gd name="connsiteX416" fmla="*/ 49180 w 385244"/>
                <a:gd name="connsiteY416" fmla="*/ 103279 h 386883"/>
                <a:gd name="connsiteX417" fmla="*/ 52459 w 385244"/>
                <a:gd name="connsiteY417" fmla="*/ 103279 h 386883"/>
                <a:gd name="connsiteX418" fmla="*/ 55738 w 385244"/>
                <a:gd name="connsiteY418" fmla="*/ 103279 h 386883"/>
                <a:gd name="connsiteX419" fmla="*/ 60656 w 385244"/>
                <a:gd name="connsiteY419" fmla="*/ 104917 h 386883"/>
                <a:gd name="connsiteX420" fmla="*/ 63935 w 385244"/>
                <a:gd name="connsiteY420" fmla="*/ 108196 h 386883"/>
                <a:gd name="connsiteX421" fmla="*/ 67213 w 385244"/>
                <a:gd name="connsiteY421" fmla="*/ 106557 h 386883"/>
                <a:gd name="connsiteX422" fmla="*/ 70491 w 385244"/>
                <a:gd name="connsiteY422" fmla="*/ 104917 h 386883"/>
                <a:gd name="connsiteX423" fmla="*/ 72131 w 385244"/>
                <a:gd name="connsiteY423" fmla="*/ 101639 h 386883"/>
                <a:gd name="connsiteX424" fmla="*/ 75410 w 385244"/>
                <a:gd name="connsiteY424" fmla="*/ 96721 h 386883"/>
                <a:gd name="connsiteX425" fmla="*/ 78688 w 385244"/>
                <a:gd name="connsiteY425" fmla="*/ 93442 h 386883"/>
                <a:gd name="connsiteX426" fmla="*/ 81967 w 385244"/>
                <a:gd name="connsiteY426" fmla="*/ 91803 h 386883"/>
                <a:gd name="connsiteX427" fmla="*/ 86885 w 385244"/>
                <a:gd name="connsiteY427" fmla="*/ 91803 h 386883"/>
                <a:gd name="connsiteX428" fmla="*/ 88525 w 385244"/>
                <a:gd name="connsiteY428" fmla="*/ 95082 h 386883"/>
                <a:gd name="connsiteX429" fmla="*/ 90164 w 385244"/>
                <a:gd name="connsiteY429" fmla="*/ 98360 h 386883"/>
                <a:gd name="connsiteX430" fmla="*/ 90164 w 385244"/>
                <a:gd name="connsiteY430" fmla="*/ 103279 h 386883"/>
                <a:gd name="connsiteX431" fmla="*/ 91803 w 385244"/>
                <a:gd name="connsiteY431" fmla="*/ 100000 h 386883"/>
                <a:gd name="connsiteX432" fmla="*/ 93442 w 385244"/>
                <a:gd name="connsiteY432" fmla="*/ 95082 h 386883"/>
                <a:gd name="connsiteX433" fmla="*/ 93442 w 385244"/>
                <a:gd name="connsiteY433" fmla="*/ 98360 h 386883"/>
                <a:gd name="connsiteX434" fmla="*/ 98360 w 385244"/>
                <a:gd name="connsiteY434" fmla="*/ 98360 h 386883"/>
                <a:gd name="connsiteX435" fmla="*/ 101639 w 385244"/>
                <a:gd name="connsiteY435" fmla="*/ 96721 h 386883"/>
                <a:gd name="connsiteX436" fmla="*/ 101639 w 385244"/>
                <a:gd name="connsiteY436" fmla="*/ 101639 h 386883"/>
                <a:gd name="connsiteX437" fmla="*/ 103278 w 385244"/>
                <a:gd name="connsiteY437" fmla="*/ 96721 h 386883"/>
                <a:gd name="connsiteX438" fmla="*/ 106557 w 385244"/>
                <a:gd name="connsiteY438" fmla="*/ 101639 h 386883"/>
                <a:gd name="connsiteX439" fmla="*/ 108197 w 385244"/>
                <a:gd name="connsiteY439" fmla="*/ 98360 h 386883"/>
                <a:gd name="connsiteX440" fmla="*/ 108197 w 385244"/>
                <a:gd name="connsiteY440" fmla="*/ 93442 h 386883"/>
                <a:gd name="connsiteX441" fmla="*/ 106557 w 385244"/>
                <a:gd name="connsiteY441" fmla="*/ 91803 h 386883"/>
                <a:gd name="connsiteX442" fmla="*/ 109836 w 385244"/>
                <a:gd name="connsiteY442" fmla="*/ 91803 h 386883"/>
                <a:gd name="connsiteX443" fmla="*/ 113115 w 385244"/>
                <a:gd name="connsiteY443" fmla="*/ 90164 h 386883"/>
                <a:gd name="connsiteX444" fmla="*/ 111475 w 385244"/>
                <a:gd name="connsiteY444" fmla="*/ 86885 h 386883"/>
                <a:gd name="connsiteX445" fmla="*/ 113115 w 385244"/>
                <a:gd name="connsiteY445" fmla="*/ 83606 h 386883"/>
                <a:gd name="connsiteX446" fmla="*/ 109836 w 385244"/>
                <a:gd name="connsiteY446" fmla="*/ 85246 h 386883"/>
                <a:gd name="connsiteX447" fmla="*/ 109836 w 385244"/>
                <a:gd name="connsiteY447" fmla="*/ 81967 h 386883"/>
                <a:gd name="connsiteX448" fmla="*/ 113115 w 385244"/>
                <a:gd name="connsiteY448" fmla="*/ 77049 h 386883"/>
                <a:gd name="connsiteX449" fmla="*/ 109836 w 385244"/>
                <a:gd name="connsiteY449" fmla="*/ 78688 h 386883"/>
                <a:gd name="connsiteX450" fmla="*/ 104918 w 385244"/>
                <a:gd name="connsiteY450" fmla="*/ 80327 h 386883"/>
                <a:gd name="connsiteX451" fmla="*/ 101639 w 385244"/>
                <a:gd name="connsiteY451" fmla="*/ 81967 h 386883"/>
                <a:gd name="connsiteX452" fmla="*/ 100000 w 385244"/>
                <a:gd name="connsiteY452" fmla="*/ 81967 h 386883"/>
                <a:gd name="connsiteX453" fmla="*/ 96721 w 385244"/>
                <a:gd name="connsiteY453" fmla="*/ 83606 h 386883"/>
                <a:gd name="connsiteX454" fmla="*/ 91803 w 385244"/>
                <a:gd name="connsiteY454" fmla="*/ 81967 h 386883"/>
                <a:gd name="connsiteX455" fmla="*/ 88525 w 385244"/>
                <a:gd name="connsiteY455" fmla="*/ 81967 h 386883"/>
                <a:gd name="connsiteX456" fmla="*/ 85246 w 385244"/>
                <a:gd name="connsiteY456" fmla="*/ 81967 h 386883"/>
                <a:gd name="connsiteX457" fmla="*/ 81967 w 385244"/>
                <a:gd name="connsiteY457" fmla="*/ 83606 h 386883"/>
                <a:gd name="connsiteX458" fmla="*/ 77049 w 385244"/>
                <a:gd name="connsiteY458" fmla="*/ 83606 h 386883"/>
                <a:gd name="connsiteX459" fmla="*/ 75410 w 385244"/>
                <a:gd name="connsiteY459" fmla="*/ 85246 h 386883"/>
                <a:gd name="connsiteX460" fmla="*/ 70491 w 385244"/>
                <a:gd name="connsiteY460" fmla="*/ 83606 h 386883"/>
                <a:gd name="connsiteX461" fmla="*/ 67213 w 385244"/>
                <a:gd name="connsiteY461" fmla="*/ 85246 h 386883"/>
                <a:gd name="connsiteX462" fmla="*/ 63935 w 385244"/>
                <a:gd name="connsiteY462" fmla="*/ 85246 h 386883"/>
                <a:gd name="connsiteX463" fmla="*/ 62295 w 385244"/>
                <a:gd name="connsiteY463" fmla="*/ 85246 h 386883"/>
                <a:gd name="connsiteX464" fmla="*/ 60656 w 385244"/>
                <a:gd name="connsiteY464" fmla="*/ 81967 h 386883"/>
                <a:gd name="connsiteX465" fmla="*/ 57377 w 385244"/>
                <a:gd name="connsiteY465" fmla="*/ 81967 h 386883"/>
                <a:gd name="connsiteX466" fmla="*/ 54098 w 385244"/>
                <a:gd name="connsiteY466" fmla="*/ 83606 h 386883"/>
                <a:gd name="connsiteX467" fmla="*/ 49180 w 385244"/>
                <a:gd name="connsiteY467" fmla="*/ 85246 h 386883"/>
                <a:gd name="connsiteX468" fmla="*/ 47541 w 385244"/>
                <a:gd name="connsiteY468" fmla="*/ 80327 h 386883"/>
                <a:gd name="connsiteX469" fmla="*/ 44262 w 385244"/>
                <a:gd name="connsiteY469" fmla="*/ 78688 h 386883"/>
                <a:gd name="connsiteX470" fmla="*/ 39344 w 385244"/>
                <a:gd name="connsiteY470" fmla="*/ 77049 h 386883"/>
                <a:gd name="connsiteX471" fmla="*/ 42623 w 385244"/>
                <a:gd name="connsiteY471" fmla="*/ 72131 h 386883"/>
                <a:gd name="connsiteX472" fmla="*/ 39344 w 385244"/>
                <a:gd name="connsiteY472" fmla="*/ 72131 h 386883"/>
                <a:gd name="connsiteX473" fmla="*/ 36066 w 385244"/>
                <a:gd name="connsiteY473" fmla="*/ 68852 h 386883"/>
                <a:gd name="connsiteX474" fmla="*/ 36066 w 385244"/>
                <a:gd name="connsiteY474" fmla="*/ 63934 h 386883"/>
                <a:gd name="connsiteX475" fmla="*/ 39344 w 385244"/>
                <a:gd name="connsiteY475" fmla="*/ 60656 h 386883"/>
                <a:gd name="connsiteX476" fmla="*/ 37705 w 385244"/>
                <a:gd name="connsiteY476" fmla="*/ 59016 h 386883"/>
                <a:gd name="connsiteX477" fmla="*/ 34427 w 385244"/>
                <a:gd name="connsiteY477" fmla="*/ 57377 h 386883"/>
                <a:gd name="connsiteX478" fmla="*/ 36066 w 385244"/>
                <a:gd name="connsiteY478" fmla="*/ 54098 h 386883"/>
                <a:gd name="connsiteX479" fmla="*/ 32787 w 385244"/>
                <a:gd name="connsiteY479" fmla="*/ 55737 h 386883"/>
                <a:gd name="connsiteX480" fmla="*/ 31148 w 385244"/>
                <a:gd name="connsiteY480" fmla="*/ 50820 h 386883"/>
                <a:gd name="connsiteX481" fmla="*/ 27869 w 385244"/>
                <a:gd name="connsiteY481" fmla="*/ 54098 h 386883"/>
                <a:gd name="connsiteX482" fmla="*/ 24590 w 385244"/>
                <a:gd name="connsiteY482" fmla="*/ 50820 h 386883"/>
                <a:gd name="connsiteX483" fmla="*/ 19672 w 385244"/>
                <a:gd name="connsiteY483" fmla="*/ 49180 h 386883"/>
                <a:gd name="connsiteX484" fmla="*/ 16393 w 385244"/>
                <a:gd name="connsiteY484" fmla="*/ 50820 h 386883"/>
                <a:gd name="connsiteX485" fmla="*/ 14754 w 385244"/>
                <a:gd name="connsiteY485" fmla="*/ 45902 h 386883"/>
                <a:gd name="connsiteX486" fmla="*/ 11476 w 385244"/>
                <a:gd name="connsiteY486" fmla="*/ 45902 h 386883"/>
                <a:gd name="connsiteX487" fmla="*/ 13114 w 385244"/>
                <a:gd name="connsiteY487" fmla="*/ 49180 h 386883"/>
                <a:gd name="connsiteX488" fmla="*/ 9837 w 385244"/>
                <a:gd name="connsiteY488" fmla="*/ 50820 h 386883"/>
                <a:gd name="connsiteX489" fmla="*/ 4918 w 385244"/>
                <a:gd name="connsiteY489" fmla="*/ 49180 h 386883"/>
                <a:gd name="connsiteX490" fmla="*/ 1640 w 385244"/>
                <a:gd name="connsiteY490" fmla="*/ 49180 h 386883"/>
                <a:gd name="connsiteX491" fmla="*/ 0 w 385244"/>
                <a:gd name="connsiteY491" fmla="*/ 45902 h 386883"/>
                <a:gd name="connsiteX492" fmla="*/ 1640 w 385244"/>
                <a:gd name="connsiteY492" fmla="*/ 40983 h 386883"/>
                <a:gd name="connsiteX493" fmla="*/ 4918 w 385244"/>
                <a:gd name="connsiteY493" fmla="*/ 39344 h 386883"/>
                <a:gd name="connsiteX494" fmla="*/ 8197 w 385244"/>
                <a:gd name="connsiteY494" fmla="*/ 36066 h 386883"/>
                <a:gd name="connsiteX495" fmla="*/ 9837 w 385244"/>
                <a:gd name="connsiteY495" fmla="*/ 31147 h 386883"/>
                <a:gd name="connsiteX496" fmla="*/ 11476 w 385244"/>
                <a:gd name="connsiteY496" fmla="*/ 27869 h 38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</a:cxnLst>
              <a:rect l="l" t="t" r="r" b="b"/>
              <a:pathLst>
                <a:path w="385244" h="386883">
                  <a:moveTo>
                    <a:pt x="11476" y="27869"/>
                  </a:moveTo>
                  <a:lnTo>
                    <a:pt x="11476" y="24590"/>
                  </a:lnTo>
                  <a:lnTo>
                    <a:pt x="9837" y="21312"/>
                  </a:lnTo>
                  <a:lnTo>
                    <a:pt x="13114" y="19672"/>
                  </a:lnTo>
                  <a:lnTo>
                    <a:pt x="16393" y="18033"/>
                  </a:lnTo>
                  <a:lnTo>
                    <a:pt x="21311" y="16393"/>
                  </a:lnTo>
                  <a:lnTo>
                    <a:pt x="24590" y="18033"/>
                  </a:lnTo>
                  <a:lnTo>
                    <a:pt x="27869" y="16393"/>
                  </a:lnTo>
                  <a:lnTo>
                    <a:pt x="32787" y="16393"/>
                  </a:lnTo>
                  <a:lnTo>
                    <a:pt x="36066" y="13115"/>
                  </a:lnTo>
                  <a:lnTo>
                    <a:pt x="39344" y="8197"/>
                  </a:lnTo>
                  <a:lnTo>
                    <a:pt x="42623" y="4918"/>
                  </a:lnTo>
                  <a:lnTo>
                    <a:pt x="45901" y="3279"/>
                  </a:lnTo>
                  <a:lnTo>
                    <a:pt x="50820" y="1639"/>
                  </a:lnTo>
                  <a:lnTo>
                    <a:pt x="54098" y="0"/>
                  </a:lnTo>
                  <a:lnTo>
                    <a:pt x="55738" y="0"/>
                  </a:lnTo>
                  <a:lnTo>
                    <a:pt x="57377" y="0"/>
                  </a:lnTo>
                  <a:lnTo>
                    <a:pt x="60656" y="0"/>
                  </a:lnTo>
                  <a:lnTo>
                    <a:pt x="62295" y="0"/>
                  </a:lnTo>
                  <a:lnTo>
                    <a:pt x="65573" y="0"/>
                  </a:lnTo>
                  <a:lnTo>
                    <a:pt x="68852" y="1639"/>
                  </a:lnTo>
                  <a:lnTo>
                    <a:pt x="73770" y="3279"/>
                  </a:lnTo>
                  <a:lnTo>
                    <a:pt x="77049" y="3279"/>
                  </a:lnTo>
                  <a:lnTo>
                    <a:pt x="80328" y="6557"/>
                  </a:lnTo>
                  <a:lnTo>
                    <a:pt x="85246" y="8197"/>
                  </a:lnTo>
                  <a:lnTo>
                    <a:pt x="88525" y="11476"/>
                  </a:lnTo>
                  <a:lnTo>
                    <a:pt x="91803" y="14754"/>
                  </a:lnTo>
                  <a:lnTo>
                    <a:pt x="95081" y="16393"/>
                  </a:lnTo>
                  <a:lnTo>
                    <a:pt x="98360" y="18033"/>
                  </a:lnTo>
                  <a:lnTo>
                    <a:pt x="103278" y="18033"/>
                  </a:lnTo>
                  <a:lnTo>
                    <a:pt x="106557" y="18033"/>
                  </a:lnTo>
                  <a:lnTo>
                    <a:pt x="109836" y="18033"/>
                  </a:lnTo>
                  <a:lnTo>
                    <a:pt x="109836" y="18033"/>
                  </a:lnTo>
                  <a:lnTo>
                    <a:pt x="114754" y="16393"/>
                  </a:lnTo>
                  <a:lnTo>
                    <a:pt x="118032" y="19672"/>
                  </a:lnTo>
                  <a:lnTo>
                    <a:pt x="121311" y="21312"/>
                  </a:lnTo>
                  <a:lnTo>
                    <a:pt x="118032" y="26229"/>
                  </a:lnTo>
                  <a:lnTo>
                    <a:pt x="119671" y="29508"/>
                  </a:lnTo>
                  <a:lnTo>
                    <a:pt x="119671" y="34426"/>
                  </a:lnTo>
                  <a:lnTo>
                    <a:pt x="122950" y="37705"/>
                  </a:lnTo>
                  <a:lnTo>
                    <a:pt x="126229" y="40983"/>
                  </a:lnTo>
                  <a:lnTo>
                    <a:pt x="126229" y="44262"/>
                  </a:lnTo>
                  <a:lnTo>
                    <a:pt x="124590" y="49180"/>
                  </a:lnTo>
                  <a:lnTo>
                    <a:pt x="124590" y="52459"/>
                  </a:lnTo>
                  <a:lnTo>
                    <a:pt x="121311" y="55737"/>
                  </a:lnTo>
                  <a:lnTo>
                    <a:pt x="119671" y="60656"/>
                  </a:lnTo>
                  <a:lnTo>
                    <a:pt x="119671" y="63934"/>
                  </a:lnTo>
                  <a:lnTo>
                    <a:pt x="119671" y="67213"/>
                  </a:lnTo>
                  <a:lnTo>
                    <a:pt x="121311" y="70492"/>
                  </a:lnTo>
                  <a:lnTo>
                    <a:pt x="119671" y="75410"/>
                  </a:lnTo>
                  <a:lnTo>
                    <a:pt x="119671" y="78688"/>
                  </a:lnTo>
                  <a:lnTo>
                    <a:pt x="121311" y="81967"/>
                  </a:lnTo>
                  <a:lnTo>
                    <a:pt x="121311" y="86885"/>
                  </a:lnTo>
                  <a:lnTo>
                    <a:pt x="122950" y="90164"/>
                  </a:lnTo>
                  <a:lnTo>
                    <a:pt x="126229" y="93442"/>
                  </a:lnTo>
                  <a:lnTo>
                    <a:pt x="127868" y="98360"/>
                  </a:lnTo>
                  <a:lnTo>
                    <a:pt x="129508" y="101639"/>
                  </a:lnTo>
                  <a:lnTo>
                    <a:pt x="129508" y="104917"/>
                  </a:lnTo>
                  <a:lnTo>
                    <a:pt x="129508" y="106557"/>
                  </a:lnTo>
                  <a:lnTo>
                    <a:pt x="132787" y="109836"/>
                  </a:lnTo>
                  <a:lnTo>
                    <a:pt x="134426" y="106557"/>
                  </a:lnTo>
                  <a:lnTo>
                    <a:pt x="132787" y="101639"/>
                  </a:lnTo>
                  <a:lnTo>
                    <a:pt x="132787" y="98360"/>
                  </a:lnTo>
                  <a:lnTo>
                    <a:pt x="136065" y="95082"/>
                  </a:lnTo>
                  <a:lnTo>
                    <a:pt x="139344" y="95082"/>
                  </a:lnTo>
                  <a:lnTo>
                    <a:pt x="139344" y="100000"/>
                  </a:lnTo>
                  <a:lnTo>
                    <a:pt x="139344" y="103279"/>
                  </a:lnTo>
                  <a:lnTo>
                    <a:pt x="139344" y="106557"/>
                  </a:lnTo>
                  <a:lnTo>
                    <a:pt x="140984" y="111475"/>
                  </a:lnTo>
                  <a:lnTo>
                    <a:pt x="140984" y="114754"/>
                  </a:lnTo>
                  <a:lnTo>
                    <a:pt x="144261" y="114754"/>
                  </a:lnTo>
                  <a:lnTo>
                    <a:pt x="145901" y="119672"/>
                  </a:lnTo>
                  <a:lnTo>
                    <a:pt x="145901" y="122950"/>
                  </a:lnTo>
                  <a:lnTo>
                    <a:pt x="147540" y="126229"/>
                  </a:lnTo>
                  <a:lnTo>
                    <a:pt x="150819" y="129508"/>
                  </a:lnTo>
                  <a:lnTo>
                    <a:pt x="155737" y="131147"/>
                  </a:lnTo>
                  <a:lnTo>
                    <a:pt x="159016" y="132786"/>
                  </a:lnTo>
                  <a:lnTo>
                    <a:pt x="162295" y="132786"/>
                  </a:lnTo>
                  <a:lnTo>
                    <a:pt x="165574" y="134426"/>
                  </a:lnTo>
                  <a:lnTo>
                    <a:pt x="168851" y="132786"/>
                  </a:lnTo>
                  <a:lnTo>
                    <a:pt x="172130" y="131147"/>
                  </a:lnTo>
                  <a:lnTo>
                    <a:pt x="173770" y="127869"/>
                  </a:lnTo>
                  <a:lnTo>
                    <a:pt x="178688" y="124590"/>
                  </a:lnTo>
                  <a:lnTo>
                    <a:pt x="180327" y="124590"/>
                  </a:lnTo>
                  <a:lnTo>
                    <a:pt x="180327" y="119672"/>
                  </a:lnTo>
                  <a:lnTo>
                    <a:pt x="185245" y="118032"/>
                  </a:lnTo>
                  <a:lnTo>
                    <a:pt x="188524" y="114754"/>
                  </a:lnTo>
                  <a:lnTo>
                    <a:pt x="188524" y="111475"/>
                  </a:lnTo>
                  <a:lnTo>
                    <a:pt x="190164" y="109836"/>
                  </a:lnTo>
                  <a:lnTo>
                    <a:pt x="190164" y="106557"/>
                  </a:lnTo>
                  <a:lnTo>
                    <a:pt x="193442" y="103279"/>
                  </a:lnTo>
                  <a:lnTo>
                    <a:pt x="198360" y="101639"/>
                  </a:lnTo>
                  <a:lnTo>
                    <a:pt x="201638" y="98360"/>
                  </a:lnTo>
                  <a:lnTo>
                    <a:pt x="203278" y="95082"/>
                  </a:lnTo>
                  <a:lnTo>
                    <a:pt x="204917" y="90164"/>
                  </a:lnTo>
                  <a:lnTo>
                    <a:pt x="204917" y="86885"/>
                  </a:lnTo>
                  <a:lnTo>
                    <a:pt x="206557" y="83606"/>
                  </a:lnTo>
                  <a:lnTo>
                    <a:pt x="211475" y="81967"/>
                  </a:lnTo>
                  <a:lnTo>
                    <a:pt x="214754" y="83606"/>
                  </a:lnTo>
                  <a:lnTo>
                    <a:pt x="218032" y="83606"/>
                  </a:lnTo>
                  <a:lnTo>
                    <a:pt x="222950" y="83606"/>
                  </a:lnTo>
                  <a:lnTo>
                    <a:pt x="226228" y="81967"/>
                  </a:lnTo>
                  <a:lnTo>
                    <a:pt x="229507" y="78688"/>
                  </a:lnTo>
                  <a:lnTo>
                    <a:pt x="232786" y="77049"/>
                  </a:lnTo>
                  <a:lnTo>
                    <a:pt x="237704" y="77049"/>
                  </a:lnTo>
                  <a:lnTo>
                    <a:pt x="239344" y="73770"/>
                  </a:lnTo>
                  <a:lnTo>
                    <a:pt x="239344" y="70492"/>
                  </a:lnTo>
                  <a:lnTo>
                    <a:pt x="236065" y="68852"/>
                  </a:lnTo>
                  <a:lnTo>
                    <a:pt x="236065" y="63934"/>
                  </a:lnTo>
                  <a:lnTo>
                    <a:pt x="239344" y="62295"/>
                  </a:lnTo>
                  <a:lnTo>
                    <a:pt x="244262" y="60656"/>
                  </a:lnTo>
                  <a:lnTo>
                    <a:pt x="247540" y="59016"/>
                  </a:lnTo>
                  <a:lnTo>
                    <a:pt x="250818" y="55737"/>
                  </a:lnTo>
                  <a:lnTo>
                    <a:pt x="254097" y="54098"/>
                  </a:lnTo>
                  <a:lnTo>
                    <a:pt x="259015" y="52459"/>
                  </a:lnTo>
                  <a:lnTo>
                    <a:pt x="262294" y="50820"/>
                  </a:lnTo>
                  <a:lnTo>
                    <a:pt x="265573" y="49180"/>
                  </a:lnTo>
                  <a:lnTo>
                    <a:pt x="267212" y="49180"/>
                  </a:lnTo>
                  <a:lnTo>
                    <a:pt x="270491" y="52459"/>
                  </a:lnTo>
                  <a:lnTo>
                    <a:pt x="273769" y="55737"/>
                  </a:lnTo>
                  <a:lnTo>
                    <a:pt x="277048" y="57377"/>
                  </a:lnTo>
                  <a:lnTo>
                    <a:pt x="281966" y="59016"/>
                  </a:lnTo>
                  <a:lnTo>
                    <a:pt x="285245" y="60656"/>
                  </a:lnTo>
                  <a:lnTo>
                    <a:pt x="288524" y="62295"/>
                  </a:lnTo>
                  <a:lnTo>
                    <a:pt x="293442" y="62295"/>
                  </a:lnTo>
                  <a:lnTo>
                    <a:pt x="296721" y="63934"/>
                  </a:lnTo>
                  <a:lnTo>
                    <a:pt x="299998" y="67213"/>
                  </a:lnTo>
                  <a:lnTo>
                    <a:pt x="303277" y="70492"/>
                  </a:lnTo>
                  <a:lnTo>
                    <a:pt x="308195" y="72131"/>
                  </a:lnTo>
                  <a:lnTo>
                    <a:pt x="311474" y="73770"/>
                  </a:lnTo>
                  <a:lnTo>
                    <a:pt x="314753" y="75410"/>
                  </a:lnTo>
                  <a:lnTo>
                    <a:pt x="318032" y="78688"/>
                  </a:lnTo>
                  <a:lnTo>
                    <a:pt x="319671" y="78688"/>
                  </a:lnTo>
                  <a:lnTo>
                    <a:pt x="322950" y="78688"/>
                  </a:lnTo>
                  <a:lnTo>
                    <a:pt x="326228" y="81967"/>
                  </a:lnTo>
                  <a:lnTo>
                    <a:pt x="329507" y="83606"/>
                  </a:lnTo>
                  <a:lnTo>
                    <a:pt x="334425" y="85246"/>
                  </a:lnTo>
                  <a:lnTo>
                    <a:pt x="337704" y="88524"/>
                  </a:lnTo>
                  <a:lnTo>
                    <a:pt x="340982" y="88524"/>
                  </a:lnTo>
                  <a:lnTo>
                    <a:pt x="344261" y="88524"/>
                  </a:lnTo>
                  <a:lnTo>
                    <a:pt x="345901" y="88524"/>
                  </a:lnTo>
                  <a:lnTo>
                    <a:pt x="350818" y="86885"/>
                  </a:lnTo>
                  <a:lnTo>
                    <a:pt x="354097" y="88524"/>
                  </a:lnTo>
                  <a:lnTo>
                    <a:pt x="357375" y="91803"/>
                  </a:lnTo>
                  <a:lnTo>
                    <a:pt x="360654" y="90164"/>
                  </a:lnTo>
                  <a:lnTo>
                    <a:pt x="365572" y="91803"/>
                  </a:lnTo>
                  <a:lnTo>
                    <a:pt x="368851" y="91803"/>
                  </a:lnTo>
                  <a:lnTo>
                    <a:pt x="372130" y="93442"/>
                  </a:lnTo>
                  <a:lnTo>
                    <a:pt x="375409" y="96721"/>
                  </a:lnTo>
                  <a:lnTo>
                    <a:pt x="378687" y="100000"/>
                  </a:lnTo>
                  <a:lnTo>
                    <a:pt x="381965" y="100000"/>
                  </a:lnTo>
                  <a:lnTo>
                    <a:pt x="385244" y="100000"/>
                  </a:lnTo>
                  <a:lnTo>
                    <a:pt x="383605" y="116393"/>
                  </a:lnTo>
                  <a:lnTo>
                    <a:pt x="383605" y="127869"/>
                  </a:lnTo>
                  <a:lnTo>
                    <a:pt x="381965" y="160655"/>
                  </a:lnTo>
                  <a:lnTo>
                    <a:pt x="381965" y="168852"/>
                  </a:lnTo>
                  <a:lnTo>
                    <a:pt x="380326" y="186884"/>
                  </a:lnTo>
                  <a:lnTo>
                    <a:pt x="380326" y="204917"/>
                  </a:lnTo>
                  <a:lnTo>
                    <a:pt x="380326" y="206557"/>
                  </a:lnTo>
                  <a:lnTo>
                    <a:pt x="380326" y="209835"/>
                  </a:lnTo>
                  <a:lnTo>
                    <a:pt x="378687" y="214753"/>
                  </a:lnTo>
                  <a:lnTo>
                    <a:pt x="378687" y="218032"/>
                  </a:lnTo>
                  <a:lnTo>
                    <a:pt x="378687" y="221310"/>
                  </a:lnTo>
                  <a:lnTo>
                    <a:pt x="378687" y="226229"/>
                  </a:lnTo>
                  <a:lnTo>
                    <a:pt x="378687" y="229507"/>
                  </a:lnTo>
                  <a:lnTo>
                    <a:pt x="378687" y="232786"/>
                  </a:lnTo>
                  <a:lnTo>
                    <a:pt x="378687" y="237704"/>
                  </a:lnTo>
                  <a:lnTo>
                    <a:pt x="377047" y="240983"/>
                  </a:lnTo>
                  <a:lnTo>
                    <a:pt x="377047" y="245901"/>
                  </a:lnTo>
                  <a:lnTo>
                    <a:pt x="377047" y="249179"/>
                  </a:lnTo>
                  <a:lnTo>
                    <a:pt x="377047" y="252458"/>
                  </a:lnTo>
                  <a:lnTo>
                    <a:pt x="377047" y="255737"/>
                  </a:lnTo>
                  <a:lnTo>
                    <a:pt x="377047" y="260654"/>
                  </a:lnTo>
                  <a:lnTo>
                    <a:pt x="377047" y="263933"/>
                  </a:lnTo>
                  <a:lnTo>
                    <a:pt x="375409" y="265573"/>
                  </a:lnTo>
                  <a:lnTo>
                    <a:pt x="372130" y="268851"/>
                  </a:lnTo>
                  <a:lnTo>
                    <a:pt x="372130" y="272130"/>
                  </a:lnTo>
                  <a:lnTo>
                    <a:pt x="370491" y="275409"/>
                  </a:lnTo>
                  <a:lnTo>
                    <a:pt x="368851" y="280327"/>
                  </a:lnTo>
                  <a:lnTo>
                    <a:pt x="370491" y="283606"/>
                  </a:lnTo>
                  <a:lnTo>
                    <a:pt x="370491" y="286884"/>
                  </a:lnTo>
                  <a:lnTo>
                    <a:pt x="375409" y="288523"/>
                  </a:lnTo>
                  <a:lnTo>
                    <a:pt x="375409" y="290163"/>
                  </a:lnTo>
                  <a:lnTo>
                    <a:pt x="373769" y="293441"/>
                  </a:lnTo>
                  <a:lnTo>
                    <a:pt x="373769" y="298359"/>
                  </a:lnTo>
                  <a:lnTo>
                    <a:pt x="373769" y="301638"/>
                  </a:lnTo>
                  <a:lnTo>
                    <a:pt x="373769" y="304917"/>
                  </a:lnTo>
                  <a:lnTo>
                    <a:pt x="373769" y="309835"/>
                  </a:lnTo>
                  <a:lnTo>
                    <a:pt x="373769" y="313113"/>
                  </a:lnTo>
                  <a:lnTo>
                    <a:pt x="372130" y="318031"/>
                  </a:lnTo>
                  <a:lnTo>
                    <a:pt x="372130" y="321310"/>
                  </a:lnTo>
                  <a:lnTo>
                    <a:pt x="372130" y="324589"/>
                  </a:lnTo>
                  <a:lnTo>
                    <a:pt x="372130" y="329507"/>
                  </a:lnTo>
                  <a:lnTo>
                    <a:pt x="372130" y="332786"/>
                  </a:lnTo>
                  <a:lnTo>
                    <a:pt x="370491" y="336064"/>
                  </a:lnTo>
                  <a:lnTo>
                    <a:pt x="370491" y="340982"/>
                  </a:lnTo>
                  <a:lnTo>
                    <a:pt x="370491" y="344261"/>
                  </a:lnTo>
                  <a:lnTo>
                    <a:pt x="370491" y="349179"/>
                  </a:lnTo>
                  <a:lnTo>
                    <a:pt x="370491" y="352457"/>
                  </a:lnTo>
                  <a:lnTo>
                    <a:pt x="370491" y="355736"/>
                  </a:lnTo>
                  <a:lnTo>
                    <a:pt x="368851" y="360654"/>
                  </a:lnTo>
                  <a:lnTo>
                    <a:pt x="368851" y="363933"/>
                  </a:lnTo>
                  <a:lnTo>
                    <a:pt x="368851" y="367211"/>
                  </a:lnTo>
                  <a:lnTo>
                    <a:pt x="368851" y="372130"/>
                  </a:lnTo>
                  <a:lnTo>
                    <a:pt x="368851" y="375408"/>
                  </a:lnTo>
                  <a:lnTo>
                    <a:pt x="367212" y="380326"/>
                  </a:lnTo>
                  <a:lnTo>
                    <a:pt x="367212" y="383605"/>
                  </a:lnTo>
                  <a:lnTo>
                    <a:pt x="367212" y="386884"/>
                  </a:lnTo>
                  <a:lnTo>
                    <a:pt x="363933" y="385244"/>
                  </a:lnTo>
                  <a:lnTo>
                    <a:pt x="360654" y="381966"/>
                  </a:lnTo>
                  <a:lnTo>
                    <a:pt x="357375" y="378687"/>
                  </a:lnTo>
                  <a:lnTo>
                    <a:pt x="354097" y="373769"/>
                  </a:lnTo>
                  <a:lnTo>
                    <a:pt x="352457" y="370490"/>
                  </a:lnTo>
                  <a:lnTo>
                    <a:pt x="349179" y="367211"/>
                  </a:lnTo>
                  <a:lnTo>
                    <a:pt x="347540" y="362294"/>
                  </a:lnTo>
                  <a:lnTo>
                    <a:pt x="344261" y="360654"/>
                  </a:lnTo>
                  <a:lnTo>
                    <a:pt x="340982" y="357376"/>
                  </a:lnTo>
                  <a:lnTo>
                    <a:pt x="339343" y="355736"/>
                  </a:lnTo>
                  <a:lnTo>
                    <a:pt x="336064" y="352457"/>
                  </a:lnTo>
                  <a:lnTo>
                    <a:pt x="332785" y="347540"/>
                  </a:lnTo>
                  <a:lnTo>
                    <a:pt x="332785" y="345900"/>
                  </a:lnTo>
                  <a:lnTo>
                    <a:pt x="331146" y="342621"/>
                  </a:lnTo>
                  <a:lnTo>
                    <a:pt x="332785" y="342621"/>
                  </a:lnTo>
                  <a:lnTo>
                    <a:pt x="332785" y="339343"/>
                  </a:lnTo>
                  <a:lnTo>
                    <a:pt x="332785" y="340982"/>
                  </a:lnTo>
                  <a:lnTo>
                    <a:pt x="327867" y="342621"/>
                  </a:lnTo>
                  <a:lnTo>
                    <a:pt x="324588" y="342621"/>
                  </a:lnTo>
                  <a:lnTo>
                    <a:pt x="321311" y="342621"/>
                  </a:lnTo>
                  <a:lnTo>
                    <a:pt x="318032" y="342621"/>
                  </a:lnTo>
                  <a:lnTo>
                    <a:pt x="313114" y="345900"/>
                  </a:lnTo>
                  <a:lnTo>
                    <a:pt x="309835" y="345900"/>
                  </a:lnTo>
                  <a:lnTo>
                    <a:pt x="306556" y="345900"/>
                  </a:lnTo>
                  <a:lnTo>
                    <a:pt x="303277" y="342621"/>
                  </a:lnTo>
                  <a:lnTo>
                    <a:pt x="303277" y="339343"/>
                  </a:lnTo>
                  <a:lnTo>
                    <a:pt x="299998" y="342621"/>
                  </a:lnTo>
                  <a:lnTo>
                    <a:pt x="296721" y="344261"/>
                  </a:lnTo>
                  <a:lnTo>
                    <a:pt x="291802" y="347540"/>
                  </a:lnTo>
                  <a:lnTo>
                    <a:pt x="288524" y="347540"/>
                  </a:lnTo>
                  <a:lnTo>
                    <a:pt x="286884" y="342621"/>
                  </a:lnTo>
                  <a:lnTo>
                    <a:pt x="290163" y="339343"/>
                  </a:lnTo>
                  <a:lnTo>
                    <a:pt x="290163" y="336064"/>
                  </a:lnTo>
                  <a:lnTo>
                    <a:pt x="293442" y="332786"/>
                  </a:lnTo>
                  <a:lnTo>
                    <a:pt x="295081" y="327867"/>
                  </a:lnTo>
                  <a:lnTo>
                    <a:pt x="296721" y="324589"/>
                  </a:lnTo>
                  <a:lnTo>
                    <a:pt x="298360" y="321310"/>
                  </a:lnTo>
                  <a:lnTo>
                    <a:pt x="298360" y="316392"/>
                  </a:lnTo>
                  <a:lnTo>
                    <a:pt x="295081" y="316392"/>
                  </a:lnTo>
                  <a:lnTo>
                    <a:pt x="293442" y="313113"/>
                  </a:lnTo>
                  <a:lnTo>
                    <a:pt x="291802" y="308196"/>
                  </a:lnTo>
                  <a:lnTo>
                    <a:pt x="286884" y="304917"/>
                  </a:lnTo>
                  <a:lnTo>
                    <a:pt x="286884" y="304917"/>
                  </a:lnTo>
                  <a:lnTo>
                    <a:pt x="290163" y="301638"/>
                  </a:lnTo>
                  <a:lnTo>
                    <a:pt x="293442" y="301638"/>
                  </a:lnTo>
                  <a:lnTo>
                    <a:pt x="298360" y="304917"/>
                  </a:lnTo>
                  <a:lnTo>
                    <a:pt x="301638" y="304917"/>
                  </a:lnTo>
                  <a:lnTo>
                    <a:pt x="304917" y="299999"/>
                  </a:lnTo>
                  <a:lnTo>
                    <a:pt x="301638" y="303277"/>
                  </a:lnTo>
                  <a:lnTo>
                    <a:pt x="298360" y="303277"/>
                  </a:lnTo>
                  <a:lnTo>
                    <a:pt x="295081" y="299999"/>
                  </a:lnTo>
                  <a:lnTo>
                    <a:pt x="290163" y="299999"/>
                  </a:lnTo>
                  <a:lnTo>
                    <a:pt x="286884" y="298359"/>
                  </a:lnTo>
                  <a:lnTo>
                    <a:pt x="283605" y="293441"/>
                  </a:lnTo>
                  <a:lnTo>
                    <a:pt x="280327" y="290163"/>
                  </a:lnTo>
                  <a:lnTo>
                    <a:pt x="283605" y="288523"/>
                  </a:lnTo>
                  <a:lnTo>
                    <a:pt x="288524" y="288523"/>
                  </a:lnTo>
                  <a:lnTo>
                    <a:pt x="291802" y="286884"/>
                  </a:lnTo>
                  <a:lnTo>
                    <a:pt x="295081" y="286884"/>
                  </a:lnTo>
                  <a:lnTo>
                    <a:pt x="299998" y="290163"/>
                  </a:lnTo>
                  <a:lnTo>
                    <a:pt x="303277" y="291802"/>
                  </a:lnTo>
                  <a:lnTo>
                    <a:pt x="304917" y="291802"/>
                  </a:lnTo>
                  <a:lnTo>
                    <a:pt x="301638" y="290163"/>
                  </a:lnTo>
                  <a:lnTo>
                    <a:pt x="296721" y="286884"/>
                  </a:lnTo>
                  <a:lnTo>
                    <a:pt x="293442" y="285244"/>
                  </a:lnTo>
                  <a:lnTo>
                    <a:pt x="290163" y="283606"/>
                  </a:lnTo>
                  <a:lnTo>
                    <a:pt x="286884" y="281966"/>
                  </a:lnTo>
                  <a:lnTo>
                    <a:pt x="290163" y="280327"/>
                  </a:lnTo>
                  <a:lnTo>
                    <a:pt x="286884" y="277048"/>
                  </a:lnTo>
                  <a:lnTo>
                    <a:pt x="283605" y="272130"/>
                  </a:lnTo>
                  <a:lnTo>
                    <a:pt x="280327" y="268851"/>
                  </a:lnTo>
                  <a:lnTo>
                    <a:pt x="277048" y="265573"/>
                  </a:lnTo>
                  <a:lnTo>
                    <a:pt x="277048" y="262294"/>
                  </a:lnTo>
                  <a:lnTo>
                    <a:pt x="277048" y="257376"/>
                  </a:lnTo>
                  <a:lnTo>
                    <a:pt x="275408" y="254097"/>
                  </a:lnTo>
                  <a:lnTo>
                    <a:pt x="273769" y="250819"/>
                  </a:lnTo>
                  <a:lnTo>
                    <a:pt x="273769" y="249179"/>
                  </a:lnTo>
                  <a:lnTo>
                    <a:pt x="272131" y="245901"/>
                  </a:lnTo>
                  <a:lnTo>
                    <a:pt x="275408" y="242622"/>
                  </a:lnTo>
                  <a:lnTo>
                    <a:pt x="277048" y="242622"/>
                  </a:lnTo>
                  <a:lnTo>
                    <a:pt x="273769" y="242622"/>
                  </a:lnTo>
                  <a:lnTo>
                    <a:pt x="270491" y="240983"/>
                  </a:lnTo>
                  <a:lnTo>
                    <a:pt x="270491" y="237704"/>
                  </a:lnTo>
                  <a:lnTo>
                    <a:pt x="273769" y="236064"/>
                  </a:lnTo>
                  <a:lnTo>
                    <a:pt x="277048" y="234425"/>
                  </a:lnTo>
                  <a:lnTo>
                    <a:pt x="272131" y="236064"/>
                  </a:lnTo>
                  <a:lnTo>
                    <a:pt x="268852" y="237704"/>
                  </a:lnTo>
                  <a:lnTo>
                    <a:pt x="265573" y="237704"/>
                  </a:lnTo>
                  <a:lnTo>
                    <a:pt x="263934" y="236064"/>
                  </a:lnTo>
                  <a:lnTo>
                    <a:pt x="263934" y="232786"/>
                  </a:lnTo>
                  <a:lnTo>
                    <a:pt x="267212" y="227868"/>
                  </a:lnTo>
                  <a:lnTo>
                    <a:pt x="265573" y="224589"/>
                  </a:lnTo>
                  <a:lnTo>
                    <a:pt x="265573" y="222950"/>
                  </a:lnTo>
                  <a:lnTo>
                    <a:pt x="263934" y="226229"/>
                  </a:lnTo>
                  <a:lnTo>
                    <a:pt x="260655" y="222950"/>
                  </a:lnTo>
                  <a:lnTo>
                    <a:pt x="257376" y="221310"/>
                  </a:lnTo>
                  <a:lnTo>
                    <a:pt x="255737" y="218032"/>
                  </a:lnTo>
                  <a:lnTo>
                    <a:pt x="250818" y="214753"/>
                  </a:lnTo>
                  <a:lnTo>
                    <a:pt x="247540" y="214753"/>
                  </a:lnTo>
                  <a:lnTo>
                    <a:pt x="247540" y="209835"/>
                  </a:lnTo>
                  <a:lnTo>
                    <a:pt x="244262" y="211474"/>
                  </a:lnTo>
                  <a:lnTo>
                    <a:pt x="242622" y="209835"/>
                  </a:lnTo>
                  <a:lnTo>
                    <a:pt x="239344" y="208196"/>
                  </a:lnTo>
                  <a:lnTo>
                    <a:pt x="236065" y="204917"/>
                  </a:lnTo>
                  <a:lnTo>
                    <a:pt x="232786" y="204917"/>
                  </a:lnTo>
                  <a:lnTo>
                    <a:pt x="229507" y="201639"/>
                  </a:lnTo>
                  <a:lnTo>
                    <a:pt x="226228" y="203278"/>
                  </a:lnTo>
                  <a:lnTo>
                    <a:pt x="222950" y="201639"/>
                  </a:lnTo>
                  <a:lnTo>
                    <a:pt x="219672" y="201639"/>
                  </a:lnTo>
                  <a:lnTo>
                    <a:pt x="218032" y="201639"/>
                  </a:lnTo>
                  <a:lnTo>
                    <a:pt x="216393" y="199999"/>
                  </a:lnTo>
                  <a:lnTo>
                    <a:pt x="216393" y="199999"/>
                  </a:lnTo>
                  <a:lnTo>
                    <a:pt x="211475" y="198360"/>
                  </a:lnTo>
                  <a:lnTo>
                    <a:pt x="208196" y="195081"/>
                  </a:lnTo>
                  <a:lnTo>
                    <a:pt x="204917" y="191803"/>
                  </a:lnTo>
                  <a:lnTo>
                    <a:pt x="199999" y="190163"/>
                  </a:lnTo>
                  <a:lnTo>
                    <a:pt x="196720" y="190163"/>
                  </a:lnTo>
                  <a:lnTo>
                    <a:pt x="193442" y="188524"/>
                  </a:lnTo>
                  <a:lnTo>
                    <a:pt x="190164" y="186884"/>
                  </a:lnTo>
                  <a:lnTo>
                    <a:pt x="186885" y="183606"/>
                  </a:lnTo>
                  <a:lnTo>
                    <a:pt x="183606" y="183606"/>
                  </a:lnTo>
                  <a:lnTo>
                    <a:pt x="178688" y="183606"/>
                  </a:lnTo>
                  <a:lnTo>
                    <a:pt x="175409" y="181966"/>
                  </a:lnTo>
                  <a:lnTo>
                    <a:pt x="173770" y="181966"/>
                  </a:lnTo>
                  <a:lnTo>
                    <a:pt x="170491" y="180327"/>
                  </a:lnTo>
                  <a:lnTo>
                    <a:pt x="165574" y="180327"/>
                  </a:lnTo>
                  <a:lnTo>
                    <a:pt x="162295" y="180327"/>
                  </a:lnTo>
                  <a:lnTo>
                    <a:pt x="159016" y="181966"/>
                  </a:lnTo>
                  <a:lnTo>
                    <a:pt x="155737" y="180327"/>
                  </a:lnTo>
                  <a:lnTo>
                    <a:pt x="150819" y="177049"/>
                  </a:lnTo>
                  <a:lnTo>
                    <a:pt x="147540" y="173770"/>
                  </a:lnTo>
                  <a:lnTo>
                    <a:pt x="144261" y="172130"/>
                  </a:lnTo>
                  <a:lnTo>
                    <a:pt x="142623" y="172130"/>
                  </a:lnTo>
                  <a:lnTo>
                    <a:pt x="139344" y="168852"/>
                  </a:lnTo>
                  <a:lnTo>
                    <a:pt x="137705" y="165573"/>
                  </a:lnTo>
                  <a:lnTo>
                    <a:pt x="137705" y="160655"/>
                  </a:lnTo>
                  <a:lnTo>
                    <a:pt x="142623" y="159016"/>
                  </a:lnTo>
                  <a:lnTo>
                    <a:pt x="145901" y="159016"/>
                  </a:lnTo>
                  <a:lnTo>
                    <a:pt x="145901" y="159016"/>
                  </a:lnTo>
                  <a:lnTo>
                    <a:pt x="149180" y="159016"/>
                  </a:lnTo>
                  <a:lnTo>
                    <a:pt x="145901" y="157376"/>
                  </a:lnTo>
                  <a:lnTo>
                    <a:pt x="142623" y="157376"/>
                  </a:lnTo>
                  <a:lnTo>
                    <a:pt x="139344" y="157376"/>
                  </a:lnTo>
                  <a:lnTo>
                    <a:pt x="136065" y="160655"/>
                  </a:lnTo>
                  <a:lnTo>
                    <a:pt x="132787" y="162294"/>
                  </a:lnTo>
                  <a:lnTo>
                    <a:pt x="129508" y="159016"/>
                  </a:lnTo>
                  <a:lnTo>
                    <a:pt x="126229" y="155737"/>
                  </a:lnTo>
                  <a:lnTo>
                    <a:pt x="124590" y="160655"/>
                  </a:lnTo>
                  <a:lnTo>
                    <a:pt x="121311" y="159016"/>
                  </a:lnTo>
                  <a:lnTo>
                    <a:pt x="118032" y="155737"/>
                  </a:lnTo>
                  <a:lnTo>
                    <a:pt x="119671" y="152459"/>
                  </a:lnTo>
                  <a:lnTo>
                    <a:pt x="116394" y="152459"/>
                  </a:lnTo>
                  <a:lnTo>
                    <a:pt x="113115" y="154098"/>
                  </a:lnTo>
                  <a:lnTo>
                    <a:pt x="109836" y="150819"/>
                  </a:lnTo>
                  <a:lnTo>
                    <a:pt x="108197" y="147540"/>
                  </a:lnTo>
                  <a:lnTo>
                    <a:pt x="106557" y="142622"/>
                  </a:lnTo>
                  <a:lnTo>
                    <a:pt x="104918" y="147540"/>
                  </a:lnTo>
                  <a:lnTo>
                    <a:pt x="101639" y="147540"/>
                  </a:lnTo>
                  <a:lnTo>
                    <a:pt x="101639" y="142622"/>
                  </a:lnTo>
                  <a:lnTo>
                    <a:pt x="100000" y="139344"/>
                  </a:lnTo>
                  <a:lnTo>
                    <a:pt x="101639" y="136065"/>
                  </a:lnTo>
                  <a:lnTo>
                    <a:pt x="101639" y="131147"/>
                  </a:lnTo>
                  <a:lnTo>
                    <a:pt x="101639" y="127869"/>
                  </a:lnTo>
                  <a:lnTo>
                    <a:pt x="104918" y="124590"/>
                  </a:lnTo>
                  <a:lnTo>
                    <a:pt x="108197" y="121311"/>
                  </a:lnTo>
                  <a:lnTo>
                    <a:pt x="108197" y="118032"/>
                  </a:lnTo>
                  <a:lnTo>
                    <a:pt x="109836" y="114754"/>
                  </a:lnTo>
                  <a:lnTo>
                    <a:pt x="106557" y="118032"/>
                  </a:lnTo>
                  <a:lnTo>
                    <a:pt x="103278" y="119672"/>
                  </a:lnTo>
                  <a:lnTo>
                    <a:pt x="100000" y="124590"/>
                  </a:lnTo>
                  <a:lnTo>
                    <a:pt x="100000" y="127869"/>
                  </a:lnTo>
                  <a:lnTo>
                    <a:pt x="100000" y="131147"/>
                  </a:lnTo>
                  <a:lnTo>
                    <a:pt x="98360" y="136065"/>
                  </a:lnTo>
                  <a:lnTo>
                    <a:pt x="93442" y="136065"/>
                  </a:lnTo>
                  <a:lnTo>
                    <a:pt x="96721" y="137704"/>
                  </a:lnTo>
                  <a:lnTo>
                    <a:pt x="96721" y="142622"/>
                  </a:lnTo>
                  <a:lnTo>
                    <a:pt x="93442" y="144262"/>
                  </a:lnTo>
                  <a:lnTo>
                    <a:pt x="90164" y="149180"/>
                  </a:lnTo>
                  <a:lnTo>
                    <a:pt x="90164" y="152459"/>
                  </a:lnTo>
                  <a:lnTo>
                    <a:pt x="90164" y="155737"/>
                  </a:lnTo>
                  <a:lnTo>
                    <a:pt x="86885" y="160655"/>
                  </a:lnTo>
                  <a:lnTo>
                    <a:pt x="83607" y="163934"/>
                  </a:lnTo>
                  <a:lnTo>
                    <a:pt x="80328" y="163934"/>
                  </a:lnTo>
                  <a:lnTo>
                    <a:pt x="75410" y="163934"/>
                  </a:lnTo>
                  <a:lnTo>
                    <a:pt x="72131" y="165573"/>
                  </a:lnTo>
                  <a:lnTo>
                    <a:pt x="68852" y="162294"/>
                  </a:lnTo>
                  <a:lnTo>
                    <a:pt x="65573" y="159016"/>
                  </a:lnTo>
                  <a:lnTo>
                    <a:pt x="65573" y="154098"/>
                  </a:lnTo>
                  <a:lnTo>
                    <a:pt x="65573" y="150819"/>
                  </a:lnTo>
                  <a:lnTo>
                    <a:pt x="63935" y="147540"/>
                  </a:lnTo>
                  <a:lnTo>
                    <a:pt x="67213" y="144262"/>
                  </a:lnTo>
                  <a:lnTo>
                    <a:pt x="72131" y="142622"/>
                  </a:lnTo>
                  <a:lnTo>
                    <a:pt x="70491" y="137704"/>
                  </a:lnTo>
                  <a:lnTo>
                    <a:pt x="67213" y="134426"/>
                  </a:lnTo>
                  <a:lnTo>
                    <a:pt x="68852" y="131147"/>
                  </a:lnTo>
                  <a:lnTo>
                    <a:pt x="63935" y="131147"/>
                  </a:lnTo>
                  <a:lnTo>
                    <a:pt x="60656" y="127869"/>
                  </a:lnTo>
                  <a:lnTo>
                    <a:pt x="59017" y="124590"/>
                  </a:lnTo>
                  <a:lnTo>
                    <a:pt x="57377" y="121311"/>
                  </a:lnTo>
                  <a:lnTo>
                    <a:pt x="54098" y="118032"/>
                  </a:lnTo>
                  <a:lnTo>
                    <a:pt x="50820" y="116393"/>
                  </a:lnTo>
                  <a:lnTo>
                    <a:pt x="45901" y="113114"/>
                  </a:lnTo>
                  <a:lnTo>
                    <a:pt x="42623" y="114754"/>
                  </a:lnTo>
                  <a:lnTo>
                    <a:pt x="39344" y="113114"/>
                  </a:lnTo>
                  <a:lnTo>
                    <a:pt x="37705" y="109836"/>
                  </a:lnTo>
                  <a:lnTo>
                    <a:pt x="37705" y="106557"/>
                  </a:lnTo>
                  <a:lnTo>
                    <a:pt x="40983" y="104917"/>
                  </a:lnTo>
                  <a:lnTo>
                    <a:pt x="45901" y="103279"/>
                  </a:lnTo>
                  <a:lnTo>
                    <a:pt x="49180" y="103279"/>
                  </a:lnTo>
                  <a:lnTo>
                    <a:pt x="52459" y="103279"/>
                  </a:lnTo>
                  <a:lnTo>
                    <a:pt x="55738" y="103279"/>
                  </a:lnTo>
                  <a:lnTo>
                    <a:pt x="60656" y="104917"/>
                  </a:lnTo>
                  <a:lnTo>
                    <a:pt x="63935" y="108196"/>
                  </a:lnTo>
                  <a:lnTo>
                    <a:pt x="67213" y="106557"/>
                  </a:lnTo>
                  <a:lnTo>
                    <a:pt x="70491" y="104917"/>
                  </a:lnTo>
                  <a:lnTo>
                    <a:pt x="72131" y="101639"/>
                  </a:lnTo>
                  <a:lnTo>
                    <a:pt x="75410" y="96721"/>
                  </a:lnTo>
                  <a:lnTo>
                    <a:pt x="78688" y="93442"/>
                  </a:lnTo>
                  <a:lnTo>
                    <a:pt x="81967" y="91803"/>
                  </a:lnTo>
                  <a:lnTo>
                    <a:pt x="86885" y="91803"/>
                  </a:lnTo>
                  <a:lnTo>
                    <a:pt x="88525" y="95082"/>
                  </a:lnTo>
                  <a:lnTo>
                    <a:pt x="90164" y="98360"/>
                  </a:lnTo>
                  <a:lnTo>
                    <a:pt x="90164" y="103279"/>
                  </a:lnTo>
                  <a:lnTo>
                    <a:pt x="91803" y="100000"/>
                  </a:lnTo>
                  <a:lnTo>
                    <a:pt x="93442" y="95082"/>
                  </a:lnTo>
                  <a:lnTo>
                    <a:pt x="93442" y="98360"/>
                  </a:lnTo>
                  <a:lnTo>
                    <a:pt x="98360" y="98360"/>
                  </a:lnTo>
                  <a:lnTo>
                    <a:pt x="101639" y="96721"/>
                  </a:lnTo>
                  <a:lnTo>
                    <a:pt x="101639" y="101639"/>
                  </a:lnTo>
                  <a:lnTo>
                    <a:pt x="103278" y="96721"/>
                  </a:lnTo>
                  <a:lnTo>
                    <a:pt x="106557" y="101639"/>
                  </a:lnTo>
                  <a:lnTo>
                    <a:pt x="108197" y="98360"/>
                  </a:lnTo>
                  <a:lnTo>
                    <a:pt x="108197" y="93442"/>
                  </a:lnTo>
                  <a:lnTo>
                    <a:pt x="106557" y="91803"/>
                  </a:lnTo>
                  <a:lnTo>
                    <a:pt x="109836" y="91803"/>
                  </a:lnTo>
                  <a:lnTo>
                    <a:pt x="113115" y="90164"/>
                  </a:lnTo>
                  <a:lnTo>
                    <a:pt x="111475" y="86885"/>
                  </a:lnTo>
                  <a:lnTo>
                    <a:pt x="113115" y="83606"/>
                  </a:lnTo>
                  <a:lnTo>
                    <a:pt x="109836" y="85246"/>
                  </a:lnTo>
                  <a:lnTo>
                    <a:pt x="109836" y="81967"/>
                  </a:lnTo>
                  <a:lnTo>
                    <a:pt x="113115" y="77049"/>
                  </a:lnTo>
                  <a:lnTo>
                    <a:pt x="109836" y="78688"/>
                  </a:lnTo>
                  <a:lnTo>
                    <a:pt x="104918" y="80327"/>
                  </a:lnTo>
                  <a:lnTo>
                    <a:pt x="101639" y="81967"/>
                  </a:lnTo>
                  <a:lnTo>
                    <a:pt x="100000" y="81967"/>
                  </a:lnTo>
                  <a:lnTo>
                    <a:pt x="96721" y="83606"/>
                  </a:lnTo>
                  <a:lnTo>
                    <a:pt x="91803" y="81967"/>
                  </a:lnTo>
                  <a:lnTo>
                    <a:pt x="88525" y="81967"/>
                  </a:lnTo>
                  <a:lnTo>
                    <a:pt x="85246" y="81967"/>
                  </a:lnTo>
                  <a:lnTo>
                    <a:pt x="81967" y="83606"/>
                  </a:lnTo>
                  <a:lnTo>
                    <a:pt x="77049" y="83606"/>
                  </a:lnTo>
                  <a:lnTo>
                    <a:pt x="75410" y="85246"/>
                  </a:lnTo>
                  <a:lnTo>
                    <a:pt x="70491" y="83606"/>
                  </a:lnTo>
                  <a:lnTo>
                    <a:pt x="67213" y="85246"/>
                  </a:lnTo>
                  <a:lnTo>
                    <a:pt x="63935" y="85246"/>
                  </a:lnTo>
                  <a:lnTo>
                    <a:pt x="62295" y="85246"/>
                  </a:lnTo>
                  <a:lnTo>
                    <a:pt x="60656" y="81967"/>
                  </a:lnTo>
                  <a:lnTo>
                    <a:pt x="57377" y="81967"/>
                  </a:lnTo>
                  <a:lnTo>
                    <a:pt x="54098" y="83606"/>
                  </a:lnTo>
                  <a:lnTo>
                    <a:pt x="49180" y="85246"/>
                  </a:lnTo>
                  <a:lnTo>
                    <a:pt x="47541" y="80327"/>
                  </a:lnTo>
                  <a:lnTo>
                    <a:pt x="44262" y="78688"/>
                  </a:lnTo>
                  <a:lnTo>
                    <a:pt x="39344" y="77049"/>
                  </a:lnTo>
                  <a:lnTo>
                    <a:pt x="42623" y="72131"/>
                  </a:lnTo>
                  <a:lnTo>
                    <a:pt x="39344" y="72131"/>
                  </a:lnTo>
                  <a:lnTo>
                    <a:pt x="36066" y="68852"/>
                  </a:lnTo>
                  <a:lnTo>
                    <a:pt x="36066" y="63934"/>
                  </a:lnTo>
                  <a:lnTo>
                    <a:pt x="39344" y="60656"/>
                  </a:lnTo>
                  <a:lnTo>
                    <a:pt x="37705" y="59016"/>
                  </a:lnTo>
                  <a:lnTo>
                    <a:pt x="34427" y="57377"/>
                  </a:lnTo>
                  <a:lnTo>
                    <a:pt x="36066" y="54098"/>
                  </a:lnTo>
                  <a:lnTo>
                    <a:pt x="32787" y="55737"/>
                  </a:lnTo>
                  <a:lnTo>
                    <a:pt x="31148" y="50820"/>
                  </a:lnTo>
                  <a:lnTo>
                    <a:pt x="27869" y="54098"/>
                  </a:lnTo>
                  <a:lnTo>
                    <a:pt x="24590" y="50820"/>
                  </a:lnTo>
                  <a:lnTo>
                    <a:pt x="19672" y="49180"/>
                  </a:lnTo>
                  <a:lnTo>
                    <a:pt x="16393" y="50820"/>
                  </a:lnTo>
                  <a:lnTo>
                    <a:pt x="14754" y="45902"/>
                  </a:lnTo>
                  <a:lnTo>
                    <a:pt x="11476" y="45902"/>
                  </a:lnTo>
                  <a:lnTo>
                    <a:pt x="13114" y="49180"/>
                  </a:lnTo>
                  <a:lnTo>
                    <a:pt x="9837" y="50820"/>
                  </a:lnTo>
                  <a:lnTo>
                    <a:pt x="4918" y="49180"/>
                  </a:lnTo>
                  <a:lnTo>
                    <a:pt x="1640" y="49180"/>
                  </a:lnTo>
                  <a:lnTo>
                    <a:pt x="0" y="45902"/>
                  </a:lnTo>
                  <a:lnTo>
                    <a:pt x="1640" y="40983"/>
                  </a:lnTo>
                  <a:lnTo>
                    <a:pt x="4918" y="39344"/>
                  </a:lnTo>
                  <a:lnTo>
                    <a:pt x="8197" y="36066"/>
                  </a:lnTo>
                  <a:lnTo>
                    <a:pt x="9837" y="31147"/>
                  </a:lnTo>
                  <a:lnTo>
                    <a:pt x="11476" y="2786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7" name="Freeform 2486">
              <a:extLst>
                <a:ext uri="{FF2B5EF4-FFF2-40B4-BE49-F238E27FC236}">
                  <a16:creationId xmlns:a16="http://schemas.microsoft.com/office/drawing/2014/main" id="{A7D61923-147F-0F40-AD88-091AD48290F2}"/>
                </a:ext>
              </a:extLst>
            </p:cNvPr>
            <p:cNvSpPr/>
            <p:nvPr/>
          </p:nvSpPr>
          <p:spPr>
            <a:xfrm>
              <a:off x="10532044" y="4362437"/>
              <a:ext cx="26229" cy="40983"/>
            </a:xfrm>
            <a:custGeom>
              <a:avLst/>
              <a:gdLst>
                <a:gd name="connsiteX0" fmla="*/ 4919 w 26229"/>
                <a:gd name="connsiteY0" fmla="*/ 26229 h 40983"/>
                <a:gd name="connsiteX1" fmla="*/ 4919 w 26229"/>
                <a:gd name="connsiteY1" fmla="*/ 29508 h 40983"/>
                <a:gd name="connsiteX2" fmla="*/ 8197 w 26229"/>
                <a:gd name="connsiteY2" fmla="*/ 32787 h 40983"/>
                <a:gd name="connsiteX3" fmla="*/ 8197 w 26229"/>
                <a:gd name="connsiteY3" fmla="*/ 34426 h 40983"/>
                <a:gd name="connsiteX4" fmla="*/ 6558 w 26229"/>
                <a:gd name="connsiteY4" fmla="*/ 31147 h 40983"/>
                <a:gd name="connsiteX5" fmla="*/ 9837 w 26229"/>
                <a:gd name="connsiteY5" fmla="*/ 26229 h 40983"/>
                <a:gd name="connsiteX6" fmla="*/ 8197 w 26229"/>
                <a:gd name="connsiteY6" fmla="*/ 22951 h 40983"/>
                <a:gd name="connsiteX7" fmla="*/ 8197 w 26229"/>
                <a:gd name="connsiteY7" fmla="*/ 19672 h 40983"/>
                <a:gd name="connsiteX8" fmla="*/ 9837 w 26229"/>
                <a:gd name="connsiteY8" fmla="*/ 16393 h 40983"/>
                <a:gd name="connsiteX9" fmla="*/ 6558 w 26229"/>
                <a:gd name="connsiteY9" fmla="*/ 14754 h 40983"/>
                <a:gd name="connsiteX10" fmla="*/ 6558 w 26229"/>
                <a:gd name="connsiteY10" fmla="*/ 9836 h 40983"/>
                <a:gd name="connsiteX11" fmla="*/ 9837 w 26229"/>
                <a:gd name="connsiteY11" fmla="*/ 11475 h 40983"/>
                <a:gd name="connsiteX12" fmla="*/ 13115 w 26229"/>
                <a:gd name="connsiteY12" fmla="*/ 6557 h 40983"/>
                <a:gd name="connsiteX13" fmla="*/ 16393 w 26229"/>
                <a:gd name="connsiteY13" fmla="*/ 3278 h 40983"/>
                <a:gd name="connsiteX14" fmla="*/ 18033 w 26229"/>
                <a:gd name="connsiteY14" fmla="*/ 0 h 40983"/>
                <a:gd name="connsiteX15" fmla="*/ 19672 w 26229"/>
                <a:gd name="connsiteY15" fmla="*/ 0 h 40983"/>
                <a:gd name="connsiteX16" fmla="*/ 22951 w 26229"/>
                <a:gd name="connsiteY16" fmla="*/ 3278 h 40983"/>
                <a:gd name="connsiteX17" fmla="*/ 21312 w 26229"/>
                <a:gd name="connsiteY17" fmla="*/ 6557 h 40983"/>
                <a:gd name="connsiteX18" fmla="*/ 26230 w 26229"/>
                <a:gd name="connsiteY18" fmla="*/ 9836 h 40983"/>
                <a:gd name="connsiteX19" fmla="*/ 24590 w 26229"/>
                <a:gd name="connsiteY19" fmla="*/ 13114 h 40983"/>
                <a:gd name="connsiteX20" fmla="*/ 24590 w 26229"/>
                <a:gd name="connsiteY20" fmla="*/ 16393 h 40983"/>
                <a:gd name="connsiteX21" fmla="*/ 22951 w 26229"/>
                <a:gd name="connsiteY21" fmla="*/ 21311 h 40983"/>
                <a:gd name="connsiteX22" fmla="*/ 22951 w 26229"/>
                <a:gd name="connsiteY22" fmla="*/ 24590 h 40983"/>
                <a:gd name="connsiteX23" fmla="*/ 24590 w 26229"/>
                <a:gd name="connsiteY23" fmla="*/ 26229 h 40983"/>
                <a:gd name="connsiteX24" fmla="*/ 24590 w 26229"/>
                <a:gd name="connsiteY24" fmla="*/ 29508 h 40983"/>
                <a:gd name="connsiteX25" fmla="*/ 24590 w 26229"/>
                <a:gd name="connsiteY25" fmla="*/ 34426 h 40983"/>
                <a:gd name="connsiteX26" fmla="*/ 22951 w 26229"/>
                <a:gd name="connsiteY26" fmla="*/ 37705 h 40983"/>
                <a:gd name="connsiteX27" fmla="*/ 19672 w 26229"/>
                <a:gd name="connsiteY27" fmla="*/ 40983 h 40983"/>
                <a:gd name="connsiteX28" fmla="*/ 14754 w 26229"/>
                <a:gd name="connsiteY28" fmla="*/ 39344 h 40983"/>
                <a:gd name="connsiteX29" fmla="*/ 13115 w 26229"/>
                <a:gd name="connsiteY29" fmla="*/ 37705 h 40983"/>
                <a:gd name="connsiteX30" fmla="*/ 11476 w 26229"/>
                <a:gd name="connsiteY30" fmla="*/ 36065 h 40983"/>
                <a:gd name="connsiteX31" fmla="*/ 9837 w 26229"/>
                <a:gd name="connsiteY31" fmla="*/ 34426 h 40983"/>
                <a:gd name="connsiteX32" fmla="*/ 11476 w 26229"/>
                <a:gd name="connsiteY32" fmla="*/ 37705 h 40983"/>
                <a:gd name="connsiteX33" fmla="*/ 8197 w 26229"/>
                <a:gd name="connsiteY33" fmla="*/ 37705 h 40983"/>
                <a:gd name="connsiteX34" fmla="*/ 3279 w 26229"/>
                <a:gd name="connsiteY34" fmla="*/ 34426 h 40983"/>
                <a:gd name="connsiteX35" fmla="*/ 0 w 26229"/>
                <a:gd name="connsiteY35" fmla="*/ 29508 h 40983"/>
                <a:gd name="connsiteX36" fmla="*/ 0 w 26229"/>
                <a:gd name="connsiteY36" fmla="*/ 26229 h 4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6229" h="40983">
                  <a:moveTo>
                    <a:pt x="4919" y="26229"/>
                  </a:moveTo>
                  <a:lnTo>
                    <a:pt x="4919" y="29508"/>
                  </a:lnTo>
                  <a:lnTo>
                    <a:pt x="8197" y="32787"/>
                  </a:lnTo>
                  <a:lnTo>
                    <a:pt x="8197" y="34426"/>
                  </a:lnTo>
                  <a:lnTo>
                    <a:pt x="6558" y="31147"/>
                  </a:lnTo>
                  <a:lnTo>
                    <a:pt x="9837" y="26229"/>
                  </a:lnTo>
                  <a:lnTo>
                    <a:pt x="8197" y="22951"/>
                  </a:lnTo>
                  <a:lnTo>
                    <a:pt x="8197" y="19672"/>
                  </a:lnTo>
                  <a:lnTo>
                    <a:pt x="9837" y="16393"/>
                  </a:lnTo>
                  <a:lnTo>
                    <a:pt x="6558" y="14754"/>
                  </a:lnTo>
                  <a:lnTo>
                    <a:pt x="6558" y="9836"/>
                  </a:lnTo>
                  <a:lnTo>
                    <a:pt x="9837" y="11475"/>
                  </a:lnTo>
                  <a:lnTo>
                    <a:pt x="13115" y="6557"/>
                  </a:lnTo>
                  <a:lnTo>
                    <a:pt x="16393" y="3278"/>
                  </a:lnTo>
                  <a:lnTo>
                    <a:pt x="18033" y="0"/>
                  </a:lnTo>
                  <a:lnTo>
                    <a:pt x="19672" y="0"/>
                  </a:lnTo>
                  <a:lnTo>
                    <a:pt x="22951" y="3278"/>
                  </a:lnTo>
                  <a:lnTo>
                    <a:pt x="21312" y="6557"/>
                  </a:lnTo>
                  <a:lnTo>
                    <a:pt x="26230" y="9836"/>
                  </a:lnTo>
                  <a:lnTo>
                    <a:pt x="24590" y="13114"/>
                  </a:lnTo>
                  <a:lnTo>
                    <a:pt x="24590" y="16393"/>
                  </a:lnTo>
                  <a:lnTo>
                    <a:pt x="22951" y="21311"/>
                  </a:lnTo>
                  <a:lnTo>
                    <a:pt x="22951" y="24590"/>
                  </a:lnTo>
                  <a:lnTo>
                    <a:pt x="24590" y="26229"/>
                  </a:lnTo>
                  <a:lnTo>
                    <a:pt x="24590" y="29508"/>
                  </a:lnTo>
                  <a:lnTo>
                    <a:pt x="24590" y="34426"/>
                  </a:lnTo>
                  <a:lnTo>
                    <a:pt x="22951" y="37705"/>
                  </a:lnTo>
                  <a:lnTo>
                    <a:pt x="19672" y="40983"/>
                  </a:lnTo>
                  <a:lnTo>
                    <a:pt x="14754" y="39344"/>
                  </a:lnTo>
                  <a:lnTo>
                    <a:pt x="13115" y="37705"/>
                  </a:lnTo>
                  <a:lnTo>
                    <a:pt x="11476" y="36065"/>
                  </a:lnTo>
                  <a:lnTo>
                    <a:pt x="9837" y="34426"/>
                  </a:lnTo>
                  <a:lnTo>
                    <a:pt x="11476" y="37705"/>
                  </a:lnTo>
                  <a:lnTo>
                    <a:pt x="8197" y="37705"/>
                  </a:lnTo>
                  <a:lnTo>
                    <a:pt x="3279" y="34426"/>
                  </a:lnTo>
                  <a:lnTo>
                    <a:pt x="0" y="29508"/>
                  </a:lnTo>
                  <a:lnTo>
                    <a:pt x="0" y="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8" name="Freeform 2487">
              <a:extLst>
                <a:ext uri="{FF2B5EF4-FFF2-40B4-BE49-F238E27FC236}">
                  <a16:creationId xmlns:a16="http://schemas.microsoft.com/office/drawing/2014/main" id="{7CACBF49-1925-3147-ABCB-6E4E0E0A13A9}"/>
                </a:ext>
              </a:extLst>
            </p:cNvPr>
            <p:cNvSpPr/>
            <p:nvPr/>
          </p:nvSpPr>
          <p:spPr>
            <a:xfrm>
              <a:off x="10541881" y="4400141"/>
              <a:ext cx="8196" cy="8196"/>
            </a:xfrm>
            <a:custGeom>
              <a:avLst/>
              <a:gdLst>
                <a:gd name="connsiteX0" fmla="*/ 3279 w 8196"/>
                <a:gd name="connsiteY0" fmla="*/ 0 h 8196"/>
                <a:gd name="connsiteX1" fmla="*/ 6557 w 8196"/>
                <a:gd name="connsiteY1" fmla="*/ 3279 h 8196"/>
                <a:gd name="connsiteX2" fmla="*/ 8197 w 8196"/>
                <a:gd name="connsiteY2" fmla="*/ 6557 h 8196"/>
                <a:gd name="connsiteX3" fmla="*/ 3279 w 8196"/>
                <a:gd name="connsiteY3" fmla="*/ 8197 h 8196"/>
                <a:gd name="connsiteX4" fmla="*/ 0 w 8196"/>
                <a:gd name="connsiteY4" fmla="*/ 4918 h 8196"/>
                <a:gd name="connsiteX5" fmla="*/ 0 w 8196"/>
                <a:gd name="connsiteY5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8196">
                  <a:moveTo>
                    <a:pt x="3279" y="0"/>
                  </a:moveTo>
                  <a:lnTo>
                    <a:pt x="6557" y="3279"/>
                  </a:lnTo>
                  <a:lnTo>
                    <a:pt x="8197" y="6557"/>
                  </a:lnTo>
                  <a:lnTo>
                    <a:pt x="3279" y="8197"/>
                  </a:lnTo>
                  <a:lnTo>
                    <a:pt x="0" y="49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9" name="Freeform 2488">
              <a:extLst>
                <a:ext uri="{FF2B5EF4-FFF2-40B4-BE49-F238E27FC236}">
                  <a16:creationId xmlns:a16="http://schemas.microsoft.com/office/drawing/2014/main" id="{A71E47CF-FA1E-6F4F-B333-88A684403F15}"/>
                </a:ext>
              </a:extLst>
            </p:cNvPr>
            <p:cNvSpPr/>
            <p:nvPr/>
          </p:nvSpPr>
          <p:spPr>
            <a:xfrm>
              <a:off x="11587778" y="5008335"/>
              <a:ext cx="91802" cy="101639"/>
            </a:xfrm>
            <a:custGeom>
              <a:avLst/>
              <a:gdLst>
                <a:gd name="connsiteX0" fmla="*/ 8197 w 91802"/>
                <a:gd name="connsiteY0" fmla="*/ 26229 h 101639"/>
                <a:gd name="connsiteX1" fmla="*/ 9836 w 91802"/>
                <a:gd name="connsiteY1" fmla="*/ 29508 h 101639"/>
                <a:gd name="connsiteX2" fmla="*/ 9836 w 91802"/>
                <a:gd name="connsiteY2" fmla="*/ 32787 h 101639"/>
                <a:gd name="connsiteX3" fmla="*/ 13114 w 91802"/>
                <a:gd name="connsiteY3" fmla="*/ 36066 h 101639"/>
                <a:gd name="connsiteX4" fmla="*/ 16393 w 91802"/>
                <a:gd name="connsiteY4" fmla="*/ 39344 h 101639"/>
                <a:gd name="connsiteX5" fmla="*/ 16393 w 91802"/>
                <a:gd name="connsiteY5" fmla="*/ 40983 h 101639"/>
                <a:gd name="connsiteX6" fmla="*/ 19672 w 91802"/>
                <a:gd name="connsiteY6" fmla="*/ 44262 h 101639"/>
                <a:gd name="connsiteX7" fmla="*/ 21311 w 91802"/>
                <a:gd name="connsiteY7" fmla="*/ 44262 h 101639"/>
                <a:gd name="connsiteX8" fmla="*/ 21311 w 91802"/>
                <a:gd name="connsiteY8" fmla="*/ 49180 h 101639"/>
                <a:gd name="connsiteX9" fmla="*/ 22951 w 91802"/>
                <a:gd name="connsiteY9" fmla="*/ 52459 h 101639"/>
                <a:gd name="connsiteX10" fmla="*/ 26229 w 91802"/>
                <a:gd name="connsiteY10" fmla="*/ 55737 h 101639"/>
                <a:gd name="connsiteX11" fmla="*/ 29508 w 91802"/>
                <a:gd name="connsiteY11" fmla="*/ 57377 h 101639"/>
                <a:gd name="connsiteX12" fmla="*/ 29508 w 91802"/>
                <a:gd name="connsiteY12" fmla="*/ 62295 h 101639"/>
                <a:gd name="connsiteX13" fmla="*/ 32787 w 91802"/>
                <a:gd name="connsiteY13" fmla="*/ 65573 h 101639"/>
                <a:gd name="connsiteX14" fmla="*/ 36066 w 91802"/>
                <a:gd name="connsiteY14" fmla="*/ 67213 h 101639"/>
                <a:gd name="connsiteX15" fmla="*/ 40983 w 91802"/>
                <a:gd name="connsiteY15" fmla="*/ 67213 h 101639"/>
                <a:gd name="connsiteX16" fmla="*/ 40983 w 91802"/>
                <a:gd name="connsiteY16" fmla="*/ 68852 h 101639"/>
                <a:gd name="connsiteX17" fmla="*/ 42622 w 91802"/>
                <a:gd name="connsiteY17" fmla="*/ 72131 h 101639"/>
                <a:gd name="connsiteX18" fmla="*/ 45901 w 91802"/>
                <a:gd name="connsiteY18" fmla="*/ 73770 h 101639"/>
                <a:gd name="connsiteX19" fmla="*/ 49180 w 91802"/>
                <a:gd name="connsiteY19" fmla="*/ 75410 h 101639"/>
                <a:gd name="connsiteX20" fmla="*/ 50819 w 91802"/>
                <a:gd name="connsiteY20" fmla="*/ 78688 h 101639"/>
                <a:gd name="connsiteX21" fmla="*/ 54098 w 91802"/>
                <a:gd name="connsiteY21" fmla="*/ 81967 h 101639"/>
                <a:gd name="connsiteX22" fmla="*/ 57377 w 91802"/>
                <a:gd name="connsiteY22" fmla="*/ 81967 h 101639"/>
                <a:gd name="connsiteX23" fmla="*/ 62295 w 91802"/>
                <a:gd name="connsiteY23" fmla="*/ 83606 h 101639"/>
                <a:gd name="connsiteX24" fmla="*/ 59016 w 91802"/>
                <a:gd name="connsiteY24" fmla="*/ 86885 h 101639"/>
                <a:gd name="connsiteX25" fmla="*/ 62295 w 91802"/>
                <a:gd name="connsiteY25" fmla="*/ 91803 h 101639"/>
                <a:gd name="connsiteX26" fmla="*/ 65573 w 91802"/>
                <a:gd name="connsiteY26" fmla="*/ 95081 h 101639"/>
                <a:gd name="connsiteX27" fmla="*/ 70491 w 91802"/>
                <a:gd name="connsiteY27" fmla="*/ 93442 h 101639"/>
                <a:gd name="connsiteX28" fmla="*/ 68852 w 91802"/>
                <a:gd name="connsiteY28" fmla="*/ 95081 h 101639"/>
                <a:gd name="connsiteX29" fmla="*/ 68852 w 91802"/>
                <a:gd name="connsiteY29" fmla="*/ 98360 h 101639"/>
                <a:gd name="connsiteX30" fmla="*/ 72131 w 91802"/>
                <a:gd name="connsiteY30" fmla="*/ 95081 h 101639"/>
                <a:gd name="connsiteX31" fmla="*/ 77049 w 91802"/>
                <a:gd name="connsiteY31" fmla="*/ 96721 h 101639"/>
                <a:gd name="connsiteX32" fmla="*/ 80328 w 91802"/>
                <a:gd name="connsiteY32" fmla="*/ 101639 h 101639"/>
                <a:gd name="connsiteX33" fmla="*/ 80328 w 91802"/>
                <a:gd name="connsiteY33" fmla="*/ 101639 h 101639"/>
                <a:gd name="connsiteX34" fmla="*/ 85246 w 91802"/>
                <a:gd name="connsiteY34" fmla="*/ 100000 h 101639"/>
                <a:gd name="connsiteX35" fmla="*/ 88525 w 91802"/>
                <a:gd name="connsiteY35" fmla="*/ 101639 h 101639"/>
                <a:gd name="connsiteX36" fmla="*/ 91802 w 91802"/>
                <a:gd name="connsiteY36" fmla="*/ 98360 h 101639"/>
                <a:gd name="connsiteX37" fmla="*/ 91802 w 91802"/>
                <a:gd name="connsiteY37" fmla="*/ 93442 h 101639"/>
                <a:gd name="connsiteX38" fmla="*/ 90164 w 91802"/>
                <a:gd name="connsiteY38" fmla="*/ 90164 h 101639"/>
                <a:gd name="connsiteX39" fmla="*/ 88525 w 91802"/>
                <a:gd name="connsiteY39" fmla="*/ 86885 h 101639"/>
                <a:gd name="connsiteX40" fmla="*/ 85246 w 91802"/>
                <a:gd name="connsiteY40" fmla="*/ 85246 h 101639"/>
                <a:gd name="connsiteX41" fmla="*/ 80328 w 91802"/>
                <a:gd name="connsiteY41" fmla="*/ 81967 h 101639"/>
                <a:gd name="connsiteX42" fmla="*/ 78688 w 91802"/>
                <a:gd name="connsiteY42" fmla="*/ 77049 h 101639"/>
                <a:gd name="connsiteX43" fmla="*/ 77049 w 91802"/>
                <a:gd name="connsiteY43" fmla="*/ 73770 h 101639"/>
                <a:gd name="connsiteX44" fmla="*/ 73770 w 91802"/>
                <a:gd name="connsiteY44" fmla="*/ 72131 h 101639"/>
                <a:gd name="connsiteX45" fmla="*/ 70491 w 91802"/>
                <a:gd name="connsiteY45" fmla="*/ 68852 h 101639"/>
                <a:gd name="connsiteX46" fmla="*/ 67212 w 91802"/>
                <a:gd name="connsiteY46" fmla="*/ 65573 h 101639"/>
                <a:gd name="connsiteX47" fmla="*/ 63935 w 91802"/>
                <a:gd name="connsiteY47" fmla="*/ 60656 h 101639"/>
                <a:gd name="connsiteX48" fmla="*/ 59016 w 91802"/>
                <a:gd name="connsiteY48" fmla="*/ 59016 h 101639"/>
                <a:gd name="connsiteX49" fmla="*/ 55738 w 91802"/>
                <a:gd name="connsiteY49" fmla="*/ 59016 h 101639"/>
                <a:gd name="connsiteX50" fmla="*/ 55738 w 91802"/>
                <a:gd name="connsiteY50" fmla="*/ 57377 h 101639"/>
                <a:gd name="connsiteX51" fmla="*/ 54098 w 91802"/>
                <a:gd name="connsiteY51" fmla="*/ 54098 h 101639"/>
                <a:gd name="connsiteX52" fmla="*/ 49180 w 91802"/>
                <a:gd name="connsiteY52" fmla="*/ 52459 h 101639"/>
                <a:gd name="connsiteX53" fmla="*/ 49180 w 91802"/>
                <a:gd name="connsiteY53" fmla="*/ 50820 h 101639"/>
                <a:gd name="connsiteX54" fmla="*/ 47541 w 91802"/>
                <a:gd name="connsiteY54" fmla="*/ 45901 h 101639"/>
                <a:gd name="connsiteX55" fmla="*/ 44262 w 91802"/>
                <a:gd name="connsiteY55" fmla="*/ 44262 h 101639"/>
                <a:gd name="connsiteX56" fmla="*/ 44262 w 91802"/>
                <a:gd name="connsiteY56" fmla="*/ 40983 h 101639"/>
                <a:gd name="connsiteX57" fmla="*/ 40983 w 91802"/>
                <a:gd name="connsiteY57" fmla="*/ 36066 h 101639"/>
                <a:gd name="connsiteX58" fmla="*/ 40983 w 91802"/>
                <a:gd name="connsiteY58" fmla="*/ 34426 h 101639"/>
                <a:gd name="connsiteX59" fmla="*/ 40983 w 91802"/>
                <a:gd name="connsiteY59" fmla="*/ 31147 h 101639"/>
                <a:gd name="connsiteX60" fmla="*/ 36066 w 91802"/>
                <a:gd name="connsiteY60" fmla="*/ 29508 h 101639"/>
                <a:gd name="connsiteX61" fmla="*/ 32787 w 91802"/>
                <a:gd name="connsiteY61" fmla="*/ 27869 h 101639"/>
                <a:gd name="connsiteX62" fmla="*/ 29508 w 91802"/>
                <a:gd name="connsiteY62" fmla="*/ 24590 h 101639"/>
                <a:gd name="connsiteX63" fmla="*/ 26229 w 91802"/>
                <a:gd name="connsiteY63" fmla="*/ 21311 h 101639"/>
                <a:gd name="connsiteX64" fmla="*/ 22951 w 91802"/>
                <a:gd name="connsiteY64" fmla="*/ 16393 h 101639"/>
                <a:gd name="connsiteX65" fmla="*/ 19672 w 91802"/>
                <a:gd name="connsiteY65" fmla="*/ 13114 h 101639"/>
                <a:gd name="connsiteX66" fmla="*/ 16393 w 91802"/>
                <a:gd name="connsiteY66" fmla="*/ 9836 h 101639"/>
                <a:gd name="connsiteX67" fmla="*/ 13114 w 91802"/>
                <a:gd name="connsiteY67" fmla="*/ 8197 h 101639"/>
                <a:gd name="connsiteX68" fmla="*/ 9836 w 91802"/>
                <a:gd name="connsiteY68" fmla="*/ 9836 h 101639"/>
                <a:gd name="connsiteX69" fmla="*/ 4918 w 91802"/>
                <a:gd name="connsiteY69" fmla="*/ 8197 h 101639"/>
                <a:gd name="connsiteX70" fmla="*/ 3279 w 91802"/>
                <a:gd name="connsiteY70" fmla="*/ 3279 h 101639"/>
                <a:gd name="connsiteX71" fmla="*/ 0 w 91802"/>
                <a:gd name="connsiteY71" fmla="*/ 0 h 101639"/>
                <a:gd name="connsiteX72" fmla="*/ 1639 w 91802"/>
                <a:gd name="connsiteY72" fmla="*/ 4918 h 101639"/>
                <a:gd name="connsiteX73" fmla="*/ 1639 w 91802"/>
                <a:gd name="connsiteY73" fmla="*/ 8197 h 101639"/>
                <a:gd name="connsiteX74" fmla="*/ 4918 w 91802"/>
                <a:gd name="connsiteY74" fmla="*/ 11476 h 101639"/>
                <a:gd name="connsiteX75" fmla="*/ 3279 w 91802"/>
                <a:gd name="connsiteY75" fmla="*/ 16393 h 101639"/>
                <a:gd name="connsiteX76" fmla="*/ 3279 w 91802"/>
                <a:gd name="connsiteY76" fmla="*/ 19672 h 101639"/>
                <a:gd name="connsiteX77" fmla="*/ 6558 w 91802"/>
                <a:gd name="connsiteY77" fmla="*/ 22951 h 10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91802" h="101639">
                  <a:moveTo>
                    <a:pt x="8197" y="26229"/>
                  </a:moveTo>
                  <a:lnTo>
                    <a:pt x="9836" y="29508"/>
                  </a:lnTo>
                  <a:lnTo>
                    <a:pt x="9836" y="32787"/>
                  </a:lnTo>
                  <a:lnTo>
                    <a:pt x="13114" y="36066"/>
                  </a:lnTo>
                  <a:lnTo>
                    <a:pt x="16393" y="39344"/>
                  </a:lnTo>
                  <a:lnTo>
                    <a:pt x="16393" y="40983"/>
                  </a:lnTo>
                  <a:lnTo>
                    <a:pt x="19672" y="44262"/>
                  </a:lnTo>
                  <a:lnTo>
                    <a:pt x="21311" y="44262"/>
                  </a:lnTo>
                  <a:lnTo>
                    <a:pt x="21311" y="49180"/>
                  </a:lnTo>
                  <a:lnTo>
                    <a:pt x="22951" y="52459"/>
                  </a:lnTo>
                  <a:lnTo>
                    <a:pt x="26229" y="55737"/>
                  </a:lnTo>
                  <a:lnTo>
                    <a:pt x="29508" y="57377"/>
                  </a:lnTo>
                  <a:lnTo>
                    <a:pt x="29508" y="62295"/>
                  </a:lnTo>
                  <a:lnTo>
                    <a:pt x="32787" y="65573"/>
                  </a:lnTo>
                  <a:lnTo>
                    <a:pt x="36066" y="67213"/>
                  </a:lnTo>
                  <a:lnTo>
                    <a:pt x="40983" y="67213"/>
                  </a:lnTo>
                  <a:lnTo>
                    <a:pt x="40983" y="68852"/>
                  </a:lnTo>
                  <a:lnTo>
                    <a:pt x="42622" y="72131"/>
                  </a:lnTo>
                  <a:lnTo>
                    <a:pt x="45901" y="73770"/>
                  </a:lnTo>
                  <a:lnTo>
                    <a:pt x="49180" y="75410"/>
                  </a:lnTo>
                  <a:lnTo>
                    <a:pt x="50819" y="78688"/>
                  </a:lnTo>
                  <a:lnTo>
                    <a:pt x="54098" y="81967"/>
                  </a:lnTo>
                  <a:lnTo>
                    <a:pt x="57377" y="81967"/>
                  </a:lnTo>
                  <a:lnTo>
                    <a:pt x="62295" y="83606"/>
                  </a:lnTo>
                  <a:lnTo>
                    <a:pt x="59016" y="86885"/>
                  </a:lnTo>
                  <a:lnTo>
                    <a:pt x="62295" y="91803"/>
                  </a:lnTo>
                  <a:lnTo>
                    <a:pt x="65573" y="95081"/>
                  </a:lnTo>
                  <a:lnTo>
                    <a:pt x="70491" y="93442"/>
                  </a:lnTo>
                  <a:lnTo>
                    <a:pt x="68852" y="95081"/>
                  </a:lnTo>
                  <a:lnTo>
                    <a:pt x="68852" y="98360"/>
                  </a:lnTo>
                  <a:lnTo>
                    <a:pt x="72131" y="95081"/>
                  </a:lnTo>
                  <a:lnTo>
                    <a:pt x="77049" y="96721"/>
                  </a:lnTo>
                  <a:lnTo>
                    <a:pt x="80328" y="101639"/>
                  </a:lnTo>
                  <a:lnTo>
                    <a:pt x="80328" y="101639"/>
                  </a:lnTo>
                  <a:lnTo>
                    <a:pt x="85246" y="100000"/>
                  </a:lnTo>
                  <a:lnTo>
                    <a:pt x="88525" y="101639"/>
                  </a:lnTo>
                  <a:lnTo>
                    <a:pt x="91802" y="98360"/>
                  </a:lnTo>
                  <a:lnTo>
                    <a:pt x="91802" y="93442"/>
                  </a:lnTo>
                  <a:lnTo>
                    <a:pt x="90164" y="90164"/>
                  </a:lnTo>
                  <a:lnTo>
                    <a:pt x="88525" y="86885"/>
                  </a:lnTo>
                  <a:lnTo>
                    <a:pt x="85246" y="85246"/>
                  </a:lnTo>
                  <a:lnTo>
                    <a:pt x="80328" y="81967"/>
                  </a:lnTo>
                  <a:lnTo>
                    <a:pt x="78688" y="77049"/>
                  </a:lnTo>
                  <a:lnTo>
                    <a:pt x="77049" y="73770"/>
                  </a:lnTo>
                  <a:lnTo>
                    <a:pt x="73770" y="72131"/>
                  </a:lnTo>
                  <a:lnTo>
                    <a:pt x="70491" y="68852"/>
                  </a:lnTo>
                  <a:lnTo>
                    <a:pt x="67212" y="65573"/>
                  </a:lnTo>
                  <a:lnTo>
                    <a:pt x="63935" y="60656"/>
                  </a:lnTo>
                  <a:lnTo>
                    <a:pt x="59016" y="59016"/>
                  </a:lnTo>
                  <a:lnTo>
                    <a:pt x="55738" y="59016"/>
                  </a:lnTo>
                  <a:lnTo>
                    <a:pt x="55738" y="57377"/>
                  </a:lnTo>
                  <a:lnTo>
                    <a:pt x="54098" y="54098"/>
                  </a:lnTo>
                  <a:lnTo>
                    <a:pt x="49180" y="52459"/>
                  </a:lnTo>
                  <a:lnTo>
                    <a:pt x="49180" y="50820"/>
                  </a:lnTo>
                  <a:lnTo>
                    <a:pt x="47541" y="45901"/>
                  </a:lnTo>
                  <a:lnTo>
                    <a:pt x="44262" y="44262"/>
                  </a:lnTo>
                  <a:lnTo>
                    <a:pt x="44262" y="40983"/>
                  </a:lnTo>
                  <a:lnTo>
                    <a:pt x="40983" y="36066"/>
                  </a:lnTo>
                  <a:lnTo>
                    <a:pt x="40983" y="34426"/>
                  </a:lnTo>
                  <a:lnTo>
                    <a:pt x="40983" y="31147"/>
                  </a:lnTo>
                  <a:lnTo>
                    <a:pt x="36066" y="29508"/>
                  </a:lnTo>
                  <a:lnTo>
                    <a:pt x="32787" y="27869"/>
                  </a:lnTo>
                  <a:lnTo>
                    <a:pt x="29508" y="24590"/>
                  </a:lnTo>
                  <a:lnTo>
                    <a:pt x="26229" y="21311"/>
                  </a:lnTo>
                  <a:lnTo>
                    <a:pt x="22951" y="16393"/>
                  </a:lnTo>
                  <a:lnTo>
                    <a:pt x="19672" y="13114"/>
                  </a:lnTo>
                  <a:lnTo>
                    <a:pt x="16393" y="9836"/>
                  </a:lnTo>
                  <a:lnTo>
                    <a:pt x="13114" y="8197"/>
                  </a:lnTo>
                  <a:lnTo>
                    <a:pt x="9836" y="9836"/>
                  </a:lnTo>
                  <a:lnTo>
                    <a:pt x="4918" y="8197"/>
                  </a:lnTo>
                  <a:lnTo>
                    <a:pt x="3279" y="3279"/>
                  </a:lnTo>
                  <a:lnTo>
                    <a:pt x="0" y="0"/>
                  </a:lnTo>
                  <a:lnTo>
                    <a:pt x="1639" y="4918"/>
                  </a:lnTo>
                  <a:lnTo>
                    <a:pt x="1639" y="8197"/>
                  </a:lnTo>
                  <a:lnTo>
                    <a:pt x="4918" y="11476"/>
                  </a:lnTo>
                  <a:lnTo>
                    <a:pt x="3279" y="16393"/>
                  </a:lnTo>
                  <a:lnTo>
                    <a:pt x="3279" y="19672"/>
                  </a:lnTo>
                  <a:lnTo>
                    <a:pt x="6558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0" name="Freeform 2489">
              <a:extLst>
                <a:ext uri="{FF2B5EF4-FFF2-40B4-BE49-F238E27FC236}">
                  <a16:creationId xmlns:a16="http://schemas.microsoft.com/office/drawing/2014/main" id="{22BF113A-6AE6-9843-AD33-6AA20309E378}"/>
                </a:ext>
              </a:extLst>
            </p:cNvPr>
            <p:cNvSpPr/>
            <p:nvPr/>
          </p:nvSpPr>
          <p:spPr>
            <a:xfrm>
              <a:off x="11676302" y="5024729"/>
              <a:ext cx="6556" cy="11475"/>
            </a:xfrm>
            <a:custGeom>
              <a:avLst/>
              <a:gdLst>
                <a:gd name="connsiteX0" fmla="*/ 0 w 6556"/>
                <a:gd name="connsiteY0" fmla="*/ 11476 h 11475"/>
                <a:gd name="connsiteX1" fmla="*/ 1639 w 6556"/>
                <a:gd name="connsiteY1" fmla="*/ 11476 h 11475"/>
                <a:gd name="connsiteX2" fmla="*/ 4918 w 6556"/>
                <a:gd name="connsiteY2" fmla="*/ 8197 h 11475"/>
                <a:gd name="connsiteX3" fmla="*/ 4918 w 6556"/>
                <a:gd name="connsiteY3" fmla="*/ 3279 h 11475"/>
                <a:gd name="connsiteX4" fmla="*/ 6557 w 6556"/>
                <a:gd name="connsiteY4" fmla="*/ 0 h 11475"/>
                <a:gd name="connsiteX5" fmla="*/ 4918 w 6556"/>
                <a:gd name="connsiteY5" fmla="*/ 3279 h 11475"/>
                <a:gd name="connsiteX6" fmla="*/ 3278 w 6556"/>
                <a:gd name="connsiteY6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56" h="11475">
                  <a:moveTo>
                    <a:pt x="0" y="11476"/>
                  </a:moveTo>
                  <a:lnTo>
                    <a:pt x="1639" y="11476"/>
                  </a:lnTo>
                  <a:lnTo>
                    <a:pt x="4918" y="8197"/>
                  </a:lnTo>
                  <a:lnTo>
                    <a:pt x="4918" y="3279"/>
                  </a:lnTo>
                  <a:lnTo>
                    <a:pt x="6557" y="0"/>
                  </a:lnTo>
                  <a:lnTo>
                    <a:pt x="4918" y="3279"/>
                  </a:lnTo>
                  <a:lnTo>
                    <a:pt x="3278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1" name="Freeform 2490">
              <a:extLst>
                <a:ext uri="{FF2B5EF4-FFF2-40B4-BE49-F238E27FC236}">
                  <a16:creationId xmlns:a16="http://schemas.microsoft.com/office/drawing/2014/main" id="{6C4838F8-EC5B-3042-954A-A714A9760631}"/>
                </a:ext>
              </a:extLst>
            </p:cNvPr>
            <p:cNvSpPr/>
            <p:nvPr/>
          </p:nvSpPr>
          <p:spPr>
            <a:xfrm>
              <a:off x="11689417" y="5118171"/>
              <a:ext cx="6556" cy="4917"/>
            </a:xfrm>
            <a:custGeom>
              <a:avLst/>
              <a:gdLst>
                <a:gd name="connsiteX0" fmla="*/ 3279 w 6556"/>
                <a:gd name="connsiteY0" fmla="*/ 4918 h 4917"/>
                <a:gd name="connsiteX1" fmla="*/ 6557 w 6556"/>
                <a:gd name="connsiteY1" fmla="*/ 1639 h 4917"/>
                <a:gd name="connsiteX2" fmla="*/ 1639 w 6556"/>
                <a:gd name="connsiteY2" fmla="*/ 0 h 4917"/>
                <a:gd name="connsiteX3" fmla="*/ 0 w 6556"/>
                <a:gd name="connsiteY3" fmla="*/ 327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6" h="4917">
                  <a:moveTo>
                    <a:pt x="3279" y="4918"/>
                  </a:moveTo>
                  <a:lnTo>
                    <a:pt x="6557" y="1639"/>
                  </a:lnTo>
                  <a:lnTo>
                    <a:pt x="1639" y="0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2" name="Freeform 2491">
              <a:extLst>
                <a:ext uri="{FF2B5EF4-FFF2-40B4-BE49-F238E27FC236}">
                  <a16:creationId xmlns:a16="http://schemas.microsoft.com/office/drawing/2014/main" id="{327FEB07-66CD-6F42-A271-CE2D79C73D59}"/>
                </a:ext>
              </a:extLst>
            </p:cNvPr>
            <p:cNvSpPr/>
            <p:nvPr/>
          </p:nvSpPr>
          <p:spPr>
            <a:xfrm>
              <a:off x="11695973" y="5036204"/>
              <a:ext cx="11475" cy="21311"/>
            </a:xfrm>
            <a:custGeom>
              <a:avLst/>
              <a:gdLst>
                <a:gd name="connsiteX0" fmla="*/ 8197 w 11475"/>
                <a:gd name="connsiteY0" fmla="*/ 21311 h 21311"/>
                <a:gd name="connsiteX1" fmla="*/ 11476 w 11475"/>
                <a:gd name="connsiteY1" fmla="*/ 16393 h 21311"/>
                <a:gd name="connsiteX2" fmla="*/ 11476 w 11475"/>
                <a:gd name="connsiteY2" fmla="*/ 13114 h 21311"/>
                <a:gd name="connsiteX3" fmla="*/ 9837 w 11475"/>
                <a:gd name="connsiteY3" fmla="*/ 9836 h 21311"/>
                <a:gd name="connsiteX4" fmla="*/ 9837 w 11475"/>
                <a:gd name="connsiteY4" fmla="*/ 6557 h 21311"/>
                <a:gd name="connsiteX5" fmla="*/ 9837 w 11475"/>
                <a:gd name="connsiteY5" fmla="*/ 1639 h 21311"/>
                <a:gd name="connsiteX6" fmla="*/ 6558 w 11475"/>
                <a:gd name="connsiteY6" fmla="*/ 0 h 21311"/>
                <a:gd name="connsiteX7" fmla="*/ 3279 w 11475"/>
                <a:gd name="connsiteY7" fmla="*/ 0 h 21311"/>
                <a:gd name="connsiteX8" fmla="*/ 4919 w 11475"/>
                <a:gd name="connsiteY8" fmla="*/ 3278 h 21311"/>
                <a:gd name="connsiteX9" fmla="*/ 3279 w 11475"/>
                <a:gd name="connsiteY9" fmla="*/ 6557 h 21311"/>
                <a:gd name="connsiteX10" fmla="*/ 0 w 11475"/>
                <a:gd name="connsiteY10" fmla="*/ 9836 h 21311"/>
                <a:gd name="connsiteX11" fmla="*/ 0 w 11475"/>
                <a:gd name="connsiteY11" fmla="*/ 13114 h 21311"/>
                <a:gd name="connsiteX12" fmla="*/ 3279 w 11475"/>
                <a:gd name="connsiteY12" fmla="*/ 16393 h 21311"/>
                <a:gd name="connsiteX13" fmla="*/ 6558 w 11475"/>
                <a:gd name="connsiteY13" fmla="*/ 18032 h 2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475" h="21311">
                  <a:moveTo>
                    <a:pt x="8197" y="21311"/>
                  </a:moveTo>
                  <a:lnTo>
                    <a:pt x="11476" y="16393"/>
                  </a:lnTo>
                  <a:lnTo>
                    <a:pt x="11476" y="13114"/>
                  </a:lnTo>
                  <a:lnTo>
                    <a:pt x="9837" y="9836"/>
                  </a:lnTo>
                  <a:lnTo>
                    <a:pt x="9837" y="6557"/>
                  </a:lnTo>
                  <a:lnTo>
                    <a:pt x="9837" y="1639"/>
                  </a:lnTo>
                  <a:lnTo>
                    <a:pt x="6558" y="0"/>
                  </a:lnTo>
                  <a:lnTo>
                    <a:pt x="3279" y="0"/>
                  </a:lnTo>
                  <a:lnTo>
                    <a:pt x="4919" y="3278"/>
                  </a:lnTo>
                  <a:lnTo>
                    <a:pt x="3279" y="6557"/>
                  </a:lnTo>
                  <a:lnTo>
                    <a:pt x="0" y="9836"/>
                  </a:lnTo>
                  <a:lnTo>
                    <a:pt x="0" y="13114"/>
                  </a:lnTo>
                  <a:lnTo>
                    <a:pt x="3279" y="16393"/>
                  </a:lnTo>
                  <a:lnTo>
                    <a:pt x="6558" y="1803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3" name="Freeform 2492">
              <a:extLst>
                <a:ext uri="{FF2B5EF4-FFF2-40B4-BE49-F238E27FC236}">
                  <a16:creationId xmlns:a16="http://schemas.microsoft.com/office/drawing/2014/main" id="{FF22FFF9-E32E-9341-A202-A8CF9EB708F7}"/>
                </a:ext>
              </a:extLst>
            </p:cNvPr>
            <p:cNvSpPr/>
            <p:nvPr/>
          </p:nvSpPr>
          <p:spPr>
            <a:xfrm>
              <a:off x="11718925" y="5065712"/>
              <a:ext cx="11475" cy="11475"/>
            </a:xfrm>
            <a:custGeom>
              <a:avLst/>
              <a:gdLst>
                <a:gd name="connsiteX0" fmla="*/ 3279 w 11475"/>
                <a:gd name="connsiteY0" fmla="*/ 11476 h 11475"/>
                <a:gd name="connsiteX1" fmla="*/ 8197 w 11475"/>
                <a:gd name="connsiteY1" fmla="*/ 11476 h 11475"/>
                <a:gd name="connsiteX2" fmla="*/ 9836 w 11475"/>
                <a:gd name="connsiteY2" fmla="*/ 8197 h 11475"/>
                <a:gd name="connsiteX3" fmla="*/ 11476 w 11475"/>
                <a:gd name="connsiteY3" fmla="*/ 3279 h 11475"/>
                <a:gd name="connsiteX4" fmla="*/ 8197 w 11475"/>
                <a:gd name="connsiteY4" fmla="*/ 3279 h 11475"/>
                <a:gd name="connsiteX5" fmla="*/ 6558 w 11475"/>
                <a:gd name="connsiteY5" fmla="*/ 0 h 11475"/>
                <a:gd name="connsiteX6" fmla="*/ 1639 w 11475"/>
                <a:gd name="connsiteY6" fmla="*/ 0 h 11475"/>
                <a:gd name="connsiteX7" fmla="*/ 0 w 11475"/>
                <a:gd name="connsiteY7" fmla="*/ 4918 h 11475"/>
                <a:gd name="connsiteX8" fmla="*/ 1639 w 11475"/>
                <a:gd name="connsiteY8" fmla="*/ 8197 h 11475"/>
                <a:gd name="connsiteX9" fmla="*/ 3279 w 11475"/>
                <a:gd name="connsiteY9" fmla="*/ 1147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5" h="11475">
                  <a:moveTo>
                    <a:pt x="3279" y="11476"/>
                  </a:moveTo>
                  <a:lnTo>
                    <a:pt x="8197" y="11476"/>
                  </a:lnTo>
                  <a:lnTo>
                    <a:pt x="9836" y="8197"/>
                  </a:lnTo>
                  <a:lnTo>
                    <a:pt x="11476" y="3279"/>
                  </a:lnTo>
                  <a:lnTo>
                    <a:pt x="8197" y="3279"/>
                  </a:lnTo>
                  <a:lnTo>
                    <a:pt x="6558" y="0"/>
                  </a:lnTo>
                  <a:lnTo>
                    <a:pt x="1639" y="0"/>
                  </a:lnTo>
                  <a:lnTo>
                    <a:pt x="0" y="4918"/>
                  </a:lnTo>
                  <a:lnTo>
                    <a:pt x="1639" y="8197"/>
                  </a:lnTo>
                  <a:lnTo>
                    <a:pt x="3279" y="1147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4" name="Freeform 2493">
              <a:extLst>
                <a:ext uri="{FF2B5EF4-FFF2-40B4-BE49-F238E27FC236}">
                  <a16:creationId xmlns:a16="http://schemas.microsoft.com/office/drawing/2014/main" id="{25FF06A5-25A7-F740-B5EA-C69BA6B41D67}"/>
                </a:ext>
              </a:extLst>
            </p:cNvPr>
            <p:cNvSpPr/>
            <p:nvPr/>
          </p:nvSpPr>
          <p:spPr>
            <a:xfrm>
              <a:off x="6997635" y="3283753"/>
              <a:ext cx="399998" cy="281965"/>
            </a:xfrm>
            <a:custGeom>
              <a:avLst/>
              <a:gdLst>
                <a:gd name="connsiteX0" fmla="*/ 399998 w 399998"/>
                <a:gd name="connsiteY0" fmla="*/ 101639 h 281965"/>
                <a:gd name="connsiteX1" fmla="*/ 396720 w 399998"/>
                <a:gd name="connsiteY1" fmla="*/ 101639 h 281965"/>
                <a:gd name="connsiteX2" fmla="*/ 383605 w 399998"/>
                <a:gd name="connsiteY2" fmla="*/ 75409 h 281965"/>
                <a:gd name="connsiteX3" fmla="*/ 380326 w 399998"/>
                <a:gd name="connsiteY3" fmla="*/ 75409 h 281965"/>
                <a:gd name="connsiteX4" fmla="*/ 380326 w 399998"/>
                <a:gd name="connsiteY4" fmla="*/ 75409 h 281965"/>
                <a:gd name="connsiteX5" fmla="*/ 381965 w 399998"/>
                <a:gd name="connsiteY5" fmla="*/ 72131 h 281965"/>
                <a:gd name="connsiteX6" fmla="*/ 349179 w 399998"/>
                <a:gd name="connsiteY6" fmla="*/ 0 h 281965"/>
                <a:gd name="connsiteX7" fmla="*/ 349179 w 399998"/>
                <a:gd name="connsiteY7" fmla="*/ 0 h 281965"/>
                <a:gd name="connsiteX8" fmla="*/ 301638 w 399998"/>
                <a:gd name="connsiteY8" fmla="*/ 6557 h 281965"/>
                <a:gd name="connsiteX9" fmla="*/ 239343 w 399998"/>
                <a:gd name="connsiteY9" fmla="*/ 14754 h 281965"/>
                <a:gd name="connsiteX10" fmla="*/ 204917 w 399998"/>
                <a:gd name="connsiteY10" fmla="*/ 34426 h 281965"/>
                <a:gd name="connsiteX11" fmla="*/ 185245 w 399998"/>
                <a:gd name="connsiteY11" fmla="*/ 65573 h 281965"/>
                <a:gd name="connsiteX12" fmla="*/ 180327 w 399998"/>
                <a:gd name="connsiteY12" fmla="*/ 80327 h 281965"/>
                <a:gd name="connsiteX13" fmla="*/ 170491 w 399998"/>
                <a:gd name="connsiteY13" fmla="*/ 88524 h 281965"/>
                <a:gd name="connsiteX14" fmla="*/ 162294 w 399998"/>
                <a:gd name="connsiteY14" fmla="*/ 88524 h 281965"/>
                <a:gd name="connsiteX15" fmla="*/ 152458 w 399998"/>
                <a:gd name="connsiteY15" fmla="*/ 73770 h 281965"/>
                <a:gd name="connsiteX16" fmla="*/ 137704 w 399998"/>
                <a:gd name="connsiteY16" fmla="*/ 75409 h 281965"/>
                <a:gd name="connsiteX17" fmla="*/ 127868 w 399998"/>
                <a:gd name="connsiteY17" fmla="*/ 75409 h 281965"/>
                <a:gd name="connsiteX18" fmla="*/ 101639 w 399998"/>
                <a:gd name="connsiteY18" fmla="*/ 72131 h 281965"/>
                <a:gd name="connsiteX19" fmla="*/ 93442 w 399998"/>
                <a:gd name="connsiteY19" fmla="*/ 67213 h 281965"/>
                <a:gd name="connsiteX20" fmla="*/ 72131 w 399998"/>
                <a:gd name="connsiteY20" fmla="*/ 67213 h 281965"/>
                <a:gd name="connsiteX21" fmla="*/ 70491 w 399998"/>
                <a:gd name="connsiteY21" fmla="*/ 68852 h 281965"/>
                <a:gd name="connsiteX22" fmla="*/ 65573 w 399998"/>
                <a:gd name="connsiteY22" fmla="*/ 67213 h 281965"/>
                <a:gd name="connsiteX23" fmla="*/ 57377 w 399998"/>
                <a:gd name="connsiteY23" fmla="*/ 70492 h 281965"/>
                <a:gd name="connsiteX24" fmla="*/ 52459 w 399998"/>
                <a:gd name="connsiteY24" fmla="*/ 72131 h 281965"/>
                <a:gd name="connsiteX25" fmla="*/ 49180 w 399998"/>
                <a:gd name="connsiteY25" fmla="*/ 72131 h 281965"/>
                <a:gd name="connsiteX26" fmla="*/ 45901 w 399998"/>
                <a:gd name="connsiteY26" fmla="*/ 72131 h 281965"/>
                <a:gd name="connsiteX27" fmla="*/ 40983 w 399998"/>
                <a:gd name="connsiteY27" fmla="*/ 72131 h 281965"/>
                <a:gd name="connsiteX28" fmla="*/ 37705 w 399998"/>
                <a:gd name="connsiteY28" fmla="*/ 70492 h 281965"/>
                <a:gd name="connsiteX29" fmla="*/ 34426 w 399998"/>
                <a:gd name="connsiteY29" fmla="*/ 67213 h 281965"/>
                <a:gd name="connsiteX30" fmla="*/ 31147 w 399998"/>
                <a:gd name="connsiteY30" fmla="*/ 65573 h 281965"/>
                <a:gd name="connsiteX31" fmla="*/ 27869 w 399998"/>
                <a:gd name="connsiteY31" fmla="*/ 65573 h 281965"/>
                <a:gd name="connsiteX32" fmla="*/ 22951 w 399998"/>
                <a:gd name="connsiteY32" fmla="*/ 67213 h 281965"/>
                <a:gd name="connsiteX33" fmla="*/ 22951 w 399998"/>
                <a:gd name="connsiteY33" fmla="*/ 67213 h 281965"/>
                <a:gd name="connsiteX34" fmla="*/ 19672 w 399998"/>
                <a:gd name="connsiteY34" fmla="*/ 70492 h 281965"/>
                <a:gd name="connsiteX35" fmla="*/ 19672 w 399998"/>
                <a:gd name="connsiteY35" fmla="*/ 73770 h 281965"/>
                <a:gd name="connsiteX36" fmla="*/ 18033 w 399998"/>
                <a:gd name="connsiteY36" fmla="*/ 78688 h 281965"/>
                <a:gd name="connsiteX37" fmla="*/ 16393 w 399998"/>
                <a:gd name="connsiteY37" fmla="*/ 81967 h 281965"/>
                <a:gd name="connsiteX38" fmla="*/ 16393 w 399998"/>
                <a:gd name="connsiteY38" fmla="*/ 85245 h 281965"/>
                <a:gd name="connsiteX39" fmla="*/ 16393 w 399998"/>
                <a:gd name="connsiteY39" fmla="*/ 90164 h 281965"/>
                <a:gd name="connsiteX40" fmla="*/ 16393 w 399998"/>
                <a:gd name="connsiteY40" fmla="*/ 93442 h 281965"/>
                <a:gd name="connsiteX41" fmla="*/ 19672 w 399998"/>
                <a:gd name="connsiteY41" fmla="*/ 96721 h 281965"/>
                <a:gd name="connsiteX42" fmla="*/ 19672 w 399998"/>
                <a:gd name="connsiteY42" fmla="*/ 101639 h 281965"/>
                <a:gd name="connsiteX43" fmla="*/ 16393 w 399998"/>
                <a:gd name="connsiteY43" fmla="*/ 101639 h 281965"/>
                <a:gd name="connsiteX44" fmla="*/ 14754 w 399998"/>
                <a:gd name="connsiteY44" fmla="*/ 106557 h 281965"/>
                <a:gd name="connsiteX45" fmla="*/ 14754 w 399998"/>
                <a:gd name="connsiteY45" fmla="*/ 108196 h 281965"/>
                <a:gd name="connsiteX46" fmla="*/ 11476 w 399998"/>
                <a:gd name="connsiteY46" fmla="*/ 109836 h 281965"/>
                <a:gd name="connsiteX47" fmla="*/ 9836 w 399998"/>
                <a:gd name="connsiteY47" fmla="*/ 113114 h 281965"/>
                <a:gd name="connsiteX48" fmla="*/ 4918 w 399998"/>
                <a:gd name="connsiteY48" fmla="*/ 114754 h 281965"/>
                <a:gd name="connsiteX49" fmla="*/ 4918 w 399998"/>
                <a:gd name="connsiteY49" fmla="*/ 114754 h 281965"/>
                <a:gd name="connsiteX50" fmla="*/ 4918 w 399998"/>
                <a:gd name="connsiteY50" fmla="*/ 119672 h 281965"/>
                <a:gd name="connsiteX51" fmla="*/ 6557 w 399998"/>
                <a:gd name="connsiteY51" fmla="*/ 122950 h 281965"/>
                <a:gd name="connsiteX52" fmla="*/ 6557 w 399998"/>
                <a:gd name="connsiteY52" fmla="*/ 126229 h 281965"/>
                <a:gd name="connsiteX53" fmla="*/ 6557 w 399998"/>
                <a:gd name="connsiteY53" fmla="*/ 131147 h 281965"/>
                <a:gd name="connsiteX54" fmla="*/ 6557 w 399998"/>
                <a:gd name="connsiteY54" fmla="*/ 134426 h 281965"/>
                <a:gd name="connsiteX55" fmla="*/ 6557 w 399998"/>
                <a:gd name="connsiteY55" fmla="*/ 137704 h 281965"/>
                <a:gd name="connsiteX56" fmla="*/ 3279 w 399998"/>
                <a:gd name="connsiteY56" fmla="*/ 142622 h 281965"/>
                <a:gd name="connsiteX57" fmla="*/ 3279 w 399998"/>
                <a:gd name="connsiteY57" fmla="*/ 145901 h 281965"/>
                <a:gd name="connsiteX58" fmla="*/ 3279 w 399998"/>
                <a:gd name="connsiteY58" fmla="*/ 149179 h 281965"/>
                <a:gd name="connsiteX59" fmla="*/ 4918 w 399998"/>
                <a:gd name="connsiteY59" fmla="*/ 154098 h 281965"/>
                <a:gd name="connsiteX60" fmla="*/ 4918 w 399998"/>
                <a:gd name="connsiteY60" fmla="*/ 157376 h 281965"/>
                <a:gd name="connsiteX61" fmla="*/ 6557 w 399998"/>
                <a:gd name="connsiteY61" fmla="*/ 160655 h 281965"/>
                <a:gd name="connsiteX62" fmla="*/ 6557 w 399998"/>
                <a:gd name="connsiteY62" fmla="*/ 165573 h 281965"/>
                <a:gd name="connsiteX63" fmla="*/ 3279 w 399998"/>
                <a:gd name="connsiteY63" fmla="*/ 162294 h 281965"/>
                <a:gd name="connsiteX64" fmla="*/ 0 w 399998"/>
                <a:gd name="connsiteY64" fmla="*/ 165573 h 281965"/>
                <a:gd name="connsiteX65" fmla="*/ 0 w 399998"/>
                <a:gd name="connsiteY65" fmla="*/ 167212 h 281965"/>
                <a:gd name="connsiteX66" fmla="*/ 4918 w 399998"/>
                <a:gd name="connsiteY66" fmla="*/ 167212 h 281965"/>
                <a:gd name="connsiteX67" fmla="*/ 8197 w 399998"/>
                <a:gd name="connsiteY67" fmla="*/ 168852 h 281965"/>
                <a:gd name="connsiteX68" fmla="*/ 9836 w 399998"/>
                <a:gd name="connsiteY68" fmla="*/ 173770 h 281965"/>
                <a:gd name="connsiteX69" fmla="*/ 11476 w 399998"/>
                <a:gd name="connsiteY69" fmla="*/ 177048 h 281965"/>
                <a:gd name="connsiteX70" fmla="*/ 13114 w 399998"/>
                <a:gd name="connsiteY70" fmla="*/ 180327 h 281965"/>
                <a:gd name="connsiteX71" fmla="*/ 13114 w 399998"/>
                <a:gd name="connsiteY71" fmla="*/ 183606 h 281965"/>
                <a:gd name="connsiteX72" fmla="*/ 13114 w 399998"/>
                <a:gd name="connsiteY72" fmla="*/ 186884 h 281965"/>
                <a:gd name="connsiteX73" fmla="*/ 14754 w 399998"/>
                <a:gd name="connsiteY73" fmla="*/ 191802 h 281965"/>
                <a:gd name="connsiteX74" fmla="*/ 16393 w 399998"/>
                <a:gd name="connsiteY74" fmla="*/ 195081 h 281965"/>
                <a:gd name="connsiteX75" fmla="*/ 16393 w 399998"/>
                <a:gd name="connsiteY75" fmla="*/ 198360 h 281965"/>
                <a:gd name="connsiteX76" fmla="*/ 16393 w 399998"/>
                <a:gd name="connsiteY76" fmla="*/ 203278 h 281965"/>
                <a:gd name="connsiteX77" fmla="*/ 18033 w 399998"/>
                <a:gd name="connsiteY77" fmla="*/ 206556 h 281965"/>
                <a:gd name="connsiteX78" fmla="*/ 19672 w 399998"/>
                <a:gd name="connsiteY78" fmla="*/ 209835 h 281965"/>
                <a:gd name="connsiteX79" fmla="*/ 19672 w 399998"/>
                <a:gd name="connsiteY79" fmla="*/ 214753 h 281965"/>
                <a:gd name="connsiteX80" fmla="*/ 19672 w 399998"/>
                <a:gd name="connsiteY80" fmla="*/ 218032 h 281965"/>
                <a:gd name="connsiteX81" fmla="*/ 19672 w 399998"/>
                <a:gd name="connsiteY81" fmla="*/ 221310 h 281965"/>
                <a:gd name="connsiteX82" fmla="*/ 24590 w 399998"/>
                <a:gd name="connsiteY82" fmla="*/ 224589 h 281965"/>
                <a:gd name="connsiteX83" fmla="*/ 26229 w 399998"/>
                <a:gd name="connsiteY83" fmla="*/ 227868 h 281965"/>
                <a:gd name="connsiteX84" fmla="*/ 27869 w 399998"/>
                <a:gd name="connsiteY84" fmla="*/ 232786 h 281965"/>
                <a:gd name="connsiteX85" fmla="*/ 27869 w 399998"/>
                <a:gd name="connsiteY85" fmla="*/ 236064 h 281965"/>
                <a:gd name="connsiteX86" fmla="*/ 27869 w 399998"/>
                <a:gd name="connsiteY86" fmla="*/ 239343 h 281965"/>
                <a:gd name="connsiteX87" fmla="*/ 26229 w 399998"/>
                <a:gd name="connsiteY87" fmla="*/ 244261 h 281965"/>
                <a:gd name="connsiteX88" fmla="*/ 26229 w 399998"/>
                <a:gd name="connsiteY88" fmla="*/ 247540 h 281965"/>
                <a:gd name="connsiteX89" fmla="*/ 26229 w 399998"/>
                <a:gd name="connsiteY89" fmla="*/ 252458 h 281965"/>
                <a:gd name="connsiteX90" fmla="*/ 26229 w 399998"/>
                <a:gd name="connsiteY90" fmla="*/ 252458 h 281965"/>
                <a:gd name="connsiteX91" fmla="*/ 27869 w 399998"/>
                <a:gd name="connsiteY91" fmla="*/ 255736 h 281965"/>
                <a:gd name="connsiteX92" fmla="*/ 29508 w 399998"/>
                <a:gd name="connsiteY92" fmla="*/ 260654 h 281965"/>
                <a:gd name="connsiteX93" fmla="*/ 32787 w 399998"/>
                <a:gd name="connsiteY93" fmla="*/ 263933 h 281965"/>
                <a:gd name="connsiteX94" fmla="*/ 32787 w 399998"/>
                <a:gd name="connsiteY94" fmla="*/ 267212 h 281965"/>
                <a:gd name="connsiteX95" fmla="*/ 36066 w 399998"/>
                <a:gd name="connsiteY95" fmla="*/ 270491 h 281965"/>
                <a:gd name="connsiteX96" fmla="*/ 36066 w 399998"/>
                <a:gd name="connsiteY96" fmla="*/ 273769 h 281965"/>
                <a:gd name="connsiteX97" fmla="*/ 36066 w 399998"/>
                <a:gd name="connsiteY97" fmla="*/ 278687 h 281965"/>
                <a:gd name="connsiteX98" fmla="*/ 39344 w 399998"/>
                <a:gd name="connsiteY98" fmla="*/ 278687 h 281965"/>
                <a:gd name="connsiteX99" fmla="*/ 42623 w 399998"/>
                <a:gd name="connsiteY99" fmla="*/ 275409 h 281965"/>
                <a:gd name="connsiteX100" fmla="*/ 45901 w 399998"/>
                <a:gd name="connsiteY100" fmla="*/ 277048 h 281965"/>
                <a:gd name="connsiteX101" fmla="*/ 49180 w 399998"/>
                <a:gd name="connsiteY101" fmla="*/ 278687 h 281965"/>
                <a:gd name="connsiteX102" fmla="*/ 52459 w 399998"/>
                <a:gd name="connsiteY102" fmla="*/ 280326 h 281965"/>
                <a:gd name="connsiteX103" fmla="*/ 57377 w 399998"/>
                <a:gd name="connsiteY103" fmla="*/ 281966 h 281965"/>
                <a:gd name="connsiteX104" fmla="*/ 60656 w 399998"/>
                <a:gd name="connsiteY104" fmla="*/ 280326 h 281965"/>
                <a:gd name="connsiteX105" fmla="*/ 63934 w 399998"/>
                <a:gd name="connsiteY105" fmla="*/ 280326 h 281965"/>
                <a:gd name="connsiteX106" fmla="*/ 67213 w 399998"/>
                <a:gd name="connsiteY106" fmla="*/ 280326 h 281965"/>
                <a:gd name="connsiteX107" fmla="*/ 72131 w 399998"/>
                <a:gd name="connsiteY107" fmla="*/ 278687 h 281965"/>
                <a:gd name="connsiteX108" fmla="*/ 75410 w 399998"/>
                <a:gd name="connsiteY108" fmla="*/ 275409 h 281965"/>
                <a:gd name="connsiteX109" fmla="*/ 78688 w 399998"/>
                <a:gd name="connsiteY109" fmla="*/ 272130 h 281965"/>
                <a:gd name="connsiteX110" fmla="*/ 83606 w 399998"/>
                <a:gd name="connsiteY110" fmla="*/ 273769 h 281965"/>
                <a:gd name="connsiteX111" fmla="*/ 86885 w 399998"/>
                <a:gd name="connsiteY111" fmla="*/ 273769 h 281965"/>
                <a:gd name="connsiteX112" fmla="*/ 90164 w 399998"/>
                <a:gd name="connsiteY112" fmla="*/ 277048 h 281965"/>
                <a:gd name="connsiteX113" fmla="*/ 90164 w 399998"/>
                <a:gd name="connsiteY113" fmla="*/ 273769 h 281965"/>
                <a:gd name="connsiteX114" fmla="*/ 90164 w 399998"/>
                <a:gd name="connsiteY114" fmla="*/ 273769 h 281965"/>
                <a:gd name="connsiteX115" fmla="*/ 95081 w 399998"/>
                <a:gd name="connsiteY115" fmla="*/ 272130 h 281965"/>
                <a:gd name="connsiteX116" fmla="*/ 95081 w 399998"/>
                <a:gd name="connsiteY116" fmla="*/ 273769 h 281965"/>
                <a:gd name="connsiteX117" fmla="*/ 95081 w 399998"/>
                <a:gd name="connsiteY117" fmla="*/ 273769 h 281965"/>
                <a:gd name="connsiteX118" fmla="*/ 96721 w 399998"/>
                <a:gd name="connsiteY118" fmla="*/ 270491 h 281965"/>
                <a:gd name="connsiteX119" fmla="*/ 98360 w 399998"/>
                <a:gd name="connsiteY119" fmla="*/ 267212 h 281965"/>
                <a:gd name="connsiteX120" fmla="*/ 101639 w 399998"/>
                <a:gd name="connsiteY120" fmla="*/ 263933 h 281965"/>
                <a:gd name="connsiteX121" fmla="*/ 104917 w 399998"/>
                <a:gd name="connsiteY121" fmla="*/ 262294 h 281965"/>
                <a:gd name="connsiteX122" fmla="*/ 109836 w 399998"/>
                <a:gd name="connsiteY122" fmla="*/ 262294 h 281965"/>
                <a:gd name="connsiteX123" fmla="*/ 111475 w 399998"/>
                <a:gd name="connsiteY123" fmla="*/ 257376 h 281965"/>
                <a:gd name="connsiteX124" fmla="*/ 114754 w 399998"/>
                <a:gd name="connsiteY124" fmla="*/ 254097 h 281965"/>
                <a:gd name="connsiteX125" fmla="*/ 118032 w 399998"/>
                <a:gd name="connsiteY125" fmla="*/ 250819 h 281965"/>
                <a:gd name="connsiteX126" fmla="*/ 121311 w 399998"/>
                <a:gd name="connsiteY126" fmla="*/ 249179 h 281965"/>
                <a:gd name="connsiteX127" fmla="*/ 124590 w 399998"/>
                <a:gd name="connsiteY127" fmla="*/ 247540 h 281965"/>
                <a:gd name="connsiteX128" fmla="*/ 129508 w 399998"/>
                <a:gd name="connsiteY128" fmla="*/ 247540 h 281965"/>
                <a:gd name="connsiteX129" fmla="*/ 132786 w 399998"/>
                <a:gd name="connsiteY129" fmla="*/ 245901 h 281965"/>
                <a:gd name="connsiteX130" fmla="*/ 136065 w 399998"/>
                <a:gd name="connsiteY130" fmla="*/ 245901 h 281965"/>
                <a:gd name="connsiteX131" fmla="*/ 139344 w 399998"/>
                <a:gd name="connsiteY131" fmla="*/ 245901 h 281965"/>
                <a:gd name="connsiteX132" fmla="*/ 144261 w 399998"/>
                <a:gd name="connsiteY132" fmla="*/ 245901 h 281965"/>
                <a:gd name="connsiteX133" fmla="*/ 147540 w 399998"/>
                <a:gd name="connsiteY133" fmla="*/ 245901 h 281965"/>
                <a:gd name="connsiteX134" fmla="*/ 150819 w 399998"/>
                <a:gd name="connsiteY134" fmla="*/ 245901 h 281965"/>
                <a:gd name="connsiteX135" fmla="*/ 154098 w 399998"/>
                <a:gd name="connsiteY135" fmla="*/ 245901 h 281965"/>
                <a:gd name="connsiteX136" fmla="*/ 159016 w 399998"/>
                <a:gd name="connsiteY136" fmla="*/ 245901 h 281965"/>
                <a:gd name="connsiteX137" fmla="*/ 162294 w 399998"/>
                <a:gd name="connsiteY137" fmla="*/ 244261 h 281965"/>
                <a:gd name="connsiteX138" fmla="*/ 165573 w 399998"/>
                <a:gd name="connsiteY138" fmla="*/ 240982 h 281965"/>
                <a:gd name="connsiteX139" fmla="*/ 167213 w 399998"/>
                <a:gd name="connsiteY139" fmla="*/ 240982 h 281965"/>
                <a:gd name="connsiteX140" fmla="*/ 172130 w 399998"/>
                <a:gd name="connsiteY140" fmla="*/ 239343 h 281965"/>
                <a:gd name="connsiteX141" fmla="*/ 175409 w 399998"/>
                <a:gd name="connsiteY141" fmla="*/ 239343 h 281965"/>
                <a:gd name="connsiteX142" fmla="*/ 178688 w 399998"/>
                <a:gd name="connsiteY142" fmla="*/ 237704 h 281965"/>
                <a:gd name="connsiteX143" fmla="*/ 181966 w 399998"/>
                <a:gd name="connsiteY143" fmla="*/ 236064 h 281965"/>
                <a:gd name="connsiteX144" fmla="*/ 186884 w 399998"/>
                <a:gd name="connsiteY144" fmla="*/ 234425 h 281965"/>
                <a:gd name="connsiteX145" fmla="*/ 190163 w 399998"/>
                <a:gd name="connsiteY145" fmla="*/ 231146 h 281965"/>
                <a:gd name="connsiteX146" fmla="*/ 193442 w 399998"/>
                <a:gd name="connsiteY146" fmla="*/ 227868 h 281965"/>
                <a:gd name="connsiteX147" fmla="*/ 196720 w 399998"/>
                <a:gd name="connsiteY147" fmla="*/ 224589 h 281965"/>
                <a:gd name="connsiteX148" fmla="*/ 199999 w 399998"/>
                <a:gd name="connsiteY148" fmla="*/ 222950 h 281965"/>
                <a:gd name="connsiteX149" fmla="*/ 203278 w 399998"/>
                <a:gd name="connsiteY149" fmla="*/ 221310 h 281965"/>
                <a:gd name="connsiteX150" fmla="*/ 206557 w 399998"/>
                <a:gd name="connsiteY150" fmla="*/ 218032 h 281965"/>
                <a:gd name="connsiteX151" fmla="*/ 209835 w 399998"/>
                <a:gd name="connsiteY151" fmla="*/ 218032 h 281965"/>
                <a:gd name="connsiteX152" fmla="*/ 213114 w 399998"/>
                <a:gd name="connsiteY152" fmla="*/ 219671 h 281965"/>
                <a:gd name="connsiteX153" fmla="*/ 218032 w 399998"/>
                <a:gd name="connsiteY153" fmla="*/ 221310 h 281965"/>
                <a:gd name="connsiteX154" fmla="*/ 221310 w 399998"/>
                <a:gd name="connsiteY154" fmla="*/ 219671 h 281965"/>
                <a:gd name="connsiteX155" fmla="*/ 224589 w 399998"/>
                <a:gd name="connsiteY155" fmla="*/ 219671 h 281965"/>
                <a:gd name="connsiteX156" fmla="*/ 227868 w 399998"/>
                <a:gd name="connsiteY156" fmla="*/ 218032 h 281965"/>
                <a:gd name="connsiteX157" fmla="*/ 232786 w 399998"/>
                <a:gd name="connsiteY157" fmla="*/ 218032 h 281965"/>
                <a:gd name="connsiteX158" fmla="*/ 236064 w 399998"/>
                <a:gd name="connsiteY158" fmla="*/ 216392 h 281965"/>
                <a:gd name="connsiteX159" fmla="*/ 239343 w 399998"/>
                <a:gd name="connsiteY159" fmla="*/ 211474 h 281965"/>
                <a:gd name="connsiteX160" fmla="*/ 242622 w 399998"/>
                <a:gd name="connsiteY160" fmla="*/ 208196 h 281965"/>
                <a:gd name="connsiteX161" fmla="*/ 244261 w 399998"/>
                <a:gd name="connsiteY161" fmla="*/ 204917 h 281965"/>
                <a:gd name="connsiteX162" fmla="*/ 245901 w 399998"/>
                <a:gd name="connsiteY162" fmla="*/ 201638 h 281965"/>
                <a:gd name="connsiteX163" fmla="*/ 245901 w 399998"/>
                <a:gd name="connsiteY163" fmla="*/ 199999 h 281965"/>
                <a:gd name="connsiteX164" fmla="*/ 250818 w 399998"/>
                <a:gd name="connsiteY164" fmla="*/ 196720 h 281965"/>
                <a:gd name="connsiteX165" fmla="*/ 254097 w 399998"/>
                <a:gd name="connsiteY165" fmla="*/ 195081 h 281965"/>
                <a:gd name="connsiteX166" fmla="*/ 257376 w 399998"/>
                <a:gd name="connsiteY166" fmla="*/ 191802 h 281965"/>
                <a:gd name="connsiteX167" fmla="*/ 260654 w 399998"/>
                <a:gd name="connsiteY167" fmla="*/ 190163 h 281965"/>
                <a:gd name="connsiteX168" fmla="*/ 265573 w 399998"/>
                <a:gd name="connsiteY168" fmla="*/ 188524 h 281965"/>
                <a:gd name="connsiteX169" fmla="*/ 268851 w 399998"/>
                <a:gd name="connsiteY169" fmla="*/ 186884 h 281965"/>
                <a:gd name="connsiteX170" fmla="*/ 272130 w 399998"/>
                <a:gd name="connsiteY170" fmla="*/ 185245 h 281965"/>
                <a:gd name="connsiteX171" fmla="*/ 275408 w 399998"/>
                <a:gd name="connsiteY171" fmla="*/ 185245 h 281965"/>
                <a:gd name="connsiteX172" fmla="*/ 280327 w 399998"/>
                <a:gd name="connsiteY172" fmla="*/ 183606 h 281965"/>
                <a:gd name="connsiteX173" fmla="*/ 281966 w 399998"/>
                <a:gd name="connsiteY173" fmla="*/ 183606 h 281965"/>
                <a:gd name="connsiteX174" fmla="*/ 283605 w 399998"/>
                <a:gd name="connsiteY174" fmla="*/ 183606 h 281965"/>
                <a:gd name="connsiteX175" fmla="*/ 286884 w 399998"/>
                <a:gd name="connsiteY175" fmla="*/ 183606 h 281965"/>
                <a:gd name="connsiteX176" fmla="*/ 291802 w 399998"/>
                <a:gd name="connsiteY176" fmla="*/ 181966 h 281965"/>
                <a:gd name="connsiteX177" fmla="*/ 295081 w 399998"/>
                <a:gd name="connsiteY177" fmla="*/ 180327 h 281965"/>
                <a:gd name="connsiteX178" fmla="*/ 298360 w 399998"/>
                <a:gd name="connsiteY178" fmla="*/ 177048 h 281965"/>
                <a:gd name="connsiteX179" fmla="*/ 301638 w 399998"/>
                <a:gd name="connsiteY179" fmla="*/ 173770 h 281965"/>
                <a:gd name="connsiteX180" fmla="*/ 306556 w 399998"/>
                <a:gd name="connsiteY180" fmla="*/ 173770 h 281965"/>
                <a:gd name="connsiteX181" fmla="*/ 309835 w 399998"/>
                <a:gd name="connsiteY181" fmla="*/ 173770 h 281965"/>
                <a:gd name="connsiteX182" fmla="*/ 313113 w 399998"/>
                <a:gd name="connsiteY182" fmla="*/ 172130 h 281965"/>
                <a:gd name="connsiteX183" fmla="*/ 318031 w 399998"/>
                <a:gd name="connsiteY183" fmla="*/ 170491 h 281965"/>
                <a:gd name="connsiteX184" fmla="*/ 321310 w 399998"/>
                <a:gd name="connsiteY184" fmla="*/ 170491 h 281965"/>
                <a:gd name="connsiteX185" fmla="*/ 324588 w 399998"/>
                <a:gd name="connsiteY185" fmla="*/ 168852 h 281965"/>
                <a:gd name="connsiteX186" fmla="*/ 324588 w 399998"/>
                <a:gd name="connsiteY186" fmla="*/ 168852 h 281965"/>
                <a:gd name="connsiteX187" fmla="*/ 329507 w 399998"/>
                <a:gd name="connsiteY187" fmla="*/ 167212 h 281965"/>
                <a:gd name="connsiteX188" fmla="*/ 332785 w 399998"/>
                <a:gd name="connsiteY188" fmla="*/ 165573 h 281965"/>
                <a:gd name="connsiteX189" fmla="*/ 336064 w 399998"/>
                <a:gd name="connsiteY189" fmla="*/ 165573 h 281965"/>
                <a:gd name="connsiteX190" fmla="*/ 339343 w 399998"/>
                <a:gd name="connsiteY190" fmla="*/ 162294 h 281965"/>
                <a:gd name="connsiteX191" fmla="*/ 344261 w 399998"/>
                <a:gd name="connsiteY191" fmla="*/ 162294 h 281965"/>
                <a:gd name="connsiteX192" fmla="*/ 345900 w 399998"/>
                <a:gd name="connsiteY192" fmla="*/ 159016 h 281965"/>
                <a:gd name="connsiteX193" fmla="*/ 349179 w 399998"/>
                <a:gd name="connsiteY193" fmla="*/ 155737 h 281965"/>
                <a:gd name="connsiteX194" fmla="*/ 352457 w 399998"/>
                <a:gd name="connsiteY194" fmla="*/ 154098 h 281965"/>
                <a:gd name="connsiteX195" fmla="*/ 355736 w 399998"/>
                <a:gd name="connsiteY195" fmla="*/ 152458 h 281965"/>
                <a:gd name="connsiteX196" fmla="*/ 360654 w 399998"/>
                <a:gd name="connsiteY196" fmla="*/ 150819 h 281965"/>
                <a:gd name="connsiteX197" fmla="*/ 363933 w 399998"/>
                <a:gd name="connsiteY197" fmla="*/ 149179 h 281965"/>
                <a:gd name="connsiteX198" fmla="*/ 365572 w 399998"/>
                <a:gd name="connsiteY198" fmla="*/ 145901 h 281965"/>
                <a:gd name="connsiteX199" fmla="*/ 363933 w 399998"/>
                <a:gd name="connsiteY199" fmla="*/ 144262 h 281965"/>
                <a:gd name="connsiteX200" fmla="*/ 363933 w 399998"/>
                <a:gd name="connsiteY200" fmla="*/ 140983 h 281965"/>
                <a:gd name="connsiteX201" fmla="*/ 362294 w 399998"/>
                <a:gd name="connsiteY201" fmla="*/ 136065 h 281965"/>
                <a:gd name="connsiteX202" fmla="*/ 362294 w 399998"/>
                <a:gd name="connsiteY202" fmla="*/ 132786 h 281965"/>
                <a:gd name="connsiteX203" fmla="*/ 363933 w 399998"/>
                <a:gd name="connsiteY203" fmla="*/ 129508 h 281965"/>
                <a:gd name="connsiteX204" fmla="*/ 363933 w 399998"/>
                <a:gd name="connsiteY204" fmla="*/ 124589 h 281965"/>
                <a:gd name="connsiteX205" fmla="*/ 365572 w 399998"/>
                <a:gd name="connsiteY205" fmla="*/ 121311 h 281965"/>
                <a:gd name="connsiteX206" fmla="*/ 368851 w 399998"/>
                <a:gd name="connsiteY206" fmla="*/ 118032 h 281965"/>
                <a:gd name="connsiteX207" fmla="*/ 372130 w 399998"/>
                <a:gd name="connsiteY207" fmla="*/ 114754 h 281965"/>
                <a:gd name="connsiteX208" fmla="*/ 377047 w 399998"/>
                <a:gd name="connsiteY208" fmla="*/ 111475 h 281965"/>
                <a:gd name="connsiteX209" fmla="*/ 380326 w 399998"/>
                <a:gd name="connsiteY209" fmla="*/ 111475 h 281965"/>
                <a:gd name="connsiteX210" fmla="*/ 383605 w 399998"/>
                <a:gd name="connsiteY210" fmla="*/ 109836 h 281965"/>
                <a:gd name="connsiteX211" fmla="*/ 386884 w 399998"/>
                <a:gd name="connsiteY211" fmla="*/ 108196 h 281965"/>
                <a:gd name="connsiteX212" fmla="*/ 391801 w 399998"/>
                <a:gd name="connsiteY212" fmla="*/ 104917 h 281965"/>
                <a:gd name="connsiteX213" fmla="*/ 395080 w 399998"/>
                <a:gd name="connsiteY213" fmla="*/ 104917 h 281965"/>
                <a:gd name="connsiteX214" fmla="*/ 395080 w 399998"/>
                <a:gd name="connsiteY214" fmla="*/ 104917 h 281965"/>
                <a:gd name="connsiteX215" fmla="*/ 399998 w 399998"/>
                <a:gd name="connsiteY215" fmla="*/ 101639 h 281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</a:cxnLst>
              <a:rect l="l" t="t" r="r" b="b"/>
              <a:pathLst>
                <a:path w="399998" h="281965">
                  <a:moveTo>
                    <a:pt x="399998" y="101639"/>
                  </a:moveTo>
                  <a:lnTo>
                    <a:pt x="396720" y="101639"/>
                  </a:lnTo>
                  <a:lnTo>
                    <a:pt x="383605" y="75409"/>
                  </a:lnTo>
                  <a:lnTo>
                    <a:pt x="380326" y="75409"/>
                  </a:lnTo>
                  <a:lnTo>
                    <a:pt x="380326" y="75409"/>
                  </a:lnTo>
                  <a:lnTo>
                    <a:pt x="381965" y="72131"/>
                  </a:lnTo>
                  <a:lnTo>
                    <a:pt x="349179" y="0"/>
                  </a:lnTo>
                  <a:lnTo>
                    <a:pt x="349179" y="0"/>
                  </a:lnTo>
                  <a:lnTo>
                    <a:pt x="301638" y="6557"/>
                  </a:lnTo>
                  <a:lnTo>
                    <a:pt x="239343" y="14754"/>
                  </a:lnTo>
                  <a:lnTo>
                    <a:pt x="204917" y="34426"/>
                  </a:lnTo>
                  <a:lnTo>
                    <a:pt x="185245" y="65573"/>
                  </a:lnTo>
                  <a:lnTo>
                    <a:pt x="180327" y="80327"/>
                  </a:lnTo>
                  <a:lnTo>
                    <a:pt x="170491" y="88524"/>
                  </a:lnTo>
                  <a:lnTo>
                    <a:pt x="162294" y="88524"/>
                  </a:lnTo>
                  <a:lnTo>
                    <a:pt x="152458" y="73770"/>
                  </a:lnTo>
                  <a:lnTo>
                    <a:pt x="137704" y="75409"/>
                  </a:lnTo>
                  <a:lnTo>
                    <a:pt x="127868" y="75409"/>
                  </a:lnTo>
                  <a:lnTo>
                    <a:pt x="101639" y="72131"/>
                  </a:lnTo>
                  <a:lnTo>
                    <a:pt x="93442" y="67213"/>
                  </a:lnTo>
                  <a:lnTo>
                    <a:pt x="72131" y="67213"/>
                  </a:lnTo>
                  <a:lnTo>
                    <a:pt x="70491" y="68852"/>
                  </a:lnTo>
                  <a:lnTo>
                    <a:pt x="65573" y="67213"/>
                  </a:lnTo>
                  <a:lnTo>
                    <a:pt x="57377" y="70492"/>
                  </a:lnTo>
                  <a:lnTo>
                    <a:pt x="52459" y="72131"/>
                  </a:lnTo>
                  <a:lnTo>
                    <a:pt x="49180" y="72131"/>
                  </a:lnTo>
                  <a:lnTo>
                    <a:pt x="45901" y="72131"/>
                  </a:lnTo>
                  <a:lnTo>
                    <a:pt x="40983" y="72131"/>
                  </a:lnTo>
                  <a:lnTo>
                    <a:pt x="37705" y="70492"/>
                  </a:lnTo>
                  <a:lnTo>
                    <a:pt x="34426" y="67213"/>
                  </a:lnTo>
                  <a:lnTo>
                    <a:pt x="31147" y="65573"/>
                  </a:lnTo>
                  <a:lnTo>
                    <a:pt x="27869" y="65573"/>
                  </a:lnTo>
                  <a:lnTo>
                    <a:pt x="22951" y="67213"/>
                  </a:lnTo>
                  <a:lnTo>
                    <a:pt x="22951" y="67213"/>
                  </a:lnTo>
                  <a:lnTo>
                    <a:pt x="19672" y="70492"/>
                  </a:lnTo>
                  <a:lnTo>
                    <a:pt x="19672" y="73770"/>
                  </a:lnTo>
                  <a:lnTo>
                    <a:pt x="18033" y="78688"/>
                  </a:lnTo>
                  <a:lnTo>
                    <a:pt x="16393" y="81967"/>
                  </a:lnTo>
                  <a:lnTo>
                    <a:pt x="16393" y="85245"/>
                  </a:lnTo>
                  <a:lnTo>
                    <a:pt x="16393" y="90164"/>
                  </a:lnTo>
                  <a:lnTo>
                    <a:pt x="16393" y="93442"/>
                  </a:lnTo>
                  <a:lnTo>
                    <a:pt x="19672" y="96721"/>
                  </a:lnTo>
                  <a:lnTo>
                    <a:pt x="19672" y="101639"/>
                  </a:lnTo>
                  <a:lnTo>
                    <a:pt x="16393" y="101639"/>
                  </a:lnTo>
                  <a:lnTo>
                    <a:pt x="14754" y="106557"/>
                  </a:lnTo>
                  <a:lnTo>
                    <a:pt x="14754" y="108196"/>
                  </a:lnTo>
                  <a:lnTo>
                    <a:pt x="11476" y="109836"/>
                  </a:lnTo>
                  <a:lnTo>
                    <a:pt x="9836" y="113114"/>
                  </a:lnTo>
                  <a:lnTo>
                    <a:pt x="4918" y="114754"/>
                  </a:lnTo>
                  <a:lnTo>
                    <a:pt x="4918" y="114754"/>
                  </a:lnTo>
                  <a:lnTo>
                    <a:pt x="4918" y="119672"/>
                  </a:lnTo>
                  <a:lnTo>
                    <a:pt x="6557" y="122950"/>
                  </a:lnTo>
                  <a:lnTo>
                    <a:pt x="6557" y="126229"/>
                  </a:lnTo>
                  <a:lnTo>
                    <a:pt x="6557" y="131147"/>
                  </a:lnTo>
                  <a:lnTo>
                    <a:pt x="6557" y="134426"/>
                  </a:lnTo>
                  <a:lnTo>
                    <a:pt x="6557" y="137704"/>
                  </a:lnTo>
                  <a:lnTo>
                    <a:pt x="3279" y="142622"/>
                  </a:lnTo>
                  <a:lnTo>
                    <a:pt x="3279" y="145901"/>
                  </a:lnTo>
                  <a:lnTo>
                    <a:pt x="3279" y="149179"/>
                  </a:lnTo>
                  <a:lnTo>
                    <a:pt x="4918" y="154098"/>
                  </a:lnTo>
                  <a:lnTo>
                    <a:pt x="4918" y="157376"/>
                  </a:lnTo>
                  <a:lnTo>
                    <a:pt x="6557" y="160655"/>
                  </a:lnTo>
                  <a:lnTo>
                    <a:pt x="6557" y="165573"/>
                  </a:lnTo>
                  <a:lnTo>
                    <a:pt x="3279" y="162294"/>
                  </a:lnTo>
                  <a:lnTo>
                    <a:pt x="0" y="165573"/>
                  </a:lnTo>
                  <a:lnTo>
                    <a:pt x="0" y="167212"/>
                  </a:lnTo>
                  <a:lnTo>
                    <a:pt x="4918" y="167212"/>
                  </a:lnTo>
                  <a:lnTo>
                    <a:pt x="8197" y="168852"/>
                  </a:lnTo>
                  <a:lnTo>
                    <a:pt x="9836" y="173770"/>
                  </a:lnTo>
                  <a:lnTo>
                    <a:pt x="11476" y="177048"/>
                  </a:lnTo>
                  <a:lnTo>
                    <a:pt x="13114" y="180327"/>
                  </a:lnTo>
                  <a:lnTo>
                    <a:pt x="13114" y="183606"/>
                  </a:lnTo>
                  <a:lnTo>
                    <a:pt x="13114" y="186884"/>
                  </a:lnTo>
                  <a:lnTo>
                    <a:pt x="14754" y="191802"/>
                  </a:lnTo>
                  <a:lnTo>
                    <a:pt x="16393" y="195081"/>
                  </a:lnTo>
                  <a:lnTo>
                    <a:pt x="16393" y="198360"/>
                  </a:lnTo>
                  <a:lnTo>
                    <a:pt x="16393" y="203278"/>
                  </a:lnTo>
                  <a:lnTo>
                    <a:pt x="18033" y="206556"/>
                  </a:lnTo>
                  <a:lnTo>
                    <a:pt x="19672" y="209835"/>
                  </a:lnTo>
                  <a:lnTo>
                    <a:pt x="19672" y="214753"/>
                  </a:lnTo>
                  <a:lnTo>
                    <a:pt x="19672" y="218032"/>
                  </a:lnTo>
                  <a:lnTo>
                    <a:pt x="19672" y="221310"/>
                  </a:lnTo>
                  <a:lnTo>
                    <a:pt x="24590" y="224589"/>
                  </a:lnTo>
                  <a:lnTo>
                    <a:pt x="26229" y="227868"/>
                  </a:lnTo>
                  <a:lnTo>
                    <a:pt x="27869" y="232786"/>
                  </a:lnTo>
                  <a:lnTo>
                    <a:pt x="27869" y="236064"/>
                  </a:lnTo>
                  <a:lnTo>
                    <a:pt x="27869" y="239343"/>
                  </a:lnTo>
                  <a:lnTo>
                    <a:pt x="26229" y="244261"/>
                  </a:lnTo>
                  <a:lnTo>
                    <a:pt x="26229" y="247540"/>
                  </a:lnTo>
                  <a:lnTo>
                    <a:pt x="26229" y="252458"/>
                  </a:lnTo>
                  <a:lnTo>
                    <a:pt x="26229" y="252458"/>
                  </a:lnTo>
                  <a:lnTo>
                    <a:pt x="27869" y="255736"/>
                  </a:lnTo>
                  <a:lnTo>
                    <a:pt x="29508" y="260654"/>
                  </a:lnTo>
                  <a:lnTo>
                    <a:pt x="32787" y="263933"/>
                  </a:lnTo>
                  <a:lnTo>
                    <a:pt x="32787" y="267212"/>
                  </a:lnTo>
                  <a:lnTo>
                    <a:pt x="36066" y="270491"/>
                  </a:lnTo>
                  <a:lnTo>
                    <a:pt x="36066" y="273769"/>
                  </a:lnTo>
                  <a:lnTo>
                    <a:pt x="36066" y="278687"/>
                  </a:lnTo>
                  <a:lnTo>
                    <a:pt x="39344" y="278687"/>
                  </a:lnTo>
                  <a:lnTo>
                    <a:pt x="42623" y="275409"/>
                  </a:lnTo>
                  <a:lnTo>
                    <a:pt x="45901" y="277048"/>
                  </a:lnTo>
                  <a:lnTo>
                    <a:pt x="49180" y="278687"/>
                  </a:lnTo>
                  <a:lnTo>
                    <a:pt x="52459" y="280326"/>
                  </a:lnTo>
                  <a:lnTo>
                    <a:pt x="57377" y="281966"/>
                  </a:lnTo>
                  <a:lnTo>
                    <a:pt x="60656" y="280326"/>
                  </a:lnTo>
                  <a:lnTo>
                    <a:pt x="63934" y="280326"/>
                  </a:lnTo>
                  <a:lnTo>
                    <a:pt x="67213" y="280326"/>
                  </a:lnTo>
                  <a:lnTo>
                    <a:pt x="72131" y="278687"/>
                  </a:lnTo>
                  <a:lnTo>
                    <a:pt x="75410" y="275409"/>
                  </a:lnTo>
                  <a:lnTo>
                    <a:pt x="78688" y="272130"/>
                  </a:lnTo>
                  <a:lnTo>
                    <a:pt x="83606" y="273769"/>
                  </a:lnTo>
                  <a:lnTo>
                    <a:pt x="86885" y="273769"/>
                  </a:lnTo>
                  <a:lnTo>
                    <a:pt x="90164" y="277048"/>
                  </a:lnTo>
                  <a:lnTo>
                    <a:pt x="90164" y="273769"/>
                  </a:lnTo>
                  <a:lnTo>
                    <a:pt x="90164" y="273769"/>
                  </a:lnTo>
                  <a:lnTo>
                    <a:pt x="95081" y="272130"/>
                  </a:lnTo>
                  <a:lnTo>
                    <a:pt x="95081" y="273769"/>
                  </a:lnTo>
                  <a:lnTo>
                    <a:pt x="95081" y="273769"/>
                  </a:lnTo>
                  <a:lnTo>
                    <a:pt x="96721" y="270491"/>
                  </a:lnTo>
                  <a:lnTo>
                    <a:pt x="98360" y="267212"/>
                  </a:lnTo>
                  <a:lnTo>
                    <a:pt x="101639" y="263933"/>
                  </a:lnTo>
                  <a:lnTo>
                    <a:pt x="104917" y="262294"/>
                  </a:lnTo>
                  <a:lnTo>
                    <a:pt x="109836" y="262294"/>
                  </a:lnTo>
                  <a:lnTo>
                    <a:pt x="111475" y="257376"/>
                  </a:lnTo>
                  <a:lnTo>
                    <a:pt x="114754" y="254097"/>
                  </a:lnTo>
                  <a:lnTo>
                    <a:pt x="118032" y="250819"/>
                  </a:lnTo>
                  <a:lnTo>
                    <a:pt x="121311" y="249179"/>
                  </a:lnTo>
                  <a:lnTo>
                    <a:pt x="124590" y="247540"/>
                  </a:lnTo>
                  <a:lnTo>
                    <a:pt x="129508" y="247540"/>
                  </a:lnTo>
                  <a:lnTo>
                    <a:pt x="132786" y="245901"/>
                  </a:lnTo>
                  <a:lnTo>
                    <a:pt x="136065" y="245901"/>
                  </a:lnTo>
                  <a:lnTo>
                    <a:pt x="139344" y="245901"/>
                  </a:lnTo>
                  <a:lnTo>
                    <a:pt x="144261" y="245901"/>
                  </a:lnTo>
                  <a:lnTo>
                    <a:pt x="147540" y="245901"/>
                  </a:lnTo>
                  <a:lnTo>
                    <a:pt x="150819" y="245901"/>
                  </a:lnTo>
                  <a:lnTo>
                    <a:pt x="154098" y="245901"/>
                  </a:lnTo>
                  <a:lnTo>
                    <a:pt x="159016" y="245901"/>
                  </a:lnTo>
                  <a:lnTo>
                    <a:pt x="162294" y="244261"/>
                  </a:lnTo>
                  <a:lnTo>
                    <a:pt x="165573" y="240982"/>
                  </a:lnTo>
                  <a:lnTo>
                    <a:pt x="167213" y="240982"/>
                  </a:lnTo>
                  <a:lnTo>
                    <a:pt x="172130" y="239343"/>
                  </a:lnTo>
                  <a:lnTo>
                    <a:pt x="175409" y="239343"/>
                  </a:lnTo>
                  <a:lnTo>
                    <a:pt x="178688" y="237704"/>
                  </a:lnTo>
                  <a:lnTo>
                    <a:pt x="181966" y="236064"/>
                  </a:lnTo>
                  <a:lnTo>
                    <a:pt x="186884" y="234425"/>
                  </a:lnTo>
                  <a:lnTo>
                    <a:pt x="190163" y="231146"/>
                  </a:lnTo>
                  <a:lnTo>
                    <a:pt x="193442" y="227868"/>
                  </a:lnTo>
                  <a:lnTo>
                    <a:pt x="196720" y="224589"/>
                  </a:lnTo>
                  <a:lnTo>
                    <a:pt x="199999" y="222950"/>
                  </a:lnTo>
                  <a:lnTo>
                    <a:pt x="203278" y="221310"/>
                  </a:lnTo>
                  <a:lnTo>
                    <a:pt x="206557" y="218032"/>
                  </a:lnTo>
                  <a:lnTo>
                    <a:pt x="209835" y="218032"/>
                  </a:lnTo>
                  <a:lnTo>
                    <a:pt x="213114" y="219671"/>
                  </a:lnTo>
                  <a:lnTo>
                    <a:pt x="218032" y="221310"/>
                  </a:lnTo>
                  <a:lnTo>
                    <a:pt x="221310" y="219671"/>
                  </a:lnTo>
                  <a:lnTo>
                    <a:pt x="224589" y="219671"/>
                  </a:lnTo>
                  <a:lnTo>
                    <a:pt x="227868" y="218032"/>
                  </a:lnTo>
                  <a:lnTo>
                    <a:pt x="232786" y="218032"/>
                  </a:lnTo>
                  <a:lnTo>
                    <a:pt x="236064" y="216392"/>
                  </a:lnTo>
                  <a:lnTo>
                    <a:pt x="239343" y="211474"/>
                  </a:lnTo>
                  <a:lnTo>
                    <a:pt x="242622" y="208196"/>
                  </a:lnTo>
                  <a:lnTo>
                    <a:pt x="244261" y="204917"/>
                  </a:lnTo>
                  <a:lnTo>
                    <a:pt x="245901" y="201638"/>
                  </a:lnTo>
                  <a:lnTo>
                    <a:pt x="245901" y="199999"/>
                  </a:lnTo>
                  <a:lnTo>
                    <a:pt x="250818" y="196720"/>
                  </a:lnTo>
                  <a:lnTo>
                    <a:pt x="254097" y="195081"/>
                  </a:lnTo>
                  <a:lnTo>
                    <a:pt x="257376" y="191802"/>
                  </a:lnTo>
                  <a:lnTo>
                    <a:pt x="260654" y="190163"/>
                  </a:lnTo>
                  <a:lnTo>
                    <a:pt x="265573" y="188524"/>
                  </a:lnTo>
                  <a:lnTo>
                    <a:pt x="268851" y="186884"/>
                  </a:lnTo>
                  <a:lnTo>
                    <a:pt x="272130" y="185245"/>
                  </a:lnTo>
                  <a:lnTo>
                    <a:pt x="275408" y="185245"/>
                  </a:lnTo>
                  <a:lnTo>
                    <a:pt x="280327" y="183606"/>
                  </a:lnTo>
                  <a:lnTo>
                    <a:pt x="281966" y="183606"/>
                  </a:lnTo>
                  <a:lnTo>
                    <a:pt x="283605" y="183606"/>
                  </a:lnTo>
                  <a:lnTo>
                    <a:pt x="286884" y="183606"/>
                  </a:lnTo>
                  <a:lnTo>
                    <a:pt x="291802" y="181966"/>
                  </a:lnTo>
                  <a:lnTo>
                    <a:pt x="295081" y="180327"/>
                  </a:lnTo>
                  <a:lnTo>
                    <a:pt x="298360" y="177048"/>
                  </a:lnTo>
                  <a:lnTo>
                    <a:pt x="301638" y="173770"/>
                  </a:lnTo>
                  <a:lnTo>
                    <a:pt x="306556" y="173770"/>
                  </a:lnTo>
                  <a:lnTo>
                    <a:pt x="309835" y="173770"/>
                  </a:lnTo>
                  <a:lnTo>
                    <a:pt x="313113" y="172130"/>
                  </a:lnTo>
                  <a:lnTo>
                    <a:pt x="318031" y="170491"/>
                  </a:lnTo>
                  <a:lnTo>
                    <a:pt x="321310" y="170491"/>
                  </a:lnTo>
                  <a:lnTo>
                    <a:pt x="324588" y="168852"/>
                  </a:lnTo>
                  <a:lnTo>
                    <a:pt x="324588" y="168852"/>
                  </a:lnTo>
                  <a:lnTo>
                    <a:pt x="329507" y="167212"/>
                  </a:lnTo>
                  <a:lnTo>
                    <a:pt x="332785" y="165573"/>
                  </a:lnTo>
                  <a:lnTo>
                    <a:pt x="336064" y="165573"/>
                  </a:lnTo>
                  <a:lnTo>
                    <a:pt x="339343" y="162294"/>
                  </a:lnTo>
                  <a:lnTo>
                    <a:pt x="344261" y="162294"/>
                  </a:lnTo>
                  <a:lnTo>
                    <a:pt x="345900" y="159016"/>
                  </a:lnTo>
                  <a:lnTo>
                    <a:pt x="349179" y="155737"/>
                  </a:lnTo>
                  <a:lnTo>
                    <a:pt x="352457" y="154098"/>
                  </a:lnTo>
                  <a:lnTo>
                    <a:pt x="355736" y="152458"/>
                  </a:lnTo>
                  <a:lnTo>
                    <a:pt x="360654" y="150819"/>
                  </a:lnTo>
                  <a:lnTo>
                    <a:pt x="363933" y="149179"/>
                  </a:lnTo>
                  <a:lnTo>
                    <a:pt x="365572" y="145901"/>
                  </a:lnTo>
                  <a:lnTo>
                    <a:pt x="363933" y="144262"/>
                  </a:lnTo>
                  <a:lnTo>
                    <a:pt x="363933" y="140983"/>
                  </a:lnTo>
                  <a:lnTo>
                    <a:pt x="362294" y="136065"/>
                  </a:lnTo>
                  <a:lnTo>
                    <a:pt x="362294" y="132786"/>
                  </a:lnTo>
                  <a:lnTo>
                    <a:pt x="363933" y="129508"/>
                  </a:lnTo>
                  <a:lnTo>
                    <a:pt x="363933" y="124589"/>
                  </a:lnTo>
                  <a:lnTo>
                    <a:pt x="365572" y="121311"/>
                  </a:lnTo>
                  <a:lnTo>
                    <a:pt x="368851" y="118032"/>
                  </a:lnTo>
                  <a:lnTo>
                    <a:pt x="372130" y="114754"/>
                  </a:lnTo>
                  <a:lnTo>
                    <a:pt x="377047" y="111475"/>
                  </a:lnTo>
                  <a:lnTo>
                    <a:pt x="380326" y="111475"/>
                  </a:lnTo>
                  <a:lnTo>
                    <a:pt x="383605" y="109836"/>
                  </a:lnTo>
                  <a:lnTo>
                    <a:pt x="386884" y="108196"/>
                  </a:lnTo>
                  <a:lnTo>
                    <a:pt x="391801" y="104917"/>
                  </a:lnTo>
                  <a:lnTo>
                    <a:pt x="395080" y="104917"/>
                  </a:lnTo>
                  <a:lnTo>
                    <a:pt x="395080" y="104917"/>
                  </a:lnTo>
                  <a:lnTo>
                    <a:pt x="399998" y="10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5" name="Freeform 2494">
              <a:extLst>
                <a:ext uri="{FF2B5EF4-FFF2-40B4-BE49-F238E27FC236}">
                  <a16:creationId xmlns:a16="http://schemas.microsoft.com/office/drawing/2014/main" id="{93CB3A5C-0748-184C-B609-A9E1BC98BA16}"/>
                </a:ext>
              </a:extLst>
            </p:cNvPr>
            <p:cNvSpPr/>
            <p:nvPr/>
          </p:nvSpPr>
          <p:spPr>
            <a:xfrm>
              <a:off x="1343562" y="3165721"/>
              <a:ext cx="4918" cy="4917"/>
            </a:xfrm>
            <a:custGeom>
              <a:avLst/>
              <a:gdLst>
                <a:gd name="connsiteX0" fmla="*/ 0 w 4918"/>
                <a:gd name="connsiteY0" fmla="*/ 0 h 4917"/>
                <a:gd name="connsiteX1" fmla="*/ 0 w 4918"/>
                <a:gd name="connsiteY1" fmla="*/ 0 h 4917"/>
                <a:gd name="connsiteX2" fmla="*/ 0 w 4918"/>
                <a:gd name="connsiteY2" fmla="*/ 3279 h 4917"/>
                <a:gd name="connsiteX3" fmla="*/ 4918 w 4918"/>
                <a:gd name="connsiteY3" fmla="*/ 4918 h 4917"/>
                <a:gd name="connsiteX4" fmla="*/ 3279 w 4918"/>
                <a:gd name="connsiteY4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4917">
                  <a:moveTo>
                    <a:pt x="0" y="0"/>
                  </a:moveTo>
                  <a:lnTo>
                    <a:pt x="0" y="0"/>
                  </a:lnTo>
                  <a:lnTo>
                    <a:pt x="0" y="3279"/>
                  </a:lnTo>
                  <a:lnTo>
                    <a:pt x="4918" y="4918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6" name="Freeform 2495">
              <a:extLst>
                <a:ext uri="{FF2B5EF4-FFF2-40B4-BE49-F238E27FC236}">
                  <a16:creationId xmlns:a16="http://schemas.microsoft.com/office/drawing/2014/main" id="{29B56823-F777-1749-87AB-E3E0B06C9E0A}"/>
                </a:ext>
              </a:extLst>
            </p:cNvPr>
            <p:cNvSpPr/>
            <p:nvPr/>
          </p:nvSpPr>
          <p:spPr>
            <a:xfrm>
              <a:off x="6946815" y="4211617"/>
              <a:ext cx="8196" cy="8196"/>
            </a:xfrm>
            <a:custGeom>
              <a:avLst/>
              <a:gdLst>
                <a:gd name="connsiteX0" fmla="*/ 1639 w 8196"/>
                <a:gd name="connsiteY0" fmla="*/ 8197 h 8196"/>
                <a:gd name="connsiteX1" fmla="*/ 1639 w 8196"/>
                <a:gd name="connsiteY1" fmla="*/ 8197 h 8196"/>
                <a:gd name="connsiteX2" fmla="*/ 3279 w 8196"/>
                <a:gd name="connsiteY2" fmla="*/ 4918 h 8196"/>
                <a:gd name="connsiteX3" fmla="*/ 8197 w 8196"/>
                <a:gd name="connsiteY3" fmla="*/ 3279 h 8196"/>
                <a:gd name="connsiteX4" fmla="*/ 3279 w 8196"/>
                <a:gd name="connsiteY4" fmla="*/ 0 h 8196"/>
                <a:gd name="connsiteX5" fmla="*/ 0 w 8196"/>
                <a:gd name="connsiteY5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8196">
                  <a:moveTo>
                    <a:pt x="1639" y="8197"/>
                  </a:moveTo>
                  <a:lnTo>
                    <a:pt x="1639" y="8197"/>
                  </a:lnTo>
                  <a:lnTo>
                    <a:pt x="3279" y="4918"/>
                  </a:lnTo>
                  <a:lnTo>
                    <a:pt x="8197" y="3279"/>
                  </a:lnTo>
                  <a:lnTo>
                    <a:pt x="3279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7" name="Freeform 2496">
              <a:extLst>
                <a:ext uri="{FF2B5EF4-FFF2-40B4-BE49-F238E27FC236}">
                  <a16:creationId xmlns:a16="http://schemas.microsoft.com/office/drawing/2014/main" id="{B03B8850-80BF-DA41-A0DA-D1178C7090AC}"/>
                </a:ext>
              </a:extLst>
            </p:cNvPr>
            <p:cNvSpPr/>
            <p:nvPr/>
          </p:nvSpPr>
          <p:spPr>
            <a:xfrm>
              <a:off x="7005831" y="4650960"/>
              <a:ext cx="293441" cy="599996"/>
            </a:xfrm>
            <a:custGeom>
              <a:avLst/>
              <a:gdLst>
                <a:gd name="connsiteX0" fmla="*/ 1639 w 293441"/>
                <a:gd name="connsiteY0" fmla="*/ 445899 h 599996"/>
                <a:gd name="connsiteX1" fmla="*/ 1639 w 293441"/>
                <a:gd name="connsiteY1" fmla="*/ 449178 h 599996"/>
                <a:gd name="connsiteX2" fmla="*/ 0 w 293441"/>
                <a:gd name="connsiteY2" fmla="*/ 452457 h 599996"/>
                <a:gd name="connsiteX3" fmla="*/ 1639 w 293441"/>
                <a:gd name="connsiteY3" fmla="*/ 457375 h 599996"/>
                <a:gd name="connsiteX4" fmla="*/ 1639 w 293441"/>
                <a:gd name="connsiteY4" fmla="*/ 460653 h 599996"/>
                <a:gd name="connsiteX5" fmla="*/ 1639 w 293441"/>
                <a:gd name="connsiteY5" fmla="*/ 463932 h 599996"/>
                <a:gd name="connsiteX6" fmla="*/ 1639 w 293441"/>
                <a:gd name="connsiteY6" fmla="*/ 468850 h 599996"/>
                <a:gd name="connsiteX7" fmla="*/ 3279 w 293441"/>
                <a:gd name="connsiteY7" fmla="*/ 472129 h 599996"/>
                <a:gd name="connsiteX8" fmla="*/ 3279 w 293441"/>
                <a:gd name="connsiteY8" fmla="*/ 477047 h 599996"/>
                <a:gd name="connsiteX9" fmla="*/ 4918 w 293441"/>
                <a:gd name="connsiteY9" fmla="*/ 480325 h 599996"/>
                <a:gd name="connsiteX10" fmla="*/ 8197 w 293441"/>
                <a:gd name="connsiteY10" fmla="*/ 483604 h 599996"/>
                <a:gd name="connsiteX11" fmla="*/ 11476 w 293441"/>
                <a:gd name="connsiteY11" fmla="*/ 488522 h 599996"/>
                <a:gd name="connsiteX12" fmla="*/ 11476 w 293441"/>
                <a:gd name="connsiteY12" fmla="*/ 491801 h 599996"/>
                <a:gd name="connsiteX13" fmla="*/ 13114 w 293441"/>
                <a:gd name="connsiteY13" fmla="*/ 496719 h 599996"/>
                <a:gd name="connsiteX14" fmla="*/ 13114 w 293441"/>
                <a:gd name="connsiteY14" fmla="*/ 499998 h 599996"/>
                <a:gd name="connsiteX15" fmla="*/ 14754 w 293441"/>
                <a:gd name="connsiteY15" fmla="*/ 503276 h 599996"/>
                <a:gd name="connsiteX16" fmla="*/ 18033 w 293441"/>
                <a:gd name="connsiteY16" fmla="*/ 508194 h 599996"/>
                <a:gd name="connsiteX17" fmla="*/ 16393 w 293441"/>
                <a:gd name="connsiteY17" fmla="*/ 511473 h 599996"/>
                <a:gd name="connsiteX18" fmla="*/ 14754 w 293441"/>
                <a:gd name="connsiteY18" fmla="*/ 513112 h 599996"/>
                <a:gd name="connsiteX19" fmla="*/ 13114 w 293441"/>
                <a:gd name="connsiteY19" fmla="*/ 516391 h 599996"/>
                <a:gd name="connsiteX20" fmla="*/ 11476 w 293441"/>
                <a:gd name="connsiteY20" fmla="*/ 521309 h 599996"/>
                <a:gd name="connsiteX21" fmla="*/ 13114 w 293441"/>
                <a:gd name="connsiteY21" fmla="*/ 524588 h 599996"/>
                <a:gd name="connsiteX22" fmla="*/ 11476 w 293441"/>
                <a:gd name="connsiteY22" fmla="*/ 527866 h 599996"/>
                <a:gd name="connsiteX23" fmla="*/ 13114 w 293441"/>
                <a:gd name="connsiteY23" fmla="*/ 532784 h 599996"/>
                <a:gd name="connsiteX24" fmla="*/ 13114 w 293441"/>
                <a:gd name="connsiteY24" fmla="*/ 536063 h 599996"/>
                <a:gd name="connsiteX25" fmla="*/ 11476 w 293441"/>
                <a:gd name="connsiteY25" fmla="*/ 539342 h 599996"/>
                <a:gd name="connsiteX26" fmla="*/ 11476 w 293441"/>
                <a:gd name="connsiteY26" fmla="*/ 544260 h 599996"/>
                <a:gd name="connsiteX27" fmla="*/ 13114 w 293441"/>
                <a:gd name="connsiteY27" fmla="*/ 547538 h 599996"/>
                <a:gd name="connsiteX28" fmla="*/ 16393 w 293441"/>
                <a:gd name="connsiteY28" fmla="*/ 552456 h 599996"/>
                <a:gd name="connsiteX29" fmla="*/ 19672 w 293441"/>
                <a:gd name="connsiteY29" fmla="*/ 555735 h 599996"/>
                <a:gd name="connsiteX30" fmla="*/ 21311 w 293441"/>
                <a:gd name="connsiteY30" fmla="*/ 559013 h 599996"/>
                <a:gd name="connsiteX31" fmla="*/ 21311 w 293441"/>
                <a:gd name="connsiteY31" fmla="*/ 563932 h 599996"/>
                <a:gd name="connsiteX32" fmla="*/ 22951 w 293441"/>
                <a:gd name="connsiteY32" fmla="*/ 567210 h 599996"/>
                <a:gd name="connsiteX33" fmla="*/ 24590 w 293441"/>
                <a:gd name="connsiteY33" fmla="*/ 572128 h 599996"/>
                <a:gd name="connsiteX34" fmla="*/ 26229 w 293441"/>
                <a:gd name="connsiteY34" fmla="*/ 575407 h 599996"/>
                <a:gd name="connsiteX35" fmla="*/ 26229 w 293441"/>
                <a:gd name="connsiteY35" fmla="*/ 575407 h 599996"/>
                <a:gd name="connsiteX36" fmla="*/ 29508 w 293441"/>
                <a:gd name="connsiteY36" fmla="*/ 577046 h 599996"/>
                <a:gd name="connsiteX37" fmla="*/ 34426 w 293441"/>
                <a:gd name="connsiteY37" fmla="*/ 580325 h 599996"/>
                <a:gd name="connsiteX38" fmla="*/ 37705 w 293441"/>
                <a:gd name="connsiteY38" fmla="*/ 583603 h 599996"/>
                <a:gd name="connsiteX39" fmla="*/ 34426 w 293441"/>
                <a:gd name="connsiteY39" fmla="*/ 581965 h 599996"/>
                <a:gd name="connsiteX40" fmla="*/ 36066 w 293441"/>
                <a:gd name="connsiteY40" fmla="*/ 585243 h 599996"/>
                <a:gd name="connsiteX41" fmla="*/ 40983 w 293441"/>
                <a:gd name="connsiteY41" fmla="*/ 586882 h 599996"/>
                <a:gd name="connsiteX42" fmla="*/ 42623 w 293441"/>
                <a:gd name="connsiteY42" fmla="*/ 586882 h 599996"/>
                <a:gd name="connsiteX43" fmla="*/ 47541 w 293441"/>
                <a:gd name="connsiteY43" fmla="*/ 588522 h 599996"/>
                <a:gd name="connsiteX44" fmla="*/ 52459 w 293441"/>
                <a:gd name="connsiteY44" fmla="*/ 588522 h 599996"/>
                <a:gd name="connsiteX45" fmla="*/ 55737 w 293441"/>
                <a:gd name="connsiteY45" fmla="*/ 591800 h 599996"/>
                <a:gd name="connsiteX46" fmla="*/ 59016 w 293441"/>
                <a:gd name="connsiteY46" fmla="*/ 596718 h 599996"/>
                <a:gd name="connsiteX47" fmla="*/ 62295 w 293441"/>
                <a:gd name="connsiteY47" fmla="*/ 598358 h 599996"/>
                <a:gd name="connsiteX48" fmla="*/ 67213 w 293441"/>
                <a:gd name="connsiteY48" fmla="*/ 599997 h 599996"/>
                <a:gd name="connsiteX49" fmla="*/ 70491 w 293441"/>
                <a:gd name="connsiteY49" fmla="*/ 599997 h 599996"/>
                <a:gd name="connsiteX50" fmla="*/ 75410 w 293441"/>
                <a:gd name="connsiteY50" fmla="*/ 599997 h 599996"/>
                <a:gd name="connsiteX51" fmla="*/ 78688 w 293441"/>
                <a:gd name="connsiteY51" fmla="*/ 599997 h 599996"/>
                <a:gd name="connsiteX52" fmla="*/ 81967 w 293441"/>
                <a:gd name="connsiteY52" fmla="*/ 598358 h 599996"/>
                <a:gd name="connsiteX53" fmla="*/ 85246 w 293441"/>
                <a:gd name="connsiteY53" fmla="*/ 595079 h 599996"/>
                <a:gd name="connsiteX54" fmla="*/ 90164 w 293441"/>
                <a:gd name="connsiteY54" fmla="*/ 591800 h 599996"/>
                <a:gd name="connsiteX55" fmla="*/ 93442 w 293441"/>
                <a:gd name="connsiteY55" fmla="*/ 588522 h 599996"/>
                <a:gd name="connsiteX56" fmla="*/ 98360 w 293441"/>
                <a:gd name="connsiteY56" fmla="*/ 586882 h 599996"/>
                <a:gd name="connsiteX57" fmla="*/ 101639 w 293441"/>
                <a:gd name="connsiteY57" fmla="*/ 585243 h 599996"/>
                <a:gd name="connsiteX58" fmla="*/ 104917 w 293441"/>
                <a:gd name="connsiteY58" fmla="*/ 583603 h 599996"/>
                <a:gd name="connsiteX59" fmla="*/ 106557 w 293441"/>
                <a:gd name="connsiteY59" fmla="*/ 583603 h 599996"/>
                <a:gd name="connsiteX60" fmla="*/ 109836 w 293441"/>
                <a:gd name="connsiteY60" fmla="*/ 581965 h 599996"/>
                <a:gd name="connsiteX61" fmla="*/ 113114 w 293441"/>
                <a:gd name="connsiteY61" fmla="*/ 581965 h 599996"/>
                <a:gd name="connsiteX62" fmla="*/ 114754 w 293441"/>
                <a:gd name="connsiteY62" fmla="*/ 581965 h 599996"/>
                <a:gd name="connsiteX63" fmla="*/ 118032 w 293441"/>
                <a:gd name="connsiteY63" fmla="*/ 581965 h 599996"/>
                <a:gd name="connsiteX64" fmla="*/ 121311 w 293441"/>
                <a:gd name="connsiteY64" fmla="*/ 581965 h 599996"/>
                <a:gd name="connsiteX65" fmla="*/ 126229 w 293441"/>
                <a:gd name="connsiteY65" fmla="*/ 581965 h 599996"/>
                <a:gd name="connsiteX66" fmla="*/ 129508 w 293441"/>
                <a:gd name="connsiteY66" fmla="*/ 578686 h 599996"/>
                <a:gd name="connsiteX67" fmla="*/ 134426 w 293441"/>
                <a:gd name="connsiteY67" fmla="*/ 578686 h 599996"/>
                <a:gd name="connsiteX68" fmla="*/ 136065 w 293441"/>
                <a:gd name="connsiteY68" fmla="*/ 573768 h 599996"/>
                <a:gd name="connsiteX69" fmla="*/ 140983 w 293441"/>
                <a:gd name="connsiteY69" fmla="*/ 572128 h 599996"/>
                <a:gd name="connsiteX70" fmla="*/ 140983 w 293441"/>
                <a:gd name="connsiteY70" fmla="*/ 567210 h 599996"/>
                <a:gd name="connsiteX71" fmla="*/ 144261 w 293441"/>
                <a:gd name="connsiteY71" fmla="*/ 563932 h 599996"/>
                <a:gd name="connsiteX72" fmla="*/ 145901 w 293441"/>
                <a:gd name="connsiteY72" fmla="*/ 559013 h 599996"/>
                <a:gd name="connsiteX73" fmla="*/ 147540 w 293441"/>
                <a:gd name="connsiteY73" fmla="*/ 555735 h 599996"/>
                <a:gd name="connsiteX74" fmla="*/ 149180 w 293441"/>
                <a:gd name="connsiteY74" fmla="*/ 550817 h 599996"/>
                <a:gd name="connsiteX75" fmla="*/ 149180 w 293441"/>
                <a:gd name="connsiteY75" fmla="*/ 547538 h 599996"/>
                <a:gd name="connsiteX76" fmla="*/ 150819 w 293441"/>
                <a:gd name="connsiteY76" fmla="*/ 544260 h 599996"/>
                <a:gd name="connsiteX77" fmla="*/ 152458 w 293441"/>
                <a:gd name="connsiteY77" fmla="*/ 539342 h 599996"/>
                <a:gd name="connsiteX78" fmla="*/ 154098 w 293441"/>
                <a:gd name="connsiteY78" fmla="*/ 536063 h 599996"/>
                <a:gd name="connsiteX79" fmla="*/ 155737 w 293441"/>
                <a:gd name="connsiteY79" fmla="*/ 532784 h 599996"/>
                <a:gd name="connsiteX80" fmla="*/ 157376 w 293441"/>
                <a:gd name="connsiteY80" fmla="*/ 527866 h 599996"/>
                <a:gd name="connsiteX81" fmla="*/ 159016 w 293441"/>
                <a:gd name="connsiteY81" fmla="*/ 524588 h 599996"/>
                <a:gd name="connsiteX82" fmla="*/ 160655 w 293441"/>
                <a:gd name="connsiteY82" fmla="*/ 521309 h 599996"/>
                <a:gd name="connsiteX83" fmla="*/ 162294 w 293441"/>
                <a:gd name="connsiteY83" fmla="*/ 516391 h 599996"/>
                <a:gd name="connsiteX84" fmla="*/ 162294 w 293441"/>
                <a:gd name="connsiteY84" fmla="*/ 513112 h 599996"/>
                <a:gd name="connsiteX85" fmla="*/ 162294 w 293441"/>
                <a:gd name="connsiteY85" fmla="*/ 511473 h 599996"/>
                <a:gd name="connsiteX86" fmla="*/ 163934 w 293441"/>
                <a:gd name="connsiteY86" fmla="*/ 509833 h 599996"/>
                <a:gd name="connsiteX87" fmla="*/ 165573 w 293441"/>
                <a:gd name="connsiteY87" fmla="*/ 506555 h 599996"/>
                <a:gd name="connsiteX88" fmla="*/ 167213 w 293441"/>
                <a:gd name="connsiteY88" fmla="*/ 501637 h 599996"/>
                <a:gd name="connsiteX89" fmla="*/ 167213 w 293441"/>
                <a:gd name="connsiteY89" fmla="*/ 499998 h 599996"/>
                <a:gd name="connsiteX90" fmla="*/ 168851 w 293441"/>
                <a:gd name="connsiteY90" fmla="*/ 496719 h 599996"/>
                <a:gd name="connsiteX91" fmla="*/ 168851 w 293441"/>
                <a:gd name="connsiteY91" fmla="*/ 493440 h 599996"/>
                <a:gd name="connsiteX92" fmla="*/ 170491 w 293441"/>
                <a:gd name="connsiteY92" fmla="*/ 490162 h 599996"/>
                <a:gd name="connsiteX93" fmla="*/ 172130 w 293441"/>
                <a:gd name="connsiteY93" fmla="*/ 485243 h 599996"/>
                <a:gd name="connsiteX94" fmla="*/ 172130 w 293441"/>
                <a:gd name="connsiteY94" fmla="*/ 481965 h 599996"/>
                <a:gd name="connsiteX95" fmla="*/ 173770 w 293441"/>
                <a:gd name="connsiteY95" fmla="*/ 478686 h 599996"/>
                <a:gd name="connsiteX96" fmla="*/ 173770 w 293441"/>
                <a:gd name="connsiteY96" fmla="*/ 473768 h 599996"/>
                <a:gd name="connsiteX97" fmla="*/ 175409 w 293441"/>
                <a:gd name="connsiteY97" fmla="*/ 470489 h 599996"/>
                <a:gd name="connsiteX98" fmla="*/ 175409 w 293441"/>
                <a:gd name="connsiteY98" fmla="*/ 465572 h 599996"/>
                <a:gd name="connsiteX99" fmla="*/ 177048 w 293441"/>
                <a:gd name="connsiteY99" fmla="*/ 462293 h 599996"/>
                <a:gd name="connsiteX100" fmla="*/ 178688 w 293441"/>
                <a:gd name="connsiteY100" fmla="*/ 459014 h 599996"/>
                <a:gd name="connsiteX101" fmla="*/ 180327 w 293441"/>
                <a:gd name="connsiteY101" fmla="*/ 455735 h 599996"/>
                <a:gd name="connsiteX102" fmla="*/ 181966 w 293441"/>
                <a:gd name="connsiteY102" fmla="*/ 449178 h 599996"/>
                <a:gd name="connsiteX103" fmla="*/ 181966 w 293441"/>
                <a:gd name="connsiteY103" fmla="*/ 447539 h 599996"/>
                <a:gd name="connsiteX104" fmla="*/ 185245 w 293441"/>
                <a:gd name="connsiteY104" fmla="*/ 444260 h 599996"/>
                <a:gd name="connsiteX105" fmla="*/ 186884 w 293441"/>
                <a:gd name="connsiteY105" fmla="*/ 439342 h 599996"/>
                <a:gd name="connsiteX106" fmla="*/ 188524 w 293441"/>
                <a:gd name="connsiteY106" fmla="*/ 436063 h 599996"/>
                <a:gd name="connsiteX107" fmla="*/ 190163 w 293441"/>
                <a:gd name="connsiteY107" fmla="*/ 431145 h 599996"/>
                <a:gd name="connsiteX108" fmla="*/ 191803 w 293441"/>
                <a:gd name="connsiteY108" fmla="*/ 427866 h 599996"/>
                <a:gd name="connsiteX109" fmla="*/ 191803 w 293441"/>
                <a:gd name="connsiteY109" fmla="*/ 424588 h 599996"/>
                <a:gd name="connsiteX110" fmla="*/ 193442 w 293441"/>
                <a:gd name="connsiteY110" fmla="*/ 419670 h 599996"/>
                <a:gd name="connsiteX111" fmla="*/ 195081 w 293441"/>
                <a:gd name="connsiteY111" fmla="*/ 416391 h 599996"/>
                <a:gd name="connsiteX112" fmla="*/ 196720 w 293441"/>
                <a:gd name="connsiteY112" fmla="*/ 413113 h 599996"/>
                <a:gd name="connsiteX113" fmla="*/ 196720 w 293441"/>
                <a:gd name="connsiteY113" fmla="*/ 409834 h 599996"/>
                <a:gd name="connsiteX114" fmla="*/ 196720 w 293441"/>
                <a:gd name="connsiteY114" fmla="*/ 408195 h 599996"/>
                <a:gd name="connsiteX115" fmla="*/ 198360 w 293441"/>
                <a:gd name="connsiteY115" fmla="*/ 404916 h 599996"/>
                <a:gd name="connsiteX116" fmla="*/ 199999 w 293441"/>
                <a:gd name="connsiteY116" fmla="*/ 401637 h 599996"/>
                <a:gd name="connsiteX117" fmla="*/ 199999 w 293441"/>
                <a:gd name="connsiteY117" fmla="*/ 398359 h 599996"/>
                <a:gd name="connsiteX118" fmla="*/ 199999 w 293441"/>
                <a:gd name="connsiteY118" fmla="*/ 398359 h 599996"/>
                <a:gd name="connsiteX119" fmla="*/ 199999 w 293441"/>
                <a:gd name="connsiteY119" fmla="*/ 396719 h 599996"/>
                <a:gd name="connsiteX120" fmla="*/ 201638 w 293441"/>
                <a:gd name="connsiteY120" fmla="*/ 395080 h 599996"/>
                <a:gd name="connsiteX121" fmla="*/ 203278 w 293441"/>
                <a:gd name="connsiteY121" fmla="*/ 391801 h 599996"/>
                <a:gd name="connsiteX122" fmla="*/ 203278 w 293441"/>
                <a:gd name="connsiteY122" fmla="*/ 388523 h 599996"/>
                <a:gd name="connsiteX123" fmla="*/ 204917 w 293441"/>
                <a:gd name="connsiteY123" fmla="*/ 383605 h 599996"/>
                <a:gd name="connsiteX124" fmla="*/ 206557 w 293441"/>
                <a:gd name="connsiteY124" fmla="*/ 380326 h 599996"/>
                <a:gd name="connsiteX125" fmla="*/ 208196 w 293441"/>
                <a:gd name="connsiteY125" fmla="*/ 377047 h 599996"/>
                <a:gd name="connsiteX126" fmla="*/ 208196 w 293441"/>
                <a:gd name="connsiteY126" fmla="*/ 372129 h 599996"/>
                <a:gd name="connsiteX127" fmla="*/ 209835 w 293441"/>
                <a:gd name="connsiteY127" fmla="*/ 368851 h 599996"/>
                <a:gd name="connsiteX128" fmla="*/ 211474 w 293441"/>
                <a:gd name="connsiteY128" fmla="*/ 365572 h 599996"/>
                <a:gd name="connsiteX129" fmla="*/ 213114 w 293441"/>
                <a:gd name="connsiteY129" fmla="*/ 362293 h 599996"/>
                <a:gd name="connsiteX130" fmla="*/ 214753 w 293441"/>
                <a:gd name="connsiteY130" fmla="*/ 357375 h 599996"/>
                <a:gd name="connsiteX131" fmla="*/ 216393 w 293441"/>
                <a:gd name="connsiteY131" fmla="*/ 354096 h 599996"/>
                <a:gd name="connsiteX132" fmla="*/ 214753 w 293441"/>
                <a:gd name="connsiteY132" fmla="*/ 352457 h 599996"/>
                <a:gd name="connsiteX133" fmla="*/ 216393 w 293441"/>
                <a:gd name="connsiteY133" fmla="*/ 352457 h 599996"/>
                <a:gd name="connsiteX134" fmla="*/ 218032 w 293441"/>
                <a:gd name="connsiteY134" fmla="*/ 350818 h 599996"/>
                <a:gd name="connsiteX135" fmla="*/ 218032 w 293441"/>
                <a:gd name="connsiteY135" fmla="*/ 347539 h 599996"/>
                <a:gd name="connsiteX136" fmla="*/ 219671 w 293441"/>
                <a:gd name="connsiteY136" fmla="*/ 342621 h 599996"/>
                <a:gd name="connsiteX137" fmla="*/ 219671 w 293441"/>
                <a:gd name="connsiteY137" fmla="*/ 339342 h 599996"/>
                <a:gd name="connsiteX138" fmla="*/ 221310 w 293441"/>
                <a:gd name="connsiteY138" fmla="*/ 334425 h 599996"/>
                <a:gd name="connsiteX139" fmla="*/ 222950 w 293441"/>
                <a:gd name="connsiteY139" fmla="*/ 331146 h 599996"/>
                <a:gd name="connsiteX140" fmla="*/ 224589 w 293441"/>
                <a:gd name="connsiteY140" fmla="*/ 327867 h 599996"/>
                <a:gd name="connsiteX141" fmla="*/ 226228 w 293441"/>
                <a:gd name="connsiteY141" fmla="*/ 322949 h 599996"/>
                <a:gd name="connsiteX142" fmla="*/ 227868 w 293441"/>
                <a:gd name="connsiteY142" fmla="*/ 319671 h 599996"/>
                <a:gd name="connsiteX143" fmla="*/ 227868 w 293441"/>
                <a:gd name="connsiteY143" fmla="*/ 316392 h 599996"/>
                <a:gd name="connsiteX144" fmla="*/ 229507 w 293441"/>
                <a:gd name="connsiteY144" fmla="*/ 311474 h 599996"/>
                <a:gd name="connsiteX145" fmla="*/ 232786 w 293441"/>
                <a:gd name="connsiteY145" fmla="*/ 308195 h 599996"/>
                <a:gd name="connsiteX146" fmla="*/ 234425 w 293441"/>
                <a:gd name="connsiteY146" fmla="*/ 303277 h 599996"/>
                <a:gd name="connsiteX147" fmla="*/ 236064 w 293441"/>
                <a:gd name="connsiteY147" fmla="*/ 299998 h 599996"/>
                <a:gd name="connsiteX148" fmla="*/ 236064 w 293441"/>
                <a:gd name="connsiteY148" fmla="*/ 296720 h 599996"/>
                <a:gd name="connsiteX149" fmla="*/ 237704 w 293441"/>
                <a:gd name="connsiteY149" fmla="*/ 291802 h 599996"/>
                <a:gd name="connsiteX150" fmla="*/ 239343 w 293441"/>
                <a:gd name="connsiteY150" fmla="*/ 288523 h 599996"/>
                <a:gd name="connsiteX151" fmla="*/ 242622 w 293441"/>
                <a:gd name="connsiteY151" fmla="*/ 285244 h 599996"/>
                <a:gd name="connsiteX152" fmla="*/ 242622 w 293441"/>
                <a:gd name="connsiteY152" fmla="*/ 280326 h 599996"/>
                <a:gd name="connsiteX153" fmla="*/ 242622 w 293441"/>
                <a:gd name="connsiteY153" fmla="*/ 277048 h 599996"/>
                <a:gd name="connsiteX154" fmla="*/ 242622 w 293441"/>
                <a:gd name="connsiteY154" fmla="*/ 277048 h 599996"/>
                <a:gd name="connsiteX155" fmla="*/ 245901 w 293441"/>
                <a:gd name="connsiteY155" fmla="*/ 272130 h 599996"/>
                <a:gd name="connsiteX156" fmla="*/ 245901 w 293441"/>
                <a:gd name="connsiteY156" fmla="*/ 270491 h 599996"/>
                <a:gd name="connsiteX157" fmla="*/ 245901 w 293441"/>
                <a:gd name="connsiteY157" fmla="*/ 267212 h 599996"/>
                <a:gd name="connsiteX158" fmla="*/ 247540 w 293441"/>
                <a:gd name="connsiteY158" fmla="*/ 262294 h 599996"/>
                <a:gd name="connsiteX159" fmla="*/ 247540 w 293441"/>
                <a:gd name="connsiteY159" fmla="*/ 259015 h 599996"/>
                <a:gd name="connsiteX160" fmla="*/ 249179 w 293441"/>
                <a:gd name="connsiteY160" fmla="*/ 254097 h 599996"/>
                <a:gd name="connsiteX161" fmla="*/ 249179 w 293441"/>
                <a:gd name="connsiteY161" fmla="*/ 250818 h 599996"/>
                <a:gd name="connsiteX162" fmla="*/ 249179 w 293441"/>
                <a:gd name="connsiteY162" fmla="*/ 245901 h 599996"/>
                <a:gd name="connsiteX163" fmla="*/ 249179 w 293441"/>
                <a:gd name="connsiteY163" fmla="*/ 242622 h 599996"/>
                <a:gd name="connsiteX164" fmla="*/ 247540 w 293441"/>
                <a:gd name="connsiteY164" fmla="*/ 239343 h 599996"/>
                <a:gd name="connsiteX165" fmla="*/ 247540 w 293441"/>
                <a:gd name="connsiteY165" fmla="*/ 234425 h 599996"/>
                <a:gd name="connsiteX166" fmla="*/ 249179 w 293441"/>
                <a:gd name="connsiteY166" fmla="*/ 231146 h 599996"/>
                <a:gd name="connsiteX167" fmla="*/ 249179 w 293441"/>
                <a:gd name="connsiteY167" fmla="*/ 229507 h 599996"/>
                <a:gd name="connsiteX168" fmla="*/ 250818 w 293441"/>
                <a:gd name="connsiteY168" fmla="*/ 226228 h 599996"/>
                <a:gd name="connsiteX169" fmla="*/ 252458 w 293441"/>
                <a:gd name="connsiteY169" fmla="*/ 222949 h 599996"/>
                <a:gd name="connsiteX170" fmla="*/ 254097 w 293441"/>
                <a:gd name="connsiteY170" fmla="*/ 218032 h 599996"/>
                <a:gd name="connsiteX171" fmla="*/ 257376 w 293441"/>
                <a:gd name="connsiteY171" fmla="*/ 216392 h 599996"/>
                <a:gd name="connsiteX172" fmla="*/ 262294 w 293441"/>
                <a:gd name="connsiteY172" fmla="*/ 214753 h 599996"/>
                <a:gd name="connsiteX173" fmla="*/ 259015 w 293441"/>
                <a:gd name="connsiteY173" fmla="*/ 209835 h 599996"/>
                <a:gd name="connsiteX174" fmla="*/ 262294 w 293441"/>
                <a:gd name="connsiteY174" fmla="*/ 206556 h 599996"/>
                <a:gd name="connsiteX175" fmla="*/ 265573 w 293441"/>
                <a:gd name="connsiteY175" fmla="*/ 201638 h 599996"/>
                <a:gd name="connsiteX176" fmla="*/ 265573 w 293441"/>
                <a:gd name="connsiteY176" fmla="*/ 198359 h 599996"/>
                <a:gd name="connsiteX177" fmla="*/ 265573 w 293441"/>
                <a:gd name="connsiteY177" fmla="*/ 193442 h 599996"/>
                <a:gd name="connsiteX178" fmla="*/ 265573 w 293441"/>
                <a:gd name="connsiteY178" fmla="*/ 190163 h 599996"/>
                <a:gd name="connsiteX179" fmla="*/ 265573 w 293441"/>
                <a:gd name="connsiteY179" fmla="*/ 186884 h 599996"/>
                <a:gd name="connsiteX180" fmla="*/ 262294 w 293441"/>
                <a:gd name="connsiteY180" fmla="*/ 183605 h 599996"/>
                <a:gd name="connsiteX181" fmla="*/ 260654 w 293441"/>
                <a:gd name="connsiteY181" fmla="*/ 181966 h 599996"/>
                <a:gd name="connsiteX182" fmla="*/ 260654 w 293441"/>
                <a:gd name="connsiteY182" fmla="*/ 178688 h 599996"/>
                <a:gd name="connsiteX183" fmla="*/ 262294 w 293441"/>
                <a:gd name="connsiteY183" fmla="*/ 175409 h 599996"/>
                <a:gd name="connsiteX184" fmla="*/ 262294 w 293441"/>
                <a:gd name="connsiteY184" fmla="*/ 170491 h 599996"/>
                <a:gd name="connsiteX185" fmla="*/ 260654 w 293441"/>
                <a:gd name="connsiteY185" fmla="*/ 167212 h 599996"/>
                <a:gd name="connsiteX186" fmla="*/ 259015 w 293441"/>
                <a:gd name="connsiteY186" fmla="*/ 163934 h 599996"/>
                <a:gd name="connsiteX187" fmla="*/ 259015 w 293441"/>
                <a:gd name="connsiteY187" fmla="*/ 159015 h 599996"/>
                <a:gd name="connsiteX188" fmla="*/ 260654 w 293441"/>
                <a:gd name="connsiteY188" fmla="*/ 155737 h 599996"/>
                <a:gd name="connsiteX189" fmla="*/ 263933 w 293441"/>
                <a:gd name="connsiteY189" fmla="*/ 152458 h 599996"/>
                <a:gd name="connsiteX190" fmla="*/ 265573 w 293441"/>
                <a:gd name="connsiteY190" fmla="*/ 152458 h 599996"/>
                <a:gd name="connsiteX191" fmla="*/ 270491 w 293441"/>
                <a:gd name="connsiteY191" fmla="*/ 154098 h 599996"/>
                <a:gd name="connsiteX192" fmla="*/ 270491 w 293441"/>
                <a:gd name="connsiteY192" fmla="*/ 159015 h 599996"/>
                <a:gd name="connsiteX193" fmla="*/ 272130 w 293441"/>
                <a:gd name="connsiteY193" fmla="*/ 162294 h 599996"/>
                <a:gd name="connsiteX194" fmla="*/ 272130 w 293441"/>
                <a:gd name="connsiteY194" fmla="*/ 167212 h 599996"/>
                <a:gd name="connsiteX195" fmla="*/ 273769 w 293441"/>
                <a:gd name="connsiteY195" fmla="*/ 167212 h 599996"/>
                <a:gd name="connsiteX196" fmla="*/ 273769 w 293441"/>
                <a:gd name="connsiteY196" fmla="*/ 172130 h 599996"/>
                <a:gd name="connsiteX197" fmla="*/ 277048 w 293441"/>
                <a:gd name="connsiteY197" fmla="*/ 173769 h 599996"/>
                <a:gd name="connsiteX198" fmla="*/ 278687 w 293441"/>
                <a:gd name="connsiteY198" fmla="*/ 173769 h 599996"/>
                <a:gd name="connsiteX199" fmla="*/ 281966 w 293441"/>
                <a:gd name="connsiteY199" fmla="*/ 175409 h 599996"/>
                <a:gd name="connsiteX200" fmla="*/ 283605 w 293441"/>
                <a:gd name="connsiteY200" fmla="*/ 172130 h 599996"/>
                <a:gd name="connsiteX201" fmla="*/ 285245 w 293441"/>
                <a:gd name="connsiteY201" fmla="*/ 167212 h 599996"/>
                <a:gd name="connsiteX202" fmla="*/ 286884 w 293441"/>
                <a:gd name="connsiteY202" fmla="*/ 163934 h 599996"/>
                <a:gd name="connsiteX203" fmla="*/ 288523 w 293441"/>
                <a:gd name="connsiteY203" fmla="*/ 160655 h 599996"/>
                <a:gd name="connsiteX204" fmla="*/ 290163 w 293441"/>
                <a:gd name="connsiteY204" fmla="*/ 155737 h 599996"/>
                <a:gd name="connsiteX205" fmla="*/ 291802 w 293441"/>
                <a:gd name="connsiteY205" fmla="*/ 152458 h 599996"/>
                <a:gd name="connsiteX206" fmla="*/ 293441 w 293441"/>
                <a:gd name="connsiteY206" fmla="*/ 147540 h 599996"/>
                <a:gd name="connsiteX207" fmla="*/ 293441 w 293441"/>
                <a:gd name="connsiteY207" fmla="*/ 144261 h 599996"/>
                <a:gd name="connsiteX208" fmla="*/ 291802 w 293441"/>
                <a:gd name="connsiteY208" fmla="*/ 140983 h 599996"/>
                <a:gd name="connsiteX209" fmla="*/ 290163 w 293441"/>
                <a:gd name="connsiteY209" fmla="*/ 137704 h 599996"/>
                <a:gd name="connsiteX210" fmla="*/ 286884 w 293441"/>
                <a:gd name="connsiteY210" fmla="*/ 134425 h 599996"/>
                <a:gd name="connsiteX211" fmla="*/ 286884 w 293441"/>
                <a:gd name="connsiteY211" fmla="*/ 129508 h 599996"/>
                <a:gd name="connsiteX212" fmla="*/ 285245 w 293441"/>
                <a:gd name="connsiteY212" fmla="*/ 126229 h 599996"/>
                <a:gd name="connsiteX213" fmla="*/ 283605 w 293441"/>
                <a:gd name="connsiteY213" fmla="*/ 122950 h 599996"/>
                <a:gd name="connsiteX214" fmla="*/ 283605 w 293441"/>
                <a:gd name="connsiteY214" fmla="*/ 119671 h 599996"/>
                <a:gd name="connsiteX215" fmla="*/ 283605 w 293441"/>
                <a:gd name="connsiteY215" fmla="*/ 114754 h 599996"/>
                <a:gd name="connsiteX216" fmla="*/ 283605 w 293441"/>
                <a:gd name="connsiteY216" fmla="*/ 111475 h 599996"/>
                <a:gd name="connsiteX217" fmla="*/ 283605 w 293441"/>
                <a:gd name="connsiteY217" fmla="*/ 106557 h 599996"/>
                <a:gd name="connsiteX218" fmla="*/ 283605 w 293441"/>
                <a:gd name="connsiteY218" fmla="*/ 103278 h 599996"/>
                <a:gd name="connsiteX219" fmla="*/ 281966 w 293441"/>
                <a:gd name="connsiteY219" fmla="*/ 99999 h 599996"/>
                <a:gd name="connsiteX220" fmla="*/ 281966 w 293441"/>
                <a:gd name="connsiteY220" fmla="*/ 95081 h 599996"/>
                <a:gd name="connsiteX221" fmla="*/ 283605 w 293441"/>
                <a:gd name="connsiteY221" fmla="*/ 91802 h 599996"/>
                <a:gd name="connsiteX222" fmla="*/ 281966 w 293441"/>
                <a:gd name="connsiteY222" fmla="*/ 86885 h 599996"/>
                <a:gd name="connsiteX223" fmla="*/ 281966 w 293441"/>
                <a:gd name="connsiteY223" fmla="*/ 83606 h 599996"/>
                <a:gd name="connsiteX224" fmla="*/ 281966 w 293441"/>
                <a:gd name="connsiteY224" fmla="*/ 80327 h 599996"/>
                <a:gd name="connsiteX225" fmla="*/ 280327 w 293441"/>
                <a:gd name="connsiteY225" fmla="*/ 75409 h 599996"/>
                <a:gd name="connsiteX226" fmla="*/ 280327 w 293441"/>
                <a:gd name="connsiteY226" fmla="*/ 72131 h 599996"/>
                <a:gd name="connsiteX227" fmla="*/ 278687 w 293441"/>
                <a:gd name="connsiteY227" fmla="*/ 68852 h 599996"/>
                <a:gd name="connsiteX228" fmla="*/ 278687 w 293441"/>
                <a:gd name="connsiteY228" fmla="*/ 63934 h 599996"/>
                <a:gd name="connsiteX229" fmla="*/ 277048 w 293441"/>
                <a:gd name="connsiteY229" fmla="*/ 60655 h 599996"/>
                <a:gd name="connsiteX230" fmla="*/ 277048 w 293441"/>
                <a:gd name="connsiteY230" fmla="*/ 57377 h 599996"/>
                <a:gd name="connsiteX231" fmla="*/ 275408 w 293441"/>
                <a:gd name="connsiteY231" fmla="*/ 54098 h 599996"/>
                <a:gd name="connsiteX232" fmla="*/ 275408 w 293441"/>
                <a:gd name="connsiteY232" fmla="*/ 52458 h 599996"/>
                <a:gd name="connsiteX233" fmla="*/ 275408 w 293441"/>
                <a:gd name="connsiteY233" fmla="*/ 49180 h 599996"/>
                <a:gd name="connsiteX234" fmla="*/ 275408 w 293441"/>
                <a:gd name="connsiteY234" fmla="*/ 44262 h 599996"/>
                <a:gd name="connsiteX235" fmla="*/ 273769 w 293441"/>
                <a:gd name="connsiteY235" fmla="*/ 40983 h 599996"/>
                <a:gd name="connsiteX236" fmla="*/ 270491 w 293441"/>
                <a:gd name="connsiteY236" fmla="*/ 37705 h 599996"/>
                <a:gd name="connsiteX237" fmla="*/ 268851 w 293441"/>
                <a:gd name="connsiteY237" fmla="*/ 34426 h 599996"/>
                <a:gd name="connsiteX238" fmla="*/ 265573 w 293441"/>
                <a:gd name="connsiteY238" fmla="*/ 36065 h 599996"/>
                <a:gd name="connsiteX239" fmla="*/ 265573 w 293441"/>
                <a:gd name="connsiteY239" fmla="*/ 32787 h 599996"/>
                <a:gd name="connsiteX240" fmla="*/ 262294 w 293441"/>
                <a:gd name="connsiteY240" fmla="*/ 29508 h 599996"/>
                <a:gd name="connsiteX241" fmla="*/ 263933 w 293441"/>
                <a:gd name="connsiteY241" fmla="*/ 24590 h 599996"/>
                <a:gd name="connsiteX242" fmla="*/ 260654 w 293441"/>
                <a:gd name="connsiteY242" fmla="*/ 21311 h 599996"/>
                <a:gd name="connsiteX243" fmla="*/ 260654 w 293441"/>
                <a:gd name="connsiteY243" fmla="*/ 16393 h 599996"/>
                <a:gd name="connsiteX244" fmla="*/ 257376 w 293441"/>
                <a:gd name="connsiteY244" fmla="*/ 14754 h 599996"/>
                <a:gd name="connsiteX245" fmla="*/ 255737 w 293441"/>
                <a:gd name="connsiteY245" fmla="*/ 11475 h 599996"/>
                <a:gd name="connsiteX246" fmla="*/ 252458 w 293441"/>
                <a:gd name="connsiteY246" fmla="*/ 11475 h 599996"/>
                <a:gd name="connsiteX247" fmla="*/ 250818 w 293441"/>
                <a:gd name="connsiteY247" fmla="*/ 8197 h 599996"/>
                <a:gd name="connsiteX248" fmla="*/ 255737 w 293441"/>
                <a:gd name="connsiteY248" fmla="*/ 8197 h 599996"/>
                <a:gd name="connsiteX249" fmla="*/ 255737 w 293441"/>
                <a:gd name="connsiteY249" fmla="*/ 4918 h 599996"/>
                <a:gd name="connsiteX250" fmla="*/ 254097 w 293441"/>
                <a:gd name="connsiteY250" fmla="*/ 0 h 599996"/>
                <a:gd name="connsiteX251" fmla="*/ 249179 w 293441"/>
                <a:gd name="connsiteY251" fmla="*/ 0 h 599996"/>
                <a:gd name="connsiteX252" fmla="*/ 245901 w 293441"/>
                <a:gd name="connsiteY252" fmla="*/ 4918 h 599996"/>
                <a:gd name="connsiteX253" fmla="*/ 247540 w 293441"/>
                <a:gd name="connsiteY253" fmla="*/ 8197 h 599996"/>
                <a:gd name="connsiteX254" fmla="*/ 247540 w 293441"/>
                <a:gd name="connsiteY254" fmla="*/ 11475 h 599996"/>
                <a:gd name="connsiteX255" fmla="*/ 242622 w 293441"/>
                <a:gd name="connsiteY255" fmla="*/ 13114 h 599996"/>
                <a:gd name="connsiteX256" fmla="*/ 239343 w 293441"/>
                <a:gd name="connsiteY256" fmla="*/ 16393 h 599996"/>
                <a:gd name="connsiteX257" fmla="*/ 236064 w 293441"/>
                <a:gd name="connsiteY257" fmla="*/ 21311 h 599996"/>
                <a:gd name="connsiteX258" fmla="*/ 232786 w 293441"/>
                <a:gd name="connsiteY258" fmla="*/ 21311 h 599996"/>
                <a:gd name="connsiteX259" fmla="*/ 236064 w 293441"/>
                <a:gd name="connsiteY259" fmla="*/ 24590 h 599996"/>
                <a:gd name="connsiteX260" fmla="*/ 236064 w 293441"/>
                <a:gd name="connsiteY260" fmla="*/ 29508 h 599996"/>
                <a:gd name="connsiteX261" fmla="*/ 236064 w 293441"/>
                <a:gd name="connsiteY261" fmla="*/ 32787 h 599996"/>
                <a:gd name="connsiteX262" fmla="*/ 237704 w 293441"/>
                <a:gd name="connsiteY262" fmla="*/ 36065 h 599996"/>
                <a:gd name="connsiteX263" fmla="*/ 237704 w 293441"/>
                <a:gd name="connsiteY263" fmla="*/ 40983 h 599996"/>
                <a:gd name="connsiteX264" fmla="*/ 236064 w 293441"/>
                <a:gd name="connsiteY264" fmla="*/ 44262 h 599996"/>
                <a:gd name="connsiteX265" fmla="*/ 234425 w 293441"/>
                <a:gd name="connsiteY265" fmla="*/ 45901 h 599996"/>
                <a:gd name="connsiteX266" fmla="*/ 234425 w 293441"/>
                <a:gd name="connsiteY266" fmla="*/ 47541 h 599996"/>
                <a:gd name="connsiteX267" fmla="*/ 232786 w 293441"/>
                <a:gd name="connsiteY267" fmla="*/ 49180 h 599996"/>
                <a:gd name="connsiteX268" fmla="*/ 232786 w 293441"/>
                <a:gd name="connsiteY268" fmla="*/ 52458 h 599996"/>
                <a:gd name="connsiteX269" fmla="*/ 232786 w 293441"/>
                <a:gd name="connsiteY269" fmla="*/ 52458 h 599996"/>
                <a:gd name="connsiteX270" fmla="*/ 232786 w 293441"/>
                <a:gd name="connsiteY270" fmla="*/ 57377 h 599996"/>
                <a:gd name="connsiteX271" fmla="*/ 231147 w 293441"/>
                <a:gd name="connsiteY271" fmla="*/ 57377 h 599996"/>
                <a:gd name="connsiteX272" fmla="*/ 231147 w 293441"/>
                <a:gd name="connsiteY272" fmla="*/ 62295 h 599996"/>
                <a:gd name="connsiteX273" fmla="*/ 226228 w 293441"/>
                <a:gd name="connsiteY273" fmla="*/ 63934 h 599996"/>
                <a:gd name="connsiteX274" fmla="*/ 222950 w 293441"/>
                <a:gd name="connsiteY274" fmla="*/ 63934 h 599996"/>
                <a:gd name="connsiteX275" fmla="*/ 219671 w 293441"/>
                <a:gd name="connsiteY275" fmla="*/ 63934 h 599996"/>
                <a:gd name="connsiteX276" fmla="*/ 219671 w 293441"/>
                <a:gd name="connsiteY276" fmla="*/ 67212 h 599996"/>
                <a:gd name="connsiteX277" fmla="*/ 216393 w 293441"/>
                <a:gd name="connsiteY277" fmla="*/ 68852 h 599996"/>
                <a:gd name="connsiteX278" fmla="*/ 213114 w 293441"/>
                <a:gd name="connsiteY278" fmla="*/ 72131 h 599996"/>
                <a:gd name="connsiteX279" fmla="*/ 213114 w 293441"/>
                <a:gd name="connsiteY279" fmla="*/ 77049 h 599996"/>
                <a:gd name="connsiteX280" fmla="*/ 211474 w 293441"/>
                <a:gd name="connsiteY280" fmla="*/ 80327 h 599996"/>
                <a:gd name="connsiteX281" fmla="*/ 208196 w 293441"/>
                <a:gd name="connsiteY281" fmla="*/ 78688 h 599996"/>
                <a:gd name="connsiteX282" fmla="*/ 206557 w 293441"/>
                <a:gd name="connsiteY282" fmla="*/ 75409 h 599996"/>
                <a:gd name="connsiteX283" fmla="*/ 204917 w 293441"/>
                <a:gd name="connsiteY283" fmla="*/ 72131 h 599996"/>
                <a:gd name="connsiteX284" fmla="*/ 203278 w 293441"/>
                <a:gd name="connsiteY284" fmla="*/ 67212 h 599996"/>
                <a:gd name="connsiteX285" fmla="*/ 199999 w 293441"/>
                <a:gd name="connsiteY285" fmla="*/ 68852 h 599996"/>
                <a:gd name="connsiteX286" fmla="*/ 196720 w 293441"/>
                <a:gd name="connsiteY286" fmla="*/ 72131 h 599996"/>
                <a:gd name="connsiteX287" fmla="*/ 196720 w 293441"/>
                <a:gd name="connsiteY287" fmla="*/ 77049 h 599996"/>
                <a:gd name="connsiteX288" fmla="*/ 195081 w 293441"/>
                <a:gd name="connsiteY288" fmla="*/ 80327 h 599996"/>
                <a:gd name="connsiteX289" fmla="*/ 196720 w 293441"/>
                <a:gd name="connsiteY289" fmla="*/ 83606 h 599996"/>
                <a:gd name="connsiteX290" fmla="*/ 199999 w 293441"/>
                <a:gd name="connsiteY290" fmla="*/ 88524 h 599996"/>
                <a:gd name="connsiteX291" fmla="*/ 201638 w 293441"/>
                <a:gd name="connsiteY291" fmla="*/ 91802 h 599996"/>
                <a:gd name="connsiteX292" fmla="*/ 201638 w 293441"/>
                <a:gd name="connsiteY292" fmla="*/ 91802 h 599996"/>
                <a:gd name="connsiteX293" fmla="*/ 201638 w 293441"/>
                <a:gd name="connsiteY293" fmla="*/ 96721 h 599996"/>
                <a:gd name="connsiteX294" fmla="*/ 198360 w 293441"/>
                <a:gd name="connsiteY294" fmla="*/ 99999 h 599996"/>
                <a:gd name="connsiteX295" fmla="*/ 198360 w 293441"/>
                <a:gd name="connsiteY295" fmla="*/ 96721 h 599996"/>
                <a:gd name="connsiteX296" fmla="*/ 195081 w 293441"/>
                <a:gd name="connsiteY296" fmla="*/ 99999 h 599996"/>
                <a:gd name="connsiteX297" fmla="*/ 191803 w 293441"/>
                <a:gd name="connsiteY297" fmla="*/ 98360 h 599996"/>
                <a:gd name="connsiteX298" fmla="*/ 190163 w 293441"/>
                <a:gd name="connsiteY298" fmla="*/ 101639 h 599996"/>
                <a:gd name="connsiteX299" fmla="*/ 188524 w 293441"/>
                <a:gd name="connsiteY299" fmla="*/ 106557 h 599996"/>
                <a:gd name="connsiteX300" fmla="*/ 188524 w 293441"/>
                <a:gd name="connsiteY300" fmla="*/ 109835 h 599996"/>
                <a:gd name="connsiteX301" fmla="*/ 190163 w 293441"/>
                <a:gd name="connsiteY301" fmla="*/ 114754 h 599996"/>
                <a:gd name="connsiteX302" fmla="*/ 195081 w 293441"/>
                <a:gd name="connsiteY302" fmla="*/ 114754 h 599996"/>
                <a:gd name="connsiteX303" fmla="*/ 198360 w 293441"/>
                <a:gd name="connsiteY303" fmla="*/ 116393 h 599996"/>
                <a:gd name="connsiteX304" fmla="*/ 198360 w 293441"/>
                <a:gd name="connsiteY304" fmla="*/ 119671 h 599996"/>
                <a:gd name="connsiteX305" fmla="*/ 198360 w 293441"/>
                <a:gd name="connsiteY305" fmla="*/ 122950 h 599996"/>
                <a:gd name="connsiteX306" fmla="*/ 198360 w 293441"/>
                <a:gd name="connsiteY306" fmla="*/ 121311 h 599996"/>
                <a:gd name="connsiteX307" fmla="*/ 196720 w 293441"/>
                <a:gd name="connsiteY307" fmla="*/ 116393 h 599996"/>
                <a:gd name="connsiteX308" fmla="*/ 193442 w 293441"/>
                <a:gd name="connsiteY308" fmla="*/ 116393 h 599996"/>
                <a:gd name="connsiteX309" fmla="*/ 188524 w 293441"/>
                <a:gd name="connsiteY309" fmla="*/ 118032 h 599996"/>
                <a:gd name="connsiteX310" fmla="*/ 185245 w 293441"/>
                <a:gd name="connsiteY310" fmla="*/ 121311 h 599996"/>
                <a:gd name="connsiteX311" fmla="*/ 183606 w 293441"/>
                <a:gd name="connsiteY311" fmla="*/ 126229 h 599996"/>
                <a:gd name="connsiteX312" fmla="*/ 181966 w 293441"/>
                <a:gd name="connsiteY312" fmla="*/ 129508 h 599996"/>
                <a:gd name="connsiteX313" fmla="*/ 178688 w 293441"/>
                <a:gd name="connsiteY313" fmla="*/ 134425 h 599996"/>
                <a:gd name="connsiteX314" fmla="*/ 175409 w 293441"/>
                <a:gd name="connsiteY314" fmla="*/ 136065 h 599996"/>
                <a:gd name="connsiteX315" fmla="*/ 175409 w 293441"/>
                <a:gd name="connsiteY315" fmla="*/ 132786 h 599996"/>
                <a:gd name="connsiteX316" fmla="*/ 178688 w 293441"/>
                <a:gd name="connsiteY316" fmla="*/ 127868 h 599996"/>
                <a:gd name="connsiteX317" fmla="*/ 178688 w 293441"/>
                <a:gd name="connsiteY317" fmla="*/ 124589 h 599996"/>
                <a:gd name="connsiteX318" fmla="*/ 178688 w 293441"/>
                <a:gd name="connsiteY318" fmla="*/ 119671 h 599996"/>
                <a:gd name="connsiteX319" fmla="*/ 175409 w 293441"/>
                <a:gd name="connsiteY319" fmla="*/ 121311 h 599996"/>
                <a:gd name="connsiteX320" fmla="*/ 172130 w 293441"/>
                <a:gd name="connsiteY320" fmla="*/ 124589 h 599996"/>
                <a:gd name="connsiteX321" fmla="*/ 172130 w 293441"/>
                <a:gd name="connsiteY321" fmla="*/ 129508 h 599996"/>
                <a:gd name="connsiteX322" fmla="*/ 168851 w 293441"/>
                <a:gd name="connsiteY322" fmla="*/ 132786 h 599996"/>
                <a:gd name="connsiteX323" fmla="*/ 165573 w 293441"/>
                <a:gd name="connsiteY323" fmla="*/ 136065 h 599996"/>
                <a:gd name="connsiteX324" fmla="*/ 162294 w 293441"/>
                <a:gd name="connsiteY324" fmla="*/ 139344 h 599996"/>
                <a:gd name="connsiteX325" fmla="*/ 162294 w 293441"/>
                <a:gd name="connsiteY325" fmla="*/ 144261 h 599996"/>
                <a:gd name="connsiteX326" fmla="*/ 165573 w 293441"/>
                <a:gd name="connsiteY326" fmla="*/ 147540 h 599996"/>
                <a:gd name="connsiteX327" fmla="*/ 168851 w 293441"/>
                <a:gd name="connsiteY327" fmla="*/ 150819 h 599996"/>
                <a:gd name="connsiteX328" fmla="*/ 165573 w 293441"/>
                <a:gd name="connsiteY328" fmla="*/ 154098 h 599996"/>
                <a:gd name="connsiteX329" fmla="*/ 163934 w 293441"/>
                <a:gd name="connsiteY329" fmla="*/ 152458 h 599996"/>
                <a:gd name="connsiteX330" fmla="*/ 162294 w 293441"/>
                <a:gd name="connsiteY330" fmla="*/ 154098 h 599996"/>
                <a:gd name="connsiteX331" fmla="*/ 160655 w 293441"/>
                <a:gd name="connsiteY331" fmla="*/ 154098 h 599996"/>
                <a:gd name="connsiteX332" fmla="*/ 157376 w 293441"/>
                <a:gd name="connsiteY332" fmla="*/ 157376 h 599996"/>
                <a:gd name="connsiteX333" fmla="*/ 159016 w 293441"/>
                <a:gd name="connsiteY333" fmla="*/ 154098 h 599996"/>
                <a:gd name="connsiteX334" fmla="*/ 160655 w 293441"/>
                <a:gd name="connsiteY334" fmla="*/ 149179 h 599996"/>
                <a:gd name="connsiteX335" fmla="*/ 159016 w 293441"/>
                <a:gd name="connsiteY335" fmla="*/ 145901 h 599996"/>
                <a:gd name="connsiteX336" fmla="*/ 155737 w 293441"/>
                <a:gd name="connsiteY336" fmla="*/ 142622 h 599996"/>
                <a:gd name="connsiteX337" fmla="*/ 150819 w 293441"/>
                <a:gd name="connsiteY337" fmla="*/ 145901 h 599996"/>
                <a:gd name="connsiteX338" fmla="*/ 147540 w 293441"/>
                <a:gd name="connsiteY338" fmla="*/ 149179 h 599996"/>
                <a:gd name="connsiteX339" fmla="*/ 144261 w 293441"/>
                <a:gd name="connsiteY339" fmla="*/ 152458 h 599996"/>
                <a:gd name="connsiteX340" fmla="*/ 139344 w 293441"/>
                <a:gd name="connsiteY340" fmla="*/ 155737 h 599996"/>
                <a:gd name="connsiteX341" fmla="*/ 136065 w 293441"/>
                <a:gd name="connsiteY341" fmla="*/ 159015 h 599996"/>
                <a:gd name="connsiteX342" fmla="*/ 132786 w 293441"/>
                <a:gd name="connsiteY342" fmla="*/ 162294 h 599996"/>
                <a:gd name="connsiteX343" fmla="*/ 132786 w 293441"/>
                <a:gd name="connsiteY343" fmla="*/ 165573 h 599996"/>
                <a:gd name="connsiteX344" fmla="*/ 132786 w 293441"/>
                <a:gd name="connsiteY344" fmla="*/ 170491 h 599996"/>
                <a:gd name="connsiteX345" fmla="*/ 136065 w 293441"/>
                <a:gd name="connsiteY345" fmla="*/ 172130 h 599996"/>
                <a:gd name="connsiteX346" fmla="*/ 137704 w 293441"/>
                <a:gd name="connsiteY346" fmla="*/ 175409 h 599996"/>
                <a:gd name="connsiteX347" fmla="*/ 134426 w 293441"/>
                <a:gd name="connsiteY347" fmla="*/ 175409 h 599996"/>
                <a:gd name="connsiteX348" fmla="*/ 134426 w 293441"/>
                <a:gd name="connsiteY348" fmla="*/ 175409 h 599996"/>
                <a:gd name="connsiteX349" fmla="*/ 132786 w 293441"/>
                <a:gd name="connsiteY349" fmla="*/ 175409 h 599996"/>
                <a:gd name="connsiteX350" fmla="*/ 132786 w 293441"/>
                <a:gd name="connsiteY350" fmla="*/ 175409 h 599996"/>
                <a:gd name="connsiteX351" fmla="*/ 131147 w 293441"/>
                <a:gd name="connsiteY351" fmla="*/ 175409 h 599996"/>
                <a:gd name="connsiteX352" fmla="*/ 129508 w 293441"/>
                <a:gd name="connsiteY352" fmla="*/ 172130 h 599996"/>
                <a:gd name="connsiteX353" fmla="*/ 129508 w 293441"/>
                <a:gd name="connsiteY353" fmla="*/ 168851 h 599996"/>
                <a:gd name="connsiteX354" fmla="*/ 126229 w 293441"/>
                <a:gd name="connsiteY354" fmla="*/ 163934 h 599996"/>
                <a:gd name="connsiteX355" fmla="*/ 121311 w 293441"/>
                <a:gd name="connsiteY355" fmla="*/ 167212 h 599996"/>
                <a:gd name="connsiteX356" fmla="*/ 121311 w 293441"/>
                <a:gd name="connsiteY356" fmla="*/ 170491 h 599996"/>
                <a:gd name="connsiteX357" fmla="*/ 118032 w 293441"/>
                <a:gd name="connsiteY357" fmla="*/ 167212 h 599996"/>
                <a:gd name="connsiteX358" fmla="*/ 113114 w 293441"/>
                <a:gd name="connsiteY358" fmla="*/ 168851 h 599996"/>
                <a:gd name="connsiteX359" fmla="*/ 113114 w 293441"/>
                <a:gd name="connsiteY359" fmla="*/ 168851 h 599996"/>
                <a:gd name="connsiteX360" fmla="*/ 109836 w 293441"/>
                <a:gd name="connsiteY360" fmla="*/ 168851 h 599996"/>
                <a:gd name="connsiteX361" fmla="*/ 104917 w 293441"/>
                <a:gd name="connsiteY361" fmla="*/ 172130 h 599996"/>
                <a:gd name="connsiteX362" fmla="*/ 106557 w 293441"/>
                <a:gd name="connsiteY362" fmla="*/ 175409 h 599996"/>
                <a:gd name="connsiteX363" fmla="*/ 103278 w 293441"/>
                <a:gd name="connsiteY363" fmla="*/ 178688 h 599996"/>
                <a:gd name="connsiteX364" fmla="*/ 103278 w 293441"/>
                <a:gd name="connsiteY364" fmla="*/ 175409 h 599996"/>
                <a:gd name="connsiteX365" fmla="*/ 100000 w 293441"/>
                <a:gd name="connsiteY365" fmla="*/ 175409 h 599996"/>
                <a:gd name="connsiteX366" fmla="*/ 95081 w 293441"/>
                <a:gd name="connsiteY366" fmla="*/ 177048 h 599996"/>
                <a:gd name="connsiteX367" fmla="*/ 95081 w 293441"/>
                <a:gd name="connsiteY367" fmla="*/ 181966 h 599996"/>
                <a:gd name="connsiteX368" fmla="*/ 93442 w 293441"/>
                <a:gd name="connsiteY368" fmla="*/ 178688 h 599996"/>
                <a:gd name="connsiteX369" fmla="*/ 90164 w 293441"/>
                <a:gd name="connsiteY369" fmla="*/ 175409 h 599996"/>
                <a:gd name="connsiteX370" fmla="*/ 85246 w 293441"/>
                <a:gd name="connsiteY370" fmla="*/ 178688 h 599996"/>
                <a:gd name="connsiteX371" fmla="*/ 83606 w 293441"/>
                <a:gd name="connsiteY371" fmla="*/ 181966 h 599996"/>
                <a:gd name="connsiteX372" fmla="*/ 78688 w 293441"/>
                <a:gd name="connsiteY372" fmla="*/ 185245 h 599996"/>
                <a:gd name="connsiteX373" fmla="*/ 78688 w 293441"/>
                <a:gd name="connsiteY373" fmla="*/ 185245 h 599996"/>
                <a:gd name="connsiteX374" fmla="*/ 75410 w 293441"/>
                <a:gd name="connsiteY374" fmla="*/ 186884 h 599996"/>
                <a:gd name="connsiteX375" fmla="*/ 70491 w 293441"/>
                <a:gd name="connsiteY375" fmla="*/ 186884 h 599996"/>
                <a:gd name="connsiteX376" fmla="*/ 67213 w 293441"/>
                <a:gd name="connsiteY376" fmla="*/ 185245 h 599996"/>
                <a:gd name="connsiteX377" fmla="*/ 63934 w 293441"/>
                <a:gd name="connsiteY377" fmla="*/ 185245 h 599996"/>
                <a:gd name="connsiteX378" fmla="*/ 59016 w 293441"/>
                <a:gd name="connsiteY378" fmla="*/ 186884 h 599996"/>
                <a:gd name="connsiteX379" fmla="*/ 59016 w 293441"/>
                <a:gd name="connsiteY379" fmla="*/ 190163 h 599996"/>
                <a:gd name="connsiteX380" fmla="*/ 59016 w 293441"/>
                <a:gd name="connsiteY380" fmla="*/ 195081 h 599996"/>
                <a:gd name="connsiteX381" fmla="*/ 60656 w 293441"/>
                <a:gd name="connsiteY381" fmla="*/ 198359 h 599996"/>
                <a:gd name="connsiteX382" fmla="*/ 59016 w 293441"/>
                <a:gd name="connsiteY382" fmla="*/ 201638 h 599996"/>
                <a:gd name="connsiteX383" fmla="*/ 59016 w 293441"/>
                <a:gd name="connsiteY383" fmla="*/ 201638 h 599996"/>
                <a:gd name="connsiteX384" fmla="*/ 59016 w 293441"/>
                <a:gd name="connsiteY384" fmla="*/ 204917 h 599996"/>
                <a:gd name="connsiteX385" fmla="*/ 57377 w 293441"/>
                <a:gd name="connsiteY385" fmla="*/ 209835 h 599996"/>
                <a:gd name="connsiteX386" fmla="*/ 54098 w 293441"/>
                <a:gd name="connsiteY386" fmla="*/ 213114 h 599996"/>
                <a:gd name="connsiteX387" fmla="*/ 52459 w 293441"/>
                <a:gd name="connsiteY387" fmla="*/ 216392 h 599996"/>
                <a:gd name="connsiteX388" fmla="*/ 50820 w 293441"/>
                <a:gd name="connsiteY388" fmla="*/ 221310 h 599996"/>
                <a:gd name="connsiteX389" fmla="*/ 49180 w 293441"/>
                <a:gd name="connsiteY389" fmla="*/ 224589 h 599996"/>
                <a:gd name="connsiteX390" fmla="*/ 45901 w 293441"/>
                <a:gd name="connsiteY390" fmla="*/ 227868 h 599996"/>
                <a:gd name="connsiteX391" fmla="*/ 44262 w 293441"/>
                <a:gd name="connsiteY391" fmla="*/ 232786 h 599996"/>
                <a:gd name="connsiteX392" fmla="*/ 40983 w 293441"/>
                <a:gd name="connsiteY392" fmla="*/ 236064 h 599996"/>
                <a:gd name="connsiteX393" fmla="*/ 39344 w 293441"/>
                <a:gd name="connsiteY393" fmla="*/ 239343 h 599996"/>
                <a:gd name="connsiteX394" fmla="*/ 37705 w 293441"/>
                <a:gd name="connsiteY394" fmla="*/ 244261 h 599996"/>
                <a:gd name="connsiteX395" fmla="*/ 37705 w 293441"/>
                <a:gd name="connsiteY395" fmla="*/ 247539 h 599996"/>
                <a:gd name="connsiteX396" fmla="*/ 39344 w 293441"/>
                <a:gd name="connsiteY396" fmla="*/ 252458 h 599996"/>
                <a:gd name="connsiteX397" fmla="*/ 40983 w 293441"/>
                <a:gd name="connsiteY397" fmla="*/ 254097 h 599996"/>
                <a:gd name="connsiteX398" fmla="*/ 40983 w 293441"/>
                <a:gd name="connsiteY398" fmla="*/ 257376 h 599996"/>
                <a:gd name="connsiteX399" fmla="*/ 39344 w 293441"/>
                <a:gd name="connsiteY399" fmla="*/ 262294 h 599996"/>
                <a:gd name="connsiteX400" fmla="*/ 39344 w 293441"/>
                <a:gd name="connsiteY400" fmla="*/ 265572 h 599996"/>
                <a:gd name="connsiteX401" fmla="*/ 39344 w 293441"/>
                <a:gd name="connsiteY401" fmla="*/ 268851 h 599996"/>
                <a:gd name="connsiteX402" fmla="*/ 40983 w 293441"/>
                <a:gd name="connsiteY402" fmla="*/ 273769 h 599996"/>
                <a:gd name="connsiteX403" fmla="*/ 40983 w 293441"/>
                <a:gd name="connsiteY403" fmla="*/ 277048 h 599996"/>
                <a:gd name="connsiteX404" fmla="*/ 40983 w 293441"/>
                <a:gd name="connsiteY404" fmla="*/ 281966 h 599996"/>
                <a:gd name="connsiteX405" fmla="*/ 40983 w 293441"/>
                <a:gd name="connsiteY405" fmla="*/ 285244 h 599996"/>
                <a:gd name="connsiteX406" fmla="*/ 42623 w 293441"/>
                <a:gd name="connsiteY406" fmla="*/ 288523 h 599996"/>
                <a:gd name="connsiteX407" fmla="*/ 44262 w 293441"/>
                <a:gd name="connsiteY407" fmla="*/ 293441 h 599996"/>
                <a:gd name="connsiteX408" fmla="*/ 45901 w 293441"/>
                <a:gd name="connsiteY408" fmla="*/ 296720 h 599996"/>
                <a:gd name="connsiteX409" fmla="*/ 47541 w 293441"/>
                <a:gd name="connsiteY409" fmla="*/ 301638 h 599996"/>
                <a:gd name="connsiteX410" fmla="*/ 45901 w 293441"/>
                <a:gd name="connsiteY410" fmla="*/ 304916 h 599996"/>
                <a:gd name="connsiteX411" fmla="*/ 45901 w 293441"/>
                <a:gd name="connsiteY411" fmla="*/ 308195 h 599996"/>
                <a:gd name="connsiteX412" fmla="*/ 45901 w 293441"/>
                <a:gd name="connsiteY412" fmla="*/ 313113 h 599996"/>
                <a:gd name="connsiteX413" fmla="*/ 47541 w 293441"/>
                <a:gd name="connsiteY413" fmla="*/ 316392 h 599996"/>
                <a:gd name="connsiteX414" fmla="*/ 49180 w 293441"/>
                <a:gd name="connsiteY414" fmla="*/ 319671 h 599996"/>
                <a:gd name="connsiteX415" fmla="*/ 50820 w 293441"/>
                <a:gd name="connsiteY415" fmla="*/ 324588 h 599996"/>
                <a:gd name="connsiteX416" fmla="*/ 52459 w 293441"/>
                <a:gd name="connsiteY416" fmla="*/ 326228 h 599996"/>
                <a:gd name="connsiteX417" fmla="*/ 54098 w 293441"/>
                <a:gd name="connsiteY417" fmla="*/ 329506 h 599996"/>
                <a:gd name="connsiteX418" fmla="*/ 54098 w 293441"/>
                <a:gd name="connsiteY418" fmla="*/ 334425 h 599996"/>
                <a:gd name="connsiteX419" fmla="*/ 52459 w 293441"/>
                <a:gd name="connsiteY419" fmla="*/ 334425 h 599996"/>
                <a:gd name="connsiteX420" fmla="*/ 50820 w 293441"/>
                <a:gd name="connsiteY420" fmla="*/ 337703 h 599996"/>
                <a:gd name="connsiteX421" fmla="*/ 50820 w 293441"/>
                <a:gd name="connsiteY421" fmla="*/ 339342 h 599996"/>
                <a:gd name="connsiteX422" fmla="*/ 50820 w 293441"/>
                <a:gd name="connsiteY422" fmla="*/ 342621 h 599996"/>
                <a:gd name="connsiteX423" fmla="*/ 50820 w 293441"/>
                <a:gd name="connsiteY423" fmla="*/ 345900 h 599996"/>
                <a:gd name="connsiteX424" fmla="*/ 52459 w 293441"/>
                <a:gd name="connsiteY424" fmla="*/ 347539 h 599996"/>
                <a:gd name="connsiteX425" fmla="*/ 52459 w 293441"/>
                <a:gd name="connsiteY425" fmla="*/ 349179 h 599996"/>
                <a:gd name="connsiteX426" fmla="*/ 52459 w 293441"/>
                <a:gd name="connsiteY426" fmla="*/ 354096 h 599996"/>
                <a:gd name="connsiteX427" fmla="*/ 50820 w 293441"/>
                <a:gd name="connsiteY427" fmla="*/ 355736 h 599996"/>
                <a:gd name="connsiteX428" fmla="*/ 47541 w 293441"/>
                <a:gd name="connsiteY428" fmla="*/ 360654 h 599996"/>
                <a:gd name="connsiteX429" fmla="*/ 45901 w 293441"/>
                <a:gd name="connsiteY429" fmla="*/ 363932 h 599996"/>
                <a:gd name="connsiteX430" fmla="*/ 44262 w 293441"/>
                <a:gd name="connsiteY430" fmla="*/ 367211 h 599996"/>
                <a:gd name="connsiteX431" fmla="*/ 44262 w 293441"/>
                <a:gd name="connsiteY431" fmla="*/ 367211 h 599996"/>
                <a:gd name="connsiteX432" fmla="*/ 44262 w 293441"/>
                <a:gd name="connsiteY432" fmla="*/ 368851 h 599996"/>
                <a:gd name="connsiteX433" fmla="*/ 42623 w 293441"/>
                <a:gd name="connsiteY433" fmla="*/ 372129 h 599996"/>
                <a:gd name="connsiteX434" fmla="*/ 39344 w 293441"/>
                <a:gd name="connsiteY434" fmla="*/ 375408 h 599996"/>
                <a:gd name="connsiteX435" fmla="*/ 37705 w 293441"/>
                <a:gd name="connsiteY435" fmla="*/ 380326 h 599996"/>
                <a:gd name="connsiteX436" fmla="*/ 36066 w 293441"/>
                <a:gd name="connsiteY436" fmla="*/ 383605 h 599996"/>
                <a:gd name="connsiteX437" fmla="*/ 31147 w 293441"/>
                <a:gd name="connsiteY437" fmla="*/ 388523 h 599996"/>
                <a:gd name="connsiteX438" fmla="*/ 29508 w 293441"/>
                <a:gd name="connsiteY438" fmla="*/ 391801 h 599996"/>
                <a:gd name="connsiteX439" fmla="*/ 27869 w 293441"/>
                <a:gd name="connsiteY439" fmla="*/ 395080 h 599996"/>
                <a:gd name="connsiteX440" fmla="*/ 27869 w 293441"/>
                <a:gd name="connsiteY440" fmla="*/ 398359 h 599996"/>
                <a:gd name="connsiteX441" fmla="*/ 26229 w 293441"/>
                <a:gd name="connsiteY441" fmla="*/ 403276 h 599996"/>
                <a:gd name="connsiteX442" fmla="*/ 26229 w 293441"/>
                <a:gd name="connsiteY442" fmla="*/ 406555 h 599996"/>
                <a:gd name="connsiteX443" fmla="*/ 21311 w 293441"/>
                <a:gd name="connsiteY443" fmla="*/ 409834 h 599996"/>
                <a:gd name="connsiteX444" fmla="*/ 21311 w 293441"/>
                <a:gd name="connsiteY444" fmla="*/ 409834 h 599996"/>
                <a:gd name="connsiteX445" fmla="*/ 18033 w 293441"/>
                <a:gd name="connsiteY445" fmla="*/ 409834 h 599996"/>
                <a:gd name="connsiteX446" fmla="*/ 18033 w 293441"/>
                <a:gd name="connsiteY446" fmla="*/ 409834 h 599996"/>
                <a:gd name="connsiteX447" fmla="*/ 16393 w 293441"/>
                <a:gd name="connsiteY447" fmla="*/ 411473 h 599996"/>
                <a:gd name="connsiteX448" fmla="*/ 14754 w 293441"/>
                <a:gd name="connsiteY448" fmla="*/ 413113 h 599996"/>
                <a:gd name="connsiteX449" fmla="*/ 13114 w 293441"/>
                <a:gd name="connsiteY449" fmla="*/ 413113 h 599996"/>
                <a:gd name="connsiteX450" fmla="*/ 13114 w 293441"/>
                <a:gd name="connsiteY450" fmla="*/ 413113 h 599996"/>
                <a:gd name="connsiteX451" fmla="*/ 11476 w 293441"/>
                <a:gd name="connsiteY451" fmla="*/ 416391 h 599996"/>
                <a:gd name="connsiteX452" fmla="*/ 11476 w 293441"/>
                <a:gd name="connsiteY452" fmla="*/ 419670 h 599996"/>
                <a:gd name="connsiteX453" fmla="*/ 11476 w 293441"/>
                <a:gd name="connsiteY453" fmla="*/ 422949 h 599996"/>
                <a:gd name="connsiteX454" fmla="*/ 9836 w 293441"/>
                <a:gd name="connsiteY454" fmla="*/ 427866 h 599996"/>
                <a:gd name="connsiteX455" fmla="*/ 6557 w 293441"/>
                <a:gd name="connsiteY455" fmla="*/ 431145 h 599996"/>
                <a:gd name="connsiteX456" fmla="*/ 4918 w 293441"/>
                <a:gd name="connsiteY456" fmla="*/ 432785 h 599996"/>
                <a:gd name="connsiteX457" fmla="*/ 3279 w 293441"/>
                <a:gd name="connsiteY457" fmla="*/ 437703 h 599996"/>
                <a:gd name="connsiteX458" fmla="*/ 1639 w 293441"/>
                <a:gd name="connsiteY458" fmla="*/ 440981 h 599996"/>
                <a:gd name="connsiteX459" fmla="*/ 1639 w 293441"/>
                <a:gd name="connsiteY459" fmla="*/ 445899 h 59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</a:cxnLst>
              <a:rect l="l" t="t" r="r" b="b"/>
              <a:pathLst>
                <a:path w="293441" h="599996">
                  <a:moveTo>
                    <a:pt x="1639" y="445899"/>
                  </a:moveTo>
                  <a:lnTo>
                    <a:pt x="1639" y="449178"/>
                  </a:lnTo>
                  <a:lnTo>
                    <a:pt x="0" y="452457"/>
                  </a:lnTo>
                  <a:lnTo>
                    <a:pt x="1639" y="457375"/>
                  </a:lnTo>
                  <a:lnTo>
                    <a:pt x="1639" y="460653"/>
                  </a:lnTo>
                  <a:lnTo>
                    <a:pt x="1639" y="463932"/>
                  </a:lnTo>
                  <a:lnTo>
                    <a:pt x="1639" y="468850"/>
                  </a:lnTo>
                  <a:lnTo>
                    <a:pt x="3279" y="472129"/>
                  </a:lnTo>
                  <a:lnTo>
                    <a:pt x="3279" y="477047"/>
                  </a:lnTo>
                  <a:lnTo>
                    <a:pt x="4918" y="480325"/>
                  </a:lnTo>
                  <a:lnTo>
                    <a:pt x="8197" y="483604"/>
                  </a:lnTo>
                  <a:lnTo>
                    <a:pt x="11476" y="488522"/>
                  </a:lnTo>
                  <a:lnTo>
                    <a:pt x="11476" y="491801"/>
                  </a:lnTo>
                  <a:lnTo>
                    <a:pt x="13114" y="496719"/>
                  </a:lnTo>
                  <a:lnTo>
                    <a:pt x="13114" y="499998"/>
                  </a:lnTo>
                  <a:lnTo>
                    <a:pt x="14754" y="503276"/>
                  </a:lnTo>
                  <a:lnTo>
                    <a:pt x="18033" y="508194"/>
                  </a:lnTo>
                  <a:lnTo>
                    <a:pt x="16393" y="511473"/>
                  </a:lnTo>
                  <a:lnTo>
                    <a:pt x="14754" y="513112"/>
                  </a:lnTo>
                  <a:lnTo>
                    <a:pt x="13114" y="516391"/>
                  </a:lnTo>
                  <a:lnTo>
                    <a:pt x="11476" y="521309"/>
                  </a:lnTo>
                  <a:lnTo>
                    <a:pt x="13114" y="524588"/>
                  </a:lnTo>
                  <a:lnTo>
                    <a:pt x="11476" y="527866"/>
                  </a:lnTo>
                  <a:lnTo>
                    <a:pt x="13114" y="532784"/>
                  </a:lnTo>
                  <a:lnTo>
                    <a:pt x="13114" y="536063"/>
                  </a:lnTo>
                  <a:lnTo>
                    <a:pt x="11476" y="539342"/>
                  </a:lnTo>
                  <a:lnTo>
                    <a:pt x="11476" y="544260"/>
                  </a:lnTo>
                  <a:lnTo>
                    <a:pt x="13114" y="547538"/>
                  </a:lnTo>
                  <a:lnTo>
                    <a:pt x="16393" y="552456"/>
                  </a:lnTo>
                  <a:lnTo>
                    <a:pt x="19672" y="555735"/>
                  </a:lnTo>
                  <a:lnTo>
                    <a:pt x="21311" y="559013"/>
                  </a:lnTo>
                  <a:lnTo>
                    <a:pt x="21311" y="563932"/>
                  </a:lnTo>
                  <a:lnTo>
                    <a:pt x="22951" y="567210"/>
                  </a:lnTo>
                  <a:lnTo>
                    <a:pt x="24590" y="572128"/>
                  </a:lnTo>
                  <a:lnTo>
                    <a:pt x="26229" y="575407"/>
                  </a:lnTo>
                  <a:lnTo>
                    <a:pt x="26229" y="575407"/>
                  </a:lnTo>
                  <a:lnTo>
                    <a:pt x="29508" y="577046"/>
                  </a:lnTo>
                  <a:lnTo>
                    <a:pt x="34426" y="580325"/>
                  </a:lnTo>
                  <a:lnTo>
                    <a:pt x="37705" y="583603"/>
                  </a:lnTo>
                  <a:lnTo>
                    <a:pt x="34426" y="581965"/>
                  </a:lnTo>
                  <a:lnTo>
                    <a:pt x="36066" y="585243"/>
                  </a:lnTo>
                  <a:lnTo>
                    <a:pt x="40983" y="586882"/>
                  </a:lnTo>
                  <a:lnTo>
                    <a:pt x="42623" y="586882"/>
                  </a:lnTo>
                  <a:lnTo>
                    <a:pt x="47541" y="588522"/>
                  </a:lnTo>
                  <a:lnTo>
                    <a:pt x="52459" y="588522"/>
                  </a:lnTo>
                  <a:lnTo>
                    <a:pt x="55737" y="591800"/>
                  </a:lnTo>
                  <a:lnTo>
                    <a:pt x="59016" y="596718"/>
                  </a:lnTo>
                  <a:lnTo>
                    <a:pt x="62295" y="598358"/>
                  </a:lnTo>
                  <a:lnTo>
                    <a:pt x="67213" y="599997"/>
                  </a:lnTo>
                  <a:lnTo>
                    <a:pt x="70491" y="599997"/>
                  </a:lnTo>
                  <a:lnTo>
                    <a:pt x="75410" y="599997"/>
                  </a:lnTo>
                  <a:lnTo>
                    <a:pt x="78688" y="599997"/>
                  </a:lnTo>
                  <a:lnTo>
                    <a:pt x="81967" y="598358"/>
                  </a:lnTo>
                  <a:lnTo>
                    <a:pt x="85246" y="595079"/>
                  </a:lnTo>
                  <a:lnTo>
                    <a:pt x="90164" y="591800"/>
                  </a:lnTo>
                  <a:lnTo>
                    <a:pt x="93442" y="588522"/>
                  </a:lnTo>
                  <a:lnTo>
                    <a:pt x="98360" y="586882"/>
                  </a:lnTo>
                  <a:lnTo>
                    <a:pt x="101639" y="585243"/>
                  </a:lnTo>
                  <a:lnTo>
                    <a:pt x="104917" y="583603"/>
                  </a:lnTo>
                  <a:lnTo>
                    <a:pt x="106557" y="583603"/>
                  </a:lnTo>
                  <a:lnTo>
                    <a:pt x="109836" y="581965"/>
                  </a:lnTo>
                  <a:lnTo>
                    <a:pt x="113114" y="581965"/>
                  </a:lnTo>
                  <a:lnTo>
                    <a:pt x="114754" y="581965"/>
                  </a:lnTo>
                  <a:lnTo>
                    <a:pt x="118032" y="581965"/>
                  </a:lnTo>
                  <a:lnTo>
                    <a:pt x="121311" y="581965"/>
                  </a:lnTo>
                  <a:lnTo>
                    <a:pt x="126229" y="581965"/>
                  </a:lnTo>
                  <a:lnTo>
                    <a:pt x="129508" y="578686"/>
                  </a:lnTo>
                  <a:lnTo>
                    <a:pt x="134426" y="578686"/>
                  </a:lnTo>
                  <a:lnTo>
                    <a:pt x="136065" y="573768"/>
                  </a:lnTo>
                  <a:lnTo>
                    <a:pt x="140983" y="572128"/>
                  </a:lnTo>
                  <a:lnTo>
                    <a:pt x="140983" y="567210"/>
                  </a:lnTo>
                  <a:lnTo>
                    <a:pt x="144261" y="563932"/>
                  </a:lnTo>
                  <a:lnTo>
                    <a:pt x="145901" y="559013"/>
                  </a:lnTo>
                  <a:lnTo>
                    <a:pt x="147540" y="555735"/>
                  </a:lnTo>
                  <a:lnTo>
                    <a:pt x="149180" y="550817"/>
                  </a:lnTo>
                  <a:lnTo>
                    <a:pt x="149180" y="547538"/>
                  </a:lnTo>
                  <a:lnTo>
                    <a:pt x="150819" y="544260"/>
                  </a:lnTo>
                  <a:lnTo>
                    <a:pt x="152458" y="539342"/>
                  </a:lnTo>
                  <a:lnTo>
                    <a:pt x="154098" y="536063"/>
                  </a:lnTo>
                  <a:lnTo>
                    <a:pt x="155737" y="532784"/>
                  </a:lnTo>
                  <a:lnTo>
                    <a:pt x="157376" y="527866"/>
                  </a:lnTo>
                  <a:lnTo>
                    <a:pt x="159016" y="524588"/>
                  </a:lnTo>
                  <a:lnTo>
                    <a:pt x="160655" y="521309"/>
                  </a:lnTo>
                  <a:lnTo>
                    <a:pt x="162294" y="516391"/>
                  </a:lnTo>
                  <a:lnTo>
                    <a:pt x="162294" y="513112"/>
                  </a:lnTo>
                  <a:lnTo>
                    <a:pt x="162294" y="511473"/>
                  </a:lnTo>
                  <a:lnTo>
                    <a:pt x="163934" y="509833"/>
                  </a:lnTo>
                  <a:lnTo>
                    <a:pt x="165573" y="506555"/>
                  </a:lnTo>
                  <a:lnTo>
                    <a:pt x="167213" y="501637"/>
                  </a:lnTo>
                  <a:lnTo>
                    <a:pt x="167213" y="499998"/>
                  </a:lnTo>
                  <a:lnTo>
                    <a:pt x="168851" y="496719"/>
                  </a:lnTo>
                  <a:lnTo>
                    <a:pt x="168851" y="493440"/>
                  </a:lnTo>
                  <a:lnTo>
                    <a:pt x="170491" y="490162"/>
                  </a:lnTo>
                  <a:lnTo>
                    <a:pt x="172130" y="485243"/>
                  </a:lnTo>
                  <a:lnTo>
                    <a:pt x="172130" y="481965"/>
                  </a:lnTo>
                  <a:lnTo>
                    <a:pt x="173770" y="478686"/>
                  </a:lnTo>
                  <a:lnTo>
                    <a:pt x="173770" y="473768"/>
                  </a:lnTo>
                  <a:lnTo>
                    <a:pt x="175409" y="470489"/>
                  </a:lnTo>
                  <a:lnTo>
                    <a:pt x="175409" y="465572"/>
                  </a:lnTo>
                  <a:lnTo>
                    <a:pt x="177048" y="462293"/>
                  </a:lnTo>
                  <a:lnTo>
                    <a:pt x="178688" y="459014"/>
                  </a:lnTo>
                  <a:lnTo>
                    <a:pt x="180327" y="455735"/>
                  </a:lnTo>
                  <a:lnTo>
                    <a:pt x="181966" y="449178"/>
                  </a:lnTo>
                  <a:lnTo>
                    <a:pt x="181966" y="447539"/>
                  </a:lnTo>
                  <a:lnTo>
                    <a:pt x="185245" y="444260"/>
                  </a:lnTo>
                  <a:lnTo>
                    <a:pt x="186884" y="439342"/>
                  </a:lnTo>
                  <a:lnTo>
                    <a:pt x="188524" y="436063"/>
                  </a:lnTo>
                  <a:lnTo>
                    <a:pt x="190163" y="431145"/>
                  </a:lnTo>
                  <a:lnTo>
                    <a:pt x="191803" y="427866"/>
                  </a:lnTo>
                  <a:lnTo>
                    <a:pt x="191803" y="424588"/>
                  </a:lnTo>
                  <a:lnTo>
                    <a:pt x="193442" y="419670"/>
                  </a:lnTo>
                  <a:lnTo>
                    <a:pt x="195081" y="416391"/>
                  </a:lnTo>
                  <a:lnTo>
                    <a:pt x="196720" y="413113"/>
                  </a:lnTo>
                  <a:lnTo>
                    <a:pt x="196720" y="409834"/>
                  </a:lnTo>
                  <a:lnTo>
                    <a:pt x="196720" y="408195"/>
                  </a:lnTo>
                  <a:lnTo>
                    <a:pt x="198360" y="404916"/>
                  </a:lnTo>
                  <a:lnTo>
                    <a:pt x="199999" y="401637"/>
                  </a:lnTo>
                  <a:lnTo>
                    <a:pt x="199999" y="398359"/>
                  </a:lnTo>
                  <a:lnTo>
                    <a:pt x="199999" y="398359"/>
                  </a:lnTo>
                  <a:lnTo>
                    <a:pt x="199999" y="396719"/>
                  </a:lnTo>
                  <a:lnTo>
                    <a:pt x="201638" y="395080"/>
                  </a:lnTo>
                  <a:lnTo>
                    <a:pt x="203278" y="391801"/>
                  </a:lnTo>
                  <a:lnTo>
                    <a:pt x="203278" y="388523"/>
                  </a:lnTo>
                  <a:lnTo>
                    <a:pt x="204917" y="383605"/>
                  </a:lnTo>
                  <a:lnTo>
                    <a:pt x="206557" y="380326"/>
                  </a:lnTo>
                  <a:lnTo>
                    <a:pt x="208196" y="377047"/>
                  </a:lnTo>
                  <a:lnTo>
                    <a:pt x="208196" y="372129"/>
                  </a:lnTo>
                  <a:lnTo>
                    <a:pt x="209835" y="368851"/>
                  </a:lnTo>
                  <a:lnTo>
                    <a:pt x="211474" y="365572"/>
                  </a:lnTo>
                  <a:lnTo>
                    <a:pt x="213114" y="362293"/>
                  </a:lnTo>
                  <a:lnTo>
                    <a:pt x="214753" y="357375"/>
                  </a:lnTo>
                  <a:lnTo>
                    <a:pt x="216393" y="354096"/>
                  </a:lnTo>
                  <a:lnTo>
                    <a:pt x="214753" y="352457"/>
                  </a:lnTo>
                  <a:lnTo>
                    <a:pt x="216393" y="352457"/>
                  </a:lnTo>
                  <a:lnTo>
                    <a:pt x="218032" y="350818"/>
                  </a:lnTo>
                  <a:lnTo>
                    <a:pt x="218032" y="347539"/>
                  </a:lnTo>
                  <a:lnTo>
                    <a:pt x="219671" y="342621"/>
                  </a:lnTo>
                  <a:lnTo>
                    <a:pt x="219671" y="339342"/>
                  </a:lnTo>
                  <a:lnTo>
                    <a:pt x="221310" y="334425"/>
                  </a:lnTo>
                  <a:lnTo>
                    <a:pt x="222950" y="331146"/>
                  </a:lnTo>
                  <a:lnTo>
                    <a:pt x="224589" y="327867"/>
                  </a:lnTo>
                  <a:lnTo>
                    <a:pt x="226228" y="322949"/>
                  </a:lnTo>
                  <a:lnTo>
                    <a:pt x="227868" y="319671"/>
                  </a:lnTo>
                  <a:lnTo>
                    <a:pt x="227868" y="316392"/>
                  </a:lnTo>
                  <a:lnTo>
                    <a:pt x="229507" y="311474"/>
                  </a:lnTo>
                  <a:lnTo>
                    <a:pt x="232786" y="308195"/>
                  </a:lnTo>
                  <a:lnTo>
                    <a:pt x="234425" y="303277"/>
                  </a:lnTo>
                  <a:lnTo>
                    <a:pt x="236064" y="299998"/>
                  </a:lnTo>
                  <a:lnTo>
                    <a:pt x="236064" y="296720"/>
                  </a:lnTo>
                  <a:lnTo>
                    <a:pt x="237704" y="291802"/>
                  </a:lnTo>
                  <a:lnTo>
                    <a:pt x="239343" y="288523"/>
                  </a:lnTo>
                  <a:lnTo>
                    <a:pt x="242622" y="285244"/>
                  </a:lnTo>
                  <a:lnTo>
                    <a:pt x="242622" y="280326"/>
                  </a:lnTo>
                  <a:lnTo>
                    <a:pt x="242622" y="277048"/>
                  </a:lnTo>
                  <a:lnTo>
                    <a:pt x="242622" y="277048"/>
                  </a:lnTo>
                  <a:lnTo>
                    <a:pt x="245901" y="272130"/>
                  </a:lnTo>
                  <a:lnTo>
                    <a:pt x="245901" y="270491"/>
                  </a:lnTo>
                  <a:lnTo>
                    <a:pt x="245901" y="267212"/>
                  </a:lnTo>
                  <a:lnTo>
                    <a:pt x="247540" y="262294"/>
                  </a:lnTo>
                  <a:lnTo>
                    <a:pt x="247540" y="259015"/>
                  </a:lnTo>
                  <a:lnTo>
                    <a:pt x="249179" y="254097"/>
                  </a:lnTo>
                  <a:lnTo>
                    <a:pt x="249179" y="250818"/>
                  </a:lnTo>
                  <a:lnTo>
                    <a:pt x="249179" y="245901"/>
                  </a:lnTo>
                  <a:lnTo>
                    <a:pt x="249179" y="242622"/>
                  </a:lnTo>
                  <a:lnTo>
                    <a:pt x="247540" y="239343"/>
                  </a:lnTo>
                  <a:lnTo>
                    <a:pt x="247540" y="234425"/>
                  </a:lnTo>
                  <a:lnTo>
                    <a:pt x="249179" y="231146"/>
                  </a:lnTo>
                  <a:lnTo>
                    <a:pt x="249179" y="229507"/>
                  </a:lnTo>
                  <a:lnTo>
                    <a:pt x="250818" y="226228"/>
                  </a:lnTo>
                  <a:lnTo>
                    <a:pt x="252458" y="222949"/>
                  </a:lnTo>
                  <a:lnTo>
                    <a:pt x="254097" y="218032"/>
                  </a:lnTo>
                  <a:lnTo>
                    <a:pt x="257376" y="216392"/>
                  </a:lnTo>
                  <a:lnTo>
                    <a:pt x="262294" y="214753"/>
                  </a:lnTo>
                  <a:lnTo>
                    <a:pt x="259015" y="209835"/>
                  </a:lnTo>
                  <a:lnTo>
                    <a:pt x="262294" y="206556"/>
                  </a:lnTo>
                  <a:lnTo>
                    <a:pt x="265573" y="201638"/>
                  </a:lnTo>
                  <a:lnTo>
                    <a:pt x="265573" y="198359"/>
                  </a:lnTo>
                  <a:lnTo>
                    <a:pt x="265573" y="193442"/>
                  </a:lnTo>
                  <a:lnTo>
                    <a:pt x="265573" y="190163"/>
                  </a:lnTo>
                  <a:lnTo>
                    <a:pt x="265573" y="186884"/>
                  </a:lnTo>
                  <a:lnTo>
                    <a:pt x="262294" y="183605"/>
                  </a:lnTo>
                  <a:lnTo>
                    <a:pt x="260654" y="181966"/>
                  </a:lnTo>
                  <a:lnTo>
                    <a:pt x="260654" y="178688"/>
                  </a:lnTo>
                  <a:lnTo>
                    <a:pt x="262294" y="175409"/>
                  </a:lnTo>
                  <a:lnTo>
                    <a:pt x="262294" y="170491"/>
                  </a:lnTo>
                  <a:lnTo>
                    <a:pt x="260654" y="167212"/>
                  </a:lnTo>
                  <a:lnTo>
                    <a:pt x="259015" y="163934"/>
                  </a:lnTo>
                  <a:lnTo>
                    <a:pt x="259015" y="159015"/>
                  </a:lnTo>
                  <a:lnTo>
                    <a:pt x="260654" y="155737"/>
                  </a:lnTo>
                  <a:lnTo>
                    <a:pt x="263933" y="152458"/>
                  </a:lnTo>
                  <a:lnTo>
                    <a:pt x="265573" y="152458"/>
                  </a:lnTo>
                  <a:lnTo>
                    <a:pt x="270491" y="154098"/>
                  </a:lnTo>
                  <a:lnTo>
                    <a:pt x="270491" y="159015"/>
                  </a:lnTo>
                  <a:lnTo>
                    <a:pt x="272130" y="162294"/>
                  </a:lnTo>
                  <a:lnTo>
                    <a:pt x="272130" y="167212"/>
                  </a:lnTo>
                  <a:lnTo>
                    <a:pt x="273769" y="167212"/>
                  </a:lnTo>
                  <a:lnTo>
                    <a:pt x="273769" y="172130"/>
                  </a:lnTo>
                  <a:lnTo>
                    <a:pt x="277048" y="173769"/>
                  </a:lnTo>
                  <a:lnTo>
                    <a:pt x="278687" y="173769"/>
                  </a:lnTo>
                  <a:lnTo>
                    <a:pt x="281966" y="175409"/>
                  </a:lnTo>
                  <a:lnTo>
                    <a:pt x="283605" y="172130"/>
                  </a:lnTo>
                  <a:lnTo>
                    <a:pt x="285245" y="167212"/>
                  </a:lnTo>
                  <a:lnTo>
                    <a:pt x="286884" y="163934"/>
                  </a:lnTo>
                  <a:lnTo>
                    <a:pt x="288523" y="160655"/>
                  </a:lnTo>
                  <a:lnTo>
                    <a:pt x="290163" y="155737"/>
                  </a:lnTo>
                  <a:lnTo>
                    <a:pt x="291802" y="152458"/>
                  </a:lnTo>
                  <a:lnTo>
                    <a:pt x="293441" y="147540"/>
                  </a:lnTo>
                  <a:lnTo>
                    <a:pt x="293441" y="144261"/>
                  </a:lnTo>
                  <a:lnTo>
                    <a:pt x="291802" y="140983"/>
                  </a:lnTo>
                  <a:lnTo>
                    <a:pt x="290163" y="137704"/>
                  </a:lnTo>
                  <a:lnTo>
                    <a:pt x="286884" y="134425"/>
                  </a:lnTo>
                  <a:lnTo>
                    <a:pt x="286884" y="129508"/>
                  </a:lnTo>
                  <a:lnTo>
                    <a:pt x="285245" y="126229"/>
                  </a:lnTo>
                  <a:lnTo>
                    <a:pt x="283605" y="122950"/>
                  </a:lnTo>
                  <a:lnTo>
                    <a:pt x="283605" y="119671"/>
                  </a:lnTo>
                  <a:lnTo>
                    <a:pt x="283605" y="114754"/>
                  </a:lnTo>
                  <a:lnTo>
                    <a:pt x="283605" y="111475"/>
                  </a:lnTo>
                  <a:lnTo>
                    <a:pt x="283605" y="106557"/>
                  </a:lnTo>
                  <a:lnTo>
                    <a:pt x="283605" y="103278"/>
                  </a:lnTo>
                  <a:lnTo>
                    <a:pt x="281966" y="99999"/>
                  </a:lnTo>
                  <a:lnTo>
                    <a:pt x="281966" y="95081"/>
                  </a:lnTo>
                  <a:lnTo>
                    <a:pt x="283605" y="91802"/>
                  </a:lnTo>
                  <a:lnTo>
                    <a:pt x="281966" y="86885"/>
                  </a:lnTo>
                  <a:lnTo>
                    <a:pt x="281966" y="83606"/>
                  </a:lnTo>
                  <a:lnTo>
                    <a:pt x="281966" y="80327"/>
                  </a:lnTo>
                  <a:lnTo>
                    <a:pt x="280327" y="75409"/>
                  </a:lnTo>
                  <a:lnTo>
                    <a:pt x="280327" y="72131"/>
                  </a:lnTo>
                  <a:lnTo>
                    <a:pt x="278687" y="68852"/>
                  </a:lnTo>
                  <a:lnTo>
                    <a:pt x="278687" y="63934"/>
                  </a:lnTo>
                  <a:lnTo>
                    <a:pt x="277048" y="60655"/>
                  </a:lnTo>
                  <a:lnTo>
                    <a:pt x="277048" y="57377"/>
                  </a:lnTo>
                  <a:lnTo>
                    <a:pt x="275408" y="54098"/>
                  </a:lnTo>
                  <a:lnTo>
                    <a:pt x="275408" y="52458"/>
                  </a:lnTo>
                  <a:lnTo>
                    <a:pt x="275408" y="49180"/>
                  </a:lnTo>
                  <a:lnTo>
                    <a:pt x="275408" y="44262"/>
                  </a:lnTo>
                  <a:lnTo>
                    <a:pt x="273769" y="40983"/>
                  </a:lnTo>
                  <a:lnTo>
                    <a:pt x="270491" y="37705"/>
                  </a:lnTo>
                  <a:lnTo>
                    <a:pt x="268851" y="34426"/>
                  </a:lnTo>
                  <a:lnTo>
                    <a:pt x="265573" y="36065"/>
                  </a:lnTo>
                  <a:lnTo>
                    <a:pt x="265573" y="32787"/>
                  </a:lnTo>
                  <a:lnTo>
                    <a:pt x="262294" y="29508"/>
                  </a:lnTo>
                  <a:lnTo>
                    <a:pt x="263933" y="24590"/>
                  </a:lnTo>
                  <a:lnTo>
                    <a:pt x="260654" y="21311"/>
                  </a:lnTo>
                  <a:lnTo>
                    <a:pt x="260654" y="16393"/>
                  </a:lnTo>
                  <a:lnTo>
                    <a:pt x="257376" y="14754"/>
                  </a:lnTo>
                  <a:lnTo>
                    <a:pt x="255737" y="11475"/>
                  </a:lnTo>
                  <a:lnTo>
                    <a:pt x="252458" y="11475"/>
                  </a:lnTo>
                  <a:lnTo>
                    <a:pt x="250818" y="8197"/>
                  </a:lnTo>
                  <a:lnTo>
                    <a:pt x="255737" y="8197"/>
                  </a:lnTo>
                  <a:lnTo>
                    <a:pt x="255737" y="4918"/>
                  </a:lnTo>
                  <a:lnTo>
                    <a:pt x="254097" y="0"/>
                  </a:lnTo>
                  <a:lnTo>
                    <a:pt x="249179" y="0"/>
                  </a:lnTo>
                  <a:lnTo>
                    <a:pt x="245901" y="4918"/>
                  </a:lnTo>
                  <a:lnTo>
                    <a:pt x="247540" y="8197"/>
                  </a:lnTo>
                  <a:lnTo>
                    <a:pt x="247540" y="11475"/>
                  </a:lnTo>
                  <a:lnTo>
                    <a:pt x="242622" y="13114"/>
                  </a:lnTo>
                  <a:lnTo>
                    <a:pt x="239343" y="16393"/>
                  </a:lnTo>
                  <a:lnTo>
                    <a:pt x="236064" y="21311"/>
                  </a:lnTo>
                  <a:lnTo>
                    <a:pt x="232786" y="21311"/>
                  </a:lnTo>
                  <a:lnTo>
                    <a:pt x="236064" y="24590"/>
                  </a:lnTo>
                  <a:lnTo>
                    <a:pt x="236064" y="29508"/>
                  </a:lnTo>
                  <a:lnTo>
                    <a:pt x="236064" y="32787"/>
                  </a:lnTo>
                  <a:lnTo>
                    <a:pt x="237704" y="36065"/>
                  </a:lnTo>
                  <a:lnTo>
                    <a:pt x="237704" y="40983"/>
                  </a:lnTo>
                  <a:lnTo>
                    <a:pt x="236064" y="44262"/>
                  </a:lnTo>
                  <a:lnTo>
                    <a:pt x="234425" y="45901"/>
                  </a:lnTo>
                  <a:lnTo>
                    <a:pt x="234425" y="47541"/>
                  </a:lnTo>
                  <a:lnTo>
                    <a:pt x="232786" y="49180"/>
                  </a:lnTo>
                  <a:lnTo>
                    <a:pt x="232786" y="52458"/>
                  </a:lnTo>
                  <a:lnTo>
                    <a:pt x="232786" y="52458"/>
                  </a:lnTo>
                  <a:lnTo>
                    <a:pt x="232786" y="57377"/>
                  </a:lnTo>
                  <a:lnTo>
                    <a:pt x="231147" y="57377"/>
                  </a:lnTo>
                  <a:lnTo>
                    <a:pt x="231147" y="62295"/>
                  </a:lnTo>
                  <a:lnTo>
                    <a:pt x="226228" y="63934"/>
                  </a:lnTo>
                  <a:lnTo>
                    <a:pt x="222950" y="63934"/>
                  </a:lnTo>
                  <a:lnTo>
                    <a:pt x="219671" y="63934"/>
                  </a:lnTo>
                  <a:lnTo>
                    <a:pt x="219671" y="67212"/>
                  </a:lnTo>
                  <a:lnTo>
                    <a:pt x="216393" y="68852"/>
                  </a:lnTo>
                  <a:lnTo>
                    <a:pt x="213114" y="72131"/>
                  </a:lnTo>
                  <a:lnTo>
                    <a:pt x="213114" y="77049"/>
                  </a:lnTo>
                  <a:lnTo>
                    <a:pt x="211474" y="80327"/>
                  </a:lnTo>
                  <a:lnTo>
                    <a:pt x="208196" y="78688"/>
                  </a:lnTo>
                  <a:lnTo>
                    <a:pt x="206557" y="75409"/>
                  </a:lnTo>
                  <a:lnTo>
                    <a:pt x="204917" y="72131"/>
                  </a:lnTo>
                  <a:lnTo>
                    <a:pt x="203278" y="67212"/>
                  </a:lnTo>
                  <a:lnTo>
                    <a:pt x="199999" y="68852"/>
                  </a:lnTo>
                  <a:lnTo>
                    <a:pt x="196720" y="72131"/>
                  </a:lnTo>
                  <a:lnTo>
                    <a:pt x="196720" y="77049"/>
                  </a:lnTo>
                  <a:lnTo>
                    <a:pt x="195081" y="80327"/>
                  </a:lnTo>
                  <a:lnTo>
                    <a:pt x="196720" y="83606"/>
                  </a:lnTo>
                  <a:lnTo>
                    <a:pt x="199999" y="88524"/>
                  </a:lnTo>
                  <a:lnTo>
                    <a:pt x="201638" y="91802"/>
                  </a:lnTo>
                  <a:lnTo>
                    <a:pt x="201638" y="91802"/>
                  </a:lnTo>
                  <a:lnTo>
                    <a:pt x="201638" y="96721"/>
                  </a:lnTo>
                  <a:lnTo>
                    <a:pt x="198360" y="99999"/>
                  </a:lnTo>
                  <a:lnTo>
                    <a:pt x="198360" y="96721"/>
                  </a:lnTo>
                  <a:lnTo>
                    <a:pt x="195081" y="99999"/>
                  </a:lnTo>
                  <a:lnTo>
                    <a:pt x="191803" y="98360"/>
                  </a:lnTo>
                  <a:lnTo>
                    <a:pt x="190163" y="101639"/>
                  </a:lnTo>
                  <a:lnTo>
                    <a:pt x="188524" y="106557"/>
                  </a:lnTo>
                  <a:lnTo>
                    <a:pt x="188524" y="109835"/>
                  </a:lnTo>
                  <a:lnTo>
                    <a:pt x="190163" y="114754"/>
                  </a:lnTo>
                  <a:lnTo>
                    <a:pt x="195081" y="114754"/>
                  </a:lnTo>
                  <a:lnTo>
                    <a:pt x="198360" y="116393"/>
                  </a:lnTo>
                  <a:lnTo>
                    <a:pt x="198360" y="119671"/>
                  </a:lnTo>
                  <a:lnTo>
                    <a:pt x="198360" y="122950"/>
                  </a:lnTo>
                  <a:lnTo>
                    <a:pt x="198360" y="121311"/>
                  </a:lnTo>
                  <a:lnTo>
                    <a:pt x="196720" y="116393"/>
                  </a:lnTo>
                  <a:lnTo>
                    <a:pt x="193442" y="116393"/>
                  </a:lnTo>
                  <a:lnTo>
                    <a:pt x="188524" y="118032"/>
                  </a:lnTo>
                  <a:lnTo>
                    <a:pt x="185245" y="121311"/>
                  </a:lnTo>
                  <a:lnTo>
                    <a:pt x="183606" y="126229"/>
                  </a:lnTo>
                  <a:lnTo>
                    <a:pt x="181966" y="129508"/>
                  </a:lnTo>
                  <a:lnTo>
                    <a:pt x="178688" y="134425"/>
                  </a:lnTo>
                  <a:lnTo>
                    <a:pt x="175409" y="136065"/>
                  </a:lnTo>
                  <a:lnTo>
                    <a:pt x="175409" y="132786"/>
                  </a:lnTo>
                  <a:lnTo>
                    <a:pt x="178688" y="127868"/>
                  </a:lnTo>
                  <a:lnTo>
                    <a:pt x="178688" y="124589"/>
                  </a:lnTo>
                  <a:lnTo>
                    <a:pt x="178688" y="119671"/>
                  </a:lnTo>
                  <a:lnTo>
                    <a:pt x="175409" y="121311"/>
                  </a:lnTo>
                  <a:lnTo>
                    <a:pt x="172130" y="124589"/>
                  </a:lnTo>
                  <a:lnTo>
                    <a:pt x="172130" y="129508"/>
                  </a:lnTo>
                  <a:lnTo>
                    <a:pt x="168851" y="132786"/>
                  </a:lnTo>
                  <a:lnTo>
                    <a:pt x="165573" y="136065"/>
                  </a:lnTo>
                  <a:lnTo>
                    <a:pt x="162294" y="139344"/>
                  </a:lnTo>
                  <a:lnTo>
                    <a:pt x="162294" y="144261"/>
                  </a:lnTo>
                  <a:lnTo>
                    <a:pt x="165573" y="147540"/>
                  </a:lnTo>
                  <a:lnTo>
                    <a:pt x="168851" y="150819"/>
                  </a:lnTo>
                  <a:lnTo>
                    <a:pt x="165573" y="154098"/>
                  </a:lnTo>
                  <a:lnTo>
                    <a:pt x="163934" y="152458"/>
                  </a:lnTo>
                  <a:lnTo>
                    <a:pt x="162294" y="154098"/>
                  </a:lnTo>
                  <a:lnTo>
                    <a:pt x="160655" y="154098"/>
                  </a:lnTo>
                  <a:lnTo>
                    <a:pt x="157376" y="157376"/>
                  </a:lnTo>
                  <a:lnTo>
                    <a:pt x="159016" y="154098"/>
                  </a:lnTo>
                  <a:lnTo>
                    <a:pt x="160655" y="149179"/>
                  </a:lnTo>
                  <a:lnTo>
                    <a:pt x="159016" y="145901"/>
                  </a:lnTo>
                  <a:lnTo>
                    <a:pt x="155737" y="142622"/>
                  </a:lnTo>
                  <a:lnTo>
                    <a:pt x="150819" y="145901"/>
                  </a:lnTo>
                  <a:lnTo>
                    <a:pt x="147540" y="149179"/>
                  </a:lnTo>
                  <a:lnTo>
                    <a:pt x="144261" y="152458"/>
                  </a:lnTo>
                  <a:lnTo>
                    <a:pt x="139344" y="155737"/>
                  </a:lnTo>
                  <a:lnTo>
                    <a:pt x="136065" y="159015"/>
                  </a:lnTo>
                  <a:lnTo>
                    <a:pt x="132786" y="162294"/>
                  </a:lnTo>
                  <a:lnTo>
                    <a:pt x="132786" y="165573"/>
                  </a:lnTo>
                  <a:lnTo>
                    <a:pt x="132786" y="170491"/>
                  </a:lnTo>
                  <a:lnTo>
                    <a:pt x="136065" y="172130"/>
                  </a:lnTo>
                  <a:lnTo>
                    <a:pt x="137704" y="175409"/>
                  </a:lnTo>
                  <a:lnTo>
                    <a:pt x="134426" y="175409"/>
                  </a:lnTo>
                  <a:lnTo>
                    <a:pt x="134426" y="175409"/>
                  </a:lnTo>
                  <a:lnTo>
                    <a:pt x="132786" y="175409"/>
                  </a:lnTo>
                  <a:lnTo>
                    <a:pt x="132786" y="175409"/>
                  </a:lnTo>
                  <a:lnTo>
                    <a:pt x="131147" y="175409"/>
                  </a:lnTo>
                  <a:lnTo>
                    <a:pt x="129508" y="172130"/>
                  </a:lnTo>
                  <a:lnTo>
                    <a:pt x="129508" y="168851"/>
                  </a:lnTo>
                  <a:lnTo>
                    <a:pt x="126229" y="163934"/>
                  </a:lnTo>
                  <a:lnTo>
                    <a:pt x="121311" y="167212"/>
                  </a:lnTo>
                  <a:lnTo>
                    <a:pt x="121311" y="170491"/>
                  </a:lnTo>
                  <a:lnTo>
                    <a:pt x="118032" y="167212"/>
                  </a:lnTo>
                  <a:lnTo>
                    <a:pt x="113114" y="168851"/>
                  </a:lnTo>
                  <a:lnTo>
                    <a:pt x="113114" y="168851"/>
                  </a:lnTo>
                  <a:lnTo>
                    <a:pt x="109836" y="168851"/>
                  </a:lnTo>
                  <a:lnTo>
                    <a:pt x="104917" y="172130"/>
                  </a:lnTo>
                  <a:lnTo>
                    <a:pt x="106557" y="175409"/>
                  </a:lnTo>
                  <a:lnTo>
                    <a:pt x="103278" y="178688"/>
                  </a:lnTo>
                  <a:lnTo>
                    <a:pt x="103278" y="175409"/>
                  </a:lnTo>
                  <a:lnTo>
                    <a:pt x="100000" y="175409"/>
                  </a:lnTo>
                  <a:lnTo>
                    <a:pt x="95081" y="177048"/>
                  </a:lnTo>
                  <a:lnTo>
                    <a:pt x="95081" y="181966"/>
                  </a:lnTo>
                  <a:lnTo>
                    <a:pt x="93442" y="178688"/>
                  </a:lnTo>
                  <a:lnTo>
                    <a:pt x="90164" y="175409"/>
                  </a:lnTo>
                  <a:lnTo>
                    <a:pt x="85246" y="178688"/>
                  </a:lnTo>
                  <a:lnTo>
                    <a:pt x="83606" y="181966"/>
                  </a:lnTo>
                  <a:lnTo>
                    <a:pt x="78688" y="185245"/>
                  </a:lnTo>
                  <a:lnTo>
                    <a:pt x="78688" y="185245"/>
                  </a:lnTo>
                  <a:lnTo>
                    <a:pt x="75410" y="186884"/>
                  </a:lnTo>
                  <a:lnTo>
                    <a:pt x="70491" y="186884"/>
                  </a:lnTo>
                  <a:lnTo>
                    <a:pt x="67213" y="185245"/>
                  </a:lnTo>
                  <a:lnTo>
                    <a:pt x="63934" y="185245"/>
                  </a:lnTo>
                  <a:lnTo>
                    <a:pt x="59016" y="186884"/>
                  </a:lnTo>
                  <a:lnTo>
                    <a:pt x="59016" y="190163"/>
                  </a:lnTo>
                  <a:lnTo>
                    <a:pt x="59016" y="195081"/>
                  </a:lnTo>
                  <a:lnTo>
                    <a:pt x="60656" y="198359"/>
                  </a:lnTo>
                  <a:lnTo>
                    <a:pt x="59016" y="201638"/>
                  </a:lnTo>
                  <a:lnTo>
                    <a:pt x="59016" y="201638"/>
                  </a:lnTo>
                  <a:lnTo>
                    <a:pt x="59016" y="204917"/>
                  </a:lnTo>
                  <a:lnTo>
                    <a:pt x="57377" y="209835"/>
                  </a:lnTo>
                  <a:lnTo>
                    <a:pt x="54098" y="213114"/>
                  </a:lnTo>
                  <a:lnTo>
                    <a:pt x="52459" y="216392"/>
                  </a:lnTo>
                  <a:lnTo>
                    <a:pt x="50820" y="221310"/>
                  </a:lnTo>
                  <a:lnTo>
                    <a:pt x="49180" y="224589"/>
                  </a:lnTo>
                  <a:lnTo>
                    <a:pt x="45901" y="227868"/>
                  </a:lnTo>
                  <a:lnTo>
                    <a:pt x="44262" y="232786"/>
                  </a:lnTo>
                  <a:lnTo>
                    <a:pt x="40983" y="236064"/>
                  </a:lnTo>
                  <a:lnTo>
                    <a:pt x="39344" y="239343"/>
                  </a:lnTo>
                  <a:lnTo>
                    <a:pt x="37705" y="244261"/>
                  </a:lnTo>
                  <a:lnTo>
                    <a:pt x="37705" y="247539"/>
                  </a:lnTo>
                  <a:lnTo>
                    <a:pt x="39344" y="252458"/>
                  </a:lnTo>
                  <a:lnTo>
                    <a:pt x="40983" y="254097"/>
                  </a:lnTo>
                  <a:lnTo>
                    <a:pt x="40983" y="257376"/>
                  </a:lnTo>
                  <a:lnTo>
                    <a:pt x="39344" y="262294"/>
                  </a:lnTo>
                  <a:lnTo>
                    <a:pt x="39344" y="265572"/>
                  </a:lnTo>
                  <a:lnTo>
                    <a:pt x="39344" y="268851"/>
                  </a:lnTo>
                  <a:lnTo>
                    <a:pt x="40983" y="273769"/>
                  </a:lnTo>
                  <a:lnTo>
                    <a:pt x="40983" y="277048"/>
                  </a:lnTo>
                  <a:lnTo>
                    <a:pt x="40983" y="281966"/>
                  </a:lnTo>
                  <a:lnTo>
                    <a:pt x="40983" y="285244"/>
                  </a:lnTo>
                  <a:lnTo>
                    <a:pt x="42623" y="288523"/>
                  </a:lnTo>
                  <a:lnTo>
                    <a:pt x="44262" y="293441"/>
                  </a:lnTo>
                  <a:lnTo>
                    <a:pt x="45901" y="296720"/>
                  </a:lnTo>
                  <a:lnTo>
                    <a:pt x="47541" y="301638"/>
                  </a:lnTo>
                  <a:lnTo>
                    <a:pt x="45901" y="304916"/>
                  </a:lnTo>
                  <a:lnTo>
                    <a:pt x="45901" y="308195"/>
                  </a:lnTo>
                  <a:lnTo>
                    <a:pt x="45901" y="313113"/>
                  </a:lnTo>
                  <a:lnTo>
                    <a:pt x="47541" y="316392"/>
                  </a:lnTo>
                  <a:lnTo>
                    <a:pt x="49180" y="319671"/>
                  </a:lnTo>
                  <a:lnTo>
                    <a:pt x="50820" y="324588"/>
                  </a:lnTo>
                  <a:lnTo>
                    <a:pt x="52459" y="326228"/>
                  </a:lnTo>
                  <a:lnTo>
                    <a:pt x="54098" y="329506"/>
                  </a:lnTo>
                  <a:lnTo>
                    <a:pt x="54098" y="334425"/>
                  </a:lnTo>
                  <a:lnTo>
                    <a:pt x="52459" y="334425"/>
                  </a:lnTo>
                  <a:lnTo>
                    <a:pt x="50820" y="337703"/>
                  </a:lnTo>
                  <a:lnTo>
                    <a:pt x="50820" y="339342"/>
                  </a:lnTo>
                  <a:lnTo>
                    <a:pt x="50820" y="342621"/>
                  </a:lnTo>
                  <a:lnTo>
                    <a:pt x="50820" y="345900"/>
                  </a:lnTo>
                  <a:lnTo>
                    <a:pt x="52459" y="347539"/>
                  </a:lnTo>
                  <a:lnTo>
                    <a:pt x="52459" y="349179"/>
                  </a:lnTo>
                  <a:lnTo>
                    <a:pt x="52459" y="354096"/>
                  </a:lnTo>
                  <a:lnTo>
                    <a:pt x="50820" y="355736"/>
                  </a:lnTo>
                  <a:lnTo>
                    <a:pt x="47541" y="360654"/>
                  </a:lnTo>
                  <a:lnTo>
                    <a:pt x="45901" y="363932"/>
                  </a:lnTo>
                  <a:lnTo>
                    <a:pt x="44262" y="367211"/>
                  </a:lnTo>
                  <a:lnTo>
                    <a:pt x="44262" y="367211"/>
                  </a:lnTo>
                  <a:lnTo>
                    <a:pt x="44262" y="368851"/>
                  </a:lnTo>
                  <a:lnTo>
                    <a:pt x="42623" y="372129"/>
                  </a:lnTo>
                  <a:lnTo>
                    <a:pt x="39344" y="375408"/>
                  </a:lnTo>
                  <a:lnTo>
                    <a:pt x="37705" y="380326"/>
                  </a:lnTo>
                  <a:lnTo>
                    <a:pt x="36066" y="383605"/>
                  </a:lnTo>
                  <a:lnTo>
                    <a:pt x="31147" y="388523"/>
                  </a:lnTo>
                  <a:lnTo>
                    <a:pt x="29508" y="391801"/>
                  </a:lnTo>
                  <a:lnTo>
                    <a:pt x="27869" y="395080"/>
                  </a:lnTo>
                  <a:lnTo>
                    <a:pt x="27869" y="398359"/>
                  </a:lnTo>
                  <a:lnTo>
                    <a:pt x="26229" y="403276"/>
                  </a:lnTo>
                  <a:lnTo>
                    <a:pt x="26229" y="406555"/>
                  </a:lnTo>
                  <a:lnTo>
                    <a:pt x="21311" y="409834"/>
                  </a:lnTo>
                  <a:lnTo>
                    <a:pt x="21311" y="409834"/>
                  </a:lnTo>
                  <a:lnTo>
                    <a:pt x="18033" y="409834"/>
                  </a:lnTo>
                  <a:lnTo>
                    <a:pt x="18033" y="409834"/>
                  </a:lnTo>
                  <a:lnTo>
                    <a:pt x="16393" y="411473"/>
                  </a:lnTo>
                  <a:lnTo>
                    <a:pt x="14754" y="413113"/>
                  </a:lnTo>
                  <a:lnTo>
                    <a:pt x="13114" y="413113"/>
                  </a:lnTo>
                  <a:lnTo>
                    <a:pt x="13114" y="413113"/>
                  </a:lnTo>
                  <a:lnTo>
                    <a:pt x="11476" y="416391"/>
                  </a:lnTo>
                  <a:lnTo>
                    <a:pt x="11476" y="419670"/>
                  </a:lnTo>
                  <a:lnTo>
                    <a:pt x="11476" y="422949"/>
                  </a:lnTo>
                  <a:lnTo>
                    <a:pt x="9836" y="427866"/>
                  </a:lnTo>
                  <a:lnTo>
                    <a:pt x="6557" y="431145"/>
                  </a:lnTo>
                  <a:lnTo>
                    <a:pt x="4918" y="432785"/>
                  </a:lnTo>
                  <a:lnTo>
                    <a:pt x="3279" y="437703"/>
                  </a:lnTo>
                  <a:lnTo>
                    <a:pt x="1639" y="440981"/>
                  </a:lnTo>
                  <a:lnTo>
                    <a:pt x="1639" y="44589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8" name="Freeform 2497">
              <a:extLst>
                <a:ext uri="{FF2B5EF4-FFF2-40B4-BE49-F238E27FC236}">
                  <a16:creationId xmlns:a16="http://schemas.microsoft.com/office/drawing/2014/main" id="{89054B4A-F8CF-E842-9A47-0AA89DA9E887}"/>
                </a:ext>
              </a:extLst>
            </p:cNvPr>
            <p:cNvSpPr/>
            <p:nvPr/>
          </p:nvSpPr>
          <p:spPr>
            <a:xfrm>
              <a:off x="7214027" y="4705058"/>
              <a:ext cx="6557" cy="9836"/>
            </a:xfrm>
            <a:custGeom>
              <a:avLst/>
              <a:gdLst>
                <a:gd name="connsiteX0" fmla="*/ 4918 w 6557"/>
                <a:gd name="connsiteY0" fmla="*/ 9836 h 9836"/>
                <a:gd name="connsiteX1" fmla="*/ 6557 w 6557"/>
                <a:gd name="connsiteY1" fmla="*/ 8197 h 9836"/>
                <a:gd name="connsiteX2" fmla="*/ 4918 w 6557"/>
                <a:gd name="connsiteY2" fmla="*/ 4918 h 9836"/>
                <a:gd name="connsiteX3" fmla="*/ 3278 w 6557"/>
                <a:gd name="connsiteY3" fmla="*/ 0 h 9836"/>
                <a:gd name="connsiteX4" fmla="*/ 0 w 6557"/>
                <a:gd name="connsiteY4" fmla="*/ 4918 h 9836"/>
                <a:gd name="connsiteX5" fmla="*/ 1639 w 6557"/>
                <a:gd name="connsiteY5" fmla="*/ 819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9836">
                  <a:moveTo>
                    <a:pt x="4918" y="9836"/>
                  </a:moveTo>
                  <a:lnTo>
                    <a:pt x="6557" y="8197"/>
                  </a:lnTo>
                  <a:lnTo>
                    <a:pt x="4918" y="4918"/>
                  </a:lnTo>
                  <a:lnTo>
                    <a:pt x="3278" y="0"/>
                  </a:lnTo>
                  <a:lnTo>
                    <a:pt x="0" y="4918"/>
                  </a:lnTo>
                  <a:lnTo>
                    <a:pt x="163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9" name="Freeform 2498">
              <a:extLst>
                <a:ext uri="{FF2B5EF4-FFF2-40B4-BE49-F238E27FC236}">
                  <a16:creationId xmlns:a16="http://schemas.microsoft.com/office/drawing/2014/main" id="{98745E0D-AB90-5A4C-9D44-4BF55FD049C7}"/>
                </a:ext>
              </a:extLst>
            </p:cNvPr>
            <p:cNvSpPr/>
            <p:nvPr/>
          </p:nvSpPr>
          <p:spPr>
            <a:xfrm>
              <a:off x="7230421" y="4688665"/>
              <a:ext cx="1638" cy="3278"/>
            </a:xfrm>
            <a:custGeom>
              <a:avLst/>
              <a:gdLst>
                <a:gd name="connsiteX0" fmla="*/ 0 w 1638"/>
                <a:gd name="connsiteY0" fmla="*/ 3279 h 3278"/>
                <a:gd name="connsiteX1" fmla="*/ 0 w 1638"/>
                <a:gd name="connsiteY1" fmla="*/ 3279 h 3278"/>
                <a:gd name="connsiteX2" fmla="*/ 1639 w 163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0" y="3279"/>
                  </a:moveTo>
                  <a:lnTo>
                    <a:pt x="0" y="327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0" name="Freeform 2499">
              <a:extLst>
                <a:ext uri="{FF2B5EF4-FFF2-40B4-BE49-F238E27FC236}">
                  <a16:creationId xmlns:a16="http://schemas.microsoft.com/office/drawing/2014/main" id="{CF6D3DA4-C836-0442-9F22-E0ACF4FA0A8C}"/>
                </a:ext>
              </a:extLst>
            </p:cNvPr>
            <p:cNvSpPr/>
            <p:nvPr/>
          </p:nvSpPr>
          <p:spPr>
            <a:xfrm>
              <a:off x="7269765" y="4859155"/>
              <a:ext cx="6557" cy="14753"/>
            </a:xfrm>
            <a:custGeom>
              <a:avLst/>
              <a:gdLst>
                <a:gd name="connsiteX0" fmla="*/ 6557 w 6557"/>
                <a:gd name="connsiteY0" fmla="*/ 3279 h 14753"/>
                <a:gd name="connsiteX1" fmla="*/ 6557 w 6557"/>
                <a:gd name="connsiteY1" fmla="*/ 0 h 14753"/>
                <a:gd name="connsiteX2" fmla="*/ 4918 w 6557"/>
                <a:gd name="connsiteY2" fmla="*/ 3279 h 14753"/>
                <a:gd name="connsiteX3" fmla="*/ 3278 w 6557"/>
                <a:gd name="connsiteY3" fmla="*/ 6557 h 14753"/>
                <a:gd name="connsiteX4" fmla="*/ 0 w 6557"/>
                <a:gd name="connsiteY4" fmla="*/ 9836 h 14753"/>
                <a:gd name="connsiteX5" fmla="*/ 1639 w 6557"/>
                <a:gd name="connsiteY5" fmla="*/ 14754 h 14753"/>
                <a:gd name="connsiteX6" fmla="*/ 3278 w 6557"/>
                <a:gd name="connsiteY6" fmla="*/ 9836 h 14753"/>
                <a:gd name="connsiteX7" fmla="*/ 4918 w 6557"/>
                <a:gd name="connsiteY7" fmla="*/ 6557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7" h="14753">
                  <a:moveTo>
                    <a:pt x="6557" y="3279"/>
                  </a:moveTo>
                  <a:lnTo>
                    <a:pt x="6557" y="0"/>
                  </a:lnTo>
                  <a:lnTo>
                    <a:pt x="4918" y="3279"/>
                  </a:lnTo>
                  <a:lnTo>
                    <a:pt x="3278" y="6557"/>
                  </a:lnTo>
                  <a:lnTo>
                    <a:pt x="0" y="9836"/>
                  </a:lnTo>
                  <a:lnTo>
                    <a:pt x="1639" y="14754"/>
                  </a:lnTo>
                  <a:lnTo>
                    <a:pt x="3278" y="9836"/>
                  </a:lnTo>
                  <a:lnTo>
                    <a:pt x="491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1" name="Freeform 2500">
              <a:extLst>
                <a:ext uri="{FF2B5EF4-FFF2-40B4-BE49-F238E27FC236}">
                  <a16:creationId xmlns:a16="http://schemas.microsoft.com/office/drawing/2014/main" id="{715DEA9C-483C-B54B-9C93-86BCB98407E1}"/>
                </a:ext>
              </a:extLst>
            </p:cNvPr>
            <p:cNvSpPr/>
            <p:nvPr/>
          </p:nvSpPr>
          <p:spPr>
            <a:xfrm>
              <a:off x="1081268" y="2678838"/>
              <a:ext cx="1009831" cy="801635"/>
            </a:xfrm>
            <a:custGeom>
              <a:avLst/>
              <a:gdLst>
                <a:gd name="connsiteX0" fmla="*/ 1639 w 1009831"/>
                <a:gd name="connsiteY0" fmla="*/ 8197 h 801635"/>
                <a:gd name="connsiteX1" fmla="*/ 4918 w 1009831"/>
                <a:gd name="connsiteY1" fmla="*/ 8197 h 801635"/>
                <a:gd name="connsiteX2" fmla="*/ 4918 w 1009831"/>
                <a:gd name="connsiteY2" fmla="*/ 8197 h 801635"/>
                <a:gd name="connsiteX3" fmla="*/ 6557 w 1009831"/>
                <a:gd name="connsiteY3" fmla="*/ 8197 h 801635"/>
                <a:gd name="connsiteX4" fmla="*/ 9836 w 1009831"/>
                <a:gd name="connsiteY4" fmla="*/ 6557 h 801635"/>
                <a:gd name="connsiteX5" fmla="*/ 14754 w 1009831"/>
                <a:gd name="connsiteY5" fmla="*/ 6557 h 801635"/>
                <a:gd name="connsiteX6" fmla="*/ 18033 w 1009831"/>
                <a:gd name="connsiteY6" fmla="*/ 6557 h 801635"/>
                <a:gd name="connsiteX7" fmla="*/ 21311 w 1009831"/>
                <a:gd name="connsiteY7" fmla="*/ 6557 h 801635"/>
                <a:gd name="connsiteX8" fmla="*/ 26229 w 1009831"/>
                <a:gd name="connsiteY8" fmla="*/ 4918 h 801635"/>
                <a:gd name="connsiteX9" fmla="*/ 27869 w 1009831"/>
                <a:gd name="connsiteY9" fmla="*/ 4918 h 801635"/>
                <a:gd name="connsiteX10" fmla="*/ 31147 w 1009831"/>
                <a:gd name="connsiteY10" fmla="*/ 4918 h 801635"/>
                <a:gd name="connsiteX11" fmla="*/ 31147 w 1009831"/>
                <a:gd name="connsiteY11" fmla="*/ 4918 h 801635"/>
                <a:gd name="connsiteX12" fmla="*/ 36065 w 1009831"/>
                <a:gd name="connsiteY12" fmla="*/ 4918 h 801635"/>
                <a:gd name="connsiteX13" fmla="*/ 37705 w 1009831"/>
                <a:gd name="connsiteY13" fmla="*/ 4918 h 801635"/>
                <a:gd name="connsiteX14" fmla="*/ 39344 w 1009831"/>
                <a:gd name="connsiteY14" fmla="*/ 4918 h 801635"/>
                <a:gd name="connsiteX15" fmla="*/ 42623 w 1009831"/>
                <a:gd name="connsiteY15" fmla="*/ 3279 h 801635"/>
                <a:gd name="connsiteX16" fmla="*/ 45901 w 1009831"/>
                <a:gd name="connsiteY16" fmla="*/ 3279 h 801635"/>
                <a:gd name="connsiteX17" fmla="*/ 50819 w 1009831"/>
                <a:gd name="connsiteY17" fmla="*/ 3279 h 801635"/>
                <a:gd name="connsiteX18" fmla="*/ 54098 w 1009831"/>
                <a:gd name="connsiteY18" fmla="*/ 3279 h 801635"/>
                <a:gd name="connsiteX19" fmla="*/ 57377 w 1009831"/>
                <a:gd name="connsiteY19" fmla="*/ 3279 h 801635"/>
                <a:gd name="connsiteX20" fmla="*/ 60656 w 1009831"/>
                <a:gd name="connsiteY20" fmla="*/ 1639 h 801635"/>
                <a:gd name="connsiteX21" fmla="*/ 63934 w 1009831"/>
                <a:gd name="connsiteY21" fmla="*/ 1639 h 801635"/>
                <a:gd name="connsiteX22" fmla="*/ 63934 w 1009831"/>
                <a:gd name="connsiteY22" fmla="*/ 1639 h 801635"/>
                <a:gd name="connsiteX23" fmla="*/ 67213 w 1009831"/>
                <a:gd name="connsiteY23" fmla="*/ 1639 h 801635"/>
                <a:gd name="connsiteX24" fmla="*/ 70492 w 1009831"/>
                <a:gd name="connsiteY24" fmla="*/ 1639 h 801635"/>
                <a:gd name="connsiteX25" fmla="*/ 75409 w 1009831"/>
                <a:gd name="connsiteY25" fmla="*/ 1639 h 801635"/>
                <a:gd name="connsiteX26" fmla="*/ 78688 w 1009831"/>
                <a:gd name="connsiteY26" fmla="*/ 1639 h 801635"/>
                <a:gd name="connsiteX27" fmla="*/ 81967 w 1009831"/>
                <a:gd name="connsiteY27" fmla="*/ 0 h 801635"/>
                <a:gd name="connsiteX28" fmla="*/ 83606 w 1009831"/>
                <a:gd name="connsiteY28" fmla="*/ 0 h 801635"/>
                <a:gd name="connsiteX29" fmla="*/ 86885 w 1009831"/>
                <a:gd name="connsiteY29" fmla="*/ 0 h 801635"/>
                <a:gd name="connsiteX30" fmla="*/ 91803 w 1009831"/>
                <a:gd name="connsiteY30" fmla="*/ 0 h 801635"/>
                <a:gd name="connsiteX31" fmla="*/ 91803 w 1009831"/>
                <a:gd name="connsiteY31" fmla="*/ 0 h 801635"/>
                <a:gd name="connsiteX32" fmla="*/ 93442 w 1009831"/>
                <a:gd name="connsiteY32" fmla="*/ 0 h 801635"/>
                <a:gd name="connsiteX33" fmla="*/ 93442 w 1009831"/>
                <a:gd name="connsiteY33" fmla="*/ 0 h 801635"/>
                <a:gd name="connsiteX34" fmla="*/ 91803 w 1009831"/>
                <a:gd name="connsiteY34" fmla="*/ 1639 h 801635"/>
                <a:gd name="connsiteX35" fmla="*/ 88524 w 1009831"/>
                <a:gd name="connsiteY35" fmla="*/ 4918 h 801635"/>
                <a:gd name="connsiteX36" fmla="*/ 85246 w 1009831"/>
                <a:gd name="connsiteY36" fmla="*/ 8197 h 801635"/>
                <a:gd name="connsiteX37" fmla="*/ 88524 w 1009831"/>
                <a:gd name="connsiteY37" fmla="*/ 9836 h 801635"/>
                <a:gd name="connsiteX38" fmla="*/ 93442 w 1009831"/>
                <a:gd name="connsiteY38" fmla="*/ 11476 h 801635"/>
                <a:gd name="connsiteX39" fmla="*/ 96721 w 1009831"/>
                <a:gd name="connsiteY39" fmla="*/ 13115 h 801635"/>
                <a:gd name="connsiteX40" fmla="*/ 100000 w 1009831"/>
                <a:gd name="connsiteY40" fmla="*/ 14754 h 801635"/>
                <a:gd name="connsiteX41" fmla="*/ 104918 w 1009831"/>
                <a:gd name="connsiteY41" fmla="*/ 16393 h 801635"/>
                <a:gd name="connsiteX42" fmla="*/ 108196 w 1009831"/>
                <a:gd name="connsiteY42" fmla="*/ 18033 h 801635"/>
                <a:gd name="connsiteX43" fmla="*/ 111475 w 1009831"/>
                <a:gd name="connsiteY43" fmla="*/ 19672 h 801635"/>
                <a:gd name="connsiteX44" fmla="*/ 116393 w 1009831"/>
                <a:gd name="connsiteY44" fmla="*/ 21311 h 801635"/>
                <a:gd name="connsiteX45" fmla="*/ 119672 w 1009831"/>
                <a:gd name="connsiteY45" fmla="*/ 22951 h 801635"/>
                <a:gd name="connsiteX46" fmla="*/ 122950 w 1009831"/>
                <a:gd name="connsiteY46" fmla="*/ 24590 h 801635"/>
                <a:gd name="connsiteX47" fmla="*/ 127868 w 1009831"/>
                <a:gd name="connsiteY47" fmla="*/ 26229 h 801635"/>
                <a:gd name="connsiteX48" fmla="*/ 131147 w 1009831"/>
                <a:gd name="connsiteY48" fmla="*/ 27869 h 801635"/>
                <a:gd name="connsiteX49" fmla="*/ 134426 w 1009831"/>
                <a:gd name="connsiteY49" fmla="*/ 29508 h 801635"/>
                <a:gd name="connsiteX50" fmla="*/ 137704 w 1009831"/>
                <a:gd name="connsiteY50" fmla="*/ 31148 h 801635"/>
                <a:gd name="connsiteX51" fmla="*/ 142622 w 1009831"/>
                <a:gd name="connsiteY51" fmla="*/ 32787 h 801635"/>
                <a:gd name="connsiteX52" fmla="*/ 145901 w 1009831"/>
                <a:gd name="connsiteY52" fmla="*/ 34426 h 801635"/>
                <a:gd name="connsiteX53" fmla="*/ 149180 w 1009831"/>
                <a:gd name="connsiteY53" fmla="*/ 36066 h 801635"/>
                <a:gd name="connsiteX54" fmla="*/ 152458 w 1009831"/>
                <a:gd name="connsiteY54" fmla="*/ 36066 h 801635"/>
                <a:gd name="connsiteX55" fmla="*/ 155737 w 1009831"/>
                <a:gd name="connsiteY55" fmla="*/ 39344 h 801635"/>
                <a:gd name="connsiteX56" fmla="*/ 160655 w 1009831"/>
                <a:gd name="connsiteY56" fmla="*/ 39344 h 801635"/>
                <a:gd name="connsiteX57" fmla="*/ 163934 w 1009831"/>
                <a:gd name="connsiteY57" fmla="*/ 42623 h 801635"/>
                <a:gd name="connsiteX58" fmla="*/ 167212 w 1009831"/>
                <a:gd name="connsiteY58" fmla="*/ 42623 h 801635"/>
                <a:gd name="connsiteX59" fmla="*/ 170491 w 1009831"/>
                <a:gd name="connsiteY59" fmla="*/ 45901 h 801635"/>
                <a:gd name="connsiteX60" fmla="*/ 175409 w 1009831"/>
                <a:gd name="connsiteY60" fmla="*/ 47541 h 801635"/>
                <a:gd name="connsiteX61" fmla="*/ 178688 w 1009831"/>
                <a:gd name="connsiteY61" fmla="*/ 49180 h 801635"/>
                <a:gd name="connsiteX62" fmla="*/ 181966 w 1009831"/>
                <a:gd name="connsiteY62" fmla="*/ 50820 h 801635"/>
                <a:gd name="connsiteX63" fmla="*/ 185245 w 1009831"/>
                <a:gd name="connsiteY63" fmla="*/ 52459 h 801635"/>
                <a:gd name="connsiteX64" fmla="*/ 190163 w 1009831"/>
                <a:gd name="connsiteY64" fmla="*/ 54098 h 801635"/>
                <a:gd name="connsiteX65" fmla="*/ 191802 w 1009831"/>
                <a:gd name="connsiteY65" fmla="*/ 54098 h 801635"/>
                <a:gd name="connsiteX66" fmla="*/ 195081 w 1009831"/>
                <a:gd name="connsiteY66" fmla="*/ 55738 h 801635"/>
                <a:gd name="connsiteX67" fmla="*/ 199999 w 1009831"/>
                <a:gd name="connsiteY67" fmla="*/ 57377 h 801635"/>
                <a:gd name="connsiteX68" fmla="*/ 201638 w 1009831"/>
                <a:gd name="connsiteY68" fmla="*/ 59016 h 801635"/>
                <a:gd name="connsiteX69" fmla="*/ 206556 w 1009831"/>
                <a:gd name="connsiteY69" fmla="*/ 60656 h 801635"/>
                <a:gd name="connsiteX70" fmla="*/ 209835 w 1009831"/>
                <a:gd name="connsiteY70" fmla="*/ 60656 h 801635"/>
                <a:gd name="connsiteX71" fmla="*/ 209835 w 1009831"/>
                <a:gd name="connsiteY71" fmla="*/ 60656 h 801635"/>
                <a:gd name="connsiteX72" fmla="*/ 211474 w 1009831"/>
                <a:gd name="connsiteY72" fmla="*/ 60656 h 801635"/>
                <a:gd name="connsiteX73" fmla="*/ 214753 w 1009831"/>
                <a:gd name="connsiteY73" fmla="*/ 60656 h 801635"/>
                <a:gd name="connsiteX74" fmla="*/ 218032 w 1009831"/>
                <a:gd name="connsiteY74" fmla="*/ 60656 h 801635"/>
                <a:gd name="connsiteX75" fmla="*/ 221310 w 1009831"/>
                <a:gd name="connsiteY75" fmla="*/ 60656 h 801635"/>
                <a:gd name="connsiteX76" fmla="*/ 226229 w 1009831"/>
                <a:gd name="connsiteY76" fmla="*/ 60656 h 801635"/>
                <a:gd name="connsiteX77" fmla="*/ 229507 w 1009831"/>
                <a:gd name="connsiteY77" fmla="*/ 60656 h 801635"/>
                <a:gd name="connsiteX78" fmla="*/ 232786 w 1009831"/>
                <a:gd name="connsiteY78" fmla="*/ 60656 h 801635"/>
                <a:gd name="connsiteX79" fmla="*/ 236065 w 1009831"/>
                <a:gd name="connsiteY79" fmla="*/ 60656 h 801635"/>
                <a:gd name="connsiteX80" fmla="*/ 240983 w 1009831"/>
                <a:gd name="connsiteY80" fmla="*/ 60656 h 801635"/>
                <a:gd name="connsiteX81" fmla="*/ 244261 w 1009831"/>
                <a:gd name="connsiteY81" fmla="*/ 60656 h 801635"/>
                <a:gd name="connsiteX82" fmla="*/ 247540 w 1009831"/>
                <a:gd name="connsiteY82" fmla="*/ 60656 h 801635"/>
                <a:gd name="connsiteX83" fmla="*/ 247540 w 1009831"/>
                <a:gd name="connsiteY83" fmla="*/ 60656 h 801635"/>
                <a:gd name="connsiteX84" fmla="*/ 250819 w 1009831"/>
                <a:gd name="connsiteY84" fmla="*/ 60656 h 801635"/>
                <a:gd name="connsiteX85" fmla="*/ 255737 w 1009831"/>
                <a:gd name="connsiteY85" fmla="*/ 60656 h 801635"/>
                <a:gd name="connsiteX86" fmla="*/ 259015 w 1009831"/>
                <a:gd name="connsiteY86" fmla="*/ 60656 h 801635"/>
                <a:gd name="connsiteX87" fmla="*/ 260655 w 1009831"/>
                <a:gd name="connsiteY87" fmla="*/ 60656 h 801635"/>
                <a:gd name="connsiteX88" fmla="*/ 260655 w 1009831"/>
                <a:gd name="connsiteY88" fmla="*/ 60656 h 801635"/>
                <a:gd name="connsiteX89" fmla="*/ 263933 w 1009831"/>
                <a:gd name="connsiteY89" fmla="*/ 60656 h 801635"/>
                <a:gd name="connsiteX90" fmla="*/ 267212 w 1009831"/>
                <a:gd name="connsiteY90" fmla="*/ 60656 h 801635"/>
                <a:gd name="connsiteX91" fmla="*/ 270491 w 1009831"/>
                <a:gd name="connsiteY91" fmla="*/ 60656 h 801635"/>
                <a:gd name="connsiteX92" fmla="*/ 275409 w 1009831"/>
                <a:gd name="connsiteY92" fmla="*/ 60656 h 801635"/>
                <a:gd name="connsiteX93" fmla="*/ 280327 w 1009831"/>
                <a:gd name="connsiteY93" fmla="*/ 60656 h 801635"/>
                <a:gd name="connsiteX94" fmla="*/ 281966 w 1009831"/>
                <a:gd name="connsiteY94" fmla="*/ 60656 h 801635"/>
                <a:gd name="connsiteX95" fmla="*/ 285245 w 1009831"/>
                <a:gd name="connsiteY95" fmla="*/ 60656 h 801635"/>
                <a:gd name="connsiteX96" fmla="*/ 288523 w 1009831"/>
                <a:gd name="connsiteY96" fmla="*/ 60656 h 801635"/>
                <a:gd name="connsiteX97" fmla="*/ 291802 w 1009831"/>
                <a:gd name="connsiteY97" fmla="*/ 60656 h 801635"/>
                <a:gd name="connsiteX98" fmla="*/ 295081 w 1009831"/>
                <a:gd name="connsiteY98" fmla="*/ 60656 h 801635"/>
                <a:gd name="connsiteX99" fmla="*/ 299999 w 1009831"/>
                <a:gd name="connsiteY99" fmla="*/ 60656 h 801635"/>
                <a:gd name="connsiteX100" fmla="*/ 303277 w 1009831"/>
                <a:gd name="connsiteY100" fmla="*/ 60656 h 801635"/>
                <a:gd name="connsiteX101" fmla="*/ 306556 w 1009831"/>
                <a:gd name="connsiteY101" fmla="*/ 60656 h 801635"/>
                <a:gd name="connsiteX102" fmla="*/ 311474 w 1009831"/>
                <a:gd name="connsiteY102" fmla="*/ 57377 h 801635"/>
                <a:gd name="connsiteX103" fmla="*/ 313113 w 1009831"/>
                <a:gd name="connsiteY103" fmla="*/ 54098 h 801635"/>
                <a:gd name="connsiteX104" fmla="*/ 314753 w 1009831"/>
                <a:gd name="connsiteY104" fmla="*/ 49180 h 801635"/>
                <a:gd name="connsiteX105" fmla="*/ 316392 w 1009831"/>
                <a:gd name="connsiteY105" fmla="*/ 44262 h 801635"/>
                <a:gd name="connsiteX106" fmla="*/ 319671 w 1009831"/>
                <a:gd name="connsiteY106" fmla="*/ 40983 h 801635"/>
                <a:gd name="connsiteX107" fmla="*/ 322949 w 1009831"/>
                <a:gd name="connsiteY107" fmla="*/ 40983 h 801635"/>
                <a:gd name="connsiteX108" fmla="*/ 327867 w 1009831"/>
                <a:gd name="connsiteY108" fmla="*/ 40983 h 801635"/>
                <a:gd name="connsiteX109" fmla="*/ 331146 w 1009831"/>
                <a:gd name="connsiteY109" fmla="*/ 40983 h 801635"/>
                <a:gd name="connsiteX110" fmla="*/ 334425 w 1009831"/>
                <a:gd name="connsiteY110" fmla="*/ 40983 h 801635"/>
                <a:gd name="connsiteX111" fmla="*/ 339343 w 1009831"/>
                <a:gd name="connsiteY111" fmla="*/ 40983 h 801635"/>
                <a:gd name="connsiteX112" fmla="*/ 340982 w 1009831"/>
                <a:gd name="connsiteY112" fmla="*/ 40983 h 801635"/>
                <a:gd name="connsiteX113" fmla="*/ 344261 w 1009831"/>
                <a:gd name="connsiteY113" fmla="*/ 40983 h 801635"/>
                <a:gd name="connsiteX114" fmla="*/ 347539 w 1009831"/>
                <a:gd name="connsiteY114" fmla="*/ 40983 h 801635"/>
                <a:gd name="connsiteX115" fmla="*/ 352457 w 1009831"/>
                <a:gd name="connsiteY115" fmla="*/ 40983 h 801635"/>
                <a:gd name="connsiteX116" fmla="*/ 355736 w 1009831"/>
                <a:gd name="connsiteY116" fmla="*/ 40983 h 801635"/>
                <a:gd name="connsiteX117" fmla="*/ 359015 w 1009831"/>
                <a:gd name="connsiteY117" fmla="*/ 40983 h 801635"/>
                <a:gd name="connsiteX118" fmla="*/ 362293 w 1009831"/>
                <a:gd name="connsiteY118" fmla="*/ 40983 h 801635"/>
                <a:gd name="connsiteX119" fmla="*/ 367211 w 1009831"/>
                <a:gd name="connsiteY119" fmla="*/ 40983 h 801635"/>
                <a:gd name="connsiteX120" fmla="*/ 370490 w 1009831"/>
                <a:gd name="connsiteY120" fmla="*/ 40983 h 801635"/>
                <a:gd name="connsiteX121" fmla="*/ 373769 w 1009831"/>
                <a:gd name="connsiteY121" fmla="*/ 40983 h 801635"/>
                <a:gd name="connsiteX122" fmla="*/ 378687 w 1009831"/>
                <a:gd name="connsiteY122" fmla="*/ 40983 h 801635"/>
                <a:gd name="connsiteX123" fmla="*/ 378687 w 1009831"/>
                <a:gd name="connsiteY123" fmla="*/ 40983 h 801635"/>
                <a:gd name="connsiteX124" fmla="*/ 380326 w 1009831"/>
                <a:gd name="connsiteY124" fmla="*/ 42623 h 801635"/>
                <a:gd name="connsiteX125" fmla="*/ 381966 w 1009831"/>
                <a:gd name="connsiteY125" fmla="*/ 42623 h 801635"/>
                <a:gd name="connsiteX126" fmla="*/ 383605 w 1009831"/>
                <a:gd name="connsiteY126" fmla="*/ 42623 h 801635"/>
                <a:gd name="connsiteX127" fmla="*/ 385244 w 1009831"/>
                <a:gd name="connsiteY127" fmla="*/ 47541 h 801635"/>
                <a:gd name="connsiteX128" fmla="*/ 385244 w 1009831"/>
                <a:gd name="connsiteY128" fmla="*/ 50820 h 801635"/>
                <a:gd name="connsiteX129" fmla="*/ 386883 w 1009831"/>
                <a:gd name="connsiteY129" fmla="*/ 54098 h 801635"/>
                <a:gd name="connsiteX130" fmla="*/ 390162 w 1009831"/>
                <a:gd name="connsiteY130" fmla="*/ 57377 h 801635"/>
                <a:gd name="connsiteX131" fmla="*/ 395080 w 1009831"/>
                <a:gd name="connsiteY131" fmla="*/ 59016 h 801635"/>
                <a:gd name="connsiteX132" fmla="*/ 396720 w 1009831"/>
                <a:gd name="connsiteY132" fmla="*/ 63934 h 801635"/>
                <a:gd name="connsiteX133" fmla="*/ 398359 w 1009831"/>
                <a:gd name="connsiteY133" fmla="*/ 67213 h 801635"/>
                <a:gd name="connsiteX134" fmla="*/ 401638 w 1009831"/>
                <a:gd name="connsiteY134" fmla="*/ 70492 h 801635"/>
                <a:gd name="connsiteX135" fmla="*/ 403277 w 1009831"/>
                <a:gd name="connsiteY135" fmla="*/ 73770 h 801635"/>
                <a:gd name="connsiteX136" fmla="*/ 404916 w 1009831"/>
                <a:gd name="connsiteY136" fmla="*/ 78688 h 801635"/>
                <a:gd name="connsiteX137" fmla="*/ 408195 w 1009831"/>
                <a:gd name="connsiteY137" fmla="*/ 81967 h 801635"/>
                <a:gd name="connsiteX138" fmla="*/ 411474 w 1009831"/>
                <a:gd name="connsiteY138" fmla="*/ 85246 h 801635"/>
                <a:gd name="connsiteX139" fmla="*/ 416392 w 1009831"/>
                <a:gd name="connsiteY139" fmla="*/ 86885 h 801635"/>
                <a:gd name="connsiteX140" fmla="*/ 419670 w 1009831"/>
                <a:gd name="connsiteY140" fmla="*/ 90164 h 801635"/>
                <a:gd name="connsiteX141" fmla="*/ 421310 w 1009831"/>
                <a:gd name="connsiteY141" fmla="*/ 93442 h 801635"/>
                <a:gd name="connsiteX142" fmla="*/ 421310 w 1009831"/>
                <a:gd name="connsiteY142" fmla="*/ 96721 h 801635"/>
                <a:gd name="connsiteX143" fmla="*/ 421310 w 1009831"/>
                <a:gd name="connsiteY143" fmla="*/ 100000 h 801635"/>
                <a:gd name="connsiteX144" fmla="*/ 422949 w 1009831"/>
                <a:gd name="connsiteY144" fmla="*/ 104918 h 801635"/>
                <a:gd name="connsiteX145" fmla="*/ 422949 w 1009831"/>
                <a:gd name="connsiteY145" fmla="*/ 108196 h 801635"/>
                <a:gd name="connsiteX146" fmla="*/ 424588 w 1009831"/>
                <a:gd name="connsiteY146" fmla="*/ 111475 h 801635"/>
                <a:gd name="connsiteX147" fmla="*/ 422949 w 1009831"/>
                <a:gd name="connsiteY147" fmla="*/ 116393 h 801635"/>
                <a:gd name="connsiteX148" fmla="*/ 421310 w 1009831"/>
                <a:gd name="connsiteY148" fmla="*/ 119672 h 801635"/>
                <a:gd name="connsiteX149" fmla="*/ 421310 w 1009831"/>
                <a:gd name="connsiteY149" fmla="*/ 121311 h 801635"/>
                <a:gd name="connsiteX150" fmla="*/ 422949 w 1009831"/>
                <a:gd name="connsiteY150" fmla="*/ 124590 h 801635"/>
                <a:gd name="connsiteX151" fmla="*/ 422949 w 1009831"/>
                <a:gd name="connsiteY151" fmla="*/ 129508 h 801635"/>
                <a:gd name="connsiteX152" fmla="*/ 422949 w 1009831"/>
                <a:gd name="connsiteY152" fmla="*/ 132786 h 801635"/>
                <a:gd name="connsiteX153" fmla="*/ 424588 w 1009831"/>
                <a:gd name="connsiteY153" fmla="*/ 136065 h 801635"/>
                <a:gd name="connsiteX154" fmla="*/ 426228 w 1009831"/>
                <a:gd name="connsiteY154" fmla="*/ 137704 h 801635"/>
                <a:gd name="connsiteX155" fmla="*/ 427867 w 1009831"/>
                <a:gd name="connsiteY155" fmla="*/ 139344 h 801635"/>
                <a:gd name="connsiteX156" fmla="*/ 427867 w 1009831"/>
                <a:gd name="connsiteY156" fmla="*/ 139344 h 801635"/>
                <a:gd name="connsiteX157" fmla="*/ 431146 w 1009831"/>
                <a:gd name="connsiteY157" fmla="*/ 140983 h 801635"/>
                <a:gd name="connsiteX158" fmla="*/ 432785 w 1009831"/>
                <a:gd name="connsiteY158" fmla="*/ 144262 h 801635"/>
                <a:gd name="connsiteX159" fmla="*/ 434424 w 1009831"/>
                <a:gd name="connsiteY159" fmla="*/ 145901 h 801635"/>
                <a:gd name="connsiteX160" fmla="*/ 439342 w 1009831"/>
                <a:gd name="connsiteY160" fmla="*/ 149180 h 801635"/>
                <a:gd name="connsiteX161" fmla="*/ 442621 w 1009831"/>
                <a:gd name="connsiteY161" fmla="*/ 150819 h 801635"/>
                <a:gd name="connsiteX162" fmla="*/ 445900 w 1009831"/>
                <a:gd name="connsiteY162" fmla="*/ 154098 h 801635"/>
                <a:gd name="connsiteX163" fmla="*/ 449178 w 1009831"/>
                <a:gd name="connsiteY163" fmla="*/ 155737 h 801635"/>
                <a:gd name="connsiteX164" fmla="*/ 454096 w 1009831"/>
                <a:gd name="connsiteY164" fmla="*/ 157376 h 801635"/>
                <a:gd name="connsiteX165" fmla="*/ 457375 w 1009831"/>
                <a:gd name="connsiteY165" fmla="*/ 160655 h 801635"/>
                <a:gd name="connsiteX166" fmla="*/ 460654 w 1009831"/>
                <a:gd name="connsiteY166" fmla="*/ 162294 h 801635"/>
                <a:gd name="connsiteX167" fmla="*/ 462293 w 1009831"/>
                <a:gd name="connsiteY167" fmla="*/ 163934 h 801635"/>
                <a:gd name="connsiteX168" fmla="*/ 465572 w 1009831"/>
                <a:gd name="connsiteY168" fmla="*/ 163934 h 801635"/>
                <a:gd name="connsiteX169" fmla="*/ 468850 w 1009831"/>
                <a:gd name="connsiteY169" fmla="*/ 162294 h 801635"/>
                <a:gd name="connsiteX170" fmla="*/ 472129 w 1009831"/>
                <a:gd name="connsiteY170" fmla="*/ 159016 h 801635"/>
                <a:gd name="connsiteX171" fmla="*/ 475408 w 1009831"/>
                <a:gd name="connsiteY171" fmla="*/ 155737 h 801635"/>
                <a:gd name="connsiteX172" fmla="*/ 478686 w 1009831"/>
                <a:gd name="connsiteY172" fmla="*/ 152458 h 801635"/>
                <a:gd name="connsiteX173" fmla="*/ 480326 w 1009831"/>
                <a:gd name="connsiteY173" fmla="*/ 149180 h 801635"/>
                <a:gd name="connsiteX174" fmla="*/ 483604 w 1009831"/>
                <a:gd name="connsiteY174" fmla="*/ 144262 h 801635"/>
                <a:gd name="connsiteX175" fmla="*/ 485244 w 1009831"/>
                <a:gd name="connsiteY175" fmla="*/ 140983 h 801635"/>
                <a:gd name="connsiteX176" fmla="*/ 488522 w 1009831"/>
                <a:gd name="connsiteY176" fmla="*/ 137704 h 801635"/>
                <a:gd name="connsiteX177" fmla="*/ 491801 w 1009831"/>
                <a:gd name="connsiteY177" fmla="*/ 132786 h 801635"/>
                <a:gd name="connsiteX178" fmla="*/ 493440 w 1009831"/>
                <a:gd name="connsiteY178" fmla="*/ 131147 h 801635"/>
                <a:gd name="connsiteX179" fmla="*/ 496719 w 1009831"/>
                <a:gd name="connsiteY179" fmla="*/ 131147 h 801635"/>
                <a:gd name="connsiteX180" fmla="*/ 499998 w 1009831"/>
                <a:gd name="connsiteY180" fmla="*/ 129508 h 801635"/>
                <a:gd name="connsiteX181" fmla="*/ 504916 w 1009831"/>
                <a:gd name="connsiteY181" fmla="*/ 129508 h 801635"/>
                <a:gd name="connsiteX182" fmla="*/ 506555 w 1009831"/>
                <a:gd name="connsiteY182" fmla="*/ 126229 h 801635"/>
                <a:gd name="connsiteX183" fmla="*/ 509834 w 1009831"/>
                <a:gd name="connsiteY183" fmla="*/ 126229 h 801635"/>
                <a:gd name="connsiteX184" fmla="*/ 514752 w 1009831"/>
                <a:gd name="connsiteY184" fmla="*/ 127868 h 801635"/>
                <a:gd name="connsiteX185" fmla="*/ 518030 w 1009831"/>
                <a:gd name="connsiteY185" fmla="*/ 127868 h 801635"/>
                <a:gd name="connsiteX186" fmla="*/ 521309 w 1009831"/>
                <a:gd name="connsiteY186" fmla="*/ 127868 h 801635"/>
                <a:gd name="connsiteX187" fmla="*/ 526227 w 1009831"/>
                <a:gd name="connsiteY187" fmla="*/ 127868 h 801635"/>
                <a:gd name="connsiteX188" fmla="*/ 529506 w 1009831"/>
                <a:gd name="connsiteY188" fmla="*/ 129508 h 801635"/>
                <a:gd name="connsiteX189" fmla="*/ 532784 w 1009831"/>
                <a:gd name="connsiteY189" fmla="*/ 129508 h 801635"/>
                <a:gd name="connsiteX190" fmla="*/ 536063 w 1009831"/>
                <a:gd name="connsiteY190" fmla="*/ 129508 h 801635"/>
                <a:gd name="connsiteX191" fmla="*/ 540981 w 1009831"/>
                <a:gd name="connsiteY191" fmla="*/ 129508 h 801635"/>
                <a:gd name="connsiteX192" fmla="*/ 540981 w 1009831"/>
                <a:gd name="connsiteY192" fmla="*/ 134426 h 801635"/>
                <a:gd name="connsiteX193" fmla="*/ 542620 w 1009831"/>
                <a:gd name="connsiteY193" fmla="*/ 136065 h 801635"/>
                <a:gd name="connsiteX194" fmla="*/ 545899 w 1009831"/>
                <a:gd name="connsiteY194" fmla="*/ 137704 h 801635"/>
                <a:gd name="connsiteX195" fmla="*/ 545899 w 1009831"/>
                <a:gd name="connsiteY195" fmla="*/ 142622 h 801635"/>
                <a:gd name="connsiteX196" fmla="*/ 550817 w 1009831"/>
                <a:gd name="connsiteY196" fmla="*/ 144262 h 801635"/>
                <a:gd name="connsiteX197" fmla="*/ 550817 w 1009831"/>
                <a:gd name="connsiteY197" fmla="*/ 147540 h 801635"/>
                <a:gd name="connsiteX198" fmla="*/ 552457 w 1009831"/>
                <a:gd name="connsiteY198" fmla="*/ 147540 h 801635"/>
                <a:gd name="connsiteX199" fmla="*/ 552457 w 1009831"/>
                <a:gd name="connsiteY199" fmla="*/ 149180 h 801635"/>
                <a:gd name="connsiteX200" fmla="*/ 557375 w 1009831"/>
                <a:gd name="connsiteY200" fmla="*/ 152458 h 801635"/>
                <a:gd name="connsiteX201" fmla="*/ 557375 w 1009831"/>
                <a:gd name="connsiteY201" fmla="*/ 155737 h 801635"/>
                <a:gd name="connsiteX202" fmla="*/ 559014 w 1009831"/>
                <a:gd name="connsiteY202" fmla="*/ 160655 h 801635"/>
                <a:gd name="connsiteX203" fmla="*/ 560653 w 1009831"/>
                <a:gd name="connsiteY203" fmla="*/ 163934 h 801635"/>
                <a:gd name="connsiteX204" fmla="*/ 559014 w 1009831"/>
                <a:gd name="connsiteY204" fmla="*/ 167213 h 801635"/>
                <a:gd name="connsiteX205" fmla="*/ 560653 w 1009831"/>
                <a:gd name="connsiteY205" fmla="*/ 168852 h 801635"/>
                <a:gd name="connsiteX206" fmla="*/ 562293 w 1009831"/>
                <a:gd name="connsiteY206" fmla="*/ 172130 h 801635"/>
                <a:gd name="connsiteX207" fmla="*/ 562293 w 1009831"/>
                <a:gd name="connsiteY207" fmla="*/ 175409 h 801635"/>
                <a:gd name="connsiteX208" fmla="*/ 562293 w 1009831"/>
                <a:gd name="connsiteY208" fmla="*/ 177048 h 801635"/>
                <a:gd name="connsiteX209" fmla="*/ 562293 w 1009831"/>
                <a:gd name="connsiteY209" fmla="*/ 177048 h 801635"/>
                <a:gd name="connsiteX210" fmla="*/ 562293 w 1009831"/>
                <a:gd name="connsiteY210" fmla="*/ 178688 h 801635"/>
                <a:gd name="connsiteX211" fmla="*/ 563932 w 1009831"/>
                <a:gd name="connsiteY211" fmla="*/ 181966 h 801635"/>
                <a:gd name="connsiteX212" fmla="*/ 563932 w 1009831"/>
                <a:gd name="connsiteY212" fmla="*/ 185245 h 801635"/>
                <a:gd name="connsiteX213" fmla="*/ 563932 w 1009831"/>
                <a:gd name="connsiteY213" fmla="*/ 190163 h 801635"/>
                <a:gd name="connsiteX214" fmla="*/ 565571 w 1009831"/>
                <a:gd name="connsiteY214" fmla="*/ 193442 h 801635"/>
                <a:gd name="connsiteX215" fmla="*/ 565571 w 1009831"/>
                <a:gd name="connsiteY215" fmla="*/ 196720 h 801635"/>
                <a:gd name="connsiteX216" fmla="*/ 570489 w 1009831"/>
                <a:gd name="connsiteY216" fmla="*/ 199999 h 801635"/>
                <a:gd name="connsiteX217" fmla="*/ 570489 w 1009831"/>
                <a:gd name="connsiteY217" fmla="*/ 203278 h 801635"/>
                <a:gd name="connsiteX218" fmla="*/ 572129 w 1009831"/>
                <a:gd name="connsiteY218" fmla="*/ 208196 h 801635"/>
                <a:gd name="connsiteX219" fmla="*/ 573768 w 1009831"/>
                <a:gd name="connsiteY219" fmla="*/ 209835 h 801635"/>
                <a:gd name="connsiteX220" fmla="*/ 575407 w 1009831"/>
                <a:gd name="connsiteY220" fmla="*/ 214753 h 801635"/>
                <a:gd name="connsiteX221" fmla="*/ 575407 w 1009831"/>
                <a:gd name="connsiteY221" fmla="*/ 218032 h 801635"/>
                <a:gd name="connsiteX222" fmla="*/ 577047 w 1009831"/>
                <a:gd name="connsiteY222" fmla="*/ 218032 h 801635"/>
                <a:gd name="connsiteX223" fmla="*/ 578686 w 1009831"/>
                <a:gd name="connsiteY223" fmla="*/ 222950 h 801635"/>
                <a:gd name="connsiteX224" fmla="*/ 581965 w 1009831"/>
                <a:gd name="connsiteY224" fmla="*/ 224589 h 801635"/>
                <a:gd name="connsiteX225" fmla="*/ 585243 w 1009831"/>
                <a:gd name="connsiteY225" fmla="*/ 226229 h 801635"/>
                <a:gd name="connsiteX226" fmla="*/ 585243 w 1009831"/>
                <a:gd name="connsiteY226" fmla="*/ 226229 h 801635"/>
                <a:gd name="connsiteX227" fmla="*/ 585243 w 1009831"/>
                <a:gd name="connsiteY227" fmla="*/ 229507 h 801635"/>
                <a:gd name="connsiteX228" fmla="*/ 585243 w 1009831"/>
                <a:gd name="connsiteY228" fmla="*/ 229507 h 801635"/>
                <a:gd name="connsiteX229" fmla="*/ 585243 w 1009831"/>
                <a:gd name="connsiteY229" fmla="*/ 232786 h 801635"/>
                <a:gd name="connsiteX230" fmla="*/ 583604 w 1009831"/>
                <a:gd name="connsiteY230" fmla="*/ 236065 h 801635"/>
                <a:gd name="connsiteX231" fmla="*/ 583604 w 1009831"/>
                <a:gd name="connsiteY231" fmla="*/ 239343 h 801635"/>
                <a:gd name="connsiteX232" fmla="*/ 583604 w 1009831"/>
                <a:gd name="connsiteY232" fmla="*/ 244261 h 801635"/>
                <a:gd name="connsiteX233" fmla="*/ 581965 w 1009831"/>
                <a:gd name="connsiteY233" fmla="*/ 247540 h 801635"/>
                <a:gd name="connsiteX234" fmla="*/ 581965 w 1009831"/>
                <a:gd name="connsiteY234" fmla="*/ 250819 h 801635"/>
                <a:gd name="connsiteX235" fmla="*/ 585243 w 1009831"/>
                <a:gd name="connsiteY235" fmla="*/ 255737 h 801635"/>
                <a:gd name="connsiteX236" fmla="*/ 585243 w 1009831"/>
                <a:gd name="connsiteY236" fmla="*/ 255737 h 801635"/>
                <a:gd name="connsiteX237" fmla="*/ 586883 w 1009831"/>
                <a:gd name="connsiteY237" fmla="*/ 260655 h 801635"/>
                <a:gd name="connsiteX238" fmla="*/ 586883 w 1009831"/>
                <a:gd name="connsiteY238" fmla="*/ 263933 h 801635"/>
                <a:gd name="connsiteX239" fmla="*/ 586883 w 1009831"/>
                <a:gd name="connsiteY239" fmla="*/ 268851 h 801635"/>
                <a:gd name="connsiteX240" fmla="*/ 586883 w 1009831"/>
                <a:gd name="connsiteY240" fmla="*/ 272130 h 801635"/>
                <a:gd name="connsiteX241" fmla="*/ 586883 w 1009831"/>
                <a:gd name="connsiteY241" fmla="*/ 272130 h 801635"/>
                <a:gd name="connsiteX242" fmla="*/ 588522 w 1009831"/>
                <a:gd name="connsiteY242" fmla="*/ 273769 h 801635"/>
                <a:gd name="connsiteX243" fmla="*/ 588522 w 1009831"/>
                <a:gd name="connsiteY243" fmla="*/ 277048 h 801635"/>
                <a:gd name="connsiteX244" fmla="*/ 590161 w 1009831"/>
                <a:gd name="connsiteY244" fmla="*/ 278687 h 801635"/>
                <a:gd name="connsiteX245" fmla="*/ 593440 w 1009831"/>
                <a:gd name="connsiteY245" fmla="*/ 278687 h 801635"/>
                <a:gd name="connsiteX246" fmla="*/ 596719 w 1009831"/>
                <a:gd name="connsiteY246" fmla="*/ 280327 h 801635"/>
                <a:gd name="connsiteX247" fmla="*/ 599997 w 1009831"/>
                <a:gd name="connsiteY247" fmla="*/ 280327 h 801635"/>
                <a:gd name="connsiteX248" fmla="*/ 601637 w 1009831"/>
                <a:gd name="connsiteY248" fmla="*/ 283605 h 801635"/>
                <a:gd name="connsiteX249" fmla="*/ 604915 w 1009831"/>
                <a:gd name="connsiteY249" fmla="*/ 285245 h 801635"/>
                <a:gd name="connsiteX250" fmla="*/ 609833 w 1009831"/>
                <a:gd name="connsiteY250" fmla="*/ 286884 h 801635"/>
                <a:gd name="connsiteX251" fmla="*/ 613112 w 1009831"/>
                <a:gd name="connsiteY251" fmla="*/ 286884 h 801635"/>
                <a:gd name="connsiteX252" fmla="*/ 614751 w 1009831"/>
                <a:gd name="connsiteY252" fmla="*/ 291802 h 801635"/>
                <a:gd name="connsiteX253" fmla="*/ 616391 w 1009831"/>
                <a:gd name="connsiteY253" fmla="*/ 293441 h 801635"/>
                <a:gd name="connsiteX254" fmla="*/ 621309 w 1009831"/>
                <a:gd name="connsiteY254" fmla="*/ 293441 h 801635"/>
                <a:gd name="connsiteX255" fmla="*/ 624587 w 1009831"/>
                <a:gd name="connsiteY255" fmla="*/ 293441 h 801635"/>
                <a:gd name="connsiteX256" fmla="*/ 629505 w 1009831"/>
                <a:gd name="connsiteY256" fmla="*/ 293441 h 801635"/>
                <a:gd name="connsiteX257" fmla="*/ 632784 w 1009831"/>
                <a:gd name="connsiteY257" fmla="*/ 293441 h 801635"/>
                <a:gd name="connsiteX258" fmla="*/ 636063 w 1009831"/>
                <a:gd name="connsiteY258" fmla="*/ 295081 h 801635"/>
                <a:gd name="connsiteX259" fmla="*/ 639341 w 1009831"/>
                <a:gd name="connsiteY259" fmla="*/ 296720 h 801635"/>
                <a:gd name="connsiteX260" fmla="*/ 642620 w 1009831"/>
                <a:gd name="connsiteY260" fmla="*/ 299999 h 801635"/>
                <a:gd name="connsiteX261" fmla="*/ 644259 w 1009831"/>
                <a:gd name="connsiteY261" fmla="*/ 301638 h 801635"/>
                <a:gd name="connsiteX262" fmla="*/ 647538 w 1009831"/>
                <a:gd name="connsiteY262" fmla="*/ 303277 h 801635"/>
                <a:gd name="connsiteX263" fmla="*/ 649177 w 1009831"/>
                <a:gd name="connsiteY263" fmla="*/ 299999 h 801635"/>
                <a:gd name="connsiteX264" fmla="*/ 654095 w 1009831"/>
                <a:gd name="connsiteY264" fmla="*/ 298359 h 801635"/>
                <a:gd name="connsiteX265" fmla="*/ 657374 w 1009831"/>
                <a:gd name="connsiteY265" fmla="*/ 298359 h 801635"/>
                <a:gd name="connsiteX266" fmla="*/ 655735 w 1009831"/>
                <a:gd name="connsiteY266" fmla="*/ 301638 h 801635"/>
                <a:gd name="connsiteX267" fmla="*/ 654095 w 1009831"/>
                <a:gd name="connsiteY267" fmla="*/ 304917 h 801635"/>
                <a:gd name="connsiteX268" fmla="*/ 652456 w 1009831"/>
                <a:gd name="connsiteY268" fmla="*/ 309835 h 801635"/>
                <a:gd name="connsiteX269" fmla="*/ 650817 w 1009831"/>
                <a:gd name="connsiteY269" fmla="*/ 313113 h 801635"/>
                <a:gd name="connsiteX270" fmla="*/ 649177 w 1009831"/>
                <a:gd name="connsiteY270" fmla="*/ 316392 h 801635"/>
                <a:gd name="connsiteX271" fmla="*/ 645899 w 1009831"/>
                <a:gd name="connsiteY271" fmla="*/ 321310 h 801635"/>
                <a:gd name="connsiteX272" fmla="*/ 644259 w 1009831"/>
                <a:gd name="connsiteY272" fmla="*/ 324589 h 801635"/>
                <a:gd name="connsiteX273" fmla="*/ 640981 w 1009831"/>
                <a:gd name="connsiteY273" fmla="*/ 327867 h 801635"/>
                <a:gd name="connsiteX274" fmla="*/ 637702 w 1009831"/>
                <a:gd name="connsiteY274" fmla="*/ 332785 h 801635"/>
                <a:gd name="connsiteX275" fmla="*/ 636063 w 1009831"/>
                <a:gd name="connsiteY275" fmla="*/ 336064 h 801635"/>
                <a:gd name="connsiteX276" fmla="*/ 632784 w 1009831"/>
                <a:gd name="connsiteY276" fmla="*/ 339343 h 801635"/>
                <a:gd name="connsiteX277" fmla="*/ 632784 w 1009831"/>
                <a:gd name="connsiteY277" fmla="*/ 339343 h 801635"/>
                <a:gd name="connsiteX278" fmla="*/ 632784 w 1009831"/>
                <a:gd name="connsiteY278" fmla="*/ 344261 h 801635"/>
                <a:gd name="connsiteX279" fmla="*/ 629505 w 1009831"/>
                <a:gd name="connsiteY279" fmla="*/ 347540 h 801635"/>
                <a:gd name="connsiteX280" fmla="*/ 629505 w 1009831"/>
                <a:gd name="connsiteY280" fmla="*/ 350818 h 801635"/>
                <a:gd name="connsiteX281" fmla="*/ 627866 w 1009831"/>
                <a:gd name="connsiteY281" fmla="*/ 355736 h 801635"/>
                <a:gd name="connsiteX282" fmla="*/ 626227 w 1009831"/>
                <a:gd name="connsiteY282" fmla="*/ 359015 h 801635"/>
                <a:gd name="connsiteX283" fmla="*/ 624587 w 1009831"/>
                <a:gd name="connsiteY283" fmla="*/ 362294 h 801635"/>
                <a:gd name="connsiteX284" fmla="*/ 622948 w 1009831"/>
                <a:gd name="connsiteY284" fmla="*/ 367212 h 801635"/>
                <a:gd name="connsiteX285" fmla="*/ 621309 w 1009831"/>
                <a:gd name="connsiteY285" fmla="*/ 370490 h 801635"/>
                <a:gd name="connsiteX286" fmla="*/ 619669 w 1009831"/>
                <a:gd name="connsiteY286" fmla="*/ 373769 h 801635"/>
                <a:gd name="connsiteX287" fmla="*/ 619669 w 1009831"/>
                <a:gd name="connsiteY287" fmla="*/ 378687 h 801635"/>
                <a:gd name="connsiteX288" fmla="*/ 618030 w 1009831"/>
                <a:gd name="connsiteY288" fmla="*/ 381966 h 801635"/>
                <a:gd name="connsiteX289" fmla="*/ 618030 w 1009831"/>
                <a:gd name="connsiteY289" fmla="*/ 385244 h 801635"/>
                <a:gd name="connsiteX290" fmla="*/ 616391 w 1009831"/>
                <a:gd name="connsiteY290" fmla="*/ 390162 h 801635"/>
                <a:gd name="connsiteX291" fmla="*/ 616391 w 1009831"/>
                <a:gd name="connsiteY291" fmla="*/ 393441 h 801635"/>
                <a:gd name="connsiteX292" fmla="*/ 613112 w 1009831"/>
                <a:gd name="connsiteY292" fmla="*/ 393441 h 801635"/>
                <a:gd name="connsiteX293" fmla="*/ 614751 w 1009831"/>
                <a:gd name="connsiteY293" fmla="*/ 398359 h 801635"/>
                <a:gd name="connsiteX294" fmla="*/ 614751 w 1009831"/>
                <a:gd name="connsiteY294" fmla="*/ 401637 h 801635"/>
                <a:gd name="connsiteX295" fmla="*/ 613112 w 1009831"/>
                <a:gd name="connsiteY295" fmla="*/ 404916 h 801635"/>
                <a:gd name="connsiteX296" fmla="*/ 611473 w 1009831"/>
                <a:gd name="connsiteY296" fmla="*/ 408195 h 801635"/>
                <a:gd name="connsiteX297" fmla="*/ 611473 w 1009831"/>
                <a:gd name="connsiteY297" fmla="*/ 409834 h 801635"/>
                <a:gd name="connsiteX298" fmla="*/ 611473 w 1009831"/>
                <a:gd name="connsiteY298" fmla="*/ 413113 h 801635"/>
                <a:gd name="connsiteX299" fmla="*/ 609833 w 1009831"/>
                <a:gd name="connsiteY299" fmla="*/ 416392 h 801635"/>
                <a:gd name="connsiteX300" fmla="*/ 609833 w 1009831"/>
                <a:gd name="connsiteY300" fmla="*/ 421310 h 801635"/>
                <a:gd name="connsiteX301" fmla="*/ 609833 w 1009831"/>
                <a:gd name="connsiteY301" fmla="*/ 424588 h 801635"/>
                <a:gd name="connsiteX302" fmla="*/ 609833 w 1009831"/>
                <a:gd name="connsiteY302" fmla="*/ 424588 h 801635"/>
                <a:gd name="connsiteX303" fmla="*/ 609833 w 1009831"/>
                <a:gd name="connsiteY303" fmla="*/ 429506 h 801635"/>
                <a:gd name="connsiteX304" fmla="*/ 606555 w 1009831"/>
                <a:gd name="connsiteY304" fmla="*/ 432785 h 801635"/>
                <a:gd name="connsiteX305" fmla="*/ 606555 w 1009831"/>
                <a:gd name="connsiteY305" fmla="*/ 436064 h 801635"/>
                <a:gd name="connsiteX306" fmla="*/ 603276 w 1009831"/>
                <a:gd name="connsiteY306" fmla="*/ 440982 h 801635"/>
                <a:gd name="connsiteX307" fmla="*/ 603276 w 1009831"/>
                <a:gd name="connsiteY307" fmla="*/ 442621 h 801635"/>
                <a:gd name="connsiteX308" fmla="*/ 603276 w 1009831"/>
                <a:gd name="connsiteY308" fmla="*/ 445900 h 801635"/>
                <a:gd name="connsiteX309" fmla="*/ 601637 w 1009831"/>
                <a:gd name="connsiteY309" fmla="*/ 449178 h 801635"/>
                <a:gd name="connsiteX310" fmla="*/ 601637 w 1009831"/>
                <a:gd name="connsiteY310" fmla="*/ 454096 h 801635"/>
                <a:gd name="connsiteX311" fmla="*/ 601637 w 1009831"/>
                <a:gd name="connsiteY311" fmla="*/ 457375 h 801635"/>
                <a:gd name="connsiteX312" fmla="*/ 601637 w 1009831"/>
                <a:gd name="connsiteY312" fmla="*/ 460654 h 801635"/>
                <a:gd name="connsiteX313" fmla="*/ 601637 w 1009831"/>
                <a:gd name="connsiteY313" fmla="*/ 465572 h 801635"/>
                <a:gd name="connsiteX314" fmla="*/ 601637 w 1009831"/>
                <a:gd name="connsiteY314" fmla="*/ 465572 h 801635"/>
                <a:gd name="connsiteX315" fmla="*/ 601637 w 1009831"/>
                <a:gd name="connsiteY315" fmla="*/ 468850 h 801635"/>
                <a:gd name="connsiteX316" fmla="*/ 603276 w 1009831"/>
                <a:gd name="connsiteY316" fmla="*/ 473768 h 801635"/>
                <a:gd name="connsiteX317" fmla="*/ 603276 w 1009831"/>
                <a:gd name="connsiteY317" fmla="*/ 477047 h 801635"/>
                <a:gd name="connsiteX318" fmla="*/ 606555 w 1009831"/>
                <a:gd name="connsiteY318" fmla="*/ 480326 h 801635"/>
                <a:gd name="connsiteX319" fmla="*/ 608194 w 1009831"/>
                <a:gd name="connsiteY319" fmla="*/ 485244 h 801635"/>
                <a:gd name="connsiteX320" fmla="*/ 611473 w 1009831"/>
                <a:gd name="connsiteY320" fmla="*/ 488522 h 801635"/>
                <a:gd name="connsiteX321" fmla="*/ 614751 w 1009831"/>
                <a:gd name="connsiteY321" fmla="*/ 491801 h 801635"/>
                <a:gd name="connsiteX322" fmla="*/ 613112 w 1009831"/>
                <a:gd name="connsiteY322" fmla="*/ 495080 h 801635"/>
                <a:gd name="connsiteX323" fmla="*/ 611473 w 1009831"/>
                <a:gd name="connsiteY323" fmla="*/ 498359 h 801635"/>
                <a:gd name="connsiteX324" fmla="*/ 609833 w 1009831"/>
                <a:gd name="connsiteY324" fmla="*/ 501637 h 801635"/>
                <a:gd name="connsiteX325" fmla="*/ 608194 w 1009831"/>
                <a:gd name="connsiteY325" fmla="*/ 504916 h 801635"/>
                <a:gd name="connsiteX326" fmla="*/ 608194 w 1009831"/>
                <a:gd name="connsiteY326" fmla="*/ 501637 h 801635"/>
                <a:gd name="connsiteX327" fmla="*/ 609833 w 1009831"/>
                <a:gd name="connsiteY327" fmla="*/ 496719 h 801635"/>
                <a:gd name="connsiteX328" fmla="*/ 611473 w 1009831"/>
                <a:gd name="connsiteY328" fmla="*/ 493440 h 801635"/>
                <a:gd name="connsiteX329" fmla="*/ 611473 w 1009831"/>
                <a:gd name="connsiteY329" fmla="*/ 493440 h 801635"/>
                <a:gd name="connsiteX330" fmla="*/ 609833 w 1009831"/>
                <a:gd name="connsiteY330" fmla="*/ 490162 h 801635"/>
                <a:gd name="connsiteX331" fmla="*/ 606555 w 1009831"/>
                <a:gd name="connsiteY331" fmla="*/ 485244 h 801635"/>
                <a:gd name="connsiteX332" fmla="*/ 604915 w 1009831"/>
                <a:gd name="connsiteY332" fmla="*/ 481965 h 801635"/>
                <a:gd name="connsiteX333" fmla="*/ 603276 w 1009831"/>
                <a:gd name="connsiteY333" fmla="*/ 478687 h 801635"/>
                <a:gd name="connsiteX334" fmla="*/ 603276 w 1009831"/>
                <a:gd name="connsiteY334" fmla="*/ 473768 h 801635"/>
                <a:gd name="connsiteX335" fmla="*/ 601637 w 1009831"/>
                <a:gd name="connsiteY335" fmla="*/ 470490 h 801635"/>
                <a:gd name="connsiteX336" fmla="*/ 601637 w 1009831"/>
                <a:gd name="connsiteY336" fmla="*/ 473768 h 801635"/>
                <a:gd name="connsiteX337" fmla="*/ 601637 w 1009831"/>
                <a:gd name="connsiteY337" fmla="*/ 478687 h 801635"/>
                <a:gd name="connsiteX338" fmla="*/ 601637 w 1009831"/>
                <a:gd name="connsiteY338" fmla="*/ 481965 h 801635"/>
                <a:gd name="connsiteX339" fmla="*/ 601637 w 1009831"/>
                <a:gd name="connsiteY339" fmla="*/ 485244 h 801635"/>
                <a:gd name="connsiteX340" fmla="*/ 603276 w 1009831"/>
                <a:gd name="connsiteY340" fmla="*/ 490162 h 801635"/>
                <a:gd name="connsiteX341" fmla="*/ 603276 w 1009831"/>
                <a:gd name="connsiteY341" fmla="*/ 490162 h 801635"/>
                <a:gd name="connsiteX342" fmla="*/ 603276 w 1009831"/>
                <a:gd name="connsiteY342" fmla="*/ 493440 h 801635"/>
                <a:gd name="connsiteX343" fmla="*/ 606555 w 1009831"/>
                <a:gd name="connsiteY343" fmla="*/ 495080 h 801635"/>
                <a:gd name="connsiteX344" fmla="*/ 606555 w 1009831"/>
                <a:gd name="connsiteY344" fmla="*/ 496719 h 801635"/>
                <a:gd name="connsiteX345" fmla="*/ 606555 w 1009831"/>
                <a:gd name="connsiteY345" fmla="*/ 499998 h 801635"/>
                <a:gd name="connsiteX346" fmla="*/ 608194 w 1009831"/>
                <a:gd name="connsiteY346" fmla="*/ 503277 h 801635"/>
                <a:gd name="connsiteX347" fmla="*/ 608194 w 1009831"/>
                <a:gd name="connsiteY347" fmla="*/ 508194 h 801635"/>
                <a:gd name="connsiteX348" fmla="*/ 609833 w 1009831"/>
                <a:gd name="connsiteY348" fmla="*/ 511473 h 801635"/>
                <a:gd name="connsiteX349" fmla="*/ 609833 w 1009831"/>
                <a:gd name="connsiteY349" fmla="*/ 514752 h 801635"/>
                <a:gd name="connsiteX350" fmla="*/ 611473 w 1009831"/>
                <a:gd name="connsiteY350" fmla="*/ 518031 h 801635"/>
                <a:gd name="connsiteX351" fmla="*/ 611473 w 1009831"/>
                <a:gd name="connsiteY351" fmla="*/ 519670 h 801635"/>
                <a:gd name="connsiteX352" fmla="*/ 611473 w 1009831"/>
                <a:gd name="connsiteY352" fmla="*/ 521309 h 801635"/>
                <a:gd name="connsiteX353" fmla="*/ 613112 w 1009831"/>
                <a:gd name="connsiteY353" fmla="*/ 526227 h 801635"/>
                <a:gd name="connsiteX354" fmla="*/ 613112 w 1009831"/>
                <a:gd name="connsiteY354" fmla="*/ 527867 h 801635"/>
                <a:gd name="connsiteX355" fmla="*/ 613112 w 1009831"/>
                <a:gd name="connsiteY355" fmla="*/ 531145 h 801635"/>
                <a:gd name="connsiteX356" fmla="*/ 614751 w 1009831"/>
                <a:gd name="connsiteY356" fmla="*/ 534424 h 801635"/>
                <a:gd name="connsiteX357" fmla="*/ 616391 w 1009831"/>
                <a:gd name="connsiteY357" fmla="*/ 537703 h 801635"/>
                <a:gd name="connsiteX358" fmla="*/ 618030 w 1009831"/>
                <a:gd name="connsiteY358" fmla="*/ 539342 h 801635"/>
                <a:gd name="connsiteX359" fmla="*/ 621309 w 1009831"/>
                <a:gd name="connsiteY359" fmla="*/ 542621 h 801635"/>
                <a:gd name="connsiteX360" fmla="*/ 622948 w 1009831"/>
                <a:gd name="connsiteY360" fmla="*/ 547539 h 801635"/>
                <a:gd name="connsiteX361" fmla="*/ 624587 w 1009831"/>
                <a:gd name="connsiteY361" fmla="*/ 549178 h 801635"/>
                <a:gd name="connsiteX362" fmla="*/ 627866 w 1009831"/>
                <a:gd name="connsiteY362" fmla="*/ 552457 h 801635"/>
                <a:gd name="connsiteX363" fmla="*/ 629505 w 1009831"/>
                <a:gd name="connsiteY363" fmla="*/ 557374 h 801635"/>
                <a:gd name="connsiteX364" fmla="*/ 631145 w 1009831"/>
                <a:gd name="connsiteY364" fmla="*/ 560653 h 801635"/>
                <a:gd name="connsiteX365" fmla="*/ 631145 w 1009831"/>
                <a:gd name="connsiteY365" fmla="*/ 560653 h 801635"/>
                <a:gd name="connsiteX366" fmla="*/ 632784 w 1009831"/>
                <a:gd name="connsiteY366" fmla="*/ 563932 h 801635"/>
                <a:gd name="connsiteX367" fmla="*/ 636063 w 1009831"/>
                <a:gd name="connsiteY367" fmla="*/ 568850 h 801635"/>
                <a:gd name="connsiteX368" fmla="*/ 636063 w 1009831"/>
                <a:gd name="connsiteY368" fmla="*/ 572129 h 801635"/>
                <a:gd name="connsiteX369" fmla="*/ 636063 w 1009831"/>
                <a:gd name="connsiteY369" fmla="*/ 575407 h 801635"/>
                <a:gd name="connsiteX370" fmla="*/ 636063 w 1009831"/>
                <a:gd name="connsiteY370" fmla="*/ 580325 h 801635"/>
                <a:gd name="connsiteX371" fmla="*/ 637702 w 1009831"/>
                <a:gd name="connsiteY371" fmla="*/ 583604 h 801635"/>
                <a:gd name="connsiteX372" fmla="*/ 636063 w 1009831"/>
                <a:gd name="connsiteY372" fmla="*/ 586883 h 801635"/>
                <a:gd name="connsiteX373" fmla="*/ 637702 w 1009831"/>
                <a:gd name="connsiteY373" fmla="*/ 590161 h 801635"/>
                <a:gd name="connsiteX374" fmla="*/ 637702 w 1009831"/>
                <a:gd name="connsiteY374" fmla="*/ 590161 h 801635"/>
                <a:gd name="connsiteX375" fmla="*/ 640981 w 1009831"/>
                <a:gd name="connsiteY375" fmla="*/ 595079 h 801635"/>
                <a:gd name="connsiteX376" fmla="*/ 642620 w 1009831"/>
                <a:gd name="connsiteY376" fmla="*/ 598358 h 801635"/>
                <a:gd name="connsiteX377" fmla="*/ 642620 w 1009831"/>
                <a:gd name="connsiteY377" fmla="*/ 599997 h 801635"/>
                <a:gd name="connsiteX378" fmla="*/ 644259 w 1009831"/>
                <a:gd name="connsiteY378" fmla="*/ 601637 h 801635"/>
                <a:gd name="connsiteX379" fmla="*/ 645899 w 1009831"/>
                <a:gd name="connsiteY379" fmla="*/ 606555 h 801635"/>
                <a:gd name="connsiteX380" fmla="*/ 645899 w 1009831"/>
                <a:gd name="connsiteY380" fmla="*/ 609833 h 801635"/>
                <a:gd name="connsiteX381" fmla="*/ 649177 w 1009831"/>
                <a:gd name="connsiteY381" fmla="*/ 613112 h 801635"/>
                <a:gd name="connsiteX382" fmla="*/ 652456 w 1009831"/>
                <a:gd name="connsiteY382" fmla="*/ 614751 h 801635"/>
                <a:gd name="connsiteX383" fmla="*/ 650817 w 1009831"/>
                <a:gd name="connsiteY383" fmla="*/ 614751 h 801635"/>
                <a:gd name="connsiteX384" fmla="*/ 645899 w 1009831"/>
                <a:gd name="connsiteY384" fmla="*/ 611473 h 801635"/>
                <a:gd name="connsiteX385" fmla="*/ 645899 w 1009831"/>
                <a:gd name="connsiteY385" fmla="*/ 613112 h 801635"/>
                <a:gd name="connsiteX386" fmla="*/ 649177 w 1009831"/>
                <a:gd name="connsiteY386" fmla="*/ 614751 h 801635"/>
                <a:gd name="connsiteX387" fmla="*/ 649177 w 1009831"/>
                <a:gd name="connsiteY387" fmla="*/ 616391 h 801635"/>
                <a:gd name="connsiteX388" fmla="*/ 647538 w 1009831"/>
                <a:gd name="connsiteY388" fmla="*/ 618030 h 801635"/>
                <a:gd name="connsiteX389" fmla="*/ 647538 w 1009831"/>
                <a:gd name="connsiteY389" fmla="*/ 618030 h 801635"/>
                <a:gd name="connsiteX390" fmla="*/ 647538 w 1009831"/>
                <a:gd name="connsiteY390" fmla="*/ 619669 h 801635"/>
                <a:gd name="connsiteX391" fmla="*/ 645899 w 1009831"/>
                <a:gd name="connsiteY391" fmla="*/ 621309 h 801635"/>
                <a:gd name="connsiteX392" fmla="*/ 645899 w 1009831"/>
                <a:gd name="connsiteY392" fmla="*/ 621309 h 801635"/>
                <a:gd name="connsiteX393" fmla="*/ 642620 w 1009831"/>
                <a:gd name="connsiteY393" fmla="*/ 626227 h 801635"/>
                <a:gd name="connsiteX394" fmla="*/ 647538 w 1009831"/>
                <a:gd name="connsiteY394" fmla="*/ 624587 h 801635"/>
                <a:gd name="connsiteX395" fmla="*/ 645899 w 1009831"/>
                <a:gd name="connsiteY395" fmla="*/ 622948 h 801635"/>
                <a:gd name="connsiteX396" fmla="*/ 647538 w 1009831"/>
                <a:gd name="connsiteY396" fmla="*/ 619669 h 801635"/>
                <a:gd name="connsiteX397" fmla="*/ 647538 w 1009831"/>
                <a:gd name="connsiteY397" fmla="*/ 618030 h 801635"/>
                <a:gd name="connsiteX398" fmla="*/ 649177 w 1009831"/>
                <a:gd name="connsiteY398" fmla="*/ 618030 h 801635"/>
                <a:gd name="connsiteX399" fmla="*/ 652456 w 1009831"/>
                <a:gd name="connsiteY399" fmla="*/ 616391 h 801635"/>
                <a:gd name="connsiteX400" fmla="*/ 652456 w 1009831"/>
                <a:gd name="connsiteY400" fmla="*/ 616391 h 801635"/>
                <a:gd name="connsiteX401" fmla="*/ 652456 w 1009831"/>
                <a:gd name="connsiteY401" fmla="*/ 614751 h 801635"/>
                <a:gd name="connsiteX402" fmla="*/ 657374 w 1009831"/>
                <a:gd name="connsiteY402" fmla="*/ 616391 h 801635"/>
                <a:gd name="connsiteX403" fmla="*/ 657374 w 1009831"/>
                <a:gd name="connsiteY403" fmla="*/ 616391 h 801635"/>
                <a:gd name="connsiteX404" fmla="*/ 660653 w 1009831"/>
                <a:gd name="connsiteY404" fmla="*/ 618030 h 801635"/>
                <a:gd name="connsiteX405" fmla="*/ 663931 w 1009831"/>
                <a:gd name="connsiteY405" fmla="*/ 618030 h 801635"/>
                <a:gd name="connsiteX406" fmla="*/ 667210 w 1009831"/>
                <a:gd name="connsiteY406" fmla="*/ 618030 h 801635"/>
                <a:gd name="connsiteX407" fmla="*/ 670489 w 1009831"/>
                <a:gd name="connsiteY407" fmla="*/ 618030 h 801635"/>
                <a:gd name="connsiteX408" fmla="*/ 675407 w 1009831"/>
                <a:gd name="connsiteY408" fmla="*/ 618030 h 801635"/>
                <a:gd name="connsiteX409" fmla="*/ 678685 w 1009831"/>
                <a:gd name="connsiteY409" fmla="*/ 621309 h 801635"/>
                <a:gd name="connsiteX410" fmla="*/ 680325 w 1009831"/>
                <a:gd name="connsiteY410" fmla="*/ 624587 h 801635"/>
                <a:gd name="connsiteX411" fmla="*/ 683604 w 1009831"/>
                <a:gd name="connsiteY411" fmla="*/ 626227 h 801635"/>
                <a:gd name="connsiteX412" fmla="*/ 688522 w 1009831"/>
                <a:gd name="connsiteY412" fmla="*/ 626227 h 801635"/>
                <a:gd name="connsiteX413" fmla="*/ 688522 w 1009831"/>
                <a:gd name="connsiteY413" fmla="*/ 629505 h 801635"/>
                <a:gd name="connsiteX414" fmla="*/ 690161 w 1009831"/>
                <a:gd name="connsiteY414" fmla="*/ 632784 h 801635"/>
                <a:gd name="connsiteX415" fmla="*/ 693439 w 1009831"/>
                <a:gd name="connsiteY415" fmla="*/ 637702 h 801635"/>
                <a:gd name="connsiteX416" fmla="*/ 693439 w 1009831"/>
                <a:gd name="connsiteY416" fmla="*/ 639341 h 801635"/>
                <a:gd name="connsiteX417" fmla="*/ 695079 w 1009831"/>
                <a:gd name="connsiteY417" fmla="*/ 640981 h 801635"/>
                <a:gd name="connsiteX418" fmla="*/ 698357 w 1009831"/>
                <a:gd name="connsiteY418" fmla="*/ 642620 h 801635"/>
                <a:gd name="connsiteX419" fmla="*/ 699997 w 1009831"/>
                <a:gd name="connsiteY419" fmla="*/ 642620 h 801635"/>
                <a:gd name="connsiteX420" fmla="*/ 701636 w 1009831"/>
                <a:gd name="connsiteY420" fmla="*/ 642620 h 801635"/>
                <a:gd name="connsiteX421" fmla="*/ 701636 w 1009831"/>
                <a:gd name="connsiteY421" fmla="*/ 642620 h 801635"/>
                <a:gd name="connsiteX422" fmla="*/ 704915 w 1009831"/>
                <a:gd name="connsiteY422" fmla="*/ 640981 h 801635"/>
                <a:gd name="connsiteX423" fmla="*/ 708194 w 1009831"/>
                <a:gd name="connsiteY423" fmla="*/ 640981 h 801635"/>
                <a:gd name="connsiteX424" fmla="*/ 711472 w 1009831"/>
                <a:gd name="connsiteY424" fmla="*/ 639341 h 801635"/>
                <a:gd name="connsiteX425" fmla="*/ 713112 w 1009831"/>
                <a:gd name="connsiteY425" fmla="*/ 639341 h 801635"/>
                <a:gd name="connsiteX426" fmla="*/ 718029 w 1009831"/>
                <a:gd name="connsiteY426" fmla="*/ 637702 h 801635"/>
                <a:gd name="connsiteX427" fmla="*/ 721308 w 1009831"/>
                <a:gd name="connsiteY427" fmla="*/ 636063 h 801635"/>
                <a:gd name="connsiteX428" fmla="*/ 722948 w 1009831"/>
                <a:gd name="connsiteY428" fmla="*/ 637702 h 801635"/>
                <a:gd name="connsiteX429" fmla="*/ 726226 w 1009831"/>
                <a:gd name="connsiteY429" fmla="*/ 634424 h 801635"/>
                <a:gd name="connsiteX430" fmla="*/ 731144 w 1009831"/>
                <a:gd name="connsiteY430" fmla="*/ 634424 h 801635"/>
                <a:gd name="connsiteX431" fmla="*/ 734423 w 1009831"/>
                <a:gd name="connsiteY431" fmla="*/ 631145 h 801635"/>
                <a:gd name="connsiteX432" fmla="*/ 732784 w 1009831"/>
                <a:gd name="connsiteY432" fmla="*/ 631145 h 801635"/>
                <a:gd name="connsiteX433" fmla="*/ 731144 w 1009831"/>
                <a:gd name="connsiteY433" fmla="*/ 632784 h 801635"/>
                <a:gd name="connsiteX434" fmla="*/ 726226 w 1009831"/>
                <a:gd name="connsiteY434" fmla="*/ 634424 h 801635"/>
                <a:gd name="connsiteX435" fmla="*/ 722948 w 1009831"/>
                <a:gd name="connsiteY435" fmla="*/ 636063 h 801635"/>
                <a:gd name="connsiteX436" fmla="*/ 726226 w 1009831"/>
                <a:gd name="connsiteY436" fmla="*/ 634424 h 801635"/>
                <a:gd name="connsiteX437" fmla="*/ 729505 w 1009831"/>
                <a:gd name="connsiteY437" fmla="*/ 632784 h 801635"/>
                <a:gd name="connsiteX438" fmla="*/ 732784 w 1009831"/>
                <a:gd name="connsiteY438" fmla="*/ 631145 h 801635"/>
                <a:gd name="connsiteX439" fmla="*/ 736062 w 1009831"/>
                <a:gd name="connsiteY439" fmla="*/ 629505 h 801635"/>
                <a:gd name="connsiteX440" fmla="*/ 740980 w 1009831"/>
                <a:gd name="connsiteY440" fmla="*/ 629505 h 801635"/>
                <a:gd name="connsiteX441" fmla="*/ 744259 w 1009831"/>
                <a:gd name="connsiteY441" fmla="*/ 629505 h 801635"/>
                <a:gd name="connsiteX442" fmla="*/ 747538 w 1009831"/>
                <a:gd name="connsiteY442" fmla="*/ 629505 h 801635"/>
                <a:gd name="connsiteX443" fmla="*/ 749177 w 1009831"/>
                <a:gd name="connsiteY443" fmla="*/ 631145 h 801635"/>
                <a:gd name="connsiteX444" fmla="*/ 750816 w 1009831"/>
                <a:gd name="connsiteY444" fmla="*/ 629505 h 801635"/>
                <a:gd name="connsiteX445" fmla="*/ 754095 w 1009831"/>
                <a:gd name="connsiteY445" fmla="*/ 629505 h 801635"/>
                <a:gd name="connsiteX446" fmla="*/ 759013 w 1009831"/>
                <a:gd name="connsiteY446" fmla="*/ 629505 h 801635"/>
                <a:gd name="connsiteX447" fmla="*/ 762292 w 1009831"/>
                <a:gd name="connsiteY447" fmla="*/ 627866 h 801635"/>
                <a:gd name="connsiteX448" fmla="*/ 765570 w 1009831"/>
                <a:gd name="connsiteY448" fmla="*/ 626227 h 801635"/>
                <a:gd name="connsiteX449" fmla="*/ 768849 w 1009831"/>
                <a:gd name="connsiteY449" fmla="*/ 627866 h 801635"/>
                <a:gd name="connsiteX450" fmla="*/ 768849 w 1009831"/>
                <a:gd name="connsiteY450" fmla="*/ 629505 h 801635"/>
                <a:gd name="connsiteX451" fmla="*/ 768849 w 1009831"/>
                <a:gd name="connsiteY451" fmla="*/ 627866 h 801635"/>
                <a:gd name="connsiteX452" fmla="*/ 768849 w 1009831"/>
                <a:gd name="connsiteY452" fmla="*/ 622948 h 801635"/>
                <a:gd name="connsiteX453" fmla="*/ 772128 w 1009831"/>
                <a:gd name="connsiteY453" fmla="*/ 622948 h 801635"/>
                <a:gd name="connsiteX454" fmla="*/ 777046 w 1009831"/>
                <a:gd name="connsiteY454" fmla="*/ 621309 h 801635"/>
                <a:gd name="connsiteX455" fmla="*/ 777046 w 1009831"/>
                <a:gd name="connsiteY455" fmla="*/ 619669 h 801635"/>
                <a:gd name="connsiteX456" fmla="*/ 780324 w 1009831"/>
                <a:gd name="connsiteY456" fmla="*/ 619669 h 801635"/>
                <a:gd name="connsiteX457" fmla="*/ 785242 w 1009831"/>
                <a:gd name="connsiteY457" fmla="*/ 619669 h 801635"/>
                <a:gd name="connsiteX458" fmla="*/ 788521 w 1009831"/>
                <a:gd name="connsiteY458" fmla="*/ 618030 h 801635"/>
                <a:gd name="connsiteX459" fmla="*/ 791800 w 1009831"/>
                <a:gd name="connsiteY459" fmla="*/ 618030 h 801635"/>
                <a:gd name="connsiteX460" fmla="*/ 793439 w 1009831"/>
                <a:gd name="connsiteY460" fmla="*/ 618030 h 801635"/>
                <a:gd name="connsiteX461" fmla="*/ 796718 w 1009831"/>
                <a:gd name="connsiteY461" fmla="*/ 618030 h 801635"/>
                <a:gd name="connsiteX462" fmla="*/ 799996 w 1009831"/>
                <a:gd name="connsiteY462" fmla="*/ 621309 h 801635"/>
                <a:gd name="connsiteX463" fmla="*/ 799996 w 1009831"/>
                <a:gd name="connsiteY463" fmla="*/ 621309 h 801635"/>
                <a:gd name="connsiteX464" fmla="*/ 796718 w 1009831"/>
                <a:gd name="connsiteY464" fmla="*/ 621309 h 801635"/>
                <a:gd name="connsiteX465" fmla="*/ 796718 w 1009831"/>
                <a:gd name="connsiteY465" fmla="*/ 621309 h 801635"/>
                <a:gd name="connsiteX466" fmla="*/ 796718 w 1009831"/>
                <a:gd name="connsiteY466" fmla="*/ 622948 h 801635"/>
                <a:gd name="connsiteX467" fmla="*/ 796718 w 1009831"/>
                <a:gd name="connsiteY467" fmla="*/ 622948 h 801635"/>
                <a:gd name="connsiteX468" fmla="*/ 799996 w 1009831"/>
                <a:gd name="connsiteY468" fmla="*/ 626227 h 801635"/>
                <a:gd name="connsiteX469" fmla="*/ 799996 w 1009831"/>
                <a:gd name="connsiteY469" fmla="*/ 631145 h 801635"/>
                <a:gd name="connsiteX470" fmla="*/ 799996 w 1009831"/>
                <a:gd name="connsiteY470" fmla="*/ 631145 h 801635"/>
                <a:gd name="connsiteX471" fmla="*/ 803275 w 1009831"/>
                <a:gd name="connsiteY471" fmla="*/ 627866 h 801635"/>
                <a:gd name="connsiteX472" fmla="*/ 806554 w 1009831"/>
                <a:gd name="connsiteY472" fmla="*/ 629505 h 801635"/>
                <a:gd name="connsiteX473" fmla="*/ 811472 w 1009831"/>
                <a:gd name="connsiteY473" fmla="*/ 629505 h 801635"/>
                <a:gd name="connsiteX474" fmla="*/ 813111 w 1009831"/>
                <a:gd name="connsiteY474" fmla="*/ 629505 h 801635"/>
                <a:gd name="connsiteX475" fmla="*/ 814750 w 1009831"/>
                <a:gd name="connsiteY475" fmla="*/ 626227 h 801635"/>
                <a:gd name="connsiteX476" fmla="*/ 818029 w 1009831"/>
                <a:gd name="connsiteY476" fmla="*/ 624587 h 801635"/>
                <a:gd name="connsiteX477" fmla="*/ 821308 w 1009831"/>
                <a:gd name="connsiteY477" fmla="*/ 622948 h 801635"/>
                <a:gd name="connsiteX478" fmla="*/ 822947 w 1009831"/>
                <a:gd name="connsiteY478" fmla="*/ 622948 h 801635"/>
                <a:gd name="connsiteX479" fmla="*/ 822947 w 1009831"/>
                <a:gd name="connsiteY479" fmla="*/ 618030 h 801635"/>
                <a:gd name="connsiteX480" fmla="*/ 822947 w 1009831"/>
                <a:gd name="connsiteY480" fmla="*/ 614751 h 801635"/>
                <a:gd name="connsiteX481" fmla="*/ 818029 w 1009831"/>
                <a:gd name="connsiteY481" fmla="*/ 613112 h 801635"/>
                <a:gd name="connsiteX482" fmla="*/ 822947 w 1009831"/>
                <a:gd name="connsiteY482" fmla="*/ 609833 h 801635"/>
                <a:gd name="connsiteX483" fmla="*/ 826226 w 1009831"/>
                <a:gd name="connsiteY483" fmla="*/ 608194 h 801635"/>
                <a:gd name="connsiteX484" fmla="*/ 822947 w 1009831"/>
                <a:gd name="connsiteY484" fmla="*/ 609833 h 801635"/>
                <a:gd name="connsiteX485" fmla="*/ 819669 w 1009831"/>
                <a:gd name="connsiteY485" fmla="*/ 611473 h 801635"/>
                <a:gd name="connsiteX486" fmla="*/ 814750 w 1009831"/>
                <a:gd name="connsiteY486" fmla="*/ 613112 h 801635"/>
                <a:gd name="connsiteX487" fmla="*/ 818029 w 1009831"/>
                <a:gd name="connsiteY487" fmla="*/ 609833 h 801635"/>
                <a:gd name="connsiteX488" fmla="*/ 821308 w 1009831"/>
                <a:gd name="connsiteY488" fmla="*/ 608194 h 801635"/>
                <a:gd name="connsiteX489" fmla="*/ 826226 w 1009831"/>
                <a:gd name="connsiteY489" fmla="*/ 606555 h 801635"/>
                <a:gd name="connsiteX490" fmla="*/ 829504 w 1009831"/>
                <a:gd name="connsiteY490" fmla="*/ 604915 h 801635"/>
                <a:gd name="connsiteX491" fmla="*/ 832783 w 1009831"/>
                <a:gd name="connsiteY491" fmla="*/ 601637 h 801635"/>
                <a:gd name="connsiteX492" fmla="*/ 836062 w 1009831"/>
                <a:gd name="connsiteY492" fmla="*/ 599997 h 801635"/>
                <a:gd name="connsiteX493" fmla="*/ 840980 w 1009831"/>
                <a:gd name="connsiteY493" fmla="*/ 596719 h 801635"/>
                <a:gd name="connsiteX494" fmla="*/ 842619 w 1009831"/>
                <a:gd name="connsiteY494" fmla="*/ 595079 h 801635"/>
                <a:gd name="connsiteX495" fmla="*/ 845898 w 1009831"/>
                <a:gd name="connsiteY495" fmla="*/ 591801 h 801635"/>
                <a:gd name="connsiteX496" fmla="*/ 849176 w 1009831"/>
                <a:gd name="connsiteY496" fmla="*/ 588522 h 801635"/>
                <a:gd name="connsiteX497" fmla="*/ 849176 w 1009831"/>
                <a:gd name="connsiteY497" fmla="*/ 583604 h 801635"/>
                <a:gd name="connsiteX498" fmla="*/ 850816 w 1009831"/>
                <a:gd name="connsiteY498" fmla="*/ 580325 h 801635"/>
                <a:gd name="connsiteX499" fmla="*/ 850816 w 1009831"/>
                <a:gd name="connsiteY499" fmla="*/ 577047 h 801635"/>
                <a:gd name="connsiteX500" fmla="*/ 852455 w 1009831"/>
                <a:gd name="connsiteY500" fmla="*/ 573768 h 801635"/>
                <a:gd name="connsiteX501" fmla="*/ 854094 w 1009831"/>
                <a:gd name="connsiteY501" fmla="*/ 568850 h 801635"/>
                <a:gd name="connsiteX502" fmla="*/ 859013 w 1009831"/>
                <a:gd name="connsiteY502" fmla="*/ 567211 h 801635"/>
                <a:gd name="connsiteX503" fmla="*/ 862291 w 1009831"/>
                <a:gd name="connsiteY503" fmla="*/ 562293 h 801635"/>
                <a:gd name="connsiteX504" fmla="*/ 862291 w 1009831"/>
                <a:gd name="connsiteY504" fmla="*/ 560653 h 801635"/>
                <a:gd name="connsiteX505" fmla="*/ 862291 w 1009831"/>
                <a:gd name="connsiteY505" fmla="*/ 557374 h 801635"/>
                <a:gd name="connsiteX506" fmla="*/ 862291 w 1009831"/>
                <a:gd name="connsiteY506" fmla="*/ 552457 h 801635"/>
                <a:gd name="connsiteX507" fmla="*/ 862291 w 1009831"/>
                <a:gd name="connsiteY507" fmla="*/ 552457 h 801635"/>
                <a:gd name="connsiteX508" fmla="*/ 863931 w 1009831"/>
                <a:gd name="connsiteY508" fmla="*/ 547539 h 801635"/>
                <a:gd name="connsiteX509" fmla="*/ 863931 w 1009831"/>
                <a:gd name="connsiteY509" fmla="*/ 544260 h 801635"/>
                <a:gd name="connsiteX510" fmla="*/ 865570 w 1009831"/>
                <a:gd name="connsiteY510" fmla="*/ 540981 h 801635"/>
                <a:gd name="connsiteX511" fmla="*/ 865570 w 1009831"/>
                <a:gd name="connsiteY511" fmla="*/ 537703 h 801635"/>
                <a:gd name="connsiteX512" fmla="*/ 865570 w 1009831"/>
                <a:gd name="connsiteY512" fmla="*/ 536063 h 801635"/>
                <a:gd name="connsiteX513" fmla="*/ 867209 w 1009831"/>
                <a:gd name="connsiteY513" fmla="*/ 532784 h 801635"/>
                <a:gd name="connsiteX514" fmla="*/ 867209 w 1009831"/>
                <a:gd name="connsiteY514" fmla="*/ 529506 h 801635"/>
                <a:gd name="connsiteX515" fmla="*/ 870488 w 1009831"/>
                <a:gd name="connsiteY515" fmla="*/ 524588 h 801635"/>
                <a:gd name="connsiteX516" fmla="*/ 872127 w 1009831"/>
                <a:gd name="connsiteY516" fmla="*/ 522949 h 801635"/>
                <a:gd name="connsiteX517" fmla="*/ 872127 w 1009831"/>
                <a:gd name="connsiteY517" fmla="*/ 522949 h 801635"/>
                <a:gd name="connsiteX518" fmla="*/ 873766 w 1009831"/>
                <a:gd name="connsiteY518" fmla="*/ 518031 h 801635"/>
                <a:gd name="connsiteX519" fmla="*/ 872127 w 1009831"/>
                <a:gd name="connsiteY519" fmla="*/ 522949 h 801635"/>
                <a:gd name="connsiteX520" fmla="*/ 872127 w 1009831"/>
                <a:gd name="connsiteY520" fmla="*/ 522949 h 801635"/>
                <a:gd name="connsiteX521" fmla="*/ 870488 w 1009831"/>
                <a:gd name="connsiteY521" fmla="*/ 522949 h 801635"/>
                <a:gd name="connsiteX522" fmla="*/ 870488 w 1009831"/>
                <a:gd name="connsiteY522" fmla="*/ 522949 h 801635"/>
                <a:gd name="connsiteX523" fmla="*/ 872127 w 1009831"/>
                <a:gd name="connsiteY523" fmla="*/ 518031 h 801635"/>
                <a:gd name="connsiteX524" fmla="*/ 875406 w 1009831"/>
                <a:gd name="connsiteY524" fmla="*/ 514752 h 801635"/>
                <a:gd name="connsiteX525" fmla="*/ 880324 w 1009831"/>
                <a:gd name="connsiteY525" fmla="*/ 513112 h 801635"/>
                <a:gd name="connsiteX526" fmla="*/ 883603 w 1009831"/>
                <a:gd name="connsiteY526" fmla="*/ 509834 h 801635"/>
                <a:gd name="connsiteX527" fmla="*/ 886881 w 1009831"/>
                <a:gd name="connsiteY527" fmla="*/ 508194 h 801635"/>
                <a:gd name="connsiteX528" fmla="*/ 888521 w 1009831"/>
                <a:gd name="connsiteY528" fmla="*/ 508194 h 801635"/>
                <a:gd name="connsiteX529" fmla="*/ 891799 w 1009831"/>
                <a:gd name="connsiteY529" fmla="*/ 506555 h 801635"/>
                <a:gd name="connsiteX530" fmla="*/ 896717 w 1009831"/>
                <a:gd name="connsiteY530" fmla="*/ 504916 h 801635"/>
                <a:gd name="connsiteX531" fmla="*/ 899996 w 1009831"/>
                <a:gd name="connsiteY531" fmla="*/ 503277 h 801635"/>
                <a:gd name="connsiteX532" fmla="*/ 903275 w 1009831"/>
                <a:gd name="connsiteY532" fmla="*/ 503277 h 801635"/>
                <a:gd name="connsiteX533" fmla="*/ 906553 w 1009831"/>
                <a:gd name="connsiteY533" fmla="*/ 503277 h 801635"/>
                <a:gd name="connsiteX534" fmla="*/ 911471 w 1009831"/>
                <a:gd name="connsiteY534" fmla="*/ 501637 h 801635"/>
                <a:gd name="connsiteX535" fmla="*/ 914750 w 1009831"/>
                <a:gd name="connsiteY535" fmla="*/ 501637 h 801635"/>
                <a:gd name="connsiteX536" fmla="*/ 918029 w 1009831"/>
                <a:gd name="connsiteY536" fmla="*/ 501637 h 801635"/>
                <a:gd name="connsiteX537" fmla="*/ 921307 w 1009831"/>
                <a:gd name="connsiteY537" fmla="*/ 499998 h 801635"/>
                <a:gd name="connsiteX538" fmla="*/ 926225 w 1009831"/>
                <a:gd name="connsiteY538" fmla="*/ 499998 h 801635"/>
                <a:gd name="connsiteX539" fmla="*/ 929504 w 1009831"/>
                <a:gd name="connsiteY539" fmla="*/ 499998 h 801635"/>
                <a:gd name="connsiteX540" fmla="*/ 932783 w 1009831"/>
                <a:gd name="connsiteY540" fmla="*/ 498359 h 801635"/>
                <a:gd name="connsiteX541" fmla="*/ 937701 w 1009831"/>
                <a:gd name="connsiteY541" fmla="*/ 496719 h 801635"/>
                <a:gd name="connsiteX542" fmla="*/ 940979 w 1009831"/>
                <a:gd name="connsiteY542" fmla="*/ 495080 h 801635"/>
                <a:gd name="connsiteX543" fmla="*/ 944258 w 1009831"/>
                <a:gd name="connsiteY543" fmla="*/ 493440 h 801635"/>
                <a:gd name="connsiteX544" fmla="*/ 947537 w 1009831"/>
                <a:gd name="connsiteY544" fmla="*/ 491801 h 801635"/>
                <a:gd name="connsiteX545" fmla="*/ 952455 w 1009831"/>
                <a:gd name="connsiteY545" fmla="*/ 491801 h 801635"/>
                <a:gd name="connsiteX546" fmla="*/ 954094 w 1009831"/>
                <a:gd name="connsiteY546" fmla="*/ 491801 h 801635"/>
                <a:gd name="connsiteX547" fmla="*/ 957373 w 1009831"/>
                <a:gd name="connsiteY547" fmla="*/ 491801 h 801635"/>
                <a:gd name="connsiteX548" fmla="*/ 962291 w 1009831"/>
                <a:gd name="connsiteY548" fmla="*/ 490162 h 801635"/>
                <a:gd name="connsiteX549" fmla="*/ 967209 w 1009831"/>
                <a:gd name="connsiteY549" fmla="*/ 491801 h 801635"/>
                <a:gd name="connsiteX550" fmla="*/ 970487 w 1009831"/>
                <a:gd name="connsiteY550" fmla="*/ 491801 h 801635"/>
                <a:gd name="connsiteX551" fmla="*/ 973766 w 1009831"/>
                <a:gd name="connsiteY551" fmla="*/ 495080 h 801635"/>
                <a:gd name="connsiteX552" fmla="*/ 977045 w 1009831"/>
                <a:gd name="connsiteY552" fmla="*/ 495080 h 801635"/>
                <a:gd name="connsiteX553" fmla="*/ 980323 w 1009831"/>
                <a:gd name="connsiteY553" fmla="*/ 495080 h 801635"/>
                <a:gd name="connsiteX554" fmla="*/ 977045 w 1009831"/>
                <a:gd name="connsiteY554" fmla="*/ 495080 h 801635"/>
                <a:gd name="connsiteX555" fmla="*/ 973766 w 1009831"/>
                <a:gd name="connsiteY555" fmla="*/ 493440 h 801635"/>
                <a:gd name="connsiteX556" fmla="*/ 977045 w 1009831"/>
                <a:gd name="connsiteY556" fmla="*/ 493440 h 801635"/>
                <a:gd name="connsiteX557" fmla="*/ 977045 w 1009831"/>
                <a:gd name="connsiteY557" fmla="*/ 493440 h 801635"/>
                <a:gd name="connsiteX558" fmla="*/ 981963 w 1009831"/>
                <a:gd name="connsiteY558" fmla="*/ 495080 h 801635"/>
                <a:gd name="connsiteX559" fmla="*/ 983602 w 1009831"/>
                <a:gd name="connsiteY559" fmla="*/ 495080 h 801635"/>
                <a:gd name="connsiteX560" fmla="*/ 986881 w 1009831"/>
                <a:gd name="connsiteY560" fmla="*/ 496719 h 801635"/>
                <a:gd name="connsiteX561" fmla="*/ 990159 w 1009831"/>
                <a:gd name="connsiteY561" fmla="*/ 498359 h 801635"/>
                <a:gd name="connsiteX562" fmla="*/ 986881 w 1009831"/>
                <a:gd name="connsiteY562" fmla="*/ 495080 h 801635"/>
                <a:gd name="connsiteX563" fmla="*/ 990159 w 1009831"/>
                <a:gd name="connsiteY563" fmla="*/ 491801 h 801635"/>
                <a:gd name="connsiteX564" fmla="*/ 995078 w 1009831"/>
                <a:gd name="connsiteY564" fmla="*/ 493440 h 801635"/>
                <a:gd name="connsiteX565" fmla="*/ 998356 w 1009831"/>
                <a:gd name="connsiteY565" fmla="*/ 491801 h 801635"/>
                <a:gd name="connsiteX566" fmla="*/ 1001635 w 1009831"/>
                <a:gd name="connsiteY566" fmla="*/ 490162 h 801635"/>
                <a:gd name="connsiteX567" fmla="*/ 1006553 w 1009831"/>
                <a:gd name="connsiteY567" fmla="*/ 495080 h 801635"/>
                <a:gd name="connsiteX568" fmla="*/ 1009831 w 1009831"/>
                <a:gd name="connsiteY568" fmla="*/ 498359 h 801635"/>
                <a:gd name="connsiteX569" fmla="*/ 1009831 w 1009831"/>
                <a:gd name="connsiteY569" fmla="*/ 501637 h 801635"/>
                <a:gd name="connsiteX570" fmla="*/ 1009831 w 1009831"/>
                <a:gd name="connsiteY570" fmla="*/ 504916 h 801635"/>
                <a:gd name="connsiteX571" fmla="*/ 1008192 w 1009831"/>
                <a:gd name="connsiteY571" fmla="*/ 509834 h 801635"/>
                <a:gd name="connsiteX572" fmla="*/ 1009831 w 1009831"/>
                <a:gd name="connsiteY572" fmla="*/ 513112 h 801635"/>
                <a:gd name="connsiteX573" fmla="*/ 1006553 w 1009831"/>
                <a:gd name="connsiteY573" fmla="*/ 516391 h 801635"/>
                <a:gd name="connsiteX574" fmla="*/ 1006553 w 1009831"/>
                <a:gd name="connsiteY574" fmla="*/ 519670 h 801635"/>
                <a:gd name="connsiteX575" fmla="*/ 1004913 w 1009831"/>
                <a:gd name="connsiteY575" fmla="*/ 522949 h 801635"/>
                <a:gd name="connsiteX576" fmla="*/ 999996 w 1009831"/>
                <a:gd name="connsiteY576" fmla="*/ 526227 h 801635"/>
                <a:gd name="connsiteX577" fmla="*/ 996717 w 1009831"/>
                <a:gd name="connsiteY577" fmla="*/ 531145 h 801635"/>
                <a:gd name="connsiteX578" fmla="*/ 995078 w 1009831"/>
                <a:gd name="connsiteY578" fmla="*/ 534424 h 801635"/>
                <a:gd name="connsiteX579" fmla="*/ 991799 w 1009831"/>
                <a:gd name="connsiteY579" fmla="*/ 536063 h 801635"/>
                <a:gd name="connsiteX580" fmla="*/ 988520 w 1009831"/>
                <a:gd name="connsiteY580" fmla="*/ 539342 h 801635"/>
                <a:gd name="connsiteX581" fmla="*/ 985241 w 1009831"/>
                <a:gd name="connsiteY581" fmla="*/ 544260 h 801635"/>
                <a:gd name="connsiteX582" fmla="*/ 981963 w 1009831"/>
                <a:gd name="connsiteY582" fmla="*/ 547539 h 801635"/>
                <a:gd name="connsiteX583" fmla="*/ 980323 w 1009831"/>
                <a:gd name="connsiteY583" fmla="*/ 550817 h 801635"/>
                <a:gd name="connsiteX584" fmla="*/ 977045 w 1009831"/>
                <a:gd name="connsiteY584" fmla="*/ 555735 h 801635"/>
                <a:gd name="connsiteX585" fmla="*/ 977045 w 1009831"/>
                <a:gd name="connsiteY585" fmla="*/ 559014 h 801635"/>
                <a:gd name="connsiteX586" fmla="*/ 977045 w 1009831"/>
                <a:gd name="connsiteY586" fmla="*/ 560653 h 801635"/>
                <a:gd name="connsiteX587" fmla="*/ 977045 w 1009831"/>
                <a:gd name="connsiteY587" fmla="*/ 565571 h 801635"/>
                <a:gd name="connsiteX588" fmla="*/ 977045 w 1009831"/>
                <a:gd name="connsiteY588" fmla="*/ 565571 h 801635"/>
                <a:gd name="connsiteX589" fmla="*/ 975406 w 1009831"/>
                <a:gd name="connsiteY589" fmla="*/ 563932 h 801635"/>
                <a:gd name="connsiteX590" fmla="*/ 975406 w 1009831"/>
                <a:gd name="connsiteY590" fmla="*/ 563932 h 801635"/>
                <a:gd name="connsiteX591" fmla="*/ 975406 w 1009831"/>
                <a:gd name="connsiteY591" fmla="*/ 567211 h 801635"/>
                <a:gd name="connsiteX592" fmla="*/ 970487 w 1009831"/>
                <a:gd name="connsiteY592" fmla="*/ 568850 h 801635"/>
                <a:gd name="connsiteX593" fmla="*/ 968848 w 1009831"/>
                <a:gd name="connsiteY593" fmla="*/ 573768 h 801635"/>
                <a:gd name="connsiteX594" fmla="*/ 967209 w 1009831"/>
                <a:gd name="connsiteY594" fmla="*/ 577047 h 801635"/>
                <a:gd name="connsiteX595" fmla="*/ 965569 w 1009831"/>
                <a:gd name="connsiteY595" fmla="*/ 580325 h 801635"/>
                <a:gd name="connsiteX596" fmla="*/ 970487 w 1009831"/>
                <a:gd name="connsiteY596" fmla="*/ 580325 h 801635"/>
                <a:gd name="connsiteX597" fmla="*/ 973766 w 1009831"/>
                <a:gd name="connsiteY597" fmla="*/ 580325 h 801635"/>
                <a:gd name="connsiteX598" fmla="*/ 973766 w 1009831"/>
                <a:gd name="connsiteY598" fmla="*/ 583604 h 801635"/>
                <a:gd name="connsiteX599" fmla="*/ 970487 w 1009831"/>
                <a:gd name="connsiteY599" fmla="*/ 586883 h 801635"/>
                <a:gd name="connsiteX600" fmla="*/ 967209 w 1009831"/>
                <a:gd name="connsiteY600" fmla="*/ 586883 h 801635"/>
                <a:gd name="connsiteX601" fmla="*/ 963930 w 1009831"/>
                <a:gd name="connsiteY601" fmla="*/ 591801 h 801635"/>
                <a:gd name="connsiteX602" fmla="*/ 963930 w 1009831"/>
                <a:gd name="connsiteY602" fmla="*/ 595079 h 801635"/>
                <a:gd name="connsiteX603" fmla="*/ 963930 w 1009831"/>
                <a:gd name="connsiteY603" fmla="*/ 595079 h 801635"/>
                <a:gd name="connsiteX604" fmla="*/ 967209 w 1009831"/>
                <a:gd name="connsiteY604" fmla="*/ 591801 h 801635"/>
                <a:gd name="connsiteX605" fmla="*/ 970487 w 1009831"/>
                <a:gd name="connsiteY605" fmla="*/ 590161 h 801635"/>
                <a:gd name="connsiteX606" fmla="*/ 968848 w 1009831"/>
                <a:gd name="connsiteY606" fmla="*/ 595079 h 801635"/>
                <a:gd name="connsiteX607" fmla="*/ 967209 w 1009831"/>
                <a:gd name="connsiteY607" fmla="*/ 598358 h 801635"/>
                <a:gd name="connsiteX608" fmla="*/ 965569 w 1009831"/>
                <a:gd name="connsiteY608" fmla="*/ 601637 h 801635"/>
                <a:gd name="connsiteX609" fmla="*/ 963930 w 1009831"/>
                <a:gd name="connsiteY609" fmla="*/ 606555 h 801635"/>
                <a:gd name="connsiteX610" fmla="*/ 963930 w 1009831"/>
                <a:gd name="connsiteY610" fmla="*/ 609833 h 801635"/>
                <a:gd name="connsiteX611" fmla="*/ 960651 w 1009831"/>
                <a:gd name="connsiteY611" fmla="*/ 613112 h 801635"/>
                <a:gd name="connsiteX612" fmla="*/ 959012 w 1009831"/>
                <a:gd name="connsiteY612" fmla="*/ 618030 h 801635"/>
                <a:gd name="connsiteX613" fmla="*/ 957373 w 1009831"/>
                <a:gd name="connsiteY613" fmla="*/ 621309 h 801635"/>
                <a:gd name="connsiteX614" fmla="*/ 957373 w 1009831"/>
                <a:gd name="connsiteY614" fmla="*/ 624587 h 801635"/>
                <a:gd name="connsiteX615" fmla="*/ 955733 w 1009831"/>
                <a:gd name="connsiteY615" fmla="*/ 629505 h 801635"/>
                <a:gd name="connsiteX616" fmla="*/ 954094 w 1009831"/>
                <a:gd name="connsiteY616" fmla="*/ 632784 h 801635"/>
                <a:gd name="connsiteX617" fmla="*/ 950815 w 1009831"/>
                <a:gd name="connsiteY617" fmla="*/ 636063 h 801635"/>
                <a:gd name="connsiteX618" fmla="*/ 950815 w 1009831"/>
                <a:gd name="connsiteY618" fmla="*/ 639341 h 801635"/>
                <a:gd name="connsiteX619" fmla="*/ 950815 w 1009831"/>
                <a:gd name="connsiteY619" fmla="*/ 640981 h 801635"/>
                <a:gd name="connsiteX620" fmla="*/ 947537 w 1009831"/>
                <a:gd name="connsiteY620" fmla="*/ 636063 h 801635"/>
                <a:gd name="connsiteX621" fmla="*/ 947537 w 1009831"/>
                <a:gd name="connsiteY621" fmla="*/ 632784 h 801635"/>
                <a:gd name="connsiteX622" fmla="*/ 944258 w 1009831"/>
                <a:gd name="connsiteY622" fmla="*/ 629505 h 801635"/>
                <a:gd name="connsiteX623" fmla="*/ 944258 w 1009831"/>
                <a:gd name="connsiteY623" fmla="*/ 624587 h 801635"/>
                <a:gd name="connsiteX624" fmla="*/ 945897 w 1009831"/>
                <a:gd name="connsiteY624" fmla="*/ 621309 h 801635"/>
                <a:gd name="connsiteX625" fmla="*/ 947537 w 1009831"/>
                <a:gd name="connsiteY625" fmla="*/ 618030 h 801635"/>
                <a:gd name="connsiteX626" fmla="*/ 945897 w 1009831"/>
                <a:gd name="connsiteY626" fmla="*/ 613112 h 801635"/>
                <a:gd name="connsiteX627" fmla="*/ 942619 w 1009831"/>
                <a:gd name="connsiteY627" fmla="*/ 616391 h 801635"/>
                <a:gd name="connsiteX628" fmla="*/ 939340 w 1009831"/>
                <a:gd name="connsiteY628" fmla="*/ 618030 h 801635"/>
                <a:gd name="connsiteX629" fmla="*/ 939340 w 1009831"/>
                <a:gd name="connsiteY629" fmla="*/ 621309 h 801635"/>
                <a:gd name="connsiteX630" fmla="*/ 936061 w 1009831"/>
                <a:gd name="connsiteY630" fmla="*/ 626227 h 801635"/>
                <a:gd name="connsiteX631" fmla="*/ 934422 w 1009831"/>
                <a:gd name="connsiteY631" fmla="*/ 627866 h 801635"/>
                <a:gd name="connsiteX632" fmla="*/ 931143 w 1009831"/>
                <a:gd name="connsiteY632" fmla="*/ 627866 h 801635"/>
                <a:gd name="connsiteX633" fmla="*/ 929504 w 1009831"/>
                <a:gd name="connsiteY633" fmla="*/ 627866 h 801635"/>
                <a:gd name="connsiteX634" fmla="*/ 926225 w 1009831"/>
                <a:gd name="connsiteY634" fmla="*/ 631145 h 801635"/>
                <a:gd name="connsiteX635" fmla="*/ 922947 w 1009831"/>
                <a:gd name="connsiteY635" fmla="*/ 634424 h 801635"/>
                <a:gd name="connsiteX636" fmla="*/ 921307 w 1009831"/>
                <a:gd name="connsiteY636" fmla="*/ 639341 h 801635"/>
                <a:gd name="connsiteX637" fmla="*/ 921307 w 1009831"/>
                <a:gd name="connsiteY637" fmla="*/ 639341 h 801635"/>
                <a:gd name="connsiteX638" fmla="*/ 918029 w 1009831"/>
                <a:gd name="connsiteY638" fmla="*/ 642620 h 801635"/>
                <a:gd name="connsiteX639" fmla="*/ 916389 w 1009831"/>
                <a:gd name="connsiteY639" fmla="*/ 645899 h 801635"/>
                <a:gd name="connsiteX640" fmla="*/ 916389 w 1009831"/>
                <a:gd name="connsiteY640" fmla="*/ 647538 h 801635"/>
                <a:gd name="connsiteX641" fmla="*/ 913111 w 1009831"/>
                <a:gd name="connsiteY641" fmla="*/ 649177 h 801635"/>
                <a:gd name="connsiteX642" fmla="*/ 911471 w 1009831"/>
                <a:gd name="connsiteY642" fmla="*/ 654096 h 801635"/>
                <a:gd name="connsiteX643" fmla="*/ 911471 w 1009831"/>
                <a:gd name="connsiteY643" fmla="*/ 654096 h 801635"/>
                <a:gd name="connsiteX644" fmla="*/ 909832 w 1009831"/>
                <a:gd name="connsiteY644" fmla="*/ 654096 h 801635"/>
                <a:gd name="connsiteX645" fmla="*/ 909832 w 1009831"/>
                <a:gd name="connsiteY645" fmla="*/ 654096 h 801635"/>
                <a:gd name="connsiteX646" fmla="*/ 906553 w 1009831"/>
                <a:gd name="connsiteY646" fmla="*/ 650817 h 801635"/>
                <a:gd name="connsiteX647" fmla="*/ 903275 w 1009831"/>
                <a:gd name="connsiteY647" fmla="*/ 649177 h 801635"/>
                <a:gd name="connsiteX648" fmla="*/ 899996 w 1009831"/>
                <a:gd name="connsiteY648" fmla="*/ 650817 h 801635"/>
                <a:gd name="connsiteX649" fmla="*/ 899996 w 1009831"/>
                <a:gd name="connsiteY649" fmla="*/ 654096 h 801635"/>
                <a:gd name="connsiteX650" fmla="*/ 898356 w 1009831"/>
                <a:gd name="connsiteY650" fmla="*/ 657374 h 801635"/>
                <a:gd name="connsiteX651" fmla="*/ 898356 w 1009831"/>
                <a:gd name="connsiteY651" fmla="*/ 657374 h 801635"/>
                <a:gd name="connsiteX652" fmla="*/ 895078 w 1009831"/>
                <a:gd name="connsiteY652" fmla="*/ 657374 h 801635"/>
                <a:gd name="connsiteX653" fmla="*/ 891799 w 1009831"/>
                <a:gd name="connsiteY653" fmla="*/ 657374 h 801635"/>
                <a:gd name="connsiteX654" fmla="*/ 886881 w 1009831"/>
                <a:gd name="connsiteY654" fmla="*/ 657374 h 801635"/>
                <a:gd name="connsiteX655" fmla="*/ 885242 w 1009831"/>
                <a:gd name="connsiteY655" fmla="*/ 657374 h 801635"/>
                <a:gd name="connsiteX656" fmla="*/ 880324 w 1009831"/>
                <a:gd name="connsiteY656" fmla="*/ 657374 h 801635"/>
                <a:gd name="connsiteX657" fmla="*/ 877045 w 1009831"/>
                <a:gd name="connsiteY657" fmla="*/ 657374 h 801635"/>
                <a:gd name="connsiteX658" fmla="*/ 873766 w 1009831"/>
                <a:gd name="connsiteY658" fmla="*/ 657374 h 801635"/>
                <a:gd name="connsiteX659" fmla="*/ 870488 w 1009831"/>
                <a:gd name="connsiteY659" fmla="*/ 657374 h 801635"/>
                <a:gd name="connsiteX660" fmla="*/ 865570 w 1009831"/>
                <a:gd name="connsiteY660" fmla="*/ 657374 h 801635"/>
                <a:gd name="connsiteX661" fmla="*/ 862291 w 1009831"/>
                <a:gd name="connsiteY661" fmla="*/ 657374 h 801635"/>
                <a:gd name="connsiteX662" fmla="*/ 855734 w 1009831"/>
                <a:gd name="connsiteY662" fmla="*/ 657374 h 801635"/>
                <a:gd name="connsiteX663" fmla="*/ 852455 w 1009831"/>
                <a:gd name="connsiteY663" fmla="*/ 657374 h 801635"/>
                <a:gd name="connsiteX664" fmla="*/ 849176 w 1009831"/>
                <a:gd name="connsiteY664" fmla="*/ 657374 h 801635"/>
                <a:gd name="connsiteX665" fmla="*/ 845898 w 1009831"/>
                <a:gd name="connsiteY665" fmla="*/ 657374 h 801635"/>
                <a:gd name="connsiteX666" fmla="*/ 840980 w 1009831"/>
                <a:gd name="connsiteY666" fmla="*/ 657374 h 801635"/>
                <a:gd name="connsiteX667" fmla="*/ 837701 w 1009831"/>
                <a:gd name="connsiteY667" fmla="*/ 657374 h 801635"/>
                <a:gd name="connsiteX668" fmla="*/ 836062 w 1009831"/>
                <a:gd name="connsiteY668" fmla="*/ 657374 h 801635"/>
                <a:gd name="connsiteX669" fmla="*/ 832783 w 1009831"/>
                <a:gd name="connsiteY669" fmla="*/ 657374 h 801635"/>
                <a:gd name="connsiteX670" fmla="*/ 829504 w 1009831"/>
                <a:gd name="connsiteY670" fmla="*/ 657374 h 801635"/>
                <a:gd name="connsiteX671" fmla="*/ 827865 w 1009831"/>
                <a:gd name="connsiteY671" fmla="*/ 659014 h 801635"/>
                <a:gd name="connsiteX672" fmla="*/ 827865 w 1009831"/>
                <a:gd name="connsiteY672" fmla="*/ 662292 h 801635"/>
                <a:gd name="connsiteX673" fmla="*/ 827865 w 1009831"/>
                <a:gd name="connsiteY673" fmla="*/ 665571 h 801635"/>
                <a:gd name="connsiteX674" fmla="*/ 826226 w 1009831"/>
                <a:gd name="connsiteY674" fmla="*/ 668849 h 801635"/>
                <a:gd name="connsiteX675" fmla="*/ 826226 w 1009831"/>
                <a:gd name="connsiteY675" fmla="*/ 673768 h 801635"/>
                <a:gd name="connsiteX676" fmla="*/ 826226 w 1009831"/>
                <a:gd name="connsiteY676" fmla="*/ 677046 h 801635"/>
                <a:gd name="connsiteX677" fmla="*/ 826226 w 1009831"/>
                <a:gd name="connsiteY677" fmla="*/ 680325 h 801635"/>
                <a:gd name="connsiteX678" fmla="*/ 822947 w 1009831"/>
                <a:gd name="connsiteY678" fmla="*/ 681964 h 801635"/>
                <a:gd name="connsiteX679" fmla="*/ 819669 w 1009831"/>
                <a:gd name="connsiteY679" fmla="*/ 681964 h 801635"/>
                <a:gd name="connsiteX680" fmla="*/ 814750 w 1009831"/>
                <a:gd name="connsiteY680" fmla="*/ 681964 h 801635"/>
                <a:gd name="connsiteX681" fmla="*/ 811472 w 1009831"/>
                <a:gd name="connsiteY681" fmla="*/ 681964 h 801635"/>
                <a:gd name="connsiteX682" fmla="*/ 808193 w 1009831"/>
                <a:gd name="connsiteY682" fmla="*/ 681964 h 801635"/>
                <a:gd name="connsiteX683" fmla="*/ 809832 w 1009831"/>
                <a:gd name="connsiteY683" fmla="*/ 683604 h 801635"/>
                <a:gd name="connsiteX684" fmla="*/ 813111 w 1009831"/>
                <a:gd name="connsiteY684" fmla="*/ 686882 h 801635"/>
                <a:gd name="connsiteX685" fmla="*/ 816390 w 1009831"/>
                <a:gd name="connsiteY685" fmla="*/ 690161 h 801635"/>
                <a:gd name="connsiteX686" fmla="*/ 819669 w 1009831"/>
                <a:gd name="connsiteY686" fmla="*/ 693439 h 801635"/>
                <a:gd name="connsiteX687" fmla="*/ 821308 w 1009831"/>
                <a:gd name="connsiteY687" fmla="*/ 698358 h 801635"/>
                <a:gd name="connsiteX688" fmla="*/ 824586 w 1009831"/>
                <a:gd name="connsiteY688" fmla="*/ 699997 h 801635"/>
                <a:gd name="connsiteX689" fmla="*/ 829504 w 1009831"/>
                <a:gd name="connsiteY689" fmla="*/ 701636 h 801635"/>
                <a:gd name="connsiteX690" fmla="*/ 832783 w 1009831"/>
                <a:gd name="connsiteY690" fmla="*/ 704915 h 801635"/>
                <a:gd name="connsiteX691" fmla="*/ 832783 w 1009831"/>
                <a:gd name="connsiteY691" fmla="*/ 706554 h 801635"/>
                <a:gd name="connsiteX692" fmla="*/ 832783 w 1009831"/>
                <a:gd name="connsiteY692" fmla="*/ 711472 h 801635"/>
                <a:gd name="connsiteX693" fmla="*/ 834422 w 1009831"/>
                <a:gd name="connsiteY693" fmla="*/ 711472 h 801635"/>
                <a:gd name="connsiteX694" fmla="*/ 837701 w 1009831"/>
                <a:gd name="connsiteY694" fmla="*/ 716390 h 801635"/>
                <a:gd name="connsiteX695" fmla="*/ 839341 w 1009831"/>
                <a:gd name="connsiteY695" fmla="*/ 716390 h 801635"/>
                <a:gd name="connsiteX696" fmla="*/ 842619 w 1009831"/>
                <a:gd name="connsiteY696" fmla="*/ 719669 h 801635"/>
                <a:gd name="connsiteX697" fmla="*/ 842619 w 1009831"/>
                <a:gd name="connsiteY697" fmla="*/ 722948 h 801635"/>
                <a:gd name="connsiteX698" fmla="*/ 839341 w 1009831"/>
                <a:gd name="connsiteY698" fmla="*/ 726226 h 801635"/>
                <a:gd name="connsiteX699" fmla="*/ 839341 w 1009831"/>
                <a:gd name="connsiteY699" fmla="*/ 729505 h 801635"/>
                <a:gd name="connsiteX700" fmla="*/ 839341 w 1009831"/>
                <a:gd name="connsiteY700" fmla="*/ 734423 h 801635"/>
                <a:gd name="connsiteX701" fmla="*/ 837701 w 1009831"/>
                <a:gd name="connsiteY701" fmla="*/ 734423 h 801635"/>
                <a:gd name="connsiteX702" fmla="*/ 834422 w 1009831"/>
                <a:gd name="connsiteY702" fmla="*/ 734423 h 801635"/>
                <a:gd name="connsiteX703" fmla="*/ 831144 w 1009831"/>
                <a:gd name="connsiteY703" fmla="*/ 734423 h 801635"/>
                <a:gd name="connsiteX704" fmla="*/ 826226 w 1009831"/>
                <a:gd name="connsiteY704" fmla="*/ 734423 h 801635"/>
                <a:gd name="connsiteX705" fmla="*/ 822947 w 1009831"/>
                <a:gd name="connsiteY705" fmla="*/ 734423 h 801635"/>
                <a:gd name="connsiteX706" fmla="*/ 819669 w 1009831"/>
                <a:gd name="connsiteY706" fmla="*/ 734423 h 801635"/>
                <a:gd name="connsiteX707" fmla="*/ 818029 w 1009831"/>
                <a:gd name="connsiteY707" fmla="*/ 734423 h 801635"/>
                <a:gd name="connsiteX708" fmla="*/ 814750 w 1009831"/>
                <a:gd name="connsiteY708" fmla="*/ 734423 h 801635"/>
                <a:gd name="connsiteX709" fmla="*/ 814750 w 1009831"/>
                <a:gd name="connsiteY709" fmla="*/ 734423 h 801635"/>
                <a:gd name="connsiteX710" fmla="*/ 813111 w 1009831"/>
                <a:gd name="connsiteY710" fmla="*/ 734423 h 801635"/>
                <a:gd name="connsiteX711" fmla="*/ 811472 w 1009831"/>
                <a:gd name="connsiteY711" fmla="*/ 734423 h 801635"/>
                <a:gd name="connsiteX712" fmla="*/ 808193 w 1009831"/>
                <a:gd name="connsiteY712" fmla="*/ 734423 h 801635"/>
                <a:gd name="connsiteX713" fmla="*/ 804914 w 1009831"/>
                <a:gd name="connsiteY713" fmla="*/ 734423 h 801635"/>
                <a:gd name="connsiteX714" fmla="*/ 803275 w 1009831"/>
                <a:gd name="connsiteY714" fmla="*/ 734423 h 801635"/>
                <a:gd name="connsiteX715" fmla="*/ 799996 w 1009831"/>
                <a:gd name="connsiteY715" fmla="*/ 734423 h 801635"/>
                <a:gd name="connsiteX716" fmla="*/ 796718 w 1009831"/>
                <a:gd name="connsiteY716" fmla="*/ 734423 h 801635"/>
                <a:gd name="connsiteX717" fmla="*/ 793439 w 1009831"/>
                <a:gd name="connsiteY717" fmla="*/ 734423 h 801635"/>
                <a:gd name="connsiteX718" fmla="*/ 790160 w 1009831"/>
                <a:gd name="connsiteY718" fmla="*/ 734423 h 801635"/>
                <a:gd name="connsiteX719" fmla="*/ 786882 w 1009831"/>
                <a:gd name="connsiteY719" fmla="*/ 739341 h 801635"/>
                <a:gd name="connsiteX720" fmla="*/ 785242 w 1009831"/>
                <a:gd name="connsiteY720" fmla="*/ 742620 h 801635"/>
                <a:gd name="connsiteX721" fmla="*/ 781964 w 1009831"/>
                <a:gd name="connsiteY721" fmla="*/ 745898 h 801635"/>
                <a:gd name="connsiteX722" fmla="*/ 780324 w 1009831"/>
                <a:gd name="connsiteY722" fmla="*/ 747538 h 801635"/>
                <a:gd name="connsiteX723" fmla="*/ 780324 w 1009831"/>
                <a:gd name="connsiteY723" fmla="*/ 749177 h 801635"/>
                <a:gd name="connsiteX724" fmla="*/ 778685 w 1009831"/>
                <a:gd name="connsiteY724" fmla="*/ 752456 h 801635"/>
                <a:gd name="connsiteX725" fmla="*/ 777046 w 1009831"/>
                <a:gd name="connsiteY725" fmla="*/ 754095 h 801635"/>
                <a:gd name="connsiteX726" fmla="*/ 773767 w 1009831"/>
                <a:gd name="connsiteY726" fmla="*/ 759013 h 801635"/>
                <a:gd name="connsiteX727" fmla="*/ 772128 w 1009831"/>
                <a:gd name="connsiteY727" fmla="*/ 762292 h 801635"/>
                <a:gd name="connsiteX728" fmla="*/ 770488 w 1009831"/>
                <a:gd name="connsiteY728" fmla="*/ 765570 h 801635"/>
                <a:gd name="connsiteX729" fmla="*/ 767210 w 1009831"/>
                <a:gd name="connsiteY729" fmla="*/ 768849 h 801635"/>
                <a:gd name="connsiteX730" fmla="*/ 768849 w 1009831"/>
                <a:gd name="connsiteY730" fmla="*/ 773767 h 801635"/>
                <a:gd name="connsiteX731" fmla="*/ 770488 w 1009831"/>
                <a:gd name="connsiteY731" fmla="*/ 773767 h 801635"/>
                <a:gd name="connsiteX732" fmla="*/ 772128 w 1009831"/>
                <a:gd name="connsiteY732" fmla="*/ 778685 h 801635"/>
                <a:gd name="connsiteX733" fmla="*/ 770488 w 1009831"/>
                <a:gd name="connsiteY733" fmla="*/ 780324 h 801635"/>
                <a:gd name="connsiteX734" fmla="*/ 767210 w 1009831"/>
                <a:gd name="connsiteY734" fmla="*/ 783603 h 801635"/>
                <a:gd name="connsiteX735" fmla="*/ 767210 w 1009831"/>
                <a:gd name="connsiteY735" fmla="*/ 785242 h 801635"/>
                <a:gd name="connsiteX736" fmla="*/ 765570 w 1009831"/>
                <a:gd name="connsiteY736" fmla="*/ 788521 h 801635"/>
                <a:gd name="connsiteX737" fmla="*/ 765570 w 1009831"/>
                <a:gd name="connsiteY737" fmla="*/ 791800 h 801635"/>
                <a:gd name="connsiteX738" fmla="*/ 767210 w 1009831"/>
                <a:gd name="connsiteY738" fmla="*/ 795078 h 801635"/>
                <a:gd name="connsiteX739" fmla="*/ 765570 w 1009831"/>
                <a:gd name="connsiteY739" fmla="*/ 795078 h 801635"/>
                <a:gd name="connsiteX740" fmla="*/ 765570 w 1009831"/>
                <a:gd name="connsiteY740" fmla="*/ 798357 h 801635"/>
                <a:gd name="connsiteX741" fmla="*/ 762292 w 1009831"/>
                <a:gd name="connsiteY741" fmla="*/ 801636 h 801635"/>
                <a:gd name="connsiteX742" fmla="*/ 759013 w 1009831"/>
                <a:gd name="connsiteY742" fmla="*/ 798357 h 801635"/>
                <a:gd name="connsiteX743" fmla="*/ 755734 w 1009831"/>
                <a:gd name="connsiteY743" fmla="*/ 793439 h 801635"/>
                <a:gd name="connsiteX744" fmla="*/ 754095 w 1009831"/>
                <a:gd name="connsiteY744" fmla="*/ 790161 h 801635"/>
                <a:gd name="connsiteX745" fmla="*/ 750816 w 1009831"/>
                <a:gd name="connsiteY745" fmla="*/ 786882 h 801635"/>
                <a:gd name="connsiteX746" fmla="*/ 747538 w 1009831"/>
                <a:gd name="connsiteY746" fmla="*/ 783603 h 801635"/>
                <a:gd name="connsiteX747" fmla="*/ 745898 w 1009831"/>
                <a:gd name="connsiteY747" fmla="*/ 778685 h 801635"/>
                <a:gd name="connsiteX748" fmla="*/ 744259 w 1009831"/>
                <a:gd name="connsiteY748" fmla="*/ 777046 h 801635"/>
                <a:gd name="connsiteX749" fmla="*/ 742619 w 1009831"/>
                <a:gd name="connsiteY749" fmla="*/ 773767 h 801635"/>
                <a:gd name="connsiteX750" fmla="*/ 745898 w 1009831"/>
                <a:gd name="connsiteY750" fmla="*/ 777046 h 801635"/>
                <a:gd name="connsiteX751" fmla="*/ 744259 w 1009831"/>
                <a:gd name="connsiteY751" fmla="*/ 773767 h 801635"/>
                <a:gd name="connsiteX752" fmla="*/ 740980 w 1009831"/>
                <a:gd name="connsiteY752" fmla="*/ 772128 h 801635"/>
                <a:gd name="connsiteX753" fmla="*/ 737702 w 1009831"/>
                <a:gd name="connsiteY753" fmla="*/ 768849 h 801635"/>
                <a:gd name="connsiteX754" fmla="*/ 732784 w 1009831"/>
                <a:gd name="connsiteY754" fmla="*/ 765570 h 801635"/>
                <a:gd name="connsiteX755" fmla="*/ 731144 w 1009831"/>
                <a:gd name="connsiteY755" fmla="*/ 760652 h 801635"/>
                <a:gd name="connsiteX756" fmla="*/ 727866 w 1009831"/>
                <a:gd name="connsiteY756" fmla="*/ 757374 h 801635"/>
                <a:gd name="connsiteX757" fmla="*/ 724587 w 1009831"/>
                <a:gd name="connsiteY757" fmla="*/ 754095 h 801635"/>
                <a:gd name="connsiteX758" fmla="*/ 721308 w 1009831"/>
                <a:gd name="connsiteY758" fmla="*/ 749177 h 801635"/>
                <a:gd name="connsiteX759" fmla="*/ 716390 w 1009831"/>
                <a:gd name="connsiteY759" fmla="*/ 745898 h 801635"/>
                <a:gd name="connsiteX760" fmla="*/ 714751 w 1009831"/>
                <a:gd name="connsiteY760" fmla="*/ 744259 h 801635"/>
                <a:gd name="connsiteX761" fmla="*/ 709833 w 1009831"/>
                <a:gd name="connsiteY761" fmla="*/ 740980 h 801635"/>
                <a:gd name="connsiteX762" fmla="*/ 706554 w 1009831"/>
                <a:gd name="connsiteY762" fmla="*/ 737702 h 801635"/>
                <a:gd name="connsiteX763" fmla="*/ 708194 w 1009831"/>
                <a:gd name="connsiteY763" fmla="*/ 734423 h 801635"/>
                <a:gd name="connsiteX764" fmla="*/ 703276 w 1009831"/>
                <a:gd name="connsiteY764" fmla="*/ 732784 h 801635"/>
                <a:gd name="connsiteX765" fmla="*/ 699997 w 1009831"/>
                <a:gd name="connsiteY765" fmla="*/ 731144 h 801635"/>
                <a:gd name="connsiteX766" fmla="*/ 699997 w 1009831"/>
                <a:gd name="connsiteY766" fmla="*/ 729505 h 801635"/>
                <a:gd name="connsiteX767" fmla="*/ 695079 w 1009831"/>
                <a:gd name="connsiteY767" fmla="*/ 727866 h 801635"/>
                <a:gd name="connsiteX768" fmla="*/ 691800 w 1009831"/>
                <a:gd name="connsiteY768" fmla="*/ 726226 h 801635"/>
                <a:gd name="connsiteX769" fmla="*/ 688522 w 1009831"/>
                <a:gd name="connsiteY769" fmla="*/ 724587 h 801635"/>
                <a:gd name="connsiteX770" fmla="*/ 688522 w 1009831"/>
                <a:gd name="connsiteY770" fmla="*/ 729505 h 801635"/>
                <a:gd name="connsiteX771" fmla="*/ 691800 w 1009831"/>
                <a:gd name="connsiteY771" fmla="*/ 729505 h 801635"/>
                <a:gd name="connsiteX772" fmla="*/ 696718 w 1009831"/>
                <a:gd name="connsiteY772" fmla="*/ 731144 h 801635"/>
                <a:gd name="connsiteX773" fmla="*/ 699997 w 1009831"/>
                <a:gd name="connsiteY773" fmla="*/ 732784 h 801635"/>
                <a:gd name="connsiteX774" fmla="*/ 701636 w 1009831"/>
                <a:gd name="connsiteY774" fmla="*/ 734423 h 801635"/>
                <a:gd name="connsiteX775" fmla="*/ 704915 w 1009831"/>
                <a:gd name="connsiteY775" fmla="*/ 737702 h 801635"/>
                <a:gd name="connsiteX776" fmla="*/ 699997 w 1009831"/>
                <a:gd name="connsiteY776" fmla="*/ 736062 h 801635"/>
                <a:gd name="connsiteX777" fmla="*/ 698357 w 1009831"/>
                <a:gd name="connsiteY777" fmla="*/ 734423 h 801635"/>
                <a:gd name="connsiteX778" fmla="*/ 695079 w 1009831"/>
                <a:gd name="connsiteY778" fmla="*/ 732784 h 801635"/>
                <a:gd name="connsiteX779" fmla="*/ 691800 w 1009831"/>
                <a:gd name="connsiteY779" fmla="*/ 731144 h 801635"/>
                <a:gd name="connsiteX780" fmla="*/ 686882 w 1009831"/>
                <a:gd name="connsiteY780" fmla="*/ 729505 h 801635"/>
                <a:gd name="connsiteX781" fmla="*/ 683604 w 1009831"/>
                <a:gd name="connsiteY781" fmla="*/ 729505 h 801635"/>
                <a:gd name="connsiteX782" fmla="*/ 680325 w 1009831"/>
                <a:gd name="connsiteY782" fmla="*/ 727866 h 801635"/>
                <a:gd name="connsiteX783" fmla="*/ 677046 w 1009831"/>
                <a:gd name="connsiteY783" fmla="*/ 727866 h 801635"/>
                <a:gd name="connsiteX784" fmla="*/ 680325 w 1009831"/>
                <a:gd name="connsiteY784" fmla="*/ 726226 h 801635"/>
                <a:gd name="connsiteX785" fmla="*/ 681964 w 1009831"/>
                <a:gd name="connsiteY785" fmla="*/ 722948 h 801635"/>
                <a:gd name="connsiteX786" fmla="*/ 678685 w 1009831"/>
                <a:gd name="connsiteY786" fmla="*/ 722948 h 801635"/>
                <a:gd name="connsiteX787" fmla="*/ 675407 w 1009831"/>
                <a:gd name="connsiteY787" fmla="*/ 726226 h 801635"/>
                <a:gd name="connsiteX788" fmla="*/ 675407 w 1009831"/>
                <a:gd name="connsiteY788" fmla="*/ 721308 h 801635"/>
                <a:gd name="connsiteX789" fmla="*/ 673767 w 1009831"/>
                <a:gd name="connsiteY789" fmla="*/ 719669 h 801635"/>
                <a:gd name="connsiteX790" fmla="*/ 672128 w 1009831"/>
                <a:gd name="connsiteY790" fmla="*/ 718030 h 801635"/>
                <a:gd name="connsiteX791" fmla="*/ 668849 w 1009831"/>
                <a:gd name="connsiteY791" fmla="*/ 721308 h 801635"/>
                <a:gd name="connsiteX792" fmla="*/ 667210 w 1009831"/>
                <a:gd name="connsiteY792" fmla="*/ 722948 h 801635"/>
                <a:gd name="connsiteX793" fmla="*/ 665571 w 1009831"/>
                <a:gd name="connsiteY793" fmla="*/ 726226 h 801635"/>
                <a:gd name="connsiteX794" fmla="*/ 670489 w 1009831"/>
                <a:gd name="connsiteY794" fmla="*/ 726226 h 801635"/>
                <a:gd name="connsiteX795" fmla="*/ 673767 w 1009831"/>
                <a:gd name="connsiteY795" fmla="*/ 727866 h 801635"/>
                <a:gd name="connsiteX796" fmla="*/ 670489 w 1009831"/>
                <a:gd name="connsiteY796" fmla="*/ 727866 h 801635"/>
                <a:gd name="connsiteX797" fmla="*/ 667210 w 1009831"/>
                <a:gd name="connsiteY797" fmla="*/ 727866 h 801635"/>
                <a:gd name="connsiteX798" fmla="*/ 665571 w 1009831"/>
                <a:gd name="connsiteY798" fmla="*/ 727866 h 801635"/>
                <a:gd name="connsiteX799" fmla="*/ 662292 w 1009831"/>
                <a:gd name="connsiteY799" fmla="*/ 729505 h 801635"/>
                <a:gd name="connsiteX800" fmla="*/ 660653 w 1009831"/>
                <a:gd name="connsiteY800" fmla="*/ 727866 h 801635"/>
                <a:gd name="connsiteX801" fmla="*/ 659013 w 1009831"/>
                <a:gd name="connsiteY801" fmla="*/ 729505 h 801635"/>
                <a:gd name="connsiteX802" fmla="*/ 655735 w 1009831"/>
                <a:gd name="connsiteY802" fmla="*/ 732784 h 801635"/>
                <a:gd name="connsiteX803" fmla="*/ 652456 w 1009831"/>
                <a:gd name="connsiteY803" fmla="*/ 734423 h 801635"/>
                <a:gd name="connsiteX804" fmla="*/ 649177 w 1009831"/>
                <a:gd name="connsiteY804" fmla="*/ 739341 h 801635"/>
                <a:gd name="connsiteX805" fmla="*/ 644259 w 1009831"/>
                <a:gd name="connsiteY805" fmla="*/ 739341 h 801635"/>
                <a:gd name="connsiteX806" fmla="*/ 644259 w 1009831"/>
                <a:gd name="connsiteY806" fmla="*/ 739341 h 801635"/>
                <a:gd name="connsiteX807" fmla="*/ 640981 w 1009831"/>
                <a:gd name="connsiteY807" fmla="*/ 740980 h 801635"/>
                <a:gd name="connsiteX808" fmla="*/ 636063 w 1009831"/>
                <a:gd name="connsiteY808" fmla="*/ 742620 h 801635"/>
                <a:gd name="connsiteX809" fmla="*/ 632784 w 1009831"/>
                <a:gd name="connsiteY809" fmla="*/ 744259 h 801635"/>
                <a:gd name="connsiteX810" fmla="*/ 629505 w 1009831"/>
                <a:gd name="connsiteY810" fmla="*/ 745898 h 801635"/>
                <a:gd name="connsiteX811" fmla="*/ 626227 w 1009831"/>
                <a:gd name="connsiteY811" fmla="*/ 747538 h 801635"/>
                <a:gd name="connsiteX812" fmla="*/ 622948 w 1009831"/>
                <a:gd name="connsiteY812" fmla="*/ 747538 h 801635"/>
                <a:gd name="connsiteX813" fmla="*/ 619669 w 1009831"/>
                <a:gd name="connsiteY813" fmla="*/ 749177 h 801635"/>
                <a:gd name="connsiteX814" fmla="*/ 616391 w 1009831"/>
                <a:gd name="connsiteY814" fmla="*/ 750816 h 801635"/>
                <a:gd name="connsiteX815" fmla="*/ 613112 w 1009831"/>
                <a:gd name="connsiteY815" fmla="*/ 750816 h 801635"/>
                <a:gd name="connsiteX816" fmla="*/ 608194 w 1009831"/>
                <a:gd name="connsiteY816" fmla="*/ 750816 h 801635"/>
                <a:gd name="connsiteX817" fmla="*/ 606555 w 1009831"/>
                <a:gd name="connsiteY817" fmla="*/ 752456 h 801635"/>
                <a:gd name="connsiteX818" fmla="*/ 603276 w 1009831"/>
                <a:gd name="connsiteY818" fmla="*/ 752456 h 801635"/>
                <a:gd name="connsiteX819" fmla="*/ 598358 w 1009831"/>
                <a:gd name="connsiteY819" fmla="*/ 750816 h 801635"/>
                <a:gd name="connsiteX820" fmla="*/ 595079 w 1009831"/>
                <a:gd name="connsiteY820" fmla="*/ 749177 h 801635"/>
                <a:gd name="connsiteX821" fmla="*/ 591801 w 1009831"/>
                <a:gd name="connsiteY821" fmla="*/ 749177 h 801635"/>
                <a:gd name="connsiteX822" fmla="*/ 588522 w 1009831"/>
                <a:gd name="connsiteY822" fmla="*/ 745898 h 801635"/>
                <a:gd name="connsiteX823" fmla="*/ 586883 w 1009831"/>
                <a:gd name="connsiteY823" fmla="*/ 745898 h 801635"/>
                <a:gd name="connsiteX824" fmla="*/ 583604 w 1009831"/>
                <a:gd name="connsiteY824" fmla="*/ 742620 h 801635"/>
                <a:gd name="connsiteX825" fmla="*/ 578686 w 1009831"/>
                <a:gd name="connsiteY825" fmla="*/ 740980 h 801635"/>
                <a:gd name="connsiteX826" fmla="*/ 575407 w 1009831"/>
                <a:gd name="connsiteY826" fmla="*/ 740980 h 801635"/>
                <a:gd name="connsiteX827" fmla="*/ 572129 w 1009831"/>
                <a:gd name="connsiteY827" fmla="*/ 740980 h 801635"/>
                <a:gd name="connsiteX828" fmla="*/ 568850 w 1009831"/>
                <a:gd name="connsiteY828" fmla="*/ 739341 h 801635"/>
                <a:gd name="connsiteX829" fmla="*/ 563932 w 1009831"/>
                <a:gd name="connsiteY829" fmla="*/ 739341 h 801635"/>
                <a:gd name="connsiteX830" fmla="*/ 560653 w 1009831"/>
                <a:gd name="connsiteY830" fmla="*/ 739341 h 801635"/>
                <a:gd name="connsiteX831" fmla="*/ 559014 w 1009831"/>
                <a:gd name="connsiteY831" fmla="*/ 739341 h 801635"/>
                <a:gd name="connsiteX832" fmla="*/ 555735 w 1009831"/>
                <a:gd name="connsiteY832" fmla="*/ 736062 h 801635"/>
                <a:gd name="connsiteX833" fmla="*/ 552457 w 1009831"/>
                <a:gd name="connsiteY833" fmla="*/ 732784 h 801635"/>
                <a:gd name="connsiteX834" fmla="*/ 550817 w 1009831"/>
                <a:gd name="connsiteY834" fmla="*/ 732784 h 801635"/>
                <a:gd name="connsiteX835" fmla="*/ 549178 w 1009831"/>
                <a:gd name="connsiteY835" fmla="*/ 729505 h 801635"/>
                <a:gd name="connsiteX836" fmla="*/ 544260 w 1009831"/>
                <a:gd name="connsiteY836" fmla="*/ 727866 h 801635"/>
                <a:gd name="connsiteX837" fmla="*/ 540981 w 1009831"/>
                <a:gd name="connsiteY837" fmla="*/ 726226 h 801635"/>
                <a:gd name="connsiteX838" fmla="*/ 537703 w 1009831"/>
                <a:gd name="connsiteY838" fmla="*/ 726226 h 801635"/>
                <a:gd name="connsiteX839" fmla="*/ 532784 w 1009831"/>
                <a:gd name="connsiteY839" fmla="*/ 724587 h 801635"/>
                <a:gd name="connsiteX840" fmla="*/ 531145 w 1009831"/>
                <a:gd name="connsiteY840" fmla="*/ 722948 h 801635"/>
                <a:gd name="connsiteX841" fmla="*/ 527867 w 1009831"/>
                <a:gd name="connsiteY841" fmla="*/ 719669 h 801635"/>
                <a:gd name="connsiteX842" fmla="*/ 526227 w 1009831"/>
                <a:gd name="connsiteY842" fmla="*/ 716390 h 801635"/>
                <a:gd name="connsiteX843" fmla="*/ 526227 w 1009831"/>
                <a:gd name="connsiteY843" fmla="*/ 714751 h 801635"/>
                <a:gd name="connsiteX844" fmla="*/ 522948 w 1009831"/>
                <a:gd name="connsiteY844" fmla="*/ 713111 h 801635"/>
                <a:gd name="connsiteX845" fmla="*/ 518030 w 1009831"/>
                <a:gd name="connsiteY845" fmla="*/ 713111 h 801635"/>
                <a:gd name="connsiteX846" fmla="*/ 516391 w 1009831"/>
                <a:gd name="connsiteY846" fmla="*/ 711472 h 801635"/>
                <a:gd name="connsiteX847" fmla="*/ 513112 w 1009831"/>
                <a:gd name="connsiteY847" fmla="*/ 711472 h 801635"/>
                <a:gd name="connsiteX848" fmla="*/ 509834 w 1009831"/>
                <a:gd name="connsiteY848" fmla="*/ 709833 h 801635"/>
                <a:gd name="connsiteX849" fmla="*/ 508194 w 1009831"/>
                <a:gd name="connsiteY849" fmla="*/ 709833 h 801635"/>
                <a:gd name="connsiteX850" fmla="*/ 504916 w 1009831"/>
                <a:gd name="connsiteY850" fmla="*/ 709833 h 801635"/>
                <a:gd name="connsiteX851" fmla="*/ 501637 w 1009831"/>
                <a:gd name="connsiteY851" fmla="*/ 708194 h 801635"/>
                <a:gd name="connsiteX852" fmla="*/ 496719 w 1009831"/>
                <a:gd name="connsiteY852" fmla="*/ 706554 h 801635"/>
                <a:gd name="connsiteX853" fmla="*/ 493440 w 1009831"/>
                <a:gd name="connsiteY853" fmla="*/ 706554 h 801635"/>
                <a:gd name="connsiteX854" fmla="*/ 490162 w 1009831"/>
                <a:gd name="connsiteY854" fmla="*/ 706554 h 801635"/>
                <a:gd name="connsiteX855" fmla="*/ 486883 w 1009831"/>
                <a:gd name="connsiteY855" fmla="*/ 703276 h 801635"/>
                <a:gd name="connsiteX856" fmla="*/ 485244 w 1009831"/>
                <a:gd name="connsiteY856" fmla="*/ 699997 h 801635"/>
                <a:gd name="connsiteX857" fmla="*/ 481965 w 1009831"/>
                <a:gd name="connsiteY857" fmla="*/ 698358 h 801635"/>
                <a:gd name="connsiteX858" fmla="*/ 480326 w 1009831"/>
                <a:gd name="connsiteY858" fmla="*/ 696718 h 801635"/>
                <a:gd name="connsiteX859" fmla="*/ 475408 w 1009831"/>
                <a:gd name="connsiteY859" fmla="*/ 695079 h 801635"/>
                <a:gd name="connsiteX860" fmla="*/ 472129 w 1009831"/>
                <a:gd name="connsiteY860" fmla="*/ 695079 h 801635"/>
                <a:gd name="connsiteX861" fmla="*/ 468850 w 1009831"/>
                <a:gd name="connsiteY861" fmla="*/ 693439 h 801635"/>
                <a:gd name="connsiteX862" fmla="*/ 465572 w 1009831"/>
                <a:gd name="connsiteY862" fmla="*/ 691800 h 801635"/>
                <a:gd name="connsiteX863" fmla="*/ 460654 w 1009831"/>
                <a:gd name="connsiteY863" fmla="*/ 690161 h 801635"/>
                <a:gd name="connsiteX864" fmla="*/ 457375 w 1009831"/>
                <a:gd name="connsiteY864" fmla="*/ 688521 h 801635"/>
                <a:gd name="connsiteX865" fmla="*/ 455736 w 1009831"/>
                <a:gd name="connsiteY865" fmla="*/ 686882 h 801635"/>
                <a:gd name="connsiteX866" fmla="*/ 452457 w 1009831"/>
                <a:gd name="connsiteY866" fmla="*/ 685243 h 801635"/>
                <a:gd name="connsiteX867" fmla="*/ 449178 w 1009831"/>
                <a:gd name="connsiteY867" fmla="*/ 685243 h 801635"/>
                <a:gd name="connsiteX868" fmla="*/ 445900 w 1009831"/>
                <a:gd name="connsiteY868" fmla="*/ 681964 h 801635"/>
                <a:gd name="connsiteX869" fmla="*/ 440982 w 1009831"/>
                <a:gd name="connsiteY869" fmla="*/ 678686 h 801635"/>
                <a:gd name="connsiteX870" fmla="*/ 437703 w 1009831"/>
                <a:gd name="connsiteY870" fmla="*/ 675407 h 801635"/>
                <a:gd name="connsiteX871" fmla="*/ 434424 w 1009831"/>
                <a:gd name="connsiteY871" fmla="*/ 672128 h 801635"/>
                <a:gd name="connsiteX872" fmla="*/ 432785 w 1009831"/>
                <a:gd name="connsiteY872" fmla="*/ 672128 h 801635"/>
                <a:gd name="connsiteX873" fmla="*/ 429506 w 1009831"/>
                <a:gd name="connsiteY873" fmla="*/ 670489 h 801635"/>
                <a:gd name="connsiteX874" fmla="*/ 427867 w 1009831"/>
                <a:gd name="connsiteY874" fmla="*/ 667210 h 801635"/>
                <a:gd name="connsiteX875" fmla="*/ 424588 w 1009831"/>
                <a:gd name="connsiteY875" fmla="*/ 665571 h 801635"/>
                <a:gd name="connsiteX876" fmla="*/ 421310 w 1009831"/>
                <a:gd name="connsiteY876" fmla="*/ 662292 h 801635"/>
                <a:gd name="connsiteX877" fmla="*/ 419670 w 1009831"/>
                <a:gd name="connsiteY877" fmla="*/ 657374 h 801635"/>
                <a:gd name="connsiteX878" fmla="*/ 418031 w 1009831"/>
                <a:gd name="connsiteY878" fmla="*/ 654096 h 801635"/>
                <a:gd name="connsiteX879" fmla="*/ 416392 w 1009831"/>
                <a:gd name="connsiteY879" fmla="*/ 652456 h 801635"/>
                <a:gd name="connsiteX880" fmla="*/ 411474 w 1009831"/>
                <a:gd name="connsiteY880" fmla="*/ 650817 h 801635"/>
                <a:gd name="connsiteX881" fmla="*/ 408195 w 1009831"/>
                <a:gd name="connsiteY881" fmla="*/ 650817 h 801635"/>
                <a:gd name="connsiteX882" fmla="*/ 404916 w 1009831"/>
                <a:gd name="connsiteY882" fmla="*/ 652456 h 801635"/>
                <a:gd name="connsiteX883" fmla="*/ 403277 w 1009831"/>
                <a:gd name="connsiteY883" fmla="*/ 652456 h 801635"/>
                <a:gd name="connsiteX884" fmla="*/ 399998 w 1009831"/>
                <a:gd name="connsiteY884" fmla="*/ 650817 h 801635"/>
                <a:gd name="connsiteX885" fmla="*/ 396720 w 1009831"/>
                <a:gd name="connsiteY885" fmla="*/ 649177 h 801635"/>
                <a:gd name="connsiteX886" fmla="*/ 391802 w 1009831"/>
                <a:gd name="connsiteY886" fmla="*/ 647538 h 801635"/>
                <a:gd name="connsiteX887" fmla="*/ 390162 w 1009831"/>
                <a:gd name="connsiteY887" fmla="*/ 647538 h 801635"/>
                <a:gd name="connsiteX888" fmla="*/ 386883 w 1009831"/>
                <a:gd name="connsiteY888" fmla="*/ 647538 h 801635"/>
                <a:gd name="connsiteX889" fmla="*/ 381966 w 1009831"/>
                <a:gd name="connsiteY889" fmla="*/ 645899 h 801635"/>
                <a:gd name="connsiteX890" fmla="*/ 381966 w 1009831"/>
                <a:gd name="connsiteY890" fmla="*/ 645899 h 801635"/>
                <a:gd name="connsiteX891" fmla="*/ 377047 w 1009831"/>
                <a:gd name="connsiteY891" fmla="*/ 642620 h 801635"/>
                <a:gd name="connsiteX892" fmla="*/ 373769 w 1009831"/>
                <a:gd name="connsiteY892" fmla="*/ 640981 h 801635"/>
                <a:gd name="connsiteX893" fmla="*/ 373769 w 1009831"/>
                <a:gd name="connsiteY893" fmla="*/ 640981 h 801635"/>
                <a:gd name="connsiteX894" fmla="*/ 370490 w 1009831"/>
                <a:gd name="connsiteY894" fmla="*/ 639341 h 801635"/>
                <a:gd name="connsiteX895" fmla="*/ 365572 w 1009831"/>
                <a:gd name="connsiteY895" fmla="*/ 639341 h 801635"/>
                <a:gd name="connsiteX896" fmla="*/ 365572 w 1009831"/>
                <a:gd name="connsiteY896" fmla="*/ 637702 h 801635"/>
                <a:gd name="connsiteX897" fmla="*/ 362293 w 1009831"/>
                <a:gd name="connsiteY897" fmla="*/ 637702 h 801635"/>
                <a:gd name="connsiteX898" fmla="*/ 357375 w 1009831"/>
                <a:gd name="connsiteY898" fmla="*/ 636063 h 801635"/>
                <a:gd name="connsiteX899" fmla="*/ 355736 w 1009831"/>
                <a:gd name="connsiteY899" fmla="*/ 631145 h 801635"/>
                <a:gd name="connsiteX900" fmla="*/ 354097 w 1009831"/>
                <a:gd name="connsiteY900" fmla="*/ 627866 h 801635"/>
                <a:gd name="connsiteX901" fmla="*/ 350818 w 1009831"/>
                <a:gd name="connsiteY901" fmla="*/ 624587 h 801635"/>
                <a:gd name="connsiteX902" fmla="*/ 350818 w 1009831"/>
                <a:gd name="connsiteY902" fmla="*/ 619669 h 801635"/>
                <a:gd name="connsiteX903" fmla="*/ 349179 w 1009831"/>
                <a:gd name="connsiteY903" fmla="*/ 618030 h 801635"/>
                <a:gd name="connsiteX904" fmla="*/ 345900 w 1009831"/>
                <a:gd name="connsiteY904" fmla="*/ 614751 h 801635"/>
                <a:gd name="connsiteX905" fmla="*/ 342621 w 1009831"/>
                <a:gd name="connsiteY905" fmla="*/ 611473 h 801635"/>
                <a:gd name="connsiteX906" fmla="*/ 342621 w 1009831"/>
                <a:gd name="connsiteY906" fmla="*/ 611473 h 801635"/>
                <a:gd name="connsiteX907" fmla="*/ 339343 w 1009831"/>
                <a:gd name="connsiteY907" fmla="*/ 608194 h 801635"/>
                <a:gd name="connsiteX908" fmla="*/ 334425 w 1009831"/>
                <a:gd name="connsiteY908" fmla="*/ 606555 h 801635"/>
                <a:gd name="connsiteX909" fmla="*/ 331146 w 1009831"/>
                <a:gd name="connsiteY909" fmla="*/ 604915 h 801635"/>
                <a:gd name="connsiteX910" fmla="*/ 331146 w 1009831"/>
                <a:gd name="connsiteY910" fmla="*/ 601637 h 801635"/>
                <a:gd name="connsiteX911" fmla="*/ 327867 w 1009831"/>
                <a:gd name="connsiteY911" fmla="*/ 599997 h 801635"/>
                <a:gd name="connsiteX912" fmla="*/ 322949 w 1009831"/>
                <a:gd name="connsiteY912" fmla="*/ 599997 h 801635"/>
                <a:gd name="connsiteX913" fmla="*/ 321310 w 1009831"/>
                <a:gd name="connsiteY913" fmla="*/ 598358 h 801635"/>
                <a:gd name="connsiteX914" fmla="*/ 316392 w 1009831"/>
                <a:gd name="connsiteY914" fmla="*/ 595079 h 801635"/>
                <a:gd name="connsiteX915" fmla="*/ 313113 w 1009831"/>
                <a:gd name="connsiteY915" fmla="*/ 595079 h 801635"/>
                <a:gd name="connsiteX916" fmla="*/ 309835 w 1009831"/>
                <a:gd name="connsiteY916" fmla="*/ 591801 h 801635"/>
                <a:gd name="connsiteX917" fmla="*/ 306556 w 1009831"/>
                <a:gd name="connsiteY917" fmla="*/ 588522 h 801635"/>
                <a:gd name="connsiteX918" fmla="*/ 304917 w 1009831"/>
                <a:gd name="connsiteY918" fmla="*/ 585243 h 801635"/>
                <a:gd name="connsiteX919" fmla="*/ 304917 w 1009831"/>
                <a:gd name="connsiteY919" fmla="*/ 581965 h 801635"/>
                <a:gd name="connsiteX920" fmla="*/ 301638 w 1009831"/>
                <a:gd name="connsiteY920" fmla="*/ 577047 h 801635"/>
                <a:gd name="connsiteX921" fmla="*/ 299999 w 1009831"/>
                <a:gd name="connsiteY921" fmla="*/ 577047 h 801635"/>
                <a:gd name="connsiteX922" fmla="*/ 298359 w 1009831"/>
                <a:gd name="connsiteY922" fmla="*/ 573768 h 801635"/>
                <a:gd name="connsiteX923" fmla="*/ 296720 w 1009831"/>
                <a:gd name="connsiteY923" fmla="*/ 568850 h 801635"/>
                <a:gd name="connsiteX924" fmla="*/ 296720 w 1009831"/>
                <a:gd name="connsiteY924" fmla="*/ 568850 h 801635"/>
                <a:gd name="connsiteX925" fmla="*/ 293441 w 1009831"/>
                <a:gd name="connsiteY925" fmla="*/ 563932 h 801635"/>
                <a:gd name="connsiteX926" fmla="*/ 293441 w 1009831"/>
                <a:gd name="connsiteY926" fmla="*/ 560653 h 801635"/>
                <a:gd name="connsiteX927" fmla="*/ 291802 w 1009831"/>
                <a:gd name="connsiteY927" fmla="*/ 557374 h 801635"/>
                <a:gd name="connsiteX928" fmla="*/ 291802 w 1009831"/>
                <a:gd name="connsiteY928" fmla="*/ 554096 h 801635"/>
                <a:gd name="connsiteX929" fmla="*/ 291802 w 1009831"/>
                <a:gd name="connsiteY929" fmla="*/ 549178 h 801635"/>
                <a:gd name="connsiteX930" fmla="*/ 290163 w 1009831"/>
                <a:gd name="connsiteY930" fmla="*/ 545899 h 801635"/>
                <a:gd name="connsiteX931" fmla="*/ 290163 w 1009831"/>
                <a:gd name="connsiteY931" fmla="*/ 542621 h 801635"/>
                <a:gd name="connsiteX932" fmla="*/ 293441 w 1009831"/>
                <a:gd name="connsiteY932" fmla="*/ 539342 h 801635"/>
                <a:gd name="connsiteX933" fmla="*/ 296720 w 1009831"/>
                <a:gd name="connsiteY933" fmla="*/ 539342 h 801635"/>
                <a:gd name="connsiteX934" fmla="*/ 301638 w 1009831"/>
                <a:gd name="connsiteY934" fmla="*/ 537703 h 801635"/>
                <a:gd name="connsiteX935" fmla="*/ 304917 w 1009831"/>
                <a:gd name="connsiteY935" fmla="*/ 536063 h 801635"/>
                <a:gd name="connsiteX936" fmla="*/ 308195 w 1009831"/>
                <a:gd name="connsiteY936" fmla="*/ 532784 h 801635"/>
                <a:gd name="connsiteX937" fmla="*/ 308195 w 1009831"/>
                <a:gd name="connsiteY937" fmla="*/ 532784 h 801635"/>
                <a:gd name="connsiteX938" fmla="*/ 306556 w 1009831"/>
                <a:gd name="connsiteY938" fmla="*/ 529506 h 801635"/>
                <a:gd name="connsiteX939" fmla="*/ 303277 w 1009831"/>
                <a:gd name="connsiteY939" fmla="*/ 526227 h 801635"/>
                <a:gd name="connsiteX940" fmla="*/ 299999 w 1009831"/>
                <a:gd name="connsiteY940" fmla="*/ 526227 h 801635"/>
                <a:gd name="connsiteX941" fmla="*/ 301638 w 1009831"/>
                <a:gd name="connsiteY941" fmla="*/ 522949 h 801635"/>
                <a:gd name="connsiteX942" fmla="*/ 304917 w 1009831"/>
                <a:gd name="connsiteY942" fmla="*/ 519670 h 801635"/>
                <a:gd name="connsiteX943" fmla="*/ 308195 w 1009831"/>
                <a:gd name="connsiteY943" fmla="*/ 516391 h 801635"/>
                <a:gd name="connsiteX944" fmla="*/ 311474 w 1009831"/>
                <a:gd name="connsiteY944" fmla="*/ 513112 h 801635"/>
                <a:gd name="connsiteX945" fmla="*/ 311474 w 1009831"/>
                <a:gd name="connsiteY945" fmla="*/ 508194 h 801635"/>
                <a:gd name="connsiteX946" fmla="*/ 313113 w 1009831"/>
                <a:gd name="connsiteY946" fmla="*/ 504916 h 801635"/>
                <a:gd name="connsiteX947" fmla="*/ 313113 w 1009831"/>
                <a:gd name="connsiteY947" fmla="*/ 501637 h 801635"/>
                <a:gd name="connsiteX948" fmla="*/ 316392 w 1009831"/>
                <a:gd name="connsiteY948" fmla="*/ 496719 h 801635"/>
                <a:gd name="connsiteX949" fmla="*/ 313113 w 1009831"/>
                <a:gd name="connsiteY949" fmla="*/ 493440 h 801635"/>
                <a:gd name="connsiteX950" fmla="*/ 309835 w 1009831"/>
                <a:gd name="connsiteY950" fmla="*/ 491801 h 801635"/>
                <a:gd name="connsiteX951" fmla="*/ 308195 w 1009831"/>
                <a:gd name="connsiteY951" fmla="*/ 488522 h 801635"/>
                <a:gd name="connsiteX952" fmla="*/ 308195 w 1009831"/>
                <a:gd name="connsiteY952" fmla="*/ 486883 h 801635"/>
                <a:gd name="connsiteX953" fmla="*/ 306556 w 1009831"/>
                <a:gd name="connsiteY953" fmla="*/ 483604 h 801635"/>
                <a:gd name="connsiteX954" fmla="*/ 304917 w 1009831"/>
                <a:gd name="connsiteY954" fmla="*/ 478687 h 801635"/>
                <a:gd name="connsiteX955" fmla="*/ 303277 w 1009831"/>
                <a:gd name="connsiteY955" fmla="*/ 475408 h 801635"/>
                <a:gd name="connsiteX956" fmla="*/ 303277 w 1009831"/>
                <a:gd name="connsiteY956" fmla="*/ 472129 h 801635"/>
                <a:gd name="connsiteX957" fmla="*/ 303277 w 1009831"/>
                <a:gd name="connsiteY957" fmla="*/ 467211 h 801635"/>
                <a:gd name="connsiteX958" fmla="*/ 304917 w 1009831"/>
                <a:gd name="connsiteY958" fmla="*/ 463932 h 801635"/>
                <a:gd name="connsiteX959" fmla="*/ 304917 w 1009831"/>
                <a:gd name="connsiteY959" fmla="*/ 459014 h 801635"/>
                <a:gd name="connsiteX960" fmla="*/ 304917 w 1009831"/>
                <a:gd name="connsiteY960" fmla="*/ 455736 h 801635"/>
                <a:gd name="connsiteX961" fmla="*/ 304917 w 1009831"/>
                <a:gd name="connsiteY961" fmla="*/ 452457 h 801635"/>
                <a:gd name="connsiteX962" fmla="*/ 304917 w 1009831"/>
                <a:gd name="connsiteY962" fmla="*/ 449178 h 801635"/>
                <a:gd name="connsiteX963" fmla="*/ 303277 w 1009831"/>
                <a:gd name="connsiteY963" fmla="*/ 445900 h 801635"/>
                <a:gd name="connsiteX964" fmla="*/ 301638 w 1009831"/>
                <a:gd name="connsiteY964" fmla="*/ 442621 h 801635"/>
                <a:gd name="connsiteX965" fmla="*/ 298359 w 1009831"/>
                <a:gd name="connsiteY965" fmla="*/ 439342 h 801635"/>
                <a:gd name="connsiteX966" fmla="*/ 296720 w 1009831"/>
                <a:gd name="connsiteY966" fmla="*/ 434424 h 801635"/>
                <a:gd name="connsiteX967" fmla="*/ 293441 w 1009831"/>
                <a:gd name="connsiteY967" fmla="*/ 432785 h 801635"/>
                <a:gd name="connsiteX968" fmla="*/ 291802 w 1009831"/>
                <a:gd name="connsiteY968" fmla="*/ 429506 h 801635"/>
                <a:gd name="connsiteX969" fmla="*/ 288523 w 1009831"/>
                <a:gd name="connsiteY969" fmla="*/ 424588 h 801635"/>
                <a:gd name="connsiteX970" fmla="*/ 286884 w 1009831"/>
                <a:gd name="connsiteY970" fmla="*/ 424588 h 801635"/>
                <a:gd name="connsiteX971" fmla="*/ 285245 w 1009831"/>
                <a:gd name="connsiteY971" fmla="*/ 419670 h 801635"/>
                <a:gd name="connsiteX972" fmla="*/ 281966 w 1009831"/>
                <a:gd name="connsiteY972" fmla="*/ 416392 h 801635"/>
                <a:gd name="connsiteX973" fmla="*/ 281966 w 1009831"/>
                <a:gd name="connsiteY973" fmla="*/ 413113 h 801635"/>
                <a:gd name="connsiteX974" fmla="*/ 280327 w 1009831"/>
                <a:gd name="connsiteY974" fmla="*/ 409834 h 801635"/>
                <a:gd name="connsiteX975" fmla="*/ 278687 w 1009831"/>
                <a:gd name="connsiteY975" fmla="*/ 406556 h 801635"/>
                <a:gd name="connsiteX976" fmla="*/ 275409 w 1009831"/>
                <a:gd name="connsiteY976" fmla="*/ 401637 h 801635"/>
                <a:gd name="connsiteX977" fmla="*/ 273769 w 1009831"/>
                <a:gd name="connsiteY977" fmla="*/ 398359 h 801635"/>
                <a:gd name="connsiteX978" fmla="*/ 273769 w 1009831"/>
                <a:gd name="connsiteY978" fmla="*/ 396720 h 801635"/>
                <a:gd name="connsiteX979" fmla="*/ 272130 w 1009831"/>
                <a:gd name="connsiteY979" fmla="*/ 393441 h 801635"/>
                <a:gd name="connsiteX980" fmla="*/ 270491 w 1009831"/>
                <a:gd name="connsiteY980" fmla="*/ 390162 h 801635"/>
                <a:gd name="connsiteX981" fmla="*/ 270491 w 1009831"/>
                <a:gd name="connsiteY981" fmla="*/ 390162 h 801635"/>
                <a:gd name="connsiteX982" fmla="*/ 267212 w 1009831"/>
                <a:gd name="connsiteY982" fmla="*/ 385244 h 801635"/>
                <a:gd name="connsiteX983" fmla="*/ 263933 w 1009831"/>
                <a:gd name="connsiteY983" fmla="*/ 381966 h 801635"/>
                <a:gd name="connsiteX984" fmla="*/ 260655 w 1009831"/>
                <a:gd name="connsiteY984" fmla="*/ 378687 h 801635"/>
                <a:gd name="connsiteX985" fmla="*/ 257376 w 1009831"/>
                <a:gd name="connsiteY985" fmla="*/ 375408 h 801635"/>
                <a:gd name="connsiteX986" fmla="*/ 255737 w 1009831"/>
                <a:gd name="connsiteY986" fmla="*/ 373769 h 801635"/>
                <a:gd name="connsiteX987" fmla="*/ 250819 w 1009831"/>
                <a:gd name="connsiteY987" fmla="*/ 368851 h 801635"/>
                <a:gd name="connsiteX988" fmla="*/ 247540 w 1009831"/>
                <a:gd name="connsiteY988" fmla="*/ 367212 h 801635"/>
                <a:gd name="connsiteX989" fmla="*/ 244261 w 1009831"/>
                <a:gd name="connsiteY989" fmla="*/ 363933 h 801635"/>
                <a:gd name="connsiteX990" fmla="*/ 247540 w 1009831"/>
                <a:gd name="connsiteY990" fmla="*/ 365572 h 801635"/>
                <a:gd name="connsiteX991" fmla="*/ 250819 w 1009831"/>
                <a:gd name="connsiteY991" fmla="*/ 368851 h 801635"/>
                <a:gd name="connsiteX992" fmla="*/ 254097 w 1009831"/>
                <a:gd name="connsiteY992" fmla="*/ 363933 h 801635"/>
                <a:gd name="connsiteX993" fmla="*/ 250819 w 1009831"/>
                <a:gd name="connsiteY993" fmla="*/ 363933 h 801635"/>
                <a:gd name="connsiteX994" fmla="*/ 245901 w 1009831"/>
                <a:gd name="connsiteY994" fmla="*/ 362294 h 801635"/>
                <a:gd name="connsiteX995" fmla="*/ 245901 w 1009831"/>
                <a:gd name="connsiteY995" fmla="*/ 362294 h 801635"/>
                <a:gd name="connsiteX996" fmla="*/ 245901 w 1009831"/>
                <a:gd name="connsiteY996" fmla="*/ 360654 h 801635"/>
                <a:gd name="connsiteX997" fmla="*/ 240983 w 1009831"/>
                <a:gd name="connsiteY997" fmla="*/ 357375 h 801635"/>
                <a:gd name="connsiteX998" fmla="*/ 237704 w 1009831"/>
                <a:gd name="connsiteY998" fmla="*/ 357375 h 801635"/>
                <a:gd name="connsiteX999" fmla="*/ 237704 w 1009831"/>
                <a:gd name="connsiteY999" fmla="*/ 352457 h 801635"/>
                <a:gd name="connsiteX1000" fmla="*/ 239343 w 1009831"/>
                <a:gd name="connsiteY1000" fmla="*/ 349179 h 801635"/>
                <a:gd name="connsiteX1001" fmla="*/ 239343 w 1009831"/>
                <a:gd name="connsiteY1001" fmla="*/ 345900 h 801635"/>
                <a:gd name="connsiteX1002" fmla="*/ 239343 w 1009831"/>
                <a:gd name="connsiteY1002" fmla="*/ 340982 h 801635"/>
                <a:gd name="connsiteX1003" fmla="*/ 240983 w 1009831"/>
                <a:gd name="connsiteY1003" fmla="*/ 339343 h 801635"/>
                <a:gd name="connsiteX1004" fmla="*/ 239343 w 1009831"/>
                <a:gd name="connsiteY1004" fmla="*/ 339343 h 801635"/>
                <a:gd name="connsiteX1005" fmla="*/ 237704 w 1009831"/>
                <a:gd name="connsiteY1005" fmla="*/ 334425 h 801635"/>
                <a:gd name="connsiteX1006" fmla="*/ 232786 w 1009831"/>
                <a:gd name="connsiteY1006" fmla="*/ 332785 h 801635"/>
                <a:gd name="connsiteX1007" fmla="*/ 231146 w 1009831"/>
                <a:gd name="connsiteY1007" fmla="*/ 332785 h 801635"/>
                <a:gd name="connsiteX1008" fmla="*/ 231146 w 1009831"/>
                <a:gd name="connsiteY1008" fmla="*/ 329507 h 801635"/>
                <a:gd name="connsiteX1009" fmla="*/ 227868 w 1009831"/>
                <a:gd name="connsiteY1009" fmla="*/ 331146 h 801635"/>
                <a:gd name="connsiteX1010" fmla="*/ 224589 w 1009831"/>
                <a:gd name="connsiteY1010" fmla="*/ 327867 h 801635"/>
                <a:gd name="connsiteX1011" fmla="*/ 222950 w 1009831"/>
                <a:gd name="connsiteY1011" fmla="*/ 327867 h 801635"/>
                <a:gd name="connsiteX1012" fmla="*/ 219671 w 1009831"/>
                <a:gd name="connsiteY1012" fmla="*/ 326228 h 801635"/>
                <a:gd name="connsiteX1013" fmla="*/ 216393 w 1009831"/>
                <a:gd name="connsiteY1013" fmla="*/ 324589 h 801635"/>
                <a:gd name="connsiteX1014" fmla="*/ 219671 w 1009831"/>
                <a:gd name="connsiteY1014" fmla="*/ 324589 h 801635"/>
                <a:gd name="connsiteX1015" fmla="*/ 219671 w 1009831"/>
                <a:gd name="connsiteY1015" fmla="*/ 322950 h 801635"/>
                <a:gd name="connsiteX1016" fmla="*/ 216393 w 1009831"/>
                <a:gd name="connsiteY1016" fmla="*/ 322950 h 801635"/>
                <a:gd name="connsiteX1017" fmla="*/ 216393 w 1009831"/>
                <a:gd name="connsiteY1017" fmla="*/ 319671 h 801635"/>
                <a:gd name="connsiteX1018" fmla="*/ 216393 w 1009831"/>
                <a:gd name="connsiteY1018" fmla="*/ 318031 h 801635"/>
                <a:gd name="connsiteX1019" fmla="*/ 213114 w 1009831"/>
                <a:gd name="connsiteY1019" fmla="*/ 314753 h 801635"/>
                <a:gd name="connsiteX1020" fmla="*/ 209835 w 1009831"/>
                <a:gd name="connsiteY1020" fmla="*/ 318031 h 801635"/>
                <a:gd name="connsiteX1021" fmla="*/ 206556 w 1009831"/>
                <a:gd name="connsiteY1021" fmla="*/ 319671 h 801635"/>
                <a:gd name="connsiteX1022" fmla="*/ 206556 w 1009831"/>
                <a:gd name="connsiteY1022" fmla="*/ 316392 h 801635"/>
                <a:gd name="connsiteX1023" fmla="*/ 209835 w 1009831"/>
                <a:gd name="connsiteY1023" fmla="*/ 314753 h 801635"/>
                <a:gd name="connsiteX1024" fmla="*/ 211474 w 1009831"/>
                <a:gd name="connsiteY1024" fmla="*/ 309835 h 801635"/>
                <a:gd name="connsiteX1025" fmla="*/ 206556 w 1009831"/>
                <a:gd name="connsiteY1025" fmla="*/ 313113 h 801635"/>
                <a:gd name="connsiteX1026" fmla="*/ 206556 w 1009831"/>
                <a:gd name="connsiteY1026" fmla="*/ 314753 h 801635"/>
                <a:gd name="connsiteX1027" fmla="*/ 206556 w 1009831"/>
                <a:gd name="connsiteY1027" fmla="*/ 314753 h 801635"/>
                <a:gd name="connsiteX1028" fmla="*/ 203278 w 1009831"/>
                <a:gd name="connsiteY1028" fmla="*/ 311474 h 801635"/>
                <a:gd name="connsiteX1029" fmla="*/ 199999 w 1009831"/>
                <a:gd name="connsiteY1029" fmla="*/ 311474 h 801635"/>
                <a:gd name="connsiteX1030" fmla="*/ 195081 w 1009831"/>
                <a:gd name="connsiteY1030" fmla="*/ 311474 h 801635"/>
                <a:gd name="connsiteX1031" fmla="*/ 199999 w 1009831"/>
                <a:gd name="connsiteY1031" fmla="*/ 308195 h 801635"/>
                <a:gd name="connsiteX1032" fmla="*/ 196720 w 1009831"/>
                <a:gd name="connsiteY1032" fmla="*/ 306556 h 801635"/>
                <a:gd name="connsiteX1033" fmla="*/ 195081 w 1009831"/>
                <a:gd name="connsiteY1033" fmla="*/ 309835 h 801635"/>
                <a:gd name="connsiteX1034" fmla="*/ 195081 w 1009831"/>
                <a:gd name="connsiteY1034" fmla="*/ 306556 h 801635"/>
                <a:gd name="connsiteX1035" fmla="*/ 195081 w 1009831"/>
                <a:gd name="connsiteY1035" fmla="*/ 303277 h 801635"/>
                <a:gd name="connsiteX1036" fmla="*/ 195081 w 1009831"/>
                <a:gd name="connsiteY1036" fmla="*/ 301638 h 801635"/>
                <a:gd name="connsiteX1037" fmla="*/ 195081 w 1009831"/>
                <a:gd name="connsiteY1037" fmla="*/ 298359 h 801635"/>
                <a:gd name="connsiteX1038" fmla="*/ 198360 w 1009831"/>
                <a:gd name="connsiteY1038" fmla="*/ 293441 h 801635"/>
                <a:gd name="connsiteX1039" fmla="*/ 199999 w 1009831"/>
                <a:gd name="connsiteY1039" fmla="*/ 291802 h 801635"/>
                <a:gd name="connsiteX1040" fmla="*/ 201638 w 1009831"/>
                <a:gd name="connsiteY1040" fmla="*/ 290163 h 801635"/>
                <a:gd name="connsiteX1041" fmla="*/ 204917 w 1009831"/>
                <a:gd name="connsiteY1041" fmla="*/ 285245 h 801635"/>
                <a:gd name="connsiteX1042" fmla="*/ 204917 w 1009831"/>
                <a:gd name="connsiteY1042" fmla="*/ 285245 h 801635"/>
                <a:gd name="connsiteX1043" fmla="*/ 204917 w 1009831"/>
                <a:gd name="connsiteY1043" fmla="*/ 288523 h 801635"/>
                <a:gd name="connsiteX1044" fmla="*/ 208196 w 1009831"/>
                <a:gd name="connsiteY1044" fmla="*/ 283605 h 801635"/>
                <a:gd name="connsiteX1045" fmla="*/ 211474 w 1009831"/>
                <a:gd name="connsiteY1045" fmla="*/ 281966 h 801635"/>
                <a:gd name="connsiteX1046" fmla="*/ 211474 w 1009831"/>
                <a:gd name="connsiteY1046" fmla="*/ 283605 h 801635"/>
                <a:gd name="connsiteX1047" fmla="*/ 211474 w 1009831"/>
                <a:gd name="connsiteY1047" fmla="*/ 280327 h 801635"/>
                <a:gd name="connsiteX1048" fmla="*/ 211474 w 1009831"/>
                <a:gd name="connsiteY1048" fmla="*/ 278687 h 801635"/>
                <a:gd name="connsiteX1049" fmla="*/ 208196 w 1009831"/>
                <a:gd name="connsiteY1049" fmla="*/ 280327 h 801635"/>
                <a:gd name="connsiteX1050" fmla="*/ 208196 w 1009831"/>
                <a:gd name="connsiteY1050" fmla="*/ 277048 h 801635"/>
                <a:gd name="connsiteX1051" fmla="*/ 208196 w 1009831"/>
                <a:gd name="connsiteY1051" fmla="*/ 272130 h 801635"/>
                <a:gd name="connsiteX1052" fmla="*/ 206556 w 1009831"/>
                <a:gd name="connsiteY1052" fmla="*/ 268851 h 801635"/>
                <a:gd name="connsiteX1053" fmla="*/ 203278 w 1009831"/>
                <a:gd name="connsiteY1053" fmla="*/ 265573 h 801635"/>
                <a:gd name="connsiteX1054" fmla="*/ 199999 w 1009831"/>
                <a:gd name="connsiteY1054" fmla="*/ 265573 h 801635"/>
                <a:gd name="connsiteX1055" fmla="*/ 195081 w 1009831"/>
                <a:gd name="connsiteY1055" fmla="*/ 265573 h 801635"/>
                <a:gd name="connsiteX1056" fmla="*/ 195081 w 1009831"/>
                <a:gd name="connsiteY1056" fmla="*/ 265573 h 801635"/>
                <a:gd name="connsiteX1057" fmla="*/ 191802 w 1009831"/>
                <a:gd name="connsiteY1057" fmla="*/ 263933 h 801635"/>
                <a:gd name="connsiteX1058" fmla="*/ 191802 w 1009831"/>
                <a:gd name="connsiteY1058" fmla="*/ 263933 h 801635"/>
                <a:gd name="connsiteX1059" fmla="*/ 190163 w 1009831"/>
                <a:gd name="connsiteY1059" fmla="*/ 260655 h 801635"/>
                <a:gd name="connsiteX1060" fmla="*/ 190163 w 1009831"/>
                <a:gd name="connsiteY1060" fmla="*/ 255737 h 801635"/>
                <a:gd name="connsiteX1061" fmla="*/ 188524 w 1009831"/>
                <a:gd name="connsiteY1061" fmla="*/ 252458 h 801635"/>
                <a:gd name="connsiteX1062" fmla="*/ 190163 w 1009831"/>
                <a:gd name="connsiteY1062" fmla="*/ 249179 h 801635"/>
                <a:gd name="connsiteX1063" fmla="*/ 188524 w 1009831"/>
                <a:gd name="connsiteY1063" fmla="*/ 247540 h 801635"/>
                <a:gd name="connsiteX1064" fmla="*/ 188524 w 1009831"/>
                <a:gd name="connsiteY1064" fmla="*/ 247540 h 801635"/>
                <a:gd name="connsiteX1065" fmla="*/ 185245 w 1009831"/>
                <a:gd name="connsiteY1065" fmla="*/ 247540 h 801635"/>
                <a:gd name="connsiteX1066" fmla="*/ 180327 w 1009831"/>
                <a:gd name="connsiteY1066" fmla="*/ 245901 h 801635"/>
                <a:gd name="connsiteX1067" fmla="*/ 177048 w 1009831"/>
                <a:gd name="connsiteY1067" fmla="*/ 244261 h 801635"/>
                <a:gd name="connsiteX1068" fmla="*/ 175409 w 1009831"/>
                <a:gd name="connsiteY1068" fmla="*/ 240983 h 801635"/>
                <a:gd name="connsiteX1069" fmla="*/ 172130 w 1009831"/>
                <a:gd name="connsiteY1069" fmla="*/ 239343 h 801635"/>
                <a:gd name="connsiteX1070" fmla="*/ 173770 w 1009831"/>
                <a:gd name="connsiteY1070" fmla="*/ 234425 h 801635"/>
                <a:gd name="connsiteX1071" fmla="*/ 170491 w 1009831"/>
                <a:gd name="connsiteY1071" fmla="*/ 231147 h 801635"/>
                <a:gd name="connsiteX1072" fmla="*/ 170491 w 1009831"/>
                <a:gd name="connsiteY1072" fmla="*/ 226229 h 801635"/>
                <a:gd name="connsiteX1073" fmla="*/ 170491 w 1009831"/>
                <a:gd name="connsiteY1073" fmla="*/ 222950 h 801635"/>
                <a:gd name="connsiteX1074" fmla="*/ 175409 w 1009831"/>
                <a:gd name="connsiteY1074" fmla="*/ 219671 h 801635"/>
                <a:gd name="connsiteX1075" fmla="*/ 173770 w 1009831"/>
                <a:gd name="connsiteY1075" fmla="*/ 216393 h 801635"/>
                <a:gd name="connsiteX1076" fmla="*/ 178688 w 1009831"/>
                <a:gd name="connsiteY1076" fmla="*/ 214753 h 801635"/>
                <a:gd name="connsiteX1077" fmla="*/ 173770 w 1009831"/>
                <a:gd name="connsiteY1077" fmla="*/ 213114 h 801635"/>
                <a:gd name="connsiteX1078" fmla="*/ 170491 w 1009831"/>
                <a:gd name="connsiteY1078" fmla="*/ 211475 h 801635"/>
                <a:gd name="connsiteX1079" fmla="*/ 167212 w 1009831"/>
                <a:gd name="connsiteY1079" fmla="*/ 211475 h 801635"/>
                <a:gd name="connsiteX1080" fmla="*/ 167212 w 1009831"/>
                <a:gd name="connsiteY1080" fmla="*/ 209835 h 801635"/>
                <a:gd name="connsiteX1081" fmla="*/ 167212 w 1009831"/>
                <a:gd name="connsiteY1081" fmla="*/ 209835 h 801635"/>
                <a:gd name="connsiteX1082" fmla="*/ 167212 w 1009831"/>
                <a:gd name="connsiteY1082" fmla="*/ 209835 h 801635"/>
                <a:gd name="connsiteX1083" fmla="*/ 167212 w 1009831"/>
                <a:gd name="connsiteY1083" fmla="*/ 209835 h 801635"/>
                <a:gd name="connsiteX1084" fmla="*/ 165573 w 1009831"/>
                <a:gd name="connsiteY1084" fmla="*/ 209835 h 801635"/>
                <a:gd name="connsiteX1085" fmla="*/ 165573 w 1009831"/>
                <a:gd name="connsiteY1085" fmla="*/ 211475 h 801635"/>
                <a:gd name="connsiteX1086" fmla="*/ 163934 w 1009831"/>
                <a:gd name="connsiteY1086" fmla="*/ 214753 h 801635"/>
                <a:gd name="connsiteX1087" fmla="*/ 163934 w 1009831"/>
                <a:gd name="connsiteY1087" fmla="*/ 211475 h 801635"/>
                <a:gd name="connsiteX1088" fmla="*/ 159016 w 1009831"/>
                <a:gd name="connsiteY1088" fmla="*/ 209835 h 801635"/>
                <a:gd name="connsiteX1089" fmla="*/ 155737 w 1009831"/>
                <a:gd name="connsiteY1089" fmla="*/ 208196 h 801635"/>
                <a:gd name="connsiteX1090" fmla="*/ 152458 w 1009831"/>
                <a:gd name="connsiteY1090" fmla="*/ 204917 h 801635"/>
                <a:gd name="connsiteX1091" fmla="*/ 152458 w 1009831"/>
                <a:gd name="connsiteY1091" fmla="*/ 199999 h 801635"/>
                <a:gd name="connsiteX1092" fmla="*/ 150819 w 1009831"/>
                <a:gd name="connsiteY1092" fmla="*/ 196720 h 801635"/>
                <a:gd name="connsiteX1093" fmla="*/ 149180 w 1009831"/>
                <a:gd name="connsiteY1093" fmla="*/ 193442 h 801635"/>
                <a:gd name="connsiteX1094" fmla="*/ 145901 w 1009831"/>
                <a:gd name="connsiteY1094" fmla="*/ 188524 h 801635"/>
                <a:gd name="connsiteX1095" fmla="*/ 140983 w 1009831"/>
                <a:gd name="connsiteY1095" fmla="*/ 186885 h 801635"/>
                <a:gd name="connsiteX1096" fmla="*/ 140983 w 1009831"/>
                <a:gd name="connsiteY1096" fmla="*/ 183606 h 801635"/>
                <a:gd name="connsiteX1097" fmla="*/ 139344 w 1009831"/>
                <a:gd name="connsiteY1097" fmla="*/ 180327 h 801635"/>
                <a:gd name="connsiteX1098" fmla="*/ 136065 w 1009831"/>
                <a:gd name="connsiteY1098" fmla="*/ 175409 h 801635"/>
                <a:gd name="connsiteX1099" fmla="*/ 137704 w 1009831"/>
                <a:gd name="connsiteY1099" fmla="*/ 172130 h 801635"/>
                <a:gd name="connsiteX1100" fmla="*/ 134426 w 1009831"/>
                <a:gd name="connsiteY1100" fmla="*/ 168852 h 801635"/>
                <a:gd name="connsiteX1101" fmla="*/ 131147 w 1009831"/>
                <a:gd name="connsiteY1101" fmla="*/ 163934 h 801635"/>
                <a:gd name="connsiteX1102" fmla="*/ 131147 w 1009831"/>
                <a:gd name="connsiteY1102" fmla="*/ 160655 h 801635"/>
                <a:gd name="connsiteX1103" fmla="*/ 132786 w 1009831"/>
                <a:gd name="connsiteY1103" fmla="*/ 157376 h 801635"/>
                <a:gd name="connsiteX1104" fmla="*/ 132786 w 1009831"/>
                <a:gd name="connsiteY1104" fmla="*/ 152458 h 801635"/>
                <a:gd name="connsiteX1105" fmla="*/ 132786 w 1009831"/>
                <a:gd name="connsiteY1105" fmla="*/ 152458 h 801635"/>
                <a:gd name="connsiteX1106" fmla="*/ 132786 w 1009831"/>
                <a:gd name="connsiteY1106" fmla="*/ 149180 h 801635"/>
                <a:gd name="connsiteX1107" fmla="*/ 129508 w 1009831"/>
                <a:gd name="connsiteY1107" fmla="*/ 150819 h 801635"/>
                <a:gd name="connsiteX1108" fmla="*/ 127868 w 1009831"/>
                <a:gd name="connsiteY1108" fmla="*/ 147540 h 801635"/>
                <a:gd name="connsiteX1109" fmla="*/ 129508 w 1009831"/>
                <a:gd name="connsiteY1109" fmla="*/ 142622 h 801635"/>
                <a:gd name="connsiteX1110" fmla="*/ 129508 w 1009831"/>
                <a:gd name="connsiteY1110" fmla="*/ 140983 h 801635"/>
                <a:gd name="connsiteX1111" fmla="*/ 127868 w 1009831"/>
                <a:gd name="connsiteY1111" fmla="*/ 137704 h 801635"/>
                <a:gd name="connsiteX1112" fmla="*/ 126229 w 1009831"/>
                <a:gd name="connsiteY1112" fmla="*/ 132786 h 801635"/>
                <a:gd name="connsiteX1113" fmla="*/ 124590 w 1009831"/>
                <a:gd name="connsiteY1113" fmla="*/ 129508 h 801635"/>
                <a:gd name="connsiteX1114" fmla="*/ 124590 w 1009831"/>
                <a:gd name="connsiteY1114" fmla="*/ 126229 h 801635"/>
                <a:gd name="connsiteX1115" fmla="*/ 122950 w 1009831"/>
                <a:gd name="connsiteY1115" fmla="*/ 121311 h 801635"/>
                <a:gd name="connsiteX1116" fmla="*/ 124590 w 1009831"/>
                <a:gd name="connsiteY1116" fmla="*/ 119672 h 801635"/>
                <a:gd name="connsiteX1117" fmla="*/ 124590 w 1009831"/>
                <a:gd name="connsiteY1117" fmla="*/ 116393 h 801635"/>
                <a:gd name="connsiteX1118" fmla="*/ 126229 w 1009831"/>
                <a:gd name="connsiteY1118" fmla="*/ 111475 h 801635"/>
                <a:gd name="connsiteX1119" fmla="*/ 124590 w 1009831"/>
                <a:gd name="connsiteY1119" fmla="*/ 108196 h 801635"/>
                <a:gd name="connsiteX1120" fmla="*/ 124590 w 1009831"/>
                <a:gd name="connsiteY1120" fmla="*/ 103278 h 801635"/>
                <a:gd name="connsiteX1121" fmla="*/ 124590 w 1009831"/>
                <a:gd name="connsiteY1121" fmla="*/ 100000 h 801635"/>
                <a:gd name="connsiteX1122" fmla="*/ 122950 w 1009831"/>
                <a:gd name="connsiteY1122" fmla="*/ 96721 h 801635"/>
                <a:gd name="connsiteX1123" fmla="*/ 121311 w 1009831"/>
                <a:gd name="connsiteY1123" fmla="*/ 93442 h 801635"/>
                <a:gd name="connsiteX1124" fmla="*/ 121311 w 1009831"/>
                <a:gd name="connsiteY1124" fmla="*/ 88524 h 801635"/>
                <a:gd name="connsiteX1125" fmla="*/ 121311 w 1009831"/>
                <a:gd name="connsiteY1125" fmla="*/ 85246 h 801635"/>
                <a:gd name="connsiteX1126" fmla="*/ 122950 w 1009831"/>
                <a:gd name="connsiteY1126" fmla="*/ 81967 h 801635"/>
                <a:gd name="connsiteX1127" fmla="*/ 124590 w 1009831"/>
                <a:gd name="connsiteY1127" fmla="*/ 77049 h 801635"/>
                <a:gd name="connsiteX1128" fmla="*/ 124590 w 1009831"/>
                <a:gd name="connsiteY1128" fmla="*/ 73770 h 801635"/>
                <a:gd name="connsiteX1129" fmla="*/ 129508 w 1009831"/>
                <a:gd name="connsiteY1129" fmla="*/ 70492 h 801635"/>
                <a:gd name="connsiteX1130" fmla="*/ 129508 w 1009831"/>
                <a:gd name="connsiteY1130" fmla="*/ 67213 h 801635"/>
                <a:gd name="connsiteX1131" fmla="*/ 124590 w 1009831"/>
                <a:gd name="connsiteY1131" fmla="*/ 65573 h 801635"/>
                <a:gd name="connsiteX1132" fmla="*/ 121311 w 1009831"/>
                <a:gd name="connsiteY1132" fmla="*/ 63934 h 801635"/>
                <a:gd name="connsiteX1133" fmla="*/ 118032 w 1009831"/>
                <a:gd name="connsiteY1133" fmla="*/ 63934 h 801635"/>
                <a:gd name="connsiteX1134" fmla="*/ 114754 w 1009831"/>
                <a:gd name="connsiteY1134" fmla="*/ 62295 h 801635"/>
                <a:gd name="connsiteX1135" fmla="*/ 111475 w 1009831"/>
                <a:gd name="connsiteY1135" fmla="*/ 60656 h 801635"/>
                <a:gd name="connsiteX1136" fmla="*/ 111475 w 1009831"/>
                <a:gd name="connsiteY1136" fmla="*/ 60656 h 801635"/>
                <a:gd name="connsiteX1137" fmla="*/ 111475 w 1009831"/>
                <a:gd name="connsiteY1137" fmla="*/ 55738 h 801635"/>
                <a:gd name="connsiteX1138" fmla="*/ 111475 w 1009831"/>
                <a:gd name="connsiteY1138" fmla="*/ 52459 h 801635"/>
                <a:gd name="connsiteX1139" fmla="*/ 108196 w 1009831"/>
                <a:gd name="connsiteY1139" fmla="*/ 50820 h 801635"/>
                <a:gd name="connsiteX1140" fmla="*/ 104918 w 1009831"/>
                <a:gd name="connsiteY1140" fmla="*/ 49180 h 801635"/>
                <a:gd name="connsiteX1141" fmla="*/ 100000 w 1009831"/>
                <a:gd name="connsiteY1141" fmla="*/ 52459 h 801635"/>
                <a:gd name="connsiteX1142" fmla="*/ 96721 w 1009831"/>
                <a:gd name="connsiteY1142" fmla="*/ 54098 h 801635"/>
                <a:gd name="connsiteX1143" fmla="*/ 93442 w 1009831"/>
                <a:gd name="connsiteY1143" fmla="*/ 52459 h 801635"/>
                <a:gd name="connsiteX1144" fmla="*/ 88524 w 1009831"/>
                <a:gd name="connsiteY1144" fmla="*/ 50820 h 801635"/>
                <a:gd name="connsiteX1145" fmla="*/ 85246 w 1009831"/>
                <a:gd name="connsiteY1145" fmla="*/ 45901 h 801635"/>
                <a:gd name="connsiteX1146" fmla="*/ 81967 w 1009831"/>
                <a:gd name="connsiteY1146" fmla="*/ 42623 h 801635"/>
                <a:gd name="connsiteX1147" fmla="*/ 78688 w 1009831"/>
                <a:gd name="connsiteY1147" fmla="*/ 40983 h 801635"/>
                <a:gd name="connsiteX1148" fmla="*/ 75409 w 1009831"/>
                <a:gd name="connsiteY1148" fmla="*/ 39344 h 801635"/>
                <a:gd name="connsiteX1149" fmla="*/ 72131 w 1009831"/>
                <a:gd name="connsiteY1149" fmla="*/ 36066 h 801635"/>
                <a:gd name="connsiteX1150" fmla="*/ 72131 w 1009831"/>
                <a:gd name="connsiteY1150" fmla="*/ 36066 h 801635"/>
                <a:gd name="connsiteX1151" fmla="*/ 70492 w 1009831"/>
                <a:gd name="connsiteY1151" fmla="*/ 34426 h 801635"/>
                <a:gd name="connsiteX1152" fmla="*/ 68852 w 1009831"/>
                <a:gd name="connsiteY1152" fmla="*/ 32787 h 801635"/>
                <a:gd name="connsiteX1153" fmla="*/ 68852 w 1009831"/>
                <a:gd name="connsiteY1153" fmla="*/ 36066 h 801635"/>
                <a:gd name="connsiteX1154" fmla="*/ 72131 w 1009831"/>
                <a:gd name="connsiteY1154" fmla="*/ 39344 h 801635"/>
                <a:gd name="connsiteX1155" fmla="*/ 73770 w 1009831"/>
                <a:gd name="connsiteY1155" fmla="*/ 42623 h 801635"/>
                <a:gd name="connsiteX1156" fmla="*/ 73770 w 1009831"/>
                <a:gd name="connsiteY1156" fmla="*/ 47541 h 801635"/>
                <a:gd name="connsiteX1157" fmla="*/ 70492 w 1009831"/>
                <a:gd name="connsiteY1157" fmla="*/ 50820 h 801635"/>
                <a:gd name="connsiteX1158" fmla="*/ 67213 w 1009831"/>
                <a:gd name="connsiteY1158" fmla="*/ 54098 h 801635"/>
                <a:gd name="connsiteX1159" fmla="*/ 65573 w 1009831"/>
                <a:gd name="connsiteY1159" fmla="*/ 57377 h 801635"/>
                <a:gd name="connsiteX1160" fmla="*/ 63934 w 1009831"/>
                <a:gd name="connsiteY1160" fmla="*/ 62295 h 801635"/>
                <a:gd name="connsiteX1161" fmla="*/ 62295 w 1009831"/>
                <a:gd name="connsiteY1161" fmla="*/ 65573 h 801635"/>
                <a:gd name="connsiteX1162" fmla="*/ 62295 w 1009831"/>
                <a:gd name="connsiteY1162" fmla="*/ 68852 h 801635"/>
                <a:gd name="connsiteX1163" fmla="*/ 62295 w 1009831"/>
                <a:gd name="connsiteY1163" fmla="*/ 73770 h 801635"/>
                <a:gd name="connsiteX1164" fmla="*/ 63934 w 1009831"/>
                <a:gd name="connsiteY1164" fmla="*/ 77049 h 801635"/>
                <a:gd name="connsiteX1165" fmla="*/ 63934 w 1009831"/>
                <a:gd name="connsiteY1165" fmla="*/ 80328 h 801635"/>
                <a:gd name="connsiteX1166" fmla="*/ 63934 w 1009831"/>
                <a:gd name="connsiteY1166" fmla="*/ 85246 h 801635"/>
                <a:gd name="connsiteX1167" fmla="*/ 62295 w 1009831"/>
                <a:gd name="connsiteY1167" fmla="*/ 88524 h 801635"/>
                <a:gd name="connsiteX1168" fmla="*/ 60656 w 1009831"/>
                <a:gd name="connsiteY1168" fmla="*/ 91803 h 801635"/>
                <a:gd name="connsiteX1169" fmla="*/ 60656 w 1009831"/>
                <a:gd name="connsiteY1169" fmla="*/ 96721 h 801635"/>
                <a:gd name="connsiteX1170" fmla="*/ 60656 w 1009831"/>
                <a:gd name="connsiteY1170" fmla="*/ 100000 h 801635"/>
                <a:gd name="connsiteX1171" fmla="*/ 59016 w 1009831"/>
                <a:gd name="connsiteY1171" fmla="*/ 103278 h 801635"/>
                <a:gd name="connsiteX1172" fmla="*/ 57377 w 1009831"/>
                <a:gd name="connsiteY1172" fmla="*/ 106557 h 801635"/>
                <a:gd name="connsiteX1173" fmla="*/ 55737 w 1009831"/>
                <a:gd name="connsiteY1173" fmla="*/ 111475 h 801635"/>
                <a:gd name="connsiteX1174" fmla="*/ 57377 w 1009831"/>
                <a:gd name="connsiteY1174" fmla="*/ 114754 h 801635"/>
                <a:gd name="connsiteX1175" fmla="*/ 57377 w 1009831"/>
                <a:gd name="connsiteY1175" fmla="*/ 118032 h 801635"/>
                <a:gd name="connsiteX1176" fmla="*/ 57377 w 1009831"/>
                <a:gd name="connsiteY1176" fmla="*/ 119672 h 801635"/>
                <a:gd name="connsiteX1177" fmla="*/ 60656 w 1009831"/>
                <a:gd name="connsiteY1177" fmla="*/ 122950 h 801635"/>
                <a:gd name="connsiteX1178" fmla="*/ 60656 w 1009831"/>
                <a:gd name="connsiteY1178" fmla="*/ 126229 h 801635"/>
                <a:gd name="connsiteX1179" fmla="*/ 63934 w 1009831"/>
                <a:gd name="connsiteY1179" fmla="*/ 129508 h 801635"/>
                <a:gd name="connsiteX1180" fmla="*/ 67213 w 1009831"/>
                <a:gd name="connsiteY1180" fmla="*/ 132786 h 801635"/>
                <a:gd name="connsiteX1181" fmla="*/ 68852 w 1009831"/>
                <a:gd name="connsiteY1181" fmla="*/ 136065 h 801635"/>
                <a:gd name="connsiteX1182" fmla="*/ 72131 w 1009831"/>
                <a:gd name="connsiteY1182" fmla="*/ 140983 h 801635"/>
                <a:gd name="connsiteX1183" fmla="*/ 75409 w 1009831"/>
                <a:gd name="connsiteY1183" fmla="*/ 142622 h 801635"/>
                <a:gd name="connsiteX1184" fmla="*/ 78688 w 1009831"/>
                <a:gd name="connsiteY1184" fmla="*/ 147540 h 801635"/>
                <a:gd name="connsiteX1185" fmla="*/ 80328 w 1009831"/>
                <a:gd name="connsiteY1185" fmla="*/ 150819 h 801635"/>
                <a:gd name="connsiteX1186" fmla="*/ 78688 w 1009831"/>
                <a:gd name="connsiteY1186" fmla="*/ 154098 h 801635"/>
                <a:gd name="connsiteX1187" fmla="*/ 81967 w 1009831"/>
                <a:gd name="connsiteY1187" fmla="*/ 159016 h 801635"/>
                <a:gd name="connsiteX1188" fmla="*/ 80328 w 1009831"/>
                <a:gd name="connsiteY1188" fmla="*/ 163934 h 801635"/>
                <a:gd name="connsiteX1189" fmla="*/ 80328 w 1009831"/>
                <a:gd name="connsiteY1189" fmla="*/ 167213 h 801635"/>
                <a:gd name="connsiteX1190" fmla="*/ 83606 w 1009831"/>
                <a:gd name="connsiteY1190" fmla="*/ 165573 h 801635"/>
                <a:gd name="connsiteX1191" fmla="*/ 85246 w 1009831"/>
                <a:gd name="connsiteY1191" fmla="*/ 168852 h 801635"/>
                <a:gd name="connsiteX1192" fmla="*/ 88524 w 1009831"/>
                <a:gd name="connsiteY1192" fmla="*/ 170491 h 801635"/>
                <a:gd name="connsiteX1193" fmla="*/ 90164 w 1009831"/>
                <a:gd name="connsiteY1193" fmla="*/ 175409 h 801635"/>
                <a:gd name="connsiteX1194" fmla="*/ 90164 w 1009831"/>
                <a:gd name="connsiteY1194" fmla="*/ 178688 h 801635"/>
                <a:gd name="connsiteX1195" fmla="*/ 90164 w 1009831"/>
                <a:gd name="connsiteY1195" fmla="*/ 181966 h 801635"/>
                <a:gd name="connsiteX1196" fmla="*/ 91803 w 1009831"/>
                <a:gd name="connsiteY1196" fmla="*/ 186885 h 801635"/>
                <a:gd name="connsiteX1197" fmla="*/ 95082 w 1009831"/>
                <a:gd name="connsiteY1197" fmla="*/ 186885 h 801635"/>
                <a:gd name="connsiteX1198" fmla="*/ 98360 w 1009831"/>
                <a:gd name="connsiteY1198" fmla="*/ 190163 h 801635"/>
                <a:gd name="connsiteX1199" fmla="*/ 96721 w 1009831"/>
                <a:gd name="connsiteY1199" fmla="*/ 193442 h 801635"/>
                <a:gd name="connsiteX1200" fmla="*/ 96721 w 1009831"/>
                <a:gd name="connsiteY1200" fmla="*/ 198360 h 801635"/>
                <a:gd name="connsiteX1201" fmla="*/ 96721 w 1009831"/>
                <a:gd name="connsiteY1201" fmla="*/ 201638 h 801635"/>
                <a:gd name="connsiteX1202" fmla="*/ 95082 w 1009831"/>
                <a:gd name="connsiteY1202" fmla="*/ 204917 h 801635"/>
                <a:gd name="connsiteX1203" fmla="*/ 96721 w 1009831"/>
                <a:gd name="connsiteY1203" fmla="*/ 208196 h 801635"/>
                <a:gd name="connsiteX1204" fmla="*/ 95082 w 1009831"/>
                <a:gd name="connsiteY1204" fmla="*/ 211475 h 801635"/>
                <a:gd name="connsiteX1205" fmla="*/ 95082 w 1009831"/>
                <a:gd name="connsiteY1205" fmla="*/ 216393 h 801635"/>
                <a:gd name="connsiteX1206" fmla="*/ 95082 w 1009831"/>
                <a:gd name="connsiteY1206" fmla="*/ 219671 h 801635"/>
                <a:gd name="connsiteX1207" fmla="*/ 100000 w 1009831"/>
                <a:gd name="connsiteY1207" fmla="*/ 222950 h 801635"/>
                <a:gd name="connsiteX1208" fmla="*/ 103278 w 1009831"/>
                <a:gd name="connsiteY1208" fmla="*/ 226229 h 801635"/>
                <a:gd name="connsiteX1209" fmla="*/ 106557 w 1009831"/>
                <a:gd name="connsiteY1209" fmla="*/ 231147 h 801635"/>
                <a:gd name="connsiteX1210" fmla="*/ 104918 w 1009831"/>
                <a:gd name="connsiteY1210" fmla="*/ 234425 h 801635"/>
                <a:gd name="connsiteX1211" fmla="*/ 106557 w 1009831"/>
                <a:gd name="connsiteY1211" fmla="*/ 237704 h 801635"/>
                <a:gd name="connsiteX1212" fmla="*/ 108196 w 1009831"/>
                <a:gd name="connsiteY1212" fmla="*/ 240983 h 801635"/>
                <a:gd name="connsiteX1213" fmla="*/ 109836 w 1009831"/>
                <a:gd name="connsiteY1213" fmla="*/ 244261 h 801635"/>
                <a:gd name="connsiteX1214" fmla="*/ 113114 w 1009831"/>
                <a:gd name="connsiteY1214" fmla="*/ 247540 h 801635"/>
                <a:gd name="connsiteX1215" fmla="*/ 114754 w 1009831"/>
                <a:gd name="connsiteY1215" fmla="*/ 247540 h 801635"/>
                <a:gd name="connsiteX1216" fmla="*/ 111475 w 1009831"/>
                <a:gd name="connsiteY1216" fmla="*/ 252458 h 801635"/>
                <a:gd name="connsiteX1217" fmla="*/ 113114 w 1009831"/>
                <a:gd name="connsiteY1217" fmla="*/ 255737 h 801635"/>
                <a:gd name="connsiteX1218" fmla="*/ 114754 w 1009831"/>
                <a:gd name="connsiteY1218" fmla="*/ 260655 h 801635"/>
                <a:gd name="connsiteX1219" fmla="*/ 111475 w 1009831"/>
                <a:gd name="connsiteY1219" fmla="*/ 263933 h 801635"/>
                <a:gd name="connsiteX1220" fmla="*/ 114754 w 1009831"/>
                <a:gd name="connsiteY1220" fmla="*/ 267212 h 801635"/>
                <a:gd name="connsiteX1221" fmla="*/ 114754 w 1009831"/>
                <a:gd name="connsiteY1221" fmla="*/ 272130 h 801635"/>
                <a:gd name="connsiteX1222" fmla="*/ 118032 w 1009831"/>
                <a:gd name="connsiteY1222" fmla="*/ 267212 h 801635"/>
                <a:gd name="connsiteX1223" fmla="*/ 114754 w 1009831"/>
                <a:gd name="connsiteY1223" fmla="*/ 263933 h 801635"/>
                <a:gd name="connsiteX1224" fmla="*/ 116393 w 1009831"/>
                <a:gd name="connsiteY1224" fmla="*/ 260655 h 801635"/>
                <a:gd name="connsiteX1225" fmla="*/ 114754 w 1009831"/>
                <a:gd name="connsiteY1225" fmla="*/ 255737 h 801635"/>
                <a:gd name="connsiteX1226" fmla="*/ 119672 w 1009831"/>
                <a:gd name="connsiteY1226" fmla="*/ 257376 h 801635"/>
                <a:gd name="connsiteX1227" fmla="*/ 121311 w 1009831"/>
                <a:gd name="connsiteY1227" fmla="*/ 262294 h 801635"/>
                <a:gd name="connsiteX1228" fmla="*/ 124590 w 1009831"/>
                <a:gd name="connsiteY1228" fmla="*/ 265573 h 801635"/>
                <a:gd name="connsiteX1229" fmla="*/ 124590 w 1009831"/>
                <a:gd name="connsiteY1229" fmla="*/ 270491 h 801635"/>
                <a:gd name="connsiteX1230" fmla="*/ 127868 w 1009831"/>
                <a:gd name="connsiteY1230" fmla="*/ 273769 h 801635"/>
                <a:gd name="connsiteX1231" fmla="*/ 124590 w 1009831"/>
                <a:gd name="connsiteY1231" fmla="*/ 277048 h 801635"/>
                <a:gd name="connsiteX1232" fmla="*/ 127868 w 1009831"/>
                <a:gd name="connsiteY1232" fmla="*/ 281966 h 801635"/>
                <a:gd name="connsiteX1233" fmla="*/ 126229 w 1009831"/>
                <a:gd name="connsiteY1233" fmla="*/ 285245 h 801635"/>
                <a:gd name="connsiteX1234" fmla="*/ 126229 w 1009831"/>
                <a:gd name="connsiteY1234" fmla="*/ 288523 h 801635"/>
                <a:gd name="connsiteX1235" fmla="*/ 126229 w 1009831"/>
                <a:gd name="connsiteY1235" fmla="*/ 293441 h 801635"/>
                <a:gd name="connsiteX1236" fmla="*/ 124590 w 1009831"/>
                <a:gd name="connsiteY1236" fmla="*/ 296720 h 801635"/>
                <a:gd name="connsiteX1237" fmla="*/ 124590 w 1009831"/>
                <a:gd name="connsiteY1237" fmla="*/ 301638 h 801635"/>
                <a:gd name="connsiteX1238" fmla="*/ 124590 w 1009831"/>
                <a:gd name="connsiteY1238" fmla="*/ 304917 h 801635"/>
                <a:gd name="connsiteX1239" fmla="*/ 127868 w 1009831"/>
                <a:gd name="connsiteY1239" fmla="*/ 308195 h 801635"/>
                <a:gd name="connsiteX1240" fmla="*/ 127868 w 1009831"/>
                <a:gd name="connsiteY1240" fmla="*/ 313113 h 801635"/>
                <a:gd name="connsiteX1241" fmla="*/ 127868 w 1009831"/>
                <a:gd name="connsiteY1241" fmla="*/ 316392 h 801635"/>
                <a:gd name="connsiteX1242" fmla="*/ 132786 w 1009831"/>
                <a:gd name="connsiteY1242" fmla="*/ 316392 h 801635"/>
                <a:gd name="connsiteX1243" fmla="*/ 131147 w 1009831"/>
                <a:gd name="connsiteY1243" fmla="*/ 321310 h 801635"/>
                <a:gd name="connsiteX1244" fmla="*/ 132786 w 1009831"/>
                <a:gd name="connsiteY1244" fmla="*/ 324589 h 801635"/>
                <a:gd name="connsiteX1245" fmla="*/ 131147 w 1009831"/>
                <a:gd name="connsiteY1245" fmla="*/ 327867 h 801635"/>
                <a:gd name="connsiteX1246" fmla="*/ 132786 w 1009831"/>
                <a:gd name="connsiteY1246" fmla="*/ 332785 h 801635"/>
                <a:gd name="connsiteX1247" fmla="*/ 132786 w 1009831"/>
                <a:gd name="connsiteY1247" fmla="*/ 336064 h 801635"/>
                <a:gd name="connsiteX1248" fmla="*/ 136065 w 1009831"/>
                <a:gd name="connsiteY1248" fmla="*/ 339343 h 801635"/>
                <a:gd name="connsiteX1249" fmla="*/ 136065 w 1009831"/>
                <a:gd name="connsiteY1249" fmla="*/ 342622 h 801635"/>
                <a:gd name="connsiteX1250" fmla="*/ 137704 w 1009831"/>
                <a:gd name="connsiteY1250" fmla="*/ 347540 h 801635"/>
                <a:gd name="connsiteX1251" fmla="*/ 136065 w 1009831"/>
                <a:gd name="connsiteY1251" fmla="*/ 350818 h 801635"/>
                <a:gd name="connsiteX1252" fmla="*/ 132786 w 1009831"/>
                <a:gd name="connsiteY1252" fmla="*/ 354097 h 801635"/>
                <a:gd name="connsiteX1253" fmla="*/ 132786 w 1009831"/>
                <a:gd name="connsiteY1253" fmla="*/ 359015 h 801635"/>
                <a:gd name="connsiteX1254" fmla="*/ 134426 w 1009831"/>
                <a:gd name="connsiteY1254" fmla="*/ 362294 h 801635"/>
                <a:gd name="connsiteX1255" fmla="*/ 132786 w 1009831"/>
                <a:gd name="connsiteY1255" fmla="*/ 365572 h 801635"/>
                <a:gd name="connsiteX1256" fmla="*/ 132786 w 1009831"/>
                <a:gd name="connsiteY1256" fmla="*/ 367212 h 801635"/>
                <a:gd name="connsiteX1257" fmla="*/ 134426 w 1009831"/>
                <a:gd name="connsiteY1257" fmla="*/ 370490 h 801635"/>
                <a:gd name="connsiteX1258" fmla="*/ 137704 w 1009831"/>
                <a:gd name="connsiteY1258" fmla="*/ 375408 h 801635"/>
                <a:gd name="connsiteX1259" fmla="*/ 140983 w 1009831"/>
                <a:gd name="connsiteY1259" fmla="*/ 375408 h 801635"/>
                <a:gd name="connsiteX1260" fmla="*/ 140983 w 1009831"/>
                <a:gd name="connsiteY1260" fmla="*/ 375408 h 801635"/>
                <a:gd name="connsiteX1261" fmla="*/ 145901 w 1009831"/>
                <a:gd name="connsiteY1261" fmla="*/ 375408 h 801635"/>
                <a:gd name="connsiteX1262" fmla="*/ 140983 w 1009831"/>
                <a:gd name="connsiteY1262" fmla="*/ 375408 h 801635"/>
                <a:gd name="connsiteX1263" fmla="*/ 145901 w 1009831"/>
                <a:gd name="connsiteY1263" fmla="*/ 377047 h 801635"/>
                <a:gd name="connsiteX1264" fmla="*/ 145901 w 1009831"/>
                <a:gd name="connsiteY1264" fmla="*/ 372130 h 801635"/>
                <a:gd name="connsiteX1265" fmla="*/ 149180 w 1009831"/>
                <a:gd name="connsiteY1265" fmla="*/ 368851 h 801635"/>
                <a:gd name="connsiteX1266" fmla="*/ 150819 w 1009831"/>
                <a:gd name="connsiteY1266" fmla="*/ 372130 h 801635"/>
                <a:gd name="connsiteX1267" fmla="*/ 155737 w 1009831"/>
                <a:gd name="connsiteY1267" fmla="*/ 375408 h 801635"/>
                <a:gd name="connsiteX1268" fmla="*/ 157376 w 1009831"/>
                <a:gd name="connsiteY1268" fmla="*/ 377047 h 801635"/>
                <a:gd name="connsiteX1269" fmla="*/ 157376 w 1009831"/>
                <a:gd name="connsiteY1269" fmla="*/ 380326 h 801635"/>
                <a:gd name="connsiteX1270" fmla="*/ 160655 w 1009831"/>
                <a:gd name="connsiteY1270" fmla="*/ 381966 h 801635"/>
                <a:gd name="connsiteX1271" fmla="*/ 163934 w 1009831"/>
                <a:gd name="connsiteY1271" fmla="*/ 383605 h 801635"/>
                <a:gd name="connsiteX1272" fmla="*/ 162294 w 1009831"/>
                <a:gd name="connsiteY1272" fmla="*/ 388523 h 801635"/>
                <a:gd name="connsiteX1273" fmla="*/ 165573 w 1009831"/>
                <a:gd name="connsiteY1273" fmla="*/ 391802 h 801635"/>
                <a:gd name="connsiteX1274" fmla="*/ 165573 w 1009831"/>
                <a:gd name="connsiteY1274" fmla="*/ 395080 h 801635"/>
                <a:gd name="connsiteX1275" fmla="*/ 165573 w 1009831"/>
                <a:gd name="connsiteY1275" fmla="*/ 399998 h 801635"/>
                <a:gd name="connsiteX1276" fmla="*/ 168852 w 1009831"/>
                <a:gd name="connsiteY1276" fmla="*/ 401637 h 801635"/>
                <a:gd name="connsiteX1277" fmla="*/ 170491 w 1009831"/>
                <a:gd name="connsiteY1277" fmla="*/ 404916 h 801635"/>
                <a:gd name="connsiteX1278" fmla="*/ 172130 w 1009831"/>
                <a:gd name="connsiteY1278" fmla="*/ 408195 h 801635"/>
                <a:gd name="connsiteX1279" fmla="*/ 172130 w 1009831"/>
                <a:gd name="connsiteY1279" fmla="*/ 409834 h 801635"/>
                <a:gd name="connsiteX1280" fmla="*/ 172130 w 1009831"/>
                <a:gd name="connsiteY1280" fmla="*/ 413113 h 801635"/>
                <a:gd name="connsiteX1281" fmla="*/ 170491 w 1009831"/>
                <a:gd name="connsiteY1281" fmla="*/ 418031 h 801635"/>
                <a:gd name="connsiteX1282" fmla="*/ 167212 w 1009831"/>
                <a:gd name="connsiteY1282" fmla="*/ 421310 h 801635"/>
                <a:gd name="connsiteX1283" fmla="*/ 163934 w 1009831"/>
                <a:gd name="connsiteY1283" fmla="*/ 424588 h 801635"/>
                <a:gd name="connsiteX1284" fmla="*/ 160655 w 1009831"/>
                <a:gd name="connsiteY1284" fmla="*/ 424588 h 801635"/>
                <a:gd name="connsiteX1285" fmla="*/ 155737 w 1009831"/>
                <a:gd name="connsiteY1285" fmla="*/ 427867 h 801635"/>
                <a:gd name="connsiteX1286" fmla="*/ 152458 w 1009831"/>
                <a:gd name="connsiteY1286" fmla="*/ 431146 h 801635"/>
                <a:gd name="connsiteX1287" fmla="*/ 150819 w 1009831"/>
                <a:gd name="connsiteY1287" fmla="*/ 432785 h 801635"/>
                <a:gd name="connsiteX1288" fmla="*/ 147540 w 1009831"/>
                <a:gd name="connsiteY1288" fmla="*/ 431146 h 801635"/>
                <a:gd name="connsiteX1289" fmla="*/ 145901 w 1009831"/>
                <a:gd name="connsiteY1289" fmla="*/ 431146 h 801635"/>
                <a:gd name="connsiteX1290" fmla="*/ 144262 w 1009831"/>
                <a:gd name="connsiteY1290" fmla="*/ 427867 h 801635"/>
                <a:gd name="connsiteX1291" fmla="*/ 144262 w 1009831"/>
                <a:gd name="connsiteY1291" fmla="*/ 424588 h 801635"/>
                <a:gd name="connsiteX1292" fmla="*/ 144262 w 1009831"/>
                <a:gd name="connsiteY1292" fmla="*/ 421310 h 801635"/>
                <a:gd name="connsiteX1293" fmla="*/ 144262 w 1009831"/>
                <a:gd name="connsiteY1293" fmla="*/ 416392 h 801635"/>
                <a:gd name="connsiteX1294" fmla="*/ 144262 w 1009831"/>
                <a:gd name="connsiteY1294" fmla="*/ 411474 h 801635"/>
                <a:gd name="connsiteX1295" fmla="*/ 142622 w 1009831"/>
                <a:gd name="connsiteY1295" fmla="*/ 408195 h 801635"/>
                <a:gd name="connsiteX1296" fmla="*/ 140983 w 1009831"/>
                <a:gd name="connsiteY1296" fmla="*/ 404916 h 801635"/>
                <a:gd name="connsiteX1297" fmla="*/ 137704 w 1009831"/>
                <a:gd name="connsiteY1297" fmla="*/ 399998 h 801635"/>
                <a:gd name="connsiteX1298" fmla="*/ 132786 w 1009831"/>
                <a:gd name="connsiteY1298" fmla="*/ 398359 h 801635"/>
                <a:gd name="connsiteX1299" fmla="*/ 129508 w 1009831"/>
                <a:gd name="connsiteY1299" fmla="*/ 396720 h 801635"/>
                <a:gd name="connsiteX1300" fmla="*/ 127868 w 1009831"/>
                <a:gd name="connsiteY1300" fmla="*/ 391802 h 801635"/>
                <a:gd name="connsiteX1301" fmla="*/ 124590 w 1009831"/>
                <a:gd name="connsiteY1301" fmla="*/ 388523 h 801635"/>
                <a:gd name="connsiteX1302" fmla="*/ 121311 w 1009831"/>
                <a:gd name="connsiteY1302" fmla="*/ 385244 h 801635"/>
                <a:gd name="connsiteX1303" fmla="*/ 118032 w 1009831"/>
                <a:gd name="connsiteY1303" fmla="*/ 380326 h 801635"/>
                <a:gd name="connsiteX1304" fmla="*/ 118032 w 1009831"/>
                <a:gd name="connsiteY1304" fmla="*/ 380326 h 801635"/>
                <a:gd name="connsiteX1305" fmla="*/ 114754 w 1009831"/>
                <a:gd name="connsiteY1305" fmla="*/ 377047 h 801635"/>
                <a:gd name="connsiteX1306" fmla="*/ 111475 w 1009831"/>
                <a:gd name="connsiteY1306" fmla="*/ 375408 h 801635"/>
                <a:gd name="connsiteX1307" fmla="*/ 108196 w 1009831"/>
                <a:gd name="connsiteY1307" fmla="*/ 372130 h 801635"/>
                <a:gd name="connsiteX1308" fmla="*/ 103278 w 1009831"/>
                <a:gd name="connsiteY1308" fmla="*/ 368851 h 801635"/>
                <a:gd name="connsiteX1309" fmla="*/ 100000 w 1009831"/>
                <a:gd name="connsiteY1309" fmla="*/ 365572 h 801635"/>
                <a:gd name="connsiteX1310" fmla="*/ 98360 w 1009831"/>
                <a:gd name="connsiteY1310" fmla="*/ 363933 h 801635"/>
                <a:gd name="connsiteX1311" fmla="*/ 96721 w 1009831"/>
                <a:gd name="connsiteY1311" fmla="*/ 360654 h 801635"/>
                <a:gd name="connsiteX1312" fmla="*/ 91803 w 1009831"/>
                <a:gd name="connsiteY1312" fmla="*/ 359015 h 801635"/>
                <a:gd name="connsiteX1313" fmla="*/ 91803 w 1009831"/>
                <a:gd name="connsiteY1313" fmla="*/ 354097 h 801635"/>
                <a:gd name="connsiteX1314" fmla="*/ 88524 w 1009831"/>
                <a:gd name="connsiteY1314" fmla="*/ 350818 h 801635"/>
                <a:gd name="connsiteX1315" fmla="*/ 83606 w 1009831"/>
                <a:gd name="connsiteY1315" fmla="*/ 349179 h 801635"/>
                <a:gd name="connsiteX1316" fmla="*/ 83606 w 1009831"/>
                <a:gd name="connsiteY1316" fmla="*/ 344261 h 801635"/>
                <a:gd name="connsiteX1317" fmla="*/ 85246 w 1009831"/>
                <a:gd name="connsiteY1317" fmla="*/ 340982 h 801635"/>
                <a:gd name="connsiteX1318" fmla="*/ 83606 w 1009831"/>
                <a:gd name="connsiteY1318" fmla="*/ 344261 h 801635"/>
                <a:gd name="connsiteX1319" fmla="*/ 81967 w 1009831"/>
                <a:gd name="connsiteY1319" fmla="*/ 347540 h 801635"/>
                <a:gd name="connsiteX1320" fmla="*/ 81967 w 1009831"/>
                <a:gd name="connsiteY1320" fmla="*/ 344261 h 801635"/>
                <a:gd name="connsiteX1321" fmla="*/ 83606 w 1009831"/>
                <a:gd name="connsiteY1321" fmla="*/ 340982 h 801635"/>
                <a:gd name="connsiteX1322" fmla="*/ 85246 w 1009831"/>
                <a:gd name="connsiteY1322" fmla="*/ 336064 h 801635"/>
                <a:gd name="connsiteX1323" fmla="*/ 85246 w 1009831"/>
                <a:gd name="connsiteY1323" fmla="*/ 336064 h 801635"/>
                <a:gd name="connsiteX1324" fmla="*/ 86885 w 1009831"/>
                <a:gd name="connsiteY1324" fmla="*/ 332785 h 801635"/>
                <a:gd name="connsiteX1325" fmla="*/ 88524 w 1009831"/>
                <a:gd name="connsiteY1325" fmla="*/ 331146 h 801635"/>
                <a:gd name="connsiteX1326" fmla="*/ 90164 w 1009831"/>
                <a:gd name="connsiteY1326" fmla="*/ 326228 h 801635"/>
                <a:gd name="connsiteX1327" fmla="*/ 91803 w 1009831"/>
                <a:gd name="connsiteY1327" fmla="*/ 322950 h 801635"/>
                <a:gd name="connsiteX1328" fmla="*/ 91803 w 1009831"/>
                <a:gd name="connsiteY1328" fmla="*/ 319671 h 801635"/>
                <a:gd name="connsiteX1329" fmla="*/ 93442 w 1009831"/>
                <a:gd name="connsiteY1329" fmla="*/ 314753 h 801635"/>
                <a:gd name="connsiteX1330" fmla="*/ 95082 w 1009831"/>
                <a:gd name="connsiteY1330" fmla="*/ 311474 h 801635"/>
                <a:gd name="connsiteX1331" fmla="*/ 95082 w 1009831"/>
                <a:gd name="connsiteY1331" fmla="*/ 306556 h 801635"/>
                <a:gd name="connsiteX1332" fmla="*/ 93442 w 1009831"/>
                <a:gd name="connsiteY1332" fmla="*/ 303277 h 801635"/>
                <a:gd name="connsiteX1333" fmla="*/ 93442 w 1009831"/>
                <a:gd name="connsiteY1333" fmla="*/ 299999 h 801635"/>
                <a:gd name="connsiteX1334" fmla="*/ 91803 w 1009831"/>
                <a:gd name="connsiteY1334" fmla="*/ 295081 h 801635"/>
                <a:gd name="connsiteX1335" fmla="*/ 91803 w 1009831"/>
                <a:gd name="connsiteY1335" fmla="*/ 295081 h 801635"/>
                <a:gd name="connsiteX1336" fmla="*/ 90164 w 1009831"/>
                <a:gd name="connsiteY1336" fmla="*/ 291802 h 801635"/>
                <a:gd name="connsiteX1337" fmla="*/ 88524 w 1009831"/>
                <a:gd name="connsiteY1337" fmla="*/ 286884 h 801635"/>
                <a:gd name="connsiteX1338" fmla="*/ 86885 w 1009831"/>
                <a:gd name="connsiteY1338" fmla="*/ 285245 h 801635"/>
                <a:gd name="connsiteX1339" fmla="*/ 83606 w 1009831"/>
                <a:gd name="connsiteY1339" fmla="*/ 285245 h 801635"/>
                <a:gd name="connsiteX1340" fmla="*/ 80328 w 1009831"/>
                <a:gd name="connsiteY1340" fmla="*/ 281966 h 801635"/>
                <a:gd name="connsiteX1341" fmla="*/ 77049 w 1009831"/>
                <a:gd name="connsiteY1341" fmla="*/ 280327 h 801635"/>
                <a:gd name="connsiteX1342" fmla="*/ 73770 w 1009831"/>
                <a:gd name="connsiteY1342" fmla="*/ 275409 h 801635"/>
                <a:gd name="connsiteX1343" fmla="*/ 68852 w 1009831"/>
                <a:gd name="connsiteY1343" fmla="*/ 272130 h 801635"/>
                <a:gd name="connsiteX1344" fmla="*/ 68852 w 1009831"/>
                <a:gd name="connsiteY1344" fmla="*/ 268851 h 801635"/>
                <a:gd name="connsiteX1345" fmla="*/ 67213 w 1009831"/>
                <a:gd name="connsiteY1345" fmla="*/ 263933 h 801635"/>
                <a:gd name="connsiteX1346" fmla="*/ 65573 w 1009831"/>
                <a:gd name="connsiteY1346" fmla="*/ 260655 h 801635"/>
                <a:gd name="connsiteX1347" fmla="*/ 68852 w 1009831"/>
                <a:gd name="connsiteY1347" fmla="*/ 255737 h 801635"/>
                <a:gd name="connsiteX1348" fmla="*/ 68852 w 1009831"/>
                <a:gd name="connsiteY1348" fmla="*/ 252458 h 801635"/>
                <a:gd name="connsiteX1349" fmla="*/ 67213 w 1009831"/>
                <a:gd name="connsiteY1349" fmla="*/ 255737 h 801635"/>
                <a:gd name="connsiteX1350" fmla="*/ 65573 w 1009831"/>
                <a:gd name="connsiteY1350" fmla="*/ 259015 h 801635"/>
                <a:gd name="connsiteX1351" fmla="*/ 62295 w 1009831"/>
                <a:gd name="connsiteY1351" fmla="*/ 262294 h 801635"/>
                <a:gd name="connsiteX1352" fmla="*/ 59016 w 1009831"/>
                <a:gd name="connsiteY1352" fmla="*/ 260655 h 801635"/>
                <a:gd name="connsiteX1353" fmla="*/ 54098 w 1009831"/>
                <a:gd name="connsiteY1353" fmla="*/ 262294 h 801635"/>
                <a:gd name="connsiteX1354" fmla="*/ 50819 w 1009831"/>
                <a:gd name="connsiteY1354" fmla="*/ 263933 h 801635"/>
                <a:gd name="connsiteX1355" fmla="*/ 47541 w 1009831"/>
                <a:gd name="connsiteY1355" fmla="*/ 262294 h 801635"/>
                <a:gd name="connsiteX1356" fmla="*/ 45901 w 1009831"/>
                <a:gd name="connsiteY1356" fmla="*/ 259015 h 801635"/>
                <a:gd name="connsiteX1357" fmla="*/ 44262 w 1009831"/>
                <a:gd name="connsiteY1357" fmla="*/ 254097 h 801635"/>
                <a:gd name="connsiteX1358" fmla="*/ 39344 w 1009831"/>
                <a:gd name="connsiteY1358" fmla="*/ 252458 h 801635"/>
                <a:gd name="connsiteX1359" fmla="*/ 36065 w 1009831"/>
                <a:gd name="connsiteY1359" fmla="*/ 250819 h 801635"/>
                <a:gd name="connsiteX1360" fmla="*/ 34426 w 1009831"/>
                <a:gd name="connsiteY1360" fmla="*/ 245901 h 801635"/>
                <a:gd name="connsiteX1361" fmla="*/ 31147 w 1009831"/>
                <a:gd name="connsiteY1361" fmla="*/ 244261 h 801635"/>
                <a:gd name="connsiteX1362" fmla="*/ 26229 w 1009831"/>
                <a:gd name="connsiteY1362" fmla="*/ 244261 h 801635"/>
                <a:gd name="connsiteX1363" fmla="*/ 22951 w 1009831"/>
                <a:gd name="connsiteY1363" fmla="*/ 240983 h 801635"/>
                <a:gd name="connsiteX1364" fmla="*/ 22951 w 1009831"/>
                <a:gd name="connsiteY1364" fmla="*/ 237704 h 801635"/>
                <a:gd name="connsiteX1365" fmla="*/ 22951 w 1009831"/>
                <a:gd name="connsiteY1365" fmla="*/ 234425 h 801635"/>
                <a:gd name="connsiteX1366" fmla="*/ 21311 w 1009831"/>
                <a:gd name="connsiteY1366" fmla="*/ 231147 h 801635"/>
                <a:gd name="connsiteX1367" fmla="*/ 16393 w 1009831"/>
                <a:gd name="connsiteY1367" fmla="*/ 229507 h 801635"/>
                <a:gd name="connsiteX1368" fmla="*/ 14754 w 1009831"/>
                <a:gd name="connsiteY1368" fmla="*/ 224589 h 801635"/>
                <a:gd name="connsiteX1369" fmla="*/ 14754 w 1009831"/>
                <a:gd name="connsiteY1369" fmla="*/ 224589 h 801635"/>
                <a:gd name="connsiteX1370" fmla="*/ 11475 w 1009831"/>
                <a:gd name="connsiteY1370" fmla="*/ 222950 h 801635"/>
                <a:gd name="connsiteX1371" fmla="*/ 8197 w 1009831"/>
                <a:gd name="connsiteY1371" fmla="*/ 219671 h 801635"/>
                <a:gd name="connsiteX1372" fmla="*/ 8197 w 1009831"/>
                <a:gd name="connsiteY1372" fmla="*/ 214753 h 801635"/>
                <a:gd name="connsiteX1373" fmla="*/ 11475 w 1009831"/>
                <a:gd name="connsiteY1373" fmla="*/ 216393 h 801635"/>
                <a:gd name="connsiteX1374" fmla="*/ 14754 w 1009831"/>
                <a:gd name="connsiteY1374" fmla="*/ 216393 h 801635"/>
                <a:gd name="connsiteX1375" fmla="*/ 19672 w 1009831"/>
                <a:gd name="connsiteY1375" fmla="*/ 216393 h 801635"/>
                <a:gd name="connsiteX1376" fmla="*/ 22951 w 1009831"/>
                <a:gd name="connsiteY1376" fmla="*/ 218032 h 801635"/>
                <a:gd name="connsiteX1377" fmla="*/ 27869 w 1009831"/>
                <a:gd name="connsiteY1377" fmla="*/ 218032 h 801635"/>
                <a:gd name="connsiteX1378" fmla="*/ 31147 w 1009831"/>
                <a:gd name="connsiteY1378" fmla="*/ 216393 h 801635"/>
                <a:gd name="connsiteX1379" fmla="*/ 34426 w 1009831"/>
                <a:gd name="connsiteY1379" fmla="*/ 214753 h 801635"/>
                <a:gd name="connsiteX1380" fmla="*/ 36065 w 1009831"/>
                <a:gd name="connsiteY1380" fmla="*/ 218032 h 801635"/>
                <a:gd name="connsiteX1381" fmla="*/ 39344 w 1009831"/>
                <a:gd name="connsiteY1381" fmla="*/ 222950 h 801635"/>
                <a:gd name="connsiteX1382" fmla="*/ 44262 w 1009831"/>
                <a:gd name="connsiteY1382" fmla="*/ 222950 h 801635"/>
                <a:gd name="connsiteX1383" fmla="*/ 47541 w 1009831"/>
                <a:gd name="connsiteY1383" fmla="*/ 222950 h 801635"/>
                <a:gd name="connsiteX1384" fmla="*/ 47541 w 1009831"/>
                <a:gd name="connsiteY1384" fmla="*/ 227868 h 801635"/>
                <a:gd name="connsiteX1385" fmla="*/ 47541 w 1009831"/>
                <a:gd name="connsiteY1385" fmla="*/ 231147 h 801635"/>
                <a:gd name="connsiteX1386" fmla="*/ 49180 w 1009831"/>
                <a:gd name="connsiteY1386" fmla="*/ 227868 h 801635"/>
                <a:gd name="connsiteX1387" fmla="*/ 49180 w 1009831"/>
                <a:gd name="connsiteY1387" fmla="*/ 222950 h 801635"/>
                <a:gd name="connsiteX1388" fmla="*/ 50819 w 1009831"/>
                <a:gd name="connsiteY1388" fmla="*/ 219671 h 801635"/>
                <a:gd name="connsiteX1389" fmla="*/ 50819 w 1009831"/>
                <a:gd name="connsiteY1389" fmla="*/ 216393 h 801635"/>
                <a:gd name="connsiteX1390" fmla="*/ 49180 w 1009831"/>
                <a:gd name="connsiteY1390" fmla="*/ 211475 h 801635"/>
                <a:gd name="connsiteX1391" fmla="*/ 47541 w 1009831"/>
                <a:gd name="connsiteY1391" fmla="*/ 216393 h 801635"/>
                <a:gd name="connsiteX1392" fmla="*/ 47541 w 1009831"/>
                <a:gd name="connsiteY1392" fmla="*/ 219671 h 801635"/>
                <a:gd name="connsiteX1393" fmla="*/ 42623 w 1009831"/>
                <a:gd name="connsiteY1393" fmla="*/ 221310 h 801635"/>
                <a:gd name="connsiteX1394" fmla="*/ 40983 w 1009831"/>
                <a:gd name="connsiteY1394" fmla="*/ 218032 h 801635"/>
                <a:gd name="connsiteX1395" fmla="*/ 42623 w 1009831"/>
                <a:gd name="connsiteY1395" fmla="*/ 213114 h 801635"/>
                <a:gd name="connsiteX1396" fmla="*/ 44262 w 1009831"/>
                <a:gd name="connsiteY1396" fmla="*/ 209835 h 801635"/>
                <a:gd name="connsiteX1397" fmla="*/ 39344 w 1009831"/>
                <a:gd name="connsiteY1397" fmla="*/ 213114 h 801635"/>
                <a:gd name="connsiteX1398" fmla="*/ 40983 w 1009831"/>
                <a:gd name="connsiteY1398" fmla="*/ 208196 h 801635"/>
                <a:gd name="connsiteX1399" fmla="*/ 42623 w 1009831"/>
                <a:gd name="connsiteY1399" fmla="*/ 208196 h 801635"/>
                <a:gd name="connsiteX1400" fmla="*/ 45901 w 1009831"/>
                <a:gd name="connsiteY1400" fmla="*/ 203278 h 801635"/>
                <a:gd name="connsiteX1401" fmla="*/ 50819 w 1009831"/>
                <a:gd name="connsiteY1401" fmla="*/ 199999 h 801635"/>
                <a:gd name="connsiteX1402" fmla="*/ 49180 w 1009831"/>
                <a:gd name="connsiteY1402" fmla="*/ 195081 h 801635"/>
                <a:gd name="connsiteX1403" fmla="*/ 52459 w 1009831"/>
                <a:gd name="connsiteY1403" fmla="*/ 191803 h 801635"/>
                <a:gd name="connsiteX1404" fmla="*/ 54098 w 1009831"/>
                <a:gd name="connsiteY1404" fmla="*/ 188524 h 801635"/>
                <a:gd name="connsiteX1405" fmla="*/ 54098 w 1009831"/>
                <a:gd name="connsiteY1405" fmla="*/ 183606 h 801635"/>
                <a:gd name="connsiteX1406" fmla="*/ 52459 w 1009831"/>
                <a:gd name="connsiteY1406" fmla="*/ 181966 h 801635"/>
                <a:gd name="connsiteX1407" fmla="*/ 50819 w 1009831"/>
                <a:gd name="connsiteY1407" fmla="*/ 178688 h 801635"/>
                <a:gd name="connsiteX1408" fmla="*/ 47541 w 1009831"/>
                <a:gd name="connsiteY1408" fmla="*/ 177048 h 801635"/>
                <a:gd name="connsiteX1409" fmla="*/ 47541 w 1009831"/>
                <a:gd name="connsiteY1409" fmla="*/ 172130 h 801635"/>
                <a:gd name="connsiteX1410" fmla="*/ 45901 w 1009831"/>
                <a:gd name="connsiteY1410" fmla="*/ 168852 h 801635"/>
                <a:gd name="connsiteX1411" fmla="*/ 40983 w 1009831"/>
                <a:gd name="connsiteY1411" fmla="*/ 165573 h 801635"/>
                <a:gd name="connsiteX1412" fmla="*/ 40983 w 1009831"/>
                <a:gd name="connsiteY1412" fmla="*/ 160655 h 801635"/>
                <a:gd name="connsiteX1413" fmla="*/ 37705 w 1009831"/>
                <a:gd name="connsiteY1413" fmla="*/ 157376 h 801635"/>
                <a:gd name="connsiteX1414" fmla="*/ 36065 w 1009831"/>
                <a:gd name="connsiteY1414" fmla="*/ 154098 h 801635"/>
                <a:gd name="connsiteX1415" fmla="*/ 34426 w 1009831"/>
                <a:gd name="connsiteY1415" fmla="*/ 149180 h 801635"/>
                <a:gd name="connsiteX1416" fmla="*/ 34426 w 1009831"/>
                <a:gd name="connsiteY1416" fmla="*/ 149180 h 801635"/>
                <a:gd name="connsiteX1417" fmla="*/ 29508 w 1009831"/>
                <a:gd name="connsiteY1417" fmla="*/ 145901 h 801635"/>
                <a:gd name="connsiteX1418" fmla="*/ 26229 w 1009831"/>
                <a:gd name="connsiteY1418" fmla="*/ 145901 h 801635"/>
                <a:gd name="connsiteX1419" fmla="*/ 24590 w 1009831"/>
                <a:gd name="connsiteY1419" fmla="*/ 144262 h 801635"/>
                <a:gd name="connsiteX1420" fmla="*/ 22951 w 1009831"/>
                <a:gd name="connsiteY1420" fmla="*/ 140983 h 801635"/>
                <a:gd name="connsiteX1421" fmla="*/ 19672 w 1009831"/>
                <a:gd name="connsiteY1421" fmla="*/ 139344 h 801635"/>
                <a:gd name="connsiteX1422" fmla="*/ 14754 w 1009831"/>
                <a:gd name="connsiteY1422" fmla="*/ 136065 h 801635"/>
                <a:gd name="connsiteX1423" fmla="*/ 13115 w 1009831"/>
                <a:gd name="connsiteY1423" fmla="*/ 132786 h 801635"/>
                <a:gd name="connsiteX1424" fmla="*/ 11475 w 1009831"/>
                <a:gd name="connsiteY1424" fmla="*/ 131147 h 801635"/>
                <a:gd name="connsiteX1425" fmla="*/ 11475 w 1009831"/>
                <a:gd name="connsiteY1425" fmla="*/ 127868 h 801635"/>
                <a:gd name="connsiteX1426" fmla="*/ 11475 w 1009831"/>
                <a:gd name="connsiteY1426" fmla="*/ 122950 h 801635"/>
                <a:gd name="connsiteX1427" fmla="*/ 9836 w 1009831"/>
                <a:gd name="connsiteY1427" fmla="*/ 119672 h 801635"/>
                <a:gd name="connsiteX1428" fmla="*/ 9836 w 1009831"/>
                <a:gd name="connsiteY1428" fmla="*/ 119672 h 801635"/>
                <a:gd name="connsiteX1429" fmla="*/ 11475 w 1009831"/>
                <a:gd name="connsiteY1429" fmla="*/ 116393 h 801635"/>
                <a:gd name="connsiteX1430" fmla="*/ 13115 w 1009831"/>
                <a:gd name="connsiteY1430" fmla="*/ 111475 h 801635"/>
                <a:gd name="connsiteX1431" fmla="*/ 14754 w 1009831"/>
                <a:gd name="connsiteY1431" fmla="*/ 108196 h 801635"/>
                <a:gd name="connsiteX1432" fmla="*/ 14754 w 1009831"/>
                <a:gd name="connsiteY1432" fmla="*/ 104918 h 801635"/>
                <a:gd name="connsiteX1433" fmla="*/ 9836 w 1009831"/>
                <a:gd name="connsiteY1433" fmla="*/ 101639 h 801635"/>
                <a:gd name="connsiteX1434" fmla="*/ 11475 w 1009831"/>
                <a:gd name="connsiteY1434" fmla="*/ 100000 h 801635"/>
                <a:gd name="connsiteX1435" fmla="*/ 8197 w 1009831"/>
                <a:gd name="connsiteY1435" fmla="*/ 103278 h 801635"/>
                <a:gd name="connsiteX1436" fmla="*/ 8197 w 1009831"/>
                <a:gd name="connsiteY1436" fmla="*/ 100000 h 801635"/>
                <a:gd name="connsiteX1437" fmla="*/ 9836 w 1009831"/>
                <a:gd name="connsiteY1437" fmla="*/ 95082 h 801635"/>
                <a:gd name="connsiteX1438" fmla="*/ 11475 w 1009831"/>
                <a:gd name="connsiteY1438" fmla="*/ 91803 h 801635"/>
                <a:gd name="connsiteX1439" fmla="*/ 11475 w 1009831"/>
                <a:gd name="connsiteY1439" fmla="*/ 88524 h 801635"/>
                <a:gd name="connsiteX1440" fmla="*/ 13115 w 1009831"/>
                <a:gd name="connsiteY1440" fmla="*/ 83606 h 801635"/>
                <a:gd name="connsiteX1441" fmla="*/ 8197 w 1009831"/>
                <a:gd name="connsiteY1441" fmla="*/ 80328 h 801635"/>
                <a:gd name="connsiteX1442" fmla="*/ 4918 w 1009831"/>
                <a:gd name="connsiteY1442" fmla="*/ 77049 h 801635"/>
                <a:gd name="connsiteX1443" fmla="*/ 8197 w 1009831"/>
                <a:gd name="connsiteY1443" fmla="*/ 72131 h 801635"/>
                <a:gd name="connsiteX1444" fmla="*/ 8197 w 1009831"/>
                <a:gd name="connsiteY1444" fmla="*/ 68852 h 801635"/>
                <a:gd name="connsiteX1445" fmla="*/ 8197 w 1009831"/>
                <a:gd name="connsiteY1445" fmla="*/ 65573 h 801635"/>
                <a:gd name="connsiteX1446" fmla="*/ 8197 w 1009831"/>
                <a:gd name="connsiteY1446" fmla="*/ 62295 h 801635"/>
                <a:gd name="connsiteX1447" fmla="*/ 6557 w 1009831"/>
                <a:gd name="connsiteY1447" fmla="*/ 59016 h 801635"/>
                <a:gd name="connsiteX1448" fmla="*/ 4918 w 1009831"/>
                <a:gd name="connsiteY1448" fmla="*/ 54098 h 801635"/>
                <a:gd name="connsiteX1449" fmla="*/ 1639 w 1009831"/>
                <a:gd name="connsiteY1449" fmla="*/ 52459 h 801635"/>
                <a:gd name="connsiteX1450" fmla="*/ 3279 w 1009831"/>
                <a:gd name="connsiteY1450" fmla="*/ 47541 h 801635"/>
                <a:gd name="connsiteX1451" fmla="*/ 4918 w 1009831"/>
                <a:gd name="connsiteY1451" fmla="*/ 44262 h 801635"/>
                <a:gd name="connsiteX1452" fmla="*/ 8197 w 1009831"/>
                <a:gd name="connsiteY1452" fmla="*/ 40983 h 801635"/>
                <a:gd name="connsiteX1453" fmla="*/ 6557 w 1009831"/>
                <a:gd name="connsiteY1453" fmla="*/ 36066 h 801635"/>
                <a:gd name="connsiteX1454" fmla="*/ 4918 w 1009831"/>
                <a:gd name="connsiteY1454" fmla="*/ 32787 h 801635"/>
                <a:gd name="connsiteX1455" fmla="*/ 3279 w 1009831"/>
                <a:gd name="connsiteY1455" fmla="*/ 29508 h 801635"/>
                <a:gd name="connsiteX1456" fmla="*/ 3279 w 1009831"/>
                <a:gd name="connsiteY1456" fmla="*/ 26229 h 801635"/>
                <a:gd name="connsiteX1457" fmla="*/ 4918 w 1009831"/>
                <a:gd name="connsiteY1457" fmla="*/ 21311 h 801635"/>
                <a:gd name="connsiteX1458" fmla="*/ 1639 w 1009831"/>
                <a:gd name="connsiteY1458" fmla="*/ 18033 h 801635"/>
                <a:gd name="connsiteX1459" fmla="*/ 0 w 1009831"/>
                <a:gd name="connsiteY1459" fmla="*/ 14754 h 801635"/>
                <a:gd name="connsiteX1460" fmla="*/ 0 w 1009831"/>
                <a:gd name="connsiteY1460" fmla="*/ 9836 h 801635"/>
                <a:gd name="connsiteX1461" fmla="*/ 1639 w 1009831"/>
                <a:gd name="connsiteY1461" fmla="*/ 8197 h 80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</a:cxnLst>
              <a:rect l="l" t="t" r="r" b="b"/>
              <a:pathLst>
                <a:path w="1009831" h="801635">
                  <a:moveTo>
                    <a:pt x="1639" y="8197"/>
                  </a:moveTo>
                  <a:lnTo>
                    <a:pt x="4918" y="8197"/>
                  </a:lnTo>
                  <a:lnTo>
                    <a:pt x="4918" y="8197"/>
                  </a:lnTo>
                  <a:lnTo>
                    <a:pt x="6557" y="8197"/>
                  </a:lnTo>
                  <a:lnTo>
                    <a:pt x="9836" y="6557"/>
                  </a:lnTo>
                  <a:lnTo>
                    <a:pt x="14754" y="6557"/>
                  </a:lnTo>
                  <a:lnTo>
                    <a:pt x="18033" y="6557"/>
                  </a:lnTo>
                  <a:lnTo>
                    <a:pt x="21311" y="6557"/>
                  </a:lnTo>
                  <a:lnTo>
                    <a:pt x="26229" y="4918"/>
                  </a:lnTo>
                  <a:lnTo>
                    <a:pt x="27869" y="4918"/>
                  </a:lnTo>
                  <a:lnTo>
                    <a:pt x="31147" y="4918"/>
                  </a:lnTo>
                  <a:lnTo>
                    <a:pt x="31147" y="4918"/>
                  </a:lnTo>
                  <a:lnTo>
                    <a:pt x="36065" y="4918"/>
                  </a:lnTo>
                  <a:lnTo>
                    <a:pt x="37705" y="4918"/>
                  </a:lnTo>
                  <a:lnTo>
                    <a:pt x="39344" y="4918"/>
                  </a:lnTo>
                  <a:lnTo>
                    <a:pt x="42623" y="3279"/>
                  </a:lnTo>
                  <a:lnTo>
                    <a:pt x="45901" y="3279"/>
                  </a:lnTo>
                  <a:lnTo>
                    <a:pt x="50819" y="3279"/>
                  </a:lnTo>
                  <a:lnTo>
                    <a:pt x="54098" y="3279"/>
                  </a:lnTo>
                  <a:lnTo>
                    <a:pt x="57377" y="3279"/>
                  </a:lnTo>
                  <a:lnTo>
                    <a:pt x="60656" y="1639"/>
                  </a:lnTo>
                  <a:lnTo>
                    <a:pt x="63934" y="1639"/>
                  </a:lnTo>
                  <a:lnTo>
                    <a:pt x="63934" y="1639"/>
                  </a:lnTo>
                  <a:lnTo>
                    <a:pt x="67213" y="1639"/>
                  </a:lnTo>
                  <a:lnTo>
                    <a:pt x="70492" y="1639"/>
                  </a:lnTo>
                  <a:lnTo>
                    <a:pt x="75409" y="1639"/>
                  </a:lnTo>
                  <a:lnTo>
                    <a:pt x="78688" y="1639"/>
                  </a:lnTo>
                  <a:lnTo>
                    <a:pt x="81967" y="0"/>
                  </a:lnTo>
                  <a:lnTo>
                    <a:pt x="83606" y="0"/>
                  </a:lnTo>
                  <a:lnTo>
                    <a:pt x="86885" y="0"/>
                  </a:lnTo>
                  <a:lnTo>
                    <a:pt x="91803" y="0"/>
                  </a:lnTo>
                  <a:lnTo>
                    <a:pt x="91803" y="0"/>
                  </a:lnTo>
                  <a:lnTo>
                    <a:pt x="93442" y="0"/>
                  </a:lnTo>
                  <a:lnTo>
                    <a:pt x="93442" y="0"/>
                  </a:lnTo>
                  <a:lnTo>
                    <a:pt x="91803" y="1639"/>
                  </a:lnTo>
                  <a:lnTo>
                    <a:pt x="88524" y="4918"/>
                  </a:lnTo>
                  <a:lnTo>
                    <a:pt x="85246" y="8197"/>
                  </a:lnTo>
                  <a:lnTo>
                    <a:pt x="88524" y="9836"/>
                  </a:lnTo>
                  <a:lnTo>
                    <a:pt x="93442" y="11476"/>
                  </a:lnTo>
                  <a:lnTo>
                    <a:pt x="96721" y="13115"/>
                  </a:lnTo>
                  <a:lnTo>
                    <a:pt x="100000" y="14754"/>
                  </a:lnTo>
                  <a:lnTo>
                    <a:pt x="104918" y="16393"/>
                  </a:lnTo>
                  <a:lnTo>
                    <a:pt x="108196" y="18033"/>
                  </a:lnTo>
                  <a:lnTo>
                    <a:pt x="111475" y="19672"/>
                  </a:lnTo>
                  <a:lnTo>
                    <a:pt x="116393" y="21311"/>
                  </a:lnTo>
                  <a:lnTo>
                    <a:pt x="119672" y="22951"/>
                  </a:lnTo>
                  <a:lnTo>
                    <a:pt x="122950" y="24590"/>
                  </a:lnTo>
                  <a:lnTo>
                    <a:pt x="127868" y="26229"/>
                  </a:lnTo>
                  <a:lnTo>
                    <a:pt x="131147" y="27869"/>
                  </a:lnTo>
                  <a:lnTo>
                    <a:pt x="134426" y="29508"/>
                  </a:lnTo>
                  <a:lnTo>
                    <a:pt x="137704" y="31148"/>
                  </a:lnTo>
                  <a:lnTo>
                    <a:pt x="142622" y="32787"/>
                  </a:lnTo>
                  <a:lnTo>
                    <a:pt x="145901" y="34426"/>
                  </a:lnTo>
                  <a:lnTo>
                    <a:pt x="149180" y="36066"/>
                  </a:lnTo>
                  <a:lnTo>
                    <a:pt x="152458" y="36066"/>
                  </a:lnTo>
                  <a:lnTo>
                    <a:pt x="155737" y="39344"/>
                  </a:lnTo>
                  <a:lnTo>
                    <a:pt x="160655" y="39344"/>
                  </a:lnTo>
                  <a:lnTo>
                    <a:pt x="163934" y="42623"/>
                  </a:lnTo>
                  <a:lnTo>
                    <a:pt x="167212" y="42623"/>
                  </a:lnTo>
                  <a:lnTo>
                    <a:pt x="170491" y="45901"/>
                  </a:lnTo>
                  <a:lnTo>
                    <a:pt x="175409" y="47541"/>
                  </a:lnTo>
                  <a:lnTo>
                    <a:pt x="178688" y="49180"/>
                  </a:lnTo>
                  <a:lnTo>
                    <a:pt x="181966" y="50820"/>
                  </a:lnTo>
                  <a:lnTo>
                    <a:pt x="185245" y="52459"/>
                  </a:lnTo>
                  <a:lnTo>
                    <a:pt x="190163" y="54098"/>
                  </a:lnTo>
                  <a:lnTo>
                    <a:pt x="191802" y="54098"/>
                  </a:lnTo>
                  <a:lnTo>
                    <a:pt x="195081" y="55738"/>
                  </a:lnTo>
                  <a:lnTo>
                    <a:pt x="199999" y="57377"/>
                  </a:lnTo>
                  <a:lnTo>
                    <a:pt x="201638" y="59016"/>
                  </a:lnTo>
                  <a:lnTo>
                    <a:pt x="206556" y="60656"/>
                  </a:lnTo>
                  <a:lnTo>
                    <a:pt x="209835" y="60656"/>
                  </a:lnTo>
                  <a:lnTo>
                    <a:pt x="209835" y="60656"/>
                  </a:lnTo>
                  <a:lnTo>
                    <a:pt x="211474" y="60656"/>
                  </a:lnTo>
                  <a:lnTo>
                    <a:pt x="214753" y="60656"/>
                  </a:lnTo>
                  <a:lnTo>
                    <a:pt x="218032" y="60656"/>
                  </a:lnTo>
                  <a:lnTo>
                    <a:pt x="221310" y="60656"/>
                  </a:lnTo>
                  <a:lnTo>
                    <a:pt x="226229" y="60656"/>
                  </a:lnTo>
                  <a:lnTo>
                    <a:pt x="229507" y="60656"/>
                  </a:lnTo>
                  <a:lnTo>
                    <a:pt x="232786" y="60656"/>
                  </a:lnTo>
                  <a:lnTo>
                    <a:pt x="236065" y="60656"/>
                  </a:lnTo>
                  <a:lnTo>
                    <a:pt x="240983" y="60656"/>
                  </a:lnTo>
                  <a:lnTo>
                    <a:pt x="244261" y="60656"/>
                  </a:lnTo>
                  <a:lnTo>
                    <a:pt x="247540" y="60656"/>
                  </a:lnTo>
                  <a:lnTo>
                    <a:pt x="247540" y="60656"/>
                  </a:lnTo>
                  <a:lnTo>
                    <a:pt x="250819" y="60656"/>
                  </a:lnTo>
                  <a:lnTo>
                    <a:pt x="255737" y="60656"/>
                  </a:lnTo>
                  <a:lnTo>
                    <a:pt x="259015" y="60656"/>
                  </a:lnTo>
                  <a:lnTo>
                    <a:pt x="260655" y="60656"/>
                  </a:lnTo>
                  <a:lnTo>
                    <a:pt x="260655" y="60656"/>
                  </a:lnTo>
                  <a:lnTo>
                    <a:pt x="263933" y="60656"/>
                  </a:lnTo>
                  <a:lnTo>
                    <a:pt x="267212" y="60656"/>
                  </a:lnTo>
                  <a:lnTo>
                    <a:pt x="270491" y="60656"/>
                  </a:lnTo>
                  <a:lnTo>
                    <a:pt x="275409" y="60656"/>
                  </a:lnTo>
                  <a:lnTo>
                    <a:pt x="280327" y="60656"/>
                  </a:lnTo>
                  <a:lnTo>
                    <a:pt x="281966" y="60656"/>
                  </a:lnTo>
                  <a:lnTo>
                    <a:pt x="285245" y="60656"/>
                  </a:lnTo>
                  <a:lnTo>
                    <a:pt x="288523" y="60656"/>
                  </a:lnTo>
                  <a:lnTo>
                    <a:pt x="291802" y="60656"/>
                  </a:lnTo>
                  <a:lnTo>
                    <a:pt x="295081" y="60656"/>
                  </a:lnTo>
                  <a:lnTo>
                    <a:pt x="299999" y="60656"/>
                  </a:lnTo>
                  <a:lnTo>
                    <a:pt x="303277" y="60656"/>
                  </a:lnTo>
                  <a:lnTo>
                    <a:pt x="306556" y="60656"/>
                  </a:lnTo>
                  <a:lnTo>
                    <a:pt x="311474" y="57377"/>
                  </a:lnTo>
                  <a:lnTo>
                    <a:pt x="313113" y="54098"/>
                  </a:lnTo>
                  <a:lnTo>
                    <a:pt x="314753" y="49180"/>
                  </a:lnTo>
                  <a:lnTo>
                    <a:pt x="316392" y="44262"/>
                  </a:lnTo>
                  <a:lnTo>
                    <a:pt x="319671" y="40983"/>
                  </a:lnTo>
                  <a:lnTo>
                    <a:pt x="322949" y="40983"/>
                  </a:lnTo>
                  <a:lnTo>
                    <a:pt x="327867" y="40983"/>
                  </a:lnTo>
                  <a:lnTo>
                    <a:pt x="331146" y="40983"/>
                  </a:lnTo>
                  <a:lnTo>
                    <a:pt x="334425" y="40983"/>
                  </a:lnTo>
                  <a:lnTo>
                    <a:pt x="339343" y="40983"/>
                  </a:lnTo>
                  <a:lnTo>
                    <a:pt x="340982" y="40983"/>
                  </a:lnTo>
                  <a:lnTo>
                    <a:pt x="344261" y="40983"/>
                  </a:lnTo>
                  <a:lnTo>
                    <a:pt x="347539" y="40983"/>
                  </a:lnTo>
                  <a:lnTo>
                    <a:pt x="352457" y="40983"/>
                  </a:lnTo>
                  <a:lnTo>
                    <a:pt x="355736" y="40983"/>
                  </a:lnTo>
                  <a:lnTo>
                    <a:pt x="359015" y="40983"/>
                  </a:lnTo>
                  <a:lnTo>
                    <a:pt x="362293" y="40983"/>
                  </a:lnTo>
                  <a:lnTo>
                    <a:pt x="367211" y="40983"/>
                  </a:lnTo>
                  <a:lnTo>
                    <a:pt x="370490" y="40983"/>
                  </a:lnTo>
                  <a:lnTo>
                    <a:pt x="373769" y="40983"/>
                  </a:lnTo>
                  <a:lnTo>
                    <a:pt x="378687" y="40983"/>
                  </a:lnTo>
                  <a:lnTo>
                    <a:pt x="378687" y="40983"/>
                  </a:lnTo>
                  <a:lnTo>
                    <a:pt x="380326" y="42623"/>
                  </a:lnTo>
                  <a:lnTo>
                    <a:pt x="381966" y="42623"/>
                  </a:lnTo>
                  <a:lnTo>
                    <a:pt x="383605" y="42623"/>
                  </a:lnTo>
                  <a:lnTo>
                    <a:pt x="385244" y="47541"/>
                  </a:lnTo>
                  <a:lnTo>
                    <a:pt x="385244" y="50820"/>
                  </a:lnTo>
                  <a:lnTo>
                    <a:pt x="386883" y="54098"/>
                  </a:lnTo>
                  <a:lnTo>
                    <a:pt x="390162" y="57377"/>
                  </a:lnTo>
                  <a:lnTo>
                    <a:pt x="395080" y="59016"/>
                  </a:lnTo>
                  <a:lnTo>
                    <a:pt x="396720" y="63934"/>
                  </a:lnTo>
                  <a:lnTo>
                    <a:pt x="398359" y="67213"/>
                  </a:lnTo>
                  <a:lnTo>
                    <a:pt x="401638" y="70492"/>
                  </a:lnTo>
                  <a:lnTo>
                    <a:pt x="403277" y="73770"/>
                  </a:lnTo>
                  <a:lnTo>
                    <a:pt x="404916" y="78688"/>
                  </a:lnTo>
                  <a:lnTo>
                    <a:pt x="408195" y="81967"/>
                  </a:lnTo>
                  <a:lnTo>
                    <a:pt x="411474" y="85246"/>
                  </a:lnTo>
                  <a:lnTo>
                    <a:pt x="416392" y="86885"/>
                  </a:lnTo>
                  <a:lnTo>
                    <a:pt x="419670" y="90164"/>
                  </a:lnTo>
                  <a:lnTo>
                    <a:pt x="421310" y="93442"/>
                  </a:lnTo>
                  <a:lnTo>
                    <a:pt x="421310" y="96721"/>
                  </a:lnTo>
                  <a:lnTo>
                    <a:pt x="421310" y="100000"/>
                  </a:lnTo>
                  <a:lnTo>
                    <a:pt x="422949" y="104918"/>
                  </a:lnTo>
                  <a:lnTo>
                    <a:pt x="422949" y="108196"/>
                  </a:lnTo>
                  <a:lnTo>
                    <a:pt x="424588" y="111475"/>
                  </a:lnTo>
                  <a:lnTo>
                    <a:pt x="422949" y="116393"/>
                  </a:lnTo>
                  <a:lnTo>
                    <a:pt x="421310" y="119672"/>
                  </a:lnTo>
                  <a:lnTo>
                    <a:pt x="421310" y="121311"/>
                  </a:lnTo>
                  <a:lnTo>
                    <a:pt x="422949" y="124590"/>
                  </a:lnTo>
                  <a:lnTo>
                    <a:pt x="422949" y="129508"/>
                  </a:lnTo>
                  <a:lnTo>
                    <a:pt x="422949" y="132786"/>
                  </a:lnTo>
                  <a:lnTo>
                    <a:pt x="424588" y="136065"/>
                  </a:lnTo>
                  <a:lnTo>
                    <a:pt x="426228" y="137704"/>
                  </a:lnTo>
                  <a:lnTo>
                    <a:pt x="427867" y="139344"/>
                  </a:lnTo>
                  <a:lnTo>
                    <a:pt x="427867" y="139344"/>
                  </a:lnTo>
                  <a:lnTo>
                    <a:pt x="431146" y="140983"/>
                  </a:lnTo>
                  <a:lnTo>
                    <a:pt x="432785" y="144262"/>
                  </a:lnTo>
                  <a:lnTo>
                    <a:pt x="434424" y="145901"/>
                  </a:lnTo>
                  <a:lnTo>
                    <a:pt x="439342" y="149180"/>
                  </a:lnTo>
                  <a:lnTo>
                    <a:pt x="442621" y="150819"/>
                  </a:lnTo>
                  <a:lnTo>
                    <a:pt x="445900" y="154098"/>
                  </a:lnTo>
                  <a:lnTo>
                    <a:pt x="449178" y="155737"/>
                  </a:lnTo>
                  <a:lnTo>
                    <a:pt x="454096" y="157376"/>
                  </a:lnTo>
                  <a:lnTo>
                    <a:pt x="457375" y="160655"/>
                  </a:lnTo>
                  <a:lnTo>
                    <a:pt x="460654" y="162294"/>
                  </a:lnTo>
                  <a:lnTo>
                    <a:pt x="462293" y="163934"/>
                  </a:lnTo>
                  <a:lnTo>
                    <a:pt x="465572" y="163934"/>
                  </a:lnTo>
                  <a:lnTo>
                    <a:pt x="468850" y="162294"/>
                  </a:lnTo>
                  <a:lnTo>
                    <a:pt x="472129" y="159016"/>
                  </a:lnTo>
                  <a:lnTo>
                    <a:pt x="475408" y="155737"/>
                  </a:lnTo>
                  <a:lnTo>
                    <a:pt x="478686" y="152458"/>
                  </a:lnTo>
                  <a:lnTo>
                    <a:pt x="480326" y="149180"/>
                  </a:lnTo>
                  <a:lnTo>
                    <a:pt x="483604" y="144262"/>
                  </a:lnTo>
                  <a:lnTo>
                    <a:pt x="485244" y="140983"/>
                  </a:lnTo>
                  <a:lnTo>
                    <a:pt x="488522" y="137704"/>
                  </a:lnTo>
                  <a:lnTo>
                    <a:pt x="491801" y="132786"/>
                  </a:lnTo>
                  <a:lnTo>
                    <a:pt x="493440" y="131147"/>
                  </a:lnTo>
                  <a:lnTo>
                    <a:pt x="496719" y="131147"/>
                  </a:lnTo>
                  <a:lnTo>
                    <a:pt x="499998" y="129508"/>
                  </a:lnTo>
                  <a:lnTo>
                    <a:pt x="504916" y="129508"/>
                  </a:lnTo>
                  <a:lnTo>
                    <a:pt x="506555" y="126229"/>
                  </a:lnTo>
                  <a:lnTo>
                    <a:pt x="509834" y="126229"/>
                  </a:lnTo>
                  <a:lnTo>
                    <a:pt x="514752" y="127868"/>
                  </a:lnTo>
                  <a:lnTo>
                    <a:pt x="518030" y="127868"/>
                  </a:lnTo>
                  <a:lnTo>
                    <a:pt x="521309" y="127868"/>
                  </a:lnTo>
                  <a:lnTo>
                    <a:pt x="526227" y="127868"/>
                  </a:lnTo>
                  <a:lnTo>
                    <a:pt x="529506" y="129508"/>
                  </a:lnTo>
                  <a:lnTo>
                    <a:pt x="532784" y="129508"/>
                  </a:lnTo>
                  <a:lnTo>
                    <a:pt x="536063" y="129508"/>
                  </a:lnTo>
                  <a:lnTo>
                    <a:pt x="540981" y="129508"/>
                  </a:lnTo>
                  <a:lnTo>
                    <a:pt x="540981" y="134426"/>
                  </a:lnTo>
                  <a:lnTo>
                    <a:pt x="542620" y="136065"/>
                  </a:lnTo>
                  <a:lnTo>
                    <a:pt x="545899" y="137704"/>
                  </a:lnTo>
                  <a:lnTo>
                    <a:pt x="545899" y="142622"/>
                  </a:lnTo>
                  <a:lnTo>
                    <a:pt x="550817" y="144262"/>
                  </a:lnTo>
                  <a:lnTo>
                    <a:pt x="550817" y="147540"/>
                  </a:lnTo>
                  <a:lnTo>
                    <a:pt x="552457" y="147540"/>
                  </a:lnTo>
                  <a:lnTo>
                    <a:pt x="552457" y="149180"/>
                  </a:lnTo>
                  <a:lnTo>
                    <a:pt x="557375" y="152458"/>
                  </a:lnTo>
                  <a:lnTo>
                    <a:pt x="557375" y="155737"/>
                  </a:lnTo>
                  <a:lnTo>
                    <a:pt x="559014" y="160655"/>
                  </a:lnTo>
                  <a:lnTo>
                    <a:pt x="560653" y="163934"/>
                  </a:lnTo>
                  <a:lnTo>
                    <a:pt x="559014" y="167213"/>
                  </a:lnTo>
                  <a:lnTo>
                    <a:pt x="560653" y="168852"/>
                  </a:lnTo>
                  <a:lnTo>
                    <a:pt x="562293" y="172130"/>
                  </a:lnTo>
                  <a:lnTo>
                    <a:pt x="562293" y="175409"/>
                  </a:lnTo>
                  <a:lnTo>
                    <a:pt x="562293" y="177048"/>
                  </a:lnTo>
                  <a:lnTo>
                    <a:pt x="562293" y="177048"/>
                  </a:lnTo>
                  <a:lnTo>
                    <a:pt x="562293" y="178688"/>
                  </a:lnTo>
                  <a:lnTo>
                    <a:pt x="563932" y="181966"/>
                  </a:lnTo>
                  <a:lnTo>
                    <a:pt x="563932" y="185245"/>
                  </a:lnTo>
                  <a:lnTo>
                    <a:pt x="563932" y="190163"/>
                  </a:lnTo>
                  <a:lnTo>
                    <a:pt x="565571" y="193442"/>
                  </a:lnTo>
                  <a:lnTo>
                    <a:pt x="565571" y="196720"/>
                  </a:lnTo>
                  <a:lnTo>
                    <a:pt x="570489" y="199999"/>
                  </a:lnTo>
                  <a:lnTo>
                    <a:pt x="570489" y="203278"/>
                  </a:lnTo>
                  <a:lnTo>
                    <a:pt x="572129" y="208196"/>
                  </a:lnTo>
                  <a:lnTo>
                    <a:pt x="573768" y="209835"/>
                  </a:lnTo>
                  <a:lnTo>
                    <a:pt x="575407" y="214753"/>
                  </a:lnTo>
                  <a:lnTo>
                    <a:pt x="575407" y="218032"/>
                  </a:lnTo>
                  <a:lnTo>
                    <a:pt x="577047" y="218032"/>
                  </a:lnTo>
                  <a:lnTo>
                    <a:pt x="578686" y="222950"/>
                  </a:lnTo>
                  <a:lnTo>
                    <a:pt x="581965" y="224589"/>
                  </a:lnTo>
                  <a:lnTo>
                    <a:pt x="585243" y="226229"/>
                  </a:lnTo>
                  <a:lnTo>
                    <a:pt x="585243" y="226229"/>
                  </a:lnTo>
                  <a:lnTo>
                    <a:pt x="585243" y="229507"/>
                  </a:lnTo>
                  <a:lnTo>
                    <a:pt x="585243" y="229507"/>
                  </a:lnTo>
                  <a:lnTo>
                    <a:pt x="585243" y="232786"/>
                  </a:lnTo>
                  <a:lnTo>
                    <a:pt x="583604" y="236065"/>
                  </a:lnTo>
                  <a:lnTo>
                    <a:pt x="583604" y="239343"/>
                  </a:lnTo>
                  <a:lnTo>
                    <a:pt x="583604" y="244261"/>
                  </a:lnTo>
                  <a:lnTo>
                    <a:pt x="581965" y="247540"/>
                  </a:lnTo>
                  <a:lnTo>
                    <a:pt x="581965" y="250819"/>
                  </a:lnTo>
                  <a:lnTo>
                    <a:pt x="585243" y="255737"/>
                  </a:lnTo>
                  <a:lnTo>
                    <a:pt x="585243" y="255737"/>
                  </a:lnTo>
                  <a:lnTo>
                    <a:pt x="586883" y="260655"/>
                  </a:lnTo>
                  <a:lnTo>
                    <a:pt x="586883" y="263933"/>
                  </a:lnTo>
                  <a:lnTo>
                    <a:pt x="586883" y="268851"/>
                  </a:lnTo>
                  <a:lnTo>
                    <a:pt x="586883" y="272130"/>
                  </a:lnTo>
                  <a:lnTo>
                    <a:pt x="586883" y="272130"/>
                  </a:lnTo>
                  <a:lnTo>
                    <a:pt x="588522" y="273769"/>
                  </a:lnTo>
                  <a:lnTo>
                    <a:pt x="588522" y="277048"/>
                  </a:lnTo>
                  <a:lnTo>
                    <a:pt x="590161" y="278687"/>
                  </a:lnTo>
                  <a:lnTo>
                    <a:pt x="593440" y="278687"/>
                  </a:lnTo>
                  <a:lnTo>
                    <a:pt x="596719" y="280327"/>
                  </a:lnTo>
                  <a:lnTo>
                    <a:pt x="599997" y="280327"/>
                  </a:lnTo>
                  <a:lnTo>
                    <a:pt x="601637" y="283605"/>
                  </a:lnTo>
                  <a:lnTo>
                    <a:pt x="604915" y="285245"/>
                  </a:lnTo>
                  <a:lnTo>
                    <a:pt x="609833" y="286884"/>
                  </a:lnTo>
                  <a:lnTo>
                    <a:pt x="613112" y="286884"/>
                  </a:lnTo>
                  <a:lnTo>
                    <a:pt x="614751" y="291802"/>
                  </a:lnTo>
                  <a:lnTo>
                    <a:pt x="616391" y="293441"/>
                  </a:lnTo>
                  <a:lnTo>
                    <a:pt x="621309" y="293441"/>
                  </a:lnTo>
                  <a:lnTo>
                    <a:pt x="624587" y="293441"/>
                  </a:lnTo>
                  <a:lnTo>
                    <a:pt x="629505" y="293441"/>
                  </a:lnTo>
                  <a:lnTo>
                    <a:pt x="632784" y="293441"/>
                  </a:lnTo>
                  <a:lnTo>
                    <a:pt x="636063" y="295081"/>
                  </a:lnTo>
                  <a:lnTo>
                    <a:pt x="639341" y="296720"/>
                  </a:lnTo>
                  <a:lnTo>
                    <a:pt x="642620" y="299999"/>
                  </a:lnTo>
                  <a:lnTo>
                    <a:pt x="644259" y="301638"/>
                  </a:lnTo>
                  <a:lnTo>
                    <a:pt x="647538" y="303277"/>
                  </a:lnTo>
                  <a:lnTo>
                    <a:pt x="649177" y="299999"/>
                  </a:lnTo>
                  <a:lnTo>
                    <a:pt x="654095" y="298359"/>
                  </a:lnTo>
                  <a:lnTo>
                    <a:pt x="657374" y="298359"/>
                  </a:lnTo>
                  <a:lnTo>
                    <a:pt x="655735" y="301638"/>
                  </a:lnTo>
                  <a:lnTo>
                    <a:pt x="654095" y="304917"/>
                  </a:lnTo>
                  <a:lnTo>
                    <a:pt x="652456" y="309835"/>
                  </a:lnTo>
                  <a:lnTo>
                    <a:pt x="650817" y="313113"/>
                  </a:lnTo>
                  <a:lnTo>
                    <a:pt x="649177" y="316392"/>
                  </a:lnTo>
                  <a:lnTo>
                    <a:pt x="645899" y="321310"/>
                  </a:lnTo>
                  <a:lnTo>
                    <a:pt x="644259" y="324589"/>
                  </a:lnTo>
                  <a:lnTo>
                    <a:pt x="640981" y="327867"/>
                  </a:lnTo>
                  <a:lnTo>
                    <a:pt x="637702" y="332785"/>
                  </a:lnTo>
                  <a:lnTo>
                    <a:pt x="636063" y="336064"/>
                  </a:lnTo>
                  <a:lnTo>
                    <a:pt x="632784" y="339343"/>
                  </a:lnTo>
                  <a:lnTo>
                    <a:pt x="632784" y="339343"/>
                  </a:lnTo>
                  <a:lnTo>
                    <a:pt x="632784" y="344261"/>
                  </a:lnTo>
                  <a:lnTo>
                    <a:pt x="629505" y="347540"/>
                  </a:lnTo>
                  <a:lnTo>
                    <a:pt x="629505" y="350818"/>
                  </a:lnTo>
                  <a:lnTo>
                    <a:pt x="627866" y="355736"/>
                  </a:lnTo>
                  <a:lnTo>
                    <a:pt x="626227" y="359015"/>
                  </a:lnTo>
                  <a:lnTo>
                    <a:pt x="624587" y="362294"/>
                  </a:lnTo>
                  <a:lnTo>
                    <a:pt x="622948" y="367212"/>
                  </a:lnTo>
                  <a:lnTo>
                    <a:pt x="621309" y="370490"/>
                  </a:lnTo>
                  <a:lnTo>
                    <a:pt x="619669" y="373769"/>
                  </a:lnTo>
                  <a:lnTo>
                    <a:pt x="619669" y="378687"/>
                  </a:lnTo>
                  <a:lnTo>
                    <a:pt x="618030" y="381966"/>
                  </a:lnTo>
                  <a:lnTo>
                    <a:pt x="618030" y="385244"/>
                  </a:lnTo>
                  <a:lnTo>
                    <a:pt x="616391" y="390162"/>
                  </a:lnTo>
                  <a:lnTo>
                    <a:pt x="616391" y="393441"/>
                  </a:lnTo>
                  <a:lnTo>
                    <a:pt x="613112" y="393441"/>
                  </a:lnTo>
                  <a:lnTo>
                    <a:pt x="614751" y="398359"/>
                  </a:lnTo>
                  <a:lnTo>
                    <a:pt x="614751" y="401637"/>
                  </a:lnTo>
                  <a:lnTo>
                    <a:pt x="613112" y="404916"/>
                  </a:lnTo>
                  <a:lnTo>
                    <a:pt x="611473" y="408195"/>
                  </a:lnTo>
                  <a:lnTo>
                    <a:pt x="611473" y="409834"/>
                  </a:lnTo>
                  <a:lnTo>
                    <a:pt x="611473" y="413113"/>
                  </a:lnTo>
                  <a:lnTo>
                    <a:pt x="609833" y="416392"/>
                  </a:lnTo>
                  <a:lnTo>
                    <a:pt x="609833" y="421310"/>
                  </a:lnTo>
                  <a:lnTo>
                    <a:pt x="609833" y="424588"/>
                  </a:lnTo>
                  <a:lnTo>
                    <a:pt x="609833" y="424588"/>
                  </a:lnTo>
                  <a:lnTo>
                    <a:pt x="609833" y="429506"/>
                  </a:lnTo>
                  <a:lnTo>
                    <a:pt x="606555" y="432785"/>
                  </a:lnTo>
                  <a:lnTo>
                    <a:pt x="606555" y="436064"/>
                  </a:lnTo>
                  <a:lnTo>
                    <a:pt x="603276" y="440982"/>
                  </a:lnTo>
                  <a:lnTo>
                    <a:pt x="603276" y="442621"/>
                  </a:lnTo>
                  <a:lnTo>
                    <a:pt x="603276" y="445900"/>
                  </a:lnTo>
                  <a:lnTo>
                    <a:pt x="601637" y="449178"/>
                  </a:lnTo>
                  <a:lnTo>
                    <a:pt x="601637" y="454096"/>
                  </a:lnTo>
                  <a:lnTo>
                    <a:pt x="601637" y="457375"/>
                  </a:lnTo>
                  <a:lnTo>
                    <a:pt x="601637" y="460654"/>
                  </a:lnTo>
                  <a:lnTo>
                    <a:pt x="601637" y="465572"/>
                  </a:lnTo>
                  <a:lnTo>
                    <a:pt x="601637" y="465572"/>
                  </a:lnTo>
                  <a:lnTo>
                    <a:pt x="601637" y="468850"/>
                  </a:lnTo>
                  <a:lnTo>
                    <a:pt x="603276" y="473768"/>
                  </a:lnTo>
                  <a:lnTo>
                    <a:pt x="603276" y="477047"/>
                  </a:lnTo>
                  <a:lnTo>
                    <a:pt x="606555" y="480326"/>
                  </a:lnTo>
                  <a:lnTo>
                    <a:pt x="608194" y="485244"/>
                  </a:lnTo>
                  <a:lnTo>
                    <a:pt x="611473" y="488522"/>
                  </a:lnTo>
                  <a:lnTo>
                    <a:pt x="614751" y="491801"/>
                  </a:lnTo>
                  <a:lnTo>
                    <a:pt x="613112" y="495080"/>
                  </a:lnTo>
                  <a:lnTo>
                    <a:pt x="611473" y="498359"/>
                  </a:lnTo>
                  <a:lnTo>
                    <a:pt x="609833" y="501637"/>
                  </a:lnTo>
                  <a:lnTo>
                    <a:pt x="608194" y="504916"/>
                  </a:lnTo>
                  <a:lnTo>
                    <a:pt x="608194" y="501637"/>
                  </a:lnTo>
                  <a:lnTo>
                    <a:pt x="609833" y="496719"/>
                  </a:lnTo>
                  <a:lnTo>
                    <a:pt x="611473" y="493440"/>
                  </a:lnTo>
                  <a:lnTo>
                    <a:pt x="611473" y="493440"/>
                  </a:lnTo>
                  <a:lnTo>
                    <a:pt x="609833" y="490162"/>
                  </a:lnTo>
                  <a:lnTo>
                    <a:pt x="606555" y="485244"/>
                  </a:lnTo>
                  <a:lnTo>
                    <a:pt x="604915" y="481965"/>
                  </a:lnTo>
                  <a:lnTo>
                    <a:pt x="603276" y="478687"/>
                  </a:lnTo>
                  <a:lnTo>
                    <a:pt x="603276" y="473768"/>
                  </a:lnTo>
                  <a:lnTo>
                    <a:pt x="601637" y="470490"/>
                  </a:lnTo>
                  <a:lnTo>
                    <a:pt x="601637" y="473768"/>
                  </a:lnTo>
                  <a:lnTo>
                    <a:pt x="601637" y="478687"/>
                  </a:lnTo>
                  <a:lnTo>
                    <a:pt x="601637" y="481965"/>
                  </a:lnTo>
                  <a:lnTo>
                    <a:pt x="601637" y="485244"/>
                  </a:lnTo>
                  <a:lnTo>
                    <a:pt x="603276" y="490162"/>
                  </a:lnTo>
                  <a:lnTo>
                    <a:pt x="603276" y="490162"/>
                  </a:lnTo>
                  <a:lnTo>
                    <a:pt x="603276" y="493440"/>
                  </a:lnTo>
                  <a:lnTo>
                    <a:pt x="606555" y="495080"/>
                  </a:lnTo>
                  <a:lnTo>
                    <a:pt x="606555" y="496719"/>
                  </a:lnTo>
                  <a:lnTo>
                    <a:pt x="606555" y="499998"/>
                  </a:lnTo>
                  <a:lnTo>
                    <a:pt x="608194" y="503277"/>
                  </a:lnTo>
                  <a:lnTo>
                    <a:pt x="608194" y="508194"/>
                  </a:lnTo>
                  <a:lnTo>
                    <a:pt x="609833" y="511473"/>
                  </a:lnTo>
                  <a:lnTo>
                    <a:pt x="609833" y="514752"/>
                  </a:lnTo>
                  <a:lnTo>
                    <a:pt x="611473" y="518031"/>
                  </a:lnTo>
                  <a:lnTo>
                    <a:pt x="611473" y="519670"/>
                  </a:lnTo>
                  <a:lnTo>
                    <a:pt x="611473" y="521309"/>
                  </a:lnTo>
                  <a:lnTo>
                    <a:pt x="613112" y="526227"/>
                  </a:lnTo>
                  <a:lnTo>
                    <a:pt x="613112" y="527867"/>
                  </a:lnTo>
                  <a:lnTo>
                    <a:pt x="613112" y="531145"/>
                  </a:lnTo>
                  <a:lnTo>
                    <a:pt x="614751" y="534424"/>
                  </a:lnTo>
                  <a:lnTo>
                    <a:pt x="616391" y="537703"/>
                  </a:lnTo>
                  <a:lnTo>
                    <a:pt x="618030" y="539342"/>
                  </a:lnTo>
                  <a:lnTo>
                    <a:pt x="621309" y="542621"/>
                  </a:lnTo>
                  <a:lnTo>
                    <a:pt x="622948" y="547539"/>
                  </a:lnTo>
                  <a:lnTo>
                    <a:pt x="624587" y="549178"/>
                  </a:lnTo>
                  <a:lnTo>
                    <a:pt x="627866" y="552457"/>
                  </a:lnTo>
                  <a:lnTo>
                    <a:pt x="629505" y="557374"/>
                  </a:lnTo>
                  <a:lnTo>
                    <a:pt x="631145" y="560653"/>
                  </a:lnTo>
                  <a:lnTo>
                    <a:pt x="631145" y="560653"/>
                  </a:lnTo>
                  <a:lnTo>
                    <a:pt x="632784" y="563932"/>
                  </a:lnTo>
                  <a:lnTo>
                    <a:pt x="636063" y="568850"/>
                  </a:lnTo>
                  <a:lnTo>
                    <a:pt x="636063" y="572129"/>
                  </a:lnTo>
                  <a:lnTo>
                    <a:pt x="636063" y="575407"/>
                  </a:lnTo>
                  <a:lnTo>
                    <a:pt x="636063" y="580325"/>
                  </a:lnTo>
                  <a:lnTo>
                    <a:pt x="637702" y="583604"/>
                  </a:lnTo>
                  <a:lnTo>
                    <a:pt x="636063" y="586883"/>
                  </a:lnTo>
                  <a:lnTo>
                    <a:pt x="637702" y="590161"/>
                  </a:lnTo>
                  <a:lnTo>
                    <a:pt x="637702" y="590161"/>
                  </a:lnTo>
                  <a:lnTo>
                    <a:pt x="640981" y="595079"/>
                  </a:lnTo>
                  <a:lnTo>
                    <a:pt x="642620" y="598358"/>
                  </a:lnTo>
                  <a:lnTo>
                    <a:pt x="642620" y="599997"/>
                  </a:lnTo>
                  <a:lnTo>
                    <a:pt x="644259" y="601637"/>
                  </a:lnTo>
                  <a:lnTo>
                    <a:pt x="645899" y="606555"/>
                  </a:lnTo>
                  <a:lnTo>
                    <a:pt x="645899" y="609833"/>
                  </a:lnTo>
                  <a:lnTo>
                    <a:pt x="649177" y="613112"/>
                  </a:lnTo>
                  <a:lnTo>
                    <a:pt x="652456" y="614751"/>
                  </a:lnTo>
                  <a:lnTo>
                    <a:pt x="650817" y="614751"/>
                  </a:lnTo>
                  <a:lnTo>
                    <a:pt x="645899" y="611473"/>
                  </a:lnTo>
                  <a:lnTo>
                    <a:pt x="645899" y="613112"/>
                  </a:lnTo>
                  <a:lnTo>
                    <a:pt x="649177" y="614751"/>
                  </a:lnTo>
                  <a:lnTo>
                    <a:pt x="649177" y="616391"/>
                  </a:lnTo>
                  <a:lnTo>
                    <a:pt x="647538" y="618030"/>
                  </a:lnTo>
                  <a:lnTo>
                    <a:pt x="647538" y="618030"/>
                  </a:lnTo>
                  <a:lnTo>
                    <a:pt x="647538" y="619669"/>
                  </a:lnTo>
                  <a:lnTo>
                    <a:pt x="645899" y="621309"/>
                  </a:lnTo>
                  <a:lnTo>
                    <a:pt x="645899" y="621309"/>
                  </a:lnTo>
                  <a:lnTo>
                    <a:pt x="642620" y="626227"/>
                  </a:lnTo>
                  <a:lnTo>
                    <a:pt x="647538" y="624587"/>
                  </a:lnTo>
                  <a:lnTo>
                    <a:pt x="645899" y="622948"/>
                  </a:lnTo>
                  <a:lnTo>
                    <a:pt x="647538" y="619669"/>
                  </a:lnTo>
                  <a:lnTo>
                    <a:pt x="647538" y="618030"/>
                  </a:lnTo>
                  <a:lnTo>
                    <a:pt x="649177" y="618030"/>
                  </a:lnTo>
                  <a:lnTo>
                    <a:pt x="652456" y="616391"/>
                  </a:lnTo>
                  <a:lnTo>
                    <a:pt x="652456" y="616391"/>
                  </a:lnTo>
                  <a:lnTo>
                    <a:pt x="652456" y="614751"/>
                  </a:lnTo>
                  <a:lnTo>
                    <a:pt x="657374" y="616391"/>
                  </a:lnTo>
                  <a:lnTo>
                    <a:pt x="657374" y="616391"/>
                  </a:lnTo>
                  <a:lnTo>
                    <a:pt x="660653" y="618030"/>
                  </a:lnTo>
                  <a:lnTo>
                    <a:pt x="663931" y="618030"/>
                  </a:lnTo>
                  <a:lnTo>
                    <a:pt x="667210" y="618030"/>
                  </a:lnTo>
                  <a:lnTo>
                    <a:pt x="670489" y="618030"/>
                  </a:lnTo>
                  <a:lnTo>
                    <a:pt x="675407" y="618030"/>
                  </a:lnTo>
                  <a:lnTo>
                    <a:pt x="678685" y="621309"/>
                  </a:lnTo>
                  <a:lnTo>
                    <a:pt x="680325" y="624587"/>
                  </a:lnTo>
                  <a:lnTo>
                    <a:pt x="683604" y="626227"/>
                  </a:lnTo>
                  <a:lnTo>
                    <a:pt x="688522" y="626227"/>
                  </a:lnTo>
                  <a:lnTo>
                    <a:pt x="688522" y="629505"/>
                  </a:lnTo>
                  <a:lnTo>
                    <a:pt x="690161" y="632784"/>
                  </a:lnTo>
                  <a:lnTo>
                    <a:pt x="693439" y="637702"/>
                  </a:lnTo>
                  <a:lnTo>
                    <a:pt x="693439" y="639341"/>
                  </a:lnTo>
                  <a:lnTo>
                    <a:pt x="695079" y="640981"/>
                  </a:lnTo>
                  <a:lnTo>
                    <a:pt x="698357" y="642620"/>
                  </a:lnTo>
                  <a:lnTo>
                    <a:pt x="699997" y="642620"/>
                  </a:lnTo>
                  <a:lnTo>
                    <a:pt x="701636" y="642620"/>
                  </a:lnTo>
                  <a:lnTo>
                    <a:pt x="701636" y="642620"/>
                  </a:lnTo>
                  <a:lnTo>
                    <a:pt x="704915" y="640981"/>
                  </a:lnTo>
                  <a:lnTo>
                    <a:pt x="708194" y="640981"/>
                  </a:lnTo>
                  <a:lnTo>
                    <a:pt x="711472" y="639341"/>
                  </a:lnTo>
                  <a:lnTo>
                    <a:pt x="713112" y="639341"/>
                  </a:lnTo>
                  <a:lnTo>
                    <a:pt x="718029" y="637702"/>
                  </a:lnTo>
                  <a:lnTo>
                    <a:pt x="721308" y="636063"/>
                  </a:lnTo>
                  <a:lnTo>
                    <a:pt x="722948" y="637702"/>
                  </a:lnTo>
                  <a:lnTo>
                    <a:pt x="726226" y="634424"/>
                  </a:lnTo>
                  <a:lnTo>
                    <a:pt x="731144" y="634424"/>
                  </a:lnTo>
                  <a:lnTo>
                    <a:pt x="734423" y="631145"/>
                  </a:lnTo>
                  <a:lnTo>
                    <a:pt x="732784" y="631145"/>
                  </a:lnTo>
                  <a:lnTo>
                    <a:pt x="731144" y="632784"/>
                  </a:lnTo>
                  <a:lnTo>
                    <a:pt x="726226" y="634424"/>
                  </a:lnTo>
                  <a:lnTo>
                    <a:pt x="722948" y="636063"/>
                  </a:lnTo>
                  <a:lnTo>
                    <a:pt x="726226" y="634424"/>
                  </a:lnTo>
                  <a:lnTo>
                    <a:pt x="729505" y="632784"/>
                  </a:lnTo>
                  <a:lnTo>
                    <a:pt x="732784" y="631145"/>
                  </a:lnTo>
                  <a:lnTo>
                    <a:pt x="736062" y="629505"/>
                  </a:lnTo>
                  <a:lnTo>
                    <a:pt x="740980" y="629505"/>
                  </a:lnTo>
                  <a:lnTo>
                    <a:pt x="744259" y="629505"/>
                  </a:lnTo>
                  <a:lnTo>
                    <a:pt x="747538" y="629505"/>
                  </a:lnTo>
                  <a:lnTo>
                    <a:pt x="749177" y="631145"/>
                  </a:lnTo>
                  <a:lnTo>
                    <a:pt x="750816" y="629505"/>
                  </a:lnTo>
                  <a:lnTo>
                    <a:pt x="754095" y="629505"/>
                  </a:lnTo>
                  <a:lnTo>
                    <a:pt x="759013" y="629505"/>
                  </a:lnTo>
                  <a:lnTo>
                    <a:pt x="762292" y="627866"/>
                  </a:lnTo>
                  <a:lnTo>
                    <a:pt x="765570" y="626227"/>
                  </a:lnTo>
                  <a:lnTo>
                    <a:pt x="768849" y="627866"/>
                  </a:lnTo>
                  <a:lnTo>
                    <a:pt x="768849" y="629505"/>
                  </a:lnTo>
                  <a:lnTo>
                    <a:pt x="768849" y="627866"/>
                  </a:lnTo>
                  <a:lnTo>
                    <a:pt x="768849" y="622948"/>
                  </a:lnTo>
                  <a:lnTo>
                    <a:pt x="772128" y="622948"/>
                  </a:lnTo>
                  <a:lnTo>
                    <a:pt x="777046" y="621309"/>
                  </a:lnTo>
                  <a:lnTo>
                    <a:pt x="777046" y="619669"/>
                  </a:lnTo>
                  <a:lnTo>
                    <a:pt x="780324" y="619669"/>
                  </a:lnTo>
                  <a:lnTo>
                    <a:pt x="785242" y="619669"/>
                  </a:lnTo>
                  <a:lnTo>
                    <a:pt x="788521" y="618030"/>
                  </a:lnTo>
                  <a:lnTo>
                    <a:pt x="791800" y="618030"/>
                  </a:lnTo>
                  <a:lnTo>
                    <a:pt x="793439" y="618030"/>
                  </a:lnTo>
                  <a:lnTo>
                    <a:pt x="796718" y="618030"/>
                  </a:lnTo>
                  <a:lnTo>
                    <a:pt x="799996" y="621309"/>
                  </a:lnTo>
                  <a:lnTo>
                    <a:pt x="799996" y="621309"/>
                  </a:lnTo>
                  <a:lnTo>
                    <a:pt x="796718" y="621309"/>
                  </a:lnTo>
                  <a:lnTo>
                    <a:pt x="796718" y="621309"/>
                  </a:lnTo>
                  <a:lnTo>
                    <a:pt x="796718" y="622948"/>
                  </a:lnTo>
                  <a:lnTo>
                    <a:pt x="796718" y="622948"/>
                  </a:lnTo>
                  <a:lnTo>
                    <a:pt x="799996" y="626227"/>
                  </a:lnTo>
                  <a:lnTo>
                    <a:pt x="799996" y="631145"/>
                  </a:lnTo>
                  <a:lnTo>
                    <a:pt x="799996" y="631145"/>
                  </a:lnTo>
                  <a:lnTo>
                    <a:pt x="803275" y="627866"/>
                  </a:lnTo>
                  <a:lnTo>
                    <a:pt x="806554" y="629505"/>
                  </a:lnTo>
                  <a:lnTo>
                    <a:pt x="811472" y="629505"/>
                  </a:lnTo>
                  <a:lnTo>
                    <a:pt x="813111" y="629505"/>
                  </a:lnTo>
                  <a:lnTo>
                    <a:pt x="814750" y="626227"/>
                  </a:lnTo>
                  <a:lnTo>
                    <a:pt x="818029" y="624587"/>
                  </a:lnTo>
                  <a:lnTo>
                    <a:pt x="821308" y="622948"/>
                  </a:lnTo>
                  <a:lnTo>
                    <a:pt x="822947" y="622948"/>
                  </a:lnTo>
                  <a:lnTo>
                    <a:pt x="822947" y="618030"/>
                  </a:lnTo>
                  <a:lnTo>
                    <a:pt x="822947" y="614751"/>
                  </a:lnTo>
                  <a:lnTo>
                    <a:pt x="818029" y="613112"/>
                  </a:lnTo>
                  <a:lnTo>
                    <a:pt x="822947" y="609833"/>
                  </a:lnTo>
                  <a:lnTo>
                    <a:pt x="826226" y="608194"/>
                  </a:lnTo>
                  <a:lnTo>
                    <a:pt x="822947" y="609833"/>
                  </a:lnTo>
                  <a:lnTo>
                    <a:pt x="819669" y="611473"/>
                  </a:lnTo>
                  <a:lnTo>
                    <a:pt x="814750" y="613112"/>
                  </a:lnTo>
                  <a:lnTo>
                    <a:pt x="818029" y="609833"/>
                  </a:lnTo>
                  <a:lnTo>
                    <a:pt x="821308" y="608194"/>
                  </a:lnTo>
                  <a:lnTo>
                    <a:pt x="826226" y="606555"/>
                  </a:lnTo>
                  <a:lnTo>
                    <a:pt x="829504" y="604915"/>
                  </a:lnTo>
                  <a:lnTo>
                    <a:pt x="832783" y="601637"/>
                  </a:lnTo>
                  <a:lnTo>
                    <a:pt x="836062" y="599997"/>
                  </a:lnTo>
                  <a:lnTo>
                    <a:pt x="840980" y="596719"/>
                  </a:lnTo>
                  <a:lnTo>
                    <a:pt x="842619" y="595079"/>
                  </a:lnTo>
                  <a:lnTo>
                    <a:pt x="845898" y="591801"/>
                  </a:lnTo>
                  <a:lnTo>
                    <a:pt x="849176" y="588522"/>
                  </a:lnTo>
                  <a:lnTo>
                    <a:pt x="849176" y="583604"/>
                  </a:lnTo>
                  <a:lnTo>
                    <a:pt x="850816" y="580325"/>
                  </a:lnTo>
                  <a:lnTo>
                    <a:pt x="850816" y="577047"/>
                  </a:lnTo>
                  <a:lnTo>
                    <a:pt x="852455" y="573768"/>
                  </a:lnTo>
                  <a:lnTo>
                    <a:pt x="854094" y="568850"/>
                  </a:lnTo>
                  <a:lnTo>
                    <a:pt x="859013" y="567211"/>
                  </a:lnTo>
                  <a:lnTo>
                    <a:pt x="862291" y="562293"/>
                  </a:lnTo>
                  <a:lnTo>
                    <a:pt x="862291" y="560653"/>
                  </a:lnTo>
                  <a:lnTo>
                    <a:pt x="862291" y="557374"/>
                  </a:lnTo>
                  <a:lnTo>
                    <a:pt x="862291" y="552457"/>
                  </a:lnTo>
                  <a:lnTo>
                    <a:pt x="862291" y="552457"/>
                  </a:lnTo>
                  <a:lnTo>
                    <a:pt x="863931" y="547539"/>
                  </a:lnTo>
                  <a:lnTo>
                    <a:pt x="863931" y="544260"/>
                  </a:lnTo>
                  <a:lnTo>
                    <a:pt x="865570" y="540981"/>
                  </a:lnTo>
                  <a:lnTo>
                    <a:pt x="865570" y="537703"/>
                  </a:lnTo>
                  <a:lnTo>
                    <a:pt x="865570" y="536063"/>
                  </a:lnTo>
                  <a:lnTo>
                    <a:pt x="867209" y="532784"/>
                  </a:lnTo>
                  <a:lnTo>
                    <a:pt x="867209" y="529506"/>
                  </a:lnTo>
                  <a:lnTo>
                    <a:pt x="870488" y="524588"/>
                  </a:lnTo>
                  <a:lnTo>
                    <a:pt x="872127" y="522949"/>
                  </a:lnTo>
                  <a:lnTo>
                    <a:pt x="872127" y="522949"/>
                  </a:lnTo>
                  <a:lnTo>
                    <a:pt x="873766" y="518031"/>
                  </a:lnTo>
                  <a:lnTo>
                    <a:pt x="872127" y="522949"/>
                  </a:lnTo>
                  <a:lnTo>
                    <a:pt x="872127" y="522949"/>
                  </a:lnTo>
                  <a:lnTo>
                    <a:pt x="870488" y="522949"/>
                  </a:lnTo>
                  <a:lnTo>
                    <a:pt x="870488" y="522949"/>
                  </a:lnTo>
                  <a:lnTo>
                    <a:pt x="872127" y="518031"/>
                  </a:lnTo>
                  <a:lnTo>
                    <a:pt x="875406" y="514752"/>
                  </a:lnTo>
                  <a:lnTo>
                    <a:pt x="880324" y="513112"/>
                  </a:lnTo>
                  <a:lnTo>
                    <a:pt x="883603" y="509834"/>
                  </a:lnTo>
                  <a:lnTo>
                    <a:pt x="886881" y="508194"/>
                  </a:lnTo>
                  <a:lnTo>
                    <a:pt x="888521" y="508194"/>
                  </a:lnTo>
                  <a:lnTo>
                    <a:pt x="891799" y="506555"/>
                  </a:lnTo>
                  <a:lnTo>
                    <a:pt x="896717" y="504916"/>
                  </a:lnTo>
                  <a:lnTo>
                    <a:pt x="899996" y="503277"/>
                  </a:lnTo>
                  <a:lnTo>
                    <a:pt x="903275" y="503277"/>
                  </a:lnTo>
                  <a:lnTo>
                    <a:pt x="906553" y="503277"/>
                  </a:lnTo>
                  <a:lnTo>
                    <a:pt x="911471" y="501637"/>
                  </a:lnTo>
                  <a:lnTo>
                    <a:pt x="914750" y="501637"/>
                  </a:lnTo>
                  <a:lnTo>
                    <a:pt x="918029" y="501637"/>
                  </a:lnTo>
                  <a:lnTo>
                    <a:pt x="921307" y="499998"/>
                  </a:lnTo>
                  <a:lnTo>
                    <a:pt x="926225" y="499998"/>
                  </a:lnTo>
                  <a:lnTo>
                    <a:pt x="929504" y="499998"/>
                  </a:lnTo>
                  <a:lnTo>
                    <a:pt x="932783" y="498359"/>
                  </a:lnTo>
                  <a:lnTo>
                    <a:pt x="937701" y="496719"/>
                  </a:lnTo>
                  <a:lnTo>
                    <a:pt x="940979" y="495080"/>
                  </a:lnTo>
                  <a:lnTo>
                    <a:pt x="944258" y="493440"/>
                  </a:lnTo>
                  <a:lnTo>
                    <a:pt x="947537" y="491801"/>
                  </a:lnTo>
                  <a:lnTo>
                    <a:pt x="952455" y="491801"/>
                  </a:lnTo>
                  <a:lnTo>
                    <a:pt x="954094" y="491801"/>
                  </a:lnTo>
                  <a:lnTo>
                    <a:pt x="957373" y="491801"/>
                  </a:lnTo>
                  <a:lnTo>
                    <a:pt x="962291" y="490162"/>
                  </a:lnTo>
                  <a:lnTo>
                    <a:pt x="967209" y="491801"/>
                  </a:lnTo>
                  <a:lnTo>
                    <a:pt x="970487" y="491801"/>
                  </a:lnTo>
                  <a:lnTo>
                    <a:pt x="973766" y="495080"/>
                  </a:lnTo>
                  <a:lnTo>
                    <a:pt x="977045" y="495080"/>
                  </a:lnTo>
                  <a:lnTo>
                    <a:pt x="980323" y="495080"/>
                  </a:lnTo>
                  <a:lnTo>
                    <a:pt x="977045" y="495080"/>
                  </a:lnTo>
                  <a:lnTo>
                    <a:pt x="973766" y="493440"/>
                  </a:lnTo>
                  <a:lnTo>
                    <a:pt x="977045" y="493440"/>
                  </a:lnTo>
                  <a:lnTo>
                    <a:pt x="977045" y="493440"/>
                  </a:lnTo>
                  <a:lnTo>
                    <a:pt x="981963" y="495080"/>
                  </a:lnTo>
                  <a:lnTo>
                    <a:pt x="983602" y="495080"/>
                  </a:lnTo>
                  <a:lnTo>
                    <a:pt x="986881" y="496719"/>
                  </a:lnTo>
                  <a:lnTo>
                    <a:pt x="990159" y="498359"/>
                  </a:lnTo>
                  <a:lnTo>
                    <a:pt x="986881" y="495080"/>
                  </a:lnTo>
                  <a:lnTo>
                    <a:pt x="990159" y="491801"/>
                  </a:lnTo>
                  <a:lnTo>
                    <a:pt x="995078" y="493440"/>
                  </a:lnTo>
                  <a:lnTo>
                    <a:pt x="998356" y="491801"/>
                  </a:lnTo>
                  <a:lnTo>
                    <a:pt x="1001635" y="490162"/>
                  </a:lnTo>
                  <a:lnTo>
                    <a:pt x="1006553" y="495080"/>
                  </a:lnTo>
                  <a:lnTo>
                    <a:pt x="1009831" y="498359"/>
                  </a:lnTo>
                  <a:lnTo>
                    <a:pt x="1009831" y="501637"/>
                  </a:lnTo>
                  <a:lnTo>
                    <a:pt x="1009831" y="504916"/>
                  </a:lnTo>
                  <a:lnTo>
                    <a:pt x="1008192" y="509834"/>
                  </a:lnTo>
                  <a:lnTo>
                    <a:pt x="1009831" y="513112"/>
                  </a:lnTo>
                  <a:lnTo>
                    <a:pt x="1006553" y="516391"/>
                  </a:lnTo>
                  <a:lnTo>
                    <a:pt x="1006553" y="519670"/>
                  </a:lnTo>
                  <a:lnTo>
                    <a:pt x="1004913" y="522949"/>
                  </a:lnTo>
                  <a:lnTo>
                    <a:pt x="999996" y="526227"/>
                  </a:lnTo>
                  <a:lnTo>
                    <a:pt x="996717" y="531145"/>
                  </a:lnTo>
                  <a:lnTo>
                    <a:pt x="995078" y="534424"/>
                  </a:lnTo>
                  <a:lnTo>
                    <a:pt x="991799" y="536063"/>
                  </a:lnTo>
                  <a:lnTo>
                    <a:pt x="988520" y="539342"/>
                  </a:lnTo>
                  <a:lnTo>
                    <a:pt x="985241" y="544260"/>
                  </a:lnTo>
                  <a:lnTo>
                    <a:pt x="981963" y="547539"/>
                  </a:lnTo>
                  <a:lnTo>
                    <a:pt x="980323" y="550817"/>
                  </a:lnTo>
                  <a:lnTo>
                    <a:pt x="977045" y="555735"/>
                  </a:lnTo>
                  <a:lnTo>
                    <a:pt x="977045" y="559014"/>
                  </a:lnTo>
                  <a:lnTo>
                    <a:pt x="977045" y="560653"/>
                  </a:lnTo>
                  <a:lnTo>
                    <a:pt x="977045" y="565571"/>
                  </a:lnTo>
                  <a:lnTo>
                    <a:pt x="977045" y="565571"/>
                  </a:lnTo>
                  <a:lnTo>
                    <a:pt x="975406" y="563932"/>
                  </a:lnTo>
                  <a:lnTo>
                    <a:pt x="975406" y="563932"/>
                  </a:lnTo>
                  <a:lnTo>
                    <a:pt x="975406" y="567211"/>
                  </a:lnTo>
                  <a:lnTo>
                    <a:pt x="970487" y="568850"/>
                  </a:lnTo>
                  <a:lnTo>
                    <a:pt x="968848" y="573768"/>
                  </a:lnTo>
                  <a:lnTo>
                    <a:pt x="967209" y="577047"/>
                  </a:lnTo>
                  <a:lnTo>
                    <a:pt x="965569" y="580325"/>
                  </a:lnTo>
                  <a:lnTo>
                    <a:pt x="970487" y="580325"/>
                  </a:lnTo>
                  <a:lnTo>
                    <a:pt x="973766" y="580325"/>
                  </a:lnTo>
                  <a:lnTo>
                    <a:pt x="973766" y="583604"/>
                  </a:lnTo>
                  <a:lnTo>
                    <a:pt x="970487" y="586883"/>
                  </a:lnTo>
                  <a:lnTo>
                    <a:pt x="967209" y="586883"/>
                  </a:lnTo>
                  <a:lnTo>
                    <a:pt x="963930" y="591801"/>
                  </a:lnTo>
                  <a:lnTo>
                    <a:pt x="963930" y="595079"/>
                  </a:lnTo>
                  <a:lnTo>
                    <a:pt x="963930" y="595079"/>
                  </a:lnTo>
                  <a:lnTo>
                    <a:pt x="967209" y="591801"/>
                  </a:lnTo>
                  <a:lnTo>
                    <a:pt x="970487" y="590161"/>
                  </a:lnTo>
                  <a:lnTo>
                    <a:pt x="968848" y="595079"/>
                  </a:lnTo>
                  <a:lnTo>
                    <a:pt x="967209" y="598358"/>
                  </a:lnTo>
                  <a:lnTo>
                    <a:pt x="965569" y="601637"/>
                  </a:lnTo>
                  <a:lnTo>
                    <a:pt x="963930" y="606555"/>
                  </a:lnTo>
                  <a:lnTo>
                    <a:pt x="963930" y="609833"/>
                  </a:lnTo>
                  <a:lnTo>
                    <a:pt x="960651" y="613112"/>
                  </a:lnTo>
                  <a:lnTo>
                    <a:pt x="959012" y="618030"/>
                  </a:lnTo>
                  <a:lnTo>
                    <a:pt x="957373" y="621309"/>
                  </a:lnTo>
                  <a:lnTo>
                    <a:pt x="957373" y="624587"/>
                  </a:lnTo>
                  <a:lnTo>
                    <a:pt x="955733" y="629505"/>
                  </a:lnTo>
                  <a:lnTo>
                    <a:pt x="954094" y="632784"/>
                  </a:lnTo>
                  <a:lnTo>
                    <a:pt x="950815" y="636063"/>
                  </a:lnTo>
                  <a:lnTo>
                    <a:pt x="950815" y="639341"/>
                  </a:lnTo>
                  <a:lnTo>
                    <a:pt x="950815" y="640981"/>
                  </a:lnTo>
                  <a:lnTo>
                    <a:pt x="947537" y="636063"/>
                  </a:lnTo>
                  <a:lnTo>
                    <a:pt x="947537" y="632784"/>
                  </a:lnTo>
                  <a:lnTo>
                    <a:pt x="944258" y="629505"/>
                  </a:lnTo>
                  <a:lnTo>
                    <a:pt x="944258" y="624587"/>
                  </a:lnTo>
                  <a:lnTo>
                    <a:pt x="945897" y="621309"/>
                  </a:lnTo>
                  <a:lnTo>
                    <a:pt x="947537" y="618030"/>
                  </a:lnTo>
                  <a:lnTo>
                    <a:pt x="945897" y="613112"/>
                  </a:lnTo>
                  <a:lnTo>
                    <a:pt x="942619" y="616391"/>
                  </a:lnTo>
                  <a:lnTo>
                    <a:pt x="939340" y="618030"/>
                  </a:lnTo>
                  <a:lnTo>
                    <a:pt x="939340" y="621309"/>
                  </a:lnTo>
                  <a:lnTo>
                    <a:pt x="936061" y="626227"/>
                  </a:lnTo>
                  <a:lnTo>
                    <a:pt x="934422" y="627866"/>
                  </a:lnTo>
                  <a:lnTo>
                    <a:pt x="931143" y="627866"/>
                  </a:lnTo>
                  <a:lnTo>
                    <a:pt x="929504" y="627866"/>
                  </a:lnTo>
                  <a:lnTo>
                    <a:pt x="926225" y="631145"/>
                  </a:lnTo>
                  <a:lnTo>
                    <a:pt x="922947" y="634424"/>
                  </a:lnTo>
                  <a:lnTo>
                    <a:pt x="921307" y="639341"/>
                  </a:lnTo>
                  <a:lnTo>
                    <a:pt x="921307" y="639341"/>
                  </a:lnTo>
                  <a:lnTo>
                    <a:pt x="918029" y="642620"/>
                  </a:lnTo>
                  <a:lnTo>
                    <a:pt x="916389" y="645899"/>
                  </a:lnTo>
                  <a:lnTo>
                    <a:pt x="916389" y="647538"/>
                  </a:lnTo>
                  <a:lnTo>
                    <a:pt x="913111" y="649177"/>
                  </a:lnTo>
                  <a:lnTo>
                    <a:pt x="911471" y="654096"/>
                  </a:lnTo>
                  <a:lnTo>
                    <a:pt x="911471" y="654096"/>
                  </a:lnTo>
                  <a:lnTo>
                    <a:pt x="909832" y="654096"/>
                  </a:lnTo>
                  <a:lnTo>
                    <a:pt x="909832" y="654096"/>
                  </a:lnTo>
                  <a:lnTo>
                    <a:pt x="906553" y="650817"/>
                  </a:lnTo>
                  <a:lnTo>
                    <a:pt x="903275" y="649177"/>
                  </a:lnTo>
                  <a:lnTo>
                    <a:pt x="899996" y="650817"/>
                  </a:lnTo>
                  <a:lnTo>
                    <a:pt x="899996" y="654096"/>
                  </a:lnTo>
                  <a:lnTo>
                    <a:pt x="898356" y="657374"/>
                  </a:lnTo>
                  <a:lnTo>
                    <a:pt x="898356" y="657374"/>
                  </a:lnTo>
                  <a:lnTo>
                    <a:pt x="895078" y="657374"/>
                  </a:lnTo>
                  <a:lnTo>
                    <a:pt x="891799" y="657374"/>
                  </a:lnTo>
                  <a:lnTo>
                    <a:pt x="886881" y="657374"/>
                  </a:lnTo>
                  <a:lnTo>
                    <a:pt x="885242" y="657374"/>
                  </a:lnTo>
                  <a:lnTo>
                    <a:pt x="880324" y="657374"/>
                  </a:lnTo>
                  <a:lnTo>
                    <a:pt x="877045" y="657374"/>
                  </a:lnTo>
                  <a:lnTo>
                    <a:pt x="873766" y="657374"/>
                  </a:lnTo>
                  <a:lnTo>
                    <a:pt x="870488" y="657374"/>
                  </a:lnTo>
                  <a:lnTo>
                    <a:pt x="865570" y="657374"/>
                  </a:lnTo>
                  <a:lnTo>
                    <a:pt x="862291" y="657374"/>
                  </a:lnTo>
                  <a:lnTo>
                    <a:pt x="855734" y="657374"/>
                  </a:lnTo>
                  <a:lnTo>
                    <a:pt x="852455" y="657374"/>
                  </a:lnTo>
                  <a:lnTo>
                    <a:pt x="849176" y="657374"/>
                  </a:lnTo>
                  <a:lnTo>
                    <a:pt x="845898" y="657374"/>
                  </a:lnTo>
                  <a:lnTo>
                    <a:pt x="840980" y="657374"/>
                  </a:lnTo>
                  <a:lnTo>
                    <a:pt x="837701" y="657374"/>
                  </a:lnTo>
                  <a:lnTo>
                    <a:pt x="836062" y="657374"/>
                  </a:lnTo>
                  <a:lnTo>
                    <a:pt x="832783" y="657374"/>
                  </a:lnTo>
                  <a:lnTo>
                    <a:pt x="829504" y="657374"/>
                  </a:lnTo>
                  <a:lnTo>
                    <a:pt x="827865" y="659014"/>
                  </a:lnTo>
                  <a:lnTo>
                    <a:pt x="827865" y="662292"/>
                  </a:lnTo>
                  <a:lnTo>
                    <a:pt x="827865" y="665571"/>
                  </a:lnTo>
                  <a:lnTo>
                    <a:pt x="826226" y="668849"/>
                  </a:lnTo>
                  <a:lnTo>
                    <a:pt x="826226" y="673768"/>
                  </a:lnTo>
                  <a:lnTo>
                    <a:pt x="826226" y="677046"/>
                  </a:lnTo>
                  <a:lnTo>
                    <a:pt x="826226" y="680325"/>
                  </a:lnTo>
                  <a:lnTo>
                    <a:pt x="822947" y="681964"/>
                  </a:lnTo>
                  <a:lnTo>
                    <a:pt x="819669" y="681964"/>
                  </a:lnTo>
                  <a:lnTo>
                    <a:pt x="814750" y="681964"/>
                  </a:lnTo>
                  <a:lnTo>
                    <a:pt x="811472" y="681964"/>
                  </a:lnTo>
                  <a:lnTo>
                    <a:pt x="808193" y="681964"/>
                  </a:lnTo>
                  <a:lnTo>
                    <a:pt x="809832" y="683604"/>
                  </a:lnTo>
                  <a:lnTo>
                    <a:pt x="813111" y="686882"/>
                  </a:lnTo>
                  <a:lnTo>
                    <a:pt x="816390" y="690161"/>
                  </a:lnTo>
                  <a:lnTo>
                    <a:pt x="819669" y="693439"/>
                  </a:lnTo>
                  <a:lnTo>
                    <a:pt x="821308" y="698358"/>
                  </a:lnTo>
                  <a:lnTo>
                    <a:pt x="824586" y="699997"/>
                  </a:lnTo>
                  <a:lnTo>
                    <a:pt x="829504" y="701636"/>
                  </a:lnTo>
                  <a:lnTo>
                    <a:pt x="832783" y="704915"/>
                  </a:lnTo>
                  <a:lnTo>
                    <a:pt x="832783" y="706554"/>
                  </a:lnTo>
                  <a:lnTo>
                    <a:pt x="832783" y="711472"/>
                  </a:lnTo>
                  <a:lnTo>
                    <a:pt x="834422" y="711472"/>
                  </a:lnTo>
                  <a:lnTo>
                    <a:pt x="837701" y="716390"/>
                  </a:lnTo>
                  <a:lnTo>
                    <a:pt x="839341" y="716390"/>
                  </a:lnTo>
                  <a:lnTo>
                    <a:pt x="842619" y="719669"/>
                  </a:lnTo>
                  <a:lnTo>
                    <a:pt x="842619" y="722948"/>
                  </a:lnTo>
                  <a:lnTo>
                    <a:pt x="839341" y="726226"/>
                  </a:lnTo>
                  <a:lnTo>
                    <a:pt x="839341" y="729505"/>
                  </a:lnTo>
                  <a:lnTo>
                    <a:pt x="839341" y="734423"/>
                  </a:lnTo>
                  <a:lnTo>
                    <a:pt x="837701" y="734423"/>
                  </a:lnTo>
                  <a:lnTo>
                    <a:pt x="834422" y="734423"/>
                  </a:lnTo>
                  <a:lnTo>
                    <a:pt x="831144" y="734423"/>
                  </a:lnTo>
                  <a:lnTo>
                    <a:pt x="826226" y="734423"/>
                  </a:lnTo>
                  <a:lnTo>
                    <a:pt x="822947" y="734423"/>
                  </a:lnTo>
                  <a:lnTo>
                    <a:pt x="819669" y="734423"/>
                  </a:lnTo>
                  <a:lnTo>
                    <a:pt x="818029" y="734423"/>
                  </a:lnTo>
                  <a:lnTo>
                    <a:pt x="814750" y="734423"/>
                  </a:lnTo>
                  <a:lnTo>
                    <a:pt x="814750" y="734423"/>
                  </a:lnTo>
                  <a:lnTo>
                    <a:pt x="813111" y="734423"/>
                  </a:lnTo>
                  <a:lnTo>
                    <a:pt x="811472" y="734423"/>
                  </a:lnTo>
                  <a:lnTo>
                    <a:pt x="808193" y="734423"/>
                  </a:lnTo>
                  <a:lnTo>
                    <a:pt x="804914" y="734423"/>
                  </a:lnTo>
                  <a:lnTo>
                    <a:pt x="803275" y="734423"/>
                  </a:lnTo>
                  <a:lnTo>
                    <a:pt x="799996" y="734423"/>
                  </a:lnTo>
                  <a:lnTo>
                    <a:pt x="796718" y="734423"/>
                  </a:lnTo>
                  <a:lnTo>
                    <a:pt x="793439" y="734423"/>
                  </a:lnTo>
                  <a:lnTo>
                    <a:pt x="790160" y="734423"/>
                  </a:lnTo>
                  <a:lnTo>
                    <a:pt x="786882" y="739341"/>
                  </a:lnTo>
                  <a:lnTo>
                    <a:pt x="785242" y="742620"/>
                  </a:lnTo>
                  <a:lnTo>
                    <a:pt x="781964" y="745898"/>
                  </a:lnTo>
                  <a:lnTo>
                    <a:pt x="780324" y="747538"/>
                  </a:lnTo>
                  <a:lnTo>
                    <a:pt x="780324" y="749177"/>
                  </a:lnTo>
                  <a:lnTo>
                    <a:pt x="778685" y="752456"/>
                  </a:lnTo>
                  <a:lnTo>
                    <a:pt x="777046" y="754095"/>
                  </a:lnTo>
                  <a:lnTo>
                    <a:pt x="773767" y="759013"/>
                  </a:lnTo>
                  <a:lnTo>
                    <a:pt x="772128" y="762292"/>
                  </a:lnTo>
                  <a:lnTo>
                    <a:pt x="770488" y="765570"/>
                  </a:lnTo>
                  <a:lnTo>
                    <a:pt x="767210" y="768849"/>
                  </a:lnTo>
                  <a:lnTo>
                    <a:pt x="768849" y="773767"/>
                  </a:lnTo>
                  <a:lnTo>
                    <a:pt x="770488" y="773767"/>
                  </a:lnTo>
                  <a:lnTo>
                    <a:pt x="772128" y="778685"/>
                  </a:lnTo>
                  <a:lnTo>
                    <a:pt x="770488" y="780324"/>
                  </a:lnTo>
                  <a:lnTo>
                    <a:pt x="767210" y="783603"/>
                  </a:lnTo>
                  <a:lnTo>
                    <a:pt x="767210" y="785242"/>
                  </a:lnTo>
                  <a:lnTo>
                    <a:pt x="765570" y="788521"/>
                  </a:lnTo>
                  <a:lnTo>
                    <a:pt x="765570" y="791800"/>
                  </a:lnTo>
                  <a:lnTo>
                    <a:pt x="767210" y="795078"/>
                  </a:lnTo>
                  <a:lnTo>
                    <a:pt x="765570" y="795078"/>
                  </a:lnTo>
                  <a:lnTo>
                    <a:pt x="765570" y="798357"/>
                  </a:lnTo>
                  <a:lnTo>
                    <a:pt x="762292" y="801636"/>
                  </a:lnTo>
                  <a:lnTo>
                    <a:pt x="759013" y="798357"/>
                  </a:lnTo>
                  <a:lnTo>
                    <a:pt x="755734" y="793439"/>
                  </a:lnTo>
                  <a:lnTo>
                    <a:pt x="754095" y="790161"/>
                  </a:lnTo>
                  <a:lnTo>
                    <a:pt x="750816" y="786882"/>
                  </a:lnTo>
                  <a:lnTo>
                    <a:pt x="747538" y="783603"/>
                  </a:lnTo>
                  <a:lnTo>
                    <a:pt x="745898" y="778685"/>
                  </a:lnTo>
                  <a:lnTo>
                    <a:pt x="744259" y="777046"/>
                  </a:lnTo>
                  <a:lnTo>
                    <a:pt x="742619" y="773767"/>
                  </a:lnTo>
                  <a:lnTo>
                    <a:pt x="745898" y="777046"/>
                  </a:lnTo>
                  <a:lnTo>
                    <a:pt x="744259" y="773767"/>
                  </a:lnTo>
                  <a:lnTo>
                    <a:pt x="740980" y="772128"/>
                  </a:lnTo>
                  <a:lnTo>
                    <a:pt x="737702" y="768849"/>
                  </a:lnTo>
                  <a:lnTo>
                    <a:pt x="732784" y="765570"/>
                  </a:lnTo>
                  <a:lnTo>
                    <a:pt x="731144" y="760652"/>
                  </a:lnTo>
                  <a:lnTo>
                    <a:pt x="727866" y="757374"/>
                  </a:lnTo>
                  <a:lnTo>
                    <a:pt x="724587" y="754095"/>
                  </a:lnTo>
                  <a:lnTo>
                    <a:pt x="721308" y="749177"/>
                  </a:lnTo>
                  <a:lnTo>
                    <a:pt x="716390" y="745898"/>
                  </a:lnTo>
                  <a:lnTo>
                    <a:pt x="714751" y="744259"/>
                  </a:lnTo>
                  <a:lnTo>
                    <a:pt x="709833" y="740980"/>
                  </a:lnTo>
                  <a:lnTo>
                    <a:pt x="706554" y="737702"/>
                  </a:lnTo>
                  <a:lnTo>
                    <a:pt x="708194" y="734423"/>
                  </a:lnTo>
                  <a:lnTo>
                    <a:pt x="703276" y="732784"/>
                  </a:lnTo>
                  <a:lnTo>
                    <a:pt x="699997" y="731144"/>
                  </a:lnTo>
                  <a:lnTo>
                    <a:pt x="699997" y="729505"/>
                  </a:lnTo>
                  <a:lnTo>
                    <a:pt x="695079" y="727866"/>
                  </a:lnTo>
                  <a:lnTo>
                    <a:pt x="691800" y="726226"/>
                  </a:lnTo>
                  <a:lnTo>
                    <a:pt x="688522" y="724587"/>
                  </a:lnTo>
                  <a:lnTo>
                    <a:pt x="688522" y="729505"/>
                  </a:lnTo>
                  <a:lnTo>
                    <a:pt x="691800" y="729505"/>
                  </a:lnTo>
                  <a:lnTo>
                    <a:pt x="696718" y="731144"/>
                  </a:lnTo>
                  <a:lnTo>
                    <a:pt x="699997" y="732784"/>
                  </a:lnTo>
                  <a:lnTo>
                    <a:pt x="701636" y="734423"/>
                  </a:lnTo>
                  <a:lnTo>
                    <a:pt x="704915" y="737702"/>
                  </a:lnTo>
                  <a:lnTo>
                    <a:pt x="699997" y="736062"/>
                  </a:lnTo>
                  <a:lnTo>
                    <a:pt x="698357" y="734423"/>
                  </a:lnTo>
                  <a:lnTo>
                    <a:pt x="695079" y="732784"/>
                  </a:lnTo>
                  <a:lnTo>
                    <a:pt x="691800" y="731144"/>
                  </a:lnTo>
                  <a:lnTo>
                    <a:pt x="686882" y="729505"/>
                  </a:lnTo>
                  <a:lnTo>
                    <a:pt x="683604" y="729505"/>
                  </a:lnTo>
                  <a:lnTo>
                    <a:pt x="680325" y="727866"/>
                  </a:lnTo>
                  <a:lnTo>
                    <a:pt x="677046" y="727866"/>
                  </a:lnTo>
                  <a:lnTo>
                    <a:pt x="680325" y="726226"/>
                  </a:lnTo>
                  <a:lnTo>
                    <a:pt x="681964" y="722948"/>
                  </a:lnTo>
                  <a:lnTo>
                    <a:pt x="678685" y="722948"/>
                  </a:lnTo>
                  <a:lnTo>
                    <a:pt x="675407" y="726226"/>
                  </a:lnTo>
                  <a:lnTo>
                    <a:pt x="675407" y="721308"/>
                  </a:lnTo>
                  <a:lnTo>
                    <a:pt x="673767" y="719669"/>
                  </a:lnTo>
                  <a:lnTo>
                    <a:pt x="672128" y="718030"/>
                  </a:lnTo>
                  <a:lnTo>
                    <a:pt x="668849" y="721308"/>
                  </a:lnTo>
                  <a:lnTo>
                    <a:pt x="667210" y="722948"/>
                  </a:lnTo>
                  <a:lnTo>
                    <a:pt x="665571" y="726226"/>
                  </a:lnTo>
                  <a:lnTo>
                    <a:pt x="670489" y="726226"/>
                  </a:lnTo>
                  <a:lnTo>
                    <a:pt x="673767" y="727866"/>
                  </a:lnTo>
                  <a:lnTo>
                    <a:pt x="670489" y="727866"/>
                  </a:lnTo>
                  <a:lnTo>
                    <a:pt x="667210" y="727866"/>
                  </a:lnTo>
                  <a:lnTo>
                    <a:pt x="665571" y="727866"/>
                  </a:lnTo>
                  <a:lnTo>
                    <a:pt x="662292" y="729505"/>
                  </a:lnTo>
                  <a:lnTo>
                    <a:pt x="660653" y="727866"/>
                  </a:lnTo>
                  <a:lnTo>
                    <a:pt x="659013" y="729505"/>
                  </a:lnTo>
                  <a:lnTo>
                    <a:pt x="655735" y="732784"/>
                  </a:lnTo>
                  <a:lnTo>
                    <a:pt x="652456" y="734423"/>
                  </a:lnTo>
                  <a:lnTo>
                    <a:pt x="649177" y="739341"/>
                  </a:lnTo>
                  <a:lnTo>
                    <a:pt x="644259" y="739341"/>
                  </a:lnTo>
                  <a:lnTo>
                    <a:pt x="644259" y="739341"/>
                  </a:lnTo>
                  <a:lnTo>
                    <a:pt x="640981" y="740980"/>
                  </a:lnTo>
                  <a:lnTo>
                    <a:pt x="636063" y="742620"/>
                  </a:lnTo>
                  <a:lnTo>
                    <a:pt x="632784" y="744259"/>
                  </a:lnTo>
                  <a:lnTo>
                    <a:pt x="629505" y="745898"/>
                  </a:lnTo>
                  <a:lnTo>
                    <a:pt x="626227" y="747538"/>
                  </a:lnTo>
                  <a:lnTo>
                    <a:pt x="622948" y="747538"/>
                  </a:lnTo>
                  <a:lnTo>
                    <a:pt x="619669" y="749177"/>
                  </a:lnTo>
                  <a:lnTo>
                    <a:pt x="616391" y="750816"/>
                  </a:lnTo>
                  <a:lnTo>
                    <a:pt x="613112" y="750816"/>
                  </a:lnTo>
                  <a:lnTo>
                    <a:pt x="608194" y="750816"/>
                  </a:lnTo>
                  <a:lnTo>
                    <a:pt x="606555" y="752456"/>
                  </a:lnTo>
                  <a:lnTo>
                    <a:pt x="603276" y="752456"/>
                  </a:lnTo>
                  <a:lnTo>
                    <a:pt x="598358" y="750816"/>
                  </a:lnTo>
                  <a:lnTo>
                    <a:pt x="595079" y="749177"/>
                  </a:lnTo>
                  <a:lnTo>
                    <a:pt x="591801" y="749177"/>
                  </a:lnTo>
                  <a:lnTo>
                    <a:pt x="588522" y="745898"/>
                  </a:lnTo>
                  <a:lnTo>
                    <a:pt x="586883" y="745898"/>
                  </a:lnTo>
                  <a:lnTo>
                    <a:pt x="583604" y="742620"/>
                  </a:lnTo>
                  <a:lnTo>
                    <a:pt x="578686" y="740980"/>
                  </a:lnTo>
                  <a:lnTo>
                    <a:pt x="575407" y="740980"/>
                  </a:lnTo>
                  <a:lnTo>
                    <a:pt x="572129" y="740980"/>
                  </a:lnTo>
                  <a:lnTo>
                    <a:pt x="568850" y="739341"/>
                  </a:lnTo>
                  <a:lnTo>
                    <a:pt x="563932" y="739341"/>
                  </a:lnTo>
                  <a:lnTo>
                    <a:pt x="560653" y="739341"/>
                  </a:lnTo>
                  <a:lnTo>
                    <a:pt x="559014" y="739341"/>
                  </a:lnTo>
                  <a:lnTo>
                    <a:pt x="555735" y="736062"/>
                  </a:lnTo>
                  <a:lnTo>
                    <a:pt x="552457" y="732784"/>
                  </a:lnTo>
                  <a:lnTo>
                    <a:pt x="550817" y="732784"/>
                  </a:lnTo>
                  <a:lnTo>
                    <a:pt x="549178" y="729505"/>
                  </a:lnTo>
                  <a:lnTo>
                    <a:pt x="544260" y="727866"/>
                  </a:lnTo>
                  <a:lnTo>
                    <a:pt x="540981" y="726226"/>
                  </a:lnTo>
                  <a:lnTo>
                    <a:pt x="537703" y="726226"/>
                  </a:lnTo>
                  <a:lnTo>
                    <a:pt x="532784" y="724587"/>
                  </a:lnTo>
                  <a:lnTo>
                    <a:pt x="531145" y="722948"/>
                  </a:lnTo>
                  <a:lnTo>
                    <a:pt x="527867" y="719669"/>
                  </a:lnTo>
                  <a:lnTo>
                    <a:pt x="526227" y="716390"/>
                  </a:lnTo>
                  <a:lnTo>
                    <a:pt x="526227" y="714751"/>
                  </a:lnTo>
                  <a:lnTo>
                    <a:pt x="522948" y="713111"/>
                  </a:lnTo>
                  <a:lnTo>
                    <a:pt x="518030" y="713111"/>
                  </a:lnTo>
                  <a:lnTo>
                    <a:pt x="516391" y="711472"/>
                  </a:lnTo>
                  <a:lnTo>
                    <a:pt x="513112" y="711472"/>
                  </a:lnTo>
                  <a:lnTo>
                    <a:pt x="509834" y="709833"/>
                  </a:lnTo>
                  <a:lnTo>
                    <a:pt x="508194" y="709833"/>
                  </a:lnTo>
                  <a:lnTo>
                    <a:pt x="504916" y="709833"/>
                  </a:lnTo>
                  <a:lnTo>
                    <a:pt x="501637" y="708194"/>
                  </a:lnTo>
                  <a:lnTo>
                    <a:pt x="496719" y="706554"/>
                  </a:lnTo>
                  <a:lnTo>
                    <a:pt x="493440" y="706554"/>
                  </a:lnTo>
                  <a:lnTo>
                    <a:pt x="490162" y="706554"/>
                  </a:lnTo>
                  <a:lnTo>
                    <a:pt x="486883" y="703276"/>
                  </a:lnTo>
                  <a:lnTo>
                    <a:pt x="485244" y="699997"/>
                  </a:lnTo>
                  <a:lnTo>
                    <a:pt x="481965" y="698358"/>
                  </a:lnTo>
                  <a:lnTo>
                    <a:pt x="480326" y="696718"/>
                  </a:lnTo>
                  <a:lnTo>
                    <a:pt x="475408" y="695079"/>
                  </a:lnTo>
                  <a:lnTo>
                    <a:pt x="472129" y="695079"/>
                  </a:lnTo>
                  <a:lnTo>
                    <a:pt x="468850" y="693439"/>
                  </a:lnTo>
                  <a:lnTo>
                    <a:pt x="465572" y="691800"/>
                  </a:lnTo>
                  <a:lnTo>
                    <a:pt x="460654" y="690161"/>
                  </a:lnTo>
                  <a:lnTo>
                    <a:pt x="457375" y="688521"/>
                  </a:lnTo>
                  <a:lnTo>
                    <a:pt x="455736" y="686882"/>
                  </a:lnTo>
                  <a:lnTo>
                    <a:pt x="452457" y="685243"/>
                  </a:lnTo>
                  <a:lnTo>
                    <a:pt x="449178" y="685243"/>
                  </a:lnTo>
                  <a:lnTo>
                    <a:pt x="445900" y="681964"/>
                  </a:lnTo>
                  <a:lnTo>
                    <a:pt x="440982" y="678686"/>
                  </a:lnTo>
                  <a:lnTo>
                    <a:pt x="437703" y="675407"/>
                  </a:lnTo>
                  <a:lnTo>
                    <a:pt x="434424" y="672128"/>
                  </a:lnTo>
                  <a:lnTo>
                    <a:pt x="432785" y="672128"/>
                  </a:lnTo>
                  <a:lnTo>
                    <a:pt x="429506" y="670489"/>
                  </a:lnTo>
                  <a:lnTo>
                    <a:pt x="427867" y="667210"/>
                  </a:lnTo>
                  <a:lnTo>
                    <a:pt x="424588" y="665571"/>
                  </a:lnTo>
                  <a:lnTo>
                    <a:pt x="421310" y="662292"/>
                  </a:lnTo>
                  <a:lnTo>
                    <a:pt x="419670" y="657374"/>
                  </a:lnTo>
                  <a:lnTo>
                    <a:pt x="418031" y="654096"/>
                  </a:lnTo>
                  <a:lnTo>
                    <a:pt x="416392" y="652456"/>
                  </a:lnTo>
                  <a:lnTo>
                    <a:pt x="411474" y="650817"/>
                  </a:lnTo>
                  <a:lnTo>
                    <a:pt x="408195" y="650817"/>
                  </a:lnTo>
                  <a:lnTo>
                    <a:pt x="404916" y="652456"/>
                  </a:lnTo>
                  <a:lnTo>
                    <a:pt x="403277" y="652456"/>
                  </a:lnTo>
                  <a:lnTo>
                    <a:pt x="399998" y="650817"/>
                  </a:lnTo>
                  <a:lnTo>
                    <a:pt x="396720" y="649177"/>
                  </a:lnTo>
                  <a:lnTo>
                    <a:pt x="391802" y="647538"/>
                  </a:lnTo>
                  <a:lnTo>
                    <a:pt x="390162" y="647538"/>
                  </a:lnTo>
                  <a:lnTo>
                    <a:pt x="386883" y="647538"/>
                  </a:lnTo>
                  <a:lnTo>
                    <a:pt x="381966" y="645899"/>
                  </a:lnTo>
                  <a:lnTo>
                    <a:pt x="381966" y="645899"/>
                  </a:lnTo>
                  <a:lnTo>
                    <a:pt x="377047" y="642620"/>
                  </a:lnTo>
                  <a:lnTo>
                    <a:pt x="373769" y="640981"/>
                  </a:lnTo>
                  <a:lnTo>
                    <a:pt x="373769" y="640981"/>
                  </a:lnTo>
                  <a:lnTo>
                    <a:pt x="370490" y="639341"/>
                  </a:lnTo>
                  <a:lnTo>
                    <a:pt x="365572" y="639341"/>
                  </a:lnTo>
                  <a:lnTo>
                    <a:pt x="365572" y="637702"/>
                  </a:lnTo>
                  <a:lnTo>
                    <a:pt x="362293" y="637702"/>
                  </a:lnTo>
                  <a:lnTo>
                    <a:pt x="357375" y="636063"/>
                  </a:lnTo>
                  <a:lnTo>
                    <a:pt x="355736" y="631145"/>
                  </a:lnTo>
                  <a:lnTo>
                    <a:pt x="354097" y="627866"/>
                  </a:lnTo>
                  <a:lnTo>
                    <a:pt x="350818" y="624587"/>
                  </a:lnTo>
                  <a:lnTo>
                    <a:pt x="350818" y="619669"/>
                  </a:lnTo>
                  <a:lnTo>
                    <a:pt x="349179" y="618030"/>
                  </a:lnTo>
                  <a:lnTo>
                    <a:pt x="345900" y="614751"/>
                  </a:lnTo>
                  <a:lnTo>
                    <a:pt x="342621" y="611473"/>
                  </a:lnTo>
                  <a:lnTo>
                    <a:pt x="342621" y="611473"/>
                  </a:lnTo>
                  <a:lnTo>
                    <a:pt x="339343" y="608194"/>
                  </a:lnTo>
                  <a:lnTo>
                    <a:pt x="334425" y="606555"/>
                  </a:lnTo>
                  <a:lnTo>
                    <a:pt x="331146" y="604915"/>
                  </a:lnTo>
                  <a:lnTo>
                    <a:pt x="331146" y="601637"/>
                  </a:lnTo>
                  <a:lnTo>
                    <a:pt x="327867" y="599997"/>
                  </a:lnTo>
                  <a:lnTo>
                    <a:pt x="322949" y="599997"/>
                  </a:lnTo>
                  <a:lnTo>
                    <a:pt x="321310" y="598358"/>
                  </a:lnTo>
                  <a:lnTo>
                    <a:pt x="316392" y="595079"/>
                  </a:lnTo>
                  <a:lnTo>
                    <a:pt x="313113" y="595079"/>
                  </a:lnTo>
                  <a:lnTo>
                    <a:pt x="309835" y="591801"/>
                  </a:lnTo>
                  <a:lnTo>
                    <a:pt x="306556" y="588522"/>
                  </a:lnTo>
                  <a:lnTo>
                    <a:pt x="304917" y="585243"/>
                  </a:lnTo>
                  <a:lnTo>
                    <a:pt x="304917" y="581965"/>
                  </a:lnTo>
                  <a:lnTo>
                    <a:pt x="301638" y="577047"/>
                  </a:lnTo>
                  <a:lnTo>
                    <a:pt x="299999" y="577047"/>
                  </a:lnTo>
                  <a:lnTo>
                    <a:pt x="298359" y="573768"/>
                  </a:lnTo>
                  <a:lnTo>
                    <a:pt x="296720" y="568850"/>
                  </a:lnTo>
                  <a:lnTo>
                    <a:pt x="296720" y="568850"/>
                  </a:lnTo>
                  <a:lnTo>
                    <a:pt x="293441" y="563932"/>
                  </a:lnTo>
                  <a:lnTo>
                    <a:pt x="293441" y="560653"/>
                  </a:lnTo>
                  <a:lnTo>
                    <a:pt x="291802" y="557374"/>
                  </a:lnTo>
                  <a:lnTo>
                    <a:pt x="291802" y="554096"/>
                  </a:lnTo>
                  <a:lnTo>
                    <a:pt x="291802" y="549178"/>
                  </a:lnTo>
                  <a:lnTo>
                    <a:pt x="290163" y="545899"/>
                  </a:lnTo>
                  <a:lnTo>
                    <a:pt x="290163" y="542621"/>
                  </a:lnTo>
                  <a:lnTo>
                    <a:pt x="293441" y="539342"/>
                  </a:lnTo>
                  <a:lnTo>
                    <a:pt x="296720" y="539342"/>
                  </a:lnTo>
                  <a:lnTo>
                    <a:pt x="301638" y="537703"/>
                  </a:lnTo>
                  <a:lnTo>
                    <a:pt x="304917" y="536063"/>
                  </a:lnTo>
                  <a:lnTo>
                    <a:pt x="308195" y="532784"/>
                  </a:lnTo>
                  <a:lnTo>
                    <a:pt x="308195" y="532784"/>
                  </a:lnTo>
                  <a:lnTo>
                    <a:pt x="306556" y="529506"/>
                  </a:lnTo>
                  <a:lnTo>
                    <a:pt x="303277" y="526227"/>
                  </a:lnTo>
                  <a:lnTo>
                    <a:pt x="299999" y="526227"/>
                  </a:lnTo>
                  <a:lnTo>
                    <a:pt x="301638" y="522949"/>
                  </a:lnTo>
                  <a:lnTo>
                    <a:pt x="304917" y="519670"/>
                  </a:lnTo>
                  <a:lnTo>
                    <a:pt x="308195" y="516391"/>
                  </a:lnTo>
                  <a:lnTo>
                    <a:pt x="311474" y="513112"/>
                  </a:lnTo>
                  <a:lnTo>
                    <a:pt x="311474" y="508194"/>
                  </a:lnTo>
                  <a:lnTo>
                    <a:pt x="313113" y="504916"/>
                  </a:lnTo>
                  <a:lnTo>
                    <a:pt x="313113" y="501637"/>
                  </a:lnTo>
                  <a:lnTo>
                    <a:pt x="316392" y="496719"/>
                  </a:lnTo>
                  <a:lnTo>
                    <a:pt x="313113" y="493440"/>
                  </a:lnTo>
                  <a:lnTo>
                    <a:pt x="309835" y="491801"/>
                  </a:lnTo>
                  <a:lnTo>
                    <a:pt x="308195" y="488522"/>
                  </a:lnTo>
                  <a:lnTo>
                    <a:pt x="308195" y="486883"/>
                  </a:lnTo>
                  <a:lnTo>
                    <a:pt x="306556" y="483604"/>
                  </a:lnTo>
                  <a:lnTo>
                    <a:pt x="304917" y="478687"/>
                  </a:lnTo>
                  <a:lnTo>
                    <a:pt x="303277" y="475408"/>
                  </a:lnTo>
                  <a:lnTo>
                    <a:pt x="303277" y="472129"/>
                  </a:lnTo>
                  <a:lnTo>
                    <a:pt x="303277" y="467211"/>
                  </a:lnTo>
                  <a:lnTo>
                    <a:pt x="304917" y="463932"/>
                  </a:lnTo>
                  <a:lnTo>
                    <a:pt x="304917" y="459014"/>
                  </a:lnTo>
                  <a:lnTo>
                    <a:pt x="304917" y="455736"/>
                  </a:lnTo>
                  <a:lnTo>
                    <a:pt x="304917" y="452457"/>
                  </a:lnTo>
                  <a:lnTo>
                    <a:pt x="304917" y="449178"/>
                  </a:lnTo>
                  <a:lnTo>
                    <a:pt x="303277" y="445900"/>
                  </a:lnTo>
                  <a:lnTo>
                    <a:pt x="301638" y="442621"/>
                  </a:lnTo>
                  <a:lnTo>
                    <a:pt x="298359" y="439342"/>
                  </a:lnTo>
                  <a:lnTo>
                    <a:pt x="296720" y="434424"/>
                  </a:lnTo>
                  <a:lnTo>
                    <a:pt x="293441" y="432785"/>
                  </a:lnTo>
                  <a:lnTo>
                    <a:pt x="291802" y="429506"/>
                  </a:lnTo>
                  <a:lnTo>
                    <a:pt x="288523" y="424588"/>
                  </a:lnTo>
                  <a:lnTo>
                    <a:pt x="286884" y="424588"/>
                  </a:lnTo>
                  <a:lnTo>
                    <a:pt x="285245" y="419670"/>
                  </a:lnTo>
                  <a:lnTo>
                    <a:pt x="281966" y="416392"/>
                  </a:lnTo>
                  <a:lnTo>
                    <a:pt x="281966" y="413113"/>
                  </a:lnTo>
                  <a:lnTo>
                    <a:pt x="280327" y="409834"/>
                  </a:lnTo>
                  <a:lnTo>
                    <a:pt x="278687" y="406556"/>
                  </a:lnTo>
                  <a:lnTo>
                    <a:pt x="275409" y="401637"/>
                  </a:lnTo>
                  <a:lnTo>
                    <a:pt x="273769" y="398359"/>
                  </a:lnTo>
                  <a:lnTo>
                    <a:pt x="273769" y="396720"/>
                  </a:lnTo>
                  <a:lnTo>
                    <a:pt x="272130" y="393441"/>
                  </a:lnTo>
                  <a:lnTo>
                    <a:pt x="270491" y="390162"/>
                  </a:lnTo>
                  <a:lnTo>
                    <a:pt x="270491" y="390162"/>
                  </a:lnTo>
                  <a:lnTo>
                    <a:pt x="267212" y="385244"/>
                  </a:lnTo>
                  <a:lnTo>
                    <a:pt x="263933" y="381966"/>
                  </a:lnTo>
                  <a:lnTo>
                    <a:pt x="260655" y="378687"/>
                  </a:lnTo>
                  <a:lnTo>
                    <a:pt x="257376" y="375408"/>
                  </a:lnTo>
                  <a:lnTo>
                    <a:pt x="255737" y="373769"/>
                  </a:lnTo>
                  <a:lnTo>
                    <a:pt x="250819" y="368851"/>
                  </a:lnTo>
                  <a:lnTo>
                    <a:pt x="247540" y="367212"/>
                  </a:lnTo>
                  <a:lnTo>
                    <a:pt x="244261" y="363933"/>
                  </a:lnTo>
                  <a:lnTo>
                    <a:pt x="247540" y="365572"/>
                  </a:lnTo>
                  <a:lnTo>
                    <a:pt x="250819" y="368851"/>
                  </a:lnTo>
                  <a:lnTo>
                    <a:pt x="254097" y="363933"/>
                  </a:lnTo>
                  <a:lnTo>
                    <a:pt x="250819" y="363933"/>
                  </a:lnTo>
                  <a:lnTo>
                    <a:pt x="245901" y="362294"/>
                  </a:lnTo>
                  <a:lnTo>
                    <a:pt x="245901" y="362294"/>
                  </a:lnTo>
                  <a:lnTo>
                    <a:pt x="245901" y="360654"/>
                  </a:lnTo>
                  <a:lnTo>
                    <a:pt x="240983" y="357375"/>
                  </a:lnTo>
                  <a:lnTo>
                    <a:pt x="237704" y="357375"/>
                  </a:lnTo>
                  <a:lnTo>
                    <a:pt x="237704" y="352457"/>
                  </a:lnTo>
                  <a:lnTo>
                    <a:pt x="239343" y="349179"/>
                  </a:lnTo>
                  <a:lnTo>
                    <a:pt x="239343" y="345900"/>
                  </a:lnTo>
                  <a:lnTo>
                    <a:pt x="239343" y="340982"/>
                  </a:lnTo>
                  <a:lnTo>
                    <a:pt x="240983" y="339343"/>
                  </a:lnTo>
                  <a:lnTo>
                    <a:pt x="239343" y="339343"/>
                  </a:lnTo>
                  <a:lnTo>
                    <a:pt x="237704" y="334425"/>
                  </a:lnTo>
                  <a:lnTo>
                    <a:pt x="232786" y="332785"/>
                  </a:lnTo>
                  <a:lnTo>
                    <a:pt x="231146" y="332785"/>
                  </a:lnTo>
                  <a:lnTo>
                    <a:pt x="231146" y="329507"/>
                  </a:lnTo>
                  <a:lnTo>
                    <a:pt x="227868" y="331146"/>
                  </a:lnTo>
                  <a:lnTo>
                    <a:pt x="224589" y="327867"/>
                  </a:lnTo>
                  <a:lnTo>
                    <a:pt x="222950" y="327867"/>
                  </a:lnTo>
                  <a:lnTo>
                    <a:pt x="219671" y="326228"/>
                  </a:lnTo>
                  <a:lnTo>
                    <a:pt x="216393" y="324589"/>
                  </a:lnTo>
                  <a:lnTo>
                    <a:pt x="219671" y="324589"/>
                  </a:lnTo>
                  <a:lnTo>
                    <a:pt x="219671" y="322950"/>
                  </a:lnTo>
                  <a:lnTo>
                    <a:pt x="216393" y="322950"/>
                  </a:lnTo>
                  <a:lnTo>
                    <a:pt x="216393" y="319671"/>
                  </a:lnTo>
                  <a:lnTo>
                    <a:pt x="216393" y="318031"/>
                  </a:lnTo>
                  <a:lnTo>
                    <a:pt x="213114" y="314753"/>
                  </a:lnTo>
                  <a:lnTo>
                    <a:pt x="209835" y="318031"/>
                  </a:lnTo>
                  <a:lnTo>
                    <a:pt x="206556" y="319671"/>
                  </a:lnTo>
                  <a:lnTo>
                    <a:pt x="206556" y="316392"/>
                  </a:lnTo>
                  <a:lnTo>
                    <a:pt x="209835" y="314753"/>
                  </a:lnTo>
                  <a:lnTo>
                    <a:pt x="211474" y="309835"/>
                  </a:lnTo>
                  <a:lnTo>
                    <a:pt x="206556" y="313113"/>
                  </a:lnTo>
                  <a:lnTo>
                    <a:pt x="206556" y="314753"/>
                  </a:lnTo>
                  <a:lnTo>
                    <a:pt x="206556" y="314753"/>
                  </a:lnTo>
                  <a:lnTo>
                    <a:pt x="203278" y="311474"/>
                  </a:lnTo>
                  <a:lnTo>
                    <a:pt x="199999" y="311474"/>
                  </a:lnTo>
                  <a:lnTo>
                    <a:pt x="195081" y="311474"/>
                  </a:lnTo>
                  <a:lnTo>
                    <a:pt x="199999" y="308195"/>
                  </a:lnTo>
                  <a:lnTo>
                    <a:pt x="196720" y="306556"/>
                  </a:lnTo>
                  <a:lnTo>
                    <a:pt x="195081" y="309835"/>
                  </a:lnTo>
                  <a:lnTo>
                    <a:pt x="195081" y="306556"/>
                  </a:lnTo>
                  <a:lnTo>
                    <a:pt x="195081" y="303277"/>
                  </a:lnTo>
                  <a:lnTo>
                    <a:pt x="195081" y="301638"/>
                  </a:lnTo>
                  <a:lnTo>
                    <a:pt x="195081" y="298359"/>
                  </a:lnTo>
                  <a:lnTo>
                    <a:pt x="198360" y="293441"/>
                  </a:lnTo>
                  <a:lnTo>
                    <a:pt x="199999" y="291802"/>
                  </a:lnTo>
                  <a:lnTo>
                    <a:pt x="201638" y="290163"/>
                  </a:lnTo>
                  <a:lnTo>
                    <a:pt x="204917" y="285245"/>
                  </a:lnTo>
                  <a:lnTo>
                    <a:pt x="204917" y="285245"/>
                  </a:lnTo>
                  <a:lnTo>
                    <a:pt x="204917" y="288523"/>
                  </a:lnTo>
                  <a:lnTo>
                    <a:pt x="208196" y="283605"/>
                  </a:lnTo>
                  <a:lnTo>
                    <a:pt x="211474" y="281966"/>
                  </a:lnTo>
                  <a:lnTo>
                    <a:pt x="211474" y="283605"/>
                  </a:lnTo>
                  <a:lnTo>
                    <a:pt x="211474" y="280327"/>
                  </a:lnTo>
                  <a:lnTo>
                    <a:pt x="211474" y="278687"/>
                  </a:lnTo>
                  <a:lnTo>
                    <a:pt x="208196" y="280327"/>
                  </a:lnTo>
                  <a:lnTo>
                    <a:pt x="208196" y="277048"/>
                  </a:lnTo>
                  <a:lnTo>
                    <a:pt x="208196" y="272130"/>
                  </a:lnTo>
                  <a:lnTo>
                    <a:pt x="206556" y="268851"/>
                  </a:lnTo>
                  <a:lnTo>
                    <a:pt x="203278" y="265573"/>
                  </a:lnTo>
                  <a:lnTo>
                    <a:pt x="199999" y="265573"/>
                  </a:lnTo>
                  <a:lnTo>
                    <a:pt x="195081" y="265573"/>
                  </a:lnTo>
                  <a:lnTo>
                    <a:pt x="195081" y="265573"/>
                  </a:lnTo>
                  <a:lnTo>
                    <a:pt x="191802" y="263933"/>
                  </a:lnTo>
                  <a:lnTo>
                    <a:pt x="191802" y="263933"/>
                  </a:lnTo>
                  <a:lnTo>
                    <a:pt x="190163" y="260655"/>
                  </a:lnTo>
                  <a:lnTo>
                    <a:pt x="190163" y="255737"/>
                  </a:lnTo>
                  <a:lnTo>
                    <a:pt x="188524" y="252458"/>
                  </a:lnTo>
                  <a:lnTo>
                    <a:pt x="190163" y="249179"/>
                  </a:lnTo>
                  <a:lnTo>
                    <a:pt x="188524" y="247540"/>
                  </a:lnTo>
                  <a:lnTo>
                    <a:pt x="188524" y="247540"/>
                  </a:lnTo>
                  <a:lnTo>
                    <a:pt x="185245" y="247540"/>
                  </a:lnTo>
                  <a:lnTo>
                    <a:pt x="180327" y="245901"/>
                  </a:lnTo>
                  <a:lnTo>
                    <a:pt x="177048" y="244261"/>
                  </a:lnTo>
                  <a:lnTo>
                    <a:pt x="175409" y="240983"/>
                  </a:lnTo>
                  <a:lnTo>
                    <a:pt x="172130" y="239343"/>
                  </a:lnTo>
                  <a:lnTo>
                    <a:pt x="173770" y="234425"/>
                  </a:lnTo>
                  <a:lnTo>
                    <a:pt x="170491" y="231147"/>
                  </a:lnTo>
                  <a:lnTo>
                    <a:pt x="170491" y="226229"/>
                  </a:lnTo>
                  <a:lnTo>
                    <a:pt x="170491" y="222950"/>
                  </a:lnTo>
                  <a:lnTo>
                    <a:pt x="175409" y="219671"/>
                  </a:lnTo>
                  <a:lnTo>
                    <a:pt x="173770" y="216393"/>
                  </a:lnTo>
                  <a:lnTo>
                    <a:pt x="178688" y="214753"/>
                  </a:lnTo>
                  <a:lnTo>
                    <a:pt x="173770" y="213114"/>
                  </a:lnTo>
                  <a:lnTo>
                    <a:pt x="170491" y="211475"/>
                  </a:lnTo>
                  <a:lnTo>
                    <a:pt x="167212" y="211475"/>
                  </a:lnTo>
                  <a:lnTo>
                    <a:pt x="167212" y="209835"/>
                  </a:lnTo>
                  <a:lnTo>
                    <a:pt x="167212" y="209835"/>
                  </a:lnTo>
                  <a:lnTo>
                    <a:pt x="167212" y="209835"/>
                  </a:lnTo>
                  <a:lnTo>
                    <a:pt x="167212" y="209835"/>
                  </a:lnTo>
                  <a:lnTo>
                    <a:pt x="165573" y="209835"/>
                  </a:lnTo>
                  <a:lnTo>
                    <a:pt x="165573" y="211475"/>
                  </a:lnTo>
                  <a:lnTo>
                    <a:pt x="163934" y="214753"/>
                  </a:lnTo>
                  <a:lnTo>
                    <a:pt x="163934" y="211475"/>
                  </a:lnTo>
                  <a:lnTo>
                    <a:pt x="159016" y="209835"/>
                  </a:lnTo>
                  <a:lnTo>
                    <a:pt x="155737" y="208196"/>
                  </a:lnTo>
                  <a:lnTo>
                    <a:pt x="152458" y="204917"/>
                  </a:lnTo>
                  <a:lnTo>
                    <a:pt x="152458" y="199999"/>
                  </a:lnTo>
                  <a:lnTo>
                    <a:pt x="150819" y="196720"/>
                  </a:lnTo>
                  <a:lnTo>
                    <a:pt x="149180" y="193442"/>
                  </a:lnTo>
                  <a:lnTo>
                    <a:pt x="145901" y="188524"/>
                  </a:lnTo>
                  <a:lnTo>
                    <a:pt x="140983" y="186885"/>
                  </a:lnTo>
                  <a:lnTo>
                    <a:pt x="140983" y="183606"/>
                  </a:lnTo>
                  <a:lnTo>
                    <a:pt x="139344" y="180327"/>
                  </a:lnTo>
                  <a:lnTo>
                    <a:pt x="136065" y="175409"/>
                  </a:lnTo>
                  <a:lnTo>
                    <a:pt x="137704" y="172130"/>
                  </a:lnTo>
                  <a:lnTo>
                    <a:pt x="134426" y="168852"/>
                  </a:lnTo>
                  <a:lnTo>
                    <a:pt x="131147" y="163934"/>
                  </a:lnTo>
                  <a:lnTo>
                    <a:pt x="131147" y="160655"/>
                  </a:lnTo>
                  <a:lnTo>
                    <a:pt x="132786" y="157376"/>
                  </a:lnTo>
                  <a:lnTo>
                    <a:pt x="132786" y="152458"/>
                  </a:lnTo>
                  <a:lnTo>
                    <a:pt x="132786" y="152458"/>
                  </a:lnTo>
                  <a:lnTo>
                    <a:pt x="132786" y="149180"/>
                  </a:lnTo>
                  <a:lnTo>
                    <a:pt x="129508" y="150819"/>
                  </a:lnTo>
                  <a:lnTo>
                    <a:pt x="127868" y="147540"/>
                  </a:lnTo>
                  <a:lnTo>
                    <a:pt x="129508" y="142622"/>
                  </a:lnTo>
                  <a:lnTo>
                    <a:pt x="129508" y="140983"/>
                  </a:lnTo>
                  <a:lnTo>
                    <a:pt x="127868" y="137704"/>
                  </a:lnTo>
                  <a:lnTo>
                    <a:pt x="126229" y="132786"/>
                  </a:lnTo>
                  <a:lnTo>
                    <a:pt x="124590" y="129508"/>
                  </a:lnTo>
                  <a:lnTo>
                    <a:pt x="124590" y="126229"/>
                  </a:lnTo>
                  <a:lnTo>
                    <a:pt x="122950" y="121311"/>
                  </a:lnTo>
                  <a:lnTo>
                    <a:pt x="124590" y="119672"/>
                  </a:lnTo>
                  <a:lnTo>
                    <a:pt x="124590" y="116393"/>
                  </a:lnTo>
                  <a:lnTo>
                    <a:pt x="126229" y="111475"/>
                  </a:lnTo>
                  <a:lnTo>
                    <a:pt x="124590" y="108196"/>
                  </a:lnTo>
                  <a:lnTo>
                    <a:pt x="124590" y="103278"/>
                  </a:lnTo>
                  <a:lnTo>
                    <a:pt x="124590" y="100000"/>
                  </a:lnTo>
                  <a:lnTo>
                    <a:pt x="122950" y="96721"/>
                  </a:lnTo>
                  <a:lnTo>
                    <a:pt x="121311" y="93442"/>
                  </a:lnTo>
                  <a:lnTo>
                    <a:pt x="121311" y="88524"/>
                  </a:lnTo>
                  <a:lnTo>
                    <a:pt x="121311" y="85246"/>
                  </a:lnTo>
                  <a:lnTo>
                    <a:pt x="122950" y="81967"/>
                  </a:lnTo>
                  <a:lnTo>
                    <a:pt x="124590" y="77049"/>
                  </a:lnTo>
                  <a:lnTo>
                    <a:pt x="124590" y="73770"/>
                  </a:lnTo>
                  <a:lnTo>
                    <a:pt x="129508" y="70492"/>
                  </a:lnTo>
                  <a:lnTo>
                    <a:pt x="129508" y="67213"/>
                  </a:lnTo>
                  <a:lnTo>
                    <a:pt x="124590" y="65573"/>
                  </a:lnTo>
                  <a:lnTo>
                    <a:pt x="121311" y="63934"/>
                  </a:lnTo>
                  <a:lnTo>
                    <a:pt x="118032" y="63934"/>
                  </a:lnTo>
                  <a:lnTo>
                    <a:pt x="114754" y="62295"/>
                  </a:lnTo>
                  <a:lnTo>
                    <a:pt x="111475" y="60656"/>
                  </a:lnTo>
                  <a:lnTo>
                    <a:pt x="111475" y="60656"/>
                  </a:lnTo>
                  <a:lnTo>
                    <a:pt x="111475" y="55738"/>
                  </a:lnTo>
                  <a:lnTo>
                    <a:pt x="111475" y="52459"/>
                  </a:lnTo>
                  <a:lnTo>
                    <a:pt x="108196" y="50820"/>
                  </a:lnTo>
                  <a:lnTo>
                    <a:pt x="104918" y="49180"/>
                  </a:lnTo>
                  <a:lnTo>
                    <a:pt x="100000" y="52459"/>
                  </a:lnTo>
                  <a:lnTo>
                    <a:pt x="96721" y="54098"/>
                  </a:lnTo>
                  <a:lnTo>
                    <a:pt x="93442" y="52459"/>
                  </a:lnTo>
                  <a:lnTo>
                    <a:pt x="88524" y="50820"/>
                  </a:lnTo>
                  <a:lnTo>
                    <a:pt x="85246" y="45901"/>
                  </a:lnTo>
                  <a:lnTo>
                    <a:pt x="81967" y="42623"/>
                  </a:lnTo>
                  <a:lnTo>
                    <a:pt x="78688" y="40983"/>
                  </a:lnTo>
                  <a:lnTo>
                    <a:pt x="75409" y="39344"/>
                  </a:lnTo>
                  <a:lnTo>
                    <a:pt x="72131" y="36066"/>
                  </a:lnTo>
                  <a:lnTo>
                    <a:pt x="72131" y="36066"/>
                  </a:lnTo>
                  <a:lnTo>
                    <a:pt x="70492" y="34426"/>
                  </a:lnTo>
                  <a:lnTo>
                    <a:pt x="68852" y="32787"/>
                  </a:lnTo>
                  <a:lnTo>
                    <a:pt x="68852" y="36066"/>
                  </a:lnTo>
                  <a:lnTo>
                    <a:pt x="72131" y="39344"/>
                  </a:lnTo>
                  <a:lnTo>
                    <a:pt x="73770" y="42623"/>
                  </a:lnTo>
                  <a:lnTo>
                    <a:pt x="73770" y="47541"/>
                  </a:lnTo>
                  <a:lnTo>
                    <a:pt x="70492" y="50820"/>
                  </a:lnTo>
                  <a:lnTo>
                    <a:pt x="67213" y="54098"/>
                  </a:lnTo>
                  <a:lnTo>
                    <a:pt x="65573" y="57377"/>
                  </a:lnTo>
                  <a:lnTo>
                    <a:pt x="63934" y="62295"/>
                  </a:lnTo>
                  <a:lnTo>
                    <a:pt x="62295" y="65573"/>
                  </a:lnTo>
                  <a:lnTo>
                    <a:pt x="62295" y="68852"/>
                  </a:lnTo>
                  <a:lnTo>
                    <a:pt x="62295" y="73770"/>
                  </a:lnTo>
                  <a:lnTo>
                    <a:pt x="63934" y="77049"/>
                  </a:lnTo>
                  <a:lnTo>
                    <a:pt x="63934" y="80328"/>
                  </a:lnTo>
                  <a:lnTo>
                    <a:pt x="63934" y="85246"/>
                  </a:lnTo>
                  <a:lnTo>
                    <a:pt x="62295" y="88524"/>
                  </a:lnTo>
                  <a:lnTo>
                    <a:pt x="60656" y="91803"/>
                  </a:lnTo>
                  <a:lnTo>
                    <a:pt x="60656" y="96721"/>
                  </a:lnTo>
                  <a:lnTo>
                    <a:pt x="60656" y="100000"/>
                  </a:lnTo>
                  <a:lnTo>
                    <a:pt x="59016" y="103278"/>
                  </a:lnTo>
                  <a:lnTo>
                    <a:pt x="57377" y="106557"/>
                  </a:lnTo>
                  <a:lnTo>
                    <a:pt x="55737" y="111475"/>
                  </a:lnTo>
                  <a:lnTo>
                    <a:pt x="57377" y="114754"/>
                  </a:lnTo>
                  <a:lnTo>
                    <a:pt x="57377" y="118032"/>
                  </a:lnTo>
                  <a:lnTo>
                    <a:pt x="57377" y="119672"/>
                  </a:lnTo>
                  <a:lnTo>
                    <a:pt x="60656" y="122950"/>
                  </a:lnTo>
                  <a:lnTo>
                    <a:pt x="60656" y="126229"/>
                  </a:lnTo>
                  <a:lnTo>
                    <a:pt x="63934" y="129508"/>
                  </a:lnTo>
                  <a:lnTo>
                    <a:pt x="67213" y="132786"/>
                  </a:lnTo>
                  <a:lnTo>
                    <a:pt x="68852" y="136065"/>
                  </a:lnTo>
                  <a:lnTo>
                    <a:pt x="72131" y="140983"/>
                  </a:lnTo>
                  <a:lnTo>
                    <a:pt x="75409" y="142622"/>
                  </a:lnTo>
                  <a:lnTo>
                    <a:pt x="78688" y="147540"/>
                  </a:lnTo>
                  <a:lnTo>
                    <a:pt x="80328" y="150819"/>
                  </a:lnTo>
                  <a:lnTo>
                    <a:pt x="78688" y="154098"/>
                  </a:lnTo>
                  <a:lnTo>
                    <a:pt x="81967" y="159016"/>
                  </a:lnTo>
                  <a:lnTo>
                    <a:pt x="80328" y="163934"/>
                  </a:lnTo>
                  <a:lnTo>
                    <a:pt x="80328" y="167213"/>
                  </a:lnTo>
                  <a:lnTo>
                    <a:pt x="83606" y="165573"/>
                  </a:lnTo>
                  <a:lnTo>
                    <a:pt x="85246" y="168852"/>
                  </a:lnTo>
                  <a:lnTo>
                    <a:pt x="88524" y="170491"/>
                  </a:lnTo>
                  <a:lnTo>
                    <a:pt x="90164" y="175409"/>
                  </a:lnTo>
                  <a:lnTo>
                    <a:pt x="90164" y="178688"/>
                  </a:lnTo>
                  <a:lnTo>
                    <a:pt x="90164" y="181966"/>
                  </a:lnTo>
                  <a:lnTo>
                    <a:pt x="91803" y="186885"/>
                  </a:lnTo>
                  <a:lnTo>
                    <a:pt x="95082" y="186885"/>
                  </a:lnTo>
                  <a:lnTo>
                    <a:pt x="98360" y="190163"/>
                  </a:lnTo>
                  <a:lnTo>
                    <a:pt x="96721" y="193442"/>
                  </a:lnTo>
                  <a:lnTo>
                    <a:pt x="96721" y="198360"/>
                  </a:lnTo>
                  <a:lnTo>
                    <a:pt x="96721" y="201638"/>
                  </a:lnTo>
                  <a:lnTo>
                    <a:pt x="95082" y="204917"/>
                  </a:lnTo>
                  <a:lnTo>
                    <a:pt x="96721" y="208196"/>
                  </a:lnTo>
                  <a:lnTo>
                    <a:pt x="95082" y="211475"/>
                  </a:lnTo>
                  <a:lnTo>
                    <a:pt x="95082" y="216393"/>
                  </a:lnTo>
                  <a:lnTo>
                    <a:pt x="95082" y="219671"/>
                  </a:lnTo>
                  <a:lnTo>
                    <a:pt x="100000" y="222950"/>
                  </a:lnTo>
                  <a:lnTo>
                    <a:pt x="103278" y="226229"/>
                  </a:lnTo>
                  <a:lnTo>
                    <a:pt x="106557" y="231147"/>
                  </a:lnTo>
                  <a:lnTo>
                    <a:pt x="104918" y="234425"/>
                  </a:lnTo>
                  <a:lnTo>
                    <a:pt x="106557" y="237704"/>
                  </a:lnTo>
                  <a:lnTo>
                    <a:pt x="108196" y="240983"/>
                  </a:lnTo>
                  <a:lnTo>
                    <a:pt x="109836" y="244261"/>
                  </a:lnTo>
                  <a:lnTo>
                    <a:pt x="113114" y="247540"/>
                  </a:lnTo>
                  <a:lnTo>
                    <a:pt x="114754" y="247540"/>
                  </a:lnTo>
                  <a:lnTo>
                    <a:pt x="111475" y="252458"/>
                  </a:lnTo>
                  <a:lnTo>
                    <a:pt x="113114" y="255737"/>
                  </a:lnTo>
                  <a:lnTo>
                    <a:pt x="114754" y="260655"/>
                  </a:lnTo>
                  <a:lnTo>
                    <a:pt x="111475" y="263933"/>
                  </a:lnTo>
                  <a:lnTo>
                    <a:pt x="114754" y="267212"/>
                  </a:lnTo>
                  <a:lnTo>
                    <a:pt x="114754" y="272130"/>
                  </a:lnTo>
                  <a:lnTo>
                    <a:pt x="118032" y="267212"/>
                  </a:lnTo>
                  <a:lnTo>
                    <a:pt x="114754" y="263933"/>
                  </a:lnTo>
                  <a:lnTo>
                    <a:pt x="116393" y="260655"/>
                  </a:lnTo>
                  <a:lnTo>
                    <a:pt x="114754" y="255737"/>
                  </a:lnTo>
                  <a:lnTo>
                    <a:pt x="119672" y="257376"/>
                  </a:lnTo>
                  <a:lnTo>
                    <a:pt x="121311" y="262294"/>
                  </a:lnTo>
                  <a:lnTo>
                    <a:pt x="124590" y="265573"/>
                  </a:lnTo>
                  <a:lnTo>
                    <a:pt x="124590" y="270491"/>
                  </a:lnTo>
                  <a:lnTo>
                    <a:pt x="127868" y="273769"/>
                  </a:lnTo>
                  <a:lnTo>
                    <a:pt x="124590" y="277048"/>
                  </a:lnTo>
                  <a:lnTo>
                    <a:pt x="127868" y="281966"/>
                  </a:lnTo>
                  <a:lnTo>
                    <a:pt x="126229" y="285245"/>
                  </a:lnTo>
                  <a:lnTo>
                    <a:pt x="126229" y="288523"/>
                  </a:lnTo>
                  <a:lnTo>
                    <a:pt x="126229" y="293441"/>
                  </a:lnTo>
                  <a:lnTo>
                    <a:pt x="124590" y="296720"/>
                  </a:lnTo>
                  <a:lnTo>
                    <a:pt x="124590" y="301638"/>
                  </a:lnTo>
                  <a:lnTo>
                    <a:pt x="124590" y="304917"/>
                  </a:lnTo>
                  <a:lnTo>
                    <a:pt x="127868" y="308195"/>
                  </a:lnTo>
                  <a:lnTo>
                    <a:pt x="127868" y="313113"/>
                  </a:lnTo>
                  <a:lnTo>
                    <a:pt x="127868" y="316392"/>
                  </a:lnTo>
                  <a:lnTo>
                    <a:pt x="132786" y="316392"/>
                  </a:lnTo>
                  <a:lnTo>
                    <a:pt x="131147" y="321310"/>
                  </a:lnTo>
                  <a:lnTo>
                    <a:pt x="132786" y="324589"/>
                  </a:lnTo>
                  <a:lnTo>
                    <a:pt x="131147" y="327867"/>
                  </a:lnTo>
                  <a:lnTo>
                    <a:pt x="132786" y="332785"/>
                  </a:lnTo>
                  <a:lnTo>
                    <a:pt x="132786" y="336064"/>
                  </a:lnTo>
                  <a:lnTo>
                    <a:pt x="136065" y="339343"/>
                  </a:lnTo>
                  <a:lnTo>
                    <a:pt x="136065" y="342622"/>
                  </a:lnTo>
                  <a:lnTo>
                    <a:pt x="137704" y="347540"/>
                  </a:lnTo>
                  <a:lnTo>
                    <a:pt x="136065" y="350818"/>
                  </a:lnTo>
                  <a:lnTo>
                    <a:pt x="132786" y="354097"/>
                  </a:lnTo>
                  <a:lnTo>
                    <a:pt x="132786" y="359015"/>
                  </a:lnTo>
                  <a:lnTo>
                    <a:pt x="134426" y="362294"/>
                  </a:lnTo>
                  <a:lnTo>
                    <a:pt x="132786" y="365572"/>
                  </a:lnTo>
                  <a:lnTo>
                    <a:pt x="132786" y="367212"/>
                  </a:lnTo>
                  <a:lnTo>
                    <a:pt x="134426" y="370490"/>
                  </a:lnTo>
                  <a:lnTo>
                    <a:pt x="137704" y="375408"/>
                  </a:lnTo>
                  <a:lnTo>
                    <a:pt x="140983" y="375408"/>
                  </a:lnTo>
                  <a:lnTo>
                    <a:pt x="140983" y="375408"/>
                  </a:lnTo>
                  <a:lnTo>
                    <a:pt x="145901" y="375408"/>
                  </a:lnTo>
                  <a:lnTo>
                    <a:pt x="140983" y="375408"/>
                  </a:lnTo>
                  <a:lnTo>
                    <a:pt x="145901" y="377047"/>
                  </a:lnTo>
                  <a:lnTo>
                    <a:pt x="145901" y="372130"/>
                  </a:lnTo>
                  <a:lnTo>
                    <a:pt x="149180" y="368851"/>
                  </a:lnTo>
                  <a:lnTo>
                    <a:pt x="150819" y="372130"/>
                  </a:lnTo>
                  <a:lnTo>
                    <a:pt x="155737" y="375408"/>
                  </a:lnTo>
                  <a:lnTo>
                    <a:pt x="157376" y="377047"/>
                  </a:lnTo>
                  <a:lnTo>
                    <a:pt x="157376" y="380326"/>
                  </a:lnTo>
                  <a:lnTo>
                    <a:pt x="160655" y="381966"/>
                  </a:lnTo>
                  <a:lnTo>
                    <a:pt x="163934" y="383605"/>
                  </a:lnTo>
                  <a:lnTo>
                    <a:pt x="162294" y="388523"/>
                  </a:lnTo>
                  <a:lnTo>
                    <a:pt x="165573" y="391802"/>
                  </a:lnTo>
                  <a:lnTo>
                    <a:pt x="165573" y="395080"/>
                  </a:lnTo>
                  <a:lnTo>
                    <a:pt x="165573" y="399998"/>
                  </a:lnTo>
                  <a:lnTo>
                    <a:pt x="168852" y="401637"/>
                  </a:lnTo>
                  <a:lnTo>
                    <a:pt x="170491" y="404916"/>
                  </a:lnTo>
                  <a:lnTo>
                    <a:pt x="172130" y="408195"/>
                  </a:lnTo>
                  <a:lnTo>
                    <a:pt x="172130" y="409834"/>
                  </a:lnTo>
                  <a:lnTo>
                    <a:pt x="172130" y="413113"/>
                  </a:lnTo>
                  <a:lnTo>
                    <a:pt x="170491" y="418031"/>
                  </a:lnTo>
                  <a:lnTo>
                    <a:pt x="167212" y="421310"/>
                  </a:lnTo>
                  <a:lnTo>
                    <a:pt x="163934" y="424588"/>
                  </a:lnTo>
                  <a:lnTo>
                    <a:pt x="160655" y="424588"/>
                  </a:lnTo>
                  <a:lnTo>
                    <a:pt x="155737" y="427867"/>
                  </a:lnTo>
                  <a:lnTo>
                    <a:pt x="152458" y="431146"/>
                  </a:lnTo>
                  <a:lnTo>
                    <a:pt x="150819" y="432785"/>
                  </a:lnTo>
                  <a:lnTo>
                    <a:pt x="147540" y="431146"/>
                  </a:lnTo>
                  <a:lnTo>
                    <a:pt x="145901" y="431146"/>
                  </a:lnTo>
                  <a:lnTo>
                    <a:pt x="144262" y="427867"/>
                  </a:lnTo>
                  <a:lnTo>
                    <a:pt x="144262" y="424588"/>
                  </a:lnTo>
                  <a:lnTo>
                    <a:pt x="144262" y="421310"/>
                  </a:lnTo>
                  <a:lnTo>
                    <a:pt x="144262" y="416392"/>
                  </a:lnTo>
                  <a:lnTo>
                    <a:pt x="144262" y="411474"/>
                  </a:lnTo>
                  <a:lnTo>
                    <a:pt x="142622" y="408195"/>
                  </a:lnTo>
                  <a:lnTo>
                    <a:pt x="140983" y="404916"/>
                  </a:lnTo>
                  <a:lnTo>
                    <a:pt x="137704" y="399998"/>
                  </a:lnTo>
                  <a:lnTo>
                    <a:pt x="132786" y="398359"/>
                  </a:lnTo>
                  <a:lnTo>
                    <a:pt x="129508" y="396720"/>
                  </a:lnTo>
                  <a:lnTo>
                    <a:pt x="127868" y="391802"/>
                  </a:lnTo>
                  <a:lnTo>
                    <a:pt x="124590" y="388523"/>
                  </a:lnTo>
                  <a:lnTo>
                    <a:pt x="121311" y="385244"/>
                  </a:lnTo>
                  <a:lnTo>
                    <a:pt x="118032" y="380326"/>
                  </a:lnTo>
                  <a:lnTo>
                    <a:pt x="118032" y="380326"/>
                  </a:lnTo>
                  <a:lnTo>
                    <a:pt x="114754" y="377047"/>
                  </a:lnTo>
                  <a:lnTo>
                    <a:pt x="111475" y="375408"/>
                  </a:lnTo>
                  <a:lnTo>
                    <a:pt x="108196" y="372130"/>
                  </a:lnTo>
                  <a:lnTo>
                    <a:pt x="103278" y="368851"/>
                  </a:lnTo>
                  <a:lnTo>
                    <a:pt x="100000" y="365572"/>
                  </a:lnTo>
                  <a:lnTo>
                    <a:pt x="98360" y="363933"/>
                  </a:lnTo>
                  <a:lnTo>
                    <a:pt x="96721" y="360654"/>
                  </a:lnTo>
                  <a:lnTo>
                    <a:pt x="91803" y="359015"/>
                  </a:lnTo>
                  <a:lnTo>
                    <a:pt x="91803" y="354097"/>
                  </a:lnTo>
                  <a:lnTo>
                    <a:pt x="88524" y="350818"/>
                  </a:lnTo>
                  <a:lnTo>
                    <a:pt x="83606" y="349179"/>
                  </a:lnTo>
                  <a:lnTo>
                    <a:pt x="83606" y="344261"/>
                  </a:lnTo>
                  <a:lnTo>
                    <a:pt x="85246" y="340982"/>
                  </a:lnTo>
                  <a:lnTo>
                    <a:pt x="83606" y="344261"/>
                  </a:lnTo>
                  <a:lnTo>
                    <a:pt x="81967" y="347540"/>
                  </a:lnTo>
                  <a:lnTo>
                    <a:pt x="81967" y="344261"/>
                  </a:lnTo>
                  <a:lnTo>
                    <a:pt x="83606" y="340982"/>
                  </a:lnTo>
                  <a:lnTo>
                    <a:pt x="85246" y="336064"/>
                  </a:lnTo>
                  <a:lnTo>
                    <a:pt x="85246" y="336064"/>
                  </a:lnTo>
                  <a:lnTo>
                    <a:pt x="86885" y="332785"/>
                  </a:lnTo>
                  <a:lnTo>
                    <a:pt x="88524" y="331146"/>
                  </a:lnTo>
                  <a:lnTo>
                    <a:pt x="90164" y="326228"/>
                  </a:lnTo>
                  <a:lnTo>
                    <a:pt x="91803" y="322950"/>
                  </a:lnTo>
                  <a:lnTo>
                    <a:pt x="91803" y="319671"/>
                  </a:lnTo>
                  <a:lnTo>
                    <a:pt x="93442" y="314753"/>
                  </a:lnTo>
                  <a:lnTo>
                    <a:pt x="95082" y="311474"/>
                  </a:lnTo>
                  <a:lnTo>
                    <a:pt x="95082" y="306556"/>
                  </a:lnTo>
                  <a:lnTo>
                    <a:pt x="93442" y="303277"/>
                  </a:lnTo>
                  <a:lnTo>
                    <a:pt x="93442" y="299999"/>
                  </a:lnTo>
                  <a:lnTo>
                    <a:pt x="91803" y="295081"/>
                  </a:lnTo>
                  <a:lnTo>
                    <a:pt x="91803" y="295081"/>
                  </a:lnTo>
                  <a:lnTo>
                    <a:pt x="90164" y="291802"/>
                  </a:lnTo>
                  <a:lnTo>
                    <a:pt x="88524" y="286884"/>
                  </a:lnTo>
                  <a:lnTo>
                    <a:pt x="86885" y="285245"/>
                  </a:lnTo>
                  <a:lnTo>
                    <a:pt x="83606" y="285245"/>
                  </a:lnTo>
                  <a:lnTo>
                    <a:pt x="80328" y="281966"/>
                  </a:lnTo>
                  <a:lnTo>
                    <a:pt x="77049" y="280327"/>
                  </a:lnTo>
                  <a:lnTo>
                    <a:pt x="73770" y="275409"/>
                  </a:lnTo>
                  <a:lnTo>
                    <a:pt x="68852" y="272130"/>
                  </a:lnTo>
                  <a:lnTo>
                    <a:pt x="68852" y="268851"/>
                  </a:lnTo>
                  <a:lnTo>
                    <a:pt x="67213" y="263933"/>
                  </a:lnTo>
                  <a:lnTo>
                    <a:pt x="65573" y="260655"/>
                  </a:lnTo>
                  <a:lnTo>
                    <a:pt x="68852" y="255737"/>
                  </a:lnTo>
                  <a:lnTo>
                    <a:pt x="68852" y="252458"/>
                  </a:lnTo>
                  <a:lnTo>
                    <a:pt x="67213" y="255737"/>
                  </a:lnTo>
                  <a:lnTo>
                    <a:pt x="65573" y="259015"/>
                  </a:lnTo>
                  <a:lnTo>
                    <a:pt x="62295" y="262294"/>
                  </a:lnTo>
                  <a:lnTo>
                    <a:pt x="59016" y="260655"/>
                  </a:lnTo>
                  <a:lnTo>
                    <a:pt x="54098" y="262294"/>
                  </a:lnTo>
                  <a:lnTo>
                    <a:pt x="50819" y="263933"/>
                  </a:lnTo>
                  <a:lnTo>
                    <a:pt x="47541" y="262294"/>
                  </a:lnTo>
                  <a:lnTo>
                    <a:pt x="45901" y="259015"/>
                  </a:lnTo>
                  <a:lnTo>
                    <a:pt x="44262" y="254097"/>
                  </a:lnTo>
                  <a:lnTo>
                    <a:pt x="39344" y="252458"/>
                  </a:lnTo>
                  <a:lnTo>
                    <a:pt x="36065" y="250819"/>
                  </a:lnTo>
                  <a:lnTo>
                    <a:pt x="34426" y="245901"/>
                  </a:lnTo>
                  <a:lnTo>
                    <a:pt x="31147" y="244261"/>
                  </a:lnTo>
                  <a:lnTo>
                    <a:pt x="26229" y="244261"/>
                  </a:lnTo>
                  <a:lnTo>
                    <a:pt x="22951" y="240983"/>
                  </a:lnTo>
                  <a:lnTo>
                    <a:pt x="22951" y="237704"/>
                  </a:lnTo>
                  <a:lnTo>
                    <a:pt x="22951" y="234425"/>
                  </a:lnTo>
                  <a:lnTo>
                    <a:pt x="21311" y="231147"/>
                  </a:lnTo>
                  <a:lnTo>
                    <a:pt x="16393" y="229507"/>
                  </a:lnTo>
                  <a:lnTo>
                    <a:pt x="14754" y="224589"/>
                  </a:lnTo>
                  <a:lnTo>
                    <a:pt x="14754" y="224589"/>
                  </a:lnTo>
                  <a:lnTo>
                    <a:pt x="11475" y="222950"/>
                  </a:lnTo>
                  <a:lnTo>
                    <a:pt x="8197" y="219671"/>
                  </a:lnTo>
                  <a:lnTo>
                    <a:pt x="8197" y="214753"/>
                  </a:lnTo>
                  <a:lnTo>
                    <a:pt x="11475" y="216393"/>
                  </a:lnTo>
                  <a:lnTo>
                    <a:pt x="14754" y="216393"/>
                  </a:lnTo>
                  <a:lnTo>
                    <a:pt x="19672" y="216393"/>
                  </a:lnTo>
                  <a:lnTo>
                    <a:pt x="22951" y="218032"/>
                  </a:lnTo>
                  <a:lnTo>
                    <a:pt x="27869" y="218032"/>
                  </a:lnTo>
                  <a:lnTo>
                    <a:pt x="31147" y="216393"/>
                  </a:lnTo>
                  <a:lnTo>
                    <a:pt x="34426" y="214753"/>
                  </a:lnTo>
                  <a:lnTo>
                    <a:pt x="36065" y="218032"/>
                  </a:lnTo>
                  <a:lnTo>
                    <a:pt x="39344" y="222950"/>
                  </a:lnTo>
                  <a:lnTo>
                    <a:pt x="44262" y="222950"/>
                  </a:lnTo>
                  <a:lnTo>
                    <a:pt x="47541" y="222950"/>
                  </a:lnTo>
                  <a:lnTo>
                    <a:pt x="47541" y="227868"/>
                  </a:lnTo>
                  <a:lnTo>
                    <a:pt x="47541" y="231147"/>
                  </a:lnTo>
                  <a:lnTo>
                    <a:pt x="49180" y="227868"/>
                  </a:lnTo>
                  <a:lnTo>
                    <a:pt x="49180" y="222950"/>
                  </a:lnTo>
                  <a:lnTo>
                    <a:pt x="50819" y="219671"/>
                  </a:lnTo>
                  <a:lnTo>
                    <a:pt x="50819" y="216393"/>
                  </a:lnTo>
                  <a:lnTo>
                    <a:pt x="49180" y="211475"/>
                  </a:lnTo>
                  <a:lnTo>
                    <a:pt x="47541" y="216393"/>
                  </a:lnTo>
                  <a:lnTo>
                    <a:pt x="47541" y="219671"/>
                  </a:lnTo>
                  <a:lnTo>
                    <a:pt x="42623" y="221310"/>
                  </a:lnTo>
                  <a:lnTo>
                    <a:pt x="40983" y="218032"/>
                  </a:lnTo>
                  <a:lnTo>
                    <a:pt x="42623" y="213114"/>
                  </a:lnTo>
                  <a:lnTo>
                    <a:pt x="44262" y="209835"/>
                  </a:lnTo>
                  <a:lnTo>
                    <a:pt x="39344" y="213114"/>
                  </a:lnTo>
                  <a:lnTo>
                    <a:pt x="40983" y="208196"/>
                  </a:lnTo>
                  <a:lnTo>
                    <a:pt x="42623" y="208196"/>
                  </a:lnTo>
                  <a:lnTo>
                    <a:pt x="45901" y="203278"/>
                  </a:lnTo>
                  <a:lnTo>
                    <a:pt x="50819" y="199999"/>
                  </a:lnTo>
                  <a:lnTo>
                    <a:pt x="49180" y="195081"/>
                  </a:lnTo>
                  <a:lnTo>
                    <a:pt x="52459" y="191803"/>
                  </a:lnTo>
                  <a:lnTo>
                    <a:pt x="54098" y="188524"/>
                  </a:lnTo>
                  <a:lnTo>
                    <a:pt x="54098" y="183606"/>
                  </a:lnTo>
                  <a:lnTo>
                    <a:pt x="52459" y="181966"/>
                  </a:lnTo>
                  <a:lnTo>
                    <a:pt x="50819" y="178688"/>
                  </a:lnTo>
                  <a:lnTo>
                    <a:pt x="47541" y="177048"/>
                  </a:lnTo>
                  <a:lnTo>
                    <a:pt x="47541" y="172130"/>
                  </a:lnTo>
                  <a:lnTo>
                    <a:pt x="45901" y="168852"/>
                  </a:lnTo>
                  <a:lnTo>
                    <a:pt x="40983" y="165573"/>
                  </a:lnTo>
                  <a:lnTo>
                    <a:pt x="40983" y="160655"/>
                  </a:lnTo>
                  <a:lnTo>
                    <a:pt x="37705" y="157376"/>
                  </a:lnTo>
                  <a:lnTo>
                    <a:pt x="36065" y="154098"/>
                  </a:lnTo>
                  <a:lnTo>
                    <a:pt x="34426" y="149180"/>
                  </a:lnTo>
                  <a:lnTo>
                    <a:pt x="34426" y="149180"/>
                  </a:lnTo>
                  <a:lnTo>
                    <a:pt x="29508" y="145901"/>
                  </a:lnTo>
                  <a:lnTo>
                    <a:pt x="26229" y="145901"/>
                  </a:lnTo>
                  <a:lnTo>
                    <a:pt x="24590" y="144262"/>
                  </a:lnTo>
                  <a:lnTo>
                    <a:pt x="22951" y="140983"/>
                  </a:lnTo>
                  <a:lnTo>
                    <a:pt x="19672" y="139344"/>
                  </a:lnTo>
                  <a:lnTo>
                    <a:pt x="14754" y="136065"/>
                  </a:lnTo>
                  <a:lnTo>
                    <a:pt x="13115" y="132786"/>
                  </a:lnTo>
                  <a:lnTo>
                    <a:pt x="11475" y="131147"/>
                  </a:lnTo>
                  <a:lnTo>
                    <a:pt x="11475" y="127868"/>
                  </a:lnTo>
                  <a:lnTo>
                    <a:pt x="11475" y="122950"/>
                  </a:lnTo>
                  <a:lnTo>
                    <a:pt x="9836" y="119672"/>
                  </a:lnTo>
                  <a:lnTo>
                    <a:pt x="9836" y="119672"/>
                  </a:lnTo>
                  <a:lnTo>
                    <a:pt x="11475" y="116393"/>
                  </a:lnTo>
                  <a:lnTo>
                    <a:pt x="13115" y="111475"/>
                  </a:lnTo>
                  <a:lnTo>
                    <a:pt x="14754" y="108196"/>
                  </a:lnTo>
                  <a:lnTo>
                    <a:pt x="14754" y="104918"/>
                  </a:lnTo>
                  <a:lnTo>
                    <a:pt x="9836" y="101639"/>
                  </a:lnTo>
                  <a:lnTo>
                    <a:pt x="11475" y="100000"/>
                  </a:lnTo>
                  <a:lnTo>
                    <a:pt x="8197" y="103278"/>
                  </a:lnTo>
                  <a:lnTo>
                    <a:pt x="8197" y="100000"/>
                  </a:lnTo>
                  <a:lnTo>
                    <a:pt x="9836" y="95082"/>
                  </a:lnTo>
                  <a:lnTo>
                    <a:pt x="11475" y="91803"/>
                  </a:lnTo>
                  <a:lnTo>
                    <a:pt x="11475" y="88524"/>
                  </a:lnTo>
                  <a:lnTo>
                    <a:pt x="13115" y="83606"/>
                  </a:lnTo>
                  <a:lnTo>
                    <a:pt x="8197" y="80328"/>
                  </a:lnTo>
                  <a:lnTo>
                    <a:pt x="4918" y="77049"/>
                  </a:lnTo>
                  <a:lnTo>
                    <a:pt x="8197" y="72131"/>
                  </a:lnTo>
                  <a:lnTo>
                    <a:pt x="8197" y="68852"/>
                  </a:lnTo>
                  <a:lnTo>
                    <a:pt x="8197" y="65573"/>
                  </a:lnTo>
                  <a:lnTo>
                    <a:pt x="8197" y="62295"/>
                  </a:lnTo>
                  <a:lnTo>
                    <a:pt x="6557" y="59016"/>
                  </a:lnTo>
                  <a:lnTo>
                    <a:pt x="4918" y="54098"/>
                  </a:lnTo>
                  <a:lnTo>
                    <a:pt x="1639" y="52459"/>
                  </a:lnTo>
                  <a:lnTo>
                    <a:pt x="3279" y="47541"/>
                  </a:lnTo>
                  <a:lnTo>
                    <a:pt x="4918" y="44262"/>
                  </a:lnTo>
                  <a:lnTo>
                    <a:pt x="8197" y="40983"/>
                  </a:lnTo>
                  <a:lnTo>
                    <a:pt x="6557" y="36066"/>
                  </a:lnTo>
                  <a:lnTo>
                    <a:pt x="4918" y="32787"/>
                  </a:lnTo>
                  <a:lnTo>
                    <a:pt x="3279" y="29508"/>
                  </a:lnTo>
                  <a:lnTo>
                    <a:pt x="3279" y="26229"/>
                  </a:lnTo>
                  <a:lnTo>
                    <a:pt x="4918" y="21311"/>
                  </a:lnTo>
                  <a:lnTo>
                    <a:pt x="1639" y="18033"/>
                  </a:lnTo>
                  <a:lnTo>
                    <a:pt x="0" y="14754"/>
                  </a:lnTo>
                  <a:lnTo>
                    <a:pt x="0" y="9836"/>
                  </a:lnTo>
                  <a:lnTo>
                    <a:pt x="163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2" name="Freeform 2501">
              <a:extLst>
                <a:ext uri="{FF2B5EF4-FFF2-40B4-BE49-F238E27FC236}">
                  <a16:creationId xmlns:a16="http://schemas.microsoft.com/office/drawing/2014/main" id="{70BF8F48-A013-A64D-907D-E1172AB967DB}"/>
                </a:ext>
              </a:extLst>
            </p:cNvPr>
            <p:cNvSpPr/>
            <p:nvPr/>
          </p:nvSpPr>
          <p:spPr>
            <a:xfrm>
              <a:off x="1696020" y="2998508"/>
              <a:ext cx="26229" cy="73770"/>
            </a:xfrm>
            <a:custGeom>
              <a:avLst/>
              <a:gdLst>
                <a:gd name="connsiteX0" fmla="*/ 0 w 26229"/>
                <a:gd name="connsiteY0" fmla="*/ 73770 h 73770"/>
                <a:gd name="connsiteX1" fmla="*/ 1639 w 26229"/>
                <a:gd name="connsiteY1" fmla="*/ 70492 h 73770"/>
                <a:gd name="connsiteX2" fmla="*/ 1639 w 26229"/>
                <a:gd name="connsiteY2" fmla="*/ 65573 h 73770"/>
                <a:gd name="connsiteX3" fmla="*/ 3279 w 26229"/>
                <a:gd name="connsiteY3" fmla="*/ 62295 h 73770"/>
                <a:gd name="connsiteX4" fmla="*/ 3279 w 26229"/>
                <a:gd name="connsiteY4" fmla="*/ 59016 h 73770"/>
                <a:gd name="connsiteX5" fmla="*/ 4918 w 26229"/>
                <a:gd name="connsiteY5" fmla="*/ 54098 h 73770"/>
                <a:gd name="connsiteX6" fmla="*/ 6557 w 26229"/>
                <a:gd name="connsiteY6" fmla="*/ 50820 h 73770"/>
                <a:gd name="connsiteX7" fmla="*/ 8197 w 26229"/>
                <a:gd name="connsiteY7" fmla="*/ 47541 h 73770"/>
                <a:gd name="connsiteX8" fmla="*/ 8197 w 26229"/>
                <a:gd name="connsiteY8" fmla="*/ 42623 h 73770"/>
                <a:gd name="connsiteX9" fmla="*/ 9836 w 26229"/>
                <a:gd name="connsiteY9" fmla="*/ 39344 h 73770"/>
                <a:gd name="connsiteX10" fmla="*/ 11475 w 26229"/>
                <a:gd name="connsiteY10" fmla="*/ 36066 h 73770"/>
                <a:gd name="connsiteX11" fmla="*/ 13115 w 26229"/>
                <a:gd name="connsiteY11" fmla="*/ 31148 h 73770"/>
                <a:gd name="connsiteX12" fmla="*/ 14754 w 26229"/>
                <a:gd name="connsiteY12" fmla="*/ 27869 h 73770"/>
                <a:gd name="connsiteX13" fmla="*/ 16393 w 26229"/>
                <a:gd name="connsiteY13" fmla="*/ 24590 h 73770"/>
                <a:gd name="connsiteX14" fmla="*/ 18033 w 26229"/>
                <a:gd name="connsiteY14" fmla="*/ 19672 h 73770"/>
                <a:gd name="connsiteX15" fmla="*/ 18033 w 26229"/>
                <a:gd name="connsiteY15" fmla="*/ 18033 h 73770"/>
                <a:gd name="connsiteX16" fmla="*/ 21311 w 26229"/>
                <a:gd name="connsiteY16" fmla="*/ 13115 h 73770"/>
                <a:gd name="connsiteX17" fmla="*/ 24590 w 26229"/>
                <a:gd name="connsiteY17" fmla="*/ 9836 h 73770"/>
                <a:gd name="connsiteX18" fmla="*/ 26229 w 26229"/>
                <a:gd name="connsiteY18" fmla="*/ 6557 h 73770"/>
                <a:gd name="connsiteX19" fmla="*/ 26229 w 26229"/>
                <a:gd name="connsiteY19" fmla="*/ 1639 h 73770"/>
                <a:gd name="connsiteX20" fmla="*/ 22951 w 26229"/>
                <a:gd name="connsiteY20" fmla="*/ 0 h 73770"/>
                <a:gd name="connsiteX21" fmla="*/ 21311 w 26229"/>
                <a:gd name="connsiteY21" fmla="*/ 4918 h 73770"/>
                <a:gd name="connsiteX22" fmla="*/ 18033 w 26229"/>
                <a:gd name="connsiteY22" fmla="*/ 6557 h 73770"/>
                <a:gd name="connsiteX23" fmla="*/ 14754 w 26229"/>
                <a:gd name="connsiteY23" fmla="*/ 3279 h 73770"/>
                <a:gd name="connsiteX24" fmla="*/ 14754 w 26229"/>
                <a:gd name="connsiteY24" fmla="*/ 6557 h 73770"/>
                <a:gd name="connsiteX25" fmla="*/ 11475 w 26229"/>
                <a:gd name="connsiteY25" fmla="*/ 9836 h 73770"/>
                <a:gd name="connsiteX26" fmla="*/ 11475 w 26229"/>
                <a:gd name="connsiteY26" fmla="*/ 13115 h 73770"/>
                <a:gd name="connsiteX27" fmla="*/ 13115 w 26229"/>
                <a:gd name="connsiteY27" fmla="*/ 16393 h 73770"/>
                <a:gd name="connsiteX28" fmla="*/ 11475 w 26229"/>
                <a:gd name="connsiteY28" fmla="*/ 19672 h 73770"/>
                <a:gd name="connsiteX29" fmla="*/ 13115 w 26229"/>
                <a:gd name="connsiteY29" fmla="*/ 22951 h 73770"/>
                <a:gd name="connsiteX30" fmla="*/ 13115 w 26229"/>
                <a:gd name="connsiteY30" fmla="*/ 24590 h 73770"/>
                <a:gd name="connsiteX31" fmla="*/ 9836 w 26229"/>
                <a:gd name="connsiteY31" fmla="*/ 27869 h 73770"/>
                <a:gd name="connsiteX32" fmla="*/ 9836 w 26229"/>
                <a:gd name="connsiteY32" fmla="*/ 32787 h 73770"/>
                <a:gd name="connsiteX33" fmla="*/ 8197 w 26229"/>
                <a:gd name="connsiteY33" fmla="*/ 36066 h 73770"/>
                <a:gd name="connsiteX34" fmla="*/ 8197 w 26229"/>
                <a:gd name="connsiteY34" fmla="*/ 39344 h 73770"/>
                <a:gd name="connsiteX35" fmla="*/ 4918 w 26229"/>
                <a:gd name="connsiteY35" fmla="*/ 44262 h 73770"/>
                <a:gd name="connsiteX36" fmla="*/ 1639 w 26229"/>
                <a:gd name="connsiteY36" fmla="*/ 40983 h 73770"/>
                <a:gd name="connsiteX37" fmla="*/ 1639 w 26229"/>
                <a:gd name="connsiteY37" fmla="*/ 44262 h 73770"/>
                <a:gd name="connsiteX38" fmla="*/ 4918 w 26229"/>
                <a:gd name="connsiteY38" fmla="*/ 49180 h 73770"/>
                <a:gd name="connsiteX39" fmla="*/ 4918 w 26229"/>
                <a:gd name="connsiteY39" fmla="*/ 52459 h 73770"/>
                <a:gd name="connsiteX40" fmla="*/ 3279 w 26229"/>
                <a:gd name="connsiteY40" fmla="*/ 57377 h 73770"/>
                <a:gd name="connsiteX41" fmla="*/ 0 w 26229"/>
                <a:gd name="connsiteY41" fmla="*/ 60656 h 73770"/>
                <a:gd name="connsiteX42" fmla="*/ 0 w 26229"/>
                <a:gd name="connsiteY42" fmla="*/ 65573 h 73770"/>
                <a:gd name="connsiteX43" fmla="*/ 0 w 26229"/>
                <a:gd name="connsiteY43" fmla="*/ 68852 h 73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6229" h="73770">
                  <a:moveTo>
                    <a:pt x="0" y="73770"/>
                  </a:moveTo>
                  <a:lnTo>
                    <a:pt x="1639" y="70492"/>
                  </a:lnTo>
                  <a:lnTo>
                    <a:pt x="1639" y="65573"/>
                  </a:lnTo>
                  <a:lnTo>
                    <a:pt x="3279" y="62295"/>
                  </a:lnTo>
                  <a:lnTo>
                    <a:pt x="3279" y="59016"/>
                  </a:lnTo>
                  <a:lnTo>
                    <a:pt x="4918" y="54098"/>
                  </a:lnTo>
                  <a:lnTo>
                    <a:pt x="6557" y="50820"/>
                  </a:lnTo>
                  <a:lnTo>
                    <a:pt x="8197" y="47541"/>
                  </a:lnTo>
                  <a:lnTo>
                    <a:pt x="8197" y="42623"/>
                  </a:lnTo>
                  <a:lnTo>
                    <a:pt x="9836" y="39344"/>
                  </a:lnTo>
                  <a:lnTo>
                    <a:pt x="11475" y="36066"/>
                  </a:lnTo>
                  <a:lnTo>
                    <a:pt x="13115" y="31148"/>
                  </a:lnTo>
                  <a:lnTo>
                    <a:pt x="14754" y="27869"/>
                  </a:lnTo>
                  <a:lnTo>
                    <a:pt x="16393" y="24590"/>
                  </a:lnTo>
                  <a:lnTo>
                    <a:pt x="18033" y="19672"/>
                  </a:lnTo>
                  <a:lnTo>
                    <a:pt x="18033" y="18033"/>
                  </a:lnTo>
                  <a:lnTo>
                    <a:pt x="21311" y="13115"/>
                  </a:lnTo>
                  <a:lnTo>
                    <a:pt x="24590" y="9836"/>
                  </a:lnTo>
                  <a:lnTo>
                    <a:pt x="26229" y="6557"/>
                  </a:lnTo>
                  <a:lnTo>
                    <a:pt x="26229" y="1639"/>
                  </a:lnTo>
                  <a:lnTo>
                    <a:pt x="22951" y="0"/>
                  </a:lnTo>
                  <a:lnTo>
                    <a:pt x="21311" y="4918"/>
                  </a:lnTo>
                  <a:lnTo>
                    <a:pt x="18033" y="6557"/>
                  </a:lnTo>
                  <a:lnTo>
                    <a:pt x="14754" y="3279"/>
                  </a:lnTo>
                  <a:lnTo>
                    <a:pt x="14754" y="6557"/>
                  </a:lnTo>
                  <a:lnTo>
                    <a:pt x="11475" y="9836"/>
                  </a:lnTo>
                  <a:lnTo>
                    <a:pt x="11475" y="13115"/>
                  </a:lnTo>
                  <a:lnTo>
                    <a:pt x="13115" y="16393"/>
                  </a:lnTo>
                  <a:lnTo>
                    <a:pt x="11475" y="19672"/>
                  </a:lnTo>
                  <a:lnTo>
                    <a:pt x="13115" y="22951"/>
                  </a:lnTo>
                  <a:lnTo>
                    <a:pt x="13115" y="24590"/>
                  </a:lnTo>
                  <a:lnTo>
                    <a:pt x="9836" y="27869"/>
                  </a:lnTo>
                  <a:lnTo>
                    <a:pt x="9836" y="32787"/>
                  </a:lnTo>
                  <a:lnTo>
                    <a:pt x="8197" y="36066"/>
                  </a:lnTo>
                  <a:lnTo>
                    <a:pt x="8197" y="39344"/>
                  </a:lnTo>
                  <a:lnTo>
                    <a:pt x="4918" y="44262"/>
                  </a:lnTo>
                  <a:lnTo>
                    <a:pt x="1639" y="40983"/>
                  </a:lnTo>
                  <a:lnTo>
                    <a:pt x="1639" y="44262"/>
                  </a:lnTo>
                  <a:lnTo>
                    <a:pt x="4918" y="49180"/>
                  </a:lnTo>
                  <a:lnTo>
                    <a:pt x="4918" y="52459"/>
                  </a:lnTo>
                  <a:lnTo>
                    <a:pt x="3279" y="57377"/>
                  </a:lnTo>
                  <a:lnTo>
                    <a:pt x="0" y="60656"/>
                  </a:lnTo>
                  <a:lnTo>
                    <a:pt x="0" y="65573"/>
                  </a:lnTo>
                  <a:lnTo>
                    <a:pt x="0" y="6885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3" name="Freeform 2502">
              <a:extLst>
                <a:ext uri="{FF2B5EF4-FFF2-40B4-BE49-F238E27FC236}">
                  <a16:creationId xmlns:a16="http://schemas.microsoft.com/office/drawing/2014/main" id="{3BB67BDA-2142-4348-80D7-3BBBE6C04047}"/>
                </a:ext>
              </a:extLst>
            </p:cNvPr>
            <p:cNvSpPr/>
            <p:nvPr/>
          </p:nvSpPr>
          <p:spPr>
            <a:xfrm>
              <a:off x="1882904" y="3293589"/>
              <a:ext cx="13114" cy="6557"/>
            </a:xfrm>
            <a:custGeom>
              <a:avLst/>
              <a:gdLst>
                <a:gd name="connsiteX0" fmla="*/ 0 w 13114"/>
                <a:gd name="connsiteY0" fmla="*/ 6557 h 6557"/>
                <a:gd name="connsiteX1" fmla="*/ 0 w 13114"/>
                <a:gd name="connsiteY1" fmla="*/ 6557 h 6557"/>
                <a:gd name="connsiteX2" fmla="*/ 0 w 13114"/>
                <a:gd name="connsiteY2" fmla="*/ 6557 h 6557"/>
                <a:gd name="connsiteX3" fmla="*/ 1639 w 13114"/>
                <a:gd name="connsiteY3" fmla="*/ 6557 h 6557"/>
                <a:gd name="connsiteX4" fmla="*/ 4918 w 13114"/>
                <a:gd name="connsiteY4" fmla="*/ 4918 h 6557"/>
                <a:gd name="connsiteX5" fmla="*/ 8197 w 13114"/>
                <a:gd name="connsiteY5" fmla="*/ 1639 h 6557"/>
                <a:gd name="connsiteX6" fmla="*/ 13115 w 13114"/>
                <a:gd name="connsiteY6" fmla="*/ 0 h 6557"/>
                <a:gd name="connsiteX7" fmla="*/ 11475 w 13114"/>
                <a:gd name="connsiteY7" fmla="*/ 0 h 6557"/>
                <a:gd name="connsiteX8" fmla="*/ 8197 w 13114"/>
                <a:gd name="connsiteY8" fmla="*/ 1639 h 6557"/>
                <a:gd name="connsiteX9" fmla="*/ 3279 w 13114"/>
                <a:gd name="connsiteY9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14" h="6557">
                  <a:moveTo>
                    <a:pt x="0" y="6557"/>
                  </a:moveTo>
                  <a:lnTo>
                    <a:pt x="0" y="6557"/>
                  </a:lnTo>
                  <a:lnTo>
                    <a:pt x="0" y="6557"/>
                  </a:lnTo>
                  <a:lnTo>
                    <a:pt x="1639" y="6557"/>
                  </a:lnTo>
                  <a:lnTo>
                    <a:pt x="4918" y="4918"/>
                  </a:lnTo>
                  <a:lnTo>
                    <a:pt x="8197" y="1639"/>
                  </a:lnTo>
                  <a:lnTo>
                    <a:pt x="13115" y="0"/>
                  </a:lnTo>
                  <a:lnTo>
                    <a:pt x="11475" y="0"/>
                  </a:lnTo>
                  <a:lnTo>
                    <a:pt x="8197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4" name="Freeform 2503">
              <a:extLst>
                <a:ext uri="{FF2B5EF4-FFF2-40B4-BE49-F238E27FC236}">
                  <a16:creationId xmlns:a16="http://schemas.microsoft.com/office/drawing/2014/main" id="{51C1E111-B5CF-6141-A13C-A94C45E24179}"/>
                </a:ext>
              </a:extLst>
            </p:cNvPr>
            <p:cNvSpPr/>
            <p:nvPr/>
          </p:nvSpPr>
          <p:spPr>
            <a:xfrm>
              <a:off x="1723888" y="3298507"/>
              <a:ext cx="4917" cy="6557"/>
            </a:xfrm>
            <a:custGeom>
              <a:avLst/>
              <a:gdLst>
                <a:gd name="connsiteX0" fmla="*/ 3279 w 4917"/>
                <a:gd name="connsiteY0" fmla="*/ 1639 h 6557"/>
                <a:gd name="connsiteX1" fmla="*/ 3279 w 4917"/>
                <a:gd name="connsiteY1" fmla="*/ 1639 h 6557"/>
                <a:gd name="connsiteX2" fmla="*/ 4918 w 4917"/>
                <a:gd name="connsiteY2" fmla="*/ 0 h 6557"/>
                <a:gd name="connsiteX3" fmla="*/ 3279 w 4917"/>
                <a:gd name="connsiteY3" fmla="*/ 3279 h 6557"/>
                <a:gd name="connsiteX4" fmla="*/ 4918 w 4917"/>
                <a:gd name="connsiteY4" fmla="*/ 4918 h 6557"/>
                <a:gd name="connsiteX5" fmla="*/ 0 w 4917"/>
                <a:gd name="connsiteY5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7" h="6557">
                  <a:moveTo>
                    <a:pt x="3279" y="1639"/>
                  </a:moveTo>
                  <a:lnTo>
                    <a:pt x="3279" y="1639"/>
                  </a:lnTo>
                  <a:lnTo>
                    <a:pt x="4918" y="0"/>
                  </a:lnTo>
                  <a:lnTo>
                    <a:pt x="3279" y="3279"/>
                  </a:lnTo>
                  <a:lnTo>
                    <a:pt x="4918" y="4918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5" name="Freeform 2504">
              <a:extLst>
                <a:ext uri="{FF2B5EF4-FFF2-40B4-BE49-F238E27FC236}">
                  <a16:creationId xmlns:a16="http://schemas.microsoft.com/office/drawing/2014/main" id="{30F8AB81-3D0B-A142-9AD4-86BFAB0ACCB2}"/>
                </a:ext>
              </a:extLst>
            </p:cNvPr>
            <p:cNvSpPr/>
            <p:nvPr/>
          </p:nvSpPr>
          <p:spPr>
            <a:xfrm>
              <a:off x="1728806" y="3296868"/>
              <a:ext cx="16393" cy="1639"/>
            </a:xfrm>
            <a:custGeom>
              <a:avLst/>
              <a:gdLst>
                <a:gd name="connsiteX0" fmla="*/ 0 w 16393"/>
                <a:gd name="connsiteY0" fmla="*/ 1639 h 1639"/>
                <a:gd name="connsiteX1" fmla="*/ 0 w 16393"/>
                <a:gd name="connsiteY1" fmla="*/ 0 h 1639"/>
                <a:gd name="connsiteX2" fmla="*/ 0 w 16393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1639">
                  <a:moveTo>
                    <a:pt x="0" y="163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6" name="Freeform 2505">
              <a:extLst>
                <a:ext uri="{FF2B5EF4-FFF2-40B4-BE49-F238E27FC236}">
                  <a16:creationId xmlns:a16="http://schemas.microsoft.com/office/drawing/2014/main" id="{CCAF40A2-484D-DC42-B0EF-A0593DB27E5B}"/>
                </a:ext>
              </a:extLst>
            </p:cNvPr>
            <p:cNvSpPr/>
            <p:nvPr/>
          </p:nvSpPr>
          <p:spPr>
            <a:xfrm>
              <a:off x="5200922" y="1614908"/>
              <a:ext cx="8196" cy="11475"/>
            </a:xfrm>
            <a:custGeom>
              <a:avLst/>
              <a:gdLst>
                <a:gd name="connsiteX0" fmla="*/ 4918 w 8196"/>
                <a:gd name="connsiteY0" fmla="*/ 11475 h 11475"/>
                <a:gd name="connsiteX1" fmla="*/ 6557 w 8196"/>
                <a:gd name="connsiteY1" fmla="*/ 11475 h 11475"/>
                <a:gd name="connsiteX2" fmla="*/ 3279 w 8196"/>
                <a:gd name="connsiteY2" fmla="*/ 9836 h 11475"/>
                <a:gd name="connsiteX3" fmla="*/ 3279 w 8196"/>
                <a:gd name="connsiteY3" fmla="*/ 6557 h 11475"/>
                <a:gd name="connsiteX4" fmla="*/ 8197 w 8196"/>
                <a:gd name="connsiteY4" fmla="*/ 3279 h 11475"/>
                <a:gd name="connsiteX5" fmla="*/ 4918 w 8196"/>
                <a:gd name="connsiteY5" fmla="*/ 0 h 11475"/>
                <a:gd name="connsiteX6" fmla="*/ 1639 w 8196"/>
                <a:gd name="connsiteY6" fmla="*/ 0 h 11475"/>
                <a:gd name="connsiteX7" fmla="*/ 0 w 8196"/>
                <a:gd name="connsiteY7" fmla="*/ 3279 h 11475"/>
                <a:gd name="connsiteX8" fmla="*/ 0 w 8196"/>
                <a:gd name="connsiteY8" fmla="*/ 8197 h 11475"/>
                <a:gd name="connsiteX9" fmla="*/ 1639 w 8196"/>
                <a:gd name="connsiteY9" fmla="*/ 11475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6" h="11475">
                  <a:moveTo>
                    <a:pt x="4918" y="11475"/>
                  </a:moveTo>
                  <a:lnTo>
                    <a:pt x="6557" y="11475"/>
                  </a:lnTo>
                  <a:lnTo>
                    <a:pt x="3279" y="9836"/>
                  </a:lnTo>
                  <a:lnTo>
                    <a:pt x="3279" y="6557"/>
                  </a:lnTo>
                  <a:lnTo>
                    <a:pt x="8197" y="3279"/>
                  </a:lnTo>
                  <a:lnTo>
                    <a:pt x="4918" y="0"/>
                  </a:lnTo>
                  <a:lnTo>
                    <a:pt x="1639" y="0"/>
                  </a:lnTo>
                  <a:lnTo>
                    <a:pt x="0" y="3279"/>
                  </a:lnTo>
                  <a:lnTo>
                    <a:pt x="0" y="8197"/>
                  </a:lnTo>
                  <a:lnTo>
                    <a:pt x="1639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7" name="Freeform 2506">
              <a:extLst>
                <a:ext uri="{FF2B5EF4-FFF2-40B4-BE49-F238E27FC236}">
                  <a16:creationId xmlns:a16="http://schemas.microsoft.com/office/drawing/2014/main" id="{74CD9B4C-ADE6-204F-9830-FCFDF7F3C585}"/>
                </a:ext>
              </a:extLst>
            </p:cNvPr>
            <p:cNvSpPr/>
            <p:nvPr/>
          </p:nvSpPr>
          <p:spPr>
            <a:xfrm>
              <a:off x="5200922" y="1601794"/>
              <a:ext cx="11475" cy="8196"/>
            </a:xfrm>
            <a:custGeom>
              <a:avLst/>
              <a:gdLst>
                <a:gd name="connsiteX0" fmla="*/ 8197 w 11475"/>
                <a:gd name="connsiteY0" fmla="*/ 8197 h 8196"/>
                <a:gd name="connsiteX1" fmla="*/ 8197 w 11475"/>
                <a:gd name="connsiteY1" fmla="*/ 4918 h 8196"/>
                <a:gd name="connsiteX2" fmla="*/ 11476 w 11475"/>
                <a:gd name="connsiteY2" fmla="*/ 4918 h 8196"/>
                <a:gd name="connsiteX3" fmla="*/ 11476 w 11475"/>
                <a:gd name="connsiteY3" fmla="*/ 1639 h 8196"/>
                <a:gd name="connsiteX4" fmla="*/ 8197 w 11475"/>
                <a:gd name="connsiteY4" fmla="*/ 0 h 8196"/>
                <a:gd name="connsiteX5" fmla="*/ 4918 w 11475"/>
                <a:gd name="connsiteY5" fmla="*/ 1639 h 8196"/>
                <a:gd name="connsiteX6" fmla="*/ 1639 w 11475"/>
                <a:gd name="connsiteY6" fmla="*/ 1639 h 8196"/>
                <a:gd name="connsiteX7" fmla="*/ 0 w 11475"/>
                <a:gd name="connsiteY7" fmla="*/ 4918 h 8196"/>
                <a:gd name="connsiteX8" fmla="*/ 3279 w 11475"/>
                <a:gd name="connsiteY8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75" h="8196">
                  <a:moveTo>
                    <a:pt x="8197" y="8197"/>
                  </a:moveTo>
                  <a:lnTo>
                    <a:pt x="8197" y="4918"/>
                  </a:lnTo>
                  <a:lnTo>
                    <a:pt x="11476" y="4918"/>
                  </a:lnTo>
                  <a:lnTo>
                    <a:pt x="11476" y="1639"/>
                  </a:lnTo>
                  <a:lnTo>
                    <a:pt x="8197" y="0"/>
                  </a:lnTo>
                  <a:lnTo>
                    <a:pt x="4918" y="1639"/>
                  </a:lnTo>
                  <a:lnTo>
                    <a:pt x="1639" y="1639"/>
                  </a:lnTo>
                  <a:lnTo>
                    <a:pt x="0" y="4918"/>
                  </a:lnTo>
                  <a:lnTo>
                    <a:pt x="327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8" name="Freeform 2507">
              <a:extLst>
                <a:ext uri="{FF2B5EF4-FFF2-40B4-BE49-F238E27FC236}">
                  <a16:creationId xmlns:a16="http://schemas.microsoft.com/office/drawing/2014/main" id="{13852760-FAFC-1A4C-B7A2-6C06D4FDFE44}"/>
                </a:ext>
              </a:extLst>
            </p:cNvPr>
            <p:cNvSpPr/>
            <p:nvPr/>
          </p:nvSpPr>
          <p:spPr>
            <a:xfrm>
              <a:off x="5202561" y="1609990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9" name="Freeform 2508">
              <a:extLst>
                <a:ext uri="{FF2B5EF4-FFF2-40B4-BE49-F238E27FC236}">
                  <a16:creationId xmlns:a16="http://schemas.microsoft.com/office/drawing/2014/main" id="{710035C3-5AFB-914C-BA98-8E73E0023159}"/>
                </a:ext>
              </a:extLst>
            </p:cNvPr>
            <p:cNvSpPr/>
            <p:nvPr/>
          </p:nvSpPr>
          <p:spPr>
            <a:xfrm>
              <a:off x="5214037" y="1649334"/>
              <a:ext cx="4917" cy="4917"/>
            </a:xfrm>
            <a:custGeom>
              <a:avLst/>
              <a:gdLst>
                <a:gd name="connsiteX0" fmla="*/ 0 w 4917"/>
                <a:gd name="connsiteY0" fmla="*/ 4918 h 4917"/>
                <a:gd name="connsiteX1" fmla="*/ 1639 w 4917"/>
                <a:gd name="connsiteY1" fmla="*/ 1639 h 4917"/>
                <a:gd name="connsiteX2" fmla="*/ 4918 w 4917"/>
                <a:gd name="connsiteY2" fmla="*/ 0 h 4917"/>
                <a:gd name="connsiteX3" fmla="*/ 1639 w 4917"/>
                <a:gd name="connsiteY3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7">
                  <a:moveTo>
                    <a:pt x="0" y="4918"/>
                  </a:moveTo>
                  <a:lnTo>
                    <a:pt x="1639" y="1639"/>
                  </a:lnTo>
                  <a:lnTo>
                    <a:pt x="4918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0" name="Freeform 2509">
              <a:extLst>
                <a:ext uri="{FF2B5EF4-FFF2-40B4-BE49-F238E27FC236}">
                  <a16:creationId xmlns:a16="http://schemas.microsoft.com/office/drawing/2014/main" id="{31325D02-763B-FE4D-AD97-06596CDC7D81}"/>
                </a:ext>
              </a:extLst>
            </p:cNvPr>
            <p:cNvSpPr/>
            <p:nvPr/>
          </p:nvSpPr>
          <p:spPr>
            <a:xfrm>
              <a:off x="5214037" y="1569007"/>
              <a:ext cx="32786" cy="31147"/>
            </a:xfrm>
            <a:custGeom>
              <a:avLst/>
              <a:gdLst>
                <a:gd name="connsiteX0" fmla="*/ 13114 w 32786"/>
                <a:gd name="connsiteY0" fmla="*/ 21311 h 31147"/>
                <a:gd name="connsiteX1" fmla="*/ 16393 w 32786"/>
                <a:gd name="connsiteY1" fmla="*/ 24590 h 31147"/>
                <a:gd name="connsiteX2" fmla="*/ 18032 w 32786"/>
                <a:gd name="connsiteY2" fmla="*/ 24590 h 31147"/>
                <a:gd name="connsiteX3" fmla="*/ 19672 w 32786"/>
                <a:gd name="connsiteY3" fmla="*/ 19672 h 31147"/>
                <a:gd name="connsiteX4" fmla="*/ 22951 w 32786"/>
                <a:gd name="connsiteY4" fmla="*/ 19672 h 31147"/>
                <a:gd name="connsiteX5" fmla="*/ 22951 w 32786"/>
                <a:gd name="connsiteY5" fmla="*/ 16393 h 31147"/>
                <a:gd name="connsiteX6" fmla="*/ 19672 w 32786"/>
                <a:gd name="connsiteY6" fmla="*/ 16393 h 31147"/>
                <a:gd name="connsiteX7" fmla="*/ 22951 w 32786"/>
                <a:gd name="connsiteY7" fmla="*/ 14754 h 31147"/>
                <a:gd name="connsiteX8" fmla="*/ 26229 w 32786"/>
                <a:gd name="connsiteY8" fmla="*/ 11475 h 31147"/>
                <a:gd name="connsiteX9" fmla="*/ 31147 w 32786"/>
                <a:gd name="connsiteY9" fmla="*/ 9836 h 31147"/>
                <a:gd name="connsiteX10" fmla="*/ 26229 w 32786"/>
                <a:gd name="connsiteY10" fmla="*/ 9836 h 31147"/>
                <a:gd name="connsiteX11" fmla="*/ 31147 w 32786"/>
                <a:gd name="connsiteY11" fmla="*/ 6557 h 31147"/>
                <a:gd name="connsiteX12" fmla="*/ 32787 w 32786"/>
                <a:gd name="connsiteY12" fmla="*/ 3279 h 31147"/>
                <a:gd name="connsiteX13" fmla="*/ 29508 w 32786"/>
                <a:gd name="connsiteY13" fmla="*/ 0 h 31147"/>
                <a:gd name="connsiteX14" fmla="*/ 26229 w 32786"/>
                <a:gd name="connsiteY14" fmla="*/ 1639 h 31147"/>
                <a:gd name="connsiteX15" fmla="*/ 22951 w 32786"/>
                <a:gd name="connsiteY15" fmla="*/ 3279 h 31147"/>
                <a:gd name="connsiteX16" fmla="*/ 19672 w 32786"/>
                <a:gd name="connsiteY16" fmla="*/ 6557 h 31147"/>
                <a:gd name="connsiteX17" fmla="*/ 14754 w 32786"/>
                <a:gd name="connsiteY17" fmla="*/ 6557 h 31147"/>
                <a:gd name="connsiteX18" fmla="*/ 11475 w 32786"/>
                <a:gd name="connsiteY18" fmla="*/ 8197 h 31147"/>
                <a:gd name="connsiteX19" fmla="*/ 13114 w 32786"/>
                <a:gd name="connsiteY19" fmla="*/ 13115 h 31147"/>
                <a:gd name="connsiteX20" fmla="*/ 8197 w 32786"/>
                <a:gd name="connsiteY20" fmla="*/ 14754 h 31147"/>
                <a:gd name="connsiteX21" fmla="*/ 8197 w 32786"/>
                <a:gd name="connsiteY21" fmla="*/ 11475 h 31147"/>
                <a:gd name="connsiteX22" fmla="*/ 4918 w 32786"/>
                <a:gd name="connsiteY22" fmla="*/ 13115 h 31147"/>
                <a:gd name="connsiteX23" fmla="*/ 1639 w 32786"/>
                <a:gd name="connsiteY23" fmla="*/ 14754 h 31147"/>
                <a:gd name="connsiteX24" fmla="*/ 4918 w 32786"/>
                <a:gd name="connsiteY24" fmla="*/ 19672 h 31147"/>
                <a:gd name="connsiteX25" fmla="*/ 0 w 32786"/>
                <a:gd name="connsiteY25" fmla="*/ 21311 h 31147"/>
                <a:gd name="connsiteX26" fmla="*/ 4918 w 32786"/>
                <a:gd name="connsiteY26" fmla="*/ 22951 h 31147"/>
                <a:gd name="connsiteX27" fmla="*/ 8197 w 32786"/>
                <a:gd name="connsiteY27" fmla="*/ 24590 h 31147"/>
                <a:gd name="connsiteX28" fmla="*/ 4918 w 32786"/>
                <a:gd name="connsiteY28" fmla="*/ 26229 h 31147"/>
                <a:gd name="connsiteX29" fmla="*/ 0 w 32786"/>
                <a:gd name="connsiteY29" fmla="*/ 27869 h 31147"/>
                <a:gd name="connsiteX30" fmla="*/ 4918 w 32786"/>
                <a:gd name="connsiteY30" fmla="*/ 31148 h 31147"/>
                <a:gd name="connsiteX31" fmla="*/ 8197 w 32786"/>
                <a:gd name="connsiteY31" fmla="*/ 29508 h 31147"/>
                <a:gd name="connsiteX32" fmla="*/ 9836 w 32786"/>
                <a:gd name="connsiteY32" fmla="*/ 26229 h 31147"/>
                <a:gd name="connsiteX33" fmla="*/ 13114 w 32786"/>
                <a:gd name="connsiteY33" fmla="*/ 22951 h 3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2786" h="31147">
                  <a:moveTo>
                    <a:pt x="13114" y="21311"/>
                  </a:moveTo>
                  <a:lnTo>
                    <a:pt x="16393" y="24590"/>
                  </a:lnTo>
                  <a:lnTo>
                    <a:pt x="18032" y="24590"/>
                  </a:lnTo>
                  <a:lnTo>
                    <a:pt x="19672" y="19672"/>
                  </a:lnTo>
                  <a:lnTo>
                    <a:pt x="22951" y="19672"/>
                  </a:lnTo>
                  <a:lnTo>
                    <a:pt x="22951" y="16393"/>
                  </a:lnTo>
                  <a:lnTo>
                    <a:pt x="19672" y="16393"/>
                  </a:lnTo>
                  <a:lnTo>
                    <a:pt x="22951" y="14754"/>
                  </a:lnTo>
                  <a:lnTo>
                    <a:pt x="26229" y="11475"/>
                  </a:lnTo>
                  <a:lnTo>
                    <a:pt x="31147" y="9836"/>
                  </a:lnTo>
                  <a:lnTo>
                    <a:pt x="26229" y="9836"/>
                  </a:lnTo>
                  <a:lnTo>
                    <a:pt x="31147" y="6557"/>
                  </a:lnTo>
                  <a:lnTo>
                    <a:pt x="32787" y="3279"/>
                  </a:lnTo>
                  <a:lnTo>
                    <a:pt x="29508" y="0"/>
                  </a:lnTo>
                  <a:lnTo>
                    <a:pt x="26229" y="1639"/>
                  </a:lnTo>
                  <a:lnTo>
                    <a:pt x="22951" y="3279"/>
                  </a:lnTo>
                  <a:lnTo>
                    <a:pt x="19672" y="6557"/>
                  </a:lnTo>
                  <a:lnTo>
                    <a:pt x="14754" y="6557"/>
                  </a:lnTo>
                  <a:lnTo>
                    <a:pt x="11475" y="8197"/>
                  </a:lnTo>
                  <a:lnTo>
                    <a:pt x="13114" y="13115"/>
                  </a:lnTo>
                  <a:lnTo>
                    <a:pt x="8197" y="14754"/>
                  </a:lnTo>
                  <a:lnTo>
                    <a:pt x="8197" y="11475"/>
                  </a:lnTo>
                  <a:lnTo>
                    <a:pt x="4918" y="13115"/>
                  </a:lnTo>
                  <a:lnTo>
                    <a:pt x="1639" y="14754"/>
                  </a:lnTo>
                  <a:lnTo>
                    <a:pt x="4918" y="19672"/>
                  </a:lnTo>
                  <a:lnTo>
                    <a:pt x="0" y="21311"/>
                  </a:lnTo>
                  <a:lnTo>
                    <a:pt x="4918" y="22951"/>
                  </a:lnTo>
                  <a:lnTo>
                    <a:pt x="8197" y="24590"/>
                  </a:lnTo>
                  <a:lnTo>
                    <a:pt x="4918" y="26229"/>
                  </a:lnTo>
                  <a:lnTo>
                    <a:pt x="0" y="27869"/>
                  </a:lnTo>
                  <a:lnTo>
                    <a:pt x="4918" y="31148"/>
                  </a:lnTo>
                  <a:lnTo>
                    <a:pt x="8197" y="29508"/>
                  </a:lnTo>
                  <a:lnTo>
                    <a:pt x="9836" y="26229"/>
                  </a:lnTo>
                  <a:lnTo>
                    <a:pt x="13114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1" name="Freeform 2510">
              <a:extLst>
                <a:ext uri="{FF2B5EF4-FFF2-40B4-BE49-F238E27FC236}">
                  <a16:creationId xmlns:a16="http://schemas.microsoft.com/office/drawing/2014/main" id="{4B4E060F-FA9B-5943-A343-C751AB5FF72B}"/>
                </a:ext>
              </a:extLst>
            </p:cNvPr>
            <p:cNvSpPr/>
            <p:nvPr/>
          </p:nvSpPr>
          <p:spPr>
            <a:xfrm>
              <a:off x="5222233" y="1642777"/>
              <a:ext cx="6557" cy="4918"/>
            </a:xfrm>
            <a:custGeom>
              <a:avLst/>
              <a:gdLst>
                <a:gd name="connsiteX0" fmla="*/ 0 w 6557"/>
                <a:gd name="connsiteY0" fmla="*/ 4918 h 4918"/>
                <a:gd name="connsiteX1" fmla="*/ 3278 w 6557"/>
                <a:gd name="connsiteY1" fmla="*/ 4918 h 4918"/>
                <a:gd name="connsiteX2" fmla="*/ 6557 w 6557"/>
                <a:gd name="connsiteY2" fmla="*/ 0 h 4918"/>
                <a:gd name="connsiteX3" fmla="*/ 3278 w 6557"/>
                <a:gd name="connsiteY3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4918">
                  <a:moveTo>
                    <a:pt x="0" y="4918"/>
                  </a:moveTo>
                  <a:lnTo>
                    <a:pt x="3278" y="4918"/>
                  </a:lnTo>
                  <a:lnTo>
                    <a:pt x="6557" y="0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2" name="Freeform 2511">
              <a:extLst>
                <a:ext uri="{FF2B5EF4-FFF2-40B4-BE49-F238E27FC236}">
                  <a16:creationId xmlns:a16="http://schemas.microsoft.com/office/drawing/2014/main" id="{414226BB-66E4-2E46-B225-AE7FCDF7C4BC}"/>
                </a:ext>
              </a:extLst>
            </p:cNvPr>
            <p:cNvSpPr/>
            <p:nvPr/>
          </p:nvSpPr>
          <p:spPr>
            <a:xfrm>
              <a:off x="5223872" y="1675564"/>
              <a:ext cx="14754" cy="14754"/>
            </a:xfrm>
            <a:custGeom>
              <a:avLst/>
              <a:gdLst>
                <a:gd name="connsiteX0" fmla="*/ 6558 w 14754"/>
                <a:gd name="connsiteY0" fmla="*/ 14754 h 14754"/>
                <a:gd name="connsiteX1" fmla="*/ 6558 w 14754"/>
                <a:gd name="connsiteY1" fmla="*/ 13115 h 14754"/>
                <a:gd name="connsiteX2" fmla="*/ 11476 w 14754"/>
                <a:gd name="connsiteY2" fmla="*/ 11475 h 14754"/>
                <a:gd name="connsiteX3" fmla="*/ 14754 w 14754"/>
                <a:gd name="connsiteY3" fmla="*/ 8197 h 14754"/>
                <a:gd name="connsiteX4" fmla="*/ 13115 w 14754"/>
                <a:gd name="connsiteY4" fmla="*/ 4918 h 14754"/>
                <a:gd name="connsiteX5" fmla="*/ 9836 w 14754"/>
                <a:gd name="connsiteY5" fmla="*/ 0 h 14754"/>
                <a:gd name="connsiteX6" fmla="*/ 4918 w 14754"/>
                <a:gd name="connsiteY6" fmla="*/ 1639 h 14754"/>
                <a:gd name="connsiteX7" fmla="*/ 1639 w 14754"/>
                <a:gd name="connsiteY7" fmla="*/ 1639 h 14754"/>
                <a:gd name="connsiteX8" fmla="*/ 1639 w 14754"/>
                <a:gd name="connsiteY8" fmla="*/ 6557 h 14754"/>
                <a:gd name="connsiteX9" fmla="*/ 0 w 14754"/>
                <a:gd name="connsiteY9" fmla="*/ 9836 h 14754"/>
                <a:gd name="connsiteX10" fmla="*/ 3279 w 14754"/>
                <a:gd name="connsiteY10" fmla="*/ 8197 h 14754"/>
                <a:gd name="connsiteX11" fmla="*/ 6558 w 14754"/>
                <a:gd name="connsiteY11" fmla="*/ 6557 h 14754"/>
                <a:gd name="connsiteX12" fmla="*/ 6558 w 14754"/>
                <a:gd name="connsiteY12" fmla="*/ 9836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54" h="14754">
                  <a:moveTo>
                    <a:pt x="6558" y="14754"/>
                  </a:moveTo>
                  <a:lnTo>
                    <a:pt x="6558" y="13115"/>
                  </a:lnTo>
                  <a:lnTo>
                    <a:pt x="11476" y="11475"/>
                  </a:lnTo>
                  <a:lnTo>
                    <a:pt x="14754" y="8197"/>
                  </a:lnTo>
                  <a:lnTo>
                    <a:pt x="13115" y="4918"/>
                  </a:lnTo>
                  <a:lnTo>
                    <a:pt x="9836" y="0"/>
                  </a:lnTo>
                  <a:lnTo>
                    <a:pt x="4918" y="1639"/>
                  </a:lnTo>
                  <a:lnTo>
                    <a:pt x="1639" y="1639"/>
                  </a:lnTo>
                  <a:lnTo>
                    <a:pt x="1639" y="6557"/>
                  </a:lnTo>
                  <a:lnTo>
                    <a:pt x="0" y="9836"/>
                  </a:lnTo>
                  <a:lnTo>
                    <a:pt x="3279" y="8197"/>
                  </a:lnTo>
                  <a:lnTo>
                    <a:pt x="6558" y="6557"/>
                  </a:lnTo>
                  <a:lnTo>
                    <a:pt x="6558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3" name="Freeform 2512">
              <a:extLst>
                <a:ext uri="{FF2B5EF4-FFF2-40B4-BE49-F238E27FC236}">
                  <a16:creationId xmlns:a16="http://schemas.microsoft.com/office/drawing/2014/main" id="{FB8C6EF4-114F-7A40-BC8B-FA67212CC50F}"/>
                </a:ext>
              </a:extLst>
            </p:cNvPr>
            <p:cNvSpPr/>
            <p:nvPr/>
          </p:nvSpPr>
          <p:spPr>
            <a:xfrm>
              <a:off x="5223872" y="1601794"/>
              <a:ext cx="31147" cy="27868"/>
            </a:xfrm>
            <a:custGeom>
              <a:avLst/>
              <a:gdLst>
                <a:gd name="connsiteX0" fmla="*/ 21312 w 31147"/>
                <a:gd name="connsiteY0" fmla="*/ 27869 h 27868"/>
                <a:gd name="connsiteX1" fmla="*/ 22951 w 31147"/>
                <a:gd name="connsiteY1" fmla="*/ 27869 h 27868"/>
                <a:gd name="connsiteX2" fmla="*/ 27869 w 31147"/>
                <a:gd name="connsiteY2" fmla="*/ 24590 h 27868"/>
                <a:gd name="connsiteX3" fmla="*/ 31148 w 31147"/>
                <a:gd name="connsiteY3" fmla="*/ 21311 h 27868"/>
                <a:gd name="connsiteX4" fmla="*/ 31148 w 31147"/>
                <a:gd name="connsiteY4" fmla="*/ 18033 h 27868"/>
                <a:gd name="connsiteX5" fmla="*/ 29508 w 31147"/>
                <a:gd name="connsiteY5" fmla="*/ 18033 h 27868"/>
                <a:gd name="connsiteX6" fmla="*/ 26229 w 31147"/>
                <a:gd name="connsiteY6" fmla="*/ 18033 h 27868"/>
                <a:gd name="connsiteX7" fmla="*/ 22951 w 31147"/>
                <a:gd name="connsiteY7" fmla="*/ 16393 h 27868"/>
                <a:gd name="connsiteX8" fmla="*/ 18033 w 31147"/>
                <a:gd name="connsiteY8" fmla="*/ 14754 h 27868"/>
                <a:gd name="connsiteX9" fmla="*/ 19672 w 31147"/>
                <a:gd name="connsiteY9" fmla="*/ 9836 h 27868"/>
                <a:gd name="connsiteX10" fmla="*/ 19672 w 31147"/>
                <a:gd name="connsiteY10" fmla="*/ 6557 h 27868"/>
                <a:gd name="connsiteX11" fmla="*/ 16393 w 31147"/>
                <a:gd name="connsiteY11" fmla="*/ 3279 h 27868"/>
                <a:gd name="connsiteX12" fmla="*/ 13115 w 31147"/>
                <a:gd name="connsiteY12" fmla="*/ 0 h 27868"/>
                <a:gd name="connsiteX13" fmla="*/ 13115 w 31147"/>
                <a:gd name="connsiteY13" fmla="*/ 4918 h 27868"/>
                <a:gd name="connsiteX14" fmla="*/ 11476 w 31147"/>
                <a:gd name="connsiteY14" fmla="*/ 8197 h 27868"/>
                <a:gd name="connsiteX15" fmla="*/ 8197 w 31147"/>
                <a:gd name="connsiteY15" fmla="*/ 8197 h 27868"/>
                <a:gd name="connsiteX16" fmla="*/ 4918 w 31147"/>
                <a:gd name="connsiteY16" fmla="*/ 6557 h 27868"/>
                <a:gd name="connsiteX17" fmla="*/ 4918 w 31147"/>
                <a:gd name="connsiteY17" fmla="*/ 11475 h 27868"/>
                <a:gd name="connsiteX18" fmla="*/ 0 w 31147"/>
                <a:gd name="connsiteY18" fmla="*/ 9836 h 27868"/>
                <a:gd name="connsiteX19" fmla="*/ 1639 w 31147"/>
                <a:gd name="connsiteY19" fmla="*/ 13115 h 27868"/>
                <a:gd name="connsiteX20" fmla="*/ 4918 w 31147"/>
                <a:gd name="connsiteY20" fmla="*/ 14754 h 27868"/>
                <a:gd name="connsiteX21" fmla="*/ 8197 w 31147"/>
                <a:gd name="connsiteY21" fmla="*/ 14754 h 27868"/>
                <a:gd name="connsiteX22" fmla="*/ 11476 w 31147"/>
                <a:gd name="connsiteY22" fmla="*/ 16393 h 27868"/>
                <a:gd name="connsiteX23" fmla="*/ 8197 w 31147"/>
                <a:gd name="connsiteY23" fmla="*/ 18033 h 27868"/>
                <a:gd name="connsiteX24" fmla="*/ 11476 w 31147"/>
                <a:gd name="connsiteY24" fmla="*/ 21311 h 27868"/>
                <a:gd name="connsiteX25" fmla="*/ 14754 w 31147"/>
                <a:gd name="connsiteY25" fmla="*/ 21311 h 27868"/>
                <a:gd name="connsiteX26" fmla="*/ 18033 w 31147"/>
                <a:gd name="connsiteY26" fmla="*/ 22951 h 27868"/>
                <a:gd name="connsiteX27" fmla="*/ 22951 w 31147"/>
                <a:gd name="connsiteY27" fmla="*/ 21311 h 27868"/>
                <a:gd name="connsiteX28" fmla="*/ 26229 w 31147"/>
                <a:gd name="connsiteY28" fmla="*/ 21311 h 27868"/>
                <a:gd name="connsiteX29" fmla="*/ 21312 w 31147"/>
                <a:gd name="connsiteY29" fmla="*/ 24590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1147" h="27868">
                  <a:moveTo>
                    <a:pt x="21312" y="27869"/>
                  </a:moveTo>
                  <a:lnTo>
                    <a:pt x="22951" y="27869"/>
                  </a:lnTo>
                  <a:lnTo>
                    <a:pt x="27869" y="24590"/>
                  </a:lnTo>
                  <a:lnTo>
                    <a:pt x="31148" y="21311"/>
                  </a:lnTo>
                  <a:lnTo>
                    <a:pt x="31148" y="18033"/>
                  </a:lnTo>
                  <a:lnTo>
                    <a:pt x="29508" y="18033"/>
                  </a:lnTo>
                  <a:lnTo>
                    <a:pt x="26229" y="18033"/>
                  </a:lnTo>
                  <a:lnTo>
                    <a:pt x="22951" y="16393"/>
                  </a:lnTo>
                  <a:lnTo>
                    <a:pt x="18033" y="14754"/>
                  </a:lnTo>
                  <a:lnTo>
                    <a:pt x="19672" y="9836"/>
                  </a:lnTo>
                  <a:lnTo>
                    <a:pt x="19672" y="6557"/>
                  </a:lnTo>
                  <a:lnTo>
                    <a:pt x="16393" y="3279"/>
                  </a:lnTo>
                  <a:lnTo>
                    <a:pt x="13115" y="0"/>
                  </a:lnTo>
                  <a:lnTo>
                    <a:pt x="13115" y="4918"/>
                  </a:lnTo>
                  <a:lnTo>
                    <a:pt x="11476" y="8197"/>
                  </a:lnTo>
                  <a:lnTo>
                    <a:pt x="8197" y="8197"/>
                  </a:lnTo>
                  <a:lnTo>
                    <a:pt x="4918" y="6557"/>
                  </a:lnTo>
                  <a:lnTo>
                    <a:pt x="4918" y="11475"/>
                  </a:lnTo>
                  <a:lnTo>
                    <a:pt x="0" y="9836"/>
                  </a:lnTo>
                  <a:lnTo>
                    <a:pt x="1639" y="13115"/>
                  </a:lnTo>
                  <a:lnTo>
                    <a:pt x="4918" y="14754"/>
                  </a:lnTo>
                  <a:lnTo>
                    <a:pt x="8197" y="14754"/>
                  </a:lnTo>
                  <a:lnTo>
                    <a:pt x="11476" y="16393"/>
                  </a:lnTo>
                  <a:lnTo>
                    <a:pt x="8197" y="18033"/>
                  </a:lnTo>
                  <a:lnTo>
                    <a:pt x="11476" y="21311"/>
                  </a:lnTo>
                  <a:lnTo>
                    <a:pt x="14754" y="21311"/>
                  </a:lnTo>
                  <a:lnTo>
                    <a:pt x="18033" y="22951"/>
                  </a:lnTo>
                  <a:lnTo>
                    <a:pt x="22951" y="21311"/>
                  </a:lnTo>
                  <a:lnTo>
                    <a:pt x="26229" y="21311"/>
                  </a:lnTo>
                  <a:lnTo>
                    <a:pt x="21312" y="2459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4" name="Freeform 2513">
              <a:extLst>
                <a:ext uri="{FF2B5EF4-FFF2-40B4-BE49-F238E27FC236}">
                  <a16:creationId xmlns:a16="http://schemas.microsoft.com/office/drawing/2014/main" id="{A20319B3-E311-E04D-AAFB-7E4002A4A867}"/>
                </a:ext>
              </a:extLst>
            </p:cNvPr>
            <p:cNvSpPr/>
            <p:nvPr/>
          </p:nvSpPr>
          <p:spPr>
            <a:xfrm>
              <a:off x="5225512" y="1562450"/>
              <a:ext cx="255736" cy="362293"/>
            </a:xfrm>
            <a:custGeom>
              <a:avLst/>
              <a:gdLst>
                <a:gd name="connsiteX0" fmla="*/ 14754 w 255736"/>
                <a:gd name="connsiteY0" fmla="*/ 362293 h 362293"/>
                <a:gd name="connsiteX1" fmla="*/ 18033 w 255736"/>
                <a:gd name="connsiteY1" fmla="*/ 362293 h 362293"/>
                <a:gd name="connsiteX2" fmla="*/ 21312 w 255736"/>
                <a:gd name="connsiteY2" fmla="*/ 360654 h 362293"/>
                <a:gd name="connsiteX3" fmla="*/ 21312 w 255736"/>
                <a:gd name="connsiteY3" fmla="*/ 357375 h 362293"/>
                <a:gd name="connsiteX4" fmla="*/ 24590 w 255736"/>
                <a:gd name="connsiteY4" fmla="*/ 355736 h 362293"/>
                <a:gd name="connsiteX5" fmla="*/ 24590 w 255736"/>
                <a:gd name="connsiteY5" fmla="*/ 355736 h 362293"/>
                <a:gd name="connsiteX6" fmla="*/ 29508 w 255736"/>
                <a:gd name="connsiteY6" fmla="*/ 352457 h 362293"/>
                <a:gd name="connsiteX7" fmla="*/ 32787 w 255736"/>
                <a:gd name="connsiteY7" fmla="*/ 349179 h 362293"/>
                <a:gd name="connsiteX8" fmla="*/ 36066 w 255736"/>
                <a:gd name="connsiteY8" fmla="*/ 349179 h 362293"/>
                <a:gd name="connsiteX9" fmla="*/ 40983 w 255736"/>
                <a:gd name="connsiteY9" fmla="*/ 347539 h 362293"/>
                <a:gd name="connsiteX10" fmla="*/ 44262 w 255736"/>
                <a:gd name="connsiteY10" fmla="*/ 347539 h 362293"/>
                <a:gd name="connsiteX11" fmla="*/ 47541 w 255736"/>
                <a:gd name="connsiteY11" fmla="*/ 345900 h 362293"/>
                <a:gd name="connsiteX12" fmla="*/ 50820 w 255736"/>
                <a:gd name="connsiteY12" fmla="*/ 344261 h 362293"/>
                <a:gd name="connsiteX13" fmla="*/ 52459 w 255736"/>
                <a:gd name="connsiteY13" fmla="*/ 344261 h 362293"/>
                <a:gd name="connsiteX14" fmla="*/ 52459 w 255736"/>
                <a:gd name="connsiteY14" fmla="*/ 342621 h 362293"/>
                <a:gd name="connsiteX15" fmla="*/ 52459 w 255736"/>
                <a:gd name="connsiteY15" fmla="*/ 344261 h 362293"/>
                <a:gd name="connsiteX16" fmla="*/ 52459 w 255736"/>
                <a:gd name="connsiteY16" fmla="*/ 345900 h 362293"/>
                <a:gd name="connsiteX17" fmla="*/ 55737 w 255736"/>
                <a:gd name="connsiteY17" fmla="*/ 347539 h 362293"/>
                <a:gd name="connsiteX18" fmla="*/ 59016 w 255736"/>
                <a:gd name="connsiteY18" fmla="*/ 349179 h 362293"/>
                <a:gd name="connsiteX19" fmla="*/ 62295 w 255736"/>
                <a:gd name="connsiteY19" fmla="*/ 350818 h 362293"/>
                <a:gd name="connsiteX20" fmla="*/ 67213 w 255736"/>
                <a:gd name="connsiteY20" fmla="*/ 352457 h 362293"/>
                <a:gd name="connsiteX21" fmla="*/ 70492 w 255736"/>
                <a:gd name="connsiteY21" fmla="*/ 350818 h 362293"/>
                <a:gd name="connsiteX22" fmla="*/ 73770 w 255736"/>
                <a:gd name="connsiteY22" fmla="*/ 347539 h 362293"/>
                <a:gd name="connsiteX23" fmla="*/ 73770 w 255736"/>
                <a:gd name="connsiteY23" fmla="*/ 344261 h 362293"/>
                <a:gd name="connsiteX24" fmla="*/ 75410 w 255736"/>
                <a:gd name="connsiteY24" fmla="*/ 340982 h 362293"/>
                <a:gd name="connsiteX25" fmla="*/ 77049 w 255736"/>
                <a:gd name="connsiteY25" fmla="*/ 336064 h 362293"/>
                <a:gd name="connsiteX26" fmla="*/ 77049 w 255736"/>
                <a:gd name="connsiteY26" fmla="*/ 332785 h 362293"/>
                <a:gd name="connsiteX27" fmla="*/ 80327 w 255736"/>
                <a:gd name="connsiteY27" fmla="*/ 336064 h 362293"/>
                <a:gd name="connsiteX28" fmla="*/ 80327 w 255736"/>
                <a:gd name="connsiteY28" fmla="*/ 336064 h 362293"/>
                <a:gd name="connsiteX29" fmla="*/ 83606 w 255736"/>
                <a:gd name="connsiteY29" fmla="*/ 334425 h 362293"/>
                <a:gd name="connsiteX30" fmla="*/ 86885 w 255736"/>
                <a:gd name="connsiteY30" fmla="*/ 332785 h 362293"/>
                <a:gd name="connsiteX31" fmla="*/ 91803 w 255736"/>
                <a:gd name="connsiteY31" fmla="*/ 331146 h 362293"/>
                <a:gd name="connsiteX32" fmla="*/ 95082 w 255736"/>
                <a:gd name="connsiteY32" fmla="*/ 331146 h 362293"/>
                <a:gd name="connsiteX33" fmla="*/ 96721 w 255736"/>
                <a:gd name="connsiteY33" fmla="*/ 331146 h 362293"/>
                <a:gd name="connsiteX34" fmla="*/ 101639 w 255736"/>
                <a:gd name="connsiteY34" fmla="*/ 331146 h 362293"/>
                <a:gd name="connsiteX35" fmla="*/ 104917 w 255736"/>
                <a:gd name="connsiteY35" fmla="*/ 332785 h 362293"/>
                <a:gd name="connsiteX36" fmla="*/ 108196 w 255736"/>
                <a:gd name="connsiteY36" fmla="*/ 336064 h 362293"/>
                <a:gd name="connsiteX37" fmla="*/ 111475 w 255736"/>
                <a:gd name="connsiteY37" fmla="*/ 337703 h 362293"/>
                <a:gd name="connsiteX38" fmla="*/ 113114 w 255736"/>
                <a:gd name="connsiteY38" fmla="*/ 334425 h 362293"/>
                <a:gd name="connsiteX39" fmla="*/ 118032 w 255736"/>
                <a:gd name="connsiteY39" fmla="*/ 336064 h 362293"/>
                <a:gd name="connsiteX40" fmla="*/ 121311 w 255736"/>
                <a:gd name="connsiteY40" fmla="*/ 336064 h 362293"/>
                <a:gd name="connsiteX41" fmla="*/ 124590 w 255736"/>
                <a:gd name="connsiteY41" fmla="*/ 336064 h 362293"/>
                <a:gd name="connsiteX42" fmla="*/ 127869 w 255736"/>
                <a:gd name="connsiteY42" fmla="*/ 332785 h 362293"/>
                <a:gd name="connsiteX43" fmla="*/ 124590 w 255736"/>
                <a:gd name="connsiteY43" fmla="*/ 331146 h 362293"/>
                <a:gd name="connsiteX44" fmla="*/ 126229 w 255736"/>
                <a:gd name="connsiteY44" fmla="*/ 331146 h 362293"/>
                <a:gd name="connsiteX45" fmla="*/ 127869 w 255736"/>
                <a:gd name="connsiteY45" fmla="*/ 331146 h 362293"/>
                <a:gd name="connsiteX46" fmla="*/ 131147 w 255736"/>
                <a:gd name="connsiteY46" fmla="*/ 331146 h 362293"/>
                <a:gd name="connsiteX47" fmla="*/ 134426 w 255736"/>
                <a:gd name="connsiteY47" fmla="*/ 331146 h 362293"/>
                <a:gd name="connsiteX48" fmla="*/ 137704 w 255736"/>
                <a:gd name="connsiteY48" fmla="*/ 331146 h 362293"/>
                <a:gd name="connsiteX49" fmla="*/ 137704 w 255736"/>
                <a:gd name="connsiteY49" fmla="*/ 331146 h 362293"/>
                <a:gd name="connsiteX50" fmla="*/ 142623 w 255736"/>
                <a:gd name="connsiteY50" fmla="*/ 329507 h 362293"/>
                <a:gd name="connsiteX51" fmla="*/ 145901 w 255736"/>
                <a:gd name="connsiteY51" fmla="*/ 329507 h 362293"/>
                <a:gd name="connsiteX52" fmla="*/ 149180 w 255736"/>
                <a:gd name="connsiteY52" fmla="*/ 327867 h 362293"/>
                <a:gd name="connsiteX53" fmla="*/ 147540 w 255736"/>
                <a:gd name="connsiteY53" fmla="*/ 324589 h 362293"/>
                <a:gd name="connsiteX54" fmla="*/ 150819 w 255736"/>
                <a:gd name="connsiteY54" fmla="*/ 326228 h 362293"/>
                <a:gd name="connsiteX55" fmla="*/ 155737 w 255736"/>
                <a:gd name="connsiteY55" fmla="*/ 326228 h 362293"/>
                <a:gd name="connsiteX56" fmla="*/ 159016 w 255736"/>
                <a:gd name="connsiteY56" fmla="*/ 327867 h 362293"/>
                <a:gd name="connsiteX57" fmla="*/ 162294 w 255736"/>
                <a:gd name="connsiteY57" fmla="*/ 326228 h 362293"/>
                <a:gd name="connsiteX58" fmla="*/ 163934 w 255736"/>
                <a:gd name="connsiteY58" fmla="*/ 329507 h 362293"/>
                <a:gd name="connsiteX59" fmla="*/ 168852 w 255736"/>
                <a:gd name="connsiteY59" fmla="*/ 329507 h 362293"/>
                <a:gd name="connsiteX60" fmla="*/ 172130 w 255736"/>
                <a:gd name="connsiteY60" fmla="*/ 327867 h 362293"/>
                <a:gd name="connsiteX61" fmla="*/ 175409 w 255736"/>
                <a:gd name="connsiteY61" fmla="*/ 327867 h 362293"/>
                <a:gd name="connsiteX62" fmla="*/ 178688 w 255736"/>
                <a:gd name="connsiteY62" fmla="*/ 327867 h 362293"/>
                <a:gd name="connsiteX63" fmla="*/ 183606 w 255736"/>
                <a:gd name="connsiteY63" fmla="*/ 327867 h 362293"/>
                <a:gd name="connsiteX64" fmla="*/ 186884 w 255736"/>
                <a:gd name="connsiteY64" fmla="*/ 326228 h 362293"/>
                <a:gd name="connsiteX65" fmla="*/ 190163 w 255736"/>
                <a:gd name="connsiteY65" fmla="*/ 327867 h 362293"/>
                <a:gd name="connsiteX66" fmla="*/ 193442 w 255736"/>
                <a:gd name="connsiteY66" fmla="*/ 327867 h 362293"/>
                <a:gd name="connsiteX67" fmla="*/ 196720 w 255736"/>
                <a:gd name="connsiteY67" fmla="*/ 329507 h 362293"/>
                <a:gd name="connsiteX68" fmla="*/ 199999 w 255736"/>
                <a:gd name="connsiteY68" fmla="*/ 329507 h 362293"/>
                <a:gd name="connsiteX69" fmla="*/ 204917 w 255736"/>
                <a:gd name="connsiteY69" fmla="*/ 327867 h 362293"/>
                <a:gd name="connsiteX70" fmla="*/ 208196 w 255736"/>
                <a:gd name="connsiteY70" fmla="*/ 326228 h 362293"/>
                <a:gd name="connsiteX71" fmla="*/ 211474 w 255736"/>
                <a:gd name="connsiteY71" fmla="*/ 326228 h 362293"/>
                <a:gd name="connsiteX72" fmla="*/ 214753 w 255736"/>
                <a:gd name="connsiteY72" fmla="*/ 324589 h 362293"/>
                <a:gd name="connsiteX73" fmla="*/ 219671 w 255736"/>
                <a:gd name="connsiteY73" fmla="*/ 322949 h 362293"/>
                <a:gd name="connsiteX74" fmla="*/ 222950 w 255736"/>
                <a:gd name="connsiteY74" fmla="*/ 322949 h 362293"/>
                <a:gd name="connsiteX75" fmla="*/ 226229 w 255736"/>
                <a:gd name="connsiteY75" fmla="*/ 322949 h 362293"/>
                <a:gd name="connsiteX76" fmla="*/ 227868 w 255736"/>
                <a:gd name="connsiteY76" fmla="*/ 318031 h 362293"/>
                <a:gd name="connsiteX77" fmla="*/ 231147 w 255736"/>
                <a:gd name="connsiteY77" fmla="*/ 316392 h 362293"/>
                <a:gd name="connsiteX78" fmla="*/ 234425 w 255736"/>
                <a:gd name="connsiteY78" fmla="*/ 314753 h 362293"/>
                <a:gd name="connsiteX79" fmla="*/ 237704 w 255736"/>
                <a:gd name="connsiteY79" fmla="*/ 314753 h 362293"/>
                <a:gd name="connsiteX80" fmla="*/ 240983 w 255736"/>
                <a:gd name="connsiteY80" fmla="*/ 311474 h 362293"/>
                <a:gd name="connsiteX81" fmla="*/ 240983 w 255736"/>
                <a:gd name="connsiteY81" fmla="*/ 306556 h 362293"/>
                <a:gd name="connsiteX82" fmla="*/ 239343 w 255736"/>
                <a:gd name="connsiteY82" fmla="*/ 303277 h 362293"/>
                <a:gd name="connsiteX83" fmla="*/ 236064 w 255736"/>
                <a:gd name="connsiteY83" fmla="*/ 303277 h 362293"/>
                <a:gd name="connsiteX84" fmla="*/ 232786 w 255736"/>
                <a:gd name="connsiteY84" fmla="*/ 303277 h 362293"/>
                <a:gd name="connsiteX85" fmla="*/ 227868 w 255736"/>
                <a:gd name="connsiteY85" fmla="*/ 304916 h 362293"/>
                <a:gd name="connsiteX86" fmla="*/ 224589 w 255736"/>
                <a:gd name="connsiteY86" fmla="*/ 304916 h 362293"/>
                <a:gd name="connsiteX87" fmla="*/ 221310 w 255736"/>
                <a:gd name="connsiteY87" fmla="*/ 304916 h 362293"/>
                <a:gd name="connsiteX88" fmla="*/ 216393 w 255736"/>
                <a:gd name="connsiteY88" fmla="*/ 303277 h 362293"/>
                <a:gd name="connsiteX89" fmla="*/ 213114 w 255736"/>
                <a:gd name="connsiteY89" fmla="*/ 301638 h 362293"/>
                <a:gd name="connsiteX90" fmla="*/ 214753 w 255736"/>
                <a:gd name="connsiteY90" fmla="*/ 301638 h 362293"/>
                <a:gd name="connsiteX91" fmla="*/ 219671 w 255736"/>
                <a:gd name="connsiteY91" fmla="*/ 299999 h 362293"/>
                <a:gd name="connsiteX92" fmla="*/ 214753 w 255736"/>
                <a:gd name="connsiteY92" fmla="*/ 298359 h 362293"/>
                <a:gd name="connsiteX93" fmla="*/ 211474 w 255736"/>
                <a:gd name="connsiteY93" fmla="*/ 298359 h 362293"/>
                <a:gd name="connsiteX94" fmla="*/ 208196 w 255736"/>
                <a:gd name="connsiteY94" fmla="*/ 299999 h 362293"/>
                <a:gd name="connsiteX95" fmla="*/ 211474 w 255736"/>
                <a:gd name="connsiteY95" fmla="*/ 298359 h 362293"/>
                <a:gd name="connsiteX96" fmla="*/ 214753 w 255736"/>
                <a:gd name="connsiteY96" fmla="*/ 296720 h 362293"/>
                <a:gd name="connsiteX97" fmla="*/ 218032 w 255736"/>
                <a:gd name="connsiteY97" fmla="*/ 296720 h 362293"/>
                <a:gd name="connsiteX98" fmla="*/ 219671 w 255736"/>
                <a:gd name="connsiteY98" fmla="*/ 296720 h 362293"/>
                <a:gd name="connsiteX99" fmla="*/ 222950 w 255736"/>
                <a:gd name="connsiteY99" fmla="*/ 296720 h 362293"/>
                <a:gd name="connsiteX100" fmla="*/ 226229 w 255736"/>
                <a:gd name="connsiteY100" fmla="*/ 293441 h 362293"/>
                <a:gd name="connsiteX101" fmla="*/ 224589 w 255736"/>
                <a:gd name="connsiteY101" fmla="*/ 288523 h 362293"/>
                <a:gd name="connsiteX102" fmla="*/ 221310 w 255736"/>
                <a:gd name="connsiteY102" fmla="*/ 290163 h 362293"/>
                <a:gd name="connsiteX103" fmla="*/ 219671 w 255736"/>
                <a:gd name="connsiteY103" fmla="*/ 288523 h 362293"/>
                <a:gd name="connsiteX104" fmla="*/ 222950 w 255736"/>
                <a:gd name="connsiteY104" fmla="*/ 288523 h 362293"/>
                <a:gd name="connsiteX105" fmla="*/ 227868 w 255736"/>
                <a:gd name="connsiteY105" fmla="*/ 285244 h 362293"/>
                <a:gd name="connsiteX106" fmla="*/ 231147 w 255736"/>
                <a:gd name="connsiteY106" fmla="*/ 286884 h 362293"/>
                <a:gd name="connsiteX107" fmla="*/ 234425 w 255736"/>
                <a:gd name="connsiteY107" fmla="*/ 286884 h 362293"/>
                <a:gd name="connsiteX108" fmla="*/ 237704 w 255736"/>
                <a:gd name="connsiteY108" fmla="*/ 283605 h 362293"/>
                <a:gd name="connsiteX109" fmla="*/ 236064 w 255736"/>
                <a:gd name="connsiteY109" fmla="*/ 280326 h 362293"/>
                <a:gd name="connsiteX110" fmla="*/ 232786 w 255736"/>
                <a:gd name="connsiteY110" fmla="*/ 278687 h 362293"/>
                <a:gd name="connsiteX111" fmla="*/ 234425 w 255736"/>
                <a:gd name="connsiteY111" fmla="*/ 278687 h 362293"/>
                <a:gd name="connsiteX112" fmla="*/ 237704 w 255736"/>
                <a:gd name="connsiteY112" fmla="*/ 278687 h 362293"/>
                <a:gd name="connsiteX113" fmla="*/ 234425 w 255736"/>
                <a:gd name="connsiteY113" fmla="*/ 277048 h 362293"/>
                <a:gd name="connsiteX114" fmla="*/ 237704 w 255736"/>
                <a:gd name="connsiteY114" fmla="*/ 277048 h 362293"/>
                <a:gd name="connsiteX115" fmla="*/ 242622 w 255736"/>
                <a:gd name="connsiteY115" fmla="*/ 278687 h 362293"/>
                <a:gd name="connsiteX116" fmla="*/ 245901 w 255736"/>
                <a:gd name="connsiteY116" fmla="*/ 275409 h 362293"/>
                <a:gd name="connsiteX117" fmla="*/ 249179 w 255736"/>
                <a:gd name="connsiteY117" fmla="*/ 272130 h 362293"/>
                <a:gd name="connsiteX118" fmla="*/ 250819 w 255736"/>
                <a:gd name="connsiteY118" fmla="*/ 268851 h 362293"/>
                <a:gd name="connsiteX119" fmla="*/ 250819 w 255736"/>
                <a:gd name="connsiteY119" fmla="*/ 265573 h 362293"/>
                <a:gd name="connsiteX120" fmla="*/ 254097 w 255736"/>
                <a:gd name="connsiteY120" fmla="*/ 260654 h 362293"/>
                <a:gd name="connsiteX121" fmla="*/ 255737 w 255736"/>
                <a:gd name="connsiteY121" fmla="*/ 257376 h 362293"/>
                <a:gd name="connsiteX122" fmla="*/ 255737 w 255736"/>
                <a:gd name="connsiteY122" fmla="*/ 254097 h 362293"/>
                <a:gd name="connsiteX123" fmla="*/ 255737 w 255736"/>
                <a:gd name="connsiteY123" fmla="*/ 252458 h 362293"/>
                <a:gd name="connsiteX124" fmla="*/ 254097 w 255736"/>
                <a:gd name="connsiteY124" fmla="*/ 247540 h 362293"/>
                <a:gd name="connsiteX125" fmla="*/ 252458 w 255736"/>
                <a:gd name="connsiteY125" fmla="*/ 244261 h 362293"/>
                <a:gd name="connsiteX126" fmla="*/ 249179 w 255736"/>
                <a:gd name="connsiteY126" fmla="*/ 242622 h 362293"/>
                <a:gd name="connsiteX127" fmla="*/ 244261 w 255736"/>
                <a:gd name="connsiteY127" fmla="*/ 239343 h 362293"/>
                <a:gd name="connsiteX128" fmla="*/ 240983 w 255736"/>
                <a:gd name="connsiteY128" fmla="*/ 237704 h 362293"/>
                <a:gd name="connsiteX129" fmla="*/ 237704 w 255736"/>
                <a:gd name="connsiteY129" fmla="*/ 237704 h 362293"/>
                <a:gd name="connsiteX130" fmla="*/ 234425 w 255736"/>
                <a:gd name="connsiteY130" fmla="*/ 236064 h 362293"/>
                <a:gd name="connsiteX131" fmla="*/ 229507 w 255736"/>
                <a:gd name="connsiteY131" fmla="*/ 237704 h 362293"/>
                <a:gd name="connsiteX132" fmla="*/ 226229 w 255736"/>
                <a:gd name="connsiteY132" fmla="*/ 236064 h 362293"/>
                <a:gd name="connsiteX133" fmla="*/ 222950 w 255736"/>
                <a:gd name="connsiteY133" fmla="*/ 236064 h 362293"/>
                <a:gd name="connsiteX134" fmla="*/ 219671 w 255736"/>
                <a:gd name="connsiteY134" fmla="*/ 236064 h 362293"/>
                <a:gd name="connsiteX135" fmla="*/ 214753 w 255736"/>
                <a:gd name="connsiteY135" fmla="*/ 237704 h 362293"/>
                <a:gd name="connsiteX136" fmla="*/ 213114 w 255736"/>
                <a:gd name="connsiteY136" fmla="*/ 240982 h 362293"/>
                <a:gd name="connsiteX137" fmla="*/ 211474 w 255736"/>
                <a:gd name="connsiteY137" fmla="*/ 244261 h 362293"/>
                <a:gd name="connsiteX138" fmla="*/ 208196 w 255736"/>
                <a:gd name="connsiteY138" fmla="*/ 242622 h 362293"/>
                <a:gd name="connsiteX139" fmla="*/ 204917 w 255736"/>
                <a:gd name="connsiteY139" fmla="*/ 242622 h 362293"/>
                <a:gd name="connsiteX140" fmla="*/ 201639 w 255736"/>
                <a:gd name="connsiteY140" fmla="*/ 239343 h 362293"/>
                <a:gd name="connsiteX141" fmla="*/ 198360 w 255736"/>
                <a:gd name="connsiteY141" fmla="*/ 239343 h 362293"/>
                <a:gd name="connsiteX142" fmla="*/ 199999 w 255736"/>
                <a:gd name="connsiteY142" fmla="*/ 237704 h 362293"/>
                <a:gd name="connsiteX143" fmla="*/ 203278 w 255736"/>
                <a:gd name="connsiteY143" fmla="*/ 236064 h 362293"/>
                <a:gd name="connsiteX144" fmla="*/ 206557 w 255736"/>
                <a:gd name="connsiteY144" fmla="*/ 232786 h 362293"/>
                <a:gd name="connsiteX145" fmla="*/ 209835 w 255736"/>
                <a:gd name="connsiteY145" fmla="*/ 229507 h 362293"/>
                <a:gd name="connsiteX146" fmla="*/ 211474 w 255736"/>
                <a:gd name="connsiteY146" fmla="*/ 226229 h 362293"/>
                <a:gd name="connsiteX147" fmla="*/ 209835 w 255736"/>
                <a:gd name="connsiteY147" fmla="*/ 222950 h 362293"/>
                <a:gd name="connsiteX148" fmla="*/ 208196 w 255736"/>
                <a:gd name="connsiteY148" fmla="*/ 218032 h 362293"/>
                <a:gd name="connsiteX149" fmla="*/ 204917 w 255736"/>
                <a:gd name="connsiteY149" fmla="*/ 214753 h 362293"/>
                <a:gd name="connsiteX150" fmla="*/ 201639 w 255736"/>
                <a:gd name="connsiteY150" fmla="*/ 213114 h 362293"/>
                <a:gd name="connsiteX151" fmla="*/ 199999 w 255736"/>
                <a:gd name="connsiteY151" fmla="*/ 213114 h 362293"/>
                <a:gd name="connsiteX152" fmla="*/ 196720 w 255736"/>
                <a:gd name="connsiteY152" fmla="*/ 209835 h 362293"/>
                <a:gd name="connsiteX153" fmla="*/ 193442 w 255736"/>
                <a:gd name="connsiteY153" fmla="*/ 206556 h 362293"/>
                <a:gd name="connsiteX154" fmla="*/ 188524 w 255736"/>
                <a:gd name="connsiteY154" fmla="*/ 204917 h 362293"/>
                <a:gd name="connsiteX155" fmla="*/ 186884 w 255736"/>
                <a:gd name="connsiteY155" fmla="*/ 206556 h 362293"/>
                <a:gd name="connsiteX156" fmla="*/ 185245 w 255736"/>
                <a:gd name="connsiteY156" fmla="*/ 204917 h 362293"/>
                <a:gd name="connsiteX157" fmla="*/ 181966 w 255736"/>
                <a:gd name="connsiteY157" fmla="*/ 204917 h 362293"/>
                <a:gd name="connsiteX158" fmla="*/ 178688 w 255736"/>
                <a:gd name="connsiteY158" fmla="*/ 206556 h 362293"/>
                <a:gd name="connsiteX159" fmla="*/ 177049 w 255736"/>
                <a:gd name="connsiteY159" fmla="*/ 204917 h 362293"/>
                <a:gd name="connsiteX160" fmla="*/ 178688 w 255736"/>
                <a:gd name="connsiteY160" fmla="*/ 204917 h 362293"/>
                <a:gd name="connsiteX161" fmla="*/ 181966 w 255736"/>
                <a:gd name="connsiteY161" fmla="*/ 204917 h 362293"/>
                <a:gd name="connsiteX162" fmla="*/ 186884 w 255736"/>
                <a:gd name="connsiteY162" fmla="*/ 204917 h 362293"/>
                <a:gd name="connsiteX163" fmla="*/ 188524 w 255736"/>
                <a:gd name="connsiteY163" fmla="*/ 204917 h 362293"/>
                <a:gd name="connsiteX164" fmla="*/ 190163 w 255736"/>
                <a:gd name="connsiteY164" fmla="*/ 203278 h 362293"/>
                <a:gd name="connsiteX165" fmla="*/ 193442 w 255736"/>
                <a:gd name="connsiteY165" fmla="*/ 204917 h 362293"/>
                <a:gd name="connsiteX166" fmla="*/ 196720 w 255736"/>
                <a:gd name="connsiteY166" fmla="*/ 208196 h 362293"/>
                <a:gd name="connsiteX167" fmla="*/ 199999 w 255736"/>
                <a:gd name="connsiteY167" fmla="*/ 208196 h 362293"/>
                <a:gd name="connsiteX168" fmla="*/ 201639 w 255736"/>
                <a:gd name="connsiteY168" fmla="*/ 208196 h 362293"/>
                <a:gd name="connsiteX169" fmla="*/ 204917 w 255736"/>
                <a:gd name="connsiteY169" fmla="*/ 209835 h 362293"/>
                <a:gd name="connsiteX170" fmla="*/ 203278 w 255736"/>
                <a:gd name="connsiteY170" fmla="*/ 206556 h 362293"/>
                <a:gd name="connsiteX171" fmla="*/ 201639 w 255736"/>
                <a:gd name="connsiteY171" fmla="*/ 203278 h 362293"/>
                <a:gd name="connsiteX172" fmla="*/ 199999 w 255736"/>
                <a:gd name="connsiteY172" fmla="*/ 201638 h 362293"/>
                <a:gd name="connsiteX173" fmla="*/ 196720 w 255736"/>
                <a:gd name="connsiteY173" fmla="*/ 198360 h 362293"/>
                <a:gd name="connsiteX174" fmla="*/ 195081 w 255736"/>
                <a:gd name="connsiteY174" fmla="*/ 193442 h 362293"/>
                <a:gd name="connsiteX175" fmla="*/ 195081 w 255736"/>
                <a:gd name="connsiteY175" fmla="*/ 190163 h 362293"/>
                <a:gd name="connsiteX176" fmla="*/ 198360 w 255736"/>
                <a:gd name="connsiteY176" fmla="*/ 188524 h 362293"/>
                <a:gd name="connsiteX177" fmla="*/ 195081 w 255736"/>
                <a:gd name="connsiteY177" fmla="*/ 186884 h 362293"/>
                <a:gd name="connsiteX178" fmla="*/ 193442 w 255736"/>
                <a:gd name="connsiteY178" fmla="*/ 183606 h 362293"/>
                <a:gd name="connsiteX179" fmla="*/ 188524 w 255736"/>
                <a:gd name="connsiteY179" fmla="*/ 180327 h 362293"/>
                <a:gd name="connsiteX180" fmla="*/ 188524 w 255736"/>
                <a:gd name="connsiteY180" fmla="*/ 177048 h 362293"/>
                <a:gd name="connsiteX181" fmla="*/ 185245 w 255736"/>
                <a:gd name="connsiteY181" fmla="*/ 173770 h 362293"/>
                <a:gd name="connsiteX182" fmla="*/ 181966 w 255736"/>
                <a:gd name="connsiteY182" fmla="*/ 172130 h 362293"/>
                <a:gd name="connsiteX183" fmla="*/ 177049 w 255736"/>
                <a:gd name="connsiteY183" fmla="*/ 168852 h 362293"/>
                <a:gd name="connsiteX184" fmla="*/ 177049 w 255736"/>
                <a:gd name="connsiteY184" fmla="*/ 168852 h 362293"/>
                <a:gd name="connsiteX185" fmla="*/ 173770 w 255736"/>
                <a:gd name="connsiteY185" fmla="*/ 168852 h 362293"/>
                <a:gd name="connsiteX186" fmla="*/ 168852 w 255736"/>
                <a:gd name="connsiteY186" fmla="*/ 167212 h 362293"/>
                <a:gd name="connsiteX187" fmla="*/ 165573 w 255736"/>
                <a:gd name="connsiteY187" fmla="*/ 167212 h 362293"/>
                <a:gd name="connsiteX188" fmla="*/ 165573 w 255736"/>
                <a:gd name="connsiteY188" fmla="*/ 163934 h 362293"/>
                <a:gd name="connsiteX189" fmla="*/ 163934 w 255736"/>
                <a:gd name="connsiteY189" fmla="*/ 162294 h 362293"/>
                <a:gd name="connsiteX190" fmla="*/ 162294 w 255736"/>
                <a:gd name="connsiteY190" fmla="*/ 162294 h 362293"/>
                <a:gd name="connsiteX191" fmla="*/ 160655 w 255736"/>
                <a:gd name="connsiteY191" fmla="*/ 159016 h 362293"/>
                <a:gd name="connsiteX192" fmla="*/ 160655 w 255736"/>
                <a:gd name="connsiteY192" fmla="*/ 154098 h 362293"/>
                <a:gd name="connsiteX193" fmla="*/ 159016 w 255736"/>
                <a:gd name="connsiteY193" fmla="*/ 150819 h 362293"/>
                <a:gd name="connsiteX194" fmla="*/ 159016 w 255736"/>
                <a:gd name="connsiteY194" fmla="*/ 150819 h 362293"/>
                <a:gd name="connsiteX195" fmla="*/ 157376 w 255736"/>
                <a:gd name="connsiteY195" fmla="*/ 147540 h 362293"/>
                <a:gd name="connsiteX196" fmla="*/ 157376 w 255736"/>
                <a:gd name="connsiteY196" fmla="*/ 145901 h 362293"/>
                <a:gd name="connsiteX197" fmla="*/ 155737 w 255736"/>
                <a:gd name="connsiteY197" fmla="*/ 144262 h 362293"/>
                <a:gd name="connsiteX198" fmla="*/ 155737 w 255736"/>
                <a:gd name="connsiteY198" fmla="*/ 140983 h 362293"/>
                <a:gd name="connsiteX199" fmla="*/ 155737 w 255736"/>
                <a:gd name="connsiteY199" fmla="*/ 137704 h 362293"/>
                <a:gd name="connsiteX200" fmla="*/ 154098 w 255736"/>
                <a:gd name="connsiteY200" fmla="*/ 134426 h 362293"/>
                <a:gd name="connsiteX201" fmla="*/ 154098 w 255736"/>
                <a:gd name="connsiteY201" fmla="*/ 131147 h 362293"/>
                <a:gd name="connsiteX202" fmla="*/ 154098 w 255736"/>
                <a:gd name="connsiteY202" fmla="*/ 126229 h 362293"/>
                <a:gd name="connsiteX203" fmla="*/ 149180 w 255736"/>
                <a:gd name="connsiteY203" fmla="*/ 124589 h 362293"/>
                <a:gd name="connsiteX204" fmla="*/ 145901 w 255736"/>
                <a:gd name="connsiteY204" fmla="*/ 122950 h 362293"/>
                <a:gd name="connsiteX205" fmla="*/ 142623 w 255736"/>
                <a:gd name="connsiteY205" fmla="*/ 118032 h 362293"/>
                <a:gd name="connsiteX206" fmla="*/ 140983 w 255736"/>
                <a:gd name="connsiteY206" fmla="*/ 118032 h 362293"/>
                <a:gd name="connsiteX207" fmla="*/ 140983 w 255736"/>
                <a:gd name="connsiteY207" fmla="*/ 116393 h 362293"/>
                <a:gd name="connsiteX208" fmla="*/ 139344 w 255736"/>
                <a:gd name="connsiteY208" fmla="*/ 113114 h 362293"/>
                <a:gd name="connsiteX209" fmla="*/ 134426 w 255736"/>
                <a:gd name="connsiteY209" fmla="*/ 113114 h 362293"/>
                <a:gd name="connsiteX210" fmla="*/ 131147 w 255736"/>
                <a:gd name="connsiteY210" fmla="*/ 111475 h 362293"/>
                <a:gd name="connsiteX211" fmla="*/ 129508 w 255736"/>
                <a:gd name="connsiteY211" fmla="*/ 109836 h 362293"/>
                <a:gd name="connsiteX212" fmla="*/ 124590 w 255736"/>
                <a:gd name="connsiteY212" fmla="*/ 109836 h 362293"/>
                <a:gd name="connsiteX213" fmla="*/ 121311 w 255736"/>
                <a:gd name="connsiteY213" fmla="*/ 106557 h 362293"/>
                <a:gd name="connsiteX214" fmla="*/ 118032 w 255736"/>
                <a:gd name="connsiteY214" fmla="*/ 106557 h 362293"/>
                <a:gd name="connsiteX215" fmla="*/ 114754 w 255736"/>
                <a:gd name="connsiteY215" fmla="*/ 109836 h 362293"/>
                <a:gd name="connsiteX216" fmla="*/ 109836 w 255736"/>
                <a:gd name="connsiteY216" fmla="*/ 111475 h 362293"/>
                <a:gd name="connsiteX217" fmla="*/ 106557 w 255736"/>
                <a:gd name="connsiteY217" fmla="*/ 109836 h 362293"/>
                <a:gd name="connsiteX218" fmla="*/ 103279 w 255736"/>
                <a:gd name="connsiteY218" fmla="*/ 109836 h 362293"/>
                <a:gd name="connsiteX219" fmla="*/ 98360 w 255736"/>
                <a:gd name="connsiteY219" fmla="*/ 109836 h 362293"/>
                <a:gd name="connsiteX220" fmla="*/ 98360 w 255736"/>
                <a:gd name="connsiteY220" fmla="*/ 109836 h 362293"/>
                <a:gd name="connsiteX221" fmla="*/ 95082 w 255736"/>
                <a:gd name="connsiteY221" fmla="*/ 109836 h 362293"/>
                <a:gd name="connsiteX222" fmla="*/ 91803 w 255736"/>
                <a:gd name="connsiteY222" fmla="*/ 108196 h 362293"/>
                <a:gd name="connsiteX223" fmla="*/ 88524 w 255736"/>
                <a:gd name="connsiteY223" fmla="*/ 106557 h 362293"/>
                <a:gd name="connsiteX224" fmla="*/ 85246 w 255736"/>
                <a:gd name="connsiteY224" fmla="*/ 104917 h 362293"/>
                <a:gd name="connsiteX225" fmla="*/ 86885 w 255736"/>
                <a:gd name="connsiteY225" fmla="*/ 106557 h 362293"/>
                <a:gd name="connsiteX226" fmla="*/ 88524 w 255736"/>
                <a:gd name="connsiteY226" fmla="*/ 106557 h 362293"/>
                <a:gd name="connsiteX227" fmla="*/ 90164 w 255736"/>
                <a:gd name="connsiteY227" fmla="*/ 106557 h 362293"/>
                <a:gd name="connsiteX228" fmla="*/ 95082 w 255736"/>
                <a:gd name="connsiteY228" fmla="*/ 108196 h 362293"/>
                <a:gd name="connsiteX229" fmla="*/ 98360 w 255736"/>
                <a:gd name="connsiteY229" fmla="*/ 108196 h 362293"/>
                <a:gd name="connsiteX230" fmla="*/ 98360 w 255736"/>
                <a:gd name="connsiteY230" fmla="*/ 108196 h 362293"/>
                <a:gd name="connsiteX231" fmla="*/ 100000 w 255736"/>
                <a:gd name="connsiteY231" fmla="*/ 108196 h 362293"/>
                <a:gd name="connsiteX232" fmla="*/ 103279 w 255736"/>
                <a:gd name="connsiteY232" fmla="*/ 106557 h 362293"/>
                <a:gd name="connsiteX233" fmla="*/ 108196 w 255736"/>
                <a:gd name="connsiteY233" fmla="*/ 104917 h 362293"/>
                <a:gd name="connsiteX234" fmla="*/ 111475 w 255736"/>
                <a:gd name="connsiteY234" fmla="*/ 101639 h 362293"/>
                <a:gd name="connsiteX235" fmla="*/ 111475 w 255736"/>
                <a:gd name="connsiteY235" fmla="*/ 101639 h 362293"/>
                <a:gd name="connsiteX236" fmla="*/ 116393 w 255736"/>
                <a:gd name="connsiteY236" fmla="*/ 101639 h 362293"/>
                <a:gd name="connsiteX237" fmla="*/ 119672 w 255736"/>
                <a:gd name="connsiteY237" fmla="*/ 101639 h 362293"/>
                <a:gd name="connsiteX238" fmla="*/ 122950 w 255736"/>
                <a:gd name="connsiteY238" fmla="*/ 99999 h 362293"/>
                <a:gd name="connsiteX239" fmla="*/ 121311 w 255736"/>
                <a:gd name="connsiteY239" fmla="*/ 96721 h 362293"/>
                <a:gd name="connsiteX240" fmla="*/ 118032 w 255736"/>
                <a:gd name="connsiteY240" fmla="*/ 95082 h 362293"/>
                <a:gd name="connsiteX241" fmla="*/ 118032 w 255736"/>
                <a:gd name="connsiteY241" fmla="*/ 91803 h 362293"/>
                <a:gd name="connsiteX242" fmla="*/ 114754 w 255736"/>
                <a:gd name="connsiteY242" fmla="*/ 91803 h 362293"/>
                <a:gd name="connsiteX243" fmla="*/ 113114 w 255736"/>
                <a:gd name="connsiteY243" fmla="*/ 91803 h 362293"/>
                <a:gd name="connsiteX244" fmla="*/ 111475 w 255736"/>
                <a:gd name="connsiteY244" fmla="*/ 91803 h 362293"/>
                <a:gd name="connsiteX245" fmla="*/ 108196 w 255736"/>
                <a:gd name="connsiteY245" fmla="*/ 93442 h 362293"/>
                <a:gd name="connsiteX246" fmla="*/ 103279 w 255736"/>
                <a:gd name="connsiteY246" fmla="*/ 95082 h 362293"/>
                <a:gd name="connsiteX247" fmla="*/ 103279 w 255736"/>
                <a:gd name="connsiteY247" fmla="*/ 95082 h 362293"/>
                <a:gd name="connsiteX248" fmla="*/ 101639 w 255736"/>
                <a:gd name="connsiteY248" fmla="*/ 95082 h 362293"/>
                <a:gd name="connsiteX249" fmla="*/ 106557 w 255736"/>
                <a:gd name="connsiteY249" fmla="*/ 93442 h 362293"/>
                <a:gd name="connsiteX250" fmla="*/ 109836 w 255736"/>
                <a:gd name="connsiteY250" fmla="*/ 91803 h 362293"/>
                <a:gd name="connsiteX251" fmla="*/ 113114 w 255736"/>
                <a:gd name="connsiteY251" fmla="*/ 90164 h 362293"/>
                <a:gd name="connsiteX252" fmla="*/ 114754 w 255736"/>
                <a:gd name="connsiteY252" fmla="*/ 90164 h 362293"/>
                <a:gd name="connsiteX253" fmla="*/ 114754 w 255736"/>
                <a:gd name="connsiteY253" fmla="*/ 90164 h 362293"/>
                <a:gd name="connsiteX254" fmla="*/ 118032 w 255736"/>
                <a:gd name="connsiteY254" fmla="*/ 90164 h 362293"/>
                <a:gd name="connsiteX255" fmla="*/ 121311 w 255736"/>
                <a:gd name="connsiteY255" fmla="*/ 88524 h 362293"/>
                <a:gd name="connsiteX256" fmla="*/ 124590 w 255736"/>
                <a:gd name="connsiteY256" fmla="*/ 86885 h 362293"/>
                <a:gd name="connsiteX257" fmla="*/ 129508 w 255736"/>
                <a:gd name="connsiteY257" fmla="*/ 83606 h 362293"/>
                <a:gd name="connsiteX258" fmla="*/ 131147 w 255736"/>
                <a:gd name="connsiteY258" fmla="*/ 80327 h 362293"/>
                <a:gd name="connsiteX259" fmla="*/ 131147 w 255736"/>
                <a:gd name="connsiteY259" fmla="*/ 78688 h 362293"/>
                <a:gd name="connsiteX260" fmla="*/ 134426 w 255736"/>
                <a:gd name="connsiteY260" fmla="*/ 77049 h 362293"/>
                <a:gd name="connsiteX261" fmla="*/ 139344 w 255736"/>
                <a:gd name="connsiteY261" fmla="*/ 73770 h 362293"/>
                <a:gd name="connsiteX262" fmla="*/ 139344 w 255736"/>
                <a:gd name="connsiteY262" fmla="*/ 70492 h 362293"/>
                <a:gd name="connsiteX263" fmla="*/ 142623 w 255736"/>
                <a:gd name="connsiteY263" fmla="*/ 65573 h 362293"/>
                <a:gd name="connsiteX264" fmla="*/ 144262 w 255736"/>
                <a:gd name="connsiteY264" fmla="*/ 62295 h 362293"/>
                <a:gd name="connsiteX265" fmla="*/ 144262 w 255736"/>
                <a:gd name="connsiteY265" fmla="*/ 62295 h 362293"/>
                <a:gd name="connsiteX266" fmla="*/ 145901 w 255736"/>
                <a:gd name="connsiteY266" fmla="*/ 59016 h 362293"/>
                <a:gd name="connsiteX267" fmla="*/ 149180 w 255736"/>
                <a:gd name="connsiteY267" fmla="*/ 54098 h 362293"/>
                <a:gd name="connsiteX268" fmla="*/ 152459 w 255736"/>
                <a:gd name="connsiteY268" fmla="*/ 52459 h 362293"/>
                <a:gd name="connsiteX269" fmla="*/ 154098 w 255736"/>
                <a:gd name="connsiteY269" fmla="*/ 49180 h 362293"/>
                <a:gd name="connsiteX270" fmla="*/ 154098 w 255736"/>
                <a:gd name="connsiteY270" fmla="*/ 44262 h 362293"/>
                <a:gd name="connsiteX271" fmla="*/ 150819 w 255736"/>
                <a:gd name="connsiteY271" fmla="*/ 40983 h 362293"/>
                <a:gd name="connsiteX272" fmla="*/ 147540 w 255736"/>
                <a:gd name="connsiteY272" fmla="*/ 39344 h 362293"/>
                <a:gd name="connsiteX273" fmla="*/ 144262 w 255736"/>
                <a:gd name="connsiteY273" fmla="*/ 39344 h 362293"/>
                <a:gd name="connsiteX274" fmla="*/ 140983 w 255736"/>
                <a:gd name="connsiteY274" fmla="*/ 39344 h 362293"/>
                <a:gd name="connsiteX275" fmla="*/ 136065 w 255736"/>
                <a:gd name="connsiteY275" fmla="*/ 40983 h 362293"/>
                <a:gd name="connsiteX276" fmla="*/ 132786 w 255736"/>
                <a:gd name="connsiteY276" fmla="*/ 39344 h 362293"/>
                <a:gd name="connsiteX277" fmla="*/ 129508 w 255736"/>
                <a:gd name="connsiteY277" fmla="*/ 39344 h 362293"/>
                <a:gd name="connsiteX278" fmla="*/ 124590 w 255736"/>
                <a:gd name="connsiteY278" fmla="*/ 39344 h 362293"/>
                <a:gd name="connsiteX279" fmla="*/ 121311 w 255736"/>
                <a:gd name="connsiteY279" fmla="*/ 39344 h 362293"/>
                <a:gd name="connsiteX280" fmla="*/ 118032 w 255736"/>
                <a:gd name="connsiteY280" fmla="*/ 39344 h 362293"/>
                <a:gd name="connsiteX281" fmla="*/ 114754 w 255736"/>
                <a:gd name="connsiteY281" fmla="*/ 40983 h 362293"/>
                <a:gd name="connsiteX282" fmla="*/ 113114 w 255736"/>
                <a:gd name="connsiteY282" fmla="*/ 40983 h 362293"/>
                <a:gd name="connsiteX283" fmla="*/ 109836 w 255736"/>
                <a:gd name="connsiteY283" fmla="*/ 39344 h 362293"/>
                <a:gd name="connsiteX284" fmla="*/ 106557 w 255736"/>
                <a:gd name="connsiteY284" fmla="*/ 37705 h 362293"/>
                <a:gd name="connsiteX285" fmla="*/ 101639 w 255736"/>
                <a:gd name="connsiteY285" fmla="*/ 39344 h 362293"/>
                <a:gd name="connsiteX286" fmla="*/ 98360 w 255736"/>
                <a:gd name="connsiteY286" fmla="*/ 40983 h 362293"/>
                <a:gd name="connsiteX287" fmla="*/ 96721 w 255736"/>
                <a:gd name="connsiteY287" fmla="*/ 40983 h 362293"/>
                <a:gd name="connsiteX288" fmla="*/ 93442 w 255736"/>
                <a:gd name="connsiteY288" fmla="*/ 42623 h 362293"/>
                <a:gd name="connsiteX289" fmla="*/ 93442 w 255736"/>
                <a:gd name="connsiteY289" fmla="*/ 42623 h 362293"/>
                <a:gd name="connsiteX290" fmla="*/ 88524 w 255736"/>
                <a:gd name="connsiteY290" fmla="*/ 44262 h 362293"/>
                <a:gd name="connsiteX291" fmla="*/ 85246 w 255736"/>
                <a:gd name="connsiteY291" fmla="*/ 44262 h 362293"/>
                <a:gd name="connsiteX292" fmla="*/ 81967 w 255736"/>
                <a:gd name="connsiteY292" fmla="*/ 47541 h 362293"/>
                <a:gd name="connsiteX293" fmla="*/ 77049 w 255736"/>
                <a:gd name="connsiteY293" fmla="*/ 47541 h 362293"/>
                <a:gd name="connsiteX294" fmla="*/ 78688 w 255736"/>
                <a:gd name="connsiteY294" fmla="*/ 45901 h 362293"/>
                <a:gd name="connsiteX295" fmla="*/ 81967 w 255736"/>
                <a:gd name="connsiteY295" fmla="*/ 44262 h 362293"/>
                <a:gd name="connsiteX296" fmla="*/ 83606 w 255736"/>
                <a:gd name="connsiteY296" fmla="*/ 40983 h 362293"/>
                <a:gd name="connsiteX297" fmla="*/ 80327 w 255736"/>
                <a:gd name="connsiteY297" fmla="*/ 40983 h 362293"/>
                <a:gd name="connsiteX298" fmla="*/ 77049 w 255736"/>
                <a:gd name="connsiteY298" fmla="*/ 42623 h 362293"/>
                <a:gd name="connsiteX299" fmla="*/ 72131 w 255736"/>
                <a:gd name="connsiteY299" fmla="*/ 42623 h 362293"/>
                <a:gd name="connsiteX300" fmla="*/ 77049 w 255736"/>
                <a:gd name="connsiteY300" fmla="*/ 40983 h 362293"/>
                <a:gd name="connsiteX301" fmla="*/ 80327 w 255736"/>
                <a:gd name="connsiteY301" fmla="*/ 39344 h 362293"/>
                <a:gd name="connsiteX302" fmla="*/ 83606 w 255736"/>
                <a:gd name="connsiteY302" fmla="*/ 37705 h 362293"/>
                <a:gd name="connsiteX303" fmla="*/ 88524 w 255736"/>
                <a:gd name="connsiteY303" fmla="*/ 37705 h 362293"/>
                <a:gd name="connsiteX304" fmla="*/ 90164 w 255736"/>
                <a:gd name="connsiteY304" fmla="*/ 34426 h 362293"/>
                <a:gd name="connsiteX305" fmla="*/ 86885 w 255736"/>
                <a:gd name="connsiteY305" fmla="*/ 34426 h 362293"/>
                <a:gd name="connsiteX306" fmla="*/ 81967 w 255736"/>
                <a:gd name="connsiteY306" fmla="*/ 32787 h 362293"/>
                <a:gd name="connsiteX307" fmla="*/ 78688 w 255736"/>
                <a:gd name="connsiteY307" fmla="*/ 32787 h 362293"/>
                <a:gd name="connsiteX308" fmla="*/ 75410 w 255736"/>
                <a:gd name="connsiteY308" fmla="*/ 31147 h 362293"/>
                <a:gd name="connsiteX309" fmla="*/ 73770 w 255736"/>
                <a:gd name="connsiteY309" fmla="*/ 31147 h 362293"/>
                <a:gd name="connsiteX310" fmla="*/ 73770 w 255736"/>
                <a:gd name="connsiteY310" fmla="*/ 31147 h 362293"/>
                <a:gd name="connsiteX311" fmla="*/ 75410 w 255736"/>
                <a:gd name="connsiteY311" fmla="*/ 31147 h 362293"/>
                <a:gd name="connsiteX312" fmla="*/ 75410 w 255736"/>
                <a:gd name="connsiteY312" fmla="*/ 31147 h 362293"/>
                <a:gd name="connsiteX313" fmla="*/ 78688 w 255736"/>
                <a:gd name="connsiteY313" fmla="*/ 32787 h 362293"/>
                <a:gd name="connsiteX314" fmla="*/ 83606 w 255736"/>
                <a:gd name="connsiteY314" fmla="*/ 32787 h 362293"/>
                <a:gd name="connsiteX315" fmla="*/ 83606 w 255736"/>
                <a:gd name="connsiteY315" fmla="*/ 29508 h 362293"/>
                <a:gd name="connsiteX316" fmla="*/ 85246 w 255736"/>
                <a:gd name="connsiteY316" fmla="*/ 29508 h 362293"/>
                <a:gd name="connsiteX317" fmla="*/ 86885 w 255736"/>
                <a:gd name="connsiteY317" fmla="*/ 29508 h 362293"/>
                <a:gd name="connsiteX318" fmla="*/ 90164 w 255736"/>
                <a:gd name="connsiteY318" fmla="*/ 27869 h 362293"/>
                <a:gd name="connsiteX319" fmla="*/ 95082 w 255736"/>
                <a:gd name="connsiteY319" fmla="*/ 24590 h 362293"/>
                <a:gd name="connsiteX320" fmla="*/ 98360 w 255736"/>
                <a:gd name="connsiteY320" fmla="*/ 22951 h 362293"/>
                <a:gd name="connsiteX321" fmla="*/ 100000 w 255736"/>
                <a:gd name="connsiteY321" fmla="*/ 21311 h 362293"/>
                <a:gd name="connsiteX322" fmla="*/ 104917 w 255736"/>
                <a:gd name="connsiteY322" fmla="*/ 18033 h 362293"/>
                <a:gd name="connsiteX323" fmla="*/ 108196 w 255736"/>
                <a:gd name="connsiteY323" fmla="*/ 14754 h 362293"/>
                <a:gd name="connsiteX324" fmla="*/ 111475 w 255736"/>
                <a:gd name="connsiteY324" fmla="*/ 14754 h 362293"/>
                <a:gd name="connsiteX325" fmla="*/ 116393 w 255736"/>
                <a:gd name="connsiteY325" fmla="*/ 11475 h 362293"/>
                <a:gd name="connsiteX326" fmla="*/ 118032 w 255736"/>
                <a:gd name="connsiteY326" fmla="*/ 8197 h 362293"/>
                <a:gd name="connsiteX327" fmla="*/ 118032 w 255736"/>
                <a:gd name="connsiteY327" fmla="*/ 4918 h 362293"/>
                <a:gd name="connsiteX328" fmla="*/ 118032 w 255736"/>
                <a:gd name="connsiteY328" fmla="*/ 0 h 362293"/>
                <a:gd name="connsiteX329" fmla="*/ 113114 w 255736"/>
                <a:gd name="connsiteY329" fmla="*/ 0 h 362293"/>
                <a:gd name="connsiteX330" fmla="*/ 109836 w 255736"/>
                <a:gd name="connsiteY330" fmla="*/ 0 h 362293"/>
                <a:gd name="connsiteX331" fmla="*/ 108196 w 255736"/>
                <a:gd name="connsiteY331" fmla="*/ 1639 h 362293"/>
                <a:gd name="connsiteX332" fmla="*/ 104917 w 255736"/>
                <a:gd name="connsiteY332" fmla="*/ 3279 h 362293"/>
                <a:gd name="connsiteX333" fmla="*/ 100000 w 255736"/>
                <a:gd name="connsiteY333" fmla="*/ 1639 h 362293"/>
                <a:gd name="connsiteX334" fmla="*/ 96721 w 255736"/>
                <a:gd name="connsiteY334" fmla="*/ 3279 h 362293"/>
                <a:gd name="connsiteX335" fmla="*/ 91803 w 255736"/>
                <a:gd name="connsiteY335" fmla="*/ 4918 h 362293"/>
                <a:gd name="connsiteX336" fmla="*/ 88524 w 255736"/>
                <a:gd name="connsiteY336" fmla="*/ 3279 h 362293"/>
                <a:gd name="connsiteX337" fmla="*/ 85246 w 255736"/>
                <a:gd name="connsiteY337" fmla="*/ 3279 h 362293"/>
                <a:gd name="connsiteX338" fmla="*/ 81967 w 255736"/>
                <a:gd name="connsiteY338" fmla="*/ 4918 h 362293"/>
                <a:gd name="connsiteX339" fmla="*/ 78688 w 255736"/>
                <a:gd name="connsiteY339" fmla="*/ 4918 h 362293"/>
                <a:gd name="connsiteX340" fmla="*/ 75410 w 255736"/>
                <a:gd name="connsiteY340" fmla="*/ 6557 h 362293"/>
                <a:gd name="connsiteX341" fmla="*/ 73770 w 255736"/>
                <a:gd name="connsiteY341" fmla="*/ 6557 h 362293"/>
                <a:gd name="connsiteX342" fmla="*/ 73770 w 255736"/>
                <a:gd name="connsiteY342" fmla="*/ 3279 h 362293"/>
                <a:gd name="connsiteX343" fmla="*/ 68852 w 255736"/>
                <a:gd name="connsiteY343" fmla="*/ 6557 h 362293"/>
                <a:gd name="connsiteX344" fmla="*/ 65573 w 255736"/>
                <a:gd name="connsiteY344" fmla="*/ 8197 h 362293"/>
                <a:gd name="connsiteX345" fmla="*/ 67213 w 255736"/>
                <a:gd name="connsiteY345" fmla="*/ 4918 h 362293"/>
                <a:gd name="connsiteX346" fmla="*/ 63934 w 255736"/>
                <a:gd name="connsiteY346" fmla="*/ 4918 h 362293"/>
                <a:gd name="connsiteX347" fmla="*/ 62295 w 255736"/>
                <a:gd name="connsiteY347" fmla="*/ 1639 h 362293"/>
                <a:gd name="connsiteX348" fmla="*/ 57377 w 255736"/>
                <a:gd name="connsiteY348" fmla="*/ 1639 h 362293"/>
                <a:gd name="connsiteX349" fmla="*/ 55737 w 255736"/>
                <a:gd name="connsiteY349" fmla="*/ 4918 h 362293"/>
                <a:gd name="connsiteX350" fmla="*/ 57377 w 255736"/>
                <a:gd name="connsiteY350" fmla="*/ 8197 h 362293"/>
                <a:gd name="connsiteX351" fmla="*/ 57377 w 255736"/>
                <a:gd name="connsiteY351" fmla="*/ 9836 h 362293"/>
                <a:gd name="connsiteX352" fmla="*/ 55737 w 255736"/>
                <a:gd name="connsiteY352" fmla="*/ 11475 h 362293"/>
                <a:gd name="connsiteX353" fmla="*/ 52459 w 255736"/>
                <a:gd name="connsiteY353" fmla="*/ 13115 h 362293"/>
                <a:gd name="connsiteX354" fmla="*/ 55737 w 255736"/>
                <a:gd name="connsiteY354" fmla="*/ 16393 h 362293"/>
                <a:gd name="connsiteX355" fmla="*/ 57377 w 255736"/>
                <a:gd name="connsiteY355" fmla="*/ 16393 h 362293"/>
                <a:gd name="connsiteX356" fmla="*/ 57377 w 255736"/>
                <a:gd name="connsiteY356" fmla="*/ 16393 h 362293"/>
                <a:gd name="connsiteX357" fmla="*/ 55737 w 255736"/>
                <a:gd name="connsiteY357" fmla="*/ 16393 h 362293"/>
                <a:gd name="connsiteX358" fmla="*/ 54098 w 255736"/>
                <a:gd name="connsiteY358" fmla="*/ 16393 h 362293"/>
                <a:gd name="connsiteX359" fmla="*/ 49180 w 255736"/>
                <a:gd name="connsiteY359" fmla="*/ 16393 h 362293"/>
                <a:gd name="connsiteX360" fmla="*/ 45902 w 255736"/>
                <a:gd name="connsiteY360" fmla="*/ 19672 h 362293"/>
                <a:gd name="connsiteX361" fmla="*/ 47541 w 255736"/>
                <a:gd name="connsiteY361" fmla="*/ 22951 h 362293"/>
                <a:gd name="connsiteX362" fmla="*/ 44262 w 255736"/>
                <a:gd name="connsiteY362" fmla="*/ 26229 h 362293"/>
                <a:gd name="connsiteX363" fmla="*/ 47541 w 255736"/>
                <a:gd name="connsiteY363" fmla="*/ 27869 h 362293"/>
                <a:gd name="connsiteX364" fmla="*/ 49180 w 255736"/>
                <a:gd name="connsiteY364" fmla="*/ 32787 h 362293"/>
                <a:gd name="connsiteX365" fmla="*/ 45902 w 255736"/>
                <a:gd name="connsiteY365" fmla="*/ 32787 h 362293"/>
                <a:gd name="connsiteX366" fmla="*/ 42623 w 255736"/>
                <a:gd name="connsiteY366" fmla="*/ 31147 h 362293"/>
                <a:gd name="connsiteX367" fmla="*/ 39344 w 255736"/>
                <a:gd name="connsiteY367" fmla="*/ 32787 h 362293"/>
                <a:gd name="connsiteX368" fmla="*/ 34426 w 255736"/>
                <a:gd name="connsiteY368" fmla="*/ 32787 h 362293"/>
                <a:gd name="connsiteX369" fmla="*/ 34426 w 255736"/>
                <a:gd name="connsiteY369" fmla="*/ 36065 h 362293"/>
                <a:gd name="connsiteX370" fmla="*/ 32787 w 255736"/>
                <a:gd name="connsiteY370" fmla="*/ 32787 h 362293"/>
                <a:gd name="connsiteX371" fmla="*/ 29508 w 255736"/>
                <a:gd name="connsiteY371" fmla="*/ 36065 h 362293"/>
                <a:gd name="connsiteX372" fmla="*/ 29508 w 255736"/>
                <a:gd name="connsiteY372" fmla="*/ 39344 h 362293"/>
                <a:gd name="connsiteX373" fmla="*/ 31147 w 255736"/>
                <a:gd name="connsiteY373" fmla="*/ 42623 h 362293"/>
                <a:gd name="connsiteX374" fmla="*/ 34426 w 255736"/>
                <a:gd name="connsiteY374" fmla="*/ 45901 h 362293"/>
                <a:gd name="connsiteX375" fmla="*/ 31147 w 255736"/>
                <a:gd name="connsiteY375" fmla="*/ 45901 h 362293"/>
                <a:gd name="connsiteX376" fmla="*/ 26229 w 255736"/>
                <a:gd name="connsiteY376" fmla="*/ 45901 h 362293"/>
                <a:gd name="connsiteX377" fmla="*/ 27869 w 255736"/>
                <a:gd name="connsiteY377" fmla="*/ 49180 h 362293"/>
                <a:gd name="connsiteX378" fmla="*/ 29508 w 255736"/>
                <a:gd name="connsiteY378" fmla="*/ 54098 h 362293"/>
                <a:gd name="connsiteX379" fmla="*/ 34426 w 255736"/>
                <a:gd name="connsiteY379" fmla="*/ 52459 h 362293"/>
                <a:gd name="connsiteX380" fmla="*/ 37705 w 255736"/>
                <a:gd name="connsiteY380" fmla="*/ 52459 h 362293"/>
                <a:gd name="connsiteX381" fmla="*/ 34426 w 255736"/>
                <a:gd name="connsiteY381" fmla="*/ 54098 h 362293"/>
                <a:gd name="connsiteX382" fmla="*/ 29508 w 255736"/>
                <a:gd name="connsiteY382" fmla="*/ 57377 h 362293"/>
                <a:gd name="connsiteX383" fmla="*/ 31147 w 255736"/>
                <a:gd name="connsiteY383" fmla="*/ 55737 h 362293"/>
                <a:gd name="connsiteX384" fmla="*/ 34426 w 255736"/>
                <a:gd name="connsiteY384" fmla="*/ 55737 h 362293"/>
                <a:gd name="connsiteX385" fmla="*/ 36066 w 255736"/>
                <a:gd name="connsiteY385" fmla="*/ 57377 h 362293"/>
                <a:gd name="connsiteX386" fmla="*/ 39344 w 255736"/>
                <a:gd name="connsiteY386" fmla="*/ 59016 h 362293"/>
                <a:gd name="connsiteX387" fmla="*/ 36066 w 255736"/>
                <a:gd name="connsiteY387" fmla="*/ 57377 h 362293"/>
                <a:gd name="connsiteX388" fmla="*/ 31147 w 255736"/>
                <a:gd name="connsiteY388" fmla="*/ 59016 h 362293"/>
                <a:gd name="connsiteX389" fmla="*/ 31147 w 255736"/>
                <a:gd name="connsiteY389" fmla="*/ 62295 h 362293"/>
                <a:gd name="connsiteX390" fmla="*/ 36066 w 255736"/>
                <a:gd name="connsiteY390" fmla="*/ 63934 h 362293"/>
                <a:gd name="connsiteX391" fmla="*/ 37705 w 255736"/>
                <a:gd name="connsiteY391" fmla="*/ 63934 h 362293"/>
                <a:gd name="connsiteX392" fmla="*/ 34426 w 255736"/>
                <a:gd name="connsiteY392" fmla="*/ 63934 h 362293"/>
                <a:gd name="connsiteX393" fmla="*/ 31147 w 255736"/>
                <a:gd name="connsiteY393" fmla="*/ 62295 h 362293"/>
                <a:gd name="connsiteX394" fmla="*/ 27869 w 255736"/>
                <a:gd name="connsiteY394" fmla="*/ 67213 h 362293"/>
                <a:gd name="connsiteX395" fmla="*/ 31147 w 255736"/>
                <a:gd name="connsiteY395" fmla="*/ 68852 h 362293"/>
                <a:gd name="connsiteX396" fmla="*/ 27869 w 255736"/>
                <a:gd name="connsiteY396" fmla="*/ 67213 h 362293"/>
                <a:gd name="connsiteX397" fmla="*/ 24590 w 255736"/>
                <a:gd name="connsiteY397" fmla="*/ 68852 h 362293"/>
                <a:gd name="connsiteX398" fmla="*/ 24590 w 255736"/>
                <a:gd name="connsiteY398" fmla="*/ 72131 h 362293"/>
                <a:gd name="connsiteX399" fmla="*/ 27869 w 255736"/>
                <a:gd name="connsiteY399" fmla="*/ 75409 h 362293"/>
                <a:gd name="connsiteX400" fmla="*/ 24590 w 255736"/>
                <a:gd name="connsiteY400" fmla="*/ 75409 h 362293"/>
                <a:gd name="connsiteX401" fmla="*/ 22951 w 255736"/>
                <a:gd name="connsiteY401" fmla="*/ 78688 h 362293"/>
                <a:gd name="connsiteX402" fmla="*/ 21312 w 255736"/>
                <a:gd name="connsiteY402" fmla="*/ 78688 h 362293"/>
                <a:gd name="connsiteX403" fmla="*/ 18033 w 255736"/>
                <a:gd name="connsiteY403" fmla="*/ 77049 h 362293"/>
                <a:gd name="connsiteX404" fmla="*/ 14754 w 255736"/>
                <a:gd name="connsiteY404" fmla="*/ 78688 h 362293"/>
                <a:gd name="connsiteX405" fmla="*/ 11476 w 255736"/>
                <a:gd name="connsiteY405" fmla="*/ 80327 h 362293"/>
                <a:gd name="connsiteX406" fmla="*/ 14754 w 255736"/>
                <a:gd name="connsiteY406" fmla="*/ 80327 h 362293"/>
                <a:gd name="connsiteX407" fmla="*/ 18033 w 255736"/>
                <a:gd name="connsiteY407" fmla="*/ 81967 h 362293"/>
                <a:gd name="connsiteX408" fmla="*/ 21312 w 255736"/>
                <a:gd name="connsiteY408" fmla="*/ 81967 h 362293"/>
                <a:gd name="connsiteX409" fmla="*/ 26229 w 255736"/>
                <a:gd name="connsiteY409" fmla="*/ 80327 h 362293"/>
                <a:gd name="connsiteX410" fmla="*/ 29508 w 255736"/>
                <a:gd name="connsiteY410" fmla="*/ 81967 h 362293"/>
                <a:gd name="connsiteX411" fmla="*/ 26229 w 255736"/>
                <a:gd name="connsiteY411" fmla="*/ 80327 h 362293"/>
                <a:gd name="connsiteX412" fmla="*/ 22951 w 255736"/>
                <a:gd name="connsiteY412" fmla="*/ 83606 h 362293"/>
                <a:gd name="connsiteX413" fmla="*/ 18033 w 255736"/>
                <a:gd name="connsiteY413" fmla="*/ 81967 h 362293"/>
                <a:gd name="connsiteX414" fmla="*/ 21312 w 255736"/>
                <a:gd name="connsiteY414" fmla="*/ 85245 h 362293"/>
                <a:gd name="connsiteX415" fmla="*/ 24590 w 255736"/>
                <a:gd name="connsiteY415" fmla="*/ 86885 h 362293"/>
                <a:gd name="connsiteX416" fmla="*/ 27869 w 255736"/>
                <a:gd name="connsiteY416" fmla="*/ 88524 h 362293"/>
                <a:gd name="connsiteX417" fmla="*/ 31147 w 255736"/>
                <a:gd name="connsiteY417" fmla="*/ 86885 h 362293"/>
                <a:gd name="connsiteX418" fmla="*/ 36066 w 255736"/>
                <a:gd name="connsiteY418" fmla="*/ 83606 h 362293"/>
                <a:gd name="connsiteX419" fmla="*/ 39344 w 255736"/>
                <a:gd name="connsiteY419" fmla="*/ 80327 h 362293"/>
                <a:gd name="connsiteX420" fmla="*/ 42623 w 255736"/>
                <a:gd name="connsiteY420" fmla="*/ 78688 h 362293"/>
                <a:gd name="connsiteX421" fmla="*/ 47541 w 255736"/>
                <a:gd name="connsiteY421" fmla="*/ 75409 h 362293"/>
                <a:gd name="connsiteX422" fmla="*/ 45902 w 255736"/>
                <a:gd name="connsiteY422" fmla="*/ 77049 h 362293"/>
                <a:gd name="connsiteX423" fmla="*/ 44262 w 255736"/>
                <a:gd name="connsiteY423" fmla="*/ 80327 h 362293"/>
                <a:gd name="connsiteX424" fmla="*/ 45902 w 255736"/>
                <a:gd name="connsiteY424" fmla="*/ 80327 h 362293"/>
                <a:gd name="connsiteX425" fmla="*/ 49180 w 255736"/>
                <a:gd name="connsiteY425" fmla="*/ 80327 h 362293"/>
                <a:gd name="connsiteX426" fmla="*/ 44262 w 255736"/>
                <a:gd name="connsiteY426" fmla="*/ 81967 h 362293"/>
                <a:gd name="connsiteX427" fmla="*/ 44262 w 255736"/>
                <a:gd name="connsiteY427" fmla="*/ 81967 h 362293"/>
                <a:gd name="connsiteX428" fmla="*/ 40983 w 255736"/>
                <a:gd name="connsiteY428" fmla="*/ 81967 h 362293"/>
                <a:gd name="connsiteX429" fmla="*/ 37705 w 255736"/>
                <a:gd name="connsiteY429" fmla="*/ 86885 h 362293"/>
                <a:gd name="connsiteX430" fmla="*/ 37705 w 255736"/>
                <a:gd name="connsiteY430" fmla="*/ 86885 h 362293"/>
                <a:gd name="connsiteX431" fmla="*/ 40983 w 255736"/>
                <a:gd name="connsiteY431" fmla="*/ 86885 h 362293"/>
                <a:gd name="connsiteX432" fmla="*/ 37705 w 255736"/>
                <a:gd name="connsiteY432" fmla="*/ 90164 h 362293"/>
                <a:gd name="connsiteX433" fmla="*/ 40983 w 255736"/>
                <a:gd name="connsiteY433" fmla="*/ 90164 h 362293"/>
                <a:gd name="connsiteX434" fmla="*/ 44262 w 255736"/>
                <a:gd name="connsiteY434" fmla="*/ 90164 h 362293"/>
                <a:gd name="connsiteX435" fmla="*/ 40983 w 255736"/>
                <a:gd name="connsiteY435" fmla="*/ 91803 h 362293"/>
                <a:gd name="connsiteX436" fmla="*/ 37705 w 255736"/>
                <a:gd name="connsiteY436" fmla="*/ 90164 h 362293"/>
                <a:gd name="connsiteX437" fmla="*/ 34426 w 255736"/>
                <a:gd name="connsiteY437" fmla="*/ 90164 h 362293"/>
                <a:gd name="connsiteX438" fmla="*/ 34426 w 255736"/>
                <a:gd name="connsiteY438" fmla="*/ 95082 h 362293"/>
                <a:gd name="connsiteX439" fmla="*/ 31147 w 255736"/>
                <a:gd name="connsiteY439" fmla="*/ 95082 h 362293"/>
                <a:gd name="connsiteX440" fmla="*/ 31147 w 255736"/>
                <a:gd name="connsiteY440" fmla="*/ 99999 h 362293"/>
                <a:gd name="connsiteX441" fmla="*/ 31147 w 255736"/>
                <a:gd name="connsiteY441" fmla="*/ 103278 h 362293"/>
                <a:gd name="connsiteX442" fmla="*/ 27869 w 255736"/>
                <a:gd name="connsiteY442" fmla="*/ 106557 h 362293"/>
                <a:gd name="connsiteX443" fmla="*/ 26229 w 255736"/>
                <a:gd name="connsiteY443" fmla="*/ 108196 h 362293"/>
                <a:gd name="connsiteX444" fmla="*/ 24590 w 255736"/>
                <a:gd name="connsiteY444" fmla="*/ 111475 h 362293"/>
                <a:gd name="connsiteX445" fmla="*/ 27869 w 255736"/>
                <a:gd name="connsiteY445" fmla="*/ 108196 h 362293"/>
                <a:gd name="connsiteX446" fmla="*/ 24590 w 255736"/>
                <a:gd name="connsiteY446" fmla="*/ 111475 h 362293"/>
                <a:gd name="connsiteX447" fmla="*/ 24590 w 255736"/>
                <a:gd name="connsiteY447" fmla="*/ 114754 h 362293"/>
                <a:gd name="connsiteX448" fmla="*/ 27869 w 255736"/>
                <a:gd name="connsiteY448" fmla="*/ 119672 h 362293"/>
                <a:gd name="connsiteX449" fmla="*/ 31147 w 255736"/>
                <a:gd name="connsiteY449" fmla="*/ 118032 h 362293"/>
                <a:gd name="connsiteX450" fmla="*/ 27869 w 255736"/>
                <a:gd name="connsiteY450" fmla="*/ 119672 h 362293"/>
                <a:gd name="connsiteX451" fmla="*/ 24590 w 255736"/>
                <a:gd name="connsiteY451" fmla="*/ 124589 h 362293"/>
                <a:gd name="connsiteX452" fmla="*/ 21312 w 255736"/>
                <a:gd name="connsiteY452" fmla="*/ 127868 h 362293"/>
                <a:gd name="connsiteX453" fmla="*/ 21312 w 255736"/>
                <a:gd name="connsiteY453" fmla="*/ 131147 h 362293"/>
                <a:gd name="connsiteX454" fmla="*/ 19672 w 255736"/>
                <a:gd name="connsiteY454" fmla="*/ 134426 h 362293"/>
                <a:gd name="connsiteX455" fmla="*/ 19672 w 255736"/>
                <a:gd name="connsiteY455" fmla="*/ 139344 h 362293"/>
                <a:gd name="connsiteX456" fmla="*/ 24590 w 255736"/>
                <a:gd name="connsiteY456" fmla="*/ 137704 h 362293"/>
                <a:gd name="connsiteX457" fmla="*/ 27869 w 255736"/>
                <a:gd name="connsiteY457" fmla="*/ 134426 h 362293"/>
                <a:gd name="connsiteX458" fmla="*/ 27869 w 255736"/>
                <a:gd name="connsiteY458" fmla="*/ 131147 h 362293"/>
                <a:gd name="connsiteX459" fmla="*/ 29508 w 255736"/>
                <a:gd name="connsiteY459" fmla="*/ 127868 h 362293"/>
                <a:gd name="connsiteX460" fmla="*/ 31147 w 255736"/>
                <a:gd name="connsiteY460" fmla="*/ 124589 h 362293"/>
                <a:gd name="connsiteX461" fmla="*/ 32787 w 255736"/>
                <a:gd name="connsiteY461" fmla="*/ 119672 h 362293"/>
                <a:gd name="connsiteX462" fmla="*/ 34426 w 255736"/>
                <a:gd name="connsiteY462" fmla="*/ 116393 h 362293"/>
                <a:gd name="connsiteX463" fmla="*/ 32787 w 255736"/>
                <a:gd name="connsiteY463" fmla="*/ 113114 h 362293"/>
                <a:gd name="connsiteX464" fmla="*/ 32787 w 255736"/>
                <a:gd name="connsiteY464" fmla="*/ 109836 h 362293"/>
                <a:gd name="connsiteX465" fmla="*/ 37705 w 255736"/>
                <a:gd name="connsiteY465" fmla="*/ 106557 h 362293"/>
                <a:gd name="connsiteX466" fmla="*/ 40983 w 255736"/>
                <a:gd name="connsiteY466" fmla="*/ 103278 h 362293"/>
                <a:gd name="connsiteX467" fmla="*/ 44262 w 255736"/>
                <a:gd name="connsiteY467" fmla="*/ 101639 h 362293"/>
                <a:gd name="connsiteX468" fmla="*/ 47541 w 255736"/>
                <a:gd name="connsiteY468" fmla="*/ 99999 h 362293"/>
                <a:gd name="connsiteX469" fmla="*/ 42623 w 255736"/>
                <a:gd name="connsiteY469" fmla="*/ 103278 h 362293"/>
                <a:gd name="connsiteX470" fmla="*/ 39344 w 255736"/>
                <a:gd name="connsiteY470" fmla="*/ 106557 h 362293"/>
                <a:gd name="connsiteX471" fmla="*/ 36066 w 255736"/>
                <a:gd name="connsiteY471" fmla="*/ 109836 h 362293"/>
                <a:gd name="connsiteX472" fmla="*/ 36066 w 255736"/>
                <a:gd name="connsiteY472" fmla="*/ 114754 h 362293"/>
                <a:gd name="connsiteX473" fmla="*/ 39344 w 255736"/>
                <a:gd name="connsiteY473" fmla="*/ 116393 h 362293"/>
                <a:gd name="connsiteX474" fmla="*/ 40983 w 255736"/>
                <a:gd name="connsiteY474" fmla="*/ 114754 h 362293"/>
                <a:gd name="connsiteX475" fmla="*/ 42623 w 255736"/>
                <a:gd name="connsiteY475" fmla="*/ 118032 h 362293"/>
                <a:gd name="connsiteX476" fmla="*/ 45902 w 255736"/>
                <a:gd name="connsiteY476" fmla="*/ 121311 h 362293"/>
                <a:gd name="connsiteX477" fmla="*/ 45902 w 255736"/>
                <a:gd name="connsiteY477" fmla="*/ 121311 h 362293"/>
                <a:gd name="connsiteX478" fmla="*/ 45902 w 255736"/>
                <a:gd name="connsiteY478" fmla="*/ 116393 h 362293"/>
                <a:gd name="connsiteX479" fmla="*/ 42623 w 255736"/>
                <a:gd name="connsiteY479" fmla="*/ 113114 h 362293"/>
                <a:gd name="connsiteX480" fmla="*/ 40983 w 255736"/>
                <a:gd name="connsiteY480" fmla="*/ 113114 h 362293"/>
                <a:gd name="connsiteX481" fmla="*/ 42623 w 255736"/>
                <a:gd name="connsiteY481" fmla="*/ 113114 h 362293"/>
                <a:gd name="connsiteX482" fmla="*/ 44262 w 255736"/>
                <a:gd name="connsiteY482" fmla="*/ 111475 h 362293"/>
                <a:gd name="connsiteX483" fmla="*/ 47541 w 255736"/>
                <a:gd name="connsiteY483" fmla="*/ 114754 h 362293"/>
                <a:gd name="connsiteX484" fmla="*/ 47541 w 255736"/>
                <a:gd name="connsiteY484" fmla="*/ 113114 h 362293"/>
                <a:gd name="connsiteX485" fmla="*/ 50820 w 255736"/>
                <a:gd name="connsiteY485" fmla="*/ 109836 h 362293"/>
                <a:gd name="connsiteX486" fmla="*/ 50820 w 255736"/>
                <a:gd name="connsiteY486" fmla="*/ 106557 h 362293"/>
                <a:gd name="connsiteX487" fmla="*/ 50820 w 255736"/>
                <a:gd name="connsiteY487" fmla="*/ 101639 h 362293"/>
                <a:gd name="connsiteX488" fmla="*/ 54098 w 255736"/>
                <a:gd name="connsiteY488" fmla="*/ 103278 h 362293"/>
                <a:gd name="connsiteX489" fmla="*/ 52459 w 255736"/>
                <a:gd name="connsiteY489" fmla="*/ 106557 h 362293"/>
                <a:gd name="connsiteX490" fmla="*/ 54098 w 255736"/>
                <a:gd name="connsiteY490" fmla="*/ 109836 h 362293"/>
                <a:gd name="connsiteX491" fmla="*/ 52459 w 255736"/>
                <a:gd name="connsiteY491" fmla="*/ 106557 h 362293"/>
                <a:gd name="connsiteX492" fmla="*/ 57377 w 255736"/>
                <a:gd name="connsiteY492" fmla="*/ 109836 h 362293"/>
                <a:gd name="connsiteX493" fmla="*/ 60656 w 255736"/>
                <a:gd name="connsiteY493" fmla="*/ 111475 h 362293"/>
                <a:gd name="connsiteX494" fmla="*/ 60656 w 255736"/>
                <a:gd name="connsiteY494" fmla="*/ 111475 h 362293"/>
                <a:gd name="connsiteX495" fmla="*/ 60656 w 255736"/>
                <a:gd name="connsiteY495" fmla="*/ 113114 h 362293"/>
                <a:gd name="connsiteX496" fmla="*/ 57377 w 255736"/>
                <a:gd name="connsiteY496" fmla="*/ 111475 h 362293"/>
                <a:gd name="connsiteX497" fmla="*/ 54098 w 255736"/>
                <a:gd name="connsiteY497" fmla="*/ 111475 h 362293"/>
                <a:gd name="connsiteX498" fmla="*/ 50820 w 255736"/>
                <a:gd name="connsiteY498" fmla="*/ 111475 h 362293"/>
                <a:gd name="connsiteX499" fmla="*/ 50820 w 255736"/>
                <a:gd name="connsiteY499" fmla="*/ 114754 h 362293"/>
                <a:gd name="connsiteX500" fmla="*/ 50820 w 255736"/>
                <a:gd name="connsiteY500" fmla="*/ 119672 h 362293"/>
                <a:gd name="connsiteX501" fmla="*/ 50820 w 255736"/>
                <a:gd name="connsiteY501" fmla="*/ 122950 h 362293"/>
                <a:gd name="connsiteX502" fmla="*/ 54098 w 255736"/>
                <a:gd name="connsiteY502" fmla="*/ 124589 h 362293"/>
                <a:gd name="connsiteX503" fmla="*/ 57377 w 255736"/>
                <a:gd name="connsiteY503" fmla="*/ 129508 h 362293"/>
                <a:gd name="connsiteX504" fmla="*/ 55737 w 255736"/>
                <a:gd name="connsiteY504" fmla="*/ 132786 h 362293"/>
                <a:gd name="connsiteX505" fmla="*/ 52459 w 255736"/>
                <a:gd name="connsiteY505" fmla="*/ 134426 h 362293"/>
                <a:gd name="connsiteX506" fmla="*/ 49180 w 255736"/>
                <a:gd name="connsiteY506" fmla="*/ 139344 h 362293"/>
                <a:gd name="connsiteX507" fmla="*/ 47541 w 255736"/>
                <a:gd name="connsiteY507" fmla="*/ 142622 h 362293"/>
                <a:gd name="connsiteX508" fmla="*/ 44262 w 255736"/>
                <a:gd name="connsiteY508" fmla="*/ 145901 h 362293"/>
                <a:gd name="connsiteX509" fmla="*/ 42623 w 255736"/>
                <a:gd name="connsiteY509" fmla="*/ 147540 h 362293"/>
                <a:gd name="connsiteX510" fmla="*/ 40983 w 255736"/>
                <a:gd name="connsiteY510" fmla="*/ 150819 h 362293"/>
                <a:gd name="connsiteX511" fmla="*/ 42623 w 255736"/>
                <a:gd name="connsiteY511" fmla="*/ 150819 h 362293"/>
                <a:gd name="connsiteX512" fmla="*/ 42623 w 255736"/>
                <a:gd name="connsiteY512" fmla="*/ 152458 h 362293"/>
                <a:gd name="connsiteX513" fmla="*/ 42623 w 255736"/>
                <a:gd name="connsiteY513" fmla="*/ 154098 h 362293"/>
                <a:gd name="connsiteX514" fmla="*/ 40983 w 255736"/>
                <a:gd name="connsiteY514" fmla="*/ 154098 h 362293"/>
                <a:gd name="connsiteX515" fmla="*/ 40983 w 255736"/>
                <a:gd name="connsiteY515" fmla="*/ 150819 h 362293"/>
                <a:gd name="connsiteX516" fmla="*/ 37705 w 255736"/>
                <a:gd name="connsiteY516" fmla="*/ 150819 h 362293"/>
                <a:gd name="connsiteX517" fmla="*/ 37705 w 255736"/>
                <a:gd name="connsiteY517" fmla="*/ 154098 h 362293"/>
                <a:gd name="connsiteX518" fmla="*/ 37705 w 255736"/>
                <a:gd name="connsiteY518" fmla="*/ 157376 h 362293"/>
                <a:gd name="connsiteX519" fmla="*/ 42623 w 255736"/>
                <a:gd name="connsiteY519" fmla="*/ 160655 h 362293"/>
                <a:gd name="connsiteX520" fmla="*/ 42623 w 255736"/>
                <a:gd name="connsiteY520" fmla="*/ 162294 h 362293"/>
                <a:gd name="connsiteX521" fmla="*/ 45902 w 255736"/>
                <a:gd name="connsiteY521" fmla="*/ 167212 h 362293"/>
                <a:gd name="connsiteX522" fmla="*/ 45902 w 255736"/>
                <a:gd name="connsiteY522" fmla="*/ 165573 h 362293"/>
                <a:gd name="connsiteX523" fmla="*/ 44262 w 255736"/>
                <a:gd name="connsiteY523" fmla="*/ 162294 h 362293"/>
                <a:gd name="connsiteX524" fmla="*/ 44262 w 255736"/>
                <a:gd name="connsiteY524" fmla="*/ 159016 h 362293"/>
                <a:gd name="connsiteX525" fmla="*/ 47541 w 255736"/>
                <a:gd name="connsiteY525" fmla="*/ 155737 h 362293"/>
                <a:gd name="connsiteX526" fmla="*/ 50820 w 255736"/>
                <a:gd name="connsiteY526" fmla="*/ 159016 h 362293"/>
                <a:gd name="connsiteX527" fmla="*/ 55737 w 255736"/>
                <a:gd name="connsiteY527" fmla="*/ 160655 h 362293"/>
                <a:gd name="connsiteX528" fmla="*/ 59016 w 255736"/>
                <a:gd name="connsiteY528" fmla="*/ 163934 h 362293"/>
                <a:gd name="connsiteX529" fmla="*/ 62295 w 255736"/>
                <a:gd name="connsiteY529" fmla="*/ 162294 h 362293"/>
                <a:gd name="connsiteX530" fmla="*/ 62295 w 255736"/>
                <a:gd name="connsiteY530" fmla="*/ 159016 h 362293"/>
                <a:gd name="connsiteX531" fmla="*/ 62295 w 255736"/>
                <a:gd name="connsiteY531" fmla="*/ 154098 h 362293"/>
                <a:gd name="connsiteX532" fmla="*/ 65573 w 255736"/>
                <a:gd name="connsiteY532" fmla="*/ 157376 h 362293"/>
                <a:gd name="connsiteX533" fmla="*/ 68852 w 255736"/>
                <a:gd name="connsiteY533" fmla="*/ 159016 h 362293"/>
                <a:gd name="connsiteX534" fmla="*/ 72131 w 255736"/>
                <a:gd name="connsiteY534" fmla="*/ 157376 h 362293"/>
                <a:gd name="connsiteX535" fmla="*/ 73770 w 255736"/>
                <a:gd name="connsiteY535" fmla="*/ 160655 h 362293"/>
                <a:gd name="connsiteX536" fmla="*/ 73770 w 255736"/>
                <a:gd name="connsiteY536" fmla="*/ 160655 h 362293"/>
                <a:gd name="connsiteX537" fmla="*/ 77049 w 255736"/>
                <a:gd name="connsiteY537" fmla="*/ 159016 h 362293"/>
                <a:gd name="connsiteX538" fmla="*/ 81967 w 255736"/>
                <a:gd name="connsiteY538" fmla="*/ 155737 h 362293"/>
                <a:gd name="connsiteX539" fmla="*/ 85246 w 255736"/>
                <a:gd name="connsiteY539" fmla="*/ 155737 h 362293"/>
                <a:gd name="connsiteX540" fmla="*/ 88524 w 255736"/>
                <a:gd name="connsiteY540" fmla="*/ 155737 h 362293"/>
                <a:gd name="connsiteX541" fmla="*/ 88524 w 255736"/>
                <a:gd name="connsiteY541" fmla="*/ 150819 h 362293"/>
                <a:gd name="connsiteX542" fmla="*/ 90164 w 255736"/>
                <a:gd name="connsiteY542" fmla="*/ 152458 h 362293"/>
                <a:gd name="connsiteX543" fmla="*/ 95082 w 255736"/>
                <a:gd name="connsiteY543" fmla="*/ 152458 h 362293"/>
                <a:gd name="connsiteX544" fmla="*/ 98360 w 255736"/>
                <a:gd name="connsiteY544" fmla="*/ 152458 h 362293"/>
                <a:gd name="connsiteX545" fmla="*/ 101639 w 255736"/>
                <a:gd name="connsiteY545" fmla="*/ 152458 h 362293"/>
                <a:gd name="connsiteX546" fmla="*/ 104917 w 255736"/>
                <a:gd name="connsiteY546" fmla="*/ 152458 h 362293"/>
                <a:gd name="connsiteX547" fmla="*/ 106557 w 255736"/>
                <a:gd name="connsiteY547" fmla="*/ 152458 h 362293"/>
                <a:gd name="connsiteX548" fmla="*/ 106557 w 255736"/>
                <a:gd name="connsiteY548" fmla="*/ 152458 h 362293"/>
                <a:gd name="connsiteX549" fmla="*/ 103279 w 255736"/>
                <a:gd name="connsiteY549" fmla="*/ 154098 h 362293"/>
                <a:gd name="connsiteX550" fmla="*/ 98360 w 255736"/>
                <a:gd name="connsiteY550" fmla="*/ 155737 h 362293"/>
                <a:gd name="connsiteX551" fmla="*/ 98360 w 255736"/>
                <a:gd name="connsiteY551" fmla="*/ 155737 h 362293"/>
                <a:gd name="connsiteX552" fmla="*/ 93442 w 255736"/>
                <a:gd name="connsiteY552" fmla="*/ 157376 h 362293"/>
                <a:gd name="connsiteX553" fmla="*/ 91803 w 255736"/>
                <a:gd name="connsiteY553" fmla="*/ 160655 h 362293"/>
                <a:gd name="connsiteX554" fmla="*/ 88524 w 255736"/>
                <a:gd name="connsiteY554" fmla="*/ 165573 h 362293"/>
                <a:gd name="connsiteX555" fmla="*/ 86885 w 255736"/>
                <a:gd name="connsiteY555" fmla="*/ 168852 h 362293"/>
                <a:gd name="connsiteX556" fmla="*/ 86885 w 255736"/>
                <a:gd name="connsiteY556" fmla="*/ 172130 h 362293"/>
                <a:gd name="connsiteX557" fmla="*/ 90164 w 255736"/>
                <a:gd name="connsiteY557" fmla="*/ 175409 h 362293"/>
                <a:gd name="connsiteX558" fmla="*/ 91803 w 255736"/>
                <a:gd name="connsiteY558" fmla="*/ 180327 h 362293"/>
                <a:gd name="connsiteX559" fmla="*/ 93442 w 255736"/>
                <a:gd name="connsiteY559" fmla="*/ 183606 h 362293"/>
                <a:gd name="connsiteX560" fmla="*/ 96721 w 255736"/>
                <a:gd name="connsiteY560" fmla="*/ 181966 h 362293"/>
                <a:gd name="connsiteX561" fmla="*/ 98360 w 255736"/>
                <a:gd name="connsiteY561" fmla="*/ 181966 h 362293"/>
                <a:gd name="connsiteX562" fmla="*/ 96721 w 255736"/>
                <a:gd name="connsiteY562" fmla="*/ 186884 h 362293"/>
                <a:gd name="connsiteX563" fmla="*/ 100000 w 255736"/>
                <a:gd name="connsiteY563" fmla="*/ 190163 h 362293"/>
                <a:gd name="connsiteX564" fmla="*/ 100000 w 255736"/>
                <a:gd name="connsiteY564" fmla="*/ 188524 h 362293"/>
                <a:gd name="connsiteX565" fmla="*/ 103279 w 255736"/>
                <a:gd name="connsiteY565" fmla="*/ 185245 h 362293"/>
                <a:gd name="connsiteX566" fmla="*/ 103279 w 255736"/>
                <a:gd name="connsiteY566" fmla="*/ 183606 h 362293"/>
                <a:gd name="connsiteX567" fmla="*/ 103279 w 255736"/>
                <a:gd name="connsiteY567" fmla="*/ 185245 h 362293"/>
                <a:gd name="connsiteX568" fmla="*/ 104917 w 255736"/>
                <a:gd name="connsiteY568" fmla="*/ 186884 h 362293"/>
                <a:gd name="connsiteX569" fmla="*/ 109836 w 255736"/>
                <a:gd name="connsiteY569" fmla="*/ 185245 h 362293"/>
                <a:gd name="connsiteX570" fmla="*/ 111475 w 255736"/>
                <a:gd name="connsiteY570" fmla="*/ 183606 h 362293"/>
                <a:gd name="connsiteX571" fmla="*/ 109836 w 255736"/>
                <a:gd name="connsiteY571" fmla="*/ 185245 h 362293"/>
                <a:gd name="connsiteX572" fmla="*/ 109836 w 255736"/>
                <a:gd name="connsiteY572" fmla="*/ 185245 h 362293"/>
                <a:gd name="connsiteX573" fmla="*/ 109836 w 255736"/>
                <a:gd name="connsiteY573" fmla="*/ 188524 h 362293"/>
                <a:gd name="connsiteX574" fmla="*/ 109836 w 255736"/>
                <a:gd name="connsiteY574" fmla="*/ 193442 h 362293"/>
                <a:gd name="connsiteX575" fmla="*/ 104917 w 255736"/>
                <a:gd name="connsiteY575" fmla="*/ 195081 h 362293"/>
                <a:gd name="connsiteX576" fmla="*/ 101639 w 255736"/>
                <a:gd name="connsiteY576" fmla="*/ 196720 h 362293"/>
                <a:gd name="connsiteX577" fmla="*/ 101639 w 255736"/>
                <a:gd name="connsiteY577" fmla="*/ 199999 h 362293"/>
                <a:gd name="connsiteX578" fmla="*/ 103279 w 255736"/>
                <a:gd name="connsiteY578" fmla="*/ 203278 h 362293"/>
                <a:gd name="connsiteX579" fmla="*/ 106557 w 255736"/>
                <a:gd name="connsiteY579" fmla="*/ 204917 h 362293"/>
                <a:gd name="connsiteX580" fmla="*/ 104917 w 255736"/>
                <a:gd name="connsiteY580" fmla="*/ 204917 h 362293"/>
                <a:gd name="connsiteX581" fmla="*/ 103279 w 255736"/>
                <a:gd name="connsiteY581" fmla="*/ 206556 h 362293"/>
                <a:gd name="connsiteX582" fmla="*/ 100000 w 255736"/>
                <a:gd name="connsiteY582" fmla="*/ 209835 h 362293"/>
                <a:gd name="connsiteX583" fmla="*/ 100000 w 255736"/>
                <a:gd name="connsiteY583" fmla="*/ 213114 h 362293"/>
                <a:gd name="connsiteX584" fmla="*/ 101639 w 255736"/>
                <a:gd name="connsiteY584" fmla="*/ 218032 h 362293"/>
                <a:gd name="connsiteX585" fmla="*/ 101639 w 255736"/>
                <a:gd name="connsiteY585" fmla="*/ 218032 h 362293"/>
                <a:gd name="connsiteX586" fmla="*/ 104917 w 255736"/>
                <a:gd name="connsiteY586" fmla="*/ 219671 h 362293"/>
                <a:gd name="connsiteX587" fmla="*/ 108196 w 255736"/>
                <a:gd name="connsiteY587" fmla="*/ 221310 h 362293"/>
                <a:gd name="connsiteX588" fmla="*/ 109836 w 255736"/>
                <a:gd name="connsiteY588" fmla="*/ 219671 h 362293"/>
                <a:gd name="connsiteX589" fmla="*/ 111475 w 255736"/>
                <a:gd name="connsiteY589" fmla="*/ 219671 h 362293"/>
                <a:gd name="connsiteX590" fmla="*/ 111475 w 255736"/>
                <a:gd name="connsiteY590" fmla="*/ 219671 h 362293"/>
                <a:gd name="connsiteX591" fmla="*/ 109836 w 255736"/>
                <a:gd name="connsiteY591" fmla="*/ 219671 h 362293"/>
                <a:gd name="connsiteX592" fmla="*/ 108196 w 255736"/>
                <a:gd name="connsiteY592" fmla="*/ 222950 h 362293"/>
                <a:gd name="connsiteX593" fmla="*/ 104917 w 255736"/>
                <a:gd name="connsiteY593" fmla="*/ 221310 h 362293"/>
                <a:gd name="connsiteX594" fmla="*/ 101639 w 255736"/>
                <a:gd name="connsiteY594" fmla="*/ 218032 h 362293"/>
                <a:gd name="connsiteX595" fmla="*/ 101639 w 255736"/>
                <a:gd name="connsiteY595" fmla="*/ 218032 h 362293"/>
                <a:gd name="connsiteX596" fmla="*/ 100000 w 255736"/>
                <a:gd name="connsiteY596" fmla="*/ 216392 h 362293"/>
                <a:gd name="connsiteX597" fmla="*/ 95082 w 255736"/>
                <a:gd name="connsiteY597" fmla="*/ 219671 h 362293"/>
                <a:gd name="connsiteX598" fmla="*/ 98360 w 255736"/>
                <a:gd name="connsiteY598" fmla="*/ 222950 h 362293"/>
                <a:gd name="connsiteX599" fmla="*/ 98360 w 255736"/>
                <a:gd name="connsiteY599" fmla="*/ 222950 h 362293"/>
                <a:gd name="connsiteX600" fmla="*/ 98360 w 255736"/>
                <a:gd name="connsiteY600" fmla="*/ 224589 h 362293"/>
                <a:gd name="connsiteX601" fmla="*/ 95082 w 255736"/>
                <a:gd name="connsiteY601" fmla="*/ 222950 h 362293"/>
                <a:gd name="connsiteX602" fmla="*/ 91803 w 255736"/>
                <a:gd name="connsiteY602" fmla="*/ 219671 h 362293"/>
                <a:gd name="connsiteX603" fmla="*/ 88524 w 255736"/>
                <a:gd name="connsiteY603" fmla="*/ 221310 h 362293"/>
                <a:gd name="connsiteX604" fmla="*/ 85246 w 255736"/>
                <a:gd name="connsiteY604" fmla="*/ 221310 h 362293"/>
                <a:gd name="connsiteX605" fmla="*/ 80327 w 255736"/>
                <a:gd name="connsiteY605" fmla="*/ 222950 h 362293"/>
                <a:gd name="connsiteX606" fmla="*/ 77049 w 255736"/>
                <a:gd name="connsiteY606" fmla="*/ 221310 h 362293"/>
                <a:gd name="connsiteX607" fmla="*/ 75410 w 255736"/>
                <a:gd name="connsiteY607" fmla="*/ 221310 h 362293"/>
                <a:gd name="connsiteX608" fmla="*/ 70492 w 255736"/>
                <a:gd name="connsiteY608" fmla="*/ 222950 h 362293"/>
                <a:gd name="connsiteX609" fmla="*/ 67213 w 255736"/>
                <a:gd name="connsiteY609" fmla="*/ 224589 h 362293"/>
                <a:gd name="connsiteX610" fmla="*/ 63934 w 255736"/>
                <a:gd name="connsiteY610" fmla="*/ 224589 h 362293"/>
                <a:gd name="connsiteX611" fmla="*/ 63934 w 255736"/>
                <a:gd name="connsiteY611" fmla="*/ 224589 h 362293"/>
                <a:gd name="connsiteX612" fmla="*/ 65573 w 255736"/>
                <a:gd name="connsiteY612" fmla="*/ 221310 h 362293"/>
                <a:gd name="connsiteX613" fmla="*/ 62295 w 255736"/>
                <a:gd name="connsiteY613" fmla="*/ 221310 h 362293"/>
                <a:gd name="connsiteX614" fmla="*/ 59016 w 255736"/>
                <a:gd name="connsiteY614" fmla="*/ 218032 h 362293"/>
                <a:gd name="connsiteX615" fmla="*/ 54098 w 255736"/>
                <a:gd name="connsiteY615" fmla="*/ 218032 h 362293"/>
                <a:gd name="connsiteX616" fmla="*/ 50820 w 255736"/>
                <a:gd name="connsiteY616" fmla="*/ 219671 h 362293"/>
                <a:gd name="connsiteX617" fmla="*/ 50820 w 255736"/>
                <a:gd name="connsiteY617" fmla="*/ 222950 h 362293"/>
                <a:gd name="connsiteX618" fmla="*/ 50820 w 255736"/>
                <a:gd name="connsiteY618" fmla="*/ 222950 h 362293"/>
                <a:gd name="connsiteX619" fmla="*/ 54098 w 255736"/>
                <a:gd name="connsiteY619" fmla="*/ 227868 h 362293"/>
                <a:gd name="connsiteX620" fmla="*/ 57377 w 255736"/>
                <a:gd name="connsiteY620" fmla="*/ 229507 h 362293"/>
                <a:gd name="connsiteX621" fmla="*/ 57377 w 255736"/>
                <a:gd name="connsiteY621" fmla="*/ 227868 h 362293"/>
                <a:gd name="connsiteX622" fmla="*/ 62295 w 255736"/>
                <a:gd name="connsiteY622" fmla="*/ 226229 h 362293"/>
                <a:gd name="connsiteX623" fmla="*/ 62295 w 255736"/>
                <a:gd name="connsiteY623" fmla="*/ 226229 h 362293"/>
                <a:gd name="connsiteX624" fmla="*/ 59016 w 255736"/>
                <a:gd name="connsiteY624" fmla="*/ 229507 h 362293"/>
                <a:gd name="connsiteX625" fmla="*/ 57377 w 255736"/>
                <a:gd name="connsiteY625" fmla="*/ 232786 h 362293"/>
                <a:gd name="connsiteX626" fmla="*/ 52459 w 255736"/>
                <a:gd name="connsiteY626" fmla="*/ 236064 h 362293"/>
                <a:gd name="connsiteX627" fmla="*/ 49180 w 255736"/>
                <a:gd name="connsiteY627" fmla="*/ 237704 h 362293"/>
                <a:gd name="connsiteX628" fmla="*/ 45902 w 255736"/>
                <a:gd name="connsiteY628" fmla="*/ 239343 h 362293"/>
                <a:gd name="connsiteX629" fmla="*/ 42623 w 255736"/>
                <a:gd name="connsiteY629" fmla="*/ 244261 h 362293"/>
                <a:gd name="connsiteX630" fmla="*/ 44262 w 255736"/>
                <a:gd name="connsiteY630" fmla="*/ 244261 h 362293"/>
                <a:gd name="connsiteX631" fmla="*/ 47541 w 255736"/>
                <a:gd name="connsiteY631" fmla="*/ 242622 h 362293"/>
                <a:gd name="connsiteX632" fmla="*/ 52459 w 255736"/>
                <a:gd name="connsiteY632" fmla="*/ 240982 h 362293"/>
                <a:gd name="connsiteX633" fmla="*/ 55737 w 255736"/>
                <a:gd name="connsiteY633" fmla="*/ 239343 h 362293"/>
                <a:gd name="connsiteX634" fmla="*/ 59016 w 255736"/>
                <a:gd name="connsiteY634" fmla="*/ 237704 h 362293"/>
                <a:gd name="connsiteX635" fmla="*/ 63934 w 255736"/>
                <a:gd name="connsiteY635" fmla="*/ 239343 h 362293"/>
                <a:gd name="connsiteX636" fmla="*/ 62295 w 255736"/>
                <a:gd name="connsiteY636" fmla="*/ 242622 h 362293"/>
                <a:gd name="connsiteX637" fmla="*/ 65573 w 255736"/>
                <a:gd name="connsiteY637" fmla="*/ 247540 h 362293"/>
                <a:gd name="connsiteX638" fmla="*/ 65573 w 255736"/>
                <a:gd name="connsiteY638" fmla="*/ 247540 h 362293"/>
                <a:gd name="connsiteX639" fmla="*/ 62295 w 255736"/>
                <a:gd name="connsiteY639" fmla="*/ 250819 h 362293"/>
                <a:gd name="connsiteX640" fmla="*/ 63934 w 255736"/>
                <a:gd name="connsiteY640" fmla="*/ 254097 h 362293"/>
                <a:gd name="connsiteX641" fmla="*/ 67213 w 255736"/>
                <a:gd name="connsiteY641" fmla="*/ 254097 h 362293"/>
                <a:gd name="connsiteX642" fmla="*/ 63934 w 255736"/>
                <a:gd name="connsiteY642" fmla="*/ 255736 h 362293"/>
                <a:gd name="connsiteX643" fmla="*/ 63934 w 255736"/>
                <a:gd name="connsiteY643" fmla="*/ 259015 h 362293"/>
                <a:gd name="connsiteX644" fmla="*/ 60656 w 255736"/>
                <a:gd name="connsiteY644" fmla="*/ 262294 h 362293"/>
                <a:gd name="connsiteX645" fmla="*/ 57377 w 255736"/>
                <a:gd name="connsiteY645" fmla="*/ 267212 h 362293"/>
                <a:gd name="connsiteX646" fmla="*/ 54098 w 255736"/>
                <a:gd name="connsiteY646" fmla="*/ 268851 h 362293"/>
                <a:gd name="connsiteX647" fmla="*/ 50820 w 255736"/>
                <a:gd name="connsiteY647" fmla="*/ 270491 h 362293"/>
                <a:gd name="connsiteX648" fmla="*/ 45902 w 255736"/>
                <a:gd name="connsiteY648" fmla="*/ 270491 h 362293"/>
                <a:gd name="connsiteX649" fmla="*/ 42623 w 255736"/>
                <a:gd name="connsiteY649" fmla="*/ 272130 h 362293"/>
                <a:gd name="connsiteX650" fmla="*/ 39344 w 255736"/>
                <a:gd name="connsiteY650" fmla="*/ 273769 h 362293"/>
                <a:gd name="connsiteX651" fmla="*/ 34426 w 255736"/>
                <a:gd name="connsiteY651" fmla="*/ 277048 h 362293"/>
                <a:gd name="connsiteX652" fmla="*/ 31147 w 255736"/>
                <a:gd name="connsiteY652" fmla="*/ 277048 h 362293"/>
                <a:gd name="connsiteX653" fmla="*/ 31147 w 255736"/>
                <a:gd name="connsiteY653" fmla="*/ 275409 h 362293"/>
                <a:gd name="connsiteX654" fmla="*/ 26229 w 255736"/>
                <a:gd name="connsiteY654" fmla="*/ 278687 h 362293"/>
                <a:gd name="connsiteX655" fmla="*/ 22951 w 255736"/>
                <a:gd name="connsiteY655" fmla="*/ 281966 h 362293"/>
                <a:gd name="connsiteX656" fmla="*/ 27869 w 255736"/>
                <a:gd name="connsiteY656" fmla="*/ 285244 h 362293"/>
                <a:gd name="connsiteX657" fmla="*/ 24590 w 255736"/>
                <a:gd name="connsiteY657" fmla="*/ 288523 h 362293"/>
                <a:gd name="connsiteX658" fmla="*/ 29508 w 255736"/>
                <a:gd name="connsiteY658" fmla="*/ 290163 h 362293"/>
                <a:gd name="connsiteX659" fmla="*/ 29508 w 255736"/>
                <a:gd name="connsiteY659" fmla="*/ 290163 h 362293"/>
                <a:gd name="connsiteX660" fmla="*/ 31147 w 255736"/>
                <a:gd name="connsiteY660" fmla="*/ 290163 h 362293"/>
                <a:gd name="connsiteX661" fmla="*/ 32787 w 255736"/>
                <a:gd name="connsiteY661" fmla="*/ 288523 h 362293"/>
                <a:gd name="connsiteX662" fmla="*/ 36066 w 255736"/>
                <a:gd name="connsiteY662" fmla="*/ 286884 h 362293"/>
                <a:gd name="connsiteX663" fmla="*/ 32787 w 255736"/>
                <a:gd name="connsiteY663" fmla="*/ 290163 h 362293"/>
                <a:gd name="connsiteX664" fmla="*/ 29508 w 255736"/>
                <a:gd name="connsiteY664" fmla="*/ 290163 h 362293"/>
                <a:gd name="connsiteX665" fmla="*/ 26229 w 255736"/>
                <a:gd name="connsiteY665" fmla="*/ 290163 h 362293"/>
                <a:gd name="connsiteX666" fmla="*/ 29508 w 255736"/>
                <a:gd name="connsiteY666" fmla="*/ 293441 h 362293"/>
                <a:gd name="connsiteX667" fmla="*/ 32787 w 255736"/>
                <a:gd name="connsiteY667" fmla="*/ 293441 h 362293"/>
                <a:gd name="connsiteX668" fmla="*/ 36066 w 255736"/>
                <a:gd name="connsiteY668" fmla="*/ 291802 h 362293"/>
                <a:gd name="connsiteX669" fmla="*/ 40983 w 255736"/>
                <a:gd name="connsiteY669" fmla="*/ 290163 h 362293"/>
                <a:gd name="connsiteX670" fmla="*/ 44262 w 255736"/>
                <a:gd name="connsiteY670" fmla="*/ 288523 h 362293"/>
                <a:gd name="connsiteX671" fmla="*/ 47541 w 255736"/>
                <a:gd name="connsiteY671" fmla="*/ 288523 h 362293"/>
                <a:gd name="connsiteX672" fmla="*/ 50820 w 255736"/>
                <a:gd name="connsiteY672" fmla="*/ 286884 h 362293"/>
                <a:gd name="connsiteX673" fmla="*/ 50820 w 255736"/>
                <a:gd name="connsiteY673" fmla="*/ 286884 h 362293"/>
                <a:gd name="connsiteX674" fmla="*/ 52459 w 255736"/>
                <a:gd name="connsiteY674" fmla="*/ 290163 h 362293"/>
                <a:gd name="connsiteX675" fmla="*/ 55737 w 255736"/>
                <a:gd name="connsiteY675" fmla="*/ 290163 h 362293"/>
                <a:gd name="connsiteX676" fmla="*/ 60656 w 255736"/>
                <a:gd name="connsiteY676" fmla="*/ 291802 h 362293"/>
                <a:gd name="connsiteX677" fmla="*/ 60656 w 255736"/>
                <a:gd name="connsiteY677" fmla="*/ 290163 h 362293"/>
                <a:gd name="connsiteX678" fmla="*/ 60656 w 255736"/>
                <a:gd name="connsiteY678" fmla="*/ 291802 h 362293"/>
                <a:gd name="connsiteX679" fmla="*/ 59016 w 255736"/>
                <a:gd name="connsiteY679" fmla="*/ 293441 h 362293"/>
                <a:gd name="connsiteX680" fmla="*/ 54098 w 255736"/>
                <a:gd name="connsiteY680" fmla="*/ 291802 h 362293"/>
                <a:gd name="connsiteX681" fmla="*/ 57377 w 255736"/>
                <a:gd name="connsiteY681" fmla="*/ 296720 h 362293"/>
                <a:gd name="connsiteX682" fmla="*/ 60656 w 255736"/>
                <a:gd name="connsiteY682" fmla="*/ 295081 h 362293"/>
                <a:gd name="connsiteX683" fmla="*/ 62295 w 255736"/>
                <a:gd name="connsiteY683" fmla="*/ 295081 h 362293"/>
                <a:gd name="connsiteX684" fmla="*/ 65573 w 255736"/>
                <a:gd name="connsiteY684" fmla="*/ 293441 h 362293"/>
                <a:gd name="connsiteX685" fmla="*/ 68852 w 255736"/>
                <a:gd name="connsiteY685" fmla="*/ 293441 h 362293"/>
                <a:gd name="connsiteX686" fmla="*/ 70492 w 255736"/>
                <a:gd name="connsiteY686" fmla="*/ 296720 h 362293"/>
                <a:gd name="connsiteX687" fmla="*/ 73770 w 255736"/>
                <a:gd name="connsiteY687" fmla="*/ 299999 h 362293"/>
                <a:gd name="connsiteX688" fmla="*/ 77049 w 255736"/>
                <a:gd name="connsiteY688" fmla="*/ 301638 h 362293"/>
                <a:gd name="connsiteX689" fmla="*/ 78688 w 255736"/>
                <a:gd name="connsiteY689" fmla="*/ 303277 h 362293"/>
                <a:gd name="connsiteX690" fmla="*/ 83606 w 255736"/>
                <a:gd name="connsiteY690" fmla="*/ 303277 h 362293"/>
                <a:gd name="connsiteX691" fmla="*/ 86885 w 255736"/>
                <a:gd name="connsiteY691" fmla="*/ 303277 h 362293"/>
                <a:gd name="connsiteX692" fmla="*/ 90164 w 255736"/>
                <a:gd name="connsiteY692" fmla="*/ 301638 h 362293"/>
                <a:gd name="connsiteX693" fmla="*/ 93442 w 255736"/>
                <a:gd name="connsiteY693" fmla="*/ 298359 h 362293"/>
                <a:gd name="connsiteX694" fmla="*/ 96721 w 255736"/>
                <a:gd name="connsiteY694" fmla="*/ 295081 h 362293"/>
                <a:gd name="connsiteX695" fmla="*/ 98360 w 255736"/>
                <a:gd name="connsiteY695" fmla="*/ 296720 h 362293"/>
                <a:gd name="connsiteX696" fmla="*/ 101639 w 255736"/>
                <a:gd name="connsiteY696" fmla="*/ 296720 h 362293"/>
                <a:gd name="connsiteX697" fmla="*/ 104917 w 255736"/>
                <a:gd name="connsiteY697" fmla="*/ 295081 h 362293"/>
                <a:gd name="connsiteX698" fmla="*/ 106557 w 255736"/>
                <a:gd name="connsiteY698" fmla="*/ 293441 h 362293"/>
                <a:gd name="connsiteX699" fmla="*/ 106557 w 255736"/>
                <a:gd name="connsiteY699" fmla="*/ 293441 h 362293"/>
                <a:gd name="connsiteX700" fmla="*/ 109836 w 255736"/>
                <a:gd name="connsiteY700" fmla="*/ 291802 h 362293"/>
                <a:gd name="connsiteX701" fmla="*/ 113114 w 255736"/>
                <a:gd name="connsiteY701" fmla="*/ 288523 h 362293"/>
                <a:gd name="connsiteX702" fmla="*/ 116393 w 255736"/>
                <a:gd name="connsiteY702" fmla="*/ 286884 h 362293"/>
                <a:gd name="connsiteX703" fmla="*/ 114754 w 255736"/>
                <a:gd name="connsiteY703" fmla="*/ 288523 h 362293"/>
                <a:gd name="connsiteX704" fmla="*/ 111475 w 255736"/>
                <a:gd name="connsiteY704" fmla="*/ 290163 h 362293"/>
                <a:gd name="connsiteX705" fmla="*/ 108196 w 255736"/>
                <a:gd name="connsiteY705" fmla="*/ 293441 h 362293"/>
                <a:gd name="connsiteX706" fmla="*/ 108196 w 255736"/>
                <a:gd name="connsiteY706" fmla="*/ 293441 h 362293"/>
                <a:gd name="connsiteX707" fmla="*/ 106557 w 255736"/>
                <a:gd name="connsiteY707" fmla="*/ 296720 h 362293"/>
                <a:gd name="connsiteX708" fmla="*/ 104917 w 255736"/>
                <a:gd name="connsiteY708" fmla="*/ 298359 h 362293"/>
                <a:gd name="connsiteX709" fmla="*/ 101639 w 255736"/>
                <a:gd name="connsiteY709" fmla="*/ 298359 h 362293"/>
                <a:gd name="connsiteX710" fmla="*/ 98360 w 255736"/>
                <a:gd name="connsiteY710" fmla="*/ 301638 h 362293"/>
                <a:gd name="connsiteX711" fmla="*/ 95082 w 255736"/>
                <a:gd name="connsiteY711" fmla="*/ 306556 h 362293"/>
                <a:gd name="connsiteX712" fmla="*/ 95082 w 255736"/>
                <a:gd name="connsiteY712" fmla="*/ 306556 h 362293"/>
                <a:gd name="connsiteX713" fmla="*/ 95082 w 255736"/>
                <a:gd name="connsiteY713" fmla="*/ 309835 h 362293"/>
                <a:gd name="connsiteX714" fmla="*/ 93442 w 255736"/>
                <a:gd name="connsiteY714" fmla="*/ 309835 h 362293"/>
                <a:gd name="connsiteX715" fmla="*/ 90164 w 255736"/>
                <a:gd name="connsiteY715" fmla="*/ 311474 h 362293"/>
                <a:gd name="connsiteX716" fmla="*/ 85246 w 255736"/>
                <a:gd name="connsiteY716" fmla="*/ 311474 h 362293"/>
                <a:gd name="connsiteX717" fmla="*/ 81967 w 255736"/>
                <a:gd name="connsiteY717" fmla="*/ 311474 h 362293"/>
                <a:gd name="connsiteX718" fmla="*/ 78688 w 255736"/>
                <a:gd name="connsiteY718" fmla="*/ 309835 h 362293"/>
                <a:gd name="connsiteX719" fmla="*/ 75410 w 255736"/>
                <a:gd name="connsiteY719" fmla="*/ 309835 h 362293"/>
                <a:gd name="connsiteX720" fmla="*/ 70492 w 255736"/>
                <a:gd name="connsiteY720" fmla="*/ 309835 h 362293"/>
                <a:gd name="connsiteX721" fmla="*/ 70492 w 255736"/>
                <a:gd name="connsiteY721" fmla="*/ 308195 h 362293"/>
                <a:gd name="connsiteX722" fmla="*/ 65573 w 255736"/>
                <a:gd name="connsiteY722" fmla="*/ 309835 h 362293"/>
                <a:gd name="connsiteX723" fmla="*/ 62295 w 255736"/>
                <a:gd name="connsiteY723" fmla="*/ 309835 h 362293"/>
                <a:gd name="connsiteX724" fmla="*/ 57377 w 255736"/>
                <a:gd name="connsiteY724" fmla="*/ 309835 h 362293"/>
                <a:gd name="connsiteX725" fmla="*/ 54098 w 255736"/>
                <a:gd name="connsiteY725" fmla="*/ 313113 h 362293"/>
                <a:gd name="connsiteX726" fmla="*/ 54098 w 255736"/>
                <a:gd name="connsiteY726" fmla="*/ 316392 h 362293"/>
                <a:gd name="connsiteX727" fmla="*/ 52459 w 255736"/>
                <a:gd name="connsiteY727" fmla="*/ 318031 h 362293"/>
                <a:gd name="connsiteX728" fmla="*/ 49180 w 255736"/>
                <a:gd name="connsiteY728" fmla="*/ 319671 h 362293"/>
                <a:gd name="connsiteX729" fmla="*/ 45902 w 255736"/>
                <a:gd name="connsiteY729" fmla="*/ 319671 h 362293"/>
                <a:gd name="connsiteX730" fmla="*/ 44262 w 255736"/>
                <a:gd name="connsiteY730" fmla="*/ 319671 h 362293"/>
                <a:gd name="connsiteX731" fmla="*/ 42623 w 255736"/>
                <a:gd name="connsiteY731" fmla="*/ 322949 h 362293"/>
                <a:gd name="connsiteX732" fmla="*/ 42623 w 255736"/>
                <a:gd name="connsiteY732" fmla="*/ 326228 h 362293"/>
                <a:gd name="connsiteX733" fmla="*/ 39344 w 255736"/>
                <a:gd name="connsiteY733" fmla="*/ 329507 h 362293"/>
                <a:gd name="connsiteX734" fmla="*/ 36066 w 255736"/>
                <a:gd name="connsiteY734" fmla="*/ 332785 h 362293"/>
                <a:gd name="connsiteX735" fmla="*/ 32787 w 255736"/>
                <a:gd name="connsiteY735" fmla="*/ 336064 h 362293"/>
                <a:gd name="connsiteX736" fmla="*/ 29508 w 255736"/>
                <a:gd name="connsiteY736" fmla="*/ 339343 h 362293"/>
                <a:gd name="connsiteX737" fmla="*/ 26229 w 255736"/>
                <a:gd name="connsiteY737" fmla="*/ 339343 h 362293"/>
                <a:gd name="connsiteX738" fmla="*/ 24590 w 255736"/>
                <a:gd name="connsiteY738" fmla="*/ 340982 h 362293"/>
                <a:gd name="connsiteX739" fmla="*/ 22951 w 255736"/>
                <a:gd name="connsiteY739" fmla="*/ 344261 h 362293"/>
                <a:gd name="connsiteX740" fmla="*/ 19672 w 255736"/>
                <a:gd name="connsiteY740" fmla="*/ 347539 h 362293"/>
                <a:gd name="connsiteX741" fmla="*/ 14754 w 255736"/>
                <a:gd name="connsiteY741" fmla="*/ 350818 h 362293"/>
                <a:gd name="connsiteX742" fmla="*/ 11476 w 255736"/>
                <a:gd name="connsiteY742" fmla="*/ 352457 h 362293"/>
                <a:gd name="connsiteX743" fmla="*/ 8197 w 255736"/>
                <a:gd name="connsiteY743" fmla="*/ 352457 h 362293"/>
                <a:gd name="connsiteX744" fmla="*/ 4918 w 255736"/>
                <a:gd name="connsiteY744" fmla="*/ 354097 h 362293"/>
                <a:gd name="connsiteX745" fmla="*/ 0 w 255736"/>
                <a:gd name="connsiteY745" fmla="*/ 357375 h 362293"/>
                <a:gd name="connsiteX746" fmla="*/ 3279 w 255736"/>
                <a:gd name="connsiteY746" fmla="*/ 360654 h 362293"/>
                <a:gd name="connsiteX747" fmla="*/ 6557 w 255736"/>
                <a:gd name="connsiteY747" fmla="*/ 359015 h 362293"/>
                <a:gd name="connsiteX748" fmla="*/ 9836 w 255736"/>
                <a:gd name="connsiteY748" fmla="*/ 357375 h 362293"/>
                <a:gd name="connsiteX749" fmla="*/ 13115 w 255736"/>
                <a:gd name="connsiteY749" fmla="*/ 357375 h 362293"/>
                <a:gd name="connsiteX750" fmla="*/ 14754 w 255736"/>
                <a:gd name="connsiteY750" fmla="*/ 362293 h 362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</a:cxnLst>
              <a:rect l="l" t="t" r="r" b="b"/>
              <a:pathLst>
                <a:path w="255736" h="362293">
                  <a:moveTo>
                    <a:pt x="14754" y="362293"/>
                  </a:moveTo>
                  <a:lnTo>
                    <a:pt x="18033" y="362293"/>
                  </a:lnTo>
                  <a:lnTo>
                    <a:pt x="21312" y="360654"/>
                  </a:lnTo>
                  <a:lnTo>
                    <a:pt x="21312" y="357375"/>
                  </a:lnTo>
                  <a:lnTo>
                    <a:pt x="24590" y="355736"/>
                  </a:lnTo>
                  <a:lnTo>
                    <a:pt x="24590" y="355736"/>
                  </a:lnTo>
                  <a:lnTo>
                    <a:pt x="29508" y="352457"/>
                  </a:lnTo>
                  <a:lnTo>
                    <a:pt x="32787" y="349179"/>
                  </a:lnTo>
                  <a:lnTo>
                    <a:pt x="36066" y="349179"/>
                  </a:lnTo>
                  <a:lnTo>
                    <a:pt x="40983" y="347539"/>
                  </a:lnTo>
                  <a:lnTo>
                    <a:pt x="44262" y="347539"/>
                  </a:lnTo>
                  <a:lnTo>
                    <a:pt x="47541" y="345900"/>
                  </a:lnTo>
                  <a:lnTo>
                    <a:pt x="50820" y="344261"/>
                  </a:lnTo>
                  <a:lnTo>
                    <a:pt x="52459" y="344261"/>
                  </a:lnTo>
                  <a:lnTo>
                    <a:pt x="52459" y="342621"/>
                  </a:lnTo>
                  <a:lnTo>
                    <a:pt x="52459" y="344261"/>
                  </a:lnTo>
                  <a:lnTo>
                    <a:pt x="52459" y="345900"/>
                  </a:lnTo>
                  <a:lnTo>
                    <a:pt x="55737" y="347539"/>
                  </a:lnTo>
                  <a:lnTo>
                    <a:pt x="59016" y="349179"/>
                  </a:lnTo>
                  <a:lnTo>
                    <a:pt x="62295" y="350818"/>
                  </a:lnTo>
                  <a:lnTo>
                    <a:pt x="67213" y="352457"/>
                  </a:lnTo>
                  <a:lnTo>
                    <a:pt x="70492" y="350818"/>
                  </a:lnTo>
                  <a:lnTo>
                    <a:pt x="73770" y="347539"/>
                  </a:lnTo>
                  <a:lnTo>
                    <a:pt x="73770" y="344261"/>
                  </a:lnTo>
                  <a:lnTo>
                    <a:pt x="75410" y="340982"/>
                  </a:lnTo>
                  <a:lnTo>
                    <a:pt x="77049" y="336064"/>
                  </a:lnTo>
                  <a:lnTo>
                    <a:pt x="77049" y="332785"/>
                  </a:lnTo>
                  <a:lnTo>
                    <a:pt x="80327" y="336064"/>
                  </a:lnTo>
                  <a:lnTo>
                    <a:pt x="80327" y="336064"/>
                  </a:lnTo>
                  <a:lnTo>
                    <a:pt x="83606" y="334425"/>
                  </a:lnTo>
                  <a:lnTo>
                    <a:pt x="86885" y="332785"/>
                  </a:lnTo>
                  <a:lnTo>
                    <a:pt x="91803" y="331146"/>
                  </a:lnTo>
                  <a:lnTo>
                    <a:pt x="95082" y="331146"/>
                  </a:lnTo>
                  <a:lnTo>
                    <a:pt x="96721" y="331146"/>
                  </a:lnTo>
                  <a:lnTo>
                    <a:pt x="101639" y="331146"/>
                  </a:lnTo>
                  <a:lnTo>
                    <a:pt x="104917" y="332785"/>
                  </a:lnTo>
                  <a:lnTo>
                    <a:pt x="108196" y="336064"/>
                  </a:lnTo>
                  <a:lnTo>
                    <a:pt x="111475" y="337703"/>
                  </a:lnTo>
                  <a:lnTo>
                    <a:pt x="113114" y="334425"/>
                  </a:lnTo>
                  <a:lnTo>
                    <a:pt x="118032" y="336064"/>
                  </a:lnTo>
                  <a:lnTo>
                    <a:pt x="121311" y="336064"/>
                  </a:lnTo>
                  <a:lnTo>
                    <a:pt x="124590" y="336064"/>
                  </a:lnTo>
                  <a:lnTo>
                    <a:pt x="127869" y="332785"/>
                  </a:lnTo>
                  <a:lnTo>
                    <a:pt x="124590" y="331146"/>
                  </a:lnTo>
                  <a:lnTo>
                    <a:pt x="126229" y="331146"/>
                  </a:lnTo>
                  <a:lnTo>
                    <a:pt x="127869" y="331146"/>
                  </a:lnTo>
                  <a:lnTo>
                    <a:pt x="131147" y="331146"/>
                  </a:lnTo>
                  <a:lnTo>
                    <a:pt x="134426" y="331146"/>
                  </a:lnTo>
                  <a:lnTo>
                    <a:pt x="137704" y="331146"/>
                  </a:lnTo>
                  <a:lnTo>
                    <a:pt x="137704" y="331146"/>
                  </a:lnTo>
                  <a:lnTo>
                    <a:pt x="142623" y="329507"/>
                  </a:lnTo>
                  <a:lnTo>
                    <a:pt x="145901" y="329507"/>
                  </a:lnTo>
                  <a:lnTo>
                    <a:pt x="149180" y="327867"/>
                  </a:lnTo>
                  <a:lnTo>
                    <a:pt x="147540" y="324589"/>
                  </a:lnTo>
                  <a:lnTo>
                    <a:pt x="150819" y="326228"/>
                  </a:lnTo>
                  <a:lnTo>
                    <a:pt x="155737" y="326228"/>
                  </a:lnTo>
                  <a:lnTo>
                    <a:pt x="159016" y="327867"/>
                  </a:lnTo>
                  <a:lnTo>
                    <a:pt x="162294" y="326228"/>
                  </a:lnTo>
                  <a:lnTo>
                    <a:pt x="163934" y="329507"/>
                  </a:lnTo>
                  <a:lnTo>
                    <a:pt x="168852" y="329507"/>
                  </a:lnTo>
                  <a:lnTo>
                    <a:pt x="172130" y="327867"/>
                  </a:lnTo>
                  <a:lnTo>
                    <a:pt x="175409" y="327867"/>
                  </a:lnTo>
                  <a:lnTo>
                    <a:pt x="178688" y="327867"/>
                  </a:lnTo>
                  <a:lnTo>
                    <a:pt x="183606" y="327867"/>
                  </a:lnTo>
                  <a:lnTo>
                    <a:pt x="186884" y="326228"/>
                  </a:lnTo>
                  <a:lnTo>
                    <a:pt x="190163" y="327867"/>
                  </a:lnTo>
                  <a:lnTo>
                    <a:pt x="193442" y="327867"/>
                  </a:lnTo>
                  <a:lnTo>
                    <a:pt x="196720" y="329507"/>
                  </a:lnTo>
                  <a:lnTo>
                    <a:pt x="199999" y="329507"/>
                  </a:lnTo>
                  <a:lnTo>
                    <a:pt x="204917" y="327867"/>
                  </a:lnTo>
                  <a:lnTo>
                    <a:pt x="208196" y="326228"/>
                  </a:lnTo>
                  <a:lnTo>
                    <a:pt x="211474" y="326228"/>
                  </a:lnTo>
                  <a:lnTo>
                    <a:pt x="214753" y="324589"/>
                  </a:lnTo>
                  <a:lnTo>
                    <a:pt x="219671" y="322949"/>
                  </a:lnTo>
                  <a:lnTo>
                    <a:pt x="222950" y="322949"/>
                  </a:lnTo>
                  <a:lnTo>
                    <a:pt x="226229" y="322949"/>
                  </a:lnTo>
                  <a:lnTo>
                    <a:pt x="227868" y="318031"/>
                  </a:lnTo>
                  <a:lnTo>
                    <a:pt x="231147" y="316392"/>
                  </a:lnTo>
                  <a:lnTo>
                    <a:pt x="234425" y="314753"/>
                  </a:lnTo>
                  <a:lnTo>
                    <a:pt x="237704" y="314753"/>
                  </a:lnTo>
                  <a:lnTo>
                    <a:pt x="240983" y="311474"/>
                  </a:lnTo>
                  <a:lnTo>
                    <a:pt x="240983" y="306556"/>
                  </a:lnTo>
                  <a:lnTo>
                    <a:pt x="239343" y="303277"/>
                  </a:lnTo>
                  <a:lnTo>
                    <a:pt x="236064" y="303277"/>
                  </a:lnTo>
                  <a:lnTo>
                    <a:pt x="232786" y="303277"/>
                  </a:lnTo>
                  <a:lnTo>
                    <a:pt x="227868" y="304916"/>
                  </a:lnTo>
                  <a:lnTo>
                    <a:pt x="224589" y="304916"/>
                  </a:lnTo>
                  <a:lnTo>
                    <a:pt x="221310" y="304916"/>
                  </a:lnTo>
                  <a:lnTo>
                    <a:pt x="216393" y="303277"/>
                  </a:lnTo>
                  <a:lnTo>
                    <a:pt x="213114" y="301638"/>
                  </a:lnTo>
                  <a:lnTo>
                    <a:pt x="214753" y="301638"/>
                  </a:lnTo>
                  <a:lnTo>
                    <a:pt x="219671" y="299999"/>
                  </a:lnTo>
                  <a:lnTo>
                    <a:pt x="214753" y="298359"/>
                  </a:lnTo>
                  <a:lnTo>
                    <a:pt x="211474" y="298359"/>
                  </a:lnTo>
                  <a:lnTo>
                    <a:pt x="208196" y="299999"/>
                  </a:lnTo>
                  <a:lnTo>
                    <a:pt x="211474" y="298359"/>
                  </a:lnTo>
                  <a:lnTo>
                    <a:pt x="214753" y="296720"/>
                  </a:lnTo>
                  <a:lnTo>
                    <a:pt x="218032" y="296720"/>
                  </a:lnTo>
                  <a:lnTo>
                    <a:pt x="219671" y="296720"/>
                  </a:lnTo>
                  <a:lnTo>
                    <a:pt x="222950" y="296720"/>
                  </a:lnTo>
                  <a:lnTo>
                    <a:pt x="226229" y="293441"/>
                  </a:lnTo>
                  <a:lnTo>
                    <a:pt x="224589" y="288523"/>
                  </a:lnTo>
                  <a:lnTo>
                    <a:pt x="221310" y="290163"/>
                  </a:lnTo>
                  <a:lnTo>
                    <a:pt x="219671" y="288523"/>
                  </a:lnTo>
                  <a:lnTo>
                    <a:pt x="222950" y="288523"/>
                  </a:lnTo>
                  <a:lnTo>
                    <a:pt x="227868" y="285244"/>
                  </a:lnTo>
                  <a:lnTo>
                    <a:pt x="231147" y="286884"/>
                  </a:lnTo>
                  <a:lnTo>
                    <a:pt x="234425" y="286884"/>
                  </a:lnTo>
                  <a:lnTo>
                    <a:pt x="237704" y="283605"/>
                  </a:lnTo>
                  <a:lnTo>
                    <a:pt x="236064" y="280326"/>
                  </a:lnTo>
                  <a:lnTo>
                    <a:pt x="232786" y="278687"/>
                  </a:lnTo>
                  <a:lnTo>
                    <a:pt x="234425" y="278687"/>
                  </a:lnTo>
                  <a:lnTo>
                    <a:pt x="237704" y="278687"/>
                  </a:lnTo>
                  <a:lnTo>
                    <a:pt x="234425" y="277048"/>
                  </a:lnTo>
                  <a:lnTo>
                    <a:pt x="237704" y="277048"/>
                  </a:lnTo>
                  <a:lnTo>
                    <a:pt x="242622" y="278687"/>
                  </a:lnTo>
                  <a:lnTo>
                    <a:pt x="245901" y="275409"/>
                  </a:lnTo>
                  <a:lnTo>
                    <a:pt x="249179" y="272130"/>
                  </a:lnTo>
                  <a:lnTo>
                    <a:pt x="250819" y="268851"/>
                  </a:lnTo>
                  <a:lnTo>
                    <a:pt x="250819" y="265573"/>
                  </a:lnTo>
                  <a:lnTo>
                    <a:pt x="254097" y="260654"/>
                  </a:lnTo>
                  <a:lnTo>
                    <a:pt x="255737" y="257376"/>
                  </a:lnTo>
                  <a:lnTo>
                    <a:pt x="255737" y="254097"/>
                  </a:lnTo>
                  <a:lnTo>
                    <a:pt x="255737" y="252458"/>
                  </a:lnTo>
                  <a:lnTo>
                    <a:pt x="254097" y="247540"/>
                  </a:lnTo>
                  <a:lnTo>
                    <a:pt x="252458" y="244261"/>
                  </a:lnTo>
                  <a:lnTo>
                    <a:pt x="249179" y="242622"/>
                  </a:lnTo>
                  <a:lnTo>
                    <a:pt x="244261" y="239343"/>
                  </a:lnTo>
                  <a:lnTo>
                    <a:pt x="240983" y="237704"/>
                  </a:lnTo>
                  <a:lnTo>
                    <a:pt x="237704" y="237704"/>
                  </a:lnTo>
                  <a:lnTo>
                    <a:pt x="234425" y="236064"/>
                  </a:lnTo>
                  <a:lnTo>
                    <a:pt x="229507" y="237704"/>
                  </a:lnTo>
                  <a:lnTo>
                    <a:pt x="226229" y="236064"/>
                  </a:lnTo>
                  <a:lnTo>
                    <a:pt x="222950" y="236064"/>
                  </a:lnTo>
                  <a:lnTo>
                    <a:pt x="219671" y="236064"/>
                  </a:lnTo>
                  <a:lnTo>
                    <a:pt x="214753" y="237704"/>
                  </a:lnTo>
                  <a:lnTo>
                    <a:pt x="213114" y="240982"/>
                  </a:lnTo>
                  <a:lnTo>
                    <a:pt x="211474" y="244261"/>
                  </a:lnTo>
                  <a:lnTo>
                    <a:pt x="208196" y="242622"/>
                  </a:lnTo>
                  <a:lnTo>
                    <a:pt x="204917" y="242622"/>
                  </a:lnTo>
                  <a:lnTo>
                    <a:pt x="201639" y="239343"/>
                  </a:lnTo>
                  <a:lnTo>
                    <a:pt x="198360" y="239343"/>
                  </a:lnTo>
                  <a:lnTo>
                    <a:pt x="199999" y="237704"/>
                  </a:lnTo>
                  <a:lnTo>
                    <a:pt x="203278" y="236064"/>
                  </a:lnTo>
                  <a:lnTo>
                    <a:pt x="206557" y="232786"/>
                  </a:lnTo>
                  <a:lnTo>
                    <a:pt x="209835" y="229507"/>
                  </a:lnTo>
                  <a:lnTo>
                    <a:pt x="211474" y="226229"/>
                  </a:lnTo>
                  <a:lnTo>
                    <a:pt x="209835" y="222950"/>
                  </a:lnTo>
                  <a:lnTo>
                    <a:pt x="208196" y="218032"/>
                  </a:lnTo>
                  <a:lnTo>
                    <a:pt x="204917" y="214753"/>
                  </a:lnTo>
                  <a:lnTo>
                    <a:pt x="201639" y="213114"/>
                  </a:lnTo>
                  <a:lnTo>
                    <a:pt x="199999" y="213114"/>
                  </a:lnTo>
                  <a:lnTo>
                    <a:pt x="196720" y="209835"/>
                  </a:lnTo>
                  <a:lnTo>
                    <a:pt x="193442" y="206556"/>
                  </a:lnTo>
                  <a:lnTo>
                    <a:pt x="188524" y="204917"/>
                  </a:lnTo>
                  <a:lnTo>
                    <a:pt x="186884" y="206556"/>
                  </a:lnTo>
                  <a:lnTo>
                    <a:pt x="185245" y="204917"/>
                  </a:lnTo>
                  <a:lnTo>
                    <a:pt x="181966" y="204917"/>
                  </a:lnTo>
                  <a:lnTo>
                    <a:pt x="178688" y="206556"/>
                  </a:lnTo>
                  <a:lnTo>
                    <a:pt x="177049" y="204917"/>
                  </a:lnTo>
                  <a:lnTo>
                    <a:pt x="178688" y="204917"/>
                  </a:lnTo>
                  <a:lnTo>
                    <a:pt x="181966" y="204917"/>
                  </a:lnTo>
                  <a:lnTo>
                    <a:pt x="186884" y="204917"/>
                  </a:lnTo>
                  <a:lnTo>
                    <a:pt x="188524" y="204917"/>
                  </a:lnTo>
                  <a:lnTo>
                    <a:pt x="190163" y="203278"/>
                  </a:lnTo>
                  <a:lnTo>
                    <a:pt x="193442" y="204917"/>
                  </a:lnTo>
                  <a:lnTo>
                    <a:pt x="196720" y="208196"/>
                  </a:lnTo>
                  <a:lnTo>
                    <a:pt x="199999" y="208196"/>
                  </a:lnTo>
                  <a:lnTo>
                    <a:pt x="201639" y="208196"/>
                  </a:lnTo>
                  <a:lnTo>
                    <a:pt x="204917" y="209835"/>
                  </a:lnTo>
                  <a:lnTo>
                    <a:pt x="203278" y="206556"/>
                  </a:lnTo>
                  <a:lnTo>
                    <a:pt x="201639" y="203278"/>
                  </a:lnTo>
                  <a:lnTo>
                    <a:pt x="199999" y="201638"/>
                  </a:lnTo>
                  <a:lnTo>
                    <a:pt x="196720" y="198360"/>
                  </a:lnTo>
                  <a:lnTo>
                    <a:pt x="195081" y="193442"/>
                  </a:lnTo>
                  <a:lnTo>
                    <a:pt x="195081" y="190163"/>
                  </a:lnTo>
                  <a:lnTo>
                    <a:pt x="198360" y="188524"/>
                  </a:lnTo>
                  <a:lnTo>
                    <a:pt x="195081" y="186884"/>
                  </a:lnTo>
                  <a:lnTo>
                    <a:pt x="193442" y="183606"/>
                  </a:lnTo>
                  <a:lnTo>
                    <a:pt x="188524" y="180327"/>
                  </a:lnTo>
                  <a:lnTo>
                    <a:pt x="188524" y="177048"/>
                  </a:lnTo>
                  <a:lnTo>
                    <a:pt x="185245" y="173770"/>
                  </a:lnTo>
                  <a:lnTo>
                    <a:pt x="181966" y="172130"/>
                  </a:lnTo>
                  <a:lnTo>
                    <a:pt x="177049" y="168852"/>
                  </a:lnTo>
                  <a:lnTo>
                    <a:pt x="177049" y="168852"/>
                  </a:lnTo>
                  <a:lnTo>
                    <a:pt x="173770" y="168852"/>
                  </a:lnTo>
                  <a:lnTo>
                    <a:pt x="168852" y="167212"/>
                  </a:lnTo>
                  <a:lnTo>
                    <a:pt x="165573" y="167212"/>
                  </a:lnTo>
                  <a:lnTo>
                    <a:pt x="165573" y="163934"/>
                  </a:lnTo>
                  <a:lnTo>
                    <a:pt x="163934" y="162294"/>
                  </a:lnTo>
                  <a:lnTo>
                    <a:pt x="162294" y="162294"/>
                  </a:lnTo>
                  <a:lnTo>
                    <a:pt x="160655" y="159016"/>
                  </a:lnTo>
                  <a:lnTo>
                    <a:pt x="160655" y="154098"/>
                  </a:lnTo>
                  <a:lnTo>
                    <a:pt x="159016" y="150819"/>
                  </a:lnTo>
                  <a:lnTo>
                    <a:pt x="159016" y="150819"/>
                  </a:lnTo>
                  <a:lnTo>
                    <a:pt x="157376" y="147540"/>
                  </a:lnTo>
                  <a:lnTo>
                    <a:pt x="157376" y="145901"/>
                  </a:lnTo>
                  <a:lnTo>
                    <a:pt x="155737" y="144262"/>
                  </a:lnTo>
                  <a:lnTo>
                    <a:pt x="155737" y="140983"/>
                  </a:lnTo>
                  <a:lnTo>
                    <a:pt x="155737" y="137704"/>
                  </a:lnTo>
                  <a:lnTo>
                    <a:pt x="154098" y="134426"/>
                  </a:lnTo>
                  <a:lnTo>
                    <a:pt x="154098" y="131147"/>
                  </a:lnTo>
                  <a:lnTo>
                    <a:pt x="154098" y="126229"/>
                  </a:lnTo>
                  <a:lnTo>
                    <a:pt x="149180" y="124589"/>
                  </a:lnTo>
                  <a:lnTo>
                    <a:pt x="145901" y="122950"/>
                  </a:lnTo>
                  <a:lnTo>
                    <a:pt x="142623" y="118032"/>
                  </a:lnTo>
                  <a:lnTo>
                    <a:pt x="140983" y="118032"/>
                  </a:lnTo>
                  <a:lnTo>
                    <a:pt x="140983" y="116393"/>
                  </a:lnTo>
                  <a:lnTo>
                    <a:pt x="139344" y="113114"/>
                  </a:lnTo>
                  <a:lnTo>
                    <a:pt x="134426" y="113114"/>
                  </a:lnTo>
                  <a:lnTo>
                    <a:pt x="131147" y="111475"/>
                  </a:lnTo>
                  <a:lnTo>
                    <a:pt x="129508" y="109836"/>
                  </a:lnTo>
                  <a:lnTo>
                    <a:pt x="124590" y="109836"/>
                  </a:lnTo>
                  <a:lnTo>
                    <a:pt x="121311" y="106557"/>
                  </a:lnTo>
                  <a:lnTo>
                    <a:pt x="118032" y="106557"/>
                  </a:lnTo>
                  <a:lnTo>
                    <a:pt x="114754" y="109836"/>
                  </a:lnTo>
                  <a:lnTo>
                    <a:pt x="109836" y="111475"/>
                  </a:lnTo>
                  <a:lnTo>
                    <a:pt x="106557" y="109836"/>
                  </a:lnTo>
                  <a:lnTo>
                    <a:pt x="103279" y="109836"/>
                  </a:lnTo>
                  <a:lnTo>
                    <a:pt x="98360" y="109836"/>
                  </a:lnTo>
                  <a:lnTo>
                    <a:pt x="98360" y="109836"/>
                  </a:lnTo>
                  <a:lnTo>
                    <a:pt x="95082" y="109836"/>
                  </a:lnTo>
                  <a:lnTo>
                    <a:pt x="91803" y="108196"/>
                  </a:lnTo>
                  <a:lnTo>
                    <a:pt x="88524" y="106557"/>
                  </a:lnTo>
                  <a:lnTo>
                    <a:pt x="85246" y="104917"/>
                  </a:lnTo>
                  <a:lnTo>
                    <a:pt x="86885" y="106557"/>
                  </a:lnTo>
                  <a:lnTo>
                    <a:pt x="88524" y="106557"/>
                  </a:lnTo>
                  <a:lnTo>
                    <a:pt x="90164" y="106557"/>
                  </a:lnTo>
                  <a:lnTo>
                    <a:pt x="95082" y="108196"/>
                  </a:lnTo>
                  <a:lnTo>
                    <a:pt x="98360" y="108196"/>
                  </a:lnTo>
                  <a:lnTo>
                    <a:pt x="98360" y="108196"/>
                  </a:lnTo>
                  <a:lnTo>
                    <a:pt x="100000" y="108196"/>
                  </a:lnTo>
                  <a:lnTo>
                    <a:pt x="103279" y="106557"/>
                  </a:lnTo>
                  <a:lnTo>
                    <a:pt x="108196" y="104917"/>
                  </a:lnTo>
                  <a:lnTo>
                    <a:pt x="111475" y="101639"/>
                  </a:lnTo>
                  <a:lnTo>
                    <a:pt x="111475" y="101639"/>
                  </a:lnTo>
                  <a:lnTo>
                    <a:pt x="116393" y="101639"/>
                  </a:lnTo>
                  <a:lnTo>
                    <a:pt x="119672" y="101639"/>
                  </a:lnTo>
                  <a:lnTo>
                    <a:pt x="122950" y="99999"/>
                  </a:lnTo>
                  <a:lnTo>
                    <a:pt x="121311" y="96721"/>
                  </a:lnTo>
                  <a:lnTo>
                    <a:pt x="118032" y="95082"/>
                  </a:lnTo>
                  <a:lnTo>
                    <a:pt x="118032" y="91803"/>
                  </a:lnTo>
                  <a:lnTo>
                    <a:pt x="114754" y="91803"/>
                  </a:lnTo>
                  <a:lnTo>
                    <a:pt x="113114" y="91803"/>
                  </a:lnTo>
                  <a:lnTo>
                    <a:pt x="111475" y="91803"/>
                  </a:lnTo>
                  <a:lnTo>
                    <a:pt x="108196" y="93442"/>
                  </a:lnTo>
                  <a:lnTo>
                    <a:pt x="103279" y="95082"/>
                  </a:lnTo>
                  <a:lnTo>
                    <a:pt x="103279" y="95082"/>
                  </a:lnTo>
                  <a:lnTo>
                    <a:pt x="101639" y="95082"/>
                  </a:lnTo>
                  <a:lnTo>
                    <a:pt x="106557" y="93442"/>
                  </a:lnTo>
                  <a:lnTo>
                    <a:pt x="109836" y="91803"/>
                  </a:lnTo>
                  <a:lnTo>
                    <a:pt x="113114" y="90164"/>
                  </a:lnTo>
                  <a:lnTo>
                    <a:pt x="114754" y="90164"/>
                  </a:lnTo>
                  <a:lnTo>
                    <a:pt x="114754" y="90164"/>
                  </a:lnTo>
                  <a:lnTo>
                    <a:pt x="118032" y="90164"/>
                  </a:lnTo>
                  <a:lnTo>
                    <a:pt x="121311" y="88524"/>
                  </a:lnTo>
                  <a:lnTo>
                    <a:pt x="124590" y="86885"/>
                  </a:lnTo>
                  <a:lnTo>
                    <a:pt x="129508" y="83606"/>
                  </a:lnTo>
                  <a:lnTo>
                    <a:pt x="131147" y="80327"/>
                  </a:lnTo>
                  <a:lnTo>
                    <a:pt x="131147" y="78688"/>
                  </a:lnTo>
                  <a:lnTo>
                    <a:pt x="134426" y="77049"/>
                  </a:lnTo>
                  <a:lnTo>
                    <a:pt x="139344" y="73770"/>
                  </a:lnTo>
                  <a:lnTo>
                    <a:pt x="139344" y="70492"/>
                  </a:lnTo>
                  <a:lnTo>
                    <a:pt x="142623" y="65573"/>
                  </a:lnTo>
                  <a:lnTo>
                    <a:pt x="144262" y="62295"/>
                  </a:lnTo>
                  <a:lnTo>
                    <a:pt x="144262" y="62295"/>
                  </a:lnTo>
                  <a:lnTo>
                    <a:pt x="145901" y="59016"/>
                  </a:lnTo>
                  <a:lnTo>
                    <a:pt x="149180" y="54098"/>
                  </a:lnTo>
                  <a:lnTo>
                    <a:pt x="152459" y="52459"/>
                  </a:lnTo>
                  <a:lnTo>
                    <a:pt x="154098" y="49180"/>
                  </a:lnTo>
                  <a:lnTo>
                    <a:pt x="154098" y="44262"/>
                  </a:lnTo>
                  <a:lnTo>
                    <a:pt x="150819" y="40983"/>
                  </a:lnTo>
                  <a:lnTo>
                    <a:pt x="147540" y="39344"/>
                  </a:lnTo>
                  <a:lnTo>
                    <a:pt x="144262" y="39344"/>
                  </a:lnTo>
                  <a:lnTo>
                    <a:pt x="140983" y="39344"/>
                  </a:lnTo>
                  <a:lnTo>
                    <a:pt x="136065" y="40983"/>
                  </a:lnTo>
                  <a:lnTo>
                    <a:pt x="132786" y="39344"/>
                  </a:lnTo>
                  <a:lnTo>
                    <a:pt x="129508" y="39344"/>
                  </a:lnTo>
                  <a:lnTo>
                    <a:pt x="124590" y="39344"/>
                  </a:lnTo>
                  <a:lnTo>
                    <a:pt x="121311" y="39344"/>
                  </a:lnTo>
                  <a:lnTo>
                    <a:pt x="118032" y="39344"/>
                  </a:lnTo>
                  <a:lnTo>
                    <a:pt x="114754" y="40983"/>
                  </a:lnTo>
                  <a:lnTo>
                    <a:pt x="113114" y="40983"/>
                  </a:lnTo>
                  <a:lnTo>
                    <a:pt x="109836" y="39344"/>
                  </a:lnTo>
                  <a:lnTo>
                    <a:pt x="106557" y="37705"/>
                  </a:lnTo>
                  <a:lnTo>
                    <a:pt x="101639" y="39344"/>
                  </a:lnTo>
                  <a:lnTo>
                    <a:pt x="98360" y="40983"/>
                  </a:lnTo>
                  <a:lnTo>
                    <a:pt x="96721" y="40983"/>
                  </a:lnTo>
                  <a:lnTo>
                    <a:pt x="93442" y="42623"/>
                  </a:lnTo>
                  <a:lnTo>
                    <a:pt x="93442" y="42623"/>
                  </a:lnTo>
                  <a:lnTo>
                    <a:pt x="88524" y="44262"/>
                  </a:lnTo>
                  <a:lnTo>
                    <a:pt x="85246" y="44262"/>
                  </a:lnTo>
                  <a:lnTo>
                    <a:pt x="81967" y="47541"/>
                  </a:lnTo>
                  <a:lnTo>
                    <a:pt x="77049" y="47541"/>
                  </a:lnTo>
                  <a:lnTo>
                    <a:pt x="78688" y="45901"/>
                  </a:lnTo>
                  <a:lnTo>
                    <a:pt x="81967" y="44262"/>
                  </a:lnTo>
                  <a:lnTo>
                    <a:pt x="83606" y="40983"/>
                  </a:lnTo>
                  <a:lnTo>
                    <a:pt x="80327" y="40983"/>
                  </a:lnTo>
                  <a:lnTo>
                    <a:pt x="77049" y="42623"/>
                  </a:lnTo>
                  <a:lnTo>
                    <a:pt x="72131" y="42623"/>
                  </a:lnTo>
                  <a:lnTo>
                    <a:pt x="77049" y="40983"/>
                  </a:lnTo>
                  <a:lnTo>
                    <a:pt x="80327" y="39344"/>
                  </a:lnTo>
                  <a:lnTo>
                    <a:pt x="83606" y="37705"/>
                  </a:lnTo>
                  <a:lnTo>
                    <a:pt x="88524" y="37705"/>
                  </a:lnTo>
                  <a:lnTo>
                    <a:pt x="90164" y="34426"/>
                  </a:lnTo>
                  <a:lnTo>
                    <a:pt x="86885" y="34426"/>
                  </a:lnTo>
                  <a:lnTo>
                    <a:pt x="81967" y="32787"/>
                  </a:lnTo>
                  <a:lnTo>
                    <a:pt x="78688" y="32787"/>
                  </a:lnTo>
                  <a:lnTo>
                    <a:pt x="75410" y="31147"/>
                  </a:lnTo>
                  <a:lnTo>
                    <a:pt x="73770" y="31147"/>
                  </a:lnTo>
                  <a:lnTo>
                    <a:pt x="73770" y="31147"/>
                  </a:lnTo>
                  <a:lnTo>
                    <a:pt x="75410" y="31147"/>
                  </a:lnTo>
                  <a:lnTo>
                    <a:pt x="75410" y="31147"/>
                  </a:lnTo>
                  <a:lnTo>
                    <a:pt x="78688" y="32787"/>
                  </a:lnTo>
                  <a:lnTo>
                    <a:pt x="83606" y="32787"/>
                  </a:lnTo>
                  <a:lnTo>
                    <a:pt x="83606" y="29508"/>
                  </a:lnTo>
                  <a:lnTo>
                    <a:pt x="85246" y="29508"/>
                  </a:lnTo>
                  <a:lnTo>
                    <a:pt x="86885" y="29508"/>
                  </a:lnTo>
                  <a:lnTo>
                    <a:pt x="90164" y="27869"/>
                  </a:lnTo>
                  <a:lnTo>
                    <a:pt x="95082" y="24590"/>
                  </a:lnTo>
                  <a:lnTo>
                    <a:pt x="98360" y="22951"/>
                  </a:lnTo>
                  <a:lnTo>
                    <a:pt x="100000" y="21311"/>
                  </a:lnTo>
                  <a:lnTo>
                    <a:pt x="104917" y="18033"/>
                  </a:lnTo>
                  <a:lnTo>
                    <a:pt x="108196" y="14754"/>
                  </a:lnTo>
                  <a:lnTo>
                    <a:pt x="111475" y="14754"/>
                  </a:lnTo>
                  <a:lnTo>
                    <a:pt x="116393" y="11475"/>
                  </a:lnTo>
                  <a:lnTo>
                    <a:pt x="118032" y="8197"/>
                  </a:lnTo>
                  <a:lnTo>
                    <a:pt x="118032" y="4918"/>
                  </a:lnTo>
                  <a:lnTo>
                    <a:pt x="118032" y="0"/>
                  </a:lnTo>
                  <a:lnTo>
                    <a:pt x="113114" y="0"/>
                  </a:lnTo>
                  <a:lnTo>
                    <a:pt x="109836" y="0"/>
                  </a:lnTo>
                  <a:lnTo>
                    <a:pt x="108196" y="1639"/>
                  </a:lnTo>
                  <a:lnTo>
                    <a:pt x="104917" y="3279"/>
                  </a:lnTo>
                  <a:lnTo>
                    <a:pt x="100000" y="1639"/>
                  </a:lnTo>
                  <a:lnTo>
                    <a:pt x="96721" y="3279"/>
                  </a:lnTo>
                  <a:lnTo>
                    <a:pt x="91803" y="4918"/>
                  </a:lnTo>
                  <a:lnTo>
                    <a:pt x="88524" y="3279"/>
                  </a:lnTo>
                  <a:lnTo>
                    <a:pt x="85246" y="3279"/>
                  </a:lnTo>
                  <a:lnTo>
                    <a:pt x="81967" y="4918"/>
                  </a:lnTo>
                  <a:lnTo>
                    <a:pt x="78688" y="4918"/>
                  </a:lnTo>
                  <a:lnTo>
                    <a:pt x="75410" y="6557"/>
                  </a:lnTo>
                  <a:lnTo>
                    <a:pt x="73770" y="6557"/>
                  </a:lnTo>
                  <a:lnTo>
                    <a:pt x="73770" y="3279"/>
                  </a:lnTo>
                  <a:lnTo>
                    <a:pt x="68852" y="6557"/>
                  </a:lnTo>
                  <a:lnTo>
                    <a:pt x="65573" y="8197"/>
                  </a:lnTo>
                  <a:lnTo>
                    <a:pt x="67213" y="4918"/>
                  </a:lnTo>
                  <a:lnTo>
                    <a:pt x="63934" y="4918"/>
                  </a:lnTo>
                  <a:lnTo>
                    <a:pt x="62295" y="1639"/>
                  </a:lnTo>
                  <a:lnTo>
                    <a:pt x="57377" y="1639"/>
                  </a:lnTo>
                  <a:lnTo>
                    <a:pt x="55737" y="4918"/>
                  </a:lnTo>
                  <a:lnTo>
                    <a:pt x="57377" y="8197"/>
                  </a:lnTo>
                  <a:lnTo>
                    <a:pt x="57377" y="9836"/>
                  </a:lnTo>
                  <a:lnTo>
                    <a:pt x="55737" y="11475"/>
                  </a:lnTo>
                  <a:lnTo>
                    <a:pt x="52459" y="13115"/>
                  </a:lnTo>
                  <a:lnTo>
                    <a:pt x="55737" y="16393"/>
                  </a:lnTo>
                  <a:lnTo>
                    <a:pt x="57377" y="16393"/>
                  </a:lnTo>
                  <a:lnTo>
                    <a:pt x="57377" y="16393"/>
                  </a:lnTo>
                  <a:lnTo>
                    <a:pt x="55737" y="16393"/>
                  </a:lnTo>
                  <a:lnTo>
                    <a:pt x="54098" y="16393"/>
                  </a:lnTo>
                  <a:lnTo>
                    <a:pt x="49180" y="16393"/>
                  </a:lnTo>
                  <a:lnTo>
                    <a:pt x="45902" y="19672"/>
                  </a:lnTo>
                  <a:lnTo>
                    <a:pt x="47541" y="22951"/>
                  </a:lnTo>
                  <a:lnTo>
                    <a:pt x="44262" y="26229"/>
                  </a:lnTo>
                  <a:lnTo>
                    <a:pt x="47541" y="27869"/>
                  </a:lnTo>
                  <a:lnTo>
                    <a:pt x="49180" y="32787"/>
                  </a:lnTo>
                  <a:lnTo>
                    <a:pt x="45902" y="32787"/>
                  </a:lnTo>
                  <a:lnTo>
                    <a:pt x="42623" y="31147"/>
                  </a:lnTo>
                  <a:lnTo>
                    <a:pt x="39344" y="32787"/>
                  </a:lnTo>
                  <a:lnTo>
                    <a:pt x="34426" y="32787"/>
                  </a:lnTo>
                  <a:lnTo>
                    <a:pt x="34426" y="36065"/>
                  </a:lnTo>
                  <a:lnTo>
                    <a:pt x="32787" y="32787"/>
                  </a:lnTo>
                  <a:lnTo>
                    <a:pt x="29508" y="36065"/>
                  </a:lnTo>
                  <a:lnTo>
                    <a:pt x="29508" y="39344"/>
                  </a:lnTo>
                  <a:lnTo>
                    <a:pt x="31147" y="42623"/>
                  </a:lnTo>
                  <a:lnTo>
                    <a:pt x="34426" y="45901"/>
                  </a:lnTo>
                  <a:lnTo>
                    <a:pt x="31147" y="45901"/>
                  </a:lnTo>
                  <a:lnTo>
                    <a:pt x="26229" y="45901"/>
                  </a:lnTo>
                  <a:lnTo>
                    <a:pt x="27869" y="49180"/>
                  </a:lnTo>
                  <a:lnTo>
                    <a:pt x="29508" y="54098"/>
                  </a:lnTo>
                  <a:lnTo>
                    <a:pt x="34426" y="52459"/>
                  </a:lnTo>
                  <a:lnTo>
                    <a:pt x="37705" y="52459"/>
                  </a:lnTo>
                  <a:lnTo>
                    <a:pt x="34426" y="54098"/>
                  </a:lnTo>
                  <a:lnTo>
                    <a:pt x="29508" y="57377"/>
                  </a:lnTo>
                  <a:lnTo>
                    <a:pt x="31147" y="55737"/>
                  </a:lnTo>
                  <a:lnTo>
                    <a:pt x="34426" y="55737"/>
                  </a:lnTo>
                  <a:lnTo>
                    <a:pt x="36066" y="57377"/>
                  </a:lnTo>
                  <a:lnTo>
                    <a:pt x="39344" y="59016"/>
                  </a:lnTo>
                  <a:lnTo>
                    <a:pt x="36066" y="57377"/>
                  </a:lnTo>
                  <a:lnTo>
                    <a:pt x="31147" y="59016"/>
                  </a:lnTo>
                  <a:lnTo>
                    <a:pt x="31147" y="62295"/>
                  </a:lnTo>
                  <a:lnTo>
                    <a:pt x="36066" y="63934"/>
                  </a:lnTo>
                  <a:lnTo>
                    <a:pt x="37705" y="63934"/>
                  </a:lnTo>
                  <a:lnTo>
                    <a:pt x="34426" y="63934"/>
                  </a:lnTo>
                  <a:lnTo>
                    <a:pt x="31147" y="62295"/>
                  </a:lnTo>
                  <a:lnTo>
                    <a:pt x="27869" y="67213"/>
                  </a:lnTo>
                  <a:lnTo>
                    <a:pt x="31147" y="68852"/>
                  </a:lnTo>
                  <a:lnTo>
                    <a:pt x="27869" y="67213"/>
                  </a:lnTo>
                  <a:lnTo>
                    <a:pt x="24590" y="68852"/>
                  </a:lnTo>
                  <a:lnTo>
                    <a:pt x="24590" y="72131"/>
                  </a:lnTo>
                  <a:lnTo>
                    <a:pt x="27869" y="75409"/>
                  </a:lnTo>
                  <a:lnTo>
                    <a:pt x="24590" y="75409"/>
                  </a:lnTo>
                  <a:lnTo>
                    <a:pt x="22951" y="78688"/>
                  </a:lnTo>
                  <a:lnTo>
                    <a:pt x="21312" y="78688"/>
                  </a:lnTo>
                  <a:lnTo>
                    <a:pt x="18033" y="77049"/>
                  </a:lnTo>
                  <a:lnTo>
                    <a:pt x="14754" y="78688"/>
                  </a:lnTo>
                  <a:lnTo>
                    <a:pt x="11476" y="80327"/>
                  </a:lnTo>
                  <a:lnTo>
                    <a:pt x="14754" y="80327"/>
                  </a:lnTo>
                  <a:lnTo>
                    <a:pt x="18033" y="81967"/>
                  </a:lnTo>
                  <a:lnTo>
                    <a:pt x="21312" y="81967"/>
                  </a:lnTo>
                  <a:lnTo>
                    <a:pt x="26229" y="80327"/>
                  </a:lnTo>
                  <a:lnTo>
                    <a:pt x="29508" y="81967"/>
                  </a:lnTo>
                  <a:lnTo>
                    <a:pt x="26229" y="80327"/>
                  </a:lnTo>
                  <a:lnTo>
                    <a:pt x="22951" y="83606"/>
                  </a:lnTo>
                  <a:lnTo>
                    <a:pt x="18033" y="81967"/>
                  </a:lnTo>
                  <a:lnTo>
                    <a:pt x="21312" y="85245"/>
                  </a:lnTo>
                  <a:lnTo>
                    <a:pt x="24590" y="86885"/>
                  </a:lnTo>
                  <a:lnTo>
                    <a:pt x="27869" y="88524"/>
                  </a:lnTo>
                  <a:lnTo>
                    <a:pt x="31147" y="86885"/>
                  </a:lnTo>
                  <a:lnTo>
                    <a:pt x="36066" y="83606"/>
                  </a:lnTo>
                  <a:lnTo>
                    <a:pt x="39344" y="80327"/>
                  </a:lnTo>
                  <a:lnTo>
                    <a:pt x="42623" y="78688"/>
                  </a:lnTo>
                  <a:lnTo>
                    <a:pt x="47541" y="75409"/>
                  </a:lnTo>
                  <a:lnTo>
                    <a:pt x="45902" y="77049"/>
                  </a:lnTo>
                  <a:lnTo>
                    <a:pt x="44262" y="80327"/>
                  </a:lnTo>
                  <a:lnTo>
                    <a:pt x="45902" y="80327"/>
                  </a:lnTo>
                  <a:lnTo>
                    <a:pt x="49180" y="80327"/>
                  </a:lnTo>
                  <a:lnTo>
                    <a:pt x="44262" y="81967"/>
                  </a:lnTo>
                  <a:lnTo>
                    <a:pt x="44262" y="81967"/>
                  </a:lnTo>
                  <a:lnTo>
                    <a:pt x="40983" y="81967"/>
                  </a:lnTo>
                  <a:lnTo>
                    <a:pt x="37705" y="86885"/>
                  </a:lnTo>
                  <a:lnTo>
                    <a:pt x="37705" y="86885"/>
                  </a:lnTo>
                  <a:lnTo>
                    <a:pt x="40983" y="86885"/>
                  </a:lnTo>
                  <a:lnTo>
                    <a:pt x="37705" y="90164"/>
                  </a:lnTo>
                  <a:lnTo>
                    <a:pt x="40983" y="90164"/>
                  </a:lnTo>
                  <a:lnTo>
                    <a:pt x="44262" y="90164"/>
                  </a:lnTo>
                  <a:lnTo>
                    <a:pt x="40983" y="91803"/>
                  </a:lnTo>
                  <a:lnTo>
                    <a:pt x="37705" y="90164"/>
                  </a:lnTo>
                  <a:lnTo>
                    <a:pt x="34426" y="90164"/>
                  </a:lnTo>
                  <a:lnTo>
                    <a:pt x="34426" y="95082"/>
                  </a:lnTo>
                  <a:lnTo>
                    <a:pt x="31147" y="95082"/>
                  </a:lnTo>
                  <a:lnTo>
                    <a:pt x="31147" y="99999"/>
                  </a:lnTo>
                  <a:lnTo>
                    <a:pt x="31147" y="103278"/>
                  </a:lnTo>
                  <a:lnTo>
                    <a:pt x="27869" y="106557"/>
                  </a:lnTo>
                  <a:lnTo>
                    <a:pt x="26229" y="108196"/>
                  </a:lnTo>
                  <a:lnTo>
                    <a:pt x="24590" y="111475"/>
                  </a:lnTo>
                  <a:lnTo>
                    <a:pt x="27869" y="108196"/>
                  </a:lnTo>
                  <a:lnTo>
                    <a:pt x="24590" y="111475"/>
                  </a:lnTo>
                  <a:lnTo>
                    <a:pt x="24590" y="114754"/>
                  </a:lnTo>
                  <a:lnTo>
                    <a:pt x="27869" y="119672"/>
                  </a:lnTo>
                  <a:lnTo>
                    <a:pt x="31147" y="118032"/>
                  </a:lnTo>
                  <a:lnTo>
                    <a:pt x="27869" y="119672"/>
                  </a:lnTo>
                  <a:lnTo>
                    <a:pt x="24590" y="124589"/>
                  </a:lnTo>
                  <a:lnTo>
                    <a:pt x="21312" y="127868"/>
                  </a:lnTo>
                  <a:lnTo>
                    <a:pt x="21312" y="131147"/>
                  </a:lnTo>
                  <a:lnTo>
                    <a:pt x="19672" y="134426"/>
                  </a:lnTo>
                  <a:lnTo>
                    <a:pt x="19672" y="139344"/>
                  </a:lnTo>
                  <a:lnTo>
                    <a:pt x="24590" y="137704"/>
                  </a:lnTo>
                  <a:lnTo>
                    <a:pt x="27869" y="134426"/>
                  </a:lnTo>
                  <a:lnTo>
                    <a:pt x="27869" y="131147"/>
                  </a:lnTo>
                  <a:lnTo>
                    <a:pt x="29508" y="127868"/>
                  </a:lnTo>
                  <a:lnTo>
                    <a:pt x="31147" y="124589"/>
                  </a:lnTo>
                  <a:lnTo>
                    <a:pt x="32787" y="119672"/>
                  </a:lnTo>
                  <a:lnTo>
                    <a:pt x="34426" y="116393"/>
                  </a:lnTo>
                  <a:lnTo>
                    <a:pt x="32787" y="113114"/>
                  </a:lnTo>
                  <a:lnTo>
                    <a:pt x="32787" y="109836"/>
                  </a:lnTo>
                  <a:lnTo>
                    <a:pt x="37705" y="106557"/>
                  </a:lnTo>
                  <a:lnTo>
                    <a:pt x="40983" y="103278"/>
                  </a:lnTo>
                  <a:lnTo>
                    <a:pt x="44262" y="101639"/>
                  </a:lnTo>
                  <a:lnTo>
                    <a:pt x="47541" y="99999"/>
                  </a:lnTo>
                  <a:lnTo>
                    <a:pt x="42623" y="103278"/>
                  </a:lnTo>
                  <a:lnTo>
                    <a:pt x="39344" y="106557"/>
                  </a:lnTo>
                  <a:lnTo>
                    <a:pt x="36066" y="109836"/>
                  </a:lnTo>
                  <a:lnTo>
                    <a:pt x="36066" y="114754"/>
                  </a:lnTo>
                  <a:lnTo>
                    <a:pt x="39344" y="116393"/>
                  </a:lnTo>
                  <a:lnTo>
                    <a:pt x="40983" y="114754"/>
                  </a:lnTo>
                  <a:lnTo>
                    <a:pt x="42623" y="118032"/>
                  </a:lnTo>
                  <a:lnTo>
                    <a:pt x="45902" y="121311"/>
                  </a:lnTo>
                  <a:lnTo>
                    <a:pt x="45902" y="121311"/>
                  </a:lnTo>
                  <a:lnTo>
                    <a:pt x="45902" y="116393"/>
                  </a:lnTo>
                  <a:lnTo>
                    <a:pt x="42623" y="113114"/>
                  </a:lnTo>
                  <a:lnTo>
                    <a:pt x="40983" y="113114"/>
                  </a:lnTo>
                  <a:lnTo>
                    <a:pt x="42623" y="113114"/>
                  </a:lnTo>
                  <a:lnTo>
                    <a:pt x="44262" y="111475"/>
                  </a:lnTo>
                  <a:lnTo>
                    <a:pt x="47541" y="114754"/>
                  </a:lnTo>
                  <a:lnTo>
                    <a:pt x="47541" y="113114"/>
                  </a:lnTo>
                  <a:lnTo>
                    <a:pt x="50820" y="109836"/>
                  </a:lnTo>
                  <a:lnTo>
                    <a:pt x="50820" y="106557"/>
                  </a:lnTo>
                  <a:lnTo>
                    <a:pt x="50820" y="101639"/>
                  </a:lnTo>
                  <a:lnTo>
                    <a:pt x="54098" y="103278"/>
                  </a:lnTo>
                  <a:lnTo>
                    <a:pt x="52459" y="106557"/>
                  </a:lnTo>
                  <a:lnTo>
                    <a:pt x="54098" y="109836"/>
                  </a:lnTo>
                  <a:lnTo>
                    <a:pt x="52459" y="106557"/>
                  </a:lnTo>
                  <a:lnTo>
                    <a:pt x="57377" y="109836"/>
                  </a:lnTo>
                  <a:lnTo>
                    <a:pt x="60656" y="111475"/>
                  </a:lnTo>
                  <a:lnTo>
                    <a:pt x="60656" y="111475"/>
                  </a:lnTo>
                  <a:lnTo>
                    <a:pt x="60656" y="113114"/>
                  </a:lnTo>
                  <a:lnTo>
                    <a:pt x="57377" y="111475"/>
                  </a:lnTo>
                  <a:lnTo>
                    <a:pt x="54098" y="111475"/>
                  </a:lnTo>
                  <a:lnTo>
                    <a:pt x="50820" y="111475"/>
                  </a:lnTo>
                  <a:lnTo>
                    <a:pt x="50820" y="114754"/>
                  </a:lnTo>
                  <a:lnTo>
                    <a:pt x="50820" y="119672"/>
                  </a:lnTo>
                  <a:lnTo>
                    <a:pt x="50820" y="122950"/>
                  </a:lnTo>
                  <a:lnTo>
                    <a:pt x="54098" y="124589"/>
                  </a:lnTo>
                  <a:lnTo>
                    <a:pt x="57377" y="129508"/>
                  </a:lnTo>
                  <a:lnTo>
                    <a:pt x="55737" y="132786"/>
                  </a:lnTo>
                  <a:lnTo>
                    <a:pt x="52459" y="134426"/>
                  </a:lnTo>
                  <a:lnTo>
                    <a:pt x="49180" y="139344"/>
                  </a:lnTo>
                  <a:lnTo>
                    <a:pt x="47541" y="142622"/>
                  </a:lnTo>
                  <a:lnTo>
                    <a:pt x="44262" y="145901"/>
                  </a:lnTo>
                  <a:lnTo>
                    <a:pt x="42623" y="147540"/>
                  </a:lnTo>
                  <a:lnTo>
                    <a:pt x="40983" y="150819"/>
                  </a:lnTo>
                  <a:lnTo>
                    <a:pt x="42623" y="150819"/>
                  </a:lnTo>
                  <a:lnTo>
                    <a:pt x="42623" y="152458"/>
                  </a:lnTo>
                  <a:lnTo>
                    <a:pt x="42623" y="154098"/>
                  </a:lnTo>
                  <a:lnTo>
                    <a:pt x="40983" y="154098"/>
                  </a:lnTo>
                  <a:lnTo>
                    <a:pt x="40983" y="150819"/>
                  </a:lnTo>
                  <a:lnTo>
                    <a:pt x="37705" y="150819"/>
                  </a:lnTo>
                  <a:lnTo>
                    <a:pt x="37705" y="154098"/>
                  </a:lnTo>
                  <a:lnTo>
                    <a:pt x="37705" y="157376"/>
                  </a:lnTo>
                  <a:lnTo>
                    <a:pt x="42623" y="160655"/>
                  </a:lnTo>
                  <a:lnTo>
                    <a:pt x="42623" y="162294"/>
                  </a:lnTo>
                  <a:lnTo>
                    <a:pt x="45902" y="167212"/>
                  </a:lnTo>
                  <a:lnTo>
                    <a:pt x="45902" y="165573"/>
                  </a:lnTo>
                  <a:lnTo>
                    <a:pt x="44262" y="162294"/>
                  </a:lnTo>
                  <a:lnTo>
                    <a:pt x="44262" y="159016"/>
                  </a:lnTo>
                  <a:lnTo>
                    <a:pt x="47541" y="155737"/>
                  </a:lnTo>
                  <a:lnTo>
                    <a:pt x="50820" y="159016"/>
                  </a:lnTo>
                  <a:lnTo>
                    <a:pt x="55737" y="160655"/>
                  </a:lnTo>
                  <a:lnTo>
                    <a:pt x="59016" y="163934"/>
                  </a:lnTo>
                  <a:lnTo>
                    <a:pt x="62295" y="162294"/>
                  </a:lnTo>
                  <a:lnTo>
                    <a:pt x="62295" y="159016"/>
                  </a:lnTo>
                  <a:lnTo>
                    <a:pt x="62295" y="154098"/>
                  </a:lnTo>
                  <a:lnTo>
                    <a:pt x="65573" y="157376"/>
                  </a:lnTo>
                  <a:lnTo>
                    <a:pt x="68852" y="159016"/>
                  </a:lnTo>
                  <a:lnTo>
                    <a:pt x="72131" y="157376"/>
                  </a:lnTo>
                  <a:lnTo>
                    <a:pt x="73770" y="160655"/>
                  </a:lnTo>
                  <a:lnTo>
                    <a:pt x="73770" y="160655"/>
                  </a:lnTo>
                  <a:lnTo>
                    <a:pt x="77049" y="159016"/>
                  </a:lnTo>
                  <a:lnTo>
                    <a:pt x="81967" y="155737"/>
                  </a:lnTo>
                  <a:lnTo>
                    <a:pt x="85246" y="155737"/>
                  </a:lnTo>
                  <a:lnTo>
                    <a:pt x="88524" y="155737"/>
                  </a:lnTo>
                  <a:lnTo>
                    <a:pt x="88524" y="150819"/>
                  </a:lnTo>
                  <a:lnTo>
                    <a:pt x="90164" y="152458"/>
                  </a:lnTo>
                  <a:lnTo>
                    <a:pt x="95082" y="152458"/>
                  </a:lnTo>
                  <a:lnTo>
                    <a:pt x="98360" y="152458"/>
                  </a:lnTo>
                  <a:lnTo>
                    <a:pt x="101639" y="152458"/>
                  </a:lnTo>
                  <a:lnTo>
                    <a:pt x="104917" y="152458"/>
                  </a:lnTo>
                  <a:lnTo>
                    <a:pt x="106557" y="152458"/>
                  </a:lnTo>
                  <a:lnTo>
                    <a:pt x="106557" y="152458"/>
                  </a:lnTo>
                  <a:lnTo>
                    <a:pt x="103279" y="154098"/>
                  </a:lnTo>
                  <a:lnTo>
                    <a:pt x="98360" y="155737"/>
                  </a:lnTo>
                  <a:lnTo>
                    <a:pt x="98360" y="155737"/>
                  </a:lnTo>
                  <a:lnTo>
                    <a:pt x="93442" y="157376"/>
                  </a:lnTo>
                  <a:lnTo>
                    <a:pt x="91803" y="160655"/>
                  </a:lnTo>
                  <a:lnTo>
                    <a:pt x="88524" y="165573"/>
                  </a:lnTo>
                  <a:lnTo>
                    <a:pt x="86885" y="168852"/>
                  </a:lnTo>
                  <a:lnTo>
                    <a:pt x="86885" y="172130"/>
                  </a:lnTo>
                  <a:lnTo>
                    <a:pt x="90164" y="175409"/>
                  </a:lnTo>
                  <a:lnTo>
                    <a:pt x="91803" y="180327"/>
                  </a:lnTo>
                  <a:lnTo>
                    <a:pt x="93442" y="183606"/>
                  </a:lnTo>
                  <a:lnTo>
                    <a:pt x="96721" y="181966"/>
                  </a:lnTo>
                  <a:lnTo>
                    <a:pt x="98360" y="181966"/>
                  </a:lnTo>
                  <a:lnTo>
                    <a:pt x="96721" y="186884"/>
                  </a:lnTo>
                  <a:lnTo>
                    <a:pt x="100000" y="190163"/>
                  </a:lnTo>
                  <a:lnTo>
                    <a:pt x="100000" y="188524"/>
                  </a:lnTo>
                  <a:lnTo>
                    <a:pt x="103279" y="185245"/>
                  </a:lnTo>
                  <a:lnTo>
                    <a:pt x="103279" y="183606"/>
                  </a:lnTo>
                  <a:lnTo>
                    <a:pt x="103279" y="185245"/>
                  </a:lnTo>
                  <a:lnTo>
                    <a:pt x="104917" y="186884"/>
                  </a:lnTo>
                  <a:lnTo>
                    <a:pt x="109836" y="185245"/>
                  </a:lnTo>
                  <a:lnTo>
                    <a:pt x="111475" y="183606"/>
                  </a:lnTo>
                  <a:lnTo>
                    <a:pt x="109836" y="185245"/>
                  </a:lnTo>
                  <a:lnTo>
                    <a:pt x="109836" y="185245"/>
                  </a:lnTo>
                  <a:lnTo>
                    <a:pt x="109836" y="188524"/>
                  </a:lnTo>
                  <a:lnTo>
                    <a:pt x="109836" y="193442"/>
                  </a:lnTo>
                  <a:lnTo>
                    <a:pt x="104917" y="195081"/>
                  </a:lnTo>
                  <a:lnTo>
                    <a:pt x="101639" y="196720"/>
                  </a:lnTo>
                  <a:lnTo>
                    <a:pt x="101639" y="199999"/>
                  </a:lnTo>
                  <a:lnTo>
                    <a:pt x="103279" y="203278"/>
                  </a:lnTo>
                  <a:lnTo>
                    <a:pt x="106557" y="204917"/>
                  </a:lnTo>
                  <a:lnTo>
                    <a:pt x="104917" y="204917"/>
                  </a:lnTo>
                  <a:lnTo>
                    <a:pt x="103279" y="206556"/>
                  </a:lnTo>
                  <a:lnTo>
                    <a:pt x="100000" y="209835"/>
                  </a:lnTo>
                  <a:lnTo>
                    <a:pt x="100000" y="213114"/>
                  </a:lnTo>
                  <a:lnTo>
                    <a:pt x="101639" y="218032"/>
                  </a:lnTo>
                  <a:lnTo>
                    <a:pt x="101639" y="218032"/>
                  </a:lnTo>
                  <a:lnTo>
                    <a:pt x="104917" y="219671"/>
                  </a:lnTo>
                  <a:lnTo>
                    <a:pt x="108196" y="221310"/>
                  </a:lnTo>
                  <a:lnTo>
                    <a:pt x="109836" y="219671"/>
                  </a:lnTo>
                  <a:lnTo>
                    <a:pt x="111475" y="219671"/>
                  </a:lnTo>
                  <a:lnTo>
                    <a:pt x="111475" y="219671"/>
                  </a:lnTo>
                  <a:lnTo>
                    <a:pt x="109836" y="219671"/>
                  </a:lnTo>
                  <a:lnTo>
                    <a:pt x="108196" y="222950"/>
                  </a:lnTo>
                  <a:lnTo>
                    <a:pt x="104917" y="221310"/>
                  </a:lnTo>
                  <a:lnTo>
                    <a:pt x="101639" y="218032"/>
                  </a:lnTo>
                  <a:lnTo>
                    <a:pt x="101639" y="218032"/>
                  </a:lnTo>
                  <a:lnTo>
                    <a:pt x="100000" y="216392"/>
                  </a:lnTo>
                  <a:lnTo>
                    <a:pt x="95082" y="219671"/>
                  </a:lnTo>
                  <a:lnTo>
                    <a:pt x="98360" y="222950"/>
                  </a:lnTo>
                  <a:lnTo>
                    <a:pt x="98360" y="222950"/>
                  </a:lnTo>
                  <a:lnTo>
                    <a:pt x="98360" y="224589"/>
                  </a:lnTo>
                  <a:lnTo>
                    <a:pt x="95082" y="222950"/>
                  </a:lnTo>
                  <a:lnTo>
                    <a:pt x="91803" y="219671"/>
                  </a:lnTo>
                  <a:lnTo>
                    <a:pt x="88524" y="221310"/>
                  </a:lnTo>
                  <a:lnTo>
                    <a:pt x="85246" y="221310"/>
                  </a:lnTo>
                  <a:lnTo>
                    <a:pt x="80327" y="222950"/>
                  </a:lnTo>
                  <a:lnTo>
                    <a:pt x="77049" y="221310"/>
                  </a:lnTo>
                  <a:lnTo>
                    <a:pt x="75410" y="221310"/>
                  </a:lnTo>
                  <a:lnTo>
                    <a:pt x="70492" y="222950"/>
                  </a:lnTo>
                  <a:lnTo>
                    <a:pt x="67213" y="224589"/>
                  </a:lnTo>
                  <a:lnTo>
                    <a:pt x="63934" y="224589"/>
                  </a:lnTo>
                  <a:lnTo>
                    <a:pt x="63934" y="224589"/>
                  </a:lnTo>
                  <a:lnTo>
                    <a:pt x="65573" y="221310"/>
                  </a:lnTo>
                  <a:lnTo>
                    <a:pt x="62295" y="221310"/>
                  </a:lnTo>
                  <a:lnTo>
                    <a:pt x="59016" y="218032"/>
                  </a:lnTo>
                  <a:lnTo>
                    <a:pt x="54098" y="218032"/>
                  </a:lnTo>
                  <a:lnTo>
                    <a:pt x="50820" y="219671"/>
                  </a:lnTo>
                  <a:lnTo>
                    <a:pt x="50820" y="222950"/>
                  </a:lnTo>
                  <a:lnTo>
                    <a:pt x="50820" y="222950"/>
                  </a:lnTo>
                  <a:lnTo>
                    <a:pt x="54098" y="227868"/>
                  </a:lnTo>
                  <a:lnTo>
                    <a:pt x="57377" y="229507"/>
                  </a:lnTo>
                  <a:lnTo>
                    <a:pt x="57377" y="227868"/>
                  </a:lnTo>
                  <a:lnTo>
                    <a:pt x="62295" y="226229"/>
                  </a:lnTo>
                  <a:lnTo>
                    <a:pt x="62295" y="226229"/>
                  </a:lnTo>
                  <a:lnTo>
                    <a:pt x="59016" y="229507"/>
                  </a:lnTo>
                  <a:lnTo>
                    <a:pt x="57377" y="232786"/>
                  </a:lnTo>
                  <a:lnTo>
                    <a:pt x="52459" y="236064"/>
                  </a:lnTo>
                  <a:lnTo>
                    <a:pt x="49180" y="237704"/>
                  </a:lnTo>
                  <a:lnTo>
                    <a:pt x="45902" y="239343"/>
                  </a:lnTo>
                  <a:lnTo>
                    <a:pt x="42623" y="244261"/>
                  </a:lnTo>
                  <a:lnTo>
                    <a:pt x="44262" y="244261"/>
                  </a:lnTo>
                  <a:lnTo>
                    <a:pt x="47541" y="242622"/>
                  </a:lnTo>
                  <a:lnTo>
                    <a:pt x="52459" y="240982"/>
                  </a:lnTo>
                  <a:lnTo>
                    <a:pt x="55737" y="239343"/>
                  </a:lnTo>
                  <a:lnTo>
                    <a:pt x="59016" y="237704"/>
                  </a:lnTo>
                  <a:lnTo>
                    <a:pt x="63934" y="239343"/>
                  </a:lnTo>
                  <a:lnTo>
                    <a:pt x="62295" y="242622"/>
                  </a:lnTo>
                  <a:lnTo>
                    <a:pt x="65573" y="247540"/>
                  </a:lnTo>
                  <a:lnTo>
                    <a:pt x="65573" y="247540"/>
                  </a:lnTo>
                  <a:lnTo>
                    <a:pt x="62295" y="250819"/>
                  </a:lnTo>
                  <a:lnTo>
                    <a:pt x="63934" y="254097"/>
                  </a:lnTo>
                  <a:lnTo>
                    <a:pt x="67213" y="254097"/>
                  </a:lnTo>
                  <a:lnTo>
                    <a:pt x="63934" y="255736"/>
                  </a:lnTo>
                  <a:lnTo>
                    <a:pt x="63934" y="259015"/>
                  </a:lnTo>
                  <a:lnTo>
                    <a:pt x="60656" y="262294"/>
                  </a:lnTo>
                  <a:lnTo>
                    <a:pt x="57377" y="267212"/>
                  </a:lnTo>
                  <a:lnTo>
                    <a:pt x="54098" y="268851"/>
                  </a:lnTo>
                  <a:lnTo>
                    <a:pt x="50820" y="270491"/>
                  </a:lnTo>
                  <a:lnTo>
                    <a:pt x="45902" y="270491"/>
                  </a:lnTo>
                  <a:lnTo>
                    <a:pt x="42623" y="272130"/>
                  </a:lnTo>
                  <a:lnTo>
                    <a:pt x="39344" y="273769"/>
                  </a:lnTo>
                  <a:lnTo>
                    <a:pt x="34426" y="277048"/>
                  </a:lnTo>
                  <a:lnTo>
                    <a:pt x="31147" y="277048"/>
                  </a:lnTo>
                  <a:lnTo>
                    <a:pt x="31147" y="275409"/>
                  </a:lnTo>
                  <a:lnTo>
                    <a:pt x="26229" y="278687"/>
                  </a:lnTo>
                  <a:lnTo>
                    <a:pt x="22951" y="281966"/>
                  </a:lnTo>
                  <a:lnTo>
                    <a:pt x="27869" y="285244"/>
                  </a:lnTo>
                  <a:lnTo>
                    <a:pt x="24590" y="288523"/>
                  </a:lnTo>
                  <a:lnTo>
                    <a:pt x="29508" y="290163"/>
                  </a:lnTo>
                  <a:lnTo>
                    <a:pt x="29508" y="290163"/>
                  </a:lnTo>
                  <a:lnTo>
                    <a:pt x="31147" y="290163"/>
                  </a:lnTo>
                  <a:lnTo>
                    <a:pt x="32787" y="288523"/>
                  </a:lnTo>
                  <a:lnTo>
                    <a:pt x="36066" y="286884"/>
                  </a:lnTo>
                  <a:lnTo>
                    <a:pt x="32787" y="290163"/>
                  </a:lnTo>
                  <a:lnTo>
                    <a:pt x="29508" y="290163"/>
                  </a:lnTo>
                  <a:lnTo>
                    <a:pt x="26229" y="290163"/>
                  </a:lnTo>
                  <a:lnTo>
                    <a:pt x="29508" y="293441"/>
                  </a:lnTo>
                  <a:lnTo>
                    <a:pt x="32787" y="293441"/>
                  </a:lnTo>
                  <a:lnTo>
                    <a:pt x="36066" y="291802"/>
                  </a:lnTo>
                  <a:lnTo>
                    <a:pt x="40983" y="290163"/>
                  </a:lnTo>
                  <a:lnTo>
                    <a:pt x="44262" y="288523"/>
                  </a:lnTo>
                  <a:lnTo>
                    <a:pt x="47541" y="288523"/>
                  </a:lnTo>
                  <a:lnTo>
                    <a:pt x="50820" y="286884"/>
                  </a:lnTo>
                  <a:lnTo>
                    <a:pt x="50820" y="286884"/>
                  </a:lnTo>
                  <a:lnTo>
                    <a:pt x="52459" y="290163"/>
                  </a:lnTo>
                  <a:lnTo>
                    <a:pt x="55737" y="290163"/>
                  </a:lnTo>
                  <a:lnTo>
                    <a:pt x="60656" y="291802"/>
                  </a:lnTo>
                  <a:lnTo>
                    <a:pt x="60656" y="290163"/>
                  </a:lnTo>
                  <a:lnTo>
                    <a:pt x="60656" y="291802"/>
                  </a:lnTo>
                  <a:lnTo>
                    <a:pt x="59016" y="293441"/>
                  </a:lnTo>
                  <a:lnTo>
                    <a:pt x="54098" y="291802"/>
                  </a:lnTo>
                  <a:lnTo>
                    <a:pt x="57377" y="296720"/>
                  </a:lnTo>
                  <a:lnTo>
                    <a:pt x="60656" y="295081"/>
                  </a:lnTo>
                  <a:lnTo>
                    <a:pt x="62295" y="295081"/>
                  </a:lnTo>
                  <a:lnTo>
                    <a:pt x="65573" y="293441"/>
                  </a:lnTo>
                  <a:lnTo>
                    <a:pt x="68852" y="293441"/>
                  </a:lnTo>
                  <a:lnTo>
                    <a:pt x="70492" y="296720"/>
                  </a:lnTo>
                  <a:lnTo>
                    <a:pt x="73770" y="299999"/>
                  </a:lnTo>
                  <a:lnTo>
                    <a:pt x="77049" y="301638"/>
                  </a:lnTo>
                  <a:lnTo>
                    <a:pt x="78688" y="303277"/>
                  </a:lnTo>
                  <a:lnTo>
                    <a:pt x="83606" y="303277"/>
                  </a:lnTo>
                  <a:lnTo>
                    <a:pt x="86885" y="303277"/>
                  </a:lnTo>
                  <a:lnTo>
                    <a:pt x="90164" y="301638"/>
                  </a:lnTo>
                  <a:lnTo>
                    <a:pt x="93442" y="298359"/>
                  </a:lnTo>
                  <a:lnTo>
                    <a:pt x="96721" y="295081"/>
                  </a:lnTo>
                  <a:lnTo>
                    <a:pt x="98360" y="296720"/>
                  </a:lnTo>
                  <a:lnTo>
                    <a:pt x="101639" y="296720"/>
                  </a:lnTo>
                  <a:lnTo>
                    <a:pt x="104917" y="295081"/>
                  </a:lnTo>
                  <a:lnTo>
                    <a:pt x="106557" y="293441"/>
                  </a:lnTo>
                  <a:lnTo>
                    <a:pt x="106557" y="293441"/>
                  </a:lnTo>
                  <a:lnTo>
                    <a:pt x="109836" y="291802"/>
                  </a:lnTo>
                  <a:lnTo>
                    <a:pt x="113114" y="288523"/>
                  </a:lnTo>
                  <a:lnTo>
                    <a:pt x="116393" y="286884"/>
                  </a:lnTo>
                  <a:lnTo>
                    <a:pt x="114754" y="288523"/>
                  </a:lnTo>
                  <a:lnTo>
                    <a:pt x="111475" y="290163"/>
                  </a:lnTo>
                  <a:lnTo>
                    <a:pt x="108196" y="293441"/>
                  </a:lnTo>
                  <a:lnTo>
                    <a:pt x="108196" y="293441"/>
                  </a:lnTo>
                  <a:lnTo>
                    <a:pt x="106557" y="296720"/>
                  </a:lnTo>
                  <a:lnTo>
                    <a:pt x="104917" y="298359"/>
                  </a:lnTo>
                  <a:lnTo>
                    <a:pt x="101639" y="298359"/>
                  </a:lnTo>
                  <a:lnTo>
                    <a:pt x="98360" y="301638"/>
                  </a:lnTo>
                  <a:lnTo>
                    <a:pt x="95082" y="306556"/>
                  </a:lnTo>
                  <a:lnTo>
                    <a:pt x="95082" y="306556"/>
                  </a:lnTo>
                  <a:lnTo>
                    <a:pt x="95082" y="309835"/>
                  </a:lnTo>
                  <a:lnTo>
                    <a:pt x="93442" y="309835"/>
                  </a:lnTo>
                  <a:lnTo>
                    <a:pt x="90164" y="311474"/>
                  </a:lnTo>
                  <a:lnTo>
                    <a:pt x="85246" y="311474"/>
                  </a:lnTo>
                  <a:lnTo>
                    <a:pt x="81967" y="311474"/>
                  </a:lnTo>
                  <a:lnTo>
                    <a:pt x="78688" y="309835"/>
                  </a:lnTo>
                  <a:lnTo>
                    <a:pt x="75410" y="309835"/>
                  </a:lnTo>
                  <a:lnTo>
                    <a:pt x="70492" y="309835"/>
                  </a:lnTo>
                  <a:lnTo>
                    <a:pt x="70492" y="308195"/>
                  </a:lnTo>
                  <a:lnTo>
                    <a:pt x="65573" y="309835"/>
                  </a:lnTo>
                  <a:lnTo>
                    <a:pt x="62295" y="309835"/>
                  </a:lnTo>
                  <a:lnTo>
                    <a:pt x="57377" y="309835"/>
                  </a:lnTo>
                  <a:lnTo>
                    <a:pt x="54098" y="313113"/>
                  </a:lnTo>
                  <a:lnTo>
                    <a:pt x="54098" y="316392"/>
                  </a:lnTo>
                  <a:lnTo>
                    <a:pt x="52459" y="318031"/>
                  </a:lnTo>
                  <a:lnTo>
                    <a:pt x="49180" y="319671"/>
                  </a:lnTo>
                  <a:lnTo>
                    <a:pt x="45902" y="319671"/>
                  </a:lnTo>
                  <a:lnTo>
                    <a:pt x="44262" y="319671"/>
                  </a:lnTo>
                  <a:lnTo>
                    <a:pt x="42623" y="322949"/>
                  </a:lnTo>
                  <a:lnTo>
                    <a:pt x="42623" y="326228"/>
                  </a:lnTo>
                  <a:lnTo>
                    <a:pt x="39344" y="329507"/>
                  </a:lnTo>
                  <a:lnTo>
                    <a:pt x="36066" y="332785"/>
                  </a:lnTo>
                  <a:lnTo>
                    <a:pt x="32787" y="336064"/>
                  </a:lnTo>
                  <a:lnTo>
                    <a:pt x="29508" y="339343"/>
                  </a:lnTo>
                  <a:lnTo>
                    <a:pt x="26229" y="339343"/>
                  </a:lnTo>
                  <a:lnTo>
                    <a:pt x="24590" y="340982"/>
                  </a:lnTo>
                  <a:lnTo>
                    <a:pt x="22951" y="344261"/>
                  </a:lnTo>
                  <a:lnTo>
                    <a:pt x="19672" y="347539"/>
                  </a:lnTo>
                  <a:lnTo>
                    <a:pt x="14754" y="350818"/>
                  </a:lnTo>
                  <a:lnTo>
                    <a:pt x="11476" y="352457"/>
                  </a:lnTo>
                  <a:lnTo>
                    <a:pt x="8197" y="352457"/>
                  </a:lnTo>
                  <a:lnTo>
                    <a:pt x="4918" y="354097"/>
                  </a:lnTo>
                  <a:lnTo>
                    <a:pt x="0" y="357375"/>
                  </a:lnTo>
                  <a:lnTo>
                    <a:pt x="3279" y="360654"/>
                  </a:lnTo>
                  <a:lnTo>
                    <a:pt x="6557" y="359015"/>
                  </a:lnTo>
                  <a:lnTo>
                    <a:pt x="9836" y="357375"/>
                  </a:lnTo>
                  <a:lnTo>
                    <a:pt x="13115" y="357375"/>
                  </a:lnTo>
                  <a:lnTo>
                    <a:pt x="14754" y="3622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5" name="Freeform 2514">
              <a:extLst>
                <a:ext uri="{FF2B5EF4-FFF2-40B4-BE49-F238E27FC236}">
                  <a16:creationId xmlns:a16="http://schemas.microsoft.com/office/drawing/2014/main" id="{173A19AE-8381-8A4A-8B83-AF0D892D1721}"/>
                </a:ext>
              </a:extLst>
            </p:cNvPr>
            <p:cNvSpPr/>
            <p:nvPr/>
          </p:nvSpPr>
          <p:spPr>
            <a:xfrm>
              <a:off x="5230430" y="1628023"/>
              <a:ext cx="6557" cy="4918"/>
            </a:xfrm>
            <a:custGeom>
              <a:avLst/>
              <a:gdLst>
                <a:gd name="connsiteX0" fmla="*/ 4918 w 6557"/>
                <a:gd name="connsiteY0" fmla="*/ 4918 h 4918"/>
                <a:gd name="connsiteX1" fmla="*/ 6557 w 6557"/>
                <a:gd name="connsiteY1" fmla="*/ 3279 h 4918"/>
                <a:gd name="connsiteX2" fmla="*/ 4918 w 6557"/>
                <a:gd name="connsiteY2" fmla="*/ 0 h 4918"/>
                <a:gd name="connsiteX3" fmla="*/ 0 w 6557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4918">
                  <a:moveTo>
                    <a:pt x="4918" y="4918"/>
                  </a:moveTo>
                  <a:lnTo>
                    <a:pt x="6557" y="3279"/>
                  </a:lnTo>
                  <a:lnTo>
                    <a:pt x="491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6" name="Freeform 2515">
              <a:extLst>
                <a:ext uri="{FF2B5EF4-FFF2-40B4-BE49-F238E27FC236}">
                  <a16:creationId xmlns:a16="http://schemas.microsoft.com/office/drawing/2014/main" id="{26A691AE-DBCC-354E-97FC-1465FB0D5B10}"/>
                </a:ext>
              </a:extLst>
            </p:cNvPr>
            <p:cNvSpPr/>
            <p:nvPr/>
          </p:nvSpPr>
          <p:spPr>
            <a:xfrm>
              <a:off x="5233708" y="1644416"/>
              <a:ext cx="19672" cy="16393"/>
            </a:xfrm>
            <a:custGeom>
              <a:avLst/>
              <a:gdLst>
                <a:gd name="connsiteX0" fmla="*/ 0 w 19672"/>
                <a:gd name="connsiteY0" fmla="*/ 16393 h 16393"/>
                <a:gd name="connsiteX1" fmla="*/ 4918 w 19672"/>
                <a:gd name="connsiteY1" fmla="*/ 14754 h 16393"/>
                <a:gd name="connsiteX2" fmla="*/ 8197 w 19672"/>
                <a:gd name="connsiteY2" fmla="*/ 14754 h 16393"/>
                <a:gd name="connsiteX3" fmla="*/ 11476 w 19672"/>
                <a:gd name="connsiteY3" fmla="*/ 13115 h 16393"/>
                <a:gd name="connsiteX4" fmla="*/ 16393 w 19672"/>
                <a:gd name="connsiteY4" fmla="*/ 11475 h 16393"/>
                <a:gd name="connsiteX5" fmla="*/ 19672 w 19672"/>
                <a:gd name="connsiteY5" fmla="*/ 11475 h 16393"/>
                <a:gd name="connsiteX6" fmla="*/ 18033 w 19672"/>
                <a:gd name="connsiteY6" fmla="*/ 6557 h 16393"/>
                <a:gd name="connsiteX7" fmla="*/ 13115 w 19672"/>
                <a:gd name="connsiteY7" fmla="*/ 6557 h 16393"/>
                <a:gd name="connsiteX8" fmla="*/ 9836 w 19672"/>
                <a:gd name="connsiteY8" fmla="*/ 3279 h 16393"/>
                <a:gd name="connsiteX9" fmla="*/ 6557 w 19672"/>
                <a:gd name="connsiteY9" fmla="*/ 0 h 16393"/>
                <a:gd name="connsiteX10" fmla="*/ 3279 w 19672"/>
                <a:gd name="connsiteY10" fmla="*/ 1639 h 16393"/>
                <a:gd name="connsiteX11" fmla="*/ 0 w 19672"/>
                <a:gd name="connsiteY11" fmla="*/ 4918 h 16393"/>
                <a:gd name="connsiteX12" fmla="*/ 3279 w 19672"/>
                <a:gd name="connsiteY12" fmla="*/ 6557 h 16393"/>
                <a:gd name="connsiteX13" fmla="*/ 6557 w 19672"/>
                <a:gd name="connsiteY13" fmla="*/ 8197 h 16393"/>
                <a:gd name="connsiteX14" fmla="*/ 3279 w 19672"/>
                <a:gd name="connsiteY14" fmla="*/ 13115 h 16393"/>
                <a:gd name="connsiteX15" fmla="*/ 6557 w 19672"/>
                <a:gd name="connsiteY15" fmla="*/ 13115 h 16393"/>
                <a:gd name="connsiteX16" fmla="*/ 3279 w 19672"/>
                <a:gd name="connsiteY16" fmla="*/ 13115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672" h="16393">
                  <a:moveTo>
                    <a:pt x="0" y="16393"/>
                  </a:moveTo>
                  <a:lnTo>
                    <a:pt x="4918" y="14754"/>
                  </a:lnTo>
                  <a:lnTo>
                    <a:pt x="8197" y="14754"/>
                  </a:lnTo>
                  <a:lnTo>
                    <a:pt x="11476" y="13115"/>
                  </a:lnTo>
                  <a:lnTo>
                    <a:pt x="16393" y="11475"/>
                  </a:lnTo>
                  <a:lnTo>
                    <a:pt x="19672" y="11475"/>
                  </a:lnTo>
                  <a:lnTo>
                    <a:pt x="18033" y="6557"/>
                  </a:lnTo>
                  <a:lnTo>
                    <a:pt x="13115" y="6557"/>
                  </a:lnTo>
                  <a:lnTo>
                    <a:pt x="9836" y="3279"/>
                  </a:lnTo>
                  <a:lnTo>
                    <a:pt x="6557" y="0"/>
                  </a:lnTo>
                  <a:lnTo>
                    <a:pt x="3279" y="1639"/>
                  </a:lnTo>
                  <a:lnTo>
                    <a:pt x="0" y="4918"/>
                  </a:lnTo>
                  <a:lnTo>
                    <a:pt x="3279" y="6557"/>
                  </a:lnTo>
                  <a:lnTo>
                    <a:pt x="6557" y="8197"/>
                  </a:lnTo>
                  <a:lnTo>
                    <a:pt x="3279" y="13115"/>
                  </a:lnTo>
                  <a:lnTo>
                    <a:pt x="6557" y="13115"/>
                  </a:lnTo>
                  <a:lnTo>
                    <a:pt x="3279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7" name="Freeform 2516">
              <a:extLst>
                <a:ext uri="{FF2B5EF4-FFF2-40B4-BE49-F238E27FC236}">
                  <a16:creationId xmlns:a16="http://schemas.microsoft.com/office/drawing/2014/main" id="{C429D857-84B0-BA41-AF6A-1469576FE568}"/>
                </a:ext>
              </a:extLst>
            </p:cNvPr>
            <p:cNvSpPr/>
            <p:nvPr/>
          </p:nvSpPr>
          <p:spPr>
            <a:xfrm>
              <a:off x="5236987" y="1665728"/>
              <a:ext cx="13114" cy="14753"/>
            </a:xfrm>
            <a:custGeom>
              <a:avLst/>
              <a:gdLst>
                <a:gd name="connsiteX0" fmla="*/ 3278 w 13114"/>
                <a:gd name="connsiteY0" fmla="*/ 14754 h 14753"/>
                <a:gd name="connsiteX1" fmla="*/ 6557 w 13114"/>
                <a:gd name="connsiteY1" fmla="*/ 11475 h 14753"/>
                <a:gd name="connsiteX2" fmla="*/ 9836 w 13114"/>
                <a:gd name="connsiteY2" fmla="*/ 6557 h 14753"/>
                <a:gd name="connsiteX3" fmla="*/ 11475 w 13114"/>
                <a:gd name="connsiteY3" fmla="*/ 3279 h 14753"/>
                <a:gd name="connsiteX4" fmla="*/ 13114 w 13114"/>
                <a:gd name="connsiteY4" fmla="*/ 0 h 14753"/>
                <a:gd name="connsiteX5" fmla="*/ 9836 w 13114"/>
                <a:gd name="connsiteY5" fmla="*/ 1639 h 14753"/>
                <a:gd name="connsiteX6" fmla="*/ 6557 w 13114"/>
                <a:gd name="connsiteY6" fmla="*/ 4918 h 14753"/>
                <a:gd name="connsiteX7" fmla="*/ 4918 w 13114"/>
                <a:gd name="connsiteY7" fmla="*/ 8197 h 14753"/>
                <a:gd name="connsiteX8" fmla="*/ 0 w 13114"/>
                <a:gd name="connsiteY8" fmla="*/ 11475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14" h="14753">
                  <a:moveTo>
                    <a:pt x="3278" y="14754"/>
                  </a:moveTo>
                  <a:lnTo>
                    <a:pt x="6557" y="11475"/>
                  </a:lnTo>
                  <a:lnTo>
                    <a:pt x="9836" y="6557"/>
                  </a:lnTo>
                  <a:lnTo>
                    <a:pt x="11475" y="3279"/>
                  </a:lnTo>
                  <a:lnTo>
                    <a:pt x="13114" y="0"/>
                  </a:lnTo>
                  <a:lnTo>
                    <a:pt x="9836" y="1639"/>
                  </a:lnTo>
                  <a:lnTo>
                    <a:pt x="6557" y="4918"/>
                  </a:lnTo>
                  <a:lnTo>
                    <a:pt x="4918" y="8197"/>
                  </a:lnTo>
                  <a:lnTo>
                    <a:pt x="0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8" name="Freeform 2517">
              <a:extLst>
                <a:ext uri="{FF2B5EF4-FFF2-40B4-BE49-F238E27FC236}">
                  <a16:creationId xmlns:a16="http://schemas.microsoft.com/office/drawing/2014/main" id="{816809C2-56AD-A545-BD61-FF9F014986C4}"/>
                </a:ext>
              </a:extLst>
            </p:cNvPr>
            <p:cNvSpPr/>
            <p:nvPr/>
          </p:nvSpPr>
          <p:spPr>
            <a:xfrm>
              <a:off x="5245184" y="1609990"/>
              <a:ext cx="1639" cy="6557"/>
            </a:xfrm>
            <a:custGeom>
              <a:avLst/>
              <a:gdLst>
                <a:gd name="connsiteX0" fmla="*/ 0 w 1639"/>
                <a:gd name="connsiteY0" fmla="*/ 6557 h 6557"/>
                <a:gd name="connsiteX1" fmla="*/ 0 w 1639"/>
                <a:gd name="connsiteY1" fmla="*/ 6557 h 6557"/>
                <a:gd name="connsiteX2" fmla="*/ 1639 w 1639"/>
                <a:gd name="connsiteY2" fmla="*/ 3279 h 6557"/>
                <a:gd name="connsiteX3" fmla="*/ 1639 w 1639"/>
                <a:gd name="connsiteY3" fmla="*/ 0 h 6557"/>
                <a:gd name="connsiteX4" fmla="*/ 0 w 1639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9" h="6557">
                  <a:moveTo>
                    <a:pt x="0" y="6557"/>
                  </a:moveTo>
                  <a:lnTo>
                    <a:pt x="0" y="6557"/>
                  </a:lnTo>
                  <a:lnTo>
                    <a:pt x="1639" y="3279"/>
                  </a:ln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9" name="Freeform 2518">
              <a:extLst>
                <a:ext uri="{FF2B5EF4-FFF2-40B4-BE49-F238E27FC236}">
                  <a16:creationId xmlns:a16="http://schemas.microsoft.com/office/drawing/2014/main" id="{F9030574-6ADF-A543-864B-54A499FC63AC}"/>
                </a:ext>
              </a:extLst>
            </p:cNvPr>
            <p:cNvSpPr/>
            <p:nvPr/>
          </p:nvSpPr>
          <p:spPr>
            <a:xfrm>
              <a:off x="5258298" y="1683760"/>
              <a:ext cx="9836" cy="11475"/>
            </a:xfrm>
            <a:custGeom>
              <a:avLst/>
              <a:gdLst>
                <a:gd name="connsiteX0" fmla="*/ 6557 w 9836"/>
                <a:gd name="connsiteY0" fmla="*/ 11475 h 11475"/>
                <a:gd name="connsiteX1" fmla="*/ 9836 w 9836"/>
                <a:gd name="connsiteY1" fmla="*/ 8197 h 11475"/>
                <a:gd name="connsiteX2" fmla="*/ 8197 w 9836"/>
                <a:gd name="connsiteY2" fmla="*/ 4918 h 11475"/>
                <a:gd name="connsiteX3" fmla="*/ 8197 w 9836"/>
                <a:gd name="connsiteY3" fmla="*/ 1639 h 11475"/>
                <a:gd name="connsiteX4" fmla="*/ 4918 w 9836"/>
                <a:gd name="connsiteY4" fmla="*/ 0 h 11475"/>
                <a:gd name="connsiteX5" fmla="*/ 0 w 9836"/>
                <a:gd name="connsiteY5" fmla="*/ 3279 h 11475"/>
                <a:gd name="connsiteX6" fmla="*/ 1639 w 9836"/>
                <a:gd name="connsiteY6" fmla="*/ 6557 h 11475"/>
                <a:gd name="connsiteX7" fmla="*/ 3279 w 9836"/>
                <a:gd name="connsiteY7" fmla="*/ 11475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6" h="11475">
                  <a:moveTo>
                    <a:pt x="6557" y="11475"/>
                  </a:moveTo>
                  <a:lnTo>
                    <a:pt x="9836" y="8197"/>
                  </a:lnTo>
                  <a:lnTo>
                    <a:pt x="8197" y="4918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3279"/>
                  </a:lnTo>
                  <a:lnTo>
                    <a:pt x="1639" y="6557"/>
                  </a:lnTo>
                  <a:lnTo>
                    <a:pt x="3279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0" name="Freeform 2519">
              <a:extLst>
                <a:ext uri="{FF2B5EF4-FFF2-40B4-BE49-F238E27FC236}">
                  <a16:creationId xmlns:a16="http://schemas.microsoft.com/office/drawing/2014/main" id="{F431DF2A-E6AF-2847-B152-352E7601087D}"/>
                </a:ext>
              </a:extLst>
            </p:cNvPr>
            <p:cNvSpPr/>
            <p:nvPr/>
          </p:nvSpPr>
          <p:spPr>
            <a:xfrm>
              <a:off x="5271413" y="1739498"/>
              <a:ext cx="16393" cy="13114"/>
            </a:xfrm>
            <a:custGeom>
              <a:avLst/>
              <a:gdLst>
                <a:gd name="connsiteX0" fmla="*/ 0 w 16393"/>
                <a:gd name="connsiteY0" fmla="*/ 13114 h 13114"/>
                <a:gd name="connsiteX1" fmla="*/ 3278 w 16393"/>
                <a:gd name="connsiteY1" fmla="*/ 13114 h 13114"/>
                <a:gd name="connsiteX2" fmla="*/ 6557 w 16393"/>
                <a:gd name="connsiteY2" fmla="*/ 11475 h 13114"/>
                <a:gd name="connsiteX3" fmla="*/ 9836 w 16393"/>
                <a:gd name="connsiteY3" fmla="*/ 9836 h 13114"/>
                <a:gd name="connsiteX4" fmla="*/ 13114 w 16393"/>
                <a:gd name="connsiteY4" fmla="*/ 6557 h 13114"/>
                <a:gd name="connsiteX5" fmla="*/ 16393 w 16393"/>
                <a:gd name="connsiteY5" fmla="*/ 3279 h 13114"/>
                <a:gd name="connsiteX6" fmla="*/ 11475 w 16393"/>
                <a:gd name="connsiteY6" fmla="*/ 0 h 13114"/>
                <a:gd name="connsiteX7" fmla="*/ 8197 w 16393"/>
                <a:gd name="connsiteY7" fmla="*/ 1639 h 13114"/>
                <a:gd name="connsiteX8" fmla="*/ 4918 w 16393"/>
                <a:gd name="connsiteY8" fmla="*/ 6557 h 13114"/>
                <a:gd name="connsiteX9" fmla="*/ 3278 w 16393"/>
                <a:gd name="connsiteY9" fmla="*/ 9836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393" h="13114">
                  <a:moveTo>
                    <a:pt x="0" y="13114"/>
                  </a:moveTo>
                  <a:lnTo>
                    <a:pt x="3278" y="13114"/>
                  </a:lnTo>
                  <a:lnTo>
                    <a:pt x="6557" y="11475"/>
                  </a:lnTo>
                  <a:lnTo>
                    <a:pt x="9836" y="9836"/>
                  </a:lnTo>
                  <a:lnTo>
                    <a:pt x="13114" y="6557"/>
                  </a:lnTo>
                  <a:lnTo>
                    <a:pt x="16393" y="3279"/>
                  </a:lnTo>
                  <a:lnTo>
                    <a:pt x="11475" y="0"/>
                  </a:lnTo>
                  <a:lnTo>
                    <a:pt x="8197" y="1639"/>
                  </a:lnTo>
                  <a:lnTo>
                    <a:pt x="4918" y="6557"/>
                  </a:lnTo>
                  <a:lnTo>
                    <a:pt x="3278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1" name="Freeform 2520">
              <a:extLst>
                <a:ext uri="{FF2B5EF4-FFF2-40B4-BE49-F238E27FC236}">
                  <a16:creationId xmlns:a16="http://schemas.microsoft.com/office/drawing/2014/main" id="{B21F24B4-5666-D943-9450-1F873C9DAABF}"/>
                </a:ext>
              </a:extLst>
            </p:cNvPr>
            <p:cNvSpPr/>
            <p:nvPr/>
          </p:nvSpPr>
          <p:spPr>
            <a:xfrm>
              <a:off x="5335347" y="1550974"/>
              <a:ext cx="4917" cy="6557"/>
            </a:xfrm>
            <a:custGeom>
              <a:avLst/>
              <a:gdLst>
                <a:gd name="connsiteX0" fmla="*/ 4918 w 4917"/>
                <a:gd name="connsiteY0" fmla="*/ 6557 h 6557"/>
                <a:gd name="connsiteX1" fmla="*/ 3278 w 4917"/>
                <a:gd name="connsiteY1" fmla="*/ 6557 h 6557"/>
                <a:gd name="connsiteX2" fmla="*/ 4918 w 4917"/>
                <a:gd name="connsiteY2" fmla="*/ 1639 h 6557"/>
                <a:gd name="connsiteX3" fmla="*/ 0 w 4917"/>
                <a:gd name="connsiteY3" fmla="*/ 0 h 6557"/>
                <a:gd name="connsiteX4" fmla="*/ 0 w 4917"/>
                <a:gd name="connsiteY4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6557">
                  <a:moveTo>
                    <a:pt x="4918" y="6557"/>
                  </a:moveTo>
                  <a:lnTo>
                    <a:pt x="3278" y="6557"/>
                  </a:lnTo>
                  <a:lnTo>
                    <a:pt x="4918" y="1639"/>
                  </a:lnTo>
                  <a:lnTo>
                    <a:pt x="0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2" name="Freeform 2521">
              <a:extLst>
                <a:ext uri="{FF2B5EF4-FFF2-40B4-BE49-F238E27FC236}">
                  <a16:creationId xmlns:a16="http://schemas.microsoft.com/office/drawing/2014/main" id="{307009B1-9CFD-8F4D-8E3B-7AEB70521D35}"/>
                </a:ext>
              </a:extLst>
            </p:cNvPr>
            <p:cNvSpPr/>
            <p:nvPr/>
          </p:nvSpPr>
          <p:spPr>
            <a:xfrm>
              <a:off x="5336987" y="1542778"/>
              <a:ext cx="19671" cy="9835"/>
            </a:xfrm>
            <a:custGeom>
              <a:avLst/>
              <a:gdLst>
                <a:gd name="connsiteX0" fmla="*/ 3278 w 19671"/>
                <a:gd name="connsiteY0" fmla="*/ 6557 h 9835"/>
                <a:gd name="connsiteX1" fmla="*/ 3278 w 19671"/>
                <a:gd name="connsiteY1" fmla="*/ 6557 h 9835"/>
                <a:gd name="connsiteX2" fmla="*/ 6557 w 19671"/>
                <a:gd name="connsiteY2" fmla="*/ 9836 h 9835"/>
                <a:gd name="connsiteX3" fmla="*/ 9836 w 19671"/>
                <a:gd name="connsiteY3" fmla="*/ 8197 h 9835"/>
                <a:gd name="connsiteX4" fmla="*/ 13114 w 19671"/>
                <a:gd name="connsiteY4" fmla="*/ 9836 h 9835"/>
                <a:gd name="connsiteX5" fmla="*/ 16393 w 19671"/>
                <a:gd name="connsiteY5" fmla="*/ 9836 h 9835"/>
                <a:gd name="connsiteX6" fmla="*/ 19672 w 19671"/>
                <a:gd name="connsiteY6" fmla="*/ 6557 h 9835"/>
                <a:gd name="connsiteX7" fmla="*/ 16393 w 19671"/>
                <a:gd name="connsiteY7" fmla="*/ 6557 h 9835"/>
                <a:gd name="connsiteX8" fmla="*/ 13114 w 19671"/>
                <a:gd name="connsiteY8" fmla="*/ 6557 h 9835"/>
                <a:gd name="connsiteX9" fmla="*/ 8197 w 19671"/>
                <a:gd name="connsiteY9" fmla="*/ 4918 h 9835"/>
                <a:gd name="connsiteX10" fmla="*/ 6557 w 19671"/>
                <a:gd name="connsiteY10" fmla="*/ 1639 h 9835"/>
                <a:gd name="connsiteX11" fmla="*/ 3278 w 19671"/>
                <a:gd name="connsiteY11" fmla="*/ 0 h 9835"/>
                <a:gd name="connsiteX12" fmla="*/ 0 w 19671"/>
                <a:gd name="connsiteY12" fmla="*/ 3279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1" h="9835">
                  <a:moveTo>
                    <a:pt x="3278" y="6557"/>
                  </a:moveTo>
                  <a:lnTo>
                    <a:pt x="3278" y="6557"/>
                  </a:lnTo>
                  <a:lnTo>
                    <a:pt x="6557" y="9836"/>
                  </a:lnTo>
                  <a:lnTo>
                    <a:pt x="9836" y="8197"/>
                  </a:lnTo>
                  <a:lnTo>
                    <a:pt x="13114" y="9836"/>
                  </a:lnTo>
                  <a:lnTo>
                    <a:pt x="16393" y="9836"/>
                  </a:lnTo>
                  <a:lnTo>
                    <a:pt x="19672" y="6557"/>
                  </a:lnTo>
                  <a:lnTo>
                    <a:pt x="16393" y="6557"/>
                  </a:lnTo>
                  <a:lnTo>
                    <a:pt x="13114" y="6557"/>
                  </a:lnTo>
                  <a:lnTo>
                    <a:pt x="8197" y="4918"/>
                  </a:lnTo>
                  <a:lnTo>
                    <a:pt x="6557" y="1639"/>
                  </a:lnTo>
                  <a:lnTo>
                    <a:pt x="327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3" name="Freeform 2522">
              <a:extLst>
                <a:ext uri="{FF2B5EF4-FFF2-40B4-BE49-F238E27FC236}">
                  <a16:creationId xmlns:a16="http://schemas.microsoft.com/office/drawing/2014/main" id="{6CFC3371-EC81-E249-9D4E-BE70330315D1}"/>
                </a:ext>
              </a:extLst>
            </p:cNvPr>
            <p:cNvSpPr/>
            <p:nvPr/>
          </p:nvSpPr>
          <p:spPr>
            <a:xfrm>
              <a:off x="5346822" y="1555892"/>
              <a:ext cx="3278" cy="3278"/>
            </a:xfrm>
            <a:custGeom>
              <a:avLst/>
              <a:gdLst>
                <a:gd name="connsiteX0" fmla="*/ 1639 w 3278"/>
                <a:gd name="connsiteY0" fmla="*/ 3279 h 3278"/>
                <a:gd name="connsiteX1" fmla="*/ 3279 w 3278"/>
                <a:gd name="connsiteY1" fmla="*/ 3279 h 3278"/>
                <a:gd name="connsiteX2" fmla="*/ 3279 w 3278"/>
                <a:gd name="connsiteY2" fmla="*/ 0 h 3278"/>
                <a:gd name="connsiteX3" fmla="*/ 0 w 327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3278">
                  <a:moveTo>
                    <a:pt x="1639" y="3279"/>
                  </a:moveTo>
                  <a:lnTo>
                    <a:pt x="3279" y="3279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4" name="Freeform 2523">
              <a:extLst>
                <a:ext uri="{FF2B5EF4-FFF2-40B4-BE49-F238E27FC236}">
                  <a16:creationId xmlns:a16="http://schemas.microsoft.com/office/drawing/2014/main" id="{0A16270F-BFC8-B24A-8345-F7A9A12E273B}"/>
                </a:ext>
              </a:extLst>
            </p:cNvPr>
            <p:cNvSpPr/>
            <p:nvPr/>
          </p:nvSpPr>
          <p:spPr>
            <a:xfrm>
              <a:off x="5348462" y="1534581"/>
              <a:ext cx="4918" cy="4917"/>
            </a:xfrm>
            <a:custGeom>
              <a:avLst/>
              <a:gdLst>
                <a:gd name="connsiteX0" fmla="*/ 3279 w 4918"/>
                <a:gd name="connsiteY0" fmla="*/ 4918 h 4917"/>
                <a:gd name="connsiteX1" fmla="*/ 4918 w 4918"/>
                <a:gd name="connsiteY1" fmla="*/ 3279 h 4917"/>
                <a:gd name="connsiteX2" fmla="*/ 1639 w 4918"/>
                <a:gd name="connsiteY2" fmla="*/ 0 h 4917"/>
                <a:gd name="connsiteX3" fmla="*/ 0 w 4918"/>
                <a:gd name="connsiteY3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4917">
                  <a:moveTo>
                    <a:pt x="3279" y="4918"/>
                  </a:moveTo>
                  <a:lnTo>
                    <a:pt x="4918" y="3279"/>
                  </a:ln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5" name="Freeform 2524">
              <a:extLst>
                <a:ext uri="{FF2B5EF4-FFF2-40B4-BE49-F238E27FC236}">
                  <a16:creationId xmlns:a16="http://schemas.microsoft.com/office/drawing/2014/main" id="{3FB4AFBF-B1DE-9C44-8E5D-395369DBDCF4}"/>
                </a:ext>
              </a:extLst>
            </p:cNvPr>
            <p:cNvSpPr/>
            <p:nvPr/>
          </p:nvSpPr>
          <p:spPr>
            <a:xfrm>
              <a:off x="5358298" y="1536220"/>
              <a:ext cx="6557" cy="4918"/>
            </a:xfrm>
            <a:custGeom>
              <a:avLst/>
              <a:gdLst>
                <a:gd name="connsiteX0" fmla="*/ 0 w 6557"/>
                <a:gd name="connsiteY0" fmla="*/ 4918 h 4918"/>
                <a:gd name="connsiteX1" fmla="*/ 3279 w 6557"/>
                <a:gd name="connsiteY1" fmla="*/ 3279 h 4918"/>
                <a:gd name="connsiteX2" fmla="*/ 6557 w 6557"/>
                <a:gd name="connsiteY2" fmla="*/ 0 h 4918"/>
                <a:gd name="connsiteX3" fmla="*/ 3279 w 6557"/>
                <a:gd name="connsiteY3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4918">
                  <a:moveTo>
                    <a:pt x="0" y="4918"/>
                  </a:moveTo>
                  <a:lnTo>
                    <a:pt x="3279" y="3279"/>
                  </a:lnTo>
                  <a:lnTo>
                    <a:pt x="6557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6" name="Freeform 2525">
              <a:extLst>
                <a:ext uri="{FF2B5EF4-FFF2-40B4-BE49-F238E27FC236}">
                  <a16:creationId xmlns:a16="http://schemas.microsoft.com/office/drawing/2014/main" id="{AE95ED23-7736-964E-9469-3FE052F6261D}"/>
                </a:ext>
              </a:extLst>
            </p:cNvPr>
            <p:cNvSpPr/>
            <p:nvPr/>
          </p:nvSpPr>
          <p:spPr>
            <a:xfrm>
              <a:off x="2055034" y="3244409"/>
              <a:ext cx="3278" cy="4918"/>
            </a:xfrm>
            <a:custGeom>
              <a:avLst/>
              <a:gdLst>
                <a:gd name="connsiteX0" fmla="*/ 0 w 3278"/>
                <a:gd name="connsiteY0" fmla="*/ 4918 h 4918"/>
                <a:gd name="connsiteX1" fmla="*/ 1639 w 3278"/>
                <a:gd name="connsiteY1" fmla="*/ 3279 h 4918"/>
                <a:gd name="connsiteX2" fmla="*/ 3279 w 3278"/>
                <a:gd name="connsiteY2" fmla="*/ 0 h 4918"/>
                <a:gd name="connsiteX3" fmla="*/ 3279 w 3278"/>
                <a:gd name="connsiteY3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0" y="4918"/>
                  </a:moveTo>
                  <a:lnTo>
                    <a:pt x="1639" y="3279"/>
                  </a:lnTo>
                  <a:lnTo>
                    <a:pt x="3279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7" name="Freeform 2526">
              <a:extLst>
                <a:ext uri="{FF2B5EF4-FFF2-40B4-BE49-F238E27FC236}">
                  <a16:creationId xmlns:a16="http://schemas.microsoft.com/office/drawing/2014/main" id="{752E320D-F666-F943-85B5-9B45B1565B0F}"/>
                </a:ext>
              </a:extLst>
            </p:cNvPr>
            <p:cNvSpPr/>
            <p:nvPr/>
          </p:nvSpPr>
          <p:spPr>
            <a:xfrm>
              <a:off x="2174706" y="3698505"/>
              <a:ext cx="222949" cy="104917"/>
            </a:xfrm>
            <a:custGeom>
              <a:avLst/>
              <a:gdLst>
                <a:gd name="connsiteX0" fmla="*/ 1639 w 222949"/>
                <a:gd name="connsiteY0" fmla="*/ 59016 h 104917"/>
                <a:gd name="connsiteX1" fmla="*/ 0 w 222949"/>
                <a:gd name="connsiteY1" fmla="*/ 59016 h 104917"/>
                <a:gd name="connsiteX2" fmla="*/ 0 w 222949"/>
                <a:gd name="connsiteY2" fmla="*/ 54098 h 104917"/>
                <a:gd name="connsiteX3" fmla="*/ 4918 w 222949"/>
                <a:gd name="connsiteY3" fmla="*/ 52458 h 104917"/>
                <a:gd name="connsiteX4" fmla="*/ 6557 w 222949"/>
                <a:gd name="connsiteY4" fmla="*/ 50820 h 104917"/>
                <a:gd name="connsiteX5" fmla="*/ 6557 w 222949"/>
                <a:gd name="connsiteY5" fmla="*/ 49180 h 104917"/>
                <a:gd name="connsiteX6" fmla="*/ 6557 w 222949"/>
                <a:gd name="connsiteY6" fmla="*/ 49180 h 104917"/>
                <a:gd name="connsiteX7" fmla="*/ 8197 w 222949"/>
                <a:gd name="connsiteY7" fmla="*/ 47541 h 104917"/>
                <a:gd name="connsiteX8" fmla="*/ 8197 w 222949"/>
                <a:gd name="connsiteY8" fmla="*/ 44262 h 104917"/>
                <a:gd name="connsiteX9" fmla="*/ 6557 w 222949"/>
                <a:gd name="connsiteY9" fmla="*/ 40983 h 104917"/>
                <a:gd name="connsiteX10" fmla="*/ 4918 w 222949"/>
                <a:gd name="connsiteY10" fmla="*/ 37705 h 104917"/>
                <a:gd name="connsiteX11" fmla="*/ 8197 w 222949"/>
                <a:gd name="connsiteY11" fmla="*/ 32787 h 104917"/>
                <a:gd name="connsiteX12" fmla="*/ 9836 w 222949"/>
                <a:gd name="connsiteY12" fmla="*/ 32787 h 104917"/>
                <a:gd name="connsiteX13" fmla="*/ 13115 w 222949"/>
                <a:gd name="connsiteY13" fmla="*/ 31147 h 104917"/>
                <a:gd name="connsiteX14" fmla="*/ 13115 w 222949"/>
                <a:gd name="connsiteY14" fmla="*/ 27868 h 104917"/>
                <a:gd name="connsiteX15" fmla="*/ 8197 w 222949"/>
                <a:gd name="connsiteY15" fmla="*/ 24590 h 104917"/>
                <a:gd name="connsiteX16" fmla="*/ 4918 w 222949"/>
                <a:gd name="connsiteY16" fmla="*/ 22951 h 104917"/>
                <a:gd name="connsiteX17" fmla="*/ 4918 w 222949"/>
                <a:gd name="connsiteY17" fmla="*/ 22951 h 104917"/>
                <a:gd name="connsiteX18" fmla="*/ 4918 w 222949"/>
                <a:gd name="connsiteY18" fmla="*/ 19672 h 104917"/>
                <a:gd name="connsiteX19" fmla="*/ 4918 w 222949"/>
                <a:gd name="connsiteY19" fmla="*/ 16393 h 104917"/>
                <a:gd name="connsiteX20" fmla="*/ 4918 w 222949"/>
                <a:gd name="connsiteY20" fmla="*/ 13114 h 104917"/>
                <a:gd name="connsiteX21" fmla="*/ 6557 w 222949"/>
                <a:gd name="connsiteY21" fmla="*/ 8197 h 104917"/>
                <a:gd name="connsiteX22" fmla="*/ 8197 w 222949"/>
                <a:gd name="connsiteY22" fmla="*/ 4918 h 104917"/>
                <a:gd name="connsiteX23" fmla="*/ 9836 w 222949"/>
                <a:gd name="connsiteY23" fmla="*/ 4918 h 104917"/>
                <a:gd name="connsiteX24" fmla="*/ 8197 w 222949"/>
                <a:gd name="connsiteY24" fmla="*/ 1639 h 104917"/>
                <a:gd name="connsiteX25" fmla="*/ 13115 w 222949"/>
                <a:gd name="connsiteY25" fmla="*/ 0 h 104917"/>
                <a:gd name="connsiteX26" fmla="*/ 16393 w 222949"/>
                <a:gd name="connsiteY26" fmla="*/ 4918 h 104917"/>
                <a:gd name="connsiteX27" fmla="*/ 18033 w 222949"/>
                <a:gd name="connsiteY27" fmla="*/ 4918 h 104917"/>
                <a:gd name="connsiteX28" fmla="*/ 21311 w 222949"/>
                <a:gd name="connsiteY28" fmla="*/ 1639 h 104917"/>
                <a:gd name="connsiteX29" fmla="*/ 24590 w 222949"/>
                <a:gd name="connsiteY29" fmla="*/ 4918 h 104917"/>
                <a:gd name="connsiteX30" fmla="*/ 24590 w 222949"/>
                <a:gd name="connsiteY30" fmla="*/ 6557 h 104917"/>
                <a:gd name="connsiteX31" fmla="*/ 27869 w 222949"/>
                <a:gd name="connsiteY31" fmla="*/ 9836 h 104917"/>
                <a:gd name="connsiteX32" fmla="*/ 27869 w 222949"/>
                <a:gd name="connsiteY32" fmla="*/ 13114 h 104917"/>
                <a:gd name="connsiteX33" fmla="*/ 27869 w 222949"/>
                <a:gd name="connsiteY33" fmla="*/ 18033 h 104917"/>
                <a:gd name="connsiteX34" fmla="*/ 31147 w 222949"/>
                <a:gd name="connsiteY34" fmla="*/ 19672 h 104917"/>
                <a:gd name="connsiteX35" fmla="*/ 31147 w 222949"/>
                <a:gd name="connsiteY35" fmla="*/ 22951 h 104917"/>
                <a:gd name="connsiteX36" fmla="*/ 31147 w 222949"/>
                <a:gd name="connsiteY36" fmla="*/ 26229 h 104917"/>
                <a:gd name="connsiteX37" fmla="*/ 34426 w 222949"/>
                <a:gd name="connsiteY37" fmla="*/ 26229 h 104917"/>
                <a:gd name="connsiteX38" fmla="*/ 37705 w 222949"/>
                <a:gd name="connsiteY38" fmla="*/ 29508 h 104917"/>
                <a:gd name="connsiteX39" fmla="*/ 37705 w 222949"/>
                <a:gd name="connsiteY39" fmla="*/ 29508 h 104917"/>
                <a:gd name="connsiteX40" fmla="*/ 40983 w 222949"/>
                <a:gd name="connsiteY40" fmla="*/ 29508 h 104917"/>
                <a:gd name="connsiteX41" fmla="*/ 40983 w 222949"/>
                <a:gd name="connsiteY41" fmla="*/ 29508 h 104917"/>
                <a:gd name="connsiteX42" fmla="*/ 45901 w 222949"/>
                <a:gd name="connsiteY42" fmla="*/ 29508 h 104917"/>
                <a:gd name="connsiteX43" fmla="*/ 49180 w 222949"/>
                <a:gd name="connsiteY43" fmla="*/ 29508 h 104917"/>
                <a:gd name="connsiteX44" fmla="*/ 47541 w 222949"/>
                <a:gd name="connsiteY44" fmla="*/ 26229 h 104917"/>
                <a:gd name="connsiteX45" fmla="*/ 44262 w 222949"/>
                <a:gd name="connsiteY45" fmla="*/ 21311 h 104917"/>
                <a:gd name="connsiteX46" fmla="*/ 47541 w 222949"/>
                <a:gd name="connsiteY46" fmla="*/ 21311 h 104917"/>
                <a:gd name="connsiteX47" fmla="*/ 47541 w 222949"/>
                <a:gd name="connsiteY47" fmla="*/ 24590 h 104917"/>
                <a:gd name="connsiteX48" fmla="*/ 52459 w 222949"/>
                <a:gd name="connsiteY48" fmla="*/ 26229 h 104917"/>
                <a:gd name="connsiteX49" fmla="*/ 54098 w 222949"/>
                <a:gd name="connsiteY49" fmla="*/ 31147 h 104917"/>
                <a:gd name="connsiteX50" fmla="*/ 57377 w 222949"/>
                <a:gd name="connsiteY50" fmla="*/ 34426 h 104917"/>
                <a:gd name="connsiteX51" fmla="*/ 60655 w 222949"/>
                <a:gd name="connsiteY51" fmla="*/ 36065 h 104917"/>
                <a:gd name="connsiteX52" fmla="*/ 63934 w 222949"/>
                <a:gd name="connsiteY52" fmla="*/ 36065 h 104917"/>
                <a:gd name="connsiteX53" fmla="*/ 67213 w 222949"/>
                <a:gd name="connsiteY53" fmla="*/ 36065 h 104917"/>
                <a:gd name="connsiteX54" fmla="*/ 70492 w 222949"/>
                <a:gd name="connsiteY54" fmla="*/ 36065 h 104917"/>
                <a:gd name="connsiteX55" fmla="*/ 73770 w 222949"/>
                <a:gd name="connsiteY55" fmla="*/ 36065 h 104917"/>
                <a:gd name="connsiteX56" fmla="*/ 77049 w 222949"/>
                <a:gd name="connsiteY56" fmla="*/ 34426 h 104917"/>
                <a:gd name="connsiteX57" fmla="*/ 80327 w 222949"/>
                <a:gd name="connsiteY57" fmla="*/ 32787 h 104917"/>
                <a:gd name="connsiteX58" fmla="*/ 83606 w 222949"/>
                <a:gd name="connsiteY58" fmla="*/ 32787 h 104917"/>
                <a:gd name="connsiteX59" fmla="*/ 86885 w 222949"/>
                <a:gd name="connsiteY59" fmla="*/ 29508 h 104917"/>
                <a:gd name="connsiteX60" fmla="*/ 91803 w 222949"/>
                <a:gd name="connsiteY60" fmla="*/ 26229 h 104917"/>
                <a:gd name="connsiteX61" fmla="*/ 95082 w 222949"/>
                <a:gd name="connsiteY61" fmla="*/ 24590 h 104917"/>
                <a:gd name="connsiteX62" fmla="*/ 95082 w 222949"/>
                <a:gd name="connsiteY62" fmla="*/ 22951 h 104917"/>
                <a:gd name="connsiteX63" fmla="*/ 99999 w 222949"/>
                <a:gd name="connsiteY63" fmla="*/ 21311 h 104917"/>
                <a:gd name="connsiteX64" fmla="*/ 103278 w 222949"/>
                <a:gd name="connsiteY64" fmla="*/ 21311 h 104917"/>
                <a:gd name="connsiteX65" fmla="*/ 106557 w 222949"/>
                <a:gd name="connsiteY65" fmla="*/ 19672 h 104917"/>
                <a:gd name="connsiteX66" fmla="*/ 109836 w 222949"/>
                <a:gd name="connsiteY66" fmla="*/ 18033 h 104917"/>
                <a:gd name="connsiteX67" fmla="*/ 111475 w 222949"/>
                <a:gd name="connsiteY67" fmla="*/ 18033 h 104917"/>
                <a:gd name="connsiteX68" fmla="*/ 114754 w 222949"/>
                <a:gd name="connsiteY68" fmla="*/ 16393 h 104917"/>
                <a:gd name="connsiteX69" fmla="*/ 118032 w 222949"/>
                <a:gd name="connsiteY69" fmla="*/ 13114 h 104917"/>
                <a:gd name="connsiteX70" fmla="*/ 118032 w 222949"/>
                <a:gd name="connsiteY70" fmla="*/ 13114 h 104917"/>
                <a:gd name="connsiteX71" fmla="*/ 121311 w 222949"/>
                <a:gd name="connsiteY71" fmla="*/ 13114 h 104917"/>
                <a:gd name="connsiteX72" fmla="*/ 121311 w 222949"/>
                <a:gd name="connsiteY72" fmla="*/ 11475 h 104917"/>
                <a:gd name="connsiteX73" fmla="*/ 122950 w 222949"/>
                <a:gd name="connsiteY73" fmla="*/ 11475 h 104917"/>
                <a:gd name="connsiteX74" fmla="*/ 122950 w 222949"/>
                <a:gd name="connsiteY74" fmla="*/ 11475 h 104917"/>
                <a:gd name="connsiteX75" fmla="*/ 122950 w 222949"/>
                <a:gd name="connsiteY75" fmla="*/ 11475 h 104917"/>
                <a:gd name="connsiteX76" fmla="*/ 124589 w 222949"/>
                <a:gd name="connsiteY76" fmla="*/ 9836 h 104917"/>
                <a:gd name="connsiteX77" fmla="*/ 124589 w 222949"/>
                <a:gd name="connsiteY77" fmla="*/ 9836 h 104917"/>
                <a:gd name="connsiteX78" fmla="*/ 127868 w 222949"/>
                <a:gd name="connsiteY78" fmla="*/ 6557 h 104917"/>
                <a:gd name="connsiteX79" fmla="*/ 131147 w 222949"/>
                <a:gd name="connsiteY79" fmla="*/ 3278 h 104917"/>
                <a:gd name="connsiteX80" fmla="*/ 134426 w 222949"/>
                <a:gd name="connsiteY80" fmla="*/ 0 h 104917"/>
                <a:gd name="connsiteX81" fmla="*/ 139344 w 222949"/>
                <a:gd name="connsiteY81" fmla="*/ 1639 h 104917"/>
                <a:gd name="connsiteX82" fmla="*/ 142622 w 222949"/>
                <a:gd name="connsiteY82" fmla="*/ 1639 h 104917"/>
                <a:gd name="connsiteX83" fmla="*/ 145901 w 222949"/>
                <a:gd name="connsiteY83" fmla="*/ 1639 h 104917"/>
                <a:gd name="connsiteX84" fmla="*/ 149180 w 222949"/>
                <a:gd name="connsiteY84" fmla="*/ 3278 h 104917"/>
                <a:gd name="connsiteX85" fmla="*/ 152458 w 222949"/>
                <a:gd name="connsiteY85" fmla="*/ 3278 h 104917"/>
                <a:gd name="connsiteX86" fmla="*/ 154098 w 222949"/>
                <a:gd name="connsiteY86" fmla="*/ 3278 h 104917"/>
                <a:gd name="connsiteX87" fmla="*/ 157376 w 222949"/>
                <a:gd name="connsiteY87" fmla="*/ 1639 h 104917"/>
                <a:gd name="connsiteX88" fmla="*/ 157376 w 222949"/>
                <a:gd name="connsiteY88" fmla="*/ 3278 h 104917"/>
                <a:gd name="connsiteX89" fmla="*/ 154098 w 222949"/>
                <a:gd name="connsiteY89" fmla="*/ 6557 h 104917"/>
                <a:gd name="connsiteX90" fmla="*/ 159016 w 222949"/>
                <a:gd name="connsiteY90" fmla="*/ 6557 h 104917"/>
                <a:gd name="connsiteX91" fmla="*/ 162294 w 222949"/>
                <a:gd name="connsiteY91" fmla="*/ 8197 h 104917"/>
                <a:gd name="connsiteX92" fmla="*/ 165573 w 222949"/>
                <a:gd name="connsiteY92" fmla="*/ 6557 h 104917"/>
                <a:gd name="connsiteX93" fmla="*/ 168852 w 222949"/>
                <a:gd name="connsiteY93" fmla="*/ 8197 h 104917"/>
                <a:gd name="connsiteX94" fmla="*/ 173770 w 222949"/>
                <a:gd name="connsiteY94" fmla="*/ 8197 h 104917"/>
                <a:gd name="connsiteX95" fmla="*/ 177048 w 222949"/>
                <a:gd name="connsiteY95" fmla="*/ 8197 h 104917"/>
                <a:gd name="connsiteX96" fmla="*/ 180327 w 222949"/>
                <a:gd name="connsiteY96" fmla="*/ 11475 h 104917"/>
                <a:gd name="connsiteX97" fmla="*/ 183606 w 222949"/>
                <a:gd name="connsiteY97" fmla="*/ 13114 h 104917"/>
                <a:gd name="connsiteX98" fmla="*/ 188524 w 222949"/>
                <a:gd name="connsiteY98" fmla="*/ 14754 h 104917"/>
                <a:gd name="connsiteX99" fmla="*/ 191802 w 222949"/>
                <a:gd name="connsiteY99" fmla="*/ 16393 h 104917"/>
                <a:gd name="connsiteX100" fmla="*/ 193442 w 222949"/>
                <a:gd name="connsiteY100" fmla="*/ 16393 h 104917"/>
                <a:gd name="connsiteX101" fmla="*/ 196720 w 222949"/>
                <a:gd name="connsiteY101" fmla="*/ 19672 h 104917"/>
                <a:gd name="connsiteX102" fmla="*/ 199999 w 222949"/>
                <a:gd name="connsiteY102" fmla="*/ 24590 h 104917"/>
                <a:gd name="connsiteX103" fmla="*/ 203278 w 222949"/>
                <a:gd name="connsiteY103" fmla="*/ 27868 h 104917"/>
                <a:gd name="connsiteX104" fmla="*/ 204917 w 222949"/>
                <a:gd name="connsiteY104" fmla="*/ 31147 h 104917"/>
                <a:gd name="connsiteX105" fmla="*/ 208196 w 222949"/>
                <a:gd name="connsiteY105" fmla="*/ 34426 h 104917"/>
                <a:gd name="connsiteX106" fmla="*/ 211474 w 222949"/>
                <a:gd name="connsiteY106" fmla="*/ 37705 h 104917"/>
                <a:gd name="connsiteX107" fmla="*/ 213114 w 222949"/>
                <a:gd name="connsiteY107" fmla="*/ 40983 h 104917"/>
                <a:gd name="connsiteX108" fmla="*/ 216392 w 222949"/>
                <a:gd name="connsiteY108" fmla="*/ 40983 h 104917"/>
                <a:gd name="connsiteX109" fmla="*/ 218032 w 222949"/>
                <a:gd name="connsiteY109" fmla="*/ 40983 h 104917"/>
                <a:gd name="connsiteX110" fmla="*/ 214753 w 222949"/>
                <a:gd name="connsiteY110" fmla="*/ 44262 h 104917"/>
                <a:gd name="connsiteX111" fmla="*/ 214753 w 222949"/>
                <a:gd name="connsiteY111" fmla="*/ 45901 h 104917"/>
                <a:gd name="connsiteX112" fmla="*/ 213114 w 222949"/>
                <a:gd name="connsiteY112" fmla="*/ 49180 h 104917"/>
                <a:gd name="connsiteX113" fmla="*/ 216392 w 222949"/>
                <a:gd name="connsiteY113" fmla="*/ 52458 h 104917"/>
                <a:gd name="connsiteX114" fmla="*/ 216392 w 222949"/>
                <a:gd name="connsiteY114" fmla="*/ 57377 h 104917"/>
                <a:gd name="connsiteX115" fmla="*/ 219671 w 222949"/>
                <a:gd name="connsiteY115" fmla="*/ 60655 h 104917"/>
                <a:gd name="connsiteX116" fmla="*/ 221310 w 222949"/>
                <a:gd name="connsiteY116" fmla="*/ 63934 h 104917"/>
                <a:gd name="connsiteX117" fmla="*/ 222950 w 222949"/>
                <a:gd name="connsiteY117" fmla="*/ 68852 h 104917"/>
                <a:gd name="connsiteX118" fmla="*/ 222950 w 222949"/>
                <a:gd name="connsiteY118" fmla="*/ 72131 h 104917"/>
                <a:gd name="connsiteX119" fmla="*/ 219671 w 222949"/>
                <a:gd name="connsiteY119" fmla="*/ 75410 h 104917"/>
                <a:gd name="connsiteX120" fmla="*/ 218032 w 222949"/>
                <a:gd name="connsiteY120" fmla="*/ 78688 h 104917"/>
                <a:gd name="connsiteX121" fmla="*/ 216392 w 222949"/>
                <a:gd name="connsiteY121" fmla="*/ 81967 h 104917"/>
                <a:gd name="connsiteX122" fmla="*/ 216392 w 222949"/>
                <a:gd name="connsiteY122" fmla="*/ 81967 h 104917"/>
                <a:gd name="connsiteX123" fmla="*/ 213114 w 222949"/>
                <a:gd name="connsiteY123" fmla="*/ 86885 h 104917"/>
                <a:gd name="connsiteX124" fmla="*/ 209835 w 222949"/>
                <a:gd name="connsiteY124" fmla="*/ 88524 h 104917"/>
                <a:gd name="connsiteX125" fmla="*/ 206556 w 222949"/>
                <a:gd name="connsiteY125" fmla="*/ 91803 h 104917"/>
                <a:gd name="connsiteX126" fmla="*/ 204917 w 222949"/>
                <a:gd name="connsiteY126" fmla="*/ 86885 h 104917"/>
                <a:gd name="connsiteX127" fmla="*/ 201638 w 222949"/>
                <a:gd name="connsiteY127" fmla="*/ 83606 h 104917"/>
                <a:gd name="connsiteX128" fmla="*/ 199999 w 222949"/>
                <a:gd name="connsiteY128" fmla="*/ 86885 h 104917"/>
                <a:gd name="connsiteX129" fmla="*/ 201638 w 222949"/>
                <a:gd name="connsiteY129" fmla="*/ 91803 h 104917"/>
                <a:gd name="connsiteX130" fmla="*/ 199999 w 222949"/>
                <a:gd name="connsiteY130" fmla="*/ 93442 h 104917"/>
                <a:gd name="connsiteX131" fmla="*/ 196720 w 222949"/>
                <a:gd name="connsiteY131" fmla="*/ 96721 h 104917"/>
                <a:gd name="connsiteX132" fmla="*/ 196720 w 222949"/>
                <a:gd name="connsiteY132" fmla="*/ 100000 h 104917"/>
                <a:gd name="connsiteX133" fmla="*/ 195081 w 222949"/>
                <a:gd name="connsiteY133" fmla="*/ 101639 h 104917"/>
                <a:gd name="connsiteX134" fmla="*/ 195081 w 222949"/>
                <a:gd name="connsiteY134" fmla="*/ 104917 h 104917"/>
                <a:gd name="connsiteX135" fmla="*/ 190163 w 222949"/>
                <a:gd name="connsiteY135" fmla="*/ 101639 h 104917"/>
                <a:gd name="connsiteX136" fmla="*/ 190163 w 222949"/>
                <a:gd name="connsiteY136" fmla="*/ 96721 h 104917"/>
                <a:gd name="connsiteX137" fmla="*/ 186884 w 222949"/>
                <a:gd name="connsiteY137" fmla="*/ 93442 h 104917"/>
                <a:gd name="connsiteX138" fmla="*/ 185245 w 222949"/>
                <a:gd name="connsiteY138" fmla="*/ 90164 h 104917"/>
                <a:gd name="connsiteX139" fmla="*/ 181966 w 222949"/>
                <a:gd name="connsiteY139" fmla="*/ 86885 h 104917"/>
                <a:gd name="connsiteX140" fmla="*/ 180327 w 222949"/>
                <a:gd name="connsiteY140" fmla="*/ 81967 h 104917"/>
                <a:gd name="connsiteX141" fmla="*/ 178688 w 222949"/>
                <a:gd name="connsiteY141" fmla="*/ 78688 h 104917"/>
                <a:gd name="connsiteX142" fmla="*/ 177048 w 222949"/>
                <a:gd name="connsiteY142" fmla="*/ 75410 h 104917"/>
                <a:gd name="connsiteX143" fmla="*/ 175409 w 222949"/>
                <a:gd name="connsiteY143" fmla="*/ 72131 h 104917"/>
                <a:gd name="connsiteX144" fmla="*/ 175409 w 222949"/>
                <a:gd name="connsiteY144" fmla="*/ 67213 h 104917"/>
                <a:gd name="connsiteX145" fmla="*/ 178688 w 222949"/>
                <a:gd name="connsiteY145" fmla="*/ 68852 h 104917"/>
                <a:gd name="connsiteX146" fmla="*/ 180327 w 222949"/>
                <a:gd name="connsiteY146" fmla="*/ 68852 h 104917"/>
                <a:gd name="connsiteX147" fmla="*/ 181966 w 222949"/>
                <a:gd name="connsiteY147" fmla="*/ 67213 h 104917"/>
                <a:gd name="connsiteX148" fmla="*/ 183606 w 222949"/>
                <a:gd name="connsiteY148" fmla="*/ 63934 h 104917"/>
                <a:gd name="connsiteX149" fmla="*/ 181966 w 222949"/>
                <a:gd name="connsiteY149" fmla="*/ 59016 h 104917"/>
                <a:gd name="connsiteX150" fmla="*/ 186884 w 222949"/>
                <a:gd name="connsiteY150" fmla="*/ 55737 h 104917"/>
                <a:gd name="connsiteX151" fmla="*/ 190163 w 222949"/>
                <a:gd name="connsiteY151" fmla="*/ 55737 h 104917"/>
                <a:gd name="connsiteX152" fmla="*/ 191802 w 222949"/>
                <a:gd name="connsiteY152" fmla="*/ 59016 h 104917"/>
                <a:gd name="connsiteX153" fmla="*/ 195081 w 222949"/>
                <a:gd name="connsiteY153" fmla="*/ 62295 h 104917"/>
                <a:gd name="connsiteX154" fmla="*/ 196720 w 222949"/>
                <a:gd name="connsiteY154" fmla="*/ 62295 h 104917"/>
                <a:gd name="connsiteX155" fmla="*/ 199999 w 222949"/>
                <a:gd name="connsiteY155" fmla="*/ 63934 h 104917"/>
                <a:gd name="connsiteX156" fmla="*/ 201638 w 222949"/>
                <a:gd name="connsiteY156" fmla="*/ 65573 h 104917"/>
                <a:gd name="connsiteX157" fmla="*/ 198360 w 222949"/>
                <a:gd name="connsiteY157" fmla="*/ 62295 h 104917"/>
                <a:gd name="connsiteX158" fmla="*/ 195081 w 222949"/>
                <a:gd name="connsiteY158" fmla="*/ 59016 h 104917"/>
                <a:gd name="connsiteX159" fmla="*/ 191802 w 222949"/>
                <a:gd name="connsiteY159" fmla="*/ 55737 h 104917"/>
                <a:gd name="connsiteX160" fmla="*/ 190163 w 222949"/>
                <a:gd name="connsiteY160" fmla="*/ 52458 h 104917"/>
                <a:gd name="connsiteX161" fmla="*/ 190163 w 222949"/>
                <a:gd name="connsiteY161" fmla="*/ 49180 h 104917"/>
                <a:gd name="connsiteX162" fmla="*/ 188524 w 222949"/>
                <a:gd name="connsiteY162" fmla="*/ 45901 h 104917"/>
                <a:gd name="connsiteX163" fmla="*/ 188524 w 222949"/>
                <a:gd name="connsiteY163" fmla="*/ 49180 h 104917"/>
                <a:gd name="connsiteX164" fmla="*/ 185245 w 222949"/>
                <a:gd name="connsiteY164" fmla="*/ 54098 h 104917"/>
                <a:gd name="connsiteX165" fmla="*/ 185245 w 222949"/>
                <a:gd name="connsiteY165" fmla="*/ 49180 h 104917"/>
                <a:gd name="connsiteX166" fmla="*/ 181966 w 222949"/>
                <a:gd name="connsiteY166" fmla="*/ 50820 h 104917"/>
                <a:gd name="connsiteX167" fmla="*/ 178688 w 222949"/>
                <a:gd name="connsiteY167" fmla="*/ 47541 h 104917"/>
                <a:gd name="connsiteX168" fmla="*/ 177048 w 222949"/>
                <a:gd name="connsiteY168" fmla="*/ 47541 h 104917"/>
                <a:gd name="connsiteX169" fmla="*/ 178688 w 222949"/>
                <a:gd name="connsiteY169" fmla="*/ 50820 h 104917"/>
                <a:gd name="connsiteX170" fmla="*/ 178688 w 222949"/>
                <a:gd name="connsiteY170" fmla="*/ 54098 h 104917"/>
                <a:gd name="connsiteX171" fmla="*/ 177048 w 222949"/>
                <a:gd name="connsiteY171" fmla="*/ 55737 h 104917"/>
                <a:gd name="connsiteX172" fmla="*/ 175409 w 222949"/>
                <a:gd name="connsiteY172" fmla="*/ 52458 h 104917"/>
                <a:gd name="connsiteX173" fmla="*/ 173770 w 222949"/>
                <a:gd name="connsiteY173" fmla="*/ 47541 h 104917"/>
                <a:gd name="connsiteX174" fmla="*/ 173770 w 222949"/>
                <a:gd name="connsiteY174" fmla="*/ 44262 h 104917"/>
                <a:gd name="connsiteX175" fmla="*/ 170491 w 222949"/>
                <a:gd name="connsiteY175" fmla="*/ 40983 h 104917"/>
                <a:gd name="connsiteX176" fmla="*/ 170491 w 222949"/>
                <a:gd name="connsiteY176" fmla="*/ 37705 h 104917"/>
                <a:gd name="connsiteX177" fmla="*/ 167212 w 222949"/>
                <a:gd name="connsiteY177" fmla="*/ 37705 h 104917"/>
                <a:gd name="connsiteX178" fmla="*/ 163934 w 222949"/>
                <a:gd name="connsiteY178" fmla="*/ 34426 h 104917"/>
                <a:gd name="connsiteX179" fmla="*/ 163934 w 222949"/>
                <a:gd name="connsiteY179" fmla="*/ 32787 h 104917"/>
                <a:gd name="connsiteX180" fmla="*/ 160655 w 222949"/>
                <a:gd name="connsiteY180" fmla="*/ 31147 h 104917"/>
                <a:gd name="connsiteX181" fmla="*/ 155737 w 222949"/>
                <a:gd name="connsiteY181" fmla="*/ 29508 h 104917"/>
                <a:gd name="connsiteX182" fmla="*/ 152458 w 222949"/>
                <a:gd name="connsiteY182" fmla="*/ 26229 h 104917"/>
                <a:gd name="connsiteX183" fmla="*/ 152458 w 222949"/>
                <a:gd name="connsiteY183" fmla="*/ 24590 h 104917"/>
                <a:gd name="connsiteX184" fmla="*/ 149180 w 222949"/>
                <a:gd name="connsiteY184" fmla="*/ 26229 h 104917"/>
                <a:gd name="connsiteX185" fmla="*/ 145901 w 222949"/>
                <a:gd name="connsiteY185" fmla="*/ 26229 h 104917"/>
                <a:gd name="connsiteX186" fmla="*/ 140983 w 222949"/>
                <a:gd name="connsiteY186" fmla="*/ 26229 h 104917"/>
                <a:gd name="connsiteX187" fmla="*/ 137704 w 222949"/>
                <a:gd name="connsiteY187" fmla="*/ 26229 h 104917"/>
                <a:gd name="connsiteX188" fmla="*/ 136065 w 222949"/>
                <a:gd name="connsiteY188" fmla="*/ 29508 h 104917"/>
                <a:gd name="connsiteX189" fmla="*/ 134426 w 222949"/>
                <a:gd name="connsiteY189" fmla="*/ 29508 h 104917"/>
                <a:gd name="connsiteX190" fmla="*/ 134426 w 222949"/>
                <a:gd name="connsiteY190" fmla="*/ 29508 h 104917"/>
                <a:gd name="connsiteX191" fmla="*/ 134426 w 222949"/>
                <a:gd name="connsiteY191" fmla="*/ 29508 h 104917"/>
                <a:gd name="connsiteX192" fmla="*/ 132786 w 222949"/>
                <a:gd name="connsiteY192" fmla="*/ 31147 h 104917"/>
                <a:gd name="connsiteX193" fmla="*/ 127868 w 222949"/>
                <a:gd name="connsiteY193" fmla="*/ 32787 h 104917"/>
                <a:gd name="connsiteX194" fmla="*/ 126229 w 222949"/>
                <a:gd name="connsiteY194" fmla="*/ 36065 h 104917"/>
                <a:gd name="connsiteX195" fmla="*/ 126229 w 222949"/>
                <a:gd name="connsiteY195" fmla="*/ 40983 h 104917"/>
                <a:gd name="connsiteX196" fmla="*/ 124589 w 222949"/>
                <a:gd name="connsiteY196" fmla="*/ 44262 h 104917"/>
                <a:gd name="connsiteX197" fmla="*/ 122950 w 222949"/>
                <a:gd name="connsiteY197" fmla="*/ 45901 h 104917"/>
                <a:gd name="connsiteX198" fmla="*/ 119672 w 222949"/>
                <a:gd name="connsiteY198" fmla="*/ 49180 h 104917"/>
                <a:gd name="connsiteX199" fmla="*/ 116393 w 222949"/>
                <a:gd name="connsiteY199" fmla="*/ 52458 h 104917"/>
                <a:gd name="connsiteX200" fmla="*/ 114754 w 222949"/>
                <a:gd name="connsiteY200" fmla="*/ 52458 h 104917"/>
                <a:gd name="connsiteX201" fmla="*/ 111475 w 222949"/>
                <a:gd name="connsiteY201" fmla="*/ 54098 h 104917"/>
                <a:gd name="connsiteX202" fmla="*/ 108196 w 222949"/>
                <a:gd name="connsiteY202" fmla="*/ 57377 h 104917"/>
                <a:gd name="connsiteX203" fmla="*/ 103278 w 222949"/>
                <a:gd name="connsiteY203" fmla="*/ 57377 h 104917"/>
                <a:gd name="connsiteX204" fmla="*/ 101639 w 222949"/>
                <a:gd name="connsiteY204" fmla="*/ 57377 h 104917"/>
                <a:gd name="connsiteX205" fmla="*/ 101639 w 222949"/>
                <a:gd name="connsiteY205" fmla="*/ 57377 h 104917"/>
                <a:gd name="connsiteX206" fmla="*/ 98360 w 222949"/>
                <a:gd name="connsiteY206" fmla="*/ 60655 h 104917"/>
                <a:gd name="connsiteX207" fmla="*/ 96721 w 222949"/>
                <a:gd name="connsiteY207" fmla="*/ 63934 h 104917"/>
                <a:gd name="connsiteX208" fmla="*/ 96721 w 222949"/>
                <a:gd name="connsiteY208" fmla="*/ 67213 h 104917"/>
                <a:gd name="connsiteX209" fmla="*/ 99999 w 222949"/>
                <a:gd name="connsiteY209" fmla="*/ 70491 h 104917"/>
                <a:gd name="connsiteX210" fmla="*/ 99999 w 222949"/>
                <a:gd name="connsiteY210" fmla="*/ 70491 h 104917"/>
                <a:gd name="connsiteX211" fmla="*/ 103278 w 222949"/>
                <a:gd name="connsiteY211" fmla="*/ 73770 h 104917"/>
                <a:gd name="connsiteX212" fmla="*/ 104917 w 222949"/>
                <a:gd name="connsiteY212" fmla="*/ 78688 h 104917"/>
                <a:gd name="connsiteX213" fmla="*/ 109836 w 222949"/>
                <a:gd name="connsiteY213" fmla="*/ 81967 h 104917"/>
                <a:gd name="connsiteX214" fmla="*/ 111475 w 222949"/>
                <a:gd name="connsiteY214" fmla="*/ 85245 h 104917"/>
                <a:gd name="connsiteX215" fmla="*/ 113114 w 222949"/>
                <a:gd name="connsiteY215" fmla="*/ 90164 h 104917"/>
                <a:gd name="connsiteX216" fmla="*/ 113114 w 222949"/>
                <a:gd name="connsiteY216" fmla="*/ 91803 h 104917"/>
                <a:gd name="connsiteX217" fmla="*/ 113114 w 222949"/>
                <a:gd name="connsiteY217" fmla="*/ 93442 h 104917"/>
                <a:gd name="connsiteX218" fmla="*/ 109836 w 222949"/>
                <a:gd name="connsiteY218" fmla="*/ 95081 h 104917"/>
                <a:gd name="connsiteX219" fmla="*/ 106557 w 222949"/>
                <a:gd name="connsiteY219" fmla="*/ 96721 h 104917"/>
                <a:gd name="connsiteX220" fmla="*/ 103278 w 222949"/>
                <a:gd name="connsiteY220" fmla="*/ 96721 h 104917"/>
                <a:gd name="connsiteX221" fmla="*/ 99999 w 222949"/>
                <a:gd name="connsiteY221" fmla="*/ 98360 h 104917"/>
                <a:gd name="connsiteX222" fmla="*/ 98360 w 222949"/>
                <a:gd name="connsiteY222" fmla="*/ 101639 h 104917"/>
                <a:gd name="connsiteX223" fmla="*/ 95082 w 222949"/>
                <a:gd name="connsiteY223" fmla="*/ 103278 h 104917"/>
                <a:gd name="connsiteX224" fmla="*/ 91803 w 222949"/>
                <a:gd name="connsiteY224" fmla="*/ 104917 h 104917"/>
                <a:gd name="connsiteX225" fmla="*/ 88524 w 222949"/>
                <a:gd name="connsiteY225" fmla="*/ 104917 h 104917"/>
                <a:gd name="connsiteX226" fmla="*/ 85245 w 222949"/>
                <a:gd name="connsiteY226" fmla="*/ 104917 h 104917"/>
                <a:gd name="connsiteX227" fmla="*/ 81967 w 222949"/>
                <a:gd name="connsiteY227" fmla="*/ 104917 h 104917"/>
                <a:gd name="connsiteX228" fmla="*/ 77049 w 222949"/>
                <a:gd name="connsiteY228" fmla="*/ 103278 h 104917"/>
                <a:gd name="connsiteX229" fmla="*/ 78688 w 222949"/>
                <a:gd name="connsiteY229" fmla="*/ 100000 h 104917"/>
                <a:gd name="connsiteX230" fmla="*/ 78688 w 222949"/>
                <a:gd name="connsiteY230" fmla="*/ 98360 h 104917"/>
                <a:gd name="connsiteX231" fmla="*/ 78688 w 222949"/>
                <a:gd name="connsiteY231" fmla="*/ 95081 h 104917"/>
                <a:gd name="connsiteX232" fmla="*/ 77049 w 222949"/>
                <a:gd name="connsiteY232" fmla="*/ 91803 h 104917"/>
                <a:gd name="connsiteX233" fmla="*/ 75409 w 222949"/>
                <a:gd name="connsiteY233" fmla="*/ 86885 h 104917"/>
                <a:gd name="connsiteX234" fmla="*/ 73770 w 222949"/>
                <a:gd name="connsiteY234" fmla="*/ 83606 h 104917"/>
                <a:gd name="connsiteX235" fmla="*/ 73770 w 222949"/>
                <a:gd name="connsiteY235" fmla="*/ 81967 h 104917"/>
                <a:gd name="connsiteX236" fmla="*/ 75409 w 222949"/>
                <a:gd name="connsiteY236" fmla="*/ 78688 h 104917"/>
                <a:gd name="connsiteX237" fmla="*/ 73770 w 222949"/>
                <a:gd name="connsiteY237" fmla="*/ 75410 h 104917"/>
                <a:gd name="connsiteX238" fmla="*/ 70492 w 222949"/>
                <a:gd name="connsiteY238" fmla="*/ 77049 h 104917"/>
                <a:gd name="connsiteX239" fmla="*/ 67213 w 222949"/>
                <a:gd name="connsiteY239" fmla="*/ 75410 h 104917"/>
                <a:gd name="connsiteX240" fmla="*/ 68852 w 222949"/>
                <a:gd name="connsiteY240" fmla="*/ 78688 h 104917"/>
                <a:gd name="connsiteX241" fmla="*/ 67213 w 222949"/>
                <a:gd name="connsiteY241" fmla="*/ 83606 h 104917"/>
                <a:gd name="connsiteX242" fmla="*/ 68852 w 222949"/>
                <a:gd name="connsiteY242" fmla="*/ 86885 h 104917"/>
                <a:gd name="connsiteX243" fmla="*/ 67213 w 222949"/>
                <a:gd name="connsiteY243" fmla="*/ 88524 h 104917"/>
                <a:gd name="connsiteX244" fmla="*/ 63934 w 222949"/>
                <a:gd name="connsiteY244" fmla="*/ 86885 h 104917"/>
                <a:gd name="connsiteX245" fmla="*/ 59016 w 222949"/>
                <a:gd name="connsiteY245" fmla="*/ 85245 h 104917"/>
                <a:gd name="connsiteX246" fmla="*/ 55737 w 222949"/>
                <a:gd name="connsiteY246" fmla="*/ 83606 h 104917"/>
                <a:gd name="connsiteX247" fmla="*/ 54098 w 222949"/>
                <a:gd name="connsiteY247" fmla="*/ 80327 h 104917"/>
                <a:gd name="connsiteX248" fmla="*/ 52459 w 222949"/>
                <a:gd name="connsiteY248" fmla="*/ 77049 h 104917"/>
                <a:gd name="connsiteX249" fmla="*/ 52459 w 222949"/>
                <a:gd name="connsiteY249" fmla="*/ 73770 h 104917"/>
                <a:gd name="connsiteX250" fmla="*/ 52459 w 222949"/>
                <a:gd name="connsiteY250" fmla="*/ 72131 h 104917"/>
                <a:gd name="connsiteX251" fmla="*/ 50819 w 222949"/>
                <a:gd name="connsiteY251" fmla="*/ 68852 h 104917"/>
                <a:gd name="connsiteX252" fmla="*/ 49180 w 222949"/>
                <a:gd name="connsiteY252" fmla="*/ 65573 h 104917"/>
                <a:gd name="connsiteX253" fmla="*/ 45901 w 222949"/>
                <a:gd name="connsiteY253" fmla="*/ 63934 h 104917"/>
                <a:gd name="connsiteX254" fmla="*/ 42623 w 222949"/>
                <a:gd name="connsiteY254" fmla="*/ 62295 h 104917"/>
                <a:gd name="connsiteX255" fmla="*/ 40983 w 222949"/>
                <a:gd name="connsiteY255" fmla="*/ 60655 h 104917"/>
                <a:gd name="connsiteX256" fmla="*/ 37705 w 222949"/>
                <a:gd name="connsiteY256" fmla="*/ 62295 h 104917"/>
                <a:gd name="connsiteX257" fmla="*/ 34426 w 222949"/>
                <a:gd name="connsiteY257" fmla="*/ 62295 h 104917"/>
                <a:gd name="connsiteX258" fmla="*/ 32787 w 222949"/>
                <a:gd name="connsiteY258" fmla="*/ 62295 h 104917"/>
                <a:gd name="connsiteX259" fmla="*/ 31147 w 222949"/>
                <a:gd name="connsiteY259" fmla="*/ 59016 h 104917"/>
                <a:gd name="connsiteX260" fmla="*/ 27869 w 222949"/>
                <a:gd name="connsiteY260" fmla="*/ 55737 h 104917"/>
                <a:gd name="connsiteX261" fmla="*/ 24590 w 222949"/>
                <a:gd name="connsiteY261" fmla="*/ 57377 h 104917"/>
                <a:gd name="connsiteX262" fmla="*/ 22951 w 222949"/>
                <a:gd name="connsiteY262" fmla="*/ 55737 h 104917"/>
                <a:gd name="connsiteX263" fmla="*/ 22951 w 222949"/>
                <a:gd name="connsiteY263" fmla="*/ 55737 h 104917"/>
                <a:gd name="connsiteX264" fmla="*/ 18033 w 222949"/>
                <a:gd name="connsiteY264" fmla="*/ 57377 h 104917"/>
                <a:gd name="connsiteX265" fmla="*/ 14754 w 222949"/>
                <a:gd name="connsiteY265" fmla="*/ 57377 h 104917"/>
                <a:gd name="connsiteX266" fmla="*/ 14754 w 222949"/>
                <a:gd name="connsiteY266" fmla="*/ 57377 h 104917"/>
                <a:gd name="connsiteX267" fmla="*/ 13115 w 222949"/>
                <a:gd name="connsiteY267" fmla="*/ 57377 h 104917"/>
                <a:gd name="connsiteX268" fmla="*/ 8197 w 222949"/>
                <a:gd name="connsiteY268" fmla="*/ 57377 h 104917"/>
                <a:gd name="connsiteX269" fmla="*/ 8197 w 222949"/>
                <a:gd name="connsiteY269" fmla="*/ 57377 h 104917"/>
                <a:gd name="connsiteX270" fmla="*/ 4918 w 222949"/>
                <a:gd name="connsiteY270" fmla="*/ 62295 h 104917"/>
                <a:gd name="connsiteX271" fmla="*/ 4918 w 222949"/>
                <a:gd name="connsiteY271" fmla="*/ 65573 h 104917"/>
                <a:gd name="connsiteX272" fmla="*/ 4918 w 222949"/>
                <a:gd name="connsiteY272" fmla="*/ 68852 h 104917"/>
                <a:gd name="connsiteX273" fmla="*/ 3279 w 222949"/>
                <a:gd name="connsiteY273" fmla="*/ 68852 h 104917"/>
                <a:gd name="connsiteX274" fmla="*/ 3279 w 222949"/>
                <a:gd name="connsiteY274" fmla="*/ 65573 h 104917"/>
                <a:gd name="connsiteX275" fmla="*/ 3279 w 222949"/>
                <a:gd name="connsiteY275" fmla="*/ 62295 h 104917"/>
                <a:gd name="connsiteX276" fmla="*/ 1639 w 222949"/>
                <a:gd name="connsiteY276" fmla="*/ 59016 h 10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222949" h="104917">
                  <a:moveTo>
                    <a:pt x="1639" y="59016"/>
                  </a:moveTo>
                  <a:lnTo>
                    <a:pt x="0" y="59016"/>
                  </a:lnTo>
                  <a:lnTo>
                    <a:pt x="0" y="54098"/>
                  </a:lnTo>
                  <a:lnTo>
                    <a:pt x="4918" y="52458"/>
                  </a:lnTo>
                  <a:lnTo>
                    <a:pt x="6557" y="50820"/>
                  </a:lnTo>
                  <a:lnTo>
                    <a:pt x="6557" y="49180"/>
                  </a:lnTo>
                  <a:lnTo>
                    <a:pt x="6557" y="49180"/>
                  </a:lnTo>
                  <a:lnTo>
                    <a:pt x="8197" y="47541"/>
                  </a:lnTo>
                  <a:lnTo>
                    <a:pt x="8197" y="44262"/>
                  </a:lnTo>
                  <a:lnTo>
                    <a:pt x="6557" y="40983"/>
                  </a:lnTo>
                  <a:lnTo>
                    <a:pt x="4918" y="37705"/>
                  </a:lnTo>
                  <a:lnTo>
                    <a:pt x="8197" y="32787"/>
                  </a:lnTo>
                  <a:lnTo>
                    <a:pt x="9836" y="32787"/>
                  </a:lnTo>
                  <a:lnTo>
                    <a:pt x="13115" y="31147"/>
                  </a:lnTo>
                  <a:lnTo>
                    <a:pt x="13115" y="27868"/>
                  </a:lnTo>
                  <a:lnTo>
                    <a:pt x="8197" y="24590"/>
                  </a:lnTo>
                  <a:lnTo>
                    <a:pt x="4918" y="22951"/>
                  </a:lnTo>
                  <a:lnTo>
                    <a:pt x="4918" y="22951"/>
                  </a:lnTo>
                  <a:lnTo>
                    <a:pt x="4918" y="19672"/>
                  </a:lnTo>
                  <a:lnTo>
                    <a:pt x="4918" y="16393"/>
                  </a:lnTo>
                  <a:lnTo>
                    <a:pt x="4918" y="13114"/>
                  </a:lnTo>
                  <a:lnTo>
                    <a:pt x="6557" y="8197"/>
                  </a:lnTo>
                  <a:lnTo>
                    <a:pt x="8197" y="4918"/>
                  </a:lnTo>
                  <a:lnTo>
                    <a:pt x="9836" y="4918"/>
                  </a:lnTo>
                  <a:lnTo>
                    <a:pt x="8197" y="1639"/>
                  </a:lnTo>
                  <a:lnTo>
                    <a:pt x="13115" y="0"/>
                  </a:lnTo>
                  <a:lnTo>
                    <a:pt x="16393" y="4918"/>
                  </a:lnTo>
                  <a:lnTo>
                    <a:pt x="18033" y="4918"/>
                  </a:lnTo>
                  <a:lnTo>
                    <a:pt x="21311" y="1639"/>
                  </a:lnTo>
                  <a:lnTo>
                    <a:pt x="24590" y="4918"/>
                  </a:lnTo>
                  <a:lnTo>
                    <a:pt x="24590" y="6557"/>
                  </a:lnTo>
                  <a:lnTo>
                    <a:pt x="27869" y="9836"/>
                  </a:lnTo>
                  <a:lnTo>
                    <a:pt x="27869" y="13114"/>
                  </a:lnTo>
                  <a:lnTo>
                    <a:pt x="27869" y="18033"/>
                  </a:lnTo>
                  <a:lnTo>
                    <a:pt x="31147" y="19672"/>
                  </a:lnTo>
                  <a:lnTo>
                    <a:pt x="31147" y="22951"/>
                  </a:lnTo>
                  <a:lnTo>
                    <a:pt x="31147" y="26229"/>
                  </a:lnTo>
                  <a:lnTo>
                    <a:pt x="34426" y="26229"/>
                  </a:lnTo>
                  <a:lnTo>
                    <a:pt x="37705" y="29508"/>
                  </a:lnTo>
                  <a:lnTo>
                    <a:pt x="37705" y="29508"/>
                  </a:lnTo>
                  <a:lnTo>
                    <a:pt x="40983" y="29508"/>
                  </a:lnTo>
                  <a:lnTo>
                    <a:pt x="40983" y="29508"/>
                  </a:lnTo>
                  <a:lnTo>
                    <a:pt x="45901" y="29508"/>
                  </a:lnTo>
                  <a:lnTo>
                    <a:pt x="49180" y="29508"/>
                  </a:lnTo>
                  <a:lnTo>
                    <a:pt x="47541" y="26229"/>
                  </a:lnTo>
                  <a:lnTo>
                    <a:pt x="44262" y="21311"/>
                  </a:lnTo>
                  <a:lnTo>
                    <a:pt x="47541" y="21311"/>
                  </a:lnTo>
                  <a:lnTo>
                    <a:pt x="47541" y="24590"/>
                  </a:lnTo>
                  <a:lnTo>
                    <a:pt x="52459" y="26229"/>
                  </a:lnTo>
                  <a:lnTo>
                    <a:pt x="54098" y="31147"/>
                  </a:lnTo>
                  <a:lnTo>
                    <a:pt x="57377" y="34426"/>
                  </a:lnTo>
                  <a:lnTo>
                    <a:pt x="60655" y="36065"/>
                  </a:lnTo>
                  <a:lnTo>
                    <a:pt x="63934" y="36065"/>
                  </a:lnTo>
                  <a:lnTo>
                    <a:pt x="67213" y="36065"/>
                  </a:lnTo>
                  <a:lnTo>
                    <a:pt x="70492" y="36065"/>
                  </a:lnTo>
                  <a:lnTo>
                    <a:pt x="73770" y="36065"/>
                  </a:lnTo>
                  <a:lnTo>
                    <a:pt x="77049" y="34426"/>
                  </a:lnTo>
                  <a:lnTo>
                    <a:pt x="80327" y="32787"/>
                  </a:lnTo>
                  <a:lnTo>
                    <a:pt x="83606" y="32787"/>
                  </a:lnTo>
                  <a:lnTo>
                    <a:pt x="86885" y="29508"/>
                  </a:lnTo>
                  <a:lnTo>
                    <a:pt x="91803" y="26229"/>
                  </a:lnTo>
                  <a:lnTo>
                    <a:pt x="95082" y="24590"/>
                  </a:lnTo>
                  <a:lnTo>
                    <a:pt x="95082" y="22951"/>
                  </a:lnTo>
                  <a:lnTo>
                    <a:pt x="99999" y="21311"/>
                  </a:lnTo>
                  <a:lnTo>
                    <a:pt x="103278" y="21311"/>
                  </a:lnTo>
                  <a:lnTo>
                    <a:pt x="106557" y="19672"/>
                  </a:lnTo>
                  <a:lnTo>
                    <a:pt x="109836" y="18033"/>
                  </a:lnTo>
                  <a:lnTo>
                    <a:pt x="111475" y="18033"/>
                  </a:lnTo>
                  <a:lnTo>
                    <a:pt x="114754" y="16393"/>
                  </a:lnTo>
                  <a:lnTo>
                    <a:pt x="118032" y="13114"/>
                  </a:lnTo>
                  <a:lnTo>
                    <a:pt x="118032" y="13114"/>
                  </a:lnTo>
                  <a:lnTo>
                    <a:pt x="121311" y="13114"/>
                  </a:lnTo>
                  <a:lnTo>
                    <a:pt x="121311" y="11475"/>
                  </a:lnTo>
                  <a:lnTo>
                    <a:pt x="122950" y="11475"/>
                  </a:lnTo>
                  <a:lnTo>
                    <a:pt x="122950" y="11475"/>
                  </a:lnTo>
                  <a:lnTo>
                    <a:pt x="122950" y="11475"/>
                  </a:lnTo>
                  <a:lnTo>
                    <a:pt x="124589" y="9836"/>
                  </a:lnTo>
                  <a:lnTo>
                    <a:pt x="124589" y="9836"/>
                  </a:lnTo>
                  <a:lnTo>
                    <a:pt x="127868" y="6557"/>
                  </a:lnTo>
                  <a:lnTo>
                    <a:pt x="131147" y="3278"/>
                  </a:lnTo>
                  <a:lnTo>
                    <a:pt x="134426" y="0"/>
                  </a:lnTo>
                  <a:lnTo>
                    <a:pt x="139344" y="1639"/>
                  </a:lnTo>
                  <a:lnTo>
                    <a:pt x="142622" y="1639"/>
                  </a:lnTo>
                  <a:lnTo>
                    <a:pt x="145901" y="1639"/>
                  </a:lnTo>
                  <a:lnTo>
                    <a:pt x="149180" y="3278"/>
                  </a:lnTo>
                  <a:lnTo>
                    <a:pt x="152458" y="3278"/>
                  </a:lnTo>
                  <a:lnTo>
                    <a:pt x="154098" y="3278"/>
                  </a:lnTo>
                  <a:lnTo>
                    <a:pt x="157376" y="1639"/>
                  </a:lnTo>
                  <a:lnTo>
                    <a:pt x="157376" y="3278"/>
                  </a:lnTo>
                  <a:lnTo>
                    <a:pt x="154098" y="6557"/>
                  </a:lnTo>
                  <a:lnTo>
                    <a:pt x="159016" y="6557"/>
                  </a:lnTo>
                  <a:lnTo>
                    <a:pt x="162294" y="8197"/>
                  </a:lnTo>
                  <a:lnTo>
                    <a:pt x="165573" y="6557"/>
                  </a:lnTo>
                  <a:lnTo>
                    <a:pt x="168852" y="8197"/>
                  </a:lnTo>
                  <a:lnTo>
                    <a:pt x="173770" y="8197"/>
                  </a:lnTo>
                  <a:lnTo>
                    <a:pt x="177048" y="8197"/>
                  </a:lnTo>
                  <a:lnTo>
                    <a:pt x="180327" y="11475"/>
                  </a:lnTo>
                  <a:lnTo>
                    <a:pt x="183606" y="13114"/>
                  </a:lnTo>
                  <a:lnTo>
                    <a:pt x="188524" y="14754"/>
                  </a:lnTo>
                  <a:lnTo>
                    <a:pt x="191802" y="16393"/>
                  </a:lnTo>
                  <a:lnTo>
                    <a:pt x="193442" y="16393"/>
                  </a:lnTo>
                  <a:lnTo>
                    <a:pt x="196720" y="19672"/>
                  </a:lnTo>
                  <a:lnTo>
                    <a:pt x="199999" y="24590"/>
                  </a:lnTo>
                  <a:lnTo>
                    <a:pt x="203278" y="27868"/>
                  </a:lnTo>
                  <a:lnTo>
                    <a:pt x="204917" y="31147"/>
                  </a:lnTo>
                  <a:lnTo>
                    <a:pt x="208196" y="34426"/>
                  </a:lnTo>
                  <a:lnTo>
                    <a:pt x="211474" y="37705"/>
                  </a:lnTo>
                  <a:lnTo>
                    <a:pt x="213114" y="40983"/>
                  </a:lnTo>
                  <a:lnTo>
                    <a:pt x="216392" y="40983"/>
                  </a:lnTo>
                  <a:lnTo>
                    <a:pt x="218032" y="40983"/>
                  </a:lnTo>
                  <a:lnTo>
                    <a:pt x="214753" y="44262"/>
                  </a:lnTo>
                  <a:lnTo>
                    <a:pt x="214753" y="45901"/>
                  </a:lnTo>
                  <a:lnTo>
                    <a:pt x="213114" y="49180"/>
                  </a:lnTo>
                  <a:lnTo>
                    <a:pt x="216392" y="52458"/>
                  </a:lnTo>
                  <a:lnTo>
                    <a:pt x="216392" y="57377"/>
                  </a:lnTo>
                  <a:lnTo>
                    <a:pt x="219671" y="60655"/>
                  </a:lnTo>
                  <a:lnTo>
                    <a:pt x="221310" y="63934"/>
                  </a:lnTo>
                  <a:lnTo>
                    <a:pt x="222950" y="68852"/>
                  </a:lnTo>
                  <a:lnTo>
                    <a:pt x="222950" y="72131"/>
                  </a:lnTo>
                  <a:lnTo>
                    <a:pt x="219671" y="75410"/>
                  </a:lnTo>
                  <a:lnTo>
                    <a:pt x="218032" y="78688"/>
                  </a:lnTo>
                  <a:lnTo>
                    <a:pt x="216392" y="81967"/>
                  </a:lnTo>
                  <a:lnTo>
                    <a:pt x="216392" y="81967"/>
                  </a:lnTo>
                  <a:lnTo>
                    <a:pt x="213114" y="86885"/>
                  </a:lnTo>
                  <a:lnTo>
                    <a:pt x="209835" y="88524"/>
                  </a:lnTo>
                  <a:lnTo>
                    <a:pt x="206556" y="91803"/>
                  </a:lnTo>
                  <a:lnTo>
                    <a:pt x="204917" y="86885"/>
                  </a:lnTo>
                  <a:lnTo>
                    <a:pt x="201638" y="83606"/>
                  </a:lnTo>
                  <a:lnTo>
                    <a:pt x="199999" y="86885"/>
                  </a:lnTo>
                  <a:lnTo>
                    <a:pt x="201638" y="91803"/>
                  </a:lnTo>
                  <a:lnTo>
                    <a:pt x="199999" y="93442"/>
                  </a:lnTo>
                  <a:lnTo>
                    <a:pt x="196720" y="96721"/>
                  </a:lnTo>
                  <a:lnTo>
                    <a:pt x="196720" y="100000"/>
                  </a:lnTo>
                  <a:lnTo>
                    <a:pt x="195081" y="101639"/>
                  </a:lnTo>
                  <a:lnTo>
                    <a:pt x="195081" y="104917"/>
                  </a:lnTo>
                  <a:lnTo>
                    <a:pt x="190163" y="101639"/>
                  </a:lnTo>
                  <a:lnTo>
                    <a:pt x="190163" y="96721"/>
                  </a:lnTo>
                  <a:lnTo>
                    <a:pt x="186884" y="93442"/>
                  </a:lnTo>
                  <a:lnTo>
                    <a:pt x="185245" y="90164"/>
                  </a:lnTo>
                  <a:lnTo>
                    <a:pt x="181966" y="86885"/>
                  </a:lnTo>
                  <a:lnTo>
                    <a:pt x="180327" y="81967"/>
                  </a:lnTo>
                  <a:lnTo>
                    <a:pt x="178688" y="78688"/>
                  </a:lnTo>
                  <a:lnTo>
                    <a:pt x="177048" y="75410"/>
                  </a:lnTo>
                  <a:lnTo>
                    <a:pt x="175409" y="72131"/>
                  </a:lnTo>
                  <a:lnTo>
                    <a:pt x="175409" y="67213"/>
                  </a:lnTo>
                  <a:lnTo>
                    <a:pt x="178688" y="68852"/>
                  </a:lnTo>
                  <a:lnTo>
                    <a:pt x="180327" y="68852"/>
                  </a:lnTo>
                  <a:lnTo>
                    <a:pt x="181966" y="67213"/>
                  </a:lnTo>
                  <a:lnTo>
                    <a:pt x="183606" y="63934"/>
                  </a:lnTo>
                  <a:lnTo>
                    <a:pt x="181966" y="59016"/>
                  </a:lnTo>
                  <a:lnTo>
                    <a:pt x="186884" y="55737"/>
                  </a:lnTo>
                  <a:lnTo>
                    <a:pt x="190163" y="55737"/>
                  </a:lnTo>
                  <a:lnTo>
                    <a:pt x="191802" y="59016"/>
                  </a:lnTo>
                  <a:lnTo>
                    <a:pt x="195081" y="62295"/>
                  </a:lnTo>
                  <a:lnTo>
                    <a:pt x="196720" y="62295"/>
                  </a:lnTo>
                  <a:lnTo>
                    <a:pt x="199999" y="63934"/>
                  </a:lnTo>
                  <a:lnTo>
                    <a:pt x="201638" y="65573"/>
                  </a:lnTo>
                  <a:lnTo>
                    <a:pt x="198360" y="62295"/>
                  </a:lnTo>
                  <a:lnTo>
                    <a:pt x="195081" y="59016"/>
                  </a:lnTo>
                  <a:lnTo>
                    <a:pt x="191802" y="55737"/>
                  </a:lnTo>
                  <a:lnTo>
                    <a:pt x="190163" y="52458"/>
                  </a:lnTo>
                  <a:lnTo>
                    <a:pt x="190163" y="49180"/>
                  </a:lnTo>
                  <a:lnTo>
                    <a:pt x="188524" y="45901"/>
                  </a:lnTo>
                  <a:lnTo>
                    <a:pt x="188524" y="49180"/>
                  </a:lnTo>
                  <a:lnTo>
                    <a:pt x="185245" y="54098"/>
                  </a:lnTo>
                  <a:lnTo>
                    <a:pt x="185245" y="49180"/>
                  </a:lnTo>
                  <a:lnTo>
                    <a:pt x="181966" y="50820"/>
                  </a:lnTo>
                  <a:lnTo>
                    <a:pt x="178688" y="47541"/>
                  </a:lnTo>
                  <a:lnTo>
                    <a:pt x="177048" y="47541"/>
                  </a:lnTo>
                  <a:lnTo>
                    <a:pt x="178688" y="50820"/>
                  </a:lnTo>
                  <a:lnTo>
                    <a:pt x="178688" y="54098"/>
                  </a:lnTo>
                  <a:lnTo>
                    <a:pt x="177048" y="55737"/>
                  </a:lnTo>
                  <a:lnTo>
                    <a:pt x="175409" y="52458"/>
                  </a:lnTo>
                  <a:lnTo>
                    <a:pt x="173770" y="47541"/>
                  </a:lnTo>
                  <a:lnTo>
                    <a:pt x="173770" y="44262"/>
                  </a:lnTo>
                  <a:lnTo>
                    <a:pt x="170491" y="40983"/>
                  </a:lnTo>
                  <a:lnTo>
                    <a:pt x="170491" y="37705"/>
                  </a:lnTo>
                  <a:lnTo>
                    <a:pt x="167212" y="37705"/>
                  </a:lnTo>
                  <a:lnTo>
                    <a:pt x="163934" y="34426"/>
                  </a:lnTo>
                  <a:lnTo>
                    <a:pt x="163934" y="32787"/>
                  </a:lnTo>
                  <a:lnTo>
                    <a:pt x="160655" y="31147"/>
                  </a:lnTo>
                  <a:lnTo>
                    <a:pt x="155737" y="29508"/>
                  </a:lnTo>
                  <a:lnTo>
                    <a:pt x="152458" y="26229"/>
                  </a:lnTo>
                  <a:lnTo>
                    <a:pt x="152458" y="24590"/>
                  </a:lnTo>
                  <a:lnTo>
                    <a:pt x="149180" y="26229"/>
                  </a:lnTo>
                  <a:lnTo>
                    <a:pt x="145901" y="26229"/>
                  </a:lnTo>
                  <a:lnTo>
                    <a:pt x="140983" y="26229"/>
                  </a:lnTo>
                  <a:lnTo>
                    <a:pt x="137704" y="26229"/>
                  </a:lnTo>
                  <a:lnTo>
                    <a:pt x="136065" y="29508"/>
                  </a:lnTo>
                  <a:lnTo>
                    <a:pt x="134426" y="29508"/>
                  </a:lnTo>
                  <a:lnTo>
                    <a:pt x="134426" y="29508"/>
                  </a:lnTo>
                  <a:lnTo>
                    <a:pt x="134426" y="29508"/>
                  </a:lnTo>
                  <a:lnTo>
                    <a:pt x="132786" y="31147"/>
                  </a:lnTo>
                  <a:lnTo>
                    <a:pt x="127868" y="32787"/>
                  </a:lnTo>
                  <a:lnTo>
                    <a:pt x="126229" y="36065"/>
                  </a:lnTo>
                  <a:lnTo>
                    <a:pt x="126229" y="40983"/>
                  </a:lnTo>
                  <a:lnTo>
                    <a:pt x="124589" y="44262"/>
                  </a:lnTo>
                  <a:lnTo>
                    <a:pt x="122950" y="45901"/>
                  </a:lnTo>
                  <a:lnTo>
                    <a:pt x="119672" y="49180"/>
                  </a:lnTo>
                  <a:lnTo>
                    <a:pt x="116393" y="52458"/>
                  </a:lnTo>
                  <a:lnTo>
                    <a:pt x="114754" y="52458"/>
                  </a:lnTo>
                  <a:lnTo>
                    <a:pt x="111475" y="54098"/>
                  </a:lnTo>
                  <a:lnTo>
                    <a:pt x="108196" y="57377"/>
                  </a:lnTo>
                  <a:lnTo>
                    <a:pt x="103278" y="57377"/>
                  </a:lnTo>
                  <a:lnTo>
                    <a:pt x="101639" y="57377"/>
                  </a:lnTo>
                  <a:lnTo>
                    <a:pt x="101639" y="57377"/>
                  </a:lnTo>
                  <a:lnTo>
                    <a:pt x="98360" y="60655"/>
                  </a:lnTo>
                  <a:lnTo>
                    <a:pt x="96721" y="63934"/>
                  </a:lnTo>
                  <a:lnTo>
                    <a:pt x="96721" y="67213"/>
                  </a:lnTo>
                  <a:lnTo>
                    <a:pt x="99999" y="70491"/>
                  </a:lnTo>
                  <a:lnTo>
                    <a:pt x="99999" y="70491"/>
                  </a:lnTo>
                  <a:lnTo>
                    <a:pt x="103278" y="73770"/>
                  </a:lnTo>
                  <a:lnTo>
                    <a:pt x="104917" y="78688"/>
                  </a:lnTo>
                  <a:lnTo>
                    <a:pt x="109836" y="81967"/>
                  </a:lnTo>
                  <a:lnTo>
                    <a:pt x="111475" y="85245"/>
                  </a:lnTo>
                  <a:lnTo>
                    <a:pt x="113114" y="90164"/>
                  </a:lnTo>
                  <a:lnTo>
                    <a:pt x="113114" y="91803"/>
                  </a:lnTo>
                  <a:lnTo>
                    <a:pt x="113114" y="93442"/>
                  </a:lnTo>
                  <a:lnTo>
                    <a:pt x="109836" y="95081"/>
                  </a:lnTo>
                  <a:lnTo>
                    <a:pt x="106557" y="96721"/>
                  </a:lnTo>
                  <a:lnTo>
                    <a:pt x="103278" y="96721"/>
                  </a:lnTo>
                  <a:lnTo>
                    <a:pt x="99999" y="98360"/>
                  </a:lnTo>
                  <a:lnTo>
                    <a:pt x="98360" y="101639"/>
                  </a:lnTo>
                  <a:lnTo>
                    <a:pt x="95082" y="103278"/>
                  </a:lnTo>
                  <a:lnTo>
                    <a:pt x="91803" y="104917"/>
                  </a:lnTo>
                  <a:lnTo>
                    <a:pt x="88524" y="104917"/>
                  </a:lnTo>
                  <a:lnTo>
                    <a:pt x="85245" y="104917"/>
                  </a:lnTo>
                  <a:lnTo>
                    <a:pt x="81967" y="104917"/>
                  </a:lnTo>
                  <a:lnTo>
                    <a:pt x="77049" y="103278"/>
                  </a:lnTo>
                  <a:lnTo>
                    <a:pt x="78688" y="100000"/>
                  </a:lnTo>
                  <a:lnTo>
                    <a:pt x="78688" y="98360"/>
                  </a:lnTo>
                  <a:lnTo>
                    <a:pt x="78688" y="95081"/>
                  </a:lnTo>
                  <a:lnTo>
                    <a:pt x="77049" y="91803"/>
                  </a:lnTo>
                  <a:lnTo>
                    <a:pt x="75409" y="86885"/>
                  </a:lnTo>
                  <a:lnTo>
                    <a:pt x="73770" y="83606"/>
                  </a:lnTo>
                  <a:lnTo>
                    <a:pt x="73770" y="81967"/>
                  </a:lnTo>
                  <a:lnTo>
                    <a:pt x="75409" y="78688"/>
                  </a:lnTo>
                  <a:lnTo>
                    <a:pt x="73770" y="75410"/>
                  </a:lnTo>
                  <a:lnTo>
                    <a:pt x="70492" y="77049"/>
                  </a:lnTo>
                  <a:lnTo>
                    <a:pt x="67213" y="75410"/>
                  </a:lnTo>
                  <a:lnTo>
                    <a:pt x="68852" y="78688"/>
                  </a:lnTo>
                  <a:lnTo>
                    <a:pt x="67213" y="83606"/>
                  </a:lnTo>
                  <a:lnTo>
                    <a:pt x="68852" y="86885"/>
                  </a:lnTo>
                  <a:lnTo>
                    <a:pt x="67213" y="88524"/>
                  </a:lnTo>
                  <a:lnTo>
                    <a:pt x="63934" y="86885"/>
                  </a:lnTo>
                  <a:lnTo>
                    <a:pt x="59016" y="85245"/>
                  </a:lnTo>
                  <a:lnTo>
                    <a:pt x="55737" y="83606"/>
                  </a:lnTo>
                  <a:lnTo>
                    <a:pt x="54098" y="80327"/>
                  </a:lnTo>
                  <a:lnTo>
                    <a:pt x="52459" y="77049"/>
                  </a:lnTo>
                  <a:lnTo>
                    <a:pt x="52459" y="73770"/>
                  </a:lnTo>
                  <a:lnTo>
                    <a:pt x="52459" y="72131"/>
                  </a:lnTo>
                  <a:lnTo>
                    <a:pt x="50819" y="68852"/>
                  </a:lnTo>
                  <a:lnTo>
                    <a:pt x="49180" y="65573"/>
                  </a:lnTo>
                  <a:lnTo>
                    <a:pt x="45901" y="63934"/>
                  </a:lnTo>
                  <a:lnTo>
                    <a:pt x="42623" y="62295"/>
                  </a:lnTo>
                  <a:lnTo>
                    <a:pt x="40983" y="60655"/>
                  </a:lnTo>
                  <a:lnTo>
                    <a:pt x="37705" y="62295"/>
                  </a:lnTo>
                  <a:lnTo>
                    <a:pt x="34426" y="62295"/>
                  </a:lnTo>
                  <a:lnTo>
                    <a:pt x="32787" y="62295"/>
                  </a:lnTo>
                  <a:lnTo>
                    <a:pt x="31147" y="59016"/>
                  </a:lnTo>
                  <a:lnTo>
                    <a:pt x="27869" y="55737"/>
                  </a:lnTo>
                  <a:lnTo>
                    <a:pt x="24590" y="57377"/>
                  </a:lnTo>
                  <a:lnTo>
                    <a:pt x="22951" y="55737"/>
                  </a:lnTo>
                  <a:lnTo>
                    <a:pt x="22951" y="55737"/>
                  </a:lnTo>
                  <a:lnTo>
                    <a:pt x="18033" y="57377"/>
                  </a:lnTo>
                  <a:lnTo>
                    <a:pt x="14754" y="57377"/>
                  </a:lnTo>
                  <a:lnTo>
                    <a:pt x="14754" y="57377"/>
                  </a:lnTo>
                  <a:lnTo>
                    <a:pt x="13115" y="57377"/>
                  </a:lnTo>
                  <a:lnTo>
                    <a:pt x="8197" y="57377"/>
                  </a:lnTo>
                  <a:lnTo>
                    <a:pt x="8197" y="57377"/>
                  </a:lnTo>
                  <a:lnTo>
                    <a:pt x="4918" y="62295"/>
                  </a:lnTo>
                  <a:lnTo>
                    <a:pt x="4918" y="65573"/>
                  </a:lnTo>
                  <a:lnTo>
                    <a:pt x="4918" y="68852"/>
                  </a:lnTo>
                  <a:lnTo>
                    <a:pt x="3279" y="68852"/>
                  </a:lnTo>
                  <a:lnTo>
                    <a:pt x="3279" y="65573"/>
                  </a:lnTo>
                  <a:lnTo>
                    <a:pt x="3279" y="62295"/>
                  </a:lnTo>
                  <a:lnTo>
                    <a:pt x="1639" y="5901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8" name="Freeform 2527">
              <a:extLst>
                <a:ext uri="{FF2B5EF4-FFF2-40B4-BE49-F238E27FC236}">
                  <a16:creationId xmlns:a16="http://schemas.microsoft.com/office/drawing/2014/main" id="{9ADF866F-3C7D-7548-B949-E27680C65D74}"/>
                </a:ext>
              </a:extLst>
            </p:cNvPr>
            <p:cNvSpPr/>
            <p:nvPr/>
          </p:nvSpPr>
          <p:spPr>
            <a:xfrm>
              <a:off x="2697654" y="4549321"/>
              <a:ext cx="486882" cy="583603"/>
            </a:xfrm>
            <a:custGeom>
              <a:avLst/>
              <a:gdLst>
                <a:gd name="connsiteX0" fmla="*/ 0 w 486882"/>
                <a:gd name="connsiteY0" fmla="*/ 55737 h 583603"/>
                <a:gd name="connsiteX1" fmla="*/ 4918 w 486882"/>
                <a:gd name="connsiteY1" fmla="*/ 55737 h 583603"/>
                <a:gd name="connsiteX2" fmla="*/ 8197 w 486882"/>
                <a:gd name="connsiteY2" fmla="*/ 55737 h 583603"/>
                <a:gd name="connsiteX3" fmla="*/ 11475 w 486882"/>
                <a:gd name="connsiteY3" fmla="*/ 55737 h 583603"/>
                <a:gd name="connsiteX4" fmla="*/ 14754 w 486882"/>
                <a:gd name="connsiteY4" fmla="*/ 57377 h 583603"/>
                <a:gd name="connsiteX5" fmla="*/ 19672 w 486882"/>
                <a:gd name="connsiteY5" fmla="*/ 57377 h 583603"/>
                <a:gd name="connsiteX6" fmla="*/ 22951 w 486882"/>
                <a:gd name="connsiteY6" fmla="*/ 59016 h 583603"/>
                <a:gd name="connsiteX7" fmla="*/ 26229 w 486882"/>
                <a:gd name="connsiteY7" fmla="*/ 59016 h 583603"/>
                <a:gd name="connsiteX8" fmla="*/ 31148 w 486882"/>
                <a:gd name="connsiteY8" fmla="*/ 57377 h 583603"/>
                <a:gd name="connsiteX9" fmla="*/ 32787 w 486882"/>
                <a:gd name="connsiteY9" fmla="*/ 59016 h 583603"/>
                <a:gd name="connsiteX10" fmla="*/ 31148 w 486882"/>
                <a:gd name="connsiteY10" fmla="*/ 62295 h 583603"/>
                <a:gd name="connsiteX11" fmla="*/ 34426 w 486882"/>
                <a:gd name="connsiteY11" fmla="*/ 63934 h 583603"/>
                <a:gd name="connsiteX12" fmla="*/ 39344 w 486882"/>
                <a:gd name="connsiteY12" fmla="*/ 62295 h 583603"/>
                <a:gd name="connsiteX13" fmla="*/ 42623 w 486882"/>
                <a:gd name="connsiteY13" fmla="*/ 60656 h 583603"/>
                <a:gd name="connsiteX14" fmla="*/ 45901 w 486882"/>
                <a:gd name="connsiteY14" fmla="*/ 59016 h 583603"/>
                <a:gd name="connsiteX15" fmla="*/ 49180 w 486882"/>
                <a:gd name="connsiteY15" fmla="*/ 57377 h 583603"/>
                <a:gd name="connsiteX16" fmla="*/ 52459 w 486882"/>
                <a:gd name="connsiteY16" fmla="*/ 54098 h 583603"/>
                <a:gd name="connsiteX17" fmla="*/ 54098 w 486882"/>
                <a:gd name="connsiteY17" fmla="*/ 50820 h 583603"/>
                <a:gd name="connsiteX18" fmla="*/ 55738 w 486882"/>
                <a:gd name="connsiteY18" fmla="*/ 45901 h 583603"/>
                <a:gd name="connsiteX19" fmla="*/ 59016 w 486882"/>
                <a:gd name="connsiteY19" fmla="*/ 42623 h 583603"/>
                <a:gd name="connsiteX20" fmla="*/ 62295 w 486882"/>
                <a:gd name="connsiteY20" fmla="*/ 44262 h 583603"/>
                <a:gd name="connsiteX21" fmla="*/ 67213 w 486882"/>
                <a:gd name="connsiteY21" fmla="*/ 44262 h 583603"/>
                <a:gd name="connsiteX22" fmla="*/ 70492 w 486882"/>
                <a:gd name="connsiteY22" fmla="*/ 45901 h 583603"/>
                <a:gd name="connsiteX23" fmla="*/ 72131 w 486882"/>
                <a:gd name="connsiteY23" fmla="*/ 44262 h 583603"/>
                <a:gd name="connsiteX24" fmla="*/ 72131 w 486882"/>
                <a:gd name="connsiteY24" fmla="*/ 40983 h 583603"/>
                <a:gd name="connsiteX25" fmla="*/ 75410 w 486882"/>
                <a:gd name="connsiteY25" fmla="*/ 37705 h 583603"/>
                <a:gd name="connsiteX26" fmla="*/ 78688 w 486882"/>
                <a:gd name="connsiteY26" fmla="*/ 34426 h 583603"/>
                <a:gd name="connsiteX27" fmla="*/ 81967 w 486882"/>
                <a:gd name="connsiteY27" fmla="*/ 31147 h 583603"/>
                <a:gd name="connsiteX28" fmla="*/ 85245 w 486882"/>
                <a:gd name="connsiteY28" fmla="*/ 31147 h 583603"/>
                <a:gd name="connsiteX29" fmla="*/ 88524 w 486882"/>
                <a:gd name="connsiteY29" fmla="*/ 27869 h 583603"/>
                <a:gd name="connsiteX30" fmla="*/ 90164 w 486882"/>
                <a:gd name="connsiteY30" fmla="*/ 27869 h 583603"/>
                <a:gd name="connsiteX31" fmla="*/ 95082 w 486882"/>
                <a:gd name="connsiteY31" fmla="*/ 26229 h 583603"/>
                <a:gd name="connsiteX32" fmla="*/ 98360 w 486882"/>
                <a:gd name="connsiteY32" fmla="*/ 22951 h 583603"/>
                <a:gd name="connsiteX33" fmla="*/ 101639 w 486882"/>
                <a:gd name="connsiteY33" fmla="*/ 18033 h 583603"/>
                <a:gd name="connsiteX34" fmla="*/ 104918 w 486882"/>
                <a:gd name="connsiteY34" fmla="*/ 14754 h 583603"/>
                <a:gd name="connsiteX35" fmla="*/ 104918 w 486882"/>
                <a:gd name="connsiteY35" fmla="*/ 14754 h 583603"/>
                <a:gd name="connsiteX36" fmla="*/ 109836 w 486882"/>
                <a:gd name="connsiteY36" fmla="*/ 13114 h 583603"/>
                <a:gd name="connsiteX37" fmla="*/ 109836 w 486882"/>
                <a:gd name="connsiteY37" fmla="*/ 9836 h 583603"/>
                <a:gd name="connsiteX38" fmla="*/ 113114 w 486882"/>
                <a:gd name="connsiteY38" fmla="*/ 9836 h 583603"/>
                <a:gd name="connsiteX39" fmla="*/ 118032 w 486882"/>
                <a:gd name="connsiteY39" fmla="*/ 9836 h 583603"/>
                <a:gd name="connsiteX40" fmla="*/ 121311 w 486882"/>
                <a:gd name="connsiteY40" fmla="*/ 6557 h 583603"/>
                <a:gd name="connsiteX41" fmla="*/ 124590 w 486882"/>
                <a:gd name="connsiteY41" fmla="*/ 6557 h 583603"/>
                <a:gd name="connsiteX42" fmla="*/ 129508 w 486882"/>
                <a:gd name="connsiteY42" fmla="*/ 4918 h 583603"/>
                <a:gd name="connsiteX43" fmla="*/ 132786 w 486882"/>
                <a:gd name="connsiteY43" fmla="*/ 4918 h 583603"/>
                <a:gd name="connsiteX44" fmla="*/ 136065 w 486882"/>
                <a:gd name="connsiteY44" fmla="*/ 4918 h 583603"/>
                <a:gd name="connsiteX45" fmla="*/ 140983 w 486882"/>
                <a:gd name="connsiteY45" fmla="*/ 4918 h 583603"/>
                <a:gd name="connsiteX46" fmla="*/ 144262 w 486882"/>
                <a:gd name="connsiteY46" fmla="*/ 4918 h 583603"/>
                <a:gd name="connsiteX47" fmla="*/ 147540 w 486882"/>
                <a:gd name="connsiteY47" fmla="*/ 4918 h 583603"/>
                <a:gd name="connsiteX48" fmla="*/ 150819 w 486882"/>
                <a:gd name="connsiteY48" fmla="*/ 6557 h 583603"/>
                <a:gd name="connsiteX49" fmla="*/ 152458 w 486882"/>
                <a:gd name="connsiteY49" fmla="*/ 3279 h 583603"/>
                <a:gd name="connsiteX50" fmla="*/ 155737 w 486882"/>
                <a:gd name="connsiteY50" fmla="*/ 0 h 583603"/>
                <a:gd name="connsiteX51" fmla="*/ 159016 w 486882"/>
                <a:gd name="connsiteY51" fmla="*/ 3279 h 583603"/>
                <a:gd name="connsiteX52" fmla="*/ 162294 w 486882"/>
                <a:gd name="connsiteY52" fmla="*/ 6557 h 583603"/>
                <a:gd name="connsiteX53" fmla="*/ 160655 w 486882"/>
                <a:gd name="connsiteY53" fmla="*/ 11476 h 583603"/>
                <a:gd name="connsiteX54" fmla="*/ 160655 w 486882"/>
                <a:gd name="connsiteY54" fmla="*/ 14754 h 583603"/>
                <a:gd name="connsiteX55" fmla="*/ 162294 w 486882"/>
                <a:gd name="connsiteY55" fmla="*/ 18033 h 583603"/>
                <a:gd name="connsiteX56" fmla="*/ 162294 w 486882"/>
                <a:gd name="connsiteY56" fmla="*/ 21311 h 583603"/>
                <a:gd name="connsiteX57" fmla="*/ 162294 w 486882"/>
                <a:gd name="connsiteY57" fmla="*/ 26229 h 583603"/>
                <a:gd name="connsiteX58" fmla="*/ 160655 w 486882"/>
                <a:gd name="connsiteY58" fmla="*/ 29508 h 583603"/>
                <a:gd name="connsiteX59" fmla="*/ 159016 w 486882"/>
                <a:gd name="connsiteY59" fmla="*/ 31147 h 583603"/>
                <a:gd name="connsiteX60" fmla="*/ 157376 w 486882"/>
                <a:gd name="connsiteY60" fmla="*/ 36066 h 583603"/>
                <a:gd name="connsiteX61" fmla="*/ 159016 w 486882"/>
                <a:gd name="connsiteY61" fmla="*/ 37705 h 583603"/>
                <a:gd name="connsiteX62" fmla="*/ 159016 w 486882"/>
                <a:gd name="connsiteY62" fmla="*/ 42623 h 583603"/>
                <a:gd name="connsiteX63" fmla="*/ 160655 w 486882"/>
                <a:gd name="connsiteY63" fmla="*/ 45901 h 583603"/>
                <a:gd name="connsiteX64" fmla="*/ 159016 w 486882"/>
                <a:gd name="connsiteY64" fmla="*/ 49180 h 583603"/>
                <a:gd name="connsiteX65" fmla="*/ 163934 w 486882"/>
                <a:gd name="connsiteY65" fmla="*/ 52459 h 583603"/>
                <a:gd name="connsiteX66" fmla="*/ 163934 w 486882"/>
                <a:gd name="connsiteY66" fmla="*/ 54098 h 583603"/>
                <a:gd name="connsiteX67" fmla="*/ 163934 w 486882"/>
                <a:gd name="connsiteY67" fmla="*/ 57377 h 583603"/>
                <a:gd name="connsiteX68" fmla="*/ 162294 w 486882"/>
                <a:gd name="connsiteY68" fmla="*/ 62295 h 583603"/>
                <a:gd name="connsiteX69" fmla="*/ 160655 w 486882"/>
                <a:gd name="connsiteY69" fmla="*/ 65573 h 583603"/>
                <a:gd name="connsiteX70" fmla="*/ 162294 w 486882"/>
                <a:gd name="connsiteY70" fmla="*/ 68852 h 583603"/>
                <a:gd name="connsiteX71" fmla="*/ 163934 w 486882"/>
                <a:gd name="connsiteY71" fmla="*/ 72131 h 583603"/>
                <a:gd name="connsiteX72" fmla="*/ 163934 w 486882"/>
                <a:gd name="connsiteY72" fmla="*/ 77049 h 583603"/>
                <a:gd name="connsiteX73" fmla="*/ 165573 w 486882"/>
                <a:gd name="connsiteY73" fmla="*/ 80327 h 583603"/>
                <a:gd name="connsiteX74" fmla="*/ 168852 w 486882"/>
                <a:gd name="connsiteY74" fmla="*/ 83606 h 583603"/>
                <a:gd name="connsiteX75" fmla="*/ 170491 w 486882"/>
                <a:gd name="connsiteY75" fmla="*/ 86885 h 583603"/>
                <a:gd name="connsiteX76" fmla="*/ 170491 w 486882"/>
                <a:gd name="connsiteY76" fmla="*/ 90164 h 583603"/>
                <a:gd name="connsiteX77" fmla="*/ 173770 w 486882"/>
                <a:gd name="connsiteY77" fmla="*/ 90164 h 583603"/>
                <a:gd name="connsiteX78" fmla="*/ 177048 w 486882"/>
                <a:gd name="connsiteY78" fmla="*/ 95081 h 583603"/>
                <a:gd name="connsiteX79" fmla="*/ 178688 w 486882"/>
                <a:gd name="connsiteY79" fmla="*/ 98360 h 583603"/>
                <a:gd name="connsiteX80" fmla="*/ 178688 w 486882"/>
                <a:gd name="connsiteY80" fmla="*/ 98360 h 583603"/>
                <a:gd name="connsiteX81" fmla="*/ 178688 w 486882"/>
                <a:gd name="connsiteY81" fmla="*/ 100000 h 583603"/>
                <a:gd name="connsiteX82" fmla="*/ 178688 w 486882"/>
                <a:gd name="connsiteY82" fmla="*/ 101639 h 583603"/>
                <a:gd name="connsiteX83" fmla="*/ 181966 w 486882"/>
                <a:gd name="connsiteY83" fmla="*/ 103278 h 583603"/>
                <a:gd name="connsiteX84" fmla="*/ 186885 w 486882"/>
                <a:gd name="connsiteY84" fmla="*/ 103278 h 583603"/>
                <a:gd name="connsiteX85" fmla="*/ 188524 w 486882"/>
                <a:gd name="connsiteY85" fmla="*/ 108196 h 583603"/>
                <a:gd name="connsiteX86" fmla="*/ 193442 w 486882"/>
                <a:gd name="connsiteY86" fmla="*/ 111475 h 583603"/>
                <a:gd name="connsiteX87" fmla="*/ 195081 w 486882"/>
                <a:gd name="connsiteY87" fmla="*/ 111475 h 583603"/>
                <a:gd name="connsiteX88" fmla="*/ 199999 w 486882"/>
                <a:gd name="connsiteY88" fmla="*/ 113114 h 583603"/>
                <a:gd name="connsiteX89" fmla="*/ 199999 w 486882"/>
                <a:gd name="connsiteY89" fmla="*/ 116393 h 583603"/>
                <a:gd name="connsiteX90" fmla="*/ 201638 w 486882"/>
                <a:gd name="connsiteY90" fmla="*/ 121311 h 583603"/>
                <a:gd name="connsiteX91" fmla="*/ 203278 w 486882"/>
                <a:gd name="connsiteY91" fmla="*/ 122950 h 583603"/>
                <a:gd name="connsiteX92" fmla="*/ 206557 w 486882"/>
                <a:gd name="connsiteY92" fmla="*/ 122950 h 583603"/>
                <a:gd name="connsiteX93" fmla="*/ 206557 w 486882"/>
                <a:gd name="connsiteY93" fmla="*/ 122950 h 583603"/>
                <a:gd name="connsiteX94" fmla="*/ 211475 w 486882"/>
                <a:gd name="connsiteY94" fmla="*/ 124590 h 583603"/>
                <a:gd name="connsiteX95" fmla="*/ 214753 w 486882"/>
                <a:gd name="connsiteY95" fmla="*/ 124590 h 583603"/>
                <a:gd name="connsiteX96" fmla="*/ 218032 w 486882"/>
                <a:gd name="connsiteY96" fmla="*/ 126229 h 583603"/>
                <a:gd name="connsiteX97" fmla="*/ 222950 w 486882"/>
                <a:gd name="connsiteY97" fmla="*/ 126229 h 583603"/>
                <a:gd name="connsiteX98" fmla="*/ 226229 w 486882"/>
                <a:gd name="connsiteY98" fmla="*/ 122950 h 583603"/>
                <a:gd name="connsiteX99" fmla="*/ 229507 w 486882"/>
                <a:gd name="connsiteY99" fmla="*/ 122950 h 583603"/>
                <a:gd name="connsiteX100" fmla="*/ 232786 w 486882"/>
                <a:gd name="connsiteY100" fmla="*/ 124590 h 583603"/>
                <a:gd name="connsiteX101" fmla="*/ 237704 w 486882"/>
                <a:gd name="connsiteY101" fmla="*/ 126229 h 583603"/>
                <a:gd name="connsiteX102" fmla="*/ 240982 w 486882"/>
                <a:gd name="connsiteY102" fmla="*/ 131147 h 583603"/>
                <a:gd name="connsiteX103" fmla="*/ 244261 w 486882"/>
                <a:gd name="connsiteY103" fmla="*/ 132786 h 583603"/>
                <a:gd name="connsiteX104" fmla="*/ 249179 w 486882"/>
                <a:gd name="connsiteY104" fmla="*/ 132786 h 583603"/>
                <a:gd name="connsiteX105" fmla="*/ 252458 w 486882"/>
                <a:gd name="connsiteY105" fmla="*/ 131147 h 583603"/>
                <a:gd name="connsiteX106" fmla="*/ 252458 w 486882"/>
                <a:gd name="connsiteY106" fmla="*/ 131147 h 583603"/>
                <a:gd name="connsiteX107" fmla="*/ 255737 w 486882"/>
                <a:gd name="connsiteY107" fmla="*/ 134426 h 583603"/>
                <a:gd name="connsiteX108" fmla="*/ 257376 w 486882"/>
                <a:gd name="connsiteY108" fmla="*/ 137704 h 583603"/>
                <a:gd name="connsiteX109" fmla="*/ 260655 w 486882"/>
                <a:gd name="connsiteY109" fmla="*/ 140983 h 583603"/>
                <a:gd name="connsiteX110" fmla="*/ 263933 w 486882"/>
                <a:gd name="connsiteY110" fmla="*/ 144261 h 583603"/>
                <a:gd name="connsiteX111" fmla="*/ 267212 w 486882"/>
                <a:gd name="connsiteY111" fmla="*/ 147540 h 583603"/>
                <a:gd name="connsiteX112" fmla="*/ 272130 w 486882"/>
                <a:gd name="connsiteY112" fmla="*/ 145901 h 583603"/>
                <a:gd name="connsiteX113" fmla="*/ 275409 w 486882"/>
                <a:gd name="connsiteY113" fmla="*/ 149180 h 583603"/>
                <a:gd name="connsiteX114" fmla="*/ 278687 w 486882"/>
                <a:gd name="connsiteY114" fmla="*/ 149180 h 583603"/>
                <a:gd name="connsiteX115" fmla="*/ 281966 w 486882"/>
                <a:gd name="connsiteY115" fmla="*/ 152458 h 583603"/>
                <a:gd name="connsiteX116" fmla="*/ 286884 w 486882"/>
                <a:gd name="connsiteY116" fmla="*/ 152458 h 583603"/>
                <a:gd name="connsiteX117" fmla="*/ 290163 w 486882"/>
                <a:gd name="connsiteY117" fmla="*/ 152458 h 583603"/>
                <a:gd name="connsiteX118" fmla="*/ 293441 w 486882"/>
                <a:gd name="connsiteY118" fmla="*/ 157376 h 583603"/>
                <a:gd name="connsiteX119" fmla="*/ 296720 w 486882"/>
                <a:gd name="connsiteY119" fmla="*/ 160655 h 583603"/>
                <a:gd name="connsiteX120" fmla="*/ 299999 w 486882"/>
                <a:gd name="connsiteY120" fmla="*/ 163934 h 583603"/>
                <a:gd name="connsiteX121" fmla="*/ 303277 w 486882"/>
                <a:gd name="connsiteY121" fmla="*/ 167213 h 583603"/>
                <a:gd name="connsiteX122" fmla="*/ 304917 w 486882"/>
                <a:gd name="connsiteY122" fmla="*/ 170491 h 583603"/>
                <a:gd name="connsiteX123" fmla="*/ 309835 w 486882"/>
                <a:gd name="connsiteY123" fmla="*/ 170491 h 583603"/>
                <a:gd name="connsiteX124" fmla="*/ 313113 w 486882"/>
                <a:gd name="connsiteY124" fmla="*/ 168851 h 583603"/>
                <a:gd name="connsiteX125" fmla="*/ 314753 w 486882"/>
                <a:gd name="connsiteY125" fmla="*/ 168851 h 583603"/>
                <a:gd name="connsiteX126" fmla="*/ 318031 w 486882"/>
                <a:gd name="connsiteY126" fmla="*/ 170491 h 583603"/>
                <a:gd name="connsiteX127" fmla="*/ 321310 w 486882"/>
                <a:gd name="connsiteY127" fmla="*/ 170491 h 583603"/>
                <a:gd name="connsiteX128" fmla="*/ 326228 w 486882"/>
                <a:gd name="connsiteY128" fmla="*/ 168851 h 583603"/>
                <a:gd name="connsiteX129" fmla="*/ 329507 w 486882"/>
                <a:gd name="connsiteY129" fmla="*/ 168851 h 583603"/>
                <a:gd name="connsiteX130" fmla="*/ 332785 w 486882"/>
                <a:gd name="connsiteY130" fmla="*/ 168851 h 583603"/>
                <a:gd name="connsiteX131" fmla="*/ 336064 w 486882"/>
                <a:gd name="connsiteY131" fmla="*/ 170491 h 583603"/>
                <a:gd name="connsiteX132" fmla="*/ 339343 w 486882"/>
                <a:gd name="connsiteY132" fmla="*/ 173770 h 583603"/>
                <a:gd name="connsiteX133" fmla="*/ 344261 w 486882"/>
                <a:gd name="connsiteY133" fmla="*/ 175409 h 583603"/>
                <a:gd name="connsiteX134" fmla="*/ 347539 w 486882"/>
                <a:gd name="connsiteY134" fmla="*/ 177048 h 583603"/>
                <a:gd name="connsiteX135" fmla="*/ 350818 w 486882"/>
                <a:gd name="connsiteY135" fmla="*/ 178688 h 583603"/>
                <a:gd name="connsiteX136" fmla="*/ 354097 w 486882"/>
                <a:gd name="connsiteY136" fmla="*/ 181966 h 583603"/>
                <a:gd name="connsiteX137" fmla="*/ 359015 w 486882"/>
                <a:gd name="connsiteY137" fmla="*/ 183606 h 583603"/>
                <a:gd name="connsiteX138" fmla="*/ 360654 w 486882"/>
                <a:gd name="connsiteY138" fmla="*/ 188524 h 583603"/>
                <a:gd name="connsiteX139" fmla="*/ 362294 w 486882"/>
                <a:gd name="connsiteY139" fmla="*/ 190163 h 583603"/>
                <a:gd name="connsiteX140" fmla="*/ 359015 w 486882"/>
                <a:gd name="connsiteY140" fmla="*/ 195081 h 583603"/>
                <a:gd name="connsiteX141" fmla="*/ 359015 w 486882"/>
                <a:gd name="connsiteY141" fmla="*/ 198360 h 583603"/>
                <a:gd name="connsiteX142" fmla="*/ 360654 w 486882"/>
                <a:gd name="connsiteY142" fmla="*/ 201638 h 583603"/>
                <a:gd name="connsiteX143" fmla="*/ 362294 w 486882"/>
                <a:gd name="connsiteY143" fmla="*/ 206557 h 583603"/>
                <a:gd name="connsiteX144" fmla="*/ 363933 w 486882"/>
                <a:gd name="connsiteY144" fmla="*/ 209835 h 583603"/>
                <a:gd name="connsiteX145" fmla="*/ 365572 w 486882"/>
                <a:gd name="connsiteY145" fmla="*/ 214753 h 583603"/>
                <a:gd name="connsiteX146" fmla="*/ 365572 w 486882"/>
                <a:gd name="connsiteY146" fmla="*/ 214753 h 583603"/>
                <a:gd name="connsiteX147" fmla="*/ 368851 w 486882"/>
                <a:gd name="connsiteY147" fmla="*/ 219671 h 583603"/>
                <a:gd name="connsiteX148" fmla="*/ 368851 w 486882"/>
                <a:gd name="connsiteY148" fmla="*/ 224589 h 583603"/>
                <a:gd name="connsiteX149" fmla="*/ 368851 w 486882"/>
                <a:gd name="connsiteY149" fmla="*/ 231147 h 583603"/>
                <a:gd name="connsiteX150" fmla="*/ 370490 w 486882"/>
                <a:gd name="connsiteY150" fmla="*/ 234425 h 583603"/>
                <a:gd name="connsiteX151" fmla="*/ 370490 w 486882"/>
                <a:gd name="connsiteY151" fmla="*/ 239343 h 583603"/>
                <a:gd name="connsiteX152" fmla="*/ 365572 w 486882"/>
                <a:gd name="connsiteY152" fmla="*/ 239343 h 583603"/>
                <a:gd name="connsiteX153" fmla="*/ 360654 w 486882"/>
                <a:gd name="connsiteY153" fmla="*/ 239343 h 583603"/>
                <a:gd name="connsiteX154" fmla="*/ 362294 w 486882"/>
                <a:gd name="connsiteY154" fmla="*/ 242622 h 583603"/>
                <a:gd name="connsiteX155" fmla="*/ 365572 w 486882"/>
                <a:gd name="connsiteY155" fmla="*/ 245901 h 583603"/>
                <a:gd name="connsiteX156" fmla="*/ 368851 w 486882"/>
                <a:gd name="connsiteY156" fmla="*/ 250818 h 583603"/>
                <a:gd name="connsiteX157" fmla="*/ 372129 w 486882"/>
                <a:gd name="connsiteY157" fmla="*/ 254097 h 583603"/>
                <a:gd name="connsiteX158" fmla="*/ 373769 w 486882"/>
                <a:gd name="connsiteY158" fmla="*/ 259015 h 583603"/>
                <a:gd name="connsiteX159" fmla="*/ 373769 w 486882"/>
                <a:gd name="connsiteY159" fmla="*/ 262294 h 583603"/>
                <a:gd name="connsiteX160" fmla="*/ 375408 w 486882"/>
                <a:gd name="connsiteY160" fmla="*/ 267212 h 583603"/>
                <a:gd name="connsiteX161" fmla="*/ 375408 w 486882"/>
                <a:gd name="connsiteY161" fmla="*/ 270491 h 583603"/>
                <a:gd name="connsiteX162" fmla="*/ 375408 w 486882"/>
                <a:gd name="connsiteY162" fmla="*/ 275408 h 583603"/>
                <a:gd name="connsiteX163" fmla="*/ 377047 w 486882"/>
                <a:gd name="connsiteY163" fmla="*/ 280327 h 583603"/>
                <a:gd name="connsiteX164" fmla="*/ 377047 w 486882"/>
                <a:gd name="connsiteY164" fmla="*/ 283605 h 583603"/>
                <a:gd name="connsiteX165" fmla="*/ 378687 w 486882"/>
                <a:gd name="connsiteY165" fmla="*/ 288523 h 583603"/>
                <a:gd name="connsiteX166" fmla="*/ 381966 w 486882"/>
                <a:gd name="connsiteY166" fmla="*/ 290163 h 583603"/>
                <a:gd name="connsiteX167" fmla="*/ 385244 w 486882"/>
                <a:gd name="connsiteY167" fmla="*/ 291802 h 583603"/>
                <a:gd name="connsiteX168" fmla="*/ 388523 w 486882"/>
                <a:gd name="connsiteY168" fmla="*/ 291802 h 583603"/>
                <a:gd name="connsiteX169" fmla="*/ 391802 w 486882"/>
                <a:gd name="connsiteY169" fmla="*/ 291802 h 583603"/>
                <a:gd name="connsiteX170" fmla="*/ 396719 w 486882"/>
                <a:gd name="connsiteY170" fmla="*/ 291802 h 583603"/>
                <a:gd name="connsiteX171" fmla="*/ 398359 w 486882"/>
                <a:gd name="connsiteY171" fmla="*/ 291802 h 583603"/>
                <a:gd name="connsiteX172" fmla="*/ 403277 w 486882"/>
                <a:gd name="connsiteY172" fmla="*/ 291802 h 583603"/>
                <a:gd name="connsiteX173" fmla="*/ 406556 w 486882"/>
                <a:gd name="connsiteY173" fmla="*/ 291802 h 583603"/>
                <a:gd name="connsiteX174" fmla="*/ 408195 w 486882"/>
                <a:gd name="connsiteY174" fmla="*/ 291802 h 583603"/>
                <a:gd name="connsiteX175" fmla="*/ 413113 w 486882"/>
                <a:gd name="connsiteY175" fmla="*/ 291802 h 583603"/>
                <a:gd name="connsiteX176" fmla="*/ 416392 w 486882"/>
                <a:gd name="connsiteY176" fmla="*/ 291802 h 583603"/>
                <a:gd name="connsiteX177" fmla="*/ 419670 w 486882"/>
                <a:gd name="connsiteY177" fmla="*/ 291802 h 583603"/>
                <a:gd name="connsiteX178" fmla="*/ 424588 w 486882"/>
                <a:gd name="connsiteY178" fmla="*/ 291802 h 583603"/>
                <a:gd name="connsiteX179" fmla="*/ 424588 w 486882"/>
                <a:gd name="connsiteY179" fmla="*/ 293441 h 583603"/>
                <a:gd name="connsiteX180" fmla="*/ 427867 w 486882"/>
                <a:gd name="connsiteY180" fmla="*/ 293441 h 583603"/>
                <a:gd name="connsiteX181" fmla="*/ 431146 w 486882"/>
                <a:gd name="connsiteY181" fmla="*/ 293441 h 583603"/>
                <a:gd name="connsiteX182" fmla="*/ 436064 w 486882"/>
                <a:gd name="connsiteY182" fmla="*/ 293441 h 583603"/>
                <a:gd name="connsiteX183" fmla="*/ 439342 w 486882"/>
                <a:gd name="connsiteY183" fmla="*/ 293441 h 583603"/>
                <a:gd name="connsiteX184" fmla="*/ 440982 w 486882"/>
                <a:gd name="connsiteY184" fmla="*/ 293441 h 583603"/>
                <a:gd name="connsiteX185" fmla="*/ 445900 w 486882"/>
                <a:gd name="connsiteY185" fmla="*/ 293441 h 583603"/>
                <a:gd name="connsiteX186" fmla="*/ 449178 w 486882"/>
                <a:gd name="connsiteY186" fmla="*/ 291802 h 583603"/>
                <a:gd name="connsiteX187" fmla="*/ 449178 w 486882"/>
                <a:gd name="connsiteY187" fmla="*/ 295081 h 583603"/>
                <a:gd name="connsiteX188" fmla="*/ 447539 w 486882"/>
                <a:gd name="connsiteY188" fmla="*/ 298359 h 583603"/>
                <a:gd name="connsiteX189" fmla="*/ 449178 w 486882"/>
                <a:gd name="connsiteY189" fmla="*/ 301638 h 583603"/>
                <a:gd name="connsiteX190" fmla="*/ 445900 w 486882"/>
                <a:gd name="connsiteY190" fmla="*/ 306556 h 583603"/>
                <a:gd name="connsiteX191" fmla="*/ 444260 w 486882"/>
                <a:gd name="connsiteY191" fmla="*/ 308195 h 583603"/>
                <a:gd name="connsiteX192" fmla="*/ 445900 w 486882"/>
                <a:gd name="connsiteY192" fmla="*/ 313113 h 583603"/>
                <a:gd name="connsiteX193" fmla="*/ 445900 w 486882"/>
                <a:gd name="connsiteY193" fmla="*/ 316392 h 583603"/>
                <a:gd name="connsiteX194" fmla="*/ 445900 w 486882"/>
                <a:gd name="connsiteY194" fmla="*/ 319671 h 583603"/>
                <a:gd name="connsiteX195" fmla="*/ 447539 w 486882"/>
                <a:gd name="connsiteY195" fmla="*/ 324588 h 583603"/>
                <a:gd name="connsiteX196" fmla="*/ 449178 w 486882"/>
                <a:gd name="connsiteY196" fmla="*/ 327867 h 583603"/>
                <a:gd name="connsiteX197" fmla="*/ 449178 w 486882"/>
                <a:gd name="connsiteY197" fmla="*/ 332785 h 583603"/>
                <a:gd name="connsiteX198" fmla="*/ 452457 w 486882"/>
                <a:gd name="connsiteY198" fmla="*/ 336064 h 583603"/>
                <a:gd name="connsiteX199" fmla="*/ 457375 w 486882"/>
                <a:gd name="connsiteY199" fmla="*/ 337703 h 583603"/>
                <a:gd name="connsiteX200" fmla="*/ 460654 w 486882"/>
                <a:gd name="connsiteY200" fmla="*/ 340982 h 583603"/>
                <a:gd name="connsiteX201" fmla="*/ 463932 w 486882"/>
                <a:gd name="connsiteY201" fmla="*/ 344261 h 583603"/>
                <a:gd name="connsiteX202" fmla="*/ 465572 w 486882"/>
                <a:gd name="connsiteY202" fmla="*/ 345900 h 583603"/>
                <a:gd name="connsiteX203" fmla="*/ 470490 w 486882"/>
                <a:gd name="connsiteY203" fmla="*/ 344261 h 583603"/>
                <a:gd name="connsiteX204" fmla="*/ 470490 w 486882"/>
                <a:gd name="connsiteY204" fmla="*/ 344261 h 583603"/>
                <a:gd name="connsiteX205" fmla="*/ 473768 w 486882"/>
                <a:gd name="connsiteY205" fmla="*/ 347540 h 583603"/>
                <a:gd name="connsiteX206" fmla="*/ 475408 w 486882"/>
                <a:gd name="connsiteY206" fmla="*/ 349179 h 583603"/>
                <a:gd name="connsiteX207" fmla="*/ 475408 w 486882"/>
                <a:gd name="connsiteY207" fmla="*/ 350818 h 583603"/>
                <a:gd name="connsiteX208" fmla="*/ 477047 w 486882"/>
                <a:gd name="connsiteY208" fmla="*/ 355736 h 583603"/>
                <a:gd name="connsiteX209" fmla="*/ 477047 w 486882"/>
                <a:gd name="connsiteY209" fmla="*/ 355736 h 583603"/>
                <a:gd name="connsiteX210" fmla="*/ 478686 w 486882"/>
                <a:gd name="connsiteY210" fmla="*/ 359015 h 583603"/>
                <a:gd name="connsiteX211" fmla="*/ 480326 w 486882"/>
                <a:gd name="connsiteY211" fmla="*/ 362294 h 583603"/>
                <a:gd name="connsiteX212" fmla="*/ 481965 w 486882"/>
                <a:gd name="connsiteY212" fmla="*/ 367211 h 583603"/>
                <a:gd name="connsiteX213" fmla="*/ 483604 w 486882"/>
                <a:gd name="connsiteY213" fmla="*/ 368851 h 583603"/>
                <a:gd name="connsiteX214" fmla="*/ 485244 w 486882"/>
                <a:gd name="connsiteY214" fmla="*/ 373769 h 583603"/>
                <a:gd name="connsiteX215" fmla="*/ 486883 w 486882"/>
                <a:gd name="connsiteY215" fmla="*/ 377047 h 583603"/>
                <a:gd name="connsiteX216" fmla="*/ 485244 w 486882"/>
                <a:gd name="connsiteY216" fmla="*/ 380326 h 583603"/>
                <a:gd name="connsiteX217" fmla="*/ 485244 w 486882"/>
                <a:gd name="connsiteY217" fmla="*/ 383605 h 583603"/>
                <a:gd name="connsiteX218" fmla="*/ 483604 w 486882"/>
                <a:gd name="connsiteY218" fmla="*/ 388523 h 583603"/>
                <a:gd name="connsiteX219" fmla="*/ 483604 w 486882"/>
                <a:gd name="connsiteY219" fmla="*/ 391801 h 583603"/>
                <a:gd name="connsiteX220" fmla="*/ 483604 w 486882"/>
                <a:gd name="connsiteY220" fmla="*/ 395080 h 583603"/>
                <a:gd name="connsiteX221" fmla="*/ 481965 w 486882"/>
                <a:gd name="connsiteY221" fmla="*/ 399998 h 583603"/>
                <a:gd name="connsiteX222" fmla="*/ 481965 w 486882"/>
                <a:gd name="connsiteY222" fmla="*/ 403277 h 583603"/>
                <a:gd name="connsiteX223" fmla="*/ 480326 w 486882"/>
                <a:gd name="connsiteY223" fmla="*/ 406555 h 583603"/>
                <a:gd name="connsiteX224" fmla="*/ 481965 w 486882"/>
                <a:gd name="connsiteY224" fmla="*/ 408195 h 583603"/>
                <a:gd name="connsiteX225" fmla="*/ 483604 w 486882"/>
                <a:gd name="connsiteY225" fmla="*/ 411474 h 583603"/>
                <a:gd name="connsiteX226" fmla="*/ 483604 w 486882"/>
                <a:gd name="connsiteY226" fmla="*/ 411474 h 583603"/>
                <a:gd name="connsiteX227" fmla="*/ 480326 w 486882"/>
                <a:gd name="connsiteY227" fmla="*/ 416391 h 583603"/>
                <a:gd name="connsiteX228" fmla="*/ 478686 w 486882"/>
                <a:gd name="connsiteY228" fmla="*/ 419670 h 583603"/>
                <a:gd name="connsiteX229" fmla="*/ 477047 w 486882"/>
                <a:gd name="connsiteY229" fmla="*/ 422949 h 583603"/>
                <a:gd name="connsiteX230" fmla="*/ 477047 w 486882"/>
                <a:gd name="connsiteY230" fmla="*/ 427867 h 583603"/>
                <a:gd name="connsiteX231" fmla="*/ 475408 w 486882"/>
                <a:gd name="connsiteY231" fmla="*/ 431145 h 583603"/>
                <a:gd name="connsiteX232" fmla="*/ 473768 w 486882"/>
                <a:gd name="connsiteY232" fmla="*/ 434424 h 583603"/>
                <a:gd name="connsiteX233" fmla="*/ 472129 w 486882"/>
                <a:gd name="connsiteY233" fmla="*/ 439342 h 583603"/>
                <a:gd name="connsiteX234" fmla="*/ 472129 w 486882"/>
                <a:gd name="connsiteY234" fmla="*/ 442621 h 583603"/>
                <a:gd name="connsiteX235" fmla="*/ 473768 w 486882"/>
                <a:gd name="connsiteY235" fmla="*/ 447539 h 583603"/>
                <a:gd name="connsiteX236" fmla="*/ 477047 w 486882"/>
                <a:gd name="connsiteY236" fmla="*/ 450818 h 583603"/>
                <a:gd name="connsiteX237" fmla="*/ 481965 w 486882"/>
                <a:gd name="connsiteY237" fmla="*/ 454096 h 583603"/>
                <a:gd name="connsiteX238" fmla="*/ 481965 w 486882"/>
                <a:gd name="connsiteY238" fmla="*/ 454096 h 583603"/>
                <a:gd name="connsiteX239" fmla="*/ 481965 w 486882"/>
                <a:gd name="connsiteY239" fmla="*/ 455735 h 583603"/>
                <a:gd name="connsiteX240" fmla="*/ 478686 w 486882"/>
                <a:gd name="connsiteY240" fmla="*/ 457375 h 583603"/>
                <a:gd name="connsiteX241" fmla="*/ 473768 w 486882"/>
                <a:gd name="connsiteY241" fmla="*/ 460654 h 583603"/>
                <a:gd name="connsiteX242" fmla="*/ 472129 w 486882"/>
                <a:gd name="connsiteY242" fmla="*/ 462293 h 583603"/>
                <a:gd name="connsiteX243" fmla="*/ 472129 w 486882"/>
                <a:gd name="connsiteY243" fmla="*/ 459014 h 583603"/>
                <a:gd name="connsiteX244" fmla="*/ 472129 w 486882"/>
                <a:gd name="connsiteY244" fmla="*/ 455735 h 583603"/>
                <a:gd name="connsiteX245" fmla="*/ 470490 w 486882"/>
                <a:gd name="connsiteY245" fmla="*/ 450818 h 583603"/>
                <a:gd name="connsiteX246" fmla="*/ 470490 w 486882"/>
                <a:gd name="connsiteY246" fmla="*/ 447539 h 583603"/>
                <a:gd name="connsiteX247" fmla="*/ 460654 w 486882"/>
                <a:gd name="connsiteY247" fmla="*/ 442621 h 583603"/>
                <a:gd name="connsiteX248" fmla="*/ 455736 w 486882"/>
                <a:gd name="connsiteY248" fmla="*/ 437703 h 583603"/>
                <a:gd name="connsiteX249" fmla="*/ 449178 w 486882"/>
                <a:gd name="connsiteY249" fmla="*/ 434424 h 583603"/>
                <a:gd name="connsiteX250" fmla="*/ 445900 w 486882"/>
                <a:gd name="connsiteY250" fmla="*/ 432785 h 583603"/>
                <a:gd name="connsiteX251" fmla="*/ 442621 w 486882"/>
                <a:gd name="connsiteY251" fmla="*/ 431145 h 583603"/>
                <a:gd name="connsiteX252" fmla="*/ 434424 w 486882"/>
                <a:gd name="connsiteY252" fmla="*/ 424588 h 583603"/>
                <a:gd name="connsiteX253" fmla="*/ 432785 w 486882"/>
                <a:gd name="connsiteY253" fmla="*/ 424588 h 583603"/>
                <a:gd name="connsiteX254" fmla="*/ 427867 w 486882"/>
                <a:gd name="connsiteY254" fmla="*/ 424588 h 583603"/>
                <a:gd name="connsiteX255" fmla="*/ 422949 w 486882"/>
                <a:gd name="connsiteY255" fmla="*/ 424588 h 583603"/>
                <a:gd name="connsiteX256" fmla="*/ 414752 w 486882"/>
                <a:gd name="connsiteY256" fmla="*/ 424588 h 583603"/>
                <a:gd name="connsiteX257" fmla="*/ 409834 w 486882"/>
                <a:gd name="connsiteY257" fmla="*/ 424588 h 583603"/>
                <a:gd name="connsiteX258" fmla="*/ 399998 w 486882"/>
                <a:gd name="connsiteY258" fmla="*/ 424588 h 583603"/>
                <a:gd name="connsiteX259" fmla="*/ 398359 w 486882"/>
                <a:gd name="connsiteY259" fmla="*/ 424588 h 583603"/>
                <a:gd name="connsiteX260" fmla="*/ 395080 w 486882"/>
                <a:gd name="connsiteY260" fmla="*/ 426228 h 583603"/>
                <a:gd name="connsiteX261" fmla="*/ 391802 w 486882"/>
                <a:gd name="connsiteY261" fmla="*/ 426228 h 583603"/>
                <a:gd name="connsiteX262" fmla="*/ 386884 w 486882"/>
                <a:gd name="connsiteY262" fmla="*/ 427867 h 583603"/>
                <a:gd name="connsiteX263" fmla="*/ 383605 w 486882"/>
                <a:gd name="connsiteY263" fmla="*/ 429506 h 583603"/>
                <a:gd name="connsiteX264" fmla="*/ 378687 w 486882"/>
                <a:gd name="connsiteY264" fmla="*/ 429506 h 583603"/>
                <a:gd name="connsiteX265" fmla="*/ 375408 w 486882"/>
                <a:gd name="connsiteY265" fmla="*/ 431145 h 583603"/>
                <a:gd name="connsiteX266" fmla="*/ 373769 w 486882"/>
                <a:gd name="connsiteY266" fmla="*/ 432785 h 583603"/>
                <a:gd name="connsiteX267" fmla="*/ 370490 w 486882"/>
                <a:gd name="connsiteY267" fmla="*/ 432785 h 583603"/>
                <a:gd name="connsiteX268" fmla="*/ 365572 w 486882"/>
                <a:gd name="connsiteY268" fmla="*/ 432785 h 583603"/>
                <a:gd name="connsiteX269" fmla="*/ 362294 w 486882"/>
                <a:gd name="connsiteY269" fmla="*/ 434424 h 583603"/>
                <a:gd name="connsiteX270" fmla="*/ 357375 w 486882"/>
                <a:gd name="connsiteY270" fmla="*/ 434424 h 583603"/>
                <a:gd name="connsiteX271" fmla="*/ 354097 w 486882"/>
                <a:gd name="connsiteY271" fmla="*/ 436064 h 583603"/>
                <a:gd name="connsiteX272" fmla="*/ 349179 w 486882"/>
                <a:gd name="connsiteY272" fmla="*/ 436064 h 583603"/>
                <a:gd name="connsiteX273" fmla="*/ 345900 w 486882"/>
                <a:gd name="connsiteY273" fmla="*/ 437703 h 583603"/>
                <a:gd name="connsiteX274" fmla="*/ 340982 w 486882"/>
                <a:gd name="connsiteY274" fmla="*/ 437703 h 583603"/>
                <a:gd name="connsiteX275" fmla="*/ 337703 w 486882"/>
                <a:gd name="connsiteY275" fmla="*/ 439342 h 583603"/>
                <a:gd name="connsiteX276" fmla="*/ 332785 w 486882"/>
                <a:gd name="connsiteY276" fmla="*/ 440981 h 583603"/>
                <a:gd name="connsiteX277" fmla="*/ 332785 w 486882"/>
                <a:gd name="connsiteY277" fmla="*/ 444260 h 583603"/>
                <a:gd name="connsiteX278" fmla="*/ 331146 w 486882"/>
                <a:gd name="connsiteY278" fmla="*/ 447539 h 583603"/>
                <a:gd name="connsiteX279" fmla="*/ 331146 w 486882"/>
                <a:gd name="connsiteY279" fmla="*/ 450818 h 583603"/>
                <a:gd name="connsiteX280" fmla="*/ 329507 w 486882"/>
                <a:gd name="connsiteY280" fmla="*/ 455735 h 583603"/>
                <a:gd name="connsiteX281" fmla="*/ 329507 w 486882"/>
                <a:gd name="connsiteY281" fmla="*/ 459014 h 583603"/>
                <a:gd name="connsiteX282" fmla="*/ 329507 w 486882"/>
                <a:gd name="connsiteY282" fmla="*/ 459014 h 583603"/>
                <a:gd name="connsiteX283" fmla="*/ 327867 w 486882"/>
                <a:gd name="connsiteY283" fmla="*/ 460654 h 583603"/>
                <a:gd name="connsiteX284" fmla="*/ 326228 w 486882"/>
                <a:gd name="connsiteY284" fmla="*/ 465572 h 583603"/>
                <a:gd name="connsiteX285" fmla="*/ 322949 w 486882"/>
                <a:gd name="connsiteY285" fmla="*/ 468850 h 583603"/>
                <a:gd name="connsiteX286" fmla="*/ 321310 w 486882"/>
                <a:gd name="connsiteY286" fmla="*/ 472129 h 583603"/>
                <a:gd name="connsiteX287" fmla="*/ 319671 w 486882"/>
                <a:gd name="connsiteY287" fmla="*/ 477047 h 583603"/>
                <a:gd name="connsiteX288" fmla="*/ 319671 w 486882"/>
                <a:gd name="connsiteY288" fmla="*/ 477047 h 583603"/>
                <a:gd name="connsiteX289" fmla="*/ 318031 w 486882"/>
                <a:gd name="connsiteY289" fmla="*/ 480325 h 583603"/>
                <a:gd name="connsiteX290" fmla="*/ 318031 w 486882"/>
                <a:gd name="connsiteY290" fmla="*/ 480325 h 583603"/>
                <a:gd name="connsiteX291" fmla="*/ 318031 w 486882"/>
                <a:gd name="connsiteY291" fmla="*/ 485244 h 583603"/>
                <a:gd name="connsiteX292" fmla="*/ 319671 w 486882"/>
                <a:gd name="connsiteY292" fmla="*/ 488522 h 583603"/>
                <a:gd name="connsiteX293" fmla="*/ 319671 w 486882"/>
                <a:gd name="connsiteY293" fmla="*/ 491801 h 583603"/>
                <a:gd name="connsiteX294" fmla="*/ 319671 w 486882"/>
                <a:gd name="connsiteY294" fmla="*/ 496719 h 583603"/>
                <a:gd name="connsiteX295" fmla="*/ 319671 w 486882"/>
                <a:gd name="connsiteY295" fmla="*/ 499998 h 583603"/>
                <a:gd name="connsiteX296" fmla="*/ 319671 w 486882"/>
                <a:gd name="connsiteY296" fmla="*/ 503277 h 583603"/>
                <a:gd name="connsiteX297" fmla="*/ 319671 w 486882"/>
                <a:gd name="connsiteY297" fmla="*/ 506555 h 583603"/>
                <a:gd name="connsiteX298" fmla="*/ 319671 w 486882"/>
                <a:gd name="connsiteY298" fmla="*/ 511473 h 583603"/>
                <a:gd name="connsiteX299" fmla="*/ 318031 w 486882"/>
                <a:gd name="connsiteY299" fmla="*/ 514752 h 583603"/>
                <a:gd name="connsiteX300" fmla="*/ 318031 w 486882"/>
                <a:gd name="connsiteY300" fmla="*/ 518031 h 583603"/>
                <a:gd name="connsiteX301" fmla="*/ 318031 w 486882"/>
                <a:gd name="connsiteY301" fmla="*/ 521309 h 583603"/>
                <a:gd name="connsiteX302" fmla="*/ 316392 w 486882"/>
                <a:gd name="connsiteY302" fmla="*/ 526227 h 583603"/>
                <a:gd name="connsiteX303" fmla="*/ 316392 w 486882"/>
                <a:gd name="connsiteY303" fmla="*/ 529506 h 583603"/>
                <a:gd name="connsiteX304" fmla="*/ 316392 w 486882"/>
                <a:gd name="connsiteY304" fmla="*/ 529506 h 583603"/>
                <a:gd name="connsiteX305" fmla="*/ 316392 w 486882"/>
                <a:gd name="connsiteY305" fmla="*/ 531145 h 583603"/>
                <a:gd name="connsiteX306" fmla="*/ 314753 w 486882"/>
                <a:gd name="connsiteY306" fmla="*/ 536063 h 583603"/>
                <a:gd name="connsiteX307" fmla="*/ 314753 w 486882"/>
                <a:gd name="connsiteY307" fmla="*/ 539342 h 583603"/>
                <a:gd name="connsiteX308" fmla="*/ 313113 w 486882"/>
                <a:gd name="connsiteY308" fmla="*/ 542621 h 583603"/>
                <a:gd name="connsiteX309" fmla="*/ 313113 w 486882"/>
                <a:gd name="connsiteY309" fmla="*/ 547538 h 583603"/>
                <a:gd name="connsiteX310" fmla="*/ 313113 w 486882"/>
                <a:gd name="connsiteY310" fmla="*/ 550817 h 583603"/>
                <a:gd name="connsiteX311" fmla="*/ 311474 w 486882"/>
                <a:gd name="connsiteY311" fmla="*/ 554096 h 583603"/>
                <a:gd name="connsiteX312" fmla="*/ 308195 w 486882"/>
                <a:gd name="connsiteY312" fmla="*/ 550817 h 583603"/>
                <a:gd name="connsiteX313" fmla="*/ 304917 w 486882"/>
                <a:gd name="connsiteY313" fmla="*/ 547538 h 583603"/>
                <a:gd name="connsiteX314" fmla="*/ 304917 w 486882"/>
                <a:gd name="connsiteY314" fmla="*/ 544260 h 583603"/>
                <a:gd name="connsiteX315" fmla="*/ 303277 w 486882"/>
                <a:gd name="connsiteY315" fmla="*/ 544260 h 583603"/>
                <a:gd name="connsiteX316" fmla="*/ 299999 w 486882"/>
                <a:gd name="connsiteY316" fmla="*/ 544260 h 583603"/>
                <a:gd name="connsiteX317" fmla="*/ 295081 w 486882"/>
                <a:gd name="connsiteY317" fmla="*/ 544260 h 583603"/>
                <a:gd name="connsiteX318" fmla="*/ 290163 w 486882"/>
                <a:gd name="connsiteY318" fmla="*/ 544260 h 583603"/>
                <a:gd name="connsiteX319" fmla="*/ 286884 w 486882"/>
                <a:gd name="connsiteY319" fmla="*/ 544260 h 583603"/>
                <a:gd name="connsiteX320" fmla="*/ 281966 w 486882"/>
                <a:gd name="connsiteY320" fmla="*/ 544260 h 583603"/>
                <a:gd name="connsiteX321" fmla="*/ 278687 w 486882"/>
                <a:gd name="connsiteY321" fmla="*/ 544260 h 583603"/>
                <a:gd name="connsiteX322" fmla="*/ 273769 w 486882"/>
                <a:gd name="connsiteY322" fmla="*/ 544260 h 583603"/>
                <a:gd name="connsiteX323" fmla="*/ 272130 w 486882"/>
                <a:gd name="connsiteY323" fmla="*/ 544260 h 583603"/>
                <a:gd name="connsiteX324" fmla="*/ 272130 w 486882"/>
                <a:gd name="connsiteY324" fmla="*/ 544260 h 583603"/>
                <a:gd name="connsiteX325" fmla="*/ 270491 w 486882"/>
                <a:gd name="connsiteY325" fmla="*/ 545899 h 583603"/>
                <a:gd name="connsiteX326" fmla="*/ 270491 w 486882"/>
                <a:gd name="connsiteY326" fmla="*/ 545899 h 583603"/>
                <a:gd name="connsiteX327" fmla="*/ 270491 w 486882"/>
                <a:gd name="connsiteY327" fmla="*/ 545899 h 583603"/>
                <a:gd name="connsiteX328" fmla="*/ 263933 w 486882"/>
                <a:gd name="connsiteY328" fmla="*/ 544260 h 583603"/>
                <a:gd name="connsiteX329" fmla="*/ 260655 w 486882"/>
                <a:gd name="connsiteY329" fmla="*/ 547538 h 583603"/>
                <a:gd name="connsiteX330" fmla="*/ 259015 w 486882"/>
                <a:gd name="connsiteY330" fmla="*/ 550817 h 583603"/>
                <a:gd name="connsiteX331" fmla="*/ 257376 w 486882"/>
                <a:gd name="connsiteY331" fmla="*/ 555735 h 583603"/>
                <a:gd name="connsiteX332" fmla="*/ 257376 w 486882"/>
                <a:gd name="connsiteY332" fmla="*/ 559014 h 583603"/>
                <a:gd name="connsiteX333" fmla="*/ 255737 w 486882"/>
                <a:gd name="connsiteY333" fmla="*/ 562292 h 583603"/>
                <a:gd name="connsiteX334" fmla="*/ 254097 w 486882"/>
                <a:gd name="connsiteY334" fmla="*/ 567211 h 583603"/>
                <a:gd name="connsiteX335" fmla="*/ 252458 w 486882"/>
                <a:gd name="connsiteY335" fmla="*/ 570489 h 583603"/>
                <a:gd name="connsiteX336" fmla="*/ 252458 w 486882"/>
                <a:gd name="connsiteY336" fmla="*/ 573768 h 583603"/>
                <a:gd name="connsiteX337" fmla="*/ 252458 w 486882"/>
                <a:gd name="connsiteY337" fmla="*/ 578686 h 583603"/>
                <a:gd name="connsiteX338" fmla="*/ 252458 w 486882"/>
                <a:gd name="connsiteY338" fmla="*/ 581965 h 583603"/>
                <a:gd name="connsiteX339" fmla="*/ 252458 w 486882"/>
                <a:gd name="connsiteY339" fmla="*/ 581965 h 583603"/>
                <a:gd name="connsiteX340" fmla="*/ 252458 w 486882"/>
                <a:gd name="connsiteY340" fmla="*/ 581965 h 583603"/>
                <a:gd name="connsiteX341" fmla="*/ 250819 w 486882"/>
                <a:gd name="connsiteY341" fmla="*/ 578686 h 583603"/>
                <a:gd name="connsiteX342" fmla="*/ 247540 w 486882"/>
                <a:gd name="connsiteY342" fmla="*/ 575407 h 583603"/>
                <a:gd name="connsiteX343" fmla="*/ 247540 w 486882"/>
                <a:gd name="connsiteY343" fmla="*/ 573768 h 583603"/>
                <a:gd name="connsiteX344" fmla="*/ 245901 w 486882"/>
                <a:gd name="connsiteY344" fmla="*/ 572128 h 583603"/>
                <a:gd name="connsiteX345" fmla="*/ 245901 w 486882"/>
                <a:gd name="connsiteY345" fmla="*/ 568850 h 583603"/>
                <a:gd name="connsiteX346" fmla="*/ 242622 w 486882"/>
                <a:gd name="connsiteY346" fmla="*/ 565571 h 583603"/>
                <a:gd name="connsiteX347" fmla="*/ 242622 w 486882"/>
                <a:gd name="connsiteY347" fmla="*/ 560653 h 583603"/>
                <a:gd name="connsiteX348" fmla="*/ 240982 w 486882"/>
                <a:gd name="connsiteY348" fmla="*/ 557374 h 583603"/>
                <a:gd name="connsiteX349" fmla="*/ 239343 w 486882"/>
                <a:gd name="connsiteY349" fmla="*/ 554096 h 583603"/>
                <a:gd name="connsiteX350" fmla="*/ 234425 w 486882"/>
                <a:gd name="connsiteY350" fmla="*/ 550817 h 583603"/>
                <a:gd name="connsiteX351" fmla="*/ 232786 w 486882"/>
                <a:gd name="connsiteY351" fmla="*/ 552457 h 583603"/>
                <a:gd name="connsiteX352" fmla="*/ 229507 w 486882"/>
                <a:gd name="connsiteY352" fmla="*/ 549178 h 583603"/>
                <a:gd name="connsiteX353" fmla="*/ 226229 w 486882"/>
                <a:gd name="connsiteY353" fmla="*/ 549178 h 583603"/>
                <a:gd name="connsiteX354" fmla="*/ 222950 w 486882"/>
                <a:gd name="connsiteY354" fmla="*/ 547538 h 583603"/>
                <a:gd name="connsiteX355" fmla="*/ 219671 w 486882"/>
                <a:gd name="connsiteY355" fmla="*/ 547538 h 583603"/>
                <a:gd name="connsiteX356" fmla="*/ 214753 w 486882"/>
                <a:gd name="connsiteY356" fmla="*/ 547538 h 583603"/>
                <a:gd name="connsiteX357" fmla="*/ 213114 w 486882"/>
                <a:gd name="connsiteY357" fmla="*/ 547538 h 583603"/>
                <a:gd name="connsiteX358" fmla="*/ 208196 w 486882"/>
                <a:gd name="connsiteY358" fmla="*/ 547538 h 583603"/>
                <a:gd name="connsiteX359" fmla="*/ 203278 w 486882"/>
                <a:gd name="connsiteY359" fmla="*/ 547538 h 583603"/>
                <a:gd name="connsiteX360" fmla="*/ 199999 w 486882"/>
                <a:gd name="connsiteY360" fmla="*/ 547538 h 583603"/>
                <a:gd name="connsiteX361" fmla="*/ 199999 w 486882"/>
                <a:gd name="connsiteY361" fmla="*/ 547538 h 583603"/>
                <a:gd name="connsiteX362" fmla="*/ 196720 w 486882"/>
                <a:gd name="connsiteY362" fmla="*/ 549178 h 583603"/>
                <a:gd name="connsiteX363" fmla="*/ 193442 w 486882"/>
                <a:gd name="connsiteY363" fmla="*/ 549178 h 583603"/>
                <a:gd name="connsiteX364" fmla="*/ 190163 w 486882"/>
                <a:gd name="connsiteY364" fmla="*/ 544260 h 583603"/>
                <a:gd name="connsiteX365" fmla="*/ 186885 w 486882"/>
                <a:gd name="connsiteY365" fmla="*/ 540981 h 583603"/>
                <a:gd name="connsiteX366" fmla="*/ 181966 w 486882"/>
                <a:gd name="connsiteY366" fmla="*/ 539342 h 583603"/>
                <a:gd name="connsiteX367" fmla="*/ 178688 w 486882"/>
                <a:gd name="connsiteY367" fmla="*/ 536063 h 583603"/>
                <a:gd name="connsiteX368" fmla="*/ 173770 w 486882"/>
                <a:gd name="connsiteY368" fmla="*/ 534424 h 583603"/>
                <a:gd name="connsiteX369" fmla="*/ 173770 w 486882"/>
                <a:gd name="connsiteY369" fmla="*/ 537702 h 583603"/>
                <a:gd name="connsiteX370" fmla="*/ 173770 w 486882"/>
                <a:gd name="connsiteY370" fmla="*/ 540981 h 583603"/>
                <a:gd name="connsiteX371" fmla="*/ 173770 w 486882"/>
                <a:gd name="connsiteY371" fmla="*/ 545899 h 583603"/>
                <a:gd name="connsiteX372" fmla="*/ 172130 w 486882"/>
                <a:gd name="connsiteY372" fmla="*/ 549178 h 583603"/>
                <a:gd name="connsiteX373" fmla="*/ 168852 w 486882"/>
                <a:gd name="connsiteY373" fmla="*/ 549178 h 583603"/>
                <a:gd name="connsiteX374" fmla="*/ 165573 w 486882"/>
                <a:gd name="connsiteY374" fmla="*/ 550817 h 583603"/>
                <a:gd name="connsiteX375" fmla="*/ 160655 w 486882"/>
                <a:gd name="connsiteY375" fmla="*/ 554096 h 583603"/>
                <a:gd name="connsiteX376" fmla="*/ 157376 w 486882"/>
                <a:gd name="connsiteY376" fmla="*/ 555735 h 583603"/>
                <a:gd name="connsiteX377" fmla="*/ 157376 w 486882"/>
                <a:gd name="connsiteY377" fmla="*/ 559014 h 583603"/>
                <a:gd name="connsiteX378" fmla="*/ 155737 w 486882"/>
                <a:gd name="connsiteY378" fmla="*/ 562292 h 583603"/>
                <a:gd name="connsiteX379" fmla="*/ 152458 w 486882"/>
                <a:gd name="connsiteY379" fmla="*/ 563932 h 583603"/>
                <a:gd name="connsiteX380" fmla="*/ 149180 w 486882"/>
                <a:gd name="connsiteY380" fmla="*/ 568850 h 583603"/>
                <a:gd name="connsiteX381" fmla="*/ 149180 w 486882"/>
                <a:gd name="connsiteY381" fmla="*/ 572128 h 583603"/>
                <a:gd name="connsiteX382" fmla="*/ 145901 w 486882"/>
                <a:gd name="connsiteY382" fmla="*/ 577047 h 583603"/>
                <a:gd name="connsiteX383" fmla="*/ 144262 w 486882"/>
                <a:gd name="connsiteY383" fmla="*/ 580325 h 583603"/>
                <a:gd name="connsiteX384" fmla="*/ 139344 w 486882"/>
                <a:gd name="connsiteY384" fmla="*/ 581965 h 583603"/>
                <a:gd name="connsiteX385" fmla="*/ 136065 w 486882"/>
                <a:gd name="connsiteY385" fmla="*/ 581965 h 583603"/>
                <a:gd name="connsiteX386" fmla="*/ 131147 w 486882"/>
                <a:gd name="connsiteY386" fmla="*/ 583604 h 583603"/>
                <a:gd name="connsiteX387" fmla="*/ 127868 w 486882"/>
                <a:gd name="connsiteY387" fmla="*/ 583604 h 583603"/>
                <a:gd name="connsiteX388" fmla="*/ 122950 w 486882"/>
                <a:gd name="connsiteY388" fmla="*/ 581965 h 583603"/>
                <a:gd name="connsiteX389" fmla="*/ 119672 w 486882"/>
                <a:gd name="connsiteY389" fmla="*/ 581965 h 583603"/>
                <a:gd name="connsiteX390" fmla="*/ 116393 w 486882"/>
                <a:gd name="connsiteY390" fmla="*/ 577047 h 583603"/>
                <a:gd name="connsiteX391" fmla="*/ 116393 w 486882"/>
                <a:gd name="connsiteY391" fmla="*/ 573768 h 583603"/>
                <a:gd name="connsiteX392" fmla="*/ 116393 w 486882"/>
                <a:gd name="connsiteY392" fmla="*/ 568850 h 583603"/>
                <a:gd name="connsiteX393" fmla="*/ 116393 w 486882"/>
                <a:gd name="connsiteY393" fmla="*/ 565571 h 583603"/>
                <a:gd name="connsiteX394" fmla="*/ 114754 w 486882"/>
                <a:gd name="connsiteY394" fmla="*/ 562292 h 583603"/>
                <a:gd name="connsiteX395" fmla="*/ 111475 w 486882"/>
                <a:gd name="connsiteY395" fmla="*/ 557374 h 583603"/>
                <a:gd name="connsiteX396" fmla="*/ 113114 w 486882"/>
                <a:gd name="connsiteY396" fmla="*/ 554096 h 583603"/>
                <a:gd name="connsiteX397" fmla="*/ 109836 w 486882"/>
                <a:gd name="connsiteY397" fmla="*/ 550817 h 583603"/>
                <a:gd name="connsiteX398" fmla="*/ 109836 w 486882"/>
                <a:gd name="connsiteY398" fmla="*/ 545899 h 583603"/>
                <a:gd name="connsiteX399" fmla="*/ 106557 w 486882"/>
                <a:gd name="connsiteY399" fmla="*/ 542621 h 583603"/>
                <a:gd name="connsiteX400" fmla="*/ 104918 w 486882"/>
                <a:gd name="connsiteY400" fmla="*/ 539342 h 583603"/>
                <a:gd name="connsiteX401" fmla="*/ 104918 w 486882"/>
                <a:gd name="connsiteY401" fmla="*/ 536063 h 583603"/>
                <a:gd name="connsiteX402" fmla="*/ 103278 w 486882"/>
                <a:gd name="connsiteY402" fmla="*/ 531145 h 583603"/>
                <a:gd name="connsiteX403" fmla="*/ 100000 w 486882"/>
                <a:gd name="connsiteY403" fmla="*/ 527867 h 583603"/>
                <a:gd name="connsiteX404" fmla="*/ 98360 w 486882"/>
                <a:gd name="connsiteY404" fmla="*/ 524588 h 583603"/>
                <a:gd name="connsiteX405" fmla="*/ 98360 w 486882"/>
                <a:gd name="connsiteY405" fmla="*/ 519670 h 583603"/>
                <a:gd name="connsiteX406" fmla="*/ 98360 w 486882"/>
                <a:gd name="connsiteY406" fmla="*/ 516391 h 583603"/>
                <a:gd name="connsiteX407" fmla="*/ 98360 w 486882"/>
                <a:gd name="connsiteY407" fmla="*/ 513112 h 583603"/>
                <a:gd name="connsiteX408" fmla="*/ 95082 w 486882"/>
                <a:gd name="connsiteY408" fmla="*/ 509834 h 583603"/>
                <a:gd name="connsiteX409" fmla="*/ 95082 w 486882"/>
                <a:gd name="connsiteY409" fmla="*/ 509834 h 583603"/>
                <a:gd name="connsiteX410" fmla="*/ 95082 w 486882"/>
                <a:gd name="connsiteY410" fmla="*/ 508194 h 583603"/>
                <a:gd name="connsiteX411" fmla="*/ 93442 w 486882"/>
                <a:gd name="connsiteY411" fmla="*/ 506555 h 583603"/>
                <a:gd name="connsiteX412" fmla="*/ 91803 w 486882"/>
                <a:gd name="connsiteY412" fmla="*/ 503277 h 583603"/>
                <a:gd name="connsiteX413" fmla="*/ 88524 w 486882"/>
                <a:gd name="connsiteY413" fmla="*/ 499998 h 583603"/>
                <a:gd name="connsiteX414" fmla="*/ 85245 w 486882"/>
                <a:gd name="connsiteY414" fmla="*/ 496719 h 583603"/>
                <a:gd name="connsiteX415" fmla="*/ 81967 w 486882"/>
                <a:gd name="connsiteY415" fmla="*/ 496719 h 583603"/>
                <a:gd name="connsiteX416" fmla="*/ 80328 w 486882"/>
                <a:gd name="connsiteY416" fmla="*/ 493440 h 583603"/>
                <a:gd name="connsiteX417" fmla="*/ 80328 w 486882"/>
                <a:gd name="connsiteY417" fmla="*/ 488522 h 583603"/>
                <a:gd name="connsiteX418" fmla="*/ 81967 w 486882"/>
                <a:gd name="connsiteY418" fmla="*/ 485244 h 583603"/>
                <a:gd name="connsiteX419" fmla="*/ 80328 w 486882"/>
                <a:gd name="connsiteY419" fmla="*/ 481965 h 583603"/>
                <a:gd name="connsiteX420" fmla="*/ 77049 w 486882"/>
                <a:gd name="connsiteY420" fmla="*/ 478687 h 583603"/>
                <a:gd name="connsiteX421" fmla="*/ 72131 w 486882"/>
                <a:gd name="connsiteY421" fmla="*/ 477047 h 583603"/>
                <a:gd name="connsiteX422" fmla="*/ 70492 w 486882"/>
                <a:gd name="connsiteY422" fmla="*/ 472129 h 583603"/>
                <a:gd name="connsiteX423" fmla="*/ 73770 w 486882"/>
                <a:gd name="connsiteY423" fmla="*/ 468850 h 583603"/>
                <a:gd name="connsiteX424" fmla="*/ 72131 w 486882"/>
                <a:gd name="connsiteY424" fmla="*/ 463932 h 583603"/>
                <a:gd name="connsiteX425" fmla="*/ 68852 w 486882"/>
                <a:gd name="connsiteY425" fmla="*/ 460654 h 583603"/>
                <a:gd name="connsiteX426" fmla="*/ 72131 w 486882"/>
                <a:gd name="connsiteY426" fmla="*/ 459014 h 583603"/>
                <a:gd name="connsiteX427" fmla="*/ 75410 w 486882"/>
                <a:gd name="connsiteY427" fmla="*/ 457375 h 583603"/>
                <a:gd name="connsiteX428" fmla="*/ 77049 w 486882"/>
                <a:gd name="connsiteY428" fmla="*/ 455735 h 583603"/>
                <a:gd name="connsiteX429" fmla="*/ 77049 w 486882"/>
                <a:gd name="connsiteY429" fmla="*/ 452457 h 583603"/>
                <a:gd name="connsiteX430" fmla="*/ 75410 w 486882"/>
                <a:gd name="connsiteY430" fmla="*/ 447539 h 583603"/>
                <a:gd name="connsiteX431" fmla="*/ 73770 w 486882"/>
                <a:gd name="connsiteY431" fmla="*/ 447539 h 583603"/>
                <a:gd name="connsiteX432" fmla="*/ 70492 w 486882"/>
                <a:gd name="connsiteY432" fmla="*/ 444260 h 583603"/>
                <a:gd name="connsiteX433" fmla="*/ 72131 w 486882"/>
                <a:gd name="connsiteY433" fmla="*/ 440981 h 583603"/>
                <a:gd name="connsiteX434" fmla="*/ 73770 w 486882"/>
                <a:gd name="connsiteY434" fmla="*/ 436064 h 583603"/>
                <a:gd name="connsiteX435" fmla="*/ 73770 w 486882"/>
                <a:gd name="connsiteY435" fmla="*/ 436064 h 583603"/>
                <a:gd name="connsiteX436" fmla="*/ 75410 w 486882"/>
                <a:gd name="connsiteY436" fmla="*/ 432785 h 583603"/>
                <a:gd name="connsiteX437" fmla="*/ 77049 w 486882"/>
                <a:gd name="connsiteY437" fmla="*/ 427867 h 583603"/>
                <a:gd name="connsiteX438" fmla="*/ 72131 w 486882"/>
                <a:gd name="connsiteY438" fmla="*/ 424588 h 583603"/>
                <a:gd name="connsiteX439" fmla="*/ 68852 w 486882"/>
                <a:gd name="connsiteY439" fmla="*/ 422949 h 583603"/>
                <a:gd name="connsiteX440" fmla="*/ 65573 w 486882"/>
                <a:gd name="connsiteY440" fmla="*/ 419670 h 583603"/>
                <a:gd name="connsiteX441" fmla="*/ 62295 w 486882"/>
                <a:gd name="connsiteY441" fmla="*/ 416391 h 583603"/>
                <a:gd name="connsiteX442" fmla="*/ 59016 w 486882"/>
                <a:gd name="connsiteY442" fmla="*/ 413113 h 583603"/>
                <a:gd name="connsiteX443" fmla="*/ 57377 w 486882"/>
                <a:gd name="connsiteY443" fmla="*/ 413113 h 583603"/>
                <a:gd name="connsiteX444" fmla="*/ 55738 w 486882"/>
                <a:gd name="connsiteY444" fmla="*/ 408195 h 583603"/>
                <a:gd name="connsiteX445" fmla="*/ 55738 w 486882"/>
                <a:gd name="connsiteY445" fmla="*/ 404916 h 583603"/>
                <a:gd name="connsiteX446" fmla="*/ 54098 w 486882"/>
                <a:gd name="connsiteY446" fmla="*/ 401637 h 583603"/>
                <a:gd name="connsiteX447" fmla="*/ 52459 w 486882"/>
                <a:gd name="connsiteY447" fmla="*/ 396720 h 583603"/>
                <a:gd name="connsiteX448" fmla="*/ 50820 w 486882"/>
                <a:gd name="connsiteY448" fmla="*/ 393441 h 583603"/>
                <a:gd name="connsiteX449" fmla="*/ 50820 w 486882"/>
                <a:gd name="connsiteY449" fmla="*/ 391801 h 583603"/>
                <a:gd name="connsiteX450" fmla="*/ 50820 w 486882"/>
                <a:gd name="connsiteY450" fmla="*/ 386884 h 583603"/>
                <a:gd name="connsiteX451" fmla="*/ 49180 w 486882"/>
                <a:gd name="connsiteY451" fmla="*/ 383605 h 583603"/>
                <a:gd name="connsiteX452" fmla="*/ 47541 w 486882"/>
                <a:gd name="connsiteY452" fmla="*/ 380326 h 583603"/>
                <a:gd name="connsiteX453" fmla="*/ 45901 w 486882"/>
                <a:gd name="connsiteY453" fmla="*/ 377047 h 583603"/>
                <a:gd name="connsiteX454" fmla="*/ 44262 w 486882"/>
                <a:gd name="connsiteY454" fmla="*/ 372130 h 583603"/>
                <a:gd name="connsiteX455" fmla="*/ 47541 w 486882"/>
                <a:gd name="connsiteY455" fmla="*/ 368851 h 583603"/>
                <a:gd name="connsiteX456" fmla="*/ 45901 w 486882"/>
                <a:gd name="connsiteY456" fmla="*/ 368851 h 583603"/>
                <a:gd name="connsiteX457" fmla="*/ 40983 w 486882"/>
                <a:gd name="connsiteY457" fmla="*/ 367211 h 583603"/>
                <a:gd name="connsiteX458" fmla="*/ 37705 w 486882"/>
                <a:gd name="connsiteY458" fmla="*/ 365572 h 583603"/>
                <a:gd name="connsiteX459" fmla="*/ 36065 w 486882"/>
                <a:gd name="connsiteY459" fmla="*/ 360654 h 583603"/>
                <a:gd name="connsiteX460" fmla="*/ 36065 w 486882"/>
                <a:gd name="connsiteY460" fmla="*/ 357375 h 583603"/>
                <a:gd name="connsiteX461" fmla="*/ 32787 w 486882"/>
                <a:gd name="connsiteY461" fmla="*/ 354097 h 583603"/>
                <a:gd name="connsiteX462" fmla="*/ 29508 w 486882"/>
                <a:gd name="connsiteY462" fmla="*/ 349179 h 583603"/>
                <a:gd name="connsiteX463" fmla="*/ 27869 w 486882"/>
                <a:gd name="connsiteY463" fmla="*/ 347540 h 583603"/>
                <a:gd name="connsiteX464" fmla="*/ 27869 w 486882"/>
                <a:gd name="connsiteY464" fmla="*/ 345900 h 583603"/>
                <a:gd name="connsiteX465" fmla="*/ 27869 w 486882"/>
                <a:gd name="connsiteY465" fmla="*/ 344261 h 583603"/>
                <a:gd name="connsiteX466" fmla="*/ 27869 w 486882"/>
                <a:gd name="connsiteY466" fmla="*/ 340982 h 583603"/>
                <a:gd name="connsiteX467" fmla="*/ 24590 w 486882"/>
                <a:gd name="connsiteY467" fmla="*/ 337703 h 583603"/>
                <a:gd name="connsiteX468" fmla="*/ 21311 w 486882"/>
                <a:gd name="connsiteY468" fmla="*/ 336064 h 583603"/>
                <a:gd name="connsiteX469" fmla="*/ 21311 w 486882"/>
                <a:gd name="connsiteY469" fmla="*/ 334425 h 583603"/>
                <a:gd name="connsiteX470" fmla="*/ 22951 w 486882"/>
                <a:gd name="connsiteY470" fmla="*/ 331146 h 583603"/>
                <a:gd name="connsiteX471" fmla="*/ 26229 w 486882"/>
                <a:gd name="connsiteY471" fmla="*/ 327867 h 583603"/>
                <a:gd name="connsiteX472" fmla="*/ 29508 w 486882"/>
                <a:gd name="connsiteY472" fmla="*/ 326228 h 583603"/>
                <a:gd name="connsiteX473" fmla="*/ 31148 w 486882"/>
                <a:gd name="connsiteY473" fmla="*/ 321310 h 583603"/>
                <a:gd name="connsiteX474" fmla="*/ 32787 w 486882"/>
                <a:gd name="connsiteY474" fmla="*/ 318031 h 583603"/>
                <a:gd name="connsiteX475" fmla="*/ 36065 w 486882"/>
                <a:gd name="connsiteY475" fmla="*/ 314753 h 583603"/>
                <a:gd name="connsiteX476" fmla="*/ 39344 w 486882"/>
                <a:gd name="connsiteY476" fmla="*/ 309835 h 583603"/>
                <a:gd name="connsiteX477" fmla="*/ 42623 w 486882"/>
                <a:gd name="connsiteY477" fmla="*/ 308195 h 583603"/>
                <a:gd name="connsiteX478" fmla="*/ 40983 w 486882"/>
                <a:gd name="connsiteY478" fmla="*/ 304917 h 583603"/>
                <a:gd name="connsiteX479" fmla="*/ 40983 w 486882"/>
                <a:gd name="connsiteY479" fmla="*/ 303277 h 583603"/>
                <a:gd name="connsiteX480" fmla="*/ 40983 w 486882"/>
                <a:gd name="connsiteY480" fmla="*/ 301638 h 583603"/>
                <a:gd name="connsiteX481" fmla="*/ 44262 w 486882"/>
                <a:gd name="connsiteY481" fmla="*/ 296720 h 583603"/>
                <a:gd name="connsiteX482" fmla="*/ 47541 w 486882"/>
                <a:gd name="connsiteY482" fmla="*/ 295081 h 583603"/>
                <a:gd name="connsiteX483" fmla="*/ 45901 w 486882"/>
                <a:gd name="connsiteY483" fmla="*/ 291802 h 583603"/>
                <a:gd name="connsiteX484" fmla="*/ 42623 w 486882"/>
                <a:gd name="connsiteY484" fmla="*/ 288523 h 583603"/>
                <a:gd name="connsiteX485" fmla="*/ 42623 w 486882"/>
                <a:gd name="connsiteY485" fmla="*/ 288523 h 583603"/>
                <a:gd name="connsiteX486" fmla="*/ 39344 w 486882"/>
                <a:gd name="connsiteY486" fmla="*/ 288523 h 583603"/>
                <a:gd name="connsiteX487" fmla="*/ 37705 w 486882"/>
                <a:gd name="connsiteY487" fmla="*/ 288523 h 583603"/>
                <a:gd name="connsiteX488" fmla="*/ 32787 w 486882"/>
                <a:gd name="connsiteY488" fmla="*/ 286884 h 583603"/>
                <a:gd name="connsiteX489" fmla="*/ 31148 w 486882"/>
                <a:gd name="connsiteY489" fmla="*/ 283605 h 583603"/>
                <a:gd name="connsiteX490" fmla="*/ 29508 w 486882"/>
                <a:gd name="connsiteY490" fmla="*/ 278687 h 583603"/>
                <a:gd name="connsiteX491" fmla="*/ 27869 w 486882"/>
                <a:gd name="connsiteY491" fmla="*/ 275408 h 583603"/>
                <a:gd name="connsiteX492" fmla="*/ 27869 w 486882"/>
                <a:gd name="connsiteY492" fmla="*/ 273769 h 583603"/>
                <a:gd name="connsiteX493" fmla="*/ 26229 w 486882"/>
                <a:gd name="connsiteY493" fmla="*/ 270491 h 583603"/>
                <a:gd name="connsiteX494" fmla="*/ 24590 w 486882"/>
                <a:gd name="connsiteY494" fmla="*/ 265573 h 583603"/>
                <a:gd name="connsiteX495" fmla="*/ 22951 w 486882"/>
                <a:gd name="connsiteY495" fmla="*/ 262294 h 583603"/>
                <a:gd name="connsiteX496" fmla="*/ 24590 w 486882"/>
                <a:gd name="connsiteY496" fmla="*/ 257376 h 583603"/>
                <a:gd name="connsiteX497" fmla="*/ 24590 w 486882"/>
                <a:gd name="connsiteY497" fmla="*/ 255737 h 583603"/>
                <a:gd name="connsiteX498" fmla="*/ 27869 w 486882"/>
                <a:gd name="connsiteY498" fmla="*/ 252458 h 583603"/>
                <a:gd name="connsiteX499" fmla="*/ 27869 w 486882"/>
                <a:gd name="connsiteY499" fmla="*/ 249179 h 583603"/>
                <a:gd name="connsiteX500" fmla="*/ 31148 w 486882"/>
                <a:gd name="connsiteY500" fmla="*/ 245901 h 583603"/>
                <a:gd name="connsiteX501" fmla="*/ 29508 w 486882"/>
                <a:gd name="connsiteY501" fmla="*/ 242622 h 583603"/>
                <a:gd name="connsiteX502" fmla="*/ 24590 w 486882"/>
                <a:gd name="connsiteY502" fmla="*/ 239343 h 583603"/>
                <a:gd name="connsiteX503" fmla="*/ 22951 w 486882"/>
                <a:gd name="connsiteY503" fmla="*/ 234425 h 583603"/>
                <a:gd name="connsiteX504" fmla="*/ 21311 w 486882"/>
                <a:gd name="connsiteY504" fmla="*/ 232786 h 583603"/>
                <a:gd name="connsiteX505" fmla="*/ 21311 w 486882"/>
                <a:gd name="connsiteY505" fmla="*/ 229507 h 583603"/>
                <a:gd name="connsiteX506" fmla="*/ 22951 w 486882"/>
                <a:gd name="connsiteY506" fmla="*/ 224589 h 583603"/>
                <a:gd name="connsiteX507" fmla="*/ 26229 w 486882"/>
                <a:gd name="connsiteY507" fmla="*/ 222950 h 583603"/>
                <a:gd name="connsiteX508" fmla="*/ 24590 w 486882"/>
                <a:gd name="connsiteY508" fmla="*/ 218032 h 583603"/>
                <a:gd name="connsiteX509" fmla="*/ 27869 w 486882"/>
                <a:gd name="connsiteY509" fmla="*/ 214753 h 583603"/>
                <a:gd name="connsiteX510" fmla="*/ 29508 w 486882"/>
                <a:gd name="connsiteY510" fmla="*/ 211474 h 583603"/>
                <a:gd name="connsiteX511" fmla="*/ 34426 w 486882"/>
                <a:gd name="connsiteY511" fmla="*/ 208196 h 583603"/>
                <a:gd name="connsiteX512" fmla="*/ 32787 w 486882"/>
                <a:gd name="connsiteY512" fmla="*/ 204917 h 583603"/>
                <a:gd name="connsiteX513" fmla="*/ 34426 w 486882"/>
                <a:gd name="connsiteY513" fmla="*/ 199999 h 583603"/>
                <a:gd name="connsiteX514" fmla="*/ 37705 w 486882"/>
                <a:gd name="connsiteY514" fmla="*/ 196720 h 583603"/>
                <a:gd name="connsiteX515" fmla="*/ 36065 w 486882"/>
                <a:gd name="connsiteY515" fmla="*/ 193442 h 583603"/>
                <a:gd name="connsiteX516" fmla="*/ 32787 w 486882"/>
                <a:gd name="connsiteY516" fmla="*/ 188524 h 583603"/>
                <a:gd name="connsiteX517" fmla="*/ 32787 w 486882"/>
                <a:gd name="connsiteY517" fmla="*/ 185245 h 583603"/>
                <a:gd name="connsiteX518" fmla="*/ 31148 w 486882"/>
                <a:gd name="connsiteY518" fmla="*/ 181966 h 583603"/>
                <a:gd name="connsiteX519" fmla="*/ 29508 w 486882"/>
                <a:gd name="connsiteY519" fmla="*/ 178688 h 583603"/>
                <a:gd name="connsiteX520" fmla="*/ 31148 w 486882"/>
                <a:gd name="connsiteY520" fmla="*/ 173770 h 583603"/>
                <a:gd name="connsiteX521" fmla="*/ 31148 w 486882"/>
                <a:gd name="connsiteY521" fmla="*/ 170491 h 583603"/>
                <a:gd name="connsiteX522" fmla="*/ 31148 w 486882"/>
                <a:gd name="connsiteY522" fmla="*/ 167213 h 583603"/>
                <a:gd name="connsiteX523" fmla="*/ 31148 w 486882"/>
                <a:gd name="connsiteY523" fmla="*/ 163934 h 583603"/>
                <a:gd name="connsiteX524" fmla="*/ 31148 w 486882"/>
                <a:gd name="connsiteY524" fmla="*/ 159016 h 583603"/>
                <a:gd name="connsiteX525" fmla="*/ 31148 w 486882"/>
                <a:gd name="connsiteY525" fmla="*/ 155737 h 583603"/>
                <a:gd name="connsiteX526" fmla="*/ 29508 w 486882"/>
                <a:gd name="connsiteY526" fmla="*/ 152458 h 583603"/>
                <a:gd name="connsiteX527" fmla="*/ 29508 w 486882"/>
                <a:gd name="connsiteY527" fmla="*/ 147540 h 583603"/>
                <a:gd name="connsiteX528" fmla="*/ 29508 w 486882"/>
                <a:gd name="connsiteY528" fmla="*/ 145901 h 583603"/>
                <a:gd name="connsiteX529" fmla="*/ 29508 w 486882"/>
                <a:gd name="connsiteY529" fmla="*/ 142622 h 583603"/>
                <a:gd name="connsiteX530" fmla="*/ 31148 w 486882"/>
                <a:gd name="connsiteY530" fmla="*/ 139344 h 583603"/>
                <a:gd name="connsiteX531" fmla="*/ 34426 w 486882"/>
                <a:gd name="connsiteY531" fmla="*/ 134426 h 583603"/>
                <a:gd name="connsiteX532" fmla="*/ 37705 w 486882"/>
                <a:gd name="connsiteY532" fmla="*/ 132786 h 583603"/>
                <a:gd name="connsiteX533" fmla="*/ 37705 w 486882"/>
                <a:gd name="connsiteY533" fmla="*/ 127868 h 583603"/>
                <a:gd name="connsiteX534" fmla="*/ 39344 w 486882"/>
                <a:gd name="connsiteY534" fmla="*/ 124590 h 583603"/>
                <a:gd name="connsiteX535" fmla="*/ 39344 w 486882"/>
                <a:gd name="connsiteY535" fmla="*/ 124590 h 583603"/>
                <a:gd name="connsiteX536" fmla="*/ 39344 w 486882"/>
                <a:gd name="connsiteY536" fmla="*/ 122950 h 583603"/>
                <a:gd name="connsiteX537" fmla="*/ 36065 w 486882"/>
                <a:gd name="connsiteY537" fmla="*/ 119671 h 583603"/>
                <a:gd name="connsiteX538" fmla="*/ 34426 w 486882"/>
                <a:gd name="connsiteY538" fmla="*/ 116393 h 583603"/>
                <a:gd name="connsiteX539" fmla="*/ 32787 w 486882"/>
                <a:gd name="connsiteY539" fmla="*/ 111475 h 583603"/>
                <a:gd name="connsiteX540" fmla="*/ 31148 w 486882"/>
                <a:gd name="connsiteY540" fmla="*/ 108196 h 583603"/>
                <a:gd name="connsiteX541" fmla="*/ 29508 w 486882"/>
                <a:gd name="connsiteY541" fmla="*/ 104917 h 583603"/>
                <a:gd name="connsiteX542" fmla="*/ 26229 w 486882"/>
                <a:gd name="connsiteY542" fmla="*/ 100000 h 583603"/>
                <a:gd name="connsiteX543" fmla="*/ 24590 w 486882"/>
                <a:gd name="connsiteY543" fmla="*/ 96721 h 583603"/>
                <a:gd name="connsiteX544" fmla="*/ 22951 w 486882"/>
                <a:gd name="connsiteY544" fmla="*/ 93442 h 583603"/>
                <a:gd name="connsiteX545" fmla="*/ 19672 w 486882"/>
                <a:gd name="connsiteY545" fmla="*/ 90164 h 583603"/>
                <a:gd name="connsiteX546" fmla="*/ 18033 w 486882"/>
                <a:gd name="connsiteY546" fmla="*/ 85246 h 583603"/>
                <a:gd name="connsiteX547" fmla="*/ 16393 w 486882"/>
                <a:gd name="connsiteY547" fmla="*/ 81967 h 583603"/>
                <a:gd name="connsiteX548" fmla="*/ 14754 w 486882"/>
                <a:gd name="connsiteY548" fmla="*/ 78688 h 583603"/>
                <a:gd name="connsiteX549" fmla="*/ 11475 w 486882"/>
                <a:gd name="connsiteY549" fmla="*/ 75410 h 583603"/>
                <a:gd name="connsiteX550" fmla="*/ 9836 w 486882"/>
                <a:gd name="connsiteY550" fmla="*/ 70491 h 583603"/>
                <a:gd name="connsiteX551" fmla="*/ 6557 w 486882"/>
                <a:gd name="connsiteY551" fmla="*/ 67213 h 583603"/>
                <a:gd name="connsiteX552" fmla="*/ 4918 w 486882"/>
                <a:gd name="connsiteY552" fmla="*/ 63934 h 583603"/>
                <a:gd name="connsiteX553" fmla="*/ 3279 w 486882"/>
                <a:gd name="connsiteY553" fmla="*/ 60656 h 583603"/>
                <a:gd name="connsiteX554" fmla="*/ 0 w 486882"/>
                <a:gd name="connsiteY554" fmla="*/ 55737 h 58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</a:cxnLst>
              <a:rect l="l" t="t" r="r" b="b"/>
              <a:pathLst>
                <a:path w="486882" h="583603">
                  <a:moveTo>
                    <a:pt x="0" y="55737"/>
                  </a:moveTo>
                  <a:lnTo>
                    <a:pt x="4918" y="55737"/>
                  </a:lnTo>
                  <a:lnTo>
                    <a:pt x="8197" y="55737"/>
                  </a:lnTo>
                  <a:lnTo>
                    <a:pt x="11475" y="55737"/>
                  </a:lnTo>
                  <a:lnTo>
                    <a:pt x="14754" y="57377"/>
                  </a:lnTo>
                  <a:lnTo>
                    <a:pt x="19672" y="57377"/>
                  </a:lnTo>
                  <a:lnTo>
                    <a:pt x="22951" y="59016"/>
                  </a:lnTo>
                  <a:lnTo>
                    <a:pt x="26229" y="59016"/>
                  </a:lnTo>
                  <a:lnTo>
                    <a:pt x="31148" y="57377"/>
                  </a:lnTo>
                  <a:lnTo>
                    <a:pt x="32787" y="59016"/>
                  </a:lnTo>
                  <a:lnTo>
                    <a:pt x="31148" y="62295"/>
                  </a:lnTo>
                  <a:lnTo>
                    <a:pt x="34426" y="63934"/>
                  </a:lnTo>
                  <a:lnTo>
                    <a:pt x="39344" y="62295"/>
                  </a:lnTo>
                  <a:lnTo>
                    <a:pt x="42623" y="60656"/>
                  </a:lnTo>
                  <a:lnTo>
                    <a:pt x="45901" y="59016"/>
                  </a:lnTo>
                  <a:lnTo>
                    <a:pt x="49180" y="57377"/>
                  </a:lnTo>
                  <a:lnTo>
                    <a:pt x="52459" y="54098"/>
                  </a:lnTo>
                  <a:lnTo>
                    <a:pt x="54098" y="50820"/>
                  </a:lnTo>
                  <a:lnTo>
                    <a:pt x="55738" y="45901"/>
                  </a:lnTo>
                  <a:lnTo>
                    <a:pt x="59016" y="42623"/>
                  </a:lnTo>
                  <a:lnTo>
                    <a:pt x="62295" y="44262"/>
                  </a:lnTo>
                  <a:lnTo>
                    <a:pt x="67213" y="44262"/>
                  </a:lnTo>
                  <a:lnTo>
                    <a:pt x="70492" y="45901"/>
                  </a:lnTo>
                  <a:lnTo>
                    <a:pt x="72131" y="44262"/>
                  </a:lnTo>
                  <a:lnTo>
                    <a:pt x="72131" y="40983"/>
                  </a:lnTo>
                  <a:lnTo>
                    <a:pt x="75410" y="37705"/>
                  </a:lnTo>
                  <a:lnTo>
                    <a:pt x="78688" y="34426"/>
                  </a:lnTo>
                  <a:lnTo>
                    <a:pt x="81967" y="31147"/>
                  </a:lnTo>
                  <a:lnTo>
                    <a:pt x="85245" y="31147"/>
                  </a:lnTo>
                  <a:lnTo>
                    <a:pt x="88524" y="27869"/>
                  </a:lnTo>
                  <a:lnTo>
                    <a:pt x="90164" y="27869"/>
                  </a:lnTo>
                  <a:lnTo>
                    <a:pt x="95082" y="26229"/>
                  </a:lnTo>
                  <a:lnTo>
                    <a:pt x="98360" y="22951"/>
                  </a:lnTo>
                  <a:lnTo>
                    <a:pt x="101639" y="18033"/>
                  </a:lnTo>
                  <a:lnTo>
                    <a:pt x="104918" y="14754"/>
                  </a:lnTo>
                  <a:lnTo>
                    <a:pt x="104918" y="14754"/>
                  </a:lnTo>
                  <a:lnTo>
                    <a:pt x="109836" y="13114"/>
                  </a:lnTo>
                  <a:lnTo>
                    <a:pt x="109836" y="9836"/>
                  </a:lnTo>
                  <a:lnTo>
                    <a:pt x="113114" y="9836"/>
                  </a:lnTo>
                  <a:lnTo>
                    <a:pt x="118032" y="9836"/>
                  </a:lnTo>
                  <a:lnTo>
                    <a:pt x="121311" y="6557"/>
                  </a:lnTo>
                  <a:lnTo>
                    <a:pt x="124590" y="6557"/>
                  </a:lnTo>
                  <a:lnTo>
                    <a:pt x="129508" y="4918"/>
                  </a:lnTo>
                  <a:lnTo>
                    <a:pt x="132786" y="4918"/>
                  </a:lnTo>
                  <a:lnTo>
                    <a:pt x="136065" y="4918"/>
                  </a:lnTo>
                  <a:lnTo>
                    <a:pt x="140983" y="4918"/>
                  </a:lnTo>
                  <a:lnTo>
                    <a:pt x="144262" y="4918"/>
                  </a:lnTo>
                  <a:lnTo>
                    <a:pt x="147540" y="4918"/>
                  </a:lnTo>
                  <a:lnTo>
                    <a:pt x="150819" y="6557"/>
                  </a:lnTo>
                  <a:lnTo>
                    <a:pt x="152458" y="3279"/>
                  </a:lnTo>
                  <a:lnTo>
                    <a:pt x="155737" y="0"/>
                  </a:lnTo>
                  <a:lnTo>
                    <a:pt x="159016" y="3279"/>
                  </a:lnTo>
                  <a:lnTo>
                    <a:pt x="162294" y="6557"/>
                  </a:lnTo>
                  <a:lnTo>
                    <a:pt x="160655" y="11476"/>
                  </a:lnTo>
                  <a:lnTo>
                    <a:pt x="160655" y="14754"/>
                  </a:lnTo>
                  <a:lnTo>
                    <a:pt x="162294" y="18033"/>
                  </a:lnTo>
                  <a:lnTo>
                    <a:pt x="162294" y="21311"/>
                  </a:lnTo>
                  <a:lnTo>
                    <a:pt x="162294" y="26229"/>
                  </a:lnTo>
                  <a:lnTo>
                    <a:pt x="160655" y="29508"/>
                  </a:lnTo>
                  <a:lnTo>
                    <a:pt x="159016" y="31147"/>
                  </a:lnTo>
                  <a:lnTo>
                    <a:pt x="157376" y="36066"/>
                  </a:lnTo>
                  <a:lnTo>
                    <a:pt x="159016" y="37705"/>
                  </a:lnTo>
                  <a:lnTo>
                    <a:pt x="159016" y="42623"/>
                  </a:lnTo>
                  <a:lnTo>
                    <a:pt x="160655" y="45901"/>
                  </a:lnTo>
                  <a:lnTo>
                    <a:pt x="159016" y="49180"/>
                  </a:lnTo>
                  <a:lnTo>
                    <a:pt x="163934" y="52459"/>
                  </a:lnTo>
                  <a:lnTo>
                    <a:pt x="163934" y="54098"/>
                  </a:lnTo>
                  <a:lnTo>
                    <a:pt x="163934" y="57377"/>
                  </a:lnTo>
                  <a:lnTo>
                    <a:pt x="162294" y="62295"/>
                  </a:lnTo>
                  <a:lnTo>
                    <a:pt x="160655" y="65573"/>
                  </a:lnTo>
                  <a:lnTo>
                    <a:pt x="162294" y="68852"/>
                  </a:lnTo>
                  <a:lnTo>
                    <a:pt x="163934" y="72131"/>
                  </a:lnTo>
                  <a:lnTo>
                    <a:pt x="163934" y="77049"/>
                  </a:lnTo>
                  <a:lnTo>
                    <a:pt x="165573" y="80327"/>
                  </a:lnTo>
                  <a:lnTo>
                    <a:pt x="168852" y="83606"/>
                  </a:lnTo>
                  <a:lnTo>
                    <a:pt x="170491" y="86885"/>
                  </a:lnTo>
                  <a:lnTo>
                    <a:pt x="170491" y="90164"/>
                  </a:lnTo>
                  <a:lnTo>
                    <a:pt x="173770" y="90164"/>
                  </a:lnTo>
                  <a:lnTo>
                    <a:pt x="177048" y="95081"/>
                  </a:lnTo>
                  <a:lnTo>
                    <a:pt x="178688" y="98360"/>
                  </a:lnTo>
                  <a:lnTo>
                    <a:pt x="178688" y="98360"/>
                  </a:lnTo>
                  <a:lnTo>
                    <a:pt x="178688" y="100000"/>
                  </a:lnTo>
                  <a:lnTo>
                    <a:pt x="178688" y="101639"/>
                  </a:lnTo>
                  <a:lnTo>
                    <a:pt x="181966" y="103278"/>
                  </a:lnTo>
                  <a:lnTo>
                    <a:pt x="186885" y="103278"/>
                  </a:lnTo>
                  <a:lnTo>
                    <a:pt x="188524" y="108196"/>
                  </a:lnTo>
                  <a:lnTo>
                    <a:pt x="193442" y="111475"/>
                  </a:lnTo>
                  <a:lnTo>
                    <a:pt x="195081" y="111475"/>
                  </a:lnTo>
                  <a:lnTo>
                    <a:pt x="199999" y="113114"/>
                  </a:lnTo>
                  <a:lnTo>
                    <a:pt x="199999" y="116393"/>
                  </a:lnTo>
                  <a:lnTo>
                    <a:pt x="201638" y="121311"/>
                  </a:lnTo>
                  <a:lnTo>
                    <a:pt x="203278" y="122950"/>
                  </a:lnTo>
                  <a:lnTo>
                    <a:pt x="206557" y="122950"/>
                  </a:lnTo>
                  <a:lnTo>
                    <a:pt x="206557" y="122950"/>
                  </a:lnTo>
                  <a:lnTo>
                    <a:pt x="211475" y="124590"/>
                  </a:lnTo>
                  <a:lnTo>
                    <a:pt x="214753" y="124590"/>
                  </a:lnTo>
                  <a:lnTo>
                    <a:pt x="218032" y="126229"/>
                  </a:lnTo>
                  <a:lnTo>
                    <a:pt x="222950" y="126229"/>
                  </a:lnTo>
                  <a:lnTo>
                    <a:pt x="226229" y="122950"/>
                  </a:lnTo>
                  <a:lnTo>
                    <a:pt x="229507" y="122950"/>
                  </a:lnTo>
                  <a:lnTo>
                    <a:pt x="232786" y="124590"/>
                  </a:lnTo>
                  <a:lnTo>
                    <a:pt x="237704" y="126229"/>
                  </a:lnTo>
                  <a:lnTo>
                    <a:pt x="240982" y="131147"/>
                  </a:lnTo>
                  <a:lnTo>
                    <a:pt x="244261" y="132786"/>
                  </a:lnTo>
                  <a:lnTo>
                    <a:pt x="249179" y="132786"/>
                  </a:lnTo>
                  <a:lnTo>
                    <a:pt x="252458" y="131147"/>
                  </a:lnTo>
                  <a:lnTo>
                    <a:pt x="252458" y="131147"/>
                  </a:lnTo>
                  <a:lnTo>
                    <a:pt x="255737" y="134426"/>
                  </a:lnTo>
                  <a:lnTo>
                    <a:pt x="257376" y="137704"/>
                  </a:lnTo>
                  <a:lnTo>
                    <a:pt x="260655" y="140983"/>
                  </a:lnTo>
                  <a:lnTo>
                    <a:pt x="263933" y="144261"/>
                  </a:lnTo>
                  <a:lnTo>
                    <a:pt x="267212" y="147540"/>
                  </a:lnTo>
                  <a:lnTo>
                    <a:pt x="272130" y="145901"/>
                  </a:lnTo>
                  <a:lnTo>
                    <a:pt x="275409" y="149180"/>
                  </a:lnTo>
                  <a:lnTo>
                    <a:pt x="278687" y="149180"/>
                  </a:lnTo>
                  <a:lnTo>
                    <a:pt x="281966" y="152458"/>
                  </a:lnTo>
                  <a:lnTo>
                    <a:pt x="286884" y="152458"/>
                  </a:lnTo>
                  <a:lnTo>
                    <a:pt x="290163" y="152458"/>
                  </a:lnTo>
                  <a:lnTo>
                    <a:pt x="293441" y="157376"/>
                  </a:lnTo>
                  <a:lnTo>
                    <a:pt x="296720" y="160655"/>
                  </a:lnTo>
                  <a:lnTo>
                    <a:pt x="299999" y="163934"/>
                  </a:lnTo>
                  <a:lnTo>
                    <a:pt x="303277" y="167213"/>
                  </a:lnTo>
                  <a:lnTo>
                    <a:pt x="304917" y="170491"/>
                  </a:lnTo>
                  <a:lnTo>
                    <a:pt x="309835" y="170491"/>
                  </a:lnTo>
                  <a:lnTo>
                    <a:pt x="313113" y="168851"/>
                  </a:lnTo>
                  <a:lnTo>
                    <a:pt x="314753" y="168851"/>
                  </a:lnTo>
                  <a:lnTo>
                    <a:pt x="318031" y="170491"/>
                  </a:lnTo>
                  <a:lnTo>
                    <a:pt x="321310" y="170491"/>
                  </a:lnTo>
                  <a:lnTo>
                    <a:pt x="326228" y="168851"/>
                  </a:lnTo>
                  <a:lnTo>
                    <a:pt x="329507" y="168851"/>
                  </a:lnTo>
                  <a:lnTo>
                    <a:pt x="332785" y="168851"/>
                  </a:lnTo>
                  <a:lnTo>
                    <a:pt x="336064" y="170491"/>
                  </a:lnTo>
                  <a:lnTo>
                    <a:pt x="339343" y="173770"/>
                  </a:lnTo>
                  <a:lnTo>
                    <a:pt x="344261" y="175409"/>
                  </a:lnTo>
                  <a:lnTo>
                    <a:pt x="347539" y="177048"/>
                  </a:lnTo>
                  <a:lnTo>
                    <a:pt x="350818" y="178688"/>
                  </a:lnTo>
                  <a:lnTo>
                    <a:pt x="354097" y="181966"/>
                  </a:lnTo>
                  <a:lnTo>
                    <a:pt x="359015" y="183606"/>
                  </a:lnTo>
                  <a:lnTo>
                    <a:pt x="360654" y="188524"/>
                  </a:lnTo>
                  <a:lnTo>
                    <a:pt x="362294" y="190163"/>
                  </a:lnTo>
                  <a:lnTo>
                    <a:pt x="359015" y="195081"/>
                  </a:lnTo>
                  <a:lnTo>
                    <a:pt x="359015" y="198360"/>
                  </a:lnTo>
                  <a:lnTo>
                    <a:pt x="360654" y="201638"/>
                  </a:lnTo>
                  <a:lnTo>
                    <a:pt x="362294" y="206557"/>
                  </a:lnTo>
                  <a:lnTo>
                    <a:pt x="363933" y="209835"/>
                  </a:lnTo>
                  <a:lnTo>
                    <a:pt x="365572" y="214753"/>
                  </a:lnTo>
                  <a:lnTo>
                    <a:pt x="365572" y="214753"/>
                  </a:lnTo>
                  <a:lnTo>
                    <a:pt x="368851" y="219671"/>
                  </a:lnTo>
                  <a:lnTo>
                    <a:pt x="368851" y="224589"/>
                  </a:lnTo>
                  <a:lnTo>
                    <a:pt x="368851" y="231147"/>
                  </a:lnTo>
                  <a:lnTo>
                    <a:pt x="370490" y="234425"/>
                  </a:lnTo>
                  <a:lnTo>
                    <a:pt x="370490" y="239343"/>
                  </a:lnTo>
                  <a:lnTo>
                    <a:pt x="365572" y="239343"/>
                  </a:lnTo>
                  <a:lnTo>
                    <a:pt x="360654" y="239343"/>
                  </a:lnTo>
                  <a:lnTo>
                    <a:pt x="362294" y="242622"/>
                  </a:lnTo>
                  <a:lnTo>
                    <a:pt x="365572" y="245901"/>
                  </a:lnTo>
                  <a:lnTo>
                    <a:pt x="368851" y="250818"/>
                  </a:lnTo>
                  <a:lnTo>
                    <a:pt x="372129" y="254097"/>
                  </a:lnTo>
                  <a:lnTo>
                    <a:pt x="373769" y="259015"/>
                  </a:lnTo>
                  <a:lnTo>
                    <a:pt x="373769" y="262294"/>
                  </a:lnTo>
                  <a:lnTo>
                    <a:pt x="375408" y="267212"/>
                  </a:lnTo>
                  <a:lnTo>
                    <a:pt x="375408" y="270491"/>
                  </a:lnTo>
                  <a:lnTo>
                    <a:pt x="375408" y="275408"/>
                  </a:lnTo>
                  <a:lnTo>
                    <a:pt x="377047" y="280327"/>
                  </a:lnTo>
                  <a:lnTo>
                    <a:pt x="377047" y="283605"/>
                  </a:lnTo>
                  <a:lnTo>
                    <a:pt x="378687" y="288523"/>
                  </a:lnTo>
                  <a:lnTo>
                    <a:pt x="381966" y="290163"/>
                  </a:lnTo>
                  <a:lnTo>
                    <a:pt x="385244" y="291802"/>
                  </a:lnTo>
                  <a:lnTo>
                    <a:pt x="388523" y="291802"/>
                  </a:lnTo>
                  <a:lnTo>
                    <a:pt x="391802" y="291802"/>
                  </a:lnTo>
                  <a:lnTo>
                    <a:pt x="396719" y="291802"/>
                  </a:lnTo>
                  <a:lnTo>
                    <a:pt x="398359" y="291802"/>
                  </a:lnTo>
                  <a:lnTo>
                    <a:pt x="403277" y="291802"/>
                  </a:lnTo>
                  <a:lnTo>
                    <a:pt x="406556" y="291802"/>
                  </a:lnTo>
                  <a:lnTo>
                    <a:pt x="408195" y="291802"/>
                  </a:lnTo>
                  <a:lnTo>
                    <a:pt x="413113" y="291802"/>
                  </a:lnTo>
                  <a:lnTo>
                    <a:pt x="416392" y="291802"/>
                  </a:lnTo>
                  <a:lnTo>
                    <a:pt x="419670" y="291802"/>
                  </a:lnTo>
                  <a:lnTo>
                    <a:pt x="424588" y="291802"/>
                  </a:lnTo>
                  <a:lnTo>
                    <a:pt x="424588" y="293441"/>
                  </a:lnTo>
                  <a:lnTo>
                    <a:pt x="427867" y="293441"/>
                  </a:lnTo>
                  <a:lnTo>
                    <a:pt x="431146" y="293441"/>
                  </a:lnTo>
                  <a:lnTo>
                    <a:pt x="436064" y="293441"/>
                  </a:lnTo>
                  <a:lnTo>
                    <a:pt x="439342" y="293441"/>
                  </a:lnTo>
                  <a:lnTo>
                    <a:pt x="440982" y="293441"/>
                  </a:lnTo>
                  <a:lnTo>
                    <a:pt x="445900" y="293441"/>
                  </a:lnTo>
                  <a:lnTo>
                    <a:pt x="449178" y="291802"/>
                  </a:lnTo>
                  <a:lnTo>
                    <a:pt x="449178" y="295081"/>
                  </a:lnTo>
                  <a:lnTo>
                    <a:pt x="447539" y="298359"/>
                  </a:lnTo>
                  <a:lnTo>
                    <a:pt x="449178" y="301638"/>
                  </a:lnTo>
                  <a:lnTo>
                    <a:pt x="445900" y="306556"/>
                  </a:lnTo>
                  <a:lnTo>
                    <a:pt x="444260" y="308195"/>
                  </a:lnTo>
                  <a:lnTo>
                    <a:pt x="445900" y="313113"/>
                  </a:lnTo>
                  <a:lnTo>
                    <a:pt x="445900" y="316392"/>
                  </a:lnTo>
                  <a:lnTo>
                    <a:pt x="445900" y="319671"/>
                  </a:lnTo>
                  <a:lnTo>
                    <a:pt x="447539" y="324588"/>
                  </a:lnTo>
                  <a:lnTo>
                    <a:pt x="449178" y="327867"/>
                  </a:lnTo>
                  <a:lnTo>
                    <a:pt x="449178" y="332785"/>
                  </a:lnTo>
                  <a:lnTo>
                    <a:pt x="452457" y="336064"/>
                  </a:lnTo>
                  <a:lnTo>
                    <a:pt x="457375" y="337703"/>
                  </a:lnTo>
                  <a:lnTo>
                    <a:pt x="460654" y="340982"/>
                  </a:lnTo>
                  <a:lnTo>
                    <a:pt x="463932" y="344261"/>
                  </a:lnTo>
                  <a:lnTo>
                    <a:pt x="465572" y="345900"/>
                  </a:lnTo>
                  <a:lnTo>
                    <a:pt x="470490" y="344261"/>
                  </a:lnTo>
                  <a:lnTo>
                    <a:pt x="470490" y="344261"/>
                  </a:lnTo>
                  <a:lnTo>
                    <a:pt x="473768" y="347540"/>
                  </a:lnTo>
                  <a:lnTo>
                    <a:pt x="475408" y="349179"/>
                  </a:lnTo>
                  <a:lnTo>
                    <a:pt x="475408" y="350818"/>
                  </a:lnTo>
                  <a:lnTo>
                    <a:pt x="477047" y="355736"/>
                  </a:lnTo>
                  <a:lnTo>
                    <a:pt x="477047" y="355736"/>
                  </a:lnTo>
                  <a:lnTo>
                    <a:pt x="478686" y="359015"/>
                  </a:lnTo>
                  <a:lnTo>
                    <a:pt x="480326" y="362294"/>
                  </a:lnTo>
                  <a:lnTo>
                    <a:pt x="481965" y="367211"/>
                  </a:lnTo>
                  <a:lnTo>
                    <a:pt x="483604" y="368851"/>
                  </a:lnTo>
                  <a:lnTo>
                    <a:pt x="485244" y="373769"/>
                  </a:lnTo>
                  <a:lnTo>
                    <a:pt x="486883" y="377047"/>
                  </a:lnTo>
                  <a:lnTo>
                    <a:pt x="485244" y="380326"/>
                  </a:lnTo>
                  <a:lnTo>
                    <a:pt x="485244" y="383605"/>
                  </a:lnTo>
                  <a:lnTo>
                    <a:pt x="483604" y="388523"/>
                  </a:lnTo>
                  <a:lnTo>
                    <a:pt x="483604" y="391801"/>
                  </a:lnTo>
                  <a:lnTo>
                    <a:pt x="483604" y="395080"/>
                  </a:lnTo>
                  <a:lnTo>
                    <a:pt x="481965" y="399998"/>
                  </a:lnTo>
                  <a:lnTo>
                    <a:pt x="481965" y="403277"/>
                  </a:lnTo>
                  <a:lnTo>
                    <a:pt x="480326" y="406555"/>
                  </a:lnTo>
                  <a:lnTo>
                    <a:pt x="481965" y="408195"/>
                  </a:lnTo>
                  <a:lnTo>
                    <a:pt x="483604" y="411474"/>
                  </a:lnTo>
                  <a:lnTo>
                    <a:pt x="483604" y="411474"/>
                  </a:lnTo>
                  <a:lnTo>
                    <a:pt x="480326" y="416391"/>
                  </a:lnTo>
                  <a:lnTo>
                    <a:pt x="478686" y="419670"/>
                  </a:lnTo>
                  <a:lnTo>
                    <a:pt x="477047" y="422949"/>
                  </a:lnTo>
                  <a:lnTo>
                    <a:pt x="477047" y="427867"/>
                  </a:lnTo>
                  <a:lnTo>
                    <a:pt x="475408" y="431145"/>
                  </a:lnTo>
                  <a:lnTo>
                    <a:pt x="473768" y="434424"/>
                  </a:lnTo>
                  <a:lnTo>
                    <a:pt x="472129" y="439342"/>
                  </a:lnTo>
                  <a:lnTo>
                    <a:pt x="472129" y="442621"/>
                  </a:lnTo>
                  <a:lnTo>
                    <a:pt x="473768" y="447539"/>
                  </a:lnTo>
                  <a:lnTo>
                    <a:pt x="477047" y="450818"/>
                  </a:lnTo>
                  <a:lnTo>
                    <a:pt x="481965" y="454096"/>
                  </a:lnTo>
                  <a:lnTo>
                    <a:pt x="481965" y="454096"/>
                  </a:lnTo>
                  <a:lnTo>
                    <a:pt x="481965" y="455735"/>
                  </a:lnTo>
                  <a:lnTo>
                    <a:pt x="478686" y="457375"/>
                  </a:lnTo>
                  <a:lnTo>
                    <a:pt x="473768" y="460654"/>
                  </a:lnTo>
                  <a:lnTo>
                    <a:pt x="472129" y="462293"/>
                  </a:lnTo>
                  <a:lnTo>
                    <a:pt x="472129" y="459014"/>
                  </a:lnTo>
                  <a:lnTo>
                    <a:pt x="472129" y="455735"/>
                  </a:lnTo>
                  <a:lnTo>
                    <a:pt x="470490" y="450818"/>
                  </a:lnTo>
                  <a:lnTo>
                    <a:pt x="470490" y="447539"/>
                  </a:lnTo>
                  <a:lnTo>
                    <a:pt x="460654" y="442621"/>
                  </a:lnTo>
                  <a:lnTo>
                    <a:pt x="455736" y="437703"/>
                  </a:lnTo>
                  <a:lnTo>
                    <a:pt x="449178" y="434424"/>
                  </a:lnTo>
                  <a:lnTo>
                    <a:pt x="445900" y="432785"/>
                  </a:lnTo>
                  <a:lnTo>
                    <a:pt x="442621" y="431145"/>
                  </a:lnTo>
                  <a:lnTo>
                    <a:pt x="434424" y="424588"/>
                  </a:lnTo>
                  <a:lnTo>
                    <a:pt x="432785" y="424588"/>
                  </a:lnTo>
                  <a:lnTo>
                    <a:pt x="427867" y="424588"/>
                  </a:lnTo>
                  <a:lnTo>
                    <a:pt x="422949" y="424588"/>
                  </a:lnTo>
                  <a:lnTo>
                    <a:pt x="414752" y="424588"/>
                  </a:lnTo>
                  <a:lnTo>
                    <a:pt x="409834" y="424588"/>
                  </a:lnTo>
                  <a:lnTo>
                    <a:pt x="399998" y="424588"/>
                  </a:lnTo>
                  <a:lnTo>
                    <a:pt x="398359" y="424588"/>
                  </a:lnTo>
                  <a:lnTo>
                    <a:pt x="395080" y="426228"/>
                  </a:lnTo>
                  <a:lnTo>
                    <a:pt x="391802" y="426228"/>
                  </a:lnTo>
                  <a:lnTo>
                    <a:pt x="386884" y="427867"/>
                  </a:lnTo>
                  <a:lnTo>
                    <a:pt x="383605" y="429506"/>
                  </a:lnTo>
                  <a:lnTo>
                    <a:pt x="378687" y="429506"/>
                  </a:lnTo>
                  <a:lnTo>
                    <a:pt x="375408" y="431145"/>
                  </a:lnTo>
                  <a:lnTo>
                    <a:pt x="373769" y="432785"/>
                  </a:lnTo>
                  <a:lnTo>
                    <a:pt x="370490" y="432785"/>
                  </a:lnTo>
                  <a:lnTo>
                    <a:pt x="365572" y="432785"/>
                  </a:lnTo>
                  <a:lnTo>
                    <a:pt x="362294" y="434424"/>
                  </a:lnTo>
                  <a:lnTo>
                    <a:pt x="357375" y="434424"/>
                  </a:lnTo>
                  <a:lnTo>
                    <a:pt x="354097" y="436064"/>
                  </a:lnTo>
                  <a:lnTo>
                    <a:pt x="349179" y="436064"/>
                  </a:lnTo>
                  <a:lnTo>
                    <a:pt x="345900" y="437703"/>
                  </a:lnTo>
                  <a:lnTo>
                    <a:pt x="340982" y="437703"/>
                  </a:lnTo>
                  <a:lnTo>
                    <a:pt x="337703" y="439342"/>
                  </a:lnTo>
                  <a:lnTo>
                    <a:pt x="332785" y="440981"/>
                  </a:lnTo>
                  <a:lnTo>
                    <a:pt x="332785" y="444260"/>
                  </a:lnTo>
                  <a:lnTo>
                    <a:pt x="331146" y="447539"/>
                  </a:lnTo>
                  <a:lnTo>
                    <a:pt x="331146" y="450818"/>
                  </a:lnTo>
                  <a:lnTo>
                    <a:pt x="329507" y="455735"/>
                  </a:lnTo>
                  <a:lnTo>
                    <a:pt x="329507" y="459014"/>
                  </a:lnTo>
                  <a:lnTo>
                    <a:pt x="329507" y="459014"/>
                  </a:lnTo>
                  <a:lnTo>
                    <a:pt x="327867" y="460654"/>
                  </a:lnTo>
                  <a:lnTo>
                    <a:pt x="326228" y="465572"/>
                  </a:lnTo>
                  <a:lnTo>
                    <a:pt x="322949" y="468850"/>
                  </a:lnTo>
                  <a:lnTo>
                    <a:pt x="321310" y="472129"/>
                  </a:lnTo>
                  <a:lnTo>
                    <a:pt x="319671" y="477047"/>
                  </a:lnTo>
                  <a:lnTo>
                    <a:pt x="319671" y="477047"/>
                  </a:lnTo>
                  <a:lnTo>
                    <a:pt x="318031" y="480325"/>
                  </a:lnTo>
                  <a:lnTo>
                    <a:pt x="318031" y="480325"/>
                  </a:lnTo>
                  <a:lnTo>
                    <a:pt x="318031" y="485244"/>
                  </a:lnTo>
                  <a:lnTo>
                    <a:pt x="319671" y="488522"/>
                  </a:lnTo>
                  <a:lnTo>
                    <a:pt x="319671" y="491801"/>
                  </a:lnTo>
                  <a:lnTo>
                    <a:pt x="319671" y="496719"/>
                  </a:lnTo>
                  <a:lnTo>
                    <a:pt x="319671" y="499998"/>
                  </a:lnTo>
                  <a:lnTo>
                    <a:pt x="319671" y="503277"/>
                  </a:lnTo>
                  <a:lnTo>
                    <a:pt x="319671" y="506555"/>
                  </a:lnTo>
                  <a:lnTo>
                    <a:pt x="319671" y="511473"/>
                  </a:lnTo>
                  <a:lnTo>
                    <a:pt x="318031" y="514752"/>
                  </a:lnTo>
                  <a:lnTo>
                    <a:pt x="318031" y="518031"/>
                  </a:lnTo>
                  <a:lnTo>
                    <a:pt x="318031" y="521309"/>
                  </a:lnTo>
                  <a:lnTo>
                    <a:pt x="316392" y="526227"/>
                  </a:lnTo>
                  <a:lnTo>
                    <a:pt x="316392" y="529506"/>
                  </a:lnTo>
                  <a:lnTo>
                    <a:pt x="316392" y="529506"/>
                  </a:lnTo>
                  <a:lnTo>
                    <a:pt x="316392" y="531145"/>
                  </a:lnTo>
                  <a:lnTo>
                    <a:pt x="314753" y="536063"/>
                  </a:lnTo>
                  <a:lnTo>
                    <a:pt x="314753" y="539342"/>
                  </a:lnTo>
                  <a:lnTo>
                    <a:pt x="313113" y="542621"/>
                  </a:lnTo>
                  <a:lnTo>
                    <a:pt x="313113" y="547538"/>
                  </a:lnTo>
                  <a:lnTo>
                    <a:pt x="313113" y="550817"/>
                  </a:lnTo>
                  <a:lnTo>
                    <a:pt x="311474" y="554096"/>
                  </a:lnTo>
                  <a:lnTo>
                    <a:pt x="308195" y="550817"/>
                  </a:lnTo>
                  <a:lnTo>
                    <a:pt x="304917" y="547538"/>
                  </a:lnTo>
                  <a:lnTo>
                    <a:pt x="304917" y="544260"/>
                  </a:lnTo>
                  <a:lnTo>
                    <a:pt x="303277" y="544260"/>
                  </a:lnTo>
                  <a:lnTo>
                    <a:pt x="299999" y="544260"/>
                  </a:lnTo>
                  <a:lnTo>
                    <a:pt x="295081" y="544260"/>
                  </a:lnTo>
                  <a:lnTo>
                    <a:pt x="290163" y="544260"/>
                  </a:lnTo>
                  <a:lnTo>
                    <a:pt x="286884" y="544260"/>
                  </a:lnTo>
                  <a:lnTo>
                    <a:pt x="281966" y="544260"/>
                  </a:lnTo>
                  <a:lnTo>
                    <a:pt x="278687" y="544260"/>
                  </a:lnTo>
                  <a:lnTo>
                    <a:pt x="273769" y="544260"/>
                  </a:lnTo>
                  <a:lnTo>
                    <a:pt x="272130" y="544260"/>
                  </a:lnTo>
                  <a:lnTo>
                    <a:pt x="272130" y="544260"/>
                  </a:lnTo>
                  <a:lnTo>
                    <a:pt x="270491" y="545899"/>
                  </a:lnTo>
                  <a:lnTo>
                    <a:pt x="270491" y="545899"/>
                  </a:lnTo>
                  <a:lnTo>
                    <a:pt x="270491" y="545899"/>
                  </a:lnTo>
                  <a:lnTo>
                    <a:pt x="263933" y="544260"/>
                  </a:lnTo>
                  <a:lnTo>
                    <a:pt x="260655" y="547538"/>
                  </a:lnTo>
                  <a:lnTo>
                    <a:pt x="259015" y="550817"/>
                  </a:lnTo>
                  <a:lnTo>
                    <a:pt x="257376" y="555735"/>
                  </a:lnTo>
                  <a:lnTo>
                    <a:pt x="257376" y="559014"/>
                  </a:lnTo>
                  <a:lnTo>
                    <a:pt x="255737" y="562292"/>
                  </a:lnTo>
                  <a:lnTo>
                    <a:pt x="254097" y="567211"/>
                  </a:lnTo>
                  <a:lnTo>
                    <a:pt x="252458" y="570489"/>
                  </a:lnTo>
                  <a:lnTo>
                    <a:pt x="252458" y="573768"/>
                  </a:lnTo>
                  <a:lnTo>
                    <a:pt x="252458" y="578686"/>
                  </a:lnTo>
                  <a:lnTo>
                    <a:pt x="252458" y="581965"/>
                  </a:lnTo>
                  <a:lnTo>
                    <a:pt x="252458" y="581965"/>
                  </a:lnTo>
                  <a:lnTo>
                    <a:pt x="252458" y="581965"/>
                  </a:lnTo>
                  <a:lnTo>
                    <a:pt x="250819" y="578686"/>
                  </a:lnTo>
                  <a:lnTo>
                    <a:pt x="247540" y="575407"/>
                  </a:lnTo>
                  <a:lnTo>
                    <a:pt x="247540" y="573768"/>
                  </a:lnTo>
                  <a:lnTo>
                    <a:pt x="245901" y="572128"/>
                  </a:lnTo>
                  <a:lnTo>
                    <a:pt x="245901" y="568850"/>
                  </a:lnTo>
                  <a:lnTo>
                    <a:pt x="242622" y="565571"/>
                  </a:lnTo>
                  <a:lnTo>
                    <a:pt x="242622" y="560653"/>
                  </a:lnTo>
                  <a:lnTo>
                    <a:pt x="240982" y="557374"/>
                  </a:lnTo>
                  <a:lnTo>
                    <a:pt x="239343" y="554096"/>
                  </a:lnTo>
                  <a:lnTo>
                    <a:pt x="234425" y="550817"/>
                  </a:lnTo>
                  <a:lnTo>
                    <a:pt x="232786" y="552457"/>
                  </a:lnTo>
                  <a:lnTo>
                    <a:pt x="229507" y="549178"/>
                  </a:lnTo>
                  <a:lnTo>
                    <a:pt x="226229" y="549178"/>
                  </a:lnTo>
                  <a:lnTo>
                    <a:pt x="222950" y="547538"/>
                  </a:lnTo>
                  <a:lnTo>
                    <a:pt x="219671" y="547538"/>
                  </a:lnTo>
                  <a:lnTo>
                    <a:pt x="214753" y="547538"/>
                  </a:lnTo>
                  <a:lnTo>
                    <a:pt x="213114" y="547538"/>
                  </a:lnTo>
                  <a:lnTo>
                    <a:pt x="208196" y="547538"/>
                  </a:lnTo>
                  <a:lnTo>
                    <a:pt x="203278" y="547538"/>
                  </a:lnTo>
                  <a:lnTo>
                    <a:pt x="199999" y="547538"/>
                  </a:lnTo>
                  <a:lnTo>
                    <a:pt x="199999" y="547538"/>
                  </a:lnTo>
                  <a:lnTo>
                    <a:pt x="196720" y="549178"/>
                  </a:lnTo>
                  <a:lnTo>
                    <a:pt x="193442" y="549178"/>
                  </a:lnTo>
                  <a:lnTo>
                    <a:pt x="190163" y="544260"/>
                  </a:lnTo>
                  <a:lnTo>
                    <a:pt x="186885" y="540981"/>
                  </a:lnTo>
                  <a:lnTo>
                    <a:pt x="181966" y="539342"/>
                  </a:lnTo>
                  <a:lnTo>
                    <a:pt x="178688" y="536063"/>
                  </a:lnTo>
                  <a:lnTo>
                    <a:pt x="173770" y="534424"/>
                  </a:lnTo>
                  <a:lnTo>
                    <a:pt x="173770" y="537702"/>
                  </a:lnTo>
                  <a:lnTo>
                    <a:pt x="173770" y="540981"/>
                  </a:lnTo>
                  <a:lnTo>
                    <a:pt x="173770" y="545899"/>
                  </a:lnTo>
                  <a:lnTo>
                    <a:pt x="172130" y="549178"/>
                  </a:lnTo>
                  <a:lnTo>
                    <a:pt x="168852" y="549178"/>
                  </a:lnTo>
                  <a:lnTo>
                    <a:pt x="165573" y="550817"/>
                  </a:lnTo>
                  <a:lnTo>
                    <a:pt x="160655" y="554096"/>
                  </a:lnTo>
                  <a:lnTo>
                    <a:pt x="157376" y="555735"/>
                  </a:lnTo>
                  <a:lnTo>
                    <a:pt x="157376" y="559014"/>
                  </a:lnTo>
                  <a:lnTo>
                    <a:pt x="155737" y="562292"/>
                  </a:lnTo>
                  <a:lnTo>
                    <a:pt x="152458" y="563932"/>
                  </a:lnTo>
                  <a:lnTo>
                    <a:pt x="149180" y="568850"/>
                  </a:lnTo>
                  <a:lnTo>
                    <a:pt x="149180" y="572128"/>
                  </a:lnTo>
                  <a:lnTo>
                    <a:pt x="145901" y="577047"/>
                  </a:lnTo>
                  <a:lnTo>
                    <a:pt x="144262" y="580325"/>
                  </a:lnTo>
                  <a:lnTo>
                    <a:pt x="139344" y="581965"/>
                  </a:lnTo>
                  <a:lnTo>
                    <a:pt x="136065" y="581965"/>
                  </a:lnTo>
                  <a:lnTo>
                    <a:pt x="131147" y="583604"/>
                  </a:lnTo>
                  <a:lnTo>
                    <a:pt x="127868" y="583604"/>
                  </a:lnTo>
                  <a:lnTo>
                    <a:pt x="122950" y="581965"/>
                  </a:lnTo>
                  <a:lnTo>
                    <a:pt x="119672" y="581965"/>
                  </a:lnTo>
                  <a:lnTo>
                    <a:pt x="116393" y="577047"/>
                  </a:lnTo>
                  <a:lnTo>
                    <a:pt x="116393" y="573768"/>
                  </a:lnTo>
                  <a:lnTo>
                    <a:pt x="116393" y="568850"/>
                  </a:lnTo>
                  <a:lnTo>
                    <a:pt x="116393" y="565571"/>
                  </a:lnTo>
                  <a:lnTo>
                    <a:pt x="114754" y="562292"/>
                  </a:lnTo>
                  <a:lnTo>
                    <a:pt x="111475" y="557374"/>
                  </a:lnTo>
                  <a:lnTo>
                    <a:pt x="113114" y="554096"/>
                  </a:lnTo>
                  <a:lnTo>
                    <a:pt x="109836" y="550817"/>
                  </a:lnTo>
                  <a:lnTo>
                    <a:pt x="109836" y="545899"/>
                  </a:lnTo>
                  <a:lnTo>
                    <a:pt x="106557" y="542621"/>
                  </a:lnTo>
                  <a:lnTo>
                    <a:pt x="104918" y="539342"/>
                  </a:lnTo>
                  <a:lnTo>
                    <a:pt x="104918" y="536063"/>
                  </a:lnTo>
                  <a:lnTo>
                    <a:pt x="103278" y="531145"/>
                  </a:lnTo>
                  <a:lnTo>
                    <a:pt x="100000" y="527867"/>
                  </a:lnTo>
                  <a:lnTo>
                    <a:pt x="98360" y="524588"/>
                  </a:lnTo>
                  <a:lnTo>
                    <a:pt x="98360" y="519670"/>
                  </a:lnTo>
                  <a:lnTo>
                    <a:pt x="98360" y="516391"/>
                  </a:lnTo>
                  <a:lnTo>
                    <a:pt x="98360" y="513112"/>
                  </a:lnTo>
                  <a:lnTo>
                    <a:pt x="95082" y="509834"/>
                  </a:lnTo>
                  <a:lnTo>
                    <a:pt x="95082" y="509834"/>
                  </a:lnTo>
                  <a:lnTo>
                    <a:pt x="95082" y="508194"/>
                  </a:lnTo>
                  <a:lnTo>
                    <a:pt x="93442" y="506555"/>
                  </a:lnTo>
                  <a:lnTo>
                    <a:pt x="91803" y="503277"/>
                  </a:lnTo>
                  <a:lnTo>
                    <a:pt x="88524" y="499998"/>
                  </a:lnTo>
                  <a:lnTo>
                    <a:pt x="85245" y="496719"/>
                  </a:lnTo>
                  <a:lnTo>
                    <a:pt x="81967" y="496719"/>
                  </a:lnTo>
                  <a:lnTo>
                    <a:pt x="80328" y="493440"/>
                  </a:lnTo>
                  <a:lnTo>
                    <a:pt x="80328" y="488522"/>
                  </a:lnTo>
                  <a:lnTo>
                    <a:pt x="81967" y="485244"/>
                  </a:lnTo>
                  <a:lnTo>
                    <a:pt x="80328" y="481965"/>
                  </a:lnTo>
                  <a:lnTo>
                    <a:pt x="77049" y="478687"/>
                  </a:lnTo>
                  <a:lnTo>
                    <a:pt x="72131" y="477047"/>
                  </a:lnTo>
                  <a:lnTo>
                    <a:pt x="70492" y="472129"/>
                  </a:lnTo>
                  <a:lnTo>
                    <a:pt x="73770" y="468850"/>
                  </a:lnTo>
                  <a:lnTo>
                    <a:pt x="72131" y="463932"/>
                  </a:lnTo>
                  <a:lnTo>
                    <a:pt x="68852" y="460654"/>
                  </a:lnTo>
                  <a:lnTo>
                    <a:pt x="72131" y="459014"/>
                  </a:lnTo>
                  <a:lnTo>
                    <a:pt x="75410" y="457375"/>
                  </a:lnTo>
                  <a:lnTo>
                    <a:pt x="77049" y="455735"/>
                  </a:lnTo>
                  <a:lnTo>
                    <a:pt x="77049" y="452457"/>
                  </a:lnTo>
                  <a:lnTo>
                    <a:pt x="75410" y="447539"/>
                  </a:lnTo>
                  <a:lnTo>
                    <a:pt x="73770" y="447539"/>
                  </a:lnTo>
                  <a:lnTo>
                    <a:pt x="70492" y="444260"/>
                  </a:lnTo>
                  <a:lnTo>
                    <a:pt x="72131" y="440981"/>
                  </a:lnTo>
                  <a:lnTo>
                    <a:pt x="73770" y="436064"/>
                  </a:lnTo>
                  <a:lnTo>
                    <a:pt x="73770" y="436064"/>
                  </a:lnTo>
                  <a:lnTo>
                    <a:pt x="75410" y="432785"/>
                  </a:lnTo>
                  <a:lnTo>
                    <a:pt x="77049" y="427867"/>
                  </a:lnTo>
                  <a:lnTo>
                    <a:pt x="72131" y="424588"/>
                  </a:lnTo>
                  <a:lnTo>
                    <a:pt x="68852" y="422949"/>
                  </a:lnTo>
                  <a:lnTo>
                    <a:pt x="65573" y="419670"/>
                  </a:lnTo>
                  <a:lnTo>
                    <a:pt x="62295" y="416391"/>
                  </a:lnTo>
                  <a:lnTo>
                    <a:pt x="59016" y="413113"/>
                  </a:lnTo>
                  <a:lnTo>
                    <a:pt x="57377" y="413113"/>
                  </a:lnTo>
                  <a:lnTo>
                    <a:pt x="55738" y="408195"/>
                  </a:lnTo>
                  <a:lnTo>
                    <a:pt x="55738" y="404916"/>
                  </a:lnTo>
                  <a:lnTo>
                    <a:pt x="54098" y="401637"/>
                  </a:lnTo>
                  <a:lnTo>
                    <a:pt x="52459" y="396720"/>
                  </a:lnTo>
                  <a:lnTo>
                    <a:pt x="50820" y="393441"/>
                  </a:lnTo>
                  <a:lnTo>
                    <a:pt x="50820" y="391801"/>
                  </a:lnTo>
                  <a:lnTo>
                    <a:pt x="50820" y="386884"/>
                  </a:lnTo>
                  <a:lnTo>
                    <a:pt x="49180" y="383605"/>
                  </a:lnTo>
                  <a:lnTo>
                    <a:pt x="47541" y="380326"/>
                  </a:lnTo>
                  <a:lnTo>
                    <a:pt x="45901" y="377047"/>
                  </a:lnTo>
                  <a:lnTo>
                    <a:pt x="44262" y="372130"/>
                  </a:lnTo>
                  <a:lnTo>
                    <a:pt x="47541" y="368851"/>
                  </a:lnTo>
                  <a:lnTo>
                    <a:pt x="45901" y="368851"/>
                  </a:lnTo>
                  <a:lnTo>
                    <a:pt x="40983" y="367211"/>
                  </a:lnTo>
                  <a:lnTo>
                    <a:pt x="37705" y="365572"/>
                  </a:lnTo>
                  <a:lnTo>
                    <a:pt x="36065" y="360654"/>
                  </a:lnTo>
                  <a:lnTo>
                    <a:pt x="36065" y="357375"/>
                  </a:lnTo>
                  <a:lnTo>
                    <a:pt x="32787" y="354097"/>
                  </a:lnTo>
                  <a:lnTo>
                    <a:pt x="29508" y="349179"/>
                  </a:lnTo>
                  <a:lnTo>
                    <a:pt x="27869" y="347540"/>
                  </a:lnTo>
                  <a:lnTo>
                    <a:pt x="27869" y="345900"/>
                  </a:lnTo>
                  <a:lnTo>
                    <a:pt x="27869" y="344261"/>
                  </a:lnTo>
                  <a:lnTo>
                    <a:pt x="27869" y="340982"/>
                  </a:lnTo>
                  <a:lnTo>
                    <a:pt x="24590" y="337703"/>
                  </a:lnTo>
                  <a:lnTo>
                    <a:pt x="21311" y="336064"/>
                  </a:lnTo>
                  <a:lnTo>
                    <a:pt x="21311" y="334425"/>
                  </a:lnTo>
                  <a:lnTo>
                    <a:pt x="22951" y="331146"/>
                  </a:lnTo>
                  <a:lnTo>
                    <a:pt x="26229" y="327867"/>
                  </a:lnTo>
                  <a:lnTo>
                    <a:pt x="29508" y="326228"/>
                  </a:lnTo>
                  <a:lnTo>
                    <a:pt x="31148" y="321310"/>
                  </a:lnTo>
                  <a:lnTo>
                    <a:pt x="32787" y="318031"/>
                  </a:lnTo>
                  <a:lnTo>
                    <a:pt x="36065" y="314753"/>
                  </a:lnTo>
                  <a:lnTo>
                    <a:pt x="39344" y="309835"/>
                  </a:lnTo>
                  <a:lnTo>
                    <a:pt x="42623" y="308195"/>
                  </a:lnTo>
                  <a:lnTo>
                    <a:pt x="40983" y="304917"/>
                  </a:lnTo>
                  <a:lnTo>
                    <a:pt x="40983" y="303277"/>
                  </a:lnTo>
                  <a:lnTo>
                    <a:pt x="40983" y="301638"/>
                  </a:lnTo>
                  <a:lnTo>
                    <a:pt x="44262" y="296720"/>
                  </a:lnTo>
                  <a:lnTo>
                    <a:pt x="47541" y="295081"/>
                  </a:lnTo>
                  <a:lnTo>
                    <a:pt x="45901" y="291802"/>
                  </a:lnTo>
                  <a:lnTo>
                    <a:pt x="42623" y="288523"/>
                  </a:lnTo>
                  <a:lnTo>
                    <a:pt x="42623" y="288523"/>
                  </a:lnTo>
                  <a:lnTo>
                    <a:pt x="39344" y="288523"/>
                  </a:lnTo>
                  <a:lnTo>
                    <a:pt x="37705" y="288523"/>
                  </a:lnTo>
                  <a:lnTo>
                    <a:pt x="32787" y="286884"/>
                  </a:lnTo>
                  <a:lnTo>
                    <a:pt x="31148" y="283605"/>
                  </a:lnTo>
                  <a:lnTo>
                    <a:pt x="29508" y="278687"/>
                  </a:lnTo>
                  <a:lnTo>
                    <a:pt x="27869" y="275408"/>
                  </a:lnTo>
                  <a:lnTo>
                    <a:pt x="27869" y="273769"/>
                  </a:lnTo>
                  <a:lnTo>
                    <a:pt x="26229" y="270491"/>
                  </a:lnTo>
                  <a:lnTo>
                    <a:pt x="24590" y="265573"/>
                  </a:lnTo>
                  <a:lnTo>
                    <a:pt x="22951" y="262294"/>
                  </a:lnTo>
                  <a:lnTo>
                    <a:pt x="24590" y="257376"/>
                  </a:lnTo>
                  <a:lnTo>
                    <a:pt x="24590" y="255737"/>
                  </a:lnTo>
                  <a:lnTo>
                    <a:pt x="27869" y="252458"/>
                  </a:lnTo>
                  <a:lnTo>
                    <a:pt x="27869" y="249179"/>
                  </a:lnTo>
                  <a:lnTo>
                    <a:pt x="31148" y="245901"/>
                  </a:lnTo>
                  <a:lnTo>
                    <a:pt x="29508" y="242622"/>
                  </a:lnTo>
                  <a:lnTo>
                    <a:pt x="24590" y="239343"/>
                  </a:lnTo>
                  <a:lnTo>
                    <a:pt x="22951" y="234425"/>
                  </a:lnTo>
                  <a:lnTo>
                    <a:pt x="21311" y="232786"/>
                  </a:lnTo>
                  <a:lnTo>
                    <a:pt x="21311" y="229507"/>
                  </a:lnTo>
                  <a:lnTo>
                    <a:pt x="22951" y="224589"/>
                  </a:lnTo>
                  <a:lnTo>
                    <a:pt x="26229" y="222950"/>
                  </a:lnTo>
                  <a:lnTo>
                    <a:pt x="24590" y="218032"/>
                  </a:lnTo>
                  <a:lnTo>
                    <a:pt x="27869" y="214753"/>
                  </a:lnTo>
                  <a:lnTo>
                    <a:pt x="29508" y="211474"/>
                  </a:lnTo>
                  <a:lnTo>
                    <a:pt x="34426" y="208196"/>
                  </a:lnTo>
                  <a:lnTo>
                    <a:pt x="32787" y="204917"/>
                  </a:lnTo>
                  <a:lnTo>
                    <a:pt x="34426" y="199999"/>
                  </a:lnTo>
                  <a:lnTo>
                    <a:pt x="37705" y="196720"/>
                  </a:lnTo>
                  <a:lnTo>
                    <a:pt x="36065" y="193442"/>
                  </a:lnTo>
                  <a:lnTo>
                    <a:pt x="32787" y="188524"/>
                  </a:lnTo>
                  <a:lnTo>
                    <a:pt x="32787" y="185245"/>
                  </a:lnTo>
                  <a:lnTo>
                    <a:pt x="31148" y="181966"/>
                  </a:lnTo>
                  <a:lnTo>
                    <a:pt x="29508" y="178688"/>
                  </a:lnTo>
                  <a:lnTo>
                    <a:pt x="31148" y="173770"/>
                  </a:lnTo>
                  <a:lnTo>
                    <a:pt x="31148" y="170491"/>
                  </a:lnTo>
                  <a:lnTo>
                    <a:pt x="31148" y="167213"/>
                  </a:lnTo>
                  <a:lnTo>
                    <a:pt x="31148" y="163934"/>
                  </a:lnTo>
                  <a:lnTo>
                    <a:pt x="31148" y="159016"/>
                  </a:lnTo>
                  <a:lnTo>
                    <a:pt x="31148" y="155737"/>
                  </a:lnTo>
                  <a:lnTo>
                    <a:pt x="29508" y="152458"/>
                  </a:lnTo>
                  <a:lnTo>
                    <a:pt x="29508" y="147540"/>
                  </a:lnTo>
                  <a:lnTo>
                    <a:pt x="29508" y="145901"/>
                  </a:lnTo>
                  <a:lnTo>
                    <a:pt x="29508" y="142622"/>
                  </a:lnTo>
                  <a:lnTo>
                    <a:pt x="31148" y="139344"/>
                  </a:lnTo>
                  <a:lnTo>
                    <a:pt x="34426" y="134426"/>
                  </a:lnTo>
                  <a:lnTo>
                    <a:pt x="37705" y="132786"/>
                  </a:lnTo>
                  <a:lnTo>
                    <a:pt x="37705" y="127868"/>
                  </a:lnTo>
                  <a:lnTo>
                    <a:pt x="39344" y="124590"/>
                  </a:lnTo>
                  <a:lnTo>
                    <a:pt x="39344" y="124590"/>
                  </a:lnTo>
                  <a:lnTo>
                    <a:pt x="39344" y="122950"/>
                  </a:lnTo>
                  <a:lnTo>
                    <a:pt x="36065" y="119671"/>
                  </a:lnTo>
                  <a:lnTo>
                    <a:pt x="34426" y="116393"/>
                  </a:lnTo>
                  <a:lnTo>
                    <a:pt x="32787" y="111475"/>
                  </a:lnTo>
                  <a:lnTo>
                    <a:pt x="31148" y="108196"/>
                  </a:lnTo>
                  <a:lnTo>
                    <a:pt x="29508" y="104917"/>
                  </a:lnTo>
                  <a:lnTo>
                    <a:pt x="26229" y="100000"/>
                  </a:lnTo>
                  <a:lnTo>
                    <a:pt x="24590" y="96721"/>
                  </a:lnTo>
                  <a:lnTo>
                    <a:pt x="22951" y="93442"/>
                  </a:lnTo>
                  <a:lnTo>
                    <a:pt x="19672" y="90164"/>
                  </a:lnTo>
                  <a:lnTo>
                    <a:pt x="18033" y="85246"/>
                  </a:lnTo>
                  <a:lnTo>
                    <a:pt x="16393" y="81967"/>
                  </a:lnTo>
                  <a:lnTo>
                    <a:pt x="14754" y="78688"/>
                  </a:lnTo>
                  <a:lnTo>
                    <a:pt x="11475" y="75410"/>
                  </a:lnTo>
                  <a:lnTo>
                    <a:pt x="9836" y="70491"/>
                  </a:lnTo>
                  <a:lnTo>
                    <a:pt x="6557" y="67213"/>
                  </a:lnTo>
                  <a:lnTo>
                    <a:pt x="4918" y="63934"/>
                  </a:lnTo>
                  <a:lnTo>
                    <a:pt x="3279" y="60656"/>
                  </a:lnTo>
                  <a:lnTo>
                    <a:pt x="0" y="5573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9" name="Freeform 2528">
              <a:extLst>
                <a:ext uri="{FF2B5EF4-FFF2-40B4-BE49-F238E27FC236}">
                  <a16:creationId xmlns:a16="http://schemas.microsoft.com/office/drawing/2014/main" id="{34C617BD-FEE9-0F41-8E87-E50A31659241}"/>
                </a:ext>
              </a:extLst>
            </p:cNvPr>
            <p:cNvSpPr/>
            <p:nvPr/>
          </p:nvSpPr>
          <p:spPr>
            <a:xfrm>
              <a:off x="5035348" y="3647686"/>
              <a:ext cx="236064" cy="281966"/>
            </a:xfrm>
            <a:custGeom>
              <a:avLst/>
              <a:gdLst>
                <a:gd name="connsiteX0" fmla="*/ 0 w 236064"/>
                <a:gd name="connsiteY0" fmla="*/ 186884 h 281966"/>
                <a:gd name="connsiteX1" fmla="*/ 0 w 236064"/>
                <a:gd name="connsiteY1" fmla="*/ 186884 h 281966"/>
                <a:gd name="connsiteX2" fmla="*/ 3279 w 236064"/>
                <a:gd name="connsiteY2" fmla="*/ 183606 h 281966"/>
                <a:gd name="connsiteX3" fmla="*/ 6558 w 236064"/>
                <a:gd name="connsiteY3" fmla="*/ 180327 h 281966"/>
                <a:gd name="connsiteX4" fmla="*/ 8197 w 236064"/>
                <a:gd name="connsiteY4" fmla="*/ 180327 h 281966"/>
                <a:gd name="connsiteX5" fmla="*/ 11476 w 236064"/>
                <a:gd name="connsiteY5" fmla="*/ 175409 h 281966"/>
                <a:gd name="connsiteX6" fmla="*/ 11476 w 236064"/>
                <a:gd name="connsiteY6" fmla="*/ 172130 h 281966"/>
                <a:gd name="connsiteX7" fmla="*/ 11476 w 236064"/>
                <a:gd name="connsiteY7" fmla="*/ 168851 h 281966"/>
                <a:gd name="connsiteX8" fmla="*/ 13115 w 236064"/>
                <a:gd name="connsiteY8" fmla="*/ 165573 h 281966"/>
                <a:gd name="connsiteX9" fmla="*/ 13115 w 236064"/>
                <a:gd name="connsiteY9" fmla="*/ 160655 h 281966"/>
                <a:gd name="connsiteX10" fmla="*/ 11476 w 236064"/>
                <a:gd name="connsiteY10" fmla="*/ 157376 h 281966"/>
                <a:gd name="connsiteX11" fmla="*/ 9836 w 236064"/>
                <a:gd name="connsiteY11" fmla="*/ 154098 h 281966"/>
                <a:gd name="connsiteX12" fmla="*/ 8197 w 236064"/>
                <a:gd name="connsiteY12" fmla="*/ 149180 h 281966"/>
                <a:gd name="connsiteX13" fmla="*/ 8197 w 236064"/>
                <a:gd name="connsiteY13" fmla="*/ 145901 h 281966"/>
                <a:gd name="connsiteX14" fmla="*/ 6558 w 236064"/>
                <a:gd name="connsiteY14" fmla="*/ 142622 h 281966"/>
                <a:gd name="connsiteX15" fmla="*/ 6558 w 236064"/>
                <a:gd name="connsiteY15" fmla="*/ 140983 h 281966"/>
                <a:gd name="connsiteX16" fmla="*/ 8197 w 236064"/>
                <a:gd name="connsiteY16" fmla="*/ 139344 h 281966"/>
                <a:gd name="connsiteX17" fmla="*/ 11476 w 236064"/>
                <a:gd name="connsiteY17" fmla="*/ 139344 h 281966"/>
                <a:gd name="connsiteX18" fmla="*/ 14754 w 236064"/>
                <a:gd name="connsiteY18" fmla="*/ 140983 h 281966"/>
                <a:gd name="connsiteX19" fmla="*/ 16393 w 236064"/>
                <a:gd name="connsiteY19" fmla="*/ 140983 h 281966"/>
                <a:gd name="connsiteX20" fmla="*/ 16393 w 236064"/>
                <a:gd name="connsiteY20" fmla="*/ 137704 h 281966"/>
                <a:gd name="connsiteX21" fmla="*/ 19672 w 236064"/>
                <a:gd name="connsiteY21" fmla="*/ 134426 h 281966"/>
                <a:gd name="connsiteX22" fmla="*/ 21312 w 236064"/>
                <a:gd name="connsiteY22" fmla="*/ 129508 h 281966"/>
                <a:gd name="connsiteX23" fmla="*/ 19672 w 236064"/>
                <a:gd name="connsiteY23" fmla="*/ 127868 h 281966"/>
                <a:gd name="connsiteX24" fmla="*/ 21312 w 236064"/>
                <a:gd name="connsiteY24" fmla="*/ 122950 h 281966"/>
                <a:gd name="connsiteX25" fmla="*/ 21312 w 236064"/>
                <a:gd name="connsiteY25" fmla="*/ 119671 h 281966"/>
                <a:gd name="connsiteX26" fmla="*/ 22951 w 236064"/>
                <a:gd name="connsiteY26" fmla="*/ 119671 h 281966"/>
                <a:gd name="connsiteX27" fmla="*/ 26229 w 236064"/>
                <a:gd name="connsiteY27" fmla="*/ 121311 h 281966"/>
                <a:gd name="connsiteX28" fmla="*/ 24590 w 236064"/>
                <a:gd name="connsiteY28" fmla="*/ 118032 h 281966"/>
                <a:gd name="connsiteX29" fmla="*/ 22951 w 236064"/>
                <a:gd name="connsiteY29" fmla="*/ 113114 h 281966"/>
                <a:gd name="connsiteX30" fmla="*/ 18033 w 236064"/>
                <a:gd name="connsiteY30" fmla="*/ 113114 h 281966"/>
                <a:gd name="connsiteX31" fmla="*/ 14754 w 236064"/>
                <a:gd name="connsiteY31" fmla="*/ 109836 h 281966"/>
                <a:gd name="connsiteX32" fmla="*/ 16393 w 236064"/>
                <a:gd name="connsiteY32" fmla="*/ 104917 h 281966"/>
                <a:gd name="connsiteX33" fmla="*/ 14754 w 236064"/>
                <a:gd name="connsiteY33" fmla="*/ 101639 h 281966"/>
                <a:gd name="connsiteX34" fmla="*/ 18033 w 236064"/>
                <a:gd name="connsiteY34" fmla="*/ 100000 h 281966"/>
                <a:gd name="connsiteX35" fmla="*/ 22951 w 236064"/>
                <a:gd name="connsiteY35" fmla="*/ 98360 h 281966"/>
                <a:gd name="connsiteX36" fmla="*/ 26229 w 236064"/>
                <a:gd name="connsiteY36" fmla="*/ 100000 h 281966"/>
                <a:gd name="connsiteX37" fmla="*/ 29508 w 236064"/>
                <a:gd name="connsiteY37" fmla="*/ 103278 h 281966"/>
                <a:gd name="connsiteX38" fmla="*/ 32787 w 236064"/>
                <a:gd name="connsiteY38" fmla="*/ 103278 h 281966"/>
                <a:gd name="connsiteX39" fmla="*/ 37705 w 236064"/>
                <a:gd name="connsiteY39" fmla="*/ 104917 h 281966"/>
                <a:gd name="connsiteX40" fmla="*/ 37705 w 236064"/>
                <a:gd name="connsiteY40" fmla="*/ 104917 h 281966"/>
                <a:gd name="connsiteX41" fmla="*/ 37705 w 236064"/>
                <a:gd name="connsiteY41" fmla="*/ 104917 h 281966"/>
                <a:gd name="connsiteX42" fmla="*/ 37705 w 236064"/>
                <a:gd name="connsiteY42" fmla="*/ 100000 h 281966"/>
                <a:gd name="connsiteX43" fmla="*/ 36066 w 236064"/>
                <a:gd name="connsiteY43" fmla="*/ 96721 h 281966"/>
                <a:gd name="connsiteX44" fmla="*/ 36066 w 236064"/>
                <a:gd name="connsiteY44" fmla="*/ 93442 h 281966"/>
                <a:gd name="connsiteX45" fmla="*/ 34426 w 236064"/>
                <a:gd name="connsiteY45" fmla="*/ 90164 h 281966"/>
                <a:gd name="connsiteX46" fmla="*/ 29508 w 236064"/>
                <a:gd name="connsiteY46" fmla="*/ 86885 h 281966"/>
                <a:gd name="connsiteX47" fmla="*/ 26229 w 236064"/>
                <a:gd name="connsiteY47" fmla="*/ 86885 h 281966"/>
                <a:gd name="connsiteX48" fmla="*/ 27869 w 236064"/>
                <a:gd name="connsiteY48" fmla="*/ 81967 h 281966"/>
                <a:gd name="connsiteX49" fmla="*/ 27869 w 236064"/>
                <a:gd name="connsiteY49" fmla="*/ 78688 h 281966"/>
                <a:gd name="connsiteX50" fmla="*/ 31148 w 236064"/>
                <a:gd name="connsiteY50" fmla="*/ 75410 h 281966"/>
                <a:gd name="connsiteX51" fmla="*/ 34426 w 236064"/>
                <a:gd name="connsiteY51" fmla="*/ 73770 h 281966"/>
                <a:gd name="connsiteX52" fmla="*/ 32787 w 236064"/>
                <a:gd name="connsiteY52" fmla="*/ 72131 h 281966"/>
                <a:gd name="connsiteX53" fmla="*/ 27869 w 236064"/>
                <a:gd name="connsiteY53" fmla="*/ 70491 h 281966"/>
                <a:gd name="connsiteX54" fmla="*/ 27869 w 236064"/>
                <a:gd name="connsiteY54" fmla="*/ 65573 h 281966"/>
                <a:gd name="connsiteX55" fmla="*/ 29508 w 236064"/>
                <a:gd name="connsiteY55" fmla="*/ 62295 h 281966"/>
                <a:gd name="connsiteX56" fmla="*/ 29508 w 236064"/>
                <a:gd name="connsiteY56" fmla="*/ 59016 h 281966"/>
                <a:gd name="connsiteX57" fmla="*/ 26229 w 236064"/>
                <a:gd name="connsiteY57" fmla="*/ 60656 h 281966"/>
                <a:gd name="connsiteX58" fmla="*/ 22951 w 236064"/>
                <a:gd name="connsiteY58" fmla="*/ 59016 h 281966"/>
                <a:gd name="connsiteX59" fmla="*/ 19672 w 236064"/>
                <a:gd name="connsiteY59" fmla="*/ 55737 h 281966"/>
                <a:gd name="connsiteX60" fmla="*/ 19672 w 236064"/>
                <a:gd name="connsiteY60" fmla="*/ 52459 h 281966"/>
                <a:gd name="connsiteX61" fmla="*/ 19672 w 236064"/>
                <a:gd name="connsiteY61" fmla="*/ 47541 h 281966"/>
                <a:gd name="connsiteX62" fmla="*/ 19672 w 236064"/>
                <a:gd name="connsiteY62" fmla="*/ 44262 h 281966"/>
                <a:gd name="connsiteX63" fmla="*/ 21312 w 236064"/>
                <a:gd name="connsiteY63" fmla="*/ 42623 h 281966"/>
                <a:gd name="connsiteX64" fmla="*/ 19672 w 236064"/>
                <a:gd name="connsiteY64" fmla="*/ 37705 h 281966"/>
                <a:gd name="connsiteX65" fmla="*/ 19672 w 236064"/>
                <a:gd name="connsiteY65" fmla="*/ 34426 h 281966"/>
                <a:gd name="connsiteX66" fmla="*/ 19672 w 236064"/>
                <a:gd name="connsiteY66" fmla="*/ 32787 h 281966"/>
                <a:gd name="connsiteX67" fmla="*/ 19672 w 236064"/>
                <a:gd name="connsiteY67" fmla="*/ 32787 h 281966"/>
                <a:gd name="connsiteX68" fmla="*/ 19672 w 236064"/>
                <a:gd name="connsiteY68" fmla="*/ 32787 h 281966"/>
                <a:gd name="connsiteX69" fmla="*/ 24590 w 236064"/>
                <a:gd name="connsiteY69" fmla="*/ 29508 h 281966"/>
                <a:gd name="connsiteX70" fmla="*/ 26229 w 236064"/>
                <a:gd name="connsiteY70" fmla="*/ 26229 h 281966"/>
                <a:gd name="connsiteX71" fmla="*/ 27869 w 236064"/>
                <a:gd name="connsiteY71" fmla="*/ 26229 h 281966"/>
                <a:gd name="connsiteX72" fmla="*/ 32787 w 236064"/>
                <a:gd name="connsiteY72" fmla="*/ 24590 h 281966"/>
                <a:gd name="connsiteX73" fmla="*/ 34426 w 236064"/>
                <a:gd name="connsiteY73" fmla="*/ 19672 h 281966"/>
                <a:gd name="connsiteX74" fmla="*/ 36066 w 236064"/>
                <a:gd name="connsiteY74" fmla="*/ 16393 h 281966"/>
                <a:gd name="connsiteX75" fmla="*/ 39344 w 236064"/>
                <a:gd name="connsiteY75" fmla="*/ 13114 h 281966"/>
                <a:gd name="connsiteX76" fmla="*/ 42623 w 236064"/>
                <a:gd name="connsiteY76" fmla="*/ 14754 h 281966"/>
                <a:gd name="connsiteX77" fmla="*/ 45902 w 236064"/>
                <a:gd name="connsiteY77" fmla="*/ 13114 h 281966"/>
                <a:gd name="connsiteX78" fmla="*/ 45902 w 236064"/>
                <a:gd name="connsiteY78" fmla="*/ 16393 h 281966"/>
                <a:gd name="connsiteX79" fmla="*/ 50820 w 236064"/>
                <a:gd name="connsiteY79" fmla="*/ 18033 h 281966"/>
                <a:gd name="connsiteX80" fmla="*/ 50820 w 236064"/>
                <a:gd name="connsiteY80" fmla="*/ 22951 h 281966"/>
                <a:gd name="connsiteX81" fmla="*/ 54098 w 236064"/>
                <a:gd name="connsiteY81" fmla="*/ 22951 h 281966"/>
                <a:gd name="connsiteX82" fmla="*/ 57377 w 236064"/>
                <a:gd name="connsiteY82" fmla="*/ 22951 h 281966"/>
                <a:gd name="connsiteX83" fmla="*/ 62295 w 236064"/>
                <a:gd name="connsiteY83" fmla="*/ 26229 h 281966"/>
                <a:gd name="connsiteX84" fmla="*/ 65573 w 236064"/>
                <a:gd name="connsiteY84" fmla="*/ 24590 h 281966"/>
                <a:gd name="connsiteX85" fmla="*/ 63935 w 236064"/>
                <a:gd name="connsiteY85" fmla="*/ 21311 h 281966"/>
                <a:gd name="connsiteX86" fmla="*/ 68852 w 236064"/>
                <a:gd name="connsiteY86" fmla="*/ 18033 h 281966"/>
                <a:gd name="connsiteX87" fmla="*/ 72131 w 236064"/>
                <a:gd name="connsiteY87" fmla="*/ 16393 h 281966"/>
                <a:gd name="connsiteX88" fmla="*/ 75410 w 236064"/>
                <a:gd name="connsiteY88" fmla="*/ 18033 h 281966"/>
                <a:gd name="connsiteX89" fmla="*/ 77049 w 236064"/>
                <a:gd name="connsiteY89" fmla="*/ 18033 h 281966"/>
                <a:gd name="connsiteX90" fmla="*/ 77049 w 236064"/>
                <a:gd name="connsiteY90" fmla="*/ 14754 h 281966"/>
                <a:gd name="connsiteX91" fmla="*/ 75410 w 236064"/>
                <a:gd name="connsiteY91" fmla="*/ 11476 h 281966"/>
                <a:gd name="connsiteX92" fmla="*/ 77049 w 236064"/>
                <a:gd name="connsiteY92" fmla="*/ 8197 h 281966"/>
                <a:gd name="connsiteX93" fmla="*/ 77049 w 236064"/>
                <a:gd name="connsiteY93" fmla="*/ 3279 h 281966"/>
                <a:gd name="connsiteX94" fmla="*/ 78688 w 236064"/>
                <a:gd name="connsiteY94" fmla="*/ 4918 h 281966"/>
                <a:gd name="connsiteX95" fmla="*/ 81967 w 236064"/>
                <a:gd name="connsiteY95" fmla="*/ 8197 h 281966"/>
                <a:gd name="connsiteX96" fmla="*/ 85246 w 236064"/>
                <a:gd name="connsiteY96" fmla="*/ 9836 h 281966"/>
                <a:gd name="connsiteX97" fmla="*/ 86885 w 236064"/>
                <a:gd name="connsiteY97" fmla="*/ 6557 h 281966"/>
                <a:gd name="connsiteX98" fmla="*/ 90164 w 236064"/>
                <a:gd name="connsiteY98" fmla="*/ 3279 h 281966"/>
                <a:gd name="connsiteX99" fmla="*/ 93442 w 236064"/>
                <a:gd name="connsiteY99" fmla="*/ 0 h 281966"/>
                <a:gd name="connsiteX100" fmla="*/ 95082 w 236064"/>
                <a:gd name="connsiteY100" fmla="*/ 4918 h 281966"/>
                <a:gd name="connsiteX101" fmla="*/ 93442 w 236064"/>
                <a:gd name="connsiteY101" fmla="*/ 8197 h 281966"/>
                <a:gd name="connsiteX102" fmla="*/ 95082 w 236064"/>
                <a:gd name="connsiteY102" fmla="*/ 11476 h 281966"/>
                <a:gd name="connsiteX103" fmla="*/ 95082 w 236064"/>
                <a:gd name="connsiteY103" fmla="*/ 16393 h 281966"/>
                <a:gd name="connsiteX104" fmla="*/ 95082 w 236064"/>
                <a:gd name="connsiteY104" fmla="*/ 19672 h 281966"/>
                <a:gd name="connsiteX105" fmla="*/ 93442 w 236064"/>
                <a:gd name="connsiteY105" fmla="*/ 21311 h 281966"/>
                <a:gd name="connsiteX106" fmla="*/ 95082 w 236064"/>
                <a:gd name="connsiteY106" fmla="*/ 22951 h 281966"/>
                <a:gd name="connsiteX107" fmla="*/ 95082 w 236064"/>
                <a:gd name="connsiteY107" fmla="*/ 22951 h 281966"/>
                <a:gd name="connsiteX108" fmla="*/ 98360 w 236064"/>
                <a:gd name="connsiteY108" fmla="*/ 24590 h 281966"/>
                <a:gd name="connsiteX109" fmla="*/ 103279 w 236064"/>
                <a:gd name="connsiteY109" fmla="*/ 24590 h 281966"/>
                <a:gd name="connsiteX110" fmla="*/ 106557 w 236064"/>
                <a:gd name="connsiteY110" fmla="*/ 21311 h 281966"/>
                <a:gd name="connsiteX111" fmla="*/ 106557 w 236064"/>
                <a:gd name="connsiteY111" fmla="*/ 16393 h 281966"/>
                <a:gd name="connsiteX112" fmla="*/ 109836 w 236064"/>
                <a:gd name="connsiteY112" fmla="*/ 14754 h 281966"/>
                <a:gd name="connsiteX113" fmla="*/ 111475 w 236064"/>
                <a:gd name="connsiteY113" fmla="*/ 14754 h 281966"/>
                <a:gd name="connsiteX114" fmla="*/ 116393 w 236064"/>
                <a:gd name="connsiteY114" fmla="*/ 13114 h 281966"/>
                <a:gd name="connsiteX115" fmla="*/ 116393 w 236064"/>
                <a:gd name="connsiteY115" fmla="*/ 13114 h 281966"/>
                <a:gd name="connsiteX116" fmla="*/ 121311 w 236064"/>
                <a:gd name="connsiteY116" fmla="*/ 13114 h 281966"/>
                <a:gd name="connsiteX117" fmla="*/ 122950 w 236064"/>
                <a:gd name="connsiteY117" fmla="*/ 18033 h 281966"/>
                <a:gd name="connsiteX118" fmla="*/ 126229 w 236064"/>
                <a:gd name="connsiteY118" fmla="*/ 21311 h 281966"/>
                <a:gd name="connsiteX119" fmla="*/ 129508 w 236064"/>
                <a:gd name="connsiteY119" fmla="*/ 19672 h 281966"/>
                <a:gd name="connsiteX120" fmla="*/ 134426 w 236064"/>
                <a:gd name="connsiteY120" fmla="*/ 21311 h 281966"/>
                <a:gd name="connsiteX121" fmla="*/ 136065 w 236064"/>
                <a:gd name="connsiteY121" fmla="*/ 24590 h 281966"/>
                <a:gd name="connsiteX122" fmla="*/ 137705 w 236064"/>
                <a:gd name="connsiteY122" fmla="*/ 26229 h 281966"/>
                <a:gd name="connsiteX123" fmla="*/ 137705 w 236064"/>
                <a:gd name="connsiteY123" fmla="*/ 27869 h 281966"/>
                <a:gd name="connsiteX124" fmla="*/ 140983 w 236064"/>
                <a:gd name="connsiteY124" fmla="*/ 31147 h 281966"/>
                <a:gd name="connsiteX125" fmla="*/ 140983 w 236064"/>
                <a:gd name="connsiteY125" fmla="*/ 32787 h 281966"/>
                <a:gd name="connsiteX126" fmla="*/ 140983 w 236064"/>
                <a:gd name="connsiteY126" fmla="*/ 37705 h 281966"/>
                <a:gd name="connsiteX127" fmla="*/ 145901 w 236064"/>
                <a:gd name="connsiteY127" fmla="*/ 39344 h 281966"/>
                <a:gd name="connsiteX128" fmla="*/ 149180 w 236064"/>
                <a:gd name="connsiteY128" fmla="*/ 42623 h 281966"/>
                <a:gd name="connsiteX129" fmla="*/ 150819 w 236064"/>
                <a:gd name="connsiteY129" fmla="*/ 45901 h 281966"/>
                <a:gd name="connsiteX130" fmla="*/ 155737 w 236064"/>
                <a:gd name="connsiteY130" fmla="*/ 45901 h 281966"/>
                <a:gd name="connsiteX131" fmla="*/ 155737 w 236064"/>
                <a:gd name="connsiteY131" fmla="*/ 45901 h 281966"/>
                <a:gd name="connsiteX132" fmla="*/ 160655 w 236064"/>
                <a:gd name="connsiteY132" fmla="*/ 49180 h 281966"/>
                <a:gd name="connsiteX133" fmla="*/ 163934 w 236064"/>
                <a:gd name="connsiteY133" fmla="*/ 50820 h 281966"/>
                <a:gd name="connsiteX134" fmla="*/ 167213 w 236064"/>
                <a:gd name="connsiteY134" fmla="*/ 50820 h 281966"/>
                <a:gd name="connsiteX135" fmla="*/ 167213 w 236064"/>
                <a:gd name="connsiteY135" fmla="*/ 50820 h 281966"/>
                <a:gd name="connsiteX136" fmla="*/ 167213 w 236064"/>
                <a:gd name="connsiteY136" fmla="*/ 45901 h 281966"/>
                <a:gd name="connsiteX137" fmla="*/ 172130 w 236064"/>
                <a:gd name="connsiteY137" fmla="*/ 44262 h 281966"/>
                <a:gd name="connsiteX138" fmla="*/ 175409 w 236064"/>
                <a:gd name="connsiteY138" fmla="*/ 40983 h 281966"/>
                <a:gd name="connsiteX139" fmla="*/ 178688 w 236064"/>
                <a:gd name="connsiteY139" fmla="*/ 40983 h 281966"/>
                <a:gd name="connsiteX140" fmla="*/ 183606 w 236064"/>
                <a:gd name="connsiteY140" fmla="*/ 37705 h 281966"/>
                <a:gd name="connsiteX141" fmla="*/ 186885 w 236064"/>
                <a:gd name="connsiteY141" fmla="*/ 37705 h 281966"/>
                <a:gd name="connsiteX142" fmla="*/ 190163 w 236064"/>
                <a:gd name="connsiteY142" fmla="*/ 36066 h 281966"/>
                <a:gd name="connsiteX143" fmla="*/ 193442 w 236064"/>
                <a:gd name="connsiteY143" fmla="*/ 36066 h 281966"/>
                <a:gd name="connsiteX144" fmla="*/ 196720 w 236064"/>
                <a:gd name="connsiteY144" fmla="*/ 36066 h 281966"/>
                <a:gd name="connsiteX145" fmla="*/ 199999 w 236064"/>
                <a:gd name="connsiteY145" fmla="*/ 37705 h 281966"/>
                <a:gd name="connsiteX146" fmla="*/ 201639 w 236064"/>
                <a:gd name="connsiteY146" fmla="*/ 37705 h 281966"/>
                <a:gd name="connsiteX147" fmla="*/ 206557 w 236064"/>
                <a:gd name="connsiteY147" fmla="*/ 39344 h 281966"/>
                <a:gd name="connsiteX148" fmla="*/ 209835 w 236064"/>
                <a:gd name="connsiteY148" fmla="*/ 36066 h 281966"/>
                <a:gd name="connsiteX149" fmla="*/ 211475 w 236064"/>
                <a:gd name="connsiteY149" fmla="*/ 40983 h 281966"/>
                <a:gd name="connsiteX150" fmla="*/ 214753 w 236064"/>
                <a:gd name="connsiteY150" fmla="*/ 44262 h 281966"/>
                <a:gd name="connsiteX151" fmla="*/ 218032 w 236064"/>
                <a:gd name="connsiteY151" fmla="*/ 45901 h 281966"/>
                <a:gd name="connsiteX152" fmla="*/ 219672 w 236064"/>
                <a:gd name="connsiteY152" fmla="*/ 49180 h 281966"/>
                <a:gd name="connsiteX153" fmla="*/ 221310 w 236064"/>
                <a:gd name="connsiteY153" fmla="*/ 52459 h 281966"/>
                <a:gd name="connsiteX154" fmla="*/ 222950 w 236064"/>
                <a:gd name="connsiteY154" fmla="*/ 55737 h 281966"/>
                <a:gd name="connsiteX155" fmla="*/ 226229 w 236064"/>
                <a:gd name="connsiteY155" fmla="*/ 59016 h 281966"/>
                <a:gd name="connsiteX156" fmla="*/ 229507 w 236064"/>
                <a:gd name="connsiteY156" fmla="*/ 55737 h 281966"/>
                <a:gd name="connsiteX157" fmla="*/ 229507 w 236064"/>
                <a:gd name="connsiteY157" fmla="*/ 59016 h 281966"/>
                <a:gd name="connsiteX158" fmla="*/ 227868 w 236064"/>
                <a:gd name="connsiteY158" fmla="*/ 63934 h 281966"/>
                <a:gd name="connsiteX159" fmla="*/ 229507 w 236064"/>
                <a:gd name="connsiteY159" fmla="*/ 67213 h 281966"/>
                <a:gd name="connsiteX160" fmla="*/ 227868 w 236064"/>
                <a:gd name="connsiteY160" fmla="*/ 70491 h 281966"/>
                <a:gd name="connsiteX161" fmla="*/ 226229 w 236064"/>
                <a:gd name="connsiteY161" fmla="*/ 73770 h 281966"/>
                <a:gd name="connsiteX162" fmla="*/ 229507 w 236064"/>
                <a:gd name="connsiteY162" fmla="*/ 77049 h 281966"/>
                <a:gd name="connsiteX163" fmla="*/ 231147 w 236064"/>
                <a:gd name="connsiteY163" fmla="*/ 80327 h 281966"/>
                <a:gd name="connsiteX164" fmla="*/ 232786 w 236064"/>
                <a:gd name="connsiteY164" fmla="*/ 83606 h 281966"/>
                <a:gd name="connsiteX165" fmla="*/ 231147 w 236064"/>
                <a:gd name="connsiteY165" fmla="*/ 86885 h 281966"/>
                <a:gd name="connsiteX166" fmla="*/ 232786 w 236064"/>
                <a:gd name="connsiteY166" fmla="*/ 86885 h 281966"/>
                <a:gd name="connsiteX167" fmla="*/ 232786 w 236064"/>
                <a:gd name="connsiteY167" fmla="*/ 90164 h 281966"/>
                <a:gd name="connsiteX168" fmla="*/ 234425 w 236064"/>
                <a:gd name="connsiteY168" fmla="*/ 93442 h 281966"/>
                <a:gd name="connsiteX169" fmla="*/ 234425 w 236064"/>
                <a:gd name="connsiteY169" fmla="*/ 98360 h 281966"/>
                <a:gd name="connsiteX170" fmla="*/ 234425 w 236064"/>
                <a:gd name="connsiteY170" fmla="*/ 101639 h 281966"/>
                <a:gd name="connsiteX171" fmla="*/ 234425 w 236064"/>
                <a:gd name="connsiteY171" fmla="*/ 104917 h 281966"/>
                <a:gd name="connsiteX172" fmla="*/ 236065 w 236064"/>
                <a:gd name="connsiteY172" fmla="*/ 109836 h 281966"/>
                <a:gd name="connsiteX173" fmla="*/ 236065 w 236064"/>
                <a:gd name="connsiteY173" fmla="*/ 113114 h 281966"/>
                <a:gd name="connsiteX174" fmla="*/ 231147 w 236064"/>
                <a:gd name="connsiteY174" fmla="*/ 116393 h 281966"/>
                <a:gd name="connsiteX175" fmla="*/ 232786 w 236064"/>
                <a:gd name="connsiteY175" fmla="*/ 119671 h 281966"/>
                <a:gd name="connsiteX176" fmla="*/ 227868 w 236064"/>
                <a:gd name="connsiteY176" fmla="*/ 121311 h 281966"/>
                <a:gd name="connsiteX177" fmla="*/ 227868 w 236064"/>
                <a:gd name="connsiteY177" fmla="*/ 122950 h 281966"/>
                <a:gd name="connsiteX178" fmla="*/ 226229 w 236064"/>
                <a:gd name="connsiteY178" fmla="*/ 124590 h 281966"/>
                <a:gd name="connsiteX179" fmla="*/ 224589 w 236064"/>
                <a:gd name="connsiteY179" fmla="*/ 124590 h 281966"/>
                <a:gd name="connsiteX180" fmla="*/ 224589 w 236064"/>
                <a:gd name="connsiteY180" fmla="*/ 129508 h 281966"/>
                <a:gd name="connsiteX181" fmla="*/ 221310 w 236064"/>
                <a:gd name="connsiteY181" fmla="*/ 132786 h 281966"/>
                <a:gd name="connsiteX182" fmla="*/ 221310 w 236064"/>
                <a:gd name="connsiteY182" fmla="*/ 134426 h 281966"/>
                <a:gd name="connsiteX183" fmla="*/ 219672 w 236064"/>
                <a:gd name="connsiteY183" fmla="*/ 139344 h 281966"/>
                <a:gd name="connsiteX184" fmla="*/ 219672 w 236064"/>
                <a:gd name="connsiteY184" fmla="*/ 142622 h 281966"/>
                <a:gd name="connsiteX185" fmla="*/ 218032 w 236064"/>
                <a:gd name="connsiteY185" fmla="*/ 147540 h 281966"/>
                <a:gd name="connsiteX186" fmla="*/ 218032 w 236064"/>
                <a:gd name="connsiteY186" fmla="*/ 150819 h 281966"/>
                <a:gd name="connsiteX187" fmla="*/ 218032 w 236064"/>
                <a:gd name="connsiteY187" fmla="*/ 155737 h 281966"/>
                <a:gd name="connsiteX188" fmla="*/ 216393 w 236064"/>
                <a:gd name="connsiteY188" fmla="*/ 159016 h 281966"/>
                <a:gd name="connsiteX189" fmla="*/ 213114 w 236064"/>
                <a:gd name="connsiteY189" fmla="*/ 163934 h 281966"/>
                <a:gd name="connsiteX190" fmla="*/ 211475 w 236064"/>
                <a:gd name="connsiteY190" fmla="*/ 163934 h 281966"/>
                <a:gd name="connsiteX191" fmla="*/ 209835 w 236064"/>
                <a:gd name="connsiteY191" fmla="*/ 168851 h 281966"/>
                <a:gd name="connsiteX192" fmla="*/ 208196 w 236064"/>
                <a:gd name="connsiteY192" fmla="*/ 172130 h 281966"/>
                <a:gd name="connsiteX193" fmla="*/ 208196 w 236064"/>
                <a:gd name="connsiteY193" fmla="*/ 175409 h 281966"/>
                <a:gd name="connsiteX194" fmla="*/ 208196 w 236064"/>
                <a:gd name="connsiteY194" fmla="*/ 180327 h 281966"/>
                <a:gd name="connsiteX195" fmla="*/ 206557 w 236064"/>
                <a:gd name="connsiteY195" fmla="*/ 183606 h 281966"/>
                <a:gd name="connsiteX196" fmla="*/ 208196 w 236064"/>
                <a:gd name="connsiteY196" fmla="*/ 186884 h 281966"/>
                <a:gd name="connsiteX197" fmla="*/ 208196 w 236064"/>
                <a:gd name="connsiteY197" fmla="*/ 190163 h 281966"/>
                <a:gd name="connsiteX198" fmla="*/ 208196 w 236064"/>
                <a:gd name="connsiteY198" fmla="*/ 195081 h 281966"/>
                <a:gd name="connsiteX199" fmla="*/ 209835 w 236064"/>
                <a:gd name="connsiteY199" fmla="*/ 198360 h 281966"/>
                <a:gd name="connsiteX200" fmla="*/ 211475 w 236064"/>
                <a:gd name="connsiteY200" fmla="*/ 201638 h 281966"/>
                <a:gd name="connsiteX201" fmla="*/ 213114 w 236064"/>
                <a:gd name="connsiteY201" fmla="*/ 204917 h 281966"/>
                <a:gd name="connsiteX202" fmla="*/ 213114 w 236064"/>
                <a:gd name="connsiteY202" fmla="*/ 209835 h 281966"/>
                <a:gd name="connsiteX203" fmla="*/ 214753 w 236064"/>
                <a:gd name="connsiteY203" fmla="*/ 213114 h 281966"/>
                <a:gd name="connsiteX204" fmla="*/ 214753 w 236064"/>
                <a:gd name="connsiteY204" fmla="*/ 218032 h 281966"/>
                <a:gd name="connsiteX205" fmla="*/ 218032 w 236064"/>
                <a:gd name="connsiteY205" fmla="*/ 222950 h 281966"/>
                <a:gd name="connsiteX206" fmla="*/ 218032 w 236064"/>
                <a:gd name="connsiteY206" fmla="*/ 226228 h 281966"/>
                <a:gd name="connsiteX207" fmla="*/ 221310 w 236064"/>
                <a:gd name="connsiteY207" fmla="*/ 226228 h 281966"/>
                <a:gd name="connsiteX208" fmla="*/ 224589 w 236064"/>
                <a:gd name="connsiteY208" fmla="*/ 227868 h 281966"/>
                <a:gd name="connsiteX209" fmla="*/ 224589 w 236064"/>
                <a:gd name="connsiteY209" fmla="*/ 231147 h 281966"/>
                <a:gd name="connsiteX210" fmla="*/ 226229 w 236064"/>
                <a:gd name="connsiteY210" fmla="*/ 236064 h 281966"/>
                <a:gd name="connsiteX211" fmla="*/ 226229 w 236064"/>
                <a:gd name="connsiteY211" fmla="*/ 239343 h 281966"/>
                <a:gd name="connsiteX212" fmla="*/ 224589 w 236064"/>
                <a:gd name="connsiteY212" fmla="*/ 240983 h 281966"/>
                <a:gd name="connsiteX213" fmla="*/ 224589 w 236064"/>
                <a:gd name="connsiteY213" fmla="*/ 244261 h 281966"/>
                <a:gd name="connsiteX214" fmla="*/ 226229 w 236064"/>
                <a:gd name="connsiteY214" fmla="*/ 249179 h 281966"/>
                <a:gd name="connsiteX215" fmla="*/ 221310 w 236064"/>
                <a:gd name="connsiteY215" fmla="*/ 249179 h 281966"/>
                <a:gd name="connsiteX216" fmla="*/ 219672 w 236064"/>
                <a:gd name="connsiteY216" fmla="*/ 249179 h 281966"/>
                <a:gd name="connsiteX217" fmla="*/ 218032 w 236064"/>
                <a:gd name="connsiteY217" fmla="*/ 249179 h 281966"/>
                <a:gd name="connsiteX218" fmla="*/ 218032 w 236064"/>
                <a:gd name="connsiteY218" fmla="*/ 249179 h 281966"/>
                <a:gd name="connsiteX219" fmla="*/ 218032 w 236064"/>
                <a:gd name="connsiteY219" fmla="*/ 249179 h 281966"/>
                <a:gd name="connsiteX220" fmla="*/ 221310 w 236064"/>
                <a:gd name="connsiteY220" fmla="*/ 245901 h 281966"/>
                <a:gd name="connsiteX221" fmla="*/ 216393 w 236064"/>
                <a:gd name="connsiteY221" fmla="*/ 249179 h 281966"/>
                <a:gd name="connsiteX222" fmla="*/ 213114 w 236064"/>
                <a:gd name="connsiteY222" fmla="*/ 247540 h 281966"/>
                <a:gd name="connsiteX223" fmla="*/ 209835 w 236064"/>
                <a:gd name="connsiteY223" fmla="*/ 245901 h 281966"/>
                <a:gd name="connsiteX224" fmla="*/ 209835 w 236064"/>
                <a:gd name="connsiteY224" fmla="*/ 245901 h 281966"/>
                <a:gd name="connsiteX225" fmla="*/ 209835 w 236064"/>
                <a:gd name="connsiteY225" fmla="*/ 242622 h 281966"/>
                <a:gd name="connsiteX226" fmla="*/ 208196 w 236064"/>
                <a:gd name="connsiteY226" fmla="*/ 239343 h 281966"/>
                <a:gd name="connsiteX227" fmla="*/ 206557 w 236064"/>
                <a:gd name="connsiteY227" fmla="*/ 240983 h 281966"/>
                <a:gd name="connsiteX228" fmla="*/ 204917 w 236064"/>
                <a:gd name="connsiteY228" fmla="*/ 244261 h 281966"/>
                <a:gd name="connsiteX229" fmla="*/ 201639 w 236064"/>
                <a:gd name="connsiteY229" fmla="*/ 249179 h 281966"/>
                <a:gd name="connsiteX230" fmla="*/ 198360 w 236064"/>
                <a:gd name="connsiteY230" fmla="*/ 247540 h 281966"/>
                <a:gd name="connsiteX231" fmla="*/ 195081 w 236064"/>
                <a:gd name="connsiteY231" fmla="*/ 247540 h 281966"/>
                <a:gd name="connsiteX232" fmla="*/ 191803 w 236064"/>
                <a:gd name="connsiteY232" fmla="*/ 245901 h 281966"/>
                <a:gd name="connsiteX233" fmla="*/ 188524 w 236064"/>
                <a:gd name="connsiteY233" fmla="*/ 244261 h 281966"/>
                <a:gd name="connsiteX234" fmla="*/ 188524 w 236064"/>
                <a:gd name="connsiteY234" fmla="*/ 244261 h 281966"/>
                <a:gd name="connsiteX235" fmla="*/ 186885 w 236064"/>
                <a:gd name="connsiteY235" fmla="*/ 244261 h 281966"/>
                <a:gd name="connsiteX236" fmla="*/ 186885 w 236064"/>
                <a:gd name="connsiteY236" fmla="*/ 244261 h 281966"/>
                <a:gd name="connsiteX237" fmla="*/ 186885 w 236064"/>
                <a:gd name="connsiteY237" fmla="*/ 245901 h 281966"/>
                <a:gd name="connsiteX238" fmla="*/ 183606 w 236064"/>
                <a:gd name="connsiteY238" fmla="*/ 244261 h 281966"/>
                <a:gd name="connsiteX239" fmla="*/ 178688 w 236064"/>
                <a:gd name="connsiteY239" fmla="*/ 242622 h 281966"/>
                <a:gd name="connsiteX240" fmla="*/ 181966 w 236064"/>
                <a:gd name="connsiteY240" fmla="*/ 242622 h 281966"/>
                <a:gd name="connsiteX241" fmla="*/ 186885 w 236064"/>
                <a:gd name="connsiteY241" fmla="*/ 242622 h 281966"/>
                <a:gd name="connsiteX242" fmla="*/ 188524 w 236064"/>
                <a:gd name="connsiteY242" fmla="*/ 240983 h 281966"/>
                <a:gd name="connsiteX243" fmla="*/ 185245 w 236064"/>
                <a:gd name="connsiteY243" fmla="*/ 237704 h 281966"/>
                <a:gd name="connsiteX244" fmla="*/ 185245 w 236064"/>
                <a:gd name="connsiteY244" fmla="*/ 242622 h 281966"/>
                <a:gd name="connsiteX245" fmla="*/ 181966 w 236064"/>
                <a:gd name="connsiteY245" fmla="*/ 239343 h 281966"/>
                <a:gd name="connsiteX246" fmla="*/ 178688 w 236064"/>
                <a:gd name="connsiteY246" fmla="*/ 239343 h 281966"/>
                <a:gd name="connsiteX247" fmla="*/ 178688 w 236064"/>
                <a:gd name="connsiteY247" fmla="*/ 240983 h 281966"/>
                <a:gd name="connsiteX248" fmla="*/ 175409 w 236064"/>
                <a:gd name="connsiteY248" fmla="*/ 240983 h 281966"/>
                <a:gd name="connsiteX249" fmla="*/ 172130 w 236064"/>
                <a:gd name="connsiteY249" fmla="*/ 240983 h 281966"/>
                <a:gd name="connsiteX250" fmla="*/ 168852 w 236064"/>
                <a:gd name="connsiteY250" fmla="*/ 240983 h 281966"/>
                <a:gd name="connsiteX251" fmla="*/ 163934 w 236064"/>
                <a:gd name="connsiteY251" fmla="*/ 240983 h 281966"/>
                <a:gd name="connsiteX252" fmla="*/ 160655 w 236064"/>
                <a:gd name="connsiteY252" fmla="*/ 240983 h 281966"/>
                <a:gd name="connsiteX253" fmla="*/ 157376 w 236064"/>
                <a:gd name="connsiteY253" fmla="*/ 242622 h 281966"/>
                <a:gd name="connsiteX254" fmla="*/ 154098 w 236064"/>
                <a:gd name="connsiteY254" fmla="*/ 242622 h 281966"/>
                <a:gd name="connsiteX255" fmla="*/ 150819 w 236064"/>
                <a:gd name="connsiteY255" fmla="*/ 242622 h 281966"/>
                <a:gd name="connsiteX256" fmla="*/ 145901 w 236064"/>
                <a:gd name="connsiteY256" fmla="*/ 244261 h 281966"/>
                <a:gd name="connsiteX257" fmla="*/ 147540 w 236064"/>
                <a:gd name="connsiteY257" fmla="*/ 245901 h 281966"/>
                <a:gd name="connsiteX258" fmla="*/ 147540 w 236064"/>
                <a:gd name="connsiteY258" fmla="*/ 247540 h 281966"/>
                <a:gd name="connsiteX259" fmla="*/ 152459 w 236064"/>
                <a:gd name="connsiteY259" fmla="*/ 244261 h 281966"/>
                <a:gd name="connsiteX260" fmla="*/ 155737 w 236064"/>
                <a:gd name="connsiteY260" fmla="*/ 244261 h 281966"/>
                <a:gd name="connsiteX261" fmla="*/ 159016 w 236064"/>
                <a:gd name="connsiteY261" fmla="*/ 244261 h 281966"/>
                <a:gd name="connsiteX262" fmla="*/ 163934 w 236064"/>
                <a:gd name="connsiteY262" fmla="*/ 242622 h 281966"/>
                <a:gd name="connsiteX263" fmla="*/ 167213 w 236064"/>
                <a:gd name="connsiteY263" fmla="*/ 242622 h 281966"/>
                <a:gd name="connsiteX264" fmla="*/ 170491 w 236064"/>
                <a:gd name="connsiteY264" fmla="*/ 242622 h 281966"/>
                <a:gd name="connsiteX265" fmla="*/ 173770 w 236064"/>
                <a:gd name="connsiteY265" fmla="*/ 240983 h 281966"/>
                <a:gd name="connsiteX266" fmla="*/ 177049 w 236064"/>
                <a:gd name="connsiteY266" fmla="*/ 244261 h 281966"/>
                <a:gd name="connsiteX267" fmla="*/ 173770 w 236064"/>
                <a:gd name="connsiteY267" fmla="*/ 244261 h 281966"/>
                <a:gd name="connsiteX268" fmla="*/ 168852 w 236064"/>
                <a:gd name="connsiteY268" fmla="*/ 244261 h 281966"/>
                <a:gd name="connsiteX269" fmla="*/ 165573 w 236064"/>
                <a:gd name="connsiteY269" fmla="*/ 244261 h 281966"/>
                <a:gd name="connsiteX270" fmla="*/ 162295 w 236064"/>
                <a:gd name="connsiteY270" fmla="*/ 245901 h 281966"/>
                <a:gd name="connsiteX271" fmla="*/ 157376 w 236064"/>
                <a:gd name="connsiteY271" fmla="*/ 245901 h 281966"/>
                <a:gd name="connsiteX272" fmla="*/ 154098 w 236064"/>
                <a:gd name="connsiteY272" fmla="*/ 245901 h 281966"/>
                <a:gd name="connsiteX273" fmla="*/ 150819 w 236064"/>
                <a:gd name="connsiteY273" fmla="*/ 247540 h 281966"/>
                <a:gd name="connsiteX274" fmla="*/ 147540 w 236064"/>
                <a:gd name="connsiteY274" fmla="*/ 247540 h 281966"/>
                <a:gd name="connsiteX275" fmla="*/ 145901 w 236064"/>
                <a:gd name="connsiteY275" fmla="*/ 247540 h 281966"/>
                <a:gd name="connsiteX276" fmla="*/ 142623 w 236064"/>
                <a:gd name="connsiteY276" fmla="*/ 247540 h 281966"/>
                <a:gd name="connsiteX277" fmla="*/ 139344 w 236064"/>
                <a:gd name="connsiteY277" fmla="*/ 247540 h 281966"/>
                <a:gd name="connsiteX278" fmla="*/ 139344 w 236064"/>
                <a:gd name="connsiteY278" fmla="*/ 244261 h 281966"/>
                <a:gd name="connsiteX279" fmla="*/ 139344 w 236064"/>
                <a:gd name="connsiteY279" fmla="*/ 244261 h 281966"/>
                <a:gd name="connsiteX280" fmla="*/ 136065 w 236064"/>
                <a:gd name="connsiteY280" fmla="*/ 244261 h 281966"/>
                <a:gd name="connsiteX281" fmla="*/ 132786 w 236064"/>
                <a:gd name="connsiteY281" fmla="*/ 244261 h 281966"/>
                <a:gd name="connsiteX282" fmla="*/ 131147 w 236064"/>
                <a:gd name="connsiteY282" fmla="*/ 244261 h 281966"/>
                <a:gd name="connsiteX283" fmla="*/ 127869 w 236064"/>
                <a:gd name="connsiteY283" fmla="*/ 244261 h 281966"/>
                <a:gd name="connsiteX284" fmla="*/ 127869 w 236064"/>
                <a:gd name="connsiteY284" fmla="*/ 245901 h 281966"/>
                <a:gd name="connsiteX285" fmla="*/ 124590 w 236064"/>
                <a:gd name="connsiteY285" fmla="*/ 247540 h 281966"/>
                <a:gd name="connsiteX286" fmla="*/ 127869 w 236064"/>
                <a:gd name="connsiteY286" fmla="*/ 245901 h 281966"/>
                <a:gd name="connsiteX287" fmla="*/ 131147 w 236064"/>
                <a:gd name="connsiteY287" fmla="*/ 244261 h 281966"/>
                <a:gd name="connsiteX288" fmla="*/ 134426 w 236064"/>
                <a:gd name="connsiteY288" fmla="*/ 247540 h 281966"/>
                <a:gd name="connsiteX289" fmla="*/ 137705 w 236064"/>
                <a:gd name="connsiteY289" fmla="*/ 247540 h 281966"/>
                <a:gd name="connsiteX290" fmla="*/ 137705 w 236064"/>
                <a:gd name="connsiteY290" fmla="*/ 249179 h 281966"/>
                <a:gd name="connsiteX291" fmla="*/ 132786 w 236064"/>
                <a:gd name="connsiteY291" fmla="*/ 249179 h 281966"/>
                <a:gd name="connsiteX292" fmla="*/ 129508 w 236064"/>
                <a:gd name="connsiteY292" fmla="*/ 249179 h 281966"/>
                <a:gd name="connsiteX293" fmla="*/ 126229 w 236064"/>
                <a:gd name="connsiteY293" fmla="*/ 249179 h 281966"/>
                <a:gd name="connsiteX294" fmla="*/ 121311 w 236064"/>
                <a:gd name="connsiteY294" fmla="*/ 249179 h 281966"/>
                <a:gd name="connsiteX295" fmla="*/ 121311 w 236064"/>
                <a:gd name="connsiteY295" fmla="*/ 249179 h 281966"/>
                <a:gd name="connsiteX296" fmla="*/ 116393 w 236064"/>
                <a:gd name="connsiteY296" fmla="*/ 250818 h 281966"/>
                <a:gd name="connsiteX297" fmla="*/ 113115 w 236064"/>
                <a:gd name="connsiteY297" fmla="*/ 250818 h 281966"/>
                <a:gd name="connsiteX298" fmla="*/ 109836 w 236064"/>
                <a:gd name="connsiteY298" fmla="*/ 252458 h 281966"/>
                <a:gd name="connsiteX299" fmla="*/ 104918 w 236064"/>
                <a:gd name="connsiteY299" fmla="*/ 252458 h 281966"/>
                <a:gd name="connsiteX300" fmla="*/ 104918 w 236064"/>
                <a:gd name="connsiteY300" fmla="*/ 252458 h 281966"/>
                <a:gd name="connsiteX301" fmla="*/ 101639 w 236064"/>
                <a:gd name="connsiteY301" fmla="*/ 254097 h 281966"/>
                <a:gd name="connsiteX302" fmla="*/ 98360 w 236064"/>
                <a:gd name="connsiteY302" fmla="*/ 255737 h 281966"/>
                <a:gd name="connsiteX303" fmla="*/ 96721 w 236064"/>
                <a:gd name="connsiteY303" fmla="*/ 255737 h 281966"/>
                <a:gd name="connsiteX304" fmla="*/ 93442 w 236064"/>
                <a:gd name="connsiteY304" fmla="*/ 257376 h 281966"/>
                <a:gd name="connsiteX305" fmla="*/ 90164 w 236064"/>
                <a:gd name="connsiteY305" fmla="*/ 259015 h 281966"/>
                <a:gd name="connsiteX306" fmla="*/ 86885 w 236064"/>
                <a:gd name="connsiteY306" fmla="*/ 260654 h 281966"/>
                <a:gd name="connsiteX307" fmla="*/ 83606 w 236064"/>
                <a:gd name="connsiteY307" fmla="*/ 262294 h 281966"/>
                <a:gd name="connsiteX308" fmla="*/ 80328 w 236064"/>
                <a:gd name="connsiteY308" fmla="*/ 263933 h 281966"/>
                <a:gd name="connsiteX309" fmla="*/ 75410 w 236064"/>
                <a:gd name="connsiteY309" fmla="*/ 265573 h 281966"/>
                <a:gd name="connsiteX310" fmla="*/ 72131 w 236064"/>
                <a:gd name="connsiteY310" fmla="*/ 267212 h 281966"/>
                <a:gd name="connsiteX311" fmla="*/ 68852 w 236064"/>
                <a:gd name="connsiteY311" fmla="*/ 268851 h 281966"/>
                <a:gd name="connsiteX312" fmla="*/ 65573 w 236064"/>
                <a:gd name="connsiteY312" fmla="*/ 268851 h 281966"/>
                <a:gd name="connsiteX313" fmla="*/ 60656 w 236064"/>
                <a:gd name="connsiteY313" fmla="*/ 272130 h 281966"/>
                <a:gd name="connsiteX314" fmla="*/ 57377 w 236064"/>
                <a:gd name="connsiteY314" fmla="*/ 275408 h 281966"/>
                <a:gd name="connsiteX315" fmla="*/ 54098 w 236064"/>
                <a:gd name="connsiteY315" fmla="*/ 275408 h 281966"/>
                <a:gd name="connsiteX316" fmla="*/ 52459 w 236064"/>
                <a:gd name="connsiteY316" fmla="*/ 277048 h 281966"/>
                <a:gd name="connsiteX317" fmla="*/ 47541 w 236064"/>
                <a:gd name="connsiteY317" fmla="*/ 278687 h 281966"/>
                <a:gd name="connsiteX318" fmla="*/ 44262 w 236064"/>
                <a:gd name="connsiteY318" fmla="*/ 281966 h 281966"/>
                <a:gd name="connsiteX319" fmla="*/ 40983 w 236064"/>
                <a:gd name="connsiteY319" fmla="*/ 281966 h 281966"/>
                <a:gd name="connsiteX320" fmla="*/ 40983 w 236064"/>
                <a:gd name="connsiteY320" fmla="*/ 278687 h 281966"/>
                <a:gd name="connsiteX321" fmla="*/ 39344 w 236064"/>
                <a:gd name="connsiteY321" fmla="*/ 277048 h 281966"/>
                <a:gd name="connsiteX322" fmla="*/ 39344 w 236064"/>
                <a:gd name="connsiteY322" fmla="*/ 273769 h 281966"/>
                <a:gd name="connsiteX323" fmla="*/ 39344 w 236064"/>
                <a:gd name="connsiteY323" fmla="*/ 270491 h 281966"/>
                <a:gd name="connsiteX324" fmla="*/ 39344 w 236064"/>
                <a:gd name="connsiteY324" fmla="*/ 265573 h 281966"/>
                <a:gd name="connsiteX325" fmla="*/ 39344 w 236064"/>
                <a:gd name="connsiteY325" fmla="*/ 262294 h 281966"/>
                <a:gd name="connsiteX326" fmla="*/ 39344 w 236064"/>
                <a:gd name="connsiteY326" fmla="*/ 260654 h 281966"/>
                <a:gd name="connsiteX327" fmla="*/ 40983 w 236064"/>
                <a:gd name="connsiteY327" fmla="*/ 257376 h 281966"/>
                <a:gd name="connsiteX328" fmla="*/ 40983 w 236064"/>
                <a:gd name="connsiteY328" fmla="*/ 254097 h 281966"/>
                <a:gd name="connsiteX329" fmla="*/ 42623 w 236064"/>
                <a:gd name="connsiteY329" fmla="*/ 249179 h 281966"/>
                <a:gd name="connsiteX330" fmla="*/ 44262 w 236064"/>
                <a:gd name="connsiteY330" fmla="*/ 245901 h 281966"/>
                <a:gd name="connsiteX331" fmla="*/ 44262 w 236064"/>
                <a:gd name="connsiteY331" fmla="*/ 242622 h 281966"/>
                <a:gd name="connsiteX332" fmla="*/ 45902 w 236064"/>
                <a:gd name="connsiteY332" fmla="*/ 242622 h 281966"/>
                <a:gd name="connsiteX333" fmla="*/ 45902 w 236064"/>
                <a:gd name="connsiteY333" fmla="*/ 240983 h 281966"/>
                <a:gd name="connsiteX334" fmla="*/ 45902 w 236064"/>
                <a:gd name="connsiteY334" fmla="*/ 237704 h 281966"/>
                <a:gd name="connsiteX335" fmla="*/ 45902 w 236064"/>
                <a:gd name="connsiteY335" fmla="*/ 232786 h 281966"/>
                <a:gd name="connsiteX336" fmla="*/ 45902 w 236064"/>
                <a:gd name="connsiteY336" fmla="*/ 229507 h 281966"/>
                <a:gd name="connsiteX337" fmla="*/ 45902 w 236064"/>
                <a:gd name="connsiteY337" fmla="*/ 226228 h 281966"/>
                <a:gd name="connsiteX338" fmla="*/ 45902 w 236064"/>
                <a:gd name="connsiteY338" fmla="*/ 226228 h 281966"/>
                <a:gd name="connsiteX339" fmla="*/ 44262 w 236064"/>
                <a:gd name="connsiteY339" fmla="*/ 221310 h 281966"/>
                <a:gd name="connsiteX340" fmla="*/ 44262 w 236064"/>
                <a:gd name="connsiteY340" fmla="*/ 218032 h 281966"/>
                <a:gd name="connsiteX341" fmla="*/ 39344 w 236064"/>
                <a:gd name="connsiteY341" fmla="*/ 214753 h 281966"/>
                <a:gd name="connsiteX342" fmla="*/ 36066 w 236064"/>
                <a:gd name="connsiteY342" fmla="*/ 211474 h 281966"/>
                <a:gd name="connsiteX343" fmla="*/ 32787 w 236064"/>
                <a:gd name="connsiteY343" fmla="*/ 211474 h 281966"/>
                <a:gd name="connsiteX344" fmla="*/ 31148 w 236064"/>
                <a:gd name="connsiteY344" fmla="*/ 208196 h 281966"/>
                <a:gd name="connsiteX345" fmla="*/ 29508 w 236064"/>
                <a:gd name="connsiteY345" fmla="*/ 204917 h 281966"/>
                <a:gd name="connsiteX346" fmla="*/ 29508 w 236064"/>
                <a:gd name="connsiteY346" fmla="*/ 201638 h 281966"/>
                <a:gd name="connsiteX347" fmla="*/ 26229 w 236064"/>
                <a:gd name="connsiteY347" fmla="*/ 196720 h 281966"/>
                <a:gd name="connsiteX348" fmla="*/ 22951 w 236064"/>
                <a:gd name="connsiteY348" fmla="*/ 196720 h 281966"/>
                <a:gd name="connsiteX349" fmla="*/ 18033 w 236064"/>
                <a:gd name="connsiteY349" fmla="*/ 196720 h 281966"/>
                <a:gd name="connsiteX350" fmla="*/ 14754 w 236064"/>
                <a:gd name="connsiteY350" fmla="*/ 196720 h 281966"/>
                <a:gd name="connsiteX351" fmla="*/ 11476 w 236064"/>
                <a:gd name="connsiteY351" fmla="*/ 193442 h 281966"/>
                <a:gd name="connsiteX352" fmla="*/ 8197 w 236064"/>
                <a:gd name="connsiteY352" fmla="*/ 193442 h 281966"/>
                <a:gd name="connsiteX353" fmla="*/ 8197 w 236064"/>
                <a:gd name="connsiteY353" fmla="*/ 190163 h 281966"/>
                <a:gd name="connsiteX354" fmla="*/ 4918 w 236064"/>
                <a:gd name="connsiteY354" fmla="*/ 190163 h 281966"/>
                <a:gd name="connsiteX355" fmla="*/ 3279 w 236064"/>
                <a:gd name="connsiteY355" fmla="*/ 190163 h 281966"/>
                <a:gd name="connsiteX356" fmla="*/ 0 w 236064"/>
                <a:gd name="connsiteY356" fmla="*/ 186884 h 281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</a:cxnLst>
              <a:rect l="l" t="t" r="r" b="b"/>
              <a:pathLst>
                <a:path w="236064" h="281966">
                  <a:moveTo>
                    <a:pt x="0" y="186884"/>
                  </a:moveTo>
                  <a:lnTo>
                    <a:pt x="0" y="186884"/>
                  </a:lnTo>
                  <a:lnTo>
                    <a:pt x="3279" y="183606"/>
                  </a:lnTo>
                  <a:lnTo>
                    <a:pt x="6558" y="180327"/>
                  </a:lnTo>
                  <a:lnTo>
                    <a:pt x="8197" y="180327"/>
                  </a:lnTo>
                  <a:lnTo>
                    <a:pt x="11476" y="175409"/>
                  </a:lnTo>
                  <a:lnTo>
                    <a:pt x="11476" y="172130"/>
                  </a:lnTo>
                  <a:lnTo>
                    <a:pt x="11476" y="168851"/>
                  </a:lnTo>
                  <a:lnTo>
                    <a:pt x="13115" y="165573"/>
                  </a:lnTo>
                  <a:lnTo>
                    <a:pt x="13115" y="160655"/>
                  </a:lnTo>
                  <a:lnTo>
                    <a:pt x="11476" y="157376"/>
                  </a:lnTo>
                  <a:lnTo>
                    <a:pt x="9836" y="154098"/>
                  </a:lnTo>
                  <a:lnTo>
                    <a:pt x="8197" y="149180"/>
                  </a:lnTo>
                  <a:lnTo>
                    <a:pt x="8197" y="145901"/>
                  </a:lnTo>
                  <a:lnTo>
                    <a:pt x="6558" y="142622"/>
                  </a:lnTo>
                  <a:lnTo>
                    <a:pt x="6558" y="140983"/>
                  </a:lnTo>
                  <a:lnTo>
                    <a:pt x="8197" y="139344"/>
                  </a:lnTo>
                  <a:lnTo>
                    <a:pt x="11476" y="139344"/>
                  </a:lnTo>
                  <a:lnTo>
                    <a:pt x="14754" y="140983"/>
                  </a:lnTo>
                  <a:lnTo>
                    <a:pt x="16393" y="140983"/>
                  </a:lnTo>
                  <a:lnTo>
                    <a:pt x="16393" y="137704"/>
                  </a:lnTo>
                  <a:lnTo>
                    <a:pt x="19672" y="134426"/>
                  </a:lnTo>
                  <a:lnTo>
                    <a:pt x="21312" y="129508"/>
                  </a:lnTo>
                  <a:lnTo>
                    <a:pt x="19672" y="127868"/>
                  </a:lnTo>
                  <a:lnTo>
                    <a:pt x="21312" y="122950"/>
                  </a:lnTo>
                  <a:lnTo>
                    <a:pt x="21312" y="119671"/>
                  </a:lnTo>
                  <a:lnTo>
                    <a:pt x="22951" y="119671"/>
                  </a:lnTo>
                  <a:lnTo>
                    <a:pt x="26229" y="121311"/>
                  </a:lnTo>
                  <a:lnTo>
                    <a:pt x="24590" y="118032"/>
                  </a:lnTo>
                  <a:lnTo>
                    <a:pt x="22951" y="113114"/>
                  </a:lnTo>
                  <a:lnTo>
                    <a:pt x="18033" y="113114"/>
                  </a:lnTo>
                  <a:lnTo>
                    <a:pt x="14754" y="109836"/>
                  </a:lnTo>
                  <a:lnTo>
                    <a:pt x="16393" y="104917"/>
                  </a:lnTo>
                  <a:lnTo>
                    <a:pt x="14754" y="101639"/>
                  </a:lnTo>
                  <a:lnTo>
                    <a:pt x="18033" y="100000"/>
                  </a:lnTo>
                  <a:lnTo>
                    <a:pt x="22951" y="98360"/>
                  </a:lnTo>
                  <a:lnTo>
                    <a:pt x="26229" y="100000"/>
                  </a:lnTo>
                  <a:lnTo>
                    <a:pt x="29508" y="103278"/>
                  </a:lnTo>
                  <a:lnTo>
                    <a:pt x="32787" y="103278"/>
                  </a:lnTo>
                  <a:lnTo>
                    <a:pt x="37705" y="104917"/>
                  </a:lnTo>
                  <a:lnTo>
                    <a:pt x="37705" y="104917"/>
                  </a:lnTo>
                  <a:lnTo>
                    <a:pt x="37705" y="104917"/>
                  </a:lnTo>
                  <a:lnTo>
                    <a:pt x="37705" y="100000"/>
                  </a:lnTo>
                  <a:lnTo>
                    <a:pt x="36066" y="96721"/>
                  </a:lnTo>
                  <a:lnTo>
                    <a:pt x="36066" y="93442"/>
                  </a:lnTo>
                  <a:lnTo>
                    <a:pt x="34426" y="90164"/>
                  </a:lnTo>
                  <a:lnTo>
                    <a:pt x="29508" y="86885"/>
                  </a:lnTo>
                  <a:lnTo>
                    <a:pt x="26229" y="86885"/>
                  </a:lnTo>
                  <a:lnTo>
                    <a:pt x="27869" y="81967"/>
                  </a:lnTo>
                  <a:lnTo>
                    <a:pt x="27869" y="78688"/>
                  </a:lnTo>
                  <a:lnTo>
                    <a:pt x="31148" y="75410"/>
                  </a:lnTo>
                  <a:lnTo>
                    <a:pt x="34426" y="73770"/>
                  </a:lnTo>
                  <a:lnTo>
                    <a:pt x="32787" y="72131"/>
                  </a:lnTo>
                  <a:lnTo>
                    <a:pt x="27869" y="70491"/>
                  </a:lnTo>
                  <a:lnTo>
                    <a:pt x="27869" y="65573"/>
                  </a:lnTo>
                  <a:lnTo>
                    <a:pt x="29508" y="62295"/>
                  </a:lnTo>
                  <a:lnTo>
                    <a:pt x="29508" y="59016"/>
                  </a:lnTo>
                  <a:lnTo>
                    <a:pt x="26229" y="60656"/>
                  </a:lnTo>
                  <a:lnTo>
                    <a:pt x="22951" y="59016"/>
                  </a:lnTo>
                  <a:lnTo>
                    <a:pt x="19672" y="55737"/>
                  </a:lnTo>
                  <a:lnTo>
                    <a:pt x="19672" y="52459"/>
                  </a:lnTo>
                  <a:lnTo>
                    <a:pt x="19672" y="47541"/>
                  </a:lnTo>
                  <a:lnTo>
                    <a:pt x="19672" y="44262"/>
                  </a:lnTo>
                  <a:lnTo>
                    <a:pt x="21312" y="42623"/>
                  </a:lnTo>
                  <a:lnTo>
                    <a:pt x="19672" y="37705"/>
                  </a:lnTo>
                  <a:lnTo>
                    <a:pt x="19672" y="34426"/>
                  </a:lnTo>
                  <a:lnTo>
                    <a:pt x="19672" y="32787"/>
                  </a:lnTo>
                  <a:lnTo>
                    <a:pt x="19672" y="32787"/>
                  </a:lnTo>
                  <a:lnTo>
                    <a:pt x="19672" y="32787"/>
                  </a:lnTo>
                  <a:lnTo>
                    <a:pt x="24590" y="29508"/>
                  </a:lnTo>
                  <a:lnTo>
                    <a:pt x="26229" y="26229"/>
                  </a:lnTo>
                  <a:lnTo>
                    <a:pt x="27869" y="26229"/>
                  </a:lnTo>
                  <a:lnTo>
                    <a:pt x="32787" y="24590"/>
                  </a:lnTo>
                  <a:lnTo>
                    <a:pt x="34426" y="19672"/>
                  </a:lnTo>
                  <a:lnTo>
                    <a:pt x="36066" y="16393"/>
                  </a:lnTo>
                  <a:lnTo>
                    <a:pt x="39344" y="13114"/>
                  </a:lnTo>
                  <a:lnTo>
                    <a:pt x="42623" y="14754"/>
                  </a:lnTo>
                  <a:lnTo>
                    <a:pt x="45902" y="13114"/>
                  </a:lnTo>
                  <a:lnTo>
                    <a:pt x="45902" y="16393"/>
                  </a:lnTo>
                  <a:lnTo>
                    <a:pt x="50820" y="18033"/>
                  </a:lnTo>
                  <a:lnTo>
                    <a:pt x="50820" y="22951"/>
                  </a:lnTo>
                  <a:lnTo>
                    <a:pt x="54098" y="22951"/>
                  </a:lnTo>
                  <a:lnTo>
                    <a:pt x="57377" y="22951"/>
                  </a:lnTo>
                  <a:lnTo>
                    <a:pt x="62295" y="26229"/>
                  </a:lnTo>
                  <a:lnTo>
                    <a:pt x="65573" y="24590"/>
                  </a:lnTo>
                  <a:lnTo>
                    <a:pt x="63935" y="21311"/>
                  </a:lnTo>
                  <a:lnTo>
                    <a:pt x="68852" y="18033"/>
                  </a:lnTo>
                  <a:lnTo>
                    <a:pt x="72131" y="16393"/>
                  </a:lnTo>
                  <a:lnTo>
                    <a:pt x="75410" y="18033"/>
                  </a:lnTo>
                  <a:lnTo>
                    <a:pt x="77049" y="18033"/>
                  </a:lnTo>
                  <a:lnTo>
                    <a:pt x="77049" y="14754"/>
                  </a:lnTo>
                  <a:lnTo>
                    <a:pt x="75410" y="11476"/>
                  </a:lnTo>
                  <a:lnTo>
                    <a:pt x="77049" y="8197"/>
                  </a:lnTo>
                  <a:lnTo>
                    <a:pt x="77049" y="3279"/>
                  </a:lnTo>
                  <a:lnTo>
                    <a:pt x="78688" y="4918"/>
                  </a:lnTo>
                  <a:lnTo>
                    <a:pt x="81967" y="8197"/>
                  </a:lnTo>
                  <a:lnTo>
                    <a:pt x="85246" y="9836"/>
                  </a:lnTo>
                  <a:lnTo>
                    <a:pt x="86885" y="6557"/>
                  </a:lnTo>
                  <a:lnTo>
                    <a:pt x="90164" y="3279"/>
                  </a:lnTo>
                  <a:lnTo>
                    <a:pt x="93442" y="0"/>
                  </a:lnTo>
                  <a:lnTo>
                    <a:pt x="95082" y="4918"/>
                  </a:lnTo>
                  <a:lnTo>
                    <a:pt x="93442" y="8197"/>
                  </a:lnTo>
                  <a:lnTo>
                    <a:pt x="95082" y="11476"/>
                  </a:lnTo>
                  <a:lnTo>
                    <a:pt x="95082" y="16393"/>
                  </a:lnTo>
                  <a:lnTo>
                    <a:pt x="95082" y="19672"/>
                  </a:lnTo>
                  <a:lnTo>
                    <a:pt x="93442" y="21311"/>
                  </a:lnTo>
                  <a:lnTo>
                    <a:pt x="95082" y="22951"/>
                  </a:lnTo>
                  <a:lnTo>
                    <a:pt x="95082" y="22951"/>
                  </a:lnTo>
                  <a:lnTo>
                    <a:pt x="98360" y="24590"/>
                  </a:lnTo>
                  <a:lnTo>
                    <a:pt x="103279" y="24590"/>
                  </a:lnTo>
                  <a:lnTo>
                    <a:pt x="106557" y="21311"/>
                  </a:lnTo>
                  <a:lnTo>
                    <a:pt x="106557" y="16393"/>
                  </a:lnTo>
                  <a:lnTo>
                    <a:pt x="109836" y="14754"/>
                  </a:lnTo>
                  <a:lnTo>
                    <a:pt x="111475" y="14754"/>
                  </a:lnTo>
                  <a:lnTo>
                    <a:pt x="116393" y="13114"/>
                  </a:lnTo>
                  <a:lnTo>
                    <a:pt x="116393" y="13114"/>
                  </a:lnTo>
                  <a:lnTo>
                    <a:pt x="121311" y="13114"/>
                  </a:lnTo>
                  <a:lnTo>
                    <a:pt x="122950" y="18033"/>
                  </a:lnTo>
                  <a:lnTo>
                    <a:pt x="126229" y="21311"/>
                  </a:lnTo>
                  <a:lnTo>
                    <a:pt x="129508" y="19672"/>
                  </a:lnTo>
                  <a:lnTo>
                    <a:pt x="134426" y="21311"/>
                  </a:lnTo>
                  <a:lnTo>
                    <a:pt x="136065" y="24590"/>
                  </a:lnTo>
                  <a:lnTo>
                    <a:pt x="137705" y="26229"/>
                  </a:lnTo>
                  <a:lnTo>
                    <a:pt x="137705" y="27869"/>
                  </a:lnTo>
                  <a:lnTo>
                    <a:pt x="140983" y="31147"/>
                  </a:lnTo>
                  <a:lnTo>
                    <a:pt x="140983" y="32787"/>
                  </a:lnTo>
                  <a:lnTo>
                    <a:pt x="140983" y="37705"/>
                  </a:lnTo>
                  <a:lnTo>
                    <a:pt x="145901" y="39344"/>
                  </a:lnTo>
                  <a:lnTo>
                    <a:pt x="149180" y="42623"/>
                  </a:lnTo>
                  <a:lnTo>
                    <a:pt x="150819" y="45901"/>
                  </a:lnTo>
                  <a:lnTo>
                    <a:pt x="155737" y="45901"/>
                  </a:lnTo>
                  <a:lnTo>
                    <a:pt x="155737" y="45901"/>
                  </a:lnTo>
                  <a:lnTo>
                    <a:pt x="160655" y="49180"/>
                  </a:lnTo>
                  <a:lnTo>
                    <a:pt x="163934" y="50820"/>
                  </a:lnTo>
                  <a:lnTo>
                    <a:pt x="167213" y="50820"/>
                  </a:lnTo>
                  <a:lnTo>
                    <a:pt x="167213" y="50820"/>
                  </a:lnTo>
                  <a:lnTo>
                    <a:pt x="167213" y="45901"/>
                  </a:lnTo>
                  <a:lnTo>
                    <a:pt x="172130" y="44262"/>
                  </a:lnTo>
                  <a:lnTo>
                    <a:pt x="175409" y="40983"/>
                  </a:lnTo>
                  <a:lnTo>
                    <a:pt x="178688" y="40983"/>
                  </a:lnTo>
                  <a:lnTo>
                    <a:pt x="183606" y="37705"/>
                  </a:lnTo>
                  <a:lnTo>
                    <a:pt x="186885" y="37705"/>
                  </a:lnTo>
                  <a:lnTo>
                    <a:pt x="190163" y="36066"/>
                  </a:lnTo>
                  <a:lnTo>
                    <a:pt x="193442" y="36066"/>
                  </a:lnTo>
                  <a:lnTo>
                    <a:pt x="196720" y="36066"/>
                  </a:lnTo>
                  <a:lnTo>
                    <a:pt x="199999" y="37705"/>
                  </a:lnTo>
                  <a:lnTo>
                    <a:pt x="201639" y="37705"/>
                  </a:lnTo>
                  <a:lnTo>
                    <a:pt x="206557" y="39344"/>
                  </a:lnTo>
                  <a:lnTo>
                    <a:pt x="209835" y="36066"/>
                  </a:lnTo>
                  <a:lnTo>
                    <a:pt x="211475" y="40983"/>
                  </a:lnTo>
                  <a:lnTo>
                    <a:pt x="214753" y="44262"/>
                  </a:lnTo>
                  <a:lnTo>
                    <a:pt x="218032" y="45901"/>
                  </a:lnTo>
                  <a:lnTo>
                    <a:pt x="219672" y="49180"/>
                  </a:lnTo>
                  <a:lnTo>
                    <a:pt x="221310" y="52459"/>
                  </a:lnTo>
                  <a:lnTo>
                    <a:pt x="222950" y="55737"/>
                  </a:lnTo>
                  <a:lnTo>
                    <a:pt x="226229" y="59016"/>
                  </a:lnTo>
                  <a:lnTo>
                    <a:pt x="229507" y="55737"/>
                  </a:lnTo>
                  <a:lnTo>
                    <a:pt x="229507" y="59016"/>
                  </a:lnTo>
                  <a:lnTo>
                    <a:pt x="227868" y="63934"/>
                  </a:lnTo>
                  <a:lnTo>
                    <a:pt x="229507" y="67213"/>
                  </a:lnTo>
                  <a:lnTo>
                    <a:pt x="227868" y="70491"/>
                  </a:lnTo>
                  <a:lnTo>
                    <a:pt x="226229" y="73770"/>
                  </a:lnTo>
                  <a:lnTo>
                    <a:pt x="229507" y="77049"/>
                  </a:lnTo>
                  <a:lnTo>
                    <a:pt x="231147" y="80327"/>
                  </a:lnTo>
                  <a:lnTo>
                    <a:pt x="232786" y="83606"/>
                  </a:lnTo>
                  <a:lnTo>
                    <a:pt x="231147" y="86885"/>
                  </a:lnTo>
                  <a:lnTo>
                    <a:pt x="232786" y="86885"/>
                  </a:lnTo>
                  <a:lnTo>
                    <a:pt x="232786" y="90164"/>
                  </a:lnTo>
                  <a:lnTo>
                    <a:pt x="234425" y="93442"/>
                  </a:lnTo>
                  <a:lnTo>
                    <a:pt x="234425" y="98360"/>
                  </a:lnTo>
                  <a:lnTo>
                    <a:pt x="234425" y="101639"/>
                  </a:lnTo>
                  <a:lnTo>
                    <a:pt x="234425" y="104917"/>
                  </a:lnTo>
                  <a:lnTo>
                    <a:pt x="236065" y="109836"/>
                  </a:lnTo>
                  <a:lnTo>
                    <a:pt x="236065" y="113114"/>
                  </a:lnTo>
                  <a:lnTo>
                    <a:pt x="231147" y="116393"/>
                  </a:lnTo>
                  <a:lnTo>
                    <a:pt x="232786" y="119671"/>
                  </a:lnTo>
                  <a:lnTo>
                    <a:pt x="227868" y="121311"/>
                  </a:lnTo>
                  <a:lnTo>
                    <a:pt x="227868" y="122950"/>
                  </a:lnTo>
                  <a:lnTo>
                    <a:pt x="226229" y="124590"/>
                  </a:lnTo>
                  <a:lnTo>
                    <a:pt x="224589" y="124590"/>
                  </a:lnTo>
                  <a:lnTo>
                    <a:pt x="224589" y="129508"/>
                  </a:lnTo>
                  <a:lnTo>
                    <a:pt x="221310" y="132786"/>
                  </a:lnTo>
                  <a:lnTo>
                    <a:pt x="221310" y="134426"/>
                  </a:lnTo>
                  <a:lnTo>
                    <a:pt x="219672" y="139344"/>
                  </a:lnTo>
                  <a:lnTo>
                    <a:pt x="219672" y="142622"/>
                  </a:lnTo>
                  <a:lnTo>
                    <a:pt x="218032" y="147540"/>
                  </a:lnTo>
                  <a:lnTo>
                    <a:pt x="218032" y="150819"/>
                  </a:lnTo>
                  <a:lnTo>
                    <a:pt x="218032" y="155737"/>
                  </a:lnTo>
                  <a:lnTo>
                    <a:pt x="216393" y="159016"/>
                  </a:lnTo>
                  <a:lnTo>
                    <a:pt x="213114" y="163934"/>
                  </a:lnTo>
                  <a:lnTo>
                    <a:pt x="211475" y="163934"/>
                  </a:lnTo>
                  <a:lnTo>
                    <a:pt x="209835" y="168851"/>
                  </a:lnTo>
                  <a:lnTo>
                    <a:pt x="208196" y="172130"/>
                  </a:lnTo>
                  <a:lnTo>
                    <a:pt x="208196" y="175409"/>
                  </a:lnTo>
                  <a:lnTo>
                    <a:pt x="208196" y="180327"/>
                  </a:lnTo>
                  <a:lnTo>
                    <a:pt x="206557" y="183606"/>
                  </a:lnTo>
                  <a:lnTo>
                    <a:pt x="208196" y="186884"/>
                  </a:lnTo>
                  <a:lnTo>
                    <a:pt x="208196" y="190163"/>
                  </a:lnTo>
                  <a:lnTo>
                    <a:pt x="208196" y="195081"/>
                  </a:lnTo>
                  <a:lnTo>
                    <a:pt x="209835" y="198360"/>
                  </a:lnTo>
                  <a:lnTo>
                    <a:pt x="211475" y="201638"/>
                  </a:lnTo>
                  <a:lnTo>
                    <a:pt x="213114" y="204917"/>
                  </a:lnTo>
                  <a:lnTo>
                    <a:pt x="213114" y="209835"/>
                  </a:lnTo>
                  <a:lnTo>
                    <a:pt x="214753" y="213114"/>
                  </a:lnTo>
                  <a:lnTo>
                    <a:pt x="214753" y="218032"/>
                  </a:lnTo>
                  <a:lnTo>
                    <a:pt x="218032" y="222950"/>
                  </a:lnTo>
                  <a:lnTo>
                    <a:pt x="218032" y="226228"/>
                  </a:lnTo>
                  <a:lnTo>
                    <a:pt x="221310" y="226228"/>
                  </a:lnTo>
                  <a:lnTo>
                    <a:pt x="224589" y="227868"/>
                  </a:lnTo>
                  <a:lnTo>
                    <a:pt x="224589" y="231147"/>
                  </a:lnTo>
                  <a:lnTo>
                    <a:pt x="226229" y="236064"/>
                  </a:lnTo>
                  <a:lnTo>
                    <a:pt x="226229" y="239343"/>
                  </a:lnTo>
                  <a:lnTo>
                    <a:pt x="224589" y="240983"/>
                  </a:lnTo>
                  <a:lnTo>
                    <a:pt x="224589" y="244261"/>
                  </a:lnTo>
                  <a:lnTo>
                    <a:pt x="226229" y="249179"/>
                  </a:lnTo>
                  <a:lnTo>
                    <a:pt x="221310" y="249179"/>
                  </a:lnTo>
                  <a:lnTo>
                    <a:pt x="219672" y="249179"/>
                  </a:lnTo>
                  <a:lnTo>
                    <a:pt x="218032" y="249179"/>
                  </a:lnTo>
                  <a:lnTo>
                    <a:pt x="218032" y="249179"/>
                  </a:lnTo>
                  <a:lnTo>
                    <a:pt x="218032" y="249179"/>
                  </a:lnTo>
                  <a:lnTo>
                    <a:pt x="221310" y="245901"/>
                  </a:lnTo>
                  <a:lnTo>
                    <a:pt x="216393" y="249179"/>
                  </a:lnTo>
                  <a:lnTo>
                    <a:pt x="213114" y="247540"/>
                  </a:lnTo>
                  <a:lnTo>
                    <a:pt x="209835" y="245901"/>
                  </a:lnTo>
                  <a:lnTo>
                    <a:pt x="209835" y="245901"/>
                  </a:lnTo>
                  <a:lnTo>
                    <a:pt x="209835" y="242622"/>
                  </a:lnTo>
                  <a:lnTo>
                    <a:pt x="208196" y="239343"/>
                  </a:lnTo>
                  <a:lnTo>
                    <a:pt x="206557" y="240983"/>
                  </a:lnTo>
                  <a:lnTo>
                    <a:pt x="204917" y="244261"/>
                  </a:lnTo>
                  <a:lnTo>
                    <a:pt x="201639" y="249179"/>
                  </a:lnTo>
                  <a:lnTo>
                    <a:pt x="198360" y="247540"/>
                  </a:lnTo>
                  <a:lnTo>
                    <a:pt x="195081" y="247540"/>
                  </a:lnTo>
                  <a:lnTo>
                    <a:pt x="191803" y="245901"/>
                  </a:lnTo>
                  <a:lnTo>
                    <a:pt x="188524" y="244261"/>
                  </a:lnTo>
                  <a:lnTo>
                    <a:pt x="188524" y="244261"/>
                  </a:lnTo>
                  <a:lnTo>
                    <a:pt x="186885" y="244261"/>
                  </a:lnTo>
                  <a:lnTo>
                    <a:pt x="186885" y="244261"/>
                  </a:lnTo>
                  <a:lnTo>
                    <a:pt x="186885" y="245901"/>
                  </a:lnTo>
                  <a:lnTo>
                    <a:pt x="183606" y="244261"/>
                  </a:lnTo>
                  <a:lnTo>
                    <a:pt x="178688" y="242622"/>
                  </a:lnTo>
                  <a:lnTo>
                    <a:pt x="181966" y="242622"/>
                  </a:lnTo>
                  <a:lnTo>
                    <a:pt x="186885" y="242622"/>
                  </a:lnTo>
                  <a:lnTo>
                    <a:pt x="188524" y="240983"/>
                  </a:lnTo>
                  <a:lnTo>
                    <a:pt x="185245" y="237704"/>
                  </a:lnTo>
                  <a:lnTo>
                    <a:pt x="185245" y="242622"/>
                  </a:lnTo>
                  <a:lnTo>
                    <a:pt x="181966" y="239343"/>
                  </a:lnTo>
                  <a:lnTo>
                    <a:pt x="178688" y="239343"/>
                  </a:lnTo>
                  <a:lnTo>
                    <a:pt x="178688" y="240983"/>
                  </a:lnTo>
                  <a:lnTo>
                    <a:pt x="175409" y="240983"/>
                  </a:lnTo>
                  <a:lnTo>
                    <a:pt x="172130" y="240983"/>
                  </a:lnTo>
                  <a:lnTo>
                    <a:pt x="168852" y="240983"/>
                  </a:lnTo>
                  <a:lnTo>
                    <a:pt x="163934" y="240983"/>
                  </a:lnTo>
                  <a:lnTo>
                    <a:pt x="160655" y="240983"/>
                  </a:lnTo>
                  <a:lnTo>
                    <a:pt x="157376" y="242622"/>
                  </a:lnTo>
                  <a:lnTo>
                    <a:pt x="154098" y="242622"/>
                  </a:lnTo>
                  <a:lnTo>
                    <a:pt x="150819" y="242622"/>
                  </a:lnTo>
                  <a:lnTo>
                    <a:pt x="145901" y="244261"/>
                  </a:lnTo>
                  <a:lnTo>
                    <a:pt x="147540" y="245901"/>
                  </a:lnTo>
                  <a:lnTo>
                    <a:pt x="147540" y="247540"/>
                  </a:lnTo>
                  <a:lnTo>
                    <a:pt x="152459" y="244261"/>
                  </a:lnTo>
                  <a:lnTo>
                    <a:pt x="155737" y="244261"/>
                  </a:lnTo>
                  <a:lnTo>
                    <a:pt x="159016" y="244261"/>
                  </a:lnTo>
                  <a:lnTo>
                    <a:pt x="163934" y="242622"/>
                  </a:lnTo>
                  <a:lnTo>
                    <a:pt x="167213" y="242622"/>
                  </a:lnTo>
                  <a:lnTo>
                    <a:pt x="170491" y="242622"/>
                  </a:lnTo>
                  <a:lnTo>
                    <a:pt x="173770" y="240983"/>
                  </a:lnTo>
                  <a:lnTo>
                    <a:pt x="177049" y="244261"/>
                  </a:lnTo>
                  <a:lnTo>
                    <a:pt x="173770" y="244261"/>
                  </a:lnTo>
                  <a:lnTo>
                    <a:pt x="168852" y="244261"/>
                  </a:lnTo>
                  <a:lnTo>
                    <a:pt x="165573" y="244261"/>
                  </a:lnTo>
                  <a:lnTo>
                    <a:pt x="162295" y="245901"/>
                  </a:lnTo>
                  <a:lnTo>
                    <a:pt x="157376" y="245901"/>
                  </a:lnTo>
                  <a:lnTo>
                    <a:pt x="154098" y="245901"/>
                  </a:lnTo>
                  <a:lnTo>
                    <a:pt x="150819" y="247540"/>
                  </a:lnTo>
                  <a:lnTo>
                    <a:pt x="147540" y="247540"/>
                  </a:lnTo>
                  <a:lnTo>
                    <a:pt x="145901" y="247540"/>
                  </a:lnTo>
                  <a:lnTo>
                    <a:pt x="142623" y="247540"/>
                  </a:lnTo>
                  <a:lnTo>
                    <a:pt x="139344" y="247540"/>
                  </a:lnTo>
                  <a:lnTo>
                    <a:pt x="139344" y="244261"/>
                  </a:lnTo>
                  <a:lnTo>
                    <a:pt x="139344" y="244261"/>
                  </a:lnTo>
                  <a:lnTo>
                    <a:pt x="136065" y="244261"/>
                  </a:lnTo>
                  <a:lnTo>
                    <a:pt x="132786" y="244261"/>
                  </a:lnTo>
                  <a:lnTo>
                    <a:pt x="131147" y="244261"/>
                  </a:lnTo>
                  <a:lnTo>
                    <a:pt x="127869" y="244261"/>
                  </a:lnTo>
                  <a:lnTo>
                    <a:pt x="127869" y="245901"/>
                  </a:lnTo>
                  <a:lnTo>
                    <a:pt x="124590" y="247540"/>
                  </a:lnTo>
                  <a:lnTo>
                    <a:pt x="127869" y="245901"/>
                  </a:lnTo>
                  <a:lnTo>
                    <a:pt x="131147" y="244261"/>
                  </a:lnTo>
                  <a:lnTo>
                    <a:pt x="134426" y="247540"/>
                  </a:lnTo>
                  <a:lnTo>
                    <a:pt x="137705" y="247540"/>
                  </a:lnTo>
                  <a:lnTo>
                    <a:pt x="137705" y="249179"/>
                  </a:lnTo>
                  <a:lnTo>
                    <a:pt x="132786" y="249179"/>
                  </a:lnTo>
                  <a:lnTo>
                    <a:pt x="129508" y="249179"/>
                  </a:lnTo>
                  <a:lnTo>
                    <a:pt x="126229" y="249179"/>
                  </a:lnTo>
                  <a:lnTo>
                    <a:pt x="121311" y="249179"/>
                  </a:lnTo>
                  <a:lnTo>
                    <a:pt x="121311" y="249179"/>
                  </a:lnTo>
                  <a:lnTo>
                    <a:pt x="116393" y="250818"/>
                  </a:lnTo>
                  <a:lnTo>
                    <a:pt x="113115" y="250818"/>
                  </a:lnTo>
                  <a:lnTo>
                    <a:pt x="109836" y="252458"/>
                  </a:lnTo>
                  <a:lnTo>
                    <a:pt x="104918" y="252458"/>
                  </a:lnTo>
                  <a:lnTo>
                    <a:pt x="104918" y="252458"/>
                  </a:lnTo>
                  <a:lnTo>
                    <a:pt x="101639" y="254097"/>
                  </a:lnTo>
                  <a:lnTo>
                    <a:pt x="98360" y="255737"/>
                  </a:lnTo>
                  <a:lnTo>
                    <a:pt x="96721" y="255737"/>
                  </a:lnTo>
                  <a:lnTo>
                    <a:pt x="93442" y="257376"/>
                  </a:lnTo>
                  <a:lnTo>
                    <a:pt x="90164" y="259015"/>
                  </a:lnTo>
                  <a:lnTo>
                    <a:pt x="86885" y="260654"/>
                  </a:lnTo>
                  <a:lnTo>
                    <a:pt x="83606" y="262294"/>
                  </a:lnTo>
                  <a:lnTo>
                    <a:pt x="80328" y="263933"/>
                  </a:lnTo>
                  <a:lnTo>
                    <a:pt x="75410" y="265573"/>
                  </a:lnTo>
                  <a:lnTo>
                    <a:pt x="72131" y="267212"/>
                  </a:lnTo>
                  <a:lnTo>
                    <a:pt x="68852" y="268851"/>
                  </a:lnTo>
                  <a:lnTo>
                    <a:pt x="65573" y="268851"/>
                  </a:lnTo>
                  <a:lnTo>
                    <a:pt x="60656" y="272130"/>
                  </a:lnTo>
                  <a:lnTo>
                    <a:pt x="57377" y="275408"/>
                  </a:lnTo>
                  <a:lnTo>
                    <a:pt x="54098" y="275408"/>
                  </a:lnTo>
                  <a:lnTo>
                    <a:pt x="52459" y="277048"/>
                  </a:lnTo>
                  <a:lnTo>
                    <a:pt x="47541" y="278687"/>
                  </a:lnTo>
                  <a:lnTo>
                    <a:pt x="44262" y="281966"/>
                  </a:lnTo>
                  <a:lnTo>
                    <a:pt x="40983" y="281966"/>
                  </a:lnTo>
                  <a:lnTo>
                    <a:pt x="40983" y="278687"/>
                  </a:lnTo>
                  <a:lnTo>
                    <a:pt x="39344" y="277048"/>
                  </a:lnTo>
                  <a:lnTo>
                    <a:pt x="39344" y="273769"/>
                  </a:lnTo>
                  <a:lnTo>
                    <a:pt x="39344" y="270491"/>
                  </a:lnTo>
                  <a:lnTo>
                    <a:pt x="39344" y="265573"/>
                  </a:lnTo>
                  <a:lnTo>
                    <a:pt x="39344" y="262294"/>
                  </a:lnTo>
                  <a:lnTo>
                    <a:pt x="39344" y="260654"/>
                  </a:lnTo>
                  <a:lnTo>
                    <a:pt x="40983" y="257376"/>
                  </a:lnTo>
                  <a:lnTo>
                    <a:pt x="40983" y="254097"/>
                  </a:lnTo>
                  <a:lnTo>
                    <a:pt x="42623" y="249179"/>
                  </a:lnTo>
                  <a:lnTo>
                    <a:pt x="44262" y="245901"/>
                  </a:lnTo>
                  <a:lnTo>
                    <a:pt x="44262" y="242622"/>
                  </a:lnTo>
                  <a:lnTo>
                    <a:pt x="45902" y="242622"/>
                  </a:lnTo>
                  <a:lnTo>
                    <a:pt x="45902" y="240983"/>
                  </a:lnTo>
                  <a:lnTo>
                    <a:pt x="45902" y="237704"/>
                  </a:lnTo>
                  <a:lnTo>
                    <a:pt x="45902" y="232786"/>
                  </a:lnTo>
                  <a:lnTo>
                    <a:pt x="45902" y="229507"/>
                  </a:lnTo>
                  <a:lnTo>
                    <a:pt x="45902" y="226228"/>
                  </a:lnTo>
                  <a:lnTo>
                    <a:pt x="45902" y="226228"/>
                  </a:lnTo>
                  <a:lnTo>
                    <a:pt x="44262" y="221310"/>
                  </a:lnTo>
                  <a:lnTo>
                    <a:pt x="44262" y="218032"/>
                  </a:lnTo>
                  <a:lnTo>
                    <a:pt x="39344" y="214753"/>
                  </a:lnTo>
                  <a:lnTo>
                    <a:pt x="36066" y="211474"/>
                  </a:lnTo>
                  <a:lnTo>
                    <a:pt x="32787" y="211474"/>
                  </a:lnTo>
                  <a:lnTo>
                    <a:pt x="31148" y="208196"/>
                  </a:lnTo>
                  <a:lnTo>
                    <a:pt x="29508" y="204917"/>
                  </a:lnTo>
                  <a:lnTo>
                    <a:pt x="29508" y="201638"/>
                  </a:lnTo>
                  <a:lnTo>
                    <a:pt x="26229" y="196720"/>
                  </a:lnTo>
                  <a:lnTo>
                    <a:pt x="22951" y="196720"/>
                  </a:lnTo>
                  <a:lnTo>
                    <a:pt x="18033" y="196720"/>
                  </a:lnTo>
                  <a:lnTo>
                    <a:pt x="14754" y="196720"/>
                  </a:lnTo>
                  <a:lnTo>
                    <a:pt x="11476" y="193442"/>
                  </a:lnTo>
                  <a:lnTo>
                    <a:pt x="8197" y="193442"/>
                  </a:lnTo>
                  <a:lnTo>
                    <a:pt x="8197" y="190163"/>
                  </a:lnTo>
                  <a:lnTo>
                    <a:pt x="4918" y="190163"/>
                  </a:lnTo>
                  <a:lnTo>
                    <a:pt x="3279" y="190163"/>
                  </a:lnTo>
                  <a:lnTo>
                    <a:pt x="0" y="18688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0" name="Freeform 2529">
              <a:extLst>
                <a:ext uri="{FF2B5EF4-FFF2-40B4-BE49-F238E27FC236}">
                  <a16:creationId xmlns:a16="http://schemas.microsoft.com/office/drawing/2014/main" id="{19EAB43F-3E50-E343-B0A8-D61B1F22E83C}"/>
                </a:ext>
              </a:extLst>
            </p:cNvPr>
            <p:cNvSpPr/>
            <p:nvPr/>
          </p:nvSpPr>
          <p:spPr>
            <a:xfrm>
              <a:off x="5055021" y="2485396"/>
              <a:ext cx="772127" cy="799996"/>
            </a:xfrm>
            <a:custGeom>
              <a:avLst/>
              <a:gdLst>
                <a:gd name="connsiteX0" fmla="*/ 0 w 772127"/>
                <a:gd name="connsiteY0" fmla="*/ 432785 h 799996"/>
                <a:gd name="connsiteX1" fmla="*/ 0 w 772127"/>
                <a:gd name="connsiteY1" fmla="*/ 427867 h 799996"/>
                <a:gd name="connsiteX2" fmla="*/ 0 w 772127"/>
                <a:gd name="connsiteY2" fmla="*/ 422949 h 799996"/>
                <a:gd name="connsiteX3" fmla="*/ 0 w 772127"/>
                <a:gd name="connsiteY3" fmla="*/ 419670 h 799996"/>
                <a:gd name="connsiteX4" fmla="*/ 0 w 772127"/>
                <a:gd name="connsiteY4" fmla="*/ 416391 h 799996"/>
                <a:gd name="connsiteX5" fmla="*/ 0 w 772127"/>
                <a:gd name="connsiteY5" fmla="*/ 416391 h 799996"/>
                <a:gd name="connsiteX6" fmla="*/ 1639 w 772127"/>
                <a:gd name="connsiteY6" fmla="*/ 411473 h 799996"/>
                <a:gd name="connsiteX7" fmla="*/ 1639 w 772127"/>
                <a:gd name="connsiteY7" fmla="*/ 406555 h 799996"/>
                <a:gd name="connsiteX8" fmla="*/ 1639 w 772127"/>
                <a:gd name="connsiteY8" fmla="*/ 403277 h 799996"/>
                <a:gd name="connsiteX9" fmla="*/ 1639 w 772127"/>
                <a:gd name="connsiteY9" fmla="*/ 398359 h 799996"/>
                <a:gd name="connsiteX10" fmla="*/ 1639 w 772127"/>
                <a:gd name="connsiteY10" fmla="*/ 393441 h 799996"/>
                <a:gd name="connsiteX11" fmla="*/ 1639 w 772127"/>
                <a:gd name="connsiteY11" fmla="*/ 390162 h 799996"/>
                <a:gd name="connsiteX12" fmla="*/ 1639 w 772127"/>
                <a:gd name="connsiteY12" fmla="*/ 385244 h 799996"/>
                <a:gd name="connsiteX13" fmla="*/ 1639 w 772127"/>
                <a:gd name="connsiteY13" fmla="*/ 380326 h 799996"/>
                <a:gd name="connsiteX14" fmla="*/ 1639 w 772127"/>
                <a:gd name="connsiteY14" fmla="*/ 377047 h 799996"/>
                <a:gd name="connsiteX15" fmla="*/ 1639 w 772127"/>
                <a:gd name="connsiteY15" fmla="*/ 373769 h 799996"/>
                <a:gd name="connsiteX16" fmla="*/ 3279 w 772127"/>
                <a:gd name="connsiteY16" fmla="*/ 370490 h 799996"/>
                <a:gd name="connsiteX17" fmla="*/ 4918 w 772127"/>
                <a:gd name="connsiteY17" fmla="*/ 367211 h 799996"/>
                <a:gd name="connsiteX18" fmla="*/ 9836 w 772127"/>
                <a:gd name="connsiteY18" fmla="*/ 365572 h 799996"/>
                <a:gd name="connsiteX19" fmla="*/ 13114 w 772127"/>
                <a:gd name="connsiteY19" fmla="*/ 362293 h 799996"/>
                <a:gd name="connsiteX20" fmla="*/ 16393 w 772127"/>
                <a:gd name="connsiteY20" fmla="*/ 359015 h 799996"/>
                <a:gd name="connsiteX21" fmla="*/ 21311 w 772127"/>
                <a:gd name="connsiteY21" fmla="*/ 355736 h 799996"/>
                <a:gd name="connsiteX22" fmla="*/ 24590 w 772127"/>
                <a:gd name="connsiteY22" fmla="*/ 354097 h 799996"/>
                <a:gd name="connsiteX23" fmla="*/ 27869 w 772127"/>
                <a:gd name="connsiteY23" fmla="*/ 352457 h 799996"/>
                <a:gd name="connsiteX24" fmla="*/ 31147 w 772127"/>
                <a:gd name="connsiteY24" fmla="*/ 349179 h 799996"/>
                <a:gd name="connsiteX25" fmla="*/ 36066 w 772127"/>
                <a:gd name="connsiteY25" fmla="*/ 345900 h 799996"/>
                <a:gd name="connsiteX26" fmla="*/ 37705 w 772127"/>
                <a:gd name="connsiteY26" fmla="*/ 344261 h 799996"/>
                <a:gd name="connsiteX27" fmla="*/ 40983 w 772127"/>
                <a:gd name="connsiteY27" fmla="*/ 340982 h 799996"/>
                <a:gd name="connsiteX28" fmla="*/ 44262 w 772127"/>
                <a:gd name="connsiteY28" fmla="*/ 339343 h 799996"/>
                <a:gd name="connsiteX29" fmla="*/ 47541 w 772127"/>
                <a:gd name="connsiteY29" fmla="*/ 339343 h 799996"/>
                <a:gd name="connsiteX30" fmla="*/ 52459 w 772127"/>
                <a:gd name="connsiteY30" fmla="*/ 337703 h 799996"/>
                <a:gd name="connsiteX31" fmla="*/ 54098 w 772127"/>
                <a:gd name="connsiteY31" fmla="*/ 334425 h 799996"/>
                <a:gd name="connsiteX32" fmla="*/ 59016 w 772127"/>
                <a:gd name="connsiteY32" fmla="*/ 331146 h 799996"/>
                <a:gd name="connsiteX33" fmla="*/ 62295 w 772127"/>
                <a:gd name="connsiteY33" fmla="*/ 329507 h 799996"/>
                <a:gd name="connsiteX34" fmla="*/ 65573 w 772127"/>
                <a:gd name="connsiteY34" fmla="*/ 329507 h 799996"/>
                <a:gd name="connsiteX35" fmla="*/ 70491 w 772127"/>
                <a:gd name="connsiteY35" fmla="*/ 329507 h 799996"/>
                <a:gd name="connsiteX36" fmla="*/ 73770 w 772127"/>
                <a:gd name="connsiteY36" fmla="*/ 331146 h 799996"/>
                <a:gd name="connsiteX37" fmla="*/ 77049 w 772127"/>
                <a:gd name="connsiteY37" fmla="*/ 331146 h 799996"/>
                <a:gd name="connsiteX38" fmla="*/ 80327 w 772127"/>
                <a:gd name="connsiteY38" fmla="*/ 331146 h 799996"/>
                <a:gd name="connsiteX39" fmla="*/ 85246 w 772127"/>
                <a:gd name="connsiteY39" fmla="*/ 327867 h 799996"/>
                <a:gd name="connsiteX40" fmla="*/ 85246 w 772127"/>
                <a:gd name="connsiteY40" fmla="*/ 324588 h 799996"/>
                <a:gd name="connsiteX41" fmla="*/ 88524 w 772127"/>
                <a:gd name="connsiteY41" fmla="*/ 321310 h 799996"/>
                <a:gd name="connsiteX42" fmla="*/ 91803 w 772127"/>
                <a:gd name="connsiteY42" fmla="*/ 321310 h 799996"/>
                <a:gd name="connsiteX43" fmla="*/ 95081 w 772127"/>
                <a:gd name="connsiteY43" fmla="*/ 321310 h 799996"/>
                <a:gd name="connsiteX44" fmla="*/ 98360 w 772127"/>
                <a:gd name="connsiteY44" fmla="*/ 319671 h 799996"/>
                <a:gd name="connsiteX45" fmla="*/ 101639 w 772127"/>
                <a:gd name="connsiteY45" fmla="*/ 319671 h 799996"/>
                <a:gd name="connsiteX46" fmla="*/ 104917 w 772127"/>
                <a:gd name="connsiteY46" fmla="*/ 321310 h 799996"/>
                <a:gd name="connsiteX47" fmla="*/ 108196 w 772127"/>
                <a:gd name="connsiteY47" fmla="*/ 319671 h 799996"/>
                <a:gd name="connsiteX48" fmla="*/ 111475 w 772127"/>
                <a:gd name="connsiteY48" fmla="*/ 318031 h 799996"/>
                <a:gd name="connsiteX49" fmla="*/ 114754 w 772127"/>
                <a:gd name="connsiteY49" fmla="*/ 318031 h 799996"/>
                <a:gd name="connsiteX50" fmla="*/ 119671 w 772127"/>
                <a:gd name="connsiteY50" fmla="*/ 318031 h 799996"/>
                <a:gd name="connsiteX51" fmla="*/ 122950 w 772127"/>
                <a:gd name="connsiteY51" fmla="*/ 316392 h 799996"/>
                <a:gd name="connsiteX52" fmla="*/ 126229 w 772127"/>
                <a:gd name="connsiteY52" fmla="*/ 314753 h 799996"/>
                <a:gd name="connsiteX53" fmla="*/ 127868 w 772127"/>
                <a:gd name="connsiteY53" fmla="*/ 313113 h 799996"/>
                <a:gd name="connsiteX54" fmla="*/ 131147 w 772127"/>
                <a:gd name="connsiteY54" fmla="*/ 309835 h 799996"/>
                <a:gd name="connsiteX55" fmla="*/ 136065 w 772127"/>
                <a:gd name="connsiteY55" fmla="*/ 306556 h 799996"/>
                <a:gd name="connsiteX56" fmla="*/ 136065 w 772127"/>
                <a:gd name="connsiteY56" fmla="*/ 304916 h 799996"/>
                <a:gd name="connsiteX57" fmla="*/ 139344 w 772127"/>
                <a:gd name="connsiteY57" fmla="*/ 301638 h 799996"/>
                <a:gd name="connsiteX58" fmla="*/ 140983 w 772127"/>
                <a:gd name="connsiteY58" fmla="*/ 296720 h 799996"/>
                <a:gd name="connsiteX59" fmla="*/ 142623 w 772127"/>
                <a:gd name="connsiteY59" fmla="*/ 295081 h 799996"/>
                <a:gd name="connsiteX60" fmla="*/ 144261 w 772127"/>
                <a:gd name="connsiteY60" fmla="*/ 290163 h 799996"/>
                <a:gd name="connsiteX61" fmla="*/ 147540 w 772127"/>
                <a:gd name="connsiteY61" fmla="*/ 290163 h 799996"/>
                <a:gd name="connsiteX62" fmla="*/ 152458 w 772127"/>
                <a:gd name="connsiteY62" fmla="*/ 288523 h 799996"/>
                <a:gd name="connsiteX63" fmla="*/ 155737 w 772127"/>
                <a:gd name="connsiteY63" fmla="*/ 286884 h 799996"/>
                <a:gd name="connsiteX64" fmla="*/ 160655 w 772127"/>
                <a:gd name="connsiteY64" fmla="*/ 285244 h 799996"/>
                <a:gd name="connsiteX65" fmla="*/ 163934 w 772127"/>
                <a:gd name="connsiteY65" fmla="*/ 285244 h 799996"/>
                <a:gd name="connsiteX66" fmla="*/ 163934 w 772127"/>
                <a:gd name="connsiteY66" fmla="*/ 285244 h 799996"/>
                <a:gd name="connsiteX67" fmla="*/ 167213 w 772127"/>
                <a:gd name="connsiteY67" fmla="*/ 281966 h 799996"/>
                <a:gd name="connsiteX68" fmla="*/ 170491 w 772127"/>
                <a:gd name="connsiteY68" fmla="*/ 280326 h 799996"/>
                <a:gd name="connsiteX69" fmla="*/ 172130 w 772127"/>
                <a:gd name="connsiteY69" fmla="*/ 280326 h 799996"/>
                <a:gd name="connsiteX70" fmla="*/ 173770 w 772127"/>
                <a:gd name="connsiteY70" fmla="*/ 278687 h 799996"/>
                <a:gd name="connsiteX71" fmla="*/ 177048 w 772127"/>
                <a:gd name="connsiteY71" fmla="*/ 275408 h 799996"/>
                <a:gd name="connsiteX72" fmla="*/ 180327 w 772127"/>
                <a:gd name="connsiteY72" fmla="*/ 272130 h 799996"/>
                <a:gd name="connsiteX73" fmla="*/ 183606 w 772127"/>
                <a:gd name="connsiteY73" fmla="*/ 272130 h 799996"/>
                <a:gd name="connsiteX74" fmla="*/ 188524 w 772127"/>
                <a:gd name="connsiteY74" fmla="*/ 272130 h 799996"/>
                <a:gd name="connsiteX75" fmla="*/ 191803 w 772127"/>
                <a:gd name="connsiteY75" fmla="*/ 270491 h 799996"/>
                <a:gd name="connsiteX76" fmla="*/ 195081 w 772127"/>
                <a:gd name="connsiteY76" fmla="*/ 267212 h 799996"/>
                <a:gd name="connsiteX77" fmla="*/ 191803 w 772127"/>
                <a:gd name="connsiteY77" fmla="*/ 263933 h 799996"/>
                <a:gd name="connsiteX78" fmla="*/ 188524 w 772127"/>
                <a:gd name="connsiteY78" fmla="*/ 262294 h 799996"/>
                <a:gd name="connsiteX79" fmla="*/ 188524 w 772127"/>
                <a:gd name="connsiteY79" fmla="*/ 259015 h 799996"/>
                <a:gd name="connsiteX80" fmla="*/ 188524 w 772127"/>
                <a:gd name="connsiteY80" fmla="*/ 254097 h 799996"/>
                <a:gd name="connsiteX81" fmla="*/ 190163 w 772127"/>
                <a:gd name="connsiteY81" fmla="*/ 250818 h 799996"/>
                <a:gd name="connsiteX82" fmla="*/ 186884 w 772127"/>
                <a:gd name="connsiteY82" fmla="*/ 249179 h 799996"/>
                <a:gd name="connsiteX83" fmla="*/ 186884 w 772127"/>
                <a:gd name="connsiteY83" fmla="*/ 244261 h 799996"/>
                <a:gd name="connsiteX84" fmla="*/ 186884 w 772127"/>
                <a:gd name="connsiteY84" fmla="*/ 240982 h 799996"/>
                <a:gd name="connsiteX85" fmla="*/ 190163 w 772127"/>
                <a:gd name="connsiteY85" fmla="*/ 237704 h 799996"/>
                <a:gd name="connsiteX86" fmla="*/ 195081 w 772127"/>
                <a:gd name="connsiteY86" fmla="*/ 237704 h 799996"/>
                <a:gd name="connsiteX87" fmla="*/ 198360 w 772127"/>
                <a:gd name="connsiteY87" fmla="*/ 239343 h 799996"/>
                <a:gd name="connsiteX88" fmla="*/ 201638 w 772127"/>
                <a:gd name="connsiteY88" fmla="*/ 237704 h 799996"/>
                <a:gd name="connsiteX89" fmla="*/ 206557 w 772127"/>
                <a:gd name="connsiteY89" fmla="*/ 236064 h 799996"/>
                <a:gd name="connsiteX90" fmla="*/ 209835 w 772127"/>
                <a:gd name="connsiteY90" fmla="*/ 236064 h 799996"/>
                <a:gd name="connsiteX91" fmla="*/ 213114 w 772127"/>
                <a:gd name="connsiteY91" fmla="*/ 234425 h 799996"/>
                <a:gd name="connsiteX92" fmla="*/ 214753 w 772127"/>
                <a:gd name="connsiteY92" fmla="*/ 232786 h 799996"/>
                <a:gd name="connsiteX93" fmla="*/ 219671 w 772127"/>
                <a:gd name="connsiteY93" fmla="*/ 231146 h 799996"/>
                <a:gd name="connsiteX94" fmla="*/ 219671 w 772127"/>
                <a:gd name="connsiteY94" fmla="*/ 231146 h 799996"/>
                <a:gd name="connsiteX95" fmla="*/ 221310 w 772127"/>
                <a:gd name="connsiteY95" fmla="*/ 227868 h 799996"/>
                <a:gd name="connsiteX96" fmla="*/ 221310 w 772127"/>
                <a:gd name="connsiteY96" fmla="*/ 224589 h 799996"/>
                <a:gd name="connsiteX97" fmla="*/ 224589 w 772127"/>
                <a:gd name="connsiteY97" fmla="*/ 221310 h 799996"/>
                <a:gd name="connsiteX98" fmla="*/ 227868 w 772127"/>
                <a:gd name="connsiteY98" fmla="*/ 221310 h 799996"/>
                <a:gd name="connsiteX99" fmla="*/ 231147 w 772127"/>
                <a:gd name="connsiteY99" fmla="*/ 219671 h 799996"/>
                <a:gd name="connsiteX100" fmla="*/ 236064 w 772127"/>
                <a:gd name="connsiteY100" fmla="*/ 219671 h 799996"/>
                <a:gd name="connsiteX101" fmla="*/ 239343 w 772127"/>
                <a:gd name="connsiteY101" fmla="*/ 218032 h 799996"/>
                <a:gd name="connsiteX102" fmla="*/ 242622 w 772127"/>
                <a:gd name="connsiteY102" fmla="*/ 218032 h 799996"/>
                <a:gd name="connsiteX103" fmla="*/ 247540 w 772127"/>
                <a:gd name="connsiteY103" fmla="*/ 218032 h 799996"/>
                <a:gd name="connsiteX104" fmla="*/ 250818 w 772127"/>
                <a:gd name="connsiteY104" fmla="*/ 218032 h 799996"/>
                <a:gd name="connsiteX105" fmla="*/ 254097 w 772127"/>
                <a:gd name="connsiteY105" fmla="*/ 219671 h 799996"/>
                <a:gd name="connsiteX106" fmla="*/ 257376 w 772127"/>
                <a:gd name="connsiteY106" fmla="*/ 219671 h 799996"/>
                <a:gd name="connsiteX107" fmla="*/ 262294 w 772127"/>
                <a:gd name="connsiteY107" fmla="*/ 219671 h 799996"/>
                <a:gd name="connsiteX108" fmla="*/ 265573 w 772127"/>
                <a:gd name="connsiteY108" fmla="*/ 219671 h 799996"/>
                <a:gd name="connsiteX109" fmla="*/ 268851 w 772127"/>
                <a:gd name="connsiteY109" fmla="*/ 219671 h 799996"/>
                <a:gd name="connsiteX110" fmla="*/ 273769 w 772127"/>
                <a:gd name="connsiteY110" fmla="*/ 219671 h 799996"/>
                <a:gd name="connsiteX111" fmla="*/ 277048 w 772127"/>
                <a:gd name="connsiteY111" fmla="*/ 219671 h 799996"/>
                <a:gd name="connsiteX112" fmla="*/ 278687 w 772127"/>
                <a:gd name="connsiteY112" fmla="*/ 219671 h 799996"/>
                <a:gd name="connsiteX113" fmla="*/ 281966 w 772127"/>
                <a:gd name="connsiteY113" fmla="*/ 221310 h 799996"/>
                <a:gd name="connsiteX114" fmla="*/ 285245 w 772127"/>
                <a:gd name="connsiteY114" fmla="*/ 221310 h 799996"/>
                <a:gd name="connsiteX115" fmla="*/ 285245 w 772127"/>
                <a:gd name="connsiteY115" fmla="*/ 219671 h 799996"/>
                <a:gd name="connsiteX116" fmla="*/ 281966 w 772127"/>
                <a:gd name="connsiteY116" fmla="*/ 218032 h 799996"/>
                <a:gd name="connsiteX117" fmla="*/ 281966 w 772127"/>
                <a:gd name="connsiteY117" fmla="*/ 218032 h 799996"/>
                <a:gd name="connsiteX118" fmla="*/ 283605 w 772127"/>
                <a:gd name="connsiteY118" fmla="*/ 214753 h 799996"/>
                <a:gd name="connsiteX119" fmla="*/ 283605 w 772127"/>
                <a:gd name="connsiteY119" fmla="*/ 211474 h 799996"/>
                <a:gd name="connsiteX120" fmla="*/ 285245 w 772127"/>
                <a:gd name="connsiteY120" fmla="*/ 206556 h 799996"/>
                <a:gd name="connsiteX121" fmla="*/ 288523 w 772127"/>
                <a:gd name="connsiteY121" fmla="*/ 204917 h 799996"/>
                <a:gd name="connsiteX122" fmla="*/ 291802 w 772127"/>
                <a:gd name="connsiteY122" fmla="*/ 201638 h 799996"/>
                <a:gd name="connsiteX123" fmla="*/ 288523 w 772127"/>
                <a:gd name="connsiteY123" fmla="*/ 198360 h 799996"/>
                <a:gd name="connsiteX124" fmla="*/ 283605 w 772127"/>
                <a:gd name="connsiteY124" fmla="*/ 195081 h 799996"/>
                <a:gd name="connsiteX125" fmla="*/ 280327 w 772127"/>
                <a:gd name="connsiteY125" fmla="*/ 193442 h 799996"/>
                <a:gd name="connsiteX126" fmla="*/ 277048 w 772127"/>
                <a:gd name="connsiteY126" fmla="*/ 190163 h 799996"/>
                <a:gd name="connsiteX127" fmla="*/ 275408 w 772127"/>
                <a:gd name="connsiteY127" fmla="*/ 185245 h 799996"/>
                <a:gd name="connsiteX128" fmla="*/ 275408 w 772127"/>
                <a:gd name="connsiteY128" fmla="*/ 181966 h 799996"/>
                <a:gd name="connsiteX129" fmla="*/ 275408 w 772127"/>
                <a:gd name="connsiteY129" fmla="*/ 177048 h 799996"/>
                <a:gd name="connsiteX130" fmla="*/ 272130 w 772127"/>
                <a:gd name="connsiteY130" fmla="*/ 173770 h 799996"/>
                <a:gd name="connsiteX131" fmla="*/ 270491 w 772127"/>
                <a:gd name="connsiteY131" fmla="*/ 170491 h 799996"/>
                <a:gd name="connsiteX132" fmla="*/ 270491 w 772127"/>
                <a:gd name="connsiteY132" fmla="*/ 165573 h 799996"/>
                <a:gd name="connsiteX133" fmla="*/ 270491 w 772127"/>
                <a:gd name="connsiteY133" fmla="*/ 162294 h 799996"/>
                <a:gd name="connsiteX134" fmla="*/ 272130 w 772127"/>
                <a:gd name="connsiteY134" fmla="*/ 159016 h 799996"/>
                <a:gd name="connsiteX135" fmla="*/ 272130 w 772127"/>
                <a:gd name="connsiteY135" fmla="*/ 155737 h 799996"/>
                <a:gd name="connsiteX136" fmla="*/ 270491 w 772127"/>
                <a:gd name="connsiteY136" fmla="*/ 150819 h 799996"/>
                <a:gd name="connsiteX137" fmla="*/ 268851 w 772127"/>
                <a:gd name="connsiteY137" fmla="*/ 149179 h 799996"/>
                <a:gd name="connsiteX138" fmla="*/ 268851 w 772127"/>
                <a:gd name="connsiteY138" fmla="*/ 145901 h 799996"/>
                <a:gd name="connsiteX139" fmla="*/ 268851 w 772127"/>
                <a:gd name="connsiteY139" fmla="*/ 142622 h 799996"/>
                <a:gd name="connsiteX140" fmla="*/ 270491 w 772127"/>
                <a:gd name="connsiteY140" fmla="*/ 137704 h 799996"/>
                <a:gd name="connsiteX141" fmla="*/ 270491 w 772127"/>
                <a:gd name="connsiteY141" fmla="*/ 134426 h 799996"/>
                <a:gd name="connsiteX142" fmla="*/ 272130 w 772127"/>
                <a:gd name="connsiteY142" fmla="*/ 132786 h 799996"/>
                <a:gd name="connsiteX143" fmla="*/ 270491 w 772127"/>
                <a:gd name="connsiteY143" fmla="*/ 127868 h 799996"/>
                <a:gd name="connsiteX144" fmla="*/ 268851 w 772127"/>
                <a:gd name="connsiteY144" fmla="*/ 122950 h 799996"/>
                <a:gd name="connsiteX145" fmla="*/ 267212 w 772127"/>
                <a:gd name="connsiteY145" fmla="*/ 119671 h 799996"/>
                <a:gd name="connsiteX146" fmla="*/ 270491 w 772127"/>
                <a:gd name="connsiteY146" fmla="*/ 116393 h 799996"/>
                <a:gd name="connsiteX147" fmla="*/ 270491 w 772127"/>
                <a:gd name="connsiteY147" fmla="*/ 114754 h 799996"/>
                <a:gd name="connsiteX148" fmla="*/ 267212 w 772127"/>
                <a:gd name="connsiteY148" fmla="*/ 111475 h 799996"/>
                <a:gd name="connsiteX149" fmla="*/ 265573 w 772127"/>
                <a:gd name="connsiteY149" fmla="*/ 108196 h 799996"/>
                <a:gd name="connsiteX150" fmla="*/ 268851 w 772127"/>
                <a:gd name="connsiteY150" fmla="*/ 104917 h 799996"/>
                <a:gd name="connsiteX151" fmla="*/ 267212 w 772127"/>
                <a:gd name="connsiteY151" fmla="*/ 101639 h 799996"/>
                <a:gd name="connsiteX152" fmla="*/ 265573 w 772127"/>
                <a:gd name="connsiteY152" fmla="*/ 101639 h 799996"/>
                <a:gd name="connsiteX153" fmla="*/ 262294 w 772127"/>
                <a:gd name="connsiteY153" fmla="*/ 98360 h 799996"/>
                <a:gd name="connsiteX154" fmla="*/ 259015 w 772127"/>
                <a:gd name="connsiteY154" fmla="*/ 95081 h 799996"/>
                <a:gd name="connsiteX155" fmla="*/ 255737 w 772127"/>
                <a:gd name="connsiteY155" fmla="*/ 91803 h 799996"/>
                <a:gd name="connsiteX156" fmla="*/ 252458 w 772127"/>
                <a:gd name="connsiteY156" fmla="*/ 88524 h 799996"/>
                <a:gd name="connsiteX157" fmla="*/ 254097 w 772127"/>
                <a:gd name="connsiteY157" fmla="*/ 88524 h 799996"/>
                <a:gd name="connsiteX158" fmla="*/ 254097 w 772127"/>
                <a:gd name="connsiteY158" fmla="*/ 88524 h 799996"/>
                <a:gd name="connsiteX159" fmla="*/ 257376 w 772127"/>
                <a:gd name="connsiteY159" fmla="*/ 88524 h 799996"/>
                <a:gd name="connsiteX160" fmla="*/ 262294 w 772127"/>
                <a:gd name="connsiteY160" fmla="*/ 88524 h 799996"/>
                <a:gd name="connsiteX161" fmla="*/ 265573 w 772127"/>
                <a:gd name="connsiteY161" fmla="*/ 88524 h 799996"/>
                <a:gd name="connsiteX162" fmla="*/ 265573 w 772127"/>
                <a:gd name="connsiteY162" fmla="*/ 88524 h 799996"/>
                <a:gd name="connsiteX163" fmla="*/ 268851 w 772127"/>
                <a:gd name="connsiteY163" fmla="*/ 86885 h 799996"/>
                <a:gd name="connsiteX164" fmla="*/ 272130 w 772127"/>
                <a:gd name="connsiteY164" fmla="*/ 85245 h 799996"/>
                <a:gd name="connsiteX165" fmla="*/ 277048 w 772127"/>
                <a:gd name="connsiteY165" fmla="*/ 80327 h 799996"/>
                <a:gd name="connsiteX166" fmla="*/ 280327 w 772127"/>
                <a:gd name="connsiteY166" fmla="*/ 78688 h 799996"/>
                <a:gd name="connsiteX167" fmla="*/ 283605 w 772127"/>
                <a:gd name="connsiteY167" fmla="*/ 78688 h 799996"/>
                <a:gd name="connsiteX168" fmla="*/ 286884 w 772127"/>
                <a:gd name="connsiteY168" fmla="*/ 77049 h 799996"/>
                <a:gd name="connsiteX169" fmla="*/ 288523 w 772127"/>
                <a:gd name="connsiteY169" fmla="*/ 72131 h 799996"/>
                <a:gd name="connsiteX170" fmla="*/ 290163 w 772127"/>
                <a:gd name="connsiteY170" fmla="*/ 68852 h 799996"/>
                <a:gd name="connsiteX171" fmla="*/ 293441 w 772127"/>
                <a:gd name="connsiteY171" fmla="*/ 65573 h 799996"/>
                <a:gd name="connsiteX172" fmla="*/ 298360 w 772127"/>
                <a:gd name="connsiteY172" fmla="*/ 62295 h 799996"/>
                <a:gd name="connsiteX173" fmla="*/ 301638 w 772127"/>
                <a:gd name="connsiteY173" fmla="*/ 60655 h 799996"/>
                <a:gd name="connsiteX174" fmla="*/ 304917 w 772127"/>
                <a:gd name="connsiteY174" fmla="*/ 59016 h 799996"/>
                <a:gd name="connsiteX175" fmla="*/ 308195 w 772127"/>
                <a:gd name="connsiteY175" fmla="*/ 60655 h 799996"/>
                <a:gd name="connsiteX176" fmla="*/ 313113 w 772127"/>
                <a:gd name="connsiteY176" fmla="*/ 59016 h 799996"/>
                <a:gd name="connsiteX177" fmla="*/ 316392 w 772127"/>
                <a:gd name="connsiteY177" fmla="*/ 55737 h 799996"/>
                <a:gd name="connsiteX178" fmla="*/ 319671 w 772127"/>
                <a:gd name="connsiteY178" fmla="*/ 52459 h 799996"/>
                <a:gd name="connsiteX179" fmla="*/ 324588 w 772127"/>
                <a:gd name="connsiteY179" fmla="*/ 55737 h 799996"/>
                <a:gd name="connsiteX180" fmla="*/ 326228 w 772127"/>
                <a:gd name="connsiteY180" fmla="*/ 57377 h 799996"/>
                <a:gd name="connsiteX181" fmla="*/ 331146 w 772127"/>
                <a:gd name="connsiteY181" fmla="*/ 57377 h 799996"/>
                <a:gd name="connsiteX182" fmla="*/ 331146 w 772127"/>
                <a:gd name="connsiteY182" fmla="*/ 57377 h 799996"/>
                <a:gd name="connsiteX183" fmla="*/ 334425 w 772127"/>
                <a:gd name="connsiteY183" fmla="*/ 55737 h 799996"/>
                <a:gd name="connsiteX184" fmla="*/ 334425 w 772127"/>
                <a:gd name="connsiteY184" fmla="*/ 55737 h 799996"/>
                <a:gd name="connsiteX185" fmla="*/ 337703 w 772127"/>
                <a:gd name="connsiteY185" fmla="*/ 52459 h 799996"/>
                <a:gd name="connsiteX186" fmla="*/ 337703 w 772127"/>
                <a:gd name="connsiteY186" fmla="*/ 50819 h 799996"/>
                <a:gd name="connsiteX187" fmla="*/ 339343 w 772127"/>
                <a:gd name="connsiteY187" fmla="*/ 45901 h 799996"/>
                <a:gd name="connsiteX188" fmla="*/ 339343 w 772127"/>
                <a:gd name="connsiteY188" fmla="*/ 45901 h 799996"/>
                <a:gd name="connsiteX189" fmla="*/ 344261 w 772127"/>
                <a:gd name="connsiteY189" fmla="*/ 42623 h 799996"/>
                <a:gd name="connsiteX190" fmla="*/ 347540 w 772127"/>
                <a:gd name="connsiteY190" fmla="*/ 39344 h 799996"/>
                <a:gd name="connsiteX191" fmla="*/ 350818 w 772127"/>
                <a:gd name="connsiteY191" fmla="*/ 39344 h 799996"/>
                <a:gd name="connsiteX192" fmla="*/ 354097 w 772127"/>
                <a:gd name="connsiteY192" fmla="*/ 36065 h 799996"/>
                <a:gd name="connsiteX193" fmla="*/ 359015 w 772127"/>
                <a:gd name="connsiteY193" fmla="*/ 34426 h 799996"/>
                <a:gd name="connsiteX194" fmla="*/ 362294 w 772127"/>
                <a:gd name="connsiteY194" fmla="*/ 34426 h 799996"/>
                <a:gd name="connsiteX195" fmla="*/ 363933 w 772127"/>
                <a:gd name="connsiteY195" fmla="*/ 32787 h 799996"/>
                <a:gd name="connsiteX196" fmla="*/ 367211 w 772127"/>
                <a:gd name="connsiteY196" fmla="*/ 31147 h 799996"/>
                <a:gd name="connsiteX197" fmla="*/ 370490 w 772127"/>
                <a:gd name="connsiteY197" fmla="*/ 27869 h 799996"/>
                <a:gd name="connsiteX198" fmla="*/ 375408 w 772127"/>
                <a:gd name="connsiteY198" fmla="*/ 26229 h 799996"/>
                <a:gd name="connsiteX199" fmla="*/ 378687 w 772127"/>
                <a:gd name="connsiteY199" fmla="*/ 26229 h 799996"/>
                <a:gd name="connsiteX200" fmla="*/ 381965 w 772127"/>
                <a:gd name="connsiteY200" fmla="*/ 26229 h 799996"/>
                <a:gd name="connsiteX201" fmla="*/ 385244 w 772127"/>
                <a:gd name="connsiteY201" fmla="*/ 24590 h 799996"/>
                <a:gd name="connsiteX202" fmla="*/ 390162 w 772127"/>
                <a:gd name="connsiteY202" fmla="*/ 24590 h 799996"/>
                <a:gd name="connsiteX203" fmla="*/ 393441 w 772127"/>
                <a:gd name="connsiteY203" fmla="*/ 24590 h 799996"/>
                <a:gd name="connsiteX204" fmla="*/ 396720 w 772127"/>
                <a:gd name="connsiteY204" fmla="*/ 24590 h 799996"/>
                <a:gd name="connsiteX205" fmla="*/ 398359 w 772127"/>
                <a:gd name="connsiteY205" fmla="*/ 24590 h 799996"/>
                <a:gd name="connsiteX206" fmla="*/ 403277 w 772127"/>
                <a:gd name="connsiteY206" fmla="*/ 22951 h 799996"/>
                <a:gd name="connsiteX207" fmla="*/ 406555 w 772127"/>
                <a:gd name="connsiteY207" fmla="*/ 22951 h 799996"/>
                <a:gd name="connsiteX208" fmla="*/ 409834 w 772127"/>
                <a:gd name="connsiteY208" fmla="*/ 22951 h 799996"/>
                <a:gd name="connsiteX209" fmla="*/ 414752 w 772127"/>
                <a:gd name="connsiteY209" fmla="*/ 21311 h 799996"/>
                <a:gd name="connsiteX210" fmla="*/ 418031 w 772127"/>
                <a:gd name="connsiteY210" fmla="*/ 21311 h 799996"/>
                <a:gd name="connsiteX211" fmla="*/ 421310 w 772127"/>
                <a:gd name="connsiteY211" fmla="*/ 21311 h 799996"/>
                <a:gd name="connsiteX212" fmla="*/ 426228 w 772127"/>
                <a:gd name="connsiteY212" fmla="*/ 22951 h 799996"/>
                <a:gd name="connsiteX213" fmla="*/ 429506 w 772127"/>
                <a:gd name="connsiteY213" fmla="*/ 22951 h 799996"/>
                <a:gd name="connsiteX214" fmla="*/ 432785 w 772127"/>
                <a:gd name="connsiteY214" fmla="*/ 19672 h 799996"/>
                <a:gd name="connsiteX215" fmla="*/ 436064 w 772127"/>
                <a:gd name="connsiteY215" fmla="*/ 18033 h 799996"/>
                <a:gd name="connsiteX216" fmla="*/ 439342 w 772127"/>
                <a:gd name="connsiteY216" fmla="*/ 14754 h 799996"/>
                <a:gd name="connsiteX217" fmla="*/ 444260 w 772127"/>
                <a:gd name="connsiteY217" fmla="*/ 13114 h 799996"/>
                <a:gd name="connsiteX218" fmla="*/ 445900 w 772127"/>
                <a:gd name="connsiteY218" fmla="*/ 14754 h 799996"/>
                <a:gd name="connsiteX219" fmla="*/ 450818 w 772127"/>
                <a:gd name="connsiteY219" fmla="*/ 16393 h 799996"/>
                <a:gd name="connsiteX220" fmla="*/ 452457 w 772127"/>
                <a:gd name="connsiteY220" fmla="*/ 13114 h 799996"/>
                <a:gd name="connsiteX221" fmla="*/ 455735 w 772127"/>
                <a:gd name="connsiteY221" fmla="*/ 14754 h 799996"/>
                <a:gd name="connsiteX222" fmla="*/ 459014 w 772127"/>
                <a:gd name="connsiteY222" fmla="*/ 14754 h 799996"/>
                <a:gd name="connsiteX223" fmla="*/ 463932 w 772127"/>
                <a:gd name="connsiteY223" fmla="*/ 13114 h 799996"/>
                <a:gd name="connsiteX224" fmla="*/ 467211 w 772127"/>
                <a:gd name="connsiteY224" fmla="*/ 13114 h 799996"/>
                <a:gd name="connsiteX225" fmla="*/ 470490 w 772127"/>
                <a:gd name="connsiteY225" fmla="*/ 9836 h 799996"/>
                <a:gd name="connsiteX226" fmla="*/ 475408 w 772127"/>
                <a:gd name="connsiteY226" fmla="*/ 8197 h 799996"/>
                <a:gd name="connsiteX227" fmla="*/ 478687 w 772127"/>
                <a:gd name="connsiteY227" fmla="*/ 9836 h 799996"/>
                <a:gd name="connsiteX228" fmla="*/ 481965 w 772127"/>
                <a:gd name="connsiteY228" fmla="*/ 9836 h 799996"/>
                <a:gd name="connsiteX229" fmla="*/ 483604 w 772127"/>
                <a:gd name="connsiteY229" fmla="*/ 9836 h 799996"/>
                <a:gd name="connsiteX230" fmla="*/ 486883 w 772127"/>
                <a:gd name="connsiteY230" fmla="*/ 9836 h 799996"/>
                <a:gd name="connsiteX231" fmla="*/ 490162 w 772127"/>
                <a:gd name="connsiteY231" fmla="*/ 8197 h 799996"/>
                <a:gd name="connsiteX232" fmla="*/ 495080 w 772127"/>
                <a:gd name="connsiteY232" fmla="*/ 8197 h 799996"/>
                <a:gd name="connsiteX233" fmla="*/ 498358 w 772127"/>
                <a:gd name="connsiteY233" fmla="*/ 9836 h 799996"/>
                <a:gd name="connsiteX234" fmla="*/ 501637 w 772127"/>
                <a:gd name="connsiteY234" fmla="*/ 9836 h 799996"/>
                <a:gd name="connsiteX235" fmla="*/ 504916 w 772127"/>
                <a:gd name="connsiteY235" fmla="*/ 9836 h 799996"/>
                <a:gd name="connsiteX236" fmla="*/ 508194 w 772127"/>
                <a:gd name="connsiteY236" fmla="*/ 8197 h 799996"/>
                <a:gd name="connsiteX237" fmla="*/ 513112 w 772127"/>
                <a:gd name="connsiteY237" fmla="*/ 11475 h 799996"/>
                <a:gd name="connsiteX238" fmla="*/ 516391 w 772127"/>
                <a:gd name="connsiteY238" fmla="*/ 13114 h 799996"/>
                <a:gd name="connsiteX239" fmla="*/ 518031 w 772127"/>
                <a:gd name="connsiteY239" fmla="*/ 13114 h 799996"/>
                <a:gd name="connsiteX240" fmla="*/ 519670 w 772127"/>
                <a:gd name="connsiteY240" fmla="*/ 16393 h 799996"/>
                <a:gd name="connsiteX241" fmla="*/ 521309 w 772127"/>
                <a:gd name="connsiteY241" fmla="*/ 18033 h 799996"/>
                <a:gd name="connsiteX242" fmla="*/ 524588 w 772127"/>
                <a:gd name="connsiteY242" fmla="*/ 19672 h 799996"/>
                <a:gd name="connsiteX243" fmla="*/ 527867 w 772127"/>
                <a:gd name="connsiteY243" fmla="*/ 19672 h 799996"/>
                <a:gd name="connsiteX244" fmla="*/ 531145 w 772127"/>
                <a:gd name="connsiteY244" fmla="*/ 19672 h 799996"/>
                <a:gd name="connsiteX245" fmla="*/ 536063 w 772127"/>
                <a:gd name="connsiteY245" fmla="*/ 18033 h 799996"/>
                <a:gd name="connsiteX246" fmla="*/ 539342 w 772127"/>
                <a:gd name="connsiteY246" fmla="*/ 14754 h 799996"/>
                <a:gd name="connsiteX247" fmla="*/ 542621 w 772127"/>
                <a:gd name="connsiteY247" fmla="*/ 11475 h 799996"/>
                <a:gd name="connsiteX248" fmla="*/ 547538 w 772127"/>
                <a:gd name="connsiteY248" fmla="*/ 13114 h 799996"/>
                <a:gd name="connsiteX249" fmla="*/ 550817 w 772127"/>
                <a:gd name="connsiteY249" fmla="*/ 11475 h 799996"/>
                <a:gd name="connsiteX250" fmla="*/ 554096 w 772127"/>
                <a:gd name="connsiteY250" fmla="*/ 9836 h 799996"/>
                <a:gd name="connsiteX251" fmla="*/ 557375 w 772127"/>
                <a:gd name="connsiteY251" fmla="*/ 9836 h 799996"/>
                <a:gd name="connsiteX252" fmla="*/ 562292 w 772127"/>
                <a:gd name="connsiteY252" fmla="*/ 6557 h 799996"/>
                <a:gd name="connsiteX253" fmla="*/ 562292 w 772127"/>
                <a:gd name="connsiteY253" fmla="*/ 4918 h 799996"/>
                <a:gd name="connsiteX254" fmla="*/ 565571 w 772127"/>
                <a:gd name="connsiteY254" fmla="*/ 1639 h 799996"/>
                <a:gd name="connsiteX255" fmla="*/ 568850 w 772127"/>
                <a:gd name="connsiteY255" fmla="*/ 0 h 799996"/>
                <a:gd name="connsiteX256" fmla="*/ 572128 w 772127"/>
                <a:gd name="connsiteY256" fmla="*/ 1639 h 799996"/>
                <a:gd name="connsiteX257" fmla="*/ 575407 w 772127"/>
                <a:gd name="connsiteY257" fmla="*/ 6557 h 799996"/>
                <a:gd name="connsiteX258" fmla="*/ 578686 w 772127"/>
                <a:gd name="connsiteY258" fmla="*/ 6557 h 799996"/>
                <a:gd name="connsiteX259" fmla="*/ 583604 w 772127"/>
                <a:gd name="connsiteY259" fmla="*/ 6557 h 799996"/>
                <a:gd name="connsiteX260" fmla="*/ 586882 w 772127"/>
                <a:gd name="connsiteY260" fmla="*/ 9836 h 799996"/>
                <a:gd name="connsiteX261" fmla="*/ 590161 w 772127"/>
                <a:gd name="connsiteY261" fmla="*/ 8197 h 799996"/>
                <a:gd name="connsiteX262" fmla="*/ 593440 w 772127"/>
                <a:gd name="connsiteY262" fmla="*/ 8197 h 799996"/>
                <a:gd name="connsiteX263" fmla="*/ 598358 w 772127"/>
                <a:gd name="connsiteY263" fmla="*/ 4918 h 799996"/>
                <a:gd name="connsiteX264" fmla="*/ 598358 w 772127"/>
                <a:gd name="connsiteY264" fmla="*/ 1639 h 799996"/>
                <a:gd name="connsiteX265" fmla="*/ 598358 w 772127"/>
                <a:gd name="connsiteY265" fmla="*/ 1639 h 799996"/>
                <a:gd name="connsiteX266" fmla="*/ 603276 w 772127"/>
                <a:gd name="connsiteY266" fmla="*/ 0 h 799996"/>
                <a:gd name="connsiteX267" fmla="*/ 606555 w 772127"/>
                <a:gd name="connsiteY267" fmla="*/ 1639 h 799996"/>
                <a:gd name="connsiteX268" fmla="*/ 609833 w 772127"/>
                <a:gd name="connsiteY268" fmla="*/ 4918 h 799996"/>
                <a:gd name="connsiteX269" fmla="*/ 613112 w 772127"/>
                <a:gd name="connsiteY269" fmla="*/ 4918 h 799996"/>
                <a:gd name="connsiteX270" fmla="*/ 618030 w 772127"/>
                <a:gd name="connsiteY270" fmla="*/ 4918 h 799996"/>
                <a:gd name="connsiteX271" fmla="*/ 616391 w 772127"/>
                <a:gd name="connsiteY271" fmla="*/ 9836 h 799996"/>
                <a:gd name="connsiteX272" fmla="*/ 618030 w 772127"/>
                <a:gd name="connsiteY272" fmla="*/ 9836 h 799996"/>
                <a:gd name="connsiteX273" fmla="*/ 621309 w 772127"/>
                <a:gd name="connsiteY273" fmla="*/ 11475 h 799996"/>
                <a:gd name="connsiteX274" fmla="*/ 624587 w 772127"/>
                <a:gd name="connsiteY274" fmla="*/ 9836 h 799996"/>
                <a:gd name="connsiteX275" fmla="*/ 629505 w 772127"/>
                <a:gd name="connsiteY275" fmla="*/ 8197 h 799996"/>
                <a:gd name="connsiteX276" fmla="*/ 632784 w 772127"/>
                <a:gd name="connsiteY276" fmla="*/ 6557 h 799996"/>
                <a:gd name="connsiteX277" fmla="*/ 636062 w 772127"/>
                <a:gd name="connsiteY277" fmla="*/ 8197 h 799996"/>
                <a:gd name="connsiteX278" fmla="*/ 639341 w 772127"/>
                <a:gd name="connsiteY278" fmla="*/ 8197 h 799996"/>
                <a:gd name="connsiteX279" fmla="*/ 642620 w 772127"/>
                <a:gd name="connsiteY279" fmla="*/ 8197 h 799996"/>
                <a:gd name="connsiteX280" fmla="*/ 647538 w 772127"/>
                <a:gd name="connsiteY280" fmla="*/ 6557 h 799996"/>
                <a:gd name="connsiteX281" fmla="*/ 647538 w 772127"/>
                <a:gd name="connsiteY281" fmla="*/ 8197 h 799996"/>
                <a:gd name="connsiteX282" fmla="*/ 645899 w 772127"/>
                <a:gd name="connsiteY282" fmla="*/ 11475 h 799996"/>
                <a:gd name="connsiteX283" fmla="*/ 645899 w 772127"/>
                <a:gd name="connsiteY283" fmla="*/ 13114 h 799996"/>
                <a:gd name="connsiteX284" fmla="*/ 642620 w 772127"/>
                <a:gd name="connsiteY284" fmla="*/ 16393 h 799996"/>
                <a:gd name="connsiteX285" fmla="*/ 639341 w 772127"/>
                <a:gd name="connsiteY285" fmla="*/ 19672 h 799996"/>
                <a:gd name="connsiteX286" fmla="*/ 634424 w 772127"/>
                <a:gd name="connsiteY286" fmla="*/ 22951 h 799996"/>
                <a:gd name="connsiteX287" fmla="*/ 631145 w 772127"/>
                <a:gd name="connsiteY287" fmla="*/ 26229 h 799996"/>
                <a:gd name="connsiteX288" fmla="*/ 634424 w 772127"/>
                <a:gd name="connsiteY288" fmla="*/ 27869 h 799996"/>
                <a:gd name="connsiteX289" fmla="*/ 637702 w 772127"/>
                <a:gd name="connsiteY289" fmla="*/ 29508 h 799996"/>
                <a:gd name="connsiteX290" fmla="*/ 637702 w 772127"/>
                <a:gd name="connsiteY290" fmla="*/ 29508 h 799996"/>
                <a:gd name="connsiteX291" fmla="*/ 637702 w 772127"/>
                <a:gd name="connsiteY291" fmla="*/ 31147 h 799996"/>
                <a:gd name="connsiteX292" fmla="*/ 637702 w 772127"/>
                <a:gd name="connsiteY292" fmla="*/ 32787 h 799996"/>
                <a:gd name="connsiteX293" fmla="*/ 637702 w 772127"/>
                <a:gd name="connsiteY293" fmla="*/ 34426 h 799996"/>
                <a:gd name="connsiteX294" fmla="*/ 636062 w 772127"/>
                <a:gd name="connsiteY294" fmla="*/ 37705 h 799996"/>
                <a:gd name="connsiteX295" fmla="*/ 636062 w 772127"/>
                <a:gd name="connsiteY295" fmla="*/ 39344 h 799996"/>
                <a:gd name="connsiteX296" fmla="*/ 636062 w 772127"/>
                <a:gd name="connsiteY296" fmla="*/ 42623 h 799996"/>
                <a:gd name="connsiteX297" fmla="*/ 636062 w 772127"/>
                <a:gd name="connsiteY297" fmla="*/ 45901 h 799996"/>
                <a:gd name="connsiteX298" fmla="*/ 634424 w 772127"/>
                <a:gd name="connsiteY298" fmla="*/ 49180 h 799996"/>
                <a:gd name="connsiteX299" fmla="*/ 634424 w 772127"/>
                <a:gd name="connsiteY299" fmla="*/ 54098 h 799996"/>
                <a:gd name="connsiteX300" fmla="*/ 634424 w 772127"/>
                <a:gd name="connsiteY300" fmla="*/ 57377 h 799996"/>
                <a:gd name="connsiteX301" fmla="*/ 636062 w 772127"/>
                <a:gd name="connsiteY301" fmla="*/ 60655 h 799996"/>
                <a:gd name="connsiteX302" fmla="*/ 636062 w 772127"/>
                <a:gd name="connsiteY302" fmla="*/ 65573 h 799996"/>
                <a:gd name="connsiteX303" fmla="*/ 637702 w 772127"/>
                <a:gd name="connsiteY303" fmla="*/ 67213 h 799996"/>
                <a:gd name="connsiteX304" fmla="*/ 637702 w 772127"/>
                <a:gd name="connsiteY304" fmla="*/ 68852 h 799996"/>
                <a:gd name="connsiteX305" fmla="*/ 636062 w 772127"/>
                <a:gd name="connsiteY305" fmla="*/ 70491 h 799996"/>
                <a:gd name="connsiteX306" fmla="*/ 636062 w 772127"/>
                <a:gd name="connsiteY306" fmla="*/ 75409 h 799996"/>
                <a:gd name="connsiteX307" fmla="*/ 636062 w 772127"/>
                <a:gd name="connsiteY307" fmla="*/ 78688 h 799996"/>
                <a:gd name="connsiteX308" fmla="*/ 639341 w 772127"/>
                <a:gd name="connsiteY308" fmla="*/ 80327 h 799996"/>
                <a:gd name="connsiteX309" fmla="*/ 639341 w 772127"/>
                <a:gd name="connsiteY309" fmla="*/ 85245 h 799996"/>
                <a:gd name="connsiteX310" fmla="*/ 639341 w 772127"/>
                <a:gd name="connsiteY310" fmla="*/ 85245 h 799996"/>
                <a:gd name="connsiteX311" fmla="*/ 636062 w 772127"/>
                <a:gd name="connsiteY311" fmla="*/ 88524 h 799996"/>
                <a:gd name="connsiteX312" fmla="*/ 634424 w 772127"/>
                <a:gd name="connsiteY312" fmla="*/ 91803 h 799996"/>
                <a:gd name="connsiteX313" fmla="*/ 634424 w 772127"/>
                <a:gd name="connsiteY313" fmla="*/ 96721 h 799996"/>
                <a:gd name="connsiteX314" fmla="*/ 634424 w 772127"/>
                <a:gd name="connsiteY314" fmla="*/ 99999 h 799996"/>
                <a:gd name="connsiteX315" fmla="*/ 634424 w 772127"/>
                <a:gd name="connsiteY315" fmla="*/ 103278 h 799996"/>
                <a:gd name="connsiteX316" fmla="*/ 632784 w 772127"/>
                <a:gd name="connsiteY316" fmla="*/ 104917 h 799996"/>
                <a:gd name="connsiteX317" fmla="*/ 631145 w 772127"/>
                <a:gd name="connsiteY317" fmla="*/ 109836 h 799996"/>
                <a:gd name="connsiteX318" fmla="*/ 627866 w 772127"/>
                <a:gd name="connsiteY318" fmla="*/ 113114 h 799996"/>
                <a:gd name="connsiteX319" fmla="*/ 627866 w 772127"/>
                <a:gd name="connsiteY319" fmla="*/ 113114 h 799996"/>
                <a:gd name="connsiteX320" fmla="*/ 622948 w 772127"/>
                <a:gd name="connsiteY320" fmla="*/ 114754 h 799996"/>
                <a:gd name="connsiteX321" fmla="*/ 619669 w 772127"/>
                <a:gd name="connsiteY321" fmla="*/ 116393 h 799996"/>
                <a:gd name="connsiteX322" fmla="*/ 618030 w 772127"/>
                <a:gd name="connsiteY322" fmla="*/ 118032 h 799996"/>
                <a:gd name="connsiteX323" fmla="*/ 618030 w 772127"/>
                <a:gd name="connsiteY323" fmla="*/ 119671 h 799996"/>
                <a:gd name="connsiteX324" fmla="*/ 616391 w 772127"/>
                <a:gd name="connsiteY324" fmla="*/ 122950 h 799996"/>
                <a:gd name="connsiteX325" fmla="*/ 614751 w 772127"/>
                <a:gd name="connsiteY325" fmla="*/ 126229 h 799996"/>
                <a:gd name="connsiteX326" fmla="*/ 609833 w 772127"/>
                <a:gd name="connsiteY326" fmla="*/ 127868 h 799996"/>
                <a:gd name="connsiteX327" fmla="*/ 606555 w 772127"/>
                <a:gd name="connsiteY327" fmla="*/ 131147 h 799996"/>
                <a:gd name="connsiteX328" fmla="*/ 606555 w 772127"/>
                <a:gd name="connsiteY328" fmla="*/ 132786 h 799996"/>
                <a:gd name="connsiteX329" fmla="*/ 606555 w 772127"/>
                <a:gd name="connsiteY329" fmla="*/ 134426 h 799996"/>
                <a:gd name="connsiteX330" fmla="*/ 606555 w 772127"/>
                <a:gd name="connsiteY330" fmla="*/ 134426 h 799996"/>
                <a:gd name="connsiteX331" fmla="*/ 606555 w 772127"/>
                <a:gd name="connsiteY331" fmla="*/ 137704 h 799996"/>
                <a:gd name="connsiteX332" fmla="*/ 604915 w 772127"/>
                <a:gd name="connsiteY332" fmla="*/ 142622 h 799996"/>
                <a:gd name="connsiteX333" fmla="*/ 606555 w 772127"/>
                <a:gd name="connsiteY333" fmla="*/ 145901 h 799996"/>
                <a:gd name="connsiteX334" fmla="*/ 606555 w 772127"/>
                <a:gd name="connsiteY334" fmla="*/ 145901 h 799996"/>
                <a:gd name="connsiteX335" fmla="*/ 606555 w 772127"/>
                <a:gd name="connsiteY335" fmla="*/ 150819 h 799996"/>
                <a:gd name="connsiteX336" fmla="*/ 609833 w 772127"/>
                <a:gd name="connsiteY336" fmla="*/ 154098 h 799996"/>
                <a:gd name="connsiteX337" fmla="*/ 611472 w 772127"/>
                <a:gd name="connsiteY337" fmla="*/ 159016 h 799996"/>
                <a:gd name="connsiteX338" fmla="*/ 613112 w 772127"/>
                <a:gd name="connsiteY338" fmla="*/ 162294 h 799996"/>
                <a:gd name="connsiteX339" fmla="*/ 613112 w 772127"/>
                <a:gd name="connsiteY339" fmla="*/ 163934 h 799996"/>
                <a:gd name="connsiteX340" fmla="*/ 613112 w 772127"/>
                <a:gd name="connsiteY340" fmla="*/ 167212 h 799996"/>
                <a:gd name="connsiteX341" fmla="*/ 616391 w 772127"/>
                <a:gd name="connsiteY341" fmla="*/ 172130 h 799996"/>
                <a:gd name="connsiteX342" fmla="*/ 619669 w 772127"/>
                <a:gd name="connsiteY342" fmla="*/ 172130 h 799996"/>
                <a:gd name="connsiteX343" fmla="*/ 622948 w 772127"/>
                <a:gd name="connsiteY343" fmla="*/ 175409 h 799996"/>
                <a:gd name="connsiteX344" fmla="*/ 627866 w 772127"/>
                <a:gd name="connsiteY344" fmla="*/ 177048 h 799996"/>
                <a:gd name="connsiteX345" fmla="*/ 629505 w 772127"/>
                <a:gd name="connsiteY345" fmla="*/ 180327 h 799996"/>
                <a:gd name="connsiteX346" fmla="*/ 632784 w 772127"/>
                <a:gd name="connsiteY346" fmla="*/ 185245 h 799996"/>
                <a:gd name="connsiteX347" fmla="*/ 634424 w 772127"/>
                <a:gd name="connsiteY347" fmla="*/ 188524 h 799996"/>
                <a:gd name="connsiteX348" fmla="*/ 636062 w 772127"/>
                <a:gd name="connsiteY348" fmla="*/ 193442 h 799996"/>
                <a:gd name="connsiteX349" fmla="*/ 636062 w 772127"/>
                <a:gd name="connsiteY349" fmla="*/ 198360 h 799996"/>
                <a:gd name="connsiteX350" fmla="*/ 636062 w 772127"/>
                <a:gd name="connsiteY350" fmla="*/ 201638 h 799996"/>
                <a:gd name="connsiteX351" fmla="*/ 637702 w 772127"/>
                <a:gd name="connsiteY351" fmla="*/ 203278 h 799996"/>
                <a:gd name="connsiteX352" fmla="*/ 642620 w 772127"/>
                <a:gd name="connsiteY352" fmla="*/ 204917 h 799996"/>
                <a:gd name="connsiteX353" fmla="*/ 645899 w 772127"/>
                <a:gd name="connsiteY353" fmla="*/ 208196 h 799996"/>
                <a:gd name="connsiteX354" fmla="*/ 649177 w 772127"/>
                <a:gd name="connsiteY354" fmla="*/ 211474 h 799996"/>
                <a:gd name="connsiteX355" fmla="*/ 654095 w 772127"/>
                <a:gd name="connsiteY355" fmla="*/ 214753 h 799996"/>
                <a:gd name="connsiteX356" fmla="*/ 659014 w 772127"/>
                <a:gd name="connsiteY356" fmla="*/ 218032 h 799996"/>
                <a:gd name="connsiteX357" fmla="*/ 662292 w 772127"/>
                <a:gd name="connsiteY357" fmla="*/ 221310 h 799996"/>
                <a:gd name="connsiteX358" fmla="*/ 663931 w 772127"/>
                <a:gd name="connsiteY358" fmla="*/ 224589 h 799996"/>
                <a:gd name="connsiteX359" fmla="*/ 663931 w 772127"/>
                <a:gd name="connsiteY359" fmla="*/ 224589 h 799996"/>
                <a:gd name="connsiteX360" fmla="*/ 663931 w 772127"/>
                <a:gd name="connsiteY360" fmla="*/ 229507 h 799996"/>
                <a:gd name="connsiteX361" fmla="*/ 665571 w 772127"/>
                <a:gd name="connsiteY361" fmla="*/ 232786 h 799996"/>
                <a:gd name="connsiteX362" fmla="*/ 665571 w 772127"/>
                <a:gd name="connsiteY362" fmla="*/ 237704 h 799996"/>
                <a:gd name="connsiteX363" fmla="*/ 667210 w 772127"/>
                <a:gd name="connsiteY363" fmla="*/ 242622 h 799996"/>
                <a:gd name="connsiteX364" fmla="*/ 667210 w 772127"/>
                <a:gd name="connsiteY364" fmla="*/ 245901 h 799996"/>
                <a:gd name="connsiteX365" fmla="*/ 668849 w 772127"/>
                <a:gd name="connsiteY365" fmla="*/ 250818 h 799996"/>
                <a:gd name="connsiteX366" fmla="*/ 668849 w 772127"/>
                <a:gd name="connsiteY366" fmla="*/ 254097 h 799996"/>
                <a:gd name="connsiteX367" fmla="*/ 670489 w 772127"/>
                <a:gd name="connsiteY367" fmla="*/ 259015 h 799996"/>
                <a:gd name="connsiteX368" fmla="*/ 672128 w 772127"/>
                <a:gd name="connsiteY368" fmla="*/ 263933 h 799996"/>
                <a:gd name="connsiteX369" fmla="*/ 672128 w 772127"/>
                <a:gd name="connsiteY369" fmla="*/ 267212 h 799996"/>
                <a:gd name="connsiteX370" fmla="*/ 673768 w 772127"/>
                <a:gd name="connsiteY370" fmla="*/ 272130 h 799996"/>
                <a:gd name="connsiteX371" fmla="*/ 673768 w 772127"/>
                <a:gd name="connsiteY371" fmla="*/ 275408 h 799996"/>
                <a:gd name="connsiteX372" fmla="*/ 675407 w 772127"/>
                <a:gd name="connsiteY372" fmla="*/ 280326 h 799996"/>
                <a:gd name="connsiteX373" fmla="*/ 675407 w 772127"/>
                <a:gd name="connsiteY373" fmla="*/ 285244 h 799996"/>
                <a:gd name="connsiteX374" fmla="*/ 677046 w 772127"/>
                <a:gd name="connsiteY374" fmla="*/ 288523 h 799996"/>
                <a:gd name="connsiteX375" fmla="*/ 678685 w 772127"/>
                <a:gd name="connsiteY375" fmla="*/ 293441 h 799996"/>
                <a:gd name="connsiteX376" fmla="*/ 678685 w 772127"/>
                <a:gd name="connsiteY376" fmla="*/ 296720 h 799996"/>
                <a:gd name="connsiteX377" fmla="*/ 680325 w 772127"/>
                <a:gd name="connsiteY377" fmla="*/ 301638 h 799996"/>
                <a:gd name="connsiteX378" fmla="*/ 680325 w 772127"/>
                <a:gd name="connsiteY378" fmla="*/ 303277 h 799996"/>
                <a:gd name="connsiteX379" fmla="*/ 675407 w 772127"/>
                <a:gd name="connsiteY379" fmla="*/ 304916 h 799996"/>
                <a:gd name="connsiteX380" fmla="*/ 675407 w 772127"/>
                <a:gd name="connsiteY380" fmla="*/ 304916 h 799996"/>
                <a:gd name="connsiteX381" fmla="*/ 672128 w 772127"/>
                <a:gd name="connsiteY381" fmla="*/ 309835 h 799996"/>
                <a:gd name="connsiteX382" fmla="*/ 673768 w 772127"/>
                <a:gd name="connsiteY382" fmla="*/ 311474 h 799996"/>
                <a:gd name="connsiteX383" fmla="*/ 675407 w 772127"/>
                <a:gd name="connsiteY383" fmla="*/ 313113 h 799996"/>
                <a:gd name="connsiteX384" fmla="*/ 678685 w 772127"/>
                <a:gd name="connsiteY384" fmla="*/ 316392 h 799996"/>
                <a:gd name="connsiteX385" fmla="*/ 680325 w 772127"/>
                <a:gd name="connsiteY385" fmla="*/ 321310 h 799996"/>
                <a:gd name="connsiteX386" fmla="*/ 681964 w 772127"/>
                <a:gd name="connsiteY386" fmla="*/ 324588 h 799996"/>
                <a:gd name="connsiteX387" fmla="*/ 683604 w 772127"/>
                <a:gd name="connsiteY387" fmla="*/ 327867 h 799996"/>
                <a:gd name="connsiteX388" fmla="*/ 685243 w 772127"/>
                <a:gd name="connsiteY388" fmla="*/ 331146 h 799996"/>
                <a:gd name="connsiteX389" fmla="*/ 686882 w 772127"/>
                <a:gd name="connsiteY389" fmla="*/ 336064 h 799996"/>
                <a:gd name="connsiteX390" fmla="*/ 688521 w 772127"/>
                <a:gd name="connsiteY390" fmla="*/ 339343 h 799996"/>
                <a:gd name="connsiteX391" fmla="*/ 690161 w 772127"/>
                <a:gd name="connsiteY391" fmla="*/ 344261 h 799996"/>
                <a:gd name="connsiteX392" fmla="*/ 690161 w 772127"/>
                <a:gd name="connsiteY392" fmla="*/ 347539 h 799996"/>
                <a:gd name="connsiteX393" fmla="*/ 691800 w 772127"/>
                <a:gd name="connsiteY393" fmla="*/ 350818 h 799996"/>
                <a:gd name="connsiteX394" fmla="*/ 691800 w 772127"/>
                <a:gd name="connsiteY394" fmla="*/ 355736 h 799996"/>
                <a:gd name="connsiteX395" fmla="*/ 691800 w 772127"/>
                <a:gd name="connsiteY395" fmla="*/ 359015 h 799996"/>
                <a:gd name="connsiteX396" fmla="*/ 691800 w 772127"/>
                <a:gd name="connsiteY396" fmla="*/ 362293 h 799996"/>
                <a:gd name="connsiteX397" fmla="*/ 691800 w 772127"/>
                <a:gd name="connsiteY397" fmla="*/ 367211 h 799996"/>
                <a:gd name="connsiteX398" fmla="*/ 691800 w 772127"/>
                <a:gd name="connsiteY398" fmla="*/ 370490 h 799996"/>
                <a:gd name="connsiteX399" fmla="*/ 691800 w 772127"/>
                <a:gd name="connsiteY399" fmla="*/ 372129 h 799996"/>
                <a:gd name="connsiteX400" fmla="*/ 691800 w 772127"/>
                <a:gd name="connsiteY400" fmla="*/ 373769 h 799996"/>
                <a:gd name="connsiteX401" fmla="*/ 690161 w 772127"/>
                <a:gd name="connsiteY401" fmla="*/ 377047 h 799996"/>
                <a:gd name="connsiteX402" fmla="*/ 690161 w 772127"/>
                <a:gd name="connsiteY402" fmla="*/ 381965 h 799996"/>
                <a:gd name="connsiteX403" fmla="*/ 690161 w 772127"/>
                <a:gd name="connsiteY403" fmla="*/ 385244 h 799996"/>
                <a:gd name="connsiteX404" fmla="*/ 688521 w 772127"/>
                <a:gd name="connsiteY404" fmla="*/ 390162 h 799996"/>
                <a:gd name="connsiteX405" fmla="*/ 690161 w 772127"/>
                <a:gd name="connsiteY405" fmla="*/ 393441 h 799996"/>
                <a:gd name="connsiteX406" fmla="*/ 691800 w 772127"/>
                <a:gd name="connsiteY406" fmla="*/ 396719 h 799996"/>
                <a:gd name="connsiteX407" fmla="*/ 693439 w 772127"/>
                <a:gd name="connsiteY407" fmla="*/ 401637 h 799996"/>
                <a:gd name="connsiteX408" fmla="*/ 695079 w 772127"/>
                <a:gd name="connsiteY408" fmla="*/ 404916 h 799996"/>
                <a:gd name="connsiteX409" fmla="*/ 695079 w 772127"/>
                <a:gd name="connsiteY409" fmla="*/ 409834 h 799996"/>
                <a:gd name="connsiteX410" fmla="*/ 693439 w 772127"/>
                <a:gd name="connsiteY410" fmla="*/ 413113 h 799996"/>
                <a:gd name="connsiteX411" fmla="*/ 693439 w 772127"/>
                <a:gd name="connsiteY411" fmla="*/ 418031 h 799996"/>
                <a:gd name="connsiteX412" fmla="*/ 690161 w 772127"/>
                <a:gd name="connsiteY412" fmla="*/ 421309 h 799996"/>
                <a:gd name="connsiteX413" fmla="*/ 688521 w 772127"/>
                <a:gd name="connsiteY413" fmla="*/ 424588 h 799996"/>
                <a:gd name="connsiteX414" fmla="*/ 688521 w 772127"/>
                <a:gd name="connsiteY414" fmla="*/ 429506 h 799996"/>
                <a:gd name="connsiteX415" fmla="*/ 686882 w 772127"/>
                <a:gd name="connsiteY415" fmla="*/ 432785 h 799996"/>
                <a:gd name="connsiteX416" fmla="*/ 688521 w 772127"/>
                <a:gd name="connsiteY416" fmla="*/ 437703 h 799996"/>
                <a:gd name="connsiteX417" fmla="*/ 690161 w 772127"/>
                <a:gd name="connsiteY417" fmla="*/ 440981 h 799996"/>
                <a:gd name="connsiteX418" fmla="*/ 690161 w 772127"/>
                <a:gd name="connsiteY418" fmla="*/ 444260 h 799996"/>
                <a:gd name="connsiteX419" fmla="*/ 691800 w 772127"/>
                <a:gd name="connsiteY419" fmla="*/ 449178 h 799996"/>
                <a:gd name="connsiteX420" fmla="*/ 693439 w 772127"/>
                <a:gd name="connsiteY420" fmla="*/ 454096 h 799996"/>
                <a:gd name="connsiteX421" fmla="*/ 693439 w 772127"/>
                <a:gd name="connsiteY421" fmla="*/ 457375 h 799996"/>
                <a:gd name="connsiteX422" fmla="*/ 693439 w 772127"/>
                <a:gd name="connsiteY422" fmla="*/ 460653 h 799996"/>
                <a:gd name="connsiteX423" fmla="*/ 693439 w 772127"/>
                <a:gd name="connsiteY423" fmla="*/ 462293 h 799996"/>
                <a:gd name="connsiteX424" fmla="*/ 691800 w 772127"/>
                <a:gd name="connsiteY424" fmla="*/ 465572 h 799996"/>
                <a:gd name="connsiteX425" fmla="*/ 688521 w 772127"/>
                <a:gd name="connsiteY425" fmla="*/ 468850 h 799996"/>
                <a:gd name="connsiteX426" fmla="*/ 685243 w 772127"/>
                <a:gd name="connsiteY426" fmla="*/ 470490 h 799996"/>
                <a:gd name="connsiteX427" fmla="*/ 680325 w 772127"/>
                <a:gd name="connsiteY427" fmla="*/ 472129 h 799996"/>
                <a:gd name="connsiteX428" fmla="*/ 677046 w 772127"/>
                <a:gd name="connsiteY428" fmla="*/ 477047 h 799996"/>
                <a:gd name="connsiteX429" fmla="*/ 675407 w 772127"/>
                <a:gd name="connsiteY429" fmla="*/ 480325 h 799996"/>
                <a:gd name="connsiteX430" fmla="*/ 675407 w 772127"/>
                <a:gd name="connsiteY430" fmla="*/ 483604 h 799996"/>
                <a:gd name="connsiteX431" fmla="*/ 678685 w 772127"/>
                <a:gd name="connsiteY431" fmla="*/ 488522 h 799996"/>
                <a:gd name="connsiteX432" fmla="*/ 680325 w 772127"/>
                <a:gd name="connsiteY432" fmla="*/ 491801 h 799996"/>
                <a:gd name="connsiteX433" fmla="*/ 683604 w 772127"/>
                <a:gd name="connsiteY433" fmla="*/ 496719 h 799996"/>
                <a:gd name="connsiteX434" fmla="*/ 685243 w 772127"/>
                <a:gd name="connsiteY434" fmla="*/ 499998 h 799996"/>
                <a:gd name="connsiteX435" fmla="*/ 688521 w 772127"/>
                <a:gd name="connsiteY435" fmla="*/ 503276 h 799996"/>
                <a:gd name="connsiteX436" fmla="*/ 690161 w 772127"/>
                <a:gd name="connsiteY436" fmla="*/ 508194 h 799996"/>
                <a:gd name="connsiteX437" fmla="*/ 693439 w 772127"/>
                <a:gd name="connsiteY437" fmla="*/ 511473 h 799996"/>
                <a:gd name="connsiteX438" fmla="*/ 695079 w 772127"/>
                <a:gd name="connsiteY438" fmla="*/ 514752 h 799996"/>
                <a:gd name="connsiteX439" fmla="*/ 696718 w 772127"/>
                <a:gd name="connsiteY439" fmla="*/ 516391 h 799996"/>
                <a:gd name="connsiteX440" fmla="*/ 698358 w 772127"/>
                <a:gd name="connsiteY440" fmla="*/ 521309 h 799996"/>
                <a:gd name="connsiteX441" fmla="*/ 698358 w 772127"/>
                <a:gd name="connsiteY441" fmla="*/ 526227 h 799996"/>
                <a:gd name="connsiteX442" fmla="*/ 698358 w 772127"/>
                <a:gd name="connsiteY442" fmla="*/ 529506 h 799996"/>
                <a:gd name="connsiteX443" fmla="*/ 698358 w 772127"/>
                <a:gd name="connsiteY443" fmla="*/ 532784 h 799996"/>
                <a:gd name="connsiteX444" fmla="*/ 698358 w 772127"/>
                <a:gd name="connsiteY444" fmla="*/ 537702 h 799996"/>
                <a:gd name="connsiteX445" fmla="*/ 699997 w 772127"/>
                <a:gd name="connsiteY445" fmla="*/ 540981 h 799996"/>
                <a:gd name="connsiteX446" fmla="*/ 701636 w 772127"/>
                <a:gd name="connsiteY446" fmla="*/ 542620 h 799996"/>
                <a:gd name="connsiteX447" fmla="*/ 703275 w 772127"/>
                <a:gd name="connsiteY447" fmla="*/ 544260 h 799996"/>
                <a:gd name="connsiteX448" fmla="*/ 703275 w 772127"/>
                <a:gd name="connsiteY448" fmla="*/ 544260 h 799996"/>
                <a:gd name="connsiteX449" fmla="*/ 706554 w 772127"/>
                <a:gd name="connsiteY449" fmla="*/ 547538 h 799996"/>
                <a:gd name="connsiteX450" fmla="*/ 706554 w 772127"/>
                <a:gd name="connsiteY450" fmla="*/ 552456 h 799996"/>
                <a:gd name="connsiteX451" fmla="*/ 711472 w 772127"/>
                <a:gd name="connsiteY451" fmla="*/ 555735 h 799996"/>
                <a:gd name="connsiteX452" fmla="*/ 714751 w 772127"/>
                <a:gd name="connsiteY452" fmla="*/ 557374 h 799996"/>
                <a:gd name="connsiteX453" fmla="*/ 719669 w 772127"/>
                <a:gd name="connsiteY453" fmla="*/ 554096 h 799996"/>
                <a:gd name="connsiteX454" fmla="*/ 722948 w 772127"/>
                <a:gd name="connsiteY454" fmla="*/ 552456 h 799996"/>
                <a:gd name="connsiteX455" fmla="*/ 726226 w 772127"/>
                <a:gd name="connsiteY455" fmla="*/ 554096 h 799996"/>
                <a:gd name="connsiteX456" fmla="*/ 731144 w 772127"/>
                <a:gd name="connsiteY456" fmla="*/ 555735 h 799996"/>
                <a:gd name="connsiteX457" fmla="*/ 732784 w 772127"/>
                <a:gd name="connsiteY457" fmla="*/ 557374 h 799996"/>
                <a:gd name="connsiteX458" fmla="*/ 734423 w 772127"/>
                <a:gd name="connsiteY458" fmla="*/ 557374 h 799996"/>
                <a:gd name="connsiteX459" fmla="*/ 739341 w 772127"/>
                <a:gd name="connsiteY459" fmla="*/ 559014 h 799996"/>
                <a:gd name="connsiteX460" fmla="*/ 742619 w 772127"/>
                <a:gd name="connsiteY460" fmla="*/ 560653 h 799996"/>
                <a:gd name="connsiteX461" fmla="*/ 745898 w 772127"/>
                <a:gd name="connsiteY461" fmla="*/ 562292 h 799996"/>
                <a:gd name="connsiteX462" fmla="*/ 750816 w 772127"/>
                <a:gd name="connsiteY462" fmla="*/ 562292 h 799996"/>
                <a:gd name="connsiteX463" fmla="*/ 752455 w 772127"/>
                <a:gd name="connsiteY463" fmla="*/ 563932 h 799996"/>
                <a:gd name="connsiteX464" fmla="*/ 755734 w 772127"/>
                <a:gd name="connsiteY464" fmla="*/ 565571 h 799996"/>
                <a:gd name="connsiteX465" fmla="*/ 757374 w 772127"/>
                <a:gd name="connsiteY465" fmla="*/ 568850 h 799996"/>
                <a:gd name="connsiteX466" fmla="*/ 759013 w 772127"/>
                <a:gd name="connsiteY466" fmla="*/ 572128 h 799996"/>
                <a:gd name="connsiteX467" fmla="*/ 762292 w 772127"/>
                <a:gd name="connsiteY467" fmla="*/ 577046 h 799996"/>
                <a:gd name="connsiteX468" fmla="*/ 762292 w 772127"/>
                <a:gd name="connsiteY468" fmla="*/ 577046 h 799996"/>
                <a:gd name="connsiteX469" fmla="*/ 763931 w 772127"/>
                <a:gd name="connsiteY469" fmla="*/ 581965 h 799996"/>
                <a:gd name="connsiteX470" fmla="*/ 765570 w 772127"/>
                <a:gd name="connsiteY470" fmla="*/ 585243 h 799996"/>
                <a:gd name="connsiteX471" fmla="*/ 767209 w 772127"/>
                <a:gd name="connsiteY471" fmla="*/ 588522 h 799996"/>
                <a:gd name="connsiteX472" fmla="*/ 768849 w 772127"/>
                <a:gd name="connsiteY472" fmla="*/ 593440 h 799996"/>
                <a:gd name="connsiteX473" fmla="*/ 770488 w 772127"/>
                <a:gd name="connsiteY473" fmla="*/ 596718 h 799996"/>
                <a:gd name="connsiteX474" fmla="*/ 772128 w 772127"/>
                <a:gd name="connsiteY474" fmla="*/ 598358 h 799996"/>
                <a:gd name="connsiteX475" fmla="*/ 768849 w 772127"/>
                <a:gd name="connsiteY475" fmla="*/ 599997 h 799996"/>
                <a:gd name="connsiteX476" fmla="*/ 765570 w 772127"/>
                <a:gd name="connsiteY476" fmla="*/ 603276 h 799996"/>
                <a:gd name="connsiteX477" fmla="*/ 760652 w 772127"/>
                <a:gd name="connsiteY477" fmla="*/ 606555 h 799996"/>
                <a:gd name="connsiteX478" fmla="*/ 757374 w 772127"/>
                <a:gd name="connsiteY478" fmla="*/ 608194 h 799996"/>
                <a:gd name="connsiteX479" fmla="*/ 752455 w 772127"/>
                <a:gd name="connsiteY479" fmla="*/ 611472 h 799996"/>
                <a:gd name="connsiteX480" fmla="*/ 749177 w 772127"/>
                <a:gd name="connsiteY480" fmla="*/ 614751 h 799996"/>
                <a:gd name="connsiteX481" fmla="*/ 745898 w 772127"/>
                <a:gd name="connsiteY481" fmla="*/ 616390 h 799996"/>
                <a:gd name="connsiteX482" fmla="*/ 742619 w 772127"/>
                <a:gd name="connsiteY482" fmla="*/ 618030 h 799996"/>
                <a:gd name="connsiteX483" fmla="*/ 739341 w 772127"/>
                <a:gd name="connsiteY483" fmla="*/ 621309 h 799996"/>
                <a:gd name="connsiteX484" fmla="*/ 734423 w 772127"/>
                <a:gd name="connsiteY484" fmla="*/ 624587 h 799996"/>
                <a:gd name="connsiteX485" fmla="*/ 731144 w 772127"/>
                <a:gd name="connsiteY485" fmla="*/ 626227 h 799996"/>
                <a:gd name="connsiteX486" fmla="*/ 726226 w 772127"/>
                <a:gd name="connsiteY486" fmla="*/ 629505 h 799996"/>
                <a:gd name="connsiteX487" fmla="*/ 722948 w 772127"/>
                <a:gd name="connsiteY487" fmla="*/ 632784 h 799996"/>
                <a:gd name="connsiteX488" fmla="*/ 718029 w 772127"/>
                <a:gd name="connsiteY488" fmla="*/ 634423 h 799996"/>
                <a:gd name="connsiteX489" fmla="*/ 714751 w 772127"/>
                <a:gd name="connsiteY489" fmla="*/ 637702 h 799996"/>
                <a:gd name="connsiteX490" fmla="*/ 709833 w 772127"/>
                <a:gd name="connsiteY490" fmla="*/ 639341 h 799996"/>
                <a:gd name="connsiteX491" fmla="*/ 709833 w 772127"/>
                <a:gd name="connsiteY491" fmla="*/ 640981 h 799996"/>
                <a:gd name="connsiteX492" fmla="*/ 706554 w 772127"/>
                <a:gd name="connsiteY492" fmla="*/ 642620 h 799996"/>
                <a:gd name="connsiteX493" fmla="*/ 704915 w 772127"/>
                <a:gd name="connsiteY493" fmla="*/ 642620 h 799996"/>
                <a:gd name="connsiteX494" fmla="*/ 701636 w 772127"/>
                <a:gd name="connsiteY494" fmla="*/ 645899 h 799996"/>
                <a:gd name="connsiteX495" fmla="*/ 699997 w 772127"/>
                <a:gd name="connsiteY495" fmla="*/ 645899 h 799996"/>
                <a:gd name="connsiteX496" fmla="*/ 696718 w 772127"/>
                <a:gd name="connsiteY496" fmla="*/ 649177 h 799996"/>
                <a:gd name="connsiteX497" fmla="*/ 695079 w 772127"/>
                <a:gd name="connsiteY497" fmla="*/ 650817 h 799996"/>
                <a:gd name="connsiteX498" fmla="*/ 691800 w 772127"/>
                <a:gd name="connsiteY498" fmla="*/ 652456 h 799996"/>
                <a:gd name="connsiteX499" fmla="*/ 686882 w 772127"/>
                <a:gd name="connsiteY499" fmla="*/ 655735 h 799996"/>
                <a:gd name="connsiteX500" fmla="*/ 685243 w 772127"/>
                <a:gd name="connsiteY500" fmla="*/ 657374 h 799996"/>
                <a:gd name="connsiteX501" fmla="*/ 685243 w 772127"/>
                <a:gd name="connsiteY501" fmla="*/ 657374 h 799996"/>
                <a:gd name="connsiteX502" fmla="*/ 683604 w 772127"/>
                <a:gd name="connsiteY502" fmla="*/ 659013 h 799996"/>
                <a:gd name="connsiteX503" fmla="*/ 683604 w 772127"/>
                <a:gd name="connsiteY503" fmla="*/ 659013 h 799996"/>
                <a:gd name="connsiteX504" fmla="*/ 678685 w 772127"/>
                <a:gd name="connsiteY504" fmla="*/ 662292 h 799996"/>
                <a:gd name="connsiteX505" fmla="*/ 678685 w 772127"/>
                <a:gd name="connsiteY505" fmla="*/ 662292 h 799996"/>
                <a:gd name="connsiteX506" fmla="*/ 677046 w 772127"/>
                <a:gd name="connsiteY506" fmla="*/ 663931 h 799996"/>
                <a:gd name="connsiteX507" fmla="*/ 675407 w 772127"/>
                <a:gd name="connsiteY507" fmla="*/ 663931 h 799996"/>
                <a:gd name="connsiteX508" fmla="*/ 672128 w 772127"/>
                <a:gd name="connsiteY508" fmla="*/ 667210 h 799996"/>
                <a:gd name="connsiteX509" fmla="*/ 668849 w 772127"/>
                <a:gd name="connsiteY509" fmla="*/ 668849 h 799996"/>
                <a:gd name="connsiteX510" fmla="*/ 663931 w 772127"/>
                <a:gd name="connsiteY510" fmla="*/ 672128 h 799996"/>
                <a:gd name="connsiteX511" fmla="*/ 660653 w 772127"/>
                <a:gd name="connsiteY511" fmla="*/ 673767 h 799996"/>
                <a:gd name="connsiteX512" fmla="*/ 655735 w 772127"/>
                <a:gd name="connsiteY512" fmla="*/ 677046 h 799996"/>
                <a:gd name="connsiteX513" fmla="*/ 652456 w 772127"/>
                <a:gd name="connsiteY513" fmla="*/ 680325 h 799996"/>
                <a:gd name="connsiteX514" fmla="*/ 649177 w 772127"/>
                <a:gd name="connsiteY514" fmla="*/ 683603 h 799996"/>
                <a:gd name="connsiteX515" fmla="*/ 644259 w 772127"/>
                <a:gd name="connsiteY515" fmla="*/ 685243 h 799996"/>
                <a:gd name="connsiteX516" fmla="*/ 640981 w 772127"/>
                <a:gd name="connsiteY516" fmla="*/ 688521 h 799996"/>
                <a:gd name="connsiteX517" fmla="*/ 636062 w 772127"/>
                <a:gd name="connsiteY517" fmla="*/ 691800 h 799996"/>
                <a:gd name="connsiteX518" fmla="*/ 632784 w 772127"/>
                <a:gd name="connsiteY518" fmla="*/ 693439 h 799996"/>
                <a:gd name="connsiteX519" fmla="*/ 629505 w 772127"/>
                <a:gd name="connsiteY519" fmla="*/ 696718 h 799996"/>
                <a:gd name="connsiteX520" fmla="*/ 624587 w 772127"/>
                <a:gd name="connsiteY520" fmla="*/ 699997 h 799996"/>
                <a:gd name="connsiteX521" fmla="*/ 621309 w 772127"/>
                <a:gd name="connsiteY521" fmla="*/ 703275 h 799996"/>
                <a:gd name="connsiteX522" fmla="*/ 616391 w 772127"/>
                <a:gd name="connsiteY522" fmla="*/ 704915 h 799996"/>
                <a:gd name="connsiteX523" fmla="*/ 613112 w 772127"/>
                <a:gd name="connsiteY523" fmla="*/ 708193 h 799996"/>
                <a:gd name="connsiteX524" fmla="*/ 609833 w 772127"/>
                <a:gd name="connsiteY524" fmla="*/ 709833 h 799996"/>
                <a:gd name="connsiteX525" fmla="*/ 604915 w 772127"/>
                <a:gd name="connsiteY525" fmla="*/ 713111 h 799996"/>
                <a:gd name="connsiteX526" fmla="*/ 601637 w 772127"/>
                <a:gd name="connsiteY526" fmla="*/ 716390 h 799996"/>
                <a:gd name="connsiteX527" fmla="*/ 599997 w 772127"/>
                <a:gd name="connsiteY527" fmla="*/ 718029 h 799996"/>
                <a:gd name="connsiteX528" fmla="*/ 596719 w 772127"/>
                <a:gd name="connsiteY528" fmla="*/ 719669 h 799996"/>
                <a:gd name="connsiteX529" fmla="*/ 591801 w 772127"/>
                <a:gd name="connsiteY529" fmla="*/ 724587 h 799996"/>
                <a:gd name="connsiteX530" fmla="*/ 588522 w 772127"/>
                <a:gd name="connsiteY530" fmla="*/ 729505 h 799996"/>
                <a:gd name="connsiteX531" fmla="*/ 583604 w 772127"/>
                <a:gd name="connsiteY531" fmla="*/ 732783 h 799996"/>
                <a:gd name="connsiteX532" fmla="*/ 580325 w 772127"/>
                <a:gd name="connsiteY532" fmla="*/ 737702 h 799996"/>
                <a:gd name="connsiteX533" fmla="*/ 578686 w 772127"/>
                <a:gd name="connsiteY533" fmla="*/ 737702 h 799996"/>
                <a:gd name="connsiteX534" fmla="*/ 575407 w 772127"/>
                <a:gd name="connsiteY534" fmla="*/ 742619 h 799996"/>
                <a:gd name="connsiteX535" fmla="*/ 570489 w 772127"/>
                <a:gd name="connsiteY535" fmla="*/ 745898 h 799996"/>
                <a:gd name="connsiteX536" fmla="*/ 565571 w 772127"/>
                <a:gd name="connsiteY536" fmla="*/ 750816 h 799996"/>
                <a:gd name="connsiteX537" fmla="*/ 562292 w 772127"/>
                <a:gd name="connsiteY537" fmla="*/ 754095 h 799996"/>
                <a:gd name="connsiteX538" fmla="*/ 559014 w 772127"/>
                <a:gd name="connsiteY538" fmla="*/ 757374 h 799996"/>
                <a:gd name="connsiteX539" fmla="*/ 554096 w 772127"/>
                <a:gd name="connsiteY539" fmla="*/ 762292 h 799996"/>
                <a:gd name="connsiteX540" fmla="*/ 550817 w 772127"/>
                <a:gd name="connsiteY540" fmla="*/ 767209 h 799996"/>
                <a:gd name="connsiteX541" fmla="*/ 545899 w 772127"/>
                <a:gd name="connsiteY541" fmla="*/ 770488 h 799996"/>
                <a:gd name="connsiteX542" fmla="*/ 540981 w 772127"/>
                <a:gd name="connsiteY542" fmla="*/ 775406 h 799996"/>
                <a:gd name="connsiteX543" fmla="*/ 537702 w 772127"/>
                <a:gd name="connsiteY543" fmla="*/ 778685 h 799996"/>
                <a:gd name="connsiteX544" fmla="*/ 536063 w 772127"/>
                <a:gd name="connsiteY544" fmla="*/ 778685 h 799996"/>
                <a:gd name="connsiteX545" fmla="*/ 532784 w 772127"/>
                <a:gd name="connsiteY545" fmla="*/ 780324 h 799996"/>
                <a:gd name="connsiteX546" fmla="*/ 527867 w 772127"/>
                <a:gd name="connsiteY546" fmla="*/ 780324 h 799996"/>
                <a:gd name="connsiteX547" fmla="*/ 522948 w 772127"/>
                <a:gd name="connsiteY547" fmla="*/ 781964 h 799996"/>
                <a:gd name="connsiteX548" fmla="*/ 519670 w 772127"/>
                <a:gd name="connsiteY548" fmla="*/ 783603 h 799996"/>
                <a:gd name="connsiteX549" fmla="*/ 514752 w 772127"/>
                <a:gd name="connsiteY549" fmla="*/ 783603 h 799996"/>
                <a:gd name="connsiteX550" fmla="*/ 511473 w 772127"/>
                <a:gd name="connsiteY550" fmla="*/ 785242 h 799996"/>
                <a:gd name="connsiteX551" fmla="*/ 508194 w 772127"/>
                <a:gd name="connsiteY551" fmla="*/ 785242 h 799996"/>
                <a:gd name="connsiteX552" fmla="*/ 503277 w 772127"/>
                <a:gd name="connsiteY552" fmla="*/ 786882 h 799996"/>
                <a:gd name="connsiteX553" fmla="*/ 499998 w 772127"/>
                <a:gd name="connsiteY553" fmla="*/ 786882 h 799996"/>
                <a:gd name="connsiteX554" fmla="*/ 495080 w 772127"/>
                <a:gd name="connsiteY554" fmla="*/ 788521 h 799996"/>
                <a:gd name="connsiteX555" fmla="*/ 491801 w 772127"/>
                <a:gd name="connsiteY555" fmla="*/ 788521 h 799996"/>
                <a:gd name="connsiteX556" fmla="*/ 486883 w 772127"/>
                <a:gd name="connsiteY556" fmla="*/ 790160 h 799996"/>
                <a:gd name="connsiteX557" fmla="*/ 481965 w 772127"/>
                <a:gd name="connsiteY557" fmla="*/ 790160 h 799996"/>
                <a:gd name="connsiteX558" fmla="*/ 478687 w 772127"/>
                <a:gd name="connsiteY558" fmla="*/ 791799 h 799996"/>
                <a:gd name="connsiteX559" fmla="*/ 473768 w 772127"/>
                <a:gd name="connsiteY559" fmla="*/ 793439 h 799996"/>
                <a:gd name="connsiteX560" fmla="*/ 470490 w 772127"/>
                <a:gd name="connsiteY560" fmla="*/ 793439 h 799996"/>
                <a:gd name="connsiteX561" fmla="*/ 465572 w 772127"/>
                <a:gd name="connsiteY561" fmla="*/ 795078 h 799996"/>
                <a:gd name="connsiteX562" fmla="*/ 462293 w 772127"/>
                <a:gd name="connsiteY562" fmla="*/ 795078 h 799996"/>
                <a:gd name="connsiteX563" fmla="*/ 460654 w 772127"/>
                <a:gd name="connsiteY563" fmla="*/ 795078 h 799996"/>
                <a:gd name="connsiteX564" fmla="*/ 457375 w 772127"/>
                <a:gd name="connsiteY564" fmla="*/ 796718 h 799996"/>
                <a:gd name="connsiteX565" fmla="*/ 452457 w 772127"/>
                <a:gd name="connsiteY565" fmla="*/ 798357 h 799996"/>
                <a:gd name="connsiteX566" fmla="*/ 449178 w 772127"/>
                <a:gd name="connsiteY566" fmla="*/ 798357 h 799996"/>
                <a:gd name="connsiteX567" fmla="*/ 444260 w 772127"/>
                <a:gd name="connsiteY567" fmla="*/ 799996 h 799996"/>
                <a:gd name="connsiteX568" fmla="*/ 444260 w 772127"/>
                <a:gd name="connsiteY568" fmla="*/ 799996 h 799996"/>
                <a:gd name="connsiteX569" fmla="*/ 439342 w 772127"/>
                <a:gd name="connsiteY569" fmla="*/ 795078 h 799996"/>
                <a:gd name="connsiteX570" fmla="*/ 436064 w 772127"/>
                <a:gd name="connsiteY570" fmla="*/ 793439 h 799996"/>
                <a:gd name="connsiteX571" fmla="*/ 436064 w 772127"/>
                <a:gd name="connsiteY571" fmla="*/ 788521 h 799996"/>
                <a:gd name="connsiteX572" fmla="*/ 439342 w 772127"/>
                <a:gd name="connsiteY572" fmla="*/ 785242 h 799996"/>
                <a:gd name="connsiteX573" fmla="*/ 442621 w 772127"/>
                <a:gd name="connsiteY573" fmla="*/ 781964 h 799996"/>
                <a:gd name="connsiteX574" fmla="*/ 440981 w 772127"/>
                <a:gd name="connsiteY574" fmla="*/ 777046 h 799996"/>
                <a:gd name="connsiteX575" fmla="*/ 439342 w 772127"/>
                <a:gd name="connsiteY575" fmla="*/ 773767 h 799996"/>
                <a:gd name="connsiteX576" fmla="*/ 439342 w 772127"/>
                <a:gd name="connsiteY576" fmla="*/ 770488 h 799996"/>
                <a:gd name="connsiteX577" fmla="*/ 439342 w 772127"/>
                <a:gd name="connsiteY577" fmla="*/ 767209 h 799996"/>
                <a:gd name="connsiteX578" fmla="*/ 440981 w 772127"/>
                <a:gd name="connsiteY578" fmla="*/ 762292 h 799996"/>
                <a:gd name="connsiteX579" fmla="*/ 436064 w 772127"/>
                <a:gd name="connsiteY579" fmla="*/ 760652 h 799996"/>
                <a:gd name="connsiteX580" fmla="*/ 432785 w 772127"/>
                <a:gd name="connsiteY580" fmla="*/ 757374 h 799996"/>
                <a:gd name="connsiteX581" fmla="*/ 431145 w 772127"/>
                <a:gd name="connsiteY581" fmla="*/ 755734 h 799996"/>
                <a:gd name="connsiteX582" fmla="*/ 426228 w 772127"/>
                <a:gd name="connsiteY582" fmla="*/ 755734 h 799996"/>
                <a:gd name="connsiteX583" fmla="*/ 422949 w 772127"/>
                <a:gd name="connsiteY583" fmla="*/ 755734 h 799996"/>
                <a:gd name="connsiteX584" fmla="*/ 421310 w 772127"/>
                <a:gd name="connsiteY584" fmla="*/ 754095 h 799996"/>
                <a:gd name="connsiteX585" fmla="*/ 418031 w 772127"/>
                <a:gd name="connsiteY585" fmla="*/ 754095 h 799996"/>
                <a:gd name="connsiteX586" fmla="*/ 413113 w 772127"/>
                <a:gd name="connsiteY586" fmla="*/ 754095 h 799996"/>
                <a:gd name="connsiteX587" fmla="*/ 409834 w 772127"/>
                <a:gd name="connsiteY587" fmla="*/ 752455 h 799996"/>
                <a:gd name="connsiteX588" fmla="*/ 408195 w 772127"/>
                <a:gd name="connsiteY588" fmla="*/ 747537 h 799996"/>
                <a:gd name="connsiteX589" fmla="*/ 404916 w 772127"/>
                <a:gd name="connsiteY589" fmla="*/ 744259 h 799996"/>
                <a:gd name="connsiteX590" fmla="*/ 401638 w 772127"/>
                <a:gd name="connsiteY590" fmla="*/ 740980 h 799996"/>
                <a:gd name="connsiteX591" fmla="*/ 398359 w 772127"/>
                <a:gd name="connsiteY591" fmla="*/ 744259 h 799996"/>
                <a:gd name="connsiteX592" fmla="*/ 393441 w 772127"/>
                <a:gd name="connsiteY592" fmla="*/ 742619 h 799996"/>
                <a:gd name="connsiteX593" fmla="*/ 390162 w 772127"/>
                <a:gd name="connsiteY593" fmla="*/ 744259 h 799996"/>
                <a:gd name="connsiteX594" fmla="*/ 386884 w 772127"/>
                <a:gd name="connsiteY594" fmla="*/ 740980 h 799996"/>
                <a:gd name="connsiteX595" fmla="*/ 381965 w 772127"/>
                <a:gd name="connsiteY595" fmla="*/ 737702 h 799996"/>
                <a:gd name="connsiteX596" fmla="*/ 381965 w 772127"/>
                <a:gd name="connsiteY596" fmla="*/ 732783 h 799996"/>
                <a:gd name="connsiteX597" fmla="*/ 380326 w 772127"/>
                <a:gd name="connsiteY597" fmla="*/ 729505 h 799996"/>
                <a:gd name="connsiteX598" fmla="*/ 377047 w 772127"/>
                <a:gd name="connsiteY598" fmla="*/ 727865 h 799996"/>
                <a:gd name="connsiteX599" fmla="*/ 372130 w 772127"/>
                <a:gd name="connsiteY599" fmla="*/ 726226 h 799996"/>
                <a:gd name="connsiteX600" fmla="*/ 368851 w 772127"/>
                <a:gd name="connsiteY600" fmla="*/ 722947 h 799996"/>
                <a:gd name="connsiteX601" fmla="*/ 367211 w 772127"/>
                <a:gd name="connsiteY601" fmla="*/ 721308 h 799996"/>
                <a:gd name="connsiteX602" fmla="*/ 363933 w 772127"/>
                <a:gd name="connsiteY602" fmla="*/ 721308 h 799996"/>
                <a:gd name="connsiteX603" fmla="*/ 362294 w 772127"/>
                <a:gd name="connsiteY603" fmla="*/ 718029 h 799996"/>
                <a:gd name="connsiteX604" fmla="*/ 363933 w 772127"/>
                <a:gd name="connsiteY604" fmla="*/ 714751 h 799996"/>
                <a:gd name="connsiteX605" fmla="*/ 363933 w 772127"/>
                <a:gd name="connsiteY605" fmla="*/ 709833 h 799996"/>
                <a:gd name="connsiteX606" fmla="*/ 363933 w 772127"/>
                <a:gd name="connsiteY606" fmla="*/ 709833 h 799996"/>
                <a:gd name="connsiteX607" fmla="*/ 363933 w 772127"/>
                <a:gd name="connsiteY607" fmla="*/ 709833 h 799996"/>
                <a:gd name="connsiteX608" fmla="*/ 362294 w 772127"/>
                <a:gd name="connsiteY608" fmla="*/ 706554 h 799996"/>
                <a:gd name="connsiteX609" fmla="*/ 360654 w 772127"/>
                <a:gd name="connsiteY609" fmla="*/ 703275 h 799996"/>
                <a:gd name="connsiteX610" fmla="*/ 355736 w 772127"/>
                <a:gd name="connsiteY610" fmla="*/ 701636 h 799996"/>
                <a:gd name="connsiteX611" fmla="*/ 352457 w 772127"/>
                <a:gd name="connsiteY611" fmla="*/ 698357 h 799996"/>
                <a:gd name="connsiteX612" fmla="*/ 349179 w 772127"/>
                <a:gd name="connsiteY612" fmla="*/ 695079 h 799996"/>
                <a:gd name="connsiteX613" fmla="*/ 345900 w 772127"/>
                <a:gd name="connsiteY613" fmla="*/ 693439 h 799996"/>
                <a:gd name="connsiteX614" fmla="*/ 340982 w 772127"/>
                <a:gd name="connsiteY614" fmla="*/ 690161 h 799996"/>
                <a:gd name="connsiteX615" fmla="*/ 337703 w 772127"/>
                <a:gd name="connsiteY615" fmla="*/ 686882 h 799996"/>
                <a:gd name="connsiteX616" fmla="*/ 334425 w 772127"/>
                <a:gd name="connsiteY616" fmla="*/ 685243 h 799996"/>
                <a:gd name="connsiteX617" fmla="*/ 331146 w 772127"/>
                <a:gd name="connsiteY617" fmla="*/ 681964 h 799996"/>
                <a:gd name="connsiteX618" fmla="*/ 326228 w 772127"/>
                <a:gd name="connsiteY618" fmla="*/ 678685 h 799996"/>
                <a:gd name="connsiteX619" fmla="*/ 322950 w 772127"/>
                <a:gd name="connsiteY619" fmla="*/ 677046 h 799996"/>
                <a:gd name="connsiteX620" fmla="*/ 319671 w 772127"/>
                <a:gd name="connsiteY620" fmla="*/ 673767 h 799996"/>
                <a:gd name="connsiteX621" fmla="*/ 318031 w 772127"/>
                <a:gd name="connsiteY621" fmla="*/ 672128 h 799996"/>
                <a:gd name="connsiteX622" fmla="*/ 316392 w 772127"/>
                <a:gd name="connsiteY622" fmla="*/ 670489 h 799996"/>
                <a:gd name="connsiteX623" fmla="*/ 311474 w 772127"/>
                <a:gd name="connsiteY623" fmla="*/ 667210 h 799996"/>
                <a:gd name="connsiteX624" fmla="*/ 308195 w 772127"/>
                <a:gd name="connsiteY624" fmla="*/ 665571 h 799996"/>
                <a:gd name="connsiteX625" fmla="*/ 304917 w 772127"/>
                <a:gd name="connsiteY625" fmla="*/ 662292 h 799996"/>
                <a:gd name="connsiteX626" fmla="*/ 301638 w 772127"/>
                <a:gd name="connsiteY626" fmla="*/ 659013 h 799996"/>
                <a:gd name="connsiteX627" fmla="*/ 296720 w 772127"/>
                <a:gd name="connsiteY627" fmla="*/ 655735 h 799996"/>
                <a:gd name="connsiteX628" fmla="*/ 293441 w 772127"/>
                <a:gd name="connsiteY628" fmla="*/ 652456 h 799996"/>
                <a:gd name="connsiteX629" fmla="*/ 290163 w 772127"/>
                <a:gd name="connsiteY629" fmla="*/ 649177 h 799996"/>
                <a:gd name="connsiteX630" fmla="*/ 285245 w 772127"/>
                <a:gd name="connsiteY630" fmla="*/ 645899 h 799996"/>
                <a:gd name="connsiteX631" fmla="*/ 281966 w 772127"/>
                <a:gd name="connsiteY631" fmla="*/ 644259 h 799996"/>
                <a:gd name="connsiteX632" fmla="*/ 278687 w 772127"/>
                <a:gd name="connsiteY632" fmla="*/ 640981 h 799996"/>
                <a:gd name="connsiteX633" fmla="*/ 275408 w 772127"/>
                <a:gd name="connsiteY633" fmla="*/ 637702 h 799996"/>
                <a:gd name="connsiteX634" fmla="*/ 270491 w 772127"/>
                <a:gd name="connsiteY634" fmla="*/ 634423 h 799996"/>
                <a:gd name="connsiteX635" fmla="*/ 267212 w 772127"/>
                <a:gd name="connsiteY635" fmla="*/ 631145 h 799996"/>
                <a:gd name="connsiteX636" fmla="*/ 263933 w 772127"/>
                <a:gd name="connsiteY636" fmla="*/ 627866 h 799996"/>
                <a:gd name="connsiteX637" fmla="*/ 259015 w 772127"/>
                <a:gd name="connsiteY637" fmla="*/ 624587 h 799996"/>
                <a:gd name="connsiteX638" fmla="*/ 255737 w 772127"/>
                <a:gd name="connsiteY638" fmla="*/ 622948 h 799996"/>
                <a:gd name="connsiteX639" fmla="*/ 252458 w 772127"/>
                <a:gd name="connsiteY639" fmla="*/ 619669 h 799996"/>
                <a:gd name="connsiteX640" fmla="*/ 247540 w 772127"/>
                <a:gd name="connsiteY640" fmla="*/ 616390 h 799996"/>
                <a:gd name="connsiteX641" fmla="*/ 244261 w 772127"/>
                <a:gd name="connsiteY641" fmla="*/ 613112 h 799996"/>
                <a:gd name="connsiteX642" fmla="*/ 240983 w 772127"/>
                <a:gd name="connsiteY642" fmla="*/ 609833 h 799996"/>
                <a:gd name="connsiteX643" fmla="*/ 237704 w 772127"/>
                <a:gd name="connsiteY643" fmla="*/ 606555 h 799996"/>
                <a:gd name="connsiteX644" fmla="*/ 232786 w 772127"/>
                <a:gd name="connsiteY644" fmla="*/ 604915 h 799996"/>
                <a:gd name="connsiteX645" fmla="*/ 229507 w 772127"/>
                <a:gd name="connsiteY645" fmla="*/ 601637 h 799996"/>
                <a:gd name="connsiteX646" fmla="*/ 226228 w 772127"/>
                <a:gd name="connsiteY646" fmla="*/ 598358 h 799996"/>
                <a:gd name="connsiteX647" fmla="*/ 221310 w 772127"/>
                <a:gd name="connsiteY647" fmla="*/ 595079 h 799996"/>
                <a:gd name="connsiteX648" fmla="*/ 218032 w 772127"/>
                <a:gd name="connsiteY648" fmla="*/ 591800 h 799996"/>
                <a:gd name="connsiteX649" fmla="*/ 214753 w 772127"/>
                <a:gd name="connsiteY649" fmla="*/ 590161 h 799996"/>
                <a:gd name="connsiteX650" fmla="*/ 209835 w 772127"/>
                <a:gd name="connsiteY650" fmla="*/ 586882 h 799996"/>
                <a:gd name="connsiteX651" fmla="*/ 206557 w 772127"/>
                <a:gd name="connsiteY651" fmla="*/ 583604 h 799996"/>
                <a:gd name="connsiteX652" fmla="*/ 203278 w 772127"/>
                <a:gd name="connsiteY652" fmla="*/ 580325 h 799996"/>
                <a:gd name="connsiteX653" fmla="*/ 198360 w 772127"/>
                <a:gd name="connsiteY653" fmla="*/ 577046 h 799996"/>
                <a:gd name="connsiteX654" fmla="*/ 198360 w 772127"/>
                <a:gd name="connsiteY654" fmla="*/ 577046 h 799996"/>
                <a:gd name="connsiteX655" fmla="*/ 195081 w 772127"/>
                <a:gd name="connsiteY655" fmla="*/ 575407 h 799996"/>
                <a:gd name="connsiteX656" fmla="*/ 191803 w 772127"/>
                <a:gd name="connsiteY656" fmla="*/ 572128 h 799996"/>
                <a:gd name="connsiteX657" fmla="*/ 186884 w 772127"/>
                <a:gd name="connsiteY657" fmla="*/ 568850 h 799996"/>
                <a:gd name="connsiteX658" fmla="*/ 183606 w 772127"/>
                <a:gd name="connsiteY658" fmla="*/ 565571 h 799996"/>
                <a:gd name="connsiteX659" fmla="*/ 180327 w 772127"/>
                <a:gd name="connsiteY659" fmla="*/ 562292 h 799996"/>
                <a:gd name="connsiteX660" fmla="*/ 175409 w 772127"/>
                <a:gd name="connsiteY660" fmla="*/ 560653 h 799996"/>
                <a:gd name="connsiteX661" fmla="*/ 172130 w 772127"/>
                <a:gd name="connsiteY661" fmla="*/ 557374 h 799996"/>
                <a:gd name="connsiteX662" fmla="*/ 168851 w 772127"/>
                <a:gd name="connsiteY662" fmla="*/ 554096 h 799996"/>
                <a:gd name="connsiteX663" fmla="*/ 163934 w 772127"/>
                <a:gd name="connsiteY663" fmla="*/ 550817 h 799996"/>
                <a:gd name="connsiteX664" fmla="*/ 160655 w 772127"/>
                <a:gd name="connsiteY664" fmla="*/ 547538 h 799996"/>
                <a:gd name="connsiteX665" fmla="*/ 157376 w 772127"/>
                <a:gd name="connsiteY665" fmla="*/ 545899 h 799996"/>
                <a:gd name="connsiteX666" fmla="*/ 152458 w 772127"/>
                <a:gd name="connsiteY666" fmla="*/ 542620 h 799996"/>
                <a:gd name="connsiteX667" fmla="*/ 149180 w 772127"/>
                <a:gd name="connsiteY667" fmla="*/ 539342 h 799996"/>
                <a:gd name="connsiteX668" fmla="*/ 144261 w 772127"/>
                <a:gd name="connsiteY668" fmla="*/ 536063 h 799996"/>
                <a:gd name="connsiteX669" fmla="*/ 140983 w 772127"/>
                <a:gd name="connsiteY669" fmla="*/ 532784 h 799996"/>
                <a:gd name="connsiteX670" fmla="*/ 137704 w 772127"/>
                <a:gd name="connsiteY670" fmla="*/ 531145 h 799996"/>
                <a:gd name="connsiteX671" fmla="*/ 134426 w 772127"/>
                <a:gd name="connsiteY671" fmla="*/ 527866 h 799996"/>
                <a:gd name="connsiteX672" fmla="*/ 134426 w 772127"/>
                <a:gd name="connsiteY672" fmla="*/ 527866 h 799996"/>
                <a:gd name="connsiteX673" fmla="*/ 129508 w 772127"/>
                <a:gd name="connsiteY673" fmla="*/ 524588 h 799996"/>
                <a:gd name="connsiteX674" fmla="*/ 126229 w 772127"/>
                <a:gd name="connsiteY674" fmla="*/ 522948 h 799996"/>
                <a:gd name="connsiteX675" fmla="*/ 121311 w 772127"/>
                <a:gd name="connsiteY675" fmla="*/ 519670 h 799996"/>
                <a:gd name="connsiteX676" fmla="*/ 118032 w 772127"/>
                <a:gd name="connsiteY676" fmla="*/ 516391 h 799996"/>
                <a:gd name="connsiteX677" fmla="*/ 114754 w 772127"/>
                <a:gd name="connsiteY677" fmla="*/ 513112 h 799996"/>
                <a:gd name="connsiteX678" fmla="*/ 109836 w 772127"/>
                <a:gd name="connsiteY678" fmla="*/ 511473 h 799996"/>
                <a:gd name="connsiteX679" fmla="*/ 106557 w 772127"/>
                <a:gd name="connsiteY679" fmla="*/ 508194 h 799996"/>
                <a:gd name="connsiteX680" fmla="*/ 103278 w 772127"/>
                <a:gd name="connsiteY680" fmla="*/ 504916 h 799996"/>
                <a:gd name="connsiteX681" fmla="*/ 98360 w 772127"/>
                <a:gd name="connsiteY681" fmla="*/ 503276 h 799996"/>
                <a:gd name="connsiteX682" fmla="*/ 95081 w 772127"/>
                <a:gd name="connsiteY682" fmla="*/ 499998 h 799996"/>
                <a:gd name="connsiteX683" fmla="*/ 91803 w 772127"/>
                <a:gd name="connsiteY683" fmla="*/ 496719 h 799996"/>
                <a:gd name="connsiteX684" fmla="*/ 86885 w 772127"/>
                <a:gd name="connsiteY684" fmla="*/ 493440 h 799996"/>
                <a:gd name="connsiteX685" fmla="*/ 83606 w 772127"/>
                <a:gd name="connsiteY685" fmla="*/ 491801 h 799996"/>
                <a:gd name="connsiteX686" fmla="*/ 80327 w 772127"/>
                <a:gd name="connsiteY686" fmla="*/ 488522 h 799996"/>
                <a:gd name="connsiteX687" fmla="*/ 75410 w 772127"/>
                <a:gd name="connsiteY687" fmla="*/ 485244 h 799996"/>
                <a:gd name="connsiteX688" fmla="*/ 72131 w 772127"/>
                <a:gd name="connsiteY688" fmla="*/ 483604 h 799996"/>
                <a:gd name="connsiteX689" fmla="*/ 67213 w 772127"/>
                <a:gd name="connsiteY689" fmla="*/ 480325 h 799996"/>
                <a:gd name="connsiteX690" fmla="*/ 63934 w 772127"/>
                <a:gd name="connsiteY690" fmla="*/ 477047 h 799996"/>
                <a:gd name="connsiteX691" fmla="*/ 60656 w 772127"/>
                <a:gd name="connsiteY691" fmla="*/ 473768 h 799996"/>
                <a:gd name="connsiteX692" fmla="*/ 55737 w 772127"/>
                <a:gd name="connsiteY692" fmla="*/ 472129 h 799996"/>
                <a:gd name="connsiteX693" fmla="*/ 52459 w 772127"/>
                <a:gd name="connsiteY693" fmla="*/ 468850 h 799996"/>
                <a:gd name="connsiteX694" fmla="*/ 47541 w 772127"/>
                <a:gd name="connsiteY694" fmla="*/ 465572 h 799996"/>
                <a:gd name="connsiteX695" fmla="*/ 44262 w 772127"/>
                <a:gd name="connsiteY695" fmla="*/ 462293 h 799996"/>
                <a:gd name="connsiteX696" fmla="*/ 39344 w 772127"/>
                <a:gd name="connsiteY696" fmla="*/ 460653 h 799996"/>
                <a:gd name="connsiteX697" fmla="*/ 36066 w 772127"/>
                <a:gd name="connsiteY697" fmla="*/ 457375 h 799996"/>
                <a:gd name="connsiteX698" fmla="*/ 32787 w 772127"/>
                <a:gd name="connsiteY698" fmla="*/ 455735 h 799996"/>
                <a:gd name="connsiteX699" fmla="*/ 27869 w 772127"/>
                <a:gd name="connsiteY699" fmla="*/ 452457 h 799996"/>
                <a:gd name="connsiteX700" fmla="*/ 24590 w 772127"/>
                <a:gd name="connsiteY700" fmla="*/ 449178 h 799996"/>
                <a:gd name="connsiteX701" fmla="*/ 19672 w 772127"/>
                <a:gd name="connsiteY701" fmla="*/ 445900 h 799996"/>
                <a:gd name="connsiteX702" fmla="*/ 16393 w 772127"/>
                <a:gd name="connsiteY702" fmla="*/ 444260 h 799996"/>
                <a:gd name="connsiteX703" fmla="*/ 11476 w 772127"/>
                <a:gd name="connsiteY703" fmla="*/ 440981 h 799996"/>
                <a:gd name="connsiteX704" fmla="*/ 8197 w 772127"/>
                <a:gd name="connsiteY704" fmla="*/ 437703 h 799996"/>
                <a:gd name="connsiteX705" fmla="*/ 4918 w 772127"/>
                <a:gd name="connsiteY705" fmla="*/ 436063 h 799996"/>
                <a:gd name="connsiteX706" fmla="*/ 0 w 772127"/>
                <a:gd name="connsiteY706" fmla="*/ 432785 h 79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</a:cxnLst>
              <a:rect l="l" t="t" r="r" b="b"/>
              <a:pathLst>
                <a:path w="772127" h="799996">
                  <a:moveTo>
                    <a:pt x="0" y="432785"/>
                  </a:moveTo>
                  <a:lnTo>
                    <a:pt x="0" y="427867"/>
                  </a:lnTo>
                  <a:lnTo>
                    <a:pt x="0" y="422949"/>
                  </a:lnTo>
                  <a:lnTo>
                    <a:pt x="0" y="419670"/>
                  </a:lnTo>
                  <a:lnTo>
                    <a:pt x="0" y="416391"/>
                  </a:lnTo>
                  <a:lnTo>
                    <a:pt x="0" y="416391"/>
                  </a:lnTo>
                  <a:lnTo>
                    <a:pt x="1639" y="411473"/>
                  </a:lnTo>
                  <a:lnTo>
                    <a:pt x="1639" y="406555"/>
                  </a:lnTo>
                  <a:lnTo>
                    <a:pt x="1639" y="403277"/>
                  </a:lnTo>
                  <a:lnTo>
                    <a:pt x="1639" y="398359"/>
                  </a:lnTo>
                  <a:lnTo>
                    <a:pt x="1639" y="393441"/>
                  </a:lnTo>
                  <a:lnTo>
                    <a:pt x="1639" y="390162"/>
                  </a:lnTo>
                  <a:lnTo>
                    <a:pt x="1639" y="385244"/>
                  </a:lnTo>
                  <a:lnTo>
                    <a:pt x="1639" y="380326"/>
                  </a:lnTo>
                  <a:lnTo>
                    <a:pt x="1639" y="377047"/>
                  </a:lnTo>
                  <a:lnTo>
                    <a:pt x="1639" y="373769"/>
                  </a:lnTo>
                  <a:lnTo>
                    <a:pt x="3279" y="370490"/>
                  </a:lnTo>
                  <a:lnTo>
                    <a:pt x="4918" y="367211"/>
                  </a:lnTo>
                  <a:lnTo>
                    <a:pt x="9836" y="365572"/>
                  </a:lnTo>
                  <a:lnTo>
                    <a:pt x="13114" y="362293"/>
                  </a:lnTo>
                  <a:lnTo>
                    <a:pt x="16393" y="359015"/>
                  </a:lnTo>
                  <a:lnTo>
                    <a:pt x="21311" y="355736"/>
                  </a:lnTo>
                  <a:lnTo>
                    <a:pt x="24590" y="354097"/>
                  </a:lnTo>
                  <a:lnTo>
                    <a:pt x="27869" y="352457"/>
                  </a:lnTo>
                  <a:lnTo>
                    <a:pt x="31147" y="349179"/>
                  </a:lnTo>
                  <a:lnTo>
                    <a:pt x="36066" y="345900"/>
                  </a:lnTo>
                  <a:lnTo>
                    <a:pt x="37705" y="344261"/>
                  </a:lnTo>
                  <a:lnTo>
                    <a:pt x="40983" y="340982"/>
                  </a:lnTo>
                  <a:lnTo>
                    <a:pt x="44262" y="339343"/>
                  </a:lnTo>
                  <a:lnTo>
                    <a:pt x="47541" y="339343"/>
                  </a:lnTo>
                  <a:lnTo>
                    <a:pt x="52459" y="337703"/>
                  </a:lnTo>
                  <a:lnTo>
                    <a:pt x="54098" y="334425"/>
                  </a:lnTo>
                  <a:lnTo>
                    <a:pt x="59016" y="331146"/>
                  </a:lnTo>
                  <a:lnTo>
                    <a:pt x="62295" y="329507"/>
                  </a:lnTo>
                  <a:lnTo>
                    <a:pt x="65573" y="329507"/>
                  </a:lnTo>
                  <a:lnTo>
                    <a:pt x="70491" y="329507"/>
                  </a:lnTo>
                  <a:lnTo>
                    <a:pt x="73770" y="331146"/>
                  </a:lnTo>
                  <a:lnTo>
                    <a:pt x="77049" y="331146"/>
                  </a:lnTo>
                  <a:lnTo>
                    <a:pt x="80327" y="331146"/>
                  </a:lnTo>
                  <a:lnTo>
                    <a:pt x="85246" y="327867"/>
                  </a:lnTo>
                  <a:lnTo>
                    <a:pt x="85246" y="324588"/>
                  </a:lnTo>
                  <a:lnTo>
                    <a:pt x="88524" y="321310"/>
                  </a:lnTo>
                  <a:lnTo>
                    <a:pt x="91803" y="321310"/>
                  </a:lnTo>
                  <a:lnTo>
                    <a:pt x="95081" y="321310"/>
                  </a:lnTo>
                  <a:lnTo>
                    <a:pt x="98360" y="319671"/>
                  </a:lnTo>
                  <a:lnTo>
                    <a:pt x="101639" y="319671"/>
                  </a:lnTo>
                  <a:lnTo>
                    <a:pt x="104917" y="321310"/>
                  </a:lnTo>
                  <a:lnTo>
                    <a:pt x="108196" y="319671"/>
                  </a:lnTo>
                  <a:lnTo>
                    <a:pt x="111475" y="318031"/>
                  </a:lnTo>
                  <a:lnTo>
                    <a:pt x="114754" y="318031"/>
                  </a:lnTo>
                  <a:lnTo>
                    <a:pt x="119671" y="318031"/>
                  </a:lnTo>
                  <a:lnTo>
                    <a:pt x="122950" y="316392"/>
                  </a:lnTo>
                  <a:lnTo>
                    <a:pt x="126229" y="314753"/>
                  </a:lnTo>
                  <a:lnTo>
                    <a:pt x="127868" y="313113"/>
                  </a:lnTo>
                  <a:lnTo>
                    <a:pt x="131147" y="309835"/>
                  </a:lnTo>
                  <a:lnTo>
                    <a:pt x="136065" y="306556"/>
                  </a:lnTo>
                  <a:lnTo>
                    <a:pt x="136065" y="304916"/>
                  </a:lnTo>
                  <a:lnTo>
                    <a:pt x="139344" y="301638"/>
                  </a:lnTo>
                  <a:lnTo>
                    <a:pt x="140983" y="296720"/>
                  </a:lnTo>
                  <a:lnTo>
                    <a:pt x="142623" y="295081"/>
                  </a:lnTo>
                  <a:lnTo>
                    <a:pt x="144261" y="290163"/>
                  </a:lnTo>
                  <a:lnTo>
                    <a:pt x="147540" y="290163"/>
                  </a:lnTo>
                  <a:lnTo>
                    <a:pt x="152458" y="288523"/>
                  </a:lnTo>
                  <a:lnTo>
                    <a:pt x="155737" y="286884"/>
                  </a:lnTo>
                  <a:lnTo>
                    <a:pt x="160655" y="285244"/>
                  </a:lnTo>
                  <a:lnTo>
                    <a:pt x="163934" y="285244"/>
                  </a:lnTo>
                  <a:lnTo>
                    <a:pt x="163934" y="285244"/>
                  </a:lnTo>
                  <a:lnTo>
                    <a:pt x="167213" y="281966"/>
                  </a:lnTo>
                  <a:lnTo>
                    <a:pt x="170491" y="280326"/>
                  </a:lnTo>
                  <a:lnTo>
                    <a:pt x="172130" y="280326"/>
                  </a:lnTo>
                  <a:lnTo>
                    <a:pt x="173770" y="278687"/>
                  </a:lnTo>
                  <a:lnTo>
                    <a:pt x="177048" y="275408"/>
                  </a:lnTo>
                  <a:lnTo>
                    <a:pt x="180327" y="272130"/>
                  </a:lnTo>
                  <a:lnTo>
                    <a:pt x="183606" y="272130"/>
                  </a:lnTo>
                  <a:lnTo>
                    <a:pt x="188524" y="272130"/>
                  </a:lnTo>
                  <a:lnTo>
                    <a:pt x="191803" y="270491"/>
                  </a:lnTo>
                  <a:lnTo>
                    <a:pt x="195081" y="267212"/>
                  </a:lnTo>
                  <a:lnTo>
                    <a:pt x="191803" y="263933"/>
                  </a:lnTo>
                  <a:lnTo>
                    <a:pt x="188524" y="262294"/>
                  </a:lnTo>
                  <a:lnTo>
                    <a:pt x="188524" y="259015"/>
                  </a:lnTo>
                  <a:lnTo>
                    <a:pt x="188524" y="254097"/>
                  </a:lnTo>
                  <a:lnTo>
                    <a:pt x="190163" y="250818"/>
                  </a:lnTo>
                  <a:lnTo>
                    <a:pt x="186884" y="249179"/>
                  </a:lnTo>
                  <a:lnTo>
                    <a:pt x="186884" y="244261"/>
                  </a:lnTo>
                  <a:lnTo>
                    <a:pt x="186884" y="240982"/>
                  </a:lnTo>
                  <a:lnTo>
                    <a:pt x="190163" y="237704"/>
                  </a:lnTo>
                  <a:lnTo>
                    <a:pt x="195081" y="237704"/>
                  </a:lnTo>
                  <a:lnTo>
                    <a:pt x="198360" y="239343"/>
                  </a:lnTo>
                  <a:lnTo>
                    <a:pt x="201638" y="237704"/>
                  </a:lnTo>
                  <a:lnTo>
                    <a:pt x="206557" y="236064"/>
                  </a:lnTo>
                  <a:lnTo>
                    <a:pt x="209835" y="236064"/>
                  </a:lnTo>
                  <a:lnTo>
                    <a:pt x="213114" y="234425"/>
                  </a:lnTo>
                  <a:lnTo>
                    <a:pt x="214753" y="232786"/>
                  </a:lnTo>
                  <a:lnTo>
                    <a:pt x="219671" y="231146"/>
                  </a:lnTo>
                  <a:lnTo>
                    <a:pt x="219671" y="231146"/>
                  </a:lnTo>
                  <a:lnTo>
                    <a:pt x="221310" y="227868"/>
                  </a:lnTo>
                  <a:lnTo>
                    <a:pt x="221310" y="224589"/>
                  </a:lnTo>
                  <a:lnTo>
                    <a:pt x="224589" y="221310"/>
                  </a:lnTo>
                  <a:lnTo>
                    <a:pt x="227868" y="221310"/>
                  </a:lnTo>
                  <a:lnTo>
                    <a:pt x="231147" y="219671"/>
                  </a:lnTo>
                  <a:lnTo>
                    <a:pt x="236064" y="219671"/>
                  </a:lnTo>
                  <a:lnTo>
                    <a:pt x="239343" y="218032"/>
                  </a:lnTo>
                  <a:lnTo>
                    <a:pt x="242622" y="218032"/>
                  </a:lnTo>
                  <a:lnTo>
                    <a:pt x="247540" y="218032"/>
                  </a:lnTo>
                  <a:lnTo>
                    <a:pt x="250818" y="218032"/>
                  </a:lnTo>
                  <a:lnTo>
                    <a:pt x="254097" y="219671"/>
                  </a:lnTo>
                  <a:lnTo>
                    <a:pt x="257376" y="219671"/>
                  </a:lnTo>
                  <a:lnTo>
                    <a:pt x="262294" y="219671"/>
                  </a:lnTo>
                  <a:lnTo>
                    <a:pt x="265573" y="219671"/>
                  </a:lnTo>
                  <a:lnTo>
                    <a:pt x="268851" y="219671"/>
                  </a:lnTo>
                  <a:lnTo>
                    <a:pt x="273769" y="219671"/>
                  </a:lnTo>
                  <a:lnTo>
                    <a:pt x="277048" y="219671"/>
                  </a:lnTo>
                  <a:lnTo>
                    <a:pt x="278687" y="219671"/>
                  </a:lnTo>
                  <a:lnTo>
                    <a:pt x="281966" y="221310"/>
                  </a:lnTo>
                  <a:lnTo>
                    <a:pt x="285245" y="221310"/>
                  </a:lnTo>
                  <a:lnTo>
                    <a:pt x="285245" y="219671"/>
                  </a:lnTo>
                  <a:lnTo>
                    <a:pt x="281966" y="218032"/>
                  </a:lnTo>
                  <a:lnTo>
                    <a:pt x="281966" y="218032"/>
                  </a:lnTo>
                  <a:lnTo>
                    <a:pt x="283605" y="214753"/>
                  </a:lnTo>
                  <a:lnTo>
                    <a:pt x="283605" y="211474"/>
                  </a:lnTo>
                  <a:lnTo>
                    <a:pt x="285245" y="206556"/>
                  </a:lnTo>
                  <a:lnTo>
                    <a:pt x="288523" y="204917"/>
                  </a:lnTo>
                  <a:lnTo>
                    <a:pt x="291802" y="201638"/>
                  </a:lnTo>
                  <a:lnTo>
                    <a:pt x="288523" y="198360"/>
                  </a:lnTo>
                  <a:lnTo>
                    <a:pt x="283605" y="195081"/>
                  </a:lnTo>
                  <a:lnTo>
                    <a:pt x="280327" y="193442"/>
                  </a:lnTo>
                  <a:lnTo>
                    <a:pt x="277048" y="190163"/>
                  </a:lnTo>
                  <a:lnTo>
                    <a:pt x="275408" y="185245"/>
                  </a:lnTo>
                  <a:lnTo>
                    <a:pt x="275408" y="181966"/>
                  </a:lnTo>
                  <a:lnTo>
                    <a:pt x="275408" y="177048"/>
                  </a:lnTo>
                  <a:lnTo>
                    <a:pt x="272130" y="173770"/>
                  </a:lnTo>
                  <a:lnTo>
                    <a:pt x="270491" y="170491"/>
                  </a:lnTo>
                  <a:lnTo>
                    <a:pt x="270491" y="165573"/>
                  </a:lnTo>
                  <a:lnTo>
                    <a:pt x="270491" y="162294"/>
                  </a:lnTo>
                  <a:lnTo>
                    <a:pt x="272130" y="159016"/>
                  </a:lnTo>
                  <a:lnTo>
                    <a:pt x="272130" y="155737"/>
                  </a:lnTo>
                  <a:lnTo>
                    <a:pt x="270491" y="150819"/>
                  </a:lnTo>
                  <a:lnTo>
                    <a:pt x="268851" y="149179"/>
                  </a:lnTo>
                  <a:lnTo>
                    <a:pt x="268851" y="145901"/>
                  </a:lnTo>
                  <a:lnTo>
                    <a:pt x="268851" y="142622"/>
                  </a:lnTo>
                  <a:lnTo>
                    <a:pt x="270491" y="137704"/>
                  </a:lnTo>
                  <a:lnTo>
                    <a:pt x="270491" y="134426"/>
                  </a:lnTo>
                  <a:lnTo>
                    <a:pt x="272130" y="132786"/>
                  </a:lnTo>
                  <a:lnTo>
                    <a:pt x="270491" y="127868"/>
                  </a:lnTo>
                  <a:lnTo>
                    <a:pt x="268851" y="122950"/>
                  </a:lnTo>
                  <a:lnTo>
                    <a:pt x="267212" y="119671"/>
                  </a:lnTo>
                  <a:lnTo>
                    <a:pt x="270491" y="116393"/>
                  </a:lnTo>
                  <a:lnTo>
                    <a:pt x="270491" y="114754"/>
                  </a:lnTo>
                  <a:lnTo>
                    <a:pt x="267212" y="111475"/>
                  </a:lnTo>
                  <a:lnTo>
                    <a:pt x="265573" y="108196"/>
                  </a:lnTo>
                  <a:lnTo>
                    <a:pt x="268851" y="104917"/>
                  </a:lnTo>
                  <a:lnTo>
                    <a:pt x="267212" y="101639"/>
                  </a:lnTo>
                  <a:lnTo>
                    <a:pt x="265573" y="101639"/>
                  </a:lnTo>
                  <a:lnTo>
                    <a:pt x="262294" y="98360"/>
                  </a:lnTo>
                  <a:lnTo>
                    <a:pt x="259015" y="95081"/>
                  </a:lnTo>
                  <a:lnTo>
                    <a:pt x="255737" y="91803"/>
                  </a:lnTo>
                  <a:lnTo>
                    <a:pt x="252458" y="88524"/>
                  </a:lnTo>
                  <a:lnTo>
                    <a:pt x="254097" y="88524"/>
                  </a:lnTo>
                  <a:lnTo>
                    <a:pt x="254097" y="88524"/>
                  </a:lnTo>
                  <a:lnTo>
                    <a:pt x="257376" y="88524"/>
                  </a:lnTo>
                  <a:lnTo>
                    <a:pt x="262294" y="88524"/>
                  </a:lnTo>
                  <a:lnTo>
                    <a:pt x="265573" y="88524"/>
                  </a:lnTo>
                  <a:lnTo>
                    <a:pt x="265573" y="88524"/>
                  </a:lnTo>
                  <a:lnTo>
                    <a:pt x="268851" y="86885"/>
                  </a:lnTo>
                  <a:lnTo>
                    <a:pt x="272130" y="85245"/>
                  </a:lnTo>
                  <a:lnTo>
                    <a:pt x="277048" y="80327"/>
                  </a:lnTo>
                  <a:lnTo>
                    <a:pt x="280327" y="78688"/>
                  </a:lnTo>
                  <a:lnTo>
                    <a:pt x="283605" y="78688"/>
                  </a:lnTo>
                  <a:lnTo>
                    <a:pt x="286884" y="77049"/>
                  </a:lnTo>
                  <a:lnTo>
                    <a:pt x="288523" y="72131"/>
                  </a:lnTo>
                  <a:lnTo>
                    <a:pt x="290163" y="68852"/>
                  </a:lnTo>
                  <a:lnTo>
                    <a:pt x="293441" y="65573"/>
                  </a:lnTo>
                  <a:lnTo>
                    <a:pt x="298360" y="62295"/>
                  </a:lnTo>
                  <a:lnTo>
                    <a:pt x="301638" y="60655"/>
                  </a:lnTo>
                  <a:lnTo>
                    <a:pt x="304917" y="59016"/>
                  </a:lnTo>
                  <a:lnTo>
                    <a:pt x="308195" y="60655"/>
                  </a:lnTo>
                  <a:lnTo>
                    <a:pt x="313113" y="59016"/>
                  </a:lnTo>
                  <a:lnTo>
                    <a:pt x="316392" y="55737"/>
                  </a:lnTo>
                  <a:lnTo>
                    <a:pt x="319671" y="52459"/>
                  </a:lnTo>
                  <a:lnTo>
                    <a:pt x="324588" y="55737"/>
                  </a:lnTo>
                  <a:lnTo>
                    <a:pt x="326228" y="57377"/>
                  </a:lnTo>
                  <a:lnTo>
                    <a:pt x="331146" y="57377"/>
                  </a:lnTo>
                  <a:lnTo>
                    <a:pt x="331146" y="57377"/>
                  </a:lnTo>
                  <a:lnTo>
                    <a:pt x="334425" y="55737"/>
                  </a:lnTo>
                  <a:lnTo>
                    <a:pt x="334425" y="55737"/>
                  </a:lnTo>
                  <a:lnTo>
                    <a:pt x="337703" y="52459"/>
                  </a:lnTo>
                  <a:lnTo>
                    <a:pt x="337703" y="50819"/>
                  </a:lnTo>
                  <a:lnTo>
                    <a:pt x="339343" y="45901"/>
                  </a:lnTo>
                  <a:lnTo>
                    <a:pt x="339343" y="45901"/>
                  </a:lnTo>
                  <a:lnTo>
                    <a:pt x="344261" y="42623"/>
                  </a:lnTo>
                  <a:lnTo>
                    <a:pt x="347540" y="39344"/>
                  </a:lnTo>
                  <a:lnTo>
                    <a:pt x="350818" y="39344"/>
                  </a:lnTo>
                  <a:lnTo>
                    <a:pt x="354097" y="36065"/>
                  </a:lnTo>
                  <a:lnTo>
                    <a:pt x="359015" y="34426"/>
                  </a:lnTo>
                  <a:lnTo>
                    <a:pt x="362294" y="34426"/>
                  </a:lnTo>
                  <a:lnTo>
                    <a:pt x="363933" y="32787"/>
                  </a:lnTo>
                  <a:lnTo>
                    <a:pt x="367211" y="31147"/>
                  </a:lnTo>
                  <a:lnTo>
                    <a:pt x="370490" y="27869"/>
                  </a:lnTo>
                  <a:lnTo>
                    <a:pt x="375408" y="26229"/>
                  </a:lnTo>
                  <a:lnTo>
                    <a:pt x="378687" y="26229"/>
                  </a:lnTo>
                  <a:lnTo>
                    <a:pt x="381965" y="26229"/>
                  </a:lnTo>
                  <a:lnTo>
                    <a:pt x="385244" y="24590"/>
                  </a:lnTo>
                  <a:lnTo>
                    <a:pt x="390162" y="24590"/>
                  </a:lnTo>
                  <a:lnTo>
                    <a:pt x="393441" y="24590"/>
                  </a:lnTo>
                  <a:lnTo>
                    <a:pt x="396720" y="24590"/>
                  </a:lnTo>
                  <a:lnTo>
                    <a:pt x="398359" y="24590"/>
                  </a:lnTo>
                  <a:lnTo>
                    <a:pt x="403277" y="22951"/>
                  </a:lnTo>
                  <a:lnTo>
                    <a:pt x="406555" y="22951"/>
                  </a:lnTo>
                  <a:lnTo>
                    <a:pt x="409834" y="22951"/>
                  </a:lnTo>
                  <a:lnTo>
                    <a:pt x="414752" y="21311"/>
                  </a:lnTo>
                  <a:lnTo>
                    <a:pt x="418031" y="21311"/>
                  </a:lnTo>
                  <a:lnTo>
                    <a:pt x="421310" y="21311"/>
                  </a:lnTo>
                  <a:lnTo>
                    <a:pt x="426228" y="22951"/>
                  </a:lnTo>
                  <a:lnTo>
                    <a:pt x="429506" y="22951"/>
                  </a:lnTo>
                  <a:lnTo>
                    <a:pt x="432785" y="19672"/>
                  </a:lnTo>
                  <a:lnTo>
                    <a:pt x="436064" y="18033"/>
                  </a:lnTo>
                  <a:lnTo>
                    <a:pt x="439342" y="14754"/>
                  </a:lnTo>
                  <a:lnTo>
                    <a:pt x="444260" y="13114"/>
                  </a:lnTo>
                  <a:lnTo>
                    <a:pt x="445900" y="14754"/>
                  </a:lnTo>
                  <a:lnTo>
                    <a:pt x="450818" y="16393"/>
                  </a:lnTo>
                  <a:lnTo>
                    <a:pt x="452457" y="13114"/>
                  </a:lnTo>
                  <a:lnTo>
                    <a:pt x="455735" y="14754"/>
                  </a:lnTo>
                  <a:lnTo>
                    <a:pt x="459014" y="14754"/>
                  </a:lnTo>
                  <a:lnTo>
                    <a:pt x="463932" y="13114"/>
                  </a:lnTo>
                  <a:lnTo>
                    <a:pt x="467211" y="13114"/>
                  </a:lnTo>
                  <a:lnTo>
                    <a:pt x="470490" y="9836"/>
                  </a:lnTo>
                  <a:lnTo>
                    <a:pt x="475408" y="8197"/>
                  </a:lnTo>
                  <a:lnTo>
                    <a:pt x="478687" y="9836"/>
                  </a:lnTo>
                  <a:lnTo>
                    <a:pt x="481965" y="9836"/>
                  </a:lnTo>
                  <a:lnTo>
                    <a:pt x="483604" y="9836"/>
                  </a:lnTo>
                  <a:lnTo>
                    <a:pt x="486883" y="9836"/>
                  </a:lnTo>
                  <a:lnTo>
                    <a:pt x="490162" y="8197"/>
                  </a:lnTo>
                  <a:lnTo>
                    <a:pt x="495080" y="8197"/>
                  </a:lnTo>
                  <a:lnTo>
                    <a:pt x="498358" y="9836"/>
                  </a:lnTo>
                  <a:lnTo>
                    <a:pt x="501637" y="9836"/>
                  </a:lnTo>
                  <a:lnTo>
                    <a:pt x="504916" y="9836"/>
                  </a:lnTo>
                  <a:lnTo>
                    <a:pt x="508194" y="8197"/>
                  </a:lnTo>
                  <a:lnTo>
                    <a:pt x="513112" y="11475"/>
                  </a:lnTo>
                  <a:lnTo>
                    <a:pt x="516391" y="13114"/>
                  </a:lnTo>
                  <a:lnTo>
                    <a:pt x="518031" y="13114"/>
                  </a:lnTo>
                  <a:lnTo>
                    <a:pt x="519670" y="16393"/>
                  </a:lnTo>
                  <a:lnTo>
                    <a:pt x="521309" y="18033"/>
                  </a:lnTo>
                  <a:lnTo>
                    <a:pt x="524588" y="19672"/>
                  </a:lnTo>
                  <a:lnTo>
                    <a:pt x="527867" y="19672"/>
                  </a:lnTo>
                  <a:lnTo>
                    <a:pt x="531145" y="19672"/>
                  </a:lnTo>
                  <a:lnTo>
                    <a:pt x="536063" y="18033"/>
                  </a:lnTo>
                  <a:lnTo>
                    <a:pt x="539342" y="14754"/>
                  </a:lnTo>
                  <a:lnTo>
                    <a:pt x="542621" y="11475"/>
                  </a:lnTo>
                  <a:lnTo>
                    <a:pt x="547538" y="13114"/>
                  </a:lnTo>
                  <a:lnTo>
                    <a:pt x="550817" y="11475"/>
                  </a:lnTo>
                  <a:lnTo>
                    <a:pt x="554096" y="9836"/>
                  </a:lnTo>
                  <a:lnTo>
                    <a:pt x="557375" y="9836"/>
                  </a:lnTo>
                  <a:lnTo>
                    <a:pt x="562292" y="6557"/>
                  </a:lnTo>
                  <a:lnTo>
                    <a:pt x="562292" y="4918"/>
                  </a:lnTo>
                  <a:lnTo>
                    <a:pt x="565571" y="1639"/>
                  </a:lnTo>
                  <a:lnTo>
                    <a:pt x="568850" y="0"/>
                  </a:lnTo>
                  <a:lnTo>
                    <a:pt x="572128" y="1639"/>
                  </a:lnTo>
                  <a:lnTo>
                    <a:pt x="575407" y="6557"/>
                  </a:lnTo>
                  <a:lnTo>
                    <a:pt x="578686" y="6557"/>
                  </a:lnTo>
                  <a:lnTo>
                    <a:pt x="583604" y="6557"/>
                  </a:lnTo>
                  <a:lnTo>
                    <a:pt x="586882" y="9836"/>
                  </a:lnTo>
                  <a:lnTo>
                    <a:pt x="590161" y="8197"/>
                  </a:lnTo>
                  <a:lnTo>
                    <a:pt x="593440" y="8197"/>
                  </a:lnTo>
                  <a:lnTo>
                    <a:pt x="598358" y="4918"/>
                  </a:lnTo>
                  <a:lnTo>
                    <a:pt x="598358" y="1639"/>
                  </a:lnTo>
                  <a:lnTo>
                    <a:pt x="598358" y="1639"/>
                  </a:lnTo>
                  <a:lnTo>
                    <a:pt x="603276" y="0"/>
                  </a:lnTo>
                  <a:lnTo>
                    <a:pt x="606555" y="1639"/>
                  </a:lnTo>
                  <a:lnTo>
                    <a:pt x="609833" y="4918"/>
                  </a:lnTo>
                  <a:lnTo>
                    <a:pt x="613112" y="4918"/>
                  </a:lnTo>
                  <a:lnTo>
                    <a:pt x="618030" y="4918"/>
                  </a:lnTo>
                  <a:lnTo>
                    <a:pt x="616391" y="9836"/>
                  </a:lnTo>
                  <a:lnTo>
                    <a:pt x="618030" y="9836"/>
                  </a:lnTo>
                  <a:lnTo>
                    <a:pt x="621309" y="11475"/>
                  </a:lnTo>
                  <a:lnTo>
                    <a:pt x="624587" y="9836"/>
                  </a:lnTo>
                  <a:lnTo>
                    <a:pt x="629505" y="8197"/>
                  </a:lnTo>
                  <a:lnTo>
                    <a:pt x="632784" y="6557"/>
                  </a:lnTo>
                  <a:lnTo>
                    <a:pt x="636062" y="8197"/>
                  </a:lnTo>
                  <a:lnTo>
                    <a:pt x="639341" y="8197"/>
                  </a:lnTo>
                  <a:lnTo>
                    <a:pt x="642620" y="8197"/>
                  </a:lnTo>
                  <a:lnTo>
                    <a:pt x="647538" y="6557"/>
                  </a:lnTo>
                  <a:lnTo>
                    <a:pt x="647538" y="8197"/>
                  </a:lnTo>
                  <a:lnTo>
                    <a:pt x="645899" y="11475"/>
                  </a:lnTo>
                  <a:lnTo>
                    <a:pt x="645899" y="13114"/>
                  </a:lnTo>
                  <a:lnTo>
                    <a:pt x="642620" y="16393"/>
                  </a:lnTo>
                  <a:lnTo>
                    <a:pt x="639341" y="19672"/>
                  </a:lnTo>
                  <a:lnTo>
                    <a:pt x="634424" y="22951"/>
                  </a:lnTo>
                  <a:lnTo>
                    <a:pt x="631145" y="26229"/>
                  </a:lnTo>
                  <a:lnTo>
                    <a:pt x="634424" y="27869"/>
                  </a:lnTo>
                  <a:lnTo>
                    <a:pt x="637702" y="29508"/>
                  </a:lnTo>
                  <a:lnTo>
                    <a:pt x="637702" y="29508"/>
                  </a:lnTo>
                  <a:lnTo>
                    <a:pt x="637702" y="31147"/>
                  </a:lnTo>
                  <a:lnTo>
                    <a:pt x="637702" y="32787"/>
                  </a:lnTo>
                  <a:lnTo>
                    <a:pt x="637702" y="34426"/>
                  </a:lnTo>
                  <a:lnTo>
                    <a:pt x="636062" y="37705"/>
                  </a:lnTo>
                  <a:lnTo>
                    <a:pt x="636062" y="39344"/>
                  </a:lnTo>
                  <a:lnTo>
                    <a:pt x="636062" y="42623"/>
                  </a:lnTo>
                  <a:lnTo>
                    <a:pt x="636062" y="45901"/>
                  </a:lnTo>
                  <a:lnTo>
                    <a:pt x="634424" y="49180"/>
                  </a:lnTo>
                  <a:lnTo>
                    <a:pt x="634424" y="54098"/>
                  </a:lnTo>
                  <a:lnTo>
                    <a:pt x="634424" y="57377"/>
                  </a:lnTo>
                  <a:lnTo>
                    <a:pt x="636062" y="60655"/>
                  </a:lnTo>
                  <a:lnTo>
                    <a:pt x="636062" y="65573"/>
                  </a:lnTo>
                  <a:lnTo>
                    <a:pt x="637702" y="67213"/>
                  </a:lnTo>
                  <a:lnTo>
                    <a:pt x="637702" y="68852"/>
                  </a:lnTo>
                  <a:lnTo>
                    <a:pt x="636062" y="70491"/>
                  </a:lnTo>
                  <a:lnTo>
                    <a:pt x="636062" y="75409"/>
                  </a:lnTo>
                  <a:lnTo>
                    <a:pt x="636062" y="78688"/>
                  </a:lnTo>
                  <a:lnTo>
                    <a:pt x="639341" y="80327"/>
                  </a:lnTo>
                  <a:lnTo>
                    <a:pt x="639341" y="85245"/>
                  </a:lnTo>
                  <a:lnTo>
                    <a:pt x="639341" y="85245"/>
                  </a:lnTo>
                  <a:lnTo>
                    <a:pt x="636062" y="88524"/>
                  </a:lnTo>
                  <a:lnTo>
                    <a:pt x="634424" y="91803"/>
                  </a:lnTo>
                  <a:lnTo>
                    <a:pt x="634424" y="96721"/>
                  </a:lnTo>
                  <a:lnTo>
                    <a:pt x="634424" y="99999"/>
                  </a:lnTo>
                  <a:lnTo>
                    <a:pt x="634424" y="103278"/>
                  </a:lnTo>
                  <a:lnTo>
                    <a:pt x="632784" y="104917"/>
                  </a:lnTo>
                  <a:lnTo>
                    <a:pt x="631145" y="109836"/>
                  </a:lnTo>
                  <a:lnTo>
                    <a:pt x="627866" y="113114"/>
                  </a:lnTo>
                  <a:lnTo>
                    <a:pt x="627866" y="113114"/>
                  </a:lnTo>
                  <a:lnTo>
                    <a:pt x="622948" y="114754"/>
                  </a:lnTo>
                  <a:lnTo>
                    <a:pt x="619669" y="116393"/>
                  </a:lnTo>
                  <a:lnTo>
                    <a:pt x="618030" y="118032"/>
                  </a:lnTo>
                  <a:lnTo>
                    <a:pt x="618030" y="119671"/>
                  </a:lnTo>
                  <a:lnTo>
                    <a:pt x="616391" y="122950"/>
                  </a:lnTo>
                  <a:lnTo>
                    <a:pt x="614751" y="126229"/>
                  </a:lnTo>
                  <a:lnTo>
                    <a:pt x="609833" y="127868"/>
                  </a:lnTo>
                  <a:lnTo>
                    <a:pt x="606555" y="131147"/>
                  </a:lnTo>
                  <a:lnTo>
                    <a:pt x="606555" y="132786"/>
                  </a:lnTo>
                  <a:lnTo>
                    <a:pt x="606555" y="134426"/>
                  </a:lnTo>
                  <a:lnTo>
                    <a:pt x="606555" y="134426"/>
                  </a:lnTo>
                  <a:lnTo>
                    <a:pt x="606555" y="137704"/>
                  </a:lnTo>
                  <a:lnTo>
                    <a:pt x="604915" y="142622"/>
                  </a:lnTo>
                  <a:lnTo>
                    <a:pt x="606555" y="145901"/>
                  </a:lnTo>
                  <a:lnTo>
                    <a:pt x="606555" y="145901"/>
                  </a:lnTo>
                  <a:lnTo>
                    <a:pt x="606555" y="150819"/>
                  </a:lnTo>
                  <a:lnTo>
                    <a:pt x="609833" y="154098"/>
                  </a:lnTo>
                  <a:lnTo>
                    <a:pt x="611472" y="159016"/>
                  </a:lnTo>
                  <a:lnTo>
                    <a:pt x="613112" y="162294"/>
                  </a:lnTo>
                  <a:lnTo>
                    <a:pt x="613112" y="163934"/>
                  </a:lnTo>
                  <a:lnTo>
                    <a:pt x="613112" y="167212"/>
                  </a:lnTo>
                  <a:lnTo>
                    <a:pt x="616391" y="172130"/>
                  </a:lnTo>
                  <a:lnTo>
                    <a:pt x="619669" y="172130"/>
                  </a:lnTo>
                  <a:lnTo>
                    <a:pt x="622948" y="175409"/>
                  </a:lnTo>
                  <a:lnTo>
                    <a:pt x="627866" y="177048"/>
                  </a:lnTo>
                  <a:lnTo>
                    <a:pt x="629505" y="180327"/>
                  </a:lnTo>
                  <a:lnTo>
                    <a:pt x="632784" y="185245"/>
                  </a:lnTo>
                  <a:lnTo>
                    <a:pt x="634424" y="188524"/>
                  </a:lnTo>
                  <a:lnTo>
                    <a:pt x="636062" y="193442"/>
                  </a:lnTo>
                  <a:lnTo>
                    <a:pt x="636062" y="198360"/>
                  </a:lnTo>
                  <a:lnTo>
                    <a:pt x="636062" y="201638"/>
                  </a:lnTo>
                  <a:lnTo>
                    <a:pt x="637702" y="203278"/>
                  </a:lnTo>
                  <a:lnTo>
                    <a:pt x="642620" y="204917"/>
                  </a:lnTo>
                  <a:lnTo>
                    <a:pt x="645899" y="208196"/>
                  </a:lnTo>
                  <a:lnTo>
                    <a:pt x="649177" y="211474"/>
                  </a:lnTo>
                  <a:lnTo>
                    <a:pt x="654095" y="214753"/>
                  </a:lnTo>
                  <a:lnTo>
                    <a:pt x="659014" y="218032"/>
                  </a:lnTo>
                  <a:lnTo>
                    <a:pt x="662292" y="221310"/>
                  </a:lnTo>
                  <a:lnTo>
                    <a:pt x="663931" y="224589"/>
                  </a:lnTo>
                  <a:lnTo>
                    <a:pt x="663931" y="224589"/>
                  </a:lnTo>
                  <a:lnTo>
                    <a:pt x="663931" y="229507"/>
                  </a:lnTo>
                  <a:lnTo>
                    <a:pt x="665571" y="232786"/>
                  </a:lnTo>
                  <a:lnTo>
                    <a:pt x="665571" y="237704"/>
                  </a:lnTo>
                  <a:lnTo>
                    <a:pt x="667210" y="242622"/>
                  </a:lnTo>
                  <a:lnTo>
                    <a:pt x="667210" y="245901"/>
                  </a:lnTo>
                  <a:lnTo>
                    <a:pt x="668849" y="250818"/>
                  </a:lnTo>
                  <a:lnTo>
                    <a:pt x="668849" y="254097"/>
                  </a:lnTo>
                  <a:lnTo>
                    <a:pt x="670489" y="259015"/>
                  </a:lnTo>
                  <a:lnTo>
                    <a:pt x="672128" y="263933"/>
                  </a:lnTo>
                  <a:lnTo>
                    <a:pt x="672128" y="267212"/>
                  </a:lnTo>
                  <a:lnTo>
                    <a:pt x="673768" y="272130"/>
                  </a:lnTo>
                  <a:lnTo>
                    <a:pt x="673768" y="275408"/>
                  </a:lnTo>
                  <a:lnTo>
                    <a:pt x="675407" y="280326"/>
                  </a:lnTo>
                  <a:lnTo>
                    <a:pt x="675407" y="285244"/>
                  </a:lnTo>
                  <a:lnTo>
                    <a:pt x="677046" y="288523"/>
                  </a:lnTo>
                  <a:lnTo>
                    <a:pt x="678685" y="293441"/>
                  </a:lnTo>
                  <a:lnTo>
                    <a:pt x="678685" y="296720"/>
                  </a:lnTo>
                  <a:lnTo>
                    <a:pt x="680325" y="301638"/>
                  </a:lnTo>
                  <a:lnTo>
                    <a:pt x="680325" y="303277"/>
                  </a:lnTo>
                  <a:lnTo>
                    <a:pt x="675407" y="304916"/>
                  </a:lnTo>
                  <a:lnTo>
                    <a:pt x="675407" y="304916"/>
                  </a:lnTo>
                  <a:lnTo>
                    <a:pt x="672128" y="309835"/>
                  </a:lnTo>
                  <a:lnTo>
                    <a:pt x="673768" y="311474"/>
                  </a:lnTo>
                  <a:lnTo>
                    <a:pt x="675407" y="313113"/>
                  </a:lnTo>
                  <a:lnTo>
                    <a:pt x="678685" y="316392"/>
                  </a:lnTo>
                  <a:lnTo>
                    <a:pt x="680325" y="321310"/>
                  </a:lnTo>
                  <a:lnTo>
                    <a:pt x="681964" y="324588"/>
                  </a:lnTo>
                  <a:lnTo>
                    <a:pt x="683604" y="327867"/>
                  </a:lnTo>
                  <a:lnTo>
                    <a:pt x="685243" y="331146"/>
                  </a:lnTo>
                  <a:lnTo>
                    <a:pt x="686882" y="336064"/>
                  </a:lnTo>
                  <a:lnTo>
                    <a:pt x="688521" y="339343"/>
                  </a:lnTo>
                  <a:lnTo>
                    <a:pt x="690161" y="344261"/>
                  </a:lnTo>
                  <a:lnTo>
                    <a:pt x="690161" y="347539"/>
                  </a:lnTo>
                  <a:lnTo>
                    <a:pt x="691800" y="350818"/>
                  </a:lnTo>
                  <a:lnTo>
                    <a:pt x="691800" y="355736"/>
                  </a:lnTo>
                  <a:lnTo>
                    <a:pt x="691800" y="359015"/>
                  </a:lnTo>
                  <a:lnTo>
                    <a:pt x="691800" y="362293"/>
                  </a:lnTo>
                  <a:lnTo>
                    <a:pt x="691800" y="367211"/>
                  </a:lnTo>
                  <a:lnTo>
                    <a:pt x="691800" y="370490"/>
                  </a:lnTo>
                  <a:lnTo>
                    <a:pt x="691800" y="372129"/>
                  </a:lnTo>
                  <a:lnTo>
                    <a:pt x="691800" y="373769"/>
                  </a:lnTo>
                  <a:lnTo>
                    <a:pt x="690161" y="377047"/>
                  </a:lnTo>
                  <a:lnTo>
                    <a:pt x="690161" y="381965"/>
                  </a:lnTo>
                  <a:lnTo>
                    <a:pt x="690161" y="385244"/>
                  </a:lnTo>
                  <a:lnTo>
                    <a:pt x="688521" y="390162"/>
                  </a:lnTo>
                  <a:lnTo>
                    <a:pt x="690161" y="393441"/>
                  </a:lnTo>
                  <a:lnTo>
                    <a:pt x="691800" y="396719"/>
                  </a:lnTo>
                  <a:lnTo>
                    <a:pt x="693439" y="401637"/>
                  </a:lnTo>
                  <a:lnTo>
                    <a:pt x="695079" y="404916"/>
                  </a:lnTo>
                  <a:lnTo>
                    <a:pt x="695079" y="409834"/>
                  </a:lnTo>
                  <a:lnTo>
                    <a:pt x="693439" y="413113"/>
                  </a:lnTo>
                  <a:lnTo>
                    <a:pt x="693439" y="418031"/>
                  </a:lnTo>
                  <a:lnTo>
                    <a:pt x="690161" y="421309"/>
                  </a:lnTo>
                  <a:lnTo>
                    <a:pt x="688521" y="424588"/>
                  </a:lnTo>
                  <a:lnTo>
                    <a:pt x="688521" y="429506"/>
                  </a:lnTo>
                  <a:lnTo>
                    <a:pt x="686882" y="432785"/>
                  </a:lnTo>
                  <a:lnTo>
                    <a:pt x="688521" y="437703"/>
                  </a:lnTo>
                  <a:lnTo>
                    <a:pt x="690161" y="440981"/>
                  </a:lnTo>
                  <a:lnTo>
                    <a:pt x="690161" y="444260"/>
                  </a:lnTo>
                  <a:lnTo>
                    <a:pt x="691800" y="449178"/>
                  </a:lnTo>
                  <a:lnTo>
                    <a:pt x="693439" y="454096"/>
                  </a:lnTo>
                  <a:lnTo>
                    <a:pt x="693439" y="457375"/>
                  </a:lnTo>
                  <a:lnTo>
                    <a:pt x="693439" y="460653"/>
                  </a:lnTo>
                  <a:lnTo>
                    <a:pt x="693439" y="462293"/>
                  </a:lnTo>
                  <a:lnTo>
                    <a:pt x="691800" y="465572"/>
                  </a:lnTo>
                  <a:lnTo>
                    <a:pt x="688521" y="468850"/>
                  </a:lnTo>
                  <a:lnTo>
                    <a:pt x="685243" y="470490"/>
                  </a:lnTo>
                  <a:lnTo>
                    <a:pt x="680325" y="472129"/>
                  </a:lnTo>
                  <a:lnTo>
                    <a:pt x="677046" y="477047"/>
                  </a:lnTo>
                  <a:lnTo>
                    <a:pt x="675407" y="480325"/>
                  </a:lnTo>
                  <a:lnTo>
                    <a:pt x="675407" y="483604"/>
                  </a:lnTo>
                  <a:lnTo>
                    <a:pt x="678685" y="488522"/>
                  </a:lnTo>
                  <a:lnTo>
                    <a:pt x="680325" y="491801"/>
                  </a:lnTo>
                  <a:lnTo>
                    <a:pt x="683604" y="496719"/>
                  </a:lnTo>
                  <a:lnTo>
                    <a:pt x="685243" y="499998"/>
                  </a:lnTo>
                  <a:lnTo>
                    <a:pt x="688521" y="503276"/>
                  </a:lnTo>
                  <a:lnTo>
                    <a:pt x="690161" y="508194"/>
                  </a:lnTo>
                  <a:lnTo>
                    <a:pt x="693439" y="511473"/>
                  </a:lnTo>
                  <a:lnTo>
                    <a:pt x="695079" y="514752"/>
                  </a:lnTo>
                  <a:lnTo>
                    <a:pt x="696718" y="516391"/>
                  </a:lnTo>
                  <a:lnTo>
                    <a:pt x="698358" y="521309"/>
                  </a:lnTo>
                  <a:lnTo>
                    <a:pt x="698358" y="526227"/>
                  </a:lnTo>
                  <a:lnTo>
                    <a:pt x="698358" y="529506"/>
                  </a:lnTo>
                  <a:lnTo>
                    <a:pt x="698358" y="532784"/>
                  </a:lnTo>
                  <a:lnTo>
                    <a:pt x="698358" y="537702"/>
                  </a:lnTo>
                  <a:lnTo>
                    <a:pt x="699997" y="540981"/>
                  </a:lnTo>
                  <a:lnTo>
                    <a:pt x="701636" y="542620"/>
                  </a:lnTo>
                  <a:lnTo>
                    <a:pt x="703275" y="544260"/>
                  </a:lnTo>
                  <a:lnTo>
                    <a:pt x="703275" y="544260"/>
                  </a:lnTo>
                  <a:lnTo>
                    <a:pt x="706554" y="547538"/>
                  </a:lnTo>
                  <a:lnTo>
                    <a:pt x="706554" y="552456"/>
                  </a:lnTo>
                  <a:lnTo>
                    <a:pt x="711472" y="555735"/>
                  </a:lnTo>
                  <a:lnTo>
                    <a:pt x="714751" y="557374"/>
                  </a:lnTo>
                  <a:lnTo>
                    <a:pt x="719669" y="554096"/>
                  </a:lnTo>
                  <a:lnTo>
                    <a:pt x="722948" y="552456"/>
                  </a:lnTo>
                  <a:lnTo>
                    <a:pt x="726226" y="554096"/>
                  </a:lnTo>
                  <a:lnTo>
                    <a:pt x="731144" y="555735"/>
                  </a:lnTo>
                  <a:lnTo>
                    <a:pt x="732784" y="557374"/>
                  </a:lnTo>
                  <a:lnTo>
                    <a:pt x="734423" y="557374"/>
                  </a:lnTo>
                  <a:lnTo>
                    <a:pt x="739341" y="559014"/>
                  </a:lnTo>
                  <a:lnTo>
                    <a:pt x="742619" y="560653"/>
                  </a:lnTo>
                  <a:lnTo>
                    <a:pt x="745898" y="562292"/>
                  </a:lnTo>
                  <a:lnTo>
                    <a:pt x="750816" y="562292"/>
                  </a:lnTo>
                  <a:lnTo>
                    <a:pt x="752455" y="563932"/>
                  </a:lnTo>
                  <a:lnTo>
                    <a:pt x="755734" y="565571"/>
                  </a:lnTo>
                  <a:lnTo>
                    <a:pt x="757374" y="568850"/>
                  </a:lnTo>
                  <a:lnTo>
                    <a:pt x="759013" y="572128"/>
                  </a:lnTo>
                  <a:lnTo>
                    <a:pt x="762292" y="577046"/>
                  </a:lnTo>
                  <a:lnTo>
                    <a:pt x="762292" y="577046"/>
                  </a:lnTo>
                  <a:lnTo>
                    <a:pt x="763931" y="581965"/>
                  </a:lnTo>
                  <a:lnTo>
                    <a:pt x="765570" y="585243"/>
                  </a:lnTo>
                  <a:lnTo>
                    <a:pt x="767209" y="588522"/>
                  </a:lnTo>
                  <a:lnTo>
                    <a:pt x="768849" y="593440"/>
                  </a:lnTo>
                  <a:lnTo>
                    <a:pt x="770488" y="596718"/>
                  </a:lnTo>
                  <a:lnTo>
                    <a:pt x="772128" y="598358"/>
                  </a:lnTo>
                  <a:lnTo>
                    <a:pt x="768849" y="599997"/>
                  </a:lnTo>
                  <a:lnTo>
                    <a:pt x="765570" y="603276"/>
                  </a:lnTo>
                  <a:lnTo>
                    <a:pt x="760652" y="606555"/>
                  </a:lnTo>
                  <a:lnTo>
                    <a:pt x="757374" y="608194"/>
                  </a:lnTo>
                  <a:lnTo>
                    <a:pt x="752455" y="611472"/>
                  </a:lnTo>
                  <a:lnTo>
                    <a:pt x="749177" y="614751"/>
                  </a:lnTo>
                  <a:lnTo>
                    <a:pt x="745898" y="616390"/>
                  </a:lnTo>
                  <a:lnTo>
                    <a:pt x="742619" y="618030"/>
                  </a:lnTo>
                  <a:lnTo>
                    <a:pt x="739341" y="621309"/>
                  </a:lnTo>
                  <a:lnTo>
                    <a:pt x="734423" y="624587"/>
                  </a:lnTo>
                  <a:lnTo>
                    <a:pt x="731144" y="626227"/>
                  </a:lnTo>
                  <a:lnTo>
                    <a:pt x="726226" y="629505"/>
                  </a:lnTo>
                  <a:lnTo>
                    <a:pt x="722948" y="632784"/>
                  </a:lnTo>
                  <a:lnTo>
                    <a:pt x="718029" y="634423"/>
                  </a:lnTo>
                  <a:lnTo>
                    <a:pt x="714751" y="637702"/>
                  </a:lnTo>
                  <a:lnTo>
                    <a:pt x="709833" y="639341"/>
                  </a:lnTo>
                  <a:lnTo>
                    <a:pt x="709833" y="640981"/>
                  </a:lnTo>
                  <a:lnTo>
                    <a:pt x="706554" y="642620"/>
                  </a:lnTo>
                  <a:lnTo>
                    <a:pt x="704915" y="642620"/>
                  </a:lnTo>
                  <a:lnTo>
                    <a:pt x="701636" y="645899"/>
                  </a:lnTo>
                  <a:lnTo>
                    <a:pt x="699997" y="645899"/>
                  </a:lnTo>
                  <a:lnTo>
                    <a:pt x="696718" y="649177"/>
                  </a:lnTo>
                  <a:lnTo>
                    <a:pt x="695079" y="650817"/>
                  </a:lnTo>
                  <a:lnTo>
                    <a:pt x="691800" y="652456"/>
                  </a:lnTo>
                  <a:lnTo>
                    <a:pt x="686882" y="655735"/>
                  </a:lnTo>
                  <a:lnTo>
                    <a:pt x="685243" y="657374"/>
                  </a:lnTo>
                  <a:lnTo>
                    <a:pt x="685243" y="657374"/>
                  </a:lnTo>
                  <a:lnTo>
                    <a:pt x="683604" y="659013"/>
                  </a:lnTo>
                  <a:lnTo>
                    <a:pt x="683604" y="659013"/>
                  </a:lnTo>
                  <a:lnTo>
                    <a:pt x="678685" y="662292"/>
                  </a:lnTo>
                  <a:lnTo>
                    <a:pt x="678685" y="662292"/>
                  </a:lnTo>
                  <a:lnTo>
                    <a:pt x="677046" y="663931"/>
                  </a:lnTo>
                  <a:lnTo>
                    <a:pt x="675407" y="663931"/>
                  </a:lnTo>
                  <a:lnTo>
                    <a:pt x="672128" y="667210"/>
                  </a:lnTo>
                  <a:lnTo>
                    <a:pt x="668849" y="668849"/>
                  </a:lnTo>
                  <a:lnTo>
                    <a:pt x="663931" y="672128"/>
                  </a:lnTo>
                  <a:lnTo>
                    <a:pt x="660653" y="673767"/>
                  </a:lnTo>
                  <a:lnTo>
                    <a:pt x="655735" y="677046"/>
                  </a:lnTo>
                  <a:lnTo>
                    <a:pt x="652456" y="680325"/>
                  </a:lnTo>
                  <a:lnTo>
                    <a:pt x="649177" y="683603"/>
                  </a:lnTo>
                  <a:lnTo>
                    <a:pt x="644259" y="685243"/>
                  </a:lnTo>
                  <a:lnTo>
                    <a:pt x="640981" y="688521"/>
                  </a:lnTo>
                  <a:lnTo>
                    <a:pt x="636062" y="691800"/>
                  </a:lnTo>
                  <a:lnTo>
                    <a:pt x="632784" y="693439"/>
                  </a:lnTo>
                  <a:lnTo>
                    <a:pt x="629505" y="696718"/>
                  </a:lnTo>
                  <a:lnTo>
                    <a:pt x="624587" y="699997"/>
                  </a:lnTo>
                  <a:lnTo>
                    <a:pt x="621309" y="703275"/>
                  </a:lnTo>
                  <a:lnTo>
                    <a:pt x="616391" y="704915"/>
                  </a:lnTo>
                  <a:lnTo>
                    <a:pt x="613112" y="708193"/>
                  </a:lnTo>
                  <a:lnTo>
                    <a:pt x="609833" y="709833"/>
                  </a:lnTo>
                  <a:lnTo>
                    <a:pt x="604915" y="713111"/>
                  </a:lnTo>
                  <a:lnTo>
                    <a:pt x="601637" y="716390"/>
                  </a:lnTo>
                  <a:lnTo>
                    <a:pt x="599997" y="718029"/>
                  </a:lnTo>
                  <a:lnTo>
                    <a:pt x="596719" y="719669"/>
                  </a:lnTo>
                  <a:lnTo>
                    <a:pt x="591801" y="724587"/>
                  </a:lnTo>
                  <a:lnTo>
                    <a:pt x="588522" y="729505"/>
                  </a:lnTo>
                  <a:lnTo>
                    <a:pt x="583604" y="732783"/>
                  </a:lnTo>
                  <a:lnTo>
                    <a:pt x="580325" y="737702"/>
                  </a:lnTo>
                  <a:lnTo>
                    <a:pt x="578686" y="737702"/>
                  </a:lnTo>
                  <a:lnTo>
                    <a:pt x="575407" y="742619"/>
                  </a:lnTo>
                  <a:lnTo>
                    <a:pt x="570489" y="745898"/>
                  </a:lnTo>
                  <a:lnTo>
                    <a:pt x="565571" y="750816"/>
                  </a:lnTo>
                  <a:lnTo>
                    <a:pt x="562292" y="754095"/>
                  </a:lnTo>
                  <a:lnTo>
                    <a:pt x="559014" y="757374"/>
                  </a:lnTo>
                  <a:lnTo>
                    <a:pt x="554096" y="762292"/>
                  </a:lnTo>
                  <a:lnTo>
                    <a:pt x="550817" y="767209"/>
                  </a:lnTo>
                  <a:lnTo>
                    <a:pt x="545899" y="770488"/>
                  </a:lnTo>
                  <a:lnTo>
                    <a:pt x="540981" y="775406"/>
                  </a:lnTo>
                  <a:lnTo>
                    <a:pt x="537702" y="778685"/>
                  </a:lnTo>
                  <a:lnTo>
                    <a:pt x="536063" y="778685"/>
                  </a:lnTo>
                  <a:lnTo>
                    <a:pt x="532784" y="780324"/>
                  </a:lnTo>
                  <a:lnTo>
                    <a:pt x="527867" y="780324"/>
                  </a:lnTo>
                  <a:lnTo>
                    <a:pt x="522948" y="781964"/>
                  </a:lnTo>
                  <a:lnTo>
                    <a:pt x="519670" y="783603"/>
                  </a:lnTo>
                  <a:lnTo>
                    <a:pt x="514752" y="783603"/>
                  </a:lnTo>
                  <a:lnTo>
                    <a:pt x="511473" y="785242"/>
                  </a:lnTo>
                  <a:lnTo>
                    <a:pt x="508194" y="785242"/>
                  </a:lnTo>
                  <a:lnTo>
                    <a:pt x="503277" y="786882"/>
                  </a:lnTo>
                  <a:lnTo>
                    <a:pt x="499998" y="786882"/>
                  </a:lnTo>
                  <a:lnTo>
                    <a:pt x="495080" y="788521"/>
                  </a:lnTo>
                  <a:lnTo>
                    <a:pt x="491801" y="788521"/>
                  </a:lnTo>
                  <a:lnTo>
                    <a:pt x="486883" y="790160"/>
                  </a:lnTo>
                  <a:lnTo>
                    <a:pt x="481965" y="790160"/>
                  </a:lnTo>
                  <a:lnTo>
                    <a:pt x="478687" y="791799"/>
                  </a:lnTo>
                  <a:lnTo>
                    <a:pt x="473768" y="793439"/>
                  </a:lnTo>
                  <a:lnTo>
                    <a:pt x="470490" y="793439"/>
                  </a:lnTo>
                  <a:lnTo>
                    <a:pt x="465572" y="795078"/>
                  </a:lnTo>
                  <a:lnTo>
                    <a:pt x="462293" y="795078"/>
                  </a:lnTo>
                  <a:lnTo>
                    <a:pt x="460654" y="795078"/>
                  </a:lnTo>
                  <a:lnTo>
                    <a:pt x="457375" y="796718"/>
                  </a:lnTo>
                  <a:lnTo>
                    <a:pt x="452457" y="798357"/>
                  </a:lnTo>
                  <a:lnTo>
                    <a:pt x="449178" y="798357"/>
                  </a:lnTo>
                  <a:lnTo>
                    <a:pt x="444260" y="799996"/>
                  </a:lnTo>
                  <a:lnTo>
                    <a:pt x="444260" y="799996"/>
                  </a:lnTo>
                  <a:lnTo>
                    <a:pt x="439342" y="795078"/>
                  </a:lnTo>
                  <a:lnTo>
                    <a:pt x="436064" y="793439"/>
                  </a:lnTo>
                  <a:lnTo>
                    <a:pt x="436064" y="788521"/>
                  </a:lnTo>
                  <a:lnTo>
                    <a:pt x="439342" y="785242"/>
                  </a:lnTo>
                  <a:lnTo>
                    <a:pt x="442621" y="781964"/>
                  </a:lnTo>
                  <a:lnTo>
                    <a:pt x="440981" y="777046"/>
                  </a:lnTo>
                  <a:lnTo>
                    <a:pt x="439342" y="773767"/>
                  </a:lnTo>
                  <a:lnTo>
                    <a:pt x="439342" y="770488"/>
                  </a:lnTo>
                  <a:lnTo>
                    <a:pt x="439342" y="767209"/>
                  </a:lnTo>
                  <a:lnTo>
                    <a:pt x="440981" y="762292"/>
                  </a:lnTo>
                  <a:lnTo>
                    <a:pt x="436064" y="760652"/>
                  </a:lnTo>
                  <a:lnTo>
                    <a:pt x="432785" y="757374"/>
                  </a:lnTo>
                  <a:lnTo>
                    <a:pt x="431145" y="755734"/>
                  </a:lnTo>
                  <a:lnTo>
                    <a:pt x="426228" y="755734"/>
                  </a:lnTo>
                  <a:lnTo>
                    <a:pt x="422949" y="755734"/>
                  </a:lnTo>
                  <a:lnTo>
                    <a:pt x="421310" y="754095"/>
                  </a:lnTo>
                  <a:lnTo>
                    <a:pt x="418031" y="754095"/>
                  </a:lnTo>
                  <a:lnTo>
                    <a:pt x="413113" y="754095"/>
                  </a:lnTo>
                  <a:lnTo>
                    <a:pt x="409834" y="752455"/>
                  </a:lnTo>
                  <a:lnTo>
                    <a:pt x="408195" y="747537"/>
                  </a:lnTo>
                  <a:lnTo>
                    <a:pt x="404916" y="744259"/>
                  </a:lnTo>
                  <a:lnTo>
                    <a:pt x="401638" y="740980"/>
                  </a:lnTo>
                  <a:lnTo>
                    <a:pt x="398359" y="744259"/>
                  </a:lnTo>
                  <a:lnTo>
                    <a:pt x="393441" y="742619"/>
                  </a:lnTo>
                  <a:lnTo>
                    <a:pt x="390162" y="744259"/>
                  </a:lnTo>
                  <a:lnTo>
                    <a:pt x="386884" y="740980"/>
                  </a:lnTo>
                  <a:lnTo>
                    <a:pt x="381965" y="737702"/>
                  </a:lnTo>
                  <a:lnTo>
                    <a:pt x="381965" y="732783"/>
                  </a:lnTo>
                  <a:lnTo>
                    <a:pt x="380326" y="729505"/>
                  </a:lnTo>
                  <a:lnTo>
                    <a:pt x="377047" y="727865"/>
                  </a:lnTo>
                  <a:lnTo>
                    <a:pt x="372130" y="726226"/>
                  </a:lnTo>
                  <a:lnTo>
                    <a:pt x="368851" y="722947"/>
                  </a:lnTo>
                  <a:lnTo>
                    <a:pt x="367211" y="721308"/>
                  </a:lnTo>
                  <a:lnTo>
                    <a:pt x="363933" y="721308"/>
                  </a:lnTo>
                  <a:lnTo>
                    <a:pt x="362294" y="718029"/>
                  </a:lnTo>
                  <a:lnTo>
                    <a:pt x="363933" y="714751"/>
                  </a:lnTo>
                  <a:lnTo>
                    <a:pt x="363933" y="709833"/>
                  </a:lnTo>
                  <a:lnTo>
                    <a:pt x="363933" y="709833"/>
                  </a:lnTo>
                  <a:lnTo>
                    <a:pt x="363933" y="709833"/>
                  </a:lnTo>
                  <a:lnTo>
                    <a:pt x="362294" y="706554"/>
                  </a:lnTo>
                  <a:lnTo>
                    <a:pt x="360654" y="703275"/>
                  </a:lnTo>
                  <a:lnTo>
                    <a:pt x="355736" y="701636"/>
                  </a:lnTo>
                  <a:lnTo>
                    <a:pt x="352457" y="698357"/>
                  </a:lnTo>
                  <a:lnTo>
                    <a:pt x="349179" y="695079"/>
                  </a:lnTo>
                  <a:lnTo>
                    <a:pt x="345900" y="693439"/>
                  </a:lnTo>
                  <a:lnTo>
                    <a:pt x="340982" y="690161"/>
                  </a:lnTo>
                  <a:lnTo>
                    <a:pt x="337703" y="686882"/>
                  </a:lnTo>
                  <a:lnTo>
                    <a:pt x="334425" y="685243"/>
                  </a:lnTo>
                  <a:lnTo>
                    <a:pt x="331146" y="681964"/>
                  </a:lnTo>
                  <a:lnTo>
                    <a:pt x="326228" y="678685"/>
                  </a:lnTo>
                  <a:lnTo>
                    <a:pt x="322950" y="677046"/>
                  </a:lnTo>
                  <a:lnTo>
                    <a:pt x="319671" y="673767"/>
                  </a:lnTo>
                  <a:lnTo>
                    <a:pt x="318031" y="672128"/>
                  </a:lnTo>
                  <a:lnTo>
                    <a:pt x="316392" y="670489"/>
                  </a:lnTo>
                  <a:lnTo>
                    <a:pt x="311474" y="667210"/>
                  </a:lnTo>
                  <a:lnTo>
                    <a:pt x="308195" y="665571"/>
                  </a:lnTo>
                  <a:lnTo>
                    <a:pt x="304917" y="662292"/>
                  </a:lnTo>
                  <a:lnTo>
                    <a:pt x="301638" y="659013"/>
                  </a:lnTo>
                  <a:lnTo>
                    <a:pt x="296720" y="655735"/>
                  </a:lnTo>
                  <a:lnTo>
                    <a:pt x="293441" y="652456"/>
                  </a:lnTo>
                  <a:lnTo>
                    <a:pt x="290163" y="649177"/>
                  </a:lnTo>
                  <a:lnTo>
                    <a:pt x="285245" y="645899"/>
                  </a:lnTo>
                  <a:lnTo>
                    <a:pt x="281966" y="644259"/>
                  </a:lnTo>
                  <a:lnTo>
                    <a:pt x="278687" y="640981"/>
                  </a:lnTo>
                  <a:lnTo>
                    <a:pt x="275408" y="637702"/>
                  </a:lnTo>
                  <a:lnTo>
                    <a:pt x="270491" y="634423"/>
                  </a:lnTo>
                  <a:lnTo>
                    <a:pt x="267212" y="631145"/>
                  </a:lnTo>
                  <a:lnTo>
                    <a:pt x="263933" y="627866"/>
                  </a:lnTo>
                  <a:lnTo>
                    <a:pt x="259015" y="624587"/>
                  </a:lnTo>
                  <a:lnTo>
                    <a:pt x="255737" y="622948"/>
                  </a:lnTo>
                  <a:lnTo>
                    <a:pt x="252458" y="619669"/>
                  </a:lnTo>
                  <a:lnTo>
                    <a:pt x="247540" y="616390"/>
                  </a:lnTo>
                  <a:lnTo>
                    <a:pt x="244261" y="613112"/>
                  </a:lnTo>
                  <a:lnTo>
                    <a:pt x="240983" y="609833"/>
                  </a:lnTo>
                  <a:lnTo>
                    <a:pt x="237704" y="606555"/>
                  </a:lnTo>
                  <a:lnTo>
                    <a:pt x="232786" y="604915"/>
                  </a:lnTo>
                  <a:lnTo>
                    <a:pt x="229507" y="601637"/>
                  </a:lnTo>
                  <a:lnTo>
                    <a:pt x="226228" y="598358"/>
                  </a:lnTo>
                  <a:lnTo>
                    <a:pt x="221310" y="595079"/>
                  </a:lnTo>
                  <a:lnTo>
                    <a:pt x="218032" y="591800"/>
                  </a:lnTo>
                  <a:lnTo>
                    <a:pt x="214753" y="590161"/>
                  </a:lnTo>
                  <a:lnTo>
                    <a:pt x="209835" y="586882"/>
                  </a:lnTo>
                  <a:lnTo>
                    <a:pt x="206557" y="583604"/>
                  </a:lnTo>
                  <a:lnTo>
                    <a:pt x="203278" y="580325"/>
                  </a:lnTo>
                  <a:lnTo>
                    <a:pt x="198360" y="577046"/>
                  </a:lnTo>
                  <a:lnTo>
                    <a:pt x="198360" y="577046"/>
                  </a:lnTo>
                  <a:lnTo>
                    <a:pt x="195081" y="575407"/>
                  </a:lnTo>
                  <a:lnTo>
                    <a:pt x="191803" y="572128"/>
                  </a:lnTo>
                  <a:lnTo>
                    <a:pt x="186884" y="568850"/>
                  </a:lnTo>
                  <a:lnTo>
                    <a:pt x="183606" y="565571"/>
                  </a:lnTo>
                  <a:lnTo>
                    <a:pt x="180327" y="562292"/>
                  </a:lnTo>
                  <a:lnTo>
                    <a:pt x="175409" y="560653"/>
                  </a:lnTo>
                  <a:lnTo>
                    <a:pt x="172130" y="557374"/>
                  </a:lnTo>
                  <a:lnTo>
                    <a:pt x="168851" y="554096"/>
                  </a:lnTo>
                  <a:lnTo>
                    <a:pt x="163934" y="550817"/>
                  </a:lnTo>
                  <a:lnTo>
                    <a:pt x="160655" y="547538"/>
                  </a:lnTo>
                  <a:lnTo>
                    <a:pt x="157376" y="545899"/>
                  </a:lnTo>
                  <a:lnTo>
                    <a:pt x="152458" y="542620"/>
                  </a:lnTo>
                  <a:lnTo>
                    <a:pt x="149180" y="539342"/>
                  </a:lnTo>
                  <a:lnTo>
                    <a:pt x="144261" y="536063"/>
                  </a:lnTo>
                  <a:lnTo>
                    <a:pt x="140983" y="532784"/>
                  </a:lnTo>
                  <a:lnTo>
                    <a:pt x="137704" y="531145"/>
                  </a:lnTo>
                  <a:lnTo>
                    <a:pt x="134426" y="527866"/>
                  </a:lnTo>
                  <a:lnTo>
                    <a:pt x="134426" y="527866"/>
                  </a:lnTo>
                  <a:lnTo>
                    <a:pt x="129508" y="524588"/>
                  </a:lnTo>
                  <a:lnTo>
                    <a:pt x="126229" y="522948"/>
                  </a:lnTo>
                  <a:lnTo>
                    <a:pt x="121311" y="519670"/>
                  </a:lnTo>
                  <a:lnTo>
                    <a:pt x="118032" y="516391"/>
                  </a:lnTo>
                  <a:lnTo>
                    <a:pt x="114754" y="513112"/>
                  </a:lnTo>
                  <a:lnTo>
                    <a:pt x="109836" y="511473"/>
                  </a:lnTo>
                  <a:lnTo>
                    <a:pt x="106557" y="508194"/>
                  </a:lnTo>
                  <a:lnTo>
                    <a:pt x="103278" y="504916"/>
                  </a:lnTo>
                  <a:lnTo>
                    <a:pt x="98360" y="503276"/>
                  </a:lnTo>
                  <a:lnTo>
                    <a:pt x="95081" y="499998"/>
                  </a:lnTo>
                  <a:lnTo>
                    <a:pt x="91803" y="496719"/>
                  </a:lnTo>
                  <a:lnTo>
                    <a:pt x="86885" y="493440"/>
                  </a:lnTo>
                  <a:lnTo>
                    <a:pt x="83606" y="491801"/>
                  </a:lnTo>
                  <a:lnTo>
                    <a:pt x="80327" y="488522"/>
                  </a:lnTo>
                  <a:lnTo>
                    <a:pt x="75410" y="485244"/>
                  </a:lnTo>
                  <a:lnTo>
                    <a:pt x="72131" y="483604"/>
                  </a:lnTo>
                  <a:lnTo>
                    <a:pt x="67213" y="480325"/>
                  </a:lnTo>
                  <a:lnTo>
                    <a:pt x="63934" y="477047"/>
                  </a:lnTo>
                  <a:lnTo>
                    <a:pt x="60656" y="473768"/>
                  </a:lnTo>
                  <a:lnTo>
                    <a:pt x="55737" y="472129"/>
                  </a:lnTo>
                  <a:lnTo>
                    <a:pt x="52459" y="468850"/>
                  </a:lnTo>
                  <a:lnTo>
                    <a:pt x="47541" y="465572"/>
                  </a:lnTo>
                  <a:lnTo>
                    <a:pt x="44262" y="462293"/>
                  </a:lnTo>
                  <a:lnTo>
                    <a:pt x="39344" y="460653"/>
                  </a:lnTo>
                  <a:lnTo>
                    <a:pt x="36066" y="457375"/>
                  </a:lnTo>
                  <a:lnTo>
                    <a:pt x="32787" y="455735"/>
                  </a:lnTo>
                  <a:lnTo>
                    <a:pt x="27869" y="452457"/>
                  </a:lnTo>
                  <a:lnTo>
                    <a:pt x="24590" y="449178"/>
                  </a:lnTo>
                  <a:lnTo>
                    <a:pt x="19672" y="445900"/>
                  </a:lnTo>
                  <a:lnTo>
                    <a:pt x="16393" y="444260"/>
                  </a:lnTo>
                  <a:lnTo>
                    <a:pt x="11476" y="440981"/>
                  </a:lnTo>
                  <a:lnTo>
                    <a:pt x="8197" y="437703"/>
                  </a:lnTo>
                  <a:lnTo>
                    <a:pt x="4918" y="436063"/>
                  </a:lnTo>
                  <a:lnTo>
                    <a:pt x="0" y="43278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1" name="Freeform 2530">
              <a:extLst>
                <a:ext uri="{FF2B5EF4-FFF2-40B4-BE49-F238E27FC236}">
                  <a16:creationId xmlns:a16="http://schemas.microsoft.com/office/drawing/2014/main" id="{89026B58-421E-3540-8F2A-21D18323DFEB}"/>
                </a:ext>
              </a:extLst>
            </p:cNvPr>
            <p:cNvSpPr/>
            <p:nvPr/>
          </p:nvSpPr>
          <p:spPr>
            <a:xfrm>
              <a:off x="5164856" y="1703432"/>
              <a:ext cx="86884" cy="49180"/>
            </a:xfrm>
            <a:custGeom>
              <a:avLst/>
              <a:gdLst>
                <a:gd name="connsiteX0" fmla="*/ 0 w 86884"/>
                <a:gd name="connsiteY0" fmla="*/ 34426 h 49180"/>
                <a:gd name="connsiteX1" fmla="*/ 1639 w 86884"/>
                <a:gd name="connsiteY1" fmla="*/ 31148 h 49180"/>
                <a:gd name="connsiteX2" fmla="*/ 3278 w 86884"/>
                <a:gd name="connsiteY2" fmla="*/ 31148 h 49180"/>
                <a:gd name="connsiteX3" fmla="*/ 6557 w 86884"/>
                <a:gd name="connsiteY3" fmla="*/ 29508 h 49180"/>
                <a:gd name="connsiteX4" fmla="*/ 9836 w 86884"/>
                <a:gd name="connsiteY4" fmla="*/ 29508 h 49180"/>
                <a:gd name="connsiteX5" fmla="*/ 11475 w 86884"/>
                <a:gd name="connsiteY5" fmla="*/ 27869 h 49180"/>
                <a:gd name="connsiteX6" fmla="*/ 14754 w 86884"/>
                <a:gd name="connsiteY6" fmla="*/ 26229 h 49180"/>
                <a:gd name="connsiteX7" fmla="*/ 13114 w 86884"/>
                <a:gd name="connsiteY7" fmla="*/ 26229 h 49180"/>
                <a:gd name="connsiteX8" fmla="*/ 9836 w 86884"/>
                <a:gd name="connsiteY8" fmla="*/ 22951 h 49180"/>
                <a:gd name="connsiteX9" fmla="*/ 13114 w 86884"/>
                <a:gd name="connsiteY9" fmla="*/ 22951 h 49180"/>
                <a:gd name="connsiteX10" fmla="*/ 16393 w 86884"/>
                <a:gd name="connsiteY10" fmla="*/ 19672 h 49180"/>
                <a:gd name="connsiteX11" fmla="*/ 21311 w 86884"/>
                <a:gd name="connsiteY11" fmla="*/ 18033 h 49180"/>
                <a:gd name="connsiteX12" fmla="*/ 22951 w 86884"/>
                <a:gd name="connsiteY12" fmla="*/ 16393 h 49180"/>
                <a:gd name="connsiteX13" fmla="*/ 22951 w 86884"/>
                <a:gd name="connsiteY13" fmla="*/ 16393 h 49180"/>
                <a:gd name="connsiteX14" fmla="*/ 22951 w 86884"/>
                <a:gd name="connsiteY14" fmla="*/ 16393 h 49180"/>
                <a:gd name="connsiteX15" fmla="*/ 24590 w 86884"/>
                <a:gd name="connsiteY15" fmla="*/ 16393 h 49180"/>
                <a:gd name="connsiteX16" fmla="*/ 26229 w 86884"/>
                <a:gd name="connsiteY16" fmla="*/ 11476 h 49180"/>
                <a:gd name="connsiteX17" fmla="*/ 26229 w 86884"/>
                <a:gd name="connsiteY17" fmla="*/ 11476 h 49180"/>
                <a:gd name="connsiteX18" fmla="*/ 26229 w 86884"/>
                <a:gd name="connsiteY18" fmla="*/ 9836 h 49180"/>
                <a:gd name="connsiteX19" fmla="*/ 27868 w 86884"/>
                <a:gd name="connsiteY19" fmla="*/ 8197 h 49180"/>
                <a:gd name="connsiteX20" fmla="*/ 31147 w 86884"/>
                <a:gd name="connsiteY20" fmla="*/ 6557 h 49180"/>
                <a:gd name="connsiteX21" fmla="*/ 31147 w 86884"/>
                <a:gd name="connsiteY21" fmla="*/ 6557 h 49180"/>
                <a:gd name="connsiteX22" fmla="*/ 31147 w 86884"/>
                <a:gd name="connsiteY22" fmla="*/ 8197 h 49180"/>
                <a:gd name="connsiteX23" fmla="*/ 34426 w 86884"/>
                <a:gd name="connsiteY23" fmla="*/ 8197 h 49180"/>
                <a:gd name="connsiteX24" fmla="*/ 37705 w 86884"/>
                <a:gd name="connsiteY24" fmla="*/ 8197 h 49180"/>
                <a:gd name="connsiteX25" fmla="*/ 40983 w 86884"/>
                <a:gd name="connsiteY25" fmla="*/ 3279 h 49180"/>
                <a:gd name="connsiteX26" fmla="*/ 40983 w 86884"/>
                <a:gd name="connsiteY26" fmla="*/ 1639 h 49180"/>
                <a:gd name="connsiteX27" fmla="*/ 44262 w 86884"/>
                <a:gd name="connsiteY27" fmla="*/ 3279 h 49180"/>
                <a:gd name="connsiteX28" fmla="*/ 45901 w 86884"/>
                <a:gd name="connsiteY28" fmla="*/ 3279 h 49180"/>
                <a:gd name="connsiteX29" fmla="*/ 49180 w 86884"/>
                <a:gd name="connsiteY29" fmla="*/ 3279 h 49180"/>
                <a:gd name="connsiteX30" fmla="*/ 52458 w 86884"/>
                <a:gd name="connsiteY30" fmla="*/ 1639 h 49180"/>
                <a:gd name="connsiteX31" fmla="*/ 55737 w 86884"/>
                <a:gd name="connsiteY31" fmla="*/ 1639 h 49180"/>
                <a:gd name="connsiteX32" fmla="*/ 59016 w 86884"/>
                <a:gd name="connsiteY32" fmla="*/ 0 h 49180"/>
                <a:gd name="connsiteX33" fmla="*/ 62295 w 86884"/>
                <a:gd name="connsiteY33" fmla="*/ 0 h 49180"/>
                <a:gd name="connsiteX34" fmla="*/ 65573 w 86884"/>
                <a:gd name="connsiteY34" fmla="*/ 1639 h 49180"/>
                <a:gd name="connsiteX35" fmla="*/ 70491 w 86884"/>
                <a:gd name="connsiteY35" fmla="*/ 1639 h 49180"/>
                <a:gd name="connsiteX36" fmla="*/ 70491 w 86884"/>
                <a:gd name="connsiteY36" fmla="*/ 4918 h 49180"/>
                <a:gd name="connsiteX37" fmla="*/ 72131 w 86884"/>
                <a:gd name="connsiteY37" fmla="*/ 8197 h 49180"/>
                <a:gd name="connsiteX38" fmla="*/ 72131 w 86884"/>
                <a:gd name="connsiteY38" fmla="*/ 9836 h 49180"/>
                <a:gd name="connsiteX39" fmla="*/ 75409 w 86884"/>
                <a:gd name="connsiteY39" fmla="*/ 13115 h 49180"/>
                <a:gd name="connsiteX40" fmla="*/ 77049 w 86884"/>
                <a:gd name="connsiteY40" fmla="*/ 18033 h 49180"/>
                <a:gd name="connsiteX41" fmla="*/ 80327 w 86884"/>
                <a:gd name="connsiteY41" fmla="*/ 18033 h 49180"/>
                <a:gd name="connsiteX42" fmla="*/ 80327 w 86884"/>
                <a:gd name="connsiteY42" fmla="*/ 19672 h 49180"/>
                <a:gd name="connsiteX43" fmla="*/ 77049 w 86884"/>
                <a:gd name="connsiteY43" fmla="*/ 21311 h 49180"/>
                <a:gd name="connsiteX44" fmla="*/ 73770 w 86884"/>
                <a:gd name="connsiteY44" fmla="*/ 22951 h 49180"/>
                <a:gd name="connsiteX45" fmla="*/ 72131 w 86884"/>
                <a:gd name="connsiteY45" fmla="*/ 24590 h 49180"/>
                <a:gd name="connsiteX46" fmla="*/ 73770 w 86884"/>
                <a:gd name="connsiteY46" fmla="*/ 26229 h 49180"/>
                <a:gd name="connsiteX47" fmla="*/ 77049 w 86884"/>
                <a:gd name="connsiteY47" fmla="*/ 22951 h 49180"/>
                <a:gd name="connsiteX48" fmla="*/ 81967 w 86884"/>
                <a:gd name="connsiteY48" fmla="*/ 22951 h 49180"/>
                <a:gd name="connsiteX49" fmla="*/ 83606 w 86884"/>
                <a:gd name="connsiteY49" fmla="*/ 22951 h 49180"/>
                <a:gd name="connsiteX50" fmla="*/ 85245 w 86884"/>
                <a:gd name="connsiteY50" fmla="*/ 27869 h 49180"/>
                <a:gd name="connsiteX51" fmla="*/ 86885 w 86884"/>
                <a:gd name="connsiteY51" fmla="*/ 31148 h 49180"/>
                <a:gd name="connsiteX52" fmla="*/ 86885 w 86884"/>
                <a:gd name="connsiteY52" fmla="*/ 34426 h 49180"/>
                <a:gd name="connsiteX53" fmla="*/ 83606 w 86884"/>
                <a:gd name="connsiteY53" fmla="*/ 36066 h 49180"/>
                <a:gd name="connsiteX54" fmla="*/ 83606 w 86884"/>
                <a:gd name="connsiteY54" fmla="*/ 32787 h 49180"/>
                <a:gd name="connsiteX55" fmla="*/ 81967 w 86884"/>
                <a:gd name="connsiteY55" fmla="*/ 29508 h 49180"/>
                <a:gd name="connsiteX56" fmla="*/ 78688 w 86884"/>
                <a:gd name="connsiteY56" fmla="*/ 29508 h 49180"/>
                <a:gd name="connsiteX57" fmla="*/ 80327 w 86884"/>
                <a:gd name="connsiteY57" fmla="*/ 31148 h 49180"/>
                <a:gd name="connsiteX58" fmla="*/ 80327 w 86884"/>
                <a:gd name="connsiteY58" fmla="*/ 32787 h 49180"/>
                <a:gd name="connsiteX59" fmla="*/ 78688 w 86884"/>
                <a:gd name="connsiteY59" fmla="*/ 36066 h 49180"/>
                <a:gd name="connsiteX60" fmla="*/ 83606 w 86884"/>
                <a:gd name="connsiteY60" fmla="*/ 36066 h 49180"/>
                <a:gd name="connsiteX61" fmla="*/ 83606 w 86884"/>
                <a:gd name="connsiteY61" fmla="*/ 36066 h 49180"/>
                <a:gd name="connsiteX62" fmla="*/ 81967 w 86884"/>
                <a:gd name="connsiteY62" fmla="*/ 40983 h 49180"/>
                <a:gd name="connsiteX63" fmla="*/ 78688 w 86884"/>
                <a:gd name="connsiteY63" fmla="*/ 40983 h 49180"/>
                <a:gd name="connsiteX64" fmla="*/ 75409 w 86884"/>
                <a:gd name="connsiteY64" fmla="*/ 40983 h 49180"/>
                <a:gd name="connsiteX65" fmla="*/ 72131 w 86884"/>
                <a:gd name="connsiteY65" fmla="*/ 44262 h 49180"/>
                <a:gd name="connsiteX66" fmla="*/ 70491 w 86884"/>
                <a:gd name="connsiteY66" fmla="*/ 47541 h 49180"/>
                <a:gd name="connsiteX67" fmla="*/ 67212 w 86884"/>
                <a:gd name="connsiteY67" fmla="*/ 49180 h 49180"/>
                <a:gd name="connsiteX68" fmla="*/ 63934 w 86884"/>
                <a:gd name="connsiteY68" fmla="*/ 49180 h 49180"/>
                <a:gd name="connsiteX69" fmla="*/ 60655 w 86884"/>
                <a:gd name="connsiteY69" fmla="*/ 47541 h 49180"/>
                <a:gd name="connsiteX70" fmla="*/ 59016 w 86884"/>
                <a:gd name="connsiteY70" fmla="*/ 47541 h 49180"/>
                <a:gd name="connsiteX71" fmla="*/ 57377 w 86884"/>
                <a:gd name="connsiteY71" fmla="*/ 47541 h 49180"/>
                <a:gd name="connsiteX72" fmla="*/ 55737 w 86884"/>
                <a:gd name="connsiteY72" fmla="*/ 49180 h 49180"/>
                <a:gd name="connsiteX73" fmla="*/ 55737 w 86884"/>
                <a:gd name="connsiteY73" fmla="*/ 49180 h 49180"/>
                <a:gd name="connsiteX74" fmla="*/ 50819 w 86884"/>
                <a:gd name="connsiteY74" fmla="*/ 49180 h 49180"/>
                <a:gd name="connsiteX75" fmla="*/ 47541 w 86884"/>
                <a:gd name="connsiteY75" fmla="*/ 49180 h 49180"/>
                <a:gd name="connsiteX76" fmla="*/ 45901 w 86884"/>
                <a:gd name="connsiteY76" fmla="*/ 47541 h 49180"/>
                <a:gd name="connsiteX77" fmla="*/ 47541 w 86884"/>
                <a:gd name="connsiteY77" fmla="*/ 44262 h 49180"/>
                <a:gd name="connsiteX78" fmla="*/ 44262 w 86884"/>
                <a:gd name="connsiteY78" fmla="*/ 44262 h 49180"/>
                <a:gd name="connsiteX79" fmla="*/ 40983 w 86884"/>
                <a:gd name="connsiteY79" fmla="*/ 40983 h 49180"/>
                <a:gd name="connsiteX80" fmla="*/ 40983 w 86884"/>
                <a:gd name="connsiteY80" fmla="*/ 37705 h 49180"/>
                <a:gd name="connsiteX81" fmla="*/ 37705 w 86884"/>
                <a:gd name="connsiteY81" fmla="*/ 34426 h 49180"/>
                <a:gd name="connsiteX82" fmla="*/ 34426 w 86884"/>
                <a:gd name="connsiteY82" fmla="*/ 36066 h 49180"/>
                <a:gd name="connsiteX83" fmla="*/ 29508 w 86884"/>
                <a:gd name="connsiteY83" fmla="*/ 37705 h 49180"/>
                <a:gd name="connsiteX84" fmla="*/ 29508 w 86884"/>
                <a:gd name="connsiteY84" fmla="*/ 39344 h 49180"/>
                <a:gd name="connsiteX85" fmla="*/ 31147 w 86884"/>
                <a:gd name="connsiteY85" fmla="*/ 40983 h 49180"/>
                <a:gd name="connsiteX86" fmla="*/ 27868 w 86884"/>
                <a:gd name="connsiteY86" fmla="*/ 44262 h 49180"/>
                <a:gd name="connsiteX87" fmla="*/ 27868 w 86884"/>
                <a:gd name="connsiteY87" fmla="*/ 45901 h 49180"/>
                <a:gd name="connsiteX88" fmla="*/ 26229 w 86884"/>
                <a:gd name="connsiteY88" fmla="*/ 45901 h 49180"/>
                <a:gd name="connsiteX89" fmla="*/ 24590 w 86884"/>
                <a:gd name="connsiteY89" fmla="*/ 45901 h 49180"/>
                <a:gd name="connsiteX90" fmla="*/ 24590 w 86884"/>
                <a:gd name="connsiteY90" fmla="*/ 47541 h 49180"/>
                <a:gd name="connsiteX91" fmla="*/ 24590 w 86884"/>
                <a:gd name="connsiteY91" fmla="*/ 47541 h 49180"/>
                <a:gd name="connsiteX92" fmla="*/ 21311 w 86884"/>
                <a:gd name="connsiteY92" fmla="*/ 45901 h 49180"/>
                <a:gd name="connsiteX93" fmla="*/ 21311 w 86884"/>
                <a:gd name="connsiteY93" fmla="*/ 45901 h 49180"/>
                <a:gd name="connsiteX94" fmla="*/ 18032 w 86884"/>
                <a:gd name="connsiteY94" fmla="*/ 45901 h 49180"/>
                <a:gd name="connsiteX95" fmla="*/ 13114 w 86884"/>
                <a:gd name="connsiteY95" fmla="*/ 44262 h 49180"/>
                <a:gd name="connsiteX96" fmla="*/ 13114 w 86884"/>
                <a:gd name="connsiteY96" fmla="*/ 42623 h 49180"/>
                <a:gd name="connsiteX97" fmla="*/ 13114 w 86884"/>
                <a:gd name="connsiteY97" fmla="*/ 44262 h 49180"/>
                <a:gd name="connsiteX98" fmla="*/ 8197 w 86884"/>
                <a:gd name="connsiteY98" fmla="*/ 44262 h 49180"/>
                <a:gd name="connsiteX99" fmla="*/ 8197 w 86884"/>
                <a:gd name="connsiteY99" fmla="*/ 39344 h 49180"/>
                <a:gd name="connsiteX100" fmla="*/ 4918 w 86884"/>
                <a:gd name="connsiteY100" fmla="*/ 39344 h 49180"/>
                <a:gd name="connsiteX101" fmla="*/ 4918 w 86884"/>
                <a:gd name="connsiteY101" fmla="*/ 37705 h 49180"/>
                <a:gd name="connsiteX102" fmla="*/ 0 w 86884"/>
                <a:gd name="connsiteY102" fmla="*/ 34426 h 49180"/>
                <a:gd name="connsiteX103" fmla="*/ 0 w 86884"/>
                <a:gd name="connsiteY103" fmla="*/ 34426 h 4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86884" h="49180">
                  <a:moveTo>
                    <a:pt x="0" y="34426"/>
                  </a:moveTo>
                  <a:lnTo>
                    <a:pt x="1639" y="31148"/>
                  </a:lnTo>
                  <a:lnTo>
                    <a:pt x="3278" y="31148"/>
                  </a:lnTo>
                  <a:lnTo>
                    <a:pt x="6557" y="29508"/>
                  </a:lnTo>
                  <a:lnTo>
                    <a:pt x="9836" y="29508"/>
                  </a:lnTo>
                  <a:lnTo>
                    <a:pt x="11475" y="27869"/>
                  </a:lnTo>
                  <a:lnTo>
                    <a:pt x="14754" y="26229"/>
                  </a:lnTo>
                  <a:lnTo>
                    <a:pt x="13114" y="26229"/>
                  </a:lnTo>
                  <a:lnTo>
                    <a:pt x="9836" y="22951"/>
                  </a:lnTo>
                  <a:lnTo>
                    <a:pt x="13114" y="22951"/>
                  </a:lnTo>
                  <a:lnTo>
                    <a:pt x="16393" y="19672"/>
                  </a:lnTo>
                  <a:lnTo>
                    <a:pt x="21311" y="18033"/>
                  </a:lnTo>
                  <a:lnTo>
                    <a:pt x="22951" y="16393"/>
                  </a:lnTo>
                  <a:lnTo>
                    <a:pt x="22951" y="16393"/>
                  </a:lnTo>
                  <a:lnTo>
                    <a:pt x="22951" y="16393"/>
                  </a:lnTo>
                  <a:lnTo>
                    <a:pt x="24590" y="16393"/>
                  </a:lnTo>
                  <a:lnTo>
                    <a:pt x="26229" y="11476"/>
                  </a:lnTo>
                  <a:lnTo>
                    <a:pt x="26229" y="11476"/>
                  </a:lnTo>
                  <a:lnTo>
                    <a:pt x="26229" y="9836"/>
                  </a:lnTo>
                  <a:lnTo>
                    <a:pt x="27868" y="8197"/>
                  </a:lnTo>
                  <a:lnTo>
                    <a:pt x="31147" y="6557"/>
                  </a:lnTo>
                  <a:lnTo>
                    <a:pt x="31147" y="6557"/>
                  </a:lnTo>
                  <a:lnTo>
                    <a:pt x="31147" y="8197"/>
                  </a:lnTo>
                  <a:lnTo>
                    <a:pt x="34426" y="8197"/>
                  </a:lnTo>
                  <a:lnTo>
                    <a:pt x="37705" y="8197"/>
                  </a:lnTo>
                  <a:lnTo>
                    <a:pt x="40983" y="3279"/>
                  </a:lnTo>
                  <a:lnTo>
                    <a:pt x="40983" y="1639"/>
                  </a:lnTo>
                  <a:lnTo>
                    <a:pt x="44262" y="3279"/>
                  </a:lnTo>
                  <a:lnTo>
                    <a:pt x="45901" y="3279"/>
                  </a:lnTo>
                  <a:lnTo>
                    <a:pt x="49180" y="3279"/>
                  </a:lnTo>
                  <a:lnTo>
                    <a:pt x="52458" y="1639"/>
                  </a:lnTo>
                  <a:lnTo>
                    <a:pt x="55737" y="1639"/>
                  </a:lnTo>
                  <a:lnTo>
                    <a:pt x="59016" y="0"/>
                  </a:lnTo>
                  <a:lnTo>
                    <a:pt x="62295" y="0"/>
                  </a:lnTo>
                  <a:lnTo>
                    <a:pt x="65573" y="1639"/>
                  </a:lnTo>
                  <a:lnTo>
                    <a:pt x="70491" y="1639"/>
                  </a:lnTo>
                  <a:lnTo>
                    <a:pt x="70491" y="4918"/>
                  </a:lnTo>
                  <a:lnTo>
                    <a:pt x="72131" y="8197"/>
                  </a:lnTo>
                  <a:lnTo>
                    <a:pt x="72131" y="9836"/>
                  </a:lnTo>
                  <a:lnTo>
                    <a:pt x="75409" y="13115"/>
                  </a:lnTo>
                  <a:lnTo>
                    <a:pt x="77049" y="18033"/>
                  </a:lnTo>
                  <a:lnTo>
                    <a:pt x="80327" y="18033"/>
                  </a:lnTo>
                  <a:lnTo>
                    <a:pt x="80327" y="19672"/>
                  </a:lnTo>
                  <a:lnTo>
                    <a:pt x="77049" y="21311"/>
                  </a:lnTo>
                  <a:lnTo>
                    <a:pt x="73770" y="22951"/>
                  </a:lnTo>
                  <a:lnTo>
                    <a:pt x="72131" y="24590"/>
                  </a:lnTo>
                  <a:lnTo>
                    <a:pt x="73770" y="26229"/>
                  </a:lnTo>
                  <a:lnTo>
                    <a:pt x="77049" y="22951"/>
                  </a:lnTo>
                  <a:lnTo>
                    <a:pt x="81967" y="22951"/>
                  </a:lnTo>
                  <a:lnTo>
                    <a:pt x="83606" y="22951"/>
                  </a:lnTo>
                  <a:lnTo>
                    <a:pt x="85245" y="27869"/>
                  </a:lnTo>
                  <a:lnTo>
                    <a:pt x="86885" y="31148"/>
                  </a:lnTo>
                  <a:lnTo>
                    <a:pt x="86885" y="34426"/>
                  </a:lnTo>
                  <a:lnTo>
                    <a:pt x="83606" y="36066"/>
                  </a:lnTo>
                  <a:lnTo>
                    <a:pt x="83606" y="32787"/>
                  </a:lnTo>
                  <a:lnTo>
                    <a:pt x="81967" y="29508"/>
                  </a:lnTo>
                  <a:lnTo>
                    <a:pt x="78688" y="29508"/>
                  </a:lnTo>
                  <a:lnTo>
                    <a:pt x="80327" y="31148"/>
                  </a:lnTo>
                  <a:lnTo>
                    <a:pt x="80327" y="32787"/>
                  </a:lnTo>
                  <a:lnTo>
                    <a:pt x="78688" y="36066"/>
                  </a:lnTo>
                  <a:lnTo>
                    <a:pt x="83606" y="36066"/>
                  </a:lnTo>
                  <a:lnTo>
                    <a:pt x="83606" y="36066"/>
                  </a:lnTo>
                  <a:lnTo>
                    <a:pt x="81967" y="40983"/>
                  </a:lnTo>
                  <a:lnTo>
                    <a:pt x="78688" y="40983"/>
                  </a:lnTo>
                  <a:lnTo>
                    <a:pt x="75409" y="40983"/>
                  </a:lnTo>
                  <a:lnTo>
                    <a:pt x="72131" y="44262"/>
                  </a:lnTo>
                  <a:lnTo>
                    <a:pt x="70491" y="47541"/>
                  </a:lnTo>
                  <a:lnTo>
                    <a:pt x="67212" y="49180"/>
                  </a:lnTo>
                  <a:lnTo>
                    <a:pt x="63934" y="49180"/>
                  </a:lnTo>
                  <a:lnTo>
                    <a:pt x="60655" y="47541"/>
                  </a:lnTo>
                  <a:lnTo>
                    <a:pt x="59016" y="47541"/>
                  </a:lnTo>
                  <a:lnTo>
                    <a:pt x="57377" y="47541"/>
                  </a:lnTo>
                  <a:lnTo>
                    <a:pt x="55737" y="49180"/>
                  </a:lnTo>
                  <a:lnTo>
                    <a:pt x="55737" y="49180"/>
                  </a:lnTo>
                  <a:lnTo>
                    <a:pt x="50819" y="49180"/>
                  </a:lnTo>
                  <a:lnTo>
                    <a:pt x="47541" y="49180"/>
                  </a:lnTo>
                  <a:lnTo>
                    <a:pt x="45901" y="47541"/>
                  </a:lnTo>
                  <a:lnTo>
                    <a:pt x="47541" y="44262"/>
                  </a:lnTo>
                  <a:lnTo>
                    <a:pt x="44262" y="44262"/>
                  </a:lnTo>
                  <a:lnTo>
                    <a:pt x="40983" y="40983"/>
                  </a:lnTo>
                  <a:lnTo>
                    <a:pt x="40983" y="37705"/>
                  </a:lnTo>
                  <a:lnTo>
                    <a:pt x="37705" y="34426"/>
                  </a:lnTo>
                  <a:lnTo>
                    <a:pt x="34426" y="36066"/>
                  </a:lnTo>
                  <a:lnTo>
                    <a:pt x="29508" y="37705"/>
                  </a:lnTo>
                  <a:lnTo>
                    <a:pt x="29508" y="39344"/>
                  </a:lnTo>
                  <a:lnTo>
                    <a:pt x="31147" y="40983"/>
                  </a:lnTo>
                  <a:lnTo>
                    <a:pt x="27868" y="44262"/>
                  </a:lnTo>
                  <a:lnTo>
                    <a:pt x="27868" y="45901"/>
                  </a:lnTo>
                  <a:lnTo>
                    <a:pt x="26229" y="45901"/>
                  </a:lnTo>
                  <a:lnTo>
                    <a:pt x="24590" y="45901"/>
                  </a:lnTo>
                  <a:lnTo>
                    <a:pt x="24590" y="47541"/>
                  </a:lnTo>
                  <a:lnTo>
                    <a:pt x="24590" y="47541"/>
                  </a:lnTo>
                  <a:lnTo>
                    <a:pt x="21311" y="45901"/>
                  </a:lnTo>
                  <a:lnTo>
                    <a:pt x="21311" y="45901"/>
                  </a:lnTo>
                  <a:lnTo>
                    <a:pt x="18032" y="45901"/>
                  </a:lnTo>
                  <a:lnTo>
                    <a:pt x="13114" y="44262"/>
                  </a:lnTo>
                  <a:lnTo>
                    <a:pt x="13114" y="42623"/>
                  </a:lnTo>
                  <a:lnTo>
                    <a:pt x="13114" y="44262"/>
                  </a:lnTo>
                  <a:lnTo>
                    <a:pt x="8197" y="44262"/>
                  </a:lnTo>
                  <a:lnTo>
                    <a:pt x="8197" y="39344"/>
                  </a:lnTo>
                  <a:lnTo>
                    <a:pt x="4918" y="39344"/>
                  </a:lnTo>
                  <a:lnTo>
                    <a:pt x="4918" y="37705"/>
                  </a:lnTo>
                  <a:lnTo>
                    <a:pt x="0" y="34426"/>
                  </a:lnTo>
                  <a:lnTo>
                    <a:pt x="0" y="344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2" name="Freeform 2531">
              <a:extLst>
                <a:ext uri="{FF2B5EF4-FFF2-40B4-BE49-F238E27FC236}">
                  <a16:creationId xmlns:a16="http://schemas.microsoft.com/office/drawing/2014/main" id="{6916431C-B7CD-324D-B39A-7C67197875C0}"/>
                </a:ext>
              </a:extLst>
            </p:cNvPr>
            <p:cNvSpPr/>
            <p:nvPr/>
          </p:nvSpPr>
          <p:spPr>
            <a:xfrm>
              <a:off x="5227151" y="1587040"/>
              <a:ext cx="3278" cy="3278"/>
            </a:xfrm>
            <a:custGeom>
              <a:avLst/>
              <a:gdLst>
                <a:gd name="connsiteX0" fmla="*/ 0 w 3278"/>
                <a:gd name="connsiteY0" fmla="*/ 3279 h 3278"/>
                <a:gd name="connsiteX1" fmla="*/ 0 w 3278"/>
                <a:gd name="connsiteY1" fmla="*/ 1639 h 3278"/>
                <a:gd name="connsiteX2" fmla="*/ 3279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3279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3" name="Freeform 2532">
              <a:extLst>
                <a:ext uri="{FF2B5EF4-FFF2-40B4-BE49-F238E27FC236}">
                  <a16:creationId xmlns:a16="http://schemas.microsoft.com/office/drawing/2014/main" id="{F6733799-C915-B744-B7BA-A44D8B312EBD}"/>
                </a:ext>
              </a:extLst>
            </p:cNvPr>
            <p:cNvSpPr/>
            <p:nvPr/>
          </p:nvSpPr>
          <p:spPr>
            <a:xfrm>
              <a:off x="5273052" y="1662449"/>
              <a:ext cx="16393" cy="16393"/>
            </a:xfrm>
            <a:custGeom>
              <a:avLst/>
              <a:gdLst>
                <a:gd name="connsiteX0" fmla="*/ 0 w 16393"/>
                <a:gd name="connsiteY0" fmla="*/ 0 h 16393"/>
                <a:gd name="connsiteX1" fmla="*/ 0 w 16393"/>
                <a:gd name="connsiteY1" fmla="*/ 0 h 16393"/>
                <a:gd name="connsiteX2" fmla="*/ 0 w 16393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163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4" name="Freeform 2533">
              <a:extLst>
                <a:ext uri="{FF2B5EF4-FFF2-40B4-BE49-F238E27FC236}">
                  <a16:creationId xmlns:a16="http://schemas.microsoft.com/office/drawing/2014/main" id="{6F181983-DA4B-A745-8CF7-B7BA6EBB130B}"/>
                </a:ext>
              </a:extLst>
            </p:cNvPr>
            <p:cNvSpPr/>
            <p:nvPr/>
          </p:nvSpPr>
          <p:spPr>
            <a:xfrm>
              <a:off x="5614035" y="2018185"/>
              <a:ext cx="154097" cy="85245"/>
            </a:xfrm>
            <a:custGeom>
              <a:avLst/>
              <a:gdLst>
                <a:gd name="connsiteX0" fmla="*/ 0 w 154097"/>
                <a:gd name="connsiteY0" fmla="*/ 72131 h 85245"/>
                <a:gd name="connsiteX1" fmla="*/ 0 w 154097"/>
                <a:gd name="connsiteY1" fmla="*/ 70491 h 85245"/>
                <a:gd name="connsiteX2" fmla="*/ 0 w 154097"/>
                <a:gd name="connsiteY2" fmla="*/ 70491 h 85245"/>
                <a:gd name="connsiteX3" fmla="*/ 3278 w 154097"/>
                <a:gd name="connsiteY3" fmla="*/ 67213 h 85245"/>
                <a:gd name="connsiteX4" fmla="*/ 4918 w 154097"/>
                <a:gd name="connsiteY4" fmla="*/ 63934 h 85245"/>
                <a:gd name="connsiteX5" fmla="*/ 4918 w 154097"/>
                <a:gd name="connsiteY5" fmla="*/ 60655 h 85245"/>
                <a:gd name="connsiteX6" fmla="*/ 3278 w 154097"/>
                <a:gd name="connsiteY6" fmla="*/ 59016 h 85245"/>
                <a:gd name="connsiteX7" fmla="*/ 3278 w 154097"/>
                <a:gd name="connsiteY7" fmla="*/ 59016 h 85245"/>
                <a:gd name="connsiteX8" fmla="*/ 3278 w 154097"/>
                <a:gd name="connsiteY8" fmla="*/ 57377 h 85245"/>
                <a:gd name="connsiteX9" fmla="*/ 6557 w 154097"/>
                <a:gd name="connsiteY9" fmla="*/ 54098 h 85245"/>
                <a:gd name="connsiteX10" fmla="*/ 6557 w 154097"/>
                <a:gd name="connsiteY10" fmla="*/ 54098 h 85245"/>
                <a:gd name="connsiteX11" fmla="*/ 8197 w 154097"/>
                <a:gd name="connsiteY11" fmla="*/ 50819 h 85245"/>
                <a:gd name="connsiteX12" fmla="*/ 11475 w 154097"/>
                <a:gd name="connsiteY12" fmla="*/ 47541 h 85245"/>
                <a:gd name="connsiteX13" fmla="*/ 13114 w 154097"/>
                <a:gd name="connsiteY13" fmla="*/ 47541 h 85245"/>
                <a:gd name="connsiteX14" fmla="*/ 13114 w 154097"/>
                <a:gd name="connsiteY14" fmla="*/ 47541 h 85245"/>
                <a:gd name="connsiteX15" fmla="*/ 16393 w 154097"/>
                <a:gd name="connsiteY15" fmla="*/ 42623 h 85245"/>
                <a:gd name="connsiteX16" fmla="*/ 16393 w 154097"/>
                <a:gd name="connsiteY16" fmla="*/ 40983 h 85245"/>
                <a:gd name="connsiteX17" fmla="*/ 16393 w 154097"/>
                <a:gd name="connsiteY17" fmla="*/ 39344 h 85245"/>
                <a:gd name="connsiteX18" fmla="*/ 19672 w 154097"/>
                <a:gd name="connsiteY18" fmla="*/ 36065 h 85245"/>
                <a:gd name="connsiteX19" fmla="*/ 24590 w 154097"/>
                <a:gd name="connsiteY19" fmla="*/ 34426 h 85245"/>
                <a:gd name="connsiteX20" fmla="*/ 26229 w 154097"/>
                <a:gd name="connsiteY20" fmla="*/ 32787 h 85245"/>
                <a:gd name="connsiteX21" fmla="*/ 24590 w 154097"/>
                <a:gd name="connsiteY21" fmla="*/ 32787 h 85245"/>
                <a:gd name="connsiteX22" fmla="*/ 29508 w 154097"/>
                <a:gd name="connsiteY22" fmla="*/ 29508 h 85245"/>
                <a:gd name="connsiteX23" fmla="*/ 31147 w 154097"/>
                <a:gd name="connsiteY23" fmla="*/ 27869 h 85245"/>
                <a:gd name="connsiteX24" fmla="*/ 34426 w 154097"/>
                <a:gd name="connsiteY24" fmla="*/ 24590 h 85245"/>
                <a:gd name="connsiteX25" fmla="*/ 36065 w 154097"/>
                <a:gd name="connsiteY25" fmla="*/ 21311 h 85245"/>
                <a:gd name="connsiteX26" fmla="*/ 37705 w 154097"/>
                <a:gd name="connsiteY26" fmla="*/ 19672 h 85245"/>
                <a:gd name="connsiteX27" fmla="*/ 37705 w 154097"/>
                <a:gd name="connsiteY27" fmla="*/ 19672 h 85245"/>
                <a:gd name="connsiteX28" fmla="*/ 34426 w 154097"/>
                <a:gd name="connsiteY28" fmla="*/ 19672 h 85245"/>
                <a:gd name="connsiteX29" fmla="*/ 36065 w 154097"/>
                <a:gd name="connsiteY29" fmla="*/ 16393 h 85245"/>
                <a:gd name="connsiteX30" fmla="*/ 36065 w 154097"/>
                <a:gd name="connsiteY30" fmla="*/ 13114 h 85245"/>
                <a:gd name="connsiteX31" fmla="*/ 36065 w 154097"/>
                <a:gd name="connsiteY31" fmla="*/ 13114 h 85245"/>
                <a:gd name="connsiteX32" fmla="*/ 36065 w 154097"/>
                <a:gd name="connsiteY32" fmla="*/ 13114 h 85245"/>
                <a:gd name="connsiteX33" fmla="*/ 36065 w 154097"/>
                <a:gd name="connsiteY33" fmla="*/ 13114 h 85245"/>
                <a:gd name="connsiteX34" fmla="*/ 37705 w 154097"/>
                <a:gd name="connsiteY34" fmla="*/ 13114 h 85245"/>
                <a:gd name="connsiteX35" fmla="*/ 39344 w 154097"/>
                <a:gd name="connsiteY35" fmla="*/ 13114 h 85245"/>
                <a:gd name="connsiteX36" fmla="*/ 40983 w 154097"/>
                <a:gd name="connsiteY36" fmla="*/ 13114 h 85245"/>
                <a:gd name="connsiteX37" fmla="*/ 40983 w 154097"/>
                <a:gd name="connsiteY37" fmla="*/ 13114 h 85245"/>
                <a:gd name="connsiteX38" fmla="*/ 44262 w 154097"/>
                <a:gd name="connsiteY38" fmla="*/ 16393 h 85245"/>
                <a:gd name="connsiteX39" fmla="*/ 47541 w 154097"/>
                <a:gd name="connsiteY39" fmla="*/ 16393 h 85245"/>
                <a:gd name="connsiteX40" fmla="*/ 49180 w 154097"/>
                <a:gd name="connsiteY40" fmla="*/ 16393 h 85245"/>
                <a:gd name="connsiteX41" fmla="*/ 50820 w 154097"/>
                <a:gd name="connsiteY41" fmla="*/ 14754 h 85245"/>
                <a:gd name="connsiteX42" fmla="*/ 50820 w 154097"/>
                <a:gd name="connsiteY42" fmla="*/ 14754 h 85245"/>
                <a:gd name="connsiteX43" fmla="*/ 52458 w 154097"/>
                <a:gd name="connsiteY43" fmla="*/ 13114 h 85245"/>
                <a:gd name="connsiteX44" fmla="*/ 54098 w 154097"/>
                <a:gd name="connsiteY44" fmla="*/ 9836 h 85245"/>
                <a:gd name="connsiteX45" fmla="*/ 55737 w 154097"/>
                <a:gd name="connsiteY45" fmla="*/ 9836 h 85245"/>
                <a:gd name="connsiteX46" fmla="*/ 55737 w 154097"/>
                <a:gd name="connsiteY46" fmla="*/ 9836 h 85245"/>
                <a:gd name="connsiteX47" fmla="*/ 55737 w 154097"/>
                <a:gd name="connsiteY47" fmla="*/ 9836 h 85245"/>
                <a:gd name="connsiteX48" fmla="*/ 59016 w 154097"/>
                <a:gd name="connsiteY48" fmla="*/ 8197 h 85245"/>
                <a:gd name="connsiteX49" fmla="*/ 57377 w 154097"/>
                <a:gd name="connsiteY49" fmla="*/ 9836 h 85245"/>
                <a:gd name="connsiteX50" fmla="*/ 57377 w 154097"/>
                <a:gd name="connsiteY50" fmla="*/ 11475 h 85245"/>
                <a:gd name="connsiteX51" fmla="*/ 60655 w 154097"/>
                <a:gd name="connsiteY51" fmla="*/ 11475 h 85245"/>
                <a:gd name="connsiteX52" fmla="*/ 62295 w 154097"/>
                <a:gd name="connsiteY52" fmla="*/ 11475 h 85245"/>
                <a:gd name="connsiteX53" fmla="*/ 65573 w 154097"/>
                <a:gd name="connsiteY53" fmla="*/ 9836 h 85245"/>
                <a:gd name="connsiteX54" fmla="*/ 70491 w 154097"/>
                <a:gd name="connsiteY54" fmla="*/ 11475 h 85245"/>
                <a:gd name="connsiteX55" fmla="*/ 73770 w 154097"/>
                <a:gd name="connsiteY55" fmla="*/ 9836 h 85245"/>
                <a:gd name="connsiteX56" fmla="*/ 77049 w 154097"/>
                <a:gd name="connsiteY56" fmla="*/ 8197 h 85245"/>
                <a:gd name="connsiteX57" fmla="*/ 77049 w 154097"/>
                <a:gd name="connsiteY57" fmla="*/ 8197 h 85245"/>
                <a:gd name="connsiteX58" fmla="*/ 80327 w 154097"/>
                <a:gd name="connsiteY58" fmla="*/ 9836 h 85245"/>
                <a:gd name="connsiteX59" fmla="*/ 83606 w 154097"/>
                <a:gd name="connsiteY59" fmla="*/ 9836 h 85245"/>
                <a:gd name="connsiteX60" fmla="*/ 86885 w 154097"/>
                <a:gd name="connsiteY60" fmla="*/ 9836 h 85245"/>
                <a:gd name="connsiteX61" fmla="*/ 88524 w 154097"/>
                <a:gd name="connsiteY61" fmla="*/ 8197 h 85245"/>
                <a:gd name="connsiteX62" fmla="*/ 88524 w 154097"/>
                <a:gd name="connsiteY62" fmla="*/ 8197 h 85245"/>
                <a:gd name="connsiteX63" fmla="*/ 90164 w 154097"/>
                <a:gd name="connsiteY63" fmla="*/ 9836 h 85245"/>
                <a:gd name="connsiteX64" fmla="*/ 90164 w 154097"/>
                <a:gd name="connsiteY64" fmla="*/ 6557 h 85245"/>
                <a:gd name="connsiteX65" fmla="*/ 90164 w 154097"/>
                <a:gd name="connsiteY65" fmla="*/ 6557 h 85245"/>
                <a:gd name="connsiteX66" fmla="*/ 86885 w 154097"/>
                <a:gd name="connsiteY66" fmla="*/ 6557 h 85245"/>
                <a:gd name="connsiteX67" fmla="*/ 85245 w 154097"/>
                <a:gd name="connsiteY67" fmla="*/ 6557 h 85245"/>
                <a:gd name="connsiteX68" fmla="*/ 85245 w 154097"/>
                <a:gd name="connsiteY68" fmla="*/ 3279 h 85245"/>
                <a:gd name="connsiteX69" fmla="*/ 90164 w 154097"/>
                <a:gd name="connsiteY69" fmla="*/ 0 h 85245"/>
                <a:gd name="connsiteX70" fmla="*/ 93442 w 154097"/>
                <a:gd name="connsiteY70" fmla="*/ 1639 h 85245"/>
                <a:gd name="connsiteX71" fmla="*/ 95081 w 154097"/>
                <a:gd name="connsiteY71" fmla="*/ 3279 h 85245"/>
                <a:gd name="connsiteX72" fmla="*/ 95081 w 154097"/>
                <a:gd name="connsiteY72" fmla="*/ 3279 h 85245"/>
                <a:gd name="connsiteX73" fmla="*/ 95081 w 154097"/>
                <a:gd name="connsiteY73" fmla="*/ 4918 h 85245"/>
                <a:gd name="connsiteX74" fmla="*/ 96721 w 154097"/>
                <a:gd name="connsiteY74" fmla="*/ 4918 h 85245"/>
                <a:gd name="connsiteX75" fmla="*/ 100000 w 154097"/>
                <a:gd name="connsiteY75" fmla="*/ 6557 h 85245"/>
                <a:gd name="connsiteX76" fmla="*/ 103278 w 154097"/>
                <a:gd name="connsiteY76" fmla="*/ 6557 h 85245"/>
                <a:gd name="connsiteX77" fmla="*/ 106557 w 154097"/>
                <a:gd name="connsiteY77" fmla="*/ 4918 h 85245"/>
                <a:gd name="connsiteX78" fmla="*/ 108196 w 154097"/>
                <a:gd name="connsiteY78" fmla="*/ 6557 h 85245"/>
                <a:gd name="connsiteX79" fmla="*/ 109835 w 154097"/>
                <a:gd name="connsiteY79" fmla="*/ 6557 h 85245"/>
                <a:gd name="connsiteX80" fmla="*/ 109835 w 154097"/>
                <a:gd name="connsiteY80" fmla="*/ 6557 h 85245"/>
                <a:gd name="connsiteX81" fmla="*/ 114754 w 154097"/>
                <a:gd name="connsiteY81" fmla="*/ 6557 h 85245"/>
                <a:gd name="connsiteX82" fmla="*/ 118032 w 154097"/>
                <a:gd name="connsiteY82" fmla="*/ 8197 h 85245"/>
                <a:gd name="connsiteX83" fmla="*/ 121311 w 154097"/>
                <a:gd name="connsiteY83" fmla="*/ 11475 h 85245"/>
                <a:gd name="connsiteX84" fmla="*/ 122950 w 154097"/>
                <a:gd name="connsiteY84" fmla="*/ 11475 h 85245"/>
                <a:gd name="connsiteX85" fmla="*/ 122950 w 154097"/>
                <a:gd name="connsiteY85" fmla="*/ 13114 h 85245"/>
                <a:gd name="connsiteX86" fmla="*/ 126229 w 154097"/>
                <a:gd name="connsiteY86" fmla="*/ 14754 h 85245"/>
                <a:gd name="connsiteX87" fmla="*/ 126229 w 154097"/>
                <a:gd name="connsiteY87" fmla="*/ 16393 h 85245"/>
                <a:gd name="connsiteX88" fmla="*/ 126229 w 154097"/>
                <a:gd name="connsiteY88" fmla="*/ 16393 h 85245"/>
                <a:gd name="connsiteX89" fmla="*/ 124590 w 154097"/>
                <a:gd name="connsiteY89" fmla="*/ 19672 h 85245"/>
                <a:gd name="connsiteX90" fmla="*/ 124590 w 154097"/>
                <a:gd name="connsiteY90" fmla="*/ 19672 h 85245"/>
                <a:gd name="connsiteX91" fmla="*/ 122950 w 154097"/>
                <a:gd name="connsiteY91" fmla="*/ 22951 h 85245"/>
                <a:gd name="connsiteX92" fmla="*/ 121311 w 154097"/>
                <a:gd name="connsiteY92" fmla="*/ 24590 h 85245"/>
                <a:gd name="connsiteX93" fmla="*/ 119671 w 154097"/>
                <a:gd name="connsiteY93" fmla="*/ 27869 h 85245"/>
                <a:gd name="connsiteX94" fmla="*/ 121311 w 154097"/>
                <a:gd name="connsiteY94" fmla="*/ 29508 h 85245"/>
                <a:gd name="connsiteX95" fmla="*/ 119671 w 154097"/>
                <a:gd name="connsiteY95" fmla="*/ 32787 h 85245"/>
                <a:gd name="connsiteX96" fmla="*/ 121311 w 154097"/>
                <a:gd name="connsiteY96" fmla="*/ 32787 h 85245"/>
                <a:gd name="connsiteX97" fmla="*/ 124590 w 154097"/>
                <a:gd name="connsiteY97" fmla="*/ 32787 h 85245"/>
                <a:gd name="connsiteX98" fmla="*/ 126229 w 154097"/>
                <a:gd name="connsiteY98" fmla="*/ 32787 h 85245"/>
                <a:gd name="connsiteX99" fmla="*/ 129508 w 154097"/>
                <a:gd name="connsiteY99" fmla="*/ 32787 h 85245"/>
                <a:gd name="connsiteX100" fmla="*/ 134425 w 154097"/>
                <a:gd name="connsiteY100" fmla="*/ 34426 h 85245"/>
                <a:gd name="connsiteX101" fmla="*/ 134425 w 154097"/>
                <a:gd name="connsiteY101" fmla="*/ 37705 h 85245"/>
                <a:gd name="connsiteX102" fmla="*/ 137704 w 154097"/>
                <a:gd name="connsiteY102" fmla="*/ 39344 h 85245"/>
                <a:gd name="connsiteX103" fmla="*/ 137704 w 154097"/>
                <a:gd name="connsiteY103" fmla="*/ 39344 h 85245"/>
                <a:gd name="connsiteX104" fmla="*/ 142622 w 154097"/>
                <a:gd name="connsiteY104" fmla="*/ 40983 h 85245"/>
                <a:gd name="connsiteX105" fmla="*/ 144261 w 154097"/>
                <a:gd name="connsiteY105" fmla="*/ 40983 h 85245"/>
                <a:gd name="connsiteX106" fmla="*/ 147540 w 154097"/>
                <a:gd name="connsiteY106" fmla="*/ 37705 h 85245"/>
                <a:gd name="connsiteX107" fmla="*/ 150819 w 154097"/>
                <a:gd name="connsiteY107" fmla="*/ 34426 h 85245"/>
                <a:gd name="connsiteX108" fmla="*/ 154098 w 154097"/>
                <a:gd name="connsiteY108" fmla="*/ 37705 h 85245"/>
                <a:gd name="connsiteX109" fmla="*/ 154098 w 154097"/>
                <a:gd name="connsiteY109" fmla="*/ 37705 h 85245"/>
                <a:gd name="connsiteX110" fmla="*/ 154098 w 154097"/>
                <a:gd name="connsiteY110" fmla="*/ 39344 h 85245"/>
                <a:gd name="connsiteX111" fmla="*/ 154098 w 154097"/>
                <a:gd name="connsiteY111" fmla="*/ 40983 h 85245"/>
                <a:gd name="connsiteX112" fmla="*/ 152458 w 154097"/>
                <a:gd name="connsiteY112" fmla="*/ 44262 h 85245"/>
                <a:gd name="connsiteX113" fmla="*/ 152458 w 154097"/>
                <a:gd name="connsiteY113" fmla="*/ 47541 h 85245"/>
                <a:gd name="connsiteX114" fmla="*/ 154098 w 154097"/>
                <a:gd name="connsiteY114" fmla="*/ 50819 h 85245"/>
                <a:gd name="connsiteX115" fmla="*/ 154098 w 154097"/>
                <a:gd name="connsiteY115" fmla="*/ 54098 h 85245"/>
                <a:gd name="connsiteX116" fmla="*/ 152458 w 154097"/>
                <a:gd name="connsiteY116" fmla="*/ 54098 h 85245"/>
                <a:gd name="connsiteX117" fmla="*/ 149180 w 154097"/>
                <a:gd name="connsiteY117" fmla="*/ 54098 h 85245"/>
                <a:gd name="connsiteX118" fmla="*/ 145901 w 154097"/>
                <a:gd name="connsiteY118" fmla="*/ 50819 h 85245"/>
                <a:gd name="connsiteX119" fmla="*/ 142622 w 154097"/>
                <a:gd name="connsiteY119" fmla="*/ 50819 h 85245"/>
                <a:gd name="connsiteX120" fmla="*/ 139344 w 154097"/>
                <a:gd name="connsiteY120" fmla="*/ 55737 h 85245"/>
                <a:gd name="connsiteX121" fmla="*/ 139344 w 154097"/>
                <a:gd name="connsiteY121" fmla="*/ 59016 h 85245"/>
                <a:gd name="connsiteX122" fmla="*/ 144261 w 154097"/>
                <a:gd name="connsiteY122" fmla="*/ 60655 h 85245"/>
                <a:gd name="connsiteX123" fmla="*/ 142622 w 154097"/>
                <a:gd name="connsiteY123" fmla="*/ 63934 h 85245"/>
                <a:gd name="connsiteX124" fmla="*/ 140983 w 154097"/>
                <a:gd name="connsiteY124" fmla="*/ 68852 h 85245"/>
                <a:gd name="connsiteX125" fmla="*/ 137704 w 154097"/>
                <a:gd name="connsiteY125" fmla="*/ 65573 h 85245"/>
                <a:gd name="connsiteX126" fmla="*/ 137704 w 154097"/>
                <a:gd name="connsiteY126" fmla="*/ 65573 h 85245"/>
                <a:gd name="connsiteX127" fmla="*/ 136065 w 154097"/>
                <a:gd name="connsiteY127" fmla="*/ 62295 h 85245"/>
                <a:gd name="connsiteX128" fmla="*/ 132786 w 154097"/>
                <a:gd name="connsiteY128" fmla="*/ 62295 h 85245"/>
                <a:gd name="connsiteX129" fmla="*/ 129508 w 154097"/>
                <a:gd name="connsiteY129" fmla="*/ 62295 h 85245"/>
                <a:gd name="connsiteX130" fmla="*/ 129508 w 154097"/>
                <a:gd name="connsiteY130" fmla="*/ 63934 h 85245"/>
                <a:gd name="connsiteX131" fmla="*/ 124590 w 154097"/>
                <a:gd name="connsiteY131" fmla="*/ 65573 h 85245"/>
                <a:gd name="connsiteX132" fmla="*/ 121311 w 154097"/>
                <a:gd name="connsiteY132" fmla="*/ 63934 h 85245"/>
                <a:gd name="connsiteX133" fmla="*/ 119671 w 154097"/>
                <a:gd name="connsiteY133" fmla="*/ 60655 h 85245"/>
                <a:gd name="connsiteX134" fmla="*/ 118032 w 154097"/>
                <a:gd name="connsiteY134" fmla="*/ 57377 h 85245"/>
                <a:gd name="connsiteX135" fmla="*/ 114754 w 154097"/>
                <a:gd name="connsiteY135" fmla="*/ 55737 h 85245"/>
                <a:gd name="connsiteX136" fmla="*/ 113114 w 154097"/>
                <a:gd name="connsiteY136" fmla="*/ 57377 h 85245"/>
                <a:gd name="connsiteX137" fmla="*/ 113114 w 154097"/>
                <a:gd name="connsiteY137" fmla="*/ 60655 h 85245"/>
                <a:gd name="connsiteX138" fmla="*/ 113114 w 154097"/>
                <a:gd name="connsiteY138" fmla="*/ 63934 h 85245"/>
                <a:gd name="connsiteX139" fmla="*/ 111475 w 154097"/>
                <a:gd name="connsiteY139" fmla="*/ 67213 h 85245"/>
                <a:gd name="connsiteX140" fmla="*/ 109835 w 154097"/>
                <a:gd name="connsiteY140" fmla="*/ 70491 h 85245"/>
                <a:gd name="connsiteX141" fmla="*/ 106557 w 154097"/>
                <a:gd name="connsiteY141" fmla="*/ 73770 h 85245"/>
                <a:gd name="connsiteX142" fmla="*/ 103278 w 154097"/>
                <a:gd name="connsiteY142" fmla="*/ 77049 h 85245"/>
                <a:gd name="connsiteX143" fmla="*/ 104917 w 154097"/>
                <a:gd name="connsiteY143" fmla="*/ 77049 h 85245"/>
                <a:gd name="connsiteX144" fmla="*/ 104917 w 154097"/>
                <a:gd name="connsiteY144" fmla="*/ 78688 h 85245"/>
                <a:gd name="connsiteX145" fmla="*/ 106557 w 154097"/>
                <a:gd name="connsiteY145" fmla="*/ 81967 h 85245"/>
                <a:gd name="connsiteX146" fmla="*/ 104917 w 154097"/>
                <a:gd name="connsiteY146" fmla="*/ 85245 h 85245"/>
                <a:gd name="connsiteX147" fmla="*/ 104917 w 154097"/>
                <a:gd name="connsiteY147" fmla="*/ 85245 h 85245"/>
                <a:gd name="connsiteX148" fmla="*/ 100000 w 154097"/>
                <a:gd name="connsiteY148" fmla="*/ 85245 h 85245"/>
                <a:gd name="connsiteX149" fmla="*/ 100000 w 154097"/>
                <a:gd name="connsiteY149" fmla="*/ 81967 h 85245"/>
                <a:gd name="connsiteX150" fmla="*/ 98360 w 154097"/>
                <a:gd name="connsiteY150" fmla="*/ 78688 h 85245"/>
                <a:gd name="connsiteX151" fmla="*/ 96721 w 154097"/>
                <a:gd name="connsiteY151" fmla="*/ 78688 h 85245"/>
                <a:gd name="connsiteX152" fmla="*/ 96721 w 154097"/>
                <a:gd name="connsiteY152" fmla="*/ 77049 h 85245"/>
                <a:gd name="connsiteX153" fmla="*/ 95081 w 154097"/>
                <a:gd name="connsiteY153" fmla="*/ 73770 h 85245"/>
                <a:gd name="connsiteX154" fmla="*/ 93442 w 154097"/>
                <a:gd name="connsiteY154" fmla="*/ 73770 h 85245"/>
                <a:gd name="connsiteX155" fmla="*/ 93442 w 154097"/>
                <a:gd name="connsiteY155" fmla="*/ 73770 h 85245"/>
                <a:gd name="connsiteX156" fmla="*/ 93442 w 154097"/>
                <a:gd name="connsiteY156" fmla="*/ 73770 h 85245"/>
                <a:gd name="connsiteX157" fmla="*/ 90164 w 154097"/>
                <a:gd name="connsiteY157" fmla="*/ 72131 h 85245"/>
                <a:gd name="connsiteX158" fmla="*/ 88524 w 154097"/>
                <a:gd name="connsiteY158" fmla="*/ 70491 h 85245"/>
                <a:gd name="connsiteX159" fmla="*/ 83606 w 154097"/>
                <a:gd name="connsiteY159" fmla="*/ 65573 h 85245"/>
                <a:gd name="connsiteX160" fmla="*/ 85245 w 154097"/>
                <a:gd name="connsiteY160" fmla="*/ 62295 h 85245"/>
                <a:gd name="connsiteX161" fmla="*/ 81967 w 154097"/>
                <a:gd name="connsiteY161" fmla="*/ 59016 h 85245"/>
                <a:gd name="connsiteX162" fmla="*/ 80327 w 154097"/>
                <a:gd name="connsiteY162" fmla="*/ 60655 h 85245"/>
                <a:gd name="connsiteX163" fmla="*/ 77049 w 154097"/>
                <a:gd name="connsiteY163" fmla="*/ 63934 h 85245"/>
                <a:gd name="connsiteX164" fmla="*/ 72131 w 154097"/>
                <a:gd name="connsiteY164" fmla="*/ 65573 h 85245"/>
                <a:gd name="connsiteX165" fmla="*/ 73770 w 154097"/>
                <a:gd name="connsiteY165" fmla="*/ 70491 h 85245"/>
                <a:gd name="connsiteX166" fmla="*/ 73770 w 154097"/>
                <a:gd name="connsiteY166" fmla="*/ 72131 h 85245"/>
                <a:gd name="connsiteX167" fmla="*/ 70491 w 154097"/>
                <a:gd name="connsiteY167" fmla="*/ 75409 h 85245"/>
                <a:gd name="connsiteX168" fmla="*/ 67213 w 154097"/>
                <a:gd name="connsiteY168" fmla="*/ 78688 h 85245"/>
                <a:gd name="connsiteX169" fmla="*/ 63934 w 154097"/>
                <a:gd name="connsiteY169" fmla="*/ 81967 h 85245"/>
                <a:gd name="connsiteX170" fmla="*/ 62295 w 154097"/>
                <a:gd name="connsiteY170" fmla="*/ 81967 h 85245"/>
                <a:gd name="connsiteX171" fmla="*/ 59016 w 154097"/>
                <a:gd name="connsiteY171" fmla="*/ 80327 h 85245"/>
                <a:gd name="connsiteX172" fmla="*/ 54098 w 154097"/>
                <a:gd name="connsiteY172" fmla="*/ 78688 h 85245"/>
                <a:gd name="connsiteX173" fmla="*/ 54098 w 154097"/>
                <a:gd name="connsiteY173" fmla="*/ 78688 h 85245"/>
                <a:gd name="connsiteX174" fmla="*/ 50820 w 154097"/>
                <a:gd name="connsiteY174" fmla="*/ 80327 h 85245"/>
                <a:gd name="connsiteX175" fmla="*/ 47541 w 154097"/>
                <a:gd name="connsiteY175" fmla="*/ 81967 h 85245"/>
                <a:gd name="connsiteX176" fmla="*/ 44262 w 154097"/>
                <a:gd name="connsiteY176" fmla="*/ 81967 h 85245"/>
                <a:gd name="connsiteX177" fmla="*/ 39344 w 154097"/>
                <a:gd name="connsiteY177" fmla="*/ 83606 h 85245"/>
                <a:gd name="connsiteX178" fmla="*/ 36065 w 154097"/>
                <a:gd name="connsiteY178" fmla="*/ 81967 h 85245"/>
                <a:gd name="connsiteX179" fmla="*/ 34426 w 154097"/>
                <a:gd name="connsiteY179" fmla="*/ 77049 h 85245"/>
                <a:gd name="connsiteX180" fmla="*/ 32787 w 154097"/>
                <a:gd name="connsiteY180" fmla="*/ 75409 h 85245"/>
                <a:gd name="connsiteX181" fmla="*/ 32787 w 154097"/>
                <a:gd name="connsiteY181" fmla="*/ 75409 h 85245"/>
                <a:gd name="connsiteX182" fmla="*/ 29508 w 154097"/>
                <a:gd name="connsiteY182" fmla="*/ 72131 h 85245"/>
                <a:gd name="connsiteX183" fmla="*/ 27868 w 154097"/>
                <a:gd name="connsiteY183" fmla="*/ 68852 h 85245"/>
                <a:gd name="connsiteX184" fmla="*/ 29508 w 154097"/>
                <a:gd name="connsiteY184" fmla="*/ 63934 h 85245"/>
                <a:gd name="connsiteX185" fmla="*/ 27868 w 154097"/>
                <a:gd name="connsiteY185" fmla="*/ 60655 h 85245"/>
                <a:gd name="connsiteX186" fmla="*/ 27868 w 154097"/>
                <a:gd name="connsiteY186" fmla="*/ 60655 h 85245"/>
                <a:gd name="connsiteX187" fmla="*/ 24590 w 154097"/>
                <a:gd name="connsiteY187" fmla="*/ 59016 h 85245"/>
                <a:gd name="connsiteX188" fmla="*/ 21311 w 154097"/>
                <a:gd name="connsiteY188" fmla="*/ 59016 h 85245"/>
                <a:gd name="connsiteX189" fmla="*/ 18033 w 154097"/>
                <a:gd name="connsiteY189" fmla="*/ 59016 h 85245"/>
                <a:gd name="connsiteX190" fmla="*/ 13114 w 154097"/>
                <a:gd name="connsiteY190" fmla="*/ 60655 h 85245"/>
                <a:gd name="connsiteX191" fmla="*/ 9836 w 154097"/>
                <a:gd name="connsiteY191" fmla="*/ 62295 h 85245"/>
                <a:gd name="connsiteX192" fmla="*/ 9836 w 154097"/>
                <a:gd name="connsiteY192" fmla="*/ 63934 h 85245"/>
                <a:gd name="connsiteX193" fmla="*/ 9836 w 154097"/>
                <a:gd name="connsiteY193" fmla="*/ 65573 h 85245"/>
                <a:gd name="connsiteX194" fmla="*/ 8197 w 154097"/>
                <a:gd name="connsiteY194" fmla="*/ 68852 h 85245"/>
                <a:gd name="connsiteX195" fmla="*/ 6557 w 154097"/>
                <a:gd name="connsiteY195" fmla="*/ 70491 h 85245"/>
                <a:gd name="connsiteX196" fmla="*/ 3278 w 154097"/>
                <a:gd name="connsiteY196" fmla="*/ 72131 h 85245"/>
                <a:gd name="connsiteX197" fmla="*/ 0 w 154097"/>
                <a:gd name="connsiteY197" fmla="*/ 72131 h 85245"/>
                <a:gd name="connsiteX198" fmla="*/ 0 w 154097"/>
                <a:gd name="connsiteY198" fmla="*/ 72131 h 85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</a:cxnLst>
              <a:rect l="l" t="t" r="r" b="b"/>
              <a:pathLst>
                <a:path w="154097" h="85245">
                  <a:moveTo>
                    <a:pt x="0" y="72131"/>
                  </a:moveTo>
                  <a:lnTo>
                    <a:pt x="0" y="70491"/>
                  </a:lnTo>
                  <a:lnTo>
                    <a:pt x="0" y="70491"/>
                  </a:lnTo>
                  <a:lnTo>
                    <a:pt x="3278" y="67213"/>
                  </a:lnTo>
                  <a:lnTo>
                    <a:pt x="4918" y="63934"/>
                  </a:lnTo>
                  <a:lnTo>
                    <a:pt x="4918" y="60655"/>
                  </a:lnTo>
                  <a:lnTo>
                    <a:pt x="3278" y="59016"/>
                  </a:lnTo>
                  <a:lnTo>
                    <a:pt x="3278" y="59016"/>
                  </a:lnTo>
                  <a:lnTo>
                    <a:pt x="3278" y="57377"/>
                  </a:lnTo>
                  <a:lnTo>
                    <a:pt x="6557" y="54098"/>
                  </a:lnTo>
                  <a:lnTo>
                    <a:pt x="6557" y="54098"/>
                  </a:lnTo>
                  <a:lnTo>
                    <a:pt x="8197" y="50819"/>
                  </a:lnTo>
                  <a:lnTo>
                    <a:pt x="11475" y="47541"/>
                  </a:lnTo>
                  <a:lnTo>
                    <a:pt x="13114" y="47541"/>
                  </a:lnTo>
                  <a:lnTo>
                    <a:pt x="13114" y="47541"/>
                  </a:lnTo>
                  <a:lnTo>
                    <a:pt x="16393" y="42623"/>
                  </a:lnTo>
                  <a:lnTo>
                    <a:pt x="16393" y="40983"/>
                  </a:lnTo>
                  <a:lnTo>
                    <a:pt x="16393" y="39344"/>
                  </a:lnTo>
                  <a:lnTo>
                    <a:pt x="19672" y="36065"/>
                  </a:lnTo>
                  <a:lnTo>
                    <a:pt x="24590" y="34426"/>
                  </a:lnTo>
                  <a:lnTo>
                    <a:pt x="26229" y="32787"/>
                  </a:lnTo>
                  <a:lnTo>
                    <a:pt x="24590" y="32787"/>
                  </a:lnTo>
                  <a:lnTo>
                    <a:pt x="29508" y="29508"/>
                  </a:lnTo>
                  <a:lnTo>
                    <a:pt x="31147" y="27869"/>
                  </a:lnTo>
                  <a:lnTo>
                    <a:pt x="34426" y="24590"/>
                  </a:lnTo>
                  <a:lnTo>
                    <a:pt x="36065" y="21311"/>
                  </a:lnTo>
                  <a:lnTo>
                    <a:pt x="37705" y="19672"/>
                  </a:lnTo>
                  <a:lnTo>
                    <a:pt x="37705" y="19672"/>
                  </a:lnTo>
                  <a:lnTo>
                    <a:pt x="34426" y="19672"/>
                  </a:lnTo>
                  <a:lnTo>
                    <a:pt x="36065" y="16393"/>
                  </a:lnTo>
                  <a:lnTo>
                    <a:pt x="36065" y="13114"/>
                  </a:lnTo>
                  <a:lnTo>
                    <a:pt x="36065" y="13114"/>
                  </a:lnTo>
                  <a:lnTo>
                    <a:pt x="36065" y="13114"/>
                  </a:lnTo>
                  <a:lnTo>
                    <a:pt x="36065" y="13114"/>
                  </a:lnTo>
                  <a:lnTo>
                    <a:pt x="37705" y="13114"/>
                  </a:lnTo>
                  <a:lnTo>
                    <a:pt x="39344" y="13114"/>
                  </a:lnTo>
                  <a:lnTo>
                    <a:pt x="40983" y="13114"/>
                  </a:lnTo>
                  <a:lnTo>
                    <a:pt x="40983" y="13114"/>
                  </a:lnTo>
                  <a:lnTo>
                    <a:pt x="44262" y="16393"/>
                  </a:lnTo>
                  <a:lnTo>
                    <a:pt x="47541" y="16393"/>
                  </a:lnTo>
                  <a:lnTo>
                    <a:pt x="49180" y="16393"/>
                  </a:lnTo>
                  <a:lnTo>
                    <a:pt x="50820" y="14754"/>
                  </a:lnTo>
                  <a:lnTo>
                    <a:pt x="50820" y="14754"/>
                  </a:lnTo>
                  <a:lnTo>
                    <a:pt x="52458" y="13114"/>
                  </a:lnTo>
                  <a:lnTo>
                    <a:pt x="54098" y="9836"/>
                  </a:lnTo>
                  <a:lnTo>
                    <a:pt x="55737" y="9836"/>
                  </a:lnTo>
                  <a:lnTo>
                    <a:pt x="55737" y="9836"/>
                  </a:lnTo>
                  <a:lnTo>
                    <a:pt x="55737" y="9836"/>
                  </a:lnTo>
                  <a:lnTo>
                    <a:pt x="59016" y="8197"/>
                  </a:lnTo>
                  <a:lnTo>
                    <a:pt x="57377" y="9836"/>
                  </a:lnTo>
                  <a:lnTo>
                    <a:pt x="57377" y="11475"/>
                  </a:lnTo>
                  <a:lnTo>
                    <a:pt x="60655" y="11475"/>
                  </a:lnTo>
                  <a:lnTo>
                    <a:pt x="62295" y="11475"/>
                  </a:lnTo>
                  <a:lnTo>
                    <a:pt x="65573" y="9836"/>
                  </a:lnTo>
                  <a:lnTo>
                    <a:pt x="70491" y="11475"/>
                  </a:lnTo>
                  <a:lnTo>
                    <a:pt x="73770" y="9836"/>
                  </a:lnTo>
                  <a:lnTo>
                    <a:pt x="77049" y="8197"/>
                  </a:lnTo>
                  <a:lnTo>
                    <a:pt x="77049" y="8197"/>
                  </a:lnTo>
                  <a:lnTo>
                    <a:pt x="80327" y="9836"/>
                  </a:lnTo>
                  <a:lnTo>
                    <a:pt x="83606" y="9836"/>
                  </a:lnTo>
                  <a:lnTo>
                    <a:pt x="86885" y="9836"/>
                  </a:lnTo>
                  <a:lnTo>
                    <a:pt x="88524" y="8197"/>
                  </a:lnTo>
                  <a:lnTo>
                    <a:pt x="88524" y="8197"/>
                  </a:lnTo>
                  <a:lnTo>
                    <a:pt x="90164" y="9836"/>
                  </a:lnTo>
                  <a:lnTo>
                    <a:pt x="90164" y="6557"/>
                  </a:lnTo>
                  <a:lnTo>
                    <a:pt x="90164" y="6557"/>
                  </a:lnTo>
                  <a:lnTo>
                    <a:pt x="86885" y="6557"/>
                  </a:lnTo>
                  <a:lnTo>
                    <a:pt x="85245" y="6557"/>
                  </a:lnTo>
                  <a:lnTo>
                    <a:pt x="85245" y="3279"/>
                  </a:lnTo>
                  <a:lnTo>
                    <a:pt x="90164" y="0"/>
                  </a:lnTo>
                  <a:lnTo>
                    <a:pt x="93442" y="1639"/>
                  </a:lnTo>
                  <a:lnTo>
                    <a:pt x="95081" y="3279"/>
                  </a:lnTo>
                  <a:lnTo>
                    <a:pt x="95081" y="3279"/>
                  </a:lnTo>
                  <a:lnTo>
                    <a:pt x="95081" y="4918"/>
                  </a:lnTo>
                  <a:lnTo>
                    <a:pt x="96721" y="4918"/>
                  </a:lnTo>
                  <a:lnTo>
                    <a:pt x="100000" y="6557"/>
                  </a:lnTo>
                  <a:lnTo>
                    <a:pt x="103278" y="6557"/>
                  </a:lnTo>
                  <a:lnTo>
                    <a:pt x="106557" y="4918"/>
                  </a:lnTo>
                  <a:lnTo>
                    <a:pt x="108196" y="6557"/>
                  </a:lnTo>
                  <a:lnTo>
                    <a:pt x="109835" y="6557"/>
                  </a:lnTo>
                  <a:lnTo>
                    <a:pt x="109835" y="6557"/>
                  </a:lnTo>
                  <a:lnTo>
                    <a:pt x="114754" y="6557"/>
                  </a:lnTo>
                  <a:lnTo>
                    <a:pt x="118032" y="8197"/>
                  </a:lnTo>
                  <a:lnTo>
                    <a:pt x="121311" y="11475"/>
                  </a:lnTo>
                  <a:lnTo>
                    <a:pt x="122950" y="11475"/>
                  </a:lnTo>
                  <a:lnTo>
                    <a:pt x="122950" y="13114"/>
                  </a:lnTo>
                  <a:lnTo>
                    <a:pt x="126229" y="14754"/>
                  </a:lnTo>
                  <a:lnTo>
                    <a:pt x="126229" y="16393"/>
                  </a:lnTo>
                  <a:lnTo>
                    <a:pt x="126229" y="16393"/>
                  </a:lnTo>
                  <a:lnTo>
                    <a:pt x="124590" y="19672"/>
                  </a:lnTo>
                  <a:lnTo>
                    <a:pt x="124590" y="19672"/>
                  </a:lnTo>
                  <a:lnTo>
                    <a:pt x="122950" y="22951"/>
                  </a:lnTo>
                  <a:lnTo>
                    <a:pt x="121311" y="24590"/>
                  </a:lnTo>
                  <a:lnTo>
                    <a:pt x="119671" y="27869"/>
                  </a:lnTo>
                  <a:lnTo>
                    <a:pt x="121311" y="29508"/>
                  </a:lnTo>
                  <a:lnTo>
                    <a:pt x="119671" y="32787"/>
                  </a:lnTo>
                  <a:lnTo>
                    <a:pt x="121311" y="32787"/>
                  </a:lnTo>
                  <a:lnTo>
                    <a:pt x="124590" y="32787"/>
                  </a:lnTo>
                  <a:lnTo>
                    <a:pt x="126229" y="32787"/>
                  </a:lnTo>
                  <a:lnTo>
                    <a:pt x="129508" y="32787"/>
                  </a:lnTo>
                  <a:lnTo>
                    <a:pt x="134425" y="34426"/>
                  </a:lnTo>
                  <a:lnTo>
                    <a:pt x="134425" y="37705"/>
                  </a:lnTo>
                  <a:lnTo>
                    <a:pt x="137704" y="39344"/>
                  </a:lnTo>
                  <a:lnTo>
                    <a:pt x="137704" y="39344"/>
                  </a:lnTo>
                  <a:lnTo>
                    <a:pt x="142622" y="40983"/>
                  </a:lnTo>
                  <a:lnTo>
                    <a:pt x="144261" y="40983"/>
                  </a:lnTo>
                  <a:lnTo>
                    <a:pt x="147540" y="37705"/>
                  </a:lnTo>
                  <a:lnTo>
                    <a:pt x="150819" y="34426"/>
                  </a:lnTo>
                  <a:lnTo>
                    <a:pt x="154098" y="37705"/>
                  </a:lnTo>
                  <a:lnTo>
                    <a:pt x="154098" y="37705"/>
                  </a:lnTo>
                  <a:lnTo>
                    <a:pt x="154098" y="39344"/>
                  </a:lnTo>
                  <a:lnTo>
                    <a:pt x="154098" y="40983"/>
                  </a:lnTo>
                  <a:lnTo>
                    <a:pt x="152458" y="44262"/>
                  </a:lnTo>
                  <a:lnTo>
                    <a:pt x="152458" y="47541"/>
                  </a:lnTo>
                  <a:lnTo>
                    <a:pt x="154098" y="50819"/>
                  </a:lnTo>
                  <a:lnTo>
                    <a:pt x="154098" y="54098"/>
                  </a:lnTo>
                  <a:lnTo>
                    <a:pt x="152458" y="54098"/>
                  </a:lnTo>
                  <a:lnTo>
                    <a:pt x="149180" y="54098"/>
                  </a:lnTo>
                  <a:lnTo>
                    <a:pt x="145901" y="50819"/>
                  </a:lnTo>
                  <a:lnTo>
                    <a:pt x="142622" y="50819"/>
                  </a:lnTo>
                  <a:lnTo>
                    <a:pt x="139344" y="55737"/>
                  </a:lnTo>
                  <a:lnTo>
                    <a:pt x="139344" y="59016"/>
                  </a:lnTo>
                  <a:lnTo>
                    <a:pt x="144261" y="60655"/>
                  </a:lnTo>
                  <a:lnTo>
                    <a:pt x="142622" y="63934"/>
                  </a:lnTo>
                  <a:lnTo>
                    <a:pt x="140983" y="68852"/>
                  </a:lnTo>
                  <a:lnTo>
                    <a:pt x="137704" y="65573"/>
                  </a:lnTo>
                  <a:lnTo>
                    <a:pt x="137704" y="65573"/>
                  </a:lnTo>
                  <a:lnTo>
                    <a:pt x="136065" y="62295"/>
                  </a:lnTo>
                  <a:lnTo>
                    <a:pt x="132786" y="62295"/>
                  </a:lnTo>
                  <a:lnTo>
                    <a:pt x="129508" y="62295"/>
                  </a:lnTo>
                  <a:lnTo>
                    <a:pt x="129508" y="63934"/>
                  </a:lnTo>
                  <a:lnTo>
                    <a:pt x="124590" y="65573"/>
                  </a:lnTo>
                  <a:lnTo>
                    <a:pt x="121311" y="63934"/>
                  </a:lnTo>
                  <a:lnTo>
                    <a:pt x="119671" y="60655"/>
                  </a:lnTo>
                  <a:lnTo>
                    <a:pt x="118032" y="57377"/>
                  </a:lnTo>
                  <a:lnTo>
                    <a:pt x="114754" y="55737"/>
                  </a:lnTo>
                  <a:lnTo>
                    <a:pt x="113114" y="57377"/>
                  </a:lnTo>
                  <a:lnTo>
                    <a:pt x="113114" y="60655"/>
                  </a:lnTo>
                  <a:lnTo>
                    <a:pt x="113114" y="63934"/>
                  </a:lnTo>
                  <a:lnTo>
                    <a:pt x="111475" y="67213"/>
                  </a:lnTo>
                  <a:lnTo>
                    <a:pt x="109835" y="70491"/>
                  </a:lnTo>
                  <a:lnTo>
                    <a:pt x="106557" y="73770"/>
                  </a:lnTo>
                  <a:lnTo>
                    <a:pt x="103278" y="77049"/>
                  </a:lnTo>
                  <a:lnTo>
                    <a:pt x="104917" y="77049"/>
                  </a:lnTo>
                  <a:lnTo>
                    <a:pt x="104917" y="78688"/>
                  </a:lnTo>
                  <a:lnTo>
                    <a:pt x="106557" y="81967"/>
                  </a:lnTo>
                  <a:lnTo>
                    <a:pt x="104917" y="85245"/>
                  </a:lnTo>
                  <a:lnTo>
                    <a:pt x="104917" y="85245"/>
                  </a:lnTo>
                  <a:lnTo>
                    <a:pt x="100000" y="85245"/>
                  </a:lnTo>
                  <a:lnTo>
                    <a:pt x="100000" y="81967"/>
                  </a:lnTo>
                  <a:lnTo>
                    <a:pt x="98360" y="78688"/>
                  </a:lnTo>
                  <a:lnTo>
                    <a:pt x="96721" y="78688"/>
                  </a:lnTo>
                  <a:lnTo>
                    <a:pt x="96721" y="77049"/>
                  </a:lnTo>
                  <a:lnTo>
                    <a:pt x="95081" y="73770"/>
                  </a:lnTo>
                  <a:lnTo>
                    <a:pt x="93442" y="73770"/>
                  </a:lnTo>
                  <a:lnTo>
                    <a:pt x="93442" y="73770"/>
                  </a:lnTo>
                  <a:lnTo>
                    <a:pt x="93442" y="73770"/>
                  </a:lnTo>
                  <a:lnTo>
                    <a:pt x="90164" y="72131"/>
                  </a:lnTo>
                  <a:lnTo>
                    <a:pt x="88524" y="70491"/>
                  </a:lnTo>
                  <a:lnTo>
                    <a:pt x="83606" y="65573"/>
                  </a:lnTo>
                  <a:lnTo>
                    <a:pt x="85245" y="62295"/>
                  </a:lnTo>
                  <a:lnTo>
                    <a:pt x="81967" y="59016"/>
                  </a:lnTo>
                  <a:lnTo>
                    <a:pt x="80327" y="60655"/>
                  </a:lnTo>
                  <a:lnTo>
                    <a:pt x="77049" y="63934"/>
                  </a:lnTo>
                  <a:lnTo>
                    <a:pt x="72131" y="65573"/>
                  </a:lnTo>
                  <a:lnTo>
                    <a:pt x="73770" y="70491"/>
                  </a:lnTo>
                  <a:lnTo>
                    <a:pt x="73770" y="72131"/>
                  </a:lnTo>
                  <a:lnTo>
                    <a:pt x="70491" y="75409"/>
                  </a:lnTo>
                  <a:lnTo>
                    <a:pt x="67213" y="78688"/>
                  </a:lnTo>
                  <a:lnTo>
                    <a:pt x="63934" y="81967"/>
                  </a:lnTo>
                  <a:lnTo>
                    <a:pt x="62295" y="81967"/>
                  </a:lnTo>
                  <a:lnTo>
                    <a:pt x="59016" y="80327"/>
                  </a:lnTo>
                  <a:lnTo>
                    <a:pt x="54098" y="78688"/>
                  </a:lnTo>
                  <a:lnTo>
                    <a:pt x="54098" y="78688"/>
                  </a:lnTo>
                  <a:lnTo>
                    <a:pt x="50820" y="80327"/>
                  </a:lnTo>
                  <a:lnTo>
                    <a:pt x="47541" y="81967"/>
                  </a:lnTo>
                  <a:lnTo>
                    <a:pt x="44262" y="81967"/>
                  </a:lnTo>
                  <a:lnTo>
                    <a:pt x="39344" y="83606"/>
                  </a:lnTo>
                  <a:lnTo>
                    <a:pt x="36065" y="81967"/>
                  </a:lnTo>
                  <a:lnTo>
                    <a:pt x="34426" y="77049"/>
                  </a:lnTo>
                  <a:lnTo>
                    <a:pt x="32787" y="75409"/>
                  </a:lnTo>
                  <a:lnTo>
                    <a:pt x="32787" y="75409"/>
                  </a:lnTo>
                  <a:lnTo>
                    <a:pt x="29508" y="72131"/>
                  </a:lnTo>
                  <a:lnTo>
                    <a:pt x="27868" y="68852"/>
                  </a:lnTo>
                  <a:lnTo>
                    <a:pt x="29508" y="63934"/>
                  </a:lnTo>
                  <a:lnTo>
                    <a:pt x="27868" y="60655"/>
                  </a:lnTo>
                  <a:lnTo>
                    <a:pt x="27868" y="60655"/>
                  </a:lnTo>
                  <a:lnTo>
                    <a:pt x="24590" y="59016"/>
                  </a:lnTo>
                  <a:lnTo>
                    <a:pt x="21311" y="59016"/>
                  </a:lnTo>
                  <a:lnTo>
                    <a:pt x="18033" y="59016"/>
                  </a:lnTo>
                  <a:lnTo>
                    <a:pt x="13114" y="60655"/>
                  </a:lnTo>
                  <a:lnTo>
                    <a:pt x="9836" y="62295"/>
                  </a:lnTo>
                  <a:lnTo>
                    <a:pt x="9836" y="63934"/>
                  </a:lnTo>
                  <a:lnTo>
                    <a:pt x="9836" y="65573"/>
                  </a:lnTo>
                  <a:lnTo>
                    <a:pt x="8197" y="68852"/>
                  </a:lnTo>
                  <a:lnTo>
                    <a:pt x="6557" y="70491"/>
                  </a:lnTo>
                  <a:lnTo>
                    <a:pt x="3278" y="72131"/>
                  </a:lnTo>
                  <a:lnTo>
                    <a:pt x="0" y="72131"/>
                  </a:lnTo>
                  <a:lnTo>
                    <a:pt x="0" y="7213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5" name="Freeform 2534">
              <a:extLst>
                <a:ext uri="{FF2B5EF4-FFF2-40B4-BE49-F238E27FC236}">
                  <a16:creationId xmlns:a16="http://schemas.microsoft.com/office/drawing/2014/main" id="{EDAE00E7-479A-BC4D-8D50-818F96C04E4E}"/>
                </a:ext>
              </a:extLst>
            </p:cNvPr>
            <p:cNvSpPr/>
            <p:nvPr/>
          </p:nvSpPr>
          <p:spPr>
            <a:xfrm>
              <a:off x="5694362" y="3544407"/>
              <a:ext cx="296720" cy="504915"/>
            </a:xfrm>
            <a:custGeom>
              <a:avLst/>
              <a:gdLst>
                <a:gd name="connsiteX0" fmla="*/ 3279 w 296720"/>
                <a:gd name="connsiteY0" fmla="*/ 365572 h 504915"/>
                <a:gd name="connsiteX1" fmla="*/ 4918 w 296720"/>
                <a:gd name="connsiteY1" fmla="*/ 363933 h 504915"/>
                <a:gd name="connsiteX2" fmla="*/ 6557 w 296720"/>
                <a:gd name="connsiteY2" fmla="*/ 360654 h 504915"/>
                <a:gd name="connsiteX3" fmla="*/ 8197 w 296720"/>
                <a:gd name="connsiteY3" fmla="*/ 355736 h 504915"/>
                <a:gd name="connsiteX4" fmla="*/ 9836 w 296720"/>
                <a:gd name="connsiteY4" fmla="*/ 352458 h 504915"/>
                <a:gd name="connsiteX5" fmla="*/ 13114 w 296720"/>
                <a:gd name="connsiteY5" fmla="*/ 349179 h 504915"/>
                <a:gd name="connsiteX6" fmla="*/ 13114 w 296720"/>
                <a:gd name="connsiteY6" fmla="*/ 345900 h 504915"/>
                <a:gd name="connsiteX7" fmla="*/ 13114 w 296720"/>
                <a:gd name="connsiteY7" fmla="*/ 342622 h 504915"/>
                <a:gd name="connsiteX8" fmla="*/ 13114 w 296720"/>
                <a:gd name="connsiteY8" fmla="*/ 337703 h 504915"/>
                <a:gd name="connsiteX9" fmla="*/ 14754 w 296720"/>
                <a:gd name="connsiteY9" fmla="*/ 334425 h 504915"/>
                <a:gd name="connsiteX10" fmla="*/ 16393 w 296720"/>
                <a:gd name="connsiteY10" fmla="*/ 329507 h 504915"/>
                <a:gd name="connsiteX11" fmla="*/ 13114 w 296720"/>
                <a:gd name="connsiteY11" fmla="*/ 326228 h 504915"/>
                <a:gd name="connsiteX12" fmla="*/ 13114 w 296720"/>
                <a:gd name="connsiteY12" fmla="*/ 324589 h 504915"/>
                <a:gd name="connsiteX13" fmla="*/ 13114 w 296720"/>
                <a:gd name="connsiteY13" fmla="*/ 321310 h 504915"/>
                <a:gd name="connsiteX14" fmla="*/ 13114 w 296720"/>
                <a:gd name="connsiteY14" fmla="*/ 321310 h 504915"/>
                <a:gd name="connsiteX15" fmla="*/ 16393 w 296720"/>
                <a:gd name="connsiteY15" fmla="*/ 319671 h 504915"/>
                <a:gd name="connsiteX16" fmla="*/ 19672 w 296720"/>
                <a:gd name="connsiteY16" fmla="*/ 316392 h 504915"/>
                <a:gd name="connsiteX17" fmla="*/ 21311 w 296720"/>
                <a:gd name="connsiteY17" fmla="*/ 313113 h 504915"/>
                <a:gd name="connsiteX18" fmla="*/ 24590 w 296720"/>
                <a:gd name="connsiteY18" fmla="*/ 309835 h 504915"/>
                <a:gd name="connsiteX19" fmla="*/ 27869 w 296720"/>
                <a:gd name="connsiteY19" fmla="*/ 306556 h 504915"/>
                <a:gd name="connsiteX20" fmla="*/ 31147 w 296720"/>
                <a:gd name="connsiteY20" fmla="*/ 301638 h 504915"/>
                <a:gd name="connsiteX21" fmla="*/ 32787 w 296720"/>
                <a:gd name="connsiteY21" fmla="*/ 298359 h 504915"/>
                <a:gd name="connsiteX22" fmla="*/ 37705 w 296720"/>
                <a:gd name="connsiteY22" fmla="*/ 295081 h 504915"/>
                <a:gd name="connsiteX23" fmla="*/ 40983 w 296720"/>
                <a:gd name="connsiteY23" fmla="*/ 293441 h 504915"/>
                <a:gd name="connsiteX24" fmla="*/ 44262 w 296720"/>
                <a:gd name="connsiteY24" fmla="*/ 290163 h 504915"/>
                <a:gd name="connsiteX25" fmla="*/ 45901 w 296720"/>
                <a:gd name="connsiteY25" fmla="*/ 290163 h 504915"/>
                <a:gd name="connsiteX26" fmla="*/ 45901 w 296720"/>
                <a:gd name="connsiteY26" fmla="*/ 290163 h 504915"/>
                <a:gd name="connsiteX27" fmla="*/ 47541 w 296720"/>
                <a:gd name="connsiteY27" fmla="*/ 286884 h 504915"/>
                <a:gd name="connsiteX28" fmla="*/ 49180 w 296720"/>
                <a:gd name="connsiteY28" fmla="*/ 281966 h 504915"/>
                <a:gd name="connsiteX29" fmla="*/ 52459 w 296720"/>
                <a:gd name="connsiteY29" fmla="*/ 278687 h 504915"/>
                <a:gd name="connsiteX30" fmla="*/ 55737 w 296720"/>
                <a:gd name="connsiteY30" fmla="*/ 275409 h 504915"/>
                <a:gd name="connsiteX31" fmla="*/ 57377 w 296720"/>
                <a:gd name="connsiteY31" fmla="*/ 273769 h 504915"/>
                <a:gd name="connsiteX32" fmla="*/ 60656 w 296720"/>
                <a:gd name="connsiteY32" fmla="*/ 270491 h 504915"/>
                <a:gd name="connsiteX33" fmla="*/ 63934 w 296720"/>
                <a:gd name="connsiteY33" fmla="*/ 270491 h 504915"/>
                <a:gd name="connsiteX34" fmla="*/ 68852 w 296720"/>
                <a:gd name="connsiteY34" fmla="*/ 273769 h 504915"/>
                <a:gd name="connsiteX35" fmla="*/ 72131 w 296720"/>
                <a:gd name="connsiteY35" fmla="*/ 273769 h 504915"/>
                <a:gd name="connsiteX36" fmla="*/ 75410 w 296720"/>
                <a:gd name="connsiteY36" fmla="*/ 273769 h 504915"/>
                <a:gd name="connsiteX37" fmla="*/ 77049 w 296720"/>
                <a:gd name="connsiteY37" fmla="*/ 273769 h 504915"/>
                <a:gd name="connsiteX38" fmla="*/ 78688 w 296720"/>
                <a:gd name="connsiteY38" fmla="*/ 270491 h 504915"/>
                <a:gd name="connsiteX39" fmla="*/ 80327 w 296720"/>
                <a:gd name="connsiteY39" fmla="*/ 267212 h 504915"/>
                <a:gd name="connsiteX40" fmla="*/ 80327 w 296720"/>
                <a:gd name="connsiteY40" fmla="*/ 262294 h 504915"/>
                <a:gd name="connsiteX41" fmla="*/ 81967 w 296720"/>
                <a:gd name="connsiteY41" fmla="*/ 267212 h 504915"/>
                <a:gd name="connsiteX42" fmla="*/ 86885 w 296720"/>
                <a:gd name="connsiteY42" fmla="*/ 268851 h 504915"/>
                <a:gd name="connsiteX43" fmla="*/ 90164 w 296720"/>
                <a:gd name="connsiteY43" fmla="*/ 270491 h 504915"/>
                <a:gd name="connsiteX44" fmla="*/ 91803 w 296720"/>
                <a:gd name="connsiteY44" fmla="*/ 273769 h 504915"/>
                <a:gd name="connsiteX45" fmla="*/ 93442 w 296720"/>
                <a:gd name="connsiteY45" fmla="*/ 278687 h 504915"/>
                <a:gd name="connsiteX46" fmla="*/ 96721 w 296720"/>
                <a:gd name="connsiteY46" fmla="*/ 278687 h 504915"/>
                <a:gd name="connsiteX47" fmla="*/ 98360 w 296720"/>
                <a:gd name="connsiteY47" fmla="*/ 280326 h 504915"/>
                <a:gd name="connsiteX48" fmla="*/ 98360 w 296720"/>
                <a:gd name="connsiteY48" fmla="*/ 283605 h 504915"/>
                <a:gd name="connsiteX49" fmla="*/ 100000 w 296720"/>
                <a:gd name="connsiteY49" fmla="*/ 288523 h 504915"/>
                <a:gd name="connsiteX50" fmla="*/ 100000 w 296720"/>
                <a:gd name="connsiteY50" fmla="*/ 291802 h 504915"/>
                <a:gd name="connsiteX51" fmla="*/ 100000 w 296720"/>
                <a:gd name="connsiteY51" fmla="*/ 291802 h 504915"/>
                <a:gd name="connsiteX52" fmla="*/ 103278 w 296720"/>
                <a:gd name="connsiteY52" fmla="*/ 293441 h 504915"/>
                <a:gd name="connsiteX53" fmla="*/ 106557 w 296720"/>
                <a:gd name="connsiteY53" fmla="*/ 293441 h 504915"/>
                <a:gd name="connsiteX54" fmla="*/ 109836 w 296720"/>
                <a:gd name="connsiteY54" fmla="*/ 293441 h 504915"/>
                <a:gd name="connsiteX55" fmla="*/ 113114 w 296720"/>
                <a:gd name="connsiteY55" fmla="*/ 290163 h 504915"/>
                <a:gd name="connsiteX56" fmla="*/ 113114 w 296720"/>
                <a:gd name="connsiteY56" fmla="*/ 286884 h 504915"/>
                <a:gd name="connsiteX57" fmla="*/ 118032 w 296720"/>
                <a:gd name="connsiteY57" fmla="*/ 283605 h 504915"/>
                <a:gd name="connsiteX58" fmla="*/ 118032 w 296720"/>
                <a:gd name="connsiteY58" fmla="*/ 280326 h 504915"/>
                <a:gd name="connsiteX59" fmla="*/ 118032 w 296720"/>
                <a:gd name="connsiteY59" fmla="*/ 277048 h 504915"/>
                <a:gd name="connsiteX60" fmla="*/ 119671 w 296720"/>
                <a:gd name="connsiteY60" fmla="*/ 272130 h 504915"/>
                <a:gd name="connsiteX61" fmla="*/ 122950 w 296720"/>
                <a:gd name="connsiteY61" fmla="*/ 268851 h 504915"/>
                <a:gd name="connsiteX62" fmla="*/ 127868 w 296720"/>
                <a:gd name="connsiteY62" fmla="*/ 265573 h 504915"/>
                <a:gd name="connsiteX63" fmla="*/ 129508 w 296720"/>
                <a:gd name="connsiteY63" fmla="*/ 262294 h 504915"/>
                <a:gd name="connsiteX64" fmla="*/ 126229 w 296720"/>
                <a:gd name="connsiteY64" fmla="*/ 259015 h 504915"/>
                <a:gd name="connsiteX65" fmla="*/ 127868 w 296720"/>
                <a:gd name="connsiteY65" fmla="*/ 255736 h 504915"/>
                <a:gd name="connsiteX66" fmla="*/ 129508 w 296720"/>
                <a:gd name="connsiteY66" fmla="*/ 250819 h 504915"/>
                <a:gd name="connsiteX67" fmla="*/ 131147 w 296720"/>
                <a:gd name="connsiteY67" fmla="*/ 249179 h 504915"/>
                <a:gd name="connsiteX68" fmla="*/ 134426 w 296720"/>
                <a:gd name="connsiteY68" fmla="*/ 245901 h 504915"/>
                <a:gd name="connsiteX69" fmla="*/ 136065 w 296720"/>
                <a:gd name="connsiteY69" fmla="*/ 240982 h 504915"/>
                <a:gd name="connsiteX70" fmla="*/ 136065 w 296720"/>
                <a:gd name="connsiteY70" fmla="*/ 237704 h 504915"/>
                <a:gd name="connsiteX71" fmla="*/ 137704 w 296720"/>
                <a:gd name="connsiteY71" fmla="*/ 234425 h 504915"/>
                <a:gd name="connsiteX72" fmla="*/ 139344 w 296720"/>
                <a:gd name="connsiteY72" fmla="*/ 229507 h 504915"/>
                <a:gd name="connsiteX73" fmla="*/ 142623 w 296720"/>
                <a:gd name="connsiteY73" fmla="*/ 226229 h 504915"/>
                <a:gd name="connsiteX74" fmla="*/ 142623 w 296720"/>
                <a:gd name="connsiteY74" fmla="*/ 224589 h 504915"/>
                <a:gd name="connsiteX75" fmla="*/ 142623 w 296720"/>
                <a:gd name="connsiteY75" fmla="*/ 221311 h 504915"/>
                <a:gd name="connsiteX76" fmla="*/ 144261 w 296720"/>
                <a:gd name="connsiteY76" fmla="*/ 216392 h 504915"/>
                <a:gd name="connsiteX77" fmla="*/ 144261 w 296720"/>
                <a:gd name="connsiteY77" fmla="*/ 213114 h 504915"/>
                <a:gd name="connsiteX78" fmla="*/ 144261 w 296720"/>
                <a:gd name="connsiteY78" fmla="*/ 209835 h 504915"/>
                <a:gd name="connsiteX79" fmla="*/ 145901 w 296720"/>
                <a:gd name="connsiteY79" fmla="*/ 204917 h 504915"/>
                <a:gd name="connsiteX80" fmla="*/ 149180 w 296720"/>
                <a:gd name="connsiteY80" fmla="*/ 204917 h 504915"/>
                <a:gd name="connsiteX81" fmla="*/ 150819 w 296720"/>
                <a:gd name="connsiteY81" fmla="*/ 201638 h 504915"/>
                <a:gd name="connsiteX82" fmla="*/ 149180 w 296720"/>
                <a:gd name="connsiteY82" fmla="*/ 198360 h 504915"/>
                <a:gd name="connsiteX83" fmla="*/ 150819 w 296720"/>
                <a:gd name="connsiteY83" fmla="*/ 198360 h 504915"/>
                <a:gd name="connsiteX84" fmla="*/ 150819 w 296720"/>
                <a:gd name="connsiteY84" fmla="*/ 198360 h 504915"/>
                <a:gd name="connsiteX85" fmla="*/ 154098 w 296720"/>
                <a:gd name="connsiteY85" fmla="*/ 198360 h 504915"/>
                <a:gd name="connsiteX86" fmla="*/ 157376 w 296720"/>
                <a:gd name="connsiteY86" fmla="*/ 196721 h 504915"/>
                <a:gd name="connsiteX87" fmla="*/ 162294 w 296720"/>
                <a:gd name="connsiteY87" fmla="*/ 195081 h 504915"/>
                <a:gd name="connsiteX88" fmla="*/ 165573 w 296720"/>
                <a:gd name="connsiteY88" fmla="*/ 190163 h 504915"/>
                <a:gd name="connsiteX89" fmla="*/ 165573 w 296720"/>
                <a:gd name="connsiteY89" fmla="*/ 186885 h 504915"/>
                <a:gd name="connsiteX90" fmla="*/ 167213 w 296720"/>
                <a:gd name="connsiteY90" fmla="*/ 183606 h 504915"/>
                <a:gd name="connsiteX91" fmla="*/ 167213 w 296720"/>
                <a:gd name="connsiteY91" fmla="*/ 180327 h 504915"/>
                <a:gd name="connsiteX92" fmla="*/ 167213 w 296720"/>
                <a:gd name="connsiteY92" fmla="*/ 175409 h 504915"/>
                <a:gd name="connsiteX93" fmla="*/ 167213 w 296720"/>
                <a:gd name="connsiteY93" fmla="*/ 173770 h 504915"/>
                <a:gd name="connsiteX94" fmla="*/ 168851 w 296720"/>
                <a:gd name="connsiteY94" fmla="*/ 170491 h 504915"/>
                <a:gd name="connsiteX95" fmla="*/ 168851 w 296720"/>
                <a:gd name="connsiteY95" fmla="*/ 170491 h 504915"/>
                <a:gd name="connsiteX96" fmla="*/ 170491 w 296720"/>
                <a:gd name="connsiteY96" fmla="*/ 165573 h 504915"/>
                <a:gd name="connsiteX97" fmla="*/ 167213 w 296720"/>
                <a:gd name="connsiteY97" fmla="*/ 165573 h 504915"/>
                <a:gd name="connsiteX98" fmla="*/ 167213 w 296720"/>
                <a:gd name="connsiteY98" fmla="*/ 165573 h 504915"/>
                <a:gd name="connsiteX99" fmla="*/ 170491 w 296720"/>
                <a:gd name="connsiteY99" fmla="*/ 162294 h 504915"/>
                <a:gd name="connsiteX100" fmla="*/ 175409 w 296720"/>
                <a:gd name="connsiteY100" fmla="*/ 159016 h 504915"/>
                <a:gd name="connsiteX101" fmla="*/ 178688 w 296720"/>
                <a:gd name="connsiteY101" fmla="*/ 157376 h 504915"/>
                <a:gd name="connsiteX102" fmla="*/ 181966 w 296720"/>
                <a:gd name="connsiteY102" fmla="*/ 154098 h 504915"/>
                <a:gd name="connsiteX103" fmla="*/ 181966 w 296720"/>
                <a:gd name="connsiteY103" fmla="*/ 152458 h 504915"/>
                <a:gd name="connsiteX104" fmla="*/ 183606 w 296720"/>
                <a:gd name="connsiteY104" fmla="*/ 149179 h 504915"/>
                <a:gd name="connsiteX105" fmla="*/ 183606 w 296720"/>
                <a:gd name="connsiteY105" fmla="*/ 145901 h 504915"/>
                <a:gd name="connsiteX106" fmla="*/ 181966 w 296720"/>
                <a:gd name="connsiteY106" fmla="*/ 140983 h 504915"/>
                <a:gd name="connsiteX107" fmla="*/ 183606 w 296720"/>
                <a:gd name="connsiteY107" fmla="*/ 137704 h 504915"/>
                <a:gd name="connsiteX108" fmla="*/ 183606 w 296720"/>
                <a:gd name="connsiteY108" fmla="*/ 136065 h 504915"/>
                <a:gd name="connsiteX109" fmla="*/ 181966 w 296720"/>
                <a:gd name="connsiteY109" fmla="*/ 136065 h 504915"/>
                <a:gd name="connsiteX110" fmla="*/ 185245 w 296720"/>
                <a:gd name="connsiteY110" fmla="*/ 132786 h 504915"/>
                <a:gd name="connsiteX111" fmla="*/ 188524 w 296720"/>
                <a:gd name="connsiteY111" fmla="*/ 131147 h 504915"/>
                <a:gd name="connsiteX112" fmla="*/ 190163 w 296720"/>
                <a:gd name="connsiteY112" fmla="*/ 131147 h 504915"/>
                <a:gd name="connsiteX113" fmla="*/ 190163 w 296720"/>
                <a:gd name="connsiteY113" fmla="*/ 127868 h 504915"/>
                <a:gd name="connsiteX114" fmla="*/ 191803 w 296720"/>
                <a:gd name="connsiteY114" fmla="*/ 124589 h 504915"/>
                <a:gd name="connsiteX115" fmla="*/ 191803 w 296720"/>
                <a:gd name="connsiteY115" fmla="*/ 121311 h 504915"/>
                <a:gd name="connsiteX116" fmla="*/ 191803 w 296720"/>
                <a:gd name="connsiteY116" fmla="*/ 116393 h 504915"/>
                <a:gd name="connsiteX117" fmla="*/ 193442 w 296720"/>
                <a:gd name="connsiteY117" fmla="*/ 113114 h 504915"/>
                <a:gd name="connsiteX118" fmla="*/ 193442 w 296720"/>
                <a:gd name="connsiteY118" fmla="*/ 109836 h 504915"/>
                <a:gd name="connsiteX119" fmla="*/ 196720 w 296720"/>
                <a:gd name="connsiteY119" fmla="*/ 104918 h 504915"/>
                <a:gd name="connsiteX120" fmla="*/ 198360 w 296720"/>
                <a:gd name="connsiteY120" fmla="*/ 101639 h 504915"/>
                <a:gd name="connsiteX121" fmla="*/ 199999 w 296720"/>
                <a:gd name="connsiteY121" fmla="*/ 98360 h 504915"/>
                <a:gd name="connsiteX122" fmla="*/ 203278 w 296720"/>
                <a:gd name="connsiteY122" fmla="*/ 95082 h 504915"/>
                <a:gd name="connsiteX123" fmla="*/ 203278 w 296720"/>
                <a:gd name="connsiteY123" fmla="*/ 91803 h 504915"/>
                <a:gd name="connsiteX124" fmla="*/ 206557 w 296720"/>
                <a:gd name="connsiteY124" fmla="*/ 86885 h 504915"/>
                <a:gd name="connsiteX125" fmla="*/ 208196 w 296720"/>
                <a:gd name="connsiteY125" fmla="*/ 83606 h 504915"/>
                <a:gd name="connsiteX126" fmla="*/ 208196 w 296720"/>
                <a:gd name="connsiteY126" fmla="*/ 83606 h 504915"/>
                <a:gd name="connsiteX127" fmla="*/ 211474 w 296720"/>
                <a:gd name="connsiteY127" fmla="*/ 80328 h 504915"/>
                <a:gd name="connsiteX128" fmla="*/ 213114 w 296720"/>
                <a:gd name="connsiteY128" fmla="*/ 80328 h 504915"/>
                <a:gd name="connsiteX129" fmla="*/ 216393 w 296720"/>
                <a:gd name="connsiteY129" fmla="*/ 81967 h 504915"/>
                <a:gd name="connsiteX130" fmla="*/ 219671 w 296720"/>
                <a:gd name="connsiteY130" fmla="*/ 80328 h 504915"/>
                <a:gd name="connsiteX131" fmla="*/ 224589 w 296720"/>
                <a:gd name="connsiteY131" fmla="*/ 77049 h 504915"/>
                <a:gd name="connsiteX132" fmla="*/ 227868 w 296720"/>
                <a:gd name="connsiteY132" fmla="*/ 75410 h 504915"/>
                <a:gd name="connsiteX133" fmla="*/ 231147 w 296720"/>
                <a:gd name="connsiteY133" fmla="*/ 72131 h 504915"/>
                <a:gd name="connsiteX134" fmla="*/ 234425 w 296720"/>
                <a:gd name="connsiteY134" fmla="*/ 68852 h 504915"/>
                <a:gd name="connsiteX135" fmla="*/ 236064 w 296720"/>
                <a:gd name="connsiteY135" fmla="*/ 63934 h 504915"/>
                <a:gd name="connsiteX136" fmla="*/ 232786 w 296720"/>
                <a:gd name="connsiteY136" fmla="*/ 60655 h 504915"/>
                <a:gd name="connsiteX137" fmla="*/ 234425 w 296720"/>
                <a:gd name="connsiteY137" fmla="*/ 57377 h 504915"/>
                <a:gd name="connsiteX138" fmla="*/ 234425 w 296720"/>
                <a:gd name="connsiteY138" fmla="*/ 52459 h 504915"/>
                <a:gd name="connsiteX139" fmla="*/ 236064 w 296720"/>
                <a:gd name="connsiteY139" fmla="*/ 49180 h 504915"/>
                <a:gd name="connsiteX140" fmla="*/ 236064 w 296720"/>
                <a:gd name="connsiteY140" fmla="*/ 45901 h 504915"/>
                <a:gd name="connsiteX141" fmla="*/ 236064 w 296720"/>
                <a:gd name="connsiteY141" fmla="*/ 40983 h 504915"/>
                <a:gd name="connsiteX142" fmla="*/ 232786 w 296720"/>
                <a:gd name="connsiteY142" fmla="*/ 39344 h 504915"/>
                <a:gd name="connsiteX143" fmla="*/ 231147 w 296720"/>
                <a:gd name="connsiteY143" fmla="*/ 34426 h 504915"/>
                <a:gd name="connsiteX144" fmla="*/ 227868 w 296720"/>
                <a:gd name="connsiteY144" fmla="*/ 32787 h 504915"/>
                <a:gd name="connsiteX145" fmla="*/ 227868 w 296720"/>
                <a:gd name="connsiteY145" fmla="*/ 32787 h 504915"/>
                <a:gd name="connsiteX146" fmla="*/ 222950 w 296720"/>
                <a:gd name="connsiteY146" fmla="*/ 32787 h 504915"/>
                <a:gd name="connsiteX147" fmla="*/ 219671 w 296720"/>
                <a:gd name="connsiteY147" fmla="*/ 32787 h 504915"/>
                <a:gd name="connsiteX148" fmla="*/ 218032 w 296720"/>
                <a:gd name="connsiteY148" fmla="*/ 32787 h 504915"/>
                <a:gd name="connsiteX149" fmla="*/ 218032 w 296720"/>
                <a:gd name="connsiteY149" fmla="*/ 29508 h 504915"/>
                <a:gd name="connsiteX150" fmla="*/ 218032 w 296720"/>
                <a:gd name="connsiteY150" fmla="*/ 27869 h 504915"/>
                <a:gd name="connsiteX151" fmla="*/ 218032 w 296720"/>
                <a:gd name="connsiteY151" fmla="*/ 22951 h 504915"/>
                <a:gd name="connsiteX152" fmla="*/ 218032 w 296720"/>
                <a:gd name="connsiteY152" fmla="*/ 19672 h 504915"/>
                <a:gd name="connsiteX153" fmla="*/ 216393 w 296720"/>
                <a:gd name="connsiteY153" fmla="*/ 16393 h 504915"/>
                <a:gd name="connsiteX154" fmla="*/ 216393 w 296720"/>
                <a:gd name="connsiteY154" fmla="*/ 11475 h 504915"/>
                <a:gd name="connsiteX155" fmla="*/ 214753 w 296720"/>
                <a:gd name="connsiteY155" fmla="*/ 8197 h 504915"/>
                <a:gd name="connsiteX156" fmla="*/ 214753 w 296720"/>
                <a:gd name="connsiteY156" fmla="*/ 4918 h 504915"/>
                <a:gd name="connsiteX157" fmla="*/ 213114 w 296720"/>
                <a:gd name="connsiteY157" fmla="*/ 0 h 504915"/>
                <a:gd name="connsiteX158" fmla="*/ 214753 w 296720"/>
                <a:gd name="connsiteY158" fmla="*/ 0 h 504915"/>
                <a:gd name="connsiteX159" fmla="*/ 219671 w 296720"/>
                <a:gd name="connsiteY159" fmla="*/ 0 h 504915"/>
                <a:gd name="connsiteX160" fmla="*/ 219671 w 296720"/>
                <a:gd name="connsiteY160" fmla="*/ 0 h 504915"/>
                <a:gd name="connsiteX161" fmla="*/ 224589 w 296720"/>
                <a:gd name="connsiteY161" fmla="*/ 0 h 504915"/>
                <a:gd name="connsiteX162" fmla="*/ 227868 w 296720"/>
                <a:gd name="connsiteY162" fmla="*/ 0 h 504915"/>
                <a:gd name="connsiteX163" fmla="*/ 229507 w 296720"/>
                <a:gd name="connsiteY163" fmla="*/ 3279 h 504915"/>
                <a:gd name="connsiteX164" fmla="*/ 231147 w 296720"/>
                <a:gd name="connsiteY164" fmla="*/ 4918 h 504915"/>
                <a:gd name="connsiteX165" fmla="*/ 231147 w 296720"/>
                <a:gd name="connsiteY165" fmla="*/ 8197 h 504915"/>
                <a:gd name="connsiteX166" fmla="*/ 232786 w 296720"/>
                <a:gd name="connsiteY166" fmla="*/ 11475 h 504915"/>
                <a:gd name="connsiteX167" fmla="*/ 232786 w 296720"/>
                <a:gd name="connsiteY167" fmla="*/ 14754 h 504915"/>
                <a:gd name="connsiteX168" fmla="*/ 236064 w 296720"/>
                <a:gd name="connsiteY168" fmla="*/ 16393 h 504915"/>
                <a:gd name="connsiteX169" fmla="*/ 237704 w 296720"/>
                <a:gd name="connsiteY169" fmla="*/ 19672 h 504915"/>
                <a:gd name="connsiteX170" fmla="*/ 242622 w 296720"/>
                <a:gd name="connsiteY170" fmla="*/ 19672 h 504915"/>
                <a:gd name="connsiteX171" fmla="*/ 242622 w 296720"/>
                <a:gd name="connsiteY171" fmla="*/ 21311 h 504915"/>
                <a:gd name="connsiteX172" fmla="*/ 242622 w 296720"/>
                <a:gd name="connsiteY172" fmla="*/ 24590 h 504915"/>
                <a:gd name="connsiteX173" fmla="*/ 242622 w 296720"/>
                <a:gd name="connsiteY173" fmla="*/ 27869 h 504915"/>
                <a:gd name="connsiteX174" fmla="*/ 245901 w 296720"/>
                <a:gd name="connsiteY174" fmla="*/ 31148 h 504915"/>
                <a:gd name="connsiteX175" fmla="*/ 245901 w 296720"/>
                <a:gd name="connsiteY175" fmla="*/ 34426 h 504915"/>
                <a:gd name="connsiteX176" fmla="*/ 245901 w 296720"/>
                <a:gd name="connsiteY176" fmla="*/ 37705 h 504915"/>
                <a:gd name="connsiteX177" fmla="*/ 244261 w 296720"/>
                <a:gd name="connsiteY177" fmla="*/ 40983 h 504915"/>
                <a:gd name="connsiteX178" fmla="*/ 245901 w 296720"/>
                <a:gd name="connsiteY178" fmla="*/ 42623 h 504915"/>
                <a:gd name="connsiteX179" fmla="*/ 249179 w 296720"/>
                <a:gd name="connsiteY179" fmla="*/ 44262 h 504915"/>
                <a:gd name="connsiteX180" fmla="*/ 250818 w 296720"/>
                <a:gd name="connsiteY180" fmla="*/ 44262 h 504915"/>
                <a:gd name="connsiteX181" fmla="*/ 250818 w 296720"/>
                <a:gd name="connsiteY181" fmla="*/ 44262 h 504915"/>
                <a:gd name="connsiteX182" fmla="*/ 250818 w 296720"/>
                <a:gd name="connsiteY182" fmla="*/ 44262 h 504915"/>
                <a:gd name="connsiteX183" fmla="*/ 250818 w 296720"/>
                <a:gd name="connsiteY183" fmla="*/ 47541 h 504915"/>
                <a:gd name="connsiteX184" fmla="*/ 250818 w 296720"/>
                <a:gd name="connsiteY184" fmla="*/ 50820 h 504915"/>
                <a:gd name="connsiteX185" fmla="*/ 252458 w 296720"/>
                <a:gd name="connsiteY185" fmla="*/ 55738 h 504915"/>
                <a:gd name="connsiteX186" fmla="*/ 252458 w 296720"/>
                <a:gd name="connsiteY186" fmla="*/ 59016 h 504915"/>
                <a:gd name="connsiteX187" fmla="*/ 252458 w 296720"/>
                <a:gd name="connsiteY187" fmla="*/ 62295 h 504915"/>
                <a:gd name="connsiteX188" fmla="*/ 252458 w 296720"/>
                <a:gd name="connsiteY188" fmla="*/ 67213 h 504915"/>
                <a:gd name="connsiteX189" fmla="*/ 254097 w 296720"/>
                <a:gd name="connsiteY189" fmla="*/ 70492 h 504915"/>
                <a:gd name="connsiteX190" fmla="*/ 252458 w 296720"/>
                <a:gd name="connsiteY190" fmla="*/ 73770 h 504915"/>
                <a:gd name="connsiteX191" fmla="*/ 250818 w 296720"/>
                <a:gd name="connsiteY191" fmla="*/ 77049 h 504915"/>
                <a:gd name="connsiteX192" fmla="*/ 250818 w 296720"/>
                <a:gd name="connsiteY192" fmla="*/ 81967 h 504915"/>
                <a:gd name="connsiteX193" fmla="*/ 250818 w 296720"/>
                <a:gd name="connsiteY193" fmla="*/ 85245 h 504915"/>
                <a:gd name="connsiteX194" fmla="*/ 250818 w 296720"/>
                <a:gd name="connsiteY194" fmla="*/ 88524 h 504915"/>
                <a:gd name="connsiteX195" fmla="*/ 250818 w 296720"/>
                <a:gd name="connsiteY195" fmla="*/ 90164 h 504915"/>
                <a:gd name="connsiteX196" fmla="*/ 252458 w 296720"/>
                <a:gd name="connsiteY196" fmla="*/ 95082 h 504915"/>
                <a:gd name="connsiteX197" fmla="*/ 252458 w 296720"/>
                <a:gd name="connsiteY197" fmla="*/ 98360 h 504915"/>
                <a:gd name="connsiteX198" fmla="*/ 252458 w 296720"/>
                <a:gd name="connsiteY198" fmla="*/ 103278 h 504915"/>
                <a:gd name="connsiteX199" fmla="*/ 254097 w 296720"/>
                <a:gd name="connsiteY199" fmla="*/ 106557 h 504915"/>
                <a:gd name="connsiteX200" fmla="*/ 255737 w 296720"/>
                <a:gd name="connsiteY200" fmla="*/ 109836 h 504915"/>
                <a:gd name="connsiteX201" fmla="*/ 255737 w 296720"/>
                <a:gd name="connsiteY201" fmla="*/ 113114 h 504915"/>
                <a:gd name="connsiteX202" fmla="*/ 259015 w 296720"/>
                <a:gd name="connsiteY202" fmla="*/ 116393 h 504915"/>
                <a:gd name="connsiteX203" fmla="*/ 260654 w 296720"/>
                <a:gd name="connsiteY203" fmla="*/ 121311 h 504915"/>
                <a:gd name="connsiteX204" fmla="*/ 262294 w 296720"/>
                <a:gd name="connsiteY204" fmla="*/ 124589 h 504915"/>
                <a:gd name="connsiteX205" fmla="*/ 263933 w 296720"/>
                <a:gd name="connsiteY205" fmla="*/ 124589 h 504915"/>
                <a:gd name="connsiteX206" fmla="*/ 265573 w 296720"/>
                <a:gd name="connsiteY206" fmla="*/ 127868 h 504915"/>
                <a:gd name="connsiteX207" fmla="*/ 267212 w 296720"/>
                <a:gd name="connsiteY207" fmla="*/ 131147 h 504915"/>
                <a:gd name="connsiteX208" fmla="*/ 272130 w 296720"/>
                <a:gd name="connsiteY208" fmla="*/ 134426 h 504915"/>
                <a:gd name="connsiteX209" fmla="*/ 275408 w 296720"/>
                <a:gd name="connsiteY209" fmla="*/ 136065 h 504915"/>
                <a:gd name="connsiteX210" fmla="*/ 275408 w 296720"/>
                <a:gd name="connsiteY210" fmla="*/ 137704 h 504915"/>
                <a:gd name="connsiteX211" fmla="*/ 273769 w 296720"/>
                <a:gd name="connsiteY211" fmla="*/ 137704 h 504915"/>
                <a:gd name="connsiteX212" fmla="*/ 270491 w 296720"/>
                <a:gd name="connsiteY212" fmla="*/ 139344 h 504915"/>
                <a:gd name="connsiteX213" fmla="*/ 265573 w 296720"/>
                <a:gd name="connsiteY213" fmla="*/ 139344 h 504915"/>
                <a:gd name="connsiteX214" fmla="*/ 262294 w 296720"/>
                <a:gd name="connsiteY214" fmla="*/ 137704 h 504915"/>
                <a:gd name="connsiteX215" fmla="*/ 259015 w 296720"/>
                <a:gd name="connsiteY215" fmla="*/ 137704 h 504915"/>
                <a:gd name="connsiteX216" fmla="*/ 254097 w 296720"/>
                <a:gd name="connsiteY216" fmla="*/ 137704 h 504915"/>
                <a:gd name="connsiteX217" fmla="*/ 254097 w 296720"/>
                <a:gd name="connsiteY217" fmla="*/ 137704 h 504915"/>
                <a:gd name="connsiteX218" fmla="*/ 249179 w 296720"/>
                <a:gd name="connsiteY218" fmla="*/ 137704 h 504915"/>
                <a:gd name="connsiteX219" fmla="*/ 247540 w 296720"/>
                <a:gd name="connsiteY219" fmla="*/ 137704 h 504915"/>
                <a:gd name="connsiteX220" fmla="*/ 244261 w 296720"/>
                <a:gd name="connsiteY220" fmla="*/ 139344 h 504915"/>
                <a:gd name="connsiteX221" fmla="*/ 239343 w 296720"/>
                <a:gd name="connsiteY221" fmla="*/ 139344 h 504915"/>
                <a:gd name="connsiteX222" fmla="*/ 236064 w 296720"/>
                <a:gd name="connsiteY222" fmla="*/ 137704 h 504915"/>
                <a:gd name="connsiteX223" fmla="*/ 232786 w 296720"/>
                <a:gd name="connsiteY223" fmla="*/ 137704 h 504915"/>
                <a:gd name="connsiteX224" fmla="*/ 229507 w 296720"/>
                <a:gd name="connsiteY224" fmla="*/ 136065 h 504915"/>
                <a:gd name="connsiteX225" fmla="*/ 226228 w 296720"/>
                <a:gd name="connsiteY225" fmla="*/ 136065 h 504915"/>
                <a:gd name="connsiteX226" fmla="*/ 222950 w 296720"/>
                <a:gd name="connsiteY226" fmla="*/ 137704 h 504915"/>
                <a:gd name="connsiteX227" fmla="*/ 219671 w 296720"/>
                <a:gd name="connsiteY227" fmla="*/ 137704 h 504915"/>
                <a:gd name="connsiteX228" fmla="*/ 218032 w 296720"/>
                <a:gd name="connsiteY228" fmla="*/ 137704 h 504915"/>
                <a:gd name="connsiteX229" fmla="*/ 216393 w 296720"/>
                <a:gd name="connsiteY229" fmla="*/ 140983 h 504915"/>
                <a:gd name="connsiteX230" fmla="*/ 214753 w 296720"/>
                <a:gd name="connsiteY230" fmla="*/ 145901 h 504915"/>
                <a:gd name="connsiteX231" fmla="*/ 211474 w 296720"/>
                <a:gd name="connsiteY231" fmla="*/ 149179 h 504915"/>
                <a:gd name="connsiteX232" fmla="*/ 211474 w 296720"/>
                <a:gd name="connsiteY232" fmla="*/ 149179 h 504915"/>
                <a:gd name="connsiteX233" fmla="*/ 211474 w 296720"/>
                <a:gd name="connsiteY233" fmla="*/ 154098 h 504915"/>
                <a:gd name="connsiteX234" fmla="*/ 213114 w 296720"/>
                <a:gd name="connsiteY234" fmla="*/ 155737 h 504915"/>
                <a:gd name="connsiteX235" fmla="*/ 216393 w 296720"/>
                <a:gd name="connsiteY235" fmla="*/ 159016 h 504915"/>
                <a:gd name="connsiteX236" fmla="*/ 219671 w 296720"/>
                <a:gd name="connsiteY236" fmla="*/ 163934 h 504915"/>
                <a:gd name="connsiteX237" fmla="*/ 222950 w 296720"/>
                <a:gd name="connsiteY237" fmla="*/ 167212 h 504915"/>
                <a:gd name="connsiteX238" fmla="*/ 224589 w 296720"/>
                <a:gd name="connsiteY238" fmla="*/ 172131 h 504915"/>
                <a:gd name="connsiteX239" fmla="*/ 224589 w 296720"/>
                <a:gd name="connsiteY239" fmla="*/ 172131 h 504915"/>
                <a:gd name="connsiteX240" fmla="*/ 227868 w 296720"/>
                <a:gd name="connsiteY240" fmla="*/ 175409 h 504915"/>
                <a:gd name="connsiteX241" fmla="*/ 232786 w 296720"/>
                <a:gd name="connsiteY241" fmla="*/ 180327 h 504915"/>
                <a:gd name="connsiteX242" fmla="*/ 236064 w 296720"/>
                <a:gd name="connsiteY242" fmla="*/ 183606 h 504915"/>
                <a:gd name="connsiteX243" fmla="*/ 239343 w 296720"/>
                <a:gd name="connsiteY243" fmla="*/ 185245 h 504915"/>
                <a:gd name="connsiteX244" fmla="*/ 242622 w 296720"/>
                <a:gd name="connsiteY244" fmla="*/ 188524 h 504915"/>
                <a:gd name="connsiteX245" fmla="*/ 247540 w 296720"/>
                <a:gd name="connsiteY245" fmla="*/ 191802 h 504915"/>
                <a:gd name="connsiteX246" fmla="*/ 249179 w 296720"/>
                <a:gd name="connsiteY246" fmla="*/ 195081 h 504915"/>
                <a:gd name="connsiteX247" fmla="*/ 250818 w 296720"/>
                <a:gd name="connsiteY247" fmla="*/ 195081 h 504915"/>
                <a:gd name="connsiteX248" fmla="*/ 254097 w 296720"/>
                <a:gd name="connsiteY248" fmla="*/ 198360 h 504915"/>
                <a:gd name="connsiteX249" fmla="*/ 257376 w 296720"/>
                <a:gd name="connsiteY249" fmla="*/ 201638 h 504915"/>
                <a:gd name="connsiteX250" fmla="*/ 259015 w 296720"/>
                <a:gd name="connsiteY250" fmla="*/ 204917 h 504915"/>
                <a:gd name="connsiteX251" fmla="*/ 259015 w 296720"/>
                <a:gd name="connsiteY251" fmla="*/ 206556 h 504915"/>
                <a:gd name="connsiteX252" fmla="*/ 260654 w 296720"/>
                <a:gd name="connsiteY252" fmla="*/ 209835 h 504915"/>
                <a:gd name="connsiteX253" fmla="*/ 262294 w 296720"/>
                <a:gd name="connsiteY253" fmla="*/ 214753 h 504915"/>
                <a:gd name="connsiteX254" fmla="*/ 263933 w 296720"/>
                <a:gd name="connsiteY254" fmla="*/ 218032 h 504915"/>
                <a:gd name="connsiteX255" fmla="*/ 263933 w 296720"/>
                <a:gd name="connsiteY255" fmla="*/ 221311 h 504915"/>
                <a:gd name="connsiteX256" fmla="*/ 265573 w 296720"/>
                <a:gd name="connsiteY256" fmla="*/ 226229 h 504915"/>
                <a:gd name="connsiteX257" fmla="*/ 267212 w 296720"/>
                <a:gd name="connsiteY257" fmla="*/ 229507 h 504915"/>
                <a:gd name="connsiteX258" fmla="*/ 268851 w 296720"/>
                <a:gd name="connsiteY258" fmla="*/ 232786 h 504915"/>
                <a:gd name="connsiteX259" fmla="*/ 268851 w 296720"/>
                <a:gd name="connsiteY259" fmla="*/ 234425 h 504915"/>
                <a:gd name="connsiteX260" fmla="*/ 272130 w 296720"/>
                <a:gd name="connsiteY260" fmla="*/ 236065 h 504915"/>
                <a:gd name="connsiteX261" fmla="*/ 272130 w 296720"/>
                <a:gd name="connsiteY261" fmla="*/ 237704 h 504915"/>
                <a:gd name="connsiteX262" fmla="*/ 272130 w 296720"/>
                <a:gd name="connsiteY262" fmla="*/ 242622 h 504915"/>
                <a:gd name="connsiteX263" fmla="*/ 268851 w 296720"/>
                <a:gd name="connsiteY263" fmla="*/ 245901 h 504915"/>
                <a:gd name="connsiteX264" fmla="*/ 267212 w 296720"/>
                <a:gd name="connsiteY264" fmla="*/ 249179 h 504915"/>
                <a:gd name="connsiteX265" fmla="*/ 265573 w 296720"/>
                <a:gd name="connsiteY265" fmla="*/ 252458 h 504915"/>
                <a:gd name="connsiteX266" fmla="*/ 260654 w 296720"/>
                <a:gd name="connsiteY266" fmla="*/ 255736 h 504915"/>
                <a:gd name="connsiteX267" fmla="*/ 260654 w 296720"/>
                <a:gd name="connsiteY267" fmla="*/ 257376 h 504915"/>
                <a:gd name="connsiteX268" fmla="*/ 257376 w 296720"/>
                <a:gd name="connsiteY268" fmla="*/ 260655 h 504915"/>
                <a:gd name="connsiteX269" fmla="*/ 257376 w 296720"/>
                <a:gd name="connsiteY269" fmla="*/ 263933 h 504915"/>
                <a:gd name="connsiteX270" fmla="*/ 255737 w 296720"/>
                <a:gd name="connsiteY270" fmla="*/ 267212 h 504915"/>
                <a:gd name="connsiteX271" fmla="*/ 254097 w 296720"/>
                <a:gd name="connsiteY271" fmla="*/ 272130 h 504915"/>
                <a:gd name="connsiteX272" fmla="*/ 254097 w 296720"/>
                <a:gd name="connsiteY272" fmla="*/ 275409 h 504915"/>
                <a:gd name="connsiteX273" fmla="*/ 252458 w 296720"/>
                <a:gd name="connsiteY273" fmla="*/ 278687 h 504915"/>
                <a:gd name="connsiteX274" fmla="*/ 250818 w 296720"/>
                <a:gd name="connsiteY274" fmla="*/ 280326 h 504915"/>
                <a:gd name="connsiteX275" fmla="*/ 247540 w 296720"/>
                <a:gd name="connsiteY275" fmla="*/ 283605 h 504915"/>
                <a:gd name="connsiteX276" fmla="*/ 245901 w 296720"/>
                <a:gd name="connsiteY276" fmla="*/ 286884 h 504915"/>
                <a:gd name="connsiteX277" fmla="*/ 244261 w 296720"/>
                <a:gd name="connsiteY277" fmla="*/ 290163 h 504915"/>
                <a:gd name="connsiteX278" fmla="*/ 242622 w 296720"/>
                <a:gd name="connsiteY278" fmla="*/ 296720 h 504915"/>
                <a:gd name="connsiteX279" fmla="*/ 240983 w 296720"/>
                <a:gd name="connsiteY279" fmla="*/ 299999 h 504915"/>
                <a:gd name="connsiteX280" fmla="*/ 237704 w 296720"/>
                <a:gd name="connsiteY280" fmla="*/ 303278 h 504915"/>
                <a:gd name="connsiteX281" fmla="*/ 232786 w 296720"/>
                <a:gd name="connsiteY281" fmla="*/ 304916 h 504915"/>
                <a:gd name="connsiteX282" fmla="*/ 229507 w 296720"/>
                <a:gd name="connsiteY282" fmla="*/ 308195 h 504915"/>
                <a:gd name="connsiteX283" fmla="*/ 227868 w 296720"/>
                <a:gd name="connsiteY283" fmla="*/ 309835 h 504915"/>
                <a:gd name="connsiteX284" fmla="*/ 227868 w 296720"/>
                <a:gd name="connsiteY284" fmla="*/ 309835 h 504915"/>
                <a:gd name="connsiteX285" fmla="*/ 227868 w 296720"/>
                <a:gd name="connsiteY285" fmla="*/ 311474 h 504915"/>
                <a:gd name="connsiteX286" fmla="*/ 229507 w 296720"/>
                <a:gd name="connsiteY286" fmla="*/ 314753 h 504915"/>
                <a:gd name="connsiteX287" fmla="*/ 232786 w 296720"/>
                <a:gd name="connsiteY287" fmla="*/ 316392 h 504915"/>
                <a:gd name="connsiteX288" fmla="*/ 234425 w 296720"/>
                <a:gd name="connsiteY288" fmla="*/ 316392 h 504915"/>
                <a:gd name="connsiteX289" fmla="*/ 236064 w 296720"/>
                <a:gd name="connsiteY289" fmla="*/ 319671 h 504915"/>
                <a:gd name="connsiteX290" fmla="*/ 236064 w 296720"/>
                <a:gd name="connsiteY290" fmla="*/ 324589 h 504915"/>
                <a:gd name="connsiteX291" fmla="*/ 234425 w 296720"/>
                <a:gd name="connsiteY291" fmla="*/ 327868 h 504915"/>
                <a:gd name="connsiteX292" fmla="*/ 234425 w 296720"/>
                <a:gd name="connsiteY292" fmla="*/ 331146 h 504915"/>
                <a:gd name="connsiteX293" fmla="*/ 236064 w 296720"/>
                <a:gd name="connsiteY293" fmla="*/ 336064 h 504915"/>
                <a:gd name="connsiteX294" fmla="*/ 234425 w 296720"/>
                <a:gd name="connsiteY294" fmla="*/ 339343 h 504915"/>
                <a:gd name="connsiteX295" fmla="*/ 232786 w 296720"/>
                <a:gd name="connsiteY295" fmla="*/ 342622 h 504915"/>
                <a:gd name="connsiteX296" fmla="*/ 232786 w 296720"/>
                <a:gd name="connsiteY296" fmla="*/ 344261 h 504915"/>
                <a:gd name="connsiteX297" fmla="*/ 236064 w 296720"/>
                <a:gd name="connsiteY297" fmla="*/ 347539 h 504915"/>
                <a:gd name="connsiteX298" fmla="*/ 237704 w 296720"/>
                <a:gd name="connsiteY298" fmla="*/ 349179 h 504915"/>
                <a:gd name="connsiteX299" fmla="*/ 237704 w 296720"/>
                <a:gd name="connsiteY299" fmla="*/ 352458 h 504915"/>
                <a:gd name="connsiteX300" fmla="*/ 237704 w 296720"/>
                <a:gd name="connsiteY300" fmla="*/ 355736 h 504915"/>
                <a:gd name="connsiteX301" fmla="*/ 237704 w 296720"/>
                <a:gd name="connsiteY301" fmla="*/ 357375 h 504915"/>
                <a:gd name="connsiteX302" fmla="*/ 237704 w 296720"/>
                <a:gd name="connsiteY302" fmla="*/ 357375 h 504915"/>
                <a:gd name="connsiteX303" fmla="*/ 239343 w 296720"/>
                <a:gd name="connsiteY303" fmla="*/ 360654 h 504915"/>
                <a:gd name="connsiteX304" fmla="*/ 239343 w 296720"/>
                <a:gd name="connsiteY304" fmla="*/ 363933 h 504915"/>
                <a:gd name="connsiteX305" fmla="*/ 239343 w 296720"/>
                <a:gd name="connsiteY305" fmla="*/ 368851 h 504915"/>
                <a:gd name="connsiteX306" fmla="*/ 239343 w 296720"/>
                <a:gd name="connsiteY306" fmla="*/ 372129 h 504915"/>
                <a:gd name="connsiteX307" fmla="*/ 240983 w 296720"/>
                <a:gd name="connsiteY307" fmla="*/ 375408 h 504915"/>
                <a:gd name="connsiteX308" fmla="*/ 245901 w 296720"/>
                <a:gd name="connsiteY308" fmla="*/ 378687 h 504915"/>
                <a:gd name="connsiteX309" fmla="*/ 249179 w 296720"/>
                <a:gd name="connsiteY309" fmla="*/ 381966 h 504915"/>
                <a:gd name="connsiteX310" fmla="*/ 250818 w 296720"/>
                <a:gd name="connsiteY310" fmla="*/ 381966 h 504915"/>
                <a:gd name="connsiteX311" fmla="*/ 252458 w 296720"/>
                <a:gd name="connsiteY311" fmla="*/ 386883 h 504915"/>
                <a:gd name="connsiteX312" fmla="*/ 254097 w 296720"/>
                <a:gd name="connsiteY312" fmla="*/ 390162 h 504915"/>
                <a:gd name="connsiteX313" fmla="*/ 254097 w 296720"/>
                <a:gd name="connsiteY313" fmla="*/ 393441 h 504915"/>
                <a:gd name="connsiteX314" fmla="*/ 254097 w 296720"/>
                <a:gd name="connsiteY314" fmla="*/ 395080 h 504915"/>
                <a:gd name="connsiteX315" fmla="*/ 255737 w 296720"/>
                <a:gd name="connsiteY315" fmla="*/ 396719 h 504915"/>
                <a:gd name="connsiteX316" fmla="*/ 257376 w 296720"/>
                <a:gd name="connsiteY316" fmla="*/ 399998 h 504915"/>
                <a:gd name="connsiteX317" fmla="*/ 254097 w 296720"/>
                <a:gd name="connsiteY317" fmla="*/ 399998 h 504915"/>
                <a:gd name="connsiteX318" fmla="*/ 252458 w 296720"/>
                <a:gd name="connsiteY318" fmla="*/ 404916 h 504915"/>
                <a:gd name="connsiteX319" fmla="*/ 255737 w 296720"/>
                <a:gd name="connsiteY319" fmla="*/ 408195 h 504915"/>
                <a:gd name="connsiteX320" fmla="*/ 257376 w 296720"/>
                <a:gd name="connsiteY320" fmla="*/ 411473 h 504915"/>
                <a:gd name="connsiteX321" fmla="*/ 260654 w 296720"/>
                <a:gd name="connsiteY321" fmla="*/ 416392 h 504915"/>
                <a:gd name="connsiteX322" fmla="*/ 260654 w 296720"/>
                <a:gd name="connsiteY322" fmla="*/ 416392 h 504915"/>
                <a:gd name="connsiteX323" fmla="*/ 263933 w 296720"/>
                <a:gd name="connsiteY323" fmla="*/ 419670 h 504915"/>
                <a:gd name="connsiteX324" fmla="*/ 267212 w 296720"/>
                <a:gd name="connsiteY324" fmla="*/ 424588 h 504915"/>
                <a:gd name="connsiteX325" fmla="*/ 270491 w 296720"/>
                <a:gd name="connsiteY325" fmla="*/ 427867 h 504915"/>
                <a:gd name="connsiteX326" fmla="*/ 273769 w 296720"/>
                <a:gd name="connsiteY326" fmla="*/ 431146 h 504915"/>
                <a:gd name="connsiteX327" fmla="*/ 277048 w 296720"/>
                <a:gd name="connsiteY327" fmla="*/ 434424 h 504915"/>
                <a:gd name="connsiteX328" fmla="*/ 280327 w 296720"/>
                <a:gd name="connsiteY328" fmla="*/ 439342 h 504915"/>
                <a:gd name="connsiteX329" fmla="*/ 283605 w 296720"/>
                <a:gd name="connsiteY329" fmla="*/ 440982 h 504915"/>
                <a:gd name="connsiteX330" fmla="*/ 286884 w 296720"/>
                <a:gd name="connsiteY330" fmla="*/ 440982 h 504915"/>
                <a:gd name="connsiteX331" fmla="*/ 288523 w 296720"/>
                <a:gd name="connsiteY331" fmla="*/ 444260 h 504915"/>
                <a:gd name="connsiteX332" fmla="*/ 291802 w 296720"/>
                <a:gd name="connsiteY332" fmla="*/ 449178 h 504915"/>
                <a:gd name="connsiteX333" fmla="*/ 293441 w 296720"/>
                <a:gd name="connsiteY333" fmla="*/ 452457 h 504915"/>
                <a:gd name="connsiteX334" fmla="*/ 291802 w 296720"/>
                <a:gd name="connsiteY334" fmla="*/ 455736 h 504915"/>
                <a:gd name="connsiteX335" fmla="*/ 293441 w 296720"/>
                <a:gd name="connsiteY335" fmla="*/ 459015 h 504915"/>
                <a:gd name="connsiteX336" fmla="*/ 293441 w 296720"/>
                <a:gd name="connsiteY336" fmla="*/ 462293 h 504915"/>
                <a:gd name="connsiteX337" fmla="*/ 293441 w 296720"/>
                <a:gd name="connsiteY337" fmla="*/ 465572 h 504915"/>
                <a:gd name="connsiteX338" fmla="*/ 293441 w 296720"/>
                <a:gd name="connsiteY338" fmla="*/ 470490 h 504915"/>
                <a:gd name="connsiteX339" fmla="*/ 293441 w 296720"/>
                <a:gd name="connsiteY339" fmla="*/ 473768 h 504915"/>
                <a:gd name="connsiteX340" fmla="*/ 296720 w 296720"/>
                <a:gd name="connsiteY340" fmla="*/ 477047 h 504915"/>
                <a:gd name="connsiteX341" fmla="*/ 296720 w 296720"/>
                <a:gd name="connsiteY341" fmla="*/ 480326 h 504915"/>
                <a:gd name="connsiteX342" fmla="*/ 293441 w 296720"/>
                <a:gd name="connsiteY342" fmla="*/ 480326 h 504915"/>
                <a:gd name="connsiteX343" fmla="*/ 293441 w 296720"/>
                <a:gd name="connsiteY343" fmla="*/ 483605 h 504915"/>
                <a:gd name="connsiteX344" fmla="*/ 291802 w 296720"/>
                <a:gd name="connsiteY344" fmla="*/ 488522 h 504915"/>
                <a:gd name="connsiteX345" fmla="*/ 293441 w 296720"/>
                <a:gd name="connsiteY345" fmla="*/ 491801 h 504915"/>
                <a:gd name="connsiteX346" fmla="*/ 293441 w 296720"/>
                <a:gd name="connsiteY346" fmla="*/ 495080 h 504915"/>
                <a:gd name="connsiteX347" fmla="*/ 295081 w 296720"/>
                <a:gd name="connsiteY347" fmla="*/ 499998 h 504915"/>
                <a:gd name="connsiteX348" fmla="*/ 293441 w 296720"/>
                <a:gd name="connsiteY348" fmla="*/ 503276 h 504915"/>
                <a:gd name="connsiteX349" fmla="*/ 291802 w 296720"/>
                <a:gd name="connsiteY349" fmla="*/ 504916 h 504915"/>
                <a:gd name="connsiteX350" fmla="*/ 290163 w 296720"/>
                <a:gd name="connsiteY350" fmla="*/ 503276 h 504915"/>
                <a:gd name="connsiteX351" fmla="*/ 288523 w 296720"/>
                <a:gd name="connsiteY351" fmla="*/ 499998 h 504915"/>
                <a:gd name="connsiteX352" fmla="*/ 283605 w 296720"/>
                <a:gd name="connsiteY352" fmla="*/ 496719 h 504915"/>
                <a:gd name="connsiteX353" fmla="*/ 280327 w 296720"/>
                <a:gd name="connsiteY353" fmla="*/ 495080 h 504915"/>
                <a:gd name="connsiteX354" fmla="*/ 277048 w 296720"/>
                <a:gd name="connsiteY354" fmla="*/ 491801 h 504915"/>
                <a:gd name="connsiteX355" fmla="*/ 273769 w 296720"/>
                <a:gd name="connsiteY355" fmla="*/ 491801 h 504915"/>
                <a:gd name="connsiteX356" fmla="*/ 268851 w 296720"/>
                <a:gd name="connsiteY356" fmla="*/ 490162 h 504915"/>
                <a:gd name="connsiteX357" fmla="*/ 265573 w 296720"/>
                <a:gd name="connsiteY357" fmla="*/ 491801 h 504915"/>
                <a:gd name="connsiteX358" fmla="*/ 262294 w 296720"/>
                <a:gd name="connsiteY358" fmla="*/ 490162 h 504915"/>
                <a:gd name="connsiteX359" fmla="*/ 257376 w 296720"/>
                <a:gd name="connsiteY359" fmla="*/ 488522 h 504915"/>
                <a:gd name="connsiteX360" fmla="*/ 257376 w 296720"/>
                <a:gd name="connsiteY360" fmla="*/ 488522 h 504915"/>
                <a:gd name="connsiteX361" fmla="*/ 254097 w 296720"/>
                <a:gd name="connsiteY361" fmla="*/ 490162 h 504915"/>
                <a:gd name="connsiteX362" fmla="*/ 250818 w 296720"/>
                <a:gd name="connsiteY362" fmla="*/ 488522 h 504915"/>
                <a:gd name="connsiteX363" fmla="*/ 250818 w 296720"/>
                <a:gd name="connsiteY363" fmla="*/ 488522 h 504915"/>
                <a:gd name="connsiteX364" fmla="*/ 245901 w 296720"/>
                <a:gd name="connsiteY364" fmla="*/ 488522 h 504915"/>
                <a:gd name="connsiteX365" fmla="*/ 244261 w 296720"/>
                <a:gd name="connsiteY365" fmla="*/ 485244 h 504915"/>
                <a:gd name="connsiteX366" fmla="*/ 240983 w 296720"/>
                <a:gd name="connsiteY366" fmla="*/ 485244 h 504915"/>
                <a:gd name="connsiteX367" fmla="*/ 237704 w 296720"/>
                <a:gd name="connsiteY367" fmla="*/ 483605 h 504915"/>
                <a:gd name="connsiteX368" fmla="*/ 234425 w 296720"/>
                <a:gd name="connsiteY368" fmla="*/ 480326 h 504915"/>
                <a:gd name="connsiteX369" fmla="*/ 229507 w 296720"/>
                <a:gd name="connsiteY369" fmla="*/ 483605 h 504915"/>
                <a:gd name="connsiteX370" fmla="*/ 226228 w 296720"/>
                <a:gd name="connsiteY370" fmla="*/ 481965 h 504915"/>
                <a:gd name="connsiteX371" fmla="*/ 222950 w 296720"/>
                <a:gd name="connsiteY371" fmla="*/ 481965 h 504915"/>
                <a:gd name="connsiteX372" fmla="*/ 218032 w 296720"/>
                <a:gd name="connsiteY372" fmla="*/ 481965 h 504915"/>
                <a:gd name="connsiteX373" fmla="*/ 214753 w 296720"/>
                <a:gd name="connsiteY373" fmla="*/ 481965 h 504915"/>
                <a:gd name="connsiteX374" fmla="*/ 211474 w 296720"/>
                <a:gd name="connsiteY374" fmla="*/ 481965 h 504915"/>
                <a:gd name="connsiteX375" fmla="*/ 209835 w 296720"/>
                <a:gd name="connsiteY375" fmla="*/ 481965 h 504915"/>
                <a:gd name="connsiteX376" fmla="*/ 206557 w 296720"/>
                <a:gd name="connsiteY376" fmla="*/ 481965 h 504915"/>
                <a:gd name="connsiteX377" fmla="*/ 203278 w 296720"/>
                <a:gd name="connsiteY377" fmla="*/ 481965 h 504915"/>
                <a:gd name="connsiteX378" fmla="*/ 198360 w 296720"/>
                <a:gd name="connsiteY378" fmla="*/ 481965 h 504915"/>
                <a:gd name="connsiteX379" fmla="*/ 195081 w 296720"/>
                <a:gd name="connsiteY379" fmla="*/ 481965 h 504915"/>
                <a:gd name="connsiteX380" fmla="*/ 191803 w 296720"/>
                <a:gd name="connsiteY380" fmla="*/ 481965 h 504915"/>
                <a:gd name="connsiteX381" fmla="*/ 188524 w 296720"/>
                <a:gd name="connsiteY381" fmla="*/ 481965 h 504915"/>
                <a:gd name="connsiteX382" fmla="*/ 185245 w 296720"/>
                <a:gd name="connsiteY382" fmla="*/ 481965 h 504915"/>
                <a:gd name="connsiteX383" fmla="*/ 185245 w 296720"/>
                <a:gd name="connsiteY383" fmla="*/ 481965 h 504915"/>
                <a:gd name="connsiteX384" fmla="*/ 183606 w 296720"/>
                <a:gd name="connsiteY384" fmla="*/ 477047 h 504915"/>
                <a:gd name="connsiteX385" fmla="*/ 178688 w 296720"/>
                <a:gd name="connsiteY385" fmla="*/ 477047 h 504915"/>
                <a:gd name="connsiteX386" fmla="*/ 175409 w 296720"/>
                <a:gd name="connsiteY386" fmla="*/ 478686 h 504915"/>
                <a:gd name="connsiteX387" fmla="*/ 172130 w 296720"/>
                <a:gd name="connsiteY387" fmla="*/ 478686 h 504915"/>
                <a:gd name="connsiteX388" fmla="*/ 167213 w 296720"/>
                <a:gd name="connsiteY388" fmla="*/ 478686 h 504915"/>
                <a:gd name="connsiteX389" fmla="*/ 163934 w 296720"/>
                <a:gd name="connsiteY389" fmla="*/ 478686 h 504915"/>
                <a:gd name="connsiteX390" fmla="*/ 160655 w 296720"/>
                <a:gd name="connsiteY390" fmla="*/ 478686 h 504915"/>
                <a:gd name="connsiteX391" fmla="*/ 157376 w 296720"/>
                <a:gd name="connsiteY391" fmla="*/ 477047 h 504915"/>
                <a:gd name="connsiteX392" fmla="*/ 154098 w 296720"/>
                <a:gd name="connsiteY392" fmla="*/ 477047 h 504915"/>
                <a:gd name="connsiteX393" fmla="*/ 149180 w 296720"/>
                <a:gd name="connsiteY393" fmla="*/ 477047 h 504915"/>
                <a:gd name="connsiteX394" fmla="*/ 147540 w 296720"/>
                <a:gd name="connsiteY394" fmla="*/ 475408 h 504915"/>
                <a:gd name="connsiteX395" fmla="*/ 144261 w 296720"/>
                <a:gd name="connsiteY395" fmla="*/ 477047 h 504915"/>
                <a:gd name="connsiteX396" fmla="*/ 140983 w 296720"/>
                <a:gd name="connsiteY396" fmla="*/ 477047 h 504915"/>
                <a:gd name="connsiteX397" fmla="*/ 136065 w 296720"/>
                <a:gd name="connsiteY397" fmla="*/ 477047 h 504915"/>
                <a:gd name="connsiteX398" fmla="*/ 132786 w 296720"/>
                <a:gd name="connsiteY398" fmla="*/ 477047 h 504915"/>
                <a:gd name="connsiteX399" fmla="*/ 129508 w 296720"/>
                <a:gd name="connsiteY399" fmla="*/ 477047 h 504915"/>
                <a:gd name="connsiteX400" fmla="*/ 126229 w 296720"/>
                <a:gd name="connsiteY400" fmla="*/ 477047 h 504915"/>
                <a:gd name="connsiteX401" fmla="*/ 121311 w 296720"/>
                <a:gd name="connsiteY401" fmla="*/ 475408 h 504915"/>
                <a:gd name="connsiteX402" fmla="*/ 121311 w 296720"/>
                <a:gd name="connsiteY402" fmla="*/ 475408 h 504915"/>
                <a:gd name="connsiteX403" fmla="*/ 116393 w 296720"/>
                <a:gd name="connsiteY403" fmla="*/ 475408 h 504915"/>
                <a:gd name="connsiteX404" fmla="*/ 113114 w 296720"/>
                <a:gd name="connsiteY404" fmla="*/ 477047 h 504915"/>
                <a:gd name="connsiteX405" fmla="*/ 109836 w 296720"/>
                <a:gd name="connsiteY405" fmla="*/ 477047 h 504915"/>
                <a:gd name="connsiteX406" fmla="*/ 109836 w 296720"/>
                <a:gd name="connsiteY406" fmla="*/ 480326 h 504915"/>
                <a:gd name="connsiteX407" fmla="*/ 109836 w 296720"/>
                <a:gd name="connsiteY407" fmla="*/ 481965 h 504915"/>
                <a:gd name="connsiteX408" fmla="*/ 109836 w 296720"/>
                <a:gd name="connsiteY408" fmla="*/ 481965 h 504915"/>
                <a:gd name="connsiteX409" fmla="*/ 109836 w 296720"/>
                <a:gd name="connsiteY409" fmla="*/ 481965 h 504915"/>
                <a:gd name="connsiteX410" fmla="*/ 108196 w 296720"/>
                <a:gd name="connsiteY410" fmla="*/ 481965 h 504915"/>
                <a:gd name="connsiteX411" fmla="*/ 104917 w 296720"/>
                <a:gd name="connsiteY411" fmla="*/ 481965 h 504915"/>
                <a:gd name="connsiteX412" fmla="*/ 101639 w 296720"/>
                <a:gd name="connsiteY412" fmla="*/ 481965 h 504915"/>
                <a:gd name="connsiteX413" fmla="*/ 98360 w 296720"/>
                <a:gd name="connsiteY413" fmla="*/ 481965 h 504915"/>
                <a:gd name="connsiteX414" fmla="*/ 93442 w 296720"/>
                <a:gd name="connsiteY414" fmla="*/ 481965 h 504915"/>
                <a:gd name="connsiteX415" fmla="*/ 90164 w 296720"/>
                <a:gd name="connsiteY415" fmla="*/ 481965 h 504915"/>
                <a:gd name="connsiteX416" fmla="*/ 86885 w 296720"/>
                <a:gd name="connsiteY416" fmla="*/ 481965 h 504915"/>
                <a:gd name="connsiteX417" fmla="*/ 83606 w 296720"/>
                <a:gd name="connsiteY417" fmla="*/ 481965 h 504915"/>
                <a:gd name="connsiteX418" fmla="*/ 78688 w 296720"/>
                <a:gd name="connsiteY418" fmla="*/ 481965 h 504915"/>
                <a:gd name="connsiteX419" fmla="*/ 75410 w 296720"/>
                <a:gd name="connsiteY419" fmla="*/ 481965 h 504915"/>
                <a:gd name="connsiteX420" fmla="*/ 72131 w 296720"/>
                <a:gd name="connsiteY420" fmla="*/ 481965 h 504915"/>
                <a:gd name="connsiteX421" fmla="*/ 68852 w 296720"/>
                <a:gd name="connsiteY421" fmla="*/ 481965 h 504915"/>
                <a:gd name="connsiteX422" fmla="*/ 63934 w 296720"/>
                <a:gd name="connsiteY422" fmla="*/ 481965 h 504915"/>
                <a:gd name="connsiteX423" fmla="*/ 63934 w 296720"/>
                <a:gd name="connsiteY423" fmla="*/ 481965 h 504915"/>
                <a:gd name="connsiteX424" fmla="*/ 60656 w 296720"/>
                <a:gd name="connsiteY424" fmla="*/ 481965 h 504915"/>
                <a:gd name="connsiteX425" fmla="*/ 59016 w 296720"/>
                <a:gd name="connsiteY425" fmla="*/ 481965 h 504915"/>
                <a:gd name="connsiteX426" fmla="*/ 57377 w 296720"/>
                <a:gd name="connsiteY426" fmla="*/ 481965 h 504915"/>
                <a:gd name="connsiteX427" fmla="*/ 54098 w 296720"/>
                <a:gd name="connsiteY427" fmla="*/ 480326 h 504915"/>
                <a:gd name="connsiteX428" fmla="*/ 50820 w 296720"/>
                <a:gd name="connsiteY428" fmla="*/ 477047 h 504915"/>
                <a:gd name="connsiteX429" fmla="*/ 50820 w 296720"/>
                <a:gd name="connsiteY429" fmla="*/ 473768 h 504915"/>
                <a:gd name="connsiteX430" fmla="*/ 50820 w 296720"/>
                <a:gd name="connsiteY430" fmla="*/ 472129 h 504915"/>
                <a:gd name="connsiteX431" fmla="*/ 50820 w 296720"/>
                <a:gd name="connsiteY431" fmla="*/ 467211 h 504915"/>
                <a:gd name="connsiteX432" fmla="*/ 50820 w 296720"/>
                <a:gd name="connsiteY432" fmla="*/ 463932 h 504915"/>
                <a:gd name="connsiteX433" fmla="*/ 52459 w 296720"/>
                <a:gd name="connsiteY433" fmla="*/ 460653 h 504915"/>
                <a:gd name="connsiteX434" fmla="*/ 52459 w 296720"/>
                <a:gd name="connsiteY434" fmla="*/ 455736 h 504915"/>
                <a:gd name="connsiteX435" fmla="*/ 52459 w 296720"/>
                <a:gd name="connsiteY435" fmla="*/ 452457 h 504915"/>
                <a:gd name="connsiteX436" fmla="*/ 54098 w 296720"/>
                <a:gd name="connsiteY436" fmla="*/ 449178 h 504915"/>
                <a:gd name="connsiteX437" fmla="*/ 55737 w 296720"/>
                <a:gd name="connsiteY437" fmla="*/ 445900 h 504915"/>
                <a:gd name="connsiteX438" fmla="*/ 55737 w 296720"/>
                <a:gd name="connsiteY438" fmla="*/ 440982 h 504915"/>
                <a:gd name="connsiteX439" fmla="*/ 54098 w 296720"/>
                <a:gd name="connsiteY439" fmla="*/ 437703 h 504915"/>
                <a:gd name="connsiteX440" fmla="*/ 54098 w 296720"/>
                <a:gd name="connsiteY440" fmla="*/ 434424 h 504915"/>
                <a:gd name="connsiteX441" fmla="*/ 52459 w 296720"/>
                <a:gd name="connsiteY441" fmla="*/ 431146 h 504915"/>
                <a:gd name="connsiteX442" fmla="*/ 49180 w 296720"/>
                <a:gd name="connsiteY442" fmla="*/ 427867 h 504915"/>
                <a:gd name="connsiteX443" fmla="*/ 45901 w 296720"/>
                <a:gd name="connsiteY443" fmla="*/ 422949 h 504915"/>
                <a:gd name="connsiteX444" fmla="*/ 47541 w 296720"/>
                <a:gd name="connsiteY444" fmla="*/ 419670 h 504915"/>
                <a:gd name="connsiteX445" fmla="*/ 50820 w 296720"/>
                <a:gd name="connsiteY445" fmla="*/ 418031 h 504915"/>
                <a:gd name="connsiteX446" fmla="*/ 50820 w 296720"/>
                <a:gd name="connsiteY446" fmla="*/ 418031 h 504915"/>
                <a:gd name="connsiteX447" fmla="*/ 47541 w 296720"/>
                <a:gd name="connsiteY447" fmla="*/ 419670 h 504915"/>
                <a:gd name="connsiteX448" fmla="*/ 42623 w 296720"/>
                <a:gd name="connsiteY448" fmla="*/ 419670 h 504915"/>
                <a:gd name="connsiteX449" fmla="*/ 42623 w 296720"/>
                <a:gd name="connsiteY449" fmla="*/ 414752 h 504915"/>
                <a:gd name="connsiteX450" fmla="*/ 42623 w 296720"/>
                <a:gd name="connsiteY450" fmla="*/ 411473 h 504915"/>
                <a:gd name="connsiteX451" fmla="*/ 45901 w 296720"/>
                <a:gd name="connsiteY451" fmla="*/ 408195 h 504915"/>
                <a:gd name="connsiteX452" fmla="*/ 45901 w 296720"/>
                <a:gd name="connsiteY452" fmla="*/ 408195 h 504915"/>
                <a:gd name="connsiteX453" fmla="*/ 47541 w 296720"/>
                <a:gd name="connsiteY453" fmla="*/ 406556 h 504915"/>
                <a:gd name="connsiteX454" fmla="*/ 47541 w 296720"/>
                <a:gd name="connsiteY454" fmla="*/ 403277 h 504915"/>
                <a:gd name="connsiteX455" fmla="*/ 42623 w 296720"/>
                <a:gd name="connsiteY455" fmla="*/ 403277 h 504915"/>
                <a:gd name="connsiteX456" fmla="*/ 45901 w 296720"/>
                <a:gd name="connsiteY456" fmla="*/ 398359 h 504915"/>
                <a:gd name="connsiteX457" fmla="*/ 45901 w 296720"/>
                <a:gd name="connsiteY457" fmla="*/ 398359 h 504915"/>
                <a:gd name="connsiteX458" fmla="*/ 45901 w 296720"/>
                <a:gd name="connsiteY458" fmla="*/ 396719 h 504915"/>
                <a:gd name="connsiteX459" fmla="*/ 45901 w 296720"/>
                <a:gd name="connsiteY459" fmla="*/ 398359 h 504915"/>
                <a:gd name="connsiteX460" fmla="*/ 45901 w 296720"/>
                <a:gd name="connsiteY460" fmla="*/ 398359 h 504915"/>
                <a:gd name="connsiteX461" fmla="*/ 44262 w 296720"/>
                <a:gd name="connsiteY461" fmla="*/ 398359 h 504915"/>
                <a:gd name="connsiteX462" fmla="*/ 40983 w 296720"/>
                <a:gd name="connsiteY462" fmla="*/ 399998 h 504915"/>
                <a:gd name="connsiteX463" fmla="*/ 39344 w 296720"/>
                <a:gd name="connsiteY463" fmla="*/ 396719 h 504915"/>
                <a:gd name="connsiteX464" fmla="*/ 36066 w 296720"/>
                <a:gd name="connsiteY464" fmla="*/ 398359 h 504915"/>
                <a:gd name="connsiteX465" fmla="*/ 36066 w 296720"/>
                <a:gd name="connsiteY465" fmla="*/ 398359 h 504915"/>
                <a:gd name="connsiteX466" fmla="*/ 36066 w 296720"/>
                <a:gd name="connsiteY466" fmla="*/ 398359 h 504915"/>
                <a:gd name="connsiteX467" fmla="*/ 37705 w 296720"/>
                <a:gd name="connsiteY467" fmla="*/ 399998 h 504915"/>
                <a:gd name="connsiteX468" fmla="*/ 37705 w 296720"/>
                <a:gd name="connsiteY468" fmla="*/ 399998 h 504915"/>
                <a:gd name="connsiteX469" fmla="*/ 37705 w 296720"/>
                <a:gd name="connsiteY469" fmla="*/ 401638 h 504915"/>
                <a:gd name="connsiteX470" fmla="*/ 36066 w 296720"/>
                <a:gd name="connsiteY470" fmla="*/ 399998 h 504915"/>
                <a:gd name="connsiteX471" fmla="*/ 36066 w 296720"/>
                <a:gd name="connsiteY471" fmla="*/ 401638 h 504915"/>
                <a:gd name="connsiteX472" fmla="*/ 36066 w 296720"/>
                <a:gd name="connsiteY472" fmla="*/ 406556 h 504915"/>
                <a:gd name="connsiteX473" fmla="*/ 32787 w 296720"/>
                <a:gd name="connsiteY473" fmla="*/ 404916 h 504915"/>
                <a:gd name="connsiteX474" fmla="*/ 31147 w 296720"/>
                <a:gd name="connsiteY474" fmla="*/ 401638 h 504915"/>
                <a:gd name="connsiteX475" fmla="*/ 31147 w 296720"/>
                <a:gd name="connsiteY475" fmla="*/ 399998 h 504915"/>
                <a:gd name="connsiteX476" fmla="*/ 29508 w 296720"/>
                <a:gd name="connsiteY476" fmla="*/ 403277 h 504915"/>
                <a:gd name="connsiteX477" fmla="*/ 26229 w 296720"/>
                <a:gd name="connsiteY477" fmla="*/ 399998 h 504915"/>
                <a:gd name="connsiteX478" fmla="*/ 21311 w 296720"/>
                <a:gd name="connsiteY478" fmla="*/ 399998 h 504915"/>
                <a:gd name="connsiteX479" fmla="*/ 18033 w 296720"/>
                <a:gd name="connsiteY479" fmla="*/ 395080 h 504915"/>
                <a:gd name="connsiteX480" fmla="*/ 18033 w 296720"/>
                <a:gd name="connsiteY480" fmla="*/ 391802 h 504915"/>
                <a:gd name="connsiteX481" fmla="*/ 16393 w 296720"/>
                <a:gd name="connsiteY481" fmla="*/ 388523 h 504915"/>
                <a:gd name="connsiteX482" fmla="*/ 14754 w 296720"/>
                <a:gd name="connsiteY482" fmla="*/ 385244 h 504915"/>
                <a:gd name="connsiteX483" fmla="*/ 14754 w 296720"/>
                <a:gd name="connsiteY483" fmla="*/ 380326 h 504915"/>
                <a:gd name="connsiteX484" fmla="*/ 14754 w 296720"/>
                <a:gd name="connsiteY484" fmla="*/ 377048 h 504915"/>
                <a:gd name="connsiteX485" fmla="*/ 13114 w 296720"/>
                <a:gd name="connsiteY485" fmla="*/ 373769 h 504915"/>
                <a:gd name="connsiteX486" fmla="*/ 11476 w 296720"/>
                <a:gd name="connsiteY486" fmla="*/ 375408 h 504915"/>
                <a:gd name="connsiteX487" fmla="*/ 8197 w 296720"/>
                <a:gd name="connsiteY487" fmla="*/ 375408 h 504915"/>
                <a:gd name="connsiteX488" fmla="*/ 6557 w 296720"/>
                <a:gd name="connsiteY488" fmla="*/ 372129 h 504915"/>
                <a:gd name="connsiteX489" fmla="*/ 6557 w 296720"/>
                <a:gd name="connsiteY489" fmla="*/ 372129 h 504915"/>
                <a:gd name="connsiteX490" fmla="*/ 6557 w 296720"/>
                <a:gd name="connsiteY490" fmla="*/ 375408 h 504915"/>
                <a:gd name="connsiteX491" fmla="*/ 6557 w 296720"/>
                <a:gd name="connsiteY491" fmla="*/ 378687 h 504915"/>
                <a:gd name="connsiteX492" fmla="*/ 3279 w 296720"/>
                <a:gd name="connsiteY492" fmla="*/ 378687 h 504915"/>
                <a:gd name="connsiteX493" fmla="*/ 0 w 296720"/>
                <a:gd name="connsiteY493" fmla="*/ 377048 h 504915"/>
                <a:gd name="connsiteX494" fmla="*/ 0 w 296720"/>
                <a:gd name="connsiteY494" fmla="*/ 373769 h 504915"/>
                <a:gd name="connsiteX495" fmla="*/ 1639 w 296720"/>
                <a:gd name="connsiteY495" fmla="*/ 368851 h 504915"/>
                <a:gd name="connsiteX496" fmla="*/ 3279 w 296720"/>
                <a:gd name="connsiteY496" fmla="*/ 365572 h 50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</a:cxnLst>
              <a:rect l="l" t="t" r="r" b="b"/>
              <a:pathLst>
                <a:path w="296720" h="504915">
                  <a:moveTo>
                    <a:pt x="3279" y="365572"/>
                  </a:moveTo>
                  <a:lnTo>
                    <a:pt x="4918" y="363933"/>
                  </a:lnTo>
                  <a:lnTo>
                    <a:pt x="6557" y="360654"/>
                  </a:lnTo>
                  <a:lnTo>
                    <a:pt x="8197" y="355736"/>
                  </a:lnTo>
                  <a:lnTo>
                    <a:pt x="9836" y="352458"/>
                  </a:lnTo>
                  <a:lnTo>
                    <a:pt x="13114" y="349179"/>
                  </a:lnTo>
                  <a:lnTo>
                    <a:pt x="13114" y="345900"/>
                  </a:lnTo>
                  <a:lnTo>
                    <a:pt x="13114" y="342622"/>
                  </a:lnTo>
                  <a:lnTo>
                    <a:pt x="13114" y="337703"/>
                  </a:lnTo>
                  <a:lnTo>
                    <a:pt x="14754" y="334425"/>
                  </a:lnTo>
                  <a:lnTo>
                    <a:pt x="16393" y="329507"/>
                  </a:lnTo>
                  <a:lnTo>
                    <a:pt x="13114" y="326228"/>
                  </a:lnTo>
                  <a:lnTo>
                    <a:pt x="13114" y="324589"/>
                  </a:lnTo>
                  <a:lnTo>
                    <a:pt x="13114" y="321310"/>
                  </a:lnTo>
                  <a:lnTo>
                    <a:pt x="13114" y="321310"/>
                  </a:lnTo>
                  <a:lnTo>
                    <a:pt x="16393" y="319671"/>
                  </a:lnTo>
                  <a:lnTo>
                    <a:pt x="19672" y="316392"/>
                  </a:lnTo>
                  <a:lnTo>
                    <a:pt x="21311" y="313113"/>
                  </a:lnTo>
                  <a:lnTo>
                    <a:pt x="24590" y="309835"/>
                  </a:lnTo>
                  <a:lnTo>
                    <a:pt x="27869" y="306556"/>
                  </a:lnTo>
                  <a:lnTo>
                    <a:pt x="31147" y="301638"/>
                  </a:lnTo>
                  <a:lnTo>
                    <a:pt x="32787" y="298359"/>
                  </a:lnTo>
                  <a:lnTo>
                    <a:pt x="37705" y="295081"/>
                  </a:lnTo>
                  <a:lnTo>
                    <a:pt x="40983" y="293441"/>
                  </a:lnTo>
                  <a:lnTo>
                    <a:pt x="44262" y="290163"/>
                  </a:lnTo>
                  <a:lnTo>
                    <a:pt x="45901" y="290163"/>
                  </a:lnTo>
                  <a:lnTo>
                    <a:pt x="45901" y="290163"/>
                  </a:lnTo>
                  <a:lnTo>
                    <a:pt x="47541" y="286884"/>
                  </a:lnTo>
                  <a:lnTo>
                    <a:pt x="49180" y="281966"/>
                  </a:lnTo>
                  <a:lnTo>
                    <a:pt x="52459" y="278687"/>
                  </a:lnTo>
                  <a:lnTo>
                    <a:pt x="55737" y="275409"/>
                  </a:lnTo>
                  <a:lnTo>
                    <a:pt x="57377" y="273769"/>
                  </a:lnTo>
                  <a:lnTo>
                    <a:pt x="60656" y="270491"/>
                  </a:lnTo>
                  <a:lnTo>
                    <a:pt x="63934" y="270491"/>
                  </a:lnTo>
                  <a:lnTo>
                    <a:pt x="68852" y="273769"/>
                  </a:lnTo>
                  <a:lnTo>
                    <a:pt x="72131" y="273769"/>
                  </a:lnTo>
                  <a:lnTo>
                    <a:pt x="75410" y="273769"/>
                  </a:lnTo>
                  <a:lnTo>
                    <a:pt x="77049" y="273769"/>
                  </a:lnTo>
                  <a:lnTo>
                    <a:pt x="78688" y="270491"/>
                  </a:lnTo>
                  <a:lnTo>
                    <a:pt x="80327" y="267212"/>
                  </a:lnTo>
                  <a:lnTo>
                    <a:pt x="80327" y="262294"/>
                  </a:lnTo>
                  <a:lnTo>
                    <a:pt x="81967" y="267212"/>
                  </a:lnTo>
                  <a:lnTo>
                    <a:pt x="86885" y="268851"/>
                  </a:lnTo>
                  <a:lnTo>
                    <a:pt x="90164" y="270491"/>
                  </a:lnTo>
                  <a:lnTo>
                    <a:pt x="91803" y="273769"/>
                  </a:lnTo>
                  <a:lnTo>
                    <a:pt x="93442" y="278687"/>
                  </a:lnTo>
                  <a:lnTo>
                    <a:pt x="96721" y="278687"/>
                  </a:lnTo>
                  <a:lnTo>
                    <a:pt x="98360" y="280326"/>
                  </a:lnTo>
                  <a:lnTo>
                    <a:pt x="98360" y="283605"/>
                  </a:lnTo>
                  <a:lnTo>
                    <a:pt x="100000" y="288523"/>
                  </a:lnTo>
                  <a:lnTo>
                    <a:pt x="100000" y="291802"/>
                  </a:lnTo>
                  <a:lnTo>
                    <a:pt x="100000" y="291802"/>
                  </a:lnTo>
                  <a:lnTo>
                    <a:pt x="103278" y="293441"/>
                  </a:lnTo>
                  <a:lnTo>
                    <a:pt x="106557" y="293441"/>
                  </a:lnTo>
                  <a:lnTo>
                    <a:pt x="109836" y="293441"/>
                  </a:lnTo>
                  <a:lnTo>
                    <a:pt x="113114" y="290163"/>
                  </a:lnTo>
                  <a:lnTo>
                    <a:pt x="113114" y="286884"/>
                  </a:lnTo>
                  <a:lnTo>
                    <a:pt x="118032" y="283605"/>
                  </a:lnTo>
                  <a:lnTo>
                    <a:pt x="118032" y="280326"/>
                  </a:lnTo>
                  <a:lnTo>
                    <a:pt x="118032" y="277048"/>
                  </a:lnTo>
                  <a:lnTo>
                    <a:pt x="119671" y="272130"/>
                  </a:lnTo>
                  <a:lnTo>
                    <a:pt x="122950" y="268851"/>
                  </a:lnTo>
                  <a:lnTo>
                    <a:pt x="127868" y="265573"/>
                  </a:lnTo>
                  <a:lnTo>
                    <a:pt x="129508" y="262294"/>
                  </a:lnTo>
                  <a:lnTo>
                    <a:pt x="126229" y="259015"/>
                  </a:lnTo>
                  <a:lnTo>
                    <a:pt x="127868" y="255736"/>
                  </a:lnTo>
                  <a:lnTo>
                    <a:pt x="129508" y="250819"/>
                  </a:lnTo>
                  <a:lnTo>
                    <a:pt x="131147" y="249179"/>
                  </a:lnTo>
                  <a:lnTo>
                    <a:pt x="134426" y="245901"/>
                  </a:lnTo>
                  <a:lnTo>
                    <a:pt x="136065" y="240982"/>
                  </a:lnTo>
                  <a:lnTo>
                    <a:pt x="136065" y="237704"/>
                  </a:lnTo>
                  <a:lnTo>
                    <a:pt x="137704" y="234425"/>
                  </a:lnTo>
                  <a:lnTo>
                    <a:pt x="139344" y="229507"/>
                  </a:lnTo>
                  <a:lnTo>
                    <a:pt x="142623" y="226229"/>
                  </a:lnTo>
                  <a:lnTo>
                    <a:pt x="142623" y="224589"/>
                  </a:lnTo>
                  <a:lnTo>
                    <a:pt x="142623" y="221311"/>
                  </a:lnTo>
                  <a:lnTo>
                    <a:pt x="144261" y="216392"/>
                  </a:lnTo>
                  <a:lnTo>
                    <a:pt x="144261" y="213114"/>
                  </a:lnTo>
                  <a:lnTo>
                    <a:pt x="144261" y="209835"/>
                  </a:lnTo>
                  <a:lnTo>
                    <a:pt x="145901" y="204917"/>
                  </a:lnTo>
                  <a:lnTo>
                    <a:pt x="149180" y="204917"/>
                  </a:lnTo>
                  <a:lnTo>
                    <a:pt x="150819" y="201638"/>
                  </a:lnTo>
                  <a:lnTo>
                    <a:pt x="149180" y="198360"/>
                  </a:lnTo>
                  <a:lnTo>
                    <a:pt x="150819" y="198360"/>
                  </a:lnTo>
                  <a:lnTo>
                    <a:pt x="150819" y="198360"/>
                  </a:lnTo>
                  <a:lnTo>
                    <a:pt x="154098" y="198360"/>
                  </a:lnTo>
                  <a:lnTo>
                    <a:pt x="157376" y="196721"/>
                  </a:lnTo>
                  <a:lnTo>
                    <a:pt x="162294" y="195081"/>
                  </a:lnTo>
                  <a:lnTo>
                    <a:pt x="165573" y="190163"/>
                  </a:lnTo>
                  <a:lnTo>
                    <a:pt x="165573" y="186885"/>
                  </a:lnTo>
                  <a:lnTo>
                    <a:pt x="167213" y="183606"/>
                  </a:lnTo>
                  <a:lnTo>
                    <a:pt x="167213" y="180327"/>
                  </a:lnTo>
                  <a:lnTo>
                    <a:pt x="167213" y="175409"/>
                  </a:lnTo>
                  <a:lnTo>
                    <a:pt x="167213" y="173770"/>
                  </a:lnTo>
                  <a:lnTo>
                    <a:pt x="168851" y="170491"/>
                  </a:lnTo>
                  <a:lnTo>
                    <a:pt x="168851" y="170491"/>
                  </a:lnTo>
                  <a:lnTo>
                    <a:pt x="170491" y="165573"/>
                  </a:lnTo>
                  <a:lnTo>
                    <a:pt x="167213" y="165573"/>
                  </a:lnTo>
                  <a:lnTo>
                    <a:pt x="167213" y="165573"/>
                  </a:lnTo>
                  <a:lnTo>
                    <a:pt x="170491" y="162294"/>
                  </a:lnTo>
                  <a:lnTo>
                    <a:pt x="175409" y="159016"/>
                  </a:lnTo>
                  <a:lnTo>
                    <a:pt x="178688" y="157376"/>
                  </a:lnTo>
                  <a:lnTo>
                    <a:pt x="181966" y="154098"/>
                  </a:lnTo>
                  <a:lnTo>
                    <a:pt x="181966" y="152458"/>
                  </a:lnTo>
                  <a:lnTo>
                    <a:pt x="183606" y="149179"/>
                  </a:lnTo>
                  <a:lnTo>
                    <a:pt x="183606" y="145901"/>
                  </a:lnTo>
                  <a:lnTo>
                    <a:pt x="181966" y="140983"/>
                  </a:lnTo>
                  <a:lnTo>
                    <a:pt x="183606" y="137704"/>
                  </a:lnTo>
                  <a:lnTo>
                    <a:pt x="183606" y="136065"/>
                  </a:lnTo>
                  <a:lnTo>
                    <a:pt x="181966" y="136065"/>
                  </a:lnTo>
                  <a:lnTo>
                    <a:pt x="185245" y="132786"/>
                  </a:lnTo>
                  <a:lnTo>
                    <a:pt x="188524" y="131147"/>
                  </a:lnTo>
                  <a:lnTo>
                    <a:pt x="190163" y="131147"/>
                  </a:lnTo>
                  <a:lnTo>
                    <a:pt x="190163" y="127868"/>
                  </a:lnTo>
                  <a:lnTo>
                    <a:pt x="191803" y="124589"/>
                  </a:lnTo>
                  <a:lnTo>
                    <a:pt x="191803" y="121311"/>
                  </a:lnTo>
                  <a:lnTo>
                    <a:pt x="191803" y="116393"/>
                  </a:lnTo>
                  <a:lnTo>
                    <a:pt x="193442" y="113114"/>
                  </a:lnTo>
                  <a:lnTo>
                    <a:pt x="193442" y="109836"/>
                  </a:lnTo>
                  <a:lnTo>
                    <a:pt x="196720" y="104918"/>
                  </a:lnTo>
                  <a:lnTo>
                    <a:pt x="198360" y="101639"/>
                  </a:lnTo>
                  <a:lnTo>
                    <a:pt x="199999" y="98360"/>
                  </a:lnTo>
                  <a:lnTo>
                    <a:pt x="203278" y="95082"/>
                  </a:lnTo>
                  <a:lnTo>
                    <a:pt x="203278" y="91803"/>
                  </a:lnTo>
                  <a:lnTo>
                    <a:pt x="206557" y="86885"/>
                  </a:lnTo>
                  <a:lnTo>
                    <a:pt x="208196" y="83606"/>
                  </a:lnTo>
                  <a:lnTo>
                    <a:pt x="208196" y="83606"/>
                  </a:lnTo>
                  <a:lnTo>
                    <a:pt x="211474" y="80328"/>
                  </a:lnTo>
                  <a:lnTo>
                    <a:pt x="213114" y="80328"/>
                  </a:lnTo>
                  <a:lnTo>
                    <a:pt x="216393" y="81967"/>
                  </a:lnTo>
                  <a:lnTo>
                    <a:pt x="219671" y="80328"/>
                  </a:lnTo>
                  <a:lnTo>
                    <a:pt x="224589" y="77049"/>
                  </a:lnTo>
                  <a:lnTo>
                    <a:pt x="227868" y="75410"/>
                  </a:lnTo>
                  <a:lnTo>
                    <a:pt x="231147" y="72131"/>
                  </a:lnTo>
                  <a:lnTo>
                    <a:pt x="234425" y="68852"/>
                  </a:lnTo>
                  <a:lnTo>
                    <a:pt x="236064" y="63934"/>
                  </a:lnTo>
                  <a:lnTo>
                    <a:pt x="232786" y="60655"/>
                  </a:lnTo>
                  <a:lnTo>
                    <a:pt x="234425" y="57377"/>
                  </a:lnTo>
                  <a:lnTo>
                    <a:pt x="234425" y="52459"/>
                  </a:lnTo>
                  <a:lnTo>
                    <a:pt x="236064" y="49180"/>
                  </a:lnTo>
                  <a:lnTo>
                    <a:pt x="236064" y="45901"/>
                  </a:lnTo>
                  <a:lnTo>
                    <a:pt x="236064" y="40983"/>
                  </a:lnTo>
                  <a:lnTo>
                    <a:pt x="232786" y="39344"/>
                  </a:lnTo>
                  <a:lnTo>
                    <a:pt x="231147" y="34426"/>
                  </a:lnTo>
                  <a:lnTo>
                    <a:pt x="227868" y="32787"/>
                  </a:lnTo>
                  <a:lnTo>
                    <a:pt x="227868" y="32787"/>
                  </a:lnTo>
                  <a:lnTo>
                    <a:pt x="222950" y="32787"/>
                  </a:lnTo>
                  <a:lnTo>
                    <a:pt x="219671" y="32787"/>
                  </a:lnTo>
                  <a:lnTo>
                    <a:pt x="218032" y="32787"/>
                  </a:lnTo>
                  <a:lnTo>
                    <a:pt x="218032" y="29508"/>
                  </a:lnTo>
                  <a:lnTo>
                    <a:pt x="218032" y="27869"/>
                  </a:lnTo>
                  <a:lnTo>
                    <a:pt x="218032" y="22951"/>
                  </a:lnTo>
                  <a:lnTo>
                    <a:pt x="218032" y="19672"/>
                  </a:lnTo>
                  <a:lnTo>
                    <a:pt x="216393" y="16393"/>
                  </a:lnTo>
                  <a:lnTo>
                    <a:pt x="216393" y="11475"/>
                  </a:lnTo>
                  <a:lnTo>
                    <a:pt x="214753" y="8197"/>
                  </a:lnTo>
                  <a:lnTo>
                    <a:pt x="214753" y="4918"/>
                  </a:lnTo>
                  <a:lnTo>
                    <a:pt x="213114" y="0"/>
                  </a:lnTo>
                  <a:lnTo>
                    <a:pt x="214753" y="0"/>
                  </a:lnTo>
                  <a:lnTo>
                    <a:pt x="219671" y="0"/>
                  </a:lnTo>
                  <a:lnTo>
                    <a:pt x="219671" y="0"/>
                  </a:lnTo>
                  <a:lnTo>
                    <a:pt x="224589" y="0"/>
                  </a:lnTo>
                  <a:lnTo>
                    <a:pt x="227868" y="0"/>
                  </a:lnTo>
                  <a:lnTo>
                    <a:pt x="229507" y="3279"/>
                  </a:lnTo>
                  <a:lnTo>
                    <a:pt x="231147" y="4918"/>
                  </a:lnTo>
                  <a:lnTo>
                    <a:pt x="231147" y="8197"/>
                  </a:lnTo>
                  <a:lnTo>
                    <a:pt x="232786" y="11475"/>
                  </a:lnTo>
                  <a:lnTo>
                    <a:pt x="232786" y="14754"/>
                  </a:lnTo>
                  <a:lnTo>
                    <a:pt x="236064" y="16393"/>
                  </a:lnTo>
                  <a:lnTo>
                    <a:pt x="237704" y="19672"/>
                  </a:lnTo>
                  <a:lnTo>
                    <a:pt x="242622" y="19672"/>
                  </a:lnTo>
                  <a:lnTo>
                    <a:pt x="242622" y="21311"/>
                  </a:lnTo>
                  <a:lnTo>
                    <a:pt x="242622" y="24590"/>
                  </a:lnTo>
                  <a:lnTo>
                    <a:pt x="242622" y="27869"/>
                  </a:lnTo>
                  <a:lnTo>
                    <a:pt x="245901" y="31148"/>
                  </a:lnTo>
                  <a:lnTo>
                    <a:pt x="245901" y="34426"/>
                  </a:lnTo>
                  <a:lnTo>
                    <a:pt x="245901" y="37705"/>
                  </a:lnTo>
                  <a:lnTo>
                    <a:pt x="244261" y="40983"/>
                  </a:lnTo>
                  <a:lnTo>
                    <a:pt x="245901" y="42623"/>
                  </a:lnTo>
                  <a:lnTo>
                    <a:pt x="249179" y="44262"/>
                  </a:lnTo>
                  <a:lnTo>
                    <a:pt x="250818" y="44262"/>
                  </a:lnTo>
                  <a:lnTo>
                    <a:pt x="250818" y="44262"/>
                  </a:lnTo>
                  <a:lnTo>
                    <a:pt x="250818" y="44262"/>
                  </a:lnTo>
                  <a:lnTo>
                    <a:pt x="250818" y="47541"/>
                  </a:lnTo>
                  <a:lnTo>
                    <a:pt x="250818" y="50820"/>
                  </a:lnTo>
                  <a:lnTo>
                    <a:pt x="252458" y="55738"/>
                  </a:lnTo>
                  <a:lnTo>
                    <a:pt x="252458" y="59016"/>
                  </a:lnTo>
                  <a:lnTo>
                    <a:pt x="252458" y="62295"/>
                  </a:lnTo>
                  <a:lnTo>
                    <a:pt x="252458" y="67213"/>
                  </a:lnTo>
                  <a:lnTo>
                    <a:pt x="254097" y="70492"/>
                  </a:lnTo>
                  <a:lnTo>
                    <a:pt x="252458" y="73770"/>
                  </a:lnTo>
                  <a:lnTo>
                    <a:pt x="250818" y="77049"/>
                  </a:lnTo>
                  <a:lnTo>
                    <a:pt x="250818" y="81967"/>
                  </a:lnTo>
                  <a:lnTo>
                    <a:pt x="250818" y="85245"/>
                  </a:lnTo>
                  <a:lnTo>
                    <a:pt x="250818" y="88524"/>
                  </a:lnTo>
                  <a:lnTo>
                    <a:pt x="250818" y="90164"/>
                  </a:lnTo>
                  <a:lnTo>
                    <a:pt x="252458" y="95082"/>
                  </a:lnTo>
                  <a:lnTo>
                    <a:pt x="252458" y="98360"/>
                  </a:lnTo>
                  <a:lnTo>
                    <a:pt x="252458" y="103278"/>
                  </a:lnTo>
                  <a:lnTo>
                    <a:pt x="254097" y="106557"/>
                  </a:lnTo>
                  <a:lnTo>
                    <a:pt x="255737" y="109836"/>
                  </a:lnTo>
                  <a:lnTo>
                    <a:pt x="255737" y="113114"/>
                  </a:lnTo>
                  <a:lnTo>
                    <a:pt x="259015" y="116393"/>
                  </a:lnTo>
                  <a:lnTo>
                    <a:pt x="260654" y="121311"/>
                  </a:lnTo>
                  <a:lnTo>
                    <a:pt x="262294" y="124589"/>
                  </a:lnTo>
                  <a:lnTo>
                    <a:pt x="263933" y="124589"/>
                  </a:lnTo>
                  <a:lnTo>
                    <a:pt x="265573" y="127868"/>
                  </a:lnTo>
                  <a:lnTo>
                    <a:pt x="267212" y="131147"/>
                  </a:lnTo>
                  <a:lnTo>
                    <a:pt x="272130" y="134426"/>
                  </a:lnTo>
                  <a:lnTo>
                    <a:pt x="275408" y="136065"/>
                  </a:lnTo>
                  <a:lnTo>
                    <a:pt x="275408" y="137704"/>
                  </a:lnTo>
                  <a:lnTo>
                    <a:pt x="273769" y="137704"/>
                  </a:lnTo>
                  <a:lnTo>
                    <a:pt x="270491" y="139344"/>
                  </a:lnTo>
                  <a:lnTo>
                    <a:pt x="265573" y="139344"/>
                  </a:lnTo>
                  <a:lnTo>
                    <a:pt x="262294" y="137704"/>
                  </a:lnTo>
                  <a:lnTo>
                    <a:pt x="259015" y="137704"/>
                  </a:lnTo>
                  <a:lnTo>
                    <a:pt x="254097" y="137704"/>
                  </a:lnTo>
                  <a:lnTo>
                    <a:pt x="254097" y="137704"/>
                  </a:lnTo>
                  <a:lnTo>
                    <a:pt x="249179" y="137704"/>
                  </a:lnTo>
                  <a:lnTo>
                    <a:pt x="247540" y="137704"/>
                  </a:lnTo>
                  <a:lnTo>
                    <a:pt x="244261" y="139344"/>
                  </a:lnTo>
                  <a:lnTo>
                    <a:pt x="239343" y="139344"/>
                  </a:lnTo>
                  <a:lnTo>
                    <a:pt x="236064" y="137704"/>
                  </a:lnTo>
                  <a:lnTo>
                    <a:pt x="232786" y="137704"/>
                  </a:lnTo>
                  <a:lnTo>
                    <a:pt x="229507" y="136065"/>
                  </a:lnTo>
                  <a:lnTo>
                    <a:pt x="226228" y="136065"/>
                  </a:lnTo>
                  <a:lnTo>
                    <a:pt x="222950" y="137704"/>
                  </a:lnTo>
                  <a:lnTo>
                    <a:pt x="219671" y="137704"/>
                  </a:lnTo>
                  <a:lnTo>
                    <a:pt x="218032" y="137704"/>
                  </a:lnTo>
                  <a:lnTo>
                    <a:pt x="216393" y="140983"/>
                  </a:lnTo>
                  <a:lnTo>
                    <a:pt x="214753" y="145901"/>
                  </a:lnTo>
                  <a:lnTo>
                    <a:pt x="211474" y="149179"/>
                  </a:lnTo>
                  <a:lnTo>
                    <a:pt x="211474" y="149179"/>
                  </a:lnTo>
                  <a:lnTo>
                    <a:pt x="211474" y="154098"/>
                  </a:lnTo>
                  <a:lnTo>
                    <a:pt x="213114" y="155737"/>
                  </a:lnTo>
                  <a:lnTo>
                    <a:pt x="216393" y="159016"/>
                  </a:lnTo>
                  <a:lnTo>
                    <a:pt x="219671" y="163934"/>
                  </a:lnTo>
                  <a:lnTo>
                    <a:pt x="222950" y="167212"/>
                  </a:lnTo>
                  <a:lnTo>
                    <a:pt x="224589" y="172131"/>
                  </a:lnTo>
                  <a:lnTo>
                    <a:pt x="224589" y="172131"/>
                  </a:lnTo>
                  <a:lnTo>
                    <a:pt x="227868" y="175409"/>
                  </a:lnTo>
                  <a:lnTo>
                    <a:pt x="232786" y="180327"/>
                  </a:lnTo>
                  <a:lnTo>
                    <a:pt x="236064" y="183606"/>
                  </a:lnTo>
                  <a:lnTo>
                    <a:pt x="239343" y="185245"/>
                  </a:lnTo>
                  <a:lnTo>
                    <a:pt x="242622" y="188524"/>
                  </a:lnTo>
                  <a:lnTo>
                    <a:pt x="247540" y="191802"/>
                  </a:lnTo>
                  <a:lnTo>
                    <a:pt x="249179" y="195081"/>
                  </a:lnTo>
                  <a:lnTo>
                    <a:pt x="250818" y="195081"/>
                  </a:lnTo>
                  <a:lnTo>
                    <a:pt x="254097" y="198360"/>
                  </a:lnTo>
                  <a:lnTo>
                    <a:pt x="257376" y="201638"/>
                  </a:lnTo>
                  <a:lnTo>
                    <a:pt x="259015" y="204917"/>
                  </a:lnTo>
                  <a:lnTo>
                    <a:pt x="259015" y="206556"/>
                  </a:lnTo>
                  <a:lnTo>
                    <a:pt x="260654" y="209835"/>
                  </a:lnTo>
                  <a:lnTo>
                    <a:pt x="262294" y="214753"/>
                  </a:lnTo>
                  <a:lnTo>
                    <a:pt x="263933" y="218032"/>
                  </a:lnTo>
                  <a:lnTo>
                    <a:pt x="263933" y="221311"/>
                  </a:lnTo>
                  <a:lnTo>
                    <a:pt x="265573" y="226229"/>
                  </a:lnTo>
                  <a:lnTo>
                    <a:pt x="267212" y="229507"/>
                  </a:lnTo>
                  <a:lnTo>
                    <a:pt x="268851" y="232786"/>
                  </a:lnTo>
                  <a:lnTo>
                    <a:pt x="268851" y="234425"/>
                  </a:lnTo>
                  <a:lnTo>
                    <a:pt x="272130" y="236065"/>
                  </a:lnTo>
                  <a:lnTo>
                    <a:pt x="272130" y="237704"/>
                  </a:lnTo>
                  <a:lnTo>
                    <a:pt x="272130" y="242622"/>
                  </a:lnTo>
                  <a:lnTo>
                    <a:pt x="268851" y="245901"/>
                  </a:lnTo>
                  <a:lnTo>
                    <a:pt x="267212" y="249179"/>
                  </a:lnTo>
                  <a:lnTo>
                    <a:pt x="265573" y="252458"/>
                  </a:lnTo>
                  <a:lnTo>
                    <a:pt x="260654" y="255736"/>
                  </a:lnTo>
                  <a:lnTo>
                    <a:pt x="260654" y="257376"/>
                  </a:lnTo>
                  <a:lnTo>
                    <a:pt x="257376" y="260655"/>
                  </a:lnTo>
                  <a:lnTo>
                    <a:pt x="257376" y="263933"/>
                  </a:lnTo>
                  <a:lnTo>
                    <a:pt x="255737" y="267212"/>
                  </a:lnTo>
                  <a:lnTo>
                    <a:pt x="254097" y="272130"/>
                  </a:lnTo>
                  <a:lnTo>
                    <a:pt x="254097" y="275409"/>
                  </a:lnTo>
                  <a:lnTo>
                    <a:pt x="252458" y="278687"/>
                  </a:lnTo>
                  <a:lnTo>
                    <a:pt x="250818" y="280326"/>
                  </a:lnTo>
                  <a:lnTo>
                    <a:pt x="247540" y="283605"/>
                  </a:lnTo>
                  <a:lnTo>
                    <a:pt x="245901" y="286884"/>
                  </a:lnTo>
                  <a:lnTo>
                    <a:pt x="244261" y="290163"/>
                  </a:lnTo>
                  <a:lnTo>
                    <a:pt x="242622" y="296720"/>
                  </a:lnTo>
                  <a:lnTo>
                    <a:pt x="240983" y="299999"/>
                  </a:lnTo>
                  <a:lnTo>
                    <a:pt x="237704" y="303278"/>
                  </a:lnTo>
                  <a:lnTo>
                    <a:pt x="232786" y="304916"/>
                  </a:lnTo>
                  <a:lnTo>
                    <a:pt x="229507" y="308195"/>
                  </a:lnTo>
                  <a:lnTo>
                    <a:pt x="227868" y="309835"/>
                  </a:lnTo>
                  <a:lnTo>
                    <a:pt x="227868" y="309835"/>
                  </a:lnTo>
                  <a:lnTo>
                    <a:pt x="227868" y="311474"/>
                  </a:lnTo>
                  <a:lnTo>
                    <a:pt x="229507" y="314753"/>
                  </a:lnTo>
                  <a:lnTo>
                    <a:pt x="232786" y="316392"/>
                  </a:lnTo>
                  <a:lnTo>
                    <a:pt x="234425" y="316392"/>
                  </a:lnTo>
                  <a:lnTo>
                    <a:pt x="236064" y="319671"/>
                  </a:lnTo>
                  <a:lnTo>
                    <a:pt x="236064" y="324589"/>
                  </a:lnTo>
                  <a:lnTo>
                    <a:pt x="234425" y="327868"/>
                  </a:lnTo>
                  <a:lnTo>
                    <a:pt x="234425" y="331146"/>
                  </a:lnTo>
                  <a:lnTo>
                    <a:pt x="236064" y="336064"/>
                  </a:lnTo>
                  <a:lnTo>
                    <a:pt x="234425" y="339343"/>
                  </a:lnTo>
                  <a:lnTo>
                    <a:pt x="232786" y="342622"/>
                  </a:lnTo>
                  <a:lnTo>
                    <a:pt x="232786" y="344261"/>
                  </a:lnTo>
                  <a:lnTo>
                    <a:pt x="236064" y="347539"/>
                  </a:lnTo>
                  <a:lnTo>
                    <a:pt x="237704" y="349179"/>
                  </a:lnTo>
                  <a:lnTo>
                    <a:pt x="237704" y="352458"/>
                  </a:lnTo>
                  <a:lnTo>
                    <a:pt x="237704" y="355736"/>
                  </a:lnTo>
                  <a:lnTo>
                    <a:pt x="237704" y="357375"/>
                  </a:lnTo>
                  <a:lnTo>
                    <a:pt x="237704" y="357375"/>
                  </a:lnTo>
                  <a:lnTo>
                    <a:pt x="239343" y="360654"/>
                  </a:lnTo>
                  <a:lnTo>
                    <a:pt x="239343" y="363933"/>
                  </a:lnTo>
                  <a:lnTo>
                    <a:pt x="239343" y="368851"/>
                  </a:lnTo>
                  <a:lnTo>
                    <a:pt x="239343" y="372129"/>
                  </a:lnTo>
                  <a:lnTo>
                    <a:pt x="240983" y="375408"/>
                  </a:lnTo>
                  <a:lnTo>
                    <a:pt x="245901" y="378687"/>
                  </a:lnTo>
                  <a:lnTo>
                    <a:pt x="249179" y="381966"/>
                  </a:lnTo>
                  <a:lnTo>
                    <a:pt x="250818" y="381966"/>
                  </a:lnTo>
                  <a:lnTo>
                    <a:pt x="252458" y="386883"/>
                  </a:lnTo>
                  <a:lnTo>
                    <a:pt x="254097" y="390162"/>
                  </a:lnTo>
                  <a:lnTo>
                    <a:pt x="254097" y="393441"/>
                  </a:lnTo>
                  <a:lnTo>
                    <a:pt x="254097" y="395080"/>
                  </a:lnTo>
                  <a:lnTo>
                    <a:pt x="255737" y="396719"/>
                  </a:lnTo>
                  <a:lnTo>
                    <a:pt x="257376" y="399998"/>
                  </a:lnTo>
                  <a:lnTo>
                    <a:pt x="254097" y="399998"/>
                  </a:lnTo>
                  <a:lnTo>
                    <a:pt x="252458" y="404916"/>
                  </a:lnTo>
                  <a:lnTo>
                    <a:pt x="255737" y="408195"/>
                  </a:lnTo>
                  <a:lnTo>
                    <a:pt x="257376" y="411473"/>
                  </a:lnTo>
                  <a:lnTo>
                    <a:pt x="260654" y="416392"/>
                  </a:lnTo>
                  <a:lnTo>
                    <a:pt x="260654" y="416392"/>
                  </a:lnTo>
                  <a:lnTo>
                    <a:pt x="263933" y="419670"/>
                  </a:lnTo>
                  <a:lnTo>
                    <a:pt x="267212" y="424588"/>
                  </a:lnTo>
                  <a:lnTo>
                    <a:pt x="270491" y="427867"/>
                  </a:lnTo>
                  <a:lnTo>
                    <a:pt x="273769" y="431146"/>
                  </a:lnTo>
                  <a:lnTo>
                    <a:pt x="277048" y="434424"/>
                  </a:lnTo>
                  <a:lnTo>
                    <a:pt x="280327" y="439342"/>
                  </a:lnTo>
                  <a:lnTo>
                    <a:pt x="283605" y="440982"/>
                  </a:lnTo>
                  <a:lnTo>
                    <a:pt x="286884" y="440982"/>
                  </a:lnTo>
                  <a:lnTo>
                    <a:pt x="288523" y="444260"/>
                  </a:lnTo>
                  <a:lnTo>
                    <a:pt x="291802" y="449178"/>
                  </a:lnTo>
                  <a:lnTo>
                    <a:pt x="293441" y="452457"/>
                  </a:lnTo>
                  <a:lnTo>
                    <a:pt x="291802" y="455736"/>
                  </a:lnTo>
                  <a:lnTo>
                    <a:pt x="293441" y="459015"/>
                  </a:lnTo>
                  <a:lnTo>
                    <a:pt x="293441" y="462293"/>
                  </a:lnTo>
                  <a:lnTo>
                    <a:pt x="293441" y="465572"/>
                  </a:lnTo>
                  <a:lnTo>
                    <a:pt x="293441" y="470490"/>
                  </a:lnTo>
                  <a:lnTo>
                    <a:pt x="293441" y="473768"/>
                  </a:lnTo>
                  <a:lnTo>
                    <a:pt x="296720" y="477047"/>
                  </a:lnTo>
                  <a:lnTo>
                    <a:pt x="296720" y="480326"/>
                  </a:lnTo>
                  <a:lnTo>
                    <a:pt x="293441" y="480326"/>
                  </a:lnTo>
                  <a:lnTo>
                    <a:pt x="293441" y="483605"/>
                  </a:lnTo>
                  <a:lnTo>
                    <a:pt x="291802" y="488522"/>
                  </a:lnTo>
                  <a:lnTo>
                    <a:pt x="293441" y="491801"/>
                  </a:lnTo>
                  <a:lnTo>
                    <a:pt x="293441" y="495080"/>
                  </a:lnTo>
                  <a:lnTo>
                    <a:pt x="295081" y="499998"/>
                  </a:lnTo>
                  <a:lnTo>
                    <a:pt x="293441" y="503276"/>
                  </a:lnTo>
                  <a:lnTo>
                    <a:pt x="291802" y="504916"/>
                  </a:lnTo>
                  <a:lnTo>
                    <a:pt x="290163" y="503276"/>
                  </a:lnTo>
                  <a:lnTo>
                    <a:pt x="288523" y="499998"/>
                  </a:lnTo>
                  <a:lnTo>
                    <a:pt x="283605" y="496719"/>
                  </a:lnTo>
                  <a:lnTo>
                    <a:pt x="280327" y="495080"/>
                  </a:lnTo>
                  <a:lnTo>
                    <a:pt x="277048" y="491801"/>
                  </a:lnTo>
                  <a:lnTo>
                    <a:pt x="273769" y="491801"/>
                  </a:lnTo>
                  <a:lnTo>
                    <a:pt x="268851" y="490162"/>
                  </a:lnTo>
                  <a:lnTo>
                    <a:pt x="265573" y="491801"/>
                  </a:lnTo>
                  <a:lnTo>
                    <a:pt x="262294" y="490162"/>
                  </a:lnTo>
                  <a:lnTo>
                    <a:pt x="257376" y="488522"/>
                  </a:lnTo>
                  <a:lnTo>
                    <a:pt x="257376" y="488522"/>
                  </a:lnTo>
                  <a:lnTo>
                    <a:pt x="254097" y="490162"/>
                  </a:lnTo>
                  <a:lnTo>
                    <a:pt x="250818" y="488522"/>
                  </a:lnTo>
                  <a:lnTo>
                    <a:pt x="250818" y="488522"/>
                  </a:lnTo>
                  <a:lnTo>
                    <a:pt x="245901" y="488522"/>
                  </a:lnTo>
                  <a:lnTo>
                    <a:pt x="244261" y="485244"/>
                  </a:lnTo>
                  <a:lnTo>
                    <a:pt x="240983" y="485244"/>
                  </a:lnTo>
                  <a:lnTo>
                    <a:pt x="237704" y="483605"/>
                  </a:lnTo>
                  <a:lnTo>
                    <a:pt x="234425" y="480326"/>
                  </a:lnTo>
                  <a:lnTo>
                    <a:pt x="229507" y="483605"/>
                  </a:lnTo>
                  <a:lnTo>
                    <a:pt x="226228" y="481965"/>
                  </a:lnTo>
                  <a:lnTo>
                    <a:pt x="222950" y="481965"/>
                  </a:lnTo>
                  <a:lnTo>
                    <a:pt x="218032" y="481965"/>
                  </a:lnTo>
                  <a:lnTo>
                    <a:pt x="214753" y="481965"/>
                  </a:lnTo>
                  <a:lnTo>
                    <a:pt x="211474" y="481965"/>
                  </a:lnTo>
                  <a:lnTo>
                    <a:pt x="209835" y="481965"/>
                  </a:lnTo>
                  <a:lnTo>
                    <a:pt x="206557" y="481965"/>
                  </a:lnTo>
                  <a:lnTo>
                    <a:pt x="203278" y="481965"/>
                  </a:lnTo>
                  <a:lnTo>
                    <a:pt x="198360" y="481965"/>
                  </a:lnTo>
                  <a:lnTo>
                    <a:pt x="195081" y="481965"/>
                  </a:lnTo>
                  <a:lnTo>
                    <a:pt x="191803" y="481965"/>
                  </a:lnTo>
                  <a:lnTo>
                    <a:pt x="188524" y="481965"/>
                  </a:lnTo>
                  <a:lnTo>
                    <a:pt x="185245" y="481965"/>
                  </a:lnTo>
                  <a:lnTo>
                    <a:pt x="185245" y="481965"/>
                  </a:lnTo>
                  <a:lnTo>
                    <a:pt x="183606" y="477047"/>
                  </a:lnTo>
                  <a:lnTo>
                    <a:pt x="178688" y="477047"/>
                  </a:lnTo>
                  <a:lnTo>
                    <a:pt x="175409" y="478686"/>
                  </a:lnTo>
                  <a:lnTo>
                    <a:pt x="172130" y="478686"/>
                  </a:lnTo>
                  <a:lnTo>
                    <a:pt x="167213" y="478686"/>
                  </a:lnTo>
                  <a:lnTo>
                    <a:pt x="163934" y="478686"/>
                  </a:lnTo>
                  <a:lnTo>
                    <a:pt x="160655" y="478686"/>
                  </a:lnTo>
                  <a:lnTo>
                    <a:pt x="157376" y="477047"/>
                  </a:lnTo>
                  <a:lnTo>
                    <a:pt x="154098" y="477047"/>
                  </a:lnTo>
                  <a:lnTo>
                    <a:pt x="149180" y="477047"/>
                  </a:lnTo>
                  <a:lnTo>
                    <a:pt x="147540" y="475408"/>
                  </a:lnTo>
                  <a:lnTo>
                    <a:pt x="144261" y="477047"/>
                  </a:lnTo>
                  <a:lnTo>
                    <a:pt x="140983" y="477047"/>
                  </a:lnTo>
                  <a:lnTo>
                    <a:pt x="136065" y="477047"/>
                  </a:lnTo>
                  <a:lnTo>
                    <a:pt x="132786" y="477047"/>
                  </a:lnTo>
                  <a:lnTo>
                    <a:pt x="129508" y="477047"/>
                  </a:lnTo>
                  <a:lnTo>
                    <a:pt x="126229" y="477047"/>
                  </a:lnTo>
                  <a:lnTo>
                    <a:pt x="121311" y="475408"/>
                  </a:lnTo>
                  <a:lnTo>
                    <a:pt x="121311" y="475408"/>
                  </a:lnTo>
                  <a:lnTo>
                    <a:pt x="116393" y="475408"/>
                  </a:lnTo>
                  <a:lnTo>
                    <a:pt x="113114" y="477047"/>
                  </a:lnTo>
                  <a:lnTo>
                    <a:pt x="109836" y="477047"/>
                  </a:lnTo>
                  <a:lnTo>
                    <a:pt x="109836" y="480326"/>
                  </a:lnTo>
                  <a:lnTo>
                    <a:pt x="109836" y="481965"/>
                  </a:lnTo>
                  <a:lnTo>
                    <a:pt x="109836" y="481965"/>
                  </a:lnTo>
                  <a:lnTo>
                    <a:pt x="109836" y="481965"/>
                  </a:lnTo>
                  <a:lnTo>
                    <a:pt x="108196" y="481965"/>
                  </a:lnTo>
                  <a:lnTo>
                    <a:pt x="104917" y="481965"/>
                  </a:lnTo>
                  <a:lnTo>
                    <a:pt x="101639" y="481965"/>
                  </a:lnTo>
                  <a:lnTo>
                    <a:pt x="98360" y="481965"/>
                  </a:lnTo>
                  <a:lnTo>
                    <a:pt x="93442" y="481965"/>
                  </a:lnTo>
                  <a:lnTo>
                    <a:pt x="90164" y="481965"/>
                  </a:lnTo>
                  <a:lnTo>
                    <a:pt x="86885" y="481965"/>
                  </a:lnTo>
                  <a:lnTo>
                    <a:pt x="83606" y="481965"/>
                  </a:lnTo>
                  <a:lnTo>
                    <a:pt x="78688" y="481965"/>
                  </a:lnTo>
                  <a:lnTo>
                    <a:pt x="75410" y="481965"/>
                  </a:lnTo>
                  <a:lnTo>
                    <a:pt x="72131" y="481965"/>
                  </a:lnTo>
                  <a:lnTo>
                    <a:pt x="68852" y="481965"/>
                  </a:lnTo>
                  <a:lnTo>
                    <a:pt x="63934" y="481965"/>
                  </a:lnTo>
                  <a:lnTo>
                    <a:pt x="63934" y="481965"/>
                  </a:lnTo>
                  <a:lnTo>
                    <a:pt x="60656" y="481965"/>
                  </a:lnTo>
                  <a:lnTo>
                    <a:pt x="59016" y="481965"/>
                  </a:lnTo>
                  <a:lnTo>
                    <a:pt x="57377" y="481965"/>
                  </a:lnTo>
                  <a:lnTo>
                    <a:pt x="54098" y="480326"/>
                  </a:lnTo>
                  <a:lnTo>
                    <a:pt x="50820" y="477047"/>
                  </a:lnTo>
                  <a:lnTo>
                    <a:pt x="50820" y="473768"/>
                  </a:lnTo>
                  <a:lnTo>
                    <a:pt x="50820" y="472129"/>
                  </a:lnTo>
                  <a:lnTo>
                    <a:pt x="50820" y="467211"/>
                  </a:lnTo>
                  <a:lnTo>
                    <a:pt x="50820" y="463932"/>
                  </a:lnTo>
                  <a:lnTo>
                    <a:pt x="52459" y="460653"/>
                  </a:lnTo>
                  <a:lnTo>
                    <a:pt x="52459" y="455736"/>
                  </a:lnTo>
                  <a:lnTo>
                    <a:pt x="52459" y="452457"/>
                  </a:lnTo>
                  <a:lnTo>
                    <a:pt x="54098" y="449178"/>
                  </a:lnTo>
                  <a:lnTo>
                    <a:pt x="55737" y="445900"/>
                  </a:lnTo>
                  <a:lnTo>
                    <a:pt x="55737" y="440982"/>
                  </a:lnTo>
                  <a:lnTo>
                    <a:pt x="54098" y="437703"/>
                  </a:lnTo>
                  <a:lnTo>
                    <a:pt x="54098" y="434424"/>
                  </a:lnTo>
                  <a:lnTo>
                    <a:pt x="52459" y="431146"/>
                  </a:lnTo>
                  <a:lnTo>
                    <a:pt x="49180" y="427867"/>
                  </a:lnTo>
                  <a:lnTo>
                    <a:pt x="45901" y="422949"/>
                  </a:lnTo>
                  <a:lnTo>
                    <a:pt x="47541" y="419670"/>
                  </a:lnTo>
                  <a:lnTo>
                    <a:pt x="50820" y="418031"/>
                  </a:lnTo>
                  <a:lnTo>
                    <a:pt x="50820" y="418031"/>
                  </a:lnTo>
                  <a:lnTo>
                    <a:pt x="47541" y="419670"/>
                  </a:lnTo>
                  <a:lnTo>
                    <a:pt x="42623" y="419670"/>
                  </a:lnTo>
                  <a:lnTo>
                    <a:pt x="42623" y="414752"/>
                  </a:lnTo>
                  <a:lnTo>
                    <a:pt x="42623" y="411473"/>
                  </a:lnTo>
                  <a:lnTo>
                    <a:pt x="45901" y="408195"/>
                  </a:lnTo>
                  <a:lnTo>
                    <a:pt x="45901" y="408195"/>
                  </a:lnTo>
                  <a:lnTo>
                    <a:pt x="47541" y="406556"/>
                  </a:lnTo>
                  <a:lnTo>
                    <a:pt x="47541" y="403277"/>
                  </a:lnTo>
                  <a:lnTo>
                    <a:pt x="42623" y="403277"/>
                  </a:lnTo>
                  <a:lnTo>
                    <a:pt x="45901" y="398359"/>
                  </a:lnTo>
                  <a:lnTo>
                    <a:pt x="45901" y="398359"/>
                  </a:lnTo>
                  <a:lnTo>
                    <a:pt x="45901" y="396719"/>
                  </a:lnTo>
                  <a:lnTo>
                    <a:pt x="45901" y="398359"/>
                  </a:lnTo>
                  <a:lnTo>
                    <a:pt x="45901" y="398359"/>
                  </a:lnTo>
                  <a:lnTo>
                    <a:pt x="44262" y="398359"/>
                  </a:lnTo>
                  <a:lnTo>
                    <a:pt x="40983" y="399998"/>
                  </a:lnTo>
                  <a:lnTo>
                    <a:pt x="39344" y="396719"/>
                  </a:lnTo>
                  <a:lnTo>
                    <a:pt x="36066" y="398359"/>
                  </a:lnTo>
                  <a:lnTo>
                    <a:pt x="36066" y="398359"/>
                  </a:lnTo>
                  <a:lnTo>
                    <a:pt x="36066" y="398359"/>
                  </a:lnTo>
                  <a:lnTo>
                    <a:pt x="37705" y="399998"/>
                  </a:lnTo>
                  <a:lnTo>
                    <a:pt x="37705" y="399998"/>
                  </a:lnTo>
                  <a:lnTo>
                    <a:pt x="37705" y="401638"/>
                  </a:lnTo>
                  <a:lnTo>
                    <a:pt x="36066" y="399998"/>
                  </a:lnTo>
                  <a:lnTo>
                    <a:pt x="36066" y="401638"/>
                  </a:lnTo>
                  <a:lnTo>
                    <a:pt x="36066" y="406556"/>
                  </a:lnTo>
                  <a:lnTo>
                    <a:pt x="32787" y="404916"/>
                  </a:lnTo>
                  <a:lnTo>
                    <a:pt x="31147" y="401638"/>
                  </a:lnTo>
                  <a:lnTo>
                    <a:pt x="31147" y="399998"/>
                  </a:lnTo>
                  <a:lnTo>
                    <a:pt x="29508" y="403277"/>
                  </a:lnTo>
                  <a:lnTo>
                    <a:pt x="26229" y="399998"/>
                  </a:lnTo>
                  <a:lnTo>
                    <a:pt x="21311" y="399998"/>
                  </a:lnTo>
                  <a:lnTo>
                    <a:pt x="18033" y="395080"/>
                  </a:lnTo>
                  <a:lnTo>
                    <a:pt x="18033" y="391802"/>
                  </a:lnTo>
                  <a:lnTo>
                    <a:pt x="16393" y="388523"/>
                  </a:lnTo>
                  <a:lnTo>
                    <a:pt x="14754" y="385244"/>
                  </a:lnTo>
                  <a:lnTo>
                    <a:pt x="14754" y="380326"/>
                  </a:lnTo>
                  <a:lnTo>
                    <a:pt x="14754" y="377048"/>
                  </a:lnTo>
                  <a:lnTo>
                    <a:pt x="13114" y="373769"/>
                  </a:lnTo>
                  <a:lnTo>
                    <a:pt x="11476" y="375408"/>
                  </a:lnTo>
                  <a:lnTo>
                    <a:pt x="8197" y="375408"/>
                  </a:lnTo>
                  <a:lnTo>
                    <a:pt x="6557" y="372129"/>
                  </a:lnTo>
                  <a:lnTo>
                    <a:pt x="6557" y="372129"/>
                  </a:lnTo>
                  <a:lnTo>
                    <a:pt x="6557" y="375408"/>
                  </a:lnTo>
                  <a:lnTo>
                    <a:pt x="6557" y="378687"/>
                  </a:lnTo>
                  <a:lnTo>
                    <a:pt x="3279" y="378687"/>
                  </a:lnTo>
                  <a:lnTo>
                    <a:pt x="0" y="377048"/>
                  </a:lnTo>
                  <a:lnTo>
                    <a:pt x="0" y="373769"/>
                  </a:lnTo>
                  <a:lnTo>
                    <a:pt x="1639" y="368851"/>
                  </a:lnTo>
                  <a:lnTo>
                    <a:pt x="3279" y="3655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6" name="Freeform 2535">
              <a:extLst>
                <a:ext uri="{FF2B5EF4-FFF2-40B4-BE49-F238E27FC236}">
                  <a16:creationId xmlns:a16="http://schemas.microsoft.com/office/drawing/2014/main" id="{94808B3E-CC60-C745-9589-963853A51430}"/>
                </a:ext>
              </a:extLst>
            </p:cNvPr>
            <p:cNvSpPr/>
            <p:nvPr/>
          </p:nvSpPr>
          <p:spPr>
            <a:xfrm>
              <a:off x="6120590" y="2254250"/>
              <a:ext cx="90163" cy="65573"/>
            </a:xfrm>
            <a:custGeom>
              <a:avLst/>
              <a:gdLst>
                <a:gd name="connsiteX0" fmla="*/ 0 w 90163"/>
                <a:gd name="connsiteY0" fmla="*/ 36065 h 65573"/>
                <a:gd name="connsiteX1" fmla="*/ 3279 w 90163"/>
                <a:gd name="connsiteY1" fmla="*/ 34426 h 65573"/>
                <a:gd name="connsiteX2" fmla="*/ 1639 w 90163"/>
                <a:gd name="connsiteY2" fmla="*/ 31147 h 65573"/>
                <a:gd name="connsiteX3" fmla="*/ 1639 w 90163"/>
                <a:gd name="connsiteY3" fmla="*/ 26229 h 65573"/>
                <a:gd name="connsiteX4" fmla="*/ 3279 w 90163"/>
                <a:gd name="connsiteY4" fmla="*/ 24590 h 65573"/>
                <a:gd name="connsiteX5" fmla="*/ 8197 w 90163"/>
                <a:gd name="connsiteY5" fmla="*/ 22951 h 65573"/>
                <a:gd name="connsiteX6" fmla="*/ 11476 w 90163"/>
                <a:gd name="connsiteY6" fmla="*/ 19672 h 65573"/>
                <a:gd name="connsiteX7" fmla="*/ 9836 w 90163"/>
                <a:gd name="connsiteY7" fmla="*/ 14754 h 65573"/>
                <a:gd name="connsiteX8" fmla="*/ 11476 w 90163"/>
                <a:gd name="connsiteY8" fmla="*/ 11475 h 65573"/>
                <a:gd name="connsiteX9" fmla="*/ 14754 w 90163"/>
                <a:gd name="connsiteY9" fmla="*/ 11475 h 65573"/>
                <a:gd name="connsiteX10" fmla="*/ 18033 w 90163"/>
                <a:gd name="connsiteY10" fmla="*/ 9836 h 65573"/>
                <a:gd name="connsiteX11" fmla="*/ 21311 w 90163"/>
                <a:gd name="connsiteY11" fmla="*/ 8197 h 65573"/>
                <a:gd name="connsiteX12" fmla="*/ 22951 w 90163"/>
                <a:gd name="connsiteY12" fmla="*/ 6557 h 65573"/>
                <a:gd name="connsiteX13" fmla="*/ 24590 w 90163"/>
                <a:gd name="connsiteY13" fmla="*/ 8197 h 65573"/>
                <a:gd name="connsiteX14" fmla="*/ 26229 w 90163"/>
                <a:gd name="connsiteY14" fmla="*/ 11475 h 65573"/>
                <a:gd name="connsiteX15" fmla="*/ 29508 w 90163"/>
                <a:gd name="connsiteY15" fmla="*/ 11475 h 65573"/>
                <a:gd name="connsiteX16" fmla="*/ 29508 w 90163"/>
                <a:gd name="connsiteY16" fmla="*/ 8197 h 65573"/>
                <a:gd name="connsiteX17" fmla="*/ 31147 w 90163"/>
                <a:gd name="connsiteY17" fmla="*/ 8197 h 65573"/>
                <a:gd name="connsiteX18" fmla="*/ 31147 w 90163"/>
                <a:gd name="connsiteY18" fmla="*/ 6557 h 65573"/>
                <a:gd name="connsiteX19" fmla="*/ 31147 w 90163"/>
                <a:gd name="connsiteY19" fmla="*/ 6557 h 65573"/>
                <a:gd name="connsiteX20" fmla="*/ 34426 w 90163"/>
                <a:gd name="connsiteY20" fmla="*/ 4918 h 65573"/>
                <a:gd name="connsiteX21" fmla="*/ 36066 w 90163"/>
                <a:gd name="connsiteY21" fmla="*/ 4918 h 65573"/>
                <a:gd name="connsiteX22" fmla="*/ 37705 w 90163"/>
                <a:gd name="connsiteY22" fmla="*/ 4918 h 65573"/>
                <a:gd name="connsiteX23" fmla="*/ 42623 w 90163"/>
                <a:gd name="connsiteY23" fmla="*/ 4918 h 65573"/>
                <a:gd name="connsiteX24" fmla="*/ 42623 w 90163"/>
                <a:gd name="connsiteY24" fmla="*/ 4918 h 65573"/>
                <a:gd name="connsiteX25" fmla="*/ 44262 w 90163"/>
                <a:gd name="connsiteY25" fmla="*/ 4918 h 65573"/>
                <a:gd name="connsiteX26" fmla="*/ 47541 w 90163"/>
                <a:gd name="connsiteY26" fmla="*/ 1639 h 65573"/>
                <a:gd name="connsiteX27" fmla="*/ 50820 w 90163"/>
                <a:gd name="connsiteY27" fmla="*/ 1639 h 65573"/>
                <a:gd name="connsiteX28" fmla="*/ 54098 w 90163"/>
                <a:gd name="connsiteY28" fmla="*/ 3279 h 65573"/>
                <a:gd name="connsiteX29" fmla="*/ 55737 w 90163"/>
                <a:gd name="connsiteY29" fmla="*/ 3279 h 65573"/>
                <a:gd name="connsiteX30" fmla="*/ 59016 w 90163"/>
                <a:gd name="connsiteY30" fmla="*/ 1639 h 65573"/>
                <a:gd name="connsiteX31" fmla="*/ 62295 w 90163"/>
                <a:gd name="connsiteY31" fmla="*/ 0 h 65573"/>
                <a:gd name="connsiteX32" fmla="*/ 62295 w 90163"/>
                <a:gd name="connsiteY32" fmla="*/ 0 h 65573"/>
                <a:gd name="connsiteX33" fmla="*/ 65573 w 90163"/>
                <a:gd name="connsiteY33" fmla="*/ 1639 h 65573"/>
                <a:gd name="connsiteX34" fmla="*/ 68852 w 90163"/>
                <a:gd name="connsiteY34" fmla="*/ 4918 h 65573"/>
                <a:gd name="connsiteX35" fmla="*/ 70491 w 90163"/>
                <a:gd name="connsiteY35" fmla="*/ 8197 h 65573"/>
                <a:gd name="connsiteX36" fmla="*/ 72131 w 90163"/>
                <a:gd name="connsiteY36" fmla="*/ 9836 h 65573"/>
                <a:gd name="connsiteX37" fmla="*/ 77049 w 90163"/>
                <a:gd name="connsiteY37" fmla="*/ 13115 h 65573"/>
                <a:gd name="connsiteX38" fmla="*/ 80327 w 90163"/>
                <a:gd name="connsiteY38" fmla="*/ 14754 h 65573"/>
                <a:gd name="connsiteX39" fmla="*/ 83606 w 90163"/>
                <a:gd name="connsiteY39" fmla="*/ 16393 h 65573"/>
                <a:gd name="connsiteX40" fmla="*/ 85246 w 90163"/>
                <a:gd name="connsiteY40" fmla="*/ 18033 h 65573"/>
                <a:gd name="connsiteX41" fmla="*/ 85246 w 90163"/>
                <a:gd name="connsiteY41" fmla="*/ 21311 h 65573"/>
                <a:gd name="connsiteX42" fmla="*/ 86885 w 90163"/>
                <a:gd name="connsiteY42" fmla="*/ 22951 h 65573"/>
                <a:gd name="connsiteX43" fmla="*/ 88524 w 90163"/>
                <a:gd name="connsiteY43" fmla="*/ 26229 h 65573"/>
                <a:gd name="connsiteX44" fmla="*/ 90164 w 90163"/>
                <a:gd name="connsiteY44" fmla="*/ 29508 h 65573"/>
                <a:gd name="connsiteX45" fmla="*/ 88524 w 90163"/>
                <a:gd name="connsiteY45" fmla="*/ 32787 h 65573"/>
                <a:gd name="connsiteX46" fmla="*/ 88524 w 90163"/>
                <a:gd name="connsiteY46" fmla="*/ 36065 h 65573"/>
                <a:gd name="connsiteX47" fmla="*/ 88524 w 90163"/>
                <a:gd name="connsiteY47" fmla="*/ 37705 h 65573"/>
                <a:gd name="connsiteX48" fmla="*/ 88524 w 90163"/>
                <a:gd name="connsiteY48" fmla="*/ 42623 h 65573"/>
                <a:gd name="connsiteX49" fmla="*/ 88524 w 90163"/>
                <a:gd name="connsiteY49" fmla="*/ 44262 h 65573"/>
                <a:gd name="connsiteX50" fmla="*/ 86885 w 90163"/>
                <a:gd name="connsiteY50" fmla="*/ 44262 h 65573"/>
                <a:gd name="connsiteX51" fmla="*/ 85246 w 90163"/>
                <a:gd name="connsiteY51" fmla="*/ 44262 h 65573"/>
                <a:gd name="connsiteX52" fmla="*/ 81967 w 90163"/>
                <a:gd name="connsiteY52" fmla="*/ 45901 h 65573"/>
                <a:gd name="connsiteX53" fmla="*/ 81967 w 90163"/>
                <a:gd name="connsiteY53" fmla="*/ 47541 h 65573"/>
                <a:gd name="connsiteX54" fmla="*/ 81967 w 90163"/>
                <a:gd name="connsiteY54" fmla="*/ 49180 h 65573"/>
                <a:gd name="connsiteX55" fmla="*/ 81967 w 90163"/>
                <a:gd name="connsiteY55" fmla="*/ 52459 h 65573"/>
                <a:gd name="connsiteX56" fmla="*/ 78688 w 90163"/>
                <a:gd name="connsiteY56" fmla="*/ 50820 h 65573"/>
                <a:gd name="connsiteX57" fmla="*/ 75410 w 90163"/>
                <a:gd name="connsiteY57" fmla="*/ 54098 h 65573"/>
                <a:gd name="connsiteX58" fmla="*/ 75410 w 90163"/>
                <a:gd name="connsiteY58" fmla="*/ 54098 h 65573"/>
                <a:gd name="connsiteX59" fmla="*/ 73770 w 90163"/>
                <a:gd name="connsiteY59" fmla="*/ 54098 h 65573"/>
                <a:gd name="connsiteX60" fmla="*/ 72131 w 90163"/>
                <a:gd name="connsiteY60" fmla="*/ 54098 h 65573"/>
                <a:gd name="connsiteX61" fmla="*/ 67213 w 90163"/>
                <a:gd name="connsiteY61" fmla="*/ 54098 h 65573"/>
                <a:gd name="connsiteX62" fmla="*/ 65573 w 90163"/>
                <a:gd name="connsiteY62" fmla="*/ 52459 h 65573"/>
                <a:gd name="connsiteX63" fmla="*/ 62295 w 90163"/>
                <a:gd name="connsiteY63" fmla="*/ 52459 h 65573"/>
                <a:gd name="connsiteX64" fmla="*/ 60656 w 90163"/>
                <a:gd name="connsiteY64" fmla="*/ 54098 h 65573"/>
                <a:gd name="connsiteX65" fmla="*/ 55737 w 90163"/>
                <a:gd name="connsiteY65" fmla="*/ 54098 h 65573"/>
                <a:gd name="connsiteX66" fmla="*/ 52459 w 90163"/>
                <a:gd name="connsiteY66" fmla="*/ 55737 h 65573"/>
                <a:gd name="connsiteX67" fmla="*/ 52459 w 90163"/>
                <a:gd name="connsiteY67" fmla="*/ 57377 h 65573"/>
                <a:gd name="connsiteX68" fmla="*/ 50820 w 90163"/>
                <a:gd name="connsiteY68" fmla="*/ 59016 h 65573"/>
                <a:gd name="connsiteX69" fmla="*/ 49180 w 90163"/>
                <a:gd name="connsiteY69" fmla="*/ 62295 h 65573"/>
                <a:gd name="connsiteX70" fmla="*/ 47541 w 90163"/>
                <a:gd name="connsiteY70" fmla="*/ 62295 h 65573"/>
                <a:gd name="connsiteX71" fmla="*/ 44262 w 90163"/>
                <a:gd name="connsiteY71" fmla="*/ 63934 h 65573"/>
                <a:gd name="connsiteX72" fmla="*/ 40983 w 90163"/>
                <a:gd name="connsiteY72" fmla="*/ 65573 h 65573"/>
                <a:gd name="connsiteX73" fmla="*/ 37705 w 90163"/>
                <a:gd name="connsiteY73" fmla="*/ 63934 h 65573"/>
                <a:gd name="connsiteX74" fmla="*/ 36066 w 90163"/>
                <a:gd name="connsiteY74" fmla="*/ 63934 h 65573"/>
                <a:gd name="connsiteX75" fmla="*/ 32787 w 90163"/>
                <a:gd name="connsiteY75" fmla="*/ 65573 h 65573"/>
                <a:gd name="connsiteX76" fmla="*/ 29508 w 90163"/>
                <a:gd name="connsiteY76" fmla="*/ 65573 h 65573"/>
                <a:gd name="connsiteX77" fmla="*/ 29508 w 90163"/>
                <a:gd name="connsiteY77" fmla="*/ 65573 h 65573"/>
                <a:gd name="connsiteX78" fmla="*/ 24590 w 90163"/>
                <a:gd name="connsiteY78" fmla="*/ 65573 h 65573"/>
                <a:gd name="connsiteX79" fmla="*/ 24590 w 90163"/>
                <a:gd name="connsiteY79" fmla="*/ 65573 h 65573"/>
                <a:gd name="connsiteX80" fmla="*/ 19672 w 90163"/>
                <a:gd name="connsiteY80" fmla="*/ 65573 h 65573"/>
                <a:gd name="connsiteX81" fmla="*/ 19672 w 90163"/>
                <a:gd name="connsiteY81" fmla="*/ 63934 h 65573"/>
                <a:gd name="connsiteX82" fmla="*/ 16393 w 90163"/>
                <a:gd name="connsiteY82" fmla="*/ 62295 h 65573"/>
                <a:gd name="connsiteX83" fmla="*/ 14754 w 90163"/>
                <a:gd name="connsiteY83" fmla="*/ 63934 h 65573"/>
                <a:gd name="connsiteX84" fmla="*/ 11476 w 90163"/>
                <a:gd name="connsiteY84" fmla="*/ 63934 h 65573"/>
                <a:gd name="connsiteX85" fmla="*/ 9836 w 90163"/>
                <a:gd name="connsiteY85" fmla="*/ 60655 h 65573"/>
                <a:gd name="connsiteX86" fmla="*/ 8197 w 90163"/>
                <a:gd name="connsiteY86" fmla="*/ 55737 h 65573"/>
                <a:gd name="connsiteX87" fmla="*/ 8197 w 90163"/>
                <a:gd name="connsiteY87" fmla="*/ 55737 h 65573"/>
                <a:gd name="connsiteX88" fmla="*/ 8197 w 90163"/>
                <a:gd name="connsiteY88" fmla="*/ 55737 h 65573"/>
                <a:gd name="connsiteX89" fmla="*/ 6557 w 90163"/>
                <a:gd name="connsiteY89" fmla="*/ 55737 h 65573"/>
                <a:gd name="connsiteX90" fmla="*/ 6557 w 90163"/>
                <a:gd name="connsiteY90" fmla="*/ 55737 h 65573"/>
                <a:gd name="connsiteX91" fmla="*/ 4918 w 90163"/>
                <a:gd name="connsiteY91" fmla="*/ 52459 h 65573"/>
                <a:gd name="connsiteX92" fmla="*/ 3279 w 90163"/>
                <a:gd name="connsiteY92" fmla="*/ 47541 h 65573"/>
                <a:gd name="connsiteX93" fmla="*/ 1639 w 90163"/>
                <a:gd name="connsiteY93" fmla="*/ 45901 h 65573"/>
                <a:gd name="connsiteX94" fmla="*/ 4918 w 90163"/>
                <a:gd name="connsiteY94" fmla="*/ 42623 h 65573"/>
                <a:gd name="connsiteX95" fmla="*/ 4918 w 90163"/>
                <a:gd name="connsiteY95" fmla="*/ 42623 h 65573"/>
                <a:gd name="connsiteX96" fmla="*/ 1639 w 90163"/>
                <a:gd name="connsiteY96" fmla="*/ 39344 h 65573"/>
                <a:gd name="connsiteX97" fmla="*/ 1639 w 90163"/>
                <a:gd name="connsiteY97" fmla="*/ 37705 h 6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90163" h="65573">
                  <a:moveTo>
                    <a:pt x="0" y="36065"/>
                  </a:moveTo>
                  <a:lnTo>
                    <a:pt x="3279" y="34426"/>
                  </a:lnTo>
                  <a:lnTo>
                    <a:pt x="1639" y="31147"/>
                  </a:lnTo>
                  <a:lnTo>
                    <a:pt x="1639" y="26229"/>
                  </a:lnTo>
                  <a:lnTo>
                    <a:pt x="3279" y="24590"/>
                  </a:lnTo>
                  <a:lnTo>
                    <a:pt x="8197" y="22951"/>
                  </a:lnTo>
                  <a:lnTo>
                    <a:pt x="11476" y="19672"/>
                  </a:lnTo>
                  <a:lnTo>
                    <a:pt x="9836" y="14754"/>
                  </a:lnTo>
                  <a:lnTo>
                    <a:pt x="11476" y="11475"/>
                  </a:lnTo>
                  <a:lnTo>
                    <a:pt x="14754" y="11475"/>
                  </a:lnTo>
                  <a:lnTo>
                    <a:pt x="18033" y="9836"/>
                  </a:lnTo>
                  <a:lnTo>
                    <a:pt x="21311" y="8197"/>
                  </a:lnTo>
                  <a:lnTo>
                    <a:pt x="22951" y="6557"/>
                  </a:lnTo>
                  <a:lnTo>
                    <a:pt x="24590" y="8197"/>
                  </a:lnTo>
                  <a:lnTo>
                    <a:pt x="26229" y="11475"/>
                  </a:lnTo>
                  <a:lnTo>
                    <a:pt x="29508" y="11475"/>
                  </a:lnTo>
                  <a:lnTo>
                    <a:pt x="29508" y="8197"/>
                  </a:lnTo>
                  <a:lnTo>
                    <a:pt x="31147" y="8197"/>
                  </a:lnTo>
                  <a:lnTo>
                    <a:pt x="31147" y="6557"/>
                  </a:lnTo>
                  <a:lnTo>
                    <a:pt x="31147" y="6557"/>
                  </a:lnTo>
                  <a:lnTo>
                    <a:pt x="34426" y="4918"/>
                  </a:lnTo>
                  <a:lnTo>
                    <a:pt x="36066" y="4918"/>
                  </a:lnTo>
                  <a:lnTo>
                    <a:pt x="37705" y="4918"/>
                  </a:lnTo>
                  <a:lnTo>
                    <a:pt x="42623" y="4918"/>
                  </a:lnTo>
                  <a:lnTo>
                    <a:pt x="42623" y="4918"/>
                  </a:lnTo>
                  <a:lnTo>
                    <a:pt x="44262" y="4918"/>
                  </a:lnTo>
                  <a:lnTo>
                    <a:pt x="47541" y="1639"/>
                  </a:lnTo>
                  <a:lnTo>
                    <a:pt x="50820" y="1639"/>
                  </a:lnTo>
                  <a:lnTo>
                    <a:pt x="54098" y="3279"/>
                  </a:lnTo>
                  <a:lnTo>
                    <a:pt x="55737" y="3279"/>
                  </a:lnTo>
                  <a:lnTo>
                    <a:pt x="59016" y="1639"/>
                  </a:lnTo>
                  <a:lnTo>
                    <a:pt x="62295" y="0"/>
                  </a:lnTo>
                  <a:lnTo>
                    <a:pt x="62295" y="0"/>
                  </a:lnTo>
                  <a:lnTo>
                    <a:pt x="65573" y="1639"/>
                  </a:lnTo>
                  <a:lnTo>
                    <a:pt x="68852" y="4918"/>
                  </a:lnTo>
                  <a:lnTo>
                    <a:pt x="70491" y="8197"/>
                  </a:lnTo>
                  <a:lnTo>
                    <a:pt x="72131" y="9836"/>
                  </a:lnTo>
                  <a:lnTo>
                    <a:pt x="77049" y="13115"/>
                  </a:lnTo>
                  <a:lnTo>
                    <a:pt x="80327" y="14754"/>
                  </a:lnTo>
                  <a:lnTo>
                    <a:pt x="83606" y="16393"/>
                  </a:lnTo>
                  <a:lnTo>
                    <a:pt x="85246" y="18033"/>
                  </a:lnTo>
                  <a:lnTo>
                    <a:pt x="85246" y="21311"/>
                  </a:lnTo>
                  <a:lnTo>
                    <a:pt x="86885" y="22951"/>
                  </a:lnTo>
                  <a:lnTo>
                    <a:pt x="88524" y="26229"/>
                  </a:lnTo>
                  <a:lnTo>
                    <a:pt x="90164" y="29508"/>
                  </a:lnTo>
                  <a:lnTo>
                    <a:pt x="88524" y="32787"/>
                  </a:lnTo>
                  <a:lnTo>
                    <a:pt x="88524" y="36065"/>
                  </a:lnTo>
                  <a:lnTo>
                    <a:pt x="88524" y="37705"/>
                  </a:lnTo>
                  <a:lnTo>
                    <a:pt x="88524" y="42623"/>
                  </a:lnTo>
                  <a:lnTo>
                    <a:pt x="88524" y="44262"/>
                  </a:lnTo>
                  <a:lnTo>
                    <a:pt x="86885" y="44262"/>
                  </a:lnTo>
                  <a:lnTo>
                    <a:pt x="85246" y="44262"/>
                  </a:lnTo>
                  <a:lnTo>
                    <a:pt x="81967" y="45901"/>
                  </a:lnTo>
                  <a:lnTo>
                    <a:pt x="81967" y="47541"/>
                  </a:lnTo>
                  <a:lnTo>
                    <a:pt x="81967" y="49180"/>
                  </a:lnTo>
                  <a:lnTo>
                    <a:pt x="81967" y="52459"/>
                  </a:lnTo>
                  <a:lnTo>
                    <a:pt x="78688" y="50820"/>
                  </a:lnTo>
                  <a:lnTo>
                    <a:pt x="75410" y="54098"/>
                  </a:lnTo>
                  <a:lnTo>
                    <a:pt x="75410" y="54098"/>
                  </a:lnTo>
                  <a:lnTo>
                    <a:pt x="73770" y="54098"/>
                  </a:lnTo>
                  <a:lnTo>
                    <a:pt x="72131" y="54098"/>
                  </a:lnTo>
                  <a:lnTo>
                    <a:pt x="67213" y="54098"/>
                  </a:lnTo>
                  <a:lnTo>
                    <a:pt x="65573" y="52459"/>
                  </a:lnTo>
                  <a:lnTo>
                    <a:pt x="62295" y="52459"/>
                  </a:lnTo>
                  <a:lnTo>
                    <a:pt x="60656" y="54098"/>
                  </a:lnTo>
                  <a:lnTo>
                    <a:pt x="55737" y="54098"/>
                  </a:lnTo>
                  <a:lnTo>
                    <a:pt x="52459" y="55737"/>
                  </a:lnTo>
                  <a:lnTo>
                    <a:pt x="52459" y="57377"/>
                  </a:lnTo>
                  <a:lnTo>
                    <a:pt x="50820" y="59016"/>
                  </a:lnTo>
                  <a:lnTo>
                    <a:pt x="49180" y="62295"/>
                  </a:lnTo>
                  <a:lnTo>
                    <a:pt x="47541" y="62295"/>
                  </a:lnTo>
                  <a:lnTo>
                    <a:pt x="44262" y="63934"/>
                  </a:lnTo>
                  <a:lnTo>
                    <a:pt x="40983" y="65573"/>
                  </a:lnTo>
                  <a:lnTo>
                    <a:pt x="37705" y="63934"/>
                  </a:lnTo>
                  <a:lnTo>
                    <a:pt x="36066" y="63934"/>
                  </a:lnTo>
                  <a:lnTo>
                    <a:pt x="32787" y="65573"/>
                  </a:lnTo>
                  <a:lnTo>
                    <a:pt x="29508" y="65573"/>
                  </a:lnTo>
                  <a:lnTo>
                    <a:pt x="29508" y="65573"/>
                  </a:lnTo>
                  <a:lnTo>
                    <a:pt x="24590" y="65573"/>
                  </a:lnTo>
                  <a:lnTo>
                    <a:pt x="24590" y="65573"/>
                  </a:lnTo>
                  <a:lnTo>
                    <a:pt x="19672" y="65573"/>
                  </a:lnTo>
                  <a:lnTo>
                    <a:pt x="19672" y="63934"/>
                  </a:lnTo>
                  <a:lnTo>
                    <a:pt x="16393" y="62295"/>
                  </a:lnTo>
                  <a:lnTo>
                    <a:pt x="14754" y="63934"/>
                  </a:lnTo>
                  <a:lnTo>
                    <a:pt x="11476" y="63934"/>
                  </a:lnTo>
                  <a:lnTo>
                    <a:pt x="9836" y="60655"/>
                  </a:lnTo>
                  <a:lnTo>
                    <a:pt x="8197" y="55737"/>
                  </a:lnTo>
                  <a:lnTo>
                    <a:pt x="8197" y="55737"/>
                  </a:lnTo>
                  <a:lnTo>
                    <a:pt x="8197" y="55737"/>
                  </a:lnTo>
                  <a:lnTo>
                    <a:pt x="6557" y="55737"/>
                  </a:lnTo>
                  <a:lnTo>
                    <a:pt x="6557" y="55737"/>
                  </a:lnTo>
                  <a:lnTo>
                    <a:pt x="4918" y="52459"/>
                  </a:lnTo>
                  <a:lnTo>
                    <a:pt x="3279" y="47541"/>
                  </a:lnTo>
                  <a:lnTo>
                    <a:pt x="1639" y="45901"/>
                  </a:lnTo>
                  <a:lnTo>
                    <a:pt x="4918" y="42623"/>
                  </a:lnTo>
                  <a:lnTo>
                    <a:pt x="4918" y="42623"/>
                  </a:lnTo>
                  <a:lnTo>
                    <a:pt x="1639" y="39344"/>
                  </a:lnTo>
                  <a:lnTo>
                    <a:pt x="1639" y="3770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7" name="Freeform 2536">
              <a:extLst>
                <a:ext uri="{FF2B5EF4-FFF2-40B4-BE49-F238E27FC236}">
                  <a16:creationId xmlns:a16="http://schemas.microsoft.com/office/drawing/2014/main" id="{577838FA-A8CB-C04B-B54F-C3182BEBDE77}"/>
                </a:ext>
              </a:extLst>
            </p:cNvPr>
            <p:cNvSpPr/>
            <p:nvPr/>
          </p:nvSpPr>
          <p:spPr>
            <a:xfrm>
              <a:off x="6127147" y="4906696"/>
              <a:ext cx="355736" cy="403276"/>
            </a:xfrm>
            <a:custGeom>
              <a:avLst/>
              <a:gdLst>
                <a:gd name="connsiteX0" fmla="*/ 0 w 355736"/>
                <a:gd name="connsiteY0" fmla="*/ 308196 h 403276"/>
                <a:gd name="connsiteX1" fmla="*/ 0 w 355736"/>
                <a:gd name="connsiteY1" fmla="*/ 306556 h 403276"/>
                <a:gd name="connsiteX2" fmla="*/ 0 w 355736"/>
                <a:gd name="connsiteY2" fmla="*/ 301638 h 403276"/>
                <a:gd name="connsiteX3" fmla="*/ 0 w 355736"/>
                <a:gd name="connsiteY3" fmla="*/ 296720 h 403276"/>
                <a:gd name="connsiteX4" fmla="*/ 1639 w 355736"/>
                <a:gd name="connsiteY4" fmla="*/ 291802 h 403276"/>
                <a:gd name="connsiteX5" fmla="*/ 1639 w 355736"/>
                <a:gd name="connsiteY5" fmla="*/ 285245 h 403276"/>
                <a:gd name="connsiteX6" fmla="*/ 1639 w 355736"/>
                <a:gd name="connsiteY6" fmla="*/ 280327 h 403276"/>
                <a:gd name="connsiteX7" fmla="*/ 1639 w 355736"/>
                <a:gd name="connsiteY7" fmla="*/ 275409 h 403276"/>
                <a:gd name="connsiteX8" fmla="*/ 1639 w 355736"/>
                <a:gd name="connsiteY8" fmla="*/ 268852 h 403276"/>
                <a:gd name="connsiteX9" fmla="*/ 1639 w 355736"/>
                <a:gd name="connsiteY9" fmla="*/ 263933 h 403276"/>
                <a:gd name="connsiteX10" fmla="*/ 1639 w 355736"/>
                <a:gd name="connsiteY10" fmla="*/ 259016 h 403276"/>
                <a:gd name="connsiteX11" fmla="*/ 1639 w 355736"/>
                <a:gd name="connsiteY11" fmla="*/ 255737 h 403276"/>
                <a:gd name="connsiteX12" fmla="*/ 1639 w 355736"/>
                <a:gd name="connsiteY12" fmla="*/ 250819 h 403276"/>
                <a:gd name="connsiteX13" fmla="*/ 1639 w 355736"/>
                <a:gd name="connsiteY13" fmla="*/ 247540 h 403276"/>
                <a:gd name="connsiteX14" fmla="*/ 1639 w 355736"/>
                <a:gd name="connsiteY14" fmla="*/ 244262 h 403276"/>
                <a:gd name="connsiteX15" fmla="*/ 1639 w 355736"/>
                <a:gd name="connsiteY15" fmla="*/ 240983 h 403276"/>
                <a:gd name="connsiteX16" fmla="*/ 1639 w 355736"/>
                <a:gd name="connsiteY16" fmla="*/ 236065 h 403276"/>
                <a:gd name="connsiteX17" fmla="*/ 1639 w 355736"/>
                <a:gd name="connsiteY17" fmla="*/ 231147 h 403276"/>
                <a:gd name="connsiteX18" fmla="*/ 1639 w 355736"/>
                <a:gd name="connsiteY18" fmla="*/ 229507 h 403276"/>
                <a:gd name="connsiteX19" fmla="*/ 1639 w 355736"/>
                <a:gd name="connsiteY19" fmla="*/ 224589 h 403276"/>
                <a:gd name="connsiteX20" fmla="*/ 1639 w 355736"/>
                <a:gd name="connsiteY20" fmla="*/ 221310 h 403276"/>
                <a:gd name="connsiteX21" fmla="*/ 1639 w 355736"/>
                <a:gd name="connsiteY21" fmla="*/ 216393 h 403276"/>
                <a:gd name="connsiteX22" fmla="*/ 1639 w 355736"/>
                <a:gd name="connsiteY22" fmla="*/ 211475 h 403276"/>
                <a:gd name="connsiteX23" fmla="*/ 1639 w 355736"/>
                <a:gd name="connsiteY23" fmla="*/ 208196 h 403276"/>
                <a:gd name="connsiteX24" fmla="*/ 1639 w 355736"/>
                <a:gd name="connsiteY24" fmla="*/ 204917 h 403276"/>
                <a:gd name="connsiteX25" fmla="*/ 1639 w 355736"/>
                <a:gd name="connsiteY25" fmla="*/ 203278 h 403276"/>
                <a:gd name="connsiteX26" fmla="*/ 1639 w 355736"/>
                <a:gd name="connsiteY26" fmla="*/ 199999 h 403276"/>
                <a:gd name="connsiteX27" fmla="*/ 1639 w 355736"/>
                <a:gd name="connsiteY27" fmla="*/ 196720 h 403276"/>
                <a:gd name="connsiteX28" fmla="*/ 1639 w 355736"/>
                <a:gd name="connsiteY28" fmla="*/ 191803 h 403276"/>
                <a:gd name="connsiteX29" fmla="*/ 1639 w 355736"/>
                <a:gd name="connsiteY29" fmla="*/ 188524 h 403276"/>
                <a:gd name="connsiteX30" fmla="*/ 1639 w 355736"/>
                <a:gd name="connsiteY30" fmla="*/ 186885 h 403276"/>
                <a:gd name="connsiteX31" fmla="*/ 6557 w 355736"/>
                <a:gd name="connsiteY31" fmla="*/ 186885 h 403276"/>
                <a:gd name="connsiteX32" fmla="*/ 11476 w 355736"/>
                <a:gd name="connsiteY32" fmla="*/ 186885 h 403276"/>
                <a:gd name="connsiteX33" fmla="*/ 14754 w 355736"/>
                <a:gd name="connsiteY33" fmla="*/ 186885 h 403276"/>
                <a:gd name="connsiteX34" fmla="*/ 18033 w 355736"/>
                <a:gd name="connsiteY34" fmla="*/ 186885 h 403276"/>
                <a:gd name="connsiteX35" fmla="*/ 22951 w 355736"/>
                <a:gd name="connsiteY35" fmla="*/ 186885 h 403276"/>
                <a:gd name="connsiteX36" fmla="*/ 27869 w 355736"/>
                <a:gd name="connsiteY36" fmla="*/ 186885 h 403276"/>
                <a:gd name="connsiteX37" fmla="*/ 31147 w 355736"/>
                <a:gd name="connsiteY37" fmla="*/ 186885 h 403276"/>
                <a:gd name="connsiteX38" fmla="*/ 39344 w 355736"/>
                <a:gd name="connsiteY38" fmla="*/ 186885 h 403276"/>
                <a:gd name="connsiteX39" fmla="*/ 40983 w 355736"/>
                <a:gd name="connsiteY39" fmla="*/ 186885 h 403276"/>
                <a:gd name="connsiteX40" fmla="*/ 40983 w 355736"/>
                <a:gd name="connsiteY40" fmla="*/ 185245 h 403276"/>
                <a:gd name="connsiteX41" fmla="*/ 40983 w 355736"/>
                <a:gd name="connsiteY41" fmla="*/ 183606 h 403276"/>
                <a:gd name="connsiteX42" fmla="*/ 40983 w 355736"/>
                <a:gd name="connsiteY42" fmla="*/ 178688 h 403276"/>
                <a:gd name="connsiteX43" fmla="*/ 40983 w 355736"/>
                <a:gd name="connsiteY43" fmla="*/ 172130 h 403276"/>
                <a:gd name="connsiteX44" fmla="*/ 40983 w 355736"/>
                <a:gd name="connsiteY44" fmla="*/ 165573 h 403276"/>
                <a:gd name="connsiteX45" fmla="*/ 40983 w 355736"/>
                <a:gd name="connsiteY45" fmla="*/ 160655 h 403276"/>
                <a:gd name="connsiteX46" fmla="*/ 40983 w 355736"/>
                <a:gd name="connsiteY46" fmla="*/ 155737 h 403276"/>
                <a:gd name="connsiteX47" fmla="*/ 40983 w 355736"/>
                <a:gd name="connsiteY47" fmla="*/ 150819 h 403276"/>
                <a:gd name="connsiteX48" fmla="*/ 40983 w 355736"/>
                <a:gd name="connsiteY48" fmla="*/ 145901 h 403276"/>
                <a:gd name="connsiteX49" fmla="*/ 40983 w 355736"/>
                <a:gd name="connsiteY49" fmla="*/ 142622 h 403276"/>
                <a:gd name="connsiteX50" fmla="*/ 40983 w 355736"/>
                <a:gd name="connsiteY50" fmla="*/ 136065 h 403276"/>
                <a:gd name="connsiteX51" fmla="*/ 40983 w 355736"/>
                <a:gd name="connsiteY51" fmla="*/ 134426 h 403276"/>
                <a:gd name="connsiteX52" fmla="*/ 40983 w 355736"/>
                <a:gd name="connsiteY52" fmla="*/ 134426 h 403276"/>
                <a:gd name="connsiteX53" fmla="*/ 40983 w 355736"/>
                <a:gd name="connsiteY53" fmla="*/ 129508 h 403276"/>
                <a:gd name="connsiteX54" fmla="*/ 40983 w 355736"/>
                <a:gd name="connsiteY54" fmla="*/ 124590 h 403276"/>
                <a:gd name="connsiteX55" fmla="*/ 40983 w 355736"/>
                <a:gd name="connsiteY55" fmla="*/ 122950 h 403276"/>
                <a:gd name="connsiteX56" fmla="*/ 40983 w 355736"/>
                <a:gd name="connsiteY56" fmla="*/ 118032 h 403276"/>
                <a:gd name="connsiteX57" fmla="*/ 40983 w 355736"/>
                <a:gd name="connsiteY57" fmla="*/ 114754 h 403276"/>
                <a:gd name="connsiteX58" fmla="*/ 40983 w 355736"/>
                <a:gd name="connsiteY58" fmla="*/ 113115 h 403276"/>
                <a:gd name="connsiteX59" fmla="*/ 40983 w 355736"/>
                <a:gd name="connsiteY59" fmla="*/ 106557 h 403276"/>
                <a:gd name="connsiteX60" fmla="*/ 40983 w 355736"/>
                <a:gd name="connsiteY60" fmla="*/ 101639 h 403276"/>
                <a:gd name="connsiteX61" fmla="*/ 40983 w 355736"/>
                <a:gd name="connsiteY61" fmla="*/ 98360 h 403276"/>
                <a:gd name="connsiteX62" fmla="*/ 40983 w 355736"/>
                <a:gd name="connsiteY62" fmla="*/ 93442 h 403276"/>
                <a:gd name="connsiteX63" fmla="*/ 40983 w 355736"/>
                <a:gd name="connsiteY63" fmla="*/ 90164 h 403276"/>
                <a:gd name="connsiteX64" fmla="*/ 40983 w 355736"/>
                <a:gd name="connsiteY64" fmla="*/ 85246 h 403276"/>
                <a:gd name="connsiteX65" fmla="*/ 42623 w 355736"/>
                <a:gd name="connsiteY65" fmla="*/ 81967 h 403276"/>
                <a:gd name="connsiteX66" fmla="*/ 42623 w 355736"/>
                <a:gd name="connsiteY66" fmla="*/ 77049 h 403276"/>
                <a:gd name="connsiteX67" fmla="*/ 42623 w 355736"/>
                <a:gd name="connsiteY67" fmla="*/ 73770 h 403276"/>
                <a:gd name="connsiteX68" fmla="*/ 42623 w 355736"/>
                <a:gd name="connsiteY68" fmla="*/ 68852 h 403276"/>
                <a:gd name="connsiteX69" fmla="*/ 42623 w 355736"/>
                <a:gd name="connsiteY69" fmla="*/ 65573 h 403276"/>
                <a:gd name="connsiteX70" fmla="*/ 42623 w 355736"/>
                <a:gd name="connsiteY70" fmla="*/ 62295 h 403276"/>
                <a:gd name="connsiteX71" fmla="*/ 42623 w 355736"/>
                <a:gd name="connsiteY71" fmla="*/ 57377 h 403276"/>
                <a:gd name="connsiteX72" fmla="*/ 42623 w 355736"/>
                <a:gd name="connsiteY72" fmla="*/ 54098 h 403276"/>
                <a:gd name="connsiteX73" fmla="*/ 42623 w 355736"/>
                <a:gd name="connsiteY73" fmla="*/ 50820 h 403276"/>
                <a:gd name="connsiteX74" fmla="*/ 42623 w 355736"/>
                <a:gd name="connsiteY74" fmla="*/ 50820 h 403276"/>
                <a:gd name="connsiteX75" fmla="*/ 42623 w 355736"/>
                <a:gd name="connsiteY75" fmla="*/ 45902 h 403276"/>
                <a:gd name="connsiteX76" fmla="*/ 42623 w 355736"/>
                <a:gd name="connsiteY76" fmla="*/ 40983 h 403276"/>
                <a:gd name="connsiteX77" fmla="*/ 42623 w 355736"/>
                <a:gd name="connsiteY77" fmla="*/ 37705 h 403276"/>
                <a:gd name="connsiteX78" fmla="*/ 42623 w 355736"/>
                <a:gd name="connsiteY78" fmla="*/ 32787 h 403276"/>
                <a:gd name="connsiteX79" fmla="*/ 42623 w 355736"/>
                <a:gd name="connsiteY79" fmla="*/ 32787 h 403276"/>
                <a:gd name="connsiteX80" fmla="*/ 42623 w 355736"/>
                <a:gd name="connsiteY80" fmla="*/ 27869 h 403276"/>
                <a:gd name="connsiteX81" fmla="*/ 42623 w 355736"/>
                <a:gd name="connsiteY81" fmla="*/ 24590 h 403276"/>
                <a:gd name="connsiteX82" fmla="*/ 52459 w 355736"/>
                <a:gd name="connsiteY82" fmla="*/ 22951 h 403276"/>
                <a:gd name="connsiteX83" fmla="*/ 60656 w 355736"/>
                <a:gd name="connsiteY83" fmla="*/ 22951 h 403276"/>
                <a:gd name="connsiteX84" fmla="*/ 72131 w 355736"/>
                <a:gd name="connsiteY84" fmla="*/ 21312 h 403276"/>
                <a:gd name="connsiteX85" fmla="*/ 72131 w 355736"/>
                <a:gd name="connsiteY85" fmla="*/ 21312 h 403276"/>
                <a:gd name="connsiteX86" fmla="*/ 81967 w 355736"/>
                <a:gd name="connsiteY86" fmla="*/ 19672 h 403276"/>
                <a:gd name="connsiteX87" fmla="*/ 91803 w 355736"/>
                <a:gd name="connsiteY87" fmla="*/ 16393 h 403276"/>
                <a:gd name="connsiteX88" fmla="*/ 100000 w 355736"/>
                <a:gd name="connsiteY88" fmla="*/ 14754 h 403276"/>
                <a:gd name="connsiteX89" fmla="*/ 104917 w 355736"/>
                <a:gd name="connsiteY89" fmla="*/ 13115 h 403276"/>
                <a:gd name="connsiteX90" fmla="*/ 119672 w 355736"/>
                <a:gd name="connsiteY90" fmla="*/ 11476 h 403276"/>
                <a:gd name="connsiteX91" fmla="*/ 122950 w 355736"/>
                <a:gd name="connsiteY91" fmla="*/ 9836 h 403276"/>
                <a:gd name="connsiteX92" fmla="*/ 131147 w 355736"/>
                <a:gd name="connsiteY92" fmla="*/ 9836 h 403276"/>
                <a:gd name="connsiteX93" fmla="*/ 132786 w 355736"/>
                <a:gd name="connsiteY93" fmla="*/ 13115 h 403276"/>
                <a:gd name="connsiteX94" fmla="*/ 134426 w 355736"/>
                <a:gd name="connsiteY94" fmla="*/ 18033 h 403276"/>
                <a:gd name="connsiteX95" fmla="*/ 137704 w 355736"/>
                <a:gd name="connsiteY95" fmla="*/ 19672 h 403276"/>
                <a:gd name="connsiteX96" fmla="*/ 139344 w 355736"/>
                <a:gd name="connsiteY96" fmla="*/ 24590 h 403276"/>
                <a:gd name="connsiteX97" fmla="*/ 140983 w 355736"/>
                <a:gd name="connsiteY97" fmla="*/ 27869 h 403276"/>
                <a:gd name="connsiteX98" fmla="*/ 142623 w 355736"/>
                <a:gd name="connsiteY98" fmla="*/ 31148 h 403276"/>
                <a:gd name="connsiteX99" fmla="*/ 145901 w 355736"/>
                <a:gd name="connsiteY99" fmla="*/ 29508 h 403276"/>
                <a:gd name="connsiteX100" fmla="*/ 149180 w 355736"/>
                <a:gd name="connsiteY100" fmla="*/ 24590 h 403276"/>
                <a:gd name="connsiteX101" fmla="*/ 152459 w 355736"/>
                <a:gd name="connsiteY101" fmla="*/ 21312 h 403276"/>
                <a:gd name="connsiteX102" fmla="*/ 155737 w 355736"/>
                <a:gd name="connsiteY102" fmla="*/ 18033 h 403276"/>
                <a:gd name="connsiteX103" fmla="*/ 159016 w 355736"/>
                <a:gd name="connsiteY103" fmla="*/ 16393 h 403276"/>
                <a:gd name="connsiteX104" fmla="*/ 162294 w 355736"/>
                <a:gd name="connsiteY104" fmla="*/ 13115 h 403276"/>
                <a:gd name="connsiteX105" fmla="*/ 165573 w 355736"/>
                <a:gd name="connsiteY105" fmla="*/ 9836 h 403276"/>
                <a:gd name="connsiteX106" fmla="*/ 170491 w 355736"/>
                <a:gd name="connsiteY106" fmla="*/ 9836 h 403276"/>
                <a:gd name="connsiteX107" fmla="*/ 173770 w 355736"/>
                <a:gd name="connsiteY107" fmla="*/ 8197 h 403276"/>
                <a:gd name="connsiteX108" fmla="*/ 175409 w 355736"/>
                <a:gd name="connsiteY108" fmla="*/ 11476 h 403276"/>
                <a:gd name="connsiteX109" fmla="*/ 178688 w 355736"/>
                <a:gd name="connsiteY109" fmla="*/ 11476 h 403276"/>
                <a:gd name="connsiteX110" fmla="*/ 181966 w 355736"/>
                <a:gd name="connsiteY110" fmla="*/ 8197 h 403276"/>
                <a:gd name="connsiteX111" fmla="*/ 185245 w 355736"/>
                <a:gd name="connsiteY111" fmla="*/ 6558 h 403276"/>
                <a:gd name="connsiteX112" fmla="*/ 188524 w 355736"/>
                <a:gd name="connsiteY112" fmla="*/ 3279 h 403276"/>
                <a:gd name="connsiteX113" fmla="*/ 191803 w 355736"/>
                <a:gd name="connsiteY113" fmla="*/ 1639 h 403276"/>
                <a:gd name="connsiteX114" fmla="*/ 195081 w 355736"/>
                <a:gd name="connsiteY114" fmla="*/ 1639 h 403276"/>
                <a:gd name="connsiteX115" fmla="*/ 199999 w 355736"/>
                <a:gd name="connsiteY115" fmla="*/ 1639 h 403276"/>
                <a:gd name="connsiteX116" fmla="*/ 203278 w 355736"/>
                <a:gd name="connsiteY116" fmla="*/ 0 h 403276"/>
                <a:gd name="connsiteX117" fmla="*/ 204917 w 355736"/>
                <a:gd name="connsiteY117" fmla="*/ 1639 h 403276"/>
                <a:gd name="connsiteX118" fmla="*/ 204917 w 355736"/>
                <a:gd name="connsiteY118" fmla="*/ 1639 h 403276"/>
                <a:gd name="connsiteX119" fmla="*/ 204917 w 355736"/>
                <a:gd name="connsiteY119" fmla="*/ 4918 h 403276"/>
                <a:gd name="connsiteX120" fmla="*/ 204917 w 355736"/>
                <a:gd name="connsiteY120" fmla="*/ 8197 h 403276"/>
                <a:gd name="connsiteX121" fmla="*/ 206557 w 355736"/>
                <a:gd name="connsiteY121" fmla="*/ 13115 h 403276"/>
                <a:gd name="connsiteX122" fmla="*/ 211474 w 355736"/>
                <a:gd name="connsiteY122" fmla="*/ 16393 h 403276"/>
                <a:gd name="connsiteX123" fmla="*/ 213114 w 355736"/>
                <a:gd name="connsiteY123" fmla="*/ 19672 h 403276"/>
                <a:gd name="connsiteX124" fmla="*/ 214753 w 355736"/>
                <a:gd name="connsiteY124" fmla="*/ 24590 h 403276"/>
                <a:gd name="connsiteX125" fmla="*/ 214753 w 355736"/>
                <a:gd name="connsiteY125" fmla="*/ 27869 h 403276"/>
                <a:gd name="connsiteX126" fmla="*/ 219671 w 355736"/>
                <a:gd name="connsiteY126" fmla="*/ 31148 h 403276"/>
                <a:gd name="connsiteX127" fmla="*/ 219671 w 355736"/>
                <a:gd name="connsiteY127" fmla="*/ 32787 h 403276"/>
                <a:gd name="connsiteX128" fmla="*/ 224589 w 355736"/>
                <a:gd name="connsiteY128" fmla="*/ 36066 h 403276"/>
                <a:gd name="connsiteX129" fmla="*/ 224589 w 355736"/>
                <a:gd name="connsiteY129" fmla="*/ 39344 h 403276"/>
                <a:gd name="connsiteX130" fmla="*/ 224589 w 355736"/>
                <a:gd name="connsiteY130" fmla="*/ 44262 h 403276"/>
                <a:gd name="connsiteX131" fmla="*/ 227868 w 355736"/>
                <a:gd name="connsiteY131" fmla="*/ 47541 h 403276"/>
                <a:gd name="connsiteX132" fmla="*/ 231147 w 355736"/>
                <a:gd name="connsiteY132" fmla="*/ 50820 h 403276"/>
                <a:gd name="connsiteX133" fmla="*/ 231147 w 355736"/>
                <a:gd name="connsiteY133" fmla="*/ 54098 h 403276"/>
                <a:gd name="connsiteX134" fmla="*/ 231147 w 355736"/>
                <a:gd name="connsiteY134" fmla="*/ 57377 h 403276"/>
                <a:gd name="connsiteX135" fmla="*/ 232786 w 355736"/>
                <a:gd name="connsiteY135" fmla="*/ 62295 h 403276"/>
                <a:gd name="connsiteX136" fmla="*/ 234425 w 355736"/>
                <a:gd name="connsiteY136" fmla="*/ 65573 h 403276"/>
                <a:gd name="connsiteX137" fmla="*/ 236064 w 355736"/>
                <a:gd name="connsiteY137" fmla="*/ 68852 h 403276"/>
                <a:gd name="connsiteX138" fmla="*/ 236064 w 355736"/>
                <a:gd name="connsiteY138" fmla="*/ 73770 h 403276"/>
                <a:gd name="connsiteX139" fmla="*/ 237704 w 355736"/>
                <a:gd name="connsiteY139" fmla="*/ 77049 h 403276"/>
                <a:gd name="connsiteX140" fmla="*/ 240983 w 355736"/>
                <a:gd name="connsiteY140" fmla="*/ 78688 h 403276"/>
                <a:gd name="connsiteX141" fmla="*/ 245901 w 355736"/>
                <a:gd name="connsiteY141" fmla="*/ 83606 h 403276"/>
                <a:gd name="connsiteX142" fmla="*/ 249179 w 355736"/>
                <a:gd name="connsiteY142" fmla="*/ 86885 h 403276"/>
                <a:gd name="connsiteX143" fmla="*/ 252458 w 355736"/>
                <a:gd name="connsiteY143" fmla="*/ 88525 h 403276"/>
                <a:gd name="connsiteX144" fmla="*/ 252458 w 355736"/>
                <a:gd name="connsiteY144" fmla="*/ 88525 h 403276"/>
                <a:gd name="connsiteX145" fmla="*/ 255737 w 355736"/>
                <a:gd name="connsiteY145" fmla="*/ 91803 h 403276"/>
                <a:gd name="connsiteX146" fmla="*/ 257376 w 355736"/>
                <a:gd name="connsiteY146" fmla="*/ 93442 h 403276"/>
                <a:gd name="connsiteX147" fmla="*/ 262294 w 355736"/>
                <a:gd name="connsiteY147" fmla="*/ 95082 h 403276"/>
                <a:gd name="connsiteX148" fmla="*/ 265573 w 355736"/>
                <a:gd name="connsiteY148" fmla="*/ 96721 h 403276"/>
                <a:gd name="connsiteX149" fmla="*/ 267212 w 355736"/>
                <a:gd name="connsiteY149" fmla="*/ 98360 h 403276"/>
                <a:gd name="connsiteX150" fmla="*/ 270491 w 355736"/>
                <a:gd name="connsiteY150" fmla="*/ 98360 h 403276"/>
                <a:gd name="connsiteX151" fmla="*/ 273769 w 355736"/>
                <a:gd name="connsiteY151" fmla="*/ 101639 h 403276"/>
                <a:gd name="connsiteX152" fmla="*/ 277048 w 355736"/>
                <a:gd name="connsiteY152" fmla="*/ 101639 h 403276"/>
                <a:gd name="connsiteX153" fmla="*/ 278687 w 355736"/>
                <a:gd name="connsiteY153" fmla="*/ 106557 h 403276"/>
                <a:gd name="connsiteX154" fmla="*/ 280327 w 355736"/>
                <a:gd name="connsiteY154" fmla="*/ 109836 h 403276"/>
                <a:gd name="connsiteX155" fmla="*/ 280327 w 355736"/>
                <a:gd name="connsiteY155" fmla="*/ 114754 h 403276"/>
                <a:gd name="connsiteX156" fmla="*/ 280327 w 355736"/>
                <a:gd name="connsiteY156" fmla="*/ 118032 h 403276"/>
                <a:gd name="connsiteX157" fmla="*/ 278687 w 355736"/>
                <a:gd name="connsiteY157" fmla="*/ 119672 h 403276"/>
                <a:gd name="connsiteX158" fmla="*/ 283606 w 355736"/>
                <a:gd name="connsiteY158" fmla="*/ 119672 h 403276"/>
                <a:gd name="connsiteX159" fmla="*/ 286884 w 355736"/>
                <a:gd name="connsiteY159" fmla="*/ 118032 h 403276"/>
                <a:gd name="connsiteX160" fmla="*/ 290163 w 355736"/>
                <a:gd name="connsiteY160" fmla="*/ 119672 h 403276"/>
                <a:gd name="connsiteX161" fmla="*/ 295081 w 355736"/>
                <a:gd name="connsiteY161" fmla="*/ 119672 h 403276"/>
                <a:gd name="connsiteX162" fmla="*/ 295081 w 355736"/>
                <a:gd name="connsiteY162" fmla="*/ 119672 h 403276"/>
                <a:gd name="connsiteX163" fmla="*/ 295081 w 355736"/>
                <a:gd name="connsiteY163" fmla="*/ 121311 h 403276"/>
                <a:gd name="connsiteX164" fmla="*/ 296720 w 355736"/>
                <a:gd name="connsiteY164" fmla="*/ 121311 h 403276"/>
                <a:gd name="connsiteX165" fmla="*/ 295081 w 355736"/>
                <a:gd name="connsiteY165" fmla="*/ 126229 h 403276"/>
                <a:gd name="connsiteX166" fmla="*/ 296720 w 355736"/>
                <a:gd name="connsiteY166" fmla="*/ 129508 h 403276"/>
                <a:gd name="connsiteX167" fmla="*/ 295081 w 355736"/>
                <a:gd name="connsiteY167" fmla="*/ 132786 h 403276"/>
                <a:gd name="connsiteX168" fmla="*/ 295081 w 355736"/>
                <a:gd name="connsiteY168" fmla="*/ 137705 h 403276"/>
                <a:gd name="connsiteX169" fmla="*/ 295081 w 355736"/>
                <a:gd name="connsiteY169" fmla="*/ 140983 h 403276"/>
                <a:gd name="connsiteX170" fmla="*/ 293441 w 355736"/>
                <a:gd name="connsiteY170" fmla="*/ 144262 h 403276"/>
                <a:gd name="connsiteX171" fmla="*/ 295081 w 355736"/>
                <a:gd name="connsiteY171" fmla="*/ 149180 h 403276"/>
                <a:gd name="connsiteX172" fmla="*/ 299999 w 355736"/>
                <a:gd name="connsiteY172" fmla="*/ 152459 h 403276"/>
                <a:gd name="connsiteX173" fmla="*/ 301638 w 355736"/>
                <a:gd name="connsiteY173" fmla="*/ 155737 h 403276"/>
                <a:gd name="connsiteX174" fmla="*/ 303277 w 355736"/>
                <a:gd name="connsiteY174" fmla="*/ 159016 h 403276"/>
                <a:gd name="connsiteX175" fmla="*/ 303277 w 355736"/>
                <a:gd name="connsiteY175" fmla="*/ 163934 h 403276"/>
                <a:gd name="connsiteX176" fmla="*/ 304917 w 355736"/>
                <a:gd name="connsiteY176" fmla="*/ 167213 h 403276"/>
                <a:gd name="connsiteX177" fmla="*/ 304917 w 355736"/>
                <a:gd name="connsiteY177" fmla="*/ 167213 h 403276"/>
                <a:gd name="connsiteX178" fmla="*/ 309835 w 355736"/>
                <a:gd name="connsiteY178" fmla="*/ 167213 h 403276"/>
                <a:gd name="connsiteX179" fmla="*/ 313113 w 355736"/>
                <a:gd name="connsiteY179" fmla="*/ 168852 h 403276"/>
                <a:gd name="connsiteX180" fmla="*/ 316392 w 355736"/>
                <a:gd name="connsiteY180" fmla="*/ 168852 h 403276"/>
                <a:gd name="connsiteX181" fmla="*/ 321310 w 355736"/>
                <a:gd name="connsiteY181" fmla="*/ 170491 h 403276"/>
                <a:gd name="connsiteX182" fmla="*/ 324589 w 355736"/>
                <a:gd name="connsiteY182" fmla="*/ 170491 h 403276"/>
                <a:gd name="connsiteX183" fmla="*/ 327867 w 355736"/>
                <a:gd name="connsiteY183" fmla="*/ 170491 h 403276"/>
                <a:gd name="connsiteX184" fmla="*/ 332786 w 355736"/>
                <a:gd name="connsiteY184" fmla="*/ 172130 h 403276"/>
                <a:gd name="connsiteX185" fmla="*/ 336064 w 355736"/>
                <a:gd name="connsiteY185" fmla="*/ 173770 h 403276"/>
                <a:gd name="connsiteX186" fmla="*/ 339343 w 355736"/>
                <a:gd name="connsiteY186" fmla="*/ 175409 h 403276"/>
                <a:gd name="connsiteX187" fmla="*/ 342621 w 355736"/>
                <a:gd name="connsiteY187" fmla="*/ 177049 h 403276"/>
                <a:gd name="connsiteX188" fmla="*/ 344261 w 355736"/>
                <a:gd name="connsiteY188" fmla="*/ 177049 h 403276"/>
                <a:gd name="connsiteX189" fmla="*/ 345900 w 355736"/>
                <a:gd name="connsiteY189" fmla="*/ 178688 h 403276"/>
                <a:gd name="connsiteX190" fmla="*/ 344261 w 355736"/>
                <a:gd name="connsiteY190" fmla="*/ 181966 h 403276"/>
                <a:gd name="connsiteX191" fmla="*/ 344261 w 355736"/>
                <a:gd name="connsiteY191" fmla="*/ 186885 h 403276"/>
                <a:gd name="connsiteX192" fmla="*/ 347540 w 355736"/>
                <a:gd name="connsiteY192" fmla="*/ 190163 h 403276"/>
                <a:gd name="connsiteX193" fmla="*/ 352457 w 355736"/>
                <a:gd name="connsiteY193" fmla="*/ 190163 h 403276"/>
                <a:gd name="connsiteX194" fmla="*/ 352457 w 355736"/>
                <a:gd name="connsiteY194" fmla="*/ 188524 h 403276"/>
                <a:gd name="connsiteX195" fmla="*/ 355736 w 355736"/>
                <a:gd name="connsiteY195" fmla="*/ 193442 h 403276"/>
                <a:gd name="connsiteX196" fmla="*/ 355736 w 355736"/>
                <a:gd name="connsiteY196" fmla="*/ 195081 h 403276"/>
                <a:gd name="connsiteX197" fmla="*/ 354097 w 355736"/>
                <a:gd name="connsiteY197" fmla="*/ 195081 h 403276"/>
                <a:gd name="connsiteX198" fmla="*/ 350818 w 355736"/>
                <a:gd name="connsiteY198" fmla="*/ 195081 h 403276"/>
                <a:gd name="connsiteX199" fmla="*/ 347540 w 355736"/>
                <a:gd name="connsiteY199" fmla="*/ 196720 h 403276"/>
                <a:gd name="connsiteX200" fmla="*/ 345900 w 355736"/>
                <a:gd name="connsiteY200" fmla="*/ 196720 h 403276"/>
                <a:gd name="connsiteX201" fmla="*/ 342621 w 355736"/>
                <a:gd name="connsiteY201" fmla="*/ 196720 h 403276"/>
                <a:gd name="connsiteX202" fmla="*/ 342621 w 355736"/>
                <a:gd name="connsiteY202" fmla="*/ 196720 h 403276"/>
                <a:gd name="connsiteX203" fmla="*/ 340982 w 355736"/>
                <a:gd name="connsiteY203" fmla="*/ 199999 h 403276"/>
                <a:gd name="connsiteX204" fmla="*/ 340982 w 355736"/>
                <a:gd name="connsiteY204" fmla="*/ 203278 h 403276"/>
                <a:gd name="connsiteX205" fmla="*/ 337703 w 355736"/>
                <a:gd name="connsiteY205" fmla="*/ 206557 h 403276"/>
                <a:gd name="connsiteX206" fmla="*/ 337703 w 355736"/>
                <a:gd name="connsiteY206" fmla="*/ 206557 h 403276"/>
                <a:gd name="connsiteX207" fmla="*/ 332786 w 355736"/>
                <a:gd name="connsiteY207" fmla="*/ 208196 h 403276"/>
                <a:gd name="connsiteX208" fmla="*/ 329507 w 355736"/>
                <a:gd name="connsiteY208" fmla="*/ 209835 h 403276"/>
                <a:gd name="connsiteX209" fmla="*/ 326228 w 355736"/>
                <a:gd name="connsiteY209" fmla="*/ 211475 h 403276"/>
                <a:gd name="connsiteX210" fmla="*/ 322950 w 355736"/>
                <a:gd name="connsiteY210" fmla="*/ 211475 h 403276"/>
                <a:gd name="connsiteX211" fmla="*/ 318031 w 355736"/>
                <a:gd name="connsiteY211" fmla="*/ 211475 h 403276"/>
                <a:gd name="connsiteX212" fmla="*/ 318031 w 355736"/>
                <a:gd name="connsiteY212" fmla="*/ 211475 h 403276"/>
                <a:gd name="connsiteX213" fmla="*/ 314753 w 355736"/>
                <a:gd name="connsiteY213" fmla="*/ 213114 h 403276"/>
                <a:gd name="connsiteX214" fmla="*/ 309835 w 355736"/>
                <a:gd name="connsiteY214" fmla="*/ 216393 h 403276"/>
                <a:gd name="connsiteX215" fmla="*/ 309835 w 355736"/>
                <a:gd name="connsiteY215" fmla="*/ 219672 h 403276"/>
                <a:gd name="connsiteX216" fmla="*/ 306556 w 355736"/>
                <a:gd name="connsiteY216" fmla="*/ 222950 h 403276"/>
                <a:gd name="connsiteX217" fmla="*/ 304917 w 355736"/>
                <a:gd name="connsiteY217" fmla="*/ 226229 h 403276"/>
                <a:gd name="connsiteX218" fmla="*/ 301638 w 355736"/>
                <a:gd name="connsiteY218" fmla="*/ 229507 h 403276"/>
                <a:gd name="connsiteX219" fmla="*/ 301638 w 355736"/>
                <a:gd name="connsiteY219" fmla="*/ 231147 h 403276"/>
                <a:gd name="connsiteX220" fmla="*/ 298360 w 355736"/>
                <a:gd name="connsiteY220" fmla="*/ 234425 h 403276"/>
                <a:gd name="connsiteX221" fmla="*/ 298360 w 355736"/>
                <a:gd name="connsiteY221" fmla="*/ 234425 h 403276"/>
                <a:gd name="connsiteX222" fmla="*/ 295081 w 355736"/>
                <a:gd name="connsiteY222" fmla="*/ 237704 h 403276"/>
                <a:gd name="connsiteX223" fmla="*/ 291802 w 355736"/>
                <a:gd name="connsiteY223" fmla="*/ 239343 h 403276"/>
                <a:gd name="connsiteX224" fmla="*/ 290163 w 355736"/>
                <a:gd name="connsiteY224" fmla="*/ 239343 h 403276"/>
                <a:gd name="connsiteX225" fmla="*/ 286884 w 355736"/>
                <a:gd name="connsiteY225" fmla="*/ 242622 h 403276"/>
                <a:gd name="connsiteX226" fmla="*/ 285245 w 355736"/>
                <a:gd name="connsiteY226" fmla="*/ 245901 h 403276"/>
                <a:gd name="connsiteX227" fmla="*/ 281966 w 355736"/>
                <a:gd name="connsiteY227" fmla="*/ 247540 h 403276"/>
                <a:gd name="connsiteX228" fmla="*/ 278687 w 355736"/>
                <a:gd name="connsiteY228" fmla="*/ 249179 h 403276"/>
                <a:gd name="connsiteX229" fmla="*/ 277048 w 355736"/>
                <a:gd name="connsiteY229" fmla="*/ 250819 h 403276"/>
                <a:gd name="connsiteX230" fmla="*/ 272130 w 355736"/>
                <a:gd name="connsiteY230" fmla="*/ 252458 h 403276"/>
                <a:gd name="connsiteX231" fmla="*/ 268851 w 355736"/>
                <a:gd name="connsiteY231" fmla="*/ 255737 h 403276"/>
                <a:gd name="connsiteX232" fmla="*/ 268851 w 355736"/>
                <a:gd name="connsiteY232" fmla="*/ 255737 h 403276"/>
                <a:gd name="connsiteX233" fmla="*/ 267212 w 355736"/>
                <a:gd name="connsiteY233" fmla="*/ 260655 h 403276"/>
                <a:gd name="connsiteX234" fmla="*/ 263933 w 355736"/>
                <a:gd name="connsiteY234" fmla="*/ 260655 h 403276"/>
                <a:gd name="connsiteX235" fmla="*/ 263933 w 355736"/>
                <a:gd name="connsiteY235" fmla="*/ 263933 h 403276"/>
                <a:gd name="connsiteX236" fmla="*/ 262294 w 355736"/>
                <a:gd name="connsiteY236" fmla="*/ 267212 h 403276"/>
                <a:gd name="connsiteX237" fmla="*/ 262294 w 355736"/>
                <a:gd name="connsiteY237" fmla="*/ 270491 h 403276"/>
                <a:gd name="connsiteX238" fmla="*/ 260654 w 355736"/>
                <a:gd name="connsiteY238" fmla="*/ 275409 h 403276"/>
                <a:gd name="connsiteX239" fmla="*/ 259016 w 355736"/>
                <a:gd name="connsiteY239" fmla="*/ 278687 h 403276"/>
                <a:gd name="connsiteX240" fmla="*/ 259016 w 355736"/>
                <a:gd name="connsiteY240" fmla="*/ 281966 h 403276"/>
                <a:gd name="connsiteX241" fmla="*/ 259016 w 355736"/>
                <a:gd name="connsiteY241" fmla="*/ 283606 h 403276"/>
                <a:gd name="connsiteX242" fmla="*/ 257376 w 355736"/>
                <a:gd name="connsiteY242" fmla="*/ 286884 h 403276"/>
                <a:gd name="connsiteX243" fmla="*/ 254097 w 355736"/>
                <a:gd name="connsiteY243" fmla="*/ 288523 h 403276"/>
                <a:gd name="connsiteX244" fmla="*/ 250819 w 355736"/>
                <a:gd name="connsiteY244" fmla="*/ 291802 h 403276"/>
                <a:gd name="connsiteX245" fmla="*/ 245901 w 355736"/>
                <a:gd name="connsiteY245" fmla="*/ 295081 h 403276"/>
                <a:gd name="connsiteX246" fmla="*/ 244261 w 355736"/>
                <a:gd name="connsiteY246" fmla="*/ 298359 h 403276"/>
                <a:gd name="connsiteX247" fmla="*/ 240983 w 355736"/>
                <a:gd name="connsiteY247" fmla="*/ 301638 h 403276"/>
                <a:gd name="connsiteX248" fmla="*/ 240983 w 355736"/>
                <a:gd name="connsiteY248" fmla="*/ 303277 h 403276"/>
                <a:gd name="connsiteX249" fmla="*/ 237704 w 355736"/>
                <a:gd name="connsiteY249" fmla="*/ 301638 h 403276"/>
                <a:gd name="connsiteX250" fmla="*/ 232786 w 355736"/>
                <a:gd name="connsiteY250" fmla="*/ 303277 h 403276"/>
                <a:gd name="connsiteX251" fmla="*/ 232786 w 355736"/>
                <a:gd name="connsiteY251" fmla="*/ 303277 h 403276"/>
                <a:gd name="connsiteX252" fmla="*/ 229507 w 355736"/>
                <a:gd name="connsiteY252" fmla="*/ 304917 h 403276"/>
                <a:gd name="connsiteX253" fmla="*/ 229507 w 355736"/>
                <a:gd name="connsiteY253" fmla="*/ 304917 h 403276"/>
                <a:gd name="connsiteX254" fmla="*/ 226229 w 355736"/>
                <a:gd name="connsiteY254" fmla="*/ 306556 h 403276"/>
                <a:gd name="connsiteX255" fmla="*/ 221310 w 355736"/>
                <a:gd name="connsiteY255" fmla="*/ 308196 h 403276"/>
                <a:gd name="connsiteX256" fmla="*/ 221310 w 355736"/>
                <a:gd name="connsiteY256" fmla="*/ 308196 h 403276"/>
                <a:gd name="connsiteX257" fmla="*/ 221310 w 355736"/>
                <a:gd name="connsiteY257" fmla="*/ 311474 h 403276"/>
                <a:gd name="connsiteX258" fmla="*/ 221310 w 355736"/>
                <a:gd name="connsiteY258" fmla="*/ 314753 h 403276"/>
                <a:gd name="connsiteX259" fmla="*/ 219671 w 355736"/>
                <a:gd name="connsiteY259" fmla="*/ 319671 h 403276"/>
                <a:gd name="connsiteX260" fmla="*/ 219671 w 355736"/>
                <a:gd name="connsiteY260" fmla="*/ 319671 h 403276"/>
                <a:gd name="connsiteX261" fmla="*/ 218032 w 355736"/>
                <a:gd name="connsiteY261" fmla="*/ 322950 h 403276"/>
                <a:gd name="connsiteX262" fmla="*/ 216393 w 355736"/>
                <a:gd name="connsiteY262" fmla="*/ 327867 h 403276"/>
                <a:gd name="connsiteX263" fmla="*/ 214753 w 355736"/>
                <a:gd name="connsiteY263" fmla="*/ 331146 h 403276"/>
                <a:gd name="connsiteX264" fmla="*/ 214753 w 355736"/>
                <a:gd name="connsiteY264" fmla="*/ 334425 h 403276"/>
                <a:gd name="connsiteX265" fmla="*/ 213114 w 355736"/>
                <a:gd name="connsiteY265" fmla="*/ 336064 h 403276"/>
                <a:gd name="connsiteX266" fmla="*/ 213114 w 355736"/>
                <a:gd name="connsiteY266" fmla="*/ 339343 h 403276"/>
                <a:gd name="connsiteX267" fmla="*/ 209835 w 355736"/>
                <a:gd name="connsiteY267" fmla="*/ 344261 h 403276"/>
                <a:gd name="connsiteX268" fmla="*/ 209835 w 355736"/>
                <a:gd name="connsiteY268" fmla="*/ 345900 h 403276"/>
                <a:gd name="connsiteX269" fmla="*/ 209835 w 355736"/>
                <a:gd name="connsiteY269" fmla="*/ 345900 h 403276"/>
                <a:gd name="connsiteX270" fmla="*/ 208196 w 355736"/>
                <a:gd name="connsiteY270" fmla="*/ 347540 h 403276"/>
                <a:gd name="connsiteX271" fmla="*/ 204917 w 355736"/>
                <a:gd name="connsiteY271" fmla="*/ 349179 h 403276"/>
                <a:gd name="connsiteX272" fmla="*/ 201639 w 355736"/>
                <a:gd name="connsiteY272" fmla="*/ 352457 h 403276"/>
                <a:gd name="connsiteX273" fmla="*/ 198360 w 355736"/>
                <a:gd name="connsiteY273" fmla="*/ 352457 h 403276"/>
                <a:gd name="connsiteX274" fmla="*/ 195081 w 355736"/>
                <a:gd name="connsiteY274" fmla="*/ 352457 h 403276"/>
                <a:gd name="connsiteX275" fmla="*/ 191803 w 355736"/>
                <a:gd name="connsiteY275" fmla="*/ 352457 h 403276"/>
                <a:gd name="connsiteX276" fmla="*/ 188524 w 355736"/>
                <a:gd name="connsiteY276" fmla="*/ 350818 h 403276"/>
                <a:gd name="connsiteX277" fmla="*/ 186884 w 355736"/>
                <a:gd name="connsiteY277" fmla="*/ 350818 h 403276"/>
                <a:gd name="connsiteX278" fmla="*/ 183606 w 355736"/>
                <a:gd name="connsiteY278" fmla="*/ 354097 h 403276"/>
                <a:gd name="connsiteX279" fmla="*/ 178688 w 355736"/>
                <a:gd name="connsiteY279" fmla="*/ 355736 h 403276"/>
                <a:gd name="connsiteX280" fmla="*/ 175409 w 355736"/>
                <a:gd name="connsiteY280" fmla="*/ 355736 h 403276"/>
                <a:gd name="connsiteX281" fmla="*/ 172130 w 355736"/>
                <a:gd name="connsiteY281" fmla="*/ 354097 h 403276"/>
                <a:gd name="connsiteX282" fmla="*/ 168852 w 355736"/>
                <a:gd name="connsiteY282" fmla="*/ 352457 h 403276"/>
                <a:gd name="connsiteX283" fmla="*/ 167213 w 355736"/>
                <a:gd name="connsiteY283" fmla="*/ 352457 h 403276"/>
                <a:gd name="connsiteX284" fmla="*/ 163934 w 355736"/>
                <a:gd name="connsiteY284" fmla="*/ 352457 h 403276"/>
                <a:gd name="connsiteX285" fmla="*/ 160655 w 355736"/>
                <a:gd name="connsiteY285" fmla="*/ 350818 h 403276"/>
                <a:gd name="connsiteX286" fmla="*/ 157376 w 355736"/>
                <a:gd name="connsiteY286" fmla="*/ 347540 h 403276"/>
                <a:gd name="connsiteX287" fmla="*/ 154098 w 355736"/>
                <a:gd name="connsiteY287" fmla="*/ 347540 h 403276"/>
                <a:gd name="connsiteX288" fmla="*/ 149180 w 355736"/>
                <a:gd name="connsiteY288" fmla="*/ 347540 h 403276"/>
                <a:gd name="connsiteX289" fmla="*/ 145901 w 355736"/>
                <a:gd name="connsiteY289" fmla="*/ 345900 h 403276"/>
                <a:gd name="connsiteX290" fmla="*/ 142623 w 355736"/>
                <a:gd name="connsiteY290" fmla="*/ 342622 h 403276"/>
                <a:gd name="connsiteX291" fmla="*/ 139344 w 355736"/>
                <a:gd name="connsiteY291" fmla="*/ 339343 h 403276"/>
                <a:gd name="connsiteX292" fmla="*/ 139344 w 355736"/>
                <a:gd name="connsiteY292" fmla="*/ 339343 h 403276"/>
                <a:gd name="connsiteX293" fmla="*/ 134426 w 355736"/>
                <a:gd name="connsiteY293" fmla="*/ 336064 h 403276"/>
                <a:gd name="connsiteX294" fmla="*/ 131147 w 355736"/>
                <a:gd name="connsiteY294" fmla="*/ 332786 h 403276"/>
                <a:gd name="connsiteX295" fmla="*/ 127869 w 355736"/>
                <a:gd name="connsiteY295" fmla="*/ 331146 h 403276"/>
                <a:gd name="connsiteX296" fmla="*/ 122950 w 355736"/>
                <a:gd name="connsiteY296" fmla="*/ 331146 h 403276"/>
                <a:gd name="connsiteX297" fmla="*/ 119672 w 355736"/>
                <a:gd name="connsiteY297" fmla="*/ 331146 h 403276"/>
                <a:gd name="connsiteX298" fmla="*/ 116393 w 355736"/>
                <a:gd name="connsiteY298" fmla="*/ 332786 h 403276"/>
                <a:gd name="connsiteX299" fmla="*/ 113114 w 355736"/>
                <a:gd name="connsiteY299" fmla="*/ 332786 h 403276"/>
                <a:gd name="connsiteX300" fmla="*/ 109836 w 355736"/>
                <a:gd name="connsiteY300" fmla="*/ 336064 h 403276"/>
                <a:gd name="connsiteX301" fmla="*/ 108196 w 355736"/>
                <a:gd name="connsiteY301" fmla="*/ 339343 h 403276"/>
                <a:gd name="connsiteX302" fmla="*/ 104917 w 355736"/>
                <a:gd name="connsiteY302" fmla="*/ 342622 h 403276"/>
                <a:gd name="connsiteX303" fmla="*/ 104917 w 355736"/>
                <a:gd name="connsiteY303" fmla="*/ 347540 h 403276"/>
                <a:gd name="connsiteX304" fmla="*/ 103279 w 355736"/>
                <a:gd name="connsiteY304" fmla="*/ 350818 h 403276"/>
                <a:gd name="connsiteX305" fmla="*/ 103279 w 355736"/>
                <a:gd name="connsiteY305" fmla="*/ 354097 h 403276"/>
                <a:gd name="connsiteX306" fmla="*/ 101639 w 355736"/>
                <a:gd name="connsiteY306" fmla="*/ 359015 h 403276"/>
                <a:gd name="connsiteX307" fmla="*/ 101639 w 355736"/>
                <a:gd name="connsiteY307" fmla="*/ 362294 h 403276"/>
                <a:gd name="connsiteX308" fmla="*/ 98360 w 355736"/>
                <a:gd name="connsiteY308" fmla="*/ 365572 h 403276"/>
                <a:gd name="connsiteX309" fmla="*/ 98360 w 355736"/>
                <a:gd name="connsiteY309" fmla="*/ 367212 h 403276"/>
                <a:gd name="connsiteX310" fmla="*/ 95082 w 355736"/>
                <a:gd name="connsiteY310" fmla="*/ 372130 h 403276"/>
                <a:gd name="connsiteX311" fmla="*/ 91803 w 355736"/>
                <a:gd name="connsiteY311" fmla="*/ 372130 h 403276"/>
                <a:gd name="connsiteX312" fmla="*/ 86885 w 355736"/>
                <a:gd name="connsiteY312" fmla="*/ 377047 h 403276"/>
                <a:gd name="connsiteX313" fmla="*/ 83606 w 355736"/>
                <a:gd name="connsiteY313" fmla="*/ 378687 h 403276"/>
                <a:gd name="connsiteX314" fmla="*/ 80327 w 355736"/>
                <a:gd name="connsiteY314" fmla="*/ 381966 h 403276"/>
                <a:gd name="connsiteX315" fmla="*/ 78688 w 355736"/>
                <a:gd name="connsiteY315" fmla="*/ 385244 h 403276"/>
                <a:gd name="connsiteX316" fmla="*/ 77049 w 355736"/>
                <a:gd name="connsiteY316" fmla="*/ 388523 h 403276"/>
                <a:gd name="connsiteX317" fmla="*/ 72131 w 355736"/>
                <a:gd name="connsiteY317" fmla="*/ 391802 h 403276"/>
                <a:gd name="connsiteX318" fmla="*/ 68852 w 355736"/>
                <a:gd name="connsiteY318" fmla="*/ 391802 h 403276"/>
                <a:gd name="connsiteX319" fmla="*/ 65573 w 355736"/>
                <a:gd name="connsiteY319" fmla="*/ 393441 h 403276"/>
                <a:gd name="connsiteX320" fmla="*/ 65573 w 355736"/>
                <a:gd name="connsiteY320" fmla="*/ 396720 h 403276"/>
                <a:gd name="connsiteX321" fmla="*/ 62295 w 355736"/>
                <a:gd name="connsiteY321" fmla="*/ 399999 h 403276"/>
                <a:gd name="connsiteX322" fmla="*/ 59016 w 355736"/>
                <a:gd name="connsiteY322" fmla="*/ 399999 h 403276"/>
                <a:gd name="connsiteX323" fmla="*/ 54098 w 355736"/>
                <a:gd name="connsiteY323" fmla="*/ 399999 h 403276"/>
                <a:gd name="connsiteX324" fmla="*/ 52459 w 355736"/>
                <a:gd name="connsiteY324" fmla="*/ 399999 h 403276"/>
                <a:gd name="connsiteX325" fmla="*/ 49180 w 355736"/>
                <a:gd name="connsiteY325" fmla="*/ 399999 h 403276"/>
                <a:gd name="connsiteX326" fmla="*/ 44262 w 355736"/>
                <a:gd name="connsiteY326" fmla="*/ 399999 h 403276"/>
                <a:gd name="connsiteX327" fmla="*/ 40983 w 355736"/>
                <a:gd name="connsiteY327" fmla="*/ 401637 h 403276"/>
                <a:gd name="connsiteX328" fmla="*/ 37705 w 355736"/>
                <a:gd name="connsiteY328" fmla="*/ 399999 h 403276"/>
                <a:gd name="connsiteX329" fmla="*/ 32787 w 355736"/>
                <a:gd name="connsiteY329" fmla="*/ 398359 h 403276"/>
                <a:gd name="connsiteX330" fmla="*/ 29508 w 355736"/>
                <a:gd name="connsiteY330" fmla="*/ 398359 h 403276"/>
                <a:gd name="connsiteX331" fmla="*/ 26229 w 355736"/>
                <a:gd name="connsiteY331" fmla="*/ 401637 h 403276"/>
                <a:gd name="connsiteX332" fmla="*/ 24590 w 355736"/>
                <a:gd name="connsiteY332" fmla="*/ 403277 h 403276"/>
                <a:gd name="connsiteX333" fmla="*/ 24590 w 355736"/>
                <a:gd name="connsiteY333" fmla="*/ 401637 h 403276"/>
                <a:gd name="connsiteX334" fmla="*/ 24590 w 355736"/>
                <a:gd name="connsiteY334" fmla="*/ 399999 h 403276"/>
                <a:gd name="connsiteX335" fmla="*/ 21312 w 355736"/>
                <a:gd name="connsiteY335" fmla="*/ 396720 h 403276"/>
                <a:gd name="connsiteX336" fmla="*/ 21312 w 355736"/>
                <a:gd name="connsiteY336" fmla="*/ 393441 h 403276"/>
                <a:gd name="connsiteX337" fmla="*/ 22951 w 355736"/>
                <a:gd name="connsiteY337" fmla="*/ 390162 h 403276"/>
                <a:gd name="connsiteX338" fmla="*/ 21312 w 355736"/>
                <a:gd name="connsiteY338" fmla="*/ 385244 h 403276"/>
                <a:gd name="connsiteX339" fmla="*/ 21312 w 355736"/>
                <a:gd name="connsiteY339" fmla="*/ 381966 h 403276"/>
                <a:gd name="connsiteX340" fmla="*/ 24590 w 355736"/>
                <a:gd name="connsiteY340" fmla="*/ 378687 h 403276"/>
                <a:gd name="connsiteX341" fmla="*/ 27869 w 355736"/>
                <a:gd name="connsiteY341" fmla="*/ 375409 h 403276"/>
                <a:gd name="connsiteX342" fmla="*/ 29508 w 355736"/>
                <a:gd name="connsiteY342" fmla="*/ 372130 h 403276"/>
                <a:gd name="connsiteX343" fmla="*/ 31147 w 355736"/>
                <a:gd name="connsiteY343" fmla="*/ 368851 h 403276"/>
                <a:gd name="connsiteX344" fmla="*/ 29508 w 355736"/>
                <a:gd name="connsiteY344" fmla="*/ 363933 h 403276"/>
                <a:gd name="connsiteX345" fmla="*/ 29508 w 355736"/>
                <a:gd name="connsiteY345" fmla="*/ 360654 h 403276"/>
                <a:gd name="connsiteX346" fmla="*/ 29508 w 355736"/>
                <a:gd name="connsiteY346" fmla="*/ 357376 h 403276"/>
                <a:gd name="connsiteX347" fmla="*/ 27869 w 355736"/>
                <a:gd name="connsiteY347" fmla="*/ 352457 h 403276"/>
                <a:gd name="connsiteX348" fmla="*/ 24590 w 355736"/>
                <a:gd name="connsiteY348" fmla="*/ 349179 h 403276"/>
                <a:gd name="connsiteX349" fmla="*/ 24590 w 355736"/>
                <a:gd name="connsiteY349" fmla="*/ 345900 h 403276"/>
                <a:gd name="connsiteX350" fmla="*/ 22951 w 355736"/>
                <a:gd name="connsiteY350" fmla="*/ 340982 h 403276"/>
                <a:gd name="connsiteX351" fmla="*/ 22951 w 355736"/>
                <a:gd name="connsiteY351" fmla="*/ 337703 h 403276"/>
                <a:gd name="connsiteX352" fmla="*/ 21312 w 355736"/>
                <a:gd name="connsiteY352" fmla="*/ 334425 h 403276"/>
                <a:gd name="connsiteX353" fmla="*/ 19672 w 355736"/>
                <a:gd name="connsiteY353" fmla="*/ 329507 h 403276"/>
                <a:gd name="connsiteX354" fmla="*/ 18033 w 355736"/>
                <a:gd name="connsiteY354" fmla="*/ 326228 h 403276"/>
                <a:gd name="connsiteX355" fmla="*/ 14754 w 355736"/>
                <a:gd name="connsiteY355" fmla="*/ 322950 h 403276"/>
                <a:gd name="connsiteX356" fmla="*/ 13115 w 355736"/>
                <a:gd name="connsiteY356" fmla="*/ 319671 h 403276"/>
                <a:gd name="connsiteX357" fmla="*/ 11476 w 355736"/>
                <a:gd name="connsiteY357" fmla="*/ 318032 h 403276"/>
                <a:gd name="connsiteX358" fmla="*/ 8197 w 355736"/>
                <a:gd name="connsiteY358" fmla="*/ 314753 h 403276"/>
                <a:gd name="connsiteX359" fmla="*/ 4918 w 355736"/>
                <a:gd name="connsiteY359" fmla="*/ 311474 h 403276"/>
                <a:gd name="connsiteX360" fmla="*/ 0 w 355736"/>
                <a:gd name="connsiteY360" fmla="*/ 308196 h 40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</a:cxnLst>
              <a:rect l="l" t="t" r="r" b="b"/>
              <a:pathLst>
                <a:path w="355736" h="403276">
                  <a:moveTo>
                    <a:pt x="0" y="308196"/>
                  </a:moveTo>
                  <a:lnTo>
                    <a:pt x="0" y="306556"/>
                  </a:lnTo>
                  <a:lnTo>
                    <a:pt x="0" y="301638"/>
                  </a:lnTo>
                  <a:lnTo>
                    <a:pt x="0" y="296720"/>
                  </a:lnTo>
                  <a:lnTo>
                    <a:pt x="1639" y="291802"/>
                  </a:lnTo>
                  <a:lnTo>
                    <a:pt x="1639" y="285245"/>
                  </a:lnTo>
                  <a:lnTo>
                    <a:pt x="1639" y="280327"/>
                  </a:lnTo>
                  <a:lnTo>
                    <a:pt x="1639" y="275409"/>
                  </a:lnTo>
                  <a:lnTo>
                    <a:pt x="1639" y="268852"/>
                  </a:lnTo>
                  <a:lnTo>
                    <a:pt x="1639" y="263933"/>
                  </a:lnTo>
                  <a:lnTo>
                    <a:pt x="1639" y="259016"/>
                  </a:lnTo>
                  <a:lnTo>
                    <a:pt x="1639" y="255737"/>
                  </a:lnTo>
                  <a:lnTo>
                    <a:pt x="1639" y="250819"/>
                  </a:lnTo>
                  <a:lnTo>
                    <a:pt x="1639" y="247540"/>
                  </a:lnTo>
                  <a:lnTo>
                    <a:pt x="1639" y="244262"/>
                  </a:lnTo>
                  <a:lnTo>
                    <a:pt x="1639" y="240983"/>
                  </a:lnTo>
                  <a:lnTo>
                    <a:pt x="1639" y="236065"/>
                  </a:lnTo>
                  <a:lnTo>
                    <a:pt x="1639" y="231147"/>
                  </a:lnTo>
                  <a:lnTo>
                    <a:pt x="1639" y="229507"/>
                  </a:lnTo>
                  <a:lnTo>
                    <a:pt x="1639" y="224589"/>
                  </a:lnTo>
                  <a:lnTo>
                    <a:pt x="1639" y="221310"/>
                  </a:lnTo>
                  <a:lnTo>
                    <a:pt x="1639" y="216393"/>
                  </a:lnTo>
                  <a:lnTo>
                    <a:pt x="1639" y="211475"/>
                  </a:lnTo>
                  <a:lnTo>
                    <a:pt x="1639" y="208196"/>
                  </a:lnTo>
                  <a:lnTo>
                    <a:pt x="1639" y="204917"/>
                  </a:lnTo>
                  <a:lnTo>
                    <a:pt x="1639" y="203278"/>
                  </a:lnTo>
                  <a:lnTo>
                    <a:pt x="1639" y="199999"/>
                  </a:lnTo>
                  <a:lnTo>
                    <a:pt x="1639" y="196720"/>
                  </a:lnTo>
                  <a:lnTo>
                    <a:pt x="1639" y="191803"/>
                  </a:lnTo>
                  <a:lnTo>
                    <a:pt x="1639" y="188524"/>
                  </a:lnTo>
                  <a:lnTo>
                    <a:pt x="1639" y="186885"/>
                  </a:lnTo>
                  <a:lnTo>
                    <a:pt x="6557" y="186885"/>
                  </a:lnTo>
                  <a:lnTo>
                    <a:pt x="11476" y="186885"/>
                  </a:lnTo>
                  <a:lnTo>
                    <a:pt x="14754" y="186885"/>
                  </a:lnTo>
                  <a:lnTo>
                    <a:pt x="18033" y="186885"/>
                  </a:lnTo>
                  <a:lnTo>
                    <a:pt x="22951" y="186885"/>
                  </a:lnTo>
                  <a:lnTo>
                    <a:pt x="27869" y="186885"/>
                  </a:lnTo>
                  <a:lnTo>
                    <a:pt x="31147" y="186885"/>
                  </a:lnTo>
                  <a:lnTo>
                    <a:pt x="39344" y="186885"/>
                  </a:lnTo>
                  <a:lnTo>
                    <a:pt x="40983" y="186885"/>
                  </a:lnTo>
                  <a:lnTo>
                    <a:pt x="40983" y="185245"/>
                  </a:lnTo>
                  <a:lnTo>
                    <a:pt x="40983" y="183606"/>
                  </a:lnTo>
                  <a:lnTo>
                    <a:pt x="40983" y="178688"/>
                  </a:lnTo>
                  <a:lnTo>
                    <a:pt x="40983" y="172130"/>
                  </a:lnTo>
                  <a:lnTo>
                    <a:pt x="40983" y="165573"/>
                  </a:lnTo>
                  <a:lnTo>
                    <a:pt x="40983" y="160655"/>
                  </a:lnTo>
                  <a:lnTo>
                    <a:pt x="40983" y="155737"/>
                  </a:lnTo>
                  <a:lnTo>
                    <a:pt x="40983" y="150819"/>
                  </a:lnTo>
                  <a:lnTo>
                    <a:pt x="40983" y="145901"/>
                  </a:lnTo>
                  <a:lnTo>
                    <a:pt x="40983" y="142622"/>
                  </a:lnTo>
                  <a:lnTo>
                    <a:pt x="40983" y="136065"/>
                  </a:lnTo>
                  <a:lnTo>
                    <a:pt x="40983" y="134426"/>
                  </a:lnTo>
                  <a:lnTo>
                    <a:pt x="40983" y="134426"/>
                  </a:lnTo>
                  <a:lnTo>
                    <a:pt x="40983" y="129508"/>
                  </a:lnTo>
                  <a:lnTo>
                    <a:pt x="40983" y="124590"/>
                  </a:lnTo>
                  <a:lnTo>
                    <a:pt x="40983" y="122950"/>
                  </a:lnTo>
                  <a:lnTo>
                    <a:pt x="40983" y="118032"/>
                  </a:lnTo>
                  <a:lnTo>
                    <a:pt x="40983" y="114754"/>
                  </a:lnTo>
                  <a:lnTo>
                    <a:pt x="40983" y="113115"/>
                  </a:lnTo>
                  <a:lnTo>
                    <a:pt x="40983" y="106557"/>
                  </a:lnTo>
                  <a:lnTo>
                    <a:pt x="40983" y="101639"/>
                  </a:lnTo>
                  <a:lnTo>
                    <a:pt x="40983" y="98360"/>
                  </a:lnTo>
                  <a:lnTo>
                    <a:pt x="40983" y="93442"/>
                  </a:lnTo>
                  <a:lnTo>
                    <a:pt x="40983" y="90164"/>
                  </a:lnTo>
                  <a:lnTo>
                    <a:pt x="40983" y="85246"/>
                  </a:lnTo>
                  <a:lnTo>
                    <a:pt x="42623" y="81967"/>
                  </a:lnTo>
                  <a:lnTo>
                    <a:pt x="42623" y="77049"/>
                  </a:lnTo>
                  <a:lnTo>
                    <a:pt x="42623" y="73770"/>
                  </a:lnTo>
                  <a:lnTo>
                    <a:pt x="42623" y="68852"/>
                  </a:lnTo>
                  <a:lnTo>
                    <a:pt x="42623" y="65573"/>
                  </a:lnTo>
                  <a:lnTo>
                    <a:pt x="42623" y="62295"/>
                  </a:lnTo>
                  <a:lnTo>
                    <a:pt x="42623" y="57377"/>
                  </a:lnTo>
                  <a:lnTo>
                    <a:pt x="42623" y="54098"/>
                  </a:lnTo>
                  <a:lnTo>
                    <a:pt x="42623" y="50820"/>
                  </a:lnTo>
                  <a:lnTo>
                    <a:pt x="42623" y="50820"/>
                  </a:lnTo>
                  <a:lnTo>
                    <a:pt x="42623" y="45902"/>
                  </a:lnTo>
                  <a:lnTo>
                    <a:pt x="42623" y="40983"/>
                  </a:lnTo>
                  <a:lnTo>
                    <a:pt x="42623" y="37705"/>
                  </a:lnTo>
                  <a:lnTo>
                    <a:pt x="42623" y="32787"/>
                  </a:lnTo>
                  <a:lnTo>
                    <a:pt x="42623" y="32787"/>
                  </a:lnTo>
                  <a:lnTo>
                    <a:pt x="42623" y="27869"/>
                  </a:lnTo>
                  <a:lnTo>
                    <a:pt x="42623" y="24590"/>
                  </a:lnTo>
                  <a:lnTo>
                    <a:pt x="52459" y="22951"/>
                  </a:lnTo>
                  <a:lnTo>
                    <a:pt x="60656" y="22951"/>
                  </a:lnTo>
                  <a:lnTo>
                    <a:pt x="72131" y="21312"/>
                  </a:lnTo>
                  <a:lnTo>
                    <a:pt x="72131" y="21312"/>
                  </a:lnTo>
                  <a:lnTo>
                    <a:pt x="81967" y="19672"/>
                  </a:lnTo>
                  <a:lnTo>
                    <a:pt x="91803" y="16393"/>
                  </a:lnTo>
                  <a:lnTo>
                    <a:pt x="100000" y="14754"/>
                  </a:lnTo>
                  <a:lnTo>
                    <a:pt x="104917" y="13115"/>
                  </a:lnTo>
                  <a:lnTo>
                    <a:pt x="119672" y="11476"/>
                  </a:lnTo>
                  <a:lnTo>
                    <a:pt x="122950" y="9836"/>
                  </a:lnTo>
                  <a:lnTo>
                    <a:pt x="131147" y="9836"/>
                  </a:lnTo>
                  <a:lnTo>
                    <a:pt x="132786" y="13115"/>
                  </a:lnTo>
                  <a:lnTo>
                    <a:pt x="134426" y="18033"/>
                  </a:lnTo>
                  <a:lnTo>
                    <a:pt x="137704" y="19672"/>
                  </a:lnTo>
                  <a:lnTo>
                    <a:pt x="139344" y="24590"/>
                  </a:lnTo>
                  <a:lnTo>
                    <a:pt x="140983" y="27869"/>
                  </a:lnTo>
                  <a:lnTo>
                    <a:pt x="142623" y="31148"/>
                  </a:lnTo>
                  <a:lnTo>
                    <a:pt x="145901" y="29508"/>
                  </a:lnTo>
                  <a:lnTo>
                    <a:pt x="149180" y="24590"/>
                  </a:lnTo>
                  <a:lnTo>
                    <a:pt x="152459" y="21312"/>
                  </a:lnTo>
                  <a:lnTo>
                    <a:pt x="155737" y="18033"/>
                  </a:lnTo>
                  <a:lnTo>
                    <a:pt x="159016" y="16393"/>
                  </a:lnTo>
                  <a:lnTo>
                    <a:pt x="162294" y="13115"/>
                  </a:lnTo>
                  <a:lnTo>
                    <a:pt x="165573" y="9836"/>
                  </a:lnTo>
                  <a:lnTo>
                    <a:pt x="170491" y="9836"/>
                  </a:lnTo>
                  <a:lnTo>
                    <a:pt x="173770" y="8197"/>
                  </a:lnTo>
                  <a:lnTo>
                    <a:pt x="175409" y="11476"/>
                  </a:lnTo>
                  <a:lnTo>
                    <a:pt x="178688" y="11476"/>
                  </a:lnTo>
                  <a:lnTo>
                    <a:pt x="181966" y="8197"/>
                  </a:lnTo>
                  <a:lnTo>
                    <a:pt x="185245" y="6558"/>
                  </a:lnTo>
                  <a:lnTo>
                    <a:pt x="188524" y="3279"/>
                  </a:lnTo>
                  <a:lnTo>
                    <a:pt x="191803" y="1639"/>
                  </a:lnTo>
                  <a:lnTo>
                    <a:pt x="195081" y="1639"/>
                  </a:lnTo>
                  <a:lnTo>
                    <a:pt x="199999" y="1639"/>
                  </a:lnTo>
                  <a:lnTo>
                    <a:pt x="203278" y="0"/>
                  </a:lnTo>
                  <a:lnTo>
                    <a:pt x="204917" y="1639"/>
                  </a:lnTo>
                  <a:lnTo>
                    <a:pt x="204917" y="1639"/>
                  </a:lnTo>
                  <a:lnTo>
                    <a:pt x="204917" y="4918"/>
                  </a:lnTo>
                  <a:lnTo>
                    <a:pt x="204917" y="8197"/>
                  </a:lnTo>
                  <a:lnTo>
                    <a:pt x="206557" y="13115"/>
                  </a:lnTo>
                  <a:lnTo>
                    <a:pt x="211474" y="16393"/>
                  </a:lnTo>
                  <a:lnTo>
                    <a:pt x="213114" y="19672"/>
                  </a:lnTo>
                  <a:lnTo>
                    <a:pt x="214753" y="24590"/>
                  </a:lnTo>
                  <a:lnTo>
                    <a:pt x="214753" y="27869"/>
                  </a:lnTo>
                  <a:lnTo>
                    <a:pt x="219671" y="31148"/>
                  </a:lnTo>
                  <a:lnTo>
                    <a:pt x="219671" y="32787"/>
                  </a:lnTo>
                  <a:lnTo>
                    <a:pt x="224589" y="36066"/>
                  </a:lnTo>
                  <a:lnTo>
                    <a:pt x="224589" y="39344"/>
                  </a:lnTo>
                  <a:lnTo>
                    <a:pt x="224589" y="44262"/>
                  </a:lnTo>
                  <a:lnTo>
                    <a:pt x="227868" y="47541"/>
                  </a:lnTo>
                  <a:lnTo>
                    <a:pt x="231147" y="50820"/>
                  </a:lnTo>
                  <a:lnTo>
                    <a:pt x="231147" y="54098"/>
                  </a:lnTo>
                  <a:lnTo>
                    <a:pt x="231147" y="57377"/>
                  </a:lnTo>
                  <a:lnTo>
                    <a:pt x="232786" y="62295"/>
                  </a:lnTo>
                  <a:lnTo>
                    <a:pt x="234425" y="65573"/>
                  </a:lnTo>
                  <a:lnTo>
                    <a:pt x="236064" y="68852"/>
                  </a:lnTo>
                  <a:lnTo>
                    <a:pt x="236064" y="73770"/>
                  </a:lnTo>
                  <a:lnTo>
                    <a:pt x="237704" y="77049"/>
                  </a:lnTo>
                  <a:lnTo>
                    <a:pt x="240983" y="78688"/>
                  </a:lnTo>
                  <a:lnTo>
                    <a:pt x="245901" y="83606"/>
                  </a:lnTo>
                  <a:lnTo>
                    <a:pt x="249179" y="86885"/>
                  </a:lnTo>
                  <a:lnTo>
                    <a:pt x="252458" y="88525"/>
                  </a:lnTo>
                  <a:lnTo>
                    <a:pt x="252458" y="88525"/>
                  </a:lnTo>
                  <a:lnTo>
                    <a:pt x="255737" y="91803"/>
                  </a:lnTo>
                  <a:lnTo>
                    <a:pt x="257376" y="93442"/>
                  </a:lnTo>
                  <a:lnTo>
                    <a:pt x="262294" y="95082"/>
                  </a:lnTo>
                  <a:lnTo>
                    <a:pt x="265573" y="96721"/>
                  </a:lnTo>
                  <a:lnTo>
                    <a:pt x="267212" y="98360"/>
                  </a:lnTo>
                  <a:lnTo>
                    <a:pt x="270491" y="98360"/>
                  </a:lnTo>
                  <a:lnTo>
                    <a:pt x="273769" y="101639"/>
                  </a:lnTo>
                  <a:lnTo>
                    <a:pt x="277048" y="101639"/>
                  </a:lnTo>
                  <a:lnTo>
                    <a:pt x="278687" y="106557"/>
                  </a:lnTo>
                  <a:lnTo>
                    <a:pt x="280327" y="109836"/>
                  </a:lnTo>
                  <a:lnTo>
                    <a:pt x="280327" y="114754"/>
                  </a:lnTo>
                  <a:lnTo>
                    <a:pt x="280327" y="118032"/>
                  </a:lnTo>
                  <a:lnTo>
                    <a:pt x="278687" y="119672"/>
                  </a:lnTo>
                  <a:lnTo>
                    <a:pt x="283606" y="119672"/>
                  </a:lnTo>
                  <a:lnTo>
                    <a:pt x="286884" y="118032"/>
                  </a:lnTo>
                  <a:lnTo>
                    <a:pt x="290163" y="119672"/>
                  </a:lnTo>
                  <a:lnTo>
                    <a:pt x="295081" y="119672"/>
                  </a:lnTo>
                  <a:lnTo>
                    <a:pt x="295081" y="119672"/>
                  </a:lnTo>
                  <a:lnTo>
                    <a:pt x="295081" y="121311"/>
                  </a:lnTo>
                  <a:lnTo>
                    <a:pt x="296720" y="121311"/>
                  </a:lnTo>
                  <a:lnTo>
                    <a:pt x="295081" y="126229"/>
                  </a:lnTo>
                  <a:lnTo>
                    <a:pt x="296720" y="129508"/>
                  </a:lnTo>
                  <a:lnTo>
                    <a:pt x="295081" y="132786"/>
                  </a:lnTo>
                  <a:lnTo>
                    <a:pt x="295081" y="137705"/>
                  </a:lnTo>
                  <a:lnTo>
                    <a:pt x="295081" y="140983"/>
                  </a:lnTo>
                  <a:lnTo>
                    <a:pt x="293441" y="144262"/>
                  </a:lnTo>
                  <a:lnTo>
                    <a:pt x="295081" y="149180"/>
                  </a:lnTo>
                  <a:lnTo>
                    <a:pt x="299999" y="152459"/>
                  </a:lnTo>
                  <a:lnTo>
                    <a:pt x="301638" y="155737"/>
                  </a:lnTo>
                  <a:lnTo>
                    <a:pt x="303277" y="159016"/>
                  </a:lnTo>
                  <a:lnTo>
                    <a:pt x="303277" y="163934"/>
                  </a:lnTo>
                  <a:lnTo>
                    <a:pt x="304917" y="167213"/>
                  </a:lnTo>
                  <a:lnTo>
                    <a:pt x="304917" y="167213"/>
                  </a:lnTo>
                  <a:lnTo>
                    <a:pt x="309835" y="167213"/>
                  </a:lnTo>
                  <a:lnTo>
                    <a:pt x="313113" y="168852"/>
                  </a:lnTo>
                  <a:lnTo>
                    <a:pt x="316392" y="168852"/>
                  </a:lnTo>
                  <a:lnTo>
                    <a:pt x="321310" y="170491"/>
                  </a:lnTo>
                  <a:lnTo>
                    <a:pt x="324589" y="170491"/>
                  </a:lnTo>
                  <a:lnTo>
                    <a:pt x="327867" y="170491"/>
                  </a:lnTo>
                  <a:lnTo>
                    <a:pt x="332786" y="172130"/>
                  </a:lnTo>
                  <a:lnTo>
                    <a:pt x="336064" y="173770"/>
                  </a:lnTo>
                  <a:lnTo>
                    <a:pt x="339343" y="175409"/>
                  </a:lnTo>
                  <a:lnTo>
                    <a:pt x="342621" y="177049"/>
                  </a:lnTo>
                  <a:lnTo>
                    <a:pt x="344261" y="177049"/>
                  </a:lnTo>
                  <a:lnTo>
                    <a:pt x="345900" y="178688"/>
                  </a:lnTo>
                  <a:lnTo>
                    <a:pt x="344261" y="181966"/>
                  </a:lnTo>
                  <a:lnTo>
                    <a:pt x="344261" y="186885"/>
                  </a:lnTo>
                  <a:lnTo>
                    <a:pt x="347540" y="190163"/>
                  </a:lnTo>
                  <a:lnTo>
                    <a:pt x="352457" y="190163"/>
                  </a:lnTo>
                  <a:lnTo>
                    <a:pt x="352457" y="188524"/>
                  </a:lnTo>
                  <a:lnTo>
                    <a:pt x="355736" y="193442"/>
                  </a:lnTo>
                  <a:lnTo>
                    <a:pt x="355736" y="195081"/>
                  </a:lnTo>
                  <a:lnTo>
                    <a:pt x="354097" y="195081"/>
                  </a:lnTo>
                  <a:lnTo>
                    <a:pt x="350818" y="195081"/>
                  </a:lnTo>
                  <a:lnTo>
                    <a:pt x="347540" y="196720"/>
                  </a:lnTo>
                  <a:lnTo>
                    <a:pt x="345900" y="196720"/>
                  </a:lnTo>
                  <a:lnTo>
                    <a:pt x="342621" y="196720"/>
                  </a:lnTo>
                  <a:lnTo>
                    <a:pt x="342621" y="196720"/>
                  </a:lnTo>
                  <a:lnTo>
                    <a:pt x="340982" y="199999"/>
                  </a:lnTo>
                  <a:lnTo>
                    <a:pt x="340982" y="203278"/>
                  </a:lnTo>
                  <a:lnTo>
                    <a:pt x="337703" y="206557"/>
                  </a:lnTo>
                  <a:lnTo>
                    <a:pt x="337703" y="206557"/>
                  </a:lnTo>
                  <a:lnTo>
                    <a:pt x="332786" y="208196"/>
                  </a:lnTo>
                  <a:lnTo>
                    <a:pt x="329507" y="209835"/>
                  </a:lnTo>
                  <a:lnTo>
                    <a:pt x="326228" y="211475"/>
                  </a:lnTo>
                  <a:lnTo>
                    <a:pt x="322950" y="211475"/>
                  </a:lnTo>
                  <a:lnTo>
                    <a:pt x="318031" y="211475"/>
                  </a:lnTo>
                  <a:lnTo>
                    <a:pt x="318031" y="211475"/>
                  </a:lnTo>
                  <a:lnTo>
                    <a:pt x="314753" y="213114"/>
                  </a:lnTo>
                  <a:lnTo>
                    <a:pt x="309835" y="216393"/>
                  </a:lnTo>
                  <a:lnTo>
                    <a:pt x="309835" y="219672"/>
                  </a:lnTo>
                  <a:lnTo>
                    <a:pt x="306556" y="222950"/>
                  </a:lnTo>
                  <a:lnTo>
                    <a:pt x="304917" y="226229"/>
                  </a:lnTo>
                  <a:lnTo>
                    <a:pt x="301638" y="229507"/>
                  </a:lnTo>
                  <a:lnTo>
                    <a:pt x="301638" y="231147"/>
                  </a:lnTo>
                  <a:lnTo>
                    <a:pt x="298360" y="234425"/>
                  </a:lnTo>
                  <a:lnTo>
                    <a:pt x="298360" y="234425"/>
                  </a:lnTo>
                  <a:lnTo>
                    <a:pt x="295081" y="237704"/>
                  </a:lnTo>
                  <a:lnTo>
                    <a:pt x="291802" y="239343"/>
                  </a:lnTo>
                  <a:lnTo>
                    <a:pt x="290163" y="239343"/>
                  </a:lnTo>
                  <a:lnTo>
                    <a:pt x="286884" y="242622"/>
                  </a:lnTo>
                  <a:lnTo>
                    <a:pt x="285245" y="245901"/>
                  </a:lnTo>
                  <a:lnTo>
                    <a:pt x="281966" y="247540"/>
                  </a:lnTo>
                  <a:lnTo>
                    <a:pt x="278687" y="249179"/>
                  </a:lnTo>
                  <a:lnTo>
                    <a:pt x="277048" y="250819"/>
                  </a:lnTo>
                  <a:lnTo>
                    <a:pt x="272130" y="252458"/>
                  </a:lnTo>
                  <a:lnTo>
                    <a:pt x="268851" y="255737"/>
                  </a:lnTo>
                  <a:lnTo>
                    <a:pt x="268851" y="255737"/>
                  </a:lnTo>
                  <a:lnTo>
                    <a:pt x="267212" y="260655"/>
                  </a:lnTo>
                  <a:lnTo>
                    <a:pt x="263933" y="260655"/>
                  </a:lnTo>
                  <a:lnTo>
                    <a:pt x="263933" y="263933"/>
                  </a:lnTo>
                  <a:lnTo>
                    <a:pt x="262294" y="267212"/>
                  </a:lnTo>
                  <a:lnTo>
                    <a:pt x="262294" y="270491"/>
                  </a:lnTo>
                  <a:lnTo>
                    <a:pt x="260654" y="275409"/>
                  </a:lnTo>
                  <a:lnTo>
                    <a:pt x="259016" y="278687"/>
                  </a:lnTo>
                  <a:lnTo>
                    <a:pt x="259016" y="281966"/>
                  </a:lnTo>
                  <a:lnTo>
                    <a:pt x="259016" y="283606"/>
                  </a:lnTo>
                  <a:lnTo>
                    <a:pt x="257376" y="286884"/>
                  </a:lnTo>
                  <a:lnTo>
                    <a:pt x="254097" y="288523"/>
                  </a:lnTo>
                  <a:lnTo>
                    <a:pt x="250819" y="291802"/>
                  </a:lnTo>
                  <a:lnTo>
                    <a:pt x="245901" y="295081"/>
                  </a:lnTo>
                  <a:lnTo>
                    <a:pt x="244261" y="298359"/>
                  </a:lnTo>
                  <a:lnTo>
                    <a:pt x="240983" y="301638"/>
                  </a:lnTo>
                  <a:lnTo>
                    <a:pt x="240983" y="303277"/>
                  </a:lnTo>
                  <a:lnTo>
                    <a:pt x="237704" y="301638"/>
                  </a:lnTo>
                  <a:lnTo>
                    <a:pt x="232786" y="303277"/>
                  </a:lnTo>
                  <a:lnTo>
                    <a:pt x="232786" y="303277"/>
                  </a:lnTo>
                  <a:lnTo>
                    <a:pt x="229507" y="304917"/>
                  </a:lnTo>
                  <a:lnTo>
                    <a:pt x="229507" y="304917"/>
                  </a:lnTo>
                  <a:lnTo>
                    <a:pt x="226229" y="306556"/>
                  </a:lnTo>
                  <a:lnTo>
                    <a:pt x="221310" y="308196"/>
                  </a:lnTo>
                  <a:lnTo>
                    <a:pt x="221310" y="308196"/>
                  </a:lnTo>
                  <a:lnTo>
                    <a:pt x="221310" y="311474"/>
                  </a:lnTo>
                  <a:lnTo>
                    <a:pt x="221310" y="314753"/>
                  </a:lnTo>
                  <a:lnTo>
                    <a:pt x="219671" y="319671"/>
                  </a:lnTo>
                  <a:lnTo>
                    <a:pt x="219671" y="319671"/>
                  </a:lnTo>
                  <a:lnTo>
                    <a:pt x="218032" y="322950"/>
                  </a:lnTo>
                  <a:lnTo>
                    <a:pt x="216393" y="327867"/>
                  </a:lnTo>
                  <a:lnTo>
                    <a:pt x="214753" y="331146"/>
                  </a:lnTo>
                  <a:lnTo>
                    <a:pt x="214753" y="334425"/>
                  </a:lnTo>
                  <a:lnTo>
                    <a:pt x="213114" y="336064"/>
                  </a:lnTo>
                  <a:lnTo>
                    <a:pt x="213114" y="339343"/>
                  </a:lnTo>
                  <a:lnTo>
                    <a:pt x="209835" y="344261"/>
                  </a:lnTo>
                  <a:lnTo>
                    <a:pt x="209835" y="345900"/>
                  </a:lnTo>
                  <a:lnTo>
                    <a:pt x="209835" y="345900"/>
                  </a:lnTo>
                  <a:lnTo>
                    <a:pt x="208196" y="347540"/>
                  </a:lnTo>
                  <a:lnTo>
                    <a:pt x="204917" y="349179"/>
                  </a:lnTo>
                  <a:lnTo>
                    <a:pt x="201639" y="352457"/>
                  </a:lnTo>
                  <a:lnTo>
                    <a:pt x="198360" y="352457"/>
                  </a:lnTo>
                  <a:lnTo>
                    <a:pt x="195081" y="352457"/>
                  </a:lnTo>
                  <a:lnTo>
                    <a:pt x="191803" y="352457"/>
                  </a:lnTo>
                  <a:lnTo>
                    <a:pt x="188524" y="350818"/>
                  </a:lnTo>
                  <a:lnTo>
                    <a:pt x="186884" y="350818"/>
                  </a:lnTo>
                  <a:lnTo>
                    <a:pt x="183606" y="354097"/>
                  </a:lnTo>
                  <a:lnTo>
                    <a:pt x="178688" y="355736"/>
                  </a:lnTo>
                  <a:lnTo>
                    <a:pt x="175409" y="355736"/>
                  </a:lnTo>
                  <a:lnTo>
                    <a:pt x="172130" y="354097"/>
                  </a:lnTo>
                  <a:lnTo>
                    <a:pt x="168852" y="352457"/>
                  </a:lnTo>
                  <a:lnTo>
                    <a:pt x="167213" y="352457"/>
                  </a:lnTo>
                  <a:lnTo>
                    <a:pt x="163934" y="352457"/>
                  </a:lnTo>
                  <a:lnTo>
                    <a:pt x="160655" y="350818"/>
                  </a:lnTo>
                  <a:lnTo>
                    <a:pt x="157376" y="347540"/>
                  </a:lnTo>
                  <a:lnTo>
                    <a:pt x="154098" y="347540"/>
                  </a:lnTo>
                  <a:lnTo>
                    <a:pt x="149180" y="347540"/>
                  </a:lnTo>
                  <a:lnTo>
                    <a:pt x="145901" y="345900"/>
                  </a:lnTo>
                  <a:lnTo>
                    <a:pt x="142623" y="342622"/>
                  </a:lnTo>
                  <a:lnTo>
                    <a:pt x="139344" y="339343"/>
                  </a:lnTo>
                  <a:lnTo>
                    <a:pt x="139344" y="339343"/>
                  </a:lnTo>
                  <a:lnTo>
                    <a:pt x="134426" y="336064"/>
                  </a:lnTo>
                  <a:lnTo>
                    <a:pt x="131147" y="332786"/>
                  </a:lnTo>
                  <a:lnTo>
                    <a:pt x="127869" y="331146"/>
                  </a:lnTo>
                  <a:lnTo>
                    <a:pt x="122950" y="331146"/>
                  </a:lnTo>
                  <a:lnTo>
                    <a:pt x="119672" y="331146"/>
                  </a:lnTo>
                  <a:lnTo>
                    <a:pt x="116393" y="332786"/>
                  </a:lnTo>
                  <a:lnTo>
                    <a:pt x="113114" y="332786"/>
                  </a:lnTo>
                  <a:lnTo>
                    <a:pt x="109836" y="336064"/>
                  </a:lnTo>
                  <a:lnTo>
                    <a:pt x="108196" y="339343"/>
                  </a:lnTo>
                  <a:lnTo>
                    <a:pt x="104917" y="342622"/>
                  </a:lnTo>
                  <a:lnTo>
                    <a:pt x="104917" y="347540"/>
                  </a:lnTo>
                  <a:lnTo>
                    <a:pt x="103279" y="350818"/>
                  </a:lnTo>
                  <a:lnTo>
                    <a:pt x="103279" y="354097"/>
                  </a:lnTo>
                  <a:lnTo>
                    <a:pt x="101639" y="359015"/>
                  </a:lnTo>
                  <a:lnTo>
                    <a:pt x="101639" y="362294"/>
                  </a:lnTo>
                  <a:lnTo>
                    <a:pt x="98360" y="365572"/>
                  </a:lnTo>
                  <a:lnTo>
                    <a:pt x="98360" y="367212"/>
                  </a:lnTo>
                  <a:lnTo>
                    <a:pt x="95082" y="372130"/>
                  </a:lnTo>
                  <a:lnTo>
                    <a:pt x="91803" y="372130"/>
                  </a:lnTo>
                  <a:lnTo>
                    <a:pt x="86885" y="377047"/>
                  </a:lnTo>
                  <a:lnTo>
                    <a:pt x="83606" y="378687"/>
                  </a:lnTo>
                  <a:lnTo>
                    <a:pt x="80327" y="381966"/>
                  </a:lnTo>
                  <a:lnTo>
                    <a:pt x="78688" y="385244"/>
                  </a:lnTo>
                  <a:lnTo>
                    <a:pt x="77049" y="388523"/>
                  </a:lnTo>
                  <a:lnTo>
                    <a:pt x="72131" y="391802"/>
                  </a:lnTo>
                  <a:lnTo>
                    <a:pt x="68852" y="391802"/>
                  </a:lnTo>
                  <a:lnTo>
                    <a:pt x="65573" y="393441"/>
                  </a:lnTo>
                  <a:lnTo>
                    <a:pt x="65573" y="396720"/>
                  </a:lnTo>
                  <a:lnTo>
                    <a:pt x="62295" y="399999"/>
                  </a:lnTo>
                  <a:lnTo>
                    <a:pt x="59016" y="399999"/>
                  </a:lnTo>
                  <a:lnTo>
                    <a:pt x="54098" y="399999"/>
                  </a:lnTo>
                  <a:lnTo>
                    <a:pt x="52459" y="399999"/>
                  </a:lnTo>
                  <a:lnTo>
                    <a:pt x="49180" y="399999"/>
                  </a:lnTo>
                  <a:lnTo>
                    <a:pt x="44262" y="399999"/>
                  </a:lnTo>
                  <a:lnTo>
                    <a:pt x="40983" y="401637"/>
                  </a:lnTo>
                  <a:lnTo>
                    <a:pt x="37705" y="399999"/>
                  </a:lnTo>
                  <a:lnTo>
                    <a:pt x="32787" y="398359"/>
                  </a:lnTo>
                  <a:lnTo>
                    <a:pt x="29508" y="398359"/>
                  </a:lnTo>
                  <a:lnTo>
                    <a:pt x="26229" y="401637"/>
                  </a:lnTo>
                  <a:lnTo>
                    <a:pt x="24590" y="403277"/>
                  </a:lnTo>
                  <a:lnTo>
                    <a:pt x="24590" y="401637"/>
                  </a:lnTo>
                  <a:lnTo>
                    <a:pt x="24590" y="399999"/>
                  </a:lnTo>
                  <a:lnTo>
                    <a:pt x="21312" y="396720"/>
                  </a:lnTo>
                  <a:lnTo>
                    <a:pt x="21312" y="393441"/>
                  </a:lnTo>
                  <a:lnTo>
                    <a:pt x="22951" y="390162"/>
                  </a:lnTo>
                  <a:lnTo>
                    <a:pt x="21312" y="385244"/>
                  </a:lnTo>
                  <a:lnTo>
                    <a:pt x="21312" y="381966"/>
                  </a:lnTo>
                  <a:lnTo>
                    <a:pt x="24590" y="378687"/>
                  </a:lnTo>
                  <a:lnTo>
                    <a:pt x="27869" y="375409"/>
                  </a:lnTo>
                  <a:lnTo>
                    <a:pt x="29508" y="372130"/>
                  </a:lnTo>
                  <a:lnTo>
                    <a:pt x="31147" y="368851"/>
                  </a:lnTo>
                  <a:lnTo>
                    <a:pt x="29508" y="363933"/>
                  </a:lnTo>
                  <a:lnTo>
                    <a:pt x="29508" y="360654"/>
                  </a:lnTo>
                  <a:lnTo>
                    <a:pt x="29508" y="357376"/>
                  </a:lnTo>
                  <a:lnTo>
                    <a:pt x="27869" y="352457"/>
                  </a:lnTo>
                  <a:lnTo>
                    <a:pt x="24590" y="349179"/>
                  </a:lnTo>
                  <a:lnTo>
                    <a:pt x="24590" y="345900"/>
                  </a:lnTo>
                  <a:lnTo>
                    <a:pt x="22951" y="340982"/>
                  </a:lnTo>
                  <a:lnTo>
                    <a:pt x="22951" y="337703"/>
                  </a:lnTo>
                  <a:lnTo>
                    <a:pt x="21312" y="334425"/>
                  </a:lnTo>
                  <a:lnTo>
                    <a:pt x="19672" y="329507"/>
                  </a:lnTo>
                  <a:lnTo>
                    <a:pt x="18033" y="326228"/>
                  </a:lnTo>
                  <a:lnTo>
                    <a:pt x="14754" y="322950"/>
                  </a:lnTo>
                  <a:lnTo>
                    <a:pt x="13115" y="319671"/>
                  </a:lnTo>
                  <a:lnTo>
                    <a:pt x="11476" y="318032"/>
                  </a:lnTo>
                  <a:lnTo>
                    <a:pt x="8197" y="314753"/>
                  </a:lnTo>
                  <a:lnTo>
                    <a:pt x="4918" y="311474"/>
                  </a:lnTo>
                  <a:lnTo>
                    <a:pt x="0" y="30819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8" name="Freeform 2537">
              <a:extLst>
                <a:ext uri="{FF2B5EF4-FFF2-40B4-BE49-F238E27FC236}">
                  <a16:creationId xmlns:a16="http://schemas.microsoft.com/office/drawing/2014/main" id="{9FBE3050-4BA9-8548-9662-9982889487C7}"/>
                </a:ext>
              </a:extLst>
            </p:cNvPr>
            <p:cNvSpPr/>
            <p:nvPr/>
          </p:nvSpPr>
          <p:spPr>
            <a:xfrm>
              <a:off x="6163212" y="1823104"/>
              <a:ext cx="604915" cy="342621"/>
            </a:xfrm>
            <a:custGeom>
              <a:avLst/>
              <a:gdLst>
                <a:gd name="connsiteX0" fmla="*/ 0 w 604915"/>
                <a:gd name="connsiteY0" fmla="*/ 168852 h 342621"/>
                <a:gd name="connsiteX1" fmla="*/ 0 w 604915"/>
                <a:gd name="connsiteY1" fmla="*/ 168852 h 342621"/>
                <a:gd name="connsiteX2" fmla="*/ 0 w 604915"/>
                <a:gd name="connsiteY2" fmla="*/ 168852 h 342621"/>
                <a:gd name="connsiteX3" fmla="*/ 0 w 604915"/>
                <a:gd name="connsiteY3" fmla="*/ 163934 h 342621"/>
                <a:gd name="connsiteX4" fmla="*/ 0 w 604915"/>
                <a:gd name="connsiteY4" fmla="*/ 162294 h 342621"/>
                <a:gd name="connsiteX5" fmla="*/ 3278 w 604915"/>
                <a:gd name="connsiteY5" fmla="*/ 159016 h 342621"/>
                <a:gd name="connsiteX6" fmla="*/ 3278 w 604915"/>
                <a:gd name="connsiteY6" fmla="*/ 159016 h 342621"/>
                <a:gd name="connsiteX7" fmla="*/ 6557 w 604915"/>
                <a:gd name="connsiteY7" fmla="*/ 155737 h 342621"/>
                <a:gd name="connsiteX8" fmla="*/ 6557 w 604915"/>
                <a:gd name="connsiteY8" fmla="*/ 150819 h 342621"/>
                <a:gd name="connsiteX9" fmla="*/ 8197 w 604915"/>
                <a:gd name="connsiteY9" fmla="*/ 147540 h 342621"/>
                <a:gd name="connsiteX10" fmla="*/ 11475 w 604915"/>
                <a:gd name="connsiteY10" fmla="*/ 144262 h 342621"/>
                <a:gd name="connsiteX11" fmla="*/ 11475 w 604915"/>
                <a:gd name="connsiteY11" fmla="*/ 140983 h 342621"/>
                <a:gd name="connsiteX12" fmla="*/ 16393 w 604915"/>
                <a:gd name="connsiteY12" fmla="*/ 142622 h 342621"/>
                <a:gd name="connsiteX13" fmla="*/ 19672 w 604915"/>
                <a:gd name="connsiteY13" fmla="*/ 142622 h 342621"/>
                <a:gd name="connsiteX14" fmla="*/ 22951 w 604915"/>
                <a:gd name="connsiteY14" fmla="*/ 144262 h 342621"/>
                <a:gd name="connsiteX15" fmla="*/ 22951 w 604915"/>
                <a:gd name="connsiteY15" fmla="*/ 139344 h 342621"/>
                <a:gd name="connsiteX16" fmla="*/ 19672 w 604915"/>
                <a:gd name="connsiteY16" fmla="*/ 137704 h 342621"/>
                <a:gd name="connsiteX17" fmla="*/ 16393 w 604915"/>
                <a:gd name="connsiteY17" fmla="*/ 134426 h 342621"/>
                <a:gd name="connsiteX18" fmla="*/ 18033 w 604915"/>
                <a:gd name="connsiteY18" fmla="*/ 131147 h 342621"/>
                <a:gd name="connsiteX19" fmla="*/ 16393 w 604915"/>
                <a:gd name="connsiteY19" fmla="*/ 127868 h 342621"/>
                <a:gd name="connsiteX20" fmla="*/ 14754 w 604915"/>
                <a:gd name="connsiteY20" fmla="*/ 124590 h 342621"/>
                <a:gd name="connsiteX21" fmla="*/ 14754 w 604915"/>
                <a:gd name="connsiteY21" fmla="*/ 122950 h 342621"/>
                <a:gd name="connsiteX22" fmla="*/ 14754 w 604915"/>
                <a:gd name="connsiteY22" fmla="*/ 119672 h 342621"/>
                <a:gd name="connsiteX23" fmla="*/ 14754 w 604915"/>
                <a:gd name="connsiteY23" fmla="*/ 119672 h 342621"/>
                <a:gd name="connsiteX24" fmla="*/ 18033 w 604915"/>
                <a:gd name="connsiteY24" fmla="*/ 114754 h 342621"/>
                <a:gd name="connsiteX25" fmla="*/ 18033 w 604915"/>
                <a:gd name="connsiteY25" fmla="*/ 114754 h 342621"/>
                <a:gd name="connsiteX26" fmla="*/ 19672 w 604915"/>
                <a:gd name="connsiteY26" fmla="*/ 114754 h 342621"/>
                <a:gd name="connsiteX27" fmla="*/ 21311 w 604915"/>
                <a:gd name="connsiteY27" fmla="*/ 111475 h 342621"/>
                <a:gd name="connsiteX28" fmla="*/ 22951 w 604915"/>
                <a:gd name="connsiteY28" fmla="*/ 109836 h 342621"/>
                <a:gd name="connsiteX29" fmla="*/ 22951 w 604915"/>
                <a:gd name="connsiteY29" fmla="*/ 109836 h 342621"/>
                <a:gd name="connsiteX30" fmla="*/ 26229 w 604915"/>
                <a:gd name="connsiteY30" fmla="*/ 106557 h 342621"/>
                <a:gd name="connsiteX31" fmla="*/ 27868 w 604915"/>
                <a:gd name="connsiteY31" fmla="*/ 103278 h 342621"/>
                <a:gd name="connsiteX32" fmla="*/ 29508 w 604915"/>
                <a:gd name="connsiteY32" fmla="*/ 101639 h 342621"/>
                <a:gd name="connsiteX33" fmla="*/ 32787 w 604915"/>
                <a:gd name="connsiteY33" fmla="*/ 96721 h 342621"/>
                <a:gd name="connsiteX34" fmla="*/ 34426 w 604915"/>
                <a:gd name="connsiteY34" fmla="*/ 96721 h 342621"/>
                <a:gd name="connsiteX35" fmla="*/ 37705 w 604915"/>
                <a:gd name="connsiteY35" fmla="*/ 93442 h 342621"/>
                <a:gd name="connsiteX36" fmla="*/ 40983 w 604915"/>
                <a:gd name="connsiteY36" fmla="*/ 91803 h 342621"/>
                <a:gd name="connsiteX37" fmla="*/ 40983 w 604915"/>
                <a:gd name="connsiteY37" fmla="*/ 90164 h 342621"/>
                <a:gd name="connsiteX38" fmla="*/ 42623 w 604915"/>
                <a:gd name="connsiteY38" fmla="*/ 90164 h 342621"/>
                <a:gd name="connsiteX39" fmla="*/ 44262 w 604915"/>
                <a:gd name="connsiteY39" fmla="*/ 88524 h 342621"/>
                <a:gd name="connsiteX40" fmla="*/ 45901 w 604915"/>
                <a:gd name="connsiteY40" fmla="*/ 85245 h 342621"/>
                <a:gd name="connsiteX41" fmla="*/ 50820 w 604915"/>
                <a:gd name="connsiteY41" fmla="*/ 83606 h 342621"/>
                <a:gd name="connsiteX42" fmla="*/ 54098 w 604915"/>
                <a:gd name="connsiteY42" fmla="*/ 83606 h 342621"/>
                <a:gd name="connsiteX43" fmla="*/ 57377 w 604915"/>
                <a:gd name="connsiteY43" fmla="*/ 80328 h 342621"/>
                <a:gd name="connsiteX44" fmla="*/ 57377 w 604915"/>
                <a:gd name="connsiteY44" fmla="*/ 80328 h 342621"/>
                <a:gd name="connsiteX45" fmla="*/ 59016 w 604915"/>
                <a:gd name="connsiteY45" fmla="*/ 78688 h 342621"/>
                <a:gd name="connsiteX46" fmla="*/ 59016 w 604915"/>
                <a:gd name="connsiteY46" fmla="*/ 77049 h 342621"/>
                <a:gd name="connsiteX47" fmla="*/ 59016 w 604915"/>
                <a:gd name="connsiteY47" fmla="*/ 73770 h 342621"/>
                <a:gd name="connsiteX48" fmla="*/ 55737 w 604915"/>
                <a:gd name="connsiteY48" fmla="*/ 70492 h 342621"/>
                <a:gd name="connsiteX49" fmla="*/ 54098 w 604915"/>
                <a:gd name="connsiteY49" fmla="*/ 67213 h 342621"/>
                <a:gd name="connsiteX50" fmla="*/ 57377 w 604915"/>
                <a:gd name="connsiteY50" fmla="*/ 65573 h 342621"/>
                <a:gd name="connsiteX51" fmla="*/ 59016 w 604915"/>
                <a:gd name="connsiteY51" fmla="*/ 65573 h 342621"/>
                <a:gd name="connsiteX52" fmla="*/ 55737 w 604915"/>
                <a:gd name="connsiteY52" fmla="*/ 63934 h 342621"/>
                <a:gd name="connsiteX53" fmla="*/ 52458 w 604915"/>
                <a:gd name="connsiteY53" fmla="*/ 59016 h 342621"/>
                <a:gd name="connsiteX54" fmla="*/ 52458 w 604915"/>
                <a:gd name="connsiteY54" fmla="*/ 59016 h 342621"/>
                <a:gd name="connsiteX55" fmla="*/ 49180 w 604915"/>
                <a:gd name="connsiteY55" fmla="*/ 55738 h 342621"/>
                <a:gd name="connsiteX56" fmla="*/ 47541 w 604915"/>
                <a:gd name="connsiteY56" fmla="*/ 50820 h 342621"/>
                <a:gd name="connsiteX57" fmla="*/ 45901 w 604915"/>
                <a:gd name="connsiteY57" fmla="*/ 50820 h 342621"/>
                <a:gd name="connsiteX58" fmla="*/ 44262 w 604915"/>
                <a:gd name="connsiteY58" fmla="*/ 47541 h 342621"/>
                <a:gd name="connsiteX59" fmla="*/ 40983 w 604915"/>
                <a:gd name="connsiteY59" fmla="*/ 44262 h 342621"/>
                <a:gd name="connsiteX60" fmla="*/ 40983 w 604915"/>
                <a:gd name="connsiteY60" fmla="*/ 39344 h 342621"/>
                <a:gd name="connsiteX61" fmla="*/ 39344 w 604915"/>
                <a:gd name="connsiteY61" fmla="*/ 36065 h 342621"/>
                <a:gd name="connsiteX62" fmla="*/ 40983 w 604915"/>
                <a:gd name="connsiteY62" fmla="*/ 34426 h 342621"/>
                <a:gd name="connsiteX63" fmla="*/ 39344 w 604915"/>
                <a:gd name="connsiteY63" fmla="*/ 34426 h 342621"/>
                <a:gd name="connsiteX64" fmla="*/ 39344 w 604915"/>
                <a:gd name="connsiteY64" fmla="*/ 32787 h 342621"/>
                <a:gd name="connsiteX65" fmla="*/ 39344 w 604915"/>
                <a:gd name="connsiteY65" fmla="*/ 31148 h 342621"/>
                <a:gd name="connsiteX66" fmla="*/ 44262 w 604915"/>
                <a:gd name="connsiteY66" fmla="*/ 31148 h 342621"/>
                <a:gd name="connsiteX67" fmla="*/ 47541 w 604915"/>
                <a:gd name="connsiteY67" fmla="*/ 31148 h 342621"/>
                <a:gd name="connsiteX68" fmla="*/ 50820 w 604915"/>
                <a:gd name="connsiteY68" fmla="*/ 32787 h 342621"/>
                <a:gd name="connsiteX69" fmla="*/ 54098 w 604915"/>
                <a:gd name="connsiteY69" fmla="*/ 32787 h 342621"/>
                <a:gd name="connsiteX70" fmla="*/ 57377 w 604915"/>
                <a:gd name="connsiteY70" fmla="*/ 29508 h 342621"/>
                <a:gd name="connsiteX71" fmla="*/ 60655 w 604915"/>
                <a:gd name="connsiteY71" fmla="*/ 27869 h 342621"/>
                <a:gd name="connsiteX72" fmla="*/ 62295 w 604915"/>
                <a:gd name="connsiteY72" fmla="*/ 22951 h 342621"/>
                <a:gd name="connsiteX73" fmla="*/ 65573 w 604915"/>
                <a:gd name="connsiteY73" fmla="*/ 21311 h 342621"/>
                <a:gd name="connsiteX74" fmla="*/ 68852 w 604915"/>
                <a:gd name="connsiteY74" fmla="*/ 21311 h 342621"/>
                <a:gd name="connsiteX75" fmla="*/ 72131 w 604915"/>
                <a:gd name="connsiteY75" fmla="*/ 21311 h 342621"/>
                <a:gd name="connsiteX76" fmla="*/ 77049 w 604915"/>
                <a:gd name="connsiteY76" fmla="*/ 21311 h 342621"/>
                <a:gd name="connsiteX77" fmla="*/ 80327 w 604915"/>
                <a:gd name="connsiteY77" fmla="*/ 21311 h 342621"/>
                <a:gd name="connsiteX78" fmla="*/ 83606 w 604915"/>
                <a:gd name="connsiteY78" fmla="*/ 19672 h 342621"/>
                <a:gd name="connsiteX79" fmla="*/ 88524 w 604915"/>
                <a:gd name="connsiteY79" fmla="*/ 18033 h 342621"/>
                <a:gd name="connsiteX80" fmla="*/ 91803 w 604915"/>
                <a:gd name="connsiteY80" fmla="*/ 18033 h 342621"/>
                <a:gd name="connsiteX81" fmla="*/ 95081 w 604915"/>
                <a:gd name="connsiteY81" fmla="*/ 19672 h 342621"/>
                <a:gd name="connsiteX82" fmla="*/ 98360 w 604915"/>
                <a:gd name="connsiteY82" fmla="*/ 19672 h 342621"/>
                <a:gd name="connsiteX83" fmla="*/ 101639 w 604915"/>
                <a:gd name="connsiteY83" fmla="*/ 19672 h 342621"/>
                <a:gd name="connsiteX84" fmla="*/ 101639 w 604915"/>
                <a:gd name="connsiteY84" fmla="*/ 19672 h 342621"/>
                <a:gd name="connsiteX85" fmla="*/ 106557 w 604915"/>
                <a:gd name="connsiteY85" fmla="*/ 19672 h 342621"/>
                <a:gd name="connsiteX86" fmla="*/ 109835 w 604915"/>
                <a:gd name="connsiteY86" fmla="*/ 19672 h 342621"/>
                <a:gd name="connsiteX87" fmla="*/ 113114 w 604915"/>
                <a:gd name="connsiteY87" fmla="*/ 19672 h 342621"/>
                <a:gd name="connsiteX88" fmla="*/ 114754 w 604915"/>
                <a:gd name="connsiteY88" fmla="*/ 19672 h 342621"/>
                <a:gd name="connsiteX89" fmla="*/ 119671 w 604915"/>
                <a:gd name="connsiteY89" fmla="*/ 19672 h 342621"/>
                <a:gd name="connsiteX90" fmla="*/ 122950 w 604915"/>
                <a:gd name="connsiteY90" fmla="*/ 21311 h 342621"/>
                <a:gd name="connsiteX91" fmla="*/ 126229 w 604915"/>
                <a:gd name="connsiteY91" fmla="*/ 22951 h 342621"/>
                <a:gd name="connsiteX92" fmla="*/ 129508 w 604915"/>
                <a:gd name="connsiteY92" fmla="*/ 22951 h 342621"/>
                <a:gd name="connsiteX93" fmla="*/ 134425 w 604915"/>
                <a:gd name="connsiteY93" fmla="*/ 24590 h 342621"/>
                <a:gd name="connsiteX94" fmla="*/ 137704 w 604915"/>
                <a:gd name="connsiteY94" fmla="*/ 24590 h 342621"/>
                <a:gd name="connsiteX95" fmla="*/ 140983 w 604915"/>
                <a:gd name="connsiteY95" fmla="*/ 24590 h 342621"/>
                <a:gd name="connsiteX96" fmla="*/ 142622 w 604915"/>
                <a:gd name="connsiteY96" fmla="*/ 26229 h 342621"/>
                <a:gd name="connsiteX97" fmla="*/ 147540 w 604915"/>
                <a:gd name="connsiteY97" fmla="*/ 26229 h 342621"/>
                <a:gd name="connsiteX98" fmla="*/ 150819 w 604915"/>
                <a:gd name="connsiteY98" fmla="*/ 26229 h 342621"/>
                <a:gd name="connsiteX99" fmla="*/ 154098 w 604915"/>
                <a:gd name="connsiteY99" fmla="*/ 26229 h 342621"/>
                <a:gd name="connsiteX100" fmla="*/ 157376 w 604915"/>
                <a:gd name="connsiteY100" fmla="*/ 29508 h 342621"/>
                <a:gd name="connsiteX101" fmla="*/ 162294 w 604915"/>
                <a:gd name="connsiteY101" fmla="*/ 32787 h 342621"/>
                <a:gd name="connsiteX102" fmla="*/ 165573 w 604915"/>
                <a:gd name="connsiteY102" fmla="*/ 32787 h 342621"/>
                <a:gd name="connsiteX103" fmla="*/ 168851 w 604915"/>
                <a:gd name="connsiteY103" fmla="*/ 32787 h 342621"/>
                <a:gd name="connsiteX104" fmla="*/ 172130 w 604915"/>
                <a:gd name="connsiteY104" fmla="*/ 32787 h 342621"/>
                <a:gd name="connsiteX105" fmla="*/ 175409 w 604915"/>
                <a:gd name="connsiteY105" fmla="*/ 36065 h 342621"/>
                <a:gd name="connsiteX106" fmla="*/ 178688 w 604915"/>
                <a:gd name="connsiteY106" fmla="*/ 36065 h 342621"/>
                <a:gd name="connsiteX107" fmla="*/ 178688 w 604915"/>
                <a:gd name="connsiteY107" fmla="*/ 32787 h 342621"/>
                <a:gd name="connsiteX108" fmla="*/ 183605 w 604915"/>
                <a:gd name="connsiteY108" fmla="*/ 34426 h 342621"/>
                <a:gd name="connsiteX109" fmla="*/ 186884 w 604915"/>
                <a:gd name="connsiteY109" fmla="*/ 34426 h 342621"/>
                <a:gd name="connsiteX110" fmla="*/ 190163 w 604915"/>
                <a:gd name="connsiteY110" fmla="*/ 32787 h 342621"/>
                <a:gd name="connsiteX111" fmla="*/ 193442 w 604915"/>
                <a:gd name="connsiteY111" fmla="*/ 32787 h 342621"/>
                <a:gd name="connsiteX112" fmla="*/ 198360 w 604915"/>
                <a:gd name="connsiteY112" fmla="*/ 36065 h 342621"/>
                <a:gd name="connsiteX113" fmla="*/ 201638 w 604915"/>
                <a:gd name="connsiteY113" fmla="*/ 34426 h 342621"/>
                <a:gd name="connsiteX114" fmla="*/ 204917 w 604915"/>
                <a:gd name="connsiteY114" fmla="*/ 34426 h 342621"/>
                <a:gd name="connsiteX115" fmla="*/ 206557 w 604915"/>
                <a:gd name="connsiteY115" fmla="*/ 37705 h 342621"/>
                <a:gd name="connsiteX116" fmla="*/ 209835 w 604915"/>
                <a:gd name="connsiteY116" fmla="*/ 40983 h 342621"/>
                <a:gd name="connsiteX117" fmla="*/ 211474 w 604915"/>
                <a:gd name="connsiteY117" fmla="*/ 37705 h 342621"/>
                <a:gd name="connsiteX118" fmla="*/ 214753 w 604915"/>
                <a:gd name="connsiteY118" fmla="*/ 34426 h 342621"/>
                <a:gd name="connsiteX119" fmla="*/ 218032 w 604915"/>
                <a:gd name="connsiteY119" fmla="*/ 34426 h 342621"/>
                <a:gd name="connsiteX120" fmla="*/ 219671 w 604915"/>
                <a:gd name="connsiteY120" fmla="*/ 31148 h 342621"/>
                <a:gd name="connsiteX121" fmla="*/ 221310 w 604915"/>
                <a:gd name="connsiteY121" fmla="*/ 31148 h 342621"/>
                <a:gd name="connsiteX122" fmla="*/ 224589 w 604915"/>
                <a:gd name="connsiteY122" fmla="*/ 32787 h 342621"/>
                <a:gd name="connsiteX123" fmla="*/ 226228 w 604915"/>
                <a:gd name="connsiteY123" fmla="*/ 36065 h 342621"/>
                <a:gd name="connsiteX124" fmla="*/ 226228 w 604915"/>
                <a:gd name="connsiteY124" fmla="*/ 39344 h 342621"/>
                <a:gd name="connsiteX125" fmla="*/ 231147 w 604915"/>
                <a:gd name="connsiteY125" fmla="*/ 42623 h 342621"/>
                <a:gd name="connsiteX126" fmla="*/ 231147 w 604915"/>
                <a:gd name="connsiteY126" fmla="*/ 42623 h 342621"/>
                <a:gd name="connsiteX127" fmla="*/ 234425 w 604915"/>
                <a:gd name="connsiteY127" fmla="*/ 40983 h 342621"/>
                <a:gd name="connsiteX128" fmla="*/ 239343 w 604915"/>
                <a:gd name="connsiteY128" fmla="*/ 37705 h 342621"/>
                <a:gd name="connsiteX129" fmla="*/ 242622 w 604915"/>
                <a:gd name="connsiteY129" fmla="*/ 37705 h 342621"/>
                <a:gd name="connsiteX130" fmla="*/ 245901 w 604915"/>
                <a:gd name="connsiteY130" fmla="*/ 39344 h 342621"/>
                <a:gd name="connsiteX131" fmla="*/ 249179 w 604915"/>
                <a:gd name="connsiteY131" fmla="*/ 39344 h 342621"/>
                <a:gd name="connsiteX132" fmla="*/ 250818 w 604915"/>
                <a:gd name="connsiteY132" fmla="*/ 37705 h 342621"/>
                <a:gd name="connsiteX133" fmla="*/ 255737 w 604915"/>
                <a:gd name="connsiteY133" fmla="*/ 37705 h 342621"/>
                <a:gd name="connsiteX134" fmla="*/ 259015 w 604915"/>
                <a:gd name="connsiteY134" fmla="*/ 37705 h 342621"/>
                <a:gd name="connsiteX135" fmla="*/ 259015 w 604915"/>
                <a:gd name="connsiteY135" fmla="*/ 39344 h 342621"/>
                <a:gd name="connsiteX136" fmla="*/ 260654 w 604915"/>
                <a:gd name="connsiteY136" fmla="*/ 39344 h 342621"/>
                <a:gd name="connsiteX137" fmla="*/ 263933 w 604915"/>
                <a:gd name="connsiteY137" fmla="*/ 44262 h 342621"/>
                <a:gd name="connsiteX138" fmla="*/ 265572 w 604915"/>
                <a:gd name="connsiteY138" fmla="*/ 45901 h 342621"/>
                <a:gd name="connsiteX139" fmla="*/ 268851 w 604915"/>
                <a:gd name="connsiteY139" fmla="*/ 47541 h 342621"/>
                <a:gd name="connsiteX140" fmla="*/ 270491 w 604915"/>
                <a:gd name="connsiteY140" fmla="*/ 47541 h 342621"/>
                <a:gd name="connsiteX141" fmla="*/ 272130 w 604915"/>
                <a:gd name="connsiteY141" fmla="*/ 47541 h 342621"/>
                <a:gd name="connsiteX142" fmla="*/ 273769 w 604915"/>
                <a:gd name="connsiteY142" fmla="*/ 44262 h 342621"/>
                <a:gd name="connsiteX143" fmla="*/ 272130 w 604915"/>
                <a:gd name="connsiteY143" fmla="*/ 42623 h 342621"/>
                <a:gd name="connsiteX144" fmla="*/ 272130 w 604915"/>
                <a:gd name="connsiteY144" fmla="*/ 39344 h 342621"/>
                <a:gd name="connsiteX145" fmla="*/ 270491 w 604915"/>
                <a:gd name="connsiteY145" fmla="*/ 37705 h 342621"/>
                <a:gd name="connsiteX146" fmla="*/ 268851 w 604915"/>
                <a:gd name="connsiteY146" fmla="*/ 32787 h 342621"/>
                <a:gd name="connsiteX147" fmla="*/ 268851 w 604915"/>
                <a:gd name="connsiteY147" fmla="*/ 29508 h 342621"/>
                <a:gd name="connsiteX148" fmla="*/ 270491 w 604915"/>
                <a:gd name="connsiteY148" fmla="*/ 26229 h 342621"/>
                <a:gd name="connsiteX149" fmla="*/ 272130 w 604915"/>
                <a:gd name="connsiteY149" fmla="*/ 22951 h 342621"/>
                <a:gd name="connsiteX150" fmla="*/ 275408 w 604915"/>
                <a:gd name="connsiteY150" fmla="*/ 19672 h 342621"/>
                <a:gd name="connsiteX151" fmla="*/ 275408 w 604915"/>
                <a:gd name="connsiteY151" fmla="*/ 18033 h 342621"/>
                <a:gd name="connsiteX152" fmla="*/ 278687 w 604915"/>
                <a:gd name="connsiteY152" fmla="*/ 16393 h 342621"/>
                <a:gd name="connsiteX153" fmla="*/ 278687 w 604915"/>
                <a:gd name="connsiteY153" fmla="*/ 14754 h 342621"/>
                <a:gd name="connsiteX154" fmla="*/ 280327 w 604915"/>
                <a:gd name="connsiteY154" fmla="*/ 13115 h 342621"/>
                <a:gd name="connsiteX155" fmla="*/ 280327 w 604915"/>
                <a:gd name="connsiteY155" fmla="*/ 13115 h 342621"/>
                <a:gd name="connsiteX156" fmla="*/ 283605 w 604915"/>
                <a:gd name="connsiteY156" fmla="*/ 13115 h 342621"/>
                <a:gd name="connsiteX157" fmla="*/ 286884 w 604915"/>
                <a:gd name="connsiteY157" fmla="*/ 13115 h 342621"/>
                <a:gd name="connsiteX158" fmla="*/ 290162 w 604915"/>
                <a:gd name="connsiteY158" fmla="*/ 14754 h 342621"/>
                <a:gd name="connsiteX159" fmla="*/ 293441 w 604915"/>
                <a:gd name="connsiteY159" fmla="*/ 11475 h 342621"/>
                <a:gd name="connsiteX160" fmla="*/ 296720 w 604915"/>
                <a:gd name="connsiteY160" fmla="*/ 11475 h 342621"/>
                <a:gd name="connsiteX161" fmla="*/ 299998 w 604915"/>
                <a:gd name="connsiteY161" fmla="*/ 11475 h 342621"/>
                <a:gd name="connsiteX162" fmla="*/ 303277 w 604915"/>
                <a:gd name="connsiteY162" fmla="*/ 11475 h 342621"/>
                <a:gd name="connsiteX163" fmla="*/ 306556 w 604915"/>
                <a:gd name="connsiteY163" fmla="*/ 11475 h 342621"/>
                <a:gd name="connsiteX164" fmla="*/ 311474 w 604915"/>
                <a:gd name="connsiteY164" fmla="*/ 11475 h 342621"/>
                <a:gd name="connsiteX165" fmla="*/ 314752 w 604915"/>
                <a:gd name="connsiteY165" fmla="*/ 14754 h 342621"/>
                <a:gd name="connsiteX166" fmla="*/ 318031 w 604915"/>
                <a:gd name="connsiteY166" fmla="*/ 14754 h 342621"/>
                <a:gd name="connsiteX167" fmla="*/ 321310 w 604915"/>
                <a:gd name="connsiteY167" fmla="*/ 13115 h 342621"/>
                <a:gd name="connsiteX168" fmla="*/ 324588 w 604915"/>
                <a:gd name="connsiteY168" fmla="*/ 9836 h 342621"/>
                <a:gd name="connsiteX169" fmla="*/ 324588 w 604915"/>
                <a:gd name="connsiteY169" fmla="*/ 6557 h 342621"/>
                <a:gd name="connsiteX170" fmla="*/ 326228 w 604915"/>
                <a:gd name="connsiteY170" fmla="*/ 6557 h 342621"/>
                <a:gd name="connsiteX171" fmla="*/ 326228 w 604915"/>
                <a:gd name="connsiteY171" fmla="*/ 1639 h 342621"/>
                <a:gd name="connsiteX172" fmla="*/ 329507 w 604915"/>
                <a:gd name="connsiteY172" fmla="*/ 3279 h 342621"/>
                <a:gd name="connsiteX173" fmla="*/ 332785 w 604915"/>
                <a:gd name="connsiteY173" fmla="*/ 3279 h 342621"/>
                <a:gd name="connsiteX174" fmla="*/ 336064 w 604915"/>
                <a:gd name="connsiteY174" fmla="*/ 4918 h 342621"/>
                <a:gd name="connsiteX175" fmla="*/ 339342 w 604915"/>
                <a:gd name="connsiteY175" fmla="*/ 4918 h 342621"/>
                <a:gd name="connsiteX176" fmla="*/ 344261 w 604915"/>
                <a:gd name="connsiteY176" fmla="*/ 6557 h 342621"/>
                <a:gd name="connsiteX177" fmla="*/ 347539 w 604915"/>
                <a:gd name="connsiteY177" fmla="*/ 3279 h 342621"/>
                <a:gd name="connsiteX178" fmla="*/ 350818 w 604915"/>
                <a:gd name="connsiteY178" fmla="*/ 1639 h 342621"/>
                <a:gd name="connsiteX179" fmla="*/ 354097 w 604915"/>
                <a:gd name="connsiteY179" fmla="*/ 0 h 342621"/>
                <a:gd name="connsiteX180" fmla="*/ 357375 w 604915"/>
                <a:gd name="connsiteY180" fmla="*/ 1639 h 342621"/>
                <a:gd name="connsiteX181" fmla="*/ 359015 w 604915"/>
                <a:gd name="connsiteY181" fmla="*/ 1639 h 342621"/>
                <a:gd name="connsiteX182" fmla="*/ 362294 w 604915"/>
                <a:gd name="connsiteY182" fmla="*/ 1639 h 342621"/>
                <a:gd name="connsiteX183" fmla="*/ 362294 w 604915"/>
                <a:gd name="connsiteY183" fmla="*/ 1639 h 342621"/>
                <a:gd name="connsiteX184" fmla="*/ 362294 w 604915"/>
                <a:gd name="connsiteY184" fmla="*/ 1639 h 342621"/>
                <a:gd name="connsiteX185" fmla="*/ 363932 w 604915"/>
                <a:gd name="connsiteY185" fmla="*/ 3279 h 342621"/>
                <a:gd name="connsiteX186" fmla="*/ 367211 w 604915"/>
                <a:gd name="connsiteY186" fmla="*/ 1639 h 342621"/>
                <a:gd name="connsiteX187" fmla="*/ 372129 w 604915"/>
                <a:gd name="connsiteY187" fmla="*/ 1639 h 342621"/>
                <a:gd name="connsiteX188" fmla="*/ 375408 w 604915"/>
                <a:gd name="connsiteY188" fmla="*/ 3279 h 342621"/>
                <a:gd name="connsiteX189" fmla="*/ 378687 w 604915"/>
                <a:gd name="connsiteY189" fmla="*/ 6557 h 342621"/>
                <a:gd name="connsiteX190" fmla="*/ 380326 w 604915"/>
                <a:gd name="connsiteY190" fmla="*/ 6557 h 342621"/>
                <a:gd name="connsiteX191" fmla="*/ 383605 w 604915"/>
                <a:gd name="connsiteY191" fmla="*/ 11475 h 342621"/>
                <a:gd name="connsiteX192" fmla="*/ 383605 w 604915"/>
                <a:gd name="connsiteY192" fmla="*/ 14754 h 342621"/>
                <a:gd name="connsiteX193" fmla="*/ 386884 w 604915"/>
                <a:gd name="connsiteY193" fmla="*/ 18033 h 342621"/>
                <a:gd name="connsiteX194" fmla="*/ 390162 w 604915"/>
                <a:gd name="connsiteY194" fmla="*/ 21311 h 342621"/>
                <a:gd name="connsiteX195" fmla="*/ 391801 w 604915"/>
                <a:gd name="connsiteY195" fmla="*/ 21311 h 342621"/>
                <a:gd name="connsiteX196" fmla="*/ 395080 w 604915"/>
                <a:gd name="connsiteY196" fmla="*/ 22951 h 342621"/>
                <a:gd name="connsiteX197" fmla="*/ 396719 w 604915"/>
                <a:gd name="connsiteY197" fmla="*/ 26229 h 342621"/>
                <a:gd name="connsiteX198" fmla="*/ 393441 w 604915"/>
                <a:gd name="connsiteY198" fmla="*/ 27869 h 342621"/>
                <a:gd name="connsiteX199" fmla="*/ 390162 w 604915"/>
                <a:gd name="connsiteY199" fmla="*/ 29508 h 342621"/>
                <a:gd name="connsiteX200" fmla="*/ 388523 w 604915"/>
                <a:gd name="connsiteY200" fmla="*/ 29508 h 342621"/>
                <a:gd name="connsiteX201" fmla="*/ 386884 w 604915"/>
                <a:gd name="connsiteY201" fmla="*/ 29508 h 342621"/>
                <a:gd name="connsiteX202" fmla="*/ 386884 w 604915"/>
                <a:gd name="connsiteY202" fmla="*/ 31148 h 342621"/>
                <a:gd name="connsiteX203" fmla="*/ 390162 w 604915"/>
                <a:gd name="connsiteY203" fmla="*/ 34426 h 342621"/>
                <a:gd name="connsiteX204" fmla="*/ 391801 w 604915"/>
                <a:gd name="connsiteY204" fmla="*/ 37705 h 342621"/>
                <a:gd name="connsiteX205" fmla="*/ 391801 w 604915"/>
                <a:gd name="connsiteY205" fmla="*/ 40983 h 342621"/>
                <a:gd name="connsiteX206" fmla="*/ 393441 w 604915"/>
                <a:gd name="connsiteY206" fmla="*/ 42623 h 342621"/>
                <a:gd name="connsiteX207" fmla="*/ 395080 w 604915"/>
                <a:gd name="connsiteY207" fmla="*/ 42623 h 342621"/>
                <a:gd name="connsiteX208" fmla="*/ 393441 w 604915"/>
                <a:gd name="connsiteY208" fmla="*/ 47541 h 342621"/>
                <a:gd name="connsiteX209" fmla="*/ 393441 w 604915"/>
                <a:gd name="connsiteY209" fmla="*/ 47541 h 342621"/>
                <a:gd name="connsiteX210" fmla="*/ 391801 w 604915"/>
                <a:gd name="connsiteY210" fmla="*/ 47541 h 342621"/>
                <a:gd name="connsiteX211" fmla="*/ 393441 w 604915"/>
                <a:gd name="connsiteY211" fmla="*/ 47541 h 342621"/>
                <a:gd name="connsiteX212" fmla="*/ 396719 w 604915"/>
                <a:gd name="connsiteY212" fmla="*/ 47541 h 342621"/>
                <a:gd name="connsiteX213" fmla="*/ 399998 w 604915"/>
                <a:gd name="connsiteY213" fmla="*/ 47541 h 342621"/>
                <a:gd name="connsiteX214" fmla="*/ 401638 w 604915"/>
                <a:gd name="connsiteY214" fmla="*/ 47541 h 342621"/>
                <a:gd name="connsiteX215" fmla="*/ 404916 w 604915"/>
                <a:gd name="connsiteY215" fmla="*/ 49180 h 342621"/>
                <a:gd name="connsiteX216" fmla="*/ 409834 w 604915"/>
                <a:gd name="connsiteY216" fmla="*/ 50820 h 342621"/>
                <a:gd name="connsiteX217" fmla="*/ 413113 w 604915"/>
                <a:gd name="connsiteY217" fmla="*/ 50820 h 342621"/>
                <a:gd name="connsiteX218" fmla="*/ 416391 w 604915"/>
                <a:gd name="connsiteY218" fmla="*/ 49180 h 342621"/>
                <a:gd name="connsiteX219" fmla="*/ 419670 w 604915"/>
                <a:gd name="connsiteY219" fmla="*/ 49180 h 342621"/>
                <a:gd name="connsiteX220" fmla="*/ 419670 w 604915"/>
                <a:gd name="connsiteY220" fmla="*/ 49180 h 342621"/>
                <a:gd name="connsiteX221" fmla="*/ 422949 w 604915"/>
                <a:gd name="connsiteY221" fmla="*/ 52459 h 342621"/>
                <a:gd name="connsiteX222" fmla="*/ 424588 w 604915"/>
                <a:gd name="connsiteY222" fmla="*/ 54098 h 342621"/>
                <a:gd name="connsiteX223" fmla="*/ 427867 w 604915"/>
                <a:gd name="connsiteY223" fmla="*/ 55738 h 342621"/>
                <a:gd name="connsiteX224" fmla="*/ 431145 w 604915"/>
                <a:gd name="connsiteY224" fmla="*/ 57377 h 342621"/>
                <a:gd name="connsiteX225" fmla="*/ 431145 w 604915"/>
                <a:gd name="connsiteY225" fmla="*/ 60655 h 342621"/>
                <a:gd name="connsiteX226" fmla="*/ 432785 w 604915"/>
                <a:gd name="connsiteY226" fmla="*/ 62295 h 342621"/>
                <a:gd name="connsiteX227" fmla="*/ 434424 w 604915"/>
                <a:gd name="connsiteY227" fmla="*/ 65573 h 342621"/>
                <a:gd name="connsiteX228" fmla="*/ 437703 w 604915"/>
                <a:gd name="connsiteY228" fmla="*/ 70492 h 342621"/>
                <a:gd name="connsiteX229" fmla="*/ 436064 w 604915"/>
                <a:gd name="connsiteY229" fmla="*/ 73770 h 342621"/>
                <a:gd name="connsiteX230" fmla="*/ 436064 w 604915"/>
                <a:gd name="connsiteY230" fmla="*/ 77049 h 342621"/>
                <a:gd name="connsiteX231" fmla="*/ 439342 w 604915"/>
                <a:gd name="connsiteY231" fmla="*/ 80328 h 342621"/>
                <a:gd name="connsiteX232" fmla="*/ 442621 w 604915"/>
                <a:gd name="connsiteY232" fmla="*/ 83606 h 342621"/>
                <a:gd name="connsiteX233" fmla="*/ 444260 w 604915"/>
                <a:gd name="connsiteY233" fmla="*/ 85245 h 342621"/>
                <a:gd name="connsiteX234" fmla="*/ 447539 w 604915"/>
                <a:gd name="connsiteY234" fmla="*/ 86885 h 342621"/>
                <a:gd name="connsiteX235" fmla="*/ 447539 w 604915"/>
                <a:gd name="connsiteY235" fmla="*/ 86885 h 342621"/>
                <a:gd name="connsiteX236" fmla="*/ 452457 w 604915"/>
                <a:gd name="connsiteY236" fmla="*/ 83606 h 342621"/>
                <a:gd name="connsiteX237" fmla="*/ 454096 w 604915"/>
                <a:gd name="connsiteY237" fmla="*/ 83606 h 342621"/>
                <a:gd name="connsiteX238" fmla="*/ 457375 w 604915"/>
                <a:gd name="connsiteY238" fmla="*/ 81967 h 342621"/>
                <a:gd name="connsiteX239" fmla="*/ 460654 w 604915"/>
                <a:gd name="connsiteY239" fmla="*/ 83606 h 342621"/>
                <a:gd name="connsiteX240" fmla="*/ 463932 w 604915"/>
                <a:gd name="connsiteY240" fmla="*/ 86885 h 342621"/>
                <a:gd name="connsiteX241" fmla="*/ 467211 w 604915"/>
                <a:gd name="connsiteY241" fmla="*/ 88524 h 342621"/>
                <a:gd name="connsiteX242" fmla="*/ 470489 w 604915"/>
                <a:gd name="connsiteY242" fmla="*/ 88524 h 342621"/>
                <a:gd name="connsiteX243" fmla="*/ 473768 w 604915"/>
                <a:gd name="connsiteY243" fmla="*/ 88524 h 342621"/>
                <a:gd name="connsiteX244" fmla="*/ 477047 w 604915"/>
                <a:gd name="connsiteY244" fmla="*/ 91803 h 342621"/>
                <a:gd name="connsiteX245" fmla="*/ 480325 w 604915"/>
                <a:gd name="connsiteY245" fmla="*/ 90164 h 342621"/>
                <a:gd name="connsiteX246" fmla="*/ 485244 w 604915"/>
                <a:gd name="connsiteY246" fmla="*/ 88524 h 342621"/>
                <a:gd name="connsiteX247" fmla="*/ 485244 w 604915"/>
                <a:gd name="connsiteY247" fmla="*/ 86885 h 342621"/>
                <a:gd name="connsiteX248" fmla="*/ 488522 w 604915"/>
                <a:gd name="connsiteY248" fmla="*/ 86885 h 342621"/>
                <a:gd name="connsiteX249" fmla="*/ 491801 w 604915"/>
                <a:gd name="connsiteY249" fmla="*/ 86885 h 342621"/>
                <a:gd name="connsiteX250" fmla="*/ 495079 w 604915"/>
                <a:gd name="connsiteY250" fmla="*/ 86885 h 342621"/>
                <a:gd name="connsiteX251" fmla="*/ 498358 w 604915"/>
                <a:gd name="connsiteY251" fmla="*/ 85245 h 342621"/>
                <a:gd name="connsiteX252" fmla="*/ 501637 w 604915"/>
                <a:gd name="connsiteY252" fmla="*/ 83606 h 342621"/>
                <a:gd name="connsiteX253" fmla="*/ 506555 w 604915"/>
                <a:gd name="connsiteY253" fmla="*/ 83606 h 342621"/>
                <a:gd name="connsiteX254" fmla="*/ 508194 w 604915"/>
                <a:gd name="connsiteY254" fmla="*/ 86885 h 342621"/>
                <a:gd name="connsiteX255" fmla="*/ 511473 w 604915"/>
                <a:gd name="connsiteY255" fmla="*/ 90164 h 342621"/>
                <a:gd name="connsiteX256" fmla="*/ 513112 w 604915"/>
                <a:gd name="connsiteY256" fmla="*/ 93442 h 342621"/>
                <a:gd name="connsiteX257" fmla="*/ 516391 w 604915"/>
                <a:gd name="connsiteY257" fmla="*/ 96721 h 342621"/>
                <a:gd name="connsiteX258" fmla="*/ 519669 w 604915"/>
                <a:gd name="connsiteY258" fmla="*/ 98360 h 342621"/>
                <a:gd name="connsiteX259" fmla="*/ 524588 w 604915"/>
                <a:gd name="connsiteY259" fmla="*/ 100000 h 342621"/>
                <a:gd name="connsiteX260" fmla="*/ 524588 w 604915"/>
                <a:gd name="connsiteY260" fmla="*/ 101639 h 342621"/>
                <a:gd name="connsiteX261" fmla="*/ 526227 w 604915"/>
                <a:gd name="connsiteY261" fmla="*/ 101639 h 342621"/>
                <a:gd name="connsiteX262" fmla="*/ 527866 w 604915"/>
                <a:gd name="connsiteY262" fmla="*/ 104918 h 342621"/>
                <a:gd name="connsiteX263" fmla="*/ 529506 w 604915"/>
                <a:gd name="connsiteY263" fmla="*/ 104918 h 342621"/>
                <a:gd name="connsiteX264" fmla="*/ 532784 w 604915"/>
                <a:gd name="connsiteY264" fmla="*/ 101639 h 342621"/>
                <a:gd name="connsiteX265" fmla="*/ 532784 w 604915"/>
                <a:gd name="connsiteY265" fmla="*/ 100000 h 342621"/>
                <a:gd name="connsiteX266" fmla="*/ 534424 w 604915"/>
                <a:gd name="connsiteY266" fmla="*/ 98360 h 342621"/>
                <a:gd name="connsiteX267" fmla="*/ 539342 w 604915"/>
                <a:gd name="connsiteY267" fmla="*/ 101639 h 342621"/>
                <a:gd name="connsiteX268" fmla="*/ 540981 w 604915"/>
                <a:gd name="connsiteY268" fmla="*/ 101639 h 342621"/>
                <a:gd name="connsiteX269" fmla="*/ 544260 w 604915"/>
                <a:gd name="connsiteY269" fmla="*/ 103278 h 342621"/>
                <a:gd name="connsiteX270" fmla="*/ 547538 w 604915"/>
                <a:gd name="connsiteY270" fmla="*/ 103278 h 342621"/>
                <a:gd name="connsiteX271" fmla="*/ 552456 w 604915"/>
                <a:gd name="connsiteY271" fmla="*/ 104918 h 342621"/>
                <a:gd name="connsiteX272" fmla="*/ 555735 w 604915"/>
                <a:gd name="connsiteY272" fmla="*/ 106557 h 342621"/>
                <a:gd name="connsiteX273" fmla="*/ 559014 w 604915"/>
                <a:gd name="connsiteY273" fmla="*/ 109836 h 342621"/>
                <a:gd name="connsiteX274" fmla="*/ 563932 w 604915"/>
                <a:gd name="connsiteY274" fmla="*/ 109836 h 342621"/>
                <a:gd name="connsiteX275" fmla="*/ 567211 w 604915"/>
                <a:gd name="connsiteY275" fmla="*/ 106557 h 342621"/>
                <a:gd name="connsiteX276" fmla="*/ 568850 w 604915"/>
                <a:gd name="connsiteY276" fmla="*/ 109836 h 342621"/>
                <a:gd name="connsiteX277" fmla="*/ 573768 w 604915"/>
                <a:gd name="connsiteY277" fmla="*/ 113114 h 342621"/>
                <a:gd name="connsiteX278" fmla="*/ 577046 w 604915"/>
                <a:gd name="connsiteY278" fmla="*/ 111475 h 342621"/>
                <a:gd name="connsiteX279" fmla="*/ 580325 w 604915"/>
                <a:gd name="connsiteY279" fmla="*/ 113114 h 342621"/>
                <a:gd name="connsiteX280" fmla="*/ 583604 w 604915"/>
                <a:gd name="connsiteY280" fmla="*/ 116393 h 342621"/>
                <a:gd name="connsiteX281" fmla="*/ 586882 w 604915"/>
                <a:gd name="connsiteY281" fmla="*/ 118032 h 342621"/>
                <a:gd name="connsiteX282" fmla="*/ 590161 w 604915"/>
                <a:gd name="connsiteY282" fmla="*/ 119672 h 342621"/>
                <a:gd name="connsiteX283" fmla="*/ 593440 w 604915"/>
                <a:gd name="connsiteY283" fmla="*/ 119672 h 342621"/>
                <a:gd name="connsiteX284" fmla="*/ 595079 w 604915"/>
                <a:gd name="connsiteY284" fmla="*/ 118032 h 342621"/>
                <a:gd name="connsiteX285" fmla="*/ 596719 w 604915"/>
                <a:gd name="connsiteY285" fmla="*/ 118032 h 342621"/>
                <a:gd name="connsiteX286" fmla="*/ 599997 w 604915"/>
                <a:gd name="connsiteY286" fmla="*/ 118032 h 342621"/>
                <a:gd name="connsiteX287" fmla="*/ 601636 w 604915"/>
                <a:gd name="connsiteY287" fmla="*/ 118032 h 342621"/>
                <a:gd name="connsiteX288" fmla="*/ 598358 w 604915"/>
                <a:gd name="connsiteY288" fmla="*/ 121311 h 342621"/>
                <a:gd name="connsiteX289" fmla="*/ 599997 w 604915"/>
                <a:gd name="connsiteY289" fmla="*/ 126229 h 342621"/>
                <a:gd name="connsiteX290" fmla="*/ 601636 w 604915"/>
                <a:gd name="connsiteY290" fmla="*/ 127868 h 342621"/>
                <a:gd name="connsiteX291" fmla="*/ 603276 w 604915"/>
                <a:gd name="connsiteY291" fmla="*/ 131147 h 342621"/>
                <a:gd name="connsiteX292" fmla="*/ 601636 w 604915"/>
                <a:gd name="connsiteY292" fmla="*/ 136065 h 342621"/>
                <a:gd name="connsiteX293" fmla="*/ 599997 w 604915"/>
                <a:gd name="connsiteY293" fmla="*/ 137704 h 342621"/>
                <a:gd name="connsiteX294" fmla="*/ 598358 w 604915"/>
                <a:gd name="connsiteY294" fmla="*/ 140983 h 342621"/>
                <a:gd name="connsiteX295" fmla="*/ 595079 w 604915"/>
                <a:gd name="connsiteY295" fmla="*/ 140983 h 342621"/>
                <a:gd name="connsiteX296" fmla="*/ 591801 w 604915"/>
                <a:gd name="connsiteY296" fmla="*/ 142622 h 342621"/>
                <a:gd name="connsiteX297" fmla="*/ 591801 w 604915"/>
                <a:gd name="connsiteY297" fmla="*/ 145901 h 342621"/>
                <a:gd name="connsiteX298" fmla="*/ 593440 w 604915"/>
                <a:gd name="connsiteY298" fmla="*/ 147540 h 342621"/>
                <a:gd name="connsiteX299" fmla="*/ 596719 w 604915"/>
                <a:gd name="connsiteY299" fmla="*/ 149180 h 342621"/>
                <a:gd name="connsiteX300" fmla="*/ 599997 w 604915"/>
                <a:gd name="connsiteY300" fmla="*/ 150819 h 342621"/>
                <a:gd name="connsiteX301" fmla="*/ 601636 w 604915"/>
                <a:gd name="connsiteY301" fmla="*/ 149180 h 342621"/>
                <a:gd name="connsiteX302" fmla="*/ 601636 w 604915"/>
                <a:gd name="connsiteY302" fmla="*/ 152458 h 342621"/>
                <a:gd name="connsiteX303" fmla="*/ 598358 w 604915"/>
                <a:gd name="connsiteY303" fmla="*/ 152458 h 342621"/>
                <a:gd name="connsiteX304" fmla="*/ 595079 w 604915"/>
                <a:gd name="connsiteY304" fmla="*/ 152458 h 342621"/>
                <a:gd name="connsiteX305" fmla="*/ 591801 w 604915"/>
                <a:gd name="connsiteY305" fmla="*/ 155737 h 342621"/>
                <a:gd name="connsiteX306" fmla="*/ 591801 w 604915"/>
                <a:gd name="connsiteY306" fmla="*/ 159016 h 342621"/>
                <a:gd name="connsiteX307" fmla="*/ 591801 w 604915"/>
                <a:gd name="connsiteY307" fmla="*/ 162294 h 342621"/>
                <a:gd name="connsiteX308" fmla="*/ 596719 w 604915"/>
                <a:gd name="connsiteY308" fmla="*/ 162294 h 342621"/>
                <a:gd name="connsiteX309" fmla="*/ 599997 w 604915"/>
                <a:gd name="connsiteY309" fmla="*/ 165573 h 342621"/>
                <a:gd name="connsiteX310" fmla="*/ 601636 w 604915"/>
                <a:gd name="connsiteY310" fmla="*/ 168852 h 342621"/>
                <a:gd name="connsiteX311" fmla="*/ 601636 w 604915"/>
                <a:gd name="connsiteY311" fmla="*/ 172130 h 342621"/>
                <a:gd name="connsiteX312" fmla="*/ 599997 w 604915"/>
                <a:gd name="connsiteY312" fmla="*/ 173770 h 342621"/>
                <a:gd name="connsiteX313" fmla="*/ 601636 w 604915"/>
                <a:gd name="connsiteY313" fmla="*/ 173770 h 342621"/>
                <a:gd name="connsiteX314" fmla="*/ 601636 w 604915"/>
                <a:gd name="connsiteY314" fmla="*/ 175409 h 342621"/>
                <a:gd name="connsiteX315" fmla="*/ 603276 w 604915"/>
                <a:gd name="connsiteY315" fmla="*/ 175409 h 342621"/>
                <a:gd name="connsiteX316" fmla="*/ 604915 w 604915"/>
                <a:gd name="connsiteY316" fmla="*/ 173770 h 342621"/>
                <a:gd name="connsiteX317" fmla="*/ 604915 w 604915"/>
                <a:gd name="connsiteY317" fmla="*/ 177048 h 342621"/>
                <a:gd name="connsiteX318" fmla="*/ 604915 w 604915"/>
                <a:gd name="connsiteY318" fmla="*/ 177048 h 342621"/>
                <a:gd name="connsiteX319" fmla="*/ 603276 w 604915"/>
                <a:gd name="connsiteY319" fmla="*/ 180327 h 342621"/>
                <a:gd name="connsiteX320" fmla="*/ 601636 w 604915"/>
                <a:gd name="connsiteY320" fmla="*/ 183606 h 342621"/>
                <a:gd name="connsiteX321" fmla="*/ 601636 w 604915"/>
                <a:gd name="connsiteY321" fmla="*/ 185245 h 342621"/>
                <a:gd name="connsiteX322" fmla="*/ 599997 w 604915"/>
                <a:gd name="connsiteY322" fmla="*/ 186885 h 342621"/>
                <a:gd name="connsiteX323" fmla="*/ 599997 w 604915"/>
                <a:gd name="connsiteY323" fmla="*/ 190163 h 342621"/>
                <a:gd name="connsiteX324" fmla="*/ 599997 w 604915"/>
                <a:gd name="connsiteY324" fmla="*/ 193442 h 342621"/>
                <a:gd name="connsiteX325" fmla="*/ 599997 w 604915"/>
                <a:gd name="connsiteY325" fmla="*/ 193442 h 342621"/>
                <a:gd name="connsiteX326" fmla="*/ 596719 w 604915"/>
                <a:gd name="connsiteY326" fmla="*/ 195081 h 342621"/>
                <a:gd name="connsiteX327" fmla="*/ 593440 w 604915"/>
                <a:gd name="connsiteY327" fmla="*/ 193442 h 342621"/>
                <a:gd name="connsiteX328" fmla="*/ 590161 w 604915"/>
                <a:gd name="connsiteY328" fmla="*/ 193442 h 342621"/>
                <a:gd name="connsiteX329" fmla="*/ 585243 w 604915"/>
                <a:gd name="connsiteY329" fmla="*/ 193442 h 342621"/>
                <a:gd name="connsiteX330" fmla="*/ 581965 w 604915"/>
                <a:gd name="connsiteY330" fmla="*/ 193442 h 342621"/>
                <a:gd name="connsiteX331" fmla="*/ 578686 w 604915"/>
                <a:gd name="connsiteY331" fmla="*/ 193442 h 342621"/>
                <a:gd name="connsiteX332" fmla="*/ 575407 w 604915"/>
                <a:gd name="connsiteY332" fmla="*/ 193442 h 342621"/>
                <a:gd name="connsiteX333" fmla="*/ 572128 w 604915"/>
                <a:gd name="connsiteY333" fmla="*/ 191802 h 342621"/>
                <a:gd name="connsiteX334" fmla="*/ 567211 w 604915"/>
                <a:gd name="connsiteY334" fmla="*/ 195081 h 342621"/>
                <a:gd name="connsiteX335" fmla="*/ 567211 w 604915"/>
                <a:gd name="connsiteY335" fmla="*/ 198360 h 342621"/>
                <a:gd name="connsiteX336" fmla="*/ 565571 w 604915"/>
                <a:gd name="connsiteY336" fmla="*/ 199999 h 342621"/>
                <a:gd name="connsiteX337" fmla="*/ 563932 w 604915"/>
                <a:gd name="connsiteY337" fmla="*/ 199999 h 342621"/>
                <a:gd name="connsiteX338" fmla="*/ 560653 w 604915"/>
                <a:gd name="connsiteY338" fmla="*/ 203278 h 342621"/>
                <a:gd name="connsiteX339" fmla="*/ 555735 w 604915"/>
                <a:gd name="connsiteY339" fmla="*/ 203278 h 342621"/>
                <a:gd name="connsiteX340" fmla="*/ 552456 w 604915"/>
                <a:gd name="connsiteY340" fmla="*/ 206557 h 342621"/>
                <a:gd name="connsiteX341" fmla="*/ 552456 w 604915"/>
                <a:gd name="connsiteY341" fmla="*/ 209835 h 342621"/>
                <a:gd name="connsiteX342" fmla="*/ 552456 w 604915"/>
                <a:gd name="connsiteY342" fmla="*/ 213114 h 342621"/>
                <a:gd name="connsiteX343" fmla="*/ 550817 w 604915"/>
                <a:gd name="connsiteY343" fmla="*/ 216392 h 342621"/>
                <a:gd name="connsiteX344" fmla="*/ 554096 w 604915"/>
                <a:gd name="connsiteY344" fmla="*/ 218032 h 342621"/>
                <a:gd name="connsiteX345" fmla="*/ 550817 w 604915"/>
                <a:gd name="connsiteY345" fmla="*/ 221310 h 342621"/>
                <a:gd name="connsiteX346" fmla="*/ 552456 w 604915"/>
                <a:gd name="connsiteY346" fmla="*/ 224589 h 342621"/>
                <a:gd name="connsiteX347" fmla="*/ 552456 w 604915"/>
                <a:gd name="connsiteY347" fmla="*/ 224589 h 342621"/>
                <a:gd name="connsiteX348" fmla="*/ 550817 w 604915"/>
                <a:gd name="connsiteY348" fmla="*/ 227868 h 342621"/>
                <a:gd name="connsiteX349" fmla="*/ 547538 w 604915"/>
                <a:gd name="connsiteY349" fmla="*/ 226229 h 342621"/>
                <a:gd name="connsiteX350" fmla="*/ 544260 w 604915"/>
                <a:gd name="connsiteY350" fmla="*/ 226229 h 342621"/>
                <a:gd name="connsiteX351" fmla="*/ 539342 w 604915"/>
                <a:gd name="connsiteY351" fmla="*/ 226229 h 342621"/>
                <a:gd name="connsiteX352" fmla="*/ 536063 w 604915"/>
                <a:gd name="connsiteY352" fmla="*/ 227868 h 342621"/>
                <a:gd name="connsiteX353" fmla="*/ 532784 w 604915"/>
                <a:gd name="connsiteY353" fmla="*/ 226229 h 342621"/>
                <a:gd name="connsiteX354" fmla="*/ 527866 w 604915"/>
                <a:gd name="connsiteY354" fmla="*/ 227868 h 342621"/>
                <a:gd name="connsiteX355" fmla="*/ 526227 w 604915"/>
                <a:gd name="connsiteY355" fmla="*/ 229507 h 342621"/>
                <a:gd name="connsiteX356" fmla="*/ 524588 w 604915"/>
                <a:gd name="connsiteY356" fmla="*/ 232786 h 342621"/>
                <a:gd name="connsiteX357" fmla="*/ 521309 w 604915"/>
                <a:gd name="connsiteY357" fmla="*/ 232786 h 342621"/>
                <a:gd name="connsiteX358" fmla="*/ 516391 w 604915"/>
                <a:gd name="connsiteY358" fmla="*/ 234425 h 342621"/>
                <a:gd name="connsiteX359" fmla="*/ 513112 w 604915"/>
                <a:gd name="connsiteY359" fmla="*/ 236065 h 342621"/>
                <a:gd name="connsiteX360" fmla="*/ 511473 w 604915"/>
                <a:gd name="connsiteY360" fmla="*/ 236065 h 342621"/>
                <a:gd name="connsiteX361" fmla="*/ 508194 w 604915"/>
                <a:gd name="connsiteY361" fmla="*/ 239343 h 342621"/>
                <a:gd name="connsiteX362" fmla="*/ 506555 w 604915"/>
                <a:gd name="connsiteY362" fmla="*/ 244261 h 342621"/>
                <a:gd name="connsiteX363" fmla="*/ 503276 w 604915"/>
                <a:gd name="connsiteY363" fmla="*/ 239343 h 342621"/>
                <a:gd name="connsiteX364" fmla="*/ 498358 w 604915"/>
                <a:gd name="connsiteY364" fmla="*/ 239343 h 342621"/>
                <a:gd name="connsiteX365" fmla="*/ 495079 w 604915"/>
                <a:gd name="connsiteY365" fmla="*/ 240982 h 342621"/>
                <a:gd name="connsiteX366" fmla="*/ 491801 w 604915"/>
                <a:gd name="connsiteY366" fmla="*/ 242622 h 342621"/>
                <a:gd name="connsiteX367" fmla="*/ 488522 w 604915"/>
                <a:gd name="connsiteY367" fmla="*/ 245901 h 342621"/>
                <a:gd name="connsiteX368" fmla="*/ 483604 w 604915"/>
                <a:gd name="connsiteY368" fmla="*/ 244261 h 342621"/>
                <a:gd name="connsiteX369" fmla="*/ 480325 w 604915"/>
                <a:gd name="connsiteY369" fmla="*/ 244261 h 342621"/>
                <a:gd name="connsiteX370" fmla="*/ 477047 w 604915"/>
                <a:gd name="connsiteY370" fmla="*/ 245901 h 342621"/>
                <a:gd name="connsiteX371" fmla="*/ 473768 w 604915"/>
                <a:gd name="connsiteY371" fmla="*/ 245901 h 342621"/>
                <a:gd name="connsiteX372" fmla="*/ 468850 w 604915"/>
                <a:gd name="connsiteY372" fmla="*/ 249179 h 342621"/>
                <a:gd name="connsiteX373" fmla="*/ 465572 w 604915"/>
                <a:gd name="connsiteY373" fmla="*/ 252458 h 342621"/>
                <a:gd name="connsiteX374" fmla="*/ 462293 w 604915"/>
                <a:gd name="connsiteY374" fmla="*/ 254097 h 342621"/>
                <a:gd name="connsiteX375" fmla="*/ 459014 w 604915"/>
                <a:gd name="connsiteY375" fmla="*/ 259015 h 342621"/>
                <a:gd name="connsiteX376" fmla="*/ 455735 w 604915"/>
                <a:gd name="connsiteY376" fmla="*/ 262294 h 342621"/>
                <a:gd name="connsiteX377" fmla="*/ 455735 w 604915"/>
                <a:gd name="connsiteY377" fmla="*/ 265573 h 342621"/>
                <a:gd name="connsiteX378" fmla="*/ 450818 w 604915"/>
                <a:gd name="connsiteY378" fmla="*/ 268851 h 342621"/>
                <a:gd name="connsiteX379" fmla="*/ 447539 w 604915"/>
                <a:gd name="connsiteY379" fmla="*/ 270491 h 342621"/>
                <a:gd name="connsiteX380" fmla="*/ 447539 w 604915"/>
                <a:gd name="connsiteY380" fmla="*/ 268851 h 342621"/>
                <a:gd name="connsiteX381" fmla="*/ 449178 w 604915"/>
                <a:gd name="connsiteY381" fmla="*/ 267212 h 342621"/>
                <a:gd name="connsiteX382" fmla="*/ 454096 w 604915"/>
                <a:gd name="connsiteY382" fmla="*/ 265573 h 342621"/>
                <a:gd name="connsiteX383" fmla="*/ 455735 w 604915"/>
                <a:gd name="connsiteY383" fmla="*/ 262294 h 342621"/>
                <a:gd name="connsiteX384" fmla="*/ 455735 w 604915"/>
                <a:gd name="connsiteY384" fmla="*/ 257376 h 342621"/>
                <a:gd name="connsiteX385" fmla="*/ 455735 w 604915"/>
                <a:gd name="connsiteY385" fmla="*/ 254097 h 342621"/>
                <a:gd name="connsiteX386" fmla="*/ 450818 w 604915"/>
                <a:gd name="connsiteY386" fmla="*/ 252458 h 342621"/>
                <a:gd name="connsiteX387" fmla="*/ 452457 w 604915"/>
                <a:gd name="connsiteY387" fmla="*/ 257376 h 342621"/>
                <a:gd name="connsiteX388" fmla="*/ 450818 w 604915"/>
                <a:gd name="connsiteY388" fmla="*/ 260655 h 342621"/>
                <a:gd name="connsiteX389" fmla="*/ 447539 w 604915"/>
                <a:gd name="connsiteY389" fmla="*/ 262294 h 342621"/>
                <a:gd name="connsiteX390" fmla="*/ 444260 w 604915"/>
                <a:gd name="connsiteY390" fmla="*/ 262294 h 342621"/>
                <a:gd name="connsiteX391" fmla="*/ 440981 w 604915"/>
                <a:gd name="connsiteY391" fmla="*/ 263933 h 342621"/>
                <a:gd name="connsiteX392" fmla="*/ 440981 w 604915"/>
                <a:gd name="connsiteY392" fmla="*/ 268851 h 342621"/>
                <a:gd name="connsiteX393" fmla="*/ 442621 w 604915"/>
                <a:gd name="connsiteY393" fmla="*/ 272130 h 342621"/>
                <a:gd name="connsiteX394" fmla="*/ 442621 w 604915"/>
                <a:gd name="connsiteY394" fmla="*/ 273769 h 342621"/>
                <a:gd name="connsiteX395" fmla="*/ 444260 w 604915"/>
                <a:gd name="connsiteY395" fmla="*/ 277048 h 342621"/>
                <a:gd name="connsiteX396" fmla="*/ 445899 w 604915"/>
                <a:gd name="connsiteY396" fmla="*/ 280327 h 342621"/>
                <a:gd name="connsiteX397" fmla="*/ 449178 w 604915"/>
                <a:gd name="connsiteY397" fmla="*/ 283605 h 342621"/>
                <a:gd name="connsiteX398" fmla="*/ 449178 w 604915"/>
                <a:gd name="connsiteY398" fmla="*/ 285245 h 342621"/>
                <a:gd name="connsiteX399" fmla="*/ 449178 w 604915"/>
                <a:gd name="connsiteY399" fmla="*/ 285245 h 342621"/>
                <a:gd name="connsiteX400" fmla="*/ 452457 w 604915"/>
                <a:gd name="connsiteY400" fmla="*/ 288523 h 342621"/>
                <a:gd name="connsiteX401" fmla="*/ 455735 w 604915"/>
                <a:gd name="connsiteY401" fmla="*/ 293441 h 342621"/>
                <a:gd name="connsiteX402" fmla="*/ 459014 w 604915"/>
                <a:gd name="connsiteY402" fmla="*/ 296720 h 342621"/>
                <a:gd name="connsiteX403" fmla="*/ 462293 w 604915"/>
                <a:gd name="connsiteY403" fmla="*/ 299999 h 342621"/>
                <a:gd name="connsiteX404" fmla="*/ 465572 w 604915"/>
                <a:gd name="connsiteY404" fmla="*/ 301638 h 342621"/>
                <a:gd name="connsiteX405" fmla="*/ 470489 w 604915"/>
                <a:gd name="connsiteY405" fmla="*/ 304917 h 342621"/>
                <a:gd name="connsiteX406" fmla="*/ 473768 w 604915"/>
                <a:gd name="connsiteY406" fmla="*/ 303277 h 342621"/>
                <a:gd name="connsiteX407" fmla="*/ 477047 w 604915"/>
                <a:gd name="connsiteY407" fmla="*/ 299999 h 342621"/>
                <a:gd name="connsiteX408" fmla="*/ 478686 w 604915"/>
                <a:gd name="connsiteY408" fmla="*/ 296720 h 342621"/>
                <a:gd name="connsiteX409" fmla="*/ 481965 w 604915"/>
                <a:gd name="connsiteY409" fmla="*/ 299999 h 342621"/>
                <a:gd name="connsiteX410" fmla="*/ 483604 w 604915"/>
                <a:gd name="connsiteY410" fmla="*/ 299999 h 342621"/>
                <a:gd name="connsiteX411" fmla="*/ 486883 w 604915"/>
                <a:gd name="connsiteY411" fmla="*/ 301638 h 342621"/>
                <a:gd name="connsiteX412" fmla="*/ 490162 w 604915"/>
                <a:gd name="connsiteY412" fmla="*/ 296720 h 342621"/>
                <a:gd name="connsiteX413" fmla="*/ 493440 w 604915"/>
                <a:gd name="connsiteY413" fmla="*/ 296720 h 342621"/>
                <a:gd name="connsiteX414" fmla="*/ 496719 w 604915"/>
                <a:gd name="connsiteY414" fmla="*/ 296720 h 342621"/>
                <a:gd name="connsiteX415" fmla="*/ 499998 w 604915"/>
                <a:gd name="connsiteY415" fmla="*/ 298359 h 342621"/>
                <a:gd name="connsiteX416" fmla="*/ 504916 w 604915"/>
                <a:gd name="connsiteY416" fmla="*/ 298359 h 342621"/>
                <a:gd name="connsiteX417" fmla="*/ 508194 w 604915"/>
                <a:gd name="connsiteY417" fmla="*/ 301638 h 342621"/>
                <a:gd name="connsiteX418" fmla="*/ 506555 w 604915"/>
                <a:gd name="connsiteY418" fmla="*/ 301638 h 342621"/>
                <a:gd name="connsiteX419" fmla="*/ 503276 w 604915"/>
                <a:gd name="connsiteY419" fmla="*/ 303277 h 342621"/>
                <a:gd name="connsiteX420" fmla="*/ 501637 w 604915"/>
                <a:gd name="connsiteY420" fmla="*/ 306556 h 342621"/>
                <a:gd name="connsiteX421" fmla="*/ 501637 w 604915"/>
                <a:gd name="connsiteY421" fmla="*/ 311474 h 342621"/>
                <a:gd name="connsiteX422" fmla="*/ 501637 w 604915"/>
                <a:gd name="connsiteY422" fmla="*/ 314753 h 342621"/>
                <a:gd name="connsiteX423" fmla="*/ 496719 w 604915"/>
                <a:gd name="connsiteY423" fmla="*/ 314753 h 342621"/>
                <a:gd name="connsiteX424" fmla="*/ 493440 w 604915"/>
                <a:gd name="connsiteY424" fmla="*/ 316392 h 342621"/>
                <a:gd name="connsiteX425" fmla="*/ 491801 w 604915"/>
                <a:gd name="connsiteY425" fmla="*/ 314753 h 342621"/>
                <a:gd name="connsiteX426" fmla="*/ 488522 w 604915"/>
                <a:gd name="connsiteY426" fmla="*/ 316392 h 342621"/>
                <a:gd name="connsiteX427" fmla="*/ 486883 w 604915"/>
                <a:gd name="connsiteY427" fmla="*/ 316392 h 342621"/>
                <a:gd name="connsiteX428" fmla="*/ 486883 w 604915"/>
                <a:gd name="connsiteY428" fmla="*/ 316392 h 342621"/>
                <a:gd name="connsiteX429" fmla="*/ 485244 w 604915"/>
                <a:gd name="connsiteY429" fmla="*/ 316392 h 342621"/>
                <a:gd name="connsiteX430" fmla="*/ 481965 w 604915"/>
                <a:gd name="connsiteY430" fmla="*/ 316392 h 342621"/>
                <a:gd name="connsiteX431" fmla="*/ 478686 w 604915"/>
                <a:gd name="connsiteY431" fmla="*/ 313113 h 342621"/>
                <a:gd name="connsiteX432" fmla="*/ 473768 w 604915"/>
                <a:gd name="connsiteY432" fmla="*/ 311474 h 342621"/>
                <a:gd name="connsiteX433" fmla="*/ 470489 w 604915"/>
                <a:gd name="connsiteY433" fmla="*/ 311474 h 342621"/>
                <a:gd name="connsiteX434" fmla="*/ 467211 w 604915"/>
                <a:gd name="connsiteY434" fmla="*/ 313113 h 342621"/>
                <a:gd name="connsiteX435" fmla="*/ 468850 w 604915"/>
                <a:gd name="connsiteY435" fmla="*/ 316392 h 342621"/>
                <a:gd name="connsiteX436" fmla="*/ 463932 w 604915"/>
                <a:gd name="connsiteY436" fmla="*/ 318031 h 342621"/>
                <a:gd name="connsiteX437" fmla="*/ 460654 w 604915"/>
                <a:gd name="connsiteY437" fmla="*/ 319671 h 342621"/>
                <a:gd name="connsiteX438" fmla="*/ 457375 w 604915"/>
                <a:gd name="connsiteY438" fmla="*/ 324589 h 342621"/>
                <a:gd name="connsiteX439" fmla="*/ 454096 w 604915"/>
                <a:gd name="connsiteY439" fmla="*/ 324589 h 342621"/>
                <a:gd name="connsiteX440" fmla="*/ 454096 w 604915"/>
                <a:gd name="connsiteY440" fmla="*/ 322949 h 342621"/>
                <a:gd name="connsiteX441" fmla="*/ 450818 w 604915"/>
                <a:gd name="connsiteY441" fmla="*/ 324589 h 342621"/>
                <a:gd name="connsiteX442" fmla="*/ 447539 w 604915"/>
                <a:gd name="connsiteY442" fmla="*/ 324589 h 342621"/>
                <a:gd name="connsiteX443" fmla="*/ 442621 w 604915"/>
                <a:gd name="connsiteY443" fmla="*/ 326228 h 342621"/>
                <a:gd name="connsiteX444" fmla="*/ 439342 w 604915"/>
                <a:gd name="connsiteY444" fmla="*/ 327867 h 342621"/>
                <a:gd name="connsiteX445" fmla="*/ 436064 w 604915"/>
                <a:gd name="connsiteY445" fmla="*/ 329507 h 342621"/>
                <a:gd name="connsiteX446" fmla="*/ 434424 w 604915"/>
                <a:gd name="connsiteY446" fmla="*/ 332785 h 342621"/>
                <a:gd name="connsiteX447" fmla="*/ 432785 w 604915"/>
                <a:gd name="connsiteY447" fmla="*/ 336064 h 342621"/>
                <a:gd name="connsiteX448" fmla="*/ 429506 w 604915"/>
                <a:gd name="connsiteY448" fmla="*/ 337703 h 342621"/>
                <a:gd name="connsiteX449" fmla="*/ 424588 w 604915"/>
                <a:gd name="connsiteY449" fmla="*/ 340982 h 342621"/>
                <a:gd name="connsiteX450" fmla="*/ 421309 w 604915"/>
                <a:gd name="connsiteY450" fmla="*/ 342622 h 342621"/>
                <a:gd name="connsiteX451" fmla="*/ 418031 w 604915"/>
                <a:gd name="connsiteY451" fmla="*/ 342622 h 342621"/>
                <a:gd name="connsiteX452" fmla="*/ 413113 w 604915"/>
                <a:gd name="connsiteY452" fmla="*/ 342622 h 342621"/>
                <a:gd name="connsiteX453" fmla="*/ 409834 w 604915"/>
                <a:gd name="connsiteY453" fmla="*/ 340982 h 342621"/>
                <a:gd name="connsiteX454" fmla="*/ 406555 w 604915"/>
                <a:gd name="connsiteY454" fmla="*/ 339343 h 342621"/>
                <a:gd name="connsiteX455" fmla="*/ 406555 w 604915"/>
                <a:gd name="connsiteY455" fmla="*/ 339343 h 342621"/>
                <a:gd name="connsiteX456" fmla="*/ 401638 w 604915"/>
                <a:gd name="connsiteY456" fmla="*/ 337703 h 342621"/>
                <a:gd name="connsiteX457" fmla="*/ 399998 w 604915"/>
                <a:gd name="connsiteY457" fmla="*/ 334425 h 342621"/>
                <a:gd name="connsiteX458" fmla="*/ 399998 w 604915"/>
                <a:gd name="connsiteY458" fmla="*/ 334425 h 342621"/>
                <a:gd name="connsiteX459" fmla="*/ 403277 w 604915"/>
                <a:gd name="connsiteY459" fmla="*/ 334425 h 342621"/>
                <a:gd name="connsiteX460" fmla="*/ 403277 w 604915"/>
                <a:gd name="connsiteY460" fmla="*/ 332785 h 342621"/>
                <a:gd name="connsiteX461" fmla="*/ 404916 w 604915"/>
                <a:gd name="connsiteY461" fmla="*/ 329507 h 342621"/>
                <a:gd name="connsiteX462" fmla="*/ 403277 w 604915"/>
                <a:gd name="connsiteY462" fmla="*/ 324589 h 342621"/>
                <a:gd name="connsiteX463" fmla="*/ 406555 w 604915"/>
                <a:gd name="connsiteY463" fmla="*/ 321310 h 342621"/>
                <a:gd name="connsiteX464" fmla="*/ 404916 w 604915"/>
                <a:gd name="connsiteY464" fmla="*/ 318031 h 342621"/>
                <a:gd name="connsiteX465" fmla="*/ 404916 w 604915"/>
                <a:gd name="connsiteY465" fmla="*/ 316392 h 342621"/>
                <a:gd name="connsiteX466" fmla="*/ 403277 w 604915"/>
                <a:gd name="connsiteY466" fmla="*/ 313113 h 342621"/>
                <a:gd name="connsiteX467" fmla="*/ 399998 w 604915"/>
                <a:gd name="connsiteY467" fmla="*/ 309835 h 342621"/>
                <a:gd name="connsiteX468" fmla="*/ 396719 w 604915"/>
                <a:gd name="connsiteY468" fmla="*/ 308195 h 342621"/>
                <a:gd name="connsiteX469" fmla="*/ 393441 w 604915"/>
                <a:gd name="connsiteY469" fmla="*/ 308195 h 342621"/>
                <a:gd name="connsiteX470" fmla="*/ 390162 w 604915"/>
                <a:gd name="connsiteY470" fmla="*/ 308195 h 342621"/>
                <a:gd name="connsiteX471" fmla="*/ 386884 w 604915"/>
                <a:gd name="connsiteY471" fmla="*/ 306556 h 342621"/>
                <a:gd name="connsiteX472" fmla="*/ 383605 w 604915"/>
                <a:gd name="connsiteY472" fmla="*/ 303277 h 342621"/>
                <a:gd name="connsiteX473" fmla="*/ 378687 w 604915"/>
                <a:gd name="connsiteY473" fmla="*/ 301638 h 342621"/>
                <a:gd name="connsiteX474" fmla="*/ 375408 w 604915"/>
                <a:gd name="connsiteY474" fmla="*/ 301638 h 342621"/>
                <a:gd name="connsiteX475" fmla="*/ 372129 w 604915"/>
                <a:gd name="connsiteY475" fmla="*/ 301638 h 342621"/>
                <a:gd name="connsiteX476" fmla="*/ 367211 w 604915"/>
                <a:gd name="connsiteY476" fmla="*/ 303277 h 342621"/>
                <a:gd name="connsiteX477" fmla="*/ 363932 w 604915"/>
                <a:gd name="connsiteY477" fmla="*/ 298359 h 342621"/>
                <a:gd name="connsiteX478" fmla="*/ 367211 w 604915"/>
                <a:gd name="connsiteY478" fmla="*/ 295081 h 342621"/>
                <a:gd name="connsiteX479" fmla="*/ 372129 w 604915"/>
                <a:gd name="connsiteY479" fmla="*/ 293441 h 342621"/>
                <a:gd name="connsiteX480" fmla="*/ 375408 w 604915"/>
                <a:gd name="connsiteY480" fmla="*/ 291802 h 342621"/>
                <a:gd name="connsiteX481" fmla="*/ 377047 w 604915"/>
                <a:gd name="connsiteY481" fmla="*/ 288523 h 342621"/>
                <a:gd name="connsiteX482" fmla="*/ 381965 w 604915"/>
                <a:gd name="connsiteY482" fmla="*/ 286884 h 342621"/>
                <a:gd name="connsiteX483" fmla="*/ 385244 w 604915"/>
                <a:gd name="connsiteY483" fmla="*/ 285245 h 342621"/>
                <a:gd name="connsiteX484" fmla="*/ 388523 w 604915"/>
                <a:gd name="connsiteY484" fmla="*/ 283605 h 342621"/>
                <a:gd name="connsiteX485" fmla="*/ 391801 w 604915"/>
                <a:gd name="connsiteY485" fmla="*/ 281966 h 342621"/>
                <a:gd name="connsiteX486" fmla="*/ 396719 w 604915"/>
                <a:gd name="connsiteY486" fmla="*/ 280327 h 342621"/>
                <a:gd name="connsiteX487" fmla="*/ 399998 w 604915"/>
                <a:gd name="connsiteY487" fmla="*/ 278687 h 342621"/>
                <a:gd name="connsiteX488" fmla="*/ 403277 w 604915"/>
                <a:gd name="connsiteY488" fmla="*/ 280327 h 342621"/>
                <a:gd name="connsiteX489" fmla="*/ 406555 w 604915"/>
                <a:gd name="connsiteY489" fmla="*/ 275409 h 342621"/>
                <a:gd name="connsiteX490" fmla="*/ 401638 w 604915"/>
                <a:gd name="connsiteY490" fmla="*/ 275409 h 342621"/>
                <a:gd name="connsiteX491" fmla="*/ 399998 w 604915"/>
                <a:gd name="connsiteY491" fmla="*/ 272130 h 342621"/>
                <a:gd name="connsiteX492" fmla="*/ 399998 w 604915"/>
                <a:gd name="connsiteY492" fmla="*/ 268851 h 342621"/>
                <a:gd name="connsiteX493" fmla="*/ 399998 w 604915"/>
                <a:gd name="connsiteY493" fmla="*/ 267212 h 342621"/>
                <a:gd name="connsiteX494" fmla="*/ 396719 w 604915"/>
                <a:gd name="connsiteY494" fmla="*/ 270491 h 342621"/>
                <a:gd name="connsiteX495" fmla="*/ 396719 w 604915"/>
                <a:gd name="connsiteY495" fmla="*/ 272130 h 342621"/>
                <a:gd name="connsiteX496" fmla="*/ 393441 w 604915"/>
                <a:gd name="connsiteY496" fmla="*/ 270491 h 342621"/>
                <a:gd name="connsiteX497" fmla="*/ 388523 w 604915"/>
                <a:gd name="connsiteY497" fmla="*/ 268851 h 342621"/>
                <a:gd name="connsiteX498" fmla="*/ 386884 w 604915"/>
                <a:gd name="connsiteY498" fmla="*/ 265573 h 342621"/>
                <a:gd name="connsiteX499" fmla="*/ 381965 w 604915"/>
                <a:gd name="connsiteY499" fmla="*/ 267212 h 342621"/>
                <a:gd name="connsiteX500" fmla="*/ 378687 w 604915"/>
                <a:gd name="connsiteY500" fmla="*/ 268851 h 342621"/>
                <a:gd name="connsiteX501" fmla="*/ 375408 w 604915"/>
                <a:gd name="connsiteY501" fmla="*/ 268851 h 342621"/>
                <a:gd name="connsiteX502" fmla="*/ 370490 w 604915"/>
                <a:gd name="connsiteY502" fmla="*/ 267212 h 342621"/>
                <a:gd name="connsiteX503" fmla="*/ 367211 w 604915"/>
                <a:gd name="connsiteY503" fmla="*/ 268851 h 342621"/>
                <a:gd name="connsiteX504" fmla="*/ 363932 w 604915"/>
                <a:gd name="connsiteY504" fmla="*/ 268851 h 342621"/>
                <a:gd name="connsiteX505" fmla="*/ 360654 w 604915"/>
                <a:gd name="connsiteY505" fmla="*/ 270491 h 342621"/>
                <a:gd name="connsiteX506" fmla="*/ 355736 w 604915"/>
                <a:gd name="connsiteY506" fmla="*/ 268851 h 342621"/>
                <a:gd name="connsiteX507" fmla="*/ 352457 w 604915"/>
                <a:gd name="connsiteY507" fmla="*/ 265573 h 342621"/>
                <a:gd name="connsiteX508" fmla="*/ 349179 w 604915"/>
                <a:gd name="connsiteY508" fmla="*/ 263933 h 342621"/>
                <a:gd name="connsiteX509" fmla="*/ 345900 w 604915"/>
                <a:gd name="connsiteY509" fmla="*/ 262294 h 342621"/>
                <a:gd name="connsiteX510" fmla="*/ 342621 w 604915"/>
                <a:gd name="connsiteY510" fmla="*/ 262294 h 342621"/>
                <a:gd name="connsiteX511" fmla="*/ 339342 w 604915"/>
                <a:gd name="connsiteY511" fmla="*/ 259015 h 342621"/>
                <a:gd name="connsiteX512" fmla="*/ 336064 w 604915"/>
                <a:gd name="connsiteY512" fmla="*/ 260655 h 342621"/>
                <a:gd name="connsiteX513" fmla="*/ 339342 w 604915"/>
                <a:gd name="connsiteY513" fmla="*/ 259015 h 342621"/>
                <a:gd name="connsiteX514" fmla="*/ 342621 w 604915"/>
                <a:gd name="connsiteY514" fmla="*/ 257376 h 342621"/>
                <a:gd name="connsiteX515" fmla="*/ 342621 w 604915"/>
                <a:gd name="connsiteY515" fmla="*/ 254097 h 342621"/>
                <a:gd name="connsiteX516" fmla="*/ 339342 w 604915"/>
                <a:gd name="connsiteY516" fmla="*/ 254097 h 342621"/>
                <a:gd name="connsiteX517" fmla="*/ 336064 w 604915"/>
                <a:gd name="connsiteY517" fmla="*/ 252458 h 342621"/>
                <a:gd name="connsiteX518" fmla="*/ 332785 w 604915"/>
                <a:gd name="connsiteY518" fmla="*/ 252458 h 342621"/>
                <a:gd name="connsiteX519" fmla="*/ 329507 w 604915"/>
                <a:gd name="connsiteY519" fmla="*/ 252458 h 342621"/>
                <a:gd name="connsiteX520" fmla="*/ 326228 w 604915"/>
                <a:gd name="connsiteY520" fmla="*/ 249179 h 342621"/>
                <a:gd name="connsiteX521" fmla="*/ 329507 w 604915"/>
                <a:gd name="connsiteY521" fmla="*/ 249179 h 342621"/>
                <a:gd name="connsiteX522" fmla="*/ 334425 w 604915"/>
                <a:gd name="connsiteY522" fmla="*/ 249179 h 342621"/>
                <a:gd name="connsiteX523" fmla="*/ 337703 w 604915"/>
                <a:gd name="connsiteY523" fmla="*/ 250819 h 342621"/>
                <a:gd name="connsiteX524" fmla="*/ 339342 w 604915"/>
                <a:gd name="connsiteY524" fmla="*/ 250819 h 342621"/>
                <a:gd name="connsiteX525" fmla="*/ 342621 w 604915"/>
                <a:gd name="connsiteY525" fmla="*/ 250819 h 342621"/>
                <a:gd name="connsiteX526" fmla="*/ 345900 w 604915"/>
                <a:gd name="connsiteY526" fmla="*/ 250819 h 342621"/>
                <a:gd name="connsiteX527" fmla="*/ 349179 w 604915"/>
                <a:gd name="connsiteY527" fmla="*/ 252458 h 342621"/>
                <a:gd name="connsiteX528" fmla="*/ 354097 w 604915"/>
                <a:gd name="connsiteY528" fmla="*/ 252458 h 342621"/>
                <a:gd name="connsiteX529" fmla="*/ 357375 w 604915"/>
                <a:gd name="connsiteY529" fmla="*/ 252458 h 342621"/>
                <a:gd name="connsiteX530" fmla="*/ 357375 w 604915"/>
                <a:gd name="connsiteY530" fmla="*/ 250819 h 342621"/>
                <a:gd name="connsiteX531" fmla="*/ 360654 w 604915"/>
                <a:gd name="connsiteY531" fmla="*/ 247540 h 342621"/>
                <a:gd name="connsiteX532" fmla="*/ 363932 w 604915"/>
                <a:gd name="connsiteY532" fmla="*/ 245901 h 342621"/>
                <a:gd name="connsiteX533" fmla="*/ 363932 w 604915"/>
                <a:gd name="connsiteY533" fmla="*/ 245901 h 342621"/>
                <a:gd name="connsiteX534" fmla="*/ 360654 w 604915"/>
                <a:gd name="connsiteY534" fmla="*/ 245901 h 342621"/>
                <a:gd name="connsiteX535" fmla="*/ 357375 w 604915"/>
                <a:gd name="connsiteY535" fmla="*/ 249179 h 342621"/>
                <a:gd name="connsiteX536" fmla="*/ 354097 w 604915"/>
                <a:gd name="connsiteY536" fmla="*/ 249179 h 342621"/>
                <a:gd name="connsiteX537" fmla="*/ 349179 w 604915"/>
                <a:gd name="connsiteY537" fmla="*/ 247540 h 342621"/>
                <a:gd name="connsiteX538" fmla="*/ 345900 w 604915"/>
                <a:gd name="connsiteY538" fmla="*/ 247540 h 342621"/>
                <a:gd name="connsiteX539" fmla="*/ 342621 w 604915"/>
                <a:gd name="connsiteY539" fmla="*/ 245901 h 342621"/>
                <a:gd name="connsiteX540" fmla="*/ 340982 w 604915"/>
                <a:gd name="connsiteY540" fmla="*/ 242622 h 342621"/>
                <a:gd name="connsiteX541" fmla="*/ 339342 w 604915"/>
                <a:gd name="connsiteY541" fmla="*/ 237704 h 342621"/>
                <a:gd name="connsiteX542" fmla="*/ 340982 w 604915"/>
                <a:gd name="connsiteY542" fmla="*/ 234425 h 342621"/>
                <a:gd name="connsiteX543" fmla="*/ 339342 w 604915"/>
                <a:gd name="connsiteY543" fmla="*/ 231147 h 342621"/>
                <a:gd name="connsiteX544" fmla="*/ 336064 w 604915"/>
                <a:gd name="connsiteY544" fmla="*/ 227868 h 342621"/>
                <a:gd name="connsiteX545" fmla="*/ 337703 w 604915"/>
                <a:gd name="connsiteY545" fmla="*/ 231147 h 342621"/>
                <a:gd name="connsiteX546" fmla="*/ 337703 w 604915"/>
                <a:gd name="connsiteY546" fmla="*/ 231147 h 342621"/>
                <a:gd name="connsiteX547" fmla="*/ 339342 w 604915"/>
                <a:gd name="connsiteY547" fmla="*/ 234425 h 342621"/>
                <a:gd name="connsiteX548" fmla="*/ 336064 w 604915"/>
                <a:gd name="connsiteY548" fmla="*/ 237704 h 342621"/>
                <a:gd name="connsiteX549" fmla="*/ 339342 w 604915"/>
                <a:gd name="connsiteY549" fmla="*/ 242622 h 342621"/>
                <a:gd name="connsiteX550" fmla="*/ 337703 w 604915"/>
                <a:gd name="connsiteY550" fmla="*/ 245901 h 342621"/>
                <a:gd name="connsiteX551" fmla="*/ 334425 w 604915"/>
                <a:gd name="connsiteY551" fmla="*/ 245901 h 342621"/>
                <a:gd name="connsiteX552" fmla="*/ 329507 w 604915"/>
                <a:gd name="connsiteY552" fmla="*/ 245901 h 342621"/>
                <a:gd name="connsiteX553" fmla="*/ 326228 w 604915"/>
                <a:gd name="connsiteY553" fmla="*/ 245901 h 342621"/>
                <a:gd name="connsiteX554" fmla="*/ 326228 w 604915"/>
                <a:gd name="connsiteY554" fmla="*/ 242622 h 342621"/>
                <a:gd name="connsiteX555" fmla="*/ 326228 w 604915"/>
                <a:gd name="connsiteY555" fmla="*/ 239343 h 342621"/>
                <a:gd name="connsiteX556" fmla="*/ 322949 w 604915"/>
                <a:gd name="connsiteY556" fmla="*/ 240982 h 342621"/>
                <a:gd name="connsiteX557" fmla="*/ 322949 w 604915"/>
                <a:gd name="connsiteY557" fmla="*/ 244261 h 342621"/>
                <a:gd name="connsiteX558" fmla="*/ 319671 w 604915"/>
                <a:gd name="connsiteY558" fmla="*/ 247540 h 342621"/>
                <a:gd name="connsiteX559" fmla="*/ 318031 w 604915"/>
                <a:gd name="connsiteY559" fmla="*/ 247540 h 342621"/>
                <a:gd name="connsiteX560" fmla="*/ 314752 w 604915"/>
                <a:gd name="connsiteY560" fmla="*/ 245901 h 342621"/>
                <a:gd name="connsiteX561" fmla="*/ 311474 w 604915"/>
                <a:gd name="connsiteY561" fmla="*/ 245901 h 342621"/>
                <a:gd name="connsiteX562" fmla="*/ 306556 w 604915"/>
                <a:gd name="connsiteY562" fmla="*/ 247540 h 342621"/>
                <a:gd name="connsiteX563" fmla="*/ 303277 w 604915"/>
                <a:gd name="connsiteY563" fmla="*/ 249179 h 342621"/>
                <a:gd name="connsiteX564" fmla="*/ 299998 w 604915"/>
                <a:gd name="connsiteY564" fmla="*/ 250819 h 342621"/>
                <a:gd name="connsiteX565" fmla="*/ 301638 w 604915"/>
                <a:gd name="connsiteY565" fmla="*/ 255737 h 342621"/>
                <a:gd name="connsiteX566" fmla="*/ 296720 w 604915"/>
                <a:gd name="connsiteY566" fmla="*/ 259015 h 342621"/>
                <a:gd name="connsiteX567" fmla="*/ 296720 w 604915"/>
                <a:gd name="connsiteY567" fmla="*/ 262294 h 342621"/>
                <a:gd name="connsiteX568" fmla="*/ 295081 w 604915"/>
                <a:gd name="connsiteY568" fmla="*/ 267212 h 342621"/>
                <a:gd name="connsiteX569" fmla="*/ 291802 w 604915"/>
                <a:gd name="connsiteY569" fmla="*/ 270491 h 342621"/>
                <a:gd name="connsiteX570" fmla="*/ 291802 w 604915"/>
                <a:gd name="connsiteY570" fmla="*/ 268851 h 342621"/>
                <a:gd name="connsiteX571" fmla="*/ 290162 w 604915"/>
                <a:gd name="connsiteY571" fmla="*/ 265573 h 342621"/>
                <a:gd name="connsiteX572" fmla="*/ 286884 w 604915"/>
                <a:gd name="connsiteY572" fmla="*/ 262294 h 342621"/>
                <a:gd name="connsiteX573" fmla="*/ 283605 w 604915"/>
                <a:gd name="connsiteY573" fmla="*/ 259015 h 342621"/>
                <a:gd name="connsiteX574" fmla="*/ 283605 w 604915"/>
                <a:gd name="connsiteY574" fmla="*/ 259015 h 342621"/>
                <a:gd name="connsiteX575" fmla="*/ 281966 w 604915"/>
                <a:gd name="connsiteY575" fmla="*/ 255737 h 342621"/>
                <a:gd name="connsiteX576" fmla="*/ 278687 w 604915"/>
                <a:gd name="connsiteY576" fmla="*/ 257376 h 342621"/>
                <a:gd name="connsiteX577" fmla="*/ 280327 w 604915"/>
                <a:gd name="connsiteY577" fmla="*/ 262294 h 342621"/>
                <a:gd name="connsiteX578" fmla="*/ 285245 w 604915"/>
                <a:gd name="connsiteY578" fmla="*/ 263933 h 342621"/>
                <a:gd name="connsiteX579" fmla="*/ 288523 w 604915"/>
                <a:gd name="connsiteY579" fmla="*/ 267212 h 342621"/>
                <a:gd name="connsiteX580" fmla="*/ 291802 w 604915"/>
                <a:gd name="connsiteY580" fmla="*/ 270491 h 342621"/>
                <a:gd name="connsiteX581" fmla="*/ 291802 w 604915"/>
                <a:gd name="connsiteY581" fmla="*/ 270491 h 342621"/>
                <a:gd name="connsiteX582" fmla="*/ 290162 w 604915"/>
                <a:gd name="connsiteY582" fmla="*/ 272130 h 342621"/>
                <a:gd name="connsiteX583" fmla="*/ 286884 w 604915"/>
                <a:gd name="connsiteY583" fmla="*/ 275409 h 342621"/>
                <a:gd name="connsiteX584" fmla="*/ 285245 w 604915"/>
                <a:gd name="connsiteY584" fmla="*/ 278687 h 342621"/>
                <a:gd name="connsiteX585" fmla="*/ 280327 w 604915"/>
                <a:gd name="connsiteY585" fmla="*/ 281966 h 342621"/>
                <a:gd name="connsiteX586" fmla="*/ 277048 w 604915"/>
                <a:gd name="connsiteY586" fmla="*/ 285245 h 342621"/>
                <a:gd name="connsiteX587" fmla="*/ 273769 w 604915"/>
                <a:gd name="connsiteY587" fmla="*/ 288523 h 342621"/>
                <a:gd name="connsiteX588" fmla="*/ 270491 w 604915"/>
                <a:gd name="connsiteY588" fmla="*/ 290163 h 342621"/>
                <a:gd name="connsiteX589" fmla="*/ 273769 w 604915"/>
                <a:gd name="connsiteY589" fmla="*/ 286884 h 342621"/>
                <a:gd name="connsiteX590" fmla="*/ 277048 w 604915"/>
                <a:gd name="connsiteY590" fmla="*/ 283605 h 342621"/>
                <a:gd name="connsiteX591" fmla="*/ 278687 w 604915"/>
                <a:gd name="connsiteY591" fmla="*/ 281966 h 342621"/>
                <a:gd name="connsiteX592" fmla="*/ 280327 w 604915"/>
                <a:gd name="connsiteY592" fmla="*/ 278687 h 342621"/>
                <a:gd name="connsiteX593" fmla="*/ 277048 w 604915"/>
                <a:gd name="connsiteY593" fmla="*/ 280327 h 342621"/>
                <a:gd name="connsiteX594" fmla="*/ 273769 w 604915"/>
                <a:gd name="connsiteY594" fmla="*/ 283605 h 342621"/>
                <a:gd name="connsiteX595" fmla="*/ 270491 w 604915"/>
                <a:gd name="connsiteY595" fmla="*/ 285245 h 342621"/>
                <a:gd name="connsiteX596" fmla="*/ 272130 w 604915"/>
                <a:gd name="connsiteY596" fmla="*/ 288523 h 342621"/>
                <a:gd name="connsiteX597" fmla="*/ 267212 w 604915"/>
                <a:gd name="connsiteY597" fmla="*/ 288523 h 342621"/>
                <a:gd name="connsiteX598" fmla="*/ 265572 w 604915"/>
                <a:gd name="connsiteY598" fmla="*/ 283605 h 342621"/>
                <a:gd name="connsiteX599" fmla="*/ 263933 w 604915"/>
                <a:gd name="connsiteY599" fmla="*/ 288523 h 342621"/>
                <a:gd name="connsiteX600" fmla="*/ 263933 w 604915"/>
                <a:gd name="connsiteY600" fmla="*/ 291802 h 342621"/>
                <a:gd name="connsiteX601" fmla="*/ 268851 w 604915"/>
                <a:gd name="connsiteY601" fmla="*/ 291802 h 342621"/>
                <a:gd name="connsiteX602" fmla="*/ 265572 w 604915"/>
                <a:gd name="connsiteY602" fmla="*/ 295081 h 342621"/>
                <a:gd name="connsiteX603" fmla="*/ 268851 w 604915"/>
                <a:gd name="connsiteY603" fmla="*/ 296720 h 342621"/>
                <a:gd name="connsiteX604" fmla="*/ 270491 w 604915"/>
                <a:gd name="connsiteY604" fmla="*/ 298359 h 342621"/>
                <a:gd name="connsiteX605" fmla="*/ 270491 w 604915"/>
                <a:gd name="connsiteY605" fmla="*/ 301638 h 342621"/>
                <a:gd name="connsiteX606" fmla="*/ 270491 w 604915"/>
                <a:gd name="connsiteY606" fmla="*/ 304917 h 342621"/>
                <a:gd name="connsiteX607" fmla="*/ 270491 w 604915"/>
                <a:gd name="connsiteY607" fmla="*/ 306556 h 342621"/>
                <a:gd name="connsiteX608" fmla="*/ 267212 w 604915"/>
                <a:gd name="connsiteY608" fmla="*/ 308195 h 342621"/>
                <a:gd name="connsiteX609" fmla="*/ 268851 w 604915"/>
                <a:gd name="connsiteY609" fmla="*/ 304917 h 342621"/>
                <a:gd name="connsiteX610" fmla="*/ 267212 w 604915"/>
                <a:gd name="connsiteY610" fmla="*/ 301638 h 342621"/>
                <a:gd name="connsiteX611" fmla="*/ 265572 w 604915"/>
                <a:gd name="connsiteY611" fmla="*/ 299999 h 342621"/>
                <a:gd name="connsiteX612" fmla="*/ 263933 w 604915"/>
                <a:gd name="connsiteY612" fmla="*/ 299999 h 342621"/>
                <a:gd name="connsiteX613" fmla="*/ 262294 w 604915"/>
                <a:gd name="connsiteY613" fmla="*/ 298359 h 342621"/>
                <a:gd name="connsiteX614" fmla="*/ 260654 w 604915"/>
                <a:gd name="connsiteY614" fmla="*/ 298359 h 342621"/>
                <a:gd name="connsiteX615" fmla="*/ 259015 w 604915"/>
                <a:gd name="connsiteY615" fmla="*/ 298359 h 342621"/>
                <a:gd name="connsiteX616" fmla="*/ 255737 w 604915"/>
                <a:gd name="connsiteY616" fmla="*/ 298359 h 342621"/>
                <a:gd name="connsiteX617" fmla="*/ 252458 w 604915"/>
                <a:gd name="connsiteY617" fmla="*/ 298359 h 342621"/>
                <a:gd name="connsiteX618" fmla="*/ 252458 w 604915"/>
                <a:gd name="connsiteY618" fmla="*/ 298359 h 342621"/>
                <a:gd name="connsiteX619" fmla="*/ 250818 w 604915"/>
                <a:gd name="connsiteY619" fmla="*/ 298359 h 342621"/>
                <a:gd name="connsiteX620" fmla="*/ 249179 w 604915"/>
                <a:gd name="connsiteY620" fmla="*/ 299999 h 342621"/>
                <a:gd name="connsiteX621" fmla="*/ 247540 w 604915"/>
                <a:gd name="connsiteY621" fmla="*/ 301638 h 342621"/>
                <a:gd name="connsiteX622" fmla="*/ 244261 w 604915"/>
                <a:gd name="connsiteY622" fmla="*/ 301638 h 342621"/>
                <a:gd name="connsiteX623" fmla="*/ 244261 w 604915"/>
                <a:gd name="connsiteY623" fmla="*/ 303277 h 342621"/>
                <a:gd name="connsiteX624" fmla="*/ 240982 w 604915"/>
                <a:gd name="connsiteY624" fmla="*/ 303277 h 342621"/>
                <a:gd name="connsiteX625" fmla="*/ 237704 w 604915"/>
                <a:gd name="connsiteY625" fmla="*/ 303277 h 342621"/>
                <a:gd name="connsiteX626" fmla="*/ 236064 w 604915"/>
                <a:gd name="connsiteY626" fmla="*/ 306556 h 342621"/>
                <a:gd name="connsiteX627" fmla="*/ 236064 w 604915"/>
                <a:gd name="connsiteY627" fmla="*/ 306556 h 342621"/>
                <a:gd name="connsiteX628" fmla="*/ 231147 w 604915"/>
                <a:gd name="connsiteY628" fmla="*/ 306556 h 342621"/>
                <a:gd name="connsiteX629" fmla="*/ 227868 w 604915"/>
                <a:gd name="connsiteY629" fmla="*/ 304917 h 342621"/>
                <a:gd name="connsiteX630" fmla="*/ 224589 w 604915"/>
                <a:gd name="connsiteY630" fmla="*/ 303277 h 342621"/>
                <a:gd name="connsiteX631" fmla="*/ 219671 w 604915"/>
                <a:gd name="connsiteY631" fmla="*/ 301638 h 342621"/>
                <a:gd name="connsiteX632" fmla="*/ 216392 w 604915"/>
                <a:gd name="connsiteY632" fmla="*/ 296720 h 342621"/>
                <a:gd name="connsiteX633" fmla="*/ 216392 w 604915"/>
                <a:gd name="connsiteY633" fmla="*/ 296720 h 342621"/>
                <a:gd name="connsiteX634" fmla="*/ 216392 w 604915"/>
                <a:gd name="connsiteY634" fmla="*/ 295081 h 342621"/>
                <a:gd name="connsiteX635" fmla="*/ 218032 w 604915"/>
                <a:gd name="connsiteY635" fmla="*/ 295081 h 342621"/>
                <a:gd name="connsiteX636" fmla="*/ 221310 w 604915"/>
                <a:gd name="connsiteY636" fmla="*/ 293441 h 342621"/>
                <a:gd name="connsiteX637" fmla="*/ 222950 w 604915"/>
                <a:gd name="connsiteY637" fmla="*/ 295081 h 342621"/>
                <a:gd name="connsiteX638" fmla="*/ 224589 w 604915"/>
                <a:gd name="connsiteY638" fmla="*/ 295081 h 342621"/>
                <a:gd name="connsiteX639" fmla="*/ 227868 w 604915"/>
                <a:gd name="connsiteY639" fmla="*/ 293441 h 342621"/>
                <a:gd name="connsiteX640" fmla="*/ 227868 w 604915"/>
                <a:gd name="connsiteY640" fmla="*/ 290163 h 342621"/>
                <a:gd name="connsiteX641" fmla="*/ 226228 w 604915"/>
                <a:gd name="connsiteY641" fmla="*/ 285245 h 342621"/>
                <a:gd name="connsiteX642" fmla="*/ 227868 w 604915"/>
                <a:gd name="connsiteY642" fmla="*/ 285245 h 342621"/>
                <a:gd name="connsiteX643" fmla="*/ 227868 w 604915"/>
                <a:gd name="connsiteY643" fmla="*/ 285245 h 342621"/>
                <a:gd name="connsiteX644" fmla="*/ 229507 w 604915"/>
                <a:gd name="connsiteY644" fmla="*/ 283605 h 342621"/>
                <a:gd name="connsiteX645" fmla="*/ 232786 w 604915"/>
                <a:gd name="connsiteY645" fmla="*/ 281966 h 342621"/>
                <a:gd name="connsiteX646" fmla="*/ 234425 w 604915"/>
                <a:gd name="connsiteY646" fmla="*/ 277048 h 342621"/>
                <a:gd name="connsiteX647" fmla="*/ 236064 w 604915"/>
                <a:gd name="connsiteY647" fmla="*/ 273769 h 342621"/>
                <a:gd name="connsiteX648" fmla="*/ 239343 w 604915"/>
                <a:gd name="connsiteY648" fmla="*/ 273769 h 342621"/>
                <a:gd name="connsiteX649" fmla="*/ 239343 w 604915"/>
                <a:gd name="connsiteY649" fmla="*/ 270491 h 342621"/>
                <a:gd name="connsiteX650" fmla="*/ 242622 w 604915"/>
                <a:gd name="connsiteY650" fmla="*/ 267212 h 342621"/>
                <a:gd name="connsiteX651" fmla="*/ 240982 w 604915"/>
                <a:gd name="connsiteY651" fmla="*/ 262294 h 342621"/>
                <a:gd name="connsiteX652" fmla="*/ 239343 w 604915"/>
                <a:gd name="connsiteY652" fmla="*/ 259015 h 342621"/>
                <a:gd name="connsiteX653" fmla="*/ 239343 w 604915"/>
                <a:gd name="connsiteY653" fmla="*/ 257376 h 342621"/>
                <a:gd name="connsiteX654" fmla="*/ 239343 w 604915"/>
                <a:gd name="connsiteY654" fmla="*/ 254097 h 342621"/>
                <a:gd name="connsiteX655" fmla="*/ 239343 w 604915"/>
                <a:gd name="connsiteY655" fmla="*/ 252458 h 342621"/>
                <a:gd name="connsiteX656" fmla="*/ 242622 w 604915"/>
                <a:gd name="connsiteY656" fmla="*/ 250819 h 342621"/>
                <a:gd name="connsiteX657" fmla="*/ 245901 w 604915"/>
                <a:gd name="connsiteY657" fmla="*/ 249179 h 342621"/>
                <a:gd name="connsiteX658" fmla="*/ 247540 w 604915"/>
                <a:gd name="connsiteY658" fmla="*/ 252458 h 342621"/>
                <a:gd name="connsiteX659" fmla="*/ 249179 w 604915"/>
                <a:gd name="connsiteY659" fmla="*/ 255737 h 342621"/>
                <a:gd name="connsiteX660" fmla="*/ 252458 w 604915"/>
                <a:gd name="connsiteY660" fmla="*/ 252458 h 342621"/>
                <a:gd name="connsiteX661" fmla="*/ 252458 w 604915"/>
                <a:gd name="connsiteY661" fmla="*/ 252458 h 342621"/>
                <a:gd name="connsiteX662" fmla="*/ 255737 w 604915"/>
                <a:gd name="connsiteY662" fmla="*/ 252458 h 342621"/>
                <a:gd name="connsiteX663" fmla="*/ 259015 w 604915"/>
                <a:gd name="connsiteY663" fmla="*/ 255737 h 342621"/>
                <a:gd name="connsiteX664" fmla="*/ 263933 w 604915"/>
                <a:gd name="connsiteY664" fmla="*/ 255737 h 342621"/>
                <a:gd name="connsiteX665" fmla="*/ 263933 w 604915"/>
                <a:gd name="connsiteY665" fmla="*/ 254097 h 342621"/>
                <a:gd name="connsiteX666" fmla="*/ 267212 w 604915"/>
                <a:gd name="connsiteY666" fmla="*/ 254097 h 342621"/>
                <a:gd name="connsiteX667" fmla="*/ 270491 w 604915"/>
                <a:gd name="connsiteY667" fmla="*/ 259015 h 342621"/>
                <a:gd name="connsiteX668" fmla="*/ 273769 w 604915"/>
                <a:gd name="connsiteY668" fmla="*/ 257376 h 342621"/>
                <a:gd name="connsiteX669" fmla="*/ 273769 w 604915"/>
                <a:gd name="connsiteY669" fmla="*/ 257376 h 342621"/>
                <a:gd name="connsiteX670" fmla="*/ 277048 w 604915"/>
                <a:gd name="connsiteY670" fmla="*/ 257376 h 342621"/>
                <a:gd name="connsiteX671" fmla="*/ 278687 w 604915"/>
                <a:gd name="connsiteY671" fmla="*/ 255737 h 342621"/>
                <a:gd name="connsiteX672" fmla="*/ 278687 w 604915"/>
                <a:gd name="connsiteY672" fmla="*/ 255737 h 342621"/>
                <a:gd name="connsiteX673" fmla="*/ 275408 w 604915"/>
                <a:gd name="connsiteY673" fmla="*/ 254097 h 342621"/>
                <a:gd name="connsiteX674" fmla="*/ 273769 w 604915"/>
                <a:gd name="connsiteY674" fmla="*/ 252458 h 342621"/>
                <a:gd name="connsiteX675" fmla="*/ 270491 w 604915"/>
                <a:gd name="connsiteY675" fmla="*/ 250819 h 342621"/>
                <a:gd name="connsiteX676" fmla="*/ 270491 w 604915"/>
                <a:gd name="connsiteY676" fmla="*/ 249179 h 342621"/>
                <a:gd name="connsiteX677" fmla="*/ 272130 w 604915"/>
                <a:gd name="connsiteY677" fmla="*/ 247540 h 342621"/>
                <a:gd name="connsiteX678" fmla="*/ 272130 w 604915"/>
                <a:gd name="connsiteY678" fmla="*/ 244261 h 342621"/>
                <a:gd name="connsiteX679" fmla="*/ 272130 w 604915"/>
                <a:gd name="connsiteY679" fmla="*/ 240982 h 342621"/>
                <a:gd name="connsiteX680" fmla="*/ 272130 w 604915"/>
                <a:gd name="connsiteY680" fmla="*/ 240982 h 342621"/>
                <a:gd name="connsiteX681" fmla="*/ 272130 w 604915"/>
                <a:gd name="connsiteY681" fmla="*/ 239343 h 342621"/>
                <a:gd name="connsiteX682" fmla="*/ 268851 w 604915"/>
                <a:gd name="connsiteY682" fmla="*/ 236065 h 342621"/>
                <a:gd name="connsiteX683" fmla="*/ 265572 w 604915"/>
                <a:gd name="connsiteY683" fmla="*/ 236065 h 342621"/>
                <a:gd name="connsiteX684" fmla="*/ 260654 w 604915"/>
                <a:gd name="connsiteY684" fmla="*/ 234425 h 342621"/>
                <a:gd name="connsiteX685" fmla="*/ 257376 w 604915"/>
                <a:gd name="connsiteY685" fmla="*/ 229507 h 342621"/>
                <a:gd name="connsiteX686" fmla="*/ 255737 w 604915"/>
                <a:gd name="connsiteY686" fmla="*/ 226229 h 342621"/>
                <a:gd name="connsiteX687" fmla="*/ 255737 w 604915"/>
                <a:gd name="connsiteY687" fmla="*/ 222950 h 342621"/>
                <a:gd name="connsiteX688" fmla="*/ 257376 w 604915"/>
                <a:gd name="connsiteY688" fmla="*/ 219671 h 342621"/>
                <a:gd name="connsiteX689" fmla="*/ 254097 w 604915"/>
                <a:gd name="connsiteY689" fmla="*/ 214753 h 342621"/>
                <a:gd name="connsiteX690" fmla="*/ 250818 w 604915"/>
                <a:gd name="connsiteY690" fmla="*/ 216392 h 342621"/>
                <a:gd name="connsiteX691" fmla="*/ 247540 w 604915"/>
                <a:gd name="connsiteY691" fmla="*/ 213114 h 342621"/>
                <a:gd name="connsiteX692" fmla="*/ 244261 w 604915"/>
                <a:gd name="connsiteY692" fmla="*/ 209835 h 342621"/>
                <a:gd name="connsiteX693" fmla="*/ 240982 w 604915"/>
                <a:gd name="connsiteY693" fmla="*/ 208196 h 342621"/>
                <a:gd name="connsiteX694" fmla="*/ 240982 w 604915"/>
                <a:gd name="connsiteY694" fmla="*/ 204917 h 342621"/>
                <a:gd name="connsiteX695" fmla="*/ 242622 w 604915"/>
                <a:gd name="connsiteY695" fmla="*/ 203278 h 342621"/>
                <a:gd name="connsiteX696" fmla="*/ 242622 w 604915"/>
                <a:gd name="connsiteY696" fmla="*/ 199999 h 342621"/>
                <a:gd name="connsiteX697" fmla="*/ 242622 w 604915"/>
                <a:gd name="connsiteY697" fmla="*/ 196720 h 342621"/>
                <a:gd name="connsiteX698" fmla="*/ 240982 w 604915"/>
                <a:gd name="connsiteY698" fmla="*/ 195081 h 342621"/>
                <a:gd name="connsiteX699" fmla="*/ 240982 w 604915"/>
                <a:gd name="connsiteY699" fmla="*/ 191802 h 342621"/>
                <a:gd name="connsiteX700" fmla="*/ 237704 w 604915"/>
                <a:gd name="connsiteY700" fmla="*/ 186885 h 342621"/>
                <a:gd name="connsiteX701" fmla="*/ 232786 w 604915"/>
                <a:gd name="connsiteY701" fmla="*/ 190163 h 342621"/>
                <a:gd name="connsiteX702" fmla="*/ 229507 w 604915"/>
                <a:gd name="connsiteY702" fmla="*/ 186885 h 342621"/>
                <a:gd name="connsiteX703" fmla="*/ 227868 w 604915"/>
                <a:gd name="connsiteY703" fmla="*/ 183606 h 342621"/>
                <a:gd name="connsiteX704" fmla="*/ 224589 w 604915"/>
                <a:gd name="connsiteY704" fmla="*/ 181966 h 342621"/>
                <a:gd name="connsiteX705" fmla="*/ 221310 w 604915"/>
                <a:gd name="connsiteY705" fmla="*/ 180327 h 342621"/>
                <a:gd name="connsiteX706" fmla="*/ 218032 w 604915"/>
                <a:gd name="connsiteY706" fmla="*/ 180327 h 342621"/>
                <a:gd name="connsiteX707" fmla="*/ 214753 w 604915"/>
                <a:gd name="connsiteY707" fmla="*/ 183606 h 342621"/>
                <a:gd name="connsiteX708" fmla="*/ 214753 w 604915"/>
                <a:gd name="connsiteY708" fmla="*/ 183606 h 342621"/>
                <a:gd name="connsiteX709" fmla="*/ 213114 w 604915"/>
                <a:gd name="connsiteY709" fmla="*/ 180327 h 342621"/>
                <a:gd name="connsiteX710" fmla="*/ 209835 w 604915"/>
                <a:gd name="connsiteY710" fmla="*/ 180327 h 342621"/>
                <a:gd name="connsiteX711" fmla="*/ 209835 w 604915"/>
                <a:gd name="connsiteY711" fmla="*/ 177048 h 342621"/>
                <a:gd name="connsiteX712" fmla="*/ 204917 w 604915"/>
                <a:gd name="connsiteY712" fmla="*/ 178688 h 342621"/>
                <a:gd name="connsiteX713" fmla="*/ 201638 w 604915"/>
                <a:gd name="connsiteY713" fmla="*/ 177048 h 342621"/>
                <a:gd name="connsiteX714" fmla="*/ 198360 w 604915"/>
                <a:gd name="connsiteY714" fmla="*/ 173770 h 342621"/>
                <a:gd name="connsiteX715" fmla="*/ 195081 w 604915"/>
                <a:gd name="connsiteY715" fmla="*/ 172130 h 342621"/>
                <a:gd name="connsiteX716" fmla="*/ 191802 w 604915"/>
                <a:gd name="connsiteY716" fmla="*/ 168852 h 342621"/>
                <a:gd name="connsiteX717" fmla="*/ 190163 w 604915"/>
                <a:gd name="connsiteY717" fmla="*/ 168852 h 342621"/>
                <a:gd name="connsiteX718" fmla="*/ 190163 w 604915"/>
                <a:gd name="connsiteY718" fmla="*/ 167212 h 342621"/>
                <a:gd name="connsiteX719" fmla="*/ 190163 w 604915"/>
                <a:gd name="connsiteY719" fmla="*/ 167212 h 342621"/>
                <a:gd name="connsiteX720" fmla="*/ 190163 w 604915"/>
                <a:gd name="connsiteY720" fmla="*/ 167212 h 342621"/>
                <a:gd name="connsiteX721" fmla="*/ 188524 w 604915"/>
                <a:gd name="connsiteY721" fmla="*/ 167212 h 342621"/>
                <a:gd name="connsiteX722" fmla="*/ 185245 w 604915"/>
                <a:gd name="connsiteY722" fmla="*/ 167212 h 342621"/>
                <a:gd name="connsiteX723" fmla="*/ 181966 w 604915"/>
                <a:gd name="connsiteY723" fmla="*/ 167212 h 342621"/>
                <a:gd name="connsiteX724" fmla="*/ 180327 w 604915"/>
                <a:gd name="connsiteY724" fmla="*/ 167212 h 342621"/>
                <a:gd name="connsiteX725" fmla="*/ 177048 w 604915"/>
                <a:gd name="connsiteY725" fmla="*/ 167212 h 342621"/>
                <a:gd name="connsiteX726" fmla="*/ 175409 w 604915"/>
                <a:gd name="connsiteY726" fmla="*/ 168852 h 342621"/>
                <a:gd name="connsiteX727" fmla="*/ 175409 w 604915"/>
                <a:gd name="connsiteY727" fmla="*/ 168852 h 342621"/>
                <a:gd name="connsiteX728" fmla="*/ 170491 w 604915"/>
                <a:gd name="connsiteY728" fmla="*/ 170491 h 342621"/>
                <a:gd name="connsiteX729" fmla="*/ 170491 w 604915"/>
                <a:gd name="connsiteY729" fmla="*/ 170491 h 342621"/>
                <a:gd name="connsiteX730" fmla="*/ 165573 w 604915"/>
                <a:gd name="connsiteY730" fmla="*/ 170491 h 342621"/>
                <a:gd name="connsiteX731" fmla="*/ 163934 w 604915"/>
                <a:gd name="connsiteY731" fmla="*/ 172130 h 342621"/>
                <a:gd name="connsiteX732" fmla="*/ 160655 w 604915"/>
                <a:gd name="connsiteY732" fmla="*/ 170491 h 342621"/>
                <a:gd name="connsiteX733" fmla="*/ 157376 w 604915"/>
                <a:gd name="connsiteY733" fmla="*/ 170491 h 342621"/>
                <a:gd name="connsiteX734" fmla="*/ 157376 w 604915"/>
                <a:gd name="connsiteY734" fmla="*/ 175409 h 342621"/>
                <a:gd name="connsiteX735" fmla="*/ 155737 w 604915"/>
                <a:gd name="connsiteY735" fmla="*/ 173770 h 342621"/>
                <a:gd name="connsiteX736" fmla="*/ 152458 w 604915"/>
                <a:gd name="connsiteY736" fmla="*/ 175409 h 342621"/>
                <a:gd name="connsiteX737" fmla="*/ 152458 w 604915"/>
                <a:gd name="connsiteY737" fmla="*/ 175409 h 342621"/>
                <a:gd name="connsiteX738" fmla="*/ 152458 w 604915"/>
                <a:gd name="connsiteY738" fmla="*/ 175409 h 342621"/>
                <a:gd name="connsiteX739" fmla="*/ 149180 w 604915"/>
                <a:gd name="connsiteY739" fmla="*/ 178688 h 342621"/>
                <a:gd name="connsiteX740" fmla="*/ 145901 w 604915"/>
                <a:gd name="connsiteY740" fmla="*/ 178688 h 342621"/>
                <a:gd name="connsiteX741" fmla="*/ 142622 w 604915"/>
                <a:gd name="connsiteY741" fmla="*/ 178688 h 342621"/>
                <a:gd name="connsiteX742" fmla="*/ 142622 w 604915"/>
                <a:gd name="connsiteY742" fmla="*/ 180327 h 342621"/>
                <a:gd name="connsiteX743" fmla="*/ 140983 w 604915"/>
                <a:gd name="connsiteY743" fmla="*/ 183606 h 342621"/>
                <a:gd name="connsiteX744" fmla="*/ 137704 w 604915"/>
                <a:gd name="connsiteY744" fmla="*/ 186885 h 342621"/>
                <a:gd name="connsiteX745" fmla="*/ 136065 w 604915"/>
                <a:gd name="connsiteY745" fmla="*/ 188524 h 342621"/>
                <a:gd name="connsiteX746" fmla="*/ 134425 w 604915"/>
                <a:gd name="connsiteY746" fmla="*/ 188524 h 342621"/>
                <a:gd name="connsiteX747" fmla="*/ 132786 w 604915"/>
                <a:gd name="connsiteY747" fmla="*/ 188524 h 342621"/>
                <a:gd name="connsiteX748" fmla="*/ 131147 w 604915"/>
                <a:gd name="connsiteY748" fmla="*/ 188524 h 342621"/>
                <a:gd name="connsiteX749" fmla="*/ 126229 w 604915"/>
                <a:gd name="connsiteY749" fmla="*/ 188524 h 342621"/>
                <a:gd name="connsiteX750" fmla="*/ 122950 w 604915"/>
                <a:gd name="connsiteY750" fmla="*/ 190163 h 342621"/>
                <a:gd name="connsiteX751" fmla="*/ 119671 w 604915"/>
                <a:gd name="connsiteY751" fmla="*/ 190163 h 342621"/>
                <a:gd name="connsiteX752" fmla="*/ 116393 w 604915"/>
                <a:gd name="connsiteY752" fmla="*/ 190163 h 342621"/>
                <a:gd name="connsiteX753" fmla="*/ 113114 w 604915"/>
                <a:gd name="connsiteY753" fmla="*/ 190163 h 342621"/>
                <a:gd name="connsiteX754" fmla="*/ 108196 w 604915"/>
                <a:gd name="connsiteY754" fmla="*/ 190163 h 342621"/>
                <a:gd name="connsiteX755" fmla="*/ 104917 w 604915"/>
                <a:gd name="connsiteY755" fmla="*/ 193442 h 342621"/>
                <a:gd name="connsiteX756" fmla="*/ 103278 w 604915"/>
                <a:gd name="connsiteY756" fmla="*/ 198360 h 342621"/>
                <a:gd name="connsiteX757" fmla="*/ 98360 w 604915"/>
                <a:gd name="connsiteY757" fmla="*/ 198360 h 342621"/>
                <a:gd name="connsiteX758" fmla="*/ 98360 w 604915"/>
                <a:gd name="connsiteY758" fmla="*/ 198360 h 342621"/>
                <a:gd name="connsiteX759" fmla="*/ 96721 w 604915"/>
                <a:gd name="connsiteY759" fmla="*/ 199999 h 342621"/>
                <a:gd name="connsiteX760" fmla="*/ 95081 w 604915"/>
                <a:gd name="connsiteY760" fmla="*/ 198360 h 342621"/>
                <a:gd name="connsiteX761" fmla="*/ 91803 w 604915"/>
                <a:gd name="connsiteY761" fmla="*/ 195081 h 342621"/>
                <a:gd name="connsiteX762" fmla="*/ 86885 w 604915"/>
                <a:gd name="connsiteY762" fmla="*/ 193442 h 342621"/>
                <a:gd name="connsiteX763" fmla="*/ 83606 w 604915"/>
                <a:gd name="connsiteY763" fmla="*/ 188524 h 342621"/>
                <a:gd name="connsiteX764" fmla="*/ 81967 w 604915"/>
                <a:gd name="connsiteY764" fmla="*/ 188524 h 342621"/>
                <a:gd name="connsiteX765" fmla="*/ 78688 w 604915"/>
                <a:gd name="connsiteY765" fmla="*/ 188524 h 342621"/>
                <a:gd name="connsiteX766" fmla="*/ 73770 w 604915"/>
                <a:gd name="connsiteY766" fmla="*/ 190163 h 342621"/>
                <a:gd name="connsiteX767" fmla="*/ 70491 w 604915"/>
                <a:gd name="connsiteY767" fmla="*/ 190163 h 342621"/>
                <a:gd name="connsiteX768" fmla="*/ 70491 w 604915"/>
                <a:gd name="connsiteY768" fmla="*/ 190163 h 342621"/>
                <a:gd name="connsiteX769" fmla="*/ 65573 w 604915"/>
                <a:gd name="connsiteY769" fmla="*/ 188524 h 342621"/>
                <a:gd name="connsiteX770" fmla="*/ 62295 w 604915"/>
                <a:gd name="connsiteY770" fmla="*/ 188524 h 342621"/>
                <a:gd name="connsiteX771" fmla="*/ 60655 w 604915"/>
                <a:gd name="connsiteY771" fmla="*/ 190163 h 342621"/>
                <a:gd name="connsiteX772" fmla="*/ 57377 w 604915"/>
                <a:gd name="connsiteY772" fmla="*/ 188524 h 342621"/>
                <a:gd name="connsiteX773" fmla="*/ 55737 w 604915"/>
                <a:gd name="connsiteY773" fmla="*/ 188524 h 342621"/>
                <a:gd name="connsiteX774" fmla="*/ 50820 w 604915"/>
                <a:gd name="connsiteY774" fmla="*/ 186885 h 342621"/>
                <a:gd name="connsiteX775" fmla="*/ 49180 w 604915"/>
                <a:gd name="connsiteY775" fmla="*/ 186885 h 342621"/>
                <a:gd name="connsiteX776" fmla="*/ 47541 w 604915"/>
                <a:gd name="connsiteY776" fmla="*/ 186885 h 342621"/>
                <a:gd name="connsiteX777" fmla="*/ 44262 w 604915"/>
                <a:gd name="connsiteY777" fmla="*/ 186885 h 342621"/>
                <a:gd name="connsiteX778" fmla="*/ 40983 w 604915"/>
                <a:gd name="connsiteY778" fmla="*/ 185245 h 342621"/>
                <a:gd name="connsiteX779" fmla="*/ 37705 w 604915"/>
                <a:gd name="connsiteY779" fmla="*/ 183606 h 342621"/>
                <a:gd name="connsiteX780" fmla="*/ 34426 w 604915"/>
                <a:gd name="connsiteY780" fmla="*/ 183606 h 342621"/>
                <a:gd name="connsiteX781" fmla="*/ 29508 w 604915"/>
                <a:gd name="connsiteY781" fmla="*/ 186885 h 342621"/>
                <a:gd name="connsiteX782" fmla="*/ 26229 w 604915"/>
                <a:gd name="connsiteY782" fmla="*/ 188524 h 342621"/>
                <a:gd name="connsiteX783" fmla="*/ 26229 w 604915"/>
                <a:gd name="connsiteY783" fmla="*/ 185245 h 342621"/>
                <a:gd name="connsiteX784" fmla="*/ 24590 w 604915"/>
                <a:gd name="connsiteY784" fmla="*/ 183606 h 342621"/>
                <a:gd name="connsiteX785" fmla="*/ 22951 w 604915"/>
                <a:gd name="connsiteY785" fmla="*/ 181966 h 342621"/>
                <a:gd name="connsiteX786" fmla="*/ 19672 w 604915"/>
                <a:gd name="connsiteY786" fmla="*/ 181966 h 342621"/>
                <a:gd name="connsiteX787" fmla="*/ 16393 w 604915"/>
                <a:gd name="connsiteY787" fmla="*/ 181966 h 342621"/>
                <a:gd name="connsiteX788" fmla="*/ 14754 w 604915"/>
                <a:gd name="connsiteY788" fmla="*/ 180327 h 342621"/>
                <a:gd name="connsiteX789" fmla="*/ 11475 w 604915"/>
                <a:gd name="connsiteY789" fmla="*/ 177048 h 342621"/>
                <a:gd name="connsiteX790" fmla="*/ 8197 w 604915"/>
                <a:gd name="connsiteY790" fmla="*/ 175409 h 342621"/>
                <a:gd name="connsiteX791" fmla="*/ 6557 w 604915"/>
                <a:gd name="connsiteY791" fmla="*/ 172130 h 342621"/>
                <a:gd name="connsiteX792" fmla="*/ 4918 w 604915"/>
                <a:gd name="connsiteY792" fmla="*/ 172130 h 342621"/>
                <a:gd name="connsiteX793" fmla="*/ 3278 w 604915"/>
                <a:gd name="connsiteY793" fmla="*/ 170491 h 342621"/>
                <a:gd name="connsiteX794" fmla="*/ 1639 w 604915"/>
                <a:gd name="connsiteY794" fmla="*/ 168852 h 342621"/>
                <a:gd name="connsiteX795" fmla="*/ 1639 w 604915"/>
                <a:gd name="connsiteY795" fmla="*/ 168852 h 342621"/>
                <a:gd name="connsiteX796" fmla="*/ 0 w 604915"/>
                <a:gd name="connsiteY796" fmla="*/ 168852 h 342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</a:cxnLst>
              <a:rect l="l" t="t" r="r" b="b"/>
              <a:pathLst>
                <a:path w="604915" h="342621">
                  <a:moveTo>
                    <a:pt x="0" y="168852"/>
                  </a:moveTo>
                  <a:lnTo>
                    <a:pt x="0" y="168852"/>
                  </a:lnTo>
                  <a:lnTo>
                    <a:pt x="0" y="168852"/>
                  </a:lnTo>
                  <a:lnTo>
                    <a:pt x="0" y="163934"/>
                  </a:lnTo>
                  <a:lnTo>
                    <a:pt x="0" y="162294"/>
                  </a:lnTo>
                  <a:lnTo>
                    <a:pt x="3278" y="159016"/>
                  </a:lnTo>
                  <a:lnTo>
                    <a:pt x="3278" y="159016"/>
                  </a:lnTo>
                  <a:lnTo>
                    <a:pt x="6557" y="155737"/>
                  </a:lnTo>
                  <a:lnTo>
                    <a:pt x="6557" y="150819"/>
                  </a:lnTo>
                  <a:lnTo>
                    <a:pt x="8197" y="147540"/>
                  </a:lnTo>
                  <a:lnTo>
                    <a:pt x="11475" y="144262"/>
                  </a:lnTo>
                  <a:lnTo>
                    <a:pt x="11475" y="140983"/>
                  </a:lnTo>
                  <a:lnTo>
                    <a:pt x="16393" y="142622"/>
                  </a:lnTo>
                  <a:lnTo>
                    <a:pt x="19672" y="142622"/>
                  </a:lnTo>
                  <a:lnTo>
                    <a:pt x="22951" y="144262"/>
                  </a:lnTo>
                  <a:lnTo>
                    <a:pt x="22951" y="139344"/>
                  </a:lnTo>
                  <a:lnTo>
                    <a:pt x="19672" y="137704"/>
                  </a:lnTo>
                  <a:lnTo>
                    <a:pt x="16393" y="134426"/>
                  </a:lnTo>
                  <a:lnTo>
                    <a:pt x="18033" y="131147"/>
                  </a:lnTo>
                  <a:lnTo>
                    <a:pt x="16393" y="127868"/>
                  </a:lnTo>
                  <a:lnTo>
                    <a:pt x="14754" y="124590"/>
                  </a:lnTo>
                  <a:lnTo>
                    <a:pt x="14754" y="122950"/>
                  </a:lnTo>
                  <a:lnTo>
                    <a:pt x="14754" y="119672"/>
                  </a:lnTo>
                  <a:lnTo>
                    <a:pt x="14754" y="119672"/>
                  </a:lnTo>
                  <a:lnTo>
                    <a:pt x="18033" y="114754"/>
                  </a:lnTo>
                  <a:lnTo>
                    <a:pt x="18033" y="114754"/>
                  </a:lnTo>
                  <a:lnTo>
                    <a:pt x="19672" y="114754"/>
                  </a:lnTo>
                  <a:lnTo>
                    <a:pt x="21311" y="111475"/>
                  </a:lnTo>
                  <a:lnTo>
                    <a:pt x="22951" y="109836"/>
                  </a:lnTo>
                  <a:lnTo>
                    <a:pt x="22951" y="109836"/>
                  </a:lnTo>
                  <a:lnTo>
                    <a:pt x="26229" y="106557"/>
                  </a:lnTo>
                  <a:lnTo>
                    <a:pt x="27868" y="103278"/>
                  </a:lnTo>
                  <a:lnTo>
                    <a:pt x="29508" y="101639"/>
                  </a:lnTo>
                  <a:lnTo>
                    <a:pt x="32787" y="96721"/>
                  </a:lnTo>
                  <a:lnTo>
                    <a:pt x="34426" y="96721"/>
                  </a:lnTo>
                  <a:lnTo>
                    <a:pt x="37705" y="93442"/>
                  </a:lnTo>
                  <a:lnTo>
                    <a:pt x="40983" y="91803"/>
                  </a:lnTo>
                  <a:lnTo>
                    <a:pt x="40983" y="90164"/>
                  </a:lnTo>
                  <a:lnTo>
                    <a:pt x="42623" y="90164"/>
                  </a:lnTo>
                  <a:lnTo>
                    <a:pt x="44262" y="88524"/>
                  </a:lnTo>
                  <a:lnTo>
                    <a:pt x="45901" y="85245"/>
                  </a:lnTo>
                  <a:lnTo>
                    <a:pt x="50820" y="83606"/>
                  </a:lnTo>
                  <a:lnTo>
                    <a:pt x="54098" y="83606"/>
                  </a:lnTo>
                  <a:lnTo>
                    <a:pt x="57377" y="80328"/>
                  </a:lnTo>
                  <a:lnTo>
                    <a:pt x="57377" y="80328"/>
                  </a:lnTo>
                  <a:lnTo>
                    <a:pt x="59016" y="78688"/>
                  </a:lnTo>
                  <a:lnTo>
                    <a:pt x="59016" y="77049"/>
                  </a:lnTo>
                  <a:lnTo>
                    <a:pt x="59016" y="73770"/>
                  </a:lnTo>
                  <a:lnTo>
                    <a:pt x="55737" y="70492"/>
                  </a:lnTo>
                  <a:lnTo>
                    <a:pt x="54098" y="67213"/>
                  </a:lnTo>
                  <a:lnTo>
                    <a:pt x="57377" y="65573"/>
                  </a:lnTo>
                  <a:lnTo>
                    <a:pt x="59016" y="65573"/>
                  </a:lnTo>
                  <a:lnTo>
                    <a:pt x="55737" y="63934"/>
                  </a:lnTo>
                  <a:lnTo>
                    <a:pt x="52458" y="59016"/>
                  </a:lnTo>
                  <a:lnTo>
                    <a:pt x="52458" y="59016"/>
                  </a:lnTo>
                  <a:lnTo>
                    <a:pt x="49180" y="55738"/>
                  </a:lnTo>
                  <a:lnTo>
                    <a:pt x="47541" y="50820"/>
                  </a:lnTo>
                  <a:lnTo>
                    <a:pt x="45901" y="50820"/>
                  </a:lnTo>
                  <a:lnTo>
                    <a:pt x="44262" y="47541"/>
                  </a:lnTo>
                  <a:lnTo>
                    <a:pt x="40983" y="44262"/>
                  </a:lnTo>
                  <a:lnTo>
                    <a:pt x="40983" y="39344"/>
                  </a:lnTo>
                  <a:lnTo>
                    <a:pt x="39344" y="36065"/>
                  </a:lnTo>
                  <a:lnTo>
                    <a:pt x="40983" y="34426"/>
                  </a:lnTo>
                  <a:lnTo>
                    <a:pt x="39344" y="34426"/>
                  </a:lnTo>
                  <a:lnTo>
                    <a:pt x="39344" y="32787"/>
                  </a:lnTo>
                  <a:lnTo>
                    <a:pt x="39344" y="31148"/>
                  </a:lnTo>
                  <a:lnTo>
                    <a:pt x="44262" y="31148"/>
                  </a:lnTo>
                  <a:lnTo>
                    <a:pt x="47541" y="31148"/>
                  </a:lnTo>
                  <a:lnTo>
                    <a:pt x="50820" y="32787"/>
                  </a:lnTo>
                  <a:lnTo>
                    <a:pt x="54098" y="32787"/>
                  </a:lnTo>
                  <a:lnTo>
                    <a:pt x="57377" y="29508"/>
                  </a:lnTo>
                  <a:lnTo>
                    <a:pt x="60655" y="27869"/>
                  </a:lnTo>
                  <a:lnTo>
                    <a:pt x="62295" y="22951"/>
                  </a:lnTo>
                  <a:lnTo>
                    <a:pt x="65573" y="21311"/>
                  </a:lnTo>
                  <a:lnTo>
                    <a:pt x="68852" y="21311"/>
                  </a:lnTo>
                  <a:lnTo>
                    <a:pt x="72131" y="21311"/>
                  </a:lnTo>
                  <a:lnTo>
                    <a:pt x="77049" y="21311"/>
                  </a:lnTo>
                  <a:lnTo>
                    <a:pt x="80327" y="21311"/>
                  </a:lnTo>
                  <a:lnTo>
                    <a:pt x="83606" y="19672"/>
                  </a:lnTo>
                  <a:lnTo>
                    <a:pt x="88524" y="18033"/>
                  </a:lnTo>
                  <a:lnTo>
                    <a:pt x="91803" y="18033"/>
                  </a:lnTo>
                  <a:lnTo>
                    <a:pt x="95081" y="19672"/>
                  </a:lnTo>
                  <a:lnTo>
                    <a:pt x="98360" y="19672"/>
                  </a:lnTo>
                  <a:lnTo>
                    <a:pt x="101639" y="19672"/>
                  </a:lnTo>
                  <a:lnTo>
                    <a:pt x="101639" y="19672"/>
                  </a:lnTo>
                  <a:lnTo>
                    <a:pt x="106557" y="19672"/>
                  </a:lnTo>
                  <a:lnTo>
                    <a:pt x="109835" y="19672"/>
                  </a:lnTo>
                  <a:lnTo>
                    <a:pt x="113114" y="19672"/>
                  </a:lnTo>
                  <a:lnTo>
                    <a:pt x="114754" y="19672"/>
                  </a:lnTo>
                  <a:lnTo>
                    <a:pt x="119671" y="19672"/>
                  </a:lnTo>
                  <a:lnTo>
                    <a:pt x="122950" y="21311"/>
                  </a:lnTo>
                  <a:lnTo>
                    <a:pt x="126229" y="22951"/>
                  </a:lnTo>
                  <a:lnTo>
                    <a:pt x="129508" y="22951"/>
                  </a:lnTo>
                  <a:lnTo>
                    <a:pt x="134425" y="24590"/>
                  </a:lnTo>
                  <a:lnTo>
                    <a:pt x="137704" y="24590"/>
                  </a:lnTo>
                  <a:lnTo>
                    <a:pt x="140983" y="24590"/>
                  </a:lnTo>
                  <a:lnTo>
                    <a:pt x="142622" y="26229"/>
                  </a:lnTo>
                  <a:lnTo>
                    <a:pt x="147540" y="26229"/>
                  </a:lnTo>
                  <a:lnTo>
                    <a:pt x="150819" y="26229"/>
                  </a:lnTo>
                  <a:lnTo>
                    <a:pt x="154098" y="26229"/>
                  </a:lnTo>
                  <a:lnTo>
                    <a:pt x="157376" y="29508"/>
                  </a:lnTo>
                  <a:lnTo>
                    <a:pt x="162294" y="32787"/>
                  </a:lnTo>
                  <a:lnTo>
                    <a:pt x="165573" y="32787"/>
                  </a:lnTo>
                  <a:lnTo>
                    <a:pt x="168851" y="32787"/>
                  </a:lnTo>
                  <a:lnTo>
                    <a:pt x="172130" y="32787"/>
                  </a:lnTo>
                  <a:lnTo>
                    <a:pt x="175409" y="36065"/>
                  </a:lnTo>
                  <a:lnTo>
                    <a:pt x="178688" y="36065"/>
                  </a:lnTo>
                  <a:lnTo>
                    <a:pt x="178688" y="32787"/>
                  </a:lnTo>
                  <a:lnTo>
                    <a:pt x="183605" y="34426"/>
                  </a:lnTo>
                  <a:lnTo>
                    <a:pt x="186884" y="34426"/>
                  </a:lnTo>
                  <a:lnTo>
                    <a:pt x="190163" y="32787"/>
                  </a:lnTo>
                  <a:lnTo>
                    <a:pt x="193442" y="32787"/>
                  </a:lnTo>
                  <a:lnTo>
                    <a:pt x="198360" y="36065"/>
                  </a:lnTo>
                  <a:lnTo>
                    <a:pt x="201638" y="34426"/>
                  </a:lnTo>
                  <a:lnTo>
                    <a:pt x="204917" y="34426"/>
                  </a:lnTo>
                  <a:lnTo>
                    <a:pt x="206557" y="37705"/>
                  </a:lnTo>
                  <a:lnTo>
                    <a:pt x="209835" y="40983"/>
                  </a:lnTo>
                  <a:lnTo>
                    <a:pt x="211474" y="37705"/>
                  </a:lnTo>
                  <a:lnTo>
                    <a:pt x="214753" y="34426"/>
                  </a:lnTo>
                  <a:lnTo>
                    <a:pt x="218032" y="34426"/>
                  </a:lnTo>
                  <a:lnTo>
                    <a:pt x="219671" y="31148"/>
                  </a:lnTo>
                  <a:lnTo>
                    <a:pt x="221310" y="31148"/>
                  </a:lnTo>
                  <a:lnTo>
                    <a:pt x="224589" y="32787"/>
                  </a:lnTo>
                  <a:lnTo>
                    <a:pt x="226228" y="36065"/>
                  </a:lnTo>
                  <a:lnTo>
                    <a:pt x="226228" y="39344"/>
                  </a:lnTo>
                  <a:lnTo>
                    <a:pt x="231147" y="42623"/>
                  </a:lnTo>
                  <a:lnTo>
                    <a:pt x="231147" y="42623"/>
                  </a:lnTo>
                  <a:lnTo>
                    <a:pt x="234425" y="40983"/>
                  </a:lnTo>
                  <a:lnTo>
                    <a:pt x="239343" y="37705"/>
                  </a:lnTo>
                  <a:lnTo>
                    <a:pt x="242622" y="37705"/>
                  </a:lnTo>
                  <a:lnTo>
                    <a:pt x="245901" y="39344"/>
                  </a:lnTo>
                  <a:lnTo>
                    <a:pt x="249179" y="39344"/>
                  </a:lnTo>
                  <a:lnTo>
                    <a:pt x="250818" y="37705"/>
                  </a:lnTo>
                  <a:lnTo>
                    <a:pt x="255737" y="37705"/>
                  </a:lnTo>
                  <a:lnTo>
                    <a:pt x="259015" y="37705"/>
                  </a:lnTo>
                  <a:lnTo>
                    <a:pt x="259015" y="39344"/>
                  </a:lnTo>
                  <a:lnTo>
                    <a:pt x="260654" y="39344"/>
                  </a:lnTo>
                  <a:lnTo>
                    <a:pt x="263933" y="44262"/>
                  </a:lnTo>
                  <a:lnTo>
                    <a:pt x="265572" y="45901"/>
                  </a:lnTo>
                  <a:lnTo>
                    <a:pt x="268851" y="47541"/>
                  </a:lnTo>
                  <a:lnTo>
                    <a:pt x="270491" y="47541"/>
                  </a:lnTo>
                  <a:lnTo>
                    <a:pt x="272130" y="47541"/>
                  </a:lnTo>
                  <a:lnTo>
                    <a:pt x="273769" y="44262"/>
                  </a:lnTo>
                  <a:lnTo>
                    <a:pt x="272130" y="42623"/>
                  </a:lnTo>
                  <a:lnTo>
                    <a:pt x="272130" y="39344"/>
                  </a:lnTo>
                  <a:lnTo>
                    <a:pt x="270491" y="37705"/>
                  </a:lnTo>
                  <a:lnTo>
                    <a:pt x="268851" y="32787"/>
                  </a:lnTo>
                  <a:lnTo>
                    <a:pt x="268851" y="29508"/>
                  </a:lnTo>
                  <a:lnTo>
                    <a:pt x="270491" y="26229"/>
                  </a:lnTo>
                  <a:lnTo>
                    <a:pt x="272130" y="22951"/>
                  </a:lnTo>
                  <a:lnTo>
                    <a:pt x="275408" y="19672"/>
                  </a:lnTo>
                  <a:lnTo>
                    <a:pt x="275408" y="18033"/>
                  </a:lnTo>
                  <a:lnTo>
                    <a:pt x="278687" y="16393"/>
                  </a:lnTo>
                  <a:lnTo>
                    <a:pt x="278687" y="14754"/>
                  </a:lnTo>
                  <a:lnTo>
                    <a:pt x="280327" y="13115"/>
                  </a:lnTo>
                  <a:lnTo>
                    <a:pt x="280327" y="13115"/>
                  </a:lnTo>
                  <a:lnTo>
                    <a:pt x="283605" y="13115"/>
                  </a:lnTo>
                  <a:lnTo>
                    <a:pt x="286884" y="13115"/>
                  </a:lnTo>
                  <a:lnTo>
                    <a:pt x="290162" y="14754"/>
                  </a:lnTo>
                  <a:lnTo>
                    <a:pt x="293441" y="11475"/>
                  </a:lnTo>
                  <a:lnTo>
                    <a:pt x="296720" y="11475"/>
                  </a:lnTo>
                  <a:lnTo>
                    <a:pt x="299998" y="11475"/>
                  </a:lnTo>
                  <a:lnTo>
                    <a:pt x="303277" y="11475"/>
                  </a:lnTo>
                  <a:lnTo>
                    <a:pt x="306556" y="11475"/>
                  </a:lnTo>
                  <a:lnTo>
                    <a:pt x="311474" y="11475"/>
                  </a:lnTo>
                  <a:lnTo>
                    <a:pt x="314752" y="14754"/>
                  </a:lnTo>
                  <a:lnTo>
                    <a:pt x="318031" y="14754"/>
                  </a:lnTo>
                  <a:lnTo>
                    <a:pt x="321310" y="13115"/>
                  </a:lnTo>
                  <a:lnTo>
                    <a:pt x="324588" y="9836"/>
                  </a:lnTo>
                  <a:lnTo>
                    <a:pt x="324588" y="6557"/>
                  </a:lnTo>
                  <a:lnTo>
                    <a:pt x="326228" y="6557"/>
                  </a:lnTo>
                  <a:lnTo>
                    <a:pt x="326228" y="1639"/>
                  </a:lnTo>
                  <a:lnTo>
                    <a:pt x="329507" y="3279"/>
                  </a:lnTo>
                  <a:lnTo>
                    <a:pt x="332785" y="3279"/>
                  </a:lnTo>
                  <a:lnTo>
                    <a:pt x="336064" y="4918"/>
                  </a:lnTo>
                  <a:lnTo>
                    <a:pt x="339342" y="4918"/>
                  </a:lnTo>
                  <a:lnTo>
                    <a:pt x="344261" y="6557"/>
                  </a:lnTo>
                  <a:lnTo>
                    <a:pt x="347539" y="3279"/>
                  </a:lnTo>
                  <a:lnTo>
                    <a:pt x="350818" y="1639"/>
                  </a:lnTo>
                  <a:lnTo>
                    <a:pt x="354097" y="0"/>
                  </a:lnTo>
                  <a:lnTo>
                    <a:pt x="357375" y="1639"/>
                  </a:lnTo>
                  <a:lnTo>
                    <a:pt x="359015" y="1639"/>
                  </a:lnTo>
                  <a:lnTo>
                    <a:pt x="362294" y="1639"/>
                  </a:lnTo>
                  <a:lnTo>
                    <a:pt x="362294" y="1639"/>
                  </a:lnTo>
                  <a:lnTo>
                    <a:pt x="362294" y="1639"/>
                  </a:lnTo>
                  <a:lnTo>
                    <a:pt x="363932" y="3279"/>
                  </a:lnTo>
                  <a:lnTo>
                    <a:pt x="367211" y="1639"/>
                  </a:lnTo>
                  <a:lnTo>
                    <a:pt x="372129" y="1639"/>
                  </a:lnTo>
                  <a:lnTo>
                    <a:pt x="375408" y="3279"/>
                  </a:lnTo>
                  <a:lnTo>
                    <a:pt x="378687" y="6557"/>
                  </a:lnTo>
                  <a:lnTo>
                    <a:pt x="380326" y="6557"/>
                  </a:lnTo>
                  <a:lnTo>
                    <a:pt x="383605" y="11475"/>
                  </a:lnTo>
                  <a:lnTo>
                    <a:pt x="383605" y="14754"/>
                  </a:lnTo>
                  <a:lnTo>
                    <a:pt x="386884" y="18033"/>
                  </a:lnTo>
                  <a:lnTo>
                    <a:pt x="390162" y="21311"/>
                  </a:lnTo>
                  <a:lnTo>
                    <a:pt x="391801" y="21311"/>
                  </a:lnTo>
                  <a:lnTo>
                    <a:pt x="395080" y="22951"/>
                  </a:lnTo>
                  <a:lnTo>
                    <a:pt x="396719" y="26229"/>
                  </a:lnTo>
                  <a:lnTo>
                    <a:pt x="393441" y="27869"/>
                  </a:lnTo>
                  <a:lnTo>
                    <a:pt x="390162" y="29508"/>
                  </a:lnTo>
                  <a:lnTo>
                    <a:pt x="388523" y="29508"/>
                  </a:lnTo>
                  <a:lnTo>
                    <a:pt x="386884" y="29508"/>
                  </a:lnTo>
                  <a:lnTo>
                    <a:pt x="386884" y="31148"/>
                  </a:lnTo>
                  <a:lnTo>
                    <a:pt x="390162" y="34426"/>
                  </a:lnTo>
                  <a:lnTo>
                    <a:pt x="391801" y="37705"/>
                  </a:lnTo>
                  <a:lnTo>
                    <a:pt x="391801" y="40983"/>
                  </a:lnTo>
                  <a:lnTo>
                    <a:pt x="393441" y="42623"/>
                  </a:lnTo>
                  <a:lnTo>
                    <a:pt x="395080" y="42623"/>
                  </a:lnTo>
                  <a:lnTo>
                    <a:pt x="393441" y="47541"/>
                  </a:lnTo>
                  <a:lnTo>
                    <a:pt x="393441" y="47541"/>
                  </a:lnTo>
                  <a:lnTo>
                    <a:pt x="391801" y="47541"/>
                  </a:lnTo>
                  <a:lnTo>
                    <a:pt x="393441" y="47541"/>
                  </a:lnTo>
                  <a:lnTo>
                    <a:pt x="396719" y="47541"/>
                  </a:lnTo>
                  <a:lnTo>
                    <a:pt x="399998" y="47541"/>
                  </a:lnTo>
                  <a:lnTo>
                    <a:pt x="401638" y="47541"/>
                  </a:lnTo>
                  <a:lnTo>
                    <a:pt x="404916" y="49180"/>
                  </a:lnTo>
                  <a:lnTo>
                    <a:pt x="409834" y="50820"/>
                  </a:lnTo>
                  <a:lnTo>
                    <a:pt x="413113" y="50820"/>
                  </a:lnTo>
                  <a:lnTo>
                    <a:pt x="416391" y="49180"/>
                  </a:lnTo>
                  <a:lnTo>
                    <a:pt x="419670" y="49180"/>
                  </a:lnTo>
                  <a:lnTo>
                    <a:pt x="419670" y="49180"/>
                  </a:lnTo>
                  <a:lnTo>
                    <a:pt x="422949" y="52459"/>
                  </a:lnTo>
                  <a:lnTo>
                    <a:pt x="424588" y="54098"/>
                  </a:lnTo>
                  <a:lnTo>
                    <a:pt x="427867" y="55738"/>
                  </a:lnTo>
                  <a:lnTo>
                    <a:pt x="431145" y="57377"/>
                  </a:lnTo>
                  <a:lnTo>
                    <a:pt x="431145" y="60655"/>
                  </a:lnTo>
                  <a:lnTo>
                    <a:pt x="432785" y="62295"/>
                  </a:lnTo>
                  <a:lnTo>
                    <a:pt x="434424" y="65573"/>
                  </a:lnTo>
                  <a:lnTo>
                    <a:pt x="437703" y="70492"/>
                  </a:lnTo>
                  <a:lnTo>
                    <a:pt x="436064" y="73770"/>
                  </a:lnTo>
                  <a:lnTo>
                    <a:pt x="436064" y="77049"/>
                  </a:lnTo>
                  <a:lnTo>
                    <a:pt x="439342" y="80328"/>
                  </a:lnTo>
                  <a:lnTo>
                    <a:pt x="442621" y="83606"/>
                  </a:lnTo>
                  <a:lnTo>
                    <a:pt x="444260" y="85245"/>
                  </a:lnTo>
                  <a:lnTo>
                    <a:pt x="447539" y="86885"/>
                  </a:lnTo>
                  <a:lnTo>
                    <a:pt x="447539" y="86885"/>
                  </a:lnTo>
                  <a:lnTo>
                    <a:pt x="452457" y="83606"/>
                  </a:lnTo>
                  <a:lnTo>
                    <a:pt x="454096" y="83606"/>
                  </a:lnTo>
                  <a:lnTo>
                    <a:pt x="457375" y="81967"/>
                  </a:lnTo>
                  <a:lnTo>
                    <a:pt x="460654" y="83606"/>
                  </a:lnTo>
                  <a:lnTo>
                    <a:pt x="463932" y="86885"/>
                  </a:lnTo>
                  <a:lnTo>
                    <a:pt x="467211" y="88524"/>
                  </a:lnTo>
                  <a:lnTo>
                    <a:pt x="470489" y="88524"/>
                  </a:lnTo>
                  <a:lnTo>
                    <a:pt x="473768" y="88524"/>
                  </a:lnTo>
                  <a:lnTo>
                    <a:pt x="477047" y="91803"/>
                  </a:lnTo>
                  <a:lnTo>
                    <a:pt x="480325" y="90164"/>
                  </a:lnTo>
                  <a:lnTo>
                    <a:pt x="485244" y="88524"/>
                  </a:lnTo>
                  <a:lnTo>
                    <a:pt x="485244" y="86885"/>
                  </a:lnTo>
                  <a:lnTo>
                    <a:pt x="488522" y="86885"/>
                  </a:lnTo>
                  <a:lnTo>
                    <a:pt x="491801" y="86885"/>
                  </a:lnTo>
                  <a:lnTo>
                    <a:pt x="495079" y="86885"/>
                  </a:lnTo>
                  <a:lnTo>
                    <a:pt x="498358" y="85245"/>
                  </a:lnTo>
                  <a:lnTo>
                    <a:pt x="501637" y="83606"/>
                  </a:lnTo>
                  <a:lnTo>
                    <a:pt x="506555" y="83606"/>
                  </a:lnTo>
                  <a:lnTo>
                    <a:pt x="508194" y="86885"/>
                  </a:lnTo>
                  <a:lnTo>
                    <a:pt x="511473" y="90164"/>
                  </a:lnTo>
                  <a:lnTo>
                    <a:pt x="513112" y="93442"/>
                  </a:lnTo>
                  <a:lnTo>
                    <a:pt x="516391" y="96721"/>
                  </a:lnTo>
                  <a:lnTo>
                    <a:pt x="519669" y="98360"/>
                  </a:lnTo>
                  <a:lnTo>
                    <a:pt x="524588" y="100000"/>
                  </a:lnTo>
                  <a:lnTo>
                    <a:pt x="524588" y="101639"/>
                  </a:lnTo>
                  <a:lnTo>
                    <a:pt x="526227" y="101639"/>
                  </a:lnTo>
                  <a:lnTo>
                    <a:pt x="527866" y="104918"/>
                  </a:lnTo>
                  <a:lnTo>
                    <a:pt x="529506" y="104918"/>
                  </a:lnTo>
                  <a:lnTo>
                    <a:pt x="532784" y="101639"/>
                  </a:lnTo>
                  <a:lnTo>
                    <a:pt x="532784" y="100000"/>
                  </a:lnTo>
                  <a:lnTo>
                    <a:pt x="534424" y="98360"/>
                  </a:lnTo>
                  <a:lnTo>
                    <a:pt x="539342" y="101639"/>
                  </a:lnTo>
                  <a:lnTo>
                    <a:pt x="540981" y="101639"/>
                  </a:lnTo>
                  <a:lnTo>
                    <a:pt x="544260" y="103278"/>
                  </a:lnTo>
                  <a:lnTo>
                    <a:pt x="547538" y="103278"/>
                  </a:lnTo>
                  <a:lnTo>
                    <a:pt x="552456" y="104918"/>
                  </a:lnTo>
                  <a:lnTo>
                    <a:pt x="555735" y="106557"/>
                  </a:lnTo>
                  <a:lnTo>
                    <a:pt x="559014" y="109836"/>
                  </a:lnTo>
                  <a:lnTo>
                    <a:pt x="563932" y="109836"/>
                  </a:lnTo>
                  <a:lnTo>
                    <a:pt x="567211" y="106557"/>
                  </a:lnTo>
                  <a:lnTo>
                    <a:pt x="568850" y="109836"/>
                  </a:lnTo>
                  <a:lnTo>
                    <a:pt x="573768" y="113114"/>
                  </a:lnTo>
                  <a:lnTo>
                    <a:pt x="577046" y="111475"/>
                  </a:lnTo>
                  <a:lnTo>
                    <a:pt x="580325" y="113114"/>
                  </a:lnTo>
                  <a:lnTo>
                    <a:pt x="583604" y="116393"/>
                  </a:lnTo>
                  <a:lnTo>
                    <a:pt x="586882" y="118032"/>
                  </a:lnTo>
                  <a:lnTo>
                    <a:pt x="590161" y="119672"/>
                  </a:lnTo>
                  <a:lnTo>
                    <a:pt x="593440" y="119672"/>
                  </a:lnTo>
                  <a:lnTo>
                    <a:pt x="595079" y="118032"/>
                  </a:lnTo>
                  <a:lnTo>
                    <a:pt x="596719" y="118032"/>
                  </a:lnTo>
                  <a:lnTo>
                    <a:pt x="599997" y="118032"/>
                  </a:lnTo>
                  <a:lnTo>
                    <a:pt x="601636" y="118032"/>
                  </a:lnTo>
                  <a:lnTo>
                    <a:pt x="598358" y="121311"/>
                  </a:lnTo>
                  <a:lnTo>
                    <a:pt x="599997" y="126229"/>
                  </a:lnTo>
                  <a:lnTo>
                    <a:pt x="601636" y="127868"/>
                  </a:lnTo>
                  <a:lnTo>
                    <a:pt x="603276" y="131147"/>
                  </a:lnTo>
                  <a:lnTo>
                    <a:pt x="601636" y="136065"/>
                  </a:lnTo>
                  <a:lnTo>
                    <a:pt x="599997" y="137704"/>
                  </a:lnTo>
                  <a:lnTo>
                    <a:pt x="598358" y="140983"/>
                  </a:lnTo>
                  <a:lnTo>
                    <a:pt x="595079" y="140983"/>
                  </a:lnTo>
                  <a:lnTo>
                    <a:pt x="591801" y="142622"/>
                  </a:lnTo>
                  <a:lnTo>
                    <a:pt x="591801" y="145901"/>
                  </a:lnTo>
                  <a:lnTo>
                    <a:pt x="593440" y="147540"/>
                  </a:lnTo>
                  <a:lnTo>
                    <a:pt x="596719" y="149180"/>
                  </a:lnTo>
                  <a:lnTo>
                    <a:pt x="599997" y="150819"/>
                  </a:lnTo>
                  <a:lnTo>
                    <a:pt x="601636" y="149180"/>
                  </a:lnTo>
                  <a:lnTo>
                    <a:pt x="601636" y="152458"/>
                  </a:lnTo>
                  <a:lnTo>
                    <a:pt x="598358" y="152458"/>
                  </a:lnTo>
                  <a:lnTo>
                    <a:pt x="595079" y="152458"/>
                  </a:lnTo>
                  <a:lnTo>
                    <a:pt x="591801" y="155737"/>
                  </a:lnTo>
                  <a:lnTo>
                    <a:pt x="591801" y="159016"/>
                  </a:lnTo>
                  <a:lnTo>
                    <a:pt x="591801" y="162294"/>
                  </a:lnTo>
                  <a:lnTo>
                    <a:pt x="596719" y="162294"/>
                  </a:lnTo>
                  <a:lnTo>
                    <a:pt x="599997" y="165573"/>
                  </a:lnTo>
                  <a:lnTo>
                    <a:pt x="601636" y="168852"/>
                  </a:lnTo>
                  <a:lnTo>
                    <a:pt x="601636" y="172130"/>
                  </a:lnTo>
                  <a:lnTo>
                    <a:pt x="599997" y="173770"/>
                  </a:lnTo>
                  <a:lnTo>
                    <a:pt x="601636" y="173770"/>
                  </a:lnTo>
                  <a:lnTo>
                    <a:pt x="601636" y="175409"/>
                  </a:lnTo>
                  <a:lnTo>
                    <a:pt x="603276" y="175409"/>
                  </a:lnTo>
                  <a:lnTo>
                    <a:pt x="604915" y="173770"/>
                  </a:lnTo>
                  <a:lnTo>
                    <a:pt x="604915" y="177048"/>
                  </a:lnTo>
                  <a:lnTo>
                    <a:pt x="604915" y="177048"/>
                  </a:lnTo>
                  <a:lnTo>
                    <a:pt x="603276" y="180327"/>
                  </a:lnTo>
                  <a:lnTo>
                    <a:pt x="601636" y="183606"/>
                  </a:lnTo>
                  <a:lnTo>
                    <a:pt x="601636" y="185245"/>
                  </a:lnTo>
                  <a:lnTo>
                    <a:pt x="599997" y="186885"/>
                  </a:lnTo>
                  <a:lnTo>
                    <a:pt x="599997" y="190163"/>
                  </a:lnTo>
                  <a:lnTo>
                    <a:pt x="599997" y="193442"/>
                  </a:lnTo>
                  <a:lnTo>
                    <a:pt x="599997" y="193442"/>
                  </a:lnTo>
                  <a:lnTo>
                    <a:pt x="596719" y="195081"/>
                  </a:lnTo>
                  <a:lnTo>
                    <a:pt x="593440" y="193442"/>
                  </a:lnTo>
                  <a:lnTo>
                    <a:pt x="590161" y="193442"/>
                  </a:lnTo>
                  <a:lnTo>
                    <a:pt x="585243" y="193442"/>
                  </a:lnTo>
                  <a:lnTo>
                    <a:pt x="581965" y="193442"/>
                  </a:lnTo>
                  <a:lnTo>
                    <a:pt x="578686" y="193442"/>
                  </a:lnTo>
                  <a:lnTo>
                    <a:pt x="575407" y="193442"/>
                  </a:lnTo>
                  <a:lnTo>
                    <a:pt x="572128" y="191802"/>
                  </a:lnTo>
                  <a:lnTo>
                    <a:pt x="567211" y="195081"/>
                  </a:lnTo>
                  <a:lnTo>
                    <a:pt x="567211" y="198360"/>
                  </a:lnTo>
                  <a:lnTo>
                    <a:pt x="565571" y="199999"/>
                  </a:lnTo>
                  <a:lnTo>
                    <a:pt x="563932" y="199999"/>
                  </a:lnTo>
                  <a:lnTo>
                    <a:pt x="560653" y="203278"/>
                  </a:lnTo>
                  <a:lnTo>
                    <a:pt x="555735" y="203278"/>
                  </a:lnTo>
                  <a:lnTo>
                    <a:pt x="552456" y="206557"/>
                  </a:lnTo>
                  <a:lnTo>
                    <a:pt x="552456" y="209835"/>
                  </a:lnTo>
                  <a:lnTo>
                    <a:pt x="552456" y="213114"/>
                  </a:lnTo>
                  <a:lnTo>
                    <a:pt x="550817" y="216392"/>
                  </a:lnTo>
                  <a:lnTo>
                    <a:pt x="554096" y="218032"/>
                  </a:lnTo>
                  <a:lnTo>
                    <a:pt x="550817" y="221310"/>
                  </a:lnTo>
                  <a:lnTo>
                    <a:pt x="552456" y="224589"/>
                  </a:lnTo>
                  <a:lnTo>
                    <a:pt x="552456" y="224589"/>
                  </a:lnTo>
                  <a:lnTo>
                    <a:pt x="550817" y="227868"/>
                  </a:lnTo>
                  <a:lnTo>
                    <a:pt x="547538" y="226229"/>
                  </a:lnTo>
                  <a:lnTo>
                    <a:pt x="544260" y="226229"/>
                  </a:lnTo>
                  <a:lnTo>
                    <a:pt x="539342" y="226229"/>
                  </a:lnTo>
                  <a:lnTo>
                    <a:pt x="536063" y="227868"/>
                  </a:lnTo>
                  <a:lnTo>
                    <a:pt x="532784" y="226229"/>
                  </a:lnTo>
                  <a:lnTo>
                    <a:pt x="527866" y="227868"/>
                  </a:lnTo>
                  <a:lnTo>
                    <a:pt x="526227" y="229507"/>
                  </a:lnTo>
                  <a:lnTo>
                    <a:pt x="524588" y="232786"/>
                  </a:lnTo>
                  <a:lnTo>
                    <a:pt x="521309" y="232786"/>
                  </a:lnTo>
                  <a:lnTo>
                    <a:pt x="516391" y="234425"/>
                  </a:lnTo>
                  <a:lnTo>
                    <a:pt x="513112" y="236065"/>
                  </a:lnTo>
                  <a:lnTo>
                    <a:pt x="511473" y="236065"/>
                  </a:lnTo>
                  <a:lnTo>
                    <a:pt x="508194" y="239343"/>
                  </a:lnTo>
                  <a:lnTo>
                    <a:pt x="506555" y="244261"/>
                  </a:lnTo>
                  <a:lnTo>
                    <a:pt x="503276" y="239343"/>
                  </a:lnTo>
                  <a:lnTo>
                    <a:pt x="498358" y="239343"/>
                  </a:lnTo>
                  <a:lnTo>
                    <a:pt x="495079" y="240982"/>
                  </a:lnTo>
                  <a:lnTo>
                    <a:pt x="491801" y="242622"/>
                  </a:lnTo>
                  <a:lnTo>
                    <a:pt x="488522" y="245901"/>
                  </a:lnTo>
                  <a:lnTo>
                    <a:pt x="483604" y="244261"/>
                  </a:lnTo>
                  <a:lnTo>
                    <a:pt x="480325" y="244261"/>
                  </a:lnTo>
                  <a:lnTo>
                    <a:pt x="477047" y="245901"/>
                  </a:lnTo>
                  <a:lnTo>
                    <a:pt x="473768" y="245901"/>
                  </a:lnTo>
                  <a:lnTo>
                    <a:pt x="468850" y="249179"/>
                  </a:lnTo>
                  <a:lnTo>
                    <a:pt x="465572" y="252458"/>
                  </a:lnTo>
                  <a:lnTo>
                    <a:pt x="462293" y="254097"/>
                  </a:lnTo>
                  <a:lnTo>
                    <a:pt x="459014" y="259015"/>
                  </a:lnTo>
                  <a:lnTo>
                    <a:pt x="455735" y="262294"/>
                  </a:lnTo>
                  <a:lnTo>
                    <a:pt x="455735" y="265573"/>
                  </a:lnTo>
                  <a:lnTo>
                    <a:pt x="450818" y="268851"/>
                  </a:lnTo>
                  <a:lnTo>
                    <a:pt x="447539" y="270491"/>
                  </a:lnTo>
                  <a:lnTo>
                    <a:pt x="447539" y="268851"/>
                  </a:lnTo>
                  <a:lnTo>
                    <a:pt x="449178" y="267212"/>
                  </a:lnTo>
                  <a:lnTo>
                    <a:pt x="454096" y="265573"/>
                  </a:lnTo>
                  <a:lnTo>
                    <a:pt x="455735" y="262294"/>
                  </a:lnTo>
                  <a:lnTo>
                    <a:pt x="455735" y="257376"/>
                  </a:lnTo>
                  <a:lnTo>
                    <a:pt x="455735" y="254097"/>
                  </a:lnTo>
                  <a:lnTo>
                    <a:pt x="450818" y="252458"/>
                  </a:lnTo>
                  <a:lnTo>
                    <a:pt x="452457" y="257376"/>
                  </a:lnTo>
                  <a:lnTo>
                    <a:pt x="450818" y="260655"/>
                  </a:lnTo>
                  <a:lnTo>
                    <a:pt x="447539" y="262294"/>
                  </a:lnTo>
                  <a:lnTo>
                    <a:pt x="444260" y="262294"/>
                  </a:lnTo>
                  <a:lnTo>
                    <a:pt x="440981" y="263933"/>
                  </a:lnTo>
                  <a:lnTo>
                    <a:pt x="440981" y="268851"/>
                  </a:lnTo>
                  <a:lnTo>
                    <a:pt x="442621" y="272130"/>
                  </a:lnTo>
                  <a:lnTo>
                    <a:pt x="442621" y="273769"/>
                  </a:lnTo>
                  <a:lnTo>
                    <a:pt x="444260" y="277048"/>
                  </a:lnTo>
                  <a:lnTo>
                    <a:pt x="445899" y="280327"/>
                  </a:lnTo>
                  <a:lnTo>
                    <a:pt x="449178" y="283605"/>
                  </a:lnTo>
                  <a:lnTo>
                    <a:pt x="449178" y="285245"/>
                  </a:lnTo>
                  <a:lnTo>
                    <a:pt x="449178" y="285245"/>
                  </a:lnTo>
                  <a:lnTo>
                    <a:pt x="452457" y="288523"/>
                  </a:lnTo>
                  <a:lnTo>
                    <a:pt x="455735" y="293441"/>
                  </a:lnTo>
                  <a:lnTo>
                    <a:pt x="459014" y="296720"/>
                  </a:lnTo>
                  <a:lnTo>
                    <a:pt x="462293" y="299999"/>
                  </a:lnTo>
                  <a:lnTo>
                    <a:pt x="465572" y="301638"/>
                  </a:lnTo>
                  <a:lnTo>
                    <a:pt x="470489" y="304917"/>
                  </a:lnTo>
                  <a:lnTo>
                    <a:pt x="473768" y="303277"/>
                  </a:lnTo>
                  <a:lnTo>
                    <a:pt x="477047" y="299999"/>
                  </a:lnTo>
                  <a:lnTo>
                    <a:pt x="478686" y="296720"/>
                  </a:lnTo>
                  <a:lnTo>
                    <a:pt x="481965" y="299999"/>
                  </a:lnTo>
                  <a:lnTo>
                    <a:pt x="483604" y="299999"/>
                  </a:lnTo>
                  <a:lnTo>
                    <a:pt x="486883" y="301638"/>
                  </a:lnTo>
                  <a:lnTo>
                    <a:pt x="490162" y="296720"/>
                  </a:lnTo>
                  <a:lnTo>
                    <a:pt x="493440" y="296720"/>
                  </a:lnTo>
                  <a:lnTo>
                    <a:pt x="496719" y="296720"/>
                  </a:lnTo>
                  <a:lnTo>
                    <a:pt x="499998" y="298359"/>
                  </a:lnTo>
                  <a:lnTo>
                    <a:pt x="504916" y="298359"/>
                  </a:lnTo>
                  <a:lnTo>
                    <a:pt x="508194" y="301638"/>
                  </a:lnTo>
                  <a:lnTo>
                    <a:pt x="506555" y="301638"/>
                  </a:lnTo>
                  <a:lnTo>
                    <a:pt x="503276" y="303277"/>
                  </a:lnTo>
                  <a:lnTo>
                    <a:pt x="501637" y="306556"/>
                  </a:lnTo>
                  <a:lnTo>
                    <a:pt x="501637" y="311474"/>
                  </a:lnTo>
                  <a:lnTo>
                    <a:pt x="501637" y="314753"/>
                  </a:lnTo>
                  <a:lnTo>
                    <a:pt x="496719" y="314753"/>
                  </a:lnTo>
                  <a:lnTo>
                    <a:pt x="493440" y="316392"/>
                  </a:lnTo>
                  <a:lnTo>
                    <a:pt x="491801" y="314753"/>
                  </a:lnTo>
                  <a:lnTo>
                    <a:pt x="488522" y="316392"/>
                  </a:lnTo>
                  <a:lnTo>
                    <a:pt x="486883" y="316392"/>
                  </a:lnTo>
                  <a:lnTo>
                    <a:pt x="486883" y="316392"/>
                  </a:lnTo>
                  <a:lnTo>
                    <a:pt x="485244" y="316392"/>
                  </a:lnTo>
                  <a:lnTo>
                    <a:pt x="481965" y="316392"/>
                  </a:lnTo>
                  <a:lnTo>
                    <a:pt x="478686" y="313113"/>
                  </a:lnTo>
                  <a:lnTo>
                    <a:pt x="473768" y="311474"/>
                  </a:lnTo>
                  <a:lnTo>
                    <a:pt x="470489" y="311474"/>
                  </a:lnTo>
                  <a:lnTo>
                    <a:pt x="467211" y="313113"/>
                  </a:lnTo>
                  <a:lnTo>
                    <a:pt x="468850" y="316392"/>
                  </a:lnTo>
                  <a:lnTo>
                    <a:pt x="463932" y="318031"/>
                  </a:lnTo>
                  <a:lnTo>
                    <a:pt x="460654" y="319671"/>
                  </a:lnTo>
                  <a:lnTo>
                    <a:pt x="457375" y="324589"/>
                  </a:lnTo>
                  <a:lnTo>
                    <a:pt x="454096" y="324589"/>
                  </a:lnTo>
                  <a:lnTo>
                    <a:pt x="454096" y="322949"/>
                  </a:lnTo>
                  <a:lnTo>
                    <a:pt x="450818" y="324589"/>
                  </a:lnTo>
                  <a:lnTo>
                    <a:pt x="447539" y="324589"/>
                  </a:lnTo>
                  <a:lnTo>
                    <a:pt x="442621" y="326228"/>
                  </a:lnTo>
                  <a:lnTo>
                    <a:pt x="439342" y="327867"/>
                  </a:lnTo>
                  <a:lnTo>
                    <a:pt x="436064" y="329507"/>
                  </a:lnTo>
                  <a:lnTo>
                    <a:pt x="434424" y="332785"/>
                  </a:lnTo>
                  <a:lnTo>
                    <a:pt x="432785" y="336064"/>
                  </a:lnTo>
                  <a:lnTo>
                    <a:pt x="429506" y="337703"/>
                  </a:lnTo>
                  <a:lnTo>
                    <a:pt x="424588" y="340982"/>
                  </a:lnTo>
                  <a:lnTo>
                    <a:pt x="421309" y="342622"/>
                  </a:lnTo>
                  <a:lnTo>
                    <a:pt x="418031" y="342622"/>
                  </a:lnTo>
                  <a:lnTo>
                    <a:pt x="413113" y="342622"/>
                  </a:lnTo>
                  <a:lnTo>
                    <a:pt x="409834" y="340982"/>
                  </a:lnTo>
                  <a:lnTo>
                    <a:pt x="406555" y="339343"/>
                  </a:lnTo>
                  <a:lnTo>
                    <a:pt x="406555" y="339343"/>
                  </a:lnTo>
                  <a:lnTo>
                    <a:pt x="401638" y="337703"/>
                  </a:lnTo>
                  <a:lnTo>
                    <a:pt x="399998" y="334425"/>
                  </a:lnTo>
                  <a:lnTo>
                    <a:pt x="399998" y="334425"/>
                  </a:lnTo>
                  <a:lnTo>
                    <a:pt x="403277" y="334425"/>
                  </a:lnTo>
                  <a:lnTo>
                    <a:pt x="403277" y="332785"/>
                  </a:lnTo>
                  <a:lnTo>
                    <a:pt x="404916" y="329507"/>
                  </a:lnTo>
                  <a:lnTo>
                    <a:pt x="403277" y="324589"/>
                  </a:lnTo>
                  <a:lnTo>
                    <a:pt x="406555" y="321310"/>
                  </a:lnTo>
                  <a:lnTo>
                    <a:pt x="404916" y="318031"/>
                  </a:lnTo>
                  <a:lnTo>
                    <a:pt x="404916" y="316392"/>
                  </a:lnTo>
                  <a:lnTo>
                    <a:pt x="403277" y="313113"/>
                  </a:lnTo>
                  <a:lnTo>
                    <a:pt x="399998" y="309835"/>
                  </a:lnTo>
                  <a:lnTo>
                    <a:pt x="396719" y="308195"/>
                  </a:lnTo>
                  <a:lnTo>
                    <a:pt x="393441" y="308195"/>
                  </a:lnTo>
                  <a:lnTo>
                    <a:pt x="390162" y="308195"/>
                  </a:lnTo>
                  <a:lnTo>
                    <a:pt x="386884" y="306556"/>
                  </a:lnTo>
                  <a:lnTo>
                    <a:pt x="383605" y="303277"/>
                  </a:lnTo>
                  <a:lnTo>
                    <a:pt x="378687" y="301638"/>
                  </a:lnTo>
                  <a:lnTo>
                    <a:pt x="375408" y="301638"/>
                  </a:lnTo>
                  <a:lnTo>
                    <a:pt x="372129" y="301638"/>
                  </a:lnTo>
                  <a:lnTo>
                    <a:pt x="367211" y="303277"/>
                  </a:lnTo>
                  <a:lnTo>
                    <a:pt x="363932" y="298359"/>
                  </a:lnTo>
                  <a:lnTo>
                    <a:pt x="367211" y="295081"/>
                  </a:lnTo>
                  <a:lnTo>
                    <a:pt x="372129" y="293441"/>
                  </a:lnTo>
                  <a:lnTo>
                    <a:pt x="375408" y="291802"/>
                  </a:lnTo>
                  <a:lnTo>
                    <a:pt x="377047" y="288523"/>
                  </a:lnTo>
                  <a:lnTo>
                    <a:pt x="381965" y="286884"/>
                  </a:lnTo>
                  <a:lnTo>
                    <a:pt x="385244" y="285245"/>
                  </a:lnTo>
                  <a:lnTo>
                    <a:pt x="388523" y="283605"/>
                  </a:lnTo>
                  <a:lnTo>
                    <a:pt x="391801" y="281966"/>
                  </a:lnTo>
                  <a:lnTo>
                    <a:pt x="396719" y="280327"/>
                  </a:lnTo>
                  <a:lnTo>
                    <a:pt x="399998" y="278687"/>
                  </a:lnTo>
                  <a:lnTo>
                    <a:pt x="403277" y="280327"/>
                  </a:lnTo>
                  <a:lnTo>
                    <a:pt x="406555" y="275409"/>
                  </a:lnTo>
                  <a:lnTo>
                    <a:pt x="401638" y="275409"/>
                  </a:lnTo>
                  <a:lnTo>
                    <a:pt x="399998" y="272130"/>
                  </a:lnTo>
                  <a:lnTo>
                    <a:pt x="399998" y="268851"/>
                  </a:lnTo>
                  <a:lnTo>
                    <a:pt x="399998" y="267212"/>
                  </a:lnTo>
                  <a:lnTo>
                    <a:pt x="396719" y="270491"/>
                  </a:lnTo>
                  <a:lnTo>
                    <a:pt x="396719" y="272130"/>
                  </a:lnTo>
                  <a:lnTo>
                    <a:pt x="393441" y="270491"/>
                  </a:lnTo>
                  <a:lnTo>
                    <a:pt x="388523" y="268851"/>
                  </a:lnTo>
                  <a:lnTo>
                    <a:pt x="386884" y="265573"/>
                  </a:lnTo>
                  <a:lnTo>
                    <a:pt x="381965" y="267212"/>
                  </a:lnTo>
                  <a:lnTo>
                    <a:pt x="378687" y="268851"/>
                  </a:lnTo>
                  <a:lnTo>
                    <a:pt x="375408" y="268851"/>
                  </a:lnTo>
                  <a:lnTo>
                    <a:pt x="370490" y="267212"/>
                  </a:lnTo>
                  <a:lnTo>
                    <a:pt x="367211" y="268851"/>
                  </a:lnTo>
                  <a:lnTo>
                    <a:pt x="363932" y="268851"/>
                  </a:lnTo>
                  <a:lnTo>
                    <a:pt x="360654" y="270491"/>
                  </a:lnTo>
                  <a:lnTo>
                    <a:pt x="355736" y="268851"/>
                  </a:lnTo>
                  <a:lnTo>
                    <a:pt x="352457" y="265573"/>
                  </a:lnTo>
                  <a:lnTo>
                    <a:pt x="349179" y="263933"/>
                  </a:lnTo>
                  <a:lnTo>
                    <a:pt x="345900" y="262294"/>
                  </a:lnTo>
                  <a:lnTo>
                    <a:pt x="342621" y="262294"/>
                  </a:lnTo>
                  <a:lnTo>
                    <a:pt x="339342" y="259015"/>
                  </a:lnTo>
                  <a:lnTo>
                    <a:pt x="336064" y="260655"/>
                  </a:lnTo>
                  <a:lnTo>
                    <a:pt x="339342" y="259015"/>
                  </a:lnTo>
                  <a:lnTo>
                    <a:pt x="342621" y="257376"/>
                  </a:lnTo>
                  <a:lnTo>
                    <a:pt x="342621" y="254097"/>
                  </a:lnTo>
                  <a:lnTo>
                    <a:pt x="339342" y="254097"/>
                  </a:lnTo>
                  <a:lnTo>
                    <a:pt x="336064" y="252458"/>
                  </a:lnTo>
                  <a:lnTo>
                    <a:pt x="332785" y="252458"/>
                  </a:lnTo>
                  <a:lnTo>
                    <a:pt x="329507" y="252458"/>
                  </a:lnTo>
                  <a:lnTo>
                    <a:pt x="326228" y="249179"/>
                  </a:lnTo>
                  <a:lnTo>
                    <a:pt x="329507" y="249179"/>
                  </a:lnTo>
                  <a:lnTo>
                    <a:pt x="334425" y="249179"/>
                  </a:lnTo>
                  <a:lnTo>
                    <a:pt x="337703" y="250819"/>
                  </a:lnTo>
                  <a:lnTo>
                    <a:pt x="339342" y="250819"/>
                  </a:lnTo>
                  <a:lnTo>
                    <a:pt x="342621" y="250819"/>
                  </a:lnTo>
                  <a:lnTo>
                    <a:pt x="345900" y="250819"/>
                  </a:lnTo>
                  <a:lnTo>
                    <a:pt x="349179" y="252458"/>
                  </a:lnTo>
                  <a:lnTo>
                    <a:pt x="354097" y="252458"/>
                  </a:lnTo>
                  <a:lnTo>
                    <a:pt x="357375" y="252458"/>
                  </a:lnTo>
                  <a:lnTo>
                    <a:pt x="357375" y="250819"/>
                  </a:lnTo>
                  <a:lnTo>
                    <a:pt x="360654" y="247540"/>
                  </a:lnTo>
                  <a:lnTo>
                    <a:pt x="363932" y="245901"/>
                  </a:lnTo>
                  <a:lnTo>
                    <a:pt x="363932" y="245901"/>
                  </a:lnTo>
                  <a:lnTo>
                    <a:pt x="360654" y="245901"/>
                  </a:lnTo>
                  <a:lnTo>
                    <a:pt x="357375" y="249179"/>
                  </a:lnTo>
                  <a:lnTo>
                    <a:pt x="354097" y="249179"/>
                  </a:lnTo>
                  <a:lnTo>
                    <a:pt x="349179" y="247540"/>
                  </a:lnTo>
                  <a:lnTo>
                    <a:pt x="345900" y="247540"/>
                  </a:lnTo>
                  <a:lnTo>
                    <a:pt x="342621" y="245901"/>
                  </a:lnTo>
                  <a:lnTo>
                    <a:pt x="340982" y="242622"/>
                  </a:lnTo>
                  <a:lnTo>
                    <a:pt x="339342" y="237704"/>
                  </a:lnTo>
                  <a:lnTo>
                    <a:pt x="340982" y="234425"/>
                  </a:lnTo>
                  <a:lnTo>
                    <a:pt x="339342" y="231147"/>
                  </a:lnTo>
                  <a:lnTo>
                    <a:pt x="336064" y="227868"/>
                  </a:lnTo>
                  <a:lnTo>
                    <a:pt x="337703" y="231147"/>
                  </a:lnTo>
                  <a:lnTo>
                    <a:pt x="337703" y="231147"/>
                  </a:lnTo>
                  <a:lnTo>
                    <a:pt x="339342" y="234425"/>
                  </a:lnTo>
                  <a:lnTo>
                    <a:pt x="336064" y="237704"/>
                  </a:lnTo>
                  <a:lnTo>
                    <a:pt x="339342" y="242622"/>
                  </a:lnTo>
                  <a:lnTo>
                    <a:pt x="337703" y="245901"/>
                  </a:lnTo>
                  <a:lnTo>
                    <a:pt x="334425" y="245901"/>
                  </a:lnTo>
                  <a:lnTo>
                    <a:pt x="329507" y="245901"/>
                  </a:lnTo>
                  <a:lnTo>
                    <a:pt x="326228" y="245901"/>
                  </a:lnTo>
                  <a:lnTo>
                    <a:pt x="326228" y="242622"/>
                  </a:lnTo>
                  <a:lnTo>
                    <a:pt x="326228" y="239343"/>
                  </a:lnTo>
                  <a:lnTo>
                    <a:pt x="322949" y="240982"/>
                  </a:lnTo>
                  <a:lnTo>
                    <a:pt x="322949" y="244261"/>
                  </a:lnTo>
                  <a:lnTo>
                    <a:pt x="319671" y="247540"/>
                  </a:lnTo>
                  <a:lnTo>
                    <a:pt x="318031" y="247540"/>
                  </a:lnTo>
                  <a:lnTo>
                    <a:pt x="314752" y="245901"/>
                  </a:lnTo>
                  <a:lnTo>
                    <a:pt x="311474" y="245901"/>
                  </a:lnTo>
                  <a:lnTo>
                    <a:pt x="306556" y="247540"/>
                  </a:lnTo>
                  <a:lnTo>
                    <a:pt x="303277" y="249179"/>
                  </a:lnTo>
                  <a:lnTo>
                    <a:pt x="299998" y="250819"/>
                  </a:lnTo>
                  <a:lnTo>
                    <a:pt x="301638" y="255737"/>
                  </a:lnTo>
                  <a:lnTo>
                    <a:pt x="296720" y="259015"/>
                  </a:lnTo>
                  <a:lnTo>
                    <a:pt x="296720" y="262294"/>
                  </a:lnTo>
                  <a:lnTo>
                    <a:pt x="295081" y="267212"/>
                  </a:lnTo>
                  <a:lnTo>
                    <a:pt x="291802" y="270491"/>
                  </a:lnTo>
                  <a:lnTo>
                    <a:pt x="291802" y="268851"/>
                  </a:lnTo>
                  <a:lnTo>
                    <a:pt x="290162" y="265573"/>
                  </a:lnTo>
                  <a:lnTo>
                    <a:pt x="286884" y="262294"/>
                  </a:lnTo>
                  <a:lnTo>
                    <a:pt x="283605" y="259015"/>
                  </a:lnTo>
                  <a:lnTo>
                    <a:pt x="283605" y="259015"/>
                  </a:lnTo>
                  <a:lnTo>
                    <a:pt x="281966" y="255737"/>
                  </a:lnTo>
                  <a:lnTo>
                    <a:pt x="278687" y="257376"/>
                  </a:lnTo>
                  <a:lnTo>
                    <a:pt x="280327" y="262294"/>
                  </a:lnTo>
                  <a:lnTo>
                    <a:pt x="285245" y="263933"/>
                  </a:lnTo>
                  <a:lnTo>
                    <a:pt x="288523" y="267212"/>
                  </a:lnTo>
                  <a:lnTo>
                    <a:pt x="291802" y="270491"/>
                  </a:lnTo>
                  <a:lnTo>
                    <a:pt x="291802" y="270491"/>
                  </a:lnTo>
                  <a:lnTo>
                    <a:pt x="290162" y="272130"/>
                  </a:lnTo>
                  <a:lnTo>
                    <a:pt x="286884" y="275409"/>
                  </a:lnTo>
                  <a:lnTo>
                    <a:pt x="285245" y="278687"/>
                  </a:lnTo>
                  <a:lnTo>
                    <a:pt x="280327" y="281966"/>
                  </a:lnTo>
                  <a:lnTo>
                    <a:pt x="277048" y="285245"/>
                  </a:lnTo>
                  <a:lnTo>
                    <a:pt x="273769" y="288523"/>
                  </a:lnTo>
                  <a:lnTo>
                    <a:pt x="270491" y="290163"/>
                  </a:lnTo>
                  <a:lnTo>
                    <a:pt x="273769" y="286884"/>
                  </a:lnTo>
                  <a:lnTo>
                    <a:pt x="277048" y="283605"/>
                  </a:lnTo>
                  <a:lnTo>
                    <a:pt x="278687" y="281966"/>
                  </a:lnTo>
                  <a:lnTo>
                    <a:pt x="280327" y="278687"/>
                  </a:lnTo>
                  <a:lnTo>
                    <a:pt x="277048" y="280327"/>
                  </a:lnTo>
                  <a:lnTo>
                    <a:pt x="273769" y="283605"/>
                  </a:lnTo>
                  <a:lnTo>
                    <a:pt x="270491" y="285245"/>
                  </a:lnTo>
                  <a:lnTo>
                    <a:pt x="272130" y="288523"/>
                  </a:lnTo>
                  <a:lnTo>
                    <a:pt x="267212" y="288523"/>
                  </a:lnTo>
                  <a:lnTo>
                    <a:pt x="265572" y="283605"/>
                  </a:lnTo>
                  <a:lnTo>
                    <a:pt x="263933" y="288523"/>
                  </a:lnTo>
                  <a:lnTo>
                    <a:pt x="263933" y="291802"/>
                  </a:lnTo>
                  <a:lnTo>
                    <a:pt x="268851" y="291802"/>
                  </a:lnTo>
                  <a:lnTo>
                    <a:pt x="265572" y="295081"/>
                  </a:lnTo>
                  <a:lnTo>
                    <a:pt x="268851" y="296720"/>
                  </a:lnTo>
                  <a:lnTo>
                    <a:pt x="270491" y="298359"/>
                  </a:lnTo>
                  <a:lnTo>
                    <a:pt x="270491" y="301638"/>
                  </a:lnTo>
                  <a:lnTo>
                    <a:pt x="270491" y="304917"/>
                  </a:lnTo>
                  <a:lnTo>
                    <a:pt x="270491" y="306556"/>
                  </a:lnTo>
                  <a:lnTo>
                    <a:pt x="267212" y="308195"/>
                  </a:lnTo>
                  <a:lnTo>
                    <a:pt x="268851" y="304917"/>
                  </a:lnTo>
                  <a:lnTo>
                    <a:pt x="267212" y="301638"/>
                  </a:lnTo>
                  <a:lnTo>
                    <a:pt x="265572" y="299999"/>
                  </a:lnTo>
                  <a:lnTo>
                    <a:pt x="263933" y="299999"/>
                  </a:lnTo>
                  <a:lnTo>
                    <a:pt x="262294" y="298359"/>
                  </a:lnTo>
                  <a:lnTo>
                    <a:pt x="260654" y="298359"/>
                  </a:lnTo>
                  <a:lnTo>
                    <a:pt x="259015" y="298359"/>
                  </a:lnTo>
                  <a:lnTo>
                    <a:pt x="255737" y="298359"/>
                  </a:lnTo>
                  <a:lnTo>
                    <a:pt x="252458" y="298359"/>
                  </a:lnTo>
                  <a:lnTo>
                    <a:pt x="252458" y="298359"/>
                  </a:lnTo>
                  <a:lnTo>
                    <a:pt x="250818" y="298359"/>
                  </a:lnTo>
                  <a:lnTo>
                    <a:pt x="249179" y="299999"/>
                  </a:lnTo>
                  <a:lnTo>
                    <a:pt x="247540" y="301638"/>
                  </a:lnTo>
                  <a:lnTo>
                    <a:pt x="244261" y="301638"/>
                  </a:lnTo>
                  <a:lnTo>
                    <a:pt x="244261" y="303277"/>
                  </a:lnTo>
                  <a:lnTo>
                    <a:pt x="240982" y="303277"/>
                  </a:lnTo>
                  <a:lnTo>
                    <a:pt x="237704" y="303277"/>
                  </a:lnTo>
                  <a:lnTo>
                    <a:pt x="236064" y="306556"/>
                  </a:lnTo>
                  <a:lnTo>
                    <a:pt x="236064" y="306556"/>
                  </a:lnTo>
                  <a:lnTo>
                    <a:pt x="231147" y="306556"/>
                  </a:lnTo>
                  <a:lnTo>
                    <a:pt x="227868" y="304917"/>
                  </a:lnTo>
                  <a:lnTo>
                    <a:pt x="224589" y="303277"/>
                  </a:lnTo>
                  <a:lnTo>
                    <a:pt x="219671" y="301638"/>
                  </a:lnTo>
                  <a:lnTo>
                    <a:pt x="216392" y="296720"/>
                  </a:lnTo>
                  <a:lnTo>
                    <a:pt x="216392" y="296720"/>
                  </a:lnTo>
                  <a:lnTo>
                    <a:pt x="216392" y="295081"/>
                  </a:lnTo>
                  <a:lnTo>
                    <a:pt x="218032" y="295081"/>
                  </a:lnTo>
                  <a:lnTo>
                    <a:pt x="221310" y="293441"/>
                  </a:lnTo>
                  <a:lnTo>
                    <a:pt x="222950" y="295081"/>
                  </a:lnTo>
                  <a:lnTo>
                    <a:pt x="224589" y="295081"/>
                  </a:lnTo>
                  <a:lnTo>
                    <a:pt x="227868" y="293441"/>
                  </a:lnTo>
                  <a:lnTo>
                    <a:pt x="227868" y="290163"/>
                  </a:lnTo>
                  <a:lnTo>
                    <a:pt x="226228" y="285245"/>
                  </a:lnTo>
                  <a:lnTo>
                    <a:pt x="227868" y="285245"/>
                  </a:lnTo>
                  <a:lnTo>
                    <a:pt x="227868" y="285245"/>
                  </a:lnTo>
                  <a:lnTo>
                    <a:pt x="229507" y="283605"/>
                  </a:lnTo>
                  <a:lnTo>
                    <a:pt x="232786" y="281966"/>
                  </a:lnTo>
                  <a:lnTo>
                    <a:pt x="234425" y="277048"/>
                  </a:lnTo>
                  <a:lnTo>
                    <a:pt x="236064" y="273769"/>
                  </a:lnTo>
                  <a:lnTo>
                    <a:pt x="239343" y="273769"/>
                  </a:lnTo>
                  <a:lnTo>
                    <a:pt x="239343" y="270491"/>
                  </a:lnTo>
                  <a:lnTo>
                    <a:pt x="242622" y="267212"/>
                  </a:lnTo>
                  <a:lnTo>
                    <a:pt x="240982" y="262294"/>
                  </a:lnTo>
                  <a:lnTo>
                    <a:pt x="239343" y="259015"/>
                  </a:lnTo>
                  <a:lnTo>
                    <a:pt x="239343" y="257376"/>
                  </a:lnTo>
                  <a:lnTo>
                    <a:pt x="239343" y="254097"/>
                  </a:lnTo>
                  <a:lnTo>
                    <a:pt x="239343" y="252458"/>
                  </a:lnTo>
                  <a:lnTo>
                    <a:pt x="242622" y="250819"/>
                  </a:lnTo>
                  <a:lnTo>
                    <a:pt x="245901" y="249179"/>
                  </a:lnTo>
                  <a:lnTo>
                    <a:pt x="247540" y="252458"/>
                  </a:lnTo>
                  <a:lnTo>
                    <a:pt x="249179" y="255737"/>
                  </a:lnTo>
                  <a:lnTo>
                    <a:pt x="252458" y="252458"/>
                  </a:lnTo>
                  <a:lnTo>
                    <a:pt x="252458" y="252458"/>
                  </a:lnTo>
                  <a:lnTo>
                    <a:pt x="255737" y="252458"/>
                  </a:lnTo>
                  <a:lnTo>
                    <a:pt x="259015" y="255737"/>
                  </a:lnTo>
                  <a:lnTo>
                    <a:pt x="263933" y="255737"/>
                  </a:lnTo>
                  <a:lnTo>
                    <a:pt x="263933" y="254097"/>
                  </a:lnTo>
                  <a:lnTo>
                    <a:pt x="267212" y="254097"/>
                  </a:lnTo>
                  <a:lnTo>
                    <a:pt x="270491" y="259015"/>
                  </a:lnTo>
                  <a:lnTo>
                    <a:pt x="273769" y="257376"/>
                  </a:lnTo>
                  <a:lnTo>
                    <a:pt x="273769" y="257376"/>
                  </a:lnTo>
                  <a:lnTo>
                    <a:pt x="277048" y="257376"/>
                  </a:lnTo>
                  <a:lnTo>
                    <a:pt x="278687" y="255737"/>
                  </a:lnTo>
                  <a:lnTo>
                    <a:pt x="278687" y="255737"/>
                  </a:lnTo>
                  <a:lnTo>
                    <a:pt x="275408" y="254097"/>
                  </a:lnTo>
                  <a:lnTo>
                    <a:pt x="273769" y="252458"/>
                  </a:lnTo>
                  <a:lnTo>
                    <a:pt x="270491" y="250819"/>
                  </a:lnTo>
                  <a:lnTo>
                    <a:pt x="270491" y="249179"/>
                  </a:lnTo>
                  <a:lnTo>
                    <a:pt x="272130" y="247540"/>
                  </a:lnTo>
                  <a:lnTo>
                    <a:pt x="272130" y="244261"/>
                  </a:lnTo>
                  <a:lnTo>
                    <a:pt x="272130" y="240982"/>
                  </a:lnTo>
                  <a:lnTo>
                    <a:pt x="272130" y="240982"/>
                  </a:lnTo>
                  <a:lnTo>
                    <a:pt x="272130" y="239343"/>
                  </a:lnTo>
                  <a:lnTo>
                    <a:pt x="268851" y="236065"/>
                  </a:lnTo>
                  <a:lnTo>
                    <a:pt x="265572" y="236065"/>
                  </a:lnTo>
                  <a:lnTo>
                    <a:pt x="260654" y="234425"/>
                  </a:lnTo>
                  <a:lnTo>
                    <a:pt x="257376" y="229507"/>
                  </a:lnTo>
                  <a:lnTo>
                    <a:pt x="255737" y="226229"/>
                  </a:lnTo>
                  <a:lnTo>
                    <a:pt x="255737" y="222950"/>
                  </a:lnTo>
                  <a:lnTo>
                    <a:pt x="257376" y="219671"/>
                  </a:lnTo>
                  <a:lnTo>
                    <a:pt x="254097" y="214753"/>
                  </a:lnTo>
                  <a:lnTo>
                    <a:pt x="250818" y="216392"/>
                  </a:lnTo>
                  <a:lnTo>
                    <a:pt x="247540" y="213114"/>
                  </a:lnTo>
                  <a:lnTo>
                    <a:pt x="244261" y="209835"/>
                  </a:lnTo>
                  <a:lnTo>
                    <a:pt x="240982" y="208196"/>
                  </a:lnTo>
                  <a:lnTo>
                    <a:pt x="240982" y="204917"/>
                  </a:lnTo>
                  <a:lnTo>
                    <a:pt x="242622" y="203278"/>
                  </a:lnTo>
                  <a:lnTo>
                    <a:pt x="242622" y="199999"/>
                  </a:lnTo>
                  <a:lnTo>
                    <a:pt x="242622" y="196720"/>
                  </a:lnTo>
                  <a:lnTo>
                    <a:pt x="240982" y="195081"/>
                  </a:lnTo>
                  <a:lnTo>
                    <a:pt x="240982" y="191802"/>
                  </a:lnTo>
                  <a:lnTo>
                    <a:pt x="237704" y="186885"/>
                  </a:lnTo>
                  <a:lnTo>
                    <a:pt x="232786" y="190163"/>
                  </a:lnTo>
                  <a:lnTo>
                    <a:pt x="229507" y="186885"/>
                  </a:lnTo>
                  <a:lnTo>
                    <a:pt x="227868" y="183606"/>
                  </a:lnTo>
                  <a:lnTo>
                    <a:pt x="224589" y="181966"/>
                  </a:lnTo>
                  <a:lnTo>
                    <a:pt x="221310" y="180327"/>
                  </a:lnTo>
                  <a:lnTo>
                    <a:pt x="218032" y="180327"/>
                  </a:lnTo>
                  <a:lnTo>
                    <a:pt x="214753" y="183606"/>
                  </a:lnTo>
                  <a:lnTo>
                    <a:pt x="214753" y="183606"/>
                  </a:lnTo>
                  <a:lnTo>
                    <a:pt x="213114" y="180327"/>
                  </a:lnTo>
                  <a:lnTo>
                    <a:pt x="209835" y="180327"/>
                  </a:lnTo>
                  <a:lnTo>
                    <a:pt x="209835" y="177048"/>
                  </a:lnTo>
                  <a:lnTo>
                    <a:pt x="204917" y="178688"/>
                  </a:lnTo>
                  <a:lnTo>
                    <a:pt x="201638" y="177048"/>
                  </a:lnTo>
                  <a:lnTo>
                    <a:pt x="198360" y="173770"/>
                  </a:lnTo>
                  <a:lnTo>
                    <a:pt x="195081" y="172130"/>
                  </a:lnTo>
                  <a:lnTo>
                    <a:pt x="191802" y="168852"/>
                  </a:lnTo>
                  <a:lnTo>
                    <a:pt x="190163" y="168852"/>
                  </a:lnTo>
                  <a:lnTo>
                    <a:pt x="190163" y="167212"/>
                  </a:lnTo>
                  <a:lnTo>
                    <a:pt x="190163" y="167212"/>
                  </a:lnTo>
                  <a:lnTo>
                    <a:pt x="190163" y="167212"/>
                  </a:lnTo>
                  <a:lnTo>
                    <a:pt x="188524" y="167212"/>
                  </a:lnTo>
                  <a:lnTo>
                    <a:pt x="185245" y="167212"/>
                  </a:lnTo>
                  <a:lnTo>
                    <a:pt x="181966" y="167212"/>
                  </a:lnTo>
                  <a:lnTo>
                    <a:pt x="180327" y="167212"/>
                  </a:lnTo>
                  <a:lnTo>
                    <a:pt x="177048" y="167212"/>
                  </a:lnTo>
                  <a:lnTo>
                    <a:pt x="175409" y="168852"/>
                  </a:lnTo>
                  <a:lnTo>
                    <a:pt x="175409" y="168852"/>
                  </a:lnTo>
                  <a:lnTo>
                    <a:pt x="170491" y="170491"/>
                  </a:lnTo>
                  <a:lnTo>
                    <a:pt x="170491" y="170491"/>
                  </a:lnTo>
                  <a:lnTo>
                    <a:pt x="165573" y="170491"/>
                  </a:lnTo>
                  <a:lnTo>
                    <a:pt x="163934" y="172130"/>
                  </a:lnTo>
                  <a:lnTo>
                    <a:pt x="160655" y="170491"/>
                  </a:lnTo>
                  <a:lnTo>
                    <a:pt x="157376" y="170491"/>
                  </a:lnTo>
                  <a:lnTo>
                    <a:pt x="157376" y="175409"/>
                  </a:lnTo>
                  <a:lnTo>
                    <a:pt x="155737" y="173770"/>
                  </a:lnTo>
                  <a:lnTo>
                    <a:pt x="152458" y="175409"/>
                  </a:lnTo>
                  <a:lnTo>
                    <a:pt x="152458" y="175409"/>
                  </a:lnTo>
                  <a:lnTo>
                    <a:pt x="152458" y="175409"/>
                  </a:lnTo>
                  <a:lnTo>
                    <a:pt x="149180" y="178688"/>
                  </a:lnTo>
                  <a:lnTo>
                    <a:pt x="145901" y="178688"/>
                  </a:lnTo>
                  <a:lnTo>
                    <a:pt x="142622" y="178688"/>
                  </a:lnTo>
                  <a:lnTo>
                    <a:pt x="142622" y="180327"/>
                  </a:lnTo>
                  <a:lnTo>
                    <a:pt x="140983" y="183606"/>
                  </a:lnTo>
                  <a:lnTo>
                    <a:pt x="137704" y="186885"/>
                  </a:lnTo>
                  <a:lnTo>
                    <a:pt x="136065" y="188524"/>
                  </a:lnTo>
                  <a:lnTo>
                    <a:pt x="134425" y="188524"/>
                  </a:lnTo>
                  <a:lnTo>
                    <a:pt x="132786" y="188524"/>
                  </a:lnTo>
                  <a:lnTo>
                    <a:pt x="131147" y="188524"/>
                  </a:lnTo>
                  <a:lnTo>
                    <a:pt x="126229" y="188524"/>
                  </a:lnTo>
                  <a:lnTo>
                    <a:pt x="122950" y="190163"/>
                  </a:lnTo>
                  <a:lnTo>
                    <a:pt x="119671" y="190163"/>
                  </a:lnTo>
                  <a:lnTo>
                    <a:pt x="116393" y="190163"/>
                  </a:lnTo>
                  <a:lnTo>
                    <a:pt x="113114" y="190163"/>
                  </a:lnTo>
                  <a:lnTo>
                    <a:pt x="108196" y="190163"/>
                  </a:lnTo>
                  <a:lnTo>
                    <a:pt x="104917" y="193442"/>
                  </a:lnTo>
                  <a:lnTo>
                    <a:pt x="103278" y="198360"/>
                  </a:lnTo>
                  <a:lnTo>
                    <a:pt x="98360" y="198360"/>
                  </a:lnTo>
                  <a:lnTo>
                    <a:pt x="98360" y="198360"/>
                  </a:lnTo>
                  <a:lnTo>
                    <a:pt x="96721" y="199999"/>
                  </a:lnTo>
                  <a:lnTo>
                    <a:pt x="95081" y="198360"/>
                  </a:lnTo>
                  <a:lnTo>
                    <a:pt x="91803" y="195081"/>
                  </a:lnTo>
                  <a:lnTo>
                    <a:pt x="86885" y="193442"/>
                  </a:lnTo>
                  <a:lnTo>
                    <a:pt x="83606" y="188524"/>
                  </a:lnTo>
                  <a:lnTo>
                    <a:pt x="81967" y="188524"/>
                  </a:lnTo>
                  <a:lnTo>
                    <a:pt x="78688" y="188524"/>
                  </a:lnTo>
                  <a:lnTo>
                    <a:pt x="73770" y="190163"/>
                  </a:lnTo>
                  <a:lnTo>
                    <a:pt x="70491" y="190163"/>
                  </a:lnTo>
                  <a:lnTo>
                    <a:pt x="70491" y="190163"/>
                  </a:lnTo>
                  <a:lnTo>
                    <a:pt x="65573" y="188524"/>
                  </a:lnTo>
                  <a:lnTo>
                    <a:pt x="62295" y="188524"/>
                  </a:lnTo>
                  <a:lnTo>
                    <a:pt x="60655" y="190163"/>
                  </a:lnTo>
                  <a:lnTo>
                    <a:pt x="57377" y="188524"/>
                  </a:lnTo>
                  <a:lnTo>
                    <a:pt x="55737" y="188524"/>
                  </a:lnTo>
                  <a:lnTo>
                    <a:pt x="50820" y="186885"/>
                  </a:lnTo>
                  <a:lnTo>
                    <a:pt x="49180" y="186885"/>
                  </a:lnTo>
                  <a:lnTo>
                    <a:pt x="47541" y="186885"/>
                  </a:lnTo>
                  <a:lnTo>
                    <a:pt x="44262" y="186885"/>
                  </a:lnTo>
                  <a:lnTo>
                    <a:pt x="40983" y="185245"/>
                  </a:lnTo>
                  <a:lnTo>
                    <a:pt x="37705" y="183606"/>
                  </a:lnTo>
                  <a:lnTo>
                    <a:pt x="34426" y="183606"/>
                  </a:lnTo>
                  <a:lnTo>
                    <a:pt x="29508" y="186885"/>
                  </a:lnTo>
                  <a:lnTo>
                    <a:pt x="26229" y="188524"/>
                  </a:lnTo>
                  <a:lnTo>
                    <a:pt x="26229" y="185245"/>
                  </a:lnTo>
                  <a:lnTo>
                    <a:pt x="24590" y="183606"/>
                  </a:lnTo>
                  <a:lnTo>
                    <a:pt x="22951" y="181966"/>
                  </a:lnTo>
                  <a:lnTo>
                    <a:pt x="19672" y="181966"/>
                  </a:lnTo>
                  <a:lnTo>
                    <a:pt x="16393" y="181966"/>
                  </a:lnTo>
                  <a:lnTo>
                    <a:pt x="14754" y="180327"/>
                  </a:lnTo>
                  <a:lnTo>
                    <a:pt x="11475" y="177048"/>
                  </a:lnTo>
                  <a:lnTo>
                    <a:pt x="8197" y="175409"/>
                  </a:lnTo>
                  <a:lnTo>
                    <a:pt x="6557" y="172130"/>
                  </a:lnTo>
                  <a:lnTo>
                    <a:pt x="4918" y="172130"/>
                  </a:lnTo>
                  <a:lnTo>
                    <a:pt x="3278" y="170491"/>
                  </a:lnTo>
                  <a:lnTo>
                    <a:pt x="1639" y="168852"/>
                  </a:lnTo>
                  <a:lnTo>
                    <a:pt x="1639" y="168852"/>
                  </a:lnTo>
                  <a:lnTo>
                    <a:pt x="0" y="16885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9" name="Freeform 2538">
              <a:extLst>
                <a:ext uri="{FF2B5EF4-FFF2-40B4-BE49-F238E27FC236}">
                  <a16:creationId xmlns:a16="http://schemas.microsoft.com/office/drawing/2014/main" id="{48FB9B61-9A63-4946-87E3-24561C7728ED}"/>
                </a:ext>
              </a:extLst>
            </p:cNvPr>
            <p:cNvSpPr/>
            <p:nvPr/>
          </p:nvSpPr>
          <p:spPr>
            <a:xfrm>
              <a:off x="6674685" y="3918176"/>
              <a:ext cx="306556" cy="409834"/>
            </a:xfrm>
            <a:custGeom>
              <a:avLst/>
              <a:gdLst>
                <a:gd name="connsiteX0" fmla="*/ 0 w 306556"/>
                <a:gd name="connsiteY0" fmla="*/ 247540 h 409834"/>
                <a:gd name="connsiteX1" fmla="*/ 0 w 306556"/>
                <a:gd name="connsiteY1" fmla="*/ 245901 h 409834"/>
                <a:gd name="connsiteX2" fmla="*/ 0 w 306556"/>
                <a:gd name="connsiteY2" fmla="*/ 240983 h 409834"/>
                <a:gd name="connsiteX3" fmla="*/ 0 w 306556"/>
                <a:gd name="connsiteY3" fmla="*/ 237704 h 409834"/>
                <a:gd name="connsiteX4" fmla="*/ 0 w 306556"/>
                <a:gd name="connsiteY4" fmla="*/ 232786 h 409834"/>
                <a:gd name="connsiteX5" fmla="*/ 0 w 306556"/>
                <a:gd name="connsiteY5" fmla="*/ 229507 h 409834"/>
                <a:gd name="connsiteX6" fmla="*/ 0 w 306556"/>
                <a:gd name="connsiteY6" fmla="*/ 226228 h 409834"/>
                <a:gd name="connsiteX7" fmla="*/ 0 w 306556"/>
                <a:gd name="connsiteY7" fmla="*/ 221310 h 409834"/>
                <a:gd name="connsiteX8" fmla="*/ 1639 w 306556"/>
                <a:gd name="connsiteY8" fmla="*/ 218032 h 409834"/>
                <a:gd name="connsiteX9" fmla="*/ 1639 w 306556"/>
                <a:gd name="connsiteY9" fmla="*/ 213114 h 409834"/>
                <a:gd name="connsiteX10" fmla="*/ 3279 w 306556"/>
                <a:gd name="connsiteY10" fmla="*/ 209835 h 409834"/>
                <a:gd name="connsiteX11" fmla="*/ 1639 w 306556"/>
                <a:gd name="connsiteY11" fmla="*/ 206557 h 409834"/>
                <a:gd name="connsiteX12" fmla="*/ 1639 w 306556"/>
                <a:gd name="connsiteY12" fmla="*/ 203278 h 409834"/>
                <a:gd name="connsiteX13" fmla="*/ 0 w 306556"/>
                <a:gd name="connsiteY13" fmla="*/ 201638 h 409834"/>
                <a:gd name="connsiteX14" fmla="*/ 0 w 306556"/>
                <a:gd name="connsiteY14" fmla="*/ 198360 h 409834"/>
                <a:gd name="connsiteX15" fmla="*/ 3279 w 306556"/>
                <a:gd name="connsiteY15" fmla="*/ 195081 h 409834"/>
                <a:gd name="connsiteX16" fmla="*/ 3279 w 306556"/>
                <a:gd name="connsiteY16" fmla="*/ 193442 h 409834"/>
                <a:gd name="connsiteX17" fmla="*/ 4918 w 306556"/>
                <a:gd name="connsiteY17" fmla="*/ 191803 h 409834"/>
                <a:gd name="connsiteX18" fmla="*/ 8197 w 306556"/>
                <a:gd name="connsiteY18" fmla="*/ 186884 h 409834"/>
                <a:gd name="connsiteX19" fmla="*/ 8197 w 306556"/>
                <a:gd name="connsiteY19" fmla="*/ 183606 h 409834"/>
                <a:gd name="connsiteX20" fmla="*/ 8197 w 306556"/>
                <a:gd name="connsiteY20" fmla="*/ 181966 h 409834"/>
                <a:gd name="connsiteX21" fmla="*/ 9836 w 306556"/>
                <a:gd name="connsiteY21" fmla="*/ 177048 h 409834"/>
                <a:gd name="connsiteX22" fmla="*/ 9836 w 306556"/>
                <a:gd name="connsiteY22" fmla="*/ 177048 h 409834"/>
                <a:gd name="connsiteX23" fmla="*/ 13115 w 306556"/>
                <a:gd name="connsiteY23" fmla="*/ 175409 h 409834"/>
                <a:gd name="connsiteX24" fmla="*/ 14754 w 306556"/>
                <a:gd name="connsiteY24" fmla="*/ 175409 h 409834"/>
                <a:gd name="connsiteX25" fmla="*/ 14754 w 306556"/>
                <a:gd name="connsiteY25" fmla="*/ 172130 h 409834"/>
                <a:gd name="connsiteX26" fmla="*/ 16393 w 306556"/>
                <a:gd name="connsiteY26" fmla="*/ 170491 h 409834"/>
                <a:gd name="connsiteX27" fmla="*/ 18033 w 306556"/>
                <a:gd name="connsiteY27" fmla="*/ 168851 h 409834"/>
                <a:gd name="connsiteX28" fmla="*/ 19672 w 306556"/>
                <a:gd name="connsiteY28" fmla="*/ 167213 h 409834"/>
                <a:gd name="connsiteX29" fmla="*/ 21312 w 306556"/>
                <a:gd name="connsiteY29" fmla="*/ 162294 h 409834"/>
                <a:gd name="connsiteX30" fmla="*/ 21312 w 306556"/>
                <a:gd name="connsiteY30" fmla="*/ 159016 h 409834"/>
                <a:gd name="connsiteX31" fmla="*/ 22951 w 306556"/>
                <a:gd name="connsiteY31" fmla="*/ 155737 h 409834"/>
                <a:gd name="connsiteX32" fmla="*/ 22951 w 306556"/>
                <a:gd name="connsiteY32" fmla="*/ 155737 h 409834"/>
                <a:gd name="connsiteX33" fmla="*/ 26229 w 306556"/>
                <a:gd name="connsiteY33" fmla="*/ 155737 h 409834"/>
                <a:gd name="connsiteX34" fmla="*/ 26229 w 306556"/>
                <a:gd name="connsiteY34" fmla="*/ 155737 h 409834"/>
                <a:gd name="connsiteX35" fmla="*/ 29508 w 306556"/>
                <a:gd name="connsiteY35" fmla="*/ 152458 h 409834"/>
                <a:gd name="connsiteX36" fmla="*/ 32787 w 306556"/>
                <a:gd name="connsiteY36" fmla="*/ 150819 h 409834"/>
                <a:gd name="connsiteX37" fmla="*/ 34426 w 306556"/>
                <a:gd name="connsiteY37" fmla="*/ 150819 h 409834"/>
                <a:gd name="connsiteX38" fmla="*/ 36066 w 306556"/>
                <a:gd name="connsiteY38" fmla="*/ 145901 h 409834"/>
                <a:gd name="connsiteX39" fmla="*/ 34426 w 306556"/>
                <a:gd name="connsiteY39" fmla="*/ 145901 h 409834"/>
                <a:gd name="connsiteX40" fmla="*/ 34426 w 306556"/>
                <a:gd name="connsiteY40" fmla="*/ 142622 h 409834"/>
                <a:gd name="connsiteX41" fmla="*/ 34426 w 306556"/>
                <a:gd name="connsiteY41" fmla="*/ 142622 h 409834"/>
                <a:gd name="connsiteX42" fmla="*/ 36066 w 306556"/>
                <a:gd name="connsiteY42" fmla="*/ 139344 h 409834"/>
                <a:gd name="connsiteX43" fmla="*/ 39344 w 306556"/>
                <a:gd name="connsiteY43" fmla="*/ 134426 h 409834"/>
                <a:gd name="connsiteX44" fmla="*/ 40983 w 306556"/>
                <a:gd name="connsiteY44" fmla="*/ 131147 h 409834"/>
                <a:gd name="connsiteX45" fmla="*/ 42623 w 306556"/>
                <a:gd name="connsiteY45" fmla="*/ 127868 h 409834"/>
                <a:gd name="connsiteX46" fmla="*/ 42623 w 306556"/>
                <a:gd name="connsiteY46" fmla="*/ 126229 h 409834"/>
                <a:gd name="connsiteX47" fmla="*/ 42623 w 306556"/>
                <a:gd name="connsiteY47" fmla="*/ 126229 h 409834"/>
                <a:gd name="connsiteX48" fmla="*/ 42623 w 306556"/>
                <a:gd name="connsiteY48" fmla="*/ 122950 h 409834"/>
                <a:gd name="connsiteX49" fmla="*/ 42623 w 306556"/>
                <a:gd name="connsiteY49" fmla="*/ 121311 h 409834"/>
                <a:gd name="connsiteX50" fmla="*/ 42623 w 306556"/>
                <a:gd name="connsiteY50" fmla="*/ 118032 h 409834"/>
                <a:gd name="connsiteX51" fmla="*/ 40983 w 306556"/>
                <a:gd name="connsiteY51" fmla="*/ 118032 h 409834"/>
                <a:gd name="connsiteX52" fmla="*/ 40983 w 306556"/>
                <a:gd name="connsiteY52" fmla="*/ 114754 h 409834"/>
                <a:gd name="connsiteX53" fmla="*/ 40983 w 306556"/>
                <a:gd name="connsiteY53" fmla="*/ 109836 h 409834"/>
                <a:gd name="connsiteX54" fmla="*/ 39344 w 306556"/>
                <a:gd name="connsiteY54" fmla="*/ 106557 h 409834"/>
                <a:gd name="connsiteX55" fmla="*/ 37705 w 306556"/>
                <a:gd name="connsiteY55" fmla="*/ 103278 h 409834"/>
                <a:gd name="connsiteX56" fmla="*/ 37705 w 306556"/>
                <a:gd name="connsiteY56" fmla="*/ 98360 h 409834"/>
                <a:gd name="connsiteX57" fmla="*/ 37705 w 306556"/>
                <a:gd name="connsiteY57" fmla="*/ 96721 h 409834"/>
                <a:gd name="connsiteX58" fmla="*/ 39344 w 306556"/>
                <a:gd name="connsiteY58" fmla="*/ 93442 h 409834"/>
                <a:gd name="connsiteX59" fmla="*/ 37705 w 306556"/>
                <a:gd name="connsiteY59" fmla="*/ 91803 h 409834"/>
                <a:gd name="connsiteX60" fmla="*/ 34426 w 306556"/>
                <a:gd name="connsiteY60" fmla="*/ 88524 h 409834"/>
                <a:gd name="connsiteX61" fmla="*/ 32787 w 306556"/>
                <a:gd name="connsiteY61" fmla="*/ 85246 h 409834"/>
                <a:gd name="connsiteX62" fmla="*/ 32787 w 306556"/>
                <a:gd name="connsiteY62" fmla="*/ 80327 h 409834"/>
                <a:gd name="connsiteX63" fmla="*/ 29508 w 306556"/>
                <a:gd name="connsiteY63" fmla="*/ 77049 h 409834"/>
                <a:gd name="connsiteX64" fmla="*/ 26229 w 306556"/>
                <a:gd name="connsiteY64" fmla="*/ 73770 h 409834"/>
                <a:gd name="connsiteX65" fmla="*/ 24590 w 306556"/>
                <a:gd name="connsiteY65" fmla="*/ 70491 h 409834"/>
                <a:gd name="connsiteX66" fmla="*/ 24590 w 306556"/>
                <a:gd name="connsiteY66" fmla="*/ 67213 h 409834"/>
                <a:gd name="connsiteX67" fmla="*/ 22951 w 306556"/>
                <a:gd name="connsiteY67" fmla="*/ 65573 h 409834"/>
                <a:gd name="connsiteX68" fmla="*/ 19672 w 306556"/>
                <a:gd name="connsiteY68" fmla="*/ 62295 h 409834"/>
                <a:gd name="connsiteX69" fmla="*/ 19672 w 306556"/>
                <a:gd name="connsiteY69" fmla="*/ 59016 h 409834"/>
                <a:gd name="connsiteX70" fmla="*/ 18033 w 306556"/>
                <a:gd name="connsiteY70" fmla="*/ 54098 h 409834"/>
                <a:gd name="connsiteX71" fmla="*/ 18033 w 306556"/>
                <a:gd name="connsiteY71" fmla="*/ 50820 h 409834"/>
                <a:gd name="connsiteX72" fmla="*/ 19672 w 306556"/>
                <a:gd name="connsiteY72" fmla="*/ 47541 h 409834"/>
                <a:gd name="connsiteX73" fmla="*/ 21312 w 306556"/>
                <a:gd name="connsiteY73" fmla="*/ 44262 h 409834"/>
                <a:gd name="connsiteX74" fmla="*/ 18033 w 306556"/>
                <a:gd name="connsiteY74" fmla="*/ 39344 h 409834"/>
                <a:gd name="connsiteX75" fmla="*/ 14754 w 306556"/>
                <a:gd name="connsiteY75" fmla="*/ 39344 h 409834"/>
                <a:gd name="connsiteX76" fmla="*/ 9836 w 306556"/>
                <a:gd name="connsiteY76" fmla="*/ 36066 h 409834"/>
                <a:gd name="connsiteX77" fmla="*/ 9836 w 306556"/>
                <a:gd name="connsiteY77" fmla="*/ 32787 h 409834"/>
                <a:gd name="connsiteX78" fmla="*/ 6558 w 306556"/>
                <a:gd name="connsiteY78" fmla="*/ 32787 h 409834"/>
                <a:gd name="connsiteX79" fmla="*/ 8197 w 306556"/>
                <a:gd name="connsiteY79" fmla="*/ 29508 h 409834"/>
                <a:gd name="connsiteX80" fmla="*/ 6558 w 306556"/>
                <a:gd name="connsiteY80" fmla="*/ 26229 h 409834"/>
                <a:gd name="connsiteX81" fmla="*/ 4918 w 306556"/>
                <a:gd name="connsiteY81" fmla="*/ 21311 h 409834"/>
                <a:gd name="connsiteX82" fmla="*/ 1639 w 306556"/>
                <a:gd name="connsiteY82" fmla="*/ 18033 h 409834"/>
                <a:gd name="connsiteX83" fmla="*/ 4918 w 306556"/>
                <a:gd name="connsiteY83" fmla="*/ 14754 h 409834"/>
                <a:gd name="connsiteX84" fmla="*/ 8197 w 306556"/>
                <a:gd name="connsiteY84" fmla="*/ 9836 h 409834"/>
                <a:gd name="connsiteX85" fmla="*/ 11476 w 306556"/>
                <a:gd name="connsiteY85" fmla="*/ 6557 h 409834"/>
                <a:gd name="connsiteX86" fmla="*/ 14754 w 306556"/>
                <a:gd name="connsiteY86" fmla="*/ 3279 h 409834"/>
                <a:gd name="connsiteX87" fmla="*/ 18033 w 306556"/>
                <a:gd name="connsiteY87" fmla="*/ 1639 h 409834"/>
                <a:gd name="connsiteX88" fmla="*/ 21312 w 306556"/>
                <a:gd name="connsiteY88" fmla="*/ 0 h 409834"/>
                <a:gd name="connsiteX89" fmla="*/ 24590 w 306556"/>
                <a:gd name="connsiteY89" fmla="*/ 0 h 409834"/>
                <a:gd name="connsiteX90" fmla="*/ 27869 w 306556"/>
                <a:gd name="connsiteY90" fmla="*/ 0 h 409834"/>
                <a:gd name="connsiteX91" fmla="*/ 32787 w 306556"/>
                <a:gd name="connsiteY91" fmla="*/ 0 h 409834"/>
                <a:gd name="connsiteX92" fmla="*/ 36066 w 306556"/>
                <a:gd name="connsiteY92" fmla="*/ 0 h 409834"/>
                <a:gd name="connsiteX93" fmla="*/ 39344 w 306556"/>
                <a:gd name="connsiteY93" fmla="*/ 0 h 409834"/>
                <a:gd name="connsiteX94" fmla="*/ 40983 w 306556"/>
                <a:gd name="connsiteY94" fmla="*/ 0 h 409834"/>
                <a:gd name="connsiteX95" fmla="*/ 44262 w 306556"/>
                <a:gd name="connsiteY95" fmla="*/ 0 h 409834"/>
                <a:gd name="connsiteX96" fmla="*/ 49180 w 306556"/>
                <a:gd name="connsiteY96" fmla="*/ 0 h 409834"/>
                <a:gd name="connsiteX97" fmla="*/ 52459 w 306556"/>
                <a:gd name="connsiteY97" fmla="*/ 0 h 409834"/>
                <a:gd name="connsiteX98" fmla="*/ 55738 w 306556"/>
                <a:gd name="connsiteY98" fmla="*/ 0 h 409834"/>
                <a:gd name="connsiteX99" fmla="*/ 59016 w 306556"/>
                <a:gd name="connsiteY99" fmla="*/ 0 h 409834"/>
                <a:gd name="connsiteX100" fmla="*/ 60656 w 306556"/>
                <a:gd name="connsiteY100" fmla="*/ 0 h 409834"/>
                <a:gd name="connsiteX101" fmla="*/ 63935 w 306556"/>
                <a:gd name="connsiteY101" fmla="*/ 0 h 409834"/>
                <a:gd name="connsiteX102" fmla="*/ 67213 w 306556"/>
                <a:gd name="connsiteY102" fmla="*/ 0 h 409834"/>
                <a:gd name="connsiteX103" fmla="*/ 72131 w 306556"/>
                <a:gd name="connsiteY103" fmla="*/ 0 h 409834"/>
                <a:gd name="connsiteX104" fmla="*/ 75410 w 306556"/>
                <a:gd name="connsiteY104" fmla="*/ 0 h 409834"/>
                <a:gd name="connsiteX105" fmla="*/ 77049 w 306556"/>
                <a:gd name="connsiteY105" fmla="*/ 0 h 409834"/>
                <a:gd name="connsiteX106" fmla="*/ 77049 w 306556"/>
                <a:gd name="connsiteY106" fmla="*/ 1639 h 409834"/>
                <a:gd name="connsiteX107" fmla="*/ 77049 w 306556"/>
                <a:gd name="connsiteY107" fmla="*/ 4918 h 409834"/>
                <a:gd name="connsiteX108" fmla="*/ 81967 w 306556"/>
                <a:gd name="connsiteY108" fmla="*/ 8197 h 409834"/>
                <a:gd name="connsiteX109" fmla="*/ 88525 w 306556"/>
                <a:gd name="connsiteY109" fmla="*/ 8197 h 409834"/>
                <a:gd name="connsiteX110" fmla="*/ 90164 w 306556"/>
                <a:gd name="connsiteY110" fmla="*/ 8197 h 409834"/>
                <a:gd name="connsiteX111" fmla="*/ 90164 w 306556"/>
                <a:gd name="connsiteY111" fmla="*/ 8197 h 409834"/>
                <a:gd name="connsiteX112" fmla="*/ 98360 w 306556"/>
                <a:gd name="connsiteY112" fmla="*/ 8197 h 409834"/>
                <a:gd name="connsiteX113" fmla="*/ 106557 w 306556"/>
                <a:gd name="connsiteY113" fmla="*/ 8197 h 409834"/>
                <a:gd name="connsiteX114" fmla="*/ 113115 w 306556"/>
                <a:gd name="connsiteY114" fmla="*/ 8197 h 409834"/>
                <a:gd name="connsiteX115" fmla="*/ 119672 w 306556"/>
                <a:gd name="connsiteY115" fmla="*/ 11476 h 409834"/>
                <a:gd name="connsiteX116" fmla="*/ 122950 w 306556"/>
                <a:gd name="connsiteY116" fmla="*/ 14754 h 409834"/>
                <a:gd name="connsiteX117" fmla="*/ 129508 w 306556"/>
                <a:gd name="connsiteY117" fmla="*/ 18033 h 409834"/>
                <a:gd name="connsiteX118" fmla="*/ 140983 w 306556"/>
                <a:gd name="connsiteY118" fmla="*/ 27869 h 409834"/>
                <a:gd name="connsiteX119" fmla="*/ 145901 w 306556"/>
                <a:gd name="connsiteY119" fmla="*/ 31147 h 409834"/>
                <a:gd name="connsiteX120" fmla="*/ 157376 w 306556"/>
                <a:gd name="connsiteY120" fmla="*/ 39344 h 409834"/>
                <a:gd name="connsiteX121" fmla="*/ 159016 w 306556"/>
                <a:gd name="connsiteY121" fmla="*/ 42623 h 409834"/>
                <a:gd name="connsiteX122" fmla="*/ 163934 w 306556"/>
                <a:gd name="connsiteY122" fmla="*/ 44262 h 409834"/>
                <a:gd name="connsiteX123" fmla="*/ 168852 w 306556"/>
                <a:gd name="connsiteY123" fmla="*/ 44262 h 409834"/>
                <a:gd name="connsiteX124" fmla="*/ 173770 w 306556"/>
                <a:gd name="connsiteY124" fmla="*/ 45901 h 409834"/>
                <a:gd name="connsiteX125" fmla="*/ 178688 w 306556"/>
                <a:gd name="connsiteY125" fmla="*/ 44262 h 409834"/>
                <a:gd name="connsiteX126" fmla="*/ 183606 w 306556"/>
                <a:gd name="connsiteY126" fmla="*/ 44262 h 409834"/>
                <a:gd name="connsiteX127" fmla="*/ 188524 w 306556"/>
                <a:gd name="connsiteY127" fmla="*/ 47541 h 409834"/>
                <a:gd name="connsiteX128" fmla="*/ 193442 w 306556"/>
                <a:gd name="connsiteY128" fmla="*/ 49180 h 409834"/>
                <a:gd name="connsiteX129" fmla="*/ 198360 w 306556"/>
                <a:gd name="connsiteY129" fmla="*/ 49180 h 409834"/>
                <a:gd name="connsiteX130" fmla="*/ 198360 w 306556"/>
                <a:gd name="connsiteY130" fmla="*/ 47541 h 409834"/>
                <a:gd name="connsiteX131" fmla="*/ 203278 w 306556"/>
                <a:gd name="connsiteY131" fmla="*/ 50820 h 409834"/>
                <a:gd name="connsiteX132" fmla="*/ 206557 w 306556"/>
                <a:gd name="connsiteY132" fmla="*/ 50820 h 409834"/>
                <a:gd name="connsiteX133" fmla="*/ 208196 w 306556"/>
                <a:gd name="connsiteY133" fmla="*/ 50820 h 409834"/>
                <a:gd name="connsiteX134" fmla="*/ 213114 w 306556"/>
                <a:gd name="connsiteY134" fmla="*/ 50820 h 409834"/>
                <a:gd name="connsiteX135" fmla="*/ 216393 w 306556"/>
                <a:gd name="connsiteY135" fmla="*/ 54098 h 409834"/>
                <a:gd name="connsiteX136" fmla="*/ 218032 w 306556"/>
                <a:gd name="connsiteY136" fmla="*/ 49180 h 409834"/>
                <a:gd name="connsiteX137" fmla="*/ 226229 w 306556"/>
                <a:gd name="connsiteY137" fmla="*/ 40983 h 409834"/>
                <a:gd name="connsiteX138" fmla="*/ 229507 w 306556"/>
                <a:gd name="connsiteY138" fmla="*/ 32787 h 409834"/>
                <a:gd name="connsiteX139" fmla="*/ 234425 w 306556"/>
                <a:gd name="connsiteY139" fmla="*/ 31147 h 409834"/>
                <a:gd name="connsiteX140" fmla="*/ 234425 w 306556"/>
                <a:gd name="connsiteY140" fmla="*/ 31147 h 409834"/>
                <a:gd name="connsiteX141" fmla="*/ 240983 w 306556"/>
                <a:gd name="connsiteY141" fmla="*/ 26229 h 409834"/>
                <a:gd name="connsiteX142" fmla="*/ 245901 w 306556"/>
                <a:gd name="connsiteY142" fmla="*/ 24590 h 409834"/>
                <a:gd name="connsiteX143" fmla="*/ 249179 w 306556"/>
                <a:gd name="connsiteY143" fmla="*/ 22951 h 409834"/>
                <a:gd name="connsiteX144" fmla="*/ 254097 w 306556"/>
                <a:gd name="connsiteY144" fmla="*/ 19672 h 409834"/>
                <a:gd name="connsiteX145" fmla="*/ 259016 w 306556"/>
                <a:gd name="connsiteY145" fmla="*/ 18033 h 409834"/>
                <a:gd name="connsiteX146" fmla="*/ 263933 w 306556"/>
                <a:gd name="connsiteY146" fmla="*/ 14754 h 409834"/>
                <a:gd name="connsiteX147" fmla="*/ 267212 w 306556"/>
                <a:gd name="connsiteY147" fmla="*/ 18033 h 409834"/>
                <a:gd name="connsiteX148" fmla="*/ 272130 w 306556"/>
                <a:gd name="connsiteY148" fmla="*/ 21311 h 409834"/>
                <a:gd name="connsiteX149" fmla="*/ 275409 w 306556"/>
                <a:gd name="connsiteY149" fmla="*/ 26229 h 409834"/>
                <a:gd name="connsiteX150" fmla="*/ 278687 w 306556"/>
                <a:gd name="connsiteY150" fmla="*/ 29508 h 409834"/>
                <a:gd name="connsiteX151" fmla="*/ 281966 w 306556"/>
                <a:gd name="connsiteY151" fmla="*/ 29508 h 409834"/>
                <a:gd name="connsiteX152" fmla="*/ 285245 w 306556"/>
                <a:gd name="connsiteY152" fmla="*/ 29508 h 409834"/>
                <a:gd name="connsiteX153" fmla="*/ 288523 w 306556"/>
                <a:gd name="connsiteY153" fmla="*/ 29508 h 409834"/>
                <a:gd name="connsiteX154" fmla="*/ 293442 w 306556"/>
                <a:gd name="connsiteY154" fmla="*/ 29508 h 409834"/>
                <a:gd name="connsiteX155" fmla="*/ 296720 w 306556"/>
                <a:gd name="connsiteY155" fmla="*/ 27869 h 409834"/>
                <a:gd name="connsiteX156" fmla="*/ 299999 w 306556"/>
                <a:gd name="connsiteY156" fmla="*/ 27869 h 409834"/>
                <a:gd name="connsiteX157" fmla="*/ 303277 w 306556"/>
                <a:gd name="connsiteY157" fmla="*/ 29508 h 409834"/>
                <a:gd name="connsiteX158" fmla="*/ 306556 w 306556"/>
                <a:gd name="connsiteY158" fmla="*/ 27869 h 409834"/>
                <a:gd name="connsiteX159" fmla="*/ 306556 w 306556"/>
                <a:gd name="connsiteY159" fmla="*/ 29508 h 409834"/>
                <a:gd name="connsiteX160" fmla="*/ 303277 w 306556"/>
                <a:gd name="connsiteY160" fmla="*/ 34426 h 409834"/>
                <a:gd name="connsiteX161" fmla="*/ 301638 w 306556"/>
                <a:gd name="connsiteY161" fmla="*/ 39344 h 409834"/>
                <a:gd name="connsiteX162" fmla="*/ 298360 w 306556"/>
                <a:gd name="connsiteY162" fmla="*/ 44262 h 409834"/>
                <a:gd name="connsiteX163" fmla="*/ 296720 w 306556"/>
                <a:gd name="connsiteY163" fmla="*/ 47541 h 409834"/>
                <a:gd name="connsiteX164" fmla="*/ 293442 w 306556"/>
                <a:gd name="connsiteY164" fmla="*/ 52459 h 409834"/>
                <a:gd name="connsiteX165" fmla="*/ 290163 w 306556"/>
                <a:gd name="connsiteY165" fmla="*/ 57377 h 409834"/>
                <a:gd name="connsiteX166" fmla="*/ 288523 w 306556"/>
                <a:gd name="connsiteY166" fmla="*/ 60656 h 409834"/>
                <a:gd name="connsiteX167" fmla="*/ 285245 w 306556"/>
                <a:gd name="connsiteY167" fmla="*/ 65573 h 409834"/>
                <a:gd name="connsiteX168" fmla="*/ 281966 w 306556"/>
                <a:gd name="connsiteY168" fmla="*/ 68852 h 409834"/>
                <a:gd name="connsiteX169" fmla="*/ 277048 w 306556"/>
                <a:gd name="connsiteY169" fmla="*/ 73770 h 409834"/>
                <a:gd name="connsiteX170" fmla="*/ 273769 w 306556"/>
                <a:gd name="connsiteY170" fmla="*/ 78688 h 409834"/>
                <a:gd name="connsiteX171" fmla="*/ 272130 w 306556"/>
                <a:gd name="connsiteY171" fmla="*/ 83606 h 409834"/>
                <a:gd name="connsiteX172" fmla="*/ 272130 w 306556"/>
                <a:gd name="connsiteY172" fmla="*/ 90164 h 409834"/>
                <a:gd name="connsiteX173" fmla="*/ 272130 w 306556"/>
                <a:gd name="connsiteY173" fmla="*/ 96721 h 409834"/>
                <a:gd name="connsiteX174" fmla="*/ 272130 w 306556"/>
                <a:gd name="connsiteY174" fmla="*/ 101639 h 409834"/>
                <a:gd name="connsiteX175" fmla="*/ 272130 w 306556"/>
                <a:gd name="connsiteY175" fmla="*/ 101639 h 409834"/>
                <a:gd name="connsiteX176" fmla="*/ 272130 w 306556"/>
                <a:gd name="connsiteY176" fmla="*/ 108196 h 409834"/>
                <a:gd name="connsiteX177" fmla="*/ 272130 w 306556"/>
                <a:gd name="connsiteY177" fmla="*/ 111475 h 409834"/>
                <a:gd name="connsiteX178" fmla="*/ 272130 w 306556"/>
                <a:gd name="connsiteY178" fmla="*/ 116393 h 409834"/>
                <a:gd name="connsiteX179" fmla="*/ 272130 w 306556"/>
                <a:gd name="connsiteY179" fmla="*/ 119671 h 409834"/>
                <a:gd name="connsiteX180" fmla="*/ 272130 w 306556"/>
                <a:gd name="connsiteY180" fmla="*/ 122950 h 409834"/>
                <a:gd name="connsiteX181" fmla="*/ 272130 w 306556"/>
                <a:gd name="connsiteY181" fmla="*/ 126229 h 409834"/>
                <a:gd name="connsiteX182" fmla="*/ 273769 w 306556"/>
                <a:gd name="connsiteY182" fmla="*/ 131147 h 409834"/>
                <a:gd name="connsiteX183" fmla="*/ 273769 w 306556"/>
                <a:gd name="connsiteY183" fmla="*/ 134426 h 409834"/>
                <a:gd name="connsiteX184" fmla="*/ 273769 w 306556"/>
                <a:gd name="connsiteY184" fmla="*/ 137704 h 409834"/>
                <a:gd name="connsiteX185" fmla="*/ 273769 w 306556"/>
                <a:gd name="connsiteY185" fmla="*/ 140983 h 409834"/>
                <a:gd name="connsiteX186" fmla="*/ 273769 w 306556"/>
                <a:gd name="connsiteY186" fmla="*/ 145901 h 409834"/>
                <a:gd name="connsiteX187" fmla="*/ 273769 w 306556"/>
                <a:gd name="connsiteY187" fmla="*/ 145901 h 409834"/>
                <a:gd name="connsiteX188" fmla="*/ 273769 w 306556"/>
                <a:gd name="connsiteY188" fmla="*/ 152458 h 409834"/>
                <a:gd name="connsiteX189" fmla="*/ 273769 w 306556"/>
                <a:gd name="connsiteY189" fmla="*/ 155737 h 409834"/>
                <a:gd name="connsiteX190" fmla="*/ 273769 w 306556"/>
                <a:gd name="connsiteY190" fmla="*/ 159016 h 409834"/>
                <a:gd name="connsiteX191" fmla="*/ 273769 w 306556"/>
                <a:gd name="connsiteY191" fmla="*/ 163934 h 409834"/>
                <a:gd name="connsiteX192" fmla="*/ 273769 w 306556"/>
                <a:gd name="connsiteY192" fmla="*/ 167213 h 409834"/>
                <a:gd name="connsiteX193" fmla="*/ 273769 w 306556"/>
                <a:gd name="connsiteY193" fmla="*/ 173770 h 409834"/>
                <a:gd name="connsiteX194" fmla="*/ 273769 w 306556"/>
                <a:gd name="connsiteY194" fmla="*/ 181966 h 409834"/>
                <a:gd name="connsiteX195" fmla="*/ 273769 w 306556"/>
                <a:gd name="connsiteY195" fmla="*/ 183606 h 409834"/>
                <a:gd name="connsiteX196" fmla="*/ 273769 w 306556"/>
                <a:gd name="connsiteY196" fmla="*/ 186884 h 409834"/>
                <a:gd name="connsiteX197" fmla="*/ 273769 w 306556"/>
                <a:gd name="connsiteY197" fmla="*/ 196720 h 409834"/>
                <a:gd name="connsiteX198" fmla="*/ 273769 w 306556"/>
                <a:gd name="connsiteY198" fmla="*/ 203278 h 409834"/>
                <a:gd name="connsiteX199" fmla="*/ 273769 w 306556"/>
                <a:gd name="connsiteY199" fmla="*/ 242622 h 409834"/>
                <a:gd name="connsiteX200" fmla="*/ 277048 w 306556"/>
                <a:gd name="connsiteY200" fmla="*/ 245901 h 409834"/>
                <a:gd name="connsiteX201" fmla="*/ 278687 w 306556"/>
                <a:gd name="connsiteY201" fmla="*/ 250818 h 409834"/>
                <a:gd name="connsiteX202" fmla="*/ 281966 w 306556"/>
                <a:gd name="connsiteY202" fmla="*/ 255737 h 409834"/>
                <a:gd name="connsiteX203" fmla="*/ 285245 w 306556"/>
                <a:gd name="connsiteY203" fmla="*/ 259015 h 409834"/>
                <a:gd name="connsiteX204" fmla="*/ 286884 w 306556"/>
                <a:gd name="connsiteY204" fmla="*/ 262294 h 409834"/>
                <a:gd name="connsiteX205" fmla="*/ 290163 w 306556"/>
                <a:gd name="connsiteY205" fmla="*/ 267212 h 409834"/>
                <a:gd name="connsiteX206" fmla="*/ 293442 w 306556"/>
                <a:gd name="connsiteY206" fmla="*/ 272130 h 409834"/>
                <a:gd name="connsiteX207" fmla="*/ 295081 w 306556"/>
                <a:gd name="connsiteY207" fmla="*/ 275408 h 409834"/>
                <a:gd name="connsiteX208" fmla="*/ 295081 w 306556"/>
                <a:gd name="connsiteY208" fmla="*/ 278687 h 409834"/>
                <a:gd name="connsiteX209" fmla="*/ 293442 w 306556"/>
                <a:gd name="connsiteY209" fmla="*/ 280327 h 409834"/>
                <a:gd name="connsiteX210" fmla="*/ 290163 w 306556"/>
                <a:gd name="connsiteY210" fmla="*/ 283605 h 409834"/>
                <a:gd name="connsiteX211" fmla="*/ 286884 w 306556"/>
                <a:gd name="connsiteY211" fmla="*/ 286884 h 409834"/>
                <a:gd name="connsiteX212" fmla="*/ 283606 w 306556"/>
                <a:gd name="connsiteY212" fmla="*/ 290163 h 409834"/>
                <a:gd name="connsiteX213" fmla="*/ 280327 w 306556"/>
                <a:gd name="connsiteY213" fmla="*/ 291802 h 409834"/>
                <a:gd name="connsiteX214" fmla="*/ 275409 w 306556"/>
                <a:gd name="connsiteY214" fmla="*/ 293441 h 409834"/>
                <a:gd name="connsiteX215" fmla="*/ 272130 w 306556"/>
                <a:gd name="connsiteY215" fmla="*/ 290163 h 409834"/>
                <a:gd name="connsiteX216" fmla="*/ 270491 w 306556"/>
                <a:gd name="connsiteY216" fmla="*/ 295081 h 409834"/>
                <a:gd name="connsiteX217" fmla="*/ 267212 w 306556"/>
                <a:gd name="connsiteY217" fmla="*/ 290163 h 409834"/>
                <a:gd name="connsiteX218" fmla="*/ 268852 w 306556"/>
                <a:gd name="connsiteY218" fmla="*/ 295081 h 409834"/>
                <a:gd name="connsiteX219" fmla="*/ 270491 w 306556"/>
                <a:gd name="connsiteY219" fmla="*/ 298359 h 409834"/>
                <a:gd name="connsiteX220" fmla="*/ 272130 w 306556"/>
                <a:gd name="connsiteY220" fmla="*/ 301638 h 409834"/>
                <a:gd name="connsiteX221" fmla="*/ 270491 w 306556"/>
                <a:gd name="connsiteY221" fmla="*/ 306556 h 409834"/>
                <a:gd name="connsiteX222" fmla="*/ 268852 w 306556"/>
                <a:gd name="connsiteY222" fmla="*/ 301638 h 409834"/>
                <a:gd name="connsiteX223" fmla="*/ 265573 w 306556"/>
                <a:gd name="connsiteY223" fmla="*/ 306556 h 409834"/>
                <a:gd name="connsiteX224" fmla="*/ 265573 w 306556"/>
                <a:gd name="connsiteY224" fmla="*/ 309835 h 409834"/>
                <a:gd name="connsiteX225" fmla="*/ 262294 w 306556"/>
                <a:gd name="connsiteY225" fmla="*/ 313113 h 409834"/>
                <a:gd name="connsiteX226" fmla="*/ 259016 w 306556"/>
                <a:gd name="connsiteY226" fmla="*/ 316392 h 409834"/>
                <a:gd name="connsiteX227" fmla="*/ 254097 w 306556"/>
                <a:gd name="connsiteY227" fmla="*/ 316392 h 409834"/>
                <a:gd name="connsiteX228" fmla="*/ 252458 w 306556"/>
                <a:gd name="connsiteY228" fmla="*/ 316392 h 409834"/>
                <a:gd name="connsiteX229" fmla="*/ 249179 w 306556"/>
                <a:gd name="connsiteY229" fmla="*/ 318031 h 409834"/>
                <a:gd name="connsiteX230" fmla="*/ 245901 w 306556"/>
                <a:gd name="connsiteY230" fmla="*/ 319671 h 409834"/>
                <a:gd name="connsiteX231" fmla="*/ 242622 w 306556"/>
                <a:gd name="connsiteY231" fmla="*/ 324588 h 409834"/>
                <a:gd name="connsiteX232" fmla="*/ 240983 w 306556"/>
                <a:gd name="connsiteY232" fmla="*/ 327867 h 409834"/>
                <a:gd name="connsiteX233" fmla="*/ 240983 w 306556"/>
                <a:gd name="connsiteY233" fmla="*/ 331146 h 409834"/>
                <a:gd name="connsiteX234" fmla="*/ 244262 w 306556"/>
                <a:gd name="connsiteY234" fmla="*/ 336064 h 409834"/>
                <a:gd name="connsiteX235" fmla="*/ 240983 w 306556"/>
                <a:gd name="connsiteY235" fmla="*/ 339343 h 409834"/>
                <a:gd name="connsiteX236" fmla="*/ 239343 w 306556"/>
                <a:gd name="connsiteY236" fmla="*/ 342621 h 409834"/>
                <a:gd name="connsiteX237" fmla="*/ 239343 w 306556"/>
                <a:gd name="connsiteY237" fmla="*/ 345900 h 409834"/>
                <a:gd name="connsiteX238" fmla="*/ 237704 w 306556"/>
                <a:gd name="connsiteY238" fmla="*/ 349179 h 409834"/>
                <a:gd name="connsiteX239" fmla="*/ 234425 w 306556"/>
                <a:gd name="connsiteY239" fmla="*/ 352457 h 409834"/>
                <a:gd name="connsiteX240" fmla="*/ 232786 w 306556"/>
                <a:gd name="connsiteY240" fmla="*/ 352457 h 409834"/>
                <a:gd name="connsiteX241" fmla="*/ 232786 w 306556"/>
                <a:gd name="connsiteY241" fmla="*/ 355736 h 409834"/>
                <a:gd name="connsiteX242" fmla="*/ 229507 w 306556"/>
                <a:gd name="connsiteY242" fmla="*/ 360654 h 409834"/>
                <a:gd name="connsiteX243" fmla="*/ 227868 w 306556"/>
                <a:gd name="connsiteY243" fmla="*/ 363933 h 409834"/>
                <a:gd name="connsiteX244" fmla="*/ 227868 w 306556"/>
                <a:gd name="connsiteY244" fmla="*/ 363933 h 409834"/>
                <a:gd name="connsiteX245" fmla="*/ 229507 w 306556"/>
                <a:gd name="connsiteY245" fmla="*/ 365572 h 409834"/>
                <a:gd name="connsiteX246" fmla="*/ 227868 w 306556"/>
                <a:gd name="connsiteY246" fmla="*/ 370490 h 409834"/>
                <a:gd name="connsiteX247" fmla="*/ 226229 w 306556"/>
                <a:gd name="connsiteY247" fmla="*/ 373769 h 409834"/>
                <a:gd name="connsiteX248" fmla="*/ 222950 w 306556"/>
                <a:gd name="connsiteY248" fmla="*/ 378687 h 409834"/>
                <a:gd name="connsiteX249" fmla="*/ 222950 w 306556"/>
                <a:gd name="connsiteY249" fmla="*/ 378687 h 409834"/>
                <a:gd name="connsiteX250" fmla="*/ 221310 w 306556"/>
                <a:gd name="connsiteY250" fmla="*/ 381965 h 409834"/>
                <a:gd name="connsiteX251" fmla="*/ 219672 w 306556"/>
                <a:gd name="connsiteY251" fmla="*/ 381965 h 409834"/>
                <a:gd name="connsiteX252" fmla="*/ 219672 w 306556"/>
                <a:gd name="connsiteY252" fmla="*/ 381965 h 409834"/>
                <a:gd name="connsiteX253" fmla="*/ 219672 w 306556"/>
                <a:gd name="connsiteY253" fmla="*/ 381965 h 409834"/>
                <a:gd name="connsiteX254" fmla="*/ 219672 w 306556"/>
                <a:gd name="connsiteY254" fmla="*/ 383605 h 409834"/>
                <a:gd name="connsiteX255" fmla="*/ 221310 w 306556"/>
                <a:gd name="connsiteY255" fmla="*/ 385244 h 409834"/>
                <a:gd name="connsiteX256" fmla="*/ 219672 w 306556"/>
                <a:gd name="connsiteY256" fmla="*/ 390162 h 409834"/>
                <a:gd name="connsiteX257" fmla="*/ 218032 w 306556"/>
                <a:gd name="connsiteY257" fmla="*/ 393441 h 409834"/>
                <a:gd name="connsiteX258" fmla="*/ 216393 w 306556"/>
                <a:gd name="connsiteY258" fmla="*/ 396720 h 409834"/>
                <a:gd name="connsiteX259" fmla="*/ 214753 w 306556"/>
                <a:gd name="connsiteY259" fmla="*/ 401637 h 409834"/>
                <a:gd name="connsiteX260" fmla="*/ 211475 w 306556"/>
                <a:gd name="connsiteY260" fmla="*/ 404916 h 409834"/>
                <a:gd name="connsiteX261" fmla="*/ 209835 w 306556"/>
                <a:gd name="connsiteY261" fmla="*/ 408195 h 409834"/>
                <a:gd name="connsiteX262" fmla="*/ 206557 w 306556"/>
                <a:gd name="connsiteY262" fmla="*/ 406555 h 409834"/>
                <a:gd name="connsiteX263" fmla="*/ 203278 w 306556"/>
                <a:gd name="connsiteY263" fmla="*/ 409834 h 409834"/>
                <a:gd name="connsiteX264" fmla="*/ 199999 w 306556"/>
                <a:gd name="connsiteY264" fmla="*/ 406555 h 409834"/>
                <a:gd name="connsiteX265" fmla="*/ 198360 w 306556"/>
                <a:gd name="connsiteY265" fmla="*/ 406555 h 409834"/>
                <a:gd name="connsiteX266" fmla="*/ 193442 w 306556"/>
                <a:gd name="connsiteY266" fmla="*/ 403277 h 409834"/>
                <a:gd name="connsiteX267" fmla="*/ 190163 w 306556"/>
                <a:gd name="connsiteY267" fmla="*/ 399998 h 409834"/>
                <a:gd name="connsiteX268" fmla="*/ 186885 w 306556"/>
                <a:gd name="connsiteY268" fmla="*/ 396720 h 409834"/>
                <a:gd name="connsiteX269" fmla="*/ 183606 w 306556"/>
                <a:gd name="connsiteY269" fmla="*/ 393441 h 409834"/>
                <a:gd name="connsiteX270" fmla="*/ 178688 w 306556"/>
                <a:gd name="connsiteY270" fmla="*/ 390162 h 409834"/>
                <a:gd name="connsiteX271" fmla="*/ 175409 w 306556"/>
                <a:gd name="connsiteY271" fmla="*/ 386884 h 409834"/>
                <a:gd name="connsiteX272" fmla="*/ 175409 w 306556"/>
                <a:gd name="connsiteY272" fmla="*/ 386884 h 409834"/>
                <a:gd name="connsiteX273" fmla="*/ 172130 w 306556"/>
                <a:gd name="connsiteY273" fmla="*/ 383605 h 409834"/>
                <a:gd name="connsiteX274" fmla="*/ 167213 w 306556"/>
                <a:gd name="connsiteY274" fmla="*/ 380326 h 409834"/>
                <a:gd name="connsiteX275" fmla="*/ 163934 w 306556"/>
                <a:gd name="connsiteY275" fmla="*/ 378687 h 409834"/>
                <a:gd name="connsiteX276" fmla="*/ 160655 w 306556"/>
                <a:gd name="connsiteY276" fmla="*/ 375408 h 409834"/>
                <a:gd name="connsiteX277" fmla="*/ 155737 w 306556"/>
                <a:gd name="connsiteY277" fmla="*/ 372130 h 409834"/>
                <a:gd name="connsiteX278" fmla="*/ 152459 w 306556"/>
                <a:gd name="connsiteY278" fmla="*/ 368851 h 409834"/>
                <a:gd name="connsiteX279" fmla="*/ 149180 w 306556"/>
                <a:gd name="connsiteY279" fmla="*/ 365572 h 409834"/>
                <a:gd name="connsiteX280" fmla="*/ 147540 w 306556"/>
                <a:gd name="connsiteY280" fmla="*/ 363933 h 409834"/>
                <a:gd name="connsiteX281" fmla="*/ 147540 w 306556"/>
                <a:gd name="connsiteY281" fmla="*/ 360654 h 409834"/>
                <a:gd name="connsiteX282" fmla="*/ 145901 w 306556"/>
                <a:gd name="connsiteY282" fmla="*/ 359015 h 409834"/>
                <a:gd name="connsiteX283" fmla="*/ 142623 w 306556"/>
                <a:gd name="connsiteY283" fmla="*/ 359015 h 409834"/>
                <a:gd name="connsiteX284" fmla="*/ 140983 w 306556"/>
                <a:gd name="connsiteY284" fmla="*/ 355736 h 409834"/>
                <a:gd name="connsiteX285" fmla="*/ 144262 w 306556"/>
                <a:gd name="connsiteY285" fmla="*/ 352457 h 409834"/>
                <a:gd name="connsiteX286" fmla="*/ 145901 w 306556"/>
                <a:gd name="connsiteY286" fmla="*/ 350818 h 409834"/>
                <a:gd name="connsiteX287" fmla="*/ 145901 w 306556"/>
                <a:gd name="connsiteY287" fmla="*/ 349179 h 409834"/>
                <a:gd name="connsiteX288" fmla="*/ 145901 w 306556"/>
                <a:gd name="connsiteY288" fmla="*/ 349179 h 409834"/>
                <a:gd name="connsiteX289" fmla="*/ 145901 w 306556"/>
                <a:gd name="connsiteY289" fmla="*/ 344261 h 409834"/>
                <a:gd name="connsiteX290" fmla="*/ 145901 w 306556"/>
                <a:gd name="connsiteY290" fmla="*/ 340982 h 409834"/>
                <a:gd name="connsiteX291" fmla="*/ 144262 w 306556"/>
                <a:gd name="connsiteY291" fmla="*/ 337703 h 409834"/>
                <a:gd name="connsiteX292" fmla="*/ 142623 w 306556"/>
                <a:gd name="connsiteY292" fmla="*/ 337703 h 409834"/>
                <a:gd name="connsiteX293" fmla="*/ 139344 w 306556"/>
                <a:gd name="connsiteY293" fmla="*/ 334425 h 409834"/>
                <a:gd name="connsiteX294" fmla="*/ 134426 w 306556"/>
                <a:gd name="connsiteY294" fmla="*/ 332785 h 409834"/>
                <a:gd name="connsiteX295" fmla="*/ 131147 w 306556"/>
                <a:gd name="connsiteY295" fmla="*/ 329507 h 409834"/>
                <a:gd name="connsiteX296" fmla="*/ 127869 w 306556"/>
                <a:gd name="connsiteY296" fmla="*/ 327867 h 409834"/>
                <a:gd name="connsiteX297" fmla="*/ 124590 w 306556"/>
                <a:gd name="connsiteY297" fmla="*/ 326228 h 409834"/>
                <a:gd name="connsiteX298" fmla="*/ 119672 w 306556"/>
                <a:gd name="connsiteY298" fmla="*/ 322950 h 409834"/>
                <a:gd name="connsiteX299" fmla="*/ 119672 w 306556"/>
                <a:gd name="connsiteY299" fmla="*/ 322950 h 409834"/>
                <a:gd name="connsiteX300" fmla="*/ 118032 w 306556"/>
                <a:gd name="connsiteY300" fmla="*/ 321310 h 409834"/>
                <a:gd name="connsiteX301" fmla="*/ 114754 w 306556"/>
                <a:gd name="connsiteY301" fmla="*/ 319671 h 409834"/>
                <a:gd name="connsiteX302" fmla="*/ 109836 w 306556"/>
                <a:gd name="connsiteY302" fmla="*/ 316392 h 409834"/>
                <a:gd name="connsiteX303" fmla="*/ 109836 w 306556"/>
                <a:gd name="connsiteY303" fmla="*/ 316392 h 409834"/>
                <a:gd name="connsiteX304" fmla="*/ 104918 w 306556"/>
                <a:gd name="connsiteY304" fmla="*/ 313113 h 409834"/>
                <a:gd name="connsiteX305" fmla="*/ 101639 w 306556"/>
                <a:gd name="connsiteY305" fmla="*/ 311474 h 409834"/>
                <a:gd name="connsiteX306" fmla="*/ 98360 w 306556"/>
                <a:gd name="connsiteY306" fmla="*/ 308195 h 409834"/>
                <a:gd name="connsiteX307" fmla="*/ 95082 w 306556"/>
                <a:gd name="connsiteY307" fmla="*/ 306556 h 409834"/>
                <a:gd name="connsiteX308" fmla="*/ 90164 w 306556"/>
                <a:gd name="connsiteY308" fmla="*/ 303277 h 409834"/>
                <a:gd name="connsiteX309" fmla="*/ 86885 w 306556"/>
                <a:gd name="connsiteY309" fmla="*/ 301638 h 409834"/>
                <a:gd name="connsiteX310" fmla="*/ 83606 w 306556"/>
                <a:gd name="connsiteY310" fmla="*/ 298359 h 409834"/>
                <a:gd name="connsiteX311" fmla="*/ 81967 w 306556"/>
                <a:gd name="connsiteY311" fmla="*/ 298359 h 409834"/>
                <a:gd name="connsiteX312" fmla="*/ 81967 w 306556"/>
                <a:gd name="connsiteY312" fmla="*/ 298359 h 409834"/>
                <a:gd name="connsiteX313" fmla="*/ 80328 w 306556"/>
                <a:gd name="connsiteY313" fmla="*/ 298359 h 409834"/>
                <a:gd name="connsiteX314" fmla="*/ 78688 w 306556"/>
                <a:gd name="connsiteY314" fmla="*/ 296720 h 409834"/>
                <a:gd name="connsiteX315" fmla="*/ 75410 w 306556"/>
                <a:gd name="connsiteY315" fmla="*/ 293441 h 409834"/>
                <a:gd name="connsiteX316" fmla="*/ 70492 w 306556"/>
                <a:gd name="connsiteY316" fmla="*/ 291802 h 409834"/>
                <a:gd name="connsiteX317" fmla="*/ 67213 w 306556"/>
                <a:gd name="connsiteY317" fmla="*/ 288523 h 409834"/>
                <a:gd name="connsiteX318" fmla="*/ 63935 w 306556"/>
                <a:gd name="connsiteY318" fmla="*/ 286884 h 409834"/>
                <a:gd name="connsiteX319" fmla="*/ 59016 w 306556"/>
                <a:gd name="connsiteY319" fmla="*/ 283605 h 409834"/>
                <a:gd name="connsiteX320" fmla="*/ 55738 w 306556"/>
                <a:gd name="connsiteY320" fmla="*/ 281966 h 409834"/>
                <a:gd name="connsiteX321" fmla="*/ 52459 w 306556"/>
                <a:gd name="connsiteY321" fmla="*/ 280327 h 409834"/>
                <a:gd name="connsiteX322" fmla="*/ 49180 w 306556"/>
                <a:gd name="connsiteY322" fmla="*/ 277048 h 409834"/>
                <a:gd name="connsiteX323" fmla="*/ 45902 w 306556"/>
                <a:gd name="connsiteY323" fmla="*/ 275408 h 409834"/>
                <a:gd name="connsiteX324" fmla="*/ 42623 w 306556"/>
                <a:gd name="connsiteY324" fmla="*/ 273769 h 409834"/>
                <a:gd name="connsiteX325" fmla="*/ 39344 w 306556"/>
                <a:gd name="connsiteY325" fmla="*/ 270491 h 409834"/>
                <a:gd name="connsiteX326" fmla="*/ 34426 w 306556"/>
                <a:gd name="connsiteY326" fmla="*/ 268851 h 409834"/>
                <a:gd name="connsiteX327" fmla="*/ 31148 w 306556"/>
                <a:gd name="connsiteY327" fmla="*/ 265573 h 409834"/>
                <a:gd name="connsiteX328" fmla="*/ 27869 w 306556"/>
                <a:gd name="connsiteY328" fmla="*/ 263933 h 409834"/>
                <a:gd name="connsiteX329" fmla="*/ 24590 w 306556"/>
                <a:gd name="connsiteY329" fmla="*/ 262294 h 409834"/>
                <a:gd name="connsiteX330" fmla="*/ 21312 w 306556"/>
                <a:gd name="connsiteY330" fmla="*/ 259015 h 409834"/>
                <a:gd name="connsiteX331" fmla="*/ 21312 w 306556"/>
                <a:gd name="connsiteY331" fmla="*/ 259015 h 409834"/>
                <a:gd name="connsiteX332" fmla="*/ 18033 w 306556"/>
                <a:gd name="connsiteY332" fmla="*/ 257376 h 409834"/>
                <a:gd name="connsiteX333" fmla="*/ 13115 w 306556"/>
                <a:gd name="connsiteY333" fmla="*/ 254097 h 409834"/>
                <a:gd name="connsiteX334" fmla="*/ 9836 w 306556"/>
                <a:gd name="connsiteY334" fmla="*/ 252458 h 409834"/>
                <a:gd name="connsiteX335" fmla="*/ 6558 w 306556"/>
                <a:gd name="connsiteY335" fmla="*/ 249179 h 409834"/>
                <a:gd name="connsiteX336" fmla="*/ 4918 w 306556"/>
                <a:gd name="connsiteY336" fmla="*/ 247540 h 409834"/>
                <a:gd name="connsiteX337" fmla="*/ 0 w 306556"/>
                <a:gd name="connsiteY337" fmla="*/ 247540 h 409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306556" h="409834">
                  <a:moveTo>
                    <a:pt x="0" y="247540"/>
                  </a:moveTo>
                  <a:lnTo>
                    <a:pt x="0" y="245901"/>
                  </a:lnTo>
                  <a:lnTo>
                    <a:pt x="0" y="240983"/>
                  </a:lnTo>
                  <a:lnTo>
                    <a:pt x="0" y="237704"/>
                  </a:lnTo>
                  <a:lnTo>
                    <a:pt x="0" y="232786"/>
                  </a:lnTo>
                  <a:lnTo>
                    <a:pt x="0" y="229507"/>
                  </a:lnTo>
                  <a:lnTo>
                    <a:pt x="0" y="226228"/>
                  </a:lnTo>
                  <a:lnTo>
                    <a:pt x="0" y="221310"/>
                  </a:lnTo>
                  <a:lnTo>
                    <a:pt x="1639" y="218032"/>
                  </a:lnTo>
                  <a:lnTo>
                    <a:pt x="1639" y="213114"/>
                  </a:lnTo>
                  <a:lnTo>
                    <a:pt x="3279" y="209835"/>
                  </a:lnTo>
                  <a:lnTo>
                    <a:pt x="1639" y="206557"/>
                  </a:lnTo>
                  <a:lnTo>
                    <a:pt x="1639" y="203278"/>
                  </a:lnTo>
                  <a:lnTo>
                    <a:pt x="0" y="201638"/>
                  </a:lnTo>
                  <a:lnTo>
                    <a:pt x="0" y="198360"/>
                  </a:lnTo>
                  <a:lnTo>
                    <a:pt x="3279" y="195081"/>
                  </a:lnTo>
                  <a:lnTo>
                    <a:pt x="3279" y="193442"/>
                  </a:lnTo>
                  <a:lnTo>
                    <a:pt x="4918" y="191803"/>
                  </a:lnTo>
                  <a:lnTo>
                    <a:pt x="8197" y="186884"/>
                  </a:lnTo>
                  <a:lnTo>
                    <a:pt x="8197" y="183606"/>
                  </a:lnTo>
                  <a:lnTo>
                    <a:pt x="8197" y="181966"/>
                  </a:lnTo>
                  <a:lnTo>
                    <a:pt x="9836" y="177048"/>
                  </a:lnTo>
                  <a:lnTo>
                    <a:pt x="9836" y="177048"/>
                  </a:lnTo>
                  <a:lnTo>
                    <a:pt x="13115" y="175409"/>
                  </a:lnTo>
                  <a:lnTo>
                    <a:pt x="14754" y="175409"/>
                  </a:lnTo>
                  <a:lnTo>
                    <a:pt x="14754" y="172130"/>
                  </a:lnTo>
                  <a:lnTo>
                    <a:pt x="16393" y="170491"/>
                  </a:lnTo>
                  <a:lnTo>
                    <a:pt x="18033" y="168851"/>
                  </a:lnTo>
                  <a:lnTo>
                    <a:pt x="19672" y="167213"/>
                  </a:lnTo>
                  <a:lnTo>
                    <a:pt x="21312" y="162294"/>
                  </a:lnTo>
                  <a:lnTo>
                    <a:pt x="21312" y="159016"/>
                  </a:lnTo>
                  <a:lnTo>
                    <a:pt x="22951" y="155737"/>
                  </a:lnTo>
                  <a:lnTo>
                    <a:pt x="22951" y="155737"/>
                  </a:lnTo>
                  <a:lnTo>
                    <a:pt x="26229" y="155737"/>
                  </a:lnTo>
                  <a:lnTo>
                    <a:pt x="26229" y="155737"/>
                  </a:lnTo>
                  <a:lnTo>
                    <a:pt x="29508" y="152458"/>
                  </a:lnTo>
                  <a:lnTo>
                    <a:pt x="32787" y="150819"/>
                  </a:lnTo>
                  <a:lnTo>
                    <a:pt x="34426" y="150819"/>
                  </a:lnTo>
                  <a:lnTo>
                    <a:pt x="36066" y="145901"/>
                  </a:lnTo>
                  <a:lnTo>
                    <a:pt x="34426" y="145901"/>
                  </a:lnTo>
                  <a:lnTo>
                    <a:pt x="34426" y="142622"/>
                  </a:lnTo>
                  <a:lnTo>
                    <a:pt x="34426" y="142622"/>
                  </a:lnTo>
                  <a:lnTo>
                    <a:pt x="36066" y="139344"/>
                  </a:lnTo>
                  <a:lnTo>
                    <a:pt x="39344" y="134426"/>
                  </a:lnTo>
                  <a:lnTo>
                    <a:pt x="40983" y="131147"/>
                  </a:lnTo>
                  <a:lnTo>
                    <a:pt x="42623" y="127868"/>
                  </a:lnTo>
                  <a:lnTo>
                    <a:pt x="42623" y="126229"/>
                  </a:lnTo>
                  <a:lnTo>
                    <a:pt x="42623" y="126229"/>
                  </a:lnTo>
                  <a:lnTo>
                    <a:pt x="42623" y="122950"/>
                  </a:lnTo>
                  <a:lnTo>
                    <a:pt x="42623" y="121311"/>
                  </a:lnTo>
                  <a:lnTo>
                    <a:pt x="42623" y="118032"/>
                  </a:lnTo>
                  <a:lnTo>
                    <a:pt x="40983" y="118032"/>
                  </a:lnTo>
                  <a:lnTo>
                    <a:pt x="40983" y="114754"/>
                  </a:lnTo>
                  <a:lnTo>
                    <a:pt x="40983" y="109836"/>
                  </a:lnTo>
                  <a:lnTo>
                    <a:pt x="39344" y="106557"/>
                  </a:lnTo>
                  <a:lnTo>
                    <a:pt x="37705" y="103278"/>
                  </a:lnTo>
                  <a:lnTo>
                    <a:pt x="37705" y="98360"/>
                  </a:lnTo>
                  <a:lnTo>
                    <a:pt x="37705" y="96721"/>
                  </a:lnTo>
                  <a:lnTo>
                    <a:pt x="39344" y="93442"/>
                  </a:lnTo>
                  <a:lnTo>
                    <a:pt x="37705" y="91803"/>
                  </a:lnTo>
                  <a:lnTo>
                    <a:pt x="34426" y="88524"/>
                  </a:lnTo>
                  <a:lnTo>
                    <a:pt x="32787" y="85246"/>
                  </a:lnTo>
                  <a:lnTo>
                    <a:pt x="32787" y="80327"/>
                  </a:lnTo>
                  <a:lnTo>
                    <a:pt x="29508" y="77049"/>
                  </a:lnTo>
                  <a:lnTo>
                    <a:pt x="26229" y="73770"/>
                  </a:lnTo>
                  <a:lnTo>
                    <a:pt x="24590" y="70491"/>
                  </a:lnTo>
                  <a:lnTo>
                    <a:pt x="24590" y="67213"/>
                  </a:lnTo>
                  <a:lnTo>
                    <a:pt x="22951" y="65573"/>
                  </a:lnTo>
                  <a:lnTo>
                    <a:pt x="19672" y="62295"/>
                  </a:lnTo>
                  <a:lnTo>
                    <a:pt x="19672" y="59016"/>
                  </a:lnTo>
                  <a:lnTo>
                    <a:pt x="18033" y="54098"/>
                  </a:lnTo>
                  <a:lnTo>
                    <a:pt x="18033" y="50820"/>
                  </a:lnTo>
                  <a:lnTo>
                    <a:pt x="19672" y="47541"/>
                  </a:lnTo>
                  <a:lnTo>
                    <a:pt x="21312" y="44262"/>
                  </a:lnTo>
                  <a:lnTo>
                    <a:pt x="18033" y="39344"/>
                  </a:lnTo>
                  <a:lnTo>
                    <a:pt x="14754" y="39344"/>
                  </a:lnTo>
                  <a:lnTo>
                    <a:pt x="9836" y="36066"/>
                  </a:lnTo>
                  <a:lnTo>
                    <a:pt x="9836" y="32787"/>
                  </a:lnTo>
                  <a:lnTo>
                    <a:pt x="6558" y="32787"/>
                  </a:lnTo>
                  <a:lnTo>
                    <a:pt x="8197" y="29508"/>
                  </a:lnTo>
                  <a:lnTo>
                    <a:pt x="6558" y="26229"/>
                  </a:lnTo>
                  <a:lnTo>
                    <a:pt x="4918" y="21311"/>
                  </a:lnTo>
                  <a:lnTo>
                    <a:pt x="1639" y="18033"/>
                  </a:lnTo>
                  <a:lnTo>
                    <a:pt x="4918" y="14754"/>
                  </a:lnTo>
                  <a:lnTo>
                    <a:pt x="8197" y="9836"/>
                  </a:lnTo>
                  <a:lnTo>
                    <a:pt x="11476" y="6557"/>
                  </a:lnTo>
                  <a:lnTo>
                    <a:pt x="14754" y="3279"/>
                  </a:lnTo>
                  <a:lnTo>
                    <a:pt x="18033" y="1639"/>
                  </a:lnTo>
                  <a:lnTo>
                    <a:pt x="21312" y="0"/>
                  </a:lnTo>
                  <a:lnTo>
                    <a:pt x="24590" y="0"/>
                  </a:lnTo>
                  <a:lnTo>
                    <a:pt x="27869" y="0"/>
                  </a:lnTo>
                  <a:lnTo>
                    <a:pt x="32787" y="0"/>
                  </a:lnTo>
                  <a:lnTo>
                    <a:pt x="36066" y="0"/>
                  </a:lnTo>
                  <a:lnTo>
                    <a:pt x="39344" y="0"/>
                  </a:lnTo>
                  <a:lnTo>
                    <a:pt x="40983" y="0"/>
                  </a:lnTo>
                  <a:lnTo>
                    <a:pt x="44262" y="0"/>
                  </a:lnTo>
                  <a:lnTo>
                    <a:pt x="49180" y="0"/>
                  </a:lnTo>
                  <a:lnTo>
                    <a:pt x="52459" y="0"/>
                  </a:lnTo>
                  <a:lnTo>
                    <a:pt x="55738" y="0"/>
                  </a:lnTo>
                  <a:lnTo>
                    <a:pt x="59016" y="0"/>
                  </a:lnTo>
                  <a:lnTo>
                    <a:pt x="60656" y="0"/>
                  </a:lnTo>
                  <a:lnTo>
                    <a:pt x="63935" y="0"/>
                  </a:lnTo>
                  <a:lnTo>
                    <a:pt x="67213" y="0"/>
                  </a:lnTo>
                  <a:lnTo>
                    <a:pt x="72131" y="0"/>
                  </a:lnTo>
                  <a:lnTo>
                    <a:pt x="75410" y="0"/>
                  </a:lnTo>
                  <a:lnTo>
                    <a:pt x="77049" y="0"/>
                  </a:lnTo>
                  <a:lnTo>
                    <a:pt x="77049" y="1639"/>
                  </a:lnTo>
                  <a:lnTo>
                    <a:pt x="77049" y="4918"/>
                  </a:lnTo>
                  <a:lnTo>
                    <a:pt x="81967" y="8197"/>
                  </a:lnTo>
                  <a:lnTo>
                    <a:pt x="88525" y="8197"/>
                  </a:lnTo>
                  <a:lnTo>
                    <a:pt x="90164" y="8197"/>
                  </a:lnTo>
                  <a:lnTo>
                    <a:pt x="90164" y="8197"/>
                  </a:lnTo>
                  <a:lnTo>
                    <a:pt x="98360" y="8197"/>
                  </a:lnTo>
                  <a:lnTo>
                    <a:pt x="106557" y="8197"/>
                  </a:lnTo>
                  <a:lnTo>
                    <a:pt x="113115" y="8197"/>
                  </a:lnTo>
                  <a:lnTo>
                    <a:pt x="119672" y="11476"/>
                  </a:lnTo>
                  <a:lnTo>
                    <a:pt x="122950" y="14754"/>
                  </a:lnTo>
                  <a:lnTo>
                    <a:pt x="129508" y="18033"/>
                  </a:lnTo>
                  <a:lnTo>
                    <a:pt x="140983" y="27869"/>
                  </a:lnTo>
                  <a:lnTo>
                    <a:pt x="145901" y="31147"/>
                  </a:lnTo>
                  <a:lnTo>
                    <a:pt x="157376" y="39344"/>
                  </a:lnTo>
                  <a:lnTo>
                    <a:pt x="159016" y="42623"/>
                  </a:lnTo>
                  <a:lnTo>
                    <a:pt x="163934" y="44262"/>
                  </a:lnTo>
                  <a:lnTo>
                    <a:pt x="168852" y="44262"/>
                  </a:lnTo>
                  <a:lnTo>
                    <a:pt x="173770" y="45901"/>
                  </a:lnTo>
                  <a:lnTo>
                    <a:pt x="178688" y="44262"/>
                  </a:lnTo>
                  <a:lnTo>
                    <a:pt x="183606" y="44262"/>
                  </a:lnTo>
                  <a:lnTo>
                    <a:pt x="188524" y="47541"/>
                  </a:lnTo>
                  <a:lnTo>
                    <a:pt x="193442" y="49180"/>
                  </a:lnTo>
                  <a:lnTo>
                    <a:pt x="198360" y="49180"/>
                  </a:lnTo>
                  <a:lnTo>
                    <a:pt x="198360" y="47541"/>
                  </a:lnTo>
                  <a:lnTo>
                    <a:pt x="203278" y="50820"/>
                  </a:lnTo>
                  <a:lnTo>
                    <a:pt x="206557" y="50820"/>
                  </a:lnTo>
                  <a:lnTo>
                    <a:pt x="208196" y="50820"/>
                  </a:lnTo>
                  <a:lnTo>
                    <a:pt x="213114" y="50820"/>
                  </a:lnTo>
                  <a:lnTo>
                    <a:pt x="216393" y="54098"/>
                  </a:lnTo>
                  <a:lnTo>
                    <a:pt x="218032" y="49180"/>
                  </a:lnTo>
                  <a:lnTo>
                    <a:pt x="226229" y="40983"/>
                  </a:lnTo>
                  <a:lnTo>
                    <a:pt x="229507" y="32787"/>
                  </a:lnTo>
                  <a:lnTo>
                    <a:pt x="234425" y="31147"/>
                  </a:lnTo>
                  <a:lnTo>
                    <a:pt x="234425" y="31147"/>
                  </a:lnTo>
                  <a:lnTo>
                    <a:pt x="240983" y="26229"/>
                  </a:lnTo>
                  <a:lnTo>
                    <a:pt x="245901" y="24590"/>
                  </a:lnTo>
                  <a:lnTo>
                    <a:pt x="249179" y="22951"/>
                  </a:lnTo>
                  <a:lnTo>
                    <a:pt x="254097" y="19672"/>
                  </a:lnTo>
                  <a:lnTo>
                    <a:pt x="259016" y="18033"/>
                  </a:lnTo>
                  <a:lnTo>
                    <a:pt x="263933" y="14754"/>
                  </a:lnTo>
                  <a:lnTo>
                    <a:pt x="267212" y="18033"/>
                  </a:lnTo>
                  <a:lnTo>
                    <a:pt x="272130" y="21311"/>
                  </a:lnTo>
                  <a:lnTo>
                    <a:pt x="275409" y="26229"/>
                  </a:lnTo>
                  <a:lnTo>
                    <a:pt x="278687" y="29508"/>
                  </a:lnTo>
                  <a:lnTo>
                    <a:pt x="281966" y="29508"/>
                  </a:lnTo>
                  <a:lnTo>
                    <a:pt x="285245" y="29508"/>
                  </a:lnTo>
                  <a:lnTo>
                    <a:pt x="288523" y="29508"/>
                  </a:lnTo>
                  <a:lnTo>
                    <a:pt x="293442" y="29508"/>
                  </a:lnTo>
                  <a:lnTo>
                    <a:pt x="296720" y="27869"/>
                  </a:lnTo>
                  <a:lnTo>
                    <a:pt x="299999" y="27869"/>
                  </a:lnTo>
                  <a:lnTo>
                    <a:pt x="303277" y="29508"/>
                  </a:lnTo>
                  <a:lnTo>
                    <a:pt x="306556" y="27869"/>
                  </a:lnTo>
                  <a:lnTo>
                    <a:pt x="306556" y="29508"/>
                  </a:lnTo>
                  <a:lnTo>
                    <a:pt x="303277" y="34426"/>
                  </a:lnTo>
                  <a:lnTo>
                    <a:pt x="301638" y="39344"/>
                  </a:lnTo>
                  <a:lnTo>
                    <a:pt x="298360" y="44262"/>
                  </a:lnTo>
                  <a:lnTo>
                    <a:pt x="296720" y="47541"/>
                  </a:lnTo>
                  <a:lnTo>
                    <a:pt x="293442" y="52459"/>
                  </a:lnTo>
                  <a:lnTo>
                    <a:pt x="290163" y="57377"/>
                  </a:lnTo>
                  <a:lnTo>
                    <a:pt x="288523" y="60656"/>
                  </a:lnTo>
                  <a:lnTo>
                    <a:pt x="285245" y="65573"/>
                  </a:lnTo>
                  <a:lnTo>
                    <a:pt x="281966" y="68852"/>
                  </a:lnTo>
                  <a:lnTo>
                    <a:pt x="277048" y="73770"/>
                  </a:lnTo>
                  <a:lnTo>
                    <a:pt x="273769" y="78688"/>
                  </a:lnTo>
                  <a:lnTo>
                    <a:pt x="272130" y="83606"/>
                  </a:lnTo>
                  <a:lnTo>
                    <a:pt x="272130" y="90164"/>
                  </a:lnTo>
                  <a:lnTo>
                    <a:pt x="272130" y="96721"/>
                  </a:lnTo>
                  <a:lnTo>
                    <a:pt x="272130" y="101639"/>
                  </a:lnTo>
                  <a:lnTo>
                    <a:pt x="272130" y="101639"/>
                  </a:lnTo>
                  <a:lnTo>
                    <a:pt x="272130" y="108196"/>
                  </a:lnTo>
                  <a:lnTo>
                    <a:pt x="272130" y="111475"/>
                  </a:lnTo>
                  <a:lnTo>
                    <a:pt x="272130" y="116393"/>
                  </a:lnTo>
                  <a:lnTo>
                    <a:pt x="272130" y="119671"/>
                  </a:lnTo>
                  <a:lnTo>
                    <a:pt x="272130" y="122950"/>
                  </a:lnTo>
                  <a:lnTo>
                    <a:pt x="272130" y="126229"/>
                  </a:lnTo>
                  <a:lnTo>
                    <a:pt x="273769" y="131147"/>
                  </a:lnTo>
                  <a:lnTo>
                    <a:pt x="273769" y="134426"/>
                  </a:lnTo>
                  <a:lnTo>
                    <a:pt x="273769" y="137704"/>
                  </a:lnTo>
                  <a:lnTo>
                    <a:pt x="273769" y="140983"/>
                  </a:lnTo>
                  <a:lnTo>
                    <a:pt x="273769" y="145901"/>
                  </a:lnTo>
                  <a:lnTo>
                    <a:pt x="273769" y="145901"/>
                  </a:lnTo>
                  <a:lnTo>
                    <a:pt x="273769" y="152458"/>
                  </a:lnTo>
                  <a:lnTo>
                    <a:pt x="273769" y="155737"/>
                  </a:lnTo>
                  <a:lnTo>
                    <a:pt x="273769" y="159016"/>
                  </a:lnTo>
                  <a:lnTo>
                    <a:pt x="273769" y="163934"/>
                  </a:lnTo>
                  <a:lnTo>
                    <a:pt x="273769" y="167213"/>
                  </a:lnTo>
                  <a:lnTo>
                    <a:pt x="273769" y="173770"/>
                  </a:lnTo>
                  <a:lnTo>
                    <a:pt x="273769" y="181966"/>
                  </a:lnTo>
                  <a:lnTo>
                    <a:pt x="273769" y="183606"/>
                  </a:lnTo>
                  <a:lnTo>
                    <a:pt x="273769" y="186884"/>
                  </a:lnTo>
                  <a:lnTo>
                    <a:pt x="273769" y="196720"/>
                  </a:lnTo>
                  <a:lnTo>
                    <a:pt x="273769" y="203278"/>
                  </a:lnTo>
                  <a:lnTo>
                    <a:pt x="273769" y="242622"/>
                  </a:lnTo>
                  <a:lnTo>
                    <a:pt x="277048" y="245901"/>
                  </a:lnTo>
                  <a:lnTo>
                    <a:pt x="278687" y="250818"/>
                  </a:lnTo>
                  <a:lnTo>
                    <a:pt x="281966" y="255737"/>
                  </a:lnTo>
                  <a:lnTo>
                    <a:pt x="285245" y="259015"/>
                  </a:lnTo>
                  <a:lnTo>
                    <a:pt x="286884" y="262294"/>
                  </a:lnTo>
                  <a:lnTo>
                    <a:pt x="290163" y="267212"/>
                  </a:lnTo>
                  <a:lnTo>
                    <a:pt x="293442" y="272130"/>
                  </a:lnTo>
                  <a:lnTo>
                    <a:pt x="295081" y="275408"/>
                  </a:lnTo>
                  <a:lnTo>
                    <a:pt x="295081" y="278687"/>
                  </a:lnTo>
                  <a:lnTo>
                    <a:pt x="293442" y="280327"/>
                  </a:lnTo>
                  <a:lnTo>
                    <a:pt x="290163" y="283605"/>
                  </a:lnTo>
                  <a:lnTo>
                    <a:pt x="286884" y="286884"/>
                  </a:lnTo>
                  <a:lnTo>
                    <a:pt x="283606" y="290163"/>
                  </a:lnTo>
                  <a:lnTo>
                    <a:pt x="280327" y="291802"/>
                  </a:lnTo>
                  <a:lnTo>
                    <a:pt x="275409" y="293441"/>
                  </a:lnTo>
                  <a:lnTo>
                    <a:pt x="272130" y="290163"/>
                  </a:lnTo>
                  <a:lnTo>
                    <a:pt x="270491" y="295081"/>
                  </a:lnTo>
                  <a:lnTo>
                    <a:pt x="267212" y="290163"/>
                  </a:lnTo>
                  <a:lnTo>
                    <a:pt x="268852" y="295081"/>
                  </a:lnTo>
                  <a:lnTo>
                    <a:pt x="270491" y="298359"/>
                  </a:lnTo>
                  <a:lnTo>
                    <a:pt x="272130" y="301638"/>
                  </a:lnTo>
                  <a:lnTo>
                    <a:pt x="270491" y="306556"/>
                  </a:lnTo>
                  <a:lnTo>
                    <a:pt x="268852" y="301638"/>
                  </a:lnTo>
                  <a:lnTo>
                    <a:pt x="265573" y="306556"/>
                  </a:lnTo>
                  <a:lnTo>
                    <a:pt x="265573" y="309835"/>
                  </a:lnTo>
                  <a:lnTo>
                    <a:pt x="262294" y="313113"/>
                  </a:lnTo>
                  <a:lnTo>
                    <a:pt x="259016" y="316392"/>
                  </a:lnTo>
                  <a:lnTo>
                    <a:pt x="254097" y="316392"/>
                  </a:lnTo>
                  <a:lnTo>
                    <a:pt x="252458" y="316392"/>
                  </a:lnTo>
                  <a:lnTo>
                    <a:pt x="249179" y="318031"/>
                  </a:lnTo>
                  <a:lnTo>
                    <a:pt x="245901" y="319671"/>
                  </a:lnTo>
                  <a:lnTo>
                    <a:pt x="242622" y="324588"/>
                  </a:lnTo>
                  <a:lnTo>
                    <a:pt x="240983" y="327867"/>
                  </a:lnTo>
                  <a:lnTo>
                    <a:pt x="240983" y="331146"/>
                  </a:lnTo>
                  <a:lnTo>
                    <a:pt x="244262" y="336064"/>
                  </a:lnTo>
                  <a:lnTo>
                    <a:pt x="240983" y="339343"/>
                  </a:lnTo>
                  <a:lnTo>
                    <a:pt x="239343" y="342621"/>
                  </a:lnTo>
                  <a:lnTo>
                    <a:pt x="239343" y="345900"/>
                  </a:lnTo>
                  <a:lnTo>
                    <a:pt x="237704" y="349179"/>
                  </a:lnTo>
                  <a:lnTo>
                    <a:pt x="234425" y="352457"/>
                  </a:lnTo>
                  <a:lnTo>
                    <a:pt x="232786" y="352457"/>
                  </a:lnTo>
                  <a:lnTo>
                    <a:pt x="232786" y="355736"/>
                  </a:lnTo>
                  <a:lnTo>
                    <a:pt x="229507" y="360654"/>
                  </a:lnTo>
                  <a:lnTo>
                    <a:pt x="227868" y="363933"/>
                  </a:lnTo>
                  <a:lnTo>
                    <a:pt x="227868" y="363933"/>
                  </a:lnTo>
                  <a:lnTo>
                    <a:pt x="229507" y="365572"/>
                  </a:lnTo>
                  <a:lnTo>
                    <a:pt x="227868" y="370490"/>
                  </a:lnTo>
                  <a:lnTo>
                    <a:pt x="226229" y="373769"/>
                  </a:lnTo>
                  <a:lnTo>
                    <a:pt x="222950" y="378687"/>
                  </a:lnTo>
                  <a:lnTo>
                    <a:pt x="222950" y="378687"/>
                  </a:lnTo>
                  <a:lnTo>
                    <a:pt x="221310" y="381965"/>
                  </a:lnTo>
                  <a:lnTo>
                    <a:pt x="219672" y="381965"/>
                  </a:lnTo>
                  <a:lnTo>
                    <a:pt x="219672" y="381965"/>
                  </a:lnTo>
                  <a:lnTo>
                    <a:pt x="219672" y="381965"/>
                  </a:lnTo>
                  <a:lnTo>
                    <a:pt x="219672" y="383605"/>
                  </a:lnTo>
                  <a:lnTo>
                    <a:pt x="221310" y="385244"/>
                  </a:lnTo>
                  <a:lnTo>
                    <a:pt x="219672" y="390162"/>
                  </a:lnTo>
                  <a:lnTo>
                    <a:pt x="218032" y="393441"/>
                  </a:lnTo>
                  <a:lnTo>
                    <a:pt x="216393" y="396720"/>
                  </a:lnTo>
                  <a:lnTo>
                    <a:pt x="214753" y="401637"/>
                  </a:lnTo>
                  <a:lnTo>
                    <a:pt x="211475" y="404916"/>
                  </a:lnTo>
                  <a:lnTo>
                    <a:pt x="209835" y="408195"/>
                  </a:lnTo>
                  <a:lnTo>
                    <a:pt x="206557" y="406555"/>
                  </a:lnTo>
                  <a:lnTo>
                    <a:pt x="203278" y="409834"/>
                  </a:lnTo>
                  <a:lnTo>
                    <a:pt x="199999" y="406555"/>
                  </a:lnTo>
                  <a:lnTo>
                    <a:pt x="198360" y="406555"/>
                  </a:lnTo>
                  <a:lnTo>
                    <a:pt x="193442" y="403277"/>
                  </a:lnTo>
                  <a:lnTo>
                    <a:pt x="190163" y="399998"/>
                  </a:lnTo>
                  <a:lnTo>
                    <a:pt x="186885" y="396720"/>
                  </a:lnTo>
                  <a:lnTo>
                    <a:pt x="183606" y="393441"/>
                  </a:lnTo>
                  <a:lnTo>
                    <a:pt x="178688" y="390162"/>
                  </a:lnTo>
                  <a:lnTo>
                    <a:pt x="175409" y="386884"/>
                  </a:lnTo>
                  <a:lnTo>
                    <a:pt x="175409" y="386884"/>
                  </a:lnTo>
                  <a:lnTo>
                    <a:pt x="172130" y="383605"/>
                  </a:lnTo>
                  <a:lnTo>
                    <a:pt x="167213" y="380326"/>
                  </a:lnTo>
                  <a:lnTo>
                    <a:pt x="163934" y="378687"/>
                  </a:lnTo>
                  <a:lnTo>
                    <a:pt x="160655" y="375408"/>
                  </a:lnTo>
                  <a:lnTo>
                    <a:pt x="155737" y="372130"/>
                  </a:lnTo>
                  <a:lnTo>
                    <a:pt x="152459" y="368851"/>
                  </a:lnTo>
                  <a:lnTo>
                    <a:pt x="149180" y="365572"/>
                  </a:lnTo>
                  <a:lnTo>
                    <a:pt x="147540" y="363933"/>
                  </a:lnTo>
                  <a:lnTo>
                    <a:pt x="147540" y="360654"/>
                  </a:lnTo>
                  <a:lnTo>
                    <a:pt x="145901" y="359015"/>
                  </a:lnTo>
                  <a:lnTo>
                    <a:pt x="142623" y="359015"/>
                  </a:lnTo>
                  <a:lnTo>
                    <a:pt x="140983" y="355736"/>
                  </a:lnTo>
                  <a:lnTo>
                    <a:pt x="144262" y="352457"/>
                  </a:lnTo>
                  <a:lnTo>
                    <a:pt x="145901" y="350818"/>
                  </a:lnTo>
                  <a:lnTo>
                    <a:pt x="145901" y="349179"/>
                  </a:lnTo>
                  <a:lnTo>
                    <a:pt x="145901" y="349179"/>
                  </a:lnTo>
                  <a:lnTo>
                    <a:pt x="145901" y="344261"/>
                  </a:lnTo>
                  <a:lnTo>
                    <a:pt x="145901" y="340982"/>
                  </a:lnTo>
                  <a:lnTo>
                    <a:pt x="144262" y="337703"/>
                  </a:lnTo>
                  <a:lnTo>
                    <a:pt x="142623" y="337703"/>
                  </a:lnTo>
                  <a:lnTo>
                    <a:pt x="139344" y="334425"/>
                  </a:lnTo>
                  <a:lnTo>
                    <a:pt x="134426" y="332785"/>
                  </a:lnTo>
                  <a:lnTo>
                    <a:pt x="131147" y="329507"/>
                  </a:lnTo>
                  <a:lnTo>
                    <a:pt x="127869" y="327867"/>
                  </a:lnTo>
                  <a:lnTo>
                    <a:pt x="124590" y="326228"/>
                  </a:lnTo>
                  <a:lnTo>
                    <a:pt x="119672" y="322950"/>
                  </a:lnTo>
                  <a:lnTo>
                    <a:pt x="119672" y="322950"/>
                  </a:lnTo>
                  <a:lnTo>
                    <a:pt x="118032" y="321310"/>
                  </a:lnTo>
                  <a:lnTo>
                    <a:pt x="114754" y="319671"/>
                  </a:lnTo>
                  <a:lnTo>
                    <a:pt x="109836" y="316392"/>
                  </a:lnTo>
                  <a:lnTo>
                    <a:pt x="109836" y="316392"/>
                  </a:lnTo>
                  <a:lnTo>
                    <a:pt x="104918" y="313113"/>
                  </a:lnTo>
                  <a:lnTo>
                    <a:pt x="101639" y="311474"/>
                  </a:lnTo>
                  <a:lnTo>
                    <a:pt x="98360" y="308195"/>
                  </a:lnTo>
                  <a:lnTo>
                    <a:pt x="95082" y="306556"/>
                  </a:lnTo>
                  <a:lnTo>
                    <a:pt x="90164" y="303277"/>
                  </a:lnTo>
                  <a:lnTo>
                    <a:pt x="86885" y="301638"/>
                  </a:lnTo>
                  <a:lnTo>
                    <a:pt x="83606" y="298359"/>
                  </a:lnTo>
                  <a:lnTo>
                    <a:pt x="81967" y="298359"/>
                  </a:lnTo>
                  <a:lnTo>
                    <a:pt x="81967" y="298359"/>
                  </a:lnTo>
                  <a:lnTo>
                    <a:pt x="80328" y="298359"/>
                  </a:lnTo>
                  <a:lnTo>
                    <a:pt x="78688" y="296720"/>
                  </a:lnTo>
                  <a:lnTo>
                    <a:pt x="75410" y="293441"/>
                  </a:lnTo>
                  <a:lnTo>
                    <a:pt x="70492" y="291802"/>
                  </a:lnTo>
                  <a:lnTo>
                    <a:pt x="67213" y="288523"/>
                  </a:lnTo>
                  <a:lnTo>
                    <a:pt x="63935" y="286884"/>
                  </a:lnTo>
                  <a:lnTo>
                    <a:pt x="59016" y="283605"/>
                  </a:lnTo>
                  <a:lnTo>
                    <a:pt x="55738" y="281966"/>
                  </a:lnTo>
                  <a:lnTo>
                    <a:pt x="52459" y="280327"/>
                  </a:lnTo>
                  <a:lnTo>
                    <a:pt x="49180" y="277048"/>
                  </a:lnTo>
                  <a:lnTo>
                    <a:pt x="45902" y="275408"/>
                  </a:lnTo>
                  <a:lnTo>
                    <a:pt x="42623" y="273769"/>
                  </a:lnTo>
                  <a:lnTo>
                    <a:pt x="39344" y="270491"/>
                  </a:lnTo>
                  <a:lnTo>
                    <a:pt x="34426" y="268851"/>
                  </a:lnTo>
                  <a:lnTo>
                    <a:pt x="31148" y="265573"/>
                  </a:lnTo>
                  <a:lnTo>
                    <a:pt x="27869" y="263933"/>
                  </a:lnTo>
                  <a:lnTo>
                    <a:pt x="24590" y="262294"/>
                  </a:lnTo>
                  <a:lnTo>
                    <a:pt x="21312" y="259015"/>
                  </a:lnTo>
                  <a:lnTo>
                    <a:pt x="21312" y="259015"/>
                  </a:lnTo>
                  <a:lnTo>
                    <a:pt x="18033" y="257376"/>
                  </a:lnTo>
                  <a:lnTo>
                    <a:pt x="13115" y="254097"/>
                  </a:lnTo>
                  <a:lnTo>
                    <a:pt x="9836" y="252458"/>
                  </a:lnTo>
                  <a:lnTo>
                    <a:pt x="6558" y="249179"/>
                  </a:lnTo>
                  <a:lnTo>
                    <a:pt x="4918" y="247540"/>
                  </a:lnTo>
                  <a:lnTo>
                    <a:pt x="0" y="24754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0" name="Freeform 2539">
              <a:extLst>
                <a:ext uri="{FF2B5EF4-FFF2-40B4-BE49-F238E27FC236}">
                  <a16:creationId xmlns:a16="http://schemas.microsoft.com/office/drawing/2014/main" id="{1CABF9F0-5901-C14C-8043-E26D7C364B15}"/>
                </a:ext>
              </a:extLst>
            </p:cNvPr>
            <p:cNvSpPr/>
            <p:nvPr/>
          </p:nvSpPr>
          <p:spPr>
            <a:xfrm>
              <a:off x="8022220" y="1773924"/>
              <a:ext cx="1983597" cy="1454091"/>
            </a:xfrm>
            <a:custGeom>
              <a:avLst/>
              <a:gdLst>
                <a:gd name="connsiteX0" fmla="*/ 0 w 1983597"/>
                <a:gd name="connsiteY0" fmla="*/ 608194 h 1454091"/>
                <a:gd name="connsiteX1" fmla="*/ 3279 w 1983597"/>
                <a:gd name="connsiteY1" fmla="*/ 608194 h 1454091"/>
                <a:gd name="connsiteX2" fmla="*/ 6557 w 1983597"/>
                <a:gd name="connsiteY2" fmla="*/ 604915 h 1454091"/>
                <a:gd name="connsiteX3" fmla="*/ 8197 w 1983597"/>
                <a:gd name="connsiteY3" fmla="*/ 601637 h 1454091"/>
                <a:gd name="connsiteX4" fmla="*/ 8197 w 1983597"/>
                <a:gd name="connsiteY4" fmla="*/ 599997 h 1454091"/>
                <a:gd name="connsiteX5" fmla="*/ 6557 w 1983597"/>
                <a:gd name="connsiteY5" fmla="*/ 595079 h 1454091"/>
                <a:gd name="connsiteX6" fmla="*/ 1639 w 1983597"/>
                <a:gd name="connsiteY6" fmla="*/ 591801 h 1454091"/>
                <a:gd name="connsiteX7" fmla="*/ 3279 w 1983597"/>
                <a:gd name="connsiteY7" fmla="*/ 588522 h 1454091"/>
                <a:gd name="connsiteX8" fmla="*/ 4918 w 1983597"/>
                <a:gd name="connsiteY8" fmla="*/ 585243 h 1454091"/>
                <a:gd name="connsiteX9" fmla="*/ 4918 w 1983597"/>
                <a:gd name="connsiteY9" fmla="*/ 583604 h 1454091"/>
                <a:gd name="connsiteX10" fmla="*/ 8197 w 1983597"/>
                <a:gd name="connsiteY10" fmla="*/ 580325 h 1454091"/>
                <a:gd name="connsiteX11" fmla="*/ 13114 w 1983597"/>
                <a:gd name="connsiteY11" fmla="*/ 578686 h 1454091"/>
                <a:gd name="connsiteX12" fmla="*/ 16393 w 1983597"/>
                <a:gd name="connsiteY12" fmla="*/ 580325 h 1454091"/>
                <a:gd name="connsiteX13" fmla="*/ 19672 w 1983597"/>
                <a:gd name="connsiteY13" fmla="*/ 577046 h 1454091"/>
                <a:gd name="connsiteX14" fmla="*/ 22951 w 1983597"/>
                <a:gd name="connsiteY14" fmla="*/ 573768 h 1454091"/>
                <a:gd name="connsiteX15" fmla="*/ 27869 w 1983597"/>
                <a:gd name="connsiteY15" fmla="*/ 570489 h 1454091"/>
                <a:gd name="connsiteX16" fmla="*/ 31147 w 1983597"/>
                <a:gd name="connsiteY16" fmla="*/ 568850 h 1454091"/>
                <a:gd name="connsiteX17" fmla="*/ 29508 w 1983597"/>
                <a:gd name="connsiteY17" fmla="*/ 565571 h 1454091"/>
                <a:gd name="connsiteX18" fmla="*/ 29508 w 1983597"/>
                <a:gd name="connsiteY18" fmla="*/ 562293 h 1454091"/>
                <a:gd name="connsiteX19" fmla="*/ 34426 w 1983597"/>
                <a:gd name="connsiteY19" fmla="*/ 562293 h 1454091"/>
                <a:gd name="connsiteX20" fmla="*/ 36066 w 1983597"/>
                <a:gd name="connsiteY20" fmla="*/ 563932 h 1454091"/>
                <a:gd name="connsiteX21" fmla="*/ 39344 w 1983597"/>
                <a:gd name="connsiteY21" fmla="*/ 563932 h 1454091"/>
                <a:gd name="connsiteX22" fmla="*/ 44262 w 1983597"/>
                <a:gd name="connsiteY22" fmla="*/ 563932 h 1454091"/>
                <a:gd name="connsiteX23" fmla="*/ 47541 w 1983597"/>
                <a:gd name="connsiteY23" fmla="*/ 560653 h 1454091"/>
                <a:gd name="connsiteX24" fmla="*/ 49180 w 1983597"/>
                <a:gd name="connsiteY24" fmla="*/ 559014 h 1454091"/>
                <a:gd name="connsiteX25" fmla="*/ 52459 w 1983597"/>
                <a:gd name="connsiteY25" fmla="*/ 555735 h 1454091"/>
                <a:gd name="connsiteX26" fmla="*/ 57377 w 1983597"/>
                <a:gd name="connsiteY26" fmla="*/ 557374 h 1454091"/>
                <a:gd name="connsiteX27" fmla="*/ 57377 w 1983597"/>
                <a:gd name="connsiteY27" fmla="*/ 562293 h 1454091"/>
                <a:gd name="connsiteX28" fmla="*/ 60656 w 1983597"/>
                <a:gd name="connsiteY28" fmla="*/ 565571 h 1454091"/>
                <a:gd name="connsiteX29" fmla="*/ 62295 w 1983597"/>
                <a:gd name="connsiteY29" fmla="*/ 568850 h 1454091"/>
                <a:gd name="connsiteX30" fmla="*/ 65573 w 1983597"/>
                <a:gd name="connsiteY30" fmla="*/ 570489 h 1454091"/>
                <a:gd name="connsiteX31" fmla="*/ 68852 w 1983597"/>
                <a:gd name="connsiteY31" fmla="*/ 570489 h 1454091"/>
                <a:gd name="connsiteX32" fmla="*/ 72131 w 1983597"/>
                <a:gd name="connsiteY32" fmla="*/ 567211 h 1454091"/>
                <a:gd name="connsiteX33" fmla="*/ 77049 w 1983597"/>
                <a:gd name="connsiteY33" fmla="*/ 567211 h 1454091"/>
                <a:gd name="connsiteX34" fmla="*/ 80328 w 1983597"/>
                <a:gd name="connsiteY34" fmla="*/ 565571 h 1454091"/>
                <a:gd name="connsiteX35" fmla="*/ 83606 w 1983597"/>
                <a:gd name="connsiteY35" fmla="*/ 567211 h 1454091"/>
                <a:gd name="connsiteX36" fmla="*/ 88525 w 1983597"/>
                <a:gd name="connsiteY36" fmla="*/ 567211 h 1454091"/>
                <a:gd name="connsiteX37" fmla="*/ 90164 w 1983597"/>
                <a:gd name="connsiteY37" fmla="*/ 562293 h 1454091"/>
                <a:gd name="connsiteX38" fmla="*/ 90164 w 1983597"/>
                <a:gd name="connsiteY38" fmla="*/ 559014 h 1454091"/>
                <a:gd name="connsiteX39" fmla="*/ 91802 w 1983597"/>
                <a:gd name="connsiteY39" fmla="*/ 555735 h 1454091"/>
                <a:gd name="connsiteX40" fmla="*/ 91802 w 1983597"/>
                <a:gd name="connsiteY40" fmla="*/ 550817 h 1454091"/>
                <a:gd name="connsiteX41" fmla="*/ 93442 w 1983597"/>
                <a:gd name="connsiteY41" fmla="*/ 547539 h 1454091"/>
                <a:gd name="connsiteX42" fmla="*/ 95081 w 1983597"/>
                <a:gd name="connsiteY42" fmla="*/ 545899 h 1454091"/>
                <a:gd name="connsiteX43" fmla="*/ 95081 w 1983597"/>
                <a:gd name="connsiteY43" fmla="*/ 545899 h 1454091"/>
                <a:gd name="connsiteX44" fmla="*/ 93442 w 1983597"/>
                <a:gd name="connsiteY44" fmla="*/ 540981 h 1454091"/>
                <a:gd name="connsiteX45" fmla="*/ 98360 w 1983597"/>
                <a:gd name="connsiteY45" fmla="*/ 539342 h 1454091"/>
                <a:gd name="connsiteX46" fmla="*/ 101639 w 1983597"/>
                <a:gd name="connsiteY46" fmla="*/ 537703 h 1454091"/>
                <a:gd name="connsiteX47" fmla="*/ 104918 w 1983597"/>
                <a:gd name="connsiteY47" fmla="*/ 539342 h 1454091"/>
                <a:gd name="connsiteX48" fmla="*/ 108196 w 1983597"/>
                <a:gd name="connsiteY48" fmla="*/ 539342 h 1454091"/>
                <a:gd name="connsiteX49" fmla="*/ 113115 w 1983597"/>
                <a:gd name="connsiteY49" fmla="*/ 539342 h 1454091"/>
                <a:gd name="connsiteX50" fmla="*/ 116393 w 1983597"/>
                <a:gd name="connsiteY50" fmla="*/ 539342 h 1454091"/>
                <a:gd name="connsiteX51" fmla="*/ 119671 w 1983597"/>
                <a:gd name="connsiteY51" fmla="*/ 540981 h 1454091"/>
                <a:gd name="connsiteX52" fmla="*/ 124589 w 1983597"/>
                <a:gd name="connsiteY52" fmla="*/ 539342 h 1454091"/>
                <a:gd name="connsiteX53" fmla="*/ 127868 w 1983597"/>
                <a:gd name="connsiteY53" fmla="*/ 537703 h 1454091"/>
                <a:gd name="connsiteX54" fmla="*/ 131147 w 1983597"/>
                <a:gd name="connsiteY54" fmla="*/ 537703 h 1454091"/>
                <a:gd name="connsiteX55" fmla="*/ 134426 w 1983597"/>
                <a:gd name="connsiteY55" fmla="*/ 537703 h 1454091"/>
                <a:gd name="connsiteX56" fmla="*/ 139344 w 1983597"/>
                <a:gd name="connsiteY56" fmla="*/ 537703 h 1454091"/>
                <a:gd name="connsiteX57" fmla="*/ 142623 w 1983597"/>
                <a:gd name="connsiteY57" fmla="*/ 534424 h 1454091"/>
                <a:gd name="connsiteX58" fmla="*/ 142623 w 1983597"/>
                <a:gd name="connsiteY58" fmla="*/ 532784 h 1454091"/>
                <a:gd name="connsiteX59" fmla="*/ 144261 w 1983597"/>
                <a:gd name="connsiteY59" fmla="*/ 529506 h 1454091"/>
                <a:gd name="connsiteX60" fmla="*/ 144261 w 1983597"/>
                <a:gd name="connsiteY60" fmla="*/ 527866 h 1454091"/>
                <a:gd name="connsiteX61" fmla="*/ 144261 w 1983597"/>
                <a:gd name="connsiteY61" fmla="*/ 524588 h 1454091"/>
                <a:gd name="connsiteX62" fmla="*/ 147540 w 1983597"/>
                <a:gd name="connsiteY62" fmla="*/ 521309 h 1454091"/>
                <a:gd name="connsiteX63" fmla="*/ 150819 w 1983597"/>
                <a:gd name="connsiteY63" fmla="*/ 519670 h 1454091"/>
                <a:gd name="connsiteX64" fmla="*/ 155737 w 1983597"/>
                <a:gd name="connsiteY64" fmla="*/ 514752 h 1454091"/>
                <a:gd name="connsiteX65" fmla="*/ 159016 w 1983597"/>
                <a:gd name="connsiteY65" fmla="*/ 513112 h 1454091"/>
                <a:gd name="connsiteX66" fmla="*/ 162295 w 1983597"/>
                <a:gd name="connsiteY66" fmla="*/ 511473 h 1454091"/>
                <a:gd name="connsiteX67" fmla="*/ 165573 w 1983597"/>
                <a:gd name="connsiteY67" fmla="*/ 509834 h 1454091"/>
                <a:gd name="connsiteX68" fmla="*/ 170491 w 1983597"/>
                <a:gd name="connsiteY68" fmla="*/ 506555 h 1454091"/>
                <a:gd name="connsiteX69" fmla="*/ 173769 w 1983597"/>
                <a:gd name="connsiteY69" fmla="*/ 506555 h 1454091"/>
                <a:gd name="connsiteX70" fmla="*/ 177048 w 1983597"/>
                <a:gd name="connsiteY70" fmla="*/ 504916 h 1454091"/>
                <a:gd name="connsiteX71" fmla="*/ 181966 w 1983597"/>
                <a:gd name="connsiteY71" fmla="*/ 503276 h 1454091"/>
                <a:gd name="connsiteX72" fmla="*/ 185245 w 1983597"/>
                <a:gd name="connsiteY72" fmla="*/ 501637 h 1454091"/>
                <a:gd name="connsiteX73" fmla="*/ 186885 w 1983597"/>
                <a:gd name="connsiteY73" fmla="*/ 498359 h 1454091"/>
                <a:gd name="connsiteX74" fmla="*/ 191803 w 1983597"/>
                <a:gd name="connsiteY74" fmla="*/ 495080 h 1454091"/>
                <a:gd name="connsiteX75" fmla="*/ 193442 w 1983597"/>
                <a:gd name="connsiteY75" fmla="*/ 495080 h 1454091"/>
                <a:gd name="connsiteX76" fmla="*/ 196720 w 1983597"/>
                <a:gd name="connsiteY76" fmla="*/ 495080 h 1454091"/>
                <a:gd name="connsiteX77" fmla="*/ 199999 w 1983597"/>
                <a:gd name="connsiteY77" fmla="*/ 495080 h 1454091"/>
                <a:gd name="connsiteX78" fmla="*/ 201638 w 1983597"/>
                <a:gd name="connsiteY78" fmla="*/ 491801 h 1454091"/>
                <a:gd name="connsiteX79" fmla="*/ 198359 w 1983597"/>
                <a:gd name="connsiteY79" fmla="*/ 488522 h 1454091"/>
                <a:gd name="connsiteX80" fmla="*/ 198359 w 1983597"/>
                <a:gd name="connsiteY80" fmla="*/ 483604 h 1454091"/>
                <a:gd name="connsiteX81" fmla="*/ 198359 w 1983597"/>
                <a:gd name="connsiteY81" fmla="*/ 483604 h 1454091"/>
                <a:gd name="connsiteX82" fmla="*/ 196720 w 1983597"/>
                <a:gd name="connsiteY82" fmla="*/ 478686 h 1454091"/>
                <a:gd name="connsiteX83" fmla="*/ 195081 w 1983597"/>
                <a:gd name="connsiteY83" fmla="*/ 475408 h 1454091"/>
                <a:gd name="connsiteX84" fmla="*/ 191803 w 1983597"/>
                <a:gd name="connsiteY84" fmla="*/ 472129 h 1454091"/>
                <a:gd name="connsiteX85" fmla="*/ 190163 w 1983597"/>
                <a:gd name="connsiteY85" fmla="*/ 468850 h 1454091"/>
                <a:gd name="connsiteX86" fmla="*/ 191803 w 1983597"/>
                <a:gd name="connsiteY86" fmla="*/ 463932 h 1454091"/>
                <a:gd name="connsiteX87" fmla="*/ 191803 w 1983597"/>
                <a:gd name="connsiteY87" fmla="*/ 460654 h 1454091"/>
                <a:gd name="connsiteX88" fmla="*/ 195081 w 1983597"/>
                <a:gd name="connsiteY88" fmla="*/ 460654 h 1454091"/>
                <a:gd name="connsiteX89" fmla="*/ 198359 w 1983597"/>
                <a:gd name="connsiteY89" fmla="*/ 459014 h 1454091"/>
                <a:gd name="connsiteX90" fmla="*/ 201638 w 1983597"/>
                <a:gd name="connsiteY90" fmla="*/ 457375 h 1454091"/>
                <a:gd name="connsiteX91" fmla="*/ 196720 w 1983597"/>
                <a:gd name="connsiteY91" fmla="*/ 455736 h 1454091"/>
                <a:gd name="connsiteX92" fmla="*/ 193442 w 1983597"/>
                <a:gd name="connsiteY92" fmla="*/ 454096 h 1454091"/>
                <a:gd name="connsiteX93" fmla="*/ 196720 w 1983597"/>
                <a:gd name="connsiteY93" fmla="*/ 449178 h 1454091"/>
                <a:gd name="connsiteX94" fmla="*/ 199999 w 1983597"/>
                <a:gd name="connsiteY94" fmla="*/ 445900 h 1454091"/>
                <a:gd name="connsiteX95" fmla="*/ 204917 w 1983597"/>
                <a:gd name="connsiteY95" fmla="*/ 447539 h 1454091"/>
                <a:gd name="connsiteX96" fmla="*/ 204917 w 1983597"/>
                <a:gd name="connsiteY96" fmla="*/ 444260 h 1454091"/>
                <a:gd name="connsiteX97" fmla="*/ 203278 w 1983597"/>
                <a:gd name="connsiteY97" fmla="*/ 440982 h 1454091"/>
                <a:gd name="connsiteX98" fmla="*/ 198359 w 1983597"/>
                <a:gd name="connsiteY98" fmla="*/ 439342 h 1454091"/>
                <a:gd name="connsiteX99" fmla="*/ 198359 w 1983597"/>
                <a:gd name="connsiteY99" fmla="*/ 436064 h 1454091"/>
                <a:gd name="connsiteX100" fmla="*/ 198359 w 1983597"/>
                <a:gd name="connsiteY100" fmla="*/ 431146 h 1454091"/>
                <a:gd name="connsiteX101" fmla="*/ 195081 w 1983597"/>
                <a:gd name="connsiteY101" fmla="*/ 427867 h 1454091"/>
                <a:gd name="connsiteX102" fmla="*/ 191803 w 1983597"/>
                <a:gd name="connsiteY102" fmla="*/ 424588 h 1454091"/>
                <a:gd name="connsiteX103" fmla="*/ 188524 w 1983597"/>
                <a:gd name="connsiteY103" fmla="*/ 419670 h 1454091"/>
                <a:gd name="connsiteX104" fmla="*/ 186885 w 1983597"/>
                <a:gd name="connsiteY104" fmla="*/ 418031 h 1454091"/>
                <a:gd name="connsiteX105" fmla="*/ 186885 w 1983597"/>
                <a:gd name="connsiteY105" fmla="*/ 418031 h 1454091"/>
                <a:gd name="connsiteX106" fmla="*/ 185245 w 1983597"/>
                <a:gd name="connsiteY106" fmla="*/ 413113 h 1454091"/>
                <a:gd name="connsiteX107" fmla="*/ 180327 w 1983597"/>
                <a:gd name="connsiteY107" fmla="*/ 409834 h 1454091"/>
                <a:gd name="connsiteX108" fmla="*/ 178688 w 1983597"/>
                <a:gd name="connsiteY108" fmla="*/ 406556 h 1454091"/>
                <a:gd name="connsiteX109" fmla="*/ 175409 w 1983597"/>
                <a:gd name="connsiteY109" fmla="*/ 401637 h 1454091"/>
                <a:gd name="connsiteX110" fmla="*/ 175409 w 1983597"/>
                <a:gd name="connsiteY110" fmla="*/ 401637 h 1454091"/>
                <a:gd name="connsiteX111" fmla="*/ 175409 w 1983597"/>
                <a:gd name="connsiteY111" fmla="*/ 396719 h 1454091"/>
                <a:gd name="connsiteX112" fmla="*/ 173769 w 1983597"/>
                <a:gd name="connsiteY112" fmla="*/ 393441 h 1454091"/>
                <a:gd name="connsiteX113" fmla="*/ 170491 w 1983597"/>
                <a:gd name="connsiteY113" fmla="*/ 390162 h 1454091"/>
                <a:gd name="connsiteX114" fmla="*/ 170491 w 1983597"/>
                <a:gd name="connsiteY114" fmla="*/ 386884 h 1454091"/>
                <a:gd name="connsiteX115" fmla="*/ 170491 w 1983597"/>
                <a:gd name="connsiteY115" fmla="*/ 381966 h 1454091"/>
                <a:gd name="connsiteX116" fmla="*/ 172130 w 1983597"/>
                <a:gd name="connsiteY116" fmla="*/ 378687 h 1454091"/>
                <a:gd name="connsiteX117" fmla="*/ 168851 w 1983597"/>
                <a:gd name="connsiteY117" fmla="*/ 375408 h 1454091"/>
                <a:gd name="connsiteX118" fmla="*/ 165573 w 1983597"/>
                <a:gd name="connsiteY118" fmla="*/ 375408 h 1454091"/>
                <a:gd name="connsiteX119" fmla="*/ 162295 w 1983597"/>
                <a:gd name="connsiteY119" fmla="*/ 373769 h 1454091"/>
                <a:gd name="connsiteX120" fmla="*/ 157376 w 1983597"/>
                <a:gd name="connsiteY120" fmla="*/ 373769 h 1454091"/>
                <a:gd name="connsiteX121" fmla="*/ 155737 w 1983597"/>
                <a:gd name="connsiteY121" fmla="*/ 375408 h 1454091"/>
                <a:gd name="connsiteX122" fmla="*/ 154098 w 1983597"/>
                <a:gd name="connsiteY122" fmla="*/ 373769 h 1454091"/>
                <a:gd name="connsiteX123" fmla="*/ 150819 w 1983597"/>
                <a:gd name="connsiteY123" fmla="*/ 372129 h 1454091"/>
                <a:gd name="connsiteX124" fmla="*/ 149179 w 1983597"/>
                <a:gd name="connsiteY124" fmla="*/ 368851 h 1454091"/>
                <a:gd name="connsiteX125" fmla="*/ 150819 w 1983597"/>
                <a:gd name="connsiteY125" fmla="*/ 367212 h 1454091"/>
                <a:gd name="connsiteX126" fmla="*/ 152458 w 1983597"/>
                <a:gd name="connsiteY126" fmla="*/ 365572 h 1454091"/>
                <a:gd name="connsiteX127" fmla="*/ 155737 w 1983597"/>
                <a:gd name="connsiteY127" fmla="*/ 363933 h 1454091"/>
                <a:gd name="connsiteX128" fmla="*/ 159016 w 1983597"/>
                <a:gd name="connsiteY128" fmla="*/ 363933 h 1454091"/>
                <a:gd name="connsiteX129" fmla="*/ 163934 w 1983597"/>
                <a:gd name="connsiteY129" fmla="*/ 363933 h 1454091"/>
                <a:gd name="connsiteX130" fmla="*/ 167213 w 1983597"/>
                <a:gd name="connsiteY130" fmla="*/ 360654 h 1454091"/>
                <a:gd name="connsiteX131" fmla="*/ 170491 w 1983597"/>
                <a:gd name="connsiteY131" fmla="*/ 360654 h 1454091"/>
                <a:gd name="connsiteX132" fmla="*/ 175409 w 1983597"/>
                <a:gd name="connsiteY132" fmla="*/ 359015 h 1454091"/>
                <a:gd name="connsiteX133" fmla="*/ 178688 w 1983597"/>
                <a:gd name="connsiteY133" fmla="*/ 360654 h 1454091"/>
                <a:gd name="connsiteX134" fmla="*/ 181966 w 1983597"/>
                <a:gd name="connsiteY134" fmla="*/ 359015 h 1454091"/>
                <a:gd name="connsiteX135" fmla="*/ 185245 w 1983597"/>
                <a:gd name="connsiteY135" fmla="*/ 357375 h 1454091"/>
                <a:gd name="connsiteX136" fmla="*/ 190163 w 1983597"/>
                <a:gd name="connsiteY136" fmla="*/ 355736 h 1454091"/>
                <a:gd name="connsiteX137" fmla="*/ 193442 w 1983597"/>
                <a:gd name="connsiteY137" fmla="*/ 354097 h 1454091"/>
                <a:gd name="connsiteX138" fmla="*/ 196720 w 1983597"/>
                <a:gd name="connsiteY138" fmla="*/ 354097 h 1454091"/>
                <a:gd name="connsiteX139" fmla="*/ 201638 w 1983597"/>
                <a:gd name="connsiteY139" fmla="*/ 352457 h 1454091"/>
                <a:gd name="connsiteX140" fmla="*/ 204917 w 1983597"/>
                <a:gd name="connsiteY140" fmla="*/ 350818 h 1454091"/>
                <a:gd name="connsiteX141" fmla="*/ 208196 w 1983597"/>
                <a:gd name="connsiteY141" fmla="*/ 352457 h 1454091"/>
                <a:gd name="connsiteX142" fmla="*/ 209835 w 1983597"/>
                <a:gd name="connsiteY142" fmla="*/ 355736 h 1454091"/>
                <a:gd name="connsiteX143" fmla="*/ 213114 w 1983597"/>
                <a:gd name="connsiteY143" fmla="*/ 357375 h 1454091"/>
                <a:gd name="connsiteX144" fmla="*/ 218032 w 1983597"/>
                <a:gd name="connsiteY144" fmla="*/ 359015 h 1454091"/>
                <a:gd name="connsiteX145" fmla="*/ 221310 w 1983597"/>
                <a:gd name="connsiteY145" fmla="*/ 357375 h 1454091"/>
                <a:gd name="connsiteX146" fmla="*/ 224589 w 1983597"/>
                <a:gd name="connsiteY146" fmla="*/ 355736 h 1454091"/>
                <a:gd name="connsiteX147" fmla="*/ 229507 w 1983597"/>
                <a:gd name="connsiteY147" fmla="*/ 355736 h 1454091"/>
                <a:gd name="connsiteX148" fmla="*/ 232786 w 1983597"/>
                <a:gd name="connsiteY148" fmla="*/ 359015 h 1454091"/>
                <a:gd name="connsiteX149" fmla="*/ 236065 w 1983597"/>
                <a:gd name="connsiteY149" fmla="*/ 360654 h 1454091"/>
                <a:gd name="connsiteX150" fmla="*/ 237704 w 1983597"/>
                <a:gd name="connsiteY150" fmla="*/ 359015 h 1454091"/>
                <a:gd name="connsiteX151" fmla="*/ 237704 w 1983597"/>
                <a:gd name="connsiteY151" fmla="*/ 357375 h 1454091"/>
                <a:gd name="connsiteX152" fmla="*/ 237704 w 1983597"/>
                <a:gd name="connsiteY152" fmla="*/ 357375 h 1454091"/>
                <a:gd name="connsiteX153" fmla="*/ 237704 w 1983597"/>
                <a:gd name="connsiteY153" fmla="*/ 352457 h 1454091"/>
                <a:gd name="connsiteX154" fmla="*/ 236065 w 1983597"/>
                <a:gd name="connsiteY154" fmla="*/ 349179 h 1454091"/>
                <a:gd name="connsiteX155" fmla="*/ 232786 w 1983597"/>
                <a:gd name="connsiteY155" fmla="*/ 345900 h 1454091"/>
                <a:gd name="connsiteX156" fmla="*/ 229507 w 1983597"/>
                <a:gd name="connsiteY156" fmla="*/ 344261 h 1454091"/>
                <a:gd name="connsiteX157" fmla="*/ 226228 w 1983597"/>
                <a:gd name="connsiteY157" fmla="*/ 344261 h 1454091"/>
                <a:gd name="connsiteX158" fmla="*/ 222949 w 1983597"/>
                <a:gd name="connsiteY158" fmla="*/ 342622 h 1454091"/>
                <a:gd name="connsiteX159" fmla="*/ 222949 w 1983597"/>
                <a:gd name="connsiteY159" fmla="*/ 337703 h 1454091"/>
                <a:gd name="connsiteX160" fmla="*/ 222949 w 1983597"/>
                <a:gd name="connsiteY160" fmla="*/ 334425 h 1454091"/>
                <a:gd name="connsiteX161" fmla="*/ 222949 w 1983597"/>
                <a:gd name="connsiteY161" fmla="*/ 331146 h 1454091"/>
                <a:gd name="connsiteX162" fmla="*/ 224589 w 1983597"/>
                <a:gd name="connsiteY162" fmla="*/ 326228 h 1454091"/>
                <a:gd name="connsiteX163" fmla="*/ 222949 w 1983597"/>
                <a:gd name="connsiteY163" fmla="*/ 322949 h 1454091"/>
                <a:gd name="connsiteX164" fmla="*/ 222949 w 1983597"/>
                <a:gd name="connsiteY164" fmla="*/ 319671 h 1454091"/>
                <a:gd name="connsiteX165" fmla="*/ 221310 w 1983597"/>
                <a:gd name="connsiteY165" fmla="*/ 316392 h 1454091"/>
                <a:gd name="connsiteX166" fmla="*/ 222949 w 1983597"/>
                <a:gd name="connsiteY166" fmla="*/ 311474 h 1454091"/>
                <a:gd name="connsiteX167" fmla="*/ 222949 w 1983597"/>
                <a:gd name="connsiteY167" fmla="*/ 308195 h 1454091"/>
                <a:gd name="connsiteX168" fmla="*/ 222949 w 1983597"/>
                <a:gd name="connsiteY168" fmla="*/ 304917 h 1454091"/>
                <a:gd name="connsiteX169" fmla="*/ 222949 w 1983597"/>
                <a:gd name="connsiteY169" fmla="*/ 301638 h 1454091"/>
                <a:gd name="connsiteX170" fmla="*/ 222949 w 1983597"/>
                <a:gd name="connsiteY170" fmla="*/ 298359 h 1454091"/>
                <a:gd name="connsiteX171" fmla="*/ 222949 w 1983597"/>
                <a:gd name="connsiteY171" fmla="*/ 293441 h 1454091"/>
                <a:gd name="connsiteX172" fmla="*/ 222949 w 1983597"/>
                <a:gd name="connsiteY172" fmla="*/ 291802 h 1454091"/>
                <a:gd name="connsiteX173" fmla="*/ 222949 w 1983597"/>
                <a:gd name="connsiteY173" fmla="*/ 286884 h 1454091"/>
                <a:gd name="connsiteX174" fmla="*/ 224589 w 1983597"/>
                <a:gd name="connsiteY174" fmla="*/ 283605 h 1454091"/>
                <a:gd name="connsiteX175" fmla="*/ 224589 w 1983597"/>
                <a:gd name="connsiteY175" fmla="*/ 280327 h 1454091"/>
                <a:gd name="connsiteX176" fmla="*/ 222949 w 1983597"/>
                <a:gd name="connsiteY176" fmla="*/ 277048 h 1454091"/>
                <a:gd name="connsiteX177" fmla="*/ 222949 w 1983597"/>
                <a:gd name="connsiteY177" fmla="*/ 272130 h 1454091"/>
                <a:gd name="connsiteX178" fmla="*/ 226228 w 1983597"/>
                <a:gd name="connsiteY178" fmla="*/ 270491 h 1454091"/>
                <a:gd name="connsiteX179" fmla="*/ 231146 w 1983597"/>
                <a:gd name="connsiteY179" fmla="*/ 272130 h 1454091"/>
                <a:gd name="connsiteX180" fmla="*/ 234425 w 1983597"/>
                <a:gd name="connsiteY180" fmla="*/ 272130 h 1454091"/>
                <a:gd name="connsiteX181" fmla="*/ 237704 w 1983597"/>
                <a:gd name="connsiteY181" fmla="*/ 273769 h 1454091"/>
                <a:gd name="connsiteX182" fmla="*/ 240983 w 1983597"/>
                <a:gd name="connsiteY182" fmla="*/ 277048 h 1454091"/>
                <a:gd name="connsiteX183" fmla="*/ 244262 w 1983597"/>
                <a:gd name="connsiteY183" fmla="*/ 277048 h 1454091"/>
                <a:gd name="connsiteX184" fmla="*/ 249179 w 1983597"/>
                <a:gd name="connsiteY184" fmla="*/ 278687 h 1454091"/>
                <a:gd name="connsiteX185" fmla="*/ 252458 w 1983597"/>
                <a:gd name="connsiteY185" fmla="*/ 280327 h 1454091"/>
                <a:gd name="connsiteX186" fmla="*/ 255736 w 1983597"/>
                <a:gd name="connsiteY186" fmla="*/ 280327 h 1454091"/>
                <a:gd name="connsiteX187" fmla="*/ 260655 w 1983597"/>
                <a:gd name="connsiteY187" fmla="*/ 280327 h 1454091"/>
                <a:gd name="connsiteX188" fmla="*/ 263933 w 1983597"/>
                <a:gd name="connsiteY188" fmla="*/ 280327 h 1454091"/>
                <a:gd name="connsiteX189" fmla="*/ 267212 w 1983597"/>
                <a:gd name="connsiteY189" fmla="*/ 278687 h 1454091"/>
                <a:gd name="connsiteX190" fmla="*/ 270491 w 1983597"/>
                <a:gd name="connsiteY190" fmla="*/ 278687 h 1454091"/>
                <a:gd name="connsiteX191" fmla="*/ 275408 w 1983597"/>
                <a:gd name="connsiteY191" fmla="*/ 280327 h 1454091"/>
                <a:gd name="connsiteX192" fmla="*/ 278687 w 1983597"/>
                <a:gd name="connsiteY192" fmla="*/ 280327 h 1454091"/>
                <a:gd name="connsiteX193" fmla="*/ 281966 w 1983597"/>
                <a:gd name="connsiteY193" fmla="*/ 280327 h 1454091"/>
                <a:gd name="connsiteX194" fmla="*/ 285245 w 1983597"/>
                <a:gd name="connsiteY194" fmla="*/ 283605 h 1454091"/>
                <a:gd name="connsiteX195" fmla="*/ 290163 w 1983597"/>
                <a:gd name="connsiteY195" fmla="*/ 285245 h 1454091"/>
                <a:gd name="connsiteX196" fmla="*/ 293442 w 1983597"/>
                <a:gd name="connsiteY196" fmla="*/ 283605 h 1454091"/>
                <a:gd name="connsiteX197" fmla="*/ 296720 w 1983597"/>
                <a:gd name="connsiteY197" fmla="*/ 280327 h 1454091"/>
                <a:gd name="connsiteX198" fmla="*/ 301638 w 1983597"/>
                <a:gd name="connsiteY198" fmla="*/ 277048 h 1454091"/>
                <a:gd name="connsiteX199" fmla="*/ 304916 w 1983597"/>
                <a:gd name="connsiteY199" fmla="*/ 277048 h 1454091"/>
                <a:gd name="connsiteX200" fmla="*/ 308195 w 1983597"/>
                <a:gd name="connsiteY200" fmla="*/ 277048 h 1454091"/>
                <a:gd name="connsiteX201" fmla="*/ 308195 w 1983597"/>
                <a:gd name="connsiteY201" fmla="*/ 273769 h 1454091"/>
                <a:gd name="connsiteX202" fmla="*/ 311474 w 1983597"/>
                <a:gd name="connsiteY202" fmla="*/ 270491 h 1454091"/>
                <a:gd name="connsiteX203" fmla="*/ 311474 w 1983597"/>
                <a:gd name="connsiteY203" fmla="*/ 267212 h 1454091"/>
                <a:gd name="connsiteX204" fmla="*/ 309835 w 1983597"/>
                <a:gd name="connsiteY204" fmla="*/ 262294 h 1454091"/>
                <a:gd name="connsiteX205" fmla="*/ 304916 w 1983597"/>
                <a:gd name="connsiteY205" fmla="*/ 259015 h 1454091"/>
                <a:gd name="connsiteX206" fmla="*/ 304916 w 1983597"/>
                <a:gd name="connsiteY206" fmla="*/ 257376 h 1454091"/>
                <a:gd name="connsiteX207" fmla="*/ 303277 w 1983597"/>
                <a:gd name="connsiteY207" fmla="*/ 254097 h 1454091"/>
                <a:gd name="connsiteX208" fmla="*/ 301638 w 1983597"/>
                <a:gd name="connsiteY208" fmla="*/ 250819 h 1454091"/>
                <a:gd name="connsiteX209" fmla="*/ 299998 w 1983597"/>
                <a:gd name="connsiteY209" fmla="*/ 245901 h 1454091"/>
                <a:gd name="connsiteX210" fmla="*/ 296720 w 1983597"/>
                <a:gd name="connsiteY210" fmla="*/ 242622 h 1454091"/>
                <a:gd name="connsiteX211" fmla="*/ 295081 w 1983597"/>
                <a:gd name="connsiteY211" fmla="*/ 237704 h 1454091"/>
                <a:gd name="connsiteX212" fmla="*/ 295081 w 1983597"/>
                <a:gd name="connsiteY212" fmla="*/ 237704 h 1454091"/>
                <a:gd name="connsiteX213" fmla="*/ 295081 w 1983597"/>
                <a:gd name="connsiteY213" fmla="*/ 236065 h 1454091"/>
                <a:gd name="connsiteX214" fmla="*/ 295081 w 1983597"/>
                <a:gd name="connsiteY214" fmla="*/ 232786 h 1454091"/>
                <a:gd name="connsiteX215" fmla="*/ 293442 w 1983597"/>
                <a:gd name="connsiteY215" fmla="*/ 229507 h 1454091"/>
                <a:gd name="connsiteX216" fmla="*/ 295081 w 1983597"/>
                <a:gd name="connsiteY216" fmla="*/ 224589 h 1454091"/>
                <a:gd name="connsiteX217" fmla="*/ 295081 w 1983597"/>
                <a:gd name="connsiteY217" fmla="*/ 221310 h 1454091"/>
                <a:gd name="connsiteX218" fmla="*/ 298360 w 1983597"/>
                <a:gd name="connsiteY218" fmla="*/ 218032 h 1454091"/>
                <a:gd name="connsiteX219" fmla="*/ 301638 w 1983597"/>
                <a:gd name="connsiteY219" fmla="*/ 218032 h 1454091"/>
                <a:gd name="connsiteX220" fmla="*/ 306556 w 1983597"/>
                <a:gd name="connsiteY220" fmla="*/ 218032 h 1454091"/>
                <a:gd name="connsiteX221" fmla="*/ 309835 w 1983597"/>
                <a:gd name="connsiteY221" fmla="*/ 218032 h 1454091"/>
                <a:gd name="connsiteX222" fmla="*/ 313113 w 1983597"/>
                <a:gd name="connsiteY222" fmla="*/ 214753 h 1454091"/>
                <a:gd name="connsiteX223" fmla="*/ 318032 w 1983597"/>
                <a:gd name="connsiteY223" fmla="*/ 214753 h 1454091"/>
                <a:gd name="connsiteX224" fmla="*/ 321310 w 1983597"/>
                <a:gd name="connsiteY224" fmla="*/ 211475 h 1454091"/>
                <a:gd name="connsiteX225" fmla="*/ 322950 w 1983597"/>
                <a:gd name="connsiteY225" fmla="*/ 206557 h 1454091"/>
                <a:gd name="connsiteX226" fmla="*/ 322950 w 1983597"/>
                <a:gd name="connsiteY226" fmla="*/ 203278 h 1454091"/>
                <a:gd name="connsiteX227" fmla="*/ 322950 w 1983597"/>
                <a:gd name="connsiteY227" fmla="*/ 199999 h 1454091"/>
                <a:gd name="connsiteX228" fmla="*/ 319671 w 1983597"/>
                <a:gd name="connsiteY228" fmla="*/ 196720 h 1454091"/>
                <a:gd name="connsiteX229" fmla="*/ 318032 w 1983597"/>
                <a:gd name="connsiteY229" fmla="*/ 193442 h 1454091"/>
                <a:gd name="connsiteX230" fmla="*/ 319671 w 1983597"/>
                <a:gd name="connsiteY230" fmla="*/ 188524 h 1454091"/>
                <a:gd name="connsiteX231" fmla="*/ 322950 w 1983597"/>
                <a:gd name="connsiteY231" fmla="*/ 188524 h 1454091"/>
                <a:gd name="connsiteX232" fmla="*/ 326228 w 1983597"/>
                <a:gd name="connsiteY232" fmla="*/ 188524 h 1454091"/>
                <a:gd name="connsiteX233" fmla="*/ 331146 w 1983597"/>
                <a:gd name="connsiteY233" fmla="*/ 188524 h 1454091"/>
                <a:gd name="connsiteX234" fmla="*/ 334425 w 1983597"/>
                <a:gd name="connsiteY234" fmla="*/ 188524 h 1454091"/>
                <a:gd name="connsiteX235" fmla="*/ 336064 w 1983597"/>
                <a:gd name="connsiteY235" fmla="*/ 188524 h 1454091"/>
                <a:gd name="connsiteX236" fmla="*/ 339343 w 1983597"/>
                <a:gd name="connsiteY236" fmla="*/ 190163 h 1454091"/>
                <a:gd name="connsiteX237" fmla="*/ 344261 w 1983597"/>
                <a:gd name="connsiteY237" fmla="*/ 188524 h 1454091"/>
                <a:gd name="connsiteX238" fmla="*/ 347540 w 1983597"/>
                <a:gd name="connsiteY238" fmla="*/ 185245 h 1454091"/>
                <a:gd name="connsiteX239" fmla="*/ 350818 w 1983597"/>
                <a:gd name="connsiteY239" fmla="*/ 185245 h 1454091"/>
                <a:gd name="connsiteX240" fmla="*/ 354096 w 1983597"/>
                <a:gd name="connsiteY240" fmla="*/ 190163 h 1454091"/>
                <a:gd name="connsiteX241" fmla="*/ 355736 w 1983597"/>
                <a:gd name="connsiteY241" fmla="*/ 193442 h 1454091"/>
                <a:gd name="connsiteX242" fmla="*/ 354096 w 1983597"/>
                <a:gd name="connsiteY242" fmla="*/ 196720 h 1454091"/>
                <a:gd name="connsiteX243" fmla="*/ 357375 w 1983597"/>
                <a:gd name="connsiteY243" fmla="*/ 199999 h 1454091"/>
                <a:gd name="connsiteX244" fmla="*/ 360654 w 1983597"/>
                <a:gd name="connsiteY244" fmla="*/ 203278 h 1454091"/>
                <a:gd name="connsiteX245" fmla="*/ 363933 w 1983597"/>
                <a:gd name="connsiteY245" fmla="*/ 203278 h 1454091"/>
                <a:gd name="connsiteX246" fmla="*/ 368851 w 1983597"/>
                <a:gd name="connsiteY246" fmla="*/ 206557 h 1454091"/>
                <a:gd name="connsiteX247" fmla="*/ 365572 w 1983597"/>
                <a:gd name="connsiteY247" fmla="*/ 209835 h 1454091"/>
                <a:gd name="connsiteX248" fmla="*/ 368851 w 1983597"/>
                <a:gd name="connsiteY248" fmla="*/ 213114 h 1454091"/>
                <a:gd name="connsiteX249" fmla="*/ 373769 w 1983597"/>
                <a:gd name="connsiteY249" fmla="*/ 213114 h 1454091"/>
                <a:gd name="connsiteX250" fmla="*/ 377047 w 1983597"/>
                <a:gd name="connsiteY250" fmla="*/ 214753 h 1454091"/>
                <a:gd name="connsiteX251" fmla="*/ 380326 w 1983597"/>
                <a:gd name="connsiteY251" fmla="*/ 216392 h 1454091"/>
                <a:gd name="connsiteX252" fmla="*/ 385244 w 1983597"/>
                <a:gd name="connsiteY252" fmla="*/ 218032 h 1454091"/>
                <a:gd name="connsiteX253" fmla="*/ 388523 w 1983597"/>
                <a:gd name="connsiteY253" fmla="*/ 219671 h 1454091"/>
                <a:gd name="connsiteX254" fmla="*/ 391802 w 1983597"/>
                <a:gd name="connsiteY254" fmla="*/ 222950 h 1454091"/>
                <a:gd name="connsiteX255" fmla="*/ 393441 w 1983597"/>
                <a:gd name="connsiteY255" fmla="*/ 226229 h 1454091"/>
                <a:gd name="connsiteX256" fmla="*/ 398359 w 1983597"/>
                <a:gd name="connsiteY256" fmla="*/ 227868 h 1454091"/>
                <a:gd name="connsiteX257" fmla="*/ 401638 w 1983597"/>
                <a:gd name="connsiteY257" fmla="*/ 231147 h 1454091"/>
                <a:gd name="connsiteX258" fmla="*/ 404916 w 1983597"/>
                <a:gd name="connsiteY258" fmla="*/ 231147 h 1454091"/>
                <a:gd name="connsiteX259" fmla="*/ 409834 w 1983597"/>
                <a:gd name="connsiteY259" fmla="*/ 232786 h 1454091"/>
                <a:gd name="connsiteX260" fmla="*/ 413113 w 1983597"/>
                <a:gd name="connsiteY260" fmla="*/ 236065 h 1454091"/>
                <a:gd name="connsiteX261" fmla="*/ 416392 w 1983597"/>
                <a:gd name="connsiteY261" fmla="*/ 236065 h 1454091"/>
                <a:gd name="connsiteX262" fmla="*/ 419670 w 1983597"/>
                <a:gd name="connsiteY262" fmla="*/ 236065 h 1454091"/>
                <a:gd name="connsiteX263" fmla="*/ 422949 w 1983597"/>
                <a:gd name="connsiteY263" fmla="*/ 234425 h 1454091"/>
                <a:gd name="connsiteX264" fmla="*/ 427867 w 1983597"/>
                <a:gd name="connsiteY264" fmla="*/ 234425 h 1454091"/>
                <a:gd name="connsiteX265" fmla="*/ 431145 w 1983597"/>
                <a:gd name="connsiteY265" fmla="*/ 236065 h 1454091"/>
                <a:gd name="connsiteX266" fmla="*/ 434424 w 1983597"/>
                <a:gd name="connsiteY266" fmla="*/ 239343 h 1454091"/>
                <a:gd name="connsiteX267" fmla="*/ 439342 w 1983597"/>
                <a:gd name="connsiteY267" fmla="*/ 240982 h 1454091"/>
                <a:gd name="connsiteX268" fmla="*/ 442621 w 1983597"/>
                <a:gd name="connsiteY268" fmla="*/ 244261 h 1454091"/>
                <a:gd name="connsiteX269" fmla="*/ 445900 w 1983597"/>
                <a:gd name="connsiteY269" fmla="*/ 242622 h 1454091"/>
                <a:gd name="connsiteX270" fmla="*/ 447539 w 1983597"/>
                <a:gd name="connsiteY270" fmla="*/ 240982 h 1454091"/>
                <a:gd name="connsiteX271" fmla="*/ 450818 w 1983597"/>
                <a:gd name="connsiteY271" fmla="*/ 242622 h 1454091"/>
                <a:gd name="connsiteX272" fmla="*/ 452457 w 1983597"/>
                <a:gd name="connsiteY272" fmla="*/ 245901 h 1454091"/>
                <a:gd name="connsiteX273" fmla="*/ 457375 w 1983597"/>
                <a:gd name="connsiteY273" fmla="*/ 249179 h 1454091"/>
                <a:gd name="connsiteX274" fmla="*/ 460653 w 1983597"/>
                <a:gd name="connsiteY274" fmla="*/ 249179 h 1454091"/>
                <a:gd name="connsiteX275" fmla="*/ 463932 w 1983597"/>
                <a:gd name="connsiteY275" fmla="*/ 250819 h 1454091"/>
                <a:gd name="connsiteX276" fmla="*/ 465572 w 1983597"/>
                <a:gd name="connsiteY276" fmla="*/ 255737 h 1454091"/>
                <a:gd name="connsiteX277" fmla="*/ 470490 w 1983597"/>
                <a:gd name="connsiteY277" fmla="*/ 259015 h 1454091"/>
                <a:gd name="connsiteX278" fmla="*/ 472129 w 1983597"/>
                <a:gd name="connsiteY278" fmla="*/ 262294 h 1454091"/>
                <a:gd name="connsiteX279" fmla="*/ 473769 w 1983597"/>
                <a:gd name="connsiteY279" fmla="*/ 265573 h 1454091"/>
                <a:gd name="connsiteX280" fmla="*/ 477047 w 1983597"/>
                <a:gd name="connsiteY280" fmla="*/ 268851 h 1454091"/>
                <a:gd name="connsiteX281" fmla="*/ 481965 w 1983597"/>
                <a:gd name="connsiteY281" fmla="*/ 272130 h 1454091"/>
                <a:gd name="connsiteX282" fmla="*/ 485243 w 1983597"/>
                <a:gd name="connsiteY282" fmla="*/ 275409 h 1454091"/>
                <a:gd name="connsiteX283" fmla="*/ 488522 w 1983597"/>
                <a:gd name="connsiteY283" fmla="*/ 278687 h 1454091"/>
                <a:gd name="connsiteX284" fmla="*/ 491801 w 1983597"/>
                <a:gd name="connsiteY284" fmla="*/ 280327 h 1454091"/>
                <a:gd name="connsiteX285" fmla="*/ 496719 w 1983597"/>
                <a:gd name="connsiteY285" fmla="*/ 283605 h 1454091"/>
                <a:gd name="connsiteX286" fmla="*/ 498359 w 1983597"/>
                <a:gd name="connsiteY286" fmla="*/ 286884 h 1454091"/>
                <a:gd name="connsiteX287" fmla="*/ 501637 w 1983597"/>
                <a:gd name="connsiteY287" fmla="*/ 290163 h 1454091"/>
                <a:gd name="connsiteX288" fmla="*/ 503277 w 1983597"/>
                <a:gd name="connsiteY288" fmla="*/ 293441 h 1454091"/>
                <a:gd name="connsiteX289" fmla="*/ 506555 w 1983597"/>
                <a:gd name="connsiteY289" fmla="*/ 296720 h 1454091"/>
                <a:gd name="connsiteX290" fmla="*/ 506555 w 1983597"/>
                <a:gd name="connsiteY290" fmla="*/ 301638 h 1454091"/>
                <a:gd name="connsiteX291" fmla="*/ 506555 w 1983597"/>
                <a:gd name="connsiteY291" fmla="*/ 304917 h 1454091"/>
                <a:gd name="connsiteX292" fmla="*/ 506555 w 1983597"/>
                <a:gd name="connsiteY292" fmla="*/ 308195 h 1454091"/>
                <a:gd name="connsiteX293" fmla="*/ 508194 w 1983597"/>
                <a:gd name="connsiteY293" fmla="*/ 313113 h 1454091"/>
                <a:gd name="connsiteX294" fmla="*/ 511473 w 1983597"/>
                <a:gd name="connsiteY294" fmla="*/ 316392 h 1454091"/>
                <a:gd name="connsiteX295" fmla="*/ 513112 w 1983597"/>
                <a:gd name="connsiteY295" fmla="*/ 316392 h 1454091"/>
                <a:gd name="connsiteX296" fmla="*/ 513112 w 1983597"/>
                <a:gd name="connsiteY296" fmla="*/ 318031 h 1454091"/>
                <a:gd name="connsiteX297" fmla="*/ 514752 w 1983597"/>
                <a:gd name="connsiteY297" fmla="*/ 322949 h 1454091"/>
                <a:gd name="connsiteX298" fmla="*/ 511473 w 1983597"/>
                <a:gd name="connsiteY298" fmla="*/ 326228 h 1454091"/>
                <a:gd name="connsiteX299" fmla="*/ 509833 w 1983597"/>
                <a:gd name="connsiteY299" fmla="*/ 329507 h 1454091"/>
                <a:gd name="connsiteX300" fmla="*/ 509833 w 1983597"/>
                <a:gd name="connsiteY300" fmla="*/ 332785 h 1454091"/>
                <a:gd name="connsiteX301" fmla="*/ 509833 w 1983597"/>
                <a:gd name="connsiteY301" fmla="*/ 336064 h 1454091"/>
                <a:gd name="connsiteX302" fmla="*/ 509833 w 1983597"/>
                <a:gd name="connsiteY302" fmla="*/ 340982 h 1454091"/>
                <a:gd name="connsiteX303" fmla="*/ 511473 w 1983597"/>
                <a:gd name="connsiteY303" fmla="*/ 344261 h 1454091"/>
                <a:gd name="connsiteX304" fmla="*/ 513112 w 1983597"/>
                <a:gd name="connsiteY304" fmla="*/ 344261 h 1454091"/>
                <a:gd name="connsiteX305" fmla="*/ 516391 w 1983597"/>
                <a:gd name="connsiteY305" fmla="*/ 347539 h 1454091"/>
                <a:gd name="connsiteX306" fmla="*/ 519670 w 1983597"/>
                <a:gd name="connsiteY306" fmla="*/ 350818 h 1454091"/>
                <a:gd name="connsiteX307" fmla="*/ 522949 w 1983597"/>
                <a:gd name="connsiteY307" fmla="*/ 354097 h 1454091"/>
                <a:gd name="connsiteX308" fmla="*/ 526227 w 1983597"/>
                <a:gd name="connsiteY308" fmla="*/ 357375 h 1454091"/>
                <a:gd name="connsiteX309" fmla="*/ 529506 w 1983597"/>
                <a:gd name="connsiteY309" fmla="*/ 355736 h 1454091"/>
                <a:gd name="connsiteX310" fmla="*/ 534423 w 1983597"/>
                <a:gd name="connsiteY310" fmla="*/ 357375 h 1454091"/>
                <a:gd name="connsiteX311" fmla="*/ 537702 w 1983597"/>
                <a:gd name="connsiteY311" fmla="*/ 359015 h 1454091"/>
                <a:gd name="connsiteX312" fmla="*/ 540981 w 1983597"/>
                <a:gd name="connsiteY312" fmla="*/ 360654 h 1454091"/>
                <a:gd name="connsiteX313" fmla="*/ 544260 w 1983597"/>
                <a:gd name="connsiteY313" fmla="*/ 359015 h 1454091"/>
                <a:gd name="connsiteX314" fmla="*/ 547539 w 1983597"/>
                <a:gd name="connsiteY314" fmla="*/ 362294 h 1454091"/>
                <a:gd name="connsiteX315" fmla="*/ 552457 w 1983597"/>
                <a:gd name="connsiteY315" fmla="*/ 362294 h 1454091"/>
                <a:gd name="connsiteX316" fmla="*/ 555736 w 1983597"/>
                <a:gd name="connsiteY316" fmla="*/ 362294 h 1454091"/>
                <a:gd name="connsiteX317" fmla="*/ 559013 w 1983597"/>
                <a:gd name="connsiteY317" fmla="*/ 362294 h 1454091"/>
                <a:gd name="connsiteX318" fmla="*/ 562292 w 1983597"/>
                <a:gd name="connsiteY318" fmla="*/ 362294 h 1454091"/>
                <a:gd name="connsiteX319" fmla="*/ 567210 w 1983597"/>
                <a:gd name="connsiteY319" fmla="*/ 362294 h 1454091"/>
                <a:gd name="connsiteX320" fmla="*/ 570489 w 1983597"/>
                <a:gd name="connsiteY320" fmla="*/ 363933 h 1454091"/>
                <a:gd name="connsiteX321" fmla="*/ 575407 w 1983597"/>
                <a:gd name="connsiteY321" fmla="*/ 365572 h 1454091"/>
                <a:gd name="connsiteX322" fmla="*/ 578686 w 1983597"/>
                <a:gd name="connsiteY322" fmla="*/ 365572 h 1454091"/>
                <a:gd name="connsiteX323" fmla="*/ 581965 w 1983597"/>
                <a:gd name="connsiteY323" fmla="*/ 365572 h 1454091"/>
                <a:gd name="connsiteX324" fmla="*/ 585243 w 1983597"/>
                <a:gd name="connsiteY324" fmla="*/ 365572 h 1454091"/>
                <a:gd name="connsiteX325" fmla="*/ 590161 w 1983597"/>
                <a:gd name="connsiteY325" fmla="*/ 363933 h 1454091"/>
                <a:gd name="connsiteX326" fmla="*/ 593440 w 1983597"/>
                <a:gd name="connsiteY326" fmla="*/ 363933 h 1454091"/>
                <a:gd name="connsiteX327" fmla="*/ 596719 w 1983597"/>
                <a:gd name="connsiteY327" fmla="*/ 363933 h 1454091"/>
                <a:gd name="connsiteX328" fmla="*/ 599997 w 1983597"/>
                <a:gd name="connsiteY328" fmla="*/ 365572 h 1454091"/>
                <a:gd name="connsiteX329" fmla="*/ 604916 w 1983597"/>
                <a:gd name="connsiteY329" fmla="*/ 365572 h 1454091"/>
                <a:gd name="connsiteX330" fmla="*/ 608194 w 1983597"/>
                <a:gd name="connsiteY330" fmla="*/ 365572 h 1454091"/>
                <a:gd name="connsiteX331" fmla="*/ 608194 w 1983597"/>
                <a:gd name="connsiteY331" fmla="*/ 365572 h 1454091"/>
                <a:gd name="connsiteX332" fmla="*/ 611472 w 1983597"/>
                <a:gd name="connsiteY332" fmla="*/ 365572 h 1454091"/>
                <a:gd name="connsiteX333" fmla="*/ 616390 w 1983597"/>
                <a:gd name="connsiteY333" fmla="*/ 367212 h 1454091"/>
                <a:gd name="connsiteX334" fmla="*/ 619669 w 1983597"/>
                <a:gd name="connsiteY334" fmla="*/ 367212 h 1454091"/>
                <a:gd name="connsiteX335" fmla="*/ 622948 w 1983597"/>
                <a:gd name="connsiteY335" fmla="*/ 368851 h 1454091"/>
                <a:gd name="connsiteX336" fmla="*/ 627866 w 1983597"/>
                <a:gd name="connsiteY336" fmla="*/ 370490 h 1454091"/>
                <a:gd name="connsiteX337" fmla="*/ 631145 w 1983597"/>
                <a:gd name="connsiteY337" fmla="*/ 373769 h 1454091"/>
                <a:gd name="connsiteX338" fmla="*/ 634424 w 1983597"/>
                <a:gd name="connsiteY338" fmla="*/ 377047 h 1454091"/>
                <a:gd name="connsiteX339" fmla="*/ 639341 w 1983597"/>
                <a:gd name="connsiteY339" fmla="*/ 380326 h 1454091"/>
                <a:gd name="connsiteX340" fmla="*/ 639341 w 1983597"/>
                <a:gd name="connsiteY340" fmla="*/ 380326 h 1454091"/>
                <a:gd name="connsiteX341" fmla="*/ 644259 w 1983597"/>
                <a:gd name="connsiteY341" fmla="*/ 380326 h 1454091"/>
                <a:gd name="connsiteX342" fmla="*/ 649177 w 1983597"/>
                <a:gd name="connsiteY342" fmla="*/ 380326 h 1454091"/>
                <a:gd name="connsiteX343" fmla="*/ 652456 w 1983597"/>
                <a:gd name="connsiteY343" fmla="*/ 383605 h 1454091"/>
                <a:gd name="connsiteX344" fmla="*/ 655735 w 1983597"/>
                <a:gd name="connsiteY344" fmla="*/ 386884 h 1454091"/>
                <a:gd name="connsiteX345" fmla="*/ 660653 w 1983597"/>
                <a:gd name="connsiteY345" fmla="*/ 386884 h 1454091"/>
                <a:gd name="connsiteX346" fmla="*/ 663931 w 1983597"/>
                <a:gd name="connsiteY346" fmla="*/ 388523 h 1454091"/>
                <a:gd name="connsiteX347" fmla="*/ 667210 w 1983597"/>
                <a:gd name="connsiteY347" fmla="*/ 390162 h 1454091"/>
                <a:gd name="connsiteX348" fmla="*/ 670489 w 1983597"/>
                <a:gd name="connsiteY348" fmla="*/ 393441 h 1454091"/>
                <a:gd name="connsiteX349" fmla="*/ 675407 w 1983597"/>
                <a:gd name="connsiteY349" fmla="*/ 395080 h 1454091"/>
                <a:gd name="connsiteX350" fmla="*/ 678686 w 1983597"/>
                <a:gd name="connsiteY350" fmla="*/ 396719 h 1454091"/>
                <a:gd name="connsiteX351" fmla="*/ 681964 w 1983597"/>
                <a:gd name="connsiteY351" fmla="*/ 396719 h 1454091"/>
                <a:gd name="connsiteX352" fmla="*/ 685243 w 1983597"/>
                <a:gd name="connsiteY352" fmla="*/ 398359 h 1454091"/>
                <a:gd name="connsiteX353" fmla="*/ 690160 w 1983597"/>
                <a:gd name="connsiteY353" fmla="*/ 396719 h 1454091"/>
                <a:gd name="connsiteX354" fmla="*/ 693439 w 1983597"/>
                <a:gd name="connsiteY354" fmla="*/ 396719 h 1454091"/>
                <a:gd name="connsiteX355" fmla="*/ 696718 w 1983597"/>
                <a:gd name="connsiteY355" fmla="*/ 396719 h 1454091"/>
                <a:gd name="connsiteX356" fmla="*/ 696718 w 1983597"/>
                <a:gd name="connsiteY356" fmla="*/ 401637 h 1454091"/>
                <a:gd name="connsiteX357" fmla="*/ 698357 w 1983597"/>
                <a:gd name="connsiteY357" fmla="*/ 404916 h 1454091"/>
                <a:gd name="connsiteX358" fmla="*/ 698357 w 1983597"/>
                <a:gd name="connsiteY358" fmla="*/ 408195 h 1454091"/>
                <a:gd name="connsiteX359" fmla="*/ 703276 w 1983597"/>
                <a:gd name="connsiteY359" fmla="*/ 409834 h 1454091"/>
                <a:gd name="connsiteX360" fmla="*/ 706554 w 1983597"/>
                <a:gd name="connsiteY360" fmla="*/ 409834 h 1454091"/>
                <a:gd name="connsiteX361" fmla="*/ 709833 w 1983597"/>
                <a:gd name="connsiteY361" fmla="*/ 413113 h 1454091"/>
                <a:gd name="connsiteX362" fmla="*/ 713112 w 1983597"/>
                <a:gd name="connsiteY362" fmla="*/ 418031 h 1454091"/>
                <a:gd name="connsiteX363" fmla="*/ 716390 w 1983597"/>
                <a:gd name="connsiteY363" fmla="*/ 421309 h 1454091"/>
                <a:gd name="connsiteX364" fmla="*/ 719669 w 1983597"/>
                <a:gd name="connsiteY364" fmla="*/ 424588 h 1454091"/>
                <a:gd name="connsiteX365" fmla="*/ 722947 w 1983597"/>
                <a:gd name="connsiteY365" fmla="*/ 429506 h 1454091"/>
                <a:gd name="connsiteX366" fmla="*/ 726226 w 1983597"/>
                <a:gd name="connsiteY366" fmla="*/ 432785 h 1454091"/>
                <a:gd name="connsiteX367" fmla="*/ 727866 w 1983597"/>
                <a:gd name="connsiteY367" fmla="*/ 436064 h 1454091"/>
                <a:gd name="connsiteX368" fmla="*/ 731144 w 1983597"/>
                <a:gd name="connsiteY368" fmla="*/ 440982 h 1454091"/>
                <a:gd name="connsiteX369" fmla="*/ 734423 w 1983597"/>
                <a:gd name="connsiteY369" fmla="*/ 444260 h 1454091"/>
                <a:gd name="connsiteX370" fmla="*/ 737702 w 1983597"/>
                <a:gd name="connsiteY370" fmla="*/ 445900 h 1454091"/>
                <a:gd name="connsiteX371" fmla="*/ 742619 w 1983597"/>
                <a:gd name="connsiteY371" fmla="*/ 449178 h 1454091"/>
                <a:gd name="connsiteX372" fmla="*/ 745898 w 1983597"/>
                <a:gd name="connsiteY372" fmla="*/ 450818 h 1454091"/>
                <a:gd name="connsiteX373" fmla="*/ 749177 w 1983597"/>
                <a:gd name="connsiteY373" fmla="*/ 454096 h 1454091"/>
                <a:gd name="connsiteX374" fmla="*/ 752456 w 1983597"/>
                <a:gd name="connsiteY374" fmla="*/ 455736 h 1454091"/>
                <a:gd name="connsiteX375" fmla="*/ 755734 w 1983597"/>
                <a:gd name="connsiteY375" fmla="*/ 460654 h 1454091"/>
                <a:gd name="connsiteX376" fmla="*/ 757374 w 1983597"/>
                <a:gd name="connsiteY376" fmla="*/ 463932 h 1454091"/>
                <a:gd name="connsiteX377" fmla="*/ 760653 w 1983597"/>
                <a:gd name="connsiteY377" fmla="*/ 463932 h 1454091"/>
                <a:gd name="connsiteX378" fmla="*/ 765570 w 1983597"/>
                <a:gd name="connsiteY378" fmla="*/ 463932 h 1454091"/>
                <a:gd name="connsiteX379" fmla="*/ 768849 w 1983597"/>
                <a:gd name="connsiteY379" fmla="*/ 463932 h 1454091"/>
                <a:gd name="connsiteX380" fmla="*/ 772127 w 1983597"/>
                <a:gd name="connsiteY380" fmla="*/ 463932 h 1454091"/>
                <a:gd name="connsiteX381" fmla="*/ 777046 w 1983597"/>
                <a:gd name="connsiteY381" fmla="*/ 463932 h 1454091"/>
                <a:gd name="connsiteX382" fmla="*/ 780324 w 1983597"/>
                <a:gd name="connsiteY382" fmla="*/ 462293 h 1454091"/>
                <a:gd name="connsiteX383" fmla="*/ 783603 w 1983597"/>
                <a:gd name="connsiteY383" fmla="*/ 462293 h 1454091"/>
                <a:gd name="connsiteX384" fmla="*/ 788521 w 1983597"/>
                <a:gd name="connsiteY384" fmla="*/ 462293 h 1454091"/>
                <a:gd name="connsiteX385" fmla="*/ 791799 w 1983597"/>
                <a:gd name="connsiteY385" fmla="*/ 462293 h 1454091"/>
                <a:gd name="connsiteX386" fmla="*/ 795078 w 1983597"/>
                <a:gd name="connsiteY386" fmla="*/ 463932 h 1454091"/>
                <a:gd name="connsiteX387" fmla="*/ 799996 w 1983597"/>
                <a:gd name="connsiteY387" fmla="*/ 463932 h 1454091"/>
                <a:gd name="connsiteX388" fmla="*/ 803275 w 1983597"/>
                <a:gd name="connsiteY388" fmla="*/ 463932 h 1454091"/>
                <a:gd name="connsiteX389" fmla="*/ 806554 w 1983597"/>
                <a:gd name="connsiteY389" fmla="*/ 465572 h 1454091"/>
                <a:gd name="connsiteX390" fmla="*/ 809833 w 1983597"/>
                <a:gd name="connsiteY390" fmla="*/ 465572 h 1454091"/>
                <a:gd name="connsiteX391" fmla="*/ 813111 w 1983597"/>
                <a:gd name="connsiteY391" fmla="*/ 467211 h 1454091"/>
                <a:gd name="connsiteX392" fmla="*/ 818029 w 1983597"/>
                <a:gd name="connsiteY392" fmla="*/ 467211 h 1454091"/>
                <a:gd name="connsiteX393" fmla="*/ 821307 w 1983597"/>
                <a:gd name="connsiteY393" fmla="*/ 467211 h 1454091"/>
                <a:gd name="connsiteX394" fmla="*/ 824586 w 1983597"/>
                <a:gd name="connsiteY394" fmla="*/ 468850 h 1454091"/>
                <a:gd name="connsiteX395" fmla="*/ 829504 w 1983597"/>
                <a:gd name="connsiteY395" fmla="*/ 468850 h 1454091"/>
                <a:gd name="connsiteX396" fmla="*/ 832783 w 1983597"/>
                <a:gd name="connsiteY396" fmla="*/ 468850 h 1454091"/>
                <a:gd name="connsiteX397" fmla="*/ 837701 w 1983597"/>
                <a:gd name="connsiteY397" fmla="*/ 468850 h 1454091"/>
                <a:gd name="connsiteX398" fmla="*/ 840980 w 1983597"/>
                <a:gd name="connsiteY398" fmla="*/ 468850 h 1454091"/>
                <a:gd name="connsiteX399" fmla="*/ 844258 w 1983597"/>
                <a:gd name="connsiteY399" fmla="*/ 470490 h 1454091"/>
                <a:gd name="connsiteX400" fmla="*/ 849176 w 1983597"/>
                <a:gd name="connsiteY400" fmla="*/ 470490 h 1454091"/>
                <a:gd name="connsiteX401" fmla="*/ 854094 w 1983597"/>
                <a:gd name="connsiteY401" fmla="*/ 470490 h 1454091"/>
                <a:gd name="connsiteX402" fmla="*/ 857373 w 1983597"/>
                <a:gd name="connsiteY402" fmla="*/ 470490 h 1454091"/>
                <a:gd name="connsiteX403" fmla="*/ 860652 w 1983597"/>
                <a:gd name="connsiteY403" fmla="*/ 470490 h 1454091"/>
                <a:gd name="connsiteX404" fmla="*/ 865570 w 1983597"/>
                <a:gd name="connsiteY404" fmla="*/ 470490 h 1454091"/>
                <a:gd name="connsiteX405" fmla="*/ 868849 w 1983597"/>
                <a:gd name="connsiteY405" fmla="*/ 472129 h 1454091"/>
                <a:gd name="connsiteX406" fmla="*/ 878684 w 1983597"/>
                <a:gd name="connsiteY406" fmla="*/ 468850 h 1454091"/>
                <a:gd name="connsiteX407" fmla="*/ 881963 w 1983597"/>
                <a:gd name="connsiteY407" fmla="*/ 467211 h 1454091"/>
                <a:gd name="connsiteX408" fmla="*/ 885242 w 1983597"/>
                <a:gd name="connsiteY408" fmla="*/ 465572 h 1454091"/>
                <a:gd name="connsiteX409" fmla="*/ 888521 w 1983597"/>
                <a:gd name="connsiteY409" fmla="*/ 467211 h 1454091"/>
                <a:gd name="connsiteX410" fmla="*/ 891800 w 1983597"/>
                <a:gd name="connsiteY410" fmla="*/ 467211 h 1454091"/>
                <a:gd name="connsiteX411" fmla="*/ 899996 w 1983597"/>
                <a:gd name="connsiteY411" fmla="*/ 467211 h 1454091"/>
                <a:gd name="connsiteX412" fmla="*/ 903274 w 1983597"/>
                <a:gd name="connsiteY412" fmla="*/ 468850 h 1454091"/>
                <a:gd name="connsiteX413" fmla="*/ 909832 w 1983597"/>
                <a:gd name="connsiteY413" fmla="*/ 468850 h 1454091"/>
                <a:gd name="connsiteX414" fmla="*/ 914750 w 1983597"/>
                <a:gd name="connsiteY414" fmla="*/ 470490 h 1454091"/>
                <a:gd name="connsiteX415" fmla="*/ 921307 w 1983597"/>
                <a:gd name="connsiteY415" fmla="*/ 472129 h 1454091"/>
                <a:gd name="connsiteX416" fmla="*/ 926225 w 1983597"/>
                <a:gd name="connsiteY416" fmla="*/ 472129 h 1454091"/>
                <a:gd name="connsiteX417" fmla="*/ 932783 w 1983597"/>
                <a:gd name="connsiteY417" fmla="*/ 472129 h 1454091"/>
                <a:gd name="connsiteX418" fmla="*/ 934422 w 1983597"/>
                <a:gd name="connsiteY418" fmla="*/ 472129 h 1454091"/>
                <a:gd name="connsiteX419" fmla="*/ 940980 w 1983597"/>
                <a:gd name="connsiteY419" fmla="*/ 472129 h 1454091"/>
                <a:gd name="connsiteX420" fmla="*/ 944258 w 1983597"/>
                <a:gd name="connsiteY420" fmla="*/ 473768 h 1454091"/>
                <a:gd name="connsiteX421" fmla="*/ 947536 w 1983597"/>
                <a:gd name="connsiteY421" fmla="*/ 473768 h 1454091"/>
                <a:gd name="connsiteX422" fmla="*/ 952454 w 1983597"/>
                <a:gd name="connsiteY422" fmla="*/ 477047 h 1454091"/>
                <a:gd name="connsiteX423" fmla="*/ 955733 w 1983597"/>
                <a:gd name="connsiteY423" fmla="*/ 480326 h 1454091"/>
                <a:gd name="connsiteX424" fmla="*/ 963930 w 1983597"/>
                <a:gd name="connsiteY424" fmla="*/ 486883 h 1454091"/>
                <a:gd name="connsiteX425" fmla="*/ 967209 w 1983597"/>
                <a:gd name="connsiteY425" fmla="*/ 488522 h 1454091"/>
                <a:gd name="connsiteX426" fmla="*/ 973766 w 1983597"/>
                <a:gd name="connsiteY426" fmla="*/ 490162 h 1454091"/>
                <a:gd name="connsiteX427" fmla="*/ 978684 w 1983597"/>
                <a:gd name="connsiteY427" fmla="*/ 491801 h 1454091"/>
                <a:gd name="connsiteX428" fmla="*/ 983602 w 1983597"/>
                <a:gd name="connsiteY428" fmla="*/ 491801 h 1454091"/>
                <a:gd name="connsiteX429" fmla="*/ 990160 w 1983597"/>
                <a:gd name="connsiteY429" fmla="*/ 493440 h 1454091"/>
                <a:gd name="connsiteX430" fmla="*/ 996717 w 1983597"/>
                <a:gd name="connsiteY430" fmla="*/ 495080 h 1454091"/>
                <a:gd name="connsiteX431" fmla="*/ 1003274 w 1983597"/>
                <a:gd name="connsiteY431" fmla="*/ 495080 h 1454091"/>
                <a:gd name="connsiteX432" fmla="*/ 1009831 w 1983597"/>
                <a:gd name="connsiteY432" fmla="*/ 496719 h 1454091"/>
                <a:gd name="connsiteX433" fmla="*/ 1013110 w 1983597"/>
                <a:gd name="connsiteY433" fmla="*/ 498359 h 1454091"/>
                <a:gd name="connsiteX434" fmla="*/ 1016389 w 1983597"/>
                <a:gd name="connsiteY434" fmla="*/ 499998 h 1454091"/>
                <a:gd name="connsiteX435" fmla="*/ 1019668 w 1983597"/>
                <a:gd name="connsiteY435" fmla="*/ 501637 h 1454091"/>
                <a:gd name="connsiteX436" fmla="*/ 1024585 w 1983597"/>
                <a:gd name="connsiteY436" fmla="*/ 503276 h 1454091"/>
                <a:gd name="connsiteX437" fmla="*/ 1029503 w 1983597"/>
                <a:gd name="connsiteY437" fmla="*/ 504916 h 1454091"/>
                <a:gd name="connsiteX438" fmla="*/ 1036061 w 1983597"/>
                <a:gd name="connsiteY438" fmla="*/ 506555 h 1454091"/>
                <a:gd name="connsiteX439" fmla="*/ 1040979 w 1983597"/>
                <a:gd name="connsiteY439" fmla="*/ 504916 h 1454091"/>
                <a:gd name="connsiteX440" fmla="*/ 1044258 w 1983597"/>
                <a:gd name="connsiteY440" fmla="*/ 504916 h 1454091"/>
                <a:gd name="connsiteX441" fmla="*/ 1047537 w 1983597"/>
                <a:gd name="connsiteY441" fmla="*/ 503276 h 1454091"/>
                <a:gd name="connsiteX442" fmla="*/ 1052454 w 1983597"/>
                <a:gd name="connsiteY442" fmla="*/ 503276 h 1454091"/>
                <a:gd name="connsiteX443" fmla="*/ 1055733 w 1983597"/>
                <a:gd name="connsiteY443" fmla="*/ 503276 h 1454091"/>
                <a:gd name="connsiteX444" fmla="*/ 1060651 w 1983597"/>
                <a:gd name="connsiteY444" fmla="*/ 504916 h 1454091"/>
                <a:gd name="connsiteX445" fmla="*/ 1060651 w 1983597"/>
                <a:gd name="connsiteY445" fmla="*/ 508194 h 1454091"/>
                <a:gd name="connsiteX446" fmla="*/ 1065569 w 1983597"/>
                <a:gd name="connsiteY446" fmla="*/ 511473 h 1454091"/>
                <a:gd name="connsiteX447" fmla="*/ 1068848 w 1983597"/>
                <a:gd name="connsiteY447" fmla="*/ 511473 h 1454091"/>
                <a:gd name="connsiteX448" fmla="*/ 1073766 w 1983597"/>
                <a:gd name="connsiteY448" fmla="*/ 511473 h 1454091"/>
                <a:gd name="connsiteX449" fmla="*/ 1077044 w 1983597"/>
                <a:gd name="connsiteY449" fmla="*/ 511473 h 1454091"/>
                <a:gd name="connsiteX450" fmla="*/ 1080323 w 1983597"/>
                <a:gd name="connsiteY450" fmla="*/ 514752 h 1454091"/>
                <a:gd name="connsiteX451" fmla="*/ 1083601 w 1983597"/>
                <a:gd name="connsiteY451" fmla="*/ 511473 h 1454091"/>
                <a:gd name="connsiteX452" fmla="*/ 1086880 w 1983597"/>
                <a:gd name="connsiteY452" fmla="*/ 506555 h 1454091"/>
                <a:gd name="connsiteX453" fmla="*/ 1086880 w 1983597"/>
                <a:gd name="connsiteY453" fmla="*/ 506555 h 1454091"/>
                <a:gd name="connsiteX454" fmla="*/ 1091798 w 1983597"/>
                <a:gd name="connsiteY454" fmla="*/ 504916 h 1454091"/>
                <a:gd name="connsiteX455" fmla="*/ 1095077 w 1983597"/>
                <a:gd name="connsiteY455" fmla="*/ 501637 h 1454091"/>
                <a:gd name="connsiteX456" fmla="*/ 1098356 w 1983597"/>
                <a:gd name="connsiteY456" fmla="*/ 499998 h 1454091"/>
                <a:gd name="connsiteX457" fmla="*/ 1103273 w 1983597"/>
                <a:gd name="connsiteY457" fmla="*/ 496719 h 1454091"/>
                <a:gd name="connsiteX458" fmla="*/ 1106552 w 1983597"/>
                <a:gd name="connsiteY458" fmla="*/ 495080 h 1454091"/>
                <a:gd name="connsiteX459" fmla="*/ 1109831 w 1983597"/>
                <a:gd name="connsiteY459" fmla="*/ 493440 h 1454091"/>
                <a:gd name="connsiteX460" fmla="*/ 1114749 w 1983597"/>
                <a:gd name="connsiteY460" fmla="*/ 491801 h 1454091"/>
                <a:gd name="connsiteX461" fmla="*/ 1118028 w 1983597"/>
                <a:gd name="connsiteY461" fmla="*/ 488522 h 1454091"/>
                <a:gd name="connsiteX462" fmla="*/ 1122946 w 1983597"/>
                <a:gd name="connsiteY462" fmla="*/ 486883 h 1454091"/>
                <a:gd name="connsiteX463" fmla="*/ 1126225 w 1983597"/>
                <a:gd name="connsiteY463" fmla="*/ 485244 h 1454091"/>
                <a:gd name="connsiteX464" fmla="*/ 1129503 w 1983597"/>
                <a:gd name="connsiteY464" fmla="*/ 483604 h 1454091"/>
                <a:gd name="connsiteX465" fmla="*/ 1134421 w 1983597"/>
                <a:gd name="connsiteY465" fmla="*/ 483604 h 1454091"/>
                <a:gd name="connsiteX466" fmla="*/ 1137700 w 1983597"/>
                <a:gd name="connsiteY466" fmla="*/ 481965 h 1454091"/>
                <a:gd name="connsiteX467" fmla="*/ 1142618 w 1983597"/>
                <a:gd name="connsiteY467" fmla="*/ 481965 h 1454091"/>
                <a:gd name="connsiteX468" fmla="*/ 1145897 w 1983597"/>
                <a:gd name="connsiteY468" fmla="*/ 480326 h 1454091"/>
                <a:gd name="connsiteX469" fmla="*/ 1154094 w 1983597"/>
                <a:gd name="connsiteY469" fmla="*/ 478686 h 1454091"/>
                <a:gd name="connsiteX470" fmla="*/ 1159011 w 1983597"/>
                <a:gd name="connsiteY470" fmla="*/ 478686 h 1454091"/>
                <a:gd name="connsiteX471" fmla="*/ 1163929 w 1983597"/>
                <a:gd name="connsiteY471" fmla="*/ 478686 h 1454091"/>
                <a:gd name="connsiteX472" fmla="*/ 1167208 w 1983597"/>
                <a:gd name="connsiteY472" fmla="*/ 478686 h 1454091"/>
                <a:gd name="connsiteX473" fmla="*/ 1170487 w 1983597"/>
                <a:gd name="connsiteY473" fmla="*/ 478686 h 1454091"/>
                <a:gd name="connsiteX474" fmla="*/ 1175405 w 1983597"/>
                <a:gd name="connsiteY474" fmla="*/ 477047 h 1454091"/>
                <a:gd name="connsiteX475" fmla="*/ 1178684 w 1983597"/>
                <a:gd name="connsiteY475" fmla="*/ 475408 h 1454091"/>
                <a:gd name="connsiteX476" fmla="*/ 1181961 w 1983597"/>
                <a:gd name="connsiteY476" fmla="*/ 477047 h 1454091"/>
                <a:gd name="connsiteX477" fmla="*/ 1186880 w 1983597"/>
                <a:gd name="connsiteY477" fmla="*/ 477047 h 1454091"/>
                <a:gd name="connsiteX478" fmla="*/ 1190158 w 1983597"/>
                <a:gd name="connsiteY478" fmla="*/ 477047 h 1454091"/>
                <a:gd name="connsiteX479" fmla="*/ 1193437 w 1983597"/>
                <a:gd name="connsiteY479" fmla="*/ 478686 h 1454091"/>
                <a:gd name="connsiteX480" fmla="*/ 1198355 w 1983597"/>
                <a:gd name="connsiteY480" fmla="*/ 478686 h 1454091"/>
                <a:gd name="connsiteX481" fmla="*/ 1201634 w 1983597"/>
                <a:gd name="connsiteY481" fmla="*/ 478686 h 1454091"/>
                <a:gd name="connsiteX482" fmla="*/ 1204913 w 1983597"/>
                <a:gd name="connsiteY482" fmla="*/ 477047 h 1454091"/>
                <a:gd name="connsiteX483" fmla="*/ 1209830 w 1983597"/>
                <a:gd name="connsiteY483" fmla="*/ 477047 h 1454091"/>
                <a:gd name="connsiteX484" fmla="*/ 1213109 w 1983597"/>
                <a:gd name="connsiteY484" fmla="*/ 477047 h 1454091"/>
                <a:gd name="connsiteX485" fmla="*/ 1216388 w 1983597"/>
                <a:gd name="connsiteY485" fmla="*/ 477047 h 1454091"/>
                <a:gd name="connsiteX486" fmla="*/ 1221306 w 1983597"/>
                <a:gd name="connsiteY486" fmla="*/ 477047 h 1454091"/>
                <a:gd name="connsiteX487" fmla="*/ 1221306 w 1983597"/>
                <a:gd name="connsiteY487" fmla="*/ 477047 h 1454091"/>
                <a:gd name="connsiteX488" fmla="*/ 1224585 w 1983597"/>
                <a:gd name="connsiteY488" fmla="*/ 475408 h 1454091"/>
                <a:gd name="connsiteX489" fmla="*/ 1229503 w 1983597"/>
                <a:gd name="connsiteY489" fmla="*/ 470490 h 1454091"/>
                <a:gd name="connsiteX490" fmla="*/ 1232781 w 1983597"/>
                <a:gd name="connsiteY490" fmla="*/ 468850 h 1454091"/>
                <a:gd name="connsiteX491" fmla="*/ 1236060 w 1983597"/>
                <a:gd name="connsiteY491" fmla="*/ 468850 h 1454091"/>
                <a:gd name="connsiteX492" fmla="*/ 1240978 w 1983597"/>
                <a:gd name="connsiteY492" fmla="*/ 468850 h 1454091"/>
                <a:gd name="connsiteX493" fmla="*/ 1244257 w 1983597"/>
                <a:gd name="connsiteY493" fmla="*/ 465572 h 1454091"/>
                <a:gd name="connsiteX494" fmla="*/ 1247535 w 1983597"/>
                <a:gd name="connsiteY494" fmla="*/ 463932 h 1454091"/>
                <a:gd name="connsiteX495" fmla="*/ 1249175 w 1983597"/>
                <a:gd name="connsiteY495" fmla="*/ 459014 h 1454091"/>
                <a:gd name="connsiteX496" fmla="*/ 1252454 w 1983597"/>
                <a:gd name="connsiteY496" fmla="*/ 455736 h 1454091"/>
                <a:gd name="connsiteX497" fmla="*/ 1252454 w 1983597"/>
                <a:gd name="connsiteY497" fmla="*/ 452457 h 1454091"/>
                <a:gd name="connsiteX498" fmla="*/ 1254093 w 1983597"/>
                <a:gd name="connsiteY498" fmla="*/ 447539 h 1454091"/>
                <a:gd name="connsiteX499" fmla="*/ 1255732 w 1983597"/>
                <a:gd name="connsiteY499" fmla="*/ 444260 h 1454091"/>
                <a:gd name="connsiteX500" fmla="*/ 1257372 w 1983597"/>
                <a:gd name="connsiteY500" fmla="*/ 439342 h 1454091"/>
                <a:gd name="connsiteX501" fmla="*/ 1260650 w 1983597"/>
                <a:gd name="connsiteY501" fmla="*/ 436064 h 1454091"/>
                <a:gd name="connsiteX502" fmla="*/ 1265568 w 1983597"/>
                <a:gd name="connsiteY502" fmla="*/ 434424 h 1454091"/>
                <a:gd name="connsiteX503" fmla="*/ 1268847 w 1983597"/>
                <a:gd name="connsiteY503" fmla="*/ 432785 h 1454091"/>
                <a:gd name="connsiteX504" fmla="*/ 1268847 w 1983597"/>
                <a:gd name="connsiteY504" fmla="*/ 431146 h 1454091"/>
                <a:gd name="connsiteX505" fmla="*/ 1272125 w 1983597"/>
                <a:gd name="connsiteY505" fmla="*/ 431146 h 1454091"/>
                <a:gd name="connsiteX506" fmla="*/ 1275404 w 1983597"/>
                <a:gd name="connsiteY506" fmla="*/ 427867 h 1454091"/>
                <a:gd name="connsiteX507" fmla="*/ 1278683 w 1983597"/>
                <a:gd name="connsiteY507" fmla="*/ 422949 h 1454091"/>
                <a:gd name="connsiteX508" fmla="*/ 1281962 w 1983597"/>
                <a:gd name="connsiteY508" fmla="*/ 422949 h 1454091"/>
                <a:gd name="connsiteX509" fmla="*/ 1281962 w 1983597"/>
                <a:gd name="connsiteY509" fmla="*/ 422949 h 1454091"/>
                <a:gd name="connsiteX510" fmla="*/ 1283601 w 1983597"/>
                <a:gd name="connsiteY510" fmla="*/ 422949 h 1454091"/>
                <a:gd name="connsiteX511" fmla="*/ 1281962 w 1983597"/>
                <a:gd name="connsiteY511" fmla="*/ 418031 h 1454091"/>
                <a:gd name="connsiteX512" fmla="*/ 1278683 w 1983597"/>
                <a:gd name="connsiteY512" fmla="*/ 414752 h 1454091"/>
                <a:gd name="connsiteX513" fmla="*/ 1275404 w 1983597"/>
                <a:gd name="connsiteY513" fmla="*/ 411474 h 1454091"/>
                <a:gd name="connsiteX514" fmla="*/ 1270486 w 1983597"/>
                <a:gd name="connsiteY514" fmla="*/ 408195 h 1454091"/>
                <a:gd name="connsiteX515" fmla="*/ 1267207 w 1983597"/>
                <a:gd name="connsiteY515" fmla="*/ 408195 h 1454091"/>
                <a:gd name="connsiteX516" fmla="*/ 1263928 w 1983597"/>
                <a:gd name="connsiteY516" fmla="*/ 404916 h 1454091"/>
                <a:gd name="connsiteX517" fmla="*/ 1259010 w 1983597"/>
                <a:gd name="connsiteY517" fmla="*/ 401637 h 1454091"/>
                <a:gd name="connsiteX518" fmla="*/ 1257372 w 1983597"/>
                <a:gd name="connsiteY518" fmla="*/ 396719 h 1454091"/>
                <a:gd name="connsiteX519" fmla="*/ 1252454 w 1983597"/>
                <a:gd name="connsiteY519" fmla="*/ 395080 h 1454091"/>
                <a:gd name="connsiteX520" fmla="*/ 1250814 w 1983597"/>
                <a:gd name="connsiteY520" fmla="*/ 391802 h 1454091"/>
                <a:gd name="connsiteX521" fmla="*/ 1250814 w 1983597"/>
                <a:gd name="connsiteY521" fmla="*/ 386884 h 1454091"/>
                <a:gd name="connsiteX522" fmla="*/ 1250814 w 1983597"/>
                <a:gd name="connsiteY522" fmla="*/ 383605 h 1454091"/>
                <a:gd name="connsiteX523" fmla="*/ 1249175 w 1983597"/>
                <a:gd name="connsiteY523" fmla="*/ 380326 h 1454091"/>
                <a:gd name="connsiteX524" fmla="*/ 1249175 w 1983597"/>
                <a:gd name="connsiteY524" fmla="*/ 375408 h 1454091"/>
                <a:gd name="connsiteX525" fmla="*/ 1249175 w 1983597"/>
                <a:gd name="connsiteY525" fmla="*/ 372129 h 1454091"/>
                <a:gd name="connsiteX526" fmla="*/ 1249175 w 1983597"/>
                <a:gd name="connsiteY526" fmla="*/ 368851 h 1454091"/>
                <a:gd name="connsiteX527" fmla="*/ 1250814 w 1983597"/>
                <a:gd name="connsiteY527" fmla="*/ 365572 h 1454091"/>
                <a:gd name="connsiteX528" fmla="*/ 1254093 w 1983597"/>
                <a:gd name="connsiteY528" fmla="*/ 362294 h 1454091"/>
                <a:gd name="connsiteX529" fmla="*/ 1257372 w 1983597"/>
                <a:gd name="connsiteY529" fmla="*/ 362294 h 1454091"/>
                <a:gd name="connsiteX530" fmla="*/ 1260650 w 1983597"/>
                <a:gd name="connsiteY530" fmla="*/ 362294 h 1454091"/>
                <a:gd name="connsiteX531" fmla="*/ 1265568 w 1983597"/>
                <a:gd name="connsiteY531" fmla="*/ 362294 h 1454091"/>
                <a:gd name="connsiteX532" fmla="*/ 1268847 w 1983597"/>
                <a:gd name="connsiteY532" fmla="*/ 362294 h 1454091"/>
                <a:gd name="connsiteX533" fmla="*/ 1272125 w 1983597"/>
                <a:gd name="connsiteY533" fmla="*/ 363933 h 1454091"/>
                <a:gd name="connsiteX534" fmla="*/ 1275404 w 1983597"/>
                <a:gd name="connsiteY534" fmla="*/ 365572 h 1454091"/>
                <a:gd name="connsiteX535" fmla="*/ 1277044 w 1983597"/>
                <a:gd name="connsiteY535" fmla="*/ 365572 h 1454091"/>
                <a:gd name="connsiteX536" fmla="*/ 1280322 w 1983597"/>
                <a:gd name="connsiteY536" fmla="*/ 368851 h 1454091"/>
                <a:gd name="connsiteX537" fmla="*/ 1285240 w 1983597"/>
                <a:gd name="connsiteY537" fmla="*/ 370490 h 1454091"/>
                <a:gd name="connsiteX538" fmla="*/ 1288518 w 1983597"/>
                <a:gd name="connsiteY538" fmla="*/ 372129 h 1454091"/>
                <a:gd name="connsiteX539" fmla="*/ 1291797 w 1983597"/>
                <a:gd name="connsiteY539" fmla="*/ 372129 h 1454091"/>
                <a:gd name="connsiteX540" fmla="*/ 1295076 w 1983597"/>
                <a:gd name="connsiteY540" fmla="*/ 373769 h 1454091"/>
                <a:gd name="connsiteX541" fmla="*/ 1299994 w 1983597"/>
                <a:gd name="connsiteY541" fmla="*/ 373769 h 1454091"/>
                <a:gd name="connsiteX542" fmla="*/ 1303273 w 1983597"/>
                <a:gd name="connsiteY542" fmla="*/ 375408 h 1454091"/>
                <a:gd name="connsiteX543" fmla="*/ 1308191 w 1983597"/>
                <a:gd name="connsiteY543" fmla="*/ 375408 h 1454091"/>
                <a:gd name="connsiteX544" fmla="*/ 1311469 w 1983597"/>
                <a:gd name="connsiteY544" fmla="*/ 375408 h 1454091"/>
                <a:gd name="connsiteX545" fmla="*/ 1314748 w 1983597"/>
                <a:gd name="connsiteY545" fmla="*/ 375408 h 1454091"/>
                <a:gd name="connsiteX546" fmla="*/ 1319666 w 1983597"/>
                <a:gd name="connsiteY546" fmla="*/ 377047 h 1454091"/>
                <a:gd name="connsiteX547" fmla="*/ 1322945 w 1983597"/>
                <a:gd name="connsiteY547" fmla="*/ 372129 h 1454091"/>
                <a:gd name="connsiteX548" fmla="*/ 1324584 w 1983597"/>
                <a:gd name="connsiteY548" fmla="*/ 368851 h 1454091"/>
                <a:gd name="connsiteX549" fmla="*/ 1329502 w 1983597"/>
                <a:gd name="connsiteY549" fmla="*/ 368851 h 1454091"/>
                <a:gd name="connsiteX550" fmla="*/ 1331142 w 1983597"/>
                <a:gd name="connsiteY550" fmla="*/ 365572 h 1454091"/>
                <a:gd name="connsiteX551" fmla="*/ 1334421 w 1983597"/>
                <a:gd name="connsiteY551" fmla="*/ 362294 h 1454091"/>
                <a:gd name="connsiteX552" fmla="*/ 1336060 w 1983597"/>
                <a:gd name="connsiteY552" fmla="*/ 357375 h 1454091"/>
                <a:gd name="connsiteX553" fmla="*/ 1337698 w 1983597"/>
                <a:gd name="connsiteY553" fmla="*/ 354097 h 1454091"/>
                <a:gd name="connsiteX554" fmla="*/ 1337698 w 1983597"/>
                <a:gd name="connsiteY554" fmla="*/ 350818 h 1454091"/>
                <a:gd name="connsiteX555" fmla="*/ 1340977 w 1983597"/>
                <a:gd name="connsiteY555" fmla="*/ 347539 h 1454091"/>
                <a:gd name="connsiteX556" fmla="*/ 1345895 w 1983597"/>
                <a:gd name="connsiteY556" fmla="*/ 347539 h 1454091"/>
                <a:gd name="connsiteX557" fmla="*/ 1349174 w 1983597"/>
                <a:gd name="connsiteY557" fmla="*/ 349179 h 1454091"/>
                <a:gd name="connsiteX558" fmla="*/ 1352453 w 1983597"/>
                <a:gd name="connsiteY558" fmla="*/ 349179 h 1454091"/>
                <a:gd name="connsiteX559" fmla="*/ 1357371 w 1983597"/>
                <a:gd name="connsiteY559" fmla="*/ 347539 h 1454091"/>
                <a:gd name="connsiteX560" fmla="*/ 1360650 w 1983597"/>
                <a:gd name="connsiteY560" fmla="*/ 347539 h 1454091"/>
                <a:gd name="connsiteX561" fmla="*/ 1363928 w 1983597"/>
                <a:gd name="connsiteY561" fmla="*/ 347539 h 1454091"/>
                <a:gd name="connsiteX562" fmla="*/ 1367207 w 1983597"/>
                <a:gd name="connsiteY562" fmla="*/ 347539 h 1454091"/>
                <a:gd name="connsiteX563" fmla="*/ 1368846 w 1983597"/>
                <a:gd name="connsiteY563" fmla="*/ 347539 h 1454091"/>
                <a:gd name="connsiteX564" fmla="*/ 1372125 w 1983597"/>
                <a:gd name="connsiteY564" fmla="*/ 347539 h 1454091"/>
                <a:gd name="connsiteX565" fmla="*/ 1375404 w 1983597"/>
                <a:gd name="connsiteY565" fmla="*/ 344261 h 1454091"/>
                <a:gd name="connsiteX566" fmla="*/ 1377043 w 1983597"/>
                <a:gd name="connsiteY566" fmla="*/ 340982 h 1454091"/>
                <a:gd name="connsiteX567" fmla="*/ 1380322 w 1983597"/>
                <a:gd name="connsiteY567" fmla="*/ 337703 h 1454091"/>
                <a:gd name="connsiteX568" fmla="*/ 1385240 w 1983597"/>
                <a:gd name="connsiteY568" fmla="*/ 336064 h 1454091"/>
                <a:gd name="connsiteX569" fmla="*/ 1386879 w 1983597"/>
                <a:gd name="connsiteY569" fmla="*/ 332785 h 1454091"/>
                <a:gd name="connsiteX570" fmla="*/ 1388518 w 1983597"/>
                <a:gd name="connsiteY570" fmla="*/ 331146 h 1454091"/>
                <a:gd name="connsiteX571" fmla="*/ 1383601 w 1983597"/>
                <a:gd name="connsiteY571" fmla="*/ 327867 h 1454091"/>
                <a:gd name="connsiteX572" fmla="*/ 1383601 w 1983597"/>
                <a:gd name="connsiteY572" fmla="*/ 322949 h 1454091"/>
                <a:gd name="connsiteX573" fmla="*/ 1383601 w 1983597"/>
                <a:gd name="connsiteY573" fmla="*/ 319671 h 1454091"/>
                <a:gd name="connsiteX574" fmla="*/ 1385240 w 1983597"/>
                <a:gd name="connsiteY574" fmla="*/ 316392 h 1454091"/>
                <a:gd name="connsiteX575" fmla="*/ 1386879 w 1983597"/>
                <a:gd name="connsiteY575" fmla="*/ 311474 h 1454091"/>
                <a:gd name="connsiteX576" fmla="*/ 1388518 w 1983597"/>
                <a:gd name="connsiteY576" fmla="*/ 308195 h 1454091"/>
                <a:gd name="connsiteX577" fmla="*/ 1393436 w 1983597"/>
                <a:gd name="connsiteY577" fmla="*/ 306556 h 1454091"/>
                <a:gd name="connsiteX578" fmla="*/ 1396715 w 1983597"/>
                <a:gd name="connsiteY578" fmla="*/ 306556 h 1454091"/>
                <a:gd name="connsiteX579" fmla="*/ 1401633 w 1983597"/>
                <a:gd name="connsiteY579" fmla="*/ 306556 h 1454091"/>
                <a:gd name="connsiteX580" fmla="*/ 1404912 w 1983597"/>
                <a:gd name="connsiteY580" fmla="*/ 306556 h 1454091"/>
                <a:gd name="connsiteX581" fmla="*/ 1408191 w 1983597"/>
                <a:gd name="connsiteY581" fmla="*/ 306556 h 1454091"/>
                <a:gd name="connsiteX582" fmla="*/ 1408191 w 1983597"/>
                <a:gd name="connsiteY582" fmla="*/ 306556 h 1454091"/>
                <a:gd name="connsiteX583" fmla="*/ 1411469 w 1983597"/>
                <a:gd name="connsiteY583" fmla="*/ 303277 h 1454091"/>
                <a:gd name="connsiteX584" fmla="*/ 1409830 w 1983597"/>
                <a:gd name="connsiteY584" fmla="*/ 298359 h 1454091"/>
                <a:gd name="connsiteX585" fmla="*/ 1414747 w 1983597"/>
                <a:gd name="connsiteY585" fmla="*/ 296720 h 1454091"/>
                <a:gd name="connsiteX586" fmla="*/ 1418026 w 1983597"/>
                <a:gd name="connsiteY586" fmla="*/ 298359 h 1454091"/>
                <a:gd name="connsiteX587" fmla="*/ 1422944 w 1983597"/>
                <a:gd name="connsiteY587" fmla="*/ 299999 h 1454091"/>
                <a:gd name="connsiteX588" fmla="*/ 1424584 w 1983597"/>
                <a:gd name="connsiteY588" fmla="*/ 296720 h 1454091"/>
                <a:gd name="connsiteX589" fmla="*/ 1429502 w 1983597"/>
                <a:gd name="connsiteY589" fmla="*/ 295081 h 1454091"/>
                <a:gd name="connsiteX590" fmla="*/ 1432781 w 1983597"/>
                <a:gd name="connsiteY590" fmla="*/ 293441 h 1454091"/>
                <a:gd name="connsiteX591" fmla="*/ 1436059 w 1983597"/>
                <a:gd name="connsiteY591" fmla="*/ 290163 h 1454091"/>
                <a:gd name="connsiteX592" fmla="*/ 1440977 w 1983597"/>
                <a:gd name="connsiteY592" fmla="*/ 291802 h 1454091"/>
                <a:gd name="connsiteX593" fmla="*/ 1444255 w 1983597"/>
                <a:gd name="connsiteY593" fmla="*/ 291802 h 1454091"/>
                <a:gd name="connsiteX594" fmla="*/ 1447534 w 1983597"/>
                <a:gd name="connsiteY594" fmla="*/ 291802 h 1454091"/>
                <a:gd name="connsiteX595" fmla="*/ 1450813 w 1983597"/>
                <a:gd name="connsiteY595" fmla="*/ 293441 h 1454091"/>
                <a:gd name="connsiteX596" fmla="*/ 1454092 w 1983597"/>
                <a:gd name="connsiteY596" fmla="*/ 288523 h 1454091"/>
                <a:gd name="connsiteX597" fmla="*/ 1457371 w 1983597"/>
                <a:gd name="connsiteY597" fmla="*/ 291802 h 1454091"/>
                <a:gd name="connsiteX598" fmla="*/ 1462289 w 1983597"/>
                <a:gd name="connsiteY598" fmla="*/ 291802 h 1454091"/>
                <a:gd name="connsiteX599" fmla="*/ 1465568 w 1983597"/>
                <a:gd name="connsiteY599" fmla="*/ 293441 h 1454091"/>
                <a:gd name="connsiteX600" fmla="*/ 1468845 w 1983597"/>
                <a:gd name="connsiteY600" fmla="*/ 295081 h 1454091"/>
                <a:gd name="connsiteX601" fmla="*/ 1472124 w 1983597"/>
                <a:gd name="connsiteY601" fmla="*/ 295081 h 1454091"/>
                <a:gd name="connsiteX602" fmla="*/ 1477042 w 1983597"/>
                <a:gd name="connsiteY602" fmla="*/ 295081 h 1454091"/>
                <a:gd name="connsiteX603" fmla="*/ 1480321 w 1983597"/>
                <a:gd name="connsiteY603" fmla="*/ 295081 h 1454091"/>
                <a:gd name="connsiteX604" fmla="*/ 1483600 w 1983597"/>
                <a:gd name="connsiteY604" fmla="*/ 295081 h 1454091"/>
                <a:gd name="connsiteX605" fmla="*/ 1488518 w 1983597"/>
                <a:gd name="connsiteY605" fmla="*/ 296720 h 1454091"/>
                <a:gd name="connsiteX606" fmla="*/ 1491796 w 1983597"/>
                <a:gd name="connsiteY606" fmla="*/ 293441 h 1454091"/>
                <a:gd name="connsiteX607" fmla="*/ 1490158 w 1983597"/>
                <a:gd name="connsiteY607" fmla="*/ 290163 h 1454091"/>
                <a:gd name="connsiteX608" fmla="*/ 1488518 w 1983597"/>
                <a:gd name="connsiteY608" fmla="*/ 285245 h 1454091"/>
                <a:gd name="connsiteX609" fmla="*/ 1485239 w 1983597"/>
                <a:gd name="connsiteY609" fmla="*/ 281966 h 1454091"/>
                <a:gd name="connsiteX610" fmla="*/ 1481961 w 1983597"/>
                <a:gd name="connsiteY610" fmla="*/ 280327 h 1454091"/>
                <a:gd name="connsiteX611" fmla="*/ 1478682 w 1983597"/>
                <a:gd name="connsiteY611" fmla="*/ 275409 h 1454091"/>
                <a:gd name="connsiteX612" fmla="*/ 1475403 w 1983597"/>
                <a:gd name="connsiteY612" fmla="*/ 272130 h 1454091"/>
                <a:gd name="connsiteX613" fmla="*/ 1470485 w 1983597"/>
                <a:gd name="connsiteY613" fmla="*/ 270491 h 1454091"/>
                <a:gd name="connsiteX614" fmla="*/ 1467206 w 1983597"/>
                <a:gd name="connsiteY614" fmla="*/ 268851 h 1454091"/>
                <a:gd name="connsiteX615" fmla="*/ 1463928 w 1983597"/>
                <a:gd name="connsiteY615" fmla="*/ 265573 h 1454091"/>
                <a:gd name="connsiteX616" fmla="*/ 1462289 w 1983597"/>
                <a:gd name="connsiteY616" fmla="*/ 265573 h 1454091"/>
                <a:gd name="connsiteX617" fmla="*/ 1459010 w 1983597"/>
                <a:gd name="connsiteY617" fmla="*/ 262294 h 1454091"/>
                <a:gd name="connsiteX618" fmla="*/ 1454092 w 1983597"/>
                <a:gd name="connsiteY618" fmla="*/ 260655 h 1454091"/>
                <a:gd name="connsiteX619" fmla="*/ 1454092 w 1983597"/>
                <a:gd name="connsiteY619" fmla="*/ 260655 h 1454091"/>
                <a:gd name="connsiteX620" fmla="*/ 1449174 w 1983597"/>
                <a:gd name="connsiteY620" fmla="*/ 257376 h 1454091"/>
                <a:gd name="connsiteX621" fmla="*/ 1445895 w 1983597"/>
                <a:gd name="connsiteY621" fmla="*/ 255737 h 1454091"/>
                <a:gd name="connsiteX622" fmla="*/ 1442616 w 1983597"/>
                <a:gd name="connsiteY622" fmla="*/ 252458 h 1454091"/>
                <a:gd name="connsiteX623" fmla="*/ 1439338 w 1983597"/>
                <a:gd name="connsiteY623" fmla="*/ 249179 h 1454091"/>
                <a:gd name="connsiteX624" fmla="*/ 1434420 w 1983597"/>
                <a:gd name="connsiteY624" fmla="*/ 249179 h 1454091"/>
                <a:gd name="connsiteX625" fmla="*/ 1431141 w 1983597"/>
                <a:gd name="connsiteY625" fmla="*/ 247540 h 1454091"/>
                <a:gd name="connsiteX626" fmla="*/ 1427862 w 1983597"/>
                <a:gd name="connsiteY626" fmla="*/ 245901 h 1454091"/>
                <a:gd name="connsiteX627" fmla="*/ 1422944 w 1983597"/>
                <a:gd name="connsiteY627" fmla="*/ 242622 h 1454091"/>
                <a:gd name="connsiteX628" fmla="*/ 1419665 w 1983597"/>
                <a:gd name="connsiteY628" fmla="*/ 240982 h 1454091"/>
                <a:gd name="connsiteX629" fmla="*/ 1414747 w 1983597"/>
                <a:gd name="connsiteY629" fmla="*/ 237704 h 1454091"/>
                <a:gd name="connsiteX630" fmla="*/ 1409830 w 1983597"/>
                <a:gd name="connsiteY630" fmla="*/ 236065 h 1454091"/>
                <a:gd name="connsiteX631" fmla="*/ 1406551 w 1983597"/>
                <a:gd name="connsiteY631" fmla="*/ 236065 h 1454091"/>
                <a:gd name="connsiteX632" fmla="*/ 1401633 w 1983597"/>
                <a:gd name="connsiteY632" fmla="*/ 234425 h 1454091"/>
                <a:gd name="connsiteX633" fmla="*/ 1398354 w 1983597"/>
                <a:gd name="connsiteY633" fmla="*/ 234425 h 1454091"/>
                <a:gd name="connsiteX634" fmla="*/ 1395075 w 1983597"/>
                <a:gd name="connsiteY634" fmla="*/ 236065 h 1454091"/>
                <a:gd name="connsiteX635" fmla="*/ 1395075 w 1983597"/>
                <a:gd name="connsiteY635" fmla="*/ 236065 h 1454091"/>
                <a:gd name="connsiteX636" fmla="*/ 1391797 w 1983597"/>
                <a:gd name="connsiteY636" fmla="*/ 236065 h 1454091"/>
                <a:gd name="connsiteX637" fmla="*/ 1388518 w 1983597"/>
                <a:gd name="connsiteY637" fmla="*/ 237704 h 1454091"/>
                <a:gd name="connsiteX638" fmla="*/ 1386879 w 1983597"/>
                <a:gd name="connsiteY638" fmla="*/ 239343 h 1454091"/>
                <a:gd name="connsiteX639" fmla="*/ 1385240 w 1983597"/>
                <a:gd name="connsiteY639" fmla="*/ 242622 h 1454091"/>
                <a:gd name="connsiteX640" fmla="*/ 1383601 w 1983597"/>
                <a:gd name="connsiteY640" fmla="*/ 245901 h 1454091"/>
                <a:gd name="connsiteX641" fmla="*/ 1383601 w 1983597"/>
                <a:gd name="connsiteY641" fmla="*/ 247540 h 1454091"/>
                <a:gd name="connsiteX642" fmla="*/ 1380322 w 1983597"/>
                <a:gd name="connsiteY642" fmla="*/ 250819 h 1454091"/>
                <a:gd name="connsiteX643" fmla="*/ 1377043 w 1983597"/>
                <a:gd name="connsiteY643" fmla="*/ 247540 h 1454091"/>
                <a:gd name="connsiteX644" fmla="*/ 1372125 w 1983597"/>
                <a:gd name="connsiteY644" fmla="*/ 245901 h 1454091"/>
                <a:gd name="connsiteX645" fmla="*/ 1368846 w 1983597"/>
                <a:gd name="connsiteY645" fmla="*/ 244261 h 1454091"/>
                <a:gd name="connsiteX646" fmla="*/ 1363928 w 1983597"/>
                <a:gd name="connsiteY646" fmla="*/ 242622 h 1454091"/>
                <a:gd name="connsiteX647" fmla="*/ 1360650 w 1983597"/>
                <a:gd name="connsiteY647" fmla="*/ 240982 h 1454091"/>
                <a:gd name="connsiteX648" fmla="*/ 1355732 w 1983597"/>
                <a:gd name="connsiteY648" fmla="*/ 240982 h 1454091"/>
                <a:gd name="connsiteX649" fmla="*/ 1352453 w 1983597"/>
                <a:gd name="connsiteY649" fmla="*/ 242622 h 1454091"/>
                <a:gd name="connsiteX650" fmla="*/ 1347535 w 1983597"/>
                <a:gd name="connsiteY650" fmla="*/ 242622 h 1454091"/>
                <a:gd name="connsiteX651" fmla="*/ 1344256 w 1983597"/>
                <a:gd name="connsiteY651" fmla="*/ 242622 h 1454091"/>
                <a:gd name="connsiteX652" fmla="*/ 1340977 w 1983597"/>
                <a:gd name="connsiteY652" fmla="*/ 240982 h 1454091"/>
                <a:gd name="connsiteX653" fmla="*/ 1337698 w 1983597"/>
                <a:gd name="connsiteY653" fmla="*/ 242622 h 1454091"/>
                <a:gd name="connsiteX654" fmla="*/ 1334421 w 1983597"/>
                <a:gd name="connsiteY654" fmla="*/ 247540 h 1454091"/>
                <a:gd name="connsiteX655" fmla="*/ 1331142 w 1983597"/>
                <a:gd name="connsiteY655" fmla="*/ 249179 h 1454091"/>
                <a:gd name="connsiteX656" fmla="*/ 1327863 w 1983597"/>
                <a:gd name="connsiteY656" fmla="*/ 245901 h 1454091"/>
                <a:gd name="connsiteX657" fmla="*/ 1324584 w 1983597"/>
                <a:gd name="connsiteY657" fmla="*/ 244261 h 1454091"/>
                <a:gd name="connsiteX658" fmla="*/ 1319666 w 1983597"/>
                <a:gd name="connsiteY658" fmla="*/ 242622 h 1454091"/>
                <a:gd name="connsiteX659" fmla="*/ 1316387 w 1983597"/>
                <a:gd name="connsiteY659" fmla="*/ 240982 h 1454091"/>
                <a:gd name="connsiteX660" fmla="*/ 1313108 w 1983597"/>
                <a:gd name="connsiteY660" fmla="*/ 236065 h 1454091"/>
                <a:gd name="connsiteX661" fmla="*/ 1311469 w 1983597"/>
                <a:gd name="connsiteY661" fmla="*/ 234425 h 1454091"/>
                <a:gd name="connsiteX662" fmla="*/ 1309831 w 1983597"/>
                <a:gd name="connsiteY662" fmla="*/ 232786 h 1454091"/>
                <a:gd name="connsiteX663" fmla="*/ 1311469 w 1983597"/>
                <a:gd name="connsiteY663" fmla="*/ 227868 h 1454091"/>
                <a:gd name="connsiteX664" fmla="*/ 1314748 w 1983597"/>
                <a:gd name="connsiteY664" fmla="*/ 226229 h 1454091"/>
                <a:gd name="connsiteX665" fmla="*/ 1314748 w 1983597"/>
                <a:gd name="connsiteY665" fmla="*/ 221310 h 1454091"/>
                <a:gd name="connsiteX666" fmla="*/ 1311469 w 1983597"/>
                <a:gd name="connsiteY666" fmla="*/ 218032 h 1454091"/>
                <a:gd name="connsiteX667" fmla="*/ 1309831 w 1983597"/>
                <a:gd name="connsiteY667" fmla="*/ 214753 h 1454091"/>
                <a:gd name="connsiteX668" fmla="*/ 1309831 w 1983597"/>
                <a:gd name="connsiteY668" fmla="*/ 209835 h 1454091"/>
                <a:gd name="connsiteX669" fmla="*/ 1309831 w 1983597"/>
                <a:gd name="connsiteY669" fmla="*/ 206557 h 1454091"/>
                <a:gd name="connsiteX670" fmla="*/ 1311469 w 1983597"/>
                <a:gd name="connsiteY670" fmla="*/ 203278 h 1454091"/>
                <a:gd name="connsiteX671" fmla="*/ 1309831 w 1983597"/>
                <a:gd name="connsiteY671" fmla="*/ 198360 h 1454091"/>
                <a:gd name="connsiteX672" fmla="*/ 1308191 w 1983597"/>
                <a:gd name="connsiteY672" fmla="*/ 195081 h 1454091"/>
                <a:gd name="connsiteX673" fmla="*/ 1308191 w 1983597"/>
                <a:gd name="connsiteY673" fmla="*/ 190163 h 1454091"/>
                <a:gd name="connsiteX674" fmla="*/ 1308191 w 1983597"/>
                <a:gd name="connsiteY674" fmla="*/ 186885 h 1454091"/>
                <a:gd name="connsiteX675" fmla="*/ 1308191 w 1983597"/>
                <a:gd name="connsiteY675" fmla="*/ 181966 h 1454091"/>
                <a:gd name="connsiteX676" fmla="*/ 1308191 w 1983597"/>
                <a:gd name="connsiteY676" fmla="*/ 178688 h 1454091"/>
                <a:gd name="connsiteX677" fmla="*/ 1308191 w 1983597"/>
                <a:gd name="connsiteY677" fmla="*/ 173770 h 1454091"/>
                <a:gd name="connsiteX678" fmla="*/ 1308191 w 1983597"/>
                <a:gd name="connsiteY678" fmla="*/ 170491 h 1454091"/>
                <a:gd name="connsiteX679" fmla="*/ 1308191 w 1983597"/>
                <a:gd name="connsiteY679" fmla="*/ 167212 h 1454091"/>
                <a:gd name="connsiteX680" fmla="*/ 1308191 w 1983597"/>
                <a:gd name="connsiteY680" fmla="*/ 163934 h 1454091"/>
                <a:gd name="connsiteX681" fmla="*/ 1308191 w 1983597"/>
                <a:gd name="connsiteY681" fmla="*/ 159016 h 1454091"/>
                <a:gd name="connsiteX682" fmla="*/ 1308191 w 1983597"/>
                <a:gd name="connsiteY682" fmla="*/ 157376 h 1454091"/>
                <a:gd name="connsiteX683" fmla="*/ 1311469 w 1983597"/>
                <a:gd name="connsiteY683" fmla="*/ 159016 h 1454091"/>
                <a:gd name="connsiteX684" fmla="*/ 1314748 w 1983597"/>
                <a:gd name="connsiteY684" fmla="*/ 160655 h 1454091"/>
                <a:gd name="connsiteX685" fmla="*/ 1319666 w 1983597"/>
                <a:gd name="connsiteY685" fmla="*/ 162294 h 1454091"/>
                <a:gd name="connsiteX686" fmla="*/ 1322945 w 1983597"/>
                <a:gd name="connsiteY686" fmla="*/ 163934 h 1454091"/>
                <a:gd name="connsiteX687" fmla="*/ 1326224 w 1983597"/>
                <a:gd name="connsiteY687" fmla="*/ 165573 h 1454091"/>
                <a:gd name="connsiteX688" fmla="*/ 1331142 w 1983597"/>
                <a:gd name="connsiteY688" fmla="*/ 165573 h 1454091"/>
                <a:gd name="connsiteX689" fmla="*/ 1334421 w 1983597"/>
                <a:gd name="connsiteY689" fmla="*/ 167212 h 1454091"/>
                <a:gd name="connsiteX690" fmla="*/ 1334421 w 1983597"/>
                <a:gd name="connsiteY690" fmla="*/ 167212 h 1454091"/>
                <a:gd name="connsiteX691" fmla="*/ 1339338 w 1983597"/>
                <a:gd name="connsiteY691" fmla="*/ 167212 h 1454091"/>
                <a:gd name="connsiteX692" fmla="*/ 1342617 w 1983597"/>
                <a:gd name="connsiteY692" fmla="*/ 167212 h 1454091"/>
                <a:gd name="connsiteX693" fmla="*/ 1345895 w 1983597"/>
                <a:gd name="connsiteY693" fmla="*/ 168852 h 1454091"/>
                <a:gd name="connsiteX694" fmla="*/ 1350814 w 1983597"/>
                <a:gd name="connsiteY694" fmla="*/ 170491 h 1454091"/>
                <a:gd name="connsiteX695" fmla="*/ 1352453 w 1983597"/>
                <a:gd name="connsiteY695" fmla="*/ 170491 h 1454091"/>
                <a:gd name="connsiteX696" fmla="*/ 1354092 w 1983597"/>
                <a:gd name="connsiteY696" fmla="*/ 170491 h 1454091"/>
                <a:gd name="connsiteX697" fmla="*/ 1357371 w 1983597"/>
                <a:gd name="connsiteY697" fmla="*/ 167212 h 1454091"/>
                <a:gd name="connsiteX698" fmla="*/ 1359011 w 1983597"/>
                <a:gd name="connsiteY698" fmla="*/ 167212 h 1454091"/>
                <a:gd name="connsiteX699" fmla="*/ 1362288 w 1983597"/>
                <a:gd name="connsiteY699" fmla="*/ 163934 h 1454091"/>
                <a:gd name="connsiteX700" fmla="*/ 1365567 w 1983597"/>
                <a:gd name="connsiteY700" fmla="*/ 159016 h 1454091"/>
                <a:gd name="connsiteX701" fmla="*/ 1367207 w 1983597"/>
                <a:gd name="connsiteY701" fmla="*/ 155737 h 1454091"/>
                <a:gd name="connsiteX702" fmla="*/ 1370485 w 1983597"/>
                <a:gd name="connsiteY702" fmla="*/ 152458 h 1454091"/>
                <a:gd name="connsiteX703" fmla="*/ 1373764 w 1983597"/>
                <a:gd name="connsiteY703" fmla="*/ 152458 h 1454091"/>
                <a:gd name="connsiteX704" fmla="*/ 1377043 w 1983597"/>
                <a:gd name="connsiteY704" fmla="*/ 150819 h 1454091"/>
                <a:gd name="connsiteX705" fmla="*/ 1380322 w 1983597"/>
                <a:gd name="connsiteY705" fmla="*/ 150819 h 1454091"/>
                <a:gd name="connsiteX706" fmla="*/ 1381961 w 1983597"/>
                <a:gd name="connsiteY706" fmla="*/ 150819 h 1454091"/>
                <a:gd name="connsiteX707" fmla="*/ 1383601 w 1983597"/>
                <a:gd name="connsiteY707" fmla="*/ 150819 h 1454091"/>
                <a:gd name="connsiteX708" fmla="*/ 1385240 w 1983597"/>
                <a:gd name="connsiteY708" fmla="*/ 150819 h 1454091"/>
                <a:gd name="connsiteX709" fmla="*/ 1388518 w 1983597"/>
                <a:gd name="connsiteY709" fmla="*/ 145901 h 1454091"/>
                <a:gd name="connsiteX710" fmla="*/ 1388518 w 1983597"/>
                <a:gd name="connsiteY710" fmla="*/ 142622 h 1454091"/>
                <a:gd name="connsiteX711" fmla="*/ 1386879 w 1983597"/>
                <a:gd name="connsiteY711" fmla="*/ 142622 h 1454091"/>
                <a:gd name="connsiteX712" fmla="*/ 1383601 w 1983597"/>
                <a:gd name="connsiteY712" fmla="*/ 137704 h 1454091"/>
                <a:gd name="connsiteX713" fmla="*/ 1385240 w 1983597"/>
                <a:gd name="connsiteY713" fmla="*/ 137704 h 1454091"/>
                <a:gd name="connsiteX714" fmla="*/ 1380322 w 1983597"/>
                <a:gd name="connsiteY714" fmla="*/ 136065 h 1454091"/>
                <a:gd name="connsiteX715" fmla="*/ 1377043 w 1983597"/>
                <a:gd name="connsiteY715" fmla="*/ 136065 h 1454091"/>
                <a:gd name="connsiteX716" fmla="*/ 1377043 w 1983597"/>
                <a:gd name="connsiteY716" fmla="*/ 131147 h 1454091"/>
                <a:gd name="connsiteX717" fmla="*/ 1375404 w 1983597"/>
                <a:gd name="connsiteY717" fmla="*/ 127868 h 1454091"/>
                <a:gd name="connsiteX718" fmla="*/ 1375404 w 1983597"/>
                <a:gd name="connsiteY718" fmla="*/ 124590 h 1454091"/>
                <a:gd name="connsiteX719" fmla="*/ 1377043 w 1983597"/>
                <a:gd name="connsiteY719" fmla="*/ 119672 h 1454091"/>
                <a:gd name="connsiteX720" fmla="*/ 1377043 w 1983597"/>
                <a:gd name="connsiteY720" fmla="*/ 116393 h 1454091"/>
                <a:gd name="connsiteX721" fmla="*/ 1375404 w 1983597"/>
                <a:gd name="connsiteY721" fmla="*/ 114754 h 1454091"/>
                <a:gd name="connsiteX722" fmla="*/ 1375404 w 1983597"/>
                <a:gd name="connsiteY722" fmla="*/ 111475 h 1454091"/>
                <a:gd name="connsiteX723" fmla="*/ 1377043 w 1983597"/>
                <a:gd name="connsiteY723" fmla="*/ 108196 h 1454091"/>
                <a:gd name="connsiteX724" fmla="*/ 1377043 w 1983597"/>
                <a:gd name="connsiteY724" fmla="*/ 103278 h 1454091"/>
                <a:gd name="connsiteX725" fmla="*/ 1375404 w 1983597"/>
                <a:gd name="connsiteY725" fmla="*/ 100000 h 1454091"/>
                <a:gd name="connsiteX726" fmla="*/ 1375404 w 1983597"/>
                <a:gd name="connsiteY726" fmla="*/ 96721 h 1454091"/>
                <a:gd name="connsiteX727" fmla="*/ 1375404 w 1983597"/>
                <a:gd name="connsiteY727" fmla="*/ 93442 h 1454091"/>
                <a:gd name="connsiteX728" fmla="*/ 1375404 w 1983597"/>
                <a:gd name="connsiteY728" fmla="*/ 90164 h 1454091"/>
                <a:gd name="connsiteX729" fmla="*/ 1373764 w 1983597"/>
                <a:gd name="connsiteY729" fmla="*/ 86885 h 1454091"/>
                <a:gd name="connsiteX730" fmla="*/ 1373764 w 1983597"/>
                <a:gd name="connsiteY730" fmla="*/ 81967 h 1454091"/>
                <a:gd name="connsiteX731" fmla="*/ 1375404 w 1983597"/>
                <a:gd name="connsiteY731" fmla="*/ 78688 h 1454091"/>
                <a:gd name="connsiteX732" fmla="*/ 1377043 w 1983597"/>
                <a:gd name="connsiteY732" fmla="*/ 75410 h 1454091"/>
                <a:gd name="connsiteX733" fmla="*/ 1380322 w 1983597"/>
                <a:gd name="connsiteY733" fmla="*/ 72131 h 1454091"/>
                <a:gd name="connsiteX734" fmla="*/ 1383601 w 1983597"/>
                <a:gd name="connsiteY734" fmla="*/ 68852 h 1454091"/>
                <a:gd name="connsiteX735" fmla="*/ 1383601 w 1983597"/>
                <a:gd name="connsiteY735" fmla="*/ 65573 h 1454091"/>
                <a:gd name="connsiteX736" fmla="*/ 1381961 w 1983597"/>
                <a:gd name="connsiteY736" fmla="*/ 63934 h 1454091"/>
                <a:gd name="connsiteX737" fmla="*/ 1381961 w 1983597"/>
                <a:gd name="connsiteY737" fmla="*/ 60655 h 1454091"/>
                <a:gd name="connsiteX738" fmla="*/ 1378682 w 1983597"/>
                <a:gd name="connsiteY738" fmla="*/ 57377 h 1454091"/>
                <a:gd name="connsiteX739" fmla="*/ 1375404 w 1983597"/>
                <a:gd name="connsiteY739" fmla="*/ 54098 h 1454091"/>
                <a:gd name="connsiteX740" fmla="*/ 1372125 w 1983597"/>
                <a:gd name="connsiteY740" fmla="*/ 50820 h 1454091"/>
                <a:gd name="connsiteX741" fmla="*/ 1370485 w 1983597"/>
                <a:gd name="connsiteY741" fmla="*/ 47541 h 1454091"/>
                <a:gd name="connsiteX742" fmla="*/ 1368846 w 1983597"/>
                <a:gd name="connsiteY742" fmla="*/ 44262 h 1454091"/>
                <a:gd name="connsiteX743" fmla="*/ 1365567 w 1983597"/>
                <a:gd name="connsiteY743" fmla="*/ 40983 h 1454091"/>
                <a:gd name="connsiteX744" fmla="*/ 1362288 w 1983597"/>
                <a:gd name="connsiteY744" fmla="*/ 40983 h 1454091"/>
                <a:gd name="connsiteX745" fmla="*/ 1357371 w 1983597"/>
                <a:gd name="connsiteY745" fmla="*/ 39344 h 1454091"/>
                <a:gd name="connsiteX746" fmla="*/ 1354092 w 1983597"/>
                <a:gd name="connsiteY746" fmla="*/ 39344 h 1454091"/>
                <a:gd name="connsiteX747" fmla="*/ 1350814 w 1983597"/>
                <a:gd name="connsiteY747" fmla="*/ 40983 h 1454091"/>
                <a:gd name="connsiteX748" fmla="*/ 1345895 w 1983597"/>
                <a:gd name="connsiteY748" fmla="*/ 40983 h 1454091"/>
                <a:gd name="connsiteX749" fmla="*/ 1342617 w 1983597"/>
                <a:gd name="connsiteY749" fmla="*/ 36065 h 1454091"/>
                <a:gd name="connsiteX750" fmla="*/ 1339338 w 1983597"/>
                <a:gd name="connsiteY750" fmla="*/ 32787 h 1454091"/>
                <a:gd name="connsiteX751" fmla="*/ 1344256 w 1983597"/>
                <a:gd name="connsiteY751" fmla="*/ 31148 h 1454091"/>
                <a:gd name="connsiteX752" fmla="*/ 1345895 w 1983597"/>
                <a:gd name="connsiteY752" fmla="*/ 26229 h 1454091"/>
                <a:gd name="connsiteX753" fmla="*/ 1345895 w 1983597"/>
                <a:gd name="connsiteY753" fmla="*/ 26229 h 1454091"/>
                <a:gd name="connsiteX754" fmla="*/ 1347535 w 1983597"/>
                <a:gd name="connsiteY754" fmla="*/ 22951 h 1454091"/>
                <a:gd name="connsiteX755" fmla="*/ 1350814 w 1983597"/>
                <a:gd name="connsiteY755" fmla="*/ 18033 h 1454091"/>
                <a:gd name="connsiteX756" fmla="*/ 1350814 w 1983597"/>
                <a:gd name="connsiteY756" fmla="*/ 14754 h 1454091"/>
                <a:gd name="connsiteX757" fmla="*/ 1355732 w 1983597"/>
                <a:gd name="connsiteY757" fmla="*/ 11475 h 1454091"/>
                <a:gd name="connsiteX758" fmla="*/ 1359011 w 1983597"/>
                <a:gd name="connsiteY758" fmla="*/ 11475 h 1454091"/>
                <a:gd name="connsiteX759" fmla="*/ 1362288 w 1983597"/>
                <a:gd name="connsiteY759" fmla="*/ 11475 h 1454091"/>
                <a:gd name="connsiteX760" fmla="*/ 1365567 w 1983597"/>
                <a:gd name="connsiteY760" fmla="*/ 11475 h 1454091"/>
                <a:gd name="connsiteX761" fmla="*/ 1368846 w 1983597"/>
                <a:gd name="connsiteY761" fmla="*/ 9836 h 1454091"/>
                <a:gd name="connsiteX762" fmla="*/ 1372125 w 1983597"/>
                <a:gd name="connsiteY762" fmla="*/ 9836 h 1454091"/>
                <a:gd name="connsiteX763" fmla="*/ 1372125 w 1983597"/>
                <a:gd name="connsiteY763" fmla="*/ 9836 h 1454091"/>
                <a:gd name="connsiteX764" fmla="*/ 1375404 w 1983597"/>
                <a:gd name="connsiteY764" fmla="*/ 8197 h 1454091"/>
                <a:gd name="connsiteX765" fmla="*/ 1378682 w 1983597"/>
                <a:gd name="connsiteY765" fmla="*/ 6557 h 1454091"/>
                <a:gd name="connsiteX766" fmla="*/ 1383601 w 1983597"/>
                <a:gd name="connsiteY766" fmla="*/ 4918 h 1454091"/>
                <a:gd name="connsiteX767" fmla="*/ 1386879 w 1983597"/>
                <a:gd name="connsiteY767" fmla="*/ 6557 h 1454091"/>
                <a:gd name="connsiteX768" fmla="*/ 1390157 w 1983597"/>
                <a:gd name="connsiteY768" fmla="*/ 3279 h 1454091"/>
                <a:gd name="connsiteX769" fmla="*/ 1393436 w 1983597"/>
                <a:gd name="connsiteY769" fmla="*/ 3279 h 1454091"/>
                <a:gd name="connsiteX770" fmla="*/ 1398354 w 1983597"/>
                <a:gd name="connsiteY770" fmla="*/ 4918 h 1454091"/>
                <a:gd name="connsiteX771" fmla="*/ 1401633 w 1983597"/>
                <a:gd name="connsiteY771" fmla="*/ 4918 h 1454091"/>
                <a:gd name="connsiteX772" fmla="*/ 1404912 w 1983597"/>
                <a:gd name="connsiteY772" fmla="*/ 4918 h 1454091"/>
                <a:gd name="connsiteX773" fmla="*/ 1409830 w 1983597"/>
                <a:gd name="connsiteY773" fmla="*/ 4918 h 1454091"/>
                <a:gd name="connsiteX774" fmla="*/ 1413109 w 1983597"/>
                <a:gd name="connsiteY774" fmla="*/ 3279 h 1454091"/>
                <a:gd name="connsiteX775" fmla="*/ 1416387 w 1983597"/>
                <a:gd name="connsiteY775" fmla="*/ 1639 h 1454091"/>
                <a:gd name="connsiteX776" fmla="*/ 1421305 w 1983597"/>
                <a:gd name="connsiteY776" fmla="*/ 1639 h 1454091"/>
                <a:gd name="connsiteX777" fmla="*/ 1421305 w 1983597"/>
                <a:gd name="connsiteY777" fmla="*/ 1639 h 1454091"/>
                <a:gd name="connsiteX778" fmla="*/ 1426223 w 1983597"/>
                <a:gd name="connsiteY778" fmla="*/ 0 h 1454091"/>
                <a:gd name="connsiteX779" fmla="*/ 1429502 w 1983597"/>
                <a:gd name="connsiteY779" fmla="*/ 1639 h 1454091"/>
                <a:gd name="connsiteX780" fmla="*/ 1432781 w 1983597"/>
                <a:gd name="connsiteY780" fmla="*/ 1639 h 1454091"/>
                <a:gd name="connsiteX781" fmla="*/ 1434420 w 1983597"/>
                <a:gd name="connsiteY781" fmla="*/ 0 h 1454091"/>
                <a:gd name="connsiteX782" fmla="*/ 1437699 w 1983597"/>
                <a:gd name="connsiteY782" fmla="*/ 1639 h 1454091"/>
                <a:gd name="connsiteX783" fmla="*/ 1439338 w 1983597"/>
                <a:gd name="connsiteY783" fmla="*/ 1639 h 1454091"/>
                <a:gd name="connsiteX784" fmla="*/ 1440977 w 1983597"/>
                <a:gd name="connsiteY784" fmla="*/ 3279 h 1454091"/>
                <a:gd name="connsiteX785" fmla="*/ 1444255 w 1983597"/>
                <a:gd name="connsiteY785" fmla="*/ 3279 h 1454091"/>
                <a:gd name="connsiteX786" fmla="*/ 1449174 w 1983597"/>
                <a:gd name="connsiteY786" fmla="*/ 4918 h 1454091"/>
                <a:gd name="connsiteX787" fmla="*/ 1452452 w 1983597"/>
                <a:gd name="connsiteY787" fmla="*/ 6557 h 1454091"/>
                <a:gd name="connsiteX788" fmla="*/ 1455731 w 1983597"/>
                <a:gd name="connsiteY788" fmla="*/ 8197 h 1454091"/>
                <a:gd name="connsiteX789" fmla="*/ 1459010 w 1983597"/>
                <a:gd name="connsiteY789" fmla="*/ 8197 h 1454091"/>
                <a:gd name="connsiteX790" fmla="*/ 1463928 w 1983597"/>
                <a:gd name="connsiteY790" fmla="*/ 9836 h 1454091"/>
                <a:gd name="connsiteX791" fmla="*/ 1467206 w 1983597"/>
                <a:gd name="connsiteY791" fmla="*/ 13115 h 1454091"/>
                <a:gd name="connsiteX792" fmla="*/ 1470485 w 1983597"/>
                <a:gd name="connsiteY792" fmla="*/ 14754 h 1454091"/>
                <a:gd name="connsiteX793" fmla="*/ 1475403 w 1983597"/>
                <a:gd name="connsiteY793" fmla="*/ 14754 h 1454091"/>
                <a:gd name="connsiteX794" fmla="*/ 1478682 w 1983597"/>
                <a:gd name="connsiteY794" fmla="*/ 14754 h 1454091"/>
                <a:gd name="connsiteX795" fmla="*/ 1481961 w 1983597"/>
                <a:gd name="connsiteY795" fmla="*/ 18033 h 1454091"/>
                <a:gd name="connsiteX796" fmla="*/ 1485239 w 1983597"/>
                <a:gd name="connsiteY796" fmla="*/ 18033 h 1454091"/>
                <a:gd name="connsiteX797" fmla="*/ 1490158 w 1983597"/>
                <a:gd name="connsiteY797" fmla="*/ 19672 h 1454091"/>
                <a:gd name="connsiteX798" fmla="*/ 1490158 w 1983597"/>
                <a:gd name="connsiteY798" fmla="*/ 14754 h 1454091"/>
                <a:gd name="connsiteX799" fmla="*/ 1491796 w 1983597"/>
                <a:gd name="connsiteY799" fmla="*/ 14754 h 1454091"/>
                <a:gd name="connsiteX800" fmla="*/ 1496714 w 1983597"/>
                <a:gd name="connsiteY800" fmla="*/ 14754 h 1454091"/>
                <a:gd name="connsiteX801" fmla="*/ 1499993 w 1983597"/>
                <a:gd name="connsiteY801" fmla="*/ 16393 h 1454091"/>
                <a:gd name="connsiteX802" fmla="*/ 1503272 w 1983597"/>
                <a:gd name="connsiteY802" fmla="*/ 18033 h 1454091"/>
                <a:gd name="connsiteX803" fmla="*/ 1508190 w 1983597"/>
                <a:gd name="connsiteY803" fmla="*/ 19672 h 1454091"/>
                <a:gd name="connsiteX804" fmla="*/ 1511469 w 1983597"/>
                <a:gd name="connsiteY804" fmla="*/ 21311 h 1454091"/>
                <a:gd name="connsiteX805" fmla="*/ 1514748 w 1983597"/>
                <a:gd name="connsiteY805" fmla="*/ 21311 h 1454091"/>
                <a:gd name="connsiteX806" fmla="*/ 1519665 w 1983597"/>
                <a:gd name="connsiteY806" fmla="*/ 22951 h 1454091"/>
                <a:gd name="connsiteX807" fmla="*/ 1519665 w 1983597"/>
                <a:gd name="connsiteY807" fmla="*/ 26229 h 1454091"/>
                <a:gd name="connsiteX808" fmla="*/ 1524583 w 1983597"/>
                <a:gd name="connsiteY808" fmla="*/ 27869 h 1454091"/>
                <a:gd name="connsiteX809" fmla="*/ 1527862 w 1983597"/>
                <a:gd name="connsiteY809" fmla="*/ 27869 h 1454091"/>
                <a:gd name="connsiteX810" fmla="*/ 1531141 w 1983597"/>
                <a:gd name="connsiteY810" fmla="*/ 31148 h 1454091"/>
                <a:gd name="connsiteX811" fmla="*/ 1534419 w 1983597"/>
                <a:gd name="connsiteY811" fmla="*/ 32787 h 1454091"/>
                <a:gd name="connsiteX812" fmla="*/ 1539338 w 1983597"/>
                <a:gd name="connsiteY812" fmla="*/ 36065 h 1454091"/>
                <a:gd name="connsiteX813" fmla="*/ 1539338 w 1983597"/>
                <a:gd name="connsiteY813" fmla="*/ 39344 h 1454091"/>
                <a:gd name="connsiteX814" fmla="*/ 1542616 w 1983597"/>
                <a:gd name="connsiteY814" fmla="*/ 40983 h 1454091"/>
                <a:gd name="connsiteX815" fmla="*/ 1547534 w 1983597"/>
                <a:gd name="connsiteY815" fmla="*/ 42623 h 1454091"/>
                <a:gd name="connsiteX816" fmla="*/ 1550812 w 1983597"/>
                <a:gd name="connsiteY816" fmla="*/ 44262 h 1454091"/>
                <a:gd name="connsiteX817" fmla="*/ 1554091 w 1983597"/>
                <a:gd name="connsiteY817" fmla="*/ 45901 h 1454091"/>
                <a:gd name="connsiteX818" fmla="*/ 1559009 w 1983597"/>
                <a:gd name="connsiteY818" fmla="*/ 49180 h 1454091"/>
                <a:gd name="connsiteX819" fmla="*/ 1560649 w 1983597"/>
                <a:gd name="connsiteY819" fmla="*/ 52459 h 1454091"/>
                <a:gd name="connsiteX820" fmla="*/ 1563928 w 1983597"/>
                <a:gd name="connsiteY820" fmla="*/ 54098 h 1454091"/>
                <a:gd name="connsiteX821" fmla="*/ 1565567 w 1983597"/>
                <a:gd name="connsiteY821" fmla="*/ 57377 h 1454091"/>
                <a:gd name="connsiteX822" fmla="*/ 1568846 w 1983597"/>
                <a:gd name="connsiteY822" fmla="*/ 59016 h 1454091"/>
                <a:gd name="connsiteX823" fmla="*/ 1573763 w 1983597"/>
                <a:gd name="connsiteY823" fmla="*/ 60655 h 1454091"/>
                <a:gd name="connsiteX824" fmla="*/ 1572124 w 1983597"/>
                <a:gd name="connsiteY824" fmla="*/ 65573 h 1454091"/>
                <a:gd name="connsiteX825" fmla="*/ 1575402 w 1983597"/>
                <a:gd name="connsiteY825" fmla="*/ 68852 h 1454091"/>
                <a:gd name="connsiteX826" fmla="*/ 1580321 w 1983597"/>
                <a:gd name="connsiteY826" fmla="*/ 70492 h 1454091"/>
                <a:gd name="connsiteX827" fmla="*/ 1583599 w 1983597"/>
                <a:gd name="connsiteY827" fmla="*/ 73770 h 1454091"/>
                <a:gd name="connsiteX828" fmla="*/ 1586878 w 1983597"/>
                <a:gd name="connsiteY828" fmla="*/ 77049 h 1454091"/>
                <a:gd name="connsiteX829" fmla="*/ 1591796 w 1983597"/>
                <a:gd name="connsiteY829" fmla="*/ 78688 h 1454091"/>
                <a:gd name="connsiteX830" fmla="*/ 1593436 w 1983597"/>
                <a:gd name="connsiteY830" fmla="*/ 80328 h 1454091"/>
                <a:gd name="connsiteX831" fmla="*/ 1595075 w 1983597"/>
                <a:gd name="connsiteY831" fmla="*/ 85245 h 1454091"/>
                <a:gd name="connsiteX832" fmla="*/ 1599992 w 1983597"/>
                <a:gd name="connsiteY832" fmla="*/ 86885 h 1454091"/>
                <a:gd name="connsiteX833" fmla="*/ 1601632 w 1983597"/>
                <a:gd name="connsiteY833" fmla="*/ 90164 h 1454091"/>
                <a:gd name="connsiteX834" fmla="*/ 1604911 w 1983597"/>
                <a:gd name="connsiteY834" fmla="*/ 90164 h 1454091"/>
                <a:gd name="connsiteX835" fmla="*/ 1608189 w 1983597"/>
                <a:gd name="connsiteY835" fmla="*/ 95082 h 1454091"/>
                <a:gd name="connsiteX836" fmla="*/ 1611468 w 1983597"/>
                <a:gd name="connsiteY836" fmla="*/ 96721 h 1454091"/>
                <a:gd name="connsiteX837" fmla="*/ 1611468 w 1983597"/>
                <a:gd name="connsiteY837" fmla="*/ 100000 h 1454091"/>
                <a:gd name="connsiteX838" fmla="*/ 1614747 w 1983597"/>
                <a:gd name="connsiteY838" fmla="*/ 103278 h 1454091"/>
                <a:gd name="connsiteX839" fmla="*/ 1619665 w 1983597"/>
                <a:gd name="connsiteY839" fmla="*/ 106557 h 1454091"/>
                <a:gd name="connsiteX840" fmla="*/ 1622943 w 1983597"/>
                <a:gd name="connsiteY840" fmla="*/ 109836 h 1454091"/>
                <a:gd name="connsiteX841" fmla="*/ 1624582 w 1983597"/>
                <a:gd name="connsiteY841" fmla="*/ 109836 h 1454091"/>
                <a:gd name="connsiteX842" fmla="*/ 1627861 w 1983597"/>
                <a:gd name="connsiteY842" fmla="*/ 113114 h 1454091"/>
                <a:gd name="connsiteX843" fmla="*/ 1632779 w 1983597"/>
                <a:gd name="connsiteY843" fmla="*/ 114754 h 1454091"/>
                <a:gd name="connsiteX844" fmla="*/ 1636058 w 1983597"/>
                <a:gd name="connsiteY844" fmla="*/ 118032 h 1454091"/>
                <a:gd name="connsiteX845" fmla="*/ 1639337 w 1983597"/>
                <a:gd name="connsiteY845" fmla="*/ 121311 h 1454091"/>
                <a:gd name="connsiteX846" fmla="*/ 1642616 w 1983597"/>
                <a:gd name="connsiteY846" fmla="*/ 124590 h 1454091"/>
                <a:gd name="connsiteX847" fmla="*/ 1644255 w 1983597"/>
                <a:gd name="connsiteY847" fmla="*/ 127868 h 1454091"/>
                <a:gd name="connsiteX848" fmla="*/ 1645895 w 1983597"/>
                <a:gd name="connsiteY848" fmla="*/ 132786 h 1454091"/>
                <a:gd name="connsiteX849" fmla="*/ 1649172 w 1983597"/>
                <a:gd name="connsiteY849" fmla="*/ 136065 h 1454091"/>
                <a:gd name="connsiteX850" fmla="*/ 1654091 w 1983597"/>
                <a:gd name="connsiteY850" fmla="*/ 139344 h 1454091"/>
                <a:gd name="connsiteX851" fmla="*/ 1657369 w 1983597"/>
                <a:gd name="connsiteY851" fmla="*/ 139344 h 1454091"/>
                <a:gd name="connsiteX852" fmla="*/ 1659009 w 1983597"/>
                <a:gd name="connsiteY852" fmla="*/ 139344 h 1454091"/>
                <a:gd name="connsiteX853" fmla="*/ 1662288 w 1983597"/>
                <a:gd name="connsiteY853" fmla="*/ 140983 h 1454091"/>
                <a:gd name="connsiteX854" fmla="*/ 1662288 w 1983597"/>
                <a:gd name="connsiteY854" fmla="*/ 142622 h 1454091"/>
                <a:gd name="connsiteX855" fmla="*/ 1663927 w 1983597"/>
                <a:gd name="connsiteY855" fmla="*/ 145901 h 1454091"/>
                <a:gd name="connsiteX856" fmla="*/ 1665566 w 1983597"/>
                <a:gd name="connsiteY856" fmla="*/ 150819 h 1454091"/>
                <a:gd name="connsiteX857" fmla="*/ 1665566 w 1983597"/>
                <a:gd name="connsiteY857" fmla="*/ 152458 h 1454091"/>
                <a:gd name="connsiteX858" fmla="*/ 1668845 w 1983597"/>
                <a:gd name="connsiteY858" fmla="*/ 155737 h 1454091"/>
                <a:gd name="connsiteX859" fmla="*/ 1672124 w 1983597"/>
                <a:gd name="connsiteY859" fmla="*/ 159016 h 1454091"/>
                <a:gd name="connsiteX860" fmla="*/ 1675402 w 1983597"/>
                <a:gd name="connsiteY860" fmla="*/ 160655 h 1454091"/>
                <a:gd name="connsiteX861" fmla="*/ 1680320 w 1983597"/>
                <a:gd name="connsiteY861" fmla="*/ 163934 h 1454091"/>
                <a:gd name="connsiteX862" fmla="*/ 1683599 w 1983597"/>
                <a:gd name="connsiteY862" fmla="*/ 165573 h 1454091"/>
                <a:gd name="connsiteX863" fmla="*/ 1686878 w 1983597"/>
                <a:gd name="connsiteY863" fmla="*/ 167212 h 1454091"/>
                <a:gd name="connsiteX864" fmla="*/ 1691796 w 1983597"/>
                <a:gd name="connsiteY864" fmla="*/ 167212 h 1454091"/>
                <a:gd name="connsiteX865" fmla="*/ 1693435 w 1983597"/>
                <a:gd name="connsiteY865" fmla="*/ 168852 h 1454091"/>
                <a:gd name="connsiteX866" fmla="*/ 1698353 w 1983597"/>
                <a:gd name="connsiteY866" fmla="*/ 170491 h 1454091"/>
                <a:gd name="connsiteX867" fmla="*/ 1701631 w 1983597"/>
                <a:gd name="connsiteY867" fmla="*/ 170491 h 1454091"/>
                <a:gd name="connsiteX868" fmla="*/ 1704910 w 1983597"/>
                <a:gd name="connsiteY868" fmla="*/ 170491 h 1454091"/>
                <a:gd name="connsiteX869" fmla="*/ 1706549 w 1983597"/>
                <a:gd name="connsiteY869" fmla="*/ 168852 h 1454091"/>
                <a:gd name="connsiteX870" fmla="*/ 1709828 w 1983597"/>
                <a:gd name="connsiteY870" fmla="*/ 167212 h 1454091"/>
                <a:gd name="connsiteX871" fmla="*/ 1714746 w 1983597"/>
                <a:gd name="connsiteY871" fmla="*/ 168852 h 1454091"/>
                <a:gd name="connsiteX872" fmla="*/ 1714746 w 1983597"/>
                <a:gd name="connsiteY872" fmla="*/ 167212 h 1454091"/>
                <a:gd name="connsiteX873" fmla="*/ 1714746 w 1983597"/>
                <a:gd name="connsiteY873" fmla="*/ 167212 h 1454091"/>
                <a:gd name="connsiteX874" fmla="*/ 1718025 w 1983597"/>
                <a:gd name="connsiteY874" fmla="*/ 168852 h 1454091"/>
                <a:gd name="connsiteX875" fmla="*/ 1721304 w 1983597"/>
                <a:gd name="connsiteY875" fmla="*/ 168852 h 1454091"/>
                <a:gd name="connsiteX876" fmla="*/ 1722943 w 1983597"/>
                <a:gd name="connsiteY876" fmla="*/ 173770 h 1454091"/>
                <a:gd name="connsiteX877" fmla="*/ 1727861 w 1983597"/>
                <a:gd name="connsiteY877" fmla="*/ 173770 h 1454091"/>
                <a:gd name="connsiteX878" fmla="*/ 1729500 w 1983597"/>
                <a:gd name="connsiteY878" fmla="*/ 173770 h 1454091"/>
                <a:gd name="connsiteX879" fmla="*/ 1734418 w 1983597"/>
                <a:gd name="connsiteY879" fmla="*/ 177048 h 1454091"/>
                <a:gd name="connsiteX880" fmla="*/ 1737697 w 1983597"/>
                <a:gd name="connsiteY880" fmla="*/ 177048 h 1454091"/>
                <a:gd name="connsiteX881" fmla="*/ 1740976 w 1983597"/>
                <a:gd name="connsiteY881" fmla="*/ 177048 h 1454091"/>
                <a:gd name="connsiteX882" fmla="*/ 1745894 w 1983597"/>
                <a:gd name="connsiteY882" fmla="*/ 178688 h 1454091"/>
                <a:gd name="connsiteX883" fmla="*/ 1744255 w 1983597"/>
                <a:gd name="connsiteY883" fmla="*/ 175409 h 1454091"/>
                <a:gd name="connsiteX884" fmla="*/ 1747533 w 1983597"/>
                <a:gd name="connsiteY884" fmla="*/ 175409 h 1454091"/>
                <a:gd name="connsiteX885" fmla="*/ 1749173 w 1983597"/>
                <a:gd name="connsiteY885" fmla="*/ 177048 h 1454091"/>
                <a:gd name="connsiteX886" fmla="*/ 1752451 w 1983597"/>
                <a:gd name="connsiteY886" fmla="*/ 180327 h 1454091"/>
                <a:gd name="connsiteX887" fmla="*/ 1755729 w 1983597"/>
                <a:gd name="connsiteY887" fmla="*/ 181966 h 1454091"/>
                <a:gd name="connsiteX888" fmla="*/ 1759008 w 1983597"/>
                <a:gd name="connsiteY888" fmla="*/ 181966 h 1454091"/>
                <a:gd name="connsiteX889" fmla="*/ 1762287 w 1983597"/>
                <a:gd name="connsiteY889" fmla="*/ 185245 h 1454091"/>
                <a:gd name="connsiteX890" fmla="*/ 1765566 w 1983597"/>
                <a:gd name="connsiteY890" fmla="*/ 185245 h 1454091"/>
                <a:gd name="connsiteX891" fmla="*/ 1765566 w 1983597"/>
                <a:gd name="connsiteY891" fmla="*/ 185245 h 1454091"/>
                <a:gd name="connsiteX892" fmla="*/ 1768845 w 1983597"/>
                <a:gd name="connsiteY892" fmla="*/ 188524 h 1454091"/>
                <a:gd name="connsiteX893" fmla="*/ 1772123 w 1983597"/>
                <a:gd name="connsiteY893" fmla="*/ 191802 h 1454091"/>
                <a:gd name="connsiteX894" fmla="*/ 1775402 w 1983597"/>
                <a:gd name="connsiteY894" fmla="*/ 193442 h 1454091"/>
                <a:gd name="connsiteX895" fmla="*/ 1777041 w 1983597"/>
                <a:gd name="connsiteY895" fmla="*/ 193442 h 1454091"/>
                <a:gd name="connsiteX896" fmla="*/ 1778680 w 1983597"/>
                <a:gd name="connsiteY896" fmla="*/ 195081 h 1454091"/>
                <a:gd name="connsiteX897" fmla="*/ 1781959 w 1983597"/>
                <a:gd name="connsiteY897" fmla="*/ 196720 h 1454091"/>
                <a:gd name="connsiteX898" fmla="*/ 1785238 w 1983597"/>
                <a:gd name="connsiteY898" fmla="*/ 198360 h 1454091"/>
                <a:gd name="connsiteX899" fmla="*/ 1790156 w 1983597"/>
                <a:gd name="connsiteY899" fmla="*/ 198360 h 1454091"/>
                <a:gd name="connsiteX900" fmla="*/ 1793435 w 1983597"/>
                <a:gd name="connsiteY900" fmla="*/ 198360 h 1454091"/>
                <a:gd name="connsiteX901" fmla="*/ 1796713 w 1983597"/>
                <a:gd name="connsiteY901" fmla="*/ 199999 h 1454091"/>
                <a:gd name="connsiteX902" fmla="*/ 1799992 w 1983597"/>
                <a:gd name="connsiteY902" fmla="*/ 198360 h 1454091"/>
                <a:gd name="connsiteX903" fmla="*/ 1803270 w 1983597"/>
                <a:gd name="connsiteY903" fmla="*/ 199999 h 1454091"/>
                <a:gd name="connsiteX904" fmla="*/ 1803270 w 1983597"/>
                <a:gd name="connsiteY904" fmla="*/ 203278 h 1454091"/>
                <a:gd name="connsiteX905" fmla="*/ 1803270 w 1983597"/>
                <a:gd name="connsiteY905" fmla="*/ 206557 h 1454091"/>
                <a:gd name="connsiteX906" fmla="*/ 1804909 w 1983597"/>
                <a:gd name="connsiteY906" fmla="*/ 209835 h 1454091"/>
                <a:gd name="connsiteX907" fmla="*/ 1808188 w 1983597"/>
                <a:gd name="connsiteY907" fmla="*/ 211475 h 1454091"/>
                <a:gd name="connsiteX908" fmla="*/ 1813106 w 1983597"/>
                <a:gd name="connsiteY908" fmla="*/ 216392 h 1454091"/>
                <a:gd name="connsiteX909" fmla="*/ 1816385 w 1983597"/>
                <a:gd name="connsiteY909" fmla="*/ 216392 h 1454091"/>
                <a:gd name="connsiteX910" fmla="*/ 1818025 w 1983597"/>
                <a:gd name="connsiteY910" fmla="*/ 219671 h 1454091"/>
                <a:gd name="connsiteX911" fmla="*/ 1822943 w 1983597"/>
                <a:gd name="connsiteY911" fmla="*/ 222950 h 1454091"/>
                <a:gd name="connsiteX912" fmla="*/ 1822943 w 1983597"/>
                <a:gd name="connsiteY912" fmla="*/ 224589 h 1454091"/>
                <a:gd name="connsiteX913" fmla="*/ 1822943 w 1983597"/>
                <a:gd name="connsiteY913" fmla="*/ 227868 h 1454091"/>
                <a:gd name="connsiteX914" fmla="*/ 1822943 w 1983597"/>
                <a:gd name="connsiteY914" fmla="*/ 231147 h 1454091"/>
                <a:gd name="connsiteX915" fmla="*/ 1826222 w 1983597"/>
                <a:gd name="connsiteY915" fmla="*/ 234425 h 1454091"/>
                <a:gd name="connsiteX916" fmla="*/ 1827861 w 1983597"/>
                <a:gd name="connsiteY916" fmla="*/ 236065 h 1454091"/>
                <a:gd name="connsiteX917" fmla="*/ 1831139 w 1983597"/>
                <a:gd name="connsiteY917" fmla="*/ 237704 h 1454091"/>
                <a:gd name="connsiteX918" fmla="*/ 1836057 w 1983597"/>
                <a:gd name="connsiteY918" fmla="*/ 240982 h 1454091"/>
                <a:gd name="connsiteX919" fmla="*/ 1839336 w 1983597"/>
                <a:gd name="connsiteY919" fmla="*/ 242622 h 1454091"/>
                <a:gd name="connsiteX920" fmla="*/ 1840975 w 1983597"/>
                <a:gd name="connsiteY920" fmla="*/ 247540 h 1454091"/>
                <a:gd name="connsiteX921" fmla="*/ 1845893 w 1983597"/>
                <a:gd name="connsiteY921" fmla="*/ 249179 h 1454091"/>
                <a:gd name="connsiteX922" fmla="*/ 1849172 w 1983597"/>
                <a:gd name="connsiteY922" fmla="*/ 250819 h 1454091"/>
                <a:gd name="connsiteX923" fmla="*/ 1849172 w 1983597"/>
                <a:gd name="connsiteY923" fmla="*/ 249179 h 1454091"/>
                <a:gd name="connsiteX924" fmla="*/ 1854090 w 1983597"/>
                <a:gd name="connsiteY924" fmla="*/ 247540 h 1454091"/>
                <a:gd name="connsiteX925" fmla="*/ 1857368 w 1983597"/>
                <a:gd name="connsiteY925" fmla="*/ 247540 h 1454091"/>
                <a:gd name="connsiteX926" fmla="*/ 1860647 w 1983597"/>
                <a:gd name="connsiteY926" fmla="*/ 247540 h 1454091"/>
                <a:gd name="connsiteX927" fmla="*/ 1862286 w 1983597"/>
                <a:gd name="connsiteY927" fmla="*/ 247540 h 1454091"/>
                <a:gd name="connsiteX928" fmla="*/ 1865565 w 1983597"/>
                <a:gd name="connsiteY928" fmla="*/ 250819 h 1454091"/>
                <a:gd name="connsiteX929" fmla="*/ 1868844 w 1983597"/>
                <a:gd name="connsiteY929" fmla="*/ 249179 h 1454091"/>
                <a:gd name="connsiteX930" fmla="*/ 1873762 w 1983597"/>
                <a:gd name="connsiteY930" fmla="*/ 250819 h 1454091"/>
                <a:gd name="connsiteX931" fmla="*/ 1877041 w 1983597"/>
                <a:gd name="connsiteY931" fmla="*/ 250819 h 1454091"/>
                <a:gd name="connsiteX932" fmla="*/ 1880319 w 1983597"/>
                <a:gd name="connsiteY932" fmla="*/ 249179 h 1454091"/>
                <a:gd name="connsiteX933" fmla="*/ 1883598 w 1983597"/>
                <a:gd name="connsiteY933" fmla="*/ 249179 h 1454091"/>
                <a:gd name="connsiteX934" fmla="*/ 1888516 w 1983597"/>
                <a:gd name="connsiteY934" fmla="*/ 247540 h 1454091"/>
                <a:gd name="connsiteX935" fmla="*/ 1891795 w 1983597"/>
                <a:gd name="connsiteY935" fmla="*/ 247540 h 1454091"/>
                <a:gd name="connsiteX936" fmla="*/ 1896713 w 1983597"/>
                <a:gd name="connsiteY936" fmla="*/ 249179 h 1454091"/>
                <a:gd name="connsiteX937" fmla="*/ 1896713 w 1983597"/>
                <a:gd name="connsiteY937" fmla="*/ 245901 h 1454091"/>
                <a:gd name="connsiteX938" fmla="*/ 1896713 w 1983597"/>
                <a:gd name="connsiteY938" fmla="*/ 242622 h 1454091"/>
                <a:gd name="connsiteX939" fmla="*/ 1896713 w 1983597"/>
                <a:gd name="connsiteY939" fmla="*/ 237704 h 1454091"/>
                <a:gd name="connsiteX940" fmla="*/ 1901631 w 1983597"/>
                <a:gd name="connsiteY940" fmla="*/ 236065 h 1454091"/>
                <a:gd name="connsiteX941" fmla="*/ 1904910 w 1983597"/>
                <a:gd name="connsiteY941" fmla="*/ 231147 h 1454091"/>
                <a:gd name="connsiteX942" fmla="*/ 1908188 w 1983597"/>
                <a:gd name="connsiteY942" fmla="*/ 231147 h 1454091"/>
                <a:gd name="connsiteX943" fmla="*/ 1913106 w 1983597"/>
                <a:gd name="connsiteY943" fmla="*/ 231147 h 1454091"/>
                <a:gd name="connsiteX944" fmla="*/ 1916385 w 1983597"/>
                <a:gd name="connsiteY944" fmla="*/ 231147 h 1454091"/>
                <a:gd name="connsiteX945" fmla="*/ 1919663 w 1983597"/>
                <a:gd name="connsiteY945" fmla="*/ 232786 h 1454091"/>
                <a:gd name="connsiteX946" fmla="*/ 1919663 w 1983597"/>
                <a:gd name="connsiteY946" fmla="*/ 232786 h 1454091"/>
                <a:gd name="connsiteX947" fmla="*/ 1919663 w 1983597"/>
                <a:gd name="connsiteY947" fmla="*/ 227868 h 1454091"/>
                <a:gd name="connsiteX948" fmla="*/ 1924582 w 1983597"/>
                <a:gd name="connsiteY948" fmla="*/ 226229 h 1454091"/>
                <a:gd name="connsiteX949" fmla="*/ 1927860 w 1983597"/>
                <a:gd name="connsiteY949" fmla="*/ 224589 h 1454091"/>
                <a:gd name="connsiteX950" fmla="*/ 1931139 w 1983597"/>
                <a:gd name="connsiteY950" fmla="*/ 222950 h 1454091"/>
                <a:gd name="connsiteX951" fmla="*/ 1932778 w 1983597"/>
                <a:gd name="connsiteY951" fmla="*/ 221310 h 1454091"/>
                <a:gd name="connsiteX952" fmla="*/ 1936056 w 1983597"/>
                <a:gd name="connsiteY952" fmla="*/ 221310 h 1454091"/>
                <a:gd name="connsiteX953" fmla="*/ 1937696 w 1983597"/>
                <a:gd name="connsiteY953" fmla="*/ 219671 h 1454091"/>
                <a:gd name="connsiteX954" fmla="*/ 1942614 w 1983597"/>
                <a:gd name="connsiteY954" fmla="*/ 219671 h 1454091"/>
                <a:gd name="connsiteX955" fmla="*/ 1942614 w 1983597"/>
                <a:gd name="connsiteY955" fmla="*/ 219671 h 1454091"/>
                <a:gd name="connsiteX956" fmla="*/ 1944253 w 1983597"/>
                <a:gd name="connsiteY956" fmla="*/ 221310 h 1454091"/>
                <a:gd name="connsiteX957" fmla="*/ 1947532 w 1983597"/>
                <a:gd name="connsiteY957" fmla="*/ 221310 h 1454091"/>
                <a:gd name="connsiteX958" fmla="*/ 1949172 w 1983597"/>
                <a:gd name="connsiteY958" fmla="*/ 221310 h 1454091"/>
                <a:gd name="connsiteX959" fmla="*/ 1952450 w 1983597"/>
                <a:gd name="connsiteY959" fmla="*/ 224589 h 1454091"/>
                <a:gd name="connsiteX960" fmla="*/ 1955729 w 1983597"/>
                <a:gd name="connsiteY960" fmla="*/ 224589 h 1454091"/>
                <a:gd name="connsiteX961" fmla="*/ 1955729 w 1983597"/>
                <a:gd name="connsiteY961" fmla="*/ 226229 h 1454091"/>
                <a:gd name="connsiteX962" fmla="*/ 1957369 w 1983597"/>
                <a:gd name="connsiteY962" fmla="*/ 229507 h 1454091"/>
                <a:gd name="connsiteX963" fmla="*/ 1957369 w 1983597"/>
                <a:gd name="connsiteY963" fmla="*/ 234425 h 1454091"/>
                <a:gd name="connsiteX964" fmla="*/ 1959007 w 1983597"/>
                <a:gd name="connsiteY964" fmla="*/ 237704 h 1454091"/>
                <a:gd name="connsiteX965" fmla="*/ 1962286 w 1983597"/>
                <a:gd name="connsiteY965" fmla="*/ 240982 h 1454091"/>
                <a:gd name="connsiteX966" fmla="*/ 1967204 w 1983597"/>
                <a:gd name="connsiteY966" fmla="*/ 244261 h 1454091"/>
                <a:gd name="connsiteX967" fmla="*/ 1968843 w 1983597"/>
                <a:gd name="connsiteY967" fmla="*/ 245901 h 1454091"/>
                <a:gd name="connsiteX968" fmla="*/ 1972122 w 1983597"/>
                <a:gd name="connsiteY968" fmla="*/ 247540 h 1454091"/>
                <a:gd name="connsiteX969" fmla="*/ 1972122 w 1983597"/>
                <a:gd name="connsiteY969" fmla="*/ 252458 h 1454091"/>
                <a:gd name="connsiteX970" fmla="*/ 1972122 w 1983597"/>
                <a:gd name="connsiteY970" fmla="*/ 255737 h 1454091"/>
                <a:gd name="connsiteX971" fmla="*/ 1972122 w 1983597"/>
                <a:gd name="connsiteY971" fmla="*/ 259015 h 1454091"/>
                <a:gd name="connsiteX972" fmla="*/ 1967204 w 1983597"/>
                <a:gd name="connsiteY972" fmla="*/ 260655 h 1454091"/>
                <a:gd name="connsiteX973" fmla="*/ 1963925 w 1983597"/>
                <a:gd name="connsiteY973" fmla="*/ 263933 h 1454091"/>
                <a:gd name="connsiteX974" fmla="*/ 1963925 w 1983597"/>
                <a:gd name="connsiteY974" fmla="*/ 267212 h 1454091"/>
                <a:gd name="connsiteX975" fmla="*/ 1967204 w 1983597"/>
                <a:gd name="connsiteY975" fmla="*/ 272130 h 1454091"/>
                <a:gd name="connsiteX976" fmla="*/ 1970483 w 1983597"/>
                <a:gd name="connsiteY976" fmla="*/ 275409 h 1454091"/>
                <a:gd name="connsiteX977" fmla="*/ 1968843 w 1983597"/>
                <a:gd name="connsiteY977" fmla="*/ 278687 h 1454091"/>
                <a:gd name="connsiteX978" fmla="*/ 1970483 w 1983597"/>
                <a:gd name="connsiteY978" fmla="*/ 281966 h 1454091"/>
                <a:gd name="connsiteX979" fmla="*/ 1970483 w 1983597"/>
                <a:gd name="connsiteY979" fmla="*/ 285245 h 1454091"/>
                <a:gd name="connsiteX980" fmla="*/ 1970483 w 1983597"/>
                <a:gd name="connsiteY980" fmla="*/ 286884 h 1454091"/>
                <a:gd name="connsiteX981" fmla="*/ 1973762 w 1983597"/>
                <a:gd name="connsiteY981" fmla="*/ 291802 h 1454091"/>
                <a:gd name="connsiteX982" fmla="*/ 1975401 w 1983597"/>
                <a:gd name="connsiteY982" fmla="*/ 295081 h 1454091"/>
                <a:gd name="connsiteX983" fmla="*/ 1973762 w 1983597"/>
                <a:gd name="connsiteY983" fmla="*/ 296720 h 1454091"/>
                <a:gd name="connsiteX984" fmla="*/ 1973762 w 1983597"/>
                <a:gd name="connsiteY984" fmla="*/ 299999 h 1454091"/>
                <a:gd name="connsiteX985" fmla="*/ 1975401 w 1983597"/>
                <a:gd name="connsiteY985" fmla="*/ 299999 h 1454091"/>
                <a:gd name="connsiteX986" fmla="*/ 1975401 w 1983597"/>
                <a:gd name="connsiteY986" fmla="*/ 303277 h 1454091"/>
                <a:gd name="connsiteX987" fmla="*/ 1980319 w 1983597"/>
                <a:gd name="connsiteY987" fmla="*/ 304917 h 1454091"/>
                <a:gd name="connsiteX988" fmla="*/ 1980319 w 1983597"/>
                <a:gd name="connsiteY988" fmla="*/ 309835 h 1454091"/>
                <a:gd name="connsiteX989" fmla="*/ 1981959 w 1983597"/>
                <a:gd name="connsiteY989" fmla="*/ 313113 h 1454091"/>
                <a:gd name="connsiteX990" fmla="*/ 1977040 w 1983597"/>
                <a:gd name="connsiteY990" fmla="*/ 316392 h 1454091"/>
                <a:gd name="connsiteX991" fmla="*/ 1980319 w 1983597"/>
                <a:gd name="connsiteY991" fmla="*/ 319671 h 1454091"/>
                <a:gd name="connsiteX992" fmla="*/ 1981959 w 1983597"/>
                <a:gd name="connsiteY992" fmla="*/ 324589 h 1454091"/>
                <a:gd name="connsiteX993" fmla="*/ 1981959 w 1983597"/>
                <a:gd name="connsiteY993" fmla="*/ 324589 h 1454091"/>
                <a:gd name="connsiteX994" fmla="*/ 1978680 w 1983597"/>
                <a:gd name="connsiteY994" fmla="*/ 327867 h 1454091"/>
                <a:gd name="connsiteX995" fmla="*/ 1978680 w 1983597"/>
                <a:gd name="connsiteY995" fmla="*/ 329507 h 1454091"/>
                <a:gd name="connsiteX996" fmla="*/ 1980319 w 1983597"/>
                <a:gd name="connsiteY996" fmla="*/ 332785 h 1454091"/>
                <a:gd name="connsiteX997" fmla="*/ 1983598 w 1983597"/>
                <a:gd name="connsiteY997" fmla="*/ 337703 h 1454091"/>
                <a:gd name="connsiteX998" fmla="*/ 1983598 w 1983597"/>
                <a:gd name="connsiteY998" fmla="*/ 340982 h 1454091"/>
                <a:gd name="connsiteX999" fmla="*/ 1980319 w 1983597"/>
                <a:gd name="connsiteY999" fmla="*/ 342622 h 1454091"/>
                <a:gd name="connsiteX1000" fmla="*/ 1977040 w 1983597"/>
                <a:gd name="connsiteY1000" fmla="*/ 345900 h 1454091"/>
                <a:gd name="connsiteX1001" fmla="*/ 1977040 w 1983597"/>
                <a:gd name="connsiteY1001" fmla="*/ 347539 h 1454091"/>
                <a:gd name="connsiteX1002" fmla="*/ 1978680 w 1983597"/>
                <a:gd name="connsiteY1002" fmla="*/ 350818 h 1454091"/>
                <a:gd name="connsiteX1003" fmla="*/ 1980319 w 1983597"/>
                <a:gd name="connsiteY1003" fmla="*/ 355736 h 1454091"/>
                <a:gd name="connsiteX1004" fmla="*/ 1983598 w 1983597"/>
                <a:gd name="connsiteY1004" fmla="*/ 359015 h 1454091"/>
                <a:gd name="connsiteX1005" fmla="*/ 1983598 w 1983597"/>
                <a:gd name="connsiteY1005" fmla="*/ 362294 h 1454091"/>
                <a:gd name="connsiteX1006" fmla="*/ 1980319 w 1983597"/>
                <a:gd name="connsiteY1006" fmla="*/ 363933 h 1454091"/>
                <a:gd name="connsiteX1007" fmla="*/ 1977040 w 1983597"/>
                <a:gd name="connsiteY1007" fmla="*/ 363933 h 1454091"/>
                <a:gd name="connsiteX1008" fmla="*/ 1972122 w 1983597"/>
                <a:gd name="connsiteY1008" fmla="*/ 362294 h 1454091"/>
                <a:gd name="connsiteX1009" fmla="*/ 1968843 w 1983597"/>
                <a:gd name="connsiteY1009" fmla="*/ 362294 h 1454091"/>
                <a:gd name="connsiteX1010" fmla="*/ 1965565 w 1983597"/>
                <a:gd name="connsiteY1010" fmla="*/ 360654 h 1454091"/>
                <a:gd name="connsiteX1011" fmla="*/ 1962286 w 1983597"/>
                <a:gd name="connsiteY1011" fmla="*/ 359015 h 1454091"/>
                <a:gd name="connsiteX1012" fmla="*/ 1957369 w 1983597"/>
                <a:gd name="connsiteY1012" fmla="*/ 359015 h 1454091"/>
                <a:gd name="connsiteX1013" fmla="*/ 1954090 w 1983597"/>
                <a:gd name="connsiteY1013" fmla="*/ 357375 h 1454091"/>
                <a:gd name="connsiteX1014" fmla="*/ 1950811 w 1983597"/>
                <a:gd name="connsiteY1014" fmla="*/ 357375 h 1454091"/>
                <a:gd name="connsiteX1015" fmla="*/ 1947532 w 1983597"/>
                <a:gd name="connsiteY1015" fmla="*/ 355736 h 1454091"/>
                <a:gd name="connsiteX1016" fmla="*/ 1942614 w 1983597"/>
                <a:gd name="connsiteY1016" fmla="*/ 355736 h 1454091"/>
                <a:gd name="connsiteX1017" fmla="*/ 1942614 w 1983597"/>
                <a:gd name="connsiteY1017" fmla="*/ 355736 h 1454091"/>
                <a:gd name="connsiteX1018" fmla="*/ 1939335 w 1983597"/>
                <a:gd name="connsiteY1018" fmla="*/ 352457 h 1454091"/>
                <a:gd name="connsiteX1019" fmla="*/ 1934417 w 1983597"/>
                <a:gd name="connsiteY1019" fmla="*/ 354097 h 1454091"/>
                <a:gd name="connsiteX1020" fmla="*/ 1936056 w 1983597"/>
                <a:gd name="connsiteY1020" fmla="*/ 355736 h 1454091"/>
                <a:gd name="connsiteX1021" fmla="*/ 1932778 w 1983597"/>
                <a:gd name="connsiteY1021" fmla="*/ 359015 h 1454091"/>
                <a:gd name="connsiteX1022" fmla="*/ 1932778 w 1983597"/>
                <a:gd name="connsiteY1022" fmla="*/ 363933 h 1454091"/>
                <a:gd name="connsiteX1023" fmla="*/ 1931139 w 1983597"/>
                <a:gd name="connsiteY1023" fmla="*/ 365572 h 1454091"/>
                <a:gd name="connsiteX1024" fmla="*/ 1927860 w 1983597"/>
                <a:gd name="connsiteY1024" fmla="*/ 367212 h 1454091"/>
                <a:gd name="connsiteX1025" fmla="*/ 1924582 w 1983597"/>
                <a:gd name="connsiteY1025" fmla="*/ 368851 h 1454091"/>
                <a:gd name="connsiteX1026" fmla="*/ 1919663 w 1983597"/>
                <a:gd name="connsiteY1026" fmla="*/ 368851 h 1454091"/>
                <a:gd name="connsiteX1027" fmla="*/ 1918024 w 1983597"/>
                <a:gd name="connsiteY1027" fmla="*/ 372129 h 1454091"/>
                <a:gd name="connsiteX1028" fmla="*/ 1921303 w 1983597"/>
                <a:gd name="connsiteY1028" fmla="*/ 375408 h 1454091"/>
                <a:gd name="connsiteX1029" fmla="*/ 1924582 w 1983597"/>
                <a:gd name="connsiteY1029" fmla="*/ 378687 h 1454091"/>
                <a:gd name="connsiteX1030" fmla="*/ 1929500 w 1983597"/>
                <a:gd name="connsiteY1030" fmla="*/ 383605 h 1454091"/>
                <a:gd name="connsiteX1031" fmla="*/ 1931139 w 1983597"/>
                <a:gd name="connsiteY1031" fmla="*/ 385244 h 1454091"/>
                <a:gd name="connsiteX1032" fmla="*/ 1934417 w 1983597"/>
                <a:gd name="connsiteY1032" fmla="*/ 388523 h 1454091"/>
                <a:gd name="connsiteX1033" fmla="*/ 1936056 w 1983597"/>
                <a:gd name="connsiteY1033" fmla="*/ 391802 h 1454091"/>
                <a:gd name="connsiteX1034" fmla="*/ 1939335 w 1983597"/>
                <a:gd name="connsiteY1034" fmla="*/ 396719 h 1454091"/>
                <a:gd name="connsiteX1035" fmla="*/ 1942614 w 1983597"/>
                <a:gd name="connsiteY1035" fmla="*/ 399998 h 1454091"/>
                <a:gd name="connsiteX1036" fmla="*/ 1945893 w 1983597"/>
                <a:gd name="connsiteY1036" fmla="*/ 403277 h 1454091"/>
                <a:gd name="connsiteX1037" fmla="*/ 1947532 w 1983597"/>
                <a:gd name="connsiteY1037" fmla="*/ 408195 h 1454091"/>
                <a:gd name="connsiteX1038" fmla="*/ 1947532 w 1983597"/>
                <a:gd name="connsiteY1038" fmla="*/ 408195 h 1454091"/>
                <a:gd name="connsiteX1039" fmla="*/ 1950811 w 1983597"/>
                <a:gd name="connsiteY1039" fmla="*/ 411474 h 1454091"/>
                <a:gd name="connsiteX1040" fmla="*/ 1950811 w 1983597"/>
                <a:gd name="connsiteY1040" fmla="*/ 416392 h 1454091"/>
                <a:gd name="connsiteX1041" fmla="*/ 1952450 w 1983597"/>
                <a:gd name="connsiteY1041" fmla="*/ 419670 h 1454091"/>
                <a:gd name="connsiteX1042" fmla="*/ 1955729 w 1983597"/>
                <a:gd name="connsiteY1042" fmla="*/ 422949 h 1454091"/>
                <a:gd name="connsiteX1043" fmla="*/ 1957369 w 1983597"/>
                <a:gd name="connsiteY1043" fmla="*/ 427867 h 1454091"/>
                <a:gd name="connsiteX1044" fmla="*/ 1960646 w 1983597"/>
                <a:gd name="connsiteY1044" fmla="*/ 431146 h 1454091"/>
                <a:gd name="connsiteX1045" fmla="*/ 1962286 w 1983597"/>
                <a:gd name="connsiteY1045" fmla="*/ 432785 h 1454091"/>
                <a:gd name="connsiteX1046" fmla="*/ 1965565 w 1983597"/>
                <a:gd name="connsiteY1046" fmla="*/ 436064 h 1454091"/>
                <a:gd name="connsiteX1047" fmla="*/ 1967204 w 1983597"/>
                <a:gd name="connsiteY1047" fmla="*/ 439342 h 1454091"/>
                <a:gd name="connsiteX1048" fmla="*/ 1965565 w 1983597"/>
                <a:gd name="connsiteY1048" fmla="*/ 442621 h 1454091"/>
                <a:gd name="connsiteX1049" fmla="*/ 1968843 w 1983597"/>
                <a:gd name="connsiteY1049" fmla="*/ 447539 h 1454091"/>
                <a:gd name="connsiteX1050" fmla="*/ 1967204 w 1983597"/>
                <a:gd name="connsiteY1050" fmla="*/ 450818 h 1454091"/>
                <a:gd name="connsiteX1051" fmla="*/ 1968843 w 1983597"/>
                <a:gd name="connsiteY1051" fmla="*/ 454096 h 1454091"/>
                <a:gd name="connsiteX1052" fmla="*/ 1968843 w 1983597"/>
                <a:gd name="connsiteY1052" fmla="*/ 459014 h 1454091"/>
                <a:gd name="connsiteX1053" fmla="*/ 1963925 w 1983597"/>
                <a:gd name="connsiteY1053" fmla="*/ 459014 h 1454091"/>
                <a:gd name="connsiteX1054" fmla="*/ 1960646 w 1983597"/>
                <a:gd name="connsiteY1054" fmla="*/ 457375 h 1454091"/>
                <a:gd name="connsiteX1055" fmla="*/ 1957369 w 1983597"/>
                <a:gd name="connsiteY1055" fmla="*/ 460654 h 1454091"/>
                <a:gd name="connsiteX1056" fmla="*/ 1954090 w 1983597"/>
                <a:gd name="connsiteY1056" fmla="*/ 462293 h 1454091"/>
                <a:gd name="connsiteX1057" fmla="*/ 1950811 w 1983597"/>
                <a:gd name="connsiteY1057" fmla="*/ 465572 h 1454091"/>
                <a:gd name="connsiteX1058" fmla="*/ 1954090 w 1983597"/>
                <a:gd name="connsiteY1058" fmla="*/ 467211 h 1454091"/>
                <a:gd name="connsiteX1059" fmla="*/ 1959007 w 1983597"/>
                <a:gd name="connsiteY1059" fmla="*/ 467211 h 1454091"/>
                <a:gd name="connsiteX1060" fmla="*/ 1960646 w 1983597"/>
                <a:gd name="connsiteY1060" fmla="*/ 472129 h 1454091"/>
                <a:gd name="connsiteX1061" fmla="*/ 1962286 w 1983597"/>
                <a:gd name="connsiteY1061" fmla="*/ 475408 h 1454091"/>
                <a:gd name="connsiteX1062" fmla="*/ 1963925 w 1983597"/>
                <a:gd name="connsiteY1062" fmla="*/ 478686 h 1454091"/>
                <a:gd name="connsiteX1063" fmla="*/ 1960646 w 1983597"/>
                <a:gd name="connsiteY1063" fmla="*/ 475408 h 1454091"/>
                <a:gd name="connsiteX1064" fmla="*/ 1959007 w 1983597"/>
                <a:gd name="connsiteY1064" fmla="*/ 473768 h 1454091"/>
                <a:gd name="connsiteX1065" fmla="*/ 1957369 w 1983597"/>
                <a:gd name="connsiteY1065" fmla="*/ 472129 h 1454091"/>
                <a:gd name="connsiteX1066" fmla="*/ 1954090 w 1983597"/>
                <a:gd name="connsiteY1066" fmla="*/ 470490 h 1454091"/>
                <a:gd name="connsiteX1067" fmla="*/ 1952450 w 1983597"/>
                <a:gd name="connsiteY1067" fmla="*/ 468850 h 1454091"/>
                <a:gd name="connsiteX1068" fmla="*/ 1947532 w 1983597"/>
                <a:gd name="connsiteY1068" fmla="*/ 467211 h 1454091"/>
                <a:gd name="connsiteX1069" fmla="*/ 1944253 w 1983597"/>
                <a:gd name="connsiteY1069" fmla="*/ 465572 h 1454091"/>
                <a:gd name="connsiteX1070" fmla="*/ 1942614 w 1983597"/>
                <a:gd name="connsiteY1070" fmla="*/ 462293 h 1454091"/>
                <a:gd name="connsiteX1071" fmla="*/ 1940975 w 1983597"/>
                <a:gd name="connsiteY1071" fmla="*/ 459014 h 1454091"/>
                <a:gd name="connsiteX1072" fmla="*/ 1940975 w 1983597"/>
                <a:gd name="connsiteY1072" fmla="*/ 457375 h 1454091"/>
                <a:gd name="connsiteX1073" fmla="*/ 1937696 w 1983597"/>
                <a:gd name="connsiteY1073" fmla="*/ 457375 h 1454091"/>
                <a:gd name="connsiteX1074" fmla="*/ 1932778 w 1983597"/>
                <a:gd name="connsiteY1074" fmla="*/ 454096 h 1454091"/>
                <a:gd name="connsiteX1075" fmla="*/ 1929500 w 1983597"/>
                <a:gd name="connsiteY1075" fmla="*/ 454096 h 1454091"/>
                <a:gd name="connsiteX1076" fmla="*/ 1929500 w 1983597"/>
                <a:gd name="connsiteY1076" fmla="*/ 454096 h 1454091"/>
                <a:gd name="connsiteX1077" fmla="*/ 1924582 w 1983597"/>
                <a:gd name="connsiteY1077" fmla="*/ 454096 h 1454091"/>
                <a:gd name="connsiteX1078" fmla="*/ 1924582 w 1983597"/>
                <a:gd name="connsiteY1078" fmla="*/ 454096 h 1454091"/>
                <a:gd name="connsiteX1079" fmla="*/ 1926221 w 1983597"/>
                <a:gd name="connsiteY1079" fmla="*/ 459014 h 1454091"/>
                <a:gd name="connsiteX1080" fmla="*/ 1926221 w 1983597"/>
                <a:gd name="connsiteY1080" fmla="*/ 462293 h 1454091"/>
                <a:gd name="connsiteX1081" fmla="*/ 1927860 w 1983597"/>
                <a:gd name="connsiteY1081" fmla="*/ 465572 h 1454091"/>
                <a:gd name="connsiteX1082" fmla="*/ 1927860 w 1983597"/>
                <a:gd name="connsiteY1082" fmla="*/ 465572 h 1454091"/>
                <a:gd name="connsiteX1083" fmla="*/ 1929500 w 1983597"/>
                <a:gd name="connsiteY1083" fmla="*/ 470490 h 1454091"/>
                <a:gd name="connsiteX1084" fmla="*/ 1931139 w 1983597"/>
                <a:gd name="connsiteY1084" fmla="*/ 473768 h 1454091"/>
                <a:gd name="connsiteX1085" fmla="*/ 1931139 w 1983597"/>
                <a:gd name="connsiteY1085" fmla="*/ 477047 h 1454091"/>
                <a:gd name="connsiteX1086" fmla="*/ 1927860 w 1983597"/>
                <a:gd name="connsiteY1086" fmla="*/ 478686 h 1454091"/>
                <a:gd name="connsiteX1087" fmla="*/ 1926221 w 1983597"/>
                <a:gd name="connsiteY1087" fmla="*/ 478686 h 1454091"/>
                <a:gd name="connsiteX1088" fmla="*/ 1926221 w 1983597"/>
                <a:gd name="connsiteY1088" fmla="*/ 478686 h 1454091"/>
                <a:gd name="connsiteX1089" fmla="*/ 1922942 w 1983597"/>
                <a:gd name="connsiteY1089" fmla="*/ 477047 h 1454091"/>
                <a:gd name="connsiteX1090" fmla="*/ 1919663 w 1983597"/>
                <a:gd name="connsiteY1090" fmla="*/ 478686 h 1454091"/>
                <a:gd name="connsiteX1091" fmla="*/ 1918024 w 1983597"/>
                <a:gd name="connsiteY1091" fmla="*/ 481965 h 1454091"/>
                <a:gd name="connsiteX1092" fmla="*/ 1919663 w 1983597"/>
                <a:gd name="connsiteY1092" fmla="*/ 485244 h 1454091"/>
                <a:gd name="connsiteX1093" fmla="*/ 1919663 w 1983597"/>
                <a:gd name="connsiteY1093" fmla="*/ 488522 h 1454091"/>
                <a:gd name="connsiteX1094" fmla="*/ 1916385 w 1983597"/>
                <a:gd name="connsiteY1094" fmla="*/ 491801 h 1454091"/>
                <a:gd name="connsiteX1095" fmla="*/ 1913106 w 1983597"/>
                <a:gd name="connsiteY1095" fmla="*/ 495080 h 1454091"/>
                <a:gd name="connsiteX1096" fmla="*/ 1909827 w 1983597"/>
                <a:gd name="connsiteY1096" fmla="*/ 495080 h 1454091"/>
                <a:gd name="connsiteX1097" fmla="*/ 1904910 w 1983597"/>
                <a:gd name="connsiteY1097" fmla="*/ 495080 h 1454091"/>
                <a:gd name="connsiteX1098" fmla="*/ 1901631 w 1983597"/>
                <a:gd name="connsiteY1098" fmla="*/ 496719 h 1454091"/>
                <a:gd name="connsiteX1099" fmla="*/ 1898352 w 1983597"/>
                <a:gd name="connsiteY1099" fmla="*/ 496719 h 1454091"/>
                <a:gd name="connsiteX1100" fmla="*/ 1898352 w 1983597"/>
                <a:gd name="connsiteY1100" fmla="*/ 495080 h 1454091"/>
                <a:gd name="connsiteX1101" fmla="*/ 1895073 w 1983597"/>
                <a:gd name="connsiteY1101" fmla="*/ 495080 h 1454091"/>
                <a:gd name="connsiteX1102" fmla="*/ 1891795 w 1983597"/>
                <a:gd name="connsiteY1102" fmla="*/ 495080 h 1454091"/>
                <a:gd name="connsiteX1103" fmla="*/ 1888516 w 1983597"/>
                <a:gd name="connsiteY1103" fmla="*/ 495080 h 1454091"/>
                <a:gd name="connsiteX1104" fmla="*/ 1883598 w 1983597"/>
                <a:gd name="connsiteY1104" fmla="*/ 496719 h 1454091"/>
                <a:gd name="connsiteX1105" fmla="*/ 1885237 w 1983597"/>
                <a:gd name="connsiteY1105" fmla="*/ 498359 h 1454091"/>
                <a:gd name="connsiteX1106" fmla="*/ 1888516 w 1983597"/>
                <a:gd name="connsiteY1106" fmla="*/ 503276 h 1454091"/>
                <a:gd name="connsiteX1107" fmla="*/ 1890155 w 1983597"/>
                <a:gd name="connsiteY1107" fmla="*/ 504916 h 1454091"/>
                <a:gd name="connsiteX1108" fmla="*/ 1893434 w 1983597"/>
                <a:gd name="connsiteY1108" fmla="*/ 508194 h 1454091"/>
                <a:gd name="connsiteX1109" fmla="*/ 1893434 w 1983597"/>
                <a:gd name="connsiteY1109" fmla="*/ 508194 h 1454091"/>
                <a:gd name="connsiteX1110" fmla="*/ 1895073 w 1983597"/>
                <a:gd name="connsiteY1110" fmla="*/ 509834 h 1454091"/>
                <a:gd name="connsiteX1111" fmla="*/ 1898352 w 1983597"/>
                <a:gd name="connsiteY1111" fmla="*/ 511473 h 1454091"/>
                <a:gd name="connsiteX1112" fmla="*/ 1903270 w 1983597"/>
                <a:gd name="connsiteY1112" fmla="*/ 514752 h 1454091"/>
                <a:gd name="connsiteX1113" fmla="*/ 1903270 w 1983597"/>
                <a:gd name="connsiteY1113" fmla="*/ 518031 h 1454091"/>
                <a:gd name="connsiteX1114" fmla="*/ 1903270 w 1983597"/>
                <a:gd name="connsiteY1114" fmla="*/ 522949 h 1454091"/>
                <a:gd name="connsiteX1115" fmla="*/ 1899992 w 1983597"/>
                <a:gd name="connsiteY1115" fmla="*/ 522949 h 1454091"/>
                <a:gd name="connsiteX1116" fmla="*/ 1895073 w 1983597"/>
                <a:gd name="connsiteY1116" fmla="*/ 521309 h 1454091"/>
                <a:gd name="connsiteX1117" fmla="*/ 1893434 w 1983597"/>
                <a:gd name="connsiteY1117" fmla="*/ 521309 h 1454091"/>
                <a:gd name="connsiteX1118" fmla="*/ 1890155 w 1983597"/>
                <a:gd name="connsiteY1118" fmla="*/ 522949 h 1454091"/>
                <a:gd name="connsiteX1119" fmla="*/ 1886876 w 1983597"/>
                <a:gd name="connsiteY1119" fmla="*/ 521309 h 1454091"/>
                <a:gd name="connsiteX1120" fmla="*/ 1883598 w 1983597"/>
                <a:gd name="connsiteY1120" fmla="*/ 522949 h 1454091"/>
                <a:gd name="connsiteX1121" fmla="*/ 1878680 w 1983597"/>
                <a:gd name="connsiteY1121" fmla="*/ 521309 h 1454091"/>
                <a:gd name="connsiteX1122" fmla="*/ 1875402 w 1983597"/>
                <a:gd name="connsiteY1122" fmla="*/ 519670 h 1454091"/>
                <a:gd name="connsiteX1123" fmla="*/ 1872123 w 1983597"/>
                <a:gd name="connsiteY1123" fmla="*/ 519670 h 1454091"/>
                <a:gd name="connsiteX1124" fmla="*/ 1868844 w 1983597"/>
                <a:gd name="connsiteY1124" fmla="*/ 518031 h 1454091"/>
                <a:gd name="connsiteX1125" fmla="*/ 1865565 w 1983597"/>
                <a:gd name="connsiteY1125" fmla="*/ 518031 h 1454091"/>
                <a:gd name="connsiteX1126" fmla="*/ 1860647 w 1983597"/>
                <a:gd name="connsiteY1126" fmla="*/ 514752 h 1454091"/>
                <a:gd name="connsiteX1127" fmla="*/ 1857368 w 1983597"/>
                <a:gd name="connsiteY1127" fmla="*/ 511473 h 1454091"/>
                <a:gd name="connsiteX1128" fmla="*/ 1855729 w 1983597"/>
                <a:gd name="connsiteY1128" fmla="*/ 509834 h 1454091"/>
                <a:gd name="connsiteX1129" fmla="*/ 1852451 w 1983597"/>
                <a:gd name="connsiteY1129" fmla="*/ 506555 h 1454091"/>
                <a:gd name="connsiteX1130" fmla="*/ 1849172 w 1983597"/>
                <a:gd name="connsiteY1130" fmla="*/ 504916 h 1454091"/>
                <a:gd name="connsiteX1131" fmla="*/ 1847533 w 1983597"/>
                <a:gd name="connsiteY1131" fmla="*/ 508194 h 1454091"/>
                <a:gd name="connsiteX1132" fmla="*/ 1842615 w 1983597"/>
                <a:gd name="connsiteY1132" fmla="*/ 511473 h 1454091"/>
                <a:gd name="connsiteX1133" fmla="*/ 1840975 w 1983597"/>
                <a:gd name="connsiteY1133" fmla="*/ 511473 h 1454091"/>
                <a:gd name="connsiteX1134" fmla="*/ 1842615 w 1983597"/>
                <a:gd name="connsiteY1134" fmla="*/ 514752 h 1454091"/>
                <a:gd name="connsiteX1135" fmla="*/ 1842615 w 1983597"/>
                <a:gd name="connsiteY1135" fmla="*/ 518031 h 1454091"/>
                <a:gd name="connsiteX1136" fmla="*/ 1842615 w 1983597"/>
                <a:gd name="connsiteY1136" fmla="*/ 521309 h 1454091"/>
                <a:gd name="connsiteX1137" fmla="*/ 1842615 w 1983597"/>
                <a:gd name="connsiteY1137" fmla="*/ 522949 h 1454091"/>
                <a:gd name="connsiteX1138" fmla="*/ 1842615 w 1983597"/>
                <a:gd name="connsiteY1138" fmla="*/ 526227 h 1454091"/>
                <a:gd name="connsiteX1139" fmla="*/ 1840975 w 1983597"/>
                <a:gd name="connsiteY1139" fmla="*/ 529506 h 1454091"/>
                <a:gd name="connsiteX1140" fmla="*/ 1840975 w 1983597"/>
                <a:gd name="connsiteY1140" fmla="*/ 532784 h 1454091"/>
                <a:gd name="connsiteX1141" fmla="*/ 1839336 w 1983597"/>
                <a:gd name="connsiteY1141" fmla="*/ 534424 h 1454091"/>
                <a:gd name="connsiteX1142" fmla="*/ 1837696 w 1983597"/>
                <a:gd name="connsiteY1142" fmla="*/ 537703 h 1454091"/>
                <a:gd name="connsiteX1143" fmla="*/ 1836057 w 1983597"/>
                <a:gd name="connsiteY1143" fmla="*/ 540981 h 1454091"/>
                <a:gd name="connsiteX1144" fmla="*/ 1834418 w 1983597"/>
                <a:gd name="connsiteY1144" fmla="*/ 545899 h 1454091"/>
                <a:gd name="connsiteX1145" fmla="*/ 1831139 w 1983597"/>
                <a:gd name="connsiteY1145" fmla="*/ 545899 h 1454091"/>
                <a:gd name="connsiteX1146" fmla="*/ 1826222 w 1983597"/>
                <a:gd name="connsiteY1146" fmla="*/ 545899 h 1454091"/>
                <a:gd name="connsiteX1147" fmla="*/ 1826222 w 1983597"/>
                <a:gd name="connsiteY1147" fmla="*/ 547539 h 1454091"/>
                <a:gd name="connsiteX1148" fmla="*/ 1826222 w 1983597"/>
                <a:gd name="connsiteY1148" fmla="*/ 550817 h 1454091"/>
                <a:gd name="connsiteX1149" fmla="*/ 1822943 w 1983597"/>
                <a:gd name="connsiteY1149" fmla="*/ 552456 h 1454091"/>
                <a:gd name="connsiteX1150" fmla="*/ 1821303 w 1983597"/>
                <a:gd name="connsiteY1150" fmla="*/ 555735 h 1454091"/>
                <a:gd name="connsiteX1151" fmla="*/ 1818025 w 1983597"/>
                <a:gd name="connsiteY1151" fmla="*/ 555735 h 1454091"/>
                <a:gd name="connsiteX1152" fmla="*/ 1818025 w 1983597"/>
                <a:gd name="connsiteY1152" fmla="*/ 555735 h 1454091"/>
                <a:gd name="connsiteX1153" fmla="*/ 1814746 w 1983597"/>
                <a:gd name="connsiteY1153" fmla="*/ 557374 h 1454091"/>
                <a:gd name="connsiteX1154" fmla="*/ 1809828 w 1983597"/>
                <a:gd name="connsiteY1154" fmla="*/ 560653 h 1454091"/>
                <a:gd name="connsiteX1155" fmla="*/ 1809828 w 1983597"/>
                <a:gd name="connsiteY1155" fmla="*/ 563932 h 1454091"/>
                <a:gd name="connsiteX1156" fmla="*/ 1808188 w 1983597"/>
                <a:gd name="connsiteY1156" fmla="*/ 563932 h 1454091"/>
                <a:gd name="connsiteX1157" fmla="*/ 1808188 w 1983597"/>
                <a:gd name="connsiteY1157" fmla="*/ 563932 h 1454091"/>
                <a:gd name="connsiteX1158" fmla="*/ 1804909 w 1983597"/>
                <a:gd name="connsiteY1158" fmla="*/ 563932 h 1454091"/>
                <a:gd name="connsiteX1159" fmla="*/ 1803270 w 1983597"/>
                <a:gd name="connsiteY1159" fmla="*/ 568850 h 1454091"/>
                <a:gd name="connsiteX1160" fmla="*/ 1799992 w 1983597"/>
                <a:gd name="connsiteY1160" fmla="*/ 572129 h 1454091"/>
                <a:gd name="connsiteX1161" fmla="*/ 1798353 w 1983597"/>
                <a:gd name="connsiteY1161" fmla="*/ 575407 h 1454091"/>
                <a:gd name="connsiteX1162" fmla="*/ 1795074 w 1983597"/>
                <a:gd name="connsiteY1162" fmla="*/ 578686 h 1454091"/>
                <a:gd name="connsiteX1163" fmla="*/ 1795074 w 1983597"/>
                <a:gd name="connsiteY1163" fmla="*/ 580325 h 1454091"/>
                <a:gd name="connsiteX1164" fmla="*/ 1795074 w 1983597"/>
                <a:gd name="connsiteY1164" fmla="*/ 580325 h 1454091"/>
                <a:gd name="connsiteX1165" fmla="*/ 1795074 w 1983597"/>
                <a:gd name="connsiteY1165" fmla="*/ 580325 h 1454091"/>
                <a:gd name="connsiteX1166" fmla="*/ 1796713 w 1983597"/>
                <a:gd name="connsiteY1166" fmla="*/ 583604 h 1454091"/>
                <a:gd name="connsiteX1167" fmla="*/ 1795074 w 1983597"/>
                <a:gd name="connsiteY1167" fmla="*/ 588522 h 1454091"/>
                <a:gd name="connsiteX1168" fmla="*/ 1791795 w 1983597"/>
                <a:gd name="connsiteY1168" fmla="*/ 591801 h 1454091"/>
                <a:gd name="connsiteX1169" fmla="*/ 1788516 w 1983597"/>
                <a:gd name="connsiteY1169" fmla="*/ 591801 h 1454091"/>
                <a:gd name="connsiteX1170" fmla="*/ 1785238 w 1983597"/>
                <a:gd name="connsiteY1170" fmla="*/ 591801 h 1454091"/>
                <a:gd name="connsiteX1171" fmla="*/ 1781959 w 1983597"/>
                <a:gd name="connsiteY1171" fmla="*/ 591801 h 1454091"/>
                <a:gd name="connsiteX1172" fmla="*/ 1777041 w 1983597"/>
                <a:gd name="connsiteY1172" fmla="*/ 591801 h 1454091"/>
                <a:gd name="connsiteX1173" fmla="*/ 1773763 w 1983597"/>
                <a:gd name="connsiteY1173" fmla="*/ 588522 h 1454091"/>
                <a:gd name="connsiteX1174" fmla="*/ 1773763 w 1983597"/>
                <a:gd name="connsiteY1174" fmla="*/ 591801 h 1454091"/>
                <a:gd name="connsiteX1175" fmla="*/ 1772123 w 1983597"/>
                <a:gd name="connsiteY1175" fmla="*/ 593440 h 1454091"/>
                <a:gd name="connsiteX1176" fmla="*/ 1772123 w 1983597"/>
                <a:gd name="connsiteY1176" fmla="*/ 593440 h 1454091"/>
                <a:gd name="connsiteX1177" fmla="*/ 1767205 w 1983597"/>
                <a:gd name="connsiteY1177" fmla="*/ 593440 h 1454091"/>
                <a:gd name="connsiteX1178" fmla="*/ 1763926 w 1983597"/>
                <a:gd name="connsiteY1178" fmla="*/ 593440 h 1454091"/>
                <a:gd name="connsiteX1179" fmla="*/ 1763926 w 1983597"/>
                <a:gd name="connsiteY1179" fmla="*/ 596719 h 1454091"/>
                <a:gd name="connsiteX1180" fmla="*/ 1760648 w 1983597"/>
                <a:gd name="connsiteY1180" fmla="*/ 598358 h 1454091"/>
                <a:gd name="connsiteX1181" fmla="*/ 1757369 w 1983597"/>
                <a:gd name="connsiteY1181" fmla="*/ 598358 h 1454091"/>
                <a:gd name="connsiteX1182" fmla="*/ 1752451 w 1983597"/>
                <a:gd name="connsiteY1182" fmla="*/ 601637 h 1454091"/>
                <a:gd name="connsiteX1183" fmla="*/ 1749173 w 1983597"/>
                <a:gd name="connsiteY1183" fmla="*/ 603276 h 1454091"/>
                <a:gd name="connsiteX1184" fmla="*/ 1745894 w 1983597"/>
                <a:gd name="connsiteY1184" fmla="*/ 604915 h 1454091"/>
                <a:gd name="connsiteX1185" fmla="*/ 1742615 w 1983597"/>
                <a:gd name="connsiteY1185" fmla="*/ 608194 h 1454091"/>
                <a:gd name="connsiteX1186" fmla="*/ 1739336 w 1983597"/>
                <a:gd name="connsiteY1186" fmla="*/ 609833 h 1454091"/>
                <a:gd name="connsiteX1187" fmla="*/ 1736058 w 1983597"/>
                <a:gd name="connsiteY1187" fmla="*/ 613112 h 1454091"/>
                <a:gd name="connsiteX1188" fmla="*/ 1734418 w 1983597"/>
                <a:gd name="connsiteY1188" fmla="*/ 616391 h 1454091"/>
                <a:gd name="connsiteX1189" fmla="*/ 1732779 w 1983597"/>
                <a:gd name="connsiteY1189" fmla="*/ 621309 h 1454091"/>
                <a:gd name="connsiteX1190" fmla="*/ 1732779 w 1983597"/>
                <a:gd name="connsiteY1190" fmla="*/ 624587 h 1454091"/>
                <a:gd name="connsiteX1191" fmla="*/ 1729500 w 1983597"/>
                <a:gd name="connsiteY1191" fmla="*/ 626227 h 1454091"/>
                <a:gd name="connsiteX1192" fmla="*/ 1729500 w 1983597"/>
                <a:gd name="connsiteY1192" fmla="*/ 629505 h 1454091"/>
                <a:gd name="connsiteX1193" fmla="*/ 1726221 w 1983597"/>
                <a:gd name="connsiteY1193" fmla="*/ 627866 h 1454091"/>
                <a:gd name="connsiteX1194" fmla="*/ 1724583 w 1983597"/>
                <a:gd name="connsiteY1194" fmla="*/ 627866 h 1454091"/>
                <a:gd name="connsiteX1195" fmla="*/ 1721304 w 1983597"/>
                <a:gd name="connsiteY1195" fmla="*/ 627866 h 1454091"/>
                <a:gd name="connsiteX1196" fmla="*/ 1722943 w 1983597"/>
                <a:gd name="connsiteY1196" fmla="*/ 631145 h 1454091"/>
                <a:gd name="connsiteX1197" fmla="*/ 1719665 w 1983597"/>
                <a:gd name="connsiteY1197" fmla="*/ 634423 h 1454091"/>
                <a:gd name="connsiteX1198" fmla="*/ 1714746 w 1983597"/>
                <a:gd name="connsiteY1198" fmla="*/ 636063 h 1454091"/>
                <a:gd name="connsiteX1199" fmla="*/ 1711468 w 1983597"/>
                <a:gd name="connsiteY1199" fmla="*/ 637702 h 1454091"/>
                <a:gd name="connsiteX1200" fmla="*/ 1708189 w 1983597"/>
                <a:gd name="connsiteY1200" fmla="*/ 640981 h 1454091"/>
                <a:gd name="connsiteX1201" fmla="*/ 1704910 w 1983597"/>
                <a:gd name="connsiteY1201" fmla="*/ 636063 h 1454091"/>
                <a:gd name="connsiteX1202" fmla="*/ 1703271 w 1983597"/>
                <a:gd name="connsiteY1202" fmla="*/ 632784 h 1454091"/>
                <a:gd name="connsiteX1203" fmla="*/ 1708189 w 1983597"/>
                <a:gd name="connsiteY1203" fmla="*/ 629505 h 1454091"/>
                <a:gd name="connsiteX1204" fmla="*/ 1709828 w 1983597"/>
                <a:gd name="connsiteY1204" fmla="*/ 626227 h 1454091"/>
                <a:gd name="connsiteX1205" fmla="*/ 1713107 w 1983597"/>
                <a:gd name="connsiteY1205" fmla="*/ 627866 h 1454091"/>
                <a:gd name="connsiteX1206" fmla="*/ 1716386 w 1983597"/>
                <a:gd name="connsiteY1206" fmla="*/ 624587 h 1454091"/>
                <a:gd name="connsiteX1207" fmla="*/ 1718025 w 1983597"/>
                <a:gd name="connsiteY1207" fmla="*/ 621309 h 1454091"/>
                <a:gd name="connsiteX1208" fmla="*/ 1714746 w 1983597"/>
                <a:gd name="connsiteY1208" fmla="*/ 618030 h 1454091"/>
                <a:gd name="connsiteX1209" fmla="*/ 1716386 w 1983597"/>
                <a:gd name="connsiteY1209" fmla="*/ 613112 h 1454091"/>
                <a:gd name="connsiteX1210" fmla="*/ 1719665 w 1983597"/>
                <a:gd name="connsiteY1210" fmla="*/ 611473 h 1454091"/>
                <a:gd name="connsiteX1211" fmla="*/ 1722943 w 1983597"/>
                <a:gd name="connsiteY1211" fmla="*/ 609833 h 1454091"/>
                <a:gd name="connsiteX1212" fmla="*/ 1718025 w 1983597"/>
                <a:gd name="connsiteY1212" fmla="*/ 611473 h 1454091"/>
                <a:gd name="connsiteX1213" fmla="*/ 1714746 w 1983597"/>
                <a:gd name="connsiteY1213" fmla="*/ 609833 h 1454091"/>
                <a:gd name="connsiteX1214" fmla="*/ 1711468 w 1983597"/>
                <a:gd name="connsiteY1214" fmla="*/ 611473 h 1454091"/>
                <a:gd name="connsiteX1215" fmla="*/ 1708189 w 1983597"/>
                <a:gd name="connsiteY1215" fmla="*/ 611473 h 1454091"/>
                <a:gd name="connsiteX1216" fmla="*/ 1704910 w 1983597"/>
                <a:gd name="connsiteY1216" fmla="*/ 608194 h 1454091"/>
                <a:gd name="connsiteX1217" fmla="*/ 1701631 w 1983597"/>
                <a:gd name="connsiteY1217" fmla="*/ 604915 h 1454091"/>
                <a:gd name="connsiteX1218" fmla="*/ 1698353 w 1983597"/>
                <a:gd name="connsiteY1218" fmla="*/ 604915 h 1454091"/>
                <a:gd name="connsiteX1219" fmla="*/ 1695075 w 1983597"/>
                <a:gd name="connsiteY1219" fmla="*/ 604915 h 1454091"/>
                <a:gd name="connsiteX1220" fmla="*/ 1698353 w 1983597"/>
                <a:gd name="connsiteY1220" fmla="*/ 601637 h 1454091"/>
                <a:gd name="connsiteX1221" fmla="*/ 1703271 w 1983597"/>
                <a:gd name="connsiteY1221" fmla="*/ 599997 h 1454091"/>
                <a:gd name="connsiteX1222" fmla="*/ 1699992 w 1983597"/>
                <a:gd name="connsiteY1222" fmla="*/ 596719 h 1454091"/>
                <a:gd name="connsiteX1223" fmla="*/ 1698353 w 1983597"/>
                <a:gd name="connsiteY1223" fmla="*/ 591801 h 1454091"/>
                <a:gd name="connsiteX1224" fmla="*/ 1701631 w 1983597"/>
                <a:gd name="connsiteY1224" fmla="*/ 590161 h 1454091"/>
                <a:gd name="connsiteX1225" fmla="*/ 1704910 w 1983597"/>
                <a:gd name="connsiteY1225" fmla="*/ 588522 h 1454091"/>
                <a:gd name="connsiteX1226" fmla="*/ 1708189 w 1983597"/>
                <a:gd name="connsiteY1226" fmla="*/ 583604 h 1454091"/>
                <a:gd name="connsiteX1227" fmla="*/ 1708189 w 1983597"/>
                <a:gd name="connsiteY1227" fmla="*/ 580325 h 1454091"/>
                <a:gd name="connsiteX1228" fmla="*/ 1709828 w 1983597"/>
                <a:gd name="connsiteY1228" fmla="*/ 578686 h 1454091"/>
                <a:gd name="connsiteX1229" fmla="*/ 1709828 w 1983597"/>
                <a:gd name="connsiteY1229" fmla="*/ 575407 h 1454091"/>
                <a:gd name="connsiteX1230" fmla="*/ 1711468 w 1983597"/>
                <a:gd name="connsiteY1230" fmla="*/ 570489 h 1454091"/>
                <a:gd name="connsiteX1231" fmla="*/ 1713107 w 1983597"/>
                <a:gd name="connsiteY1231" fmla="*/ 567211 h 1454091"/>
                <a:gd name="connsiteX1232" fmla="*/ 1713107 w 1983597"/>
                <a:gd name="connsiteY1232" fmla="*/ 563932 h 1454091"/>
                <a:gd name="connsiteX1233" fmla="*/ 1711468 w 1983597"/>
                <a:gd name="connsiteY1233" fmla="*/ 560653 h 1454091"/>
                <a:gd name="connsiteX1234" fmla="*/ 1708189 w 1983597"/>
                <a:gd name="connsiteY1234" fmla="*/ 559014 h 1454091"/>
                <a:gd name="connsiteX1235" fmla="*/ 1704910 w 1983597"/>
                <a:gd name="connsiteY1235" fmla="*/ 554096 h 1454091"/>
                <a:gd name="connsiteX1236" fmla="*/ 1704910 w 1983597"/>
                <a:gd name="connsiteY1236" fmla="*/ 554096 h 1454091"/>
                <a:gd name="connsiteX1237" fmla="*/ 1699992 w 1983597"/>
                <a:gd name="connsiteY1237" fmla="*/ 552456 h 1454091"/>
                <a:gd name="connsiteX1238" fmla="*/ 1696714 w 1983597"/>
                <a:gd name="connsiteY1238" fmla="*/ 550817 h 1454091"/>
                <a:gd name="connsiteX1239" fmla="*/ 1693435 w 1983597"/>
                <a:gd name="connsiteY1239" fmla="*/ 549178 h 1454091"/>
                <a:gd name="connsiteX1240" fmla="*/ 1688517 w 1983597"/>
                <a:gd name="connsiteY1240" fmla="*/ 545899 h 1454091"/>
                <a:gd name="connsiteX1241" fmla="*/ 1688517 w 1983597"/>
                <a:gd name="connsiteY1241" fmla="*/ 540981 h 1454091"/>
                <a:gd name="connsiteX1242" fmla="*/ 1688517 w 1983597"/>
                <a:gd name="connsiteY1242" fmla="*/ 540981 h 1454091"/>
                <a:gd name="connsiteX1243" fmla="*/ 1686878 w 1983597"/>
                <a:gd name="connsiteY1243" fmla="*/ 544260 h 1454091"/>
                <a:gd name="connsiteX1244" fmla="*/ 1683599 w 1983597"/>
                <a:gd name="connsiteY1244" fmla="*/ 547539 h 1454091"/>
                <a:gd name="connsiteX1245" fmla="*/ 1680320 w 1983597"/>
                <a:gd name="connsiteY1245" fmla="*/ 547539 h 1454091"/>
                <a:gd name="connsiteX1246" fmla="*/ 1677041 w 1983597"/>
                <a:gd name="connsiteY1246" fmla="*/ 544260 h 1454091"/>
                <a:gd name="connsiteX1247" fmla="*/ 1672124 w 1983597"/>
                <a:gd name="connsiteY1247" fmla="*/ 544260 h 1454091"/>
                <a:gd name="connsiteX1248" fmla="*/ 1668845 w 1983597"/>
                <a:gd name="connsiteY1248" fmla="*/ 544260 h 1454091"/>
                <a:gd name="connsiteX1249" fmla="*/ 1665566 w 1983597"/>
                <a:gd name="connsiteY1249" fmla="*/ 542621 h 1454091"/>
                <a:gd name="connsiteX1250" fmla="*/ 1662288 w 1983597"/>
                <a:gd name="connsiteY1250" fmla="*/ 545899 h 1454091"/>
                <a:gd name="connsiteX1251" fmla="*/ 1660648 w 1983597"/>
                <a:gd name="connsiteY1251" fmla="*/ 549178 h 1454091"/>
                <a:gd name="connsiteX1252" fmla="*/ 1663927 w 1983597"/>
                <a:gd name="connsiteY1252" fmla="*/ 552456 h 1454091"/>
                <a:gd name="connsiteX1253" fmla="*/ 1660648 w 1983597"/>
                <a:gd name="connsiteY1253" fmla="*/ 554096 h 1454091"/>
                <a:gd name="connsiteX1254" fmla="*/ 1659009 w 1983597"/>
                <a:gd name="connsiteY1254" fmla="*/ 554096 h 1454091"/>
                <a:gd name="connsiteX1255" fmla="*/ 1657369 w 1983597"/>
                <a:gd name="connsiteY1255" fmla="*/ 559014 h 1454091"/>
                <a:gd name="connsiteX1256" fmla="*/ 1655730 w 1983597"/>
                <a:gd name="connsiteY1256" fmla="*/ 562293 h 1454091"/>
                <a:gd name="connsiteX1257" fmla="*/ 1655730 w 1983597"/>
                <a:gd name="connsiteY1257" fmla="*/ 565571 h 1454091"/>
                <a:gd name="connsiteX1258" fmla="*/ 1654091 w 1983597"/>
                <a:gd name="connsiteY1258" fmla="*/ 570489 h 1454091"/>
                <a:gd name="connsiteX1259" fmla="*/ 1654091 w 1983597"/>
                <a:gd name="connsiteY1259" fmla="*/ 570489 h 1454091"/>
                <a:gd name="connsiteX1260" fmla="*/ 1654091 w 1983597"/>
                <a:gd name="connsiteY1260" fmla="*/ 575407 h 1454091"/>
                <a:gd name="connsiteX1261" fmla="*/ 1650812 w 1983597"/>
                <a:gd name="connsiteY1261" fmla="*/ 575407 h 1454091"/>
                <a:gd name="connsiteX1262" fmla="*/ 1645895 w 1983597"/>
                <a:gd name="connsiteY1262" fmla="*/ 578686 h 1454091"/>
                <a:gd name="connsiteX1263" fmla="*/ 1642616 w 1983597"/>
                <a:gd name="connsiteY1263" fmla="*/ 580325 h 1454091"/>
                <a:gd name="connsiteX1264" fmla="*/ 1640976 w 1983597"/>
                <a:gd name="connsiteY1264" fmla="*/ 581965 h 1454091"/>
                <a:gd name="connsiteX1265" fmla="*/ 1637698 w 1983597"/>
                <a:gd name="connsiteY1265" fmla="*/ 583604 h 1454091"/>
                <a:gd name="connsiteX1266" fmla="*/ 1636058 w 1983597"/>
                <a:gd name="connsiteY1266" fmla="*/ 585243 h 1454091"/>
                <a:gd name="connsiteX1267" fmla="*/ 1636058 w 1983597"/>
                <a:gd name="connsiteY1267" fmla="*/ 585243 h 1454091"/>
                <a:gd name="connsiteX1268" fmla="*/ 1634419 w 1983597"/>
                <a:gd name="connsiteY1268" fmla="*/ 586883 h 1454091"/>
                <a:gd name="connsiteX1269" fmla="*/ 1629501 w 1983597"/>
                <a:gd name="connsiteY1269" fmla="*/ 588522 h 1454091"/>
                <a:gd name="connsiteX1270" fmla="*/ 1627861 w 1983597"/>
                <a:gd name="connsiteY1270" fmla="*/ 591801 h 1454091"/>
                <a:gd name="connsiteX1271" fmla="*/ 1624582 w 1983597"/>
                <a:gd name="connsiteY1271" fmla="*/ 595079 h 1454091"/>
                <a:gd name="connsiteX1272" fmla="*/ 1624582 w 1983597"/>
                <a:gd name="connsiteY1272" fmla="*/ 598358 h 1454091"/>
                <a:gd name="connsiteX1273" fmla="*/ 1622943 w 1983597"/>
                <a:gd name="connsiteY1273" fmla="*/ 601637 h 1454091"/>
                <a:gd name="connsiteX1274" fmla="*/ 1624582 w 1983597"/>
                <a:gd name="connsiteY1274" fmla="*/ 606555 h 1454091"/>
                <a:gd name="connsiteX1275" fmla="*/ 1626222 w 1983597"/>
                <a:gd name="connsiteY1275" fmla="*/ 609833 h 1454091"/>
                <a:gd name="connsiteX1276" fmla="*/ 1626222 w 1983597"/>
                <a:gd name="connsiteY1276" fmla="*/ 611473 h 1454091"/>
                <a:gd name="connsiteX1277" fmla="*/ 1622943 w 1983597"/>
                <a:gd name="connsiteY1277" fmla="*/ 614751 h 1454091"/>
                <a:gd name="connsiteX1278" fmla="*/ 1622943 w 1983597"/>
                <a:gd name="connsiteY1278" fmla="*/ 619669 h 1454091"/>
                <a:gd name="connsiteX1279" fmla="*/ 1618026 w 1983597"/>
                <a:gd name="connsiteY1279" fmla="*/ 619669 h 1454091"/>
                <a:gd name="connsiteX1280" fmla="*/ 1614747 w 1983597"/>
                <a:gd name="connsiteY1280" fmla="*/ 621309 h 1454091"/>
                <a:gd name="connsiteX1281" fmla="*/ 1611468 w 1983597"/>
                <a:gd name="connsiteY1281" fmla="*/ 619669 h 1454091"/>
                <a:gd name="connsiteX1282" fmla="*/ 1608189 w 1983597"/>
                <a:gd name="connsiteY1282" fmla="*/ 619669 h 1454091"/>
                <a:gd name="connsiteX1283" fmla="*/ 1604911 w 1983597"/>
                <a:gd name="connsiteY1283" fmla="*/ 622948 h 1454091"/>
                <a:gd name="connsiteX1284" fmla="*/ 1599992 w 1983597"/>
                <a:gd name="connsiteY1284" fmla="*/ 626227 h 1454091"/>
                <a:gd name="connsiteX1285" fmla="*/ 1596714 w 1983597"/>
                <a:gd name="connsiteY1285" fmla="*/ 624587 h 1454091"/>
                <a:gd name="connsiteX1286" fmla="*/ 1593436 w 1983597"/>
                <a:gd name="connsiteY1286" fmla="*/ 621309 h 1454091"/>
                <a:gd name="connsiteX1287" fmla="*/ 1590157 w 1983597"/>
                <a:gd name="connsiteY1287" fmla="*/ 619669 h 1454091"/>
                <a:gd name="connsiteX1288" fmla="*/ 1585239 w 1983597"/>
                <a:gd name="connsiteY1288" fmla="*/ 618030 h 1454091"/>
                <a:gd name="connsiteX1289" fmla="*/ 1583599 w 1983597"/>
                <a:gd name="connsiteY1289" fmla="*/ 619669 h 1454091"/>
                <a:gd name="connsiteX1290" fmla="*/ 1580321 w 1983597"/>
                <a:gd name="connsiteY1290" fmla="*/ 621309 h 1454091"/>
                <a:gd name="connsiteX1291" fmla="*/ 1578681 w 1983597"/>
                <a:gd name="connsiteY1291" fmla="*/ 624587 h 1454091"/>
                <a:gd name="connsiteX1292" fmla="*/ 1578681 w 1983597"/>
                <a:gd name="connsiteY1292" fmla="*/ 627866 h 1454091"/>
                <a:gd name="connsiteX1293" fmla="*/ 1578681 w 1983597"/>
                <a:gd name="connsiteY1293" fmla="*/ 631145 h 1454091"/>
                <a:gd name="connsiteX1294" fmla="*/ 1578681 w 1983597"/>
                <a:gd name="connsiteY1294" fmla="*/ 634423 h 1454091"/>
                <a:gd name="connsiteX1295" fmla="*/ 1578681 w 1983597"/>
                <a:gd name="connsiteY1295" fmla="*/ 637702 h 1454091"/>
                <a:gd name="connsiteX1296" fmla="*/ 1578681 w 1983597"/>
                <a:gd name="connsiteY1296" fmla="*/ 640981 h 1454091"/>
                <a:gd name="connsiteX1297" fmla="*/ 1580321 w 1983597"/>
                <a:gd name="connsiteY1297" fmla="*/ 644259 h 1454091"/>
                <a:gd name="connsiteX1298" fmla="*/ 1581960 w 1983597"/>
                <a:gd name="connsiteY1298" fmla="*/ 647538 h 1454091"/>
                <a:gd name="connsiteX1299" fmla="*/ 1585239 w 1983597"/>
                <a:gd name="connsiteY1299" fmla="*/ 650817 h 1454091"/>
                <a:gd name="connsiteX1300" fmla="*/ 1590157 w 1983597"/>
                <a:gd name="connsiteY1300" fmla="*/ 655735 h 1454091"/>
                <a:gd name="connsiteX1301" fmla="*/ 1593436 w 1983597"/>
                <a:gd name="connsiteY1301" fmla="*/ 657374 h 1454091"/>
                <a:gd name="connsiteX1302" fmla="*/ 1596714 w 1983597"/>
                <a:gd name="connsiteY1302" fmla="*/ 660653 h 1454091"/>
                <a:gd name="connsiteX1303" fmla="*/ 1599992 w 1983597"/>
                <a:gd name="connsiteY1303" fmla="*/ 660653 h 1454091"/>
                <a:gd name="connsiteX1304" fmla="*/ 1603271 w 1983597"/>
                <a:gd name="connsiteY1304" fmla="*/ 662292 h 1454091"/>
                <a:gd name="connsiteX1305" fmla="*/ 1606550 w 1983597"/>
                <a:gd name="connsiteY1305" fmla="*/ 665571 h 1454091"/>
                <a:gd name="connsiteX1306" fmla="*/ 1608189 w 1983597"/>
                <a:gd name="connsiteY1306" fmla="*/ 665571 h 1454091"/>
                <a:gd name="connsiteX1307" fmla="*/ 1611468 w 1983597"/>
                <a:gd name="connsiteY1307" fmla="*/ 665571 h 1454091"/>
                <a:gd name="connsiteX1308" fmla="*/ 1614747 w 1983597"/>
                <a:gd name="connsiteY1308" fmla="*/ 667210 h 1454091"/>
                <a:gd name="connsiteX1309" fmla="*/ 1619665 w 1983597"/>
                <a:gd name="connsiteY1309" fmla="*/ 665571 h 1454091"/>
                <a:gd name="connsiteX1310" fmla="*/ 1622943 w 1983597"/>
                <a:gd name="connsiteY1310" fmla="*/ 667210 h 1454091"/>
                <a:gd name="connsiteX1311" fmla="*/ 1624582 w 1983597"/>
                <a:gd name="connsiteY1311" fmla="*/ 670489 h 1454091"/>
                <a:gd name="connsiteX1312" fmla="*/ 1629501 w 1983597"/>
                <a:gd name="connsiteY1312" fmla="*/ 672128 h 1454091"/>
                <a:gd name="connsiteX1313" fmla="*/ 1629501 w 1983597"/>
                <a:gd name="connsiteY1313" fmla="*/ 668849 h 1454091"/>
                <a:gd name="connsiteX1314" fmla="*/ 1629501 w 1983597"/>
                <a:gd name="connsiteY1314" fmla="*/ 665571 h 1454091"/>
                <a:gd name="connsiteX1315" fmla="*/ 1632779 w 1983597"/>
                <a:gd name="connsiteY1315" fmla="*/ 665571 h 1454091"/>
                <a:gd name="connsiteX1316" fmla="*/ 1636058 w 1983597"/>
                <a:gd name="connsiteY1316" fmla="*/ 665571 h 1454091"/>
                <a:gd name="connsiteX1317" fmla="*/ 1639337 w 1983597"/>
                <a:gd name="connsiteY1317" fmla="*/ 667210 h 1454091"/>
                <a:gd name="connsiteX1318" fmla="*/ 1640976 w 1983597"/>
                <a:gd name="connsiteY1318" fmla="*/ 670489 h 1454091"/>
                <a:gd name="connsiteX1319" fmla="*/ 1645895 w 1983597"/>
                <a:gd name="connsiteY1319" fmla="*/ 675407 h 1454091"/>
                <a:gd name="connsiteX1320" fmla="*/ 1650812 w 1983597"/>
                <a:gd name="connsiteY1320" fmla="*/ 678686 h 1454091"/>
                <a:gd name="connsiteX1321" fmla="*/ 1650812 w 1983597"/>
                <a:gd name="connsiteY1321" fmla="*/ 681964 h 1454091"/>
                <a:gd name="connsiteX1322" fmla="*/ 1649172 w 1983597"/>
                <a:gd name="connsiteY1322" fmla="*/ 686882 h 1454091"/>
                <a:gd name="connsiteX1323" fmla="*/ 1649172 w 1983597"/>
                <a:gd name="connsiteY1323" fmla="*/ 690161 h 1454091"/>
                <a:gd name="connsiteX1324" fmla="*/ 1650812 w 1983597"/>
                <a:gd name="connsiteY1324" fmla="*/ 693439 h 1454091"/>
                <a:gd name="connsiteX1325" fmla="*/ 1650812 w 1983597"/>
                <a:gd name="connsiteY1325" fmla="*/ 695079 h 1454091"/>
                <a:gd name="connsiteX1326" fmla="*/ 1652451 w 1983597"/>
                <a:gd name="connsiteY1326" fmla="*/ 698358 h 1454091"/>
                <a:gd name="connsiteX1327" fmla="*/ 1654091 w 1983597"/>
                <a:gd name="connsiteY1327" fmla="*/ 701636 h 1454091"/>
                <a:gd name="connsiteX1328" fmla="*/ 1657369 w 1983597"/>
                <a:gd name="connsiteY1328" fmla="*/ 703276 h 1454091"/>
                <a:gd name="connsiteX1329" fmla="*/ 1660648 w 1983597"/>
                <a:gd name="connsiteY1329" fmla="*/ 706554 h 1454091"/>
                <a:gd name="connsiteX1330" fmla="*/ 1665566 w 1983597"/>
                <a:gd name="connsiteY1330" fmla="*/ 708193 h 1454091"/>
                <a:gd name="connsiteX1331" fmla="*/ 1668845 w 1983597"/>
                <a:gd name="connsiteY1331" fmla="*/ 709833 h 1454091"/>
                <a:gd name="connsiteX1332" fmla="*/ 1672124 w 1983597"/>
                <a:gd name="connsiteY1332" fmla="*/ 709833 h 1454091"/>
                <a:gd name="connsiteX1333" fmla="*/ 1675402 w 1983597"/>
                <a:gd name="connsiteY1333" fmla="*/ 709833 h 1454091"/>
                <a:gd name="connsiteX1334" fmla="*/ 1680320 w 1983597"/>
                <a:gd name="connsiteY1334" fmla="*/ 709833 h 1454091"/>
                <a:gd name="connsiteX1335" fmla="*/ 1680320 w 1983597"/>
                <a:gd name="connsiteY1335" fmla="*/ 709833 h 1454091"/>
                <a:gd name="connsiteX1336" fmla="*/ 1683599 w 1983597"/>
                <a:gd name="connsiteY1336" fmla="*/ 709833 h 1454091"/>
                <a:gd name="connsiteX1337" fmla="*/ 1688517 w 1983597"/>
                <a:gd name="connsiteY1337" fmla="*/ 708193 h 1454091"/>
                <a:gd name="connsiteX1338" fmla="*/ 1688517 w 1983597"/>
                <a:gd name="connsiteY1338" fmla="*/ 703276 h 1454091"/>
                <a:gd name="connsiteX1339" fmla="*/ 1686878 w 1983597"/>
                <a:gd name="connsiteY1339" fmla="*/ 699997 h 1454091"/>
                <a:gd name="connsiteX1340" fmla="*/ 1690156 w 1983597"/>
                <a:gd name="connsiteY1340" fmla="*/ 696718 h 1454091"/>
                <a:gd name="connsiteX1341" fmla="*/ 1690156 w 1983597"/>
                <a:gd name="connsiteY1341" fmla="*/ 696718 h 1454091"/>
                <a:gd name="connsiteX1342" fmla="*/ 1695075 w 1983597"/>
                <a:gd name="connsiteY1342" fmla="*/ 695079 h 1454091"/>
                <a:gd name="connsiteX1343" fmla="*/ 1696714 w 1983597"/>
                <a:gd name="connsiteY1343" fmla="*/ 690161 h 1454091"/>
                <a:gd name="connsiteX1344" fmla="*/ 1696714 w 1983597"/>
                <a:gd name="connsiteY1344" fmla="*/ 690161 h 1454091"/>
                <a:gd name="connsiteX1345" fmla="*/ 1696714 w 1983597"/>
                <a:gd name="connsiteY1345" fmla="*/ 686882 h 1454091"/>
                <a:gd name="connsiteX1346" fmla="*/ 1693435 w 1983597"/>
                <a:gd name="connsiteY1346" fmla="*/ 685243 h 1454091"/>
                <a:gd name="connsiteX1347" fmla="*/ 1696714 w 1983597"/>
                <a:gd name="connsiteY1347" fmla="*/ 685243 h 1454091"/>
                <a:gd name="connsiteX1348" fmla="*/ 1701631 w 1983597"/>
                <a:gd name="connsiteY1348" fmla="*/ 683603 h 1454091"/>
                <a:gd name="connsiteX1349" fmla="*/ 1704910 w 1983597"/>
                <a:gd name="connsiteY1349" fmla="*/ 681964 h 1454091"/>
                <a:gd name="connsiteX1350" fmla="*/ 1708189 w 1983597"/>
                <a:gd name="connsiteY1350" fmla="*/ 680325 h 1454091"/>
                <a:gd name="connsiteX1351" fmla="*/ 1711468 w 1983597"/>
                <a:gd name="connsiteY1351" fmla="*/ 678686 h 1454091"/>
                <a:gd name="connsiteX1352" fmla="*/ 1714746 w 1983597"/>
                <a:gd name="connsiteY1352" fmla="*/ 678686 h 1454091"/>
                <a:gd name="connsiteX1353" fmla="*/ 1719665 w 1983597"/>
                <a:gd name="connsiteY1353" fmla="*/ 681964 h 1454091"/>
                <a:gd name="connsiteX1354" fmla="*/ 1722943 w 1983597"/>
                <a:gd name="connsiteY1354" fmla="*/ 685243 h 1454091"/>
                <a:gd name="connsiteX1355" fmla="*/ 1726221 w 1983597"/>
                <a:gd name="connsiteY1355" fmla="*/ 686882 h 1454091"/>
                <a:gd name="connsiteX1356" fmla="*/ 1729500 w 1983597"/>
                <a:gd name="connsiteY1356" fmla="*/ 690161 h 1454091"/>
                <a:gd name="connsiteX1357" fmla="*/ 1732779 w 1983597"/>
                <a:gd name="connsiteY1357" fmla="*/ 690161 h 1454091"/>
                <a:gd name="connsiteX1358" fmla="*/ 1736058 w 1983597"/>
                <a:gd name="connsiteY1358" fmla="*/ 688521 h 1454091"/>
                <a:gd name="connsiteX1359" fmla="*/ 1739336 w 1983597"/>
                <a:gd name="connsiteY1359" fmla="*/ 693439 h 1454091"/>
                <a:gd name="connsiteX1360" fmla="*/ 1744255 w 1983597"/>
                <a:gd name="connsiteY1360" fmla="*/ 695079 h 1454091"/>
                <a:gd name="connsiteX1361" fmla="*/ 1747533 w 1983597"/>
                <a:gd name="connsiteY1361" fmla="*/ 695079 h 1454091"/>
                <a:gd name="connsiteX1362" fmla="*/ 1750811 w 1983597"/>
                <a:gd name="connsiteY1362" fmla="*/ 695079 h 1454091"/>
                <a:gd name="connsiteX1363" fmla="*/ 1755729 w 1983597"/>
                <a:gd name="connsiteY1363" fmla="*/ 695079 h 1454091"/>
                <a:gd name="connsiteX1364" fmla="*/ 1759008 w 1983597"/>
                <a:gd name="connsiteY1364" fmla="*/ 695079 h 1454091"/>
                <a:gd name="connsiteX1365" fmla="*/ 1760648 w 1983597"/>
                <a:gd name="connsiteY1365" fmla="*/ 696718 h 1454091"/>
                <a:gd name="connsiteX1366" fmla="*/ 1760648 w 1983597"/>
                <a:gd name="connsiteY1366" fmla="*/ 696718 h 1454091"/>
                <a:gd name="connsiteX1367" fmla="*/ 1762287 w 1983597"/>
                <a:gd name="connsiteY1367" fmla="*/ 691800 h 1454091"/>
                <a:gd name="connsiteX1368" fmla="*/ 1765566 w 1983597"/>
                <a:gd name="connsiteY1368" fmla="*/ 695079 h 1454091"/>
                <a:gd name="connsiteX1369" fmla="*/ 1768845 w 1983597"/>
                <a:gd name="connsiteY1369" fmla="*/ 696718 h 1454091"/>
                <a:gd name="connsiteX1370" fmla="*/ 1773763 w 1983597"/>
                <a:gd name="connsiteY1370" fmla="*/ 696718 h 1454091"/>
                <a:gd name="connsiteX1371" fmla="*/ 1777041 w 1983597"/>
                <a:gd name="connsiteY1371" fmla="*/ 696718 h 1454091"/>
                <a:gd name="connsiteX1372" fmla="*/ 1780319 w 1983597"/>
                <a:gd name="connsiteY1372" fmla="*/ 698358 h 1454091"/>
                <a:gd name="connsiteX1373" fmla="*/ 1783598 w 1983597"/>
                <a:gd name="connsiteY1373" fmla="*/ 696718 h 1454091"/>
                <a:gd name="connsiteX1374" fmla="*/ 1788516 w 1983597"/>
                <a:gd name="connsiteY1374" fmla="*/ 699997 h 1454091"/>
                <a:gd name="connsiteX1375" fmla="*/ 1783598 w 1983597"/>
                <a:gd name="connsiteY1375" fmla="*/ 701636 h 1454091"/>
                <a:gd name="connsiteX1376" fmla="*/ 1786877 w 1983597"/>
                <a:gd name="connsiteY1376" fmla="*/ 704915 h 1454091"/>
                <a:gd name="connsiteX1377" fmla="*/ 1786877 w 1983597"/>
                <a:gd name="connsiteY1377" fmla="*/ 709833 h 1454091"/>
                <a:gd name="connsiteX1378" fmla="*/ 1783598 w 1983597"/>
                <a:gd name="connsiteY1378" fmla="*/ 711472 h 1454091"/>
                <a:gd name="connsiteX1379" fmla="*/ 1785238 w 1983597"/>
                <a:gd name="connsiteY1379" fmla="*/ 714751 h 1454091"/>
                <a:gd name="connsiteX1380" fmla="*/ 1788516 w 1983597"/>
                <a:gd name="connsiteY1380" fmla="*/ 716390 h 1454091"/>
                <a:gd name="connsiteX1381" fmla="*/ 1790156 w 1983597"/>
                <a:gd name="connsiteY1381" fmla="*/ 718030 h 1454091"/>
                <a:gd name="connsiteX1382" fmla="*/ 1786877 w 1983597"/>
                <a:gd name="connsiteY1382" fmla="*/ 721308 h 1454091"/>
                <a:gd name="connsiteX1383" fmla="*/ 1783598 w 1983597"/>
                <a:gd name="connsiteY1383" fmla="*/ 722948 h 1454091"/>
                <a:gd name="connsiteX1384" fmla="*/ 1778680 w 1983597"/>
                <a:gd name="connsiteY1384" fmla="*/ 722948 h 1454091"/>
                <a:gd name="connsiteX1385" fmla="*/ 1778680 w 1983597"/>
                <a:gd name="connsiteY1385" fmla="*/ 718030 h 1454091"/>
                <a:gd name="connsiteX1386" fmla="*/ 1775402 w 1983597"/>
                <a:gd name="connsiteY1386" fmla="*/ 714751 h 1454091"/>
                <a:gd name="connsiteX1387" fmla="*/ 1775402 w 1983597"/>
                <a:gd name="connsiteY1387" fmla="*/ 716390 h 1454091"/>
                <a:gd name="connsiteX1388" fmla="*/ 1772123 w 1983597"/>
                <a:gd name="connsiteY1388" fmla="*/ 721308 h 1454091"/>
                <a:gd name="connsiteX1389" fmla="*/ 1772123 w 1983597"/>
                <a:gd name="connsiteY1389" fmla="*/ 719669 h 1454091"/>
                <a:gd name="connsiteX1390" fmla="*/ 1770484 w 1983597"/>
                <a:gd name="connsiteY1390" fmla="*/ 716390 h 1454091"/>
                <a:gd name="connsiteX1391" fmla="*/ 1767205 w 1983597"/>
                <a:gd name="connsiteY1391" fmla="*/ 716390 h 1454091"/>
                <a:gd name="connsiteX1392" fmla="*/ 1767205 w 1983597"/>
                <a:gd name="connsiteY1392" fmla="*/ 719669 h 1454091"/>
                <a:gd name="connsiteX1393" fmla="*/ 1763926 w 1983597"/>
                <a:gd name="connsiteY1393" fmla="*/ 721308 h 1454091"/>
                <a:gd name="connsiteX1394" fmla="*/ 1760648 w 1983597"/>
                <a:gd name="connsiteY1394" fmla="*/ 722948 h 1454091"/>
                <a:gd name="connsiteX1395" fmla="*/ 1759008 w 1983597"/>
                <a:gd name="connsiteY1395" fmla="*/ 726226 h 1454091"/>
                <a:gd name="connsiteX1396" fmla="*/ 1755729 w 1983597"/>
                <a:gd name="connsiteY1396" fmla="*/ 726226 h 1454091"/>
                <a:gd name="connsiteX1397" fmla="*/ 1759008 w 1983597"/>
                <a:gd name="connsiteY1397" fmla="*/ 722948 h 1454091"/>
                <a:gd name="connsiteX1398" fmla="*/ 1754090 w 1983597"/>
                <a:gd name="connsiteY1398" fmla="*/ 726226 h 1454091"/>
                <a:gd name="connsiteX1399" fmla="*/ 1754090 w 1983597"/>
                <a:gd name="connsiteY1399" fmla="*/ 726226 h 1454091"/>
                <a:gd name="connsiteX1400" fmla="*/ 1750811 w 1983597"/>
                <a:gd name="connsiteY1400" fmla="*/ 729505 h 1454091"/>
                <a:gd name="connsiteX1401" fmla="*/ 1745894 w 1983597"/>
                <a:gd name="connsiteY1401" fmla="*/ 729505 h 1454091"/>
                <a:gd name="connsiteX1402" fmla="*/ 1742615 w 1983597"/>
                <a:gd name="connsiteY1402" fmla="*/ 732783 h 1454091"/>
                <a:gd name="connsiteX1403" fmla="*/ 1739336 w 1983597"/>
                <a:gd name="connsiteY1403" fmla="*/ 734423 h 1454091"/>
                <a:gd name="connsiteX1404" fmla="*/ 1737697 w 1983597"/>
                <a:gd name="connsiteY1404" fmla="*/ 732783 h 1454091"/>
                <a:gd name="connsiteX1405" fmla="*/ 1732779 w 1983597"/>
                <a:gd name="connsiteY1405" fmla="*/ 731144 h 1454091"/>
                <a:gd name="connsiteX1406" fmla="*/ 1732779 w 1983597"/>
                <a:gd name="connsiteY1406" fmla="*/ 734423 h 1454091"/>
                <a:gd name="connsiteX1407" fmla="*/ 1732779 w 1983597"/>
                <a:gd name="connsiteY1407" fmla="*/ 736062 h 1454091"/>
                <a:gd name="connsiteX1408" fmla="*/ 1736058 w 1983597"/>
                <a:gd name="connsiteY1408" fmla="*/ 734423 h 1454091"/>
                <a:gd name="connsiteX1409" fmla="*/ 1739336 w 1983597"/>
                <a:gd name="connsiteY1409" fmla="*/ 736062 h 1454091"/>
                <a:gd name="connsiteX1410" fmla="*/ 1740976 w 1983597"/>
                <a:gd name="connsiteY1410" fmla="*/ 739341 h 1454091"/>
                <a:gd name="connsiteX1411" fmla="*/ 1739336 w 1983597"/>
                <a:gd name="connsiteY1411" fmla="*/ 742620 h 1454091"/>
                <a:gd name="connsiteX1412" fmla="*/ 1736058 w 1983597"/>
                <a:gd name="connsiteY1412" fmla="*/ 739341 h 1454091"/>
                <a:gd name="connsiteX1413" fmla="*/ 1732779 w 1983597"/>
                <a:gd name="connsiteY1413" fmla="*/ 742620 h 1454091"/>
                <a:gd name="connsiteX1414" fmla="*/ 1732779 w 1983597"/>
                <a:gd name="connsiteY1414" fmla="*/ 745898 h 1454091"/>
                <a:gd name="connsiteX1415" fmla="*/ 1732779 w 1983597"/>
                <a:gd name="connsiteY1415" fmla="*/ 747538 h 1454091"/>
                <a:gd name="connsiteX1416" fmla="*/ 1736058 w 1983597"/>
                <a:gd name="connsiteY1416" fmla="*/ 750816 h 1454091"/>
                <a:gd name="connsiteX1417" fmla="*/ 1736058 w 1983597"/>
                <a:gd name="connsiteY1417" fmla="*/ 754095 h 1454091"/>
                <a:gd name="connsiteX1418" fmla="*/ 1731139 w 1983597"/>
                <a:gd name="connsiteY1418" fmla="*/ 755734 h 1454091"/>
                <a:gd name="connsiteX1419" fmla="*/ 1727861 w 1983597"/>
                <a:gd name="connsiteY1419" fmla="*/ 757374 h 1454091"/>
                <a:gd name="connsiteX1420" fmla="*/ 1724583 w 1983597"/>
                <a:gd name="connsiteY1420" fmla="*/ 755734 h 1454091"/>
                <a:gd name="connsiteX1421" fmla="*/ 1724583 w 1983597"/>
                <a:gd name="connsiteY1421" fmla="*/ 750816 h 1454091"/>
                <a:gd name="connsiteX1422" fmla="*/ 1721304 w 1983597"/>
                <a:gd name="connsiteY1422" fmla="*/ 747538 h 1454091"/>
                <a:gd name="connsiteX1423" fmla="*/ 1722943 w 1983597"/>
                <a:gd name="connsiteY1423" fmla="*/ 752456 h 1454091"/>
                <a:gd name="connsiteX1424" fmla="*/ 1719665 w 1983597"/>
                <a:gd name="connsiteY1424" fmla="*/ 750816 h 1454091"/>
                <a:gd name="connsiteX1425" fmla="*/ 1714746 w 1983597"/>
                <a:gd name="connsiteY1425" fmla="*/ 750816 h 1454091"/>
                <a:gd name="connsiteX1426" fmla="*/ 1716386 w 1983597"/>
                <a:gd name="connsiteY1426" fmla="*/ 754095 h 1454091"/>
                <a:gd name="connsiteX1427" fmla="*/ 1716386 w 1983597"/>
                <a:gd name="connsiteY1427" fmla="*/ 755734 h 1454091"/>
                <a:gd name="connsiteX1428" fmla="*/ 1719665 w 1983597"/>
                <a:gd name="connsiteY1428" fmla="*/ 757374 h 1454091"/>
                <a:gd name="connsiteX1429" fmla="*/ 1722943 w 1983597"/>
                <a:gd name="connsiteY1429" fmla="*/ 760652 h 1454091"/>
                <a:gd name="connsiteX1430" fmla="*/ 1726221 w 1983597"/>
                <a:gd name="connsiteY1430" fmla="*/ 760652 h 1454091"/>
                <a:gd name="connsiteX1431" fmla="*/ 1721304 w 1983597"/>
                <a:gd name="connsiteY1431" fmla="*/ 762292 h 1454091"/>
                <a:gd name="connsiteX1432" fmla="*/ 1719665 w 1983597"/>
                <a:gd name="connsiteY1432" fmla="*/ 763931 h 1454091"/>
                <a:gd name="connsiteX1433" fmla="*/ 1719665 w 1983597"/>
                <a:gd name="connsiteY1433" fmla="*/ 767210 h 1454091"/>
                <a:gd name="connsiteX1434" fmla="*/ 1719665 w 1983597"/>
                <a:gd name="connsiteY1434" fmla="*/ 772128 h 1454091"/>
                <a:gd name="connsiteX1435" fmla="*/ 1716386 w 1983597"/>
                <a:gd name="connsiteY1435" fmla="*/ 773767 h 1454091"/>
                <a:gd name="connsiteX1436" fmla="*/ 1716386 w 1983597"/>
                <a:gd name="connsiteY1436" fmla="*/ 777046 h 1454091"/>
                <a:gd name="connsiteX1437" fmla="*/ 1713107 w 1983597"/>
                <a:gd name="connsiteY1437" fmla="*/ 778685 h 1454091"/>
                <a:gd name="connsiteX1438" fmla="*/ 1709828 w 1983597"/>
                <a:gd name="connsiteY1438" fmla="*/ 778685 h 1454091"/>
                <a:gd name="connsiteX1439" fmla="*/ 1709828 w 1983597"/>
                <a:gd name="connsiteY1439" fmla="*/ 781964 h 1454091"/>
                <a:gd name="connsiteX1440" fmla="*/ 1708189 w 1983597"/>
                <a:gd name="connsiteY1440" fmla="*/ 785242 h 1454091"/>
                <a:gd name="connsiteX1441" fmla="*/ 1706549 w 1983597"/>
                <a:gd name="connsiteY1441" fmla="*/ 790160 h 1454091"/>
                <a:gd name="connsiteX1442" fmla="*/ 1704910 w 1983597"/>
                <a:gd name="connsiteY1442" fmla="*/ 793439 h 1454091"/>
                <a:gd name="connsiteX1443" fmla="*/ 1706549 w 1983597"/>
                <a:gd name="connsiteY1443" fmla="*/ 796718 h 1454091"/>
                <a:gd name="connsiteX1444" fmla="*/ 1703271 w 1983597"/>
                <a:gd name="connsiteY1444" fmla="*/ 799996 h 1454091"/>
                <a:gd name="connsiteX1445" fmla="*/ 1701631 w 1983597"/>
                <a:gd name="connsiteY1445" fmla="*/ 803275 h 1454091"/>
                <a:gd name="connsiteX1446" fmla="*/ 1703271 w 1983597"/>
                <a:gd name="connsiteY1446" fmla="*/ 804914 h 1454091"/>
                <a:gd name="connsiteX1447" fmla="*/ 1703271 w 1983597"/>
                <a:gd name="connsiteY1447" fmla="*/ 809832 h 1454091"/>
                <a:gd name="connsiteX1448" fmla="*/ 1704910 w 1983597"/>
                <a:gd name="connsiteY1448" fmla="*/ 813111 h 1454091"/>
                <a:gd name="connsiteX1449" fmla="*/ 1706549 w 1983597"/>
                <a:gd name="connsiteY1449" fmla="*/ 816390 h 1454091"/>
                <a:gd name="connsiteX1450" fmla="*/ 1709828 w 1983597"/>
                <a:gd name="connsiteY1450" fmla="*/ 814750 h 1454091"/>
                <a:gd name="connsiteX1451" fmla="*/ 1713107 w 1983597"/>
                <a:gd name="connsiteY1451" fmla="*/ 814750 h 1454091"/>
                <a:gd name="connsiteX1452" fmla="*/ 1716386 w 1983597"/>
                <a:gd name="connsiteY1452" fmla="*/ 816390 h 1454091"/>
                <a:gd name="connsiteX1453" fmla="*/ 1719665 w 1983597"/>
                <a:gd name="connsiteY1453" fmla="*/ 821308 h 1454091"/>
                <a:gd name="connsiteX1454" fmla="*/ 1724583 w 1983597"/>
                <a:gd name="connsiteY1454" fmla="*/ 822947 h 1454091"/>
                <a:gd name="connsiteX1455" fmla="*/ 1727861 w 1983597"/>
                <a:gd name="connsiteY1455" fmla="*/ 824586 h 1454091"/>
                <a:gd name="connsiteX1456" fmla="*/ 1731139 w 1983597"/>
                <a:gd name="connsiteY1456" fmla="*/ 826226 h 1454091"/>
                <a:gd name="connsiteX1457" fmla="*/ 1732779 w 1983597"/>
                <a:gd name="connsiteY1457" fmla="*/ 827865 h 1454091"/>
                <a:gd name="connsiteX1458" fmla="*/ 1737697 w 1983597"/>
                <a:gd name="connsiteY1458" fmla="*/ 827865 h 1454091"/>
                <a:gd name="connsiteX1459" fmla="*/ 1740976 w 1983597"/>
                <a:gd name="connsiteY1459" fmla="*/ 829504 h 1454091"/>
                <a:gd name="connsiteX1460" fmla="*/ 1740976 w 1983597"/>
                <a:gd name="connsiteY1460" fmla="*/ 829504 h 1454091"/>
                <a:gd name="connsiteX1461" fmla="*/ 1745894 w 1983597"/>
                <a:gd name="connsiteY1461" fmla="*/ 831144 h 1454091"/>
                <a:gd name="connsiteX1462" fmla="*/ 1749173 w 1983597"/>
                <a:gd name="connsiteY1462" fmla="*/ 832783 h 1454091"/>
                <a:gd name="connsiteX1463" fmla="*/ 1752451 w 1983597"/>
                <a:gd name="connsiteY1463" fmla="*/ 834423 h 1454091"/>
                <a:gd name="connsiteX1464" fmla="*/ 1755729 w 1983597"/>
                <a:gd name="connsiteY1464" fmla="*/ 839340 h 1454091"/>
                <a:gd name="connsiteX1465" fmla="*/ 1759008 w 1983597"/>
                <a:gd name="connsiteY1465" fmla="*/ 842619 h 1454091"/>
                <a:gd name="connsiteX1466" fmla="*/ 1759008 w 1983597"/>
                <a:gd name="connsiteY1466" fmla="*/ 844258 h 1454091"/>
                <a:gd name="connsiteX1467" fmla="*/ 1760648 w 1983597"/>
                <a:gd name="connsiteY1467" fmla="*/ 847537 h 1454091"/>
                <a:gd name="connsiteX1468" fmla="*/ 1763926 w 1983597"/>
                <a:gd name="connsiteY1468" fmla="*/ 850816 h 1454091"/>
                <a:gd name="connsiteX1469" fmla="*/ 1765566 w 1983597"/>
                <a:gd name="connsiteY1469" fmla="*/ 855734 h 1454091"/>
                <a:gd name="connsiteX1470" fmla="*/ 1768845 w 1983597"/>
                <a:gd name="connsiteY1470" fmla="*/ 859013 h 1454091"/>
                <a:gd name="connsiteX1471" fmla="*/ 1772123 w 1983597"/>
                <a:gd name="connsiteY1471" fmla="*/ 862291 h 1454091"/>
                <a:gd name="connsiteX1472" fmla="*/ 1773763 w 1983597"/>
                <a:gd name="connsiteY1472" fmla="*/ 867209 h 1454091"/>
                <a:gd name="connsiteX1473" fmla="*/ 1777041 w 1983597"/>
                <a:gd name="connsiteY1473" fmla="*/ 870488 h 1454091"/>
                <a:gd name="connsiteX1474" fmla="*/ 1780319 w 1983597"/>
                <a:gd name="connsiteY1474" fmla="*/ 873767 h 1454091"/>
                <a:gd name="connsiteX1475" fmla="*/ 1781959 w 1983597"/>
                <a:gd name="connsiteY1475" fmla="*/ 877045 h 1454091"/>
                <a:gd name="connsiteX1476" fmla="*/ 1786877 w 1983597"/>
                <a:gd name="connsiteY1476" fmla="*/ 880324 h 1454091"/>
                <a:gd name="connsiteX1477" fmla="*/ 1786877 w 1983597"/>
                <a:gd name="connsiteY1477" fmla="*/ 883603 h 1454091"/>
                <a:gd name="connsiteX1478" fmla="*/ 1790156 w 1983597"/>
                <a:gd name="connsiteY1478" fmla="*/ 886881 h 1454091"/>
                <a:gd name="connsiteX1479" fmla="*/ 1791795 w 1983597"/>
                <a:gd name="connsiteY1479" fmla="*/ 890160 h 1454091"/>
                <a:gd name="connsiteX1480" fmla="*/ 1796713 w 1983597"/>
                <a:gd name="connsiteY1480" fmla="*/ 893439 h 1454091"/>
                <a:gd name="connsiteX1481" fmla="*/ 1796713 w 1983597"/>
                <a:gd name="connsiteY1481" fmla="*/ 893439 h 1454091"/>
                <a:gd name="connsiteX1482" fmla="*/ 1798353 w 1983597"/>
                <a:gd name="connsiteY1482" fmla="*/ 898357 h 1454091"/>
                <a:gd name="connsiteX1483" fmla="*/ 1796713 w 1983597"/>
                <a:gd name="connsiteY1483" fmla="*/ 901635 h 1454091"/>
                <a:gd name="connsiteX1484" fmla="*/ 1798353 w 1983597"/>
                <a:gd name="connsiteY1484" fmla="*/ 904914 h 1454091"/>
                <a:gd name="connsiteX1485" fmla="*/ 1801632 w 1983597"/>
                <a:gd name="connsiteY1485" fmla="*/ 909832 h 1454091"/>
                <a:gd name="connsiteX1486" fmla="*/ 1803270 w 1983597"/>
                <a:gd name="connsiteY1486" fmla="*/ 909832 h 1454091"/>
                <a:gd name="connsiteX1487" fmla="*/ 1806549 w 1983597"/>
                <a:gd name="connsiteY1487" fmla="*/ 911471 h 1454091"/>
                <a:gd name="connsiteX1488" fmla="*/ 1809828 w 1983597"/>
                <a:gd name="connsiteY1488" fmla="*/ 913111 h 1454091"/>
                <a:gd name="connsiteX1489" fmla="*/ 1813106 w 1983597"/>
                <a:gd name="connsiteY1489" fmla="*/ 914750 h 1454091"/>
                <a:gd name="connsiteX1490" fmla="*/ 1816385 w 1983597"/>
                <a:gd name="connsiteY1490" fmla="*/ 916389 h 1454091"/>
                <a:gd name="connsiteX1491" fmla="*/ 1819664 w 1983597"/>
                <a:gd name="connsiteY1491" fmla="*/ 916389 h 1454091"/>
                <a:gd name="connsiteX1492" fmla="*/ 1824582 w 1983597"/>
                <a:gd name="connsiteY1492" fmla="*/ 919668 h 1454091"/>
                <a:gd name="connsiteX1493" fmla="*/ 1824582 w 1983597"/>
                <a:gd name="connsiteY1493" fmla="*/ 922947 h 1454091"/>
                <a:gd name="connsiteX1494" fmla="*/ 1826222 w 1983597"/>
                <a:gd name="connsiteY1494" fmla="*/ 927865 h 1454091"/>
                <a:gd name="connsiteX1495" fmla="*/ 1829499 w 1983597"/>
                <a:gd name="connsiteY1495" fmla="*/ 931143 h 1454091"/>
                <a:gd name="connsiteX1496" fmla="*/ 1832778 w 1983597"/>
                <a:gd name="connsiteY1496" fmla="*/ 931143 h 1454091"/>
                <a:gd name="connsiteX1497" fmla="*/ 1836057 w 1983597"/>
                <a:gd name="connsiteY1497" fmla="*/ 932783 h 1454091"/>
                <a:gd name="connsiteX1498" fmla="*/ 1839336 w 1983597"/>
                <a:gd name="connsiteY1498" fmla="*/ 934422 h 1454091"/>
                <a:gd name="connsiteX1499" fmla="*/ 1840975 w 1983597"/>
                <a:gd name="connsiteY1499" fmla="*/ 936061 h 1454091"/>
                <a:gd name="connsiteX1500" fmla="*/ 1844254 w 1983597"/>
                <a:gd name="connsiteY1500" fmla="*/ 937701 h 1454091"/>
                <a:gd name="connsiteX1501" fmla="*/ 1847533 w 1983597"/>
                <a:gd name="connsiteY1501" fmla="*/ 942619 h 1454091"/>
                <a:gd name="connsiteX1502" fmla="*/ 1849172 w 1983597"/>
                <a:gd name="connsiteY1502" fmla="*/ 945897 h 1454091"/>
                <a:gd name="connsiteX1503" fmla="*/ 1849172 w 1983597"/>
                <a:gd name="connsiteY1503" fmla="*/ 949176 h 1454091"/>
                <a:gd name="connsiteX1504" fmla="*/ 1845893 w 1983597"/>
                <a:gd name="connsiteY1504" fmla="*/ 949176 h 1454091"/>
                <a:gd name="connsiteX1505" fmla="*/ 1840975 w 1983597"/>
                <a:gd name="connsiteY1505" fmla="*/ 947537 h 1454091"/>
                <a:gd name="connsiteX1506" fmla="*/ 1837696 w 1983597"/>
                <a:gd name="connsiteY1506" fmla="*/ 945897 h 1454091"/>
                <a:gd name="connsiteX1507" fmla="*/ 1834418 w 1983597"/>
                <a:gd name="connsiteY1507" fmla="*/ 942619 h 1454091"/>
                <a:gd name="connsiteX1508" fmla="*/ 1829499 w 1983597"/>
                <a:gd name="connsiteY1508" fmla="*/ 942619 h 1454091"/>
                <a:gd name="connsiteX1509" fmla="*/ 1826222 w 1983597"/>
                <a:gd name="connsiteY1509" fmla="*/ 940979 h 1454091"/>
                <a:gd name="connsiteX1510" fmla="*/ 1822943 w 1983597"/>
                <a:gd name="connsiteY1510" fmla="*/ 944258 h 1454091"/>
                <a:gd name="connsiteX1511" fmla="*/ 1818025 w 1983597"/>
                <a:gd name="connsiteY1511" fmla="*/ 942619 h 1454091"/>
                <a:gd name="connsiteX1512" fmla="*/ 1814746 w 1983597"/>
                <a:gd name="connsiteY1512" fmla="*/ 942619 h 1454091"/>
                <a:gd name="connsiteX1513" fmla="*/ 1811467 w 1983597"/>
                <a:gd name="connsiteY1513" fmla="*/ 939340 h 1454091"/>
                <a:gd name="connsiteX1514" fmla="*/ 1808188 w 1983597"/>
                <a:gd name="connsiteY1514" fmla="*/ 936061 h 1454091"/>
                <a:gd name="connsiteX1515" fmla="*/ 1804909 w 1983597"/>
                <a:gd name="connsiteY1515" fmla="*/ 934422 h 1454091"/>
                <a:gd name="connsiteX1516" fmla="*/ 1801632 w 1983597"/>
                <a:gd name="connsiteY1516" fmla="*/ 932783 h 1454091"/>
                <a:gd name="connsiteX1517" fmla="*/ 1796713 w 1983597"/>
                <a:gd name="connsiteY1517" fmla="*/ 932783 h 1454091"/>
                <a:gd name="connsiteX1518" fmla="*/ 1793435 w 1983597"/>
                <a:gd name="connsiteY1518" fmla="*/ 932783 h 1454091"/>
                <a:gd name="connsiteX1519" fmla="*/ 1790156 w 1983597"/>
                <a:gd name="connsiteY1519" fmla="*/ 936061 h 1454091"/>
                <a:gd name="connsiteX1520" fmla="*/ 1786877 w 1983597"/>
                <a:gd name="connsiteY1520" fmla="*/ 939340 h 1454091"/>
                <a:gd name="connsiteX1521" fmla="*/ 1785238 w 1983597"/>
                <a:gd name="connsiteY1521" fmla="*/ 939340 h 1454091"/>
                <a:gd name="connsiteX1522" fmla="*/ 1781959 w 1983597"/>
                <a:gd name="connsiteY1522" fmla="*/ 937701 h 1454091"/>
                <a:gd name="connsiteX1523" fmla="*/ 1777041 w 1983597"/>
                <a:gd name="connsiteY1523" fmla="*/ 936061 h 1454091"/>
                <a:gd name="connsiteX1524" fmla="*/ 1775402 w 1983597"/>
                <a:gd name="connsiteY1524" fmla="*/ 932783 h 1454091"/>
                <a:gd name="connsiteX1525" fmla="*/ 1772123 w 1983597"/>
                <a:gd name="connsiteY1525" fmla="*/ 929504 h 1454091"/>
                <a:gd name="connsiteX1526" fmla="*/ 1768845 w 1983597"/>
                <a:gd name="connsiteY1526" fmla="*/ 924586 h 1454091"/>
                <a:gd name="connsiteX1527" fmla="*/ 1765566 w 1983597"/>
                <a:gd name="connsiteY1527" fmla="*/ 922947 h 1454091"/>
                <a:gd name="connsiteX1528" fmla="*/ 1762287 w 1983597"/>
                <a:gd name="connsiteY1528" fmla="*/ 922947 h 1454091"/>
                <a:gd name="connsiteX1529" fmla="*/ 1759008 w 1983597"/>
                <a:gd name="connsiteY1529" fmla="*/ 921307 h 1454091"/>
                <a:gd name="connsiteX1530" fmla="*/ 1762287 w 1983597"/>
                <a:gd name="connsiteY1530" fmla="*/ 924586 h 1454091"/>
                <a:gd name="connsiteX1531" fmla="*/ 1760648 w 1983597"/>
                <a:gd name="connsiteY1531" fmla="*/ 927865 h 1454091"/>
                <a:gd name="connsiteX1532" fmla="*/ 1760648 w 1983597"/>
                <a:gd name="connsiteY1532" fmla="*/ 927865 h 1454091"/>
                <a:gd name="connsiteX1533" fmla="*/ 1760648 w 1983597"/>
                <a:gd name="connsiteY1533" fmla="*/ 927865 h 1454091"/>
                <a:gd name="connsiteX1534" fmla="*/ 1763926 w 1983597"/>
                <a:gd name="connsiteY1534" fmla="*/ 926225 h 1454091"/>
                <a:gd name="connsiteX1535" fmla="*/ 1767205 w 1983597"/>
                <a:gd name="connsiteY1535" fmla="*/ 927865 h 1454091"/>
                <a:gd name="connsiteX1536" fmla="*/ 1767205 w 1983597"/>
                <a:gd name="connsiteY1536" fmla="*/ 926225 h 1454091"/>
                <a:gd name="connsiteX1537" fmla="*/ 1763926 w 1983597"/>
                <a:gd name="connsiteY1537" fmla="*/ 924586 h 1454091"/>
                <a:gd name="connsiteX1538" fmla="*/ 1763926 w 1983597"/>
                <a:gd name="connsiteY1538" fmla="*/ 924586 h 1454091"/>
                <a:gd name="connsiteX1539" fmla="*/ 1767205 w 1983597"/>
                <a:gd name="connsiteY1539" fmla="*/ 924586 h 1454091"/>
                <a:gd name="connsiteX1540" fmla="*/ 1768845 w 1983597"/>
                <a:gd name="connsiteY1540" fmla="*/ 927865 h 1454091"/>
                <a:gd name="connsiteX1541" fmla="*/ 1772123 w 1983597"/>
                <a:gd name="connsiteY1541" fmla="*/ 931143 h 1454091"/>
                <a:gd name="connsiteX1542" fmla="*/ 1768845 w 1983597"/>
                <a:gd name="connsiteY1542" fmla="*/ 931143 h 1454091"/>
                <a:gd name="connsiteX1543" fmla="*/ 1768845 w 1983597"/>
                <a:gd name="connsiteY1543" fmla="*/ 931143 h 1454091"/>
                <a:gd name="connsiteX1544" fmla="*/ 1772123 w 1983597"/>
                <a:gd name="connsiteY1544" fmla="*/ 934422 h 1454091"/>
                <a:gd name="connsiteX1545" fmla="*/ 1775402 w 1983597"/>
                <a:gd name="connsiteY1545" fmla="*/ 937701 h 1454091"/>
                <a:gd name="connsiteX1546" fmla="*/ 1778680 w 1983597"/>
                <a:gd name="connsiteY1546" fmla="*/ 939340 h 1454091"/>
                <a:gd name="connsiteX1547" fmla="*/ 1778680 w 1983597"/>
                <a:gd name="connsiteY1547" fmla="*/ 937701 h 1454091"/>
                <a:gd name="connsiteX1548" fmla="*/ 1780319 w 1983597"/>
                <a:gd name="connsiteY1548" fmla="*/ 939340 h 1454091"/>
                <a:gd name="connsiteX1549" fmla="*/ 1783598 w 1983597"/>
                <a:gd name="connsiteY1549" fmla="*/ 940979 h 1454091"/>
                <a:gd name="connsiteX1550" fmla="*/ 1786877 w 1983597"/>
                <a:gd name="connsiteY1550" fmla="*/ 940979 h 1454091"/>
                <a:gd name="connsiteX1551" fmla="*/ 1788516 w 1983597"/>
                <a:gd name="connsiteY1551" fmla="*/ 940979 h 1454091"/>
                <a:gd name="connsiteX1552" fmla="*/ 1791795 w 1983597"/>
                <a:gd name="connsiteY1552" fmla="*/ 937701 h 1454091"/>
                <a:gd name="connsiteX1553" fmla="*/ 1793435 w 1983597"/>
                <a:gd name="connsiteY1553" fmla="*/ 936061 h 1454091"/>
                <a:gd name="connsiteX1554" fmla="*/ 1796713 w 1983597"/>
                <a:gd name="connsiteY1554" fmla="*/ 936061 h 1454091"/>
                <a:gd name="connsiteX1555" fmla="*/ 1801632 w 1983597"/>
                <a:gd name="connsiteY1555" fmla="*/ 936061 h 1454091"/>
                <a:gd name="connsiteX1556" fmla="*/ 1804909 w 1983597"/>
                <a:gd name="connsiteY1556" fmla="*/ 937701 h 1454091"/>
                <a:gd name="connsiteX1557" fmla="*/ 1808188 w 1983597"/>
                <a:gd name="connsiteY1557" fmla="*/ 940979 h 1454091"/>
                <a:gd name="connsiteX1558" fmla="*/ 1808188 w 1983597"/>
                <a:gd name="connsiteY1558" fmla="*/ 944258 h 1454091"/>
                <a:gd name="connsiteX1559" fmla="*/ 1809828 w 1983597"/>
                <a:gd name="connsiteY1559" fmla="*/ 945897 h 1454091"/>
                <a:gd name="connsiteX1560" fmla="*/ 1814746 w 1983597"/>
                <a:gd name="connsiteY1560" fmla="*/ 947537 h 1454091"/>
                <a:gd name="connsiteX1561" fmla="*/ 1818025 w 1983597"/>
                <a:gd name="connsiteY1561" fmla="*/ 947537 h 1454091"/>
                <a:gd name="connsiteX1562" fmla="*/ 1821303 w 1983597"/>
                <a:gd name="connsiteY1562" fmla="*/ 949176 h 1454091"/>
                <a:gd name="connsiteX1563" fmla="*/ 1822943 w 1983597"/>
                <a:gd name="connsiteY1563" fmla="*/ 949176 h 1454091"/>
                <a:gd name="connsiteX1564" fmla="*/ 1826222 w 1983597"/>
                <a:gd name="connsiteY1564" fmla="*/ 952455 h 1454091"/>
                <a:gd name="connsiteX1565" fmla="*/ 1829499 w 1983597"/>
                <a:gd name="connsiteY1565" fmla="*/ 955733 h 1454091"/>
                <a:gd name="connsiteX1566" fmla="*/ 1834418 w 1983597"/>
                <a:gd name="connsiteY1566" fmla="*/ 959012 h 1454091"/>
                <a:gd name="connsiteX1567" fmla="*/ 1834418 w 1983597"/>
                <a:gd name="connsiteY1567" fmla="*/ 959012 h 1454091"/>
                <a:gd name="connsiteX1568" fmla="*/ 1837696 w 1983597"/>
                <a:gd name="connsiteY1568" fmla="*/ 960651 h 1454091"/>
                <a:gd name="connsiteX1569" fmla="*/ 1842615 w 1983597"/>
                <a:gd name="connsiteY1569" fmla="*/ 963930 h 1454091"/>
                <a:gd name="connsiteX1570" fmla="*/ 1842615 w 1983597"/>
                <a:gd name="connsiteY1570" fmla="*/ 963930 h 1454091"/>
                <a:gd name="connsiteX1571" fmla="*/ 1847533 w 1983597"/>
                <a:gd name="connsiteY1571" fmla="*/ 965569 h 1454091"/>
                <a:gd name="connsiteX1572" fmla="*/ 1850812 w 1983597"/>
                <a:gd name="connsiteY1572" fmla="*/ 968848 h 1454091"/>
                <a:gd name="connsiteX1573" fmla="*/ 1854090 w 1983597"/>
                <a:gd name="connsiteY1573" fmla="*/ 972127 h 1454091"/>
                <a:gd name="connsiteX1574" fmla="*/ 1857368 w 1983597"/>
                <a:gd name="connsiteY1574" fmla="*/ 975405 h 1454091"/>
                <a:gd name="connsiteX1575" fmla="*/ 1860647 w 1983597"/>
                <a:gd name="connsiteY1575" fmla="*/ 980323 h 1454091"/>
                <a:gd name="connsiteX1576" fmla="*/ 1862286 w 1983597"/>
                <a:gd name="connsiteY1576" fmla="*/ 983602 h 1454091"/>
                <a:gd name="connsiteX1577" fmla="*/ 1862286 w 1983597"/>
                <a:gd name="connsiteY1577" fmla="*/ 986881 h 1454091"/>
                <a:gd name="connsiteX1578" fmla="*/ 1857368 w 1983597"/>
                <a:gd name="connsiteY1578" fmla="*/ 986881 h 1454091"/>
                <a:gd name="connsiteX1579" fmla="*/ 1854090 w 1983597"/>
                <a:gd name="connsiteY1579" fmla="*/ 986881 h 1454091"/>
                <a:gd name="connsiteX1580" fmla="*/ 1850812 w 1983597"/>
                <a:gd name="connsiteY1580" fmla="*/ 988520 h 1454091"/>
                <a:gd name="connsiteX1581" fmla="*/ 1845893 w 1983597"/>
                <a:gd name="connsiteY1581" fmla="*/ 990160 h 1454091"/>
                <a:gd name="connsiteX1582" fmla="*/ 1842615 w 1983597"/>
                <a:gd name="connsiteY1582" fmla="*/ 993438 h 1454091"/>
                <a:gd name="connsiteX1583" fmla="*/ 1840975 w 1983597"/>
                <a:gd name="connsiteY1583" fmla="*/ 995077 h 1454091"/>
                <a:gd name="connsiteX1584" fmla="*/ 1836057 w 1983597"/>
                <a:gd name="connsiteY1584" fmla="*/ 998356 h 1454091"/>
                <a:gd name="connsiteX1585" fmla="*/ 1832778 w 1983597"/>
                <a:gd name="connsiteY1585" fmla="*/ 1001635 h 1454091"/>
                <a:gd name="connsiteX1586" fmla="*/ 1834418 w 1983597"/>
                <a:gd name="connsiteY1586" fmla="*/ 1004913 h 1454091"/>
                <a:gd name="connsiteX1587" fmla="*/ 1831139 w 1983597"/>
                <a:gd name="connsiteY1587" fmla="*/ 1008192 h 1454091"/>
                <a:gd name="connsiteX1588" fmla="*/ 1829499 w 1983597"/>
                <a:gd name="connsiteY1588" fmla="*/ 1009832 h 1454091"/>
                <a:gd name="connsiteX1589" fmla="*/ 1826222 w 1983597"/>
                <a:gd name="connsiteY1589" fmla="*/ 1008192 h 1454091"/>
                <a:gd name="connsiteX1590" fmla="*/ 1821303 w 1983597"/>
                <a:gd name="connsiteY1590" fmla="*/ 1006553 h 1454091"/>
                <a:gd name="connsiteX1591" fmla="*/ 1818025 w 1983597"/>
                <a:gd name="connsiteY1591" fmla="*/ 1006553 h 1454091"/>
                <a:gd name="connsiteX1592" fmla="*/ 1814746 w 1983597"/>
                <a:gd name="connsiteY1592" fmla="*/ 1008192 h 1454091"/>
                <a:gd name="connsiteX1593" fmla="*/ 1813106 w 1983597"/>
                <a:gd name="connsiteY1593" fmla="*/ 1011471 h 1454091"/>
                <a:gd name="connsiteX1594" fmla="*/ 1808188 w 1983597"/>
                <a:gd name="connsiteY1594" fmla="*/ 1014750 h 1454091"/>
                <a:gd name="connsiteX1595" fmla="*/ 1808188 w 1983597"/>
                <a:gd name="connsiteY1595" fmla="*/ 1016389 h 1454091"/>
                <a:gd name="connsiteX1596" fmla="*/ 1808188 w 1983597"/>
                <a:gd name="connsiteY1596" fmla="*/ 1014750 h 1454091"/>
                <a:gd name="connsiteX1597" fmla="*/ 1813106 w 1983597"/>
                <a:gd name="connsiteY1597" fmla="*/ 1013110 h 1454091"/>
                <a:gd name="connsiteX1598" fmla="*/ 1816385 w 1983597"/>
                <a:gd name="connsiteY1598" fmla="*/ 1011471 h 1454091"/>
                <a:gd name="connsiteX1599" fmla="*/ 1819664 w 1983597"/>
                <a:gd name="connsiteY1599" fmla="*/ 1008192 h 1454091"/>
                <a:gd name="connsiteX1600" fmla="*/ 1824582 w 1983597"/>
                <a:gd name="connsiteY1600" fmla="*/ 1011471 h 1454091"/>
                <a:gd name="connsiteX1601" fmla="*/ 1826222 w 1983597"/>
                <a:gd name="connsiteY1601" fmla="*/ 1014750 h 1454091"/>
                <a:gd name="connsiteX1602" fmla="*/ 1827861 w 1983597"/>
                <a:gd name="connsiteY1602" fmla="*/ 1018028 h 1454091"/>
                <a:gd name="connsiteX1603" fmla="*/ 1829499 w 1983597"/>
                <a:gd name="connsiteY1603" fmla="*/ 1021307 h 1454091"/>
                <a:gd name="connsiteX1604" fmla="*/ 1832778 w 1983597"/>
                <a:gd name="connsiteY1604" fmla="*/ 1021307 h 1454091"/>
                <a:gd name="connsiteX1605" fmla="*/ 1832778 w 1983597"/>
                <a:gd name="connsiteY1605" fmla="*/ 1021307 h 1454091"/>
                <a:gd name="connsiteX1606" fmla="*/ 1829499 w 1983597"/>
                <a:gd name="connsiteY1606" fmla="*/ 1019667 h 1454091"/>
                <a:gd name="connsiteX1607" fmla="*/ 1832778 w 1983597"/>
                <a:gd name="connsiteY1607" fmla="*/ 1019667 h 1454091"/>
                <a:gd name="connsiteX1608" fmla="*/ 1836057 w 1983597"/>
                <a:gd name="connsiteY1608" fmla="*/ 1018028 h 1454091"/>
                <a:gd name="connsiteX1609" fmla="*/ 1839336 w 1983597"/>
                <a:gd name="connsiteY1609" fmla="*/ 1014750 h 1454091"/>
                <a:gd name="connsiteX1610" fmla="*/ 1842615 w 1983597"/>
                <a:gd name="connsiteY1610" fmla="*/ 1013110 h 1454091"/>
                <a:gd name="connsiteX1611" fmla="*/ 1845893 w 1983597"/>
                <a:gd name="connsiteY1611" fmla="*/ 1011471 h 1454091"/>
                <a:gd name="connsiteX1612" fmla="*/ 1849172 w 1983597"/>
                <a:gd name="connsiteY1612" fmla="*/ 1011471 h 1454091"/>
                <a:gd name="connsiteX1613" fmla="*/ 1854090 w 1983597"/>
                <a:gd name="connsiteY1613" fmla="*/ 1013110 h 1454091"/>
                <a:gd name="connsiteX1614" fmla="*/ 1857368 w 1983597"/>
                <a:gd name="connsiteY1614" fmla="*/ 1016389 h 1454091"/>
                <a:gd name="connsiteX1615" fmla="*/ 1860647 w 1983597"/>
                <a:gd name="connsiteY1615" fmla="*/ 1019667 h 1454091"/>
                <a:gd name="connsiteX1616" fmla="*/ 1863926 w 1983597"/>
                <a:gd name="connsiteY1616" fmla="*/ 1022946 h 1454091"/>
                <a:gd name="connsiteX1617" fmla="*/ 1865565 w 1983597"/>
                <a:gd name="connsiteY1617" fmla="*/ 1024585 h 1454091"/>
                <a:gd name="connsiteX1618" fmla="*/ 1867205 w 1983597"/>
                <a:gd name="connsiteY1618" fmla="*/ 1026225 h 1454091"/>
                <a:gd name="connsiteX1619" fmla="*/ 1870483 w 1983597"/>
                <a:gd name="connsiteY1619" fmla="*/ 1026225 h 1454091"/>
                <a:gd name="connsiteX1620" fmla="*/ 1873762 w 1983597"/>
                <a:gd name="connsiteY1620" fmla="*/ 1027864 h 1454091"/>
                <a:gd name="connsiteX1621" fmla="*/ 1877041 w 1983597"/>
                <a:gd name="connsiteY1621" fmla="*/ 1029504 h 1454091"/>
                <a:gd name="connsiteX1622" fmla="*/ 1880319 w 1983597"/>
                <a:gd name="connsiteY1622" fmla="*/ 1029504 h 1454091"/>
                <a:gd name="connsiteX1623" fmla="*/ 1885237 w 1983597"/>
                <a:gd name="connsiteY1623" fmla="*/ 1029504 h 1454091"/>
                <a:gd name="connsiteX1624" fmla="*/ 1880319 w 1983597"/>
                <a:gd name="connsiteY1624" fmla="*/ 1032782 h 1454091"/>
                <a:gd name="connsiteX1625" fmla="*/ 1880319 w 1983597"/>
                <a:gd name="connsiteY1625" fmla="*/ 1032782 h 1454091"/>
                <a:gd name="connsiteX1626" fmla="*/ 1877041 w 1983597"/>
                <a:gd name="connsiteY1626" fmla="*/ 1034422 h 1454091"/>
                <a:gd name="connsiteX1627" fmla="*/ 1875402 w 1983597"/>
                <a:gd name="connsiteY1627" fmla="*/ 1039340 h 1454091"/>
                <a:gd name="connsiteX1628" fmla="*/ 1873762 w 1983597"/>
                <a:gd name="connsiteY1628" fmla="*/ 1042618 h 1454091"/>
                <a:gd name="connsiteX1629" fmla="*/ 1872123 w 1983597"/>
                <a:gd name="connsiteY1629" fmla="*/ 1044257 h 1454091"/>
                <a:gd name="connsiteX1630" fmla="*/ 1868844 w 1983597"/>
                <a:gd name="connsiteY1630" fmla="*/ 1044257 h 1454091"/>
                <a:gd name="connsiteX1631" fmla="*/ 1865565 w 1983597"/>
                <a:gd name="connsiteY1631" fmla="*/ 1047536 h 1454091"/>
                <a:gd name="connsiteX1632" fmla="*/ 1867205 w 1983597"/>
                <a:gd name="connsiteY1632" fmla="*/ 1050815 h 1454091"/>
                <a:gd name="connsiteX1633" fmla="*/ 1870483 w 1983597"/>
                <a:gd name="connsiteY1633" fmla="*/ 1047536 h 1454091"/>
                <a:gd name="connsiteX1634" fmla="*/ 1875402 w 1983597"/>
                <a:gd name="connsiteY1634" fmla="*/ 1044257 h 1454091"/>
                <a:gd name="connsiteX1635" fmla="*/ 1878680 w 1983597"/>
                <a:gd name="connsiteY1635" fmla="*/ 1047536 h 1454091"/>
                <a:gd name="connsiteX1636" fmla="*/ 1875402 w 1983597"/>
                <a:gd name="connsiteY1636" fmla="*/ 1042618 h 1454091"/>
                <a:gd name="connsiteX1637" fmla="*/ 1880319 w 1983597"/>
                <a:gd name="connsiteY1637" fmla="*/ 1040979 h 1454091"/>
                <a:gd name="connsiteX1638" fmla="*/ 1883598 w 1983597"/>
                <a:gd name="connsiteY1638" fmla="*/ 1042618 h 1454091"/>
                <a:gd name="connsiteX1639" fmla="*/ 1883598 w 1983597"/>
                <a:gd name="connsiteY1639" fmla="*/ 1045897 h 1454091"/>
                <a:gd name="connsiteX1640" fmla="*/ 1883598 w 1983597"/>
                <a:gd name="connsiteY1640" fmla="*/ 1050815 h 1454091"/>
                <a:gd name="connsiteX1641" fmla="*/ 1885237 w 1983597"/>
                <a:gd name="connsiteY1641" fmla="*/ 1054094 h 1454091"/>
                <a:gd name="connsiteX1642" fmla="*/ 1886876 w 1983597"/>
                <a:gd name="connsiteY1642" fmla="*/ 1057372 h 1454091"/>
                <a:gd name="connsiteX1643" fmla="*/ 1883598 w 1983597"/>
                <a:gd name="connsiteY1643" fmla="*/ 1060651 h 1454091"/>
                <a:gd name="connsiteX1644" fmla="*/ 1881958 w 1983597"/>
                <a:gd name="connsiteY1644" fmla="*/ 1060651 h 1454091"/>
                <a:gd name="connsiteX1645" fmla="*/ 1881958 w 1983597"/>
                <a:gd name="connsiteY1645" fmla="*/ 1055733 h 1454091"/>
                <a:gd name="connsiteX1646" fmla="*/ 1878680 w 1983597"/>
                <a:gd name="connsiteY1646" fmla="*/ 1052454 h 1454091"/>
                <a:gd name="connsiteX1647" fmla="*/ 1878680 w 1983597"/>
                <a:gd name="connsiteY1647" fmla="*/ 1055733 h 1454091"/>
                <a:gd name="connsiteX1648" fmla="*/ 1880319 w 1983597"/>
                <a:gd name="connsiteY1648" fmla="*/ 1060651 h 1454091"/>
                <a:gd name="connsiteX1649" fmla="*/ 1875402 w 1983597"/>
                <a:gd name="connsiteY1649" fmla="*/ 1060651 h 1454091"/>
                <a:gd name="connsiteX1650" fmla="*/ 1873762 w 1983597"/>
                <a:gd name="connsiteY1650" fmla="*/ 1055733 h 1454091"/>
                <a:gd name="connsiteX1651" fmla="*/ 1875402 w 1983597"/>
                <a:gd name="connsiteY1651" fmla="*/ 1059012 h 1454091"/>
                <a:gd name="connsiteX1652" fmla="*/ 1872123 w 1983597"/>
                <a:gd name="connsiteY1652" fmla="*/ 1055733 h 1454091"/>
                <a:gd name="connsiteX1653" fmla="*/ 1870483 w 1983597"/>
                <a:gd name="connsiteY1653" fmla="*/ 1059012 h 1454091"/>
                <a:gd name="connsiteX1654" fmla="*/ 1868844 w 1983597"/>
                <a:gd name="connsiteY1654" fmla="*/ 1063930 h 1454091"/>
                <a:gd name="connsiteX1655" fmla="*/ 1868844 w 1983597"/>
                <a:gd name="connsiteY1655" fmla="*/ 1063930 h 1454091"/>
                <a:gd name="connsiteX1656" fmla="*/ 1872123 w 1983597"/>
                <a:gd name="connsiteY1656" fmla="*/ 1063930 h 1454091"/>
                <a:gd name="connsiteX1657" fmla="*/ 1875402 w 1983597"/>
                <a:gd name="connsiteY1657" fmla="*/ 1067208 h 1454091"/>
                <a:gd name="connsiteX1658" fmla="*/ 1875402 w 1983597"/>
                <a:gd name="connsiteY1658" fmla="*/ 1067208 h 1454091"/>
                <a:gd name="connsiteX1659" fmla="*/ 1878680 w 1983597"/>
                <a:gd name="connsiteY1659" fmla="*/ 1068848 h 1454091"/>
                <a:gd name="connsiteX1660" fmla="*/ 1880319 w 1983597"/>
                <a:gd name="connsiteY1660" fmla="*/ 1072126 h 1454091"/>
                <a:gd name="connsiteX1661" fmla="*/ 1877041 w 1983597"/>
                <a:gd name="connsiteY1661" fmla="*/ 1070487 h 1454091"/>
                <a:gd name="connsiteX1662" fmla="*/ 1875402 w 1983597"/>
                <a:gd name="connsiteY1662" fmla="*/ 1073766 h 1454091"/>
                <a:gd name="connsiteX1663" fmla="*/ 1878680 w 1983597"/>
                <a:gd name="connsiteY1663" fmla="*/ 1073766 h 1454091"/>
                <a:gd name="connsiteX1664" fmla="*/ 1881958 w 1983597"/>
                <a:gd name="connsiteY1664" fmla="*/ 1078684 h 1454091"/>
                <a:gd name="connsiteX1665" fmla="*/ 1878680 w 1983597"/>
                <a:gd name="connsiteY1665" fmla="*/ 1081962 h 1454091"/>
                <a:gd name="connsiteX1666" fmla="*/ 1873762 w 1983597"/>
                <a:gd name="connsiteY1666" fmla="*/ 1081962 h 1454091"/>
                <a:gd name="connsiteX1667" fmla="*/ 1872123 w 1983597"/>
                <a:gd name="connsiteY1667" fmla="*/ 1081962 h 1454091"/>
                <a:gd name="connsiteX1668" fmla="*/ 1868844 w 1983597"/>
                <a:gd name="connsiteY1668" fmla="*/ 1080323 h 1454091"/>
                <a:gd name="connsiteX1669" fmla="*/ 1865565 w 1983597"/>
                <a:gd name="connsiteY1669" fmla="*/ 1077044 h 1454091"/>
                <a:gd name="connsiteX1670" fmla="*/ 1862286 w 1983597"/>
                <a:gd name="connsiteY1670" fmla="*/ 1075405 h 1454091"/>
                <a:gd name="connsiteX1671" fmla="*/ 1862286 w 1983597"/>
                <a:gd name="connsiteY1671" fmla="*/ 1077044 h 1454091"/>
                <a:gd name="connsiteX1672" fmla="*/ 1865565 w 1983597"/>
                <a:gd name="connsiteY1672" fmla="*/ 1078684 h 1454091"/>
                <a:gd name="connsiteX1673" fmla="*/ 1868844 w 1983597"/>
                <a:gd name="connsiteY1673" fmla="*/ 1083602 h 1454091"/>
                <a:gd name="connsiteX1674" fmla="*/ 1872123 w 1983597"/>
                <a:gd name="connsiteY1674" fmla="*/ 1081962 h 1454091"/>
                <a:gd name="connsiteX1675" fmla="*/ 1875402 w 1983597"/>
                <a:gd name="connsiteY1675" fmla="*/ 1081962 h 1454091"/>
                <a:gd name="connsiteX1676" fmla="*/ 1877041 w 1983597"/>
                <a:gd name="connsiteY1676" fmla="*/ 1083602 h 1454091"/>
                <a:gd name="connsiteX1677" fmla="*/ 1878680 w 1983597"/>
                <a:gd name="connsiteY1677" fmla="*/ 1086880 h 1454091"/>
                <a:gd name="connsiteX1678" fmla="*/ 1881958 w 1983597"/>
                <a:gd name="connsiteY1678" fmla="*/ 1091798 h 1454091"/>
                <a:gd name="connsiteX1679" fmla="*/ 1883598 w 1983597"/>
                <a:gd name="connsiteY1679" fmla="*/ 1095077 h 1454091"/>
                <a:gd name="connsiteX1680" fmla="*/ 1883598 w 1983597"/>
                <a:gd name="connsiteY1680" fmla="*/ 1098356 h 1454091"/>
                <a:gd name="connsiteX1681" fmla="*/ 1878680 w 1983597"/>
                <a:gd name="connsiteY1681" fmla="*/ 1098356 h 1454091"/>
                <a:gd name="connsiteX1682" fmla="*/ 1877041 w 1983597"/>
                <a:gd name="connsiteY1682" fmla="*/ 1103274 h 1454091"/>
                <a:gd name="connsiteX1683" fmla="*/ 1877041 w 1983597"/>
                <a:gd name="connsiteY1683" fmla="*/ 1106552 h 1454091"/>
                <a:gd name="connsiteX1684" fmla="*/ 1873762 w 1983597"/>
                <a:gd name="connsiteY1684" fmla="*/ 1103274 h 1454091"/>
                <a:gd name="connsiteX1685" fmla="*/ 1872123 w 1983597"/>
                <a:gd name="connsiteY1685" fmla="*/ 1099995 h 1454091"/>
                <a:gd name="connsiteX1686" fmla="*/ 1870483 w 1983597"/>
                <a:gd name="connsiteY1686" fmla="*/ 1096716 h 1454091"/>
                <a:gd name="connsiteX1687" fmla="*/ 1867205 w 1983597"/>
                <a:gd name="connsiteY1687" fmla="*/ 1096716 h 1454091"/>
                <a:gd name="connsiteX1688" fmla="*/ 1865565 w 1983597"/>
                <a:gd name="connsiteY1688" fmla="*/ 1099995 h 1454091"/>
                <a:gd name="connsiteX1689" fmla="*/ 1863926 w 1983597"/>
                <a:gd name="connsiteY1689" fmla="*/ 1099995 h 1454091"/>
                <a:gd name="connsiteX1690" fmla="*/ 1867205 w 1983597"/>
                <a:gd name="connsiteY1690" fmla="*/ 1101634 h 1454091"/>
                <a:gd name="connsiteX1691" fmla="*/ 1867205 w 1983597"/>
                <a:gd name="connsiteY1691" fmla="*/ 1104913 h 1454091"/>
                <a:gd name="connsiteX1692" fmla="*/ 1863926 w 1983597"/>
                <a:gd name="connsiteY1692" fmla="*/ 1109831 h 1454091"/>
                <a:gd name="connsiteX1693" fmla="*/ 1862286 w 1983597"/>
                <a:gd name="connsiteY1693" fmla="*/ 1113110 h 1454091"/>
                <a:gd name="connsiteX1694" fmla="*/ 1859008 w 1983597"/>
                <a:gd name="connsiteY1694" fmla="*/ 1113110 h 1454091"/>
                <a:gd name="connsiteX1695" fmla="*/ 1855729 w 1983597"/>
                <a:gd name="connsiteY1695" fmla="*/ 1111470 h 1454091"/>
                <a:gd name="connsiteX1696" fmla="*/ 1852451 w 1983597"/>
                <a:gd name="connsiteY1696" fmla="*/ 1111470 h 1454091"/>
                <a:gd name="connsiteX1697" fmla="*/ 1849172 w 1983597"/>
                <a:gd name="connsiteY1697" fmla="*/ 1108192 h 1454091"/>
                <a:gd name="connsiteX1698" fmla="*/ 1850812 w 1983597"/>
                <a:gd name="connsiteY1698" fmla="*/ 1111470 h 1454091"/>
                <a:gd name="connsiteX1699" fmla="*/ 1854090 w 1983597"/>
                <a:gd name="connsiteY1699" fmla="*/ 1111470 h 1454091"/>
                <a:gd name="connsiteX1700" fmla="*/ 1857368 w 1983597"/>
                <a:gd name="connsiteY1700" fmla="*/ 1114749 h 1454091"/>
                <a:gd name="connsiteX1701" fmla="*/ 1862286 w 1983597"/>
                <a:gd name="connsiteY1701" fmla="*/ 1118028 h 1454091"/>
                <a:gd name="connsiteX1702" fmla="*/ 1859008 w 1983597"/>
                <a:gd name="connsiteY1702" fmla="*/ 1121306 h 1454091"/>
                <a:gd name="connsiteX1703" fmla="*/ 1859008 w 1983597"/>
                <a:gd name="connsiteY1703" fmla="*/ 1121306 h 1454091"/>
                <a:gd name="connsiteX1704" fmla="*/ 1857368 w 1983597"/>
                <a:gd name="connsiteY1704" fmla="*/ 1126224 h 1454091"/>
                <a:gd name="connsiteX1705" fmla="*/ 1857368 w 1983597"/>
                <a:gd name="connsiteY1705" fmla="*/ 1129503 h 1454091"/>
                <a:gd name="connsiteX1706" fmla="*/ 1855729 w 1983597"/>
                <a:gd name="connsiteY1706" fmla="*/ 1132782 h 1454091"/>
                <a:gd name="connsiteX1707" fmla="*/ 1860647 w 1983597"/>
                <a:gd name="connsiteY1707" fmla="*/ 1137700 h 1454091"/>
                <a:gd name="connsiteX1708" fmla="*/ 1855729 w 1983597"/>
                <a:gd name="connsiteY1708" fmla="*/ 1140978 h 1454091"/>
                <a:gd name="connsiteX1709" fmla="*/ 1857368 w 1983597"/>
                <a:gd name="connsiteY1709" fmla="*/ 1144257 h 1454091"/>
                <a:gd name="connsiteX1710" fmla="*/ 1857368 w 1983597"/>
                <a:gd name="connsiteY1710" fmla="*/ 1147536 h 1454091"/>
                <a:gd name="connsiteX1711" fmla="*/ 1852451 w 1983597"/>
                <a:gd name="connsiteY1711" fmla="*/ 1147536 h 1454091"/>
                <a:gd name="connsiteX1712" fmla="*/ 1854090 w 1983597"/>
                <a:gd name="connsiteY1712" fmla="*/ 1149175 h 1454091"/>
                <a:gd name="connsiteX1713" fmla="*/ 1850812 w 1983597"/>
                <a:gd name="connsiteY1713" fmla="*/ 1147536 h 1454091"/>
                <a:gd name="connsiteX1714" fmla="*/ 1850812 w 1983597"/>
                <a:gd name="connsiteY1714" fmla="*/ 1145897 h 1454091"/>
                <a:gd name="connsiteX1715" fmla="*/ 1845893 w 1983597"/>
                <a:gd name="connsiteY1715" fmla="*/ 1142618 h 1454091"/>
                <a:gd name="connsiteX1716" fmla="*/ 1847533 w 1983597"/>
                <a:gd name="connsiteY1716" fmla="*/ 1145897 h 1454091"/>
                <a:gd name="connsiteX1717" fmla="*/ 1850812 w 1983597"/>
                <a:gd name="connsiteY1717" fmla="*/ 1147536 h 1454091"/>
                <a:gd name="connsiteX1718" fmla="*/ 1854090 w 1983597"/>
                <a:gd name="connsiteY1718" fmla="*/ 1150814 h 1454091"/>
                <a:gd name="connsiteX1719" fmla="*/ 1852451 w 1983597"/>
                <a:gd name="connsiteY1719" fmla="*/ 1152454 h 1454091"/>
                <a:gd name="connsiteX1720" fmla="*/ 1849172 w 1983597"/>
                <a:gd name="connsiteY1720" fmla="*/ 1152454 h 1454091"/>
                <a:gd name="connsiteX1721" fmla="*/ 1849172 w 1983597"/>
                <a:gd name="connsiteY1721" fmla="*/ 1155732 h 1454091"/>
                <a:gd name="connsiteX1722" fmla="*/ 1847533 w 1983597"/>
                <a:gd name="connsiteY1722" fmla="*/ 1160650 h 1454091"/>
                <a:gd name="connsiteX1723" fmla="*/ 1842615 w 1983597"/>
                <a:gd name="connsiteY1723" fmla="*/ 1162290 h 1454091"/>
                <a:gd name="connsiteX1724" fmla="*/ 1845893 w 1983597"/>
                <a:gd name="connsiteY1724" fmla="*/ 1165569 h 1454091"/>
                <a:gd name="connsiteX1725" fmla="*/ 1849172 w 1983597"/>
                <a:gd name="connsiteY1725" fmla="*/ 1170487 h 1454091"/>
                <a:gd name="connsiteX1726" fmla="*/ 1847533 w 1983597"/>
                <a:gd name="connsiteY1726" fmla="*/ 1173765 h 1454091"/>
                <a:gd name="connsiteX1727" fmla="*/ 1844254 w 1983597"/>
                <a:gd name="connsiteY1727" fmla="*/ 1173765 h 1454091"/>
                <a:gd name="connsiteX1728" fmla="*/ 1842615 w 1983597"/>
                <a:gd name="connsiteY1728" fmla="*/ 1177044 h 1454091"/>
                <a:gd name="connsiteX1729" fmla="*/ 1837696 w 1983597"/>
                <a:gd name="connsiteY1729" fmla="*/ 1175404 h 1454091"/>
                <a:gd name="connsiteX1730" fmla="*/ 1842615 w 1983597"/>
                <a:gd name="connsiteY1730" fmla="*/ 1173765 h 1454091"/>
                <a:gd name="connsiteX1731" fmla="*/ 1842615 w 1983597"/>
                <a:gd name="connsiteY1731" fmla="*/ 1168847 h 1454091"/>
                <a:gd name="connsiteX1732" fmla="*/ 1842615 w 1983597"/>
                <a:gd name="connsiteY1732" fmla="*/ 1167208 h 1454091"/>
                <a:gd name="connsiteX1733" fmla="*/ 1839336 w 1983597"/>
                <a:gd name="connsiteY1733" fmla="*/ 1167208 h 1454091"/>
                <a:gd name="connsiteX1734" fmla="*/ 1837696 w 1983597"/>
                <a:gd name="connsiteY1734" fmla="*/ 1172126 h 1454091"/>
                <a:gd name="connsiteX1735" fmla="*/ 1834418 w 1983597"/>
                <a:gd name="connsiteY1735" fmla="*/ 1167208 h 1454091"/>
                <a:gd name="connsiteX1736" fmla="*/ 1832778 w 1983597"/>
                <a:gd name="connsiteY1736" fmla="*/ 1163929 h 1454091"/>
                <a:gd name="connsiteX1737" fmla="*/ 1829499 w 1983597"/>
                <a:gd name="connsiteY1737" fmla="*/ 1167208 h 1454091"/>
                <a:gd name="connsiteX1738" fmla="*/ 1826222 w 1983597"/>
                <a:gd name="connsiteY1738" fmla="*/ 1167208 h 1454091"/>
                <a:gd name="connsiteX1739" fmla="*/ 1827861 w 1983597"/>
                <a:gd name="connsiteY1739" fmla="*/ 1170487 h 1454091"/>
                <a:gd name="connsiteX1740" fmla="*/ 1827861 w 1983597"/>
                <a:gd name="connsiteY1740" fmla="*/ 1173765 h 1454091"/>
                <a:gd name="connsiteX1741" fmla="*/ 1832778 w 1983597"/>
                <a:gd name="connsiteY1741" fmla="*/ 1173765 h 1454091"/>
                <a:gd name="connsiteX1742" fmla="*/ 1836057 w 1983597"/>
                <a:gd name="connsiteY1742" fmla="*/ 1177044 h 1454091"/>
                <a:gd name="connsiteX1743" fmla="*/ 1836057 w 1983597"/>
                <a:gd name="connsiteY1743" fmla="*/ 1178683 h 1454091"/>
                <a:gd name="connsiteX1744" fmla="*/ 1836057 w 1983597"/>
                <a:gd name="connsiteY1744" fmla="*/ 1181962 h 1454091"/>
                <a:gd name="connsiteX1745" fmla="*/ 1832778 w 1983597"/>
                <a:gd name="connsiteY1745" fmla="*/ 1181962 h 1454091"/>
                <a:gd name="connsiteX1746" fmla="*/ 1834418 w 1983597"/>
                <a:gd name="connsiteY1746" fmla="*/ 1185241 h 1454091"/>
                <a:gd name="connsiteX1747" fmla="*/ 1837696 w 1983597"/>
                <a:gd name="connsiteY1747" fmla="*/ 1186880 h 1454091"/>
                <a:gd name="connsiteX1748" fmla="*/ 1839336 w 1983597"/>
                <a:gd name="connsiteY1748" fmla="*/ 1183601 h 1454091"/>
                <a:gd name="connsiteX1749" fmla="*/ 1842615 w 1983597"/>
                <a:gd name="connsiteY1749" fmla="*/ 1186880 h 1454091"/>
                <a:gd name="connsiteX1750" fmla="*/ 1837696 w 1983597"/>
                <a:gd name="connsiteY1750" fmla="*/ 1188519 h 1454091"/>
                <a:gd name="connsiteX1751" fmla="*/ 1834418 w 1983597"/>
                <a:gd name="connsiteY1751" fmla="*/ 1191798 h 1454091"/>
                <a:gd name="connsiteX1752" fmla="*/ 1832778 w 1983597"/>
                <a:gd name="connsiteY1752" fmla="*/ 1195077 h 1454091"/>
                <a:gd name="connsiteX1753" fmla="*/ 1831139 w 1983597"/>
                <a:gd name="connsiteY1753" fmla="*/ 1198355 h 1454091"/>
                <a:gd name="connsiteX1754" fmla="*/ 1829499 w 1983597"/>
                <a:gd name="connsiteY1754" fmla="*/ 1201634 h 1454091"/>
                <a:gd name="connsiteX1755" fmla="*/ 1827861 w 1983597"/>
                <a:gd name="connsiteY1755" fmla="*/ 1199994 h 1454091"/>
                <a:gd name="connsiteX1756" fmla="*/ 1822943 w 1983597"/>
                <a:gd name="connsiteY1756" fmla="*/ 1198355 h 1454091"/>
                <a:gd name="connsiteX1757" fmla="*/ 1822943 w 1983597"/>
                <a:gd name="connsiteY1757" fmla="*/ 1198355 h 1454091"/>
                <a:gd name="connsiteX1758" fmla="*/ 1818025 w 1983597"/>
                <a:gd name="connsiteY1758" fmla="*/ 1196716 h 1454091"/>
                <a:gd name="connsiteX1759" fmla="*/ 1814746 w 1983597"/>
                <a:gd name="connsiteY1759" fmla="*/ 1195077 h 1454091"/>
                <a:gd name="connsiteX1760" fmla="*/ 1816385 w 1983597"/>
                <a:gd name="connsiteY1760" fmla="*/ 1195077 h 1454091"/>
                <a:gd name="connsiteX1761" fmla="*/ 1819664 w 1983597"/>
                <a:gd name="connsiteY1761" fmla="*/ 1198355 h 1454091"/>
                <a:gd name="connsiteX1762" fmla="*/ 1821303 w 1983597"/>
                <a:gd name="connsiteY1762" fmla="*/ 1203273 h 1454091"/>
                <a:gd name="connsiteX1763" fmla="*/ 1822943 w 1983597"/>
                <a:gd name="connsiteY1763" fmla="*/ 1203273 h 1454091"/>
                <a:gd name="connsiteX1764" fmla="*/ 1826222 w 1983597"/>
                <a:gd name="connsiteY1764" fmla="*/ 1203273 h 1454091"/>
                <a:gd name="connsiteX1765" fmla="*/ 1829499 w 1983597"/>
                <a:gd name="connsiteY1765" fmla="*/ 1203273 h 1454091"/>
                <a:gd name="connsiteX1766" fmla="*/ 1831139 w 1983597"/>
                <a:gd name="connsiteY1766" fmla="*/ 1198355 h 1454091"/>
                <a:gd name="connsiteX1767" fmla="*/ 1836057 w 1983597"/>
                <a:gd name="connsiteY1767" fmla="*/ 1199994 h 1454091"/>
                <a:gd name="connsiteX1768" fmla="*/ 1839336 w 1983597"/>
                <a:gd name="connsiteY1768" fmla="*/ 1203273 h 1454091"/>
                <a:gd name="connsiteX1769" fmla="*/ 1836057 w 1983597"/>
                <a:gd name="connsiteY1769" fmla="*/ 1206552 h 1454091"/>
                <a:gd name="connsiteX1770" fmla="*/ 1837696 w 1983597"/>
                <a:gd name="connsiteY1770" fmla="*/ 1209831 h 1454091"/>
                <a:gd name="connsiteX1771" fmla="*/ 1836057 w 1983597"/>
                <a:gd name="connsiteY1771" fmla="*/ 1214749 h 1454091"/>
                <a:gd name="connsiteX1772" fmla="*/ 1836057 w 1983597"/>
                <a:gd name="connsiteY1772" fmla="*/ 1214749 h 1454091"/>
                <a:gd name="connsiteX1773" fmla="*/ 1834418 w 1983597"/>
                <a:gd name="connsiteY1773" fmla="*/ 1218027 h 1454091"/>
                <a:gd name="connsiteX1774" fmla="*/ 1834418 w 1983597"/>
                <a:gd name="connsiteY1774" fmla="*/ 1219667 h 1454091"/>
                <a:gd name="connsiteX1775" fmla="*/ 1839336 w 1983597"/>
                <a:gd name="connsiteY1775" fmla="*/ 1221306 h 1454091"/>
                <a:gd name="connsiteX1776" fmla="*/ 1840975 w 1983597"/>
                <a:gd name="connsiteY1776" fmla="*/ 1224585 h 1454091"/>
                <a:gd name="connsiteX1777" fmla="*/ 1840975 w 1983597"/>
                <a:gd name="connsiteY1777" fmla="*/ 1227863 h 1454091"/>
                <a:gd name="connsiteX1778" fmla="*/ 1839336 w 1983597"/>
                <a:gd name="connsiteY1778" fmla="*/ 1224585 h 1454091"/>
                <a:gd name="connsiteX1779" fmla="*/ 1837696 w 1983597"/>
                <a:gd name="connsiteY1779" fmla="*/ 1227863 h 1454091"/>
                <a:gd name="connsiteX1780" fmla="*/ 1834418 w 1983597"/>
                <a:gd name="connsiteY1780" fmla="*/ 1226224 h 1454091"/>
                <a:gd name="connsiteX1781" fmla="*/ 1831139 w 1983597"/>
                <a:gd name="connsiteY1781" fmla="*/ 1222945 h 1454091"/>
                <a:gd name="connsiteX1782" fmla="*/ 1827861 w 1983597"/>
                <a:gd name="connsiteY1782" fmla="*/ 1219667 h 1454091"/>
                <a:gd name="connsiteX1783" fmla="*/ 1826222 w 1983597"/>
                <a:gd name="connsiteY1783" fmla="*/ 1224585 h 1454091"/>
                <a:gd name="connsiteX1784" fmla="*/ 1826222 w 1983597"/>
                <a:gd name="connsiteY1784" fmla="*/ 1224585 h 1454091"/>
                <a:gd name="connsiteX1785" fmla="*/ 1822943 w 1983597"/>
                <a:gd name="connsiteY1785" fmla="*/ 1227863 h 1454091"/>
                <a:gd name="connsiteX1786" fmla="*/ 1826222 w 1983597"/>
                <a:gd name="connsiteY1786" fmla="*/ 1229503 h 1454091"/>
                <a:gd name="connsiteX1787" fmla="*/ 1829499 w 1983597"/>
                <a:gd name="connsiteY1787" fmla="*/ 1231142 h 1454091"/>
                <a:gd name="connsiteX1788" fmla="*/ 1832778 w 1983597"/>
                <a:gd name="connsiteY1788" fmla="*/ 1234421 h 1454091"/>
                <a:gd name="connsiteX1789" fmla="*/ 1827861 w 1983597"/>
                <a:gd name="connsiteY1789" fmla="*/ 1237699 h 1454091"/>
                <a:gd name="connsiteX1790" fmla="*/ 1824582 w 1983597"/>
                <a:gd name="connsiteY1790" fmla="*/ 1236060 h 1454091"/>
                <a:gd name="connsiteX1791" fmla="*/ 1824582 w 1983597"/>
                <a:gd name="connsiteY1791" fmla="*/ 1240978 h 1454091"/>
                <a:gd name="connsiteX1792" fmla="*/ 1822943 w 1983597"/>
                <a:gd name="connsiteY1792" fmla="*/ 1236060 h 1454091"/>
                <a:gd name="connsiteX1793" fmla="*/ 1819664 w 1983597"/>
                <a:gd name="connsiteY1793" fmla="*/ 1232781 h 1454091"/>
                <a:gd name="connsiteX1794" fmla="*/ 1816385 w 1983597"/>
                <a:gd name="connsiteY1794" fmla="*/ 1236060 h 1454091"/>
                <a:gd name="connsiteX1795" fmla="*/ 1818025 w 1983597"/>
                <a:gd name="connsiteY1795" fmla="*/ 1236060 h 1454091"/>
                <a:gd name="connsiteX1796" fmla="*/ 1819664 w 1983597"/>
                <a:gd name="connsiteY1796" fmla="*/ 1240978 h 1454091"/>
                <a:gd name="connsiteX1797" fmla="*/ 1819664 w 1983597"/>
                <a:gd name="connsiteY1797" fmla="*/ 1244257 h 1454091"/>
                <a:gd name="connsiteX1798" fmla="*/ 1822943 w 1983597"/>
                <a:gd name="connsiteY1798" fmla="*/ 1244257 h 1454091"/>
                <a:gd name="connsiteX1799" fmla="*/ 1819664 w 1983597"/>
                <a:gd name="connsiteY1799" fmla="*/ 1249175 h 1454091"/>
                <a:gd name="connsiteX1800" fmla="*/ 1816385 w 1983597"/>
                <a:gd name="connsiteY1800" fmla="*/ 1250814 h 1454091"/>
                <a:gd name="connsiteX1801" fmla="*/ 1813106 w 1983597"/>
                <a:gd name="connsiteY1801" fmla="*/ 1252453 h 1454091"/>
                <a:gd name="connsiteX1802" fmla="*/ 1813106 w 1983597"/>
                <a:gd name="connsiteY1802" fmla="*/ 1247535 h 1454091"/>
                <a:gd name="connsiteX1803" fmla="*/ 1809828 w 1983597"/>
                <a:gd name="connsiteY1803" fmla="*/ 1252453 h 1454091"/>
                <a:gd name="connsiteX1804" fmla="*/ 1809828 w 1983597"/>
                <a:gd name="connsiteY1804" fmla="*/ 1254093 h 1454091"/>
                <a:gd name="connsiteX1805" fmla="*/ 1813106 w 1983597"/>
                <a:gd name="connsiteY1805" fmla="*/ 1255732 h 1454091"/>
                <a:gd name="connsiteX1806" fmla="*/ 1814746 w 1983597"/>
                <a:gd name="connsiteY1806" fmla="*/ 1259011 h 1454091"/>
                <a:gd name="connsiteX1807" fmla="*/ 1813106 w 1983597"/>
                <a:gd name="connsiteY1807" fmla="*/ 1262289 h 1454091"/>
                <a:gd name="connsiteX1808" fmla="*/ 1811467 w 1983597"/>
                <a:gd name="connsiteY1808" fmla="*/ 1265568 h 1454091"/>
                <a:gd name="connsiteX1809" fmla="*/ 1809828 w 1983597"/>
                <a:gd name="connsiteY1809" fmla="*/ 1263929 h 1454091"/>
                <a:gd name="connsiteX1810" fmla="*/ 1804909 w 1983597"/>
                <a:gd name="connsiteY1810" fmla="*/ 1259011 h 1454091"/>
                <a:gd name="connsiteX1811" fmla="*/ 1803270 w 1983597"/>
                <a:gd name="connsiteY1811" fmla="*/ 1263929 h 1454091"/>
                <a:gd name="connsiteX1812" fmla="*/ 1803270 w 1983597"/>
                <a:gd name="connsiteY1812" fmla="*/ 1263929 h 1454091"/>
                <a:gd name="connsiteX1813" fmla="*/ 1798353 w 1983597"/>
                <a:gd name="connsiteY1813" fmla="*/ 1265568 h 1454091"/>
                <a:gd name="connsiteX1814" fmla="*/ 1795074 w 1983597"/>
                <a:gd name="connsiteY1814" fmla="*/ 1262289 h 1454091"/>
                <a:gd name="connsiteX1815" fmla="*/ 1791795 w 1983597"/>
                <a:gd name="connsiteY1815" fmla="*/ 1265568 h 1454091"/>
                <a:gd name="connsiteX1816" fmla="*/ 1791795 w 1983597"/>
                <a:gd name="connsiteY1816" fmla="*/ 1265568 h 1454091"/>
                <a:gd name="connsiteX1817" fmla="*/ 1788516 w 1983597"/>
                <a:gd name="connsiteY1817" fmla="*/ 1265568 h 1454091"/>
                <a:gd name="connsiteX1818" fmla="*/ 1790156 w 1983597"/>
                <a:gd name="connsiteY1818" fmla="*/ 1268847 h 1454091"/>
                <a:gd name="connsiteX1819" fmla="*/ 1788516 w 1983597"/>
                <a:gd name="connsiteY1819" fmla="*/ 1268847 h 1454091"/>
                <a:gd name="connsiteX1820" fmla="*/ 1785238 w 1983597"/>
                <a:gd name="connsiteY1820" fmla="*/ 1268847 h 1454091"/>
                <a:gd name="connsiteX1821" fmla="*/ 1781959 w 1983597"/>
                <a:gd name="connsiteY1821" fmla="*/ 1268847 h 1454091"/>
                <a:gd name="connsiteX1822" fmla="*/ 1783598 w 1983597"/>
                <a:gd name="connsiteY1822" fmla="*/ 1270486 h 1454091"/>
                <a:gd name="connsiteX1823" fmla="*/ 1788516 w 1983597"/>
                <a:gd name="connsiteY1823" fmla="*/ 1272125 h 1454091"/>
                <a:gd name="connsiteX1824" fmla="*/ 1791795 w 1983597"/>
                <a:gd name="connsiteY1824" fmla="*/ 1272125 h 1454091"/>
                <a:gd name="connsiteX1825" fmla="*/ 1791795 w 1983597"/>
                <a:gd name="connsiteY1825" fmla="*/ 1275404 h 1454091"/>
                <a:gd name="connsiteX1826" fmla="*/ 1795074 w 1983597"/>
                <a:gd name="connsiteY1826" fmla="*/ 1277043 h 1454091"/>
                <a:gd name="connsiteX1827" fmla="*/ 1791795 w 1983597"/>
                <a:gd name="connsiteY1827" fmla="*/ 1280322 h 1454091"/>
                <a:gd name="connsiteX1828" fmla="*/ 1788516 w 1983597"/>
                <a:gd name="connsiteY1828" fmla="*/ 1280322 h 1454091"/>
                <a:gd name="connsiteX1829" fmla="*/ 1788516 w 1983597"/>
                <a:gd name="connsiteY1829" fmla="*/ 1283601 h 1454091"/>
                <a:gd name="connsiteX1830" fmla="*/ 1788516 w 1983597"/>
                <a:gd name="connsiteY1830" fmla="*/ 1286879 h 1454091"/>
                <a:gd name="connsiteX1831" fmla="*/ 1783598 w 1983597"/>
                <a:gd name="connsiteY1831" fmla="*/ 1290158 h 1454091"/>
                <a:gd name="connsiteX1832" fmla="*/ 1785238 w 1983597"/>
                <a:gd name="connsiteY1832" fmla="*/ 1286879 h 1454091"/>
                <a:gd name="connsiteX1833" fmla="*/ 1780319 w 1983597"/>
                <a:gd name="connsiteY1833" fmla="*/ 1286879 h 1454091"/>
                <a:gd name="connsiteX1834" fmla="*/ 1780319 w 1983597"/>
                <a:gd name="connsiteY1834" fmla="*/ 1286879 h 1454091"/>
                <a:gd name="connsiteX1835" fmla="*/ 1781959 w 1983597"/>
                <a:gd name="connsiteY1835" fmla="*/ 1290158 h 1454091"/>
                <a:gd name="connsiteX1836" fmla="*/ 1780319 w 1983597"/>
                <a:gd name="connsiteY1836" fmla="*/ 1295076 h 1454091"/>
                <a:gd name="connsiteX1837" fmla="*/ 1780319 w 1983597"/>
                <a:gd name="connsiteY1837" fmla="*/ 1298355 h 1454091"/>
                <a:gd name="connsiteX1838" fmla="*/ 1778680 w 1983597"/>
                <a:gd name="connsiteY1838" fmla="*/ 1295076 h 1454091"/>
                <a:gd name="connsiteX1839" fmla="*/ 1775402 w 1983597"/>
                <a:gd name="connsiteY1839" fmla="*/ 1295076 h 1454091"/>
                <a:gd name="connsiteX1840" fmla="*/ 1772123 w 1983597"/>
                <a:gd name="connsiteY1840" fmla="*/ 1298355 h 1454091"/>
                <a:gd name="connsiteX1841" fmla="*/ 1768845 w 1983597"/>
                <a:gd name="connsiteY1841" fmla="*/ 1298355 h 1454091"/>
                <a:gd name="connsiteX1842" fmla="*/ 1767205 w 1983597"/>
                <a:gd name="connsiteY1842" fmla="*/ 1301634 h 1454091"/>
                <a:gd name="connsiteX1843" fmla="*/ 1765566 w 1983597"/>
                <a:gd name="connsiteY1843" fmla="*/ 1306551 h 1454091"/>
                <a:gd name="connsiteX1844" fmla="*/ 1762287 w 1983597"/>
                <a:gd name="connsiteY1844" fmla="*/ 1308191 h 1454091"/>
                <a:gd name="connsiteX1845" fmla="*/ 1759008 w 1983597"/>
                <a:gd name="connsiteY1845" fmla="*/ 1304912 h 1454091"/>
                <a:gd name="connsiteX1846" fmla="*/ 1754090 w 1983597"/>
                <a:gd name="connsiteY1846" fmla="*/ 1304912 h 1454091"/>
                <a:gd name="connsiteX1847" fmla="*/ 1754090 w 1983597"/>
                <a:gd name="connsiteY1847" fmla="*/ 1309830 h 1454091"/>
                <a:gd name="connsiteX1848" fmla="*/ 1754090 w 1983597"/>
                <a:gd name="connsiteY1848" fmla="*/ 1313109 h 1454091"/>
                <a:gd name="connsiteX1849" fmla="*/ 1752451 w 1983597"/>
                <a:gd name="connsiteY1849" fmla="*/ 1316387 h 1454091"/>
                <a:gd name="connsiteX1850" fmla="*/ 1752451 w 1983597"/>
                <a:gd name="connsiteY1850" fmla="*/ 1316387 h 1454091"/>
                <a:gd name="connsiteX1851" fmla="*/ 1749173 w 1983597"/>
                <a:gd name="connsiteY1851" fmla="*/ 1318027 h 1454091"/>
                <a:gd name="connsiteX1852" fmla="*/ 1745894 w 1983597"/>
                <a:gd name="connsiteY1852" fmla="*/ 1318027 h 1454091"/>
                <a:gd name="connsiteX1853" fmla="*/ 1742615 w 1983597"/>
                <a:gd name="connsiteY1853" fmla="*/ 1318027 h 1454091"/>
                <a:gd name="connsiteX1854" fmla="*/ 1745894 w 1983597"/>
                <a:gd name="connsiteY1854" fmla="*/ 1319666 h 1454091"/>
                <a:gd name="connsiteX1855" fmla="*/ 1747533 w 1983597"/>
                <a:gd name="connsiteY1855" fmla="*/ 1318027 h 1454091"/>
                <a:gd name="connsiteX1856" fmla="*/ 1752451 w 1983597"/>
                <a:gd name="connsiteY1856" fmla="*/ 1319666 h 1454091"/>
                <a:gd name="connsiteX1857" fmla="*/ 1754090 w 1983597"/>
                <a:gd name="connsiteY1857" fmla="*/ 1324584 h 1454091"/>
                <a:gd name="connsiteX1858" fmla="*/ 1749173 w 1983597"/>
                <a:gd name="connsiteY1858" fmla="*/ 1321306 h 1454091"/>
                <a:gd name="connsiteX1859" fmla="*/ 1747533 w 1983597"/>
                <a:gd name="connsiteY1859" fmla="*/ 1326224 h 1454091"/>
                <a:gd name="connsiteX1860" fmla="*/ 1745894 w 1983597"/>
                <a:gd name="connsiteY1860" fmla="*/ 1324584 h 1454091"/>
                <a:gd name="connsiteX1861" fmla="*/ 1745894 w 1983597"/>
                <a:gd name="connsiteY1861" fmla="*/ 1324584 h 1454091"/>
                <a:gd name="connsiteX1862" fmla="*/ 1745894 w 1983597"/>
                <a:gd name="connsiteY1862" fmla="*/ 1326224 h 1454091"/>
                <a:gd name="connsiteX1863" fmla="*/ 1745894 w 1983597"/>
                <a:gd name="connsiteY1863" fmla="*/ 1329502 h 1454091"/>
                <a:gd name="connsiteX1864" fmla="*/ 1744255 w 1983597"/>
                <a:gd name="connsiteY1864" fmla="*/ 1332781 h 1454091"/>
                <a:gd name="connsiteX1865" fmla="*/ 1744255 w 1983597"/>
                <a:gd name="connsiteY1865" fmla="*/ 1334420 h 1454091"/>
                <a:gd name="connsiteX1866" fmla="*/ 1740976 w 1983597"/>
                <a:gd name="connsiteY1866" fmla="*/ 1336059 h 1454091"/>
                <a:gd name="connsiteX1867" fmla="*/ 1737697 w 1983597"/>
                <a:gd name="connsiteY1867" fmla="*/ 1336059 h 1454091"/>
                <a:gd name="connsiteX1868" fmla="*/ 1734418 w 1983597"/>
                <a:gd name="connsiteY1868" fmla="*/ 1336059 h 1454091"/>
                <a:gd name="connsiteX1869" fmla="*/ 1729500 w 1983597"/>
                <a:gd name="connsiteY1869" fmla="*/ 1337699 h 1454091"/>
                <a:gd name="connsiteX1870" fmla="*/ 1729500 w 1983597"/>
                <a:gd name="connsiteY1870" fmla="*/ 1337699 h 1454091"/>
                <a:gd name="connsiteX1871" fmla="*/ 1726221 w 1983597"/>
                <a:gd name="connsiteY1871" fmla="*/ 1336059 h 1454091"/>
                <a:gd name="connsiteX1872" fmla="*/ 1729500 w 1983597"/>
                <a:gd name="connsiteY1872" fmla="*/ 1339338 h 1454091"/>
                <a:gd name="connsiteX1873" fmla="*/ 1727861 w 1983597"/>
                <a:gd name="connsiteY1873" fmla="*/ 1339338 h 1454091"/>
                <a:gd name="connsiteX1874" fmla="*/ 1722943 w 1983597"/>
                <a:gd name="connsiteY1874" fmla="*/ 1342617 h 1454091"/>
                <a:gd name="connsiteX1875" fmla="*/ 1719665 w 1983597"/>
                <a:gd name="connsiteY1875" fmla="*/ 1342617 h 1454091"/>
                <a:gd name="connsiteX1876" fmla="*/ 1719665 w 1983597"/>
                <a:gd name="connsiteY1876" fmla="*/ 1340978 h 1454091"/>
                <a:gd name="connsiteX1877" fmla="*/ 1714746 w 1983597"/>
                <a:gd name="connsiteY1877" fmla="*/ 1339338 h 1454091"/>
                <a:gd name="connsiteX1878" fmla="*/ 1716386 w 1983597"/>
                <a:gd name="connsiteY1878" fmla="*/ 1336059 h 1454091"/>
                <a:gd name="connsiteX1879" fmla="*/ 1713107 w 1983597"/>
                <a:gd name="connsiteY1879" fmla="*/ 1339338 h 1454091"/>
                <a:gd name="connsiteX1880" fmla="*/ 1708189 w 1983597"/>
                <a:gd name="connsiteY1880" fmla="*/ 1337699 h 1454091"/>
                <a:gd name="connsiteX1881" fmla="*/ 1704910 w 1983597"/>
                <a:gd name="connsiteY1881" fmla="*/ 1336059 h 1454091"/>
                <a:gd name="connsiteX1882" fmla="*/ 1706549 w 1983597"/>
                <a:gd name="connsiteY1882" fmla="*/ 1339338 h 1454091"/>
                <a:gd name="connsiteX1883" fmla="*/ 1709828 w 1983597"/>
                <a:gd name="connsiteY1883" fmla="*/ 1340978 h 1454091"/>
                <a:gd name="connsiteX1884" fmla="*/ 1711468 w 1983597"/>
                <a:gd name="connsiteY1884" fmla="*/ 1344256 h 1454091"/>
                <a:gd name="connsiteX1885" fmla="*/ 1711468 w 1983597"/>
                <a:gd name="connsiteY1885" fmla="*/ 1347535 h 1454091"/>
                <a:gd name="connsiteX1886" fmla="*/ 1709828 w 1983597"/>
                <a:gd name="connsiteY1886" fmla="*/ 1349174 h 1454091"/>
                <a:gd name="connsiteX1887" fmla="*/ 1706549 w 1983597"/>
                <a:gd name="connsiteY1887" fmla="*/ 1347535 h 1454091"/>
                <a:gd name="connsiteX1888" fmla="*/ 1703271 w 1983597"/>
                <a:gd name="connsiteY1888" fmla="*/ 1344256 h 1454091"/>
                <a:gd name="connsiteX1889" fmla="*/ 1703271 w 1983597"/>
                <a:gd name="connsiteY1889" fmla="*/ 1344256 h 1454091"/>
                <a:gd name="connsiteX1890" fmla="*/ 1699992 w 1983597"/>
                <a:gd name="connsiteY1890" fmla="*/ 1342617 h 1454091"/>
                <a:gd name="connsiteX1891" fmla="*/ 1698353 w 1983597"/>
                <a:gd name="connsiteY1891" fmla="*/ 1342617 h 1454091"/>
                <a:gd name="connsiteX1892" fmla="*/ 1698353 w 1983597"/>
                <a:gd name="connsiteY1892" fmla="*/ 1339338 h 1454091"/>
                <a:gd name="connsiteX1893" fmla="*/ 1695075 w 1983597"/>
                <a:gd name="connsiteY1893" fmla="*/ 1342617 h 1454091"/>
                <a:gd name="connsiteX1894" fmla="*/ 1691796 w 1983597"/>
                <a:gd name="connsiteY1894" fmla="*/ 1342617 h 1454091"/>
                <a:gd name="connsiteX1895" fmla="*/ 1690156 w 1983597"/>
                <a:gd name="connsiteY1895" fmla="*/ 1347535 h 1454091"/>
                <a:gd name="connsiteX1896" fmla="*/ 1688517 w 1983597"/>
                <a:gd name="connsiteY1896" fmla="*/ 1347535 h 1454091"/>
                <a:gd name="connsiteX1897" fmla="*/ 1685238 w 1983597"/>
                <a:gd name="connsiteY1897" fmla="*/ 1345896 h 1454091"/>
                <a:gd name="connsiteX1898" fmla="*/ 1688517 w 1983597"/>
                <a:gd name="connsiteY1898" fmla="*/ 1347535 h 1454091"/>
                <a:gd name="connsiteX1899" fmla="*/ 1686878 w 1983597"/>
                <a:gd name="connsiteY1899" fmla="*/ 1352453 h 1454091"/>
                <a:gd name="connsiteX1900" fmla="*/ 1681959 w 1983597"/>
                <a:gd name="connsiteY1900" fmla="*/ 1352453 h 1454091"/>
                <a:gd name="connsiteX1901" fmla="*/ 1680320 w 1983597"/>
                <a:gd name="connsiteY1901" fmla="*/ 1350814 h 1454091"/>
                <a:gd name="connsiteX1902" fmla="*/ 1680320 w 1983597"/>
                <a:gd name="connsiteY1902" fmla="*/ 1345896 h 1454091"/>
                <a:gd name="connsiteX1903" fmla="*/ 1681959 w 1983597"/>
                <a:gd name="connsiteY1903" fmla="*/ 1342617 h 1454091"/>
                <a:gd name="connsiteX1904" fmla="*/ 1678681 w 1983597"/>
                <a:gd name="connsiteY1904" fmla="*/ 1342617 h 1454091"/>
                <a:gd name="connsiteX1905" fmla="*/ 1675402 w 1983597"/>
                <a:gd name="connsiteY1905" fmla="*/ 1344256 h 1454091"/>
                <a:gd name="connsiteX1906" fmla="*/ 1672124 w 1983597"/>
                <a:gd name="connsiteY1906" fmla="*/ 1347535 h 1454091"/>
                <a:gd name="connsiteX1907" fmla="*/ 1675402 w 1983597"/>
                <a:gd name="connsiteY1907" fmla="*/ 1349174 h 1454091"/>
                <a:gd name="connsiteX1908" fmla="*/ 1673762 w 1983597"/>
                <a:gd name="connsiteY1908" fmla="*/ 1354092 h 1454091"/>
                <a:gd name="connsiteX1909" fmla="*/ 1677041 w 1983597"/>
                <a:gd name="connsiteY1909" fmla="*/ 1355731 h 1454091"/>
                <a:gd name="connsiteX1910" fmla="*/ 1673762 w 1983597"/>
                <a:gd name="connsiteY1910" fmla="*/ 1357371 h 1454091"/>
                <a:gd name="connsiteX1911" fmla="*/ 1672124 w 1983597"/>
                <a:gd name="connsiteY1911" fmla="*/ 1354092 h 1454091"/>
                <a:gd name="connsiteX1912" fmla="*/ 1668845 w 1983597"/>
                <a:gd name="connsiteY1912" fmla="*/ 1352453 h 1454091"/>
                <a:gd name="connsiteX1913" fmla="*/ 1667206 w 1983597"/>
                <a:gd name="connsiteY1913" fmla="*/ 1350814 h 1454091"/>
                <a:gd name="connsiteX1914" fmla="*/ 1665566 w 1983597"/>
                <a:gd name="connsiteY1914" fmla="*/ 1350814 h 1454091"/>
                <a:gd name="connsiteX1915" fmla="*/ 1663927 w 1983597"/>
                <a:gd name="connsiteY1915" fmla="*/ 1350814 h 1454091"/>
                <a:gd name="connsiteX1916" fmla="*/ 1662288 w 1983597"/>
                <a:gd name="connsiteY1916" fmla="*/ 1354092 h 1454091"/>
                <a:gd name="connsiteX1917" fmla="*/ 1662288 w 1983597"/>
                <a:gd name="connsiteY1917" fmla="*/ 1352453 h 1454091"/>
                <a:gd name="connsiteX1918" fmla="*/ 1657369 w 1983597"/>
                <a:gd name="connsiteY1918" fmla="*/ 1354092 h 1454091"/>
                <a:gd name="connsiteX1919" fmla="*/ 1657369 w 1983597"/>
                <a:gd name="connsiteY1919" fmla="*/ 1354092 h 1454091"/>
                <a:gd name="connsiteX1920" fmla="*/ 1655730 w 1983597"/>
                <a:gd name="connsiteY1920" fmla="*/ 1355731 h 1454091"/>
                <a:gd name="connsiteX1921" fmla="*/ 1652451 w 1983597"/>
                <a:gd name="connsiteY1921" fmla="*/ 1354092 h 1454091"/>
                <a:gd name="connsiteX1922" fmla="*/ 1650812 w 1983597"/>
                <a:gd name="connsiteY1922" fmla="*/ 1354092 h 1454091"/>
                <a:gd name="connsiteX1923" fmla="*/ 1649172 w 1983597"/>
                <a:gd name="connsiteY1923" fmla="*/ 1357371 h 1454091"/>
                <a:gd name="connsiteX1924" fmla="*/ 1649172 w 1983597"/>
                <a:gd name="connsiteY1924" fmla="*/ 1355731 h 1454091"/>
                <a:gd name="connsiteX1925" fmla="*/ 1645895 w 1983597"/>
                <a:gd name="connsiteY1925" fmla="*/ 1352453 h 1454091"/>
                <a:gd name="connsiteX1926" fmla="*/ 1645895 w 1983597"/>
                <a:gd name="connsiteY1926" fmla="*/ 1347535 h 1454091"/>
                <a:gd name="connsiteX1927" fmla="*/ 1642616 w 1983597"/>
                <a:gd name="connsiteY1927" fmla="*/ 1344256 h 1454091"/>
                <a:gd name="connsiteX1928" fmla="*/ 1639337 w 1983597"/>
                <a:gd name="connsiteY1928" fmla="*/ 1344256 h 1454091"/>
                <a:gd name="connsiteX1929" fmla="*/ 1639337 w 1983597"/>
                <a:gd name="connsiteY1929" fmla="*/ 1342617 h 1454091"/>
                <a:gd name="connsiteX1930" fmla="*/ 1636058 w 1983597"/>
                <a:gd name="connsiteY1930" fmla="*/ 1339338 h 1454091"/>
                <a:gd name="connsiteX1931" fmla="*/ 1636058 w 1983597"/>
                <a:gd name="connsiteY1931" fmla="*/ 1336059 h 1454091"/>
                <a:gd name="connsiteX1932" fmla="*/ 1636058 w 1983597"/>
                <a:gd name="connsiteY1932" fmla="*/ 1332781 h 1454091"/>
                <a:gd name="connsiteX1933" fmla="*/ 1636058 w 1983597"/>
                <a:gd name="connsiteY1933" fmla="*/ 1332781 h 1454091"/>
                <a:gd name="connsiteX1934" fmla="*/ 1636058 w 1983597"/>
                <a:gd name="connsiteY1934" fmla="*/ 1336059 h 1454091"/>
                <a:gd name="connsiteX1935" fmla="*/ 1634419 w 1983597"/>
                <a:gd name="connsiteY1935" fmla="*/ 1332781 h 1454091"/>
                <a:gd name="connsiteX1936" fmla="*/ 1632779 w 1983597"/>
                <a:gd name="connsiteY1936" fmla="*/ 1332781 h 1454091"/>
                <a:gd name="connsiteX1937" fmla="*/ 1636058 w 1983597"/>
                <a:gd name="connsiteY1937" fmla="*/ 1329502 h 1454091"/>
                <a:gd name="connsiteX1938" fmla="*/ 1636058 w 1983597"/>
                <a:gd name="connsiteY1938" fmla="*/ 1327863 h 1454091"/>
                <a:gd name="connsiteX1939" fmla="*/ 1639337 w 1983597"/>
                <a:gd name="connsiteY1939" fmla="*/ 1327863 h 1454091"/>
                <a:gd name="connsiteX1940" fmla="*/ 1642616 w 1983597"/>
                <a:gd name="connsiteY1940" fmla="*/ 1327863 h 1454091"/>
                <a:gd name="connsiteX1941" fmla="*/ 1642616 w 1983597"/>
                <a:gd name="connsiteY1941" fmla="*/ 1327863 h 1454091"/>
                <a:gd name="connsiteX1942" fmla="*/ 1639337 w 1983597"/>
                <a:gd name="connsiteY1942" fmla="*/ 1326224 h 1454091"/>
                <a:gd name="connsiteX1943" fmla="*/ 1634419 w 1983597"/>
                <a:gd name="connsiteY1943" fmla="*/ 1327863 h 1454091"/>
                <a:gd name="connsiteX1944" fmla="*/ 1634419 w 1983597"/>
                <a:gd name="connsiteY1944" fmla="*/ 1327863 h 1454091"/>
                <a:gd name="connsiteX1945" fmla="*/ 1631140 w 1983597"/>
                <a:gd name="connsiteY1945" fmla="*/ 1331141 h 1454091"/>
                <a:gd name="connsiteX1946" fmla="*/ 1626222 w 1983597"/>
                <a:gd name="connsiteY1946" fmla="*/ 1329502 h 1454091"/>
                <a:gd name="connsiteX1947" fmla="*/ 1627861 w 1983597"/>
                <a:gd name="connsiteY1947" fmla="*/ 1331141 h 1454091"/>
                <a:gd name="connsiteX1948" fmla="*/ 1631140 w 1983597"/>
                <a:gd name="connsiteY1948" fmla="*/ 1332781 h 1454091"/>
                <a:gd name="connsiteX1949" fmla="*/ 1627861 w 1983597"/>
                <a:gd name="connsiteY1949" fmla="*/ 1336059 h 1454091"/>
                <a:gd name="connsiteX1950" fmla="*/ 1627861 w 1983597"/>
                <a:gd name="connsiteY1950" fmla="*/ 1336059 h 1454091"/>
                <a:gd name="connsiteX1951" fmla="*/ 1624582 w 1983597"/>
                <a:gd name="connsiteY1951" fmla="*/ 1337699 h 1454091"/>
                <a:gd name="connsiteX1952" fmla="*/ 1624582 w 1983597"/>
                <a:gd name="connsiteY1952" fmla="*/ 1337699 h 1454091"/>
                <a:gd name="connsiteX1953" fmla="*/ 1621304 w 1983597"/>
                <a:gd name="connsiteY1953" fmla="*/ 1337699 h 1454091"/>
                <a:gd name="connsiteX1954" fmla="*/ 1622943 w 1983597"/>
                <a:gd name="connsiteY1954" fmla="*/ 1339338 h 1454091"/>
                <a:gd name="connsiteX1955" fmla="*/ 1624582 w 1983597"/>
                <a:gd name="connsiteY1955" fmla="*/ 1339338 h 1454091"/>
                <a:gd name="connsiteX1956" fmla="*/ 1627861 w 1983597"/>
                <a:gd name="connsiteY1956" fmla="*/ 1339338 h 1454091"/>
                <a:gd name="connsiteX1957" fmla="*/ 1631140 w 1983597"/>
                <a:gd name="connsiteY1957" fmla="*/ 1342617 h 1454091"/>
                <a:gd name="connsiteX1958" fmla="*/ 1631140 w 1983597"/>
                <a:gd name="connsiteY1958" fmla="*/ 1344256 h 1454091"/>
                <a:gd name="connsiteX1959" fmla="*/ 1627861 w 1983597"/>
                <a:gd name="connsiteY1959" fmla="*/ 1344256 h 1454091"/>
                <a:gd name="connsiteX1960" fmla="*/ 1631140 w 1983597"/>
                <a:gd name="connsiteY1960" fmla="*/ 1345896 h 1454091"/>
                <a:gd name="connsiteX1961" fmla="*/ 1634419 w 1983597"/>
                <a:gd name="connsiteY1961" fmla="*/ 1347535 h 1454091"/>
                <a:gd name="connsiteX1962" fmla="*/ 1636058 w 1983597"/>
                <a:gd name="connsiteY1962" fmla="*/ 1352453 h 1454091"/>
                <a:gd name="connsiteX1963" fmla="*/ 1637698 w 1983597"/>
                <a:gd name="connsiteY1963" fmla="*/ 1355731 h 1454091"/>
                <a:gd name="connsiteX1964" fmla="*/ 1636058 w 1983597"/>
                <a:gd name="connsiteY1964" fmla="*/ 1359010 h 1454091"/>
                <a:gd name="connsiteX1965" fmla="*/ 1637698 w 1983597"/>
                <a:gd name="connsiteY1965" fmla="*/ 1360649 h 1454091"/>
                <a:gd name="connsiteX1966" fmla="*/ 1639337 w 1983597"/>
                <a:gd name="connsiteY1966" fmla="*/ 1363928 h 1454091"/>
                <a:gd name="connsiteX1967" fmla="*/ 1639337 w 1983597"/>
                <a:gd name="connsiteY1967" fmla="*/ 1368846 h 1454091"/>
                <a:gd name="connsiteX1968" fmla="*/ 1639337 w 1983597"/>
                <a:gd name="connsiteY1968" fmla="*/ 1368846 h 1454091"/>
                <a:gd name="connsiteX1969" fmla="*/ 1639337 w 1983597"/>
                <a:gd name="connsiteY1969" fmla="*/ 1368846 h 1454091"/>
                <a:gd name="connsiteX1970" fmla="*/ 1637698 w 1983597"/>
                <a:gd name="connsiteY1970" fmla="*/ 1368846 h 1454091"/>
                <a:gd name="connsiteX1971" fmla="*/ 1634419 w 1983597"/>
                <a:gd name="connsiteY1971" fmla="*/ 1368846 h 1454091"/>
                <a:gd name="connsiteX1972" fmla="*/ 1631140 w 1983597"/>
                <a:gd name="connsiteY1972" fmla="*/ 1365568 h 1454091"/>
                <a:gd name="connsiteX1973" fmla="*/ 1627861 w 1983597"/>
                <a:gd name="connsiteY1973" fmla="*/ 1362289 h 1454091"/>
                <a:gd name="connsiteX1974" fmla="*/ 1626222 w 1983597"/>
                <a:gd name="connsiteY1974" fmla="*/ 1359010 h 1454091"/>
                <a:gd name="connsiteX1975" fmla="*/ 1624582 w 1983597"/>
                <a:gd name="connsiteY1975" fmla="*/ 1355731 h 1454091"/>
                <a:gd name="connsiteX1976" fmla="*/ 1622943 w 1983597"/>
                <a:gd name="connsiteY1976" fmla="*/ 1352453 h 1454091"/>
                <a:gd name="connsiteX1977" fmla="*/ 1621304 w 1983597"/>
                <a:gd name="connsiteY1977" fmla="*/ 1352453 h 1454091"/>
                <a:gd name="connsiteX1978" fmla="*/ 1621304 w 1983597"/>
                <a:gd name="connsiteY1978" fmla="*/ 1352453 h 1454091"/>
                <a:gd name="connsiteX1979" fmla="*/ 1621304 w 1983597"/>
                <a:gd name="connsiteY1979" fmla="*/ 1354092 h 1454091"/>
                <a:gd name="connsiteX1980" fmla="*/ 1624582 w 1983597"/>
                <a:gd name="connsiteY1980" fmla="*/ 1359010 h 1454091"/>
                <a:gd name="connsiteX1981" fmla="*/ 1627861 w 1983597"/>
                <a:gd name="connsiteY1981" fmla="*/ 1362289 h 1454091"/>
                <a:gd name="connsiteX1982" fmla="*/ 1629501 w 1983597"/>
                <a:gd name="connsiteY1982" fmla="*/ 1365568 h 1454091"/>
                <a:gd name="connsiteX1983" fmla="*/ 1632779 w 1983597"/>
                <a:gd name="connsiteY1983" fmla="*/ 1370486 h 1454091"/>
                <a:gd name="connsiteX1984" fmla="*/ 1629501 w 1983597"/>
                <a:gd name="connsiteY1984" fmla="*/ 1372125 h 1454091"/>
                <a:gd name="connsiteX1985" fmla="*/ 1627861 w 1983597"/>
                <a:gd name="connsiteY1985" fmla="*/ 1375404 h 1454091"/>
                <a:gd name="connsiteX1986" fmla="*/ 1622943 w 1983597"/>
                <a:gd name="connsiteY1986" fmla="*/ 1372125 h 1454091"/>
                <a:gd name="connsiteX1987" fmla="*/ 1622943 w 1983597"/>
                <a:gd name="connsiteY1987" fmla="*/ 1368846 h 1454091"/>
                <a:gd name="connsiteX1988" fmla="*/ 1621304 w 1983597"/>
                <a:gd name="connsiteY1988" fmla="*/ 1368846 h 1454091"/>
                <a:gd name="connsiteX1989" fmla="*/ 1619665 w 1983597"/>
                <a:gd name="connsiteY1989" fmla="*/ 1372125 h 1454091"/>
                <a:gd name="connsiteX1990" fmla="*/ 1619665 w 1983597"/>
                <a:gd name="connsiteY1990" fmla="*/ 1375404 h 1454091"/>
                <a:gd name="connsiteX1991" fmla="*/ 1621304 w 1983597"/>
                <a:gd name="connsiteY1991" fmla="*/ 1378682 h 1454091"/>
                <a:gd name="connsiteX1992" fmla="*/ 1618026 w 1983597"/>
                <a:gd name="connsiteY1992" fmla="*/ 1383600 h 1454091"/>
                <a:gd name="connsiteX1993" fmla="*/ 1614747 w 1983597"/>
                <a:gd name="connsiteY1993" fmla="*/ 1380321 h 1454091"/>
                <a:gd name="connsiteX1994" fmla="*/ 1611468 w 1983597"/>
                <a:gd name="connsiteY1994" fmla="*/ 1380321 h 1454091"/>
                <a:gd name="connsiteX1995" fmla="*/ 1608189 w 1983597"/>
                <a:gd name="connsiteY1995" fmla="*/ 1383600 h 1454091"/>
                <a:gd name="connsiteX1996" fmla="*/ 1606550 w 1983597"/>
                <a:gd name="connsiteY1996" fmla="*/ 1388518 h 1454091"/>
                <a:gd name="connsiteX1997" fmla="*/ 1601632 w 1983597"/>
                <a:gd name="connsiteY1997" fmla="*/ 1386879 h 1454091"/>
                <a:gd name="connsiteX1998" fmla="*/ 1598353 w 1983597"/>
                <a:gd name="connsiteY1998" fmla="*/ 1381961 h 1454091"/>
                <a:gd name="connsiteX1999" fmla="*/ 1601632 w 1983597"/>
                <a:gd name="connsiteY1999" fmla="*/ 1378682 h 1454091"/>
                <a:gd name="connsiteX2000" fmla="*/ 1596714 w 1983597"/>
                <a:gd name="connsiteY2000" fmla="*/ 1378682 h 1454091"/>
                <a:gd name="connsiteX2001" fmla="*/ 1596714 w 1983597"/>
                <a:gd name="connsiteY2001" fmla="*/ 1375404 h 1454091"/>
                <a:gd name="connsiteX2002" fmla="*/ 1596714 w 1983597"/>
                <a:gd name="connsiteY2002" fmla="*/ 1378682 h 1454091"/>
                <a:gd name="connsiteX2003" fmla="*/ 1598353 w 1983597"/>
                <a:gd name="connsiteY2003" fmla="*/ 1383600 h 1454091"/>
                <a:gd name="connsiteX2004" fmla="*/ 1598353 w 1983597"/>
                <a:gd name="connsiteY2004" fmla="*/ 1386879 h 1454091"/>
                <a:gd name="connsiteX2005" fmla="*/ 1595075 w 1983597"/>
                <a:gd name="connsiteY2005" fmla="*/ 1390158 h 1454091"/>
                <a:gd name="connsiteX2006" fmla="*/ 1591796 w 1983597"/>
                <a:gd name="connsiteY2006" fmla="*/ 1388518 h 1454091"/>
                <a:gd name="connsiteX2007" fmla="*/ 1588518 w 1983597"/>
                <a:gd name="connsiteY2007" fmla="*/ 1386879 h 1454091"/>
                <a:gd name="connsiteX2008" fmla="*/ 1583599 w 1983597"/>
                <a:gd name="connsiteY2008" fmla="*/ 1385240 h 1454091"/>
                <a:gd name="connsiteX2009" fmla="*/ 1583599 w 1983597"/>
                <a:gd name="connsiteY2009" fmla="*/ 1385240 h 1454091"/>
                <a:gd name="connsiteX2010" fmla="*/ 1581960 w 1983597"/>
                <a:gd name="connsiteY2010" fmla="*/ 1383600 h 1454091"/>
                <a:gd name="connsiteX2011" fmla="*/ 1580321 w 1983597"/>
                <a:gd name="connsiteY2011" fmla="*/ 1383600 h 1454091"/>
                <a:gd name="connsiteX2012" fmla="*/ 1578681 w 1983597"/>
                <a:gd name="connsiteY2012" fmla="*/ 1383600 h 1454091"/>
                <a:gd name="connsiteX2013" fmla="*/ 1580321 w 1983597"/>
                <a:gd name="connsiteY2013" fmla="*/ 1386879 h 1454091"/>
                <a:gd name="connsiteX2014" fmla="*/ 1580321 w 1983597"/>
                <a:gd name="connsiteY2014" fmla="*/ 1390158 h 1454091"/>
                <a:gd name="connsiteX2015" fmla="*/ 1578681 w 1983597"/>
                <a:gd name="connsiteY2015" fmla="*/ 1390158 h 1454091"/>
                <a:gd name="connsiteX2016" fmla="*/ 1575402 w 1983597"/>
                <a:gd name="connsiteY2016" fmla="*/ 1388518 h 1454091"/>
                <a:gd name="connsiteX2017" fmla="*/ 1572124 w 1983597"/>
                <a:gd name="connsiteY2017" fmla="*/ 1388518 h 1454091"/>
                <a:gd name="connsiteX2018" fmla="*/ 1575402 w 1983597"/>
                <a:gd name="connsiteY2018" fmla="*/ 1390158 h 1454091"/>
                <a:gd name="connsiteX2019" fmla="*/ 1573763 w 1983597"/>
                <a:gd name="connsiteY2019" fmla="*/ 1395076 h 1454091"/>
                <a:gd name="connsiteX2020" fmla="*/ 1570484 w 1983597"/>
                <a:gd name="connsiteY2020" fmla="*/ 1398354 h 1454091"/>
                <a:gd name="connsiteX2021" fmla="*/ 1567206 w 1983597"/>
                <a:gd name="connsiteY2021" fmla="*/ 1398354 h 1454091"/>
                <a:gd name="connsiteX2022" fmla="*/ 1562288 w 1983597"/>
                <a:gd name="connsiteY2022" fmla="*/ 1396715 h 1454091"/>
                <a:gd name="connsiteX2023" fmla="*/ 1562288 w 1983597"/>
                <a:gd name="connsiteY2023" fmla="*/ 1396715 h 1454091"/>
                <a:gd name="connsiteX2024" fmla="*/ 1562288 w 1983597"/>
                <a:gd name="connsiteY2024" fmla="*/ 1398354 h 1454091"/>
                <a:gd name="connsiteX2025" fmla="*/ 1562288 w 1983597"/>
                <a:gd name="connsiteY2025" fmla="*/ 1398354 h 1454091"/>
                <a:gd name="connsiteX2026" fmla="*/ 1562288 w 1983597"/>
                <a:gd name="connsiteY2026" fmla="*/ 1399994 h 1454091"/>
                <a:gd name="connsiteX2027" fmla="*/ 1557370 w 1983597"/>
                <a:gd name="connsiteY2027" fmla="*/ 1403272 h 1454091"/>
                <a:gd name="connsiteX2028" fmla="*/ 1559009 w 1983597"/>
                <a:gd name="connsiteY2028" fmla="*/ 1399994 h 1454091"/>
                <a:gd name="connsiteX2029" fmla="*/ 1555731 w 1983597"/>
                <a:gd name="connsiteY2029" fmla="*/ 1399994 h 1454091"/>
                <a:gd name="connsiteX2030" fmla="*/ 1554091 w 1983597"/>
                <a:gd name="connsiteY2030" fmla="*/ 1399994 h 1454091"/>
                <a:gd name="connsiteX2031" fmla="*/ 1550812 w 1983597"/>
                <a:gd name="connsiteY2031" fmla="*/ 1401633 h 1454091"/>
                <a:gd name="connsiteX2032" fmla="*/ 1545894 w 1983597"/>
                <a:gd name="connsiteY2032" fmla="*/ 1403272 h 1454091"/>
                <a:gd name="connsiteX2033" fmla="*/ 1542616 w 1983597"/>
                <a:gd name="connsiteY2033" fmla="*/ 1404912 h 1454091"/>
                <a:gd name="connsiteX2034" fmla="*/ 1539338 w 1983597"/>
                <a:gd name="connsiteY2034" fmla="*/ 1404912 h 1454091"/>
                <a:gd name="connsiteX2035" fmla="*/ 1536059 w 1983597"/>
                <a:gd name="connsiteY2035" fmla="*/ 1408190 h 1454091"/>
                <a:gd name="connsiteX2036" fmla="*/ 1537698 w 1983597"/>
                <a:gd name="connsiteY2036" fmla="*/ 1404912 h 1454091"/>
                <a:gd name="connsiteX2037" fmla="*/ 1539338 w 1983597"/>
                <a:gd name="connsiteY2037" fmla="*/ 1401633 h 1454091"/>
                <a:gd name="connsiteX2038" fmla="*/ 1536059 w 1983597"/>
                <a:gd name="connsiteY2038" fmla="*/ 1404912 h 1454091"/>
                <a:gd name="connsiteX2039" fmla="*/ 1534419 w 1983597"/>
                <a:gd name="connsiteY2039" fmla="*/ 1408190 h 1454091"/>
                <a:gd name="connsiteX2040" fmla="*/ 1536059 w 1983597"/>
                <a:gd name="connsiteY2040" fmla="*/ 1411469 h 1454091"/>
                <a:gd name="connsiteX2041" fmla="*/ 1532780 w 1983597"/>
                <a:gd name="connsiteY2041" fmla="*/ 1413108 h 1454091"/>
                <a:gd name="connsiteX2042" fmla="*/ 1527862 w 1983597"/>
                <a:gd name="connsiteY2042" fmla="*/ 1411469 h 1454091"/>
                <a:gd name="connsiteX2043" fmla="*/ 1529501 w 1983597"/>
                <a:gd name="connsiteY2043" fmla="*/ 1408190 h 1454091"/>
                <a:gd name="connsiteX2044" fmla="*/ 1526222 w 1983597"/>
                <a:gd name="connsiteY2044" fmla="*/ 1404912 h 1454091"/>
                <a:gd name="connsiteX2045" fmla="*/ 1526222 w 1983597"/>
                <a:gd name="connsiteY2045" fmla="*/ 1404912 h 1454091"/>
                <a:gd name="connsiteX2046" fmla="*/ 1524583 w 1983597"/>
                <a:gd name="connsiteY2046" fmla="*/ 1409830 h 1454091"/>
                <a:gd name="connsiteX2047" fmla="*/ 1527862 w 1983597"/>
                <a:gd name="connsiteY2047" fmla="*/ 1413108 h 1454091"/>
                <a:gd name="connsiteX2048" fmla="*/ 1527862 w 1983597"/>
                <a:gd name="connsiteY2048" fmla="*/ 1413108 h 1454091"/>
                <a:gd name="connsiteX2049" fmla="*/ 1524583 w 1983597"/>
                <a:gd name="connsiteY2049" fmla="*/ 1418026 h 1454091"/>
                <a:gd name="connsiteX2050" fmla="*/ 1522944 w 1983597"/>
                <a:gd name="connsiteY2050" fmla="*/ 1418026 h 1454091"/>
                <a:gd name="connsiteX2051" fmla="*/ 1519665 w 1983597"/>
                <a:gd name="connsiteY2051" fmla="*/ 1421305 h 1454091"/>
                <a:gd name="connsiteX2052" fmla="*/ 1519665 w 1983597"/>
                <a:gd name="connsiteY2052" fmla="*/ 1424584 h 1454091"/>
                <a:gd name="connsiteX2053" fmla="*/ 1521304 w 1983597"/>
                <a:gd name="connsiteY2053" fmla="*/ 1427862 h 1454091"/>
                <a:gd name="connsiteX2054" fmla="*/ 1524583 w 1983597"/>
                <a:gd name="connsiteY2054" fmla="*/ 1427862 h 1454091"/>
                <a:gd name="connsiteX2055" fmla="*/ 1529501 w 1983597"/>
                <a:gd name="connsiteY2055" fmla="*/ 1429502 h 1454091"/>
                <a:gd name="connsiteX2056" fmla="*/ 1529501 w 1983597"/>
                <a:gd name="connsiteY2056" fmla="*/ 1429502 h 1454091"/>
                <a:gd name="connsiteX2057" fmla="*/ 1531141 w 1983597"/>
                <a:gd name="connsiteY2057" fmla="*/ 1432780 h 1454091"/>
                <a:gd name="connsiteX2058" fmla="*/ 1529501 w 1983597"/>
                <a:gd name="connsiteY2058" fmla="*/ 1434420 h 1454091"/>
                <a:gd name="connsiteX2059" fmla="*/ 1527862 w 1983597"/>
                <a:gd name="connsiteY2059" fmla="*/ 1429502 h 1454091"/>
                <a:gd name="connsiteX2060" fmla="*/ 1527862 w 1983597"/>
                <a:gd name="connsiteY2060" fmla="*/ 1434420 h 1454091"/>
                <a:gd name="connsiteX2061" fmla="*/ 1529501 w 1983597"/>
                <a:gd name="connsiteY2061" fmla="*/ 1437698 h 1454091"/>
                <a:gd name="connsiteX2062" fmla="*/ 1534419 w 1983597"/>
                <a:gd name="connsiteY2062" fmla="*/ 1440977 h 1454091"/>
                <a:gd name="connsiteX2063" fmla="*/ 1536059 w 1983597"/>
                <a:gd name="connsiteY2063" fmla="*/ 1444256 h 1454091"/>
                <a:gd name="connsiteX2064" fmla="*/ 1536059 w 1983597"/>
                <a:gd name="connsiteY2064" fmla="*/ 1447534 h 1454091"/>
                <a:gd name="connsiteX2065" fmla="*/ 1534419 w 1983597"/>
                <a:gd name="connsiteY2065" fmla="*/ 1450813 h 1454091"/>
                <a:gd name="connsiteX2066" fmla="*/ 1531141 w 1983597"/>
                <a:gd name="connsiteY2066" fmla="*/ 1454092 h 1454091"/>
                <a:gd name="connsiteX2067" fmla="*/ 1526222 w 1983597"/>
                <a:gd name="connsiteY2067" fmla="*/ 1454092 h 1454091"/>
                <a:gd name="connsiteX2068" fmla="*/ 1526222 w 1983597"/>
                <a:gd name="connsiteY2068" fmla="*/ 1454092 h 1454091"/>
                <a:gd name="connsiteX2069" fmla="*/ 1521304 w 1983597"/>
                <a:gd name="connsiteY2069" fmla="*/ 1454092 h 1454091"/>
                <a:gd name="connsiteX2070" fmla="*/ 1518025 w 1983597"/>
                <a:gd name="connsiteY2070" fmla="*/ 1454092 h 1454091"/>
                <a:gd name="connsiteX2071" fmla="*/ 1514748 w 1983597"/>
                <a:gd name="connsiteY2071" fmla="*/ 1454092 h 1454091"/>
                <a:gd name="connsiteX2072" fmla="*/ 1514748 w 1983597"/>
                <a:gd name="connsiteY2072" fmla="*/ 1450813 h 1454091"/>
                <a:gd name="connsiteX2073" fmla="*/ 1514748 w 1983597"/>
                <a:gd name="connsiteY2073" fmla="*/ 1447534 h 1454091"/>
                <a:gd name="connsiteX2074" fmla="*/ 1518025 w 1983597"/>
                <a:gd name="connsiteY2074" fmla="*/ 1449174 h 1454091"/>
                <a:gd name="connsiteX2075" fmla="*/ 1518025 w 1983597"/>
                <a:gd name="connsiteY2075" fmla="*/ 1445895 h 1454091"/>
                <a:gd name="connsiteX2076" fmla="*/ 1513108 w 1983597"/>
                <a:gd name="connsiteY2076" fmla="*/ 1445895 h 1454091"/>
                <a:gd name="connsiteX2077" fmla="*/ 1509829 w 1983597"/>
                <a:gd name="connsiteY2077" fmla="*/ 1442616 h 1454091"/>
                <a:gd name="connsiteX2078" fmla="*/ 1508190 w 1983597"/>
                <a:gd name="connsiteY2078" fmla="*/ 1439338 h 1454091"/>
                <a:gd name="connsiteX2079" fmla="*/ 1509829 w 1983597"/>
                <a:gd name="connsiteY2079" fmla="*/ 1434420 h 1454091"/>
                <a:gd name="connsiteX2080" fmla="*/ 1508190 w 1983597"/>
                <a:gd name="connsiteY2080" fmla="*/ 1436059 h 1454091"/>
                <a:gd name="connsiteX2081" fmla="*/ 1506551 w 1983597"/>
                <a:gd name="connsiteY2081" fmla="*/ 1431141 h 1454091"/>
                <a:gd name="connsiteX2082" fmla="*/ 1504911 w 1983597"/>
                <a:gd name="connsiteY2082" fmla="*/ 1427862 h 1454091"/>
                <a:gd name="connsiteX2083" fmla="*/ 1501632 w 1983597"/>
                <a:gd name="connsiteY2083" fmla="*/ 1427862 h 1454091"/>
                <a:gd name="connsiteX2084" fmla="*/ 1501632 w 1983597"/>
                <a:gd name="connsiteY2084" fmla="*/ 1422944 h 1454091"/>
                <a:gd name="connsiteX2085" fmla="*/ 1501632 w 1983597"/>
                <a:gd name="connsiteY2085" fmla="*/ 1419666 h 1454091"/>
                <a:gd name="connsiteX2086" fmla="*/ 1499993 w 1983597"/>
                <a:gd name="connsiteY2086" fmla="*/ 1416387 h 1454091"/>
                <a:gd name="connsiteX2087" fmla="*/ 1503272 w 1983597"/>
                <a:gd name="connsiteY2087" fmla="*/ 1413108 h 1454091"/>
                <a:gd name="connsiteX2088" fmla="*/ 1503272 w 1983597"/>
                <a:gd name="connsiteY2088" fmla="*/ 1411469 h 1454091"/>
                <a:gd name="connsiteX2089" fmla="*/ 1503272 w 1983597"/>
                <a:gd name="connsiteY2089" fmla="*/ 1406551 h 1454091"/>
                <a:gd name="connsiteX2090" fmla="*/ 1506551 w 1983597"/>
                <a:gd name="connsiteY2090" fmla="*/ 1406551 h 1454091"/>
                <a:gd name="connsiteX2091" fmla="*/ 1508190 w 1983597"/>
                <a:gd name="connsiteY2091" fmla="*/ 1401633 h 1454091"/>
                <a:gd name="connsiteX2092" fmla="*/ 1508190 w 1983597"/>
                <a:gd name="connsiteY2092" fmla="*/ 1401633 h 1454091"/>
                <a:gd name="connsiteX2093" fmla="*/ 1508190 w 1983597"/>
                <a:gd name="connsiteY2093" fmla="*/ 1399994 h 1454091"/>
                <a:gd name="connsiteX2094" fmla="*/ 1504911 w 1983597"/>
                <a:gd name="connsiteY2094" fmla="*/ 1399994 h 1454091"/>
                <a:gd name="connsiteX2095" fmla="*/ 1501632 w 1983597"/>
                <a:gd name="connsiteY2095" fmla="*/ 1396715 h 1454091"/>
                <a:gd name="connsiteX2096" fmla="*/ 1499993 w 1983597"/>
                <a:gd name="connsiteY2096" fmla="*/ 1396715 h 1454091"/>
                <a:gd name="connsiteX2097" fmla="*/ 1499993 w 1983597"/>
                <a:gd name="connsiteY2097" fmla="*/ 1396715 h 1454091"/>
                <a:gd name="connsiteX2098" fmla="*/ 1501632 w 1983597"/>
                <a:gd name="connsiteY2098" fmla="*/ 1399994 h 1454091"/>
                <a:gd name="connsiteX2099" fmla="*/ 1498354 w 1983597"/>
                <a:gd name="connsiteY2099" fmla="*/ 1399994 h 1454091"/>
                <a:gd name="connsiteX2100" fmla="*/ 1495075 w 1983597"/>
                <a:gd name="connsiteY2100" fmla="*/ 1396715 h 1454091"/>
                <a:gd name="connsiteX2101" fmla="*/ 1493435 w 1983597"/>
                <a:gd name="connsiteY2101" fmla="*/ 1393436 h 1454091"/>
                <a:gd name="connsiteX2102" fmla="*/ 1490158 w 1983597"/>
                <a:gd name="connsiteY2102" fmla="*/ 1390158 h 1454091"/>
                <a:gd name="connsiteX2103" fmla="*/ 1490158 w 1983597"/>
                <a:gd name="connsiteY2103" fmla="*/ 1393436 h 1454091"/>
                <a:gd name="connsiteX2104" fmla="*/ 1493435 w 1983597"/>
                <a:gd name="connsiteY2104" fmla="*/ 1396715 h 1454091"/>
                <a:gd name="connsiteX2105" fmla="*/ 1490158 w 1983597"/>
                <a:gd name="connsiteY2105" fmla="*/ 1399994 h 1454091"/>
                <a:gd name="connsiteX2106" fmla="*/ 1485239 w 1983597"/>
                <a:gd name="connsiteY2106" fmla="*/ 1401633 h 1454091"/>
                <a:gd name="connsiteX2107" fmla="*/ 1481961 w 1983597"/>
                <a:gd name="connsiteY2107" fmla="*/ 1401633 h 1454091"/>
                <a:gd name="connsiteX2108" fmla="*/ 1481961 w 1983597"/>
                <a:gd name="connsiteY2108" fmla="*/ 1399994 h 1454091"/>
                <a:gd name="connsiteX2109" fmla="*/ 1478682 w 1983597"/>
                <a:gd name="connsiteY2109" fmla="*/ 1403272 h 1454091"/>
                <a:gd name="connsiteX2110" fmla="*/ 1475403 w 1983597"/>
                <a:gd name="connsiteY2110" fmla="*/ 1399994 h 1454091"/>
                <a:gd name="connsiteX2111" fmla="*/ 1477042 w 1983597"/>
                <a:gd name="connsiteY2111" fmla="*/ 1396715 h 1454091"/>
                <a:gd name="connsiteX2112" fmla="*/ 1473764 w 1983597"/>
                <a:gd name="connsiteY2112" fmla="*/ 1393436 h 1454091"/>
                <a:gd name="connsiteX2113" fmla="*/ 1473764 w 1983597"/>
                <a:gd name="connsiteY2113" fmla="*/ 1393436 h 1454091"/>
                <a:gd name="connsiteX2114" fmla="*/ 1468845 w 1983597"/>
                <a:gd name="connsiteY2114" fmla="*/ 1395076 h 1454091"/>
                <a:gd name="connsiteX2115" fmla="*/ 1465568 w 1983597"/>
                <a:gd name="connsiteY2115" fmla="*/ 1391797 h 1454091"/>
                <a:gd name="connsiteX2116" fmla="*/ 1467206 w 1983597"/>
                <a:gd name="connsiteY2116" fmla="*/ 1388518 h 1454091"/>
                <a:gd name="connsiteX2117" fmla="*/ 1467206 w 1983597"/>
                <a:gd name="connsiteY2117" fmla="*/ 1388518 h 1454091"/>
                <a:gd name="connsiteX2118" fmla="*/ 1462289 w 1983597"/>
                <a:gd name="connsiteY2118" fmla="*/ 1386879 h 1454091"/>
                <a:gd name="connsiteX2119" fmla="*/ 1462289 w 1983597"/>
                <a:gd name="connsiteY2119" fmla="*/ 1390158 h 1454091"/>
                <a:gd name="connsiteX2120" fmla="*/ 1465568 w 1983597"/>
                <a:gd name="connsiteY2120" fmla="*/ 1393436 h 1454091"/>
                <a:gd name="connsiteX2121" fmla="*/ 1460649 w 1983597"/>
                <a:gd name="connsiteY2121" fmla="*/ 1393436 h 1454091"/>
                <a:gd name="connsiteX2122" fmla="*/ 1460649 w 1983597"/>
                <a:gd name="connsiteY2122" fmla="*/ 1391797 h 1454091"/>
                <a:gd name="connsiteX2123" fmla="*/ 1457371 w 1983597"/>
                <a:gd name="connsiteY2123" fmla="*/ 1390158 h 1454091"/>
                <a:gd name="connsiteX2124" fmla="*/ 1457371 w 1983597"/>
                <a:gd name="connsiteY2124" fmla="*/ 1385240 h 1454091"/>
                <a:gd name="connsiteX2125" fmla="*/ 1454092 w 1983597"/>
                <a:gd name="connsiteY2125" fmla="*/ 1385240 h 1454091"/>
                <a:gd name="connsiteX2126" fmla="*/ 1455731 w 1983597"/>
                <a:gd name="connsiteY2126" fmla="*/ 1381961 h 1454091"/>
                <a:gd name="connsiteX2127" fmla="*/ 1452452 w 1983597"/>
                <a:gd name="connsiteY2127" fmla="*/ 1380321 h 1454091"/>
                <a:gd name="connsiteX2128" fmla="*/ 1449174 w 1983597"/>
                <a:gd name="connsiteY2128" fmla="*/ 1383600 h 1454091"/>
                <a:gd name="connsiteX2129" fmla="*/ 1449174 w 1983597"/>
                <a:gd name="connsiteY2129" fmla="*/ 1380321 h 1454091"/>
                <a:gd name="connsiteX2130" fmla="*/ 1449174 w 1983597"/>
                <a:gd name="connsiteY2130" fmla="*/ 1381961 h 1454091"/>
                <a:gd name="connsiteX2131" fmla="*/ 1449174 w 1983597"/>
                <a:gd name="connsiteY2131" fmla="*/ 1383600 h 1454091"/>
                <a:gd name="connsiteX2132" fmla="*/ 1449174 w 1983597"/>
                <a:gd name="connsiteY2132" fmla="*/ 1385240 h 1454091"/>
                <a:gd name="connsiteX2133" fmla="*/ 1450813 w 1983597"/>
                <a:gd name="connsiteY2133" fmla="*/ 1388518 h 1454091"/>
                <a:gd name="connsiteX2134" fmla="*/ 1454092 w 1983597"/>
                <a:gd name="connsiteY2134" fmla="*/ 1391797 h 1454091"/>
                <a:gd name="connsiteX2135" fmla="*/ 1452452 w 1983597"/>
                <a:gd name="connsiteY2135" fmla="*/ 1396715 h 1454091"/>
                <a:gd name="connsiteX2136" fmla="*/ 1450813 w 1983597"/>
                <a:gd name="connsiteY2136" fmla="*/ 1396715 h 1454091"/>
                <a:gd name="connsiteX2137" fmla="*/ 1449174 w 1983597"/>
                <a:gd name="connsiteY2137" fmla="*/ 1391797 h 1454091"/>
                <a:gd name="connsiteX2138" fmla="*/ 1444255 w 1983597"/>
                <a:gd name="connsiteY2138" fmla="*/ 1391797 h 1454091"/>
                <a:gd name="connsiteX2139" fmla="*/ 1445895 w 1983597"/>
                <a:gd name="connsiteY2139" fmla="*/ 1396715 h 1454091"/>
                <a:gd name="connsiteX2140" fmla="*/ 1442616 w 1983597"/>
                <a:gd name="connsiteY2140" fmla="*/ 1399994 h 1454091"/>
                <a:gd name="connsiteX2141" fmla="*/ 1440977 w 1983597"/>
                <a:gd name="connsiteY2141" fmla="*/ 1396715 h 1454091"/>
                <a:gd name="connsiteX2142" fmla="*/ 1437699 w 1983597"/>
                <a:gd name="connsiteY2142" fmla="*/ 1396715 h 1454091"/>
                <a:gd name="connsiteX2143" fmla="*/ 1434420 w 1983597"/>
                <a:gd name="connsiteY2143" fmla="*/ 1398354 h 1454091"/>
                <a:gd name="connsiteX2144" fmla="*/ 1429502 w 1983597"/>
                <a:gd name="connsiteY2144" fmla="*/ 1395076 h 1454091"/>
                <a:gd name="connsiteX2145" fmla="*/ 1426223 w 1983597"/>
                <a:gd name="connsiteY2145" fmla="*/ 1393436 h 1454091"/>
                <a:gd name="connsiteX2146" fmla="*/ 1424584 w 1983597"/>
                <a:gd name="connsiteY2146" fmla="*/ 1391797 h 1454091"/>
                <a:gd name="connsiteX2147" fmla="*/ 1422944 w 1983597"/>
                <a:gd name="connsiteY2147" fmla="*/ 1393436 h 1454091"/>
                <a:gd name="connsiteX2148" fmla="*/ 1419665 w 1983597"/>
                <a:gd name="connsiteY2148" fmla="*/ 1395076 h 1454091"/>
                <a:gd name="connsiteX2149" fmla="*/ 1419665 w 1983597"/>
                <a:gd name="connsiteY2149" fmla="*/ 1395076 h 1454091"/>
                <a:gd name="connsiteX2150" fmla="*/ 1414747 w 1983597"/>
                <a:gd name="connsiteY2150" fmla="*/ 1395076 h 1454091"/>
                <a:gd name="connsiteX2151" fmla="*/ 1414747 w 1983597"/>
                <a:gd name="connsiteY2151" fmla="*/ 1395076 h 1454091"/>
                <a:gd name="connsiteX2152" fmla="*/ 1413109 w 1983597"/>
                <a:gd name="connsiteY2152" fmla="*/ 1393436 h 1454091"/>
                <a:gd name="connsiteX2153" fmla="*/ 1409830 w 1983597"/>
                <a:gd name="connsiteY2153" fmla="*/ 1395076 h 1454091"/>
                <a:gd name="connsiteX2154" fmla="*/ 1408191 w 1983597"/>
                <a:gd name="connsiteY2154" fmla="*/ 1393436 h 1454091"/>
                <a:gd name="connsiteX2155" fmla="*/ 1404912 w 1983597"/>
                <a:gd name="connsiteY2155" fmla="*/ 1390158 h 1454091"/>
                <a:gd name="connsiteX2156" fmla="*/ 1401633 w 1983597"/>
                <a:gd name="connsiteY2156" fmla="*/ 1390158 h 1454091"/>
                <a:gd name="connsiteX2157" fmla="*/ 1398354 w 1983597"/>
                <a:gd name="connsiteY2157" fmla="*/ 1386879 h 1454091"/>
                <a:gd name="connsiteX2158" fmla="*/ 1395075 w 1983597"/>
                <a:gd name="connsiteY2158" fmla="*/ 1385240 h 1454091"/>
                <a:gd name="connsiteX2159" fmla="*/ 1395075 w 1983597"/>
                <a:gd name="connsiteY2159" fmla="*/ 1381961 h 1454091"/>
                <a:gd name="connsiteX2160" fmla="*/ 1391797 w 1983597"/>
                <a:gd name="connsiteY2160" fmla="*/ 1380321 h 1454091"/>
                <a:gd name="connsiteX2161" fmla="*/ 1388518 w 1983597"/>
                <a:gd name="connsiteY2161" fmla="*/ 1378682 h 1454091"/>
                <a:gd name="connsiteX2162" fmla="*/ 1385240 w 1983597"/>
                <a:gd name="connsiteY2162" fmla="*/ 1377043 h 1454091"/>
                <a:gd name="connsiteX2163" fmla="*/ 1381961 w 1983597"/>
                <a:gd name="connsiteY2163" fmla="*/ 1378682 h 1454091"/>
                <a:gd name="connsiteX2164" fmla="*/ 1381961 w 1983597"/>
                <a:gd name="connsiteY2164" fmla="*/ 1375404 h 1454091"/>
                <a:gd name="connsiteX2165" fmla="*/ 1380322 w 1983597"/>
                <a:gd name="connsiteY2165" fmla="*/ 1372125 h 1454091"/>
                <a:gd name="connsiteX2166" fmla="*/ 1378682 w 1983597"/>
                <a:gd name="connsiteY2166" fmla="*/ 1368846 h 1454091"/>
                <a:gd name="connsiteX2167" fmla="*/ 1378682 w 1983597"/>
                <a:gd name="connsiteY2167" fmla="*/ 1365568 h 1454091"/>
                <a:gd name="connsiteX2168" fmla="*/ 1375404 w 1983597"/>
                <a:gd name="connsiteY2168" fmla="*/ 1362289 h 1454091"/>
                <a:gd name="connsiteX2169" fmla="*/ 1373764 w 1983597"/>
                <a:gd name="connsiteY2169" fmla="*/ 1360649 h 1454091"/>
                <a:gd name="connsiteX2170" fmla="*/ 1373764 w 1983597"/>
                <a:gd name="connsiteY2170" fmla="*/ 1359010 h 1454091"/>
                <a:gd name="connsiteX2171" fmla="*/ 1373764 w 1983597"/>
                <a:gd name="connsiteY2171" fmla="*/ 1357371 h 1454091"/>
                <a:gd name="connsiteX2172" fmla="*/ 1373764 w 1983597"/>
                <a:gd name="connsiteY2172" fmla="*/ 1355731 h 1454091"/>
                <a:gd name="connsiteX2173" fmla="*/ 1373764 w 1983597"/>
                <a:gd name="connsiteY2173" fmla="*/ 1355731 h 1454091"/>
                <a:gd name="connsiteX2174" fmla="*/ 1373764 w 1983597"/>
                <a:gd name="connsiteY2174" fmla="*/ 1350814 h 1454091"/>
                <a:gd name="connsiteX2175" fmla="*/ 1377043 w 1983597"/>
                <a:gd name="connsiteY2175" fmla="*/ 1352453 h 1454091"/>
                <a:gd name="connsiteX2176" fmla="*/ 1378682 w 1983597"/>
                <a:gd name="connsiteY2176" fmla="*/ 1350814 h 1454091"/>
                <a:gd name="connsiteX2177" fmla="*/ 1378682 w 1983597"/>
                <a:gd name="connsiteY2177" fmla="*/ 1347535 h 1454091"/>
                <a:gd name="connsiteX2178" fmla="*/ 1380322 w 1983597"/>
                <a:gd name="connsiteY2178" fmla="*/ 1344256 h 1454091"/>
                <a:gd name="connsiteX2179" fmla="*/ 1377043 w 1983597"/>
                <a:gd name="connsiteY2179" fmla="*/ 1340978 h 1454091"/>
                <a:gd name="connsiteX2180" fmla="*/ 1375404 w 1983597"/>
                <a:gd name="connsiteY2180" fmla="*/ 1339338 h 1454091"/>
                <a:gd name="connsiteX2181" fmla="*/ 1372125 w 1983597"/>
                <a:gd name="connsiteY2181" fmla="*/ 1337699 h 1454091"/>
                <a:gd name="connsiteX2182" fmla="*/ 1368846 w 1983597"/>
                <a:gd name="connsiteY2182" fmla="*/ 1336059 h 1454091"/>
                <a:gd name="connsiteX2183" fmla="*/ 1367207 w 1983597"/>
                <a:gd name="connsiteY2183" fmla="*/ 1337699 h 1454091"/>
                <a:gd name="connsiteX2184" fmla="*/ 1363928 w 1983597"/>
                <a:gd name="connsiteY2184" fmla="*/ 1339338 h 1454091"/>
                <a:gd name="connsiteX2185" fmla="*/ 1359011 w 1983597"/>
                <a:gd name="connsiteY2185" fmla="*/ 1339338 h 1454091"/>
                <a:gd name="connsiteX2186" fmla="*/ 1357371 w 1983597"/>
                <a:gd name="connsiteY2186" fmla="*/ 1336059 h 1454091"/>
                <a:gd name="connsiteX2187" fmla="*/ 1354092 w 1983597"/>
                <a:gd name="connsiteY2187" fmla="*/ 1334420 h 1454091"/>
                <a:gd name="connsiteX2188" fmla="*/ 1350814 w 1983597"/>
                <a:gd name="connsiteY2188" fmla="*/ 1334420 h 1454091"/>
                <a:gd name="connsiteX2189" fmla="*/ 1349174 w 1983597"/>
                <a:gd name="connsiteY2189" fmla="*/ 1336059 h 1454091"/>
                <a:gd name="connsiteX2190" fmla="*/ 1345895 w 1983597"/>
                <a:gd name="connsiteY2190" fmla="*/ 1336059 h 1454091"/>
                <a:gd name="connsiteX2191" fmla="*/ 1340977 w 1983597"/>
                <a:gd name="connsiteY2191" fmla="*/ 1334420 h 1454091"/>
                <a:gd name="connsiteX2192" fmla="*/ 1337698 w 1983597"/>
                <a:gd name="connsiteY2192" fmla="*/ 1331141 h 1454091"/>
                <a:gd name="connsiteX2193" fmla="*/ 1334421 w 1983597"/>
                <a:gd name="connsiteY2193" fmla="*/ 1331141 h 1454091"/>
                <a:gd name="connsiteX2194" fmla="*/ 1331142 w 1983597"/>
                <a:gd name="connsiteY2194" fmla="*/ 1329502 h 1454091"/>
                <a:gd name="connsiteX2195" fmla="*/ 1329502 w 1983597"/>
                <a:gd name="connsiteY2195" fmla="*/ 1326224 h 1454091"/>
                <a:gd name="connsiteX2196" fmla="*/ 1327863 w 1983597"/>
                <a:gd name="connsiteY2196" fmla="*/ 1322945 h 1454091"/>
                <a:gd name="connsiteX2197" fmla="*/ 1324584 w 1983597"/>
                <a:gd name="connsiteY2197" fmla="*/ 1321306 h 1454091"/>
                <a:gd name="connsiteX2198" fmla="*/ 1324584 w 1983597"/>
                <a:gd name="connsiteY2198" fmla="*/ 1319666 h 1454091"/>
                <a:gd name="connsiteX2199" fmla="*/ 1321305 w 1983597"/>
                <a:gd name="connsiteY2199" fmla="*/ 1316387 h 1454091"/>
                <a:gd name="connsiteX2200" fmla="*/ 1319666 w 1983597"/>
                <a:gd name="connsiteY2200" fmla="*/ 1318027 h 1454091"/>
                <a:gd name="connsiteX2201" fmla="*/ 1316387 w 1983597"/>
                <a:gd name="connsiteY2201" fmla="*/ 1321306 h 1454091"/>
                <a:gd name="connsiteX2202" fmla="*/ 1313108 w 1983597"/>
                <a:gd name="connsiteY2202" fmla="*/ 1322945 h 1454091"/>
                <a:gd name="connsiteX2203" fmla="*/ 1309831 w 1983597"/>
                <a:gd name="connsiteY2203" fmla="*/ 1324584 h 1454091"/>
                <a:gd name="connsiteX2204" fmla="*/ 1308191 w 1983597"/>
                <a:gd name="connsiteY2204" fmla="*/ 1326224 h 1454091"/>
                <a:gd name="connsiteX2205" fmla="*/ 1306552 w 1983597"/>
                <a:gd name="connsiteY2205" fmla="*/ 1326224 h 1454091"/>
                <a:gd name="connsiteX2206" fmla="*/ 1303273 w 1983597"/>
                <a:gd name="connsiteY2206" fmla="*/ 1329502 h 1454091"/>
                <a:gd name="connsiteX2207" fmla="*/ 1304912 w 1983597"/>
                <a:gd name="connsiteY2207" fmla="*/ 1332781 h 1454091"/>
                <a:gd name="connsiteX2208" fmla="*/ 1306552 w 1983597"/>
                <a:gd name="connsiteY2208" fmla="*/ 1336059 h 1454091"/>
                <a:gd name="connsiteX2209" fmla="*/ 1304912 w 1983597"/>
                <a:gd name="connsiteY2209" fmla="*/ 1336059 h 1454091"/>
                <a:gd name="connsiteX2210" fmla="*/ 1303273 w 1983597"/>
                <a:gd name="connsiteY2210" fmla="*/ 1339338 h 1454091"/>
                <a:gd name="connsiteX2211" fmla="*/ 1299994 w 1983597"/>
                <a:gd name="connsiteY2211" fmla="*/ 1340978 h 1454091"/>
                <a:gd name="connsiteX2212" fmla="*/ 1295076 w 1983597"/>
                <a:gd name="connsiteY2212" fmla="*/ 1340978 h 1454091"/>
                <a:gd name="connsiteX2213" fmla="*/ 1291797 w 1983597"/>
                <a:gd name="connsiteY2213" fmla="*/ 1344256 h 1454091"/>
                <a:gd name="connsiteX2214" fmla="*/ 1288518 w 1983597"/>
                <a:gd name="connsiteY2214" fmla="*/ 1347535 h 1454091"/>
                <a:gd name="connsiteX2215" fmla="*/ 1288518 w 1983597"/>
                <a:gd name="connsiteY2215" fmla="*/ 1347535 h 1454091"/>
                <a:gd name="connsiteX2216" fmla="*/ 1285240 w 1983597"/>
                <a:gd name="connsiteY2216" fmla="*/ 1344256 h 1454091"/>
                <a:gd name="connsiteX2217" fmla="*/ 1285240 w 1983597"/>
                <a:gd name="connsiteY2217" fmla="*/ 1344256 h 1454091"/>
                <a:gd name="connsiteX2218" fmla="*/ 1285240 w 1983597"/>
                <a:gd name="connsiteY2218" fmla="*/ 1340978 h 1454091"/>
                <a:gd name="connsiteX2219" fmla="*/ 1283601 w 1983597"/>
                <a:gd name="connsiteY2219" fmla="*/ 1340978 h 1454091"/>
                <a:gd name="connsiteX2220" fmla="*/ 1281962 w 1983597"/>
                <a:gd name="connsiteY2220" fmla="*/ 1340978 h 1454091"/>
                <a:gd name="connsiteX2221" fmla="*/ 1278683 w 1983597"/>
                <a:gd name="connsiteY2221" fmla="*/ 1342617 h 1454091"/>
                <a:gd name="connsiteX2222" fmla="*/ 1278683 w 1983597"/>
                <a:gd name="connsiteY2222" fmla="*/ 1342617 h 1454091"/>
                <a:gd name="connsiteX2223" fmla="*/ 1277044 w 1983597"/>
                <a:gd name="connsiteY2223" fmla="*/ 1347535 h 1454091"/>
                <a:gd name="connsiteX2224" fmla="*/ 1277044 w 1983597"/>
                <a:gd name="connsiteY2224" fmla="*/ 1350814 h 1454091"/>
                <a:gd name="connsiteX2225" fmla="*/ 1277044 w 1983597"/>
                <a:gd name="connsiteY2225" fmla="*/ 1354092 h 1454091"/>
                <a:gd name="connsiteX2226" fmla="*/ 1275404 w 1983597"/>
                <a:gd name="connsiteY2226" fmla="*/ 1355731 h 1454091"/>
                <a:gd name="connsiteX2227" fmla="*/ 1275404 w 1983597"/>
                <a:gd name="connsiteY2227" fmla="*/ 1355731 h 1454091"/>
                <a:gd name="connsiteX2228" fmla="*/ 1275404 w 1983597"/>
                <a:gd name="connsiteY2228" fmla="*/ 1355731 h 1454091"/>
                <a:gd name="connsiteX2229" fmla="*/ 1272125 w 1983597"/>
                <a:gd name="connsiteY2229" fmla="*/ 1354092 h 1454091"/>
                <a:gd name="connsiteX2230" fmla="*/ 1268847 w 1983597"/>
                <a:gd name="connsiteY2230" fmla="*/ 1350814 h 1454091"/>
                <a:gd name="connsiteX2231" fmla="*/ 1265568 w 1983597"/>
                <a:gd name="connsiteY2231" fmla="*/ 1347535 h 1454091"/>
                <a:gd name="connsiteX2232" fmla="*/ 1262289 w 1983597"/>
                <a:gd name="connsiteY2232" fmla="*/ 1342617 h 1454091"/>
                <a:gd name="connsiteX2233" fmla="*/ 1260650 w 1983597"/>
                <a:gd name="connsiteY2233" fmla="*/ 1344256 h 1454091"/>
                <a:gd name="connsiteX2234" fmla="*/ 1259010 w 1983597"/>
                <a:gd name="connsiteY2234" fmla="*/ 1347535 h 1454091"/>
                <a:gd name="connsiteX2235" fmla="*/ 1257372 w 1983597"/>
                <a:gd name="connsiteY2235" fmla="*/ 1352453 h 1454091"/>
                <a:gd name="connsiteX2236" fmla="*/ 1257372 w 1983597"/>
                <a:gd name="connsiteY2236" fmla="*/ 1350814 h 1454091"/>
                <a:gd name="connsiteX2237" fmla="*/ 1254093 w 1983597"/>
                <a:gd name="connsiteY2237" fmla="*/ 1347535 h 1454091"/>
                <a:gd name="connsiteX2238" fmla="*/ 1252454 w 1983597"/>
                <a:gd name="connsiteY2238" fmla="*/ 1344256 h 1454091"/>
                <a:gd name="connsiteX2239" fmla="*/ 1249175 w 1983597"/>
                <a:gd name="connsiteY2239" fmla="*/ 1344256 h 1454091"/>
                <a:gd name="connsiteX2240" fmla="*/ 1247535 w 1983597"/>
                <a:gd name="connsiteY2240" fmla="*/ 1347535 h 1454091"/>
                <a:gd name="connsiteX2241" fmla="*/ 1244257 w 1983597"/>
                <a:gd name="connsiteY2241" fmla="*/ 1350814 h 1454091"/>
                <a:gd name="connsiteX2242" fmla="*/ 1244257 w 1983597"/>
                <a:gd name="connsiteY2242" fmla="*/ 1350814 h 1454091"/>
                <a:gd name="connsiteX2243" fmla="*/ 1242617 w 1983597"/>
                <a:gd name="connsiteY2243" fmla="*/ 1355731 h 1454091"/>
                <a:gd name="connsiteX2244" fmla="*/ 1239338 w 1983597"/>
                <a:gd name="connsiteY2244" fmla="*/ 1357371 h 1454091"/>
                <a:gd name="connsiteX2245" fmla="*/ 1236060 w 1983597"/>
                <a:gd name="connsiteY2245" fmla="*/ 1355731 h 1454091"/>
                <a:gd name="connsiteX2246" fmla="*/ 1234420 w 1983597"/>
                <a:gd name="connsiteY2246" fmla="*/ 1354092 h 1454091"/>
                <a:gd name="connsiteX2247" fmla="*/ 1231142 w 1983597"/>
                <a:gd name="connsiteY2247" fmla="*/ 1350814 h 1454091"/>
                <a:gd name="connsiteX2248" fmla="*/ 1227864 w 1983597"/>
                <a:gd name="connsiteY2248" fmla="*/ 1347535 h 1454091"/>
                <a:gd name="connsiteX2249" fmla="*/ 1224585 w 1983597"/>
                <a:gd name="connsiteY2249" fmla="*/ 1347535 h 1454091"/>
                <a:gd name="connsiteX2250" fmla="*/ 1219667 w 1983597"/>
                <a:gd name="connsiteY2250" fmla="*/ 1344256 h 1454091"/>
                <a:gd name="connsiteX2251" fmla="*/ 1216388 w 1983597"/>
                <a:gd name="connsiteY2251" fmla="*/ 1344256 h 1454091"/>
                <a:gd name="connsiteX2252" fmla="*/ 1214748 w 1983597"/>
                <a:gd name="connsiteY2252" fmla="*/ 1349174 h 1454091"/>
                <a:gd name="connsiteX2253" fmla="*/ 1214748 w 1983597"/>
                <a:gd name="connsiteY2253" fmla="*/ 1352453 h 1454091"/>
                <a:gd name="connsiteX2254" fmla="*/ 1211470 w 1983597"/>
                <a:gd name="connsiteY2254" fmla="*/ 1355731 h 1454091"/>
                <a:gd name="connsiteX2255" fmla="*/ 1211470 w 1983597"/>
                <a:gd name="connsiteY2255" fmla="*/ 1359010 h 1454091"/>
                <a:gd name="connsiteX2256" fmla="*/ 1206551 w 1983597"/>
                <a:gd name="connsiteY2256" fmla="*/ 1360649 h 1454091"/>
                <a:gd name="connsiteX2257" fmla="*/ 1203274 w 1983597"/>
                <a:gd name="connsiteY2257" fmla="*/ 1357371 h 1454091"/>
                <a:gd name="connsiteX2258" fmla="*/ 1199995 w 1983597"/>
                <a:gd name="connsiteY2258" fmla="*/ 1357371 h 1454091"/>
                <a:gd name="connsiteX2259" fmla="*/ 1195077 w 1983597"/>
                <a:gd name="connsiteY2259" fmla="*/ 1359010 h 1454091"/>
                <a:gd name="connsiteX2260" fmla="*/ 1193437 w 1983597"/>
                <a:gd name="connsiteY2260" fmla="*/ 1355731 h 1454091"/>
                <a:gd name="connsiteX2261" fmla="*/ 1193437 w 1983597"/>
                <a:gd name="connsiteY2261" fmla="*/ 1355731 h 1454091"/>
                <a:gd name="connsiteX2262" fmla="*/ 1191798 w 1983597"/>
                <a:gd name="connsiteY2262" fmla="*/ 1355731 h 1454091"/>
                <a:gd name="connsiteX2263" fmla="*/ 1188519 w 1983597"/>
                <a:gd name="connsiteY2263" fmla="*/ 1359010 h 1454091"/>
                <a:gd name="connsiteX2264" fmla="*/ 1188519 w 1983597"/>
                <a:gd name="connsiteY2264" fmla="*/ 1362289 h 1454091"/>
                <a:gd name="connsiteX2265" fmla="*/ 1186880 w 1983597"/>
                <a:gd name="connsiteY2265" fmla="*/ 1365568 h 1454091"/>
                <a:gd name="connsiteX2266" fmla="*/ 1186880 w 1983597"/>
                <a:gd name="connsiteY2266" fmla="*/ 1368846 h 1454091"/>
                <a:gd name="connsiteX2267" fmla="*/ 1186880 w 1983597"/>
                <a:gd name="connsiteY2267" fmla="*/ 1368846 h 1454091"/>
                <a:gd name="connsiteX2268" fmla="*/ 1188519 w 1983597"/>
                <a:gd name="connsiteY2268" fmla="*/ 1372125 h 1454091"/>
                <a:gd name="connsiteX2269" fmla="*/ 1190158 w 1983597"/>
                <a:gd name="connsiteY2269" fmla="*/ 1375404 h 1454091"/>
                <a:gd name="connsiteX2270" fmla="*/ 1190158 w 1983597"/>
                <a:gd name="connsiteY2270" fmla="*/ 1377043 h 1454091"/>
                <a:gd name="connsiteX2271" fmla="*/ 1191798 w 1983597"/>
                <a:gd name="connsiteY2271" fmla="*/ 1380321 h 1454091"/>
                <a:gd name="connsiteX2272" fmla="*/ 1195077 w 1983597"/>
                <a:gd name="connsiteY2272" fmla="*/ 1383600 h 1454091"/>
                <a:gd name="connsiteX2273" fmla="*/ 1196716 w 1983597"/>
                <a:gd name="connsiteY2273" fmla="*/ 1386879 h 1454091"/>
                <a:gd name="connsiteX2274" fmla="*/ 1198355 w 1983597"/>
                <a:gd name="connsiteY2274" fmla="*/ 1391797 h 1454091"/>
                <a:gd name="connsiteX2275" fmla="*/ 1199995 w 1983597"/>
                <a:gd name="connsiteY2275" fmla="*/ 1395076 h 1454091"/>
                <a:gd name="connsiteX2276" fmla="*/ 1198355 w 1983597"/>
                <a:gd name="connsiteY2276" fmla="*/ 1398354 h 1454091"/>
                <a:gd name="connsiteX2277" fmla="*/ 1198355 w 1983597"/>
                <a:gd name="connsiteY2277" fmla="*/ 1403272 h 1454091"/>
                <a:gd name="connsiteX2278" fmla="*/ 1198355 w 1983597"/>
                <a:gd name="connsiteY2278" fmla="*/ 1404912 h 1454091"/>
                <a:gd name="connsiteX2279" fmla="*/ 1199995 w 1983597"/>
                <a:gd name="connsiteY2279" fmla="*/ 1408190 h 1454091"/>
                <a:gd name="connsiteX2280" fmla="*/ 1203274 w 1983597"/>
                <a:gd name="connsiteY2280" fmla="*/ 1411469 h 1454091"/>
                <a:gd name="connsiteX2281" fmla="*/ 1201634 w 1983597"/>
                <a:gd name="connsiteY2281" fmla="*/ 1414748 h 1454091"/>
                <a:gd name="connsiteX2282" fmla="*/ 1199995 w 1983597"/>
                <a:gd name="connsiteY2282" fmla="*/ 1414748 h 1454091"/>
                <a:gd name="connsiteX2283" fmla="*/ 1198355 w 1983597"/>
                <a:gd name="connsiteY2283" fmla="*/ 1413108 h 1454091"/>
                <a:gd name="connsiteX2284" fmla="*/ 1196716 w 1983597"/>
                <a:gd name="connsiteY2284" fmla="*/ 1413108 h 1454091"/>
                <a:gd name="connsiteX2285" fmla="*/ 1191798 w 1983597"/>
                <a:gd name="connsiteY2285" fmla="*/ 1409830 h 1454091"/>
                <a:gd name="connsiteX2286" fmla="*/ 1188519 w 1983597"/>
                <a:gd name="connsiteY2286" fmla="*/ 1411469 h 1454091"/>
                <a:gd name="connsiteX2287" fmla="*/ 1185240 w 1983597"/>
                <a:gd name="connsiteY2287" fmla="*/ 1413108 h 1454091"/>
                <a:gd name="connsiteX2288" fmla="*/ 1181961 w 1983597"/>
                <a:gd name="connsiteY2288" fmla="*/ 1413108 h 1454091"/>
                <a:gd name="connsiteX2289" fmla="*/ 1180323 w 1983597"/>
                <a:gd name="connsiteY2289" fmla="*/ 1411469 h 1454091"/>
                <a:gd name="connsiteX2290" fmla="*/ 1180323 w 1983597"/>
                <a:gd name="connsiteY2290" fmla="*/ 1408190 h 1454091"/>
                <a:gd name="connsiteX2291" fmla="*/ 1178684 w 1983597"/>
                <a:gd name="connsiteY2291" fmla="*/ 1403272 h 1454091"/>
                <a:gd name="connsiteX2292" fmla="*/ 1178684 w 1983597"/>
                <a:gd name="connsiteY2292" fmla="*/ 1399994 h 1454091"/>
                <a:gd name="connsiteX2293" fmla="*/ 1175405 w 1983597"/>
                <a:gd name="connsiteY2293" fmla="*/ 1396715 h 1454091"/>
                <a:gd name="connsiteX2294" fmla="*/ 1175405 w 1983597"/>
                <a:gd name="connsiteY2294" fmla="*/ 1396715 h 1454091"/>
                <a:gd name="connsiteX2295" fmla="*/ 1175405 w 1983597"/>
                <a:gd name="connsiteY2295" fmla="*/ 1395076 h 1454091"/>
                <a:gd name="connsiteX2296" fmla="*/ 1173765 w 1983597"/>
                <a:gd name="connsiteY2296" fmla="*/ 1391797 h 1454091"/>
                <a:gd name="connsiteX2297" fmla="*/ 1172126 w 1983597"/>
                <a:gd name="connsiteY2297" fmla="*/ 1386879 h 1454091"/>
                <a:gd name="connsiteX2298" fmla="*/ 1172126 w 1983597"/>
                <a:gd name="connsiteY2298" fmla="*/ 1386879 h 1454091"/>
                <a:gd name="connsiteX2299" fmla="*/ 1168847 w 1983597"/>
                <a:gd name="connsiteY2299" fmla="*/ 1390158 h 1454091"/>
                <a:gd name="connsiteX2300" fmla="*/ 1163929 w 1983597"/>
                <a:gd name="connsiteY2300" fmla="*/ 1391797 h 1454091"/>
                <a:gd name="connsiteX2301" fmla="*/ 1163929 w 1983597"/>
                <a:gd name="connsiteY2301" fmla="*/ 1393436 h 1454091"/>
                <a:gd name="connsiteX2302" fmla="*/ 1160650 w 1983597"/>
                <a:gd name="connsiteY2302" fmla="*/ 1396715 h 1454091"/>
                <a:gd name="connsiteX2303" fmla="*/ 1160650 w 1983597"/>
                <a:gd name="connsiteY2303" fmla="*/ 1396715 h 1454091"/>
                <a:gd name="connsiteX2304" fmla="*/ 1157371 w 1983597"/>
                <a:gd name="connsiteY2304" fmla="*/ 1399994 h 1454091"/>
                <a:gd name="connsiteX2305" fmla="*/ 1152454 w 1983597"/>
                <a:gd name="connsiteY2305" fmla="*/ 1401633 h 1454091"/>
                <a:gd name="connsiteX2306" fmla="*/ 1149175 w 1983597"/>
                <a:gd name="connsiteY2306" fmla="*/ 1399994 h 1454091"/>
                <a:gd name="connsiteX2307" fmla="*/ 1145897 w 1983597"/>
                <a:gd name="connsiteY2307" fmla="*/ 1398354 h 1454091"/>
                <a:gd name="connsiteX2308" fmla="*/ 1142618 w 1983597"/>
                <a:gd name="connsiteY2308" fmla="*/ 1401633 h 1454091"/>
                <a:gd name="connsiteX2309" fmla="*/ 1140978 w 1983597"/>
                <a:gd name="connsiteY2309" fmla="*/ 1403272 h 1454091"/>
                <a:gd name="connsiteX2310" fmla="*/ 1136060 w 1983597"/>
                <a:gd name="connsiteY2310" fmla="*/ 1399994 h 1454091"/>
                <a:gd name="connsiteX2311" fmla="*/ 1136060 w 1983597"/>
                <a:gd name="connsiteY2311" fmla="*/ 1395076 h 1454091"/>
                <a:gd name="connsiteX2312" fmla="*/ 1137700 w 1983597"/>
                <a:gd name="connsiteY2312" fmla="*/ 1391797 h 1454091"/>
                <a:gd name="connsiteX2313" fmla="*/ 1132781 w 1983597"/>
                <a:gd name="connsiteY2313" fmla="*/ 1391797 h 1454091"/>
                <a:gd name="connsiteX2314" fmla="*/ 1131142 w 1983597"/>
                <a:gd name="connsiteY2314" fmla="*/ 1390158 h 1454091"/>
                <a:gd name="connsiteX2315" fmla="*/ 1129503 w 1983597"/>
                <a:gd name="connsiteY2315" fmla="*/ 1386879 h 1454091"/>
                <a:gd name="connsiteX2316" fmla="*/ 1127864 w 1983597"/>
                <a:gd name="connsiteY2316" fmla="*/ 1386879 h 1454091"/>
                <a:gd name="connsiteX2317" fmla="*/ 1127864 w 1983597"/>
                <a:gd name="connsiteY2317" fmla="*/ 1383600 h 1454091"/>
                <a:gd name="connsiteX2318" fmla="*/ 1127864 w 1983597"/>
                <a:gd name="connsiteY2318" fmla="*/ 1378682 h 1454091"/>
                <a:gd name="connsiteX2319" fmla="*/ 1127864 w 1983597"/>
                <a:gd name="connsiteY2319" fmla="*/ 1375404 h 1454091"/>
                <a:gd name="connsiteX2320" fmla="*/ 1122946 w 1983597"/>
                <a:gd name="connsiteY2320" fmla="*/ 1375404 h 1454091"/>
                <a:gd name="connsiteX2321" fmla="*/ 1119667 w 1983597"/>
                <a:gd name="connsiteY2321" fmla="*/ 1375404 h 1454091"/>
                <a:gd name="connsiteX2322" fmla="*/ 1116388 w 1983597"/>
                <a:gd name="connsiteY2322" fmla="*/ 1373764 h 1454091"/>
                <a:gd name="connsiteX2323" fmla="*/ 1113110 w 1983597"/>
                <a:gd name="connsiteY2323" fmla="*/ 1372125 h 1454091"/>
                <a:gd name="connsiteX2324" fmla="*/ 1111470 w 1983597"/>
                <a:gd name="connsiteY2324" fmla="*/ 1372125 h 1454091"/>
                <a:gd name="connsiteX2325" fmla="*/ 1108191 w 1983597"/>
                <a:gd name="connsiteY2325" fmla="*/ 1372125 h 1454091"/>
                <a:gd name="connsiteX2326" fmla="*/ 1104913 w 1983597"/>
                <a:gd name="connsiteY2326" fmla="*/ 1373764 h 1454091"/>
                <a:gd name="connsiteX2327" fmla="*/ 1101635 w 1983597"/>
                <a:gd name="connsiteY2327" fmla="*/ 1372125 h 1454091"/>
                <a:gd name="connsiteX2328" fmla="*/ 1096717 w 1983597"/>
                <a:gd name="connsiteY2328" fmla="*/ 1372125 h 1454091"/>
                <a:gd name="connsiteX2329" fmla="*/ 1096717 w 1983597"/>
                <a:gd name="connsiteY2329" fmla="*/ 1370486 h 1454091"/>
                <a:gd name="connsiteX2330" fmla="*/ 1098356 w 1983597"/>
                <a:gd name="connsiteY2330" fmla="*/ 1367207 h 1454091"/>
                <a:gd name="connsiteX2331" fmla="*/ 1098356 w 1983597"/>
                <a:gd name="connsiteY2331" fmla="*/ 1363928 h 1454091"/>
                <a:gd name="connsiteX2332" fmla="*/ 1099995 w 1983597"/>
                <a:gd name="connsiteY2332" fmla="*/ 1359010 h 1454091"/>
                <a:gd name="connsiteX2333" fmla="*/ 1101635 w 1983597"/>
                <a:gd name="connsiteY2333" fmla="*/ 1355731 h 1454091"/>
                <a:gd name="connsiteX2334" fmla="*/ 1101635 w 1983597"/>
                <a:gd name="connsiteY2334" fmla="*/ 1352453 h 1454091"/>
                <a:gd name="connsiteX2335" fmla="*/ 1099995 w 1983597"/>
                <a:gd name="connsiteY2335" fmla="*/ 1347535 h 1454091"/>
                <a:gd name="connsiteX2336" fmla="*/ 1099995 w 1983597"/>
                <a:gd name="connsiteY2336" fmla="*/ 1344256 h 1454091"/>
                <a:gd name="connsiteX2337" fmla="*/ 1101635 w 1983597"/>
                <a:gd name="connsiteY2337" fmla="*/ 1340978 h 1454091"/>
                <a:gd name="connsiteX2338" fmla="*/ 1101635 w 1983597"/>
                <a:gd name="connsiteY2338" fmla="*/ 1337699 h 1454091"/>
                <a:gd name="connsiteX2339" fmla="*/ 1104913 w 1983597"/>
                <a:gd name="connsiteY2339" fmla="*/ 1337699 h 1454091"/>
                <a:gd name="connsiteX2340" fmla="*/ 1104913 w 1983597"/>
                <a:gd name="connsiteY2340" fmla="*/ 1332781 h 1454091"/>
                <a:gd name="connsiteX2341" fmla="*/ 1103273 w 1983597"/>
                <a:gd name="connsiteY2341" fmla="*/ 1329502 h 1454091"/>
                <a:gd name="connsiteX2342" fmla="*/ 1103273 w 1983597"/>
                <a:gd name="connsiteY2342" fmla="*/ 1329502 h 1454091"/>
                <a:gd name="connsiteX2343" fmla="*/ 1099995 w 1983597"/>
                <a:gd name="connsiteY2343" fmla="*/ 1329502 h 1454091"/>
                <a:gd name="connsiteX2344" fmla="*/ 1096717 w 1983597"/>
                <a:gd name="connsiteY2344" fmla="*/ 1329502 h 1454091"/>
                <a:gd name="connsiteX2345" fmla="*/ 1093438 w 1983597"/>
                <a:gd name="connsiteY2345" fmla="*/ 1329502 h 1454091"/>
                <a:gd name="connsiteX2346" fmla="*/ 1088520 w 1983597"/>
                <a:gd name="connsiteY2346" fmla="*/ 1329502 h 1454091"/>
                <a:gd name="connsiteX2347" fmla="*/ 1085241 w 1983597"/>
                <a:gd name="connsiteY2347" fmla="*/ 1326224 h 1454091"/>
                <a:gd name="connsiteX2348" fmla="*/ 1081962 w 1983597"/>
                <a:gd name="connsiteY2348" fmla="*/ 1324584 h 1454091"/>
                <a:gd name="connsiteX2349" fmla="*/ 1080323 w 1983597"/>
                <a:gd name="connsiteY2349" fmla="*/ 1324584 h 1454091"/>
                <a:gd name="connsiteX2350" fmla="*/ 1080323 w 1983597"/>
                <a:gd name="connsiteY2350" fmla="*/ 1321306 h 1454091"/>
                <a:gd name="connsiteX2351" fmla="*/ 1078683 w 1983597"/>
                <a:gd name="connsiteY2351" fmla="*/ 1318027 h 1454091"/>
                <a:gd name="connsiteX2352" fmla="*/ 1078683 w 1983597"/>
                <a:gd name="connsiteY2352" fmla="*/ 1313109 h 1454091"/>
                <a:gd name="connsiteX2353" fmla="*/ 1077044 w 1983597"/>
                <a:gd name="connsiteY2353" fmla="*/ 1313109 h 1454091"/>
                <a:gd name="connsiteX2354" fmla="*/ 1073766 w 1983597"/>
                <a:gd name="connsiteY2354" fmla="*/ 1309830 h 1454091"/>
                <a:gd name="connsiteX2355" fmla="*/ 1077044 w 1983597"/>
                <a:gd name="connsiteY2355" fmla="*/ 1306551 h 1454091"/>
                <a:gd name="connsiteX2356" fmla="*/ 1073766 w 1983597"/>
                <a:gd name="connsiteY2356" fmla="*/ 1303273 h 1454091"/>
                <a:gd name="connsiteX2357" fmla="*/ 1070487 w 1983597"/>
                <a:gd name="connsiteY2357" fmla="*/ 1298355 h 1454091"/>
                <a:gd name="connsiteX2358" fmla="*/ 1067208 w 1983597"/>
                <a:gd name="connsiteY2358" fmla="*/ 1295076 h 1454091"/>
                <a:gd name="connsiteX2359" fmla="*/ 1067208 w 1983597"/>
                <a:gd name="connsiteY2359" fmla="*/ 1291797 h 1454091"/>
                <a:gd name="connsiteX2360" fmla="*/ 1070487 w 1983597"/>
                <a:gd name="connsiteY2360" fmla="*/ 1288519 h 1454091"/>
                <a:gd name="connsiteX2361" fmla="*/ 1073766 w 1983597"/>
                <a:gd name="connsiteY2361" fmla="*/ 1285240 h 1454091"/>
                <a:gd name="connsiteX2362" fmla="*/ 1073766 w 1983597"/>
                <a:gd name="connsiteY2362" fmla="*/ 1281961 h 1454091"/>
                <a:gd name="connsiteX2363" fmla="*/ 1072127 w 1983597"/>
                <a:gd name="connsiteY2363" fmla="*/ 1283601 h 1454091"/>
                <a:gd name="connsiteX2364" fmla="*/ 1068848 w 1983597"/>
                <a:gd name="connsiteY2364" fmla="*/ 1283601 h 1454091"/>
                <a:gd name="connsiteX2365" fmla="*/ 1065569 w 1983597"/>
                <a:gd name="connsiteY2365" fmla="*/ 1283601 h 1454091"/>
                <a:gd name="connsiteX2366" fmla="*/ 1062290 w 1983597"/>
                <a:gd name="connsiteY2366" fmla="*/ 1285240 h 1454091"/>
                <a:gd name="connsiteX2367" fmla="*/ 1059011 w 1983597"/>
                <a:gd name="connsiteY2367" fmla="*/ 1283601 h 1454091"/>
                <a:gd name="connsiteX2368" fmla="*/ 1055733 w 1983597"/>
                <a:gd name="connsiteY2368" fmla="*/ 1283601 h 1454091"/>
                <a:gd name="connsiteX2369" fmla="*/ 1050815 w 1983597"/>
                <a:gd name="connsiteY2369" fmla="*/ 1283601 h 1454091"/>
                <a:gd name="connsiteX2370" fmla="*/ 1047537 w 1983597"/>
                <a:gd name="connsiteY2370" fmla="*/ 1283601 h 1454091"/>
                <a:gd name="connsiteX2371" fmla="*/ 1044258 w 1983597"/>
                <a:gd name="connsiteY2371" fmla="*/ 1285240 h 1454091"/>
                <a:gd name="connsiteX2372" fmla="*/ 1040979 w 1983597"/>
                <a:gd name="connsiteY2372" fmla="*/ 1285240 h 1454091"/>
                <a:gd name="connsiteX2373" fmla="*/ 1039340 w 1983597"/>
                <a:gd name="connsiteY2373" fmla="*/ 1286879 h 1454091"/>
                <a:gd name="connsiteX2374" fmla="*/ 1036061 w 1983597"/>
                <a:gd name="connsiteY2374" fmla="*/ 1290158 h 1454091"/>
                <a:gd name="connsiteX2375" fmla="*/ 1034421 w 1983597"/>
                <a:gd name="connsiteY2375" fmla="*/ 1291797 h 1454091"/>
                <a:gd name="connsiteX2376" fmla="*/ 1031143 w 1983597"/>
                <a:gd name="connsiteY2376" fmla="*/ 1293437 h 1454091"/>
                <a:gd name="connsiteX2377" fmla="*/ 1027864 w 1983597"/>
                <a:gd name="connsiteY2377" fmla="*/ 1295076 h 1454091"/>
                <a:gd name="connsiteX2378" fmla="*/ 1024585 w 1983597"/>
                <a:gd name="connsiteY2378" fmla="*/ 1293437 h 1454091"/>
                <a:gd name="connsiteX2379" fmla="*/ 1026224 w 1983597"/>
                <a:gd name="connsiteY2379" fmla="*/ 1288519 h 1454091"/>
                <a:gd name="connsiteX2380" fmla="*/ 1027864 w 1983597"/>
                <a:gd name="connsiteY2380" fmla="*/ 1285240 h 1454091"/>
                <a:gd name="connsiteX2381" fmla="*/ 1029503 w 1983597"/>
                <a:gd name="connsiteY2381" fmla="*/ 1281961 h 1454091"/>
                <a:gd name="connsiteX2382" fmla="*/ 1029503 w 1983597"/>
                <a:gd name="connsiteY2382" fmla="*/ 1280322 h 1454091"/>
                <a:gd name="connsiteX2383" fmla="*/ 1029503 w 1983597"/>
                <a:gd name="connsiteY2383" fmla="*/ 1278683 h 1454091"/>
                <a:gd name="connsiteX2384" fmla="*/ 1026224 w 1983597"/>
                <a:gd name="connsiteY2384" fmla="*/ 1275404 h 1454091"/>
                <a:gd name="connsiteX2385" fmla="*/ 1026224 w 1983597"/>
                <a:gd name="connsiteY2385" fmla="*/ 1272125 h 1454091"/>
                <a:gd name="connsiteX2386" fmla="*/ 1021307 w 1983597"/>
                <a:gd name="connsiteY2386" fmla="*/ 1268847 h 1454091"/>
                <a:gd name="connsiteX2387" fmla="*/ 1019668 w 1983597"/>
                <a:gd name="connsiteY2387" fmla="*/ 1265568 h 1454091"/>
                <a:gd name="connsiteX2388" fmla="*/ 1019668 w 1983597"/>
                <a:gd name="connsiteY2388" fmla="*/ 1262289 h 1454091"/>
                <a:gd name="connsiteX2389" fmla="*/ 1019668 w 1983597"/>
                <a:gd name="connsiteY2389" fmla="*/ 1259011 h 1454091"/>
                <a:gd name="connsiteX2390" fmla="*/ 1019668 w 1983597"/>
                <a:gd name="connsiteY2390" fmla="*/ 1257371 h 1454091"/>
                <a:gd name="connsiteX2391" fmla="*/ 1022947 w 1983597"/>
                <a:gd name="connsiteY2391" fmla="*/ 1254093 h 1454091"/>
                <a:gd name="connsiteX2392" fmla="*/ 1026224 w 1983597"/>
                <a:gd name="connsiteY2392" fmla="*/ 1252453 h 1454091"/>
                <a:gd name="connsiteX2393" fmla="*/ 1024585 w 1983597"/>
                <a:gd name="connsiteY2393" fmla="*/ 1249175 h 1454091"/>
                <a:gd name="connsiteX2394" fmla="*/ 1022947 w 1983597"/>
                <a:gd name="connsiteY2394" fmla="*/ 1244257 h 1454091"/>
                <a:gd name="connsiteX2395" fmla="*/ 1022947 w 1983597"/>
                <a:gd name="connsiteY2395" fmla="*/ 1240978 h 1454091"/>
                <a:gd name="connsiteX2396" fmla="*/ 1024585 w 1983597"/>
                <a:gd name="connsiteY2396" fmla="*/ 1237699 h 1454091"/>
                <a:gd name="connsiteX2397" fmla="*/ 1026224 w 1983597"/>
                <a:gd name="connsiteY2397" fmla="*/ 1234421 h 1454091"/>
                <a:gd name="connsiteX2398" fmla="*/ 1029503 w 1983597"/>
                <a:gd name="connsiteY2398" fmla="*/ 1236060 h 1454091"/>
                <a:gd name="connsiteX2399" fmla="*/ 1032782 w 1983597"/>
                <a:gd name="connsiteY2399" fmla="*/ 1232781 h 1454091"/>
                <a:gd name="connsiteX2400" fmla="*/ 1034421 w 1983597"/>
                <a:gd name="connsiteY2400" fmla="*/ 1231142 h 1454091"/>
                <a:gd name="connsiteX2401" fmla="*/ 1034421 w 1983597"/>
                <a:gd name="connsiteY2401" fmla="*/ 1227863 h 1454091"/>
                <a:gd name="connsiteX2402" fmla="*/ 1036061 w 1983597"/>
                <a:gd name="connsiteY2402" fmla="*/ 1227863 h 1454091"/>
                <a:gd name="connsiteX2403" fmla="*/ 1034421 w 1983597"/>
                <a:gd name="connsiteY2403" fmla="*/ 1222945 h 1454091"/>
                <a:gd name="connsiteX2404" fmla="*/ 1036061 w 1983597"/>
                <a:gd name="connsiteY2404" fmla="*/ 1219667 h 1454091"/>
                <a:gd name="connsiteX2405" fmla="*/ 1036061 w 1983597"/>
                <a:gd name="connsiteY2405" fmla="*/ 1219667 h 1454091"/>
                <a:gd name="connsiteX2406" fmla="*/ 1039340 w 1983597"/>
                <a:gd name="connsiteY2406" fmla="*/ 1219667 h 1454091"/>
                <a:gd name="connsiteX2407" fmla="*/ 1042618 w 1983597"/>
                <a:gd name="connsiteY2407" fmla="*/ 1219667 h 1454091"/>
                <a:gd name="connsiteX2408" fmla="*/ 1044258 w 1983597"/>
                <a:gd name="connsiteY2408" fmla="*/ 1219667 h 1454091"/>
                <a:gd name="connsiteX2409" fmla="*/ 1044258 w 1983597"/>
                <a:gd name="connsiteY2409" fmla="*/ 1216388 h 1454091"/>
                <a:gd name="connsiteX2410" fmla="*/ 1045897 w 1983597"/>
                <a:gd name="connsiteY2410" fmla="*/ 1213109 h 1454091"/>
                <a:gd name="connsiteX2411" fmla="*/ 1047537 w 1983597"/>
                <a:gd name="connsiteY2411" fmla="*/ 1208191 h 1454091"/>
                <a:gd name="connsiteX2412" fmla="*/ 1050815 w 1983597"/>
                <a:gd name="connsiteY2412" fmla="*/ 1209831 h 1454091"/>
                <a:gd name="connsiteX2413" fmla="*/ 1054093 w 1983597"/>
                <a:gd name="connsiteY2413" fmla="*/ 1208191 h 1454091"/>
                <a:gd name="connsiteX2414" fmla="*/ 1052454 w 1983597"/>
                <a:gd name="connsiteY2414" fmla="*/ 1203273 h 1454091"/>
                <a:gd name="connsiteX2415" fmla="*/ 1049176 w 1983597"/>
                <a:gd name="connsiteY2415" fmla="*/ 1199994 h 1454091"/>
                <a:gd name="connsiteX2416" fmla="*/ 1047537 w 1983597"/>
                <a:gd name="connsiteY2416" fmla="*/ 1196716 h 1454091"/>
                <a:gd name="connsiteX2417" fmla="*/ 1050815 w 1983597"/>
                <a:gd name="connsiteY2417" fmla="*/ 1196716 h 1454091"/>
                <a:gd name="connsiteX2418" fmla="*/ 1052454 w 1983597"/>
                <a:gd name="connsiteY2418" fmla="*/ 1191798 h 1454091"/>
                <a:gd name="connsiteX2419" fmla="*/ 1049176 w 1983597"/>
                <a:gd name="connsiteY2419" fmla="*/ 1188519 h 1454091"/>
                <a:gd name="connsiteX2420" fmla="*/ 1050815 w 1983597"/>
                <a:gd name="connsiteY2420" fmla="*/ 1185241 h 1454091"/>
                <a:gd name="connsiteX2421" fmla="*/ 1050815 w 1983597"/>
                <a:gd name="connsiteY2421" fmla="*/ 1180322 h 1454091"/>
                <a:gd name="connsiteX2422" fmla="*/ 1050815 w 1983597"/>
                <a:gd name="connsiteY2422" fmla="*/ 1180322 h 1454091"/>
                <a:gd name="connsiteX2423" fmla="*/ 1049176 w 1983597"/>
                <a:gd name="connsiteY2423" fmla="*/ 1177044 h 1454091"/>
                <a:gd name="connsiteX2424" fmla="*/ 1050815 w 1983597"/>
                <a:gd name="connsiteY2424" fmla="*/ 1173765 h 1454091"/>
                <a:gd name="connsiteX2425" fmla="*/ 1049176 w 1983597"/>
                <a:gd name="connsiteY2425" fmla="*/ 1170487 h 1454091"/>
                <a:gd name="connsiteX2426" fmla="*/ 1049176 w 1983597"/>
                <a:gd name="connsiteY2426" fmla="*/ 1165569 h 1454091"/>
                <a:gd name="connsiteX2427" fmla="*/ 1047537 w 1983597"/>
                <a:gd name="connsiteY2427" fmla="*/ 1162290 h 1454091"/>
                <a:gd name="connsiteX2428" fmla="*/ 1045897 w 1983597"/>
                <a:gd name="connsiteY2428" fmla="*/ 1159011 h 1454091"/>
                <a:gd name="connsiteX2429" fmla="*/ 1045897 w 1983597"/>
                <a:gd name="connsiteY2429" fmla="*/ 1154093 h 1454091"/>
                <a:gd name="connsiteX2430" fmla="*/ 1042618 w 1983597"/>
                <a:gd name="connsiteY2430" fmla="*/ 1150814 h 1454091"/>
                <a:gd name="connsiteX2431" fmla="*/ 1040979 w 1983597"/>
                <a:gd name="connsiteY2431" fmla="*/ 1145897 h 1454091"/>
                <a:gd name="connsiteX2432" fmla="*/ 1042618 w 1983597"/>
                <a:gd name="connsiteY2432" fmla="*/ 1142618 h 1454091"/>
                <a:gd name="connsiteX2433" fmla="*/ 1040979 w 1983597"/>
                <a:gd name="connsiteY2433" fmla="*/ 1139339 h 1454091"/>
                <a:gd name="connsiteX2434" fmla="*/ 1039340 w 1983597"/>
                <a:gd name="connsiteY2434" fmla="*/ 1136060 h 1454091"/>
                <a:gd name="connsiteX2435" fmla="*/ 1039340 w 1983597"/>
                <a:gd name="connsiteY2435" fmla="*/ 1131142 h 1454091"/>
                <a:gd name="connsiteX2436" fmla="*/ 1034421 w 1983597"/>
                <a:gd name="connsiteY2436" fmla="*/ 1131142 h 1454091"/>
                <a:gd name="connsiteX2437" fmla="*/ 1031143 w 1983597"/>
                <a:gd name="connsiteY2437" fmla="*/ 1127864 h 1454091"/>
                <a:gd name="connsiteX2438" fmla="*/ 1027864 w 1983597"/>
                <a:gd name="connsiteY2438" fmla="*/ 1126224 h 1454091"/>
                <a:gd name="connsiteX2439" fmla="*/ 1027864 w 1983597"/>
                <a:gd name="connsiteY2439" fmla="*/ 1129503 h 1454091"/>
                <a:gd name="connsiteX2440" fmla="*/ 1024585 w 1983597"/>
                <a:gd name="connsiteY2440" fmla="*/ 1132782 h 1454091"/>
                <a:gd name="connsiteX2441" fmla="*/ 1022947 w 1983597"/>
                <a:gd name="connsiteY2441" fmla="*/ 1129503 h 1454091"/>
                <a:gd name="connsiteX2442" fmla="*/ 1021307 w 1983597"/>
                <a:gd name="connsiteY2442" fmla="*/ 1126224 h 1454091"/>
                <a:gd name="connsiteX2443" fmla="*/ 1019668 w 1983597"/>
                <a:gd name="connsiteY2443" fmla="*/ 1122946 h 1454091"/>
                <a:gd name="connsiteX2444" fmla="*/ 1016389 w 1983597"/>
                <a:gd name="connsiteY2444" fmla="*/ 1118028 h 1454091"/>
                <a:gd name="connsiteX2445" fmla="*/ 1016389 w 1983597"/>
                <a:gd name="connsiteY2445" fmla="*/ 1114749 h 1454091"/>
                <a:gd name="connsiteX2446" fmla="*/ 1014750 w 1983597"/>
                <a:gd name="connsiteY2446" fmla="*/ 1111470 h 1454091"/>
                <a:gd name="connsiteX2447" fmla="*/ 1013110 w 1983597"/>
                <a:gd name="connsiteY2447" fmla="*/ 1106552 h 1454091"/>
                <a:gd name="connsiteX2448" fmla="*/ 1013110 w 1983597"/>
                <a:gd name="connsiteY2448" fmla="*/ 1106552 h 1454091"/>
                <a:gd name="connsiteX2449" fmla="*/ 1011471 w 1983597"/>
                <a:gd name="connsiteY2449" fmla="*/ 1104913 h 1454091"/>
                <a:gd name="connsiteX2450" fmla="*/ 1006553 w 1983597"/>
                <a:gd name="connsiteY2450" fmla="*/ 1103274 h 1454091"/>
                <a:gd name="connsiteX2451" fmla="*/ 1004913 w 1983597"/>
                <a:gd name="connsiteY2451" fmla="*/ 1098356 h 1454091"/>
                <a:gd name="connsiteX2452" fmla="*/ 1001634 w 1983597"/>
                <a:gd name="connsiteY2452" fmla="*/ 1096716 h 1454091"/>
                <a:gd name="connsiteX2453" fmla="*/ 996717 w 1983597"/>
                <a:gd name="connsiteY2453" fmla="*/ 1096716 h 1454091"/>
                <a:gd name="connsiteX2454" fmla="*/ 995078 w 1983597"/>
                <a:gd name="connsiteY2454" fmla="*/ 1091798 h 1454091"/>
                <a:gd name="connsiteX2455" fmla="*/ 991799 w 1983597"/>
                <a:gd name="connsiteY2455" fmla="*/ 1091798 h 1454091"/>
                <a:gd name="connsiteX2456" fmla="*/ 986881 w 1983597"/>
                <a:gd name="connsiteY2456" fmla="*/ 1088520 h 1454091"/>
                <a:gd name="connsiteX2457" fmla="*/ 986881 w 1983597"/>
                <a:gd name="connsiteY2457" fmla="*/ 1091798 h 1454091"/>
                <a:gd name="connsiteX2458" fmla="*/ 986881 w 1983597"/>
                <a:gd name="connsiteY2458" fmla="*/ 1096716 h 1454091"/>
                <a:gd name="connsiteX2459" fmla="*/ 986881 w 1983597"/>
                <a:gd name="connsiteY2459" fmla="*/ 1099995 h 1454091"/>
                <a:gd name="connsiteX2460" fmla="*/ 983602 w 1983597"/>
                <a:gd name="connsiteY2460" fmla="*/ 1103274 h 1454091"/>
                <a:gd name="connsiteX2461" fmla="*/ 980323 w 1983597"/>
                <a:gd name="connsiteY2461" fmla="*/ 1103274 h 1454091"/>
                <a:gd name="connsiteX2462" fmla="*/ 977044 w 1983597"/>
                <a:gd name="connsiteY2462" fmla="*/ 1098356 h 1454091"/>
                <a:gd name="connsiteX2463" fmla="*/ 973766 w 1983597"/>
                <a:gd name="connsiteY2463" fmla="*/ 1096716 h 1454091"/>
                <a:gd name="connsiteX2464" fmla="*/ 970488 w 1983597"/>
                <a:gd name="connsiteY2464" fmla="*/ 1096716 h 1454091"/>
                <a:gd name="connsiteX2465" fmla="*/ 970488 w 1983597"/>
                <a:gd name="connsiteY2465" fmla="*/ 1098356 h 1454091"/>
                <a:gd name="connsiteX2466" fmla="*/ 968848 w 1983597"/>
                <a:gd name="connsiteY2466" fmla="*/ 1098356 h 1454091"/>
                <a:gd name="connsiteX2467" fmla="*/ 963930 w 1983597"/>
                <a:gd name="connsiteY2467" fmla="*/ 1096716 h 1454091"/>
                <a:gd name="connsiteX2468" fmla="*/ 960651 w 1983597"/>
                <a:gd name="connsiteY2468" fmla="*/ 1096716 h 1454091"/>
                <a:gd name="connsiteX2469" fmla="*/ 957373 w 1983597"/>
                <a:gd name="connsiteY2469" fmla="*/ 1093438 h 1454091"/>
                <a:gd name="connsiteX2470" fmla="*/ 954094 w 1983597"/>
                <a:gd name="connsiteY2470" fmla="*/ 1091798 h 1454091"/>
                <a:gd name="connsiteX2471" fmla="*/ 950815 w 1983597"/>
                <a:gd name="connsiteY2471" fmla="*/ 1093438 h 1454091"/>
                <a:gd name="connsiteX2472" fmla="*/ 945898 w 1983597"/>
                <a:gd name="connsiteY2472" fmla="*/ 1096716 h 1454091"/>
                <a:gd name="connsiteX2473" fmla="*/ 942619 w 1983597"/>
                <a:gd name="connsiteY2473" fmla="*/ 1095077 h 1454091"/>
                <a:gd name="connsiteX2474" fmla="*/ 944258 w 1983597"/>
                <a:gd name="connsiteY2474" fmla="*/ 1091798 h 1454091"/>
                <a:gd name="connsiteX2475" fmla="*/ 942619 w 1983597"/>
                <a:gd name="connsiteY2475" fmla="*/ 1088520 h 1454091"/>
                <a:gd name="connsiteX2476" fmla="*/ 945898 w 1983597"/>
                <a:gd name="connsiteY2476" fmla="*/ 1085241 h 1454091"/>
                <a:gd name="connsiteX2477" fmla="*/ 949176 w 1983597"/>
                <a:gd name="connsiteY2477" fmla="*/ 1081962 h 1454091"/>
                <a:gd name="connsiteX2478" fmla="*/ 950815 w 1983597"/>
                <a:gd name="connsiteY2478" fmla="*/ 1077044 h 1454091"/>
                <a:gd name="connsiteX2479" fmla="*/ 949176 w 1983597"/>
                <a:gd name="connsiteY2479" fmla="*/ 1077044 h 1454091"/>
                <a:gd name="connsiteX2480" fmla="*/ 945898 w 1983597"/>
                <a:gd name="connsiteY2480" fmla="*/ 1073766 h 1454091"/>
                <a:gd name="connsiteX2481" fmla="*/ 942619 w 1983597"/>
                <a:gd name="connsiteY2481" fmla="*/ 1070487 h 1454091"/>
                <a:gd name="connsiteX2482" fmla="*/ 944258 w 1983597"/>
                <a:gd name="connsiteY2482" fmla="*/ 1065569 h 1454091"/>
                <a:gd name="connsiteX2483" fmla="*/ 944258 w 1983597"/>
                <a:gd name="connsiteY2483" fmla="*/ 1065569 h 1454091"/>
                <a:gd name="connsiteX2484" fmla="*/ 939340 w 1983597"/>
                <a:gd name="connsiteY2484" fmla="*/ 1067208 h 1454091"/>
                <a:gd name="connsiteX2485" fmla="*/ 936061 w 1983597"/>
                <a:gd name="connsiteY2485" fmla="*/ 1070487 h 1454091"/>
                <a:gd name="connsiteX2486" fmla="*/ 932783 w 1983597"/>
                <a:gd name="connsiteY2486" fmla="*/ 1068848 h 1454091"/>
                <a:gd name="connsiteX2487" fmla="*/ 932783 w 1983597"/>
                <a:gd name="connsiteY2487" fmla="*/ 1068848 h 1454091"/>
                <a:gd name="connsiteX2488" fmla="*/ 929504 w 1983597"/>
                <a:gd name="connsiteY2488" fmla="*/ 1063930 h 1454091"/>
                <a:gd name="connsiteX2489" fmla="*/ 932783 w 1983597"/>
                <a:gd name="connsiteY2489" fmla="*/ 1060651 h 1454091"/>
                <a:gd name="connsiteX2490" fmla="*/ 937701 w 1983597"/>
                <a:gd name="connsiteY2490" fmla="*/ 1059012 h 1454091"/>
                <a:gd name="connsiteX2491" fmla="*/ 934422 w 1983597"/>
                <a:gd name="connsiteY2491" fmla="*/ 1057372 h 1454091"/>
                <a:gd name="connsiteX2492" fmla="*/ 931143 w 1983597"/>
                <a:gd name="connsiteY2492" fmla="*/ 1057372 h 1454091"/>
                <a:gd name="connsiteX2493" fmla="*/ 929504 w 1983597"/>
                <a:gd name="connsiteY2493" fmla="*/ 1052454 h 1454091"/>
                <a:gd name="connsiteX2494" fmla="*/ 927864 w 1983597"/>
                <a:gd name="connsiteY2494" fmla="*/ 1052454 h 1454091"/>
                <a:gd name="connsiteX2495" fmla="*/ 924586 w 1983597"/>
                <a:gd name="connsiteY2495" fmla="*/ 1049176 h 1454091"/>
                <a:gd name="connsiteX2496" fmla="*/ 921307 w 1983597"/>
                <a:gd name="connsiteY2496" fmla="*/ 1050815 h 1454091"/>
                <a:gd name="connsiteX2497" fmla="*/ 918029 w 1983597"/>
                <a:gd name="connsiteY2497" fmla="*/ 1050815 h 1454091"/>
                <a:gd name="connsiteX2498" fmla="*/ 914750 w 1983597"/>
                <a:gd name="connsiteY2498" fmla="*/ 1052454 h 1454091"/>
                <a:gd name="connsiteX2499" fmla="*/ 911471 w 1983597"/>
                <a:gd name="connsiteY2499" fmla="*/ 1055733 h 1454091"/>
                <a:gd name="connsiteX2500" fmla="*/ 908193 w 1983597"/>
                <a:gd name="connsiteY2500" fmla="*/ 1057372 h 1454091"/>
                <a:gd name="connsiteX2501" fmla="*/ 906553 w 1983597"/>
                <a:gd name="connsiteY2501" fmla="*/ 1062290 h 1454091"/>
                <a:gd name="connsiteX2502" fmla="*/ 904914 w 1983597"/>
                <a:gd name="connsiteY2502" fmla="*/ 1065569 h 1454091"/>
                <a:gd name="connsiteX2503" fmla="*/ 901635 w 1983597"/>
                <a:gd name="connsiteY2503" fmla="*/ 1067208 h 1454091"/>
                <a:gd name="connsiteX2504" fmla="*/ 898356 w 1983597"/>
                <a:gd name="connsiteY2504" fmla="*/ 1065569 h 1454091"/>
                <a:gd name="connsiteX2505" fmla="*/ 893439 w 1983597"/>
                <a:gd name="connsiteY2505" fmla="*/ 1063930 h 1454091"/>
                <a:gd name="connsiteX2506" fmla="*/ 890160 w 1983597"/>
                <a:gd name="connsiteY2506" fmla="*/ 1062290 h 1454091"/>
                <a:gd name="connsiteX2507" fmla="*/ 886881 w 1983597"/>
                <a:gd name="connsiteY2507" fmla="*/ 1060651 h 1454091"/>
                <a:gd name="connsiteX2508" fmla="*/ 885242 w 1983597"/>
                <a:gd name="connsiteY2508" fmla="*/ 1060651 h 1454091"/>
                <a:gd name="connsiteX2509" fmla="*/ 886881 w 1983597"/>
                <a:gd name="connsiteY2509" fmla="*/ 1062290 h 1454091"/>
                <a:gd name="connsiteX2510" fmla="*/ 886881 w 1983597"/>
                <a:gd name="connsiteY2510" fmla="*/ 1062290 h 1454091"/>
                <a:gd name="connsiteX2511" fmla="*/ 886881 w 1983597"/>
                <a:gd name="connsiteY2511" fmla="*/ 1062290 h 1454091"/>
                <a:gd name="connsiteX2512" fmla="*/ 886881 w 1983597"/>
                <a:gd name="connsiteY2512" fmla="*/ 1062290 h 1454091"/>
                <a:gd name="connsiteX2513" fmla="*/ 881963 w 1983597"/>
                <a:gd name="connsiteY2513" fmla="*/ 1060651 h 1454091"/>
                <a:gd name="connsiteX2514" fmla="*/ 878684 w 1983597"/>
                <a:gd name="connsiteY2514" fmla="*/ 1059012 h 1454091"/>
                <a:gd name="connsiteX2515" fmla="*/ 875406 w 1983597"/>
                <a:gd name="connsiteY2515" fmla="*/ 1055733 h 1454091"/>
                <a:gd name="connsiteX2516" fmla="*/ 872127 w 1983597"/>
                <a:gd name="connsiteY2516" fmla="*/ 1054094 h 1454091"/>
                <a:gd name="connsiteX2517" fmla="*/ 870487 w 1983597"/>
                <a:gd name="connsiteY2517" fmla="*/ 1057372 h 1454091"/>
                <a:gd name="connsiteX2518" fmla="*/ 865570 w 1983597"/>
                <a:gd name="connsiteY2518" fmla="*/ 1059012 h 1454091"/>
                <a:gd name="connsiteX2519" fmla="*/ 862291 w 1983597"/>
                <a:gd name="connsiteY2519" fmla="*/ 1062290 h 1454091"/>
                <a:gd name="connsiteX2520" fmla="*/ 859013 w 1983597"/>
                <a:gd name="connsiteY2520" fmla="*/ 1065569 h 1454091"/>
                <a:gd name="connsiteX2521" fmla="*/ 857373 w 1983597"/>
                <a:gd name="connsiteY2521" fmla="*/ 1065569 h 1454091"/>
                <a:gd name="connsiteX2522" fmla="*/ 857373 w 1983597"/>
                <a:gd name="connsiteY2522" fmla="*/ 1068848 h 1454091"/>
                <a:gd name="connsiteX2523" fmla="*/ 854094 w 1983597"/>
                <a:gd name="connsiteY2523" fmla="*/ 1072126 h 1454091"/>
                <a:gd name="connsiteX2524" fmla="*/ 850816 w 1983597"/>
                <a:gd name="connsiteY2524" fmla="*/ 1075405 h 1454091"/>
                <a:gd name="connsiteX2525" fmla="*/ 850816 w 1983597"/>
                <a:gd name="connsiteY2525" fmla="*/ 1077044 h 1454091"/>
                <a:gd name="connsiteX2526" fmla="*/ 845897 w 1983597"/>
                <a:gd name="connsiteY2526" fmla="*/ 1080323 h 1454091"/>
                <a:gd name="connsiteX2527" fmla="*/ 842620 w 1983597"/>
                <a:gd name="connsiteY2527" fmla="*/ 1081962 h 1454091"/>
                <a:gd name="connsiteX2528" fmla="*/ 839341 w 1983597"/>
                <a:gd name="connsiteY2528" fmla="*/ 1081962 h 1454091"/>
                <a:gd name="connsiteX2529" fmla="*/ 836062 w 1983597"/>
                <a:gd name="connsiteY2529" fmla="*/ 1081962 h 1454091"/>
                <a:gd name="connsiteX2530" fmla="*/ 831144 w 1983597"/>
                <a:gd name="connsiteY2530" fmla="*/ 1083602 h 1454091"/>
                <a:gd name="connsiteX2531" fmla="*/ 829504 w 1983597"/>
                <a:gd name="connsiteY2531" fmla="*/ 1083602 h 1454091"/>
                <a:gd name="connsiteX2532" fmla="*/ 826226 w 1983597"/>
                <a:gd name="connsiteY2532" fmla="*/ 1086880 h 1454091"/>
                <a:gd name="connsiteX2533" fmla="*/ 824586 w 1983597"/>
                <a:gd name="connsiteY2533" fmla="*/ 1090159 h 1454091"/>
                <a:gd name="connsiteX2534" fmla="*/ 824586 w 1983597"/>
                <a:gd name="connsiteY2534" fmla="*/ 1093438 h 1454091"/>
                <a:gd name="connsiteX2535" fmla="*/ 824586 w 1983597"/>
                <a:gd name="connsiteY2535" fmla="*/ 1095077 h 1454091"/>
                <a:gd name="connsiteX2536" fmla="*/ 822947 w 1983597"/>
                <a:gd name="connsiteY2536" fmla="*/ 1096716 h 1454091"/>
                <a:gd name="connsiteX2537" fmla="*/ 821307 w 1983597"/>
                <a:gd name="connsiteY2537" fmla="*/ 1098356 h 1454091"/>
                <a:gd name="connsiteX2538" fmla="*/ 818029 w 1983597"/>
                <a:gd name="connsiteY2538" fmla="*/ 1101634 h 1454091"/>
                <a:gd name="connsiteX2539" fmla="*/ 816390 w 1983597"/>
                <a:gd name="connsiteY2539" fmla="*/ 1103274 h 1454091"/>
                <a:gd name="connsiteX2540" fmla="*/ 813111 w 1983597"/>
                <a:gd name="connsiteY2540" fmla="*/ 1104913 h 1454091"/>
                <a:gd name="connsiteX2541" fmla="*/ 809833 w 1983597"/>
                <a:gd name="connsiteY2541" fmla="*/ 1108192 h 1454091"/>
                <a:gd name="connsiteX2542" fmla="*/ 811472 w 1983597"/>
                <a:gd name="connsiteY2542" fmla="*/ 1111470 h 1454091"/>
                <a:gd name="connsiteX2543" fmla="*/ 809833 w 1983597"/>
                <a:gd name="connsiteY2543" fmla="*/ 1116388 h 1454091"/>
                <a:gd name="connsiteX2544" fmla="*/ 806554 w 1983597"/>
                <a:gd name="connsiteY2544" fmla="*/ 1118028 h 1454091"/>
                <a:gd name="connsiteX2545" fmla="*/ 803275 w 1983597"/>
                <a:gd name="connsiteY2545" fmla="*/ 1119667 h 1454091"/>
                <a:gd name="connsiteX2546" fmla="*/ 799996 w 1983597"/>
                <a:gd name="connsiteY2546" fmla="*/ 1121306 h 1454091"/>
                <a:gd name="connsiteX2547" fmla="*/ 795078 w 1983597"/>
                <a:gd name="connsiteY2547" fmla="*/ 1121306 h 1454091"/>
                <a:gd name="connsiteX2548" fmla="*/ 795078 w 1983597"/>
                <a:gd name="connsiteY2548" fmla="*/ 1121306 h 1454091"/>
                <a:gd name="connsiteX2549" fmla="*/ 791799 w 1983597"/>
                <a:gd name="connsiteY2549" fmla="*/ 1121306 h 1454091"/>
                <a:gd name="connsiteX2550" fmla="*/ 786882 w 1983597"/>
                <a:gd name="connsiteY2550" fmla="*/ 1124585 h 1454091"/>
                <a:gd name="connsiteX2551" fmla="*/ 783603 w 1983597"/>
                <a:gd name="connsiteY2551" fmla="*/ 1124585 h 1454091"/>
                <a:gd name="connsiteX2552" fmla="*/ 783603 w 1983597"/>
                <a:gd name="connsiteY2552" fmla="*/ 1124585 h 1454091"/>
                <a:gd name="connsiteX2553" fmla="*/ 778685 w 1983597"/>
                <a:gd name="connsiteY2553" fmla="*/ 1122946 h 1454091"/>
                <a:gd name="connsiteX2554" fmla="*/ 778685 w 1983597"/>
                <a:gd name="connsiteY2554" fmla="*/ 1122946 h 1454091"/>
                <a:gd name="connsiteX2555" fmla="*/ 773767 w 1983597"/>
                <a:gd name="connsiteY2555" fmla="*/ 1122946 h 1454091"/>
                <a:gd name="connsiteX2556" fmla="*/ 773767 w 1983597"/>
                <a:gd name="connsiteY2556" fmla="*/ 1119667 h 1454091"/>
                <a:gd name="connsiteX2557" fmla="*/ 773767 w 1983597"/>
                <a:gd name="connsiteY2557" fmla="*/ 1116388 h 1454091"/>
                <a:gd name="connsiteX2558" fmla="*/ 773767 w 1983597"/>
                <a:gd name="connsiteY2558" fmla="*/ 1114749 h 1454091"/>
                <a:gd name="connsiteX2559" fmla="*/ 770488 w 1983597"/>
                <a:gd name="connsiteY2559" fmla="*/ 1114749 h 1454091"/>
                <a:gd name="connsiteX2560" fmla="*/ 767209 w 1983597"/>
                <a:gd name="connsiteY2560" fmla="*/ 1113110 h 1454091"/>
                <a:gd name="connsiteX2561" fmla="*/ 765570 w 1983597"/>
                <a:gd name="connsiteY2561" fmla="*/ 1113110 h 1454091"/>
                <a:gd name="connsiteX2562" fmla="*/ 762292 w 1983597"/>
                <a:gd name="connsiteY2562" fmla="*/ 1111470 h 1454091"/>
                <a:gd name="connsiteX2563" fmla="*/ 759013 w 1983597"/>
                <a:gd name="connsiteY2563" fmla="*/ 1108192 h 1454091"/>
                <a:gd name="connsiteX2564" fmla="*/ 755734 w 1983597"/>
                <a:gd name="connsiteY2564" fmla="*/ 1109831 h 1454091"/>
                <a:gd name="connsiteX2565" fmla="*/ 752456 w 1983597"/>
                <a:gd name="connsiteY2565" fmla="*/ 1113110 h 1454091"/>
                <a:gd name="connsiteX2566" fmla="*/ 749177 w 1983597"/>
                <a:gd name="connsiteY2566" fmla="*/ 1114749 h 1454091"/>
                <a:gd name="connsiteX2567" fmla="*/ 749177 w 1983597"/>
                <a:gd name="connsiteY2567" fmla="*/ 1114749 h 1454091"/>
                <a:gd name="connsiteX2568" fmla="*/ 749177 w 1983597"/>
                <a:gd name="connsiteY2568" fmla="*/ 1113110 h 1454091"/>
                <a:gd name="connsiteX2569" fmla="*/ 745898 w 1983597"/>
                <a:gd name="connsiteY2569" fmla="*/ 1109831 h 1454091"/>
                <a:gd name="connsiteX2570" fmla="*/ 740980 w 1983597"/>
                <a:gd name="connsiteY2570" fmla="*/ 1109831 h 1454091"/>
                <a:gd name="connsiteX2571" fmla="*/ 737702 w 1983597"/>
                <a:gd name="connsiteY2571" fmla="*/ 1109831 h 1454091"/>
                <a:gd name="connsiteX2572" fmla="*/ 734423 w 1983597"/>
                <a:gd name="connsiteY2572" fmla="*/ 1109831 h 1454091"/>
                <a:gd name="connsiteX2573" fmla="*/ 731144 w 1983597"/>
                <a:gd name="connsiteY2573" fmla="*/ 1109831 h 1454091"/>
                <a:gd name="connsiteX2574" fmla="*/ 727866 w 1983597"/>
                <a:gd name="connsiteY2574" fmla="*/ 1109831 h 1454091"/>
                <a:gd name="connsiteX2575" fmla="*/ 722947 w 1983597"/>
                <a:gd name="connsiteY2575" fmla="*/ 1108192 h 1454091"/>
                <a:gd name="connsiteX2576" fmla="*/ 722947 w 1983597"/>
                <a:gd name="connsiteY2576" fmla="*/ 1104913 h 1454091"/>
                <a:gd name="connsiteX2577" fmla="*/ 722947 w 1983597"/>
                <a:gd name="connsiteY2577" fmla="*/ 1101634 h 1454091"/>
                <a:gd name="connsiteX2578" fmla="*/ 719669 w 1983597"/>
                <a:gd name="connsiteY2578" fmla="*/ 1099995 h 1454091"/>
                <a:gd name="connsiteX2579" fmla="*/ 714750 w 1983597"/>
                <a:gd name="connsiteY2579" fmla="*/ 1099995 h 1454091"/>
                <a:gd name="connsiteX2580" fmla="*/ 713112 w 1983597"/>
                <a:gd name="connsiteY2580" fmla="*/ 1098356 h 1454091"/>
                <a:gd name="connsiteX2581" fmla="*/ 708194 w 1983597"/>
                <a:gd name="connsiteY2581" fmla="*/ 1098356 h 1454091"/>
                <a:gd name="connsiteX2582" fmla="*/ 708194 w 1983597"/>
                <a:gd name="connsiteY2582" fmla="*/ 1098356 h 1454091"/>
                <a:gd name="connsiteX2583" fmla="*/ 706554 w 1983597"/>
                <a:gd name="connsiteY2583" fmla="*/ 1099995 h 1454091"/>
                <a:gd name="connsiteX2584" fmla="*/ 703276 w 1983597"/>
                <a:gd name="connsiteY2584" fmla="*/ 1101634 h 1454091"/>
                <a:gd name="connsiteX2585" fmla="*/ 699997 w 1983597"/>
                <a:gd name="connsiteY2585" fmla="*/ 1104913 h 1454091"/>
                <a:gd name="connsiteX2586" fmla="*/ 696718 w 1983597"/>
                <a:gd name="connsiteY2586" fmla="*/ 1104913 h 1454091"/>
                <a:gd name="connsiteX2587" fmla="*/ 693439 w 1983597"/>
                <a:gd name="connsiteY2587" fmla="*/ 1109831 h 1454091"/>
                <a:gd name="connsiteX2588" fmla="*/ 690160 w 1983597"/>
                <a:gd name="connsiteY2588" fmla="*/ 1111470 h 1454091"/>
                <a:gd name="connsiteX2589" fmla="*/ 690160 w 1983597"/>
                <a:gd name="connsiteY2589" fmla="*/ 1114749 h 1454091"/>
                <a:gd name="connsiteX2590" fmla="*/ 686883 w 1983597"/>
                <a:gd name="connsiteY2590" fmla="*/ 1119667 h 1454091"/>
                <a:gd name="connsiteX2591" fmla="*/ 686883 w 1983597"/>
                <a:gd name="connsiteY2591" fmla="*/ 1119667 h 1454091"/>
                <a:gd name="connsiteX2592" fmla="*/ 683604 w 1983597"/>
                <a:gd name="connsiteY2592" fmla="*/ 1122946 h 1454091"/>
                <a:gd name="connsiteX2593" fmla="*/ 681964 w 1983597"/>
                <a:gd name="connsiteY2593" fmla="*/ 1126224 h 1454091"/>
                <a:gd name="connsiteX2594" fmla="*/ 681964 w 1983597"/>
                <a:gd name="connsiteY2594" fmla="*/ 1131142 h 1454091"/>
                <a:gd name="connsiteX2595" fmla="*/ 680325 w 1983597"/>
                <a:gd name="connsiteY2595" fmla="*/ 1132782 h 1454091"/>
                <a:gd name="connsiteX2596" fmla="*/ 677046 w 1983597"/>
                <a:gd name="connsiteY2596" fmla="*/ 1136060 h 1454091"/>
                <a:gd name="connsiteX2597" fmla="*/ 677046 w 1983597"/>
                <a:gd name="connsiteY2597" fmla="*/ 1139339 h 1454091"/>
                <a:gd name="connsiteX2598" fmla="*/ 675407 w 1983597"/>
                <a:gd name="connsiteY2598" fmla="*/ 1142618 h 1454091"/>
                <a:gd name="connsiteX2599" fmla="*/ 672128 w 1983597"/>
                <a:gd name="connsiteY2599" fmla="*/ 1139339 h 1454091"/>
                <a:gd name="connsiteX2600" fmla="*/ 672128 w 1983597"/>
                <a:gd name="connsiteY2600" fmla="*/ 1139339 h 1454091"/>
                <a:gd name="connsiteX2601" fmla="*/ 668849 w 1983597"/>
                <a:gd name="connsiteY2601" fmla="*/ 1136060 h 1454091"/>
                <a:gd name="connsiteX2602" fmla="*/ 668849 w 1983597"/>
                <a:gd name="connsiteY2602" fmla="*/ 1131142 h 1454091"/>
                <a:gd name="connsiteX2603" fmla="*/ 670489 w 1983597"/>
                <a:gd name="connsiteY2603" fmla="*/ 1127864 h 1454091"/>
                <a:gd name="connsiteX2604" fmla="*/ 670489 w 1983597"/>
                <a:gd name="connsiteY2604" fmla="*/ 1124585 h 1454091"/>
                <a:gd name="connsiteX2605" fmla="*/ 670489 w 1983597"/>
                <a:gd name="connsiteY2605" fmla="*/ 1121306 h 1454091"/>
                <a:gd name="connsiteX2606" fmla="*/ 668849 w 1983597"/>
                <a:gd name="connsiteY2606" fmla="*/ 1116388 h 1454091"/>
                <a:gd name="connsiteX2607" fmla="*/ 668849 w 1983597"/>
                <a:gd name="connsiteY2607" fmla="*/ 1113110 h 1454091"/>
                <a:gd name="connsiteX2608" fmla="*/ 663931 w 1983597"/>
                <a:gd name="connsiteY2608" fmla="*/ 1109831 h 1454091"/>
                <a:gd name="connsiteX2609" fmla="*/ 660653 w 1983597"/>
                <a:gd name="connsiteY2609" fmla="*/ 1109831 h 1454091"/>
                <a:gd name="connsiteX2610" fmla="*/ 657374 w 1983597"/>
                <a:gd name="connsiteY2610" fmla="*/ 1109831 h 1454091"/>
                <a:gd name="connsiteX2611" fmla="*/ 652456 w 1983597"/>
                <a:gd name="connsiteY2611" fmla="*/ 1111470 h 1454091"/>
                <a:gd name="connsiteX2612" fmla="*/ 649177 w 1983597"/>
                <a:gd name="connsiteY2612" fmla="*/ 1113110 h 1454091"/>
                <a:gd name="connsiteX2613" fmla="*/ 645899 w 1983597"/>
                <a:gd name="connsiteY2613" fmla="*/ 1114749 h 1454091"/>
                <a:gd name="connsiteX2614" fmla="*/ 642620 w 1983597"/>
                <a:gd name="connsiteY2614" fmla="*/ 1114749 h 1454091"/>
                <a:gd name="connsiteX2615" fmla="*/ 642620 w 1983597"/>
                <a:gd name="connsiteY2615" fmla="*/ 1118028 h 1454091"/>
                <a:gd name="connsiteX2616" fmla="*/ 637702 w 1983597"/>
                <a:gd name="connsiteY2616" fmla="*/ 1118028 h 1454091"/>
                <a:gd name="connsiteX2617" fmla="*/ 634424 w 1983597"/>
                <a:gd name="connsiteY2617" fmla="*/ 1118028 h 1454091"/>
                <a:gd name="connsiteX2618" fmla="*/ 629506 w 1983597"/>
                <a:gd name="connsiteY2618" fmla="*/ 1119667 h 1454091"/>
                <a:gd name="connsiteX2619" fmla="*/ 626227 w 1983597"/>
                <a:gd name="connsiteY2619" fmla="*/ 1121306 h 1454091"/>
                <a:gd name="connsiteX2620" fmla="*/ 624587 w 1983597"/>
                <a:gd name="connsiteY2620" fmla="*/ 1119667 h 1454091"/>
                <a:gd name="connsiteX2621" fmla="*/ 619669 w 1983597"/>
                <a:gd name="connsiteY2621" fmla="*/ 1119667 h 1454091"/>
                <a:gd name="connsiteX2622" fmla="*/ 616390 w 1983597"/>
                <a:gd name="connsiteY2622" fmla="*/ 1121306 h 1454091"/>
                <a:gd name="connsiteX2623" fmla="*/ 614751 w 1983597"/>
                <a:gd name="connsiteY2623" fmla="*/ 1118028 h 1454091"/>
                <a:gd name="connsiteX2624" fmla="*/ 609833 w 1983597"/>
                <a:gd name="connsiteY2624" fmla="*/ 1119667 h 1454091"/>
                <a:gd name="connsiteX2625" fmla="*/ 606555 w 1983597"/>
                <a:gd name="connsiteY2625" fmla="*/ 1119667 h 1454091"/>
                <a:gd name="connsiteX2626" fmla="*/ 603276 w 1983597"/>
                <a:gd name="connsiteY2626" fmla="*/ 1116388 h 1454091"/>
                <a:gd name="connsiteX2627" fmla="*/ 598358 w 1983597"/>
                <a:gd name="connsiteY2627" fmla="*/ 1114749 h 1454091"/>
                <a:gd name="connsiteX2628" fmla="*/ 593440 w 1983597"/>
                <a:gd name="connsiteY2628" fmla="*/ 1111470 h 1454091"/>
                <a:gd name="connsiteX2629" fmla="*/ 590161 w 1983597"/>
                <a:gd name="connsiteY2629" fmla="*/ 1111470 h 1454091"/>
                <a:gd name="connsiteX2630" fmla="*/ 586882 w 1983597"/>
                <a:gd name="connsiteY2630" fmla="*/ 1108192 h 1454091"/>
                <a:gd name="connsiteX2631" fmla="*/ 581965 w 1983597"/>
                <a:gd name="connsiteY2631" fmla="*/ 1109831 h 1454091"/>
                <a:gd name="connsiteX2632" fmla="*/ 581965 w 1983597"/>
                <a:gd name="connsiteY2632" fmla="*/ 1114749 h 1454091"/>
                <a:gd name="connsiteX2633" fmla="*/ 580326 w 1983597"/>
                <a:gd name="connsiteY2633" fmla="*/ 1116388 h 1454091"/>
                <a:gd name="connsiteX2634" fmla="*/ 577047 w 1983597"/>
                <a:gd name="connsiteY2634" fmla="*/ 1114749 h 1454091"/>
                <a:gd name="connsiteX2635" fmla="*/ 573768 w 1983597"/>
                <a:gd name="connsiteY2635" fmla="*/ 1113110 h 1454091"/>
                <a:gd name="connsiteX2636" fmla="*/ 568850 w 1983597"/>
                <a:gd name="connsiteY2636" fmla="*/ 1109831 h 1454091"/>
                <a:gd name="connsiteX2637" fmla="*/ 567210 w 1983597"/>
                <a:gd name="connsiteY2637" fmla="*/ 1104913 h 1454091"/>
                <a:gd name="connsiteX2638" fmla="*/ 565571 w 1983597"/>
                <a:gd name="connsiteY2638" fmla="*/ 1109831 h 1454091"/>
                <a:gd name="connsiteX2639" fmla="*/ 567210 w 1983597"/>
                <a:gd name="connsiteY2639" fmla="*/ 1113110 h 1454091"/>
                <a:gd name="connsiteX2640" fmla="*/ 565571 w 1983597"/>
                <a:gd name="connsiteY2640" fmla="*/ 1118028 h 1454091"/>
                <a:gd name="connsiteX2641" fmla="*/ 562292 w 1983597"/>
                <a:gd name="connsiteY2641" fmla="*/ 1116388 h 1454091"/>
                <a:gd name="connsiteX2642" fmla="*/ 560653 w 1983597"/>
                <a:gd name="connsiteY2642" fmla="*/ 1113110 h 1454091"/>
                <a:gd name="connsiteX2643" fmla="*/ 560653 w 1983597"/>
                <a:gd name="connsiteY2643" fmla="*/ 1111470 h 1454091"/>
                <a:gd name="connsiteX2644" fmla="*/ 559013 w 1983597"/>
                <a:gd name="connsiteY2644" fmla="*/ 1108192 h 1454091"/>
                <a:gd name="connsiteX2645" fmla="*/ 555736 w 1983597"/>
                <a:gd name="connsiteY2645" fmla="*/ 1104913 h 1454091"/>
                <a:gd name="connsiteX2646" fmla="*/ 550817 w 1983597"/>
                <a:gd name="connsiteY2646" fmla="*/ 1101634 h 1454091"/>
                <a:gd name="connsiteX2647" fmla="*/ 547539 w 1983597"/>
                <a:gd name="connsiteY2647" fmla="*/ 1098356 h 1454091"/>
                <a:gd name="connsiteX2648" fmla="*/ 545899 w 1983597"/>
                <a:gd name="connsiteY2648" fmla="*/ 1101634 h 1454091"/>
                <a:gd name="connsiteX2649" fmla="*/ 542620 w 1983597"/>
                <a:gd name="connsiteY2649" fmla="*/ 1099995 h 1454091"/>
                <a:gd name="connsiteX2650" fmla="*/ 537702 w 1983597"/>
                <a:gd name="connsiteY2650" fmla="*/ 1099995 h 1454091"/>
                <a:gd name="connsiteX2651" fmla="*/ 534423 w 1983597"/>
                <a:gd name="connsiteY2651" fmla="*/ 1099995 h 1454091"/>
                <a:gd name="connsiteX2652" fmla="*/ 529506 w 1983597"/>
                <a:gd name="connsiteY2652" fmla="*/ 1098356 h 1454091"/>
                <a:gd name="connsiteX2653" fmla="*/ 526227 w 1983597"/>
                <a:gd name="connsiteY2653" fmla="*/ 1098356 h 1454091"/>
                <a:gd name="connsiteX2654" fmla="*/ 526227 w 1983597"/>
                <a:gd name="connsiteY2654" fmla="*/ 1096716 h 1454091"/>
                <a:gd name="connsiteX2655" fmla="*/ 524588 w 1983597"/>
                <a:gd name="connsiteY2655" fmla="*/ 1093438 h 1454091"/>
                <a:gd name="connsiteX2656" fmla="*/ 527867 w 1983597"/>
                <a:gd name="connsiteY2656" fmla="*/ 1088520 h 1454091"/>
                <a:gd name="connsiteX2657" fmla="*/ 524588 w 1983597"/>
                <a:gd name="connsiteY2657" fmla="*/ 1085241 h 1454091"/>
                <a:gd name="connsiteX2658" fmla="*/ 519670 w 1983597"/>
                <a:gd name="connsiteY2658" fmla="*/ 1086880 h 1454091"/>
                <a:gd name="connsiteX2659" fmla="*/ 519670 w 1983597"/>
                <a:gd name="connsiteY2659" fmla="*/ 1086880 h 1454091"/>
                <a:gd name="connsiteX2660" fmla="*/ 516391 w 1983597"/>
                <a:gd name="connsiteY2660" fmla="*/ 1088520 h 1454091"/>
                <a:gd name="connsiteX2661" fmla="*/ 511473 w 1983597"/>
                <a:gd name="connsiteY2661" fmla="*/ 1086880 h 1454091"/>
                <a:gd name="connsiteX2662" fmla="*/ 508194 w 1983597"/>
                <a:gd name="connsiteY2662" fmla="*/ 1083602 h 1454091"/>
                <a:gd name="connsiteX2663" fmla="*/ 504916 w 1983597"/>
                <a:gd name="connsiteY2663" fmla="*/ 1081962 h 1454091"/>
                <a:gd name="connsiteX2664" fmla="*/ 499998 w 1983597"/>
                <a:gd name="connsiteY2664" fmla="*/ 1080323 h 1454091"/>
                <a:gd name="connsiteX2665" fmla="*/ 496719 w 1983597"/>
                <a:gd name="connsiteY2665" fmla="*/ 1077044 h 1454091"/>
                <a:gd name="connsiteX2666" fmla="*/ 493440 w 1983597"/>
                <a:gd name="connsiteY2666" fmla="*/ 1073766 h 1454091"/>
                <a:gd name="connsiteX2667" fmla="*/ 488522 w 1983597"/>
                <a:gd name="connsiteY2667" fmla="*/ 1072126 h 1454091"/>
                <a:gd name="connsiteX2668" fmla="*/ 488522 w 1983597"/>
                <a:gd name="connsiteY2668" fmla="*/ 1070487 h 1454091"/>
                <a:gd name="connsiteX2669" fmla="*/ 488522 w 1983597"/>
                <a:gd name="connsiteY2669" fmla="*/ 1067208 h 1454091"/>
                <a:gd name="connsiteX2670" fmla="*/ 485243 w 1983597"/>
                <a:gd name="connsiteY2670" fmla="*/ 1062290 h 1454091"/>
                <a:gd name="connsiteX2671" fmla="*/ 483604 w 1983597"/>
                <a:gd name="connsiteY2671" fmla="*/ 1059012 h 1454091"/>
                <a:gd name="connsiteX2672" fmla="*/ 478687 w 1983597"/>
                <a:gd name="connsiteY2672" fmla="*/ 1057372 h 1454091"/>
                <a:gd name="connsiteX2673" fmla="*/ 477047 w 1983597"/>
                <a:gd name="connsiteY2673" fmla="*/ 1055733 h 1454091"/>
                <a:gd name="connsiteX2674" fmla="*/ 473769 w 1983597"/>
                <a:gd name="connsiteY2674" fmla="*/ 1057372 h 1454091"/>
                <a:gd name="connsiteX2675" fmla="*/ 468850 w 1983597"/>
                <a:gd name="connsiteY2675" fmla="*/ 1057372 h 1454091"/>
                <a:gd name="connsiteX2676" fmla="*/ 465572 w 1983597"/>
                <a:gd name="connsiteY2676" fmla="*/ 1060651 h 1454091"/>
                <a:gd name="connsiteX2677" fmla="*/ 463932 w 1983597"/>
                <a:gd name="connsiteY2677" fmla="*/ 1060651 h 1454091"/>
                <a:gd name="connsiteX2678" fmla="*/ 460653 w 1983597"/>
                <a:gd name="connsiteY2678" fmla="*/ 1057372 h 1454091"/>
                <a:gd name="connsiteX2679" fmla="*/ 457375 w 1983597"/>
                <a:gd name="connsiteY2679" fmla="*/ 1054094 h 1454091"/>
                <a:gd name="connsiteX2680" fmla="*/ 454096 w 1983597"/>
                <a:gd name="connsiteY2680" fmla="*/ 1050815 h 1454091"/>
                <a:gd name="connsiteX2681" fmla="*/ 452457 w 1983597"/>
                <a:gd name="connsiteY2681" fmla="*/ 1047536 h 1454091"/>
                <a:gd name="connsiteX2682" fmla="*/ 449179 w 1983597"/>
                <a:gd name="connsiteY2682" fmla="*/ 1045897 h 1454091"/>
                <a:gd name="connsiteX2683" fmla="*/ 445900 w 1983597"/>
                <a:gd name="connsiteY2683" fmla="*/ 1040979 h 1454091"/>
                <a:gd name="connsiteX2684" fmla="*/ 440982 w 1983597"/>
                <a:gd name="connsiteY2684" fmla="*/ 1042618 h 1454091"/>
                <a:gd name="connsiteX2685" fmla="*/ 437703 w 1983597"/>
                <a:gd name="connsiteY2685" fmla="*/ 1039340 h 1454091"/>
                <a:gd name="connsiteX2686" fmla="*/ 434424 w 1983597"/>
                <a:gd name="connsiteY2686" fmla="*/ 1037700 h 1454091"/>
                <a:gd name="connsiteX2687" fmla="*/ 429506 w 1983597"/>
                <a:gd name="connsiteY2687" fmla="*/ 1037700 h 1454091"/>
                <a:gd name="connsiteX2688" fmla="*/ 426228 w 1983597"/>
                <a:gd name="connsiteY2688" fmla="*/ 1034422 h 1454091"/>
                <a:gd name="connsiteX2689" fmla="*/ 421310 w 1983597"/>
                <a:gd name="connsiteY2689" fmla="*/ 1031143 h 1454091"/>
                <a:gd name="connsiteX2690" fmla="*/ 418031 w 1983597"/>
                <a:gd name="connsiteY2690" fmla="*/ 1026225 h 1454091"/>
                <a:gd name="connsiteX2691" fmla="*/ 413113 w 1983597"/>
                <a:gd name="connsiteY2691" fmla="*/ 1024585 h 1454091"/>
                <a:gd name="connsiteX2692" fmla="*/ 409834 w 1983597"/>
                <a:gd name="connsiteY2692" fmla="*/ 1022946 h 1454091"/>
                <a:gd name="connsiteX2693" fmla="*/ 404916 w 1983597"/>
                <a:gd name="connsiteY2693" fmla="*/ 1021307 h 1454091"/>
                <a:gd name="connsiteX2694" fmla="*/ 401638 w 1983597"/>
                <a:gd name="connsiteY2694" fmla="*/ 1018028 h 1454091"/>
                <a:gd name="connsiteX2695" fmla="*/ 398359 w 1983597"/>
                <a:gd name="connsiteY2695" fmla="*/ 1014750 h 1454091"/>
                <a:gd name="connsiteX2696" fmla="*/ 395080 w 1983597"/>
                <a:gd name="connsiteY2696" fmla="*/ 1009832 h 1454091"/>
                <a:gd name="connsiteX2697" fmla="*/ 391802 w 1983597"/>
                <a:gd name="connsiteY2697" fmla="*/ 1008192 h 1454091"/>
                <a:gd name="connsiteX2698" fmla="*/ 388523 w 1983597"/>
                <a:gd name="connsiteY2698" fmla="*/ 1008192 h 1454091"/>
                <a:gd name="connsiteX2699" fmla="*/ 383605 w 1983597"/>
                <a:gd name="connsiteY2699" fmla="*/ 1006553 h 1454091"/>
                <a:gd name="connsiteX2700" fmla="*/ 378686 w 1983597"/>
                <a:gd name="connsiteY2700" fmla="*/ 1006553 h 1454091"/>
                <a:gd name="connsiteX2701" fmla="*/ 377047 w 1983597"/>
                <a:gd name="connsiteY2701" fmla="*/ 1009832 h 1454091"/>
                <a:gd name="connsiteX2702" fmla="*/ 372130 w 1983597"/>
                <a:gd name="connsiteY2702" fmla="*/ 1009832 h 1454091"/>
                <a:gd name="connsiteX2703" fmla="*/ 372130 w 1983597"/>
                <a:gd name="connsiteY2703" fmla="*/ 1013110 h 1454091"/>
                <a:gd name="connsiteX2704" fmla="*/ 372130 w 1983597"/>
                <a:gd name="connsiteY2704" fmla="*/ 1018028 h 1454091"/>
                <a:gd name="connsiteX2705" fmla="*/ 372130 w 1983597"/>
                <a:gd name="connsiteY2705" fmla="*/ 1018028 h 1454091"/>
                <a:gd name="connsiteX2706" fmla="*/ 370490 w 1983597"/>
                <a:gd name="connsiteY2706" fmla="*/ 1021307 h 1454091"/>
                <a:gd name="connsiteX2707" fmla="*/ 367212 w 1983597"/>
                <a:gd name="connsiteY2707" fmla="*/ 1024585 h 1454091"/>
                <a:gd name="connsiteX2708" fmla="*/ 363933 w 1983597"/>
                <a:gd name="connsiteY2708" fmla="*/ 1022946 h 1454091"/>
                <a:gd name="connsiteX2709" fmla="*/ 362293 w 1983597"/>
                <a:gd name="connsiteY2709" fmla="*/ 1019667 h 1454091"/>
                <a:gd name="connsiteX2710" fmla="*/ 359015 w 1983597"/>
                <a:gd name="connsiteY2710" fmla="*/ 1014750 h 1454091"/>
                <a:gd name="connsiteX2711" fmla="*/ 355736 w 1983597"/>
                <a:gd name="connsiteY2711" fmla="*/ 1011471 h 1454091"/>
                <a:gd name="connsiteX2712" fmla="*/ 352457 w 1983597"/>
                <a:gd name="connsiteY2712" fmla="*/ 1011471 h 1454091"/>
                <a:gd name="connsiteX2713" fmla="*/ 347540 w 1983597"/>
                <a:gd name="connsiteY2713" fmla="*/ 1008192 h 1454091"/>
                <a:gd name="connsiteX2714" fmla="*/ 344261 w 1983597"/>
                <a:gd name="connsiteY2714" fmla="*/ 1004913 h 1454091"/>
                <a:gd name="connsiteX2715" fmla="*/ 340982 w 1983597"/>
                <a:gd name="connsiteY2715" fmla="*/ 1003274 h 1454091"/>
                <a:gd name="connsiteX2716" fmla="*/ 336064 w 1983597"/>
                <a:gd name="connsiteY2716" fmla="*/ 1003274 h 1454091"/>
                <a:gd name="connsiteX2717" fmla="*/ 332785 w 1983597"/>
                <a:gd name="connsiteY2717" fmla="*/ 1001635 h 1454091"/>
                <a:gd name="connsiteX2718" fmla="*/ 329506 w 1983597"/>
                <a:gd name="connsiteY2718" fmla="*/ 999995 h 1454091"/>
                <a:gd name="connsiteX2719" fmla="*/ 326228 w 1983597"/>
                <a:gd name="connsiteY2719" fmla="*/ 998356 h 1454091"/>
                <a:gd name="connsiteX2720" fmla="*/ 326228 w 1983597"/>
                <a:gd name="connsiteY2720" fmla="*/ 996717 h 1454091"/>
                <a:gd name="connsiteX2721" fmla="*/ 326228 w 1983597"/>
                <a:gd name="connsiteY2721" fmla="*/ 993438 h 1454091"/>
                <a:gd name="connsiteX2722" fmla="*/ 322950 w 1983597"/>
                <a:gd name="connsiteY2722" fmla="*/ 988520 h 1454091"/>
                <a:gd name="connsiteX2723" fmla="*/ 319671 w 1983597"/>
                <a:gd name="connsiteY2723" fmla="*/ 988520 h 1454091"/>
                <a:gd name="connsiteX2724" fmla="*/ 316392 w 1983597"/>
                <a:gd name="connsiteY2724" fmla="*/ 986881 h 1454091"/>
                <a:gd name="connsiteX2725" fmla="*/ 313113 w 1983597"/>
                <a:gd name="connsiteY2725" fmla="*/ 985241 h 1454091"/>
                <a:gd name="connsiteX2726" fmla="*/ 311474 w 1983597"/>
                <a:gd name="connsiteY2726" fmla="*/ 981963 h 1454091"/>
                <a:gd name="connsiteX2727" fmla="*/ 306556 w 1983597"/>
                <a:gd name="connsiteY2727" fmla="*/ 980323 h 1454091"/>
                <a:gd name="connsiteX2728" fmla="*/ 303277 w 1983597"/>
                <a:gd name="connsiteY2728" fmla="*/ 981963 h 1454091"/>
                <a:gd name="connsiteX2729" fmla="*/ 299998 w 1983597"/>
                <a:gd name="connsiteY2729" fmla="*/ 981963 h 1454091"/>
                <a:gd name="connsiteX2730" fmla="*/ 295081 w 1983597"/>
                <a:gd name="connsiteY2730" fmla="*/ 978684 h 1454091"/>
                <a:gd name="connsiteX2731" fmla="*/ 291802 w 1983597"/>
                <a:gd name="connsiteY2731" fmla="*/ 977045 h 1454091"/>
                <a:gd name="connsiteX2732" fmla="*/ 291802 w 1983597"/>
                <a:gd name="connsiteY2732" fmla="*/ 975405 h 1454091"/>
                <a:gd name="connsiteX2733" fmla="*/ 288523 w 1983597"/>
                <a:gd name="connsiteY2733" fmla="*/ 973766 h 1454091"/>
                <a:gd name="connsiteX2734" fmla="*/ 286884 w 1983597"/>
                <a:gd name="connsiteY2734" fmla="*/ 970487 h 1454091"/>
                <a:gd name="connsiteX2735" fmla="*/ 285245 w 1983597"/>
                <a:gd name="connsiteY2735" fmla="*/ 970487 h 1454091"/>
                <a:gd name="connsiteX2736" fmla="*/ 283605 w 1983597"/>
                <a:gd name="connsiteY2736" fmla="*/ 965569 h 1454091"/>
                <a:gd name="connsiteX2737" fmla="*/ 280326 w 1983597"/>
                <a:gd name="connsiteY2737" fmla="*/ 962291 h 1454091"/>
                <a:gd name="connsiteX2738" fmla="*/ 278687 w 1983597"/>
                <a:gd name="connsiteY2738" fmla="*/ 962291 h 1454091"/>
                <a:gd name="connsiteX2739" fmla="*/ 275408 w 1983597"/>
                <a:gd name="connsiteY2739" fmla="*/ 962291 h 1454091"/>
                <a:gd name="connsiteX2740" fmla="*/ 273769 w 1983597"/>
                <a:gd name="connsiteY2740" fmla="*/ 965569 h 1454091"/>
                <a:gd name="connsiteX2741" fmla="*/ 270491 w 1983597"/>
                <a:gd name="connsiteY2741" fmla="*/ 967209 h 1454091"/>
                <a:gd name="connsiteX2742" fmla="*/ 267212 w 1983597"/>
                <a:gd name="connsiteY2742" fmla="*/ 967209 h 1454091"/>
                <a:gd name="connsiteX2743" fmla="*/ 265573 w 1983597"/>
                <a:gd name="connsiteY2743" fmla="*/ 962291 h 1454091"/>
                <a:gd name="connsiteX2744" fmla="*/ 263933 w 1983597"/>
                <a:gd name="connsiteY2744" fmla="*/ 959012 h 1454091"/>
                <a:gd name="connsiteX2745" fmla="*/ 265573 w 1983597"/>
                <a:gd name="connsiteY2745" fmla="*/ 955733 h 1454091"/>
                <a:gd name="connsiteX2746" fmla="*/ 265573 w 1983597"/>
                <a:gd name="connsiteY2746" fmla="*/ 952455 h 1454091"/>
                <a:gd name="connsiteX2747" fmla="*/ 260655 w 1983597"/>
                <a:gd name="connsiteY2747" fmla="*/ 947537 h 1454091"/>
                <a:gd name="connsiteX2748" fmla="*/ 259015 w 1983597"/>
                <a:gd name="connsiteY2748" fmla="*/ 944258 h 1454091"/>
                <a:gd name="connsiteX2749" fmla="*/ 260655 w 1983597"/>
                <a:gd name="connsiteY2749" fmla="*/ 944258 h 1454091"/>
                <a:gd name="connsiteX2750" fmla="*/ 260655 w 1983597"/>
                <a:gd name="connsiteY2750" fmla="*/ 942619 h 1454091"/>
                <a:gd name="connsiteX2751" fmla="*/ 260655 w 1983597"/>
                <a:gd name="connsiteY2751" fmla="*/ 940979 h 1454091"/>
                <a:gd name="connsiteX2752" fmla="*/ 259015 w 1983597"/>
                <a:gd name="connsiteY2752" fmla="*/ 936061 h 1454091"/>
                <a:gd name="connsiteX2753" fmla="*/ 255736 w 1983597"/>
                <a:gd name="connsiteY2753" fmla="*/ 934422 h 1454091"/>
                <a:gd name="connsiteX2754" fmla="*/ 255736 w 1983597"/>
                <a:gd name="connsiteY2754" fmla="*/ 932783 h 1454091"/>
                <a:gd name="connsiteX2755" fmla="*/ 252458 w 1983597"/>
                <a:gd name="connsiteY2755" fmla="*/ 929504 h 1454091"/>
                <a:gd name="connsiteX2756" fmla="*/ 247539 w 1983597"/>
                <a:gd name="connsiteY2756" fmla="*/ 926225 h 1454091"/>
                <a:gd name="connsiteX2757" fmla="*/ 247539 w 1983597"/>
                <a:gd name="connsiteY2757" fmla="*/ 926225 h 1454091"/>
                <a:gd name="connsiteX2758" fmla="*/ 245901 w 1983597"/>
                <a:gd name="connsiteY2758" fmla="*/ 921307 h 1454091"/>
                <a:gd name="connsiteX2759" fmla="*/ 245901 w 1983597"/>
                <a:gd name="connsiteY2759" fmla="*/ 918029 h 1454091"/>
                <a:gd name="connsiteX2760" fmla="*/ 242622 w 1983597"/>
                <a:gd name="connsiteY2760" fmla="*/ 914750 h 1454091"/>
                <a:gd name="connsiteX2761" fmla="*/ 242622 w 1983597"/>
                <a:gd name="connsiteY2761" fmla="*/ 913111 h 1454091"/>
                <a:gd name="connsiteX2762" fmla="*/ 245901 w 1983597"/>
                <a:gd name="connsiteY2762" fmla="*/ 909832 h 1454091"/>
                <a:gd name="connsiteX2763" fmla="*/ 249179 w 1983597"/>
                <a:gd name="connsiteY2763" fmla="*/ 911471 h 1454091"/>
                <a:gd name="connsiteX2764" fmla="*/ 249179 w 1983597"/>
                <a:gd name="connsiteY2764" fmla="*/ 911471 h 1454091"/>
                <a:gd name="connsiteX2765" fmla="*/ 252458 w 1983597"/>
                <a:gd name="connsiteY2765" fmla="*/ 908193 h 1454091"/>
                <a:gd name="connsiteX2766" fmla="*/ 255736 w 1983597"/>
                <a:gd name="connsiteY2766" fmla="*/ 908193 h 1454091"/>
                <a:gd name="connsiteX2767" fmla="*/ 255736 w 1983597"/>
                <a:gd name="connsiteY2767" fmla="*/ 913111 h 1454091"/>
                <a:gd name="connsiteX2768" fmla="*/ 257376 w 1983597"/>
                <a:gd name="connsiteY2768" fmla="*/ 916389 h 1454091"/>
                <a:gd name="connsiteX2769" fmla="*/ 262294 w 1983597"/>
                <a:gd name="connsiteY2769" fmla="*/ 919668 h 1454091"/>
                <a:gd name="connsiteX2770" fmla="*/ 265573 w 1983597"/>
                <a:gd name="connsiteY2770" fmla="*/ 919668 h 1454091"/>
                <a:gd name="connsiteX2771" fmla="*/ 268852 w 1983597"/>
                <a:gd name="connsiteY2771" fmla="*/ 919668 h 1454091"/>
                <a:gd name="connsiteX2772" fmla="*/ 268852 w 1983597"/>
                <a:gd name="connsiteY2772" fmla="*/ 916389 h 1454091"/>
                <a:gd name="connsiteX2773" fmla="*/ 272130 w 1983597"/>
                <a:gd name="connsiteY2773" fmla="*/ 913111 h 1454091"/>
                <a:gd name="connsiteX2774" fmla="*/ 273769 w 1983597"/>
                <a:gd name="connsiteY2774" fmla="*/ 913111 h 1454091"/>
                <a:gd name="connsiteX2775" fmla="*/ 277048 w 1983597"/>
                <a:gd name="connsiteY2775" fmla="*/ 913111 h 1454091"/>
                <a:gd name="connsiteX2776" fmla="*/ 278687 w 1983597"/>
                <a:gd name="connsiteY2776" fmla="*/ 911471 h 1454091"/>
                <a:gd name="connsiteX2777" fmla="*/ 281966 w 1983597"/>
                <a:gd name="connsiteY2777" fmla="*/ 908193 h 1454091"/>
                <a:gd name="connsiteX2778" fmla="*/ 281966 w 1983597"/>
                <a:gd name="connsiteY2778" fmla="*/ 906553 h 1454091"/>
                <a:gd name="connsiteX2779" fmla="*/ 281966 w 1983597"/>
                <a:gd name="connsiteY2779" fmla="*/ 903275 h 1454091"/>
                <a:gd name="connsiteX2780" fmla="*/ 278687 w 1983597"/>
                <a:gd name="connsiteY2780" fmla="*/ 898357 h 1454091"/>
                <a:gd name="connsiteX2781" fmla="*/ 275408 w 1983597"/>
                <a:gd name="connsiteY2781" fmla="*/ 895078 h 1454091"/>
                <a:gd name="connsiteX2782" fmla="*/ 272130 w 1983597"/>
                <a:gd name="connsiteY2782" fmla="*/ 891799 h 1454091"/>
                <a:gd name="connsiteX2783" fmla="*/ 272130 w 1983597"/>
                <a:gd name="connsiteY2783" fmla="*/ 888520 h 1454091"/>
                <a:gd name="connsiteX2784" fmla="*/ 272130 w 1983597"/>
                <a:gd name="connsiteY2784" fmla="*/ 883603 h 1454091"/>
                <a:gd name="connsiteX2785" fmla="*/ 268852 w 1983597"/>
                <a:gd name="connsiteY2785" fmla="*/ 883603 h 1454091"/>
                <a:gd name="connsiteX2786" fmla="*/ 265573 w 1983597"/>
                <a:gd name="connsiteY2786" fmla="*/ 881963 h 1454091"/>
                <a:gd name="connsiteX2787" fmla="*/ 263933 w 1983597"/>
                <a:gd name="connsiteY2787" fmla="*/ 881963 h 1454091"/>
                <a:gd name="connsiteX2788" fmla="*/ 263933 w 1983597"/>
                <a:gd name="connsiteY2788" fmla="*/ 881963 h 1454091"/>
                <a:gd name="connsiteX2789" fmla="*/ 259015 w 1983597"/>
                <a:gd name="connsiteY2789" fmla="*/ 878685 h 1454091"/>
                <a:gd name="connsiteX2790" fmla="*/ 255736 w 1983597"/>
                <a:gd name="connsiteY2790" fmla="*/ 877045 h 1454091"/>
                <a:gd name="connsiteX2791" fmla="*/ 254097 w 1983597"/>
                <a:gd name="connsiteY2791" fmla="*/ 873767 h 1454091"/>
                <a:gd name="connsiteX2792" fmla="*/ 252458 w 1983597"/>
                <a:gd name="connsiteY2792" fmla="*/ 870488 h 1454091"/>
                <a:gd name="connsiteX2793" fmla="*/ 252458 w 1983597"/>
                <a:gd name="connsiteY2793" fmla="*/ 870488 h 1454091"/>
                <a:gd name="connsiteX2794" fmla="*/ 252458 w 1983597"/>
                <a:gd name="connsiteY2794" fmla="*/ 868848 h 1454091"/>
                <a:gd name="connsiteX2795" fmla="*/ 252458 w 1983597"/>
                <a:gd name="connsiteY2795" fmla="*/ 867209 h 1454091"/>
                <a:gd name="connsiteX2796" fmla="*/ 250818 w 1983597"/>
                <a:gd name="connsiteY2796" fmla="*/ 863930 h 1454091"/>
                <a:gd name="connsiteX2797" fmla="*/ 254097 w 1983597"/>
                <a:gd name="connsiteY2797" fmla="*/ 863930 h 1454091"/>
                <a:gd name="connsiteX2798" fmla="*/ 254097 w 1983597"/>
                <a:gd name="connsiteY2798" fmla="*/ 860652 h 1454091"/>
                <a:gd name="connsiteX2799" fmla="*/ 252458 w 1983597"/>
                <a:gd name="connsiteY2799" fmla="*/ 859013 h 1454091"/>
                <a:gd name="connsiteX2800" fmla="*/ 252458 w 1983597"/>
                <a:gd name="connsiteY2800" fmla="*/ 857373 h 1454091"/>
                <a:gd name="connsiteX2801" fmla="*/ 250818 w 1983597"/>
                <a:gd name="connsiteY2801" fmla="*/ 857373 h 1454091"/>
                <a:gd name="connsiteX2802" fmla="*/ 249179 w 1983597"/>
                <a:gd name="connsiteY2802" fmla="*/ 854095 h 1454091"/>
                <a:gd name="connsiteX2803" fmla="*/ 247539 w 1983597"/>
                <a:gd name="connsiteY2803" fmla="*/ 850816 h 1454091"/>
                <a:gd name="connsiteX2804" fmla="*/ 250818 w 1983597"/>
                <a:gd name="connsiteY2804" fmla="*/ 847537 h 1454091"/>
                <a:gd name="connsiteX2805" fmla="*/ 254097 w 1983597"/>
                <a:gd name="connsiteY2805" fmla="*/ 845898 h 1454091"/>
                <a:gd name="connsiteX2806" fmla="*/ 259015 w 1983597"/>
                <a:gd name="connsiteY2806" fmla="*/ 847537 h 1454091"/>
                <a:gd name="connsiteX2807" fmla="*/ 262294 w 1983597"/>
                <a:gd name="connsiteY2807" fmla="*/ 847537 h 1454091"/>
                <a:gd name="connsiteX2808" fmla="*/ 265573 w 1983597"/>
                <a:gd name="connsiteY2808" fmla="*/ 845898 h 1454091"/>
                <a:gd name="connsiteX2809" fmla="*/ 267212 w 1983597"/>
                <a:gd name="connsiteY2809" fmla="*/ 844258 h 1454091"/>
                <a:gd name="connsiteX2810" fmla="*/ 267212 w 1983597"/>
                <a:gd name="connsiteY2810" fmla="*/ 840980 h 1454091"/>
                <a:gd name="connsiteX2811" fmla="*/ 268852 w 1983597"/>
                <a:gd name="connsiteY2811" fmla="*/ 836062 h 1454091"/>
                <a:gd name="connsiteX2812" fmla="*/ 267212 w 1983597"/>
                <a:gd name="connsiteY2812" fmla="*/ 832783 h 1454091"/>
                <a:gd name="connsiteX2813" fmla="*/ 265573 w 1983597"/>
                <a:gd name="connsiteY2813" fmla="*/ 831144 h 1454091"/>
                <a:gd name="connsiteX2814" fmla="*/ 268852 w 1983597"/>
                <a:gd name="connsiteY2814" fmla="*/ 829504 h 1454091"/>
                <a:gd name="connsiteX2815" fmla="*/ 272130 w 1983597"/>
                <a:gd name="connsiteY2815" fmla="*/ 829504 h 1454091"/>
                <a:gd name="connsiteX2816" fmla="*/ 273769 w 1983597"/>
                <a:gd name="connsiteY2816" fmla="*/ 827865 h 1454091"/>
                <a:gd name="connsiteX2817" fmla="*/ 272130 w 1983597"/>
                <a:gd name="connsiteY2817" fmla="*/ 824586 h 1454091"/>
                <a:gd name="connsiteX2818" fmla="*/ 275408 w 1983597"/>
                <a:gd name="connsiteY2818" fmla="*/ 822947 h 1454091"/>
                <a:gd name="connsiteX2819" fmla="*/ 275408 w 1983597"/>
                <a:gd name="connsiteY2819" fmla="*/ 819668 h 1454091"/>
                <a:gd name="connsiteX2820" fmla="*/ 277048 w 1983597"/>
                <a:gd name="connsiteY2820" fmla="*/ 818029 h 1454091"/>
                <a:gd name="connsiteX2821" fmla="*/ 280326 w 1983597"/>
                <a:gd name="connsiteY2821" fmla="*/ 819668 h 1454091"/>
                <a:gd name="connsiteX2822" fmla="*/ 281966 w 1983597"/>
                <a:gd name="connsiteY2822" fmla="*/ 814750 h 1454091"/>
                <a:gd name="connsiteX2823" fmla="*/ 281966 w 1983597"/>
                <a:gd name="connsiteY2823" fmla="*/ 813111 h 1454091"/>
                <a:gd name="connsiteX2824" fmla="*/ 285245 w 1983597"/>
                <a:gd name="connsiteY2824" fmla="*/ 809832 h 1454091"/>
                <a:gd name="connsiteX2825" fmla="*/ 285245 w 1983597"/>
                <a:gd name="connsiteY2825" fmla="*/ 809832 h 1454091"/>
                <a:gd name="connsiteX2826" fmla="*/ 283605 w 1983597"/>
                <a:gd name="connsiteY2826" fmla="*/ 806554 h 1454091"/>
                <a:gd name="connsiteX2827" fmla="*/ 283605 w 1983597"/>
                <a:gd name="connsiteY2827" fmla="*/ 803275 h 1454091"/>
                <a:gd name="connsiteX2828" fmla="*/ 281966 w 1983597"/>
                <a:gd name="connsiteY2828" fmla="*/ 799996 h 1454091"/>
                <a:gd name="connsiteX2829" fmla="*/ 285245 w 1983597"/>
                <a:gd name="connsiteY2829" fmla="*/ 796718 h 1454091"/>
                <a:gd name="connsiteX2830" fmla="*/ 283605 w 1983597"/>
                <a:gd name="connsiteY2830" fmla="*/ 791800 h 1454091"/>
                <a:gd name="connsiteX2831" fmla="*/ 283605 w 1983597"/>
                <a:gd name="connsiteY2831" fmla="*/ 788521 h 1454091"/>
                <a:gd name="connsiteX2832" fmla="*/ 285245 w 1983597"/>
                <a:gd name="connsiteY2832" fmla="*/ 785242 h 1454091"/>
                <a:gd name="connsiteX2833" fmla="*/ 285245 w 1983597"/>
                <a:gd name="connsiteY2833" fmla="*/ 783603 h 1454091"/>
                <a:gd name="connsiteX2834" fmla="*/ 281966 w 1983597"/>
                <a:gd name="connsiteY2834" fmla="*/ 781964 h 1454091"/>
                <a:gd name="connsiteX2835" fmla="*/ 280326 w 1983597"/>
                <a:gd name="connsiteY2835" fmla="*/ 780324 h 1454091"/>
                <a:gd name="connsiteX2836" fmla="*/ 277048 w 1983597"/>
                <a:gd name="connsiteY2836" fmla="*/ 783603 h 1454091"/>
                <a:gd name="connsiteX2837" fmla="*/ 273769 w 1983597"/>
                <a:gd name="connsiteY2837" fmla="*/ 785242 h 1454091"/>
                <a:gd name="connsiteX2838" fmla="*/ 270491 w 1983597"/>
                <a:gd name="connsiteY2838" fmla="*/ 781964 h 1454091"/>
                <a:gd name="connsiteX2839" fmla="*/ 270491 w 1983597"/>
                <a:gd name="connsiteY2839" fmla="*/ 781964 h 1454091"/>
                <a:gd name="connsiteX2840" fmla="*/ 268852 w 1983597"/>
                <a:gd name="connsiteY2840" fmla="*/ 777046 h 1454091"/>
                <a:gd name="connsiteX2841" fmla="*/ 265573 w 1983597"/>
                <a:gd name="connsiteY2841" fmla="*/ 778685 h 1454091"/>
                <a:gd name="connsiteX2842" fmla="*/ 260655 w 1983597"/>
                <a:gd name="connsiteY2842" fmla="*/ 775406 h 1454091"/>
                <a:gd name="connsiteX2843" fmla="*/ 257376 w 1983597"/>
                <a:gd name="connsiteY2843" fmla="*/ 773767 h 1454091"/>
                <a:gd name="connsiteX2844" fmla="*/ 255736 w 1983597"/>
                <a:gd name="connsiteY2844" fmla="*/ 770488 h 1454091"/>
                <a:gd name="connsiteX2845" fmla="*/ 252458 w 1983597"/>
                <a:gd name="connsiteY2845" fmla="*/ 767210 h 1454091"/>
                <a:gd name="connsiteX2846" fmla="*/ 250818 w 1983597"/>
                <a:gd name="connsiteY2846" fmla="*/ 767210 h 1454091"/>
                <a:gd name="connsiteX2847" fmla="*/ 249179 w 1983597"/>
                <a:gd name="connsiteY2847" fmla="*/ 765570 h 1454091"/>
                <a:gd name="connsiteX2848" fmla="*/ 245901 w 1983597"/>
                <a:gd name="connsiteY2848" fmla="*/ 762292 h 1454091"/>
                <a:gd name="connsiteX2849" fmla="*/ 242622 w 1983597"/>
                <a:gd name="connsiteY2849" fmla="*/ 760652 h 1454091"/>
                <a:gd name="connsiteX2850" fmla="*/ 239343 w 1983597"/>
                <a:gd name="connsiteY2850" fmla="*/ 762292 h 1454091"/>
                <a:gd name="connsiteX2851" fmla="*/ 237704 w 1983597"/>
                <a:gd name="connsiteY2851" fmla="*/ 762292 h 1454091"/>
                <a:gd name="connsiteX2852" fmla="*/ 234425 w 1983597"/>
                <a:gd name="connsiteY2852" fmla="*/ 762292 h 1454091"/>
                <a:gd name="connsiteX2853" fmla="*/ 231146 w 1983597"/>
                <a:gd name="connsiteY2853" fmla="*/ 763931 h 1454091"/>
                <a:gd name="connsiteX2854" fmla="*/ 227868 w 1983597"/>
                <a:gd name="connsiteY2854" fmla="*/ 763931 h 1454091"/>
                <a:gd name="connsiteX2855" fmla="*/ 227868 w 1983597"/>
                <a:gd name="connsiteY2855" fmla="*/ 763931 h 1454091"/>
                <a:gd name="connsiteX2856" fmla="*/ 222949 w 1983597"/>
                <a:gd name="connsiteY2856" fmla="*/ 762292 h 1454091"/>
                <a:gd name="connsiteX2857" fmla="*/ 219672 w 1983597"/>
                <a:gd name="connsiteY2857" fmla="*/ 765570 h 1454091"/>
                <a:gd name="connsiteX2858" fmla="*/ 216393 w 1983597"/>
                <a:gd name="connsiteY2858" fmla="*/ 768849 h 1454091"/>
                <a:gd name="connsiteX2859" fmla="*/ 213114 w 1983597"/>
                <a:gd name="connsiteY2859" fmla="*/ 770488 h 1454091"/>
                <a:gd name="connsiteX2860" fmla="*/ 208196 w 1983597"/>
                <a:gd name="connsiteY2860" fmla="*/ 772128 h 1454091"/>
                <a:gd name="connsiteX2861" fmla="*/ 204917 w 1983597"/>
                <a:gd name="connsiteY2861" fmla="*/ 775406 h 1454091"/>
                <a:gd name="connsiteX2862" fmla="*/ 203278 w 1983597"/>
                <a:gd name="connsiteY2862" fmla="*/ 778685 h 1454091"/>
                <a:gd name="connsiteX2863" fmla="*/ 199999 w 1983597"/>
                <a:gd name="connsiteY2863" fmla="*/ 778685 h 1454091"/>
                <a:gd name="connsiteX2864" fmla="*/ 195081 w 1983597"/>
                <a:gd name="connsiteY2864" fmla="*/ 781964 h 1454091"/>
                <a:gd name="connsiteX2865" fmla="*/ 193442 w 1983597"/>
                <a:gd name="connsiteY2865" fmla="*/ 781964 h 1454091"/>
                <a:gd name="connsiteX2866" fmla="*/ 191803 w 1983597"/>
                <a:gd name="connsiteY2866" fmla="*/ 781964 h 1454091"/>
                <a:gd name="connsiteX2867" fmla="*/ 191803 w 1983597"/>
                <a:gd name="connsiteY2867" fmla="*/ 781964 h 1454091"/>
                <a:gd name="connsiteX2868" fmla="*/ 186885 w 1983597"/>
                <a:gd name="connsiteY2868" fmla="*/ 783603 h 1454091"/>
                <a:gd name="connsiteX2869" fmla="*/ 183606 w 1983597"/>
                <a:gd name="connsiteY2869" fmla="*/ 781964 h 1454091"/>
                <a:gd name="connsiteX2870" fmla="*/ 180327 w 1983597"/>
                <a:gd name="connsiteY2870" fmla="*/ 781964 h 1454091"/>
                <a:gd name="connsiteX2871" fmla="*/ 175409 w 1983597"/>
                <a:gd name="connsiteY2871" fmla="*/ 781964 h 1454091"/>
                <a:gd name="connsiteX2872" fmla="*/ 172130 w 1983597"/>
                <a:gd name="connsiteY2872" fmla="*/ 780324 h 1454091"/>
                <a:gd name="connsiteX2873" fmla="*/ 168851 w 1983597"/>
                <a:gd name="connsiteY2873" fmla="*/ 780324 h 1454091"/>
                <a:gd name="connsiteX2874" fmla="*/ 165573 w 1983597"/>
                <a:gd name="connsiteY2874" fmla="*/ 778685 h 1454091"/>
                <a:gd name="connsiteX2875" fmla="*/ 160655 w 1983597"/>
                <a:gd name="connsiteY2875" fmla="*/ 778685 h 1454091"/>
                <a:gd name="connsiteX2876" fmla="*/ 157376 w 1983597"/>
                <a:gd name="connsiteY2876" fmla="*/ 777046 h 1454091"/>
                <a:gd name="connsiteX2877" fmla="*/ 154098 w 1983597"/>
                <a:gd name="connsiteY2877" fmla="*/ 775406 h 1454091"/>
                <a:gd name="connsiteX2878" fmla="*/ 150819 w 1983597"/>
                <a:gd name="connsiteY2878" fmla="*/ 773767 h 1454091"/>
                <a:gd name="connsiteX2879" fmla="*/ 147540 w 1983597"/>
                <a:gd name="connsiteY2879" fmla="*/ 772128 h 1454091"/>
                <a:gd name="connsiteX2880" fmla="*/ 142623 w 1983597"/>
                <a:gd name="connsiteY2880" fmla="*/ 767210 h 1454091"/>
                <a:gd name="connsiteX2881" fmla="*/ 142623 w 1983597"/>
                <a:gd name="connsiteY2881" fmla="*/ 763931 h 1454091"/>
                <a:gd name="connsiteX2882" fmla="*/ 139344 w 1983597"/>
                <a:gd name="connsiteY2882" fmla="*/ 765570 h 1454091"/>
                <a:gd name="connsiteX2883" fmla="*/ 134426 w 1983597"/>
                <a:gd name="connsiteY2883" fmla="*/ 767210 h 1454091"/>
                <a:gd name="connsiteX2884" fmla="*/ 131147 w 1983597"/>
                <a:gd name="connsiteY2884" fmla="*/ 767210 h 1454091"/>
                <a:gd name="connsiteX2885" fmla="*/ 127868 w 1983597"/>
                <a:gd name="connsiteY2885" fmla="*/ 763931 h 1454091"/>
                <a:gd name="connsiteX2886" fmla="*/ 126229 w 1983597"/>
                <a:gd name="connsiteY2886" fmla="*/ 760652 h 1454091"/>
                <a:gd name="connsiteX2887" fmla="*/ 121311 w 1983597"/>
                <a:gd name="connsiteY2887" fmla="*/ 759013 h 1454091"/>
                <a:gd name="connsiteX2888" fmla="*/ 118032 w 1983597"/>
                <a:gd name="connsiteY2888" fmla="*/ 757374 h 1454091"/>
                <a:gd name="connsiteX2889" fmla="*/ 118032 w 1983597"/>
                <a:gd name="connsiteY2889" fmla="*/ 754095 h 1454091"/>
                <a:gd name="connsiteX2890" fmla="*/ 119671 w 1983597"/>
                <a:gd name="connsiteY2890" fmla="*/ 750816 h 1454091"/>
                <a:gd name="connsiteX2891" fmla="*/ 118032 w 1983597"/>
                <a:gd name="connsiteY2891" fmla="*/ 745898 h 1454091"/>
                <a:gd name="connsiteX2892" fmla="*/ 118032 w 1983597"/>
                <a:gd name="connsiteY2892" fmla="*/ 742620 h 1454091"/>
                <a:gd name="connsiteX2893" fmla="*/ 116393 w 1983597"/>
                <a:gd name="connsiteY2893" fmla="*/ 739341 h 1454091"/>
                <a:gd name="connsiteX2894" fmla="*/ 113115 w 1983597"/>
                <a:gd name="connsiteY2894" fmla="*/ 736062 h 1454091"/>
                <a:gd name="connsiteX2895" fmla="*/ 111475 w 1983597"/>
                <a:gd name="connsiteY2895" fmla="*/ 732783 h 1454091"/>
                <a:gd name="connsiteX2896" fmla="*/ 108196 w 1983597"/>
                <a:gd name="connsiteY2896" fmla="*/ 729505 h 1454091"/>
                <a:gd name="connsiteX2897" fmla="*/ 104918 w 1983597"/>
                <a:gd name="connsiteY2897" fmla="*/ 727866 h 1454091"/>
                <a:gd name="connsiteX2898" fmla="*/ 99999 w 1983597"/>
                <a:gd name="connsiteY2898" fmla="*/ 726226 h 1454091"/>
                <a:gd name="connsiteX2899" fmla="*/ 96721 w 1983597"/>
                <a:gd name="connsiteY2899" fmla="*/ 726226 h 1454091"/>
                <a:gd name="connsiteX2900" fmla="*/ 96721 w 1983597"/>
                <a:gd name="connsiteY2900" fmla="*/ 726226 h 1454091"/>
                <a:gd name="connsiteX2901" fmla="*/ 91802 w 1983597"/>
                <a:gd name="connsiteY2901" fmla="*/ 726226 h 1454091"/>
                <a:gd name="connsiteX2902" fmla="*/ 91802 w 1983597"/>
                <a:gd name="connsiteY2902" fmla="*/ 722948 h 1454091"/>
                <a:gd name="connsiteX2903" fmla="*/ 88525 w 1983597"/>
                <a:gd name="connsiteY2903" fmla="*/ 719669 h 1454091"/>
                <a:gd name="connsiteX2904" fmla="*/ 85246 w 1983597"/>
                <a:gd name="connsiteY2904" fmla="*/ 718030 h 1454091"/>
                <a:gd name="connsiteX2905" fmla="*/ 81967 w 1983597"/>
                <a:gd name="connsiteY2905" fmla="*/ 718030 h 1454091"/>
                <a:gd name="connsiteX2906" fmla="*/ 78688 w 1983597"/>
                <a:gd name="connsiteY2906" fmla="*/ 716390 h 1454091"/>
                <a:gd name="connsiteX2907" fmla="*/ 73770 w 1983597"/>
                <a:gd name="connsiteY2907" fmla="*/ 716390 h 1454091"/>
                <a:gd name="connsiteX2908" fmla="*/ 72131 w 1983597"/>
                <a:gd name="connsiteY2908" fmla="*/ 719669 h 1454091"/>
                <a:gd name="connsiteX2909" fmla="*/ 68852 w 1983597"/>
                <a:gd name="connsiteY2909" fmla="*/ 714751 h 1454091"/>
                <a:gd name="connsiteX2910" fmla="*/ 65573 w 1983597"/>
                <a:gd name="connsiteY2910" fmla="*/ 714751 h 1454091"/>
                <a:gd name="connsiteX2911" fmla="*/ 62295 w 1983597"/>
                <a:gd name="connsiteY2911" fmla="*/ 713111 h 1454091"/>
                <a:gd name="connsiteX2912" fmla="*/ 59016 w 1983597"/>
                <a:gd name="connsiteY2912" fmla="*/ 714751 h 1454091"/>
                <a:gd name="connsiteX2913" fmla="*/ 57377 w 1983597"/>
                <a:gd name="connsiteY2913" fmla="*/ 714751 h 1454091"/>
                <a:gd name="connsiteX2914" fmla="*/ 54098 w 1983597"/>
                <a:gd name="connsiteY2914" fmla="*/ 711472 h 1454091"/>
                <a:gd name="connsiteX2915" fmla="*/ 54098 w 1983597"/>
                <a:gd name="connsiteY2915" fmla="*/ 706554 h 1454091"/>
                <a:gd name="connsiteX2916" fmla="*/ 57377 w 1983597"/>
                <a:gd name="connsiteY2916" fmla="*/ 704915 h 1454091"/>
                <a:gd name="connsiteX2917" fmla="*/ 60656 w 1983597"/>
                <a:gd name="connsiteY2917" fmla="*/ 703276 h 1454091"/>
                <a:gd name="connsiteX2918" fmla="*/ 65573 w 1983597"/>
                <a:gd name="connsiteY2918" fmla="*/ 706554 h 1454091"/>
                <a:gd name="connsiteX2919" fmla="*/ 68852 w 1983597"/>
                <a:gd name="connsiteY2919" fmla="*/ 704915 h 1454091"/>
                <a:gd name="connsiteX2920" fmla="*/ 72131 w 1983597"/>
                <a:gd name="connsiteY2920" fmla="*/ 703276 h 1454091"/>
                <a:gd name="connsiteX2921" fmla="*/ 73770 w 1983597"/>
                <a:gd name="connsiteY2921" fmla="*/ 699997 h 1454091"/>
                <a:gd name="connsiteX2922" fmla="*/ 73770 w 1983597"/>
                <a:gd name="connsiteY2922" fmla="*/ 695079 h 1454091"/>
                <a:gd name="connsiteX2923" fmla="*/ 70491 w 1983597"/>
                <a:gd name="connsiteY2923" fmla="*/ 693439 h 1454091"/>
                <a:gd name="connsiteX2924" fmla="*/ 68852 w 1983597"/>
                <a:gd name="connsiteY2924" fmla="*/ 691800 h 1454091"/>
                <a:gd name="connsiteX2925" fmla="*/ 65573 w 1983597"/>
                <a:gd name="connsiteY2925" fmla="*/ 688521 h 1454091"/>
                <a:gd name="connsiteX2926" fmla="*/ 65573 w 1983597"/>
                <a:gd name="connsiteY2926" fmla="*/ 685243 h 1454091"/>
                <a:gd name="connsiteX2927" fmla="*/ 65573 w 1983597"/>
                <a:gd name="connsiteY2927" fmla="*/ 681964 h 1454091"/>
                <a:gd name="connsiteX2928" fmla="*/ 62295 w 1983597"/>
                <a:gd name="connsiteY2928" fmla="*/ 678686 h 1454091"/>
                <a:gd name="connsiteX2929" fmla="*/ 62295 w 1983597"/>
                <a:gd name="connsiteY2929" fmla="*/ 675407 h 1454091"/>
                <a:gd name="connsiteX2930" fmla="*/ 60656 w 1983597"/>
                <a:gd name="connsiteY2930" fmla="*/ 670489 h 1454091"/>
                <a:gd name="connsiteX2931" fmla="*/ 57377 w 1983597"/>
                <a:gd name="connsiteY2931" fmla="*/ 668849 h 1454091"/>
                <a:gd name="connsiteX2932" fmla="*/ 55738 w 1983597"/>
                <a:gd name="connsiteY2932" fmla="*/ 665571 h 1454091"/>
                <a:gd name="connsiteX2933" fmla="*/ 54098 w 1983597"/>
                <a:gd name="connsiteY2933" fmla="*/ 660653 h 1454091"/>
                <a:gd name="connsiteX2934" fmla="*/ 54098 w 1983597"/>
                <a:gd name="connsiteY2934" fmla="*/ 657374 h 1454091"/>
                <a:gd name="connsiteX2935" fmla="*/ 54098 w 1983597"/>
                <a:gd name="connsiteY2935" fmla="*/ 654096 h 1454091"/>
                <a:gd name="connsiteX2936" fmla="*/ 54098 w 1983597"/>
                <a:gd name="connsiteY2936" fmla="*/ 650817 h 1454091"/>
                <a:gd name="connsiteX2937" fmla="*/ 49180 w 1983597"/>
                <a:gd name="connsiteY2937" fmla="*/ 647538 h 1454091"/>
                <a:gd name="connsiteX2938" fmla="*/ 45901 w 1983597"/>
                <a:gd name="connsiteY2938" fmla="*/ 647538 h 1454091"/>
                <a:gd name="connsiteX2939" fmla="*/ 40983 w 1983597"/>
                <a:gd name="connsiteY2939" fmla="*/ 645899 h 1454091"/>
                <a:gd name="connsiteX2940" fmla="*/ 37705 w 1983597"/>
                <a:gd name="connsiteY2940" fmla="*/ 644259 h 1454091"/>
                <a:gd name="connsiteX2941" fmla="*/ 34426 w 1983597"/>
                <a:gd name="connsiteY2941" fmla="*/ 642620 h 1454091"/>
                <a:gd name="connsiteX2942" fmla="*/ 31147 w 1983597"/>
                <a:gd name="connsiteY2942" fmla="*/ 642620 h 1454091"/>
                <a:gd name="connsiteX2943" fmla="*/ 26229 w 1983597"/>
                <a:gd name="connsiteY2943" fmla="*/ 642620 h 1454091"/>
                <a:gd name="connsiteX2944" fmla="*/ 24590 w 1983597"/>
                <a:gd name="connsiteY2944" fmla="*/ 645899 h 1454091"/>
                <a:gd name="connsiteX2945" fmla="*/ 19672 w 1983597"/>
                <a:gd name="connsiteY2945" fmla="*/ 647538 h 1454091"/>
                <a:gd name="connsiteX2946" fmla="*/ 16393 w 1983597"/>
                <a:gd name="connsiteY2946" fmla="*/ 645899 h 1454091"/>
                <a:gd name="connsiteX2947" fmla="*/ 13114 w 1983597"/>
                <a:gd name="connsiteY2947" fmla="*/ 642620 h 1454091"/>
                <a:gd name="connsiteX2948" fmla="*/ 13114 w 1983597"/>
                <a:gd name="connsiteY2948" fmla="*/ 642620 h 1454091"/>
                <a:gd name="connsiteX2949" fmla="*/ 11476 w 1983597"/>
                <a:gd name="connsiteY2949" fmla="*/ 639341 h 1454091"/>
                <a:gd name="connsiteX2950" fmla="*/ 8197 w 1983597"/>
                <a:gd name="connsiteY2950" fmla="*/ 634423 h 1454091"/>
                <a:gd name="connsiteX2951" fmla="*/ 8197 w 1983597"/>
                <a:gd name="connsiteY2951" fmla="*/ 631145 h 1454091"/>
                <a:gd name="connsiteX2952" fmla="*/ 11476 w 1983597"/>
                <a:gd name="connsiteY2952" fmla="*/ 629505 h 1454091"/>
                <a:gd name="connsiteX2953" fmla="*/ 9836 w 1983597"/>
                <a:gd name="connsiteY2953" fmla="*/ 626227 h 1454091"/>
                <a:gd name="connsiteX2954" fmla="*/ 4918 w 1983597"/>
                <a:gd name="connsiteY2954" fmla="*/ 622948 h 1454091"/>
                <a:gd name="connsiteX2955" fmla="*/ 1639 w 1983597"/>
                <a:gd name="connsiteY2955" fmla="*/ 619669 h 1454091"/>
                <a:gd name="connsiteX2956" fmla="*/ 1639 w 1983597"/>
                <a:gd name="connsiteY2956" fmla="*/ 614751 h 1454091"/>
                <a:gd name="connsiteX2957" fmla="*/ 1639 w 1983597"/>
                <a:gd name="connsiteY2957" fmla="*/ 611473 h 1454091"/>
                <a:gd name="connsiteX2958" fmla="*/ 0 w 1983597"/>
                <a:gd name="connsiteY2958" fmla="*/ 608194 h 1454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</a:cxnLst>
              <a:rect l="l" t="t" r="r" b="b"/>
              <a:pathLst>
                <a:path w="1983597" h="1454091">
                  <a:moveTo>
                    <a:pt x="0" y="608194"/>
                  </a:moveTo>
                  <a:lnTo>
                    <a:pt x="3279" y="608194"/>
                  </a:lnTo>
                  <a:lnTo>
                    <a:pt x="6557" y="604915"/>
                  </a:lnTo>
                  <a:lnTo>
                    <a:pt x="8197" y="601637"/>
                  </a:lnTo>
                  <a:lnTo>
                    <a:pt x="8197" y="599997"/>
                  </a:lnTo>
                  <a:lnTo>
                    <a:pt x="6557" y="595079"/>
                  </a:lnTo>
                  <a:lnTo>
                    <a:pt x="1639" y="591801"/>
                  </a:lnTo>
                  <a:lnTo>
                    <a:pt x="3279" y="588522"/>
                  </a:lnTo>
                  <a:lnTo>
                    <a:pt x="4918" y="585243"/>
                  </a:lnTo>
                  <a:lnTo>
                    <a:pt x="4918" y="583604"/>
                  </a:lnTo>
                  <a:lnTo>
                    <a:pt x="8197" y="580325"/>
                  </a:lnTo>
                  <a:lnTo>
                    <a:pt x="13114" y="578686"/>
                  </a:lnTo>
                  <a:lnTo>
                    <a:pt x="16393" y="580325"/>
                  </a:lnTo>
                  <a:lnTo>
                    <a:pt x="19672" y="577046"/>
                  </a:lnTo>
                  <a:lnTo>
                    <a:pt x="22951" y="573768"/>
                  </a:lnTo>
                  <a:lnTo>
                    <a:pt x="27869" y="570489"/>
                  </a:lnTo>
                  <a:lnTo>
                    <a:pt x="31147" y="568850"/>
                  </a:lnTo>
                  <a:lnTo>
                    <a:pt x="29508" y="565571"/>
                  </a:lnTo>
                  <a:lnTo>
                    <a:pt x="29508" y="562293"/>
                  </a:lnTo>
                  <a:lnTo>
                    <a:pt x="34426" y="562293"/>
                  </a:lnTo>
                  <a:lnTo>
                    <a:pt x="36066" y="563932"/>
                  </a:lnTo>
                  <a:lnTo>
                    <a:pt x="39344" y="563932"/>
                  </a:lnTo>
                  <a:lnTo>
                    <a:pt x="44262" y="563932"/>
                  </a:lnTo>
                  <a:lnTo>
                    <a:pt x="47541" y="560653"/>
                  </a:lnTo>
                  <a:lnTo>
                    <a:pt x="49180" y="559014"/>
                  </a:lnTo>
                  <a:lnTo>
                    <a:pt x="52459" y="555735"/>
                  </a:lnTo>
                  <a:lnTo>
                    <a:pt x="57377" y="557374"/>
                  </a:lnTo>
                  <a:lnTo>
                    <a:pt x="57377" y="562293"/>
                  </a:lnTo>
                  <a:lnTo>
                    <a:pt x="60656" y="565571"/>
                  </a:lnTo>
                  <a:lnTo>
                    <a:pt x="62295" y="568850"/>
                  </a:lnTo>
                  <a:lnTo>
                    <a:pt x="65573" y="570489"/>
                  </a:lnTo>
                  <a:lnTo>
                    <a:pt x="68852" y="570489"/>
                  </a:lnTo>
                  <a:lnTo>
                    <a:pt x="72131" y="567211"/>
                  </a:lnTo>
                  <a:lnTo>
                    <a:pt x="77049" y="567211"/>
                  </a:lnTo>
                  <a:lnTo>
                    <a:pt x="80328" y="565571"/>
                  </a:lnTo>
                  <a:lnTo>
                    <a:pt x="83606" y="567211"/>
                  </a:lnTo>
                  <a:lnTo>
                    <a:pt x="88525" y="567211"/>
                  </a:lnTo>
                  <a:lnTo>
                    <a:pt x="90164" y="562293"/>
                  </a:lnTo>
                  <a:lnTo>
                    <a:pt x="90164" y="559014"/>
                  </a:lnTo>
                  <a:lnTo>
                    <a:pt x="91802" y="555735"/>
                  </a:lnTo>
                  <a:lnTo>
                    <a:pt x="91802" y="550817"/>
                  </a:lnTo>
                  <a:lnTo>
                    <a:pt x="93442" y="547539"/>
                  </a:lnTo>
                  <a:lnTo>
                    <a:pt x="95081" y="545899"/>
                  </a:lnTo>
                  <a:lnTo>
                    <a:pt x="95081" y="545899"/>
                  </a:lnTo>
                  <a:lnTo>
                    <a:pt x="93442" y="540981"/>
                  </a:lnTo>
                  <a:lnTo>
                    <a:pt x="98360" y="539342"/>
                  </a:lnTo>
                  <a:lnTo>
                    <a:pt x="101639" y="537703"/>
                  </a:lnTo>
                  <a:lnTo>
                    <a:pt x="104918" y="539342"/>
                  </a:lnTo>
                  <a:lnTo>
                    <a:pt x="108196" y="539342"/>
                  </a:lnTo>
                  <a:lnTo>
                    <a:pt x="113115" y="539342"/>
                  </a:lnTo>
                  <a:lnTo>
                    <a:pt x="116393" y="539342"/>
                  </a:lnTo>
                  <a:lnTo>
                    <a:pt x="119671" y="540981"/>
                  </a:lnTo>
                  <a:lnTo>
                    <a:pt x="124589" y="539342"/>
                  </a:lnTo>
                  <a:lnTo>
                    <a:pt x="127868" y="537703"/>
                  </a:lnTo>
                  <a:lnTo>
                    <a:pt x="131147" y="537703"/>
                  </a:lnTo>
                  <a:lnTo>
                    <a:pt x="134426" y="537703"/>
                  </a:lnTo>
                  <a:lnTo>
                    <a:pt x="139344" y="537703"/>
                  </a:lnTo>
                  <a:lnTo>
                    <a:pt x="142623" y="534424"/>
                  </a:lnTo>
                  <a:lnTo>
                    <a:pt x="142623" y="532784"/>
                  </a:lnTo>
                  <a:lnTo>
                    <a:pt x="144261" y="529506"/>
                  </a:lnTo>
                  <a:lnTo>
                    <a:pt x="144261" y="527866"/>
                  </a:lnTo>
                  <a:lnTo>
                    <a:pt x="144261" y="524588"/>
                  </a:lnTo>
                  <a:lnTo>
                    <a:pt x="147540" y="521309"/>
                  </a:lnTo>
                  <a:lnTo>
                    <a:pt x="150819" y="519670"/>
                  </a:lnTo>
                  <a:lnTo>
                    <a:pt x="155737" y="514752"/>
                  </a:lnTo>
                  <a:lnTo>
                    <a:pt x="159016" y="513112"/>
                  </a:lnTo>
                  <a:lnTo>
                    <a:pt x="162295" y="511473"/>
                  </a:lnTo>
                  <a:lnTo>
                    <a:pt x="165573" y="509834"/>
                  </a:lnTo>
                  <a:lnTo>
                    <a:pt x="170491" y="506555"/>
                  </a:lnTo>
                  <a:lnTo>
                    <a:pt x="173769" y="506555"/>
                  </a:lnTo>
                  <a:lnTo>
                    <a:pt x="177048" y="504916"/>
                  </a:lnTo>
                  <a:lnTo>
                    <a:pt x="181966" y="503276"/>
                  </a:lnTo>
                  <a:lnTo>
                    <a:pt x="185245" y="501637"/>
                  </a:lnTo>
                  <a:lnTo>
                    <a:pt x="186885" y="498359"/>
                  </a:lnTo>
                  <a:lnTo>
                    <a:pt x="191803" y="495080"/>
                  </a:lnTo>
                  <a:lnTo>
                    <a:pt x="193442" y="495080"/>
                  </a:lnTo>
                  <a:lnTo>
                    <a:pt x="196720" y="495080"/>
                  </a:lnTo>
                  <a:lnTo>
                    <a:pt x="199999" y="495080"/>
                  </a:lnTo>
                  <a:lnTo>
                    <a:pt x="201638" y="491801"/>
                  </a:lnTo>
                  <a:lnTo>
                    <a:pt x="198359" y="488522"/>
                  </a:lnTo>
                  <a:lnTo>
                    <a:pt x="198359" y="483604"/>
                  </a:lnTo>
                  <a:lnTo>
                    <a:pt x="198359" y="483604"/>
                  </a:lnTo>
                  <a:lnTo>
                    <a:pt x="196720" y="478686"/>
                  </a:lnTo>
                  <a:lnTo>
                    <a:pt x="195081" y="475408"/>
                  </a:lnTo>
                  <a:lnTo>
                    <a:pt x="191803" y="472129"/>
                  </a:lnTo>
                  <a:lnTo>
                    <a:pt x="190163" y="468850"/>
                  </a:lnTo>
                  <a:lnTo>
                    <a:pt x="191803" y="463932"/>
                  </a:lnTo>
                  <a:lnTo>
                    <a:pt x="191803" y="460654"/>
                  </a:lnTo>
                  <a:lnTo>
                    <a:pt x="195081" y="460654"/>
                  </a:lnTo>
                  <a:lnTo>
                    <a:pt x="198359" y="459014"/>
                  </a:lnTo>
                  <a:lnTo>
                    <a:pt x="201638" y="457375"/>
                  </a:lnTo>
                  <a:lnTo>
                    <a:pt x="196720" y="455736"/>
                  </a:lnTo>
                  <a:lnTo>
                    <a:pt x="193442" y="454096"/>
                  </a:lnTo>
                  <a:lnTo>
                    <a:pt x="196720" y="449178"/>
                  </a:lnTo>
                  <a:lnTo>
                    <a:pt x="199999" y="445900"/>
                  </a:lnTo>
                  <a:lnTo>
                    <a:pt x="204917" y="447539"/>
                  </a:lnTo>
                  <a:lnTo>
                    <a:pt x="204917" y="444260"/>
                  </a:lnTo>
                  <a:lnTo>
                    <a:pt x="203278" y="440982"/>
                  </a:lnTo>
                  <a:lnTo>
                    <a:pt x="198359" y="439342"/>
                  </a:lnTo>
                  <a:lnTo>
                    <a:pt x="198359" y="436064"/>
                  </a:lnTo>
                  <a:lnTo>
                    <a:pt x="198359" y="431146"/>
                  </a:lnTo>
                  <a:lnTo>
                    <a:pt x="195081" y="427867"/>
                  </a:lnTo>
                  <a:lnTo>
                    <a:pt x="191803" y="424588"/>
                  </a:lnTo>
                  <a:lnTo>
                    <a:pt x="188524" y="419670"/>
                  </a:lnTo>
                  <a:lnTo>
                    <a:pt x="186885" y="418031"/>
                  </a:lnTo>
                  <a:lnTo>
                    <a:pt x="186885" y="418031"/>
                  </a:lnTo>
                  <a:lnTo>
                    <a:pt x="185245" y="413113"/>
                  </a:lnTo>
                  <a:lnTo>
                    <a:pt x="180327" y="409834"/>
                  </a:lnTo>
                  <a:lnTo>
                    <a:pt x="178688" y="406556"/>
                  </a:lnTo>
                  <a:lnTo>
                    <a:pt x="175409" y="401637"/>
                  </a:lnTo>
                  <a:lnTo>
                    <a:pt x="175409" y="401637"/>
                  </a:lnTo>
                  <a:lnTo>
                    <a:pt x="175409" y="396719"/>
                  </a:lnTo>
                  <a:lnTo>
                    <a:pt x="173769" y="393441"/>
                  </a:lnTo>
                  <a:lnTo>
                    <a:pt x="170491" y="390162"/>
                  </a:lnTo>
                  <a:lnTo>
                    <a:pt x="170491" y="386884"/>
                  </a:lnTo>
                  <a:lnTo>
                    <a:pt x="170491" y="381966"/>
                  </a:lnTo>
                  <a:lnTo>
                    <a:pt x="172130" y="378687"/>
                  </a:lnTo>
                  <a:lnTo>
                    <a:pt x="168851" y="375408"/>
                  </a:lnTo>
                  <a:lnTo>
                    <a:pt x="165573" y="375408"/>
                  </a:lnTo>
                  <a:lnTo>
                    <a:pt x="162295" y="373769"/>
                  </a:lnTo>
                  <a:lnTo>
                    <a:pt x="157376" y="373769"/>
                  </a:lnTo>
                  <a:lnTo>
                    <a:pt x="155737" y="375408"/>
                  </a:lnTo>
                  <a:lnTo>
                    <a:pt x="154098" y="373769"/>
                  </a:lnTo>
                  <a:lnTo>
                    <a:pt x="150819" y="372129"/>
                  </a:lnTo>
                  <a:lnTo>
                    <a:pt x="149179" y="368851"/>
                  </a:lnTo>
                  <a:lnTo>
                    <a:pt x="150819" y="367212"/>
                  </a:lnTo>
                  <a:lnTo>
                    <a:pt x="152458" y="365572"/>
                  </a:lnTo>
                  <a:lnTo>
                    <a:pt x="155737" y="363933"/>
                  </a:lnTo>
                  <a:lnTo>
                    <a:pt x="159016" y="363933"/>
                  </a:lnTo>
                  <a:lnTo>
                    <a:pt x="163934" y="363933"/>
                  </a:lnTo>
                  <a:lnTo>
                    <a:pt x="167213" y="360654"/>
                  </a:lnTo>
                  <a:lnTo>
                    <a:pt x="170491" y="360654"/>
                  </a:lnTo>
                  <a:lnTo>
                    <a:pt x="175409" y="359015"/>
                  </a:lnTo>
                  <a:lnTo>
                    <a:pt x="178688" y="360654"/>
                  </a:lnTo>
                  <a:lnTo>
                    <a:pt x="181966" y="359015"/>
                  </a:lnTo>
                  <a:lnTo>
                    <a:pt x="185245" y="357375"/>
                  </a:lnTo>
                  <a:lnTo>
                    <a:pt x="190163" y="355736"/>
                  </a:lnTo>
                  <a:lnTo>
                    <a:pt x="193442" y="354097"/>
                  </a:lnTo>
                  <a:lnTo>
                    <a:pt x="196720" y="354097"/>
                  </a:lnTo>
                  <a:lnTo>
                    <a:pt x="201638" y="352457"/>
                  </a:lnTo>
                  <a:lnTo>
                    <a:pt x="204917" y="350818"/>
                  </a:lnTo>
                  <a:lnTo>
                    <a:pt x="208196" y="352457"/>
                  </a:lnTo>
                  <a:lnTo>
                    <a:pt x="209835" y="355736"/>
                  </a:lnTo>
                  <a:lnTo>
                    <a:pt x="213114" y="357375"/>
                  </a:lnTo>
                  <a:lnTo>
                    <a:pt x="218032" y="359015"/>
                  </a:lnTo>
                  <a:lnTo>
                    <a:pt x="221310" y="357375"/>
                  </a:lnTo>
                  <a:lnTo>
                    <a:pt x="224589" y="355736"/>
                  </a:lnTo>
                  <a:lnTo>
                    <a:pt x="229507" y="355736"/>
                  </a:lnTo>
                  <a:lnTo>
                    <a:pt x="232786" y="359015"/>
                  </a:lnTo>
                  <a:lnTo>
                    <a:pt x="236065" y="360654"/>
                  </a:lnTo>
                  <a:lnTo>
                    <a:pt x="237704" y="359015"/>
                  </a:lnTo>
                  <a:lnTo>
                    <a:pt x="237704" y="357375"/>
                  </a:lnTo>
                  <a:lnTo>
                    <a:pt x="237704" y="357375"/>
                  </a:lnTo>
                  <a:lnTo>
                    <a:pt x="237704" y="352457"/>
                  </a:lnTo>
                  <a:lnTo>
                    <a:pt x="236065" y="349179"/>
                  </a:lnTo>
                  <a:lnTo>
                    <a:pt x="232786" y="345900"/>
                  </a:lnTo>
                  <a:lnTo>
                    <a:pt x="229507" y="344261"/>
                  </a:lnTo>
                  <a:lnTo>
                    <a:pt x="226228" y="344261"/>
                  </a:lnTo>
                  <a:lnTo>
                    <a:pt x="222949" y="342622"/>
                  </a:lnTo>
                  <a:lnTo>
                    <a:pt x="222949" y="337703"/>
                  </a:lnTo>
                  <a:lnTo>
                    <a:pt x="222949" y="334425"/>
                  </a:lnTo>
                  <a:lnTo>
                    <a:pt x="222949" y="331146"/>
                  </a:lnTo>
                  <a:lnTo>
                    <a:pt x="224589" y="326228"/>
                  </a:lnTo>
                  <a:lnTo>
                    <a:pt x="222949" y="322949"/>
                  </a:lnTo>
                  <a:lnTo>
                    <a:pt x="222949" y="319671"/>
                  </a:lnTo>
                  <a:lnTo>
                    <a:pt x="221310" y="316392"/>
                  </a:lnTo>
                  <a:lnTo>
                    <a:pt x="222949" y="311474"/>
                  </a:lnTo>
                  <a:lnTo>
                    <a:pt x="222949" y="308195"/>
                  </a:lnTo>
                  <a:lnTo>
                    <a:pt x="222949" y="304917"/>
                  </a:lnTo>
                  <a:lnTo>
                    <a:pt x="222949" y="301638"/>
                  </a:lnTo>
                  <a:lnTo>
                    <a:pt x="222949" y="298359"/>
                  </a:lnTo>
                  <a:lnTo>
                    <a:pt x="222949" y="293441"/>
                  </a:lnTo>
                  <a:lnTo>
                    <a:pt x="222949" y="291802"/>
                  </a:lnTo>
                  <a:lnTo>
                    <a:pt x="222949" y="286884"/>
                  </a:lnTo>
                  <a:lnTo>
                    <a:pt x="224589" y="283605"/>
                  </a:lnTo>
                  <a:lnTo>
                    <a:pt x="224589" y="280327"/>
                  </a:lnTo>
                  <a:lnTo>
                    <a:pt x="222949" y="277048"/>
                  </a:lnTo>
                  <a:lnTo>
                    <a:pt x="222949" y="272130"/>
                  </a:lnTo>
                  <a:lnTo>
                    <a:pt x="226228" y="270491"/>
                  </a:lnTo>
                  <a:lnTo>
                    <a:pt x="231146" y="272130"/>
                  </a:lnTo>
                  <a:lnTo>
                    <a:pt x="234425" y="272130"/>
                  </a:lnTo>
                  <a:lnTo>
                    <a:pt x="237704" y="273769"/>
                  </a:lnTo>
                  <a:lnTo>
                    <a:pt x="240983" y="277048"/>
                  </a:lnTo>
                  <a:lnTo>
                    <a:pt x="244262" y="277048"/>
                  </a:lnTo>
                  <a:lnTo>
                    <a:pt x="249179" y="278687"/>
                  </a:lnTo>
                  <a:lnTo>
                    <a:pt x="252458" y="280327"/>
                  </a:lnTo>
                  <a:lnTo>
                    <a:pt x="255736" y="280327"/>
                  </a:lnTo>
                  <a:lnTo>
                    <a:pt x="260655" y="280327"/>
                  </a:lnTo>
                  <a:lnTo>
                    <a:pt x="263933" y="280327"/>
                  </a:lnTo>
                  <a:lnTo>
                    <a:pt x="267212" y="278687"/>
                  </a:lnTo>
                  <a:lnTo>
                    <a:pt x="270491" y="278687"/>
                  </a:lnTo>
                  <a:lnTo>
                    <a:pt x="275408" y="280327"/>
                  </a:lnTo>
                  <a:lnTo>
                    <a:pt x="278687" y="280327"/>
                  </a:lnTo>
                  <a:lnTo>
                    <a:pt x="281966" y="280327"/>
                  </a:lnTo>
                  <a:lnTo>
                    <a:pt x="285245" y="283605"/>
                  </a:lnTo>
                  <a:lnTo>
                    <a:pt x="290163" y="285245"/>
                  </a:lnTo>
                  <a:lnTo>
                    <a:pt x="293442" y="283605"/>
                  </a:lnTo>
                  <a:lnTo>
                    <a:pt x="296720" y="280327"/>
                  </a:lnTo>
                  <a:lnTo>
                    <a:pt x="301638" y="277048"/>
                  </a:lnTo>
                  <a:lnTo>
                    <a:pt x="304916" y="277048"/>
                  </a:lnTo>
                  <a:lnTo>
                    <a:pt x="308195" y="277048"/>
                  </a:lnTo>
                  <a:lnTo>
                    <a:pt x="308195" y="273769"/>
                  </a:lnTo>
                  <a:lnTo>
                    <a:pt x="311474" y="270491"/>
                  </a:lnTo>
                  <a:lnTo>
                    <a:pt x="311474" y="267212"/>
                  </a:lnTo>
                  <a:lnTo>
                    <a:pt x="309835" y="262294"/>
                  </a:lnTo>
                  <a:lnTo>
                    <a:pt x="304916" y="259015"/>
                  </a:lnTo>
                  <a:lnTo>
                    <a:pt x="304916" y="257376"/>
                  </a:lnTo>
                  <a:lnTo>
                    <a:pt x="303277" y="254097"/>
                  </a:lnTo>
                  <a:lnTo>
                    <a:pt x="301638" y="250819"/>
                  </a:lnTo>
                  <a:lnTo>
                    <a:pt x="299998" y="245901"/>
                  </a:lnTo>
                  <a:lnTo>
                    <a:pt x="296720" y="242622"/>
                  </a:lnTo>
                  <a:lnTo>
                    <a:pt x="295081" y="237704"/>
                  </a:lnTo>
                  <a:lnTo>
                    <a:pt x="295081" y="237704"/>
                  </a:lnTo>
                  <a:lnTo>
                    <a:pt x="295081" y="236065"/>
                  </a:lnTo>
                  <a:lnTo>
                    <a:pt x="295081" y="232786"/>
                  </a:lnTo>
                  <a:lnTo>
                    <a:pt x="293442" y="229507"/>
                  </a:lnTo>
                  <a:lnTo>
                    <a:pt x="295081" y="224589"/>
                  </a:lnTo>
                  <a:lnTo>
                    <a:pt x="295081" y="221310"/>
                  </a:lnTo>
                  <a:lnTo>
                    <a:pt x="298360" y="218032"/>
                  </a:lnTo>
                  <a:lnTo>
                    <a:pt x="301638" y="218032"/>
                  </a:lnTo>
                  <a:lnTo>
                    <a:pt x="306556" y="218032"/>
                  </a:lnTo>
                  <a:lnTo>
                    <a:pt x="309835" y="218032"/>
                  </a:lnTo>
                  <a:lnTo>
                    <a:pt x="313113" y="214753"/>
                  </a:lnTo>
                  <a:lnTo>
                    <a:pt x="318032" y="214753"/>
                  </a:lnTo>
                  <a:lnTo>
                    <a:pt x="321310" y="211475"/>
                  </a:lnTo>
                  <a:lnTo>
                    <a:pt x="322950" y="206557"/>
                  </a:lnTo>
                  <a:lnTo>
                    <a:pt x="322950" y="203278"/>
                  </a:lnTo>
                  <a:lnTo>
                    <a:pt x="322950" y="199999"/>
                  </a:lnTo>
                  <a:lnTo>
                    <a:pt x="319671" y="196720"/>
                  </a:lnTo>
                  <a:lnTo>
                    <a:pt x="318032" y="193442"/>
                  </a:lnTo>
                  <a:lnTo>
                    <a:pt x="319671" y="188524"/>
                  </a:lnTo>
                  <a:lnTo>
                    <a:pt x="322950" y="188524"/>
                  </a:lnTo>
                  <a:lnTo>
                    <a:pt x="326228" y="188524"/>
                  </a:lnTo>
                  <a:lnTo>
                    <a:pt x="331146" y="188524"/>
                  </a:lnTo>
                  <a:lnTo>
                    <a:pt x="334425" y="188524"/>
                  </a:lnTo>
                  <a:lnTo>
                    <a:pt x="336064" y="188524"/>
                  </a:lnTo>
                  <a:lnTo>
                    <a:pt x="339343" y="190163"/>
                  </a:lnTo>
                  <a:lnTo>
                    <a:pt x="344261" y="188524"/>
                  </a:lnTo>
                  <a:lnTo>
                    <a:pt x="347540" y="185245"/>
                  </a:lnTo>
                  <a:lnTo>
                    <a:pt x="350818" y="185245"/>
                  </a:lnTo>
                  <a:lnTo>
                    <a:pt x="354096" y="190163"/>
                  </a:lnTo>
                  <a:lnTo>
                    <a:pt x="355736" y="193442"/>
                  </a:lnTo>
                  <a:lnTo>
                    <a:pt x="354096" y="196720"/>
                  </a:lnTo>
                  <a:lnTo>
                    <a:pt x="357375" y="199999"/>
                  </a:lnTo>
                  <a:lnTo>
                    <a:pt x="360654" y="203278"/>
                  </a:lnTo>
                  <a:lnTo>
                    <a:pt x="363933" y="203278"/>
                  </a:lnTo>
                  <a:lnTo>
                    <a:pt x="368851" y="206557"/>
                  </a:lnTo>
                  <a:lnTo>
                    <a:pt x="365572" y="209835"/>
                  </a:lnTo>
                  <a:lnTo>
                    <a:pt x="368851" y="213114"/>
                  </a:lnTo>
                  <a:lnTo>
                    <a:pt x="373769" y="213114"/>
                  </a:lnTo>
                  <a:lnTo>
                    <a:pt x="377047" y="214753"/>
                  </a:lnTo>
                  <a:lnTo>
                    <a:pt x="380326" y="216392"/>
                  </a:lnTo>
                  <a:lnTo>
                    <a:pt x="385244" y="218032"/>
                  </a:lnTo>
                  <a:lnTo>
                    <a:pt x="388523" y="219671"/>
                  </a:lnTo>
                  <a:lnTo>
                    <a:pt x="391802" y="222950"/>
                  </a:lnTo>
                  <a:lnTo>
                    <a:pt x="393441" y="226229"/>
                  </a:lnTo>
                  <a:lnTo>
                    <a:pt x="398359" y="227868"/>
                  </a:lnTo>
                  <a:lnTo>
                    <a:pt x="401638" y="231147"/>
                  </a:lnTo>
                  <a:lnTo>
                    <a:pt x="404916" y="231147"/>
                  </a:lnTo>
                  <a:lnTo>
                    <a:pt x="409834" y="232786"/>
                  </a:lnTo>
                  <a:lnTo>
                    <a:pt x="413113" y="236065"/>
                  </a:lnTo>
                  <a:lnTo>
                    <a:pt x="416392" y="236065"/>
                  </a:lnTo>
                  <a:lnTo>
                    <a:pt x="419670" y="236065"/>
                  </a:lnTo>
                  <a:lnTo>
                    <a:pt x="422949" y="234425"/>
                  </a:lnTo>
                  <a:lnTo>
                    <a:pt x="427867" y="234425"/>
                  </a:lnTo>
                  <a:lnTo>
                    <a:pt x="431145" y="236065"/>
                  </a:lnTo>
                  <a:lnTo>
                    <a:pt x="434424" y="239343"/>
                  </a:lnTo>
                  <a:lnTo>
                    <a:pt x="439342" y="240982"/>
                  </a:lnTo>
                  <a:lnTo>
                    <a:pt x="442621" y="244261"/>
                  </a:lnTo>
                  <a:lnTo>
                    <a:pt x="445900" y="242622"/>
                  </a:lnTo>
                  <a:lnTo>
                    <a:pt x="447539" y="240982"/>
                  </a:lnTo>
                  <a:lnTo>
                    <a:pt x="450818" y="242622"/>
                  </a:lnTo>
                  <a:lnTo>
                    <a:pt x="452457" y="245901"/>
                  </a:lnTo>
                  <a:lnTo>
                    <a:pt x="457375" y="249179"/>
                  </a:lnTo>
                  <a:lnTo>
                    <a:pt x="460653" y="249179"/>
                  </a:lnTo>
                  <a:lnTo>
                    <a:pt x="463932" y="250819"/>
                  </a:lnTo>
                  <a:lnTo>
                    <a:pt x="465572" y="255737"/>
                  </a:lnTo>
                  <a:lnTo>
                    <a:pt x="470490" y="259015"/>
                  </a:lnTo>
                  <a:lnTo>
                    <a:pt x="472129" y="262294"/>
                  </a:lnTo>
                  <a:lnTo>
                    <a:pt x="473769" y="265573"/>
                  </a:lnTo>
                  <a:lnTo>
                    <a:pt x="477047" y="268851"/>
                  </a:lnTo>
                  <a:lnTo>
                    <a:pt x="481965" y="272130"/>
                  </a:lnTo>
                  <a:lnTo>
                    <a:pt x="485243" y="275409"/>
                  </a:lnTo>
                  <a:lnTo>
                    <a:pt x="488522" y="278687"/>
                  </a:lnTo>
                  <a:lnTo>
                    <a:pt x="491801" y="280327"/>
                  </a:lnTo>
                  <a:lnTo>
                    <a:pt x="496719" y="283605"/>
                  </a:lnTo>
                  <a:lnTo>
                    <a:pt x="498359" y="286884"/>
                  </a:lnTo>
                  <a:lnTo>
                    <a:pt x="501637" y="290163"/>
                  </a:lnTo>
                  <a:lnTo>
                    <a:pt x="503277" y="293441"/>
                  </a:lnTo>
                  <a:lnTo>
                    <a:pt x="506555" y="296720"/>
                  </a:lnTo>
                  <a:lnTo>
                    <a:pt x="506555" y="301638"/>
                  </a:lnTo>
                  <a:lnTo>
                    <a:pt x="506555" y="304917"/>
                  </a:lnTo>
                  <a:lnTo>
                    <a:pt x="506555" y="308195"/>
                  </a:lnTo>
                  <a:lnTo>
                    <a:pt x="508194" y="313113"/>
                  </a:lnTo>
                  <a:lnTo>
                    <a:pt x="511473" y="316392"/>
                  </a:lnTo>
                  <a:lnTo>
                    <a:pt x="513112" y="316392"/>
                  </a:lnTo>
                  <a:lnTo>
                    <a:pt x="513112" y="318031"/>
                  </a:lnTo>
                  <a:lnTo>
                    <a:pt x="514752" y="322949"/>
                  </a:lnTo>
                  <a:lnTo>
                    <a:pt x="511473" y="326228"/>
                  </a:lnTo>
                  <a:lnTo>
                    <a:pt x="509833" y="329507"/>
                  </a:lnTo>
                  <a:lnTo>
                    <a:pt x="509833" y="332785"/>
                  </a:lnTo>
                  <a:lnTo>
                    <a:pt x="509833" y="336064"/>
                  </a:lnTo>
                  <a:lnTo>
                    <a:pt x="509833" y="340982"/>
                  </a:lnTo>
                  <a:lnTo>
                    <a:pt x="511473" y="344261"/>
                  </a:lnTo>
                  <a:lnTo>
                    <a:pt x="513112" y="344261"/>
                  </a:lnTo>
                  <a:lnTo>
                    <a:pt x="516391" y="347539"/>
                  </a:lnTo>
                  <a:lnTo>
                    <a:pt x="519670" y="350818"/>
                  </a:lnTo>
                  <a:lnTo>
                    <a:pt x="522949" y="354097"/>
                  </a:lnTo>
                  <a:lnTo>
                    <a:pt x="526227" y="357375"/>
                  </a:lnTo>
                  <a:lnTo>
                    <a:pt x="529506" y="355736"/>
                  </a:lnTo>
                  <a:lnTo>
                    <a:pt x="534423" y="357375"/>
                  </a:lnTo>
                  <a:lnTo>
                    <a:pt x="537702" y="359015"/>
                  </a:lnTo>
                  <a:lnTo>
                    <a:pt x="540981" y="360654"/>
                  </a:lnTo>
                  <a:lnTo>
                    <a:pt x="544260" y="359015"/>
                  </a:lnTo>
                  <a:lnTo>
                    <a:pt x="547539" y="362294"/>
                  </a:lnTo>
                  <a:lnTo>
                    <a:pt x="552457" y="362294"/>
                  </a:lnTo>
                  <a:lnTo>
                    <a:pt x="555736" y="362294"/>
                  </a:lnTo>
                  <a:lnTo>
                    <a:pt x="559013" y="362294"/>
                  </a:lnTo>
                  <a:lnTo>
                    <a:pt x="562292" y="362294"/>
                  </a:lnTo>
                  <a:lnTo>
                    <a:pt x="567210" y="362294"/>
                  </a:lnTo>
                  <a:lnTo>
                    <a:pt x="570489" y="363933"/>
                  </a:lnTo>
                  <a:lnTo>
                    <a:pt x="575407" y="365572"/>
                  </a:lnTo>
                  <a:lnTo>
                    <a:pt x="578686" y="365572"/>
                  </a:lnTo>
                  <a:lnTo>
                    <a:pt x="581965" y="365572"/>
                  </a:lnTo>
                  <a:lnTo>
                    <a:pt x="585243" y="365572"/>
                  </a:lnTo>
                  <a:lnTo>
                    <a:pt x="590161" y="363933"/>
                  </a:lnTo>
                  <a:lnTo>
                    <a:pt x="593440" y="363933"/>
                  </a:lnTo>
                  <a:lnTo>
                    <a:pt x="596719" y="363933"/>
                  </a:lnTo>
                  <a:lnTo>
                    <a:pt x="599997" y="365572"/>
                  </a:lnTo>
                  <a:lnTo>
                    <a:pt x="604916" y="365572"/>
                  </a:lnTo>
                  <a:lnTo>
                    <a:pt x="608194" y="365572"/>
                  </a:lnTo>
                  <a:lnTo>
                    <a:pt x="608194" y="365572"/>
                  </a:lnTo>
                  <a:lnTo>
                    <a:pt x="611472" y="365572"/>
                  </a:lnTo>
                  <a:lnTo>
                    <a:pt x="616390" y="367212"/>
                  </a:lnTo>
                  <a:lnTo>
                    <a:pt x="619669" y="367212"/>
                  </a:lnTo>
                  <a:lnTo>
                    <a:pt x="622948" y="368851"/>
                  </a:lnTo>
                  <a:lnTo>
                    <a:pt x="627866" y="370490"/>
                  </a:lnTo>
                  <a:lnTo>
                    <a:pt x="631145" y="373769"/>
                  </a:lnTo>
                  <a:lnTo>
                    <a:pt x="634424" y="377047"/>
                  </a:lnTo>
                  <a:lnTo>
                    <a:pt x="639341" y="380326"/>
                  </a:lnTo>
                  <a:lnTo>
                    <a:pt x="639341" y="380326"/>
                  </a:lnTo>
                  <a:lnTo>
                    <a:pt x="644259" y="380326"/>
                  </a:lnTo>
                  <a:lnTo>
                    <a:pt x="649177" y="380326"/>
                  </a:lnTo>
                  <a:lnTo>
                    <a:pt x="652456" y="383605"/>
                  </a:lnTo>
                  <a:lnTo>
                    <a:pt x="655735" y="386884"/>
                  </a:lnTo>
                  <a:lnTo>
                    <a:pt x="660653" y="386884"/>
                  </a:lnTo>
                  <a:lnTo>
                    <a:pt x="663931" y="388523"/>
                  </a:lnTo>
                  <a:lnTo>
                    <a:pt x="667210" y="390162"/>
                  </a:lnTo>
                  <a:lnTo>
                    <a:pt x="670489" y="393441"/>
                  </a:lnTo>
                  <a:lnTo>
                    <a:pt x="675407" y="395080"/>
                  </a:lnTo>
                  <a:lnTo>
                    <a:pt x="678686" y="396719"/>
                  </a:lnTo>
                  <a:lnTo>
                    <a:pt x="681964" y="396719"/>
                  </a:lnTo>
                  <a:lnTo>
                    <a:pt x="685243" y="398359"/>
                  </a:lnTo>
                  <a:lnTo>
                    <a:pt x="690160" y="396719"/>
                  </a:lnTo>
                  <a:lnTo>
                    <a:pt x="693439" y="396719"/>
                  </a:lnTo>
                  <a:lnTo>
                    <a:pt x="696718" y="396719"/>
                  </a:lnTo>
                  <a:lnTo>
                    <a:pt x="696718" y="401637"/>
                  </a:lnTo>
                  <a:lnTo>
                    <a:pt x="698357" y="404916"/>
                  </a:lnTo>
                  <a:lnTo>
                    <a:pt x="698357" y="408195"/>
                  </a:lnTo>
                  <a:lnTo>
                    <a:pt x="703276" y="409834"/>
                  </a:lnTo>
                  <a:lnTo>
                    <a:pt x="706554" y="409834"/>
                  </a:lnTo>
                  <a:lnTo>
                    <a:pt x="709833" y="413113"/>
                  </a:lnTo>
                  <a:lnTo>
                    <a:pt x="713112" y="418031"/>
                  </a:lnTo>
                  <a:lnTo>
                    <a:pt x="716390" y="421309"/>
                  </a:lnTo>
                  <a:lnTo>
                    <a:pt x="719669" y="424588"/>
                  </a:lnTo>
                  <a:lnTo>
                    <a:pt x="722947" y="429506"/>
                  </a:lnTo>
                  <a:lnTo>
                    <a:pt x="726226" y="432785"/>
                  </a:lnTo>
                  <a:lnTo>
                    <a:pt x="727866" y="436064"/>
                  </a:lnTo>
                  <a:lnTo>
                    <a:pt x="731144" y="440982"/>
                  </a:lnTo>
                  <a:lnTo>
                    <a:pt x="734423" y="444260"/>
                  </a:lnTo>
                  <a:lnTo>
                    <a:pt x="737702" y="445900"/>
                  </a:lnTo>
                  <a:lnTo>
                    <a:pt x="742619" y="449178"/>
                  </a:lnTo>
                  <a:lnTo>
                    <a:pt x="745898" y="450818"/>
                  </a:lnTo>
                  <a:lnTo>
                    <a:pt x="749177" y="454096"/>
                  </a:lnTo>
                  <a:lnTo>
                    <a:pt x="752456" y="455736"/>
                  </a:lnTo>
                  <a:lnTo>
                    <a:pt x="755734" y="460654"/>
                  </a:lnTo>
                  <a:lnTo>
                    <a:pt x="757374" y="463932"/>
                  </a:lnTo>
                  <a:lnTo>
                    <a:pt x="760653" y="463932"/>
                  </a:lnTo>
                  <a:lnTo>
                    <a:pt x="765570" y="463932"/>
                  </a:lnTo>
                  <a:lnTo>
                    <a:pt x="768849" y="463932"/>
                  </a:lnTo>
                  <a:lnTo>
                    <a:pt x="772127" y="463932"/>
                  </a:lnTo>
                  <a:lnTo>
                    <a:pt x="777046" y="463932"/>
                  </a:lnTo>
                  <a:lnTo>
                    <a:pt x="780324" y="462293"/>
                  </a:lnTo>
                  <a:lnTo>
                    <a:pt x="783603" y="462293"/>
                  </a:lnTo>
                  <a:lnTo>
                    <a:pt x="788521" y="462293"/>
                  </a:lnTo>
                  <a:lnTo>
                    <a:pt x="791799" y="462293"/>
                  </a:lnTo>
                  <a:lnTo>
                    <a:pt x="795078" y="463932"/>
                  </a:lnTo>
                  <a:lnTo>
                    <a:pt x="799996" y="463932"/>
                  </a:lnTo>
                  <a:lnTo>
                    <a:pt x="803275" y="463932"/>
                  </a:lnTo>
                  <a:lnTo>
                    <a:pt x="806554" y="465572"/>
                  </a:lnTo>
                  <a:lnTo>
                    <a:pt x="809833" y="465572"/>
                  </a:lnTo>
                  <a:lnTo>
                    <a:pt x="813111" y="467211"/>
                  </a:lnTo>
                  <a:lnTo>
                    <a:pt x="818029" y="467211"/>
                  </a:lnTo>
                  <a:lnTo>
                    <a:pt x="821307" y="467211"/>
                  </a:lnTo>
                  <a:lnTo>
                    <a:pt x="824586" y="468850"/>
                  </a:lnTo>
                  <a:lnTo>
                    <a:pt x="829504" y="468850"/>
                  </a:lnTo>
                  <a:lnTo>
                    <a:pt x="832783" y="468850"/>
                  </a:lnTo>
                  <a:lnTo>
                    <a:pt x="837701" y="468850"/>
                  </a:lnTo>
                  <a:lnTo>
                    <a:pt x="840980" y="468850"/>
                  </a:lnTo>
                  <a:lnTo>
                    <a:pt x="844258" y="470490"/>
                  </a:lnTo>
                  <a:lnTo>
                    <a:pt x="849176" y="470490"/>
                  </a:lnTo>
                  <a:lnTo>
                    <a:pt x="854094" y="470490"/>
                  </a:lnTo>
                  <a:lnTo>
                    <a:pt x="857373" y="470490"/>
                  </a:lnTo>
                  <a:lnTo>
                    <a:pt x="860652" y="470490"/>
                  </a:lnTo>
                  <a:lnTo>
                    <a:pt x="865570" y="470490"/>
                  </a:lnTo>
                  <a:lnTo>
                    <a:pt x="868849" y="472129"/>
                  </a:lnTo>
                  <a:lnTo>
                    <a:pt x="878684" y="468850"/>
                  </a:lnTo>
                  <a:lnTo>
                    <a:pt x="881963" y="467211"/>
                  </a:lnTo>
                  <a:lnTo>
                    <a:pt x="885242" y="465572"/>
                  </a:lnTo>
                  <a:lnTo>
                    <a:pt x="888521" y="467211"/>
                  </a:lnTo>
                  <a:lnTo>
                    <a:pt x="891800" y="467211"/>
                  </a:lnTo>
                  <a:lnTo>
                    <a:pt x="899996" y="467211"/>
                  </a:lnTo>
                  <a:lnTo>
                    <a:pt x="903274" y="468850"/>
                  </a:lnTo>
                  <a:lnTo>
                    <a:pt x="909832" y="468850"/>
                  </a:lnTo>
                  <a:lnTo>
                    <a:pt x="914750" y="470490"/>
                  </a:lnTo>
                  <a:lnTo>
                    <a:pt x="921307" y="472129"/>
                  </a:lnTo>
                  <a:lnTo>
                    <a:pt x="926225" y="472129"/>
                  </a:lnTo>
                  <a:lnTo>
                    <a:pt x="932783" y="472129"/>
                  </a:lnTo>
                  <a:lnTo>
                    <a:pt x="934422" y="472129"/>
                  </a:lnTo>
                  <a:lnTo>
                    <a:pt x="940980" y="472129"/>
                  </a:lnTo>
                  <a:lnTo>
                    <a:pt x="944258" y="473768"/>
                  </a:lnTo>
                  <a:lnTo>
                    <a:pt x="947536" y="473768"/>
                  </a:lnTo>
                  <a:lnTo>
                    <a:pt x="952454" y="477047"/>
                  </a:lnTo>
                  <a:lnTo>
                    <a:pt x="955733" y="480326"/>
                  </a:lnTo>
                  <a:lnTo>
                    <a:pt x="963930" y="486883"/>
                  </a:lnTo>
                  <a:lnTo>
                    <a:pt x="967209" y="488522"/>
                  </a:lnTo>
                  <a:lnTo>
                    <a:pt x="973766" y="490162"/>
                  </a:lnTo>
                  <a:lnTo>
                    <a:pt x="978684" y="491801"/>
                  </a:lnTo>
                  <a:lnTo>
                    <a:pt x="983602" y="491801"/>
                  </a:lnTo>
                  <a:lnTo>
                    <a:pt x="990160" y="493440"/>
                  </a:lnTo>
                  <a:lnTo>
                    <a:pt x="996717" y="495080"/>
                  </a:lnTo>
                  <a:lnTo>
                    <a:pt x="1003274" y="495080"/>
                  </a:lnTo>
                  <a:lnTo>
                    <a:pt x="1009831" y="496719"/>
                  </a:lnTo>
                  <a:lnTo>
                    <a:pt x="1013110" y="498359"/>
                  </a:lnTo>
                  <a:lnTo>
                    <a:pt x="1016389" y="499998"/>
                  </a:lnTo>
                  <a:lnTo>
                    <a:pt x="1019668" y="501637"/>
                  </a:lnTo>
                  <a:lnTo>
                    <a:pt x="1024585" y="503276"/>
                  </a:lnTo>
                  <a:lnTo>
                    <a:pt x="1029503" y="504916"/>
                  </a:lnTo>
                  <a:lnTo>
                    <a:pt x="1036061" y="506555"/>
                  </a:lnTo>
                  <a:lnTo>
                    <a:pt x="1040979" y="504916"/>
                  </a:lnTo>
                  <a:lnTo>
                    <a:pt x="1044258" y="504916"/>
                  </a:lnTo>
                  <a:lnTo>
                    <a:pt x="1047537" y="503276"/>
                  </a:lnTo>
                  <a:lnTo>
                    <a:pt x="1052454" y="503276"/>
                  </a:lnTo>
                  <a:lnTo>
                    <a:pt x="1055733" y="503276"/>
                  </a:lnTo>
                  <a:lnTo>
                    <a:pt x="1060651" y="504916"/>
                  </a:lnTo>
                  <a:lnTo>
                    <a:pt x="1060651" y="508194"/>
                  </a:lnTo>
                  <a:lnTo>
                    <a:pt x="1065569" y="511473"/>
                  </a:lnTo>
                  <a:lnTo>
                    <a:pt x="1068848" y="511473"/>
                  </a:lnTo>
                  <a:lnTo>
                    <a:pt x="1073766" y="511473"/>
                  </a:lnTo>
                  <a:lnTo>
                    <a:pt x="1077044" y="511473"/>
                  </a:lnTo>
                  <a:lnTo>
                    <a:pt x="1080323" y="514752"/>
                  </a:lnTo>
                  <a:lnTo>
                    <a:pt x="1083601" y="511473"/>
                  </a:lnTo>
                  <a:lnTo>
                    <a:pt x="1086880" y="506555"/>
                  </a:lnTo>
                  <a:lnTo>
                    <a:pt x="1086880" y="506555"/>
                  </a:lnTo>
                  <a:lnTo>
                    <a:pt x="1091798" y="504916"/>
                  </a:lnTo>
                  <a:lnTo>
                    <a:pt x="1095077" y="501637"/>
                  </a:lnTo>
                  <a:lnTo>
                    <a:pt x="1098356" y="499998"/>
                  </a:lnTo>
                  <a:lnTo>
                    <a:pt x="1103273" y="496719"/>
                  </a:lnTo>
                  <a:lnTo>
                    <a:pt x="1106552" y="495080"/>
                  </a:lnTo>
                  <a:lnTo>
                    <a:pt x="1109831" y="493440"/>
                  </a:lnTo>
                  <a:lnTo>
                    <a:pt x="1114749" y="491801"/>
                  </a:lnTo>
                  <a:lnTo>
                    <a:pt x="1118028" y="488522"/>
                  </a:lnTo>
                  <a:lnTo>
                    <a:pt x="1122946" y="486883"/>
                  </a:lnTo>
                  <a:lnTo>
                    <a:pt x="1126225" y="485244"/>
                  </a:lnTo>
                  <a:lnTo>
                    <a:pt x="1129503" y="483604"/>
                  </a:lnTo>
                  <a:lnTo>
                    <a:pt x="1134421" y="483604"/>
                  </a:lnTo>
                  <a:lnTo>
                    <a:pt x="1137700" y="481965"/>
                  </a:lnTo>
                  <a:lnTo>
                    <a:pt x="1142618" y="481965"/>
                  </a:lnTo>
                  <a:lnTo>
                    <a:pt x="1145897" y="480326"/>
                  </a:lnTo>
                  <a:lnTo>
                    <a:pt x="1154094" y="478686"/>
                  </a:lnTo>
                  <a:lnTo>
                    <a:pt x="1159011" y="478686"/>
                  </a:lnTo>
                  <a:lnTo>
                    <a:pt x="1163929" y="478686"/>
                  </a:lnTo>
                  <a:lnTo>
                    <a:pt x="1167208" y="478686"/>
                  </a:lnTo>
                  <a:lnTo>
                    <a:pt x="1170487" y="478686"/>
                  </a:lnTo>
                  <a:lnTo>
                    <a:pt x="1175405" y="477047"/>
                  </a:lnTo>
                  <a:lnTo>
                    <a:pt x="1178684" y="475408"/>
                  </a:lnTo>
                  <a:lnTo>
                    <a:pt x="1181961" y="477047"/>
                  </a:lnTo>
                  <a:lnTo>
                    <a:pt x="1186880" y="477047"/>
                  </a:lnTo>
                  <a:lnTo>
                    <a:pt x="1190158" y="477047"/>
                  </a:lnTo>
                  <a:lnTo>
                    <a:pt x="1193437" y="478686"/>
                  </a:lnTo>
                  <a:lnTo>
                    <a:pt x="1198355" y="478686"/>
                  </a:lnTo>
                  <a:lnTo>
                    <a:pt x="1201634" y="478686"/>
                  </a:lnTo>
                  <a:lnTo>
                    <a:pt x="1204913" y="477047"/>
                  </a:lnTo>
                  <a:lnTo>
                    <a:pt x="1209830" y="477047"/>
                  </a:lnTo>
                  <a:lnTo>
                    <a:pt x="1213109" y="477047"/>
                  </a:lnTo>
                  <a:lnTo>
                    <a:pt x="1216388" y="477047"/>
                  </a:lnTo>
                  <a:lnTo>
                    <a:pt x="1221306" y="477047"/>
                  </a:lnTo>
                  <a:lnTo>
                    <a:pt x="1221306" y="477047"/>
                  </a:lnTo>
                  <a:lnTo>
                    <a:pt x="1224585" y="475408"/>
                  </a:lnTo>
                  <a:lnTo>
                    <a:pt x="1229503" y="470490"/>
                  </a:lnTo>
                  <a:lnTo>
                    <a:pt x="1232781" y="468850"/>
                  </a:lnTo>
                  <a:lnTo>
                    <a:pt x="1236060" y="468850"/>
                  </a:lnTo>
                  <a:lnTo>
                    <a:pt x="1240978" y="468850"/>
                  </a:lnTo>
                  <a:lnTo>
                    <a:pt x="1244257" y="465572"/>
                  </a:lnTo>
                  <a:lnTo>
                    <a:pt x="1247535" y="463932"/>
                  </a:lnTo>
                  <a:lnTo>
                    <a:pt x="1249175" y="459014"/>
                  </a:lnTo>
                  <a:lnTo>
                    <a:pt x="1252454" y="455736"/>
                  </a:lnTo>
                  <a:lnTo>
                    <a:pt x="1252454" y="452457"/>
                  </a:lnTo>
                  <a:lnTo>
                    <a:pt x="1254093" y="447539"/>
                  </a:lnTo>
                  <a:lnTo>
                    <a:pt x="1255732" y="444260"/>
                  </a:lnTo>
                  <a:lnTo>
                    <a:pt x="1257372" y="439342"/>
                  </a:lnTo>
                  <a:lnTo>
                    <a:pt x="1260650" y="436064"/>
                  </a:lnTo>
                  <a:lnTo>
                    <a:pt x="1265568" y="434424"/>
                  </a:lnTo>
                  <a:lnTo>
                    <a:pt x="1268847" y="432785"/>
                  </a:lnTo>
                  <a:lnTo>
                    <a:pt x="1268847" y="431146"/>
                  </a:lnTo>
                  <a:lnTo>
                    <a:pt x="1272125" y="431146"/>
                  </a:lnTo>
                  <a:lnTo>
                    <a:pt x="1275404" y="427867"/>
                  </a:lnTo>
                  <a:lnTo>
                    <a:pt x="1278683" y="422949"/>
                  </a:lnTo>
                  <a:lnTo>
                    <a:pt x="1281962" y="422949"/>
                  </a:lnTo>
                  <a:lnTo>
                    <a:pt x="1281962" y="422949"/>
                  </a:lnTo>
                  <a:lnTo>
                    <a:pt x="1283601" y="422949"/>
                  </a:lnTo>
                  <a:lnTo>
                    <a:pt x="1281962" y="418031"/>
                  </a:lnTo>
                  <a:lnTo>
                    <a:pt x="1278683" y="414752"/>
                  </a:lnTo>
                  <a:lnTo>
                    <a:pt x="1275404" y="411474"/>
                  </a:lnTo>
                  <a:lnTo>
                    <a:pt x="1270486" y="408195"/>
                  </a:lnTo>
                  <a:lnTo>
                    <a:pt x="1267207" y="408195"/>
                  </a:lnTo>
                  <a:lnTo>
                    <a:pt x="1263928" y="404916"/>
                  </a:lnTo>
                  <a:lnTo>
                    <a:pt x="1259010" y="401637"/>
                  </a:lnTo>
                  <a:lnTo>
                    <a:pt x="1257372" y="396719"/>
                  </a:lnTo>
                  <a:lnTo>
                    <a:pt x="1252454" y="395080"/>
                  </a:lnTo>
                  <a:lnTo>
                    <a:pt x="1250814" y="391802"/>
                  </a:lnTo>
                  <a:lnTo>
                    <a:pt x="1250814" y="386884"/>
                  </a:lnTo>
                  <a:lnTo>
                    <a:pt x="1250814" y="383605"/>
                  </a:lnTo>
                  <a:lnTo>
                    <a:pt x="1249175" y="380326"/>
                  </a:lnTo>
                  <a:lnTo>
                    <a:pt x="1249175" y="375408"/>
                  </a:lnTo>
                  <a:lnTo>
                    <a:pt x="1249175" y="372129"/>
                  </a:lnTo>
                  <a:lnTo>
                    <a:pt x="1249175" y="368851"/>
                  </a:lnTo>
                  <a:lnTo>
                    <a:pt x="1250814" y="365572"/>
                  </a:lnTo>
                  <a:lnTo>
                    <a:pt x="1254093" y="362294"/>
                  </a:lnTo>
                  <a:lnTo>
                    <a:pt x="1257372" y="362294"/>
                  </a:lnTo>
                  <a:lnTo>
                    <a:pt x="1260650" y="362294"/>
                  </a:lnTo>
                  <a:lnTo>
                    <a:pt x="1265568" y="362294"/>
                  </a:lnTo>
                  <a:lnTo>
                    <a:pt x="1268847" y="362294"/>
                  </a:lnTo>
                  <a:lnTo>
                    <a:pt x="1272125" y="363933"/>
                  </a:lnTo>
                  <a:lnTo>
                    <a:pt x="1275404" y="365572"/>
                  </a:lnTo>
                  <a:lnTo>
                    <a:pt x="1277044" y="365572"/>
                  </a:lnTo>
                  <a:lnTo>
                    <a:pt x="1280322" y="368851"/>
                  </a:lnTo>
                  <a:lnTo>
                    <a:pt x="1285240" y="370490"/>
                  </a:lnTo>
                  <a:lnTo>
                    <a:pt x="1288518" y="372129"/>
                  </a:lnTo>
                  <a:lnTo>
                    <a:pt x="1291797" y="372129"/>
                  </a:lnTo>
                  <a:lnTo>
                    <a:pt x="1295076" y="373769"/>
                  </a:lnTo>
                  <a:lnTo>
                    <a:pt x="1299994" y="373769"/>
                  </a:lnTo>
                  <a:lnTo>
                    <a:pt x="1303273" y="375408"/>
                  </a:lnTo>
                  <a:lnTo>
                    <a:pt x="1308191" y="375408"/>
                  </a:lnTo>
                  <a:lnTo>
                    <a:pt x="1311469" y="375408"/>
                  </a:lnTo>
                  <a:lnTo>
                    <a:pt x="1314748" y="375408"/>
                  </a:lnTo>
                  <a:lnTo>
                    <a:pt x="1319666" y="377047"/>
                  </a:lnTo>
                  <a:lnTo>
                    <a:pt x="1322945" y="372129"/>
                  </a:lnTo>
                  <a:lnTo>
                    <a:pt x="1324584" y="368851"/>
                  </a:lnTo>
                  <a:lnTo>
                    <a:pt x="1329502" y="368851"/>
                  </a:lnTo>
                  <a:lnTo>
                    <a:pt x="1331142" y="365572"/>
                  </a:lnTo>
                  <a:lnTo>
                    <a:pt x="1334421" y="362294"/>
                  </a:lnTo>
                  <a:lnTo>
                    <a:pt x="1336060" y="357375"/>
                  </a:lnTo>
                  <a:lnTo>
                    <a:pt x="1337698" y="354097"/>
                  </a:lnTo>
                  <a:lnTo>
                    <a:pt x="1337698" y="350818"/>
                  </a:lnTo>
                  <a:lnTo>
                    <a:pt x="1340977" y="347539"/>
                  </a:lnTo>
                  <a:lnTo>
                    <a:pt x="1345895" y="347539"/>
                  </a:lnTo>
                  <a:lnTo>
                    <a:pt x="1349174" y="349179"/>
                  </a:lnTo>
                  <a:lnTo>
                    <a:pt x="1352453" y="349179"/>
                  </a:lnTo>
                  <a:lnTo>
                    <a:pt x="1357371" y="347539"/>
                  </a:lnTo>
                  <a:lnTo>
                    <a:pt x="1360650" y="347539"/>
                  </a:lnTo>
                  <a:lnTo>
                    <a:pt x="1363928" y="347539"/>
                  </a:lnTo>
                  <a:lnTo>
                    <a:pt x="1367207" y="347539"/>
                  </a:lnTo>
                  <a:lnTo>
                    <a:pt x="1368846" y="347539"/>
                  </a:lnTo>
                  <a:lnTo>
                    <a:pt x="1372125" y="347539"/>
                  </a:lnTo>
                  <a:lnTo>
                    <a:pt x="1375404" y="344261"/>
                  </a:lnTo>
                  <a:lnTo>
                    <a:pt x="1377043" y="340982"/>
                  </a:lnTo>
                  <a:lnTo>
                    <a:pt x="1380322" y="337703"/>
                  </a:lnTo>
                  <a:lnTo>
                    <a:pt x="1385240" y="336064"/>
                  </a:lnTo>
                  <a:lnTo>
                    <a:pt x="1386879" y="332785"/>
                  </a:lnTo>
                  <a:lnTo>
                    <a:pt x="1388518" y="331146"/>
                  </a:lnTo>
                  <a:lnTo>
                    <a:pt x="1383601" y="327867"/>
                  </a:lnTo>
                  <a:lnTo>
                    <a:pt x="1383601" y="322949"/>
                  </a:lnTo>
                  <a:lnTo>
                    <a:pt x="1383601" y="319671"/>
                  </a:lnTo>
                  <a:lnTo>
                    <a:pt x="1385240" y="316392"/>
                  </a:lnTo>
                  <a:lnTo>
                    <a:pt x="1386879" y="311474"/>
                  </a:lnTo>
                  <a:lnTo>
                    <a:pt x="1388518" y="308195"/>
                  </a:lnTo>
                  <a:lnTo>
                    <a:pt x="1393436" y="306556"/>
                  </a:lnTo>
                  <a:lnTo>
                    <a:pt x="1396715" y="306556"/>
                  </a:lnTo>
                  <a:lnTo>
                    <a:pt x="1401633" y="306556"/>
                  </a:lnTo>
                  <a:lnTo>
                    <a:pt x="1404912" y="306556"/>
                  </a:lnTo>
                  <a:lnTo>
                    <a:pt x="1408191" y="306556"/>
                  </a:lnTo>
                  <a:lnTo>
                    <a:pt x="1408191" y="306556"/>
                  </a:lnTo>
                  <a:lnTo>
                    <a:pt x="1411469" y="303277"/>
                  </a:lnTo>
                  <a:lnTo>
                    <a:pt x="1409830" y="298359"/>
                  </a:lnTo>
                  <a:lnTo>
                    <a:pt x="1414747" y="296720"/>
                  </a:lnTo>
                  <a:lnTo>
                    <a:pt x="1418026" y="298359"/>
                  </a:lnTo>
                  <a:lnTo>
                    <a:pt x="1422944" y="299999"/>
                  </a:lnTo>
                  <a:lnTo>
                    <a:pt x="1424584" y="296720"/>
                  </a:lnTo>
                  <a:lnTo>
                    <a:pt x="1429502" y="295081"/>
                  </a:lnTo>
                  <a:lnTo>
                    <a:pt x="1432781" y="293441"/>
                  </a:lnTo>
                  <a:lnTo>
                    <a:pt x="1436059" y="290163"/>
                  </a:lnTo>
                  <a:lnTo>
                    <a:pt x="1440977" y="291802"/>
                  </a:lnTo>
                  <a:lnTo>
                    <a:pt x="1444255" y="291802"/>
                  </a:lnTo>
                  <a:lnTo>
                    <a:pt x="1447534" y="291802"/>
                  </a:lnTo>
                  <a:lnTo>
                    <a:pt x="1450813" y="293441"/>
                  </a:lnTo>
                  <a:lnTo>
                    <a:pt x="1454092" y="288523"/>
                  </a:lnTo>
                  <a:lnTo>
                    <a:pt x="1457371" y="291802"/>
                  </a:lnTo>
                  <a:lnTo>
                    <a:pt x="1462289" y="291802"/>
                  </a:lnTo>
                  <a:lnTo>
                    <a:pt x="1465568" y="293441"/>
                  </a:lnTo>
                  <a:lnTo>
                    <a:pt x="1468845" y="295081"/>
                  </a:lnTo>
                  <a:lnTo>
                    <a:pt x="1472124" y="295081"/>
                  </a:lnTo>
                  <a:lnTo>
                    <a:pt x="1477042" y="295081"/>
                  </a:lnTo>
                  <a:lnTo>
                    <a:pt x="1480321" y="295081"/>
                  </a:lnTo>
                  <a:lnTo>
                    <a:pt x="1483600" y="295081"/>
                  </a:lnTo>
                  <a:lnTo>
                    <a:pt x="1488518" y="296720"/>
                  </a:lnTo>
                  <a:lnTo>
                    <a:pt x="1491796" y="293441"/>
                  </a:lnTo>
                  <a:lnTo>
                    <a:pt x="1490158" y="290163"/>
                  </a:lnTo>
                  <a:lnTo>
                    <a:pt x="1488518" y="285245"/>
                  </a:lnTo>
                  <a:lnTo>
                    <a:pt x="1485239" y="281966"/>
                  </a:lnTo>
                  <a:lnTo>
                    <a:pt x="1481961" y="280327"/>
                  </a:lnTo>
                  <a:lnTo>
                    <a:pt x="1478682" y="275409"/>
                  </a:lnTo>
                  <a:lnTo>
                    <a:pt x="1475403" y="272130"/>
                  </a:lnTo>
                  <a:lnTo>
                    <a:pt x="1470485" y="270491"/>
                  </a:lnTo>
                  <a:lnTo>
                    <a:pt x="1467206" y="268851"/>
                  </a:lnTo>
                  <a:lnTo>
                    <a:pt x="1463928" y="265573"/>
                  </a:lnTo>
                  <a:lnTo>
                    <a:pt x="1462289" y="265573"/>
                  </a:lnTo>
                  <a:lnTo>
                    <a:pt x="1459010" y="262294"/>
                  </a:lnTo>
                  <a:lnTo>
                    <a:pt x="1454092" y="260655"/>
                  </a:lnTo>
                  <a:lnTo>
                    <a:pt x="1454092" y="260655"/>
                  </a:lnTo>
                  <a:lnTo>
                    <a:pt x="1449174" y="257376"/>
                  </a:lnTo>
                  <a:lnTo>
                    <a:pt x="1445895" y="255737"/>
                  </a:lnTo>
                  <a:lnTo>
                    <a:pt x="1442616" y="252458"/>
                  </a:lnTo>
                  <a:lnTo>
                    <a:pt x="1439338" y="249179"/>
                  </a:lnTo>
                  <a:lnTo>
                    <a:pt x="1434420" y="249179"/>
                  </a:lnTo>
                  <a:lnTo>
                    <a:pt x="1431141" y="247540"/>
                  </a:lnTo>
                  <a:lnTo>
                    <a:pt x="1427862" y="245901"/>
                  </a:lnTo>
                  <a:lnTo>
                    <a:pt x="1422944" y="242622"/>
                  </a:lnTo>
                  <a:lnTo>
                    <a:pt x="1419665" y="240982"/>
                  </a:lnTo>
                  <a:lnTo>
                    <a:pt x="1414747" y="237704"/>
                  </a:lnTo>
                  <a:lnTo>
                    <a:pt x="1409830" y="236065"/>
                  </a:lnTo>
                  <a:lnTo>
                    <a:pt x="1406551" y="236065"/>
                  </a:lnTo>
                  <a:lnTo>
                    <a:pt x="1401633" y="234425"/>
                  </a:lnTo>
                  <a:lnTo>
                    <a:pt x="1398354" y="234425"/>
                  </a:lnTo>
                  <a:lnTo>
                    <a:pt x="1395075" y="236065"/>
                  </a:lnTo>
                  <a:lnTo>
                    <a:pt x="1395075" y="236065"/>
                  </a:lnTo>
                  <a:lnTo>
                    <a:pt x="1391797" y="236065"/>
                  </a:lnTo>
                  <a:lnTo>
                    <a:pt x="1388518" y="237704"/>
                  </a:lnTo>
                  <a:lnTo>
                    <a:pt x="1386879" y="239343"/>
                  </a:lnTo>
                  <a:lnTo>
                    <a:pt x="1385240" y="242622"/>
                  </a:lnTo>
                  <a:lnTo>
                    <a:pt x="1383601" y="245901"/>
                  </a:lnTo>
                  <a:lnTo>
                    <a:pt x="1383601" y="247540"/>
                  </a:lnTo>
                  <a:lnTo>
                    <a:pt x="1380322" y="250819"/>
                  </a:lnTo>
                  <a:lnTo>
                    <a:pt x="1377043" y="247540"/>
                  </a:lnTo>
                  <a:lnTo>
                    <a:pt x="1372125" y="245901"/>
                  </a:lnTo>
                  <a:lnTo>
                    <a:pt x="1368846" y="244261"/>
                  </a:lnTo>
                  <a:lnTo>
                    <a:pt x="1363928" y="242622"/>
                  </a:lnTo>
                  <a:lnTo>
                    <a:pt x="1360650" y="240982"/>
                  </a:lnTo>
                  <a:lnTo>
                    <a:pt x="1355732" y="240982"/>
                  </a:lnTo>
                  <a:lnTo>
                    <a:pt x="1352453" y="242622"/>
                  </a:lnTo>
                  <a:lnTo>
                    <a:pt x="1347535" y="242622"/>
                  </a:lnTo>
                  <a:lnTo>
                    <a:pt x="1344256" y="242622"/>
                  </a:lnTo>
                  <a:lnTo>
                    <a:pt x="1340977" y="240982"/>
                  </a:lnTo>
                  <a:lnTo>
                    <a:pt x="1337698" y="242622"/>
                  </a:lnTo>
                  <a:lnTo>
                    <a:pt x="1334421" y="247540"/>
                  </a:lnTo>
                  <a:lnTo>
                    <a:pt x="1331142" y="249179"/>
                  </a:lnTo>
                  <a:lnTo>
                    <a:pt x="1327863" y="245901"/>
                  </a:lnTo>
                  <a:lnTo>
                    <a:pt x="1324584" y="244261"/>
                  </a:lnTo>
                  <a:lnTo>
                    <a:pt x="1319666" y="242622"/>
                  </a:lnTo>
                  <a:lnTo>
                    <a:pt x="1316387" y="240982"/>
                  </a:lnTo>
                  <a:lnTo>
                    <a:pt x="1313108" y="236065"/>
                  </a:lnTo>
                  <a:lnTo>
                    <a:pt x="1311469" y="234425"/>
                  </a:lnTo>
                  <a:lnTo>
                    <a:pt x="1309831" y="232786"/>
                  </a:lnTo>
                  <a:lnTo>
                    <a:pt x="1311469" y="227868"/>
                  </a:lnTo>
                  <a:lnTo>
                    <a:pt x="1314748" y="226229"/>
                  </a:lnTo>
                  <a:lnTo>
                    <a:pt x="1314748" y="221310"/>
                  </a:lnTo>
                  <a:lnTo>
                    <a:pt x="1311469" y="218032"/>
                  </a:lnTo>
                  <a:lnTo>
                    <a:pt x="1309831" y="214753"/>
                  </a:lnTo>
                  <a:lnTo>
                    <a:pt x="1309831" y="209835"/>
                  </a:lnTo>
                  <a:lnTo>
                    <a:pt x="1309831" y="206557"/>
                  </a:lnTo>
                  <a:lnTo>
                    <a:pt x="1311469" y="203278"/>
                  </a:lnTo>
                  <a:lnTo>
                    <a:pt x="1309831" y="198360"/>
                  </a:lnTo>
                  <a:lnTo>
                    <a:pt x="1308191" y="195081"/>
                  </a:lnTo>
                  <a:lnTo>
                    <a:pt x="1308191" y="190163"/>
                  </a:lnTo>
                  <a:lnTo>
                    <a:pt x="1308191" y="186885"/>
                  </a:lnTo>
                  <a:lnTo>
                    <a:pt x="1308191" y="181966"/>
                  </a:lnTo>
                  <a:lnTo>
                    <a:pt x="1308191" y="178688"/>
                  </a:lnTo>
                  <a:lnTo>
                    <a:pt x="1308191" y="173770"/>
                  </a:lnTo>
                  <a:lnTo>
                    <a:pt x="1308191" y="170491"/>
                  </a:lnTo>
                  <a:lnTo>
                    <a:pt x="1308191" y="167212"/>
                  </a:lnTo>
                  <a:lnTo>
                    <a:pt x="1308191" y="163934"/>
                  </a:lnTo>
                  <a:lnTo>
                    <a:pt x="1308191" y="159016"/>
                  </a:lnTo>
                  <a:lnTo>
                    <a:pt x="1308191" y="157376"/>
                  </a:lnTo>
                  <a:lnTo>
                    <a:pt x="1311469" y="159016"/>
                  </a:lnTo>
                  <a:lnTo>
                    <a:pt x="1314748" y="160655"/>
                  </a:lnTo>
                  <a:lnTo>
                    <a:pt x="1319666" y="162294"/>
                  </a:lnTo>
                  <a:lnTo>
                    <a:pt x="1322945" y="163934"/>
                  </a:lnTo>
                  <a:lnTo>
                    <a:pt x="1326224" y="165573"/>
                  </a:lnTo>
                  <a:lnTo>
                    <a:pt x="1331142" y="165573"/>
                  </a:lnTo>
                  <a:lnTo>
                    <a:pt x="1334421" y="167212"/>
                  </a:lnTo>
                  <a:lnTo>
                    <a:pt x="1334421" y="167212"/>
                  </a:lnTo>
                  <a:lnTo>
                    <a:pt x="1339338" y="167212"/>
                  </a:lnTo>
                  <a:lnTo>
                    <a:pt x="1342617" y="167212"/>
                  </a:lnTo>
                  <a:lnTo>
                    <a:pt x="1345895" y="168852"/>
                  </a:lnTo>
                  <a:lnTo>
                    <a:pt x="1350814" y="170491"/>
                  </a:lnTo>
                  <a:lnTo>
                    <a:pt x="1352453" y="170491"/>
                  </a:lnTo>
                  <a:lnTo>
                    <a:pt x="1354092" y="170491"/>
                  </a:lnTo>
                  <a:lnTo>
                    <a:pt x="1357371" y="167212"/>
                  </a:lnTo>
                  <a:lnTo>
                    <a:pt x="1359011" y="167212"/>
                  </a:lnTo>
                  <a:lnTo>
                    <a:pt x="1362288" y="163934"/>
                  </a:lnTo>
                  <a:lnTo>
                    <a:pt x="1365567" y="159016"/>
                  </a:lnTo>
                  <a:lnTo>
                    <a:pt x="1367207" y="155737"/>
                  </a:lnTo>
                  <a:lnTo>
                    <a:pt x="1370485" y="152458"/>
                  </a:lnTo>
                  <a:lnTo>
                    <a:pt x="1373764" y="152458"/>
                  </a:lnTo>
                  <a:lnTo>
                    <a:pt x="1377043" y="150819"/>
                  </a:lnTo>
                  <a:lnTo>
                    <a:pt x="1380322" y="150819"/>
                  </a:lnTo>
                  <a:lnTo>
                    <a:pt x="1381961" y="150819"/>
                  </a:lnTo>
                  <a:lnTo>
                    <a:pt x="1383601" y="150819"/>
                  </a:lnTo>
                  <a:lnTo>
                    <a:pt x="1385240" y="150819"/>
                  </a:lnTo>
                  <a:lnTo>
                    <a:pt x="1388518" y="145901"/>
                  </a:lnTo>
                  <a:lnTo>
                    <a:pt x="1388518" y="142622"/>
                  </a:lnTo>
                  <a:lnTo>
                    <a:pt x="1386879" y="142622"/>
                  </a:lnTo>
                  <a:lnTo>
                    <a:pt x="1383601" y="137704"/>
                  </a:lnTo>
                  <a:lnTo>
                    <a:pt x="1385240" y="137704"/>
                  </a:lnTo>
                  <a:lnTo>
                    <a:pt x="1380322" y="136065"/>
                  </a:lnTo>
                  <a:lnTo>
                    <a:pt x="1377043" y="136065"/>
                  </a:lnTo>
                  <a:lnTo>
                    <a:pt x="1377043" y="131147"/>
                  </a:lnTo>
                  <a:lnTo>
                    <a:pt x="1375404" y="127868"/>
                  </a:lnTo>
                  <a:lnTo>
                    <a:pt x="1375404" y="124590"/>
                  </a:lnTo>
                  <a:lnTo>
                    <a:pt x="1377043" y="119672"/>
                  </a:lnTo>
                  <a:lnTo>
                    <a:pt x="1377043" y="116393"/>
                  </a:lnTo>
                  <a:lnTo>
                    <a:pt x="1375404" y="114754"/>
                  </a:lnTo>
                  <a:lnTo>
                    <a:pt x="1375404" y="111475"/>
                  </a:lnTo>
                  <a:lnTo>
                    <a:pt x="1377043" y="108196"/>
                  </a:lnTo>
                  <a:lnTo>
                    <a:pt x="1377043" y="103278"/>
                  </a:lnTo>
                  <a:lnTo>
                    <a:pt x="1375404" y="100000"/>
                  </a:lnTo>
                  <a:lnTo>
                    <a:pt x="1375404" y="96721"/>
                  </a:lnTo>
                  <a:lnTo>
                    <a:pt x="1375404" y="93442"/>
                  </a:lnTo>
                  <a:lnTo>
                    <a:pt x="1375404" y="90164"/>
                  </a:lnTo>
                  <a:lnTo>
                    <a:pt x="1373764" y="86885"/>
                  </a:lnTo>
                  <a:lnTo>
                    <a:pt x="1373764" y="81967"/>
                  </a:lnTo>
                  <a:lnTo>
                    <a:pt x="1375404" y="78688"/>
                  </a:lnTo>
                  <a:lnTo>
                    <a:pt x="1377043" y="75410"/>
                  </a:lnTo>
                  <a:lnTo>
                    <a:pt x="1380322" y="72131"/>
                  </a:lnTo>
                  <a:lnTo>
                    <a:pt x="1383601" y="68852"/>
                  </a:lnTo>
                  <a:lnTo>
                    <a:pt x="1383601" y="65573"/>
                  </a:lnTo>
                  <a:lnTo>
                    <a:pt x="1381961" y="63934"/>
                  </a:lnTo>
                  <a:lnTo>
                    <a:pt x="1381961" y="60655"/>
                  </a:lnTo>
                  <a:lnTo>
                    <a:pt x="1378682" y="57377"/>
                  </a:lnTo>
                  <a:lnTo>
                    <a:pt x="1375404" y="54098"/>
                  </a:lnTo>
                  <a:lnTo>
                    <a:pt x="1372125" y="50820"/>
                  </a:lnTo>
                  <a:lnTo>
                    <a:pt x="1370485" y="47541"/>
                  </a:lnTo>
                  <a:lnTo>
                    <a:pt x="1368846" y="44262"/>
                  </a:lnTo>
                  <a:lnTo>
                    <a:pt x="1365567" y="40983"/>
                  </a:lnTo>
                  <a:lnTo>
                    <a:pt x="1362288" y="40983"/>
                  </a:lnTo>
                  <a:lnTo>
                    <a:pt x="1357371" y="39344"/>
                  </a:lnTo>
                  <a:lnTo>
                    <a:pt x="1354092" y="39344"/>
                  </a:lnTo>
                  <a:lnTo>
                    <a:pt x="1350814" y="40983"/>
                  </a:lnTo>
                  <a:lnTo>
                    <a:pt x="1345895" y="40983"/>
                  </a:lnTo>
                  <a:lnTo>
                    <a:pt x="1342617" y="36065"/>
                  </a:lnTo>
                  <a:lnTo>
                    <a:pt x="1339338" y="32787"/>
                  </a:lnTo>
                  <a:lnTo>
                    <a:pt x="1344256" y="31148"/>
                  </a:lnTo>
                  <a:lnTo>
                    <a:pt x="1345895" y="26229"/>
                  </a:lnTo>
                  <a:lnTo>
                    <a:pt x="1345895" y="26229"/>
                  </a:lnTo>
                  <a:lnTo>
                    <a:pt x="1347535" y="22951"/>
                  </a:lnTo>
                  <a:lnTo>
                    <a:pt x="1350814" y="18033"/>
                  </a:lnTo>
                  <a:lnTo>
                    <a:pt x="1350814" y="14754"/>
                  </a:lnTo>
                  <a:lnTo>
                    <a:pt x="1355732" y="11475"/>
                  </a:lnTo>
                  <a:lnTo>
                    <a:pt x="1359011" y="11475"/>
                  </a:lnTo>
                  <a:lnTo>
                    <a:pt x="1362288" y="11475"/>
                  </a:lnTo>
                  <a:lnTo>
                    <a:pt x="1365567" y="11475"/>
                  </a:lnTo>
                  <a:lnTo>
                    <a:pt x="1368846" y="9836"/>
                  </a:lnTo>
                  <a:lnTo>
                    <a:pt x="1372125" y="9836"/>
                  </a:lnTo>
                  <a:lnTo>
                    <a:pt x="1372125" y="9836"/>
                  </a:lnTo>
                  <a:lnTo>
                    <a:pt x="1375404" y="8197"/>
                  </a:lnTo>
                  <a:lnTo>
                    <a:pt x="1378682" y="6557"/>
                  </a:lnTo>
                  <a:lnTo>
                    <a:pt x="1383601" y="4918"/>
                  </a:lnTo>
                  <a:lnTo>
                    <a:pt x="1386879" y="6557"/>
                  </a:lnTo>
                  <a:lnTo>
                    <a:pt x="1390157" y="3279"/>
                  </a:lnTo>
                  <a:lnTo>
                    <a:pt x="1393436" y="3279"/>
                  </a:lnTo>
                  <a:lnTo>
                    <a:pt x="1398354" y="4918"/>
                  </a:lnTo>
                  <a:lnTo>
                    <a:pt x="1401633" y="4918"/>
                  </a:lnTo>
                  <a:lnTo>
                    <a:pt x="1404912" y="4918"/>
                  </a:lnTo>
                  <a:lnTo>
                    <a:pt x="1409830" y="4918"/>
                  </a:lnTo>
                  <a:lnTo>
                    <a:pt x="1413109" y="3279"/>
                  </a:lnTo>
                  <a:lnTo>
                    <a:pt x="1416387" y="1639"/>
                  </a:lnTo>
                  <a:lnTo>
                    <a:pt x="1421305" y="1639"/>
                  </a:lnTo>
                  <a:lnTo>
                    <a:pt x="1421305" y="1639"/>
                  </a:lnTo>
                  <a:lnTo>
                    <a:pt x="1426223" y="0"/>
                  </a:lnTo>
                  <a:lnTo>
                    <a:pt x="1429502" y="1639"/>
                  </a:lnTo>
                  <a:lnTo>
                    <a:pt x="1432781" y="1639"/>
                  </a:lnTo>
                  <a:lnTo>
                    <a:pt x="1434420" y="0"/>
                  </a:lnTo>
                  <a:lnTo>
                    <a:pt x="1437699" y="1639"/>
                  </a:lnTo>
                  <a:lnTo>
                    <a:pt x="1439338" y="1639"/>
                  </a:lnTo>
                  <a:lnTo>
                    <a:pt x="1440977" y="3279"/>
                  </a:lnTo>
                  <a:lnTo>
                    <a:pt x="1444255" y="3279"/>
                  </a:lnTo>
                  <a:lnTo>
                    <a:pt x="1449174" y="4918"/>
                  </a:lnTo>
                  <a:lnTo>
                    <a:pt x="1452452" y="6557"/>
                  </a:lnTo>
                  <a:lnTo>
                    <a:pt x="1455731" y="8197"/>
                  </a:lnTo>
                  <a:lnTo>
                    <a:pt x="1459010" y="8197"/>
                  </a:lnTo>
                  <a:lnTo>
                    <a:pt x="1463928" y="9836"/>
                  </a:lnTo>
                  <a:lnTo>
                    <a:pt x="1467206" y="13115"/>
                  </a:lnTo>
                  <a:lnTo>
                    <a:pt x="1470485" y="14754"/>
                  </a:lnTo>
                  <a:lnTo>
                    <a:pt x="1475403" y="14754"/>
                  </a:lnTo>
                  <a:lnTo>
                    <a:pt x="1478682" y="14754"/>
                  </a:lnTo>
                  <a:lnTo>
                    <a:pt x="1481961" y="18033"/>
                  </a:lnTo>
                  <a:lnTo>
                    <a:pt x="1485239" y="18033"/>
                  </a:lnTo>
                  <a:lnTo>
                    <a:pt x="1490158" y="19672"/>
                  </a:lnTo>
                  <a:lnTo>
                    <a:pt x="1490158" y="14754"/>
                  </a:lnTo>
                  <a:lnTo>
                    <a:pt x="1491796" y="14754"/>
                  </a:lnTo>
                  <a:lnTo>
                    <a:pt x="1496714" y="14754"/>
                  </a:lnTo>
                  <a:lnTo>
                    <a:pt x="1499993" y="16393"/>
                  </a:lnTo>
                  <a:lnTo>
                    <a:pt x="1503272" y="18033"/>
                  </a:lnTo>
                  <a:lnTo>
                    <a:pt x="1508190" y="19672"/>
                  </a:lnTo>
                  <a:lnTo>
                    <a:pt x="1511469" y="21311"/>
                  </a:lnTo>
                  <a:lnTo>
                    <a:pt x="1514748" y="21311"/>
                  </a:lnTo>
                  <a:lnTo>
                    <a:pt x="1519665" y="22951"/>
                  </a:lnTo>
                  <a:lnTo>
                    <a:pt x="1519665" y="26229"/>
                  </a:lnTo>
                  <a:lnTo>
                    <a:pt x="1524583" y="27869"/>
                  </a:lnTo>
                  <a:lnTo>
                    <a:pt x="1527862" y="27869"/>
                  </a:lnTo>
                  <a:lnTo>
                    <a:pt x="1531141" y="31148"/>
                  </a:lnTo>
                  <a:lnTo>
                    <a:pt x="1534419" y="32787"/>
                  </a:lnTo>
                  <a:lnTo>
                    <a:pt x="1539338" y="36065"/>
                  </a:lnTo>
                  <a:lnTo>
                    <a:pt x="1539338" y="39344"/>
                  </a:lnTo>
                  <a:lnTo>
                    <a:pt x="1542616" y="40983"/>
                  </a:lnTo>
                  <a:lnTo>
                    <a:pt x="1547534" y="42623"/>
                  </a:lnTo>
                  <a:lnTo>
                    <a:pt x="1550812" y="44262"/>
                  </a:lnTo>
                  <a:lnTo>
                    <a:pt x="1554091" y="45901"/>
                  </a:lnTo>
                  <a:lnTo>
                    <a:pt x="1559009" y="49180"/>
                  </a:lnTo>
                  <a:lnTo>
                    <a:pt x="1560649" y="52459"/>
                  </a:lnTo>
                  <a:lnTo>
                    <a:pt x="1563928" y="54098"/>
                  </a:lnTo>
                  <a:lnTo>
                    <a:pt x="1565567" y="57377"/>
                  </a:lnTo>
                  <a:lnTo>
                    <a:pt x="1568846" y="59016"/>
                  </a:lnTo>
                  <a:lnTo>
                    <a:pt x="1573763" y="60655"/>
                  </a:lnTo>
                  <a:lnTo>
                    <a:pt x="1572124" y="65573"/>
                  </a:lnTo>
                  <a:lnTo>
                    <a:pt x="1575402" y="68852"/>
                  </a:lnTo>
                  <a:lnTo>
                    <a:pt x="1580321" y="70492"/>
                  </a:lnTo>
                  <a:lnTo>
                    <a:pt x="1583599" y="73770"/>
                  </a:lnTo>
                  <a:lnTo>
                    <a:pt x="1586878" y="77049"/>
                  </a:lnTo>
                  <a:lnTo>
                    <a:pt x="1591796" y="78688"/>
                  </a:lnTo>
                  <a:lnTo>
                    <a:pt x="1593436" y="80328"/>
                  </a:lnTo>
                  <a:lnTo>
                    <a:pt x="1595075" y="85245"/>
                  </a:lnTo>
                  <a:lnTo>
                    <a:pt x="1599992" y="86885"/>
                  </a:lnTo>
                  <a:lnTo>
                    <a:pt x="1601632" y="90164"/>
                  </a:lnTo>
                  <a:lnTo>
                    <a:pt x="1604911" y="90164"/>
                  </a:lnTo>
                  <a:lnTo>
                    <a:pt x="1608189" y="95082"/>
                  </a:lnTo>
                  <a:lnTo>
                    <a:pt x="1611468" y="96721"/>
                  </a:lnTo>
                  <a:lnTo>
                    <a:pt x="1611468" y="100000"/>
                  </a:lnTo>
                  <a:lnTo>
                    <a:pt x="1614747" y="103278"/>
                  </a:lnTo>
                  <a:lnTo>
                    <a:pt x="1619665" y="106557"/>
                  </a:lnTo>
                  <a:lnTo>
                    <a:pt x="1622943" y="109836"/>
                  </a:lnTo>
                  <a:lnTo>
                    <a:pt x="1624582" y="109836"/>
                  </a:lnTo>
                  <a:lnTo>
                    <a:pt x="1627861" y="113114"/>
                  </a:lnTo>
                  <a:lnTo>
                    <a:pt x="1632779" y="114754"/>
                  </a:lnTo>
                  <a:lnTo>
                    <a:pt x="1636058" y="118032"/>
                  </a:lnTo>
                  <a:lnTo>
                    <a:pt x="1639337" y="121311"/>
                  </a:lnTo>
                  <a:lnTo>
                    <a:pt x="1642616" y="124590"/>
                  </a:lnTo>
                  <a:lnTo>
                    <a:pt x="1644255" y="127868"/>
                  </a:lnTo>
                  <a:lnTo>
                    <a:pt x="1645895" y="132786"/>
                  </a:lnTo>
                  <a:lnTo>
                    <a:pt x="1649172" y="136065"/>
                  </a:lnTo>
                  <a:lnTo>
                    <a:pt x="1654091" y="139344"/>
                  </a:lnTo>
                  <a:lnTo>
                    <a:pt x="1657369" y="139344"/>
                  </a:lnTo>
                  <a:lnTo>
                    <a:pt x="1659009" y="139344"/>
                  </a:lnTo>
                  <a:lnTo>
                    <a:pt x="1662288" y="140983"/>
                  </a:lnTo>
                  <a:lnTo>
                    <a:pt x="1662288" y="142622"/>
                  </a:lnTo>
                  <a:lnTo>
                    <a:pt x="1663927" y="145901"/>
                  </a:lnTo>
                  <a:lnTo>
                    <a:pt x="1665566" y="150819"/>
                  </a:lnTo>
                  <a:lnTo>
                    <a:pt x="1665566" y="152458"/>
                  </a:lnTo>
                  <a:lnTo>
                    <a:pt x="1668845" y="155737"/>
                  </a:lnTo>
                  <a:lnTo>
                    <a:pt x="1672124" y="159016"/>
                  </a:lnTo>
                  <a:lnTo>
                    <a:pt x="1675402" y="160655"/>
                  </a:lnTo>
                  <a:lnTo>
                    <a:pt x="1680320" y="163934"/>
                  </a:lnTo>
                  <a:lnTo>
                    <a:pt x="1683599" y="165573"/>
                  </a:lnTo>
                  <a:lnTo>
                    <a:pt x="1686878" y="167212"/>
                  </a:lnTo>
                  <a:lnTo>
                    <a:pt x="1691796" y="167212"/>
                  </a:lnTo>
                  <a:lnTo>
                    <a:pt x="1693435" y="168852"/>
                  </a:lnTo>
                  <a:lnTo>
                    <a:pt x="1698353" y="170491"/>
                  </a:lnTo>
                  <a:lnTo>
                    <a:pt x="1701631" y="170491"/>
                  </a:lnTo>
                  <a:lnTo>
                    <a:pt x="1704910" y="170491"/>
                  </a:lnTo>
                  <a:lnTo>
                    <a:pt x="1706549" y="168852"/>
                  </a:lnTo>
                  <a:lnTo>
                    <a:pt x="1709828" y="167212"/>
                  </a:lnTo>
                  <a:lnTo>
                    <a:pt x="1714746" y="168852"/>
                  </a:lnTo>
                  <a:lnTo>
                    <a:pt x="1714746" y="167212"/>
                  </a:lnTo>
                  <a:lnTo>
                    <a:pt x="1714746" y="167212"/>
                  </a:lnTo>
                  <a:lnTo>
                    <a:pt x="1718025" y="168852"/>
                  </a:lnTo>
                  <a:lnTo>
                    <a:pt x="1721304" y="168852"/>
                  </a:lnTo>
                  <a:lnTo>
                    <a:pt x="1722943" y="173770"/>
                  </a:lnTo>
                  <a:lnTo>
                    <a:pt x="1727861" y="173770"/>
                  </a:lnTo>
                  <a:lnTo>
                    <a:pt x="1729500" y="173770"/>
                  </a:lnTo>
                  <a:lnTo>
                    <a:pt x="1734418" y="177048"/>
                  </a:lnTo>
                  <a:lnTo>
                    <a:pt x="1737697" y="177048"/>
                  </a:lnTo>
                  <a:lnTo>
                    <a:pt x="1740976" y="177048"/>
                  </a:lnTo>
                  <a:lnTo>
                    <a:pt x="1745894" y="178688"/>
                  </a:lnTo>
                  <a:lnTo>
                    <a:pt x="1744255" y="175409"/>
                  </a:lnTo>
                  <a:lnTo>
                    <a:pt x="1747533" y="175409"/>
                  </a:lnTo>
                  <a:lnTo>
                    <a:pt x="1749173" y="177048"/>
                  </a:lnTo>
                  <a:lnTo>
                    <a:pt x="1752451" y="180327"/>
                  </a:lnTo>
                  <a:lnTo>
                    <a:pt x="1755729" y="181966"/>
                  </a:lnTo>
                  <a:lnTo>
                    <a:pt x="1759008" y="181966"/>
                  </a:lnTo>
                  <a:lnTo>
                    <a:pt x="1762287" y="185245"/>
                  </a:lnTo>
                  <a:lnTo>
                    <a:pt x="1765566" y="185245"/>
                  </a:lnTo>
                  <a:lnTo>
                    <a:pt x="1765566" y="185245"/>
                  </a:lnTo>
                  <a:lnTo>
                    <a:pt x="1768845" y="188524"/>
                  </a:lnTo>
                  <a:lnTo>
                    <a:pt x="1772123" y="191802"/>
                  </a:lnTo>
                  <a:lnTo>
                    <a:pt x="1775402" y="193442"/>
                  </a:lnTo>
                  <a:lnTo>
                    <a:pt x="1777041" y="193442"/>
                  </a:lnTo>
                  <a:lnTo>
                    <a:pt x="1778680" y="195081"/>
                  </a:lnTo>
                  <a:lnTo>
                    <a:pt x="1781959" y="196720"/>
                  </a:lnTo>
                  <a:lnTo>
                    <a:pt x="1785238" y="198360"/>
                  </a:lnTo>
                  <a:lnTo>
                    <a:pt x="1790156" y="198360"/>
                  </a:lnTo>
                  <a:lnTo>
                    <a:pt x="1793435" y="198360"/>
                  </a:lnTo>
                  <a:lnTo>
                    <a:pt x="1796713" y="199999"/>
                  </a:lnTo>
                  <a:lnTo>
                    <a:pt x="1799992" y="198360"/>
                  </a:lnTo>
                  <a:lnTo>
                    <a:pt x="1803270" y="199999"/>
                  </a:lnTo>
                  <a:lnTo>
                    <a:pt x="1803270" y="203278"/>
                  </a:lnTo>
                  <a:lnTo>
                    <a:pt x="1803270" y="206557"/>
                  </a:lnTo>
                  <a:lnTo>
                    <a:pt x="1804909" y="209835"/>
                  </a:lnTo>
                  <a:lnTo>
                    <a:pt x="1808188" y="211475"/>
                  </a:lnTo>
                  <a:lnTo>
                    <a:pt x="1813106" y="216392"/>
                  </a:lnTo>
                  <a:lnTo>
                    <a:pt x="1816385" y="216392"/>
                  </a:lnTo>
                  <a:lnTo>
                    <a:pt x="1818025" y="219671"/>
                  </a:lnTo>
                  <a:lnTo>
                    <a:pt x="1822943" y="222950"/>
                  </a:lnTo>
                  <a:lnTo>
                    <a:pt x="1822943" y="224589"/>
                  </a:lnTo>
                  <a:lnTo>
                    <a:pt x="1822943" y="227868"/>
                  </a:lnTo>
                  <a:lnTo>
                    <a:pt x="1822943" y="231147"/>
                  </a:lnTo>
                  <a:lnTo>
                    <a:pt x="1826222" y="234425"/>
                  </a:lnTo>
                  <a:lnTo>
                    <a:pt x="1827861" y="236065"/>
                  </a:lnTo>
                  <a:lnTo>
                    <a:pt x="1831139" y="237704"/>
                  </a:lnTo>
                  <a:lnTo>
                    <a:pt x="1836057" y="240982"/>
                  </a:lnTo>
                  <a:lnTo>
                    <a:pt x="1839336" y="242622"/>
                  </a:lnTo>
                  <a:lnTo>
                    <a:pt x="1840975" y="247540"/>
                  </a:lnTo>
                  <a:lnTo>
                    <a:pt x="1845893" y="249179"/>
                  </a:lnTo>
                  <a:lnTo>
                    <a:pt x="1849172" y="250819"/>
                  </a:lnTo>
                  <a:lnTo>
                    <a:pt x="1849172" y="249179"/>
                  </a:lnTo>
                  <a:lnTo>
                    <a:pt x="1854090" y="247540"/>
                  </a:lnTo>
                  <a:lnTo>
                    <a:pt x="1857368" y="247540"/>
                  </a:lnTo>
                  <a:lnTo>
                    <a:pt x="1860647" y="247540"/>
                  </a:lnTo>
                  <a:lnTo>
                    <a:pt x="1862286" y="247540"/>
                  </a:lnTo>
                  <a:lnTo>
                    <a:pt x="1865565" y="250819"/>
                  </a:lnTo>
                  <a:lnTo>
                    <a:pt x="1868844" y="249179"/>
                  </a:lnTo>
                  <a:lnTo>
                    <a:pt x="1873762" y="250819"/>
                  </a:lnTo>
                  <a:lnTo>
                    <a:pt x="1877041" y="250819"/>
                  </a:lnTo>
                  <a:lnTo>
                    <a:pt x="1880319" y="249179"/>
                  </a:lnTo>
                  <a:lnTo>
                    <a:pt x="1883598" y="249179"/>
                  </a:lnTo>
                  <a:lnTo>
                    <a:pt x="1888516" y="247540"/>
                  </a:lnTo>
                  <a:lnTo>
                    <a:pt x="1891795" y="247540"/>
                  </a:lnTo>
                  <a:lnTo>
                    <a:pt x="1896713" y="249179"/>
                  </a:lnTo>
                  <a:lnTo>
                    <a:pt x="1896713" y="245901"/>
                  </a:lnTo>
                  <a:lnTo>
                    <a:pt x="1896713" y="242622"/>
                  </a:lnTo>
                  <a:lnTo>
                    <a:pt x="1896713" y="237704"/>
                  </a:lnTo>
                  <a:lnTo>
                    <a:pt x="1901631" y="236065"/>
                  </a:lnTo>
                  <a:lnTo>
                    <a:pt x="1904910" y="231147"/>
                  </a:lnTo>
                  <a:lnTo>
                    <a:pt x="1908188" y="231147"/>
                  </a:lnTo>
                  <a:lnTo>
                    <a:pt x="1913106" y="231147"/>
                  </a:lnTo>
                  <a:lnTo>
                    <a:pt x="1916385" y="231147"/>
                  </a:lnTo>
                  <a:lnTo>
                    <a:pt x="1919663" y="232786"/>
                  </a:lnTo>
                  <a:lnTo>
                    <a:pt x="1919663" y="232786"/>
                  </a:lnTo>
                  <a:lnTo>
                    <a:pt x="1919663" y="227868"/>
                  </a:lnTo>
                  <a:lnTo>
                    <a:pt x="1924582" y="226229"/>
                  </a:lnTo>
                  <a:lnTo>
                    <a:pt x="1927860" y="224589"/>
                  </a:lnTo>
                  <a:lnTo>
                    <a:pt x="1931139" y="222950"/>
                  </a:lnTo>
                  <a:lnTo>
                    <a:pt x="1932778" y="221310"/>
                  </a:lnTo>
                  <a:lnTo>
                    <a:pt x="1936056" y="221310"/>
                  </a:lnTo>
                  <a:lnTo>
                    <a:pt x="1937696" y="219671"/>
                  </a:lnTo>
                  <a:lnTo>
                    <a:pt x="1942614" y="219671"/>
                  </a:lnTo>
                  <a:lnTo>
                    <a:pt x="1942614" y="219671"/>
                  </a:lnTo>
                  <a:lnTo>
                    <a:pt x="1944253" y="221310"/>
                  </a:lnTo>
                  <a:lnTo>
                    <a:pt x="1947532" y="221310"/>
                  </a:lnTo>
                  <a:lnTo>
                    <a:pt x="1949172" y="221310"/>
                  </a:lnTo>
                  <a:lnTo>
                    <a:pt x="1952450" y="224589"/>
                  </a:lnTo>
                  <a:lnTo>
                    <a:pt x="1955729" y="224589"/>
                  </a:lnTo>
                  <a:lnTo>
                    <a:pt x="1955729" y="226229"/>
                  </a:lnTo>
                  <a:lnTo>
                    <a:pt x="1957369" y="229507"/>
                  </a:lnTo>
                  <a:lnTo>
                    <a:pt x="1957369" y="234425"/>
                  </a:lnTo>
                  <a:lnTo>
                    <a:pt x="1959007" y="237704"/>
                  </a:lnTo>
                  <a:lnTo>
                    <a:pt x="1962286" y="240982"/>
                  </a:lnTo>
                  <a:lnTo>
                    <a:pt x="1967204" y="244261"/>
                  </a:lnTo>
                  <a:lnTo>
                    <a:pt x="1968843" y="245901"/>
                  </a:lnTo>
                  <a:lnTo>
                    <a:pt x="1972122" y="247540"/>
                  </a:lnTo>
                  <a:lnTo>
                    <a:pt x="1972122" y="252458"/>
                  </a:lnTo>
                  <a:lnTo>
                    <a:pt x="1972122" y="255737"/>
                  </a:lnTo>
                  <a:lnTo>
                    <a:pt x="1972122" y="259015"/>
                  </a:lnTo>
                  <a:lnTo>
                    <a:pt x="1967204" y="260655"/>
                  </a:lnTo>
                  <a:lnTo>
                    <a:pt x="1963925" y="263933"/>
                  </a:lnTo>
                  <a:lnTo>
                    <a:pt x="1963925" y="267212"/>
                  </a:lnTo>
                  <a:lnTo>
                    <a:pt x="1967204" y="272130"/>
                  </a:lnTo>
                  <a:lnTo>
                    <a:pt x="1970483" y="275409"/>
                  </a:lnTo>
                  <a:lnTo>
                    <a:pt x="1968843" y="278687"/>
                  </a:lnTo>
                  <a:lnTo>
                    <a:pt x="1970483" y="281966"/>
                  </a:lnTo>
                  <a:lnTo>
                    <a:pt x="1970483" y="285245"/>
                  </a:lnTo>
                  <a:lnTo>
                    <a:pt x="1970483" y="286884"/>
                  </a:lnTo>
                  <a:lnTo>
                    <a:pt x="1973762" y="291802"/>
                  </a:lnTo>
                  <a:lnTo>
                    <a:pt x="1975401" y="295081"/>
                  </a:lnTo>
                  <a:lnTo>
                    <a:pt x="1973762" y="296720"/>
                  </a:lnTo>
                  <a:lnTo>
                    <a:pt x="1973762" y="299999"/>
                  </a:lnTo>
                  <a:lnTo>
                    <a:pt x="1975401" y="299999"/>
                  </a:lnTo>
                  <a:lnTo>
                    <a:pt x="1975401" y="303277"/>
                  </a:lnTo>
                  <a:lnTo>
                    <a:pt x="1980319" y="304917"/>
                  </a:lnTo>
                  <a:lnTo>
                    <a:pt x="1980319" y="309835"/>
                  </a:lnTo>
                  <a:lnTo>
                    <a:pt x="1981959" y="313113"/>
                  </a:lnTo>
                  <a:lnTo>
                    <a:pt x="1977040" y="316392"/>
                  </a:lnTo>
                  <a:lnTo>
                    <a:pt x="1980319" y="319671"/>
                  </a:lnTo>
                  <a:lnTo>
                    <a:pt x="1981959" y="324589"/>
                  </a:lnTo>
                  <a:lnTo>
                    <a:pt x="1981959" y="324589"/>
                  </a:lnTo>
                  <a:lnTo>
                    <a:pt x="1978680" y="327867"/>
                  </a:lnTo>
                  <a:lnTo>
                    <a:pt x="1978680" y="329507"/>
                  </a:lnTo>
                  <a:lnTo>
                    <a:pt x="1980319" y="332785"/>
                  </a:lnTo>
                  <a:lnTo>
                    <a:pt x="1983598" y="337703"/>
                  </a:lnTo>
                  <a:lnTo>
                    <a:pt x="1983598" y="340982"/>
                  </a:lnTo>
                  <a:lnTo>
                    <a:pt x="1980319" y="342622"/>
                  </a:lnTo>
                  <a:lnTo>
                    <a:pt x="1977040" y="345900"/>
                  </a:lnTo>
                  <a:lnTo>
                    <a:pt x="1977040" y="347539"/>
                  </a:lnTo>
                  <a:lnTo>
                    <a:pt x="1978680" y="350818"/>
                  </a:lnTo>
                  <a:lnTo>
                    <a:pt x="1980319" y="355736"/>
                  </a:lnTo>
                  <a:lnTo>
                    <a:pt x="1983598" y="359015"/>
                  </a:lnTo>
                  <a:lnTo>
                    <a:pt x="1983598" y="362294"/>
                  </a:lnTo>
                  <a:lnTo>
                    <a:pt x="1980319" y="363933"/>
                  </a:lnTo>
                  <a:lnTo>
                    <a:pt x="1977040" y="363933"/>
                  </a:lnTo>
                  <a:lnTo>
                    <a:pt x="1972122" y="362294"/>
                  </a:lnTo>
                  <a:lnTo>
                    <a:pt x="1968843" y="362294"/>
                  </a:lnTo>
                  <a:lnTo>
                    <a:pt x="1965565" y="360654"/>
                  </a:lnTo>
                  <a:lnTo>
                    <a:pt x="1962286" y="359015"/>
                  </a:lnTo>
                  <a:lnTo>
                    <a:pt x="1957369" y="359015"/>
                  </a:lnTo>
                  <a:lnTo>
                    <a:pt x="1954090" y="357375"/>
                  </a:lnTo>
                  <a:lnTo>
                    <a:pt x="1950811" y="357375"/>
                  </a:lnTo>
                  <a:lnTo>
                    <a:pt x="1947532" y="355736"/>
                  </a:lnTo>
                  <a:lnTo>
                    <a:pt x="1942614" y="355736"/>
                  </a:lnTo>
                  <a:lnTo>
                    <a:pt x="1942614" y="355736"/>
                  </a:lnTo>
                  <a:lnTo>
                    <a:pt x="1939335" y="352457"/>
                  </a:lnTo>
                  <a:lnTo>
                    <a:pt x="1934417" y="354097"/>
                  </a:lnTo>
                  <a:lnTo>
                    <a:pt x="1936056" y="355736"/>
                  </a:lnTo>
                  <a:lnTo>
                    <a:pt x="1932778" y="359015"/>
                  </a:lnTo>
                  <a:lnTo>
                    <a:pt x="1932778" y="363933"/>
                  </a:lnTo>
                  <a:lnTo>
                    <a:pt x="1931139" y="365572"/>
                  </a:lnTo>
                  <a:lnTo>
                    <a:pt x="1927860" y="367212"/>
                  </a:lnTo>
                  <a:lnTo>
                    <a:pt x="1924582" y="368851"/>
                  </a:lnTo>
                  <a:lnTo>
                    <a:pt x="1919663" y="368851"/>
                  </a:lnTo>
                  <a:lnTo>
                    <a:pt x="1918024" y="372129"/>
                  </a:lnTo>
                  <a:lnTo>
                    <a:pt x="1921303" y="375408"/>
                  </a:lnTo>
                  <a:lnTo>
                    <a:pt x="1924582" y="378687"/>
                  </a:lnTo>
                  <a:lnTo>
                    <a:pt x="1929500" y="383605"/>
                  </a:lnTo>
                  <a:lnTo>
                    <a:pt x="1931139" y="385244"/>
                  </a:lnTo>
                  <a:lnTo>
                    <a:pt x="1934417" y="388523"/>
                  </a:lnTo>
                  <a:lnTo>
                    <a:pt x="1936056" y="391802"/>
                  </a:lnTo>
                  <a:lnTo>
                    <a:pt x="1939335" y="396719"/>
                  </a:lnTo>
                  <a:lnTo>
                    <a:pt x="1942614" y="399998"/>
                  </a:lnTo>
                  <a:lnTo>
                    <a:pt x="1945893" y="403277"/>
                  </a:lnTo>
                  <a:lnTo>
                    <a:pt x="1947532" y="408195"/>
                  </a:lnTo>
                  <a:lnTo>
                    <a:pt x="1947532" y="408195"/>
                  </a:lnTo>
                  <a:lnTo>
                    <a:pt x="1950811" y="411474"/>
                  </a:lnTo>
                  <a:lnTo>
                    <a:pt x="1950811" y="416392"/>
                  </a:lnTo>
                  <a:lnTo>
                    <a:pt x="1952450" y="419670"/>
                  </a:lnTo>
                  <a:lnTo>
                    <a:pt x="1955729" y="422949"/>
                  </a:lnTo>
                  <a:lnTo>
                    <a:pt x="1957369" y="427867"/>
                  </a:lnTo>
                  <a:lnTo>
                    <a:pt x="1960646" y="431146"/>
                  </a:lnTo>
                  <a:lnTo>
                    <a:pt x="1962286" y="432785"/>
                  </a:lnTo>
                  <a:lnTo>
                    <a:pt x="1965565" y="436064"/>
                  </a:lnTo>
                  <a:lnTo>
                    <a:pt x="1967204" y="439342"/>
                  </a:lnTo>
                  <a:lnTo>
                    <a:pt x="1965565" y="442621"/>
                  </a:lnTo>
                  <a:lnTo>
                    <a:pt x="1968843" y="447539"/>
                  </a:lnTo>
                  <a:lnTo>
                    <a:pt x="1967204" y="450818"/>
                  </a:lnTo>
                  <a:lnTo>
                    <a:pt x="1968843" y="454096"/>
                  </a:lnTo>
                  <a:lnTo>
                    <a:pt x="1968843" y="459014"/>
                  </a:lnTo>
                  <a:lnTo>
                    <a:pt x="1963925" y="459014"/>
                  </a:lnTo>
                  <a:lnTo>
                    <a:pt x="1960646" y="457375"/>
                  </a:lnTo>
                  <a:lnTo>
                    <a:pt x="1957369" y="460654"/>
                  </a:lnTo>
                  <a:lnTo>
                    <a:pt x="1954090" y="462293"/>
                  </a:lnTo>
                  <a:lnTo>
                    <a:pt x="1950811" y="465572"/>
                  </a:lnTo>
                  <a:lnTo>
                    <a:pt x="1954090" y="467211"/>
                  </a:lnTo>
                  <a:lnTo>
                    <a:pt x="1959007" y="467211"/>
                  </a:lnTo>
                  <a:lnTo>
                    <a:pt x="1960646" y="472129"/>
                  </a:lnTo>
                  <a:lnTo>
                    <a:pt x="1962286" y="475408"/>
                  </a:lnTo>
                  <a:lnTo>
                    <a:pt x="1963925" y="478686"/>
                  </a:lnTo>
                  <a:lnTo>
                    <a:pt x="1960646" y="475408"/>
                  </a:lnTo>
                  <a:lnTo>
                    <a:pt x="1959007" y="473768"/>
                  </a:lnTo>
                  <a:lnTo>
                    <a:pt x="1957369" y="472129"/>
                  </a:lnTo>
                  <a:lnTo>
                    <a:pt x="1954090" y="470490"/>
                  </a:lnTo>
                  <a:lnTo>
                    <a:pt x="1952450" y="468850"/>
                  </a:lnTo>
                  <a:lnTo>
                    <a:pt x="1947532" y="467211"/>
                  </a:lnTo>
                  <a:lnTo>
                    <a:pt x="1944253" y="465572"/>
                  </a:lnTo>
                  <a:lnTo>
                    <a:pt x="1942614" y="462293"/>
                  </a:lnTo>
                  <a:lnTo>
                    <a:pt x="1940975" y="459014"/>
                  </a:lnTo>
                  <a:lnTo>
                    <a:pt x="1940975" y="457375"/>
                  </a:lnTo>
                  <a:lnTo>
                    <a:pt x="1937696" y="457375"/>
                  </a:lnTo>
                  <a:lnTo>
                    <a:pt x="1932778" y="454096"/>
                  </a:lnTo>
                  <a:lnTo>
                    <a:pt x="1929500" y="454096"/>
                  </a:lnTo>
                  <a:lnTo>
                    <a:pt x="1929500" y="454096"/>
                  </a:lnTo>
                  <a:lnTo>
                    <a:pt x="1924582" y="454096"/>
                  </a:lnTo>
                  <a:lnTo>
                    <a:pt x="1924582" y="454096"/>
                  </a:lnTo>
                  <a:lnTo>
                    <a:pt x="1926221" y="459014"/>
                  </a:lnTo>
                  <a:lnTo>
                    <a:pt x="1926221" y="462293"/>
                  </a:lnTo>
                  <a:lnTo>
                    <a:pt x="1927860" y="465572"/>
                  </a:lnTo>
                  <a:lnTo>
                    <a:pt x="1927860" y="465572"/>
                  </a:lnTo>
                  <a:lnTo>
                    <a:pt x="1929500" y="470490"/>
                  </a:lnTo>
                  <a:lnTo>
                    <a:pt x="1931139" y="473768"/>
                  </a:lnTo>
                  <a:lnTo>
                    <a:pt x="1931139" y="477047"/>
                  </a:lnTo>
                  <a:lnTo>
                    <a:pt x="1927860" y="478686"/>
                  </a:lnTo>
                  <a:lnTo>
                    <a:pt x="1926221" y="478686"/>
                  </a:lnTo>
                  <a:lnTo>
                    <a:pt x="1926221" y="478686"/>
                  </a:lnTo>
                  <a:lnTo>
                    <a:pt x="1922942" y="477047"/>
                  </a:lnTo>
                  <a:lnTo>
                    <a:pt x="1919663" y="478686"/>
                  </a:lnTo>
                  <a:lnTo>
                    <a:pt x="1918024" y="481965"/>
                  </a:lnTo>
                  <a:lnTo>
                    <a:pt x="1919663" y="485244"/>
                  </a:lnTo>
                  <a:lnTo>
                    <a:pt x="1919663" y="488522"/>
                  </a:lnTo>
                  <a:lnTo>
                    <a:pt x="1916385" y="491801"/>
                  </a:lnTo>
                  <a:lnTo>
                    <a:pt x="1913106" y="495080"/>
                  </a:lnTo>
                  <a:lnTo>
                    <a:pt x="1909827" y="495080"/>
                  </a:lnTo>
                  <a:lnTo>
                    <a:pt x="1904910" y="495080"/>
                  </a:lnTo>
                  <a:lnTo>
                    <a:pt x="1901631" y="496719"/>
                  </a:lnTo>
                  <a:lnTo>
                    <a:pt x="1898352" y="496719"/>
                  </a:lnTo>
                  <a:lnTo>
                    <a:pt x="1898352" y="495080"/>
                  </a:lnTo>
                  <a:lnTo>
                    <a:pt x="1895073" y="495080"/>
                  </a:lnTo>
                  <a:lnTo>
                    <a:pt x="1891795" y="495080"/>
                  </a:lnTo>
                  <a:lnTo>
                    <a:pt x="1888516" y="495080"/>
                  </a:lnTo>
                  <a:lnTo>
                    <a:pt x="1883598" y="496719"/>
                  </a:lnTo>
                  <a:lnTo>
                    <a:pt x="1885237" y="498359"/>
                  </a:lnTo>
                  <a:lnTo>
                    <a:pt x="1888516" y="503276"/>
                  </a:lnTo>
                  <a:lnTo>
                    <a:pt x="1890155" y="504916"/>
                  </a:lnTo>
                  <a:lnTo>
                    <a:pt x="1893434" y="508194"/>
                  </a:lnTo>
                  <a:lnTo>
                    <a:pt x="1893434" y="508194"/>
                  </a:lnTo>
                  <a:lnTo>
                    <a:pt x="1895073" y="509834"/>
                  </a:lnTo>
                  <a:lnTo>
                    <a:pt x="1898352" y="511473"/>
                  </a:lnTo>
                  <a:lnTo>
                    <a:pt x="1903270" y="514752"/>
                  </a:lnTo>
                  <a:lnTo>
                    <a:pt x="1903270" y="518031"/>
                  </a:lnTo>
                  <a:lnTo>
                    <a:pt x="1903270" y="522949"/>
                  </a:lnTo>
                  <a:lnTo>
                    <a:pt x="1899992" y="522949"/>
                  </a:lnTo>
                  <a:lnTo>
                    <a:pt x="1895073" y="521309"/>
                  </a:lnTo>
                  <a:lnTo>
                    <a:pt x="1893434" y="521309"/>
                  </a:lnTo>
                  <a:lnTo>
                    <a:pt x="1890155" y="522949"/>
                  </a:lnTo>
                  <a:lnTo>
                    <a:pt x="1886876" y="521309"/>
                  </a:lnTo>
                  <a:lnTo>
                    <a:pt x="1883598" y="522949"/>
                  </a:lnTo>
                  <a:lnTo>
                    <a:pt x="1878680" y="521309"/>
                  </a:lnTo>
                  <a:lnTo>
                    <a:pt x="1875402" y="519670"/>
                  </a:lnTo>
                  <a:lnTo>
                    <a:pt x="1872123" y="519670"/>
                  </a:lnTo>
                  <a:lnTo>
                    <a:pt x="1868844" y="518031"/>
                  </a:lnTo>
                  <a:lnTo>
                    <a:pt x="1865565" y="518031"/>
                  </a:lnTo>
                  <a:lnTo>
                    <a:pt x="1860647" y="514752"/>
                  </a:lnTo>
                  <a:lnTo>
                    <a:pt x="1857368" y="511473"/>
                  </a:lnTo>
                  <a:lnTo>
                    <a:pt x="1855729" y="509834"/>
                  </a:lnTo>
                  <a:lnTo>
                    <a:pt x="1852451" y="506555"/>
                  </a:lnTo>
                  <a:lnTo>
                    <a:pt x="1849172" y="504916"/>
                  </a:lnTo>
                  <a:lnTo>
                    <a:pt x="1847533" y="508194"/>
                  </a:lnTo>
                  <a:lnTo>
                    <a:pt x="1842615" y="511473"/>
                  </a:lnTo>
                  <a:lnTo>
                    <a:pt x="1840975" y="511473"/>
                  </a:lnTo>
                  <a:lnTo>
                    <a:pt x="1842615" y="514752"/>
                  </a:lnTo>
                  <a:lnTo>
                    <a:pt x="1842615" y="518031"/>
                  </a:lnTo>
                  <a:lnTo>
                    <a:pt x="1842615" y="521309"/>
                  </a:lnTo>
                  <a:lnTo>
                    <a:pt x="1842615" y="522949"/>
                  </a:lnTo>
                  <a:lnTo>
                    <a:pt x="1842615" y="526227"/>
                  </a:lnTo>
                  <a:lnTo>
                    <a:pt x="1840975" y="529506"/>
                  </a:lnTo>
                  <a:lnTo>
                    <a:pt x="1840975" y="532784"/>
                  </a:lnTo>
                  <a:lnTo>
                    <a:pt x="1839336" y="534424"/>
                  </a:lnTo>
                  <a:lnTo>
                    <a:pt x="1837696" y="537703"/>
                  </a:lnTo>
                  <a:lnTo>
                    <a:pt x="1836057" y="540981"/>
                  </a:lnTo>
                  <a:lnTo>
                    <a:pt x="1834418" y="545899"/>
                  </a:lnTo>
                  <a:lnTo>
                    <a:pt x="1831139" y="545899"/>
                  </a:lnTo>
                  <a:lnTo>
                    <a:pt x="1826222" y="545899"/>
                  </a:lnTo>
                  <a:lnTo>
                    <a:pt x="1826222" y="547539"/>
                  </a:lnTo>
                  <a:lnTo>
                    <a:pt x="1826222" y="550817"/>
                  </a:lnTo>
                  <a:lnTo>
                    <a:pt x="1822943" y="552456"/>
                  </a:lnTo>
                  <a:lnTo>
                    <a:pt x="1821303" y="555735"/>
                  </a:lnTo>
                  <a:lnTo>
                    <a:pt x="1818025" y="555735"/>
                  </a:lnTo>
                  <a:lnTo>
                    <a:pt x="1818025" y="555735"/>
                  </a:lnTo>
                  <a:lnTo>
                    <a:pt x="1814746" y="557374"/>
                  </a:lnTo>
                  <a:lnTo>
                    <a:pt x="1809828" y="560653"/>
                  </a:lnTo>
                  <a:lnTo>
                    <a:pt x="1809828" y="563932"/>
                  </a:lnTo>
                  <a:lnTo>
                    <a:pt x="1808188" y="563932"/>
                  </a:lnTo>
                  <a:lnTo>
                    <a:pt x="1808188" y="563932"/>
                  </a:lnTo>
                  <a:lnTo>
                    <a:pt x="1804909" y="563932"/>
                  </a:lnTo>
                  <a:lnTo>
                    <a:pt x="1803270" y="568850"/>
                  </a:lnTo>
                  <a:lnTo>
                    <a:pt x="1799992" y="572129"/>
                  </a:lnTo>
                  <a:lnTo>
                    <a:pt x="1798353" y="575407"/>
                  </a:lnTo>
                  <a:lnTo>
                    <a:pt x="1795074" y="578686"/>
                  </a:lnTo>
                  <a:lnTo>
                    <a:pt x="1795074" y="580325"/>
                  </a:lnTo>
                  <a:lnTo>
                    <a:pt x="1795074" y="580325"/>
                  </a:lnTo>
                  <a:lnTo>
                    <a:pt x="1795074" y="580325"/>
                  </a:lnTo>
                  <a:lnTo>
                    <a:pt x="1796713" y="583604"/>
                  </a:lnTo>
                  <a:lnTo>
                    <a:pt x="1795074" y="588522"/>
                  </a:lnTo>
                  <a:lnTo>
                    <a:pt x="1791795" y="591801"/>
                  </a:lnTo>
                  <a:lnTo>
                    <a:pt x="1788516" y="591801"/>
                  </a:lnTo>
                  <a:lnTo>
                    <a:pt x="1785238" y="591801"/>
                  </a:lnTo>
                  <a:lnTo>
                    <a:pt x="1781959" y="591801"/>
                  </a:lnTo>
                  <a:lnTo>
                    <a:pt x="1777041" y="591801"/>
                  </a:lnTo>
                  <a:lnTo>
                    <a:pt x="1773763" y="588522"/>
                  </a:lnTo>
                  <a:lnTo>
                    <a:pt x="1773763" y="591801"/>
                  </a:lnTo>
                  <a:lnTo>
                    <a:pt x="1772123" y="593440"/>
                  </a:lnTo>
                  <a:lnTo>
                    <a:pt x="1772123" y="593440"/>
                  </a:lnTo>
                  <a:lnTo>
                    <a:pt x="1767205" y="593440"/>
                  </a:lnTo>
                  <a:lnTo>
                    <a:pt x="1763926" y="593440"/>
                  </a:lnTo>
                  <a:lnTo>
                    <a:pt x="1763926" y="596719"/>
                  </a:lnTo>
                  <a:lnTo>
                    <a:pt x="1760648" y="598358"/>
                  </a:lnTo>
                  <a:lnTo>
                    <a:pt x="1757369" y="598358"/>
                  </a:lnTo>
                  <a:lnTo>
                    <a:pt x="1752451" y="601637"/>
                  </a:lnTo>
                  <a:lnTo>
                    <a:pt x="1749173" y="603276"/>
                  </a:lnTo>
                  <a:lnTo>
                    <a:pt x="1745894" y="604915"/>
                  </a:lnTo>
                  <a:lnTo>
                    <a:pt x="1742615" y="608194"/>
                  </a:lnTo>
                  <a:lnTo>
                    <a:pt x="1739336" y="609833"/>
                  </a:lnTo>
                  <a:lnTo>
                    <a:pt x="1736058" y="613112"/>
                  </a:lnTo>
                  <a:lnTo>
                    <a:pt x="1734418" y="616391"/>
                  </a:lnTo>
                  <a:lnTo>
                    <a:pt x="1732779" y="621309"/>
                  </a:lnTo>
                  <a:lnTo>
                    <a:pt x="1732779" y="624587"/>
                  </a:lnTo>
                  <a:lnTo>
                    <a:pt x="1729500" y="626227"/>
                  </a:lnTo>
                  <a:lnTo>
                    <a:pt x="1729500" y="629505"/>
                  </a:lnTo>
                  <a:lnTo>
                    <a:pt x="1726221" y="627866"/>
                  </a:lnTo>
                  <a:lnTo>
                    <a:pt x="1724583" y="627866"/>
                  </a:lnTo>
                  <a:lnTo>
                    <a:pt x="1721304" y="627866"/>
                  </a:lnTo>
                  <a:lnTo>
                    <a:pt x="1722943" y="631145"/>
                  </a:lnTo>
                  <a:lnTo>
                    <a:pt x="1719665" y="634423"/>
                  </a:lnTo>
                  <a:lnTo>
                    <a:pt x="1714746" y="636063"/>
                  </a:lnTo>
                  <a:lnTo>
                    <a:pt x="1711468" y="637702"/>
                  </a:lnTo>
                  <a:lnTo>
                    <a:pt x="1708189" y="640981"/>
                  </a:lnTo>
                  <a:lnTo>
                    <a:pt x="1704910" y="636063"/>
                  </a:lnTo>
                  <a:lnTo>
                    <a:pt x="1703271" y="632784"/>
                  </a:lnTo>
                  <a:lnTo>
                    <a:pt x="1708189" y="629505"/>
                  </a:lnTo>
                  <a:lnTo>
                    <a:pt x="1709828" y="626227"/>
                  </a:lnTo>
                  <a:lnTo>
                    <a:pt x="1713107" y="627866"/>
                  </a:lnTo>
                  <a:lnTo>
                    <a:pt x="1716386" y="624587"/>
                  </a:lnTo>
                  <a:lnTo>
                    <a:pt x="1718025" y="621309"/>
                  </a:lnTo>
                  <a:lnTo>
                    <a:pt x="1714746" y="618030"/>
                  </a:lnTo>
                  <a:lnTo>
                    <a:pt x="1716386" y="613112"/>
                  </a:lnTo>
                  <a:lnTo>
                    <a:pt x="1719665" y="611473"/>
                  </a:lnTo>
                  <a:lnTo>
                    <a:pt x="1722943" y="609833"/>
                  </a:lnTo>
                  <a:lnTo>
                    <a:pt x="1718025" y="611473"/>
                  </a:lnTo>
                  <a:lnTo>
                    <a:pt x="1714746" y="609833"/>
                  </a:lnTo>
                  <a:lnTo>
                    <a:pt x="1711468" y="611473"/>
                  </a:lnTo>
                  <a:lnTo>
                    <a:pt x="1708189" y="611473"/>
                  </a:lnTo>
                  <a:lnTo>
                    <a:pt x="1704910" y="608194"/>
                  </a:lnTo>
                  <a:lnTo>
                    <a:pt x="1701631" y="604915"/>
                  </a:lnTo>
                  <a:lnTo>
                    <a:pt x="1698353" y="604915"/>
                  </a:lnTo>
                  <a:lnTo>
                    <a:pt x="1695075" y="604915"/>
                  </a:lnTo>
                  <a:lnTo>
                    <a:pt x="1698353" y="601637"/>
                  </a:lnTo>
                  <a:lnTo>
                    <a:pt x="1703271" y="599997"/>
                  </a:lnTo>
                  <a:lnTo>
                    <a:pt x="1699992" y="596719"/>
                  </a:lnTo>
                  <a:lnTo>
                    <a:pt x="1698353" y="591801"/>
                  </a:lnTo>
                  <a:lnTo>
                    <a:pt x="1701631" y="590161"/>
                  </a:lnTo>
                  <a:lnTo>
                    <a:pt x="1704910" y="588522"/>
                  </a:lnTo>
                  <a:lnTo>
                    <a:pt x="1708189" y="583604"/>
                  </a:lnTo>
                  <a:lnTo>
                    <a:pt x="1708189" y="580325"/>
                  </a:lnTo>
                  <a:lnTo>
                    <a:pt x="1709828" y="578686"/>
                  </a:lnTo>
                  <a:lnTo>
                    <a:pt x="1709828" y="575407"/>
                  </a:lnTo>
                  <a:lnTo>
                    <a:pt x="1711468" y="570489"/>
                  </a:lnTo>
                  <a:lnTo>
                    <a:pt x="1713107" y="567211"/>
                  </a:lnTo>
                  <a:lnTo>
                    <a:pt x="1713107" y="563932"/>
                  </a:lnTo>
                  <a:lnTo>
                    <a:pt x="1711468" y="560653"/>
                  </a:lnTo>
                  <a:lnTo>
                    <a:pt x="1708189" y="559014"/>
                  </a:lnTo>
                  <a:lnTo>
                    <a:pt x="1704910" y="554096"/>
                  </a:lnTo>
                  <a:lnTo>
                    <a:pt x="1704910" y="554096"/>
                  </a:lnTo>
                  <a:lnTo>
                    <a:pt x="1699992" y="552456"/>
                  </a:lnTo>
                  <a:lnTo>
                    <a:pt x="1696714" y="550817"/>
                  </a:lnTo>
                  <a:lnTo>
                    <a:pt x="1693435" y="549178"/>
                  </a:lnTo>
                  <a:lnTo>
                    <a:pt x="1688517" y="545899"/>
                  </a:lnTo>
                  <a:lnTo>
                    <a:pt x="1688517" y="540981"/>
                  </a:lnTo>
                  <a:lnTo>
                    <a:pt x="1688517" y="540981"/>
                  </a:lnTo>
                  <a:lnTo>
                    <a:pt x="1686878" y="544260"/>
                  </a:lnTo>
                  <a:lnTo>
                    <a:pt x="1683599" y="547539"/>
                  </a:lnTo>
                  <a:lnTo>
                    <a:pt x="1680320" y="547539"/>
                  </a:lnTo>
                  <a:lnTo>
                    <a:pt x="1677041" y="544260"/>
                  </a:lnTo>
                  <a:lnTo>
                    <a:pt x="1672124" y="544260"/>
                  </a:lnTo>
                  <a:lnTo>
                    <a:pt x="1668845" y="544260"/>
                  </a:lnTo>
                  <a:lnTo>
                    <a:pt x="1665566" y="542621"/>
                  </a:lnTo>
                  <a:lnTo>
                    <a:pt x="1662288" y="545899"/>
                  </a:lnTo>
                  <a:lnTo>
                    <a:pt x="1660648" y="549178"/>
                  </a:lnTo>
                  <a:lnTo>
                    <a:pt x="1663927" y="552456"/>
                  </a:lnTo>
                  <a:lnTo>
                    <a:pt x="1660648" y="554096"/>
                  </a:lnTo>
                  <a:lnTo>
                    <a:pt x="1659009" y="554096"/>
                  </a:lnTo>
                  <a:lnTo>
                    <a:pt x="1657369" y="559014"/>
                  </a:lnTo>
                  <a:lnTo>
                    <a:pt x="1655730" y="562293"/>
                  </a:lnTo>
                  <a:lnTo>
                    <a:pt x="1655730" y="565571"/>
                  </a:lnTo>
                  <a:lnTo>
                    <a:pt x="1654091" y="570489"/>
                  </a:lnTo>
                  <a:lnTo>
                    <a:pt x="1654091" y="570489"/>
                  </a:lnTo>
                  <a:lnTo>
                    <a:pt x="1654091" y="575407"/>
                  </a:lnTo>
                  <a:lnTo>
                    <a:pt x="1650812" y="575407"/>
                  </a:lnTo>
                  <a:lnTo>
                    <a:pt x="1645895" y="578686"/>
                  </a:lnTo>
                  <a:lnTo>
                    <a:pt x="1642616" y="580325"/>
                  </a:lnTo>
                  <a:lnTo>
                    <a:pt x="1640976" y="581965"/>
                  </a:lnTo>
                  <a:lnTo>
                    <a:pt x="1637698" y="583604"/>
                  </a:lnTo>
                  <a:lnTo>
                    <a:pt x="1636058" y="585243"/>
                  </a:lnTo>
                  <a:lnTo>
                    <a:pt x="1636058" y="585243"/>
                  </a:lnTo>
                  <a:lnTo>
                    <a:pt x="1634419" y="586883"/>
                  </a:lnTo>
                  <a:lnTo>
                    <a:pt x="1629501" y="588522"/>
                  </a:lnTo>
                  <a:lnTo>
                    <a:pt x="1627861" y="591801"/>
                  </a:lnTo>
                  <a:lnTo>
                    <a:pt x="1624582" y="595079"/>
                  </a:lnTo>
                  <a:lnTo>
                    <a:pt x="1624582" y="598358"/>
                  </a:lnTo>
                  <a:lnTo>
                    <a:pt x="1622943" y="601637"/>
                  </a:lnTo>
                  <a:lnTo>
                    <a:pt x="1624582" y="606555"/>
                  </a:lnTo>
                  <a:lnTo>
                    <a:pt x="1626222" y="609833"/>
                  </a:lnTo>
                  <a:lnTo>
                    <a:pt x="1626222" y="611473"/>
                  </a:lnTo>
                  <a:lnTo>
                    <a:pt x="1622943" y="614751"/>
                  </a:lnTo>
                  <a:lnTo>
                    <a:pt x="1622943" y="619669"/>
                  </a:lnTo>
                  <a:lnTo>
                    <a:pt x="1618026" y="619669"/>
                  </a:lnTo>
                  <a:lnTo>
                    <a:pt x="1614747" y="621309"/>
                  </a:lnTo>
                  <a:lnTo>
                    <a:pt x="1611468" y="619669"/>
                  </a:lnTo>
                  <a:lnTo>
                    <a:pt x="1608189" y="619669"/>
                  </a:lnTo>
                  <a:lnTo>
                    <a:pt x="1604911" y="622948"/>
                  </a:lnTo>
                  <a:lnTo>
                    <a:pt x="1599992" y="626227"/>
                  </a:lnTo>
                  <a:lnTo>
                    <a:pt x="1596714" y="624587"/>
                  </a:lnTo>
                  <a:lnTo>
                    <a:pt x="1593436" y="621309"/>
                  </a:lnTo>
                  <a:lnTo>
                    <a:pt x="1590157" y="619669"/>
                  </a:lnTo>
                  <a:lnTo>
                    <a:pt x="1585239" y="618030"/>
                  </a:lnTo>
                  <a:lnTo>
                    <a:pt x="1583599" y="619669"/>
                  </a:lnTo>
                  <a:lnTo>
                    <a:pt x="1580321" y="621309"/>
                  </a:lnTo>
                  <a:lnTo>
                    <a:pt x="1578681" y="624587"/>
                  </a:lnTo>
                  <a:lnTo>
                    <a:pt x="1578681" y="627866"/>
                  </a:lnTo>
                  <a:lnTo>
                    <a:pt x="1578681" y="631145"/>
                  </a:lnTo>
                  <a:lnTo>
                    <a:pt x="1578681" y="634423"/>
                  </a:lnTo>
                  <a:lnTo>
                    <a:pt x="1578681" y="637702"/>
                  </a:lnTo>
                  <a:lnTo>
                    <a:pt x="1578681" y="640981"/>
                  </a:lnTo>
                  <a:lnTo>
                    <a:pt x="1580321" y="644259"/>
                  </a:lnTo>
                  <a:lnTo>
                    <a:pt x="1581960" y="647538"/>
                  </a:lnTo>
                  <a:lnTo>
                    <a:pt x="1585239" y="650817"/>
                  </a:lnTo>
                  <a:lnTo>
                    <a:pt x="1590157" y="655735"/>
                  </a:lnTo>
                  <a:lnTo>
                    <a:pt x="1593436" y="657374"/>
                  </a:lnTo>
                  <a:lnTo>
                    <a:pt x="1596714" y="660653"/>
                  </a:lnTo>
                  <a:lnTo>
                    <a:pt x="1599992" y="660653"/>
                  </a:lnTo>
                  <a:lnTo>
                    <a:pt x="1603271" y="662292"/>
                  </a:lnTo>
                  <a:lnTo>
                    <a:pt x="1606550" y="665571"/>
                  </a:lnTo>
                  <a:lnTo>
                    <a:pt x="1608189" y="665571"/>
                  </a:lnTo>
                  <a:lnTo>
                    <a:pt x="1611468" y="665571"/>
                  </a:lnTo>
                  <a:lnTo>
                    <a:pt x="1614747" y="667210"/>
                  </a:lnTo>
                  <a:lnTo>
                    <a:pt x="1619665" y="665571"/>
                  </a:lnTo>
                  <a:lnTo>
                    <a:pt x="1622943" y="667210"/>
                  </a:lnTo>
                  <a:lnTo>
                    <a:pt x="1624582" y="670489"/>
                  </a:lnTo>
                  <a:lnTo>
                    <a:pt x="1629501" y="672128"/>
                  </a:lnTo>
                  <a:lnTo>
                    <a:pt x="1629501" y="668849"/>
                  </a:lnTo>
                  <a:lnTo>
                    <a:pt x="1629501" y="665571"/>
                  </a:lnTo>
                  <a:lnTo>
                    <a:pt x="1632779" y="665571"/>
                  </a:lnTo>
                  <a:lnTo>
                    <a:pt x="1636058" y="665571"/>
                  </a:lnTo>
                  <a:lnTo>
                    <a:pt x="1639337" y="667210"/>
                  </a:lnTo>
                  <a:lnTo>
                    <a:pt x="1640976" y="670489"/>
                  </a:lnTo>
                  <a:lnTo>
                    <a:pt x="1645895" y="675407"/>
                  </a:lnTo>
                  <a:lnTo>
                    <a:pt x="1650812" y="678686"/>
                  </a:lnTo>
                  <a:lnTo>
                    <a:pt x="1650812" y="681964"/>
                  </a:lnTo>
                  <a:lnTo>
                    <a:pt x="1649172" y="686882"/>
                  </a:lnTo>
                  <a:lnTo>
                    <a:pt x="1649172" y="690161"/>
                  </a:lnTo>
                  <a:lnTo>
                    <a:pt x="1650812" y="693439"/>
                  </a:lnTo>
                  <a:lnTo>
                    <a:pt x="1650812" y="695079"/>
                  </a:lnTo>
                  <a:lnTo>
                    <a:pt x="1652451" y="698358"/>
                  </a:lnTo>
                  <a:lnTo>
                    <a:pt x="1654091" y="701636"/>
                  </a:lnTo>
                  <a:lnTo>
                    <a:pt x="1657369" y="703276"/>
                  </a:lnTo>
                  <a:lnTo>
                    <a:pt x="1660648" y="706554"/>
                  </a:lnTo>
                  <a:lnTo>
                    <a:pt x="1665566" y="708193"/>
                  </a:lnTo>
                  <a:lnTo>
                    <a:pt x="1668845" y="709833"/>
                  </a:lnTo>
                  <a:lnTo>
                    <a:pt x="1672124" y="709833"/>
                  </a:lnTo>
                  <a:lnTo>
                    <a:pt x="1675402" y="709833"/>
                  </a:lnTo>
                  <a:lnTo>
                    <a:pt x="1680320" y="709833"/>
                  </a:lnTo>
                  <a:lnTo>
                    <a:pt x="1680320" y="709833"/>
                  </a:lnTo>
                  <a:lnTo>
                    <a:pt x="1683599" y="709833"/>
                  </a:lnTo>
                  <a:lnTo>
                    <a:pt x="1688517" y="708193"/>
                  </a:lnTo>
                  <a:lnTo>
                    <a:pt x="1688517" y="703276"/>
                  </a:lnTo>
                  <a:lnTo>
                    <a:pt x="1686878" y="699997"/>
                  </a:lnTo>
                  <a:lnTo>
                    <a:pt x="1690156" y="696718"/>
                  </a:lnTo>
                  <a:lnTo>
                    <a:pt x="1690156" y="696718"/>
                  </a:lnTo>
                  <a:lnTo>
                    <a:pt x="1695075" y="695079"/>
                  </a:lnTo>
                  <a:lnTo>
                    <a:pt x="1696714" y="690161"/>
                  </a:lnTo>
                  <a:lnTo>
                    <a:pt x="1696714" y="690161"/>
                  </a:lnTo>
                  <a:lnTo>
                    <a:pt x="1696714" y="686882"/>
                  </a:lnTo>
                  <a:lnTo>
                    <a:pt x="1693435" y="685243"/>
                  </a:lnTo>
                  <a:lnTo>
                    <a:pt x="1696714" y="685243"/>
                  </a:lnTo>
                  <a:lnTo>
                    <a:pt x="1701631" y="683603"/>
                  </a:lnTo>
                  <a:lnTo>
                    <a:pt x="1704910" y="681964"/>
                  </a:lnTo>
                  <a:lnTo>
                    <a:pt x="1708189" y="680325"/>
                  </a:lnTo>
                  <a:lnTo>
                    <a:pt x="1711468" y="678686"/>
                  </a:lnTo>
                  <a:lnTo>
                    <a:pt x="1714746" y="678686"/>
                  </a:lnTo>
                  <a:lnTo>
                    <a:pt x="1719665" y="681964"/>
                  </a:lnTo>
                  <a:lnTo>
                    <a:pt x="1722943" y="685243"/>
                  </a:lnTo>
                  <a:lnTo>
                    <a:pt x="1726221" y="686882"/>
                  </a:lnTo>
                  <a:lnTo>
                    <a:pt x="1729500" y="690161"/>
                  </a:lnTo>
                  <a:lnTo>
                    <a:pt x="1732779" y="690161"/>
                  </a:lnTo>
                  <a:lnTo>
                    <a:pt x="1736058" y="688521"/>
                  </a:lnTo>
                  <a:lnTo>
                    <a:pt x="1739336" y="693439"/>
                  </a:lnTo>
                  <a:lnTo>
                    <a:pt x="1744255" y="695079"/>
                  </a:lnTo>
                  <a:lnTo>
                    <a:pt x="1747533" y="695079"/>
                  </a:lnTo>
                  <a:lnTo>
                    <a:pt x="1750811" y="695079"/>
                  </a:lnTo>
                  <a:lnTo>
                    <a:pt x="1755729" y="695079"/>
                  </a:lnTo>
                  <a:lnTo>
                    <a:pt x="1759008" y="695079"/>
                  </a:lnTo>
                  <a:lnTo>
                    <a:pt x="1760648" y="696718"/>
                  </a:lnTo>
                  <a:lnTo>
                    <a:pt x="1760648" y="696718"/>
                  </a:lnTo>
                  <a:lnTo>
                    <a:pt x="1762287" y="691800"/>
                  </a:lnTo>
                  <a:lnTo>
                    <a:pt x="1765566" y="695079"/>
                  </a:lnTo>
                  <a:lnTo>
                    <a:pt x="1768845" y="696718"/>
                  </a:lnTo>
                  <a:lnTo>
                    <a:pt x="1773763" y="696718"/>
                  </a:lnTo>
                  <a:lnTo>
                    <a:pt x="1777041" y="696718"/>
                  </a:lnTo>
                  <a:lnTo>
                    <a:pt x="1780319" y="698358"/>
                  </a:lnTo>
                  <a:lnTo>
                    <a:pt x="1783598" y="696718"/>
                  </a:lnTo>
                  <a:lnTo>
                    <a:pt x="1788516" y="699997"/>
                  </a:lnTo>
                  <a:lnTo>
                    <a:pt x="1783598" y="701636"/>
                  </a:lnTo>
                  <a:lnTo>
                    <a:pt x="1786877" y="704915"/>
                  </a:lnTo>
                  <a:lnTo>
                    <a:pt x="1786877" y="709833"/>
                  </a:lnTo>
                  <a:lnTo>
                    <a:pt x="1783598" y="711472"/>
                  </a:lnTo>
                  <a:lnTo>
                    <a:pt x="1785238" y="714751"/>
                  </a:lnTo>
                  <a:lnTo>
                    <a:pt x="1788516" y="716390"/>
                  </a:lnTo>
                  <a:lnTo>
                    <a:pt x="1790156" y="718030"/>
                  </a:lnTo>
                  <a:lnTo>
                    <a:pt x="1786877" y="721308"/>
                  </a:lnTo>
                  <a:lnTo>
                    <a:pt x="1783598" y="722948"/>
                  </a:lnTo>
                  <a:lnTo>
                    <a:pt x="1778680" y="722948"/>
                  </a:lnTo>
                  <a:lnTo>
                    <a:pt x="1778680" y="718030"/>
                  </a:lnTo>
                  <a:lnTo>
                    <a:pt x="1775402" y="714751"/>
                  </a:lnTo>
                  <a:lnTo>
                    <a:pt x="1775402" y="716390"/>
                  </a:lnTo>
                  <a:lnTo>
                    <a:pt x="1772123" y="721308"/>
                  </a:lnTo>
                  <a:lnTo>
                    <a:pt x="1772123" y="719669"/>
                  </a:lnTo>
                  <a:lnTo>
                    <a:pt x="1770484" y="716390"/>
                  </a:lnTo>
                  <a:lnTo>
                    <a:pt x="1767205" y="716390"/>
                  </a:lnTo>
                  <a:lnTo>
                    <a:pt x="1767205" y="719669"/>
                  </a:lnTo>
                  <a:lnTo>
                    <a:pt x="1763926" y="721308"/>
                  </a:lnTo>
                  <a:lnTo>
                    <a:pt x="1760648" y="722948"/>
                  </a:lnTo>
                  <a:lnTo>
                    <a:pt x="1759008" y="726226"/>
                  </a:lnTo>
                  <a:lnTo>
                    <a:pt x="1755729" y="726226"/>
                  </a:lnTo>
                  <a:lnTo>
                    <a:pt x="1759008" y="722948"/>
                  </a:lnTo>
                  <a:lnTo>
                    <a:pt x="1754090" y="726226"/>
                  </a:lnTo>
                  <a:lnTo>
                    <a:pt x="1754090" y="726226"/>
                  </a:lnTo>
                  <a:lnTo>
                    <a:pt x="1750811" y="729505"/>
                  </a:lnTo>
                  <a:lnTo>
                    <a:pt x="1745894" y="729505"/>
                  </a:lnTo>
                  <a:lnTo>
                    <a:pt x="1742615" y="732783"/>
                  </a:lnTo>
                  <a:lnTo>
                    <a:pt x="1739336" y="734423"/>
                  </a:lnTo>
                  <a:lnTo>
                    <a:pt x="1737697" y="732783"/>
                  </a:lnTo>
                  <a:lnTo>
                    <a:pt x="1732779" y="731144"/>
                  </a:lnTo>
                  <a:lnTo>
                    <a:pt x="1732779" y="734423"/>
                  </a:lnTo>
                  <a:lnTo>
                    <a:pt x="1732779" y="736062"/>
                  </a:lnTo>
                  <a:lnTo>
                    <a:pt x="1736058" y="734423"/>
                  </a:lnTo>
                  <a:lnTo>
                    <a:pt x="1739336" y="736062"/>
                  </a:lnTo>
                  <a:lnTo>
                    <a:pt x="1740976" y="739341"/>
                  </a:lnTo>
                  <a:lnTo>
                    <a:pt x="1739336" y="742620"/>
                  </a:lnTo>
                  <a:lnTo>
                    <a:pt x="1736058" y="739341"/>
                  </a:lnTo>
                  <a:lnTo>
                    <a:pt x="1732779" y="742620"/>
                  </a:lnTo>
                  <a:lnTo>
                    <a:pt x="1732779" y="745898"/>
                  </a:lnTo>
                  <a:lnTo>
                    <a:pt x="1732779" y="747538"/>
                  </a:lnTo>
                  <a:lnTo>
                    <a:pt x="1736058" y="750816"/>
                  </a:lnTo>
                  <a:lnTo>
                    <a:pt x="1736058" y="754095"/>
                  </a:lnTo>
                  <a:lnTo>
                    <a:pt x="1731139" y="755734"/>
                  </a:lnTo>
                  <a:lnTo>
                    <a:pt x="1727861" y="757374"/>
                  </a:lnTo>
                  <a:lnTo>
                    <a:pt x="1724583" y="755734"/>
                  </a:lnTo>
                  <a:lnTo>
                    <a:pt x="1724583" y="750816"/>
                  </a:lnTo>
                  <a:lnTo>
                    <a:pt x="1721304" y="747538"/>
                  </a:lnTo>
                  <a:lnTo>
                    <a:pt x="1722943" y="752456"/>
                  </a:lnTo>
                  <a:lnTo>
                    <a:pt x="1719665" y="750816"/>
                  </a:lnTo>
                  <a:lnTo>
                    <a:pt x="1714746" y="750816"/>
                  </a:lnTo>
                  <a:lnTo>
                    <a:pt x="1716386" y="754095"/>
                  </a:lnTo>
                  <a:lnTo>
                    <a:pt x="1716386" y="755734"/>
                  </a:lnTo>
                  <a:lnTo>
                    <a:pt x="1719665" y="757374"/>
                  </a:lnTo>
                  <a:lnTo>
                    <a:pt x="1722943" y="760652"/>
                  </a:lnTo>
                  <a:lnTo>
                    <a:pt x="1726221" y="760652"/>
                  </a:lnTo>
                  <a:lnTo>
                    <a:pt x="1721304" y="762292"/>
                  </a:lnTo>
                  <a:lnTo>
                    <a:pt x="1719665" y="763931"/>
                  </a:lnTo>
                  <a:lnTo>
                    <a:pt x="1719665" y="767210"/>
                  </a:lnTo>
                  <a:lnTo>
                    <a:pt x="1719665" y="772128"/>
                  </a:lnTo>
                  <a:lnTo>
                    <a:pt x="1716386" y="773767"/>
                  </a:lnTo>
                  <a:lnTo>
                    <a:pt x="1716386" y="777046"/>
                  </a:lnTo>
                  <a:lnTo>
                    <a:pt x="1713107" y="778685"/>
                  </a:lnTo>
                  <a:lnTo>
                    <a:pt x="1709828" y="778685"/>
                  </a:lnTo>
                  <a:lnTo>
                    <a:pt x="1709828" y="781964"/>
                  </a:lnTo>
                  <a:lnTo>
                    <a:pt x="1708189" y="785242"/>
                  </a:lnTo>
                  <a:lnTo>
                    <a:pt x="1706549" y="790160"/>
                  </a:lnTo>
                  <a:lnTo>
                    <a:pt x="1704910" y="793439"/>
                  </a:lnTo>
                  <a:lnTo>
                    <a:pt x="1706549" y="796718"/>
                  </a:lnTo>
                  <a:lnTo>
                    <a:pt x="1703271" y="799996"/>
                  </a:lnTo>
                  <a:lnTo>
                    <a:pt x="1701631" y="803275"/>
                  </a:lnTo>
                  <a:lnTo>
                    <a:pt x="1703271" y="804914"/>
                  </a:lnTo>
                  <a:lnTo>
                    <a:pt x="1703271" y="809832"/>
                  </a:lnTo>
                  <a:lnTo>
                    <a:pt x="1704910" y="813111"/>
                  </a:lnTo>
                  <a:lnTo>
                    <a:pt x="1706549" y="816390"/>
                  </a:lnTo>
                  <a:lnTo>
                    <a:pt x="1709828" y="814750"/>
                  </a:lnTo>
                  <a:lnTo>
                    <a:pt x="1713107" y="814750"/>
                  </a:lnTo>
                  <a:lnTo>
                    <a:pt x="1716386" y="816390"/>
                  </a:lnTo>
                  <a:lnTo>
                    <a:pt x="1719665" y="821308"/>
                  </a:lnTo>
                  <a:lnTo>
                    <a:pt x="1724583" y="822947"/>
                  </a:lnTo>
                  <a:lnTo>
                    <a:pt x="1727861" y="824586"/>
                  </a:lnTo>
                  <a:lnTo>
                    <a:pt x="1731139" y="826226"/>
                  </a:lnTo>
                  <a:lnTo>
                    <a:pt x="1732779" y="827865"/>
                  </a:lnTo>
                  <a:lnTo>
                    <a:pt x="1737697" y="827865"/>
                  </a:lnTo>
                  <a:lnTo>
                    <a:pt x="1740976" y="829504"/>
                  </a:lnTo>
                  <a:lnTo>
                    <a:pt x="1740976" y="829504"/>
                  </a:lnTo>
                  <a:lnTo>
                    <a:pt x="1745894" y="831144"/>
                  </a:lnTo>
                  <a:lnTo>
                    <a:pt x="1749173" y="832783"/>
                  </a:lnTo>
                  <a:lnTo>
                    <a:pt x="1752451" y="834423"/>
                  </a:lnTo>
                  <a:lnTo>
                    <a:pt x="1755729" y="839340"/>
                  </a:lnTo>
                  <a:lnTo>
                    <a:pt x="1759008" y="842619"/>
                  </a:lnTo>
                  <a:lnTo>
                    <a:pt x="1759008" y="844258"/>
                  </a:lnTo>
                  <a:lnTo>
                    <a:pt x="1760648" y="847537"/>
                  </a:lnTo>
                  <a:lnTo>
                    <a:pt x="1763926" y="850816"/>
                  </a:lnTo>
                  <a:lnTo>
                    <a:pt x="1765566" y="855734"/>
                  </a:lnTo>
                  <a:lnTo>
                    <a:pt x="1768845" y="859013"/>
                  </a:lnTo>
                  <a:lnTo>
                    <a:pt x="1772123" y="862291"/>
                  </a:lnTo>
                  <a:lnTo>
                    <a:pt x="1773763" y="867209"/>
                  </a:lnTo>
                  <a:lnTo>
                    <a:pt x="1777041" y="870488"/>
                  </a:lnTo>
                  <a:lnTo>
                    <a:pt x="1780319" y="873767"/>
                  </a:lnTo>
                  <a:lnTo>
                    <a:pt x="1781959" y="877045"/>
                  </a:lnTo>
                  <a:lnTo>
                    <a:pt x="1786877" y="880324"/>
                  </a:lnTo>
                  <a:lnTo>
                    <a:pt x="1786877" y="883603"/>
                  </a:lnTo>
                  <a:lnTo>
                    <a:pt x="1790156" y="886881"/>
                  </a:lnTo>
                  <a:lnTo>
                    <a:pt x="1791795" y="890160"/>
                  </a:lnTo>
                  <a:lnTo>
                    <a:pt x="1796713" y="893439"/>
                  </a:lnTo>
                  <a:lnTo>
                    <a:pt x="1796713" y="893439"/>
                  </a:lnTo>
                  <a:lnTo>
                    <a:pt x="1798353" y="898357"/>
                  </a:lnTo>
                  <a:lnTo>
                    <a:pt x="1796713" y="901635"/>
                  </a:lnTo>
                  <a:lnTo>
                    <a:pt x="1798353" y="904914"/>
                  </a:lnTo>
                  <a:lnTo>
                    <a:pt x="1801632" y="909832"/>
                  </a:lnTo>
                  <a:lnTo>
                    <a:pt x="1803270" y="909832"/>
                  </a:lnTo>
                  <a:lnTo>
                    <a:pt x="1806549" y="911471"/>
                  </a:lnTo>
                  <a:lnTo>
                    <a:pt x="1809828" y="913111"/>
                  </a:lnTo>
                  <a:lnTo>
                    <a:pt x="1813106" y="914750"/>
                  </a:lnTo>
                  <a:lnTo>
                    <a:pt x="1816385" y="916389"/>
                  </a:lnTo>
                  <a:lnTo>
                    <a:pt x="1819664" y="916389"/>
                  </a:lnTo>
                  <a:lnTo>
                    <a:pt x="1824582" y="919668"/>
                  </a:lnTo>
                  <a:lnTo>
                    <a:pt x="1824582" y="922947"/>
                  </a:lnTo>
                  <a:lnTo>
                    <a:pt x="1826222" y="927865"/>
                  </a:lnTo>
                  <a:lnTo>
                    <a:pt x="1829499" y="931143"/>
                  </a:lnTo>
                  <a:lnTo>
                    <a:pt x="1832778" y="931143"/>
                  </a:lnTo>
                  <a:lnTo>
                    <a:pt x="1836057" y="932783"/>
                  </a:lnTo>
                  <a:lnTo>
                    <a:pt x="1839336" y="934422"/>
                  </a:lnTo>
                  <a:lnTo>
                    <a:pt x="1840975" y="936061"/>
                  </a:lnTo>
                  <a:lnTo>
                    <a:pt x="1844254" y="937701"/>
                  </a:lnTo>
                  <a:lnTo>
                    <a:pt x="1847533" y="942619"/>
                  </a:lnTo>
                  <a:lnTo>
                    <a:pt x="1849172" y="945897"/>
                  </a:lnTo>
                  <a:lnTo>
                    <a:pt x="1849172" y="949176"/>
                  </a:lnTo>
                  <a:lnTo>
                    <a:pt x="1845893" y="949176"/>
                  </a:lnTo>
                  <a:lnTo>
                    <a:pt x="1840975" y="947537"/>
                  </a:lnTo>
                  <a:lnTo>
                    <a:pt x="1837696" y="945897"/>
                  </a:lnTo>
                  <a:lnTo>
                    <a:pt x="1834418" y="942619"/>
                  </a:lnTo>
                  <a:lnTo>
                    <a:pt x="1829499" y="942619"/>
                  </a:lnTo>
                  <a:lnTo>
                    <a:pt x="1826222" y="940979"/>
                  </a:lnTo>
                  <a:lnTo>
                    <a:pt x="1822943" y="944258"/>
                  </a:lnTo>
                  <a:lnTo>
                    <a:pt x="1818025" y="942619"/>
                  </a:lnTo>
                  <a:lnTo>
                    <a:pt x="1814746" y="942619"/>
                  </a:lnTo>
                  <a:lnTo>
                    <a:pt x="1811467" y="939340"/>
                  </a:lnTo>
                  <a:lnTo>
                    <a:pt x="1808188" y="936061"/>
                  </a:lnTo>
                  <a:lnTo>
                    <a:pt x="1804909" y="934422"/>
                  </a:lnTo>
                  <a:lnTo>
                    <a:pt x="1801632" y="932783"/>
                  </a:lnTo>
                  <a:lnTo>
                    <a:pt x="1796713" y="932783"/>
                  </a:lnTo>
                  <a:lnTo>
                    <a:pt x="1793435" y="932783"/>
                  </a:lnTo>
                  <a:lnTo>
                    <a:pt x="1790156" y="936061"/>
                  </a:lnTo>
                  <a:lnTo>
                    <a:pt x="1786877" y="939340"/>
                  </a:lnTo>
                  <a:lnTo>
                    <a:pt x="1785238" y="939340"/>
                  </a:lnTo>
                  <a:lnTo>
                    <a:pt x="1781959" y="937701"/>
                  </a:lnTo>
                  <a:lnTo>
                    <a:pt x="1777041" y="936061"/>
                  </a:lnTo>
                  <a:lnTo>
                    <a:pt x="1775402" y="932783"/>
                  </a:lnTo>
                  <a:lnTo>
                    <a:pt x="1772123" y="929504"/>
                  </a:lnTo>
                  <a:lnTo>
                    <a:pt x="1768845" y="924586"/>
                  </a:lnTo>
                  <a:lnTo>
                    <a:pt x="1765566" y="922947"/>
                  </a:lnTo>
                  <a:lnTo>
                    <a:pt x="1762287" y="922947"/>
                  </a:lnTo>
                  <a:lnTo>
                    <a:pt x="1759008" y="921307"/>
                  </a:lnTo>
                  <a:lnTo>
                    <a:pt x="1762287" y="924586"/>
                  </a:lnTo>
                  <a:lnTo>
                    <a:pt x="1760648" y="927865"/>
                  </a:lnTo>
                  <a:lnTo>
                    <a:pt x="1760648" y="927865"/>
                  </a:lnTo>
                  <a:lnTo>
                    <a:pt x="1760648" y="927865"/>
                  </a:lnTo>
                  <a:lnTo>
                    <a:pt x="1763926" y="926225"/>
                  </a:lnTo>
                  <a:lnTo>
                    <a:pt x="1767205" y="927865"/>
                  </a:lnTo>
                  <a:lnTo>
                    <a:pt x="1767205" y="926225"/>
                  </a:lnTo>
                  <a:lnTo>
                    <a:pt x="1763926" y="924586"/>
                  </a:lnTo>
                  <a:lnTo>
                    <a:pt x="1763926" y="924586"/>
                  </a:lnTo>
                  <a:lnTo>
                    <a:pt x="1767205" y="924586"/>
                  </a:lnTo>
                  <a:lnTo>
                    <a:pt x="1768845" y="927865"/>
                  </a:lnTo>
                  <a:lnTo>
                    <a:pt x="1772123" y="931143"/>
                  </a:lnTo>
                  <a:lnTo>
                    <a:pt x="1768845" y="931143"/>
                  </a:lnTo>
                  <a:lnTo>
                    <a:pt x="1768845" y="931143"/>
                  </a:lnTo>
                  <a:lnTo>
                    <a:pt x="1772123" y="934422"/>
                  </a:lnTo>
                  <a:lnTo>
                    <a:pt x="1775402" y="937701"/>
                  </a:lnTo>
                  <a:lnTo>
                    <a:pt x="1778680" y="939340"/>
                  </a:lnTo>
                  <a:lnTo>
                    <a:pt x="1778680" y="937701"/>
                  </a:lnTo>
                  <a:lnTo>
                    <a:pt x="1780319" y="939340"/>
                  </a:lnTo>
                  <a:lnTo>
                    <a:pt x="1783598" y="940979"/>
                  </a:lnTo>
                  <a:lnTo>
                    <a:pt x="1786877" y="940979"/>
                  </a:lnTo>
                  <a:lnTo>
                    <a:pt x="1788516" y="940979"/>
                  </a:lnTo>
                  <a:lnTo>
                    <a:pt x="1791795" y="937701"/>
                  </a:lnTo>
                  <a:lnTo>
                    <a:pt x="1793435" y="936061"/>
                  </a:lnTo>
                  <a:lnTo>
                    <a:pt x="1796713" y="936061"/>
                  </a:lnTo>
                  <a:lnTo>
                    <a:pt x="1801632" y="936061"/>
                  </a:lnTo>
                  <a:lnTo>
                    <a:pt x="1804909" y="937701"/>
                  </a:lnTo>
                  <a:lnTo>
                    <a:pt x="1808188" y="940979"/>
                  </a:lnTo>
                  <a:lnTo>
                    <a:pt x="1808188" y="944258"/>
                  </a:lnTo>
                  <a:lnTo>
                    <a:pt x="1809828" y="945897"/>
                  </a:lnTo>
                  <a:lnTo>
                    <a:pt x="1814746" y="947537"/>
                  </a:lnTo>
                  <a:lnTo>
                    <a:pt x="1818025" y="947537"/>
                  </a:lnTo>
                  <a:lnTo>
                    <a:pt x="1821303" y="949176"/>
                  </a:lnTo>
                  <a:lnTo>
                    <a:pt x="1822943" y="949176"/>
                  </a:lnTo>
                  <a:lnTo>
                    <a:pt x="1826222" y="952455"/>
                  </a:lnTo>
                  <a:lnTo>
                    <a:pt x="1829499" y="955733"/>
                  </a:lnTo>
                  <a:lnTo>
                    <a:pt x="1834418" y="959012"/>
                  </a:lnTo>
                  <a:lnTo>
                    <a:pt x="1834418" y="959012"/>
                  </a:lnTo>
                  <a:lnTo>
                    <a:pt x="1837696" y="960651"/>
                  </a:lnTo>
                  <a:lnTo>
                    <a:pt x="1842615" y="963930"/>
                  </a:lnTo>
                  <a:lnTo>
                    <a:pt x="1842615" y="963930"/>
                  </a:lnTo>
                  <a:lnTo>
                    <a:pt x="1847533" y="965569"/>
                  </a:lnTo>
                  <a:lnTo>
                    <a:pt x="1850812" y="968848"/>
                  </a:lnTo>
                  <a:lnTo>
                    <a:pt x="1854090" y="972127"/>
                  </a:lnTo>
                  <a:lnTo>
                    <a:pt x="1857368" y="975405"/>
                  </a:lnTo>
                  <a:lnTo>
                    <a:pt x="1860647" y="980323"/>
                  </a:lnTo>
                  <a:lnTo>
                    <a:pt x="1862286" y="983602"/>
                  </a:lnTo>
                  <a:lnTo>
                    <a:pt x="1862286" y="986881"/>
                  </a:lnTo>
                  <a:lnTo>
                    <a:pt x="1857368" y="986881"/>
                  </a:lnTo>
                  <a:lnTo>
                    <a:pt x="1854090" y="986881"/>
                  </a:lnTo>
                  <a:lnTo>
                    <a:pt x="1850812" y="988520"/>
                  </a:lnTo>
                  <a:lnTo>
                    <a:pt x="1845893" y="990160"/>
                  </a:lnTo>
                  <a:lnTo>
                    <a:pt x="1842615" y="993438"/>
                  </a:lnTo>
                  <a:lnTo>
                    <a:pt x="1840975" y="995077"/>
                  </a:lnTo>
                  <a:lnTo>
                    <a:pt x="1836057" y="998356"/>
                  </a:lnTo>
                  <a:lnTo>
                    <a:pt x="1832778" y="1001635"/>
                  </a:lnTo>
                  <a:lnTo>
                    <a:pt x="1834418" y="1004913"/>
                  </a:lnTo>
                  <a:lnTo>
                    <a:pt x="1831139" y="1008192"/>
                  </a:lnTo>
                  <a:lnTo>
                    <a:pt x="1829499" y="1009832"/>
                  </a:lnTo>
                  <a:lnTo>
                    <a:pt x="1826222" y="1008192"/>
                  </a:lnTo>
                  <a:lnTo>
                    <a:pt x="1821303" y="1006553"/>
                  </a:lnTo>
                  <a:lnTo>
                    <a:pt x="1818025" y="1006553"/>
                  </a:lnTo>
                  <a:lnTo>
                    <a:pt x="1814746" y="1008192"/>
                  </a:lnTo>
                  <a:lnTo>
                    <a:pt x="1813106" y="1011471"/>
                  </a:lnTo>
                  <a:lnTo>
                    <a:pt x="1808188" y="1014750"/>
                  </a:lnTo>
                  <a:lnTo>
                    <a:pt x="1808188" y="1016389"/>
                  </a:lnTo>
                  <a:lnTo>
                    <a:pt x="1808188" y="1014750"/>
                  </a:lnTo>
                  <a:lnTo>
                    <a:pt x="1813106" y="1013110"/>
                  </a:lnTo>
                  <a:lnTo>
                    <a:pt x="1816385" y="1011471"/>
                  </a:lnTo>
                  <a:lnTo>
                    <a:pt x="1819664" y="1008192"/>
                  </a:lnTo>
                  <a:lnTo>
                    <a:pt x="1824582" y="1011471"/>
                  </a:lnTo>
                  <a:lnTo>
                    <a:pt x="1826222" y="1014750"/>
                  </a:lnTo>
                  <a:lnTo>
                    <a:pt x="1827861" y="1018028"/>
                  </a:lnTo>
                  <a:lnTo>
                    <a:pt x="1829499" y="1021307"/>
                  </a:lnTo>
                  <a:lnTo>
                    <a:pt x="1832778" y="1021307"/>
                  </a:lnTo>
                  <a:lnTo>
                    <a:pt x="1832778" y="1021307"/>
                  </a:lnTo>
                  <a:lnTo>
                    <a:pt x="1829499" y="1019667"/>
                  </a:lnTo>
                  <a:lnTo>
                    <a:pt x="1832778" y="1019667"/>
                  </a:lnTo>
                  <a:lnTo>
                    <a:pt x="1836057" y="1018028"/>
                  </a:lnTo>
                  <a:lnTo>
                    <a:pt x="1839336" y="1014750"/>
                  </a:lnTo>
                  <a:lnTo>
                    <a:pt x="1842615" y="1013110"/>
                  </a:lnTo>
                  <a:lnTo>
                    <a:pt x="1845893" y="1011471"/>
                  </a:lnTo>
                  <a:lnTo>
                    <a:pt x="1849172" y="1011471"/>
                  </a:lnTo>
                  <a:lnTo>
                    <a:pt x="1854090" y="1013110"/>
                  </a:lnTo>
                  <a:lnTo>
                    <a:pt x="1857368" y="1016389"/>
                  </a:lnTo>
                  <a:lnTo>
                    <a:pt x="1860647" y="1019667"/>
                  </a:lnTo>
                  <a:lnTo>
                    <a:pt x="1863926" y="1022946"/>
                  </a:lnTo>
                  <a:lnTo>
                    <a:pt x="1865565" y="1024585"/>
                  </a:lnTo>
                  <a:lnTo>
                    <a:pt x="1867205" y="1026225"/>
                  </a:lnTo>
                  <a:lnTo>
                    <a:pt x="1870483" y="1026225"/>
                  </a:lnTo>
                  <a:lnTo>
                    <a:pt x="1873762" y="1027864"/>
                  </a:lnTo>
                  <a:lnTo>
                    <a:pt x="1877041" y="1029504"/>
                  </a:lnTo>
                  <a:lnTo>
                    <a:pt x="1880319" y="1029504"/>
                  </a:lnTo>
                  <a:lnTo>
                    <a:pt x="1885237" y="1029504"/>
                  </a:lnTo>
                  <a:lnTo>
                    <a:pt x="1880319" y="1032782"/>
                  </a:lnTo>
                  <a:lnTo>
                    <a:pt x="1880319" y="1032782"/>
                  </a:lnTo>
                  <a:lnTo>
                    <a:pt x="1877041" y="1034422"/>
                  </a:lnTo>
                  <a:lnTo>
                    <a:pt x="1875402" y="1039340"/>
                  </a:lnTo>
                  <a:lnTo>
                    <a:pt x="1873762" y="1042618"/>
                  </a:lnTo>
                  <a:lnTo>
                    <a:pt x="1872123" y="1044257"/>
                  </a:lnTo>
                  <a:lnTo>
                    <a:pt x="1868844" y="1044257"/>
                  </a:lnTo>
                  <a:lnTo>
                    <a:pt x="1865565" y="1047536"/>
                  </a:lnTo>
                  <a:lnTo>
                    <a:pt x="1867205" y="1050815"/>
                  </a:lnTo>
                  <a:lnTo>
                    <a:pt x="1870483" y="1047536"/>
                  </a:lnTo>
                  <a:lnTo>
                    <a:pt x="1875402" y="1044257"/>
                  </a:lnTo>
                  <a:lnTo>
                    <a:pt x="1878680" y="1047536"/>
                  </a:lnTo>
                  <a:lnTo>
                    <a:pt x="1875402" y="1042618"/>
                  </a:lnTo>
                  <a:lnTo>
                    <a:pt x="1880319" y="1040979"/>
                  </a:lnTo>
                  <a:lnTo>
                    <a:pt x="1883598" y="1042618"/>
                  </a:lnTo>
                  <a:lnTo>
                    <a:pt x="1883598" y="1045897"/>
                  </a:lnTo>
                  <a:lnTo>
                    <a:pt x="1883598" y="1050815"/>
                  </a:lnTo>
                  <a:lnTo>
                    <a:pt x="1885237" y="1054094"/>
                  </a:lnTo>
                  <a:lnTo>
                    <a:pt x="1886876" y="1057372"/>
                  </a:lnTo>
                  <a:lnTo>
                    <a:pt x="1883598" y="1060651"/>
                  </a:lnTo>
                  <a:lnTo>
                    <a:pt x="1881958" y="1060651"/>
                  </a:lnTo>
                  <a:lnTo>
                    <a:pt x="1881958" y="1055733"/>
                  </a:lnTo>
                  <a:lnTo>
                    <a:pt x="1878680" y="1052454"/>
                  </a:lnTo>
                  <a:lnTo>
                    <a:pt x="1878680" y="1055733"/>
                  </a:lnTo>
                  <a:lnTo>
                    <a:pt x="1880319" y="1060651"/>
                  </a:lnTo>
                  <a:lnTo>
                    <a:pt x="1875402" y="1060651"/>
                  </a:lnTo>
                  <a:lnTo>
                    <a:pt x="1873762" y="1055733"/>
                  </a:lnTo>
                  <a:lnTo>
                    <a:pt x="1875402" y="1059012"/>
                  </a:lnTo>
                  <a:lnTo>
                    <a:pt x="1872123" y="1055733"/>
                  </a:lnTo>
                  <a:lnTo>
                    <a:pt x="1870483" y="1059012"/>
                  </a:lnTo>
                  <a:lnTo>
                    <a:pt x="1868844" y="1063930"/>
                  </a:lnTo>
                  <a:lnTo>
                    <a:pt x="1868844" y="1063930"/>
                  </a:lnTo>
                  <a:lnTo>
                    <a:pt x="1872123" y="1063930"/>
                  </a:lnTo>
                  <a:lnTo>
                    <a:pt x="1875402" y="1067208"/>
                  </a:lnTo>
                  <a:lnTo>
                    <a:pt x="1875402" y="1067208"/>
                  </a:lnTo>
                  <a:lnTo>
                    <a:pt x="1878680" y="1068848"/>
                  </a:lnTo>
                  <a:lnTo>
                    <a:pt x="1880319" y="1072126"/>
                  </a:lnTo>
                  <a:lnTo>
                    <a:pt x="1877041" y="1070487"/>
                  </a:lnTo>
                  <a:lnTo>
                    <a:pt x="1875402" y="1073766"/>
                  </a:lnTo>
                  <a:lnTo>
                    <a:pt x="1878680" y="1073766"/>
                  </a:lnTo>
                  <a:lnTo>
                    <a:pt x="1881958" y="1078684"/>
                  </a:lnTo>
                  <a:lnTo>
                    <a:pt x="1878680" y="1081962"/>
                  </a:lnTo>
                  <a:lnTo>
                    <a:pt x="1873762" y="1081962"/>
                  </a:lnTo>
                  <a:lnTo>
                    <a:pt x="1872123" y="1081962"/>
                  </a:lnTo>
                  <a:lnTo>
                    <a:pt x="1868844" y="1080323"/>
                  </a:lnTo>
                  <a:lnTo>
                    <a:pt x="1865565" y="1077044"/>
                  </a:lnTo>
                  <a:lnTo>
                    <a:pt x="1862286" y="1075405"/>
                  </a:lnTo>
                  <a:lnTo>
                    <a:pt x="1862286" y="1077044"/>
                  </a:lnTo>
                  <a:lnTo>
                    <a:pt x="1865565" y="1078684"/>
                  </a:lnTo>
                  <a:lnTo>
                    <a:pt x="1868844" y="1083602"/>
                  </a:lnTo>
                  <a:lnTo>
                    <a:pt x="1872123" y="1081962"/>
                  </a:lnTo>
                  <a:lnTo>
                    <a:pt x="1875402" y="1081962"/>
                  </a:lnTo>
                  <a:lnTo>
                    <a:pt x="1877041" y="1083602"/>
                  </a:lnTo>
                  <a:lnTo>
                    <a:pt x="1878680" y="1086880"/>
                  </a:lnTo>
                  <a:lnTo>
                    <a:pt x="1881958" y="1091798"/>
                  </a:lnTo>
                  <a:lnTo>
                    <a:pt x="1883598" y="1095077"/>
                  </a:lnTo>
                  <a:lnTo>
                    <a:pt x="1883598" y="1098356"/>
                  </a:lnTo>
                  <a:lnTo>
                    <a:pt x="1878680" y="1098356"/>
                  </a:lnTo>
                  <a:lnTo>
                    <a:pt x="1877041" y="1103274"/>
                  </a:lnTo>
                  <a:lnTo>
                    <a:pt x="1877041" y="1106552"/>
                  </a:lnTo>
                  <a:lnTo>
                    <a:pt x="1873762" y="1103274"/>
                  </a:lnTo>
                  <a:lnTo>
                    <a:pt x="1872123" y="1099995"/>
                  </a:lnTo>
                  <a:lnTo>
                    <a:pt x="1870483" y="1096716"/>
                  </a:lnTo>
                  <a:lnTo>
                    <a:pt x="1867205" y="1096716"/>
                  </a:lnTo>
                  <a:lnTo>
                    <a:pt x="1865565" y="1099995"/>
                  </a:lnTo>
                  <a:lnTo>
                    <a:pt x="1863926" y="1099995"/>
                  </a:lnTo>
                  <a:lnTo>
                    <a:pt x="1867205" y="1101634"/>
                  </a:lnTo>
                  <a:lnTo>
                    <a:pt x="1867205" y="1104913"/>
                  </a:lnTo>
                  <a:lnTo>
                    <a:pt x="1863926" y="1109831"/>
                  </a:lnTo>
                  <a:lnTo>
                    <a:pt x="1862286" y="1113110"/>
                  </a:lnTo>
                  <a:lnTo>
                    <a:pt x="1859008" y="1113110"/>
                  </a:lnTo>
                  <a:lnTo>
                    <a:pt x="1855729" y="1111470"/>
                  </a:lnTo>
                  <a:lnTo>
                    <a:pt x="1852451" y="1111470"/>
                  </a:lnTo>
                  <a:lnTo>
                    <a:pt x="1849172" y="1108192"/>
                  </a:lnTo>
                  <a:lnTo>
                    <a:pt x="1850812" y="1111470"/>
                  </a:lnTo>
                  <a:lnTo>
                    <a:pt x="1854090" y="1111470"/>
                  </a:lnTo>
                  <a:lnTo>
                    <a:pt x="1857368" y="1114749"/>
                  </a:lnTo>
                  <a:lnTo>
                    <a:pt x="1862286" y="1118028"/>
                  </a:lnTo>
                  <a:lnTo>
                    <a:pt x="1859008" y="1121306"/>
                  </a:lnTo>
                  <a:lnTo>
                    <a:pt x="1859008" y="1121306"/>
                  </a:lnTo>
                  <a:lnTo>
                    <a:pt x="1857368" y="1126224"/>
                  </a:lnTo>
                  <a:lnTo>
                    <a:pt x="1857368" y="1129503"/>
                  </a:lnTo>
                  <a:lnTo>
                    <a:pt x="1855729" y="1132782"/>
                  </a:lnTo>
                  <a:lnTo>
                    <a:pt x="1860647" y="1137700"/>
                  </a:lnTo>
                  <a:lnTo>
                    <a:pt x="1855729" y="1140978"/>
                  </a:lnTo>
                  <a:lnTo>
                    <a:pt x="1857368" y="1144257"/>
                  </a:lnTo>
                  <a:lnTo>
                    <a:pt x="1857368" y="1147536"/>
                  </a:lnTo>
                  <a:lnTo>
                    <a:pt x="1852451" y="1147536"/>
                  </a:lnTo>
                  <a:lnTo>
                    <a:pt x="1854090" y="1149175"/>
                  </a:lnTo>
                  <a:lnTo>
                    <a:pt x="1850812" y="1147536"/>
                  </a:lnTo>
                  <a:lnTo>
                    <a:pt x="1850812" y="1145897"/>
                  </a:lnTo>
                  <a:lnTo>
                    <a:pt x="1845893" y="1142618"/>
                  </a:lnTo>
                  <a:lnTo>
                    <a:pt x="1847533" y="1145897"/>
                  </a:lnTo>
                  <a:lnTo>
                    <a:pt x="1850812" y="1147536"/>
                  </a:lnTo>
                  <a:lnTo>
                    <a:pt x="1854090" y="1150814"/>
                  </a:lnTo>
                  <a:lnTo>
                    <a:pt x="1852451" y="1152454"/>
                  </a:lnTo>
                  <a:lnTo>
                    <a:pt x="1849172" y="1152454"/>
                  </a:lnTo>
                  <a:lnTo>
                    <a:pt x="1849172" y="1155732"/>
                  </a:lnTo>
                  <a:lnTo>
                    <a:pt x="1847533" y="1160650"/>
                  </a:lnTo>
                  <a:lnTo>
                    <a:pt x="1842615" y="1162290"/>
                  </a:lnTo>
                  <a:lnTo>
                    <a:pt x="1845893" y="1165569"/>
                  </a:lnTo>
                  <a:lnTo>
                    <a:pt x="1849172" y="1170487"/>
                  </a:lnTo>
                  <a:lnTo>
                    <a:pt x="1847533" y="1173765"/>
                  </a:lnTo>
                  <a:lnTo>
                    <a:pt x="1844254" y="1173765"/>
                  </a:lnTo>
                  <a:lnTo>
                    <a:pt x="1842615" y="1177044"/>
                  </a:lnTo>
                  <a:lnTo>
                    <a:pt x="1837696" y="1175404"/>
                  </a:lnTo>
                  <a:lnTo>
                    <a:pt x="1842615" y="1173765"/>
                  </a:lnTo>
                  <a:lnTo>
                    <a:pt x="1842615" y="1168847"/>
                  </a:lnTo>
                  <a:lnTo>
                    <a:pt x="1842615" y="1167208"/>
                  </a:lnTo>
                  <a:lnTo>
                    <a:pt x="1839336" y="1167208"/>
                  </a:lnTo>
                  <a:lnTo>
                    <a:pt x="1837696" y="1172126"/>
                  </a:lnTo>
                  <a:lnTo>
                    <a:pt x="1834418" y="1167208"/>
                  </a:lnTo>
                  <a:lnTo>
                    <a:pt x="1832778" y="1163929"/>
                  </a:lnTo>
                  <a:lnTo>
                    <a:pt x="1829499" y="1167208"/>
                  </a:lnTo>
                  <a:lnTo>
                    <a:pt x="1826222" y="1167208"/>
                  </a:lnTo>
                  <a:lnTo>
                    <a:pt x="1827861" y="1170487"/>
                  </a:lnTo>
                  <a:lnTo>
                    <a:pt x="1827861" y="1173765"/>
                  </a:lnTo>
                  <a:lnTo>
                    <a:pt x="1832778" y="1173765"/>
                  </a:lnTo>
                  <a:lnTo>
                    <a:pt x="1836057" y="1177044"/>
                  </a:lnTo>
                  <a:lnTo>
                    <a:pt x="1836057" y="1178683"/>
                  </a:lnTo>
                  <a:lnTo>
                    <a:pt x="1836057" y="1181962"/>
                  </a:lnTo>
                  <a:lnTo>
                    <a:pt x="1832778" y="1181962"/>
                  </a:lnTo>
                  <a:lnTo>
                    <a:pt x="1834418" y="1185241"/>
                  </a:lnTo>
                  <a:lnTo>
                    <a:pt x="1837696" y="1186880"/>
                  </a:lnTo>
                  <a:lnTo>
                    <a:pt x="1839336" y="1183601"/>
                  </a:lnTo>
                  <a:lnTo>
                    <a:pt x="1842615" y="1186880"/>
                  </a:lnTo>
                  <a:lnTo>
                    <a:pt x="1837696" y="1188519"/>
                  </a:lnTo>
                  <a:lnTo>
                    <a:pt x="1834418" y="1191798"/>
                  </a:lnTo>
                  <a:lnTo>
                    <a:pt x="1832778" y="1195077"/>
                  </a:lnTo>
                  <a:lnTo>
                    <a:pt x="1831139" y="1198355"/>
                  </a:lnTo>
                  <a:lnTo>
                    <a:pt x="1829499" y="1201634"/>
                  </a:lnTo>
                  <a:lnTo>
                    <a:pt x="1827861" y="1199994"/>
                  </a:lnTo>
                  <a:lnTo>
                    <a:pt x="1822943" y="1198355"/>
                  </a:lnTo>
                  <a:lnTo>
                    <a:pt x="1822943" y="1198355"/>
                  </a:lnTo>
                  <a:lnTo>
                    <a:pt x="1818025" y="1196716"/>
                  </a:lnTo>
                  <a:lnTo>
                    <a:pt x="1814746" y="1195077"/>
                  </a:lnTo>
                  <a:lnTo>
                    <a:pt x="1816385" y="1195077"/>
                  </a:lnTo>
                  <a:lnTo>
                    <a:pt x="1819664" y="1198355"/>
                  </a:lnTo>
                  <a:lnTo>
                    <a:pt x="1821303" y="1203273"/>
                  </a:lnTo>
                  <a:lnTo>
                    <a:pt x="1822943" y="1203273"/>
                  </a:lnTo>
                  <a:lnTo>
                    <a:pt x="1826222" y="1203273"/>
                  </a:lnTo>
                  <a:lnTo>
                    <a:pt x="1829499" y="1203273"/>
                  </a:lnTo>
                  <a:lnTo>
                    <a:pt x="1831139" y="1198355"/>
                  </a:lnTo>
                  <a:lnTo>
                    <a:pt x="1836057" y="1199994"/>
                  </a:lnTo>
                  <a:lnTo>
                    <a:pt x="1839336" y="1203273"/>
                  </a:lnTo>
                  <a:lnTo>
                    <a:pt x="1836057" y="1206552"/>
                  </a:lnTo>
                  <a:lnTo>
                    <a:pt x="1837696" y="1209831"/>
                  </a:lnTo>
                  <a:lnTo>
                    <a:pt x="1836057" y="1214749"/>
                  </a:lnTo>
                  <a:lnTo>
                    <a:pt x="1836057" y="1214749"/>
                  </a:lnTo>
                  <a:lnTo>
                    <a:pt x="1834418" y="1218027"/>
                  </a:lnTo>
                  <a:lnTo>
                    <a:pt x="1834418" y="1219667"/>
                  </a:lnTo>
                  <a:lnTo>
                    <a:pt x="1839336" y="1221306"/>
                  </a:lnTo>
                  <a:lnTo>
                    <a:pt x="1840975" y="1224585"/>
                  </a:lnTo>
                  <a:lnTo>
                    <a:pt x="1840975" y="1227863"/>
                  </a:lnTo>
                  <a:lnTo>
                    <a:pt x="1839336" y="1224585"/>
                  </a:lnTo>
                  <a:lnTo>
                    <a:pt x="1837696" y="1227863"/>
                  </a:lnTo>
                  <a:lnTo>
                    <a:pt x="1834418" y="1226224"/>
                  </a:lnTo>
                  <a:lnTo>
                    <a:pt x="1831139" y="1222945"/>
                  </a:lnTo>
                  <a:lnTo>
                    <a:pt x="1827861" y="1219667"/>
                  </a:lnTo>
                  <a:lnTo>
                    <a:pt x="1826222" y="1224585"/>
                  </a:lnTo>
                  <a:lnTo>
                    <a:pt x="1826222" y="1224585"/>
                  </a:lnTo>
                  <a:lnTo>
                    <a:pt x="1822943" y="1227863"/>
                  </a:lnTo>
                  <a:lnTo>
                    <a:pt x="1826222" y="1229503"/>
                  </a:lnTo>
                  <a:lnTo>
                    <a:pt x="1829499" y="1231142"/>
                  </a:lnTo>
                  <a:lnTo>
                    <a:pt x="1832778" y="1234421"/>
                  </a:lnTo>
                  <a:lnTo>
                    <a:pt x="1827861" y="1237699"/>
                  </a:lnTo>
                  <a:lnTo>
                    <a:pt x="1824582" y="1236060"/>
                  </a:lnTo>
                  <a:lnTo>
                    <a:pt x="1824582" y="1240978"/>
                  </a:lnTo>
                  <a:lnTo>
                    <a:pt x="1822943" y="1236060"/>
                  </a:lnTo>
                  <a:lnTo>
                    <a:pt x="1819664" y="1232781"/>
                  </a:lnTo>
                  <a:lnTo>
                    <a:pt x="1816385" y="1236060"/>
                  </a:lnTo>
                  <a:lnTo>
                    <a:pt x="1818025" y="1236060"/>
                  </a:lnTo>
                  <a:lnTo>
                    <a:pt x="1819664" y="1240978"/>
                  </a:lnTo>
                  <a:lnTo>
                    <a:pt x="1819664" y="1244257"/>
                  </a:lnTo>
                  <a:lnTo>
                    <a:pt x="1822943" y="1244257"/>
                  </a:lnTo>
                  <a:lnTo>
                    <a:pt x="1819664" y="1249175"/>
                  </a:lnTo>
                  <a:lnTo>
                    <a:pt x="1816385" y="1250814"/>
                  </a:lnTo>
                  <a:lnTo>
                    <a:pt x="1813106" y="1252453"/>
                  </a:lnTo>
                  <a:lnTo>
                    <a:pt x="1813106" y="1247535"/>
                  </a:lnTo>
                  <a:lnTo>
                    <a:pt x="1809828" y="1252453"/>
                  </a:lnTo>
                  <a:lnTo>
                    <a:pt x="1809828" y="1254093"/>
                  </a:lnTo>
                  <a:lnTo>
                    <a:pt x="1813106" y="1255732"/>
                  </a:lnTo>
                  <a:lnTo>
                    <a:pt x="1814746" y="1259011"/>
                  </a:lnTo>
                  <a:lnTo>
                    <a:pt x="1813106" y="1262289"/>
                  </a:lnTo>
                  <a:lnTo>
                    <a:pt x="1811467" y="1265568"/>
                  </a:lnTo>
                  <a:lnTo>
                    <a:pt x="1809828" y="1263929"/>
                  </a:lnTo>
                  <a:lnTo>
                    <a:pt x="1804909" y="1259011"/>
                  </a:lnTo>
                  <a:lnTo>
                    <a:pt x="1803270" y="1263929"/>
                  </a:lnTo>
                  <a:lnTo>
                    <a:pt x="1803270" y="1263929"/>
                  </a:lnTo>
                  <a:lnTo>
                    <a:pt x="1798353" y="1265568"/>
                  </a:lnTo>
                  <a:lnTo>
                    <a:pt x="1795074" y="1262289"/>
                  </a:lnTo>
                  <a:lnTo>
                    <a:pt x="1791795" y="1265568"/>
                  </a:lnTo>
                  <a:lnTo>
                    <a:pt x="1791795" y="1265568"/>
                  </a:lnTo>
                  <a:lnTo>
                    <a:pt x="1788516" y="1265568"/>
                  </a:lnTo>
                  <a:lnTo>
                    <a:pt x="1790156" y="1268847"/>
                  </a:lnTo>
                  <a:lnTo>
                    <a:pt x="1788516" y="1268847"/>
                  </a:lnTo>
                  <a:lnTo>
                    <a:pt x="1785238" y="1268847"/>
                  </a:lnTo>
                  <a:lnTo>
                    <a:pt x="1781959" y="1268847"/>
                  </a:lnTo>
                  <a:lnTo>
                    <a:pt x="1783598" y="1270486"/>
                  </a:lnTo>
                  <a:lnTo>
                    <a:pt x="1788516" y="1272125"/>
                  </a:lnTo>
                  <a:lnTo>
                    <a:pt x="1791795" y="1272125"/>
                  </a:lnTo>
                  <a:lnTo>
                    <a:pt x="1791795" y="1275404"/>
                  </a:lnTo>
                  <a:lnTo>
                    <a:pt x="1795074" y="1277043"/>
                  </a:lnTo>
                  <a:lnTo>
                    <a:pt x="1791795" y="1280322"/>
                  </a:lnTo>
                  <a:lnTo>
                    <a:pt x="1788516" y="1280322"/>
                  </a:lnTo>
                  <a:lnTo>
                    <a:pt x="1788516" y="1283601"/>
                  </a:lnTo>
                  <a:lnTo>
                    <a:pt x="1788516" y="1286879"/>
                  </a:lnTo>
                  <a:lnTo>
                    <a:pt x="1783598" y="1290158"/>
                  </a:lnTo>
                  <a:lnTo>
                    <a:pt x="1785238" y="1286879"/>
                  </a:lnTo>
                  <a:lnTo>
                    <a:pt x="1780319" y="1286879"/>
                  </a:lnTo>
                  <a:lnTo>
                    <a:pt x="1780319" y="1286879"/>
                  </a:lnTo>
                  <a:lnTo>
                    <a:pt x="1781959" y="1290158"/>
                  </a:lnTo>
                  <a:lnTo>
                    <a:pt x="1780319" y="1295076"/>
                  </a:lnTo>
                  <a:lnTo>
                    <a:pt x="1780319" y="1298355"/>
                  </a:lnTo>
                  <a:lnTo>
                    <a:pt x="1778680" y="1295076"/>
                  </a:lnTo>
                  <a:lnTo>
                    <a:pt x="1775402" y="1295076"/>
                  </a:lnTo>
                  <a:lnTo>
                    <a:pt x="1772123" y="1298355"/>
                  </a:lnTo>
                  <a:lnTo>
                    <a:pt x="1768845" y="1298355"/>
                  </a:lnTo>
                  <a:lnTo>
                    <a:pt x="1767205" y="1301634"/>
                  </a:lnTo>
                  <a:lnTo>
                    <a:pt x="1765566" y="1306551"/>
                  </a:lnTo>
                  <a:lnTo>
                    <a:pt x="1762287" y="1308191"/>
                  </a:lnTo>
                  <a:lnTo>
                    <a:pt x="1759008" y="1304912"/>
                  </a:lnTo>
                  <a:lnTo>
                    <a:pt x="1754090" y="1304912"/>
                  </a:lnTo>
                  <a:lnTo>
                    <a:pt x="1754090" y="1309830"/>
                  </a:lnTo>
                  <a:lnTo>
                    <a:pt x="1754090" y="1313109"/>
                  </a:lnTo>
                  <a:lnTo>
                    <a:pt x="1752451" y="1316387"/>
                  </a:lnTo>
                  <a:lnTo>
                    <a:pt x="1752451" y="1316387"/>
                  </a:lnTo>
                  <a:lnTo>
                    <a:pt x="1749173" y="1318027"/>
                  </a:lnTo>
                  <a:lnTo>
                    <a:pt x="1745894" y="1318027"/>
                  </a:lnTo>
                  <a:lnTo>
                    <a:pt x="1742615" y="1318027"/>
                  </a:lnTo>
                  <a:lnTo>
                    <a:pt x="1745894" y="1319666"/>
                  </a:lnTo>
                  <a:lnTo>
                    <a:pt x="1747533" y="1318027"/>
                  </a:lnTo>
                  <a:lnTo>
                    <a:pt x="1752451" y="1319666"/>
                  </a:lnTo>
                  <a:lnTo>
                    <a:pt x="1754090" y="1324584"/>
                  </a:lnTo>
                  <a:lnTo>
                    <a:pt x="1749173" y="1321306"/>
                  </a:lnTo>
                  <a:lnTo>
                    <a:pt x="1747533" y="1326224"/>
                  </a:lnTo>
                  <a:lnTo>
                    <a:pt x="1745894" y="1324584"/>
                  </a:lnTo>
                  <a:lnTo>
                    <a:pt x="1745894" y="1324584"/>
                  </a:lnTo>
                  <a:lnTo>
                    <a:pt x="1745894" y="1326224"/>
                  </a:lnTo>
                  <a:lnTo>
                    <a:pt x="1745894" y="1329502"/>
                  </a:lnTo>
                  <a:lnTo>
                    <a:pt x="1744255" y="1332781"/>
                  </a:lnTo>
                  <a:lnTo>
                    <a:pt x="1744255" y="1334420"/>
                  </a:lnTo>
                  <a:lnTo>
                    <a:pt x="1740976" y="1336059"/>
                  </a:lnTo>
                  <a:lnTo>
                    <a:pt x="1737697" y="1336059"/>
                  </a:lnTo>
                  <a:lnTo>
                    <a:pt x="1734418" y="1336059"/>
                  </a:lnTo>
                  <a:lnTo>
                    <a:pt x="1729500" y="1337699"/>
                  </a:lnTo>
                  <a:lnTo>
                    <a:pt x="1729500" y="1337699"/>
                  </a:lnTo>
                  <a:lnTo>
                    <a:pt x="1726221" y="1336059"/>
                  </a:lnTo>
                  <a:lnTo>
                    <a:pt x="1729500" y="1339338"/>
                  </a:lnTo>
                  <a:lnTo>
                    <a:pt x="1727861" y="1339338"/>
                  </a:lnTo>
                  <a:lnTo>
                    <a:pt x="1722943" y="1342617"/>
                  </a:lnTo>
                  <a:lnTo>
                    <a:pt x="1719665" y="1342617"/>
                  </a:lnTo>
                  <a:lnTo>
                    <a:pt x="1719665" y="1340978"/>
                  </a:lnTo>
                  <a:lnTo>
                    <a:pt x="1714746" y="1339338"/>
                  </a:lnTo>
                  <a:lnTo>
                    <a:pt x="1716386" y="1336059"/>
                  </a:lnTo>
                  <a:lnTo>
                    <a:pt x="1713107" y="1339338"/>
                  </a:lnTo>
                  <a:lnTo>
                    <a:pt x="1708189" y="1337699"/>
                  </a:lnTo>
                  <a:lnTo>
                    <a:pt x="1704910" y="1336059"/>
                  </a:lnTo>
                  <a:lnTo>
                    <a:pt x="1706549" y="1339338"/>
                  </a:lnTo>
                  <a:lnTo>
                    <a:pt x="1709828" y="1340978"/>
                  </a:lnTo>
                  <a:lnTo>
                    <a:pt x="1711468" y="1344256"/>
                  </a:lnTo>
                  <a:lnTo>
                    <a:pt x="1711468" y="1347535"/>
                  </a:lnTo>
                  <a:lnTo>
                    <a:pt x="1709828" y="1349174"/>
                  </a:lnTo>
                  <a:lnTo>
                    <a:pt x="1706549" y="1347535"/>
                  </a:lnTo>
                  <a:lnTo>
                    <a:pt x="1703271" y="1344256"/>
                  </a:lnTo>
                  <a:lnTo>
                    <a:pt x="1703271" y="1344256"/>
                  </a:lnTo>
                  <a:lnTo>
                    <a:pt x="1699992" y="1342617"/>
                  </a:lnTo>
                  <a:lnTo>
                    <a:pt x="1698353" y="1342617"/>
                  </a:lnTo>
                  <a:lnTo>
                    <a:pt x="1698353" y="1339338"/>
                  </a:lnTo>
                  <a:lnTo>
                    <a:pt x="1695075" y="1342617"/>
                  </a:lnTo>
                  <a:lnTo>
                    <a:pt x="1691796" y="1342617"/>
                  </a:lnTo>
                  <a:lnTo>
                    <a:pt x="1690156" y="1347535"/>
                  </a:lnTo>
                  <a:lnTo>
                    <a:pt x="1688517" y="1347535"/>
                  </a:lnTo>
                  <a:lnTo>
                    <a:pt x="1685238" y="1345896"/>
                  </a:lnTo>
                  <a:lnTo>
                    <a:pt x="1688517" y="1347535"/>
                  </a:lnTo>
                  <a:lnTo>
                    <a:pt x="1686878" y="1352453"/>
                  </a:lnTo>
                  <a:lnTo>
                    <a:pt x="1681959" y="1352453"/>
                  </a:lnTo>
                  <a:lnTo>
                    <a:pt x="1680320" y="1350814"/>
                  </a:lnTo>
                  <a:lnTo>
                    <a:pt x="1680320" y="1345896"/>
                  </a:lnTo>
                  <a:lnTo>
                    <a:pt x="1681959" y="1342617"/>
                  </a:lnTo>
                  <a:lnTo>
                    <a:pt x="1678681" y="1342617"/>
                  </a:lnTo>
                  <a:lnTo>
                    <a:pt x="1675402" y="1344256"/>
                  </a:lnTo>
                  <a:lnTo>
                    <a:pt x="1672124" y="1347535"/>
                  </a:lnTo>
                  <a:lnTo>
                    <a:pt x="1675402" y="1349174"/>
                  </a:lnTo>
                  <a:lnTo>
                    <a:pt x="1673762" y="1354092"/>
                  </a:lnTo>
                  <a:lnTo>
                    <a:pt x="1677041" y="1355731"/>
                  </a:lnTo>
                  <a:lnTo>
                    <a:pt x="1673762" y="1357371"/>
                  </a:lnTo>
                  <a:lnTo>
                    <a:pt x="1672124" y="1354092"/>
                  </a:lnTo>
                  <a:lnTo>
                    <a:pt x="1668845" y="1352453"/>
                  </a:lnTo>
                  <a:lnTo>
                    <a:pt x="1667206" y="1350814"/>
                  </a:lnTo>
                  <a:lnTo>
                    <a:pt x="1665566" y="1350814"/>
                  </a:lnTo>
                  <a:lnTo>
                    <a:pt x="1663927" y="1350814"/>
                  </a:lnTo>
                  <a:lnTo>
                    <a:pt x="1662288" y="1354092"/>
                  </a:lnTo>
                  <a:lnTo>
                    <a:pt x="1662288" y="1352453"/>
                  </a:lnTo>
                  <a:lnTo>
                    <a:pt x="1657369" y="1354092"/>
                  </a:lnTo>
                  <a:lnTo>
                    <a:pt x="1657369" y="1354092"/>
                  </a:lnTo>
                  <a:lnTo>
                    <a:pt x="1655730" y="1355731"/>
                  </a:lnTo>
                  <a:lnTo>
                    <a:pt x="1652451" y="1354092"/>
                  </a:lnTo>
                  <a:lnTo>
                    <a:pt x="1650812" y="1354092"/>
                  </a:lnTo>
                  <a:lnTo>
                    <a:pt x="1649172" y="1357371"/>
                  </a:lnTo>
                  <a:lnTo>
                    <a:pt x="1649172" y="1355731"/>
                  </a:lnTo>
                  <a:lnTo>
                    <a:pt x="1645895" y="1352453"/>
                  </a:lnTo>
                  <a:lnTo>
                    <a:pt x="1645895" y="1347535"/>
                  </a:lnTo>
                  <a:lnTo>
                    <a:pt x="1642616" y="1344256"/>
                  </a:lnTo>
                  <a:lnTo>
                    <a:pt x="1639337" y="1344256"/>
                  </a:lnTo>
                  <a:lnTo>
                    <a:pt x="1639337" y="1342617"/>
                  </a:lnTo>
                  <a:lnTo>
                    <a:pt x="1636058" y="1339338"/>
                  </a:lnTo>
                  <a:lnTo>
                    <a:pt x="1636058" y="1336059"/>
                  </a:lnTo>
                  <a:lnTo>
                    <a:pt x="1636058" y="1332781"/>
                  </a:lnTo>
                  <a:lnTo>
                    <a:pt x="1636058" y="1332781"/>
                  </a:lnTo>
                  <a:lnTo>
                    <a:pt x="1636058" y="1336059"/>
                  </a:lnTo>
                  <a:lnTo>
                    <a:pt x="1634419" y="1332781"/>
                  </a:lnTo>
                  <a:lnTo>
                    <a:pt x="1632779" y="1332781"/>
                  </a:lnTo>
                  <a:lnTo>
                    <a:pt x="1636058" y="1329502"/>
                  </a:lnTo>
                  <a:lnTo>
                    <a:pt x="1636058" y="1327863"/>
                  </a:lnTo>
                  <a:lnTo>
                    <a:pt x="1639337" y="1327863"/>
                  </a:lnTo>
                  <a:lnTo>
                    <a:pt x="1642616" y="1327863"/>
                  </a:lnTo>
                  <a:lnTo>
                    <a:pt x="1642616" y="1327863"/>
                  </a:lnTo>
                  <a:lnTo>
                    <a:pt x="1639337" y="1326224"/>
                  </a:lnTo>
                  <a:lnTo>
                    <a:pt x="1634419" y="1327863"/>
                  </a:lnTo>
                  <a:lnTo>
                    <a:pt x="1634419" y="1327863"/>
                  </a:lnTo>
                  <a:lnTo>
                    <a:pt x="1631140" y="1331141"/>
                  </a:lnTo>
                  <a:lnTo>
                    <a:pt x="1626222" y="1329502"/>
                  </a:lnTo>
                  <a:lnTo>
                    <a:pt x="1627861" y="1331141"/>
                  </a:lnTo>
                  <a:lnTo>
                    <a:pt x="1631140" y="1332781"/>
                  </a:lnTo>
                  <a:lnTo>
                    <a:pt x="1627861" y="1336059"/>
                  </a:lnTo>
                  <a:lnTo>
                    <a:pt x="1627861" y="1336059"/>
                  </a:lnTo>
                  <a:lnTo>
                    <a:pt x="1624582" y="1337699"/>
                  </a:lnTo>
                  <a:lnTo>
                    <a:pt x="1624582" y="1337699"/>
                  </a:lnTo>
                  <a:lnTo>
                    <a:pt x="1621304" y="1337699"/>
                  </a:lnTo>
                  <a:lnTo>
                    <a:pt x="1622943" y="1339338"/>
                  </a:lnTo>
                  <a:lnTo>
                    <a:pt x="1624582" y="1339338"/>
                  </a:lnTo>
                  <a:lnTo>
                    <a:pt x="1627861" y="1339338"/>
                  </a:lnTo>
                  <a:lnTo>
                    <a:pt x="1631140" y="1342617"/>
                  </a:lnTo>
                  <a:lnTo>
                    <a:pt x="1631140" y="1344256"/>
                  </a:lnTo>
                  <a:lnTo>
                    <a:pt x="1627861" y="1344256"/>
                  </a:lnTo>
                  <a:lnTo>
                    <a:pt x="1631140" y="1345896"/>
                  </a:lnTo>
                  <a:lnTo>
                    <a:pt x="1634419" y="1347535"/>
                  </a:lnTo>
                  <a:lnTo>
                    <a:pt x="1636058" y="1352453"/>
                  </a:lnTo>
                  <a:lnTo>
                    <a:pt x="1637698" y="1355731"/>
                  </a:lnTo>
                  <a:lnTo>
                    <a:pt x="1636058" y="1359010"/>
                  </a:lnTo>
                  <a:lnTo>
                    <a:pt x="1637698" y="1360649"/>
                  </a:lnTo>
                  <a:lnTo>
                    <a:pt x="1639337" y="1363928"/>
                  </a:lnTo>
                  <a:lnTo>
                    <a:pt x="1639337" y="1368846"/>
                  </a:lnTo>
                  <a:lnTo>
                    <a:pt x="1639337" y="1368846"/>
                  </a:lnTo>
                  <a:lnTo>
                    <a:pt x="1639337" y="1368846"/>
                  </a:lnTo>
                  <a:lnTo>
                    <a:pt x="1637698" y="1368846"/>
                  </a:lnTo>
                  <a:lnTo>
                    <a:pt x="1634419" y="1368846"/>
                  </a:lnTo>
                  <a:lnTo>
                    <a:pt x="1631140" y="1365568"/>
                  </a:lnTo>
                  <a:lnTo>
                    <a:pt x="1627861" y="1362289"/>
                  </a:lnTo>
                  <a:lnTo>
                    <a:pt x="1626222" y="1359010"/>
                  </a:lnTo>
                  <a:lnTo>
                    <a:pt x="1624582" y="1355731"/>
                  </a:lnTo>
                  <a:lnTo>
                    <a:pt x="1622943" y="1352453"/>
                  </a:lnTo>
                  <a:lnTo>
                    <a:pt x="1621304" y="1352453"/>
                  </a:lnTo>
                  <a:lnTo>
                    <a:pt x="1621304" y="1352453"/>
                  </a:lnTo>
                  <a:lnTo>
                    <a:pt x="1621304" y="1354092"/>
                  </a:lnTo>
                  <a:lnTo>
                    <a:pt x="1624582" y="1359010"/>
                  </a:lnTo>
                  <a:lnTo>
                    <a:pt x="1627861" y="1362289"/>
                  </a:lnTo>
                  <a:lnTo>
                    <a:pt x="1629501" y="1365568"/>
                  </a:lnTo>
                  <a:lnTo>
                    <a:pt x="1632779" y="1370486"/>
                  </a:lnTo>
                  <a:lnTo>
                    <a:pt x="1629501" y="1372125"/>
                  </a:lnTo>
                  <a:lnTo>
                    <a:pt x="1627861" y="1375404"/>
                  </a:lnTo>
                  <a:lnTo>
                    <a:pt x="1622943" y="1372125"/>
                  </a:lnTo>
                  <a:lnTo>
                    <a:pt x="1622943" y="1368846"/>
                  </a:lnTo>
                  <a:lnTo>
                    <a:pt x="1621304" y="1368846"/>
                  </a:lnTo>
                  <a:lnTo>
                    <a:pt x="1619665" y="1372125"/>
                  </a:lnTo>
                  <a:lnTo>
                    <a:pt x="1619665" y="1375404"/>
                  </a:lnTo>
                  <a:lnTo>
                    <a:pt x="1621304" y="1378682"/>
                  </a:lnTo>
                  <a:lnTo>
                    <a:pt x="1618026" y="1383600"/>
                  </a:lnTo>
                  <a:lnTo>
                    <a:pt x="1614747" y="1380321"/>
                  </a:lnTo>
                  <a:lnTo>
                    <a:pt x="1611468" y="1380321"/>
                  </a:lnTo>
                  <a:lnTo>
                    <a:pt x="1608189" y="1383600"/>
                  </a:lnTo>
                  <a:lnTo>
                    <a:pt x="1606550" y="1388518"/>
                  </a:lnTo>
                  <a:lnTo>
                    <a:pt x="1601632" y="1386879"/>
                  </a:lnTo>
                  <a:lnTo>
                    <a:pt x="1598353" y="1381961"/>
                  </a:lnTo>
                  <a:lnTo>
                    <a:pt x="1601632" y="1378682"/>
                  </a:lnTo>
                  <a:lnTo>
                    <a:pt x="1596714" y="1378682"/>
                  </a:lnTo>
                  <a:lnTo>
                    <a:pt x="1596714" y="1375404"/>
                  </a:lnTo>
                  <a:lnTo>
                    <a:pt x="1596714" y="1378682"/>
                  </a:lnTo>
                  <a:lnTo>
                    <a:pt x="1598353" y="1383600"/>
                  </a:lnTo>
                  <a:lnTo>
                    <a:pt x="1598353" y="1386879"/>
                  </a:lnTo>
                  <a:lnTo>
                    <a:pt x="1595075" y="1390158"/>
                  </a:lnTo>
                  <a:lnTo>
                    <a:pt x="1591796" y="1388518"/>
                  </a:lnTo>
                  <a:lnTo>
                    <a:pt x="1588518" y="1386879"/>
                  </a:lnTo>
                  <a:lnTo>
                    <a:pt x="1583599" y="1385240"/>
                  </a:lnTo>
                  <a:lnTo>
                    <a:pt x="1583599" y="1385240"/>
                  </a:lnTo>
                  <a:lnTo>
                    <a:pt x="1581960" y="1383600"/>
                  </a:lnTo>
                  <a:lnTo>
                    <a:pt x="1580321" y="1383600"/>
                  </a:lnTo>
                  <a:lnTo>
                    <a:pt x="1578681" y="1383600"/>
                  </a:lnTo>
                  <a:lnTo>
                    <a:pt x="1580321" y="1386879"/>
                  </a:lnTo>
                  <a:lnTo>
                    <a:pt x="1580321" y="1390158"/>
                  </a:lnTo>
                  <a:lnTo>
                    <a:pt x="1578681" y="1390158"/>
                  </a:lnTo>
                  <a:lnTo>
                    <a:pt x="1575402" y="1388518"/>
                  </a:lnTo>
                  <a:lnTo>
                    <a:pt x="1572124" y="1388518"/>
                  </a:lnTo>
                  <a:lnTo>
                    <a:pt x="1575402" y="1390158"/>
                  </a:lnTo>
                  <a:lnTo>
                    <a:pt x="1573763" y="1395076"/>
                  </a:lnTo>
                  <a:lnTo>
                    <a:pt x="1570484" y="1398354"/>
                  </a:lnTo>
                  <a:lnTo>
                    <a:pt x="1567206" y="1398354"/>
                  </a:lnTo>
                  <a:lnTo>
                    <a:pt x="1562288" y="1396715"/>
                  </a:lnTo>
                  <a:lnTo>
                    <a:pt x="1562288" y="1396715"/>
                  </a:lnTo>
                  <a:lnTo>
                    <a:pt x="1562288" y="1398354"/>
                  </a:lnTo>
                  <a:lnTo>
                    <a:pt x="1562288" y="1398354"/>
                  </a:lnTo>
                  <a:lnTo>
                    <a:pt x="1562288" y="1399994"/>
                  </a:lnTo>
                  <a:lnTo>
                    <a:pt x="1557370" y="1403272"/>
                  </a:lnTo>
                  <a:lnTo>
                    <a:pt x="1559009" y="1399994"/>
                  </a:lnTo>
                  <a:lnTo>
                    <a:pt x="1555731" y="1399994"/>
                  </a:lnTo>
                  <a:lnTo>
                    <a:pt x="1554091" y="1399994"/>
                  </a:lnTo>
                  <a:lnTo>
                    <a:pt x="1550812" y="1401633"/>
                  </a:lnTo>
                  <a:lnTo>
                    <a:pt x="1545894" y="1403272"/>
                  </a:lnTo>
                  <a:lnTo>
                    <a:pt x="1542616" y="1404912"/>
                  </a:lnTo>
                  <a:lnTo>
                    <a:pt x="1539338" y="1404912"/>
                  </a:lnTo>
                  <a:lnTo>
                    <a:pt x="1536059" y="1408190"/>
                  </a:lnTo>
                  <a:lnTo>
                    <a:pt x="1537698" y="1404912"/>
                  </a:lnTo>
                  <a:lnTo>
                    <a:pt x="1539338" y="1401633"/>
                  </a:lnTo>
                  <a:lnTo>
                    <a:pt x="1536059" y="1404912"/>
                  </a:lnTo>
                  <a:lnTo>
                    <a:pt x="1534419" y="1408190"/>
                  </a:lnTo>
                  <a:lnTo>
                    <a:pt x="1536059" y="1411469"/>
                  </a:lnTo>
                  <a:lnTo>
                    <a:pt x="1532780" y="1413108"/>
                  </a:lnTo>
                  <a:lnTo>
                    <a:pt x="1527862" y="1411469"/>
                  </a:lnTo>
                  <a:lnTo>
                    <a:pt x="1529501" y="1408190"/>
                  </a:lnTo>
                  <a:lnTo>
                    <a:pt x="1526222" y="1404912"/>
                  </a:lnTo>
                  <a:lnTo>
                    <a:pt x="1526222" y="1404912"/>
                  </a:lnTo>
                  <a:lnTo>
                    <a:pt x="1524583" y="1409830"/>
                  </a:lnTo>
                  <a:lnTo>
                    <a:pt x="1527862" y="1413108"/>
                  </a:lnTo>
                  <a:lnTo>
                    <a:pt x="1527862" y="1413108"/>
                  </a:lnTo>
                  <a:lnTo>
                    <a:pt x="1524583" y="1418026"/>
                  </a:lnTo>
                  <a:lnTo>
                    <a:pt x="1522944" y="1418026"/>
                  </a:lnTo>
                  <a:lnTo>
                    <a:pt x="1519665" y="1421305"/>
                  </a:lnTo>
                  <a:lnTo>
                    <a:pt x="1519665" y="1424584"/>
                  </a:lnTo>
                  <a:lnTo>
                    <a:pt x="1521304" y="1427862"/>
                  </a:lnTo>
                  <a:lnTo>
                    <a:pt x="1524583" y="1427862"/>
                  </a:lnTo>
                  <a:lnTo>
                    <a:pt x="1529501" y="1429502"/>
                  </a:lnTo>
                  <a:lnTo>
                    <a:pt x="1529501" y="1429502"/>
                  </a:lnTo>
                  <a:lnTo>
                    <a:pt x="1531141" y="1432780"/>
                  </a:lnTo>
                  <a:lnTo>
                    <a:pt x="1529501" y="1434420"/>
                  </a:lnTo>
                  <a:lnTo>
                    <a:pt x="1527862" y="1429502"/>
                  </a:lnTo>
                  <a:lnTo>
                    <a:pt x="1527862" y="1434420"/>
                  </a:lnTo>
                  <a:lnTo>
                    <a:pt x="1529501" y="1437698"/>
                  </a:lnTo>
                  <a:lnTo>
                    <a:pt x="1534419" y="1440977"/>
                  </a:lnTo>
                  <a:lnTo>
                    <a:pt x="1536059" y="1444256"/>
                  </a:lnTo>
                  <a:lnTo>
                    <a:pt x="1536059" y="1447534"/>
                  </a:lnTo>
                  <a:lnTo>
                    <a:pt x="1534419" y="1450813"/>
                  </a:lnTo>
                  <a:lnTo>
                    <a:pt x="1531141" y="1454092"/>
                  </a:lnTo>
                  <a:lnTo>
                    <a:pt x="1526222" y="1454092"/>
                  </a:lnTo>
                  <a:lnTo>
                    <a:pt x="1526222" y="1454092"/>
                  </a:lnTo>
                  <a:lnTo>
                    <a:pt x="1521304" y="1454092"/>
                  </a:lnTo>
                  <a:lnTo>
                    <a:pt x="1518025" y="1454092"/>
                  </a:lnTo>
                  <a:lnTo>
                    <a:pt x="1514748" y="1454092"/>
                  </a:lnTo>
                  <a:lnTo>
                    <a:pt x="1514748" y="1450813"/>
                  </a:lnTo>
                  <a:lnTo>
                    <a:pt x="1514748" y="1447534"/>
                  </a:lnTo>
                  <a:lnTo>
                    <a:pt x="1518025" y="1449174"/>
                  </a:lnTo>
                  <a:lnTo>
                    <a:pt x="1518025" y="1445895"/>
                  </a:lnTo>
                  <a:lnTo>
                    <a:pt x="1513108" y="1445895"/>
                  </a:lnTo>
                  <a:lnTo>
                    <a:pt x="1509829" y="1442616"/>
                  </a:lnTo>
                  <a:lnTo>
                    <a:pt x="1508190" y="1439338"/>
                  </a:lnTo>
                  <a:lnTo>
                    <a:pt x="1509829" y="1434420"/>
                  </a:lnTo>
                  <a:lnTo>
                    <a:pt x="1508190" y="1436059"/>
                  </a:lnTo>
                  <a:lnTo>
                    <a:pt x="1506551" y="1431141"/>
                  </a:lnTo>
                  <a:lnTo>
                    <a:pt x="1504911" y="1427862"/>
                  </a:lnTo>
                  <a:lnTo>
                    <a:pt x="1501632" y="1427862"/>
                  </a:lnTo>
                  <a:lnTo>
                    <a:pt x="1501632" y="1422944"/>
                  </a:lnTo>
                  <a:lnTo>
                    <a:pt x="1501632" y="1419666"/>
                  </a:lnTo>
                  <a:lnTo>
                    <a:pt x="1499993" y="1416387"/>
                  </a:lnTo>
                  <a:lnTo>
                    <a:pt x="1503272" y="1413108"/>
                  </a:lnTo>
                  <a:lnTo>
                    <a:pt x="1503272" y="1411469"/>
                  </a:lnTo>
                  <a:lnTo>
                    <a:pt x="1503272" y="1406551"/>
                  </a:lnTo>
                  <a:lnTo>
                    <a:pt x="1506551" y="1406551"/>
                  </a:lnTo>
                  <a:lnTo>
                    <a:pt x="1508190" y="1401633"/>
                  </a:lnTo>
                  <a:lnTo>
                    <a:pt x="1508190" y="1401633"/>
                  </a:lnTo>
                  <a:lnTo>
                    <a:pt x="1508190" y="1399994"/>
                  </a:lnTo>
                  <a:lnTo>
                    <a:pt x="1504911" y="1399994"/>
                  </a:lnTo>
                  <a:lnTo>
                    <a:pt x="1501632" y="1396715"/>
                  </a:lnTo>
                  <a:lnTo>
                    <a:pt x="1499993" y="1396715"/>
                  </a:lnTo>
                  <a:lnTo>
                    <a:pt x="1499993" y="1396715"/>
                  </a:lnTo>
                  <a:lnTo>
                    <a:pt x="1501632" y="1399994"/>
                  </a:lnTo>
                  <a:lnTo>
                    <a:pt x="1498354" y="1399994"/>
                  </a:lnTo>
                  <a:lnTo>
                    <a:pt x="1495075" y="1396715"/>
                  </a:lnTo>
                  <a:lnTo>
                    <a:pt x="1493435" y="1393436"/>
                  </a:lnTo>
                  <a:lnTo>
                    <a:pt x="1490158" y="1390158"/>
                  </a:lnTo>
                  <a:lnTo>
                    <a:pt x="1490158" y="1393436"/>
                  </a:lnTo>
                  <a:lnTo>
                    <a:pt x="1493435" y="1396715"/>
                  </a:lnTo>
                  <a:lnTo>
                    <a:pt x="1490158" y="1399994"/>
                  </a:lnTo>
                  <a:lnTo>
                    <a:pt x="1485239" y="1401633"/>
                  </a:lnTo>
                  <a:lnTo>
                    <a:pt x="1481961" y="1401633"/>
                  </a:lnTo>
                  <a:lnTo>
                    <a:pt x="1481961" y="1399994"/>
                  </a:lnTo>
                  <a:lnTo>
                    <a:pt x="1478682" y="1403272"/>
                  </a:lnTo>
                  <a:lnTo>
                    <a:pt x="1475403" y="1399994"/>
                  </a:lnTo>
                  <a:lnTo>
                    <a:pt x="1477042" y="1396715"/>
                  </a:lnTo>
                  <a:lnTo>
                    <a:pt x="1473764" y="1393436"/>
                  </a:lnTo>
                  <a:lnTo>
                    <a:pt x="1473764" y="1393436"/>
                  </a:lnTo>
                  <a:lnTo>
                    <a:pt x="1468845" y="1395076"/>
                  </a:lnTo>
                  <a:lnTo>
                    <a:pt x="1465568" y="1391797"/>
                  </a:lnTo>
                  <a:lnTo>
                    <a:pt x="1467206" y="1388518"/>
                  </a:lnTo>
                  <a:lnTo>
                    <a:pt x="1467206" y="1388518"/>
                  </a:lnTo>
                  <a:lnTo>
                    <a:pt x="1462289" y="1386879"/>
                  </a:lnTo>
                  <a:lnTo>
                    <a:pt x="1462289" y="1390158"/>
                  </a:lnTo>
                  <a:lnTo>
                    <a:pt x="1465568" y="1393436"/>
                  </a:lnTo>
                  <a:lnTo>
                    <a:pt x="1460649" y="1393436"/>
                  </a:lnTo>
                  <a:lnTo>
                    <a:pt x="1460649" y="1391797"/>
                  </a:lnTo>
                  <a:lnTo>
                    <a:pt x="1457371" y="1390158"/>
                  </a:lnTo>
                  <a:lnTo>
                    <a:pt x="1457371" y="1385240"/>
                  </a:lnTo>
                  <a:lnTo>
                    <a:pt x="1454092" y="1385240"/>
                  </a:lnTo>
                  <a:lnTo>
                    <a:pt x="1455731" y="1381961"/>
                  </a:lnTo>
                  <a:lnTo>
                    <a:pt x="1452452" y="1380321"/>
                  </a:lnTo>
                  <a:lnTo>
                    <a:pt x="1449174" y="1383600"/>
                  </a:lnTo>
                  <a:lnTo>
                    <a:pt x="1449174" y="1380321"/>
                  </a:lnTo>
                  <a:lnTo>
                    <a:pt x="1449174" y="1381961"/>
                  </a:lnTo>
                  <a:lnTo>
                    <a:pt x="1449174" y="1383600"/>
                  </a:lnTo>
                  <a:lnTo>
                    <a:pt x="1449174" y="1385240"/>
                  </a:lnTo>
                  <a:lnTo>
                    <a:pt x="1450813" y="1388518"/>
                  </a:lnTo>
                  <a:lnTo>
                    <a:pt x="1454092" y="1391797"/>
                  </a:lnTo>
                  <a:lnTo>
                    <a:pt x="1452452" y="1396715"/>
                  </a:lnTo>
                  <a:lnTo>
                    <a:pt x="1450813" y="1396715"/>
                  </a:lnTo>
                  <a:lnTo>
                    <a:pt x="1449174" y="1391797"/>
                  </a:lnTo>
                  <a:lnTo>
                    <a:pt x="1444255" y="1391797"/>
                  </a:lnTo>
                  <a:lnTo>
                    <a:pt x="1445895" y="1396715"/>
                  </a:lnTo>
                  <a:lnTo>
                    <a:pt x="1442616" y="1399994"/>
                  </a:lnTo>
                  <a:lnTo>
                    <a:pt x="1440977" y="1396715"/>
                  </a:lnTo>
                  <a:lnTo>
                    <a:pt x="1437699" y="1396715"/>
                  </a:lnTo>
                  <a:lnTo>
                    <a:pt x="1434420" y="1398354"/>
                  </a:lnTo>
                  <a:lnTo>
                    <a:pt x="1429502" y="1395076"/>
                  </a:lnTo>
                  <a:lnTo>
                    <a:pt x="1426223" y="1393436"/>
                  </a:lnTo>
                  <a:lnTo>
                    <a:pt x="1424584" y="1391797"/>
                  </a:lnTo>
                  <a:lnTo>
                    <a:pt x="1422944" y="1393436"/>
                  </a:lnTo>
                  <a:lnTo>
                    <a:pt x="1419665" y="1395076"/>
                  </a:lnTo>
                  <a:lnTo>
                    <a:pt x="1419665" y="1395076"/>
                  </a:lnTo>
                  <a:lnTo>
                    <a:pt x="1414747" y="1395076"/>
                  </a:lnTo>
                  <a:lnTo>
                    <a:pt x="1414747" y="1395076"/>
                  </a:lnTo>
                  <a:lnTo>
                    <a:pt x="1413109" y="1393436"/>
                  </a:lnTo>
                  <a:lnTo>
                    <a:pt x="1409830" y="1395076"/>
                  </a:lnTo>
                  <a:lnTo>
                    <a:pt x="1408191" y="1393436"/>
                  </a:lnTo>
                  <a:lnTo>
                    <a:pt x="1404912" y="1390158"/>
                  </a:lnTo>
                  <a:lnTo>
                    <a:pt x="1401633" y="1390158"/>
                  </a:lnTo>
                  <a:lnTo>
                    <a:pt x="1398354" y="1386879"/>
                  </a:lnTo>
                  <a:lnTo>
                    <a:pt x="1395075" y="1385240"/>
                  </a:lnTo>
                  <a:lnTo>
                    <a:pt x="1395075" y="1381961"/>
                  </a:lnTo>
                  <a:lnTo>
                    <a:pt x="1391797" y="1380321"/>
                  </a:lnTo>
                  <a:lnTo>
                    <a:pt x="1388518" y="1378682"/>
                  </a:lnTo>
                  <a:lnTo>
                    <a:pt x="1385240" y="1377043"/>
                  </a:lnTo>
                  <a:lnTo>
                    <a:pt x="1381961" y="1378682"/>
                  </a:lnTo>
                  <a:lnTo>
                    <a:pt x="1381961" y="1375404"/>
                  </a:lnTo>
                  <a:lnTo>
                    <a:pt x="1380322" y="1372125"/>
                  </a:lnTo>
                  <a:lnTo>
                    <a:pt x="1378682" y="1368846"/>
                  </a:lnTo>
                  <a:lnTo>
                    <a:pt x="1378682" y="1365568"/>
                  </a:lnTo>
                  <a:lnTo>
                    <a:pt x="1375404" y="1362289"/>
                  </a:lnTo>
                  <a:lnTo>
                    <a:pt x="1373764" y="1360649"/>
                  </a:lnTo>
                  <a:lnTo>
                    <a:pt x="1373764" y="1359010"/>
                  </a:lnTo>
                  <a:lnTo>
                    <a:pt x="1373764" y="1357371"/>
                  </a:lnTo>
                  <a:lnTo>
                    <a:pt x="1373764" y="1355731"/>
                  </a:lnTo>
                  <a:lnTo>
                    <a:pt x="1373764" y="1355731"/>
                  </a:lnTo>
                  <a:lnTo>
                    <a:pt x="1373764" y="1350814"/>
                  </a:lnTo>
                  <a:lnTo>
                    <a:pt x="1377043" y="1352453"/>
                  </a:lnTo>
                  <a:lnTo>
                    <a:pt x="1378682" y="1350814"/>
                  </a:lnTo>
                  <a:lnTo>
                    <a:pt x="1378682" y="1347535"/>
                  </a:lnTo>
                  <a:lnTo>
                    <a:pt x="1380322" y="1344256"/>
                  </a:lnTo>
                  <a:lnTo>
                    <a:pt x="1377043" y="1340978"/>
                  </a:lnTo>
                  <a:lnTo>
                    <a:pt x="1375404" y="1339338"/>
                  </a:lnTo>
                  <a:lnTo>
                    <a:pt x="1372125" y="1337699"/>
                  </a:lnTo>
                  <a:lnTo>
                    <a:pt x="1368846" y="1336059"/>
                  </a:lnTo>
                  <a:lnTo>
                    <a:pt x="1367207" y="1337699"/>
                  </a:lnTo>
                  <a:lnTo>
                    <a:pt x="1363928" y="1339338"/>
                  </a:lnTo>
                  <a:lnTo>
                    <a:pt x="1359011" y="1339338"/>
                  </a:lnTo>
                  <a:lnTo>
                    <a:pt x="1357371" y="1336059"/>
                  </a:lnTo>
                  <a:lnTo>
                    <a:pt x="1354092" y="1334420"/>
                  </a:lnTo>
                  <a:lnTo>
                    <a:pt x="1350814" y="1334420"/>
                  </a:lnTo>
                  <a:lnTo>
                    <a:pt x="1349174" y="1336059"/>
                  </a:lnTo>
                  <a:lnTo>
                    <a:pt x="1345895" y="1336059"/>
                  </a:lnTo>
                  <a:lnTo>
                    <a:pt x="1340977" y="1334420"/>
                  </a:lnTo>
                  <a:lnTo>
                    <a:pt x="1337698" y="1331141"/>
                  </a:lnTo>
                  <a:lnTo>
                    <a:pt x="1334421" y="1331141"/>
                  </a:lnTo>
                  <a:lnTo>
                    <a:pt x="1331142" y="1329502"/>
                  </a:lnTo>
                  <a:lnTo>
                    <a:pt x="1329502" y="1326224"/>
                  </a:lnTo>
                  <a:lnTo>
                    <a:pt x="1327863" y="1322945"/>
                  </a:lnTo>
                  <a:lnTo>
                    <a:pt x="1324584" y="1321306"/>
                  </a:lnTo>
                  <a:lnTo>
                    <a:pt x="1324584" y="1319666"/>
                  </a:lnTo>
                  <a:lnTo>
                    <a:pt x="1321305" y="1316387"/>
                  </a:lnTo>
                  <a:lnTo>
                    <a:pt x="1319666" y="1318027"/>
                  </a:lnTo>
                  <a:lnTo>
                    <a:pt x="1316387" y="1321306"/>
                  </a:lnTo>
                  <a:lnTo>
                    <a:pt x="1313108" y="1322945"/>
                  </a:lnTo>
                  <a:lnTo>
                    <a:pt x="1309831" y="1324584"/>
                  </a:lnTo>
                  <a:lnTo>
                    <a:pt x="1308191" y="1326224"/>
                  </a:lnTo>
                  <a:lnTo>
                    <a:pt x="1306552" y="1326224"/>
                  </a:lnTo>
                  <a:lnTo>
                    <a:pt x="1303273" y="1329502"/>
                  </a:lnTo>
                  <a:lnTo>
                    <a:pt x="1304912" y="1332781"/>
                  </a:lnTo>
                  <a:lnTo>
                    <a:pt x="1306552" y="1336059"/>
                  </a:lnTo>
                  <a:lnTo>
                    <a:pt x="1304912" y="1336059"/>
                  </a:lnTo>
                  <a:lnTo>
                    <a:pt x="1303273" y="1339338"/>
                  </a:lnTo>
                  <a:lnTo>
                    <a:pt x="1299994" y="1340978"/>
                  </a:lnTo>
                  <a:lnTo>
                    <a:pt x="1295076" y="1340978"/>
                  </a:lnTo>
                  <a:lnTo>
                    <a:pt x="1291797" y="1344256"/>
                  </a:lnTo>
                  <a:lnTo>
                    <a:pt x="1288518" y="1347535"/>
                  </a:lnTo>
                  <a:lnTo>
                    <a:pt x="1288518" y="1347535"/>
                  </a:lnTo>
                  <a:lnTo>
                    <a:pt x="1285240" y="1344256"/>
                  </a:lnTo>
                  <a:lnTo>
                    <a:pt x="1285240" y="1344256"/>
                  </a:lnTo>
                  <a:lnTo>
                    <a:pt x="1285240" y="1340978"/>
                  </a:lnTo>
                  <a:lnTo>
                    <a:pt x="1283601" y="1340978"/>
                  </a:lnTo>
                  <a:lnTo>
                    <a:pt x="1281962" y="1340978"/>
                  </a:lnTo>
                  <a:lnTo>
                    <a:pt x="1278683" y="1342617"/>
                  </a:lnTo>
                  <a:lnTo>
                    <a:pt x="1278683" y="1342617"/>
                  </a:lnTo>
                  <a:lnTo>
                    <a:pt x="1277044" y="1347535"/>
                  </a:lnTo>
                  <a:lnTo>
                    <a:pt x="1277044" y="1350814"/>
                  </a:lnTo>
                  <a:lnTo>
                    <a:pt x="1277044" y="1354092"/>
                  </a:lnTo>
                  <a:lnTo>
                    <a:pt x="1275404" y="1355731"/>
                  </a:lnTo>
                  <a:lnTo>
                    <a:pt x="1275404" y="1355731"/>
                  </a:lnTo>
                  <a:lnTo>
                    <a:pt x="1275404" y="1355731"/>
                  </a:lnTo>
                  <a:lnTo>
                    <a:pt x="1272125" y="1354092"/>
                  </a:lnTo>
                  <a:lnTo>
                    <a:pt x="1268847" y="1350814"/>
                  </a:lnTo>
                  <a:lnTo>
                    <a:pt x="1265568" y="1347535"/>
                  </a:lnTo>
                  <a:lnTo>
                    <a:pt x="1262289" y="1342617"/>
                  </a:lnTo>
                  <a:lnTo>
                    <a:pt x="1260650" y="1344256"/>
                  </a:lnTo>
                  <a:lnTo>
                    <a:pt x="1259010" y="1347535"/>
                  </a:lnTo>
                  <a:lnTo>
                    <a:pt x="1257372" y="1352453"/>
                  </a:lnTo>
                  <a:lnTo>
                    <a:pt x="1257372" y="1350814"/>
                  </a:lnTo>
                  <a:lnTo>
                    <a:pt x="1254093" y="1347535"/>
                  </a:lnTo>
                  <a:lnTo>
                    <a:pt x="1252454" y="1344256"/>
                  </a:lnTo>
                  <a:lnTo>
                    <a:pt x="1249175" y="1344256"/>
                  </a:lnTo>
                  <a:lnTo>
                    <a:pt x="1247535" y="1347535"/>
                  </a:lnTo>
                  <a:lnTo>
                    <a:pt x="1244257" y="1350814"/>
                  </a:lnTo>
                  <a:lnTo>
                    <a:pt x="1244257" y="1350814"/>
                  </a:lnTo>
                  <a:lnTo>
                    <a:pt x="1242617" y="1355731"/>
                  </a:lnTo>
                  <a:lnTo>
                    <a:pt x="1239338" y="1357371"/>
                  </a:lnTo>
                  <a:lnTo>
                    <a:pt x="1236060" y="1355731"/>
                  </a:lnTo>
                  <a:lnTo>
                    <a:pt x="1234420" y="1354092"/>
                  </a:lnTo>
                  <a:lnTo>
                    <a:pt x="1231142" y="1350814"/>
                  </a:lnTo>
                  <a:lnTo>
                    <a:pt x="1227864" y="1347535"/>
                  </a:lnTo>
                  <a:lnTo>
                    <a:pt x="1224585" y="1347535"/>
                  </a:lnTo>
                  <a:lnTo>
                    <a:pt x="1219667" y="1344256"/>
                  </a:lnTo>
                  <a:lnTo>
                    <a:pt x="1216388" y="1344256"/>
                  </a:lnTo>
                  <a:lnTo>
                    <a:pt x="1214748" y="1349174"/>
                  </a:lnTo>
                  <a:lnTo>
                    <a:pt x="1214748" y="1352453"/>
                  </a:lnTo>
                  <a:lnTo>
                    <a:pt x="1211470" y="1355731"/>
                  </a:lnTo>
                  <a:lnTo>
                    <a:pt x="1211470" y="1359010"/>
                  </a:lnTo>
                  <a:lnTo>
                    <a:pt x="1206551" y="1360649"/>
                  </a:lnTo>
                  <a:lnTo>
                    <a:pt x="1203274" y="1357371"/>
                  </a:lnTo>
                  <a:lnTo>
                    <a:pt x="1199995" y="1357371"/>
                  </a:lnTo>
                  <a:lnTo>
                    <a:pt x="1195077" y="1359010"/>
                  </a:lnTo>
                  <a:lnTo>
                    <a:pt x="1193437" y="1355731"/>
                  </a:lnTo>
                  <a:lnTo>
                    <a:pt x="1193437" y="1355731"/>
                  </a:lnTo>
                  <a:lnTo>
                    <a:pt x="1191798" y="1355731"/>
                  </a:lnTo>
                  <a:lnTo>
                    <a:pt x="1188519" y="1359010"/>
                  </a:lnTo>
                  <a:lnTo>
                    <a:pt x="1188519" y="1362289"/>
                  </a:lnTo>
                  <a:lnTo>
                    <a:pt x="1186880" y="1365568"/>
                  </a:lnTo>
                  <a:lnTo>
                    <a:pt x="1186880" y="1368846"/>
                  </a:lnTo>
                  <a:lnTo>
                    <a:pt x="1186880" y="1368846"/>
                  </a:lnTo>
                  <a:lnTo>
                    <a:pt x="1188519" y="1372125"/>
                  </a:lnTo>
                  <a:lnTo>
                    <a:pt x="1190158" y="1375404"/>
                  </a:lnTo>
                  <a:lnTo>
                    <a:pt x="1190158" y="1377043"/>
                  </a:lnTo>
                  <a:lnTo>
                    <a:pt x="1191798" y="1380321"/>
                  </a:lnTo>
                  <a:lnTo>
                    <a:pt x="1195077" y="1383600"/>
                  </a:lnTo>
                  <a:lnTo>
                    <a:pt x="1196716" y="1386879"/>
                  </a:lnTo>
                  <a:lnTo>
                    <a:pt x="1198355" y="1391797"/>
                  </a:lnTo>
                  <a:lnTo>
                    <a:pt x="1199995" y="1395076"/>
                  </a:lnTo>
                  <a:lnTo>
                    <a:pt x="1198355" y="1398354"/>
                  </a:lnTo>
                  <a:lnTo>
                    <a:pt x="1198355" y="1403272"/>
                  </a:lnTo>
                  <a:lnTo>
                    <a:pt x="1198355" y="1404912"/>
                  </a:lnTo>
                  <a:lnTo>
                    <a:pt x="1199995" y="1408190"/>
                  </a:lnTo>
                  <a:lnTo>
                    <a:pt x="1203274" y="1411469"/>
                  </a:lnTo>
                  <a:lnTo>
                    <a:pt x="1201634" y="1414748"/>
                  </a:lnTo>
                  <a:lnTo>
                    <a:pt x="1199995" y="1414748"/>
                  </a:lnTo>
                  <a:lnTo>
                    <a:pt x="1198355" y="1413108"/>
                  </a:lnTo>
                  <a:lnTo>
                    <a:pt x="1196716" y="1413108"/>
                  </a:lnTo>
                  <a:lnTo>
                    <a:pt x="1191798" y="1409830"/>
                  </a:lnTo>
                  <a:lnTo>
                    <a:pt x="1188519" y="1411469"/>
                  </a:lnTo>
                  <a:lnTo>
                    <a:pt x="1185240" y="1413108"/>
                  </a:lnTo>
                  <a:lnTo>
                    <a:pt x="1181961" y="1413108"/>
                  </a:lnTo>
                  <a:lnTo>
                    <a:pt x="1180323" y="1411469"/>
                  </a:lnTo>
                  <a:lnTo>
                    <a:pt x="1180323" y="1408190"/>
                  </a:lnTo>
                  <a:lnTo>
                    <a:pt x="1178684" y="1403272"/>
                  </a:lnTo>
                  <a:lnTo>
                    <a:pt x="1178684" y="1399994"/>
                  </a:lnTo>
                  <a:lnTo>
                    <a:pt x="1175405" y="1396715"/>
                  </a:lnTo>
                  <a:lnTo>
                    <a:pt x="1175405" y="1396715"/>
                  </a:lnTo>
                  <a:lnTo>
                    <a:pt x="1175405" y="1395076"/>
                  </a:lnTo>
                  <a:lnTo>
                    <a:pt x="1173765" y="1391797"/>
                  </a:lnTo>
                  <a:lnTo>
                    <a:pt x="1172126" y="1386879"/>
                  </a:lnTo>
                  <a:lnTo>
                    <a:pt x="1172126" y="1386879"/>
                  </a:lnTo>
                  <a:lnTo>
                    <a:pt x="1168847" y="1390158"/>
                  </a:lnTo>
                  <a:lnTo>
                    <a:pt x="1163929" y="1391797"/>
                  </a:lnTo>
                  <a:lnTo>
                    <a:pt x="1163929" y="1393436"/>
                  </a:lnTo>
                  <a:lnTo>
                    <a:pt x="1160650" y="1396715"/>
                  </a:lnTo>
                  <a:lnTo>
                    <a:pt x="1160650" y="1396715"/>
                  </a:lnTo>
                  <a:lnTo>
                    <a:pt x="1157371" y="1399994"/>
                  </a:lnTo>
                  <a:lnTo>
                    <a:pt x="1152454" y="1401633"/>
                  </a:lnTo>
                  <a:lnTo>
                    <a:pt x="1149175" y="1399994"/>
                  </a:lnTo>
                  <a:lnTo>
                    <a:pt x="1145897" y="1398354"/>
                  </a:lnTo>
                  <a:lnTo>
                    <a:pt x="1142618" y="1401633"/>
                  </a:lnTo>
                  <a:lnTo>
                    <a:pt x="1140978" y="1403272"/>
                  </a:lnTo>
                  <a:lnTo>
                    <a:pt x="1136060" y="1399994"/>
                  </a:lnTo>
                  <a:lnTo>
                    <a:pt x="1136060" y="1395076"/>
                  </a:lnTo>
                  <a:lnTo>
                    <a:pt x="1137700" y="1391797"/>
                  </a:lnTo>
                  <a:lnTo>
                    <a:pt x="1132781" y="1391797"/>
                  </a:lnTo>
                  <a:lnTo>
                    <a:pt x="1131142" y="1390158"/>
                  </a:lnTo>
                  <a:lnTo>
                    <a:pt x="1129503" y="1386879"/>
                  </a:lnTo>
                  <a:lnTo>
                    <a:pt x="1127864" y="1386879"/>
                  </a:lnTo>
                  <a:lnTo>
                    <a:pt x="1127864" y="1383600"/>
                  </a:lnTo>
                  <a:lnTo>
                    <a:pt x="1127864" y="1378682"/>
                  </a:lnTo>
                  <a:lnTo>
                    <a:pt x="1127864" y="1375404"/>
                  </a:lnTo>
                  <a:lnTo>
                    <a:pt x="1122946" y="1375404"/>
                  </a:lnTo>
                  <a:lnTo>
                    <a:pt x="1119667" y="1375404"/>
                  </a:lnTo>
                  <a:lnTo>
                    <a:pt x="1116388" y="1373764"/>
                  </a:lnTo>
                  <a:lnTo>
                    <a:pt x="1113110" y="1372125"/>
                  </a:lnTo>
                  <a:lnTo>
                    <a:pt x="1111470" y="1372125"/>
                  </a:lnTo>
                  <a:lnTo>
                    <a:pt x="1108191" y="1372125"/>
                  </a:lnTo>
                  <a:lnTo>
                    <a:pt x="1104913" y="1373764"/>
                  </a:lnTo>
                  <a:lnTo>
                    <a:pt x="1101635" y="1372125"/>
                  </a:lnTo>
                  <a:lnTo>
                    <a:pt x="1096717" y="1372125"/>
                  </a:lnTo>
                  <a:lnTo>
                    <a:pt x="1096717" y="1370486"/>
                  </a:lnTo>
                  <a:lnTo>
                    <a:pt x="1098356" y="1367207"/>
                  </a:lnTo>
                  <a:lnTo>
                    <a:pt x="1098356" y="1363928"/>
                  </a:lnTo>
                  <a:lnTo>
                    <a:pt x="1099995" y="1359010"/>
                  </a:lnTo>
                  <a:lnTo>
                    <a:pt x="1101635" y="1355731"/>
                  </a:lnTo>
                  <a:lnTo>
                    <a:pt x="1101635" y="1352453"/>
                  </a:lnTo>
                  <a:lnTo>
                    <a:pt x="1099995" y="1347535"/>
                  </a:lnTo>
                  <a:lnTo>
                    <a:pt x="1099995" y="1344256"/>
                  </a:lnTo>
                  <a:lnTo>
                    <a:pt x="1101635" y="1340978"/>
                  </a:lnTo>
                  <a:lnTo>
                    <a:pt x="1101635" y="1337699"/>
                  </a:lnTo>
                  <a:lnTo>
                    <a:pt x="1104913" y="1337699"/>
                  </a:lnTo>
                  <a:lnTo>
                    <a:pt x="1104913" y="1332781"/>
                  </a:lnTo>
                  <a:lnTo>
                    <a:pt x="1103273" y="1329502"/>
                  </a:lnTo>
                  <a:lnTo>
                    <a:pt x="1103273" y="1329502"/>
                  </a:lnTo>
                  <a:lnTo>
                    <a:pt x="1099995" y="1329502"/>
                  </a:lnTo>
                  <a:lnTo>
                    <a:pt x="1096717" y="1329502"/>
                  </a:lnTo>
                  <a:lnTo>
                    <a:pt x="1093438" y="1329502"/>
                  </a:lnTo>
                  <a:lnTo>
                    <a:pt x="1088520" y="1329502"/>
                  </a:lnTo>
                  <a:lnTo>
                    <a:pt x="1085241" y="1326224"/>
                  </a:lnTo>
                  <a:lnTo>
                    <a:pt x="1081962" y="1324584"/>
                  </a:lnTo>
                  <a:lnTo>
                    <a:pt x="1080323" y="1324584"/>
                  </a:lnTo>
                  <a:lnTo>
                    <a:pt x="1080323" y="1321306"/>
                  </a:lnTo>
                  <a:lnTo>
                    <a:pt x="1078683" y="1318027"/>
                  </a:lnTo>
                  <a:lnTo>
                    <a:pt x="1078683" y="1313109"/>
                  </a:lnTo>
                  <a:lnTo>
                    <a:pt x="1077044" y="1313109"/>
                  </a:lnTo>
                  <a:lnTo>
                    <a:pt x="1073766" y="1309830"/>
                  </a:lnTo>
                  <a:lnTo>
                    <a:pt x="1077044" y="1306551"/>
                  </a:lnTo>
                  <a:lnTo>
                    <a:pt x="1073766" y="1303273"/>
                  </a:lnTo>
                  <a:lnTo>
                    <a:pt x="1070487" y="1298355"/>
                  </a:lnTo>
                  <a:lnTo>
                    <a:pt x="1067208" y="1295076"/>
                  </a:lnTo>
                  <a:lnTo>
                    <a:pt x="1067208" y="1291797"/>
                  </a:lnTo>
                  <a:lnTo>
                    <a:pt x="1070487" y="1288519"/>
                  </a:lnTo>
                  <a:lnTo>
                    <a:pt x="1073766" y="1285240"/>
                  </a:lnTo>
                  <a:lnTo>
                    <a:pt x="1073766" y="1281961"/>
                  </a:lnTo>
                  <a:lnTo>
                    <a:pt x="1072127" y="1283601"/>
                  </a:lnTo>
                  <a:lnTo>
                    <a:pt x="1068848" y="1283601"/>
                  </a:lnTo>
                  <a:lnTo>
                    <a:pt x="1065569" y="1283601"/>
                  </a:lnTo>
                  <a:lnTo>
                    <a:pt x="1062290" y="1285240"/>
                  </a:lnTo>
                  <a:lnTo>
                    <a:pt x="1059011" y="1283601"/>
                  </a:lnTo>
                  <a:lnTo>
                    <a:pt x="1055733" y="1283601"/>
                  </a:lnTo>
                  <a:lnTo>
                    <a:pt x="1050815" y="1283601"/>
                  </a:lnTo>
                  <a:lnTo>
                    <a:pt x="1047537" y="1283601"/>
                  </a:lnTo>
                  <a:lnTo>
                    <a:pt x="1044258" y="1285240"/>
                  </a:lnTo>
                  <a:lnTo>
                    <a:pt x="1040979" y="1285240"/>
                  </a:lnTo>
                  <a:lnTo>
                    <a:pt x="1039340" y="1286879"/>
                  </a:lnTo>
                  <a:lnTo>
                    <a:pt x="1036061" y="1290158"/>
                  </a:lnTo>
                  <a:lnTo>
                    <a:pt x="1034421" y="1291797"/>
                  </a:lnTo>
                  <a:lnTo>
                    <a:pt x="1031143" y="1293437"/>
                  </a:lnTo>
                  <a:lnTo>
                    <a:pt x="1027864" y="1295076"/>
                  </a:lnTo>
                  <a:lnTo>
                    <a:pt x="1024585" y="1293437"/>
                  </a:lnTo>
                  <a:lnTo>
                    <a:pt x="1026224" y="1288519"/>
                  </a:lnTo>
                  <a:lnTo>
                    <a:pt x="1027864" y="1285240"/>
                  </a:lnTo>
                  <a:lnTo>
                    <a:pt x="1029503" y="1281961"/>
                  </a:lnTo>
                  <a:lnTo>
                    <a:pt x="1029503" y="1280322"/>
                  </a:lnTo>
                  <a:lnTo>
                    <a:pt x="1029503" y="1278683"/>
                  </a:lnTo>
                  <a:lnTo>
                    <a:pt x="1026224" y="1275404"/>
                  </a:lnTo>
                  <a:lnTo>
                    <a:pt x="1026224" y="1272125"/>
                  </a:lnTo>
                  <a:lnTo>
                    <a:pt x="1021307" y="1268847"/>
                  </a:lnTo>
                  <a:lnTo>
                    <a:pt x="1019668" y="1265568"/>
                  </a:lnTo>
                  <a:lnTo>
                    <a:pt x="1019668" y="1262289"/>
                  </a:lnTo>
                  <a:lnTo>
                    <a:pt x="1019668" y="1259011"/>
                  </a:lnTo>
                  <a:lnTo>
                    <a:pt x="1019668" y="1257371"/>
                  </a:lnTo>
                  <a:lnTo>
                    <a:pt x="1022947" y="1254093"/>
                  </a:lnTo>
                  <a:lnTo>
                    <a:pt x="1026224" y="1252453"/>
                  </a:lnTo>
                  <a:lnTo>
                    <a:pt x="1024585" y="1249175"/>
                  </a:lnTo>
                  <a:lnTo>
                    <a:pt x="1022947" y="1244257"/>
                  </a:lnTo>
                  <a:lnTo>
                    <a:pt x="1022947" y="1240978"/>
                  </a:lnTo>
                  <a:lnTo>
                    <a:pt x="1024585" y="1237699"/>
                  </a:lnTo>
                  <a:lnTo>
                    <a:pt x="1026224" y="1234421"/>
                  </a:lnTo>
                  <a:lnTo>
                    <a:pt x="1029503" y="1236060"/>
                  </a:lnTo>
                  <a:lnTo>
                    <a:pt x="1032782" y="1232781"/>
                  </a:lnTo>
                  <a:lnTo>
                    <a:pt x="1034421" y="1231142"/>
                  </a:lnTo>
                  <a:lnTo>
                    <a:pt x="1034421" y="1227863"/>
                  </a:lnTo>
                  <a:lnTo>
                    <a:pt x="1036061" y="1227863"/>
                  </a:lnTo>
                  <a:lnTo>
                    <a:pt x="1034421" y="1222945"/>
                  </a:lnTo>
                  <a:lnTo>
                    <a:pt x="1036061" y="1219667"/>
                  </a:lnTo>
                  <a:lnTo>
                    <a:pt x="1036061" y="1219667"/>
                  </a:lnTo>
                  <a:lnTo>
                    <a:pt x="1039340" y="1219667"/>
                  </a:lnTo>
                  <a:lnTo>
                    <a:pt x="1042618" y="1219667"/>
                  </a:lnTo>
                  <a:lnTo>
                    <a:pt x="1044258" y="1219667"/>
                  </a:lnTo>
                  <a:lnTo>
                    <a:pt x="1044258" y="1216388"/>
                  </a:lnTo>
                  <a:lnTo>
                    <a:pt x="1045897" y="1213109"/>
                  </a:lnTo>
                  <a:lnTo>
                    <a:pt x="1047537" y="1208191"/>
                  </a:lnTo>
                  <a:lnTo>
                    <a:pt x="1050815" y="1209831"/>
                  </a:lnTo>
                  <a:lnTo>
                    <a:pt x="1054093" y="1208191"/>
                  </a:lnTo>
                  <a:lnTo>
                    <a:pt x="1052454" y="1203273"/>
                  </a:lnTo>
                  <a:lnTo>
                    <a:pt x="1049176" y="1199994"/>
                  </a:lnTo>
                  <a:lnTo>
                    <a:pt x="1047537" y="1196716"/>
                  </a:lnTo>
                  <a:lnTo>
                    <a:pt x="1050815" y="1196716"/>
                  </a:lnTo>
                  <a:lnTo>
                    <a:pt x="1052454" y="1191798"/>
                  </a:lnTo>
                  <a:lnTo>
                    <a:pt x="1049176" y="1188519"/>
                  </a:lnTo>
                  <a:lnTo>
                    <a:pt x="1050815" y="1185241"/>
                  </a:lnTo>
                  <a:lnTo>
                    <a:pt x="1050815" y="1180322"/>
                  </a:lnTo>
                  <a:lnTo>
                    <a:pt x="1050815" y="1180322"/>
                  </a:lnTo>
                  <a:lnTo>
                    <a:pt x="1049176" y="1177044"/>
                  </a:lnTo>
                  <a:lnTo>
                    <a:pt x="1050815" y="1173765"/>
                  </a:lnTo>
                  <a:lnTo>
                    <a:pt x="1049176" y="1170487"/>
                  </a:lnTo>
                  <a:lnTo>
                    <a:pt x="1049176" y="1165569"/>
                  </a:lnTo>
                  <a:lnTo>
                    <a:pt x="1047537" y="1162290"/>
                  </a:lnTo>
                  <a:lnTo>
                    <a:pt x="1045897" y="1159011"/>
                  </a:lnTo>
                  <a:lnTo>
                    <a:pt x="1045897" y="1154093"/>
                  </a:lnTo>
                  <a:lnTo>
                    <a:pt x="1042618" y="1150814"/>
                  </a:lnTo>
                  <a:lnTo>
                    <a:pt x="1040979" y="1145897"/>
                  </a:lnTo>
                  <a:lnTo>
                    <a:pt x="1042618" y="1142618"/>
                  </a:lnTo>
                  <a:lnTo>
                    <a:pt x="1040979" y="1139339"/>
                  </a:lnTo>
                  <a:lnTo>
                    <a:pt x="1039340" y="1136060"/>
                  </a:lnTo>
                  <a:lnTo>
                    <a:pt x="1039340" y="1131142"/>
                  </a:lnTo>
                  <a:lnTo>
                    <a:pt x="1034421" y="1131142"/>
                  </a:lnTo>
                  <a:lnTo>
                    <a:pt x="1031143" y="1127864"/>
                  </a:lnTo>
                  <a:lnTo>
                    <a:pt x="1027864" y="1126224"/>
                  </a:lnTo>
                  <a:lnTo>
                    <a:pt x="1027864" y="1129503"/>
                  </a:lnTo>
                  <a:lnTo>
                    <a:pt x="1024585" y="1132782"/>
                  </a:lnTo>
                  <a:lnTo>
                    <a:pt x="1022947" y="1129503"/>
                  </a:lnTo>
                  <a:lnTo>
                    <a:pt x="1021307" y="1126224"/>
                  </a:lnTo>
                  <a:lnTo>
                    <a:pt x="1019668" y="1122946"/>
                  </a:lnTo>
                  <a:lnTo>
                    <a:pt x="1016389" y="1118028"/>
                  </a:lnTo>
                  <a:lnTo>
                    <a:pt x="1016389" y="1114749"/>
                  </a:lnTo>
                  <a:lnTo>
                    <a:pt x="1014750" y="1111470"/>
                  </a:lnTo>
                  <a:lnTo>
                    <a:pt x="1013110" y="1106552"/>
                  </a:lnTo>
                  <a:lnTo>
                    <a:pt x="1013110" y="1106552"/>
                  </a:lnTo>
                  <a:lnTo>
                    <a:pt x="1011471" y="1104913"/>
                  </a:lnTo>
                  <a:lnTo>
                    <a:pt x="1006553" y="1103274"/>
                  </a:lnTo>
                  <a:lnTo>
                    <a:pt x="1004913" y="1098356"/>
                  </a:lnTo>
                  <a:lnTo>
                    <a:pt x="1001634" y="1096716"/>
                  </a:lnTo>
                  <a:lnTo>
                    <a:pt x="996717" y="1096716"/>
                  </a:lnTo>
                  <a:lnTo>
                    <a:pt x="995078" y="1091798"/>
                  </a:lnTo>
                  <a:lnTo>
                    <a:pt x="991799" y="1091798"/>
                  </a:lnTo>
                  <a:lnTo>
                    <a:pt x="986881" y="1088520"/>
                  </a:lnTo>
                  <a:lnTo>
                    <a:pt x="986881" y="1091798"/>
                  </a:lnTo>
                  <a:lnTo>
                    <a:pt x="986881" y="1096716"/>
                  </a:lnTo>
                  <a:lnTo>
                    <a:pt x="986881" y="1099995"/>
                  </a:lnTo>
                  <a:lnTo>
                    <a:pt x="983602" y="1103274"/>
                  </a:lnTo>
                  <a:lnTo>
                    <a:pt x="980323" y="1103274"/>
                  </a:lnTo>
                  <a:lnTo>
                    <a:pt x="977044" y="1098356"/>
                  </a:lnTo>
                  <a:lnTo>
                    <a:pt x="973766" y="1096716"/>
                  </a:lnTo>
                  <a:lnTo>
                    <a:pt x="970488" y="1096716"/>
                  </a:lnTo>
                  <a:lnTo>
                    <a:pt x="970488" y="1098356"/>
                  </a:lnTo>
                  <a:lnTo>
                    <a:pt x="968848" y="1098356"/>
                  </a:lnTo>
                  <a:lnTo>
                    <a:pt x="963930" y="1096716"/>
                  </a:lnTo>
                  <a:lnTo>
                    <a:pt x="960651" y="1096716"/>
                  </a:lnTo>
                  <a:lnTo>
                    <a:pt x="957373" y="1093438"/>
                  </a:lnTo>
                  <a:lnTo>
                    <a:pt x="954094" y="1091798"/>
                  </a:lnTo>
                  <a:lnTo>
                    <a:pt x="950815" y="1093438"/>
                  </a:lnTo>
                  <a:lnTo>
                    <a:pt x="945898" y="1096716"/>
                  </a:lnTo>
                  <a:lnTo>
                    <a:pt x="942619" y="1095077"/>
                  </a:lnTo>
                  <a:lnTo>
                    <a:pt x="944258" y="1091798"/>
                  </a:lnTo>
                  <a:lnTo>
                    <a:pt x="942619" y="1088520"/>
                  </a:lnTo>
                  <a:lnTo>
                    <a:pt x="945898" y="1085241"/>
                  </a:lnTo>
                  <a:lnTo>
                    <a:pt x="949176" y="1081962"/>
                  </a:lnTo>
                  <a:lnTo>
                    <a:pt x="950815" y="1077044"/>
                  </a:lnTo>
                  <a:lnTo>
                    <a:pt x="949176" y="1077044"/>
                  </a:lnTo>
                  <a:lnTo>
                    <a:pt x="945898" y="1073766"/>
                  </a:lnTo>
                  <a:lnTo>
                    <a:pt x="942619" y="1070487"/>
                  </a:lnTo>
                  <a:lnTo>
                    <a:pt x="944258" y="1065569"/>
                  </a:lnTo>
                  <a:lnTo>
                    <a:pt x="944258" y="1065569"/>
                  </a:lnTo>
                  <a:lnTo>
                    <a:pt x="939340" y="1067208"/>
                  </a:lnTo>
                  <a:lnTo>
                    <a:pt x="936061" y="1070487"/>
                  </a:lnTo>
                  <a:lnTo>
                    <a:pt x="932783" y="1068848"/>
                  </a:lnTo>
                  <a:lnTo>
                    <a:pt x="932783" y="1068848"/>
                  </a:lnTo>
                  <a:lnTo>
                    <a:pt x="929504" y="1063930"/>
                  </a:lnTo>
                  <a:lnTo>
                    <a:pt x="932783" y="1060651"/>
                  </a:lnTo>
                  <a:lnTo>
                    <a:pt x="937701" y="1059012"/>
                  </a:lnTo>
                  <a:lnTo>
                    <a:pt x="934422" y="1057372"/>
                  </a:lnTo>
                  <a:lnTo>
                    <a:pt x="931143" y="1057372"/>
                  </a:lnTo>
                  <a:lnTo>
                    <a:pt x="929504" y="1052454"/>
                  </a:lnTo>
                  <a:lnTo>
                    <a:pt x="927864" y="1052454"/>
                  </a:lnTo>
                  <a:lnTo>
                    <a:pt x="924586" y="1049176"/>
                  </a:lnTo>
                  <a:lnTo>
                    <a:pt x="921307" y="1050815"/>
                  </a:lnTo>
                  <a:lnTo>
                    <a:pt x="918029" y="1050815"/>
                  </a:lnTo>
                  <a:lnTo>
                    <a:pt x="914750" y="1052454"/>
                  </a:lnTo>
                  <a:lnTo>
                    <a:pt x="911471" y="1055733"/>
                  </a:lnTo>
                  <a:lnTo>
                    <a:pt x="908193" y="1057372"/>
                  </a:lnTo>
                  <a:lnTo>
                    <a:pt x="906553" y="1062290"/>
                  </a:lnTo>
                  <a:lnTo>
                    <a:pt x="904914" y="1065569"/>
                  </a:lnTo>
                  <a:lnTo>
                    <a:pt x="901635" y="1067208"/>
                  </a:lnTo>
                  <a:lnTo>
                    <a:pt x="898356" y="1065569"/>
                  </a:lnTo>
                  <a:lnTo>
                    <a:pt x="893439" y="1063930"/>
                  </a:lnTo>
                  <a:lnTo>
                    <a:pt x="890160" y="1062290"/>
                  </a:lnTo>
                  <a:lnTo>
                    <a:pt x="886881" y="1060651"/>
                  </a:lnTo>
                  <a:lnTo>
                    <a:pt x="885242" y="1060651"/>
                  </a:lnTo>
                  <a:lnTo>
                    <a:pt x="886881" y="1062290"/>
                  </a:lnTo>
                  <a:lnTo>
                    <a:pt x="886881" y="1062290"/>
                  </a:lnTo>
                  <a:lnTo>
                    <a:pt x="886881" y="1062290"/>
                  </a:lnTo>
                  <a:lnTo>
                    <a:pt x="886881" y="1062290"/>
                  </a:lnTo>
                  <a:lnTo>
                    <a:pt x="881963" y="1060651"/>
                  </a:lnTo>
                  <a:lnTo>
                    <a:pt x="878684" y="1059012"/>
                  </a:lnTo>
                  <a:lnTo>
                    <a:pt x="875406" y="1055733"/>
                  </a:lnTo>
                  <a:lnTo>
                    <a:pt x="872127" y="1054094"/>
                  </a:lnTo>
                  <a:lnTo>
                    <a:pt x="870487" y="1057372"/>
                  </a:lnTo>
                  <a:lnTo>
                    <a:pt x="865570" y="1059012"/>
                  </a:lnTo>
                  <a:lnTo>
                    <a:pt x="862291" y="1062290"/>
                  </a:lnTo>
                  <a:lnTo>
                    <a:pt x="859013" y="1065569"/>
                  </a:lnTo>
                  <a:lnTo>
                    <a:pt x="857373" y="1065569"/>
                  </a:lnTo>
                  <a:lnTo>
                    <a:pt x="857373" y="1068848"/>
                  </a:lnTo>
                  <a:lnTo>
                    <a:pt x="854094" y="1072126"/>
                  </a:lnTo>
                  <a:lnTo>
                    <a:pt x="850816" y="1075405"/>
                  </a:lnTo>
                  <a:lnTo>
                    <a:pt x="850816" y="1077044"/>
                  </a:lnTo>
                  <a:lnTo>
                    <a:pt x="845897" y="1080323"/>
                  </a:lnTo>
                  <a:lnTo>
                    <a:pt x="842620" y="1081962"/>
                  </a:lnTo>
                  <a:lnTo>
                    <a:pt x="839341" y="1081962"/>
                  </a:lnTo>
                  <a:lnTo>
                    <a:pt x="836062" y="1081962"/>
                  </a:lnTo>
                  <a:lnTo>
                    <a:pt x="831144" y="1083602"/>
                  </a:lnTo>
                  <a:lnTo>
                    <a:pt x="829504" y="1083602"/>
                  </a:lnTo>
                  <a:lnTo>
                    <a:pt x="826226" y="1086880"/>
                  </a:lnTo>
                  <a:lnTo>
                    <a:pt x="824586" y="1090159"/>
                  </a:lnTo>
                  <a:lnTo>
                    <a:pt x="824586" y="1093438"/>
                  </a:lnTo>
                  <a:lnTo>
                    <a:pt x="824586" y="1095077"/>
                  </a:lnTo>
                  <a:lnTo>
                    <a:pt x="822947" y="1096716"/>
                  </a:lnTo>
                  <a:lnTo>
                    <a:pt x="821307" y="1098356"/>
                  </a:lnTo>
                  <a:lnTo>
                    <a:pt x="818029" y="1101634"/>
                  </a:lnTo>
                  <a:lnTo>
                    <a:pt x="816390" y="1103274"/>
                  </a:lnTo>
                  <a:lnTo>
                    <a:pt x="813111" y="1104913"/>
                  </a:lnTo>
                  <a:lnTo>
                    <a:pt x="809833" y="1108192"/>
                  </a:lnTo>
                  <a:lnTo>
                    <a:pt x="811472" y="1111470"/>
                  </a:lnTo>
                  <a:lnTo>
                    <a:pt x="809833" y="1116388"/>
                  </a:lnTo>
                  <a:lnTo>
                    <a:pt x="806554" y="1118028"/>
                  </a:lnTo>
                  <a:lnTo>
                    <a:pt x="803275" y="1119667"/>
                  </a:lnTo>
                  <a:lnTo>
                    <a:pt x="799996" y="1121306"/>
                  </a:lnTo>
                  <a:lnTo>
                    <a:pt x="795078" y="1121306"/>
                  </a:lnTo>
                  <a:lnTo>
                    <a:pt x="795078" y="1121306"/>
                  </a:lnTo>
                  <a:lnTo>
                    <a:pt x="791799" y="1121306"/>
                  </a:lnTo>
                  <a:lnTo>
                    <a:pt x="786882" y="1124585"/>
                  </a:lnTo>
                  <a:lnTo>
                    <a:pt x="783603" y="1124585"/>
                  </a:lnTo>
                  <a:lnTo>
                    <a:pt x="783603" y="1124585"/>
                  </a:lnTo>
                  <a:lnTo>
                    <a:pt x="778685" y="1122946"/>
                  </a:lnTo>
                  <a:lnTo>
                    <a:pt x="778685" y="1122946"/>
                  </a:lnTo>
                  <a:lnTo>
                    <a:pt x="773767" y="1122946"/>
                  </a:lnTo>
                  <a:lnTo>
                    <a:pt x="773767" y="1119667"/>
                  </a:lnTo>
                  <a:lnTo>
                    <a:pt x="773767" y="1116388"/>
                  </a:lnTo>
                  <a:lnTo>
                    <a:pt x="773767" y="1114749"/>
                  </a:lnTo>
                  <a:lnTo>
                    <a:pt x="770488" y="1114749"/>
                  </a:lnTo>
                  <a:lnTo>
                    <a:pt x="767209" y="1113110"/>
                  </a:lnTo>
                  <a:lnTo>
                    <a:pt x="765570" y="1113110"/>
                  </a:lnTo>
                  <a:lnTo>
                    <a:pt x="762292" y="1111470"/>
                  </a:lnTo>
                  <a:lnTo>
                    <a:pt x="759013" y="1108192"/>
                  </a:lnTo>
                  <a:lnTo>
                    <a:pt x="755734" y="1109831"/>
                  </a:lnTo>
                  <a:lnTo>
                    <a:pt x="752456" y="1113110"/>
                  </a:lnTo>
                  <a:lnTo>
                    <a:pt x="749177" y="1114749"/>
                  </a:lnTo>
                  <a:lnTo>
                    <a:pt x="749177" y="1114749"/>
                  </a:lnTo>
                  <a:lnTo>
                    <a:pt x="749177" y="1113110"/>
                  </a:lnTo>
                  <a:lnTo>
                    <a:pt x="745898" y="1109831"/>
                  </a:lnTo>
                  <a:lnTo>
                    <a:pt x="740980" y="1109831"/>
                  </a:lnTo>
                  <a:lnTo>
                    <a:pt x="737702" y="1109831"/>
                  </a:lnTo>
                  <a:lnTo>
                    <a:pt x="734423" y="1109831"/>
                  </a:lnTo>
                  <a:lnTo>
                    <a:pt x="731144" y="1109831"/>
                  </a:lnTo>
                  <a:lnTo>
                    <a:pt x="727866" y="1109831"/>
                  </a:lnTo>
                  <a:lnTo>
                    <a:pt x="722947" y="1108192"/>
                  </a:lnTo>
                  <a:lnTo>
                    <a:pt x="722947" y="1104913"/>
                  </a:lnTo>
                  <a:lnTo>
                    <a:pt x="722947" y="1101634"/>
                  </a:lnTo>
                  <a:lnTo>
                    <a:pt x="719669" y="1099995"/>
                  </a:lnTo>
                  <a:lnTo>
                    <a:pt x="714750" y="1099995"/>
                  </a:lnTo>
                  <a:lnTo>
                    <a:pt x="713112" y="1098356"/>
                  </a:lnTo>
                  <a:lnTo>
                    <a:pt x="708194" y="1098356"/>
                  </a:lnTo>
                  <a:lnTo>
                    <a:pt x="708194" y="1098356"/>
                  </a:lnTo>
                  <a:lnTo>
                    <a:pt x="706554" y="1099995"/>
                  </a:lnTo>
                  <a:lnTo>
                    <a:pt x="703276" y="1101634"/>
                  </a:lnTo>
                  <a:lnTo>
                    <a:pt x="699997" y="1104913"/>
                  </a:lnTo>
                  <a:lnTo>
                    <a:pt x="696718" y="1104913"/>
                  </a:lnTo>
                  <a:lnTo>
                    <a:pt x="693439" y="1109831"/>
                  </a:lnTo>
                  <a:lnTo>
                    <a:pt x="690160" y="1111470"/>
                  </a:lnTo>
                  <a:lnTo>
                    <a:pt x="690160" y="1114749"/>
                  </a:lnTo>
                  <a:lnTo>
                    <a:pt x="686883" y="1119667"/>
                  </a:lnTo>
                  <a:lnTo>
                    <a:pt x="686883" y="1119667"/>
                  </a:lnTo>
                  <a:lnTo>
                    <a:pt x="683604" y="1122946"/>
                  </a:lnTo>
                  <a:lnTo>
                    <a:pt x="681964" y="1126224"/>
                  </a:lnTo>
                  <a:lnTo>
                    <a:pt x="681964" y="1131142"/>
                  </a:lnTo>
                  <a:lnTo>
                    <a:pt x="680325" y="1132782"/>
                  </a:lnTo>
                  <a:lnTo>
                    <a:pt x="677046" y="1136060"/>
                  </a:lnTo>
                  <a:lnTo>
                    <a:pt x="677046" y="1139339"/>
                  </a:lnTo>
                  <a:lnTo>
                    <a:pt x="675407" y="1142618"/>
                  </a:lnTo>
                  <a:lnTo>
                    <a:pt x="672128" y="1139339"/>
                  </a:lnTo>
                  <a:lnTo>
                    <a:pt x="672128" y="1139339"/>
                  </a:lnTo>
                  <a:lnTo>
                    <a:pt x="668849" y="1136060"/>
                  </a:lnTo>
                  <a:lnTo>
                    <a:pt x="668849" y="1131142"/>
                  </a:lnTo>
                  <a:lnTo>
                    <a:pt x="670489" y="1127864"/>
                  </a:lnTo>
                  <a:lnTo>
                    <a:pt x="670489" y="1124585"/>
                  </a:lnTo>
                  <a:lnTo>
                    <a:pt x="670489" y="1121306"/>
                  </a:lnTo>
                  <a:lnTo>
                    <a:pt x="668849" y="1116388"/>
                  </a:lnTo>
                  <a:lnTo>
                    <a:pt x="668849" y="1113110"/>
                  </a:lnTo>
                  <a:lnTo>
                    <a:pt x="663931" y="1109831"/>
                  </a:lnTo>
                  <a:lnTo>
                    <a:pt x="660653" y="1109831"/>
                  </a:lnTo>
                  <a:lnTo>
                    <a:pt x="657374" y="1109831"/>
                  </a:lnTo>
                  <a:lnTo>
                    <a:pt x="652456" y="1111470"/>
                  </a:lnTo>
                  <a:lnTo>
                    <a:pt x="649177" y="1113110"/>
                  </a:lnTo>
                  <a:lnTo>
                    <a:pt x="645899" y="1114749"/>
                  </a:lnTo>
                  <a:lnTo>
                    <a:pt x="642620" y="1114749"/>
                  </a:lnTo>
                  <a:lnTo>
                    <a:pt x="642620" y="1118028"/>
                  </a:lnTo>
                  <a:lnTo>
                    <a:pt x="637702" y="1118028"/>
                  </a:lnTo>
                  <a:lnTo>
                    <a:pt x="634424" y="1118028"/>
                  </a:lnTo>
                  <a:lnTo>
                    <a:pt x="629506" y="1119667"/>
                  </a:lnTo>
                  <a:lnTo>
                    <a:pt x="626227" y="1121306"/>
                  </a:lnTo>
                  <a:lnTo>
                    <a:pt x="624587" y="1119667"/>
                  </a:lnTo>
                  <a:lnTo>
                    <a:pt x="619669" y="1119667"/>
                  </a:lnTo>
                  <a:lnTo>
                    <a:pt x="616390" y="1121306"/>
                  </a:lnTo>
                  <a:lnTo>
                    <a:pt x="614751" y="1118028"/>
                  </a:lnTo>
                  <a:lnTo>
                    <a:pt x="609833" y="1119667"/>
                  </a:lnTo>
                  <a:lnTo>
                    <a:pt x="606555" y="1119667"/>
                  </a:lnTo>
                  <a:lnTo>
                    <a:pt x="603276" y="1116388"/>
                  </a:lnTo>
                  <a:lnTo>
                    <a:pt x="598358" y="1114749"/>
                  </a:lnTo>
                  <a:lnTo>
                    <a:pt x="593440" y="1111470"/>
                  </a:lnTo>
                  <a:lnTo>
                    <a:pt x="590161" y="1111470"/>
                  </a:lnTo>
                  <a:lnTo>
                    <a:pt x="586882" y="1108192"/>
                  </a:lnTo>
                  <a:lnTo>
                    <a:pt x="581965" y="1109831"/>
                  </a:lnTo>
                  <a:lnTo>
                    <a:pt x="581965" y="1114749"/>
                  </a:lnTo>
                  <a:lnTo>
                    <a:pt x="580326" y="1116388"/>
                  </a:lnTo>
                  <a:lnTo>
                    <a:pt x="577047" y="1114749"/>
                  </a:lnTo>
                  <a:lnTo>
                    <a:pt x="573768" y="1113110"/>
                  </a:lnTo>
                  <a:lnTo>
                    <a:pt x="568850" y="1109831"/>
                  </a:lnTo>
                  <a:lnTo>
                    <a:pt x="567210" y="1104913"/>
                  </a:lnTo>
                  <a:lnTo>
                    <a:pt x="565571" y="1109831"/>
                  </a:lnTo>
                  <a:lnTo>
                    <a:pt x="567210" y="1113110"/>
                  </a:lnTo>
                  <a:lnTo>
                    <a:pt x="565571" y="1118028"/>
                  </a:lnTo>
                  <a:lnTo>
                    <a:pt x="562292" y="1116388"/>
                  </a:lnTo>
                  <a:lnTo>
                    <a:pt x="560653" y="1113110"/>
                  </a:lnTo>
                  <a:lnTo>
                    <a:pt x="560653" y="1111470"/>
                  </a:lnTo>
                  <a:lnTo>
                    <a:pt x="559013" y="1108192"/>
                  </a:lnTo>
                  <a:lnTo>
                    <a:pt x="555736" y="1104913"/>
                  </a:lnTo>
                  <a:lnTo>
                    <a:pt x="550817" y="1101634"/>
                  </a:lnTo>
                  <a:lnTo>
                    <a:pt x="547539" y="1098356"/>
                  </a:lnTo>
                  <a:lnTo>
                    <a:pt x="545899" y="1101634"/>
                  </a:lnTo>
                  <a:lnTo>
                    <a:pt x="542620" y="1099995"/>
                  </a:lnTo>
                  <a:lnTo>
                    <a:pt x="537702" y="1099995"/>
                  </a:lnTo>
                  <a:lnTo>
                    <a:pt x="534423" y="1099995"/>
                  </a:lnTo>
                  <a:lnTo>
                    <a:pt x="529506" y="1098356"/>
                  </a:lnTo>
                  <a:lnTo>
                    <a:pt x="526227" y="1098356"/>
                  </a:lnTo>
                  <a:lnTo>
                    <a:pt x="526227" y="1096716"/>
                  </a:lnTo>
                  <a:lnTo>
                    <a:pt x="524588" y="1093438"/>
                  </a:lnTo>
                  <a:lnTo>
                    <a:pt x="527867" y="1088520"/>
                  </a:lnTo>
                  <a:lnTo>
                    <a:pt x="524588" y="1085241"/>
                  </a:lnTo>
                  <a:lnTo>
                    <a:pt x="519670" y="1086880"/>
                  </a:lnTo>
                  <a:lnTo>
                    <a:pt x="519670" y="1086880"/>
                  </a:lnTo>
                  <a:lnTo>
                    <a:pt x="516391" y="1088520"/>
                  </a:lnTo>
                  <a:lnTo>
                    <a:pt x="511473" y="1086880"/>
                  </a:lnTo>
                  <a:lnTo>
                    <a:pt x="508194" y="1083602"/>
                  </a:lnTo>
                  <a:lnTo>
                    <a:pt x="504916" y="1081962"/>
                  </a:lnTo>
                  <a:lnTo>
                    <a:pt x="499998" y="1080323"/>
                  </a:lnTo>
                  <a:lnTo>
                    <a:pt x="496719" y="1077044"/>
                  </a:lnTo>
                  <a:lnTo>
                    <a:pt x="493440" y="1073766"/>
                  </a:lnTo>
                  <a:lnTo>
                    <a:pt x="488522" y="1072126"/>
                  </a:lnTo>
                  <a:lnTo>
                    <a:pt x="488522" y="1070487"/>
                  </a:lnTo>
                  <a:lnTo>
                    <a:pt x="488522" y="1067208"/>
                  </a:lnTo>
                  <a:lnTo>
                    <a:pt x="485243" y="1062290"/>
                  </a:lnTo>
                  <a:lnTo>
                    <a:pt x="483604" y="1059012"/>
                  </a:lnTo>
                  <a:lnTo>
                    <a:pt x="478687" y="1057372"/>
                  </a:lnTo>
                  <a:lnTo>
                    <a:pt x="477047" y="1055733"/>
                  </a:lnTo>
                  <a:lnTo>
                    <a:pt x="473769" y="1057372"/>
                  </a:lnTo>
                  <a:lnTo>
                    <a:pt x="468850" y="1057372"/>
                  </a:lnTo>
                  <a:lnTo>
                    <a:pt x="465572" y="1060651"/>
                  </a:lnTo>
                  <a:lnTo>
                    <a:pt x="463932" y="1060651"/>
                  </a:lnTo>
                  <a:lnTo>
                    <a:pt x="460653" y="1057372"/>
                  </a:lnTo>
                  <a:lnTo>
                    <a:pt x="457375" y="1054094"/>
                  </a:lnTo>
                  <a:lnTo>
                    <a:pt x="454096" y="1050815"/>
                  </a:lnTo>
                  <a:lnTo>
                    <a:pt x="452457" y="1047536"/>
                  </a:lnTo>
                  <a:lnTo>
                    <a:pt x="449179" y="1045897"/>
                  </a:lnTo>
                  <a:lnTo>
                    <a:pt x="445900" y="1040979"/>
                  </a:lnTo>
                  <a:lnTo>
                    <a:pt x="440982" y="1042618"/>
                  </a:lnTo>
                  <a:lnTo>
                    <a:pt x="437703" y="1039340"/>
                  </a:lnTo>
                  <a:lnTo>
                    <a:pt x="434424" y="1037700"/>
                  </a:lnTo>
                  <a:lnTo>
                    <a:pt x="429506" y="1037700"/>
                  </a:lnTo>
                  <a:lnTo>
                    <a:pt x="426228" y="1034422"/>
                  </a:lnTo>
                  <a:lnTo>
                    <a:pt x="421310" y="1031143"/>
                  </a:lnTo>
                  <a:lnTo>
                    <a:pt x="418031" y="1026225"/>
                  </a:lnTo>
                  <a:lnTo>
                    <a:pt x="413113" y="1024585"/>
                  </a:lnTo>
                  <a:lnTo>
                    <a:pt x="409834" y="1022946"/>
                  </a:lnTo>
                  <a:lnTo>
                    <a:pt x="404916" y="1021307"/>
                  </a:lnTo>
                  <a:lnTo>
                    <a:pt x="401638" y="1018028"/>
                  </a:lnTo>
                  <a:lnTo>
                    <a:pt x="398359" y="1014750"/>
                  </a:lnTo>
                  <a:lnTo>
                    <a:pt x="395080" y="1009832"/>
                  </a:lnTo>
                  <a:lnTo>
                    <a:pt x="391802" y="1008192"/>
                  </a:lnTo>
                  <a:lnTo>
                    <a:pt x="388523" y="1008192"/>
                  </a:lnTo>
                  <a:lnTo>
                    <a:pt x="383605" y="1006553"/>
                  </a:lnTo>
                  <a:lnTo>
                    <a:pt x="378686" y="1006553"/>
                  </a:lnTo>
                  <a:lnTo>
                    <a:pt x="377047" y="1009832"/>
                  </a:lnTo>
                  <a:lnTo>
                    <a:pt x="372130" y="1009832"/>
                  </a:lnTo>
                  <a:lnTo>
                    <a:pt x="372130" y="1013110"/>
                  </a:lnTo>
                  <a:lnTo>
                    <a:pt x="372130" y="1018028"/>
                  </a:lnTo>
                  <a:lnTo>
                    <a:pt x="372130" y="1018028"/>
                  </a:lnTo>
                  <a:lnTo>
                    <a:pt x="370490" y="1021307"/>
                  </a:lnTo>
                  <a:lnTo>
                    <a:pt x="367212" y="1024585"/>
                  </a:lnTo>
                  <a:lnTo>
                    <a:pt x="363933" y="1022946"/>
                  </a:lnTo>
                  <a:lnTo>
                    <a:pt x="362293" y="1019667"/>
                  </a:lnTo>
                  <a:lnTo>
                    <a:pt x="359015" y="1014750"/>
                  </a:lnTo>
                  <a:lnTo>
                    <a:pt x="355736" y="1011471"/>
                  </a:lnTo>
                  <a:lnTo>
                    <a:pt x="352457" y="1011471"/>
                  </a:lnTo>
                  <a:lnTo>
                    <a:pt x="347540" y="1008192"/>
                  </a:lnTo>
                  <a:lnTo>
                    <a:pt x="344261" y="1004913"/>
                  </a:lnTo>
                  <a:lnTo>
                    <a:pt x="340982" y="1003274"/>
                  </a:lnTo>
                  <a:lnTo>
                    <a:pt x="336064" y="1003274"/>
                  </a:lnTo>
                  <a:lnTo>
                    <a:pt x="332785" y="1001635"/>
                  </a:lnTo>
                  <a:lnTo>
                    <a:pt x="329506" y="999995"/>
                  </a:lnTo>
                  <a:lnTo>
                    <a:pt x="326228" y="998356"/>
                  </a:lnTo>
                  <a:lnTo>
                    <a:pt x="326228" y="996717"/>
                  </a:lnTo>
                  <a:lnTo>
                    <a:pt x="326228" y="993438"/>
                  </a:lnTo>
                  <a:lnTo>
                    <a:pt x="322950" y="988520"/>
                  </a:lnTo>
                  <a:lnTo>
                    <a:pt x="319671" y="988520"/>
                  </a:lnTo>
                  <a:lnTo>
                    <a:pt x="316392" y="986881"/>
                  </a:lnTo>
                  <a:lnTo>
                    <a:pt x="313113" y="985241"/>
                  </a:lnTo>
                  <a:lnTo>
                    <a:pt x="311474" y="981963"/>
                  </a:lnTo>
                  <a:lnTo>
                    <a:pt x="306556" y="980323"/>
                  </a:lnTo>
                  <a:lnTo>
                    <a:pt x="303277" y="981963"/>
                  </a:lnTo>
                  <a:lnTo>
                    <a:pt x="299998" y="981963"/>
                  </a:lnTo>
                  <a:lnTo>
                    <a:pt x="295081" y="978684"/>
                  </a:lnTo>
                  <a:lnTo>
                    <a:pt x="291802" y="977045"/>
                  </a:lnTo>
                  <a:lnTo>
                    <a:pt x="291802" y="975405"/>
                  </a:lnTo>
                  <a:lnTo>
                    <a:pt x="288523" y="973766"/>
                  </a:lnTo>
                  <a:lnTo>
                    <a:pt x="286884" y="970487"/>
                  </a:lnTo>
                  <a:lnTo>
                    <a:pt x="285245" y="970487"/>
                  </a:lnTo>
                  <a:lnTo>
                    <a:pt x="283605" y="965569"/>
                  </a:lnTo>
                  <a:lnTo>
                    <a:pt x="280326" y="962291"/>
                  </a:lnTo>
                  <a:lnTo>
                    <a:pt x="278687" y="962291"/>
                  </a:lnTo>
                  <a:lnTo>
                    <a:pt x="275408" y="962291"/>
                  </a:lnTo>
                  <a:lnTo>
                    <a:pt x="273769" y="965569"/>
                  </a:lnTo>
                  <a:lnTo>
                    <a:pt x="270491" y="967209"/>
                  </a:lnTo>
                  <a:lnTo>
                    <a:pt x="267212" y="967209"/>
                  </a:lnTo>
                  <a:lnTo>
                    <a:pt x="265573" y="962291"/>
                  </a:lnTo>
                  <a:lnTo>
                    <a:pt x="263933" y="959012"/>
                  </a:lnTo>
                  <a:lnTo>
                    <a:pt x="265573" y="955733"/>
                  </a:lnTo>
                  <a:lnTo>
                    <a:pt x="265573" y="952455"/>
                  </a:lnTo>
                  <a:lnTo>
                    <a:pt x="260655" y="947537"/>
                  </a:lnTo>
                  <a:lnTo>
                    <a:pt x="259015" y="944258"/>
                  </a:lnTo>
                  <a:lnTo>
                    <a:pt x="260655" y="944258"/>
                  </a:lnTo>
                  <a:lnTo>
                    <a:pt x="260655" y="942619"/>
                  </a:lnTo>
                  <a:lnTo>
                    <a:pt x="260655" y="940979"/>
                  </a:lnTo>
                  <a:lnTo>
                    <a:pt x="259015" y="936061"/>
                  </a:lnTo>
                  <a:lnTo>
                    <a:pt x="255736" y="934422"/>
                  </a:lnTo>
                  <a:lnTo>
                    <a:pt x="255736" y="932783"/>
                  </a:lnTo>
                  <a:lnTo>
                    <a:pt x="252458" y="929504"/>
                  </a:lnTo>
                  <a:lnTo>
                    <a:pt x="247539" y="926225"/>
                  </a:lnTo>
                  <a:lnTo>
                    <a:pt x="247539" y="926225"/>
                  </a:lnTo>
                  <a:lnTo>
                    <a:pt x="245901" y="921307"/>
                  </a:lnTo>
                  <a:lnTo>
                    <a:pt x="245901" y="918029"/>
                  </a:lnTo>
                  <a:lnTo>
                    <a:pt x="242622" y="914750"/>
                  </a:lnTo>
                  <a:lnTo>
                    <a:pt x="242622" y="913111"/>
                  </a:lnTo>
                  <a:lnTo>
                    <a:pt x="245901" y="909832"/>
                  </a:lnTo>
                  <a:lnTo>
                    <a:pt x="249179" y="911471"/>
                  </a:lnTo>
                  <a:lnTo>
                    <a:pt x="249179" y="911471"/>
                  </a:lnTo>
                  <a:lnTo>
                    <a:pt x="252458" y="908193"/>
                  </a:lnTo>
                  <a:lnTo>
                    <a:pt x="255736" y="908193"/>
                  </a:lnTo>
                  <a:lnTo>
                    <a:pt x="255736" y="913111"/>
                  </a:lnTo>
                  <a:lnTo>
                    <a:pt x="257376" y="916389"/>
                  </a:lnTo>
                  <a:lnTo>
                    <a:pt x="262294" y="919668"/>
                  </a:lnTo>
                  <a:lnTo>
                    <a:pt x="265573" y="919668"/>
                  </a:lnTo>
                  <a:lnTo>
                    <a:pt x="268852" y="919668"/>
                  </a:lnTo>
                  <a:lnTo>
                    <a:pt x="268852" y="916389"/>
                  </a:lnTo>
                  <a:lnTo>
                    <a:pt x="272130" y="913111"/>
                  </a:lnTo>
                  <a:lnTo>
                    <a:pt x="273769" y="913111"/>
                  </a:lnTo>
                  <a:lnTo>
                    <a:pt x="277048" y="913111"/>
                  </a:lnTo>
                  <a:lnTo>
                    <a:pt x="278687" y="911471"/>
                  </a:lnTo>
                  <a:lnTo>
                    <a:pt x="281966" y="908193"/>
                  </a:lnTo>
                  <a:lnTo>
                    <a:pt x="281966" y="906553"/>
                  </a:lnTo>
                  <a:lnTo>
                    <a:pt x="281966" y="903275"/>
                  </a:lnTo>
                  <a:lnTo>
                    <a:pt x="278687" y="898357"/>
                  </a:lnTo>
                  <a:lnTo>
                    <a:pt x="275408" y="895078"/>
                  </a:lnTo>
                  <a:lnTo>
                    <a:pt x="272130" y="891799"/>
                  </a:lnTo>
                  <a:lnTo>
                    <a:pt x="272130" y="888520"/>
                  </a:lnTo>
                  <a:lnTo>
                    <a:pt x="272130" y="883603"/>
                  </a:lnTo>
                  <a:lnTo>
                    <a:pt x="268852" y="883603"/>
                  </a:lnTo>
                  <a:lnTo>
                    <a:pt x="265573" y="881963"/>
                  </a:lnTo>
                  <a:lnTo>
                    <a:pt x="263933" y="881963"/>
                  </a:lnTo>
                  <a:lnTo>
                    <a:pt x="263933" y="881963"/>
                  </a:lnTo>
                  <a:lnTo>
                    <a:pt x="259015" y="878685"/>
                  </a:lnTo>
                  <a:lnTo>
                    <a:pt x="255736" y="877045"/>
                  </a:lnTo>
                  <a:lnTo>
                    <a:pt x="254097" y="873767"/>
                  </a:lnTo>
                  <a:lnTo>
                    <a:pt x="252458" y="870488"/>
                  </a:lnTo>
                  <a:lnTo>
                    <a:pt x="252458" y="870488"/>
                  </a:lnTo>
                  <a:lnTo>
                    <a:pt x="252458" y="868848"/>
                  </a:lnTo>
                  <a:lnTo>
                    <a:pt x="252458" y="867209"/>
                  </a:lnTo>
                  <a:lnTo>
                    <a:pt x="250818" y="863930"/>
                  </a:lnTo>
                  <a:lnTo>
                    <a:pt x="254097" y="863930"/>
                  </a:lnTo>
                  <a:lnTo>
                    <a:pt x="254097" y="860652"/>
                  </a:lnTo>
                  <a:lnTo>
                    <a:pt x="252458" y="859013"/>
                  </a:lnTo>
                  <a:lnTo>
                    <a:pt x="252458" y="857373"/>
                  </a:lnTo>
                  <a:lnTo>
                    <a:pt x="250818" y="857373"/>
                  </a:lnTo>
                  <a:lnTo>
                    <a:pt x="249179" y="854095"/>
                  </a:lnTo>
                  <a:lnTo>
                    <a:pt x="247539" y="850816"/>
                  </a:lnTo>
                  <a:lnTo>
                    <a:pt x="250818" y="847537"/>
                  </a:lnTo>
                  <a:lnTo>
                    <a:pt x="254097" y="845898"/>
                  </a:lnTo>
                  <a:lnTo>
                    <a:pt x="259015" y="847537"/>
                  </a:lnTo>
                  <a:lnTo>
                    <a:pt x="262294" y="847537"/>
                  </a:lnTo>
                  <a:lnTo>
                    <a:pt x="265573" y="845898"/>
                  </a:lnTo>
                  <a:lnTo>
                    <a:pt x="267212" y="844258"/>
                  </a:lnTo>
                  <a:lnTo>
                    <a:pt x="267212" y="840980"/>
                  </a:lnTo>
                  <a:lnTo>
                    <a:pt x="268852" y="836062"/>
                  </a:lnTo>
                  <a:lnTo>
                    <a:pt x="267212" y="832783"/>
                  </a:lnTo>
                  <a:lnTo>
                    <a:pt x="265573" y="831144"/>
                  </a:lnTo>
                  <a:lnTo>
                    <a:pt x="268852" y="829504"/>
                  </a:lnTo>
                  <a:lnTo>
                    <a:pt x="272130" y="829504"/>
                  </a:lnTo>
                  <a:lnTo>
                    <a:pt x="273769" y="827865"/>
                  </a:lnTo>
                  <a:lnTo>
                    <a:pt x="272130" y="824586"/>
                  </a:lnTo>
                  <a:lnTo>
                    <a:pt x="275408" y="822947"/>
                  </a:lnTo>
                  <a:lnTo>
                    <a:pt x="275408" y="819668"/>
                  </a:lnTo>
                  <a:lnTo>
                    <a:pt x="277048" y="818029"/>
                  </a:lnTo>
                  <a:lnTo>
                    <a:pt x="280326" y="819668"/>
                  </a:lnTo>
                  <a:lnTo>
                    <a:pt x="281966" y="814750"/>
                  </a:lnTo>
                  <a:lnTo>
                    <a:pt x="281966" y="813111"/>
                  </a:lnTo>
                  <a:lnTo>
                    <a:pt x="285245" y="809832"/>
                  </a:lnTo>
                  <a:lnTo>
                    <a:pt x="285245" y="809832"/>
                  </a:lnTo>
                  <a:lnTo>
                    <a:pt x="283605" y="806554"/>
                  </a:lnTo>
                  <a:lnTo>
                    <a:pt x="283605" y="803275"/>
                  </a:lnTo>
                  <a:lnTo>
                    <a:pt x="281966" y="799996"/>
                  </a:lnTo>
                  <a:lnTo>
                    <a:pt x="285245" y="796718"/>
                  </a:lnTo>
                  <a:lnTo>
                    <a:pt x="283605" y="791800"/>
                  </a:lnTo>
                  <a:lnTo>
                    <a:pt x="283605" y="788521"/>
                  </a:lnTo>
                  <a:lnTo>
                    <a:pt x="285245" y="785242"/>
                  </a:lnTo>
                  <a:lnTo>
                    <a:pt x="285245" y="783603"/>
                  </a:lnTo>
                  <a:lnTo>
                    <a:pt x="281966" y="781964"/>
                  </a:lnTo>
                  <a:lnTo>
                    <a:pt x="280326" y="780324"/>
                  </a:lnTo>
                  <a:lnTo>
                    <a:pt x="277048" y="783603"/>
                  </a:lnTo>
                  <a:lnTo>
                    <a:pt x="273769" y="785242"/>
                  </a:lnTo>
                  <a:lnTo>
                    <a:pt x="270491" y="781964"/>
                  </a:lnTo>
                  <a:lnTo>
                    <a:pt x="270491" y="781964"/>
                  </a:lnTo>
                  <a:lnTo>
                    <a:pt x="268852" y="777046"/>
                  </a:lnTo>
                  <a:lnTo>
                    <a:pt x="265573" y="778685"/>
                  </a:lnTo>
                  <a:lnTo>
                    <a:pt x="260655" y="775406"/>
                  </a:lnTo>
                  <a:lnTo>
                    <a:pt x="257376" y="773767"/>
                  </a:lnTo>
                  <a:lnTo>
                    <a:pt x="255736" y="770488"/>
                  </a:lnTo>
                  <a:lnTo>
                    <a:pt x="252458" y="767210"/>
                  </a:lnTo>
                  <a:lnTo>
                    <a:pt x="250818" y="767210"/>
                  </a:lnTo>
                  <a:lnTo>
                    <a:pt x="249179" y="765570"/>
                  </a:lnTo>
                  <a:lnTo>
                    <a:pt x="245901" y="762292"/>
                  </a:lnTo>
                  <a:lnTo>
                    <a:pt x="242622" y="760652"/>
                  </a:lnTo>
                  <a:lnTo>
                    <a:pt x="239343" y="762292"/>
                  </a:lnTo>
                  <a:lnTo>
                    <a:pt x="237704" y="762292"/>
                  </a:lnTo>
                  <a:lnTo>
                    <a:pt x="234425" y="762292"/>
                  </a:lnTo>
                  <a:lnTo>
                    <a:pt x="231146" y="763931"/>
                  </a:lnTo>
                  <a:lnTo>
                    <a:pt x="227868" y="763931"/>
                  </a:lnTo>
                  <a:lnTo>
                    <a:pt x="227868" y="763931"/>
                  </a:lnTo>
                  <a:lnTo>
                    <a:pt x="222949" y="762292"/>
                  </a:lnTo>
                  <a:lnTo>
                    <a:pt x="219672" y="765570"/>
                  </a:lnTo>
                  <a:lnTo>
                    <a:pt x="216393" y="768849"/>
                  </a:lnTo>
                  <a:lnTo>
                    <a:pt x="213114" y="770488"/>
                  </a:lnTo>
                  <a:lnTo>
                    <a:pt x="208196" y="772128"/>
                  </a:lnTo>
                  <a:lnTo>
                    <a:pt x="204917" y="775406"/>
                  </a:lnTo>
                  <a:lnTo>
                    <a:pt x="203278" y="778685"/>
                  </a:lnTo>
                  <a:lnTo>
                    <a:pt x="199999" y="778685"/>
                  </a:lnTo>
                  <a:lnTo>
                    <a:pt x="195081" y="781964"/>
                  </a:lnTo>
                  <a:lnTo>
                    <a:pt x="193442" y="781964"/>
                  </a:lnTo>
                  <a:lnTo>
                    <a:pt x="191803" y="781964"/>
                  </a:lnTo>
                  <a:lnTo>
                    <a:pt x="191803" y="781964"/>
                  </a:lnTo>
                  <a:lnTo>
                    <a:pt x="186885" y="783603"/>
                  </a:lnTo>
                  <a:lnTo>
                    <a:pt x="183606" y="781964"/>
                  </a:lnTo>
                  <a:lnTo>
                    <a:pt x="180327" y="781964"/>
                  </a:lnTo>
                  <a:lnTo>
                    <a:pt x="175409" y="781964"/>
                  </a:lnTo>
                  <a:lnTo>
                    <a:pt x="172130" y="780324"/>
                  </a:lnTo>
                  <a:lnTo>
                    <a:pt x="168851" y="780324"/>
                  </a:lnTo>
                  <a:lnTo>
                    <a:pt x="165573" y="778685"/>
                  </a:lnTo>
                  <a:lnTo>
                    <a:pt x="160655" y="778685"/>
                  </a:lnTo>
                  <a:lnTo>
                    <a:pt x="157376" y="777046"/>
                  </a:lnTo>
                  <a:lnTo>
                    <a:pt x="154098" y="775406"/>
                  </a:lnTo>
                  <a:lnTo>
                    <a:pt x="150819" y="773767"/>
                  </a:lnTo>
                  <a:lnTo>
                    <a:pt x="147540" y="772128"/>
                  </a:lnTo>
                  <a:lnTo>
                    <a:pt x="142623" y="767210"/>
                  </a:lnTo>
                  <a:lnTo>
                    <a:pt x="142623" y="763931"/>
                  </a:lnTo>
                  <a:lnTo>
                    <a:pt x="139344" y="765570"/>
                  </a:lnTo>
                  <a:lnTo>
                    <a:pt x="134426" y="767210"/>
                  </a:lnTo>
                  <a:lnTo>
                    <a:pt x="131147" y="767210"/>
                  </a:lnTo>
                  <a:lnTo>
                    <a:pt x="127868" y="763931"/>
                  </a:lnTo>
                  <a:lnTo>
                    <a:pt x="126229" y="760652"/>
                  </a:lnTo>
                  <a:lnTo>
                    <a:pt x="121311" y="759013"/>
                  </a:lnTo>
                  <a:lnTo>
                    <a:pt x="118032" y="757374"/>
                  </a:lnTo>
                  <a:lnTo>
                    <a:pt x="118032" y="754095"/>
                  </a:lnTo>
                  <a:lnTo>
                    <a:pt x="119671" y="750816"/>
                  </a:lnTo>
                  <a:lnTo>
                    <a:pt x="118032" y="745898"/>
                  </a:lnTo>
                  <a:lnTo>
                    <a:pt x="118032" y="742620"/>
                  </a:lnTo>
                  <a:lnTo>
                    <a:pt x="116393" y="739341"/>
                  </a:lnTo>
                  <a:lnTo>
                    <a:pt x="113115" y="736062"/>
                  </a:lnTo>
                  <a:lnTo>
                    <a:pt x="111475" y="732783"/>
                  </a:lnTo>
                  <a:lnTo>
                    <a:pt x="108196" y="729505"/>
                  </a:lnTo>
                  <a:lnTo>
                    <a:pt x="104918" y="727866"/>
                  </a:lnTo>
                  <a:lnTo>
                    <a:pt x="99999" y="726226"/>
                  </a:lnTo>
                  <a:lnTo>
                    <a:pt x="96721" y="726226"/>
                  </a:lnTo>
                  <a:lnTo>
                    <a:pt x="96721" y="726226"/>
                  </a:lnTo>
                  <a:lnTo>
                    <a:pt x="91802" y="726226"/>
                  </a:lnTo>
                  <a:lnTo>
                    <a:pt x="91802" y="722948"/>
                  </a:lnTo>
                  <a:lnTo>
                    <a:pt x="88525" y="719669"/>
                  </a:lnTo>
                  <a:lnTo>
                    <a:pt x="85246" y="718030"/>
                  </a:lnTo>
                  <a:lnTo>
                    <a:pt x="81967" y="718030"/>
                  </a:lnTo>
                  <a:lnTo>
                    <a:pt x="78688" y="716390"/>
                  </a:lnTo>
                  <a:lnTo>
                    <a:pt x="73770" y="716390"/>
                  </a:lnTo>
                  <a:lnTo>
                    <a:pt x="72131" y="719669"/>
                  </a:lnTo>
                  <a:lnTo>
                    <a:pt x="68852" y="714751"/>
                  </a:lnTo>
                  <a:lnTo>
                    <a:pt x="65573" y="714751"/>
                  </a:lnTo>
                  <a:lnTo>
                    <a:pt x="62295" y="713111"/>
                  </a:lnTo>
                  <a:lnTo>
                    <a:pt x="59016" y="714751"/>
                  </a:lnTo>
                  <a:lnTo>
                    <a:pt x="57377" y="714751"/>
                  </a:lnTo>
                  <a:lnTo>
                    <a:pt x="54098" y="711472"/>
                  </a:lnTo>
                  <a:lnTo>
                    <a:pt x="54098" y="706554"/>
                  </a:lnTo>
                  <a:lnTo>
                    <a:pt x="57377" y="704915"/>
                  </a:lnTo>
                  <a:lnTo>
                    <a:pt x="60656" y="703276"/>
                  </a:lnTo>
                  <a:lnTo>
                    <a:pt x="65573" y="706554"/>
                  </a:lnTo>
                  <a:lnTo>
                    <a:pt x="68852" y="704915"/>
                  </a:lnTo>
                  <a:lnTo>
                    <a:pt x="72131" y="703276"/>
                  </a:lnTo>
                  <a:lnTo>
                    <a:pt x="73770" y="699997"/>
                  </a:lnTo>
                  <a:lnTo>
                    <a:pt x="73770" y="695079"/>
                  </a:lnTo>
                  <a:lnTo>
                    <a:pt x="70491" y="693439"/>
                  </a:lnTo>
                  <a:lnTo>
                    <a:pt x="68852" y="691800"/>
                  </a:lnTo>
                  <a:lnTo>
                    <a:pt x="65573" y="688521"/>
                  </a:lnTo>
                  <a:lnTo>
                    <a:pt x="65573" y="685243"/>
                  </a:lnTo>
                  <a:lnTo>
                    <a:pt x="65573" y="681964"/>
                  </a:lnTo>
                  <a:lnTo>
                    <a:pt x="62295" y="678686"/>
                  </a:lnTo>
                  <a:lnTo>
                    <a:pt x="62295" y="675407"/>
                  </a:lnTo>
                  <a:lnTo>
                    <a:pt x="60656" y="670489"/>
                  </a:lnTo>
                  <a:lnTo>
                    <a:pt x="57377" y="668849"/>
                  </a:lnTo>
                  <a:lnTo>
                    <a:pt x="55738" y="665571"/>
                  </a:lnTo>
                  <a:lnTo>
                    <a:pt x="54098" y="660653"/>
                  </a:lnTo>
                  <a:lnTo>
                    <a:pt x="54098" y="657374"/>
                  </a:lnTo>
                  <a:lnTo>
                    <a:pt x="54098" y="654096"/>
                  </a:lnTo>
                  <a:lnTo>
                    <a:pt x="54098" y="650817"/>
                  </a:lnTo>
                  <a:lnTo>
                    <a:pt x="49180" y="647538"/>
                  </a:lnTo>
                  <a:lnTo>
                    <a:pt x="45901" y="647538"/>
                  </a:lnTo>
                  <a:lnTo>
                    <a:pt x="40983" y="645899"/>
                  </a:lnTo>
                  <a:lnTo>
                    <a:pt x="37705" y="644259"/>
                  </a:lnTo>
                  <a:lnTo>
                    <a:pt x="34426" y="642620"/>
                  </a:lnTo>
                  <a:lnTo>
                    <a:pt x="31147" y="642620"/>
                  </a:lnTo>
                  <a:lnTo>
                    <a:pt x="26229" y="642620"/>
                  </a:lnTo>
                  <a:lnTo>
                    <a:pt x="24590" y="645899"/>
                  </a:lnTo>
                  <a:lnTo>
                    <a:pt x="19672" y="647538"/>
                  </a:lnTo>
                  <a:lnTo>
                    <a:pt x="16393" y="645899"/>
                  </a:lnTo>
                  <a:lnTo>
                    <a:pt x="13114" y="642620"/>
                  </a:lnTo>
                  <a:lnTo>
                    <a:pt x="13114" y="642620"/>
                  </a:lnTo>
                  <a:lnTo>
                    <a:pt x="11476" y="639341"/>
                  </a:lnTo>
                  <a:lnTo>
                    <a:pt x="8197" y="634423"/>
                  </a:lnTo>
                  <a:lnTo>
                    <a:pt x="8197" y="631145"/>
                  </a:lnTo>
                  <a:lnTo>
                    <a:pt x="11476" y="629505"/>
                  </a:lnTo>
                  <a:lnTo>
                    <a:pt x="9836" y="626227"/>
                  </a:lnTo>
                  <a:lnTo>
                    <a:pt x="4918" y="622948"/>
                  </a:lnTo>
                  <a:lnTo>
                    <a:pt x="1639" y="619669"/>
                  </a:lnTo>
                  <a:lnTo>
                    <a:pt x="1639" y="614751"/>
                  </a:lnTo>
                  <a:lnTo>
                    <a:pt x="1639" y="611473"/>
                  </a:lnTo>
                  <a:lnTo>
                    <a:pt x="0" y="60819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1" name="Freeform 2540">
              <a:extLst>
                <a:ext uri="{FF2B5EF4-FFF2-40B4-BE49-F238E27FC236}">
                  <a16:creationId xmlns:a16="http://schemas.microsoft.com/office/drawing/2014/main" id="{327B4089-0546-6445-AE23-F037C09C631B}"/>
                </a:ext>
              </a:extLst>
            </p:cNvPr>
            <p:cNvSpPr/>
            <p:nvPr/>
          </p:nvSpPr>
          <p:spPr>
            <a:xfrm>
              <a:off x="9494344" y="3234573"/>
              <a:ext cx="88524" cy="83606"/>
            </a:xfrm>
            <a:custGeom>
              <a:avLst/>
              <a:gdLst>
                <a:gd name="connsiteX0" fmla="*/ 1640 w 88524"/>
                <a:gd name="connsiteY0" fmla="*/ 34426 h 83606"/>
                <a:gd name="connsiteX1" fmla="*/ 1640 w 88524"/>
                <a:gd name="connsiteY1" fmla="*/ 36065 h 83606"/>
                <a:gd name="connsiteX2" fmla="*/ 0 w 88524"/>
                <a:gd name="connsiteY2" fmla="*/ 37705 h 83606"/>
                <a:gd name="connsiteX3" fmla="*/ 3279 w 88524"/>
                <a:gd name="connsiteY3" fmla="*/ 40983 h 83606"/>
                <a:gd name="connsiteX4" fmla="*/ 1640 w 88524"/>
                <a:gd name="connsiteY4" fmla="*/ 44262 h 83606"/>
                <a:gd name="connsiteX5" fmla="*/ 3279 w 88524"/>
                <a:gd name="connsiteY5" fmla="*/ 49180 h 83606"/>
                <a:gd name="connsiteX6" fmla="*/ 3279 w 88524"/>
                <a:gd name="connsiteY6" fmla="*/ 52459 h 83606"/>
                <a:gd name="connsiteX7" fmla="*/ 3279 w 88524"/>
                <a:gd name="connsiteY7" fmla="*/ 55737 h 83606"/>
                <a:gd name="connsiteX8" fmla="*/ 6558 w 88524"/>
                <a:gd name="connsiteY8" fmla="*/ 59016 h 83606"/>
                <a:gd name="connsiteX9" fmla="*/ 6558 w 88524"/>
                <a:gd name="connsiteY9" fmla="*/ 62295 h 83606"/>
                <a:gd name="connsiteX10" fmla="*/ 6558 w 88524"/>
                <a:gd name="connsiteY10" fmla="*/ 67213 h 83606"/>
                <a:gd name="connsiteX11" fmla="*/ 8197 w 88524"/>
                <a:gd name="connsiteY11" fmla="*/ 70492 h 83606"/>
                <a:gd name="connsiteX12" fmla="*/ 9837 w 88524"/>
                <a:gd name="connsiteY12" fmla="*/ 72131 h 83606"/>
                <a:gd name="connsiteX13" fmla="*/ 13114 w 88524"/>
                <a:gd name="connsiteY13" fmla="*/ 72131 h 83606"/>
                <a:gd name="connsiteX14" fmla="*/ 16393 w 88524"/>
                <a:gd name="connsiteY14" fmla="*/ 75409 h 83606"/>
                <a:gd name="connsiteX15" fmla="*/ 19672 w 88524"/>
                <a:gd name="connsiteY15" fmla="*/ 77049 h 83606"/>
                <a:gd name="connsiteX16" fmla="*/ 22951 w 88524"/>
                <a:gd name="connsiteY16" fmla="*/ 77049 h 83606"/>
                <a:gd name="connsiteX17" fmla="*/ 26230 w 88524"/>
                <a:gd name="connsiteY17" fmla="*/ 77049 h 83606"/>
                <a:gd name="connsiteX18" fmla="*/ 29508 w 88524"/>
                <a:gd name="connsiteY18" fmla="*/ 80327 h 83606"/>
                <a:gd name="connsiteX19" fmla="*/ 32787 w 88524"/>
                <a:gd name="connsiteY19" fmla="*/ 80327 h 83606"/>
                <a:gd name="connsiteX20" fmla="*/ 36066 w 88524"/>
                <a:gd name="connsiteY20" fmla="*/ 80327 h 83606"/>
                <a:gd name="connsiteX21" fmla="*/ 40983 w 88524"/>
                <a:gd name="connsiteY21" fmla="*/ 81967 h 83606"/>
                <a:gd name="connsiteX22" fmla="*/ 42623 w 88524"/>
                <a:gd name="connsiteY22" fmla="*/ 83606 h 83606"/>
                <a:gd name="connsiteX23" fmla="*/ 45901 w 88524"/>
                <a:gd name="connsiteY23" fmla="*/ 83606 h 83606"/>
                <a:gd name="connsiteX24" fmla="*/ 49180 w 88524"/>
                <a:gd name="connsiteY24" fmla="*/ 83606 h 83606"/>
                <a:gd name="connsiteX25" fmla="*/ 49180 w 88524"/>
                <a:gd name="connsiteY25" fmla="*/ 80327 h 83606"/>
                <a:gd name="connsiteX26" fmla="*/ 49180 w 88524"/>
                <a:gd name="connsiteY26" fmla="*/ 75409 h 83606"/>
                <a:gd name="connsiteX27" fmla="*/ 50820 w 88524"/>
                <a:gd name="connsiteY27" fmla="*/ 75409 h 83606"/>
                <a:gd name="connsiteX28" fmla="*/ 54098 w 88524"/>
                <a:gd name="connsiteY28" fmla="*/ 75409 h 83606"/>
                <a:gd name="connsiteX29" fmla="*/ 59017 w 88524"/>
                <a:gd name="connsiteY29" fmla="*/ 73770 h 83606"/>
                <a:gd name="connsiteX30" fmla="*/ 59017 w 88524"/>
                <a:gd name="connsiteY30" fmla="*/ 75409 h 83606"/>
                <a:gd name="connsiteX31" fmla="*/ 59017 w 88524"/>
                <a:gd name="connsiteY31" fmla="*/ 77049 h 83606"/>
                <a:gd name="connsiteX32" fmla="*/ 60656 w 88524"/>
                <a:gd name="connsiteY32" fmla="*/ 77049 h 83606"/>
                <a:gd name="connsiteX33" fmla="*/ 60656 w 88524"/>
                <a:gd name="connsiteY33" fmla="*/ 72131 h 83606"/>
                <a:gd name="connsiteX34" fmla="*/ 62295 w 88524"/>
                <a:gd name="connsiteY34" fmla="*/ 68852 h 83606"/>
                <a:gd name="connsiteX35" fmla="*/ 65573 w 88524"/>
                <a:gd name="connsiteY35" fmla="*/ 65573 h 83606"/>
                <a:gd name="connsiteX36" fmla="*/ 68852 w 88524"/>
                <a:gd name="connsiteY36" fmla="*/ 63934 h 83606"/>
                <a:gd name="connsiteX37" fmla="*/ 72131 w 88524"/>
                <a:gd name="connsiteY37" fmla="*/ 62295 h 83606"/>
                <a:gd name="connsiteX38" fmla="*/ 73770 w 88524"/>
                <a:gd name="connsiteY38" fmla="*/ 59016 h 83606"/>
                <a:gd name="connsiteX39" fmla="*/ 73770 w 88524"/>
                <a:gd name="connsiteY39" fmla="*/ 54098 h 83606"/>
                <a:gd name="connsiteX40" fmla="*/ 73770 w 88524"/>
                <a:gd name="connsiteY40" fmla="*/ 50819 h 83606"/>
                <a:gd name="connsiteX41" fmla="*/ 75410 w 88524"/>
                <a:gd name="connsiteY41" fmla="*/ 47541 h 83606"/>
                <a:gd name="connsiteX42" fmla="*/ 75410 w 88524"/>
                <a:gd name="connsiteY42" fmla="*/ 42623 h 83606"/>
                <a:gd name="connsiteX43" fmla="*/ 73770 w 88524"/>
                <a:gd name="connsiteY43" fmla="*/ 42623 h 83606"/>
                <a:gd name="connsiteX44" fmla="*/ 77049 w 88524"/>
                <a:gd name="connsiteY44" fmla="*/ 39344 h 83606"/>
                <a:gd name="connsiteX45" fmla="*/ 77049 w 88524"/>
                <a:gd name="connsiteY45" fmla="*/ 36065 h 83606"/>
                <a:gd name="connsiteX46" fmla="*/ 78688 w 88524"/>
                <a:gd name="connsiteY46" fmla="*/ 31147 h 83606"/>
                <a:gd name="connsiteX47" fmla="*/ 81967 w 88524"/>
                <a:gd name="connsiteY47" fmla="*/ 27869 h 83606"/>
                <a:gd name="connsiteX48" fmla="*/ 81967 w 88524"/>
                <a:gd name="connsiteY48" fmla="*/ 24590 h 83606"/>
                <a:gd name="connsiteX49" fmla="*/ 81967 w 88524"/>
                <a:gd name="connsiteY49" fmla="*/ 21311 h 83606"/>
                <a:gd name="connsiteX50" fmla="*/ 85246 w 88524"/>
                <a:gd name="connsiteY50" fmla="*/ 22951 h 83606"/>
                <a:gd name="connsiteX51" fmla="*/ 88525 w 88524"/>
                <a:gd name="connsiteY51" fmla="*/ 19672 h 83606"/>
                <a:gd name="connsiteX52" fmla="*/ 86885 w 88524"/>
                <a:gd name="connsiteY52" fmla="*/ 16393 h 83606"/>
                <a:gd name="connsiteX53" fmla="*/ 86885 w 88524"/>
                <a:gd name="connsiteY53" fmla="*/ 13115 h 83606"/>
                <a:gd name="connsiteX54" fmla="*/ 85246 w 88524"/>
                <a:gd name="connsiteY54" fmla="*/ 8197 h 83606"/>
                <a:gd name="connsiteX55" fmla="*/ 83607 w 88524"/>
                <a:gd name="connsiteY55" fmla="*/ 4918 h 83606"/>
                <a:gd name="connsiteX56" fmla="*/ 81967 w 88524"/>
                <a:gd name="connsiteY56" fmla="*/ 4918 h 83606"/>
                <a:gd name="connsiteX57" fmla="*/ 78688 w 88524"/>
                <a:gd name="connsiteY57" fmla="*/ 4918 h 83606"/>
                <a:gd name="connsiteX58" fmla="*/ 77049 w 88524"/>
                <a:gd name="connsiteY58" fmla="*/ 3279 h 83606"/>
                <a:gd name="connsiteX59" fmla="*/ 73770 w 88524"/>
                <a:gd name="connsiteY59" fmla="*/ 0 h 83606"/>
                <a:gd name="connsiteX60" fmla="*/ 70491 w 88524"/>
                <a:gd name="connsiteY60" fmla="*/ 0 h 83606"/>
                <a:gd name="connsiteX61" fmla="*/ 68852 w 88524"/>
                <a:gd name="connsiteY61" fmla="*/ 3279 h 83606"/>
                <a:gd name="connsiteX62" fmla="*/ 70491 w 88524"/>
                <a:gd name="connsiteY62" fmla="*/ 4918 h 83606"/>
                <a:gd name="connsiteX63" fmla="*/ 72131 w 88524"/>
                <a:gd name="connsiteY63" fmla="*/ 8197 h 83606"/>
                <a:gd name="connsiteX64" fmla="*/ 68852 w 88524"/>
                <a:gd name="connsiteY64" fmla="*/ 4918 h 83606"/>
                <a:gd name="connsiteX65" fmla="*/ 65573 w 88524"/>
                <a:gd name="connsiteY65" fmla="*/ 4918 h 83606"/>
                <a:gd name="connsiteX66" fmla="*/ 62295 w 88524"/>
                <a:gd name="connsiteY66" fmla="*/ 4918 h 83606"/>
                <a:gd name="connsiteX67" fmla="*/ 63935 w 88524"/>
                <a:gd name="connsiteY67" fmla="*/ 6557 h 83606"/>
                <a:gd name="connsiteX68" fmla="*/ 63935 w 88524"/>
                <a:gd name="connsiteY68" fmla="*/ 8197 h 83606"/>
                <a:gd name="connsiteX69" fmla="*/ 62295 w 88524"/>
                <a:gd name="connsiteY69" fmla="*/ 6557 h 83606"/>
                <a:gd name="connsiteX70" fmla="*/ 62295 w 88524"/>
                <a:gd name="connsiteY70" fmla="*/ 4918 h 83606"/>
                <a:gd name="connsiteX71" fmla="*/ 62295 w 88524"/>
                <a:gd name="connsiteY71" fmla="*/ 4918 h 83606"/>
                <a:gd name="connsiteX72" fmla="*/ 59017 w 88524"/>
                <a:gd name="connsiteY72" fmla="*/ 3279 h 83606"/>
                <a:gd name="connsiteX73" fmla="*/ 55738 w 88524"/>
                <a:gd name="connsiteY73" fmla="*/ 3279 h 83606"/>
                <a:gd name="connsiteX74" fmla="*/ 52459 w 88524"/>
                <a:gd name="connsiteY74" fmla="*/ 4918 h 83606"/>
                <a:gd name="connsiteX75" fmla="*/ 52459 w 88524"/>
                <a:gd name="connsiteY75" fmla="*/ 4918 h 83606"/>
                <a:gd name="connsiteX76" fmla="*/ 54098 w 88524"/>
                <a:gd name="connsiteY76" fmla="*/ 4918 h 83606"/>
                <a:gd name="connsiteX77" fmla="*/ 52459 w 88524"/>
                <a:gd name="connsiteY77" fmla="*/ 4918 h 83606"/>
                <a:gd name="connsiteX78" fmla="*/ 52459 w 88524"/>
                <a:gd name="connsiteY78" fmla="*/ 6557 h 83606"/>
                <a:gd name="connsiteX79" fmla="*/ 49180 w 88524"/>
                <a:gd name="connsiteY79" fmla="*/ 8197 h 83606"/>
                <a:gd name="connsiteX80" fmla="*/ 49180 w 88524"/>
                <a:gd name="connsiteY80" fmla="*/ 8197 h 83606"/>
                <a:gd name="connsiteX81" fmla="*/ 49180 w 88524"/>
                <a:gd name="connsiteY81" fmla="*/ 9836 h 83606"/>
                <a:gd name="connsiteX82" fmla="*/ 47541 w 88524"/>
                <a:gd name="connsiteY82" fmla="*/ 9836 h 83606"/>
                <a:gd name="connsiteX83" fmla="*/ 45901 w 88524"/>
                <a:gd name="connsiteY83" fmla="*/ 6557 h 83606"/>
                <a:gd name="connsiteX84" fmla="*/ 40983 w 88524"/>
                <a:gd name="connsiteY84" fmla="*/ 6557 h 83606"/>
                <a:gd name="connsiteX85" fmla="*/ 37705 w 88524"/>
                <a:gd name="connsiteY85" fmla="*/ 4918 h 83606"/>
                <a:gd name="connsiteX86" fmla="*/ 34427 w 88524"/>
                <a:gd name="connsiteY86" fmla="*/ 4918 h 83606"/>
                <a:gd name="connsiteX87" fmla="*/ 34427 w 88524"/>
                <a:gd name="connsiteY87" fmla="*/ 4918 h 83606"/>
                <a:gd name="connsiteX88" fmla="*/ 29508 w 88524"/>
                <a:gd name="connsiteY88" fmla="*/ 8197 h 83606"/>
                <a:gd name="connsiteX89" fmla="*/ 32787 w 88524"/>
                <a:gd name="connsiteY89" fmla="*/ 11475 h 83606"/>
                <a:gd name="connsiteX90" fmla="*/ 29508 w 88524"/>
                <a:gd name="connsiteY90" fmla="*/ 13115 h 83606"/>
                <a:gd name="connsiteX91" fmla="*/ 26230 w 88524"/>
                <a:gd name="connsiteY91" fmla="*/ 9836 h 83606"/>
                <a:gd name="connsiteX92" fmla="*/ 21311 w 88524"/>
                <a:gd name="connsiteY92" fmla="*/ 8197 h 83606"/>
                <a:gd name="connsiteX93" fmla="*/ 19672 w 88524"/>
                <a:gd name="connsiteY93" fmla="*/ 13115 h 83606"/>
                <a:gd name="connsiteX94" fmla="*/ 19672 w 88524"/>
                <a:gd name="connsiteY94" fmla="*/ 16393 h 83606"/>
                <a:gd name="connsiteX95" fmla="*/ 22951 w 88524"/>
                <a:gd name="connsiteY95" fmla="*/ 18033 h 83606"/>
                <a:gd name="connsiteX96" fmla="*/ 19672 w 88524"/>
                <a:gd name="connsiteY96" fmla="*/ 19672 h 83606"/>
                <a:gd name="connsiteX97" fmla="*/ 16393 w 88524"/>
                <a:gd name="connsiteY97" fmla="*/ 22951 h 83606"/>
                <a:gd name="connsiteX98" fmla="*/ 13114 w 88524"/>
                <a:gd name="connsiteY98" fmla="*/ 24590 h 83606"/>
                <a:gd name="connsiteX99" fmla="*/ 9837 w 88524"/>
                <a:gd name="connsiteY99" fmla="*/ 27869 h 83606"/>
                <a:gd name="connsiteX100" fmla="*/ 4918 w 88524"/>
                <a:gd name="connsiteY100" fmla="*/ 31147 h 83606"/>
                <a:gd name="connsiteX101" fmla="*/ 1640 w 88524"/>
                <a:gd name="connsiteY101" fmla="*/ 34426 h 83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88524" h="83606">
                  <a:moveTo>
                    <a:pt x="1640" y="34426"/>
                  </a:moveTo>
                  <a:lnTo>
                    <a:pt x="1640" y="36065"/>
                  </a:lnTo>
                  <a:lnTo>
                    <a:pt x="0" y="37705"/>
                  </a:lnTo>
                  <a:lnTo>
                    <a:pt x="3279" y="40983"/>
                  </a:lnTo>
                  <a:lnTo>
                    <a:pt x="1640" y="44262"/>
                  </a:lnTo>
                  <a:lnTo>
                    <a:pt x="3279" y="49180"/>
                  </a:lnTo>
                  <a:lnTo>
                    <a:pt x="3279" y="52459"/>
                  </a:lnTo>
                  <a:lnTo>
                    <a:pt x="3279" y="55737"/>
                  </a:lnTo>
                  <a:lnTo>
                    <a:pt x="6558" y="59016"/>
                  </a:lnTo>
                  <a:lnTo>
                    <a:pt x="6558" y="62295"/>
                  </a:lnTo>
                  <a:lnTo>
                    <a:pt x="6558" y="67213"/>
                  </a:lnTo>
                  <a:lnTo>
                    <a:pt x="8197" y="70492"/>
                  </a:lnTo>
                  <a:lnTo>
                    <a:pt x="9837" y="72131"/>
                  </a:lnTo>
                  <a:lnTo>
                    <a:pt x="13114" y="72131"/>
                  </a:lnTo>
                  <a:lnTo>
                    <a:pt x="16393" y="75409"/>
                  </a:lnTo>
                  <a:lnTo>
                    <a:pt x="19672" y="77049"/>
                  </a:lnTo>
                  <a:lnTo>
                    <a:pt x="22951" y="77049"/>
                  </a:lnTo>
                  <a:lnTo>
                    <a:pt x="26230" y="77049"/>
                  </a:lnTo>
                  <a:lnTo>
                    <a:pt x="29508" y="80327"/>
                  </a:lnTo>
                  <a:lnTo>
                    <a:pt x="32787" y="80327"/>
                  </a:lnTo>
                  <a:lnTo>
                    <a:pt x="36066" y="80327"/>
                  </a:lnTo>
                  <a:lnTo>
                    <a:pt x="40983" y="81967"/>
                  </a:lnTo>
                  <a:lnTo>
                    <a:pt x="42623" y="83606"/>
                  </a:lnTo>
                  <a:lnTo>
                    <a:pt x="45901" y="83606"/>
                  </a:lnTo>
                  <a:lnTo>
                    <a:pt x="49180" y="83606"/>
                  </a:lnTo>
                  <a:lnTo>
                    <a:pt x="49180" y="80327"/>
                  </a:lnTo>
                  <a:lnTo>
                    <a:pt x="49180" y="75409"/>
                  </a:lnTo>
                  <a:lnTo>
                    <a:pt x="50820" y="75409"/>
                  </a:lnTo>
                  <a:lnTo>
                    <a:pt x="54098" y="75409"/>
                  </a:lnTo>
                  <a:lnTo>
                    <a:pt x="59017" y="73770"/>
                  </a:lnTo>
                  <a:lnTo>
                    <a:pt x="59017" y="75409"/>
                  </a:lnTo>
                  <a:lnTo>
                    <a:pt x="59017" y="77049"/>
                  </a:lnTo>
                  <a:lnTo>
                    <a:pt x="60656" y="77049"/>
                  </a:lnTo>
                  <a:lnTo>
                    <a:pt x="60656" y="72131"/>
                  </a:lnTo>
                  <a:lnTo>
                    <a:pt x="62295" y="68852"/>
                  </a:lnTo>
                  <a:lnTo>
                    <a:pt x="65573" y="65573"/>
                  </a:lnTo>
                  <a:lnTo>
                    <a:pt x="68852" y="63934"/>
                  </a:lnTo>
                  <a:lnTo>
                    <a:pt x="72131" y="62295"/>
                  </a:lnTo>
                  <a:lnTo>
                    <a:pt x="73770" y="59016"/>
                  </a:lnTo>
                  <a:lnTo>
                    <a:pt x="73770" y="54098"/>
                  </a:lnTo>
                  <a:lnTo>
                    <a:pt x="73770" y="50819"/>
                  </a:lnTo>
                  <a:lnTo>
                    <a:pt x="75410" y="47541"/>
                  </a:lnTo>
                  <a:lnTo>
                    <a:pt x="75410" y="42623"/>
                  </a:lnTo>
                  <a:lnTo>
                    <a:pt x="73770" y="42623"/>
                  </a:lnTo>
                  <a:lnTo>
                    <a:pt x="77049" y="39344"/>
                  </a:lnTo>
                  <a:lnTo>
                    <a:pt x="77049" y="36065"/>
                  </a:lnTo>
                  <a:lnTo>
                    <a:pt x="78688" y="31147"/>
                  </a:lnTo>
                  <a:lnTo>
                    <a:pt x="81967" y="27869"/>
                  </a:lnTo>
                  <a:lnTo>
                    <a:pt x="81967" y="24590"/>
                  </a:lnTo>
                  <a:lnTo>
                    <a:pt x="81967" y="21311"/>
                  </a:lnTo>
                  <a:lnTo>
                    <a:pt x="85246" y="22951"/>
                  </a:lnTo>
                  <a:lnTo>
                    <a:pt x="88525" y="19672"/>
                  </a:lnTo>
                  <a:lnTo>
                    <a:pt x="86885" y="16393"/>
                  </a:lnTo>
                  <a:lnTo>
                    <a:pt x="86885" y="13115"/>
                  </a:lnTo>
                  <a:lnTo>
                    <a:pt x="85246" y="8197"/>
                  </a:lnTo>
                  <a:lnTo>
                    <a:pt x="83607" y="4918"/>
                  </a:lnTo>
                  <a:lnTo>
                    <a:pt x="81967" y="4918"/>
                  </a:lnTo>
                  <a:lnTo>
                    <a:pt x="78688" y="4918"/>
                  </a:lnTo>
                  <a:lnTo>
                    <a:pt x="77049" y="3279"/>
                  </a:lnTo>
                  <a:lnTo>
                    <a:pt x="73770" y="0"/>
                  </a:lnTo>
                  <a:lnTo>
                    <a:pt x="70491" y="0"/>
                  </a:lnTo>
                  <a:lnTo>
                    <a:pt x="68852" y="3279"/>
                  </a:lnTo>
                  <a:lnTo>
                    <a:pt x="70491" y="4918"/>
                  </a:lnTo>
                  <a:lnTo>
                    <a:pt x="72131" y="8197"/>
                  </a:lnTo>
                  <a:lnTo>
                    <a:pt x="68852" y="4918"/>
                  </a:lnTo>
                  <a:lnTo>
                    <a:pt x="65573" y="4918"/>
                  </a:lnTo>
                  <a:lnTo>
                    <a:pt x="62295" y="4918"/>
                  </a:lnTo>
                  <a:lnTo>
                    <a:pt x="63935" y="6557"/>
                  </a:lnTo>
                  <a:lnTo>
                    <a:pt x="63935" y="8197"/>
                  </a:lnTo>
                  <a:lnTo>
                    <a:pt x="62295" y="6557"/>
                  </a:lnTo>
                  <a:lnTo>
                    <a:pt x="62295" y="4918"/>
                  </a:lnTo>
                  <a:lnTo>
                    <a:pt x="62295" y="4918"/>
                  </a:lnTo>
                  <a:lnTo>
                    <a:pt x="59017" y="3279"/>
                  </a:lnTo>
                  <a:lnTo>
                    <a:pt x="55738" y="3279"/>
                  </a:lnTo>
                  <a:lnTo>
                    <a:pt x="52459" y="4918"/>
                  </a:lnTo>
                  <a:lnTo>
                    <a:pt x="52459" y="4918"/>
                  </a:lnTo>
                  <a:lnTo>
                    <a:pt x="54098" y="4918"/>
                  </a:lnTo>
                  <a:lnTo>
                    <a:pt x="52459" y="4918"/>
                  </a:lnTo>
                  <a:lnTo>
                    <a:pt x="52459" y="6557"/>
                  </a:lnTo>
                  <a:lnTo>
                    <a:pt x="49180" y="8197"/>
                  </a:lnTo>
                  <a:lnTo>
                    <a:pt x="49180" y="8197"/>
                  </a:lnTo>
                  <a:lnTo>
                    <a:pt x="49180" y="9836"/>
                  </a:lnTo>
                  <a:lnTo>
                    <a:pt x="47541" y="9836"/>
                  </a:lnTo>
                  <a:lnTo>
                    <a:pt x="45901" y="6557"/>
                  </a:lnTo>
                  <a:lnTo>
                    <a:pt x="40983" y="6557"/>
                  </a:lnTo>
                  <a:lnTo>
                    <a:pt x="37705" y="4918"/>
                  </a:lnTo>
                  <a:lnTo>
                    <a:pt x="34427" y="4918"/>
                  </a:lnTo>
                  <a:lnTo>
                    <a:pt x="34427" y="4918"/>
                  </a:lnTo>
                  <a:lnTo>
                    <a:pt x="29508" y="8197"/>
                  </a:lnTo>
                  <a:lnTo>
                    <a:pt x="32787" y="11475"/>
                  </a:lnTo>
                  <a:lnTo>
                    <a:pt x="29508" y="13115"/>
                  </a:lnTo>
                  <a:lnTo>
                    <a:pt x="26230" y="9836"/>
                  </a:lnTo>
                  <a:lnTo>
                    <a:pt x="21311" y="8197"/>
                  </a:lnTo>
                  <a:lnTo>
                    <a:pt x="19672" y="13115"/>
                  </a:lnTo>
                  <a:lnTo>
                    <a:pt x="19672" y="16393"/>
                  </a:lnTo>
                  <a:lnTo>
                    <a:pt x="22951" y="18033"/>
                  </a:lnTo>
                  <a:lnTo>
                    <a:pt x="19672" y="19672"/>
                  </a:lnTo>
                  <a:lnTo>
                    <a:pt x="16393" y="22951"/>
                  </a:lnTo>
                  <a:lnTo>
                    <a:pt x="13114" y="24590"/>
                  </a:lnTo>
                  <a:lnTo>
                    <a:pt x="9837" y="27869"/>
                  </a:lnTo>
                  <a:lnTo>
                    <a:pt x="4918" y="31147"/>
                  </a:lnTo>
                  <a:lnTo>
                    <a:pt x="1640" y="344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2" name="Freeform 2541">
              <a:extLst>
                <a:ext uri="{FF2B5EF4-FFF2-40B4-BE49-F238E27FC236}">
                  <a16:creationId xmlns:a16="http://schemas.microsoft.com/office/drawing/2014/main" id="{AF50056D-A512-9E41-BE02-EDC1AAABF765}"/>
                </a:ext>
              </a:extLst>
            </p:cNvPr>
            <p:cNvSpPr/>
            <p:nvPr/>
          </p:nvSpPr>
          <p:spPr>
            <a:xfrm>
              <a:off x="9545164" y="3191950"/>
              <a:ext cx="11474" cy="6557"/>
            </a:xfrm>
            <a:custGeom>
              <a:avLst/>
              <a:gdLst>
                <a:gd name="connsiteX0" fmla="*/ 0 w 11474"/>
                <a:gd name="connsiteY0" fmla="*/ 4918 h 6557"/>
                <a:gd name="connsiteX1" fmla="*/ 3278 w 11474"/>
                <a:gd name="connsiteY1" fmla="*/ 4918 h 6557"/>
                <a:gd name="connsiteX2" fmla="*/ 6557 w 11474"/>
                <a:gd name="connsiteY2" fmla="*/ 3279 h 6557"/>
                <a:gd name="connsiteX3" fmla="*/ 9836 w 11474"/>
                <a:gd name="connsiteY3" fmla="*/ 6557 h 6557"/>
                <a:gd name="connsiteX4" fmla="*/ 11475 w 11474"/>
                <a:gd name="connsiteY4" fmla="*/ 3279 h 6557"/>
                <a:gd name="connsiteX5" fmla="*/ 8197 w 11474"/>
                <a:gd name="connsiteY5" fmla="*/ 1639 h 6557"/>
                <a:gd name="connsiteX6" fmla="*/ 3278 w 11474"/>
                <a:gd name="connsiteY6" fmla="*/ 0 h 6557"/>
                <a:gd name="connsiteX7" fmla="*/ 1639 w 11474"/>
                <a:gd name="connsiteY7" fmla="*/ 0 h 6557"/>
                <a:gd name="connsiteX8" fmla="*/ 0 w 11474"/>
                <a:gd name="connsiteY8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74" h="6557">
                  <a:moveTo>
                    <a:pt x="0" y="4918"/>
                  </a:moveTo>
                  <a:lnTo>
                    <a:pt x="3278" y="4918"/>
                  </a:lnTo>
                  <a:lnTo>
                    <a:pt x="6557" y="3279"/>
                  </a:lnTo>
                  <a:lnTo>
                    <a:pt x="9836" y="6557"/>
                  </a:lnTo>
                  <a:lnTo>
                    <a:pt x="11475" y="3279"/>
                  </a:lnTo>
                  <a:lnTo>
                    <a:pt x="8197" y="1639"/>
                  </a:lnTo>
                  <a:lnTo>
                    <a:pt x="3278" y="0"/>
                  </a:ln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3" name="Freeform 2542">
              <a:extLst>
                <a:ext uri="{FF2B5EF4-FFF2-40B4-BE49-F238E27FC236}">
                  <a16:creationId xmlns:a16="http://schemas.microsoft.com/office/drawing/2014/main" id="{FA279394-DCE9-FD45-9340-2AF48183F792}"/>
                </a:ext>
              </a:extLst>
            </p:cNvPr>
            <p:cNvSpPr/>
            <p:nvPr/>
          </p:nvSpPr>
          <p:spPr>
            <a:xfrm>
              <a:off x="9553361" y="3187032"/>
              <a:ext cx="3277" cy="3278"/>
            </a:xfrm>
            <a:custGeom>
              <a:avLst/>
              <a:gdLst>
                <a:gd name="connsiteX0" fmla="*/ 1639 w 3277"/>
                <a:gd name="connsiteY0" fmla="*/ 0 h 3278"/>
                <a:gd name="connsiteX1" fmla="*/ 0 w 3277"/>
                <a:gd name="connsiteY1" fmla="*/ 1639 h 3278"/>
                <a:gd name="connsiteX2" fmla="*/ 3278 w 3277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7" h="3278">
                  <a:moveTo>
                    <a:pt x="1639" y="0"/>
                  </a:moveTo>
                  <a:lnTo>
                    <a:pt x="0" y="1639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4" name="Freeform 2543">
              <a:extLst>
                <a:ext uri="{FF2B5EF4-FFF2-40B4-BE49-F238E27FC236}">
                  <a16:creationId xmlns:a16="http://schemas.microsoft.com/office/drawing/2014/main" id="{723CFFEB-F328-5D4D-8EE7-FA47A3F65010}"/>
                </a:ext>
              </a:extLst>
            </p:cNvPr>
            <p:cNvSpPr/>
            <p:nvPr/>
          </p:nvSpPr>
          <p:spPr>
            <a:xfrm>
              <a:off x="9600901" y="3165721"/>
              <a:ext cx="3278" cy="4917"/>
            </a:xfrm>
            <a:custGeom>
              <a:avLst/>
              <a:gdLst>
                <a:gd name="connsiteX0" fmla="*/ 0 w 3278"/>
                <a:gd name="connsiteY0" fmla="*/ 4918 h 4917"/>
                <a:gd name="connsiteX1" fmla="*/ 1640 w 3278"/>
                <a:gd name="connsiteY1" fmla="*/ 4918 h 4917"/>
                <a:gd name="connsiteX2" fmla="*/ 3279 w 3278"/>
                <a:gd name="connsiteY2" fmla="*/ 0 h 4917"/>
                <a:gd name="connsiteX3" fmla="*/ 0 w 3278"/>
                <a:gd name="connsiteY3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7">
                  <a:moveTo>
                    <a:pt x="0" y="4918"/>
                  </a:moveTo>
                  <a:lnTo>
                    <a:pt x="1640" y="4918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5" name="Freeform 2544">
              <a:extLst>
                <a:ext uri="{FF2B5EF4-FFF2-40B4-BE49-F238E27FC236}">
                  <a16:creationId xmlns:a16="http://schemas.microsoft.com/office/drawing/2014/main" id="{5E33DA72-B1B4-154F-B02E-753AA3DC4305}"/>
                </a:ext>
              </a:extLst>
            </p:cNvPr>
            <p:cNvSpPr/>
            <p:nvPr/>
          </p:nvSpPr>
          <p:spPr>
            <a:xfrm>
              <a:off x="9627131" y="3164081"/>
              <a:ext cx="3277" cy="4918"/>
            </a:xfrm>
            <a:custGeom>
              <a:avLst/>
              <a:gdLst>
                <a:gd name="connsiteX0" fmla="*/ 3278 w 3277"/>
                <a:gd name="connsiteY0" fmla="*/ 0 h 4918"/>
                <a:gd name="connsiteX1" fmla="*/ 1639 w 3277"/>
                <a:gd name="connsiteY1" fmla="*/ 1639 h 4918"/>
                <a:gd name="connsiteX2" fmla="*/ 0 w 3277"/>
                <a:gd name="connsiteY2" fmla="*/ 4918 h 4918"/>
                <a:gd name="connsiteX3" fmla="*/ 3278 w 3277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7" h="4918">
                  <a:moveTo>
                    <a:pt x="3278" y="0"/>
                  </a:moveTo>
                  <a:lnTo>
                    <a:pt x="1639" y="1639"/>
                  </a:lnTo>
                  <a:lnTo>
                    <a:pt x="0" y="4918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6" name="Freeform 2545">
              <a:extLst>
                <a:ext uri="{FF2B5EF4-FFF2-40B4-BE49-F238E27FC236}">
                  <a16:creationId xmlns:a16="http://schemas.microsoft.com/office/drawing/2014/main" id="{0AE35C0A-8D6F-B044-A98B-5C6FB02A3D00}"/>
                </a:ext>
              </a:extLst>
            </p:cNvPr>
            <p:cNvSpPr/>
            <p:nvPr/>
          </p:nvSpPr>
          <p:spPr>
            <a:xfrm>
              <a:off x="9635328" y="3162442"/>
              <a:ext cx="1638" cy="8196"/>
            </a:xfrm>
            <a:custGeom>
              <a:avLst/>
              <a:gdLst>
                <a:gd name="connsiteX0" fmla="*/ 1639 w 1638"/>
                <a:gd name="connsiteY0" fmla="*/ 8197 h 8196"/>
                <a:gd name="connsiteX1" fmla="*/ 1639 w 1638"/>
                <a:gd name="connsiteY1" fmla="*/ 8197 h 8196"/>
                <a:gd name="connsiteX2" fmla="*/ 1639 w 1638"/>
                <a:gd name="connsiteY2" fmla="*/ 4918 h 8196"/>
                <a:gd name="connsiteX3" fmla="*/ 0 w 1638"/>
                <a:gd name="connsiteY3" fmla="*/ 0 h 8196"/>
                <a:gd name="connsiteX4" fmla="*/ 0 w 1638"/>
                <a:gd name="connsiteY4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8" h="8196">
                  <a:moveTo>
                    <a:pt x="1639" y="8197"/>
                  </a:moveTo>
                  <a:lnTo>
                    <a:pt x="1639" y="8197"/>
                  </a:lnTo>
                  <a:lnTo>
                    <a:pt x="1639" y="4918"/>
                  </a:lnTo>
                  <a:lnTo>
                    <a:pt x="0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7" name="Freeform 2546">
              <a:extLst>
                <a:ext uri="{FF2B5EF4-FFF2-40B4-BE49-F238E27FC236}">
                  <a16:creationId xmlns:a16="http://schemas.microsoft.com/office/drawing/2014/main" id="{FB5833B3-05EA-B04D-A18F-A3BDCC287501}"/>
                </a:ext>
              </a:extLst>
            </p:cNvPr>
            <p:cNvSpPr/>
            <p:nvPr/>
          </p:nvSpPr>
          <p:spPr>
            <a:xfrm>
              <a:off x="9651721" y="3111623"/>
              <a:ext cx="8196" cy="6557"/>
            </a:xfrm>
            <a:custGeom>
              <a:avLst/>
              <a:gdLst>
                <a:gd name="connsiteX0" fmla="*/ 0 w 8196"/>
                <a:gd name="connsiteY0" fmla="*/ 0 h 6557"/>
                <a:gd name="connsiteX1" fmla="*/ 1639 w 8196"/>
                <a:gd name="connsiteY1" fmla="*/ 3279 h 6557"/>
                <a:gd name="connsiteX2" fmla="*/ 1639 w 8196"/>
                <a:gd name="connsiteY2" fmla="*/ 1639 h 6557"/>
                <a:gd name="connsiteX3" fmla="*/ 3278 w 8196"/>
                <a:gd name="connsiteY3" fmla="*/ 3279 h 6557"/>
                <a:gd name="connsiteX4" fmla="*/ 3278 w 8196"/>
                <a:gd name="connsiteY4" fmla="*/ 4918 h 6557"/>
                <a:gd name="connsiteX5" fmla="*/ 6557 w 8196"/>
                <a:gd name="connsiteY5" fmla="*/ 6557 h 6557"/>
                <a:gd name="connsiteX6" fmla="*/ 8197 w 8196"/>
                <a:gd name="connsiteY6" fmla="*/ 6557 h 6557"/>
                <a:gd name="connsiteX7" fmla="*/ 6557 w 8196"/>
                <a:gd name="connsiteY7" fmla="*/ 4918 h 6557"/>
                <a:gd name="connsiteX8" fmla="*/ 3278 w 8196"/>
                <a:gd name="connsiteY8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6557">
                  <a:moveTo>
                    <a:pt x="0" y="0"/>
                  </a:moveTo>
                  <a:lnTo>
                    <a:pt x="1639" y="3279"/>
                  </a:lnTo>
                  <a:lnTo>
                    <a:pt x="1639" y="1639"/>
                  </a:lnTo>
                  <a:lnTo>
                    <a:pt x="3278" y="3279"/>
                  </a:lnTo>
                  <a:lnTo>
                    <a:pt x="3278" y="4918"/>
                  </a:lnTo>
                  <a:lnTo>
                    <a:pt x="6557" y="6557"/>
                  </a:lnTo>
                  <a:lnTo>
                    <a:pt x="8197" y="6557"/>
                  </a:lnTo>
                  <a:lnTo>
                    <a:pt x="6557" y="4918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8" name="Freeform 2547">
              <a:extLst>
                <a:ext uri="{FF2B5EF4-FFF2-40B4-BE49-F238E27FC236}">
                  <a16:creationId xmlns:a16="http://schemas.microsoft.com/office/drawing/2014/main" id="{48768DB4-0BA9-254B-B60B-05C7309D7956}"/>
                </a:ext>
              </a:extLst>
            </p:cNvPr>
            <p:cNvSpPr/>
            <p:nvPr/>
          </p:nvSpPr>
          <p:spPr>
            <a:xfrm>
              <a:off x="9656639" y="3118180"/>
              <a:ext cx="3278" cy="4918"/>
            </a:xfrm>
            <a:custGeom>
              <a:avLst/>
              <a:gdLst>
                <a:gd name="connsiteX0" fmla="*/ 0 w 3278"/>
                <a:gd name="connsiteY0" fmla="*/ 0 h 4918"/>
                <a:gd name="connsiteX1" fmla="*/ 0 w 3278"/>
                <a:gd name="connsiteY1" fmla="*/ 1639 h 4918"/>
                <a:gd name="connsiteX2" fmla="*/ 3279 w 3278"/>
                <a:gd name="connsiteY2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0" y="0"/>
                  </a:moveTo>
                  <a:lnTo>
                    <a:pt x="0" y="1639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9" name="Freeform 2548">
              <a:extLst>
                <a:ext uri="{FF2B5EF4-FFF2-40B4-BE49-F238E27FC236}">
                  <a16:creationId xmlns:a16="http://schemas.microsoft.com/office/drawing/2014/main" id="{449878BD-9681-9140-8009-774C30630A88}"/>
                </a:ext>
              </a:extLst>
            </p:cNvPr>
            <p:cNvSpPr/>
            <p:nvPr/>
          </p:nvSpPr>
          <p:spPr>
            <a:xfrm>
              <a:off x="9723851" y="2382118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0" name="Freeform 2549">
              <a:extLst>
                <a:ext uri="{FF2B5EF4-FFF2-40B4-BE49-F238E27FC236}">
                  <a16:creationId xmlns:a16="http://schemas.microsoft.com/office/drawing/2014/main" id="{822C58D9-5556-7943-84CF-999CC532C1FA}"/>
                </a:ext>
              </a:extLst>
            </p:cNvPr>
            <p:cNvSpPr/>
            <p:nvPr/>
          </p:nvSpPr>
          <p:spPr>
            <a:xfrm>
              <a:off x="9768114" y="2388675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1639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1" name="Freeform 2550">
              <a:extLst>
                <a:ext uri="{FF2B5EF4-FFF2-40B4-BE49-F238E27FC236}">
                  <a16:creationId xmlns:a16="http://schemas.microsoft.com/office/drawing/2014/main" id="{DBD16826-CF14-974A-BE90-B11E9BDC6BF9}"/>
                </a:ext>
              </a:extLst>
            </p:cNvPr>
            <p:cNvSpPr/>
            <p:nvPr/>
          </p:nvSpPr>
          <p:spPr>
            <a:xfrm>
              <a:off x="9792704" y="3073918"/>
              <a:ext cx="4917" cy="4918"/>
            </a:xfrm>
            <a:custGeom>
              <a:avLst/>
              <a:gdLst>
                <a:gd name="connsiteX0" fmla="*/ 0 w 4917"/>
                <a:gd name="connsiteY0" fmla="*/ 3279 h 4918"/>
                <a:gd name="connsiteX1" fmla="*/ 3279 w 4917"/>
                <a:gd name="connsiteY1" fmla="*/ 4918 h 4918"/>
                <a:gd name="connsiteX2" fmla="*/ 4918 w 4917"/>
                <a:gd name="connsiteY2" fmla="*/ 1639 h 4918"/>
                <a:gd name="connsiteX3" fmla="*/ 4918 w 4917"/>
                <a:gd name="connsiteY3" fmla="*/ 0 h 4918"/>
                <a:gd name="connsiteX4" fmla="*/ 1639 w 4917"/>
                <a:gd name="connsiteY4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4918">
                  <a:moveTo>
                    <a:pt x="0" y="3279"/>
                  </a:moveTo>
                  <a:lnTo>
                    <a:pt x="3279" y="4918"/>
                  </a:lnTo>
                  <a:lnTo>
                    <a:pt x="4918" y="1639"/>
                  </a:lnTo>
                  <a:lnTo>
                    <a:pt x="4918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2" name="Freeform 2551">
              <a:extLst>
                <a:ext uri="{FF2B5EF4-FFF2-40B4-BE49-F238E27FC236}">
                  <a16:creationId xmlns:a16="http://schemas.microsoft.com/office/drawing/2014/main" id="{82BF682B-FC48-2749-8AC4-CD0F0AC6E500}"/>
                </a:ext>
              </a:extLst>
            </p:cNvPr>
            <p:cNvSpPr/>
            <p:nvPr/>
          </p:nvSpPr>
          <p:spPr>
            <a:xfrm>
              <a:off x="9814015" y="3039492"/>
              <a:ext cx="4917" cy="4918"/>
            </a:xfrm>
            <a:custGeom>
              <a:avLst/>
              <a:gdLst>
                <a:gd name="connsiteX0" fmla="*/ 1640 w 4917"/>
                <a:gd name="connsiteY0" fmla="*/ 0 h 4918"/>
                <a:gd name="connsiteX1" fmla="*/ 0 w 4917"/>
                <a:gd name="connsiteY1" fmla="*/ 3279 h 4918"/>
                <a:gd name="connsiteX2" fmla="*/ 4918 w 4917"/>
                <a:gd name="connsiteY2" fmla="*/ 4918 h 4918"/>
                <a:gd name="connsiteX3" fmla="*/ 4918 w 4917"/>
                <a:gd name="connsiteY3" fmla="*/ 0 h 4918"/>
                <a:gd name="connsiteX4" fmla="*/ 1640 w 4917"/>
                <a:gd name="connsiteY4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4918">
                  <a:moveTo>
                    <a:pt x="1640" y="0"/>
                  </a:moveTo>
                  <a:lnTo>
                    <a:pt x="0" y="3279"/>
                  </a:lnTo>
                  <a:lnTo>
                    <a:pt x="4918" y="4918"/>
                  </a:lnTo>
                  <a:lnTo>
                    <a:pt x="4918" y="0"/>
                  </a:lnTo>
                  <a:lnTo>
                    <a:pt x="164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3" name="Freeform 2552">
              <a:extLst>
                <a:ext uri="{FF2B5EF4-FFF2-40B4-BE49-F238E27FC236}">
                  <a16:creationId xmlns:a16="http://schemas.microsoft.com/office/drawing/2014/main" id="{31F4C9D2-1EC4-DA43-8173-61676C7E7AD7}"/>
                </a:ext>
              </a:extLst>
            </p:cNvPr>
            <p:cNvSpPr/>
            <p:nvPr/>
          </p:nvSpPr>
          <p:spPr>
            <a:xfrm>
              <a:off x="9822212" y="3041131"/>
              <a:ext cx="8196" cy="3278"/>
            </a:xfrm>
            <a:custGeom>
              <a:avLst/>
              <a:gdLst>
                <a:gd name="connsiteX0" fmla="*/ 4918 w 8196"/>
                <a:gd name="connsiteY0" fmla="*/ 0 h 3278"/>
                <a:gd name="connsiteX1" fmla="*/ 4918 w 8196"/>
                <a:gd name="connsiteY1" fmla="*/ 0 h 3278"/>
                <a:gd name="connsiteX2" fmla="*/ 0 w 8196"/>
                <a:gd name="connsiteY2" fmla="*/ 1639 h 3278"/>
                <a:gd name="connsiteX3" fmla="*/ 4918 w 8196"/>
                <a:gd name="connsiteY3" fmla="*/ 3279 h 3278"/>
                <a:gd name="connsiteX4" fmla="*/ 8197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4918" y="0"/>
                  </a:moveTo>
                  <a:lnTo>
                    <a:pt x="4918" y="0"/>
                  </a:lnTo>
                  <a:lnTo>
                    <a:pt x="0" y="1639"/>
                  </a:lnTo>
                  <a:lnTo>
                    <a:pt x="4918" y="3279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4" name="Freeform 2553">
              <a:extLst>
                <a:ext uri="{FF2B5EF4-FFF2-40B4-BE49-F238E27FC236}">
                  <a16:creationId xmlns:a16="http://schemas.microsoft.com/office/drawing/2014/main" id="{ED9DA13F-5689-7D40-A297-1219DC98EE9F}"/>
                </a:ext>
              </a:extLst>
            </p:cNvPr>
            <p:cNvSpPr/>
            <p:nvPr/>
          </p:nvSpPr>
          <p:spPr>
            <a:xfrm>
              <a:off x="9864835" y="2991951"/>
              <a:ext cx="4917" cy="8196"/>
            </a:xfrm>
            <a:custGeom>
              <a:avLst/>
              <a:gdLst>
                <a:gd name="connsiteX0" fmla="*/ 0 w 4917"/>
                <a:gd name="connsiteY0" fmla="*/ 4918 h 8196"/>
                <a:gd name="connsiteX1" fmla="*/ 1639 w 4917"/>
                <a:gd name="connsiteY1" fmla="*/ 8197 h 8196"/>
                <a:gd name="connsiteX2" fmla="*/ 3278 w 4917"/>
                <a:gd name="connsiteY2" fmla="*/ 8197 h 8196"/>
                <a:gd name="connsiteX3" fmla="*/ 4918 w 4917"/>
                <a:gd name="connsiteY3" fmla="*/ 8197 h 8196"/>
                <a:gd name="connsiteX4" fmla="*/ 4918 w 4917"/>
                <a:gd name="connsiteY4" fmla="*/ 3279 h 8196"/>
                <a:gd name="connsiteX5" fmla="*/ 4918 w 4917"/>
                <a:gd name="connsiteY5" fmla="*/ 0 h 8196"/>
                <a:gd name="connsiteX6" fmla="*/ 0 w 4917"/>
                <a:gd name="connsiteY6" fmla="*/ 1639 h 8196"/>
                <a:gd name="connsiteX7" fmla="*/ 4918 w 4917"/>
                <a:gd name="connsiteY7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17" h="8196">
                  <a:moveTo>
                    <a:pt x="0" y="4918"/>
                  </a:moveTo>
                  <a:lnTo>
                    <a:pt x="1639" y="8197"/>
                  </a:lnTo>
                  <a:lnTo>
                    <a:pt x="3278" y="8197"/>
                  </a:lnTo>
                  <a:lnTo>
                    <a:pt x="4918" y="8197"/>
                  </a:lnTo>
                  <a:lnTo>
                    <a:pt x="4918" y="3279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5" name="Freeform 2554">
              <a:extLst>
                <a:ext uri="{FF2B5EF4-FFF2-40B4-BE49-F238E27FC236}">
                  <a16:creationId xmlns:a16="http://schemas.microsoft.com/office/drawing/2014/main" id="{F6BEBBDD-FBFB-7946-9367-31CF3090D50B}"/>
                </a:ext>
              </a:extLst>
            </p:cNvPr>
            <p:cNvSpPr/>
            <p:nvPr/>
          </p:nvSpPr>
          <p:spPr>
            <a:xfrm>
              <a:off x="9892703" y="2878837"/>
              <a:ext cx="3278" cy="4917"/>
            </a:xfrm>
            <a:custGeom>
              <a:avLst/>
              <a:gdLst>
                <a:gd name="connsiteX0" fmla="*/ 0 w 3278"/>
                <a:gd name="connsiteY0" fmla="*/ 3279 h 4917"/>
                <a:gd name="connsiteX1" fmla="*/ 0 w 3278"/>
                <a:gd name="connsiteY1" fmla="*/ 4918 h 4917"/>
                <a:gd name="connsiteX2" fmla="*/ 3279 w 3278"/>
                <a:gd name="connsiteY2" fmla="*/ 3279 h 4917"/>
                <a:gd name="connsiteX3" fmla="*/ 3279 w 3278"/>
                <a:gd name="connsiteY3" fmla="*/ 0 h 4917"/>
                <a:gd name="connsiteX4" fmla="*/ 0 w 3278"/>
                <a:gd name="connsiteY4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4917">
                  <a:moveTo>
                    <a:pt x="0" y="3279"/>
                  </a:moveTo>
                  <a:lnTo>
                    <a:pt x="0" y="4918"/>
                  </a:lnTo>
                  <a:lnTo>
                    <a:pt x="3279" y="3279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6" name="Freeform 2555">
              <a:extLst>
                <a:ext uri="{FF2B5EF4-FFF2-40B4-BE49-F238E27FC236}">
                  <a16:creationId xmlns:a16="http://schemas.microsoft.com/office/drawing/2014/main" id="{438C7F16-C72B-5447-87BF-01558E3270D1}"/>
                </a:ext>
              </a:extLst>
            </p:cNvPr>
            <p:cNvSpPr/>
            <p:nvPr/>
          </p:nvSpPr>
          <p:spPr>
            <a:xfrm>
              <a:off x="9897622" y="3006705"/>
              <a:ext cx="57376" cy="147540"/>
            </a:xfrm>
            <a:custGeom>
              <a:avLst/>
              <a:gdLst>
                <a:gd name="connsiteX0" fmla="*/ 1639 w 57376"/>
                <a:gd name="connsiteY0" fmla="*/ 77049 h 147540"/>
                <a:gd name="connsiteX1" fmla="*/ 3278 w 57376"/>
                <a:gd name="connsiteY1" fmla="*/ 81967 h 147540"/>
                <a:gd name="connsiteX2" fmla="*/ 3278 w 57376"/>
                <a:gd name="connsiteY2" fmla="*/ 85246 h 147540"/>
                <a:gd name="connsiteX3" fmla="*/ 3278 w 57376"/>
                <a:gd name="connsiteY3" fmla="*/ 86885 h 147540"/>
                <a:gd name="connsiteX4" fmla="*/ 3278 w 57376"/>
                <a:gd name="connsiteY4" fmla="*/ 90164 h 147540"/>
                <a:gd name="connsiteX5" fmla="*/ 1639 w 57376"/>
                <a:gd name="connsiteY5" fmla="*/ 93442 h 147540"/>
                <a:gd name="connsiteX6" fmla="*/ 3278 w 57376"/>
                <a:gd name="connsiteY6" fmla="*/ 96721 h 147540"/>
                <a:gd name="connsiteX7" fmla="*/ 6557 w 57376"/>
                <a:gd name="connsiteY7" fmla="*/ 100000 h 147540"/>
                <a:gd name="connsiteX8" fmla="*/ 8197 w 57376"/>
                <a:gd name="connsiteY8" fmla="*/ 103278 h 147540"/>
                <a:gd name="connsiteX9" fmla="*/ 8197 w 57376"/>
                <a:gd name="connsiteY9" fmla="*/ 104918 h 147540"/>
                <a:gd name="connsiteX10" fmla="*/ 9836 w 57376"/>
                <a:gd name="connsiteY10" fmla="*/ 108196 h 147540"/>
                <a:gd name="connsiteX11" fmla="*/ 11475 w 57376"/>
                <a:gd name="connsiteY11" fmla="*/ 111475 h 147540"/>
                <a:gd name="connsiteX12" fmla="*/ 11475 w 57376"/>
                <a:gd name="connsiteY12" fmla="*/ 113114 h 147540"/>
                <a:gd name="connsiteX13" fmla="*/ 13114 w 57376"/>
                <a:gd name="connsiteY13" fmla="*/ 118032 h 147540"/>
                <a:gd name="connsiteX14" fmla="*/ 16393 w 57376"/>
                <a:gd name="connsiteY14" fmla="*/ 121311 h 147540"/>
                <a:gd name="connsiteX15" fmla="*/ 18032 w 57376"/>
                <a:gd name="connsiteY15" fmla="*/ 122950 h 147540"/>
                <a:gd name="connsiteX16" fmla="*/ 21311 w 57376"/>
                <a:gd name="connsiteY16" fmla="*/ 122950 h 147540"/>
                <a:gd name="connsiteX17" fmla="*/ 24590 w 57376"/>
                <a:gd name="connsiteY17" fmla="*/ 126229 h 147540"/>
                <a:gd name="connsiteX18" fmla="*/ 27868 w 57376"/>
                <a:gd name="connsiteY18" fmla="*/ 129508 h 147540"/>
                <a:gd name="connsiteX19" fmla="*/ 31147 w 57376"/>
                <a:gd name="connsiteY19" fmla="*/ 132786 h 147540"/>
                <a:gd name="connsiteX20" fmla="*/ 32787 w 57376"/>
                <a:gd name="connsiteY20" fmla="*/ 137704 h 147540"/>
                <a:gd name="connsiteX21" fmla="*/ 34426 w 57376"/>
                <a:gd name="connsiteY21" fmla="*/ 140983 h 147540"/>
                <a:gd name="connsiteX22" fmla="*/ 34426 w 57376"/>
                <a:gd name="connsiteY22" fmla="*/ 144262 h 147540"/>
                <a:gd name="connsiteX23" fmla="*/ 39343 w 57376"/>
                <a:gd name="connsiteY23" fmla="*/ 147540 h 147540"/>
                <a:gd name="connsiteX24" fmla="*/ 40983 w 57376"/>
                <a:gd name="connsiteY24" fmla="*/ 142622 h 147540"/>
                <a:gd name="connsiteX25" fmla="*/ 40983 w 57376"/>
                <a:gd name="connsiteY25" fmla="*/ 139344 h 147540"/>
                <a:gd name="connsiteX26" fmla="*/ 40983 w 57376"/>
                <a:gd name="connsiteY26" fmla="*/ 136065 h 147540"/>
                <a:gd name="connsiteX27" fmla="*/ 40983 w 57376"/>
                <a:gd name="connsiteY27" fmla="*/ 134426 h 147540"/>
                <a:gd name="connsiteX28" fmla="*/ 39343 w 57376"/>
                <a:gd name="connsiteY28" fmla="*/ 131147 h 147540"/>
                <a:gd name="connsiteX29" fmla="*/ 39343 w 57376"/>
                <a:gd name="connsiteY29" fmla="*/ 127868 h 147540"/>
                <a:gd name="connsiteX30" fmla="*/ 40983 w 57376"/>
                <a:gd name="connsiteY30" fmla="*/ 122950 h 147540"/>
                <a:gd name="connsiteX31" fmla="*/ 40983 w 57376"/>
                <a:gd name="connsiteY31" fmla="*/ 119672 h 147540"/>
                <a:gd name="connsiteX32" fmla="*/ 42622 w 57376"/>
                <a:gd name="connsiteY32" fmla="*/ 116393 h 147540"/>
                <a:gd name="connsiteX33" fmla="*/ 45901 w 57376"/>
                <a:gd name="connsiteY33" fmla="*/ 111475 h 147540"/>
                <a:gd name="connsiteX34" fmla="*/ 47540 w 57376"/>
                <a:gd name="connsiteY34" fmla="*/ 111475 h 147540"/>
                <a:gd name="connsiteX35" fmla="*/ 47540 w 57376"/>
                <a:gd name="connsiteY35" fmla="*/ 106557 h 147540"/>
                <a:gd name="connsiteX36" fmla="*/ 49180 w 57376"/>
                <a:gd name="connsiteY36" fmla="*/ 103278 h 147540"/>
                <a:gd name="connsiteX37" fmla="*/ 50819 w 57376"/>
                <a:gd name="connsiteY37" fmla="*/ 100000 h 147540"/>
                <a:gd name="connsiteX38" fmla="*/ 52458 w 57376"/>
                <a:gd name="connsiteY38" fmla="*/ 95082 h 147540"/>
                <a:gd name="connsiteX39" fmla="*/ 52458 w 57376"/>
                <a:gd name="connsiteY39" fmla="*/ 91803 h 147540"/>
                <a:gd name="connsiteX40" fmla="*/ 52458 w 57376"/>
                <a:gd name="connsiteY40" fmla="*/ 88524 h 147540"/>
                <a:gd name="connsiteX41" fmla="*/ 54098 w 57376"/>
                <a:gd name="connsiteY41" fmla="*/ 83606 h 147540"/>
                <a:gd name="connsiteX42" fmla="*/ 54098 w 57376"/>
                <a:gd name="connsiteY42" fmla="*/ 81967 h 147540"/>
                <a:gd name="connsiteX43" fmla="*/ 54098 w 57376"/>
                <a:gd name="connsiteY43" fmla="*/ 78688 h 147540"/>
                <a:gd name="connsiteX44" fmla="*/ 54098 w 57376"/>
                <a:gd name="connsiteY44" fmla="*/ 73770 h 147540"/>
                <a:gd name="connsiteX45" fmla="*/ 54098 w 57376"/>
                <a:gd name="connsiteY45" fmla="*/ 70492 h 147540"/>
                <a:gd name="connsiteX46" fmla="*/ 54098 w 57376"/>
                <a:gd name="connsiteY46" fmla="*/ 67213 h 147540"/>
                <a:gd name="connsiteX47" fmla="*/ 54098 w 57376"/>
                <a:gd name="connsiteY47" fmla="*/ 62295 h 147540"/>
                <a:gd name="connsiteX48" fmla="*/ 54098 w 57376"/>
                <a:gd name="connsiteY48" fmla="*/ 60656 h 147540"/>
                <a:gd name="connsiteX49" fmla="*/ 54098 w 57376"/>
                <a:gd name="connsiteY49" fmla="*/ 55738 h 147540"/>
                <a:gd name="connsiteX50" fmla="*/ 52458 w 57376"/>
                <a:gd name="connsiteY50" fmla="*/ 52459 h 147540"/>
                <a:gd name="connsiteX51" fmla="*/ 54098 w 57376"/>
                <a:gd name="connsiteY51" fmla="*/ 49180 h 147540"/>
                <a:gd name="connsiteX52" fmla="*/ 55737 w 57376"/>
                <a:gd name="connsiteY52" fmla="*/ 44262 h 147540"/>
                <a:gd name="connsiteX53" fmla="*/ 57377 w 57376"/>
                <a:gd name="connsiteY53" fmla="*/ 44262 h 147540"/>
                <a:gd name="connsiteX54" fmla="*/ 57377 w 57376"/>
                <a:gd name="connsiteY54" fmla="*/ 39344 h 147540"/>
                <a:gd name="connsiteX55" fmla="*/ 57377 w 57376"/>
                <a:gd name="connsiteY55" fmla="*/ 36066 h 147540"/>
                <a:gd name="connsiteX56" fmla="*/ 57377 w 57376"/>
                <a:gd name="connsiteY56" fmla="*/ 32787 h 147540"/>
                <a:gd name="connsiteX57" fmla="*/ 55737 w 57376"/>
                <a:gd name="connsiteY57" fmla="*/ 27869 h 147540"/>
                <a:gd name="connsiteX58" fmla="*/ 55737 w 57376"/>
                <a:gd name="connsiteY58" fmla="*/ 26229 h 147540"/>
                <a:gd name="connsiteX59" fmla="*/ 54098 w 57376"/>
                <a:gd name="connsiteY59" fmla="*/ 21311 h 147540"/>
                <a:gd name="connsiteX60" fmla="*/ 54098 w 57376"/>
                <a:gd name="connsiteY60" fmla="*/ 18033 h 147540"/>
                <a:gd name="connsiteX61" fmla="*/ 57377 w 57376"/>
                <a:gd name="connsiteY61" fmla="*/ 14754 h 147540"/>
                <a:gd name="connsiteX62" fmla="*/ 57377 w 57376"/>
                <a:gd name="connsiteY62" fmla="*/ 13115 h 147540"/>
                <a:gd name="connsiteX63" fmla="*/ 55737 w 57376"/>
                <a:gd name="connsiteY63" fmla="*/ 9836 h 147540"/>
                <a:gd name="connsiteX64" fmla="*/ 52458 w 57376"/>
                <a:gd name="connsiteY64" fmla="*/ 6557 h 147540"/>
                <a:gd name="connsiteX65" fmla="*/ 50819 w 57376"/>
                <a:gd name="connsiteY65" fmla="*/ 6557 h 147540"/>
                <a:gd name="connsiteX66" fmla="*/ 47540 w 57376"/>
                <a:gd name="connsiteY66" fmla="*/ 4918 h 147540"/>
                <a:gd name="connsiteX67" fmla="*/ 45901 w 57376"/>
                <a:gd name="connsiteY67" fmla="*/ 4918 h 147540"/>
                <a:gd name="connsiteX68" fmla="*/ 42622 w 57376"/>
                <a:gd name="connsiteY68" fmla="*/ 1639 h 147540"/>
                <a:gd name="connsiteX69" fmla="*/ 39343 w 57376"/>
                <a:gd name="connsiteY69" fmla="*/ 0 h 147540"/>
                <a:gd name="connsiteX70" fmla="*/ 36065 w 57376"/>
                <a:gd name="connsiteY70" fmla="*/ 3279 h 147540"/>
                <a:gd name="connsiteX71" fmla="*/ 31147 w 57376"/>
                <a:gd name="connsiteY71" fmla="*/ 6557 h 147540"/>
                <a:gd name="connsiteX72" fmla="*/ 31147 w 57376"/>
                <a:gd name="connsiteY72" fmla="*/ 6557 h 147540"/>
                <a:gd name="connsiteX73" fmla="*/ 27868 w 57376"/>
                <a:gd name="connsiteY73" fmla="*/ 8197 h 147540"/>
                <a:gd name="connsiteX74" fmla="*/ 22950 w 57376"/>
                <a:gd name="connsiteY74" fmla="*/ 11476 h 147540"/>
                <a:gd name="connsiteX75" fmla="*/ 21311 w 57376"/>
                <a:gd name="connsiteY75" fmla="*/ 14754 h 147540"/>
                <a:gd name="connsiteX76" fmla="*/ 21311 w 57376"/>
                <a:gd name="connsiteY76" fmla="*/ 14754 h 147540"/>
                <a:gd name="connsiteX77" fmla="*/ 21311 w 57376"/>
                <a:gd name="connsiteY77" fmla="*/ 18033 h 147540"/>
                <a:gd name="connsiteX78" fmla="*/ 19671 w 57376"/>
                <a:gd name="connsiteY78" fmla="*/ 19672 h 147540"/>
                <a:gd name="connsiteX79" fmla="*/ 19671 w 57376"/>
                <a:gd name="connsiteY79" fmla="*/ 22951 h 147540"/>
                <a:gd name="connsiteX80" fmla="*/ 19671 w 57376"/>
                <a:gd name="connsiteY80" fmla="*/ 22951 h 147540"/>
                <a:gd name="connsiteX81" fmla="*/ 18032 w 57376"/>
                <a:gd name="connsiteY81" fmla="*/ 26229 h 147540"/>
                <a:gd name="connsiteX82" fmla="*/ 14753 w 57376"/>
                <a:gd name="connsiteY82" fmla="*/ 29508 h 147540"/>
                <a:gd name="connsiteX83" fmla="*/ 13114 w 57376"/>
                <a:gd name="connsiteY83" fmla="*/ 32787 h 147540"/>
                <a:gd name="connsiteX84" fmla="*/ 11475 w 57376"/>
                <a:gd name="connsiteY84" fmla="*/ 36066 h 147540"/>
                <a:gd name="connsiteX85" fmla="*/ 11475 w 57376"/>
                <a:gd name="connsiteY85" fmla="*/ 40983 h 147540"/>
                <a:gd name="connsiteX86" fmla="*/ 9836 w 57376"/>
                <a:gd name="connsiteY86" fmla="*/ 42623 h 147540"/>
                <a:gd name="connsiteX87" fmla="*/ 9836 w 57376"/>
                <a:gd name="connsiteY87" fmla="*/ 45901 h 147540"/>
                <a:gd name="connsiteX88" fmla="*/ 9836 w 57376"/>
                <a:gd name="connsiteY88" fmla="*/ 47541 h 147540"/>
                <a:gd name="connsiteX89" fmla="*/ 8197 w 57376"/>
                <a:gd name="connsiteY89" fmla="*/ 50820 h 147540"/>
                <a:gd name="connsiteX90" fmla="*/ 4918 w 57376"/>
                <a:gd name="connsiteY90" fmla="*/ 55738 h 147540"/>
                <a:gd name="connsiteX91" fmla="*/ 4918 w 57376"/>
                <a:gd name="connsiteY91" fmla="*/ 59016 h 147540"/>
                <a:gd name="connsiteX92" fmla="*/ 3278 w 57376"/>
                <a:gd name="connsiteY92" fmla="*/ 62295 h 147540"/>
                <a:gd name="connsiteX93" fmla="*/ 3278 w 57376"/>
                <a:gd name="connsiteY93" fmla="*/ 63934 h 147540"/>
                <a:gd name="connsiteX94" fmla="*/ 1639 w 57376"/>
                <a:gd name="connsiteY94" fmla="*/ 67213 h 147540"/>
                <a:gd name="connsiteX95" fmla="*/ 0 w 57376"/>
                <a:gd name="connsiteY95" fmla="*/ 72131 h 147540"/>
                <a:gd name="connsiteX96" fmla="*/ 1639 w 57376"/>
                <a:gd name="connsiteY96" fmla="*/ 75410 h 14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57376" h="147540">
                  <a:moveTo>
                    <a:pt x="1639" y="77049"/>
                  </a:moveTo>
                  <a:lnTo>
                    <a:pt x="3278" y="81967"/>
                  </a:lnTo>
                  <a:lnTo>
                    <a:pt x="3278" y="85246"/>
                  </a:lnTo>
                  <a:lnTo>
                    <a:pt x="3278" y="86885"/>
                  </a:lnTo>
                  <a:lnTo>
                    <a:pt x="3278" y="90164"/>
                  </a:lnTo>
                  <a:lnTo>
                    <a:pt x="1639" y="93442"/>
                  </a:lnTo>
                  <a:lnTo>
                    <a:pt x="3278" y="96721"/>
                  </a:lnTo>
                  <a:lnTo>
                    <a:pt x="6557" y="100000"/>
                  </a:lnTo>
                  <a:lnTo>
                    <a:pt x="8197" y="103278"/>
                  </a:lnTo>
                  <a:lnTo>
                    <a:pt x="8197" y="104918"/>
                  </a:lnTo>
                  <a:lnTo>
                    <a:pt x="9836" y="108196"/>
                  </a:lnTo>
                  <a:lnTo>
                    <a:pt x="11475" y="111475"/>
                  </a:lnTo>
                  <a:lnTo>
                    <a:pt x="11475" y="113114"/>
                  </a:lnTo>
                  <a:lnTo>
                    <a:pt x="13114" y="118032"/>
                  </a:lnTo>
                  <a:lnTo>
                    <a:pt x="16393" y="121311"/>
                  </a:lnTo>
                  <a:lnTo>
                    <a:pt x="18032" y="122950"/>
                  </a:lnTo>
                  <a:lnTo>
                    <a:pt x="21311" y="122950"/>
                  </a:lnTo>
                  <a:lnTo>
                    <a:pt x="24590" y="126229"/>
                  </a:lnTo>
                  <a:lnTo>
                    <a:pt x="27868" y="129508"/>
                  </a:lnTo>
                  <a:lnTo>
                    <a:pt x="31147" y="132786"/>
                  </a:lnTo>
                  <a:lnTo>
                    <a:pt x="32787" y="137704"/>
                  </a:lnTo>
                  <a:lnTo>
                    <a:pt x="34426" y="140983"/>
                  </a:lnTo>
                  <a:lnTo>
                    <a:pt x="34426" y="144262"/>
                  </a:lnTo>
                  <a:lnTo>
                    <a:pt x="39343" y="147540"/>
                  </a:lnTo>
                  <a:lnTo>
                    <a:pt x="40983" y="142622"/>
                  </a:lnTo>
                  <a:lnTo>
                    <a:pt x="40983" y="139344"/>
                  </a:lnTo>
                  <a:lnTo>
                    <a:pt x="40983" y="136065"/>
                  </a:lnTo>
                  <a:lnTo>
                    <a:pt x="40983" y="134426"/>
                  </a:lnTo>
                  <a:lnTo>
                    <a:pt x="39343" y="131147"/>
                  </a:lnTo>
                  <a:lnTo>
                    <a:pt x="39343" y="127868"/>
                  </a:lnTo>
                  <a:lnTo>
                    <a:pt x="40983" y="122950"/>
                  </a:lnTo>
                  <a:lnTo>
                    <a:pt x="40983" y="119672"/>
                  </a:lnTo>
                  <a:lnTo>
                    <a:pt x="42622" y="116393"/>
                  </a:lnTo>
                  <a:lnTo>
                    <a:pt x="45901" y="111475"/>
                  </a:lnTo>
                  <a:lnTo>
                    <a:pt x="47540" y="111475"/>
                  </a:lnTo>
                  <a:lnTo>
                    <a:pt x="47540" y="106557"/>
                  </a:lnTo>
                  <a:lnTo>
                    <a:pt x="49180" y="103278"/>
                  </a:lnTo>
                  <a:lnTo>
                    <a:pt x="50819" y="100000"/>
                  </a:lnTo>
                  <a:lnTo>
                    <a:pt x="52458" y="95082"/>
                  </a:lnTo>
                  <a:lnTo>
                    <a:pt x="52458" y="91803"/>
                  </a:lnTo>
                  <a:lnTo>
                    <a:pt x="52458" y="88524"/>
                  </a:lnTo>
                  <a:lnTo>
                    <a:pt x="54098" y="83606"/>
                  </a:lnTo>
                  <a:lnTo>
                    <a:pt x="54098" y="81967"/>
                  </a:lnTo>
                  <a:lnTo>
                    <a:pt x="54098" y="78688"/>
                  </a:lnTo>
                  <a:lnTo>
                    <a:pt x="54098" y="73770"/>
                  </a:lnTo>
                  <a:lnTo>
                    <a:pt x="54098" y="70492"/>
                  </a:lnTo>
                  <a:lnTo>
                    <a:pt x="54098" y="67213"/>
                  </a:lnTo>
                  <a:lnTo>
                    <a:pt x="54098" y="62295"/>
                  </a:lnTo>
                  <a:lnTo>
                    <a:pt x="54098" y="60656"/>
                  </a:lnTo>
                  <a:lnTo>
                    <a:pt x="54098" y="55738"/>
                  </a:lnTo>
                  <a:lnTo>
                    <a:pt x="52458" y="52459"/>
                  </a:lnTo>
                  <a:lnTo>
                    <a:pt x="54098" y="49180"/>
                  </a:lnTo>
                  <a:lnTo>
                    <a:pt x="55737" y="44262"/>
                  </a:lnTo>
                  <a:lnTo>
                    <a:pt x="57377" y="44262"/>
                  </a:lnTo>
                  <a:lnTo>
                    <a:pt x="57377" y="39344"/>
                  </a:lnTo>
                  <a:lnTo>
                    <a:pt x="57377" y="36066"/>
                  </a:lnTo>
                  <a:lnTo>
                    <a:pt x="57377" y="32787"/>
                  </a:lnTo>
                  <a:lnTo>
                    <a:pt x="55737" y="27869"/>
                  </a:lnTo>
                  <a:lnTo>
                    <a:pt x="55737" y="26229"/>
                  </a:lnTo>
                  <a:lnTo>
                    <a:pt x="54098" y="21311"/>
                  </a:lnTo>
                  <a:lnTo>
                    <a:pt x="54098" y="18033"/>
                  </a:lnTo>
                  <a:lnTo>
                    <a:pt x="57377" y="14754"/>
                  </a:lnTo>
                  <a:lnTo>
                    <a:pt x="57377" y="13115"/>
                  </a:lnTo>
                  <a:lnTo>
                    <a:pt x="55737" y="9836"/>
                  </a:lnTo>
                  <a:lnTo>
                    <a:pt x="52458" y="6557"/>
                  </a:lnTo>
                  <a:lnTo>
                    <a:pt x="50819" y="6557"/>
                  </a:lnTo>
                  <a:lnTo>
                    <a:pt x="47540" y="4918"/>
                  </a:lnTo>
                  <a:lnTo>
                    <a:pt x="45901" y="4918"/>
                  </a:lnTo>
                  <a:lnTo>
                    <a:pt x="42622" y="1639"/>
                  </a:lnTo>
                  <a:lnTo>
                    <a:pt x="39343" y="0"/>
                  </a:lnTo>
                  <a:lnTo>
                    <a:pt x="36065" y="3279"/>
                  </a:lnTo>
                  <a:lnTo>
                    <a:pt x="31147" y="6557"/>
                  </a:lnTo>
                  <a:lnTo>
                    <a:pt x="31147" y="6557"/>
                  </a:lnTo>
                  <a:lnTo>
                    <a:pt x="27868" y="8197"/>
                  </a:lnTo>
                  <a:lnTo>
                    <a:pt x="22950" y="11476"/>
                  </a:lnTo>
                  <a:lnTo>
                    <a:pt x="21311" y="14754"/>
                  </a:lnTo>
                  <a:lnTo>
                    <a:pt x="21311" y="14754"/>
                  </a:lnTo>
                  <a:lnTo>
                    <a:pt x="21311" y="18033"/>
                  </a:lnTo>
                  <a:lnTo>
                    <a:pt x="19671" y="19672"/>
                  </a:lnTo>
                  <a:lnTo>
                    <a:pt x="19671" y="22951"/>
                  </a:lnTo>
                  <a:lnTo>
                    <a:pt x="19671" y="22951"/>
                  </a:lnTo>
                  <a:lnTo>
                    <a:pt x="18032" y="26229"/>
                  </a:lnTo>
                  <a:lnTo>
                    <a:pt x="14753" y="29508"/>
                  </a:lnTo>
                  <a:lnTo>
                    <a:pt x="13114" y="32787"/>
                  </a:lnTo>
                  <a:lnTo>
                    <a:pt x="11475" y="36066"/>
                  </a:lnTo>
                  <a:lnTo>
                    <a:pt x="11475" y="40983"/>
                  </a:lnTo>
                  <a:lnTo>
                    <a:pt x="9836" y="42623"/>
                  </a:lnTo>
                  <a:lnTo>
                    <a:pt x="9836" y="45901"/>
                  </a:lnTo>
                  <a:lnTo>
                    <a:pt x="9836" y="47541"/>
                  </a:lnTo>
                  <a:lnTo>
                    <a:pt x="8197" y="50820"/>
                  </a:lnTo>
                  <a:lnTo>
                    <a:pt x="4918" y="55738"/>
                  </a:lnTo>
                  <a:lnTo>
                    <a:pt x="4918" y="59016"/>
                  </a:lnTo>
                  <a:lnTo>
                    <a:pt x="3278" y="62295"/>
                  </a:lnTo>
                  <a:lnTo>
                    <a:pt x="3278" y="63934"/>
                  </a:lnTo>
                  <a:lnTo>
                    <a:pt x="1639" y="67213"/>
                  </a:lnTo>
                  <a:lnTo>
                    <a:pt x="0" y="72131"/>
                  </a:lnTo>
                  <a:lnTo>
                    <a:pt x="1639" y="7541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7" name="Freeform 2556">
              <a:extLst>
                <a:ext uri="{FF2B5EF4-FFF2-40B4-BE49-F238E27FC236}">
                  <a16:creationId xmlns:a16="http://schemas.microsoft.com/office/drawing/2014/main" id="{483B9768-C055-0A45-8211-DF34B606DD11}"/>
                </a:ext>
              </a:extLst>
            </p:cNvPr>
            <p:cNvSpPr/>
            <p:nvPr/>
          </p:nvSpPr>
          <p:spPr>
            <a:xfrm>
              <a:off x="9899261" y="2791952"/>
              <a:ext cx="13114" cy="8196"/>
            </a:xfrm>
            <a:custGeom>
              <a:avLst/>
              <a:gdLst>
                <a:gd name="connsiteX0" fmla="*/ 1639 w 13114"/>
                <a:gd name="connsiteY0" fmla="*/ 6557 h 8196"/>
                <a:gd name="connsiteX1" fmla="*/ 3279 w 13114"/>
                <a:gd name="connsiteY1" fmla="*/ 6557 h 8196"/>
                <a:gd name="connsiteX2" fmla="*/ 6558 w 13114"/>
                <a:gd name="connsiteY2" fmla="*/ 6557 h 8196"/>
                <a:gd name="connsiteX3" fmla="*/ 9836 w 13114"/>
                <a:gd name="connsiteY3" fmla="*/ 8197 h 8196"/>
                <a:gd name="connsiteX4" fmla="*/ 13114 w 13114"/>
                <a:gd name="connsiteY4" fmla="*/ 6557 h 8196"/>
                <a:gd name="connsiteX5" fmla="*/ 11476 w 13114"/>
                <a:gd name="connsiteY5" fmla="*/ 3279 h 8196"/>
                <a:gd name="connsiteX6" fmla="*/ 8197 w 13114"/>
                <a:gd name="connsiteY6" fmla="*/ 1639 h 8196"/>
                <a:gd name="connsiteX7" fmla="*/ 3279 w 13114"/>
                <a:gd name="connsiteY7" fmla="*/ 0 h 8196"/>
                <a:gd name="connsiteX8" fmla="*/ 0 w 13114"/>
                <a:gd name="connsiteY8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14" h="8196">
                  <a:moveTo>
                    <a:pt x="1639" y="6557"/>
                  </a:moveTo>
                  <a:lnTo>
                    <a:pt x="3279" y="6557"/>
                  </a:lnTo>
                  <a:lnTo>
                    <a:pt x="6558" y="6557"/>
                  </a:lnTo>
                  <a:lnTo>
                    <a:pt x="9836" y="8197"/>
                  </a:lnTo>
                  <a:lnTo>
                    <a:pt x="13114" y="6557"/>
                  </a:lnTo>
                  <a:lnTo>
                    <a:pt x="11476" y="3279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8" name="Freeform 2557">
              <a:extLst>
                <a:ext uri="{FF2B5EF4-FFF2-40B4-BE49-F238E27FC236}">
                  <a16:creationId xmlns:a16="http://schemas.microsoft.com/office/drawing/2014/main" id="{A2E408B9-24C8-434A-B8ED-1CAF2366E32A}"/>
                </a:ext>
              </a:extLst>
            </p:cNvPr>
            <p:cNvSpPr/>
            <p:nvPr/>
          </p:nvSpPr>
          <p:spPr>
            <a:xfrm>
              <a:off x="9900900" y="2783755"/>
              <a:ext cx="4918" cy="3278"/>
            </a:xfrm>
            <a:custGeom>
              <a:avLst/>
              <a:gdLst>
                <a:gd name="connsiteX0" fmla="*/ 0 w 4918"/>
                <a:gd name="connsiteY0" fmla="*/ 1639 h 3278"/>
                <a:gd name="connsiteX1" fmla="*/ 1640 w 4918"/>
                <a:gd name="connsiteY1" fmla="*/ 3279 h 3278"/>
                <a:gd name="connsiteX2" fmla="*/ 4919 w 4918"/>
                <a:gd name="connsiteY2" fmla="*/ 3279 h 3278"/>
                <a:gd name="connsiteX3" fmla="*/ 3279 w 491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3278">
                  <a:moveTo>
                    <a:pt x="0" y="1639"/>
                  </a:moveTo>
                  <a:lnTo>
                    <a:pt x="1640" y="3279"/>
                  </a:lnTo>
                  <a:lnTo>
                    <a:pt x="4919" y="327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9" name="Freeform 2558">
              <a:extLst>
                <a:ext uri="{FF2B5EF4-FFF2-40B4-BE49-F238E27FC236}">
                  <a16:creationId xmlns:a16="http://schemas.microsoft.com/office/drawing/2014/main" id="{C74724BB-3205-7948-AC72-4FA6D5E8DC7F}"/>
                </a:ext>
              </a:extLst>
            </p:cNvPr>
            <p:cNvSpPr/>
            <p:nvPr/>
          </p:nvSpPr>
          <p:spPr>
            <a:xfrm>
              <a:off x="9905818" y="2809985"/>
              <a:ext cx="3277" cy="1639"/>
            </a:xfrm>
            <a:custGeom>
              <a:avLst/>
              <a:gdLst>
                <a:gd name="connsiteX0" fmla="*/ 3278 w 3277"/>
                <a:gd name="connsiteY0" fmla="*/ 1639 h 1639"/>
                <a:gd name="connsiteX1" fmla="*/ 3278 w 3277"/>
                <a:gd name="connsiteY1" fmla="*/ 0 h 1639"/>
                <a:gd name="connsiteX2" fmla="*/ 0 w 3277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7" h="1639">
                  <a:moveTo>
                    <a:pt x="3278" y="1639"/>
                  </a:moveTo>
                  <a:lnTo>
                    <a:pt x="327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0" name="Freeform 2559">
              <a:extLst>
                <a:ext uri="{FF2B5EF4-FFF2-40B4-BE49-F238E27FC236}">
                  <a16:creationId xmlns:a16="http://schemas.microsoft.com/office/drawing/2014/main" id="{2D24037F-604D-4B40-B437-E7BB8C5A338E}"/>
                </a:ext>
              </a:extLst>
            </p:cNvPr>
            <p:cNvSpPr/>
            <p:nvPr/>
          </p:nvSpPr>
          <p:spPr>
            <a:xfrm>
              <a:off x="9566476" y="3275556"/>
              <a:ext cx="1638" cy="1639"/>
            </a:xfrm>
            <a:custGeom>
              <a:avLst/>
              <a:gdLst>
                <a:gd name="connsiteX0" fmla="*/ 0 w 1638"/>
                <a:gd name="connsiteY0" fmla="*/ 0 h 1639"/>
                <a:gd name="connsiteX1" fmla="*/ 1639 w 1638"/>
                <a:gd name="connsiteY1" fmla="*/ 1639 h 1639"/>
                <a:gd name="connsiteX2" fmla="*/ 0 w 163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1639">
                  <a:moveTo>
                    <a:pt x="0" y="0"/>
                  </a:moveTo>
                  <a:lnTo>
                    <a:pt x="1639" y="163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1" name="Freeform 2560">
              <a:extLst>
                <a:ext uri="{FF2B5EF4-FFF2-40B4-BE49-F238E27FC236}">
                  <a16:creationId xmlns:a16="http://schemas.microsoft.com/office/drawing/2014/main" id="{4BE20F76-607B-3F42-B8C9-307113B9A718}"/>
                </a:ext>
              </a:extLst>
            </p:cNvPr>
            <p:cNvSpPr/>
            <p:nvPr/>
          </p:nvSpPr>
          <p:spPr>
            <a:xfrm>
              <a:off x="9661557" y="3142770"/>
              <a:ext cx="16393" cy="16393"/>
            </a:xfrm>
            <a:custGeom>
              <a:avLst/>
              <a:gdLst>
                <a:gd name="connsiteX0" fmla="*/ 0 w 16393"/>
                <a:gd name="connsiteY0" fmla="*/ 0 h 16393"/>
                <a:gd name="connsiteX1" fmla="*/ 0 w 16393"/>
                <a:gd name="connsiteY1" fmla="*/ 0 h 16393"/>
                <a:gd name="connsiteX2" fmla="*/ 0 w 16393"/>
                <a:gd name="connsiteY2" fmla="*/ 0 h 16393"/>
                <a:gd name="connsiteX3" fmla="*/ 0 w 16393"/>
                <a:gd name="connsiteY3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93" h="163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2" name="Freeform 2561">
              <a:extLst>
                <a:ext uri="{FF2B5EF4-FFF2-40B4-BE49-F238E27FC236}">
                  <a16:creationId xmlns:a16="http://schemas.microsoft.com/office/drawing/2014/main" id="{3754B62F-5E88-2B46-9B05-812227E09797}"/>
                </a:ext>
              </a:extLst>
            </p:cNvPr>
            <p:cNvSpPr/>
            <p:nvPr/>
          </p:nvSpPr>
          <p:spPr>
            <a:xfrm>
              <a:off x="9661557" y="3142770"/>
              <a:ext cx="1638" cy="3278"/>
            </a:xfrm>
            <a:custGeom>
              <a:avLst/>
              <a:gdLst>
                <a:gd name="connsiteX0" fmla="*/ 0 w 1638"/>
                <a:gd name="connsiteY0" fmla="*/ 0 h 3278"/>
                <a:gd name="connsiteX1" fmla="*/ 0 w 1638"/>
                <a:gd name="connsiteY1" fmla="*/ 0 h 3278"/>
                <a:gd name="connsiteX2" fmla="*/ 0 w 1638"/>
                <a:gd name="connsiteY2" fmla="*/ 0 h 3278"/>
                <a:gd name="connsiteX3" fmla="*/ 1639 w 1638"/>
                <a:gd name="connsiteY3" fmla="*/ 0 h 3278"/>
                <a:gd name="connsiteX4" fmla="*/ 0 w 1638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8" h="327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3" name="Freeform 2562">
              <a:extLst>
                <a:ext uri="{FF2B5EF4-FFF2-40B4-BE49-F238E27FC236}">
                  <a16:creationId xmlns:a16="http://schemas.microsoft.com/office/drawing/2014/main" id="{98E0DC7E-867A-0F44-9D82-684E6B40B49C}"/>
                </a:ext>
              </a:extLst>
            </p:cNvPr>
            <p:cNvSpPr/>
            <p:nvPr/>
          </p:nvSpPr>
          <p:spPr>
            <a:xfrm>
              <a:off x="9684508" y="3139491"/>
              <a:ext cx="3277" cy="3278"/>
            </a:xfrm>
            <a:custGeom>
              <a:avLst/>
              <a:gdLst>
                <a:gd name="connsiteX0" fmla="*/ 0 w 3277"/>
                <a:gd name="connsiteY0" fmla="*/ 0 h 3278"/>
                <a:gd name="connsiteX1" fmla="*/ 0 w 3277"/>
                <a:gd name="connsiteY1" fmla="*/ 0 h 3278"/>
                <a:gd name="connsiteX2" fmla="*/ 3278 w 3277"/>
                <a:gd name="connsiteY2" fmla="*/ 3279 h 3278"/>
                <a:gd name="connsiteX3" fmla="*/ 1639 w 3277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7" h="3278">
                  <a:moveTo>
                    <a:pt x="0" y="0"/>
                  </a:moveTo>
                  <a:lnTo>
                    <a:pt x="0" y="0"/>
                  </a:lnTo>
                  <a:lnTo>
                    <a:pt x="3278" y="327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4" name="Freeform 2563">
              <a:extLst>
                <a:ext uri="{FF2B5EF4-FFF2-40B4-BE49-F238E27FC236}">
                  <a16:creationId xmlns:a16="http://schemas.microsoft.com/office/drawing/2014/main" id="{6AE3D169-0F1C-BF47-B359-9B169B2BD928}"/>
                </a:ext>
              </a:extLst>
            </p:cNvPr>
            <p:cNvSpPr/>
            <p:nvPr/>
          </p:nvSpPr>
          <p:spPr>
            <a:xfrm>
              <a:off x="9671393" y="3136213"/>
              <a:ext cx="8196" cy="6557"/>
            </a:xfrm>
            <a:custGeom>
              <a:avLst/>
              <a:gdLst>
                <a:gd name="connsiteX0" fmla="*/ 0 w 8196"/>
                <a:gd name="connsiteY0" fmla="*/ 6557 h 6557"/>
                <a:gd name="connsiteX1" fmla="*/ 0 w 8196"/>
                <a:gd name="connsiteY1" fmla="*/ 4918 h 6557"/>
                <a:gd name="connsiteX2" fmla="*/ 1640 w 8196"/>
                <a:gd name="connsiteY2" fmla="*/ 3279 h 6557"/>
                <a:gd name="connsiteX3" fmla="*/ 3279 w 8196"/>
                <a:gd name="connsiteY3" fmla="*/ 1639 h 6557"/>
                <a:gd name="connsiteX4" fmla="*/ 8197 w 8196"/>
                <a:gd name="connsiteY4" fmla="*/ 0 h 6557"/>
                <a:gd name="connsiteX5" fmla="*/ 8197 w 8196"/>
                <a:gd name="connsiteY5" fmla="*/ 0 h 6557"/>
                <a:gd name="connsiteX6" fmla="*/ 6558 w 8196"/>
                <a:gd name="connsiteY6" fmla="*/ 4918 h 6557"/>
                <a:gd name="connsiteX7" fmla="*/ 3279 w 8196"/>
                <a:gd name="connsiteY7" fmla="*/ 6557 h 6557"/>
                <a:gd name="connsiteX8" fmla="*/ 3279 w 8196"/>
                <a:gd name="connsiteY8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6557">
                  <a:moveTo>
                    <a:pt x="0" y="6557"/>
                  </a:moveTo>
                  <a:lnTo>
                    <a:pt x="0" y="4918"/>
                  </a:lnTo>
                  <a:lnTo>
                    <a:pt x="1640" y="3279"/>
                  </a:lnTo>
                  <a:lnTo>
                    <a:pt x="3279" y="1639"/>
                  </a:lnTo>
                  <a:lnTo>
                    <a:pt x="8197" y="0"/>
                  </a:lnTo>
                  <a:lnTo>
                    <a:pt x="8197" y="0"/>
                  </a:lnTo>
                  <a:lnTo>
                    <a:pt x="6558" y="4918"/>
                  </a:lnTo>
                  <a:lnTo>
                    <a:pt x="3279" y="6557"/>
                  </a:lnTo>
                  <a:lnTo>
                    <a:pt x="327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5" name="Freeform 2564">
              <a:extLst>
                <a:ext uri="{FF2B5EF4-FFF2-40B4-BE49-F238E27FC236}">
                  <a16:creationId xmlns:a16="http://schemas.microsoft.com/office/drawing/2014/main" id="{BE1460B5-7FCB-D54C-83E2-09372649D0C8}"/>
                </a:ext>
              </a:extLst>
            </p:cNvPr>
            <p:cNvSpPr/>
            <p:nvPr/>
          </p:nvSpPr>
          <p:spPr>
            <a:xfrm>
              <a:off x="9674671" y="3126377"/>
              <a:ext cx="16393" cy="13114"/>
            </a:xfrm>
            <a:custGeom>
              <a:avLst/>
              <a:gdLst>
                <a:gd name="connsiteX0" fmla="*/ 3279 w 16393"/>
                <a:gd name="connsiteY0" fmla="*/ 3279 h 13114"/>
                <a:gd name="connsiteX1" fmla="*/ 4918 w 16393"/>
                <a:gd name="connsiteY1" fmla="*/ 1639 h 13114"/>
                <a:gd name="connsiteX2" fmla="*/ 4918 w 16393"/>
                <a:gd name="connsiteY2" fmla="*/ 1639 h 13114"/>
                <a:gd name="connsiteX3" fmla="*/ 9837 w 16393"/>
                <a:gd name="connsiteY3" fmla="*/ 0 h 13114"/>
                <a:gd name="connsiteX4" fmla="*/ 9837 w 16393"/>
                <a:gd name="connsiteY4" fmla="*/ 1639 h 13114"/>
                <a:gd name="connsiteX5" fmla="*/ 13114 w 16393"/>
                <a:gd name="connsiteY5" fmla="*/ 3279 h 13114"/>
                <a:gd name="connsiteX6" fmla="*/ 9837 w 16393"/>
                <a:gd name="connsiteY6" fmla="*/ 6557 h 13114"/>
                <a:gd name="connsiteX7" fmla="*/ 13114 w 16393"/>
                <a:gd name="connsiteY7" fmla="*/ 4918 h 13114"/>
                <a:gd name="connsiteX8" fmla="*/ 16393 w 16393"/>
                <a:gd name="connsiteY8" fmla="*/ 6557 h 13114"/>
                <a:gd name="connsiteX9" fmla="*/ 16393 w 16393"/>
                <a:gd name="connsiteY9" fmla="*/ 9836 h 13114"/>
                <a:gd name="connsiteX10" fmla="*/ 13114 w 16393"/>
                <a:gd name="connsiteY10" fmla="*/ 8197 h 13114"/>
                <a:gd name="connsiteX11" fmla="*/ 14754 w 16393"/>
                <a:gd name="connsiteY11" fmla="*/ 13115 h 13114"/>
                <a:gd name="connsiteX12" fmla="*/ 11476 w 16393"/>
                <a:gd name="connsiteY12" fmla="*/ 11475 h 13114"/>
                <a:gd name="connsiteX13" fmla="*/ 9837 w 16393"/>
                <a:gd name="connsiteY13" fmla="*/ 11475 h 13114"/>
                <a:gd name="connsiteX14" fmla="*/ 6558 w 16393"/>
                <a:gd name="connsiteY14" fmla="*/ 9836 h 13114"/>
                <a:gd name="connsiteX15" fmla="*/ 3279 w 16393"/>
                <a:gd name="connsiteY15" fmla="*/ 9836 h 13114"/>
                <a:gd name="connsiteX16" fmla="*/ 0 w 16393"/>
                <a:gd name="connsiteY16" fmla="*/ 655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393" h="13114">
                  <a:moveTo>
                    <a:pt x="3279" y="3279"/>
                  </a:moveTo>
                  <a:lnTo>
                    <a:pt x="4918" y="1639"/>
                  </a:lnTo>
                  <a:lnTo>
                    <a:pt x="4918" y="1639"/>
                  </a:lnTo>
                  <a:lnTo>
                    <a:pt x="9837" y="0"/>
                  </a:lnTo>
                  <a:lnTo>
                    <a:pt x="9837" y="1639"/>
                  </a:lnTo>
                  <a:lnTo>
                    <a:pt x="13114" y="3279"/>
                  </a:lnTo>
                  <a:lnTo>
                    <a:pt x="9837" y="6557"/>
                  </a:lnTo>
                  <a:lnTo>
                    <a:pt x="13114" y="4918"/>
                  </a:lnTo>
                  <a:lnTo>
                    <a:pt x="16393" y="6557"/>
                  </a:lnTo>
                  <a:lnTo>
                    <a:pt x="16393" y="9836"/>
                  </a:lnTo>
                  <a:lnTo>
                    <a:pt x="13114" y="8197"/>
                  </a:lnTo>
                  <a:lnTo>
                    <a:pt x="14754" y="13115"/>
                  </a:lnTo>
                  <a:lnTo>
                    <a:pt x="11476" y="11475"/>
                  </a:lnTo>
                  <a:lnTo>
                    <a:pt x="9837" y="11475"/>
                  </a:lnTo>
                  <a:lnTo>
                    <a:pt x="6558" y="9836"/>
                  </a:lnTo>
                  <a:lnTo>
                    <a:pt x="3279" y="9836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6" name="Freeform 2565">
              <a:extLst>
                <a:ext uri="{FF2B5EF4-FFF2-40B4-BE49-F238E27FC236}">
                  <a16:creationId xmlns:a16="http://schemas.microsoft.com/office/drawing/2014/main" id="{AE293291-88C9-1B43-9E21-1106DC974072}"/>
                </a:ext>
              </a:extLst>
            </p:cNvPr>
            <p:cNvSpPr/>
            <p:nvPr/>
          </p:nvSpPr>
          <p:spPr>
            <a:xfrm>
              <a:off x="9841884" y="2972279"/>
              <a:ext cx="8196" cy="3278"/>
            </a:xfrm>
            <a:custGeom>
              <a:avLst/>
              <a:gdLst>
                <a:gd name="connsiteX0" fmla="*/ 0 w 8196"/>
                <a:gd name="connsiteY0" fmla="*/ 0 h 3278"/>
                <a:gd name="connsiteX1" fmla="*/ 3279 w 8196"/>
                <a:gd name="connsiteY1" fmla="*/ 0 h 3278"/>
                <a:gd name="connsiteX2" fmla="*/ 3279 w 8196"/>
                <a:gd name="connsiteY2" fmla="*/ 1639 h 3278"/>
                <a:gd name="connsiteX3" fmla="*/ 4918 w 8196"/>
                <a:gd name="connsiteY3" fmla="*/ 1639 h 3278"/>
                <a:gd name="connsiteX4" fmla="*/ 8197 w 8196"/>
                <a:gd name="connsiteY4" fmla="*/ 3279 h 3278"/>
                <a:gd name="connsiteX5" fmla="*/ 6558 w 8196"/>
                <a:gd name="connsiteY5" fmla="*/ 3279 h 3278"/>
                <a:gd name="connsiteX6" fmla="*/ 3279 w 8196"/>
                <a:gd name="connsiteY6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3278">
                  <a:moveTo>
                    <a:pt x="0" y="0"/>
                  </a:moveTo>
                  <a:lnTo>
                    <a:pt x="3279" y="0"/>
                  </a:lnTo>
                  <a:lnTo>
                    <a:pt x="3279" y="1639"/>
                  </a:lnTo>
                  <a:lnTo>
                    <a:pt x="4918" y="1639"/>
                  </a:lnTo>
                  <a:lnTo>
                    <a:pt x="8197" y="3279"/>
                  </a:lnTo>
                  <a:lnTo>
                    <a:pt x="6558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7" name="Freeform 2566">
              <a:extLst>
                <a:ext uri="{FF2B5EF4-FFF2-40B4-BE49-F238E27FC236}">
                  <a16:creationId xmlns:a16="http://schemas.microsoft.com/office/drawing/2014/main" id="{D2FE137E-F648-994F-87FA-11FE6BC32D67}"/>
                </a:ext>
              </a:extLst>
            </p:cNvPr>
            <p:cNvSpPr/>
            <p:nvPr/>
          </p:nvSpPr>
          <p:spPr>
            <a:xfrm>
              <a:off x="9868113" y="2916541"/>
              <a:ext cx="4918" cy="4918"/>
            </a:xfrm>
            <a:custGeom>
              <a:avLst/>
              <a:gdLst>
                <a:gd name="connsiteX0" fmla="*/ 4919 w 4918"/>
                <a:gd name="connsiteY0" fmla="*/ 4918 h 4918"/>
                <a:gd name="connsiteX1" fmla="*/ 1640 w 4918"/>
                <a:gd name="connsiteY1" fmla="*/ 3279 h 4918"/>
                <a:gd name="connsiteX2" fmla="*/ 0 w 4918"/>
                <a:gd name="connsiteY2" fmla="*/ 0 h 4918"/>
                <a:gd name="connsiteX3" fmla="*/ 4919 w 4918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4918">
                  <a:moveTo>
                    <a:pt x="4919" y="4918"/>
                  </a:moveTo>
                  <a:lnTo>
                    <a:pt x="1640" y="3279"/>
                  </a:lnTo>
                  <a:lnTo>
                    <a:pt x="0" y="0"/>
                  </a:lnTo>
                  <a:lnTo>
                    <a:pt x="491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8" name="Freeform 2567">
              <a:extLst>
                <a:ext uri="{FF2B5EF4-FFF2-40B4-BE49-F238E27FC236}">
                  <a16:creationId xmlns:a16="http://schemas.microsoft.com/office/drawing/2014/main" id="{6606A722-8D0E-9C4C-9927-01BB29616C6B}"/>
                </a:ext>
              </a:extLst>
            </p:cNvPr>
            <p:cNvSpPr/>
            <p:nvPr/>
          </p:nvSpPr>
          <p:spPr>
            <a:xfrm>
              <a:off x="6677964" y="2649330"/>
              <a:ext cx="152458" cy="185244"/>
            </a:xfrm>
            <a:custGeom>
              <a:avLst/>
              <a:gdLst>
                <a:gd name="connsiteX0" fmla="*/ 0 w 152458"/>
                <a:gd name="connsiteY0" fmla="*/ 177048 h 185244"/>
                <a:gd name="connsiteX1" fmla="*/ 0 w 152458"/>
                <a:gd name="connsiteY1" fmla="*/ 173770 h 185244"/>
                <a:gd name="connsiteX2" fmla="*/ 1639 w 152458"/>
                <a:gd name="connsiteY2" fmla="*/ 170491 h 185244"/>
                <a:gd name="connsiteX3" fmla="*/ 1639 w 152458"/>
                <a:gd name="connsiteY3" fmla="*/ 168851 h 185244"/>
                <a:gd name="connsiteX4" fmla="*/ 1639 w 152458"/>
                <a:gd name="connsiteY4" fmla="*/ 168851 h 185244"/>
                <a:gd name="connsiteX5" fmla="*/ 0 w 152458"/>
                <a:gd name="connsiteY5" fmla="*/ 167212 h 185244"/>
                <a:gd name="connsiteX6" fmla="*/ 1639 w 152458"/>
                <a:gd name="connsiteY6" fmla="*/ 165573 h 185244"/>
                <a:gd name="connsiteX7" fmla="*/ 1639 w 152458"/>
                <a:gd name="connsiteY7" fmla="*/ 165573 h 185244"/>
                <a:gd name="connsiteX8" fmla="*/ 1639 w 152458"/>
                <a:gd name="connsiteY8" fmla="*/ 160655 h 185244"/>
                <a:gd name="connsiteX9" fmla="*/ 3279 w 152458"/>
                <a:gd name="connsiteY9" fmla="*/ 157376 h 185244"/>
                <a:gd name="connsiteX10" fmla="*/ 3279 w 152458"/>
                <a:gd name="connsiteY10" fmla="*/ 154098 h 185244"/>
                <a:gd name="connsiteX11" fmla="*/ 3279 w 152458"/>
                <a:gd name="connsiteY11" fmla="*/ 149179 h 185244"/>
                <a:gd name="connsiteX12" fmla="*/ 4918 w 152458"/>
                <a:gd name="connsiteY12" fmla="*/ 145901 h 185244"/>
                <a:gd name="connsiteX13" fmla="*/ 6557 w 152458"/>
                <a:gd name="connsiteY13" fmla="*/ 142622 h 185244"/>
                <a:gd name="connsiteX14" fmla="*/ 4918 w 152458"/>
                <a:gd name="connsiteY14" fmla="*/ 139344 h 185244"/>
                <a:gd name="connsiteX15" fmla="*/ 4918 w 152458"/>
                <a:gd name="connsiteY15" fmla="*/ 134426 h 185244"/>
                <a:gd name="connsiteX16" fmla="*/ 4918 w 152458"/>
                <a:gd name="connsiteY16" fmla="*/ 131147 h 185244"/>
                <a:gd name="connsiteX17" fmla="*/ 4918 w 152458"/>
                <a:gd name="connsiteY17" fmla="*/ 129508 h 185244"/>
                <a:gd name="connsiteX18" fmla="*/ 4918 w 152458"/>
                <a:gd name="connsiteY18" fmla="*/ 126229 h 185244"/>
                <a:gd name="connsiteX19" fmla="*/ 6557 w 152458"/>
                <a:gd name="connsiteY19" fmla="*/ 122950 h 185244"/>
                <a:gd name="connsiteX20" fmla="*/ 8197 w 152458"/>
                <a:gd name="connsiteY20" fmla="*/ 119671 h 185244"/>
                <a:gd name="connsiteX21" fmla="*/ 8197 w 152458"/>
                <a:gd name="connsiteY21" fmla="*/ 114754 h 185244"/>
                <a:gd name="connsiteX22" fmla="*/ 9836 w 152458"/>
                <a:gd name="connsiteY22" fmla="*/ 111475 h 185244"/>
                <a:gd name="connsiteX23" fmla="*/ 11476 w 152458"/>
                <a:gd name="connsiteY23" fmla="*/ 108196 h 185244"/>
                <a:gd name="connsiteX24" fmla="*/ 11476 w 152458"/>
                <a:gd name="connsiteY24" fmla="*/ 108196 h 185244"/>
                <a:gd name="connsiteX25" fmla="*/ 11476 w 152458"/>
                <a:gd name="connsiteY25" fmla="*/ 106557 h 185244"/>
                <a:gd name="connsiteX26" fmla="*/ 11476 w 152458"/>
                <a:gd name="connsiteY26" fmla="*/ 104917 h 185244"/>
                <a:gd name="connsiteX27" fmla="*/ 13114 w 152458"/>
                <a:gd name="connsiteY27" fmla="*/ 103278 h 185244"/>
                <a:gd name="connsiteX28" fmla="*/ 13114 w 152458"/>
                <a:gd name="connsiteY28" fmla="*/ 101639 h 185244"/>
                <a:gd name="connsiteX29" fmla="*/ 14754 w 152458"/>
                <a:gd name="connsiteY29" fmla="*/ 99999 h 185244"/>
                <a:gd name="connsiteX30" fmla="*/ 11476 w 152458"/>
                <a:gd name="connsiteY30" fmla="*/ 95081 h 185244"/>
                <a:gd name="connsiteX31" fmla="*/ 11476 w 152458"/>
                <a:gd name="connsiteY31" fmla="*/ 95081 h 185244"/>
                <a:gd name="connsiteX32" fmla="*/ 11476 w 152458"/>
                <a:gd name="connsiteY32" fmla="*/ 95081 h 185244"/>
                <a:gd name="connsiteX33" fmla="*/ 11476 w 152458"/>
                <a:gd name="connsiteY33" fmla="*/ 90164 h 185244"/>
                <a:gd name="connsiteX34" fmla="*/ 11476 w 152458"/>
                <a:gd name="connsiteY34" fmla="*/ 90164 h 185244"/>
                <a:gd name="connsiteX35" fmla="*/ 13114 w 152458"/>
                <a:gd name="connsiteY35" fmla="*/ 86885 h 185244"/>
                <a:gd name="connsiteX36" fmla="*/ 13114 w 152458"/>
                <a:gd name="connsiteY36" fmla="*/ 83606 h 185244"/>
                <a:gd name="connsiteX37" fmla="*/ 13114 w 152458"/>
                <a:gd name="connsiteY37" fmla="*/ 80327 h 185244"/>
                <a:gd name="connsiteX38" fmla="*/ 14754 w 152458"/>
                <a:gd name="connsiteY38" fmla="*/ 75409 h 185244"/>
                <a:gd name="connsiteX39" fmla="*/ 14754 w 152458"/>
                <a:gd name="connsiteY39" fmla="*/ 72131 h 185244"/>
                <a:gd name="connsiteX40" fmla="*/ 14754 w 152458"/>
                <a:gd name="connsiteY40" fmla="*/ 68852 h 185244"/>
                <a:gd name="connsiteX41" fmla="*/ 14754 w 152458"/>
                <a:gd name="connsiteY41" fmla="*/ 65573 h 185244"/>
                <a:gd name="connsiteX42" fmla="*/ 14754 w 152458"/>
                <a:gd name="connsiteY42" fmla="*/ 63934 h 185244"/>
                <a:gd name="connsiteX43" fmla="*/ 13114 w 152458"/>
                <a:gd name="connsiteY43" fmla="*/ 59016 h 185244"/>
                <a:gd name="connsiteX44" fmla="*/ 13114 w 152458"/>
                <a:gd name="connsiteY44" fmla="*/ 55737 h 185244"/>
                <a:gd name="connsiteX45" fmla="*/ 13114 w 152458"/>
                <a:gd name="connsiteY45" fmla="*/ 55737 h 185244"/>
                <a:gd name="connsiteX46" fmla="*/ 14754 w 152458"/>
                <a:gd name="connsiteY46" fmla="*/ 52459 h 185244"/>
                <a:gd name="connsiteX47" fmla="*/ 14754 w 152458"/>
                <a:gd name="connsiteY47" fmla="*/ 50819 h 185244"/>
                <a:gd name="connsiteX48" fmla="*/ 13114 w 152458"/>
                <a:gd name="connsiteY48" fmla="*/ 47541 h 185244"/>
                <a:gd name="connsiteX49" fmla="*/ 13114 w 152458"/>
                <a:gd name="connsiteY49" fmla="*/ 44262 h 185244"/>
                <a:gd name="connsiteX50" fmla="*/ 13114 w 152458"/>
                <a:gd name="connsiteY50" fmla="*/ 42623 h 185244"/>
                <a:gd name="connsiteX51" fmla="*/ 13114 w 152458"/>
                <a:gd name="connsiteY51" fmla="*/ 39344 h 185244"/>
                <a:gd name="connsiteX52" fmla="*/ 13114 w 152458"/>
                <a:gd name="connsiteY52" fmla="*/ 34426 h 185244"/>
                <a:gd name="connsiteX53" fmla="*/ 13114 w 152458"/>
                <a:gd name="connsiteY53" fmla="*/ 34426 h 185244"/>
                <a:gd name="connsiteX54" fmla="*/ 13114 w 152458"/>
                <a:gd name="connsiteY54" fmla="*/ 32787 h 185244"/>
                <a:gd name="connsiteX55" fmla="*/ 13114 w 152458"/>
                <a:gd name="connsiteY55" fmla="*/ 32787 h 185244"/>
                <a:gd name="connsiteX56" fmla="*/ 14754 w 152458"/>
                <a:gd name="connsiteY56" fmla="*/ 31147 h 185244"/>
                <a:gd name="connsiteX57" fmla="*/ 14754 w 152458"/>
                <a:gd name="connsiteY57" fmla="*/ 31147 h 185244"/>
                <a:gd name="connsiteX58" fmla="*/ 16393 w 152458"/>
                <a:gd name="connsiteY58" fmla="*/ 31147 h 185244"/>
                <a:gd name="connsiteX59" fmla="*/ 16393 w 152458"/>
                <a:gd name="connsiteY59" fmla="*/ 31147 h 185244"/>
                <a:gd name="connsiteX60" fmla="*/ 19672 w 152458"/>
                <a:gd name="connsiteY60" fmla="*/ 27869 h 185244"/>
                <a:gd name="connsiteX61" fmla="*/ 19672 w 152458"/>
                <a:gd name="connsiteY61" fmla="*/ 27869 h 185244"/>
                <a:gd name="connsiteX62" fmla="*/ 19672 w 152458"/>
                <a:gd name="connsiteY62" fmla="*/ 27869 h 185244"/>
                <a:gd name="connsiteX63" fmla="*/ 19672 w 152458"/>
                <a:gd name="connsiteY63" fmla="*/ 27869 h 185244"/>
                <a:gd name="connsiteX64" fmla="*/ 24590 w 152458"/>
                <a:gd name="connsiteY64" fmla="*/ 27869 h 185244"/>
                <a:gd name="connsiteX65" fmla="*/ 24590 w 152458"/>
                <a:gd name="connsiteY65" fmla="*/ 29508 h 185244"/>
                <a:gd name="connsiteX66" fmla="*/ 24590 w 152458"/>
                <a:gd name="connsiteY66" fmla="*/ 29508 h 185244"/>
                <a:gd name="connsiteX67" fmla="*/ 26229 w 152458"/>
                <a:gd name="connsiteY67" fmla="*/ 29508 h 185244"/>
                <a:gd name="connsiteX68" fmla="*/ 27869 w 152458"/>
                <a:gd name="connsiteY68" fmla="*/ 31147 h 185244"/>
                <a:gd name="connsiteX69" fmla="*/ 29508 w 152458"/>
                <a:gd name="connsiteY69" fmla="*/ 32787 h 185244"/>
                <a:gd name="connsiteX70" fmla="*/ 31147 w 152458"/>
                <a:gd name="connsiteY70" fmla="*/ 34426 h 185244"/>
                <a:gd name="connsiteX71" fmla="*/ 34426 w 152458"/>
                <a:gd name="connsiteY71" fmla="*/ 37705 h 185244"/>
                <a:gd name="connsiteX72" fmla="*/ 34426 w 152458"/>
                <a:gd name="connsiteY72" fmla="*/ 37705 h 185244"/>
                <a:gd name="connsiteX73" fmla="*/ 36066 w 152458"/>
                <a:gd name="connsiteY73" fmla="*/ 37705 h 185244"/>
                <a:gd name="connsiteX74" fmla="*/ 37705 w 152458"/>
                <a:gd name="connsiteY74" fmla="*/ 39344 h 185244"/>
                <a:gd name="connsiteX75" fmla="*/ 40983 w 152458"/>
                <a:gd name="connsiteY75" fmla="*/ 40983 h 185244"/>
                <a:gd name="connsiteX76" fmla="*/ 45901 w 152458"/>
                <a:gd name="connsiteY76" fmla="*/ 44262 h 185244"/>
                <a:gd name="connsiteX77" fmla="*/ 45901 w 152458"/>
                <a:gd name="connsiteY77" fmla="*/ 44262 h 185244"/>
                <a:gd name="connsiteX78" fmla="*/ 47541 w 152458"/>
                <a:gd name="connsiteY78" fmla="*/ 44262 h 185244"/>
                <a:gd name="connsiteX79" fmla="*/ 49180 w 152458"/>
                <a:gd name="connsiteY79" fmla="*/ 44262 h 185244"/>
                <a:gd name="connsiteX80" fmla="*/ 52459 w 152458"/>
                <a:gd name="connsiteY80" fmla="*/ 45901 h 185244"/>
                <a:gd name="connsiteX81" fmla="*/ 55737 w 152458"/>
                <a:gd name="connsiteY81" fmla="*/ 45901 h 185244"/>
                <a:gd name="connsiteX82" fmla="*/ 59016 w 152458"/>
                <a:gd name="connsiteY82" fmla="*/ 45901 h 185244"/>
                <a:gd name="connsiteX83" fmla="*/ 62295 w 152458"/>
                <a:gd name="connsiteY83" fmla="*/ 44262 h 185244"/>
                <a:gd name="connsiteX84" fmla="*/ 65573 w 152458"/>
                <a:gd name="connsiteY84" fmla="*/ 42623 h 185244"/>
                <a:gd name="connsiteX85" fmla="*/ 70491 w 152458"/>
                <a:gd name="connsiteY85" fmla="*/ 39344 h 185244"/>
                <a:gd name="connsiteX86" fmla="*/ 72131 w 152458"/>
                <a:gd name="connsiteY86" fmla="*/ 39344 h 185244"/>
                <a:gd name="connsiteX87" fmla="*/ 75410 w 152458"/>
                <a:gd name="connsiteY87" fmla="*/ 36065 h 185244"/>
                <a:gd name="connsiteX88" fmla="*/ 78688 w 152458"/>
                <a:gd name="connsiteY88" fmla="*/ 34426 h 185244"/>
                <a:gd name="connsiteX89" fmla="*/ 81967 w 152458"/>
                <a:gd name="connsiteY89" fmla="*/ 31147 h 185244"/>
                <a:gd name="connsiteX90" fmla="*/ 83606 w 152458"/>
                <a:gd name="connsiteY90" fmla="*/ 31147 h 185244"/>
                <a:gd name="connsiteX91" fmla="*/ 86885 w 152458"/>
                <a:gd name="connsiteY91" fmla="*/ 27869 h 185244"/>
                <a:gd name="connsiteX92" fmla="*/ 90164 w 152458"/>
                <a:gd name="connsiteY92" fmla="*/ 24590 h 185244"/>
                <a:gd name="connsiteX93" fmla="*/ 95081 w 152458"/>
                <a:gd name="connsiteY93" fmla="*/ 22951 h 185244"/>
                <a:gd name="connsiteX94" fmla="*/ 96721 w 152458"/>
                <a:gd name="connsiteY94" fmla="*/ 21311 h 185244"/>
                <a:gd name="connsiteX95" fmla="*/ 100000 w 152458"/>
                <a:gd name="connsiteY95" fmla="*/ 19672 h 185244"/>
                <a:gd name="connsiteX96" fmla="*/ 103278 w 152458"/>
                <a:gd name="connsiteY96" fmla="*/ 16393 h 185244"/>
                <a:gd name="connsiteX97" fmla="*/ 106557 w 152458"/>
                <a:gd name="connsiteY97" fmla="*/ 14754 h 185244"/>
                <a:gd name="connsiteX98" fmla="*/ 111475 w 152458"/>
                <a:gd name="connsiteY98" fmla="*/ 11475 h 185244"/>
                <a:gd name="connsiteX99" fmla="*/ 111475 w 152458"/>
                <a:gd name="connsiteY99" fmla="*/ 11475 h 185244"/>
                <a:gd name="connsiteX100" fmla="*/ 114754 w 152458"/>
                <a:gd name="connsiteY100" fmla="*/ 8197 h 185244"/>
                <a:gd name="connsiteX101" fmla="*/ 119671 w 152458"/>
                <a:gd name="connsiteY101" fmla="*/ 6557 h 185244"/>
                <a:gd name="connsiteX102" fmla="*/ 122950 w 152458"/>
                <a:gd name="connsiteY102" fmla="*/ 3279 h 185244"/>
                <a:gd name="connsiteX103" fmla="*/ 126229 w 152458"/>
                <a:gd name="connsiteY103" fmla="*/ 1639 h 185244"/>
                <a:gd name="connsiteX104" fmla="*/ 126229 w 152458"/>
                <a:gd name="connsiteY104" fmla="*/ 1639 h 185244"/>
                <a:gd name="connsiteX105" fmla="*/ 127868 w 152458"/>
                <a:gd name="connsiteY105" fmla="*/ 0 h 185244"/>
                <a:gd name="connsiteX106" fmla="*/ 129508 w 152458"/>
                <a:gd name="connsiteY106" fmla="*/ 4918 h 185244"/>
                <a:gd name="connsiteX107" fmla="*/ 132786 w 152458"/>
                <a:gd name="connsiteY107" fmla="*/ 11475 h 185244"/>
                <a:gd name="connsiteX108" fmla="*/ 134426 w 152458"/>
                <a:gd name="connsiteY108" fmla="*/ 16393 h 185244"/>
                <a:gd name="connsiteX109" fmla="*/ 137704 w 152458"/>
                <a:gd name="connsiteY109" fmla="*/ 27869 h 185244"/>
                <a:gd name="connsiteX110" fmla="*/ 139344 w 152458"/>
                <a:gd name="connsiteY110" fmla="*/ 27869 h 185244"/>
                <a:gd name="connsiteX111" fmla="*/ 139344 w 152458"/>
                <a:gd name="connsiteY111" fmla="*/ 31147 h 185244"/>
                <a:gd name="connsiteX112" fmla="*/ 140983 w 152458"/>
                <a:gd name="connsiteY112" fmla="*/ 34426 h 185244"/>
                <a:gd name="connsiteX113" fmla="*/ 140983 w 152458"/>
                <a:gd name="connsiteY113" fmla="*/ 37705 h 185244"/>
                <a:gd name="connsiteX114" fmla="*/ 142623 w 152458"/>
                <a:gd name="connsiteY114" fmla="*/ 39344 h 185244"/>
                <a:gd name="connsiteX115" fmla="*/ 140983 w 152458"/>
                <a:gd name="connsiteY115" fmla="*/ 39344 h 185244"/>
                <a:gd name="connsiteX116" fmla="*/ 139344 w 152458"/>
                <a:gd name="connsiteY116" fmla="*/ 39344 h 185244"/>
                <a:gd name="connsiteX117" fmla="*/ 139344 w 152458"/>
                <a:gd name="connsiteY117" fmla="*/ 39344 h 185244"/>
                <a:gd name="connsiteX118" fmla="*/ 139344 w 152458"/>
                <a:gd name="connsiteY118" fmla="*/ 40983 h 185244"/>
                <a:gd name="connsiteX119" fmla="*/ 139344 w 152458"/>
                <a:gd name="connsiteY119" fmla="*/ 40983 h 185244"/>
                <a:gd name="connsiteX120" fmla="*/ 140983 w 152458"/>
                <a:gd name="connsiteY120" fmla="*/ 42623 h 185244"/>
                <a:gd name="connsiteX121" fmla="*/ 142623 w 152458"/>
                <a:gd name="connsiteY121" fmla="*/ 47541 h 185244"/>
                <a:gd name="connsiteX122" fmla="*/ 147540 w 152458"/>
                <a:gd name="connsiteY122" fmla="*/ 45901 h 185244"/>
                <a:gd name="connsiteX123" fmla="*/ 149180 w 152458"/>
                <a:gd name="connsiteY123" fmla="*/ 44262 h 185244"/>
                <a:gd name="connsiteX124" fmla="*/ 150819 w 152458"/>
                <a:gd name="connsiteY124" fmla="*/ 45901 h 185244"/>
                <a:gd name="connsiteX125" fmla="*/ 152458 w 152458"/>
                <a:gd name="connsiteY125" fmla="*/ 49180 h 185244"/>
                <a:gd name="connsiteX126" fmla="*/ 150819 w 152458"/>
                <a:gd name="connsiteY126" fmla="*/ 50819 h 185244"/>
                <a:gd name="connsiteX127" fmla="*/ 150819 w 152458"/>
                <a:gd name="connsiteY127" fmla="*/ 50819 h 185244"/>
                <a:gd name="connsiteX128" fmla="*/ 147540 w 152458"/>
                <a:gd name="connsiteY128" fmla="*/ 55737 h 185244"/>
                <a:gd name="connsiteX129" fmla="*/ 144261 w 152458"/>
                <a:gd name="connsiteY129" fmla="*/ 57377 h 185244"/>
                <a:gd name="connsiteX130" fmla="*/ 140983 w 152458"/>
                <a:gd name="connsiteY130" fmla="*/ 60655 h 185244"/>
                <a:gd name="connsiteX131" fmla="*/ 136065 w 152458"/>
                <a:gd name="connsiteY131" fmla="*/ 62295 h 185244"/>
                <a:gd name="connsiteX132" fmla="*/ 136065 w 152458"/>
                <a:gd name="connsiteY132" fmla="*/ 62295 h 185244"/>
                <a:gd name="connsiteX133" fmla="*/ 131147 w 152458"/>
                <a:gd name="connsiteY133" fmla="*/ 63934 h 185244"/>
                <a:gd name="connsiteX134" fmla="*/ 127868 w 152458"/>
                <a:gd name="connsiteY134" fmla="*/ 63934 h 185244"/>
                <a:gd name="connsiteX135" fmla="*/ 124590 w 152458"/>
                <a:gd name="connsiteY135" fmla="*/ 65573 h 185244"/>
                <a:gd name="connsiteX136" fmla="*/ 121311 w 152458"/>
                <a:gd name="connsiteY136" fmla="*/ 67213 h 185244"/>
                <a:gd name="connsiteX137" fmla="*/ 118032 w 152458"/>
                <a:gd name="connsiteY137" fmla="*/ 67213 h 185244"/>
                <a:gd name="connsiteX138" fmla="*/ 113114 w 152458"/>
                <a:gd name="connsiteY138" fmla="*/ 68852 h 185244"/>
                <a:gd name="connsiteX139" fmla="*/ 113114 w 152458"/>
                <a:gd name="connsiteY139" fmla="*/ 68852 h 185244"/>
                <a:gd name="connsiteX140" fmla="*/ 111475 w 152458"/>
                <a:gd name="connsiteY140" fmla="*/ 68852 h 185244"/>
                <a:gd name="connsiteX141" fmla="*/ 108196 w 152458"/>
                <a:gd name="connsiteY141" fmla="*/ 70491 h 185244"/>
                <a:gd name="connsiteX142" fmla="*/ 104917 w 152458"/>
                <a:gd name="connsiteY142" fmla="*/ 72131 h 185244"/>
                <a:gd name="connsiteX143" fmla="*/ 103278 w 152458"/>
                <a:gd name="connsiteY143" fmla="*/ 72131 h 185244"/>
                <a:gd name="connsiteX144" fmla="*/ 103278 w 152458"/>
                <a:gd name="connsiteY144" fmla="*/ 72131 h 185244"/>
                <a:gd name="connsiteX145" fmla="*/ 100000 w 152458"/>
                <a:gd name="connsiteY145" fmla="*/ 73770 h 185244"/>
                <a:gd name="connsiteX146" fmla="*/ 96721 w 152458"/>
                <a:gd name="connsiteY146" fmla="*/ 73770 h 185244"/>
                <a:gd name="connsiteX147" fmla="*/ 91803 w 152458"/>
                <a:gd name="connsiteY147" fmla="*/ 75409 h 185244"/>
                <a:gd name="connsiteX148" fmla="*/ 88524 w 152458"/>
                <a:gd name="connsiteY148" fmla="*/ 77049 h 185244"/>
                <a:gd name="connsiteX149" fmla="*/ 85246 w 152458"/>
                <a:gd name="connsiteY149" fmla="*/ 77049 h 185244"/>
                <a:gd name="connsiteX150" fmla="*/ 81967 w 152458"/>
                <a:gd name="connsiteY150" fmla="*/ 78688 h 185244"/>
                <a:gd name="connsiteX151" fmla="*/ 78688 w 152458"/>
                <a:gd name="connsiteY151" fmla="*/ 80327 h 185244"/>
                <a:gd name="connsiteX152" fmla="*/ 77049 w 152458"/>
                <a:gd name="connsiteY152" fmla="*/ 80327 h 185244"/>
                <a:gd name="connsiteX153" fmla="*/ 75410 w 152458"/>
                <a:gd name="connsiteY153" fmla="*/ 80327 h 185244"/>
                <a:gd name="connsiteX154" fmla="*/ 75410 w 152458"/>
                <a:gd name="connsiteY154" fmla="*/ 80327 h 185244"/>
                <a:gd name="connsiteX155" fmla="*/ 72131 w 152458"/>
                <a:gd name="connsiteY155" fmla="*/ 81967 h 185244"/>
                <a:gd name="connsiteX156" fmla="*/ 70491 w 152458"/>
                <a:gd name="connsiteY156" fmla="*/ 83606 h 185244"/>
                <a:gd name="connsiteX157" fmla="*/ 70491 w 152458"/>
                <a:gd name="connsiteY157" fmla="*/ 83606 h 185244"/>
                <a:gd name="connsiteX158" fmla="*/ 73770 w 152458"/>
                <a:gd name="connsiteY158" fmla="*/ 88524 h 185244"/>
                <a:gd name="connsiteX159" fmla="*/ 78688 w 152458"/>
                <a:gd name="connsiteY159" fmla="*/ 91803 h 185244"/>
                <a:gd name="connsiteX160" fmla="*/ 81967 w 152458"/>
                <a:gd name="connsiteY160" fmla="*/ 95081 h 185244"/>
                <a:gd name="connsiteX161" fmla="*/ 81967 w 152458"/>
                <a:gd name="connsiteY161" fmla="*/ 96721 h 185244"/>
                <a:gd name="connsiteX162" fmla="*/ 85246 w 152458"/>
                <a:gd name="connsiteY162" fmla="*/ 99999 h 185244"/>
                <a:gd name="connsiteX163" fmla="*/ 88524 w 152458"/>
                <a:gd name="connsiteY163" fmla="*/ 103278 h 185244"/>
                <a:gd name="connsiteX164" fmla="*/ 91803 w 152458"/>
                <a:gd name="connsiteY164" fmla="*/ 106557 h 185244"/>
                <a:gd name="connsiteX165" fmla="*/ 91803 w 152458"/>
                <a:gd name="connsiteY165" fmla="*/ 108196 h 185244"/>
                <a:gd name="connsiteX166" fmla="*/ 95081 w 152458"/>
                <a:gd name="connsiteY166" fmla="*/ 111475 h 185244"/>
                <a:gd name="connsiteX167" fmla="*/ 96721 w 152458"/>
                <a:gd name="connsiteY167" fmla="*/ 111475 h 185244"/>
                <a:gd name="connsiteX168" fmla="*/ 100000 w 152458"/>
                <a:gd name="connsiteY168" fmla="*/ 114754 h 185244"/>
                <a:gd name="connsiteX169" fmla="*/ 103278 w 152458"/>
                <a:gd name="connsiteY169" fmla="*/ 118032 h 185244"/>
                <a:gd name="connsiteX170" fmla="*/ 106557 w 152458"/>
                <a:gd name="connsiteY170" fmla="*/ 122950 h 185244"/>
                <a:gd name="connsiteX171" fmla="*/ 106557 w 152458"/>
                <a:gd name="connsiteY171" fmla="*/ 122950 h 185244"/>
                <a:gd name="connsiteX172" fmla="*/ 109836 w 152458"/>
                <a:gd name="connsiteY172" fmla="*/ 127868 h 185244"/>
                <a:gd name="connsiteX173" fmla="*/ 104917 w 152458"/>
                <a:gd name="connsiteY173" fmla="*/ 129508 h 185244"/>
                <a:gd name="connsiteX174" fmla="*/ 101639 w 152458"/>
                <a:gd name="connsiteY174" fmla="*/ 132786 h 185244"/>
                <a:gd name="connsiteX175" fmla="*/ 98360 w 152458"/>
                <a:gd name="connsiteY175" fmla="*/ 134426 h 185244"/>
                <a:gd name="connsiteX176" fmla="*/ 96721 w 152458"/>
                <a:gd name="connsiteY176" fmla="*/ 137704 h 185244"/>
                <a:gd name="connsiteX177" fmla="*/ 95081 w 152458"/>
                <a:gd name="connsiteY177" fmla="*/ 140983 h 185244"/>
                <a:gd name="connsiteX178" fmla="*/ 95081 w 152458"/>
                <a:gd name="connsiteY178" fmla="*/ 145901 h 185244"/>
                <a:gd name="connsiteX179" fmla="*/ 91803 w 152458"/>
                <a:gd name="connsiteY179" fmla="*/ 149179 h 185244"/>
                <a:gd name="connsiteX180" fmla="*/ 90164 w 152458"/>
                <a:gd name="connsiteY180" fmla="*/ 149179 h 185244"/>
                <a:gd name="connsiteX181" fmla="*/ 86885 w 152458"/>
                <a:gd name="connsiteY181" fmla="*/ 150819 h 185244"/>
                <a:gd name="connsiteX182" fmla="*/ 81967 w 152458"/>
                <a:gd name="connsiteY182" fmla="*/ 150819 h 185244"/>
                <a:gd name="connsiteX183" fmla="*/ 78688 w 152458"/>
                <a:gd name="connsiteY183" fmla="*/ 152458 h 185244"/>
                <a:gd name="connsiteX184" fmla="*/ 75410 w 152458"/>
                <a:gd name="connsiteY184" fmla="*/ 152458 h 185244"/>
                <a:gd name="connsiteX185" fmla="*/ 72131 w 152458"/>
                <a:gd name="connsiteY185" fmla="*/ 154098 h 185244"/>
                <a:gd name="connsiteX186" fmla="*/ 68852 w 152458"/>
                <a:gd name="connsiteY186" fmla="*/ 154098 h 185244"/>
                <a:gd name="connsiteX187" fmla="*/ 63934 w 152458"/>
                <a:gd name="connsiteY187" fmla="*/ 157376 h 185244"/>
                <a:gd name="connsiteX188" fmla="*/ 62295 w 152458"/>
                <a:gd name="connsiteY188" fmla="*/ 160655 h 185244"/>
                <a:gd name="connsiteX189" fmla="*/ 60656 w 152458"/>
                <a:gd name="connsiteY189" fmla="*/ 163934 h 185244"/>
                <a:gd name="connsiteX190" fmla="*/ 59016 w 152458"/>
                <a:gd name="connsiteY190" fmla="*/ 167212 h 185244"/>
                <a:gd name="connsiteX191" fmla="*/ 57377 w 152458"/>
                <a:gd name="connsiteY191" fmla="*/ 172130 h 185244"/>
                <a:gd name="connsiteX192" fmla="*/ 52459 w 152458"/>
                <a:gd name="connsiteY192" fmla="*/ 175409 h 185244"/>
                <a:gd name="connsiteX193" fmla="*/ 49180 w 152458"/>
                <a:gd name="connsiteY193" fmla="*/ 178688 h 185244"/>
                <a:gd name="connsiteX194" fmla="*/ 45901 w 152458"/>
                <a:gd name="connsiteY194" fmla="*/ 181966 h 185244"/>
                <a:gd name="connsiteX195" fmla="*/ 42623 w 152458"/>
                <a:gd name="connsiteY195" fmla="*/ 185245 h 185244"/>
                <a:gd name="connsiteX196" fmla="*/ 42623 w 152458"/>
                <a:gd name="connsiteY196" fmla="*/ 185245 h 185244"/>
                <a:gd name="connsiteX197" fmla="*/ 39344 w 152458"/>
                <a:gd name="connsiteY197" fmla="*/ 183606 h 185244"/>
                <a:gd name="connsiteX198" fmla="*/ 34426 w 152458"/>
                <a:gd name="connsiteY198" fmla="*/ 183606 h 185244"/>
                <a:gd name="connsiteX199" fmla="*/ 31147 w 152458"/>
                <a:gd name="connsiteY199" fmla="*/ 181966 h 185244"/>
                <a:gd name="connsiteX200" fmla="*/ 27869 w 152458"/>
                <a:gd name="connsiteY200" fmla="*/ 181966 h 185244"/>
                <a:gd name="connsiteX201" fmla="*/ 24590 w 152458"/>
                <a:gd name="connsiteY201" fmla="*/ 181966 h 185244"/>
                <a:gd name="connsiteX202" fmla="*/ 19672 w 152458"/>
                <a:gd name="connsiteY202" fmla="*/ 180327 h 185244"/>
                <a:gd name="connsiteX203" fmla="*/ 16393 w 152458"/>
                <a:gd name="connsiteY203" fmla="*/ 180327 h 185244"/>
                <a:gd name="connsiteX204" fmla="*/ 13114 w 152458"/>
                <a:gd name="connsiteY204" fmla="*/ 178688 h 185244"/>
                <a:gd name="connsiteX205" fmla="*/ 9836 w 152458"/>
                <a:gd name="connsiteY205" fmla="*/ 178688 h 185244"/>
                <a:gd name="connsiteX206" fmla="*/ 4918 w 152458"/>
                <a:gd name="connsiteY206" fmla="*/ 178688 h 185244"/>
                <a:gd name="connsiteX207" fmla="*/ 1639 w 152458"/>
                <a:gd name="connsiteY207" fmla="*/ 177048 h 185244"/>
                <a:gd name="connsiteX208" fmla="*/ 1639 w 152458"/>
                <a:gd name="connsiteY208" fmla="*/ 177048 h 185244"/>
                <a:gd name="connsiteX209" fmla="*/ 0 w 152458"/>
                <a:gd name="connsiteY209" fmla="*/ 177048 h 18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152458" h="185244">
                  <a:moveTo>
                    <a:pt x="0" y="177048"/>
                  </a:moveTo>
                  <a:lnTo>
                    <a:pt x="0" y="173770"/>
                  </a:lnTo>
                  <a:lnTo>
                    <a:pt x="1639" y="170491"/>
                  </a:lnTo>
                  <a:lnTo>
                    <a:pt x="1639" y="168851"/>
                  </a:lnTo>
                  <a:lnTo>
                    <a:pt x="1639" y="168851"/>
                  </a:lnTo>
                  <a:lnTo>
                    <a:pt x="0" y="167212"/>
                  </a:lnTo>
                  <a:lnTo>
                    <a:pt x="1639" y="165573"/>
                  </a:lnTo>
                  <a:lnTo>
                    <a:pt x="1639" y="165573"/>
                  </a:lnTo>
                  <a:lnTo>
                    <a:pt x="1639" y="160655"/>
                  </a:lnTo>
                  <a:lnTo>
                    <a:pt x="3279" y="157376"/>
                  </a:lnTo>
                  <a:lnTo>
                    <a:pt x="3279" y="154098"/>
                  </a:lnTo>
                  <a:lnTo>
                    <a:pt x="3279" y="149179"/>
                  </a:lnTo>
                  <a:lnTo>
                    <a:pt x="4918" y="145901"/>
                  </a:lnTo>
                  <a:lnTo>
                    <a:pt x="6557" y="142622"/>
                  </a:lnTo>
                  <a:lnTo>
                    <a:pt x="4918" y="139344"/>
                  </a:lnTo>
                  <a:lnTo>
                    <a:pt x="4918" y="134426"/>
                  </a:lnTo>
                  <a:lnTo>
                    <a:pt x="4918" y="131147"/>
                  </a:lnTo>
                  <a:lnTo>
                    <a:pt x="4918" y="129508"/>
                  </a:lnTo>
                  <a:lnTo>
                    <a:pt x="4918" y="126229"/>
                  </a:lnTo>
                  <a:lnTo>
                    <a:pt x="6557" y="122950"/>
                  </a:lnTo>
                  <a:lnTo>
                    <a:pt x="8197" y="119671"/>
                  </a:lnTo>
                  <a:lnTo>
                    <a:pt x="8197" y="114754"/>
                  </a:lnTo>
                  <a:lnTo>
                    <a:pt x="9836" y="111475"/>
                  </a:lnTo>
                  <a:lnTo>
                    <a:pt x="11476" y="108196"/>
                  </a:lnTo>
                  <a:lnTo>
                    <a:pt x="11476" y="108196"/>
                  </a:lnTo>
                  <a:lnTo>
                    <a:pt x="11476" y="106557"/>
                  </a:lnTo>
                  <a:lnTo>
                    <a:pt x="11476" y="104917"/>
                  </a:lnTo>
                  <a:lnTo>
                    <a:pt x="13114" y="103278"/>
                  </a:lnTo>
                  <a:lnTo>
                    <a:pt x="13114" y="101639"/>
                  </a:lnTo>
                  <a:lnTo>
                    <a:pt x="14754" y="99999"/>
                  </a:lnTo>
                  <a:lnTo>
                    <a:pt x="11476" y="95081"/>
                  </a:lnTo>
                  <a:lnTo>
                    <a:pt x="11476" y="95081"/>
                  </a:lnTo>
                  <a:lnTo>
                    <a:pt x="11476" y="95081"/>
                  </a:lnTo>
                  <a:lnTo>
                    <a:pt x="11476" y="90164"/>
                  </a:lnTo>
                  <a:lnTo>
                    <a:pt x="11476" y="90164"/>
                  </a:lnTo>
                  <a:lnTo>
                    <a:pt x="13114" y="86885"/>
                  </a:lnTo>
                  <a:lnTo>
                    <a:pt x="13114" y="83606"/>
                  </a:lnTo>
                  <a:lnTo>
                    <a:pt x="13114" y="80327"/>
                  </a:lnTo>
                  <a:lnTo>
                    <a:pt x="14754" y="75409"/>
                  </a:lnTo>
                  <a:lnTo>
                    <a:pt x="14754" y="72131"/>
                  </a:lnTo>
                  <a:lnTo>
                    <a:pt x="14754" y="68852"/>
                  </a:lnTo>
                  <a:lnTo>
                    <a:pt x="14754" y="65573"/>
                  </a:lnTo>
                  <a:lnTo>
                    <a:pt x="14754" y="63934"/>
                  </a:lnTo>
                  <a:lnTo>
                    <a:pt x="13114" y="59016"/>
                  </a:lnTo>
                  <a:lnTo>
                    <a:pt x="13114" y="55737"/>
                  </a:lnTo>
                  <a:lnTo>
                    <a:pt x="13114" y="55737"/>
                  </a:lnTo>
                  <a:lnTo>
                    <a:pt x="14754" y="52459"/>
                  </a:lnTo>
                  <a:lnTo>
                    <a:pt x="14754" y="50819"/>
                  </a:lnTo>
                  <a:lnTo>
                    <a:pt x="13114" y="47541"/>
                  </a:lnTo>
                  <a:lnTo>
                    <a:pt x="13114" y="44262"/>
                  </a:lnTo>
                  <a:lnTo>
                    <a:pt x="13114" y="42623"/>
                  </a:lnTo>
                  <a:lnTo>
                    <a:pt x="13114" y="39344"/>
                  </a:lnTo>
                  <a:lnTo>
                    <a:pt x="13114" y="34426"/>
                  </a:lnTo>
                  <a:lnTo>
                    <a:pt x="13114" y="34426"/>
                  </a:lnTo>
                  <a:lnTo>
                    <a:pt x="13114" y="32787"/>
                  </a:lnTo>
                  <a:lnTo>
                    <a:pt x="13114" y="32787"/>
                  </a:lnTo>
                  <a:lnTo>
                    <a:pt x="14754" y="31147"/>
                  </a:lnTo>
                  <a:lnTo>
                    <a:pt x="14754" y="31147"/>
                  </a:lnTo>
                  <a:lnTo>
                    <a:pt x="16393" y="31147"/>
                  </a:lnTo>
                  <a:lnTo>
                    <a:pt x="16393" y="31147"/>
                  </a:lnTo>
                  <a:lnTo>
                    <a:pt x="19672" y="27869"/>
                  </a:lnTo>
                  <a:lnTo>
                    <a:pt x="19672" y="27869"/>
                  </a:lnTo>
                  <a:lnTo>
                    <a:pt x="19672" y="27869"/>
                  </a:lnTo>
                  <a:lnTo>
                    <a:pt x="19672" y="27869"/>
                  </a:lnTo>
                  <a:lnTo>
                    <a:pt x="24590" y="27869"/>
                  </a:lnTo>
                  <a:lnTo>
                    <a:pt x="24590" y="29508"/>
                  </a:lnTo>
                  <a:lnTo>
                    <a:pt x="24590" y="29508"/>
                  </a:lnTo>
                  <a:lnTo>
                    <a:pt x="26229" y="29508"/>
                  </a:lnTo>
                  <a:lnTo>
                    <a:pt x="27869" y="31147"/>
                  </a:lnTo>
                  <a:lnTo>
                    <a:pt x="29508" y="32787"/>
                  </a:lnTo>
                  <a:lnTo>
                    <a:pt x="31147" y="34426"/>
                  </a:lnTo>
                  <a:lnTo>
                    <a:pt x="34426" y="37705"/>
                  </a:lnTo>
                  <a:lnTo>
                    <a:pt x="34426" y="37705"/>
                  </a:lnTo>
                  <a:lnTo>
                    <a:pt x="36066" y="37705"/>
                  </a:lnTo>
                  <a:lnTo>
                    <a:pt x="37705" y="39344"/>
                  </a:lnTo>
                  <a:lnTo>
                    <a:pt x="40983" y="40983"/>
                  </a:lnTo>
                  <a:lnTo>
                    <a:pt x="45901" y="44262"/>
                  </a:lnTo>
                  <a:lnTo>
                    <a:pt x="45901" y="44262"/>
                  </a:lnTo>
                  <a:lnTo>
                    <a:pt x="47541" y="44262"/>
                  </a:lnTo>
                  <a:lnTo>
                    <a:pt x="49180" y="44262"/>
                  </a:lnTo>
                  <a:lnTo>
                    <a:pt x="52459" y="45901"/>
                  </a:lnTo>
                  <a:lnTo>
                    <a:pt x="55737" y="45901"/>
                  </a:lnTo>
                  <a:lnTo>
                    <a:pt x="59016" y="45901"/>
                  </a:lnTo>
                  <a:lnTo>
                    <a:pt x="62295" y="44262"/>
                  </a:lnTo>
                  <a:lnTo>
                    <a:pt x="65573" y="42623"/>
                  </a:lnTo>
                  <a:lnTo>
                    <a:pt x="70491" y="39344"/>
                  </a:lnTo>
                  <a:lnTo>
                    <a:pt x="72131" y="39344"/>
                  </a:lnTo>
                  <a:lnTo>
                    <a:pt x="75410" y="36065"/>
                  </a:lnTo>
                  <a:lnTo>
                    <a:pt x="78688" y="34426"/>
                  </a:lnTo>
                  <a:lnTo>
                    <a:pt x="81967" y="31147"/>
                  </a:lnTo>
                  <a:lnTo>
                    <a:pt x="83606" y="31147"/>
                  </a:lnTo>
                  <a:lnTo>
                    <a:pt x="86885" y="27869"/>
                  </a:lnTo>
                  <a:lnTo>
                    <a:pt x="90164" y="24590"/>
                  </a:lnTo>
                  <a:lnTo>
                    <a:pt x="95081" y="22951"/>
                  </a:lnTo>
                  <a:lnTo>
                    <a:pt x="96721" y="21311"/>
                  </a:lnTo>
                  <a:lnTo>
                    <a:pt x="100000" y="19672"/>
                  </a:lnTo>
                  <a:lnTo>
                    <a:pt x="103278" y="16393"/>
                  </a:lnTo>
                  <a:lnTo>
                    <a:pt x="106557" y="14754"/>
                  </a:lnTo>
                  <a:lnTo>
                    <a:pt x="111475" y="11475"/>
                  </a:lnTo>
                  <a:lnTo>
                    <a:pt x="111475" y="11475"/>
                  </a:lnTo>
                  <a:lnTo>
                    <a:pt x="114754" y="8197"/>
                  </a:lnTo>
                  <a:lnTo>
                    <a:pt x="119671" y="6557"/>
                  </a:lnTo>
                  <a:lnTo>
                    <a:pt x="122950" y="3279"/>
                  </a:lnTo>
                  <a:lnTo>
                    <a:pt x="126229" y="1639"/>
                  </a:lnTo>
                  <a:lnTo>
                    <a:pt x="126229" y="1639"/>
                  </a:lnTo>
                  <a:lnTo>
                    <a:pt x="127868" y="0"/>
                  </a:lnTo>
                  <a:lnTo>
                    <a:pt x="129508" y="4918"/>
                  </a:lnTo>
                  <a:lnTo>
                    <a:pt x="132786" y="11475"/>
                  </a:lnTo>
                  <a:lnTo>
                    <a:pt x="134426" y="16393"/>
                  </a:lnTo>
                  <a:lnTo>
                    <a:pt x="137704" y="27869"/>
                  </a:lnTo>
                  <a:lnTo>
                    <a:pt x="139344" y="27869"/>
                  </a:lnTo>
                  <a:lnTo>
                    <a:pt x="139344" y="31147"/>
                  </a:lnTo>
                  <a:lnTo>
                    <a:pt x="140983" y="34426"/>
                  </a:lnTo>
                  <a:lnTo>
                    <a:pt x="140983" y="37705"/>
                  </a:lnTo>
                  <a:lnTo>
                    <a:pt x="142623" y="39344"/>
                  </a:lnTo>
                  <a:lnTo>
                    <a:pt x="140983" y="39344"/>
                  </a:lnTo>
                  <a:lnTo>
                    <a:pt x="139344" y="39344"/>
                  </a:lnTo>
                  <a:lnTo>
                    <a:pt x="139344" y="39344"/>
                  </a:lnTo>
                  <a:lnTo>
                    <a:pt x="139344" y="40983"/>
                  </a:lnTo>
                  <a:lnTo>
                    <a:pt x="139344" y="40983"/>
                  </a:lnTo>
                  <a:lnTo>
                    <a:pt x="140983" y="42623"/>
                  </a:lnTo>
                  <a:lnTo>
                    <a:pt x="142623" y="47541"/>
                  </a:lnTo>
                  <a:lnTo>
                    <a:pt x="147540" y="45901"/>
                  </a:lnTo>
                  <a:lnTo>
                    <a:pt x="149180" y="44262"/>
                  </a:lnTo>
                  <a:lnTo>
                    <a:pt x="150819" y="45901"/>
                  </a:lnTo>
                  <a:lnTo>
                    <a:pt x="152458" y="49180"/>
                  </a:lnTo>
                  <a:lnTo>
                    <a:pt x="150819" y="50819"/>
                  </a:lnTo>
                  <a:lnTo>
                    <a:pt x="150819" y="50819"/>
                  </a:lnTo>
                  <a:lnTo>
                    <a:pt x="147540" y="55737"/>
                  </a:lnTo>
                  <a:lnTo>
                    <a:pt x="144261" y="57377"/>
                  </a:lnTo>
                  <a:lnTo>
                    <a:pt x="140983" y="60655"/>
                  </a:lnTo>
                  <a:lnTo>
                    <a:pt x="136065" y="62295"/>
                  </a:lnTo>
                  <a:lnTo>
                    <a:pt x="136065" y="62295"/>
                  </a:lnTo>
                  <a:lnTo>
                    <a:pt x="131147" y="63934"/>
                  </a:lnTo>
                  <a:lnTo>
                    <a:pt x="127868" y="63934"/>
                  </a:lnTo>
                  <a:lnTo>
                    <a:pt x="124590" y="65573"/>
                  </a:lnTo>
                  <a:lnTo>
                    <a:pt x="121311" y="67213"/>
                  </a:lnTo>
                  <a:lnTo>
                    <a:pt x="118032" y="67213"/>
                  </a:lnTo>
                  <a:lnTo>
                    <a:pt x="113114" y="68852"/>
                  </a:lnTo>
                  <a:lnTo>
                    <a:pt x="113114" y="68852"/>
                  </a:lnTo>
                  <a:lnTo>
                    <a:pt x="111475" y="68852"/>
                  </a:lnTo>
                  <a:lnTo>
                    <a:pt x="108196" y="70491"/>
                  </a:lnTo>
                  <a:lnTo>
                    <a:pt x="104917" y="72131"/>
                  </a:lnTo>
                  <a:lnTo>
                    <a:pt x="103278" y="72131"/>
                  </a:lnTo>
                  <a:lnTo>
                    <a:pt x="103278" y="72131"/>
                  </a:lnTo>
                  <a:lnTo>
                    <a:pt x="100000" y="73770"/>
                  </a:lnTo>
                  <a:lnTo>
                    <a:pt x="96721" y="73770"/>
                  </a:lnTo>
                  <a:lnTo>
                    <a:pt x="91803" y="75409"/>
                  </a:lnTo>
                  <a:lnTo>
                    <a:pt x="88524" y="77049"/>
                  </a:lnTo>
                  <a:lnTo>
                    <a:pt x="85246" y="77049"/>
                  </a:lnTo>
                  <a:lnTo>
                    <a:pt x="81967" y="78688"/>
                  </a:lnTo>
                  <a:lnTo>
                    <a:pt x="78688" y="80327"/>
                  </a:lnTo>
                  <a:lnTo>
                    <a:pt x="77049" y="80327"/>
                  </a:lnTo>
                  <a:lnTo>
                    <a:pt x="75410" y="80327"/>
                  </a:lnTo>
                  <a:lnTo>
                    <a:pt x="75410" y="80327"/>
                  </a:lnTo>
                  <a:lnTo>
                    <a:pt x="72131" y="81967"/>
                  </a:lnTo>
                  <a:lnTo>
                    <a:pt x="70491" y="83606"/>
                  </a:lnTo>
                  <a:lnTo>
                    <a:pt x="70491" y="83606"/>
                  </a:lnTo>
                  <a:lnTo>
                    <a:pt x="73770" y="88524"/>
                  </a:lnTo>
                  <a:lnTo>
                    <a:pt x="78688" y="91803"/>
                  </a:lnTo>
                  <a:lnTo>
                    <a:pt x="81967" y="95081"/>
                  </a:lnTo>
                  <a:lnTo>
                    <a:pt x="81967" y="96721"/>
                  </a:lnTo>
                  <a:lnTo>
                    <a:pt x="85246" y="99999"/>
                  </a:lnTo>
                  <a:lnTo>
                    <a:pt x="88524" y="103278"/>
                  </a:lnTo>
                  <a:lnTo>
                    <a:pt x="91803" y="106557"/>
                  </a:lnTo>
                  <a:lnTo>
                    <a:pt x="91803" y="108196"/>
                  </a:lnTo>
                  <a:lnTo>
                    <a:pt x="95081" y="111475"/>
                  </a:lnTo>
                  <a:lnTo>
                    <a:pt x="96721" y="111475"/>
                  </a:lnTo>
                  <a:lnTo>
                    <a:pt x="100000" y="114754"/>
                  </a:lnTo>
                  <a:lnTo>
                    <a:pt x="103278" y="118032"/>
                  </a:lnTo>
                  <a:lnTo>
                    <a:pt x="106557" y="122950"/>
                  </a:lnTo>
                  <a:lnTo>
                    <a:pt x="106557" y="122950"/>
                  </a:lnTo>
                  <a:lnTo>
                    <a:pt x="109836" y="127868"/>
                  </a:lnTo>
                  <a:lnTo>
                    <a:pt x="104917" y="129508"/>
                  </a:lnTo>
                  <a:lnTo>
                    <a:pt x="101639" y="132786"/>
                  </a:lnTo>
                  <a:lnTo>
                    <a:pt x="98360" y="134426"/>
                  </a:lnTo>
                  <a:lnTo>
                    <a:pt x="96721" y="137704"/>
                  </a:lnTo>
                  <a:lnTo>
                    <a:pt x="95081" y="140983"/>
                  </a:lnTo>
                  <a:lnTo>
                    <a:pt x="95081" y="145901"/>
                  </a:lnTo>
                  <a:lnTo>
                    <a:pt x="91803" y="149179"/>
                  </a:lnTo>
                  <a:lnTo>
                    <a:pt x="90164" y="149179"/>
                  </a:lnTo>
                  <a:lnTo>
                    <a:pt x="86885" y="150819"/>
                  </a:lnTo>
                  <a:lnTo>
                    <a:pt x="81967" y="150819"/>
                  </a:lnTo>
                  <a:lnTo>
                    <a:pt x="78688" y="152458"/>
                  </a:lnTo>
                  <a:lnTo>
                    <a:pt x="75410" y="152458"/>
                  </a:lnTo>
                  <a:lnTo>
                    <a:pt x="72131" y="154098"/>
                  </a:lnTo>
                  <a:lnTo>
                    <a:pt x="68852" y="154098"/>
                  </a:lnTo>
                  <a:lnTo>
                    <a:pt x="63934" y="157376"/>
                  </a:lnTo>
                  <a:lnTo>
                    <a:pt x="62295" y="160655"/>
                  </a:lnTo>
                  <a:lnTo>
                    <a:pt x="60656" y="163934"/>
                  </a:lnTo>
                  <a:lnTo>
                    <a:pt x="59016" y="167212"/>
                  </a:lnTo>
                  <a:lnTo>
                    <a:pt x="57377" y="172130"/>
                  </a:lnTo>
                  <a:lnTo>
                    <a:pt x="52459" y="175409"/>
                  </a:lnTo>
                  <a:lnTo>
                    <a:pt x="49180" y="178688"/>
                  </a:lnTo>
                  <a:lnTo>
                    <a:pt x="45901" y="181966"/>
                  </a:lnTo>
                  <a:lnTo>
                    <a:pt x="42623" y="185245"/>
                  </a:lnTo>
                  <a:lnTo>
                    <a:pt x="42623" y="185245"/>
                  </a:lnTo>
                  <a:lnTo>
                    <a:pt x="39344" y="183606"/>
                  </a:lnTo>
                  <a:lnTo>
                    <a:pt x="34426" y="183606"/>
                  </a:lnTo>
                  <a:lnTo>
                    <a:pt x="31147" y="181966"/>
                  </a:lnTo>
                  <a:lnTo>
                    <a:pt x="27869" y="181966"/>
                  </a:lnTo>
                  <a:lnTo>
                    <a:pt x="24590" y="181966"/>
                  </a:lnTo>
                  <a:lnTo>
                    <a:pt x="19672" y="180327"/>
                  </a:lnTo>
                  <a:lnTo>
                    <a:pt x="16393" y="180327"/>
                  </a:lnTo>
                  <a:lnTo>
                    <a:pt x="13114" y="178688"/>
                  </a:lnTo>
                  <a:lnTo>
                    <a:pt x="9836" y="178688"/>
                  </a:lnTo>
                  <a:lnTo>
                    <a:pt x="4918" y="178688"/>
                  </a:lnTo>
                  <a:lnTo>
                    <a:pt x="1639" y="177048"/>
                  </a:lnTo>
                  <a:lnTo>
                    <a:pt x="1639" y="177048"/>
                  </a:lnTo>
                  <a:lnTo>
                    <a:pt x="0" y="17704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9" name="Freeform 2568">
              <a:extLst>
                <a:ext uri="{FF2B5EF4-FFF2-40B4-BE49-F238E27FC236}">
                  <a16:creationId xmlns:a16="http://schemas.microsoft.com/office/drawing/2014/main" id="{9B0FBBCA-3C19-494C-A422-640731037D70}"/>
                </a:ext>
              </a:extLst>
            </p:cNvPr>
            <p:cNvSpPr/>
            <p:nvPr/>
          </p:nvSpPr>
          <p:spPr>
            <a:xfrm>
              <a:off x="2076346" y="3213262"/>
              <a:ext cx="13114" cy="14753"/>
            </a:xfrm>
            <a:custGeom>
              <a:avLst/>
              <a:gdLst>
                <a:gd name="connsiteX0" fmla="*/ 1639 w 13114"/>
                <a:gd name="connsiteY0" fmla="*/ 14754 h 14753"/>
                <a:gd name="connsiteX1" fmla="*/ 4918 w 13114"/>
                <a:gd name="connsiteY1" fmla="*/ 11475 h 14753"/>
                <a:gd name="connsiteX2" fmla="*/ 8197 w 13114"/>
                <a:gd name="connsiteY2" fmla="*/ 8197 h 14753"/>
                <a:gd name="connsiteX3" fmla="*/ 11475 w 13114"/>
                <a:gd name="connsiteY3" fmla="*/ 4918 h 14753"/>
                <a:gd name="connsiteX4" fmla="*/ 13115 w 13114"/>
                <a:gd name="connsiteY4" fmla="*/ 0 h 14753"/>
                <a:gd name="connsiteX5" fmla="*/ 9836 w 13114"/>
                <a:gd name="connsiteY5" fmla="*/ 3279 h 14753"/>
                <a:gd name="connsiteX6" fmla="*/ 4918 w 13114"/>
                <a:gd name="connsiteY6" fmla="*/ 1639 h 14753"/>
                <a:gd name="connsiteX7" fmla="*/ 4918 w 13114"/>
                <a:gd name="connsiteY7" fmla="*/ 3279 h 14753"/>
                <a:gd name="connsiteX8" fmla="*/ 1639 w 13114"/>
                <a:gd name="connsiteY8" fmla="*/ 8197 h 14753"/>
                <a:gd name="connsiteX9" fmla="*/ 0 w 13114"/>
                <a:gd name="connsiteY9" fmla="*/ 11475 h 14753"/>
                <a:gd name="connsiteX10" fmla="*/ 0 w 13114"/>
                <a:gd name="connsiteY10" fmla="*/ 14754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114" h="14753">
                  <a:moveTo>
                    <a:pt x="1639" y="14754"/>
                  </a:moveTo>
                  <a:lnTo>
                    <a:pt x="4918" y="11475"/>
                  </a:lnTo>
                  <a:lnTo>
                    <a:pt x="8197" y="8197"/>
                  </a:lnTo>
                  <a:lnTo>
                    <a:pt x="11475" y="4918"/>
                  </a:lnTo>
                  <a:lnTo>
                    <a:pt x="13115" y="0"/>
                  </a:lnTo>
                  <a:lnTo>
                    <a:pt x="9836" y="3279"/>
                  </a:lnTo>
                  <a:lnTo>
                    <a:pt x="4918" y="1639"/>
                  </a:lnTo>
                  <a:lnTo>
                    <a:pt x="4918" y="3279"/>
                  </a:lnTo>
                  <a:lnTo>
                    <a:pt x="1639" y="8197"/>
                  </a:lnTo>
                  <a:lnTo>
                    <a:pt x="0" y="11475"/>
                  </a:lnTo>
                  <a:lnTo>
                    <a:pt x="0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0" name="Freeform 2569">
              <a:extLst>
                <a:ext uri="{FF2B5EF4-FFF2-40B4-BE49-F238E27FC236}">
                  <a16:creationId xmlns:a16="http://schemas.microsoft.com/office/drawing/2014/main" id="{D730FB17-8BC2-9447-BFE0-44511D0583C9}"/>
                </a:ext>
              </a:extLst>
            </p:cNvPr>
            <p:cNvSpPr/>
            <p:nvPr/>
          </p:nvSpPr>
          <p:spPr>
            <a:xfrm>
              <a:off x="5394364" y="1483761"/>
              <a:ext cx="18032" cy="27868"/>
            </a:xfrm>
            <a:custGeom>
              <a:avLst/>
              <a:gdLst>
                <a:gd name="connsiteX0" fmla="*/ 8197 w 18032"/>
                <a:gd name="connsiteY0" fmla="*/ 24590 h 27868"/>
                <a:gd name="connsiteX1" fmla="*/ 6557 w 18032"/>
                <a:gd name="connsiteY1" fmla="*/ 27869 h 27868"/>
                <a:gd name="connsiteX2" fmla="*/ 9836 w 18032"/>
                <a:gd name="connsiteY2" fmla="*/ 27869 h 27868"/>
                <a:gd name="connsiteX3" fmla="*/ 13114 w 18032"/>
                <a:gd name="connsiteY3" fmla="*/ 24590 h 27868"/>
                <a:gd name="connsiteX4" fmla="*/ 13114 w 18032"/>
                <a:gd name="connsiteY4" fmla="*/ 19672 h 27868"/>
                <a:gd name="connsiteX5" fmla="*/ 14754 w 18032"/>
                <a:gd name="connsiteY5" fmla="*/ 16393 h 27868"/>
                <a:gd name="connsiteX6" fmla="*/ 16393 w 18032"/>
                <a:gd name="connsiteY6" fmla="*/ 13115 h 27868"/>
                <a:gd name="connsiteX7" fmla="*/ 18032 w 18032"/>
                <a:gd name="connsiteY7" fmla="*/ 9836 h 27868"/>
                <a:gd name="connsiteX8" fmla="*/ 13114 w 18032"/>
                <a:gd name="connsiteY8" fmla="*/ 8197 h 27868"/>
                <a:gd name="connsiteX9" fmla="*/ 13114 w 18032"/>
                <a:gd name="connsiteY9" fmla="*/ 4918 h 27868"/>
                <a:gd name="connsiteX10" fmla="*/ 9836 w 18032"/>
                <a:gd name="connsiteY10" fmla="*/ 6557 h 27868"/>
                <a:gd name="connsiteX11" fmla="*/ 9836 w 18032"/>
                <a:gd name="connsiteY11" fmla="*/ 3279 h 27868"/>
                <a:gd name="connsiteX12" fmla="*/ 11475 w 18032"/>
                <a:gd name="connsiteY12" fmla="*/ 0 h 27868"/>
                <a:gd name="connsiteX13" fmla="*/ 8197 w 18032"/>
                <a:gd name="connsiteY13" fmla="*/ 0 h 27868"/>
                <a:gd name="connsiteX14" fmla="*/ 6557 w 18032"/>
                <a:gd name="connsiteY14" fmla="*/ 3279 h 27868"/>
                <a:gd name="connsiteX15" fmla="*/ 3278 w 18032"/>
                <a:gd name="connsiteY15" fmla="*/ 3279 h 27868"/>
                <a:gd name="connsiteX16" fmla="*/ 6557 w 18032"/>
                <a:gd name="connsiteY16" fmla="*/ 6557 h 27868"/>
                <a:gd name="connsiteX17" fmla="*/ 9836 w 18032"/>
                <a:gd name="connsiteY17" fmla="*/ 9836 h 27868"/>
                <a:gd name="connsiteX18" fmla="*/ 6557 w 18032"/>
                <a:gd name="connsiteY18" fmla="*/ 11475 h 27868"/>
                <a:gd name="connsiteX19" fmla="*/ 3278 w 18032"/>
                <a:gd name="connsiteY19" fmla="*/ 11475 h 27868"/>
                <a:gd name="connsiteX20" fmla="*/ 0 w 18032"/>
                <a:gd name="connsiteY20" fmla="*/ 11475 h 27868"/>
                <a:gd name="connsiteX21" fmla="*/ 0 w 18032"/>
                <a:gd name="connsiteY21" fmla="*/ 16393 h 27868"/>
                <a:gd name="connsiteX22" fmla="*/ 4918 w 18032"/>
                <a:gd name="connsiteY22" fmla="*/ 14754 h 27868"/>
                <a:gd name="connsiteX23" fmla="*/ 8197 w 18032"/>
                <a:gd name="connsiteY23" fmla="*/ 16393 h 27868"/>
                <a:gd name="connsiteX24" fmla="*/ 11475 w 18032"/>
                <a:gd name="connsiteY24" fmla="*/ 19672 h 27868"/>
                <a:gd name="connsiteX25" fmla="*/ 9836 w 18032"/>
                <a:gd name="connsiteY25" fmla="*/ 22951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32" h="27868">
                  <a:moveTo>
                    <a:pt x="8197" y="24590"/>
                  </a:moveTo>
                  <a:lnTo>
                    <a:pt x="6557" y="27869"/>
                  </a:lnTo>
                  <a:lnTo>
                    <a:pt x="9836" y="27869"/>
                  </a:lnTo>
                  <a:lnTo>
                    <a:pt x="13114" y="24590"/>
                  </a:lnTo>
                  <a:lnTo>
                    <a:pt x="13114" y="19672"/>
                  </a:lnTo>
                  <a:lnTo>
                    <a:pt x="14754" y="16393"/>
                  </a:lnTo>
                  <a:lnTo>
                    <a:pt x="16393" y="13115"/>
                  </a:lnTo>
                  <a:lnTo>
                    <a:pt x="18032" y="9836"/>
                  </a:lnTo>
                  <a:lnTo>
                    <a:pt x="13114" y="8197"/>
                  </a:lnTo>
                  <a:lnTo>
                    <a:pt x="13114" y="4918"/>
                  </a:lnTo>
                  <a:lnTo>
                    <a:pt x="9836" y="6557"/>
                  </a:lnTo>
                  <a:lnTo>
                    <a:pt x="9836" y="3279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6557" y="3279"/>
                  </a:lnTo>
                  <a:lnTo>
                    <a:pt x="3278" y="3279"/>
                  </a:lnTo>
                  <a:lnTo>
                    <a:pt x="6557" y="6557"/>
                  </a:lnTo>
                  <a:lnTo>
                    <a:pt x="9836" y="9836"/>
                  </a:lnTo>
                  <a:lnTo>
                    <a:pt x="6557" y="11475"/>
                  </a:lnTo>
                  <a:lnTo>
                    <a:pt x="3278" y="11475"/>
                  </a:lnTo>
                  <a:lnTo>
                    <a:pt x="0" y="11475"/>
                  </a:lnTo>
                  <a:lnTo>
                    <a:pt x="0" y="16393"/>
                  </a:lnTo>
                  <a:lnTo>
                    <a:pt x="4918" y="14754"/>
                  </a:lnTo>
                  <a:lnTo>
                    <a:pt x="8197" y="16393"/>
                  </a:lnTo>
                  <a:lnTo>
                    <a:pt x="11475" y="19672"/>
                  </a:lnTo>
                  <a:lnTo>
                    <a:pt x="9836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1" name="Freeform 2570">
              <a:extLst>
                <a:ext uri="{FF2B5EF4-FFF2-40B4-BE49-F238E27FC236}">
                  <a16:creationId xmlns:a16="http://schemas.microsoft.com/office/drawing/2014/main" id="{469D2F62-F0C8-FB40-8AE8-D4A394FF782C}"/>
                </a:ext>
              </a:extLst>
            </p:cNvPr>
            <p:cNvSpPr/>
            <p:nvPr/>
          </p:nvSpPr>
          <p:spPr>
            <a:xfrm>
              <a:off x="5409118" y="1480483"/>
              <a:ext cx="6557" cy="8196"/>
            </a:xfrm>
            <a:custGeom>
              <a:avLst/>
              <a:gdLst>
                <a:gd name="connsiteX0" fmla="*/ 1639 w 6557"/>
                <a:gd name="connsiteY0" fmla="*/ 8197 h 8196"/>
                <a:gd name="connsiteX1" fmla="*/ 4918 w 6557"/>
                <a:gd name="connsiteY1" fmla="*/ 4918 h 8196"/>
                <a:gd name="connsiteX2" fmla="*/ 6557 w 6557"/>
                <a:gd name="connsiteY2" fmla="*/ 0 h 8196"/>
                <a:gd name="connsiteX3" fmla="*/ 1639 w 6557"/>
                <a:gd name="connsiteY3" fmla="*/ 0 h 8196"/>
                <a:gd name="connsiteX4" fmla="*/ 1639 w 6557"/>
                <a:gd name="connsiteY4" fmla="*/ 3279 h 8196"/>
                <a:gd name="connsiteX5" fmla="*/ 0 w 6557"/>
                <a:gd name="connsiteY5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8196">
                  <a:moveTo>
                    <a:pt x="1639" y="8197"/>
                  </a:moveTo>
                  <a:lnTo>
                    <a:pt x="4918" y="4918"/>
                  </a:lnTo>
                  <a:lnTo>
                    <a:pt x="6557" y="0"/>
                  </a:lnTo>
                  <a:lnTo>
                    <a:pt x="1639" y="0"/>
                  </a:lnTo>
                  <a:lnTo>
                    <a:pt x="1639" y="3279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2" name="Freeform 2571">
              <a:extLst>
                <a:ext uri="{FF2B5EF4-FFF2-40B4-BE49-F238E27FC236}">
                  <a16:creationId xmlns:a16="http://schemas.microsoft.com/office/drawing/2014/main" id="{806E59FE-4FF3-7740-945E-3ABA91B03604}"/>
                </a:ext>
              </a:extLst>
            </p:cNvPr>
            <p:cNvSpPr/>
            <p:nvPr/>
          </p:nvSpPr>
          <p:spPr>
            <a:xfrm>
              <a:off x="5417314" y="1475565"/>
              <a:ext cx="3278" cy="4918"/>
            </a:xfrm>
            <a:custGeom>
              <a:avLst/>
              <a:gdLst>
                <a:gd name="connsiteX0" fmla="*/ 3278 w 3278"/>
                <a:gd name="connsiteY0" fmla="*/ 4918 h 4918"/>
                <a:gd name="connsiteX1" fmla="*/ 3278 w 3278"/>
                <a:gd name="connsiteY1" fmla="*/ 1639 h 4918"/>
                <a:gd name="connsiteX2" fmla="*/ 0 w 3278"/>
                <a:gd name="connsiteY2" fmla="*/ 0 h 4918"/>
                <a:gd name="connsiteX3" fmla="*/ 0 w 3278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3278" y="4918"/>
                  </a:moveTo>
                  <a:lnTo>
                    <a:pt x="3278" y="1639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3" name="Freeform 2572">
              <a:extLst>
                <a:ext uri="{FF2B5EF4-FFF2-40B4-BE49-F238E27FC236}">
                  <a16:creationId xmlns:a16="http://schemas.microsoft.com/office/drawing/2014/main" id="{9FF8A7E5-EE2C-6949-B866-DE88A83F4D81}"/>
                </a:ext>
              </a:extLst>
            </p:cNvPr>
            <p:cNvSpPr/>
            <p:nvPr/>
          </p:nvSpPr>
          <p:spPr>
            <a:xfrm>
              <a:off x="5418954" y="1483761"/>
              <a:ext cx="3278" cy="1639"/>
            </a:xfrm>
            <a:custGeom>
              <a:avLst/>
              <a:gdLst>
                <a:gd name="connsiteX0" fmla="*/ 0 w 3278"/>
                <a:gd name="connsiteY0" fmla="*/ 1639 h 1639"/>
                <a:gd name="connsiteX1" fmla="*/ 3278 w 3278"/>
                <a:gd name="connsiteY1" fmla="*/ 0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1639"/>
                  </a:moveTo>
                  <a:lnTo>
                    <a:pt x="327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4" name="Freeform 2573">
              <a:extLst>
                <a:ext uri="{FF2B5EF4-FFF2-40B4-BE49-F238E27FC236}">
                  <a16:creationId xmlns:a16="http://schemas.microsoft.com/office/drawing/2014/main" id="{C871DA77-6EC3-4649-B79E-D0A46678B5C7}"/>
                </a:ext>
              </a:extLst>
            </p:cNvPr>
            <p:cNvSpPr/>
            <p:nvPr/>
          </p:nvSpPr>
          <p:spPr>
            <a:xfrm>
              <a:off x="7315666" y="2972279"/>
              <a:ext cx="177048" cy="150818"/>
            </a:xfrm>
            <a:custGeom>
              <a:avLst/>
              <a:gdLst>
                <a:gd name="connsiteX0" fmla="*/ 0 w 177048"/>
                <a:gd name="connsiteY0" fmla="*/ 78688 h 150818"/>
                <a:gd name="connsiteX1" fmla="*/ 1639 w 177048"/>
                <a:gd name="connsiteY1" fmla="*/ 78688 h 150818"/>
                <a:gd name="connsiteX2" fmla="*/ 1639 w 177048"/>
                <a:gd name="connsiteY2" fmla="*/ 81967 h 150818"/>
                <a:gd name="connsiteX3" fmla="*/ 6557 w 177048"/>
                <a:gd name="connsiteY3" fmla="*/ 78688 h 150818"/>
                <a:gd name="connsiteX4" fmla="*/ 8197 w 177048"/>
                <a:gd name="connsiteY4" fmla="*/ 81967 h 150818"/>
                <a:gd name="connsiteX5" fmla="*/ 8197 w 177048"/>
                <a:gd name="connsiteY5" fmla="*/ 85245 h 150818"/>
                <a:gd name="connsiteX6" fmla="*/ 8197 w 177048"/>
                <a:gd name="connsiteY6" fmla="*/ 90164 h 150818"/>
                <a:gd name="connsiteX7" fmla="*/ 9836 w 177048"/>
                <a:gd name="connsiteY7" fmla="*/ 90164 h 150818"/>
                <a:gd name="connsiteX8" fmla="*/ 13115 w 177048"/>
                <a:gd name="connsiteY8" fmla="*/ 91803 h 150818"/>
                <a:gd name="connsiteX9" fmla="*/ 16393 w 177048"/>
                <a:gd name="connsiteY9" fmla="*/ 91803 h 150818"/>
                <a:gd name="connsiteX10" fmla="*/ 21312 w 177048"/>
                <a:gd name="connsiteY10" fmla="*/ 91803 h 150818"/>
                <a:gd name="connsiteX11" fmla="*/ 24590 w 177048"/>
                <a:gd name="connsiteY11" fmla="*/ 91803 h 150818"/>
                <a:gd name="connsiteX12" fmla="*/ 29508 w 177048"/>
                <a:gd name="connsiteY12" fmla="*/ 91803 h 150818"/>
                <a:gd name="connsiteX13" fmla="*/ 31147 w 177048"/>
                <a:gd name="connsiteY13" fmla="*/ 88524 h 150818"/>
                <a:gd name="connsiteX14" fmla="*/ 36066 w 177048"/>
                <a:gd name="connsiteY14" fmla="*/ 85245 h 150818"/>
                <a:gd name="connsiteX15" fmla="*/ 37705 w 177048"/>
                <a:gd name="connsiteY15" fmla="*/ 81967 h 150818"/>
                <a:gd name="connsiteX16" fmla="*/ 42623 w 177048"/>
                <a:gd name="connsiteY16" fmla="*/ 83606 h 150818"/>
                <a:gd name="connsiteX17" fmla="*/ 45902 w 177048"/>
                <a:gd name="connsiteY17" fmla="*/ 85245 h 150818"/>
                <a:gd name="connsiteX18" fmla="*/ 47541 w 177048"/>
                <a:gd name="connsiteY18" fmla="*/ 85245 h 150818"/>
                <a:gd name="connsiteX19" fmla="*/ 50820 w 177048"/>
                <a:gd name="connsiteY19" fmla="*/ 85245 h 150818"/>
                <a:gd name="connsiteX20" fmla="*/ 54098 w 177048"/>
                <a:gd name="connsiteY20" fmla="*/ 85245 h 150818"/>
                <a:gd name="connsiteX21" fmla="*/ 59016 w 177048"/>
                <a:gd name="connsiteY21" fmla="*/ 85245 h 150818"/>
                <a:gd name="connsiteX22" fmla="*/ 62295 w 177048"/>
                <a:gd name="connsiteY22" fmla="*/ 86885 h 150818"/>
                <a:gd name="connsiteX23" fmla="*/ 67213 w 177048"/>
                <a:gd name="connsiteY23" fmla="*/ 86885 h 150818"/>
                <a:gd name="connsiteX24" fmla="*/ 70492 w 177048"/>
                <a:gd name="connsiteY24" fmla="*/ 85245 h 150818"/>
                <a:gd name="connsiteX25" fmla="*/ 73770 w 177048"/>
                <a:gd name="connsiteY25" fmla="*/ 86885 h 150818"/>
                <a:gd name="connsiteX26" fmla="*/ 78688 w 177048"/>
                <a:gd name="connsiteY26" fmla="*/ 88524 h 150818"/>
                <a:gd name="connsiteX27" fmla="*/ 81967 w 177048"/>
                <a:gd name="connsiteY27" fmla="*/ 88524 h 150818"/>
                <a:gd name="connsiteX28" fmla="*/ 85246 w 177048"/>
                <a:gd name="connsiteY28" fmla="*/ 88524 h 150818"/>
                <a:gd name="connsiteX29" fmla="*/ 90164 w 177048"/>
                <a:gd name="connsiteY29" fmla="*/ 86885 h 150818"/>
                <a:gd name="connsiteX30" fmla="*/ 93442 w 177048"/>
                <a:gd name="connsiteY30" fmla="*/ 85245 h 150818"/>
                <a:gd name="connsiteX31" fmla="*/ 96721 w 177048"/>
                <a:gd name="connsiteY31" fmla="*/ 83606 h 150818"/>
                <a:gd name="connsiteX32" fmla="*/ 95082 w 177048"/>
                <a:gd name="connsiteY32" fmla="*/ 78688 h 150818"/>
                <a:gd name="connsiteX33" fmla="*/ 93442 w 177048"/>
                <a:gd name="connsiteY33" fmla="*/ 78688 h 150818"/>
                <a:gd name="connsiteX34" fmla="*/ 96721 w 177048"/>
                <a:gd name="connsiteY34" fmla="*/ 77049 h 150818"/>
                <a:gd name="connsiteX35" fmla="*/ 100000 w 177048"/>
                <a:gd name="connsiteY35" fmla="*/ 81967 h 150818"/>
                <a:gd name="connsiteX36" fmla="*/ 103279 w 177048"/>
                <a:gd name="connsiteY36" fmla="*/ 78688 h 150818"/>
                <a:gd name="connsiteX37" fmla="*/ 108196 w 177048"/>
                <a:gd name="connsiteY37" fmla="*/ 77049 h 150818"/>
                <a:gd name="connsiteX38" fmla="*/ 108196 w 177048"/>
                <a:gd name="connsiteY38" fmla="*/ 72131 h 150818"/>
                <a:gd name="connsiteX39" fmla="*/ 111475 w 177048"/>
                <a:gd name="connsiteY39" fmla="*/ 70492 h 150818"/>
                <a:gd name="connsiteX40" fmla="*/ 113114 w 177048"/>
                <a:gd name="connsiteY40" fmla="*/ 65573 h 150818"/>
                <a:gd name="connsiteX41" fmla="*/ 113114 w 177048"/>
                <a:gd name="connsiteY41" fmla="*/ 63934 h 150818"/>
                <a:gd name="connsiteX42" fmla="*/ 114754 w 177048"/>
                <a:gd name="connsiteY42" fmla="*/ 60655 h 150818"/>
                <a:gd name="connsiteX43" fmla="*/ 114754 w 177048"/>
                <a:gd name="connsiteY43" fmla="*/ 57377 h 150818"/>
                <a:gd name="connsiteX44" fmla="*/ 118032 w 177048"/>
                <a:gd name="connsiteY44" fmla="*/ 54098 h 150818"/>
                <a:gd name="connsiteX45" fmla="*/ 122950 w 177048"/>
                <a:gd name="connsiteY45" fmla="*/ 50819 h 150818"/>
                <a:gd name="connsiteX46" fmla="*/ 126229 w 177048"/>
                <a:gd name="connsiteY46" fmla="*/ 47541 h 150818"/>
                <a:gd name="connsiteX47" fmla="*/ 127869 w 177048"/>
                <a:gd name="connsiteY47" fmla="*/ 45901 h 150818"/>
                <a:gd name="connsiteX48" fmla="*/ 127869 w 177048"/>
                <a:gd name="connsiteY48" fmla="*/ 45901 h 150818"/>
                <a:gd name="connsiteX49" fmla="*/ 129508 w 177048"/>
                <a:gd name="connsiteY49" fmla="*/ 42623 h 150818"/>
                <a:gd name="connsiteX50" fmla="*/ 132786 w 177048"/>
                <a:gd name="connsiteY50" fmla="*/ 39344 h 150818"/>
                <a:gd name="connsiteX51" fmla="*/ 136065 w 177048"/>
                <a:gd name="connsiteY51" fmla="*/ 36065 h 150818"/>
                <a:gd name="connsiteX52" fmla="*/ 136065 w 177048"/>
                <a:gd name="connsiteY52" fmla="*/ 36065 h 150818"/>
                <a:gd name="connsiteX53" fmla="*/ 137704 w 177048"/>
                <a:gd name="connsiteY53" fmla="*/ 36065 h 150818"/>
                <a:gd name="connsiteX54" fmla="*/ 136065 w 177048"/>
                <a:gd name="connsiteY54" fmla="*/ 36065 h 150818"/>
                <a:gd name="connsiteX55" fmla="*/ 137704 w 177048"/>
                <a:gd name="connsiteY55" fmla="*/ 32787 h 150818"/>
                <a:gd name="connsiteX56" fmla="*/ 139344 w 177048"/>
                <a:gd name="connsiteY56" fmla="*/ 31147 h 150818"/>
                <a:gd name="connsiteX57" fmla="*/ 140983 w 177048"/>
                <a:gd name="connsiteY57" fmla="*/ 29508 h 150818"/>
                <a:gd name="connsiteX58" fmla="*/ 140983 w 177048"/>
                <a:gd name="connsiteY58" fmla="*/ 29508 h 150818"/>
                <a:gd name="connsiteX59" fmla="*/ 142623 w 177048"/>
                <a:gd name="connsiteY59" fmla="*/ 26229 h 150818"/>
                <a:gd name="connsiteX60" fmla="*/ 142623 w 177048"/>
                <a:gd name="connsiteY60" fmla="*/ 26229 h 150818"/>
                <a:gd name="connsiteX61" fmla="*/ 142623 w 177048"/>
                <a:gd name="connsiteY61" fmla="*/ 24590 h 150818"/>
                <a:gd name="connsiteX62" fmla="*/ 142623 w 177048"/>
                <a:gd name="connsiteY62" fmla="*/ 24590 h 150818"/>
                <a:gd name="connsiteX63" fmla="*/ 144262 w 177048"/>
                <a:gd name="connsiteY63" fmla="*/ 21311 h 150818"/>
                <a:gd name="connsiteX64" fmla="*/ 147540 w 177048"/>
                <a:gd name="connsiteY64" fmla="*/ 21311 h 150818"/>
                <a:gd name="connsiteX65" fmla="*/ 150819 w 177048"/>
                <a:gd name="connsiteY65" fmla="*/ 18033 h 150818"/>
                <a:gd name="connsiteX66" fmla="*/ 152459 w 177048"/>
                <a:gd name="connsiteY66" fmla="*/ 16393 h 150818"/>
                <a:gd name="connsiteX67" fmla="*/ 155737 w 177048"/>
                <a:gd name="connsiteY67" fmla="*/ 14754 h 150818"/>
                <a:gd name="connsiteX68" fmla="*/ 159016 w 177048"/>
                <a:gd name="connsiteY68" fmla="*/ 9836 h 150818"/>
                <a:gd name="connsiteX69" fmla="*/ 160655 w 177048"/>
                <a:gd name="connsiteY69" fmla="*/ 8197 h 150818"/>
                <a:gd name="connsiteX70" fmla="*/ 160655 w 177048"/>
                <a:gd name="connsiteY70" fmla="*/ 3279 h 150818"/>
                <a:gd name="connsiteX71" fmla="*/ 162294 w 177048"/>
                <a:gd name="connsiteY71" fmla="*/ 0 h 150818"/>
                <a:gd name="connsiteX72" fmla="*/ 165573 w 177048"/>
                <a:gd name="connsiteY72" fmla="*/ 0 h 150818"/>
                <a:gd name="connsiteX73" fmla="*/ 165573 w 177048"/>
                <a:gd name="connsiteY73" fmla="*/ 4918 h 150818"/>
                <a:gd name="connsiteX74" fmla="*/ 165573 w 177048"/>
                <a:gd name="connsiteY74" fmla="*/ 8197 h 150818"/>
                <a:gd name="connsiteX75" fmla="*/ 165573 w 177048"/>
                <a:gd name="connsiteY75" fmla="*/ 11475 h 150818"/>
                <a:gd name="connsiteX76" fmla="*/ 165573 w 177048"/>
                <a:gd name="connsiteY76" fmla="*/ 16393 h 150818"/>
                <a:gd name="connsiteX77" fmla="*/ 167213 w 177048"/>
                <a:gd name="connsiteY77" fmla="*/ 18033 h 150818"/>
                <a:gd name="connsiteX78" fmla="*/ 170491 w 177048"/>
                <a:gd name="connsiteY78" fmla="*/ 19672 h 150818"/>
                <a:gd name="connsiteX79" fmla="*/ 170491 w 177048"/>
                <a:gd name="connsiteY79" fmla="*/ 18033 h 150818"/>
                <a:gd name="connsiteX80" fmla="*/ 173770 w 177048"/>
                <a:gd name="connsiteY80" fmla="*/ 21311 h 150818"/>
                <a:gd name="connsiteX81" fmla="*/ 175409 w 177048"/>
                <a:gd name="connsiteY81" fmla="*/ 24590 h 150818"/>
                <a:gd name="connsiteX82" fmla="*/ 175409 w 177048"/>
                <a:gd name="connsiteY82" fmla="*/ 27869 h 150818"/>
                <a:gd name="connsiteX83" fmla="*/ 175409 w 177048"/>
                <a:gd name="connsiteY83" fmla="*/ 29508 h 150818"/>
                <a:gd name="connsiteX84" fmla="*/ 177049 w 177048"/>
                <a:gd name="connsiteY84" fmla="*/ 32787 h 150818"/>
                <a:gd name="connsiteX85" fmla="*/ 177049 w 177048"/>
                <a:gd name="connsiteY85" fmla="*/ 34426 h 150818"/>
                <a:gd name="connsiteX86" fmla="*/ 177049 w 177048"/>
                <a:gd name="connsiteY86" fmla="*/ 36065 h 150818"/>
                <a:gd name="connsiteX87" fmla="*/ 177049 w 177048"/>
                <a:gd name="connsiteY87" fmla="*/ 39344 h 150818"/>
                <a:gd name="connsiteX88" fmla="*/ 177049 w 177048"/>
                <a:gd name="connsiteY88" fmla="*/ 44262 h 150818"/>
                <a:gd name="connsiteX89" fmla="*/ 177049 w 177048"/>
                <a:gd name="connsiteY89" fmla="*/ 45901 h 150818"/>
                <a:gd name="connsiteX90" fmla="*/ 177049 w 177048"/>
                <a:gd name="connsiteY90" fmla="*/ 47541 h 150818"/>
                <a:gd name="connsiteX91" fmla="*/ 177049 w 177048"/>
                <a:gd name="connsiteY91" fmla="*/ 47541 h 150818"/>
                <a:gd name="connsiteX92" fmla="*/ 177049 w 177048"/>
                <a:gd name="connsiteY92" fmla="*/ 47541 h 150818"/>
                <a:gd name="connsiteX93" fmla="*/ 177049 w 177048"/>
                <a:gd name="connsiteY93" fmla="*/ 49180 h 150818"/>
                <a:gd name="connsiteX94" fmla="*/ 173770 w 177048"/>
                <a:gd name="connsiteY94" fmla="*/ 52459 h 150818"/>
                <a:gd name="connsiteX95" fmla="*/ 170491 w 177048"/>
                <a:gd name="connsiteY95" fmla="*/ 54098 h 150818"/>
                <a:gd name="connsiteX96" fmla="*/ 170491 w 177048"/>
                <a:gd name="connsiteY96" fmla="*/ 55737 h 150818"/>
                <a:gd name="connsiteX97" fmla="*/ 170491 w 177048"/>
                <a:gd name="connsiteY97" fmla="*/ 55737 h 150818"/>
                <a:gd name="connsiteX98" fmla="*/ 167213 w 177048"/>
                <a:gd name="connsiteY98" fmla="*/ 59016 h 150818"/>
                <a:gd name="connsiteX99" fmla="*/ 167213 w 177048"/>
                <a:gd name="connsiteY99" fmla="*/ 57377 h 150818"/>
                <a:gd name="connsiteX100" fmla="*/ 165573 w 177048"/>
                <a:gd name="connsiteY100" fmla="*/ 55737 h 150818"/>
                <a:gd name="connsiteX101" fmla="*/ 165573 w 177048"/>
                <a:gd name="connsiteY101" fmla="*/ 55737 h 150818"/>
                <a:gd name="connsiteX102" fmla="*/ 165573 w 177048"/>
                <a:gd name="connsiteY102" fmla="*/ 52459 h 150818"/>
                <a:gd name="connsiteX103" fmla="*/ 165573 w 177048"/>
                <a:gd name="connsiteY103" fmla="*/ 50819 h 150818"/>
                <a:gd name="connsiteX104" fmla="*/ 162294 w 177048"/>
                <a:gd name="connsiteY104" fmla="*/ 47541 h 150818"/>
                <a:gd name="connsiteX105" fmla="*/ 160655 w 177048"/>
                <a:gd name="connsiteY105" fmla="*/ 47541 h 150818"/>
                <a:gd name="connsiteX106" fmla="*/ 157376 w 177048"/>
                <a:gd name="connsiteY106" fmla="*/ 50819 h 150818"/>
                <a:gd name="connsiteX107" fmla="*/ 157376 w 177048"/>
                <a:gd name="connsiteY107" fmla="*/ 52459 h 150818"/>
                <a:gd name="connsiteX108" fmla="*/ 157376 w 177048"/>
                <a:gd name="connsiteY108" fmla="*/ 55737 h 150818"/>
                <a:gd name="connsiteX109" fmla="*/ 157376 w 177048"/>
                <a:gd name="connsiteY109" fmla="*/ 60655 h 150818"/>
                <a:gd name="connsiteX110" fmla="*/ 159016 w 177048"/>
                <a:gd name="connsiteY110" fmla="*/ 62295 h 150818"/>
                <a:gd name="connsiteX111" fmla="*/ 157376 w 177048"/>
                <a:gd name="connsiteY111" fmla="*/ 65573 h 150818"/>
                <a:gd name="connsiteX112" fmla="*/ 157376 w 177048"/>
                <a:gd name="connsiteY112" fmla="*/ 70492 h 150818"/>
                <a:gd name="connsiteX113" fmla="*/ 159016 w 177048"/>
                <a:gd name="connsiteY113" fmla="*/ 73770 h 150818"/>
                <a:gd name="connsiteX114" fmla="*/ 159016 w 177048"/>
                <a:gd name="connsiteY114" fmla="*/ 77049 h 150818"/>
                <a:gd name="connsiteX115" fmla="*/ 160655 w 177048"/>
                <a:gd name="connsiteY115" fmla="*/ 81967 h 150818"/>
                <a:gd name="connsiteX116" fmla="*/ 163934 w 177048"/>
                <a:gd name="connsiteY116" fmla="*/ 81967 h 150818"/>
                <a:gd name="connsiteX117" fmla="*/ 165573 w 177048"/>
                <a:gd name="connsiteY117" fmla="*/ 85245 h 150818"/>
                <a:gd name="connsiteX118" fmla="*/ 165573 w 177048"/>
                <a:gd name="connsiteY118" fmla="*/ 88524 h 150818"/>
                <a:gd name="connsiteX119" fmla="*/ 160655 w 177048"/>
                <a:gd name="connsiteY119" fmla="*/ 90164 h 150818"/>
                <a:gd name="connsiteX120" fmla="*/ 159016 w 177048"/>
                <a:gd name="connsiteY120" fmla="*/ 88524 h 150818"/>
                <a:gd name="connsiteX121" fmla="*/ 155737 w 177048"/>
                <a:gd name="connsiteY121" fmla="*/ 90164 h 150818"/>
                <a:gd name="connsiteX122" fmla="*/ 152459 w 177048"/>
                <a:gd name="connsiteY122" fmla="*/ 90164 h 150818"/>
                <a:gd name="connsiteX123" fmla="*/ 147540 w 177048"/>
                <a:gd name="connsiteY123" fmla="*/ 93442 h 150818"/>
                <a:gd name="connsiteX124" fmla="*/ 149180 w 177048"/>
                <a:gd name="connsiteY124" fmla="*/ 95082 h 150818"/>
                <a:gd name="connsiteX125" fmla="*/ 150819 w 177048"/>
                <a:gd name="connsiteY125" fmla="*/ 98360 h 150818"/>
                <a:gd name="connsiteX126" fmla="*/ 150819 w 177048"/>
                <a:gd name="connsiteY126" fmla="*/ 103278 h 150818"/>
                <a:gd name="connsiteX127" fmla="*/ 149180 w 177048"/>
                <a:gd name="connsiteY127" fmla="*/ 106557 h 150818"/>
                <a:gd name="connsiteX128" fmla="*/ 149180 w 177048"/>
                <a:gd name="connsiteY128" fmla="*/ 109836 h 150818"/>
                <a:gd name="connsiteX129" fmla="*/ 145901 w 177048"/>
                <a:gd name="connsiteY129" fmla="*/ 113114 h 150818"/>
                <a:gd name="connsiteX130" fmla="*/ 145901 w 177048"/>
                <a:gd name="connsiteY130" fmla="*/ 118032 h 150818"/>
                <a:gd name="connsiteX131" fmla="*/ 145901 w 177048"/>
                <a:gd name="connsiteY131" fmla="*/ 121311 h 150818"/>
                <a:gd name="connsiteX132" fmla="*/ 144262 w 177048"/>
                <a:gd name="connsiteY132" fmla="*/ 124589 h 150818"/>
                <a:gd name="connsiteX133" fmla="*/ 142623 w 177048"/>
                <a:gd name="connsiteY133" fmla="*/ 129508 h 150818"/>
                <a:gd name="connsiteX134" fmla="*/ 140983 w 177048"/>
                <a:gd name="connsiteY134" fmla="*/ 132786 h 150818"/>
                <a:gd name="connsiteX135" fmla="*/ 140983 w 177048"/>
                <a:gd name="connsiteY135" fmla="*/ 136065 h 150818"/>
                <a:gd name="connsiteX136" fmla="*/ 140983 w 177048"/>
                <a:gd name="connsiteY136" fmla="*/ 140983 h 150818"/>
                <a:gd name="connsiteX137" fmla="*/ 140983 w 177048"/>
                <a:gd name="connsiteY137" fmla="*/ 144262 h 150818"/>
                <a:gd name="connsiteX138" fmla="*/ 140983 w 177048"/>
                <a:gd name="connsiteY138" fmla="*/ 145901 h 150818"/>
                <a:gd name="connsiteX139" fmla="*/ 140983 w 177048"/>
                <a:gd name="connsiteY139" fmla="*/ 149179 h 150818"/>
                <a:gd name="connsiteX140" fmla="*/ 140983 w 177048"/>
                <a:gd name="connsiteY140" fmla="*/ 149179 h 150818"/>
                <a:gd name="connsiteX141" fmla="*/ 139344 w 177048"/>
                <a:gd name="connsiteY141" fmla="*/ 150819 h 150818"/>
                <a:gd name="connsiteX142" fmla="*/ 101639 w 177048"/>
                <a:gd name="connsiteY142" fmla="*/ 145901 h 150818"/>
                <a:gd name="connsiteX143" fmla="*/ 91803 w 177048"/>
                <a:gd name="connsiteY143" fmla="*/ 144262 h 150818"/>
                <a:gd name="connsiteX144" fmla="*/ 78688 w 177048"/>
                <a:gd name="connsiteY144" fmla="*/ 142622 h 150818"/>
                <a:gd name="connsiteX145" fmla="*/ 70492 w 177048"/>
                <a:gd name="connsiteY145" fmla="*/ 140983 h 150818"/>
                <a:gd name="connsiteX146" fmla="*/ 62295 w 177048"/>
                <a:gd name="connsiteY146" fmla="*/ 140983 h 150818"/>
                <a:gd name="connsiteX147" fmla="*/ 54098 w 177048"/>
                <a:gd name="connsiteY147" fmla="*/ 139344 h 150818"/>
                <a:gd name="connsiteX148" fmla="*/ 40983 w 177048"/>
                <a:gd name="connsiteY148" fmla="*/ 137704 h 150818"/>
                <a:gd name="connsiteX149" fmla="*/ 36066 w 177048"/>
                <a:gd name="connsiteY149" fmla="*/ 131147 h 150818"/>
                <a:gd name="connsiteX150" fmla="*/ 31147 w 177048"/>
                <a:gd name="connsiteY150" fmla="*/ 124589 h 150818"/>
                <a:gd name="connsiteX151" fmla="*/ 26229 w 177048"/>
                <a:gd name="connsiteY151" fmla="*/ 118032 h 150818"/>
                <a:gd name="connsiteX152" fmla="*/ 24590 w 177048"/>
                <a:gd name="connsiteY152" fmla="*/ 116393 h 150818"/>
                <a:gd name="connsiteX153" fmla="*/ 18033 w 177048"/>
                <a:gd name="connsiteY153" fmla="*/ 108196 h 150818"/>
                <a:gd name="connsiteX154" fmla="*/ 14754 w 177048"/>
                <a:gd name="connsiteY154" fmla="*/ 103278 h 150818"/>
                <a:gd name="connsiteX155" fmla="*/ 8197 w 177048"/>
                <a:gd name="connsiteY155" fmla="*/ 95082 h 150818"/>
                <a:gd name="connsiteX156" fmla="*/ 4918 w 177048"/>
                <a:gd name="connsiteY156" fmla="*/ 90164 h 150818"/>
                <a:gd name="connsiteX157" fmla="*/ 0 w 177048"/>
                <a:gd name="connsiteY157" fmla="*/ 85245 h 150818"/>
                <a:gd name="connsiteX158" fmla="*/ 0 w 177048"/>
                <a:gd name="connsiteY158" fmla="*/ 85245 h 150818"/>
                <a:gd name="connsiteX159" fmla="*/ 0 w 177048"/>
                <a:gd name="connsiteY159" fmla="*/ 81967 h 150818"/>
                <a:gd name="connsiteX160" fmla="*/ 0 w 177048"/>
                <a:gd name="connsiteY160" fmla="*/ 78688 h 150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177048" h="150818">
                  <a:moveTo>
                    <a:pt x="0" y="78688"/>
                  </a:moveTo>
                  <a:lnTo>
                    <a:pt x="1639" y="78688"/>
                  </a:lnTo>
                  <a:lnTo>
                    <a:pt x="1639" y="81967"/>
                  </a:lnTo>
                  <a:lnTo>
                    <a:pt x="6557" y="78688"/>
                  </a:lnTo>
                  <a:lnTo>
                    <a:pt x="8197" y="81967"/>
                  </a:lnTo>
                  <a:lnTo>
                    <a:pt x="8197" y="85245"/>
                  </a:lnTo>
                  <a:lnTo>
                    <a:pt x="8197" y="90164"/>
                  </a:lnTo>
                  <a:lnTo>
                    <a:pt x="9836" y="90164"/>
                  </a:lnTo>
                  <a:lnTo>
                    <a:pt x="13115" y="91803"/>
                  </a:lnTo>
                  <a:lnTo>
                    <a:pt x="16393" y="91803"/>
                  </a:lnTo>
                  <a:lnTo>
                    <a:pt x="21312" y="91803"/>
                  </a:lnTo>
                  <a:lnTo>
                    <a:pt x="24590" y="91803"/>
                  </a:lnTo>
                  <a:lnTo>
                    <a:pt x="29508" y="91803"/>
                  </a:lnTo>
                  <a:lnTo>
                    <a:pt x="31147" y="88524"/>
                  </a:lnTo>
                  <a:lnTo>
                    <a:pt x="36066" y="85245"/>
                  </a:lnTo>
                  <a:lnTo>
                    <a:pt x="37705" y="81967"/>
                  </a:lnTo>
                  <a:lnTo>
                    <a:pt x="42623" y="83606"/>
                  </a:lnTo>
                  <a:lnTo>
                    <a:pt x="45902" y="85245"/>
                  </a:lnTo>
                  <a:lnTo>
                    <a:pt x="47541" y="85245"/>
                  </a:lnTo>
                  <a:lnTo>
                    <a:pt x="50820" y="85245"/>
                  </a:lnTo>
                  <a:lnTo>
                    <a:pt x="54098" y="85245"/>
                  </a:lnTo>
                  <a:lnTo>
                    <a:pt x="59016" y="85245"/>
                  </a:lnTo>
                  <a:lnTo>
                    <a:pt x="62295" y="86885"/>
                  </a:lnTo>
                  <a:lnTo>
                    <a:pt x="67213" y="86885"/>
                  </a:lnTo>
                  <a:lnTo>
                    <a:pt x="70492" y="85245"/>
                  </a:lnTo>
                  <a:lnTo>
                    <a:pt x="73770" y="86885"/>
                  </a:lnTo>
                  <a:lnTo>
                    <a:pt x="78688" y="88524"/>
                  </a:lnTo>
                  <a:lnTo>
                    <a:pt x="81967" y="88524"/>
                  </a:lnTo>
                  <a:lnTo>
                    <a:pt x="85246" y="88524"/>
                  </a:lnTo>
                  <a:lnTo>
                    <a:pt x="90164" y="86885"/>
                  </a:lnTo>
                  <a:lnTo>
                    <a:pt x="93442" y="85245"/>
                  </a:lnTo>
                  <a:lnTo>
                    <a:pt x="96721" y="83606"/>
                  </a:lnTo>
                  <a:lnTo>
                    <a:pt x="95082" y="78688"/>
                  </a:lnTo>
                  <a:lnTo>
                    <a:pt x="93442" y="78688"/>
                  </a:lnTo>
                  <a:lnTo>
                    <a:pt x="96721" y="77049"/>
                  </a:lnTo>
                  <a:lnTo>
                    <a:pt x="100000" y="81967"/>
                  </a:lnTo>
                  <a:lnTo>
                    <a:pt x="103279" y="78688"/>
                  </a:lnTo>
                  <a:lnTo>
                    <a:pt x="108196" y="77049"/>
                  </a:lnTo>
                  <a:lnTo>
                    <a:pt x="108196" y="72131"/>
                  </a:lnTo>
                  <a:lnTo>
                    <a:pt x="111475" y="70492"/>
                  </a:lnTo>
                  <a:lnTo>
                    <a:pt x="113114" y="65573"/>
                  </a:lnTo>
                  <a:lnTo>
                    <a:pt x="113114" y="63934"/>
                  </a:lnTo>
                  <a:lnTo>
                    <a:pt x="114754" y="60655"/>
                  </a:lnTo>
                  <a:lnTo>
                    <a:pt x="114754" y="57377"/>
                  </a:lnTo>
                  <a:lnTo>
                    <a:pt x="118032" y="54098"/>
                  </a:lnTo>
                  <a:lnTo>
                    <a:pt x="122950" y="50819"/>
                  </a:lnTo>
                  <a:lnTo>
                    <a:pt x="126229" y="47541"/>
                  </a:lnTo>
                  <a:lnTo>
                    <a:pt x="127869" y="45901"/>
                  </a:lnTo>
                  <a:lnTo>
                    <a:pt x="127869" y="45901"/>
                  </a:lnTo>
                  <a:lnTo>
                    <a:pt x="129508" y="42623"/>
                  </a:lnTo>
                  <a:lnTo>
                    <a:pt x="132786" y="39344"/>
                  </a:lnTo>
                  <a:lnTo>
                    <a:pt x="136065" y="36065"/>
                  </a:lnTo>
                  <a:lnTo>
                    <a:pt x="136065" y="36065"/>
                  </a:lnTo>
                  <a:lnTo>
                    <a:pt x="137704" y="36065"/>
                  </a:lnTo>
                  <a:lnTo>
                    <a:pt x="136065" y="36065"/>
                  </a:lnTo>
                  <a:lnTo>
                    <a:pt x="137704" y="32787"/>
                  </a:lnTo>
                  <a:lnTo>
                    <a:pt x="139344" y="31147"/>
                  </a:lnTo>
                  <a:lnTo>
                    <a:pt x="140983" y="29508"/>
                  </a:lnTo>
                  <a:lnTo>
                    <a:pt x="140983" y="29508"/>
                  </a:lnTo>
                  <a:lnTo>
                    <a:pt x="142623" y="26229"/>
                  </a:lnTo>
                  <a:lnTo>
                    <a:pt x="142623" y="26229"/>
                  </a:lnTo>
                  <a:lnTo>
                    <a:pt x="142623" y="24590"/>
                  </a:lnTo>
                  <a:lnTo>
                    <a:pt x="142623" y="24590"/>
                  </a:lnTo>
                  <a:lnTo>
                    <a:pt x="144262" y="21311"/>
                  </a:lnTo>
                  <a:lnTo>
                    <a:pt x="147540" y="21311"/>
                  </a:lnTo>
                  <a:lnTo>
                    <a:pt x="150819" y="18033"/>
                  </a:lnTo>
                  <a:lnTo>
                    <a:pt x="152459" y="16393"/>
                  </a:lnTo>
                  <a:lnTo>
                    <a:pt x="155737" y="14754"/>
                  </a:lnTo>
                  <a:lnTo>
                    <a:pt x="159016" y="9836"/>
                  </a:lnTo>
                  <a:lnTo>
                    <a:pt x="160655" y="8197"/>
                  </a:lnTo>
                  <a:lnTo>
                    <a:pt x="160655" y="3279"/>
                  </a:lnTo>
                  <a:lnTo>
                    <a:pt x="162294" y="0"/>
                  </a:lnTo>
                  <a:lnTo>
                    <a:pt x="165573" y="0"/>
                  </a:lnTo>
                  <a:lnTo>
                    <a:pt x="165573" y="4918"/>
                  </a:lnTo>
                  <a:lnTo>
                    <a:pt x="165573" y="8197"/>
                  </a:lnTo>
                  <a:lnTo>
                    <a:pt x="165573" y="11475"/>
                  </a:lnTo>
                  <a:lnTo>
                    <a:pt x="165573" y="16393"/>
                  </a:lnTo>
                  <a:lnTo>
                    <a:pt x="167213" y="18033"/>
                  </a:lnTo>
                  <a:lnTo>
                    <a:pt x="170491" y="19672"/>
                  </a:lnTo>
                  <a:lnTo>
                    <a:pt x="170491" y="18033"/>
                  </a:lnTo>
                  <a:lnTo>
                    <a:pt x="173770" y="21311"/>
                  </a:lnTo>
                  <a:lnTo>
                    <a:pt x="175409" y="24590"/>
                  </a:lnTo>
                  <a:lnTo>
                    <a:pt x="175409" y="27869"/>
                  </a:lnTo>
                  <a:lnTo>
                    <a:pt x="175409" y="29508"/>
                  </a:lnTo>
                  <a:lnTo>
                    <a:pt x="177049" y="32787"/>
                  </a:lnTo>
                  <a:lnTo>
                    <a:pt x="177049" y="34426"/>
                  </a:lnTo>
                  <a:lnTo>
                    <a:pt x="177049" y="36065"/>
                  </a:lnTo>
                  <a:lnTo>
                    <a:pt x="177049" y="39344"/>
                  </a:lnTo>
                  <a:lnTo>
                    <a:pt x="177049" y="44262"/>
                  </a:lnTo>
                  <a:lnTo>
                    <a:pt x="177049" y="45901"/>
                  </a:lnTo>
                  <a:lnTo>
                    <a:pt x="177049" y="47541"/>
                  </a:lnTo>
                  <a:lnTo>
                    <a:pt x="177049" y="47541"/>
                  </a:lnTo>
                  <a:lnTo>
                    <a:pt x="177049" y="47541"/>
                  </a:lnTo>
                  <a:lnTo>
                    <a:pt x="177049" y="49180"/>
                  </a:lnTo>
                  <a:lnTo>
                    <a:pt x="173770" y="52459"/>
                  </a:lnTo>
                  <a:lnTo>
                    <a:pt x="170491" y="54098"/>
                  </a:lnTo>
                  <a:lnTo>
                    <a:pt x="170491" y="55737"/>
                  </a:lnTo>
                  <a:lnTo>
                    <a:pt x="170491" y="55737"/>
                  </a:lnTo>
                  <a:lnTo>
                    <a:pt x="167213" y="59016"/>
                  </a:lnTo>
                  <a:lnTo>
                    <a:pt x="167213" y="57377"/>
                  </a:lnTo>
                  <a:lnTo>
                    <a:pt x="165573" y="55737"/>
                  </a:lnTo>
                  <a:lnTo>
                    <a:pt x="165573" y="55737"/>
                  </a:lnTo>
                  <a:lnTo>
                    <a:pt x="165573" y="52459"/>
                  </a:lnTo>
                  <a:lnTo>
                    <a:pt x="165573" y="50819"/>
                  </a:lnTo>
                  <a:lnTo>
                    <a:pt x="162294" y="47541"/>
                  </a:lnTo>
                  <a:lnTo>
                    <a:pt x="160655" y="47541"/>
                  </a:lnTo>
                  <a:lnTo>
                    <a:pt x="157376" y="50819"/>
                  </a:lnTo>
                  <a:lnTo>
                    <a:pt x="157376" y="52459"/>
                  </a:lnTo>
                  <a:lnTo>
                    <a:pt x="157376" y="55737"/>
                  </a:lnTo>
                  <a:lnTo>
                    <a:pt x="157376" y="60655"/>
                  </a:lnTo>
                  <a:lnTo>
                    <a:pt x="159016" y="62295"/>
                  </a:lnTo>
                  <a:lnTo>
                    <a:pt x="157376" y="65573"/>
                  </a:lnTo>
                  <a:lnTo>
                    <a:pt x="157376" y="70492"/>
                  </a:lnTo>
                  <a:lnTo>
                    <a:pt x="159016" y="73770"/>
                  </a:lnTo>
                  <a:lnTo>
                    <a:pt x="159016" y="77049"/>
                  </a:lnTo>
                  <a:lnTo>
                    <a:pt x="160655" y="81967"/>
                  </a:lnTo>
                  <a:lnTo>
                    <a:pt x="163934" y="81967"/>
                  </a:lnTo>
                  <a:lnTo>
                    <a:pt x="165573" y="85245"/>
                  </a:lnTo>
                  <a:lnTo>
                    <a:pt x="165573" y="88524"/>
                  </a:lnTo>
                  <a:lnTo>
                    <a:pt x="160655" y="90164"/>
                  </a:lnTo>
                  <a:lnTo>
                    <a:pt x="159016" y="88524"/>
                  </a:lnTo>
                  <a:lnTo>
                    <a:pt x="155737" y="90164"/>
                  </a:lnTo>
                  <a:lnTo>
                    <a:pt x="152459" y="90164"/>
                  </a:lnTo>
                  <a:lnTo>
                    <a:pt x="147540" y="93442"/>
                  </a:lnTo>
                  <a:lnTo>
                    <a:pt x="149180" y="95082"/>
                  </a:lnTo>
                  <a:lnTo>
                    <a:pt x="150819" y="98360"/>
                  </a:lnTo>
                  <a:lnTo>
                    <a:pt x="150819" y="103278"/>
                  </a:lnTo>
                  <a:lnTo>
                    <a:pt x="149180" y="106557"/>
                  </a:lnTo>
                  <a:lnTo>
                    <a:pt x="149180" y="109836"/>
                  </a:lnTo>
                  <a:lnTo>
                    <a:pt x="145901" y="113114"/>
                  </a:lnTo>
                  <a:lnTo>
                    <a:pt x="145901" y="118032"/>
                  </a:lnTo>
                  <a:lnTo>
                    <a:pt x="145901" y="121311"/>
                  </a:lnTo>
                  <a:lnTo>
                    <a:pt x="144262" y="124589"/>
                  </a:lnTo>
                  <a:lnTo>
                    <a:pt x="142623" y="129508"/>
                  </a:lnTo>
                  <a:lnTo>
                    <a:pt x="140983" y="132786"/>
                  </a:lnTo>
                  <a:lnTo>
                    <a:pt x="140983" y="136065"/>
                  </a:lnTo>
                  <a:lnTo>
                    <a:pt x="140983" y="140983"/>
                  </a:lnTo>
                  <a:lnTo>
                    <a:pt x="140983" y="144262"/>
                  </a:lnTo>
                  <a:lnTo>
                    <a:pt x="140983" y="145901"/>
                  </a:lnTo>
                  <a:lnTo>
                    <a:pt x="140983" y="149179"/>
                  </a:lnTo>
                  <a:lnTo>
                    <a:pt x="140983" y="149179"/>
                  </a:lnTo>
                  <a:lnTo>
                    <a:pt x="139344" y="150819"/>
                  </a:lnTo>
                  <a:lnTo>
                    <a:pt x="101639" y="145901"/>
                  </a:lnTo>
                  <a:lnTo>
                    <a:pt x="91803" y="144262"/>
                  </a:lnTo>
                  <a:lnTo>
                    <a:pt x="78688" y="142622"/>
                  </a:lnTo>
                  <a:lnTo>
                    <a:pt x="70492" y="140983"/>
                  </a:lnTo>
                  <a:lnTo>
                    <a:pt x="62295" y="140983"/>
                  </a:lnTo>
                  <a:lnTo>
                    <a:pt x="54098" y="139344"/>
                  </a:lnTo>
                  <a:lnTo>
                    <a:pt x="40983" y="137704"/>
                  </a:lnTo>
                  <a:lnTo>
                    <a:pt x="36066" y="131147"/>
                  </a:lnTo>
                  <a:lnTo>
                    <a:pt x="31147" y="124589"/>
                  </a:lnTo>
                  <a:lnTo>
                    <a:pt x="26229" y="118032"/>
                  </a:lnTo>
                  <a:lnTo>
                    <a:pt x="24590" y="116393"/>
                  </a:lnTo>
                  <a:lnTo>
                    <a:pt x="18033" y="108196"/>
                  </a:lnTo>
                  <a:lnTo>
                    <a:pt x="14754" y="103278"/>
                  </a:lnTo>
                  <a:lnTo>
                    <a:pt x="8197" y="95082"/>
                  </a:lnTo>
                  <a:lnTo>
                    <a:pt x="4918" y="90164"/>
                  </a:lnTo>
                  <a:lnTo>
                    <a:pt x="0" y="85245"/>
                  </a:lnTo>
                  <a:lnTo>
                    <a:pt x="0" y="85245"/>
                  </a:lnTo>
                  <a:lnTo>
                    <a:pt x="0" y="81967"/>
                  </a:lnTo>
                  <a:lnTo>
                    <a:pt x="0" y="7868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5" name="Freeform 2574">
              <a:extLst>
                <a:ext uri="{FF2B5EF4-FFF2-40B4-BE49-F238E27FC236}">
                  <a16:creationId xmlns:a16="http://schemas.microsoft.com/office/drawing/2014/main" id="{21857061-3DEA-9B43-BD0A-CAED306F0DFD}"/>
                </a:ext>
              </a:extLst>
            </p:cNvPr>
            <p:cNvSpPr/>
            <p:nvPr/>
          </p:nvSpPr>
          <p:spPr>
            <a:xfrm>
              <a:off x="10173030" y="4490305"/>
              <a:ext cx="90163" cy="49180"/>
            </a:xfrm>
            <a:custGeom>
              <a:avLst/>
              <a:gdLst>
                <a:gd name="connsiteX0" fmla="*/ 1639 w 90163"/>
                <a:gd name="connsiteY0" fmla="*/ 39344 h 49180"/>
                <a:gd name="connsiteX1" fmla="*/ 1639 w 90163"/>
                <a:gd name="connsiteY1" fmla="*/ 42623 h 49180"/>
                <a:gd name="connsiteX2" fmla="*/ 1639 w 90163"/>
                <a:gd name="connsiteY2" fmla="*/ 45902 h 49180"/>
                <a:gd name="connsiteX3" fmla="*/ 1639 w 90163"/>
                <a:gd name="connsiteY3" fmla="*/ 47541 h 49180"/>
                <a:gd name="connsiteX4" fmla="*/ 3279 w 90163"/>
                <a:gd name="connsiteY4" fmla="*/ 47541 h 49180"/>
                <a:gd name="connsiteX5" fmla="*/ 3279 w 90163"/>
                <a:gd name="connsiteY5" fmla="*/ 49180 h 49180"/>
                <a:gd name="connsiteX6" fmla="*/ 6557 w 90163"/>
                <a:gd name="connsiteY6" fmla="*/ 47541 h 49180"/>
                <a:gd name="connsiteX7" fmla="*/ 9836 w 90163"/>
                <a:gd name="connsiteY7" fmla="*/ 44262 h 49180"/>
                <a:gd name="connsiteX8" fmla="*/ 14753 w 90163"/>
                <a:gd name="connsiteY8" fmla="*/ 40983 h 49180"/>
                <a:gd name="connsiteX9" fmla="*/ 18032 w 90163"/>
                <a:gd name="connsiteY9" fmla="*/ 39344 h 49180"/>
                <a:gd name="connsiteX10" fmla="*/ 21311 w 90163"/>
                <a:gd name="connsiteY10" fmla="*/ 37705 h 49180"/>
                <a:gd name="connsiteX11" fmla="*/ 24590 w 90163"/>
                <a:gd name="connsiteY11" fmla="*/ 37705 h 49180"/>
                <a:gd name="connsiteX12" fmla="*/ 29508 w 90163"/>
                <a:gd name="connsiteY12" fmla="*/ 36066 h 49180"/>
                <a:gd name="connsiteX13" fmla="*/ 32787 w 90163"/>
                <a:gd name="connsiteY13" fmla="*/ 34426 h 49180"/>
                <a:gd name="connsiteX14" fmla="*/ 36066 w 90163"/>
                <a:gd name="connsiteY14" fmla="*/ 34426 h 49180"/>
                <a:gd name="connsiteX15" fmla="*/ 40983 w 90163"/>
                <a:gd name="connsiteY15" fmla="*/ 31147 h 49180"/>
                <a:gd name="connsiteX16" fmla="*/ 44262 w 90163"/>
                <a:gd name="connsiteY16" fmla="*/ 29508 h 49180"/>
                <a:gd name="connsiteX17" fmla="*/ 47540 w 90163"/>
                <a:gd name="connsiteY17" fmla="*/ 27869 h 49180"/>
                <a:gd name="connsiteX18" fmla="*/ 52459 w 90163"/>
                <a:gd name="connsiteY18" fmla="*/ 27869 h 49180"/>
                <a:gd name="connsiteX19" fmla="*/ 55737 w 90163"/>
                <a:gd name="connsiteY19" fmla="*/ 27869 h 49180"/>
                <a:gd name="connsiteX20" fmla="*/ 59016 w 90163"/>
                <a:gd name="connsiteY20" fmla="*/ 24590 h 49180"/>
                <a:gd name="connsiteX21" fmla="*/ 62295 w 90163"/>
                <a:gd name="connsiteY21" fmla="*/ 21312 h 49180"/>
                <a:gd name="connsiteX22" fmla="*/ 65573 w 90163"/>
                <a:gd name="connsiteY22" fmla="*/ 18033 h 49180"/>
                <a:gd name="connsiteX23" fmla="*/ 70491 w 90163"/>
                <a:gd name="connsiteY23" fmla="*/ 18033 h 49180"/>
                <a:gd name="connsiteX24" fmla="*/ 73770 w 90163"/>
                <a:gd name="connsiteY24" fmla="*/ 16393 h 49180"/>
                <a:gd name="connsiteX25" fmla="*/ 77049 w 90163"/>
                <a:gd name="connsiteY25" fmla="*/ 14754 h 49180"/>
                <a:gd name="connsiteX26" fmla="*/ 80327 w 90163"/>
                <a:gd name="connsiteY26" fmla="*/ 11476 h 49180"/>
                <a:gd name="connsiteX27" fmla="*/ 85246 w 90163"/>
                <a:gd name="connsiteY27" fmla="*/ 8197 h 49180"/>
                <a:gd name="connsiteX28" fmla="*/ 88524 w 90163"/>
                <a:gd name="connsiteY28" fmla="*/ 6557 h 49180"/>
                <a:gd name="connsiteX29" fmla="*/ 90164 w 90163"/>
                <a:gd name="connsiteY29" fmla="*/ 1639 h 49180"/>
                <a:gd name="connsiteX30" fmla="*/ 86885 w 90163"/>
                <a:gd name="connsiteY30" fmla="*/ 0 h 49180"/>
                <a:gd name="connsiteX31" fmla="*/ 83606 w 90163"/>
                <a:gd name="connsiteY31" fmla="*/ 1639 h 49180"/>
                <a:gd name="connsiteX32" fmla="*/ 80327 w 90163"/>
                <a:gd name="connsiteY32" fmla="*/ 0 h 49180"/>
                <a:gd name="connsiteX33" fmla="*/ 75409 w 90163"/>
                <a:gd name="connsiteY33" fmla="*/ 0 h 49180"/>
                <a:gd name="connsiteX34" fmla="*/ 72130 w 90163"/>
                <a:gd name="connsiteY34" fmla="*/ 3279 h 49180"/>
                <a:gd name="connsiteX35" fmla="*/ 68852 w 90163"/>
                <a:gd name="connsiteY35" fmla="*/ 3279 h 49180"/>
                <a:gd name="connsiteX36" fmla="*/ 63934 w 90163"/>
                <a:gd name="connsiteY36" fmla="*/ 4918 h 49180"/>
                <a:gd name="connsiteX37" fmla="*/ 60656 w 90163"/>
                <a:gd name="connsiteY37" fmla="*/ 6557 h 49180"/>
                <a:gd name="connsiteX38" fmla="*/ 57377 w 90163"/>
                <a:gd name="connsiteY38" fmla="*/ 4918 h 49180"/>
                <a:gd name="connsiteX39" fmla="*/ 54098 w 90163"/>
                <a:gd name="connsiteY39" fmla="*/ 4918 h 49180"/>
                <a:gd name="connsiteX40" fmla="*/ 49180 w 90163"/>
                <a:gd name="connsiteY40" fmla="*/ 6557 h 49180"/>
                <a:gd name="connsiteX41" fmla="*/ 45901 w 90163"/>
                <a:gd name="connsiteY41" fmla="*/ 6557 h 49180"/>
                <a:gd name="connsiteX42" fmla="*/ 42622 w 90163"/>
                <a:gd name="connsiteY42" fmla="*/ 8197 h 49180"/>
                <a:gd name="connsiteX43" fmla="*/ 39343 w 90163"/>
                <a:gd name="connsiteY43" fmla="*/ 6557 h 49180"/>
                <a:gd name="connsiteX44" fmla="*/ 34426 w 90163"/>
                <a:gd name="connsiteY44" fmla="*/ 6557 h 49180"/>
                <a:gd name="connsiteX45" fmla="*/ 31147 w 90163"/>
                <a:gd name="connsiteY45" fmla="*/ 8197 h 49180"/>
                <a:gd name="connsiteX46" fmla="*/ 27869 w 90163"/>
                <a:gd name="connsiteY46" fmla="*/ 8197 h 49180"/>
                <a:gd name="connsiteX47" fmla="*/ 22950 w 90163"/>
                <a:gd name="connsiteY47" fmla="*/ 9836 h 49180"/>
                <a:gd name="connsiteX48" fmla="*/ 19672 w 90163"/>
                <a:gd name="connsiteY48" fmla="*/ 9836 h 49180"/>
                <a:gd name="connsiteX49" fmla="*/ 16393 w 90163"/>
                <a:gd name="connsiteY49" fmla="*/ 9836 h 49180"/>
                <a:gd name="connsiteX50" fmla="*/ 13114 w 90163"/>
                <a:gd name="connsiteY50" fmla="*/ 11476 h 49180"/>
                <a:gd name="connsiteX51" fmla="*/ 8197 w 90163"/>
                <a:gd name="connsiteY51" fmla="*/ 11476 h 49180"/>
                <a:gd name="connsiteX52" fmla="*/ 4918 w 90163"/>
                <a:gd name="connsiteY52" fmla="*/ 14754 h 49180"/>
                <a:gd name="connsiteX53" fmla="*/ 4918 w 90163"/>
                <a:gd name="connsiteY53" fmla="*/ 18033 h 49180"/>
                <a:gd name="connsiteX54" fmla="*/ 1639 w 90163"/>
                <a:gd name="connsiteY54" fmla="*/ 22951 h 49180"/>
                <a:gd name="connsiteX55" fmla="*/ 0 w 90163"/>
                <a:gd name="connsiteY55" fmla="*/ 22951 h 49180"/>
                <a:gd name="connsiteX56" fmla="*/ 4918 w 90163"/>
                <a:gd name="connsiteY56" fmla="*/ 26229 h 49180"/>
                <a:gd name="connsiteX57" fmla="*/ 6557 w 90163"/>
                <a:gd name="connsiteY57" fmla="*/ 27869 h 49180"/>
                <a:gd name="connsiteX58" fmla="*/ 8197 w 90163"/>
                <a:gd name="connsiteY58" fmla="*/ 29508 h 49180"/>
                <a:gd name="connsiteX59" fmla="*/ 8197 w 90163"/>
                <a:gd name="connsiteY59" fmla="*/ 31147 h 49180"/>
                <a:gd name="connsiteX60" fmla="*/ 3279 w 90163"/>
                <a:gd name="connsiteY60" fmla="*/ 36066 h 49180"/>
                <a:gd name="connsiteX61" fmla="*/ 3279 w 90163"/>
                <a:gd name="connsiteY61" fmla="*/ 37705 h 4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90163" h="49180">
                  <a:moveTo>
                    <a:pt x="1639" y="39344"/>
                  </a:moveTo>
                  <a:lnTo>
                    <a:pt x="1639" y="42623"/>
                  </a:lnTo>
                  <a:lnTo>
                    <a:pt x="1639" y="45902"/>
                  </a:lnTo>
                  <a:lnTo>
                    <a:pt x="1639" y="47541"/>
                  </a:lnTo>
                  <a:lnTo>
                    <a:pt x="3279" y="47541"/>
                  </a:lnTo>
                  <a:lnTo>
                    <a:pt x="3279" y="49180"/>
                  </a:lnTo>
                  <a:lnTo>
                    <a:pt x="6557" y="47541"/>
                  </a:lnTo>
                  <a:lnTo>
                    <a:pt x="9836" y="44262"/>
                  </a:lnTo>
                  <a:lnTo>
                    <a:pt x="14753" y="40983"/>
                  </a:lnTo>
                  <a:lnTo>
                    <a:pt x="18032" y="39344"/>
                  </a:lnTo>
                  <a:lnTo>
                    <a:pt x="21311" y="37705"/>
                  </a:lnTo>
                  <a:lnTo>
                    <a:pt x="24590" y="37705"/>
                  </a:lnTo>
                  <a:lnTo>
                    <a:pt x="29508" y="36066"/>
                  </a:lnTo>
                  <a:lnTo>
                    <a:pt x="32787" y="34426"/>
                  </a:lnTo>
                  <a:lnTo>
                    <a:pt x="36066" y="34426"/>
                  </a:lnTo>
                  <a:lnTo>
                    <a:pt x="40983" y="31147"/>
                  </a:lnTo>
                  <a:lnTo>
                    <a:pt x="44262" y="29508"/>
                  </a:lnTo>
                  <a:lnTo>
                    <a:pt x="47540" y="27869"/>
                  </a:lnTo>
                  <a:lnTo>
                    <a:pt x="52459" y="27869"/>
                  </a:lnTo>
                  <a:lnTo>
                    <a:pt x="55737" y="27869"/>
                  </a:lnTo>
                  <a:lnTo>
                    <a:pt x="59016" y="24590"/>
                  </a:lnTo>
                  <a:lnTo>
                    <a:pt x="62295" y="21312"/>
                  </a:lnTo>
                  <a:lnTo>
                    <a:pt x="65573" y="18033"/>
                  </a:lnTo>
                  <a:lnTo>
                    <a:pt x="70491" y="18033"/>
                  </a:lnTo>
                  <a:lnTo>
                    <a:pt x="73770" y="16393"/>
                  </a:lnTo>
                  <a:lnTo>
                    <a:pt x="77049" y="14754"/>
                  </a:lnTo>
                  <a:lnTo>
                    <a:pt x="80327" y="11476"/>
                  </a:lnTo>
                  <a:lnTo>
                    <a:pt x="85246" y="8197"/>
                  </a:lnTo>
                  <a:lnTo>
                    <a:pt x="88524" y="6557"/>
                  </a:lnTo>
                  <a:lnTo>
                    <a:pt x="90164" y="1639"/>
                  </a:lnTo>
                  <a:lnTo>
                    <a:pt x="86885" y="0"/>
                  </a:lnTo>
                  <a:lnTo>
                    <a:pt x="83606" y="1639"/>
                  </a:lnTo>
                  <a:lnTo>
                    <a:pt x="80327" y="0"/>
                  </a:lnTo>
                  <a:lnTo>
                    <a:pt x="75409" y="0"/>
                  </a:lnTo>
                  <a:lnTo>
                    <a:pt x="72130" y="3279"/>
                  </a:lnTo>
                  <a:lnTo>
                    <a:pt x="68852" y="3279"/>
                  </a:lnTo>
                  <a:lnTo>
                    <a:pt x="63934" y="4918"/>
                  </a:lnTo>
                  <a:lnTo>
                    <a:pt x="60656" y="6557"/>
                  </a:lnTo>
                  <a:lnTo>
                    <a:pt x="57377" y="4918"/>
                  </a:lnTo>
                  <a:lnTo>
                    <a:pt x="54098" y="4918"/>
                  </a:lnTo>
                  <a:lnTo>
                    <a:pt x="49180" y="6557"/>
                  </a:lnTo>
                  <a:lnTo>
                    <a:pt x="45901" y="6557"/>
                  </a:lnTo>
                  <a:lnTo>
                    <a:pt x="42622" y="8197"/>
                  </a:lnTo>
                  <a:lnTo>
                    <a:pt x="39343" y="6557"/>
                  </a:lnTo>
                  <a:lnTo>
                    <a:pt x="34426" y="6557"/>
                  </a:lnTo>
                  <a:lnTo>
                    <a:pt x="31147" y="8197"/>
                  </a:lnTo>
                  <a:lnTo>
                    <a:pt x="27869" y="8197"/>
                  </a:lnTo>
                  <a:lnTo>
                    <a:pt x="22950" y="9836"/>
                  </a:lnTo>
                  <a:lnTo>
                    <a:pt x="19672" y="9836"/>
                  </a:lnTo>
                  <a:lnTo>
                    <a:pt x="16393" y="9836"/>
                  </a:lnTo>
                  <a:lnTo>
                    <a:pt x="13114" y="11476"/>
                  </a:lnTo>
                  <a:lnTo>
                    <a:pt x="8197" y="11476"/>
                  </a:lnTo>
                  <a:lnTo>
                    <a:pt x="4918" y="14754"/>
                  </a:lnTo>
                  <a:lnTo>
                    <a:pt x="4918" y="18033"/>
                  </a:lnTo>
                  <a:lnTo>
                    <a:pt x="1639" y="22951"/>
                  </a:lnTo>
                  <a:lnTo>
                    <a:pt x="0" y="22951"/>
                  </a:lnTo>
                  <a:lnTo>
                    <a:pt x="4918" y="26229"/>
                  </a:lnTo>
                  <a:lnTo>
                    <a:pt x="6557" y="27869"/>
                  </a:lnTo>
                  <a:lnTo>
                    <a:pt x="8197" y="29508"/>
                  </a:lnTo>
                  <a:lnTo>
                    <a:pt x="8197" y="31147"/>
                  </a:lnTo>
                  <a:lnTo>
                    <a:pt x="3279" y="36066"/>
                  </a:lnTo>
                  <a:lnTo>
                    <a:pt x="3279" y="37705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6" name="Freeform 2575">
              <a:extLst>
                <a:ext uri="{FF2B5EF4-FFF2-40B4-BE49-F238E27FC236}">
                  <a16:creationId xmlns:a16="http://schemas.microsoft.com/office/drawing/2014/main" id="{02D244C5-AC82-824E-84AB-2CF031AFF67D}"/>
                </a:ext>
              </a:extLst>
            </p:cNvPr>
            <p:cNvSpPr/>
            <p:nvPr/>
          </p:nvSpPr>
          <p:spPr>
            <a:xfrm>
              <a:off x="2023887" y="3349327"/>
              <a:ext cx="4917" cy="4918"/>
            </a:xfrm>
            <a:custGeom>
              <a:avLst/>
              <a:gdLst>
                <a:gd name="connsiteX0" fmla="*/ 0 w 4917"/>
                <a:gd name="connsiteY0" fmla="*/ 4918 h 4918"/>
                <a:gd name="connsiteX1" fmla="*/ 4918 w 4917"/>
                <a:gd name="connsiteY1" fmla="*/ 3279 h 4918"/>
                <a:gd name="connsiteX2" fmla="*/ 4918 w 4917"/>
                <a:gd name="connsiteY2" fmla="*/ 0 h 4918"/>
                <a:gd name="connsiteX3" fmla="*/ 1639 w 4917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8">
                  <a:moveTo>
                    <a:pt x="0" y="4918"/>
                  </a:moveTo>
                  <a:lnTo>
                    <a:pt x="4918" y="3279"/>
                  </a:lnTo>
                  <a:lnTo>
                    <a:pt x="4918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7" name="Freeform 2576">
              <a:extLst>
                <a:ext uri="{FF2B5EF4-FFF2-40B4-BE49-F238E27FC236}">
                  <a16:creationId xmlns:a16="http://schemas.microsoft.com/office/drawing/2014/main" id="{B9DD92DB-BCA6-FB4D-822A-A5AE2981A1A2}"/>
                </a:ext>
              </a:extLst>
            </p:cNvPr>
            <p:cNvSpPr/>
            <p:nvPr/>
          </p:nvSpPr>
          <p:spPr>
            <a:xfrm>
              <a:off x="1966510" y="3306704"/>
              <a:ext cx="55737" cy="114753"/>
            </a:xfrm>
            <a:custGeom>
              <a:avLst/>
              <a:gdLst>
                <a:gd name="connsiteX0" fmla="*/ 0 w 55737"/>
                <a:gd name="connsiteY0" fmla="*/ 114754 h 114753"/>
                <a:gd name="connsiteX1" fmla="*/ 0 w 55737"/>
                <a:gd name="connsiteY1" fmla="*/ 109836 h 114753"/>
                <a:gd name="connsiteX2" fmla="*/ 1639 w 55737"/>
                <a:gd name="connsiteY2" fmla="*/ 106557 h 114753"/>
                <a:gd name="connsiteX3" fmla="*/ 1639 w 55737"/>
                <a:gd name="connsiteY3" fmla="*/ 103278 h 114753"/>
                <a:gd name="connsiteX4" fmla="*/ 1639 w 55737"/>
                <a:gd name="connsiteY4" fmla="*/ 98360 h 114753"/>
                <a:gd name="connsiteX5" fmla="*/ 3279 w 55737"/>
                <a:gd name="connsiteY5" fmla="*/ 95082 h 114753"/>
                <a:gd name="connsiteX6" fmla="*/ 3279 w 55737"/>
                <a:gd name="connsiteY6" fmla="*/ 91803 h 114753"/>
                <a:gd name="connsiteX7" fmla="*/ 3279 w 55737"/>
                <a:gd name="connsiteY7" fmla="*/ 90164 h 114753"/>
                <a:gd name="connsiteX8" fmla="*/ 4918 w 55737"/>
                <a:gd name="connsiteY8" fmla="*/ 86885 h 114753"/>
                <a:gd name="connsiteX9" fmla="*/ 4918 w 55737"/>
                <a:gd name="connsiteY9" fmla="*/ 81967 h 114753"/>
                <a:gd name="connsiteX10" fmla="*/ 6557 w 55737"/>
                <a:gd name="connsiteY10" fmla="*/ 78688 h 114753"/>
                <a:gd name="connsiteX11" fmla="*/ 6557 w 55737"/>
                <a:gd name="connsiteY11" fmla="*/ 75410 h 114753"/>
                <a:gd name="connsiteX12" fmla="*/ 8197 w 55737"/>
                <a:gd name="connsiteY12" fmla="*/ 72131 h 114753"/>
                <a:gd name="connsiteX13" fmla="*/ 8197 w 55737"/>
                <a:gd name="connsiteY13" fmla="*/ 67213 h 114753"/>
                <a:gd name="connsiteX14" fmla="*/ 8197 w 55737"/>
                <a:gd name="connsiteY14" fmla="*/ 63934 h 114753"/>
                <a:gd name="connsiteX15" fmla="*/ 8197 w 55737"/>
                <a:gd name="connsiteY15" fmla="*/ 62295 h 114753"/>
                <a:gd name="connsiteX16" fmla="*/ 8197 w 55737"/>
                <a:gd name="connsiteY16" fmla="*/ 62295 h 114753"/>
                <a:gd name="connsiteX17" fmla="*/ 9836 w 55737"/>
                <a:gd name="connsiteY17" fmla="*/ 57377 h 114753"/>
                <a:gd name="connsiteX18" fmla="*/ 9836 w 55737"/>
                <a:gd name="connsiteY18" fmla="*/ 54098 h 114753"/>
                <a:gd name="connsiteX19" fmla="*/ 11475 w 55737"/>
                <a:gd name="connsiteY19" fmla="*/ 50820 h 114753"/>
                <a:gd name="connsiteX20" fmla="*/ 11475 w 55737"/>
                <a:gd name="connsiteY20" fmla="*/ 47541 h 114753"/>
                <a:gd name="connsiteX21" fmla="*/ 11475 w 55737"/>
                <a:gd name="connsiteY21" fmla="*/ 44262 h 114753"/>
                <a:gd name="connsiteX22" fmla="*/ 11475 w 55737"/>
                <a:gd name="connsiteY22" fmla="*/ 40983 h 114753"/>
                <a:gd name="connsiteX23" fmla="*/ 13114 w 55737"/>
                <a:gd name="connsiteY23" fmla="*/ 36065 h 114753"/>
                <a:gd name="connsiteX24" fmla="*/ 13114 w 55737"/>
                <a:gd name="connsiteY24" fmla="*/ 32787 h 114753"/>
                <a:gd name="connsiteX25" fmla="*/ 13114 w 55737"/>
                <a:gd name="connsiteY25" fmla="*/ 29508 h 114753"/>
                <a:gd name="connsiteX26" fmla="*/ 14754 w 55737"/>
                <a:gd name="connsiteY26" fmla="*/ 26229 h 114753"/>
                <a:gd name="connsiteX27" fmla="*/ 14754 w 55737"/>
                <a:gd name="connsiteY27" fmla="*/ 22951 h 114753"/>
                <a:gd name="connsiteX28" fmla="*/ 18033 w 55737"/>
                <a:gd name="connsiteY28" fmla="*/ 21311 h 114753"/>
                <a:gd name="connsiteX29" fmla="*/ 21311 w 55737"/>
                <a:gd name="connsiteY29" fmla="*/ 22951 h 114753"/>
                <a:gd name="connsiteX30" fmla="*/ 24590 w 55737"/>
                <a:gd name="connsiteY30" fmla="*/ 26229 h 114753"/>
                <a:gd name="connsiteX31" fmla="*/ 24590 w 55737"/>
                <a:gd name="connsiteY31" fmla="*/ 26229 h 114753"/>
                <a:gd name="connsiteX32" fmla="*/ 26229 w 55737"/>
                <a:gd name="connsiteY32" fmla="*/ 26229 h 114753"/>
                <a:gd name="connsiteX33" fmla="*/ 26229 w 55737"/>
                <a:gd name="connsiteY33" fmla="*/ 26229 h 114753"/>
                <a:gd name="connsiteX34" fmla="*/ 27869 w 55737"/>
                <a:gd name="connsiteY34" fmla="*/ 21311 h 114753"/>
                <a:gd name="connsiteX35" fmla="*/ 31147 w 55737"/>
                <a:gd name="connsiteY35" fmla="*/ 19672 h 114753"/>
                <a:gd name="connsiteX36" fmla="*/ 31147 w 55737"/>
                <a:gd name="connsiteY36" fmla="*/ 18033 h 114753"/>
                <a:gd name="connsiteX37" fmla="*/ 32787 w 55737"/>
                <a:gd name="connsiteY37" fmla="*/ 14754 h 114753"/>
                <a:gd name="connsiteX38" fmla="*/ 36065 w 55737"/>
                <a:gd name="connsiteY38" fmla="*/ 11475 h 114753"/>
                <a:gd name="connsiteX39" fmla="*/ 36065 w 55737"/>
                <a:gd name="connsiteY39" fmla="*/ 11475 h 114753"/>
                <a:gd name="connsiteX40" fmla="*/ 37705 w 55737"/>
                <a:gd name="connsiteY40" fmla="*/ 6557 h 114753"/>
                <a:gd name="connsiteX41" fmla="*/ 40983 w 55737"/>
                <a:gd name="connsiteY41" fmla="*/ 3279 h 114753"/>
                <a:gd name="connsiteX42" fmla="*/ 44262 w 55737"/>
                <a:gd name="connsiteY42" fmla="*/ 0 h 114753"/>
                <a:gd name="connsiteX43" fmla="*/ 45901 w 55737"/>
                <a:gd name="connsiteY43" fmla="*/ 0 h 114753"/>
                <a:gd name="connsiteX44" fmla="*/ 49180 w 55737"/>
                <a:gd name="connsiteY44" fmla="*/ 0 h 114753"/>
                <a:gd name="connsiteX45" fmla="*/ 47541 w 55737"/>
                <a:gd name="connsiteY45" fmla="*/ 3279 h 114753"/>
                <a:gd name="connsiteX46" fmla="*/ 45901 w 55737"/>
                <a:gd name="connsiteY46" fmla="*/ 8197 h 114753"/>
                <a:gd name="connsiteX47" fmla="*/ 50819 w 55737"/>
                <a:gd name="connsiteY47" fmla="*/ 6557 h 114753"/>
                <a:gd name="connsiteX48" fmla="*/ 54098 w 55737"/>
                <a:gd name="connsiteY48" fmla="*/ 6557 h 114753"/>
                <a:gd name="connsiteX49" fmla="*/ 55737 w 55737"/>
                <a:gd name="connsiteY49" fmla="*/ 9836 h 114753"/>
                <a:gd name="connsiteX50" fmla="*/ 55737 w 55737"/>
                <a:gd name="connsiteY50" fmla="*/ 14754 h 114753"/>
                <a:gd name="connsiteX51" fmla="*/ 54098 w 55737"/>
                <a:gd name="connsiteY51" fmla="*/ 18033 h 114753"/>
                <a:gd name="connsiteX52" fmla="*/ 52459 w 55737"/>
                <a:gd name="connsiteY52" fmla="*/ 21311 h 114753"/>
                <a:gd name="connsiteX53" fmla="*/ 50819 w 55737"/>
                <a:gd name="connsiteY53" fmla="*/ 22951 h 114753"/>
                <a:gd name="connsiteX54" fmla="*/ 49180 w 55737"/>
                <a:gd name="connsiteY54" fmla="*/ 26229 h 114753"/>
                <a:gd name="connsiteX55" fmla="*/ 49180 w 55737"/>
                <a:gd name="connsiteY55" fmla="*/ 31148 h 114753"/>
                <a:gd name="connsiteX56" fmla="*/ 47541 w 55737"/>
                <a:gd name="connsiteY56" fmla="*/ 34426 h 114753"/>
                <a:gd name="connsiteX57" fmla="*/ 44262 w 55737"/>
                <a:gd name="connsiteY57" fmla="*/ 37705 h 114753"/>
                <a:gd name="connsiteX58" fmla="*/ 47541 w 55737"/>
                <a:gd name="connsiteY58" fmla="*/ 42623 h 114753"/>
                <a:gd name="connsiteX59" fmla="*/ 44262 w 55737"/>
                <a:gd name="connsiteY59" fmla="*/ 45901 h 114753"/>
                <a:gd name="connsiteX60" fmla="*/ 44262 w 55737"/>
                <a:gd name="connsiteY60" fmla="*/ 49180 h 114753"/>
                <a:gd name="connsiteX61" fmla="*/ 42623 w 55737"/>
                <a:gd name="connsiteY61" fmla="*/ 54098 h 114753"/>
                <a:gd name="connsiteX62" fmla="*/ 42623 w 55737"/>
                <a:gd name="connsiteY62" fmla="*/ 57377 h 114753"/>
                <a:gd name="connsiteX63" fmla="*/ 42623 w 55737"/>
                <a:gd name="connsiteY63" fmla="*/ 60655 h 114753"/>
                <a:gd name="connsiteX64" fmla="*/ 42623 w 55737"/>
                <a:gd name="connsiteY64" fmla="*/ 60655 h 114753"/>
                <a:gd name="connsiteX65" fmla="*/ 44262 w 55737"/>
                <a:gd name="connsiteY65" fmla="*/ 65573 h 114753"/>
                <a:gd name="connsiteX66" fmla="*/ 42623 w 55737"/>
                <a:gd name="connsiteY66" fmla="*/ 68852 h 114753"/>
                <a:gd name="connsiteX67" fmla="*/ 40983 w 55737"/>
                <a:gd name="connsiteY67" fmla="*/ 72131 h 114753"/>
                <a:gd name="connsiteX68" fmla="*/ 39344 w 55737"/>
                <a:gd name="connsiteY68" fmla="*/ 75410 h 114753"/>
                <a:gd name="connsiteX69" fmla="*/ 39344 w 55737"/>
                <a:gd name="connsiteY69" fmla="*/ 78688 h 114753"/>
                <a:gd name="connsiteX70" fmla="*/ 37705 w 55737"/>
                <a:gd name="connsiteY70" fmla="*/ 81967 h 114753"/>
                <a:gd name="connsiteX71" fmla="*/ 36065 w 55737"/>
                <a:gd name="connsiteY71" fmla="*/ 86885 h 114753"/>
                <a:gd name="connsiteX72" fmla="*/ 37705 w 55737"/>
                <a:gd name="connsiteY72" fmla="*/ 81967 h 114753"/>
                <a:gd name="connsiteX73" fmla="*/ 34426 w 55737"/>
                <a:gd name="connsiteY73" fmla="*/ 85245 h 114753"/>
                <a:gd name="connsiteX74" fmla="*/ 32787 w 55737"/>
                <a:gd name="connsiteY74" fmla="*/ 90164 h 114753"/>
                <a:gd name="connsiteX75" fmla="*/ 31147 w 55737"/>
                <a:gd name="connsiteY75" fmla="*/ 93442 h 114753"/>
                <a:gd name="connsiteX76" fmla="*/ 27869 w 55737"/>
                <a:gd name="connsiteY76" fmla="*/ 96721 h 114753"/>
                <a:gd name="connsiteX77" fmla="*/ 24590 w 55737"/>
                <a:gd name="connsiteY77" fmla="*/ 96721 h 114753"/>
                <a:gd name="connsiteX78" fmla="*/ 21311 w 55737"/>
                <a:gd name="connsiteY78" fmla="*/ 100000 h 114753"/>
                <a:gd name="connsiteX79" fmla="*/ 19672 w 55737"/>
                <a:gd name="connsiteY79" fmla="*/ 101639 h 114753"/>
                <a:gd name="connsiteX80" fmla="*/ 16393 w 55737"/>
                <a:gd name="connsiteY80" fmla="*/ 104918 h 114753"/>
                <a:gd name="connsiteX81" fmla="*/ 13114 w 55737"/>
                <a:gd name="connsiteY81" fmla="*/ 109836 h 114753"/>
                <a:gd name="connsiteX82" fmla="*/ 11475 w 55737"/>
                <a:gd name="connsiteY82" fmla="*/ 113114 h 114753"/>
                <a:gd name="connsiteX83" fmla="*/ 11475 w 55737"/>
                <a:gd name="connsiteY83" fmla="*/ 114754 h 114753"/>
                <a:gd name="connsiteX84" fmla="*/ 11475 w 55737"/>
                <a:gd name="connsiteY84" fmla="*/ 114754 h 114753"/>
                <a:gd name="connsiteX85" fmla="*/ 6557 w 55737"/>
                <a:gd name="connsiteY85" fmla="*/ 113114 h 114753"/>
                <a:gd name="connsiteX86" fmla="*/ 3279 w 55737"/>
                <a:gd name="connsiteY86" fmla="*/ 114754 h 1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55737" h="114753">
                  <a:moveTo>
                    <a:pt x="0" y="114754"/>
                  </a:moveTo>
                  <a:lnTo>
                    <a:pt x="0" y="109836"/>
                  </a:lnTo>
                  <a:lnTo>
                    <a:pt x="1639" y="106557"/>
                  </a:lnTo>
                  <a:lnTo>
                    <a:pt x="1639" y="103278"/>
                  </a:lnTo>
                  <a:lnTo>
                    <a:pt x="1639" y="98360"/>
                  </a:lnTo>
                  <a:lnTo>
                    <a:pt x="3279" y="95082"/>
                  </a:lnTo>
                  <a:lnTo>
                    <a:pt x="3279" y="91803"/>
                  </a:lnTo>
                  <a:lnTo>
                    <a:pt x="3279" y="90164"/>
                  </a:lnTo>
                  <a:lnTo>
                    <a:pt x="4918" y="86885"/>
                  </a:lnTo>
                  <a:lnTo>
                    <a:pt x="4918" y="81967"/>
                  </a:lnTo>
                  <a:lnTo>
                    <a:pt x="6557" y="78688"/>
                  </a:lnTo>
                  <a:lnTo>
                    <a:pt x="6557" y="75410"/>
                  </a:lnTo>
                  <a:lnTo>
                    <a:pt x="8197" y="72131"/>
                  </a:lnTo>
                  <a:lnTo>
                    <a:pt x="8197" y="67213"/>
                  </a:lnTo>
                  <a:lnTo>
                    <a:pt x="8197" y="63934"/>
                  </a:lnTo>
                  <a:lnTo>
                    <a:pt x="8197" y="62295"/>
                  </a:lnTo>
                  <a:lnTo>
                    <a:pt x="8197" y="62295"/>
                  </a:lnTo>
                  <a:lnTo>
                    <a:pt x="9836" y="57377"/>
                  </a:lnTo>
                  <a:lnTo>
                    <a:pt x="9836" y="54098"/>
                  </a:lnTo>
                  <a:lnTo>
                    <a:pt x="11475" y="50820"/>
                  </a:lnTo>
                  <a:lnTo>
                    <a:pt x="11475" y="47541"/>
                  </a:lnTo>
                  <a:lnTo>
                    <a:pt x="11475" y="44262"/>
                  </a:lnTo>
                  <a:lnTo>
                    <a:pt x="11475" y="40983"/>
                  </a:lnTo>
                  <a:lnTo>
                    <a:pt x="13114" y="36065"/>
                  </a:lnTo>
                  <a:lnTo>
                    <a:pt x="13114" y="32787"/>
                  </a:lnTo>
                  <a:lnTo>
                    <a:pt x="13114" y="29508"/>
                  </a:lnTo>
                  <a:lnTo>
                    <a:pt x="14754" y="26229"/>
                  </a:lnTo>
                  <a:lnTo>
                    <a:pt x="14754" y="22951"/>
                  </a:lnTo>
                  <a:lnTo>
                    <a:pt x="18033" y="21311"/>
                  </a:lnTo>
                  <a:lnTo>
                    <a:pt x="21311" y="22951"/>
                  </a:lnTo>
                  <a:lnTo>
                    <a:pt x="24590" y="26229"/>
                  </a:lnTo>
                  <a:lnTo>
                    <a:pt x="24590" y="26229"/>
                  </a:lnTo>
                  <a:lnTo>
                    <a:pt x="26229" y="26229"/>
                  </a:lnTo>
                  <a:lnTo>
                    <a:pt x="26229" y="26229"/>
                  </a:lnTo>
                  <a:lnTo>
                    <a:pt x="27869" y="21311"/>
                  </a:lnTo>
                  <a:lnTo>
                    <a:pt x="31147" y="19672"/>
                  </a:lnTo>
                  <a:lnTo>
                    <a:pt x="31147" y="18033"/>
                  </a:lnTo>
                  <a:lnTo>
                    <a:pt x="32787" y="14754"/>
                  </a:lnTo>
                  <a:lnTo>
                    <a:pt x="36065" y="11475"/>
                  </a:lnTo>
                  <a:lnTo>
                    <a:pt x="36065" y="11475"/>
                  </a:lnTo>
                  <a:lnTo>
                    <a:pt x="37705" y="6557"/>
                  </a:lnTo>
                  <a:lnTo>
                    <a:pt x="40983" y="3279"/>
                  </a:lnTo>
                  <a:lnTo>
                    <a:pt x="44262" y="0"/>
                  </a:lnTo>
                  <a:lnTo>
                    <a:pt x="45901" y="0"/>
                  </a:lnTo>
                  <a:lnTo>
                    <a:pt x="49180" y="0"/>
                  </a:lnTo>
                  <a:lnTo>
                    <a:pt x="47541" y="3279"/>
                  </a:lnTo>
                  <a:lnTo>
                    <a:pt x="45901" y="8197"/>
                  </a:lnTo>
                  <a:lnTo>
                    <a:pt x="50819" y="6557"/>
                  </a:lnTo>
                  <a:lnTo>
                    <a:pt x="54098" y="6557"/>
                  </a:lnTo>
                  <a:lnTo>
                    <a:pt x="55737" y="9836"/>
                  </a:lnTo>
                  <a:lnTo>
                    <a:pt x="55737" y="14754"/>
                  </a:lnTo>
                  <a:lnTo>
                    <a:pt x="54098" y="18033"/>
                  </a:lnTo>
                  <a:lnTo>
                    <a:pt x="52459" y="21311"/>
                  </a:lnTo>
                  <a:lnTo>
                    <a:pt x="50819" y="22951"/>
                  </a:lnTo>
                  <a:lnTo>
                    <a:pt x="49180" y="26229"/>
                  </a:lnTo>
                  <a:lnTo>
                    <a:pt x="49180" y="31148"/>
                  </a:lnTo>
                  <a:lnTo>
                    <a:pt x="47541" y="34426"/>
                  </a:lnTo>
                  <a:lnTo>
                    <a:pt x="44262" y="37705"/>
                  </a:lnTo>
                  <a:lnTo>
                    <a:pt x="47541" y="42623"/>
                  </a:lnTo>
                  <a:lnTo>
                    <a:pt x="44262" y="45901"/>
                  </a:lnTo>
                  <a:lnTo>
                    <a:pt x="44262" y="49180"/>
                  </a:lnTo>
                  <a:lnTo>
                    <a:pt x="42623" y="54098"/>
                  </a:lnTo>
                  <a:lnTo>
                    <a:pt x="42623" y="57377"/>
                  </a:lnTo>
                  <a:lnTo>
                    <a:pt x="42623" y="60655"/>
                  </a:lnTo>
                  <a:lnTo>
                    <a:pt x="42623" y="60655"/>
                  </a:lnTo>
                  <a:lnTo>
                    <a:pt x="44262" y="65573"/>
                  </a:lnTo>
                  <a:lnTo>
                    <a:pt x="42623" y="68852"/>
                  </a:lnTo>
                  <a:lnTo>
                    <a:pt x="40983" y="72131"/>
                  </a:lnTo>
                  <a:lnTo>
                    <a:pt x="39344" y="75410"/>
                  </a:lnTo>
                  <a:lnTo>
                    <a:pt x="39344" y="78688"/>
                  </a:lnTo>
                  <a:lnTo>
                    <a:pt x="37705" y="81967"/>
                  </a:lnTo>
                  <a:lnTo>
                    <a:pt x="36065" y="86885"/>
                  </a:lnTo>
                  <a:lnTo>
                    <a:pt x="37705" y="81967"/>
                  </a:lnTo>
                  <a:lnTo>
                    <a:pt x="34426" y="85245"/>
                  </a:lnTo>
                  <a:lnTo>
                    <a:pt x="32787" y="90164"/>
                  </a:lnTo>
                  <a:lnTo>
                    <a:pt x="31147" y="93442"/>
                  </a:lnTo>
                  <a:lnTo>
                    <a:pt x="27869" y="96721"/>
                  </a:lnTo>
                  <a:lnTo>
                    <a:pt x="24590" y="96721"/>
                  </a:lnTo>
                  <a:lnTo>
                    <a:pt x="21311" y="100000"/>
                  </a:lnTo>
                  <a:lnTo>
                    <a:pt x="19672" y="101639"/>
                  </a:lnTo>
                  <a:lnTo>
                    <a:pt x="16393" y="104918"/>
                  </a:lnTo>
                  <a:lnTo>
                    <a:pt x="13114" y="109836"/>
                  </a:lnTo>
                  <a:lnTo>
                    <a:pt x="11475" y="113114"/>
                  </a:lnTo>
                  <a:lnTo>
                    <a:pt x="11475" y="114754"/>
                  </a:lnTo>
                  <a:lnTo>
                    <a:pt x="11475" y="114754"/>
                  </a:lnTo>
                  <a:lnTo>
                    <a:pt x="6557" y="113114"/>
                  </a:lnTo>
                  <a:lnTo>
                    <a:pt x="3279" y="1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8" name="Freeform 2577">
              <a:extLst>
                <a:ext uri="{FF2B5EF4-FFF2-40B4-BE49-F238E27FC236}">
                  <a16:creationId xmlns:a16="http://schemas.microsoft.com/office/drawing/2014/main" id="{0A6F6D19-292F-4043-8617-5605835A0D3B}"/>
                </a:ext>
              </a:extLst>
            </p:cNvPr>
            <p:cNvSpPr/>
            <p:nvPr/>
          </p:nvSpPr>
          <p:spPr>
            <a:xfrm>
              <a:off x="2520606" y="3890307"/>
              <a:ext cx="1506550" cy="1721303"/>
            </a:xfrm>
            <a:custGeom>
              <a:avLst/>
              <a:gdLst>
                <a:gd name="connsiteX0" fmla="*/ 0 w 1506550"/>
                <a:gd name="connsiteY0" fmla="*/ 563932 h 1721303"/>
                <a:gd name="connsiteX1" fmla="*/ 1639 w 1506550"/>
                <a:gd name="connsiteY1" fmla="*/ 560653 h 1721303"/>
                <a:gd name="connsiteX2" fmla="*/ 1639 w 1506550"/>
                <a:gd name="connsiteY2" fmla="*/ 557374 h 1721303"/>
                <a:gd name="connsiteX3" fmla="*/ 6557 w 1506550"/>
                <a:gd name="connsiteY3" fmla="*/ 555736 h 1721303"/>
                <a:gd name="connsiteX4" fmla="*/ 9836 w 1506550"/>
                <a:gd name="connsiteY4" fmla="*/ 554096 h 1721303"/>
                <a:gd name="connsiteX5" fmla="*/ 8197 w 1506550"/>
                <a:gd name="connsiteY5" fmla="*/ 550817 h 1721303"/>
                <a:gd name="connsiteX6" fmla="*/ 6557 w 1506550"/>
                <a:gd name="connsiteY6" fmla="*/ 545899 h 1721303"/>
                <a:gd name="connsiteX7" fmla="*/ 6557 w 1506550"/>
                <a:gd name="connsiteY7" fmla="*/ 542621 h 1721303"/>
                <a:gd name="connsiteX8" fmla="*/ 6557 w 1506550"/>
                <a:gd name="connsiteY8" fmla="*/ 537703 h 1721303"/>
                <a:gd name="connsiteX9" fmla="*/ 8197 w 1506550"/>
                <a:gd name="connsiteY9" fmla="*/ 534424 h 1721303"/>
                <a:gd name="connsiteX10" fmla="*/ 11476 w 1506550"/>
                <a:gd name="connsiteY10" fmla="*/ 531146 h 1721303"/>
                <a:gd name="connsiteX11" fmla="*/ 16393 w 1506550"/>
                <a:gd name="connsiteY11" fmla="*/ 527867 h 1721303"/>
                <a:gd name="connsiteX12" fmla="*/ 19672 w 1506550"/>
                <a:gd name="connsiteY12" fmla="*/ 524588 h 1721303"/>
                <a:gd name="connsiteX13" fmla="*/ 24590 w 1506550"/>
                <a:gd name="connsiteY13" fmla="*/ 521309 h 1721303"/>
                <a:gd name="connsiteX14" fmla="*/ 27869 w 1506550"/>
                <a:gd name="connsiteY14" fmla="*/ 521309 h 1721303"/>
                <a:gd name="connsiteX15" fmla="*/ 29508 w 1506550"/>
                <a:gd name="connsiteY15" fmla="*/ 518031 h 1721303"/>
                <a:gd name="connsiteX16" fmla="*/ 31148 w 1506550"/>
                <a:gd name="connsiteY16" fmla="*/ 513113 h 1721303"/>
                <a:gd name="connsiteX17" fmla="*/ 29508 w 1506550"/>
                <a:gd name="connsiteY17" fmla="*/ 509834 h 1721303"/>
                <a:gd name="connsiteX18" fmla="*/ 27869 w 1506550"/>
                <a:gd name="connsiteY18" fmla="*/ 504916 h 1721303"/>
                <a:gd name="connsiteX19" fmla="*/ 26229 w 1506550"/>
                <a:gd name="connsiteY19" fmla="*/ 501637 h 1721303"/>
                <a:gd name="connsiteX20" fmla="*/ 26229 w 1506550"/>
                <a:gd name="connsiteY20" fmla="*/ 498359 h 1721303"/>
                <a:gd name="connsiteX21" fmla="*/ 27869 w 1506550"/>
                <a:gd name="connsiteY21" fmla="*/ 496719 h 1721303"/>
                <a:gd name="connsiteX22" fmla="*/ 29508 w 1506550"/>
                <a:gd name="connsiteY22" fmla="*/ 493440 h 1721303"/>
                <a:gd name="connsiteX23" fmla="*/ 31148 w 1506550"/>
                <a:gd name="connsiteY23" fmla="*/ 488523 h 1721303"/>
                <a:gd name="connsiteX24" fmla="*/ 32787 w 1506550"/>
                <a:gd name="connsiteY24" fmla="*/ 485244 h 1721303"/>
                <a:gd name="connsiteX25" fmla="*/ 36066 w 1506550"/>
                <a:gd name="connsiteY25" fmla="*/ 481965 h 1721303"/>
                <a:gd name="connsiteX26" fmla="*/ 36066 w 1506550"/>
                <a:gd name="connsiteY26" fmla="*/ 477047 h 1721303"/>
                <a:gd name="connsiteX27" fmla="*/ 34426 w 1506550"/>
                <a:gd name="connsiteY27" fmla="*/ 473769 h 1721303"/>
                <a:gd name="connsiteX28" fmla="*/ 36066 w 1506550"/>
                <a:gd name="connsiteY28" fmla="*/ 468850 h 1721303"/>
                <a:gd name="connsiteX29" fmla="*/ 37705 w 1506550"/>
                <a:gd name="connsiteY29" fmla="*/ 465572 h 1721303"/>
                <a:gd name="connsiteX30" fmla="*/ 37705 w 1506550"/>
                <a:gd name="connsiteY30" fmla="*/ 462293 h 1721303"/>
                <a:gd name="connsiteX31" fmla="*/ 36066 w 1506550"/>
                <a:gd name="connsiteY31" fmla="*/ 459014 h 1721303"/>
                <a:gd name="connsiteX32" fmla="*/ 36066 w 1506550"/>
                <a:gd name="connsiteY32" fmla="*/ 459014 h 1721303"/>
                <a:gd name="connsiteX33" fmla="*/ 36066 w 1506550"/>
                <a:gd name="connsiteY33" fmla="*/ 459014 h 1721303"/>
                <a:gd name="connsiteX34" fmla="*/ 40983 w 1506550"/>
                <a:gd name="connsiteY34" fmla="*/ 455736 h 1721303"/>
                <a:gd name="connsiteX35" fmla="*/ 44262 w 1506550"/>
                <a:gd name="connsiteY35" fmla="*/ 455736 h 1721303"/>
                <a:gd name="connsiteX36" fmla="*/ 47541 w 1506550"/>
                <a:gd name="connsiteY36" fmla="*/ 452457 h 1721303"/>
                <a:gd name="connsiteX37" fmla="*/ 52459 w 1506550"/>
                <a:gd name="connsiteY37" fmla="*/ 450818 h 1721303"/>
                <a:gd name="connsiteX38" fmla="*/ 55738 w 1506550"/>
                <a:gd name="connsiteY38" fmla="*/ 447539 h 1721303"/>
                <a:gd name="connsiteX39" fmla="*/ 55738 w 1506550"/>
                <a:gd name="connsiteY39" fmla="*/ 442621 h 1721303"/>
                <a:gd name="connsiteX40" fmla="*/ 60656 w 1506550"/>
                <a:gd name="connsiteY40" fmla="*/ 442621 h 1721303"/>
                <a:gd name="connsiteX41" fmla="*/ 63934 w 1506550"/>
                <a:gd name="connsiteY41" fmla="*/ 439343 h 1721303"/>
                <a:gd name="connsiteX42" fmla="*/ 67213 w 1506550"/>
                <a:gd name="connsiteY42" fmla="*/ 437703 h 1721303"/>
                <a:gd name="connsiteX43" fmla="*/ 72131 w 1506550"/>
                <a:gd name="connsiteY43" fmla="*/ 434424 h 1721303"/>
                <a:gd name="connsiteX44" fmla="*/ 75410 w 1506550"/>
                <a:gd name="connsiteY44" fmla="*/ 431146 h 1721303"/>
                <a:gd name="connsiteX45" fmla="*/ 80328 w 1506550"/>
                <a:gd name="connsiteY45" fmla="*/ 429506 h 1721303"/>
                <a:gd name="connsiteX46" fmla="*/ 81967 w 1506550"/>
                <a:gd name="connsiteY46" fmla="*/ 429506 h 1721303"/>
                <a:gd name="connsiteX47" fmla="*/ 85246 w 1506550"/>
                <a:gd name="connsiteY47" fmla="*/ 429506 h 1721303"/>
                <a:gd name="connsiteX48" fmla="*/ 90164 w 1506550"/>
                <a:gd name="connsiteY48" fmla="*/ 429506 h 1721303"/>
                <a:gd name="connsiteX49" fmla="*/ 93442 w 1506550"/>
                <a:gd name="connsiteY49" fmla="*/ 427867 h 1721303"/>
                <a:gd name="connsiteX50" fmla="*/ 96721 w 1506550"/>
                <a:gd name="connsiteY50" fmla="*/ 427867 h 1721303"/>
                <a:gd name="connsiteX51" fmla="*/ 101639 w 1506550"/>
                <a:gd name="connsiteY51" fmla="*/ 426228 h 1721303"/>
                <a:gd name="connsiteX52" fmla="*/ 104918 w 1506550"/>
                <a:gd name="connsiteY52" fmla="*/ 426228 h 1721303"/>
                <a:gd name="connsiteX53" fmla="*/ 108196 w 1506550"/>
                <a:gd name="connsiteY53" fmla="*/ 424589 h 1721303"/>
                <a:gd name="connsiteX54" fmla="*/ 113114 w 1506550"/>
                <a:gd name="connsiteY54" fmla="*/ 422949 h 1721303"/>
                <a:gd name="connsiteX55" fmla="*/ 114754 w 1506550"/>
                <a:gd name="connsiteY55" fmla="*/ 418031 h 1721303"/>
                <a:gd name="connsiteX56" fmla="*/ 119672 w 1506550"/>
                <a:gd name="connsiteY56" fmla="*/ 416392 h 1721303"/>
                <a:gd name="connsiteX57" fmla="*/ 122950 w 1506550"/>
                <a:gd name="connsiteY57" fmla="*/ 413113 h 1721303"/>
                <a:gd name="connsiteX58" fmla="*/ 124590 w 1506550"/>
                <a:gd name="connsiteY58" fmla="*/ 418031 h 1721303"/>
                <a:gd name="connsiteX59" fmla="*/ 127868 w 1506550"/>
                <a:gd name="connsiteY59" fmla="*/ 416392 h 1721303"/>
                <a:gd name="connsiteX60" fmla="*/ 132786 w 1506550"/>
                <a:gd name="connsiteY60" fmla="*/ 414752 h 1721303"/>
                <a:gd name="connsiteX61" fmla="*/ 136065 w 1506550"/>
                <a:gd name="connsiteY61" fmla="*/ 419670 h 1721303"/>
                <a:gd name="connsiteX62" fmla="*/ 139344 w 1506550"/>
                <a:gd name="connsiteY62" fmla="*/ 421310 h 1721303"/>
                <a:gd name="connsiteX63" fmla="*/ 139344 w 1506550"/>
                <a:gd name="connsiteY63" fmla="*/ 422949 h 1721303"/>
                <a:gd name="connsiteX64" fmla="*/ 142623 w 1506550"/>
                <a:gd name="connsiteY64" fmla="*/ 419670 h 1721303"/>
                <a:gd name="connsiteX65" fmla="*/ 145901 w 1506550"/>
                <a:gd name="connsiteY65" fmla="*/ 422949 h 1721303"/>
                <a:gd name="connsiteX66" fmla="*/ 147540 w 1506550"/>
                <a:gd name="connsiteY66" fmla="*/ 422949 h 1721303"/>
                <a:gd name="connsiteX67" fmla="*/ 149180 w 1506550"/>
                <a:gd name="connsiteY67" fmla="*/ 421310 h 1721303"/>
                <a:gd name="connsiteX68" fmla="*/ 149180 w 1506550"/>
                <a:gd name="connsiteY68" fmla="*/ 419670 h 1721303"/>
                <a:gd name="connsiteX69" fmla="*/ 149180 w 1506550"/>
                <a:gd name="connsiteY69" fmla="*/ 418031 h 1721303"/>
                <a:gd name="connsiteX70" fmla="*/ 149180 w 1506550"/>
                <a:gd name="connsiteY70" fmla="*/ 414752 h 1721303"/>
                <a:gd name="connsiteX71" fmla="*/ 150819 w 1506550"/>
                <a:gd name="connsiteY71" fmla="*/ 409834 h 1721303"/>
                <a:gd name="connsiteX72" fmla="*/ 150819 w 1506550"/>
                <a:gd name="connsiteY72" fmla="*/ 406556 h 1721303"/>
                <a:gd name="connsiteX73" fmla="*/ 152458 w 1506550"/>
                <a:gd name="connsiteY73" fmla="*/ 403277 h 1721303"/>
                <a:gd name="connsiteX74" fmla="*/ 152458 w 1506550"/>
                <a:gd name="connsiteY74" fmla="*/ 398359 h 1721303"/>
                <a:gd name="connsiteX75" fmla="*/ 152458 w 1506550"/>
                <a:gd name="connsiteY75" fmla="*/ 395080 h 1721303"/>
                <a:gd name="connsiteX76" fmla="*/ 152458 w 1506550"/>
                <a:gd name="connsiteY76" fmla="*/ 390162 h 1721303"/>
                <a:gd name="connsiteX77" fmla="*/ 154098 w 1506550"/>
                <a:gd name="connsiteY77" fmla="*/ 386884 h 1721303"/>
                <a:gd name="connsiteX78" fmla="*/ 154098 w 1506550"/>
                <a:gd name="connsiteY78" fmla="*/ 381966 h 1721303"/>
                <a:gd name="connsiteX79" fmla="*/ 154098 w 1506550"/>
                <a:gd name="connsiteY79" fmla="*/ 378687 h 1721303"/>
                <a:gd name="connsiteX80" fmla="*/ 155737 w 1506550"/>
                <a:gd name="connsiteY80" fmla="*/ 375409 h 1721303"/>
                <a:gd name="connsiteX81" fmla="*/ 155737 w 1506550"/>
                <a:gd name="connsiteY81" fmla="*/ 370490 h 1721303"/>
                <a:gd name="connsiteX82" fmla="*/ 155737 w 1506550"/>
                <a:gd name="connsiteY82" fmla="*/ 367212 h 1721303"/>
                <a:gd name="connsiteX83" fmla="*/ 157376 w 1506550"/>
                <a:gd name="connsiteY83" fmla="*/ 363933 h 1721303"/>
                <a:gd name="connsiteX84" fmla="*/ 157376 w 1506550"/>
                <a:gd name="connsiteY84" fmla="*/ 359015 h 1721303"/>
                <a:gd name="connsiteX85" fmla="*/ 157376 w 1506550"/>
                <a:gd name="connsiteY85" fmla="*/ 359015 h 1721303"/>
                <a:gd name="connsiteX86" fmla="*/ 157376 w 1506550"/>
                <a:gd name="connsiteY86" fmla="*/ 355736 h 1721303"/>
                <a:gd name="connsiteX87" fmla="*/ 159016 w 1506550"/>
                <a:gd name="connsiteY87" fmla="*/ 350818 h 1721303"/>
                <a:gd name="connsiteX88" fmla="*/ 159016 w 1506550"/>
                <a:gd name="connsiteY88" fmla="*/ 347540 h 1721303"/>
                <a:gd name="connsiteX89" fmla="*/ 159016 w 1506550"/>
                <a:gd name="connsiteY89" fmla="*/ 342622 h 1721303"/>
                <a:gd name="connsiteX90" fmla="*/ 160655 w 1506550"/>
                <a:gd name="connsiteY90" fmla="*/ 339343 h 1721303"/>
                <a:gd name="connsiteX91" fmla="*/ 160655 w 1506550"/>
                <a:gd name="connsiteY91" fmla="*/ 336064 h 1721303"/>
                <a:gd name="connsiteX92" fmla="*/ 160655 w 1506550"/>
                <a:gd name="connsiteY92" fmla="*/ 331146 h 1721303"/>
                <a:gd name="connsiteX93" fmla="*/ 162294 w 1506550"/>
                <a:gd name="connsiteY93" fmla="*/ 327867 h 1721303"/>
                <a:gd name="connsiteX94" fmla="*/ 162294 w 1506550"/>
                <a:gd name="connsiteY94" fmla="*/ 322950 h 1721303"/>
                <a:gd name="connsiteX95" fmla="*/ 162294 w 1506550"/>
                <a:gd name="connsiteY95" fmla="*/ 319671 h 1721303"/>
                <a:gd name="connsiteX96" fmla="*/ 163934 w 1506550"/>
                <a:gd name="connsiteY96" fmla="*/ 316392 h 1721303"/>
                <a:gd name="connsiteX97" fmla="*/ 163934 w 1506550"/>
                <a:gd name="connsiteY97" fmla="*/ 311474 h 1721303"/>
                <a:gd name="connsiteX98" fmla="*/ 163934 w 1506550"/>
                <a:gd name="connsiteY98" fmla="*/ 308196 h 1721303"/>
                <a:gd name="connsiteX99" fmla="*/ 165573 w 1506550"/>
                <a:gd name="connsiteY99" fmla="*/ 304917 h 1721303"/>
                <a:gd name="connsiteX100" fmla="*/ 165573 w 1506550"/>
                <a:gd name="connsiteY100" fmla="*/ 299999 h 1721303"/>
                <a:gd name="connsiteX101" fmla="*/ 165573 w 1506550"/>
                <a:gd name="connsiteY101" fmla="*/ 299999 h 1721303"/>
                <a:gd name="connsiteX102" fmla="*/ 165573 w 1506550"/>
                <a:gd name="connsiteY102" fmla="*/ 295081 h 1721303"/>
                <a:gd name="connsiteX103" fmla="*/ 165573 w 1506550"/>
                <a:gd name="connsiteY103" fmla="*/ 295081 h 1721303"/>
                <a:gd name="connsiteX104" fmla="*/ 168852 w 1506550"/>
                <a:gd name="connsiteY104" fmla="*/ 290163 h 1721303"/>
                <a:gd name="connsiteX105" fmla="*/ 168852 w 1506550"/>
                <a:gd name="connsiteY105" fmla="*/ 286884 h 1721303"/>
                <a:gd name="connsiteX106" fmla="*/ 167213 w 1506550"/>
                <a:gd name="connsiteY106" fmla="*/ 283606 h 1721303"/>
                <a:gd name="connsiteX107" fmla="*/ 165573 w 1506550"/>
                <a:gd name="connsiteY107" fmla="*/ 280327 h 1721303"/>
                <a:gd name="connsiteX108" fmla="*/ 165573 w 1506550"/>
                <a:gd name="connsiteY108" fmla="*/ 277048 h 1721303"/>
                <a:gd name="connsiteX109" fmla="*/ 162294 w 1506550"/>
                <a:gd name="connsiteY109" fmla="*/ 273769 h 1721303"/>
                <a:gd name="connsiteX110" fmla="*/ 160655 w 1506550"/>
                <a:gd name="connsiteY110" fmla="*/ 268852 h 1721303"/>
                <a:gd name="connsiteX111" fmla="*/ 159016 w 1506550"/>
                <a:gd name="connsiteY111" fmla="*/ 265573 h 1721303"/>
                <a:gd name="connsiteX112" fmla="*/ 160655 w 1506550"/>
                <a:gd name="connsiteY112" fmla="*/ 262294 h 1721303"/>
                <a:gd name="connsiteX113" fmla="*/ 159016 w 1506550"/>
                <a:gd name="connsiteY113" fmla="*/ 259016 h 1721303"/>
                <a:gd name="connsiteX114" fmla="*/ 159016 w 1506550"/>
                <a:gd name="connsiteY114" fmla="*/ 254097 h 1721303"/>
                <a:gd name="connsiteX115" fmla="*/ 155737 w 1506550"/>
                <a:gd name="connsiteY115" fmla="*/ 252458 h 1721303"/>
                <a:gd name="connsiteX116" fmla="*/ 150819 w 1506550"/>
                <a:gd name="connsiteY116" fmla="*/ 249179 h 1721303"/>
                <a:gd name="connsiteX117" fmla="*/ 147540 w 1506550"/>
                <a:gd name="connsiteY117" fmla="*/ 245901 h 1721303"/>
                <a:gd name="connsiteX118" fmla="*/ 144262 w 1506550"/>
                <a:gd name="connsiteY118" fmla="*/ 242622 h 1721303"/>
                <a:gd name="connsiteX119" fmla="*/ 144262 w 1506550"/>
                <a:gd name="connsiteY119" fmla="*/ 242622 h 1721303"/>
                <a:gd name="connsiteX120" fmla="*/ 142623 w 1506550"/>
                <a:gd name="connsiteY120" fmla="*/ 237704 h 1721303"/>
                <a:gd name="connsiteX121" fmla="*/ 142623 w 1506550"/>
                <a:gd name="connsiteY121" fmla="*/ 234425 h 1721303"/>
                <a:gd name="connsiteX122" fmla="*/ 142623 w 1506550"/>
                <a:gd name="connsiteY122" fmla="*/ 231147 h 1721303"/>
                <a:gd name="connsiteX123" fmla="*/ 142623 w 1506550"/>
                <a:gd name="connsiteY123" fmla="*/ 227868 h 1721303"/>
                <a:gd name="connsiteX124" fmla="*/ 142623 w 1506550"/>
                <a:gd name="connsiteY124" fmla="*/ 224589 h 1721303"/>
                <a:gd name="connsiteX125" fmla="*/ 142623 w 1506550"/>
                <a:gd name="connsiteY125" fmla="*/ 219672 h 1721303"/>
                <a:gd name="connsiteX126" fmla="*/ 142623 w 1506550"/>
                <a:gd name="connsiteY126" fmla="*/ 216393 h 1721303"/>
                <a:gd name="connsiteX127" fmla="*/ 142623 w 1506550"/>
                <a:gd name="connsiteY127" fmla="*/ 213114 h 1721303"/>
                <a:gd name="connsiteX128" fmla="*/ 142623 w 1506550"/>
                <a:gd name="connsiteY128" fmla="*/ 208196 h 1721303"/>
                <a:gd name="connsiteX129" fmla="*/ 144262 w 1506550"/>
                <a:gd name="connsiteY129" fmla="*/ 204917 h 1721303"/>
                <a:gd name="connsiteX130" fmla="*/ 147540 w 1506550"/>
                <a:gd name="connsiteY130" fmla="*/ 204917 h 1721303"/>
                <a:gd name="connsiteX131" fmla="*/ 152458 w 1506550"/>
                <a:gd name="connsiteY131" fmla="*/ 204917 h 1721303"/>
                <a:gd name="connsiteX132" fmla="*/ 155737 w 1506550"/>
                <a:gd name="connsiteY132" fmla="*/ 203278 h 1721303"/>
                <a:gd name="connsiteX133" fmla="*/ 159016 w 1506550"/>
                <a:gd name="connsiteY133" fmla="*/ 203278 h 1721303"/>
                <a:gd name="connsiteX134" fmla="*/ 162294 w 1506550"/>
                <a:gd name="connsiteY134" fmla="*/ 199999 h 1721303"/>
                <a:gd name="connsiteX135" fmla="*/ 167213 w 1506550"/>
                <a:gd name="connsiteY135" fmla="*/ 199999 h 1721303"/>
                <a:gd name="connsiteX136" fmla="*/ 170491 w 1506550"/>
                <a:gd name="connsiteY136" fmla="*/ 203278 h 1721303"/>
                <a:gd name="connsiteX137" fmla="*/ 173770 w 1506550"/>
                <a:gd name="connsiteY137" fmla="*/ 204917 h 1721303"/>
                <a:gd name="connsiteX138" fmla="*/ 175409 w 1506550"/>
                <a:gd name="connsiteY138" fmla="*/ 204917 h 1721303"/>
                <a:gd name="connsiteX139" fmla="*/ 177048 w 1506550"/>
                <a:gd name="connsiteY139" fmla="*/ 201639 h 1721303"/>
                <a:gd name="connsiteX140" fmla="*/ 177048 w 1506550"/>
                <a:gd name="connsiteY140" fmla="*/ 196720 h 1721303"/>
                <a:gd name="connsiteX141" fmla="*/ 177048 w 1506550"/>
                <a:gd name="connsiteY141" fmla="*/ 193442 h 1721303"/>
                <a:gd name="connsiteX142" fmla="*/ 175409 w 1506550"/>
                <a:gd name="connsiteY142" fmla="*/ 190163 h 1721303"/>
                <a:gd name="connsiteX143" fmla="*/ 172130 w 1506550"/>
                <a:gd name="connsiteY143" fmla="*/ 186885 h 1721303"/>
                <a:gd name="connsiteX144" fmla="*/ 168852 w 1506550"/>
                <a:gd name="connsiteY144" fmla="*/ 185245 h 1721303"/>
                <a:gd name="connsiteX145" fmla="*/ 165573 w 1506550"/>
                <a:gd name="connsiteY145" fmla="*/ 185245 h 1721303"/>
                <a:gd name="connsiteX146" fmla="*/ 160655 w 1506550"/>
                <a:gd name="connsiteY146" fmla="*/ 185245 h 1721303"/>
                <a:gd name="connsiteX147" fmla="*/ 157376 w 1506550"/>
                <a:gd name="connsiteY147" fmla="*/ 185245 h 1721303"/>
                <a:gd name="connsiteX148" fmla="*/ 154098 w 1506550"/>
                <a:gd name="connsiteY148" fmla="*/ 183606 h 1721303"/>
                <a:gd name="connsiteX149" fmla="*/ 150819 w 1506550"/>
                <a:gd name="connsiteY149" fmla="*/ 185245 h 1721303"/>
                <a:gd name="connsiteX150" fmla="*/ 150819 w 1506550"/>
                <a:gd name="connsiteY150" fmla="*/ 180327 h 1721303"/>
                <a:gd name="connsiteX151" fmla="*/ 150819 w 1506550"/>
                <a:gd name="connsiteY151" fmla="*/ 177049 h 1721303"/>
                <a:gd name="connsiteX152" fmla="*/ 150819 w 1506550"/>
                <a:gd name="connsiteY152" fmla="*/ 173770 h 1721303"/>
                <a:gd name="connsiteX153" fmla="*/ 150819 w 1506550"/>
                <a:gd name="connsiteY153" fmla="*/ 170491 h 1721303"/>
                <a:gd name="connsiteX154" fmla="*/ 150819 w 1506550"/>
                <a:gd name="connsiteY154" fmla="*/ 165573 h 1721303"/>
                <a:gd name="connsiteX155" fmla="*/ 150819 w 1506550"/>
                <a:gd name="connsiteY155" fmla="*/ 162295 h 1721303"/>
                <a:gd name="connsiteX156" fmla="*/ 150819 w 1506550"/>
                <a:gd name="connsiteY156" fmla="*/ 159016 h 1721303"/>
                <a:gd name="connsiteX157" fmla="*/ 150819 w 1506550"/>
                <a:gd name="connsiteY157" fmla="*/ 155737 h 1721303"/>
                <a:gd name="connsiteX158" fmla="*/ 154098 w 1506550"/>
                <a:gd name="connsiteY158" fmla="*/ 155737 h 1721303"/>
                <a:gd name="connsiteX159" fmla="*/ 159016 w 1506550"/>
                <a:gd name="connsiteY159" fmla="*/ 155737 h 1721303"/>
                <a:gd name="connsiteX160" fmla="*/ 162294 w 1506550"/>
                <a:gd name="connsiteY160" fmla="*/ 152459 h 1721303"/>
                <a:gd name="connsiteX161" fmla="*/ 165573 w 1506550"/>
                <a:gd name="connsiteY161" fmla="*/ 154098 h 1721303"/>
                <a:gd name="connsiteX162" fmla="*/ 168852 w 1506550"/>
                <a:gd name="connsiteY162" fmla="*/ 155737 h 1721303"/>
                <a:gd name="connsiteX163" fmla="*/ 172130 w 1506550"/>
                <a:gd name="connsiteY163" fmla="*/ 155737 h 1721303"/>
                <a:gd name="connsiteX164" fmla="*/ 177048 w 1506550"/>
                <a:gd name="connsiteY164" fmla="*/ 155737 h 1721303"/>
                <a:gd name="connsiteX165" fmla="*/ 180327 w 1506550"/>
                <a:gd name="connsiteY165" fmla="*/ 155737 h 1721303"/>
                <a:gd name="connsiteX166" fmla="*/ 185245 w 1506550"/>
                <a:gd name="connsiteY166" fmla="*/ 155737 h 1721303"/>
                <a:gd name="connsiteX167" fmla="*/ 188524 w 1506550"/>
                <a:gd name="connsiteY167" fmla="*/ 155737 h 1721303"/>
                <a:gd name="connsiteX168" fmla="*/ 191803 w 1506550"/>
                <a:gd name="connsiteY168" fmla="*/ 155737 h 1721303"/>
                <a:gd name="connsiteX169" fmla="*/ 196720 w 1506550"/>
                <a:gd name="connsiteY169" fmla="*/ 155737 h 1721303"/>
                <a:gd name="connsiteX170" fmla="*/ 199999 w 1506550"/>
                <a:gd name="connsiteY170" fmla="*/ 155737 h 1721303"/>
                <a:gd name="connsiteX171" fmla="*/ 204917 w 1506550"/>
                <a:gd name="connsiteY171" fmla="*/ 155737 h 1721303"/>
                <a:gd name="connsiteX172" fmla="*/ 208196 w 1506550"/>
                <a:gd name="connsiteY172" fmla="*/ 155737 h 1721303"/>
                <a:gd name="connsiteX173" fmla="*/ 213114 w 1506550"/>
                <a:gd name="connsiteY173" fmla="*/ 155737 h 1721303"/>
                <a:gd name="connsiteX174" fmla="*/ 213114 w 1506550"/>
                <a:gd name="connsiteY174" fmla="*/ 152459 h 1721303"/>
                <a:gd name="connsiteX175" fmla="*/ 213114 w 1506550"/>
                <a:gd name="connsiteY175" fmla="*/ 149180 h 1721303"/>
                <a:gd name="connsiteX176" fmla="*/ 214753 w 1506550"/>
                <a:gd name="connsiteY176" fmla="*/ 144262 h 1721303"/>
                <a:gd name="connsiteX177" fmla="*/ 218032 w 1506550"/>
                <a:gd name="connsiteY177" fmla="*/ 145901 h 1721303"/>
                <a:gd name="connsiteX178" fmla="*/ 219671 w 1506550"/>
                <a:gd name="connsiteY178" fmla="*/ 149180 h 1721303"/>
                <a:gd name="connsiteX179" fmla="*/ 221310 w 1506550"/>
                <a:gd name="connsiteY179" fmla="*/ 154098 h 1721303"/>
                <a:gd name="connsiteX180" fmla="*/ 224589 w 1506550"/>
                <a:gd name="connsiteY180" fmla="*/ 155737 h 1721303"/>
                <a:gd name="connsiteX181" fmla="*/ 229507 w 1506550"/>
                <a:gd name="connsiteY181" fmla="*/ 154098 h 1721303"/>
                <a:gd name="connsiteX182" fmla="*/ 232786 w 1506550"/>
                <a:gd name="connsiteY182" fmla="*/ 149180 h 1721303"/>
                <a:gd name="connsiteX183" fmla="*/ 234425 w 1506550"/>
                <a:gd name="connsiteY183" fmla="*/ 145901 h 1721303"/>
                <a:gd name="connsiteX184" fmla="*/ 237704 w 1506550"/>
                <a:gd name="connsiteY184" fmla="*/ 142622 h 1721303"/>
                <a:gd name="connsiteX185" fmla="*/ 240983 w 1506550"/>
                <a:gd name="connsiteY185" fmla="*/ 139344 h 1721303"/>
                <a:gd name="connsiteX186" fmla="*/ 244261 w 1506550"/>
                <a:gd name="connsiteY186" fmla="*/ 137705 h 1721303"/>
                <a:gd name="connsiteX187" fmla="*/ 249179 w 1506550"/>
                <a:gd name="connsiteY187" fmla="*/ 140983 h 1721303"/>
                <a:gd name="connsiteX188" fmla="*/ 249179 w 1506550"/>
                <a:gd name="connsiteY188" fmla="*/ 145901 h 1721303"/>
                <a:gd name="connsiteX189" fmla="*/ 252458 w 1506550"/>
                <a:gd name="connsiteY189" fmla="*/ 149180 h 1721303"/>
                <a:gd name="connsiteX190" fmla="*/ 254097 w 1506550"/>
                <a:gd name="connsiteY190" fmla="*/ 152459 h 1721303"/>
                <a:gd name="connsiteX191" fmla="*/ 255737 w 1506550"/>
                <a:gd name="connsiteY191" fmla="*/ 155737 h 1721303"/>
                <a:gd name="connsiteX192" fmla="*/ 257376 w 1506550"/>
                <a:gd name="connsiteY192" fmla="*/ 160655 h 1721303"/>
                <a:gd name="connsiteX193" fmla="*/ 257376 w 1506550"/>
                <a:gd name="connsiteY193" fmla="*/ 163934 h 1721303"/>
                <a:gd name="connsiteX194" fmla="*/ 257376 w 1506550"/>
                <a:gd name="connsiteY194" fmla="*/ 167213 h 1721303"/>
                <a:gd name="connsiteX195" fmla="*/ 257376 w 1506550"/>
                <a:gd name="connsiteY195" fmla="*/ 170491 h 1721303"/>
                <a:gd name="connsiteX196" fmla="*/ 257376 w 1506550"/>
                <a:gd name="connsiteY196" fmla="*/ 175409 h 1721303"/>
                <a:gd name="connsiteX197" fmla="*/ 257376 w 1506550"/>
                <a:gd name="connsiteY197" fmla="*/ 178688 h 1721303"/>
                <a:gd name="connsiteX198" fmla="*/ 260655 w 1506550"/>
                <a:gd name="connsiteY198" fmla="*/ 178688 h 1721303"/>
                <a:gd name="connsiteX199" fmla="*/ 263933 w 1506550"/>
                <a:gd name="connsiteY199" fmla="*/ 178688 h 1721303"/>
                <a:gd name="connsiteX200" fmla="*/ 265573 w 1506550"/>
                <a:gd name="connsiteY200" fmla="*/ 178688 h 1721303"/>
                <a:gd name="connsiteX201" fmla="*/ 265573 w 1506550"/>
                <a:gd name="connsiteY201" fmla="*/ 178688 h 1721303"/>
                <a:gd name="connsiteX202" fmla="*/ 268851 w 1506550"/>
                <a:gd name="connsiteY202" fmla="*/ 181966 h 1721303"/>
                <a:gd name="connsiteX203" fmla="*/ 272130 w 1506550"/>
                <a:gd name="connsiteY203" fmla="*/ 185245 h 1721303"/>
                <a:gd name="connsiteX204" fmla="*/ 277048 w 1506550"/>
                <a:gd name="connsiteY204" fmla="*/ 190163 h 1721303"/>
                <a:gd name="connsiteX205" fmla="*/ 280327 w 1506550"/>
                <a:gd name="connsiteY205" fmla="*/ 193442 h 1721303"/>
                <a:gd name="connsiteX206" fmla="*/ 285245 w 1506550"/>
                <a:gd name="connsiteY206" fmla="*/ 196720 h 1721303"/>
                <a:gd name="connsiteX207" fmla="*/ 288523 w 1506550"/>
                <a:gd name="connsiteY207" fmla="*/ 198360 h 1721303"/>
                <a:gd name="connsiteX208" fmla="*/ 291802 w 1506550"/>
                <a:gd name="connsiteY208" fmla="*/ 198360 h 1721303"/>
                <a:gd name="connsiteX209" fmla="*/ 295081 w 1506550"/>
                <a:gd name="connsiteY209" fmla="*/ 198360 h 1721303"/>
                <a:gd name="connsiteX210" fmla="*/ 299999 w 1506550"/>
                <a:gd name="connsiteY210" fmla="*/ 196720 h 1721303"/>
                <a:gd name="connsiteX211" fmla="*/ 303277 w 1506550"/>
                <a:gd name="connsiteY211" fmla="*/ 193442 h 1721303"/>
                <a:gd name="connsiteX212" fmla="*/ 306556 w 1506550"/>
                <a:gd name="connsiteY212" fmla="*/ 190163 h 1721303"/>
                <a:gd name="connsiteX213" fmla="*/ 309835 w 1506550"/>
                <a:gd name="connsiteY213" fmla="*/ 188524 h 1721303"/>
                <a:gd name="connsiteX214" fmla="*/ 313113 w 1506550"/>
                <a:gd name="connsiteY214" fmla="*/ 188524 h 1721303"/>
                <a:gd name="connsiteX215" fmla="*/ 318031 w 1506550"/>
                <a:gd name="connsiteY215" fmla="*/ 191803 h 1721303"/>
                <a:gd name="connsiteX216" fmla="*/ 316392 w 1506550"/>
                <a:gd name="connsiteY216" fmla="*/ 195081 h 1721303"/>
                <a:gd name="connsiteX217" fmla="*/ 314753 w 1506550"/>
                <a:gd name="connsiteY217" fmla="*/ 199999 h 1721303"/>
                <a:gd name="connsiteX218" fmla="*/ 316392 w 1506550"/>
                <a:gd name="connsiteY218" fmla="*/ 203278 h 1721303"/>
                <a:gd name="connsiteX219" fmla="*/ 319671 w 1506550"/>
                <a:gd name="connsiteY219" fmla="*/ 201639 h 1721303"/>
                <a:gd name="connsiteX220" fmla="*/ 321310 w 1506550"/>
                <a:gd name="connsiteY220" fmla="*/ 198360 h 1721303"/>
                <a:gd name="connsiteX221" fmla="*/ 322950 w 1506550"/>
                <a:gd name="connsiteY221" fmla="*/ 193442 h 1721303"/>
                <a:gd name="connsiteX222" fmla="*/ 327867 w 1506550"/>
                <a:gd name="connsiteY222" fmla="*/ 191803 h 1721303"/>
                <a:gd name="connsiteX223" fmla="*/ 331146 w 1506550"/>
                <a:gd name="connsiteY223" fmla="*/ 188524 h 1721303"/>
                <a:gd name="connsiteX224" fmla="*/ 331146 w 1506550"/>
                <a:gd name="connsiteY224" fmla="*/ 185245 h 1721303"/>
                <a:gd name="connsiteX225" fmla="*/ 332785 w 1506550"/>
                <a:gd name="connsiteY225" fmla="*/ 181966 h 1721303"/>
                <a:gd name="connsiteX226" fmla="*/ 337703 w 1506550"/>
                <a:gd name="connsiteY226" fmla="*/ 180327 h 1721303"/>
                <a:gd name="connsiteX227" fmla="*/ 339343 w 1506550"/>
                <a:gd name="connsiteY227" fmla="*/ 180327 h 1721303"/>
                <a:gd name="connsiteX228" fmla="*/ 342622 w 1506550"/>
                <a:gd name="connsiteY228" fmla="*/ 177049 h 1721303"/>
                <a:gd name="connsiteX229" fmla="*/ 345900 w 1506550"/>
                <a:gd name="connsiteY229" fmla="*/ 177049 h 1721303"/>
                <a:gd name="connsiteX230" fmla="*/ 349179 w 1506550"/>
                <a:gd name="connsiteY230" fmla="*/ 175409 h 1721303"/>
                <a:gd name="connsiteX231" fmla="*/ 354097 w 1506550"/>
                <a:gd name="connsiteY231" fmla="*/ 173770 h 1721303"/>
                <a:gd name="connsiteX232" fmla="*/ 355736 w 1506550"/>
                <a:gd name="connsiteY232" fmla="*/ 168852 h 1721303"/>
                <a:gd name="connsiteX233" fmla="*/ 359015 w 1506550"/>
                <a:gd name="connsiteY233" fmla="*/ 167213 h 1721303"/>
                <a:gd name="connsiteX234" fmla="*/ 362294 w 1506550"/>
                <a:gd name="connsiteY234" fmla="*/ 167213 h 1721303"/>
                <a:gd name="connsiteX235" fmla="*/ 362294 w 1506550"/>
                <a:gd name="connsiteY235" fmla="*/ 170491 h 1721303"/>
                <a:gd name="connsiteX236" fmla="*/ 365572 w 1506550"/>
                <a:gd name="connsiteY236" fmla="*/ 167213 h 1721303"/>
                <a:gd name="connsiteX237" fmla="*/ 368851 w 1506550"/>
                <a:gd name="connsiteY237" fmla="*/ 163934 h 1721303"/>
                <a:gd name="connsiteX238" fmla="*/ 372130 w 1506550"/>
                <a:gd name="connsiteY238" fmla="*/ 160655 h 1721303"/>
                <a:gd name="connsiteX239" fmla="*/ 373769 w 1506550"/>
                <a:gd name="connsiteY239" fmla="*/ 157376 h 1721303"/>
                <a:gd name="connsiteX240" fmla="*/ 373769 w 1506550"/>
                <a:gd name="connsiteY240" fmla="*/ 152459 h 1721303"/>
                <a:gd name="connsiteX241" fmla="*/ 373769 w 1506550"/>
                <a:gd name="connsiteY241" fmla="*/ 149180 h 1721303"/>
                <a:gd name="connsiteX242" fmla="*/ 377047 w 1506550"/>
                <a:gd name="connsiteY242" fmla="*/ 145901 h 1721303"/>
                <a:gd name="connsiteX243" fmla="*/ 380326 w 1506550"/>
                <a:gd name="connsiteY243" fmla="*/ 144262 h 1721303"/>
                <a:gd name="connsiteX244" fmla="*/ 383605 w 1506550"/>
                <a:gd name="connsiteY244" fmla="*/ 145901 h 1721303"/>
                <a:gd name="connsiteX245" fmla="*/ 388523 w 1506550"/>
                <a:gd name="connsiteY245" fmla="*/ 142622 h 1721303"/>
                <a:gd name="connsiteX246" fmla="*/ 391802 w 1506550"/>
                <a:gd name="connsiteY246" fmla="*/ 139344 h 1721303"/>
                <a:gd name="connsiteX247" fmla="*/ 395080 w 1506550"/>
                <a:gd name="connsiteY247" fmla="*/ 137705 h 1721303"/>
                <a:gd name="connsiteX248" fmla="*/ 399998 w 1506550"/>
                <a:gd name="connsiteY248" fmla="*/ 137705 h 1721303"/>
                <a:gd name="connsiteX249" fmla="*/ 399998 w 1506550"/>
                <a:gd name="connsiteY249" fmla="*/ 134426 h 1721303"/>
                <a:gd name="connsiteX250" fmla="*/ 399998 w 1506550"/>
                <a:gd name="connsiteY250" fmla="*/ 132786 h 1721303"/>
                <a:gd name="connsiteX251" fmla="*/ 401638 w 1506550"/>
                <a:gd name="connsiteY251" fmla="*/ 129508 h 1721303"/>
                <a:gd name="connsiteX252" fmla="*/ 401638 w 1506550"/>
                <a:gd name="connsiteY252" fmla="*/ 126229 h 1721303"/>
                <a:gd name="connsiteX253" fmla="*/ 398359 w 1506550"/>
                <a:gd name="connsiteY253" fmla="*/ 124590 h 1721303"/>
                <a:gd name="connsiteX254" fmla="*/ 393441 w 1506550"/>
                <a:gd name="connsiteY254" fmla="*/ 124590 h 1721303"/>
                <a:gd name="connsiteX255" fmla="*/ 390162 w 1506550"/>
                <a:gd name="connsiteY255" fmla="*/ 124590 h 1721303"/>
                <a:gd name="connsiteX256" fmla="*/ 386884 w 1506550"/>
                <a:gd name="connsiteY256" fmla="*/ 124590 h 1721303"/>
                <a:gd name="connsiteX257" fmla="*/ 383605 w 1506550"/>
                <a:gd name="connsiteY257" fmla="*/ 124590 h 1721303"/>
                <a:gd name="connsiteX258" fmla="*/ 378687 w 1506550"/>
                <a:gd name="connsiteY258" fmla="*/ 122950 h 1721303"/>
                <a:gd name="connsiteX259" fmla="*/ 375408 w 1506550"/>
                <a:gd name="connsiteY259" fmla="*/ 119672 h 1721303"/>
                <a:gd name="connsiteX260" fmla="*/ 377047 w 1506550"/>
                <a:gd name="connsiteY260" fmla="*/ 116393 h 1721303"/>
                <a:gd name="connsiteX261" fmla="*/ 377047 w 1506550"/>
                <a:gd name="connsiteY261" fmla="*/ 113115 h 1721303"/>
                <a:gd name="connsiteX262" fmla="*/ 377047 w 1506550"/>
                <a:gd name="connsiteY262" fmla="*/ 108196 h 1721303"/>
                <a:gd name="connsiteX263" fmla="*/ 373769 w 1506550"/>
                <a:gd name="connsiteY263" fmla="*/ 104918 h 1721303"/>
                <a:gd name="connsiteX264" fmla="*/ 372130 w 1506550"/>
                <a:gd name="connsiteY264" fmla="*/ 101639 h 1721303"/>
                <a:gd name="connsiteX265" fmla="*/ 370490 w 1506550"/>
                <a:gd name="connsiteY265" fmla="*/ 96721 h 1721303"/>
                <a:gd name="connsiteX266" fmla="*/ 368851 w 1506550"/>
                <a:gd name="connsiteY266" fmla="*/ 93442 h 1721303"/>
                <a:gd name="connsiteX267" fmla="*/ 368851 w 1506550"/>
                <a:gd name="connsiteY267" fmla="*/ 90164 h 1721303"/>
                <a:gd name="connsiteX268" fmla="*/ 368851 w 1506550"/>
                <a:gd name="connsiteY268" fmla="*/ 85246 h 1721303"/>
                <a:gd name="connsiteX269" fmla="*/ 368851 w 1506550"/>
                <a:gd name="connsiteY269" fmla="*/ 81967 h 1721303"/>
                <a:gd name="connsiteX270" fmla="*/ 368851 w 1506550"/>
                <a:gd name="connsiteY270" fmla="*/ 78688 h 1721303"/>
                <a:gd name="connsiteX271" fmla="*/ 370490 w 1506550"/>
                <a:gd name="connsiteY271" fmla="*/ 75410 h 1721303"/>
                <a:gd name="connsiteX272" fmla="*/ 368851 w 1506550"/>
                <a:gd name="connsiteY272" fmla="*/ 70492 h 1721303"/>
                <a:gd name="connsiteX273" fmla="*/ 365572 w 1506550"/>
                <a:gd name="connsiteY273" fmla="*/ 67213 h 1721303"/>
                <a:gd name="connsiteX274" fmla="*/ 360654 w 1506550"/>
                <a:gd name="connsiteY274" fmla="*/ 65573 h 1721303"/>
                <a:gd name="connsiteX275" fmla="*/ 357375 w 1506550"/>
                <a:gd name="connsiteY275" fmla="*/ 60656 h 1721303"/>
                <a:gd name="connsiteX276" fmla="*/ 355736 w 1506550"/>
                <a:gd name="connsiteY276" fmla="*/ 57377 h 1721303"/>
                <a:gd name="connsiteX277" fmla="*/ 352457 w 1506550"/>
                <a:gd name="connsiteY277" fmla="*/ 54098 h 1721303"/>
                <a:gd name="connsiteX278" fmla="*/ 350818 w 1506550"/>
                <a:gd name="connsiteY278" fmla="*/ 50820 h 1721303"/>
                <a:gd name="connsiteX279" fmla="*/ 347540 w 1506550"/>
                <a:gd name="connsiteY279" fmla="*/ 45902 h 1721303"/>
                <a:gd name="connsiteX280" fmla="*/ 349179 w 1506550"/>
                <a:gd name="connsiteY280" fmla="*/ 42623 h 1721303"/>
                <a:gd name="connsiteX281" fmla="*/ 354097 w 1506550"/>
                <a:gd name="connsiteY281" fmla="*/ 45902 h 1721303"/>
                <a:gd name="connsiteX282" fmla="*/ 354097 w 1506550"/>
                <a:gd name="connsiteY282" fmla="*/ 45902 h 1721303"/>
                <a:gd name="connsiteX283" fmla="*/ 355736 w 1506550"/>
                <a:gd name="connsiteY283" fmla="*/ 50820 h 1721303"/>
                <a:gd name="connsiteX284" fmla="*/ 359015 w 1506550"/>
                <a:gd name="connsiteY284" fmla="*/ 49180 h 1721303"/>
                <a:gd name="connsiteX285" fmla="*/ 362294 w 1506550"/>
                <a:gd name="connsiteY285" fmla="*/ 49180 h 1721303"/>
                <a:gd name="connsiteX286" fmla="*/ 367212 w 1506550"/>
                <a:gd name="connsiteY286" fmla="*/ 49180 h 1721303"/>
                <a:gd name="connsiteX287" fmla="*/ 370490 w 1506550"/>
                <a:gd name="connsiteY287" fmla="*/ 49180 h 1721303"/>
                <a:gd name="connsiteX288" fmla="*/ 373769 w 1506550"/>
                <a:gd name="connsiteY288" fmla="*/ 52459 h 1721303"/>
                <a:gd name="connsiteX289" fmla="*/ 375408 w 1506550"/>
                <a:gd name="connsiteY289" fmla="*/ 55738 h 1721303"/>
                <a:gd name="connsiteX290" fmla="*/ 377047 w 1506550"/>
                <a:gd name="connsiteY290" fmla="*/ 60656 h 1721303"/>
                <a:gd name="connsiteX291" fmla="*/ 380326 w 1506550"/>
                <a:gd name="connsiteY291" fmla="*/ 59016 h 1721303"/>
                <a:gd name="connsiteX292" fmla="*/ 383605 w 1506550"/>
                <a:gd name="connsiteY292" fmla="*/ 57377 h 1721303"/>
                <a:gd name="connsiteX293" fmla="*/ 388523 w 1506550"/>
                <a:gd name="connsiteY293" fmla="*/ 59016 h 1721303"/>
                <a:gd name="connsiteX294" fmla="*/ 391802 w 1506550"/>
                <a:gd name="connsiteY294" fmla="*/ 57377 h 1721303"/>
                <a:gd name="connsiteX295" fmla="*/ 395080 w 1506550"/>
                <a:gd name="connsiteY295" fmla="*/ 60656 h 1721303"/>
                <a:gd name="connsiteX296" fmla="*/ 399998 w 1506550"/>
                <a:gd name="connsiteY296" fmla="*/ 60656 h 1721303"/>
                <a:gd name="connsiteX297" fmla="*/ 401638 w 1506550"/>
                <a:gd name="connsiteY297" fmla="*/ 57377 h 1721303"/>
                <a:gd name="connsiteX298" fmla="*/ 406556 w 1506550"/>
                <a:gd name="connsiteY298" fmla="*/ 59016 h 1721303"/>
                <a:gd name="connsiteX299" fmla="*/ 408195 w 1506550"/>
                <a:gd name="connsiteY299" fmla="*/ 62295 h 1721303"/>
                <a:gd name="connsiteX300" fmla="*/ 411474 w 1506550"/>
                <a:gd name="connsiteY300" fmla="*/ 65573 h 1721303"/>
                <a:gd name="connsiteX301" fmla="*/ 414752 w 1506550"/>
                <a:gd name="connsiteY301" fmla="*/ 70492 h 1721303"/>
                <a:gd name="connsiteX302" fmla="*/ 418031 w 1506550"/>
                <a:gd name="connsiteY302" fmla="*/ 73770 h 1721303"/>
                <a:gd name="connsiteX303" fmla="*/ 421310 w 1506550"/>
                <a:gd name="connsiteY303" fmla="*/ 75410 h 1721303"/>
                <a:gd name="connsiteX304" fmla="*/ 424588 w 1506550"/>
                <a:gd name="connsiteY304" fmla="*/ 72131 h 1721303"/>
                <a:gd name="connsiteX305" fmla="*/ 426228 w 1506550"/>
                <a:gd name="connsiteY305" fmla="*/ 68852 h 1721303"/>
                <a:gd name="connsiteX306" fmla="*/ 426228 w 1506550"/>
                <a:gd name="connsiteY306" fmla="*/ 65573 h 1721303"/>
                <a:gd name="connsiteX307" fmla="*/ 426228 w 1506550"/>
                <a:gd name="connsiteY307" fmla="*/ 60656 h 1721303"/>
                <a:gd name="connsiteX308" fmla="*/ 426228 w 1506550"/>
                <a:gd name="connsiteY308" fmla="*/ 57377 h 1721303"/>
                <a:gd name="connsiteX309" fmla="*/ 427867 w 1506550"/>
                <a:gd name="connsiteY309" fmla="*/ 54098 h 1721303"/>
                <a:gd name="connsiteX310" fmla="*/ 431146 w 1506550"/>
                <a:gd name="connsiteY310" fmla="*/ 54098 h 1721303"/>
                <a:gd name="connsiteX311" fmla="*/ 434424 w 1506550"/>
                <a:gd name="connsiteY311" fmla="*/ 52459 h 1721303"/>
                <a:gd name="connsiteX312" fmla="*/ 437703 w 1506550"/>
                <a:gd name="connsiteY312" fmla="*/ 49180 h 1721303"/>
                <a:gd name="connsiteX313" fmla="*/ 440982 w 1506550"/>
                <a:gd name="connsiteY313" fmla="*/ 47541 h 1721303"/>
                <a:gd name="connsiteX314" fmla="*/ 444260 w 1506550"/>
                <a:gd name="connsiteY314" fmla="*/ 49180 h 1721303"/>
                <a:gd name="connsiteX315" fmla="*/ 449178 w 1506550"/>
                <a:gd name="connsiteY315" fmla="*/ 50820 h 1721303"/>
                <a:gd name="connsiteX316" fmla="*/ 452457 w 1506550"/>
                <a:gd name="connsiteY316" fmla="*/ 50820 h 1721303"/>
                <a:gd name="connsiteX317" fmla="*/ 455736 w 1506550"/>
                <a:gd name="connsiteY317" fmla="*/ 47541 h 1721303"/>
                <a:gd name="connsiteX318" fmla="*/ 460654 w 1506550"/>
                <a:gd name="connsiteY318" fmla="*/ 49180 h 1721303"/>
                <a:gd name="connsiteX319" fmla="*/ 463932 w 1506550"/>
                <a:gd name="connsiteY319" fmla="*/ 45902 h 1721303"/>
                <a:gd name="connsiteX320" fmla="*/ 467211 w 1506550"/>
                <a:gd name="connsiteY320" fmla="*/ 44262 h 1721303"/>
                <a:gd name="connsiteX321" fmla="*/ 470490 w 1506550"/>
                <a:gd name="connsiteY321" fmla="*/ 44262 h 1721303"/>
                <a:gd name="connsiteX322" fmla="*/ 475408 w 1506550"/>
                <a:gd name="connsiteY322" fmla="*/ 40983 h 1721303"/>
                <a:gd name="connsiteX323" fmla="*/ 475408 w 1506550"/>
                <a:gd name="connsiteY323" fmla="*/ 37705 h 1721303"/>
                <a:gd name="connsiteX324" fmla="*/ 478687 w 1506550"/>
                <a:gd name="connsiteY324" fmla="*/ 36066 h 1721303"/>
                <a:gd name="connsiteX325" fmla="*/ 481965 w 1506550"/>
                <a:gd name="connsiteY325" fmla="*/ 36066 h 1721303"/>
                <a:gd name="connsiteX326" fmla="*/ 483604 w 1506550"/>
                <a:gd name="connsiteY326" fmla="*/ 32787 h 1721303"/>
                <a:gd name="connsiteX327" fmla="*/ 486883 w 1506550"/>
                <a:gd name="connsiteY327" fmla="*/ 32787 h 1721303"/>
                <a:gd name="connsiteX328" fmla="*/ 488522 w 1506550"/>
                <a:gd name="connsiteY328" fmla="*/ 34426 h 1721303"/>
                <a:gd name="connsiteX329" fmla="*/ 491801 w 1506550"/>
                <a:gd name="connsiteY329" fmla="*/ 32787 h 1721303"/>
                <a:gd name="connsiteX330" fmla="*/ 496719 w 1506550"/>
                <a:gd name="connsiteY330" fmla="*/ 31148 h 1721303"/>
                <a:gd name="connsiteX331" fmla="*/ 496719 w 1506550"/>
                <a:gd name="connsiteY331" fmla="*/ 27869 h 1721303"/>
                <a:gd name="connsiteX332" fmla="*/ 499998 w 1506550"/>
                <a:gd name="connsiteY332" fmla="*/ 24590 h 1721303"/>
                <a:gd name="connsiteX333" fmla="*/ 504916 w 1506550"/>
                <a:gd name="connsiteY333" fmla="*/ 21312 h 1721303"/>
                <a:gd name="connsiteX334" fmla="*/ 508194 w 1506550"/>
                <a:gd name="connsiteY334" fmla="*/ 18033 h 1721303"/>
                <a:gd name="connsiteX335" fmla="*/ 509834 w 1506550"/>
                <a:gd name="connsiteY335" fmla="*/ 14754 h 1721303"/>
                <a:gd name="connsiteX336" fmla="*/ 511473 w 1506550"/>
                <a:gd name="connsiteY336" fmla="*/ 11476 h 1721303"/>
                <a:gd name="connsiteX337" fmla="*/ 509834 w 1506550"/>
                <a:gd name="connsiteY337" fmla="*/ 9836 h 1721303"/>
                <a:gd name="connsiteX338" fmla="*/ 509834 w 1506550"/>
                <a:gd name="connsiteY338" fmla="*/ 6558 h 1721303"/>
                <a:gd name="connsiteX339" fmla="*/ 506555 w 1506550"/>
                <a:gd name="connsiteY339" fmla="*/ 1639 h 1721303"/>
                <a:gd name="connsiteX340" fmla="*/ 508194 w 1506550"/>
                <a:gd name="connsiteY340" fmla="*/ 1639 h 1721303"/>
                <a:gd name="connsiteX341" fmla="*/ 511473 w 1506550"/>
                <a:gd name="connsiteY341" fmla="*/ 1639 h 1721303"/>
                <a:gd name="connsiteX342" fmla="*/ 514752 w 1506550"/>
                <a:gd name="connsiteY342" fmla="*/ 3279 h 1721303"/>
                <a:gd name="connsiteX343" fmla="*/ 519670 w 1506550"/>
                <a:gd name="connsiteY343" fmla="*/ 1639 h 1721303"/>
                <a:gd name="connsiteX344" fmla="*/ 522949 w 1506550"/>
                <a:gd name="connsiteY344" fmla="*/ 1639 h 1721303"/>
                <a:gd name="connsiteX345" fmla="*/ 526227 w 1506550"/>
                <a:gd name="connsiteY345" fmla="*/ 0 h 1721303"/>
                <a:gd name="connsiteX346" fmla="*/ 529506 w 1506550"/>
                <a:gd name="connsiteY346" fmla="*/ 1639 h 1721303"/>
                <a:gd name="connsiteX347" fmla="*/ 531145 w 1506550"/>
                <a:gd name="connsiteY347" fmla="*/ 4918 h 1721303"/>
                <a:gd name="connsiteX348" fmla="*/ 534424 w 1506550"/>
                <a:gd name="connsiteY348" fmla="*/ 6558 h 1721303"/>
                <a:gd name="connsiteX349" fmla="*/ 534424 w 1506550"/>
                <a:gd name="connsiteY349" fmla="*/ 9836 h 1721303"/>
                <a:gd name="connsiteX350" fmla="*/ 534424 w 1506550"/>
                <a:gd name="connsiteY350" fmla="*/ 14754 h 1721303"/>
                <a:gd name="connsiteX351" fmla="*/ 534424 w 1506550"/>
                <a:gd name="connsiteY351" fmla="*/ 14754 h 1721303"/>
                <a:gd name="connsiteX352" fmla="*/ 532784 w 1506550"/>
                <a:gd name="connsiteY352" fmla="*/ 18033 h 1721303"/>
                <a:gd name="connsiteX353" fmla="*/ 532784 w 1506550"/>
                <a:gd name="connsiteY353" fmla="*/ 21312 h 1721303"/>
                <a:gd name="connsiteX354" fmla="*/ 531145 w 1506550"/>
                <a:gd name="connsiteY354" fmla="*/ 26229 h 1721303"/>
                <a:gd name="connsiteX355" fmla="*/ 527867 w 1506550"/>
                <a:gd name="connsiteY355" fmla="*/ 29508 h 1721303"/>
                <a:gd name="connsiteX356" fmla="*/ 531145 w 1506550"/>
                <a:gd name="connsiteY356" fmla="*/ 32787 h 1721303"/>
                <a:gd name="connsiteX357" fmla="*/ 532784 w 1506550"/>
                <a:gd name="connsiteY357" fmla="*/ 32787 h 1721303"/>
                <a:gd name="connsiteX358" fmla="*/ 536063 w 1506550"/>
                <a:gd name="connsiteY358" fmla="*/ 34426 h 1721303"/>
                <a:gd name="connsiteX359" fmla="*/ 540981 w 1506550"/>
                <a:gd name="connsiteY359" fmla="*/ 36066 h 1721303"/>
                <a:gd name="connsiteX360" fmla="*/ 544260 w 1506550"/>
                <a:gd name="connsiteY360" fmla="*/ 37705 h 1721303"/>
                <a:gd name="connsiteX361" fmla="*/ 545899 w 1506550"/>
                <a:gd name="connsiteY361" fmla="*/ 39344 h 1721303"/>
                <a:gd name="connsiteX362" fmla="*/ 542621 w 1506550"/>
                <a:gd name="connsiteY362" fmla="*/ 42623 h 1721303"/>
                <a:gd name="connsiteX363" fmla="*/ 542621 w 1506550"/>
                <a:gd name="connsiteY363" fmla="*/ 45902 h 1721303"/>
                <a:gd name="connsiteX364" fmla="*/ 545899 w 1506550"/>
                <a:gd name="connsiteY364" fmla="*/ 50820 h 1721303"/>
                <a:gd name="connsiteX365" fmla="*/ 547539 w 1506550"/>
                <a:gd name="connsiteY365" fmla="*/ 54098 h 1721303"/>
                <a:gd name="connsiteX366" fmla="*/ 550817 w 1506550"/>
                <a:gd name="connsiteY366" fmla="*/ 57377 h 1721303"/>
                <a:gd name="connsiteX367" fmla="*/ 547539 w 1506550"/>
                <a:gd name="connsiteY367" fmla="*/ 60656 h 1721303"/>
                <a:gd name="connsiteX368" fmla="*/ 545899 w 1506550"/>
                <a:gd name="connsiteY368" fmla="*/ 65573 h 1721303"/>
                <a:gd name="connsiteX369" fmla="*/ 544260 w 1506550"/>
                <a:gd name="connsiteY369" fmla="*/ 68852 h 1721303"/>
                <a:gd name="connsiteX370" fmla="*/ 540981 w 1506550"/>
                <a:gd name="connsiteY370" fmla="*/ 72131 h 1721303"/>
                <a:gd name="connsiteX371" fmla="*/ 537703 w 1506550"/>
                <a:gd name="connsiteY371" fmla="*/ 75410 h 1721303"/>
                <a:gd name="connsiteX372" fmla="*/ 539342 w 1506550"/>
                <a:gd name="connsiteY372" fmla="*/ 78688 h 1721303"/>
                <a:gd name="connsiteX373" fmla="*/ 539342 w 1506550"/>
                <a:gd name="connsiteY373" fmla="*/ 81967 h 1721303"/>
                <a:gd name="connsiteX374" fmla="*/ 537703 w 1506550"/>
                <a:gd name="connsiteY374" fmla="*/ 85246 h 1721303"/>
                <a:gd name="connsiteX375" fmla="*/ 536063 w 1506550"/>
                <a:gd name="connsiteY375" fmla="*/ 90164 h 1721303"/>
                <a:gd name="connsiteX376" fmla="*/ 536063 w 1506550"/>
                <a:gd name="connsiteY376" fmla="*/ 93442 h 1721303"/>
                <a:gd name="connsiteX377" fmla="*/ 532784 w 1506550"/>
                <a:gd name="connsiteY377" fmla="*/ 96721 h 1721303"/>
                <a:gd name="connsiteX378" fmla="*/ 532784 w 1506550"/>
                <a:gd name="connsiteY378" fmla="*/ 101639 h 1721303"/>
                <a:gd name="connsiteX379" fmla="*/ 532784 w 1506550"/>
                <a:gd name="connsiteY379" fmla="*/ 104918 h 1721303"/>
                <a:gd name="connsiteX380" fmla="*/ 532784 w 1506550"/>
                <a:gd name="connsiteY380" fmla="*/ 108196 h 1721303"/>
                <a:gd name="connsiteX381" fmla="*/ 531145 w 1506550"/>
                <a:gd name="connsiteY381" fmla="*/ 113115 h 1721303"/>
                <a:gd name="connsiteX382" fmla="*/ 532784 w 1506550"/>
                <a:gd name="connsiteY382" fmla="*/ 116393 h 1721303"/>
                <a:gd name="connsiteX383" fmla="*/ 534424 w 1506550"/>
                <a:gd name="connsiteY383" fmla="*/ 119672 h 1721303"/>
                <a:gd name="connsiteX384" fmla="*/ 536063 w 1506550"/>
                <a:gd name="connsiteY384" fmla="*/ 122950 h 1721303"/>
                <a:gd name="connsiteX385" fmla="*/ 534424 w 1506550"/>
                <a:gd name="connsiteY385" fmla="*/ 127869 h 1721303"/>
                <a:gd name="connsiteX386" fmla="*/ 539342 w 1506550"/>
                <a:gd name="connsiteY386" fmla="*/ 131147 h 1721303"/>
                <a:gd name="connsiteX387" fmla="*/ 540981 w 1506550"/>
                <a:gd name="connsiteY387" fmla="*/ 134426 h 1721303"/>
                <a:gd name="connsiteX388" fmla="*/ 540981 w 1506550"/>
                <a:gd name="connsiteY388" fmla="*/ 137705 h 1721303"/>
                <a:gd name="connsiteX389" fmla="*/ 540981 w 1506550"/>
                <a:gd name="connsiteY389" fmla="*/ 142622 h 1721303"/>
                <a:gd name="connsiteX390" fmla="*/ 540981 w 1506550"/>
                <a:gd name="connsiteY390" fmla="*/ 145901 h 1721303"/>
                <a:gd name="connsiteX391" fmla="*/ 540981 w 1506550"/>
                <a:gd name="connsiteY391" fmla="*/ 149180 h 1721303"/>
                <a:gd name="connsiteX392" fmla="*/ 544260 w 1506550"/>
                <a:gd name="connsiteY392" fmla="*/ 150819 h 1721303"/>
                <a:gd name="connsiteX393" fmla="*/ 544260 w 1506550"/>
                <a:gd name="connsiteY393" fmla="*/ 150819 h 1721303"/>
                <a:gd name="connsiteX394" fmla="*/ 542621 w 1506550"/>
                <a:gd name="connsiteY394" fmla="*/ 154098 h 1721303"/>
                <a:gd name="connsiteX395" fmla="*/ 547539 w 1506550"/>
                <a:gd name="connsiteY395" fmla="*/ 155737 h 1721303"/>
                <a:gd name="connsiteX396" fmla="*/ 550817 w 1506550"/>
                <a:gd name="connsiteY396" fmla="*/ 159016 h 1721303"/>
                <a:gd name="connsiteX397" fmla="*/ 552457 w 1506550"/>
                <a:gd name="connsiteY397" fmla="*/ 163934 h 1721303"/>
                <a:gd name="connsiteX398" fmla="*/ 557375 w 1506550"/>
                <a:gd name="connsiteY398" fmla="*/ 165573 h 1721303"/>
                <a:gd name="connsiteX399" fmla="*/ 557375 w 1506550"/>
                <a:gd name="connsiteY399" fmla="*/ 168852 h 1721303"/>
                <a:gd name="connsiteX400" fmla="*/ 562293 w 1506550"/>
                <a:gd name="connsiteY400" fmla="*/ 172130 h 1721303"/>
                <a:gd name="connsiteX401" fmla="*/ 565571 w 1506550"/>
                <a:gd name="connsiteY401" fmla="*/ 173770 h 1721303"/>
                <a:gd name="connsiteX402" fmla="*/ 570489 w 1506550"/>
                <a:gd name="connsiteY402" fmla="*/ 173770 h 1721303"/>
                <a:gd name="connsiteX403" fmla="*/ 570489 w 1506550"/>
                <a:gd name="connsiteY403" fmla="*/ 173770 h 1721303"/>
                <a:gd name="connsiteX404" fmla="*/ 572129 w 1506550"/>
                <a:gd name="connsiteY404" fmla="*/ 177049 h 1721303"/>
                <a:gd name="connsiteX405" fmla="*/ 577047 w 1506550"/>
                <a:gd name="connsiteY405" fmla="*/ 180327 h 1721303"/>
                <a:gd name="connsiteX406" fmla="*/ 580325 w 1506550"/>
                <a:gd name="connsiteY406" fmla="*/ 177049 h 1721303"/>
                <a:gd name="connsiteX407" fmla="*/ 583604 w 1506550"/>
                <a:gd name="connsiteY407" fmla="*/ 175409 h 1721303"/>
                <a:gd name="connsiteX408" fmla="*/ 586883 w 1506550"/>
                <a:gd name="connsiteY408" fmla="*/ 175409 h 1721303"/>
                <a:gd name="connsiteX409" fmla="*/ 590161 w 1506550"/>
                <a:gd name="connsiteY409" fmla="*/ 172130 h 1721303"/>
                <a:gd name="connsiteX410" fmla="*/ 588522 w 1506550"/>
                <a:gd name="connsiteY410" fmla="*/ 168852 h 1721303"/>
                <a:gd name="connsiteX411" fmla="*/ 588522 w 1506550"/>
                <a:gd name="connsiteY411" fmla="*/ 167213 h 1721303"/>
                <a:gd name="connsiteX412" fmla="*/ 591801 w 1506550"/>
                <a:gd name="connsiteY412" fmla="*/ 167213 h 1721303"/>
                <a:gd name="connsiteX413" fmla="*/ 595079 w 1506550"/>
                <a:gd name="connsiteY413" fmla="*/ 163934 h 1721303"/>
                <a:gd name="connsiteX414" fmla="*/ 598358 w 1506550"/>
                <a:gd name="connsiteY414" fmla="*/ 163934 h 1721303"/>
                <a:gd name="connsiteX415" fmla="*/ 601637 w 1506550"/>
                <a:gd name="connsiteY415" fmla="*/ 163934 h 1721303"/>
                <a:gd name="connsiteX416" fmla="*/ 606555 w 1506550"/>
                <a:gd name="connsiteY416" fmla="*/ 165573 h 1721303"/>
                <a:gd name="connsiteX417" fmla="*/ 608194 w 1506550"/>
                <a:gd name="connsiteY417" fmla="*/ 160655 h 1721303"/>
                <a:gd name="connsiteX418" fmla="*/ 613112 w 1506550"/>
                <a:gd name="connsiteY418" fmla="*/ 159016 h 1721303"/>
                <a:gd name="connsiteX419" fmla="*/ 616391 w 1506550"/>
                <a:gd name="connsiteY419" fmla="*/ 155737 h 1721303"/>
                <a:gd name="connsiteX420" fmla="*/ 619669 w 1506550"/>
                <a:gd name="connsiteY420" fmla="*/ 155737 h 1721303"/>
                <a:gd name="connsiteX421" fmla="*/ 622948 w 1506550"/>
                <a:gd name="connsiteY421" fmla="*/ 157376 h 1721303"/>
                <a:gd name="connsiteX422" fmla="*/ 627866 w 1506550"/>
                <a:gd name="connsiteY422" fmla="*/ 154098 h 1721303"/>
                <a:gd name="connsiteX423" fmla="*/ 629505 w 1506550"/>
                <a:gd name="connsiteY423" fmla="*/ 150819 h 1721303"/>
                <a:gd name="connsiteX424" fmla="*/ 632784 w 1506550"/>
                <a:gd name="connsiteY424" fmla="*/ 145901 h 1721303"/>
                <a:gd name="connsiteX425" fmla="*/ 636063 w 1506550"/>
                <a:gd name="connsiteY425" fmla="*/ 144262 h 1721303"/>
                <a:gd name="connsiteX426" fmla="*/ 639341 w 1506550"/>
                <a:gd name="connsiteY426" fmla="*/ 144262 h 1721303"/>
                <a:gd name="connsiteX427" fmla="*/ 644259 w 1506550"/>
                <a:gd name="connsiteY427" fmla="*/ 142622 h 1721303"/>
                <a:gd name="connsiteX428" fmla="*/ 645899 w 1506550"/>
                <a:gd name="connsiteY428" fmla="*/ 145901 h 1721303"/>
                <a:gd name="connsiteX429" fmla="*/ 649177 w 1506550"/>
                <a:gd name="connsiteY429" fmla="*/ 147540 h 1721303"/>
                <a:gd name="connsiteX430" fmla="*/ 652456 w 1506550"/>
                <a:gd name="connsiteY430" fmla="*/ 149180 h 1721303"/>
                <a:gd name="connsiteX431" fmla="*/ 657374 w 1506550"/>
                <a:gd name="connsiteY431" fmla="*/ 147540 h 1721303"/>
                <a:gd name="connsiteX432" fmla="*/ 660653 w 1506550"/>
                <a:gd name="connsiteY432" fmla="*/ 145901 h 1721303"/>
                <a:gd name="connsiteX433" fmla="*/ 663931 w 1506550"/>
                <a:gd name="connsiteY433" fmla="*/ 147540 h 1721303"/>
                <a:gd name="connsiteX434" fmla="*/ 663931 w 1506550"/>
                <a:gd name="connsiteY434" fmla="*/ 147540 h 1721303"/>
                <a:gd name="connsiteX435" fmla="*/ 667210 w 1506550"/>
                <a:gd name="connsiteY435" fmla="*/ 145901 h 1721303"/>
                <a:gd name="connsiteX436" fmla="*/ 670489 w 1506550"/>
                <a:gd name="connsiteY436" fmla="*/ 147540 h 1721303"/>
                <a:gd name="connsiteX437" fmla="*/ 673768 w 1506550"/>
                <a:gd name="connsiteY437" fmla="*/ 147540 h 1721303"/>
                <a:gd name="connsiteX438" fmla="*/ 677046 w 1506550"/>
                <a:gd name="connsiteY438" fmla="*/ 149180 h 1721303"/>
                <a:gd name="connsiteX439" fmla="*/ 681964 w 1506550"/>
                <a:gd name="connsiteY439" fmla="*/ 150819 h 1721303"/>
                <a:gd name="connsiteX440" fmla="*/ 685243 w 1506550"/>
                <a:gd name="connsiteY440" fmla="*/ 150819 h 1721303"/>
                <a:gd name="connsiteX441" fmla="*/ 688521 w 1506550"/>
                <a:gd name="connsiteY441" fmla="*/ 147540 h 1721303"/>
                <a:gd name="connsiteX442" fmla="*/ 688521 w 1506550"/>
                <a:gd name="connsiteY442" fmla="*/ 142622 h 1721303"/>
                <a:gd name="connsiteX443" fmla="*/ 686882 w 1506550"/>
                <a:gd name="connsiteY443" fmla="*/ 139344 h 1721303"/>
                <a:gd name="connsiteX444" fmla="*/ 683604 w 1506550"/>
                <a:gd name="connsiteY444" fmla="*/ 136065 h 1721303"/>
                <a:gd name="connsiteX445" fmla="*/ 680325 w 1506550"/>
                <a:gd name="connsiteY445" fmla="*/ 132786 h 1721303"/>
                <a:gd name="connsiteX446" fmla="*/ 681964 w 1506550"/>
                <a:gd name="connsiteY446" fmla="*/ 127869 h 1721303"/>
                <a:gd name="connsiteX447" fmla="*/ 685243 w 1506550"/>
                <a:gd name="connsiteY447" fmla="*/ 126229 h 1721303"/>
                <a:gd name="connsiteX448" fmla="*/ 685243 w 1506550"/>
                <a:gd name="connsiteY448" fmla="*/ 122950 h 1721303"/>
                <a:gd name="connsiteX449" fmla="*/ 690161 w 1506550"/>
                <a:gd name="connsiteY449" fmla="*/ 121311 h 1721303"/>
                <a:gd name="connsiteX450" fmla="*/ 693440 w 1506550"/>
                <a:gd name="connsiteY450" fmla="*/ 124590 h 1721303"/>
                <a:gd name="connsiteX451" fmla="*/ 696718 w 1506550"/>
                <a:gd name="connsiteY451" fmla="*/ 126229 h 1721303"/>
                <a:gd name="connsiteX452" fmla="*/ 699997 w 1506550"/>
                <a:gd name="connsiteY452" fmla="*/ 124590 h 1721303"/>
                <a:gd name="connsiteX453" fmla="*/ 704915 w 1506550"/>
                <a:gd name="connsiteY453" fmla="*/ 124590 h 1721303"/>
                <a:gd name="connsiteX454" fmla="*/ 708194 w 1506550"/>
                <a:gd name="connsiteY454" fmla="*/ 124590 h 1721303"/>
                <a:gd name="connsiteX455" fmla="*/ 711472 w 1506550"/>
                <a:gd name="connsiteY455" fmla="*/ 121311 h 1721303"/>
                <a:gd name="connsiteX456" fmla="*/ 714751 w 1506550"/>
                <a:gd name="connsiteY456" fmla="*/ 121311 h 1721303"/>
                <a:gd name="connsiteX457" fmla="*/ 719669 w 1506550"/>
                <a:gd name="connsiteY457" fmla="*/ 118032 h 1721303"/>
                <a:gd name="connsiteX458" fmla="*/ 722948 w 1506550"/>
                <a:gd name="connsiteY458" fmla="*/ 118032 h 1721303"/>
                <a:gd name="connsiteX459" fmla="*/ 722948 w 1506550"/>
                <a:gd name="connsiteY459" fmla="*/ 118032 h 1721303"/>
                <a:gd name="connsiteX460" fmla="*/ 724587 w 1506550"/>
                <a:gd name="connsiteY460" fmla="*/ 118032 h 1721303"/>
                <a:gd name="connsiteX461" fmla="*/ 726226 w 1506550"/>
                <a:gd name="connsiteY461" fmla="*/ 121311 h 1721303"/>
                <a:gd name="connsiteX462" fmla="*/ 731144 w 1506550"/>
                <a:gd name="connsiteY462" fmla="*/ 124590 h 1721303"/>
                <a:gd name="connsiteX463" fmla="*/ 732784 w 1506550"/>
                <a:gd name="connsiteY463" fmla="*/ 122950 h 1721303"/>
                <a:gd name="connsiteX464" fmla="*/ 734423 w 1506550"/>
                <a:gd name="connsiteY464" fmla="*/ 127869 h 1721303"/>
                <a:gd name="connsiteX465" fmla="*/ 739341 w 1506550"/>
                <a:gd name="connsiteY465" fmla="*/ 129508 h 1721303"/>
                <a:gd name="connsiteX466" fmla="*/ 739341 w 1506550"/>
                <a:gd name="connsiteY466" fmla="*/ 129508 h 1721303"/>
                <a:gd name="connsiteX467" fmla="*/ 742620 w 1506550"/>
                <a:gd name="connsiteY467" fmla="*/ 132786 h 1721303"/>
                <a:gd name="connsiteX468" fmla="*/ 745898 w 1506550"/>
                <a:gd name="connsiteY468" fmla="*/ 134426 h 1721303"/>
                <a:gd name="connsiteX469" fmla="*/ 750816 w 1506550"/>
                <a:gd name="connsiteY469" fmla="*/ 136065 h 1721303"/>
                <a:gd name="connsiteX470" fmla="*/ 754095 w 1506550"/>
                <a:gd name="connsiteY470" fmla="*/ 136065 h 1721303"/>
                <a:gd name="connsiteX471" fmla="*/ 757374 w 1506550"/>
                <a:gd name="connsiteY471" fmla="*/ 139344 h 1721303"/>
                <a:gd name="connsiteX472" fmla="*/ 760652 w 1506550"/>
                <a:gd name="connsiteY472" fmla="*/ 134426 h 1721303"/>
                <a:gd name="connsiteX473" fmla="*/ 763931 w 1506550"/>
                <a:gd name="connsiteY473" fmla="*/ 134426 h 1721303"/>
                <a:gd name="connsiteX474" fmla="*/ 767210 w 1506550"/>
                <a:gd name="connsiteY474" fmla="*/ 131147 h 1721303"/>
                <a:gd name="connsiteX475" fmla="*/ 770488 w 1506550"/>
                <a:gd name="connsiteY475" fmla="*/ 127869 h 1721303"/>
                <a:gd name="connsiteX476" fmla="*/ 775406 w 1506550"/>
                <a:gd name="connsiteY476" fmla="*/ 131147 h 1721303"/>
                <a:gd name="connsiteX477" fmla="*/ 778685 w 1506550"/>
                <a:gd name="connsiteY477" fmla="*/ 131147 h 1721303"/>
                <a:gd name="connsiteX478" fmla="*/ 781964 w 1506550"/>
                <a:gd name="connsiteY478" fmla="*/ 132786 h 1721303"/>
                <a:gd name="connsiteX479" fmla="*/ 785242 w 1506550"/>
                <a:gd name="connsiteY479" fmla="*/ 131147 h 1721303"/>
                <a:gd name="connsiteX480" fmla="*/ 790161 w 1506550"/>
                <a:gd name="connsiteY480" fmla="*/ 129508 h 1721303"/>
                <a:gd name="connsiteX481" fmla="*/ 791800 w 1506550"/>
                <a:gd name="connsiteY481" fmla="*/ 132786 h 1721303"/>
                <a:gd name="connsiteX482" fmla="*/ 790161 w 1506550"/>
                <a:gd name="connsiteY482" fmla="*/ 134426 h 1721303"/>
                <a:gd name="connsiteX483" fmla="*/ 795078 w 1506550"/>
                <a:gd name="connsiteY483" fmla="*/ 134426 h 1721303"/>
                <a:gd name="connsiteX484" fmla="*/ 798357 w 1506550"/>
                <a:gd name="connsiteY484" fmla="*/ 134426 h 1721303"/>
                <a:gd name="connsiteX485" fmla="*/ 801636 w 1506550"/>
                <a:gd name="connsiteY485" fmla="*/ 136065 h 1721303"/>
                <a:gd name="connsiteX486" fmla="*/ 804914 w 1506550"/>
                <a:gd name="connsiteY486" fmla="*/ 132786 h 1721303"/>
                <a:gd name="connsiteX487" fmla="*/ 809833 w 1506550"/>
                <a:gd name="connsiteY487" fmla="*/ 129508 h 1721303"/>
                <a:gd name="connsiteX488" fmla="*/ 813111 w 1506550"/>
                <a:gd name="connsiteY488" fmla="*/ 127869 h 1721303"/>
                <a:gd name="connsiteX489" fmla="*/ 814751 w 1506550"/>
                <a:gd name="connsiteY489" fmla="*/ 124590 h 1721303"/>
                <a:gd name="connsiteX490" fmla="*/ 818029 w 1506550"/>
                <a:gd name="connsiteY490" fmla="*/ 119672 h 1721303"/>
                <a:gd name="connsiteX491" fmla="*/ 818029 w 1506550"/>
                <a:gd name="connsiteY491" fmla="*/ 116393 h 1721303"/>
                <a:gd name="connsiteX492" fmla="*/ 819668 w 1506550"/>
                <a:gd name="connsiteY492" fmla="*/ 113115 h 1721303"/>
                <a:gd name="connsiteX493" fmla="*/ 821308 w 1506550"/>
                <a:gd name="connsiteY493" fmla="*/ 109836 h 1721303"/>
                <a:gd name="connsiteX494" fmla="*/ 822947 w 1506550"/>
                <a:gd name="connsiteY494" fmla="*/ 104918 h 1721303"/>
                <a:gd name="connsiteX495" fmla="*/ 824586 w 1506550"/>
                <a:gd name="connsiteY495" fmla="*/ 101639 h 1721303"/>
                <a:gd name="connsiteX496" fmla="*/ 826226 w 1506550"/>
                <a:gd name="connsiteY496" fmla="*/ 98360 h 1721303"/>
                <a:gd name="connsiteX497" fmla="*/ 826226 w 1506550"/>
                <a:gd name="connsiteY497" fmla="*/ 93442 h 1721303"/>
                <a:gd name="connsiteX498" fmla="*/ 827865 w 1506550"/>
                <a:gd name="connsiteY498" fmla="*/ 91803 h 1721303"/>
                <a:gd name="connsiteX499" fmla="*/ 829505 w 1506550"/>
                <a:gd name="connsiteY499" fmla="*/ 88525 h 1721303"/>
                <a:gd name="connsiteX500" fmla="*/ 832783 w 1506550"/>
                <a:gd name="connsiteY500" fmla="*/ 85246 h 1721303"/>
                <a:gd name="connsiteX501" fmla="*/ 836062 w 1506550"/>
                <a:gd name="connsiteY501" fmla="*/ 81967 h 1721303"/>
                <a:gd name="connsiteX502" fmla="*/ 837701 w 1506550"/>
                <a:gd name="connsiteY502" fmla="*/ 77049 h 1721303"/>
                <a:gd name="connsiteX503" fmla="*/ 839341 w 1506550"/>
                <a:gd name="connsiteY503" fmla="*/ 73770 h 1721303"/>
                <a:gd name="connsiteX504" fmla="*/ 840980 w 1506550"/>
                <a:gd name="connsiteY504" fmla="*/ 70492 h 1721303"/>
                <a:gd name="connsiteX505" fmla="*/ 844258 w 1506550"/>
                <a:gd name="connsiteY505" fmla="*/ 65573 h 1721303"/>
                <a:gd name="connsiteX506" fmla="*/ 845898 w 1506550"/>
                <a:gd name="connsiteY506" fmla="*/ 62295 h 1721303"/>
                <a:gd name="connsiteX507" fmla="*/ 849177 w 1506550"/>
                <a:gd name="connsiteY507" fmla="*/ 59016 h 1721303"/>
                <a:gd name="connsiteX508" fmla="*/ 850816 w 1506550"/>
                <a:gd name="connsiteY508" fmla="*/ 54098 h 1721303"/>
                <a:gd name="connsiteX509" fmla="*/ 852455 w 1506550"/>
                <a:gd name="connsiteY509" fmla="*/ 54098 h 1721303"/>
                <a:gd name="connsiteX510" fmla="*/ 855734 w 1506550"/>
                <a:gd name="connsiteY510" fmla="*/ 52459 h 1721303"/>
                <a:gd name="connsiteX511" fmla="*/ 859013 w 1506550"/>
                <a:gd name="connsiteY511" fmla="*/ 47541 h 1721303"/>
                <a:gd name="connsiteX512" fmla="*/ 860652 w 1506550"/>
                <a:gd name="connsiteY512" fmla="*/ 52459 h 1721303"/>
                <a:gd name="connsiteX513" fmla="*/ 862291 w 1506550"/>
                <a:gd name="connsiteY513" fmla="*/ 55738 h 1721303"/>
                <a:gd name="connsiteX514" fmla="*/ 860652 w 1506550"/>
                <a:gd name="connsiteY514" fmla="*/ 52459 h 1721303"/>
                <a:gd name="connsiteX515" fmla="*/ 859013 w 1506550"/>
                <a:gd name="connsiteY515" fmla="*/ 47541 h 1721303"/>
                <a:gd name="connsiteX516" fmla="*/ 859013 w 1506550"/>
                <a:gd name="connsiteY516" fmla="*/ 44262 h 1721303"/>
                <a:gd name="connsiteX517" fmla="*/ 860652 w 1506550"/>
                <a:gd name="connsiteY517" fmla="*/ 40983 h 1721303"/>
                <a:gd name="connsiteX518" fmla="*/ 865570 w 1506550"/>
                <a:gd name="connsiteY518" fmla="*/ 42623 h 1721303"/>
                <a:gd name="connsiteX519" fmla="*/ 868849 w 1506550"/>
                <a:gd name="connsiteY519" fmla="*/ 47541 h 1721303"/>
                <a:gd name="connsiteX520" fmla="*/ 870488 w 1506550"/>
                <a:gd name="connsiteY520" fmla="*/ 50820 h 1721303"/>
                <a:gd name="connsiteX521" fmla="*/ 873767 w 1506550"/>
                <a:gd name="connsiteY521" fmla="*/ 55738 h 1721303"/>
                <a:gd name="connsiteX522" fmla="*/ 873767 w 1506550"/>
                <a:gd name="connsiteY522" fmla="*/ 59016 h 1721303"/>
                <a:gd name="connsiteX523" fmla="*/ 873767 w 1506550"/>
                <a:gd name="connsiteY523" fmla="*/ 62295 h 1721303"/>
                <a:gd name="connsiteX524" fmla="*/ 872127 w 1506550"/>
                <a:gd name="connsiteY524" fmla="*/ 67213 h 1721303"/>
                <a:gd name="connsiteX525" fmla="*/ 872127 w 1506550"/>
                <a:gd name="connsiteY525" fmla="*/ 70492 h 1721303"/>
                <a:gd name="connsiteX526" fmla="*/ 873767 w 1506550"/>
                <a:gd name="connsiteY526" fmla="*/ 68852 h 1721303"/>
                <a:gd name="connsiteX527" fmla="*/ 873767 w 1506550"/>
                <a:gd name="connsiteY527" fmla="*/ 63935 h 1721303"/>
                <a:gd name="connsiteX528" fmla="*/ 877045 w 1506550"/>
                <a:gd name="connsiteY528" fmla="*/ 60656 h 1721303"/>
                <a:gd name="connsiteX529" fmla="*/ 877045 w 1506550"/>
                <a:gd name="connsiteY529" fmla="*/ 63935 h 1721303"/>
                <a:gd name="connsiteX530" fmla="*/ 877045 w 1506550"/>
                <a:gd name="connsiteY530" fmla="*/ 68852 h 1721303"/>
                <a:gd name="connsiteX531" fmla="*/ 877045 w 1506550"/>
                <a:gd name="connsiteY531" fmla="*/ 72131 h 1721303"/>
                <a:gd name="connsiteX532" fmla="*/ 877045 w 1506550"/>
                <a:gd name="connsiteY532" fmla="*/ 77049 h 1721303"/>
                <a:gd name="connsiteX533" fmla="*/ 877045 w 1506550"/>
                <a:gd name="connsiteY533" fmla="*/ 80328 h 1721303"/>
                <a:gd name="connsiteX534" fmla="*/ 877045 w 1506550"/>
                <a:gd name="connsiteY534" fmla="*/ 85246 h 1721303"/>
                <a:gd name="connsiteX535" fmla="*/ 877045 w 1506550"/>
                <a:gd name="connsiteY535" fmla="*/ 88525 h 1721303"/>
                <a:gd name="connsiteX536" fmla="*/ 878685 w 1506550"/>
                <a:gd name="connsiteY536" fmla="*/ 91803 h 1721303"/>
                <a:gd name="connsiteX537" fmla="*/ 878685 w 1506550"/>
                <a:gd name="connsiteY537" fmla="*/ 96721 h 1721303"/>
                <a:gd name="connsiteX538" fmla="*/ 880324 w 1506550"/>
                <a:gd name="connsiteY538" fmla="*/ 100000 h 1721303"/>
                <a:gd name="connsiteX539" fmla="*/ 881963 w 1506550"/>
                <a:gd name="connsiteY539" fmla="*/ 103279 h 1721303"/>
                <a:gd name="connsiteX540" fmla="*/ 881963 w 1506550"/>
                <a:gd name="connsiteY540" fmla="*/ 108196 h 1721303"/>
                <a:gd name="connsiteX541" fmla="*/ 883603 w 1506550"/>
                <a:gd name="connsiteY541" fmla="*/ 111475 h 1721303"/>
                <a:gd name="connsiteX542" fmla="*/ 885242 w 1506550"/>
                <a:gd name="connsiteY542" fmla="*/ 116393 h 1721303"/>
                <a:gd name="connsiteX543" fmla="*/ 885242 w 1506550"/>
                <a:gd name="connsiteY543" fmla="*/ 119672 h 1721303"/>
                <a:gd name="connsiteX544" fmla="*/ 886881 w 1506550"/>
                <a:gd name="connsiteY544" fmla="*/ 124590 h 1721303"/>
                <a:gd name="connsiteX545" fmla="*/ 888521 w 1506550"/>
                <a:gd name="connsiteY545" fmla="*/ 127869 h 1721303"/>
                <a:gd name="connsiteX546" fmla="*/ 888521 w 1506550"/>
                <a:gd name="connsiteY546" fmla="*/ 131147 h 1721303"/>
                <a:gd name="connsiteX547" fmla="*/ 890160 w 1506550"/>
                <a:gd name="connsiteY547" fmla="*/ 134426 h 1721303"/>
                <a:gd name="connsiteX548" fmla="*/ 888521 w 1506550"/>
                <a:gd name="connsiteY548" fmla="*/ 139344 h 1721303"/>
                <a:gd name="connsiteX549" fmla="*/ 890160 w 1506550"/>
                <a:gd name="connsiteY549" fmla="*/ 137705 h 1721303"/>
                <a:gd name="connsiteX550" fmla="*/ 893439 w 1506550"/>
                <a:gd name="connsiteY550" fmla="*/ 140983 h 1721303"/>
                <a:gd name="connsiteX551" fmla="*/ 895078 w 1506550"/>
                <a:gd name="connsiteY551" fmla="*/ 144262 h 1721303"/>
                <a:gd name="connsiteX552" fmla="*/ 896717 w 1506550"/>
                <a:gd name="connsiteY552" fmla="*/ 149180 h 1721303"/>
                <a:gd name="connsiteX553" fmla="*/ 899996 w 1506550"/>
                <a:gd name="connsiteY553" fmla="*/ 152459 h 1721303"/>
                <a:gd name="connsiteX554" fmla="*/ 904914 w 1506550"/>
                <a:gd name="connsiteY554" fmla="*/ 150819 h 1721303"/>
                <a:gd name="connsiteX555" fmla="*/ 908193 w 1506550"/>
                <a:gd name="connsiteY555" fmla="*/ 150819 h 1721303"/>
                <a:gd name="connsiteX556" fmla="*/ 911471 w 1506550"/>
                <a:gd name="connsiteY556" fmla="*/ 152459 h 1721303"/>
                <a:gd name="connsiteX557" fmla="*/ 916389 w 1506550"/>
                <a:gd name="connsiteY557" fmla="*/ 154098 h 1721303"/>
                <a:gd name="connsiteX558" fmla="*/ 916389 w 1506550"/>
                <a:gd name="connsiteY558" fmla="*/ 155737 h 1721303"/>
                <a:gd name="connsiteX559" fmla="*/ 919668 w 1506550"/>
                <a:gd name="connsiteY559" fmla="*/ 159016 h 1721303"/>
                <a:gd name="connsiteX560" fmla="*/ 921307 w 1506550"/>
                <a:gd name="connsiteY560" fmla="*/ 162295 h 1721303"/>
                <a:gd name="connsiteX561" fmla="*/ 921307 w 1506550"/>
                <a:gd name="connsiteY561" fmla="*/ 167213 h 1721303"/>
                <a:gd name="connsiteX562" fmla="*/ 921307 w 1506550"/>
                <a:gd name="connsiteY562" fmla="*/ 170491 h 1721303"/>
                <a:gd name="connsiteX563" fmla="*/ 919668 w 1506550"/>
                <a:gd name="connsiteY563" fmla="*/ 173770 h 1721303"/>
                <a:gd name="connsiteX564" fmla="*/ 916389 w 1506550"/>
                <a:gd name="connsiteY564" fmla="*/ 177049 h 1721303"/>
                <a:gd name="connsiteX565" fmla="*/ 914750 w 1506550"/>
                <a:gd name="connsiteY565" fmla="*/ 177049 h 1721303"/>
                <a:gd name="connsiteX566" fmla="*/ 911471 w 1506550"/>
                <a:gd name="connsiteY566" fmla="*/ 178688 h 1721303"/>
                <a:gd name="connsiteX567" fmla="*/ 911471 w 1506550"/>
                <a:gd name="connsiteY567" fmla="*/ 178688 h 1721303"/>
                <a:gd name="connsiteX568" fmla="*/ 916389 w 1506550"/>
                <a:gd name="connsiteY568" fmla="*/ 178688 h 1721303"/>
                <a:gd name="connsiteX569" fmla="*/ 919668 w 1506550"/>
                <a:gd name="connsiteY569" fmla="*/ 180327 h 1721303"/>
                <a:gd name="connsiteX570" fmla="*/ 916389 w 1506550"/>
                <a:gd name="connsiteY570" fmla="*/ 183606 h 1721303"/>
                <a:gd name="connsiteX571" fmla="*/ 913111 w 1506550"/>
                <a:gd name="connsiteY571" fmla="*/ 186885 h 1721303"/>
                <a:gd name="connsiteX572" fmla="*/ 909832 w 1506550"/>
                <a:gd name="connsiteY572" fmla="*/ 191803 h 1721303"/>
                <a:gd name="connsiteX573" fmla="*/ 904914 w 1506550"/>
                <a:gd name="connsiteY573" fmla="*/ 193442 h 1721303"/>
                <a:gd name="connsiteX574" fmla="*/ 904914 w 1506550"/>
                <a:gd name="connsiteY574" fmla="*/ 198360 h 1721303"/>
                <a:gd name="connsiteX575" fmla="*/ 899996 w 1506550"/>
                <a:gd name="connsiteY575" fmla="*/ 201639 h 1721303"/>
                <a:gd name="connsiteX576" fmla="*/ 896717 w 1506550"/>
                <a:gd name="connsiteY576" fmla="*/ 204917 h 1721303"/>
                <a:gd name="connsiteX577" fmla="*/ 895078 w 1506550"/>
                <a:gd name="connsiteY577" fmla="*/ 209835 h 1721303"/>
                <a:gd name="connsiteX578" fmla="*/ 893439 w 1506550"/>
                <a:gd name="connsiteY578" fmla="*/ 213114 h 1721303"/>
                <a:gd name="connsiteX579" fmla="*/ 891799 w 1506550"/>
                <a:gd name="connsiteY579" fmla="*/ 216393 h 1721303"/>
                <a:gd name="connsiteX580" fmla="*/ 888521 w 1506550"/>
                <a:gd name="connsiteY580" fmla="*/ 221310 h 1721303"/>
                <a:gd name="connsiteX581" fmla="*/ 885242 w 1506550"/>
                <a:gd name="connsiteY581" fmla="*/ 224589 h 1721303"/>
                <a:gd name="connsiteX582" fmla="*/ 881963 w 1506550"/>
                <a:gd name="connsiteY582" fmla="*/ 224589 h 1721303"/>
                <a:gd name="connsiteX583" fmla="*/ 877045 w 1506550"/>
                <a:gd name="connsiteY583" fmla="*/ 227868 h 1721303"/>
                <a:gd name="connsiteX584" fmla="*/ 875406 w 1506550"/>
                <a:gd name="connsiteY584" fmla="*/ 231147 h 1721303"/>
                <a:gd name="connsiteX585" fmla="*/ 873767 w 1506550"/>
                <a:gd name="connsiteY585" fmla="*/ 234425 h 1721303"/>
                <a:gd name="connsiteX586" fmla="*/ 872127 w 1506550"/>
                <a:gd name="connsiteY586" fmla="*/ 236065 h 1721303"/>
                <a:gd name="connsiteX587" fmla="*/ 868849 w 1506550"/>
                <a:gd name="connsiteY587" fmla="*/ 237704 h 1721303"/>
                <a:gd name="connsiteX588" fmla="*/ 867209 w 1506550"/>
                <a:gd name="connsiteY588" fmla="*/ 239343 h 1721303"/>
                <a:gd name="connsiteX589" fmla="*/ 863931 w 1506550"/>
                <a:gd name="connsiteY589" fmla="*/ 242622 h 1721303"/>
                <a:gd name="connsiteX590" fmla="*/ 863931 w 1506550"/>
                <a:gd name="connsiteY590" fmla="*/ 245901 h 1721303"/>
                <a:gd name="connsiteX591" fmla="*/ 860652 w 1506550"/>
                <a:gd name="connsiteY591" fmla="*/ 250819 h 1721303"/>
                <a:gd name="connsiteX592" fmla="*/ 859013 w 1506550"/>
                <a:gd name="connsiteY592" fmla="*/ 254097 h 1721303"/>
                <a:gd name="connsiteX593" fmla="*/ 855734 w 1506550"/>
                <a:gd name="connsiteY593" fmla="*/ 259016 h 1721303"/>
                <a:gd name="connsiteX594" fmla="*/ 854095 w 1506550"/>
                <a:gd name="connsiteY594" fmla="*/ 262294 h 1721303"/>
                <a:gd name="connsiteX595" fmla="*/ 850816 w 1506550"/>
                <a:gd name="connsiteY595" fmla="*/ 265573 h 1721303"/>
                <a:gd name="connsiteX596" fmla="*/ 849177 w 1506550"/>
                <a:gd name="connsiteY596" fmla="*/ 268852 h 1721303"/>
                <a:gd name="connsiteX597" fmla="*/ 849177 w 1506550"/>
                <a:gd name="connsiteY597" fmla="*/ 273769 h 1721303"/>
                <a:gd name="connsiteX598" fmla="*/ 850816 w 1506550"/>
                <a:gd name="connsiteY598" fmla="*/ 277048 h 1721303"/>
                <a:gd name="connsiteX599" fmla="*/ 845898 w 1506550"/>
                <a:gd name="connsiteY599" fmla="*/ 280327 h 1721303"/>
                <a:gd name="connsiteX600" fmla="*/ 842619 w 1506550"/>
                <a:gd name="connsiteY600" fmla="*/ 283606 h 1721303"/>
                <a:gd name="connsiteX601" fmla="*/ 842619 w 1506550"/>
                <a:gd name="connsiteY601" fmla="*/ 283606 h 1721303"/>
                <a:gd name="connsiteX602" fmla="*/ 842619 w 1506550"/>
                <a:gd name="connsiteY602" fmla="*/ 286884 h 1721303"/>
                <a:gd name="connsiteX603" fmla="*/ 840980 w 1506550"/>
                <a:gd name="connsiteY603" fmla="*/ 290163 h 1721303"/>
                <a:gd name="connsiteX604" fmla="*/ 837701 w 1506550"/>
                <a:gd name="connsiteY604" fmla="*/ 293442 h 1721303"/>
                <a:gd name="connsiteX605" fmla="*/ 834423 w 1506550"/>
                <a:gd name="connsiteY605" fmla="*/ 293442 h 1721303"/>
                <a:gd name="connsiteX606" fmla="*/ 831144 w 1506550"/>
                <a:gd name="connsiteY606" fmla="*/ 291802 h 1721303"/>
                <a:gd name="connsiteX607" fmla="*/ 826226 w 1506550"/>
                <a:gd name="connsiteY607" fmla="*/ 293442 h 1721303"/>
                <a:gd name="connsiteX608" fmla="*/ 822947 w 1506550"/>
                <a:gd name="connsiteY608" fmla="*/ 295081 h 1721303"/>
                <a:gd name="connsiteX609" fmla="*/ 818029 w 1506550"/>
                <a:gd name="connsiteY609" fmla="*/ 298359 h 1721303"/>
                <a:gd name="connsiteX610" fmla="*/ 814751 w 1506550"/>
                <a:gd name="connsiteY610" fmla="*/ 299999 h 1721303"/>
                <a:gd name="connsiteX611" fmla="*/ 811472 w 1506550"/>
                <a:gd name="connsiteY611" fmla="*/ 301638 h 1721303"/>
                <a:gd name="connsiteX612" fmla="*/ 811472 w 1506550"/>
                <a:gd name="connsiteY612" fmla="*/ 301638 h 1721303"/>
                <a:gd name="connsiteX613" fmla="*/ 811472 w 1506550"/>
                <a:gd name="connsiteY613" fmla="*/ 303277 h 1721303"/>
                <a:gd name="connsiteX614" fmla="*/ 814751 w 1506550"/>
                <a:gd name="connsiteY614" fmla="*/ 301638 h 1721303"/>
                <a:gd name="connsiteX615" fmla="*/ 818029 w 1506550"/>
                <a:gd name="connsiteY615" fmla="*/ 301638 h 1721303"/>
                <a:gd name="connsiteX616" fmla="*/ 822947 w 1506550"/>
                <a:gd name="connsiteY616" fmla="*/ 301638 h 1721303"/>
                <a:gd name="connsiteX617" fmla="*/ 826226 w 1506550"/>
                <a:gd name="connsiteY617" fmla="*/ 299999 h 1721303"/>
                <a:gd name="connsiteX618" fmla="*/ 831144 w 1506550"/>
                <a:gd name="connsiteY618" fmla="*/ 303277 h 1721303"/>
                <a:gd name="connsiteX619" fmla="*/ 829505 w 1506550"/>
                <a:gd name="connsiteY619" fmla="*/ 306556 h 1721303"/>
                <a:gd name="connsiteX620" fmla="*/ 832783 w 1506550"/>
                <a:gd name="connsiteY620" fmla="*/ 304917 h 1721303"/>
                <a:gd name="connsiteX621" fmla="*/ 836062 w 1506550"/>
                <a:gd name="connsiteY621" fmla="*/ 303277 h 1721303"/>
                <a:gd name="connsiteX622" fmla="*/ 840980 w 1506550"/>
                <a:gd name="connsiteY622" fmla="*/ 301638 h 1721303"/>
                <a:gd name="connsiteX623" fmla="*/ 844258 w 1506550"/>
                <a:gd name="connsiteY623" fmla="*/ 299999 h 1721303"/>
                <a:gd name="connsiteX624" fmla="*/ 847537 w 1506550"/>
                <a:gd name="connsiteY624" fmla="*/ 296720 h 1721303"/>
                <a:gd name="connsiteX625" fmla="*/ 852455 w 1506550"/>
                <a:gd name="connsiteY625" fmla="*/ 293442 h 1721303"/>
                <a:gd name="connsiteX626" fmla="*/ 852455 w 1506550"/>
                <a:gd name="connsiteY626" fmla="*/ 293442 h 1721303"/>
                <a:gd name="connsiteX627" fmla="*/ 857373 w 1506550"/>
                <a:gd name="connsiteY627" fmla="*/ 291802 h 1721303"/>
                <a:gd name="connsiteX628" fmla="*/ 860652 w 1506550"/>
                <a:gd name="connsiteY628" fmla="*/ 290163 h 1721303"/>
                <a:gd name="connsiteX629" fmla="*/ 863931 w 1506550"/>
                <a:gd name="connsiteY629" fmla="*/ 286884 h 1721303"/>
                <a:gd name="connsiteX630" fmla="*/ 867209 w 1506550"/>
                <a:gd name="connsiteY630" fmla="*/ 285245 h 1721303"/>
                <a:gd name="connsiteX631" fmla="*/ 870488 w 1506550"/>
                <a:gd name="connsiteY631" fmla="*/ 281966 h 1721303"/>
                <a:gd name="connsiteX632" fmla="*/ 873767 w 1506550"/>
                <a:gd name="connsiteY632" fmla="*/ 278687 h 1721303"/>
                <a:gd name="connsiteX633" fmla="*/ 877045 w 1506550"/>
                <a:gd name="connsiteY633" fmla="*/ 275409 h 1721303"/>
                <a:gd name="connsiteX634" fmla="*/ 880324 w 1506550"/>
                <a:gd name="connsiteY634" fmla="*/ 272130 h 1721303"/>
                <a:gd name="connsiteX635" fmla="*/ 883603 w 1506550"/>
                <a:gd name="connsiteY635" fmla="*/ 275409 h 1721303"/>
                <a:gd name="connsiteX636" fmla="*/ 883603 w 1506550"/>
                <a:gd name="connsiteY636" fmla="*/ 280327 h 1721303"/>
                <a:gd name="connsiteX637" fmla="*/ 885242 w 1506550"/>
                <a:gd name="connsiteY637" fmla="*/ 283606 h 1721303"/>
                <a:gd name="connsiteX638" fmla="*/ 885242 w 1506550"/>
                <a:gd name="connsiteY638" fmla="*/ 286884 h 1721303"/>
                <a:gd name="connsiteX639" fmla="*/ 883603 w 1506550"/>
                <a:gd name="connsiteY639" fmla="*/ 291802 h 1721303"/>
                <a:gd name="connsiteX640" fmla="*/ 885242 w 1506550"/>
                <a:gd name="connsiteY640" fmla="*/ 295081 h 1721303"/>
                <a:gd name="connsiteX641" fmla="*/ 886881 w 1506550"/>
                <a:gd name="connsiteY641" fmla="*/ 298359 h 1721303"/>
                <a:gd name="connsiteX642" fmla="*/ 890160 w 1506550"/>
                <a:gd name="connsiteY642" fmla="*/ 303277 h 1721303"/>
                <a:gd name="connsiteX643" fmla="*/ 890160 w 1506550"/>
                <a:gd name="connsiteY643" fmla="*/ 306556 h 1721303"/>
                <a:gd name="connsiteX644" fmla="*/ 888521 w 1506550"/>
                <a:gd name="connsiteY644" fmla="*/ 311474 h 1721303"/>
                <a:gd name="connsiteX645" fmla="*/ 890160 w 1506550"/>
                <a:gd name="connsiteY645" fmla="*/ 311474 h 1721303"/>
                <a:gd name="connsiteX646" fmla="*/ 891799 w 1506550"/>
                <a:gd name="connsiteY646" fmla="*/ 311474 h 1721303"/>
                <a:gd name="connsiteX647" fmla="*/ 895078 w 1506550"/>
                <a:gd name="connsiteY647" fmla="*/ 313113 h 1721303"/>
                <a:gd name="connsiteX648" fmla="*/ 898357 w 1506550"/>
                <a:gd name="connsiteY648" fmla="*/ 314753 h 1721303"/>
                <a:gd name="connsiteX649" fmla="*/ 898357 w 1506550"/>
                <a:gd name="connsiteY649" fmla="*/ 318032 h 1721303"/>
                <a:gd name="connsiteX650" fmla="*/ 901635 w 1506550"/>
                <a:gd name="connsiteY650" fmla="*/ 318032 h 1721303"/>
                <a:gd name="connsiteX651" fmla="*/ 906553 w 1506550"/>
                <a:gd name="connsiteY651" fmla="*/ 314753 h 1721303"/>
                <a:gd name="connsiteX652" fmla="*/ 909832 w 1506550"/>
                <a:gd name="connsiteY652" fmla="*/ 318032 h 1721303"/>
                <a:gd name="connsiteX653" fmla="*/ 913111 w 1506550"/>
                <a:gd name="connsiteY653" fmla="*/ 313113 h 1721303"/>
                <a:gd name="connsiteX654" fmla="*/ 916389 w 1506550"/>
                <a:gd name="connsiteY654" fmla="*/ 311474 h 1721303"/>
                <a:gd name="connsiteX655" fmla="*/ 919668 w 1506550"/>
                <a:gd name="connsiteY655" fmla="*/ 313113 h 1721303"/>
                <a:gd name="connsiteX656" fmla="*/ 921307 w 1506550"/>
                <a:gd name="connsiteY656" fmla="*/ 318032 h 1721303"/>
                <a:gd name="connsiteX657" fmla="*/ 922947 w 1506550"/>
                <a:gd name="connsiteY657" fmla="*/ 321310 h 1721303"/>
                <a:gd name="connsiteX658" fmla="*/ 922947 w 1506550"/>
                <a:gd name="connsiteY658" fmla="*/ 318032 h 1721303"/>
                <a:gd name="connsiteX659" fmla="*/ 926225 w 1506550"/>
                <a:gd name="connsiteY659" fmla="*/ 314753 h 1721303"/>
                <a:gd name="connsiteX660" fmla="*/ 931143 w 1506550"/>
                <a:gd name="connsiteY660" fmla="*/ 314753 h 1721303"/>
                <a:gd name="connsiteX661" fmla="*/ 934422 w 1506550"/>
                <a:gd name="connsiteY661" fmla="*/ 313113 h 1721303"/>
                <a:gd name="connsiteX662" fmla="*/ 936061 w 1506550"/>
                <a:gd name="connsiteY662" fmla="*/ 309835 h 1721303"/>
                <a:gd name="connsiteX663" fmla="*/ 940979 w 1506550"/>
                <a:gd name="connsiteY663" fmla="*/ 309835 h 1721303"/>
                <a:gd name="connsiteX664" fmla="*/ 944258 w 1506550"/>
                <a:gd name="connsiteY664" fmla="*/ 308196 h 1721303"/>
                <a:gd name="connsiteX665" fmla="*/ 942619 w 1506550"/>
                <a:gd name="connsiteY665" fmla="*/ 313113 h 1721303"/>
                <a:gd name="connsiteX666" fmla="*/ 940979 w 1506550"/>
                <a:gd name="connsiteY666" fmla="*/ 316392 h 1721303"/>
                <a:gd name="connsiteX667" fmla="*/ 940979 w 1506550"/>
                <a:gd name="connsiteY667" fmla="*/ 319671 h 1721303"/>
                <a:gd name="connsiteX668" fmla="*/ 937701 w 1506550"/>
                <a:gd name="connsiteY668" fmla="*/ 324589 h 1721303"/>
                <a:gd name="connsiteX669" fmla="*/ 937701 w 1506550"/>
                <a:gd name="connsiteY669" fmla="*/ 327867 h 1721303"/>
                <a:gd name="connsiteX670" fmla="*/ 936061 w 1506550"/>
                <a:gd name="connsiteY670" fmla="*/ 332786 h 1721303"/>
                <a:gd name="connsiteX671" fmla="*/ 936061 w 1506550"/>
                <a:gd name="connsiteY671" fmla="*/ 336064 h 1721303"/>
                <a:gd name="connsiteX672" fmla="*/ 937701 w 1506550"/>
                <a:gd name="connsiteY672" fmla="*/ 339343 h 1721303"/>
                <a:gd name="connsiteX673" fmla="*/ 936061 w 1506550"/>
                <a:gd name="connsiteY673" fmla="*/ 344261 h 1721303"/>
                <a:gd name="connsiteX674" fmla="*/ 936061 w 1506550"/>
                <a:gd name="connsiteY674" fmla="*/ 344261 h 1721303"/>
                <a:gd name="connsiteX675" fmla="*/ 936061 w 1506550"/>
                <a:gd name="connsiteY675" fmla="*/ 345900 h 1721303"/>
                <a:gd name="connsiteX676" fmla="*/ 937701 w 1506550"/>
                <a:gd name="connsiteY676" fmla="*/ 342622 h 1721303"/>
                <a:gd name="connsiteX677" fmla="*/ 937701 w 1506550"/>
                <a:gd name="connsiteY677" fmla="*/ 337703 h 1721303"/>
                <a:gd name="connsiteX678" fmla="*/ 940979 w 1506550"/>
                <a:gd name="connsiteY678" fmla="*/ 334425 h 1721303"/>
                <a:gd name="connsiteX679" fmla="*/ 940979 w 1506550"/>
                <a:gd name="connsiteY679" fmla="*/ 331146 h 1721303"/>
                <a:gd name="connsiteX680" fmla="*/ 942619 w 1506550"/>
                <a:gd name="connsiteY680" fmla="*/ 326228 h 1721303"/>
                <a:gd name="connsiteX681" fmla="*/ 944258 w 1506550"/>
                <a:gd name="connsiteY681" fmla="*/ 322950 h 1721303"/>
                <a:gd name="connsiteX682" fmla="*/ 945898 w 1506550"/>
                <a:gd name="connsiteY682" fmla="*/ 318032 h 1721303"/>
                <a:gd name="connsiteX683" fmla="*/ 949176 w 1506550"/>
                <a:gd name="connsiteY683" fmla="*/ 314753 h 1721303"/>
                <a:gd name="connsiteX684" fmla="*/ 950815 w 1506550"/>
                <a:gd name="connsiteY684" fmla="*/ 314753 h 1721303"/>
                <a:gd name="connsiteX685" fmla="*/ 952455 w 1506550"/>
                <a:gd name="connsiteY685" fmla="*/ 314753 h 1721303"/>
                <a:gd name="connsiteX686" fmla="*/ 957373 w 1506550"/>
                <a:gd name="connsiteY686" fmla="*/ 313113 h 1721303"/>
                <a:gd name="connsiteX687" fmla="*/ 959012 w 1506550"/>
                <a:gd name="connsiteY687" fmla="*/ 309835 h 1721303"/>
                <a:gd name="connsiteX688" fmla="*/ 960651 w 1506550"/>
                <a:gd name="connsiteY688" fmla="*/ 304917 h 1721303"/>
                <a:gd name="connsiteX689" fmla="*/ 963930 w 1506550"/>
                <a:gd name="connsiteY689" fmla="*/ 301638 h 1721303"/>
                <a:gd name="connsiteX690" fmla="*/ 965570 w 1506550"/>
                <a:gd name="connsiteY690" fmla="*/ 296720 h 1721303"/>
                <a:gd name="connsiteX691" fmla="*/ 970488 w 1506550"/>
                <a:gd name="connsiteY691" fmla="*/ 296720 h 1721303"/>
                <a:gd name="connsiteX692" fmla="*/ 970488 w 1506550"/>
                <a:gd name="connsiteY692" fmla="*/ 298359 h 1721303"/>
                <a:gd name="connsiteX693" fmla="*/ 972127 w 1506550"/>
                <a:gd name="connsiteY693" fmla="*/ 301638 h 1721303"/>
                <a:gd name="connsiteX694" fmla="*/ 977045 w 1506550"/>
                <a:gd name="connsiteY694" fmla="*/ 304917 h 1721303"/>
                <a:gd name="connsiteX695" fmla="*/ 977045 w 1506550"/>
                <a:gd name="connsiteY695" fmla="*/ 301638 h 1721303"/>
                <a:gd name="connsiteX696" fmla="*/ 975405 w 1506550"/>
                <a:gd name="connsiteY696" fmla="*/ 298359 h 1721303"/>
                <a:gd name="connsiteX697" fmla="*/ 978684 w 1506550"/>
                <a:gd name="connsiteY697" fmla="*/ 298359 h 1721303"/>
                <a:gd name="connsiteX698" fmla="*/ 981963 w 1506550"/>
                <a:gd name="connsiteY698" fmla="*/ 296720 h 1721303"/>
                <a:gd name="connsiteX699" fmla="*/ 986881 w 1506550"/>
                <a:gd name="connsiteY699" fmla="*/ 296720 h 1721303"/>
                <a:gd name="connsiteX700" fmla="*/ 985242 w 1506550"/>
                <a:gd name="connsiteY700" fmla="*/ 296720 h 1721303"/>
                <a:gd name="connsiteX701" fmla="*/ 981963 w 1506550"/>
                <a:gd name="connsiteY701" fmla="*/ 295081 h 1721303"/>
                <a:gd name="connsiteX702" fmla="*/ 978684 w 1506550"/>
                <a:gd name="connsiteY702" fmla="*/ 296720 h 1721303"/>
                <a:gd name="connsiteX703" fmla="*/ 973766 w 1506550"/>
                <a:gd name="connsiteY703" fmla="*/ 296720 h 1721303"/>
                <a:gd name="connsiteX704" fmla="*/ 973766 w 1506550"/>
                <a:gd name="connsiteY704" fmla="*/ 293442 h 1721303"/>
                <a:gd name="connsiteX705" fmla="*/ 977045 w 1506550"/>
                <a:gd name="connsiteY705" fmla="*/ 288523 h 1721303"/>
                <a:gd name="connsiteX706" fmla="*/ 980323 w 1506550"/>
                <a:gd name="connsiteY706" fmla="*/ 288523 h 1721303"/>
                <a:gd name="connsiteX707" fmla="*/ 981963 w 1506550"/>
                <a:gd name="connsiteY707" fmla="*/ 285245 h 1721303"/>
                <a:gd name="connsiteX708" fmla="*/ 981963 w 1506550"/>
                <a:gd name="connsiteY708" fmla="*/ 281966 h 1721303"/>
                <a:gd name="connsiteX709" fmla="*/ 981963 w 1506550"/>
                <a:gd name="connsiteY709" fmla="*/ 278687 h 1721303"/>
                <a:gd name="connsiteX710" fmla="*/ 981963 w 1506550"/>
                <a:gd name="connsiteY710" fmla="*/ 275409 h 1721303"/>
                <a:gd name="connsiteX711" fmla="*/ 983602 w 1506550"/>
                <a:gd name="connsiteY711" fmla="*/ 270491 h 1721303"/>
                <a:gd name="connsiteX712" fmla="*/ 986881 w 1506550"/>
                <a:gd name="connsiteY712" fmla="*/ 267212 h 1721303"/>
                <a:gd name="connsiteX713" fmla="*/ 990160 w 1506550"/>
                <a:gd name="connsiteY713" fmla="*/ 263933 h 1721303"/>
                <a:gd name="connsiteX714" fmla="*/ 995078 w 1506550"/>
                <a:gd name="connsiteY714" fmla="*/ 265573 h 1721303"/>
                <a:gd name="connsiteX715" fmla="*/ 998356 w 1506550"/>
                <a:gd name="connsiteY715" fmla="*/ 262294 h 1721303"/>
                <a:gd name="connsiteX716" fmla="*/ 999995 w 1506550"/>
                <a:gd name="connsiteY716" fmla="*/ 262294 h 1721303"/>
                <a:gd name="connsiteX717" fmla="*/ 1004913 w 1506550"/>
                <a:gd name="connsiteY717" fmla="*/ 262294 h 1721303"/>
                <a:gd name="connsiteX718" fmla="*/ 1004913 w 1506550"/>
                <a:gd name="connsiteY718" fmla="*/ 265573 h 1721303"/>
                <a:gd name="connsiteX719" fmla="*/ 1008192 w 1506550"/>
                <a:gd name="connsiteY719" fmla="*/ 262294 h 1721303"/>
                <a:gd name="connsiteX720" fmla="*/ 1011471 w 1506550"/>
                <a:gd name="connsiteY720" fmla="*/ 262294 h 1721303"/>
                <a:gd name="connsiteX721" fmla="*/ 1013110 w 1506550"/>
                <a:gd name="connsiteY721" fmla="*/ 265573 h 1721303"/>
                <a:gd name="connsiteX722" fmla="*/ 1016389 w 1506550"/>
                <a:gd name="connsiteY722" fmla="*/ 265573 h 1721303"/>
                <a:gd name="connsiteX723" fmla="*/ 1014750 w 1506550"/>
                <a:gd name="connsiteY723" fmla="*/ 262294 h 1721303"/>
                <a:gd name="connsiteX724" fmla="*/ 1014750 w 1506550"/>
                <a:gd name="connsiteY724" fmla="*/ 257376 h 1721303"/>
                <a:gd name="connsiteX725" fmla="*/ 1019668 w 1506550"/>
                <a:gd name="connsiteY725" fmla="*/ 259016 h 1721303"/>
                <a:gd name="connsiteX726" fmla="*/ 1021307 w 1506550"/>
                <a:gd name="connsiteY726" fmla="*/ 260655 h 1721303"/>
                <a:gd name="connsiteX727" fmla="*/ 1024585 w 1506550"/>
                <a:gd name="connsiteY727" fmla="*/ 262294 h 1721303"/>
                <a:gd name="connsiteX728" fmla="*/ 1024585 w 1506550"/>
                <a:gd name="connsiteY728" fmla="*/ 265573 h 1721303"/>
                <a:gd name="connsiteX729" fmla="*/ 1027864 w 1506550"/>
                <a:gd name="connsiteY729" fmla="*/ 263933 h 1721303"/>
                <a:gd name="connsiteX730" fmla="*/ 1029504 w 1506550"/>
                <a:gd name="connsiteY730" fmla="*/ 268852 h 1721303"/>
                <a:gd name="connsiteX731" fmla="*/ 1034422 w 1506550"/>
                <a:gd name="connsiteY731" fmla="*/ 265573 h 1721303"/>
                <a:gd name="connsiteX732" fmla="*/ 1034422 w 1506550"/>
                <a:gd name="connsiteY732" fmla="*/ 270491 h 1721303"/>
                <a:gd name="connsiteX733" fmla="*/ 1037700 w 1506550"/>
                <a:gd name="connsiteY733" fmla="*/ 267212 h 1721303"/>
                <a:gd name="connsiteX734" fmla="*/ 1039340 w 1506550"/>
                <a:gd name="connsiteY734" fmla="*/ 263933 h 1721303"/>
                <a:gd name="connsiteX735" fmla="*/ 1037700 w 1506550"/>
                <a:gd name="connsiteY735" fmla="*/ 267212 h 1721303"/>
                <a:gd name="connsiteX736" fmla="*/ 1042618 w 1506550"/>
                <a:gd name="connsiteY736" fmla="*/ 270491 h 1721303"/>
                <a:gd name="connsiteX737" fmla="*/ 1040979 w 1506550"/>
                <a:gd name="connsiteY737" fmla="*/ 273769 h 1721303"/>
                <a:gd name="connsiteX738" fmla="*/ 1044258 w 1506550"/>
                <a:gd name="connsiteY738" fmla="*/ 268852 h 1721303"/>
                <a:gd name="connsiteX739" fmla="*/ 1047536 w 1506550"/>
                <a:gd name="connsiteY739" fmla="*/ 270491 h 1721303"/>
                <a:gd name="connsiteX740" fmla="*/ 1045897 w 1506550"/>
                <a:gd name="connsiteY740" fmla="*/ 273769 h 1721303"/>
                <a:gd name="connsiteX741" fmla="*/ 1042618 w 1506550"/>
                <a:gd name="connsiteY741" fmla="*/ 275409 h 1721303"/>
                <a:gd name="connsiteX742" fmla="*/ 1045897 w 1506550"/>
                <a:gd name="connsiteY742" fmla="*/ 275409 h 1721303"/>
                <a:gd name="connsiteX743" fmla="*/ 1049176 w 1506550"/>
                <a:gd name="connsiteY743" fmla="*/ 277048 h 1721303"/>
                <a:gd name="connsiteX744" fmla="*/ 1054094 w 1506550"/>
                <a:gd name="connsiteY744" fmla="*/ 278687 h 1721303"/>
                <a:gd name="connsiteX745" fmla="*/ 1057372 w 1506550"/>
                <a:gd name="connsiteY745" fmla="*/ 275409 h 1721303"/>
                <a:gd name="connsiteX746" fmla="*/ 1057372 w 1506550"/>
                <a:gd name="connsiteY746" fmla="*/ 280327 h 1721303"/>
                <a:gd name="connsiteX747" fmla="*/ 1060651 w 1506550"/>
                <a:gd name="connsiteY747" fmla="*/ 278687 h 1721303"/>
                <a:gd name="connsiteX748" fmla="*/ 1062290 w 1506550"/>
                <a:gd name="connsiteY748" fmla="*/ 275409 h 1721303"/>
                <a:gd name="connsiteX749" fmla="*/ 1062290 w 1506550"/>
                <a:gd name="connsiteY749" fmla="*/ 278687 h 1721303"/>
                <a:gd name="connsiteX750" fmla="*/ 1063930 w 1506550"/>
                <a:gd name="connsiteY750" fmla="*/ 283606 h 1721303"/>
                <a:gd name="connsiteX751" fmla="*/ 1067208 w 1506550"/>
                <a:gd name="connsiteY751" fmla="*/ 281966 h 1721303"/>
                <a:gd name="connsiteX752" fmla="*/ 1067208 w 1506550"/>
                <a:gd name="connsiteY752" fmla="*/ 285245 h 1721303"/>
                <a:gd name="connsiteX753" fmla="*/ 1068848 w 1506550"/>
                <a:gd name="connsiteY753" fmla="*/ 285245 h 1721303"/>
                <a:gd name="connsiteX754" fmla="*/ 1072126 w 1506550"/>
                <a:gd name="connsiteY754" fmla="*/ 281966 h 1721303"/>
                <a:gd name="connsiteX755" fmla="*/ 1072126 w 1506550"/>
                <a:gd name="connsiteY755" fmla="*/ 285245 h 1721303"/>
                <a:gd name="connsiteX756" fmla="*/ 1075405 w 1506550"/>
                <a:gd name="connsiteY756" fmla="*/ 285245 h 1721303"/>
                <a:gd name="connsiteX757" fmla="*/ 1077044 w 1506550"/>
                <a:gd name="connsiteY757" fmla="*/ 288523 h 1721303"/>
                <a:gd name="connsiteX758" fmla="*/ 1081962 w 1506550"/>
                <a:gd name="connsiteY758" fmla="*/ 285245 h 1721303"/>
                <a:gd name="connsiteX759" fmla="*/ 1081962 w 1506550"/>
                <a:gd name="connsiteY759" fmla="*/ 288523 h 1721303"/>
                <a:gd name="connsiteX760" fmla="*/ 1083602 w 1506550"/>
                <a:gd name="connsiteY760" fmla="*/ 291802 h 1721303"/>
                <a:gd name="connsiteX761" fmla="*/ 1088520 w 1506550"/>
                <a:gd name="connsiteY761" fmla="*/ 290163 h 1721303"/>
                <a:gd name="connsiteX762" fmla="*/ 1090159 w 1506550"/>
                <a:gd name="connsiteY762" fmla="*/ 293442 h 1721303"/>
                <a:gd name="connsiteX763" fmla="*/ 1093438 w 1506550"/>
                <a:gd name="connsiteY763" fmla="*/ 291802 h 1721303"/>
                <a:gd name="connsiteX764" fmla="*/ 1090159 w 1506550"/>
                <a:gd name="connsiteY764" fmla="*/ 295081 h 1721303"/>
                <a:gd name="connsiteX765" fmla="*/ 1091798 w 1506550"/>
                <a:gd name="connsiteY765" fmla="*/ 298359 h 1721303"/>
                <a:gd name="connsiteX766" fmla="*/ 1093438 w 1506550"/>
                <a:gd name="connsiteY766" fmla="*/ 295081 h 1721303"/>
                <a:gd name="connsiteX767" fmla="*/ 1098356 w 1506550"/>
                <a:gd name="connsiteY767" fmla="*/ 293442 h 1721303"/>
                <a:gd name="connsiteX768" fmla="*/ 1095077 w 1506550"/>
                <a:gd name="connsiteY768" fmla="*/ 296720 h 1721303"/>
                <a:gd name="connsiteX769" fmla="*/ 1095077 w 1506550"/>
                <a:gd name="connsiteY769" fmla="*/ 301638 h 1721303"/>
                <a:gd name="connsiteX770" fmla="*/ 1095077 w 1506550"/>
                <a:gd name="connsiteY770" fmla="*/ 304917 h 1721303"/>
                <a:gd name="connsiteX771" fmla="*/ 1098356 w 1506550"/>
                <a:gd name="connsiteY771" fmla="*/ 308196 h 1721303"/>
                <a:gd name="connsiteX772" fmla="*/ 1099995 w 1506550"/>
                <a:gd name="connsiteY772" fmla="*/ 306556 h 1721303"/>
                <a:gd name="connsiteX773" fmla="*/ 1099995 w 1506550"/>
                <a:gd name="connsiteY773" fmla="*/ 303277 h 1721303"/>
                <a:gd name="connsiteX774" fmla="*/ 1101635 w 1506550"/>
                <a:gd name="connsiteY774" fmla="*/ 298359 h 1721303"/>
                <a:gd name="connsiteX775" fmla="*/ 1104913 w 1506550"/>
                <a:gd name="connsiteY775" fmla="*/ 296720 h 1721303"/>
                <a:gd name="connsiteX776" fmla="*/ 1109831 w 1506550"/>
                <a:gd name="connsiteY776" fmla="*/ 298359 h 1721303"/>
                <a:gd name="connsiteX777" fmla="*/ 1109831 w 1506550"/>
                <a:gd name="connsiteY777" fmla="*/ 299999 h 1721303"/>
                <a:gd name="connsiteX778" fmla="*/ 1109831 w 1506550"/>
                <a:gd name="connsiteY778" fmla="*/ 299999 h 1721303"/>
                <a:gd name="connsiteX779" fmla="*/ 1109831 w 1506550"/>
                <a:gd name="connsiteY779" fmla="*/ 301638 h 1721303"/>
                <a:gd name="connsiteX780" fmla="*/ 1109831 w 1506550"/>
                <a:gd name="connsiteY780" fmla="*/ 301638 h 1721303"/>
                <a:gd name="connsiteX781" fmla="*/ 1109831 w 1506550"/>
                <a:gd name="connsiteY781" fmla="*/ 301638 h 1721303"/>
                <a:gd name="connsiteX782" fmla="*/ 1109831 w 1506550"/>
                <a:gd name="connsiteY782" fmla="*/ 301638 h 1721303"/>
                <a:gd name="connsiteX783" fmla="*/ 1111470 w 1506550"/>
                <a:gd name="connsiteY783" fmla="*/ 298359 h 1721303"/>
                <a:gd name="connsiteX784" fmla="*/ 1114749 w 1506550"/>
                <a:gd name="connsiteY784" fmla="*/ 295081 h 1721303"/>
                <a:gd name="connsiteX785" fmla="*/ 1113110 w 1506550"/>
                <a:gd name="connsiteY785" fmla="*/ 299999 h 1721303"/>
                <a:gd name="connsiteX786" fmla="*/ 1113110 w 1506550"/>
                <a:gd name="connsiteY786" fmla="*/ 303277 h 1721303"/>
                <a:gd name="connsiteX787" fmla="*/ 1116388 w 1506550"/>
                <a:gd name="connsiteY787" fmla="*/ 301638 h 1721303"/>
                <a:gd name="connsiteX788" fmla="*/ 1118028 w 1506550"/>
                <a:gd name="connsiteY788" fmla="*/ 306556 h 1721303"/>
                <a:gd name="connsiteX789" fmla="*/ 1116388 w 1506550"/>
                <a:gd name="connsiteY789" fmla="*/ 309835 h 1721303"/>
                <a:gd name="connsiteX790" fmla="*/ 1121307 w 1506550"/>
                <a:gd name="connsiteY790" fmla="*/ 308196 h 1721303"/>
                <a:gd name="connsiteX791" fmla="*/ 1118028 w 1506550"/>
                <a:gd name="connsiteY791" fmla="*/ 311474 h 1721303"/>
                <a:gd name="connsiteX792" fmla="*/ 1121307 w 1506550"/>
                <a:gd name="connsiteY792" fmla="*/ 311474 h 1721303"/>
                <a:gd name="connsiteX793" fmla="*/ 1124585 w 1506550"/>
                <a:gd name="connsiteY793" fmla="*/ 308196 h 1721303"/>
                <a:gd name="connsiteX794" fmla="*/ 1124585 w 1506550"/>
                <a:gd name="connsiteY794" fmla="*/ 313113 h 1721303"/>
                <a:gd name="connsiteX795" fmla="*/ 1127864 w 1506550"/>
                <a:gd name="connsiteY795" fmla="*/ 313113 h 1721303"/>
                <a:gd name="connsiteX796" fmla="*/ 1127864 w 1506550"/>
                <a:gd name="connsiteY796" fmla="*/ 318032 h 1721303"/>
                <a:gd name="connsiteX797" fmla="*/ 1126225 w 1506550"/>
                <a:gd name="connsiteY797" fmla="*/ 321310 h 1721303"/>
                <a:gd name="connsiteX798" fmla="*/ 1126225 w 1506550"/>
                <a:gd name="connsiteY798" fmla="*/ 324589 h 1721303"/>
                <a:gd name="connsiteX799" fmla="*/ 1124585 w 1506550"/>
                <a:gd name="connsiteY799" fmla="*/ 329507 h 1721303"/>
                <a:gd name="connsiteX800" fmla="*/ 1121307 w 1506550"/>
                <a:gd name="connsiteY800" fmla="*/ 331146 h 1721303"/>
                <a:gd name="connsiteX801" fmla="*/ 1116388 w 1506550"/>
                <a:gd name="connsiteY801" fmla="*/ 332786 h 1721303"/>
                <a:gd name="connsiteX802" fmla="*/ 1121307 w 1506550"/>
                <a:gd name="connsiteY802" fmla="*/ 332786 h 1721303"/>
                <a:gd name="connsiteX803" fmla="*/ 1122946 w 1506550"/>
                <a:gd name="connsiteY803" fmla="*/ 336064 h 1721303"/>
                <a:gd name="connsiteX804" fmla="*/ 1124585 w 1506550"/>
                <a:gd name="connsiteY804" fmla="*/ 332786 h 1721303"/>
                <a:gd name="connsiteX805" fmla="*/ 1127864 w 1506550"/>
                <a:gd name="connsiteY805" fmla="*/ 327867 h 1721303"/>
                <a:gd name="connsiteX806" fmla="*/ 1131142 w 1506550"/>
                <a:gd name="connsiteY806" fmla="*/ 326228 h 1721303"/>
                <a:gd name="connsiteX807" fmla="*/ 1132782 w 1506550"/>
                <a:gd name="connsiteY807" fmla="*/ 331146 h 1721303"/>
                <a:gd name="connsiteX808" fmla="*/ 1134421 w 1506550"/>
                <a:gd name="connsiteY808" fmla="*/ 334425 h 1721303"/>
                <a:gd name="connsiteX809" fmla="*/ 1132782 w 1506550"/>
                <a:gd name="connsiteY809" fmla="*/ 337703 h 1721303"/>
                <a:gd name="connsiteX810" fmla="*/ 1127864 w 1506550"/>
                <a:gd name="connsiteY810" fmla="*/ 339343 h 1721303"/>
                <a:gd name="connsiteX811" fmla="*/ 1126225 w 1506550"/>
                <a:gd name="connsiteY811" fmla="*/ 342622 h 1721303"/>
                <a:gd name="connsiteX812" fmla="*/ 1126225 w 1506550"/>
                <a:gd name="connsiteY812" fmla="*/ 342622 h 1721303"/>
                <a:gd name="connsiteX813" fmla="*/ 1126225 w 1506550"/>
                <a:gd name="connsiteY813" fmla="*/ 347540 h 1721303"/>
                <a:gd name="connsiteX814" fmla="*/ 1124585 w 1506550"/>
                <a:gd name="connsiteY814" fmla="*/ 350818 h 1721303"/>
                <a:gd name="connsiteX815" fmla="*/ 1122946 w 1506550"/>
                <a:gd name="connsiteY815" fmla="*/ 354097 h 1721303"/>
                <a:gd name="connsiteX816" fmla="*/ 1122946 w 1506550"/>
                <a:gd name="connsiteY816" fmla="*/ 359015 h 1721303"/>
                <a:gd name="connsiteX817" fmla="*/ 1121307 w 1506550"/>
                <a:gd name="connsiteY817" fmla="*/ 362294 h 1721303"/>
                <a:gd name="connsiteX818" fmla="*/ 1124585 w 1506550"/>
                <a:gd name="connsiteY818" fmla="*/ 367212 h 1721303"/>
                <a:gd name="connsiteX819" fmla="*/ 1121307 w 1506550"/>
                <a:gd name="connsiteY819" fmla="*/ 370490 h 1721303"/>
                <a:gd name="connsiteX820" fmla="*/ 1118028 w 1506550"/>
                <a:gd name="connsiteY820" fmla="*/ 373769 h 1721303"/>
                <a:gd name="connsiteX821" fmla="*/ 1118028 w 1506550"/>
                <a:gd name="connsiteY821" fmla="*/ 377047 h 1721303"/>
                <a:gd name="connsiteX822" fmla="*/ 1119667 w 1506550"/>
                <a:gd name="connsiteY822" fmla="*/ 378687 h 1721303"/>
                <a:gd name="connsiteX823" fmla="*/ 1119667 w 1506550"/>
                <a:gd name="connsiteY823" fmla="*/ 377047 h 1721303"/>
                <a:gd name="connsiteX824" fmla="*/ 1121307 w 1506550"/>
                <a:gd name="connsiteY824" fmla="*/ 373769 h 1721303"/>
                <a:gd name="connsiteX825" fmla="*/ 1124585 w 1506550"/>
                <a:gd name="connsiteY825" fmla="*/ 370490 h 1721303"/>
                <a:gd name="connsiteX826" fmla="*/ 1127864 w 1506550"/>
                <a:gd name="connsiteY826" fmla="*/ 367212 h 1721303"/>
                <a:gd name="connsiteX827" fmla="*/ 1131142 w 1506550"/>
                <a:gd name="connsiteY827" fmla="*/ 363933 h 1721303"/>
                <a:gd name="connsiteX828" fmla="*/ 1132782 w 1506550"/>
                <a:gd name="connsiteY828" fmla="*/ 359015 h 1721303"/>
                <a:gd name="connsiteX829" fmla="*/ 1132782 w 1506550"/>
                <a:gd name="connsiteY829" fmla="*/ 355736 h 1721303"/>
                <a:gd name="connsiteX830" fmla="*/ 1134421 w 1506550"/>
                <a:gd name="connsiteY830" fmla="*/ 352457 h 1721303"/>
                <a:gd name="connsiteX831" fmla="*/ 1134421 w 1506550"/>
                <a:gd name="connsiteY831" fmla="*/ 347540 h 1721303"/>
                <a:gd name="connsiteX832" fmla="*/ 1134421 w 1506550"/>
                <a:gd name="connsiteY832" fmla="*/ 344261 h 1721303"/>
                <a:gd name="connsiteX833" fmla="*/ 1137700 w 1506550"/>
                <a:gd name="connsiteY833" fmla="*/ 342622 h 1721303"/>
                <a:gd name="connsiteX834" fmla="*/ 1139339 w 1506550"/>
                <a:gd name="connsiteY834" fmla="*/ 340982 h 1721303"/>
                <a:gd name="connsiteX835" fmla="*/ 1144257 w 1506550"/>
                <a:gd name="connsiteY835" fmla="*/ 339343 h 1721303"/>
                <a:gd name="connsiteX836" fmla="*/ 1147536 w 1506550"/>
                <a:gd name="connsiteY836" fmla="*/ 339343 h 1721303"/>
                <a:gd name="connsiteX837" fmla="*/ 1147536 w 1506550"/>
                <a:gd name="connsiteY837" fmla="*/ 342622 h 1721303"/>
                <a:gd name="connsiteX838" fmla="*/ 1144257 w 1506550"/>
                <a:gd name="connsiteY838" fmla="*/ 347540 h 1721303"/>
                <a:gd name="connsiteX839" fmla="*/ 1142618 w 1506550"/>
                <a:gd name="connsiteY839" fmla="*/ 350818 h 1721303"/>
                <a:gd name="connsiteX840" fmla="*/ 1139339 w 1506550"/>
                <a:gd name="connsiteY840" fmla="*/ 352457 h 1721303"/>
                <a:gd name="connsiteX841" fmla="*/ 1137700 w 1506550"/>
                <a:gd name="connsiteY841" fmla="*/ 355736 h 1721303"/>
                <a:gd name="connsiteX842" fmla="*/ 1140979 w 1506550"/>
                <a:gd name="connsiteY842" fmla="*/ 354097 h 1721303"/>
                <a:gd name="connsiteX843" fmla="*/ 1140979 w 1506550"/>
                <a:gd name="connsiteY843" fmla="*/ 359015 h 1721303"/>
                <a:gd name="connsiteX844" fmla="*/ 1142618 w 1506550"/>
                <a:gd name="connsiteY844" fmla="*/ 357376 h 1721303"/>
                <a:gd name="connsiteX845" fmla="*/ 1145897 w 1506550"/>
                <a:gd name="connsiteY845" fmla="*/ 355736 h 1721303"/>
                <a:gd name="connsiteX846" fmla="*/ 1145897 w 1506550"/>
                <a:gd name="connsiteY846" fmla="*/ 352457 h 1721303"/>
                <a:gd name="connsiteX847" fmla="*/ 1147536 w 1506550"/>
                <a:gd name="connsiteY847" fmla="*/ 347540 h 1721303"/>
                <a:gd name="connsiteX848" fmla="*/ 1150815 w 1506550"/>
                <a:gd name="connsiteY848" fmla="*/ 344261 h 1721303"/>
                <a:gd name="connsiteX849" fmla="*/ 1152454 w 1506550"/>
                <a:gd name="connsiteY849" fmla="*/ 347540 h 1721303"/>
                <a:gd name="connsiteX850" fmla="*/ 1154093 w 1506550"/>
                <a:gd name="connsiteY850" fmla="*/ 344261 h 1721303"/>
                <a:gd name="connsiteX851" fmla="*/ 1157372 w 1506550"/>
                <a:gd name="connsiteY851" fmla="*/ 342622 h 1721303"/>
                <a:gd name="connsiteX852" fmla="*/ 1162290 w 1506550"/>
                <a:gd name="connsiteY852" fmla="*/ 342622 h 1721303"/>
                <a:gd name="connsiteX853" fmla="*/ 1165569 w 1506550"/>
                <a:gd name="connsiteY853" fmla="*/ 340982 h 1721303"/>
                <a:gd name="connsiteX854" fmla="*/ 1168847 w 1506550"/>
                <a:gd name="connsiteY854" fmla="*/ 340982 h 1721303"/>
                <a:gd name="connsiteX855" fmla="*/ 1168847 w 1506550"/>
                <a:gd name="connsiteY855" fmla="*/ 340982 h 1721303"/>
                <a:gd name="connsiteX856" fmla="*/ 1170487 w 1506550"/>
                <a:gd name="connsiteY856" fmla="*/ 337703 h 1721303"/>
                <a:gd name="connsiteX857" fmla="*/ 1173765 w 1506550"/>
                <a:gd name="connsiteY857" fmla="*/ 336064 h 1721303"/>
                <a:gd name="connsiteX858" fmla="*/ 1178683 w 1506550"/>
                <a:gd name="connsiteY858" fmla="*/ 337703 h 1721303"/>
                <a:gd name="connsiteX859" fmla="*/ 1181962 w 1506550"/>
                <a:gd name="connsiteY859" fmla="*/ 339343 h 1721303"/>
                <a:gd name="connsiteX860" fmla="*/ 1185241 w 1506550"/>
                <a:gd name="connsiteY860" fmla="*/ 339343 h 1721303"/>
                <a:gd name="connsiteX861" fmla="*/ 1188519 w 1506550"/>
                <a:gd name="connsiteY861" fmla="*/ 340982 h 1721303"/>
                <a:gd name="connsiteX862" fmla="*/ 1191798 w 1506550"/>
                <a:gd name="connsiteY862" fmla="*/ 342622 h 1721303"/>
                <a:gd name="connsiteX863" fmla="*/ 1196716 w 1506550"/>
                <a:gd name="connsiteY863" fmla="*/ 344261 h 1721303"/>
                <a:gd name="connsiteX864" fmla="*/ 1199995 w 1506550"/>
                <a:gd name="connsiteY864" fmla="*/ 347540 h 1721303"/>
                <a:gd name="connsiteX865" fmla="*/ 1203273 w 1506550"/>
                <a:gd name="connsiteY865" fmla="*/ 350818 h 1721303"/>
                <a:gd name="connsiteX866" fmla="*/ 1208191 w 1506550"/>
                <a:gd name="connsiteY866" fmla="*/ 352457 h 1721303"/>
                <a:gd name="connsiteX867" fmla="*/ 1211470 w 1506550"/>
                <a:gd name="connsiteY867" fmla="*/ 354097 h 1721303"/>
                <a:gd name="connsiteX868" fmla="*/ 1214749 w 1506550"/>
                <a:gd name="connsiteY868" fmla="*/ 354097 h 1721303"/>
                <a:gd name="connsiteX869" fmla="*/ 1216388 w 1506550"/>
                <a:gd name="connsiteY869" fmla="*/ 357376 h 1721303"/>
                <a:gd name="connsiteX870" fmla="*/ 1219667 w 1506550"/>
                <a:gd name="connsiteY870" fmla="*/ 355736 h 1721303"/>
                <a:gd name="connsiteX871" fmla="*/ 1224585 w 1506550"/>
                <a:gd name="connsiteY871" fmla="*/ 357376 h 1721303"/>
                <a:gd name="connsiteX872" fmla="*/ 1227863 w 1506550"/>
                <a:gd name="connsiteY872" fmla="*/ 357376 h 1721303"/>
                <a:gd name="connsiteX873" fmla="*/ 1227863 w 1506550"/>
                <a:gd name="connsiteY873" fmla="*/ 357376 h 1721303"/>
                <a:gd name="connsiteX874" fmla="*/ 1227863 w 1506550"/>
                <a:gd name="connsiteY874" fmla="*/ 352457 h 1721303"/>
                <a:gd name="connsiteX875" fmla="*/ 1231142 w 1506550"/>
                <a:gd name="connsiteY875" fmla="*/ 354097 h 1721303"/>
                <a:gd name="connsiteX876" fmla="*/ 1234421 w 1506550"/>
                <a:gd name="connsiteY876" fmla="*/ 355736 h 1721303"/>
                <a:gd name="connsiteX877" fmla="*/ 1237699 w 1506550"/>
                <a:gd name="connsiteY877" fmla="*/ 359015 h 1721303"/>
                <a:gd name="connsiteX878" fmla="*/ 1239339 w 1506550"/>
                <a:gd name="connsiteY878" fmla="*/ 359015 h 1721303"/>
                <a:gd name="connsiteX879" fmla="*/ 1244257 w 1506550"/>
                <a:gd name="connsiteY879" fmla="*/ 360654 h 1721303"/>
                <a:gd name="connsiteX880" fmla="*/ 1247535 w 1506550"/>
                <a:gd name="connsiteY880" fmla="*/ 360654 h 1721303"/>
                <a:gd name="connsiteX881" fmla="*/ 1250814 w 1506550"/>
                <a:gd name="connsiteY881" fmla="*/ 362294 h 1721303"/>
                <a:gd name="connsiteX882" fmla="*/ 1254093 w 1506550"/>
                <a:gd name="connsiteY882" fmla="*/ 365572 h 1721303"/>
                <a:gd name="connsiteX883" fmla="*/ 1255732 w 1506550"/>
                <a:gd name="connsiteY883" fmla="*/ 362294 h 1721303"/>
                <a:gd name="connsiteX884" fmla="*/ 1255732 w 1506550"/>
                <a:gd name="connsiteY884" fmla="*/ 359015 h 1721303"/>
                <a:gd name="connsiteX885" fmla="*/ 1259011 w 1506550"/>
                <a:gd name="connsiteY885" fmla="*/ 359015 h 1721303"/>
                <a:gd name="connsiteX886" fmla="*/ 1262289 w 1506550"/>
                <a:gd name="connsiteY886" fmla="*/ 359015 h 1721303"/>
                <a:gd name="connsiteX887" fmla="*/ 1265568 w 1506550"/>
                <a:gd name="connsiteY887" fmla="*/ 359015 h 1721303"/>
                <a:gd name="connsiteX888" fmla="*/ 1270486 w 1506550"/>
                <a:gd name="connsiteY888" fmla="*/ 357376 h 1721303"/>
                <a:gd name="connsiteX889" fmla="*/ 1272125 w 1506550"/>
                <a:gd name="connsiteY889" fmla="*/ 359015 h 1721303"/>
                <a:gd name="connsiteX890" fmla="*/ 1275404 w 1506550"/>
                <a:gd name="connsiteY890" fmla="*/ 357376 h 1721303"/>
                <a:gd name="connsiteX891" fmla="*/ 1278683 w 1506550"/>
                <a:gd name="connsiteY891" fmla="*/ 357376 h 1721303"/>
                <a:gd name="connsiteX892" fmla="*/ 1281962 w 1506550"/>
                <a:gd name="connsiteY892" fmla="*/ 355736 h 1721303"/>
                <a:gd name="connsiteX893" fmla="*/ 1286879 w 1506550"/>
                <a:gd name="connsiteY893" fmla="*/ 355736 h 1721303"/>
                <a:gd name="connsiteX894" fmla="*/ 1290158 w 1506550"/>
                <a:gd name="connsiteY894" fmla="*/ 355736 h 1721303"/>
                <a:gd name="connsiteX895" fmla="*/ 1293437 w 1506550"/>
                <a:gd name="connsiteY895" fmla="*/ 355736 h 1721303"/>
                <a:gd name="connsiteX896" fmla="*/ 1298355 w 1506550"/>
                <a:gd name="connsiteY896" fmla="*/ 357376 h 1721303"/>
                <a:gd name="connsiteX897" fmla="*/ 1298355 w 1506550"/>
                <a:gd name="connsiteY897" fmla="*/ 357376 h 1721303"/>
                <a:gd name="connsiteX898" fmla="*/ 1303273 w 1506550"/>
                <a:gd name="connsiteY898" fmla="*/ 357376 h 1721303"/>
                <a:gd name="connsiteX899" fmla="*/ 1303273 w 1506550"/>
                <a:gd name="connsiteY899" fmla="*/ 357376 h 1721303"/>
                <a:gd name="connsiteX900" fmla="*/ 1306552 w 1506550"/>
                <a:gd name="connsiteY900" fmla="*/ 360654 h 1721303"/>
                <a:gd name="connsiteX901" fmla="*/ 1311469 w 1506550"/>
                <a:gd name="connsiteY901" fmla="*/ 363933 h 1721303"/>
                <a:gd name="connsiteX902" fmla="*/ 1314748 w 1506550"/>
                <a:gd name="connsiteY902" fmla="*/ 365572 h 1721303"/>
                <a:gd name="connsiteX903" fmla="*/ 1318027 w 1506550"/>
                <a:gd name="connsiteY903" fmla="*/ 367212 h 1721303"/>
                <a:gd name="connsiteX904" fmla="*/ 1322945 w 1506550"/>
                <a:gd name="connsiteY904" fmla="*/ 370490 h 1721303"/>
                <a:gd name="connsiteX905" fmla="*/ 1326224 w 1506550"/>
                <a:gd name="connsiteY905" fmla="*/ 372130 h 1721303"/>
                <a:gd name="connsiteX906" fmla="*/ 1329502 w 1506550"/>
                <a:gd name="connsiteY906" fmla="*/ 373769 h 1721303"/>
                <a:gd name="connsiteX907" fmla="*/ 1332781 w 1506550"/>
                <a:gd name="connsiteY907" fmla="*/ 377047 h 1721303"/>
                <a:gd name="connsiteX908" fmla="*/ 1337699 w 1506550"/>
                <a:gd name="connsiteY908" fmla="*/ 378687 h 1721303"/>
                <a:gd name="connsiteX909" fmla="*/ 1340978 w 1506550"/>
                <a:gd name="connsiteY909" fmla="*/ 381966 h 1721303"/>
                <a:gd name="connsiteX910" fmla="*/ 1344256 w 1506550"/>
                <a:gd name="connsiteY910" fmla="*/ 385244 h 1721303"/>
                <a:gd name="connsiteX911" fmla="*/ 1347535 w 1506550"/>
                <a:gd name="connsiteY911" fmla="*/ 388523 h 1721303"/>
                <a:gd name="connsiteX912" fmla="*/ 1352453 w 1506550"/>
                <a:gd name="connsiteY912" fmla="*/ 391802 h 1721303"/>
                <a:gd name="connsiteX913" fmla="*/ 1355732 w 1506550"/>
                <a:gd name="connsiteY913" fmla="*/ 395080 h 1721303"/>
                <a:gd name="connsiteX914" fmla="*/ 1359010 w 1506550"/>
                <a:gd name="connsiteY914" fmla="*/ 396720 h 1721303"/>
                <a:gd name="connsiteX915" fmla="*/ 1362289 w 1506550"/>
                <a:gd name="connsiteY915" fmla="*/ 396720 h 1721303"/>
                <a:gd name="connsiteX916" fmla="*/ 1365568 w 1506550"/>
                <a:gd name="connsiteY916" fmla="*/ 399999 h 1721303"/>
                <a:gd name="connsiteX917" fmla="*/ 1367207 w 1506550"/>
                <a:gd name="connsiteY917" fmla="*/ 404916 h 1721303"/>
                <a:gd name="connsiteX918" fmla="*/ 1370486 w 1506550"/>
                <a:gd name="connsiteY918" fmla="*/ 406556 h 1721303"/>
                <a:gd name="connsiteX919" fmla="*/ 1373765 w 1506550"/>
                <a:gd name="connsiteY919" fmla="*/ 411474 h 1721303"/>
                <a:gd name="connsiteX920" fmla="*/ 1375403 w 1506550"/>
                <a:gd name="connsiteY920" fmla="*/ 414752 h 1721303"/>
                <a:gd name="connsiteX921" fmla="*/ 1378682 w 1506550"/>
                <a:gd name="connsiteY921" fmla="*/ 418031 h 1721303"/>
                <a:gd name="connsiteX922" fmla="*/ 1383600 w 1506550"/>
                <a:gd name="connsiteY922" fmla="*/ 421310 h 1721303"/>
                <a:gd name="connsiteX923" fmla="*/ 1386879 w 1506550"/>
                <a:gd name="connsiteY923" fmla="*/ 424589 h 1721303"/>
                <a:gd name="connsiteX924" fmla="*/ 1390158 w 1506550"/>
                <a:gd name="connsiteY924" fmla="*/ 426228 h 1721303"/>
                <a:gd name="connsiteX925" fmla="*/ 1391797 w 1506550"/>
                <a:gd name="connsiteY925" fmla="*/ 429506 h 1721303"/>
                <a:gd name="connsiteX926" fmla="*/ 1395076 w 1506550"/>
                <a:gd name="connsiteY926" fmla="*/ 434424 h 1721303"/>
                <a:gd name="connsiteX927" fmla="*/ 1398355 w 1506550"/>
                <a:gd name="connsiteY927" fmla="*/ 436064 h 1721303"/>
                <a:gd name="connsiteX928" fmla="*/ 1401633 w 1506550"/>
                <a:gd name="connsiteY928" fmla="*/ 437703 h 1721303"/>
                <a:gd name="connsiteX929" fmla="*/ 1406551 w 1506550"/>
                <a:gd name="connsiteY929" fmla="*/ 437703 h 1721303"/>
                <a:gd name="connsiteX930" fmla="*/ 1409830 w 1506550"/>
                <a:gd name="connsiteY930" fmla="*/ 440982 h 1721303"/>
                <a:gd name="connsiteX931" fmla="*/ 1409830 w 1506550"/>
                <a:gd name="connsiteY931" fmla="*/ 445900 h 1721303"/>
                <a:gd name="connsiteX932" fmla="*/ 1411469 w 1506550"/>
                <a:gd name="connsiteY932" fmla="*/ 445900 h 1721303"/>
                <a:gd name="connsiteX933" fmla="*/ 1414748 w 1506550"/>
                <a:gd name="connsiteY933" fmla="*/ 449179 h 1721303"/>
                <a:gd name="connsiteX934" fmla="*/ 1418026 w 1506550"/>
                <a:gd name="connsiteY934" fmla="*/ 449179 h 1721303"/>
                <a:gd name="connsiteX935" fmla="*/ 1421305 w 1506550"/>
                <a:gd name="connsiteY935" fmla="*/ 449179 h 1721303"/>
                <a:gd name="connsiteX936" fmla="*/ 1426223 w 1506550"/>
                <a:gd name="connsiteY936" fmla="*/ 450818 h 1721303"/>
                <a:gd name="connsiteX937" fmla="*/ 1429502 w 1506550"/>
                <a:gd name="connsiteY937" fmla="*/ 455736 h 1721303"/>
                <a:gd name="connsiteX938" fmla="*/ 1432780 w 1506550"/>
                <a:gd name="connsiteY938" fmla="*/ 457375 h 1721303"/>
                <a:gd name="connsiteX939" fmla="*/ 1432780 w 1506550"/>
                <a:gd name="connsiteY939" fmla="*/ 457375 h 1721303"/>
                <a:gd name="connsiteX940" fmla="*/ 1437699 w 1506550"/>
                <a:gd name="connsiteY940" fmla="*/ 455736 h 1721303"/>
                <a:gd name="connsiteX941" fmla="*/ 1440977 w 1506550"/>
                <a:gd name="connsiteY941" fmla="*/ 455736 h 1721303"/>
                <a:gd name="connsiteX942" fmla="*/ 1444256 w 1506550"/>
                <a:gd name="connsiteY942" fmla="*/ 457375 h 1721303"/>
                <a:gd name="connsiteX943" fmla="*/ 1449174 w 1506550"/>
                <a:gd name="connsiteY943" fmla="*/ 457375 h 1721303"/>
                <a:gd name="connsiteX944" fmla="*/ 1452453 w 1506550"/>
                <a:gd name="connsiteY944" fmla="*/ 457375 h 1721303"/>
                <a:gd name="connsiteX945" fmla="*/ 1455731 w 1506550"/>
                <a:gd name="connsiteY945" fmla="*/ 455736 h 1721303"/>
                <a:gd name="connsiteX946" fmla="*/ 1460649 w 1506550"/>
                <a:gd name="connsiteY946" fmla="*/ 454096 h 1721303"/>
                <a:gd name="connsiteX947" fmla="*/ 1463928 w 1506550"/>
                <a:gd name="connsiteY947" fmla="*/ 455736 h 1721303"/>
                <a:gd name="connsiteX948" fmla="*/ 1467206 w 1506550"/>
                <a:gd name="connsiteY948" fmla="*/ 455736 h 1721303"/>
                <a:gd name="connsiteX949" fmla="*/ 1472125 w 1506550"/>
                <a:gd name="connsiteY949" fmla="*/ 457375 h 1721303"/>
                <a:gd name="connsiteX950" fmla="*/ 1475403 w 1506550"/>
                <a:gd name="connsiteY950" fmla="*/ 457375 h 1721303"/>
                <a:gd name="connsiteX951" fmla="*/ 1478682 w 1506550"/>
                <a:gd name="connsiteY951" fmla="*/ 460654 h 1721303"/>
                <a:gd name="connsiteX952" fmla="*/ 1481960 w 1506550"/>
                <a:gd name="connsiteY952" fmla="*/ 463933 h 1721303"/>
                <a:gd name="connsiteX953" fmla="*/ 1483600 w 1506550"/>
                <a:gd name="connsiteY953" fmla="*/ 467211 h 1721303"/>
                <a:gd name="connsiteX954" fmla="*/ 1485239 w 1506550"/>
                <a:gd name="connsiteY954" fmla="*/ 470490 h 1721303"/>
                <a:gd name="connsiteX955" fmla="*/ 1488518 w 1506550"/>
                <a:gd name="connsiteY955" fmla="*/ 475408 h 1721303"/>
                <a:gd name="connsiteX956" fmla="*/ 1488518 w 1506550"/>
                <a:gd name="connsiteY956" fmla="*/ 478687 h 1721303"/>
                <a:gd name="connsiteX957" fmla="*/ 1490157 w 1506550"/>
                <a:gd name="connsiteY957" fmla="*/ 481965 h 1721303"/>
                <a:gd name="connsiteX958" fmla="*/ 1490157 w 1506550"/>
                <a:gd name="connsiteY958" fmla="*/ 486883 h 1721303"/>
                <a:gd name="connsiteX959" fmla="*/ 1491796 w 1506550"/>
                <a:gd name="connsiteY959" fmla="*/ 488523 h 1721303"/>
                <a:gd name="connsiteX960" fmla="*/ 1491796 w 1506550"/>
                <a:gd name="connsiteY960" fmla="*/ 491801 h 1721303"/>
                <a:gd name="connsiteX961" fmla="*/ 1493436 w 1506550"/>
                <a:gd name="connsiteY961" fmla="*/ 495080 h 1721303"/>
                <a:gd name="connsiteX962" fmla="*/ 1493436 w 1506550"/>
                <a:gd name="connsiteY962" fmla="*/ 498359 h 1721303"/>
                <a:gd name="connsiteX963" fmla="*/ 1495075 w 1506550"/>
                <a:gd name="connsiteY963" fmla="*/ 503277 h 1721303"/>
                <a:gd name="connsiteX964" fmla="*/ 1493436 w 1506550"/>
                <a:gd name="connsiteY964" fmla="*/ 506555 h 1721303"/>
                <a:gd name="connsiteX965" fmla="*/ 1496715 w 1506550"/>
                <a:gd name="connsiteY965" fmla="*/ 508194 h 1721303"/>
                <a:gd name="connsiteX966" fmla="*/ 1496715 w 1506550"/>
                <a:gd name="connsiteY966" fmla="*/ 511473 h 1721303"/>
                <a:gd name="connsiteX967" fmla="*/ 1499993 w 1506550"/>
                <a:gd name="connsiteY967" fmla="*/ 514752 h 1721303"/>
                <a:gd name="connsiteX968" fmla="*/ 1499993 w 1506550"/>
                <a:gd name="connsiteY968" fmla="*/ 519670 h 1721303"/>
                <a:gd name="connsiteX969" fmla="*/ 1499993 w 1506550"/>
                <a:gd name="connsiteY969" fmla="*/ 522949 h 1721303"/>
                <a:gd name="connsiteX970" fmla="*/ 1499993 w 1506550"/>
                <a:gd name="connsiteY970" fmla="*/ 526227 h 1721303"/>
                <a:gd name="connsiteX971" fmla="*/ 1501633 w 1506550"/>
                <a:gd name="connsiteY971" fmla="*/ 531146 h 1721303"/>
                <a:gd name="connsiteX972" fmla="*/ 1501633 w 1506550"/>
                <a:gd name="connsiteY972" fmla="*/ 534424 h 1721303"/>
                <a:gd name="connsiteX973" fmla="*/ 1503272 w 1506550"/>
                <a:gd name="connsiteY973" fmla="*/ 539342 h 1721303"/>
                <a:gd name="connsiteX974" fmla="*/ 1503272 w 1506550"/>
                <a:gd name="connsiteY974" fmla="*/ 542621 h 1721303"/>
                <a:gd name="connsiteX975" fmla="*/ 1503272 w 1506550"/>
                <a:gd name="connsiteY975" fmla="*/ 545899 h 1721303"/>
                <a:gd name="connsiteX976" fmla="*/ 1503272 w 1506550"/>
                <a:gd name="connsiteY976" fmla="*/ 544260 h 1721303"/>
                <a:gd name="connsiteX977" fmla="*/ 1506550 w 1506550"/>
                <a:gd name="connsiteY977" fmla="*/ 540981 h 1721303"/>
                <a:gd name="connsiteX978" fmla="*/ 1506550 w 1506550"/>
                <a:gd name="connsiteY978" fmla="*/ 544260 h 1721303"/>
                <a:gd name="connsiteX979" fmla="*/ 1506550 w 1506550"/>
                <a:gd name="connsiteY979" fmla="*/ 549178 h 1721303"/>
                <a:gd name="connsiteX980" fmla="*/ 1506550 w 1506550"/>
                <a:gd name="connsiteY980" fmla="*/ 552457 h 1721303"/>
                <a:gd name="connsiteX981" fmla="*/ 1506550 w 1506550"/>
                <a:gd name="connsiteY981" fmla="*/ 557374 h 1721303"/>
                <a:gd name="connsiteX982" fmla="*/ 1506550 w 1506550"/>
                <a:gd name="connsiteY982" fmla="*/ 560653 h 1721303"/>
                <a:gd name="connsiteX983" fmla="*/ 1506550 w 1506550"/>
                <a:gd name="connsiteY983" fmla="*/ 560653 h 1721303"/>
                <a:gd name="connsiteX984" fmla="*/ 1503272 w 1506550"/>
                <a:gd name="connsiteY984" fmla="*/ 565571 h 1721303"/>
                <a:gd name="connsiteX985" fmla="*/ 1503272 w 1506550"/>
                <a:gd name="connsiteY985" fmla="*/ 565571 h 1721303"/>
                <a:gd name="connsiteX986" fmla="*/ 1506550 w 1506550"/>
                <a:gd name="connsiteY986" fmla="*/ 567211 h 1721303"/>
                <a:gd name="connsiteX987" fmla="*/ 1504911 w 1506550"/>
                <a:gd name="connsiteY987" fmla="*/ 570489 h 1721303"/>
                <a:gd name="connsiteX988" fmla="*/ 1504911 w 1506550"/>
                <a:gd name="connsiteY988" fmla="*/ 573768 h 1721303"/>
                <a:gd name="connsiteX989" fmla="*/ 1503272 w 1506550"/>
                <a:gd name="connsiteY989" fmla="*/ 577047 h 1721303"/>
                <a:gd name="connsiteX990" fmla="*/ 1506550 w 1506550"/>
                <a:gd name="connsiteY990" fmla="*/ 580326 h 1721303"/>
                <a:gd name="connsiteX991" fmla="*/ 1506550 w 1506550"/>
                <a:gd name="connsiteY991" fmla="*/ 583604 h 1721303"/>
                <a:gd name="connsiteX992" fmla="*/ 1504911 w 1506550"/>
                <a:gd name="connsiteY992" fmla="*/ 588522 h 1721303"/>
                <a:gd name="connsiteX993" fmla="*/ 1504911 w 1506550"/>
                <a:gd name="connsiteY993" fmla="*/ 586883 h 1721303"/>
                <a:gd name="connsiteX994" fmla="*/ 1503272 w 1506550"/>
                <a:gd name="connsiteY994" fmla="*/ 588522 h 1721303"/>
                <a:gd name="connsiteX995" fmla="*/ 1504911 w 1506550"/>
                <a:gd name="connsiteY995" fmla="*/ 588522 h 1721303"/>
                <a:gd name="connsiteX996" fmla="*/ 1504911 w 1506550"/>
                <a:gd name="connsiteY996" fmla="*/ 591801 h 1721303"/>
                <a:gd name="connsiteX997" fmla="*/ 1503272 w 1506550"/>
                <a:gd name="connsiteY997" fmla="*/ 595080 h 1721303"/>
                <a:gd name="connsiteX998" fmla="*/ 1503272 w 1506550"/>
                <a:gd name="connsiteY998" fmla="*/ 599997 h 1721303"/>
                <a:gd name="connsiteX999" fmla="*/ 1499993 w 1506550"/>
                <a:gd name="connsiteY999" fmla="*/ 603276 h 1721303"/>
                <a:gd name="connsiteX1000" fmla="*/ 1501633 w 1506550"/>
                <a:gd name="connsiteY1000" fmla="*/ 604916 h 1721303"/>
                <a:gd name="connsiteX1001" fmla="*/ 1499993 w 1506550"/>
                <a:gd name="connsiteY1001" fmla="*/ 609833 h 1721303"/>
                <a:gd name="connsiteX1002" fmla="*/ 1498354 w 1506550"/>
                <a:gd name="connsiteY1002" fmla="*/ 613112 h 1721303"/>
                <a:gd name="connsiteX1003" fmla="*/ 1498354 w 1506550"/>
                <a:gd name="connsiteY1003" fmla="*/ 618030 h 1721303"/>
                <a:gd name="connsiteX1004" fmla="*/ 1496715 w 1506550"/>
                <a:gd name="connsiteY1004" fmla="*/ 621309 h 1721303"/>
                <a:gd name="connsiteX1005" fmla="*/ 1495075 w 1506550"/>
                <a:gd name="connsiteY1005" fmla="*/ 626227 h 1721303"/>
                <a:gd name="connsiteX1006" fmla="*/ 1495075 w 1506550"/>
                <a:gd name="connsiteY1006" fmla="*/ 627866 h 1721303"/>
                <a:gd name="connsiteX1007" fmla="*/ 1491796 w 1506550"/>
                <a:gd name="connsiteY1007" fmla="*/ 632784 h 1721303"/>
                <a:gd name="connsiteX1008" fmla="*/ 1490157 w 1506550"/>
                <a:gd name="connsiteY1008" fmla="*/ 636063 h 1721303"/>
                <a:gd name="connsiteX1009" fmla="*/ 1488518 w 1506550"/>
                <a:gd name="connsiteY1009" fmla="*/ 639341 h 1721303"/>
                <a:gd name="connsiteX1010" fmla="*/ 1485239 w 1506550"/>
                <a:gd name="connsiteY1010" fmla="*/ 642620 h 1721303"/>
                <a:gd name="connsiteX1011" fmla="*/ 1483600 w 1506550"/>
                <a:gd name="connsiteY1011" fmla="*/ 647538 h 1721303"/>
                <a:gd name="connsiteX1012" fmla="*/ 1480321 w 1506550"/>
                <a:gd name="connsiteY1012" fmla="*/ 650817 h 1721303"/>
                <a:gd name="connsiteX1013" fmla="*/ 1477043 w 1506550"/>
                <a:gd name="connsiteY1013" fmla="*/ 655735 h 1721303"/>
                <a:gd name="connsiteX1014" fmla="*/ 1475403 w 1506550"/>
                <a:gd name="connsiteY1014" fmla="*/ 659014 h 1721303"/>
                <a:gd name="connsiteX1015" fmla="*/ 1473764 w 1506550"/>
                <a:gd name="connsiteY1015" fmla="*/ 657374 h 1721303"/>
                <a:gd name="connsiteX1016" fmla="*/ 1472125 w 1506550"/>
                <a:gd name="connsiteY1016" fmla="*/ 655735 h 1721303"/>
                <a:gd name="connsiteX1017" fmla="*/ 1470485 w 1506550"/>
                <a:gd name="connsiteY1017" fmla="*/ 660653 h 1721303"/>
                <a:gd name="connsiteX1018" fmla="*/ 1470485 w 1506550"/>
                <a:gd name="connsiteY1018" fmla="*/ 660653 h 1721303"/>
                <a:gd name="connsiteX1019" fmla="*/ 1467206 w 1506550"/>
                <a:gd name="connsiteY1019" fmla="*/ 657374 h 1721303"/>
                <a:gd name="connsiteX1020" fmla="*/ 1468846 w 1506550"/>
                <a:gd name="connsiteY1020" fmla="*/ 662292 h 1721303"/>
                <a:gd name="connsiteX1021" fmla="*/ 1470485 w 1506550"/>
                <a:gd name="connsiteY1021" fmla="*/ 660653 h 1721303"/>
                <a:gd name="connsiteX1022" fmla="*/ 1470485 w 1506550"/>
                <a:gd name="connsiteY1022" fmla="*/ 662292 h 1721303"/>
                <a:gd name="connsiteX1023" fmla="*/ 1472125 w 1506550"/>
                <a:gd name="connsiteY1023" fmla="*/ 662292 h 1721303"/>
                <a:gd name="connsiteX1024" fmla="*/ 1468846 w 1506550"/>
                <a:gd name="connsiteY1024" fmla="*/ 665571 h 1721303"/>
                <a:gd name="connsiteX1025" fmla="*/ 1467206 w 1506550"/>
                <a:gd name="connsiteY1025" fmla="*/ 668850 h 1721303"/>
                <a:gd name="connsiteX1026" fmla="*/ 1463928 w 1506550"/>
                <a:gd name="connsiteY1026" fmla="*/ 673768 h 1721303"/>
                <a:gd name="connsiteX1027" fmla="*/ 1462289 w 1506550"/>
                <a:gd name="connsiteY1027" fmla="*/ 675407 h 1721303"/>
                <a:gd name="connsiteX1028" fmla="*/ 1459010 w 1506550"/>
                <a:gd name="connsiteY1028" fmla="*/ 680325 h 1721303"/>
                <a:gd name="connsiteX1029" fmla="*/ 1455731 w 1506550"/>
                <a:gd name="connsiteY1029" fmla="*/ 683604 h 1721303"/>
                <a:gd name="connsiteX1030" fmla="*/ 1454092 w 1506550"/>
                <a:gd name="connsiteY1030" fmla="*/ 686882 h 1721303"/>
                <a:gd name="connsiteX1031" fmla="*/ 1452453 w 1506550"/>
                <a:gd name="connsiteY1031" fmla="*/ 691800 h 1721303"/>
                <a:gd name="connsiteX1032" fmla="*/ 1449174 w 1506550"/>
                <a:gd name="connsiteY1032" fmla="*/ 695079 h 1721303"/>
                <a:gd name="connsiteX1033" fmla="*/ 1447535 w 1506550"/>
                <a:gd name="connsiteY1033" fmla="*/ 696718 h 1721303"/>
                <a:gd name="connsiteX1034" fmla="*/ 1444256 w 1506550"/>
                <a:gd name="connsiteY1034" fmla="*/ 696718 h 1721303"/>
                <a:gd name="connsiteX1035" fmla="*/ 1440977 w 1506550"/>
                <a:gd name="connsiteY1035" fmla="*/ 699997 h 1721303"/>
                <a:gd name="connsiteX1036" fmla="*/ 1436059 w 1506550"/>
                <a:gd name="connsiteY1036" fmla="*/ 703276 h 1721303"/>
                <a:gd name="connsiteX1037" fmla="*/ 1432780 w 1506550"/>
                <a:gd name="connsiteY1037" fmla="*/ 704915 h 1721303"/>
                <a:gd name="connsiteX1038" fmla="*/ 1429502 w 1506550"/>
                <a:gd name="connsiteY1038" fmla="*/ 709833 h 1721303"/>
                <a:gd name="connsiteX1039" fmla="*/ 1426223 w 1506550"/>
                <a:gd name="connsiteY1039" fmla="*/ 713111 h 1721303"/>
                <a:gd name="connsiteX1040" fmla="*/ 1426223 w 1506550"/>
                <a:gd name="connsiteY1040" fmla="*/ 708194 h 1721303"/>
                <a:gd name="connsiteX1041" fmla="*/ 1421305 w 1506550"/>
                <a:gd name="connsiteY1041" fmla="*/ 706554 h 1721303"/>
                <a:gd name="connsiteX1042" fmla="*/ 1421305 w 1506550"/>
                <a:gd name="connsiteY1042" fmla="*/ 708194 h 1721303"/>
                <a:gd name="connsiteX1043" fmla="*/ 1422945 w 1506550"/>
                <a:gd name="connsiteY1043" fmla="*/ 709833 h 1721303"/>
                <a:gd name="connsiteX1044" fmla="*/ 1422945 w 1506550"/>
                <a:gd name="connsiteY1044" fmla="*/ 709833 h 1721303"/>
                <a:gd name="connsiteX1045" fmla="*/ 1426223 w 1506550"/>
                <a:gd name="connsiteY1045" fmla="*/ 711473 h 1721303"/>
                <a:gd name="connsiteX1046" fmla="*/ 1424584 w 1506550"/>
                <a:gd name="connsiteY1046" fmla="*/ 716390 h 1721303"/>
                <a:gd name="connsiteX1047" fmla="*/ 1424584 w 1506550"/>
                <a:gd name="connsiteY1047" fmla="*/ 718030 h 1721303"/>
                <a:gd name="connsiteX1048" fmla="*/ 1421305 w 1506550"/>
                <a:gd name="connsiteY1048" fmla="*/ 721308 h 1721303"/>
                <a:gd name="connsiteX1049" fmla="*/ 1416387 w 1506550"/>
                <a:gd name="connsiteY1049" fmla="*/ 718030 h 1721303"/>
                <a:gd name="connsiteX1050" fmla="*/ 1418026 w 1506550"/>
                <a:gd name="connsiteY1050" fmla="*/ 721308 h 1721303"/>
                <a:gd name="connsiteX1051" fmla="*/ 1421305 w 1506550"/>
                <a:gd name="connsiteY1051" fmla="*/ 722948 h 1721303"/>
                <a:gd name="connsiteX1052" fmla="*/ 1421305 w 1506550"/>
                <a:gd name="connsiteY1052" fmla="*/ 726226 h 1721303"/>
                <a:gd name="connsiteX1053" fmla="*/ 1418026 w 1506550"/>
                <a:gd name="connsiteY1053" fmla="*/ 729505 h 1721303"/>
                <a:gd name="connsiteX1054" fmla="*/ 1414748 w 1506550"/>
                <a:gd name="connsiteY1054" fmla="*/ 732784 h 1721303"/>
                <a:gd name="connsiteX1055" fmla="*/ 1414748 w 1506550"/>
                <a:gd name="connsiteY1055" fmla="*/ 729505 h 1721303"/>
                <a:gd name="connsiteX1056" fmla="*/ 1413109 w 1506550"/>
                <a:gd name="connsiteY1056" fmla="*/ 732784 h 1721303"/>
                <a:gd name="connsiteX1057" fmla="*/ 1413109 w 1506550"/>
                <a:gd name="connsiteY1057" fmla="*/ 736063 h 1721303"/>
                <a:gd name="connsiteX1058" fmla="*/ 1409830 w 1506550"/>
                <a:gd name="connsiteY1058" fmla="*/ 740980 h 1721303"/>
                <a:gd name="connsiteX1059" fmla="*/ 1409830 w 1506550"/>
                <a:gd name="connsiteY1059" fmla="*/ 740980 h 1721303"/>
                <a:gd name="connsiteX1060" fmla="*/ 1414748 w 1506550"/>
                <a:gd name="connsiteY1060" fmla="*/ 739341 h 1721303"/>
                <a:gd name="connsiteX1061" fmla="*/ 1411469 w 1506550"/>
                <a:gd name="connsiteY1061" fmla="*/ 742620 h 1721303"/>
                <a:gd name="connsiteX1062" fmla="*/ 1409830 w 1506550"/>
                <a:gd name="connsiteY1062" fmla="*/ 745898 h 1721303"/>
                <a:gd name="connsiteX1063" fmla="*/ 1409830 w 1506550"/>
                <a:gd name="connsiteY1063" fmla="*/ 750817 h 1721303"/>
                <a:gd name="connsiteX1064" fmla="*/ 1408190 w 1506550"/>
                <a:gd name="connsiteY1064" fmla="*/ 752456 h 1721303"/>
                <a:gd name="connsiteX1065" fmla="*/ 1408190 w 1506550"/>
                <a:gd name="connsiteY1065" fmla="*/ 754095 h 1721303"/>
                <a:gd name="connsiteX1066" fmla="*/ 1406551 w 1506550"/>
                <a:gd name="connsiteY1066" fmla="*/ 757374 h 1721303"/>
                <a:gd name="connsiteX1067" fmla="*/ 1404912 w 1506550"/>
                <a:gd name="connsiteY1067" fmla="*/ 762292 h 1721303"/>
                <a:gd name="connsiteX1068" fmla="*/ 1403272 w 1506550"/>
                <a:gd name="connsiteY1068" fmla="*/ 765570 h 1721303"/>
                <a:gd name="connsiteX1069" fmla="*/ 1401633 w 1506550"/>
                <a:gd name="connsiteY1069" fmla="*/ 768849 h 1721303"/>
                <a:gd name="connsiteX1070" fmla="*/ 1399994 w 1506550"/>
                <a:gd name="connsiteY1070" fmla="*/ 773767 h 1721303"/>
                <a:gd name="connsiteX1071" fmla="*/ 1396715 w 1506550"/>
                <a:gd name="connsiteY1071" fmla="*/ 777046 h 1721303"/>
                <a:gd name="connsiteX1072" fmla="*/ 1395076 w 1506550"/>
                <a:gd name="connsiteY1072" fmla="*/ 780324 h 1721303"/>
                <a:gd name="connsiteX1073" fmla="*/ 1393436 w 1506550"/>
                <a:gd name="connsiteY1073" fmla="*/ 785243 h 1721303"/>
                <a:gd name="connsiteX1074" fmla="*/ 1391797 w 1506550"/>
                <a:gd name="connsiteY1074" fmla="*/ 788521 h 1721303"/>
                <a:gd name="connsiteX1075" fmla="*/ 1388518 w 1506550"/>
                <a:gd name="connsiteY1075" fmla="*/ 791800 h 1721303"/>
                <a:gd name="connsiteX1076" fmla="*/ 1385240 w 1506550"/>
                <a:gd name="connsiteY1076" fmla="*/ 795078 h 1721303"/>
                <a:gd name="connsiteX1077" fmla="*/ 1383600 w 1506550"/>
                <a:gd name="connsiteY1077" fmla="*/ 799997 h 1721303"/>
                <a:gd name="connsiteX1078" fmla="*/ 1380322 w 1506550"/>
                <a:gd name="connsiteY1078" fmla="*/ 803275 h 1721303"/>
                <a:gd name="connsiteX1079" fmla="*/ 1377043 w 1506550"/>
                <a:gd name="connsiteY1079" fmla="*/ 804914 h 1721303"/>
                <a:gd name="connsiteX1080" fmla="*/ 1372125 w 1506550"/>
                <a:gd name="connsiteY1080" fmla="*/ 804914 h 1721303"/>
                <a:gd name="connsiteX1081" fmla="*/ 1373765 w 1506550"/>
                <a:gd name="connsiteY1081" fmla="*/ 801636 h 1721303"/>
                <a:gd name="connsiteX1082" fmla="*/ 1373765 w 1506550"/>
                <a:gd name="connsiteY1082" fmla="*/ 796718 h 1721303"/>
                <a:gd name="connsiteX1083" fmla="*/ 1372125 w 1506550"/>
                <a:gd name="connsiteY1083" fmla="*/ 793439 h 1721303"/>
                <a:gd name="connsiteX1084" fmla="*/ 1367207 w 1506550"/>
                <a:gd name="connsiteY1084" fmla="*/ 791800 h 1721303"/>
                <a:gd name="connsiteX1085" fmla="*/ 1365568 w 1506550"/>
                <a:gd name="connsiteY1085" fmla="*/ 788521 h 1721303"/>
                <a:gd name="connsiteX1086" fmla="*/ 1365568 w 1506550"/>
                <a:gd name="connsiteY1086" fmla="*/ 791800 h 1721303"/>
                <a:gd name="connsiteX1087" fmla="*/ 1363928 w 1506550"/>
                <a:gd name="connsiteY1087" fmla="*/ 795078 h 1721303"/>
                <a:gd name="connsiteX1088" fmla="*/ 1360650 w 1506550"/>
                <a:gd name="connsiteY1088" fmla="*/ 798357 h 1721303"/>
                <a:gd name="connsiteX1089" fmla="*/ 1357371 w 1506550"/>
                <a:gd name="connsiteY1089" fmla="*/ 795078 h 1721303"/>
                <a:gd name="connsiteX1090" fmla="*/ 1357371 w 1506550"/>
                <a:gd name="connsiteY1090" fmla="*/ 795078 h 1721303"/>
                <a:gd name="connsiteX1091" fmla="*/ 1360650 w 1506550"/>
                <a:gd name="connsiteY1091" fmla="*/ 798357 h 1721303"/>
                <a:gd name="connsiteX1092" fmla="*/ 1362289 w 1506550"/>
                <a:gd name="connsiteY1092" fmla="*/ 798357 h 1721303"/>
                <a:gd name="connsiteX1093" fmla="*/ 1363928 w 1506550"/>
                <a:gd name="connsiteY1093" fmla="*/ 803275 h 1721303"/>
                <a:gd name="connsiteX1094" fmla="*/ 1362289 w 1506550"/>
                <a:gd name="connsiteY1094" fmla="*/ 806554 h 1721303"/>
                <a:gd name="connsiteX1095" fmla="*/ 1362289 w 1506550"/>
                <a:gd name="connsiteY1095" fmla="*/ 806554 h 1721303"/>
                <a:gd name="connsiteX1096" fmla="*/ 1359010 w 1506550"/>
                <a:gd name="connsiteY1096" fmla="*/ 811472 h 1721303"/>
                <a:gd name="connsiteX1097" fmla="*/ 1359010 w 1506550"/>
                <a:gd name="connsiteY1097" fmla="*/ 814751 h 1721303"/>
                <a:gd name="connsiteX1098" fmla="*/ 1357371 w 1506550"/>
                <a:gd name="connsiteY1098" fmla="*/ 818029 h 1721303"/>
                <a:gd name="connsiteX1099" fmla="*/ 1357371 w 1506550"/>
                <a:gd name="connsiteY1099" fmla="*/ 822947 h 1721303"/>
                <a:gd name="connsiteX1100" fmla="*/ 1354092 w 1506550"/>
                <a:gd name="connsiteY1100" fmla="*/ 821308 h 1721303"/>
                <a:gd name="connsiteX1101" fmla="*/ 1354092 w 1506550"/>
                <a:gd name="connsiteY1101" fmla="*/ 824587 h 1721303"/>
                <a:gd name="connsiteX1102" fmla="*/ 1352453 w 1506550"/>
                <a:gd name="connsiteY1102" fmla="*/ 827865 h 1721303"/>
                <a:gd name="connsiteX1103" fmla="*/ 1352453 w 1506550"/>
                <a:gd name="connsiteY1103" fmla="*/ 831144 h 1721303"/>
                <a:gd name="connsiteX1104" fmla="*/ 1352453 w 1506550"/>
                <a:gd name="connsiteY1104" fmla="*/ 832783 h 1721303"/>
                <a:gd name="connsiteX1105" fmla="*/ 1352453 w 1506550"/>
                <a:gd name="connsiteY1105" fmla="*/ 829504 h 1721303"/>
                <a:gd name="connsiteX1106" fmla="*/ 1354092 w 1506550"/>
                <a:gd name="connsiteY1106" fmla="*/ 827865 h 1721303"/>
                <a:gd name="connsiteX1107" fmla="*/ 1355732 w 1506550"/>
                <a:gd name="connsiteY1107" fmla="*/ 831144 h 1721303"/>
                <a:gd name="connsiteX1108" fmla="*/ 1357371 w 1506550"/>
                <a:gd name="connsiteY1108" fmla="*/ 834423 h 1721303"/>
                <a:gd name="connsiteX1109" fmla="*/ 1355732 w 1506550"/>
                <a:gd name="connsiteY1109" fmla="*/ 837701 h 1721303"/>
                <a:gd name="connsiteX1110" fmla="*/ 1355732 w 1506550"/>
                <a:gd name="connsiteY1110" fmla="*/ 842619 h 1721303"/>
                <a:gd name="connsiteX1111" fmla="*/ 1352453 w 1506550"/>
                <a:gd name="connsiteY1111" fmla="*/ 837701 h 1721303"/>
                <a:gd name="connsiteX1112" fmla="*/ 1355732 w 1506550"/>
                <a:gd name="connsiteY1112" fmla="*/ 842619 h 1721303"/>
                <a:gd name="connsiteX1113" fmla="*/ 1354092 w 1506550"/>
                <a:gd name="connsiteY1113" fmla="*/ 845898 h 1721303"/>
                <a:gd name="connsiteX1114" fmla="*/ 1357371 w 1506550"/>
                <a:gd name="connsiteY1114" fmla="*/ 850816 h 1721303"/>
                <a:gd name="connsiteX1115" fmla="*/ 1357371 w 1506550"/>
                <a:gd name="connsiteY1115" fmla="*/ 854095 h 1721303"/>
                <a:gd name="connsiteX1116" fmla="*/ 1359010 w 1506550"/>
                <a:gd name="connsiteY1116" fmla="*/ 850816 h 1721303"/>
                <a:gd name="connsiteX1117" fmla="*/ 1359010 w 1506550"/>
                <a:gd name="connsiteY1117" fmla="*/ 845898 h 1721303"/>
                <a:gd name="connsiteX1118" fmla="*/ 1359010 w 1506550"/>
                <a:gd name="connsiteY1118" fmla="*/ 850816 h 1721303"/>
                <a:gd name="connsiteX1119" fmla="*/ 1359010 w 1506550"/>
                <a:gd name="connsiteY1119" fmla="*/ 854095 h 1721303"/>
                <a:gd name="connsiteX1120" fmla="*/ 1359010 w 1506550"/>
                <a:gd name="connsiteY1120" fmla="*/ 857373 h 1721303"/>
                <a:gd name="connsiteX1121" fmla="*/ 1357371 w 1506550"/>
                <a:gd name="connsiteY1121" fmla="*/ 862291 h 1721303"/>
                <a:gd name="connsiteX1122" fmla="*/ 1359010 w 1506550"/>
                <a:gd name="connsiteY1122" fmla="*/ 862291 h 1721303"/>
                <a:gd name="connsiteX1123" fmla="*/ 1357371 w 1506550"/>
                <a:gd name="connsiteY1123" fmla="*/ 865570 h 1721303"/>
                <a:gd name="connsiteX1124" fmla="*/ 1357371 w 1506550"/>
                <a:gd name="connsiteY1124" fmla="*/ 870488 h 1721303"/>
                <a:gd name="connsiteX1125" fmla="*/ 1357371 w 1506550"/>
                <a:gd name="connsiteY1125" fmla="*/ 873767 h 1721303"/>
                <a:gd name="connsiteX1126" fmla="*/ 1355732 w 1506550"/>
                <a:gd name="connsiteY1126" fmla="*/ 878685 h 1721303"/>
                <a:gd name="connsiteX1127" fmla="*/ 1355732 w 1506550"/>
                <a:gd name="connsiteY1127" fmla="*/ 881963 h 1721303"/>
                <a:gd name="connsiteX1128" fmla="*/ 1357371 w 1506550"/>
                <a:gd name="connsiteY1128" fmla="*/ 885242 h 1721303"/>
                <a:gd name="connsiteX1129" fmla="*/ 1359010 w 1506550"/>
                <a:gd name="connsiteY1129" fmla="*/ 890160 h 1721303"/>
                <a:gd name="connsiteX1130" fmla="*/ 1359010 w 1506550"/>
                <a:gd name="connsiteY1130" fmla="*/ 893439 h 1721303"/>
                <a:gd name="connsiteX1131" fmla="*/ 1359010 w 1506550"/>
                <a:gd name="connsiteY1131" fmla="*/ 896717 h 1721303"/>
                <a:gd name="connsiteX1132" fmla="*/ 1359010 w 1506550"/>
                <a:gd name="connsiteY1132" fmla="*/ 901635 h 1721303"/>
                <a:gd name="connsiteX1133" fmla="*/ 1360650 w 1506550"/>
                <a:gd name="connsiteY1133" fmla="*/ 904914 h 1721303"/>
                <a:gd name="connsiteX1134" fmla="*/ 1360650 w 1506550"/>
                <a:gd name="connsiteY1134" fmla="*/ 908193 h 1721303"/>
                <a:gd name="connsiteX1135" fmla="*/ 1362289 w 1506550"/>
                <a:gd name="connsiteY1135" fmla="*/ 913111 h 1721303"/>
                <a:gd name="connsiteX1136" fmla="*/ 1362289 w 1506550"/>
                <a:gd name="connsiteY1136" fmla="*/ 916390 h 1721303"/>
                <a:gd name="connsiteX1137" fmla="*/ 1362289 w 1506550"/>
                <a:gd name="connsiteY1137" fmla="*/ 919668 h 1721303"/>
                <a:gd name="connsiteX1138" fmla="*/ 1363928 w 1506550"/>
                <a:gd name="connsiteY1138" fmla="*/ 924586 h 1721303"/>
                <a:gd name="connsiteX1139" fmla="*/ 1365568 w 1506550"/>
                <a:gd name="connsiteY1139" fmla="*/ 927865 h 1721303"/>
                <a:gd name="connsiteX1140" fmla="*/ 1367207 w 1506550"/>
                <a:gd name="connsiteY1140" fmla="*/ 931144 h 1721303"/>
                <a:gd name="connsiteX1141" fmla="*/ 1365568 w 1506550"/>
                <a:gd name="connsiteY1141" fmla="*/ 934422 h 1721303"/>
                <a:gd name="connsiteX1142" fmla="*/ 1365568 w 1506550"/>
                <a:gd name="connsiteY1142" fmla="*/ 937701 h 1721303"/>
                <a:gd name="connsiteX1143" fmla="*/ 1363928 w 1506550"/>
                <a:gd name="connsiteY1143" fmla="*/ 942619 h 1721303"/>
                <a:gd name="connsiteX1144" fmla="*/ 1363928 w 1506550"/>
                <a:gd name="connsiteY1144" fmla="*/ 945897 h 1721303"/>
                <a:gd name="connsiteX1145" fmla="*/ 1362289 w 1506550"/>
                <a:gd name="connsiteY1145" fmla="*/ 949176 h 1721303"/>
                <a:gd name="connsiteX1146" fmla="*/ 1362289 w 1506550"/>
                <a:gd name="connsiteY1146" fmla="*/ 954094 h 1721303"/>
                <a:gd name="connsiteX1147" fmla="*/ 1360650 w 1506550"/>
                <a:gd name="connsiteY1147" fmla="*/ 957373 h 1721303"/>
                <a:gd name="connsiteX1148" fmla="*/ 1360650 w 1506550"/>
                <a:gd name="connsiteY1148" fmla="*/ 960651 h 1721303"/>
                <a:gd name="connsiteX1149" fmla="*/ 1360650 w 1506550"/>
                <a:gd name="connsiteY1149" fmla="*/ 965570 h 1721303"/>
                <a:gd name="connsiteX1150" fmla="*/ 1360650 w 1506550"/>
                <a:gd name="connsiteY1150" fmla="*/ 968848 h 1721303"/>
                <a:gd name="connsiteX1151" fmla="*/ 1359010 w 1506550"/>
                <a:gd name="connsiteY1151" fmla="*/ 972127 h 1721303"/>
                <a:gd name="connsiteX1152" fmla="*/ 1359010 w 1506550"/>
                <a:gd name="connsiteY1152" fmla="*/ 975405 h 1721303"/>
                <a:gd name="connsiteX1153" fmla="*/ 1359010 w 1506550"/>
                <a:gd name="connsiteY1153" fmla="*/ 980324 h 1721303"/>
                <a:gd name="connsiteX1154" fmla="*/ 1359010 w 1506550"/>
                <a:gd name="connsiteY1154" fmla="*/ 983602 h 1721303"/>
                <a:gd name="connsiteX1155" fmla="*/ 1357371 w 1506550"/>
                <a:gd name="connsiteY1155" fmla="*/ 986881 h 1721303"/>
                <a:gd name="connsiteX1156" fmla="*/ 1357371 w 1506550"/>
                <a:gd name="connsiteY1156" fmla="*/ 991799 h 1721303"/>
                <a:gd name="connsiteX1157" fmla="*/ 1357371 w 1506550"/>
                <a:gd name="connsiteY1157" fmla="*/ 995078 h 1721303"/>
                <a:gd name="connsiteX1158" fmla="*/ 1357371 w 1506550"/>
                <a:gd name="connsiteY1158" fmla="*/ 998356 h 1721303"/>
                <a:gd name="connsiteX1159" fmla="*/ 1359010 w 1506550"/>
                <a:gd name="connsiteY1159" fmla="*/ 1003274 h 1721303"/>
                <a:gd name="connsiteX1160" fmla="*/ 1359010 w 1506550"/>
                <a:gd name="connsiteY1160" fmla="*/ 1006553 h 1721303"/>
                <a:gd name="connsiteX1161" fmla="*/ 1360650 w 1506550"/>
                <a:gd name="connsiteY1161" fmla="*/ 1009832 h 1721303"/>
                <a:gd name="connsiteX1162" fmla="*/ 1360650 w 1506550"/>
                <a:gd name="connsiteY1162" fmla="*/ 1014750 h 1721303"/>
                <a:gd name="connsiteX1163" fmla="*/ 1357371 w 1506550"/>
                <a:gd name="connsiteY1163" fmla="*/ 1018028 h 1721303"/>
                <a:gd name="connsiteX1164" fmla="*/ 1355732 w 1506550"/>
                <a:gd name="connsiteY1164" fmla="*/ 1021307 h 1721303"/>
                <a:gd name="connsiteX1165" fmla="*/ 1350813 w 1506550"/>
                <a:gd name="connsiteY1165" fmla="*/ 1022947 h 1721303"/>
                <a:gd name="connsiteX1166" fmla="*/ 1349174 w 1506550"/>
                <a:gd name="connsiteY1166" fmla="*/ 1026225 h 1721303"/>
                <a:gd name="connsiteX1167" fmla="*/ 1347535 w 1506550"/>
                <a:gd name="connsiteY1167" fmla="*/ 1031143 h 1721303"/>
                <a:gd name="connsiteX1168" fmla="*/ 1345896 w 1506550"/>
                <a:gd name="connsiteY1168" fmla="*/ 1032782 h 1721303"/>
                <a:gd name="connsiteX1169" fmla="*/ 1344256 w 1506550"/>
                <a:gd name="connsiteY1169" fmla="*/ 1036061 h 1721303"/>
                <a:gd name="connsiteX1170" fmla="*/ 1342617 w 1506550"/>
                <a:gd name="connsiteY1170" fmla="*/ 1040979 h 1721303"/>
                <a:gd name="connsiteX1171" fmla="*/ 1342617 w 1506550"/>
                <a:gd name="connsiteY1171" fmla="*/ 1042618 h 1721303"/>
                <a:gd name="connsiteX1172" fmla="*/ 1342617 w 1506550"/>
                <a:gd name="connsiteY1172" fmla="*/ 1045897 h 1721303"/>
                <a:gd name="connsiteX1173" fmla="*/ 1340978 w 1506550"/>
                <a:gd name="connsiteY1173" fmla="*/ 1049176 h 1721303"/>
                <a:gd name="connsiteX1174" fmla="*/ 1342617 w 1506550"/>
                <a:gd name="connsiteY1174" fmla="*/ 1052454 h 1721303"/>
                <a:gd name="connsiteX1175" fmla="*/ 1340978 w 1506550"/>
                <a:gd name="connsiteY1175" fmla="*/ 1057372 h 1721303"/>
                <a:gd name="connsiteX1176" fmla="*/ 1340978 w 1506550"/>
                <a:gd name="connsiteY1176" fmla="*/ 1060651 h 1721303"/>
                <a:gd name="connsiteX1177" fmla="*/ 1342617 w 1506550"/>
                <a:gd name="connsiteY1177" fmla="*/ 1063930 h 1721303"/>
                <a:gd name="connsiteX1178" fmla="*/ 1342617 w 1506550"/>
                <a:gd name="connsiteY1178" fmla="*/ 1068848 h 1721303"/>
                <a:gd name="connsiteX1179" fmla="*/ 1342617 w 1506550"/>
                <a:gd name="connsiteY1179" fmla="*/ 1072127 h 1721303"/>
                <a:gd name="connsiteX1180" fmla="*/ 1344256 w 1506550"/>
                <a:gd name="connsiteY1180" fmla="*/ 1075405 h 1721303"/>
                <a:gd name="connsiteX1181" fmla="*/ 1344256 w 1506550"/>
                <a:gd name="connsiteY1181" fmla="*/ 1080323 h 1721303"/>
                <a:gd name="connsiteX1182" fmla="*/ 1345896 w 1506550"/>
                <a:gd name="connsiteY1182" fmla="*/ 1083602 h 1721303"/>
                <a:gd name="connsiteX1183" fmla="*/ 1345896 w 1506550"/>
                <a:gd name="connsiteY1183" fmla="*/ 1086881 h 1721303"/>
                <a:gd name="connsiteX1184" fmla="*/ 1344256 w 1506550"/>
                <a:gd name="connsiteY1184" fmla="*/ 1091798 h 1721303"/>
                <a:gd name="connsiteX1185" fmla="*/ 1342617 w 1506550"/>
                <a:gd name="connsiteY1185" fmla="*/ 1095077 h 1721303"/>
                <a:gd name="connsiteX1186" fmla="*/ 1342617 w 1506550"/>
                <a:gd name="connsiteY1186" fmla="*/ 1098356 h 1721303"/>
                <a:gd name="connsiteX1187" fmla="*/ 1339338 w 1506550"/>
                <a:gd name="connsiteY1187" fmla="*/ 1099995 h 1721303"/>
                <a:gd name="connsiteX1188" fmla="*/ 1336060 w 1506550"/>
                <a:gd name="connsiteY1188" fmla="*/ 1103274 h 1721303"/>
                <a:gd name="connsiteX1189" fmla="*/ 1334420 w 1506550"/>
                <a:gd name="connsiteY1189" fmla="*/ 1103274 h 1721303"/>
                <a:gd name="connsiteX1190" fmla="*/ 1332781 w 1506550"/>
                <a:gd name="connsiteY1190" fmla="*/ 1106552 h 1721303"/>
                <a:gd name="connsiteX1191" fmla="*/ 1332781 w 1506550"/>
                <a:gd name="connsiteY1191" fmla="*/ 1111471 h 1721303"/>
                <a:gd name="connsiteX1192" fmla="*/ 1331142 w 1506550"/>
                <a:gd name="connsiteY1192" fmla="*/ 1114749 h 1721303"/>
                <a:gd name="connsiteX1193" fmla="*/ 1331142 w 1506550"/>
                <a:gd name="connsiteY1193" fmla="*/ 1114749 h 1721303"/>
                <a:gd name="connsiteX1194" fmla="*/ 1329502 w 1506550"/>
                <a:gd name="connsiteY1194" fmla="*/ 1119667 h 1721303"/>
                <a:gd name="connsiteX1195" fmla="*/ 1329502 w 1506550"/>
                <a:gd name="connsiteY1195" fmla="*/ 1122946 h 1721303"/>
                <a:gd name="connsiteX1196" fmla="*/ 1327863 w 1506550"/>
                <a:gd name="connsiteY1196" fmla="*/ 1127864 h 1721303"/>
                <a:gd name="connsiteX1197" fmla="*/ 1326224 w 1506550"/>
                <a:gd name="connsiteY1197" fmla="*/ 1126225 h 1721303"/>
                <a:gd name="connsiteX1198" fmla="*/ 1322945 w 1506550"/>
                <a:gd name="connsiteY1198" fmla="*/ 1127864 h 1721303"/>
                <a:gd name="connsiteX1199" fmla="*/ 1326224 w 1506550"/>
                <a:gd name="connsiteY1199" fmla="*/ 1132782 h 1721303"/>
                <a:gd name="connsiteX1200" fmla="*/ 1324584 w 1506550"/>
                <a:gd name="connsiteY1200" fmla="*/ 1136061 h 1721303"/>
                <a:gd name="connsiteX1201" fmla="*/ 1322945 w 1506550"/>
                <a:gd name="connsiteY1201" fmla="*/ 1139339 h 1721303"/>
                <a:gd name="connsiteX1202" fmla="*/ 1319666 w 1506550"/>
                <a:gd name="connsiteY1202" fmla="*/ 1142618 h 1721303"/>
                <a:gd name="connsiteX1203" fmla="*/ 1318027 w 1506550"/>
                <a:gd name="connsiteY1203" fmla="*/ 1147536 h 1721303"/>
                <a:gd name="connsiteX1204" fmla="*/ 1314748 w 1506550"/>
                <a:gd name="connsiteY1204" fmla="*/ 1150815 h 1721303"/>
                <a:gd name="connsiteX1205" fmla="*/ 1311469 w 1506550"/>
                <a:gd name="connsiteY1205" fmla="*/ 1152454 h 1721303"/>
                <a:gd name="connsiteX1206" fmla="*/ 1308191 w 1506550"/>
                <a:gd name="connsiteY1206" fmla="*/ 1155732 h 1721303"/>
                <a:gd name="connsiteX1207" fmla="*/ 1308191 w 1506550"/>
                <a:gd name="connsiteY1207" fmla="*/ 1159011 h 1721303"/>
                <a:gd name="connsiteX1208" fmla="*/ 1308191 w 1506550"/>
                <a:gd name="connsiteY1208" fmla="*/ 1162290 h 1721303"/>
                <a:gd name="connsiteX1209" fmla="*/ 1304912 w 1506550"/>
                <a:gd name="connsiteY1209" fmla="*/ 1167208 h 1721303"/>
                <a:gd name="connsiteX1210" fmla="*/ 1304912 w 1506550"/>
                <a:gd name="connsiteY1210" fmla="*/ 1170487 h 1721303"/>
                <a:gd name="connsiteX1211" fmla="*/ 1304912 w 1506550"/>
                <a:gd name="connsiteY1211" fmla="*/ 1173765 h 1721303"/>
                <a:gd name="connsiteX1212" fmla="*/ 1301634 w 1506550"/>
                <a:gd name="connsiteY1212" fmla="*/ 1178684 h 1721303"/>
                <a:gd name="connsiteX1213" fmla="*/ 1301634 w 1506550"/>
                <a:gd name="connsiteY1213" fmla="*/ 1181962 h 1721303"/>
                <a:gd name="connsiteX1214" fmla="*/ 1303273 w 1506550"/>
                <a:gd name="connsiteY1214" fmla="*/ 1185241 h 1721303"/>
                <a:gd name="connsiteX1215" fmla="*/ 1303273 w 1506550"/>
                <a:gd name="connsiteY1215" fmla="*/ 1188519 h 1721303"/>
                <a:gd name="connsiteX1216" fmla="*/ 1303273 w 1506550"/>
                <a:gd name="connsiteY1216" fmla="*/ 1191798 h 1721303"/>
                <a:gd name="connsiteX1217" fmla="*/ 1304912 w 1506550"/>
                <a:gd name="connsiteY1217" fmla="*/ 1196716 h 1721303"/>
                <a:gd name="connsiteX1218" fmla="*/ 1306552 w 1506550"/>
                <a:gd name="connsiteY1218" fmla="*/ 1199995 h 1721303"/>
                <a:gd name="connsiteX1219" fmla="*/ 1304912 w 1506550"/>
                <a:gd name="connsiteY1219" fmla="*/ 1203274 h 1721303"/>
                <a:gd name="connsiteX1220" fmla="*/ 1301634 w 1506550"/>
                <a:gd name="connsiteY1220" fmla="*/ 1204913 h 1721303"/>
                <a:gd name="connsiteX1221" fmla="*/ 1298355 w 1506550"/>
                <a:gd name="connsiteY1221" fmla="*/ 1208191 h 1721303"/>
                <a:gd name="connsiteX1222" fmla="*/ 1295076 w 1506550"/>
                <a:gd name="connsiteY1222" fmla="*/ 1209831 h 1721303"/>
                <a:gd name="connsiteX1223" fmla="*/ 1290158 w 1506550"/>
                <a:gd name="connsiteY1223" fmla="*/ 1211470 h 1721303"/>
                <a:gd name="connsiteX1224" fmla="*/ 1286879 w 1506550"/>
                <a:gd name="connsiteY1224" fmla="*/ 1213109 h 1721303"/>
                <a:gd name="connsiteX1225" fmla="*/ 1283601 w 1506550"/>
                <a:gd name="connsiteY1225" fmla="*/ 1214749 h 1721303"/>
                <a:gd name="connsiteX1226" fmla="*/ 1280322 w 1506550"/>
                <a:gd name="connsiteY1226" fmla="*/ 1216388 h 1721303"/>
                <a:gd name="connsiteX1227" fmla="*/ 1277044 w 1506550"/>
                <a:gd name="connsiteY1227" fmla="*/ 1219667 h 1721303"/>
                <a:gd name="connsiteX1228" fmla="*/ 1273765 w 1506550"/>
                <a:gd name="connsiteY1228" fmla="*/ 1224585 h 1721303"/>
                <a:gd name="connsiteX1229" fmla="*/ 1270486 w 1506550"/>
                <a:gd name="connsiteY1229" fmla="*/ 1227864 h 1721303"/>
                <a:gd name="connsiteX1230" fmla="*/ 1270486 w 1506550"/>
                <a:gd name="connsiteY1230" fmla="*/ 1231142 h 1721303"/>
                <a:gd name="connsiteX1231" fmla="*/ 1270486 w 1506550"/>
                <a:gd name="connsiteY1231" fmla="*/ 1234421 h 1721303"/>
                <a:gd name="connsiteX1232" fmla="*/ 1272125 w 1506550"/>
                <a:gd name="connsiteY1232" fmla="*/ 1239339 h 1721303"/>
                <a:gd name="connsiteX1233" fmla="*/ 1268847 w 1506550"/>
                <a:gd name="connsiteY1233" fmla="*/ 1242618 h 1721303"/>
                <a:gd name="connsiteX1234" fmla="*/ 1270486 w 1506550"/>
                <a:gd name="connsiteY1234" fmla="*/ 1245896 h 1721303"/>
                <a:gd name="connsiteX1235" fmla="*/ 1268847 w 1506550"/>
                <a:gd name="connsiteY1235" fmla="*/ 1244257 h 1721303"/>
                <a:gd name="connsiteX1236" fmla="*/ 1265568 w 1506550"/>
                <a:gd name="connsiteY1236" fmla="*/ 1244257 h 1721303"/>
                <a:gd name="connsiteX1237" fmla="*/ 1262289 w 1506550"/>
                <a:gd name="connsiteY1237" fmla="*/ 1244257 h 1721303"/>
                <a:gd name="connsiteX1238" fmla="*/ 1257372 w 1506550"/>
                <a:gd name="connsiteY1238" fmla="*/ 1244257 h 1721303"/>
                <a:gd name="connsiteX1239" fmla="*/ 1254093 w 1506550"/>
                <a:gd name="connsiteY1239" fmla="*/ 1244257 h 1721303"/>
                <a:gd name="connsiteX1240" fmla="*/ 1250814 w 1506550"/>
                <a:gd name="connsiteY1240" fmla="*/ 1244257 h 1721303"/>
                <a:gd name="connsiteX1241" fmla="*/ 1245896 w 1506550"/>
                <a:gd name="connsiteY1241" fmla="*/ 1244257 h 1721303"/>
                <a:gd name="connsiteX1242" fmla="*/ 1242617 w 1506550"/>
                <a:gd name="connsiteY1242" fmla="*/ 1245896 h 1721303"/>
                <a:gd name="connsiteX1243" fmla="*/ 1239339 w 1506550"/>
                <a:gd name="connsiteY1243" fmla="*/ 1245896 h 1721303"/>
                <a:gd name="connsiteX1244" fmla="*/ 1236060 w 1506550"/>
                <a:gd name="connsiteY1244" fmla="*/ 1245896 h 1721303"/>
                <a:gd name="connsiteX1245" fmla="*/ 1231142 w 1506550"/>
                <a:gd name="connsiteY1245" fmla="*/ 1245896 h 1721303"/>
                <a:gd name="connsiteX1246" fmla="*/ 1227863 w 1506550"/>
                <a:gd name="connsiteY1246" fmla="*/ 1242618 h 1721303"/>
                <a:gd name="connsiteX1247" fmla="*/ 1229503 w 1506550"/>
                <a:gd name="connsiteY1247" fmla="*/ 1240978 h 1721303"/>
                <a:gd name="connsiteX1248" fmla="*/ 1229503 w 1506550"/>
                <a:gd name="connsiteY1248" fmla="*/ 1236060 h 1721303"/>
                <a:gd name="connsiteX1249" fmla="*/ 1229503 w 1506550"/>
                <a:gd name="connsiteY1249" fmla="*/ 1232781 h 1721303"/>
                <a:gd name="connsiteX1250" fmla="*/ 1226224 w 1506550"/>
                <a:gd name="connsiteY1250" fmla="*/ 1234421 h 1721303"/>
                <a:gd name="connsiteX1251" fmla="*/ 1222945 w 1506550"/>
                <a:gd name="connsiteY1251" fmla="*/ 1237699 h 1721303"/>
                <a:gd name="connsiteX1252" fmla="*/ 1224585 w 1506550"/>
                <a:gd name="connsiteY1252" fmla="*/ 1240978 h 1721303"/>
                <a:gd name="connsiteX1253" fmla="*/ 1224585 w 1506550"/>
                <a:gd name="connsiteY1253" fmla="*/ 1240978 h 1721303"/>
                <a:gd name="connsiteX1254" fmla="*/ 1226224 w 1506550"/>
                <a:gd name="connsiteY1254" fmla="*/ 1242618 h 1721303"/>
                <a:gd name="connsiteX1255" fmla="*/ 1227863 w 1506550"/>
                <a:gd name="connsiteY1255" fmla="*/ 1242618 h 1721303"/>
                <a:gd name="connsiteX1256" fmla="*/ 1226224 w 1506550"/>
                <a:gd name="connsiteY1256" fmla="*/ 1245896 h 1721303"/>
                <a:gd name="connsiteX1257" fmla="*/ 1222945 w 1506550"/>
                <a:gd name="connsiteY1257" fmla="*/ 1247535 h 1721303"/>
                <a:gd name="connsiteX1258" fmla="*/ 1218027 w 1506550"/>
                <a:gd name="connsiteY1258" fmla="*/ 1247535 h 1721303"/>
                <a:gd name="connsiteX1259" fmla="*/ 1214749 w 1506550"/>
                <a:gd name="connsiteY1259" fmla="*/ 1247535 h 1721303"/>
                <a:gd name="connsiteX1260" fmla="*/ 1211470 w 1506550"/>
                <a:gd name="connsiteY1260" fmla="*/ 1249175 h 1721303"/>
                <a:gd name="connsiteX1261" fmla="*/ 1208191 w 1506550"/>
                <a:gd name="connsiteY1261" fmla="*/ 1249175 h 1721303"/>
                <a:gd name="connsiteX1262" fmla="*/ 1203273 w 1506550"/>
                <a:gd name="connsiteY1262" fmla="*/ 1249175 h 1721303"/>
                <a:gd name="connsiteX1263" fmla="*/ 1199995 w 1506550"/>
                <a:gd name="connsiteY1263" fmla="*/ 1250814 h 1721303"/>
                <a:gd name="connsiteX1264" fmla="*/ 1196716 w 1506550"/>
                <a:gd name="connsiteY1264" fmla="*/ 1250814 h 1721303"/>
                <a:gd name="connsiteX1265" fmla="*/ 1198355 w 1506550"/>
                <a:gd name="connsiteY1265" fmla="*/ 1249175 h 1721303"/>
                <a:gd name="connsiteX1266" fmla="*/ 1203273 w 1506550"/>
                <a:gd name="connsiteY1266" fmla="*/ 1249175 h 1721303"/>
                <a:gd name="connsiteX1267" fmla="*/ 1206552 w 1506550"/>
                <a:gd name="connsiteY1267" fmla="*/ 1249175 h 1721303"/>
                <a:gd name="connsiteX1268" fmla="*/ 1209831 w 1506550"/>
                <a:gd name="connsiteY1268" fmla="*/ 1247535 h 1721303"/>
                <a:gd name="connsiteX1269" fmla="*/ 1208191 w 1506550"/>
                <a:gd name="connsiteY1269" fmla="*/ 1245896 h 1721303"/>
                <a:gd name="connsiteX1270" fmla="*/ 1204913 w 1506550"/>
                <a:gd name="connsiteY1270" fmla="*/ 1244257 h 1721303"/>
                <a:gd name="connsiteX1271" fmla="*/ 1199995 w 1506550"/>
                <a:gd name="connsiteY1271" fmla="*/ 1242618 h 1721303"/>
                <a:gd name="connsiteX1272" fmla="*/ 1196716 w 1506550"/>
                <a:gd name="connsiteY1272" fmla="*/ 1244257 h 1721303"/>
                <a:gd name="connsiteX1273" fmla="*/ 1193437 w 1506550"/>
                <a:gd name="connsiteY1273" fmla="*/ 1244257 h 1721303"/>
                <a:gd name="connsiteX1274" fmla="*/ 1190159 w 1506550"/>
                <a:gd name="connsiteY1274" fmla="*/ 1247535 h 1721303"/>
                <a:gd name="connsiteX1275" fmla="*/ 1185241 w 1506550"/>
                <a:gd name="connsiteY1275" fmla="*/ 1247535 h 1721303"/>
                <a:gd name="connsiteX1276" fmla="*/ 1181962 w 1506550"/>
                <a:gd name="connsiteY1276" fmla="*/ 1244257 h 1721303"/>
                <a:gd name="connsiteX1277" fmla="*/ 1178683 w 1506550"/>
                <a:gd name="connsiteY1277" fmla="*/ 1247535 h 1721303"/>
                <a:gd name="connsiteX1278" fmla="*/ 1175405 w 1506550"/>
                <a:gd name="connsiteY1278" fmla="*/ 1249175 h 1721303"/>
                <a:gd name="connsiteX1279" fmla="*/ 1170487 w 1506550"/>
                <a:gd name="connsiteY1279" fmla="*/ 1249175 h 1721303"/>
                <a:gd name="connsiteX1280" fmla="*/ 1170487 w 1506550"/>
                <a:gd name="connsiteY1280" fmla="*/ 1252454 h 1721303"/>
                <a:gd name="connsiteX1281" fmla="*/ 1170487 w 1506550"/>
                <a:gd name="connsiteY1281" fmla="*/ 1257371 h 1721303"/>
                <a:gd name="connsiteX1282" fmla="*/ 1173765 w 1506550"/>
                <a:gd name="connsiteY1282" fmla="*/ 1257371 h 1721303"/>
                <a:gd name="connsiteX1283" fmla="*/ 1177044 w 1506550"/>
                <a:gd name="connsiteY1283" fmla="*/ 1260650 h 1721303"/>
                <a:gd name="connsiteX1284" fmla="*/ 1173765 w 1506550"/>
                <a:gd name="connsiteY1284" fmla="*/ 1262289 h 1721303"/>
                <a:gd name="connsiteX1285" fmla="*/ 1170487 w 1506550"/>
                <a:gd name="connsiteY1285" fmla="*/ 1262289 h 1721303"/>
                <a:gd name="connsiteX1286" fmla="*/ 1167208 w 1506550"/>
                <a:gd name="connsiteY1286" fmla="*/ 1263929 h 1721303"/>
                <a:gd name="connsiteX1287" fmla="*/ 1163929 w 1506550"/>
                <a:gd name="connsiteY1287" fmla="*/ 1262289 h 1721303"/>
                <a:gd name="connsiteX1288" fmla="*/ 1159011 w 1506550"/>
                <a:gd name="connsiteY1288" fmla="*/ 1265568 h 1721303"/>
                <a:gd name="connsiteX1289" fmla="*/ 1157372 w 1506550"/>
                <a:gd name="connsiteY1289" fmla="*/ 1268847 h 1721303"/>
                <a:gd name="connsiteX1290" fmla="*/ 1154093 w 1506550"/>
                <a:gd name="connsiteY1290" fmla="*/ 1268847 h 1721303"/>
                <a:gd name="connsiteX1291" fmla="*/ 1152454 w 1506550"/>
                <a:gd name="connsiteY1291" fmla="*/ 1272125 h 1721303"/>
                <a:gd name="connsiteX1292" fmla="*/ 1147536 w 1506550"/>
                <a:gd name="connsiteY1292" fmla="*/ 1273765 h 1721303"/>
                <a:gd name="connsiteX1293" fmla="*/ 1144257 w 1506550"/>
                <a:gd name="connsiteY1293" fmla="*/ 1275404 h 1721303"/>
                <a:gd name="connsiteX1294" fmla="*/ 1145897 w 1506550"/>
                <a:gd name="connsiteY1294" fmla="*/ 1280322 h 1721303"/>
                <a:gd name="connsiteX1295" fmla="*/ 1144257 w 1506550"/>
                <a:gd name="connsiteY1295" fmla="*/ 1283601 h 1721303"/>
                <a:gd name="connsiteX1296" fmla="*/ 1140979 w 1506550"/>
                <a:gd name="connsiteY1296" fmla="*/ 1281962 h 1721303"/>
                <a:gd name="connsiteX1297" fmla="*/ 1137700 w 1506550"/>
                <a:gd name="connsiteY1297" fmla="*/ 1281962 h 1721303"/>
                <a:gd name="connsiteX1298" fmla="*/ 1132782 w 1506550"/>
                <a:gd name="connsiteY1298" fmla="*/ 1280322 h 1721303"/>
                <a:gd name="connsiteX1299" fmla="*/ 1129503 w 1506550"/>
                <a:gd name="connsiteY1299" fmla="*/ 1280322 h 1721303"/>
                <a:gd name="connsiteX1300" fmla="*/ 1126225 w 1506550"/>
                <a:gd name="connsiteY1300" fmla="*/ 1281962 h 1721303"/>
                <a:gd name="connsiteX1301" fmla="*/ 1121307 w 1506550"/>
                <a:gd name="connsiteY1301" fmla="*/ 1283601 h 1721303"/>
                <a:gd name="connsiteX1302" fmla="*/ 1118028 w 1506550"/>
                <a:gd name="connsiteY1302" fmla="*/ 1286879 h 1721303"/>
                <a:gd name="connsiteX1303" fmla="*/ 1118028 w 1506550"/>
                <a:gd name="connsiteY1303" fmla="*/ 1290158 h 1721303"/>
                <a:gd name="connsiteX1304" fmla="*/ 1113110 w 1506550"/>
                <a:gd name="connsiteY1304" fmla="*/ 1291798 h 1721303"/>
                <a:gd name="connsiteX1305" fmla="*/ 1113110 w 1506550"/>
                <a:gd name="connsiteY1305" fmla="*/ 1291798 h 1721303"/>
                <a:gd name="connsiteX1306" fmla="*/ 1113110 w 1506550"/>
                <a:gd name="connsiteY1306" fmla="*/ 1286879 h 1721303"/>
                <a:gd name="connsiteX1307" fmla="*/ 1108192 w 1506550"/>
                <a:gd name="connsiteY1307" fmla="*/ 1286879 h 1721303"/>
                <a:gd name="connsiteX1308" fmla="*/ 1108192 w 1506550"/>
                <a:gd name="connsiteY1308" fmla="*/ 1288519 h 1721303"/>
                <a:gd name="connsiteX1309" fmla="*/ 1108192 w 1506550"/>
                <a:gd name="connsiteY1309" fmla="*/ 1290158 h 1721303"/>
                <a:gd name="connsiteX1310" fmla="*/ 1109831 w 1506550"/>
                <a:gd name="connsiteY1310" fmla="*/ 1290158 h 1721303"/>
                <a:gd name="connsiteX1311" fmla="*/ 1109831 w 1506550"/>
                <a:gd name="connsiteY1311" fmla="*/ 1291798 h 1721303"/>
                <a:gd name="connsiteX1312" fmla="*/ 1104913 w 1506550"/>
                <a:gd name="connsiteY1312" fmla="*/ 1293437 h 1721303"/>
                <a:gd name="connsiteX1313" fmla="*/ 1101635 w 1506550"/>
                <a:gd name="connsiteY1313" fmla="*/ 1295076 h 1721303"/>
                <a:gd name="connsiteX1314" fmla="*/ 1098356 w 1506550"/>
                <a:gd name="connsiteY1314" fmla="*/ 1298355 h 1721303"/>
                <a:gd name="connsiteX1315" fmla="*/ 1095077 w 1506550"/>
                <a:gd name="connsiteY1315" fmla="*/ 1299994 h 1721303"/>
                <a:gd name="connsiteX1316" fmla="*/ 1090159 w 1506550"/>
                <a:gd name="connsiteY1316" fmla="*/ 1303273 h 1721303"/>
                <a:gd name="connsiteX1317" fmla="*/ 1088520 w 1506550"/>
                <a:gd name="connsiteY1317" fmla="*/ 1306552 h 1721303"/>
                <a:gd name="connsiteX1318" fmla="*/ 1086880 w 1506550"/>
                <a:gd name="connsiteY1318" fmla="*/ 1311469 h 1721303"/>
                <a:gd name="connsiteX1319" fmla="*/ 1081962 w 1506550"/>
                <a:gd name="connsiteY1319" fmla="*/ 1314748 h 1721303"/>
                <a:gd name="connsiteX1320" fmla="*/ 1078684 w 1506550"/>
                <a:gd name="connsiteY1320" fmla="*/ 1316388 h 1721303"/>
                <a:gd name="connsiteX1321" fmla="*/ 1075405 w 1506550"/>
                <a:gd name="connsiteY1321" fmla="*/ 1319666 h 1721303"/>
                <a:gd name="connsiteX1322" fmla="*/ 1072126 w 1506550"/>
                <a:gd name="connsiteY1322" fmla="*/ 1321306 h 1721303"/>
                <a:gd name="connsiteX1323" fmla="*/ 1068848 w 1506550"/>
                <a:gd name="connsiteY1323" fmla="*/ 1322945 h 1721303"/>
                <a:gd name="connsiteX1324" fmla="*/ 1067208 w 1506550"/>
                <a:gd name="connsiteY1324" fmla="*/ 1324584 h 1721303"/>
                <a:gd name="connsiteX1325" fmla="*/ 1063930 w 1506550"/>
                <a:gd name="connsiteY1325" fmla="*/ 1327863 h 1721303"/>
                <a:gd name="connsiteX1326" fmla="*/ 1060651 w 1506550"/>
                <a:gd name="connsiteY1326" fmla="*/ 1331142 h 1721303"/>
                <a:gd name="connsiteX1327" fmla="*/ 1057372 w 1506550"/>
                <a:gd name="connsiteY1327" fmla="*/ 1334421 h 1721303"/>
                <a:gd name="connsiteX1328" fmla="*/ 1055733 w 1506550"/>
                <a:gd name="connsiteY1328" fmla="*/ 1337699 h 1721303"/>
                <a:gd name="connsiteX1329" fmla="*/ 1054094 w 1506550"/>
                <a:gd name="connsiteY1329" fmla="*/ 1339338 h 1721303"/>
                <a:gd name="connsiteX1330" fmla="*/ 1057372 w 1506550"/>
                <a:gd name="connsiteY1330" fmla="*/ 1340978 h 1721303"/>
                <a:gd name="connsiteX1331" fmla="*/ 1054094 w 1506550"/>
                <a:gd name="connsiteY1331" fmla="*/ 1344256 h 1721303"/>
                <a:gd name="connsiteX1332" fmla="*/ 1054094 w 1506550"/>
                <a:gd name="connsiteY1332" fmla="*/ 1345896 h 1721303"/>
                <a:gd name="connsiteX1333" fmla="*/ 1052454 w 1506550"/>
                <a:gd name="connsiteY1333" fmla="*/ 1349174 h 1721303"/>
                <a:gd name="connsiteX1334" fmla="*/ 1049176 w 1506550"/>
                <a:gd name="connsiteY1334" fmla="*/ 1352453 h 1721303"/>
                <a:gd name="connsiteX1335" fmla="*/ 1047536 w 1506550"/>
                <a:gd name="connsiteY1335" fmla="*/ 1355732 h 1721303"/>
                <a:gd name="connsiteX1336" fmla="*/ 1047536 w 1506550"/>
                <a:gd name="connsiteY1336" fmla="*/ 1352453 h 1721303"/>
                <a:gd name="connsiteX1337" fmla="*/ 1049176 w 1506550"/>
                <a:gd name="connsiteY1337" fmla="*/ 1347535 h 1721303"/>
                <a:gd name="connsiteX1338" fmla="*/ 1045897 w 1506550"/>
                <a:gd name="connsiteY1338" fmla="*/ 1349174 h 1721303"/>
                <a:gd name="connsiteX1339" fmla="*/ 1040979 w 1506550"/>
                <a:gd name="connsiteY1339" fmla="*/ 1349174 h 1721303"/>
                <a:gd name="connsiteX1340" fmla="*/ 1037700 w 1506550"/>
                <a:gd name="connsiteY1340" fmla="*/ 1347535 h 1721303"/>
                <a:gd name="connsiteX1341" fmla="*/ 1039340 w 1506550"/>
                <a:gd name="connsiteY1341" fmla="*/ 1350814 h 1721303"/>
                <a:gd name="connsiteX1342" fmla="*/ 1039340 w 1506550"/>
                <a:gd name="connsiteY1342" fmla="*/ 1354092 h 1721303"/>
                <a:gd name="connsiteX1343" fmla="*/ 1036061 w 1506550"/>
                <a:gd name="connsiteY1343" fmla="*/ 1355732 h 1721303"/>
                <a:gd name="connsiteX1344" fmla="*/ 1031143 w 1506550"/>
                <a:gd name="connsiteY1344" fmla="*/ 1355732 h 1721303"/>
                <a:gd name="connsiteX1345" fmla="*/ 1027864 w 1506550"/>
                <a:gd name="connsiteY1345" fmla="*/ 1352453 h 1721303"/>
                <a:gd name="connsiteX1346" fmla="*/ 1029504 w 1506550"/>
                <a:gd name="connsiteY1346" fmla="*/ 1357371 h 1721303"/>
                <a:gd name="connsiteX1347" fmla="*/ 1032782 w 1506550"/>
                <a:gd name="connsiteY1347" fmla="*/ 1359011 h 1721303"/>
                <a:gd name="connsiteX1348" fmla="*/ 1036061 w 1506550"/>
                <a:gd name="connsiteY1348" fmla="*/ 1357371 h 1721303"/>
                <a:gd name="connsiteX1349" fmla="*/ 1039340 w 1506550"/>
                <a:gd name="connsiteY1349" fmla="*/ 1360649 h 1721303"/>
                <a:gd name="connsiteX1350" fmla="*/ 1042618 w 1506550"/>
                <a:gd name="connsiteY1350" fmla="*/ 1360649 h 1721303"/>
                <a:gd name="connsiteX1351" fmla="*/ 1039340 w 1506550"/>
                <a:gd name="connsiteY1351" fmla="*/ 1365568 h 1721303"/>
                <a:gd name="connsiteX1352" fmla="*/ 1037700 w 1506550"/>
                <a:gd name="connsiteY1352" fmla="*/ 1368846 h 1721303"/>
                <a:gd name="connsiteX1353" fmla="*/ 1037700 w 1506550"/>
                <a:gd name="connsiteY1353" fmla="*/ 1372125 h 1721303"/>
                <a:gd name="connsiteX1354" fmla="*/ 1034422 w 1506550"/>
                <a:gd name="connsiteY1354" fmla="*/ 1372125 h 1721303"/>
                <a:gd name="connsiteX1355" fmla="*/ 1029504 w 1506550"/>
                <a:gd name="connsiteY1355" fmla="*/ 1373764 h 1721303"/>
                <a:gd name="connsiteX1356" fmla="*/ 1034422 w 1506550"/>
                <a:gd name="connsiteY1356" fmla="*/ 1373764 h 1721303"/>
                <a:gd name="connsiteX1357" fmla="*/ 1037700 w 1506550"/>
                <a:gd name="connsiteY1357" fmla="*/ 1373764 h 1721303"/>
                <a:gd name="connsiteX1358" fmla="*/ 1036061 w 1506550"/>
                <a:gd name="connsiteY1358" fmla="*/ 1378682 h 1721303"/>
                <a:gd name="connsiteX1359" fmla="*/ 1036061 w 1506550"/>
                <a:gd name="connsiteY1359" fmla="*/ 1380322 h 1721303"/>
                <a:gd name="connsiteX1360" fmla="*/ 1037700 w 1506550"/>
                <a:gd name="connsiteY1360" fmla="*/ 1383601 h 1721303"/>
                <a:gd name="connsiteX1361" fmla="*/ 1036061 w 1506550"/>
                <a:gd name="connsiteY1361" fmla="*/ 1388518 h 1721303"/>
                <a:gd name="connsiteX1362" fmla="*/ 1032782 w 1506550"/>
                <a:gd name="connsiteY1362" fmla="*/ 1388518 h 1721303"/>
                <a:gd name="connsiteX1363" fmla="*/ 1029504 w 1506550"/>
                <a:gd name="connsiteY1363" fmla="*/ 1385240 h 1721303"/>
                <a:gd name="connsiteX1364" fmla="*/ 1031143 w 1506550"/>
                <a:gd name="connsiteY1364" fmla="*/ 1388518 h 1721303"/>
                <a:gd name="connsiteX1365" fmla="*/ 1031143 w 1506550"/>
                <a:gd name="connsiteY1365" fmla="*/ 1393436 h 1721303"/>
                <a:gd name="connsiteX1366" fmla="*/ 1036061 w 1506550"/>
                <a:gd name="connsiteY1366" fmla="*/ 1395076 h 1721303"/>
                <a:gd name="connsiteX1367" fmla="*/ 1036061 w 1506550"/>
                <a:gd name="connsiteY1367" fmla="*/ 1395076 h 1721303"/>
                <a:gd name="connsiteX1368" fmla="*/ 1037700 w 1506550"/>
                <a:gd name="connsiteY1368" fmla="*/ 1398355 h 1721303"/>
                <a:gd name="connsiteX1369" fmla="*/ 1037700 w 1506550"/>
                <a:gd name="connsiteY1369" fmla="*/ 1401633 h 1721303"/>
                <a:gd name="connsiteX1370" fmla="*/ 1036061 w 1506550"/>
                <a:gd name="connsiteY1370" fmla="*/ 1406551 h 1721303"/>
                <a:gd name="connsiteX1371" fmla="*/ 1037700 w 1506550"/>
                <a:gd name="connsiteY1371" fmla="*/ 1408191 h 1721303"/>
                <a:gd name="connsiteX1372" fmla="*/ 1037700 w 1506550"/>
                <a:gd name="connsiteY1372" fmla="*/ 1411469 h 1721303"/>
                <a:gd name="connsiteX1373" fmla="*/ 1040979 w 1506550"/>
                <a:gd name="connsiteY1373" fmla="*/ 1413108 h 1721303"/>
                <a:gd name="connsiteX1374" fmla="*/ 1039340 w 1506550"/>
                <a:gd name="connsiteY1374" fmla="*/ 1418026 h 1721303"/>
                <a:gd name="connsiteX1375" fmla="*/ 1040979 w 1506550"/>
                <a:gd name="connsiteY1375" fmla="*/ 1421305 h 1721303"/>
                <a:gd name="connsiteX1376" fmla="*/ 1042618 w 1506550"/>
                <a:gd name="connsiteY1376" fmla="*/ 1424584 h 1721303"/>
                <a:gd name="connsiteX1377" fmla="*/ 1042618 w 1506550"/>
                <a:gd name="connsiteY1377" fmla="*/ 1429502 h 1721303"/>
                <a:gd name="connsiteX1378" fmla="*/ 1045897 w 1506550"/>
                <a:gd name="connsiteY1378" fmla="*/ 1429502 h 1721303"/>
                <a:gd name="connsiteX1379" fmla="*/ 1045897 w 1506550"/>
                <a:gd name="connsiteY1379" fmla="*/ 1432781 h 1721303"/>
                <a:gd name="connsiteX1380" fmla="*/ 1042618 w 1506550"/>
                <a:gd name="connsiteY1380" fmla="*/ 1434420 h 1721303"/>
                <a:gd name="connsiteX1381" fmla="*/ 1045897 w 1506550"/>
                <a:gd name="connsiteY1381" fmla="*/ 1439338 h 1721303"/>
                <a:gd name="connsiteX1382" fmla="*/ 1042618 w 1506550"/>
                <a:gd name="connsiteY1382" fmla="*/ 1442616 h 1721303"/>
                <a:gd name="connsiteX1383" fmla="*/ 1044258 w 1506550"/>
                <a:gd name="connsiteY1383" fmla="*/ 1445895 h 1721303"/>
                <a:gd name="connsiteX1384" fmla="*/ 1044258 w 1506550"/>
                <a:gd name="connsiteY1384" fmla="*/ 1450813 h 1721303"/>
                <a:gd name="connsiteX1385" fmla="*/ 1044258 w 1506550"/>
                <a:gd name="connsiteY1385" fmla="*/ 1454092 h 1721303"/>
                <a:gd name="connsiteX1386" fmla="*/ 1045897 w 1506550"/>
                <a:gd name="connsiteY1386" fmla="*/ 1459010 h 1721303"/>
                <a:gd name="connsiteX1387" fmla="*/ 1047536 w 1506550"/>
                <a:gd name="connsiteY1387" fmla="*/ 1462289 h 1721303"/>
                <a:gd name="connsiteX1388" fmla="*/ 1047536 w 1506550"/>
                <a:gd name="connsiteY1388" fmla="*/ 1465567 h 1721303"/>
                <a:gd name="connsiteX1389" fmla="*/ 1047536 w 1506550"/>
                <a:gd name="connsiteY1389" fmla="*/ 1470485 h 1721303"/>
                <a:gd name="connsiteX1390" fmla="*/ 1047536 w 1506550"/>
                <a:gd name="connsiteY1390" fmla="*/ 1473764 h 1721303"/>
                <a:gd name="connsiteX1391" fmla="*/ 1047536 w 1506550"/>
                <a:gd name="connsiteY1391" fmla="*/ 1477042 h 1721303"/>
                <a:gd name="connsiteX1392" fmla="*/ 1045897 w 1506550"/>
                <a:gd name="connsiteY1392" fmla="*/ 1480321 h 1721303"/>
                <a:gd name="connsiteX1393" fmla="*/ 1044258 w 1506550"/>
                <a:gd name="connsiteY1393" fmla="*/ 1485239 h 1721303"/>
                <a:gd name="connsiteX1394" fmla="*/ 1044258 w 1506550"/>
                <a:gd name="connsiteY1394" fmla="*/ 1488518 h 1721303"/>
                <a:gd name="connsiteX1395" fmla="*/ 1042618 w 1506550"/>
                <a:gd name="connsiteY1395" fmla="*/ 1486879 h 1721303"/>
                <a:gd name="connsiteX1396" fmla="*/ 1042618 w 1506550"/>
                <a:gd name="connsiteY1396" fmla="*/ 1486879 h 1721303"/>
                <a:gd name="connsiteX1397" fmla="*/ 1039340 w 1506550"/>
                <a:gd name="connsiteY1397" fmla="*/ 1483600 h 1721303"/>
                <a:gd name="connsiteX1398" fmla="*/ 1040979 w 1506550"/>
                <a:gd name="connsiteY1398" fmla="*/ 1486879 h 1721303"/>
                <a:gd name="connsiteX1399" fmla="*/ 1040979 w 1506550"/>
                <a:gd name="connsiteY1399" fmla="*/ 1486879 h 1721303"/>
                <a:gd name="connsiteX1400" fmla="*/ 1040979 w 1506550"/>
                <a:gd name="connsiteY1400" fmla="*/ 1488518 h 1721303"/>
                <a:gd name="connsiteX1401" fmla="*/ 1044258 w 1506550"/>
                <a:gd name="connsiteY1401" fmla="*/ 1491796 h 1721303"/>
                <a:gd name="connsiteX1402" fmla="*/ 1040979 w 1506550"/>
                <a:gd name="connsiteY1402" fmla="*/ 1495075 h 1721303"/>
                <a:gd name="connsiteX1403" fmla="*/ 1037700 w 1506550"/>
                <a:gd name="connsiteY1403" fmla="*/ 1496715 h 1721303"/>
                <a:gd name="connsiteX1404" fmla="*/ 1034422 w 1506550"/>
                <a:gd name="connsiteY1404" fmla="*/ 1499993 h 1721303"/>
                <a:gd name="connsiteX1405" fmla="*/ 1031143 w 1506550"/>
                <a:gd name="connsiteY1405" fmla="*/ 1503272 h 1721303"/>
                <a:gd name="connsiteX1406" fmla="*/ 1027864 w 1506550"/>
                <a:gd name="connsiteY1406" fmla="*/ 1506551 h 1721303"/>
                <a:gd name="connsiteX1407" fmla="*/ 1024585 w 1506550"/>
                <a:gd name="connsiteY1407" fmla="*/ 1511469 h 1721303"/>
                <a:gd name="connsiteX1408" fmla="*/ 1021307 w 1506550"/>
                <a:gd name="connsiteY1408" fmla="*/ 1514748 h 1721303"/>
                <a:gd name="connsiteX1409" fmla="*/ 1019668 w 1506550"/>
                <a:gd name="connsiteY1409" fmla="*/ 1518026 h 1721303"/>
                <a:gd name="connsiteX1410" fmla="*/ 1016389 w 1506550"/>
                <a:gd name="connsiteY1410" fmla="*/ 1522944 h 1721303"/>
                <a:gd name="connsiteX1411" fmla="*/ 1014750 w 1506550"/>
                <a:gd name="connsiteY1411" fmla="*/ 1526223 h 1721303"/>
                <a:gd name="connsiteX1412" fmla="*/ 1014750 w 1506550"/>
                <a:gd name="connsiteY1412" fmla="*/ 1526223 h 1721303"/>
                <a:gd name="connsiteX1413" fmla="*/ 1011471 w 1506550"/>
                <a:gd name="connsiteY1413" fmla="*/ 1531141 h 1721303"/>
                <a:gd name="connsiteX1414" fmla="*/ 1011471 w 1506550"/>
                <a:gd name="connsiteY1414" fmla="*/ 1534419 h 1721303"/>
                <a:gd name="connsiteX1415" fmla="*/ 1009832 w 1506550"/>
                <a:gd name="connsiteY1415" fmla="*/ 1537698 h 1721303"/>
                <a:gd name="connsiteX1416" fmla="*/ 1008192 w 1506550"/>
                <a:gd name="connsiteY1416" fmla="*/ 1540977 h 1721303"/>
                <a:gd name="connsiteX1417" fmla="*/ 1008192 w 1506550"/>
                <a:gd name="connsiteY1417" fmla="*/ 1542616 h 1721303"/>
                <a:gd name="connsiteX1418" fmla="*/ 1006553 w 1506550"/>
                <a:gd name="connsiteY1418" fmla="*/ 1545895 h 1721303"/>
                <a:gd name="connsiteX1419" fmla="*/ 1004913 w 1506550"/>
                <a:gd name="connsiteY1419" fmla="*/ 1547534 h 1721303"/>
                <a:gd name="connsiteX1420" fmla="*/ 1004913 w 1506550"/>
                <a:gd name="connsiteY1420" fmla="*/ 1552452 h 1721303"/>
                <a:gd name="connsiteX1421" fmla="*/ 1004913 w 1506550"/>
                <a:gd name="connsiteY1421" fmla="*/ 1555731 h 1721303"/>
                <a:gd name="connsiteX1422" fmla="*/ 1003274 w 1506550"/>
                <a:gd name="connsiteY1422" fmla="*/ 1559009 h 1721303"/>
                <a:gd name="connsiteX1423" fmla="*/ 1003274 w 1506550"/>
                <a:gd name="connsiteY1423" fmla="*/ 1562288 h 1721303"/>
                <a:gd name="connsiteX1424" fmla="*/ 1001635 w 1506550"/>
                <a:gd name="connsiteY1424" fmla="*/ 1565567 h 1721303"/>
                <a:gd name="connsiteX1425" fmla="*/ 1001635 w 1506550"/>
                <a:gd name="connsiteY1425" fmla="*/ 1568845 h 1721303"/>
                <a:gd name="connsiteX1426" fmla="*/ 1001635 w 1506550"/>
                <a:gd name="connsiteY1426" fmla="*/ 1573763 h 1721303"/>
                <a:gd name="connsiteX1427" fmla="*/ 999995 w 1506550"/>
                <a:gd name="connsiteY1427" fmla="*/ 1577042 h 1721303"/>
                <a:gd name="connsiteX1428" fmla="*/ 998356 w 1506550"/>
                <a:gd name="connsiteY1428" fmla="*/ 1580321 h 1721303"/>
                <a:gd name="connsiteX1429" fmla="*/ 996717 w 1506550"/>
                <a:gd name="connsiteY1429" fmla="*/ 1585239 h 1721303"/>
                <a:gd name="connsiteX1430" fmla="*/ 995078 w 1506550"/>
                <a:gd name="connsiteY1430" fmla="*/ 1588518 h 1721303"/>
                <a:gd name="connsiteX1431" fmla="*/ 993438 w 1506550"/>
                <a:gd name="connsiteY1431" fmla="*/ 1591796 h 1721303"/>
                <a:gd name="connsiteX1432" fmla="*/ 991799 w 1506550"/>
                <a:gd name="connsiteY1432" fmla="*/ 1596714 h 1721303"/>
                <a:gd name="connsiteX1433" fmla="*/ 991799 w 1506550"/>
                <a:gd name="connsiteY1433" fmla="*/ 1598353 h 1721303"/>
                <a:gd name="connsiteX1434" fmla="*/ 990160 w 1506550"/>
                <a:gd name="connsiteY1434" fmla="*/ 1601632 h 1721303"/>
                <a:gd name="connsiteX1435" fmla="*/ 986881 w 1506550"/>
                <a:gd name="connsiteY1435" fmla="*/ 1604911 h 1721303"/>
                <a:gd name="connsiteX1436" fmla="*/ 985242 w 1506550"/>
                <a:gd name="connsiteY1436" fmla="*/ 1609829 h 1721303"/>
                <a:gd name="connsiteX1437" fmla="*/ 981963 w 1506550"/>
                <a:gd name="connsiteY1437" fmla="*/ 1613108 h 1721303"/>
                <a:gd name="connsiteX1438" fmla="*/ 980323 w 1506550"/>
                <a:gd name="connsiteY1438" fmla="*/ 1616386 h 1721303"/>
                <a:gd name="connsiteX1439" fmla="*/ 977045 w 1506550"/>
                <a:gd name="connsiteY1439" fmla="*/ 1621304 h 1721303"/>
                <a:gd name="connsiteX1440" fmla="*/ 973766 w 1506550"/>
                <a:gd name="connsiteY1440" fmla="*/ 1624583 h 1721303"/>
                <a:gd name="connsiteX1441" fmla="*/ 970488 w 1506550"/>
                <a:gd name="connsiteY1441" fmla="*/ 1627862 h 1721303"/>
                <a:gd name="connsiteX1442" fmla="*/ 967209 w 1506550"/>
                <a:gd name="connsiteY1442" fmla="*/ 1632779 h 1721303"/>
                <a:gd name="connsiteX1443" fmla="*/ 963930 w 1506550"/>
                <a:gd name="connsiteY1443" fmla="*/ 1634419 h 1721303"/>
                <a:gd name="connsiteX1444" fmla="*/ 960651 w 1506550"/>
                <a:gd name="connsiteY1444" fmla="*/ 1636058 h 1721303"/>
                <a:gd name="connsiteX1445" fmla="*/ 955733 w 1506550"/>
                <a:gd name="connsiteY1445" fmla="*/ 1639337 h 1721303"/>
                <a:gd name="connsiteX1446" fmla="*/ 952455 w 1506550"/>
                <a:gd name="connsiteY1446" fmla="*/ 1642616 h 1721303"/>
                <a:gd name="connsiteX1447" fmla="*/ 950815 w 1506550"/>
                <a:gd name="connsiteY1447" fmla="*/ 1647533 h 1721303"/>
                <a:gd name="connsiteX1448" fmla="*/ 947537 w 1506550"/>
                <a:gd name="connsiteY1448" fmla="*/ 1650812 h 1721303"/>
                <a:gd name="connsiteX1449" fmla="*/ 949176 w 1506550"/>
                <a:gd name="connsiteY1449" fmla="*/ 1647533 h 1721303"/>
                <a:gd name="connsiteX1450" fmla="*/ 947537 w 1506550"/>
                <a:gd name="connsiteY1450" fmla="*/ 1642616 h 1721303"/>
                <a:gd name="connsiteX1451" fmla="*/ 947537 w 1506550"/>
                <a:gd name="connsiteY1451" fmla="*/ 1639337 h 1721303"/>
                <a:gd name="connsiteX1452" fmla="*/ 945898 w 1506550"/>
                <a:gd name="connsiteY1452" fmla="*/ 1636058 h 1721303"/>
                <a:gd name="connsiteX1453" fmla="*/ 950815 w 1506550"/>
                <a:gd name="connsiteY1453" fmla="*/ 1637698 h 1721303"/>
                <a:gd name="connsiteX1454" fmla="*/ 954094 w 1506550"/>
                <a:gd name="connsiteY1454" fmla="*/ 1639337 h 1721303"/>
                <a:gd name="connsiteX1455" fmla="*/ 957373 w 1506550"/>
                <a:gd name="connsiteY1455" fmla="*/ 1636058 h 1721303"/>
                <a:gd name="connsiteX1456" fmla="*/ 960651 w 1506550"/>
                <a:gd name="connsiteY1456" fmla="*/ 1632779 h 1721303"/>
                <a:gd name="connsiteX1457" fmla="*/ 963930 w 1506550"/>
                <a:gd name="connsiteY1457" fmla="*/ 1629501 h 1721303"/>
                <a:gd name="connsiteX1458" fmla="*/ 967209 w 1506550"/>
                <a:gd name="connsiteY1458" fmla="*/ 1626222 h 1721303"/>
                <a:gd name="connsiteX1459" fmla="*/ 967209 w 1506550"/>
                <a:gd name="connsiteY1459" fmla="*/ 1622943 h 1721303"/>
                <a:gd name="connsiteX1460" fmla="*/ 972127 w 1506550"/>
                <a:gd name="connsiteY1460" fmla="*/ 1622943 h 1721303"/>
                <a:gd name="connsiteX1461" fmla="*/ 973766 w 1506550"/>
                <a:gd name="connsiteY1461" fmla="*/ 1618026 h 1721303"/>
                <a:gd name="connsiteX1462" fmla="*/ 975405 w 1506550"/>
                <a:gd name="connsiteY1462" fmla="*/ 1614747 h 1721303"/>
                <a:gd name="connsiteX1463" fmla="*/ 975405 w 1506550"/>
                <a:gd name="connsiteY1463" fmla="*/ 1611468 h 1721303"/>
                <a:gd name="connsiteX1464" fmla="*/ 973766 w 1506550"/>
                <a:gd name="connsiteY1464" fmla="*/ 1608189 h 1721303"/>
                <a:gd name="connsiteX1465" fmla="*/ 977045 w 1506550"/>
                <a:gd name="connsiteY1465" fmla="*/ 1603272 h 1721303"/>
                <a:gd name="connsiteX1466" fmla="*/ 980323 w 1506550"/>
                <a:gd name="connsiteY1466" fmla="*/ 1606550 h 1721303"/>
                <a:gd name="connsiteX1467" fmla="*/ 980323 w 1506550"/>
                <a:gd name="connsiteY1467" fmla="*/ 1601632 h 1721303"/>
                <a:gd name="connsiteX1468" fmla="*/ 980323 w 1506550"/>
                <a:gd name="connsiteY1468" fmla="*/ 1598353 h 1721303"/>
                <a:gd name="connsiteX1469" fmla="*/ 981963 w 1506550"/>
                <a:gd name="connsiteY1469" fmla="*/ 1595075 h 1721303"/>
                <a:gd name="connsiteX1470" fmla="*/ 985242 w 1506550"/>
                <a:gd name="connsiteY1470" fmla="*/ 1591796 h 1721303"/>
                <a:gd name="connsiteX1471" fmla="*/ 988520 w 1506550"/>
                <a:gd name="connsiteY1471" fmla="*/ 1588518 h 1721303"/>
                <a:gd name="connsiteX1472" fmla="*/ 988520 w 1506550"/>
                <a:gd name="connsiteY1472" fmla="*/ 1585239 h 1721303"/>
                <a:gd name="connsiteX1473" fmla="*/ 986881 w 1506550"/>
                <a:gd name="connsiteY1473" fmla="*/ 1580321 h 1721303"/>
                <a:gd name="connsiteX1474" fmla="*/ 986881 w 1506550"/>
                <a:gd name="connsiteY1474" fmla="*/ 1577042 h 1721303"/>
                <a:gd name="connsiteX1475" fmla="*/ 986881 w 1506550"/>
                <a:gd name="connsiteY1475" fmla="*/ 1573763 h 1721303"/>
                <a:gd name="connsiteX1476" fmla="*/ 990160 w 1506550"/>
                <a:gd name="connsiteY1476" fmla="*/ 1575403 h 1721303"/>
                <a:gd name="connsiteX1477" fmla="*/ 990160 w 1506550"/>
                <a:gd name="connsiteY1477" fmla="*/ 1573763 h 1721303"/>
                <a:gd name="connsiteX1478" fmla="*/ 990160 w 1506550"/>
                <a:gd name="connsiteY1478" fmla="*/ 1570485 h 1721303"/>
                <a:gd name="connsiteX1479" fmla="*/ 990160 w 1506550"/>
                <a:gd name="connsiteY1479" fmla="*/ 1567206 h 1721303"/>
                <a:gd name="connsiteX1480" fmla="*/ 985242 w 1506550"/>
                <a:gd name="connsiteY1480" fmla="*/ 1565567 h 1721303"/>
                <a:gd name="connsiteX1481" fmla="*/ 983602 w 1506550"/>
                <a:gd name="connsiteY1481" fmla="*/ 1568845 h 1721303"/>
                <a:gd name="connsiteX1482" fmla="*/ 980323 w 1506550"/>
                <a:gd name="connsiteY1482" fmla="*/ 1570485 h 1721303"/>
                <a:gd name="connsiteX1483" fmla="*/ 977045 w 1506550"/>
                <a:gd name="connsiteY1483" fmla="*/ 1570485 h 1721303"/>
                <a:gd name="connsiteX1484" fmla="*/ 975405 w 1506550"/>
                <a:gd name="connsiteY1484" fmla="*/ 1573763 h 1721303"/>
                <a:gd name="connsiteX1485" fmla="*/ 972127 w 1506550"/>
                <a:gd name="connsiteY1485" fmla="*/ 1570485 h 1721303"/>
                <a:gd name="connsiteX1486" fmla="*/ 970488 w 1506550"/>
                <a:gd name="connsiteY1486" fmla="*/ 1565567 h 1721303"/>
                <a:gd name="connsiteX1487" fmla="*/ 967209 w 1506550"/>
                <a:gd name="connsiteY1487" fmla="*/ 1565567 h 1721303"/>
                <a:gd name="connsiteX1488" fmla="*/ 963930 w 1506550"/>
                <a:gd name="connsiteY1488" fmla="*/ 1562288 h 1721303"/>
                <a:gd name="connsiteX1489" fmla="*/ 963930 w 1506550"/>
                <a:gd name="connsiteY1489" fmla="*/ 1557370 h 1721303"/>
                <a:gd name="connsiteX1490" fmla="*/ 960651 w 1506550"/>
                <a:gd name="connsiteY1490" fmla="*/ 1557370 h 1721303"/>
                <a:gd name="connsiteX1491" fmla="*/ 960651 w 1506550"/>
                <a:gd name="connsiteY1491" fmla="*/ 1560649 h 1721303"/>
                <a:gd name="connsiteX1492" fmla="*/ 962291 w 1506550"/>
                <a:gd name="connsiteY1492" fmla="*/ 1565567 h 1721303"/>
                <a:gd name="connsiteX1493" fmla="*/ 963930 w 1506550"/>
                <a:gd name="connsiteY1493" fmla="*/ 1568845 h 1721303"/>
                <a:gd name="connsiteX1494" fmla="*/ 967209 w 1506550"/>
                <a:gd name="connsiteY1494" fmla="*/ 1570485 h 1721303"/>
                <a:gd name="connsiteX1495" fmla="*/ 970488 w 1506550"/>
                <a:gd name="connsiteY1495" fmla="*/ 1573763 h 1721303"/>
                <a:gd name="connsiteX1496" fmla="*/ 965570 w 1506550"/>
                <a:gd name="connsiteY1496" fmla="*/ 1575403 h 1721303"/>
                <a:gd name="connsiteX1497" fmla="*/ 965570 w 1506550"/>
                <a:gd name="connsiteY1497" fmla="*/ 1580321 h 1721303"/>
                <a:gd name="connsiteX1498" fmla="*/ 965570 w 1506550"/>
                <a:gd name="connsiteY1498" fmla="*/ 1583599 h 1721303"/>
                <a:gd name="connsiteX1499" fmla="*/ 967209 w 1506550"/>
                <a:gd name="connsiteY1499" fmla="*/ 1586878 h 1721303"/>
                <a:gd name="connsiteX1500" fmla="*/ 967209 w 1506550"/>
                <a:gd name="connsiteY1500" fmla="*/ 1591796 h 1721303"/>
                <a:gd name="connsiteX1501" fmla="*/ 965570 w 1506550"/>
                <a:gd name="connsiteY1501" fmla="*/ 1586878 h 1721303"/>
                <a:gd name="connsiteX1502" fmla="*/ 963930 w 1506550"/>
                <a:gd name="connsiteY1502" fmla="*/ 1583599 h 1721303"/>
                <a:gd name="connsiteX1503" fmla="*/ 962291 w 1506550"/>
                <a:gd name="connsiteY1503" fmla="*/ 1586878 h 1721303"/>
                <a:gd name="connsiteX1504" fmla="*/ 963930 w 1506550"/>
                <a:gd name="connsiteY1504" fmla="*/ 1591796 h 1721303"/>
                <a:gd name="connsiteX1505" fmla="*/ 963930 w 1506550"/>
                <a:gd name="connsiteY1505" fmla="*/ 1595075 h 1721303"/>
                <a:gd name="connsiteX1506" fmla="*/ 960651 w 1506550"/>
                <a:gd name="connsiteY1506" fmla="*/ 1596714 h 1721303"/>
                <a:gd name="connsiteX1507" fmla="*/ 960651 w 1506550"/>
                <a:gd name="connsiteY1507" fmla="*/ 1599993 h 1721303"/>
                <a:gd name="connsiteX1508" fmla="*/ 960651 w 1506550"/>
                <a:gd name="connsiteY1508" fmla="*/ 1604911 h 1721303"/>
                <a:gd name="connsiteX1509" fmla="*/ 957373 w 1506550"/>
                <a:gd name="connsiteY1509" fmla="*/ 1608189 h 1721303"/>
                <a:gd name="connsiteX1510" fmla="*/ 954094 w 1506550"/>
                <a:gd name="connsiteY1510" fmla="*/ 1611468 h 1721303"/>
                <a:gd name="connsiteX1511" fmla="*/ 954094 w 1506550"/>
                <a:gd name="connsiteY1511" fmla="*/ 1611468 h 1721303"/>
                <a:gd name="connsiteX1512" fmla="*/ 949176 w 1506550"/>
                <a:gd name="connsiteY1512" fmla="*/ 1613108 h 1721303"/>
                <a:gd name="connsiteX1513" fmla="*/ 945898 w 1506550"/>
                <a:gd name="connsiteY1513" fmla="*/ 1614747 h 1721303"/>
                <a:gd name="connsiteX1514" fmla="*/ 945898 w 1506550"/>
                <a:gd name="connsiteY1514" fmla="*/ 1619665 h 1721303"/>
                <a:gd name="connsiteX1515" fmla="*/ 945898 w 1506550"/>
                <a:gd name="connsiteY1515" fmla="*/ 1622943 h 1721303"/>
                <a:gd name="connsiteX1516" fmla="*/ 945898 w 1506550"/>
                <a:gd name="connsiteY1516" fmla="*/ 1626222 h 1721303"/>
                <a:gd name="connsiteX1517" fmla="*/ 942619 w 1506550"/>
                <a:gd name="connsiteY1517" fmla="*/ 1631140 h 1721303"/>
                <a:gd name="connsiteX1518" fmla="*/ 939340 w 1506550"/>
                <a:gd name="connsiteY1518" fmla="*/ 1634419 h 1721303"/>
                <a:gd name="connsiteX1519" fmla="*/ 940979 w 1506550"/>
                <a:gd name="connsiteY1519" fmla="*/ 1634419 h 1721303"/>
                <a:gd name="connsiteX1520" fmla="*/ 940979 w 1506550"/>
                <a:gd name="connsiteY1520" fmla="*/ 1639337 h 1721303"/>
                <a:gd name="connsiteX1521" fmla="*/ 944258 w 1506550"/>
                <a:gd name="connsiteY1521" fmla="*/ 1640976 h 1721303"/>
                <a:gd name="connsiteX1522" fmla="*/ 940979 w 1506550"/>
                <a:gd name="connsiteY1522" fmla="*/ 1644255 h 1721303"/>
                <a:gd name="connsiteX1523" fmla="*/ 944258 w 1506550"/>
                <a:gd name="connsiteY1523" fmla="*/ 1647533 h 1721303"/>
                <a:gd name="connsiteX1524" fmla="*/ 947537 w 1506550"/>
                <a:gd name="connsiteY1524" fmla="*/ 1645894 h 1721303"/>
                <a:gd name="connsiteX1525" fmla="*/ 947537 w 1506550"/>
                <a:gd name="connsiteY1525" fmla="*/ 1650812 h 1721303"/>
                <a:gd name="connsiteX1526" fmla="*/ 944258 w 1506550"/>
                <a:gd name="connsiteY1526" fmla="*/ 1654091 h 1721303"/>
                <a:gd name="connsiteX1527" fmla="*/ 942619 w 1506550"/>
                <a:gd name="connsiteY1527" fmla="*/ 1657370 h 1721303"/>
                <a:gd name="connsiteX1528" fmla="*/ 940979 w 1506550"/>
                <a:gd name="connsiteY1528" fmla="*/ 1660648 h 1721303"/>
                <a:gd name="connsiteX1529" fmla="*/ 940979 w 1506550"/>
                <a:gd name="connsiteY1529" fmla="*/ 1665566 h 1721303"/>
                <a:gd name="connsiteX1530" fmla="*/ 939340 w 1506550"/>
                <a:gd name="connsiteY1530" fmla="*/ 1668845 h 1721303"/>
                <a:gd name="connsiteX1531" fmla="*/ 939340 w 1506550"/>
                <a:gd name="connsiteY1531" fmla="*/ 1672123 h 1721303"/>
                <a:gd name="connsiteX1532" fmla="*/ 939340 w 1506550"/>
                <a:gd name="connsiteY1532" fmla="*/ 1677042 h 1721303"/>
                <a:gd name="connsiteX1533" fmla="*/ 939340 w 1506550"/>
                <a:gd name="connsiteY1533" fmla="*/ 1680320 h 1721303"/>
                <a:gd name="connsiteX1534" fmla="*/ 937701 w 1506550"/>
                <a:gd name="connsiteY1534" fmla="*/ 1683599 h 1721303"/>
                <a:gd name="connsiteX1535" fmla="*/ 937701 w 1506550"/>
                <a:gd name="connsiteY1535" fmla="*/ 1688517 h 1721303"/>
                <a:gd name="connsiteX1536" fmla="*/ 936061 w 1506550"/>
                <a:gd name="connsiteY1536" fmla="*/ 1691796 h 1721303"/>
                <a:gd name="connsiteX1537" fmla="*/ 934422 w 1506550"/>
                <a:gd name="connsiteY1537" fmla="*/ 1695075 h 1721303"/>
                <a:gd name="connsiteX1538" fmla="*/ 932783 w 1506550"/>
                <a:gd name="connsiteY1538" fmla="*/ 1699992 h 1721303"/>
                <a:gd name="connsiteX1539" fmla="*/ 931143 w 1506550"/>
                <a:gd name="connsiteY1539" fmla="*/ 1703271 h 1721303"/>
                <a:gd name="connsiteX1540" fmla="*/ 927865 w 1506550"/>
                <a:gd name="connsiteY1540" fmla="*/ 1706550 h 1721303"/>
                <a:gd name="connsiteX1541" fmla="*/ 924586 w 1506550"/>
                <a:gd name="connsiteY1541" fmla="*/ 1709829 h 1721303"/>
                <a:gd name="connsiteX1542" fmla="*/ 921307 w 1506550"/>
                <a:gd name="connsiteY1542" fmla="*/ 1713107 h 1721303"/>
                <a:gd name="connsiteX1543" fmla="*/ 918029 w 1506550"/>
                <a:gd name="connsiteY1543" fmla="*/ 1718025 h 1721303"/>
                <a:gd name="connsiteX1544" fmla="*/ 914750 w 1506550"/>
                <a:gd name="connsiteY1544" fmla="*/ 1721304 h 1721303"/>
                <a:gd name="connsiteX1545" fmla="*/ 911471 w 1506550"/>
                <a:gd name="connsiteY1545" fmla="*/ 1718025 h 1721303"/>
                <a:gd name="connsiteX1546" fmla="*/ 908193 w 1506550"/>
                <a:gd name="connsiteY1546" fmla="*/ 1718025 h 1721303"/>
                <a:gd name="connsiteX1547" fmla="*/ 908193 w 1506550"/>
                <a:gd name="connsiteY1547" fmla="*/ 1714746 h 1721303"/>
                <a:gd name="connsiteX1548" fmla="*/ 906553 w 1506550"/>
                <a:gd name="connsiteY1548" fmla="*/ 1709829 h 1721303"/>
                <a:gd name="connsiteX1549" fmla="*/ 906553 w 1506550"/>
                <a:gd name="connsiteY1549" fmla="*/ 1706550 h 1721303"/>
                <a:gd name="connsiteX1550" fmla="*/ 904914 w 1506550"/>
                <a:gd name="connsiteY1550" fmla="*/ 1703271 h 1721303"/>
                <a:gd name="connsiteX1551" fmla="*/ 904914 w 1506550"/>
                <a:gd name="connsiteY1551" fmla="*/ 1698353 h 1721303"/>
                <a:gd name="connsiteX1552" fmla="*/ 903275 w 1506550"/>
                <a:gd name="connsiteY1552" fmla="*/ 1695075 h 1721303"/>
                <a:gd name="connsiteX1553" fmla="*/ 904914 w 1506550"/>
                <a:gd name="connsiteY1553" fmla="*/ 1691796 h 1721303"/>
                <a:gd name="connsiteX1554" fmla="*/ 908193 w 1506550"/>
                <a:gd name="connsiteY1554" fmla="*/ 1688517 h 1721303"/>
                <a:gd name="connsiteX1555" fmla="*/ 909832 w 1506550"/>
                <a:gd name="connsiteY1555" fmla="*/ 1683599 h 1721303"/>
                <a:gd name="connsiteX1556" fmla="*/ 913111 w 1506550"/>
                <a:gd name="connsiteY1556" fmla="*/ 1680320 h 1721303"/>
                <a:gd name="connsiteX1557" fmla="*/ 914750 w 1506550"/>
                <a:gd name="connsiteY1557" fmla="*/ 1677042 h 1721303"/>
                <a:gd name="connsiteX1558" fmla="*/ 911471 w 1506550"/>
                <a:gd name="connsiteY1558" fmla="*/ 1672123 h 1721303"/>
                <a:gd name="connsiteX1559" fmla="*/ 908193 w 1506550"/>
                <a:gd name="connsiteY1559" fmla="*/ 1670485 h 1721303"/>
                <a:gd name="connsiteX1560" fmla="*/ 904914 w 1506550"/>
                <a:gd name="connsiteY1560" fmla="*/ 1668845 h 1721303"/>
                <a:gd name="connsiteX1561" fmla="*/ 903275 w 1506550"/>
                <a:gd name="connsiteY1561" fmla="*/ 1668845 h 1721303"/>
                <a:gd name="connsiteX1562" fmla="*/ 899996 w 1506550"/>
                <a:gd name="connsiteY1562" fmla="*/ 1665566 h 1721303"/>
                <a:gd name="connsiteX1563" fmla="*/ 896717 w 1506550"/>
                <a:gd name="connsiteY1563" fmla="*/ 1663927 h 1721303"/>
                <a:gd name="connsiteX1564" fmla="*/ 891799 w 1506550"/>
                <a:gd name="connsiteY1564" fmla="*/ 1659009 h 1721303"/>
                <a:gd name="connsiteX1565" fmla="*/ 891799 w 1506550"/>
                <a:gd name="connsiteY1565" fmla="*/ 1655730 h 1721303"/>
                <a:gd name="connsiteX1566" fmla="*/ 888521 w 1506550"/>
                <a:gd name="connsiteY1566" fmla="*/ 1652452 h 1721303"/>
                <a:gd name="connsiteX1567" fmla="*/ 886881 w 1506550"/>
                <a:gd name="connsiteY1567" fmla="*/ 1647533 h 1721303"/>
                <a:gd name="connsiteX1568" fmla="*/ 881963 w 1506550"/>
                <a:gd name="connsiteY1568" fmla="*/ 1645894 h 1721303"/>
                <a:gd name="connsiteX1569" fmla="*/ 878685 w 1506550"/>
                <a:gd name="connsiteY1569" fmla="*/ 1640976 h 1721303"/>
                <a:gd name="connsiteX1570" fmla="*/ 878685 w 1506550"/>
                <a:gd name="connsiteY1570" fmla="*/ 1640976 h 1721303"/>
                <a:gd name="connsiteX1571" fmla="*/ 873767 w 1506550"/>
                <a:gd name="connsiteY1571" fmla="*/ 1639337 h 1721303"/>
                <a:gd name="connsiteX1572" fmla="*/ 870488 w 1506550"/>
                <a:gd name="connsiteY1572" fmla="*/ 1640976 h 1721303"/>
                <a:gd name="connsiteX1573" fmla="*/ 867209 w 1506550"/>
                <a:gd name="connsiteY1573" fmla="*/ 1637698 h 1721303"/>
                <a:gd name="connsiteX1574" fmla="*/ 863931 w 1506550"/>
                <a:gd name="connsiteY1574" fmla="*/ 1634419 h 1721303"/>
                <a:gd name="connsiteX1575" fmla="*/ 859013 w 1506550"/>
                <a:gd name="connsiteY1575" fmla="*/ 1631140 h 1721303"/>
                <a:gd name="connsiteX1576" fmla="*/ 857373 w 1506550"/>
                <a:gd name="connsiteY1576" fmla="*/ 1629501 h 1721303"/>
                <a:gd name="connsiteX1577" fmla="*/ 855734 w 1506550"/>
                <a:gd name="connsiteY1577" fmla="*/ 1626222 h 1721303"/>
                <a:gd name="connsiteX1578" fmla="*/ 852455 w 1506550"/>
                <a:gd name="connsiteY1578" fmla="*/ 1622943 h 1721303"/>
                <a:gd name="connsiteX1579" fmla="*/ 847537 w 1506550"/>
                <a:gd name="connsiteY1579" fmla="*/ 1619665 h 1721303"/>
                <a:gd name="connsiteX1580" fmla="*/ 844258 w 1506550"/>
                <a:gd name="connsiteY1580" fmla="*/ 1619665 h 1721303"/>
                <a:gd name="connsiteX1581" fmla="*/ 840980 w 1506550"/>
                <a:gd name="connsiteY1581" fmla="*/ 1618026 h 1721303"/>
                <a:gd name="connsiteX1582" fmla="*/ 836062 w 1506550"/>
                <a:gd name="connsiteY1582" fmla="*/ 1616386 h 1721303"/>
                <a:gd name="connsiteX1583" fmla="*/ 832783 w 1506550"/>
                <a:gd name="connsiteY1583" fmla="*/ 1613108 h 1721303"/>
                <a:gd name="connsiteX1584" fmla="*/ 829505 w 1506550"/>
                <a:gd name="connsiteY1584" fmla="*/ 1614747 h 1721303"/>
                <a:gd name="connsiteX1585" fmla="*/ 826226 w 1506550"/>
                <a:gd name="connsiteY1585" fmla="*/ 1611468 h 1721303"/>
                <a:gd name="connsiteX1586" fmla="*/ 822947 w 1506550"/>
                <a:gd name="connsiteY1586" fmla="*/ 1608189 h 1721303"/>
                <a:gd name="connsiteX1587" fmla="*/ 819668 w 1506550"/>
                <a:gd name="connsiteY1587" fmla="*/ 1603272 h 1721303"/>
                <a:gd name="connsiteX1588" fmla="*/ 816390 w 1506550"/>
                <a:gd name="connsiteY1588" fmla="*/ 1599993 h 1721303"/>
                <a:gd name="connsiteX1589" fmla="*/ 813111 w 1506550"/>
                <a:gd name="connsiteY1589" fmla="*/ 1596714 h 1721303"/>
                <a:gd name="connsiteX1590" fmla="*/ 809833 w 1506550"/>
                <a:gd name="connsiteY1590" fmla="*/ 1595075 h 1721303"/>
                <a:gd name="connsiteX1591" fmla="*/ 806554 w 1506550"/>
                <a:gd name="connsiteY1591" fmla="*/ 1593436 h 1721303"/>
                <a:gd name="connsiteX1592" fmla="*/ 806554 w 1506550"/>
                <a:gd name="connsiteY1592" fmla="*/ 1596714 h 1721303"/>
                <a:gd name="connsiteX1593" fmla="*/ 803275 w 1506550"/>
                <a:gd name="connsiteY1593" fmla="*/ 1599993 h 1721303"/>
                <a:gd name="connsiteX1594" fmla="*/ 799996 w 1506550"/>
                <a:gd name="connsiteY1594" fmla="*/ 1603272 h 1721303"/>
                <a:gd name="connsiteX1595" fmla="*/ 796718 w 1506550"/>
                <a:gd name="connsiteY1595" fmla="*/ 1603272 h 1721303"/>
                <a:gd name="connsiteX1596" fmla="*/ 795078 w 1506550"/>
                <a:gd name="connsiteY1596" fmla="*/ 1603272 h 1721303"/>
                <a:gd name="connsiteX1597" fmla="*/ 793439 w 1506550"/>
                <a:gd name="connsiteY1597" fmla="*/ 1599993 h 1721303"/>
                <a:gd name="connsiteX1598" fmla="*/ 793439 w 1506550"/>
                <a:gd name="connsiteY1598" fmla="*/ 1595075 h 1721303"/>
                <a:gd name="connsiteX1599" fmla="*/ 793439 w 1506550"/>
                <a:gd name="connsiteY1599" fmla="*/ 1591796 h 1721303"/>
                <a:gd name="connsiteX1600" fmla="*/ 788521 w 1506550"/>
                <a:gd name="connsiteY1600" fmla="*/ 1588518 h 1721303"/>
                <a:gd name="connsiteX1601" fmla="*/ 785242 w 1506550"/>
                <a:gd name="connsiteY1601" fmla="*/ 1585239 h 1721303"/>
                <a:gd name="connsiteX1602" fmla="*/ 781964 w 1506550"/>
                <a:gd name="connsiteY1602" fmla="*/ 1580321 h 1721303"/>
                <a:gd name="connsiteX1603" fmla="*/ 778685 w 1506550"/>
                <a:gd name="connsiteY1603" fmla="*/ 1578682 h 1721303"/>
                <a:gd name="connsiteX1604" fmla="*/ 775406 w 1506550"/>
                <a:gd name="connsiteY1604" fmla="*/ 1575403 h 1721303"/>
                <a:gd name="connsiteX1605" fmla="*/ 772128 w 1506550"/>
                <a:gd name="connsiteY1605" fmla="*/ 1572124 h 1721303"/>
                <a:gd name="connsiteX1606" fmla="*/ 767210 w 1506550"/>
                <a:gd name="connsiteY1606" fmla="*/ 1568845 h 1721303"/>
                <a:gd name="connsiteX1607" fmla="*/ 763931 w 1506550"/>
                <a:gd name="connsiteY1607" fmla="*/ 1565567 h 1721303"/>
                <a:gd name="connsiteX1608" fmla="*/ 760652 w 1506550"/>
                <a:gd name="connsiteY1608" fmla="*/ 1563928 h 1721303"/>
                <a:gd name="connsiteX1609" fmla="*/ 755734 w 1506550"/>
                <a:gd name="connsiteY1609" fmla="*/ 1560649 h 1721303"/>
                <a:gd name="connsiteX1610" fmla="*/ 752456 w 1506550"/>
                <a:gd name="connsiteY1610" fmla="*/ 1560649 h 1721303"/>
                <a:gd name="connsiteX1611" fmla="*/ 747538 w 1506550"/>
                <a:gd name="connsiteY1611" fmla="*/ 1560649 h 1721303"/>
                <a:gd name="connsiteX1612" fmla="*/ 745898 w 1506550"/>
                <a:gd name="connsiteY1612" fmla="*/ 1565567 h 1721303"/>
                <a:gd name="connsiteX1613" fmla="*/ 744259 w 1506550"/>
                <a:gd name="connsiteY1613" fmla="*/ 1568845 h 1721303"/>
                <a:gd name="connsiteX1614" fmla="*/ 740980 w 1506550"/>
                <a:gd name="connsiteY1614" fmla="*/ 1568845 h 1721303"/>
                <a:gd name="connsiteX1615" fmla="*/ 736062 w 1506550"/>
                <a:gd name="connsiteY1615" fmla="*/ 1568845 h 1721303"/>
                <a:gd name="connsiteX1616" fmla="*/ 732784 w 1506550"/>
                <a:gd name="connsiteY1616" fmla="*/ 1568845 h 1721303"/>
                <a:gd name="connsiteX1617" fmla="*/ 729505 w 1506550"/>
                <a:gd name="connsiteY1617" fmla="*/ 1565567 h 1721303"/>
                <a:gd name="connsiteX1618" fmla="*/ 727866 w 1506550"/>
                <a:gd name="connsiteY1618" fmla="*/ 1563928 h 1721303"/>
                <a:gd name="connsiteX1619" fmla="*/ 729505 w 1506550"/>
                <a:gd name="connsiteY1619" fmla="*/ 1563928 h 1721303"/>
                <a:gd name="connsiteX1620" fmla="*/ 732784 w 1506550"/>
                <a:gd name="connsiteY1620" fmla="*/ 1559009 h 1721303"/>
                <a:gd name="connsiteX1621" fmla="*/ 736062 w 1506550"/>
                <a:gd name="connsiteY1621" fmla="*/ 1555731 h 1721303"/>
                <a:gd name="connsiteX1622" fmla="*/ 737702 w 1506550"/>
                <a:gd name="connsiteY1622" fmla="*/ 1552452 h 1721303"/>
                <a:gd name="connsiteX1623" fmla="*/ 737702 w 1506550"/>
                <a:gd name="connsiteY1623" fmla="*/ 1547534 h 1721303"/>
                <a:gd name="connsiteX1624" fmla="*/ 740980 w 1506550"/>
                <a:gd name="connsiteY1624" fmla="*/ 1545895 h 1721303"/>
                <a:gd name="connsiteX1625" fmla="*/ 744259 w 1506550"/>
                <a:gd name="connsiteY1625" fmla="*/ 1544255 h 1721303"/>
                <a:gd name="connsiteX1626" fmla="*/ 745898 w 1506550"/>
                <a:gd name="connsiteY1626" fmla="*/ 1542616 h 1721303"/>
                <a:gd name="connsiteX1627" fmla="*/ 747538 w 1506550"/>
                <a:gd name="connsiteY1627" fmla="*/ 1539338 h 1721303"/>
                <a:gd name="connsiteX1628" fmla="*/ 749177 w 1506550"/>
                <a:gd name="connsiteY1628" fmla="*/ 1536059 h 1721303"/>
                <a:gd name="connsiteX1629" fmla="*/ 752456 w 1506550"/>
                <a:gd name="connsiteY1629" fmla="*/ 1531141 h 1721303"/>
                <a:gd name="connsiteX1630" fmla="*/ 752456 w 1506550"/>
                <a:gd name="connsiteY1630" fmla="*/ 1529501 h 1721303"/>
                <a:gd name="connsiteX1631" fmla="*/ 755734 w 1506550"/>
                <a:gd name="connsiteY1631" fmla="*/ 1526223 h 1721303"/>
                <a:gd name="connsiteX1632" fmla="*/ 755734 w 1506550"/>
                <a:gd name="connsiteY1632" fmla="*/ 1522944 h 1721303"/>
                <a:gd name="connsiteX1633" fmla="*/ 757374 w 1506550"/>
                <a:gd name="connsiteY1633" fmla="*/ 1518026 h 1721303"/>
                <a:gd name="connsiteX1634" fmla="*/ 760652 w 1506550"/>
                <a:gd name="connsiteY1634" fmla="*/ 1516386 h 1721303"/>
                <a:gd name="connsiteX1635" fmla="*/ 763931 w 1506550"/>
                <a:gd name="connsiteY1635" fmla="*/ 1511469 h 1721303"/>
                <a:gd name="connsiteX1636" fmla="*/ 767210 w 1506550"/>
                <a:gd name="connsiteY1636" fmla="*/ 1508190 h 1721303"/>
                <a:gd name="connsiteX1637" fmla="*/ 767210 w 1506550"/>
                <a:gd name="connsiteY1637" fmla="*/ 1504911 h 1721303"/>
                <a:gd name="connsiteX1638" fmla="*/ 770488 w 1506550"/>
                <a:gd name="connsiteY1638" fmla="*/ 1501633 h 1721303"/>
                <a:gd name="connsiteX1639" fmla="*/ 772128 w 1506550"/>
                <a:gd name="connsiteY1639" fmla="*/ 1496715 h 1721303"/>
                <a:gd name="connsiteX1640" fmla="*/ 775406 w 1506550"/>
                <a:gd name="connsiteY1640" fmla="*/ 1493436 h 1721303"/>
                <a:gd name="connsiteX1641" fmla="*/ 775406 w 1506550"/>
                <a:gd name="connsiteY1641" fmla="*/ 1490157 h 1721303"/>
                <a:gd name="connsiteX1642" fmla="*/ 778685 w 1506550"/>
                <a:gd name="connsiteY1642" fmla="*/ 1488518 h 1721303"/>
                <a:gd name="connsiteX1643" fmla="*/ 778685 w 1506550"/>
                <a:gd name="connsiteY1643" fmla="*/ 1485239 h 1721303"/>
                <a:gd name="connsiteX1644" fmla="*/ 781964 w 1506550"/>
                <a:gd name="connsiteY1644" fmla="*/ 1483600 h 1721303"/>
                <a:gd name="connsiteX1645" fmla="*/ 785242 w 1506550"/>
                <a:gd name="connsiteY1645" fmla="*/ 1485239 h 1721303"/>
                <a:gd name="connsiteX1646" fmla="*/ 786882 w 1506550"/>
                <a:gd name="connsiteY1646" fmla="*/ 1481961 h 1721303"/>
                <a:gd name="connsiteX1647" fmla="*/ 783603 w 1506550"/>
                <a:gd name="connsiteY1647" fmla="*/ 1478682 h 1721303"/>
                <a:gd name="connsiteX1648" fmla="*/ 785242 w 1506550"/>
                <a:gd name="connsiteY1648" fmla="*/ 1475403 h 1721303"/>
                <a:gd name="connsiteX1649" fmla="*/ 786882 w 1506550"/>
                <a:gd name="connsiteY1649" fmla="*/ 1473764 h 1721303"/>
                <a:gd name="connsiteX1650" fmla="*/ 786882 w 1506550"/>
                <a:gd name="connsiteY1650" fmla="*/ 1473764 h 1721303"/>
                <a:gd name="connsiteX1651" fmla="*/ 791800 w 1506550"/>
                <a:gd name="connsiteY1651" fmla="*/ 1470485 h 1721303"/>
                <a:gd name="connsiteX1652" fmla="*/ 793439 w 1506550"/>
                <a:gd name="connsiteY1652" fmla="*/ 1470485 h 1721303"/>
                <a:gd name="connsiteX1653" fmla="*/ 796718 w 1506550"/>
                <a:gd name="connsiteY1653" fmla="*/ 1465567 h 1721303"/>
                <a:gd name="connsiteX1654" fmla="*/ 796718 w 1506550"/>
                <a:gd name="connsiteY1654" fmla="*/ 1463928 h 1721303"/>
                <a:gd name="connsiteX1655" fmla="*/ 799996 w 1506550"/>
                <a:gd name="connsiteY1655" fmla="*/ 1462289 h 1721303"/>
                <a:gd name="connsiteX1656" fmla="*/ 803275 w 1506550"/>
                <a:gd name="connsiteY1656" fmla="*/ 1460649 h 1721303"/>
                <a:gd name="connsiteX1657" fmla="*/ 808193 w 1506550"/>
                <a:gd name="connsiteY1657" fmla="*/ 1459010 h 1721303"/>
                <a:gd name="connsiteX1658" fmla="*/ 811472 w 1506550"/>
                <a:gd name="connsiteY1658" fmla="*/ 1455731 h 1721303"/>
                <a:gd name="connsiteX1659" fmla="*/ 811472 w 1506550"/>
                <a:gd name="connsiteY1659" fmla="*/ 1450813 h 1721303"/>
                <a:gd name="connsiteX1660" fmla="*/ 814751 w 1506550"/>
                <a:gd name="connsiteY1660" fmla="*/ 1449174 h 1721303"/>
                <a:gd name="connsiteX1661" fmla="*/ 818029 w 1506550"/>
                <a:gd name="connsiteY1661" fmla="*/ 1445895 h 1721303"/>
                <a:gd name="connsiteX1662" fmla="*/ 822947 w 1506550"/>
                <a:gd name="connsiteY1662" fmla="*/ 1444256 h 1721303"/>
                <a:gd name="connsiteX1663" fmla="*/ 826226 w 1506550"/>
                <a:gd name="connsiteY1663" fmla="*/ 1440977 h 1721303"/>
                <a:gd name="connsiteX1664" fmla="*/ 829505 w 1506550"/>
                <a:gd name="connsiteY1664" fmla="*/ 1440977 h 1721303"/>
                <a:gd name="connsiteX1665" fmla="*/ 834423 w 1506550"/>
                <a:gd name="connsiteY1665" fmla="*/ 1439338 h 1721303"/>
                <a:gd name="connsiteX1666" fmla="*/ 836062 w 1506550"/>
                <a:gd name="connsiteY1666" fmla="*/ 1436059 h 1721303"/>
                <a:gd name="connsiteX1667" fmla="*/ 839341 w 1506550"/>
                <a:gd name="connsiteY1667" fmla="*/ 1434420 h 1721303"/>
                <a:gd name="connsiteX1668" fmla="*/ 844258 w 1506550"/>
                <a:gd name="connsiteY1668" fmla="*/ 1431141 h 1721303"/>
                <a:gd name="connsiteX1669" fmla="*/ 847537 w 1506550"/>
                <a:gd name="connsiteY1669" fmla="*/ 1431141 h 1721303"/>
                <a:gd name="connsiteX1670" fmla="*/ 847537 w 1506550"/>
                <a:gd name="connsiteY1670" fmla="*/ 1427862 h 1721303"/>
                <a:gd name="connsiteX1671" fmla="*/ 849177 w 1506550"/>
                <a:gd name="connsiteY1671" fmla="*/ 1424584 h 1721303"/>
                <a:gd name="connsiteX1672" fmla="*/ 850816 w 1506550"/>
                <a:gd name="connsiteY1672" fmla="*/ 1421305 h 1721303"/>
                <a:gd name="connsiteX1673" fmla="*/ 850816 w 1506550"/>
                <a:gd name="connsiteY1673" fmla="*/ 1416387 h 1721303"/>
                <a:gd name="connsiteX1674" fmla="*/ 849177 w 1506550"/>
                <a:gd name="connsiteY1674" fmla="*/ 1413108 h 1721303"/>
                <a:gd name="connsiteX1675" fmla="*/ 847537 w 1506550"/>
                <a:gd name="connsiteY1675" fmla="*/ 1409830 h 1721303"/>
                <a:gd name="connsiteX1676" fmla="*/ 847537 w 1506550"/>
                <a:gd name="connsiteY1676" fmla="*/ 1406551 h 1721303"/>
                <a:gd name="connsiteX1677" fmla="*/ 847537 w 1506550"/>
                <a:gd name="connsiteY1677" fmla="*/ 1401633 h 1721303"/>
                <a:gd name="connsiteX1678" fmla="*/ 847537 w 1506550"/>
                <a:gd name="connsiteY1678" fmla="*/ 1398355 h 1721303"/>
                <a:gd name="connsiteX1679" fmla="*/ 847537 w 1506550"/>
                <a:gd name="connsiteY1679" fmla="*/ 1395076 h 1721303"/>
                <a:gd name="connsiteX1680" fmla="*/ 849177 w 1506550"/>
                <a:gd name="connsiteY1680" fmla="*/ 1391797 h 1721303"/>
                <a:gd name="connsiteX1681" fmla="*/ 849177 w 1506550"/>
                <a:gd name="connsiteY1681" fmla="*/ 1390158 h 1721303"/>
                <a:gd name="connsiteX1682" fmla="*/ 847537 w 1506550"/>
                <a:gd name="connsiteY1682" fmla="*/ 1386879 h 1721303"/>
                <a:gd name="connsiteX1683" fmla="*/ 844258 w 1506550"/>
                <a:gd name="connsiteY1683" fmla="*/ 1383601 h 1721303"/>
                <a:gd name="connsiteX1684" fmla="*/ 842619 w 1506550"/>
                <a:gd name="connsiteY1684" fmla="*/ 1378682 h 1721303"/>
                <a:gd name="connsiteX1685" fmla="*/ 840980 w 1506550"/>
                <a:gd name="connsiteY1685" fmla="*/ 1375404 h 1721303"/>
                <a:gd name="connsiteX1686" fmla="*/ 839341 w 1506550"/>
                <a:gd name="connsiteY1686" fmla="*/ 1372125 h 1721303"/>
                <a:gd name="connsiteX1687" fmla="*/ 837701 w 1506550"/>
                <a:gd name="connsiteY1687" fmla="*/ 1368846 h 1721303"/>
                <a:gd name="connsiteX1688" fmla="*/ 836062 w 1506550"/>
                <a:gd name="connsiteY1688" fmla="*/ 1363928 h 1721303"/>
                <a:gd name="connsiteX1689" fmla="*/ 832783 w 1506550"/>
                <a:gd name="connsiteY1689" fmla="*/ 1360649 h 1721303"/>
                <a:gd name="connsiteX1690" fmla="*/ 829505 w 1506550"/>
                <a:gd name="connsiteY1690" fmla="*/ 1359011 h 1721303"/>
                <a:gd name="connsiteX1691" fmla="*/ 824586 w 1506550"/>
                <a:gd name="connsiteY1691" fmla="*/ 1359011 h 1721303"/>
                <a:gd name="connsiteX1692" fmla="*/ 821308 w 1506550"/>
                <a:gd name="connsiteY1692" fmla="*/ 1360649 h 1721303"/>
                <a:gd name="connsiteX1693" fmla="*/ 818029 w 1506550"/>
                <a:gd name="connsiteY1693" fmla="*/ 1360649 h 1721303"/>
                <a:gd name="connsiteX1694" fmla="*/ 816390 w 1506550"/>
                <a:gd name="connsiteY1694" fmla="*/ 1363928 h 1721303"/>
                <a:gd name="connsiteX1695" fmla="*/ 811472 w 1506550"/>
                <a:gd name="connsiteY1695" fmla="*/ 1362289 h 1721303"/>
                <a:gd name="connsiteX1696" fmla="*/ 809833 w 1506550"/>
                <a:gd name="connsiteY1696" fmla="*/ 1360649 h 1721303"/>
                <a:gd name="connsiteX1697" fmla="*/ 808193 w 1506550"/>
                <a:gd name="connsiteY1697" fmla="*/ 1360649 h 1721303"/>
                <a:gd name="connsiteX1698" fmla="*/ 808193 w 1506550"/>
                <a:gd name="connsiteY1698" fmla="*/ 1357371 h 1721303"/>
                <a:gd name="connsiteX1699" fmla="*/ 808193 w 1506550"/>
                <a:gd name="connsiteY1699" fmla="*/ 1355732 h 1721303"/>
                <a:gd name="connsiteX1700" fmla="*/ 808193 w 1506550"/>
                <a:gd name="connsiteY1700" fmla="*/ 1354092 h 1721303"/>
                <a:gd name="connsiteX1701" fmla="*/ 808193 w 1506550"/>
                <a:gd name="connsiteY1701" fmla="*/ 1350814 h 1721303"/>
                <a:gd name="connsiteX1702" fmla="*/ 811472 w 1506550"/>
                <a:gd name="connsiteY1702" fmla="*/ 1345896 h 1721303"/>
                <a:gd name="connsiteX1703" fmla="*/ 811472 w 1506550"/>
                <a:gd name="connsiteY1703" fmla="*/ 1342617 h 1721303"/>
                <a:gd name="connsiteX1704" fmla="*/ 811472 w 1506550"/>
                <a:gd name="connsiteY1704" fmla="*/ 1339338 h 1721303"/>
                <a:gd name="connsiteX1705" fmla="*/ 811472 w 1506550"/>
                <a:gd name="connsiteY1705" fmla="*/ 1336059 h 1721303"/>
                <a:gd name="connsiteX1706" fmla="*/ 811472 w 1506550"/>
                <a:gd name="connsiteY1706" fmla="*/ 1331142 h 1721303"/>
                <a:gd name="connsiteX1707" fmla="*/ 811472 w 1506550"/>
                <a:gd name="connsiteY1707" fmla="*/ 1327863 h 1721303"/>
                <a:gd name="connsiteX1708" fmla="*/ 813111 w 1506550"/>
                <a:gd name="connsiteY1708" fmla="*/ 1322945 h 1721303"/>
                <a:gd name="connsiteX1709" fmla="*/ 814751 w 1506550"/>
                <a:gd name="connsiteY1709" fmla="*/ 1319666 h 1721303"/>
                <a:gd name="connsiteX1710" fmla="*/ 814751 w 1506550"/>
                <a:gd name="connsiteY1710" fmla="*/ 1316388 h 1721303"/>
                <a:gd name="connsiteX1711" fmla="*/ 813111 w 1506550"/>
                <a:gd name="connsiteY1711" fmla="*/ 1313109 h 1721303"/>
                <a:gd name="connsiteX1712" fmla="*/ 814751 w 1506550"/>
                <a:gd name="connsiteY1712" fmla="*/ 1308191 h 1721303"/>
                <a:gd name="connsiteX1713" fmla="*/ 814751 w 1506550"/>
                <a:gd name="connsiteY1713" fmla="*/ 1304912 h 1721303"/>
                <a:gd name="connsiteX1714" fmla="*/ 813111 w 1506550"/>
                <a:gd name="connsiteY1714" fmla="*/ 1301634 h 1721303"/>
                <a:gd name="connsiteX1715" fmla="*/ 811472 w 1506550"/>
                <a:gd name="connsiteY1715" fmla="*/ 1296715 h 1721303"/>
                <a:gd name="connsiteX1716" fmla="*/ 814751 w 1506550"/>
                <a:gd name="connsiteY1716" fmla="*/ 1293437 h 1721303"/>
                <a:gd name="connsiteX1717" fmla="*/ 811472 w 1506550"/>
                <a:gd name="connsiteY1717" fmla="*/ 1291798 h 1721303"/>
                <a:gd name="connsiteX1718" fmla="*/ 811472 w 1506550"/>
                <a:gd name="connsiteY1718" fmla="*/ 1291798 h 1721303"/>
                <a:gd name="connsiteX1719" fmla="*/ 808193 w 1506550"/>
                <a:gd name="connsiteY1719" fmla="*/ 1288519 h 1721303"/>
                <a:gd name="connsiteX1720" fmla="*/ 804914 w 1506550"/>
                <a:gd name="connsiteY1720" fmla="*/ 1285240 h 1721303"/>
                <a:gd name="connsiteX1721" fmla="*/ 799996 w 1506550"/>
                <a:gd name="connsiteY1721" fmla="*/ 1283601 h 1721303"/>
                <a:gd name="connsiteX1722" fmla="*/ 796718 w 1506550"/>
                <a:gd name="connsiteY1722" fmla="*/ 1283601 h 1721303"/>
                <a:gd name="connsiteX1723" fmla="*/ 793439 w 1506550"/>
                <a:gd name="connsiteY1723" fmla="*/ 1285240 h 1721303"/>
                <a:gd name="connsiteX1724" fmla="*/ 790161 w 1506550"/>
                <a:gd name="connsiteY1724" fmla="*/ 1288519 h 1721303"/>
                <a:gd name="connsiteX1725" fmla="*/ 785242 w 1506550"/>
                <a:gd name="connsiteY1725" fmla="*/ 1290158 h 1721303"/>
                <a:gd name="connsiteX1726" fmla="*/ 785242 w 1506550"/>
                <a:gd name="connsiteY1726" fmla="*/ 1290158 h 1721303"/>
                <a:gd name="connsiteX1727" fmla="*/ 781964 w 1506550"/>
                <a:gd name="connsiteY1727" fmla="*/ 1291798 h 1721303"/>
                <a:gd name="connsiteX1728" fmla="*/ 777046 w 1506550"/>
                <a:gd name="connsiteY1728" fmla="*/ 1291798 h 1721303"/>
                <a:gd name="connsiteX1729" fmla="*/ 773767 w 1506550"/>
                <a:gd name="connsiteY1729" fmla="*/ 1290158 h 1721303"/>
                <a:gd name="connsiteX1730" fmla="*/ 770488 w 1506550"/>
                <a:gd name="connsiteY1730" fmla="*/ 1288519 h 1721303"/>
                <a:gd name="connsiteX1731" fmla="*/ 768849 w 1506550"/>
                <a:gd name="connsiteY1731" fmla="*/ 1285240 h 1721303"/>
                <a:gd name="connsiteX1732" fmla="*/ 768849 w 1506550"/>
                <a:gd name="connsiteY1732" fmla="*/ 1281962 h 1721303"/>
                <a:gd name="connsiteX1733" fmla="*/ 767210 w 1506550"/>
                <a:gd name="connsiteY1733" fmla="*/ 1277044 h 1721303"/>
                <a:gd name="connsiteX1734" fmla="*/ 763931 w 1506550"/>
                <a:gd name="connsiteY1734" fmla="*/ 1273765 h 1721303"/>
                <a:gd name="connsiteX1735" fmla="*/ 763931 w 1506550"/>
                <a:gd name="connsiteY1735" fmla="*/ 1270486 h 1721303"/>
                <a:gd name="connsiteX1736" fmla="*/ 763931 w 1506550"/>
                <a:gd name="connsiteY1736" fmla="*/ 1268847 h 1721303"/>
                <a:gd name="connsiteX1737" fmla="*/ 763931 w 1506550"/>
                <a:gd name="connsiteY1737" fmla="*/ 1265568 h 1721303"/>
                <a:gd name="connsiteX1738" fmla="*/ 762292 w 1506550"/>
                <a:gd name="connsiteY1738" fmla="*/ 1260650 h 1721303"/>
                <a:gd name="connsiteX1739" fmla="*/ 762292 w 1506550"/>
                <a:gd name="connsiteY1739" fmla="*/ 1257371 h 1721303"/>
                <a:gd name="connsiteX1740" fmla="*/ 762292 w 1506550"/>
                <a:gd name="connsiteY1740" fmla="*/ 1255732 h 1721303"/>
                <a:gd name="connsiteX1741" fmla="*/ 760652 w 1506550"/>
                <a:gd name="connsiteY1741" fmla="*/ 1252454 h 1721303"/>
                <a:gd name="connsiteX1742" fmla="*/ 759013 w 1506550"/>
                <a:gd name="connsiteY1742" fmla="*/ 1249175 h 1721303"/>
                <a:gd name="connsiteX1743" fmla="*/ 757374 w 1506550"/>
                <a:gd name="connsiteY1743" fmla="*/ 1245896 h 1721303"/>
                <a:gd name="connsiteX1744" fmla="*/ 755734 w 1506550"/>
                <a:gd name="connsiteY1744" fmla="*/ 1240978 h 1721303"/>
                <a:gd name="connsiteX1745" fmla="*/ 755734 w 1506550"/>
                <a:gd name="connsiteY1745" fmla="*/ 1237699 h 1721303"/>
                <a:gd name="connsiteX1746" fmla="*/ 757374 w 1506550"/>
                <a:gd name="connsiteY1746" fmla="*/ 1234421 h 1721303"/>
                <a:gd name="connsiteX1747" fmla="*/ 755734 w 1506550"/>
                <a:gd name="connsiteY1747" fmla="*/ 1229503 h 1721303"/>
                <a:gd name="connsiteX1748" fmla="*/ 750816 w 1506550"/>
                <a:gd name="connsiteY1748" fmla="*/ 1226224 h 1721303"/>
                <a:gd name="connsiteX1749" fmla="*/ 750816 w 1506550"/>
                <a:gd name="connsiteY1749" fmla="*/ 1222945 h 1721303"/>
                <a:gd name="connsiteX1750" fmla="*/ 749177 w 1506550"/>
                <a:gd name="connsiteY1750" fmla="*/ 1219667 h 1721303"/>
                <a:gd name="connsiteX1751" fmla="*/ 745898 w 1506550"/>
                <a:gd name="connsiteY1751" fmla="*/ 1216388 h 1721303"/>
                <a:gd name="connsiteX1752" fmla="*/ 740980 w 1506550"/>
                <a:gd name="connsiteY1752" fmla="*/ 1216388 h 1721303"/>
                <a:gd name="connsiteX1753" fmla="*/ 737702 w 1506550"/>
                <a:gd name="connsiteY1753" fmla="*/ 1214749 h 1721303"/>
                <a:gd name="connsiteX1754" fmla="*/ 734423 w 1506550"/>
                <a:gd name="connsiteY1754" fmla="*/ 1214749 h 1721303"/>
                <a:gd name="connsiteX1755" fmla="*/ 731144 w 1506550"/>
                <a:gd name="connsiteY1755" fmla="*/ 1213109 h 1721303"/>
                <a:gd name="connsiteX1756" fmla="*/ 726226 w 1506550"/>
                <a:gd name="connsiteY1756" fmla="*/ 1209831 h 1721303"/>
                <a:gd name="connsiteX1757" fmla="*/ 724587 w 1506550"/>
                <a:gd name="connsiteY1757" fmla="*/ 1206552 h 1721303"/>
                <a:gd name="connsiteX1758" fmla="*/ 721308 w 1506550"/>
                <a:gd name="connsiteY1758" fmla="*/ 1206552 h 1721303"/>
                <a:gd name="connsiteX1759" fmla="*/ 719669 w 1506550"/>
                <a:gd name="connsiteY1759" fmla="*/ 1208191 h 1721303"/>
                <a:gd name="connsiteX1760" fmla="*/ 718030 w 1506550"/>
                <a:gd name="connsiteY1760" fmla="*/ 1208191 h 1721303"/>
                <a:gd name="connsiteX1761" fmla="*/ 716390 w 1506550"/>
                <a:gd name="connsiteY1761" fmla="*/ 1213109 h 1721303"/>
                <a:gd name="connsiteX1762" fmla="*/ 711472 w 1506550"/>
                <a:gd name="connsiteY1762" fmla="*/ 1214749 h 1721303"/>
                <a:gd name="connsiteX1763" fmla="*/ 708194 w 1506550"/>
                <a:gd name="connsiteY1763" fmla="*/ 1216388 h 1721303"/>
                <a:gd name="connsiteX1764" fmla="*/ 704915 w 1506550"/>
                <a:gd name="connsiteY1764" fmla="*/ 1213109 h 1721303"/>
                <a:gd name="connsiteX1765" fmla="*/ 701636 w 1506550"/>
                <a:gd name="connsiteY1765" fmla="*/ 1213109 h 1721303"/>
                <a:gd name="connsiteX1766" fmla="*/ 698358 w 1506550"/>
                <a:gd name="connsiteY1766" fmla="*/ 1213109 h 1721303"/>
                <a:gd name="connsiteX1767" fmla="*/ 695079 w 1506550"/>
                <a:gd name="connsiteY1767" fmla="*/ 1211470 h 1721303"/>
                <a:gd name="connsiteX1768" fmla="*/ 690161 w 1506550"/>
                <a:gd name="connsiteY1768" fmla="*/ 1211470 h 1721303"/>
                <a:gd name="connsiteX1769" fmla="*/ 686882 w 1506550"/>
                <a:gd name="connsiteY1769" fmla="*/ 1211470 h 1721303"/>
                <a:gd name="connsiteX1770" fmla="*/ 683604 w 1506550"/>
                <a:gd name="connsiteY1770" fmla="*/ 1211470 h 1721303"/>
                <a:gd name="connsiteX1771" fmla="*/ 680325 w 1506550"/>
                <a:gd name="connsiteY1771" fmla="*/ 1209831 h 1721303"/>
                <a:gd name="connsiteX1772" fmla="*/ 677046 w 1506550"/>
                <a:gd name="connsiteY1772" fmla="*/ 1208191 h 1721303"/>
                <a:gd name="connsiteX1773" fmla="*/ 673768 w 1506550"/>
                <a:gd name="connsiteY1773" fmla="*/ 1208191 h 1721303"/>
                <a:gd name="connsiteX1774" fmla="*/ 670489 w 1506550"/>
                <a:gd name="connsiteY1774" fmla="*/ 1208191 h 1721303"/>
                <a:gd name="connsiteX1775" fmla="*/ 665571 w 1506550"/>
                <a:gd name="connsiteY1775" fmla="*/ 1208191 h 1721303"/>
                <a:gd name="connsiteX1776" fmla="*/ 663931 w 1506550"/>
                <a:gd name="connsiteY1776" fmla="*/ 1206552 h 1721303"/>
                <a:gd name="connsiteX1777" fmla="*/ 663931 w 1506550"/>
                <a:gd name="connsiteY1777" fmla="*/ 1206552 h 1721303"/>
                <a:gd name="connsiteX1778" fmla="*/ 663931 w 1506550"/>
                <a:gd name="connsiteY1778" fmla="*/ 1203274 h 1721303"/>
                <a:gd name="connsiteX1779" fmla="*/ 665571 w 1506550"/>
                <a:gd name="connsiteY1779" fmla="*/ 1198355 h 1721303"/>
                <a:gd name="connsiteX1780" fmla="*/ 663931 w 1506550"/>
                <a:gd name="connsiteY1780" fmla="*/ 1195077 h 1721303"/>
                <a:gd name="connsiteX1781" fmla="*/ 663931 w 1506550"/>
                <a:gd name="connsiteY1781" fmla="*/ 1193437 h 1721303"/>
                <a:gd name="connsiteX1782" fmla="*/ 665571 w 1506550"/>
                <a:gd name="connsiteY1782" fmla="*/ 1190159 h 1721303"/>
                <a:gd name="connsiteX1783" fmla="*/ 665571 w 1506550"/>
                <a:gd name="connsiteY1783" fmla="*/ 1188519 h 1721303"/>
                <a:gd name="connsiteX1784" fmla="*/ 663931 w 1506550"/>
                <a:gd name="connsiteY1784" fmla="*/ 1185241 h 1721303"/>
                <a:gd name="connsiteX1785" fmla="*/ 663931 w 1506550"/>
                <a:gd name="connsiteY1785" fmla="*/ 1183601 h 1721303"/>
                <a:gd name="connsiteX1786" fmla="*/ 662292 w 1506550"/>
                <a:gd name="connsiteY1786" fmla="*/ 1180322 h 1721303"/>
                <a:gd name="connsiteX1787" fmla="*/ 663931 w 1506550"/>
                <a:gd name="connsiteY1787" fmla="*/ 1177044 h 1721303"/>
                <a:gd name="connsiteX1788" fmla="*/ 663931 w 1506550"/>
                <a:gd name="connsiteY1788" fmla="*/ 1172126 h 1721303"/>
                <a:gd name="connsiteX1789" fmla="*/ 665571 w 1506550"/>
                <a:gd name="connsiteY1789" fmla="*/ 1168847 h 1721303"/>
                <a:gd name="connsiteX1790" fmla="*/ 665571 w 1506550"/>
                <a:gd name="connsiteY1790" fmla="*/ 1165569 h 1721303"/>
                <a:gd name="connsiteX1791" fmla="*/ 663931 w 1506550"/>
                <a:gd name="connsiteY1791" fmla="*/ 1160651 h 1721303"/>
                <a:gd name="connsiteX1792" fmla="*/ 665571 w 1506550"/>
                <a:gd name="connsiteY1792" fmla="*/ 1157372 h 1721303"/>
                <a:gd name="connsiteX1793" fmla="*/ 662292 w 1506550"/>
                <a:gd name="connsiteY1793" fmla="*/ 1154093 h 1721303"/>
                <a:gd name="connsiteX1794" fmla="*/ 659014 w 1506550"/>
                <a:gd name="connsiteY1794" fmla="*/ 1149175 h 1721303"/>
                <a:gd name="connsiteX1795" fmla="*/ 660653 w 1506550"/>
                <a:gd name="connsiteY1795" fmla="*/ 1145897 h 1721303"/>
                <a:gd name="connsiteX1796" fmla="*/ 657374 w 1506550"/>
                <a:gd name="connsiteY1796" fmla="*/ 1144257 h 1721303"/>
                <a:gd name="connsiteX1797" fmla="*/ 657374 w 1506550"/>
                <a:gd name="connsiteY1797" fmla="*/ 1140978 h 1721303"/>
                <a:gd name="connsiteX1798" fmla="*/ 655735 w 1506550"/>
                <a:gd name="connsiteY1798" fmla="*/ 1137700 h 1721303"/>
                <a:gd name="connsiteX1799" fmla="*/ 655735 w 1506550"/>
                <a:gd name="connsiteY1799" fmla="*/ 1132782 h 1721303"/>
                <a:gd name="connsiteX1800" fmla="*/ 652456 w 1506550"/>
                <a:gd name="connsiteY1800" fmla="*/ 1129503 h 1721303"/>
                <a:gd name="connsiteX1801" fmla="*/ 649177 w 1506550"/>
                <a:gd name="connsiteY1801" fmla="*/ 1126225 h 1721303"/>
                <a:gd name="connsiteX1802" fmla="*/ 649177 w 1506550"/>
                <a:gd name="connsiteY1802" fmla="*/ 1121307 h 1721303"/>
                <a:gd name="connsiteX1803" fmla="*/ 650817 w 1506550"/>
                <a:gd name="connsiteY1803" fmla="*/ 1119667 h 1721303"/>
                <a:gd name="connsiteX1804" fmla="*/ 655735 w 1506550"/>
                <a:gd name="connsiteY1804" fmla="*/ 1116388 h 1721303"/>
                <a:gd name="connsiteX1805" fmla="*/ 659014 w 1506550"/>
                <a:gd name="connsiteY1805" fmla="*/ 1114749 h 1721303"/>
                <a:gd name="connsiteX1806" fmla="*/ 659014 w 1506550"/>
                <a:gd name="connsiteY1806" fmla="*/ 1113110 h 1721303"/>
                <a:gd name="connsiteX1807" fmla="*/ 659014 w 1506550"/>
                <a:gd name="connsiteY1807" fmla="*/ 1113110 h 1721303"/>
                <a:gd name="connsiteX1808" fmla="*/ 654096 w 1506550"/>
                <a:gd name="connsiteY1808" fmla="*/ 1109831 h 1721303"/>
                <a:gd name="connsiteX1809" fmla="*/ 650817 w 1506550"/>
                <a:gd name="connsiteY1809" fmla="*/ 1106552 h 1721303"/>
                <a:gd name="connsiteX1810" fmla="*/ 649177 w 1506550"/>
                <a:gd name="connsiteY1810" fmla="*/ 1101635 h 1721303"/>
                <a:gd name="connsiteX1811" fmla="*/ 649177 w 1506550"/>
                <a:gd name="connsiteY1811" fmla="*/ 1098356 h 1721303"/>
                <a:gd name="connsiteX1812" fmla="*/ 650817 w 1506550"/>
                <a:gd name="connsiteY1812" fmla="*/ 1093438 h 1721303"/>
                <a:gd name="connsiteX1813" fmla="*/ 652456 w 1506550"/>
                <a:gd name="connsiteY1813" fmla="*/ 1090159 h 1721303"/>
                <a:gd name="connsiteX1814" fmla="*/ 654096 w 1506550"/>
                <a:gd name="connsiteY1814" fmla="*/ 1086881 h 1721303"/>
                <a:gd name="connsiteX1815" fmla="*/ 654096 w 1506550"/>
                <a:gd name="connsiteY1815" fmla="*/ 1081962 h 1721303"/>
                <a:gd name="connsiteX1816" fmla="*/ 655735 w 1506550"/>
                <a:gd name="connsiteY1816" fmla="*/ 1078684 h 1721303"/>
                <a:gd name="connsiteX1817" fmla="*/ 657374 w 1506550"/>
                <a:gd name="connsiteY1817" fmla="*/ 1075405 h 1721303"/>
                <a:gd name="connsiteX1818" fmla="*/ 660653 w 1506550"/>
                <a:gd name="connsiteY1818" fmla="*/ 1070487 h 1721303"/>
                <a:gd name="connsiteX1819" fmla="*/ 660653 w 1506550"/>
                <a:gd name="connsiteY1819" fmla="*/ 1070487 h 1721303"/>
                <a:gd name="connsiteX1820" fmla="*/ 659014 w 1506550"/>
                <a:gd name="connsiteY1820" fmla="*/ 1067208 h 1721303"/>
                <a:gd name="connsiteX1821" fmla="*/ 657374 w 1506550"/>
                <a:gd name="connsiteY1821" fmla="*/ 1065569 h 1721303"/>
                <a:gd name="connsiteX1822" fmla="*/ 659014 w 1506550"/>
                <a:gd name="connsiteY1822" fmla="*/ 1062291 h 1721303"/>
                <a:gd name="connsiteX1823" fmla="*/ 659014 w 1506550"/>
                <a:gd name="connsiteY1823" fmla="*/ 1059012 h 1721303"/>
                <a:gd name="connsiteX1824" fmla="*/ 660653 w 1506550"/>
                <a:gd name="connsiteY1824" fmla="*/ 1054094 h 1721303"/>
                <a:gd name="connsiteX1825" fmla="*/ 660653 w 1506550"/>
                <a:gd name="connsiteY1825" fmla="*/ 1050815 h 1721303"/>
                <a:gd name="connsiteX1826" fmla="*/ 660653 w 1506550"/>
                <a:gd name="connsiteY1826" fmla="*/ 1047537 h 1721303"/>
                <a:gd name="connsiteX1827" fmla="*/ 662292 w 1506550"/>
                <a:gd name="connsiteY1827" fmla="*/ 1042618 h 1721303"/>
                <a:gd name="connsiteX1828" fmla="*/ 662292 w 1506550"/>
                <a:gd name="connsiteY1828" fmla="*/ 1039340 h 1721303"/>
                <a:gd name="connsiteX1829" fmla="*/ 663931 w 1506550"/>
                <a:gd name="connsiteY1829" fmla="*/ 1036061 h 1721303"/>
                <a:gd name="connsiteX1830" fmla="*/ 662292 w 1506550"/>
                <a:gd name="connsiteY1830" fmla="*/ 1032782 h 1721303"/>
                <a:gd name="connsiteX1831" fmla="*/ 660653 w 1506550"/>
                <a:gd name="connsiteY1831" fmla="*/ 1027864 h 1721303"/>
                <a:gd name="connsiteX1832" fmla="*/ 659014 w 1506550"/>
                <a:gd name="connsiteY1832" fmla="*/ 1026225 h 1721303"/>
                <a:gd name="connsiteX1833" fmla="*/ 657374 w 1506550"/>
                <a:gd name="connsiteY1833" fmla="*/ 1021307 h 1721303"/>
                <a:gd name="connsiteX1834" fmla="*/ 655735 w 1506550"/>
                <a:gd name="connsiteY1834" fmla="*/ 1018028 h 1721303"/>
                <a:gd name="connsiteX1835" fmla="*/ 654096 w 1506550"/>
                <a:gd name="connsiteY1835" fmla="*/ 1014750 h 1721303"/>
                <a:gd name="connsiteX1836" fmla="*/ 654096 w 1506550"/>
                <a:gd name="connsiteY1836" fmla="*/ 1014750 h 1721303"/>
                <a:gd name="connsiteX1837" fmla="*/ 652456 w 1506550"/>
                <a:gd name="connsiteY1837" fmla="*/ 1009832 h 1721303"/>
                <a:gd name="connsiteX1838" fmla="*/ 652456 w 1506550"/>
                <a:gd name="connsiteY1838" fmla="*/ 1008192 h 1721303"/>
                <a:gd name="connsiteX1839" fmla="*/ 650817 w 1506550"/>
                <a:gd name="connsiteY1839" fmla="*/ 1006553 h 1721303"/>
                <a:gd name="connsiteX1840" fmla="*/ 647538 w 1506550"/>
                <a:gd name="connsiteY1840" fmla="*/ 1003274 h 1721303"/>
                <a:gd name="connsiteX1841" fmla="*/ 647538 w 1506550"/>
                <a:gd name="connsiteY1841" fmla="*/ 1003274 h 1721303"/>
                <a:gd name="connsiteX1842" fmla="*/ 642620 w 1506550"/>
                <a:gd name="connsiteY1842" fmla="*/ 1004914 h 1721303"/>
                <a:gd name="connsiteX1843" fmla="*/ 640981 w 1506550"/>
                <a:gd name="connsiteY1843" fmla="*/ 1003274 h 1721303"/>
                <a:gd name="connsiteX1844" fmla="*/ 637702 w 1506550"/>
                <a:gd name="connsiteY1844" fmla="*/ 999995 h 1721303"/>
                <a:gd name="connsiteX1845" fmla="*/ 634424 w 1506550"/>
                <a:gd name="connsiteY1845" fmla="*/ 996717 h 1721303"/>
                <a:gd name="connsiteX1846" fmla="*/ 629505 w 1506550"/>
                <a:gd name="connsiteY1846" fmla="*/ 995078 h 1721303"/>
                <a:gd name="connsiteX1847" fmla="*/ 626227 w 1506550"/>
                <a:gd name="connsiteY1847" fmla="*/ 991799 h 1721303"/>
                <a:gd name="connsiteX1848" fmla="*/ 626227 w 1506550"/>
                <a:gd name="connsiteY1848" fmla="*/ 986881 h 1721303"/>
                <a:gd name="connsiteX1849" fmla="*/ 624587 w 1506550"/>
                <a:gd name="connsiteY1849" fmla="*/ 983602 h 1721303"/>
                <a:gd name="connsiteX1850" fmla="*/ 622948 w 1506550"/>
                <a:gd name="connsiteY1850" fmla="*/ 978684 h 1721303"/>
                <a:gd name="connsiteX1851" fmla="*/ 622948 w 1506550"/>
                <a:gd name="connsiteY1851" fmla="*/ 975405 h 1721303"/>
                <a:gd name="connsiteX1852" fmla="*/ 622948 w 1506550"/>
                <a:gd name="connsiteY1852" fmla="*/ 972127 h 1721303"/>
                <a:gd name="connsiteX1853" fmla="*/ 621309 w 1506550"/>
                <a:gd name="connsiteY1853" fmla="*/ 967209 h 1721303"/>
                <a:gd name="connsiteX1854" fmla="*/ 622948 w 1506550"/>
                <a:gd name="connsiteY1854" fmla="*/ 965570 h 1721303"/>
                <a:gd name="connsiteX1855" fmla="*/ 626227 w 1506550"/>
                <a:gd name="connsiteY1855" fmla="*/ 960651 h 1721303"/>
                <a:gd name="connsiteX1856" fmla="*/ 624587 w 1506550"/>
                <a:gd name="connsiteY1856" fmla="*/ 957373 h 1721303"/>
                <a:gd name="connsiteX1857" fmla="*/ 626227 w 1506550"/>
                <a:gd name="connsiteY1857" fmla="*/ 954094 h 1721303"/>
                <a:gd name="connsiteX1858" fmla="*/ 626227 w 1506550"/>
                <a:gd name="connsiteY1858" fmla="*/ 950815 h 1721303"/>
                <a:gd name="connsiteX1859" fmla="*/ 622948 w 1506550"/>
                <a:gd name="connsiteY1859" fmla="*/ 952455 h 1721303"/>
                <a:gd name="connsiteX1860" fmla="*/ 618030 w 1506550"/>
                <a:gd name="connsiteY1860" fmla="*/ 952455 h 1721303"/>
                <a:gd name="connsiteX1861" fmla="*/ 616391 w 1506550"/>
                <a:gd name="connsiteY1861" fmla="*/ 952455 h 1721303"/>
                <a:gd name="connsiteX1862" fmla="*/ 613112 w 1506550"/>
                <a:gd name="connsiteY1862" fmla="*/ 952455 h 1721303"/>
                <a:gd name="connsiteX1863" fmla="*/ 608194 w 1506550"/>
                <a:gd name="connsiteY1863" fmla="*/ 952455 h 1721303"/>
                <a:gd name="connsiteX1864" fmla="*/ 604915 w 1506550"/>
                <a:gd name="connsiteY1864" fmla="*/ 952455 h 1721303"/>
                <a:gd name="connsiteX1865" fmla="*/ 601637 w 1506550"/>
                <a:gd name="connsiteY1865" fmla="*/ 952455 h 1721303"/>
                <a:gd name="connsiteX1866" fmla="*/ 601637 w 1506550"/>
                <a:gd name="connsiteY1866" fmla="*/ 950815 h 1721303"/>
                <a:gd name="connsiteX1867" fmla="*/ 596719 w 1506550"/>
                <a:gd name="connsiteY1867" fmla="*/ 950815 h 1721303"/>
                <a:gd name="connsiteX1868" fmla="*/ 593440 w 1506550"/>
                <a:gd name="connsiteY1868" fmla="*/ 950815 h 1721303"/>
                <a:gd name="connsiteX1869" fmla="*/ 590161 w 1506550"/>
                <a:gd name="connsiteY1869" fmla="*/ 950815 h 1721303"/>
                <a:gd name="connsiteX1870" fmla="*/ 585243 w 1506550"/>
                <a:gd name="connsiteY1870" fmla="*/ 950815 h 1721303"/>
                <a:gd name="connsiteX1871" fmla="*/ 583604 w 1506550"/>
                <a:gd name="connsiteY1871" fmla="*/ 950815 h 1721303"/>
                <a:gd name="connsiteX1872" fmla="*/ 580325 w 1506550"/>
                <a:gd name="connsiteY1872" fmla="*/ 950815 h 1721303"/>
                <a:gd name="connsiteX1873" fmla="*/ 575407 w 1506550"/>
                <a:gd name="connsiteY1873" fmla="*/ 950815 h 1721303"/>
                <a:gd name="connsiteX1874" fmla="*/ 573768 w 1506550"/>
                <a:gd name="connsiteY1874" fmla="*/ 950815 h 1721303"/>
                <a:gd name="connsiteX1875" fmla="*/ 568850 w 1506550"/>
                <a:gd name="connsiteY1875" fmla="*/ 950815 h 1721303"/>
                <a:gd name="connsiteX1876" fmla="*/ 565571 w 1506550"/>
                <a:gd name="connsiteY1876" fmla="*/ 950815 h 1721303"/>
                <a:gd name="connsiteX1877" fmla="*/ 562293 w 1506550"/>
                <a:gd name="connsiteY1877" fmla="*/ 950815 h 1721303"/>
                <a:gd name="connsiteX1878" fmla="*/ 559014 w 1506550"/>
                <a:gd name="connsiteY1878" fmla="*/ 949176 h 1721303"/>
                <a:gd name="connsiteX1879" fmla="*/ 555735 w 1506550"/>
                <a:gd name="connsiteY1879" fmla="*/ 947537 h 1721303"/>
                <a:gd name="connsiteX1880" fmla="*/ 554096 w 1506550"/>
                <a:gd name="connsiteY1880" fmla="*/ 942619 h 1721303"/>
                <a:gd name="connsiteX1881" fmla="*/ 554096 w 1506550"/>
                <a:gd name="connsiteY1881" fmla="*/ 939340 h 1721303"/>
                <a:gd name="connsiteX1882" fmla="*/ 552457 w 1506550"/>
                <a:gd name="connsiteY1882" fmla="*/ 934422 h 1721303"/>
                <a:gd name="connsiteX1883" fmla="*/ 552457 w 1506550"/>
                <a:gd name="connsiteY1883" fmla="*/ 929504 h 1721303"/>
                <a:gd name="connsiteX1884" fmla="*/ 552457 w 1506550"/>
                <a:gd name="connsiteY1884" fmla="*/ 926225 h 1721303"/>
                <a:gd name="connsiteX1885" fmla="*/ 550817 w 1506550"/>
                <a:gd name="connsiteY1885" fmla="*/ 921307 h 1721303"/>
                <a:gd name="connsiteX1886" fmla="*/ 550817 w 1506550"/>
                <a:gd name="connsiteY1886" fmla="*/ 918029 h 1721303"/>
                <a:gd name="connsiteX1887" fmla="*/ 549178 w 1506550"/>
                <a:gd name="connsiteY1887" fmla="*/ 913111 h 1721303"/>
                <a:gd name="connsiteX1888" fmla="*/ 545899 w 1506550"/>
                <a:gd name="connsiteY1888" fmla="*/ 909832 h 1721303"/>
                <a:gd name="connsiteX1889" fmla="*/ 542621 w 1506550"/>
                <a:gd name="connsiteY1889" fmla="*/ 904914 h 1721303"/>
                <a:gd name="connsiteX1890" fmla="*/ 539342 w 1506550"/>
                <a:gd name="connsiteY1890" fmla="*/ 901635 h 1721303"/>
                <a:gd name="connsiteX1891" fmla="*/ 537703 w 1506550"/>
                <a:gd name="connsiteY1891" fmla="*/ 898357 h 1721303"/>
                <a:gd name="connsiteX1892" fmla="*/ 542621 w 1506550"/>
                <a:gd name="connsiteY1892" fmla="*/ 898357 h 1721303"/>
                <a:gd name="connsiteX1893" fmla="*/ 547539 w 1506550"/>
                <a:gd name="connsiteY1893" fmla="*/ 898357 h 1721303"/>
                <a:gd name="connsiteX1894" fmla="*/ 547539 w 1506550"/>
                <a:gd name="connsiteY1894" fmla="*/ 893439 h 1721303"/>
                <a:gd name="connsiteX1895" fmla="*/ 545899 w 1506550"/>
                <a:gd name="connsiteY1895" fmla="*/ 890160 h 1721303"/>
                <a:gd name="connsiteX1896" fmla="*/ 545899 w 1506550"/>
                <a:gd name="connsiteY1896" fmla="*/ 883603 h 1721303"/>
                <a:gd name="connsiteX1897" fmla="*/ 545899 w 1506550"/>
                <a:gd name="connsiteY1897" fmla="*/ 878685 h 1721303"/>
                <a:gd name="connsiteX1898" fmla="*/ 542621 w 1506550"/>
                <a:gd name="connsiteY1898" fmla="*/ 873767 h 1721303"/>
                <a:gd name="connsiteX1899" fmla="*/ 542621 w 1506550"/>
                <a:gd name="connsiteY1899" fmla="*/ 873767 h 1721303"/>
                <a:gd name="connsiteX1900" fmla="*/ 540981 w 1506550"/>
                <a:gd name="connsiteY1900" fmla="*/ 868848 h 1721303"/>
                <a:gd name="connsiteX1901" fmla="*/ 539342 w 1506550"/>
                <a:gd name="connsiteY1901" fmla="*/ 865570 h 1721303"/>
                <a:gd name="connsiteX1902" fmla="*/ 537703 w 1506550"/>
                <a:gd name="connsiteY1902" fmla="*/ 860652 h 1721303"/>
                <a:gd name="connsiteX1903" fmla="*/ 536063 w 1506550"/>
                <a:gd name="connsiteY1903" fmla="*/ 857373 h 1721303"/>
                <a:gd name="connsiteX1904" fmla="*/ 536063 w 1506550"/>
                <a:gd name="connsiteY1904" fmla="*/ 854095 h 1721303"/>
                <a:gd name="connsiteX1905" fmla="*/ 539342 w 1506550"/>
                <a:gd name="connsiteY1905" fmla="*/ 849177 h 1721303"/>
                <a:gd name="connsiteX1906" fmla="*/ 537703 w 1506550"/>
                <a:gd name="connsiteY1906" fmla="*/ 847537 h 1721303"/>
                <a:gd name="connsiteX1907" fmla="*/ 536063 w 1506550"/>
                <a:gd name="connsiteY1907" fmla="*/ 842619 h 1721303"/>
                <a:gd name="connsiteX1908" fmla="*/ 531145 w 1506550"/>
                <a:gd name="connsiteY1908" fmla="*/ 840980 h 1721303"/>
                <a:gd name="connsiteX1909" fmla="*/ 527867 w 1506550"/>
                <a:gd name="connsiteY1909" fmla="*/ 837701 h 1721303"/>
                <a:gd name="connsiteX1910" fmla="*/ 524588 w 1506550"/>
                <a:gd name="connsiteY1910" fmla="*/ 836062 h 1721303"/>
                <a:gd name="connsiteX1911" fmla="*/ 521309 w 1506550"/>
                <a:gd name="connsiteY1911" fmla="*/ 834423 h 1721303"/>
                <a:gd name="connsiteX1912" fmla="*/ 516391 w 1506550"/>
                <a:gd name="connsiteY1912" fmla="*/ 832783 h 1721303"/>
                <a:gd name="connsiteX1913" fmla="*/ 513112 w 1506550"/>
                <a:gd name="connsiteY1913" fmla="*/ 829504 h 1721303"/>
                <a:gd name="connsiteX1914" fmla="*/ 509834 w 1506550"/>
                <a:gd name="connsiteY1914" fmla="*/ 827865 h 1721303"/>
                <a:gd name="connsiteX1915" fmla="*/ 506555 w 1506550"/>
                <a:gd name="connsiteY1915" fmla="*/ 827865 h 1721303"/>
                <a:gd name="connsiteX1916" fmla="*/ 503277 w 1506550"/>
                <a:gd name="connsiteY1916" fmla="*/ 827865 h 1721303"/>
                <a:gd name="connsiteX1917" fmla="*/ 498359 w 1506550"/>
                <a:gd name="connsiteY1917" fmla="*/ 829504 h 1721303"/>
                <a:gd name="connsiteX1918" fmla="*/ 495080 w 1506550"/>
                <a:gd name="connsiteY1918" fmla="*/ 829504 h 1721303"/>
                <a:gd name="connsiteX1919" fmla="*/ 491801 w 1506550"/>
                <a:gd name="connsiteY1919" fmla="*/ 827865 h 1721303"/>
                <a:gd name="connsiteX1920" fmla="*/ 490162 w 1506550"/>
                <a:gd name="connsiteY1920" fmla="*/ 827865 h 1721303"/>
                <a:gd name="connsiteX1921" fmla="*/ 486883 w 1506550"/>
                <a:gd name="connsiteY1921" fmla="*/ 829504 h 1721303"/>
                <a:gd name="connsiteX1922" fmla="*/ 481965 w 1506550"/>
                <a:gd name="connsiteY1922" fmla="*/ 829504 h 1721303"/>
                <a:gd name="connsiteX1923" fmla="*/ 480326 w 1506550"/>
                <a:gd name="connsiteY1923" fmla="*/ 826226 h 1721303"/>
                <a:gd name="connsiteX1924" fmla="*/ 477047 w 1506550"/>
                <a:gd name="connsiteY1924" fmla="*/ 822947 h 1721303"/>
                <a:gd name="connsiteX1925" fmla="*/ 473768 w 1506550"/>
                <a:gd name="connsiteY1925" fmla="*/ 819668 h 1721303"/>
                <a:gd name="connsiteX1926" fmla="*/ 470490 w 1506550"/>
                <a:gd name="connsiteY1926" fmla="*/ 816390 h 1721303"/>
                <a:gd name="connsiteX1927" fmla="*/ 467211 w 1506550"/>
                <a:gd name="connsiteY1927" fmla="*/ 811472 h 1721303"/>
                <a:gd name="connsiteX1928" fmla="*/ 463932 w 1506550"/>
                <a:gd name="connsiteY1928" fmla="*/ 811472 h 1721303"/>
                <a:gd name="connsiteX1929" fmla="*/ 459014 w 1506550"/>
                <a:gd name="connsiteY1929" fmla="*/ 811472 h 1721303"/>
                <a:gd name="connsiteX1930" fmla="*/ 455736 w 1506550"/>
                <a:gd name="connsiteY1930" fmla="*/ 808193 h 1721303"/>
                <a:gd name="connsiteX1931" fmla="*/ 452457 w 1506550"/>
                <a:gd name="connsiteY1931" fmla="*/ 808193 h 1721303"/>
                <a:gd name="connsiteX1932" fmla="*/ 449178 w 1506550"/>
                <a:gd name="connsiteY1932" fmla="*/ 804914 h 1721303"/>
                <a:gd name="connsiteX1933" fmla="*/ 444260 w 1506550"/>
                <a:gd name="connsiteY1933" fmla="*/ 806554 h 1721303"/>
                <a:gd name="connsiteX1934" fmla="*/ 440982 w 1506550"/>
                <a:gd name="connsiteY1934" fmla="*/ 803275 h 1721303"/>
                <a:gd name="connsiteX1935" fmla="*/ 437703 w 1506550"/>
                <a:gd name="connsiteY1935" fmla="*/ 799997 h 1721303"/>
                <a:gd name="connsiteX1936" fmla="*/ 434424 w 1506550"/>
                <a:gd name="connsiteY1936" fmla="*/ 796718 h 1721303"/>
                <a:gd name="connsiteX1937" fmla="*/ 432785 w 1506550"/>
                <a:gd name="connsiteY1937" fmla="*/ 793439 h 1721303"/>
                <a:gd name="connsiteX1938" fmla="*/ 429506 w 1506550"/>
                <a:gd name="connsiteY1938" fmla="*/ 790161 h 1721303"/>
                <a:gd name="connsiteX1939" fmla="*/ 429506 w 1506550"/>
                <a:gd name="connsiteY1939" fmla="*/ 790161 h 1721303"/>
                <a:gd name="connsiteX1940" fmla="*/ 426228 w 1506550"/>
                <a:gd name="connsiteY1940" fmla="*/ 791800 h 1721303"/>
                <a:gd name="connsiteX1941" fmla="*/ 421310 w 1506550"/>
                <a:gd name="connsiteY1941" fmla="*/ 791800 h 1721303"/>
                <a:gd name="connsiteX1942" fmla="*/ 418031 w 1506550"/>
                <a:gd name="connsiteY1942" fmla="*/ 790161 h 1721303"/>
                <a:gd name="connsiteX1943" fmla="*/ 414752 w 1506550"/>
                <a:gd name="connsiteY1943" fmla="*/ 785243 h 1721303"/>
                <a:gd name="connsiteX1944" fmla="*/ 409834 w 1506550"/>
                <a:gd name="connsiteY1944" fmla="*/ 783603 h 1721303"/>
                <a:gd name="connsiteX1945" fmla="*/ 406556 w 1506550"/>
                <a:gd name="connsiteY1945" fmla="*/ 781964 h 1721303"/>
                <a:gd name="connsiteX1946" fmla="*/ 403277 w 1506550"/>
                <a:gd name="connsiteY1946" fmla="*/ 781964 h 1721303"/>
                <a:gd name="connsiteX1947" fmla="*/ 399998 w 1506550"/>
                <a:gd name="connsiteY1947" fmla="*/ 785243 h 1721303"/>
                <a:gd name="connsiteX1948" fmla="*/ 395080 w 1506550"/>
                <a:gd name="connsiteY1948" fmla="*/ 785243 h 1721303"/>
                <a:gd name="connsiteX1949" fmla="*/ 391802 w 1506550"/>
                <a:gd name="connsiteY1949" fmla="*/ 783603 h 1721303"/>
                <a:gd name="connsiteX1950" fmla="*/ 388523 w 1506550"/>
                <a:gd name="connsiteY1950" fmla="*/ 783603 h 1721303"/>
                <a:gd name="connsiteX1951" fmla="*/ 383605 w 1506550"/>
                <a:gd name="connsiteY1951" fmla="*/ 781964 h 1721303"/>
                <a:gd name="connsiteX1952" fmla="*/ 383605 w 1506550"/>
                <a:gd name="connsiteY1952" fmla="*/ 781964 h 1721303"/>
                <a:gd name="connsiteX1953" fmla="*/ 380326 w 1506550"/>
                <a:gd name="connsiteY1953" fmla="*/ 781964 h 1721303"/>
                <a:gd name="connsiteX1954" fmla="*/ 378687 w 1506550"/>
                <a:gd name="connsiteY1954" fmla="*/ 780324 h 1721303"/>
                <a:gd name="connsiteX1955" fmla="*/ 377047 w 1506550"/>
                <a:gd name="connsiteY1955" fmla="*/ 775407 h 1721303"/>
                <a:gd name="connsiteX1956" fmla="*/ 377047 w 1506550"/>
                <a:gd name="connsiteY1956" fmla="*/ 772128 h 1721303"/>
                <a:gd name="connsiteX1957" fmla="*/ 372130 w 1506550"/>
                <a:gd name="connsiteY1957" fmla="*/ 770488 h 1721303"/>
                <a:gd name="connsiteX1958" fmla="*/ 370490 w 1506550"/>
                <a:gd name="connsiteY1958" fmla="*/ 770488 h 1721303"/>
                <a:gd name="connsiteX1959" fmla="*/ 365572 w 1506550"/>
                <a:gd name="connsiteY1959" fmla="*/ 767210 h 1721303"/>
                <a:gd name="connsiteX1960" fmla="*/ 363933 w 1506550"/>
                <a:gd name="connsiteY1960" fmla="*/ 762292 h 1721303"/>
                <a:gd name="connsiteX1961" fmla="*/ 359015 w 1506550"/>
                <a:gd name="connsiteY1961" fmla="*/ 762292 h 1721303"/>
                <a:gd name="connsiteX1962" fmla="*/ 355736 w 1506550"/>
                <a:gd name="connsiteY1962" fmla="*/ 760653 h 1721303"/>
                <a:gd name="connsiteX1963" fmla="*/ 355736 w 1506550"/>
                <a:gd name="connsiteY1963" fmla="*/ 759013 h 1721303"/>
                <a:gd name="connsiteX1964" fmla="*/ 355736 w 1506550"/>
                <a:gd name="connsiteY1964" fmla="*/ 757374 h 1721303"/>
                <a:gd name="connsiteX1965" fmla="*/ 355736 w 1506550"/>
                <a:gd name="connsiteY1965" fmla="*/ 757374 h 1721303"/>
                <a:gd name="connsiteX1966" fmla="*/ 354097 w 1506550"/>
                <a:gd name="connsiteY1966" fmla="*/ 754095 h 1721303"/>
                <a:gd name="connsiteX1967" fmla="*/ 350818 w 1506550"/>
                <a:gd name="connsiteY1967" fmla="*/ 749177 h 1721303"/>
                <a:gd name="connsiteX1968" fmla="*/ 347540 w 1506550"/>
                <a:gd name="connsiteY1968" fmla="*/ 749177 h 1721303"/>
                <a:gd name="connsiteX1969" fmla="*/ 347540 w 1506550"/>
                <a:gd name="connsiteY1969" fmla="*/ 745898 h 1721303"/>
                <a:gd name="connsiteX1970" fmla="*/ 345900 w 1506550"/>
                <a:gd name="connsiteY1970" fmla="*/ 742620 h 1721303"/>
                <a:gd name="connsiteX1971" fmla="*/ 342622 w 1506550"/>
                <a:gd name="connsiteY1971" fmla="*/ 739341 h 1721303"/>
                <a:gd name="connsiteX1972" fmla="*/ 340982 w 1506550"/>
                <a:gd name="connsiteY1972" fmla="*/ 736063 h 1721303"/>
                <a:gd name="connsiteX1973" fmla="*/ 340982 w 1506550"/>
                <a:gd name="connsiteY1973" fmla="*/ 731144 h 1721303"/>
                <a:gd name="connsiteX1974" fmla="*/ 339343 w 1506550"/>
                <a:gd name="connsiteY1974" fmla="*/ 727866 h 1721303"/>
                <a:gd name="connsiteX1975" fmla="*/ 337703 w 1506550"/>
                <a:gd name="connsiteY1975" fmla="*/ 724587 h 1721303"/>
                <a:gd name="connsiteX1976" fmla="*/ 339343 w 1506550"/>
                <a:gd name="connsiteY1976" fmla="*/ 721308 h 1721303"/>
                <a:gd name="connsiteX1977" fmla="*/ 340982 w 1506550"/>
                <a:gd name="connsiteY1977" fmla="*/ 716390 h 1721303"/>
                <a:gd name="connsiteX1978" fmla="*/ 340982 w 1506550"/>
                <a:gd name="connsiteY1978" fmla="*/ 713111 h 1721303"/>
                <a:gd name="connsiteX1979" fmla="*/ 340982 w 1506550"/>
                <a:gd name="connsiteY1979" fmla="*/ 711473 h 1721303"/>
                <a:gd name="connsiteX1980" fmla="*/ 336064 w 1506550"/>
                <a:gd name="connsiteY1980" fmla="*/ 708194 h 1721303"/>
                <a:gd name="connsiteX1981" fmla="*/ 337703 w 1506550"/>
                <a:gd name="connsiteY1981" fmla="*/ 704915 h 1721303"/>
                <a:gd name="connsiteX1982" fmla="*/ 336064 w 1506550"/>
                <a:gd name="connsiteY1982" fmla="*/ 701636 h 1721303"/>
                <a:gd name="connsiteX1983" fmla="*/ 336064 w 1506550"/>
                <a:gd name="connsiteY1983" fmla="*/ 696718 h 1721303"/>
                <a:gd name="connsiteX1984" fmla="*/ 334425 w 1506550"/>
                <a:gd name="connsiteY1984" fmla="*/ 695079 h 1721303"/>
                <a:gd name="connsiteX1985" fmla="*/ 336064 w 1506550"/>
                <a:gd name="connsiteY1985" fmla="*/ 690161 h 1721303"/>
                <a:gd name="connsiteX1986" fmla="*/ 337703 w 1506550"/>
                <a:gd name="connsiteY1986" fmla="*/ 688521 h 1721303"/>
                <a:gd name="connsiteX1987" fmla="*/ 339343 w 1506550"/>
                <a:gd name="connsiteY1987" fmla="*/ 685243 h 1721303"/>
                <a:gd name="connsiteX1988" fmla="*/ 339343 w 1506550"/>
                <a:gd name="connsiteY1988" fmla="*/ 680325 h 1721303"/>
                <a:gd name="connsiteX1989" fmla="*/ 339343 w 1506550"/>
                <a:gd name="connsiteY1989" fmla="*/ 677046 h 1721303"/>
                <a:gd name="connsiteX1990" fmla="*/ 337703 w 1506550"/>
                <a:gd name="connsiteY1990" fmla="*/ 673768 h 1721303"/>
                <a:gd name="connsiteX1991" fmla="*/ 337703 w 1506550"/>
                <a:gd name="connsiteY1991" fmla="*/ 670489 h 1721303"/>
                <a:gd name="connsiteX1992" fmla="*/ 339343 w 1506550"/>
                <a:gd name="connsiteY1992" fmla="*/ 665571 h 1721303"/>
                <a:gd name="connsiteX1993" fmla="*/ 336064 w 1506550"/>
                <a:gd name="connsiteY1993" fmla="*/ 662292 h 1721303"/>
                <a:gd name="connsiteX1994" fmla="*/ 332785 w 1506550"/>
                <a:gd name="connsiteY1994" fmla="*/ 659014 h 1721303"/>
                <a:gd name="connsiteX1995" fmla="*/ 329507 w 1506550"/>
                <a:gd name="connsiteY1995" fmla="*/ 662292 h 1721303"/>
                <a:gd name="connsiteX1996" fmla="*/ 327867 w 1506550"/>
                <a:gd name="connsiteY1996" fmla="*/ 665571 h 1721303"/>
                <a:gd name="connsiteX1997" fmla="*/ 324589 w 1506550"/>
                <a:gd name="connsiteY1997" fmla="*/ 663931 h 1721303"/>
                <a:gd name="connsiteX1998" fmla="*/ 321310 w 1506550"/>
                <a:gd name="connsiteY1998" fmla="*/ 663931 h 1721303"/>
                <a:gd name="connsiteX1999" fmla="*/ 318031 w 1506550"/>
                <a:gd name="connsiteY1999" fmla="*/ 663931 h 1721303"/>
                <a:gd name="connsiteX2000" fmla="*/ 313113 w 1506550"/>
                <a:gd name="connsiteY2000" fmla="*/ 663931 h 1721303"/>
                <a:gd name="connsiteX2001" fmla="*/ 309835 w 1506550"/>
                <a:gd name="connsiteY2001" fmla="*/ 663931 h 1721303"/>
                <a:gd name="connsiteX2002" fmla="*/ 306556 w 1506550"/>
                <a:gd name="connsiteY2002" fmla="*/ 663931 h 1721303"/>
                <a:gd name="connsiteX2003" fmla="*/ 301638 w 1506550"/>
                <a:gd name="connsiteY2003" fmla="*/ 665571 h 1721303"/>
                <a:gd name="connsiteX2004" fmla="*/ 298360 w 1506550"/>
                <a:gd name="connsiteY2004" fmla="*/ 665571 h 1721303"/>
                <a:gd name="connsiteX2005" fmla="*/ 295081 w 1506550"/>
                <a:gd name="connsiteY2005" fmla="*/ 668850 h 1721303"/>
                <a:gd name="connsiteX2006" fmla="*/ 290163 w 1506550"/>
                <a:gd name="connsiteY2006" fmla="*/ 668850 h 1721303"/>
                <a:gd name="connsiteX2007" fmla="*/ 286884 w 1506550"/>
                <a:gd name="connsiteY2007" fmla="*/ 668850 h 1721303"/>
                <a:gd name="connsiteX2008" fmla="*/ 286884 w 1506550"/>
                <a:gd name="connsiteY2008" fmla="*/ 672128 h 1721303"/>
                <a:gd name="connsiteX2009" fmla="*/ 281966 w 1506550"/>
                <a:gd name="connsiteY2009" fmla="*/ 673768 h 1721303"/>
                <a:gd name="connsiteX2010" fmla="*/ 281966 w 1506550"/>
                <a:gd name="connsiteY2010" fmla="*/ 673768 h 1721303"/>
                <a:gd name="connsiteX2011" fmla="*/ 278687 w 1506550"/>
                <a:gd name="connsiteY2011" fmla="*/ 677046 h 1721303"/>
                <a:gd name="connsiteX2012" fmla="*/ 275409 w 1506550"/>
                <a:gd name="connsiteY2012" fmla="*/ 681964 h 1721303"/>
                <a:gd name="connsiteX2013" fmla="*/ 272130 w 1506550"/>
                <a:gd name="connsiteY2013" fmla="*/ 685243 h 1721303"/>
                <a:gd name="connsiteX2014" fmla="*/ 267212 w 1506550"/>
                <a:gd name="connsiteY2014" fmla="*/ 686882 h 1721303"/>
                <a:gd name="connsiteX2015" fmla="*/ 265573 w 1506550"/>
                <a:gd name="connsiteY2015" fmla="*/ 686882 h 1721303"/>
                <a:gd name="connsiteX2016" fmla="*/ 262294 w 1506550"/>
                <a:gd name="connsiteY2016" fmla="*/ 690161 h 1721303"/>
                <a:gd name="connsiteX2017" fmla="*/ 259015 w 1506550"/>
                <a:gd name="connsiteY2017" fmla="*/ 690161 h 1721303"/>
                <a:gd name="connsiteX2018" fmla="*/ 255737 w 1506550"/>
                <a:gd name="connsiteY2018" fmla="*/ 693440 h 1721303"/>
                <a:gd name="connsiteX2019" fmla="*/ 252458 w 1506550"/>
                <a:gd name="connsiteY2019" fmla="*/ 696718 h 1721303"/>
                <a:gd name="connsiteX2020" fmla="*/ 249179 w 1506550"/>
                <a:gd name="connsiteY2020" fmla="*/ 699997 h 1721303"/>
                <a:gd name="connsiteX2021" fmla="*/ 249179 w 1506550"/>
                <a:gd name="connsiteY2021" fmla="*/ 703276 h 1721303"/>
                <a:gd name="connsiteX2022" fmla="*/ 247540 w 1506550"/>
                <a:gd name="connsiteY2022" fmla="*/ 704915 h 1721303"/>
                <a:gd name="connsiteX2023" fmla="*/ 244261 w 1506550"/>
                <a:gd name="connsiteY2023" fmla="*/ 703276 h 1721303"/>
                <a:gd name="connsiteX2024" fmla="*/ 239343 w 1506550"/>
                <a:gd name="connsiteY2024" fmla="*/ 703276 h 1721303"/>
                <a:gd name="connsiteX2025" fmla="*/ 236065 w 1506550"/>
                <a:gd name="connsiteY2025" fmla="*/ 701636 h 1721303"/>
                <a:gd name="connsiteX2026" fmla="*/ 232786 w 1506550"/>
                <a:gd name="connsiteY2026" fmla="*/ 704915 h 1721303"/>
                <a:gd name="connsiteX2027" fmla="*/ 231147 w 1506550"/>
                <a:gd name="connsiteY2027" fmla="*/ 709833 h 1721303"/>
                <a:gd name="connsiteX2028" fmla="*/ 229507 w 1506550"/>
                <a:gd name="connsiteY2028" fmla="*/ 713111 h 1721303"/>
                <a:gd name="connsiteX2029" fmla="*/ 226229 w 1506550"/>
                <a:gd name="connsiteY2029" fmla="*/ 716390 h 1721303"/>
                <a:gd name="connsiteX2030" fmla="*/ 222950 w 1506550"/>
                <a:gd name="connsiteY2030" fmla="*/ 718030 h 1721303"/>
                <a:gd name="connsiteX2031" fmla="*/ 219671 w 1506550"/>
                <a:gd name="connsiteY2031" fmla="*/ 719669 h 1721303"/>
                <a:gd name="connsiteX2032" fmla="*/ 216393 w 1506550"/>
                <a:gd name="connsiteY2032" fmla="*/ 721308 h 1721303"/>
                <a:gd name="connsiteX2033" fmla="*/ 211475 w 1506550"/>
                <a:gd name="connsiteY2033" fmla="*/ 722948 h 1721303"/>
                <a:gd name="connsiteX2034" fmla="*/ 208196 w 1506550"/>
                <a:gd name="connsiteY2034" fmla="*/ 721308 h 1721303"/>
                <a:gd name="connsiteX2035" fmla="*/ 209835 w 1506550"/>
                <a:gd name="connsiteY2035" fmla="*/ 718030 h 1721303"/>
                <a:gd name="connsiteX2036" fmla="*/ 208196 w 1506550"/>
                <a:gd name="connsiteY2036" fmla="*/ 716390 h 1721303"/>
                <a:gd name="connsiteX2037" fmla="*/ 203278 w 1506550"/>
                <a:gd name="connsiteY2037" fmla="*/ 718030 h 1721303"/>
                <a:gd name="connsiteX2038" fmla="*/ 199999 w 1506550"/>
                <a:gd name="connsiteY2038" fmla="*/ 718030 h 1721303"/>
                <a:gd name="connsiteX2039" fmla="*/ 196720 w 1506550"/>
                <a:gd name="connsiteY2039" fmla="*/ 716390 h 1721303"/>
                <a:gd name="connsiteX2040" fmla="*/ 191803 w 1506550"/>
                <a:gd name="connsiteY2040" fmla="*/ 716390 h 1721303"/>
                <a:gd name="connsiteX2041" fmla="*/ 188524 w 1506550"/>
                <a:gd name="connsiteY2041" fmla="*/ 714751 h 1721303"/>
                <a:gd name="connsiteX2042" fmla="*/ 185245 w 1506550"/>
                <a:gd name="connsiteY2042" fmla="*/ 714751 h 1721303"/>
                <a:gd name="connsiteX2043" fmla="*/ 181966 w 1506550"/>
                <a:gd name="connsiteY2043" fmla="*/ 714751 h 1721303"/>
                <a:gd name="connsiteX2044" fmla="*/ 177048 w 1506550"/>
                <a:gd name="connsiteY2044" fmla="*/ 714751 h 1721303"/>
                <a:gd name="connsiteX2045" fmla="*/ 177048 w 1506550"/>
                <a:gd name="connsiteY2045" fmla="*/ 714751 h 1721303"/>
                <a:gd name="connsiteX2046" fmla="*/ 175409 w 1506550"/>
                <a:gd name="connsiteY2046" fmla="*/ 714751 h 1721303"/>
                <a:gd name="connsiteX2047" fmla="*/ 172130 w 1506550"/>
                <a:gd name="connsiteY2047" fmla="*/ 716390 h 1721303"/>
                <a:gd name="connsiteX2048" fmla="*/ 168852 w 1506550"/>
                <a:gd name="connsiteY2048" fmla="*/ 714751 h 1721303"/>
                <a:gd name="connsiteX2049" fmla="*/ 165573 w 1506550"/>
                <a:gd name="connsiteY2049" fmla="*/ 714751 h 1721303"/>
                <a:gd name="connsiteX2050" fmla="*/ 160655 w 1506550"/>
                <a:gd name="connsiteY2050" fmla="*/ 714751 h 1721303"/>
                <a:gd name="connsiteX2051" fmla="*/ 159016 w 1506550"/>
                <a:gd name="connsiteY2051" fmla="*/ 716390 h 1721303"/>
                <a:gd name="connsiteX2052" fmla="*/ 155737 w 1506550"/>
                <a:gd name="connsiteY2052" fmla="*/ 718030 h 1721303"/>
                <a:gd name="connsiteX2053" fmla="*/ 150819 w 1506550"/>
                <a:gd name="connsiteY2053" fmla="*/ 719669 h 1721303"/>
                <a:gd name="connsiteX2054" fmla="*/ 147540 w 1506550"/>
                <a:gd name="connsiteY2054" fmla="*/ 719669 h 1721303"/>
                <a:gd name="connsiteX2055" fmla="*/ 144262 w 1506550"/>
                <a:gd name="connsiteY2055" fmla="*/ 718030 h 1721303"/>
                <a:gd name="connsiteX2056" fmla="*/ 140983 w 1506550"/>
                <a:gd name="connsiteY2056" fmla="*/ 714751 h 1721303"/>
                <a:gd name="connsiteX2057" fmla="*/ 136065 w 1506550"/>
                <a:gd name="connsiteY2057" fmla="*/ 716390 h 1721303"/>
                <a:gd name="connsiteX2058" fmla="*/ 136065 w 1506550"/>
                <a:gd name="connsiteY2058" fmla="*/ 711473 h 1721303"/>
                <a:gd name="connsiteX2059" fmla="*/ 136065 w 1506550"/>
                <a:gd name="connsiteY2059" fmla="*/ 708194 h 1721303"/>
                <a:gd name="connsiteX2060" fmla="*/ 136065 w 1506550"/>
                <a:gd name="connsiteY2060" fmla="*/ 703276 h 1721303"/>
                <a:gd name="connsiteX2061" fmla="*/ 136065 w 1506550"/>
                <a:gd name="connsiteY2061" fmla="*/ 701636 h 1721303"/>
                <a:gd name="connsiteX2062" fmla="*/ 136065 w 1506550"/>
                <a:gd name="connsiteY2062" fmla="*/ 696718 h 1721303"/>
                <a:gd name="connsiteX2063" fmla="*/ 136065 w 1506550"/>
                <a:gd name="connsiteY2063" fmla="*/ 693440 h 1721303"/>
                <a:gd name="connsiteX2064" fmla="*/ 134426 w 1506550"/>
                <a:gd name="connsiteY2064" fmla="*/ 688521 h 1721303"/>
                <a:gd name="connsiteX2065" fmla="*/ 134426 w 1506550"/>
                <a:gd name="connsiteY2065" fmla="*/ 685243 h 1721303"/>
                <a:gd name="connsiteX2066" fmla="*/ 134426 w 1506550"/>
                <a:gd name="connsiteY2066" fmla="*/ 681964 h 1721303"/>
                <a:gd name="connsiteX2067" fmla="*/ 134426 w 1506550"/>
                <a:gd name="connsiteY2067" fmla="*/ 677046 h 1721303"/>
                <a:gd name="connsiteX2068" fmla="*/ 134426 w 1506550"/>
                <a:gd name="connsiteY2068" fmla="*/ 673768 h 1721303"/>
                <a:gd name="connsiteX2069" fmla="*/ 134426 w 1506550"/>
                <a:gd name="connsiteY2069" fmla="*/ 670489 h 1721303"/>
                <a:gd name="connsiteX2070" fmla="*/ 134426 w 1506550"/>
                <a:gd name="connsiteY2070" fmla="*/ 668850 h 1721303"/>
                <a:gd name="connsiteX2071" fmla="*/ 134426 w 1506550"/>
                <a:gd name="connsiteY2071" fmla="*/ 665571 h 1721303"/>
                <a:gd name="connsiteX2072" fmla="*/ 137704 w 1506550"/>
                <a:gd name="connsiteY2072" fmla="*/ 660653 h 1721303"/>
                <a:gd name="connsiteX2073" fmla="*/ 136065 w 1506550"/>
                <a:gd name="connsiteY2073" fmla="*/ 657374 h 1721303"/>
                <a:gd name="connsiteX2074" fmla="*/ 132786 w 1506550"/>
                <a:gd name="connsiteY2074" fmla="*/ 654096 h 1721303"/>
                <a:gd name="connsiteX2075" fmla="*/ 136065 w 1506550"/>
                <a:gd name="connsiteY2075" fmla="*/ 652456 h 1721303"/>
                <a:gd name="connsiteX2076" fmla="*/ 137704 w 1506550"/>
                <a:gd name="connsiteY2076" fmla="*/ 647538 h 1721303"/>
                <a:gd name="connsiteX2077" fmla="*/ 134426 w 1506550"/>
                <a:gd name="connsiteY2077" fmla="*/ 649177 h 1721303"/>
                <a:gd name="connsiteX2078" fmla="*/ 131147 w 1506550"/>
                <a:gd name="connsiteY2078" fmla="*/ 652456 h 1721303"/>
                <a:gd name="connsiteX2079" fmla="*/ 127868 w 1506550"/>
                <a:gd name="connsiteY2079" fmla="*/ 655735 h 1721303"/>
                <a:gd name="connsiteX2080" fmla="*/ 122950 w 1506550"/>
                <a:gd name="connsiteY2080" fmla="*/ 659014 h 1721303"/>
                <a:gd name="connsiteX2081" fmla="*/ 121311 w 1506550"/>
                <a:gd name="connsiteY2081" fmla="*/ 662292 h 1721303"/>
                <a:gd name="connsiteX2082" fmla="*/ 116393 w 1506550"/>
                <a:gd name="connsiteY2082" fmla="*/ 665571 h 1721303"/>
                <a:gd name="connsiteX2083" fmla="*/ 113114 w 1506550"/>
                <a:gd name="connsiteY2083" fmla="*/ 668850 h 1721303"/>
                <a:gd name="connsiteX2084" fmla="*/ 109836 w 1506550"/>
                <a:gd name="connsiteY2084" fmla="*/ 672128 h 1721303"/>
                <a:gd name="connsiteX2085" fmla="*/ 106557 w 1506550"/>
                <a:gd name="connsiteY2085" fmla="*/ 673768 h 1721303"/>
                <a:gd name="connsiteX2086" fmla="*/ 103278 w 1506550"/>
                <a:gd name="connsiteY2086" fmla="*/ 673768 h 1721303"/>
                <a:gd name="connsiteX2087" fmla="*/ 100000 w 1506550"/>
                <a:gd name="connsiteY2087" fmla="*/ 673768 h 1721303"/>
                <a:gd name="connsiteX2088" fmla="*/ 95082 w 1506550"/>
                <a:gd name="connsiteY2088" fmla="*/ 673768 h 1721303"/>
                <a:gd name="connsiteX2089" fmla="*/ 91803 w 1506550"/>
                <a:gd name="connsiteY2089" fmla="*/ 673768 h 1721303"/>
                <a:gd name="connsiteX2090" fmla="*/ 88524 w 1506550"/>
                <a:gd name="connsiteY2090" fmla="*/ 673768 h 1721303"/>
                <a:gd name="connsiteX2091" fmla="*/ 85246 w 1506550"/>
                <a:gd name="connsiteY2091" fmla="*/ 673768 h 1721303"/>
                <a:gd name="connsiteX2092" fmla="*/ 80328 w 1506550"/>
                <a:gd name="connsiteY2092" fmla="*/ 673768 h 1721303"/>
                <a:gd name="connsiteX2093" fmla="*/ 78688 w 1506550"/>
                <a:gd name="connsiteY2093" fmla="*/ 673768 h 1721303"/>
                <a:gd name="connsiteX2094" fmla="*/ 73770 w 1506550"/>
                <a:gd name="connsiteY2094" fmla="*/ 673768 h 1721303"/>
                <a:gd name="connsiteX2095" fmla="*/ 75410 w 1506550"/>
                <a:gd name="connsiteY2095" fmla="*/ 670489 h 1721303"/>
                <a:gd name="connsiteX2096" fmla="*/ 75410 w 1506550"/>
                <a:gd name="connsiteY2096" fmla="*/ 667210 h 1721303"/>
                <a:gd name="connsiteX2097" fmla="*/ 72131 w 1506550"/>
                <a:gd name="connsiteY2097" fmla="*/ 663931 h 1721303"/>
                <a:gd name="connsiteX2098" fmla="*/ 70492 w 1506550"/>
                <a:gd name="connsiteY2098" fmla="*/ 659014 h 1721303"/>
                <a:gd name="connsiteX2099" fmla="*/ 68852 w 1506550"/>
                <a:gd name="connsiteY2099" fmla="*/ 655735 h 1721303"/>
                <a:gd name="connsiteX2100" fmla="*/ 67213 w 1506550"/>
                <a:gd name="connsiteY2100" fmla="*/ 652456 h 1721303"/>
                <a:gd name="connsiteX2101" fmla="*/ 63934 w 1506550"/>
                <a:gd name="connsiteY2101" fmla="*/ 650817 h 1721303"/>
                <a:gd name="connsiteX2102" fmla="*/ 59016 w 1506550"/>
                <a:gd name="connsiteY2102" fmla="*/ 650817 h 1721303"/>
                <a:gd name="connsiteX2103" fmla="*/ 55738 w 1506550"/>
                <a:gd name="connsiteY2103" fmla="*/ 649177 h 1721303"/>
                <a:gd name="connsiteX2104" fmla="*/ 52459 w 1506550"/>
                <a:gd name="connsiteY2104" fmla="*/ 647538 h 1721303"/>
                <a:gd name="connsiteX2105" fmla="*/ 49180 w 1506550"/>
                <a:gd name="connsiteY2105" fmla="*/ 647538 h 1721303"/>
                <a:gd name="connsiteX2106" fmla="*/ 45901 w 1506550"/>
                <a:gd name="connsiteY2106" fmla="*/ 647538 h 1721303"/>
                <a:gd name="connsiteX2107" fmla="*/ 42623 w 1506550"/>
                <a:gd name="connsiteY2107" fmla="*/ 647538 h 1721303"/>
                <a:gd name="connsiteX2108" fmla="*/ 37705 w 1506550"/>
                <a:gd name="connsiteY2108" fmla="*/ 647538 h 1721303"/>
                <a:gd name="connsiteX2109" fmla="*/ 34426 w 1506550"/>
                <a:gd name="connsiteY2109" fmla="*/ 645899 h 1721303"/>
                <a:gd name="connsiteX2110" fmla="*/ 37705 w 1506550"/>
                <a:gd name="connsiteY2110" fmla="*/ 642620 h 1721303"/>
                <a:gd name="connsiteX2111" fmla="*/ 40983 w 1506550"/>
                <a:gd name="connsiteY2111" fmla="*/ 637702 h 1721303"/>
                <a:gd name="connsiteX2112" fmla="*/ 42623 w 1506550"/>
                <a:gd name="connsiteY2112" fmla="*/ 634424 h 1721303"/>
                <a:gd name="connsiteX2113" fmla="*/ 42623 w 1506550"/>
                <a:gd name="connsiteY2113" fmla="*/ 631145 h 1721303"/>
                <a:gd name="connsiteX2114" fmla="*/ 40983 w 1506550"/>
                <a:gd name="connsiteY2114" fmla="*/ 626227 h 1721303"/>
                <a:gd name="connsiteX2115" fmla="*/ 37705 w 1506550"/>
                <a:gd name="connsiteY2115" fmla="*/ 622948 h 1721303"/>
                <a:gd name="connsiteX2116" fmla="*/ 34426 w 1506550"/>
                <a:gd name="connsiteY2116" fmla="*/ 619670 h 1721303"/>
                <a:gd name="connsiteX2117" fmla="*/ 32787 w 1506550"/>
                <a:gd name="connsiteY2117" fmla="*/ 614751 h 1721303"/>
                <a:gd name="connsiteX2118" fmla="*/ 27869 w 1506550"/>
                <a:gd name="connsiteY2118" fmla="*/ 613112 h 1721303"/>
                <a:gd name="connsiteX2119" fmla="*/ 26229 w 1506550"/>
                <a:gd name="connsiteY2119" fmla="*/ 609833 h 1721303"/>
                <a:gd name="connsiteX2120" fmla="*/ 26229 w 1506550"/>
                <a:gd name="connsiteY2120" fmla="*/ 606555 h 1721303"/>
                <a:gd name="connsiteX2121" fmla="*/ 22951 w 1506550"/>
                <a:gd name="connsiteY2121" fmla="*/ 603276 h 1721303"/>
                <a:gd name="connsiteX2122" fmla="*/ 18033 w 1506550"/>
                <a:gd name="connsiteY2122" fmla="*/ 599997 h 1721303"/>
                <a:gd name="connsiteX2123" fmla="*/ 18033 w 1506550"/>
                <a:gd name="connsiteY2123" fmla="*/ 596719 h 1721303"/>
                <a:gd name="connsiteX2124" fmla="*/ 16393 w 1506550"/>
                <a:gd name="connsiteY2124" fmla="*/ 591801 h 1721303"/>
                <a:gd name="connsiteX2125" fmla="*/ 14754 w 1506550"/>
                <a:gd name="connsiteY2125" fmla="*/ 588522 h 1721303"/>
                <a:gd name="connsiteX2126" fmla="*/ 11476 w 1506550"/>
                <a:gd name="connsiteY2126" fmla="*/ 585243 h 1721303"/>
                <a:gd name="connsiteX2127" fmla="*/ 8197 w 1506550"/>
                <a:gd name="connsiteY2127" fmla="*/ 581965 h 1721303"/>
                <a:gd name="connsiteX2128" fmla="*/ 11476 w 1506550"/>
                <a:gd name="connsiteY2128" fmla="*/ 578686 h 1721303"/>
                <a:gd name="connsiteX2129" fmla="*/ 8197 w 1506550"/>
                <a:gd name="connsiteY2129" fmla="*/ 573768 h 1721303"/>
                <a:gd name="connsiteX2130" fmla="*/ 4918 w 1506550"/>
                <a:gd name="connsiteY2130" fmla="*/ 572129 h 1721303"/>
                <a:gd name="connsiteX2131" fmla="*/ 1639 w 1506550"/>
                <a:gd name="connsiteY2131" fmla="*/ 567211 h 1721303"/>
                <a:gd name="connsiteX2132" fmla="*/ 0 w 1506550"/>
                <a:gd name="connsiteY2132" fmla="*/ 563932 h 1721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</a:cxnLst>
              <a:rect l="l" t="t" r="r" b="b"/>
              <a:pathLst>
                <a:path w="1506550" h="1721303">
                  <a:moveTo>
                    <a:pt x="0" y="563932"/>
                  </a:moveTo>
                  <a:lnTo>
                    <a:pt x="1639" y="560653"/>
                  </a:lnTo>
                  <a:lnTo>
                    <a:pt x="1639" y="557374"/>
                  </a:lnTo>
                  <a:lnTo>
                    <a:pt x="6557" y="555736"/>
                  </a:lnTo>
                  <a:lnTo>
                    <a:pt x="9836" y="554096"/>
                  </a:lnTo>
                  <a:lnTo>
                    <a:pt x="8197" y="550817"/>
                  </a:lnTo>
                  <a:lnTo>
                    <a:pt x="6557" y="545899"/>
                  </a:lnTo>
                  <a:lnTo>
                    <a:pt x="6557" y="542621"/>
                  </a:lnTo>
                  <a:lnTo>
                    <a:pt x="6557" y="537703"/>
                  </a:lnTo>
                  <a:lnTo>
                    <a:pt x="8197" y="534424"/>
                  </a:lnTo>
                  <a:lnTo>
                    <a:pt x="11476" y="531146"/>
                  </a:lnTo>
                  <a:lnTo>
                    <a:pt x="16393" y="527867"/>
                  </a:lnTo>
                  <a:lnTo>
                    <a:pt x="19672" y="524588"/>
                  </a:lnTo>
                  <a:lnTo>
                    <a:pt x="24590" y="521309"/>
                  </a:lnTo>
                  <a:lnTo>
                    <a:pt x="27869" y="521309"/>
                  </a:lnTo>
                  <a:lnTo>
                    <a:pt x="29508" y="518031"/>
                  </a:lnTo>
                  <a:lnTo>
                    <a:pt x="31148" y="513113"/>
                  </a:lnTo>
                  <a:lnTo>
                    <a:pt x="29508" y="509834"/>
                  </a:lnTo>
                  <a:lnTo>
                    <a:pt x="27869" y="504916"/>
                  </a:lnTo>
                  <a:lnTo>
                    <a:pt x="26229" y="501637"/>
                  </a:lnTo>
                  <a:lnTo>
                    <a:pt x="26229" y="498359"/>
                  </a:lnTo>
                  <a:lnTo>
                    <a:pt x="27869" y="496719"/>
                  </a:lnTo>
                  <a:lnTo>
                    <a:pt x="29508" y="493440"/>
                  </a:lnTo>
                  <a:lnTo>
                    <a:pt x="31148" y="488523"/>
                  </a:lnTo>
                  <a:lnTo>
                    <a:pt x="32787" y="485244"/>
                  </a:lnTo>
                  <a:lnTo>
                    <a:pt x="36066" y="481965"/>
                  </a:lnTo>
                  <a:lnTo>
                    <a:pt x="36066" y="477047"/>
                  </a:lnTo>
                  <a:lnTo>
                    <a:pt x="34426" y="473769"/>
                  </a:lnTo>
                  <a:lnTo>
                    <a:pt x="36066" y="468850"/>
                  </a:lnTo>
                  <a:lnTo>
                    <a:pt x="37705" y="465572"/>
                  </a:lnTo>
                  <a:lnTo>
                    <a:pt x="37705" y="462293"/>
                  </a:lnTo>
                  <a:lnTo>
                    <a:pt x="36066" y="459014"/>
                  </a:lnTo>
                  <a:lnTo>
                    <a:pt x="36066" y="459014"/>
                  </a:lnTo>
                  <a:lnTo>
                    <a:pt x="36066" y="459014"/>
                  </a:lnTo>
                  <a:lnTo>
                    <a:pt x="40983" y="455736"/>
                  </a:lnTo>
                  <a:lnTo>
                    <a:pt x="44262" y="455736"/>
                  </a:lnTo>
                  <a:lnTo>
                    <a:pt x="47541" y="452457"/>
                  </a:lnTo>
                  <a:lnTo>
                    <a:pt x="52459" y="450818"/>
                  </a:lnTo>
                  <a:lnTo>
                    <a:pt x="55738" y="447539"/>
                  </a:lnTo>
                  <a:lnTo>
                    <a:pt x="55738" y="442621"/>
                  </a:lnTo>
                  <a:lnTo>
                    <a:pt x="60656" y="442621"/>
                  </a:lnTo>
                  <a:lnTo>
                    <a:pt x="63934" y="439343"/>
                  </a:lnTo>
                  <a:lnTo>
                    <a:pt x="67213" y="437703"/>
                  </a:lnTo>
                  <a:lnTo>
                    <a:pt x="72131" y="434424"/>
                  </a:lnTo>
                  <a:lnTo>
                    <a:pt x="75410" y="431146"/>
                  </a:lnTo>
                  <a:lnTo>
                    <a:pt x="80328" y="429506"/>
                  </a:lnTo>
                  <a:lnTo>
                    <a:pt x="81967" y="429506"/>
                  </a:lnTo>
                  <a:lnTo>
                    <a:pt x="85246" y="429506"/>
                  </a:lnTo>
                  <a:lnTo>
                    <a:pt x="90164" y="429506"/>
                  </a:lnTo>
                  <a:lnTo>
                    <a:pt x="93442" y="427867"/>
                  </a:lnTo>
                  <a:lnTo>
                    <a:pt x="96721" y="427867"/>
                  </a:lnTo>
                  <a:lnTo>
                    <a:pt x="101639" y="426228"/>
                  </a:lnTo>
                  <a:lnTo>
                    <a:pt x="104918" y="426228"/>
                  </a:lnTo>
                  <a:lnTo>
                    <a:pt x="108196" y="424589"/>
                  </a:lnTo>
                  <a:lnTo>
                    <a:pt x="113114" y="422949"/>
                  </a:lnTo>
                  <a:lnTo>
                    <a:pt x="114754" y="418031"/>
                  </a:lnTo>
                  <a:lnTo>
                    <a:pt x="119672" y="416392"/>
                  </a:lnTo>
                  <a:lnTo>
                    <a:pt x="122950" y="413113"/>
                  </a:lnTo>
                  <a:lnTo>
                    <a:pt x="124590" y="418031"/>
                  </a:lnTo>
                  <a:lnTo>
                    <a:pt x="127868" y="416392"/>
                  </a:lnTo>
                  <a:lnTo>
                    <a:pt x="132786" y="414752"/>
                  </a:lnTo>
                  <a:lnTo>
                    <a:pt x="136065" y="419670"/>
                  </a:lnTo>
                  <a:lnTo>
                    <a:pt x="139344" y="421310"/>
                  </a:lnTo>
                  <a:lnTo>
                    <a:pt x="139344" y="422949"/>
                  </a:lnTo>
                  <a:lnTo>
                    <a:pt x="142623" y="419670"/>
                  </a:lnTo>
                  <a:lnTo>
                    <a:pt x="145901" y="422949"/>
                  </a:lnTo>
                  <a:lnTo>
                    <a:pt x="147540" y="422949"/>
                  </a:lnTo>
                  <a:lnTo>
                    <a:pt x="149180" y="421310"/>
                  </a:lnTo>
                  <a:lnTo>
                    <a:pt x="149180" y="419670"/>
                  </a:lnTo>
                  <a:lnTo>
                    <a:pt x="149180" y="418031"/>
                  </a:lnTo>
                  <a:lnTo>
                    <a:pt x="149180" y="414752"/>
                  </a:lnTo>
                  <a:lnTo>
                    <a:pt x="150819" y="409834"/>
                  </a:lnTo>
                  <a:lnTo>
                    <a:pt x="150819" y="406556"/>
                  </a:lnTo>
                  <a:lnTo>
                    <a:pt x="152458" y="403277"/>
                  </a:lnTo>
                  <a:lnTo>
                    <a:pt x="152458" y="398359"/>
                  </a:lnTo>
                  <a:lnTo>
                    <a:pt x="152458" y="395080"/>
                  </a:lnTo>
                  <a:lnTo>
                    <a:pt x="152458" y="390162"/>
                  </a:lnTo>
                  <a:lnTo>
                    <a:pt x="154098" y="386884"/>
                  </a:lnTo>
                  <a:lnTo>
                    <a:pt x="154098" y="381966"/>
                  </a:lnTo>
                  <a:lnTo>
                    <a:pt x="154098" y="378687"/>
                  </a:lnTo>
                  <a:lnTo>
                    <a:pt x="155737" y="375409"/>
                  </a:lnTo>
                  <a:lnTo>
                    <a:pt x="155737" y="370490"/>
                  </a:lnTo>
                  <a:lnTo>
                    <a:pt x="155737" y="367212"/>
                  </a:lnTo>
                  <a:lnTo>
                    <a:pt x="157376" y="363933"/>
                  </a:lnTo>
                  <a:lnTo>
                    <a:pt x="157376" y="359015"/>
                  </a:lnTo>
                  <a:lnTo>
                    <a:pt x="157376" y="359015"/>
                  </a:lnTo>
                  <a:lnTo>
                    <a:pt x="157376" y="355736"/>
                  </a:lnTo>
                  <a:lnTo>
                    <a:pt x="159016" y="350818"/>
                  </a:lnTo>
                  <a:lnTo>
                    <a:pt x="159016" y="347540"/>
                  </a:lnTo>
                  <a:lnTo>
                    <a:pt x="159016" y="342622"/>
                  </a:lnTo>
                  <a:lnTo>
                    <a:pt x="160655" y="339343"/>
                  </a:lnTo>
                  <a:lnTo>
                    <a:pt x="160655" y="336064"/>
                  </a:lnTo>
                  <a:lnTo>
                    <a:pt x="160655" y="331146"/>
                  </a:lnTo>
                  <a:lnTo>
                    <a:pt x="162294" y="327867"/>
                  </a:lnTo>
                  <a:lnTo>
                    <a:pt x="162294" y="322950"/>
                  </a:lnTo>
                  <a:lnTo>
                    <a:pt x="162294" y="319671"/>
                  </a:lnTo>
                  <a:lnTo>
                    <a:pt x="163934" y="316392"/>
                  </a:lnTo>
                  <a:lnTo>
                    <a:pt x="163934" y="311474"/>
                  </a:lnTo>
                  <a:lnTo>
                    <a:pt x="163934" y="308196"/>
                  </a:lnTo>
                  <a:lnTo>
                    <a:pt x="165573" y="304917"/>
                  </a:lnTo>
                  <a:lnTo>
                    <a:pt x="165573" y="299999"/>
                  </a:lnTo>
                  <a:lnTo>
                    <a:pt x="165573" y="299999"/>
                  </a:lnTo>
                  <a:lnTo>
                    <a:pt x="165573" y="295081"/>
                  </a:lnTo>
                  <a:lnTo>
                    <a:pt x="165573" y="295081"/>
                  </a:lnTo>
                  <a:lnTo>
                    <a:pt x="168852" y="290163"/>
                  </a:lnTo>
                  <a:lnTo>
                    <a:pt x="168852" y="286884"/>
                  </a:lnTo>
                  <a:lnTo>
                    <a:pt x="167213" y="283606"/>
                  </a:lnTo>
                  <a:lnTo>
                    <a:pt x="165573" y="280327"/>
                  </a:lnTo>
                  <a:lnTo>
                    <a:pt x="165573" y="277048"/>
                  </a:lnTo>
                  <a:lnTo>
                    <a:pt x="162294" y="273769"/>
                  </a:lnTo>
                  <a:lnTo>
                    <a:pt x="160655" y="268852"/>
                  </a:lnTo>
                  <a:lnTo>
                    <a:pt x="159016" y="265573"/>
                  </a:lnTo>
                  <a:lnTo>
                    <a:pt x="160655" y="262294"/>
                  </a:lnTo>
                  <a:lnTo>
                    <a:pt x="159016" y="259016"/>
                  </a:lnTo>
                  <a:lnTo>
                    <a:pt x="159016" y="254097"/>
                  </a:lnTo>
                  <a:lnTo>
                    <a:pt x="155737" y="252458"/>
                  </a:lnTo>
                  <a:lnTo>
                    <a:pt x="150819" y="249179"/>
                  </a:lnTo>
                  <a:lnTo>
                    <a:pt x="147540" y="245901"/>
                  </a:lnTo>
                  <a:lnTo>
                    <a:pt x="144262" y="242622"/>
                  </a:lnTo>
                  <a:lnTo>
                    <a:pt x="144262" y="242622"/>
                  </a:lnTo>
                  <a:lnTo>
                    <a:pt x="142623" y="237704"/>
                  </a:lnTo>
                  <a:lnTo>
                    <a:pt x="142623" y="234425"/>
                  </a:lnTo>
                  <a:lnTo>
                    <a:pt x="142623" y="231147"/>
                  </a:lnTo>
                  <a:lnTo>
                    <a:pt x="142623" y="227868"/>
                  </a:lnTo>
                  <a:lnTo>
                    <a:pt x="142623" y="224589"/>
                  </a:lnTo>
                  <a:lnTo>
                    <a:pt x="142623" y="219672"/>
                  </a:lnTo>
                  <a:lnTo>
                    <a:pt x="142623" y="216393"/>
                  </a:lnTo>
                  <a:lnTo>
                    <a:pt x="142623" y="213114"/>
                  </a:lnTo>
                  <a:lnTo>
                    <a:pt x="142623" y="208196"/>
                  </a:lnTo>
                  <a:lnTo>
                    <a:pt x="144262" y="204917"/>
                  </a:lnTo>
                  <a:lnTo>
                    <a:pt x="147540" y="204917"/>
                  </a:lnTo>
                  <a:lnTo>
                    <a:pt x="152458" y="204917"/>
                  </a:lnTo>
                  <a:lnTo>
                    <a:pt x="155737" y="203278"/>
                  </a:lnTo>
                  <a:lnTo>
                    <a:pt x="159016" y="203278"/>
                  </a:lnTo>
                  <a:lnTo>
                    <a:pt x="162294" y="199999"/>
                  </a:lnTo>
                  <a:lnTo>
                    <a:pt x="167213" y="199999"/>
                  </a:lnTo>
                  <a:lnTo>
                    <a:pt x="170491" y="203278"/>
                  </a:lnTo>
                  <a:lnTo>
                    <a:pt x="173770" y="204917"/>
                  </a:lnTo>
                  <a:lnTo>
                    <a:pt x="175409" y="204917"/>
                  </a:lnTo>
                  <a:lnTo>
                    <a:pt x="177048" y="201639"/>
                  </a:lnTo>
                  <a:lnTo>
                    <a:pt x="177048" y="196720"/>
                  </a:lnTo>
                  <a:lnTo>
                    <a:pt x="177048" y="193442"/>
                  </a:lnTo>
                  <a:lnTo>
                    <a:pt x="175409" y="190163"/>
                  </a:lnTo>
                  <a:lnTo>
                    <a:pt x="172130" y="186885"/>
                  </a:lnTo>
                  <a:lnTo>
                    <a:pt x="168852" y="185245"/>
                  </a:lnTo>
                  <a:lnTo>
                    <a:pt x="165573" y="185245"/>
                  </a:lnTo>
                  <a:lnTo>
                    <a:pt x="160655" y="185245"/>
                  </a:lnTo>
                  <a:lnTo>
                    <a:pt x="157376" y="185245"/>
                  </a:lnTo>
                  <a:lnTo>
                    <a:pt x="154098" y="183606"/>
                  </a:lnTo>
                  <a:lnTo>
                    <a:pt x="150819" y="185245"/>
                  </a:lnTo>
                  <a:lnTo>
                    <a:pt x="150819" y="180327"/>
                  </a:lnTo>
                  <a:lnTo>
                    <a:pt x="150819" y="177049"/>
                  </a:lnTo>
                  <a:lnTo>
                    <a:pt x="150819" y="173770"/>
                  </a:lnTo>
                  <a:lnTo>
                    <a:pt x="150819" y="170491"/>
                  </a:lnTo>
                  <a:lnTo>
                    <a:pt x="150819" y="165573"/>
                  </a:lnTo>
                  <a:lnTo>
                    <a:pt x="150819" y="162295"/>
                  </a:lnTo>
                  <a:lnTo>
                    <a:pt x="150819" y="159016"/>
                  </a:lnTo>
                  <a:lnTo>
                    <a:pt x="150819" y="155737"/>
                  </a:lnTo>
                  <a:lnTo>
                    <a:pt x="154098" y="155737"/>
                  </a:lnTo>
                  <a:lnTo>
                    <a:pt x="159016" y="155737"/>
                  </a:lnTo>
                  <a:lnTo>
                    <a:pt x="162294" y="152459"/>
                  </a:lnTo>
                  <a:lnTo>
                    <a:pt x="165573" y="154098"/>
                  </a:lnTo>
                  <a:lnTo>
                    <a:pt x="168852" y="155737"/>
                  </a:lnTo>
                  <a:lnTo>
                    <a:pt x="172130" y="155737"/>
                  </a:lnTo>
                  <a:lnTo>
                    <a:pt x="177048" y="155737"/>
                  </a:lnTo>
                  <a:lnTo>
                    <a:pt x="180327" y="155737"/>
                  </a:lnTo>
                  <a:lnTo>
                    <a:pt x="185245" y="155737"/>
                  </a:lnTo>
                  <a:lnTo>
                    <a:pt x="188524" y="155737"/>
                  </a:lnTo>
                  <a:lnTo>
                    <a:pt x="191803" y="155737"/>
                  </a:lnTo>
                  <a:lnTo>
                    <a:pt x="196720" y="155737"/>
                  </a:lnTo>
                  <a:lnTo>
                    <a:pt x="199999" y="155737"/>
                  </a:lnTo>
                  <a:lnTo>
                    <a:pt x="204917" y="155737"/>
                  </a:lnTo>
                  <a:lnTo>
                    <a:pt x="208196" y="155737"/>
                  </a:lnTo>
                  <a:lnTo>
                    <a:pt x="213114" y="155737"/>
                  </a:lnTo>
                  <a:lnTo>
                    <a:pt x="213114" y="152459"/>
                  </a:lnTo>
                  <a:lnTo>
                    <a:pt x="213114" y="149180"/>
                  </a:lnTo>
                  <a:lnTo>
                    <a:pt x="214753" y="144262"/>
                  </a:lnTo>
                  <a:lnTo>
                    <a:pt x="218032" y="145901"/>
                  </a:lnTo>
                  <a:lnTo>
                    <a:pt x="219671" y="149180"/>
                  </a:lnTo>
                  <a:lnTo>
                    <a:pt x="221310" y="154098"/>
                  </a:lnTo>
                  <a:lnTo>
                    <a:pt x="224589" y="155737"/>
                  </a:lnTo>
                  <a:lnTo>
                    <a:pt x="229507" y="154098"/>
                  </a:lnTo>
                  <a:lnTo>
                    <a:pt x="232786" y="149180"/>
                  </a:lnTo>
                  <a:lnTo>
                    <a:pt x="234425" y="145901"/>
                  </a:lnTo>
                  <a:lnTo>
                    <a:pt x="237704" y="142622"/>
                  </a:lnTo>
                  <a:lnTo>
                    <a:pt x="240983" y="139344"/>
                  </a:lnTo>
                  <a:lnTo>
                    <a:pt x="244261" y="137705"/>
                  </a:lnTo>
                  <a:lnTo>
                    <a:pt x="249179" y="140983"/>
                  </a:lnTo>
                  <a:lnTo>
                    <a:pt x="249179" y="145901"/>
                  </a:lnTo>
                  <a:lnTo>
                    <a:pt x="252458" y="149180"/>
                  </a:lnTo>
                  <a:lnTo>
                    <a:pt x="254097" y="152459"/>
                  </a:lnTo>
                  <a:lnTo>
                    <a:pt x="255737" y="155737"/>
                  </a:lnTo>
                  <a:lnTo>
                    <a:pt x="257376" y="160655"/>
                  </a:lnTo>
                  <a:lnTo>
                    <a:pt x="257376" y="163934"/>
                  </a:lnTo>
                  <a:lnTo>
                    <a:pt x="257376" y="167213"/>
                  </a:lnTo>
                  <a:lnTo>
                    <a:pt x="257376" y="170491"/>
                  </a:lnTo>
                  <a:lnTo>
                    <a:pt x="257376" y="175409"/>
                  </a:lnTo>
                  <a:lnTo>
                    <a:pt x="257376" y="178688"/>
                  </a:lnTo>
                  <a:lnTo>
                    <a:pt x="260655" y="178688"/>
                  </a:lnTo>
                  <a:lnTo>
                    <a:pt x="263933" y="178688"/>
                  </a:lnTo>
                  <a:lnTo>
                    <a:pt x="265573" y="178688"/>
                  </a:lnTo>
                  <a:lnTo>
                    <a:pt x="265573" y="178688"/>
                  </a:lnTo>
                  <a:lnTo>
                    <a:pt x="268851" y="181966"/>
                  </a:lnTo>
                  <a:lnTo>
                    <a:pt x="272130" y="185245"/>
                  </a:lnTo>
                  <a:lnTo>
                    <a:pt x="277048" y="190163"/>
                  </a:lnTo>
                  <a:lnTo>
                    <a:pt x="280327" y="193442"/>
                  </a:lnTo>
                  <a:lnTo>
                    <a:pt x="285245" y="196720"/>
                  </a:lnTo>
                  <a:lnTo>
                    <a:pt x="288523" y="198360"/>
                  </a:lnTo>
                  <a:lnTo>
                    <a:pt x="291802" y="198360"/>
                  </a:lnTo>
                  <a:lnTo>
                    <a:pt x="295081" y="198360"/>
                  </a:lnTo>
                  <a:lnTo>
                    <a:pt x="299999" y="196720"/>
                  </a:lnTo>
                  <a:lnTo>
                    <a:pt x="303277" y="193442"/>
                  </a:lnTo>
                  <a:lnTo>
                    <a:pt x="306556" y="190163"/>
                  </a:lnTo>
                  <a:lnTo>
                    <a:pt x="309835" y="188524"/>
                  </a:lnTo>
                  <a:lnTo>
                    <a:pt x="313113" y="188524"/>
                  </a:lnTo>
                  <a:lnTo>
                    <a:pt x="318031" y="191803"/>
                  </a:lnTo>
                  <a:lnTo>
                    <a:pt x="316392" y="195081"/>
                  </a:lnTo>
                  <a:lnTo>
                    <a:pt x="314753" y="199999"/>
                  </a:lnTo>
                  <a:lnTo>
                    <a:pt x="316392" y="203278"/>
                  </a:lnTo>
                  <a:lnTo>
                    <a:pt x="319671" y="201639"/>
                  </a:lnTo>
                  <a:lnTo>
                    <a:pt x="321310" y="198360"/>
                  </a:lnTo>
                  <a:lnTo>
                    <a:pt x="322950" y="193442"/>
                  </a:lnTo>
                  <a:lnTo>
                    <a:pt x="327867" y="191803"/>
                  </a:lnTo>
                  <a:lnTo>
                    <a:pt x="331146" y="188524"/>
                  </a:lnTo>
                  <a:lnTo>
                    <a:pt x="331146" y="185245"/>
                  </a:lnTo>
                  <a:lnTo>
                    <a:pt x="332785" y="181966"/>
                  </a:lnTo>
                  <a:lnTo>
                    <a:pt x="337703" y="180327"/>
                  </a:lnTo>
                  <a:lnTo>
                    <a:pt x="339343" y="180327"/>
                  </a:lnTo>
                  <a:lnTo>
                    <a:pt x="342622" y="177049"/>
                  </a:lnTo>
                  <a:lnTo>
                    <a:pt x="345900" y="177049"/>
                  </a:lnTo>
                  <a:lnTo>
                    <a:pt x="349179" y="175409"/>
                  </a:lnTo>
                  <a:lnTo>
                    <a:pt x="354097" y="173770"/>
                  </a:lnTo>
                  <a:lnTo>
                    <a:pt x="355736" y="168852"/>
                  </a:lnTo>
                  <a:lnTo>
                    <a:pt x="359015" y="167213"/>
                  </a:lnTo>
                  <a:lnTo>
                    <a:pt x="362294" y="167213"/>
                  </a:lnTo>
                  <a:lnTo>
                    <a:pt x="362294" y="170491"/>
                  </a:lnTo>
                  <a:lnTo>
                    <a:pt x="365572" y="167213"/>
                  </a:lnTo>
                  <a:lnTo>
                    <a:pt x="368851" y="163934"/>
                  </a:lnTo>
                  <a:lnTo>
                    <a:pt x="372130" y="160655"/>
                  </a:lnTo>
                  <a:lnTo>
                    <a:pt x="373769" y="157376"/>
                  </a:lnTo>
                  <a:lnTo>
                    <a:pt x="373769" y="152459"/>
                  </a:lnTo>
                  <a:lnTo>
                    <a:pt x="373769" y="149180"/>
                  </a:lnTo>
                  <a:lnTo>
                    <a:pt x="377047" y="145901"/>
                  </a:lnTo>
                  <a:lnTo>
                    <a:pt x="380326" y="144262"/>
                  </a:lnTo>
                  <a:lnTo>
                    <a:pt x="383605" y="145901"/>
                  </a:lnTo>
                  <a:lnTo>
                    <a:pt x="388523" y="142622"/>
                  </a:lnTo>
                  <a:lnTo>
                    <a:pt x="391802" y="139344"/>
                  </a:lnTo>
                  <a:lnTo>
                    <a:pt x="395080" y="137705"/>
                  </a:lnTo>
                  <a:lnTo>
                    <a:pt x="399998" y="137705"/>
                  </a:lnTo>
                  <a:lnTo>
                    <a:pt x="399998" y="134426"/>
                  </a:lnTo>
                  <a:lnTo>
                    <a:pt x="399998" y="132786"/>
                  </a:lnTo>
                  <a:lnTo>
                    <a:pt x="401638" y="129508"/>
                  </a:lnTo>
                  <a:lnTo>
                    <a:pt x="401638" y="126229"/>
                  </a:lnTo>
                  <a:lnTo>
                    <a:pt x="398359" y="124590"/>
                  </a:lnTo>
                  <a:lnTo>
                    <a:pt x="393441" y="124590"/>
                  </a:lnTo>
                  <a:lnTo>
                    <a:pt x="390162" y="124590"/>
                  </a:lnTo>
                  <a:lnTo>
                    <a:pt x="386884" y="124590"/>
                  </a:lnTo>
                  <a:lnTo>
                    <a:pt x="383605" y="124590"/>
                  </a:lnTo>
                  <a:lnTo>
                    <a:pt x="378687" y="122950"/>
                  </a:lnTo>
                  <a:lnTo>
                    <a:pt x="375408" y="119672"/>
                  </a:lnTo>
                  <a:lnTo>
                    <a:pt x="377047" y="116393"/>
                  </a:lnTo>
                  <a:lnTo>
                    <a:pt x="377047" y="113115"/>
                  </a:lnTo>
                  <a:lnTo>
                    <a:pt x="377047" y="108196"/>
                  </a:lnTo>
                  <a:lnTo>
                    <a:pt x="373769" y="104918"/>
                  </a:lnTo>
                  <a:lnTo>
                    <a:pt x="372130" y="101639"/>
                  </a:lnTo>
                  <a:lnTo>
                    <a:pt x="370490" y="96721"/>
                  </a:lnTo>
                  <a:lnTo>
                    <a:pt x="368851" y="93442"/>
                  </a:lnTo>
                  <a:lnTo>
                    <a:pt x="368851" y="90164"/>
                  </a:lnTo>
                  <a:lnTo>
                    <a:pt x="368851" y="85246"/>
                  </a:lnTo>
                  <a:lnTo>
                    <a:pt x="368851" y="81967"/>
                  </a:lnTo>
                  <a:lnTo>
                    <a:pt x="368851" y="78688"/>
                  </a:lnTo>
                  <a:lnTo>
                    <a:pt x="370490" y="75410"/>
                  </a:lnTo>
                  <a:lnTo>
                    <a:pt x="368851" y="70492"/>
                  </a:lnTo>
                  <a:lnTo>
                    <a:pt x="365572" y="67213"/>
                  </a:lnTo>
                  <a:lnTo>
                    <a:pt x="360654" y="65573"/>
                  </a:lnTo>
                  <a:lnTo>
                    <a:pt x="357375" y="60656"/>
                  </a:lnTo>
                  <a:lnTo>
                    <a:pt x="355736" y="57377"/>
                  </a:lnTo>
                  <a:lnTo>
                    <a:pt x="352457" y="54098"/>
                  </a:lnTo>
                  <a:lnTo>
                    <a:pt x="350818" y="50820"/>
                  </a:lnTo>
                  <a:lnTo>
                    <a:pt x="347540" y="45902"/>
                  </a:lnTo>
                  <a:lnTo>
                    <a:pt x="349179" y="42623"/>
                  </a:lnTo>
                  <a:lnTo>
                    <a:pt x="354097" y="45902"/>
                  </a:lnTo>
                  <a:lnTo>
                    <a:pt x="354097" y="45902"/>
                  </a:lnTo>
                  <a:lnTo>
                    <a:pt x="355736" y="50820"/>
                  </a:lnTo>
                  <a:lnTo>
                    <a:pt x="359015" y="49180"/>
                  </a:lnTo>
                  <a:lnTo>
                    <a:pt x="362294" y="49180"/>
                  </a:lnTo>
                  <a:lnTo>
                    <a:pt x="367212" y="49180"/>
                  </a:lnTo>
                  <a:lnTo>
                    <a:pt x="370490" y="49180"/>
                  </a:lnTo>
                  <a:lnTo>
                    <a:pt x="373769" y="52459"/>
                  </a:lnTo>
                  <a:lnTo>
                    <a:pt x="375408" y="55738"/>
                  </a:lnTo>
                  <a:lnTo>
                    <a:pt x="377047" y="60656"/>
                  </a:lnTo>
                  <a:lnTo>
                    <a:pt x="380326" y="59016"/>
                  </a:lnTo>
                  <a:lnTo>
                    <a:pt x="383605" y="57377"/>
                  </a:lnTo>
                  <a:lnTo>
                    <a:pt x="388523" y="59016"/>
                  </a:lnTo>
                  <a:lnTo>
                    <a:pt x="391802" y="57377"/>
                  </a:lnTo>
                  <a:lnTo>
                    <a:pt x="395080" y="60656"/>
                  </a:lnTo>
                  <a:lnTo>
                    <a:pt x="399998" y="60656"/>
                  </a:lnTo>
                  <a:lnTo>
                    <a:pt x="401638" y="57377"/>
                  </a:lnTo>
                  <a:lnTo>
                    <a:pt x="406556" y="59016"/>
                  </a:lnTo>
                  <a:lnTo>
                    <a:pt x="408195" y="62295"/>
                  </a:lnTo>
                  <a:lnTo>
                    <a:pt x="411474" y="65573"/>
                  </a:lnTo>
                  <a:lnTo>
                    <a:pt x="414752" y="70492"/>
                  </a:lnTo>
                  <a:lnTo>
                    <a:pt x="418031" y="73770"/>
                  </a:lnTo>
                  <a:lnTo>
                    <a:pt x="421310" y="75410"/>
                  </a:lnTo>
                  <a:lnTo>
                    <a:pt x="424588" y="72131"/>
                  </a:lnTo>
                  <a:lnTo>
                    <a:pt x="426228" y="68852"/>
                  </a:lnTo>
                  <a:lnTo>
                    <a:pt x="426228" y="65573"/>
                  </a:lnTo>
                  <a:lnTo>
                    <a:pt x="426228" y="60656"/>
                  </a:lnTo>
                  <a:lnTo>
                    <a:pt x="426228" y="57377"/>
                  </a:lnTo>
                  <a:lnTo>
                    <a:pt x="427867" y="54098"/>
                  </a:lnTo>
                  <a:lnTo>
                    <a:pt x="431146" y="54098"/>
                  </a:lnTo>
                  <a:lnTo>
                    <a:pt x="434424" y="52459"/>
                  </a:lnTo>
                  <a:lnTo>
                    <a:pt x="437703" y="49180"/>
                  </a:lnTo>
                  <a:lnTo>
                    <a:pt x="440982" y="47541"/>
                  </a:lnTo>
                  <a:lnTo>
                    <a:pt x="444260" y="49180"/>
                  </a:lnTo>
                  <a:lnTo>
                    <a:pt x="449178" y="50820"/>
                  </a:lnTo>
                  <a:lnTo>
                    <a:pt x="452457" y="50820"/>
                  </a:lnTo>
                  <a:lnTo>
                    <a:pt x="455736" y="47541"/>
                  </a:lnTo>
                  <a:lnTo>
                    <a:pt x="460654" y="49180"/>
                  </a:lnTo>
                  <a:lnTo>
                    <a:pt x="463932" y="45902"/>
                  </a:lnTo>
                  <a:lnTo>
                    <a:pt x="467211" y="44262"/>
                  </a:lnTo>
                  <a:lnTo>
                    <a:pt x="470490" y="44262"/>
                  </a:lnTo>
                  <a:lnTo>
                    <a:pt x="475408" y="40983"/>
                  </a:lnTo>
                  <a:lnTo>
                    <a:pt x="475408" y="37705"/>
                  </a:lnTo>
                  <a:lnTo>
                    <a:pt x="478687" y="36066"/>
                  </a:lnTo>
                  <a:lnTo>
                    <a:pt x="481965" y="36066"/>
                  </a:lnTo>
                  <a:lnTo>
                    <a:pt x="483604" y="32787"/>
                  </a:lnTo>
                  <a:lnTo>
                    <a:pt x="486883" y="32787"/>
                  </a:lnTo>
                  <a:lnTo>
                    <a:pt x="488522" y="34426"/>
                  </a:lnTo>
                  <a:lnTo>
                    <a:pt x="491801" y="32787"/>
                  </a:lnTo>
                  <a:lnTo>
                    <a:pt x="496719" y="31148"/>
                  </a:lnTo>
                  <a:lnTo>
                    <a:pt x="496719" y="27869"/>
                  </a:lnTo>
                  <a:lnTo>
                    <a:pt x="499998" y="24590"/>
                  </a:lnTo>
                  <a:lnTo>
                    <a:pt x="504916" y="21312"/>
                  </a:lnTo>
                  <a:lnTo>
                    <a:pt x="508194" y="18033"/>
                  </a:lnTo>
                  <a:lnTo>
                    <a:pt x="509834" y="14754"/>
                  </a:lnTo>
                  <a:lnTo>
                    <a:pt x="511473" y="11476"/>
                  </a:lnTo>
                  <a:lnTo>
                    <a:pt x="509834" y="9836"/>
                  </a:lnTo>
                  <a:lnTo>
                    <a:pt x="509834" y="6558"/>
                  </a:lnTo>
                  <a:lnTo>
                    <a:pt x="506555" y="1639"/>
                  </a:lnTo>
                  <a:lnTo>
                    <a:pt x="508194" y="1639"/>
                  </a:lnTo>
                  <a:lnTo>
                    <a:pt x="511473" y="1639"/>
                  </a:lnTo>
                  <a:lnTo>
                    <a:pt x="514752" y="3279"/>
                  </a:lnTo>
                  <a:lnTo>
                    <a:pt x="519670" y="1639"/>
                  </a:lnTo>
                  <a:lnTo>
                    <a:pt x="522949" y="1639"/>
                  </a:lnTo>
                  <a:lnTo>
                    <a:pt x="526227" y="0"/>
                  </a:lnTo>
                  <a:lnTo>
                    <a:pt x="529506" y="1639"/>
                  </a:lnTo>
                  <a:lnTo>
                    <a:pt x="531145" y="4918"/>
                  </a:lnTo>
                  <a:lnTo>
                    <a:pt x="534424" y="6558"/>
                  </a:lnTo>
                  <a:lnTo>
                    <a:pt x="534424" y="9836"/>
                  </a:lnTo>
                  <a:lnTo>
                    <a:pt x="534424" y="14754"/>
                  </a:lnTo>
                  <a:lnTo>
                    <a:pt x="534424" y="14754"/>
                  </a:lnTo>
                  <a:lnTo>
                    <a:pt x="532784" y="18033"/>
                  </a:lnTo>
                  <a:lnTo>
                    <a:pt x="532784" y="21312"/>
                  </a:lnTo>
                  <a:lnTo>
                    <a:pt x="531145" y="26229"/>
                  </a:lnTo>
                  <a:lnTo>
                    <a:pt x="527867" y="29508"/>
                  </a:lnTo>
                  <a:lnTo>
                    <a:pt x="531145" y="32787"/>
                  </a:lnTo>
                  <a:lnTo>
                    <a:pt x="532784" y="32787"/>
                  </a:lnTo>
                  <a:lnTo>
                    <a:pt x="536063" y="34426"/>
                  </a:lnTo>
                  <a:lnTo>
                    <a:pt x="540981" y="36066"/>
                  </a:lnTo>
                  <a:lnTo>
                    <a:pt x="544260" y="37705"/>
                  </a:lnTo>
                  <a:lnTo>
                    <a:pt x="545899" y="39344"/>
                  </a:lnTo>
                  <a:lnTo>
                    <a:pt x="542621" y="42623"/>
                  </a:lnTo>
                  <a:lnTo>
                    <a:pt x="542621" y="45902"/>
                  </a:lnTo>
                  <a:lnTo>
                    <a:pt x="545899" y="50820"/>
                  </a:lnTo>
                  <a:lnTo>
                    <a:pt x="547539" y="54098"/>
                  </a:lnTo>
                  <a:lnTo>
                    <a:pt x="550817" y="57377"/>
                  </a:lnTo>
                  <a:lnTo>
                    <a:pt x="547539" y="60656"/>
                  </a:lnTo>
                  <a:lnTo>
                    <a:pt x="545899" y="65573"/>
                  </a:lnTo>
                  <a:lnTo>
                    <a:pt x="544260" y="68852"/>
                  </a:lnTo>
                  <a:lnTo>
                    <a:pt x="540981" y="72131"/>
                  </a:lnTo>
                  <a:lnTo>
                    <a:pt x="537703" y="75410"/>
                  </a:lnTo>
                  <a:lnTo>
                    <a:pt x="539342" y="78688"/>
                  </a:lnTo>
                  <a:lnTo>
                    <a:pt x="539342" y="81967"/>
                  </a:lnTo>
                  <a:lnTo>
                    <a:pt x="537703" y="85246"/>
                  </a:lnTo>
                  <a:lnTo>
                    <a:pt x="536063" y="90164"/>
                  </a:lnTo>
                  <a:lnTo>
                    <a:pt x="536063" y="93442"/>
                  </a:lnTo>
                  <a:lnTo>
                    <a:pt x="532784" y="96721"/>
                  </a:lnTo>
                  <a:lnTo>
                    <a:pt x="532784" y="101639"/>
                  </a:lnTo>
                  <a:lnTo>
                    <a:pt x="532784" y="104918"/>
                  </a:lnTo>
                  <a:lnTo>
                    <a:pt x="532784" y="108196"/>
                  </a:lnTo>
                  <a:lnTo>
                    <a:pt x="531145" y="113115"/>
                  </a:lnTo>
                  <a:lnTo>
                    <a:pt x="532784" y="116393"/>
                  </a:lnTo>
                  <a:lnTo>
                    <a:pt x="534424" y="119672"/>
                  </a:lnTo>
                  <a:lnTo>
                    <a:pt x="536063" y="122950"/>
                  </a:lnTo>
                  <a:lnTo>
                    <a:pt x="534424" y="127869"/>
                  </a:lnTo>
                  <a:lnTo>
                    <a:pt x="539342" y="131147"/>
                  </a:lnTo>
                  <a:lnTo>
                    <a:pt x="540981" y="134426"/>
                  </a:lnTo>
                  <a:lnTo>
                    <a:pt x="540981" y="137705"/>
                  </a:lnTo>
                  <a:lnTo>
                    <a:pt x="540981" y="142622"/>
                  </a:lnTo>
                  <a:lnTo>
                    <a:pt x="540981" y="145901"/>
                  </a:lnTo>
                  <a:lnTo>
                    <a:pt x="540981" y="149180"/>
                  </a:lnTo>
                  <a:lnTo>
                    <a:pt x="544260" y="150819"/>
                  </a:lnTo>
                  <a:lnTo>
                    <a:pt x="544260" y="150819"/>
                  </a:lnTo>
                  <a:lnTo>
                    <a:pt x="542621" y="154098"/>
                  </a:lnTo>
                  <a:lnTo>
                    <a:pt x="547539" y="155737"/>
                  </a:lnTo>
                  <a:lnTo>
                    <a:pt x="550817" y="159016"/>
                  </a:lnTo>
                  <a:lnTo>
                    <a:pt x="552457" y="163934"/>
                  </a:lnTo>
                  <a:lnTo>
                    <a:pt x="557375" y="165573"/>
                  </a:lnTo>
                  <a:lnTo>
                    <a:pt x="557375" y="168852"/>
                  </a:lnTo>
                  <a:lnTo>
                    <a:pt x="562293" y="172130"/>
                  </a:lnTo>
                  <a:lnTo>
                    <a:pt x="565571" y="173770"/>
                  </a:lnTo>
                  <a:lnTo>
                    <a:pt x="570489" y="173770"/>
                  </a:lnTo>
                  <a:lnTo>
                    <a:pt x="570489" y="173770"/>
                  </a:lnTo>
                  <a:lnTo>
                    <a:pt x="572129" y="177049"/>
                  </a:lnTo>
                  <a:lnTo>
                    <a:pt x="577047" y="180327"/>
                  </a:lnTo>
                  <a:lnTo>
                    <a:pt x="580325" y="177049"/>
                  </a:lnTo>
                  <a:lnTo>
                    <a:pt x="583604" y="175409"/>
                  </a:lnTo>
                  <a:lnTo>
                    <a:pt x="586883" y="175409"/>
                  </a:lnTo>
                  <a:lnTo>
                    <a:pt x="590161" y="172130"/>
                  </a:lnTo>
                  <a:lnTo>
                    <a:pt x="588522" y="168852"/>
                  </a:lnTo>
                  <a:lnTo>
                    <a:pt x="588522" y="167213"/>
                  </a:lnTo>
                  <a:lnTo>
                    <a:pt x="591801" y="167213"/>
                  </a:lnTo>
                  <a:lnTo>
                    <a:pt x="595079" y="163934"/>
                  </a:lnTo>
                  <a:lnTo>
                    <a:pt x="598358" y="163934"/>
                  </a:lnTo>
                  <a:lnTo>
                    <a:pt x="601637" y="163934"/>
                  </a:lnTo>
                  <a:lnTo>
                    <a:pt x="606555" y="165573"/>
                  </a:lnTo>
                  <a:lnTo>
                    <a:pt x="608194" y="160655"/>
                  </a:lnTo>
                  <a:lnTo>
                    <a:pt x="613112" y="159016"/>
                  </a:lnTo>
                  <a:lnTo>
                    <a:pt x="616391" y="155737"/>
                  </a:lnTo>
                  <a:lnTo>
                    <a:pt x="619669" y="155737"/>
                  </a:lnTo>
                  <a:lnTo>
                    <a:pt x="622948" y="157376"/>
                  </a:lnTo>
                  <a:lnTo>
                    <a:pt x="627866" y="154098"/>
                  </a:lnTo>
                  <a:lnTo>
                    <a:pt x="629505" y="150819"/>
                  </a:lnTo>
                  <a:lnTo>
                    <a:pt x="632784" y="145901"/>
                  </a:lnTo>
                  <a:lnTo>
                    <a:pt x="636063" y="144262"/>
                  </a:lnTo>
                  <a:lnTo>
                    <a:pt x="639341" y="144262"/>
                  </a:lnTo>
                  <a:lnTo>
                    <a:pt x="644259" y="142622"/>
                  </a:lnTo>
                  <a:lnTo>
                    <a:pt x="645899" y="145901"/>
                  </a:lnTo>
                  <a:lnTo>
                    <a:pt x="649177" y="147540"/>
                  </a:lnTo>
                  <a:lnTo>
                    <a:pt x="652456" y="149180"/>
                  </a:lnTo>
                  <a:lnTo>
                    <a:pt x="657374" y="147540"/>
                  </a:lnTo>
                  <a:lnTo>
                    <a:pt x="660653" y="145901"/>
                  </a:lnTo>
                  <a:lnTo>
                    <a:pt x="663931" y="147540"/>
                  </a:lnTo>
                  <a:lnTo>
                    <a:pt x="663931" y="147540"/>
                  </a:lnTo>
                  <a:lnTo>
                    <a:pt x="667210" y="145901"/>
                  </a:lnTo>
                  <a:lnTo>
                    <a:pt x="670489" y="147540"/>
                  </a:lnTo>
                  <a:lnTo>
                    <a:pt x="673768" y="147540"/>
                  </a:lnTo>
                  <a:lnTo>
                    <a:pt x="677046" y="149180"/>
                  </a:lnTo>
                  <a:lnTo>
                    <a:pt x="681964" y="150819"/>
                  </a:lnTo>
                  <a:lnTo>
                    <a:pt x="685243" y="150819"/>
                  </a:lnTo>
                  <a:lnTo>
                    <a:pt x="688521" y="147540"/>
                  </a:lnTo>
                  <a:lnTo>
                    <a:pt x="688521" y="142622"/>
                  </a:lnTo>
                  <a:lnTo>
                    <a:pt x="686882" y="139344"/>
                  </a:lnTo>
                  <a:lnTo>
                    <a:pt x="683604" y="136065"/>
                  </a:lnTo>
                  <a:lnTo>
                    <a:pt x="680325" y="132786"/>
                  </a:lnTo>
                  <a:lnTo>
                    <a:pt x="681964" y="127869"/>
                  </a:lnTo>
                  <a:lnTo>
                    <a:pt x="685243" y="126229"/>
                  </a:lnTo>
                  <a:lnTo>
                    <a:pt x="685243" y="122950"/>
                  </a:lnTo>
                  <a:lnTo>
                    <a:pt x="690161" y="121311"/>
                  </a:lnTo>
                  <a:lnTo>
                    <a:pt x="693440" y="124590"/>
                  </a:lnTo>
                  <a:lnTo>
                    <a:pt x="696718" y="126229"/>
                  </a:lnTo>
                  <a:lnTo>
                    <a:pt x="699997" y="124590"/>
                  </a:lnTo>
                  <a:lnTo>
                    <a:pt x="704915" y="124590"/>
                  </a:lnTo>
                  <a:lnTo>
                    <a:pt x="708194" y="124590"/>
                  </a:lnTo>
                  <a:lnTo>
                    <a:pt x="711472" y="121311"/>
                  </a:lnTo>
                  <a:lnTo>
                    <a:pt x="714751" y="121311"/>
                  </a:lnTo>
                  <a:lnTo>
                    <a:pt x="719669" y="118032"/>
                  </a:lnTo>
                  <a:lnTo>
                    <a:pt x="722948" y="118032"/>
                  </a:lnTo>
                  <a:lnTo>
                    <a:pt x="722948" y="118032"/>
                  </a:lnTo>
                  <a:lnTo>
                    <a:pt x="724587" y="118032"/>
                  </a:lnTo>
                  <a:lnTo>
                    <a:pt x="726226" y="121311"/>
                  </a:lnTo>
                  <a:lnTo>
                    <a:pt x="731144" y="124590"/>
                  </a:lnTo>
                  <a:lnTo>
                    <a:pt x="732784" y="122950"/>
                  </a:lnTo>
                  <a:lnTo>
                    <a:pt x="734423" y="127869"/>
                  </a:lnTo>
                  <a:lnTo>
                    <a:pt x="739341" y="129508"/>
                  </a:lnTo>
                  <a:lnTo>
                    <a:pt x="739341" y="129508"/>
                  </a:lnTo>
                  <a:lnTo>
                    <a:pt x="742620" y="132786"/>
                  </a:lnTo>
                  <a:lnTo>
                    <a:pt x="745898" y="134426"/>
                  </a:lnTo>
                  <a:lnTo>
                    <a:pt x="750816" y="136065"/>
                  </a:lnTo>
                  <a:lnTo>
                    <a:pt x="754095" y="136065"/>
                  </a:lnTo>
                  <a:lnTo>
                    <a:pt x="757374" y="139344"/>
                  </a:lnTo>
                  <a:lnTo>
                    <a:pt x="760652" y="134426"/>
                  </a:lnTo>
                  <a:lnTo>
                    <a:pt x="763931" y="134426"/>
                  </a:lnTo>
                  <a:lnTo>
                    <a:pt x="767210" y="131147"/>
                  </a:lnTo>
                  <a:lnTo>
                    <a:pt x="770488" y="127869"/>
                  </a:lnTo>
                  <a:lnTo>
                    <a:pt x="775406" y="131147"/>
                  </a:lnTo>
                  <a:lnTo>
                    <a:pt x="778685" y="131147"/>
                  </a:lnTo>
                  <a:lnTo>
                    <a:pt x="781964" y="132786"/>
                  </a:lnTo>
                  <a:lnTo>
                    <a:pt x="785242" y="131147"/>
                  </a:lnTo>
                  <a:lnTo>
                    <a:pt x="790161" y="129508"/>
                  </a:lnTo>
                  <a:lnTo>
                    <a:pt x="791800" y="132786"/>
                  </a:lnTo>
                  <a:lnTo>
                    <a:pt x="790161" y="134426"/>
                  </a:lnTo>
                  <a:lnTo>
                    <a:pt x="795078" y="134426"/>
                  </a:lnTo>
                  <a:lnTo>
                    <a:pt x="798357" y="134426"/>
                  </a:lnTo>
                  <a:lnTo>
                    <a:pt x="801636" y="136065"/>
                  </a:lnTo>
                  <a:lnTo>
                    <a:pt x="804914" y="132786"/>
                  </a:lnTo>
                  <a:lnTo>
                    <a:pt x="809833" y="129508"/>
                  </a:lnTo>
                  <a:lnTo>
                    <a:pt x="813111" y="127869"/>
                  </a:lnTo>
                  <a:lnTo>
                    <a:pt x="814751" y="124590"/>
                  </a:lnTo>
                  <a:lnTo>
                    <a:pt x="818029" y="119672"/>
                  </a:lnTo>
                  <a:lnTo>
                    <a:pt x="818029" y="116393"/>
                  </a:lnTo>
                  <a:lnTo>
                    <a:pt x="819668" y="113115"/>
                  </a:lnTo>
                  <a:lnTo>
                    <a:pt x="821308" y="109836"/>
                  </a:lnTo>
                  <a:lnTo>
                    <a:pt x="822947" y="104918"/>
                  </a:lnTo>
                  <a:lnTo>
                    <a:pt x="824586" y="101639"/>
                  </a:lnTo>
                  <a:lnTo>
                    <a:pt x="826226" y="98360"/>
                  </a:lnTo>
                  <a:lnTo>
                    <a:pt x="826226" y="93442"/>
                  </a:lnTo>
                  <a:lnTo>
                    <a:pt x="827865" y="91803"/>
                  </a:lnTo>
                  <a:lnTo>
                    <a:pt x="829505" y="88525"/>
                  </a:lnTo>
                  <a:lnTo>
                    <a:pt x="832783" y="85246"/>
                  </a:lnTo>
                  <a:lnTo>
                    <a:pt x="836062" y="81967"/>
                  </a:lnTo>
                  <a:lnTo>
                    <a:pt x="837701" y="77049"/>
                  </a:lnTo>
                  <a:lnTo>
                    <a:pt x="839341" y="73770"/>
                  </a:lnTo>
                  <a:lnTo>
                    <a:pt x="840980" y="70492"/>
                  </a:lnTo>
                  <a:lnTo>
                    <a:pt x="844258" y="65573"/>
                  </a:lnTo>
                  <a:lnTo>
                    <a:pt x="845898" y="62295"/>
                  </a:lnTo>
                  <a:lnTo>
                    <a:pt x="849177" y="59016"/>
                  </a:lnTo>
                  <a:lnTo>
                    <a:pt x="850816" y="54098"/>
                  </a:lnTo>
                  <a:lnTo>
                    <a:pt x="852455" y="54098"/>
                  </a:lnTo>
                  <a:lnTo>
                    <a:pt x="855734" y="52459"/>
                  </a:lnTo>
                  <a:lnTo>
                    <a:pt x="859013" y="47541"/>
                  </a:lnTo>
                  <a:lnTo>
                    <a:pt x="860652" y="52459"/>
                  </a:lnTo>
                  <a:lnTo>
                    <a:pt x="862291" y="55738"/>
                  </a:lnTo>
                  <a:lnTo>
                    <a:pt x="860652" y="52459"/>
                  </a:lnTo>
                  <a:lnTo>
                    <a:pt x="859013" y="47541"/>
                  </a:lnTo>
                  <a:lnTo>
                    <a:pt x="859013" y="44262"/>
                  </a:lnTo>
                  <a:lnTo>
                    <a:pt x="860652" y="40983"/>
                  </a:lnTo>
                  <a:lnTo>
                    <a:pt x="865570" y="42623"/>
                  </a:lnTo>
                  <a:lnTo>
                    <a:pt x="868849" y="47541"/>
                  </a:lnTo>
                  <a:lnTo>
                    <a:pt x="870488" y="50820"/>
                  </a:lnTo>
                  <a:lnTo>
                    <a:pt x="873767" y="55738"/>
                  </a:lnTo>
                  <a:lnTo>
                    <a:pt x="873767" y="59016"/>
                  </a:lnTo>
                  <a:lnTo>
                    <a:pt x="873767" y="62295"/>
                  </a:lnTo>
                  <a:lnTo>
                    <a:pt x="872127" y="67213"/>
                  </a:lnTo>
                  <a:lnTo>
                    <a:pt x="872127" y="70492"/>
                  </a:lnTo>
                  <a:lnTo>
                    <a:pt x="873767" y="68852"/>
                  </a:lnTo>
                  <a:lnTo>
                    <a:pt x="873767" y="63935"/>
                  </a:lnTo>
                  <a:lnTo>
                    <a:pt x="877045" y="60656"/>
                  </a:lnTo>
                  <a:lnTo>
                    <a:pt x="877045" y="63935"/>
                  </a:lnTo>
                  <a:lnTo>
                    <a:pt x="877045" y="68852"/>
                  </a:lnTo>
                  <a:lnTo>
                    <a:pt x="877045" y="72131"/>
                  </a:lnTo>
                  <a:lnTo>
                    <a:pt x="877045" y="77049"/>
                  </a:lnTo>
                  <a:lnTo>
                    <a:pt x="877045" y="80328"/>
                  </a:lnTo>
                  <a:lnTo>
                    <a:pt x="877045" y="85246"/>
                  </a:lnTo>
                  <a:lnTo>
                    <a:pt x="877045" y="88525"/>
                  </a:lnTo>
                  <a:lnTo>
                    <a:pt x="878685" y="91803"/>
                  </a:lnTo>
                  <a:lnTo>
                    <a:pt x="878685" y="96721"/>
                  </a:lnTo>
                  <a:lnTo>
                    <a:pt x="880324" y="100000"/>
                  </a:lnTo>
                  <a:lnTo>
                    <a:pt x="881963" y="103279"/>
                  </a:lnTo>
                  <a:lnTo>
                    <a:pt x="881963" y="108196"/>
                  </a:lnTo>
                  <a:lnTo>
                    <a:pt x="883603" y="111475"/>
                  </a:lnTo>
                  <a:lnTo>
                    <a:pt x="885242" y="116393"/>
                  </a:lnTo>
                  <a:lnTo>
                    <a:pt x="885242" y="119672"/>
                  </a:lnTo>
                  <a:lnTo>
                    <a:pt x="886881" y="124590"/>
                  </a:lnTo>
                  <a:lnTo>
                    <a:pt x="888521" y="127869"/>
                  </a:lnTo>
                  <a:lnTo>
                    <a:pt x="888521" y="131147"/>
                  </a:lnTo>
                  <a:lnTo>
                    <a:pt x="890160" y="134426"/>
                  </a:lnTo>
                  <a:lnTo>
                    <a:pt x="888521" y="139344"/>
                  </a:lnTo>
                  <a:lnTo>
                    <a:pt x="890160" y="137705"/>
                  </a:lnTo>
                  <a:lnTo>
                    <a:pt x="893439" y="140983"/>
                  </a:lnTo>
                  <a:lnTo>
                    <a:pt x="895078" y="144262"/>
                  </a:lnTo>
                  <a:lnTo>
                    <a:pt x="896717" y="149180"/>
                  </a:lnTo>
                  <a:lnTo>
                    <a:pt x="899996" y="152459"/>
                  </a:lnTo>
                  <a:lnTo>
                    <a:pt x="904914" y="150819"/>
                  </a:lnTo>
                  <a:lnTo>
                    <a:pt x="908193" y="150819"/>
                  </a:lnTo>
                  <a:lnTo>
                    <a:pt x="911471" y="152459"/>
                  </a:lnTo>
                  <a:lnTo>
                    <a:pt x="916389" y="154098"/>
                  </a:lnTo>
                  <a:lnTo>
                    <a:pt x="916389" y="155737"/>
                  </a:lnTo>
                  <a:lnTo>
                    <a:pt x="919668" y="159016"/>
                  </a:lnTo>
                  <a:lnTo>
                    <a:pt x="921307" y="162295"/>
                  </a:lnTo>
                  <a:lnTo>
                    <a:pt x="921307" y="167213"/>
                  </a:lnTo>
                  <a:lnTo>
                    <a:pt x="921307" y="170491"/>
                  </a:lnTo>
                  <a:lnTo>
                    <a:pt x="919668" y="173770"/>
                  </a:lnTo>
                  <a:lnTo>
                    <a:pt x="916389" y="177049"/>
                  </a:lnTo>
                  <a:lnTo>
                    <a:pt x="914750" y="177049"/>
                  </a:lnTo>
                  <a:lnTo>
                    <a:pt x="911471" y="178688"/>
                  </a:lnTo>
                  <a:lnTo>
                    <a:pt x="911471" y="178688"/>
                  </a:lnTo>
                  <a:lnTo>
                    <a:pt x="916389" y="178688"/>
                  </a:lnTo>
                  <a:lnTo>
                    <a:pt x="919668" y="180327"/>
                  </a:lnTo>
                  <a:lnTo>
                    <a:pt x="916389" y="183606"/>
                  </a:lnTo>
                  <a:lnTo>
                    <a:pt x="913111" y="186885"/>
                  </a:lnTo>
                  <a:lnTo>
                    <a:pt x="909832" y="191803"/>
                  </a:lnTo>
                  <a:lnTo>
                    <a:pt x="904914" y="193442"/>
                  </a:lnTo>
                  <a:lnTo>
                    <a:pt x="904914" y="198360"/>
                  </a:lnTo>
                  <a:lnTo>
                    <a:pt x="899996" y="201639"/>
                  </a:lnTo>
                  <a:lnTo>
                    <a:pt x="896717" y="204917"/>
                  </a:lnTo>
                  <a:lnTo>
                    <a:pt x="895078" y="209835"/>
                  </a:lnTo>
                  <a:lnTo>
                    <a:pt x="893439" y="213114"/>
                  </a:lnTo>
                  <a:lnTo>
                    <a:pt x="891799" y="216393"/>
                  </a:lnTo>
                  <a:lnTo>
                    <a:pt x="888521" y="221310"/>
                  </a:lnTo>
                  <a:lnTo>
                    <a:pt x="885242" y="224589"/>
                  </a:lnTo>
                  <a:lnTo>
                    <a:pt x="881963" y="224589"/>
                  </a:lnTo>
                  <a:lnTo>
                    <a:pt x="877045" y="227868"/>
                  </a:lnTo>
                  <a:lnTo>
                    <a:pt x="875406" y="231147"/>
                  </a:lnTo>
                  <a:lnTo>
                    <a:pt x="873767" y="234425"/>
                  </a:lnTo>
                  <a:lnTo>
                    <a:pt x="872127" y="236065"/>
                  </a:lnTo>
                  <a:lnTo>
                    <a:pt x="868849" y="237704"/>
                  </a:lnTo>
                  <a:lnTo>
                    <a:pt x="867209" y="239343"/>
                  </a:lnTo>
                  <a:lnTo>
                    <a:pt x="863931" y="242622"/>
                  </a:lnTo>
                  <a:lnTo>
                    <a:pt x="863931" y="245901"/>
                  </a:lnTo>
                  <a:lnTo>
                    <a:pt x="860652" y="250819"/>
                  </a:lnTo>
                  <a:lnTo>
                    <a:pt x="859013" y="254097"/>
                  </a:lnTo>
                  <a:lnTo>
                    <a:pt x="855734" y="259016"/>
                  </a:lnTo>
                  <a:lnTo>
                    <a:pt x="854095" y="262294"/>
                  </a:lnTo>
                  <a:lnTo>
                    <a:pt x="850816" y="265573"/>
                  </a:lnTo>
                  <a:lnTo>
                    <a:pt x="849177" y="268852"/>
                  </a:lnTo>
                  <a:lnTo>
                    <a:pt x="849177" y="273769"/>
                  </a:lnTo>
                  <a:lnTo>
                    <a:pt x="850816" y="277048"/>
                  </a:lnTo>
                  <a:lnTo>
                    <a:pt x="845898" y="280327"/>
                  </a:lnTo>
                  <a:lnTo>
                    <a:pt x="842619" y="283606"/>
                  </a:lnTo>
                  <a:lnTo>
                    <a:pt x="842619" y="283606"/>
                  </a:lnTo>
                  <a:lnTo>
                    <a:pt x="842619" y="286884"/>
                  </a:lnTo>
                  <a:lnTo>
                    <a:pt x="840980" y="290163"/>
                  </a:lnTo>
                  <a:lnTo>
                    <a:pt x="837701" y="293442"/>
                  </a:lnTo>
                  <a:lnTo>
                    <a:pt x="834423" y="293442"/>
                  </a:lnTo>
                  <a:lnTo>
                    <a:pt x="831144" y="291802"/>
                  </a:lnTo>
                  <a:lnTo>
                    <a:pt x="826226" y="293442"/>
                  </a:lnTo>
                  <a:lnTo>
                    <a:pt x="822947" y="295081"/>
                  </a:lnTo>
                  <a:lnTo>
                    <a:pt x="818029" y="298359"/>
                  </a:lnTo>
                  <a:lnTo>
                    <a:pt x="814751" y="299999"/>
                  </a:lnTo>
                  <a:lnTo>
                    <a:pt x="811472" y="301638"/>
                  </a:lnTo>
                  <a:lnTo>
                    <a:pt x="811472" y="301638"/>
                  </a:lnTo>
                  <a:lnTo>
                    <a:pt x="811472" y="303277"/>
                  </a:lnTo>
                  <a:lnTo>
                    <a:pt x="814751" y="301638"/>
                  </a:lnTo>
                  <a:lnTo>
                    <a:pt x="818029" y="301638"/>
                  </a:lnTo>
                  <a:lnTo>
                    <a:pt x="822947" y="301638"/>
                  </a:lnTo>
                  <a:lnTo>
                    <a:pt x="826226" y="299999"/>
                  </a:lnTo>
                  <a:lnTo>
                    <a:pt x="831144" y="303277"/>
                  </a:lnTo>
                  <a:lnTo>
                    <a:pt x="829505" y="306556"/>
                  </a:lnTo>
                  <a:lnTo>
                    <a:pt x="832783" y="304917"/>
                  </a:lnTo>
                  <a:lnTo>
                    <a:pt x="836062" y="303277"/>
                  </a:lnTo>
                  <a:lnTo>
                    <a:pt x="840980" y="301638"/>
                  </a:lnTo>
                  <a:lnTo>
                    <a:pt x="844258" y="299999"/>
                  </a:lnTo>
                  <a:lnTo>
                    <a:pt x="847537" y="296720"/>
                  </a:lnTo>
                  <a:lnTo>
                    <a:pt x="852455" y="293442"/>
                  </a:lnTo>
                  <a:lnTo>
                    <a:pt x="852455" y="293442"/>
                  </a:lnTo>
                  <a:lnTo>
                    <a:pt x="857373" y="291802"/>
                  </a:lnTo>
                  <a:lnTo>
                    <a:pt x="860652" y="290163"/>
                  </a:lnTo>
                  <a:lnTo>
                    <a:pt x="863931" y="286884"/>
                  </a:lnTo>
                  <a:lnTo>
                    <a:pt x="867209" y="285245"/>
                  </a:lnTo>
                  <a:lnTo>
                    <a:pt x="870488" y="281966"/>
                  </a:lnTo>
                  <a:lnTo>
                    <a:pt x="873767" y="278687"/>
                  </a:lnTo>
                  <a:lnTo>
                    <a:pt x="877045" y="275409"/>
                  </a:lnTo>
                  <a:lnTo>
                    <a:pt x="880324" y="272130"/>
                  </a:lnTo>
                  <a:lnTo>
                    <a:pt x="883603" y="275409"/>
                  </a:lnTo>
                  <a:lnTo>
                    <a:pt x="883603" y="280327"/>
                  </a:lnTo>
                  <a:lnTo>
                    <a:pt x="885242" y="283606"/>
                  </a:lnTo>
                  <a:lnTo>
                    <a:pt x="885242" y="286884"/>
                  </a:lnTo>
                  <a:lnTo>
                    <a:pt x="883603" y="291802"/>
                  </a:lnTo>
                  <a:lnTo>
                    <a:pt x="885242" y="295081"/>
                  </a:lnTo>
                  <a:lnTo>
                    <a:pt x="886881" y="298359"/>
                  </a:lnTo>
                  <a:lnTo>
                    <a:pt x="890160" y="303277"/>
                  </a:lnTo>
                  <a:lnTo>
                    <a:pt x="890160" y="306556"/>
                  </a:lnTo>
                  <a:lnTo>
                    <a:pt x="888521" y="311474"/>
                  </a:lnTo>
                  <a:lnTo>
                    <a:pt x="890160" y="311474"/>
                  </a:lnTo>
                  <a:lnTo>
                    <a:pt x="891799" y="311474"/>
                  </a:lnTo>
                  <a:lnTo>
                    <a:pt x="895078" y="313113"/>
                  </a:lnTo>
                  <a:lnTo>
                    <a:pt x="898357" y="314753"/>
                  </a:lnTo>
                  <a:lnTo>
                    <a:pt x="898357" y="318032"/>
                  </a:lnTo>
                  <a:lnTo>
                    <a:pt x="901635" y="318032"/>
                  </a:lnTo>
                  <a:lnTo>
                    <a:pt x="906553" y="314753"/>
                  </a:lnTo>
                  <a:lnTo>
                    <a:pt x="909832" y="318032"/>
                  </a:lnTo>
                  <a:lnTo>
                    <a:pt x="913111" y="313113"/>
                  </a:lnTo>
                  <a:lnTo>
                    <a:pt x="916389" y="311474"/>
                  </a:lnTo>
                  <a:lnTo>
                    <a:pt x="919668" y="313113"/>
                  </a:lnTo>
                  <a:lnTo>
                    <a:pt x="921307" y="318032"/>
                  </a:lnTo>
                  <a:lnTo>
                    <a:pt x="922947" y="321310"/>
                  </a:lnTo>
                  <a:lnTo>
                    <a:pt x="922947" y="318032"/>
                  </a:lnTo>
                  <a:lnTo>
                    <a:pt x="926225" y="314753"/>
                  </a:lnTo>
                  <a:lnTo>
                    <a:pt x="931143" y="314753"/>
                  </a:lnTo>
                  <a:lnTo>
                    <a:pt x="934422" y="313113"/>
                  </a:lnTo>
                  <a:lnTo>
                    <a:pt x="936061" y="309835"/>
                  </a:lnTo>
                  <a:lnTo>
                    <a:pt x="940979" y="309835"/>
                  </a:lnTo>
                  <a:lnTo>
                    <a:pt x="944258" y="308196"/>
                  </a:lnTo>
                  <a:lnTo>
                    <a:pt x="942619" y="313113"/>
                  </a:lnTo>
                  <a:lnTo>
                    <a:pt x="940979" y="316392"/>
                  </a:lnTo>
                  <a:lnTo>
                    <a:pt x="940979" y="319671"/>
                  </a:lnTo>
                  <a:lnTo>
                    <a:pt x="937701" y="324589"/>
                  </a:lnTo>
                  <a:lnTo>
                    <a:pt x="937701" y="327867"/>
                  </a:lnTo>
                  <a:lnTo>
                    <a:pt x="936061" y="332786"/>
                  </a:lnTo>
                  <a:lnTo>
                    <a:pt x="936061" y="336064"/>
                  </a:lnTo>
                  <a:lnTo>
                    <a:pt x="937701" y="339343"/>
                  </a:lnTo>
                  <a:lnTo>
                    <a:pt x="936061" y="344261"/>
                  </a:lnTo>
                  <a:lnTo>
                    <a:pt x="936061" y="344261"/>
                  </a:lnTo>
                  <a:lnTo>
                    <a:pt x="936061" y="345900"/>
                  </a:lnTo>
                  <a:lnTo>
                    <a:pt x="937701" y="342622"/>
                  </a:lnTo>
                  <a:lnTo>
                    <a:pt x="937701" y="337703"/>
                  </a:lnTo>
                  <a:lnTo>
                    <a:pt x="940979" y="334425"/>
                  </a:lnTo>
                  <a:lnTo>
                    <a:pt x="940979" y="331146"/>
                  </a:lnTo>
                  <a:lnTo>
                    <a:pt x="942619" y="326228"/>
                  </a:lnTo>
                  <a:lnTo>
                    <a:pt x="944258" y="322950"/>
                  </a:lnTo>
                  <a:lnTo>
                    <a:pt x="945898" y="318032"/>
                  </a:lnTo>
                  <a:lnTo>
                    <a:pt x="949176" y="314753"/>
                  </a:lnTo>
                  <a:lnTo>
                    <a:pt x="950815" y="314753"/>
                  </a:lnTo>
                  <a:lnTo>
                    <a:pt x="952455" y="314753"/>
                  </a:lnTo>
                  <a:lnTo>
                    <a:pt x="957373" y="313113"/>
                  </a:lnTo>
                  <a:lnTo>
                    <a:pt x="959012" y="309835"/>
                  </a:lnTo>
                  <a:lnTo>
                    <a:pt x="960651" y="304917"/>
                  </a:lnTo>
                  <a:lnTo>
                    <a:pt x="963930" y="301638"/>
                  </a:lnTo>
                  <a:lnTo>
                    <a:pt x="965570" y="296720"/>
                  </a:lnTo>
                  <a:lnTo>
                    <a:pt x="970488" y="296720"/>
                  </a:lnTo>
                  <a:lnTo>
                    <a:pt x="970488" y="298359"/>
                  </a:lnTo>
                  <a:lnTo>
                    <a:pt x="972127" y="301638"/>
                  </a:lnTo>
                  <a:lnTo>
                    <a:pt x="977045" y="304917"/>
                  </a:lnTo>
                  <a:lnTo>
                    <a:pt x="977045" y="301638"/>
                  </a:lnTo>
                  <a:lnTo>
                    <a:pt x="975405" y="298359"/>
                  </a:lnTo>
                  <a:lnTo>
                    <a:pt x="978684" y="298359"/>
                  </a:lnTo>
                  <a:lnTo>
                    <a:pt x="981963" y="296720"/>
                  </a:lnTo>
                  <a:lnTo>
                    <a:pt x="986881" y="296720"/>
                  </a:lnTo>
                  <a:lnTo>
                    <a:pt x="985242" y="296720"/>
                  </a:lnTo>
                  <a:lnTo>
                    <a:pt x="981963" y="295081"/>
                  </a:lnTo>
                  <a:lnTo>
                    <a:pt x="978684" y="296720"/>
                  </a:lnTo>
                  <a:lnTo>
                    <a:pt x="973766" y="296720"/>
                  </a:lnTo>
                  <a:lnTo>
                    <a:pt x="973766" y="293442"/>
                  </a:lnTo>
                  <a:lnTo>
                    <a:pt x="977045" y="288523"/>
                  </a:lnTo>
                  <a:lnTo>
                    <a:pt x="980323" y="288523"/>
                  </a:lnTo>
                  <a:lnTo>
                    <a:pt x="981963" y="285245"/>
                  </a:lnTo>
                  <a:lnTo>
                    <a:pt x="981963" y="281966"/>
                  </a:lnTo>
                  <a:lnTo>
                    <a:pt x="981963" y="278687"/>
                  </a:lnTo>
                  <a:lnTo>
                    <a:pt x="981963" y="275409"/>
                  </a:lnTo>
                  <a:lnTo>
                    <a:pt x="983602" y="270491"/>
                  </a:lnTo>
                  <a:lnTo>
                    <a:pt x="986881" y="267212"/>
                  </a:lnTo>
                  <a:lnTo>
                    <a:pt x="990160" y="263933"/>
                  </a:lnTo>
                  <a:lnTo>
                    <a:pt x="995078" y="265573"/>
                  </a:lnTo>
                  <a:lnTo>
                    <a:pt x="998356" y="262294"/>
                  </a:lnTo>
                  <a:lnTo>
                    <a:pt x="999995" y="262294"/>
                  </a:lnTo>
                  <a:lnTo>
                    <a:pt x="1004913" y="262294"/>
                  </a:lnTo>
                  <a:lnTo>
                    <a:pt x="1004913" y="265573"/>
                  </a:lnTo>
                  <a:lnTo>
                    <a:pt x="1008192" y="262294"/>
                  </a:lnTo>
                  <a:lnTo>
                    <a:pt x="1011471" y="262294"/>
                  </a:lnTo>
                  <a:lnTo>
                    <a:pt x="1013110" y="265573"/>
                  </a:lnTo>
                  <a:lnTo>
                    <a:pt x="1016389" y="265573"/>
                  </a:lnTo>
                  <a:lnTo>
                    <a:pt x="1014750" y="262294"/>
                  </a:lnTo>
                  <a:lnTo>
                    <a:pt x="1014750" y="257376"/>
                  </a:lnTo>
                  <a:lnTo>
                    <a:pt x="1019668" y="259016"/>
                  </a:lnTo>
                  <a:lnTo>
                    <a:pt x="1021307" y="260655"/>
                  </a:lnTo>
                  <a:lnTo>
                    <a:pt x="1024585" y="262294"/>
                  </a:lnTo>
                  <a:lnTo>
                    <a:pt x="1024585" y="265573"/>
                  </a:lnTo>
                  <a:lnTo>
                    <a:pt x="1027864" y="263933"/>
                  </a:lnTo>
                  <a:lnTo>
                    <a:pt x="1029504" y="268852"/>
                  </a:lnTo>
                  <a:lnTo>
                    <a:pt x="1034422" y="265573"/>
                  </a:lnTo>
                  <a:lnTo>
                    <a:pt x="1034422" y="270491"/>
                  </a:lnTo>
                  <a:lnTo>
                    <a:pt x="1037700" y="267212"/>
                  </a:lnTo>
                  <a:lnTo>
                    <a:pt x="1039340" y="263933"/>
                  </a:lnTo>
                  <a:lnTo>
                    <a:pt x="1037700" y="267212"/>
                  </a:lnTo>
                  <a:lnTo>
                    <a:pt x="1042618" y="270491"/>
                  </a:lnTo>
                  <a:lnTo>
                    <a:pt x="1040979" y="273769"/>
                  </a:lnTo>
                  <a:lnTo>
                    <a:pt x="1044258" y="268852"/>
                  </a:lnTo>
                  <a:lnTo>
                    <a:pt x="1047536" y="270491"/>
                  </a:lnTo>
                  <a:lnTo>
                    <a:pt x="1045897" y="273769"/>
                  </a:lnTo>
                  <a:lnTo>
                    <a:pt x="1042618" y="275409"/>
                  </a:lnTo>
                  <a:lnTo>
                    <a:pt x="1045897" y="275409"/>
                  </a:lnTo>
                  <a:lnTo>
                    <a:pt x="1049176" y="277048"/>
                  </a:lnTo>
                  <a:lnTo>
                    <a:pt x="1054094" y="278687"/>
                  </a:lnTo>
                  <a:lnTo>
                    <a:pt x="1057372" y="275409"/>
                  </a:lnTo>
                  <a:lnTo>
                    <a:pt x="1057372" y="280327"/>
                  </a:lnTo>
                  <a:lnTo>
                    <a:pt x="1060651" y="278687"/>
                  </a:lnTo>
                  <a:lnTo>
                    <a:pt x="1062290" y="275409"/>
                  </a:lnTo>
                  <a:lnTo>
                    <a:pt x="1062290" y="278687"/>
                  </a:lnTo>
                  <a:lnTo>
                    <a:pt x="1063930" y="283606"/>
                  </a:lnTo>
                  <a:lnTo>
                    <a:pt x="1067208" y="281966"/>
                  </a:lnTo>
                  <a:lnTo>
                    <a:pt x="1067208" y="285245"/>
                  </a:lnTo>
                  <a:lnTo>
                    <a:pt x="1068848" y="285245"/>
                  </a:lnTo>
                  <a:lnTo>
                    <a:pt x="1072126" y="281966"/>
                  </a:lnTo>
                  <a:lnTo>
                    <a:pt x="1072126" y="285245"/>
                  </a:lnTo>
                  <a:lnTo>
                    <a:pt x="1075405" y="285245"/>
                  </a:lnTo>
                  <a:lnTo>
                    <a:pt x="1077044" y="288523"/>
                  </a:lnTo>
                  <a:lnTo>
                    <a:pt x="1081962" y="285245"/>
                  </a:lnTo>
                  <a:lnTo>
                    <a:pt x="1081962" y="288523"/>
                  </a:lnTo>
                  <a:lnTo>
                    <a:pt x="1083602" y="291802"/>
                  </a:lnTo>
                  <a:lnTo>
                    <a:pt x="1088520" y="290163"/>
                  </a:lnTo>
                  <a:lnTo>
                    <a:pt x="1090159" y="293442"/>
                  </a:lnTo>
                  <a:lnTo>
                    <a:pt x="1093438" y="291802"/>
                  </a:lnTo>
                  <a:lnTo>
                    <a:pt x="1090159" y="295081"/>
                  </a:lnTo>
                  <a:lnTo>
                    <a:pt x="1091798" y="298359"/>
                  </a:lnTo>
                  <a:lnTo>
                    <a:pt x="1093438" y="295081"/>
                  </a:lnTo>
                  <a:lnTo>
                    <a:pt x="1098356" y="293442"/>
                  </a:lnTo>
                  <a:lnTo>
                    <a:pt x="1095077" y="296720"/>
                  </a:lnTo>
                  <a:lnTo>
                    <a:pt x="1095077" y="301638"/>
                  </a:lnTo>
                  <a:lnTo>
                    <a:pt x="1095077" y="304917"/>
                  </a:lnTo>
                  <a:lnTo>
                    <a:pt x="1098356" y="308196"/>
                  </a:lnTo>
                  <a:lnTo>
                    <a:pt x="1099995" y="306556"/>
                  </a:lnTo>
                  <a:lnTo>
                    <a:pt x="1099995" y="303277"/>
                  </a:lnTo>
                  <a:lnTo>
                    <a:pt x="1101635" y="298359"/>
                  </a:lnTo>
                  <a:lnTo>
                    <a:pt x="1104913" y="296720"/>
                  </a:lnTo>
                  <a:lnTo>
                    <a:pt x="1109831" y="298359"/>
                  </a:lnTo>
                  <a:lnTo>
                    <a:pt x="1109831" y="299999"/>
                  </a:lnTo>
                  <a:lnTo>
                    <a:pt x="1109831" y="299999"/>
                  </a:lnTo>
                  <a:lnTo>
                    <a:pt x="1109831" y="301638"/>
                  </a:lnTo>
                  <a:lnTo>
                    <a:pt x="1109831" y="301638"/>
                  </a:lnTo>
                  <a:lnTo>
                    <a:pt x="1109831" y="301638"/>
                  </a:lnTo>
                  <a:lnTo>
                    <a:pt x="1109831" y="301638"/>
                  </a:lnTo>
                  <a:lnTo>
                    <a:pt x="1111470" y="298359"/>
                  </a:lnTo>
                  <a:lnTo>
                    <a:pt x="1114749" y="295081"/>
                  </a:lnTo>
                  <a:lnTo>
                    <a:pt x="1113110" y="299999"/>
                  </a:lnTo>
                  <a:lnTo>
                    <a:pt x="1113110" y="303277"/>
                  </a:lnTo>
                  <a:lnTo>
                    <a:pt x="1116388" y="301638"/>
                  </a:lnTo>
                  <a:lnTo>
                    <a:pt x="1118028" y="306556"/>
                  </a:lnTo>
                  <a:lnTo>
                    <a:pt x="1116388" y="309835"/>
                  </a:lnTo>
                  <a:lnTo>
                    <a:pt x="1121307" y="308196"/>
                  </a:lnTo>
                  <a:lnTo>
                    <a:pt x="1118028" y="311474"/>
                  </a:lnTo>
                  <a:lnTo>
                    <a:pt x="1121307" y="311474"/>
                  </a:lnTo>
                  <a:lnTo>
                    <a:pt x="1124585" y="308196"/>
                  </a:lnTo>
                  <a:lnTo>
                    <a:pt x="1124585" y="313113"/>
                  </a:lnTo>
                  <a:lnTo>
                    <a:pt x="1127864" y="313113"/>
                  </a:lnTo>
                  <a:lnTo>
                    <a:pt x="1127864" y="318032"/>
                  </a:lnTo>
                  <a:lnTo>
                    <a:pt x="1126225" y="321310"/>
                  </a:lnTo>
                  <a:lnTo>
                    <a:pt x="1126225" y="324589"/>
                  </a:lnTo>
                  <a:lnTo>
                    <a:pt x="1124585" y="329507"/>
                  </a:lnTo>
                  <a:lnTo>
                    <a:pt x="1121307" y="331146"/>
                  </a:lnTo>
                  <a:lnTo>
                    <a:pt x="1116388" y="332786"/>
                  </a:lnTo>
                  <a:lnTo>
                    <a:pt x="1121307" y="332786"/>
                  </a:lnTo>
                  <a:lnTo>
                    <a:pt x="1122946" y="336064"/>
                  </a:lnTo>
                  <a:lnTo>
                    <a:pt x="1124585" y="332786"/>
                  </a:lnTo>
                  <a:lnTo>
                    <a:pt x="1127864" y="327867"/>
                  </a:lnTo>
                  <a:lnTo>
                    <a:pt x="1131142" y="326228"/>
                  </a:lnTo>
                  <a:lnTo>
                    <a:pt x="1132782" y="331146"/>
                  </a:lnTo>
                  <a:lnTo>
                    <a:pt x="1134421" y="334425"/>
                  </a:lnTo>
                  <a:lnTo>
                    <a:pt x="1132782" y="337703"/>
                  </a:lnTo>
                  <a:lnTo>
                    <a:pt x="1127864" y="339343"/>
                  </a:lnTo>
                  <a:lnTo>
                    <a:pt x="1126225" y="342622"/>
                  </a:lnTo>
                  <a:lnTo>
                    <a:pt x="1126225" y="342622"/>
                  </a:lnTo>
                  <a:lnTo>
                    <a:pt x="1126225" y="347540"/>
                  </a:lnTo>
                  <a:lnTo>
                    <a:pt x="1124585" y="350818"/>
                  </a:lnTo>
                  <a:lnTo>
                    <a:pt x="1122946" y="354097"/>
                  </a:lnTo>
                  <a:lnTo>
                    <a:pt x="1122946" y="359015"/>
                  </a:lnTo>
                  <a:lnTo>
                    <a:pt x="1121307" y="362294"/>
                  </a:lnTo>
                  <a:lnTo>
                    <a:pt x="1124585" y="367212"/>
                  </a:lnTo>
                  <a:lnTo>
                    <a:pt x="1121307" y="370490"/>
                  </a:lnTo>
                  <a:lnTo>
                    <a:pt x="1118028" y="373769"/>
                  </a:lnTo>
                  <a:lnTo>
                    <a:pt x="1118028" y="377047"/>
                  </a:lnTo>
                  <a:lnTo>
                    <a:pt x="1119667" y="378687"/>
                  </a:lnTo>
                  <a:lnTo>
                    <a:pt x="1119667" y="377047"/>
                  </a:lnTo>
                  <a:lnTo>
                    <a:pt x="1121307" y="373769"/>
                  </a:lnTo>
                  <a:lnTo>
                    <a:pt x="1124585" y="370490"/>
                  </a:lnTo>
                  <a:lnTo>
                    <a:pt x="1127864" y="367212"/>
                  </a:lnTo>
                  <a:lnTo>
                    <a:pt x="1131142" y="363933"/>
                  </a:lnTo>
                  <a:lnTo>
                    <a:pt x="1132782" y="359015"/>
                  </a:lnTo>
                  <a:lnTo>
                    <a:pt x="1132782" y="355736"/>
                  </a:lnTo>
                  <a:lnTo>
                    <a:pt x="1134421" y="352457"/>
                  </a:lnTo>
                  <a:lnTo>
                    <a:pt x="1134421" y="347540"/>
                  </a:lnTo>
                  <a:lnTo>
                    <a:pt x="1134421" y="344261"/>
                  </a:lnTo>
                  <a:lnTo>
                    <a:pt x="1137700" y="342622"/>
                  </a:lnTo>
                  <a:lnTo>
                    <a:pt x="1139339" y="340982"/>
                  </a:lnTo>
                  <a:lnTo>
                    <a:pt x="1144257" y="339343"/>
                  </a:lnTo>
                  <a:lnTo>
                    <a:pt x="1147536" y="339343"/>
                  </a:lnTo>
                  <a:lnTo>
                    <a:pt x="1147536" y="342622"/>
                  </a:lnTo>
                  <a:lnTo>
                    <a:pt x="1144257" y="347540"/>
                  </a:lnTo>
                  <a:lnTo>
                    <a:pt x="1142618" y="350818"/>
                  </a:lnTo>
                  <a:lnTo>
                    <a:pt x="1139339" y="352457"/>
                  </a:lnTo>
                  <a:lnTo>
                    <a:pt x="1137700" y="355736"/>
                  </a:lnTo>
                  <a:lnTo>
                    <a:pt x="1140979" y="354097"/>
                  </a:lnTo>
                  <a:lnTo>
                    <a:pt x="1140979" y="359015"/>
                  </a:lnTo>
                  <a:lnTo>
                    <a:pt x="1142618" y="357376"/>
                  </a:lnTo>
                  <a:lnTo>
                    <a:pt x="1145897" y="355736"/>
                  </a:lnTo>
                  <a:lnTo>
                    <a:pt x="1145897" y="352457"/>
                  </a:lnTo>
                  <a:lnTo>
                    <a:pt x="1147536" y="347540"/>
                  </a:lnTo>
                  <a:lnTo>
                    <a:pt x="1150815" y="344261"/>
                  </a:lnTo>
                  <a:lnTo>
                    <a:pt x="1152454" y="347540"/>
                  </a:lnTo>
                  <a:lnTo>
                    <a:pt x="1154093" y="344261"/>
                  </a:lnTo>
                  <a:lnTo>
                    <a:pt x="1157372" y="342622"/>
                  </a:lnTo>
                  <a:lnTo>
                    <a:pt x="1162290" y="342622"/>
                  </a:lnTo>
                  <a:lnTo>
                    <a:pt x="1165569" y="340982"/>
                  </a:lnTo>
                  <a:lnTo>
                    <a:pt x="1168847" y="340982"/>
                  </a:lnTo>
                  <a:lnTo>
                    <a:pt x="1168847" y="340982"/>
                  </a:lnTo>
                  <a:lnTo>
                    <a:pt x="1170487" y="337703"/>
                  </a:lnTo>
                  <a:lnTo>
                    <a:pt x="1173765" y="336064"/>
                  </a:lnTo>
                  <a:lnTo>
                    <a:pt x="1178683" y="337703"/>
                  </a:lnTo>
                  <a:lnTo>
                    <a:pt x="1181962" y="339343"/>
                  </a:lnTo>
                  <a:lnTo>
                    <a:pt x="1185241" y="339343"/>
                  </a:lnTo>
                  <a:lnTo>
                    <a:pt x="1188519" y="340982"/>
                  </a:lnTo>
                  <a:lnTo>
                    <a:pt x="1191798" y="342622"/>
                  </a:lnTo>
                  <a:lnTo>
                    <a:pt x="1196716" y="344261"/>
                  </a:lnTo>
                  <a:lnTo>
                    <a:pt x="1199995" y="347540"/>
                  </a:lnTo>
                  <a:lnTo>
                    <a:pt x="1203273" y="350818"/>
                  </a:lnTo>
                  <a:lnTo>
                    <a:pt x="1208191" y="352457"/>
                  </a:lnTo>
                  <a:lnTo>
                    <a:pt x="1211470" y="354097"/>
                  </a:lnTo>
                  <a:lnTo>
                    <a:pt x="1214749" y="354097"/>
                  </a:lnTo>
                  <a:lnTo>
                    <a:pt x="1216388" y="357376"/>
                  </a:lnTo>
                  <a:lnTo>
                    <a:pt x="1219667" y="355736"/>
                  </a:lnTo>
                  <a:lnTo>
                    <a:pt x="1224585" y="357376"/>
                  </a:lnTo>
                  <a:lnTo>
                    <a:pt x="1227863" y="357376"/>
                  </a:lnTo>
                  <a:lnTo>
                    <a:pt x="1227863" y="357376"/>
                  </a:lnTo>
                  <a:lnTo>
                    <a:pt x="1227863" y="352457"/>
                  </a:lnTo>
                  <a:lnTo>
                    <a:pt x="1231142" y="354097"/>
                  </a:lnTo>
                  <a:lnTo>
                    <a:pt x="1234421" y="355736"/>
                  </a:lnTo>
                  <a:lnTo>
                    <a:pt x="1237699" y="359015"/>
                  </a:lnTo>
                  <a:lnTo>
                    <a:pt x="1239339" y="359015"/>
                  </a:lnTo>
                  <a:lnTo>
                    <a:pt x="1244257" y="360654"/>
                  </a:lnTo>
                  <a:lnTo>
                    <a:pt x="1247535" y="360654"/>
                  </a:lnTo>
                  <a:lnTo>
                    <a:pt x="1250814" y="362294"/>
                  </a:lnTo>
                  <a:lnTo>
                    <a:pt x="1254093" y="365572"/>
                  </a:lnTo>
                  <a:lnTo>
                    <a:pt x="1255732" y="362294"/>
                  </a:lnTo>
                  <a:lnTo>
                    <a:pt x="1255732" y="359015"/>
                  </a:lnTo>
                  <a:lnTo>
                    <a:pt x="1259011" y="359015"/>
                  </a:lnTo>
                  <a:lnTo>
                    <a:pt x="1262289" y="359015"/>
                  </a:lnTo>
                  <a:lnTo>
                    <a:pt x="1265568" y="359015"/>
                  </a:lnTo>
                  <a:lnTo>
                    <a:pt x="1270486" y="357376"/>
                  </a:lnTo>
                  <a:lnTo>
                    <a:pt x="1272125" y="359015"/>
                  </a:lnTo>
                  <a:lnTo>
                    <a:pt x="1275404" y="357376"/>
                  </a:lnTo>
                  <a:lnTo>
                    <a:pt x="1278683" y="357376"/>
                  </a:lnTo>
                  <a:lnTo>
                    <a:pt x="1281962" y="355736"/>
                  </a:lnTo>
                  <a:lnTo>
                    <a:pt x="1286879" y="355736"/>
                  </a:lnTo>
                  <a:lnTo>
                    <a:pt x="1290158" y="355736"/>
                  </a:lnTo>
                  <a:lnTo>
                    <a:pt x="1293437" y="355736"/>
                  </a:lnTo>
                  <a:lnTo>
                    <a:pt x="1298355" y="357376"/>
                  </a:lnTo>
                  <a:lnTo>
                    <a:pt x="1298355" y="357376"/>
                  </a:lnTo>
                  <a:lnTo>
                    <a:pt x="1303273" y="357376"/>
                  </a:lnTo>
                  <a:lnTo>
                    <a:pt x="1303273" y="357376"/>
                  </a:lnTo>
                  <a:lnTo>
                    <a:pt x="1306552" y="360654"/>
                  </a:lnTo>
                  <a:lnTo>
                    <a:pt x="1311469" y="363933"/>
                  </a:lnTo>
                  <a:lnTo>
                    <a:pt x="1314748" y="365572"/>
                  </a:lnTo>
                  <a:lnTo>
                    <a:pt x="1318027" y="367212"/>
                  </a:lnTo>
                  <a:lnTo>
                    <a:pt x="1322945" y="370490"/>
                  </a:lnTo>
                  <a:lnTo>
                    <a:pt x="1326224" y="372130"/>
                  </a:lnTo>
                  <a:lnTo>
                    <a:pt x="1329502" y="373769"/>
                  </a:lnTo>
                  <a:lnTo>
                    <a:pt x="1332781" y="377047"/>
                  </a:lnTo>
                  <a:lnTo>
                    <a:pt x="1337699" y="378687"/>
                  </a:lnTo>
                  <a:lnTo>
                    <a:pt x="1340978" y="381966"/>
                  </a:lnTo>
                  <a:lnTo>
                    <a:pt x="1344256" y="385244"/>
                  </a:lnTo>
                  <a:lnTo>
                    <a:pt x="1347535" y="388523"/>
                  </a:lnTo>
                  <a:lnTo>
                    <a:pt x="1352453" y="391802"/>
                  </a:lnTo>
                  <a:lnTo>
                    <a:pt x="1355732" y="395080"/>
                  </a:lnTo>
                  <a:lnTo>
                    <a:pt x="1359010" y="396720"/>
                  </a:lnTo>
                  <a:lnTo>
                    <a:pt x="1362289" y="396720"/>
                  </a:lnTo>
                  <a:lnTo>
                    <a:pt x="1365568" y="399999"/>
                  </a:lnTo>
                  <a:lnTo>
                    <a:pt x="1367207" y="404916"/>
                  </a:lnTo>
                  <a:lnTo>
                    <a:pt x="1370486" y="406556"/>
                  </a:lnTo>
                  <a:lnTo>
                    <a:pt x="1373765" y="411474"/>
                  </a:lnTo>
                  <a:lnTo>
                    <a:pt x="1375403" y="414752"/>
                  </a:lnTo>
                  <a:lnTo>
                    <a:pt x="1378682" y="418031"/>
                  </a:lnTo>
                  <a:lnTo>
                    <a:pt x="1383600" y="421310"/>
                  </a:lnTo>
                  <a:lnTo>
                    <a:pt x="1386879" y="424589"/>
                  </a:lnTo>
                  <a:lnTo>
                    <a:pt x="1390158" y="426228"/>
                  </a:lnTo>
                  <a:lnTo>
                    <a:pt x="1391797" y="429506"/>
                  </a:lnTo>
                  <a:lnTo>
                    <a:pt x="1395076" y="434424"/>
                  </a:lnTo>
                  <a:lnTo>
                    <a:pt x="1398355" y="436064"/>
                  </a:lnTo>
                  <a:lnTo>
                    <a:pt x="1401633" y="437703"/>
                  </a:lnTo>
                  <a:lnTo>
                    <a:pt x="1406551" y="437703"/>
                  </a:lnTo>
                  <a:lnTo>
                    <a:pt x="1409830" y="440982"/>
                  </a:lnTo>
                  <a:lnTo>
                    <a:pt x="1409830" y="445900"/>
                  </a:lnTo>
                  <a:lnTo>
                    <a:pt x="1411469" y="445900"/>
                  </a:lnTo>
                  <a:lnTo>
                    <a:pt x="1414748" y="449179"/>
                  </a:lnTo>
                  <a:lnTo>
                    <a:pt x="1418026" y="449179"/>
                  </a:lnTo>
                  <a:lnTo>
                    <a:pt x="1421305" y="449179"/>
                  </a:lnTo>
                  <a:lnTo>
                    <a:pt x="1426223" y="450818"/>
                  </a:lnTo>
                  <a:lnTo>
                    <a:pt x="1429502" y="455736"/>
                  </a:lnTo>
                  <a:lnTo>
                    <a:pt x="1432780" y="457375"/>
                  </a:lnTo>
                  <a:lnTo>
                    <a:pt x="1432780" y="457375"/>
                  </a:lnTo>
                  <a:lnTo>
                    <a:pt x="1437699" y="455736"/>
                  </a:lnTo>
                  <a:lnTo>
                    <a:pt x="1440977" y="455736"/>
                  </a:lnTo>
                  <a:lnTo>
                    <a:pt x="1444256" y="457375"/>
                  </a:lnTo>
                  <a:lnTo>
                    <a:pt x="1449174" y="457375"/>
                  </a:lnTo>
                  <a:lnTo>
                    <a:pt x="1452453" y="457375"/>
                  </a:lnTo>
                  <a:lnTo>
                    <a:pt x="1455731" y="455736"/>
                  </a:lnTo>
                  <a:lnTo>
                    <a:pt x="1460649" y="454096"/>
                  </a:lnTo>
                  <a:lnTo>
                    <a:pt x="1463928" y="455736"/>
                  </a:lnTo>
                  <a:lnTo>
                    <a:pt x="1467206" y="455736"/>
                  </a:lnTo>
                  <a:lnTo>
                    <a:pt x="1472125" y="457375"/>
                  </a:lnTo>
                  <a:lnTo>
                    <a:pt x="1475403" y="457375"/>
                  </a:lnTo>
                  <a:lnTo>
                    <a:pt x="1478682" y="460654"/>
                  </a:lnTo>
                  <a:lnTo>
                    <a:pt x="1481960" y="463933"/>
                  </a:lnTo>
                  <a:lnTo>
                    <a:pt x="1483600" y="467211"/>
                  </a:lnTo>
                  <a:lnTo>
                    <a:pt x="1485239" y="470490"/>
                  </a:lnTo>
                  <a:lnTo>
                    <a:pt x="1488518" y="475408"/>
                  </a:lnTo>
                  <a:lnTo>
                    <a:pt x="1488518" y="478687"/>
                  </a:lnTo>
                  <a:lnTo>
                    <a:pt x="1490157" y="481965"/>
                  </a:lnTo>
                  <a:lnTo>
                    <a:pt x="1490157" y="486883"/>
                  </a:lnTo>
                  <a:lnTo>
                    <a:pt x="1491796" y="488523"/>
                  </a:lnTo>
                  <a:lnTo>
                    <a:pt x="1491796" y="491801"/>
                  </a:lnTo>
                  <a:lnTo>
                    <a:pt x="1493436" y="495080"/>
                  </a:lnTo>
                  <a:lnTo>
                    <a:pt x="1493436" y="498359"/>
                  </a:lnTo>
                  <a:lnTo>
                    <a:pt x="1495075" y="503277"/>
                  </a:lnTo>
                  <a:lnTo>
                    <a:pt x="1493436" y="506555"/>
                  </a:lnTo>
                  <a:lnTo>
                    <a:pt x="1496715" y="508194"/>
                  </a:lnTo>
                  <a:lnTo>
                    <a:pt x="1496715" y="511473"/>
                  </a:lnTo>
                  <a:lnTo>
                    <a:pt x="1499993" y="514752"/>
                  </a:lnTo>
                  <a:lnTo>
                    <a:pt x="1499993" y="519670"/>
                  </a:lnTo>
                  <a:lnTo>
                    <a:pt x="1499993" y="522949"/>
                  </a:lnTo>
                  <a:lnTo>
                    <a:pt x="1499993" y="526227"/>
                  </a:lnTo>
                  <a:lnTo>
                    <a:pt x="1501633" y="531146"/>
                  </a:lnTo>
                  <a:lnTo>
                    <a:pt x="1501633" y="534424"/>
                  </a:lnTo>
                  <a:lnTo>
                    <a:pt x="1503272" y="539342"/>
                  </a:lnTo>
                  <a:lnTo>
                    <a:pt x="1503272" y="542621"/>
                  </a:lnTo>
                  <a:lnTo>
                    <a:pt x="1503272" y="545899"/>
                  </a:lnTo>
                  <a:lnTo>
                    <a:pt x="1503272" y="544260"/>
                  </a:lnTo>
                  <a:lnTo>
                    <a:pt x="1506550" y="540981"/>
                  </a:lnTo>
                  <a:lnTo>
                    <a:pt x="1506550" y="544260"/>
                  </a:lnTo>
                  <a:lnTo>
                    <a:pt x="1506550" y="549178"/>
                  </a:lnTo>
                  <a:lnTo>
                    <a:pt x="1506550" y="552457"/>
                  </a:lnTo>
                  <a:lnTo>
                    <a:pt x="1506550" y="557374"/>
                  </a:lnTo>
                  <a:lnTo>
                    <a:pt x="1506550" y="560653"/>
                  </a:lnTo>
                  <a:lnTo>
                    <a:pt x="1506550" y="560653"/>
                  </a:lnTo>
                  <a:lnTo>
                    <a:pt x="1503272" y="565571"/>
                  </a:lnTo>
                  <a:lnTo>
                    <a:pt x="1503272" y="565571"/>
                  </a:lnTo>
                  <a:lnTo>
                    <a:pt x="1506550" y="567211"/>
                  </a:lnTo>
                  <a:lnTo>
                    <a:pt x="1504911" y="570489"/>
                  </a:lnTo>
                  <a:lnTo>
                    <a:pt x="1504911" y="573768"/>
                  </a:lnTo>
                  <a:lnTo>
                    <a:pt x="1503272" y="577047"/>
                  </a:lnTo>
                  <a:lnTo>
                    <a:pt x="1506550" y="580326"/>
                  </a:lnTo>
                  <a:lnTo>
                    <a:pt x="1506550" y="583604"/>
                  </a:lnTo>
                  <a:lnTo>
                    <a:pt x="1504911" y="588522"/>
                  </a:lnTo>
                  <a:lnTo>
                    <a:pt x="1504911" y="586883"/>
                  </a:lnTo>
                  <a:lnTo>
                    <a:pt x="1503272" y="588522"/>
                  </a:lnTo>
                  <a:lnTo>
                    <a:pt x="1504911" y="588522"/>
                  </a:lnTo>
                  <a:lnTo>
                    <a:pt x="1504911" y="591801"/>
                  </a:lnTo>
                  <a:lnTo>
                    <a:pt x="1503272" y="595080"/>
                  </a:lnTo>
                  <a:lnTo>
                    <a:pt x="1503272" y="599997"/>
                  </a:lnTo>
                  <a:lnTo>
                    <a:pt x="1499993" y="603276"/>
                  </a:lnTo>
                  <a:lnTo>
                    <a:pt x="1501633" y="604916"/>
                  </a:lnTo>
                  <a:lnTo>
                    <a:pt x="1499993" y="609833"/>
                  </a:lnTo>
                  <a:lnTo>
                    <a:pt x="1498354" y="613112"/>
                  </a:lnTo>
                  <a:lnTo>
                    <a:pt x="1498354" y="618030"/>
                  </a:lnTo>
                  <a:lnTo>
                    <a:pt x="1496715" y="621309"/>
                  </a:lnTo>
                  <a:lnTo>
                    <a:pt x="1495075" y="626227"/>
                  </a:lnTo>
                  <a:lnTo>
                    <a:pt x="1495075" y="627866"/>
                  </a:lnTo>
                  <a:lnTo>
                    <a:pt x="1491796" y="632784"/>
                  </a:lnTo>
                  <a:lnTo>
                    <a:pt x="1490157" y="636063"/>
                  </a:lnTo>
                  <a:lnTo>
                    <a:pt x="1488518" y="639341"/>
                  </a:lnTo>
                  <a:lnTo>
                    <a:pt x="1485239" y="642620"/>
                  </a:lnTo>
                  <a:lnTo>
                    <a:pt x="1483600" y="647538"/>
                  </a:lnTo>
                  <a:lnTo>
                    <a:pt x="1480321" y="650817"/>
                  </a:lnTo>
                  <a:lnTo>
                    <a:pt x="1477043" y="655735"/>
                  </a:lnTo>
                  <a:lnTo>
                    <a:pt x="1475403" y="659014"/>
                  </a:lnTo>
                  <a:lnTo>
                    <a:pt x="1473764" y="657374"/>
                  </a:lnTo>
                  <a:lnTo>
                    <a:pt x="1472125" y="655735"/>
                  </a:lnTo>
                  <a:lnTo>
                    <a:pt x="1470485" y="660653"/>
                  </a:lnTo>
                  <a:lnTo>
                    <a:pt x="1470485" y="660653"/>
                  </a:lnTo>
                  <a:lnTo>
                    <a:pt x="1467206" y="657374"/>
                  </a:lnTo>
                  <a:lnTo>
                    <a:pt x="1468846" y="662292"/>
                  </a:lnTo>
                  <a:lnTo>
                    <a:pt x="1470485" y="660653"/>
                  </a:lnTo>
                  <a:lnTo>
                    <a:pt x="1470485" y="662292"/>
                  </a:lnTo>
                  <a:lnTo>
                    <a:pt x="1472125" y="662292"/>
                  </a:lnTo>
                  <a:lnTo>
                    <a:pt x="1468846" y="665571"/>
                  </a:lnTo>
                  <a:lnTo>
                    <a:pt x="1467206" y="668850"/>
                  </a:lnTo>
                  <a:lnTo>
                    <a:pt x="1463928" y="673768"/>
                  </a:lnTo>
                  <a:lnTo>
                    <a:pt x="1462289" y="675407"/>
                  </a:lnTo>
                  <a:lnTo>
                    <a:pt x="1459010" y="680325"/>
                  </a:lnTo>
                  <a:lnTo>
                    <a:pt x="1455731" y="683604"/>
                  </a:lnTo>
                  <a:lnTo>
                    <a:pt x="1454092" y="686882"/>
                  </a:lnTo>
                  <a:lnTo>
                    <a:pt x="1452453" y="691800"/>
                  </a:lnTo>
                  <a:lnTo>
                    <a:pt x="1449174" y="695079"/>
                  </a:lnTo>
                  <a:lnTo>
                    <a:pt x="1447535" y="696718"/>
                  </a:lnTo>
                  <a:lnTo>
                    <a:pt x="1444256" y="696718"/>
                  </a:lnTo>
                  <a:lnTo>
                    <a:pt x="1440977" y="699997"/>
                  </a:lnTo>
                  <a:lnTo>
                    <a:pt x="1436059" y="703276"/>
                  </a:lnTo>
                  <a:lnTo>
                    <a:pt x="1432780" y="704915"/>
                  </a:lnTo>
                  <a:lnTo>
                    <a:pt x="1429502" y="709833"/>
                  </a:lnTo>
                  <a:lnTo>
                    <a:pt x="1426223" y="713111"/>
                  </a:lnTo>
                  <a:lnTo>
                    <a:pt x="1426223" y="708194"/>
                  </a:lnTo>
                  <a:lnTo>
                    <a:pt x="1421305" y="706554"/>
                  </a:lnTo>
                  <a:lnTo>
                    <a:pt x="1421305" y="708194"/>
                  </a:lnTo>
                  <a:lnTo>
                    <a:pt x="1422945" y="709833"/>
                  </a:lnTo>
                  <a:lnTo>
                    <a:pt x="1422945" y="709833"/>
                  </a:lnTo>
                  <a:lnTo>
                    <a:pt x="1426223" y="711473"/>
                  </a:lnTo>
                  <a:lnTo>
                    <a:pt x="1424584" y="716390"/>
                  </a:lnTo>
                  <a:lnTo>
                    <a:pt x="1424584" y="718030"/>
                  </a:lnTo>
                  <a:lnTo>
                    <a:pt x="1421305" y="721308"/>
                  </a:lnTo>
                  <a:lnTo>
                    <a:pt x="1416387" y="718030"/>
                  </a:lnTo>
                  <a:lnTo>
                    <a:pt x="1418026" y="721308"/>
                  </a:lnTo>
                  <a:lnTo>
                    <a:pt x="1421305" y="722948"/>
                  </a:lnTo>
                  <a:lnTo>
                    <a:pt x="1421305" y="726226"/>
                  </a:lnTo>
                  <a:lnTo>
                    <a:pt x="1418026" y="729505"/>
                  </a:lnTo>
                  <a:lnTo>
                    <a:pt x="1414748" y="732784"/>
                  </a:lnTo>
                  <a:lnTo>
                    <a:pt x="1414748" y="729505"/>
                  </a:lnTo>
                  <a:lnTo>
                    <a:pt x="1413109" y="732784"/>
                  </a:lnTo>
                  <a:lnTo>
                    <a:pt x="1413109" y="736063"/>
                  </a:lnTo>
                  <a:lnTo>
                    <a:pt x="1409830" y="740980"/>
                  </a:lnTo>
                  <a:lnTo>
                    <a:pt x="1409830" y="740980"/>
                  </a:lnTo>
                  <a:lnTo>
                    <a:pt x="1414748" y="739341"/>
                  </a:lnTo>
                  <a:lnTo>
                    <a:pt x="1411469" y="742620"/>
                  </a:lnTo>
                  <a:lnTo>
                    <a:pt x="1409830" y="745898"/>
                  </a:lnTo>
                  <a:lnTo>
                    <a:pt x="1409830" y="750817"/>
                  </a:lnTo>
                  <a:lnTo>
                    <a:pt x="1408190" y="752456"/>
                  </a:lnTo>
                  <a:lnTo>
                    <a:pt x="1408190" y="754095"/>
                  </a:lnTo>
                  <a:lnTo>
                    <a:pt x="1406551" y="757374"/>
                  </a:lnTo>
                  <a:lnTo>
                    <a:pt x="1404912" y="762292"/>
                  </a:lnTo>
                  <a:lnTo>
                    <a:pt x="1403272" y="765570"/>
                  </a:lnTo>
                  <a:lnTo>
                    <a:pt x="1401633" y="768849"/>
                  </a:lnTo>
                  <a:lnTo>
                    <a:pt x="1399994" y="773767"/>
                  </a:lnTo>
                  <a:lnTo>
                    <a:pt x="1396715" y="777046"/>
                  </a:lnTo>
                  <a:lnTo>
                    <a:pt x="1395076" y="780324"/>
                  </a:lnTo>
                  <a:lnTo>
                    <a:pt x="1393436" y="785243"/>
                  </a:lnTo>
                  <a:lnTo>
                    <a:pt x="1391797" y="788521"/>
                  </a:lnTo>
                  <a:lnTo>
                    <a:pt x="1388518" y="791800"/>
                  </a:lnTo>
                  <a:lnTo>
                    <a:pt x="1385240" y="795078"/>
                  </a:lnTo>
                  <a:lnTo>
                    <a:pt x="1383600" y="799997"/>
                  </a:lnTo>
                  <a:lnTo>
                    <a:pt x="1380322" y="803275"/>
                  </a:lnTo>
                  <a:lnTo>
                    <a:pt x="1377043" y="804914"/>
                  </a:lnTo>
                  <a:lnTo>
                    <a:pt x="1372125" y="804914"/>
                  </a:lnTo>
                  <a:lnTo>
                    <a:pt x="1373765" y="801636"/>
                  </a:lnTo>
                  <a:lnTo>
                    <a:pt x="1373765" y="796718"/>
                  </a:lnTo>
                  <a:lnTo>
                    <a:pt x="1372125" y="793439"/>
                  </a:lnTo>
                  <a:lnTo>
                    <a:pt x="1367207" y="791800"/>
                  </a:lnTo>
                  <a:lnTo>
                    <a:pt x="1365568" y="788521"/>
                  </a:lnTo>
                  <a:lnTo>
                    <a:pt x="1365568" y="791800"/>
                  </a:lnTo>
                  <a:lnTo>
                    <a:pt x="1363928" y="795078"/>
                  </a:lnTo>
                  <a:lnTo>
                    <a:pt x="1360650" y="798357"/>
                  </a:lnTo>
                  <a:lnTo>
                    <a:pt x="1357371" y="795078"/>
                  </a:lnTo>
                  <a:lnTo>
                    <a:pt x="1357371" y="795078"/>
                  </a:lnTo>
                  <a:lnTo>
                    <a:pt x="1360650" y="798357"/>
                  </a:lnTo>
                  <a:lnTo>
                    <a:pt x="1362289" y="798357"/>
                  </a:lnTo>
                  <a:lnTo>
                    <a:pt x="1363928" y="803275"/>
                  </a:lnTo>
                  <a:lnTo>
                    <a:pt x="1362289" y="806554"/>
                  </a:lnTo>
                  <a:lnTo>
                    <a:pt x="1362289" y="806554"/>
                  </a:lnTo>
                  <a:lnTo>
                    <a:pt x="1359010" y="811472"/>
                  </a:lnTo>
                  <a:lnTo>
                    <a:pt x="1359010" y="814751"/>
                  </a:lnTo>
                  <a:lnTo>
                    <a:pt x="1357371" y="818029"/>
                  </a:lnTo>
                  <a:lnTo>
                    <a:pt x="1357371" y="822947"/>
                  </a:lnTo>
                  <a:lnTo>
                    <a:pt x="1354092" y="821308"/>
                  </a:lnTo>
                  <a:lnTo>
                    <a:pt x="1354092" y="824587"/>
                  </a:lnTo>
                  <a:lnTo>
                    <a:pt x="1352453" y="827865"/>
                  </a:lnTo>
                  <a:lnTo>
                    <a:pt x="1352453" y="831144"/>
                  </a:lnTo>
                  <a:lnTo>
                    <a:pt x="1352453" y="832783"/>
                  </a:lnTo>
                  <a:lnTo>
                    <a:pt x="1352453" y="829504"/>
                  </a:lnTo>
                  <a:lnTo>
                    <a:pt x="1354092" y="827865"/>
                  </a:lnTo>
                  <a:lnTo>
                    <a:pt x="1355732" y="831144"/>
                  </a:lnTo>
                  <a:lnTo>
                    <a:pt x="1357371" y="834423"/>
                  </a:lnTo>
                  <a:lnTo>
                    <a:pt x="1355732" y="837701"/>
                  </a:lnTo>
                  <a:lnTo>
                    <a:pt x="1355732" y="842619"/>
                  </a:lnTo>
                  <a:lnTo>
                    <a:pt x="1352453" y="837701"/>
                  </a:lnTo>
                  <a:lnTo>
                    <a:pt x="1355732" y="842619"/>
                  </a:lnTo>
                  <a:lnTo>
                    <a:pt x="1354092" y="845898"/>
                  </a:lnTo>
                  <a:lnTo>
                    <a:pt x="1357371" y="850816"/>
                  </a:lnTo>
                  <a:lnTo>
                    <a:pt x="1357371" y="854095"/>
                  </a:lnTo>
                  <a:lnTo>
                    <a:pt x="1359010" y="850816"/>
                  </a:lnTo>
                  <a:lnTo>
                    <a:pt x="1359010" y="845898"/>
                  </a:lnTo>
                  <a:lnTo>
                    <a:pt x="1359010" y="850816"/>
                  </a:lnTo>
                  <a:lnTo>
                    <a:pt x="1359010" y="854095"/>
                  </a:lnTo>
                  <a:lnTo>
                    <a:pt x="1359010" y="857373"/>
                  </a:lnTo>
                  <a:lnTo>
                    <a:pt x="1357371" y="862291"/>
                  </a:lnTo>
                  <a:lnTo>
                    <a:pt x="1359010" y="862291"/>
                  </a:lnTo>
                  <a:lnTo>
                    <a:pt x="1357371" y="865570"/>
                  </a:lnTo>
                  <a:lnTo>
                    <a:pt x="1357371" y="870488"/>
                  </a:lnTo>
                  <a:lnTo>
                    <a:pt x="1357371" y="873767"/>
                  </a:lnTo>
                  <a:lnTo>
                    <a:pt x="1355732" y="878685"/>
                  </a:lnTo>
                  <a:lnTo>
                    <a:pt x="1355732" y="881963"/>
                  </a:lnTo>
                  <a:lnTo>
                    <a:pt x="1357371" y="885242"/>
                  </a:lnTo>
                  <a:lnTo>
                    <a:pt x="1359010" y="890160"/>
                  </a:lnTo>
                  <a:lnTo>
                    <a:pt x="1359010" y="893439"/>
                  </a:lnTo>
                  <a:lnTo>
                    <a:pt x="1359010" y="896717"/>
                  </a:lnTo>
                  <a:lnTo>
                    <a:pt x="1359010" y="901635"/>
                  </a:lnTo>
                  <a:lnTo>
                    <a:pt x="1360650" y="904914"/>
                  </a:lnTo>
                  <a:lnTo>
                    <a:pt x="1360650" y="908193"/>
                  </a:lnTo>
                  <a:lnTo>
                    <a:pt x="1362289" y="913111"/>
                  </a:lnTo>
                  <a:lnTo>
                    <a:pt x="1362289" y="916390"/>
                  </a:lnTo>
                  <a:lnTo>
                    <a:pt x="1362289" y="919668"/>
                  </a:lnTo>
                  <a:lnTo>
                    <a:pt x="1363928" y="924586"/>
                  </a:lnTo>
                  <a:lnTo>
                    <a:pt x="1365568" y="927865"/>
                  </a:lnTo>
                  <a:lnTo>
                    <a:pt x="1367207" y="931144"/>
                  </a:lnTo>
                  <a:lnTo>
                    <a:pt x="1365568" y="934422"/>
                  </a:lnTo>
                  <a:lnTo>
                    <a:pt x="1365568" y="937701"/>
                  </a:lnTo>
                  <a:lnTo>
                    <a:pt x="1363928" y="942619"/>
                  </a:lnTo>
                  <a:lnTo>
                    <a:pt x="1363928" y="945897"/>
                  </a:lnTo>
                  <a:lnTo>
                    <a:pt x="1362289" y="949176"/>
                  </a:lnTo>
                  <a:lnTo>
                    <a:pt x="1362289" y="954094"/>
                  </a:lnTo>
                  <a:lnTo>
                    <a:pt x="1360650" y="957373"/>
                  </a:lnTo>
                  <a:lnTo>
                    <a:pt x="1360650" y="960651"/>
                  </a:lnTo>
                  <a:lnTo>
                    <a:pt x="1360650" y="965570"/>
                  </a:lnTo>
                  <a:lnTo>
                    <a:pt x="1360650" y="968848"/>
                  </a:lnTo>
                  <a:lnTo>
                    <a:pt x="1359010" y="972127"/>
                  </a:lnTo>
                  <a:lnTo>
                    <a:pt x="1359010" y="975405"/>
                  </a:lnTo>
                  <a:lnTo>
                    <a:pt x="1359010" y="980324"/>
                  </a:lnTo>
                  <a:lnTo>
                    <a:pt x="1359010" y="983602"/>
                  </a:lnTo>
                  <a:lnTo>
                    <a:pt x="1357371" y="986881"/>
                  </a:lnTo>
                  <a:lnTo>
                    <a:pt x="1357371" y="991799"/>
                  </a:lnTo>
                  <a:lnTo>
                    <a:pt x="1357371" y="995078"/>
                  </a:lnTo>
                  <a:lnTo>
                    <a:pt x="1357371" y="998356"/>
                  </a:lnTo>
                  <a:lnTo>
                    <a:pt x="1359010" y="1003274"/>
                  </a:lnTo>
                  <a:lnTo>
                    <a:pt x="1359010" y="1006553"/>
                  </a:lnTo>
                  <a:lnTo>
                    <a:pt x="1360650" y="1009832"/>
                  </a:lnTo>
                  <a:lnTo>
                    <a:pt x="1360650" y="1014750"/>
                  </a:lnTo>
                  <a:lnTo>
                    <a:pt x="1357371" y="1018028"/>
                  </a:lnTo>
                  <a:lnTo>
                    <a:pt x="1355732" y="1021307"/>
                  </a:lnTo>
                  <a:lnTo>
                    <a:pt x="1350813" y="1022947"/>
                  </a:lnTo>
                  <a:lnTo>
                    <a:pt x="1349174" y="1026225"/>
                  </a:lnTo>
                  <a:lnTo>
                    <a:pt x="1347535" y="1031143"/>
                  </a:lnTo>
                  <a:lnTo>
                    <a:pt x="1345896" y="1032782"/>
                  </a:lnTo>
                  <a:lnTo>
                    <a:pt x="1344256" y="1036061"/>
                  </a:lnTo>
                  <a:lnTo>
                    <a:pt x="1342617" y="1040979"/>
                  </a:lnTo>
                  <a:lnTo>
                    <a:pt x="1342617" y="1042618"/>
                  </a:lnTo>
                  <a:lnTo>
                    <a:pt x="1342617" y="1045897"/>
                  </a:lnTo>
                  <a:lnTo>
                    <a:pt x="1340978" y="1049176"/>
                  </a:lnTo>
                  <a:lnTo>
                    <a:pt x="1342617" y="1052454"/>
                  </a:lnTo>
                  <a:lnTo>
                    <a:pt x="1340978" y="1057372"/>
                  </a:lnTo>
                  <a:lnTo>
                    <a:pt x="1340978" y="1060651"/>
                  </a:lnTo>
                  <a:lnTo>
                    <a:pt x="1342617" y="1063930"/>
                  </a:lnTo>
                  <a:lnTo>
                    <a:pt x="1342617" y="1068848"/>
                  </a:lnTo>
                  <a:lnTo>
                    <a:pt x="1342617" y="1072127"/>
                  </a:lnTo>
                  <a:lnTo>
                    <a:pt x="1344256" y="1075405"/>
                  </a:lnTo>
                  <a:lnTo>
                    <a:pt x="1344256" y="1080323"/>
                  </a:lnTo>
                  <a:lnTo>
                    <a:pt x="1345896" y="1083602"/>
                  </a:lnTo>
                  <a:lnTo>
                    <a:pt x="1345896" y="1086881"/>
                  </a:lnTo>
                  <a:lnTo>
                    <a:pt x="1344256" y="1091798"/>
                  </a:lnTo>
                  <a:lnTo>
                    <a:pt x="1342617" y="1095077"/>
                  </a:lnTo>
                  <a:lnTo>
                    <a:pt x="1342617" y="1098356"/>
                  </a:lnTo>
                  <a:lnTo>
                    <a:pt x="1339338" y="1099995"/>
                  </a:lnTo>
                  <a:lnTo>
                    <a:pt x="1336060" y="1103274"/>
                  </a:lnTo>
                  <a:lnTo>
                    <a:pt x="1334420" y="1103274"/>
                  </a:lnTo>
                  <a:lnTo>
                    <a:pt x="1332781" y="1106552"/>
                  </a:lnTo>
                  <a:lnTo>
                    <a:pt x="1332781" y="1111471"/>
                  </a:lnTo>
                  <a:lnTo>
                    <a:pt x="1331142" y="1114749"/>
                  </a:lnTo>
                  <a:lnTo>
                    <a:pt x="1331142" y="1114749"/>
                  </a:lnTo>
                  <a:lnTo>
                    <a:pt x="1329502" y="1119667"/>
                  </a:lnTo>
                  <a:lnTo>
                    <a:pt x="1329502" y="1122946"/>
                  </a:lnTo>
                  <a:lnTo>
                    <a:pt x="1327863" y="1127864"/>
                  </a:lnTo>
                  <a:lnTo>
                    <a:pt x="1326224" y="1126225"/>
                  </a:lnTo>
                  <a:lnTo>
                    <a:pt x="1322945" y="1127864"/>
                  </a:lnTo>
                  <a:lnTo>
                    <a:pt x="1326224" y="1132782"/>
                  </a:lnTo>
                  <a:lnTo>
                    <a:pt x="1324584" y="1136061"/>
                  </a:lnTo>
                  <a:lnTo>
                    <a:pt x="1322945" y="1139339"/>
                  </a:lnTo>
                  <a:lnTo>
                    <a:pt x="1319666" y="1142618"/>
                  </a:lnTo>
                  <a:lnTo>
                    <a:pt x="1318027" y="1147536"/>
                  </a:lnTo>
                  <a:lnTo>
                    <a:pt x="1314748" y="1150815"/>
                  </a:lnTo>
                  <a:lnTo>
                    <a:pt x="1311469" y="1152454"/>
                  </a:lnTo>
                  <a:lnTo>
                    <a:pt x="1308191" y="1155732"/>
                  </a:lnTo>
                  <a:lnTo>
                    <a:pt x="1308191" y="1159011"/>
                  </a:lnTo>
                  <a:lnTo>
                    <a:pt x="1308191" y="1162290"/>
                  </a:lnTo>
                  <a:lnTo>
                    <a:pt x="1304912" y="1167208"/>
                  </a:lnTo>
                  <a:lnTo>
                    <a:pt x="1304912" y="1170487"/>
                  </a:lnTo>
                  <a:lnTo>
                    <a:pt x="1304912" y="1173765"/>
                  </a:lnTo>
                  <a:lnTo>
                    <a:pt x="1301634" y="1178684"/>
                  </a:lnTo>
                  <a:lnTo>
                    <a:pt x="1301634" y="1181962"/>
                  </a:lnTo>
                  <a:lnTo>
                    <a:pt x="1303273" y="1185241"/>
                  </a:lnTo>
                  <a:lnTo>
                    <a:pt x="1303273" y="1188519"/>
                  </a:lnTo>
                  <a:lnTo>
                    <a:pt x="1303273" y="1191798"/>
                  </a:lnTo>
                  <a:lnTo>
                    <a:pt x="1304912" y="1196716"/>
                  </a:lnTo>
                  <a:lnTo>
                    <a:pt x="1306552" y="1199995"/>
                  </a:lnTo>
                  <a:lnTo>
                    <a:pt x="1304912" y="1203274"/>
                  </a:lnTo>
                  <a:lnTo>
                    <a:pt x="1301634" y="1204913"/>
                  </a:lnTo>
                  <a:lnTo>
                    <a:pt x="1298355" y="1208191"/>
                  </a:lnTo>
                  <a:lnTo>
                    <a:pt x="1295076" y="1209831"/>
                  </a:lnTo>
                  <a:lnTo>
                    <a:pt x="1290158" y="1211470"/>
                  </a:lnTo>
                  <a:lnTo>
                    <a:pt x="1286879" y="1213109"/>
                  </a:lnTo>
                  <a:lnTo>
                    <a:pt x="1283601" y="1214749"/>
                  </a:lnTo>
                  <a:lnTo>
                    <a:pt x="1280322" y="1216388"/>
                  </a:lnTo>
                  <a:lnTo>
                    <a:pt x="1277044" y="1219667"/>
                  </a:lnTo>
                  <a:lnTo>
                    <a:pt x="1273765" y="1224585"/>
                  </a:lnTo>
                  <a:lnTo>
                    <a:pt x="1270486" y="1227864"/>
                  </a:lnTo>
                  <a:lnTo>
                    <a:pt x="1270486" y="1231142"/>
                  </a:lnTo>
                  <a:lnTo>
                    <a:pt x="1270486" y="1234421"/>
                  </a:lnTo>
                  <a:lnTo>
                    <a:pt x="1272125" y="1239339"/>
                  </a:lnTo>
                  <a:lnTo>
                    <a:pt x="1268847" y="1242618"/>
                  </a:lnTo>
                  <a:lnTo>
                    <a:pt x="1270486" y="1245896"/>
                  </a:lnTo>
                  <a:lnTo>
                    <a:pt x="1268847" y="1244257"/>
                  </a:lnTo>
                  <a:lnTo>
                    <a:pt x="1265568" y="1244257"/>
                  </a:lnTo>
                  <a:lnTo>
                    <a:pt x="1262289" y="1244257"/>
                  </a:lnTo>
                  <a:lnTo>
                    <a:pt x="1257372" y="1244257"/>
                  </a:lnTo>
                  <a:lnTo>
                    <a:pt x="1254093" y="1244257"/>
                  </a:lnTo>
                  <a:lnTo>
                    <a:pt x="1250814" y="1244257"/>
                  </a:lnTo>
                  <a:lnTo>
                    <a:pt x="1245896" y="1244257"/>
                  </a:lnTo>
                  <a:lnTo>
                    <a:pt x="1242617" y="1245896"/>
                  </a:lnTo>
                  <a:lnTo>
                    <a:pt x="1239339" y="1245896"/>
                  </a:lnTo>
                  <a:lnTo>
                    <a:pt x="1236060" y="1245896"/>
                  </a:lnTo>
                  <a:lnTo>
                    <a:pt x="1231142" y="1245896"/>
                  </a:lnTo>
                  <a:lnTo>
                    <a:pt x="1227863" y="1242618"/>
                  </a:lnTo>
                  <a:lnTo>
                    <a:pt x="1229503" y="1240978"/>
                  </a:lnTo>
                  <a:lnTo>
                    <a:pt x="1229503" y="1236060"/>
                  </a:lnTo>
                  <a:lnTo>
                    <a:pt x="1229503" y="1232781"/>
                  </a:lnTo>
                  <a:lnTo>
                    <a:pt x="1226224" y="1234421"/>
                  </a:lnTo>
                  <a:lnTo>
                    <a:pt x="1222945" y="1237699"/>
                  </a:lnTo>
                  <a:lnTo>
                    <a:pt x="1224585" y="1240978"/>
                  </a:lnTo>
                  <a:lnTo>
                    <a:pt x="1224585" y="1240978"/>
                  </a:lnTo>
                  <a:lnTo>
                    <a:pt x="1226224" y="1242618"/>
                  </a:lnTo>
                  <a:lnTo>
                    <a:pt x="1227863" y="1242618"/>
                  </a:lnTo>
                  <a:lnTo>
                    <a:pt x="1226224" y="1245896"/>
                  </a:lnTo>
                  <a:lnTo>
                    <a:pt x="1222945" y="1247535"/>
                  </a:lnTo>
                  <a:lnTo>
                    <a:pt x="1218027" y="1247535"/>
                  </a:lnTo>
                  <a:lnTo>
                    <a:pt x="1214749" y="1247535"/>
                  </a:lnTo>
                  <a:lnTo>
                    <a:pt x="1211470" y="1249175"/>
                  </a:lnTo>
                  <a:lnTo>
                    <a:pt x="1208191" y="1249175"/>
                  </a:lnTo>
                  <a:lnTo>
                    <a:pt x="1203273" y="1249175"/>
                  </a:lnTo>
                  <a:lnTo>
                    <a:pt x="1199995" y="1250814"/>
                  </a:lnTo>
                  <a:lnTo>
                    <a:pt x="1196716" y="1250814"/>
                  </a:lnTo>
                  <a:lnTo>
                    <a:pt x="1198355" y="1249175"/>
                  </a:lnTo>
                  <a:lnTo>
                    <a:pt x="1203273" y="1249175"/>
                  </a:lnTo>
                  <a:lnTo>
                    <a:pt x="1206552" y="1249175"/>
                  </a:lnTo>
                  <a:lnTo>
                    <a:pt x="1209831" y="1247535"/>
                  </a:lnTo>
                  <a:lnTo>
                    <a:pt x="1208191" y="1245896"/>
                  </a:lnTo>
                  <a:lnTo>
                    <a:pt x="1204913" y="1244257"/>
                  </a:lnTo>
                  <a:lnTo>
                    <a:pt x="1199995" y="1242618"/>
                  </a:lnTo>
                  <a:lnTo>
                    <a:pt x="1196716" y="1244257"/>
                  </a:lnTo>
                  <a:lnTo>
                    <a:pt x="1193437" y="1244257"/>
                  </a:lnTo>
                  <a:lnTo>
                    <a:pt x="1190159" y="1247535"/>
                  </a:lnTo>
                  <a:lnTo>
                    <a:pt x="1185241" y="1247535"/>
                  </a:lnTo>
                  <a:lnTo>
                    <a:pt x="1181962" y="1244257"/>
                  </a:lnTo>
                  <a:lnTo>
                    <a:pt x="1178683" y="1247535"/>
                  </a:lnTo>
                  <a:lnTo>
                    <a:pt x="1175405" y="1249175"/>
                  </a:lnTo>
                  <a:lnTo>
                    <a:pt x="1170487" y="1249175"/>
                  </a:lnTo>
                  <a:lnTo>
                    <a:pt x="1170487" y="1252454"/>
                  </a:lnTo>
                  <a:lnTo>
                    <a:pt x="1170487" y="1257371"/>
                  </a:lnTo>
                  <a:lnTo>
                    <a:pt x="1173765" y="1257371"/>
                  </a:lnTo>
                  <a:lnTo>
                    <a:pt x="1177044" y="1260650"/>
                  </a:lnTo>
                  <a:lnTo>
                    <a:pt x="1173765" y="1262289"/>
                  </a:lnTo>
                  <a:lnTo>
                    <a:pt x="1170487" y="1262289"/>
                  </a:lnTo>
                  <a:lnTo>
                    <a:pt x="1167208" y="1263929"/>
                  </a:lnTo>
                  <a:lnTo>
                    <a:pt x="1163929" y="1262289"/>
                  </a:lnTo>
                  <a:lnTo>
                    <a:pt x="1159011" y="1265568"/>
                  </a:lnTo>
                  <a:lnTo>
                    <a:pt x="1157372" y="1268847"/>
                  </a:lnTo>
                  <a:lnTo>
                    <a:pt x="1154093" y="1268847"/>
                  </a:lnTo>
                  <a:lnTo>
                    <a:pt x="1152454" y="1272125"/>
                  </a:lnTo>
                  <a:lnTo>
                    <a:pt x="1147536" y="1273765"/>
                  </a:lnTo>
                  <a:lnTo>
                    <a:pt x="1144257" y="1275404"/>
                  </a:lnTo>
                  <a:lnTo>
                    <a:pt x="1145897" y="1280322"/>
                  </a:lnTo>
                  <a:lnTo>
                    <a:pt x="1144257" y="1283601"/>
                  </a:lnTo>
                  <a:lnTo>
                    <a:pt x="1140979" y="1281962"/>
                  </a:lnTo>
                  <a:lnTo>
                    <a:pt x="1137700" y="1281962"/>
                  </a:lnTo>
                  <a:lnTo>
                    <a:pt x="1132782" y="1280322"/>
                  </a:lnTo>
                  <a:lnTo>
                    <a:pt x="1129503" y="1280322"/>
                  </a:lnTo>
                  <a:lnTo>
                    <a:pt x="1126225" y="1281962"/>
                  </a:lnTo>
                  <a:lnTo>
                    <a:pt x="1121307" y="1283601"/>
                  </a:lnTo>
                  <a:lnTo>
                    <a:pt x="1118028" y="1286879"/>
                  </a:lnTo>
                  <a:lnTo>
                    <a:pt x="1118028" y="1290158"/>
                  </a:lnTo>
                  <a:lnTo>
                    <a:pt x="1113110" y="1291798"/>
                  </a:lnTo>
                  <a:lnTo>
                    <a:pt x="1113110" y="1291798"/>
                  </a:lnTo>
                  <a:lnTo>
                    <a:pt x="1113110" y="1286879"/>
                  </a:lnTo>
                  <a:lnTo>
                    <a:pt x="1108192" y="1286879"/>
                  </a:lnTo>
                  <a:lnTo>
                    <a:pt x="1108192" y="1288519"/>
                  </a:lnTo>
                  <a:lnTo>
                    <a:pt x="1108192" y="1290158"/>
                  </a:lnTo>
                  <a:lnTo>
                    <a:pt x="1109831" y="1290158"/>
                  </a:lnTo>
                  <a:lnTo>
                    <a:pt x="1109831" y="1291798"/>
                  </a:lnTo>
                  <a:lnTo>
                    <a:pt x="1104913" y="1293437"/>
                  </a:lnTo>
                  <a:lnTo>
                    <a:pt x="1101635" y="1295076"/>
                  </a:lnTo>
                  <a:lnTo>
                    <a:pt x="1098356" y="1298355"/>
                  </a:lnTo>
                  <a:lnTo>
                    <a:pt x="1095077" y="1299994"/>
                  </a:lnTo>
                  <a:lnTo>
                    <a:pt x="1090159" y="1303273"/>
                  </a:lnTo>
                  <a:lnTo>
                    <a:pt x="1088520" y="1306552"/>
                  </a:lnTo>
                  <a:lnTo>
                    <a:pt x="1086880" y="1311469"/>
                  </a:lnTo>
                  <a:lnTo>
                    <a:pt x="1081962" y="1314748"/>
                  </a:lnTo>
                  <a:lnTo>
                    <a:pt x="1078684" y="1316388"/>
                  </a:lnTo>
                  <a:lnTo>
                    <a:pt x="1075405" y="1319666"/>
                  </a:lnTo>
                  <a:lnTo>
                    <a:pt x="1072126" y="1321306"/>
                  </a:lnTo>
                  <a:lnTo>
                    <a:pt x="1068848" y="1322945"/>
                  </a:lnTo>
                  <a:lnTo>
                    <a:pt x="1067208" y="1324584"/>
                  </a:lnTo>
                  <a:lnTo>
                    <a:pt x="1063930" y="1327863"/>
                  </a:lnTo>
                  <a:lnTo>
                    <a:pt x="1060651" y="1331142"/>
                  </a:lnTo>
                  <a:lnTo>
                    <a:pt x="1057372" y="1334421"/>
                  </a:lnTo>
                  <a:lnTo>
                    <a:pt x="1055733" y="1337699"/>
                  </a:lnTo>
                  <a:lnTo>
                    <a:pt x="1054094" y="1339338"/>
                  </a:lnTo>
                  <a:lnTo>
                    <a:pt x="1057372" y="1340978"/>
                  </a:lnTo>
                  <a:lnTo>
                    <a:pt x="1054094" y="1344256"/>
                  </a:lnTo>
                  <a:lnTo>
                    <a:pt x="1054094" y="1345896"/>
                  </a:lnTo>
                  <a:lnTo>
                    <a:pt x="1052454" y="1349174"/>
                  </a:lnTo>
                  <a:lnTo>
                    <a:pt x="1049176" y="1352453"/>
                  </a:lnTo>
                  <a:lnTo>
                    <a:pt x="1047536" y="1355732"/>
                  </a:lnTo>
                  <a:lnTo>
                    <a:pt x="1047536" y="1352453"/>
                  </a:lnTo>
                  <a:lnTo>
                    <a:pt x="1049176" y="1347535"/>
                  </a:lnTo>
                  <a:lnTo>
                    <a:pt x="1045897" y="1349174"/>
                  </a:lnTo>
                  <a:lnTo>
                    <a:pt x="1040979" y="1349174"/>
                  </a:lnTo>
                  <a:lnTo>
                    <a:pt x="1037700" y="1347535"/>
                  </a:lnTo>
                  <a:lnTo>
                    <a:pt x="1039340" y="1350814"/>
                  </a:lnTo>
                  <a:lnTo>
                    <a:pt x="1039340" y="1354092"/>
                  </a:lnTo>
                  <a:lnTo>
                    <a:pt x="1036061" y="1355732"/>
                  </a:lnTo>
                  <a:lnTo>
                    <a:pt x="1031143" y="1355732"/>
                  </a:lnTo>
                  <a:lnTo>
                    <a:pt x="1027864" y="1352453"/>
                  </a:lnTo>
                  <a:lnTo>
                    <a:pt x="1029504" y="1357371"/>
                  </a:lnTo>
                  <a:lnTo>
                    <a:pt x="1032782" y="1359011"/>
                  </a:lnTo>
                  <a:lnTo>
                    <a:pt x="1036061" y="1357371"/>
                  </a:lnTo>
                  <a:lnTo>
                    <a:pt x="1039340" y="1360649"/>
                  </a:lnTo>
                  <a:lnTo>
                    <a:pt x="1042618" y="1360649"/>
                  </a:lnTo>
                  <a:lnTo>
                    <a:pt x="1039340" y="1365568"/>
                  </a:lnTo>
                  <a:lnTo>
                    <a:pt x="1037700" y="1368846"/>
                  </a:lnTo>
                  <a:lnTo>
                    <a:pt x="1037700" y="1372125"/>
                  </a:lnTo>
                  <a:lnTo>
                    <a:pt x="1034422" y="1372125"/>
                  </a:lnTo>
                  <a:lnTo>
                    <a:pt x="1029504" y="1373764"/>
                  </a:lnTo>
                  <a:lnTo>
                    <a:pt x="1034422" y="1373764"/>
                  </a:lnTo>
                  <a:lnTo>
                    <a:pt x="1037700" y="1373764"/>
                  </a:lnTo>
                  <a:lnTo>
                    <a:pt x="1036061" y="1378682"/>
                  </a:lnTo>
                  <a:lnTo>
                    <a:pt x="1036061" y="1380322"/>
                  </a:lnTo>
                  <a:lnTo>
                    <a:pt x="1037700" y="1383601"/>
                  </a:lnTo>
                  <a:lnTo>
                    <a:pt x="1036061" y="1388518"/>
                  </a:lnTo>
                  <a:lnTo>
                    <a:pt x="1032782" y="1388518"/>
                  </a:lnTo>
                  <a:lnTo>
                    <a:pt x="1029504" y="1385240"/>
                  </a:lnTo>
                  <a:lnTo>
                    <a:pt x="1031143" y="1388518"/>
                  </a:lnTo>
                  <a:lnTo>
                    <a:pt x="1031143" y="1393436"/>
                  </a:lnTo>
                  <a:lnTo>
                    <a:pt x="1036061" y="1395076"/>
                  </a:lnTo>
                  <a:lnTo>
                    <a:pt x="1036061" y="1395076"/>
                  </a:lnTo>
                  <a:lnTo>
                    <a:pt x="1037700" y="1398355"/>
                  </a:lnTo>
                  <a:lnTo>
                    <a:pt x="1037700" y="1401633"/>
                  </a:lnTo>
                  <a:lnTo>
                    <a:pt x="1036061" y="1406551"/>
                  </a:lnTo>
                  <a:lnTo>
                    <a:pt x="1037700" y="1408191"/>
                  </a:lnTo>
                  <a:lnTo>
                    <a:pt x="1037700" y="1411469"/>
                  </a:lnTo>
                  <a:lnTo>
                    <a:pt x="1040979" y="1413108"/>
                  </a:lnTo>
                  <a:lnTo>
                    <a:pt x="1039340" y="1418026"/>
                  </a:lnTo>
                  <a:lnTo>
                    <a:pt x="1040979" y="1421305"/>
                  </a:lnTo>
                  <a:lnTo>
                    <a:pt x="1042618" y="1424584"/>
                  </a:lnTo>
                  <a:lnTo>
                    <a:pt x="1042618" y="1429502"/>
                  </a:lnTo>
                  <a:lnTo>
                    <a:pt x="1045897" y="1429502"/>
                  </a:lnTo>
                  <a:lnTo>
                    <a:pt x="1045897" y="1432781"/>
                  </a:lnTo>
                  <a:lnTo>
                    <a:pt x="1042618" y="1434420"/>
                  </a:lnTo>
                  <a:lnTo>
                    <a:pt x="1045897" y="1439338"/>
                  </a:lnTo>
                  <a:lnTo>
                    <a:pt x="1042618" y="1442616"/>
                  </a:lnTo>
                  <a:lnTo>
                    <a:pt x="1044258" y="1445895"/>
                  </a:lnTo>
                  <a:lnTo>
                    <a:pt x="1044258" y="1450813"/>
                  </a:lnTo>
                  <a:lnTo>
                    <a:pt x="1044258" y="1454092"/>
                  </a:lnTo>
                  <a:lnTo>
                    <a:pt x="1045897" y="1459010"/>
                  </a:lnTo>
                  <a:lnTo>
                    <a:pt x="1047536" y="1462289"/>
                  </a:lnTo>
                  <a:lnTo>
                    <a:pt x="1047536" y="1465567"/>
                  </a:lnTo>
                  <a:lnTo>
                    <a:pt x="1047536" y="1470485"/>
                  </a:lnTo>
                  <a:lnTo>
                    <a:pt x="1047536" y="1473764"/>
                  </a:lnTo>
                  <a:lnTo>
                    <a:pt x="1047536" y="1477042"/>
                  </a:lnTo>
                  <a:lnTo>
                    <a:pt x="1045897" y="1480321"/>
                  </a:lnTo>
                  <a:lnTo>
                    <a:pt x="1044258" y="1485239"/>
                  </a:lnTo>
                  <a:lnTo>
                    <a:pt x="1044258" y="1488518"/>
                  </a:lnTo>
                  <a:lnTo>
                    <a:pt x="1042618" y="1486879"/>
                  </a:lnTo>
                  <a:lnTo>
                    <a:pt x="1042618" y="1486879"/>
                  </a:lnTo>
                  <a:lnTo>
                    <a:pt x="1039340" y="1483600"/>
                  </a:lnTo>
                  <a:lnTo>
                    <a:pt x="1040979" y="1486879"/>
                  </a:lnTo>
                  <a:lnTo>
                    <a:pt x="1040979" y="1486879"/>
                  </a:lnTo>
                  <a:lnTo>
                    <a:pt x="1040979" y="1488518"/>
                  </a:lnTo>
                  <a:lnTo>
                    <a:pt x="1044258" y="1491796"/>
                  </a:lnTo>
                  <a:lnTo>
                    <a:pt x="1040979" y="1495075"/>
                  </a:lnTo>
                  <a:lnTo>
                    <a:pt x="1037700" y="1496715"/>
                  </a:lnTo>
                  <a:lnTo>
                    <a:pt x="1034422" y="1499993"/>
                  </a:lnTo>
                  <a:lnTo>
                    <a:pt x="1031143" y="1503272"/>
                  </a:lnTo>
                  <a:lnTo>
                    <a:pt x="1027864" y="1506551"/>
                  </a:lnTo>
                  <a:lnTo>
                    <a:pt x="1024585" y="1511469"/>
                  </a:lnTo>
                  <a:lnTo>
                    <a:pt x="1021307" y="1514748"/>
                  </a:lnTo>
                  <a:lnTo>
                    <a:pt x="1019668" y="1518026"/>
                  </a:lnTo>
                  <a:lnTo>
                    <a:pt x="1016389" y="1522944"/>
                  </a:lnTo>
                  <a:lnTo>
                    <a:pt x="1014750" y="1526223"/>
                  </a:lnTo>
                  <a:lnTo>
                    <a:pt x="1014750" y="1526223"/>
                  </a:lnTo>
                  <a:lnTo>
                    <a:pt x="1011471" y="1531141"/>
                  </a:lnTo>
                  <a:lnTo>
                    <a:pt x="1011471" y="1534419"/>
                  </a:lnTo>
                  <a:lnTo>
                    <a:pt x="1009832" y="1537698"/>
                  </a:lnTo>
                  <a:lnTo>
                    <a:pt x="1008192" y="1540977"/>
                  </a:lnTo>
                  <a:lnTo>
                    <a:pt x="1008192" y="1542616"/>
                  </a:lnTo>
                  <a:lnTo>
                    <a:pt x="1006553" y="1545895"/>
                  </a:lnTo>
                  <a:lnTo>
                    <a:pt x="1004913" y="1547534"/>
                  </a:lnTo>
                  <a:lnTo>
                    <a:pt x="1004913" y="1552452"/>
                  </a:lnTo>
                  <a:lnTo>
                    <a:pt x="1004913" y="1555731"/>
                  </a:lnTo>
                  <a:lnTo>
                    <a:pt x="1003274" y="1559009"/>
                  </a:lnTo>
                  <a:lnTo>
                    <a:pt x="1003274" y="1562288"/>
                  </a:lnTo>
                  <a:lnTo>
                    <a:pt x="1001635" y="1565567"/>
                  </a:lnTo>
                  <a:lnTo>
                    <a:pt x="1001635" y="1568845"/>
                  </a:lnTo>
                  <a:lnTo>
                    <a:pt x="1001635" y="1573763"/>
                  </a:lnTo>
                  <a:lnTo>
                    <a:pt x="999995" y="1577042"/>
                  </a:lnTo>
                  <a:lnTo>
                    <a:pt x="998356" y="1580321"/>
                  </a:lnTo>
                  <a:lnTo>
                    <a:pt x="996717" y="1585239"/>
                  </a:lnTo>
                  <a:lnTo>
                    <a:pt x="995078" y="1588518"/>
                  </a:lnTo>
                  <a:lnTo>
                    <a:pt x="993438" y="1591796"/>
                  </a:lnTo>
                  <a:lnTo>
                    <a:pt x="991799" y="1596714"/>
                  </a:lnTo>
                  <a:lnTo>
                    <a:pt x="991799" y="1598353"/>
                  </a:lnTo>
                  <a:lnTo>
                    <a:pt x="990160" y="1601632"/>
                  </a:lnTo>
                  <a:lnTo>
                    <a:pt x="986881" y="1604911"/>
                  </a:lnTo>
                  <a:lnTo>
                    <a:pt x="985242" y="1609829"/>
                  </a:lnTo>
                  <a:lnTo>
                    <a:pt x="981963" y="1613108"/>
                  </a:lnTo>
                  <a:lnTo>
                    <a:pt x="980323" y="1616386"/>
                  </a:lnTo>
                  <a:lnTo>
                    <a:pt x="977045" y="1621304"/>
                  </a:lnTo>
                  <a:lnTo>
                    <a:pt x="973766" y="1624583"/>
                  </a:lnTo>
                  <a:lnTo>
                    <a:pt x="970488" y="1627862"/>
                  </a:lnTo>
                  <a:lnTo>
                    <a:pt x="967209" y="1632779"/>
                  </a:lnTo>
                  <a:lnTo>
                    <a:pt x="963930" y="1634419"/>
                  </a:lnTo>
                  <a:lnTo>
                    <a:pt x="960651" y="1636058"/>
                  </a:lnTo>
                  <a:lnTo>
                    <a:pt x="955733" y="1639337"/>
                  </a:lnTo>
                  <a:lnTo>
                    <a:pt x="952455" y="1642616"/>
                  </a:lnTo>
                  <a:lnTo>
                    <a:pt x="950815" y="1647533"/>
                  </a:lnTo>
                  <a:lnTo>
                    <a:pt x="947537" y="1650812"/>
                  </a:lnTo>
                  <a:lnTo>
                    <a:pt x="949176" y="1647533"/>
                  </a:lnTo>
                  <a:lnTo>
                    <a:pt x="947537" y="1642616"/>
                  </a:lnTo>
                  <a:lnTo>
                    <a:pt x="947537" y="1639337"/>
                  </a:lnTo>
                  <a:lnTo>
                    <a:pt x="945898" y="1636058"/>
                  </a:lnTo>
                  <a:lnTo>
                    <a:pt x="950815" y="1637698"/>
                  </a:lnTo>
                  <a:lnTo>
                    <a:pt x="954094" y="1639337"/>
                  </a:lnTo>
                  <a:lnTo>
                    <a:pt x="957373" y="1636058"/>
                  </a:lnTo>
                  <a:lnTo>
                    <a:pt x="960651" y="1632779"/>
                  </a:lnTo>
                  <a:lnTo>
                    <a:pt x="963930" y="1629501"/>
                  </a:lnTo>
                  <a:lnTo>
                    <a:pt x="967209" y="1626222"/>
                  </a:lnTo>
                  <a:lnTo>
                    <a:pt x="967209" y="1622943"/>
                  </a:lnTo>
                  <a:lnTo>
                    <a:pt x="972127" y="1622943"/>
                  </a:lnTo>
                  <a:lnTo>
                    <a:pt x="973766" y="1618026"/>
                  </a:lnTo>
                  <a:lnTo>
                    <a:pt x="975405" y="1614747"/>
                  </a:lnTo>
                  <a:lnTo>
                    <a:pt x="975405" y="1611468"/>
                  </a:lnTo>
                  <a:lnTo>
                    <a:pt x="973766" y="1608189"/>
                  </a:lnTo>
                  <a:lnTo>
                    <a:pt x="977045" y="1603272"/>
                  </a:lnTo>
                  <a:lnTo>
                    <a:pt x="980323" y="1606550"/>
                  </a:lnTo>
                  <a:lnTo>
                    <a:pt x="980323" y="1601632"/>
                  </a:lnTo>
                  <a:lnTo>
                    <a:pt x="980323" y="1598353"/>
                  </a:lnTo>
                  <a:lnTo>
                    <a:pt x="981963" y="1595075"/>
                  </a:lnTo>
                  <a:lnTo>
                    <a:pt x="985242" y="1591796"/>
                  </a:lnTo>
                  <a:lnTo>
                    <a:pt x="988520" y="1588518"/>
                  </a:lnTo>
                  <a:lnTo>
                    <a:pt x="988520" y="1585239"/>
                  </a:lnTo>
                  <a:lnTo>
                    <a:pt x="986881" y="1580321"/>
                  </a:lnTo>
                  <a:lnTo>
                    <a:pt x="986881" y="1577042"/>
                  </a:lnTo>
                  <a:lnTo>
                    <a:pt x="986881" y="1573763"/>
                  </a:lnTo>
                  <a:lnTo>
                    <a:pt x="990160" y="1575403"/>
                  </a:lnTo>
                  <a:lnTo>
                    <a:pt x="990160" y="1573763"/>
                  </a:lnTo>
                  <a:lnTo>
                    <a:pt x="990160" y="1570485"/>
                  </a:lnTo>
                  <a:lnTo>
                    <a:pt x="990160" y="1567206"/>
                  </a:lnTo>
                  <a:lnTo>
                    <a:pt x="985242" y="1565567"/>
                  </a:lnTo>
                  <a:lnTo>
                    <a:pt x="983602" y="1568845"/>
                  </a:lnTo>
                  <a:lnTo>
                    <a:pt x="980323" y="1570485"/>
                  </a:lnTo>
                  <a:lnTo>
                    <a:pt x="977045" y="1570485"/>
                  </a:lnTo>
                  <a:lnTo>
                    <a:pt x="975405" y="1573763"/>
                  </a:lnTo>
                  <a:lnTo>
                    <a:pt x="972127" y="1570485"/>
                  </a:lnTo>
                  <a:lnTo>
                    <a:pt x="970488" y="1565567"/>
                  </a:lnTo>
                  <a:lnTo>
                    <a:pt x="967209" y="1565567"/>
                  </a:lnTo>
                  <a:lnTo>
                    <a:pt x="963930" y="1562288"/>
                  </a:lnTo>
                  <a:lnTo>
                    <a:pt x="963930" y="1557370"/>
                  </a:lnTo>
                  <a:lnTo>
                    <a:pt x="960651" y="1557370"/>
                  </a:lnTo>
                  <a:lnTo>
                    <a:pt x="960651" y="1560649"/>
                  </a:lnTo>
                  <a:lnTo>
                    <a:pt x="962291" y="1565567"/>
                  </a:lnTo>
                  <a:lnTo>
                    <a:pt x="963930" y="1568845"/>
                  </a:lnTo>
                  <a:lnTo>
                    <a:pt x="967209" y="1570485"/>
                  </a:lnTo>
                  <a:lnTo>
                    <a:pt x="970488" y="1573763"/>
                  </a:lnTo>
                  <a:lnTo>
                    <a:pt x="965570" y="1575403"/>
                  </a:lnTo>
                  <a:lnTo>
                    <a:pt x="965570" y="1580321"/>
                  </a:lnTo>
                  <a:lnTo>
                    <a:pt x="965570" y="1583599"/>
                  </a:lnTo>
                  <a:lnTo>
                    <a:pt x="967209" y="1586878"/>
                  </a:lnTo>
                  <a:lnTo>
                    <a:pt x="967209" y="1591796"/>
                  </a:lnTo>
                  <a:lnTo>
                    <a:pt x="965570" y="1586878"/>
                  </a:lnTo>
                  <a:lnTo>
                    <a:pt x="963930" y="1583599"/>
                  </a:lnTo>
                  <a:lnTo>
                    <a:pt x="962291" y="1586878"/>
                  </a:lnTo>
                  <a:lnTo>
                    <a:pt x="963930" y="1591796"/>
                  </a:lnTo>
                  <a:lnTo>
                    <a:pt x="963930" y="1595075"/>
                  </a:lnTo>
                  <a:lnTo>
                    <a:pt x="960651" y="1596714"/>
                  </a:lnTo>
                  <a:lnTo>
                    <a:pt x="960651" y="1599993"/>
                  </a:lnTo>
                  <a:lnTo>
                    <a:pt x="960651" y="1604911"/>
                  </a:lnTo>
                  <a:lnTo>
                    <a:pt x="957373" y="1608189"/>
                  </a:lnTo>
                  <a:lnTo>
                    <a:pt x="954094" y="1611468"/>
                  </a:lnTo>
                  <a:lnTo>
                    <a:pt x="954094" y="1611468"/>
                  </a:lnTo>
                  <a:lnTo>
                    <a:pt x="949176" y="1613108"/>
                  </a:lnTo>
                  <a:lnTo>
                    <a:pt x="945898" y="1614747"/>
                  </a:lnTo>
                  <a:lnTo>
                    <a:pt x="945898" y="1619665"/>
                  </a:lnTo>
                  <a:lnTo>
                    <a:pt x="945898" y="1622943"/>
                  </a:lnTo>
                  <a:lnTo>
                    <a:pt x="945898" y="1626222"/>
                  </a:lnTo>
                  <a:lnTo>
                    <a:pt x="942619" y="1631140"/>
                  </a:lnTo>
                  <a:lnTo>
                    <a:pt x="939340" y="1634419"/>
                  </a:lnTo>
                  <a:lnTo>
                    <a:pt x="940979" y="1634419"/>
                  </a:lnTo>
                  <a:lnTo>
                    <a:pt x="940979" y="1639337"/>
                  </a:lnTo>
                  <a:lnTo>
                    <a:pt x="944258" y="1640976"/>
                  </a:lnTo>
                  <a:lnTo>
                    <a:pt x="940979" y="1644255"/>
                  </a:lnTo>
                  <a:lnTo>
                    <a:pt x="944258" y="1647533"/>
                  </a:lnTo>
                  <a:lnTo>
                    <a:pt x="947537" y="1645894"/>
                  </a:lnTo>
                  <a:lnTo>
                    <a:pt x="947537" y="1650812"/>
                  </a:lnTo>
                  <a:lnTo>
                    <a:pt x="944258" y="1654091"/>
                  </a:lnTo>
                  <a:lnTo>
                    <a:pt x="942619" y="1657370"/>
                  </a:lnTo>
                  <a:lnTo>
                    <a:pt x="940979" y="1660648"/>
                  </a:lnTo>
                  <a:lnTo>
                    <a:pt x="940979" y="1665566"/>
                  </a:lnTo>
                  <a:lnTo>
                    <a:pt x="939340" y="1668845"/>
                  </a:lnTo>
                  <a:lnTo>
                    <a:pt x="939340" y="1672123"/>
                  </a:lnTo>
                  <a:lnTo>
                    <a:pt x="939340" y="1677042"/>
                  </a:lnTo>
                  <a:lnTo>
                    <a:pt x="939340" y="1680320"/>
                  </a:lnTo>
                  <a:lnTo>
                    <a:pt x="937701" y="1683599"/>
                  </a:lnTo>
                  <a:lnTo>
                    <a:pt x="937701" y="1688517"/>
                  </a:lnTo>
                  <a:lnTo>
                    <a:pt x="936061" y="1691796"/>
                  </a:lnTo>
                  <a:lnTo>
                    <a:pt x="934422" y="1695075"/>
                  </a:lnTo>
                  <a:lnTo>
                    <a:pt x="932783" y="1699992"/>
                  </a:lnTo>
                  <a:lnTo>
                    <a:pt x="931143" y="1703271"/>
                  </a:lnTo>
                  <a:lnTo>
                    <a:pt x="927865" y="1706550"/>
                  </a:lnTo>
                  <a:lnTo>
                    <a:pt x="924586" y="1709829"/>
                  </a:lnTo>
                  <a:lnTo>
                    <a:pt x="921307" y="1713107"/>
                  </a:lnTo>
                  <a:lnTo>
                    <a:pt x="918029" y="1718025"/>
                  </a:lnTo>
                  <a:lnTo>
                    <a:pt x="914750" y="1721304"/>
                  </a:lnTo>
                  <a:lnTo>
                    <a:pt x="911471" y="1718025"/>
                  </a:lnTo>
                  <a:lnTo>
                    <a:pt x="908193" y="1718025"/>
                  </a:lnTo>
                  <a:lnTo>
                    <a:pt x="908193" y="1714746"/>
                  </a:lnTo>
                  <a:lnTo>
                    <a:pt x="906553" y="1709829"/>
                  </a:lnTo>
                  <a:lnTo>
                    <a:pt x="906553" y="1706550"/>
                  </a:lnTo>
                  <a:lnTo>
                    <a:pt x="904914" y="1703271"/>
                  </a:lnTo>
                  <a:lnTo>
                    <a:pt x="904914" y="1698353"/>
                  </a:lnTo>
                  <a:lnTo>
                    <a:pt x="903275" y="1695075"/>
                  </a:lnTo>
                  <a:lnTo>
                    <a:pt x="904914" y="1691796"/>
                  </a:lnTo>
                  <a:lnTo>
                    <a:pt x="908193" y="1688517"/>
                  </a:lnTo>
                  <a:lnTo>
                    <a:pt x="909832" y="1683599"/>
                  </a:lnTo>
                  <a:lnTo>
                    <a:pt x="913111" y="1680320"/>
                  </a:lnTo>
                  <a:lnTo>
                    <a:pt x="914750" y="1677042"/>
                  </a:lnTo>
                  <a:lnTo>
                    <a:pt x="911471" y="1672123"/>
                  </a:lnTo>
                  <a:lnTo>
                    <a:pt x="908193" y="1670485"/>
                  </a:lnTo>
                  <a:lnTo>
                    <a:pt x="904914" y="1668845"/>
                  </a:lnTo>
                  <a:lnTo>
                    <a:pt x="903275" y="1668845"/>
                  </a:lnTo>
                  <a:lnTo>
                    <a:pt x="899996" y="1665566"/>
                  </a:lnTo>
                  <a:lnTo>
                    <a:pt x="896717" y="1663927"/>
                  </a:lnTo>
                  <a:lnTo>
                    <a:pt x="891799" y="1659009"/>
                  </a:lnTo>
                  <a:lnTo>
                    <a:pt x="891799" y="1655730"/>
                  </a:lnTo>
                  <a:lnTo>
                    <a:pt x="888521" y="1652452"/>
                  </a:lnTo>
                  <a:lnTo>
                    <a:pt x="886881" y="1647533"/>
                  </a:lnTo>
                  <a:lnTo>
                    <a:pt x="881963" y="1645894"/>
                  </a:lnTo>
                  <a:lnTo>
                    <a:pt x="878685" y="1640976"/>
                  </a:lnTo>
                  <a:lnTo>
                    <a:pt x="878685" y="1640976"/>
                  </a:lnTo>
                  <a:lnTo>
                    <a:pt x="873767" y="1639337"/>
                  </a:lnTo>
                  <a:lnTo>
                    <a:pt x="870488" y="1640976"/>
                  </a:lnTo>
                  <a:lnTo>
                    <a:pt x="867209" y="1637698"/>
                  </a:lnTo>
                  <a:lnTo>
                    <a:pt x="863931" y="1634419"/>
                  </a:lnTo>
                  <a:lnTo>
                    <a:pt x="859013" y="1631140"/>
                  </a:lnTo>
                  <a:lnTo>
                    <a:pt x="857373" y="1629501"/>
                  </a:lnTo>
                  <a:lnTo>
                    <a:pt x="855734" y="1626222"/>
                  </a:lnTo>
                  <a:lnTo>
                    <a:pt x="852455" y="1622943"/>
                  </a:lnTo>
                  <a:lnTo>
                    <a:pt x="847537" y="1619665"/>
                  </a:lnTo>
                  <a:lnTo>
                    <a:pt x="844258" y="1619665"/>
                  </a:lnTo>
                  <a:lnTo>
                    <a:pt x="840980" y="1618026"/>
                  </a:lnTo>
                  <a:lnTo>
                    <a:pt x="836062" y="1616386"/>
                  </a:lnTo>
                  <a:lnTo>
                    <a:pt x="832783" y="1613108"/>
                  </a:lnTo>
                  <a:lnTo>
                    <a:pt x="829505" y="1614747"/>
                  </a:lnTo>
                  <a:lnTo>
                    <a:pt x="826226" y="1611468"/>
                  </a:lnTo>
                  <a:lnTo>
                    <a:pt x="822947" y="1608189"/>
                  </a:lnTo>
                  <a:lnTo>
                    <a:pt x="819668" y="1603272"/>
                  </a:lnTo>
                  <a:lnTo>
                    <a:pt x="816390" y="1599993"/>
                  </a:lnTo>
                  <a:lnTo>
                    <a:pt x="813111" y="1596714"/>
                  </a:lnTo>
                  <a:lnTo>
                    <a:pt x="809833" y="1595075"/>
                  </a:lnTo>
                  <a:lnTo>
                    <a:pt x="806554" y="1593436"/>
                  </a:lnTo>
                  <a:lnTo>
                    <a:pt x="806554" y="1596714"/>
                  </a:lnTo>
                  <a:lnTo>
                    <a:pt x="803275" y="1599993"/>
                  </a:lnTo>
                  <a:lnTo>
                    <a:pt x="799996" y="1603272"/>
                  </a:lnTo>
                  <a:lnTo>
                    <a:pt x="796718" y="1603272"/>
                  </a:lnTo>
                  <a:lnTo>
                    <a:pt x="795078" y="1603272"/>
                  </a:lnTo>
                  <a:lnTo>
                    <a:pt x="793439" y="1599993"/>
                  </a:lnTo>
                  <a:lnTo>
                    <a:pt x="793439" y="1595075"/>
                  </a:lnTo>
                  <a:lnTo>
                    <a:pt x="793439" y="1591796"/>
                  </a:lnTo>
                  <a:lnTo>
                    <a:pt x="788521" y="1588518"/>
                  </a:lnTo>
                  <a:lnTo>
                    <a:pt x="785242" y="1585239"/>
                  </a:lnTo>
                  <a:lnTo>
                    <a:pt x="781964" y="1580321"/>
                  </a:lnTo>
                  <a:lnTo>
                    <a:pt x="778685" y="1578682"/>
                  </a:lnTo>
                  <a:lnTo>
                    <a:pt x="775406" y="1575403"/>
                  </a:lnTo>
                  <a:lnTo>
                    <a:pt x="772128" y="1572124"/>
                  </a:lnTo>
                  <a:lnTo>
                    <a:pt x="767210" y="1568845"/>
                  </a:lnTo>
                  <a:lnTo>
                    <a:pt x="763931" y="1565567"/>
                  </a:lnTo>
                  <a:lnTo>
                    <a:pt x="760652" y="1563928"/>
                  </a:lnTo>
                  <a:lnTo>
                    <a:pt x="755734" y="1560649"/>
                  </a:lnTo>
                  <a:lnTo>
                    <a:pt x="752456" y="1560649"/>
                  </a:lnTo>
                  <a:lnTo>
                    <a:pt x="747538" y="1560649"/>
                  </a:lnTo>
                  <a:lnTo>
                    <a:pt x="745898" y="1565567"/>
                  </a:lnTo>
                  <a:lnTo>
                    <a:pt x="744259" y="1568845"/>
                  </a:lnTo>
                  <a:lnTo>
                    <a:pt x="740980" y="1568845"/>
                  </a:lnTo>
                  <a:lnTo>
                    <a:pt x="736062" y="1568845"/>
                  </a:lnTo>
                  <a:lnTo>
                    <a:pt x="732784" y="1568845"/>
                  </a:lnTo>
                  <a:lnTo>
                    <a:pt x="729505" y="1565567"/>
                  </a:lnTo>
                  <a:lnTo>
                    <a:pt x="727866" y="1563928"/>
                  </a:lnTo>
                  <a:lnTo>
                    <a:pt x="729505" y="1563928"/>
                  </a:lnTo>
                  <a:lnTo>
                    <a:pt x="732784" y="1559009"/>
                  </a:lnTo>
                  <a:lnTo>
                    <a:pt x="736062" y="1555731"/>
                  </a:lnTo>
                  <a:lnTo>
                    <a:pt x="737702" y="1552452"/>
                  </a:lnTo>
                  <a:lnTo>
                    <a:pt x="737702" y="1547534"/>
                  </a:lnTo>
                  <a:lnTo>
                    <a:pt x="740980" y="1545895"/>
                  </a:lnTo>
                  <a:lnTo>
                    <a:pt x="744259" y="1544255"/>
                  </a:lnTo>
                  <a:lnTo>
                    <a:pt x="745898" y="1542616"/>
                  </a:lnTo>
                  <a:lnTo>
                    <a:pt x="747538" y="1539338"/>
                  </a:lnTo>
                  <a:lnTo>
                    <a:pt x="749177" y="1536059"/>
                  </a:lnTo>
                  <a:lnTo>
                    <a:pt x="752456" y="1531141"/>
                  </a:lnTo>
                  <a:lnTo>
                    <a:pt x="752456" y="1529501"/>
                  </a:lnTo>
                  <a:lnTo>
                    <a:pt x="755734" y="1526223"/>
                  </a:lnTo>
                  <a:lnTo>
                    <a:pt x="755734" y="1522944"/>
                  </a:lnTo>
                  <a:lnTo>
                    <a:pt x="757374" y="1518026"/>
                  </a:lnTo>
                  <a:lnTo>
                    <a:pt x="760652" y="1516386"/>
                  </a:lnTo>
                  <a:lnTo>
                    <a:pt x="763931" y="1511469"/>
                  </a:lnTo>
                  <a:lnTo>
                    <a:pt x="767210" y="1508190"/>
                  </a:lnTo>
                  <a:lnTo>
                    <a:pt x="767210" y="1504911"/>
                  </a:lnTo>
                  <a:lnTo>
                    <a:pt x="770488" y="1501633"/>
                  </a:lnTo>
                  <a:lnTo>
                    <a:pt x="772128" y="1496715"/>
                  </a:lnTo>
                  <a:lnTo>
                    <a:pt x="775406" y="1493436"/>
                  </a:lnTo>
                  <a:lnTo>
                    <a:pt x="775406" y="1490157"/>
                  </a:lnTo>
                  <a:lnTo>
                    <a:pt x="778685" y="1488518"/>
                  </a:lnTo>
                  <a:lnTo>
                    <a:pt x="778685" y="1485239"/>
                  </a:lnTo>
                  <a:lnTo>
                    <a:pt x="781964" y="1483600"/>
                  </a:lnTo>
                  <a:lnTo>
                    <a:pt x="785242" y="1485239"/>
                  </a:lnTo>
                  <a:lnTo>
                    <a:pt x="786882" y="1481961"/>
                  </a:lnTo>
                  <a:lnTo>
                    <a:pt x="783603" y="1478682"/>
                  </a:lnTo>
                  <a:lnTo>
                    <a:pt x="785242" y="1475403"/>
                  </a:lnTo>
                  <a:lnTo>
                    <a:pt x="786882" y="1473764"/>
                  </a:lnTo>
                  <a:lnTo>
                    <a:pt x="786882" y="1473764"/>
                  </a:lnTo>
                  <a:lnTo>
                    <a:pt x="791800" y="1470485"/>
                  </a:lnTo>
                  <a:lnTo>
                    <a:pt x="793439" y="1470485"/>
                  </a:lnTo>
                  <a:lnTo>
                    <a:pt x="796718" y="1465567"/>
                  </a:lnTo>
                  <a:lnTo>
                    <a:pt x="796718" y="1463928"/>
                  </a:lnTo>
                  <a:lnTo>
                    <a:pt x="799996" y="1462289"/>
                  </a:lnTo>
                  <a:lnTo>
                    <a:pt x="803275" y="1460649"/>
                  </a:lnTo>
                  <a:lnTo>
                    <a:pt x="808193" y="1459010"/>
                  </a:lnTo>
                  <a:lnTo>
                    <a:pt x="811472" y="1455731"/>
                  </a:lnTo>
                  <a:lnTo>
                    <a:pt x="811472" y="1450813"/>
                  </a:lnTo>
                  <a:lnTo>
                    <a:pt x="814751" y="1449174"/>
                  </a:lnTo>
                  <a:lnTo>
                    <a:pt x="818029" y="1445895"/>
                  </a:lnTo>
                  <a:lnTo>
                    <a:pt x="822947" y="1444256"/>
                  </a:lnTo>
                  <a:lnTo>
                    <a:pt x="826226" y="1440977"/>
                  </a:lnTo>
                  <a:lnTo>
                    <a:pt x="829505" y="1440977"/>
                  </a:lnTo>
                  <a:lnTo>
                    <a:pt x="834423" y="1439338"/>
                  </a:lnTo>
                  <a:lnTo>
                    <a:pt x="836062" y="1436059"/>
                  </a:lnTo>
                  <a:lnTo>
                    <a:pt x="839341" y="1434420"/>
                  </a:lnTo>
                  <a:lnTo>
                    <a:pt x="844258" y="1431141"/>
                  </a:lnTo>
                  <a:lnTo>
                    <a:pt x="847537" y="1431141"/>
                  </a:lnTo>
                  <a:lnTo>
                    <a:pt x="847537" y="1427862"/>
                  </a:lnTo>
                  <a:lnTo>
                    <a:pt x="849177" y="1424584"/>
                  </a:lnTo>
                  <a:lnTo>
                    <a:pt x="850816" y="1421305"/>
                  </a:lnTo>
                  <a:lnTo>
                    <a:pt x="850816" y="1416387"/>
                  </a:lnTo>
                  <a:lnTo>
                    <a:pt x="849177" y="1413108"/>
                  </a:lnTo>
                  <a:lnTo>
                    <a:pt x="847537" y="1409830"/>
                  </a:lnTo>
                  <a:lnTo>
                    <a:pt x="847537" y="1406551"/>
                  </a:lnTo>
                  <a:lnTo>
                    <a:pt x="847537" y="1401633"/>
                  </a:lnTo>
                  <a:lnTo>
                    <a:pt x="847537" y="1398355"/>
                  </a:lnTo>
                  <a:lnTo>
                    <a:pt x="847537" y="1395076"/>
                  </a:lnTo>
                  <a:lnTo>
                    <a:pt x="849177" y="1391797"/>
                  </a:lnTo>
                  <a:lnTo>
                    <a:pt x="849177" y="1390158"/>
                  </a:lnTo>
                  <a:lnTo>
                    <a:pt x="847537" y="1386879"/>
                  </a:lnTo>
                  <a:lnTo>
                    <a:pt x="844258" y="1383601"/>
                  </a:lnTo>
                  <a:lnTo>
                    <a:pt x="842619" y="1378682"/>
                  </a:lnTo>
                  <a:lnTo>
                    <a:pt x="840980" y="1375404"/>
                  </a:lnTo>
                  <a:lnTo>
                    <a:pt x="839341" y="1372125"/>
                  </a:lnTo>
                  <a:lnTo>
                    <a:pt x="837701" y="1368846"/>
                  </a:lnTo>
                  <a:lnTo>
                    <a:pt x="836062" y="1363928"/>
                  </a:lnTo>
                  <a:lnTo>
                    <a:pt x="832783" y="1360649"/>
                  </a:lnTo>
                  <a:lnTo>
                    <a:pt x="829505" y="1359011"/>
                  </a:lnTo>
                  <a:lnTo>
                    <a:pt x="824586" y="1359011"/>
                  </a:lnTo>
                  <a:lnTo>
                    <a:pt x="821308" y="1360649"/>
                  </a:lnTo>
                  <a:lnTo>
                    <a:pt x="818029" y="1360649"/>
                  </a:lnTo>
                  <a:lnTo>
                    <a:pt x="816390" y="1363928"/>
                  </a:lnTo>
                  <a:lnTo>
                    <a:pt x="811472" y="1362289"/>
                  </a:lnTo>
                  <a:lnTo>
                    <a:pt x="809833" y="1360649"/>
                  </a:lnTo>
                  <a:lnTo>
                    <a:pt x="808193" y="1360649"/>
                  </a:lnTo>
                  <a:lnTo>
                    <a:pt x="808193" y="1357371"/>
                  </a:lnTo>
                  <a:lnTo>
                    <a:pt x="808193" y="1355732"/>
                  </a:lnTo>
                  <a:lnTo>
                    <a:pt x="808193" y="1354092"/>
                  </a:lnTo>
                  <a:lnTo>
                    <a:pt x="808193" y="1350814"/>
                  </a:lnTo>
                  <a:lnTo>
                    <a:pt x="811472" y="1345896"/>
                  </a:lnTo>
                  <a:lnTo>
                    <a:pt x="811472" y="1342617"/>
                  </a:lnTo>
                  <a:lnTo>
                    <a:pt x="811472" y="1339338"/>
                  </a:lnTo>
                  <a:lnTo>
                    <a:pt x="811472" y="1336059"/>
                  </a:lnTo>
                  <a:lnTo>
                    <a:pt x="811472" y="1331142"/>
                  </a:lnTo>
                  <a:lnTo>
                    <a:pt x="811472" y="1327863"/>
                  </a:lnTo>
                  <a:lnTo>
                    <a:pt x="813111" y="1322945"/>
                  </a:lnTo>
                  <a:lnTo>
                    <a:pt x="814751" y="1319666"/>
                  </a:lnTo>
                  <a:lnTo>
                    <a:pt x="814751" y="1316388"/>
                  </a:lnTo>
                  <a:lnTo>
                    <a:pt x="813111" y="1313109"/>
                  </a:lnTo>
                  <a:lnTo>
                    <a:pt x="814751" y="1308191"/>
                  </a:lnTo>
                  <a:lnTo>
                    <a:pt x="814751" y="1304912"/>
                  </a:lnTo>
                  <a:lnTo>
                    <a:pt x="813111" y="1301634"/>
                  </a:lnTo>
                  <a:lnTo>
                    <a:pt x="811472" y="1296715"/>
                  </a:lnTo>
                  <a:lnTo>
                    <a:pt x="814751" y="1293437"/>
                  </a:lnTo>
                  <a:lnTo>
                    <a:pt x="811472" y="1291798"/>
                  </a:lnTo>
                  <a:lnTo>
                    <a:pt x="811472" y="1291798"/>
                  </a:lnTo>
                  <a:lnTo>
                    <a:pt x="808193" y="1288519"/>
                  </a:lnTo>
                  <a:lnTo>
                    <a:pt x="804914" y="1285240"/>
                  </a:lnTo>
                  <a:lnTo>
                    <a:pt x="799996" y="1283601"/>
                  </a:lnTo>
                  <a:lnTo>
                    <a:pt x="796718" y="1283601"/>
                  </a:lnTo>
                  <a:lnTo>
                    <a:pt x="793439" y="1285240"/>
                  </a:lnTo>
                  <a:lnTo>
                    <a:pt x="790161" y="1288519"/>
                  </a:lnTo>
                  <a:lnTo>
                    <a:pt x="785242" y="1290158"/>
                  </a:lnTo>
                  <a:lnTo>
                    <a:pt x="785242" y="1290158"/>
                  </a:lnTo>
                  <a:lnTo>
                    <a:pt x="781964" y="1291798"/>
                  </a:lnTo>
                  <a:lnTo>
                    <a:pt x="777046" y="1291798"/>
                  </a:lnTo>
                  <a:lnTo>
                    <a:pt x="773767" y="1290158"/>
                  </a:lnTo>
                  <a:lnTo>
                    <a:pt x="770488" y="1288519"/>
                  </a:lnTo>
                  <a:lnTo>
                    <a:pt x="768849" y="1285240"/>
                  </a:lnTo>
                  <a:lnTo>
                    <a:pt x="768849" y="1281962"/>
                  </a:lnTo>
                  <a:lnTo>
                    <a:pt x="767210" y="1277044"/>
                  </a:lnTo>
                  <a:lnTo>
                    <a:pt x="763931" y="1273765"/>
                  </a:lnTo>
                  <a:lnTo>
                    <a:pt x="763931" y="1270486"/>
                  </a:lnTo>
                  <a:lnTo>
                    <a:pt x="763931" y="1268847"/>
                  </a:lnTo>
                  <a:lnTo>
                    <a:pt x="763931" y="1265568"/>
                  </a:lnTo>
                  <a:lnTo>
                    <a:pt x="762292" y="1260650"/>
                  </a:lnTo>
                  <a:lnTo>
                    <a:pt x="762292" y="1257371"/>
                  </a:lnTo>
                  <a:lnTo>
                    <a:pt x="762292" y="1255732"/>
                  </a:lnTo>
                  <a:lnTo>
                    <a:pt x="760652" y="1252454"/>
                  </a:lnTo>
                  <a:lnTo>
                    <a:pt x="759013" y="1249175"/>
                  </a:lnTo>
                  <a:lnTo>
                    <a:pt x="757374" y="1245896"/>
                  </a:lnTo>
                  <a:lnTo>
                    <a:pt x="755734" y="1240978"/>
                  </a:lnTo>
                  <a:lnTo>
                    <a:pt x="755734" y="1237699"/>
                  </a:lnTo>
                  <a:lnTo>
                    <a:pt x="757374" y="1234421"/>
                  </a:lnTo>
                  <a:lnTo>
                    <a:pt x="755734" y="1229503"/>
                  </a:lnTo>
                  <a:lnTo>
                    <a:pt x="750816" y="1226224"/>
                  </a:lnTo>
                  <a:lnTo>
                    <a:pt x="750816" y="1222945"/>
                  </a:lnTo>
                  <a:lnTo>
                    <a:pt x="749177" y="1219667"/>
                  </a:lnTo>
                  <a:lnTo>
                    <a:pt x="745898" y="1216388"/>
                  </a:lnTo>
                  <a:lnTo>
                    <a:pt x="740980" y="1216388"/>
                  </a:lnTo>
                  <a:lnTo>
                    <a:pt x="737702" y="1214749"/>
                  </a:lnTo>
                  <a:lnTo>
                    <a:pt x="734423" y="1214749"/>
                  </a:lnTo>
                  <a:lnTo>
                    <a:pt x="731144" y="1213109"/>
                  </a:lnTo>
                  <a:lnTo>
                    <a:pt x="726226" y="1209831"/>
                  </a:lnTo>
                  <a:lnTo>
                    <a:pt x="724587" y="1206552"/>
                  </a:lnTo>
                  <a:lnTo>
                    <a:pt x="721308" y="1206552"/>
                  </a:lnTo>
                  <a:lnTo>
                    <a:pt x="719669" y="1208191"/>
                  </a:lnTo>
                  <a:lnTo>
                    <a:pt x="718030" y="1208191"/>
                  </a:lnTo>
                  <a:lnTo>
                    <a:pt x="716390" y="1213109"/>
                  </a:lnTo>
                  <a:lnTo>
                    <a:pt x="711472" y="1214749"/>
                  </a:lnTo>
                  <a:lnTo>
                    <a:pt x="708194" y="1216388"/>
                  </a:lnTo>
                  <a:lnTo>
                    <a:pt x="704915" y="1213109"/>
                  </a:lnTo>
                  <a:lnTo>
                    <a:pt x="701636" y="1213109"/>
                  </a:lnTo>
                  <a:lnTo>
                    <a:pt x="698358" y="1213109"/>
                  </a:lnTo>
                  <a:lnTo>
                    <a:pt x="695079" y="1211470"/>
                  </a:lnTo>
                  <a:lnTo>
                    <a:pt x="690161" y="1211470"/>
                  </a:lnTo>
                  <a:lnTo>
                    <a:pt x="686882" y="1211470"/>
                  </a:lnTo>
                  <a:lnTo>
                    <a:pt x="683604" y="1211470"/>
                  </a:lnTo>
                  <a:lnTo>
                    <a:pt x="680325" y="1209831"/>
                  </a:lnTo>
                  <a:lnTo>
                    <a:pt x="677046" y="1208191"/>
                  </a:lnTo>
                  <a:lnTo>
                    <a:pt x="673768" y="1208191"/>
                  </a:lnTo>
                  <a:lnTo>
                    <a:pt x="670489" y="1208191"/>
                  </a:lnTo>
                  <a:lnTo>
                    <a:pt x="665571" y="1208191"/>
                  </a:lnTo>
                  <a:lnTo>
                    <a:pt x="663931" y="1206552"/>
                  </a:lnTo>
                  <a:lnTo>
                    <a:pt x="663931" y="1206552"/>
                  </a:lnTo>
                  <a:lnTo>
                    <a:pt x="663931" y="1203274"/>
                  </a:lnTo>
                  <a:lnTo>
                    <a:pt x="665571" y="1198355"/>
                  </a:lnTo>
                  <a:lnTo>
                    <a:pt x="663931" y="1195077"/>
                  </a:lnTo>
                  <a:lnTo>
                    <a:pt x="663931" y="1193437"/>
                  </a:lnTo>
                  <a:lnTo>
                    <a:pt x="665571" y="1190159"/>
                  </a:lnTo>
                  <a:lnTo>
                    <a:pt x="665571" y="1188519"/>
                  </a:lnTo>
                  <a:lnTo>
                    <a:pt x="663931" y="1185241"/>
                  </a:lnTo>
                  <a:lnTo>
                    <a:pt x="663931" y="1183601"/>
                  </a:lnTo>
                  <a:lnTo>
                    <a:pt x="662292" y="1180322"/>
                  </a:lnTo>
                  <a:lnTo>
                    <a:pt x="663931" y="1177044"/>
                  </a:lnTo>
                  <a:lnTo>
                    <a:pt x="663931" y="1172126"/>
                  </a:lnTo>
                  <a:lnTo>
                    <a:pt x="665571" y="1168847"/>
                  </a:lnTo>
                  <a:lnTo>
                    <a:pt x="665571" y="1165569"/>
                  </a:lnTo>
                  <a:lnTo>
                    <a:pt x="663931" y="1160651"/>
                  </a:lnTo>
                  <a:lnTo>
                    <a:pt x="665571" y="1157372"/>
                  </a:lnTo>
                  <a:lnTo>
                    <a:pt x="662292" y="1154093"/>
                  </a:lnTo>
                  <a:lnTo>
                    <a:pt x="659014" y="1149175"/>
                  </a:lnTo>
                  <a:lnTo>
                    <a:pt x="660653" y="1145897"/>
                  </a:lnTo>
                  <a:lnTo>
                    <a:pt x="657374" y="1144257"/>
                  </a:lnTo>
                  <a:lnTo>
                    <a:pt x="657374" y="1140978"/>
                  </a:lnTo>
                  <a:lnTo>
                    <a:pt x="655735" y="1137700"/>
                  </a:lnTo>
                  <a:lnTo>
                    <a:pt x="655735" y="1132782"/>
                  </a:lnTo>
                  <a:lnTo>
                    <a:pt x="652456" y="1129503"/>
                  </a:lnTo>
                  <a:lnTo>
                    <a:pt x="649177" y="1126225"/>
                  </a:lnTo>
                  <a:lnTo>
                    <a:pt x="649177" y="1121307"/>
                  </a:lnTo>
                  <a:lnTo>
                    <a:pt x="650817" y="1119667"/>
                  </a:lnTo>
                  <a:lnTo>
                    <a:pt x="655735" y="1116388"/>
                  </a:lnTo>
                  <a:lnTo>
                    <a:pt x="659014" y="1114749"/>
                  </a:lnTo>
                  <a:lnTo>
                    <a:pt x="659014" y="1113110"/>
                  </a:lnTo>
                  <a:lnTo>
                    <a:pt x="659014" y="1113110"/>
                  </a:lnTo>
                  <a:lnTo>
                    <a:pt x="654096" y="1109831"/>
                  </a:lnTo>
                  <a:lnTo>
                    <a:pt x="650817" y="1106552"/>
                  </a:lnTo>
                  <a:lnTo>
                    <a:pt x="649177" y="1101635"/>
                  </a:lnTo>
                  <a:lnTo>
                    <a:pt x="649177" y="1098356"/>
                  </a:lnTo>
                  <a:lnTo>
                    <a:pt x="650817" y="1093438"/>
                  </a:lnTo>
                  <a:lnTo>
                    <a:pt x="652456" y="1090159"/>
                  </a:lnTo>
                  <a:lnTo>
                    <a:pt x="654096" y="1086881"/>
                  </a:lnTo>
                  <a:lnTo>
                    <a:pt x="654096" y="1081962"/>
                  </a:lnTo>
                  <a:lnTo>
                    <a:pt x="655735" y="1078684"/>
                  </a:lnTo>
                  <a:lnTo>
                    <a:pt x="657374" y="1075405"/>
                  </a:lnTo>
                  <a:lnTo>
                    <a:pt x="660653" y="1070487"/>
                  </a:lnTo>
                  <a:lnTo>
                    <a:pt x="660653" y="1070487"/>
                  </a:lnTo>
                  <a:lnTo>
                    <a:pt x="659014" y="1067208"/>
                  </a:lnTo>
                  <a:lnTo>
                    <a:pt x="657374" y="1065569"/>
                  </a:lnTo>
                  <a:lnTo>
                    <a:pt x="659014" y="1062291"/>
                  </a:lnTo>
                  <a:lnTo>
                    <a:pt x="659014" y="1059012"/>
                  </a:lnTo>
                  <a:lnTo>
                    <a:pt x="660653" y="1054094"/>
                  </a:lnTo>
                  <a:lnTo>
                    <a:pt x="660653" y="1050815"/>
                  </a:lnTo>
                  <a:lnTo>
                    <a:pt x="660653" y="1047537"/>
                  </a:lnTo>
                  <a:lnTo>
                    <a:pt x="662292" y="1042618"/>
                  </a:lnTo>
                  <a:lnTo>
                    <a:pt x="662292" y="1039340"/>
                  </a:lnTo>
                  <a:lnTo>
                    <a:pt x="663931" y="1036061"/>
                  </a:lnTo>
                  <a:lnTo>
                    <a:pt x="662292" y="1032782"/>
                  </a:lnTo>
                  <a:lnTo>
                    <a:pt x="660653" y="1027864"/>
                  </a:lnTo>
                  <a:lnTo>
                    <a:pt x="659014" y="1026225"/>
                  </a:lnTo>
                  <a:lnTo>
                    <a:pt x="657374" y="1021307"/>
                  </a:lnTo>
                  <a:lnTo>
                    <a:pt x="655735" y="1018028"/>
                  </a:lnTo>
                  <a:lnTo>
                    <a:pt x="654096" y="1014750"/>
                  </a:lnTo>
                  <a:lnTo>
                    <a:pt x="654096" y="1014750"/>
                  </a:lnTo>
                  <a:lnTo>
                    <a:pt x="652456" y="1009832"/>
                  </a:lnTo>
                  <a:lnTo>
                    <a:pt x="652456" y="1008192"/>
                  </a:lnTo>
                  <a:lnTo>
                    <a:pt x="650817" y="1006553"/>
                  </a:lnTo>
                  <a:lnTo>
                    <a:pt x="647538" y="1003274"/>
                  </a:lnTo>
                  <a:lnTo>
                    <a:pt x="647538" y="1003274"/>
                  </a:lnTo>
                  <a:lnTo>
                    <a:pt x="642620" y="1004914"/>
                  </a:lnTo>
                  <a:lnTo>
                    <a:pt x="640981" y="1003274"/>
                  </a:lnTo>
                  <a:lnTo>
                    <a:pt x="637702" y="999995"/>
                  </a:lnTo>
                  <a:lnTo>
                    <a:pt x="634424" y="996717"/>
                  </a:lnTo>
                  <a:lnTo>
                    <a:pt x="629505" y="995078"/>
                  </a:lnTo>
                  <a:lnTo>
                    <a:pt x="626227" y="991799"/>
                  </a:lnTo>
                  <a:lnTo>
                    <a:pt x="626227" y="986881"/>
                  </a:lnTo>
                  <a:lnTo>
                    <a:pt x="624587" y="983602"/>
                  </a:lnTo>
                  <a:lnTo>
                    <a:pt x="622948" y="978684"/>
                  </a:lnTo>
                  <a:lnTo>
                    <a:pt x="622948" y="975405"/>
                  </a:lnTo>
                  <a:lnTo>
                    <a:pt x="622948" y="972127"/>
                  </a:lnTo>
                  <a:lnTo>
                    <a:pt x="621309" y="967209"/>
                  </a:lnTo>
                  <a:lnTo>
                    <a:pt x="622948" y="965570"/>
                  </a:lnTo>
                  <a:lnTo>
                    <a:pt x="626227" y="960651"/>
                  </a:lnTo>
                  <a:lnTo>
                    <a:pt x="624587" y="957373"/>
                  </a:lnTo>
                  <a:lnTo>
                    <a:pt x="626227" y="954094"/>
                  </a:lnTo>
                  <a:lnTo>
                    <a:pt x="626227" y="950815"/>
                  </a:lnTo>
                  <a:lnTo>
                    <a:pt x="622948" y="952455"/>
                  </a:lnTo>
                  <a:lnTo>
                    <a:pt x="618030" y="952455"/>
                  </a:lnTo>
                  <a:lnTo>
                    <a:pt x="616391" y="952455"/>
                  </a:lnTo>
                  <a:lnTo>
                    <a:pt x="613112" y="952455"/>
                  </a:lnTo>
                  <a:lnTo>
                    <a:pt x="608194" y="952455"/>
                  </a:lnTo>
                  <a:lnTo>
                    <a:pt x="604915" y="952455"/>
                  </a:lnTo>
                  <a:lnTo>
                    <a:pt x="601637" y="952455"/>
                  </a:lnTo>
                  <a:lnTo>
                    <a:pt x="601637" y="950815"/>
                  </a:lnTo>
                  <a:lnTo>
                    <a:pt x="596719" y="950815"/>
                  </a:lnTo>
                  <a:lnTo>
                    <a:pt x="593440" y="950815"/>
                  </a:lnTo>
                  <a:lnTo>
                    <a:pt x="590161" y="950815"/>
                  </a:lnTo>
                  <a:lnTo>
                    <a:pt x="585243" y="950815"/>
                  </a:lnTo>
                  <a:lnTo>
                    <a:pt x="583604" y="950815"/>
                  </a:lnTo>
                  <a:lnTo>
                    <a:pt x="580325" y="950815"/>
                  </a:lnTo>
                  <a:lnTo>
                    <a:pt x="575407" y="950815"/>
                  </a:lnTo>
                  <a:lnTo>
                    <a:pt x="573768" y="950815"/>
                  </a:lnTo>
                  <a:lnTo>
                    <a:pt x="568850" y="950815"/>
                  </a:lnTo>
                  <a:lnTo>
                    <a:pt x="565571" y="950815"/>
                  </a:lnTo>
                  <a:lnTo>
                    <a:pt x="562293" y="950815"/>
                  </a:lnTo>
                  <a:lnTo>
                    <a:pt x="559014" y="949176"/>
                  </a:lnTo>
                  <a:lnTo>
                    <a:pt x="555735" y="947537"/>
                  </a:lnTo>
                  <a:lnTo>
                    <a:pt x="554096" y="942619"/>
                  </a:lnTo>
                  <a:lnTo>
                    <a:pt x="554096" y="939340"/>
                  </a:lnTo>
                  <a:lnTo>
                    <a:pt x="552457" y="934422"/>
                  </a:lnTo>
                  <a:lnTo>
                    <a:pt x="552457" y="929504"/>
                  </a:lnTo>
                  <a:lnTo>
                    <a:pt x="552457" y="926225"/>
                  </a:lnTo>
                  <a:lnTo>
                    <a:pt x="550817" y="921307"/>
                  </a:lnTo>
                  <a:lnTo>
                    <a:pt x="550817" y="918029"/>
                  </a:lnTo>
                  <a:lnTo>
                    <a:pt x="549178" y="913111"/>
                  </a:lnTo>
                  <a:lnTo>
                    <a:pt x="545899" y="909832"/>
                  </a:lnTo>
                  <a:lnTo>
                    <a:pt x="542621" y="904914"/>
                  </a:lnTo>
                  <a:lnTo>
                    <a:pt x="539342" y="901635"/>
                  </a:lnTo>
                  <a:lnTo>
                    <a:pt x="537703" y="898357"/>
                  </a:lnTo>
                  <a:lnTo>
                    <a:pt x="542621" y="898357"/>
                  </a:lnTo>
                  <a:lnTo>
                    <a:pt x="547539" y="898357"/>
                  </a:lnTo>
                  <a:lnTo>
                    <a:pt x="547539" y="893439"/>
                  </a:lnTo>
                  <a:lnTo>
                    <a:pt x="545899" y="890160"/>
                  </a:lnTo>
                  <a:lnTo>
                    <a:pt x="545899" y="883603"/>
                  </a:lnTo>
                  <a:lnTo>
                    <a:pt x="545899" y="878685"/>
                  </a:lnTo>
                  <a:lnTo>
                    <a:pt x="542621" y="873767"/>
                  </a:lnTo>
                  <a:lnTo>
                    <a:pt x="542621" y="873767"/>
                  </a:lnTo>
                  <a:lnTo>
                    <a:pt x="540981" y="868848"/>
                  </a:lnTo>
                  <a:lnTo>
                    <a:pt x="539342" y="865570"/>
                  </a:lnTo>
                  <a:lnTo>
                    <a:pt x="537703" y="860652"/>
                  </a:lnTo>
                  <a:lnTo>
                    <a:pt x="536063" y="857373"/>
                  </a:lnTo>
                  <a:lnTo>
                    <a:pt x="536063" y="854095"/>
                  </a:lnTo>
                  <a:lnTo>
                    <a:pt x="539342" y="849177"/>
                  </a:lnTo>
                  <a:lnTo>
                    <a:pt x="537703" y="847537"/>
                  </a:lnTo>
                  <a:lnTo>
                    <a:pt x="536063" y="842619"/>
                  </a:lnTo>
                  <a:lnTo>
                    <a:pt x="531145" y="840980"/>
                  </a:lnTo>
                  <a:lnTo>
                    <a:pt x="527867" y="837701"/>
                  </a:lnTo>
                  <a:lnTo>
                    <a:pt x="524588" y="836062"/>
                  </a:lnTo>
                  <a:lnTo>
                    <a:pt x="521309" y="834423"/>
                  </a:lnTo>
                  <a:lnTo>
                    <a:pt x="516391" y="832783"/>
                  </a:lnTo>
                  <a:lnTo>
                    <a:pt x="513112" y="829504"/>
                  </a:lnTo>
                  <a:lnTo>
                    <a:pt x="509834" y="827865"/>
                  </a:lnTo>
                  <a:lnTo>
                    <a:pt x="506555" y="827865"/>
                  </a:lnTo>
                  <a:lnTo>
                    <a:pt x="503277" y="827865"/>
                  </a:lnTo>
                  <a:lnTo>
                    <a:pt x="498359" y="829504"/>
                  </a:lnTo>
                  <a:lnTo>
                    <a:pt x="495080" y="829504"/>
                  </a:lnTo>
                  <a:lnTo>
                    <a:pt x="491801" y="827865"/>
                  </a:lnTo>
                  <a:lnTo>
                    <a:pt x="490162" y="827865"/>
                  </a:lnTo>
                  <a:lnTo>
                    <a:pt x="486883" y="829504"/>
                  </a:lnTo>
                  <a:lnTo>
                    <a:pt x="481965" y="829504"/>
                  </a:lnTo>
                  <a:lnTo>
                    <a:pt x="480326" y="826226"/>
                  </a:lnTo>
                  <a:lnTo>
                    <a:pt x="477047" y="822947"/>
                  </a:lnTo>
                  <a:lnTo>
                    <a:pt x="473768" y="819668"/>
                  </a:lnTo>
                  <a:lnTo>
                    <a:pt x="470490" y="816390"/>
                  </a:lnTo>
                  <a:lnTo>
                    <a:pt x="467211" y="811472"/>
                  </a:lnTo>
                  <a:lnTo>
                    <a:pt x="463932" y="811472"/>
                  </a:lnTo>
                  <a:lnTo>
                    <a:pt x="459014" y="811472"/>
                  </a:lnTo>
                  <a:lnTo>
                    <a:pt x="455736" y="808193"/>
                  </a:lnTo>
                  <a:lnTo>
                    <a:pt x="452457" y="808193"/>
                  </a:lnTo>
                  <a:lnTo>
                    <a:pt x="449178" y="804914"/>
                  </a:lnTo>
                  <a:lnTo>
                    <a:pt x="444260" y="806554"/>
                  </a:lnTo>
                  <a:lnTo>
                    <a:pt x="440982" y="803275"/>
                  </a:lnTo>
                  <a:lnTo>
                    <a:pt x="437703" y="799997"/>
                  </a:lnTo>
                  <a:lnTo>
                    <a:pt x="434424" y="796718"/>
                  </a:lnTo>
                  <a:lnTo>
                    <a:pt x="432785" y="793439"/>
                  </a:lnTo>
                  <a:lnTo>
                    <a:pt x="429506" y="790161"/>
                  </a:lnTo>
                  <a:lnTo>
                    <a:pt x="429506" y="790161"/>
                  </a:lnTo>
                  <a:lnTo>
                    <a:pt x="426228" y="791800"/>
                  </a:lnTo>
                  <a:lnTo>
                    <a:pt x="421310" y="791800"/>
                  </a:lnTo>
                  <a:lnTo>
                    <a:pt x="418031" y="790161"/>
                  </a:lnTo>
                  <a:lnTo>
                    <a:pt x="414752" y="785243"/>
                  </a:lnTo>
                  <a:lnTo>
                    <a:pt x="409834" y="783603"/>
                  </a:lnTo>
                  <a:lnTo>
                    <a:pt x="406556" y="781964"/>
                  </a:lnTo>
                  <a:lnTo>
                    <a:pt x="403277" y="781964"/>
                  </a:lnTo>
                  <a:lnTo>
                    <a:pt x="399998" y="785243"/>
                  </a:lnTo>
                  <a:lnTo>
                    <a:pt x="395080" y="785243"/>
                  </a:lnTo>
                  <a:lnTo>
                    <a:pt x="391802" y="783603"/>
                  </a:lnTo>
                  <a:lnTo>
                    <a:pt x="388523" y="783603"/>
                  </a:lnTo>
                  <a:lnTo>
                    <a:pt x="383605" y="781964"/>
                  </a:lnTo>
                  <a:lnTo>
                    <a:pt x="383605" y="781964"/>
                  </a:lnTo>
                  <a:lnTo>
                    <a:pt x="380326" y="781964"/>
                  </a:lnTo>
                  <a:lnTo>
                    <a:pt x="378687" y="780324"/>
                  </a:lnTo>
                  <a:lnTo>
                    <a:pt x="377047" y="775407"/>
                  </a:lnTo>
                  <a:lnTo>
                    <a:pt x="377047" y="772128"/>
                  </a:lnTo>
                  <a:lnTo>
                    <a:pt x="372130" y="770488"/>
                  </a:lnTo>
                  <a:lnTo>
                    <a:pt x="370490" y="770488"/>
                  </a:lnTo>
                  <a:lnTo>
                    <a:pt x="365572" y="767210"/>
                  </a:lnTo>
                  <a:lnTo>
                    <a:pt x="363933" y="762292"/>
                  </a:lnTo>
                  <a:lnTo>
                    <a:pt x="359015" y="762292"/>
                  </a:lnTo>
                  <a:lnTo>
                    <a:pt x="355736" y="760653"/>
                  </a:lnTo>
                  <a:lnTo>
                    <a:pt x="355736" y="759013"/>
                  </a:lnTo>
                  <a:lnTo>
                    <a:pt x="355736" y="757374"/>
                  </a:lnTo>
                  <a:lnTo>
                    <a:pt x="355736" y="757374"/>
                  </a:lnTo>
                  <a:lnTo>
                    <a:pt x="354097" y="754095"/>
                  </a:lnTo>
                  <a:lnTo>
                    <a:pt x="350818" y="749177"/>
                  </a:lnTo>
                  <a:lnTo>
                    <a:pt x="347540" y="749177"/>
                  </a:lnTo>
                  <a:lnTo>
                    <a:pt x="347540" y="745898"/>
                  </a:lnTo>
                  <a:lnTo>
                    <a:pt x="345900" y="742620"/>
                  </a:lnTo>
                  <a:lnTo>
                    <a:pt x="342622" y="739341"/>
                  </a:lnTo>
                  <a:lnTo>
                    <a:pt x="340982" y="736063"/>
                  </a:lnTo>
                  <a:lnTo>
                    <a:pt x="340982" y="731144"/>
                  </a:lnTo>
                  <a:lnTo>
                    <a:pt x="339343" y="727866"/>
                  </a:lnTo>
                  <a:lnTo>
                    <a:pt x="337703" y="724587"/>
                  </a:lnTo>
                  <a:lnTo>
                    <a:pt x="339343" y="721308"/>
                  </a:lnTo>
                  <a:lnTo>
                    <a:pt x="340982" y="716390"/>
                  </a:lnTo>
                  <a:lnTo>
                    <a:pt x="340982" y="713111"/>
                  </a:lnTo>
                  <a:lnTo>
                    <a:pt x="340982" y="711473"/>
                  </a:lnTo>
                  <a:lnTo>
                    <a:pt x="336064" y="708194"/>
                  </a:lnTo>
                  <a:lnTo>
                    <a:pt x="337703" y="704915"/>
                  </a:lnTo>
                  <a:lnTo>
                    <a:pt x="336064" y="701636"/>
                  </a:lnTo>
                  <a:lnTo>
                    <a:pt x="336064" y="696718"/>
                  </a:lnTo>
                  <a:lnTo>
                    <a:pt x="334425" y="695079"/>
                  </a:lnTo>
                  <a:lnTo>
                    <a:pt x="336064" y="690161"/>
                  </a:lnTo>
                  <a:lnTo>
                    <a:pt x="337703" y="688521"/>
                  </a:lnTo>
                  <a:lnTo>
                    <a:pt x="339343" y="685243"/>
                  </a:lnTo>
                  <a:lnTo>
                    <a:pt x="339343" y="680325"/>
                  </a:lnTo>
                  <a:lnTo>
                    <a:pt x="339343" y="677046"/>
                  </a:lnTo>
                  <a:lnTo>
                    <a:pt x="337703" y="673768"/>
                  </a:lnTo>
                  <a:lnTo>
                    <a:pt x="337703" y="670489"/>
                  </a:lnTo>
                  <a:lnTo>
                    <a:pt x="339343" y="665571"/>
                  </a:lnTo>
                  <a:lnTo>
                    <a:pt x="336064" y="662292"/>
                  </a:lnTo>
                  <a:lnTo>
                    <a:pt x="332785" y="659014"/>
                  </a:lnTo>
                  <a:lnTo>
                    <a:pt x="329507" y="662292"/>
                  </a:lnTo>
                  <a:lnTo>
                    <a:pt x="327867" y="665571"/>
                  </a:lnTo>
                  <a:lnTo>
                    <a:pt x="324589" y="663931"/>
                  </a:lnTo>
                  <a:lnTo>
                    <a:pt x="321310" y="663931"/>
                  </a:lnTo>
                  <a:lnTo>
                    <a:pt x="318031" y="663931"/>
                  </a:lnTo>
                  <a:lnTo>
                    <a:pt x="313113" y="663931"/>
                  </a:lnTo>
                  <a:lnTo>
                    <a:pt x="309835" y="663931"/>
                  </a:lnTo>
                  <a:lnTo>
                    <a:pt x="306556" y="663931"/>
                  </a:lnTo>
                  <a:lnTo>
                    <a:pt x="301638" y="665571"/>
                  </a:lnTo>
                  <a:lnTo>
                    <a:pt x="298360" y="665571"/>
                  </a:lnTo>
                  <a:lnTo>
                    <a:pt x="295081" y="668850"/>
                  </a:lnTo>
                  <a:lnTo>
                    <a:pt x="290163" y="668850"/>
                  </a:lnTo>
                  <a:lnTo>
                    <a:pt x="286884" y="668850"/>
                  </a:lnTo>
                  <a:lnTo>
                    <a:pt x="286884" y="672128"/>
                  </a:lnTo>
                  <a:lnTo>
                    <a:pt x="281966" y="673768"/>
                  </a:lnTo>
                  <a:lnTo>
                    <a:pt x="281966" y="673768"/>
                  </a:lnTo>
                  <a:lnTo>
                    <a:pt x="278687" y="677046"/>
                  </a:lnTo>
                  <a:lnTo>
                    <a:pt x="275409" y="681964"/>
                  </a:lnTo>
                  <a:lnTo>
                    <a:pt x="272130" y="685243"/>
                  </a:lnTo>
                  <a:lnTo>
                    <a:pt x="267212" y="686882"/>
                  </a:lnTo>
                  <a:lnTo>
                    <a:pt x="265573" y="686882"/>
                  </a:lnTo>
                  <a:lnTo>
                    <a:pt x="262294" y="690161"/>
                  </a:lnTo>
                  <a:lnTo>
                    <a:pt x="259015" y="690161"/>
                  </a:lnTo>
                  <a:lnTo>
                    <a:pt x="255737" y="693440"/>
                  </a:lnTo>
                  <a:lnTo>
                    <a:pt x="252458" y="696718"/>
                  </a:lnTo>
                  <a:lnTo>
                    <a:pt x="249179" y="699997"/>
                  </a:lnTo>
                  <a:lnTo>
                    <a:pt x="249179" y="703276"/>
                  </a:lnTo>
                  <a:lnTo>
                    <a:pt x="247540" y="704915"/>
                  </a:lnTo>
                  <a:lnTo>
                    <a:pt x="244261" y="703276"/>
                  </a:lnTo>
                  <a:lnTo>
                    <a:pt x="239343" y="703276"/>
                  </a:lnTo>
                  <a:lnTo>
                    <a:pt x="236065" y="701636"/>
                  </a:lnTo>
                  <a:lnTo>
                    <a:pt x="232786" y="704915"/>
                  </a:lnTo>
                  <a:lnTo>
                    <a:pt x="231147" y="709833"/>
                  </a:lnTo>
                  <a:lnTo>
                    <a:pt x="229507" y="713111"/>
                  </a:lnTo>
                  <a:lnTo>
                    <a:pt x="226229" y="716390"/>
                  </a:lnTo>
                  <a:lnTo>
                    <a:pt x="222950" y="718030"/>
                  </a:lnTo>
                  <a:lnTo>
                    <a:pt x="219671" y="719669"/>
                  </a:lnTo>
                  <a:lnTo>
                    <a:pt x="216393" y="721308"/>
                  </a:lnTo>
                  <a:lnTo>
                    <a:pt x="211475" y="722948"/>
                  </a:lnTo>
                  <a:lnTo>
                    <a:pt x="208196" y="721308"/>
                  </a:lnTo>
                  <a:lnTo>
                    <a:pt x="209835" y="718030"/>
                  </a:lnTo>
                  <a:lnTo>
                    <a:pt x="208196" y="716390"/>
                  </a:lnTo>
                  <a:lnTo>
                    <a:pt x="203278" y="718030"/>
                  </a:lnTo>
                  <a:lnTo>
                    <a:pt x="199999" y="718030"/>
                  </a:lnTo>
                  <a:lnTo>
                    <a:pt x="196720" y="716390"/>
                  </a:lnTo>
                  <a:lnTo>
                    <a:pt x="191803" y="716390"/>
                  </a:lnTo>
                  <a:lnTo>
                    <a:pt x="188524" y="714751"/>
                  </a:lnTo>
                  <a:lnTo>
                    <a:pt x="185245" y="714751"/>
                  </a:lnTo>
                  <a:lnTo>
                    <a:pt x="181966" y="714751"/>
                  </a:lnTo>
                  <a:lnTo>
                    <a:pt x="177048" y="714751"/>
                  </a:lnTo>
                  <a:lnTo>
                    <a:pt x="177048" y="714751"/>
                  </a:lnTo>
                  <a:lnTo>
                    <a:pt x="175409" y="714751"/>
                  </a:lnTo>
                  <a:lnTo>
                    <a:pt x="172130" y="716390"/>
                  </a:lnTo>
                  <a:lnTo>
                    <a:pt x="168852" y="714751"/>
                  </a:lnTo>
                  <a:lnTo>
                    <a:pt x="165573" y="714751"/>
                  </a:lnTo>
                  <a:lnTo>
                    <a:pt x="160655" y="714751"/>
                  </a:lnTo>
                  <a:lnTo>
                    <a:pt x="159016" y="716390"/>
                  </a:lnTo>
                  <a:lnTo>
                    <a:pt x="155737" y="718030"/>
                  </a:lnTo>
                  <a:lnTo>
                    <a:pt x="150819" y="719669"/>
                  </a:lnTo>
                  <a:lnTo>
                    <a:pt x="147540" y="719669"/>
                  </a:lnTo>
                  <a:lnTo>
                    <a:pt x="144262" y="718030"/>
                  </a:lnTo>
                  <a:lnTo>
                    <a:pt x="140983" y="714751"/>
                  </a:lnTo>
                  <a:lnTo>
                    <a:pt x="136065" y="716390"/>
                  </a:lnTo>
                  <a:lnTo>
                    <a:pt x="136065" y="711473"/>
                  </a:lnTo>
                  <a:lnTo>
                    <a:pt x="136065" y="708194"/>
                  </a:lnTo>
                  <a:lnTo>
                    <a:pt x="136065" y="703276"/>
                  </a:lnTo>
                  <a:lnTo>
                    <a:pt x="136065" y="701636"/>
                  </a:lnTo>
                  <a:lnTo>
                    <a:pt x="136065" y="696718"/>
                  </a:lnTo>
                  <a:lnTo>
                    <a:pt x="136065" y="693440"/>
                  </a:lnTo>
                  <a:lnTo>
                    <a:pt x="134426" y="688521"/>
                  </a:lnTo>
                  <a:lnTo>
                    <a:pt x="134426" y="685243"/>
                  </a:lnTo>
                  <a:lnTo>
                    <a:pt x="134426" y="681964"/>
                  </a:lnTo>
                  <a:lnTo>
                    <a:pt x="134426" y="677046"/>
                  </a:lnTo>
                  <a:lnTo>
                    <a:pt x="134426" y="673768"/>
                  </a:lnTo>
                  <a:lnTo>
                    <a:pt x="134426" y="670489"/>
                  </a:lnTo>
                  <a:lnTo>
                    <a:pt x="134426" y="668850"/>
                  </a:lnTo>
                  <a:lnTo>
                    <a:pt x="134426" y="665571"/>
                  </a:lnTo>
                  <a:lnTo>
                    <a:pt x="137704" y="660653"/>
                  </a:lnTo>
                  <a:lnTo>
                    <a:pt x="136065" y="657374"/>
                  </a:lnTo>
                  <a:lnTo>
                    <a:pt x="132786" y="654096"/>
                  </a:lnTo>
                  <a:lnTo>
                    <a:pt x="136065" y="652456"/>
                  </a:lnTo>
                  <a:lnTo>
                    <a:pt x="137704" y="647538"/>
                  </a:lnTo>
                  <a:lnTo>
                    <a:pt x="134426" y="649177"/>
                  </a:lnTo>
                  <a:lnTo>
                    <a:pt x="131147" y="652456"/>
                  </a:lnTo>
                  <a:lnTo>
                    <a:pt x="127868" y="655735"/>
                  </a:lnTo>
                  <a:lnTo>
                    <a:pt x="122950" y="659014"/>
                  </a:lnTo>
                  <a:lnTo>
                    <a:pt x="121311" y="662292"/>
                  </a:lnTo>
                  <a:lnTo>
                    <a:pt x="116393" y="665571"/>
                  </a:lnTo>
                  <a:lnTo>
                    <a:pt x="113114" y="668850"/>
                  </a:lnTo>
                  <a:lnTo>
                    <a:pt x="109836" y="672128"/>
                  </a:lnTo>
                  <a:lnTo>
                    <a:pt x="106557" y="673768"/>
                  </a:lnTo>
                  <a:lnTo>
                    <a:pt x="103278" y="673768"/>
                  </a:lnTo>
                  <a:lnTo>
                    <a:pt x="100000" y="673768"/>
                  </a:lnTo>
                  <a:lnTo>
                    <a:pt x="95082" y="673768"/>
                  </a:lnTo>
                  <a:lnTo>
                    <a:pt x="91803" y="673768"/>
                  </a:lnTo>
                  <a:lnTo>
                    <a:pt x="88524" y="673768"/>
                  </a:lnTo>
                  <a:lnTo>
                    <a:pt x="85246" y="673768"/>
                  </a:lnTo>
                  <a:lnTo>
                    <a:pt x="80328" y="673768"/>
                  </a:lnTo>
                  <a:lnTo>
                    <a:pt x="78688" y="673768"/>
                  </a:lnTo>
                  <a:lnTo>
                    <a:pt x="73770" y="673768"/>
                  </a:lnTo>
                  <a:lnTo>
                    <a:pt x="75410" y="670489"/>
                  </a:lnTo>
                  <a:lnTo>
                    <a:pt x="75410" y="667210"/>
                  </a:lnTo>
                  <a:lnTo>
                    <a:pt x="72131" y="663931"/>
                  </a:lnTo>
                  <a:lnTo>
                    <a:pt x="70492" y="659014"/>
                  </a:lnTo>
                  <a:lnTo>
                    <a:pt x="68852" y="655735"/>
                  </a:lnTo>
                  <a:lnTo>
                    <a:pt x="67213" y="652456"/>
                  </a:lnTo>
                  <a:lnTo>
                    <a:pt x="63934" y="650817"/>
                  </a:lnTo>
                  <a:lnTo>
                    <a:pt x="59016" y="650817"/>
                  </a:lnTo>
                  <a:lnTo>
                    <a:pt x="55738" y="649177"/>
                  </a:lnTo>
                  <a:lnTo>
                    <a:pt x="52459" y="647538"/>
                  </a:lnTo>
                  <a:lnTo>
                    <a:pt x="49180" y="647538"/>
                  </a:lnTo>
                  <a:lnTo>
                    <a:pt x="45901" y="647538"/>
                  </a:lnTo>
                  <a:lnTo>
                    <a:pt x="42623" y="647538"/>
                  </a:lnTo>
                  <a:lnTo>
                    <a:pt x="37705" y="647538"/>
                  </a:lnTo>
                  <a:lnTo>
                    <a:pt x="34426" y="645899"/>
                  </a:lnTo>
                  <a:lnTo>
                    <a:pt x="37705" y="642620"/>
                  </a:lnTo>
                  <a:lnTo>
                    <a:pt x="40983" y="637702"/>
                  </a:lnTo>
                  <a:lnTo>
                    <a:pt x="42623" y="634424"/>
                  </a:lnTo>
                  <a:lnTo>
                    <a:pt x="42623" y="631145"/>
                  </a:lnTo>
                  <a:lnTo>
                    <a:pt x="40983" y="626227"/>
                  </a:lnTo>
                  <a:lnTo>
                    <a:pt x="37705" y="622948"/>
                  </a:lnTo>
                  <a:lnTo>
                    <a:pt x="34426" y="619670"/>
                  </a:lnTo>
                  <a:lnTo>
                    <a:pt x="32787" y="614751"/>
                  </a:lnTo>
                  <a:lnTo>
                    <a:pt x="27869" y="613112"/>
                  </a:lnTo>
                  <a:lnTo>
                    <a:pt x="26229" y="609833"/>
                  </a:lnTo>
                  <a:lnTo>
                    <a:pt x="26229" y="606555"/>
                  </a:lnTo>
                  <a:lnTo>
                    <a:pt x="22951" y="603276"/>
                  </a:lnTo>
                  <a:lnTo>
                    <a:pt x="18033" y="599997"/>
                  </a:lnTo>
                  <a:lnTo>
                    <a:pt x="18033" y="596719"/>
                  </a:lnTo>
                  <a:lnTo>
                    <a:pt x="16393" y="591801"/>
                  </a:lnTo>
                  <a:lnTo>
                    <a:pt x="14754" y="588522"/>
                  </a:lnTo>
                  <a:lnTo>
                    <a:pt x="11476" y="585243"/>
                  </a:lnTo>
                  <a:lnTo>
                    <a:pt x="8197" y="581965"/>
                  </a:lnTo>
                  <a:lnTo>
                    <a:pt x="11476" y="578686"/>
                  </a:lnTo>
                  <a:lnTo>
                    <a:pt x="8197" y="573768"/>
                  </a:lnTo>
                  <a:lnTo>
                    <a:pt x="4918" y="572129"/>
                  </a:lnTo>
                  <a:lnTo>
                    <a:pt x="1639" y="567211"/>
                  </a:lnTo>
                  <a:lnTo>
                    <a:pt x="0" y="56393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9" name="Freeform 2578">
              <a:extLst>
                <a:ext uri="{FF2B5EF4-FFF2-40B4-BE49-F238E27FC236}">
                  <a16:creationId xmlns:a16="http://schemas.microsoft.com/office/drawing/2014/main" id="{B6458895-7FAE-6C4F-9CD8-19560DFDD2BB}"/>
                </a:ext>
              </a:extLst>
            </p:cNvPr>
            <p:cNvSpPr/>
            <p:nvPr/>
          </p:nvSpPr>
          <p:spPr>
            <a:xfrm>
              <a:off x="3343553" y="4183749"/>
              <a:ext cx="9835" cy="6557"/>
            </a:xfrm>
            <a:custGeom>
              <a:avLst/>
              <a:gdLst>
                <a:gd name="connsiteX0" fmla="*/ 0 w 9835"/>
                <a:gd name="connsiteY0" fmla="*/ 6557 h 6557"/>
                <a:gd name="connsiteX1" fmla="*/ 1639 w 9835"/>
                <a:gd name="connsiteY1" fmla="*/ 4918 h 6557"/>
                <a:gd name="connsiteX2" fmla="*/ 4918 w 9835"/>
                <a:gd name="connsiteY2" fmla="*/ 3278 h 6557"/>
                <a:gd name="connsiteX3" fmla="*/ 9836 w 9835"/>
                <a:gd name="connsiteY3" fmla="*/ 0 h 6557"/>
                <a:gd name="connsiteX4" fmla="*/ 4918 w 9835"/>
                <a:gd name="connsiteY4" fmla="*/ 0 h 6557"/>
                <a:gd name="connsiteX5" fmla="*/ 1639 w 9835"/>
                <a:gd name="connsiteY5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5" h="6557">
                  <a:moveTo>
                    <a:pt x="0" y="6557"/>
                  </a:moveTo>
                  <a:lnTo>
                    <a:pt x="1639" y="4918"/>
                  </a:lnTo>
                  <a:lnTo>
                    <a:pt x="4918" y="3278"/>
                  </a:lnTo>
                  <a:lnTo>
                    <a:pt x="9836" y="0"/>
                  </a:lnTo>
                  <a:lnTo>
                    <a:pt x="4918" y="0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0" name="Freeform 2579">
              <a:extLst>
                <a:ext uri="{FF2B5EF4-FFF2-40B4-BE49-F238E27FC236}">
                  <a16:creationId xmlns:a16="http://schemas.microsoft.com/office/drawing/2014/main" id="{25350ABD-B45F-3C4F-A341-60D906D78DD4}"/>
                </a:ext>
              </a:extLst>
            </p:cNvPr>
            <p:cNvSpPr/>
            <p:nvPr/>
          </p:nvSpPr>
          <p:spPr>
            <a:xfrm>
              <a:off x="3351750" y="4185388"/>
              <a:ext cx="11475" cy="9836"/>
            </a:xfrm>
            <a:custGeom>
              <a:avLst/>
              <a:gdLst>
                <a:gd name="connsiteX0" fmla="*/ 0 w 11475"/>
                <a:gd name="connsiteY0" fmla="*/ 9836 h 9836"/>
                <a:gd name="connsiteX1" fmla="*/ 3279 w 11475"/>
                <a:gd name="connsiteY1" fmla="*/ 6558 h 9836"/>
                <a:gd name="connsiteX2" fmla="*/ 6557 w 11475"/>
                <a:gd name="connsiteY2" fmla="*/ 6558 h 9836"/>
                <a:gd name="connsiteX3" fmla="*/ 11475 w 11475"/>
                <a:gd name="connsiteY3" fmla="*/ 3279 h 9836"/>
                <a:gd name="connsiteX4" fmla="*/ 8197 w 11475"/>
                <a:gd name="connsiteY4" fmla="*/ 0 h 9836"/>
                <a:gd name="connsiteX5" fmla="*/ 3279 w 11475"/>
                <a:gd name="connsiteY5" fmla="*/ 3279 h 9836"/>
                <a:gd name="connsiteX6" fmla="*/ 0 w 11475"/>
                <a:gd name="connsiteY6" fmla="*/ 6558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9836">
                  <a:moveTo>
                    <a:pt x="0" y="9836"/>
                  </a:moveTo>
                  <a:lnTo>
                    <a:pt x="3279" y="6558"/>
                  </a:lnTo>
                  <a:lnTo>
                    <a:pt x="6557" y="6558"/>
                  </a:lnTo>
                  <a:lnTo>
                    <a:pt x="11475" y="3279"/>
                  </a:lnTo>
                  <a:lnTo>
                    <a:pt x="8197" y="0"/>
                  </a:lnTo>
                  <a:lnTo>
                    <a:pt x="3279" y="3279"/>
                  </a:lnTo>
                  <a:lnTo>
                    <a:pt x="0" y="655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1" name="Freeform 2580">
              <a:extLst>
                <a:ext uri="{FF2B5EF4-FFF2-40B4-BE49-F238E27FC236}">
                  <a16:creationId xmlns:a16="http://schemas.microsoft.com/office/drawing/2014/main" id="{C8156739-7EB9-3D42-A9D8-F659E3EFE750}"/>
                </a:ext>
              </a:extLst>
            </p:cNvPr>
            <p:cNvSpPr/>
            <p:nvPr/>
          </p:nvSpPr>
          <p:spPr>
            <a:xfrm>
              <a:off x="3363225" y="4146044"/>
              <a:ext cx="27868" cy="40983"/>
            </a:xfrm>
            <a:custGeom>
              <a:avLst/>
              <a:gdLst>
                <a:gd name="connsiteX0" fmla="*/ 0 w 27868"/>
                <a:gd name="connsiteY0" fmla="*/ 40983 h 40983"/>
                <a:gd name="connsiteX1" fmla="*/ 1639 w 27868"/>
                <a:gd name="connsiteY1" fmla="*/ 40983 h 40983"/>
                <a:gd name="connsiteX2" fmla="*/ 4918 w 27868"/>
                <a:gd name="connsiteY2" fmla="*/ 39344 h 40983"/>
                <a:gd name="connsiteX3" fmla="*/ 8197 w 27868"/>
                <a:gd name="connsiteY3" fmla="*/ 37705 h 40983"/>
                <a:gd name="connsiteX4" fmla="*/ 13115 w 27868"/>
                <a:gd name="connsiteY4" fmla="*/ 34426 h 40983"/>
                <a:gd name="connsiteX5" fmla="*/ 16393 w 27868"/>
                <a:gd name="connsiteY5" fmla="*/ 31147 h 40983"/>
                <a:gd name="connsiteX6" fmla="*/ 19672 w 27868"/>
                <a:gd name="connsiteY6" fmla="*/ 26229 h 40983"/>
                <a:gd name="connsiteX7" fmla="*/ 21311 w 27868"/>
                <a:gd name="connsiteY7" fmla="*/ 22951 h 40983"/>
                <a:gd name="connsiteX8" fmla="*/ 24590 w 27868"/>
                <a:gd name="connsiteY8" fmla="*/ 19672 h 40983"/>
                <a:gd name="connsiteX9" fmla="*/ 26229 w 27868"/>
                <a:gd name="connsiteY9" fmla="*/ 14754 h 40983"/>
                <a:gd name="connsiteX10" fmla="*/ 26229 w 27868"/>
                <a:gd name="connsiteY10" fmla="*/ 11476 h 40983"/>
                <a:gd name="connsiteX11" fmla="*/ 27869 w 27868"/>
                <a:gd name="connsiteY11" fmla="*/ 8197 h 40983"/>
                <a:gd name="connsiteX12" fmla="*/ 27869 w 27868"/>
                <a:gd name="connsiteY12" fmla="*/ 3279 h 40983"/>
                <a:gd name="connsiteX13" fmla="*/ 24590 w 27868"/>
                <a:gd name="connsiteY13" fmla="*/ 0 h 40983"/>
                <a:gd name="connsiteX14" fmla="*/ 21311 w 27868"/>
                <a:gd name="connsiteY14" fmla="*/ 0 h 40983"/>
                <a:gd name="connsiteX15" fmla="*/ 16393 w 27868"/>
                <a:gd name="connsiteY15" fmla="*/ 3279 h 40983"/>
                <a:gd name="connsiteX16" fmla="*/ 13115 w 27868"/>
                <a:gd name="connsiteY16" fmla="*/ 6557 h 40983"/>
                <a:gd name="connsiteX17" fmla="*/ 9836 w 27868"/>
                <a:gd name="connsiteY17" fmla="*/ 9836 h 40983"/>
                <a:gd name="connsiteX18" fmla="*/ 9836 w 27868"/>
                <a:gd name="connsiteY18" fmla="*/ 13115 h 40983"/>
                <a:gd name="connsiteX19" fmla="*/ 9836 w 27868"/>
                <a:gd name="connsiteY19" fmla="*/ 18033 h 40983"/>
                <a:gd name="connsiteX20" fmla="*/ 9836 w 27868"/>
                <a:gd name="connsiteY20" fmla="*/ 21312 h 40983"/>
                <a:gd name="connsiteX21" fmla="*/ 8197 w 27868"/>
                <a:gd name="connsiteY21" fmla="*/ 26229 h 40983"/>
                <a:gd name="connsiteX22" fmla="*/ 4918 w 27868"/>
                <a:gd name="connsiteY22" fmla="*/ 27869 h 40983"/>
                <a:gd name="connsiteX23" fmla="*/ 0 w 27868"/>
                <a:gd name="connsiteY23" fmla="*/ 29508 h 40983"/>
                <a:gd name="connsiteX24" fmla="*/ 1639 w 27868"/>
                <a:gd name="connsiteY24" fmla="*/ 34426 h 40983"/>
                <a:gd name="connsiteX25" fmla="*/ 0 w 27868"/>
                <a:gd name="connsiteY25" fmla="*/ 37705 h 4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7868" h="40983">
                  <a:moveTo>
                    <a:pt x="0" y="40983"/>
                  </a:moveTo>
                  <a:lnTo>
                    <a:pt x="1639" y="40983"/>
                  </a:lnTo>
                  <a:lnTo>
                    <a:pt x="4918" y="39344"/>
                  </a:lnTo>
                  <a:lnTo>
                    <a:pt x="8197" y="37705"/>
                  </a:lnTo>
                  <a:lnTo>
                    <a:pt x="13115" y="34426"/>
                  </a:lnTo>
                  <a:lnTo>
                    <a:pt x="16393" y="31147"/>
                  </a:lnTo>
                  <a:lnTo>
                    <a:pt x="19672" y="26229"/>
                  </a:lnTo>
                  <a:lnTo>
                    <a:pt x="21311" y="22951"/>
                  </a:lnTo>
                  <a:lnTo>
                    <a:pt x="24590" y="19672"/>
                  </a:lnTo>
                  <a:lnTo>
                    <a:pt x="26229" y="14754"/>
                  </a:lnTo>
                  <a:lnTo>
                    <a:pt x="26229" y="11476"/>
                  </a:lnTo>
                  <a:lnTo>
                    <a:pt x="27869" y="8197"/>
                  </a:lnTo>
                  <a:lnTo>
                    <a:pt x="27869" y="3279"/>
                  </a:lnTo>
                  <a:lnTo>
                    <a:pt x="24590" y="0"/>
                  </a:lnTo>
                  <a:lnTo>
                    <a:pt x="21311" y="0"/>
                  </a:lnTo>
                  <a:lnTo>
                    <a:pt x="16393" y="3279"/>
                  </a:lnTo>
                  <a:lnTo>
                    <a:pt x="13115" y="6557"/>
                  </a:lnTo>
                  <a:lnTo>
                    <a:pt x="9836" y="9836"/>
                  </a:lnTo>
                  <a:lnTo>
                    <a:pt x="9836" y="13115"/>
                  </a:lnTo>
                  <a:lnTo>
                    <a:pt x="9836" y="18033"/>
                  </a:lnTo>
                  <a:lnTo>
                    <a:pt x="9836" y="21312"/>
                  </a:lnTo>
                  <a:lnTo>
                    <a:pt x="8197" y="26229"/>
                  </a:lnTo>
                  <a:lnTo>
                    <a:pt x="4918" y="27869"/>
                  </a:lnTo>
                  <a:lnTo>
                    <a:pt x="0" y="29508"/>
                  </a:lnTo>
                  <a:lnTo>
                    <a:pt x="1639" y="34426"/>
                  </a:lnTo>
                  <a:lnTo>
                    <a:pt x="0" y="3770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2" name="Freeform 2581">
              <a:extLst>
                <a:ext uri="{FF2B5EF4-FFF2-40B4-BE49-F238E27FC236}">
                  <a16:creationId xmlns:a16="http://schemas.microsoft.com/office/drawing/2014/main" id="{86F8EA52-0130-FE41-9866-5926635870AA}"/>
                </a:ext>
              </a:extLst>
            </p:cNvPr>
            <p:cNvSpPr/>
            <p:nvPr/>
          </p:nvSpPr>
          <p:spPr>
            <a:xfrm>
              <a:off x="3382897" y="4128011"/>
              <a:ext cx="11475" cy="16393"/>
            </a:xfrm>
            <a:custGeom>
              <a:avLst/>
              <a:gdLst>
                <a:gd name="connsiteX0" fmla="*/ 0 w 11475"/>
                <a:gd name="connsiteY0" fmla="*/ 16393 h 16393"/>
                <a:gd name="connsiteX1" fmla="*/ 1639 w 11475"/>
                <a:gd name="connsiteY1" fmla="*/ 14754 h 16393"/>
                <a:gd name="connsiteX2" fmla="*/ 4918 w 11475"/>
                <a:gd name="connsiteY2" fmla="*/ 11476 h 16393"/>
                <a:gd name="connsiteX3" fmla="*/ 8197 w 11475"/>
                <a:gd name="connsiteY3" fmla="*/ 8197 h 16393"/>
                <a:gd name="connsiteX4" fmla="*/ 11475 w 11475"/>
                <a:gd name="connsiteY4" fmla="*/ 4918 h 16393"/>
                <a:gd name="connsiteX5" fmla="*/ 9836 w 11475"/>
                <a:gd name="connsiteY5" fmla="*/ 0 h 16393"/>
                <a:gd name="connsiteX6" fmla="*/ 4918 w 11475"/>
                <a:gd name="connsiteY6" fmla="*/ 3279 h 16393"/>
                <a:gd name="connsiteX7" fmla="*/ 3279 w 11475"/>
                <a:gd name="connsiteY7" fmla="*/ 8197 h 16393"/>
                <a:gd name="connsiteX8" fmla="*/ 1639 w 11475"/>
                <a:gd name="connsiteY8" fmla="*/ 11476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75" h="16393">
                  <a:moveTo>
                    <a:pt x="0" y="16393"/>
                  </a:moveTo>
                  <a:lnTo>
                    <a:pt x="1639" y="14754"/>
                  </a:lnTo>
                  <a:lnTo>
                    <a:pt x="4918" y="11476"/>
                  </a:lnTo>
                  <a:lnTo>
                    <a:pt x="8197" y="8197"/>
                  </a:lnTo>
                  <a:lnTo>
                    <a:pt x="11475" y="4918"/>
                  </a:lnTo>
                  <a:lnTo>
                    <a:pt x="9836" y="0"/>
                  </a:lnTo>
                  <a:lnTo>
                    <a:pt x="4918" y="3279"/>
                  </a:lnTo>
                  <a:lnTo>
                    <a:pt x="3279" y="8197"/>
                  </a:lnTo>
                  <a:lnTo>
                    <a:pt x="1639" y="1147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3" name="Freeform 2582">
              <a:extLst>
                <a:ext uri="{FF2B5EF4-FFF2-40B4-BE49-F238E27FC236}">
                  <a16:creationId xmlns:a16="http://schemas.microsoft.com/office/drawing/2014/main" id="{019C63F2-5CD3-5049-B5C5-640B51F5A5C6}"/>
                </a:ext>
              </a:extLst>
            </p:cNvPr>
            <p:cNvSpPr/>
            <p:nvPr/>
          </p:nvSpPr>
          <p:spPr>
            <a:xfrm>
              <a:off x="3382897" y="4160798"/>
              <a:ext cx="8196" cy="14754"/>
            </a:xfrm>
            <a:custGeom>
              <a:avLst/>
              <a:gdLst>
                <a:gd name="connsiteX0" fmla="*/ 0 w 8196"/>
                <a:gd name="connsiteY0" fmla="*/ 14754 h 14754"/>
                <a:gd name="connsiteX1" fmla="*/ 1639 w 8196"/>
                <a:gd name="connsiteY1" fmla="*/ 14754 h 14754"/>
                <a:gd name="connsiteX2" fmla="*/ 6557 w 8196"/>
                <a:gd name="connsiteY2" fmla="*/ 11476 h 14754"/>
                <a:gd name="connsiteX3" fmla="*/ 6557 w 8196"/>
                <a:gd name="connsiteY3" fmla="*/ 8197 h 14754"/>
                <a:gd name="connsiteX4" fmla="*/ 8197 w 8196"/>
                <a:gd name="connsiteY4" fmla="*/ 4918 h 14754"/>
                <a:gd name="connsiteX5" fmla="*/ 6557 w 8196"/>
                <a:gd name="connsiteY5" fmla="*/ 0 h 14754"/>
                <a:gd name="connsiteX6" fmla="*/ 6557 w 8196"/>
                <a:gd name="connsiteY6" fmla="*/ 3279 h 14754"/>
                <a:gd name="connsiteX7" fmla="*/ 4918 w 8196"/>
                <a:gd name="connsiteY7" fmla="*/ 8197 h 14754"/>
                <a:gd name="connsiteX8" fmla="*/ 1639 w 8196"/>
                <a:gd name="connsiteY8" fmla="*/ 11476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14754">
                  <a:moveTo>
                    <a:pt x="0" y="14754"/>
                  </a:moveTo>
                  <a:lnTo>
                    <a:pt x="1639" y="14754"/>
                  </a:lnTo>
                  <a:lnTo>
                    <a:pt x="6557" y="11476"/>
                  </a:lnTo>
                  <a:lnTo>
                    <a:pt x="6557" y="8197"/>
                  </a:lnTo>
                  <a:lnTo>
                    <a:pt x="8197" y="4918"/>
                  </a:lnTo>
                  <a:lnTo>
                    <a:pt x="6557" y="0"/>
                  </a:lnTo>
                  <a:lnTo>
                    <a:pt x="6557" y="3279"/>
                  </a:lnTo>
                  <a:lnTo>
                    <a:pt x="4918" y="8197"/>
                  </a:lnTo>
                  <a:lnTo>
                    <a:pt x="1639" y="1147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4" name="Freeform 2583">
              <a:extLst>
                <a:ext uri="{FF2B5EF4-FFF2-40B4-BE49-F238E27FC236}">
                  <a16:creationId xmlns:a16="http://schemas.microsoft.com/office/drawing/2014/main" id="{299035C2-C1C9-0548-9D60-2348AC71B156}"/>
                </a:ext>
              </a:extLst>
            </p:cNvPr>
            <p:cNvSpPr/>
            <p:nvPr/>
          </p:nvSpPr>
          <p:spPr>
            <a:xfrm>
              <a:off x="3391094" y="4160798"/>
              <a:ext cx="9836" cy="9836"/>
            </a:xfrm>
            <a:custGeom>
              <a:avLst/>
              <a:gdLst>
                <a:gd name="connsiteX0" fmla="*/ 8197 w 9836"/>
                <a:gd name="connsiteY0" fmla="*/ 0 h 9836"/>
                <a:gd name="connsiteX1" fmla="*/ 4918 w 9836"/>
                <a:gd name="connsiteY1" fmla="*/ 1639 h 9836"/>
                <a:gd name="connsiteX2" fmla="*/ 1639 w 9836"/>
                <a:gd name="connsiteY2" fmla="*/ 4918 h 9836"/>
                <a:gd name="connsiteX3" fmla="*/ 0 w 9836"/>
                <a:gd name="connsiteY3" fmla="*/ 9836 h 9836"/>
                <a:gd name="connsiteX4" fmla="*/ 4918 w 9836"/>
                <a:gd name="connsiteY4" fmla="*/ 6558 h 9836"/>
                <a:gd name="connsiteX5" fmla="*/ 6557 w 9836"/>
                <a:gd name="connsiteY5" fmla="*/ 3279 h 9836"/>
                <a:gd name="connsiteX6" fmla="*/ 9836 w 9836"/>
                <a:gd name="connsiteY6" fmla="*/ 0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9836">
                  <a:moveTo>
                    <a:pt x="8197" y="0"/>
                  </a:moveTo>
                  <a:lnTo>
                    <a:pt x="4918" y="1639"/>
                  </a:lnTo>
                  <a:lnTo>
                    <a:pt x="1639" y="4918"/>
                  </a:lnTo>
                  <a:lnTo>
                    <a:pt x="0" y="9836"/>
                  </a:lnTo>
                  <a:lnTo>
                    <a:pt x="4918" y="6558"/>
                  </a:lnTo>
                  <a:lnTo>
                    <a:pt x="6557" y="3279"/>
                  </a:lnTo>
                  <a:lnTo>
                    <a:pt x="9836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5" name="Freeform 2584">
              <a:extLst>
                <a:ext uri="{FF2B5EF4-FFF2-40B4-BE49-F238E27FC236}">
                  <a16:creationId xmlns:a16="http://schemas.microsoft.com/office/drawing/2014/main" id="{9EC9B2F5-9191-E744-A458-BD60B46F3659}"/>
                </a:ext>
              </a:extLst>
            </p:cNvPr>
            <p:cNvSpPr/>
            <p:nvPr/>
          </p:nvSpPr>
          <p:spPr>
            <a:xfrm>
              <a:off x="3392733" y="4134569"/>
              <a:ext cx="8196" cy="11475"/>
            </a:xfrm>
            <a:custGeom>
              <a:avLst/>
              <a:gdLst>
                <a:gd name="connsiteX0" fmla="*/ 1639 w 8196"/>
                <a:gd name="connsiteY0" fmla="*/ 11475 h 11475"/>
                <a:gd name="connsiteX1" fmla="*/ 1639 w 8196"/>
                <a:gd name="connsiteY1" fmla="*/ 9836 h 11475"/>
                <a:gd name="connsiteX2" fmla="*/ 3279 w 8196"/>
                <a:gd name="connsiteY2" fmla="*/ 4918 h 11475"/>
                <a:gd name="connsiteX3" fmla="*/ 8197 w 8196"/>
                <a:gd name="connsiteY3" fmla="*/ 3278 h 11475"/>
                <a:gd name="connsiteX4" fmla="*/ 3279 w 8196"/>
                <a:gd name="connsiteY4" fmla="*/ 0 h 11475"/>
                <a:gd name="connsiteX5" fmla="*/ 1639 w 8196"/>
                <a:gd name="connsiteY5" fmla="*/ 3278 h 11475"/>
                <a:gd name="connsiteX6" fmla="*/ 0 w 8196"/>
                <a:gd name="connsiteY6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11475">
                  <a:moveTo>
                    <a:pt x="1639" y="11475"/>
                  </a:moveTo>
                  <a:lnTo>
                    <a:pt x="1639" y="9836"/>
                  </a:lnTo>
                  <a:lnTo>
                    <a:pt x="3279" y="4918"/>
                  </a:lnTo>
                  <a:lnTo>
                    <a:pt x="8197" y="3278"/>
                  </a:lnTo>
                  <a:lnTo>
                    <a:pt x="3279" y="0"/>
                  </a:lnTo>
                  <a:lnTo>
                    <a:pt x="1639" y="3278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6" name="Freeform 2585">
              <a:extLst>
                <a:ext uri="{FF2B5EF4-FFF2-40B4-BE49-F238E27FC236}">
                  <a16:creationId xmlns:a16="http://schemas.microsoft.com/office/drawing/2014/main" id="{154495B9-1D75-434D-92A8-6722F01CDA0E}"/>
                </a:ext>
              </a:extLst>
            </p:cNvPr>
            <p:cNvSpPr/>
            <p:nvPr/>
          </p:nvSpPr>
          <p:spPr>
            <a:xfrm>
              <a:off x="3392733" y="4147683"/>
              <a:ext cx="13114" cy="16393"/>
            </a:xfrm>
            <a:custGeom>
              <a:avLst/>
              <a:gdLst>
                <a:gd name="connsiteX0" fmla="*/ 0 w 13114"/>
                <a:gd name="connsiteY0" fmla="*/ 16393 h 16393"/>
                <a:gd name="connsiteX1" fmla="*/ 3279 w 13114"/>
                <a:gd name="connsiteY1" fmla="*/ 13114 h 16393"/>
                <a:gd name="connsiteX2" fmla="*/ 6557 w 13114"/>
                <a:gd name="connsiteY2" fmla="*/ 9836 h 16393"/>
                <a:gd name="connsiteX3" fmla="*/ 8197 w 13114"/>
                <a:gd name="connsiteY3" fmla="*/ 6557 h 16393"/>
                <a:gd name="connsiteX4" fmla="*/ 13114 w 13114"/>
                <a:gd name="connsiteY4" fmla="*/ 3279 h 16393"/>
                <a:gd name="connsiteX5" fmla="*/ 9836 w 13114"/>
                <a:gd name="connsiteY5" fmla="*/ 0 h 16393"/>
                <a:gd name="connsiteX6" fmla="*/ 6557 w 13114"/>
                <a:gd name="connsiteY6" fmla="*/ 1639 h 16393"/>
                <a:gd name="connsiteX7" fmla="*/ 1639 w 13114"/>
                <a:gd name="connsiteY7" fmla="*/ 4918 h 16393"/>
                <a:gd name="connsiteX8" fmla="*/ 1639 w 13114"/>
                <a:gd name="connsiteY8" fmla="*/ 9836 h 16393"/>
                <a:gd name="connsiteX9" fmla="*/ 0 w 13114"/>
                <a:gd name="connsiteY9" fmla="*/ 13114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14" h="16393">
                  <a:moveTo>
                    <a:pt x="0" y="16393"/>
                  </a:moveTo>
                  <a:lnTo>
                    <a:pt x="3279" y="13114"/>
                  </a:lnTo>
                  <a:lnTo>
                    <a:pt x="6557" y="9836"/>
                  </a:lnTo>
                  <a:lnTo>
                    <a:pt x="8197" y="6557"/>
                  </a:lnTo>
                  <a:lnTo>
                    <a:pt x="13114" y="3279"/>
                  </a:lnTo>
                  <a:lnTo>
                    <a:pt x="9836" y="0"/>
                  </a:lnTo>
                  <a:lnTo>
                    <a:pt x="6557" y="1639"/>
                  </a:lnTo>
                  <a:lnTo>
                    <a:pt x="1639" y="4918"/>
                  </a:lnTo>
                  <a:lnTo>
                    <a:pt x="1639" y="9836"/>
                  </a:lnTo>
                  <a:lnTo>
                    <a:pt x="0" y="1311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7" name="Freeform 2586">
              <a:extLst>
                <a:ext uri="{FF2B5EF4-FFF2-40B4-BE49-F238E27FC236}">
                  <a16:creationId xmlns:a16="http://schemas.microsoft.com/office/drawing/2014/main" id="{F094BD73-17FD-9B46-A483-5E45BFA00731}"/>
                </a:ext>
              </a:extLst>
            </p:cNvPr>
            <p:cNvSpPr/>
            <p:nvPr/>
          </p:nvSpPr>
          <p:spPr>
            <a:xfrm>
              <a:off x="3396012" y="4139487"/>
              <a:ext cx="3278" cy="6557"/>
            </a:xfrm>
            <a:custGeom>
              <a:avLst/>
              <a:gdLst>
                <a:gd name="connsiteX0" fmla="*/ 0 w 3278"/>
                <a:gd name="connsiteY0" fmla="*/ 6557 h 6557"/>
                <a:gd name="connsiteX1" fmla="*/ 0 w 3278"/>
                <a:gd name="connsiteY1" fmla="*/ 6557 h 6557"/>
                <a:gd name="connsiteX2" fmla="*/ 3279 w 3278"/>
                <a:gd name="connsiteY2" fmla="*/ 4918 h 6557"/>
                <a:gd name="connsiteX3" fmla="*/ 3279 w 3278"/>
                <a:gd name="connsiteY3" fmla="*/ 0 h 6557"/>
                <a:gd name="connsiteX4" fmla="*/ 0 w 3278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6557">
                  <a:moveTo>
                    <a:pt x="0" y="6557"/>
                  </a:moveTo>
                  <a:lnTo>
                    <a:pt x="0" y="6557"/>
                  </a:lnTo>
                  <a:lnTo>
                    <a:pt x="3279" y="4918"/>
                  </a:ln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8" name="Freeform 2587">
              <a:extLst>
                <a:ext uri="{FF2B5EF4-FFF2-40B4-BE49-F238E27FC236}">
                  <a16:creationId xmlns:a16="http://schemas.microsoft.com/office/drawing/2014/main" id="{065C8E24-EC22-6E40-BEC7-D3DBD7AAD22D}"/>
                </a:ext>
              </a:extLst>
            </p:cNvPr>
            <p:cNvSpPr/>
            <p:nvPr/>
          </p:nvSpPr>
          <p:spPr>
            <a:xfrm>
              <a:off x="3397651" y="4123093"/>
              <a:ext cx="14754" cy="11475"/>
            </a:xfrm>
            <a:custGeom>
              <a:avLst/>
              <a:gdLst>
                <a:gd name="connsiteX0" fmla="*/ 6557 w 14754"/>
                <a:gd name="connsiteY0" fmla="*/ 11476 h 11475"/>
                <a:gd name="connsiteX1" fmla="*/ 8197 w 14754"/>
                <a:gd name="connsiteY1" fmla="*/ 9836 h 11475"/>
                <a:gd name="connsiteX2" fmla="*/ 11476 w 14754"/>
                <a:gd name="connsiteY2" fmla="*/ 6557 h 11475"/>
                <a:gd name="connsiteX3" fmla="*/ 14754 w 14754"/>
                <a:gd name="connsiteY3" fmla="*/ 3279 h 11475"/>
                <a:gd name="connsiteX4" fmla="*/ 14754 w 14754"/>
                <a:gd name="connsiteY4" fmla="*/ 0 h 11475"/>
                <a:gd name="connsiteX5" fmla="*/ 11476 w 14754"/>
                <a:gd name="connsiteY5" fmla="*/ 0 h 11475"/>
                <a:gd name="connsiteX6" fmla="*/ 6557 w 14754"/>
                <a:gd name="connsiteY6" fmla="*/ 1639 h 11475"/>
                <a:gd name="connsiteX7" fmla="*/ 3279 w 14754"/>
                <a:gd name="connsiteY7" fmla="*/ 3279 h 11475"/>
                <a:gd name="connsiteX8" fmla="*/ 0 w 14754"/>
                <a:gd name="connsiteY8" fmla="*/ 6557 h 11475"/>
                <a:gd name="connsiteX9" fmla="*/ 1639 w 14754"/>
                <a:gd name="connsiteY9" fmla="*/ 983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54" h="11475">
                  <a:moveTo>
                    <a:pt x="6557" y="11476"/>
                  </a:moveTo>
                  <a:lnTo>
                    <a:pt x="8197" y="9836"/>
                  </a:lnTo>
                  <a:lnTo>
                    <a:pt x="11476" y="6557"/>
                  </a:lnTo>
                  <a:lnTo>
                    <a:pt x="14754" y="3279"/>
                  </a:lnTo>
                  <a:lnTo>
                    <a:pt x="14754" y="0"/>
                  </a:lnTo>
                  <a:lnTo>
                    <a:pt x="11476" y="0"/>
                  </a:lnTo>
                  <a:lnTo>
                    <a:pt x="6557" y="1639"/>
                  </a:lnTo>
                  <a:lnTo>
                    <a:pt x="3279" y="3279"/>
                  </a:lnTo>
                  <a:lnTo>
                    <a:pt x="0" y="6557"/>
                  </a:lnTo>
                  <a:lnTo>
                    <a:pt x="1639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9" name="Freeform 2588">
              <a:extLst>
                <a:ext uri="{FF2B5EF4-FFF2-40B4-BE49-F238E27FC236}">
                  <a16:creationId xmlns:a16="http://schemas.microsoft.com/office/drawing/2014/main" id="{EAC1B1B1-6E16-2C4C-8080-438829D88EF9}"/>
                </a:ext>
              </a:extLst>
            </p:cNvPr>
            <p:cNvSpPr/>
            <p:nvPr/>
          </p:nvSpPr>
          <p:spPr>
            <a:xfrm>
              <a:off x="3399291" y="4139487"/>
              <a:ext cx="8196" cy="8196"/>
            </a:xfrm>
            <a:custGeom>
              <a:avLst/>
              <a:gdLst>
                <a:gd name="connsiteX0" fmla="*/ 0 w 8196"/>
                <a:gd name="connsiteY0" fmla="*/ 8197 h 8196"/>
                <a:gd name="connsiteX1" fmla="*/ 0 w 8196"/>
                <a:gd name="connsiteY1" fmla="*/ 8197 h 8196"/>
                <a:gd name="connsiteX2" fmla="*/ 3279 w 8196"/>
                <a:gd name="connsiteY2" fmla="*/ 6557 h 8196"/>
                <a:gd name="connsiteX3" fmla="*/ 8197 w 8196"/>
                <a:gd name="connsiteY3" fmla="*/ 3279 h 8196"/>
                <a:gd name="connsiteX4" fmla="*/ 6557 w 8196"/>
                <a:gd name="connsiteY4" fmla="*/ 0 h 8196"/>
                <a:gd name="connsiteX5" fmla="*/ 3279 w 8196"/>
                <a:gd name="connsiteY5" fmla="*/ 0 h 8196"/>
                <a:gd name="connsiteX6" fmla="*/ 1639 w 8196"/>
                <a:gd name="connsiteY6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8196">
                  <a:moveTo>
                    <a:pt x="0" y="8197"/>
                  </a:moveTo>
                  <a:lnTo>
                    <a:pt x="0" y="8197"/>
                  </a:lnTo>
                  <a:lnTo>
                    <a:pt x="3279" y="6557"/>
                  </a:lnTo>
                  <a:lnTo>
                    <a:pt x="8197" y="3279"/>
                  </a:lnTo>
                  <a:lnTo>
                    <a:pt x="6557" y="0"/>
                  </a:lnTo>
                  <a:lnTo>
                    <a:pt x="3279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0" name="Freeform 2589">
              <a:extLst>
                <a:ext uri="{FF2B5EF4-FFF2-40B4-BE49-F238E27FC236}">
                  <a16:creationId xmlns:a16="http://schemas.microsoft.com/office/drawing/2014/main" id="{5F75F1A4-0487-8943-9625-C1497E49ECD4}"/>
                </a:ext>
              </a:extLst>
            </p:cNvPr>
            <p:cNvSpPr/>
            <p:nvPr/>
          </p:nvSpPr>
          <p:spPr>
            <a:xfrm>
              <a:off x="3400930" y="4154241"/>
              <a:ext cx="3278" cy="4918"/>
            </a:xfrm>
            <a:custGeom>
              <a:avLst/>
              <a:gdLst>
                <a:gd name="connsiteX0" fmla="*/ 0 w 3278"/>
                <a:gd name="connsiteY0" fmla="*/ 4918 h 4918"/>
                <a:gd name="connsiteX1" fmla="*/ 1639 w 3278"/>
                <a:gd name="connsiteY1" fmla="*/ 4918 h 4918"/>
                <a:gd name="connsiteX2" fmla="*/ 3279 w 3278"/>
                <a:gd name="connsiteY2" fmla="*/ 0 h 4918"/>
                <a:gd name="connsiteX3" fmla="*/ 0 w 3278"/>
                <a:gd name="connsiteY3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0" y="4918"/>
                  </a:moveTo>
                  <a:lnTo>
                    <a:pt x="1639" y="4918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1" name="Freeform 2590">
              <a:extLst>
                <a:ext uri="{FF2B5EF4-FFF2-40B4-BE49-F238E27FC236}">
                  <a16:creationId xmlns:a16="http://schemas.microsoft.com/office/drawing/2014/main" id="{25AA7EB5-58A1-E744-9D8E-0831600E9030}"/>
                </a:ext>
              </a:extLst>
            </p:cNvPr>
            <p:cNvSpPr/>
            <p:nvPr/>
          </p:nvSpPr>
          <p:spPr>
            <a:xfrm>
              <a:off x="3400930" y="4119814"/>
              <a:ext cx="8196" cy="4918"/>
            </a:xfrm>
            <a:custGeom>
              <a:avLst/>
              <a:gdLst>
                <a:gd name="connsiteX0" fmla="*/ 0 w 8196"/>
                <a:gd name="connsiteY0" fmla="*/ 1639 h 4918"/>
                <a:gd name="connsiteX1" fmla="*/ 1639 w 8196"/>
                <a:gd name="connsiteY1" fmla="*/ 4918 h 4918"/>
                <a:gd name="connsiteX2" fmla="*/ 3279 w 8196"/>
                <a:gd name="connsiteY2" fmla="*/ 3279 h 4918"/>
                <a:gd name="connsiteX3" fmla="*/ 6557 w 8196"/>
                <a:gd name="connsiteY3" fmla="*/ 1639 h 4918"/>
                <a:gd name="connsiteX4" fmla="*/ 8197 w 8196"/>
                <a:gd name="connsiteY4" fmla="*/ 0 h 4918"/>
                <a:gd name="connsiteX5" fmla="*/ 4918 w 8196"/>
                <a:gd name="connsiteY5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4918">
                  <a:moveTo>
                    <a:pt x="0" y="1639"/>
                  </a:moveTo>
                  <a:lnTo>
                    <a:pt x="1639" y="4918"/>
                  </a:lnTo>
                  <a:lnTo>
                    <a:pt x="3279" y="3279"/>
                  </a:lnTo>
                  <a:lnTo>
                    <a:pt x="6557" y="1639"/>
                  </a:lnTo>
                  <a:lnTo>
                    <a:pt x="8197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2" name="Freeform 2591">
              <a:extLst>
                <a:ext uri="{FF2B5EF4-FFF2-40B4-BE49-F238E27FC236}">
                  <a16:creationId xmlns:a16="http://schemas.microsoft.com/office/drawing/2014/main" id="{AE64E5D0-CDF4-394A-B80F-4D41D1D0D7F1}"/>
                </a:ext>
              </a:extLst>
            </p:cNvPr>
            <p:cNvSpPr/>
            <p:nvPr/>
          </p:nvSpPr>
          <p:spPr>
            <a:xfrm>
              <a:off x="3405848" y="4126372"/>
              <a:ext cx="93442" cy="77048"/>
            </a:xfrm>
            <a:custGeom>
              <a:avLst/>
              <a:gdLst>
                <a:gd name="connsiteX0" fmla="*/ 1639 w 93442"/>
                <a:gd name="connsiteY0" fmla="*/ 60655 h 77048"/>
                <a:gd name="connsiteX1" fmla="*/ 3279 w 93442"/>
                <a:gd name="connsiteY1" fmla="*/ 65573 h 77048"/>
                <a:gd name="connsiteX2" fmla="*/ 6557 w 93442"/>
                <a:gd name="connsiteY2" fmla="*/ 68852 h 77048"/>
                <a:gd name="connsiteX3" fmla="*/ 8197 w 93442"/>
                <a:gd name="connsiteY3" fmla="*/ 75409 h 77048"/>
                <a:gd name="connsiteX4" fmla="*/ 13115 w 93442"/>
                <a:gd name="connsiteY4" fmla="*/ 75409 h 77048"/>
                <a:gd name="connsiteX5" fmla="*/ 16393 w 93442"/>
                <a:gd name="connsiteY5" fmla="*/ 77049 h 77048"/>
                <a:gd name="connsiteX6" fmla="*/ 19672 w 93442"/>
                <a:gd name="connsiteY6" fmla="*/ 75409 h 77048"/>
                <a:gd name="connsiteX7" fmla="*/ 16393 w 93442"/>
                <a:gd name="connsiteY7" fmla="*/ 73770 h 77048"/>
                <a:gd name="connsiteX8" fmla="*/ 19672 w 93442"/>
                <a:gd name="connsiteY8" fmla="*/ 73770 h 77048"/>
                <a:gd name="connsiteX9" fmla="*/ 22951 w 93442"/>
                <a:gd name="connsiteY9" fmla="*/ 73770 h 77048"/>
                <a:gd name="connsiteX10" fmla="*/ 27869 w 93442"/>
                <a:gd name="connsiteY10" fmla="*/ 72131 h 77048"/>
                <a:gd name="connsiteX11" fmla="*/ 31148 w 93442"/>
                <a:gd name="connsiteY11" fmla="*/ 73770 h 77048"/>
                <a:gd name="connsiteX12" fmla="*/ 32787 w 93442"/>
                <a:gd name="connsiteY12" fmla="*/ 72131 h 77048"/>
                <a:gd name="connsiteX13" fmla="*/ 36066 w 93442"/>
                <a:gd name="connsiteY13" fmla="*/ 75409 h 77048"/>
                <a:gd name="connsiteX14" fmla="*/ 40983 w 93442"/>
                <a:gd name="connsiteY14" fmla="*/ 75409 h 77048"/>
                <a:gd name="connsiteX15" fmla="*/ 40983 w 93442"/>
                <a:gd name="connsiteY15" fmla="*/ 70491 h 77048"/>
                <a:gd name="connsiteX16" fmla="*/ 42623 w 93442"/>
                <a:gd name="connsiteY16" fmla="*/ 75409 h 77048"/>
                <a:gd name="connsiteX17" fmla="*/ 47541 w 93442"/>
                <a:gd name="connsiteY17" fmla="*/ 72131 h 77048"/>
                <a:gd name="connsiteX18" fmla="*/ 49180 w 93442"/>
                <a:gd name="connsiteY18" fmla="*/ 68852 h 77048"/>
                <a:gd name="connsiteX19" fmla="*/ 50820 w 93442"/>
                <a:gd name="connsiteY19" fmla="*/ 63934 h 77048"/>
                <a:gd name="connsiteX20" fmla="*/ 52459 w 93442"/>
                <a:gd name="connsiteY20" fmla="*/ 68852 h 77048"/>
                <a:gd name="connsiteX21" fmla="*/ 57377 w 93442"/>
                <a:gd name="connsiteY21" fmla="*/ 67212 h 77048"/>
                <a:gd name="connsiteX22" fmla="*/ 60656 w 93442"/>
                <a:gd name="connsiteY22" fmla="*/ 67212 h 77048"/>
                <a:gd name="connsiteX23" fmla="*/ 63934 w 93442"/>
                <a:gd name="connsiteY23" fmla="*/ 65573 h 77048"/>
                <a:gd name="connsiteX24" fmla="*/ 68852 w 93442"/>
                <a:gd name="connsiteY24" fmla="*/ 65573 h 77048"/>
                <a:gd name="connsiteX25" fmla="*/ 72131 w 93442"/>
                <a:gd name="connsiteY25" fmla="*/ 62295 h 77048"/>
                <a:gd name="connsiteX26" fmla="*/ 75410 w 93442"/>
                <a:gd name="connsiteY26" fmla="*/ 60655 h 77048"/>
                <a:gd name="connsiteX27" fmla="*/ 77049 w 93442"/>
                <a:gd name="connsiteY27" fmla="*/ 57377 h 77048"/>
                <a:gd name="connsiteX28" fmla="*/ 77049 w 93442"/>
                <a:gd name="connsiteY28" fmla="*/ 52458 h 77048"/>
                <a:gd name="connsiteX29" fmla="*/ 77049 w 93442"/>
                <a:gd name="connsiteY29" fmla="*/ 49180 h 77048"/>
                <a:gd name="connsiteX30" fmla="*/ 78688 w 93442"/>
                <a:gd name="connsiteY30" fmla="*/ 49180 h 77048"/>
                <a:gd name="connsiteX31" fmla="*/ 81967 w 93442"/>
                <a:gd name="connsiteY31" fmla="*/ 45901 h 77048"/>
                <a:gd name="connsiteX32" fmla="*/ 83606 w 93442"/>
                <a:gd name="connsiteY32" fmla="*/ 40983 h 77048"/>
                <a:gd name="connsiteX33" fmla="*/ 83606 w 93442"/>
                <a:gd name="connsiteY33" fmla="*/ 37705 h 77048"/>
                <a:gd name="connsiteX34" fmla="*/ 86885 w 93442"/>
                <a:gd name="connsiteY34" fmla="*/ 34426 h 77048"/>
                <a:gd name="connsiteX35" fmla="*/ 86885 w 93442"/>
                <a:gd name="connsiteY35" fmla="*/ 31147 h 77048"/>
                <a:gd name="connsiteX36" fmla="*/ 88524 w 93442"/>
                <a:gd name="connsiteY36" fmla="*/ 26229 h 77048"/>
                <a:gd name="connsiteX37" fmla="*/ 90164 w 93442"/>
                <a:gd name="connsiteY37" fmla="*/ 22951 h 77048"/>
                <a:gd name="connsiteX38" fmla="*/ 90164 w 93442"/>
                <a:gd name="connsiteY38" fmla="*/ 19672 h 77048"/>
                <a:gd name="connsiteX39" fmla="*/ 91803 w 93442"/>
                <a:gd name="connsiteY39" fmla="*/ 14754 h 77048"/>
                <a:gd name="connsiteX40" fmla="*/ 93442 w 93442"/>
                <a:gd name="connsiteY40" fmla="*/ 11475 h 77048"/>
                <a:gd name="connsiteX41" fmla="*/ 91803 w 93442"/>
                <a:gd name="connsiteY41" fmla="*/ 8197 h 77048"/>
                <a:gd name="connsiteX42" fmla="*/ 86885 w 93442"/>
                <a:gd name="connsiteY42" fmla="*/ 6557 h 77048"/>
                <a:gd name="connsiteX43" fmla="*/ 83606 w 93442"/>
                <a:gd name="connsiteY43" fmla="*/ 6557 h 77048"/>
                <a:gd name="connsiteX44" fmla="*/ 80328 w 93442"/>
                <a:gd name="connsiteY44" fmla="*/ 6557 h 77048"/>
                <a:gd name="connsiteX45" fmla="*/ 75410 w 93442"/>
                <a:gd name="connsiteY45" fmla="*/ 4918 h 77048"/>
                <a:gd name="connsiteX46" fmla="*/ 72131 w 93442"/>
                <a:gd name="connsiteY46" fmla="*/ 4918 h 77048"/>
                <a:gd name="connsiteX47" fmla="*/ 67213 w 93442"/>
                <a:gd name="connsiteY47" fmla="*/ 3278 h 77048"/>
                <a:gd name="connsiteX48" fmla="*/ 63934 w 93442"/>
                <a:gd name="connsiteY48" fmla="*/ 1639 h 77048"/>
                <a:gd name="connsiteX49" fmla="*/ 63934 w 93442"/>
                <a:gd name="connsiteY49" fmla="*/ 1639 h 77048"/>
                <a:gd name="connsiteX50" fmla="*/ 59016 w 93442"/>
                <a:gd name="connsiteY50" fmla="*/ 3278 h 77048"/>
                <a:gd name="connsiteX51" fmla="*/ 55738 w 93442"/>
                <a:gd name="connsiteY51" fmla="*/ 3278 h 77048"/>
                <a:gd name="connsiteX52" fmla="*/ 54098 w 93442"/>
                <a:gd name="connsiteY52" fmla="*/ 6557 h 77048"/>
                <a:gd name="connsiteX53" fmla="*/ 49180 w 93442"/>
                <a:gd name="connsiteY53" fmla="*/ 6557 h 77048"/>
                <a:gd name="connsiteX54" fmla="*/ 45901 w 93442"/>
                <a:gd name="connsiteY54" fmla="*/ 6557 h 77048"/>
                <a:gd name="connsiteX55" fmla="*/ 42623 w 93442"/>
                <a:gd name="connsiteY55" fmla="*/ 6557 h 77048"/>
                <a:gd name="connsiteX56" fmla="*/ 39344 w 93442"/>
                <a:gd name="connsiteY56" fmla="*/ 4918 h 77048"/>
                <a:gd name="connsiteX57" fmla="*/ 34426 w 93442"/>
                <a:gd name="connsiteY57" fmla="*/ 4918 h 77048"/>
                <a:gd name="connsiteX58" fmla="*/ 31148 w 93442"/>
                <a:gd name="connsiteY58" fmla="*/ 3278 h 77048"/>
                <a:gd name="connsiteX59" fmla="*/ 27869 w 93442"/>
                <a:gd name="connsiteY59" fmla="*/ 1639 h 77048"/>
                <a:gd name="connsiteX60" fmla="*/ 22951 w 93442"/>
                <a:gd name="connsiteY60" fmla="*/ 1639 h 77048"/>
                <a:gd name="connsiteX61" fmla="*/ 19672 w 93442"/>
                <a:gd name="connsiteY61" fmla="*/ 1639 h 77048"/>
                <a:gd name="connsiteX62" fmla="*/ 16393 w 93442"/>
                <a:gd name="connsiteY62" fmla="*/ 0 h 77048"/>
                <a:gd name="connsiteX63" fmla="*/ 11476 w 93442"/>
                <a:gd name="connsiteY63" fmla="*/ 1639 h 77048"/>
                <a:gd name="connsiteX64" fmla="*/ 8197 w 93442"/>
                <a:gd name="connsiteY64" fmla="*/ 4918 h 77048"/>
                <a:gd name="connsiteX65" fmla="*/ 4918 w 93442"/>
                <a:gd name="connsiteY65" fmla="*/ 8197 h 77048"/>
                <a:gd name="connsiteX66" fmla="*/ 3279 w 93442"/>
                <a:gd name="connsiteY66" fmla="*/ 13114 h 77048"/>
                <a:gd name="connsiteX67" fmla="*/ 3279 w 93442"/>
                <a:gd name="connsiteY67" fmla="*/ 16393 h 77048"/>
                <a:gd name="connsiteX68" fmla="*/ 3279 w 93442"/>
                <a:gd name="connsiteY68" fmla="*/ 19672 h 77048"/>
                <a:gd name="connsiteX69" fmla="*/ 6557 w 93442"/>
                <a:gd name="connsiteY69" fmla="*/ 24590 h 77048"/>
                <a:gd name="connsiteX70" fmla="*/ 9836 w 93442"/>
                <a:gd name="connsiteY70" fmla="*/ 26229 h 77048"/>
                <a:gd name="connsiteX71" fmla="*/ 8197 w 93442"/>
                <a:gd name="connsiteY71" fmla="*/ 26229 h 77048"/>
                <a:gd name="connsiteX72" fmla="*/ 4918 w 93442"/>
                <a:gd name="connsiteY72" fmla="*/ 24590 h 77048"/>
                <a:gd name="connsiteX73" fmla="*/ 1639 w 93442"/>
                <a:gd name="connsiteY73" fmla="*/ 24590 h 77048"/>
                <a:gd name="connsiteX74" fmla="*/ 1639 w 93442"/>
                <a:gd name="connsiteY74" fmla="*/ 27868 h 77048"/>
                <a:gd name="connsiteX75" fmla="*/ 0 w 93442"/>
                <a:gd name="connsiteY75" fmla="*/ 27868 h 77048"/>
                <a:gd name="connsiteX76" fmla="*/ 1639 w 93442"/>
                <a:gd name="connsiteY76" fmla="*/ 32787 h 77048"/>
                <a:gd name="connsiteX77" fmla="*/ 1639 w 93442"/>
                <a:gd name="connsiteY77" fmla="*/ 32787 h 77048"/>
                <a:gd name="connsiteX78" fmla="*/ 0 w 93442"/>
                <a:gd name="connsiteY78" fmla="*/ 36065 h 77048"/>
                <a:gd name="connsiteX79" fmla="*/ 0 w 93442"/>
                <a:gd name="connsiteY79" fmla="*/ 40983 h 77048"/>
                <a:gd name="connsiteX80" fmla="*/ 3279 w 93442"/>
                <a:gd name="connsiteY80" fmla="*/ 44262 h 77048"/>
                <a:gd name="connsiteX81" fmla="*/ 3279 w 93442"/>
                <a:gd name="connsiteY81" fmla="*/ 44262 h 77048"/>
                <a:gd name="connsiteX82" fmla="*/ 6557 w 93442"/>
                <a:gd name="connsiteY82" fmla="*/ 44262 h 77048"/>
                <a:gd name="connsiteX83" fmla="*/ 9836 w 93442"/>
                <a:gd name="connsiteY83" fmla="*/ 40983 h 77048"/>
                <a:gd name="connsiteX84" fmla="*/ 13115 w 93442"/>
                <a:gd name="connsiteY84" fmla="*/ 42622 h 77048"/>
                <a:gd name="connsiteX85" fmla="*/ 9836 w 93442"/>
                <a:gd name="connsiteY85" fmla="*/ 44262 h 77048"/>
                <a:gd name="connsiteX86" fmla="*/ 9836 w 93442"/>
                <a:gd name="connsiteY86" fmla="*/ 47541 h 77048"/>
                <a:gd name="connsiteX87" fmla="*/ 6557 w 93442"/>
                <a:gd name="connsiteY87" fmla="*/ 47541 h 77048"/>
                <a:gd name="connsiteX88" fmla="*/ 3279 w 93442"/>
                <a:gd name="connsiteY88" fmla="*/ 45901 h 77048"/>
                <a:gd name="connsiteX89" fmla="*/ 0 w 93442"/>
                <a:gd name="connsiteY89" fmla="*/ 45901 h 77048"/>
                <a:gd name="connsiteX90" fmla="*/ 1639 w 93442"/>
                <a:gd name="connsiteY90" fmla="*/ 49180 h 77048"/>
                <a:gd name="connsiteX91" fmla="*/ 0 w 93442"/>
                <a:gd name="connsiteY91" fmla="*/ 54098 h 77048"/>
                <a:gd name="connsiteX92" fmla="*/ 1639 w 93442"/>
                <a:gd name="connsiteY92" fmla="*/ 57377 h 7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93442" h="77048">
                  <a:moveTo>
                    <a:pt x="1639" y="60655"/>
                  </a:moveTo>
                  <a:lnTo>
                    <a:pt x="3279" y="65573"/>
                  </a:lnTo>
                  <a:lnTo>
                    <a:pt x="6557" y="68852"/>
                  </a:lnTo>
                  <a:lnTo>
                    <a:pt x="8197" y="75409"/>
                  </a:lnTo>
                  <a:lnTo>
                    <a:pt x="13115" y="75409"/>
                  </a:lnTo>
                  <a:lnTo>
                    <a:pt x="16393" y="77049"/>
                  </a:lnTo>
                  <a:lnTo>
                    <a:pt x="19672" y="75409"/>
                  </a:lnTo>
                  <a:lnTo>
                    <a:pt x="16393" y="73770"/>
                  </a:lnTo>
                  <a:lnTo>
                    <a:pt x="19672" y="73770"/>
                  </a:lnTo>
                  <a:lnTo>
                    <a:pt x="22951" y="73770"/>
                  </a:lnTo>
                  <a:lnTo>
                    <a:pt x="27869" y="72131"/>
                  </a:lnTo>
                  <a:lnTo>
                    <a:pt x="31148" y="73770"/>
                  </a:lnTo>
                  <a:lnTo>
                    <a:pt x="32787" y="72131"/>
                  </a:lnTo>
                  <a:lnTo>
                    <a:pt x="36066" y="75409"/>
                  </a:lnTo>
                  <a:lnTo>
                    <a:pt x="40983" y="75409"/>
                  </a:lnTo>
                  <a:lnTo>
                    <a:pt x="40983" y="70491"/>
                  </a:lnTo>
                  <a:lnTo>
                    <a:pt x="42623" y="75409"/>
                  </a:lnTo>
                  <a:lnTo>
                    <a:pt x="47541" y="72131"/>
                  </a:lnTo>
                  <a:lnTo>
                    <a:pt x="49180" y="68852"/>
                  </a:lnTo>
                  <a:lnTo>
                    <a:pt x="50820" y="63934"/>
                  </a:lnTo>
                  <a:lnTo>
                    <a:pt x="52459" y="68852"/>
                  </a:lnTo>
                  <a:lnTo>
                    <a:pt x="57377" y="67212"/>
                  </a:lnTo>
                  <a:lnTo>
                    <a:pt x="60656" y="67212"/>
                  </a:lnTo>
                  <a:lnTo>
                    <a:pt x="63934" y="65573"/>
                  </a:lnTo>
                  <a:lnTo>
                    <a:pt x="68852" y="65573"/>
                  </a:lnTo>
                  <a:lnTo>
                    <a:pt x="72131" y="62295"/>
                  </a:lnTo>
                  <a:lnTo>
                    <a:pt x="75410" y="60655"/>
                  </a:lnTo>
                  <a:lnTo>
                    <a:pt x="77049" y="57377"/>
                  </a:lnTo>
                  <a:lnTo>
                    <a:pt x="77049" y="52458"/>
                  </a:lnTo>
                  <a:lnTo>
                    <a:pt x="77049" y="49180"/>
                  </a:lnTo>
                  <a:lnTo>
                    <a:pt x="78688" y="49180"/>
                  </a:lnTo>
                  <a:lnTo>
                    <a:pt x="81967" y="45901"/>
                  </a:lnTo>
                  <a:lnTo>
                    <a:pt x="83606" y="40983"/>
                  </a:lnTo>
                  <a:lnTo>
                    <a:pt x="83606" y="37705"/>
                  </a:lnTo>
                  <a:lnTo>
                    <a:pt x="86885" y="34426"/>
                  </a:lnTo>
                  <a:lnTo>
                    <a:pt x="86885" y="31147"/>
                  </a:lnTo>
                  <a:lnTo>
                    <a:pt x="88524" y="26229"/>
                  </a:lnTo>
                  <a:lnTo>
                    <a:pt x="90164" y="22951"/>
                  </a:lnTo>
                  <a:lnTo>
                    <a:pt x="90164" y="19672"/>
                  </a:lnTo>
                  <a:lnTo>
                    <a:pt x="91803" y="14754"/>
                  </a:lnTo>
                  <a:lnTo>
                    <a:pt x="93442" y="11475"/>
                  </a:lnTo>
                  <a:lnTo>
                    <a:pt x="91803" y="8197"/>
                  </a:lnTo>
                  <a:lnTo>
                    <a:pt x="86885" y="6557"/>
                  </a:lnTo>
                  <a:lnTo>
                    <a:pt x="83606" y="6557"/>
                  </a:lnTo>
                  <a:lnTo>
                    <a:pt x="80328" y="6557"/>
                  </a:lnTo>
                  <a:lnTo>
                    <a:pt x="75410" y="4918"/>
                  </a:lnTo>
                  <a:lnTo>
                    <a:pt x="72131" y="4918"/>
                  </a:lnTo>
                  <a:lnTo>
                    <a:pt x="67213" y="3278"/>
                  </a:lnTo>
                  <a:lnTo>
                    <a:pt x="63934" y="1639"/>
                  </a:lnTo>
                  <a:lnTo>
                    <a:pt x="63934" y="1639"/>
                  </a:lnTo>
                  <a:lnTo>
                    <a:pt x="59016" y="3278"/>
                  </a:lnTo>
                  <a:lnTo>
                    <a:pt x="55738" y="3278"/>
                  </a:lnTo>
                  <a:lnTo>
                    <a:pt x="54098" y="6557"/>
                  </a:lnTo>
                  <a:lnTo>
                    <a:pt x="49180" y="6557"/>
                  </a:lnTo>
                  <a:lnTo>
                    <a:pt x="45901" y="6557"/>
                  </a:lnTo>
                  <a:lnTo>
                    <a:pt x="42623" y="6557"/>
                  </a:lnTo>
                  <a:lnTo>
                    <a:pt x="39344" y="4918"/>
                  </a:lnTo>
                  <a:lnTo>
                    <a:pt x="34426" y="4918"/>
                  </a:lnTo>
                  <a:lnTo>
                    <a:pt x="31148" y="3278"/>
                  </a:lnTo>
                  <a:lnTo>
                    <a:pt x="27869" y="1639"/>
                  </a:lnTo>
                  <a:lnTo>
                    <a:pt x="22951" y="1639"/>
                  </a:lnTo>
                  <a:lnTo>
                    <a:pt x="19672" y="1639"/>
                  </a:lnTo>
                  <a:lnTo>
                    <a:pt x="16393" y="0"/>
                  </a:lnTo>
                  <a:lnTo>
                    <a:pt x="11476" y="1639"/>
                  </a:lnTo>
                  <a:lnTo>
                    <a:pt x="8197" y="4918"/>
                  </a:lnTo>
                  <a:lnTo>
                    <a:pt x="4918" y="8197"/>
                  </a:lnTo>
                  <a:lnTo>
                    <a:pt x="3279" y="13114"/>
                  </a:lnTo>
                  <a:lnTo>
                    <a:pt x="3279" y="16393"/>
                  </a:lnTo>
                  <a:lnTo>
                    <a:pt x="3279" y="19672"/>
                  </a:lnTo>
                  <a:lnTo>
                    <a:pt x="6557" y="24590"/>
                  </a:lnTo>
                  <a:lnTo>
                    <a:pt x="9836" y="26229"/>
                  </a:lnTo>
                  <a:lnTo>
                    <a:pt x="8197" y="26229"/>
                  </a:lnTo>
                  <a:lnTo>
                    <a:pt x="4918" y="24590"/>
                  </a:lnTo>
                  <a:lnTo>
                    <a:pt x="1639" y="24590"/>
                  </a:lnTo>
                  <a:lnTo>
                    <a:pt x="1639" y="27868"/>
                  </a:lnTo>
                  <a:lnTo>
                    <a:pt x="0" y="27868"/>
                  </a:lnTo>
                  <a:lnTo>
                    <a:pt x="1639" y="32787"/>
                  </a:lnTo>
                  <a:lnTo>
                    <a:pt x="1639" y="32787"/>
                  </a:lnTo>
                  <a:lnTo>
                    <a:pt x="0" y="36065"/>
                  </a:lnTo>
                  <a:lnTo>
                    <a:pt x="0" y="40983"/>
                  </a:lnTo>
                  <a:lnTo>
                    <a:pt x="3279" y="44262"/>
                  </a:lnTo>
                  <a:lnTo>
                    <a:pt x="3279" y="44262"/>
                  </a:lnTo>
                  <a:lnTo>
                    <a:pt x="6557" y="44262"/>
                  </a:lnTo>
                  <a:lnTo>
                    <a:pt x="9836" y="40983"/>
                  </a:lnTo>
                  <a:lnTo>
                    <a:pt x="13115" y="42622"/>
                  </a:lnTo>
                  <a:lnTo>
                    <a:pt x="9836" y="44262"/>
                  </a:lnTo>
                  <a:lnTo>
                    <a:pt x="9836" y="47541"/>
                  </a:lnTo>
                  <a:lnTo>
                    <a:pt x="6557" y="47541"/>
                  </a:lnTo>
                  <a:lnTo>
                    <a:pt x="3279" y="45901"/>
                  </a:lnTo>
                  <a:lnTo>
                    <a:pt x="0" y="45901"/>
                  </a:lnTo>
                  <a:lnTo>
                    <a:pt x="1639" y="49180"/>
                  </a:lnTo>
                  <a:lnTo>
                    <a:pt x="0" y="54098"/>
                  </a:lnTo>
                  <a:lnTo>
                    <a:pt x="1639" y="5737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3" name="Freeform 2592">
              <a:extLst>
                <a:ext uri="{FF2B5EF4-FFF2-40B4-BE49-F238E27FC236}">
                  <a16:creationId xmlns:a16="http://schemas.microsoft.com/office/drawing/2014/main" id="{CBC36554-85F1-7C46-A686-A2112ED1C2EB}"/>
                </a:ext>
              </a:extLst>
            </p:cNvPr>
            <p:cNvSpPr/>
            <p:nvPr/>
          </p:nvSpPr>
          <p:spPr>
            <a:xfrm>
              <a:off x="3412405" y="4114897"/>
              <a:ext cx="6557" cy="8196"/>
            </a:xfrm>
            <a:custGeom>
              <a:avLst/>
              <a:gdLst>
                <a:gd name="connsiteX0" fmla="*/ 1639 w 6557"/>
                <a:gd name="connsiteY0" fmla="*/ 6557 h 8196"/>
                <a:gd name="connsiteX1" fmla="*/ 4918 w 6557"/>
                <a:gd name="connsiteY1" fmla="*/ 8197 h 8196"/>
                <a:gd name="connsiteX2" fmla="*/ 6557 w 6557"/>
                <a:gd name="connsiteY2" fmla="*/ 6557 h 8196"/>
                <a:gd name="connsiteX3" fmla="*/ 6557 w 6557"/>
                <a:gd name="connsiteY3" fmla="*/ 3279 h 8196"/>
                <a:gd name="connsiteX4" fmla="*/ 3279 w 6557"/>
                <a:gd name="connsiteY4" fmla="*/ 0 h 8196"/>
                <a:gd name="connsiteX5" fmla="*/ 0 w 6557"/>
                <a:gd name="connsiteY5" fmla="*/ 0 h 8196"/>
                <a:gd name="connsiteX6" fmla="*/ 0 w 6557"/>
                <a:gd name="connsiteY6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57" h="8196">
                  <a:moveTo>
                    <a:pt x="1639" y="6557"/>
                  </a:moveTo>
                  <a:lnTo>
                    <a:pt x="4918" y="8197"/>
                  </a:lnTo>
                  <a:lnTo>
                    <a:pt x="6557" y="6557"/>
                  </a:lnTo>
                  <a:lnTo>
                    <a:pt x="6557" y="327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4" name="Freeform 2593">
              <a:extLst>
                <a:ext uri="{FF2B5EF4-FFF2-40B4-BE49-F238E27FC236}">
                  <a16:creationId xmlns:a16="http://schemas.microsoft.com/office/drawing/2014/main" id="{A43C5E02-1427-934F-9CFE-2A3E178A109F}"/>
                </a:ext>
              </a:extLst>
            </p:cNvPr>
            <p:cNvSpPr/>
            <p:nvPr/>
          </p:nvSpPr>
          <p:spPr>
            <a:xfrm>
              <a:off x="3415684" y="4096864"/>
              <a:ext cx="8196" cy="18032"/>
            </a:xfrm>
            <a:custGeom>
              <a:avLst/>
              <a:gdLst>
                <a:gd name="connsiteX0" fmla="*/ 3279 w 8196"/>
                <a:gd name="connsiteY0" fmla="*/ 18033 h 18032"/>
                <a:gd name="connsiteX1" fmla="*/ 4918 w 8196"/>
                <a:gd name="connsiteY1" fmla="*/ 14754 h 18032"/>
                <a:gd name="connsiteX2" fmla="*/ 8197 w 8196"/>
                <a:gd name="connsiteY2" fmla="*/ 11476 h 18032"/>
                <a:gd name="connsiteX3" fmla="*/ 6557 w 8196"/>
                <a:gd name="connsiteY3" fmla="*/ 8197 h 18032"/>
                <a:gd name="connsiteX4" fmla="*/ 6557 w 8196"/>
                <a:gd name="connsiteY4" fmla="*/ 3279 h 18032"/>
                <a:gd name="connsiteX5" fmla="*/ 4918 w 8196"/>
                <a:gd name="connsiteY5" fmla="*/ 0 h 18032"/>
                <a:gd name="connsiteX6" fmla="*/ 3279 w 8196"/>
                <a:gd name="connsiteY6" fmla="*/ 3279 h 18032"/>
                <a:gd name="connsiteX7" fmla="*/ 3279 w 8196"/>
                <a:gd name="connsiteY7" fmla="*/ 8197 h 18032"/>
                <a:gd name="connsiteX8" fmla="*/ 3279 w 8196"/>
                <a:gd name="connsiteY8" fmla="*/ 11476 h 18032"/>
                <a:gd name="connsiteX9" fmla="*/ 0 w 8196"/>
                <a:gd name="connsiteY9" fmla="*/ 16393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6" h="18032">
                  <a:moveTo>
                    <a:pt x="3279" y="18033"/>
                  </a:moveTo>
                  <a:lnTo>
                    <a:pt x="4918" y="14754"/>
                  </a:lnTo>
                  <a:lnTo>
                    <a:pt x="8197" y="11476"/>
                  </a:lnTo>
                  <a:lnTo>
                    <a:pt x="6557" y="8197"/>
                  </a:lnTo>
                  <a:lnTo>
                    <a:pt x="6557" y="3279"/>
                  </a:lnTo>
                  <a:lnTo>
                    <a:pt x="4918" y="0"/>
                  </a:lnTo>
                  <a:lnTo>
                    <a:pt x="3279" y="3279"/>
                  </a:lnTo>
                  <a:lnTo>
                    <a:pt x="3279" y="8197"/>
                  </a:lnTo>
                  <a:lnTo>
                    <a:pt x="3279" y="11476"/>
                  </a:lnTo>
                  <a:lnTo>
                    <a:pt x="0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5" name="Freeform 2594">
              <a:extLst>
                <a:ext uri="{FF2B5EF4-FFF2-40B4-BE49-F238E27FC236}">
                  <a16:creationId xmlns:a16="http://schemas.microsoft.com/office/drawing/2014/main" id="{E13B9529-E817-934B-A743-5E0BEA5C4874}"/>
                </a:ext>
              </a:extLst>
            </p:cNvPr>
            <p:cNvSpPr/>
            <p:nvPr/>
          </p:nvSpPr>
          <p:spPr>
            <a:xfrm>
              <a:off x="3417323" y="4024733"/>
              <a:ext cx="3278" cy="3278"/>
            </a:xfrm>
            <a:custGeom>
              <a:avLst/>
              <a:gdLst>
                <a:gd name="connsiteX0" fmla="*/ 1639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1639" y="327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6" name="Freeform 2595">
              <a:extLst>
                <a:ext uri="{FF2B5EF4-FFF2-40B4-BE49-F238E27FC236}">
                  <a16:creationId xmlns:a16="http://schemas.microsoft.com/office/drawing/2014/main" id="{D891419E-2C27-2243-87F6-2F571ADBA76A}"/>
                </a:ext>
              </a:extLst>
            </p:cNvPr>
            <p:cNvSpPr/>
            <p:nvPr/>
          </p:nvSpPr>
          <p:spPr>
            <a:xfrm>
              <a:off x="3417323" y="4028012"/>
              <a:ext cx="8196" cy="11475"/>
            </a:xfrm>
            <a:custGeom>
              <a:avLst/>
              <a:gdLst>
                <a:gd name="connsiteX0" fmla="*/ 4918 w 8196"/>
                <a:gd name="connsiteY0" fmla="*/ 11475 h 11475"/>
                <a:gd name="connsiteX1" fmla="*/ 4918 w 8196"/>
                <a:gd name="connsiteY1" fmla="*/ 11475 h 11475"/>
                <a:gd name="connsiteX2" fmla="*/ 8197 w 8196"/>
                <a:gd name="connsiteY2" fmla="*/ 8197 h 11475"/>
                <a:gd name="connsiteX3" fmla="*/ 6557 w 8196"/>
                <a:gd name="connsiteY3" fmla="*/ 4918 h 11475"/>
                <a:gd name="connsiteX4" fmla="*/ 4918 w 8196"/>
                <a:gd name="connsiteY4" fmla="*/ 0 h 11475"/>
                <a:gd name="connsiteX5" fmla="*/ 0 w 8196"/>
                <a:gd name="connsiteY5" fmla="*/ 3278 h 11475"/>
                <a:gd name="connsiteX6" fmla="*/ 1639 w 8196"/>
                <a:gd name="connsiteY6" fmla="*/ 655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11475">
                  <a:moveTo>
                    <a:pt x="4918" y="11475"/>
                  </a:moveTo>
                  <a:lnTo>
                    <a:pt x="4918" y="11475"/>
                  </a:lnTo>
                  <a:lnTo>
                    <a:pt x="8197" y="8197"/>
                  </a:lnTo>
                  <a:lnTo>
                    <a:pt x="6557" y="4918"/>
                  </a:lnTo>
                  <a:lnTo>
                    <a:pt x="4918" y="0"/>
                  </a:lnTo>
                  <a:lnTo>
                    <a:pt x="0" y="3278"/>
                  </a:lnTo>
                  <a:lnTo>
                    <a:pt x="163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7" name="Freeform 2596">
              <a:extLst>
                <a:ext uri="{FF2B5EF4-FFF2-40B4-BE49-F238E27FC236}">
                  <a16:creationId xmlns:a16="http://schemas.microsoft.com/office/drawing/2014/main" id="{2575F04E-2984-C545-A1E7-04C935901BED}"/>
                </a:ext>
              </a:extLst>
            </p:cNvPr>
            <p:cNvSpPr/>
            <p:nvPr/>
          </p:nvSpPr>
          <p:spPr>
            <a:xfrm>
              <a:off x="3422241" y="4106700"/>
              <a:ext cx="27868" cy="18032"/>
            </a:xfrm>
            <a:custGeom>
              <a:avLst/>
              <a:gdLst>
                <a:gd name="connsiteX0" fmla="*/ 11476 w 27868"/>
                <a:gd name="connsiteY0" fmla="*/ 14754 h 18032"/>
                <a:gd name="connsiteX1" fmla="*/ 14754 w 27868"/>
                <a:gd name="connsiteY1" fmla="*/ 18033 h 18032"/>
                <a:gd name="connsiteX2" fmla="*/ 14754 w 27868"/>
                <a:gd name="connsiteY2" fmla="*/ 18033 h 18032"/>
                <a:gd name="connsiteX3" fmla="*/ 18033 w 27868"/>
                <a:gd name="connsiteY3" fmla="*/ 14754 h 18032"/>
                <a:gd name="connsiteX4" fmla="*/ 18033 w 27868"/>
                <a:gd name="connsiteY4" fmla="*/ 14754 h 18032"/>
                <a:gd name="connsiteX5" fmla="*/ 21311 w 27868"/>
                <a:gd name="connsiteY5" fmla="*/ 11476 h 18032"/>
                <a:gd name="connsiteX6" fmla="*/ 24590 w 27868"/>
                <a:gd name="connsiteY6" fmla="*/ 8197 h 18032"/>
                <a:gd name="connsiteX7" fmla="*/ 27869 w 27868"/>
                <a:gd name="connsiteY7" fmla="*/ 4918 h 18032"/>
                <a:gd name="connsiteX8" fmla="*/ 26229 w 27868"/>
                <a:gd name="connsiteY8" fmla="*/ 0 h 18032"/>
                <a:gd name="connsiteX9" fmla="*/ 22951 w 27868"/>
                <a:gd name="connsiteY9" fmla="*/ 1639 h 18032"/>
                <a:gd name="connsiteX10" fmla="*/ 18033 w 27868"/>
                <a:gd name="connsiteY10" fmla="*/ 1639 h 18032"/>
                <a:gd name="connsiteX11" fmla="*/ 14754 w 27868"/>
                <a:gd name="connsiteY11" fmla="*/ 3279 h 18032"/>
                <a:gd name="connsiteX12" fmla="*/ 9836 w 27868"/>
                <a:gd name="connsiteY12" fmla="*/ 3279 h 18032"/>
                <a:gd name="connsiteX13" fmla="*/ 6557 w 27868"/>
                <a:gd name="connsiteY13" fmla="*/ 6557 h 18032"/>
                <a:gd name="connsiteX14" fmla="*/ 3279 w 27868"/>
                <a:gd name="connsiteY14" fmla="*/ 6557 h 18032"/>
                <a:gd name="connsiteX15" fmla="*/ 0 w 27868"/>
                <a:gd name="connsiteY15" fmla="*/ 9836 h 18032"/>
                <a:gd name="connsiteX16" fmla="*/ 0 w 27868"/>
                <a:gd name="connsiteY16" fmla="*/ 13114 h 18032"/>
                <a:gd name="connsiteX17" fmla="*/ 3279 w 27868"/>
                <a:gd name="connsiteY17" fmla="*/ 14754 h 18032"/>
                <a:gd name="connsiteX18" fmla="*/ 8197 w 27868"/>
                <a:gd name="connsiteY18" fmla="*/ 14754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68" h="18032">
                  <a:moveTo>
                    <a:pt x="11476" y="14754"/>
                  </a:moveTo>
                  <a:lnTo>
                    <a:pt x="14754" y="18033"/>
                  </a:lnTo>
                  <a:lnTo>
                    <a:pt x="14754" y="18033"/>
                  </a:lnTo>
                  <a:lnTo>
                    <a:pt x="18033" y="14754"/>
                  </a:lnTo>
                  <a:lnTo>
                    <a:pt x="18033" y="14754"/>
                  </a:lnTo>
                  <a:lnTo>
                    <a:pt x="21311" y="11476"/>
                  </a:lnTo>
                  <a:lnTo>
                    <a:pt x="24590" y="8197"/>
                  </a:lnTo>
                  <a:lnTo>
                    <a:pt x="27869" y="4918"/>
                  </a:lnTo>
                  <a:lnTo>
                    <a:pt x="26229" y="0"/>
                  </a:lnTo>
                  <a:lnTo>
                    <a:pt x="22951" y="1639"/>
                  </a:lnTo>
                  <a:lnTo>
                    <a:pt x="18033" y="1639"/>
                  </a:lnTo>
                  <a:lnTo>
                    <a:pt x="14754" y="3279"/>
                  </a:lnTo>
                  <a:lnTo>
                    <a:pt x="9836" y="3279"/>
                  </a:lnTo>
                  <a:lnTo>
                    <a:pt x="6557" y="6557"/>
                  </a:lnTo>
                  <a:lnTo>
                    <a:pt x="3279" y="6557"/>
                  </a:lnTo>
                  <a:lnTo>
                    <a:pt x="0" y="9836"/>
                  </a:lnTo>
                  <a:lnTo>
                    <a:pt x="0" y="13114"/>
                  </a:lnTo>
                  <a:lnTo>
                    <a:pt x="3279" y="14754"/>
                  </a:lnTo>
                  <a:lnTo>
                    <a:pt x="8197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8" name="Freeform 2597">
              <a:extLst>
                <a:ext uri="{FF2B5EF4-FFF2-40B4-BE49-F238E27FC236}">
                  <a16:creationId xmlns:a16="http://schemas.microsoft.com/office/drawing/2014/main" id="{4858D0A5-C41B-BC46-87F8-67FFC20A19E8}"/>
                </a:ext>
              </a:extLst>
            </p:cNvPr>
            <p:cNvSpPr/>
            <p:nvPr/>
          </p:nvSpPr>
          <p:spPr>
            <a:xfrm>
              <a:off x="3423881" y="4093586"/>
              <a:ext cx="11475" cy="13114"/>
            </a:xfrm>
            <a:custGeom>
              <a:avLst/>
              <a:gdLst>
                <a:gd name="connsiteX0" fmla="*/ 3279 w 11475"/>
                <a:gd name="connsiteY0" fmla="*/ 13114 h 13114"/>
                <a:gd name="connsiteX1" fmla="*/ 4918 w 11475"/>
                <a:gd name="connsiteY1" fmla="*/ 11475 h 13114"/>
                <a:gd name="connsiteX2" fmla="*/ 8197 w 11475"/>
                <a:gd name="connsiteY2" fmla="*/ 8197 h 13114"/>
                <a:gd name="connsiteX3" fmla="*/ 11475 w 11475"/>
                <a:gd name="connsiteY3" fmla="*/ 3278 h 13114"/>
                <a:gd name="connsiteX4" fmla="*/ 8197 w 11475"/>
                <a:gd name="connsiteY4" fmla="*/ 0 h 13114"/>
                <a:gd name="connsiteX5" fmla="*/ 4918 w 11475"/>
                <a:gd name="connsiteY5" fmla="*/ 1639 h 13114"/>
                <a:gd name="connsiteX6" fmla="*/ 1639 w 11475"/>
                <a:gd name="connsiteY6" fmla="*/ 6557 h 13114"/>
                <a:gd name="connsiteX7" fmla="*/ 0 w 11475"/>
                <a:gd name="connsiteY7" fmla="*/ 9836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13114">
                  <a:moveTo>
                    <a:pt x="3279" y="13114"/>
                  </a:moveTo>
                  <a:lnTo>
                    <a:pt x="4918" y="11475"/>
                  </a:lnTo>
                  <a:lnTo>
                    <a:pt x="8197" y="8197"/>
                  </a:lnTo>
                  <a:lnTo>
                    <a:pt x="11475" y="3278"/>
                  </a:lnTo>
                  <a:lnTo>
                    <a:pt x="8197" y="0"/>
                  </a:lnTo>
                  <a:lnTo>
                    <a:pt x="4918" y="1639"/>
                  </a:lnTo>
                  <a:lnTo>
                    <a:pt x="1639" y="6557"/>
                  </a:lnTo>
                  <a:lnTo>
                    <a:pt x="0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9" name="Freeform 2598">
              <a:extLst>
                <a:ext uri="{FF2B5EF4-FFF2-40B4-BE49-F238E27FC236}">
                  <a16:creationId xmlns:a16="http://schemas.microsoft.com/office/drawing/2014/main" id="{E3B3D60B-ED71-AF47-85DE-C5400B79750C}"/>
                </a:ext>
              </a:extLst>
            </p:cNvPr>
            <p:cNvSpPr/>
            <p:nvPr/>
          </p:nvSpPr>
          <p:spPr>
            <a:xfrm>
              <a:off x="3427159" y="4108339"/>
              <a:ext cx="4918" cy="3278"/>
            </a:xfrm>
            <a:custGeom>
              <a:avLst/>
              <a:gdLst>
                <a:gd name="connsiteX0" fmla="*/ 0 w 4918"/>
                <a:gd name="connsiteY0" fmla="*/ 3278 h 3278"/>
                <a:gd name="connsiteX1" fmla="*/ 1639 w 4918"/>
                <a:gd name="connsiteY1" fmla="*/ 3278 h 3278"/>
                <a:gd name="connsiteX2" fmla="*/ 4918 w 4918"/>
                <a:gd name="connsiteY2" fmla="*/ 0 h 3278"/>
                <a:gd name="connsiteX3" fmla="*/ 1639 w 491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3278">
                  <a:moveTo>
                    <a:pt x="0" y="3278"/>
                  </a:moveTo>
                  <a:lnTo>
                    <a:pt x="1639" y="3278"/>
                  </a:lnTo>
                  <a:lnTo>
                    <a:pt x="4918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0" name="Freeform 2599">
              <a:extLst>
                <a:ext uri="{FF2B5EF4-FFF2-40B4-BE49-F238E27FC236}">
                  <a16:creationId xmlns:a16="http://schemas.microsoft.com/office/drawing/2014/main" id="{B7C74178-7E10-074B-8AFC-E5929E04E9D8}"/>
                </a:ext>
              </a:extLst>
            </p:cNvPr>
            <p:cNvSpPr/>
            <p:nvPr/>
          </p:nvSpPr>
          <p:spPr>
            <a:xfrm>
              <a:off x="3427159" y="4083749"/>
              <a:ext cx="8196" cy="4917"/>
            </a:xfrm>
            <a:custGeom>
              <a:avLst/>
              <a:gdLst>
                <a:gd name="connsiteX0" fmla="*/ 0 w 8196"/>
                <a:gd name="connsiteY0" fmla="*/ 4918 h 4917"/>
                <a:gd name="connsiteX1" fmla="*/ 3279 w 8196"/>
                <a:gd name="connsiteY1" fmla="*/ 4918 h 4917"/>
                <a:gd name="connsiteX2" fmla="*/ 6557 w 8196"/>
                <a:gd name="connsiteY2" fmla="*/ 3278 h 4917"/>
                <a:gd name="connsiteX3" fmla="*/ 8197 w 8196"/>
                <a:gd name="connsiteY3" fmla="*/ 0 h 4917"/>
                <a:gd name="connsiteX4" fmla="*/ 3279 w 8196"/>
                <a:gd name="connsiteY4" fmla="*/ 0 h 4917"/>
                <a:gd name="connsiteX5" fmla="*/ 0 w 8196"/>
                <a:gd name="connsiteY5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4917">
                  <a:moveTo>
                    <a:pt x="0" y="4918"/>
                  </a:moveTo>
                  <a:lnTo>
                    <a:pt x="3279" y="4918"/>
                  </a:lnTo>
                  <a:lnTo>
                    <a:pt x="6557" y="3278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1" name="Freeform 2600">
              <a:extLst>
                <a:ext uri="{FF2B5EF4-FFF2-40B4-BE49-F238E27FC236}">
                  <a16:creationId xmlns:a16="http://schemas.microsoft.com/office/drawing/2014/main" id="{F9065B2F-8B90-0A41-A5A0-B708D07829EB}"/>
                </a:ext>
              </a:extLst>
            </p:cNvPr>
            <p:cNvSpPr/>
            <p:nvPr/>
          </p:nvSpPr>
          <p:spPr>
            <a:xfrm>
              <a:off x="3435356" y="4075553"/>
              <a:ext cx="3278" cy="6557"/>
            </a:xfrm>
            <a:custGeom>
              <a:avLst/>
              <a:gdLst>
                <a:gd name="connsiteX0" fmla="*/ 0 w 3278"/>
                <a:gd name="connsiteY0" fmla="*/ 6557 h 6557"/>
                <a:gd name="connsiteX1" fmla="*/ 1639 w 3278"/>
                <a:gd name="connsiteY1" fmla="*/ 4918 h 6557"/>
                <a:gd name="connsiteX2" fmla="*/ 3279 w 3278"/>
                <a:gd name="connsiteY2" fmla="*/ 3278 h 6557"/>
                <a:gd name="connsiteX3" fmla="*/ 1639 w 3278"/>
                <a:gd name="connsiteY3" fmla="*/ 0 h 6557"/>
                <a:gd name="connsiteX4" fmla="*/ 0 w 3278"/>
                <a:gd name="connsiteY4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6557">
                  <a:moveTo>
                    <a:pt x="0" y="6557"/>
                  </a:moveTo>
                  <a:lnTo>
                    <a:pt x="1639" y="4918"/>
                  </a:lnTo>
                  <a:lnTo>
                    <a:pt x="3279" y="3278"/>
                  </a:lnTo>
                  <a:lnTo>
                    <a:pt x="163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2" name="Freeform 2601">
              <a:extLst>
                <a:ext uri="{FF2B5EF4-FFF2-40B4-BE49-F238E27FC236}">
                  <a16:creationId xmlns:a16="http://schemas.microsoft.com/office/drawing/2014/main" id="{2766C4EE-F6DB-A741-BCEF-07A3F995025A}"/>
                </a:ext>
              </a:extLst>
            </p:cNvPr>
            <p:cNvSpPr/>
            <p:nvPr/>
          </p:nvSpPr>
          <p:spPr>
            <a:xfrm>
              <a:off x="3445192" y="4118176"/>
              <a:ext cx="14753" cy="11475"/>
            </a:xfrm>
            <a:custGeom>
              <a:avLst/>
              <a:gdLst>
                <a:gd name="connsiteX0" fmla="*/ 0 w 14753"/>
                <a:gd name="connsiteY0" fmla="*/ 3278 h 11475"/>
                <a:gd name="connsiteX1" fmla="*/ 0 w 14753"/>
                <a:gd name="connsiteY1" fmla="*/ 4918 h 11475"/>
                <a:gd name="connsiteX2" fmla="*/ 0 w 14753"/>
                <a:gd name="connsiteY2" fmla="*/ 9836 h 11475"/>
                <a:gd name="connsiteX3" fmla="*/ 3279 w 14753"/>
                <a:gd name="connsiteY3" fmla="*/ 11475 h 11475"/>
                <a:gd name="connsiteX4" fmla="*/ 6557 w 14753"/>
                <a:gd name="connsiteY4" fmla="*/ 9836 h 11475"/>
                <a:gd name="connsiteX5" fmla="*/ 11475 w 14753"/>
                <a:gd name="connsiteY5" fmla="*/ 9836 h 11475"/>
                <a:gd name="connsiteX6" fmla="*/ 14754 w 14753"/>
                <a:gd name="connsiteY6" fmla="*/ 8197 h 11475"/>
                <a:gd name="connsiteX7" fmla="*/ 14754 w 14753"/>
                <a:gd name="connsiteY7" fmla="*/ 3278 h 11475"/>
                <a:gd name="connsiteX8" fmla="*/ 11475 w 14753"/>
                <a:gd name="connsiteY8" fmla="*/ 1639 h 11475"/>
                <a:gd name="connsiteX9" fmla="*/ 8197 w 14753"/>
                <a:gd name="connsiteY9" fmla="*/ 0 h 11475"/>
                <a:gd name="connsiteX10" fmla="*/ 3279 w 14753"/>
                <a:gd name="connsiteY10" fmla="*/ 163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53" h="11475">
                  <a:moveTo>
                    <a:pt x="0" y="3278"/>
                  </a:moveTo>
                  <a:lnTo>
                    <a:pt x="0" y="4918"/>
                  </a:lnTo>
                  <a:lnTo>
                    <a:pt x="0" y="9836"/>
                  </a:lnTo>
                  <a:lnTo>
                    <a:pt x="3279" y="11475"/>
                  </a:lnTo>
                  <a:lnTo>
                    <a:pt x="6557" y="9836"/>
                  </a:lnTo>
                  <a:lnTo>
                    <a:pt x="11475" y="9836"/>
                  </a:lnTo>
                  <a:lnTo>
                    <a:pt x="14754" y="8197"/>
                  </a:lnTo>
                  <a:lnTo>
                    <a:pt x="14754" y="3278"/>
                  </a:lnTo>
                  <a:lnTo>
                    <a:pt x="11475" y="1639"/>
                  </a:lnTo>
                  <a:lnTo>
                    <a:pt x="8197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3" name="Freeform 2602">
              <a:extLst>
                <a:ext uri="{FF2B5EF4-FFF2-40B4-BE49-F238E27FC236}">
                  <a16:creationId xmlns:a16="http://schemas.microsoft.com/office/drawing/2014/main" id="{DBF34770-8DDB-C244-8B2C-9C4792271F5B}"/>
                </a:ext>
              </a:extLst>
            </p:cNvPr>
            <p:cNvSpPr/>
            <p:nvPr/>
          </p:nvSpPr>
          <p:spPr>
            <a:xfrm>
              <a:off x="3473061" y="4191946"/>
              <a:ext cx="6557" cy="9835"/>
            </a:xfrm>
            <a:custGeom>
              <a:avLst/>
              <a:gdLst>
                <a:gd name="connsiteX0" fmla="*/ 3279 w 6557"/>
                <a:gd name="connsiteY0" fmla="*/ 9836 h 9835"/>
                <a:gd name="connsiteX1" fmla="*/ 4918 w 6557"/>
                <a:gd name="connsiteY1" fmla="*/ 6557 h 9835"/>
                <a:gd name="connsiteX2" fmla="*/ 4918 w 6557"/>
                <a:gd name="connsiteY2" fmla="*/ 3278 h 9835"/>
                <a:gd name="connsiteX3" fmla="*/ 6557 w 6557"/>
                <a:gd name="connsiteY3" fmla="*/ 0 h 9835"/>
                <a:gd name="connsiteX4" fmla="*/ 1639 w 6557"/>
                <a:gd name="connsiteY4" fmla="*/ 1639 h 9835"/>
                <a:gd name="connsiteX5" fmla="*/ 0 w 6557"/>
                <a:gd name="connsiteY5" fmla="*/ 6557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9835">
                  <a:moveTo>
                    <a:pt x="3279" y="9836"/>
                  </a:moveTo>
                  <a:lnTo>
                    <a:pt x="4918" y="6557"/>
                  </a:lnTo>
                  <a:lnTo>
                    <a:pt x="4918" y="3278"/>
                  </a:lnTo>
                  <a:lnTo>
                    <a:pt x="6557" y="0"/>
                  </a:lnTo>
                  <a:lnTo>
                    <a:pt x="1639" y="1639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4" name="Freeform 2603">
              <a:extLst>
                <a:ext uri="{FF2B5EF4-FFF2-40B4-BE49-F238E27FC236}">
                  <a16:creationId xmlns:a16="http://schemas.microsoft.com/office/drawing/2014/main" id="{2F0DF186-C03A-2748-9AE7-A77B33780D7A}"/>
                </a:ext>
              </a:extLst>
            </p:cNvPr>
            <p:cNvSpPr/>
            <p:nvPr/>
          </p:nvSpPr>
          <p:spPr>
            <a:xfrm>
              <a:off x="3496011" y="4170634"/>
              <a:ext cx="4918" cy="4918"/>
            </a:xfrm>
            <a:custGeom>
              <a:avLst/>
              <a:gdLst>
                <a:gd name="connsiteX0" fmla="*/ 0 w 4918"/>
                <a:gd name="connsiteY0" fmla="*/ 3279 h 4918"/>
                <a:gd name="connsiteX1" fmla="*/ 1639 w 4918"/>
                <a:gd name="connsiteY1" fmla="*/ 3279 h 4918"/>
                <a:gd name="connsiteX2" fmla="*/ 4918 w 4918"/>
                <a:gd name="connsiteY2" fmla="*/ 4918 h 4918"/>
                <a:gd name="connsiteX3" fmla="*/ 4918 w 4918"/>
                <a:gd name="connsiteY3" fmla="*/ 4918 h 4918"/>
                <a:gd name="connsiteX4" fmla="*/ 4918 w 4918"/>
                <a:gd name="connsiteY4" fmla="*/ 0 h 4918"/>
                <a:gd name="connsiteX5" fmla="*/ 1639 w 4918"/>
                <a:gd name="connsiteY5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8" h="4918">
                  <a:moveTo>
                    <a:pt x="0" y="3279"/>
                  </a:moveTo>
                  <a:lnTo>
                    <a:pt x="1639" y="3279"/>
                  </a:lnTo>
                  <a:lnTo>
                    <a:pt x="4918" y="4918"/>
                  </a:lnTo>
                  <a:lnTo>
                    <a:pt x="4918" y="4918"/>
                  </a:lnTo>
                  <a:lnTo>
                    <a:pt x="4918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5" name="Freeform 2604">
              <a:extLst>
                <a:ext uri="{FF2B5EF4-FFF2-40B4-BE49-F238E27FC236}">
                  <a16:creationId xmlns:a16="http://schemas.microsoft.com/office/drawing/2014/main" id="{54628329-6DAB-C540-A2E0-6B82BFF20F25}"/>
                </a:ext>
              </a:extLst>
            </p:cNvPr>
            <p:cNvSpPr/>
            <p:nvPr/>
          </p:nvSpPr>
          <p:spPr>
            <a:xfrm>
              <a:off x="3525519" y="4149323"/>
              <a:ext cx="1639" cy="4917"/>
            </a:xfrm>
            <a:custGeom>
              <a:avLst/>
              <a:gdLst>
                <a:gd name="connsiteX0" fmla="*/ 0 w 1639"/>
                <a:gd name="connsiteY0" fmla="*/ 3278 h 4917"/>
                <a:gd name="connsiteX1" fmla="*/ 0 w 1639"/>
                <a:gd name="connsiteY1" fmla="*/ 4918 h 4917"/>
                <a:gd name="connsiteX2" fmla="*/ 1639 w 1639"/>
                <a:gd name="connsiteY2" fmla="*/ 3278 h 4917"/>
                <a:gd name="connsiteX3" fmla="*/ 0 w 1639"/>
                <a:gd name="connsiteY3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9" h="4917">
                  <a:moveTo>
                    <a:pt x="0" y="3278"/>
                  </a:moveTo>
                  <a:lnTo>
                    <a:pt x="0" y="4918"/>
                  </a:lnTo>
                  <a:lnTo>
                    <a:pt x="1639" y="3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6" name="Freeform 2605">
              <a:extLst>
                <a:ext uri="{FF2B5EF4-FFF2-40B4-BE49-F238E27FC236}">
                  <a16:creationId xmlns:a16="http://schemas.microsoft.com/office/drawing/2014/main" id="{6DA28215-3AEE-DD45-8CF4-A898343C09BD}"/>
                </a:ext>
              </a:extLst>
            </p:cNvPr>
            <p:cNvSpPr/>
            <p:nvPr/>
          </p:nvSpPr>
          <p:spPr>
            <a:xfrm>
              <a:off x="3556667" y="5277186"/>
              <a:ext cx="4917" cy="11475"/>
            </a:xfrm>
            <a:custGeom>
              <a:avLst/>
              <a:gdLst>
                <a:gd name="connsiteX0" fmla="*/ 0 w 4917"/>
                <a:gd name="connsiteY0" fmla="*/ 8197 h 11475"/>
                <a:gd name="connsiteX1" fmla="*/ 0 w 4917"/>
                <a:gd name="connsiteY1" fmla="*/ 8197 h 11475"/>
                <a:gd name="connsiteX2" fmla="*/ 3279 w 4917"/>
                <a:gd name="connsiteY2" fmla="*/ 11476 h 11475"/>
                <a:gd name="connsiteX3" fmla="*/ 4918 w 4917"/>
                <a:gd name="connsiteY3" fmla="*/ 8197 h 11475"/>
                <a:gd name="connsiteX4" fmla="*/ 4918 w 4917"/>
                <a:gd name="connsiteY4" fmla="*/ 4918 h 11475"/>
                <a:gd name="connsiteX5" fmla="*/ 3279 w 4917"/>
                <a:gd name="connsiteY5" fmla="*/ 0 h 11475"/>
                <a:gd name="connsiteX6" fmla="*/ 0 w 4917"/>
                <a:gd name="connsiteY6" fmla="*/ 4918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17" h="11475">
                  <a:moveTo>
                    <a:pt x="0" y="8197"/>
                  </a:moveTo>
                  <a:lnTo>
                    <a:pt x="0" y="8197"/>
                  </a:lnTo>
                  <a:lnTo>
                    <a:pt x="3279" y="11476"/>
                  </a:lnTo>
                  <a:lnTo>
                    <a:pt x="4918" y="8197"/>
                  </a:lnTo>
                  <a:lnTo>
                    <a:pt x="4918" y="4918"/>
                  </a:lnTo>
                  <a:lnTo>
                    <a:pt x="3279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7" name="Freeform 2606">
              <a:extLst>
                <a:ext uri="{FF2B5EF4-FFF2-40B4-BE49-F238E27FC236}">
                  <a16:creationId xmlns:a16="http://schemas.microsoft.com/office/drawing/2014/main" id="{AACC46FC-9C74-EF4E-BCD5-88825797FE1E}"/>
                </a:ext>
              </a:extLst>
            </p:cNvPr>
            <p:cNvSpPr/>
            <p:nvPr/>
          </p:nvSpPr>
          <p:spPr>
            <a:xfrm>
              <a:off x="3568142" y="5331285"/>
              <a:ext cx="4918" cy="18032"/>
            </a:xfrm>
            <a:custGeom>
              <a:avLst/>
              <a:gdLst>
                <a:gd name="connsiteX0" fmla="*/ 0 w 4918"/>
                <a:gd name="connsiteY0" fmla="*/ 18032 h 18032"/>
                <a:gd name="connsiteX1" fmla="*/ 3279 w 4918"/>
                <a:gd name="connsiteY1" fmla="*/ 14754 h 18032"/>
                <a:gd name="connsiteX2" fmla="*/ 3279 w 4918"/>
                <a:gd name="connsiteY2" fmla="*/ 11475 h 18032"/>
                <a:gd name="connsiteX3" fmla="*/ 4918 w 4918"/>
                <a:gd name="connsiteY3" fmla="*/ 8197 h 18032"/>
                <a:gd name="connsiteX4" fmla="*/ 4918 w 4918"/>
                <a:gd name="connsiteY4" fmla="*/ 4918 h 18032"/>
                <a:gd name="connsiteX5" fmla="*/ 3279 w 4918"/>
                <a:gd name="connsiteY5" fmla="*/ 0 h 18032"/>
                <a:gd name="connsiteX6" fmla="*/ 0 w 4918"/>
                <a:gd name="connsiteY6" fmla="*/ 3278 h 18032"/>
                <a:gd name="connsiteX7" fmla="*/ 1639 w 4918"/>
                <a:gd name="connsiteY7" fmla="*/ 8197 h 18032"/>
                <a:gd name="connsiteX8" fmla="*/ 0 w 4918"/>
                <a:gd name="connsiteY8" fmla="*/ 11475 h 18032"/>
                <a:gd name="connsiteX9" fmla="*/ 0 w 4918"/>
                <a:gd name="connsiteY9" fmla="*/ 14754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18" h="18032">
                  <a:moveTo>
                    <a:pt x="0" y="18032"/>
                  </a:moveTo>
                  <a:lnTo>
                    <a:pt x="3279" y="14754"/>
                  </a:lnTo>
                  <a:lnTo>
                    <a:pt x="3279" y="11475"/>
                  </a:lnTo>
                  <a:lnTo>
                    <a:pt x="4918" y="8197"/>
                  </a:lnTo>
                  <a:lnTo>
                    <a:pt x="4918" y="4918"/>
                  </a:lnTo>
                  <a:lnTo>
                    <a:pt x="3279" y="0"/>
                  </a:lnTo>
                  <a:lnTo>
                    <a:pt x="0" y="3278"/>
                  </a:lnTo>
                  <a:lnTo>
                    <a:pt x="1639" y="8197"/>
                  </a:lnTo>
                  <a:lnTo>
                    <a:pt x="0" y="11475"/>
                  </a:lnTo>
                  <a:lnTo>
                    <a:pt x="0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8" name="Freeform 2607">
              <a:extLst>
                <a:ext uri="{FF2B5EF4-FFF2-40B4-BE49-F238E27FC236}">
                  <a16:creationId xmlns:a16="http://schemas.microsoft.com/office/drawing/2014/main" id="{2769EA6A-214D-C943-982F-8EC3AD6A237A}"/>
                </a:ext>
              </a:extLst>
            </p:cNvPr>
            <p:cNvSpPr/>
            <p:nvPr/>
          </p:nvSpPr>
          <p:spPr>
            <a:xfrm>
              <a:off x="3569781" y="4162437"/>
              <a:ext cx="4918" cy="4918"/>
            </a:xfrm>
            <a:custGeom>
              <a:avLst/>
              <a:gdLst>
                <a:gd name="connsiteX0" fmla="*/ 1639 w 4918"/>
                <a:gd name="connsiteY0" fmla="*/ 4918 h 4918"/>
                <a:gd name="connsiteX1" fmla="*/ 3279 w 4918"/>
                <a:gd name="connsiteY1" fmla="*/ 4918 h 4918"/>
                <a:gd name="connsiteX2" fmla="*/ 4918 w 4918"/>
                <a:gd name="connsiteY2" fmla="*/ 0 h 4918"/>
                <a:gd name="connsiteX3" fmla="*/ 0 w 4918"/>
                <a:gd name="connsiteY3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4918">
                  <a:moveTo>
                    <a:pt x="1639" y="4918"/>
                  </a:moveTo>
                  <a:lnTo>
                    <a:pt x="3279" y="4918"/>
                  </a:ln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9" name="Freeform 2608">
              <a:extLst>
                <a:ext uri="{FF2B5EF4-FFF2-40B4-BE49-F238E27FC236}">
                  <a16:creationId xmlns:a16="http://schemas.microsoft.com/office/drawing/2014/main" id="{9BDDD7B1-D027-BB42-B4C6-347EE948CDC8}"/>
                </a:ext>
              </a:extLst>
            </p:cNvPr>
            <p:cNvSpPr/>
            <p:nvPr/>
          </p:nvSpPr>
          <p:spPr>
            <a:xfrm>
              <a:off x="3630437" y="4177191"/>
              <a:ext cx="3278" cy="6557"/>
            </a:xfrm>
            <a:custGeom>
              <a:avLst/>
              <a:gdLst>
                <a:gd name="connsiteX0" fmla="*/ 0 w 3278"/>
                <a:gd name="connsiteY0" fmla="*/ 6558 h 6557"/>
                <a:gd name="connsiteX1" fmla="*/ 3279 w 3278"/>
                <a:gd name="connsiteY1" fmla="*/ 4918 h 6557"/>
                <a:gd name="connsiteX2" fmla="*/ 1639 w 3278"/>
                <a:gd name="connsiteY2" fmla="*/ 0 h 6557"/>
                <a:gd name="connsiteX3" fmla="*/ 0 w 3278"/>
                <a:gd name="connsiteY3" fmla="*/ 4918 h 6557"/>
                <a:gd name="connsiteX4" fmla="*/ 0 w 3278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6557">
                  <a:moveTo>
                    <a:pt x="0" y="6558"/>
                  </a:moveTo>
                  <a:lnTo>
                    <a:pt x="3279" y="4918"/>
                  </a:lnTo>
                  <a:lnTo>
                    <a:pt x="1639" y="0"/>
                  </a:lnTo>
                  <a:lnTo>
                    <a:pt x="0" y="4918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0" name="Freeform 2609">
              <a:extLst>
                <a:ext uri="{FF2B5EF4-FFF2-40B4-BE49-F238E27FC236}">
                  <a16:creationId xmlns:a16="http://schemas.microsoft.com/office/drawing/2014/main" id="{3373CF89-D93B-7043-87AD-ED6AA824D278}"/>
                </a:ext>
              </a:extLst>
            </p:cNvPr>
            <p:cNvSpPr/>
            <p:nvPr/>
          </p:nvSpPr>
          <p:spPr>
            <a:xfrm>
              <a:off x="3638634" y="4193585"/>
              <a:ext cx="3278" cy="1639"/>
            </a:xfrm>
            <a:custGeom>
              <a:avLst/>
              <a:gdLst>
                <a:gd name="connsiteX0" fmla="*/ 0 w 3278"/>
                <a:gd name="connsiteY0" fmla="*/ 1639 h 1639"/>
                <a:gd name="connsiteX1" fmla="*/ 3279 w 3278"/>
                <a:gd name="connsiteY1" fmla="*/ 1639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1639"/>
                  </a:move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1" name="Freeform 2610">
              <a:extLst>
                <a:ext uri="{FF2B5EF4-FFF2-40B4-BE49-F238E27FC236}">
                  <a16:creationId xmlns:a16="http://schemas.microsoft.com/office/drawing/2014/main" id="{BA0FBF9A-15F4-A241-B13C-1AA3C243F358}"/>
                </a:ext>
              </a:extLst>
            </p:cNvPr>
            <p:cNvSpPr/>
            <p:nvPr/>
          </p:nvSpPr>
          <p:spPr>
            <a:xfrm>
              <a:off x="3646831" y="4242765"/>
              <a:ext cx="3278" cy="14754"/>
            </a:xfrm>
            <a:custGeom>
              <a:avLst/>
              <a:gdLst>
                <a:gd name="connsiteX0" fmla="*/ 0 w 3278"/>
                <a:gd name="connsiteY0" fmla="*/ 14754 h 14754"/>
                <a:gd name="connsiteX1" fmla="*/ 1639 w 3278"/>
                <a:gd name="connsiteY1" fmla="*/ 11476 h 14754"/>
                <a:gd name="connsiteX2" fmla="*/ 3279 w 3278"/>
                <a:gd name="connsiteY2" fmla="*/ 6558 h 14754"/>
                <a:gd name="connsiteX3" fmla="*/ 3279 w 3278"/>
                <a:gd name="connsiteY3" fmla="*/ 3279 h 14754"/>
                <a:gd name="connsiteX4" fmla="*/ 3279 w 3278"/>
                <a:gd name="connsiteY4" fmla="*/ 0 h 14754"/>
                <a:gd name="connsiteX5" fmla="*/ 0 w 3278"/>
                <a:gd name="connsiteY5" fmla="*/ 3279 h 14754"/>
                <a:gd name="connsiteX6" fmla="*/ 0 w 3278"/>
                <a:gd name="connsiteY6" fmla="*/ 6558 h 14754"/>
                <a:gd name="connsiteX7" fmla="*/ 0 w 3278"/>
                <a:gd name="connsiteY7" fmla="*/ 11476 h 14754"/>
                <a:gd name="connsiteX8" fmla="*/ 0 w 3278"/>
                <a:gd name="connsiteY8" fmla="*/ 14754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78" h="14754">
                  <a:moveTo>
                    <a:pt x="0" y="14754"/>
                  </a:moveTo>
                  <a:lnTo>
                    <a:pt x="1639" y="11476"/>
                  </a:lnTo>
                  <a:lnTo>
                    <a:pt x="3279" y="6558"/>
                  </a:lnTo>
                  <a:lnTo>
                    <a:pt x="3279" y="3279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0" y="6558"/>
                  </a:lnTo>
                  <a:lnTo>
                    <a:pt x="0" y="11476"/>
                  </a:lnTo>
                  <a:lnTo>
                    <a:pt x="0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2" name="Freeform 2611">
              <a:extLst>
                <a:ext uri="{FF2B5EF4-FFF2-40B4-BE49-F238E27FC236}">
                  <a16:creationId xmlns:a16="http://schemas.microsoft.com/office/drawing/2014/main" id="{273F3D57-B8FD-D148-B170-A750E6C6ACF6}"/>
                </a:ext>
              </a:extLst>
            </p:cNvPr>
            <p:cNvSpPr/>
            <p:nvPr/>
          </p:nvSpPr>
          <p:spPr>
            <a:xfrm>
              <a:off x="3666503" y="5170629"/>
              <a:ext cx="8196" cy="9836"/>
            </a:xfrm>
            <a:custGeom>
              <a:avLst/>
              <a:gdLst>
                <a:gd name="connsiteX0" fmla="*/ 6557 w 8196"/>
                <a:gd name="connsiteY0" fmla="*/ 9836 h 9836"/>
                <a:gd name="connsiteX1" fmla="*/ 8197 w 8196"/>
                <a:gd name="connsiteY1" fmla="*/ 8197 h 9836"/>
                <a:gd name="connsiteX2" fmla="*/ 4918 w 8196"/>
                <a:gd name="connsiteY2" fmla="*/ 4918 h 9836"/>
                <a:gd name="connsiteX3" fmla="*/ 6557 w 8196"/>
                <a:gd name="connsiteY3" fmla="*/ 0 h 9836"/>
                <a:gd name="connsiteX4" fmla="*/ 3279 w 8196"/>
                <a:gd name="connsiteY4" fmla="*/ 0 h 9836"/>
                <a:gd name="connsiteX5" fmla="*/ 0 w 8196"/>
                <a:gd name="connsiteY5" fmla="*/ 3279 h 9836"/>
                <a:gd name="connsiteX6" fmla="*/ 0 w 8196"/>
                <a:gd name="connsiteY6" fmla="*/ 8197 h 9836"/>
                <a:gd name="connsiteX7" fmla="*/ 3279 w 8196"/>
                <a:gd name="connsiteY7" fmla="*/ 819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96" h="9836">
                  <a:moveTo>
                    <a:pt x="6557" y="9836"/>
                  </a:moveTo>
                  <a:lnTo>
                    <a:pt x="8197" y="8197"/>
                  </a:lnTo>
                  <a:lnTo>
                    <a:pt x="4918" y="4918"/>
                  </a:lnTo>
                  <a:lnTo>
                    <a:pt x="6557" y="0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0" y="8197"/>
                  </a:lnTo>
                  <a:lnTo>
                    <a:pt x="327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3" name="Freeform 2612">
              <a:extLst>
                <a:ext uri="{FF2B5EF4-FFF2-40B4-BE49-F238E27FC236}">
                  <a16:creationId xmlns:a16="http://schemas.microsoft.com/office/drawing/2014/main" id="{5C6D2E84-75EC-C045-8EF4-2ED3BEDDC3E6}"/>
                </a:ext>
              </a:extLst>
            </p:cNvPr>
            <p:cNvSpPr/>
            <p:nvPr/>
          </p:nvSpPr>
          <p:spPr>
            <a:xfrm>
              <a:off x="3679617" y="4223093"/>
              <a:ext cx="3278" cy="3278"/>
            </a:xfrm>
            <a:custGeom>
              <a:avLst/>
              <a:gdLst>
                <a:gd name="connsiteX0" fmla="*/ 0 w 3278"/>
                <a:gd name="connsiteY0" fmla="*/ 3278 h 3278"/>
                <a:gd name="connsiteX1" fmla="*/ 3279 w 3278"/>
                <a:gd name="connsiteY1" fmla="*/ 0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3278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4" name="Freeform 2613">
              <a:extLst>
                <a:ext uri="{FF2B5EF4-FFF2-40B4-BE49-F238E27FC236}">
                  <a16:creationId xmlns:a16="http://schemas.microsoft.com/office/drawing/2014/main" id="{4D1B2679-2C30-C340-ADC0-78CD81280082}"/>
                </a:ext>
              </a:extLst>
            </p:cNvPr>
            <p:cNvSpPr/>
            <p:nvPr/>
          </p:nvSpPr>
          <p:spPr>
            <a:xfrm>
              <a:off x="3704207" y="5141122"/>
              <a:ext cx="8196" cy="6557"/>
            </a:xfrm>
            <a:custGeom>
              <a:avLst/>
              <a:gdLst>
                <a:gd name="connsiteX0" fmla="*/ 1639 w 8196"/>
                <a:gd name="connsiteY0" fmla="*/ 6557 h 6557"/>
                <a:gd name="connsiteX1" fmla="*/ 4918 w 8196"/>
                <a:gd name="connsiteY1" fmla="*/ 4918 h 6557"/>
                <a:gd name="connsiteX2" fmla="*/ 8197 w 8196"/>
                <a:gd name="connsiteY2" fmla="*/ 1639 h 6557"/>
                <a:gd name="connsiteX3" fmla="*/ 4918 w 8196"/>
                <a:gd name="connsiteY3" fmla="*/ 0 h 6557"/>
                <a:gd name="connsiteX4" fmla="*/ 0 w 8196"/>
                <a:gd name="connsiteY4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6557">
                  <a:moveTo>
                    <a:pt x="1639" y="6557"/>
                  </a:moveTo>
                  <a:lnTo>
                    <a:pt x="4918" y="4918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5" name="Freeform 2614">
              <a:extLst>
                <a:ext uri="{FF2B5EF4-FFF2-40B4-BE49-F238E27FC236}">
                  <a16:creationId xmlns:a16="http://schemas.microsoft.com/office/drawing/2014/main" id="{230ECB24-7025-6A40-94AD-856B9857DE6D}"/>
                </a:ext>
              </a:extLst>
            </p:cNvPr>
            <p:cNvSpPr/>
            <p:nvPr/>
          </p:nvSpPr>
          <p:spPr>
            <a:xfrm>
              <a:off x="3876338" y="4713255"/>
              <a:ext cx="3278" cy="8196"/>
            </a:xfrm>
            <a:custGeom>
              <a:avLst/>
              <a:gdLst>
                <a:gd name="connsiteX0" fmla="*/ 3278 w 3278"/>
                <a:gd name="connsiteY0" fmla="*/ 8197 h 8196"/>
                <a:gd name="connsiteX1" fmla="*/ 3278 w 3278"/>
                <a:gd name="connsiteY1" fmla="*/ 3279 h 8196"/>
                <a:gd name="connsiteX2" fmla="*/ 3278 w 3278"/>
                <a:gd name="connsiteY2" fmla="*/ 0 h 8196"/>
                <a:gd name="connsiteX3" fmla="*/ 0 w 3278"/>
                <a:gd name="connsiteY3" fmla="*/ 0 h 8196"/>
                <a:gd name="connsiteX4" fmla="*/ 0 w 3278"/>
                <a:gd name="connsiteY4" fmla="*/ 3279 h 8196"/>
                <a:gd name="connsiteX5" fmla="*/ 0 w 3278"/>
                <a:gd name="connsiteY5" fmla="*/ 819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8" h="8196">
                  <a:moveTo>
                    <a:pt x="3278" y="8197"/>
                  </a:moveTo>
                  <a:lnTo>
                    <a:pt x="3278" y="3279"/>
                  </a:lnTo>
                  <a:lnTo>
                    <a:pt x="3278" y="0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6" name="Freeform 2615">
              <a:extLst>
                <a:ext uri="{FF2B5EF4-FFF2-40B4-BE49-F238E27FC236}">
                  <a16:creationId xmlns:a16="http://schemas.microsoft.com/office/drawing/2014/main" id="{CD53529D-0C07-9B4B-85A8-725B65C869B3}"/>
                </a:ext>
              </a:extLst>
            </p:cNvPr>
            <p:cNvSpPr/>
            <p:nvPr/>
          </p:nvSpPr>
          <p:spPr>
            <a:xfrm>
              <a:off x="3882895" y="4690304"/>
              <a:ext cx="8196" cy="11475"/>
            </a:xfrm>
            <a:custGeom>
              <a:avLst/>
              <a:gdLst>
                <a:gd name="connsiteX0" fmla="*/ 1639 w 8196"/>
                <a:gd name="connsiteY0" fmla="*/ 11475 h 11475"/>
                <a:gd name="connsiteX1" fmla="*/ 4918 w 8196"/>
                <a:gd name="connsiteY1" fmla="*/ 8197 h 11475"/>
                <a:gd name="connsiteX2" fmla="*/ 8197 w 8196"/>
                <a:gd name="connsiteY2" fmla="*/ 4918 h 11475"/>
                <a:gd name="connsiteX3" fmla="*/ 4918 w 8196"/>
                <a:gd name="connsiteY3" fmla="*/ 0 h 11475"/>
                <a:gd name="connsiteX4" fmla="*/ 4918 w 8196"/>
                <a:gd name="connsiteY4" fmla="*/ 4918 h 11475"/>
                <a:gd name="connsiteX5" fmla="*/ 3279 w 8196"/>
                <a:gd name="connsiteY5" fmla="*/ 6557 h 11475"/>
                <a:gd name="connsiteX6" fmla="*/ 0 w 8196"/>
                <a:gd name="connsiteY6" fmla="*/ 11475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11475">
                  <a:moveTo>
                    <a:pt x="1639" y="11475"/>
                  </a:moveTo>
                  <a:lnTo>
                    <a:pt x="4918" y="8197"/>
                  </a:lnTo>
                  <a:lnTo>
                    <a:pt x="8197" y="4918"/>
                  </a:lnTo>
                  <a:lnTo>
                    <a:pt x="4918" y="0"/>
                  </a:lnTo>
                  <a:lnTo>
                    <a:pt x="4918" y="4918"/>
                  </a:lnTo>
                  <a:lnTo>
                    <a:pt x="3279" y="6557"/>
                  </a:lnTo>
                  <a:lnTo>
                    <a:pt x="0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7" name="Freeform 2616">
              <a:extLst>
                <a:ext uri="{FF2B5EF4-FFF2-40B4-BE49-F238E27FC236}">
                  <a16:creationId xmlns:a16="http://schemas.microsoft.com/office/drawing/2014/main" id="{CF94D020-D186-2649-B014-44B521ED3671}"/>
                </a:ext>
              </a:extLst>
            </p:cNvPr>
            <p:cNvSpPr/>
            <p:nvPr/>
          </p:nvSpPr>
          <p:spPr>
            <a:xfrm>
              <a:off x="3884534" y="4696861"/>
              <a:ext cx="16393" cy="16393"/>
            </a:xfrm>
            <a:custGeom>
              <a:avLst/>
              <a:gdLst>
                <a:gd name="connsiteX0" fmla="*/ 0 w 16393"/>
                <a:gd name="connsiteY0" fmla="*/ 0 h 16393"/>
                <a:gd name="connsiteX1" fmla="*/ 0 w 16393"/>
                <a:gd name="connsiteY1" fmla="*/ 0 h 16393"/>
                <a:gd name="connsiteX2" fmla="*/ 0 w 16393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163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8" name="Freeform 2617">
              <a:extLst>
                <a:ext uri="{FF2B5EF4-FFF2-40B4-BE49-F238E27FC236}">
                  <a16:creationId xmlns:a16="http://schemas.microsoft.com/office/drawing/2014/main" id="{54100AF5-3F22-084F-A64E-774A6610E0B5}"/>
                </a:ext>
              </a:extLst>
            </p:cNvPr>
            <p:cNvSpPr/>
            <p:nvPr/>
          </p:nvSpPr>
          <p:spPr>
            <a:xfrm>
              <a:off x="3943551" y="4606698"/>
              <a:ext cx="1638" cy="6557"/>
            </a:xfrm>
            <a:custGeom>
              <a:avLst/>
              <a:gdLst>
                <a:gd name="connsiteX0" fmla="*/ 0 w 1638"/>
                <a:gd name="connsiteY0" fmla="*/ 6557 h 6557"/>
                <a:gd name="connsiteX1" fmla="*/ 1639 w 1638"/>
                <a:gd name="connsiteY1" fmla="*/ 3279 h 6557"/>
                <a:gd name="connsiteX2" fmla="*/ 1639 w 1638"/>
                <a:gd name="connsiteY2" fmla="*/ 0 h 6557"/>
                <a:gd name="connsiteX3" fmla="*/ 0 w 1638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8" h="6557">
                  <a:moveTo>
                    <a:pt x="0" y="6557"/>
                  </a:moveTo>
                  <a:lnTo>
                    <a:pt x="1639" y="3279"/>
                  </a:ln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9" name="Freeform 2618">
              <a:extLst>
                <a:ext uri="{FF2B5EF4-FFF2-40B4-BE49-F238E27FC236}">
                  <a16:creationId xmlns:a16="http://schemas.microsoft.com/office/drawing/2014/main" id="{15001A30-23C2-2B4E-8900-4DE06C89BEF5}"/>
                </a:ext>
              </a:extLst>
            </p:cNvPr>
            <p:cNvSpPr/>
            <p:nvPr/>
          </p:nvSpPr>
          <p:spPr>
            <a:xfrm>
              <a:off x="4869776" y="3785390"/>
              <a:ext cx="16393" cy="8196"/>
            </a:xfrm>
            <a:custGeom>
              <a:avLst/>
              <a:gdLst>
                <a:gd name="connsiteX0" fmla="*/ 1639 w 16393"/>
                <a:gd name="connsiteY0" fmla="*/ 0 h 8196"/>
                <a:gd name="connsiteX1" fmla="*/ 0 w 16393"/>
                <a:gd name="connsiteY1" fmla="*/ 3279 h 8196"/>
                <a:gd name="connsiteX2" fmla="*/ 4918 w 16393"/>
                <a:gd name="connsiteY2" fmla="*/ 4918 h 8196"/>
                <a:gd name="connsiteX3" fmla="*/ 8197 w 16393"/>
                <a:gd name="connsiteY3" fmla="*/ 4918 h 8196"/>
                <a:gd name="connsiteX4" fmla="*/ 11475 w 16393"/>
                <a:gd name="connsiteY4" fmla="*/ 6557 h 8196"/>
                <a:gd name="connsiteX5" fmla="*/ 14754 w 16393"/>
                <a:gd name="connsiteY5" fmla="*/ 8197 h 8196"/>
                <a:gd name="connsiteX6" fmla="*/ 16393 w 16393"/>
                <a:gd name="connsiteY6" fmla="*/ 3279 h 8196"/>
                <a:gd name="connsiteX7" fmla="*/ 13114 w 16393"/>
                <a:gd name="connsiteY7" fmla="*/ 1639 h 8196"/>
                <a:gd name="connsiteX8" fmla="*/ 13114 w 16393"/>
                <a:gd name="connsiteY8" fmla="*/ 0 h 8196"/>
                <a:gd name="connsiteX9" fmla="*/ 8197 w 16393"/>
                <a:gd name="connsiteY9" fmla="*/ 0 h 8196"/>
                <a:gd name="connsiteX10" fmla="*/ 4918 w 16393"/>
                <a:gd name="connsiteY10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93" h="8196">
                  <a:moveTo>
                    <a:pt x="1639" y="0"/>
                  </a:moveTo>
                  <a:lnTo>
                    <a:pt x="0" y="3279"/>
                  </a:lnTo>
                  <a:lnTo>
                    <a:pt x="4918" y="4918"/>
                  </a:lnTo>
                  <a:lnTo>
                    <a:pt x="8197" y="4918"/>
                  </a:lnTo>
                  <a:lnTo>
                    <a:pt x="11475" y="6557"/>
                  </a:lnTo>
                  <a:lnTo>
                    <a:pt x="14754" y="8197"/>
                  </a:lnTo>
                  <a:lnTo>
                    <a:pt x="16393" y="3279"/>
                  </a:lnTo>
                  <a:lnTo>
                    <a:pt x="13114" y="1639"/>
                  </a:lnTo>
                  <a:lnTo>
                    <a:pt x="13114" y="0"/>
                  </a:lnTo>
                  <a:lnTo>
                    <a:pt x="8197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0" name="Freeform 2619">
              <a:extLst>
                <a:ext uri="{FF2B5EF4-FFF2-40B4-BE49-F238E27FC236}">
                  <a16:creationId xmlns:a16="http://schemas.microsoft.com/office/drawing/2014/main" id="{5EEA554D-9051-0543-97B1-70D5A5CE51A8}"/>
                </a:ext>
              </a:extLst>
            </p:cNvPr>
            <p:cNvSpPr/>
            <p:nvPr/>
          </p:nvSpPr>
          <p:spPr>
            <a:xfrm>
              <a:off x="3987812" y="4547681"/>
              <a:ext cx="3278" cy="4918"/>
            </a:xfrm>
            <a:custGeom>
              <a:avLst/>
              <a:gdLst>
                <a:gd name="connsiteX0" fmla="*/ 3279 w 3278"/>
                <a:gd name="connsiteY0" fmla="*/ 3279 h 4918"/>
                <a:gd name="connsiteX1" fmla="*/ 1639 w 3278"/>
                <a:gd name="connsiteY1" fmla="*/ 4918 h 4918"/>
                <a:gd name="connsiteX2" fmla="*/ 0 w 3278"/>
                <a:gd name="connsiteY2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3279" y="3279"/>
                  </a:moveTo>
                  <a:lnTo>
                    <a:pt x="1639" y="49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1" name="Freeform 2620">
              <a:extLst>
                <a:ext uri="{FF2B5EF4-FFF2-40B4-BE49-F238E27FC236}">
                  <a16:creationId xmlns:a16="http://schemas.microsoft.com/office/drawing/2014/main" id="{086DE995-4D61-7D4A-986D-11D3EF5FCDDB}"/>
                </a:ext>
              </a:extLst>
            </p:cNvPr>
            <p:cNvSpPr/>
            <p:nvPr/>
          </p:nvSpPr>
          <p:spPr>
            <a:xfrm>
              <a:off x="4856661" y="3680472"/>
              <a:ext cx="116393" cy="136064"/>
            </a:xfrm>
            <a:custGeom>
              <a:avLst/>
              <a:gdLst>
                <a:gd name="connsiteX0" fmla="*/ 0 w 116393"/>
                <a:gd name="connsiteY0" fmla="*/ 42623 h 136064"/>
                <a:gd name="connsiteX1" fmla="*/ 3279 w 116393"/>
                <a:gd name="connsiteY1" fmla="*/ 40983 h 136064"/>
                <a:gd name="connsiteX2" fmla="*/ 6557 w 116393"/>
                <a:gd name="connsiteY2" fmla="*/ 42623 h 136064"/>
                <a:gd name="connsiteX3" fmla="*/ 9836 w 116393"/>
                <a:gd name="connsiteY3" fmla="*/ 40983 h 136064"/>
                <a:gd name="connsiteX4" fmla="*/ 13115 w 116393"/>
                <a:gd name="connsiteY4" fmla="*/ 36066 h 136064"/>
                <a:gd name="connsiteX5" fmla="*/ 13115 w 116393"/>
                <a:gd name="connsiteY5" fmla="*/ 36066 h 136064"/>
                <a:gd name="connsiteX6" fmla="*/ 14754 w 116393"/>
                <a:gd name="connsiteY6" fmla="*/ 32787 h 136064"/>
                <a:gd name="connsiteX7" fmla="*/ 18033 w 116393"/>
                <a:gd name="connsiteY7" fmla="*/ 31147 h 136064"/>
                <a:gd name="connsiteX8" fmla="*/ 21312 w 116393"/>
                <a:gd name="connsiteY8" fmla="*/ 27869 h 136064"/>
                <a:gd name="connsiteX9" fmla="*/ 22951 w 116393"/>
                <a:gd name="connsiteY9" fmla="*/ 24590 h 136064"/>
                <a:gd name="connsiteX10" fmla="*/ 24590 w 116393"/>
                <a:gd name="connsiteY10" fmla="*/ 19672 h 136064"/>
                <a:gd name="connsiteX11" fmla="*/ 27869 w 116393"/>
                <a:gd name="connsiteY11" fmla="*/ 16393 h 136064"/>
                <a:gd name="connsiteX12" fmla="*/ 27869 w 116393"/>
                <a:gd name="connsiteY12" fmla="*/ 14754 h 136064"/>
                <a:gd name="connsiteX13" fmla="*/ 31147 w 116393"/>
                <a:gd name="connsiteY13" fmla="*/ 9836 h 136064"/>
                <a:gd name="connsiteX14" fmla="*/ 31147 w 116393"/>
                <a:gd name="connsiteY14" fmla="*/ 6557 h 136064"/>
                <a:gd name="connsiteX15" fmla="*/ 34426 w 116393"/>
                <a:gd name="connsiteY15" fmla="*/ 4918 h 136064"/>
                <a:gd name="connsiteX16" fmla="*/ 37705 w 116393"/>
                <a:gd name="connsiteY16" fmla="*/ 3279 h 136064"/>
                <a:gd name="connsiteX17" fmla="*/ 42623 w 116393"/>
                <a:gd name="connsiteY17" fmla="*/ 4918 h 136064"/>
                <a:gd name="connsiteX18" fmla="*/ 45902 w 116393"/>
                <a:gd name="connsiteY18" fmla="*/ 4918 h 136064"/>
                <a:gd name="connsiteX19" fmla="*/ 47541 w 116393"/>
                <a:gd name="connsiteY19" fmla="*/ 4918 h 136064"/>
                <a:gd name="connsiteX20" fmla="*/ 50820 w 116393"/>
                <a:gd name="connsiteY20" fmla="*/ 4918 h 136064"/>
                <a:gd name="connsiteX21" fmla="*/ 55737 w 116393"/>
                <a:gd name="connsiteY21" fmla="*/ 0 h 136064"/>
                <a:gd name="connsiteX22" fmla="*/ 59016 w 116393"/>
                <a:gd name="connsiteY22" fmla="*/ 0 h 136064"/>
                <a:gd name="connsiteX23" fmla="*/ 62295 w 116393"/>
                <a:gd name="connsiteY23" fmla="*/ 0 h 136064"/>
                <a:gd name="connsiteX24" fmla="*/ 67213 w 116393"/>
                <a:gd name="connsiteY24" fmla="*/ 0 h 136064"/>
                <a:gd name="connsiteX25" fmla="*/ 70492 w 116393"/>
                <a:gd name="connsiteY25" fmla="*/ 0 h 136064"/>
                <a:gd name="connsiteX26" fmla="*/ 70492 w 116393"/>
                <a:gd name="connsiteY26" fmla="*/ 0 h 136064"/>
                <a:gd name="connsiteX27" fmla="*/ 73770 w 116393"/>
                <a:gd name="connsiteY27" fmla="*/ 0 h 136064"/>
                <a:gd name="connsiteX28" fmla="*/ 78688 w 116393"/>
                <a:gd name="connsiteY28" fmla="*/ 0 h 136064"/>
                <a:gd name="connsiteX29" fmla="*/ 81967 w 116393"/>
                <a:gd name="connsiteY29" fmla="*/ 1639 h 136064"/>
                <a:gd name="connsiteX30" fmla="*/ 81967 w 116393"/>
                <a:gd name="connsiteY30" fmla="*/ 6557 h 136064"/>
                <a:gd name="connsiteX31" fmla="*/ 86885 w 116393"/>
                <a:gd name="connsiteY31" fmla="*/ 8197 h 136064"/>
                <a:gd name="connsiteX32" fmla="*/ 88524 w 116393"/>
                <a:gd name="connsiteY32" fmla="*/ 13114 h 136064"/>
                <a:gd name="connsiteX33" fmla="*/ 91803 w 116393"/>
                <a:gd name="connsiteY33" fmla="*/ 16393 h 136064"/>
                <a:gd name="connsiteX34" fmla="*/ 93442 w 116393"/>
                <a:gd name="connsiteY34" fmla="*/ 19672 h 136064"/>
                <a:gd name="connsiteX35" fmla="*/ 95082 w 116393"/>
                <a:gd name="connsiteY35" fmla="*/ 22951 h 136064"/>
                <a:gd name="connsiteX36" fmla="*/ 96721 w 116393"/>
                <a:gd name="connsiteY36" fmla="*/ 27869 h 136064"/>
                <a:gd name="connsiteX37" fmla="*/ 100000 w 116393"/>
                <a:gd name="connsiteY37" fmla="*/ 29508 h 136064"/>
                <a:gd name="connsiteX38" fmla="*/ 101639 w 116393"/>
                <a:gd name="connsiteY38" fmla="*/ 34426 h 136064"/>
                <a:gd name="connsiteX39" fmla="*/ 98360 w 116393"/>
                <a:gd name="connsiteY39" fmla="*/ 37705 h 136064"/>
                <a:gd name="connsiteX40" fmla="*/ 101639 w 116393"/>
                <a:gd name="connsiteY40" fmla="*/ 40983 h 136064"/>
                <a:gd name="connsiteX41" fmla="*/ 104917 w 116393"/>
                <a:gd name="connsiteY41" fmla="*/ 42623 h 136064"/>
                <a:gd name="connsiteX42" fmla="*/ 104917 w 116393"/>
                <a:gd name="connsiteY42" fmla="*/ 42623 h 136064"/>
                <a:gd name="connsiteX43" fmla="*/ 103279 w 116393"/>
                <a:gd name="connsiteY43" fmla="*/ 45901 h 136064"/>
                <a:gd name="connsiteX44" fmla="*/ 103279 w 116393"/>
                <a:gd name="connsiteY44" fmla="*/ 50820 h 136064"/>
                <a:gd name="connsiteX45" fmla="*/ 104917 w 116393"/>
                <a:gd name="connsiteY45" fmla="*/ 54098 h 136064"/>
                <a:gd name="connsiteX46" fmla="*/ 108196 w 116393"/>
                <a:gd name="connsiteY46" fmla="*/ 57377 h 136064"/>
                <a:gd name="connsiteX47" fmla="*/ 104917 w 116393"/>
                <a:gd name="connsiteY47" fmla="*/ 62295 h 136064"/>
                <a:gd name="connsiteX48" fmla="*/ 101639 w 116393"/>
                <a:gd name="connsiteY48" fmla="*/ 65573 h 136064"/>
                <a:gd name="connsiteX49" fmla="*/ 101639 w 116393"/>
                <a:gd name="connsiteY49" fmla="*/ 68852 h 136064"/>
                <a:gd name="connsiteX50" fmla="*/ 98360 w 116393"/>
                <a:gd name="connsiteY50" fmla="*/ 73770 h 136064"/>
                <a:gd name="connsiteX51" fmla="*/ 98360 w 116393"/>
                <a:gd name="connsiteY51" fmla="*/ 77049 h 136064"/>
                <a:gd name="connsiteX52" fmla="*/ 100000 w 116393"/>
                <a:gd name="connsiteY52" fmla="*/ 73770 h 136064"/>
                <a:gd name="connsiteX53" fmla="*/ 103279 w 116393"/>
                <a:gd name="connsiteY53" fmla="*/ 73770 h 136064"/>
                <a:gd name="connsiteX54" fmla="*/ 108196 w 116393"/>
                <a:gd name="connsiteY54" fmla="*/ 72131 h 136064"/>
                <a:gd name="connsiteX55" fmla="*/ 109836 w 116393"/>
                <a:gd name="connsiteY55" fmla="*/ 68852 h 136064"/>
                <a:gd name="connsiteX56" fmla="*/ 113114 w 116393"/>
                <a:gd name="connsiteY56" fmla="*/ 65573 h 136064"/>
                <a:gd name="connsiteX57" fmla="*/ 116393 w 116393"/>
                <a:gd name="connsiteY57" fmla="*/ 67213 h 136064"/>
                <a:gd name="connsiteX58" fmla="*/ 116393 w 116393"/>
                <a:gd name="connsiteY58" fmla="*/ 68852 h 136064"/>
                <a:gd name="connsiteX59" fmla="*/ 116393 w 116393"/>
                <a:gd name="connsiteY59" fmla="*/ 70491 h 136064"/>
                <a:gd name="connsiteX60" fmla="*/ 114754 w 116393"/>
                <a:gd name="connsiteY60" fmla="*/ 73770 h 136064"/>
                <a:gd name="connsiteX61" fmla="*/ 113114 w 116393"/>
                <a:gd name="connsiteY61" fmla="*/ 78688 h 136064"/>
                <a:gd name="connsiteX62" fmla="*/ 113114 w 116393"/>
                <a:gd name="connsiteY62" fmla="*/ 81967 h 136064"/>
                <a:gd name="connsiteX63" fmla="*/ 109836 w 116393"/>
                <a:gd name="connsiteY63" fmla="*/ 81967 h 136064"/>
                <a:gd name="connsiteX64" fmla="*/ 106557 w 116393"/>
                <a:gd name="connsiteY64" fmla="*/ 83606 h 136064"/>
                <a:gd name="connsiteX65" fmla="*/ 103279 w 116393"/>
                <a:gd name="connsiteY65" fmla="*/ 86885 h 136064"/>
                <a:gd name="connsiteX66" fmla="*/ 103279 w 116393"/>
                <a:gd name="connsiteY66" fmla="*/ 91803 h 136064"/>
                <a:gd name="connsiteX67" fmla="*/ 103279 w 116393"/>
                <a:gd name="connsiteY67" fmla="*/ 95081 h 136064"/>
                <a:gd name="connsiteX68" fmla="*/ 103279 w 116393"/>
                <a:gd name="connsiteY68" fmla="*/ 98360 h 136064"/>
                <a:gd name="connsiteX69" fmla="*/ 98360 w 116393"/>
                <a:gd name="connsiteY69" fmla="*/ 100000 h 136064"/>
                <a:gd name="connsiteX70" fmla="*/ 96721 w 116393"/>
                <a:gd name="connsiteY70" fmla="*/ 104917 h 136064"/>
                <a:gd name="connsiteX71" fmla="*/ 93442 w 116393"/>
                <a:gd name="connsiteY71" fmla="*/ 108196 h 136064"/>
                <a:gd name="connsiteX72" fmla="*/ 93442 w 116393"/>
                <a:gd name="connsiteY72" fmla="*/ 108196 h 136064"/>
                <a:gd name="connsiteX73" fmla="*/ 88524 w 116393"/>
                <a:gd name="connsiteY73" fmla="*/ 111475 h 136064"/>
                <a:gd name="connsiteX74" fmla="*/ 85246 w 116393"/>
                <a:gd name="connsiteY74" fmla="*/ 114754 h 136064"/>
                <a:gd name="connsiteX75" fmla="*/ 85246 w 116393"/>
                <a:gd name="connsiteY75" fmla="*/ 114754 h 136064"/>
                <a:gd name="connsiteX76" fmla="*/ 81967 w 116393"/>
                <a:gd name="connsiteY76" fmla="*/ 118032 h 136064"/>
                <a:gd name="connsiteX77" fmla="*/ 80327 w 116393"/>
                <a:gd name="connsiteY77" fmla="*/ 121311 h 136064"/>
                <a:gd name="connsiteX78" fmla="*/ 75410 w 116393"/>
                <a:gd name="connsiteY78" fmla="*/ 122950 h 136064"/>
                <a:gd name="connsiteX79" fmla="*/ 73770 w 116393"/>
                <a:gd name="connsiteY79" fmla="*/ 126229 h 136064"/>
                <a:gd name="connsiteX80" fmla="*/ 72131 w 116393"/>
                <a:gd name="connsiteY80" fmla="*/ 131147 h 136064"/>
                <a:gd name="connsiteX81" fmla="*/ 72131 w 116393"/>
                <a:gd name="connsiteY81" fmla="*/ 132786 h 136064"/>
                <a:gd name="connsiteX82" fmla="*/ 68852 w 116393"/>
                <a:gd name="connsiteY82" fmla="*/ 136065 h 136064"/>
                <a:gd name="connsiteX83" fmla="*/ 68852 w 116393"/>
                <a:gd name="connsiteY83" fmla="*/ 136065 h 136064"/>
                <a:gd name="connsiteX84" fmla="*/ 63934 w 116393"/>
                <a:gd name="connsiteY84" fmla="*/ 134426 h 136064"/>
                <a:gd name="connsiteX85" fmla="*/ 65573 w 116393"/>
                <a:gd name="connsiteY85" fmla="*/ 132786 h 136064"/>
                <a:gd name="connsiteX86" fmla="*/ 63934 w 116393"/>
                <a:gd name="connsiteY86" fmla="*/ 132786 h 136064"/>
                <a:gd name="connsiteX87" fmla="*/ 60656 w 116393"/>
                <a:gd name="connsiteY87" fmla="*/ 131147 h 136064"/>
                <a:gd name="connsiteX88" fmla="*/ 57377 w 116393"/>
                <a:gd name="connsiteY88" fmla="*/ 127868 h 136064"/>
                <a:gd name="connsiteX89" fmla="*/ 52459 w 116393"/>
                <a:gd name="connsiteY89" fmla="*/ 126229 h 136064"/>
                <a:gd name="connsiteX90" fmla="*/ 49180 w 116393"/>
                <a:gd name="connsiteY90" fmla="*/ 124590 h 136064"/>
                <a:gd name="connsiteX91" fmla="*/ 45902 w 116393"/>
                <a:gd name="connsiteY91" fmla="*/ 122950 h 136064"/>
                <a:gd name="connsiteX92" fmla="*/ 42623 w 116393"/>
                <a:gd name="connsiteY92" fmla="*/ 121311 h 136064"/>
                <a:gd name="connsiteX93" fmla="*/ 37705 w 116393"/>
                <a:gd name="connsiteY93" fmla="*/ 119671 h 136064"/>
                <a:gd name="connsiteX94" fmla="*/ 34426 w 116393"/>
                <a:gd name="connsiteY94" fmla="*/ 118032 h 136064"/>
                <a:gd name="connsiteX95" fmla="*/ 31147 w 116393"/>
                <a:gd name="connsiteY95" fmla="*/ 114754 h 136064"/>
                <a:gd name="connsiteX96" fmla="*/ 34426 w 116393"/>
                <a:gd name="connsiteY96" fmla="*/ 114754 h 136064"/>
                <a:gd name="connsiteX97" fmla="*/ 34426 w 116393"/>
                <a:gd name="connsiteY97" fmla="*/ 114754 h 136064"/>
                <a:gd name="connsiteX98" fmla="*/ 29508 w 116393"/>
                <a:gd name="connsiteY98" fmla="*/ 111475 h 136064"/>
                <a:gd name="connsiteX99" fmla="*/ 34426 w 116393"/>
                <a:gd name="connsiteY99" fmla="*/ 109836 h 136064"/>
                <a:gd name="connsiteX100" fmla="*/ 37705 w 116393"/>
                <a:gd name="connsiteY100" fmla="*/ 108196 h 136064"/>
                <a:gd name="connsiteX101" fmla="*/ 40983 w 116393"/>
                <a:gd name="connsiteY101" fmla="*/ 106557 h 136064"/>
                <a:gd name="connsiteX102" fmla="*/ 39344 w 116393"/>
                <a:gd name="connsiteY102" fmla="*/ 106557 h 136064"/>
                <a:gd name="connsiteX103" fmla="*/ 36066 w 116393"/>
                <a:gd name="connsiteY103" fmla="*/ 108196 h 136064"/>
                <a:gd name="connsiteX104" fmla="*/ 32787 w 116393"/>
                <a:gd name="connsiteY104" fmla="*/ 108196 h 136064"/>
                <a:gd name="connsiteX105" fmla="*/ 29508 w 116393"/>
                <a:gd name="connsiteY105" fmla="*/ 104917 h 136064"/>
                <a:gd name="connsiteX106" fmla="*/ 29508 w 116393"/>
                <a:gd name="connsiteY106" fmla="*/ 101639 h 136064"/>
                <a:gd name="connsiteX107" fmla="*/ 31147 w 116393"/>
                <a:gd name="connsiteY107" fmla="*/ 98360 h 136064"/>
                <a:gd name="connsiteX108" fmla="*/ 27869 w 116393"/>
                <a:gd name="connsiteY108" fmla="*/ 101639 h 136064"/>
                <a:gd name="connsiteX109" fmla="*/ 22951 w 116393"/>
                <a:gd name="connsiteY109" fmla="*/ 101639 h 136064"/>
                <a:gd name="connsiteX110" fmla="*/ 19672 w 116393"/>
                <a:gd name="connsiteY110" fmla="*/ 100000 h 136064"/>
                <a:gd name="connsiteX111" fmla="*/ 19672 w 116393"/>
                <a:gd name="connsiteY111" fmla="*/ 96721 h 136064"/>
                <a:gd name="connsiteX112" fmla="*/ 14754 w 116393"/>
                <a:gd name="connsiteY112" fmla="*/ 96721 h 136064"/>
                <a:gd name="connsiteX113" fmla="*/ 11476 w 116393"/>
                <a:gd name="connsiteY113" fmla="*/ 93442 h 136064"/>
                <a:gd name="connsiteX114" fmla="*/ 14754 w 116393"/>
                <a:gd name="connsiteY114" fmla="*/ 88524 h 136064"/>
                <a:gd name="connsiteX115" fmla="*/ 14754 w 116393"/>
                <a:gd name="connsiteY115" fmla="*/ 85246 h 136064"/>
                <a:gd name="connsiteX116" fmla="*/ 13115 w 116393"/>
                <a:gd name="connsiteY116" fmla="*/ 81967 h 136064"/>
                <a:gd name="connsiteX117" fmla="*/ 11476 w 116393"/>
                <a:gd name="connsiteY117" fmla="*/ 77049 h 136064"/>
                <a:gd name="connsiteX118" fmla="*/ 8197 w 116393"/>
                <a:gd name="connsiteY118" fmla="*/ 78688 h 136064"/>
                <a:gd name="connsiteX119" fmla="*/ 4918 w 116393"/>
                <a:gd name="connsiteY119" fmla="*/ 78688 h 136064"/>
                <a:gd name="connsiteX120" fmla="*/ 3279 w 116393"/>
                <a:gd name="connsiteY120" fmla="*/ 75410 h 136064"/>
                <a:gd name="connsiteX121" fmla="*/ 0 w 116393"/>
                <a:gd name="connsiteY121" fmla="*/ 70491 h 136064"/>
                <a:gd name="connsiteX122" fmla="*/ 1639 w 116393"/>
                <a:gd name="connsiteY122" fmla="*/ 67213 h 136064"/>
                <a:gd name="connsiteX123" fmla="*/ 4918 w 116393"/>
                <a:gd name="connsiteY123" fmla="*/ 70491 h 136064"/>
                <a:gd name="connsiteX124" fmla="*/ 9836 w 116393"/>
                <a:gd name="connsiteY124" fmla="*/ 72131 h 136064"/>
                <a:gd name="connsiteX125" fmla="*/ 6557 w 116393"/>
                <a:gd name="connsiteY125" fmla="*/ 68852 h 136064"/>
                <a:gd name="connsiteX126" fmla="*/ 8197 w 116393"/>
                <a:gd name="connsiteY126" fmla="*/ 67213 h 136064"/>
                <a:gd name="connsiteX127" fmla="*/ 11476 w 116393"/>
                <a:gd name="connsiteY127" fmla="*/ 63934 h 136064"/>
                <a:gd name="connsiteX128" fmla="*/ 16393 w 116393"/>
                <a:gd name="connsiteY128" fmla="*/ 63934 h 136064"/>
                <a:gd name="connsiteX129" fmla="*/ 14754 w 116393"/>
                <a:gd name="connsiteY129" fmla="*/ 62295 h 136064"/>
                <a:gd name="connsiteX130" fmla="*/ 14754 w 116393"/>
                <a:gd name="connsiteY130" fmla="*/ 59016 h 136064"/>
                <a:gd name="connsiteX131" fmla="*/ 13115 w 116393"/>
                <a:gd name="connsiteY131" fmla="*/ 62295 h 136064"/>
                <a:gd name="connsiteX132" fmla="*/ 8197 w 116393"/>
                <a:gd name="connsiteY132" fmla="*/ 63934 h 136064"/>
                <a:gd name="connsiteX133" fmla="*/ 8197 w 116393"/>
                <a:gd name="connsiteY133" fmla="*/ 60656 h 136064"/>
                <a:gd name="connsiteX134" fmla="*/ 4918 w 116393"/>
                <a:gd name="connsiteY134" fmla="*/ 59016 h 136064"/>
                <a:gd name="connsiteX135" fmla="*/ 3279 w 116393"/>
                <a:gd name="connsiteY135" fmla="*/ 63934 h 136064"/>
                <a:gd name="connsiteX136" fmla="*/ 1639 w 116393"/>
                <a:gd name="connsiteY136" fmla="*/ 60656 h 136064"/>
                <a:gd name="connsiteX137" fmla="*/ 1639 w 116393"/>
                <a:gd name="connsiteY137" fmla="*/ 59016 h 136064"/>
                <a:gd name="connsiteX138" fmla="*/ 1639 w 116393"/>
                <a:gd name="connsiteY138" fmla="*/ 55737 h 136064"/>
                <a:gd name="connsiteX139" fmla="*/ 1639 w 116393"/>
                <a:gd name="connsiteY139" fmla="*/ 52459 h 136064"/>
                <a:gd name="connsiteX140" fmla="*/ 6557 w 116393"/>
                <a:gd name="connsiteY140" fmla="*/ 50820 h 136064"/>
                <a:gd name="connsiteX141" fmla="*/ 9836 w 116393"/>
                <a:gd name="connsiteY141" fmla="*/ 50820 h 136064"/>
                <a:gd name="connsiteX142" fmla="*/ 6557 w 116393"/>
                <a:gd name="connsiteY142" fmla="*/ 47541 h 136064"/>
                <a:gd name="connsiteX143" fmla="*/ 1639 w 116393"/>
                <a:gd name="connsiteY143" fmla="*/ 47541 h 136064"/>
                <a:gd name="connsiteX144" fmla="*/ 0 w 116393"/>
                <a:gd name="connsiteY144" fmla="*/ 42623 h 136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116393" h="136064">
                  <a:moveTo>
                    <a:pt x="0" y="42623"/>
                  </a:moveTo>
                  <a:lnTo>
                    <a:pt x="3279" y="40983"/>
                  </a:lnTo>
                  <a:lnTo>
                    <a:pt x="6557" y="42623"/>
                  </a:lnTo>
                  <a:lnTo>
                    <a:pt x="9836" y="40983"/>
                  </a:lnTo>
                  <a:lnTo>
                    <a:pt x="13115" y="36066"/>
                  </a:lnTo>
                  <a:lnTo>
                    <a:pt x="13115" y="36066"/>
                  </a:lnTo>
                  <a:lnTo>
                    <a:pt x="14754" y="32787"/>
                  </a:lnTo>
                  <a:lnTo>
                    <a:pt x="18033" y="31147"/>
                  </a:lnTo>
                  <a:lnTo>
                    <a:pt x="21312" y="27869"/>
                  </a:lnTo>
                  <a:lnTo>
                    <a:pt x="22951" y="24590"/>
                  </a:lnTo>
                  <a:lnTo>
                    <a:pt x="24590" y="19672"/>
                  </a:lnTo>
                  <a:lnTo>
                    <a:pt x="27869" y="16393"/>
                  </a:lnTo>
                  <a:lnTo>
                    <a:pt x="27869" y="14754"/>
                  </a:lnTo>
                  <a:lnTo>
                    <a:pt x="31147" y="9836"/>
                  </a:lnTo>
                  <a:lnTo>
                    <a:pt x="31147" y="6557"/>
                  </a:lnTo>
                  <a:lnTo>
                    <a:pt x="34426" y="4918"/>
                  </a:lnTo>
                  <a:lnTo>
                    <a:pt x="37705" y="3279"/>
                  </a:lnTo>
                  <a:lnTo>
                    <a:pt x="42623" y="4918"/>
                  </a:lnTo>
                  <a:lnTo>
                    <a:pt x="45902" y="4918"/>
                  </a:lnTo>
                  <a:lnTo>
                    <a:pt x="47541" y="4918"/>
                  </a:lnTo>
                  <a:lnTo>
                    <a:pt x="50820" y="4918"/>
                  </a:lnTo>
                  <a:lnTo>
                    <a:pt x="55737" y="0"/>
                  </a:lnTo>
                  <a:lnTo>
                    <a:pt x="59016" y="0"/>
                  </a:lnTo>
                  <a:lnTo>
                    <a:pt x="62295" y="0"/>
                  </a:lnTo>
                  <a:lnTo>
                    <a:pt x="67213" y="0"/>
                  </a:lnTo>
                  <a:lnTo>
                    <a:pt x="70492" y="0"/>
                  </a:lnTo>
                  <a:lnTo>
                    <a:pt x="70492" y="0"/>
                  </a:lnTo>
                  <a:lnTo>
                    <a:pt x="73770" y="0"/>
                  </a:lnTo>
                  <a:lnTo>
                    <a:pt x="78688" y="0"/>
                  </a:lnTo>
                  <a:lnTo>
                    <a:pt x="81967" y="1639"/>
                  </a:lnTo>
                  <a:lnTo>
                    <a:pt x="81967" y="6557"/>
                  </a:lnTo>
                  <a:lnTo>
                    <a:pt x="86885" y="8197"/>
                  </a:lnTo>
                  <a:lnTo>
                    <a:pt x="88524" y="13114"/>
                  </a:lnTo>
                  <a:lnTo>
                    <a:pt x="91803" y="16393"/>
                  </a:lnTo>
                  <a:lnTo>
                    <a:pt x="93442" y="19672"/>
                  </a:lnTo>
                  <a:lnTo>
                    <a:pt x="95082" y="22951"/>
                  </a:lnTo>
                  <a:lnTo>
                    <a:pt x="96721" y="27869"/>
                  </a:lnTo>
                  <a:lnTo>
                    <a:pt x="100000" y="29508"/>
                  </a:lnTo>
                  <a:lnTo>
                    <a:pt x="101639" y="34426"/>
                  </a:lnTo>
                  <a:lnTo>
                    <a:pt x="98360" y="37705"/>
                  </a:lnTo>
                  <a:lnTo>
                    <a:pt x="101639" y="40983"/>
                  </a:lnTo>
                  <a:lnTo>
                    <a:pt x="104917" y="42623"/>
                  </a:lnTo>
                  <a:lnTo>
                    <a:pt x="104917" y="42623"/>
                  </a:lnTo>
                  <a:lnTo>
                    <a:pt x="103279" y="45901"/>
                  </a:lnTo>
                  <a:lnTo>
                    <a:pt x="103279" y="50820"/>
                  </a:lnTo>
                  <a:lnTo>
                    <a:pt x="104917" y="54098"/>
                  </a:lnTo>
                  <a:lnTo>
                    <a:pt x="108196" y="57377"/>
                  </a:lnTo>
                  <a:lnTo>
                    <a:pt x="104917" y="62295"/>
                  </a:lnTo>
                  <a:lnTo>
                    <a:pt x="101639" y="65573"/>
                  </a:lnTo>
                  <a:lnTo>
                    <a:pt x="101639" y="68852"/>
                  </a:lnTo>
                  <a:lnTo>
                    <a:pt x="98360" y="73770"/>
                  </a:lnTo>
                  <a:lnTo>
                    <a:pt x="98360" y="77049"/>
                  </a:lnTo>
                  <a:lnTo>
                    <a:pt x="100000" y="73770"/>
                  </a:lnTo>
                  <a:lnTo>
                    <a:pt x="103279" y="73770"/>
                  </a:lnTo>
                  <a:lnTo>
                    <a:pt x="108196" y="72131"/>
                  </a:lnTo>
                  <a:lnTo>
                    <a:pt x="109836" y="68852"/>
                  </a:lnTo>
                  <a:lnTo>
                    <a:pt x="113114" y="65573"/>
                  </a:lnTo>
                  <a:lnTo>
                    <a:pt x="116393" y="67213"/>
                  </a:lnTo>
                  <a:lnTo>
                    <a:pt x="116393" y="68852"/>
                  </a:lnTo>
                  <a:lnTo>
                    <a:pt x="116393" y="70491"/>
                  </a:lnTo>
                  <a:lnTo>
                    <a:pt x="114754" y="73770"/>
                  </a:lnTo>
                  <a:lnTo>
                    <a:pt x="113114" y="78688"/>
                  </a:lnTo>
                  <a:lnTo>
                    <a:pt x="113114" y="81967"/>
                  </a:lnTo>
                  <a:lnTo>
                    <a:pt x="109836" y="81967"/>
                  </a:lnTo>
                  <a:lnTo>
                    <a:pt x="106557" y="83606"/>
                  </a:lnTo>
                  <a:lnTo>
                    <a:pt x="103279" y="86885"/>
                  </a:lnTo>
                  <a:lnTo>
                    <a:pt x="103279" y="91803"/>
                  </a:lnTo>
                  <a:lnTo>
                    <a:pt x="103279" y="95081"/>
                  </a:lnTo>
                  <a:lnTo>
                    <a:pt x="103279" y="98360"/>
                  </a:lnTo>
                  <a:lnTo>
                    <a:pt x="98360" y="100000"/>
                  </a:lnTo>
                  <a:lnTo>
                    <a:pt x="96721" y="104917"/>
                  </a:lnTo>
                  <a:lnTo>
                    <a:pt x="93442" y="108196"/>
                  </a:lnTo>
                  <a:lnTo>
                    <a:pt x="93442" y="108196"/>
                  </a:lnTo>
                  <a:lnTo>
                    <a:pt x="88524" y="111475"/>
                  </a:lnTo>
                  <a:lnTo>
                    <a:pt x="85246" y="114754"/>
                  </a:lnTo>
                  <a:lnTo>
                    <a:pt x="85246" y="114754"/>
                  </a:lnTo>
                  <a:lnTo>
                    <a:pt x="81967" y="118032"/>
                  </a:lnTo>
                  <a:lnTo>
                    <a:pt x="80327" y="121311"/>
                  </a:lnTo>
                  <a:lnTo>
                    <a:pt x="75410" y="122950"/>
                  </a:lnTo>
                  <a:lnTo>
                    <a:pt x="73770" y="126229"/>
                  </a:lnTo>
                  <a:lnTo>
                    <a:pt x="72131" y="131147"/>
                  </a:lnTo>
                  <a:lnTo>
                    <a:pt x="72131" y="132786"/>
                  </a:lnTo>
                  <a:lnTo>
                    <a:pt x="68852" y="136065"/>
                  </a:lnTo>
                  <a:lnTo>
                    <a:pt x="68852" y="136065"/>
                  </a:lnTo>
                  <a:lnTo>
                    <a:pt x="63934" y="134426"/>
                  </a:lnTo>
                  <a:lnTo>
                    <a:pt x="65573" y="132786"/>
                  </a:lnTo>
                  <a:lnTo>
                    <a:pt x="63934" y="132786"/>
                  </a:lnTo>
                  <a:lnTo>
                    <a:pt x="60656" y="131147"/>
                  </a:lnTo>
                  <a:lnTo>
                    <a:pt x="57377" y="127868"/>
                  </a:lnTo>
                  <a:lnTo>
                    <a:pt x="52459" y="126229"/>
                  </a:lnTo>
                  <a:lnTo>
                    <a:pt x="49180" y="124590"/>
                  </a:lnTo>
                  <a:lnTo>
                    <a:pt x="45902" y="122950"/>
                  </a:lnTo>
                  <a:lnTo>
                    <a:pt x="42623" y="121311"/>
                  </a:lnTo>
                  <a:lnTo>
                    <a:pt x="37705" y="119671"/>
                  </a:lnTo>
                  <a:lnTo>
                    <a:pt x="34426" y="118032"/>
                  </a:lnTo>
                  <a:lnTo>
                    <a:pt x="31147" y="114754"/>
                  </a:lnTo>
                  <a:lnTo>
                    <a:pt x="34426" y="114754"/>
                  </a:lnTo>
                  <a:lnTo>
                    <a:pt x="34426" y="114754"/>
                  </a:lnTo>
                  <a:lnTo>
                    <a:pt x="29508" y="111475"/>
                  </a:lnTo>
                  <a:lnTo>
                    <a:pt x="34426" y="109836"/>
                  </a:lnTo>
                  <a:lnTo>
                    <a:pt x="37705" y="108196"/>
                  </a:lnTo>
                  <a:lnTo>
                    <a:pt x="40983" y="106557"/>
                  </a:lnTo>
                  <a:lnTo>
                    <a:pt x="39344" y="106557"/>
                  </a:lnTo>
                  <a:lnTo>
                    <a:pt x="36066" y="108196"/>
                  </a:lnTo>
                  <a:lnTo>
                    <a:pt x="32787" y="108196"/>
                  </a:lnTo>
                  <a:lnTo>
                    <a:pt x="29508" y="104917"/>
                  </a:lnTo>
                  <a:lnTo>
                    <a:pt x="29508" y="101639"/>
                  </a:lnTo>
                  <a:lnTo>
                    <a:pt x="31147" y="98360"/>
                  </a:lnTo>
                  <a:lnTo>
                    <a:pt x="27869" y="101639"/>
                  </a:lnTo>
                  <a:lnTo>
                    <a:pt x="22951" y="101639"/>
                  </a:lnTo>
                  <a:lnTo>
                    <a:pt x="19672" y="100000"/>
                  </a:lnTo>
                  <a:lnTo>
                    <a:pt x="19672" y="96721"/>
                  </a:lnTo>
                  <a:lnTo>
                    <a:pt x="14754" y="96721"/>
                  </a:lnTo>
                  <a:lnTo>
                    <a:pt x="11476" y="93442"/>
                  </a:lnTo>
                  <a:lnTo>
                    <a:pt x="14754" y="88524"/>
                  </a:lnTo>
                  <a:lnTo>
                    <a:pt x="14754" y="85246"/>
                  </a:lnTo>
                  <a:lnTo>
                    <a:pt x="13115" y="81967"/>
                  </a:lnTo>
                  <a:lnTo>
                    <a:pt x="11476" y="77049"/>
                  </a:lnTo>
                  <a:lnTo>
                    <a:pt x="8197" y="78688"/>
                  </a:lnTo>
                  <a:lnTo>
                    <a:pt x="4918" y="78688"/>
                  </a:lnTo>
                  <a:lnTo>
                    <a:pt x="3279" y="75410"/>
                  </a:lnTo>
                  <a:lnTo>
                    <a:pt x="0" y="70491"/>
                  </a:lnTo>
                  <a:lnTo>
                    <a:pt x="1639" y="67213"/>
                  </a:lnTo>
                  <a:lnTo>
                    <a:pt x="4918" y="70491"/>
                  </a:lnTo>
                  <a:lnTo>
                    <a:pt x="9836" y="72131"/>
                  </a:lnTo>
                  <a:lnTo>
                    <a:pt x="6557" y="68852"/>
                  </a:lnTo>
                  <a:lnTo>
                    <a:pt x="8197" y="67213"/>
                  </a:lnTo>
                  <a:lnTo>
                    <a:pt x="11476" y="63934"/>
                  </a:lnTo>
                  <a:lnTo>
                    <a:pt x="16393" y="63934"/>
                  </a:lnTo>
                  <a:lnTo>
                    <a:pt x="14754" y="62295"/>
                  </a:lnTo>
                  <a:lnTo>
                    <a:pt x="14754" y="59016"/>
                  </a:lnTo>
                  <a:lnTo>
                    <a:pt x="13115" y="62295"/>
                  </a:lnTo>
                  <a:lnTo>
                    <a:pt x="8197" y="63934"/>
                  </a:lnTo>
                  <a:lnTo>
                    <a:pt x="8197" y="60656"/>
                  </a:lnTo>
                  <a:lnTo>
                    <a:pt x="4918" y="59016"/>
                  </a:lnTo>
                  <a:lnTo>
                    <a:pt x="3279" y="63934"/>
                  </a:lnTo>
                  <a:lnTo>
                    <a:pt x="1639" y="60656"/>
                  </a:lnTo>
                  <a:lnTo>
                    <a:pt x="1639" y="59016"/>
                  </a:lnTo>
                  <a:lnTo>
                    <a:pt x="1639" y="55737"/>
                  </a:lnTo>
                  <a:lnTo>
                    <a:pt x="1639" y="52459"/>
                  </a:lnTo>
                  <a:lnTo>
                    <a:pt x="6557" y="50820"/>
                  </a:lnTo>
                  <a:lnTo>
                    <a:pt x="9836" y="50820"/>
                  </a:lnTo>
                  <a:lnTo>
                    <a:pt x="6557" y="47541"/>
                  </a:lnTo>
                  <a:lnTo>
                    <a:pt x="1639" y="47541"/>
                  </a:lnTo>
                  <a:lnTo>
                    <a:pt x="0" y="4262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2" name="Freeform 2621">
              <a:extLst>
                <a:ext uri="{FF2B5EF4-FFF2-40B4-BE49-F238E27FC236}">
                  <a16:creationId xmlns:a16="http://schemas.microsoft.com/office/drawing/2014/main" id="{C97CC6B7-5CF5-6840-9B7B-01679D13C482}"/>
                </a:ext>
              </a:extLst>
            </p:cNvPr>
            <p:cNvSpPr/>
            <p:nvPr/>
          </p:nvSpPr>
          <p:spPr>
            <a:xfrm>
              <a:off x="4902563" y="3018181"/>
              <a:ext cx="631144" cy="655734"/>
            </a:xfrm>
            <a:custGeom>
              <a:avLst/>
              <a:gdLst>
                <a:gd name="connsiteX0" fmla="*/ 0 w 631144"/>
                <a:gd name="connsiteY0" fmla="*/ 452457 h 655734"/>
                <a:gd name="connsiteX1" fmla="*/ 3278 w 631144"/>
                <a:gd name="connsiteY1" fmla="*/ 452457 h 655734"/>
                <a:gd name="connsiteX2" fmla="*/ 6557 w 631144"/>
                <a:gd name="connsiteY2" fmla="*/ 454096 h 655734"/>
                <a:gd name="connsiteX3" fmla="*/ 9836 w 631144"/>
                <a:gd name="connsiteY3" fmla="*/ 452457 h 655734"/>
                <a:gd name="connsiteX4" fmla="*/ 13114 w 631144"/>
                <a:gd name="connsiteY4" fmla="*/ 449178 h 655734"/>
                <a:gd name="connsiteX5" fmla="*/ 16393 w 631144"/>
                <a:gd name="connsiteY5" fmla="*/ 445900 h 655734"/>
                <a:gd name="connsiteX6" fmla="*/ 16393 w 631144"/>
                <a:gd name="connsiteY6" fmla="*/ 442621 h 655734"/>
                <a:gd name="connsiteX7" fmla="*/ 16393 w 631144"/>
                <a:gd name="connsiteY7" fmla="*/ 440981 h 655734"/>
                <a:gd name="connsiteX8" fmla="*/ 14754 w 631144"/>
                <a:gd name="connsiteY8" fmla="*/ 436063 h 655734"/>
                <a:gd name="connsiteX9" fmla="*/ 16393 w 631144"/>
                <a:gd name="connsiteY9" fmla="*/ 432785 h 655734"/>
                <a:gd name="connsiteX10" fmla="*/ 16393 w 631144"/>
                <a:gd name="connsiteY10" fmla="*/ 429506 h 655734"/>
                <a:gd name="connsiteX11" fmla="*/ 18032 w 631144"/>
                <a:gd name="connsiteY11" fmla="*/ 426228 h 655734"/>
                <a:gd name="connsiteX12" fmla="*/ 19672 w 631144"/>
                <a:gd name="connsiteY12" fmla="*/ 421309 h 655734"/>
                <a:gd name="connsiteX13" fmla="*/ 19672 w 631144"/>
                <a:gd name="connsiteY13" fmla="*/ 418031 h 655734"/>
                <a:gd name="connsiteX14" fmla="*/ 24590 w 631144"/>
                <a:gd name="connsiteY14" fmla="*/ 418031 h 655734"/>
                <a:gd name="connsiteX15" fmla="*/ 27868 w 631144"/>
                <a:gd name="connsiteY15" fmla="*/ 416391 h 655734"/>
                <a:gd name="connsiteX16" fmla="*/ 31147 w 631144"/>
                <a:gd name="connsiteY16" fmla="*/ 414752 h 655734"/>
                <a:gd name="connsiteX17" fmla="*/ 34426 w 631144"/>
                <a:gd name="connsiteY17" fmla="*/ 418031 h 655734"/>
                <a:gd name="connsiteX18" fmla="*/ 36065 w 631144"/>
                <a:gd name="connsiteY18" fmla="*/ 421309 h 655734"/>
                <a:gd name="connsiteX19" fmla="*/ 39344 w 631144"/>
                <a:gd name="connsiteY19" fmla="*/ 424588 h 655734"/>
                <a:gd name="connsiteX20" fmla="*/ 44262 w 631144"/>
                <a:gd name="connsiteY20" fmla="*/ 427867 h 655734"/>
                <a:gd name="connsiteX21" fmla="*/ 47541 w 631144"/>
                <a:gd name="connsiteY21" fmla="*/ 432785 h 655734"/>
                <a:gd name="connsiteX22" fmla="*/ 50819 w 631144"/>
                <a:gd name="connsiteY22" fmla="*/ 436063 h 655734"/>
                <a:gd name="connsiteX23" fmla="*/ 50819 w 631144"/>
                <a:gd name="connsiteY23" fmla="*/ 437703 h 655734"/>
                <a:gd name="connsiteX24" fmla="*/ 52458 w 631144"/>
                <a:gd name="connsiteY24" fmla="*/ 434424 h 655734"/>
                <a:gd name="connsiteX25" fmla="*/ 54098 w 631144"/>
                <a:gd name="connsiteY25" fmla="*/ 429506 h 655734"/>
                <a:gd name="connsiteX26" fmla="*/ 57377 w 631144"/>
                <a:gd name="connsiteY26" fmla="*/ 426228 h 655734"/>
                <a:gd name="connsiteX27" fmla="*/ 59016 w 631144"/>
                <a:gd name="connsiteY27" fmla="*/ 422949 h 655734"/>
                <a:gd name="connsiteX28" fmla="*/ 60655 w 631144"/>
                <a:gd name="connsiteY28" fmla="*/ 422949 h 655734"/>
                <a:gd name="connsiteX29" fmla="*/ 63934 w 631144"/>
                <a:gd name="connsiteY29" fmla="*/ 422949 h 655734"/>
                <a:gd name="connsiteX30" fmla="*/ 65573 w 631144"/>
                <a:gd name="connsiteY30" fmla="*/ 422949 h 655734"/>
                <a:gd name="connsiteX31" fmla="*/ 68852 w 631144"/>
                <a:gd name="connsiteY31" fmla="*/ 422949 h 655734"/>
                <a:gd name="connsiteX32" fmla="*/ 72131 w 631144"/>
                <a:gd name="connsiteY32" fmla="*/ 422949 h 655734"/>
                <a:gd name="connsiteX33" fmla="*/ 77049 w 631144"/>
                <a:gd name="connsiteY33" fmla="*/ 422949 h 655734"/>
                <a:gd name="connsiteX34" fmla="*/ 80327 w 631144"/>
                <a:gd name="connsiteY34" fmla="*/ 424588 h 655734"/>
                <a:gd name="connsiteX35" fmla="*/ 83606 w 631144"/>
                <a:gd name="connsiteY35" fmla="*/ 426228 h 655734"/>
                <a:gd name="connsiteX36" fmla="*/ 85245 w 631144"/>
                <a:gd name="connsiteY36" fmla="*/ 426228 h 655734"/>
                <a:gd name="connsiteX37" fmla="*/ 90164 w 631144"/>
                <a:gd name="connsiteY37" fmla="*/ 424588 h 655734"/>
                <a:gd name="connsiteX38" fmla="*/ 93442 w 631144"/>
                <a:gd name="connsiteY38" fmla="*/ 426228 h 655734"/>
                <a:gd name="connsiteX39" fmla="*/ 96721 w 631144"/>
                <a:gd name="connsiteY39" fmla="*/ 424588 h 655734"/>
                <a:gd name="connsiteX40" fmla="*/ 96721 w 631144"/>
                <a:gd name="connsiteY40" fmla="*/ 422949 h 655734"/>
                <a:gd name="connsiteX41" fmla="*/ 99999 w 631144"/>
                <a:gd name="connsiteY41" fmla="*/ 422949 h 655734"/>
                <a:gd name="connsiteX42" fmla="*/ 104917 w 631144"/>
                <a:gd name="connsiteY42" fmla="*/ 422949 h 655734"/>
                <a:gd name="connsiteX43" fmla="*/ 108196 w 631144"/>
                <a:gd name="connsiteY43" fmla="*/ 418031 h 655734"/>
                <a:gd name="connsiteX44" fmla="*/ 108196 w 631144"/>
                <a:gd name="connsiteY44" fmla="*/ 414752 h 655734"/>
                <a:gd name="connsiteX45" fmla="*/ 108196 w 631144"/>
                <a:gd name="connsiteY45" fmla="*/ 413113 h 655734"/>
                <a:gd name="connsiteX46" fmla="*/ 111475 w 631144"/>
                <a:gd name="connsiteY46" fmla="*/ 418031 h 655734"/>
                <a:gd name="connsiteX47" fmla="*/ 114754 w 631144"/>
                <a:gd name="connsiteY47" fmla="*/ 419670 h 655734"/>
                <a:gd name="connsiteX48" fmla="*/ 116393 w 631144"/>
                <a:gd name="connsiteY48" fmla="*/ 419670 h 655734"/>
                <a:gd name="connsiteX49" fmla="*/ 119671 w 631144"/>
                <a:gd name="connsiteY49" fmla="*/ 419670 h 655734"/>
                <a:gd name="connsiteX50" fmla="*/ 122950 w 631144"/>
                <a:gd name="connsiteY50" fmla="*/ 419670 h 655734"/>
                <a:gd name="connsiteX51" fmla="*/ 124589 w 631144"/>
                <a:gd name="connsiteY51" fmla="*/ 419670 h 655734"/>
                <a:gd name="connsiteX52" fmla="*/ 127868 w 631144"/>
                <a:gd name="connsiteY52" fmla="*/ 419670 h 655734"/>
                <a:gd name="connsiteX53" fmla="*/ 132786 w 631144"/>
                <a:gd name="connsiteY53" fmla="*/ 419670 h 655734"/>
                <a:gd name="connsiteX54" fmla="*/ 136065 w 631144"/>
                <a:gd name="connsiteY54" fmla="*/ 419670 h 655734"/>
                <a:gd name="connsiteX55" fmla="*/ 139344 w 631144"/>
                <a:gd name="connsiteY55" fmla="*/ 419670 h 655734"/>
                <a:gd name="connsiteX56" fmla="*/ 142622 w 631144"/>
                <a:gd name="connsiteY56" fmla="*/ 419670 h 655734"/>
                <a:gd name="connsiteX57" fmla="*/ 147540 w 631144"/>
                <a:gd name="connsiteY57" fmla="*/ 419670 h 655734"/>
                <a:gd name="connsiteX58" fmla="*/ 150819 w 631144"/>
                <a:gd name="connsiteY58" fmla="*/ 419670 h 655734"/>
                <a:gd name="connsiteX59" fmla="*/ 155737 w 631144"/>
                <a:gd name="connsiteY59" fmla="*/ 419670 h 655734"/>
                <a:gd name="connsiteX60" fmla="*/ 159015 w 631144"/>
                <a:gd name="connsiteY60" fmla="*/ 419670 h 655734"/>
                <a:gd name="connsiteX61" fmla="*/ 163934 w 631144"/>
                <a:gd name="connsiteY61" fmla="*/ 419670 h 655734"/>
                <a:gd name="connsiteX62" fmla="*/ 167212 w 631144"/>
                <a:gd name="connsiteY62" fmla="*/ 419670 h 655734"/>
                <a:gd name="connsiteX63" fmla="*/ 172130 w 631144"/>
                <a:gd name="connsiteY63" fmla="*/ 419670 h 655734"/>
                <a:gd name="connsiteX64" fmla="*/ 175409 w 631144"/>
                <a:gd name="connsiteY64" fmla="*/ 419670 h 655734"/>
                <a:gd name="connsiteX65" fmla="*/ 180327 w 631144"/>
                <a:gd name="connsiteY65" fmla="*/ 419670 h 655734"/>
                <a:gd name="connsiteX66" fmla="*/ 183605 w 631144"/>
                <a:gd name="connsiteY66" fmla="*/ 419670 h 655734"/>
                <a:gd name="connsiteX67" fmla="*/ 188524 w 631144"/>
                <a:gd name="connsiteY67" fmla="*/ 419670 h 655734"/>
                <a:gd name="connsiteX68" fmla="*/ 191802 w 631144"/>
                <a:gd name="connsiteY68" fmla="*/ 419670 h 655734"/>
                <a:gd name="connsiteX69" fmla="*/ 196720 w 631144"/>
                <a:gd name="connsiteY69" fmla="*/ 419670 h 655734"/>
                <a:gd name="connsiteX70" fmla="*/ 196720 w 631144"/>
                <a:gd name="connsiteY70" fmla="*/ 419670 h 655734"/>
                <a:gd name="connsiteX71" fmla="*/ 201638 w 631144"/>
                <a:gd name="connsiteY71" fmla="*/ 419670 h 655734"/>
                <a:gd name="connsiteX72" fmla="*/ 204917 w 631144"/>
                <a:gd name="connsiteY72" fmla="*/ 419670 h 655734"/>
                <a:gd name="connsiteX73" fmla="*/ 209835 w 631144"/>
                <a:gd name="connsiteY73" fmla="*/ 419670 h 655734"/>
                <a:gd name="connsiteX74" fmla="*/ 213114 w 631144"/>
                <a:gd name="connsiteY74" fmla="*/ 419670 h 655734"/>
                <a:gd name="connsiteX75" fmla="*/ 218032 w 631144"/>
                <a:gd name="connsiteY75" fmla="*/ 419670 h 655734"/>
                <a:gd name="connsiteX76" fmla="*/ 221310 w 631144"/>
                <a:gd name="connsiteY76" fmla="*/ 419670 h 655734"/>
                <a:gd name="connsiteX77" fmla="*/ 226228 w 631144"/>
                <a:gd name="connsiteY77" fmla="*/ 419670 h 655734"/>
                <a:gd name="connsiteX78" fmla="*/ 226228 w 631144"/>
                <a:gd name="connsiteY78" fmla="*/ 419670 h 655734"/>
                <a:gd name="connsiteX79" fmla="*/ 231146 w 631144"/>
                <a:gd name="connsiteY79" fmla="*/ 419670 h 655734"/>
                <a:gd name="connsiteX80" fmla="*/ 234425 w 631144"/>
                <a:gd name="connsiteY80" fmla="*/ 419670 h 655734"/>
                <a:gd name="connsiteX81" fmla="*/ 239343 w 631144"/>
                <a:gd name="connsiteY81" fmla="*/ 419670 h 655734"/>
                <a:gd name="connsiteX82" fmla="*/ 242622 w 631144"/>
                <a:gd name="connsiteY82" fmla="*/ 419670 h 655734"/>
                <a:gd name="connsiteX83" fmla="*/ 247539 w 631144"/>
                <a:gd name="connsiteY83" fmla="*/ 419670 h 655734"/>
                <a:gd name="connsiteX84" fmla="*/ 250818 w 631144"/>
                <a:gd name="connsiteY84" fmla="*/ 419670 h 655734"/>
                <a:gd name="connsiteX85" fmla="*/ 254097 w 631144"/>
                <a:gd name="connsiteY85" fmla="*/ 419670 h 655734"/>
                <a:gd name="connsiteX86" fmla="*/ 257376 w 631144"/>
                <a:gd name="connsiteY86" fmla="*/ 419670 h 655734"/>
                <a:gd name="connsiteX87" fmla="*/ 259015 w 631144"/>
                <a:gd name="connsiteY87" fmla="*/ 416391 h 655734"/>
                <a:gd name="connsiteX88" fmla="*/ 259015 w 631144"/>
                <a:gd name="connsiteY88" fmla="*/ 413113 h 655734"/>
                <a:gd name="connsiteX89" fmla="*/ 260654 w 631144"/>
                <a:gd name="connsiteY89" fmla="*/ 408195 h 655734"/>
                <a:gd name="connsiteX90" fmla="*/ 260654 w 631144"/>
                <a:gd name="connsiteY90" fmla="*/ 404916 h 655734"/>
                <a:gd name="connsiteX91" fmla="*/ 260654 w 631144"/>
                <a:gd name="connsiteY91" fmla="*/ 401637 h 655734"/>
                <a:gd name="connsiteX92" fmla="*/ 262294 w 631144"/>
                <a:gd name="connsiteY92" fmla="*/ 396719 h 655734"/>
                <a:gd name="connsiteX93" fmla="*/ 262294 w 631144"/>
                <a:gd name="connsiteY93" fmla="*/ 393441 h 655734"/>
                <a:gd name="connsiteX94" fmla="*/ 263933 w 631144"/>
                <a:gd name="connsiteY94" fmla="*/ 390162 h 655734"/>
                <a:gd name="connsiteX95" fmla="*/ 263933 w 631144"/>
                <a:gd name="connsiteY95" fmla="*/ 385244 h 655734"/>
                <a:gd name="connsiteX96" fmla="*/ 262294 w 631144"/>
                <a:gd name="connsiteY96" fmla="*/ 381965 h 655734"/>
                <a:gd name="connsiteX97" fmla="*/ 259015 w 631144"/>
                <a:gd name="connsiteY97" fmla="*/ 378687 h 655734"/>
                <a:gd name="connsiteX98" fmla="*/ 254097 w 631144"/>
                <a:gd name="connsiteY98" fmla="*/ 375408 h 655734"/>
                <a:gd name="connsiteX99" fmla="*/ 254097 w 631144"/>
                <a:gd name="connsiteY99" fmla="*/ 372129 h 655734"/>
                <a:gd name="connsiteX100" fmla="*/ 254097 w 631144"/>
                <a:gd name="connsiteY100" fmla="*/ 367211 h 655734"/>
                <a:gd name="connsiteX101" fmla="*/ 254097 w 631144"/>
                <a:gd name="connsiteY101" fmla="*/ 363933 h 655734"/>
                <a:gd name="connsiteX102" fmla="*/ 254097 w 631144"/>
                <a:gd name="connsiteY102" fmla="*/ 360654 h 655734"/>
                <a:gd name="connsiteX103" fmla="*/ 254097 w 631144"/>
                <a:gd name="connsiteY103" fmla="*/ 357375 h 655734"/>
                <a:gd name="connsiteX104" fmla="*/ 252458 w 631144"/>
                <a:gd name="connsiteY104" fmla="*/ 352457 h 655734"/>
                <a:gd name="connsiteX105" fmla="*/ 252458 w 631144"/>
                <a:gd name="connsiteY105" fmla="*/ 349179 h 655734"/>
                <a:gd name="connsiteX106" fmla="*/ 252458 w 631144"/>
                <a:gd name="connsiteY106" fmla="*/ 345900 h 655734"/>
                <a:gd name="connsiteX107" fmla="*/ 252458 w 631144"/>
                <a:gd name="connsiteY107" fmla="*/ 340982 h 655734"/>
                <a:gd name="connsiteX108" fmla="*/ 252458 w 631144"/>
                <a:gd name="connsiteY108" fmla="*/ 337703 h 655734"/>
                <a:gd name="connsiteX109" fmla="*/ 250818 w 631144"/>
                <a:gd name="connsiteY109" fmla="*/ 334425 h 655734"/>
                <a:gd name="connsiteX110" fmla="*/ 250818 w 631144"/>
                <a:gd name="connsiteY110" fmla="*/ 329507 h 655734"/>
                <a:gd name="connsiteX111" fmla="*/ 250818 w 631144"/>
                <a:gd name="connsiteY111" fmla="*/ 326228 h 655734"/>
                <a:gd name="connsiteX112" fmla="*/ 250818 w 631144"/>
                <a:gd name="connsiteY112" fmla="*/ 322949 h 655734"/>
                <a:gd name="connsiteX113" fmla="*/ 250818 w 631144"/>
                <a:gd name="connsiteY113" fmla="*/ 318031 h 655734"/>
                <a:gd name="connsiteX114" fmla="*/ 250818 w 631144"/>
                <a:gd name="connsiteY114" fmla="*/ 314753 h 655734"/>
                <a:gd name="connsiteX115" fmla="*/ 249179 w 631144"/>
                <a:gd name="connsiteY115" fmla="*/ 311474 h 655734"/>
                <a:gd name="connsiteX116" fmla="*/ 249179 w 631144"/>
                <a:gd name="connsiteY116" fmla="*/ 306556 h 655734"/>
                <a:gd name="connsiteX117" fmla="*/ 249179 w 631144"/>
                <a:gd name="connsiteY117" fmla="*/ 303277 h 655734"/>
                <a:gd name="connsiteX118" fmla="*/ 249179 w 631144"/>
                <a:gd name="connsiteY118" fmla="*/ 299998 h 655734"/>
                <a:gd name="connsiteX119" fmla="*/ 249179 w 631144"/>
                <a:gd name="connsiteY119" fmla="*/ 295081 h 655734"/>
                <a:gd name="connsiteX120" fmla="*/ 247539 w 631144"/>
                <a:gd name="connsiteY120" fmla="*/ 291802 h 655734"/>
                <a:gd name="connsiteX121" fmla="*/ 247539 w 631144"/>
                <a:gd name="connsiteY121" fmla="*/ 288523 h 655734"/>
                <a:gd name="connsiteX122" fmla="*/ 247539 w 631144"/>
                <a:gd name="connsiteY122" fmla="*/ 283605 h 655734"/>
                <a:gd name="connsiteX123" fmla="*/ 247539 w 631144"/>
                <a:gd name="connsiteY123" fmla="*/ 280326 h 655734"/>
                <a:gd name="connsiteX124" fmla="*/ 247539 w 631144"/>
                <a:gd name="connsiteY124" fmla="*/ 277048 h 655734"/>
                <a:gd name="connsiteX125" fmla="*/ 247539 w 631144"/>
                <a:gd name="connsiteY125" fmla="*/ 272130 h 655734"/>
                <a:gd name="connsiteX126" fmla="*/ 247539 w 631144"/>
                <a:gd name="connsiteY126" fmla="*/ 268851 h 655734"/>
                <a:gd name="connsiteX127" fmla="*/ 245901 w 631144"/>
                <a:gd name="connsiteY127" fmla="*/ 265573 h 655734"/>
                <a:gd name="connsiteX128" fmla="*/ 245901 w 631144"/>
                <a:gd name="connsiteY128" fmla="*/ 262294 h 655734"/>
                <a:gd name="connsiteX129" fmla="*/ 245901 w 631144"/>
                <a:gd name="connsiteY129" fmla="*/ 257376 h 655734"/>
                <a:gd name="connsiteX130" fmla="*/ 245901 w 631144"/>
                <a:gd name="connsiteY130" fmla="*/ 254097 h 655734"/>
                <a:gd name="connsiteX131" fmla="*/ 245901 w 631144"/>
                <a:gd name="connsiteY131" fmla="*/ 250818 h 655734"/>
                <a:gd name="connsiteX132" fmla="*/ 244261 w 631144"/>
                <a:gd name="connsiteY132" fmla="*/ 245901 h 655734"/>
                <a:gd name="connsiteX133" fmla="*/ 244261 w 631144"/>
                <a:gd name="connsiteY133" fmla="*/ 242622 h 655734"/>
                <a:gd name="connsiteX134" fmla="*/ 244261 w 631144"/>
                <a:gd name="connsiteY134" fmla="*/ 239343 h 655734"/>
                <a:gd name="connsiteX135" fmla="*/ 244261 w 631144"/>
                <a:gd name="connsiteY135" fmla="*/ 234425 h 655734"/>
                <a:gd name="connsiteX136" fmla="*/ 244261 w 631144"/>
                <a:gd name="connsiteY136" fmla="*/ 231146 h 655734"/>
                <a:gd name="connsiteX137" fmla="*/ 244261 w 631144"/>
                <a:gd name="connsiteY137" fmla="*/ 227868 h 655734"/>
                <a:gd name="connsiteX138" fmla="*/ 244261 w 631144"/>
                <a:gd name="connsiteY138" fmla="*/ 222950 h 655734"/>
                <a:gd name="connsiteX139" fmla="*/ 242622 w 631144"/>
                <a:gd name="connsiteY139" fmla="*/ 221310 h 655734"/>
                <a:gd name="connsiteX140" fmla="*/ 242622 w 631144"/>
                <a:gd name="connsiteY140" fmla="*/ 218032 h 655734"/>
                <a:gd name="connsiteX141" fmla="*/ 242622 w 631144"/>
                <a:gd name="connsiteY141" fmla="*/ 213114 h 655734"/>
                <a:gd name="connsiteX142" fmla="*/ 242622 w 631144"/>
                <a:gd name="connsiteY142" fmla="*/ 209835 h 655734"/>
                <a:gd name="connsiteX143" fmla="*/ 242622 w 631144"/>
                <a:gd name="connsiteY143" fmla="*/ 206556 h 655734"/>
                <a:gd name="connsiteX144" fmla="*/ 242622 w 631144"/>
                <a:gd name="connsiteY144" fmla="*/ 201638 h 655734"/>
                <a:gd name="connsiteX145" fmla="*/ 242622 w 631144"/>
                <a:gd name="connsiteY145" fmla="*/ 198360 h 655734"/>
                <a:gd name="connsiteX146" fmla="*/ 240982 w 631144"/>
                <a:gd name="connsiteY146" fmla="*/ 195081 h 655734"/>
                <a:gd name="connsiteX147" fmla="*/ 240982 w 631144"/>
                <a:gd name="connsiteY147" fmla="*/ 190163 h 655734"/>
                <a:gd name="connsiteX148" fmla="*/ 240982 w 631144"/>
                <a:gd name="connsiteY148" fmla="*/ 186884 h 655734"/>
                <a:gd name="connsiteX149" fmla="*/ 240982 w 631144"/>
                <a:gd name="connsiteY149" fmla="*/ 183606 h 655734"/>
                <a:gd name="connsiteX150" fmla="*/ 240982 w 631144"/>
                <a:gd name="connsiteY150" fmla="*/ 180327 h 655734"/>
                <a:gd name="connsiteX151" fmla="*/ 239343 w 631144"/>
                <a:gd name="connsiteY151" fmla="*/ 175409 h 655734"/>
                <a:gd name="connsiteX152" fmla="*/ 239343 w 631144"/>
                <a:gd name="connsiteY152" fmla="*/ 172130 h 655734"/>
                <a:gd name="connsiteX153" fmla="*/ 239343 w 631144"/>
                <a:gd name="connsiteY153" fmla="*/ 167212 h 655734"/>
                <a:gd name="connsiteX154" fmla="*/ 239343 w 631144"/>
                <a:gd name="connsiteY154" fmla="*/ 163934 h 655734"/>
                <a:gd name="connsiteX155" fmla="*/ 239343 w 631144"/>
                <a:gd name="connsiteY155" fmla="*/ 160655 h 655734"/>
                <a:gd name="connsiteX156" fmla="*/ 239343 w 631144"/>
                <a:gd name="connsiteY156" fmla="*/ 155737 h 655734"/>
                <a:gd name="connsiteX157" fmla="*/ 237704 w 631144"/>
                <a:gd name="connsiteY157" fmla="*/ 152458 h 655734"/>
                <a:gd name="connsiteX158" fmla="*/ 237704 w 631144"/>
                <a:gd name="connsiteY158" fmla="*/ 149179 h 655734"/>
                <a:gd name="connsiteX159" fmla="*/ 237704 w 631144"/>
                <a:gd name="connsiteY159" fmla="*/ 145901 h 655734"/>
                <a:gd name="connsiteX160" fmla="*/ 237704 w 631144"/>
                <a:gd name="connsiteY160" fmla="*/ 140983 h 655734"/>
                <a:gd name="connsiteX161" fmla="*/ 237704 w 631144"/>
                <a:gd name="connsiteY161" fmla="*/ 137704 h 655734"/>
                <a:gd name="connsiteX162" fmla="*/ 236064 w 631144"/>
                <a:gd name="connsiteY162" fmla="*/ 134426 h 655734"/>
                <a:gd name="connsiteX163" fmla="*/ 236064 w 631144"/>
                <a:gd name="connsiteY163" fmla="*/ 129508 h 655734"/>
                <a:gd name="connsiteX164" fmla="*/ 236064 w 631144"/>
                <a:gd name="connsiteY164" fmla="*/ 126229 h 655734"/>
                <a:gd name="connsiteX165" fmla="*/ 236064 w 631144"/>
                <a:gd name="connsiteY165" fmla="*/ 122950 h 655734"/>
                <a:gd name="connsiteX166" fmla="*/ 236064 w 631144"/>
                <a:gd name="connsiteY166" fmla="*/ 118032 h 655734"/>
                <a:gd name="connsiteX167" fmla="*/ 236064 w 631144"/>
                <a:gd name="connsiteY167" fmla="*/ 114754 h 655734"/>
                <a:gd name="connsiteX168" fmla="*/ 236064 w 631144"/>
                <a:gd name="connsiteY168" fmla="*/ 111475 h 655734"/>
                <a:gd name="connsiteX169" fmla="*/ 234425 w 631144"/>
                <a:gd name="connsiteY169" fmla="*/ 108196 h 655734"/>
                <a:gd name="connsiteX170" fmla="*/ 234425 w 631144"/>
                <a:gd name="connsiteY170" fmla="*/ 103278 h 655734"/>
                <a:gd name="connsiteX171" fmla="*/ 234425 w 631144"/>
                <a:gd name="connsiteY171" fmla="*/ 99999 h 655734"/>
                <a:gd name="connsiteX172" fmla="*/ 234425 w 631144"/>
                <a:gd name="connsiteY172" fmla="*/ 96721 h 655734"/>
                <a:gd name="connsiteX173" fmla="*/ 234425 w 631144"/>
                <a:gd name="connsiteY173" fmla="*/ 91803 h 655734"/>
                <a:gd name="connsiteX174" fmla="*/ 234425 w 631144"/>
                <a:gd name="connsiteY174" fmla="*/ 90164 h 655734"/>
                <a:gd name="connsiteX175" fmla="*/ 232786 w 631144"/>
                <a:gd name="connsiteY175" fmla="*/ 85245 h 655734"/>
                <a:gd name="connsiteX176" fmla="*/ 232786 w 631144"/>
                <a:gd name="connsiteY176" fmla="*/ 81967 h 655734"/>
                <a:gd name="connsiteX177" fmla="*/ 232786 w 631144"/>
                <a:gd name="connsiteY177" fmla="*/ 80327 h 655734"/>
                <a:gd name="connsiteX178" fmla="*/ 232786 w 631144"/>
                <a:gd name="connsiteY178" fmla="*/ 77049 h 655734"/>
                <a:gd name="connsiteX179" fmla="*/ 232786 w 631144"/>
                <a:gd name="connsiteY179" fmla="*/ 73770 h 655734"/>
                <a:gd name="connsiteX180" fmla="*/ 232786 w 631144"/>
                <a:gd name="connsiteY180" fmla="*/ 68852 h 655734"/>
                <a:gd name="connsiteX181" fmla="*/ 232786 w 631144"/>
                <a:gd name="connsiteY181" fmla="*/ 65573 h 655734"/>
                <a:gd name="connsiteX182" fmla="*/ 231146 w 631144"/>
                <a:gd name="connsiteY182" fmla="*/ 62295 h 655734"/>
                <a:gd name="connsiteX183" fmla="*/ 231146 w 631144"/>
                <a:gd name="connsiteY183" fmla="*/ 57377 h 655734"/>
                <a:gd name="connsiteX184" fmla="*/ 231146 w 631144"/>
                <a:gd name="connsiteY184" fmla="*/ 54098 h 655734"/>
                <a:gd name="connsiteX185" fmla="*/ 231146 w 631144"/>
                <a:gd name="connsiteY185" fmla="*/ 50819 h 655734"/>
                <a:gd name="connsiteX186" fmla="*/ 231146 w 631144"/>
                <a:gd name="connsiteY186" fmla="*/ 49180 h 655734"/>
                <a:gd name="connsiteX187" fmla="*/ 229507 w 631144"/>
                <a:gd name="connsiteY187" fmla="*/ 44262 h 655734"/>
                <a:gd name="connsiteX188" fmla="*/ 229507 w 631144"/>
                <a:gd name="connsiteY188" fmla="*/ 40983 h 655734"/>
                <a:gd name="connsiteX189" fmla="*/ 229507 w 631144"/>
                <a:gd name="connsiteY189" fmla="*/ 37705 h 655734"/>
                <a:gd name="connsiteX190" fmla="*/ 229507 w 631144"/>
                <a:gd name="connsiteY190" fmla="*/ 32787 h 655734"/>
                <a:gd name="connsiteX191" fmla="*/ 229507 w 631144"/>
                <a:gd name="connsiteY191" fmla="*/ 31147 h 655734"/>
                <a:gd name="connsiteX192" fmla="*/ 229507 w 631144"/>
                <a:gd name="connsiteY192" fmla="*/ 27869 h 655734"/>
                <a:gd name="connsiteX193" fmla="*/ 229507 w 631144"/>
                <a:gd name="connsiteY193" fmla="*/ 24590 h 655734"/>
                <a:gd name="connsiteX194" fmla="*/ 227868 w 631144"/>
                <a:gd name="connsiteY194" fmla="*/ 19672 h 655734"/>
                <a:gd name="connsiteX195" fmla="*/ 227868 w 631144"/>
                <a:gd name="connsiteY195" fmla="*/ 16393 h 655734"/>
                <a:gd name="connsiteX196" fmla="*/ 227868 w 631144"/>
                <a:gd name="connsiteY196" fmla="*/ 13114 h 655734"/>
                <a:gd name="connsiteX197" fmla="*/ 227868 w 631144"/>
                <a:gd name="connsiteY197" fmla="*/ 8197 h 655734"/>
                <a:gd name="connsiteX198" fmla="*/ 227868 w 631144"/>
                <a:gd name="connsiteY198" fmla="*/ 4918 h 655734"/>
                <a:gd name="connsiteX199" fmla="*/ 226228 w 631144"/>
                <a:gd name="connsiteY199" fmla="*/ 0 h 655734"/>
                <a:gd name="connsiteX200" fmla="*/ 231146 w 631144"/>
                <a:gd name="connsiteY200" fmla="*/ 0 h 655734"/>
                <a:gd name="connsiteX201" fmla="*/ 234425 w 631144"/>
                <a:gd name="connsiteY201" fmla="*/ 0 h 655734"/>
                <a:gd name="connsiteX202" fmla="*/ 239343 w 631144"/>
                <a:gd name="connsiteY202" fmla="*/ 0 h 655734"/>
                <a:gd name="connsiteX203" fmla="*/ 242622 w 631144"/>
                <a:gd name="connsiteY203" fmla="*/ 0 h 655734"/>
                <a:gd name="connsiteX204" fmla="*/ 245901 w 631144"/>
                <a:gd name="connsiteY204" fmla="*/ 0 h 655734"/>
                <a:gd name="connsiteX205" fmla="*/ 250818 w 631144"/>
                <a:gd name="connsiteY205" fmla="*/ 0 h 655734"/>
                <a:gd name="connsiteX206" fmla="*/ 254097 w 631144"/>
                <a:gd name="connsiteY206" fmla="*/ 0 h 655734"/>
                <a:gd name="connsiteX207" fmla="*/ 259015 w 631144"/>
                <a:gd name="connsiteY207" fmla="*/ 0 h 655734"/>
                <a:gd name="connsiteX208" fmla="*/ 262294 w 631144"/>
                <a:gd name="connsiteY208" fmla="*/ 0 h 655734"/>
                <a:gd name="connsiteX209" fmla="*/ 267212 w 631144"/>
                <a:gd name="connsiteY209" fmla="*/ 0 h 655734"/>
                <a:gd name="connsiteX210" fmla="*/ 270491 w 631144"/>
                <a:gd name="connsiteY210" fmla="*/ 0 h 655734"/>
                <a:gd name="connsiteX211" fmla="*/ 275408 w 631144"/>
                <a:gd name="connsiteY211" fmla="*/ 0 h 655734"/>
                <a:gd name="connsiteX212" fmla="*/ 278687 w 631144"/>
                <a:gd name="connsiteY212" fmla="*/ 0 h 655734"/>
                <a:gd name="connsiteX213" fmla="*/ 281966 w 631144"/>
                <a:gd name="connsiteY213" fmla="*/ 0 h 655734"/>
                <a:gd name="connsiteX214" fmla="*/ 286884 w 631144"/>
                <a:gd name="connsiteY214" fmla="*/ 0 h 655734"/>
                <a:gd name="connsiteX215" fmla="*/ 290162 w 631144"/>
                <a:gd name="connsiteY215" fmla="*/ 0 h 655734"/>
                <a:gd name="connsiteX216" fmla="*/ 293441 w 631144"/>
                <a:gd name="connsiteY216" fmla="*/ 0 h 655734"/>
                <a:gd name="connsiteX217" fmla="*/ 296720 w 631144"/>
                <a:gd name="connsiteY217" fmla="*/ 3279 h 655734"/>
                <a:gd name="connsiteX218" fmla="*/ 301638 w 631144"/>
                <a:gd name="connsiteY218" fmla="*/ 6557 h 655734"/>
                <a:gd name="connsiteX219" fmla="*/ 304916 w 631144"/>
                <a:gd name="connsiteY219" fmla="*/ 9836 h 655734"/>
                <a:gd name="connsiteX220" fmla="*/ 309835 w 631144"/>
                <a:gd name="connsiteY220" fmla="*/ 13114 h 655734"/>
                <a:gd name="connsiteX221" fmla="*/ 313113 w 631144"/>
                <a:gd name="connsiteY221" fmla="*/ 14754 h 655734"/>
                <a:gd name="connsiteX222" fmla="*/ 316392 w 631144"/>
                <a:gd name="connsiteY222" fmla="*/ 18033 h 655734"/>
                <a:gd name="connsiteX223" fmla="*/ 321310 w 631144"/>
                <a:gd name="connsiteY223" fmla="*/ 21311 h 655734"/>
                <a:gd name="connsiteX224" fmla="*/ 324588 w 631144"/>
                <a:gd name="connsiteY224" fmla="*/ 24590 h 655734"/>
                <a:gd name="connsiteX225" fmla="*/ 327867 w 631144"/>
                <a:gd name="connsiteY225" fmla="*/ 27869 h 655734"/>
                <a:gd name="connsiteX226" fmla="*/ 332785 w 631144"/>
                <a:gd name="connsiteY226" fmla="*/ 29508 h 655734"/>
                <a:gd name="connsiteX227" fmla="*/ 336064 w 631144"/>
                <a:gd name="connsiteY227" fmla="*/ 32787 h 655734"/>
                <a:gd name="connsiteX228" fmla="*/ 339342 w 631144"/>
                <a:gd name="connsiteY228" fmla="*/ 36065 h 655734"/>
                <a:gd name="connsiteX229" fmla="*/ 344261 w 631144"/>
                <a:gd name="connsiteY229" fmla="*/ 39344 h 655734"/>
                <a:gd name="connsiteX230" fmla="*/ 347539 w 631144"/>
                <a:gd name="connsiteY230" fmla="*/ 42623 h 655734"/>
                <a:gd name="connsiteX231" fmla="*/ 350818 w 631144"/>
                <a:gd name="connsiteY231" fmla="*/ 44262 h 655734"/>
                <a:gd name="connsiteX232" fmla="*/ 350818 w 631144"/>
                <a:gd name="connsiteY232" fmla="*/ 44262 h 655734"/>
                <a:gd name="connsiteX233" fmla="*/ 355736 w 631144"/>
                <a:gd name="connsiteY233" fmla="*/ 47541 h 655734"/>
                <a:gd name="connsiteX234" fmla="*/ 359015 w 631144"/>
                <a:gd name="connsiteY234" fmla="*/ 50819 h 655734"/>
                <a:gd name="connsiteX235" fmla="*/ 362293 w 631144"/>
                <a:gd name="connsiteY235" fmla="*/ 54098 h 655734"/>
                <a:gd name="connsiteX236" fmla="*/ 367211 w 631144"/>
                <a:gd name="connsiteY236" fmla="*/ 57377 h 655734"/>
                <a:gd name="connsiteX237" fmla="*/ 370490 w 631144"/>
                <a:gd name="connsiteY237" fmla="*/ 59016 h 655734"/>
                <a:gd name="connsiteX238" fmla="*/ 373769 w 631144"/>
                <a:gd name="connsiteY238" fmla="*/ 62295 h 655734"/>
                <a:gd name="connsiteX239" fmla="*/ 378686 w 631144"/>
                <a:gd name="connsiteY239" fmla="*/ 65573 h 655734"/>
                <a:gd name="connsiteX240" fmla="*/ 381965 w 631144"/>
                <a:gd name="connsiteY240" fmla="*/ 68852 h 655734"/>
                <a:gd name="connsiteX241" fmla="*/ 385244 w 631144"/>
                <a:gd name="connsiteY241" fmla="*/ 72131 h 655734"/>
                <a:gd name="connsiteX242" fmla="*/ 390162 w 631144"/>
                <a:gd name="connsiteY242" fmla="*/ 73770 h 655734"/>
                <a:gd name="connsiteX243" fmla="*/ 393441 w 631144"/>
                <a:gd name="connsiteY243" fmla="*/ 77049 h 655734"/>
                <a:gd name="connsiteX244" fmla="*/ 396719 w 631144"/>
                <a:gd name="connsiteY244" fmla="*/ 80327 h 655734"/>
                <a:gd name="connsiteX245" fmla="*/ 399998 w 631144"/>
                <a:gd name="connsiteY245" fmla="*/ 83606 h 655734"/>
                <a:gd name="connsiteX246" fmla="*/ 404916 w 631144"/>
                <a:gd name="connsiteY246" fmla="*/ 86885 h 655734"/>
                <a:gd name="connsiteX247" fmla="*/ 408195 w 631144"/>
                <a:gd name="connsiteY247" fmla="*/ 90164 h 655734"/>
                <a:gd name="connsiteX248" fmla="*/ 411473 w 631144"/>
                <a:gd name="connsiteY248" fmla="*/ 91803 h 655734"/>
                <a:gd name="connsiteX249" fmla="*/ 416391 w 631144"/>
                <a:gd name="connsiteY249" fmla="*/ 95081 h 655734"/>
                <a:gd name="connsiteX250" fmla="*/ 419670 w 631144"/>
                <a:gd name="connsiteY250" fmla="*/ 98360 h 655734"/>
                <a:gd name="connsiteX251" fmla="*/ 422949 w 631144"/>
                <a:gd name="connsiteY251" fmla="*/ 101639 h 655734"/>
                <a:gd name="connsiteX252" fmla="*/ 427867 w 631144"/>
                <a:gd name="connsiteY252" fmla="*/ 104917 h 655734"/>
                <a:gd name="connsiteX253" fmla="*/ 431145 w 631144"/>
                <a:gd name="connsiteY253" fmla="*/ 108196 h 655734"/>
                <a:gd name="connsiteX254" fmla="*/ 434424 w 631144"/>
                <a:gd name="connsiteY254" fmla="*/ 111475 h 655734"/>
                <a:gd name="connsiteX255" fmla="*/ 437703 w 631144"/>
                <a:gd name="connsiteY255" fmla="*/ 113114 h 655734"/>
                <a:gd name="connsiteX256" fmla="*/ 442621 w 631144"/>
                <a:gd name="connsiteY256" fmla="*/ 116393 h 655734"/>
                <a:gd name="connsiteX257" fmla="*/ 445899 w 631144"/>
                <a:gd name="connsiteY257" fmla="*/ 119671 h 655734"/>
                <a:gd name="connsiteX258" fmla="*/ 449178 w 631144"/>
                <a:gd name="connsiteY258" fmla="*/ 122950 h 655734"/>
                <a:gd name="connsiteX259" fmla="*/ 454096 w 631144"/>
                <a:gd name="connsiteY259" fmla="*/ 126229 h 655734"/>
                <a:gd name="connsiteX260" fmla="*/ 457375 w 631144"/>
                <a:gd name="connsiteY260" fmla="*/ 129508 h 655734"/>
                <a:gd name="connsiteX261" fmla="*/ 460653 w 631144"/>
                <a:gd name="connsiteY261" fmla="*/ 132786 h 655734"/>
                <a:gd name="connsiteX262" fmla="*/ 463932 w 631144"/>
                <a:gd name="connsiteY262" fmla="*/ 134426 h 655734"/>
                <a:gd name="connsiteX263" fmla="*/ 468850 w 631144"/>
                <a:gd name="connsiteY263" fmla="*/ 137704 h 655734"/>
                <a:gd name="connsiteX264" fmla="*/ 470489 w 631144"/>
                <a:gd name="connsiteY264" fmla="*/ 139344 h 655734"/>
                <a:gd name="connsiteX265" fmla="*/ 472129 w 631144"/>
                <a:gd name="connsiteY265" fmla="*/ 140983 h 655734"/>
                <a:gd name="connsiteX266" fmla="*/ 475408 w 631144"/>
                <a:gd name="connsiteY266" fmla="*/ 144261 h 655734"/>
                <a:gd name="connsiteX267" fmla="*/ 478686 w 631144"/>
                <a:gd name="connsiteY267" fmla="*/ 145901 h 655734"/>
                <a:gd name="connsiteX268" fmla="*/ 483604 w 631144"/>
                <a:gd name="connsiteY268" fmla="*/ 149179 h 655734"/>
                <a:gd name="connsiteX269" fmla="*/ 486883 w 631144"/>
                <a:gd name="connsiteY269" fmla="*/ 152458 h 655734"/>
                <a:gd name="connsiteX270" fmla="*/ 490162 w 631144"/>
                <a:gd name="connsiteY270" fmla="*/ 154098 h 655734"/>
                <a:gd name="connsiteX271" fmla="*/ 493440 w 631144"/>
                <a:gd name="connsiteY271" fmla="*/ 157376 h 655734"/>
                <a:gd name="connsiteX272" fmla="*/ 498358 w 631144"/>
                <a:gd name="connsiteY272" fmla="*/ 160655 h 655734"/>
                <a:gd name="connsiteX273" fmla="*/ 501637 w 631144"/>
                <a:gd name="connsiteY273" fmla="*/ 162294 h 655734"/>
                <a:gd name="connsiteX274" fmla="*/ 504916 w 631144"/>
                <a:gd name="connsiteY274" fmla="*/ 165573 h 655734"/>
                <a:gd name="connsiteX275" fmla="*/ 508194 w 631144"/>
                <a:gd name="connsiteY275" fmla="*/ 168851 h 655734"/>
                <a:gd name="connsiteX276" fmla="*/ 513112 w 631144"/>
                <a:gd name="connsiteY276" fmla="*/ 170491 h 655734"/>
                <a:gd name="connsiteX277" fmla="*/ 514752 w 631144"/>
                <a:gd name="connsiteY277" fmla="*/ 173770 h 655734"/>
                <a:gd name="connsiteX278" fmla="*/ 516391 w 631144"/>
                <a:gd name="connsiteY278" fmla="*/ 177048 h 655734"/>
                <a:gd name="connsiteX279" fmla="*/ 516391 w 631144"/>
                <a:gd name="connsiteY279" fmla="*/ 177048 h 655734"/>
                <a:gd name="connsiteX280" fmla="*/ 516391 w 631144"/>
                <a:gd name="connsiteY280" fmla="*/ 177048 h 655734"/>
                <a:gd name="connsiteX281" fmla="*/ 516391 w 631144"/>
                <a:gd name="connsiteY281" fmla="*/ 181966 h 655734"/>
                <a:gd name="connsiteX282" fmla="*/ 514752 w 631144"/>
                <a:gd name="connsiteY282" fmla="*/ 185245 h 655734"/>
                <a:gd name="connsiteX283" fmla="*/ 516391 w 631144"/>
                <a:gd name="connsiteY283" fmla="*/ 188524 h 655734"/>
                <a:gd name="connsiteX284" fmla="*/ 519669 w 631144"/>
                <a:gd name="connsiteY284" fmla="*/ 188524 h 655734"/>
                <a:gd name="connsiteX285" fmla="*/ 521309 w 631144"/>
                <a:gd name="connsiteY285" fmla="*/ 190163 h 655734"/>
                <a:gd name="connsiteX286" fmla="*/ 524588 w 631144"/>
                <a:gd name="connsiteY286" fmla="*/ 193442 h 655734"/>
                <a:gd name="connsiteX287" fmla="*/ 529506 w 631144"/>
                <a:gd name="connsiteY287" fmla="*/ 195081 h 655734"/>
                <a:gd name="connsiteX288" fmla="*/ 532784 w 631144"/>
                <a:gd name="connsiteY288" fmla="*/ 196720 h 655734"/>
                <a:gd name="connsiteX289" fmla="*/ 534423 w 631144"/>
                <a:gd name="connsiteY289" fmla="*/ 199999 h 655734"/>
                <a:gd name="connsiteX290" fmla="*/ 534423 w 631144"/>
                <a:gd name="connsiteY290" fmla="*/ 204917 h 655734"/>
                <a:gd name="connsiteX291" fmla="*/ 539342 w 631144"/>
                <a:gd name="connsiteY291" fmla="*/ 208196 h 655734"/>
                <a:gd name="connsiteX292" fmla="*/ 542620 w 631144"/>
                <a:gd name="connsiteY292" fmla="*/ 211474 h 655734"/>
                <a:gd name="connsiteX293" fmla="*/ 545899 w 631144"/>
                <a:gd name="connsiteY293" fmla="*/ 209835 h 655734"/>
                <a:gd name="connsiteX294" fmla="*/ 550817 w 631144"/>
                <a:gd name="connsiteY294" fmla="*/ 211474 h 655734"/>
                <a:gd name="connsiteX295" fmla="*/ 554096 w 631144"/>
                <a:gd name="connsiteY295" fmla="*/ 208196 h 655734"/>
                <a:gd name="connsiteX296" fmla="*/ 557375 w 631144"/>
                <a:gd name="connsiteY296" fmla="*/ 211474 h 655734"/>
                <a:gd name="connsiteX297" fmla="*/ 560653 w 631144"/>
                <a:gd name="connsiteY297" fmla="*/ 214753 h 655734"/>
                <a:gd name="connsiteX298" fmla="*/ 562292 w 631144"/>
                <a:gd name="connsiteY298" fmla="*/ 219671 h 655734"/>
                <a:gd name="connsiteX299" fmla="*/ 565571 w 631144"/>
                <a:gd name="connsiteY299" fmla="*/ 221310 h 655734"/>
                <a:gd name="connsiteX300" fmla="*/ 570489 w 631144"/>
                <a:gd name="connsiteY300" fmla="*/ 221310 h 655734"/>
                <a:gd name="connsiteX301" fmla="*/ 573768 w 631144"/>
                <a:gd name="connsiteY301" fmla="*/ 221310 h 655734"/>
                <a:gd name="connsiteX302" fmla="*/ 575407 w 631144"/>
                <a:gd name="connsiteY302" fmla="*/ 222950 h 655734"/>
                <a:gd name="connsiteX303" fmla="*/ 578686 w 631144"/>
                <a:gd name="connsiteY303" fmla="*/ 222950 h 655734"/>
                <a:gd name="connsiteX304" fmla="*/ 583604 w 631144"/>
                <a:gd name="connsiteY304" fmla="*/ 222950 h 655734"/>
                <a:gd name="connsiteX305" fmla="*/ 585243 w 631144"/>
                <a:gd name="connsiteY305" fmla="*/ 224589 h 655734"/>
                <a:gd name="connsiteX306" fmla="*/ 588522 w 631144"/>
                <a:gd name="connsiteY306" fmla="*/ 227868 h 655734"/>
                <a:gd name="connsiteX307" fmla="*/ 593440 w 631144"/>
                <a:gd name="connsiteY307" fmla="*/ 229507 h 655734"/>
                <a:gd name="connsiteX308" fmla="*/ 591800 w 631144"/>
                <a:gd name="connsiteY308" fmla="*/ 234425 h 655734"/>
                <a:gd name="connsiteX309" fmla="*/ 591800 w 631144"/>
                <a:gd name="connsiteY309" fmla="*/ 237704 h 655734"/>
                <a:gd name="connsiteX310" fmla="*/ 591800 w 631144"/>
                <a:gd name="connsiteY310" fmla="*/ 240982 h 655734"/>
                <a:gd name="connsiteX311" fmla="*/ 593440 w 631144"/>
                <a:gd name="connsiteY311" fmla="*/ 244261 h 655734"/>
                <a:gd name="connsiteX312" fmla="*/ 595079 w 631144"/>
                <a:gd name="connsiteY312" fmla="*/ 249179 h 655734"/>
                <a:gd name="connsiteX313" fmla="*/ 591800 w 631144"/>
                <a:gd name="connsiteY313" fmla="*/ 252458 h 655734"/>
                <a:gd name="connsiteX314" fmla="*/ 588522 w 631144"/>
                <a:gd name="connsiteY314" fmla="*/ 255736 h 655734"/>
                <a:gd name="connsiteX315" fmla="*/ 588522 w 631144"/>
                <a:gd name="connsiteY315" fmla="*/ 260654 h 655734"/>
                <a:gd name="connsiteX316" fmla="*/ 591800 w 631144"/>
                <a:gd name="connsiteY316" fmla="*/ 262294 h 655734"/>
                <a:gd name="connsiteX317" fmla="*/ 596719 w 631144"/>
                <a:gd name="connsiteY317" fmla="*/ 267212 h 655734"/>
                <a:gd name="connsiteX318" fmla="*/ 596719 w 631144"/>
                <a:gd name="connsiteY318" fmla="*/ 267212 h 655734"/>
                <a:gd name="connsiteX319" fmla="*/ 601636 w 631144"/>
                <a:gd name="connsiteY319" fmla="*/ 265573 h 655734"/>
                <a:gd name="connsiteX320" fmla="*/ 604915 w 631144"/>
                <a:gd name="connsiteY320" fmla="*/ 265573 h 655734"/>
                <a:gd name="connsiteX321" fmla="*/ 609833 w 631144"/>
                <a:gd name="connsiteY321" fmla="*/ 263933 h 655734"/>
                <a:gd name="connsiteX322" fmla="*/ 613112 w 631144"/>
                <a:gd name="connsiteY322" fmla="*/ 262294 h 655734"/>
                <a:gd name="connsiteX323" fmla="*/ 614751 w 631144"/>
                <a:gd name="connsiteY323" fmla="*/ 262294 h 655734"/>
                <a:gd name="connsiteX324" fmla="*/ 618030 w 631144"/>
                <a:gd name="connsiteY324" fmla="*/ 262294 h 655734"/>
                <a:gd name="connsiteX325" fmla="*/ 622948 w 631144"/>
                <a:gd name="connsiteY325" fmla="*/ 260654 h 655734"/>
                <a:gd name="connsiteX326" fmla="*/ 626226 w 631144"/>
                <a:gd name="connsiteY326" fmla="*/ 260654 h 655734"/>
                <a:gd name="connsiteX327" fmla="*/ 631145 w 631144"/>
                <a:gd name="connsiteY327" fmla="*/ 259015 h 655734"/>
                <a:gd name="connsiteX328" fmla="*/ 631145 w 631144"/>
                <a:gd name="connsiteY328" fmla="*/ 262294 h 655734"/>
                <a:gd name="connsiteX329" fmla="*/ 631145 w 631144"/>
                <a:gd name="connsiteY329" fmla="*/ 265573 h 655734"/>
                <a:gd name="connsiteX330" fmla="*/ 631145 w 631144"/>
                <a:gd name="connsiteY330" fmla="*/ 270491 h 655734"/>
                <a:gd name="connsiteX331" fmla="*/ 631145 w 631144"/>
                <a:gd name="connsiteY331" fmla="*/ 273769 h 655734"/>
                <a:gd name="connsiteX332" fmla="*/ 631145 w 631144"/>
                <a:gd name="connsiteY332" fmla="*/ 277048 h 655734"/>
                <a:gd name="connsiteX333" fmla="*/ 631145 w 631144"/>
                <a:gd name="connsiteY333" fmla="*/ 281966 h 655734"/>
                <a:gd name="connsiteX334" fmla="*/ 631145 w 631144"/>
                <a:gd name="connsiteY334" fmla="*/ 283605 h 655734"/>
                <a:gd name="connsiteX335" fmla="*/ 631145 w 631144"/>
                <a:gd name="connsiteY335" fmla="*/ 288523 h 655734"/>
                <a:gd name="connsiteX336" fmla="*/ 631145 w 631144"/>
                <a:gd name="connsiteY336" fmla="*/ 291802 h 655734"/>
                <a:gd name="connsiteX337" fmla="*/ 631145 w 631144"/>
                <a:gd name="connsiteY337" fmla="*/ 295081 h 655734"/>
                <a:gd name="connsiteX338" fmla="*/ 631145 w 631144"/>
                <a:gd name="connsiteY338" fmla="*/ 299998 h 655734"/>
                <a:gd name="connsiteX339" fmla="*/ 631145 w 631144"/>
                <a:gd name="connsiteY339" fmla="*/ 303277 h 655734"/>
                <a:gd name="connsiteX340" fmla="*/ 631145 w 631144"/>
                <a:gd name="connsiteY340" fmla="*/ 306556 h 655734"/>
                <a:gd name="connsiteX341" fmla="*/ 631145 w 631144"/>
                <a:gd name="connsiteY341" fmla="*/ 311474 h 655734"/>
                <a:gd name="connsiteX342" fmla="*/ 631145 w 631144"/>
                <a:gd name="connsiteY342" fmla="*/ 314753 h 655734"/>
                <a:gd name="connsiteX343" fmla="*/ 631145 w 631144"/>
                <a:gd name="connsiteY343" fmla="*/ 318031 h 655734"/>
                <a:gd name="connsiteX344" fmla="*/ 631145 w 631144"/>
                <a:gd name="connsiteY344" fmla="*/ 321310 h 655734"/>
                <a:gd name="connsiteX345" fmla="*/ 631145 w 631144"/>
                <a:gd name="connsiteY345" fmla="*/ 326228 h 655734"/>
                <a:gd name="connsiteX346" fmla="*/ 631145 w 631144"/>
                <a:gd name="connsiteY346" fmla="*/ 329507 h 655734"/>
                <a:gd name="connsiteX347" fmla="*/ 631145 w 631144"/>
                <a:gd name="connsiteY347" fmla="*/ 332785 h 655734"/>
                <a:gd name="connsiteX348" fmla="*/ 631145 w 631144"/>
                <a:gd name="connsiteY348" fmla="*/ 337703 h 655734"/>
                <a:gd name="connsiteX349" fmla="*/ 631145 w 631144"/>
                <a:gd name="connsiteY349" fmla="*/ 339343 h 655734"/>
                <a:gd name="connsiteX350" fmla="*/ 631145 w 631144"/>
                <a:gd name="connsiteY350" fmla="*/ 339343 h 655734"/>
                <a:gd name="connsiteX351" fmla="*/ 631145 w 631144"/>
                <a:gd name="connsiteY351" fmla="*/ 340982 h 655734"/>
                <a:gd name="connsiteX352" fmla="*/ 631145 w 631144"/>
                <a:gd name="connsiteY352" fmla="*/ 344261 h 655734"/>
                <a:gd name="connsiteX353" fmla="*/ 631145 w 631144"/>
                <a:gd name="connsiteY353" fmla="*/ 347539 h 655734"/>
                <a:gd name="connsiteX354" fmla="*/ 631145 w 631144"/>
                <a:gd name="connsiteY354" fmla="*/ 352457 h 655734"/>
                <a:gd name="connsiteX355" fmla="*/ 629505 w 631144"/>
                <a:gd name="connsiteY355" fmla="*/ 355736 h 655734"/>
                <a:gd name="connsiteX356" fmla="*/ 629505 w 631144"/>
                <a:gd name="connsiteY356" fmla="*/ 360654 h 655734"/>
                <a:gd name="connsiteX357" fmla="*/ 627866 w 631144"/>
                <a:gd name="connsiteY357" fmla="*/ 363933 h 655734"/>
                <a:gd name="connsiteX358" fmla="*/ 627866 w 631144"/>
                <a:gd name="connsiteY358" fmla="*/ 367211 h 655734"/>
                <a:gd name="connsiteX359" fmla="*/ 627866 w 631144"/>
                <a:gd name="connsiteY359" fmla="*/ 372129 h 655734"/>
                <a:gd name="connsiteX360" fmla="*/ 627866 w 631144"/>
                <a:gd name="connsiteY360" fmla="*/ 375408 h 655734"/>
                <a:gd name="connsiteX361" fmla="*/ 627866 w 631144"/>
                <a:gd name="connsiteY361" fmla="*/ 378687 h 655734"/>
                <a:gd name="connsiteX362" fmla="*/ 627866 w 631144"/>
                <a:gd name="connsiteY362" fmla="*/ 381965 h 655734"/>
                <a:gd name="connsiteX363" fmla="*/ 622948 w 631144"/>
                <a:gd name="connsiteY363" fmla="*/ 385244 h 655734"/>
                <a:gd name="connsiteX364" fmla="*/ 622948 w 631144"/>
                <a:gd name="connsiteY364" fmla="*/ 388523 h 655734"/>
                <a:gd name="connsiteX365" fmla="*/ 621309 w 631144"/>
                <a:gd name="connsiteY365" fmla="*/ 391801 h 655734"/>
                <a:gd name="connsiteX366" fmla="*/ 619669 w 631144"/>
                <a:gd name="connsiteY366" fmla="*/ 396719 h 655734"/>
                <a:gd name="connsiteX367" fmla="*/ 619669 w 631144"/>
                <a:gd name="connsiteY367" fmla="*/ 399998 h 655734"/>
                <a:gd name="connsiteX368" fmla="*/ 618030 w 631144"/>
                <a:gd name="connsiteY368" fmla="*/ 403277 h 655734"/>
                <a:gd name="connsiteX369" fmla="*/ 616390 w 631144"/>
                <a:gd name="connsiteY369" fmla="*/ 406555 h 655734"/>
                <a:gd name="connsiteX370" fmla="*/ 616390 w 631144"/>
                <a:gd name="connsiteY370" fmla="*/ 411473 h 655734"/>
                <a:gd name="connsiteX371" fmla="*/ 611472 w 631144"/>
                <a:gd name="connsiteY371" fmla="*/ 413113 h 655734"/>
                <a:gd name="connsiteX372" fmla="*/ 608194 w 631144"/>
                <a:gd name="connsiteY372" fmla="*/ 414752 h 655734"/>
                <a:gd name="connsiteX373" fmla="*/ 604915 w 631144"/>
                <a:gd name="connsiteY373" fmla="*/ 419670 h 655734"/>
                <a:gd name="connsiteX374" fmla="*/ 603276 w 631144"/>
                <a:gd name="connsiteY374" fmla="*/ 422949 h 655734"/>
                <a:gd name="connsiteX375" fmla="*/ 601636 w 631144"/>
                <a:gd name="connsiteY375" fmla="*/ 426228 h 655734"/>
                <a:gd name="connsiteX376" fmla="*/ 599997 w 631144"/>
                <a:gd name="connsiteY376" fmla="*/ 426228 h 655734"/>
                <a:gd name="connsiteX377" fmla="*/ 598358 w 631144"/>
                <a:gd name="connsiteY377" fmla="*/ 426228 h 655734"/>
                <a:gd name="connsiteX378" fmla="*/ 598358 w 631144"/>
                <a:gd name="connsiteY378" fmla="*/ 426228 h 655734"/>
                <a:gd name="connsiteX379" fmla="*/ 593440 w 631144"/>
                <a:gd name="connsiteY379" fmla="*/ 424588 h 655734"/>
                <a:gd name="connsiteX380" fmla="*/ 591800 w 631144"/>
                <a:gd name="connsiteY380" fmla="*/ 424588 h 655734"/>
                <a:gd name="connsiteX381" fmla="*/ 586882 w 631144"/>
                <a:gd name="connsiteY381" fmla="*/ 424588 h 655734"/>
                <a:gd name="connsiteX382" fmla="*/ 583604 w 631144"/>
                <a:gd name="connsiteY382" fmla="*/ 422949 h 655734"/>
                <a:gd name="connsiteX383" fmla="*/ 581965 w 631144"/>
                <a:gd name="connsiteY383" fmla="*/ 427867 h 655734"/>
                <a:gd name="connsiteX384" fmla="*/ 578686 w 631144"/>
                <a:gd name="connsiteY384" fmla="*/ 427867 h 655734"/>
                <a:gd name="connsiteX385" fmla="*/ 573768 w 631144"/>
                <a:gd name="connsiteY385" fmla="*/ 426228 h 655734"/>
                <a:gd name="connsiteX386" fmla="*/ 570489 w 631144"/>
                <a:gd name="connsiteY386" fmla="*/ 426228 h 655734"/>
                <a:gd name="connsiteX387" fmla="*/ 565571 w 631144"/>
                <a:gd name="connsiteY387" fmla="*/ 426228 h 655734"/>
                <a:gd name="connsiteX388" fmla="*/ 562292 w 631144"/>
                <a:gd name="connsiteY388" fmla="*/ 427867 h 655734"/>
                <a:gd name="connsiteX389" fmla="*/ 557375 w 631144"/>
                <a:gd name="connsiteY389" fmla="*/ 427867 h 655734"/>
                <a:gd name="connsiteX390" fmla="*/ 554096 w 631144"/>
                <a:gd name="connsiteY390" fmla="*/ 427867 h 655734"/>
                <a:gd name="connsiteX391" fmla="*/ 549178 w 631144"/>
                <a:gd name="connsiteY391" fmla="*/ 427867 h 655734"/>
                <a:gd name="connsiteX392" fmla="*/ 545899 w 631144"/>
                <a:gd name="connsiteY392" fmla="*/ 427867 h 655734"/>
                <a:gd name="connsiteX393" fmla="*/ 542620 w 631144"/>
                <a:gd name="connsiteY393" fmla="*/ 427867 h 655734"/>
                <a:gd name="connsiteX394" fmla="*/ 537702 w 631144"/>
                <a:gd name="connsiteY394" fmla="*/ 427867 h 655734"/>
                <a:gd name="connsiteX395" fmla="*/ 534423 w 631144"/>
                <a:gd name="connsiteY395" fmla="*/ 427867 h 655734"/>
                <a:gd name="connsiteX396" fmla="*/ 529506 w 631144"/>
                <a:gd name="connsiteY396" fmla="*/ 429506 h 655734"/>
                <a:gd name="connsiteX397" fmla="*/ 526227 w 631144"/>
                <a:gd name="connsiteY397" fmla="*/ 429506 h 655734"/>
                <a:gd name="connsiteX398" fmla="*/ 521309 w 631144"/>
                <a:gd name="connsiteY398" fmla="*/ 429506 h 655734"/>
                <a:gd name="connsiteX399" fmla="*/ 518030 w 631144"/>
                <a:gd name="connsiteY399" fmla="*/ 429506 h 655734"/>
                <a:gd name="connsiteX400" fmla="*/ 516391 w 631144"/>
                <a:gd name="connsiteY400" fmla="*/ 431145 h 655734"/>
                <a:gd name="connsiteX401" fmla="*/ 513112 w 631144"/>
                <a:gd name="connsiteY401" fmla="*/ 434424 h 655734"/>
                <a:gd name="connsiteX402" fmla="*/ 509833 w 631144"/>
                <a:gd name="connsiteY402" fmla="*/ 437703 h 655734"/>
                <a:gd name="connsiteX403" fmla="*/ 504916 w 631144"/>
                <a:gd name="connsiteY403" fmla="*/ 442621 h 655734"/>
                <a:gd name="connsiteX404" fmla="*/ 503276 w 631144"/>
                <a:gd name="connsiteY404" fmla="*/ 442621 h 655734"/>
                <a:gd name="connsiteX405" fmla="*/ 499998 w 631144"/>
                <a:gd name="connsiteY405" fmla="*/ 442621 h 655734"/>
                <a:gd name="connsiteX406" fmla="*/ 496719 w 631144"/>
                <a:gd name="connsiteY406" fmla="*/ 444260 h 655734"/>
                <a:gd name="connsiteX407" fmla="*/ 495079 w 631144"/>
                <a:gd name="connsiteY407" fmla="*/ 444260 h 655734"/>
                <a:gd name="connsiteX408" fmla="*/ 491801 w 631144"/>
                <a:gd name="connsiteY408" fmla="*/ 444260 h 655734"/>
                <a:gd name="connsiteX409" fmla="*/ 486883 w 631144"/>
                <a:gd name="connsiteY409" fmla="*/ 442621 h 655734"/>
                <a:gd name="connsiteX410" fmla="*/ 486883 w 631144"/>
                <a:gd name="connsiteY410" fmla="*/ 442621 h 655734"/>
                <a:gd name="connsiteX411" fmla="*/ 483604 w 631144"/>
                <a:gd name="connsiteY411" fmla="*/ 442621 h 655734"/>
                <a:gd name="connsiteX412" fmla="*/ 480325 w 631144"/>
                <a:gd name="connsiteY412" fmla="*/ 442621 h 655734"/>
                <a:gd name="connsiteX413" fmla="*/ 477047 w 631144"/>
                <a:gd name="connsiteY413" fmla="*/ 442621 h 655734"/>
                <a:gd name="connsiteX414" fmla="*/ 477047 w 631144"/>
                <a:gd name="connsiteY414" fmla="*/ 442621 h 655734"/>
                <a:gd name="connsiteX415" fmla="*/ 477047 w 631144"/>
                <a:gd name="connsiteY415" fmla="*/ 445900 h 655734"/>
                <a:gd name="connsiteX416" fmla="*/ 467211 w 631144"/>
                <a:gd name="connsiteY416" fmla="*/ 442621 h 655734"/>
                <a:gd name="connsiteX417" fmla="*/ 467211 w 631144"/>
                <a:gd name="connsiteY417" fmla="*/ 442621 h 655734"/>
                <a:gd name="connsiteX418" fmla="*/ 457375 w 631144"/>
                <a:gd name="connsiteY418" fmla="*/ 439342 h 655734"/>
                <a:gd name="connsiteX419" fmla="*/ 452457 w 631144"/>
                <a:gd name="connsiteY419" fmla="*/ 442621 h 655734"/>
                <a:gd name="connsiteX420" fmla="*/ 447539 w 631144"/>
                <a:gd name="connsiteY420" fmla="*/ 437703 h 655734"/>
                <a:gd name="connsiteX421" fmla="*/ 439342 w 631144"/>
                <a:gd name="connsiteY421" fmla="*/ 437703 h 655734"/>
                <a:gd name="connsiteX422" fmla="*/ 439342 w 631144"/>
                <a:gd name="connsiteY422" fmla="*/ 437703 h 655734"/>
                <a:gd name="connsiteX423" fmla="*/ 436063 w 631144"/>
                <a:gd name="connsiteY423" fmla="*/ 442621 h 655734"/>
                <a:gd name="connsiteX424" fmla="*/ 434424 w 631144"/>
                <a:gd name="connsiteY424" fmla="*/ 444260 h 655734"/>
                <a:gd name="connsiteX425" fmla="*/ 427867 w 631144"/>
                <a:gd name="connsiteY425" fmla="*/ 450818 h 655734"/>
                <a:gd name="connsiteX426" fmla="*/ 426228 w 631144"/>
                <a:gd name="connsiteY426" fmla="*/ 450818 h 655734"/>
                <a:gd name="connsiteX427" fmla="*/ 421309 w 631144"/>
                <a:gd name="connsiteY427" fmla="*/ 452457 h 655734"/>
                <a:gd name="connsiteX428" fmla="*/ 418031 w 631144"/>
                <a:gd name="connsiteY428" fmla="*/ 454096 h 655734"/>
                <a:gd name="connsiteX429" fmla="*/ 414752 w 631144"/>
                <a:gd name="connsiteY429" fmla="*/ 455735 h 655734"/>
                <a:gd name="connsiteX430" fmla="*/ 414752 w 631144"/>
                <a:gd name="connsiteY430" fmla="*/ 455735 h 655734"/>
                <a:gd name="connsiteX431" fmla="*/ 409834 w 631144"/>
                <a:gd name="connsiteY431" fmla="*/ 459014 h 655734"/>
                <a:gd name="connsiteX432" fmla="*/ 403276 w 631144"/>
                <a:gd name="connsiteY432" fmla="*/ 463932 h 655734"/>
                <a:gd name="connsiteX433" fmla="*/ 399998 w 631144"/>
                <a:gd name="connsiteY433" fmla="*/ 465572 h 655734"/>
                <a:gd name="connsiteX434" fmla="*/ 391801 w 631144"/>
                <a:gd name="connsiteY434" fmla="*/ 468850 h 655734"/>
                <a:gd name="connsiteX435" fmla="*/ 390162 w 631144"/>
                <a:gd name="connsiteY435" fmla="*/ 470490 h 655734"/>
                <a:gd name="connsiteX436" fmla="*/ 390162 w 631144"/>
                <a:gd name="connsiteY436" fmla="*/ 473768 h 655734"/>
                <a:gd name="connsiteX437" fmla="*/ 390162 w 631144"/>
                <a:gd name="connsiteY437" fmla="*/ 478686 h 655734"/>
                <a:gd name="connsiteX438" fmla="*/ 386883 w 631144"/>
                <a:gd name="connsiteY438" fmla="*/ 480325 h 655734"/>
                <a:gd name="connsiteX439" fmla="*/ 385244 w 631144"/>
                <a:gd name="connsiteY439" fmla="*/ 478686 h 655734"/>
                <a:gd name="connsiteX440" fmla="*/ 381965 w 631144"/>
                <a:gd name="connsiteY440" fmla="*/ 477047 h 655734"/>
                <a:gd name="connsiteX441" fmla="*/ 377047 w 631144"/>
                <a:gd name="connsiteY441" fmla="*/ 475408 h 655734"/>
                <a:gd name="connsiteX442" fmla="*/ 373769 w 631144"/>
                <a:gd name="connsiteY442" fmla="*/ 473768 h 655734"/>
                <a:gd name="connsiteX443" fmla="*/ 370490 w 631144"/>
                <a:gd name="connsiteY443" fmla="*/ 475408 h 655734"/>
                <a:gd name="connsiteX444" fmla="*/ 365572 w 631144"/>
                <a:gd name="connsiteY444" fmla="*/ 478686 h 655734"/>
                <a:gd name="connsiteX445" fmla="*/ 362293 w 631144"/>
                <a:gd name="connsiteY445" fmla="*/ 481965 h 655734"/>
                <a:gd name="connsiteX446" fmla="*/ 359015 w 631144"/>
                <a:gd name="connsiteY446" fmla="*/ 486883 h 655734"/>
                <a:gd name="connsiteX447" fmla="*/ 357375 w 631144"/>
                <a:gd name="connsiteY447" fmla="*/ 490162 h 655734"/>
                <a:gd name="connsiteX448" fmla="*/ 357375 w 631144"/>
                <a:gd name="connsiteY448" fmla="*/ 491801 h 655734"/>
                <a:gd name="connsiteX449" fmla="*/ 355736 w 631144"/>
                <a:gd name="connsiteY449" fmla="*/ 495080 h 655734"/>
                <a:gd name="connsiteX450" fmla="*/ 355736 w 631144"/>
                <a:gd name="connsiteY450" fmla="*/ 498358 h 655734"/>
                <a:gd name="connsiteX451" fmla="*/ 354096 w 631144"/>
                <a:gd name="connsiteY451" fmla="*/ 503276 h 655734"/>
                <a:gd name="connsiteX452" fmla="*/ 354096 w 631144"/>
                <a:gd name="connsiteY452" fmla="*/ 501637 h 655734"/>
                <a:gd name="connsiteX453" fmla="*/ 352457 w 631144"/>
                <a:gd name="connsiteY453" fmla="*/ 501637 h 655734"/>
                <a:gd name="connsiteX454" fmla="*/ 347539 w 631144"/>
                <a:gd name="connsiteY454" fmla="*/ 499998 h 655734"/>
                <a:gd name="connsiteX455" fmla="*/ 344261 w 631144"/>
                <a:gd name="connsiteY455" fmla="*/ 499998 h 655734"/>
                <a:gd name="connsiteX456" fmla="*/ 340982 w 631144"/>
                <a:gd name="connsiteY456" fmla="*/ 499998 h 655734"/>
                <a:gd name="connsiteX457" fmla="*/ 342621 w 631144"/>
                <a:gd name="connsiteY457" fmla="*/ 499998 h 655734"/>
                <a:gd name="connsiteX458" fmla="*/ 342621 w 631144"/>
                <a:gd name="connsiteY458" fmla="*/ 501637 h 655734"/>
                <a:gd name="connsiteX459" fmla="*/ 340982 w 631144"/>
                <a:gd name="connsiteY459" fmla="*/ 506555 h 655734"/>
                <a:gd name="connsiteX460" fmla="*/ 342621 w 631144"/>
                <a:gd name="connsiteY460" fmla="*/ 509834 h 655734"/>
                <a:gd name="connsiteX461" fmla="*/ 342621 w 631144"/>
                <a:gd name="connsiteY461" fmla="*/ 513112 h 655734"/>
                <a:gd name="connsiteX462" fmla="*/ 342621 w 631144"/>
                <a:gd name="connsiteY462" fmla="*/ 518030 h 655734"/>
                <a:gd name="connsiteX463" fmla="*/ 337703 w 631144"/>
                <a:gd name="connsiteY463" fmla="*/ 518030 h 655734"/>
                <a:gd name="connsiteX464" fmla="*/ 334425 w 631144"/>
                <a:gd name="connsiteY464" fmla="*/ 518030 h 655734"/>
                <a:gd name="connsiteX465" fmla="*/ 334425 w 631144"/>
                <a:gd name="connsiteY465" fmla="*/ 519670 h 655734"/>
                <a:gd name="connsiteX466" fmla="*/ 334425 w 631144"/>
                <a:gd name="connsiteY466" fmla="*/ 522948 h 655734"/>
                <a:gd name="connsiteX467" fmla="*/ 332785 w 631144"/>
                <a:gd name="connsiteY467" fmla="*/ 522948 h 655734"/>
                <a:gd name="connsiteX468" fmla="*/ 329506 w 631144"/>
                <a:gd name="connsiteY468" fmla="*/ 521309 h 655734"/>
                <a:gd name="connsiteX469" fmla="*/ 326228 w 631144"/>
                <a:gd name="connsiteY469" fmla="*/ 518030 h 655734"/>
                <a:gd name="connsiteX470" fmla="*/ 321310 w 631144"/>
                <a:gd name="connsiteY470" fmla="*/ 514752 h 655734"/>
                <a:gd name="connsiteX471" fmla="*/ 319671 w 631144"/>
                <a:gd name="connsiteY471" fmla="*/ 514752 h 655734"/>
                <a:gd name="connsiteX472" fmla="*/ 316392 w 631144"/>
                <a:gd name="connsiteY472" fmla="*/ 511473 h 655734"/>
                <a:gd name="connsiteX473" fmla="*/ 314752 w 631144"/>
                <a:gd name="connsiteY473" fmla="*/ 508194 h 655734"/>
                <a:gd name="connsiteX474" fmla="*/ 313113 w 631144"/>
                <a:gd name="connsiteY474" fmla="*/ 511473 h 655734"/>
                <a:gd name="connsiteX475" fmla="*/ 309835 w 631144"/>
                <a:gd name="connsiteY475" fmla="*/ 514752 h 655734"/>
                <a:gd name="connsiteX476" fmla="*/ 306556 w 631144"/>
                <a:gd name="connsiteY476" fmla="*/ 518030 h 655734"/>
                <a:gd name="connsiteX477" fmla="*/ 304916 w 631144"/>
                <a:gd name="connsiteY477" fmla="*/ 522948 h 655734"/>
                <a:gd name="connsiteX478" fmla="*/ 301638 w 631144"/>
                <a:gd name="connsiteY478" fmla="*/ 522948 h 655734"/>
                <a:gd name="connsiteX479" fmla="*/ 301638 w 631144"/>
                <a:gd name="connsiteY479" fmla="*/ 526227 h 655734"/>
                <a:gd name="connsiteX480" fmla="*/ 301638 w 631144"/>
                <a:gd name="connsiteY480" fmla="*/ 527866 h 655734"/>
                <a:gd name="connsiteX481" fmla="*/ 304916 w 631144"/>
                <a:gd name="connsiteY481" fmla="*/ 531145 h 655734"/>
                <a:gd name="connsiteX482" fmla="*/ 304916 w 631144"/>
                <a:gd name="connsiteY482" fmla="*/ 536063 h 655734"/>
                <a:gd name="connsiteX483" fmla="*/ 304916 w 631144"/>
                <a:gd name="connsiteY483" fmla="*/ 539342 h 655734"/>
                <a:gd name="connsiteX484" fmla="*/ 303277 w 631144"/>
                <a:gd name="connsiteY484" fmla="*/ 542620 h 655734"/>
                <a:gd name="connsiteX485" fmla="*/ 298359 w 631144"/>
                <a:gd name="connsiteY485" fmla="*/ 540981 h 655734"/>
                <a:gd name="connsiteX486" fmla="*/ 295081 w 631144"/>
                <a:gd name="connsiteY486" fmla="*/ 542620 h 655734"/>
                <a:gd name="connsiteX487" fmla="*/ 295081 w 631144"/>
                <a:gd name="connsiteY487" fmla="*/ 545899 h 655734"/>
                <a:gd name="connsiteX488" fmla="*/ 298359 w 631144"/>
                <a:gd name="connsiteY488" fmla="*/ 549178 h 655734"/>
                <a:gd name="connsiteX489" fmla="*/ 296720 w 631144"/>
                <a:gd name="connsiteY489" fmla="*/ 552456 h 655734"/>
                <a:gd name="connsiteX490" fmla="*/ 296720 w 631144"/>
                <a:gd name="connsiteY490" fmla="*/ 557374 h 655734"/>
                <a:gd name="connsiteX491" fmla="*/ 295081 w 631144"/>
                <a:gd name="connsiteY491" fmla="*/ 560653 h 655734"/>
                <a:gd name="connsiteX492" fmla="*/ 291802 w 631144"/>
                <a:gd name="connsiteY492" fmla="*/ 563932 h 655734"/>
                <a:gd name="connsiteX493" fmla="*/ 291802 w 631144"/>
                <a:gd name="connsiteY493" fmla="*/ 568850 h 655734"/>
                <a:gd name="connsiteX494" fmla="*/ 288523 w 631144"/>
                <a:gd name="connsiteY494" fmla="*/ 572128 h 655734"/>
                <a:gd name="connsiteX495" fmla="*/ 286884 w 631144"/>
                <a:gd name="connsiteY495" fmla="*/ 572128 h 655734"/>
                <a:gd name="connsiteX496" fmla="*/ 286884 w 631144"/>
                <a:gd name="connsiteY496" fmla="*/ 572128 h 655734"/>
                <a:gd name="connsiteX497" fmla="*/ 283605 w 631144"/>
                <a:gd name="connsiteY497" fmla="*/ 573768 h 655734"/>
                <a:gd name="connsiteX498" fmla="*/ 278687 w 631144"/>
                <a:gd name="connsiteY498" fmla="*/ 573768 h 655734"/>
                <a:gd name="connsiteX499" fmla="*/ 275408 w 631144"/>
                <a:gd name="connsiteY499" fmla="*/ 575407 h 655734"/>
                <a:gd name="connsiteX500" fmla="*/ 273769 w 631144"/>
                <a:gd name="connsiteY500" fmla="*/ 575407 h 655734"/>
                <a:gd name="connsiteX501" fmla="*/ 273769 w 631144"/>
                <a:gd name="connsiteY501" fmla="*/ 575407 h 655734"/>
                <a:gd name="connsiteX502" fmla="*/ 270491 w 631144"/>
                <a:gd name="connsiteY502" fmla="*/ 575407 h 655734"/>
                <a:gd name="connsiteX503" fmla="*/ 265572 w 631144"/>
                <a:gd name="connsiteY503" fmla="*/ 580325 h 655734"/>
                <a:gd name="connsiteX504" fmla="*/ 262294 w 631144"/>
                <a:gd name="connsiteY504" fmla="*/ 581965 h 655734"/>
                <a:gd name="connsiteX505" fmla="*/ 259015 w 631144"/>
                <a:gd name="connsiteY505" fmla="*/ 581965 h 655734"/>
                <a:gd name="connsiteX506" fmla="*/ 259015 w 631144"/>
                <a:gd name="connsiteY506" fmla="*/ 583604 h 655734"/>
                <a:gd name="connsiteX507" fmla="*/ 262294 w 631144"/>
                <a:gd name="connsiteY507" fmla="*/ 583604 h 655734"/>
                <a:gd name="connsiteX508" fmla="*/ 263933 w 631144"/>
                <a:gd name="connsiteY508" fmla="*/ 586882 h 655734"/>
                <a:gd name="connsiteX509" fmla="*/ 262294 w 631144"/>
                <a:gd name="connsiteY509" fmla="*/ 591800 h 655734"/>
                <a:gd name="connsiteX510" fmla="*/ 267212 w 631144"/>
                <a:gd name="connsiteY510" fmla="*/ 595079 h 655734"/>
                <a:gd name="connsiteX511" fmla="*/ 265572 w 631144"/>
                <a:gd name="connsiteY511" fmla="*/ 598358 h 655734"/>
                <a:gd name="connsiteX512" fmla="*/ 263933 w 631144"/>
                <a:gd name="connsiteY512" fmla="*/ 603276 h 655734"/>
                <a:gd name="connsiteX513" fmla="*/ 263933 w 631144"/>
                <a:gd name="connsiteY513" fmla="*/ 606555 h 655734"/>
                <a:gd name="connsiteX514" fmla="*/ 262294 w 631144"/>
                <a:gd name="connsiteY514" fmla="*/ 609833 h 655734"/>
                <a:gd name="connsiteX515" fmla="*/ 260654 w 631144"/>
                <a:gd name="connsiteY515" fmla="*/ 614751 h 655734"/>
                <a:gd name="connsiteX516" fmla="*/ 259015 w 631144"/>
                <a:gd name="connsiteY516" fmla="*/ 614751 h 655734"/>
                <a:gd name="connsiteX517" fmla="*/ 255736 w 631144"/>
                <a:gd name="connsiteY517" fmla="*/ 616391 h 655734"/>
                <a:gd name="connsiteX518" fmla="*/ 255736 w 631144"/>
                <a:gd name="connsiteY518" fmla="*/ 619669 h 655734"/>
                <a:gd name="connsiteX519" fmla="*/ 257376 w 631144"/>
                <a:gd name="connsiteY519" fmla="*/ 622948 h 655734"/>
                <a:gd name="connsiteX520" fmla="*/ 257376 w 631144"/>
                <a:gd name="connsiteY520" fmla="*/ 627866 h 655734"/>
                <a:gd name="connsiteX521" fmla="*/ 255736 w 631144"/>
                <a:gd name="connsiteY521" fmla="*/ 631145 h 655734"/>
                <a:gd name="connsiteX522" fmla="*/ 255736 w 631144"/>
                <a:gd name="connsiteY522" fmla="*/ 634423 h 655734"/>
                <a:gd name="connsiteX523" fmla="*/ 255736 w 631144"/>
                <a:gd name="connsiteY523" fmla="*/ 637702 h 655734"/>
                <a:gd name="connsiteX524" fmla="*/ 254097 w 631144"/>
                <a:gd name="connsiteY524" fmla="*/ 642620 h 655734"/>
                <a:gd name="connsiteX525" fmla="*/ 254097 w 631144"/>
                <a:gd name="connsiteY525" fmla="*/ 642620 h 655734"/>
                <a:gd name="connsiteX526" fmla="*/ 249179 w 631144"/>
                <a:gd name="connsiteY526" fmla="*/ 642620 h 655734"/>
                <a:gd name="connsiteX527" fmla="*/ 249179 w 631144"/>
                <a:gd name="connsiteY527" fmla="*/ 642620 h 655734"/>
                <a:gd name="connsiteX528" fmla="*/ 244261 w 631144"/>
                <a:gd name="connsiteY528" fmla="*/ 644259 h 655734"/>
                <a:gd name="connsiteX529" fmla="*/ 242622 w 631144"/>
                <a:gd name="connsiteY529" fmla="*/ 644259 h 655734"/>
                <a:gd name="connsiteX530" fmla="*/ 239343 w 631144"/>
                <a:gd name="connsiteY530" fmla="*/ 645899 h 655734"/>
                <a:gd name="connsiteX531" fmla="*/ 239343 w 631144"/>
                <a:gd name="connsiteY531" fmla="*/ 650816 h 655734"/>
                <a:gd name="connsiteX532" fmla="*/ 236064 w 631144"/>
                <a:gd name="connsiteY532" fmla="*/ 654095 h 655734"/>
                <a:gd name="connsiteX533" fmla="*/ 231146 w 631144"/>
                <a:gd name="connsiteY533" fmla="*/ 654095 h 655734"/>
                <a:gd name="connsiteX534" fmla="*/ 227868 w 631144"/>
                <a:gd name="connsiteY534" fmla="*/ 652456 h 655734"/>
                <a:gd name="connsiteX535" fmla="*/ 227868 w 631144"/>
                <a:gd name="connsiteY535" fmla="*/ 652456 h 655734"/>
                <a:gd name="connsiteX536" fmla="*/ 226228 w 631144"/>
                <a:gd name="connsiteY536" fmla="*/ 650816 h 655734"/>
                <a:gd name="connsiteX537" fmla="*/ 227868 w 631144"/>
                <a:gd name="connsiteY537" fmla="*/ 649177 h 655734"/>
                <a:gd name="connsiteX538" fmla="*/ 227868 w 631144"/>
                <a:gd name="connsiteY538" fmla="*/ 645899 h 655734"/>
                <a:gd name="connsiteX539" fmla="*/ 227868 w 631144"/>
                <a:gd name="connsiteY539" fmla="*/ 640981 h 655734"/>
                <a:gd name="connsiteX540" fmla="*/ 226228 w 631144"/>
                <a:gd name="connsiteY540" fmla="*/ 637702 h 655734"/>
                <a:gd name="connsiteX541" fmla="*/ 227868 w 631144"/>
                <a:gd name="connsiteY541" fmla="*/ 634423 h 655734"/>
                <a:gd name="connsiteX542" fmla="*/ 226228 w 631144"/>
                <a:gd name="connsiteY542" fmla="*/ 629505 h 655734"/>
                <a:gd name="connsiteX543" fmla="*/ 222949 w 631144"/>
                <a:gd name="connsiteY543" fmla="*/ 632784 h 655734"/>
                <a:gd name="connsiteX544" fmla="*/ 219671 w 631144"/>
                <a:gd name="connsiteY544" fmla="*/ 636062 h 655734"/>
                <a:gd name="connsiteX545" fmla="*/ 218032 w 631144"/>
                <a:gd name="connsiteY545" fmla="*/ 639341 h 655734"/>
                <a:gd name="connsiteX546" fmla="*/ 214753 w 631144"/>
                <a:gd name="connsiteY546" fmla="*/ 637702 h 655734"/>
                <a:gd name="connsiteX547" fmla="*/ 211474 w 631144"/>
                <a:gd name="connsiteY547" fmla="*/ 634423 h 655734"/>
                <a:gd name="connsiteX548" fmla="*/ 209835 w 631144"/>
                <a:gd name="connsiteY548" fmla="*/ 632784 h 655734"/>
                <a:gd name="connsiteX549" fmla="*/ 209835 w 631144"/>
                <a:gd name="connsiteY549" fmla="*/ 637702 h 655734"/>
                <a:gd name="connsiteX550" fmla="*/ 208195 w 631144"/>
                <a:gd name="connsiteY550" fmla="*/ 640981 h 655734"/>
                <a:gd name="connsiteX551" fmla="*/ 209835 w 631144"/>
                <a:gd name="connsiteY551" fmla="*/ 644259 h 655734"/>
                <a:gd name="connsiteX552" fmla="*/ 209835 w 631144"/>
                <a:gd name="connsiteY552" fmla="*/ 647538 h 655734"/>
                <a:gd name="connsiteX553" fmla="*/ 208195 w 631144"/>
                <a:gd name="connsiteY553" fmla="*/ 647538 h 655734"/>
                <a:gd name="connsiteX554" fmla="*/ 204917 w 631144"/>
                <a:gd name="connsiteY554" fmla="*/ 645899 h 655734"/>
                <a:gd name="connsiteX555" fmla="*/ 201638 w 631144"/>
                <a:gd name="connsiteY555" fmla="*/ 647538 h 655734"/>
                <a:gd name="connsiteX556" fmla="*/ 196720 w 631144"/>
                <a:gd name="connsiteY556" fmla="*/ 650816 h 655734"/>
                <a:gd name="connsiteX557" fmla="*/ 198359 w 631144"/>
                <a:gd name="connsiteY557" fmla="*/ 654095 h 655734"/>
                <a:gd name="connsiteX558" fmla="*/ 195081 w 631144"/>
                <a:gd name="connsiteY558" fmla="*/ 655735 h 655734"/>
                <a:gd name="connsiteX559" fmla="*/ 190163 w 631144"/>
                <a:gd name="connsiteY559" fmla="*/ 652456 h 655734"/>
                <a:gd name="connsiteX560" fmla="*/ 186884 w 631144"/>
                <a:gd name="connsiteY560" fmla="*/ 652456 h 655734"/>
                <a:gd name="connsiteX561" fmla="*/ 183605 w 631144"/>
                <a:gd name="connsiteY561" fmla="*/ 652456 h 655734"/>
                <a:gd name="connsiteX562" fmla="*/ 183605 w 631144"/>
                <a:gd name="connsiteY562" fmla="*/ 647538 h 655734"/>
                <a:gd name="connsiteX563" fmla="*/ 178688 w 631144"/>
                <a:gd name="connsiteY563" fmla="*/ 645899 h 655734"/>
                <a:gd name="connsiteX564" fmla="*/ 178688 w 631144"/>
                <a:gd name="connsiteY564" fmla="*/ 642620 h 655734"/>
                <a:gd name="connsiteX565" fmla="*/ 175409 w 631144"/>
                <a:gd name="connsiteY565" fmla="*/ 644259 h 655734"/>
                <a:gd name="connsiteX566" fmla="*/ 172130 w 631144"/>
                <a:gd name="connsiteY566" fmla="*/ 642620 h 655734"/>
                <a:gd name="connsiteX567" fmla="*/ 168851 w 631144"/>
                <a:gd name="connsiteY567" fmla="*/ 645899 h 655734"/>
                <a:gd name="connsiteX568" fmla="*/ 167212 w 631144"/>
                <a:gd name="connsiteY568" fmla="*/ 649177 h 655734"/>
                <a:gd name="connsiteX569" fmla="*/ 165573 w 631144"/>
                <a:gd name="connsiteY569" fmla="*/ 654095 h 655734"/>
                <a:gd name="connsiteX570" fmla="*/ 160655 w 631144"/>
                <a:gd name="connsiteY570" fmla="*/ 655735 h 655734"/>
                <a:gd name="connsiteX571" fmla="*/ 159015 w 631144"/>
                <a:gd name="connsiteY571" fmla="*/ 655735 h 655734"/>
                <a:gd name="connsiteX572" fmla="*/ 160655 w 631144"/>
                <a:gd name="connsiteY572" fmla="*/ 650816 h 655734"/>
                <a:gd name="connsiteX573" fmla="*/ 159015 w 631144"/>
                <a:gd name="connsiteY573" fmla="*/ 647538 h 655734"/>
                <a:gd name="connsiteX574" fmla="*/ 155737 w 631144"/>
                <a:gd name="connsiteY574" fmla="*/ 647538 h 655734"/>
                <a:gd name="connsiteX575" fmla="*/ 154098 w 631144"/>
                <a:gd name="connsiteY575" fmla="*/ 644259 h 655734"/>
                <a:gd name="connsiteX576" fmla="*/ 152458 w 631144"/>
                <a:gd name="connsiteY576" fmla="*/ 642620 h 655734"/>
                <a:gd name="connsiteX577" fmla="*/ 150819 w 631144"/>
                <a:gd name="connsiteY577" fmla="*/ 644259 h 655734"/>
                <a:gd name="connsiteX578" fmla="*/ 147540 w 631144"/>
                <a:gd name="connsiteY578" fmla="*/ 640981 h 655734"/>
                <a:gd name="connsiteX579" fmla="*/ 147540 w 631144"/>
                <a:gd name="connsiteY579" fmla="*/ 636062 h 655734"/>
                <a:gd name="connsiteX580" fmla="*/ 147540 w 631144"/>
                <a:gd name="connsiteY580" fmla="*/ 632784 h 655734"/>
                <a:gd name="connsiteX581" fmla="*/ 147540 w 631144"/>
                <a:gd name="connsiteY581" fmla="*/ 629505 h 655734"/>
                <a:gd name="connsiteX582" fmla="*/ 147540 w 631144"/>
                <a:gd name="connsiteY582" fmla="*/ 626226 h 655734"/>
                <a:gd name="connsiteX583" fmla="*/ 147540 w 631144"/>
                <a:gd name="connsiteY583" fmla="*/ 621309 h 655734"/>
                <a:gd name="connsiteX584" fmla="*/ 147540 w 631144"/>
                <a:gd name="connsiteY584" fmla="*/ 618030 h 655734"/>
                <a:gd name="connsiteX585" fmla="*/ 144261 w 631144"/>
                <a:gd name="connsiteY585" fmla="*/ 616391 h 655734"/>
                <a:gd name="connsiteX586" fmla="*/ 139344 w 631144"/>
                <a:gd name="connsiteY586" fmla="*/ 616391 h 655734"/>
                <a:gd name="connsiteX587" fmla="*/ 137704 w 631144"/>
                <a:gd name="connsiteY587" fmla="*/ 619669 h 655734"/>
                <a:gd name="connsiteX588" fmla="*/ 136065 w 631144"/>
                <a:gd name="connsiteY588" fmla="*/ 619669 h 655734"/>
                <a:gd name="connsiteX589" fmla="*/ 132786 w 631144"/>
                <a:gd name="connsiteY589" fmla="*/ 621309 h 655734"/>
                <a:gd name="connsiteX590" fmla="*/ 134425 w 631144"/>
                <a:gd name="connsiteY590" fmla="*/ 616391 h 655734"/>
                <a:gd name="connsiteX591" fmla="*/ 136065 w 631144"/>
                <a:gd name="connsiteY591" fmla="*/ 613112 h 655734"/>
                <a:gd name="connsiteX592" fmla="*/ 137704 w 631144"/>
                <a:gd name="connsiteY592" fmla="*/ 609833 h 655734"/>
                <a:gd name="connsiteX593" fmla="*/ 140983 w 631144"/>
                <a:gd name="connsiteY593" fmla="*/ 604915 h 655734"/>
                <a:gd name="connsiteX594" fmla="*/ 144261 w 631144"/>
                <a:gd name="connsiteY594" fmla="*/ 606555 h 655734"/>
                <a:gd name="connsiteX595" fmla="*/ 145901 w 631144"/>
                <a:gd name="connsiteY595" fmla="*/ 601637 h 655734"/>
                <a:gd name="connsiteX596" fmla="*/ 142622 w 631144"/>
                <a:gd name="connsiteY596" fmla="*/ 599997 h 655734"/>
                <a:gd name="connsiteX597" fmla="*/ 139344 w 631144"/>
                <a:gd name="connsiteY597" fmla="*/ 596718 h 655734"/>
                <a:gd name="connsiteX598" fmla="*/ 137704 w 631144"/>
                <a:gd name="connsiteY598" fmla="*/ 596718 h 655734"/>
                <a:gd name="connsiteX599" fmla="*/ 134425 w 631144"/>
                <a:gd name="connsiteY599" fmla="*/ 595079 h 655734"/>
                <a:gd name="connsiteX600" fmla="*/ 132786 w 631144"/>
                <a:gd name="connsiteY600" fmla="*/ 591800 h 655734"/>
                <a:gd name="connsiteX601" fmla="*/ 132786 w 631144"/>
                <a:gd name="connsiteY601" fmla="*/ 590161 h 655734"/>
                <a:gd name="connsiteX602" fmla="*/ 132786 w 631144"/>
                <a:gd name="connsiteY602" fmla="*/ 590161 h 655734"/>
                <a:gd name="connsiteX603" fmla="*/ 131147 w 631144"/>
                <a:gd name="connsiteY603" fmla="*/ 590161 h 655734"/>
                <a:gd name="connsiteX604" fmla="*/ 129508 w 631144"/>
                <a:gd name="connsiteY604" fmla="*/ 590161 h 655734"/>
                <a:gd name="connsiteX605" fmla="*/ 127868 w 631144"/>
                <a:gd name="connsiteY605" fmla="*/ 588522 h 655734"/>
                <a:gd name="connsiteX606" fmla="*/ 127868 w 631144"/>
                <a:gd name="connsiteY606" fmla="*/ 585243 h 655734"/>
                <a:gd name="connsiteX607" fmla="*/ 129508 w 631144"/>
                <a:gd name="connsiteY607" fmla="*/ 580325 h 655734"/>
                <a:gd name="connsiteX608" fmla="*/ 129508 w 631144"/>
                <a:gd name="connsiteY608" fmla="*/ 577046 h 655734"/>
                <a:gd name="connsiteX609" fmla="*/ 129508 w 631144"/>
                <a:gd name="connsiteY609" fmla="*/ 573768 h 655734"/>
                <a:gd name="connsiteX610" fmla="*/ 124589 w 631144"/>
                <a:gd name="connsiteY610" fmla="*/ 572128 h 655734"/>
                <a:gd name="connsiteX611" fmla="*/ 124589 w 631144"/>
                <a:gd name="connsiteY611" fmla="*/ 568850 h 655734"/>
                <a:gd name="connsiteX612" fmla="*/ 122950 w 631144"/>
                <a:gd name="connsiteY612" fmla="*/ 565571 h 655734"/>
                <a:gd name="connsiteX613" fmla="*/ 121311 w 631144"/>
                <a:gd name="connsiteY613" fmla="*/ 565571 h 655734"/>
                <a:gd name="connsiteX614" fmla="*/ 121311 w 631144"/>
                <a:gd name="connsiteY614" fmla="*/ 563932 h 655734"/>
                <a:gd name="connsiteX615" fmla="*/ 122950 w 631144"/>
                <a:gd name="connsiteY615" fmla="*/ 560653 h 655734"/>
                <a:gd name="connsiteX616" fmla="*/ 121311 w 631144"/>
                <a:gd name="connsiteY616" fmla="*/ 557374 h 655734"/>
                <a:gd name="connsiteX617" fmla="*/ 118032 w 631144"/>
                <a:gd name="connsiteY617" fmla="*/ 555735 h 655734"/>
                <a:gd name="connsiteX618" fmla="*/ 116393 w 631144"/>
                <a:gd name="connsiteY618" fmla="*/ 554096 h 655734"/>
                <a:gd name="connsiteX619" fmla="*/ 113114 w 631144"/>
                <a:gd name="connsiteY619" fmla="*/ 552456 h 655734"/>
                <a:gd name="connsiteX620" fmla="*/ 109835 w 631144"/>
                <a:gd name="connsiteY620" fmla="*/ 552456 h 655734"/>
                <a:gd name="connsiteX621" fmla="*/ 109835 w 631144"/>
                <a:gd name="connsiteY621" fmla="*/ 552456 h 655734"/>
                <a:gd name="connsiteX622" fmla="*/ 108196 w 631144"/>
                <a:gd name="connsiteY622" fmla="*/ 552456 h 655734"/>
                <a:gd name="connsiteX623" fmla="*/ 108196 w 631144"/>
                <a:gd name="connsiteY623" fmla="*/ 557374 h 655734"/>
                <a:gd name="connsiteX624" fmla="*/ 109835 w 631144"/>
                <a:gd name="connsiteY624" fmla="*/ 560653 h 655734"/>
                <a:gd name="connsiteX625" fmla="*/ 108196 w 631144"/>
                <a:gd name="connsiteY625" fmla="*/ 563932 h 655734"/>
                <a:gd name="connsiteX626" fmla="*/ 108196 w 631144"/>
                <a:gd name="connsiteY626" fmla="*/ 563932 h 655734"/>
                <a:gd name="connsiteX627" fmla="*/ 103278 w 631144"/>
                <a:gd name="connsiteY627" fmla="*/ 563932 h 655734"/>
                <a:gd name="connsiteX628" fmla="*/ 99999 w 631144"/>
                <a:gd name="connsiteY628" fmla="*/ 565571 h 655734"/>
                <a:gd name="connsiteX629" fmla="*/ 96721 w 631144"/>
                <a:gd name="connsiteY629" fmla="*/ 567210 h 655734"/>
                <a:gd name="connsiteX630" fmla="*/ 95081 w 631144"/>
                <a:gd name="connsiteY630" fmla="*/ 572128 h 655734"/>
                <a:gd name="connsiteX631" fmla="*/ 91802 w 631144"/>
                <a:gd name="connsiteY631" fmla="*/ 573768 h 655734"/>
                <a:gd name="connsiteX632" fmla="*/ 88524 w 631144"/>
                <a:gd name="connsiteY632" fmla="*/ 572128 h 655734"/>
                <a:gd name="connsiteX633" fmla="*/ 86885 w 631144"/>
                <a:gd name="connsiteY633" fmla="*/ 570489 h 655734"/>
                <a:gd name="connsiteX634" fmla="*/ 81967 w 631144"/>
                <a:gd name="connsiteY634" fmla="*/ 568850 h 655734"/>
                <a:gd name="connsiteX635" fmla="*/ 80327 w 631144"/>
                <a:gd name="connsiteY635" fmla="*/ 567210 h 655734"/>
                <a:gd name="connsiteX636" fmla="*/ 77049 w 631144"/>
                <a:gd name="connsiteY636" fmla="*/ 567210 h 655734"/>
                <a:gd name="connsiteX637" fmla="*/ 73770 w 631144"/>
                <a:gd name="connsiteY637" fmla="*/ 565571 h 655734"/>
                <a:gd name="connsiteX638" fmla="*/ 70491 w 631144"/>
                <a:gd name="connsiteY638" fmla="*/ 565571 h 655734"/>
                <a:gd name="connsiteX639" fmla="*/ 67212 w 631144"/>
                <a:gd name="connsiteY639" fmla="*/ 568850 h 655734"/>
                <a:gd name="connsiteX640" fmla="*/ 62295 w 631144"/>
                <a:gd name="connsiteY640" fmla="*/ 572128 h 655734"/>
                <a:gd name="connsiteX641" fmla="*/ 60655 w 631144"/>
                <a:gd name="connsiteY641" fmla="*/ 575407 h 655734"/>
                <a:gd name="connsiteX642" fmla="*/ 57377 w 631144"/>
                <a:gd name="connsiteY642" fmla="*/ 578686 h 655734"/>
                <a:gd name="connsiteX643" fmla="*/ 54098 w 631144"/>
                <a:gd name="connsiteY643" fmla="*/ 577046 h 655734"/>
                <a:gd name="connsiteX644" fmla="*/ 52458 w 631144"/>
                <a:gd name="connsiteY644" fmla="*/ 572128 h 655734"/>
                <a:gd name="connsiteX645" fmla="*/ 50819 w 631144"/>
                <a:gd name="connsiteY645" fmla="*/ 568850 h 655734"/>
                <a:gd name="connsiteX646" fmla="*/ 47541 w 631144"/>
                <a:gd name="connsiteY646" fmla="*/ 565571 h 655734"/>
                <a:gd name="connsiteX647" fmla="*/ 44262 w 631144"/>
                <a:gd name="connsiteY647" fmla="*/ 565571 h 655734"/>
                <a:gd name="connsiteX648" fmla="*/ 42622 w 631144"/>
                <a:gd name="connsiteY648" fmla="*/ 565571 h 655734"/>
                <a:gd name="connsiteX649" fmla="*/ 40983 w 631144"/>
                <a:gd name="connsiteY649" fmla="*/ 568850 h 655734"/>
                <a:gd name="connsiteX650" fmla="*/ 37705 w 631144"/>
                <a:gd name="connsiteY650" fmla="*/ 573768 h 655734"/>
                <a:gd name="connsiteX651" fmla="*/ 34426 w 631144"/>
                <a:gd name="connsiteY651" fmla="*/ 575407 h 655734"/>
                <a:gd name="connsiteX652" fmla="*/ 31147 w 631144"/>
                <a:gd name="connsiteY652" fmla="*/ 572128 h 655734"/>
                <a:gd name="connsiteX653" fmla="*/ 31147 w 631144"/>
                <a:gd name="connsiteY653" fmla="*/ 572128 h 655734"/>
                <a:gd name="connsiteX654" fmla="*/ 27868 w 631144"/>
                <a:gd name="connsiteY654" fmla="*/ 568850 h 655734"/>
                <a:gd name="connsiteX655" fmla="*/ 26229 w 631144"/>
                <a:gd name="connsiteY655" fmla="*/ 567210 h 655734"/>
                <a:gd name="connsiteX656" fmla="*/ 26229 w 631144"/>
                <a:gd name="connsiteY656" fmla="*/ 563932 h 655734"/>
                <a:gd name="connsiteX657" fmla="*/ 27868 w 631144"/>
                <a:gd name="connsiteY657" fmla="*/ 560653 h 655734"/>
                <a:gd name="connsiteX658" fmla="*/ 29508 w 631144"/>
                <a:gd name="connsiteY658" fmla="*/ 555735 h 655734"/>
                <a:gd name="connsiteX659" fmla="*/ 31147 w 631144"/>
                <a:gd name="connsiteY659" fmla="*/ 554096 h 655734"/>
                <a:gd name="connsiteX660" fmla="*/ 27868 w 631144"/>
                <a:gd name="connsiteY660" fmla="*/ 549178 h 655734"/>
                <a:gd name="connsiteX661" fmla="*/ 29508 w 631144"/>
                <a:gd name="connsiteY661" fmla="*/ 547538 h 655734"/>
                <a:gd name="connsiteX662" fmla="*/ 27868 w 631144"/>
                <a:gd name="connsiteY662" fmla="*/ 542620 h 655734"/>
                <a:gd name="connsiteX663" fmla="*/ 29508 w 631144"/>
                <a:gd name="connsiteY663" fmla="*/ 539342 h 655734"/>
                <a:gd name="connsiteX664" fmla="*/ 29508 w 631144"/>
                <a:gd name="connsiteY664" fmla="*/ 536063 h 655734"/>
                <a:gd name="connsiteX665" fmla="*/ 31147 w 631144"/>
                <a:gd name="connsiteY665" fmla="*/ 531145 h 655734"/>
                <a:gd name="connsiteX666" fmla="*/ 27868 w 631144"/>
                <a:gd name="connsiteY666" fmla="*/ 527866 h 655734"/>
                <a:gd name="connsiteX667" fmla="*/ 24590 w 631144"/>
                <a:gd name="connsiteY667" fmla="*/ 524588 h 655734"/>
                <a:gd name="connsiteX668" fmla="*/ 24590 w 631144"/>
                <a:gd name="connsiteY668" fmla="*/ 521309 h 655734"/>
                <a:gd name="connsiteX669" fmla="*/ 22951 w 631144"/>
                <a:gd name="connsiteY669" fmla="*/ 516391 h 655734"/>
                <a:gd name="connsiteX670" fmla="*/ 21311 w 631144"/>
                <a:gd name="connsiteY670" fmla="*/ 513112 h 655734"/>
                <a:gd name="connsiteX671" fmla="*/ 18032 w 631144"/>
                <a:gd name="connsiteY671" fmla="*/ 513112 h 655734"/>
                <a:gd name="connsiteX672" fmla="*/ 14754 w 631144"/>
                <a:gd name="connsiteY672" fmla="*/ 516391 h 655734"/>
                <a:gd name="connsiteX673" fmla="*/ 11475 w 631144"/>
                <a:gd name="connsiteY673" fmla="*/ 513112 h 655734"/>
                <a:gd name="connsiteX674" fmla="*/ 13114 w 631144"/>
                <a:gd name="connsiteY674" fmla="*/ 509834 h 655734"/>
                <a:gd name="connsiteX675" fmla="*/ 8197 w 631144"/>
                <a:gd name="connsiteY675" fmla="*/ 506555 h 655734"/>
                <a:gd name="connsiteX676" fmla="*/ 6557 w 631144"/>
                <a:gd name="connsiteY676" fmla="*/ 503276 h 655734"/>
                <a:gd name="connsiteX677" fmla="*/ 4918 w 631144"/>
                <a:gd name="connsiteY677" fmla="*/ 499998 h 655734"/>
                <a:gd name="connsiteX678" fmla="*/ 4918 w 631144"/>
                <a:gd name="connsiteY678" fmla="*/ 498358 h 655734"/>
                <a:gd name="connsiteX679" fmla="*/ 8197 w 631144"/>
                <a:gd name="connsiteY679" fmla="*/ 496719 h 655734"/>
                <a:gd name="connsiteX680" fmla="*/ 9836 w 631144"/>
                <a:gd name="connsiteY680" fmla="*/ 493440 h 655734"/>
                <a:gd name="connsiteX681" fmla="*/ 8197 w 631144"/>
                <a:gd name="connsiteY681" fmla="*/ 488522 h 655734"/>
                <a:gd name="connsiteX682" fmla="*/ 6557 w 631144"/>
                <a:gd name="connsiteY682" fmla="*/ 485244 h 655734"/>
                <a:gd name="connsiteX683" fmla="*/ 8197 w 631144"/>
                <a:gd name="connsiteY683" fmla="*/ 481965 h 655734"/>
                <a:gd name="connsiteX684" fmla="*/ 8197 w 631144"/>
                <a:gd name="connsiteY684" fmla="*/ 477047 h 655734"/>
                <a:gd name="connsiteX685" fmla="*/ 6557 w 631144"/>
                <a:gd name="connsiteY685" fmla="*/ 473768 h 655734"/>
                <a:gd name="connsiteX686" fmla="*/ 3278 w 631144"/>
                <a:gd name="connsiteY686" fmla="*/ 470490 h 655734"/>
                <a:gd name="connsiteX687" fmla="*/ 0 w 631144"/>
                <a:gd name="connsiteY687" fmla="*/ 468850 h 655734"/>
                <a:gd name="connsiteX688" fmla="*/ 0 w 631144"/>
                <a:gd name="connsiteY688" fmla="*/ 467211 h 655734"/>
                <a:gd name="connsiteX689" fmla="*/ 0 w 631144"/>
                <a:gd name="connsiteY689" fmla="*/ 465572 h 655734"/>
                <a:gd name="connsiteX690" fmla="*/ 0 w 631144"/>
                <a:gd name="connsiteY690" fmla="*/ 462293 h 655734"/>
                <a:gd name="connsiteX691" fmla="*/ 3278 w 631144"/>
                <a:gd name="connsiteY691" fmla="*/ 459014 h 655734"/>
                <a:gd name="connsiteX692" fmla="*/ 0 w 631144"/>
                <a:gd name="connsiteY692" fmla="*/ 455735 h 655734"/>
                <a:gd name="connsiteX693" fmla="*/ 0 w 631144"/>
                <a:gd name="connsiteY693" fmla="*/ 452457 h 65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</a:cxnLst>
              <a:rect l="l" t="t" r="r" b="b"/>
              <a:pathLst>
                <a:path w="631144" h="655734">
                  <a:moveTo>
                    <a:pt x="0" y="452457"/>
                  </a:moveTo>
                  <a:lnTo>
                    <a:pt x="3278" y="452457"/>
                  </a:lnTo>
                  <a:lnTo>
                    <a:pt x="6557" y="454096"/>
                  </a:lnTo>
                  <a:lnTo>
                    <a:pt x="9836" y="452457"/>
                  </a:lnTo>
                  <a:lnTo>
                    <a:pt x="13114" y="449178"/>
                  </a:lnTo>
                  <a:lnTo>
                    <a:pt x="16393" y="445900"/>
                  </a:lnTo>
                  <a:lnTo>
                    <a:pt x="16393" y="442621"/>
                  </a:lnTo>
                  <a:lnTo>
                    <a:pt x="16393" y="440981"/>
                  </a:lnTo>
                  <a:lnTo>
                    <a:pt x="14754" y="436063"/>
                  </a:lnTo>
                  <a:lnTo>
                    <a:pt x="16393" y="432785"/>
                  </a:lnTo>
                  <a:lnTo>
                    <a:pt x="16393" y="429506"/>
                  </a:lnTo>
                  <a:lnTo>
                    <a:pt x="18032" y="426228"/>
                  </a:lnTo>
                  <a:lnTo>
                    <a:pt x="19672" y="421309"/>
                  </a:lnTo>
                  <a:lnTo>
                    <a:pt x="19672" y="418031"/>
                  </a:lnTo>
                  <a:lnTo>
                    <a:pt x="24590" y="418031"/>
                  </a:lnTo>
                  <a:lnTo>
                    <a:pt x="27868" y="416391"/>
                  </a:lnTo>
                  <a:lnTo>
                    <a:pt x="31147" y="414752"/>
                  </a:lnTo>
                  <a:lnTo>
                    <a:pt x="34426" y="418031"/>
                  </a:lnTo>
                  <a:lnTo>
                    <a:pt x="36065" y="421309"/>
                  </a:lnTo>
                  <a:lnTo>
                    <a:pt x="39344" y="424588"/>
                  </a:lnTo>
                  <a:lnTo>
                    <a:pt x="44262" y="427867"/>
                  </a:lnTo>
                  <a:lnTo>
                    <a:pt x="47541" y="432785"/>
                  </a:lnTo>
                  <a:lnTo>
                    <a:pt x="50819" y="436063"/>
                  </a:lnTo>
                  <a:lnTo>
                    <a:pt x="50819" y="437703"/>
                  </a:lnTo>
                  <a:lnTo>
                    <a:pt x="52458" y="434424"/>
                  </a:lnTo>
                  <a:lnTo>
                    <a:pt x="54098" y="429506"/>
                  </a:lnTo>
                  <a:lnTo>
                    <a:pt x="57377" y="426228"/>
                  </a:lnTo>
                  <a:lnTo>
                    <a:pt x="59016" y="422949"/>
                  </a:lnTo>
                  <a:lnTo>
                    <a:pt x="60655" y="422949"/>
                  </a:lnTo>
                  <a:lnTo>
                    <a:pt x="63934" y="422949"/>
                  </a:lnTo>
                  <a:lnTo>
                    <a:pt x="65573" y="422949"/>
                  </a:lnTo>
                  <a:lnTo>
                    <a:pt x="68852" y="422949"/>
                  </a:lnTo>
                  <a:lnTo>
                    <a:pt x="72131" y="422949"/>
                  </a:lnTo>
                  <a:lnTo>
                    <a:pt x="77049" y="422949"/>
                  </a:lnTo>
                  <a:lnTo>
                    <a:pt x="80327" y="424588"/>
                  </a:lnTo>
                  <a:lnTo>
                    <a:pt x="83606" y="426228"/>
                  </a:lnTo>
                  <a:lnTo>
                    <a:pt x="85245" y="426228"/>
                  </a:lnTo>
                  <a:lnTo>
                    <a:pt x="90164" y="424588"/>
                  </a:lnTo>
                  <a:lnTo>
                    <a:pt x="93442" y="426228"/>
                  </a:lnTo>
                  <a:lnTo>
                    <a:pt x="96721" y="424588"/>
                  </a:lnTo>
                  <a:lnTo>
                    <a:pt x="96721" y="422949"/>
                  </a:lnTo>
                  <a:lnTo>
                    <a:pt x="99999" y="422949"/>
                  </a:lnTo>
                  <a:lnTo>
                    <a:pt x="104917" y="422949"/>
                  </a:lnTo>
                  <a:lnTo>
                    <a:pt x="108196" y="418031"/>
                  </a:lnTo>
                  <a:lnTo>
                    <a:pt x="108196" y="414752"/>
                  </a:lnTo>
                  <a:lnTo>
                    <a:pt x="108196" y="413113"/>
                  </a:lnTo>
                  <a:lnTo>
                    <a:pt x="111475" y="418031"/>
                  </a:lnTo>
                  <a:lnTo>
                    <a:pt x="114754" y="419670"/>
                  </a:lnTo>
                  <a:lnTo>
                    <a:pt x="116393" y="419670"/>
                  </a:lnTo>
                  <a:lnTo>
                    <a:pt x="119671" y="419670"/>
                  </a:lnTo>
                  <a:lnTo>
                    <a:pt x="122950" y="419670"/>
                  </a:lnTo>
                  <a:lnTo>
                    <a:pt x="124589" y="419670"/>
                  </a:lnTo>
                  <a:lnTo>
                    <a:pt x="127868" y="419670"/>
                  </a:lnTo>
                  <a:lnTo>
                    <a:pt x="132786" y="419670"/>
                  </a:lnTo>
                  <a:lnTo>
                    <a:pt x="136065" y="419670"/>
                  </a:lnTo>
                  <a:lnTo>
                    <a:pt x="139344" y="419670"/>
                  </a:lnTo>
                  <a:lnTo>
                    <a:pt x="142622" y="419670"/>
                  </a:lnTo>
                  <a:lnTo>
                    <a:pt x="147540" y="419670"/>
                  </a:lnTo>
                  <a:lnTo>
                    <a:pt x="150819" y="419670"/>
                  </a:lnTo>
                  <a:lnTo>
                    <a:pt x="155737" y="419670"/>
                  </a:lnTo>
                  <a:lnTo>
                    <a:pt x="159015" y="419670"/>
                  </a:lnTo>
                  <a:lnTo>
                    <a:pt x="163934" y="419670"/>
                  </a:lnTo>
                  <a:lnTo>
                    <a:pt x="167212" y="419670"/>
                  </a:lnTo>
                  <a:lnTo>
                    <a:pt x="172130" y="419670"/>
                  </a:lnTo>
                  <a:lnTo>
                    <a:pt x="175409" y="419670"/>
                  </a:lnTo>
                  <a:lnTo>
                    <a:pt x="180327" y="419670"/>
                  </a:lnTo>
                  <a:lnTo>
                    <a:pt x="183605" y="419670"/>
                  </a:lnTo>
                  <a:lnTo>
                    <a:pt x="188524" y="419670"/>
                  </a:lnTo>
                  <a:lnTo>
                    <a:pt x="191802" y="419670"/>
                  </a:lnTo>
                  <a:lnTo>
                    <a:pt x="196720" y="419670"/>
                  </a:lnTo>
                  <a:lnTo>
                    <a:pt x="196720" y="419670"/>
                  </a:lnTo>
                  <a:lnTo>
                    <a:pt x="201638" y="419670"/>
                  </a:lnTo>
                  <a:lnTo>
                    <a:pt x="204917" y="419670"/>
                  </a:lnTo>
                  <a:lnTo>
                    <a:pt x="209835" y="419670"/>
                  </a:lnTo>
                  <a:lnTo>
                    <a:pt x="213114" y="419670"/>
                  </a:lnTo>
                  <a:lnTo>
                    <a:pt x="218032" y="419670"/>
                  </a:lnTo>
                  <a:lnTo>
                    <a:pt x="221310" y="419670"/>
                  </a:lnTo>
                  <a:lnTo>
                    <a:pt x="226228" y="419670"/>
                  </a:lnTo>
                  <a:lnTo>
                    <a:pt x="226228" y="419670"/>
                  </a:lnTo>
                  <a:lnTo>
                    <a:pt x="231146" y="419670"/>
                  </a:lnTo>
                  <a:lnTo>
                    <a:pt x="234425" y="419670"/>
                  </a:lnTo>
                  <a:lnTo>
                    <a:pt x="239343" y="419670"/>
                  </a:lnTo>
                  <a:lnTo>
                    <a:pt x="242622" y="419670"/>
                  </a:lnTo>
                  <a:lnTo>
                    <a:pt x="247539" y="419670"/>
                  </a:lnTo>
                  <a:lnTo>
                    <a:pt x="250818" y="419670"/>
                  </a:lnTo>
                  <a:lnTo>
                    <a:pt x="254097" y="419670"/>
                  </a:lnTo>
                  <a:lnTo>
                    <a:pt x="257376" y="419670"/>
                  </a:lnTo>
                  <a:lnTo>
                    <a:pt x="259015" y="416391"/>
                  </a:lnTo>
                  <a:lnTo>
                    <a:pt x="259015" y="413113"/>
                  </a:lnTo>
                  <a:lnTo>
                    <a:pt x="260654" y="408195"/>
                  </a:lnTo>
                  <a:lnTo>
                    <a:pt x="260654" y="404916"/>
                  </a:lnTo>
                  <a:lnTo>
                    <a:pt x="260654" y="401637"/>
                  </a:lnTo>
                  <a:lnTo>
                    <a:pt x="262294" y="396719"/>
                  </a:lnTo>
                  <a:lnTo>
                    <a:pt x="262294" y="393441"/>
                  </a:lnTo>
                  <a:lnTo>
                    <a:pt x="263933" y="390162"/>
                  </a:lnTo>
                  <a:lnTo>
                    <a:pt x="263933" y="385244"/>
                  </a:lnTo>
                  <a:lnTo>
                    <a:pt x="262294" y="381965"/>
                  </a:lnTo>
                  <a:lnTo>
                    <a:pt x="259015" y="378687"/>
                  </a:lnTo>
                  <a:lnTo>
                    <a:pt x="254097" y="375408"/>
                  </a:lnTo>
                  <a:lnTo>
                    <a:pt x="254097" y="372129"/>
                  </a:lnTo>
                  <a:lnTo>
                    <a:pt x="254097" y="367211"/>
                  </a:lnTo>
                  <a:lnTo>
                    <a:pt x="254097" y="363933"/>
                  </a:lnTo>
                  <a:lnTo>
                    <a:pt x="254097" y="360654"/>
                  </a:lnTo>
                  <a:lnTo>
                    <a:pt x="254097" y="357375"/>
                  </a:lnTo>
                  <a:lnTo>
                    <a:pt x="252458" y="352457"/>
                  </a:lnTo>
                  <a:lnTo>
                    <a:pt x="252458" y="349179"/>
                  </a:lnTo>
                  <a:lnTo>
                    <a:pt x="252458" y="345900"/>
                  </a:lnTo>
                  <a:lnTo>
                    <a:pt x="252458" y="340982"/>
                  </a:lnTo>
                  <a:lnTo>
                    <a:pt x="252458" y="337703"/>
                  </a:lnTo>
                  <a:lnTo>
                    <a:pt x="250818" y="334425"/>
                  </a:lnTo>
                  <a:lnTo>
                    <a:pt x="250818" y="329507"/>
                  </a:lnTo>
                  <a:lnTo>
                    <a:pt x="250818" y="326228"/>
                  </a:lnTo>
                  <a:lnTo>
                    <a:pt x="250818" y="322949"/>
                  </a:lnTo>
                  <a:lnTo>
                    <a:pt x="250818" y="318031"/>
                  </a:lnTo>
                  <a:lnTo>
                    <a:pt x="250818" y="314753"/>
                  </a:lnTo>
                  <a:lnTo>
                    <a:pt x="249179" y="311474"/>
                  </a:lnTo>
                  <a:lnTo>
                    <a:pt x="249179" y="306556"/>
                  </a:lnTo>
                  <a:lnTo>
                    <a:pt x="249179" y="303277"/>
                  </a:lnTo>
                  <a:lnTo>
                    <a:pt x="249179" y="299998"/>
                  </a:lnTo>
                  <a:lnTo>
                    <a:pt x="249179" y="295081"/>
                  </a:lnTo>
                  <a:lnTo>
                    <a:pt x="247539" y="291802"/>
                  </a:lnTo>
                  <a:lnTo>
                    <a:pt x="247539" y="288523"/>
                  </a:lnTo>
                  <a:lnTo>
                    <a:pt x="247539" y="283605"/>
                  </a:lnTo>
                  <a:lnTo>
                    <a:pt x="247539" y="280326"/>
                  </a:lnTo>
                  <a:lnTo>
                    <a:pt x="247539" y="277048"/>
                  </a:lnTo>
                  <a:lnTo>
                    <a:pt x="247539" y="272130"/>
                  </a:lnTo>
                  <a:lnTo>
                    <a:pt x="247539" y="268851"/>
                  </a:lnTo>
                  <a:lnTo>
                    <a:pt x="245901" y="265573"/>
                  </a:lnTo>
                  <a:lnTo>
                    <a:pt x="245901" y="262294"/>
                  </a:lnTo>
                  <a:lnTo>
                    <a:pt x="245901" y="257376"/>
                  </a:lnTo>
                  <a:lnTo>
                    <a:pt x="245901" y="254097"/>
                  </a:lnTo>
                  <a:lnTo>
                    <a:pt x="245901" y="250818"/>
                  </a:lnTo>
                  <a:lnTo>
                    <a:pt x="244261" y="245901"/>
                  </a:lnTo>
                  <a:lnTo>
                    <a:pt x="244261" y="242622"/>
                  </a:lnTo>
                  <a:lnTo>
                    <a:pt x="244261" y="239343"/>
                  </a:lnTo>
                  <a:lnTo>
                    <a:pt x="244261" y="234425"/>
                  </a:lnTo>
                  <a:lnTo>
                    <a:pt x="244261" y="231146"/>
                  </a:lnTo>
                  <a:lnTo>
                    <a:pt x="244261" y="227868"/>
                  </a:lnTo>
                  <a:lnTo>
                    <a:pt x="244261" y="222950"/>
                  </a:lnTo>
                  <a:lnTo>
                    <a:pt x="242622" y="221310"/>
                  </a:lnTo>
                  <a:lnTo>
                    <a:pt x="242622" y="218032"/>
                  </a:lnTo>
                  <a:lnTo>
                    <a:pt x="242622" y="213114"/>
                  </a:lnTo>
                  <a:lnTo>
                    <a:pt x="242622" y="209835"/>
                  </a:lnTo>
                  <a:lnTo>
                    <a:pt x="242622" y="206556"/>
                  </a:lnTo>
                  <a:lnTo>
                    <a:pt x="242622" y="201638"/>
                  </a:lnTo>
                  <a:lnTo>
                    <a:pt x="242622" y="198360"/>
                  </a:lnTo>
                  <a:lnTo>
                    <a:pt x="240982" y="195081"/>
                  </a:lnTo>
                  <a:lnTo>
                    <a:pt x="240982" y="190163"/>
                  </a:lnTo>
                  <a:lnTo>
                    <a:pt x="240982" y="186884"/>
                  </a:lnTo>
                  <a:lnTo>
                    <a:pt x="240982" y="183606"/>
                  </a:lnTo>
                  <a:lnTo>
                    <a:pt x="240982" y="180327"/>
                  </a:lnTo>
                  <a:lnTo>
                    <a:pt x="239343" y="175409"/>
                  </a:lnTo>
                  <a:lnTo>
                    <a:pt x="239343" y="172130"/>
                  </a:lnTo>
                  <a:lnTo>
                    <a:pt x="239343" y="167212"/>
                  </a:lnTo>
                  <a:lnTo>
                    <a:pt x="239343" y="163934"/>
                  </a:lnTo>
                  <a:lnTo>
                    <a:pt x="239343" y="160655"/>
                  </a:lnTo>
                  <a:lnTo>
                    <a:pt x="239343" y="155737"/>
                  </a:lnTo>
                  <a:lnTo>
                    <a:pt x="237704" y="152458"/>
                  </a:lnTo>
                  <a:lnTo>
                    <a:pt x="237704" y="149179"/>
                  </a:lnTo>
                  <a:lnTo>
                    <a:pt x="237704" y="145901"/>
                  </a:lnTo>
                  <a:lnTo>
                    <a:pt x="237704" y="140983"/>
                  </a:lnTo>
                  <a:lnTo>
                    <a:pt x="237704" y="137704"/>
                  </a:lnTo>
                  <a:lnTo>
                    <a:pt x="236064" y="134426"/>
                  </a:lnTo>
                  <a:lnTo>
                    <a:pt x="236064" y="129508"/>
                  </a:lnTo>
                  <a:lnTo>
                    <a:pt x="236064" y="126229"/>
                  </a:lnTo>
                  <a:lnTo>
                    <a:pt x="236064" y="122950"/>
                  </a:lnTo>
                  <a:lnTo>
                    <a:pt x="236064" y="118032"/>
                  </a:lnTo>
                  <a:lnTo>
                    <a:pt x="236064" y="114754"/>
                  </a:lnTo>
                  <a:lnTo>
                    <a:pt x="236064" y="111475"/>
                  </a:lnTo>
                  <a:lnTo>
                    <a:pt x="234425" y="108196"/>
                  </a:lnTo>
                  <a:lnTo>
                    <a:pt x="234425" y="103278"/>
                  </a:lnTo>
                  <a:lnTo>
                    <a:pt x="234425" y="99999"/>
                  </a:lnTo>
                  <a:lnTo>
                    <a:pt x="234425" y="96721"/>
                  </a:lnTo>
                  <a:lnTo>
                    <a:pt x="234425" y="91803"/>
                  </a:lnTo>
                  <a:lnTo>
                    <a:pt x="234425" y="90164"/>
                  </a:lnTo>
                  <a:lnTo>
                    <a:pt x="232786" y="85245"/>
                  </a:lnTo>
                  <a:lnTo>
                    <a:pt x="232786" y="81967"/>
                  </a:lnTo>
                  <a:lnTo>
                    <a:pt x="232786" y="80327"/>
                  </a:lnTo>
                  <a:lnTo>
                    <a:pt x="232786" y="77049"/>
                  </a:lnTo>
                  <a:lnTo>
                    <a:pt x="232786" y="73770"/>
                  </a:lnTo>
                  <a:lnTo>
                    <a:pt x="232786" y="68852"/>
                  </a:lnTo>
                  <a:lnTo>
                    <a:pt x="232786" y="65573"/>
                  </a:lnTo>
                  <a:lnTo>
                    <a:pt x="231146" y="62295"/>
                  </a:lnTo>
                  <a:lnTo>
                    <a:pt x="231146" y="57377"/>
                  </a:lnTo>
                  <a:lnTo>
                    <a:pt x="231146" y="54098"/>
                  </a:lnTo>
                  <a:lnTo>
                    <a:pt x="231146" y="50819"/>
                  </a:lnTo>
                  <a:lnTo>
                    <a:pt x="231146" y="49180"/>
                  </a:lnTo>
                  <a:lnTo>
                    <a:pt x="229507" y="44262"/>
                  </a:lnTo>
                  <a:lnTo>
                    <a:pt x="229507" y="40983"/>
                  </a:lnTo>
                  <a:lnTo>
                    <a:pt x="229507" y="37705"/>
                  </a:lnTo>
                  <a:lnTo>
                    <a:pt x="229507" y="32787"/>
                  </a:lnTo>
                  <a:lnTo>
                    <a:pt x="229507" y="31147"/>
                  </a:lnTo>
                  <a:lnTo>
                    <a:pt x="229507" y="27869"/>
                  </a:lnTo>
                  <a:lnTo>
                    <a:pt x="229507" y="24590"/>
                  </a:lnTo>
                  <a:lnTo>
                    <a:pt x="227868" y="19672"/>
                  </a:lnTo>
                  <a:lnTo>
                    <a:pt x="227868" y="16393"/>
                  </a:lnTo>
                  <a:lnTo>
                    <a:pt x="227868" y="13114"/>
                  </a:lnTo>
                  <a:lnTo>
                    <a:pt x="227868" y="8197"/>
                  </a:lnTo>
                  <a:lnTo>
                    <a:pt x="227868" y="4918"/>
                  </a:lnTo>
                  <a:lnTo>
                    <a:pt x="226228" y="0"/>
                  </a:lnTo>
                  <a:lnTo>
                    <a:pt x="231146" y="0"/>
                  </a:lnTo>
                  <a:lnTo>
                    <a:pt x="234425" y="0"/>
                  </a:lnTo>
                  <a:lnTo>
                    <a:pt x="239343" y="0"/>
                  </a:lnTo>
                  <a:lnTo>
                    <a:pt x="242622" y="0"/>
                  </a:lnTo>
                  <a:lnTo>
                    <a:pt x="245901" y="0"/>
                  </a:lnTo>
                  <a:lnTo>
                    <a:pt x="250818" y="0"/>
                  </a:lnTo>
                  <a:lnTo>
                    <a:pt x="254097" y="0"/>
                  </a:lnTo>
                  <a:lnTo>
                    <a:pt x="259015" y="0"/>
                  </a:lnTo>
                  <a:lnTo>
                    <a:pt x="262294" y="0"/>
                  </a:lnTo>
                  <a:lnTo>
                    <a:pt x="267212" y="0"/>
                  </a:lnTo>
                  <a:lnTo>
                    <a:pt x="270491" y="0"/>
                  </a:lnTo>
                  <a:lnTo>
                    <a:pt x="275408" y="0"/>
                  </a:lnTo>
                  <a:lnTo>
                    <a:pt x="278687" y="0"/>
                  </a:lnTo>
                  <a:lnTo>
                    <a:pt x="281966" y="0"/>
                  </a:lnTo>
                  <a:lnTo>
                    <a:pt x="286884" y="0"/>
                  </a:lnTo>
                  <a:lnTo>
                    <a:pt x="290162" y="0"/>
                  </a:lnTo>
                  <a:lnTo>
                    <a:pt x="293441" y="0"/>
                  </a:lnTo>
                  <a:lnTo>
                    <a:pt x="296720" y="3279"/>
                  </a:lnTo>
                  <a:lnTo>
                    <a:pt x="301638" y="6557"/>
                  </a:lnTo>
                  <a:lnTo>
                    <a:pt x="304916" y="9836"/>
                  </a:lnTo>
                  <a:lnTo>
                    <a:pt x="309835" y="13114"/>
                  </a:lnTo>
                  <a:lnTo>
                    <a:pt x="313113" y="14754"/>
                  </a:lnTo>
                  <a:lnTo>
                    <a:pt x="316392" y="18033"/>
                  </a:lnTo>
                  <a:lnTo>
                    <a:pt x="321310" y="21311"/>
                  </a:lnTo>
                  <a:lnTo>
                    <a:pt x="324588" y="24590"/>
                  </a:lnTo>
                  <a:lnTo>
                    <a:pt x="327867" y="27869"/>
                  </a:lnTo>
                  <a:lnTo>
                    <a:pt x="332785" y="29508"/>
                  </a:lnTo>
                  <a:lnTo>
                    <a:pt x="336064" y="32787"/>
                  </a:lnTo>
                  <a:lnTo>
                    <a:pt x="339342" y="36065"/>
                  </a:lnTo>
                  <a:lnTo>
                    <a:pt x="344261" y="39344"/>
                  </a:lnTo>
                  <a:lnTo>
                    <a:pt x="347539" y="42623"/>
                  </a:lnTo>
                  <a:lnTo>
                    <a:pt x="350818" y="44262"/>
                  </a:lnTo>
                  <a:lnTo>
                    <a:pt x="350818" y="44262"/>
                  </a:lnTo>
                  <a:lnTo>
                    <a:pt x="355736" y="47541"/>
                  </a:lnTo>
                  <a:lnTo>
                    <a:pt x="359015" y="50819"/>
                  </a:lnTo>
                  <a:lnTo>
                    <a:pt x="362293" y="54098"/>
                  </a:lnTo>
                  <a:lnTo>
                    <a:pt x="367211" y="57377"/>
                  </a:lnTo>
                  <a:lnTo>
                    <a:pt x="370490" y="59016"/>
                  </a:lnTo>
                  <a:lnTo>
                    <a:pt x="373769" y="62295"/>
                  </a:lnTo>
                  <a:lnTo>
                    <a:pt x="378686" y="65573"/>
                  </a:lnTo>
                  <a:lnTo>
                    <a:pt x="381965" y="68852"/>
                  </a:lnTo>
                  <a:lnTo>
                    <a:pt x="385244" y="72131"/>
                  </a:lnTo>
                  <a:lnTo>
                    <a:pt x="390162" y="73770"/>
                  </a:lnTo>
                  <a:lnTo>
                    <a:pt x="393441" y="77049"/>
                  </a:lnTo>
                  <a:lnTo>
                    <a:pt x="396719" y="80327"/>
                  </a:lnTo>
                  <a:lnTo>
                    <a:pt x="399998" y="83606"/>
                  </a:lnTo>
                  <a:lnTo>
                    <a:pt x="404916" y="86885"/>
                  </a:lnTo>
                  <a:lnTo>
                    <a:pt x="408195" y="90164"/>
                  </a:lnTo>
                  <a:lnTo>
                    <a:pt x="411473" y="91803"/>
                  </a:lnTo>
                  <a:lnTo>
                    <a:pt x="416391" y="95081"/>
                  </a:lnTo>
                  <a:lnTo>
                    <a:pt x="419670" y="98360"/>
                  </a:lnTo>
                  <a:lnTo>
                    <a:pt x="422949" y="101639"/>
                  </a:lnTo>
                  <a:lnTo>
                    <a:pt x="427867" y="104917"/>
                  </a:lnTo>
                  <a:lnTo>
                    <a:pt x="431145" y="108196"/>
                  </a:lnTo>
                  <a:lnTo>
                    <a:pt x="434424" y="111475"/>
                  </a:lnTo>
                  <a:lnTo>
                    <a:pt x="437703" y="113114"/>
                  </a:lnTo>
                  <a:lnTo>
                    <a:pt x="442621" y="116393"/>
                  </a:lnTo>
                  <a:lnTo>
                    <a:pt x="445899" y="119671"/>
                  </a:lnTo>
                  <a:lnTo>
                    <a:pt x="449178" y="122950"/>
                  </a:lnTo>
                  <a:lnTo>
                    <a:pt x="454096" y="126229"/>
                  </a:lnTo>
                  <a:lnTo>
                    <a:pt x="457375" y="129508"/>
                  </a:lnTo>
                  <a:lnTo>
                    <a:pt x="460653" y="132786"/>
                  </a:lnTo>
                  <a:lnTo>
                    <a:pt x="463932" y="134426"/>
                  </a:lnTo>
                  <a:lnTo>
                    <a:pt x="468850" y="137704"/>
                  </a:lnTo>
                  <a:lnTo>
                    <a:pt x="470489" y="139344"/>
                  </a:lnTo>
                  <a:lnTo>
                    <a:pt x="472129" y="140983"/>
                  </a:lnTo>
                  <a:lnTo>
                    <a:pt x="475408" y="144261"/>
                  </a:lnTo>
                  <a:lnTo>
                    <a:pt x="478686" y="145901"/>
                  </a:lnTo>
                  <a:lnTo>
                    <a:pt x="483604" y="149179"/>
                  </a:lnTo>
                  <a:lnTo>
                    <a:pt x="486883" y="152458"/>
                  </a:lnTo>
                  <a:lnTo>
                    <a:pt x="490162" y="154098"/>
                  </a:lnTo>
                  <a:lnTo>
                    <a:pt x="493440" y="157376"/>
                  </a:lnTo>
                  <a:lnTo>
                    <a:pt x="498358" y="160655"/>
                  </a:lnTo>
                  <a:lnTo>
                    <a:pt x="501637" y="162294"/>
                  </a:lnTo>
                  <a:lnTo>
                    <a:pt x="504916" y="165573"/>
                  </a:lnTo>
                  <a:lnTo>
                    <a:pt x="508194" y="168851"/>
                  </a:lnTo>
                  <a:lnTo>
                    <a:pt x="513112" y="170491"/>
                  </a:lnTo>
                  <a:lnTo>
                    <a:pt x="514752" y="173770"/>
                  </a:lnTo>
                  <a:lnTo>
                    <a:pt x="516391" y="177048"/>
                  </a:lnTo>
                  <a:lnTo>
                    <a:pt x="516391" y="177048"/>
                  </a:lnTo>
                  <a:lnTo>
                    <a:pt x="516391" y="177048"/>
                  </a:lnTo>
                  <a:lnTo>
                    <a:pt x="516391" y="181966"/>
                  </a:lnTo>
                  <a:lnTo>
                    <a:pt x="514752" y="185245"/>
                  </a:lnTo>
                  <a:lnTo>
                    <a:pt x="516391" y="188524"/>
                  </a:lnTo>
                  <a:lnTo>
                    <a:pt x="519669" y="188524"/>
                  </a:lnTo>
                  <a:lnTo>
                    <a:pt x="521309" y="190163"/>
                  </a:lnTo>
                  <a:lnTo>
                    <a:pt x="524588" y="193442"/>
                  </a:lnTo>
                  <a:lnTo>
                    <a:pt x="529506" y="195081"/>
                  </a:lnTo>
                  <a:lnTo>
                    <a:pt x="532784" y="196720"/>
                  </a:lnTo>
                  <a:lnTo>
                    <a:pt x="534423" y="199999"/>
                  </a:lnTo>
                  <a:lnTo>
                    <a:pt x="534423" y="204917"/>
                  </a:lnTo>
                  <a:lnTo>
                    <a:pt x="539342" y="208196"/>
                  </a:lnTo>
                  <a:lnTo>
                    <a:pt x="542620" y="211474"/>
                  </a:lnTo>
                  <a:lnTo>
                    <a:pt x="545899" y="209835"/>
                  </a:lnTo>
                  <a:lnTo>
                    <a:pt x="550817" y="211474"/>
                  </a:lnTo>
                  <a:lnTo>
                    <a:pt x="554096" y="208196"/>
                  </a:lnTo>
                  <a:lnTo>
                    <a:pt x="557375" y="211474"/>
                  </a:lnTo>
                  <a:lnTo>
                    <a:pt x="560653" y="214753"/>
                  </a:lnTo>
                  <a:lnTo>
                    <a:pt x="562292" y="219671"/>
                  </a:lnTo>
                  <a:lnTo>
                    <a:pt x="565571" y="221310"/>
                  </a:lnTo>
                  <a:lnTo>
                    <a:pt x="570489" y="221310"/>
                  </a:lnTo>
                  <a:lnTo>
                    <a:pt x="573768" y="221310"/>
                  </a:lnTo>
                  <a:lnTo>
                    <a:pt x="575407" y="222950"/>
                  </a:lnTo>
                  <a:lnTo>
                    <a:pt x="578686" y="222950"/>
                  </a:lnTo>
                  <a:lnTo>
                    <a:pt x="583604" y="222950"/>
                  </a:lnTo>
                  <a:lnTo>
                    <a:pt x="585243" y="224589"/>
                  </a:lnTo>
                  <a:lnTo>
                    <a:pt x="588522" y="227868"/>
                  </a:lnTo>
                  <a:lnTo>
                    <a:pt x="593440" y="229507"/>
                  </a:lnTo>
                  <a:lnTo>
                    <a:pt x="591800" y="234425"/>
                  </a:lnTo>
                  <a:lnTo>
                    <a:pt x="591800" y="237704"/>
                  </a:lnTo>
                  <a:lnTo>
                    <a:pt x="591800" y="240982"/>
                  </a:lnTo>
                  <a:lnTo>
                    <a:pt x="593440" y="244261"/>
                  </a:lnTo>
                  <a:lnTo>
                    <a:pt x="595079" y="249179"/>
                  </a:lnTo>
                  <a:lnTo>
                    <a:pt x="591800" y="252458"/>
                  </a:lnTo>
                  <a:lnTo>
                    <a:pt x="588522" y="255736"/>
                  </a:lnTo>
                  <a:lnTo>
                    <a:pt x="588522" y="260654"/>
                  </a:lnTo>
                  <a:lnTo>
                    <a:pt x="591800" y="262294"/>
                  </a:lnTo>
                  <a:lnTo>
                    <a:pt x="596719" y="267212"/>
                  </a:lnTo>
                  <a:lnTo>
                    <a:pt x="596719" y="267212"/>
                  </a:lnTo>
                  <a:lnTo>
                    <a:pt x="601636" y="265573"/>
                  </a:lnTo>
                  <a:lnTo>
                    <a:pt x="604915" y="265573"/>
                  </a:lnTo>
                  <a:lnTo>
                    <a:pt x="609833" y="263933"/>
                  </a:lnTo>
                  <a:lnTo>
                    <a:pt x="613112" y="262294"/>
                  </a:lnTo>
                  <a:lnTo>
                    <a:pt x="614751" y="262294"/>
                  </a:lnTo>
                  <a:lnTo>
                    <a:pt x="618030" y="262294"/>
                  </a:lnTo>
                  <a:lnTo>
                    <a:pt x="622948" y="260654"/>
                  </a:lnTo>
                  <a:lnTo>
                    <a:pt x="626226" y="260654"/>
                  </a:lnTo>
                  <a:lnTo>
                    <a:pt x="631145" y="259015"/>
                  </a:lnTo>
                  <a:lnTo>
                    <a:pt x="631145" y="262294"/>
                  </a:lnTo>
                  <a:lnTo>
                    <a:pt x="631145" y="265573"/>
                  </a:lnTo>
                  <a:lnTo>
                    <a:pt x="631145" y="270491"/>
                  </a:lnTo>
                  <a:lnTo>
                    <a:pt x="631145" y="273769"/>
                  </a:lnTo>
                  <a:lnTo>
                    <a:pt x="631145" y="277048"/>
                  </a:lnTo>
                  <a:lnTo>
                    <a:pt x="631145" y="281966"/>
                  </a:lnTo>
                  <a:lnTo>
                    <a:pt x="631145" y="283605"/>
                  </a:lnTo>
                  <a:lnTo>
                    <a:pt x="631145" y="288523"/>
                  </a:lnTo>
                  <a:lnTo>
                    <a:pt x="631145" y="291802"/>
                  </a:lnTo>
                  <a:lnTo>
                    <a:pt x="631145" y="295081"/>
                  </a:lnTo>
                  <a:lnTo>
                    <a:pt x="631145" y="299998"/>
                  </a:lnTo>
                  <a:lnTo>
                    <a:pt x="631145" y="303277"/>
                  </a:lnTo>
                  <a:lnTo>
                    <a:pt x="631145" y="306556"/>
                  </a:lnTo>
                  <a:lnTo>
                    <a:pt x="631145" y="311474"/>
                  </a:lnTo>
                  <a:lnTo>
                    <a:pt x="631145" y="314753"/>
                  </a:lnTo>
                  <a:lnTo>
                    <a:pt x="631145" y="318031"/>
                  </a:lnTo>
                  <a:lnTo>
                    <a:pt x="631145" y="321310"/>
                  </a:lnTo>
                  <a:lnTo>
                    <a:pt x="631145" y="326228"/>
                  </a:lnTo>
                  <a:lnTo>
                    <a:pt x="631145" y="329507"/>
                  </a:lnTo>
                  <a:lnTo>
                    <a:pt x="631145" y="332785"/>
                  </a:lnTo>
                  <a:lnTo>
                    <a:pt x="631145" y="337703"/>
                  </a:lnTo>
                  <a:lnTo>
                    <a:pt x="631145" y="339343"/>
                  </a:lnTo>
                  <a:lnTo>
                    <a:pt x="631145" y="339343"/>
                  </a:lnTo>
                  <a:lnTo>
                    <a:pt x="631145" y="340982"/>
                  </a:lnTo>
                  <a:lnTo>
                    <a:pt x="631145" y="344261"/>
                  </a:lnTo>
                  <a:lnTo>
                    <a:pt x="631145" y="347539"/>
                  </a:lnTo>
                  <a:lnTo>
                    <a:pt x="631145" y="352457"/>
                  </a:lnTo>
                  <a:lnTo>
                    <a:pt x="629505" y="355736"/>
                  </a:lnTo>
                  <a:lnTo>
                    <a:pt x="629505" y="360654"/>
                  </a:lnTo>
                  <a:lnTo>
                    <a:pt x="627866" y="363933"/>
                  </a:lnTo>
                  <a:lnTo>
                    <a:pt x="627866" y="367211"/>
                  </a:lnTo>
                  <a:lnTo>
                    <a:pt x="627866" y="372129"/>
                  </a:lnTo>
                  <a:lnTo>
                    <a:pt x="627866" y="375408"/>
                  </a:lnTo>
                  <a:lnTo>
                    <a:pt x="627866" y="378687"/>
                  </a:lnTo>
                  <a:lnTo>
                    <a:pt x="627866" y="381965"/>
                  </a:lnTo>
                  <a:lnTo>
                    <a:pt x="622948" y="385244"/>
                  </a:lnTo>
                  <a:lnTo>
                    <a:pt x="622948" y="388523"/>
                  </a:lnTo>
                  <a:lnTo>
                    <a:pt x="621309" y="391801"/>
                  </a:lnTo>
                  <a:lnTo>
                    <a:pt x="619669" y="396719"/>
                  </a:lnTo>
                  <a:lnTo>
                    <a:pt x="619669" y="399998"/>
                  </a:lnTo>
                  <a:lnTo>
                    <a:pt x="618030" y="403277"/>
                  </a:lnTo>
                  <a:lnTo>
                    <a:pt x="616390" y="406555"/>
                  </a:lnTo>
                  <a:lnTo>
                    <a:pt x="616390" y="411473"/>
                  </a:lnTo>
                  <a:lnTo>
                    <a:pt x="611472" y="413113"/>
                  </a:lnTo>
                  <a:lnTo>
                    <a:pt x="608194" y="414752"/>
                  </a:lnTo>
                  <a:lnTo>
                    <a:pt x="604915" y="419670"/>
                  </a:lnTo>
                  <a:lnTo>
                    <a:pt x="603276" y="422949"/>
                  </a:lnTo>
                  <a:lnTo>
                    <a:pt x="601636" y="426228"/>
                  </a:lnTo>
                  <a:lnTo>
                    <a:pt x="599997" y="426228"/>
                  </a:lnTo>
                  <a:lnTo>
                    <a:pt x="598358" y="426228"/>
                  </a:lnTo>
                  <a:lnTo>
                    <a:pt x="598358" y="426228"/>
                  </a:lnTo>
                  <a:lnTo>
                    <a:pt x="593440" y="424588"/>
                  </a:lnTo>
                  <a:lnTo>
                    <a:pt x="591800" y="424588"/>
                  </a:lnTo>
                  <a:lnTo>
                    <a:pt x="586882" y="424588"/>
                  </a:lnTo>
                  <a:lnTo>
                    <a:pt x="583604" y="422949"/>
                  </a:lnTo>
                  <a:lnTo>
                    <a:pt x="581965" y="427867"/>
                  </a:lnTo>
                  <a:lnTo>
                    <a:pt x="578686" y="427867"/>
                  </a:lnTo>
                  <a:lnTo>
                    <a:pt x="573768" y="426228"/>
                  </a:lnTo>
                  <a:lnTo>
                    <a:pt x="570489" y="426228"/>
                  </a:lnTo>
                  <a:lnTo>
                    <a:pt x="565571" y="426228"/>
                  </a:lnTo>
                  <a:lnTo>
                    <a:pt x="562292" y="427867"/>
                  </a:lnTo>
                  <a:lnTo>
                    <a:pt x="557375" y="427867"/>
                  </a:lnTo>
                  <a:lnTo>
                    <a:pt x="554096" y="427867"/>
                  </a:lnTo>
                  <a:lnTo>
                    <a:pt x="549178" y="427867"/>
                  </a:lnTo>
                  <a:lnTo>
                    <a:pt x="545899" y="427867"/>
                  </a:lnTo>
                  <a:lnTo>
                    <a:pt x="542620" y="427867"/>
                  </a:lnTo>
                  <a:lnTo>
                    <a:pt x="537702" y="427867"/>
                  </a:lnTo>
                  <a:lnTo>
                    <a:pt x="534423" y="427867"/>
                  </a:lnTo>
                  <a:lnTo>
                    <a:pt x="529506" y="429506"/>
                  </a:lnTo>
                  <a:lnTo>
                    <a:pt x="526227" y="429506"/>
                  </a:lnTo>
                  <a:lnTo>
                    <a:pt x="521309" y="429506"/>
                  </a:lnTo>
                  <a:lnTo>
                    <a:pt x="518030" y="429506"/>
                  </a:lnTo>
                  <a:lnTo>
                    <a:pt x="516391" y="431145"/>
                  </a:lnTo>
                  <a:lnTo>
                    <a:pt x="513112" y="434424"/>
                  </a:lnTo>
                  <a:lnTo>
                    <a:pt x="509833" y="437703"/>
                  </a:lnTo>
                  <a:lnTo>
                    <a:pt x="504916" y="442621"/>
                  </a:lnTo>
                  <a:lnTo>
                    <a:pt x="503276" y="442621"/>
                  </a:lnTo>
                  <a:lnTo>
                    <a:pt x="499998" y="442621"/>
                  </a:lnTo>
                  <a:lnTo>
                    <a:pt x="496719" y="444260"/>
                  </a:lnTo>
                  <a:lnTo>
                    <a:pt x="495079" y="444260"/>
                  </a:lnTo>
                  <a:lnTo>
                    <a:pt x="491801" y="444260"/>
                  </a:lnTo>
                  <a:lnTo>
                    <a:pt x="486883" y="442621"/>
                  </a:lnTo>
                  <a:lnTo>
                    <a:pt x="486883" y="442621"/>
                  </a:lnTo>
                  <a:lnTo>
                    <a:pt x="483604" y="442621"/>
                  </a:lnTo>
                  <a:lnTo>
                    <a:pt x="480325" y="442621"/>
                  </a:lnTo>
                  <a:lnTo>
                    <a:pt x="477047" y="442621"/>
                  </a:lnTo>
                  <a:lnTo>
                    <a:pt x="477047" y="442621"/>
                  </a:lnTo>
                  <a:lnTo>
                    <a:pt x="477047" y="445900"/>
                  </a:lnTo>
                  <a:lnTo>
                    <a:pt x="467211" y="442621"/>
                  </a:lnTo>
                  <a:lnTo>
                    <a:pt x="467211" y="442621"/>
                  </a:lnTo>
                  <a:lnTo>
                    <a:pt x="457375" y="439342"/>
                  </a:lnTo>
                  <a:lnTo>
                    <a:pt x="452457" y="442621"/>
                  </a:lnTo>
                  <a:lnTo>
                    <a:pt x="447539" y="437703"/>
                  </a:lnTo>
                  <a:lnTo>
                    <a:pt x="439342" y="437703"/>
                  </a:lnTo>
                  <a:lnTo>
                    <a:pt x="439342" y="437703"/>
                  </a:lnTo>
                  <a:lnTo>
                    <a:pt x="436063" y="442621"/>
                  </a:lnTo>
                  <a:lnTo>
                    <a:pt x="434424" y="444260"/>
                  </a:lnTo>
                  <a:lnTo>
                    <a:pt x="427867" y="450818"/>
                  </a:lnTo>
                  <a:lnTo>
                    <a:pt x="426228" y="450818"/>
                  </a:lnTo>
                  <a:lnTo>
                    <a:pt x="421309" y="452457"/>
                  </a:lnTo>
                  <a:lnTo>
                    <a:pt x="418031" y="454096"/>
                  </a:lnTo>
                  <a:lnTo>
                    <a:pt x="414752" y="455735"/>
                  </a:lnTo>
                  <a:lnTo>
                    <a:pt x="414752" y="455735"/>
                  </a:lnTo>
                  <a:lnTo>
                    <a:pt x="409834" y="459014"/>
                  </a:lnTo>
                  <a:lnTo>
                    <a:pt x="403276" y="463932"/>
                  </a:lnTo>
                  <a:lnTo>
                    <a:pt x="399998" y="465572"/>
                  </a:lnTo>
                  <a:lnTo>
                    <a:pt x="391801" y="468850"/>
                  </a:lnTo>
                  <a:lnTo>
                    <a:pt x="390162" y="470490"/>
                  </a:lnTo>
                  <a:lnTo>
                    <a:pt x="390162" y="473768"/>
                  </a:lnTo>
                  <a:lnTo>
                    <a:pt x="390162" y="478686"/>
                  </a:lnTo>
                  <a:lnTo>
                    <a:pt x="386883" y="480325"/>
                  </a:lnTo>
                  <a:lnTo>
                    <a:pt x="385244" y="478686"/>
                  </a:lnTo>
                  <a:lnTo>
                    <a:pt x="381965" y="477047"/>
                  </a:lnTo>
                  <a:lnTo>
                    <a:pt x="377047" y="475408"/>
                  </a:lnTo>
                  <a:lnTo>
                    <a:pt x="373769" y="473768"/>
                  </a:lnTo>
                  <a:lnTo>
                    <a:pt x="370490" y="475408"/>
                  </a:lnTo>
                  <a:lnTo>
                    <a:pt x="365572" y="478686"/>
                  </a:lnTo>
                  <a:lnTo>
                    <a:pt x="362293" y="481965"/>
                  </a:lnTo>
                  <a:lnTo>
                    <a:pt x="359015" y="486883"/>
                  </a:lnTo>
                  <a:lnTo>
                    <a:pt x="357375" y="490162"/>
                  </a:lnTo>
                  <a:lnTo>
                    <a:pt x="357375" y="491801"/>
                  </a:lnTo>
                  <a:lnTo>
                    <a:pt x="355736" y="495080"/>
                  </a:lnTo>
                  <a:lnTo>
                    <a:pt x="355736" y="498358"/>
                  </a:lnTo>
                  <a:lnTo>
                    <a:pt x="354096" y="503276"/>
                  </a:lnTo>
                  <a:lnTo>
                    <a:pt x="354096" y="501637"/>
                  </a:lnTo>
                  <a:lnTo>
                    <a:pt x="352457" y="501637"/>
                  </a:lnTo>
                  <a:lnTo>
                    <a:pt x="347539" y="499998"/>
                  </a:lnTo>
                  <a:lnTo>
                    <a:pt x="344261" y="499998"/>
                  </a:lnTo>
                  <a:lnTo>
                    <a:pt x="340982" y="499998"/>
                  </a:lnTo>
                  <a:lnTo>
                    <a:pt x="342621" y="499998"/>
                  </a:lnTo>
                  <a:lnTo>
                    <a:pt x="342621" y="501637"/>
                  </a:lnTo>
                  <a:lnTo>
                    <a:pt x="340982" y="506555"/>
                  </a:lnTo>
                  <a:lnTo>
                    <a:pt x="342621" y="509834"/>
                  </a:lnTo>
                  <a:lnTo>
                    <a:pt x="342621" y="513112"/>
                  </a:lnTo>
                  <a:lnTo>
                    <a:pt x="342621" y="518030"/>
                  </a:lnTo>
                  <a:lnTo>
                    <a:pt x="337703" y="518030"/>
                  </a:lnTo>
                  <a:lnTo>
                    <a:pt x="334425" y="518030"/>
                  </a:lnTo>
                  <a:lnTo>
                    <a:pt x="334425" y="519670"/>
                  </a:lnTo>
                  <a:lnTo>
                    <a:pt x="334425" y="522948"/>
                  </a:lnTo>
                  <a:lnTo>
                    <a:pt x="332785" y="522948"/>
                  </a:lnTo>
                  <a:lnTo>
                    <a:pt x="329506" y="521309"/>
                  </a:lnTo>
                  <a:lnTo>
                    <a:pt x="326228" y="518030"/>
                  </a:lnTo>
                  <a:lnTo>
                    <a:pt x="321310" y="514752"/>
                  </a:lnTo>
                  <a:lnTo>
                    <a:pt x="319671" y="514752"/>
                  </a:lnTo>
                  <a:lnTo>
                    <a:pt x="316392" y="511473"/>
                  </a:lnTo>
                  <a:lnTo>
                    <a:pt x="314752" y="508194"/>
                  </a:lnTo>
                  <a:lnTo>
                    <a:pt x="313113" y="511473"/>
                  </a:lnTo>
                  <a:lnTo>
                    <a:pt x="309835" y="514752"/>
                  </a:lnTo>
                  <a:lnTo>
                    <a:pt x="306556" y="518030"/>
                  </a:lnTo>
                  <a:lnTo>
                    <a:pt x="304916" y="522948"/>
                  </a:lnTo>
                  <a:lnTo>
                    <a:pt x="301638" y="522948"/>
                  </a:lnTo>
                  <a:lnTo>
                    <a:pt x="301638" y="526227"/>
                  </a:lnTo>
                  <a:lnTo>
                    <a:pt x="301638" y="527866"/>
                  </a:lnTo>
                  <a:lnTo>
                    <a:pt x="304916" y="531145"/>
                  </a:lnTo>
                  <a:lnTo>
                    <a:pt x="304916" y="536063"/>
                  </a:lnTo>
                  <a:lnTo>
                    <a:pt x="304916" y="539342"/>
                  </a:lnTo>
                  <a:lnTo>
                    <a:pt x="303277" y="542620"/>
                  </a:lnTo>
                  <a:lnTo>
                    <a:pt x="298359" y="540981"/>
                  </a:lnTo>
                  <a:lnTo>
                    <a:pt x="295081" y="542620"/>
                  </a:lnTo>
                  <a:lnTo>
                    <a:pt x="295081" y="545899"/>
                  </a:lnTo>
                  <a:lnTo>
                    <a:pt x="298359" y="549178"/>
                  </a:lnTo>
                  <a:lnTo>
                    <a:pt x="296720" y="552456"/>
                  </a:lnTo>
                  <a:lnTo>
                    <a:pt x="296720" y="557374"/>
                  </a:lnTo>
                  <a:lnTo>
                    <a:pt x="295081" y="560653"/>
                  </a:lnTo>
                  <a:lnTo>
                    <a:pt x="291802" y="563932"/>
                  </a:lnTo>
                  <a:lnTo>
                    <a:pt x="291802" y="568850"/>
                  </a:lnTo>
                  <a:lnTo>
                    <a:pt x="288523" y="572128"/>
                  </a:lnTo>
                  <a:lnTo>
                    <a:pt x="286884" y="572128"/>
                  </a:lnTo>
                  <a:lnTo>
                    <a:pt x="286884" y="572128"/>
                  </a:lnTo>
                  <a:lnTo>
                    <a:pt x="283605" y="573768"/>
                  </a:lnTo>
                  <a:lnTo>
                    <a:pt x="278687" y="573768"/>
                  </a:lnTo>
                  <a:lnTo>
                    <a:pt x="275408" y="575407"/>
                  </a:lnTo>
                  <a:lnTo>
                    <a:pt x="273769" y="575407"/>
                  </a:lnTo>
                  <a:lnTo>
                    <a:pt x="273769" y="575407"/>
                  </a:lnTo>
                  <a:lnTo>
                    <a:pt x="270491" y="575407"/>
                  </a:lnTo>
                  <a:lnTo>
                    <a:pt x="265572" y="580325"/>
                  </a:lnTo>
                  <a:lnTo>
                    <a:pt x="262294" y="581965"/>
                  </a:lnTo>
                  <a:lnTo>
                    <a:pt x="259015" y="581965"/>
                  </a:lnTo>
                  <a:lnTo>
                    <a:pt x="259015" y="583604"/>
                  </a:lnTo>
                  <a:lnTo>
                    <a:pt x="262294" y="583604"/>
                  </a:lnTo>
                  <a:lnTo>
                    <a:pt x="263933" y="586882"/>
                  </a:lnTo>
                  <a:lnTo>
                    <a:pt x="262294" y="591800"/>
                  </a:lnTo>
                  <a:lnTo>
                    <a:pt x="267212" y="595079"/>
                  </a:lnTo>
                  <a:lnTo>
                    <a:pt x="265572" y="598358"/>
                  </a:lnTo>
                  <a:lnTo>
                    <a:pt x="263933" y="603276"/>
                  </a:lnTo>
                  <a:lnTo>
                    <a:pt x="263933" y="606555"/>
                  </a:lnTo>
                  <a:lnTo>
                    <a:pt x="262294" y="609833"/>
                  </a:lnTo>
                  <a:lnTo>
                    <a:pt x="260654" y="614751"/>
                  </a:lnTo>
                  <a:lnTo>
                    <a:pt x="259015" y="614751"/>
                  </a:lnTo>
                  <a:lnTo>
                    <a:pt x="255736" y="616391"/>
                  </a:lnTo>
                  <a:lnTo>
                    <a:pt x="255736" y="619669"/>
                  </a:lnTo>
                  <a:lnTo>
                    <a:pt x="257376" y="622948"/>
                  </a:lnTo>
                  <a:lnTo>
                    <a:pt x="257376" y="627866"/>
                  </a:lnTo>
                  <a:lnTo>
                    <a:pt x="255736" y="631145"/>
                  </a:lnTo>
                  <a:lnTo>
                    <a:pt x="255736" y="634423"/>
                  </a:lnTo>
                  <a:lnTo>
                    <a:pt x="255736" y="637702"/>
                  </a:lnTo>
                  <a:lnTo>
                    <a:pt x="254097" y="642620"/>
                  </a:lnTo>
                  <a:lnTo>
                    <a:pt x="254097" y="642620"/>
                  </a:lnTo>
                  <a:lnTo>
                    <a:pt x="249179" y="642620"/>
                  </a:lnTo>
                  <a:lnTo>
                    <a:pt x="249179" y="642620"/>
                  </a:lnTo>
                  <a:lnTo>
                    <a:pt x="244261" y="644259"/>
                  </a:lnTo>
                  <a:lnTo>
                    <a:pt x="242622" y="644259"/>
                  </a:lnTo>
                  <a:lnTo>
                    <a:pt x="239343" y="645899"/>
                  </a:lnTo>
                  <a:lnTo>
                    <a:pt x="239343" y="650816"/>
                  </a:lnTo>
                  <a:lnTo>
                    <a:pt x="236064" y="654095"/>
                  </a:lnTo>
                  <a:lnTo>
                    <a:pt x="231146" y="654095"/>
                  </a:lnTo>
                  <a:lnTo>
                    <a:pt x="227868" y="652456"/>
                  </a:lnTo>
                  <a:lnTo>
                    <a:pt x="227868" y="652456"/>
                  </a:lnTo>
                  <a:lnTo>
                    <a:pt x="226228" y="650816"/>
                  </a:lnTo>
                  <a:lnTo>
                    <a:pt x="227868" y="649177"/>
                  </a:lnTo>
                  <a:lnTo>
                    <a:pt x="227868" y="645899"/>
                  </a:lnTo>
                  <a:lnTo>
                    <a:pt x="227868" y="640981"/>
                  </a:lnTo>
                  <a:lnTo>
                    <a:pt x="226228" y="637702"/>
                  </a:lnTo>
                  <a:lnTo>
                    <a:pt x="227868" y="634423"/>
                  </a:lnTo>
                  <a:lnTo>
                    <a:pt x="226228" y="629505"/>
                  </a:lnTo>
                  <a:lnTo>
                    <a:pt x="222949" y="632784"/>
                  </a:lnTo>
                  <a:lnTo>
                    <a:pt x="219671" y="636062"/>
                  </a:lnTo>
                  <a:lnTo>
                    <a:pt x="218032" y="639341"/>
                  </a:lnTo>
                  <a:lnTo>
                    <a:pt x="214753" y="637702"/>
                  </a:lnTo>
                  <a:lnTo>
                    <a:pt x="211474" y="634423"/>
                  </a:lnTo>
                  <a:lnTo>
                    <a:pt x="209835" y="632784"/>
                  </a:lnTo>
                  <a:lnTo>
                    <a:pt x="209835" y="637702"/>
                  </a:lnTo>
                  <a:lnTo>
                    <a:pt x="208195" y="640981"/>
                  </a:lnTo>
                  <a:lnTo>
                    <a:pt x="209835" y="644259"/>
                  </a:lnTo>
                  <a:lnTo>
                    <a:pt x="209835" y="647538"/>
                  </a:lnTo>
                  <a:lnTo>
                    <a:pt x="208195" y="647538"/>
                  </a:lnTo>
                  <a:lnTo>
                    <a:pt x="204917" y="645899"/>
                  </a:lnTo>
                  <a:lnTo>
                    <a:pt x="201638" y="647538"/>
                  </a:lnTo>
                  <a:lnTo>
                    <a:pt x="196720" y="650816"/>
                  </a:lnTo>
                  <a:lnTo>
                    <a:pt x="198359" y="654095"/>
                  </a:lnTo>
                  <a:lnTo>
                    <a:pt x="195081" y="655735"/>
                  </a:lnTo>
                  <a:lnTo>
                    <a:pt x="190163" y="652456"/>
                  </a:lnTo>
                  <a:lnTo>
                    <a:pt x="186884" y="652456"/>
                  </a:lnTo>
                  <a:lnTo>
                    <a:pt x="183605" y="652456"/>
                  </a:lnTo>
                  <a:lnTo>
                    <a:pt x="183605" y="647538"/>
                  </a:lnTo>
                  <a:lnTo>
                    <a:pt x="178688" y="645899"/>
                  </a:lnTo>
                  <a:lnTo>
                    <a:pt x="178688" y="642620"/>
                  </a:lnTo>
                  <a:lnTo>
                    <a:pt x="175409" y="644259"/>
                  </a:lnTo>
                  <a:lnTo>
                    <a:pt x="172130" y="642620"/>
                  </a:lnTo>
                  <a:lnTo>
                    <a:pt x="168851" y="645899"/>
                  </a:lnTo>
                  <a:lnTo>
                    <a:pt x="167212" y="649177"/>
                  </a:lnTo>
                  <a:lnTo>
                    <a:pt x="165573" y="654095"/>
                  </a:lnTo>
                  <a:lnTo>
                    <a:pt x="160655" y="655735"/>
                  </a:lnTo>
                  <a:lnTo>
                    <a:pt x="159015" y="655735"/>
                  </a:lnTo>
                  <a:lnTo>
                    <a:pt x="160655" y="650816"/>
                  </a:lnTo>
                  <a:lnTo>
                    <a:pt x="159015" y="647538"/>
                  </a:lnTo>
                  <a:lnTo>
                    <a:pt x="155737" y="647538"/>
                  </a:lnTo>
                  <a:lnTo>
                    <a:pt x="154098" y="644259"/>
                  </a:lnTo>
                  <a:lnTo>
                    <a:pt x="152458" y="642620"/>
                  </a:lnTo>
                  <a:lnTo>
                    <a:pt x="150819" y="644259"/>
                  </a:lnTo>
                  <a:lnTo>
                    <a:pt x="147540" y="640981"/>
                  </a:lnTo>
                  <a:lnTo>
                    <a:pt x="147540" y="636062"/>
                  </a:lnTo>
                  <a:lnTo>
                    <a:pt x="147540" y="632784"/>
                  </a:lnTo>
                  <a:lnTo>
                    <a:pt x="147540" y="629505"/>
                  </a:lnTo>
                  <a:lnTo>
                    <a:pt x="147540" y="626226"/>
                  </a:lnTo>
                  <a:lnTo>
                    <a:pt x="147540" y="621309"/>
                  </a:lnTo>
                  <a:lnTo>
                    <a:pt x="147540" y="618030"/>
                  </a:lnTo>
                  <a:lnTo>
                    <a:pt x="144261" y="616391"/>
                  </a:lnTo>
                  <a:lnTo>
                    <a:pt x="139344" y="616391"/>
                  </a:lnTo>
                  <a:lnTo>
                    <a:pt x="137704" y="619669"/>
                  </a:lnTo>
                  <a:lnTo>
                    <a:pt x="136065" y="619669"/>
                  </a:lnTo>
                  <a:lnTo>
                    <a:pt x="132786" y="621309"/>
                  </a:lnTo>
                  <a:lnTo>
                    <a:pt x="134425" y="616391"/>
                  </a:lnTo>
                  <a:lnTo>
                    <a:pt x="136065" y="613112"/>
                  </a:lnTo>
                  <a:lnTo>
                    <a:pt x="137704" y="609833"/>
                  </a:lnTo>
                  <a:lnTo>
                    <a:pt x="140983" y="604915"/>
                  </a:lnTo>
                  <a:lnTo>
                    <a:pt x="144261" y="606555"/>
                  </a:lnTo>
                  <a:lnTo>
                    <a:pt x="145901" y="601637"/>
                  </a:lnTo>
                  <a:lnTo>
                    <a:pt x="142622" y="599997"/>
                  </a:lnTo>
                  <a:lnTo>
                    <a:pt x="139344" y="596718"/>
                  </a:lnTo>
                  <a:lnTo>
                    <a:pt x="137704" y="596718"/>
                  </a:lnTo>
                  <a:lnTo>
                    <a:pt x="134425" y="595079"/>
                  </a:lnTo>
                  <a:lnTo>
                    <a:pt x="132786" y="591800"/>
                  </a:lnTo>
                  <a:lnTo>
                    <a:pt x="132786" y="590161"/>
                  </a:lnTo>
                  <a:lnTo>
                    <a:pt x="132786" y="590161"/>
                  </a:lnTo>
                  <a:lnTo>
                    <a:pt x="131147" y="590161"/>
                  </a:lnTo>
                  <a:lnTo>
                    <a:pt x="129508" y="590161"/>
                  </a:lnTo>
                  <a:lnTo>
                    <a:pt x="127868" y="588522"/>
                  </a:lnTo>
                  <a:lnTo>
                    <a:pt x="127868" y="585243"/>
                  </a:lnTo>
                  <a:lnTo>
                    <a:pt x="129508" y="580325"/>
                  </a:lnTo>
                  <a:lnTo>
                    <a:pt x="129508" y="577046"/>
                  </a:lnTo>
                  <a:lnTo>
                    <a:pt x="129508" y="573768"/>
                  </a:lnTo>
                  <a:lnTo>
                    <a:pt x="124589" y="572128"/>
                  </a:lnTo>
                  <a:lnTo>
                    <a:pt x="124589" y="568850"/>
                  </a:lnTo>
                  <a:lnTo>
                    <a:pt x="122950" y="565571"/>
                  </a:lnTo>
                  <a:lnTo>
                    <a:pt x="121311" y="565571"/>
                  </a:lnTo>
                  <a:lnTo>
                    <a:pt x="121311" y="563932"/>
                  </a:lnTo>
                  <a:lnTo>
                    <a:pt x="122950" y="560653"/>
                  </a:lnTo>
                  <a:lnTo>
                    <a:pt x="121311" y="557374"/>
                  </a:lnTo>
                  <a:lnTo>
                    <a:pt x="118032" y="555735"/>
                  </a:lnTo>
                  <a:lnTo>
                    <a:pt x="116393" y="554096"/>
                  </a:lnTo>
                  <a:lnTo>
                    <a:pt x="113114" y="552456"/>
                  </a:lnTo>
                  <a:lnTo>
                    <a:pt x="109835" y="552456"/>
                  </a:lnTo>
                  <a:lnTo>
                    <a:pt x="109835" y="552456"/>
                  </a:lnTo>
                  <a:lnTo>
                    <a:pt x="108196" y="552456"/>
                  </a:lnTo>
                  <a:lnTo>
                    <a:pt x="108196" y="557374"/>
                  </a:lnTo>
                  <a:lnTo>
                    <a:pt x="109835" y="560653"/>
                  </a:lnTo>
                  <a:lnTo>
                    <a:pt x="108196" y="563932"/>
                  </a:lnTo>
                  <a:lnTo>
                    <a:pt x="108196" y="563932"/>
                  </a:lnTo>
                  <a:lnTo>
                    <a:pt x="103278" y="563932"/>
                  </a:lnTo>
                  <a:lnTo>
                    <a:pt x="99999" y="565571"/>
                  </a:lnTo>
                  <a:lnTo>
                    <a:pt x="96721" y="567210"/>
                  </a:lnTo>
                  <a:lnTo>
                    <a:pt x="95081" y="572128"/>
                  </a:lnTo>
                  <a:lnTo>
                    <a:pt x="91802" y="573768"/>
                  </a:lnTo>
                  <a:lnTo>
                    <a:pt x="88524" y="572128"/>
                  </a:lnTo>
                  <a:lnTo>
                    <a:pt x="86885" y="570489"/>
                  </a:lnTo>
                  <a:lnTo>
                    <a:pt x="81967" y="568850"/>
                  </a:lnTo>
                  <a:lnTo>
                    <a:pt x="80327" y="567210"/>
                  </a:lnTo>
                  <a:lnTo>
                    <a:pt x="77049" y="567210"/>
                  </a:lnTo>
                  <a:lnTo>
                    <a:pt x="73770" y="565571"/>
                  </a:lnTo>
                  <a:lnTo>
                    <a:pt x="70491" y="565571"/>
                  </a:lnTo>
                  <a:lnTo>
                    <a:pt x="67212" y="568850"/>
                  </a:lnTo>
                  <a:lnTo>
                    <a:pt x="62295" y="572128"/>
                  </a:lnTo>
                  <a:lnTo>
                    <a:pt x="60655" y="575407"/>
                  </a:lnTo>
                  <a:lnTo>
                    <a:pt x="57377" y="578686"/>
                  </a:lnTo>
                  <a:lnTo>
                    <a:pt x="54098" y="577046"/>
                  </a:lnTo>
                  <a:lnTo>
                    <a:pt x="52458" y="572128"/>
                  </a:lnTo>
                  <a:lnTo>
                    <a:pt x="50819" y="568850"/>
                  </a:lnTo>
                  <a:lnTo>
                    <a:pt x="47541" y="565571"/>
                  </a:lnTo>
                  <a:lnTo>
                    <a:pt x="44262" y="565571"/>
                  </a:lnTo>
                  <a:lnTo>
                    <a:pt x="42622" y="565571"/>
                  </a:lnTo>
                  <a:lnTo>
                    <a:pt x="40983" y="568850"/>
                  </a:lnTo>
                  <a:lnTo>
                    <a:pt x="37705" y="573768"/>
                  </a:lnTo>
                  <a:lnTo>
                    <a:pt x="34426" y="575407"/>
                  </a:lnTo>
                  <a:lnTo>
                    <a:pt x="31147" y="572128"/>
                  </a:lnTo>
                  <a:lnTo>
                    <a:pt x="31147" y="572128"/>
                  </a:lnTo>
                  <a:lnTo>
                    <a:pt x="27868" y="568850"/>
                  </a:lnTo>
                  <a:lnTo>
                    <a:pt x="26229" y="567210"/>
                  </a:lnTo>
                  <a:lnTo>
                    <a:pt x="26229" y="563932"/>
                  </a:lnTo>
                  <a:lnTo>
                    <a:pt x="27868" y="560653"/>
                  </a:lnTo>
                  <a:lnTo>
                    <a:pt x="29508" y="555735"/>
                  </a:lnTo>
                  <a:lnTo>
                    <a:pt x="31147" y="554096"/>
                  </a:lnTo>
                  <a:lnTo>
                    <a:pt x="27868" y="549178"/>
                  </a:lnTo>
                  <a:lnTo>
                    <a:pt x="29508" y="547538"/>
                  </a:lnTo>
                  <a:lnTo>
                    <a:pt x="27868" y="542620"/>
                  </a:lnTo>
                  <a:lnTo>
                    <a:pt x="29508" y="539342"/>
                  </a:lnTo>
                  <a:lnTo>
                    <a:pt x="29508" y="536063"/>
                  </a:lnTo>
                  <a:lnTo>
                    <a:pt x="31147" y="531145"/>
                  </a:lnTo>
                  <a:lnTo>
                    <a:pt x="27868" y="527866"/>
                  </a:lnTo>
                  <a:lnTo>
                    <a:pt x="24590" y="524588"/>
                  </a:lnTo>
                  <a:lnTo>
                    <a:pt x="24590" y="521309"/>
                  </a:lnTo>
                  <a:lnTo>
                    <a:pt x="22951" y="516391"/>
                  </a:lnTo>
                  <a:lnTo>
                    <a:pt x="21311" y="513112"/>
                  </a:lnTo>
                  <a:lnTo>
                    <a:pt x="18032" y="513112"/>
                  </a:lnTo>
                  <a:lnTo>
                    <a:pt x="14754" y="516391"/>
                  </a:lnTo>
                  <a:lnTo>
                    <a:pt x="11475" y="513112"/>
                  </a:lnTo>
                  <a:lnTo>
                    <a:pt x="13114" y="509834"/>
                  </a:lnTo>
                  <a:lnTo>
                    <a:pt x="8197" y="506555"/>
                  </a:lnTo>
                  <a:lnTo>
                    <a:pt x="6557" y="503276"/>
                  </a:lnTo>
                  <a:lnTo>
                    <a:pt x="4918" y="499998"/>
                  </a:lnTo>
                  <a:lnTo>
                    <a:pt x="4918" y="498358"/>
                  </a:lnTo>
                  <a:lnTo>
                    <a:pt x="8197" y="496719"/>
                  </a:lnTo>
                  <a:lnTo>
                    <a:pt x="9836" y="493440"/>
                  </a:lnTo>
                  <a:lnTo>
                    <a:pt x="8197" y="488522"/>
                  </a:lnTo>
                  <a:lnTo>
                    <a:pt x="6557" y="485244"/>
                  </a:lnTo>
                  <a:lnTo>
                    <a:pt x="8197" y="481965"/>
                  </a:lnTo>
                  <a:lnTo>
                    <a:pt x="8197" y="477047"/>
                  </a:lnTo>
                  <a:lnTo>
                    <a:pt x="6557" y="473768"/>
                  </a:lnTo>
                  <a:lnTo>
                    <a:pt x="3278" y="470490"/>
                  </a:lnTo>
                  <a:lnTo>
                    <a:pt x="0" y="468850"/>
                  </a:lnTo>
                  <a:lnTo>
                    <a:pt x="0" y="467211"/>
                  </a:lnTo>
                  <a:lnTo>
                    <a:pt x="0" y="465572"/>
                  </a:lnTo>
                  <a:lnTo>
                    <a:pt x="0" y="462293"/>
                  </a:lnTo>
                  <a:lnTo>
                    <a:pt x="3278" y="459014"/>
                  </a:lnTo>
                  <a:lnTo>
                    <a:pt x="0" y="455735"/>
                  </a:lnTo>
                  <a:lnTo>
                    <a:pt x="0" y="4524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3" name="Freeform 2622">
              <a:extLst>
                <a:ext uri="{FF2B5EF4-FFF2-40B4-BE49-F238E27FC236}">
                  <a16:creationId xmlns:a16="http://schemas.microsoft.com/office/drawing/2014/main" id="{06DC441B-4593-1741-B3C9-520170437185}"/>
                </a:ext>
              </a:extLst>
            </p:cNvPr>
            <p:cNvSpPr/>
            <p:nvPr/>
          </p:nvSpPr>
          <p:spPr>
            <a:xfrm>
              <a:off x="5635346" y="2049332"/>
              <a:ext cx="418030" cy="399998"/>
            </a:xfrm>
            <a:custGeom>
              <a:avLst/>
              <a:gdLst>
                <a:gd name="connsiteX0" fmla="*/ 0 w 418030"/>
                <a:gd name="connsiteY0" fmla="*/ 85245 h 399998"/>
                <a:gd name="connsiteX1" fmla="*/ 0 w 418030"/>
                <a:gd name="connsiteY1" fmla="*/ 85245 h 399998"/>
                <a:gd name="connsiteX2" fmla="*/ 1639 w 418030"/>
                <a:gd name="connsiteY2" fmla="*/ 83606 h 399998"/>
                <a:gd name="connsiteX3" fmla="*/ 4918 w 418030"/>
                <a:gd name="connsiteY3" fmla="*/ 83606 h 399998"/>
                <a:gd name="connsiteX4" fmla="*/ 9836 w 418030"/>
                <a:gd name="connsiteY4" fmla="*/ 83606 h 399998"/>
                <a:gd name="connsiteX5" fmla="*/ 11476 w 418030"/>
                <a:gd name="connsiteY5" fmla="*/ 81967 h 399998"/>
                <a:gd name="connsiteX6" fmla="*/ 14754 w 418030"/>
                <a:gd name="connsiteY6" fmla="*/ 80327 h 399998"/>
                <a:gd name="connsiteX7" fmla="*/ 18033 w 418030"/>
                <a:gd name="connsiteY7" fmla="*/ 77049 h 399998"/>
                <a:gd name="connsiteX8" fmla="*/ 19672 w 418030"/>
                <a:gd name="connsiteY8" fmla="*/ 72131 h 399998"/>
                <a:gd name="connsiteX9" fmla="*/ 16393 w 418030"/>
                <a:gd name="connsiteY9" fmla="*/ 68852 h 399998"/>
                <a:gd name="connsiteX10" fmla="*/ 13115 w 418030"/>
                <a:gd name="connsiteY10" fmla="*/ 65573 h 399998"/>
                <a:gd name="connsiteX11" fmla="*/ 13115 w 418030"/>
                <a:gd name="connsiteY11" fmla="*/ 62295 h 399998"/>
                <a:gd name="connsiteX12" fmla="*/ 9836 w 418030"/>
                <a:gd name="connsiteY12" fmla="*/ 60655 h 399998"/>
                <a:gd name="connsiteX13" fmla="*/ 6557 w 418030"/>
                <a:gd name="connsiteY13" fmla="*/ 57377 h 399998"/>
                <a:gd name="connsiteX14" fmla="*/ 6557 w 418030"/>
                <a:gd name="connsiteY14" fmla="*/ 57377 h 399998"/>
                <a:gd name="connsiteX15" fmla="*/ 9836 w 418030"/>
                <a:gd name="connsiteY15" fmla="*/ 54098 h 399998"/>
                <a:gd name="connsiteX16" fmla="*/ 14754 w 418030"/>
                <a:gd name="connsiteY16" fmla="*/ 50820 h 399998"/>
                <a:gd name="connsiteX17" fmla="*/ 14754 w 418030"/>
                <a:gd name="connsiteY17" fmla="*/ 50820 h 399998"/>
                <a:gd name="connsiteX18" fmla="*/ 18033 w 418030"/>
                <a:gd name="connsiteY18" fmla="*/ 52459 h 399998"/>
                <a:gd name="connsiteX19" fmla="*/ 22951 w 418030"/>
                <a:gd name="connsiteY19" fmla="*/ 50820 h 399998"/>
                <a:gd name="connsiteX20" fmla="*/ 26229 w 418030"/>
                <a:gd name="connsiteY20" fmla="*/ 50820 h 399998"/>
                <a:gd name="connsiteX21" fmla="*/ 29508 w 418030"/>
                <a:gd name="connsiteY21" fmla="*/ 49180 h 399998"/>
                <a:gd name="connsiteX22" fmla="*/ 32787 w 418030"/>
                <a:gd name="connsiteY22" fmla="*/ 47541 h 399998"/>
                <a:gd name="connsiteX23" fmla="*/ 32787 w 418030"/>
                <a:gd name="connsiteY23" fmla="*/ 47541 h 399998"/>
                <a:gd name="connsiteX24" fmla="*/ 37705 w 418030"/>
                <a:gd name="connsiteY24" fmla="*/ 49180 h 399998"/>
                <a:gd name="connsiteX25" fmla="*/ 40983 w 418030"/>
                <a:gd name="connsiteY25" fmla="*/ 50820 h 399998"/>
                <a:gd name="connsiteX26" fmla="*/ 42623 w 418030"/>
                <a:gd name="connsiteY26" fmla="*/ 50820 h 399998"/>
                <a:gd name="connsiteX27" fmla="*/ 45902 w 418030"/>
                <a:gd name="connsiteY27" fmla="*/ 47541 h 399998"/>
                <a:gd name="connsiteX28" fmla="*/ 49180 w 418030"/>
                <a:gd name="connsiteY28" fmla="*/ 44262 h 399998"/>
                <a:gd name="connsiteX29" fmla="*/ 52459 w 418030"/>
                <a:gd name="connsiteY29" fmla="*/ 40983 h 399998"/>
                <a:gd name="connsiteX30" fmla="*/ 52459 w 418030"/>
                <a:gd name="connsiteY30" fmla="*/ 39344 h 399998"/>
                <a:gd name="connsiteX31" fmla="*/ 50820 w 418030"/>
                <a:gd name="connsiteY31" fmla="*/ 34426 h 399998"/>
                <a:gd name="connsiteX32" fmla="*/ 55737 w 418030"/>
                <a:gd name="connsiteY32" fmla="*/ 32787 h 399998"/>
                <a:gd name="connsiteX33" fmla="*/ 59016 w 418030"/>
                <a:gd name="connsiteY33" fmla="*/ 29508 h 399998"/>
                <a:gd name="connsiteX34" fmla="*/ 60656 w 418030"/>
                <a:gd name="connsiteY34" fmla="*/ 27869 h 399998"/>
                <a:gd name="connsiteX35" fmla="*/ 63934 w 418030"/>
                <a:gd name="connsiteY35" fmla="*/ 31147 h 399998"/>
                <a:gd name="connsiteX36" fmla="*/ 62295 w 418030"/>
                <a:gd name="connsiteY36" fmla="*/ 34426 h 399998"/>
                <a:gd name="connsiteX37" fmla="*/ 67213 w 418030"/>
                <a:gd name="connsiteY37" fmla="*/ 39344 h 399998"/>
                <a:gd name="connsiteX38" fmla="*/ 68852 w 418030"/>
                <a:gd name="connsiteY38" fmla="*/ 40983 h 399998"/>
                <a:gd name="connsiteX39" fmla="*/ 72131 w 418030"/>
                <a:gd name="connsiteY39" fmla="*/ 42623 h 399998"/>
                <a:gd name="connsiteX40" fmla="*/ 72131 w 418030"/>
                <a:gd name="connsiteY40" fmla="*/ 42623 h 399998"/>
                <a:gd name="connsiteX41" fmla="*/ 72131 w 418030"/>
                <a:gd name="connsiteY41" fmla="*/ 42623 h 399998"/>
                <a:gd name="connsiteX42" fmla="*/ 73770 w 418030"/>
                <a:gd name="connsiteY42" fmla="*/ 42623 h 399998"/>
                <a:gd name="connsiteX43" fmla="*/ 75410 w 418030"/>
                <a:gd name="connsiteY43" fmla="*/ 45901 h 399998"/>
                <a:gd name="connsiteX44" fmla="*/ 75410 w 418030"/>
                <a:gd name="connsiteY44" fmla="*/ 47541 h 399998"/>
                <a:gd name="connsiteX45" fmla="*/ 77049 w 418030"/>
                <a:gd name="connsiteY45" fmla="*/ 47541 h 399998"/>
                <a:gd name="connsiteX46" fmla="*/ 78688 w 418030"/>
                <a:gd name="connsiteY46" fmla="*/ 50820 h 399998"/>
                <a:gd name="connsiteX47" fmla="*/ 78688 w 418030"/>
                <a:gd name="connsiteY47" fmla="*/ 54098 h 399998"/>
                <a:gd name="connsiteX48" fmla="*/ 83606 w 418030"/>
                <a:gd name="connsiteY48" fmla="*/ 54098 h 399998"/>
                <a:gd name="connsiteX49" fmla="*/ 83606 w 418030"/>
                <a:gd name="connsiteY49" fmla="*/ 54098 h 399998"/>
                <a:gd name="connsiteX50" fmla="*/ 85246 w 418030"/>
                <a:gd name="connsiteY50" fmla="*/ 50820 h 399998"/>
                <a:gd name="connsiteX51" fmla="*/ 83606 w 418030"/>
                <a:gd name="connsiteY51" fmla="*/ 47541 h 399998"/>
                <a:gd name="connsiteX52" fmla="*/ 83606 w 418030"/>
                <a:gd name="connsiteY52" fmla="*/ 45901 h 399998"/>
                <a:gd name="connsiteX53" fmla="*/ 81967 w 418030"/>
                <a:gd name="connsiteY53" fmla="*/ 45901 h 399998"/>
                <a:gd name="connsiteX54" fmla="*/ 85246 w 418030"/>
                <a:gd name="connsiteY54" fmla="*/ 42623 h 399998"/>
                <a:gd name="connsiteX55" fmla="*/ 88524 w 418030"/>
                <a:gd name="connsiteY55" fmla="*/ 39344 h 399998"/>
                <a:gd name="connsiteX56" fmla="*/ 90164 w 418030"/>
                <a:gd name="connsiteY56" fmla="*/ 36065 h 399998"/>
                <a:gd name="connsiteX57" fmla="*/ 91803 w 418030"/>
                <a:gd name="connsiteY57" fmla="*/ 32787 h 399998"/>
                <a:gd name="connsiteX58" fmla="*/ 91803 w 418030"/>
                <a:gd name="connsiteY58" fmla="*/ 29508 h 399998"/>
                <a:gd name="connsiteX59" fmla="*/ 91803 w 418030"/>
                <a:gd name="connsiteY59" fmla="*/ 26229 h 399998"/>
                <a:gd name="connsiteX60" fmla="*/ 93442 w 418030"/>
                <a:gd name="connsiteY60" fmla="*/ 24590 h 399998"/>
                <a:gd name="connsiteX61" fmla="*/ 96721 w 418030"/>
                <a:gd name="connsiteY61" fmla="*/ 26229 h 399998"/>
                <a:gd name="connsiteX62" fmla="*/ 98360 w 418030"/>
                <a:gd name="connsiteY62" fmla="*/ 29508 h 399998"/>
                <a:gd name="connsiteX63" fmla="*/ 100000 w 418030"/>
                <a:gd name="connsiteY63" fmla="*/ 32787 h 399998"/>
                <a:gd name="connsiteX64" fmla="*/ 103279 w 418030"/>
                <a:gd name="connsiteY64" fmla="*/ 34426 h 399998"/>
                <a:gd name="connsiteX65" fmla="*/ 108196 w 418030"/>
                <a:gd name="connsiteY65" fmla="*/ 32787 h 399998"/>
                <a:gd name="connsiteX66" fmla="*/ 108196 w 418030"/>
                <a:gd name="connsiteY66" fmla="*/ 31147 h 399998"/>
                <a:gd name="connsiteX67" fmla="*/ 111475 w 418030"/>
                <a:gd name="connsiteY67" fmla="*/ 31147 h 399998"/>
                <a:gd name="connsiteX68" fmla="*/ 114754 w 418030"/>
                <a:gd name="connsiteY68" fmla="*/ 31147 h 399998"/>
                <a:gd name="connsiteX69" fmla="*/ 116393 w 418030"/>
                <a:gd name="connsiteY69" fmla="*/ 34426 h 399998"/>
                <a:gd name="connsiteX70" fmla="*/ 116393 w 418030"/>
                <a:gd name="connsiteY70" fmla="*/ 34426 h 399998"/>
                <a:gd name="connsiteX71" fmla="*/ 119672 w 418030"/>
                <a:gd name="connsiteY71" fmla="*/ 37705 h 399998"/>
                <a:gd name="connsiteX72" fmla="*/ 121311 w 418030"/>
                <a:gd name="connsiteY72" fmla="*/ 32787 h 399998"/>
                <a:gd name="connsiteX73" fmla="*/ 122950 w 418030"/>
                <a:gd name="connsiteY73" fmla="*/ 29508 h 399998"/>
                <a:gd name="connsiteX74" fmla="*/ 118032 w 418030"/>
                <a:gd name="connsiteY74" fmla="*/ 27869 h 399998"/>
                <a:gd name="connsiteX75" fmla="*/ 118032 w 418030"/>
                <a:gd name="connsiteY75" fmla="*/ 24590 h 399998"/>
                <a:gd name="connsiteX76" fmla="*/ 121311 w 418030"/>
                <a:gd name="connsiteY76" fmla="*/ 19672 h 399998"/>
                <a:gd name="connsiteX77" fmla="*/ 124590 w 418030"/>
                <a:gd name="connsiteY77" fmla="*/ 19672 h 399998"/>
                <a:gd name="connsiteX78" fmla="*/ 127869 w 418030"/>
                <a:gd name="connsiteY78" fmla="*/ 22951 h 399998"/>
                <a:gd name="connsiteX79" fmla="*/ 131147 w 418030"/>
                <a:gd name="connsiteY79" fmla="*/ 22951 h 399998"/>
                <a:gd name="connsiteX80" fmla="*/ 132786 w 418030"/>
                <a:gd name="connsiteY80" fmla="*/ 22951 h 399998"/>
                <a:gd name="connsiteX81" fmla="*/ 132786 w 418030"/>
                <a:gd name="connsiteY81" fmla="*/ 19672 h 399998"/>
                <a:gd name="connsiteX82" fmla="*/ 131147 w 418030"/>
                <a:gd name="connsiteY82" fmla="*/ 16393 h 399998"/>
                <a:gd name="connsiteX83" fmla="*/ 131147 w 418030"/>
                <a:gd name="connsiteY83" fmla="*/ 13115 h 399998"/>
                <a:gd name="connsiteX84" fmla="*/ 132786 w 418030"/>
                <a:gd name="connsiteY84" fmla="*/ 9836 h 399998"/>
                <a:gd name="connsiteX85" fmla="*/ 134426 w 418030"/>
                <a:gd name="connsiteY85" fmla="*/ 9836 h 399998"/>
                <a:gd name="connsiteX86" fmla="*/ 137704 w 418030"/>
                <a:gd name="connsiteY86" fmla="*/ 9836 h 399998"/>
                <a:gd name="connsiteX87" fmla="*/ 140983 w 418030"/>
                <a:gd name="connsiteY87" fmla="*/ 11475 h 399998"/>
                <a:gd name="connsiteX88" fmla="*/ 145901 w 418030"/>
                <a:gd name="connsiteY88" fmla="*/ 13115 h 399998"/>
                <a:gd name="connsiteX89" fmla="*/ 145901 w 418030"/>
                <a:gd name="connsiteY89" fmla="*/ 13115 h 399998"/>
                <a:gd name="connsiteX90" fmla="*/ 150819 w 418030"/>
                <a:gd name="connsiteY90" fmla="*/ 13115 h 399998"/>
                <a:gd name="connsiteX91" fmla="*/ 154098 w 418030"/>
                <a:gd name="connsiteY91" fmla="*/ 9836 h 399998"/>
                <a:gd name="connsiteX92" fmla="*/ 155737 w 418030"/>
                <a:gd name="connsiteY92" fmla="*/ 6557 h 399998"/>
                <a:gd name="connsiteX93" fmla="*/ 160655 w 418030"/>
                <a:gd name="connsiteY93" fmla="*/ 4918 h 399998"/>
                <a:gd name="connsiteX94" fmla="*/ 163934 w 418030"/>
                <a:gd name="connsiteY94" fmla="*/ 4918 h 399998"/>
                <a:gd name="connsiteX95" fmla="*/ 167213 w 418030"/>
                <a:gd name="connsiteY95" fmla="*/ 3279 h 399998"/>
                <a:gd name="connsiteX96" fmla="*/ 167213 w 418030"/>
                <a:gd name="connsiteY96" fmla="*/ 3279 h 399998"/>
                <a:gd name="connsiteX97" fmla="*/ 172130 w 418030"/>
                <a:gd name="connsiteY97" fmla="*/ 3279 h 399998"/>
                <a:gd name="connsiteX98" fmla="*/ 175409 w 418030"/>
                <a:gd name="connsiteY98" fmla="*/ 4918 h 399998"/>
                <a:gd name="connsiteX99" fmla="*/ 178688 w 418030"/>
                <a:gd name="connsiteY99" fmla="*/ 3279 h 399998"/>
                <a:gd name="connsiteX100" fmla="*/ 183606 w 418030"/>
                <a:gd name="connsiteY100" fmla="*/ 1639 h 399998"/>
                <a:gd name="connsiteX101" fmla="*/ 186884 w 418030"/>
                <a:gd name="connsiteY101" fmla="*/ 1639 h 399998"/>
                <a:gd name="connsiteX102" fmla="*/ 190163 w 418030"/>
                <a:gd name="connsiteY102" fmla="*/ 0 h 399998"/>
                <a:gd name="connsiteX103" fmla="*/ 193442 w 418030"/>
                <a:gd name="connsiteY103" fmla="*/ 0 h 399998"/>
                <a:gd name="connsiteX104" fmla="*/ 190163 w 418030"/>
                <a:gd name="connsiteY104" fmla="*/ 4918 h 399998"/>
                <a:gd name="connsiteX105" fmla="*/ 191803 w 418030"/>
                <a:gd name="connsiteY105" fmla="*/ 8197 h 399998"/>
                <a:gd name="connsiteX106" fmla="*/ 195081 w 418030"/>
                <a:gd name="connsiteY106" fmla="*/ 9836 h 399998"/>
                <a:gd name="connsiteX107" fmla="*/ 196720 w 418030"/>
                <a:gd name="connsiteY107" fmla="*/ 14754 h 399998"/>
                <a:gd name="connsiteX108" fmla="*/ 196720 w 418030"/>
                <a:gd name="connsiteY108" fmla="*/ 14754 h 399998"/>
                <a:gd name="connsiteX109" fmla="*/ 198360 w 418030"/>
                <a:gd name="connsiteY109" fmla="*/ 14754 h 399998"/>
                <a:gd name="connsiteX110" fmla="*/ 198360 w 418030"/>
                <a:gd name="connsiteY110" fmla="*/ 14754 h 399998"/>
                <a:gd name="connsiteX111" fmla="*/ 201639 w 418030"/>
                <a:gd name="connsiteY111" fmla="*/ 18033 h 399998"/>
                <a:gd name="connsiteX112" fmla="*/ 201639 w 418030"/>
                <a:gd name="connsiteY112" fmla="*/ 18033 h 399998"/>
                <a:gd name="connsiteX113" fmla="*/ 204917 w 418030"/>
                <a:gd name="connsiteY113" fmla="*/ 18033 h 399998"/>
                <a:gd name="connsiteX114" fmla="*/ 208196 w 418030"/>
                <a:gd name="connsiteY114" fmla="*/ 18033 h 399998"/>
                <a:gd name="connsiteX115" fmla="*/ 209835 w 418030"/>
                <a:gd name="connsiteY115" fmla="*/ 19672 h 399998"/>
                <a:gd name="connsiteX116" fmla="*/ 214753 w 418030"/>
                <a:gd name="connsiteY116" fmla="*/ 21311 h 399998"/>
                <a:gd name="connsiteX117" fmla="*/ 218032 w 418030"/>
                <a:gd name="connsiteY117" fmla="*/ 21311 h 399998"/>
                <a:gd name="connsiteX118" fmla="*/ 221310 w 418030"/>
                <a:gd name="connsiteY118" fmla="*/ 21311 h 399998"/>
                <a:gd name="connsiteX119" fmla="*/ 226229 w 418030"/>
                <a:gd name="connsiteY119" fmla="*/ 21311 h 399998"/>
                <a:gd name="connsiteX120" fmla="*/ 229507 w 418030"/>
                <a:gd name="connsiteY120" fmla="*/ 22951 h 399998"/>
                <a:gd name="connsiteX121" fmla="*/ 232786 w 418030"/>
                <a:gd name="connsiteY121" fmla="*/ 22951 h 399998"/>
                <a:gd name="connsiteX122" fmla="*/ 236064 w 418030"/>
                <a:gd name="connsiteY122" fmla="*/ 22951 h 399998"/>
                <a:gd name="connsiteX123" fmla="*/ 239343 w 418030"/>
                <a:gd name="connsiteY123" fmla="*/ 22951 h 399998"/>
                <a:gd name="connsiteX124" fmla="*/ 240983 w 418030"/>
                <a:gd name="connsiteY124" fmla="*/ 22951 h 399998"/>
                <a:gd name="connsiteX125" fmla="*/ 240983 w 418030"/>
                <a:gd name="connsiteY125" fmla="*/ 22951 h 399998"/>
                <a:gd name="connsiteX126" fmla="*/ 244261 w 418030"/>
                <a:gd name="connsiteY126" fmla="*/ 24590 h 399998"/>
                <a:gd name="connsiteX127" fmla="*/ 244261 w 418030"/>
                <a:gd name="connsiteY127" fmla="*/ 26229 h 399998"/>
                <a:gd name="connsiteX128" fmla="*/ 242622 w 418030"/>
                <a:gd name="connsiteY128" fmla="*/ 27869 h 399998"/>
                <a:gd name="connsiteX129" fmla="*/ 239343 w 418030"/>
                <a:gd name="connsiteY129" fmla="*/ 27869 h 399998"/>
                <a:gd name="connsiteX130" fmla="*/ 236064 w 418030"/>
                <a:gd name="connsiteY130" fmla="*/ 31147 h 399998"/>
                <a:gd name="connsiteX131" fmla="*/ 232786 w 418030"/>
                <a:gd name="connsiteY131" fmla="*/ 34426 h 399998"/>
                <a:gd name="connsiteX132" fmla="*/ 237704 w 418030"/>
                <a:gd name="connsiteY132" fmla="*/ 37705 h 399998"/>
                <a:gd name="connsiteX133" fmla="*/ 240983 w 418030"/>
                <a:gd name="connsiteY133" fmla="*/ 39344 h 399998"/>
                <a:gd name="connsiteX134" fmla="*/ 242622 w 418030"/>
                <a:gd name="connsiteY134" fmla="*/ 39344 h 399998"/>
                <a:gd name="connsiteX135" fmla="*/ 239343 w 418030"/>
                <a:gd name="connsiteY135" fmla="*/ 42623 h 399998"/>
                <a:gd name="connsiteX136" fmla="*/ 236064 w 418030"/>
                <a:gd name="connsiteY136" fmla="*/ 44262 h 399998"/>
                <a:gd name="connsiteX137" fmla="*/ 237704 w 418030"/>
                <a:gd name="connsiteY137" fmla="*/ 47541 h 399998"/>
                <a:gd name="connsiteX138" fmla="*/ 240983 w 418030"/>
                <a:gd name="connsiteY138" fmla="*/ 49180 h 399998"/>
                <a:gd name="connsiteX139" fmla="*/ 240983 w 418030"/>
                <a:gd name="connsiteY139" fmla="*/ 50820 h 399998"/>
                <a:gd name="connsiteX140" fmla="*/ 239343 w 418030"/>
                <a:gd name="connsiteY140" fmla="*/ 54098 h 399998"/>
                <a:gd name="connsiteX141" fmla="*/ 240983 w 418030"/>
                <a:gd name="connsiteY141" fmla="*/ 54098 h 399998"/>
                <a:gd name="connsiteX142" fmla="*/ 240983 w 418030"/>
                <a:gd name="connsiteY142" fmla="*/ 55737 h 399998"/>
                <a:gd name="connsiteX143" fmla="*/ 244261 w 418030"/>
                <a:gd name="connsiteY143" fmla="*/ 57377 h 399998"/>
                <a:gd name="connsiteX144" fmla="*/ 247540 w 418030"/>
                <a:gd name="connsiteY144" fmla="*/ 59016 h 399998"/>
                <a:gd name="connsiteX145" fmla="*/ 249179 w 418030"/>
                <a:gd name="connsiteY145" fmla="*/ 59016 h 399998"/>
                <a:gd name="connsiteX146" fmla="*/ 249179 w 418030"/>
                <a:gd name="connsiteY146" fmla="*/ 59016 h 399998"/>
                <a:gd name="connsiteX147" fmla="*/ 249179 w 418030"/>
                <a:gd name="connsiteY147" fmla="*/ 60655 h 399998"/>
                <a:gd name="connsiteX148" fmla="*/ 250819 w 418030"/>
                <a:gd name="connsiteY148" fmla="*/ 63934 h 399998"/>
                <a:gd name="connsiteX149" fmla="*/ 250819 w 418030"/>
                <a:gd name="connsiteY149" fmla="*/ 63934 h 399998"/>
                <a:gd name="connsiteX150" fmla="*/ 247540 w 418030"/>
                <a:gd name="connsiteY150" fmla="*/ 65573 h 399998"/>
                <a:gd name="connsiteX151" fmla="*/ 244261 w 418030"/>
                <a:gd name="connsiteY151" fmla="*/ 63934 h 399998"/>
                <a:gd name="connsiteX152" fmla="*/ 245901 w 418030"/>
                <a:gd name="connsiteY152" fmla="*/ 60655 h 399998"/>
                <a:gd name="connsiteX153" fmla="*/ 242622 w 418030"/>
                <a:gd name="connsiteY153" fmla="*/ 57377 h 399998"/>
                <a:gd name="connsiteX154" fmla="*/ 239343 w 418030"/>
                <a:gd name="connsiteY154" fmla="*/ 55737 h 399998"/>
                <a:gd name="connsiteX155" fmla="*/ 236064 w 418030"/>
                <a:gd name="connsiteY155" fmla="*/ 59016 h 399998"/>
                <a:gd name="connsiteX156" fmla="*/ 232786 w 418030"/>
                <a:gd name="connsiteY156" fmla="*/ 60655 h 399998"/>
                <a:gd name="connsiteX157" fmla="*/ 232786 w 418030"/>
                <a:gd name="connsiteY157" fmla="*/ 59016 h 399998"/>
                <a:gd name="connsiteX158" fmla="*/ 232786 w 418030"/>
                <a:gd name="connsiteY158" fmla="*/ 59016 h 399998"/>
                <a:gd name="connsiteX159" fmla="*/ 229507 w 418030"/>
                <a:gd name="connsiteY159" fmla="*/ 57377 h 399998"/>
                <a:gd name="connsiteX160" fmla="*/ 226229 w 418030"/>
                <a:gd name="connsiteY160" fmla="*/ 57377 h 399998"/>
                <a:gd name="connsiteX161" fmla="*/ 224589 w 418030"/>
                <a:gd name="connsiteY161" fmla="*/ 60655 h 399998"/>
                <a:gd name="connsiteX162" fmla="*/ 222950 w 418030"/>
                <a:gd name="connsiteY162" fmla="*/ 62295 h 399998"/>
                <a:gd name="connsiteX163" fmla="*/ 219671 w 418030"/>
                <a:gd name="connsiteY163" fmla="*/ 62295 h 399998"/>
                <a:gd name="connsiteX164" fmla="*/ 216393 w 418030"/>
                <a:gd name="connsiteY164" fmla="*/ 63934 h 399998"/>
                <a:gd name="connsiteX165" fmla="*/ 211474 w 418030"/>
                <a:gd name="connsiteY165" fmla="*/ 65573 h 399998"/>
                <a:gd name="connsiteX166" fmla="*/ 209835 w 418030"/>
                <a:gd name="connsiteY166" fmla="*/ 67213 h 399998"/>
                <a:gd name="connsiteX167" fmla="*/ 206557 w 418030"/>
                <a:gd name="connsiteY167" fmla="*/ 68852 h 399998"/>
                <a:gd name="connsiteX168" fmla="*/ 203278 w 418030"/>
                <a:gd name="connsiteY168" fmla="*/ 70492 h 399998"/>
                <a:gd name="connsiteX169" fmla="*/ 199999 w 418030"/>
                <a:gd name="connsiteY169" fmla="*/ 70492 h 399998"/>
                <a:gd name="connsiteX170" fmla="*/ 203278 w 418030"/>
                <a:gd name="connsiteY170" fmla="*/ 67213 h 399998"/>
                <a:gd name="connsiteX171" fmla="*/ 199999 w 418030"/>
                <a:gd name="connsiteY171" fmla="*/ 68852 h 399998"/>
                <a:gd name="connsiteX172" fmla="*/ 196720 w 418030"/>
                <a:gd name="connsiteY172" fmla="*/ 68852 h 399998"/>
                <a:gd name="connsiteX173" fmla="*/ 195081 w 418030"/>
                <a:gd name="connsiteY173" fmla="*/ 70492 h 399998"/>
                <a:gd name="connsiteX174" fmla="*/ 195081 w 418030"/>
                <a:gd name="connsiteY174" fmla="*/ 70492 h 399998"/>
                <a:gd name="connsiteX175" fmla="*/ 195081 w 418030"/>
                <a:gd name="connsiteY175" fmla="*/ 73770 h 399998"/>
                <a:gd name="connsiteX176" fmla="*/ 191803 w 418030"/>
                <a:gd name="connsiteY176" fmla="*/ 77049 h 399998"/>
                <a:gd name="connsiteX177" fmla="*/ 191803 w 418030"/>
                <a:gd name="connsiteY177" fmla="*/ 77049 h 399998"/>
                <a:gd name="connsiteX178" fmla="*/ 191803 w 418030"/>
                <a:gd name="connsiteY178" fmla="*/ 77049 h 399998"/>
                <a:gd name="connsiteX179" fmla="*/ 191803 w 418030"/>
                <a:gd name="connsiteY179" fmla="*/ 77049 h 399998"/>
                <a:gd name="connsiteX180" fmla="*/ 191803 w 418030"/>
                <a:gd name="connsiteY180" fmla="*/ 78688 h 399998"/>
                <a:gd name="connsiteX181" fmla="*/ 191803 w 418030"/>
                <a:gd name="connsiteY181" fmla="*/ 78688 h 399998"/>
                <a:gd name="connsiteX182" fmla="*/ 193442 w 418030"/>
                <a:gd name="connsiteY182" fmla="*/ 80327 h 399998"/>
                <a:gd name="connsiteX183" fmla="*/ 195081 w 418030"/>
                <a:gd name="connsiteY183" fmla="*/ 81967 h 399998"/>
                <a:gd name="connsiteX184" fmla="*/ 196720 w 418030"/>
                <a:gd name="connsiteY184" fmla="*/ 83606 h 399998"/>
                <a:gd name="connsiteX185" fmla="*/ 196720 w 418030"/>
                <a:gd name="connsiteY185" fmla="*/ 86885 h 399998"/>
                <a:gd name="connsiteX186" fmla="*/ 199999 w 418030"/>
                <a:gd name="connsiteY186" fmla="*/ 88524 h 399998"/>
                <a:gd name="connsiteX187" fmla="*/ 201639 w 418030"/>
                <a:gd name="connsiteY187" fmla="*/ 90164 h 399998"/>
                <a:gd name="connsiteX188" fmla="*/ 204917 w 418030"/>
                <a:gd name="connsiteY188" fmla="*/ 91803 h 399998"/>
                <a:gd name="connsiteX189" fmla="*/ 203278 w 418030"/>
                <a:gd name="connsiteY189" fmla="*/ 93442 h 399998"/>
                <a:gd name="connsiteX190" fmla="*/ 201639 w 418030"/>
                <a:gd name="connsiteY190" fmla="*/ 96721 h 399998"/>
                <a:gd name="connsiteX191" fmla="*/ 199999 w 418030"/>
                <a:gd name="connsiteY191" fmla="*/ 98360 h 399998"/>
                <a:gd name="connsiteX192" fmla="*/ 199999 w 418030"/>
                <a:gd name="connsiteY192" fmla="*/ 100000 h 399998"/>
                <a:gd name="connsiteX193" fmla="*/ 196720 w 418030"/>
                <a:gd name="connsiteY193" fmla="*/ 96721 h 399998"/>
                <a:gd name="connsiteX194" fmla="*/ 195081 w 418030"/>
                <a:gd name="connsiteY194" fmla="*/ 98360 h 399998"/>
                <a:gd name="connsiteX195" fmla="*/ 195081 w 418030"/>
                <a:gd name="connsiteY195" fmla="*/ 101639 h 399998"/>
                <a:gd name="connsiteX196" fmla="*/ 195081 w 418030"/>
                <a:gd name="connsiteY196" fmla="*/ 104917 h 399998"/>
                <a:gd name="connsiteX197" fmla="*/ 195081 w 418030"/>
                <a:gd name="connsiteY197" fmla="*/ 106557 h 399998"/>
                <a:gd name="connsiteX198" fmla="*/ 195081 w 418030"/>
                <a:gd name="connsiteY198" fmla="*/ 106557 h 399998"/>
                <a:gd name="connsiteX199" fmla="*/ 195081 w 418030"/>
                <a:gd name="connsiteY199" fmla="*/ 111475 h 399998"/>
                <a:gd name="connsiteX200" fmla="*/ 196720 w 418030"/>
                <a:gd name="connsiteY200" fmla="*/ 114754 h 399998"/>
                <a:gd name="connsiteX201" fmla="*/ 196720 w 418030"/>
                <a:gd name="connsiteY201" fmla="*/ 118032 h 399998"/>
                <a:gd name="connsiteX202" fmla="*/ 198360 w 418030"/>
                <a:gd name="connsiteY202" fmla="*/ 121311 h 399998"/>
                <a:gd name="connsiteX203" fmla="*/ 199999 w 418030"/>
                <a:gd name="connsiteY203" fmla="*/ 122950 h 399998"/>
                <a:gd name="connsiteX204" fmla="*/ 203278 w 418030"/>
                <a:gd name="connsiteY204" fmla="*/ 127868 h 399998"/>
                <a:gd name="connsiteX205" fmla="*/ 206557 w 418030"/>
                <a:gd name="connsiteY205" fmla="*/ 131147 h 399998"/>
                <a:gd name="connsiteX206" fmla="*/ 209835 w 418030"/>
                <a:gd name="connsiteY206" fmla="*/ 134426 h 399998"/>
                <a:gd name="connsiteX207" fmla="*/ 213114 w 418030"/>
                <a:gd name="connsiteY207" fmla="*/ 134426 h 399998"/>
                <a:gd name="connsiteX208" fmla="*/ 216393 w 418030"/>
                <a:gd name="connsiteY208" fmla="*/ 136065 h 399998"/>
                <a:gd name="connsiteX209" fmla="*/ 219671 w 418030"/>
                <a:gd name="connsiteY209" fmla="*/ 139344 h 399998"/>
                <a:gd name="connsiteX210" fmla="*/ 222950 w 418030"/>
                <a:gd name="connsiteY210" fmla="*/ 140983 h 399998"/>
                <a:gd name="connsiteX211" fmla="*/ 226229 w 418030"/>
                <a:gd name="connsiteY211" fmla="*/ 144262 h 399998"/>
                <a:gd name="connsiteX212" fmla="*/ 226229 w 418030"/>
                <a:gd name="connsiteY212" fmla="*/ 144262 h 399998"/>
                <a:gd name="connsiteX213" fmla="*/ 231147 w 418030"/>
                <a:gd name="connsiteY213" fmla="*/ 147540 h 399998"/>
                <a:gd name="connsiteX214" fmla="*/ 234425 w 418030"/>
                <a:gd name="connsiteY214" fmla="*/ 149180 h 399998"/>
                <a:gd name="connsiteX215" fmla="*/ 237704 w 418030"/>
                <a:gd name="connsiteY215" fmla="*/ 150819 h 399998"/>
                <a:gd name="connsiteX216" fmla="*/ 242622 w 418030"/>
                <a:gd name="connsiteY216" fmla="*/ 152458 h 399998"/>
                <a:gd name="connsiteX217" fmla="*/ 242622 w 418030"/>
                <a:gd name="connsiteY217" fmla="*/ 155737 h 399998"/>
                <a:gd name="connsiteX218" fmla="*/ 244261 w 418030"/>
                <a:gd name="connsiteY218" fmla="*/ 157376 h 399998"/>
                <a:gd name="connsiteX219" fmla="*/ 245901 w 418030"/>
                <a:gd name="connsiteY219" fmla="*/ 162294 h 399998"/>
                <a:gd name="connsiteX220" fmla="*/ 247540 w 418030"/>
                <a:gd name="connsiteY220" fmla="*/ 163934 h 399998"/>
                <a:gd name="connsiteX221" fmla="*/ 247540 w 418030"/>
                <a:gd name="connsiteY221" fmla="*/ 163934 h 399998"/>
                <a:gd name="connsiteX222" fmla="*/ 249179 w 418030"/>
                <a:gd name="connsiteY222" fmla="*/ 167212 h 399998"/>
                <a:gd name="connsiteX223" fmla="*/ 249179 w 418030"/>
                <a:gd name="connsiteY223" fmla="*/ 170491 h 399998"/>
                <a:gd name="connsiteX224" fmla="*/ 250819 w 418030"/>
                <a:gd name="connsiteY224" fmla="*/ 173770 h 399998"/>
                <a:gd name="connsiteX225" fmla="*/ 252458 w 418030"/>
                <a:gd name="connsiteY225" fmla="*/ 177048 h 399998"/>
                <a:gd name="connsiteX226" fmla="*/ 252458 w 418030"/>
                <a:gd name="connsiteY226" fmla="*/ 180327 h 399998"/>
                <a:gd name="connsiteX227" fmla="*/ 254097 w 418030"/>
                <a:gd name="connsiteY227" fmla="*/ 181966 h 399998"/>
                <a:gd name="connsiteX228" fmla="*/ 254097 w 418030"/>
                <a:gd name="connsiteY228" fmla="*/ 185245 h 399998"/>
                <a:gd name="connsiteX229" fmla="*/ 255737 w 418030"/>
                <a:gd name="connsiteY229" fmla="*/ 188524 h 399998"/>
                <a:gd name="connsiteX230" fmla="*/ 257376 w 418030"/>
                <a:gd name="connsiteY230" fmla="*/ 191802 h 399998"/>
                <a:gd name="connsiteX231" fmla="*/ 257376 w 418030"/>
                <a:gd name="connsiteY231" fmla="*/ 191802 h 399998"/>
                <a:gd name="connsiteX232" fmla="*/ 260654 w 418030"/>
                <a:gd name="connsiteY232" fmla="*/ 195081 h 399998"/>
                <a:gd name="connsiteX233" fmla="*/ 262294 w 418030"/>
                <a:gd name="connsiteY233" fmla="*/ 198360 h 399998"/>
                <a:gd name="connsiteX234" fmla="*/ 265573 w 418030"/>
                <a:gd name="connsiteY234" fmla="*/ 201638 h 399998"/>
                <a:gd name="connsiteX235" fmla="*/ 270491 w 418030"/>
                <a:gd name="connsiteY235" fmla="*/ 204917 h 399998"/>
                <a:gd name="connsiteX236" fmla="*/ 273769 w 418030"/>
                <a:gd name="connsiteY236" fmla="*/ 208196 h 399998"/>
                <a:gd name="connsiteX237" fmla="*/ 277048 w 418030"/>
                <a:gd name="connsiteY237" fmla="*/ 209835 h 399998"/>
                <a:gd name="connsiteX238" fmla="*/ 280327 w 418030"/>
                <a:gd name="connsiteY238" fmla="*/ 213114 h 399998"/>
                <a:gd name="connsiteX239" fmla="*/ 281966 w 418030"/>
                <a:gd name="connsiteY239" fmla="*/ 216392 h 399998"/>
                <a:gd name="connsiteX240" fmla="*/ 283606 w 418030"/>
                <a:gd name="connsiteY240" fmla="*/ 218032 h 399998"/>
                <a:gd name="connsiteX241" fmla="*/ 286884 w 418030"/>
                <a:gd name="connsiteY241" fmla="*/ 219671 h 399998"/>
                <a:gd name="connsiteX242" fmla="*/ 291802 w 418030"/>
                <a:gd name="connsiteY242" fmla="*/ 219671 h 399998"/>
                <a:gd name="connsiteX243" fmla="*/ 293441 w 418030"/>
                <a:gd name="connsiteY243" fmla="*/ 221310 h 399998"/>
                <a:gd name="connsiteX244" fmla="*/ 296720 w 418030"/>
                <a:gd name="connsiteY244" fmla="*/ 224589 h 399998"/>
                <a:gd name="connsiteX245" fmla="*/ 296720 w 418030"/>
                <a:gd name="connsiteY245" fmla="*/ 224589 h 399998"/>
                <a:gd name="connsiteX246" fmla="*/ 301638 w 418030"/>
                <a:gd name="connsiteY246" fmla="*/ 224589 h 399998"/>
                <a:gd name="connsiteX247" fmla="*/ 304917 w 418030"/>
                <a:gd name="connsiteY247" fmla="*/ 224589 h 399998"/>
                <a:gd name="connsiteX248" fmla="*/ 308196 w 418030"/>
                <a:gd name="connsiteY248" fmla="*/ 224589 h 399998"/>
                <a:gd name="connsiteX249" fmla="*/ 313113 w 418030"/>
                <a:gd name="connsiteY249" fmla="*/ 224589 h 399998"/>
                <a:gd name="connsiteX250" fmla="*/ 316392 w 418030"/>
                <a:gd name="connsiteY250" fmla="*/ 224589 h 399998"/>
                <a:gd name="connsiteX251" fmla="*/ 319671 w 418030"/>
                <a:gd name="connsiteY251" fmla="*/ 224589 h 399998"/>
                <a:gd name="connsiteX252" fmla="*/ 322950 w 418030"/>
                <a:gd name="connsiteY252" fmla="*/ 224589 h 399998"/>
                <a:gd name="connsiteX253" fmla="*/ 327867 w 418030"/>
                <a:gd name="connsiteY253" fmla="*/ 222950 h 399998"/>
                <a:gd name="connsiteX254" fmla="*/ 331146 w 418030"/>
                <a:gd name="connsiteY254" fmla="*/ 224589 h 399998"/>
                <a:gd name="connsiteX255" fmla="*/ 334425 w 418030"/>
                <a:gd name="connsiteY255" fmla="*/ 227868 h 399998"/>
                <a:gd name="connsiteX256" fmla="*/ 334425 w 418030"/>
                <a:gd name="connsiteY256" fmla="*/ 231147 h 399998"/>
                <a:gd name="connsiteX257" fmla="*/ 329507 w 418030"/>
                <a:gd name="connsiteY257" fmla="*/ 234425 h 399998"/>
                <a:gd name="connsiteX258" fmla="*/ 326228 w 418030"/>
                <a:gd name="connsiteY258" fmla="*/ 236064 h 399998"/>
                <a:gd name="connsiteX259" fmla="*/ 324589 w 418030"/>
                <a:gd name="connsiteY259" fmla="*/ 240982 h 399998"/>
                <a:gd name="connsiteX260" fmla="*/ 326228 w 418030"/>
                <a:gd name="connsiteY260" fmla="*/ 244261 h 399998"/>
                <a:gd name="connsiteX261" fmla="*/ 329507 w 418030"/>
                <a:gd name="connsiteY261" fmla="*/ 245901 h 399998"/>
                <a:gd name="connsiteX262" fmla="*/ 332786 w 418030"/>
                <a:gd name="connsiteY262" fmla="*/ 247540 h 399998"/>
                <a:gd name="connsiteX263" fmla="*/ 336064 w 418030"/>
                <a:gd name="connsiteY263" fmla="*/ 249179 h 399998"/>
                <a:gd name="connsiteX264" fmla="*/ 339343 w 418030"/>
                <a:gd name="connsiteY264" fmla="*/ 250819 h 399998"/>
                <a:gd name="connsiteX265" fmla="*/ 342621 w 418030"/>
                <a:gd name="connsiteY265" fmla="*/ 252458 h 399998"/>
                <a:gd name="connsiteX266" fmla="*/ 345900 w 418030"/>
                <a:gd name="connsiteY266" fmla="*/ 254097 h 399998"/>
                <a:gd name="connsiteX267" fmla="*/ 350818 w 418030"/>
                <a:gd name="connsiteY267" fmla="*/ 255737 h 399998"/>
                <a:gd name="connsiteX268" fmla="*/ 354097 w 418030"/>
                <a:gd name="connsiteY268" fmla="*/ 257376 h 399998"/>
                <a:gd name="connsiteX269" fmla="*/ 357376 w 418030"/>
                <a:gd name="connsiteY269" fmla="*/ 259015 h 399998"/>
                <a:gd name="connsiteX270" fmla="*/ 362294 w 418030"/>
                <a:gd name="connsiteY270" fmla="*/ 259015 h 399998"/>
                <a:gd name="connsiteX271" fmla="*/ 365572 w 418030"/>
                <a:gd name="connsiteY271" fmla="*/ 260654 h 399998"/>
                <a:gd name="connsiteX272" fmla="*/ 368851 w 418030"/>
                <a:gd name="connsiteY272" fmla="*/ 262294 h 399998"/>
                <a:gd name="connsiteX273" fmla="*/ 372130 w 418030"/>
                <a:gd name="connsiteY273" fmla="*/ 265573 h 399998"/>
                <a:gd name="connsiteX274" fmla="*/ 377047 w 418030"/>
                <a:gd name="connsiteY274" fmla="*/ 267212 h 399998"/>
                <a:gd name="connsiteX275" fmla="*/ 378687 w 418030"/>
                <a:gd name="connsiteY275" fmla="*/ 268851 h 399998"/>
                <a:gd name="connsiteX276" fmla="*/ 381966 w 418030"/>
                <a:gd name="connsiteY276" fmla="*/ 272130 h 399998"/>
                <a:gd name="connsiteX277" fmla="*/ 385244 w 418030"/>
                <a:gd name="connsiteY277" fmla="*/ 273769 h 399998"/>
                <a:gd name="connsiteX278" fmla="*/ 390162 w 418030"/>
                <a:gd name="connsiteY278" fmla="*/ 275409 h 399998"/>
                <a:gd name="connsiteX279" fmla="*/ 393441 w 418030"/>
                <a:gd name="connsiteY279" fmla="*/ 277048 h 399998"/>
                <a:gd name="connsiteX280" fmla="*/ 396720 w 418030"/>
                <a:gd name="connsiteY280" fmla="*/ 278687 h 399998"/>
                <a:gd name="connsiteX281" fmla="*/ 398359 w 418030"/>
                <a:gd name="connsiteY281" fmla="*/ 280327 h 399998"/>
                <a:gd name="connsiteX282" fmla="*/ 401638 w 418030"/>
                <a:gd name="connsiteY282" fmla="*/ 283605 h 399998"/>
                <a:gd name="connsiteX283" fmla="*/ 403277 w 418030"/>
                <a:gd name="connsiteY283" fmla="*/ 285244 h 399998"/>
                <a:gd name="connsiteX284" fmla="*/ 406556 w 418030"/>
                <a:gd name="connsiteY284" fmla="*/ 286884 h 399998"/>
                <a:gd name="connsiteX285" fmla="*/ 409834 w 418030"/>
                <a:gd name="connsiteY285" fmla="*/ 290163 h 399998"/>
                <a:gd name="connsiteX286" fmla="*/ 414753 w 418030"/>
                <a:gd name="connsiteY286" fmla="*/ 295081 h 399998"/>
                <a:gd name="connsiteX287" fmla="*/ 416391 w 418030"/>
                <a:gd name="connsiteY287" fmla="*/ 298359 h 399998"/>
                <a:gd name="connsiteX288" fmla="*/ 418031 w 418030"/>
                <a:gd name="connsiteY288" fmla="*/ 301638 h 399998"/>
                <a:gd name="connsiteX289" fmla="*/ 418031 w 418030"/>
                <a:gd name="connsiteY289" fmla="*/ 304917 h 399998"/>
                <a:gd name="connsiteX290" fmla="*/ 416391 w 418030"/>
                <a:gd name="connsiteY290" fmla="*/ 308195 h 399998"/>
                <a:gd name="connsiteX291" fmla="*/ 414753 w 418030"/>
                <a:gd name="connsiteY291" fmla="*/ 313113 h 399998"/>
                <a:gd name="connsiteX292" fmla="*/ 414753 w 418030"/>
                <a:gd name="connsiteY292" fmla="*/ 316392 h 399998"/>
                <a:gd name="connsiteX293" fmla="*/ 411474 w 418030"/>
                <a:gd name="connsiteY293" fmla="*/ 316392 h 399998"/>
                <a:gd name="connsiteX294" fmla="*/ 408195 w 418030"/>
                <a:gd name="connsiteY294" fmla="*/ 314753 h 399998"/>
                <a:gd name="connsiteX295" fmla="*/ 403277 w 418030"/>
                <a:gd name="connsiteY295" fmla="*/ 313113 h 399998"/>
                <a:gd name="connsiteX296" fmla="*/ 401638 w 418030"/>
                <a:gd name="connsiteY296" fmla="*/ 308195 h 399998"/>
                <a:gd name="connsiteX297" fmla="*/ 401638 w 418030"/>
                <a:gd name="connsiteY297" fmla="*/ 308195 h 399998"/>
                <a:gd name="connsiteX298" fmla="*/ 401638 w 418030"/>
                <a:gd name="connsiteY298" fmla="*/ 308195 h 399998"/>
                <a:gd name="connsiteX299" fmla="*/ 401638 w 418030"/>
                <a:gd name="connsiteY299" fmla="*/ 308195 h 399998"/>
                <a:gd name="connsiteX300" fmla="*/ 401638 w 418030"/>
                <a:gd name="connsiteY300" fmla="*/ 304917 h 399998"/>
                <a:gd name="connsiteX301" fmla="*/ 398359 w 418030"/>
                <a:gd name="connsiteY301" fmla="*/ 301638 h 399998"/>
                <a:gd name="connsiteX302" fmla="*/ 398359 w 418030"/>
                <a:gd name="connsiteY302" fmla="*/ 299999 h 399998"/>
                <a:gd name="connsiteX303" fmla="*/ 396720 w 418030"/>
                <a:gd name="connsiteY303" fmla="*/ 296720 h 399998"/>
                <a:gd name="connsiteX304" fmla="*/ 393441 w 418030"/>
                <a:gd name="connsiteY304" fmla="*/ 295081 h 399998"/>
                <a:gd name="connsiteX305" fmla="*/ 391801 w 418030"/>
                <a:gd name="connsiteY305" fmla="*/ 295081 h 399998"/>
                <a:gd name="connsiteX306" fmla="*/ 388523 w 418030"/>
                <a:gd name="connsiteY306" fmla="*/ 295081 h 399998"/>
                <a:gd name="connsiteX307" fmla="*/ 385244 w 418030"/>
                <a:gd name="connsiteY307" fmla="*/ 295081 h 399998"/>
                <a:gd name="connsiteX308" fmla="*/ 380326 w 418030"/>
                <a:gd name="connsiteY308" fmla="*/ 295081 h 399998"/>
                <a:gd name="connsiteX309" fmla="*/ 377047 w 418030"/>
                <a:gd name="connsiteY309" fmla="*/ 293441 h 399998"/>
                <a:gd name="connsiteX310" fmla="*/ 373769 w 418030"/>
                <a:gd name="connsiteY310" fmla="*/ 291802 h 399998"/>
                <a:gd name="connsiteX311" fmla="*/ 373769 w 418030"/>
                <a:gd name="connsiteY311" fmla="*/ 288523 h 399998"/>
                <a:gd name="connsiteX312" fmla="*/ 373769 w 418030"/>
                <a:gd name="connsiteY312" fmla="*/ 286884 h 399998"/>
                <a:gd name="connsiteX313" fmla="*/ 375408 w 418030"/>
                <a:gd name="connsiteY313" fmla="*/ 286884 h 399998"/>
                <a:gd name="connsiteX314" fmla="*/ 373769 w 418030"/>
                <a:gd name="connsiteY314" fmla="*/ 286884 h 399998"/>
                <a:gd name="connsiteX315" fmla="*/ 372130 w 418030"/>
                <a:gd name="connsiteY315" fmla="*/ 286884 h 399998"/>
                <a:gd name="connsiteX316" fmla="*/ 372130 w 418030"/>
                <a:gd name="connsiteY316" fmla="*/ 286884 h 399998"/>
                <a:gd name="connsiteX317" fmla="*/ 368851 w 418030"/>
                <a:gd name="connsiteY317" fmla="*/ 285244 h 399998"/>
                <a:gd name="connsiteX318" fmla="*/ 365572 w 418030"/>
                <a:gd name="connsiteY318" fmla="*/ 286884 h 399998"/>
                <a:gd name="connsiteX319" fmla="*/ 362294 w 418030"/>
                <a:gd name="connsiteY319" fmla="*/ 290163 h 399998"/>
                <a:gd name="connsiteX320" fmla="*/ 360654 w 418030"/>
                <a:gd name="connsiteY320" fmla="*/ 291802 h 399998"/>
                <a:gd name="connsiteX321" fmla="*/ 357376 w 418030"/>
                <a:gd name="connsiteY321" fmla="*/ 295081 h 399998"/>
                <a:gd name="connsiteX322" fmla="*/ 355736 w 418030"/>
                <a:gd name="connsiteY322" fmla="*/ 298359 h 399998"/>
                <a:gd name="connsiteX323" fmla="*/ 355736 w 418030"/>
                <a:gd name="connsiteY323" fmla="*/ 299999 h 399998"/>
                <a:gd name="connsiteX324" fmla="*/ 352457 w 418030"/>
                <a:gd name="connsiteY324" fmla="*/ 303277 h 399998"/>
                <a:gd name="connsiteX325" fmla="*/ 352457 w 418030"/>
                <a:gd name="connsiteY325" fmla="*/ 303277 h 399998"/>
                <a:gd name="connsiteX326" fmla="*/ 350818 w 418030"/>
                <a:gd name="connsiteY326" fmla="*/ 306556 h 399998"/>
                <a:gd name="connsiteX327" fmla="*/ 352457 w 418030"/>
                <a:gd name="connsiteY327" fmla="*/ 308195 h 399998"/>
                <a:gd name="connsiteX328" fmla="*/ 350818 w 418030"/>
                <a:gd name="connsiteY328" fmla="*/ 313113 h 399998"/>
                <a:gd name="connsiteX329" fmla="*/ 349179 w 418030"/>
                <a:gd name="connsiteY329" fmla="*/ 316392 h 399998"/>
                <a:gd name="connsiteX330" fmla="*/ 347540 w 418030"/>
                <a:gd name="connsiteY330" fmla="*/ 319671 h 399998"/>
                <a:gd name="connsiteX331" fmla="*/ 349179 w 418030"/>
                <a:gd name="connsiteY331" fmla="*/ 322949 h 399998"/>
                <a:gd name="connsiteX332" fmla="*/ 352457 w 418030"/>
                <a:gd name="connsiteY332" fmla="*/ 324589 h 399998"/>
                <a:gd name="connsiteX333" fmla="*/ 357376 w 418030"/>
                <a:gd name="connsiteY333" fmla="*/ 324589 h 399998"/>
                <a:gd name="connsiteX334" fmla="*/ 360654 w 418030"/>
                <a:gd name="connsiteY334" fmla="*/ 327867 h 399998"/>
                <a:gd name="connsiteX335" fmla="*/ 363933 w 418030"/>
                <a:gd name="connsiteY335" fmla="*/ 329507 h 399998"/>
                <a:gd name="connsiteX336" fmla="*/ 367211 w 418030"/>
                <a:gd name="connsiteY336" fmla="*/ 331146 h 399998"/>
                <a:gd name="connsiteX337" fmla="*/ 370490 w 418030"/>
                <a:gd name="connsiteY337" fmla="*/ 334425 h 399998"/>
                <a:gd name="connsiteX338" fmla="*/ 370490 w 418030"/>
                <a:gd name="connsiteY338" fmla="*/ 337703 h 399998"/>
                <a:gd name="connsiteX339" fmla="*/ 370490 w 418030"/>
                <a:gd name="connsiteY339" fmla="*/ 342621 h 399998"/>
                <a:gd name="connsiteX340" fmla="*/ 372130 w 418030"/>
                <a:gd name="connsiteY340" fmla="*/ 344261 h 399998"/>
                <a:gd name="connsiteX341" fmla="*/ 370490 w 418030"/>
                <a:gd name="connsiteY341" fmla="*/ 347539 h 399998"/>
                <a:gd name="connsiteX342" fmla="*/ 372130 w 418030"/>
                <a:gd name="connsiteY342" fmla="*/ 350818 h 399998"/>
                <a:gd name="connsiteX343" fmla="*/ 372130 w 418030"/>
                <a:gd name="connsiteY343" fmla="*/ 354097 h 399998"/>
                <a:gd name="connsiteX344" fmla="*/ 368851 w 418030"/>
                <a:gd name="connsiteY344" fmla="*/ 355736 h 399998"/>
                <a:gd name="connsiteX345" fmla="*/ 365572 w 418030"/>
                <a:gd name="connsiteY345" fmla="*/ 355736 h 399998"/>
                <a:gd name="connsiteX346" fmla="*/ 362294 w 418030"/>
                <a:gd name="connsiteY346" fmla="*/ 355736 h 399998"/>
                <a:gd name="connsiteX347" fmla="*/ 357376 w 418030"/>
                <a:gd name="connsiteY347" fmla="*/ 357375 h 399998"/>
                <a:gd name="connsiteX348" fmla="*/ 354097 w 418030"/>
                <a:gd name="connsiteY348" fmla="*/ 360654 h 399998"/>
                <a:gd name="connsiteX349" fmla="*/ 350818 w 418030"/>
                <a:gd name="connsiteY349" fmla="*/ 363933 h 399998"/>
                <a:gd name="connsiteX350" fmla="*/ 350818 w 418030"/>
                <a:gd name="connsiteY350" fmla="*/ 367211 h 399998"/>
                <a:gd name="connsiteX351" fmla="*/ 352457 w 418030"/>
                <a:gd name="connsiteY351" fmla="*/ 370490 h 399998"/>
                <a:gd name="connsiteX352" fmla="*/ 352457 w 418030"/>
                <a:gd name="connsiteY352" fmla="*/ 375408 h 399998"/>
                <a:gd name="connsiteX353" fmla="*/ 352457 w 418030"/>
                <a:gd name="connsiteY353" fmla="*/ 377047 h 399998"/>
                <a:gd name="connsiteX354" fmla="*/ 349179 w 418030"/>
                <a:gd name="connsiteY354" fmla="*/ 380326 h 399998"/>
                <a:gd name="connsiteX355" fmla="*/ 345900 w 418030"/>
                <a:gd name="connsiteY355" fmla="*/ 381966 h 399998"/>
                <a:gd name="connsiteX356" fmla="*/ 342621 w 418030"/>
                <a:gd name="connsiteY356" fmla="*/ 385244 h 399998"/>
                <a:gd name="connsiteX357" fmla="*/ 339343 w 418030"/>
                <a:gd name="connsiteY357" fmla="*/ 388523 h 399998"/>
                <a:gd name="connsiteX358" fmla="*/ 337703 w 418030"/>
                <a:gd name="connsiteY358" fmla="*/ 391801 h 399998"/>
                <a:gd name="connsiteX359" fmla="*/ 336064 w 418030"/>
                <a:gd name="connsiteY359" fmla="*/ 396719 h 399998"/>
                <a:gd name="connsiteX360" fmla="*/ 332786 w 418030"/>
                <a:gd name="connsiteY360" fmla="*/ 399998 h 399998"/>
                <a:gd name="connsiteX361" fmla="*/ 329507 w 418030"/>
                <a:gd name="connsiteY361" fmla="*/ 399998 h 399998"/>
                <a:gd name="connsiteX362" fmla="*/ 326228 w 418030"/>
                <a:gd name="connsiteY362" fmla="*/ 399998 h 399998"/>
                <a:gd name="connsiteX363" fmla="*/ 321310 w 418030"/>
                <a:gd name="connsiteY363" fmla="*/ 399998 h 399998"/>
                <a:gd name="connsiteX364" fmla="*/ 319671 w 418030"/>
                <a:gd name="connsiteY364" fmla="*/ 395080 h 399998"/>
                <a:gd name="connsiteX365" fmla="*/ 318031 w 418030"/>
                <a:gd name="connsiteY365" fmla="*/ 391801 h 399998"/>
                <a:gd name="connsiteX366" fmla="*/ 318031 w 418030"/>
                <a:gd name="connsiteY366" fmla="*/ 388523 h 399998"/>
                <a:gd name="connsiteX367" fmla="*/ 322950 w 418030"/>
                <a:gd name="connsiteY367" fmla="*/ 385244 h 399998"/>
                <a:gd name="connsiteX368" fmla="*/ 326228 w 418030"/>
                <a:gd name="connsiteY368" fmla="*/ 381966 h 399998"/>
                <a:gd name="connsiteX369" fmla="*/ 327867 w 418030"/>
                <a:gd name="connsiteY369" fmla="*/ 377047 h 399998"/>
                <a:gd name="connsiteX370" fmla="*/ 329507 w 418030"/>
                <a:gd name="connsiteY370" fmla="*/ 373769 h 399998"/>
                <a:gd name="connsiteX371" fmla="*/ 329507 w 418030"/>
                <a:gd name="connsiteY371" fmla="*/ 373769 h 399998"/>
                <a:gd name="connsiteX372" fmla="*/ 326228 w 418030"/>
                <a:gd name="connsiteY372" fmla="*/ 370490 h 399998"/>
                <a:gd name="connsiteX373" fmla="*/ 329507 w 418030"/>
                <a:gd name="connsiteY373" fmla="*/ 365572 h 399998"/>
                <a:gd name="connsiteX374" fmla="*/ 332786 w 418030"/>
                <a:gd name="connsiteY374" fmla="*/ 363933 h 399998"/>
                <a:gd name="connsiteX375" fmla="*/ 336064 w 418030"/>
                <a:gd name="connsiteY375" fmla="*/ 365572 h 399998"/>
                <a:gd name="connsiteX376" fmla="*/ 339343 w 418030"/>
                <a:gd name="connsiteY376" fmla="*/ 360654 h 399998"/>
                <a:gd name="connsiteX377" fmla="*/ 339343 w 418030"/>
                <a:gd name="connsiteY377" fmla="*/ 357375 h 399998"/>
                <a:gd name="connsiteX378" fmla="*/ 336064 w 418030"/>
                <a:gd name="connsiteY378" fmla="*/ 354097 h 399998"/>
                <a:gd name="connsiteX379" fmla="*/ 334425 w 418030"/>
                <a:gd name="connsiteY379" fmla="*/ 350818 h 399998"/>
                <a:gd name="connsiteX380" fmla="*/ 334425 w 418030"/>
                <a:gd name="connsiteY380" fmla="*/ 350818 h 399998"/>
                <a:gd name="connsiteX381" fmla="*/ 332786 w 418030"/>
                <a:gd name="connsiteY381" fmla="*/ 345900 h 399998"/>
                <a:gd name="connsiteX382" fmla="*/ 332786 w 418030"/>
                <a:gd name="connsiteY382" fmla="*/ 342621 h 399998"/>
                <a:gd name="connsiteX383" fmla="*/ 332786 w 418030"/>
                <a:gd name="connsiteY383" fmla="*/ 339343 h 399998"/>
                <a:gd name="connsiteX384" fmla="*/ 331146 w 418030"/>
                <a:gd name="connsiteY384" fmla="*/ 336064 h 399998"/>
                <a:gd name="connsiteX385" fmla="*/ 329507 w 418030"/>
                <a:gd name="connsiteY385" fmla="*/ 331146 h 399998"/>
                <a:gd name="connsiteX386" fmla="*/ 326228 w 418030"/>
                <a:gd name="connsiteY386" fmla="*/ 327867 h 399998"/>
                <a:gd name="connsiteX387" fmla="*/ 324589 w 418030"/>
                <a:gd name="connsiteY387" fmla="*/ 324589 h 399998"/>
                <a:gd name="connsiteX388" fmla="*/ 322950 w 418030"/>
                <a:gd name="connsiteY388" fmla="*/ 319671 h 399998"/>
                <a:gd name="connsiteX389" fmla="*/ 322950 w 418030"/>
                <a:gd name="connsiteY389" fmla="*/ 316392 h 399998"/>
                <a:gd name="connsiteX390" fmla="*/ 321310 w 418030"/>
                <a:gd name="connsiteY390" fmla="*/ 313113 h 399998"/>
                <a:gd name="connsiteX391" fmla="*/ 321310 w 418030"/>
                <a:gd name="connsiteY391" fmla="*/ 311474 h 399998"/>
                <a:gd name="connsiteX392" fmla="*/ 318031 w 418030"/>
                <a:gd name="connsiteY392" fmla="*/ 308195 h 399998"/>
                <a:gd name="connsiteX393" fmla="*/ 316392 w 418030"/>
                <a:gd name="connsiteY393" fmla="*/ 306556 h 399998"/>
                <a:gd name="connsiteX394" fmla="*/ 313113 w 418030"/>
                <a:gd name="connsiteY394" fmla="*/ 304917 h 399998"/>
                <a:gd name="connsiteX395" fmla="*/ 309835 w 418030"/>
                <a:gd name="connsiteY395" fmla="*/ 308195 h 399998"/>
                <a:gd name="connsiteX396" fmla="*/ 309835 w 418030"/>
                <a:gd name="connsiteY396" fmla="*/ 308195 h 399998"/>
                <a:gd name="connsiteX397" fmla="*/ 308196 w 418030"/>
                <a:gd name="connsiteY397" fmla="*/ 308195 h 399998"/>
                <a:gd name="connsiteX398" fmla="*/ 308196 w 418030"/>
                <a:gd name="connsiteY398" fmla="*/ 308195 h 399998"/>
                <a:gd name="connsiteX399" fmla="*/ 306556 w 418030"/>
                <a:gd name="connsiteY399" fmla="*/ 308195 h 399998"/>
                <a:gd name="connsiteX400" fmla="*/ 303277 w 418030"/>
                <a:gd name="connsiteY400" fmla="*/ 304917 h 399998"/>
                <a:gd name="connsiteX401" fmla="*/ 299999 w 418030"/>
                <a:gd name="connsiteY401" fmla="*/ 301638 h 399998"/>
                <a:gd name="connsiteX402" fmla="*/ 296720 w 418030"/>
                <a:gd name="connsiteY402" fmla="*/ 301638 h 399998"/>
                <a:gd name="connsiteX403" fmla="*/ 293441 w 418030"/>
                <a:gd name="connsiteY403" fmla="*/ 299999 h 399998"/>
                <a:gd name="connsiteX404" fmla="*/ 291802 w 418030"/>
                <a:gd name="connsiteY404" fmla="*/ 295081 h 399998"/>
                <a:gd name="connsiteX405" fmla="*/ 293441 w 418030"/>
                <a:gd name="connsiteY405" fmla="*/ 291802 h 399998"/>
                <a:gd name="connsiteX406" fmla="*/ 291802 w 418030"/>
                <a:gd name="connsiteY406" fmla="*/ 288523 h 399998"/>
                <a:gd name="connsiteX407" fmla="*/ 290163 w 418030"/>
                <a:gd name="connsiteY407" fmla="*/ 283605 h 399998"/>
                <a:gd name="connsiteX408" fmla="*/ 286884 w 418030"/>
                <a:gd name="connsiteY408" fmla="*/ 280327 h 399998"/>
                <a:gd name="connsiteX409" fmla="*/ 283606 w 418030"/>
                <a:gd name="connsiteY409" fmla="*/ 278687 h 399998"/>
                <a:gd name="connsiteX410" fmla="*/ 280327 w 418030"/>
                <a:gd name="connsiteY410" fmla="*/ 280327 h 399998"/>
                <a:gd name="connsiteX411" fmla="*/ 277048 w 418030"/>
                <a:gd name="connsiteY411" fmla="*/ 281966 h 399998"/>
                <a:gd name="connsiteX412" fmla="*/ 273769 w 418030"/>
                <a:gd name="connsiteY412" fmla="*/ 281966 h 399998"/>
                <a:gd name="connsiteX413" fmla="*/ 270491 w 418030"/>
                <a:gd name="connsiteY413" fmla="*/ 283605 h 399998"/>
                <a:gd name="connsiteX414" fmla="*/ 272130 w 418030"/>
                <a:gd name="connsiteY414" fmla="*/ 280327 h 399998"/>
                <a:gd name="connsiteX415" fmla="*/ 275409 w 418030"/>
                <a:gd name="connsiteY415" fmla="*/ 275409 h 399998"/>
                <a:gd name="connsiteX416" fmla="*/ 270491 w 418030"/>
                <a:gd name="connsiteY416" fmla="*/ 273769 h 399998"/>
                <a:gd name="connsiteX417" fmla="*/ 267212 w 418030"/>
                <a:gd name="connsiteY417" fmla="*/ 272130 h 399998"/>
                <a:gd name="connsiteX418" fmla="*/ 263933 w 418030"/>
                <a:gd name="connsiteY418" fmla="*/ 272130 h 399998"/>
                <a:gd name="connsiteX419" fmla="*/ 259016 w 418030"/>
                <a:gd name="connsiteY419" fmla="*/ 270491 h 399998"/>
                <a:gd name="connsiteX420" fmla="*/ 259016 w 418030"/>
                <a:gd name="connsiteY420" fmla="*/ 268851 h 399998"/>
                <a:gd name="connsiteX421" fmla="*/ 259016 w 418030"/>
                <a:gd name="connsiteY421" fmla="*/ 267212 h 399998"/>
                <a:gd name="connsiteX422" fmla="*/ 255737 w 418030"/>
                <a:gd name="connsiteY422" fmla="*/ 263933 h 399998"/>
                <a:gd name="connsiteX423" fmla="*/ 255737 w 418030"/>
                <a:gd name="connsiteY423" fmla="*/ 263933 h 399998"/>
                <a:gd name="connsiteX424" fmla="*/ 254097 w 418030"/>
                <a:gd name="connsiteY424" fmla="*/ 259015 h 399998"/>
                <a:gd name="connsiteX425" fmla="*/ 250819 w 418030"/>
                <a:gd name="connsiteY425" fmla="*/ 255737 h 399998"/>
                <a:gd name="connsiteX426" fmla="*/ 249179 w 418030"/>
                <a:gd name="connsiteY426" fmla="*/ 255737 h 399998"/>
                <a:gd name="connsiteX427" fmla="*/ 249179 w 418030"/>
                <a:gd name="connsiteY427" fmla="*/ 254097 h 399998"/>
                <a:gd name="connsiteX428" fmla="*/ 244261 w 418030"/>
                <a:gd name="connsiteY428" fmla="*/ 254097 h 399998"/>
                <a:gd name="connsiteX429" fmla="*/ 242622 w 418030"/>
                <a:gd name="connsiteY429" fmla="*/ 255737 h 399998"/>
                <a:gd name="connsiteX430" fmla="*/ 239343 w 418030"/>
                <a:gd name="connsiteY430" fmla="*/ 254097 h 399998"/>
                <a:gd name="connsiteX431" fmla="*/ 236064 w 418030"/>
                <a:gd name="connsiteY431" fmla="*/ 252458 h 399998"/>
                <a:gd name="connsiteX432" fmla="*/ 231147 w 418030"/>
                <a:gd name="connsiteY432" fmla="*/ 252458 h 399998"/>
                <a:gd name="connsiteX433" fmla="*/ 227868 w 418030"/>
                <a:gd name="connsiteY433" fmla="*/ 252458 h 399998"/>
                <a:gd name="connsiteX434" fmla="*/ 224589 w 418030"/>
                <a:gd name="connsiteY434" fmla="*/ 255737 h 399998"/>
                <a:gd name="connsiteX435" fmla="*/ 222950 w 418030"/>
                <a:gd name="connsiteY435" fmla="*/ 250819 h 399998"/>
                <a:gd name="connsiteX436" fmla="*/ 219671 w 418030"/>
                <a:gd name="connsiteY436" fmla="*/ 247540 h 399998"/>
                <a:gd name="connsiteX437" fmla="*/ 214753 w 418030"/>
                <a:gd name="connsiteY437" fmla="*/ 245901 h 399998"/>
                <a:gd name="connsiteX438" fmla="*/ 214753 w 418030"/>
                <a:gd name="connsiteY438" fmla="*/ 245901 h 399998"/>
                <a:gd name="connsiteX439" fmla="*/ 211474 w 418030"/>
                <a:gd name="connsiteY439" fmla="*/ 244261 h 399998"/>
                <a:gd name="connsiteX440" fmla="*/ 206557 w 418030"/>
                <a:gd name="connsiteY440" fmla="*/ 242622 h 399998"/>
                <a:gd name="connsiteX441" fmla="*/ 204917 w 418030"/>
                <a:gd name="connsiteY441" fmla="*/ 239343 h 399998"/>
                <a:gd name="connsiteX442" fmla="*/ 203278 w 418030"/>
                <a:gd name="connsiteY442" fmla="*/ 237704 h 399998"/>
                <a:gd name="connsiteX443" fmla="*/ 199999 w 418030"/>
                <a:gd name="connsiteY443" fmla="*/ 234425 h 399998"/>
                <a:gd name="connsiteX444" fmla="*/ 196720 w 418030"/>
                <a:gd name="connsiteY444" fmla="*/ 232786 h 399998"/>
                <a:gd name="connsiteX445" fmla="*/ 195081 w 418030"/>
                <a:gd name="connsiteY445" fmla="*/ 232786 h 399998"/>
                <a:gd name="connsiteX446" fmla="*/ 195081 w 418030"/>
                <a:gd name="connsiteY446" fmla="*/ 227868 h 399998"/>
                <a:gd name="connsiteX447" fmla="*/ 191803 w 418030"/>
                <a:gd name="connsiteY447" fmla="*/ 224589 h 399998"/>
                <a:gd name="connsiteX448" fmla="*/ 188524 w 418030"/>
                <a:gd name="connsiteY448" fmla="*/ 222950 h 399998"/>
                <a:gd name="connsiteX449" fmla="*/ 185245 w 418030"/>
                <a:gd name="connsiteY449" fmla="*/ 219671 h 399998"/>
                <a:gd name="connsiteX450" fmla="*/ 180327 w 418030"/>
                <a:gd name="connsiteY450" fmla="*/ 219671 h 399998"/>
                <a:gd name="connsiteX451" fmla="*/ 178688 w 418030"/>
                <a:gd name="connsiteY451" fmla="*/ 216392 h 399998"/>
                <a:gd name="connsiteX452" fmla="*/ 178688 w 418030"/>
                <a:gd name="connsiteY452" fmla="*/ 216392 h 399998"/>
                <a:gd name="connsiteX453" fmla="*/ 178688 w 418030"/>
                <a:gd name="connsiteY453" fmla="*/ 214753 h 399998"/>
                <a:gd name="connsiteX454" fmla="*/ 175409 w 418030"/>
                <a:gd name="connsiteY454" fmla="*/ 209835 h 399998"/>
                <a:gd name="connsiteX455" fmla="*/ 172130 w 418030"/>
                <a:gd name="connsiteY455" fmla="*/ 206557 h 399998"/>
                <a:gd name="connsiteX456" fmla="*/ 168852 w 418030"/>
                <a:gd name="connsiteY456" fmla="*/ 204917 h 399998"/>
                <a:gd name="connsiteX457" fmla="*/ 167213 w 418030"/>
                <a:gd name="connsiteY457" fmla="*/ 204917 h 399998"/>
                <a:gd name="connsiteX458" fmla="*/ 163934 w 418030"/>
                <a:gd name="connsiteY458" fmla="*/ 203278 h 399998"/>
                <a:gd name="connsiteX459" fmla="*/ 160655 w 418030"/>
                <a:gd name="connsiteY459" fmla="*/ 203278 h 399998"/>
                <a:gd name="connsiteX460" fmla="*/ 155737 w 418030"/>
                <a:gd name="connsiteY460" fmla="*/ 204917 h 399998"/>
                <a:gd name="connsiteX461" fmla="*/ 157376 w 418030"/>
                <a:gd name="connsiteY461" fmla="*/ 199999 h 399998"/>
                <a:gd name="connsiteX462" fmla="*/ 157376 w 418030"/>
                <a:gd name="connsiteY462" fmla="*/ 196720 h 399998"/>
                <a:gd name="connsiteX463" fmla="*/ 154098 w 418030"/>
                <a:gd name="connsiteY463" fmla="*/ 193442 h 399998"/>
                <a:gd name="connsiteX464" fmla="*/ 152459 w 418030"/>
                <a:gd name="connsiteY464" fmla="*/ 191802 h 399998"/>
                <a:gd name="connsiteX465" fmla="*/ 149180 w 418030"/>
                <a:gd name="connsiteY465" fmla="*/ 188524 h 399998"/>
                <a:gd name="connsiteX466" fmla="*/ 145901 w 418030"/>
                <a:gd name="connsiteY466" fmla="*/ 186884 h 399998"/>
                <a:gd name="connsiteX467" fmla="*/ 142623 w 418030"/>
                <a:gd name="connsiteY467" fmla="*/ 183606 h 399998"/>
                <a:gd name="connsiteX468" fmla="*/ 142623 w 418030"/>
                <a:gd name="connsiteY468" fmla="*/ 180327 h 399998"/>
                <a:gd name="connsiteX469" fmla="*/ 137704 w 418030"/>
                <a:gd name="connsiteY469" fmla="*/ 178688 h 399998"/>
                <a:gd name="connsiteX470" fmla="*/ 136065 w 418030"/>
                <a:gd name="connsiteY470" fmla="*/ 180327 h 399998"/>
                <a:gd name="connsiteX471" fmla="*/ 134426 w 418030"/>
                <a:gd name="connsiteY471" fmla="*/ 175409 h 399998"/>
                <a:gd name="connsiteX472" fmla="*/ 136065 w 418030"/>
                <a:gd name="connsiteY472" fmla="*/ 172130 h 399998"/>
                <a:gd name="connsiteX473" fmla="*/ 136065 w 418030"/>
                <a:gd name="connsiteY473" fmla="*/ 168852 h 399998"/>
                <a:gd name="connsiteX474" fmla="*/ 134426 w 418030"/>
                <a:gd name="connsiteY474" fmla="*/ 165573 h 399998"/>
                <a:gd name="connsiteX475" fmla="*/ 131147 w 418030"/>
                <a:gd name="connsiteY475" fmla="*/ 160655 h 399998"/>
                <a:gd name="connsiteX476" fmla="*/ 129508 w 418030"/>
                <a:gd name="connsiteY476" fmla="*/ 157376 h 399998"/>
                <a:gd name="connsiteX477" fmla="*/ 126229 w 418030"/>
                <a:gd name="connsiteY477" fmla="*/ 154098 h 399998"/>
                <a:gd name="connsiteX478" fmla="*/ 126229 w 418030"/>
                <a:gd name="connsiteY478" fmla="*/ 150819 h 399998"/>
                <a:gd name="connsiteX479" fmla="*/ 126229 w 418030"/>
                <a:gd name="connsiteY479" fmla="*/ 147540 h 399998"/>
                <a:gd name="connsiteX480" fmla="*/ 126229 w 418030"/>
                <a:gd name="connsiteY480" fmla="*/ 144262 h 399998"/>
                <a:gd name="connsiteX481" fmla="*/ 126229 w 418030"/>
                <a:gd name="connsiteY481" fmla="*/ 142622 h 399998"/>
                <a:gd name="connsiteX482" fmla="*/ 126229 w 418030"/>
                <a:gd name="connsiteY482" fmla="*/ 140983 h 399998"/>
                <a:gd name="connsiteX483" fmla="*/ 124590 w 418030"/>
                <a:gd name="connsiteY483" fmla="*/ 137704 h 399998"/>
                <a:gd name="connsiteX484" fmla="*/ 121311 w 418030"/>
                <a:gd name="connsiteY484" fmla="*/ 136065 h 399998"/>
                <a:gd name="connsiteX485" fmla="*/ 118032 w 418030"/>
                <a:gd name="connsiteY485" fmla="*/ 132786 h 399998"/>
                <a:gd name="connsiteX486" fmla="*/ 118032 w 418030"/>
                <a:gd name="connsiteY486" fmla="*/ 132786 h 399998"/>
                <a:gd name="connsiteX487" fmla="*/ 116393 w 418030"/>
                <a:gd name="connsiteY487" fmla="*/ 131147 h 399998"/>
                <a:gd name="connsiteX488" fmla="*/ 113114 w 418030"/>
                <a:gd name="connsiteY488" fmla="*/ 131147 h 399998"/>
                <a:gd name="connsiteX489" fmla="*/ 111475 w 418030"/>
                <a:gd name="connsiteY489" fmla="*/ 129508 h 399998"/>
                <a:gd name="connsiteX490" fmla="*/ 106557 w 418030"/>
                <a:gd name="connsiteY490" fmla="*/ 129508 h 399998"/>
                <a:gd name="connsiteX491" fmla="*/ 103279 w 418030"/>
                <a:gd name="connsiteY491" fmla="*/ 127868 h 399998"/>
                <a:gd name="connsiteX492" fmla="*/ 100000 w 418030"/>
                <a:gd name="connsiteY492" fmla="*/ 124590 h 399998"/>
                <a:gd name="connsiteX493" fmla="*/ 100000 w 418030"/>
                <a:gd name="connsiteY493" fmla="*/ 124590 h 399998"/>
                <a:gd name="connsiteX494" fmla="*/ 95082 w 418030"/>
                <a:gd name="connsiteY494" fmla="*/ 122950 h 399998"/>
                <a:gd name="connsiteX495" fmla="*/ 91803 w 418030"/>
                <a:gd name="connsiteY495" fmla="*/ 119672 h 399998"/>
                <a:gd name="connsiteX496" fmla="*/ 88524 w 418030"/>
                <a:gd name="connsiteY496" fmla="*/ 119672 h 399998"/>
                <a:gd name="connsiteX497" fmla="*/ 85246 w 418030"/>
                <a:gd name="connsiteY497" fmla="*/ 118032 h 399998"/>
                <a:gd name="connsiteX498" fmla="*/ 80327 w 418030"/>
                <a:gd name="connsiteY498" fmla="*/ 116393 h 399998"/>
                <a:gd name="connsiteX499" fmla="*/ 77049 w 418030"/>
                <a:gd name="connsiteY499" fmla="*/ 116393 h 399998"/>
                <a:gd name="connsiteX500" fmla="*/ 73770 w 418030"/>
                <a:gd name="connsiteY500" fmla="*/ 114754 h 399998"/>
                <a:gd name="connsiteX501" fmla="*/ 70492 w 418030"/>
                <a:gd name="connsiteY501" fmla="*/ 116393 h 399998"/>
                <a:gd name="connsiteX502" fmla="*/ 68852 w 418030"/>
                <a:gd name="connsiteY502" fmla="*/ 118032 h 399998"/>
                <a:gd name="connsiteX503" fmla="*/ 65573 w 418030"/>
                <a:gd name="connsiteY503" fmla="*/ 119672 h 399998"/>
                <a:gd name="connsiteX504" fmla="*/ 63934 w 418030"/>
                <a:gd name="connsiteY504" fmla="*/ 121311 h 399998"/>
                <a:gd name="connsiteX505" fmla="*/ 62295 w 418030"/>
                <a:gd name="connsiteY505" fmla="*/ 124590 h 399998"/>
                <a:gd name="connsiteX506" fmla="*/ 60656 w 418030"/>
                <a:gd name="connsiteY506" fmla="*/ 126229 h 399998"/>
                <a:gd name="connsiteX507" fmla="*/ 55737 w 418030"/>
                <a:gd name="connsiteY507" fmla="*/ 127868 h 399998"/>
                <a:gd name="connsiteX508" fmla="*/ 55737 w 418030"/>
                <a:gd name="connsiteY508" fmla="*/ 131147 h 399998"/>
                <a:gd name="connsiteX509" fmla="*/ 55737 w 418030"/>
                <a:gd name="connsiteY509" fmla="*/ 132786 h 399998"/>
                <a:gd name="connsiteX510" fmla="*/ 52459 w 418030"/>
                <a:gd name="connsiteY510" fmla="*/ 136065 h 399998"/>
                <a:gd name="connsiteX511" fmla="*/ 50820 w 418030"/>
                <a:gd name="connsiteY511" fmla="*/ 136065 h 399998"/>
                <a:gd name="connsiteX512" fmla="*/ 47541 w 418030"/>
                <a:gd name="connsiteY512" fmla="*/ 139344 h 399998"/>
                <a:gd name="connsiteX513" fmla="*/ 44262 w 418030"/>
                <a:gd name="connsiteY513" fmla="*/ 140983 h 399998"/>
                <a:gd name="connsiteX514" fmla="*/ 42623 w 418030"/>
                <a:gd name="connsiteY514" fmla="*/ 140983 h 399998"/>
                <a:gd name="connsiteX515" fmla="*/ 37705 w 418030"/>
                <a:gd name="connsiteY515" fmla="*/ 142622 h 399998"/>
                <a:gd name="connsiteX516" fmla="*/ 34426 w 418030"/>
                <a:gd name="connsiteY516" fmla="*/ 142622 h 399998"/>
                <a:gd name="connsiteX517" fmla="*/ 31147 w 418030"/>
                <a:gd name="connsiteY517" fmla="*/ 142622 h 399998"/>
                <a:gd name="connsiteX518" fmla="*/ 29508 w 418030"/>
                <a:gd name="connsiteY518" fmla="*/ 142622 h 399998"/>
                <a:gd name="connsiteX519" fmla="*/ 29508 w 418030"/>
                <a:gd name="connsiteY519" fmla="*/ 142622 h 399998"/>
                <a:gd name="connsiteX520" fmla="*/ 29508 w 418030"/>
                <a:gd name="connsiteY520" fmla="*/ 137704 h 399998"/>
                <a:gd name="connsiteX521" fmla="*/ 34426 w 418030"/>
                <a:gd name="connsiteY521" fmla="*/ 134426 h 399998"/>
                <a:gd name="connsiteX522" fmla="*/ 36066 w 418030"/>
                <a:gd name="connsiteY522" fmla="*/ 131147 h 399998"/>
                <a:gd name="connsiteX523" fmla="*/ 36066 w 418030"/>
                <a:gd name="connsiteY523" fmla="*/ 129508 h 399998"/>
                <a:gd name="connsiteX524" fmla="*/ 36066 w 418030"/>
                <a:gd name="connsiteY524" fmla="*/ 126229 h 399998"/>
                <a:gd name="connsiteX525" fmla="*/ 32787 w 418030"/>
                <a:gd name="connsiteY525" fmla="*/ 126229 h 399998"/>
                <a:gd name="connsiteX526" fmla="*/ 27869 w 418030"/>
                <a:gd name="connsiteY526" fmla="*/ 127868 h 399998"/>
                <a:gd name="connsiteX527" fmla="*/ 24590 w 418030"/>
                <a:gd name="connsiteY527" fmla="*/ 127868 h 399998"/>
                <a:gd name="connsiteX528" fmla="*/ 21312 w 418030"/>
                <a:gd name="connsiteY528" fmla="*/ 126229 h 399998"/>
                <a:gd name="connsiteX529" fmla="*/ 18033 w 418030"/>
                <a:gd name="connsiteY529" fmla="*/ 124590 h 399998"/>
                <a:gd name="connsiteX530" fmla="*/ 13115 w 418030"/>
                <a:gd name="connsiteY530" fmla="*/ 122950 h 399998"/>
                <a:gd name="connsiteX531" fmla="*/ 9836 w 418030"/>
                <a:gd name="connsiteY531" fmla="*/ 119672 h 399998"/>
                <a:gd name="connsiteX532" fmla="*/ 8197 w 418030"/>
                <a:gd name="connsiteY532" fmla="*/ 118032 h 399998"/>
                <a:gd name="connsiteX533" fmla="*/ 8197 w 418030"/>
                <a:gd name="connsiteY533" fmla="*/ 114754 h 399998"/>
                <a:gd name="connsiteX534" fmla="*/ 8197 w 418030"/>
                <a:gd name="connsiteY534" fmla="*/ 111475 h 399998"/>
                <a:gd name="connsiteX535" fmla="*/ 9836 w 418030"/>
                <a:gd name="connsiteY535" fmla="*/ 108196 h 399998"/>
                <a:gd name="connsiteX536" fmla="*/ 11476 w 418030"/>
                <a:gd name="connsiteY536" fmla="*/ 104917 h 399998"/>
                <a:gd name="connsiteX537" fmla="*/ 14754 w 418030"/>
                <a:gd name="connsiteY537" fmla="*/ 103278 h 399998"/>
                <a:gd name="connsiteX538" fmla="*/ 14754 w 418030"/>
                <a:gd name="connsiteY538" fmla="*/ 101639 h 399998"/>
                <a:gd name="connsiteX539" fmla="*/ 13115 w 418030"/>
                <a:gd name="connsiteY539" fmla="*/ 98360 h 399998"/>
                <a:gd name="connsiteX540" fmla="*/ 9836 w 418030"/>
                <a:gd name="connsiteY540" fmla="*/ 96721 h 399998"/>
                <a:gd name="connsiteX541" fmla="*/ 4918 w 418030"/>
                <a:gd name="connsiteY541" fmla="*/ 95082 h 399998"/>
                <a:gd name="connsiteX542" fmla="*/ 4918 w 418030"/>
                <a:gd name="connsiteY542" fmla="*/ 93442 h 399998"/>
                <a:gd name="connsiteX543" fmla="*/ 3279 w 418030"/>
                <a:gd name="connsiteY543" fmla="*/ 90164 h 399998"/>
                <a:gd name="connsiteX544" fmla="*/ 1639 w 418030"/>
                <a:gd name="connsiteY544" fmla="*/ 86885 h 399998"/>
                <a:gd name="connsiteX545" fmla="*/ 0 w 418030"/>
                <a:gd name="connsiteY545" fmla="*/ 85245 h 399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</a:cxnLst>
              <a:rect l="l" t="t" r="r" b="b"/>
              <a:pathLst>
                <a:path w="418030" h="399998">
                  <a:moveTo>
                    <a:pt x="0" y="85245"/>
                  </a:moveTo>
                  <a:lnTo>
                    <a:pt x="0" y="85245"/>
                  </a:lnTo>
                  <a:lnTo>
                    <a:pt x="1639" y="83606"/>
                  </a:lnTo>
                  <a:lnTo>
                    <a:pt x="4918" y="83606"/>
                  </a:lnTo>
                  <a:lnTo>
                    <a:pt x="9836" y="83606"/>
                  </a:lnTo>
                  <a:lnTo>
                    <a:pt x="11476" y="81967"/>
                  </a:lnTo>
                  <a:lnTo>
                    <a:pt x="14754" y="80327"/>
                  </a:lnTo>
                  <a:lnTo>
                    <a:pt x="18033" y="77049"/>
                  </a:lnTo>
                  <a:lnTo>
                    <a:pt x="19672" y="72131"/>
                  </a:lnTo>
                  <a:lnTo>
                    <a:pt x="16393" y="68852"/>
                  </a:lnTo>
                  <a:lnTo>
                    <a:pt x="13115" y="65573"/>
                  </a:lnTo>
                  <a:lnTo>
                    <a:pt x="13115" y="62295"/>
                  </a:lnTo>
                  <a:lnTo>
                    <a:pt x="9836" y="60655"/>
                  </a:lnTo>
                  <a:lnTo>
                    <a:pt x="6557" y="57377"/>
                  </a:lnTo>
                  <a:lnTo>
                    <a:pt x="6557" y="57377"/>
                  </a:lnTo>
                  <a:lnTo>
                    <a:pt x="9836" y="54098"/>
                  </a:lnTo>
                  <a:lnTo>
                    <a:pt x="14754" y="50820"/>
                  </a:lnTo>
                  <a:lnTo>
                    <a:pt x="14754" y="50820"/>
                  </a:lnTo>
                  <a:lnTo>
                    <a:pt x="18033" y="52459"/>
                  </a:lnTo>
                  <a:lnTo>
                    <a:pt x="22951" y="50820"/>
                  </a:lnTo>
                  <a:lnTo>
                    <a:pt x="26229" y="50820"/>
                  </a:lnTo>
                  <a:lnTo>
                    <a:pt x="29508" y="49180"/>
                  </a:lnTo>
                  <a:lnTo>
                    <a:pt x="32787" y="47541"/>
                  </a:lnTo>
                  <a:lnTo>
                    <a:pt x="32787" y="47541"/>
                  </a:lnTo>
                  <a:lnTo>
                    <a:pt x="37705" y="49180"/>
                  </a:lnTo>
                  <a:lnTo>
                    <a:pt x="40983" y="50820"/>
                  </a:lnTo>
                  <a:lnTo>
                    <a:pt x="42623" y="50820"/>
                  </a:lnTo>
                  <a:lnTo>
                    <a:pt x="45902" y="47541"/>
                  </a:lnTo>
                  <a:lnTo>
                    <a:pt x="49180" y="44262"/>
                  </a:lnTo>
                  <a:lnTo>
                    <a:pt x="52459" y="40983"/>
                  </a:lnTo>
                  <a:lnTo>
                    <a:pt x="52459" y="39344"/>
                  </a:lnTo>
                  <a:lnTo>
                    <a:pt x="50820" y="34426"/>
                  </a:lnTo>
                  <a:lnTo>
                    <a:pt x="55737" y="32787"/>
                  </a:lnTo>
                  <a:lnTo>
                    <a:pt x="59016" y="29508"/>
                  </a:lnTo>
                  <a:lnTo>
                    <a:pt x="60656" y="27869"/>
                  </a:lnTo>
                  <a:lnTo>
                    <a:pt x="63934" y="31147"/>
                  </a:lnTo>
                  <a:lnTo>
                    <a:pt x="62295" y="34426"/>
                  </a:lnTo>
                  <a:lnTo>
                    <a:pt x="67213" y="39344"/>
                  </a:lnTo>
                  <a:lnTo>
                    <a:pt x="68852" y="40983"/>
                  </a:lnTo>
                  <a:lnTo>
                    <a:pt x="72131" y="42623"/>
                  </a:lnTo>
                  <a:lnTo>
                    <a:pt x="72131" y="42623"/>
                  </a:lnTo>
                  <a:lnTo>
                    <a:pt x="72131" y="42623"/>
                  </a:lnTo>
                  <a:lnTo>
                    <a:pt x="73770" y="42623"/>
                  </a:lnTo>
                  <a:lnTo>
                    <a:pt x="75410" y="45901"/>
                  </a:lnTo>
                  <a:lnTo>
                    <a:pt x="75410" y="47541"/>
                  </a:lnTo>
                  <a:lnTo>
                    <a:pt x="77049" y="47541"/>
                  </a:lnTo>
                  <a:lnTo>
                    <a:pt x="78688" y="50820"/>
                  </a:lnTo>
                  <a:lnTo>
                    <a:pt x="78688" y="54098"/>
                  </a:lnTo>
                  <a:lnTo>
                    <a:pt x="83606" y="54098"/>
                  </a:lnTo>
                  <a:lnTo>
                    <a:pt x="83606" y="54098"/>
                  </a:lnTo>
                  <a:lnTo>
                    <a:pt x="85246" y="50820"/>
                  </a:lnTo>
                  <a:lnTo>
                    <a:pt x="83606" y="47541"/>
                  </a:lnTo>
                  <a:lnTo>
                    <a:pt x="83606" y="45901"/>
                  </a:lnTo>
                  <a:lnTo>
                    <a:pt x="81967" y="45901"/>
                  </a:lnTo>
                  <a:lnTo>
                    <a:pt x="85246" y="42623"/>
                  </a:lnTo>
                  <a:lnTo>
                    <a:pt x="88524" y="39344"/>
                  </a:lnTo>
                  <a:lnTo>
                    <a:pt x="90164" y="36065"/>
                  </a:lnTo>
                  <a:lnTo>
                    <a:pt x="91803" y="32787"/>
                  </a:lnTo>
                  <a:lnTo>
                    <a:pt x="91803" y="29508"/>
                  </a:lnTo>
                  <a:lnTo>
                    <a:pt x="91803" y="26229"/>
                  </a:lnTo>
                  <a:lnTo>
                    <a:pt x="93442" y="24590"/>
                  </a:lnTo>
                  <a:lnTo>
                    <a:pt x="96721" y="26229"/>
                  </a:lnTo>
                  <a:lnTo>
                    <a:pt x="98360" y="29508"/>
                  </a:lnTo>
                  <a:lnTo>
                    <a:pt x="100000" y="32787"/>
                  </a:lnTo>
                  <a:lnTo>
                    <a:pt x="103279" y="34426"/>
                  </a:lnTo>
                  <a:lnTo>
                    <a:pt x="108196" y="32787"/>
                  </a:lnTo>
                  <a:lnTo>
                    <a:pt x="108196" y="31147"/>
                  </a:lnTo>
                  <a:lnTo>
                    <a:pt x="111475" y="31147"/>
                  </a:lnTo>
                  <a:lnTo>
                    <a:pt x="114754" y="31147"/>
                  </a:lnTo>
                  <a:lnTo>
                    <a:pt x="116393" y="34426"/>
                  </a:lnTo>
                  <a:lnTo>
                    <a:pt x="116393" y="34426"/>
                  </a:lnTo>
                  <a:lnTo>
                    <a:pt x="119672" y="37705"/>
                  </a:lnTo>
                  <a:lnTo>
                    <a:pt x="121311" y="32787"/>
                  </a:lnTo>
                  <a:lnTo>
                    <a:pt x="122950" y="29508"/>
                  </a:lnTo>
                  <a:lnTo>
                    <a:pt x="118032" y="27869"/>
                  </a:lnTo>
                  <a:lnTo>
                    <a:pt x="118032" y="24590"/>
                  </a:lnTo>
                  <a:lnTo>
                    <a:pt x="121311" y="19672"/>
                  </a:lnTo>
                  <a:lnTo>
                    <a:pt x="124590" y="19672"/>
                  </a:lnTo>
                  <a:lnTo>
                    <a:pt x="127869" y="22951"/>
                  </a:lnTo>
                  <a:lnTo>
                    <a:pt x="131147" y="22951"/>
                  </a:lnTo>
                  <a:lnTo>
                    <a:pt x="132786" y="22951"/>
                  </a:lnTo>
                  <a:lnTo>
                    <a:pt x="132786" y="19672"/>
                  </a:lnTo>
                  <a:lnTo>
                    <a:pt x="131147" y="16393"/>
                  </a:lnTo>
                  <a:lnTo>
                    <a:pt x="131147" y="13115"/>
                  </a:lnTo>
                  <a:lnTo>
                    <a:pt x="132786" y="9836"/>
                  </a:lnTo>
                  <a:lnTo>
                    <a:pt x="134426" y="9836"/>
                  </a:lnTo>
                  <a:lnTo>
                    <a:pt x="137704" y="9836"/>
                  </a:lnTo>
                  <a:lnTo>
                    <a:pt x="140983" y="11475"/>
                  </a:lnTo>
                  <a:lnTo>
                    <a:pt x="145901" y="13115"/>
                  </a:lnTo>
                  <a:lnTo>
                    <a:pt x="145901" y="13115"/>
                  </a:lnTo>
                  <a:lnTo>
                    <a:pt x="150819" y="13115"/>
                  </a:lnTo>
                  <a:lnTo>
                    <a:pt x="154098" y="9836"/>
                  </a:lnTo>
                  <a:lnTo>
                    <a:pt x="155737" y="6557"/>
                  </a:lnTo>
                  <a:lnTo>
                    <a:pt x="160655" y="4918"/>
                  </a:lnTo>
                  <a:lnTo>
                    <a:pt x="163934" y="4918"/>
                  </a:lnTo>
                  <a:lnTo>
                    <a:pt x="167213" y="3279"/>
                  </a:lnTo>
                  <a:lnTo>
                    <a:pt x="167213" y="3279"/>
                  </a:lnTo>
                  <a:lnTo>
                    <a:pt x="172130" y="3279"/>
                  </a:lnTo>
                  <a:lnTo>
                    <a:pt x="175409" y="4918"/>
                  </a:lnTo>
                  <a:lnTo>
                    <a:pt x="178688" y="3279"/>
                  </a:lnTo>
                  <a:lnTo>
                    <a:pt x="183606" y="1639"/>
                  </a:lnTo>
                  <a:lnTo>
                    <a:pt x="186884" y="1639"/>
                  </a:lnTo>
                  <a:lnTo>
                    <a:pt x="190163" y="0"/>
                  </a:lnTo>
                  <a:lnTo>
                    <a:pt x="193442" y="0"/>
                  </a:lnTo>
                  <a:lnTo>
                    <a:pt x="190163" y="4918"/>
                  </a:lnTo>
                  <a:lnTo>
                    <a:pt x="191803" y="8197"/>
                  </a:lnTo>
                  <a:lnTo>
                    <a:pt x="195081" y="9836"/>
                  </a:lnTo>
                  <a:lnTo>
                    <a:pt x="196720" y="14754"/>
                  </a:lnTo>
                  <a:lnTo>
                    <a:pt x="196720" y="14754"/>
                  </a:lnTo>
                  <a:lnTo>
                    <a:pt x="198360" y="14754"/>
                  </a:lnTo>
                  <a:lnTo>
                    <a:pt x="198360" y="14754"/>
                  </a:lnTo>
                  <a:lnTo>
                    <a:pt x="201639" y="18033"/>
                  </a:lnTo>
                  <a:lnTo>
                    <a:pt x="201639" y="18033"/>
                  </a:lnTo>
                  <a:lnTo>
                    <a:pt x="204917" y="18033"/>
                  </a:lnTo>
                  <a:lnTo>
                    <a:pt x="208196" y="18033"/>
                  </a:lnTo>
                  <a:lnTo>
                    <a:pt x="209835" y="19672"/>
                  </a:lnTo>
                  <a:lnTo>
                    <a:pt x="214753" y="21311"/>
                  </a:lnTo>
                  <a:lnTo>
                    <a:pt x="218032" y="21311"/>
                  </a:lnTo>
                  <a:lnTo>
                    <a:pt x="221310" y="21311"/>
                  </a:lnTo>
                  <a:lnTo>
                    <a:pt x="226229" y="21311"/>
                  </a:lnTo>
                  <a:lnTo>
                    <a:pt x="229507" y="22951"/>
                  </a:lnTo>
                  <a:lnTo>
                    <a:pt x="232786" y="22951"/>
                  </a:lnTo>
                  <a:lnTo>
                    <a:pt x="236064" y="22951"/>
                  </a:lnTo>
                  <a:lnTo>
                    <a:pt x="239343" y="22951"/>
                  </a:lnTo>
                  <a:lnTo>
                    <a:pt x="240983" y="22951"/>
                  </a:lnTo>
                  <a:lnTo>
                    <a:pt x="240983" y="22951"/>
                  </a:lnTo>
                  <a:lnTo>
                    <a:pt x="244261" y="24590"/>
                  </a:lnTo>
                  <a:lnTo>
                    <a:pt x="244261" y="26229"/>
                  </a:lnTo>
                  <a:lnTo>
                    <a:pt x="242622" y="27869"/>
                  </a:lnTo>
                  <a:lnTo>
                    <a:pt x="239343" y="27869"/>
                  </a:lnTo>
                  <a:lnTo>
                    <a:pt x="236064" y="31147"/>
                  </a:lnTo>
                  <a:lnTo>
                    <a:pt x="232786" y="34426"/>
                  </a:lnTo>
                  <a:lnTo>
                    <a:pt x="237704" y="37705"/>
                  </a:lnTo>
                  <a:lnTo>
                    <a:pt x="240983" y="39344"/>
                  </a:lnTo>
                  <a:lnTo>
                    <a:pt x="242622" y="39344"/>
                  </a:lnTo>
                  <a:lnTo>
                    <a:pt x="239343" y="42623"/>
                  </a:lnTo>
                  <a:lnTo>
                    <a:pt x="236064" y="44262"/>
                  </a:lnTo>
                  <a:lnTo>
                    <a:pt x="237704" y="47541"/>
                  </a:lnTo>
                  <a:lnTo>
                    <a:pt x="240983" y="49180"/>
                  </a:lnTo>
                  <a:lnTo>
                    <a:pt x="240983" y="50820"/>
                  </a:lnTo>
                  <a:lnTo>
                    <a:pt x="239343" y="54098"/>
                  </a:lnTo>
                  <a:lnTo>
                    <a:pt x="240983" y="54098"/>
                  </a:lnTo>
                  <a:lnTo>
                    <a:pt x="240983" y="55737"/>
                  </a:lnTo>
                  <a:lnTo>
                    <a:pt x="244261" y="57377"/>
                  </a:lnTo>
                  <a:lnTo>
                    <a:pt x="247540" y="59016"/>
                  </a:lnTo>
                  <a:lnTo>
                    <a:pt x="249179" y="59016"/>
                  </a:lnTo>
                  <a:lnTo>
                    <a:pt x="249179" y="59016"/>
                  </a:lnTo>
                  <a:lnTo>
                    <a:pt x="249179" y="60655"/>
                  </a:lnTo>
                  <a:lnTo>
                    <a:pt x="250819" y="63934"/>
                  </a:lnTo>
                  <a:lnTo>
                    <a:pt x="250819" y="63934"/>
                  </a:lnTo>
                  <a:lnTo>
                    <a:pt x="247540" y="65573"/>
                  </a:lnTo>
                  <a:lnTo>
                    <a:pt x="244261" y="63934"/>
                  </a:lnTo>
                  <a:lnTo>
                    <a:pt x="245901" y="60655"/>
                  </a:lnTo>
                  <a:lnTo>
                    <a:pt x="242622" y="57377"/>
                  </a:lnTo>
                  <a:lnTo>
                    <a:pt x="239343" y="55737"/>
                  </a:lnTo>
                  <a:lnTo>
                    <a:pt x="236064" y="59016"/>
                  </a:lnTo>
                  <a:lnTo>
                    <a:pt x="232786" y="60655"/>
                  </a:lnTo>
                  <a:lnTo>
                    <a:pt x="232786" y="59016"/>
                  </a:lnTo>
                  <a:lnTo>
                    <a:pt x="232786" y="59016"/>
                  </a:lnTo>
                  <a:lnTo>
                    <a:pt x="229507" y="57377"/>
                  </a:lnTo>
                  <a:lnTo>
                    <a:pt x="226229" y="57377"/>
                  </a:lnTo>
                  <a:lnTo>
                    <a:pt x="224589" y="60655"/>
                  </a:lnTo>
                  <a:lnTo>
                    <a:pt x="222950" y="62295"/>
                  </a:lnTo>
                  <a:lnTo>
                    <a:pt x="219671" y="62295"/>
                  </a:lnTo>
                  <a:lnTo>
                    <a:pt x="216393" y="63934"/>
                  </a:lnTo>
                  <a:lnTo>
                    <a:pt x="211474" y="65573"/>
                  </a:lnTo>
                  <a:lnTo>
                    <a:pt x="209835" y="67213"/>
                  </a:lnTo>
                  <a:lnTo>
                    <a:pt x="206557" y="68852"/>
                  </a:lnTo>
                  <a:lnTo>
                    <a:pt x="203278" y="70492"/>
                  </a:lnTo>
                  <a:lnTo>
                    <a:pt x="199999" y="70492"/>
                  </a:lnTo>
                  <a:lnTo>
                    <a:pt x="203278" y="67213"/>
                  </a:lnTo>
                  <a:lnTo>
                    <a:pt x="199999" y="68852"/>
                  </a:lnTo>
                  <a:lnTo>
                    <a:pt x="196720" y="68852"/>
                  </a:lnTo>
                  <a:lnTo>
                    <a:pt x="195081" y="70492"/>
                  </a:lnTo>
                  <a:lnTo>
                    <a:pt x="195081" y="70492"/>
                  </a:lnTo>
                  <a:lnTo>
                    <a:pt x="195081" y="73770"/>
                  </a:lnTo>
                  <a:lnTo>
                    <a:pt x="191803" y="77049"/>
                  </a:lnTo>
                  <a:lnTo>
                    <a:pt x="191803" y="77049"/>
                  </a:lnTo>
                  <a:lnTo>
                    <a:pt x="191803" y="77049"/>
                  </a:lnTo>
                  <a:lnTo>
                    <a:pt x="191803" y="77049"/>
                  </a:lnTo>
                  <a:lnTo>
                    <a:pt x="191803" y="78688"/>
                  </a:lnTo>
                  <a:lnTo>
                    <a:pt x="191803" y="78688"/>
                  </a:lnTo>
                  <a:lnTo>
                    <a:pt x="193442" y="80327"/>
                  </a:lnTo>
                  <a:lnTo>
                    <a:pt x="195081" y="81967"/>
                  </a:lnTo>
                  <a:lnTo>
                    <a:pt x="196720" y="83606"/>
                  </a:lnTo>
                  <a:lnTo>
                    <a:pt x="196720" y="86885"/>
                  </a:lnTo>
                  <a:lnTo>
                    <a:pt x="199999" y="88524"/>
                  </a:lnTo>
                  <a:lnTo>
                    <a:pt x="201639" y="90164"/>
                  </a:lnTo>
                  <a:lnTo>
                    <a:pt x="204917" y="91803"/>
                  </a:lnTo>
                  <a:lnTo>
                    <a:pt x="203278" y="93442"/>
                  </a:lnTo>
                  <a:lnTo>
                    <a:pt x="201639" y="96721"/>
                  </a:lnTo>
                  <a:lnTo>
                    <a:pt x="199999" y="98360"/>
                  </a:lnTo>
                  <a:lnTo>
                    <a:pt x="199999" y="100000"/>
                  </a:lnTo>
                  <a:lnTo>
                    <a:pt x="196720" y="96721"/>
                  </a:lnTo>
                  <a:lnTo>
                    <a:pt x="195081" y="98360"/>
                  </a:lnTo>
                  <a:lnTo>
                    <a:pt x="195081" y="101639"/>
                  </a:lnTo>
                  <a:lnTo>
                    <a:pt x="195081" y="104917"/>
                  </a:lnTo>
                  <a:lnTo>
                    <a:pt x="195081" y="106557"/>
                  </a:lnTo>
                  <a:lnTo>
                    <a:pt x="195081" y="106557"/>
                  </a:lnTo>
                  <a:lnTo>
                    <a:pt x="195081" y="111475"/>
                  </a:lnTo>
                  <a:lnTo>
                    <a:pt x="196720" y="114754"/>
                  </a:lnTo>
                  <a:lnTo>
                    <a:pt x="196720" y="118032"/>
                  </a:lnTo>
                  <a:lnTo>
                    <a:pt x="198360" y="121311"/>
                  </a:lnTo>
                  <a:lnTo>
                    <a:pt x="199999" y="122950"/>
                  </a:lnTo>
                  <a:lnTo>
                    <a:pt x="203278" y="127868"/>
                  </a:lnTo>
                  <a:lnTo>
                    <a:pt x="206557" y="131147"/>
                  </a:lnTo>
                  <a:lnTo>
                    <a:pt x="209835" y="134426"/>
                  </a:lnTo>
                  <a:lnTo>
                    <a:pt x="213114" y="134426"/>
                  </a:lnTo>
                  <a:lnTo>
                    <a:pt x="216393" y="136065"/>
                  </a:lnTo>
                  <a:lnTo>
                    <a:pt x="219671" y="139344"/>
                  </a:lnTo>
                  <a:lnTo>
                    <a:pt x="222950" y="140983"/>
                  </a:lnTo>
                  <a:lnTo>
                    <a:pt x="226229" y="144262"/>
                  </a:lnTo>
                  <a:lnTo>
                    <a:pt x="226229" y="144262"/>
                  </a:lnTo>
                  <a:lnTo>
                    <a:pt x="231147" y="147540"/>
                  </a:lnTo>
                  <a:lnTo>
                    <a:pt x="234425" y="149180"/>
                  </a:lnTo>
                  <a:lnTo>
                    <a:pt x="237704" y="150819"/>
                  </a:lnTo>
                  <a:lnTo>
                    <a:pt x="242622" y="152458"/>
                  </a:lnTo>
                  <a:lnTo>
                    <a:pt x="242622" y="155737"/>
                  </a:lnTo>
                  <a:lnTo>
                    <a:pt x="244261" y="157376"/>
                  </a:lnTo>
                  <a:lnTo>
                    <a:pt x="245901" y="162294"/>
                  </a:lnTo>
                  <a:lnTo>
                    <a:pt x="247540" y="163934"/>
                  </a:lnTo>
                  <a:lnTo>
                    <a:pt x="247540" y="163934"/>
                  </a:lnTo>
                  <a:lnTo>
                    <a:pt x="249179" y="167212"/>
                  </a:lnTo>
                  <a:lnTo>
                    <a:pt x="249179" y="170491"/>
                  </a:lnTo>
                  <a:lnTo>
                    <a:pt x="250819" y="173770"/>
                  </a:lnTo>
                  <a:lnTo>
                    <a:pt x="252458" y="177048"/>
                  </a:lnTo>
                  <a:lnTo>
                    <a:pt x="252458" y="180327"/>
                  </a:lnTo>
                  <a:lnTo>
                    <a:pt x="254097" y="181966"/>
                  </a:lnTo>
                  <a:lnTo>
                    <a:pt x="254097" y="185245"/>
                  </a:lnTo>
                  <a:lnTo>
                    <a:pt x="255737" y="188524"/>
                  </a:lnTo>
                  <a:lnTo>
                    <a:pt x="257376" y="191802"/>
                  </a:lnTo>
                  <a:lnTo>
                    <a:pt x="257376" y="191802"/>
                  </a:lnTo>
                  <a:lnTo>
                    <a:pt x="260654" y="195081"/>
                  </a:lnTo>
                  <a:lnTo>
                    <a:pt x="262294" y="198360"/>
                  </a:lnTo>
                  <a:lnTo>
                    <a:pt x="265573" y="201638"/>
                  </a:lnTo>
                  <a:lnTo>
                    <a:pt x="270491" y="204917"/>
                  </a:lnTo>
                  <a:lnTo>
                    <a:pt x="273769" y="208196"/>
                  </a:lnTo>
                  <a:lnTo>
                    <a:pt x="277048" y="209835"/>
                  </a:lnTo>
                  <a:lnTo>
                    <a:pt x="280327" y="213114"/>
                  </a:lnTo>
                  <a:lnTo>
                    <a:pt x="281966" y="216392"/>
                  </a:lnTo>
                  <a:lnTo>
                    <a:pt x="283606" y="218032"/>
                  </a:lnTo>
                  <a:lnTo>
                    <a:pt x="286884" y="219671"/>
                  </a:lnTo>
                  <a:lnTo>
                    <a:pt x="291802" y="219671"/>
                  </a:lnTo>
                  <a:lnTo>
                    <a:pt x="293441" y="221310"/>
                  </a:lnTo>
                  <a:lnTo>
                    <a:pt x="296720" y="224589"/>
                  </a:lnTo>
                  <a:lnTo>
                    <a:pt x="296720" y="224589"/>
                  </a:lnTo>
                  <a:lnTo>
                    <a:pt x="301638" y="224589"/>
                  </a:lnTo>
                  <a:lnTo>
                    <a:pt x="304917" y="224589"/>
                  </a:lnTo>
                  <a:lnTo>
                    <a:pt x="308196" y="224589"/>
                  </a:lnTo>
                  <a:lnTo>
                    <a:pt x="313113" y="224589"/>
                  </a:lnTo>
                  <a:lnTo>
                    <a:pt x="316392" y="224589"/>
                  </a:lnTo>
                  <a:lnTo>
                    <a:pt x="319671" y="224589"/>
                  </a:lnTo>
                  <a:lnTo>
                    <a:pt x="322950" y="224589"/>
                  </a:lnTo>
                  <a:lnTo>
                    <a:pt x="327867" y="222950"/>
                  </a:lnTo>
                  <a:lnTo>
                    <a:pt x="331146" y="224589"/>
                  </a:lnTo>
                  <a:lnTo>
                    <a:pt x="334425" y="227868"/>
                  </a:lnTo>
                  <a:lnTo>
                    <a:pt x="334425" y="231147"/>
                  </a:lnTo>
                  <a:lnTo>
                    <a:pt x="329507" y="234425"/>
                  </a:lnTo>
                  <a:lnTo>
                    <a:pt x="326228" y="236064"/>
                  </a:lnTo>
                  <a:lnTo>
                    <a:pt x="324589" y="240982"/>
                  </a:lnTo>
                  <a:lnTo>
                    <a:pt x="326228" y="244261"/>
                  </a:lnTo>
                  <a:lnTo>
                    <a:pt x="329507" y="245901"/>
                  </a:lnTo>
                  <a:lnTo>
                    <a:pt x="332786" y="247540"/>
                  </a:lnTo>
                  <a:lnTo>
                    <a:pt x="336064" y="249179"/>
                  </a:lnTo>
                  <a:lnTo>
                    <a:pt x="339343" y="250819"/>
                  </a:lnTo>
                  <a:lnTo>
                    <a:pt x="342621" y="252458"/>
                  </a:lnTo>
                  <a:lnTo>
                    <a:pt x="345900" y="254097"/>
                  </a:lnTo>
                  <a:lnTo>
                    <a:pt x="350818" y="255737"/>
                  </a:lnTo>
                  <a:lnTo>
                    <a:pt x="354097" y="257376"/>
                  </a:lnTo>
                  <a:lnTo>
                    <a:pt x="357376" y="259015"/>
                  </a:lnTo>
                  <a:lnTo>
                    <a:pt x="362294" y="259015"/>
                  </a:lnTo>
                  <a:lnTo>
                    <a:pt x="365572" y="260654"/>
                  </a:lnTo>
                  <a:lnTo>
                    <a:pt x="368851" y="262294"/>
                  </a:lnTo>
                  <a:lnTo>
                    <a:pt x="372130" y="265573"/>
                  </a:lnTo>
                  <a:lnTo>
                    <a:pt x="377047" y="267212"/>
                  </a:lnTo>
                  <a:lnTo>
                    <a:pt x="378687" y="268851"/>
                  </a:lnTo>
                  <a:lnTo>
                    <a:pt x="381966" y="272130"/>
                  </a:lnTo>
                  <a:lnTo>
                    <a:pt x="385244" y="273769"/>
                  </a:lnTo>
                  <a:lnTo>
                    <a:pt x="390162" y="275409"/>
                  </a:lnTo>
                  <a:lnTo>
                    <a:pt x="393441" y="277048"/>
                  </a:lnTo>
                  <a:lnTo>
                    <a:pt x="396720" y="278687"/>
                  </a:lnTo>
                  <a:lnTo>
                    <a:pt x="398359" y="280327"/>
                  </a:lnTo>
                  <a:lnTo>
                    <a:pt x="401638" y="283605"/>
                  </a:lnTo>
                  <a:lnTo>
                    <a:pt x="403277" y="285244"/>
                  </a:lnTo>
                  <a:lnTo>
                    <a:pt x="406556" y="286884"/>
                  </a:lnTo>
                  <a:lnTo>
                    <a:pt x="409834" y="290163"/>
                  </a:lnTo>
                  <a:lnTo>
                    <a:pt x="414753" y="295081"/>
                  </a:lnTo>
                  <a:lnTo>
                    <a:pt x="416391" y="298359"/>
                  </a:lnTo>
                  <a:lnTo>
                    <a:pt x="418031" y="301638"/>
                  </a:lnTo>
                  <a:lnTo>
                    <a:pt x="418031" y="304917"/>
                  </a:lnTo>
                  <a:lnTo>
                    <a:pt x="416391" y="308195"/>
                  </a:lnTo>
                  <a:lnTo>
                    <a:pt x="414753" y="313113"/>
                  </a:lnTo>
                  <a:lnTo>
                    <a:pt x="414753" y="316392"/>
                  </a:lnTo>
                  <a:lnTo>
                    <a:pt x="411474" y="316392"/>
                  </a:lnTo>
                  <a:lnTo>
                    <a:pt x="408195" y="314753"/>
                  </a:lnTo>
                  <a:lnTo>
                    <a:pt x="403277" y="313113"/>
                  </a:lnTo>
                  <a:lnTo>
                    <a:pt x="401638" y="308195"/>
                  </a:lnTo>
                  <a:lnTo>
                    <a:pt x="401638" y="308195"/>
                  </a:lnTo>
                  <a:lnTo>
                    <a:pt x="401638" y="308195"/>
                  </a:lnTo>
                  <a:lnTo>
                    <a:pt x="401638" y="308195"/>
                  </a:lnTo>
                  <a:lnTo>
                    <a:pt x="401638" y="304917"/>
                  </a:lnTo>
                  <a:lnTo>
                    <a:pt x="398359" y="301638"/>
                  </a:lnTo>
                  <a:lnTo>
                    <a:pt x="398359" y="299999"/>
                  </a:lnTo>
                  <a:lnTo>
                    <a:pt x="396720" y="296720"/>
                  </a:lnTo>
                  <a:lnTo>
                    <a:pt x="393441" y="295081"/>
                  </a:lnTo>
                  <a:lnTo>
                    <a:pt x="391801" y="295081"/>
                  </a:lnTo>
                  <a:lnTo>
                    <a:pt x="388523" y="295081"/>
                  </a:lnTo>
                  <a:lnTo>
                    <a:pt x="385244" y="295081"/>
                  </a:lnTo>
                  <a:lnTo>
                    <a:pt x="380326" y="295081"/>
                  </a:lnTo>
                  <a:lnTo>
                    <a:pt x="377047" y="293441"/>
                  </a:lnTo>
                  <a:lnTo>
                    <a:pt x="373769" y="291802"/>
                  </a:lnTo>
                  <a:lnTo>
                    <a:pt x="373769" y="288523"/>
                  </a:lnTo>
                  <a:lnTo>
                    <a:pt x="373769" y="286884"/>
                  </a:lnTo>
                  <a:lnTo>
                    <a:pt x="375408" y="286884"/>
                  </a:lnTo>
                  <a:lnTo>
                    <a:pt x="373769" y="286884"/>
                  </a:lnTo>
                  <a:lnTo>
                    <a:pt x="372130" y="286884"/>
                  </a:lnTo>
                  <a:lnTo>
                    <a:pt x="372130" y="286884"/>
                  </a:lnTo>
                  <a:lnTo>
                    <a:pt x="368851" y="285244"/>
                  </a:lnTo>
                  <a:lnTo>
                    <a:pt x="365572" y="286884"/>
                  </a:lnTo>
                  <a:lnTo>
                    <a:pt x="362294" y="290163"/>
                  </a:lnTo>
                  <a:lnTo>
                    <a:pt x="360654" y="291802"/>
                  </a:lnTo>
                  <a:lnTo>
                    <a:pt x="357376" y="295081"/>
                  </a:lnTo>
                  <a:lnTo>
                    <a:pt x="355736" y="298359"/>
                  </a:lnTo>
                  <a:lnTo>
                    <a:pt x="355736" y="299999"/>
                  </a:lnTo>
                  <a:lnTo>
                    <a:pt x="352457" y="303277"/>
                  </a:lnTo>
                  <a:lnTo>
                    <a:pt x="352457" y="303277"/>
                  </a:lnTo>
                  <a:lnTo>
                    <a:pt x="350818" y="306556"/>
                  </a:lnTo>
                  <a:lnTo>
                    <a:pt x="352457" y="308195"/>
                  </a:lnTo>
                  <a:lnTo>
                    <a:pt x="350818" y="313113"/>
                  </a:lnTo>
                  <a:lnTo>
                    <a:pt x="349179" y="316392"/>
                  </a:lnTo>
                  <a:lnTo>
                    <a:pt x="347540" y="319671"/>
                  </a:lnTo>
                  <a:lnTo>
                    <a:pt x="349179" y="322949"/>
                  </a:lnTo>
                  <a:lnTo>
                    <a:pt x="352457" y="324589"/>
                  </a:lnTo>
                  <a:lnTo>
                    <a:pt x="357376" y="324589"/>
                  </a:lnTo>
                  <a:lnTo>
                    <a:pt x="360654" y="327867"/>
                  </a:lnTo>
                  <a:lnTo>
                    <a:pt x="363933" y="329507"/>
                  </a:lnTo>
                  <a:lnTo>
                    <a:pt x="367211" y="331146"/>
                  </a:lnTo>
                  <a:lnTo>
                    <a:pt x="370490" y="334425"/>
                  </a:lnTo>
                  <a:lnTo>
                    <a:pt x="370490" y="337703"/>
                  </a:lnTo>
                  <a:lnTo>
                    <a:pt x="370490" y="342621"/>
                  </a:lnTo>
                  <a:lnTo>
                    <a:pt x="372130" y="344261"/>
                  </a:lnTo>
                  <a:lnTo>
                    <a:pt x="370490" y="347539"/>
                  </a:lnTo>
                  <a:lnTo>
                    <a:pt x="372130" y="350818"/>
                  </a:lnTo>
                  <a:lnTo>
                    <a:pt x="372130" y="354097"/>
                  </a:lnTo>
                  <a:lnTo>
                    <a:pt x="368851" y="355736"/>
                  </a:lnTo>
                  <a:lnTo>
                    <a:pt x="365572" y="355736"/>
                  </a:lnTo>
                  <a:lnTo>
                    <a:pt x="362294" y="355736"/>
                  </a:lnTo>
                  <a:lnTo>
                    <a:pt x="357376" y="357375"/>
                  </a:lnTo>
                  <a:lnTo>
                    <a:pt x="354097" y="360654"/>
                  </a:lnTo>
                  <a:lnTo>
                    <a:pt x="350818" y="363933"/>
                  </a:lnTo>
                  <a:lnTo>
                    <a:pt x="350818" y="367211"/>
                  </a:lnTo>
                  <a:lnTo>
                    <a:pt x="352457" y="370490"/>
                  </a:lnTo>
                  <a:lnTo>
                    <a:pt x="352457" y="375408"/>
                  </a:lnTo>
                  <a:lnTo>
                    <a:pt x="352457" y="377047"/>
                  </a:lnTo>
                  <a:lnTo>
                    <a:pt x="349179" y="380326"/>
                  </a:lnTo>
                  <a:lnTo>
                    <a:pt x="345900" y="381966"/>
                  </a:lnTo>
                  <a:lnTo>
                    <a:pt x="342621" y="385244"/>
                  </a:lnTo>
                  <a:lnTo>
                    <a:pt x="339343" y="388523"/>
                  </a:lnTo>
                  <a:lnTo>
                    <a:pt x="337703" y="391801"/>
                  </a:lnTo>
                  <a:lnTo>
                    <a:pt x="336064" y="396719"/>
                  </a:lnTo>
                  <a:lnTo>
                    <a:pt x="332786" y="399998"/>
                  </a:lnTo>
                  <a:lnTo>
                    <a:pt x="329507" y="399998"/>
                  </a:lnTo>
                  <a:lnTo>
                    <a:pt x="326228" y="399998"/>
                  </a:lnTo>
                  <a:lnTo>
                    <a:pt x="321310" y="399998"/>
                  </a:lnTo>
                  <a:lnTo>
                    <a:pt x="319671" y="395080"/>
                  </a:lnTo>
                  <a:lnTo>
                    <a:pt x="318031" y="391801"/>
                  </a:lnTo>
                  <a:lnTo>
                    <a:pt x="318031" y="388523"/>
                  </a:lnTo>
                  <a:lnTo>
                    <a:pt x="322950" y="385244"/>
                  </a:lnTo>
                  <a:lnTo>
                    <a:pt x="326228" y="381966"/>
                  </a:lnTo>
                  <a:lnTo>
                    <a:pt x="327867" y="377047"/>
                  </a:lnTo>
                  <a:lnTo>
                    <a:pt x="329507" y="373769"/>
                  </a:lnTo>
                  <a:lnTo>
                    <a:pt x="329507" y="373769"/>
                  </a:lnTo>
                  <a:lnTo>
                    <a:pt x="326228" y="370490"/>
                  </a:lnTo>
                  <a:lnTo>
                    <a:pt x="329507" y="365572"/>
                  </a:lnTo>
                  <a:lnTo>
                    <a:pt x="332786" y="363933"/>
                  </a:lnTo>
                  <a:lnTo>
                    <a:pt x="336064" y="365572"/>
                  </a:lnTo>
                  <a:lnTo>
                    <a:pt x="339343" y="360654"/>
                  </a:lnTo>
                  <a:lnTo>
                    <a:pt x="339343" y="357375"/>
                  </a:lnTo>
                  <a:lnTo>
                    <a:pt x="336064" y="354097"/>
                  </a:lnTo>
                  <a:lnTo>
                    <a:pt x="334425" y="350818"/>
                  </a:lnTo>
                  <a:lnTo>
                    <a:pt x="334425" y="350818"/>
                  </a:lnTo>
                  <a:lnTo>
                    <a:pt x="332786" y="345900"/>
                  </a:lnTo>
                  <a:lnTo>
                    <a:pt x="332786" y="342621"/>
                  </a:lnTo>
                  <a:lnTo>
                    <a:pt x="332786" y="339343"/>
                  </a:lnTo>
                  <a:lnTo>
                    <a:pt x="331146" y="336064"/>
                  </a:lnTo>
                  <a:lnTo>
                    <a:pt x="329507" y="331146"/>
                  </a:lnTo>
                  <a:lnTo>
                    <a:pt x="326228" y="327867"/>
                  </a:lnTo>
                  <a:lnTo>
                    <a:pt x="324589" y="324589"/>
                  </a:lnTo>
                  <a:lnTo>
                    <a:pt x="322950" y="319671"/>
                  </a:lnTo>
                  <a:lnTo>
                    <a:pt x="322950" y="316392"/>
                  </a:lnTo>
                  <a:lnTo>
                    <a:pt x="321310" y="313113"/>
                  </a:lnTo>
                  <a:lnTo>
                    <a:pt x="321310" y="311474"/>
                  </a:lnTo>
                  <a:lnTo>
                    <a:pt x="318031" y="308195"/>
                  </a:lnTo>
                  <a:lnTo>
                    <a:pt x="316392" y="306556"/>
                  </a:lnTo>
                  <a:lnTo>
                    <a:pt x="313113" y="304917"/>
                  </a:lnTo>
                  <a:lnTo>
                    <a:pt x="309835" y="308195"/>
                  </a:lnTo>
                  <a:lnTo>
                    <a:pt x="309835" y="308195"/>
                  </a:lnTo>
                  <a:lnTo>
                    <a:pt x="308196" y="308195"/>
                  </a:lnTo>
                  <a:lnTo>
                    <a:pt x="308196" y="308195"/>
                  </a:lnTo>
                  <a:lnTo>
                    <a:pt x="306556" y="308195"/>
                  </a:lnTo>
                  <a:lnTo>
                    <a:pt x="303277" y="304917"/>
                  </a:lnTo>
                  <a:lnTo>
                    <a:pt x="299999" y="301638"/>
                  </a:lnTo>
                  <a:lnTo>
                    <a:pt x="296720" y="301638"/>
                  </a:lnTo>
                  <a:lnTo>
                    <a:pt x="293441" y="299999"/>
                  </a:lnTo>
                  <a:lnTo>
                    <a:pt x="291802" y="295081"/>
                  </a:lnTo>
                  <a:lnTo>
                    <a:pt x="293441" y="291802"/>
                  </a:lnTo>
                  <a:lnTo>
                    <a:pt x="291802" y="288523"/>
                  </a:lnTo>
                  <a:lnTo>
                    <a:pt x="290163" y="283605"/>
                  </a:lnTo>
                  <a:lnTo>
                    <a:pt x="286884" y="280327"/>
                  </a:lnTo>
                  <a:lnTo>
                    <a:pt x="283606" y="278687"/>
                  </a:lnTo>
                  <a:lnTo>
                    <a:pt x="280327" y="280327"/>
                  </a:lnTo>
                  <a:lnTo>
                    <a:pt x="277048" y="281966"/>
                  </a:lnTo>
                  <a:lnTo>
                    <a:pt x="273769" y="281966"/>
                  </a:lnTo>
                  <a:lnTo>
                    <a:pt x="270491" y="283605"/>
                  </a:lnTo>
                  <a:lnTo>
                    <a:pt x="272130" y="280327"/>
                  </a:lnTo>
                  <a:lnTo>
                    <a:pt x="275409" y="275409"/>
                  </a:lnTo>
                  <a:lnTo>
                    <a:pt x="270491" y="273769"/>
                  </a:lnTo>
                  <a:lnTo>
                    <a:pt x="267212" y="272130"/>
                  </a:lnTo>
                  <a:lnTo>
                    <a:pt x="263933" y="272130"/>
                  </a:lnTo>
                  <a:lnTo>
                    <a:pt x="259016" y="270491"/>
                  </a:lnTo>
                  <a:lnTo>
                    <a:pt x="259016" y="268851"/>
                  </a:lnTo>
                  <a:lnTo>
                    <a:pt x="259016" y="267212"/>
                  </a:lnTo>
                  <a:lnTo>
                    <a:pt x="255737" y="263933"/>
                  </a:lnTo>
                  <a:lnTo>
                    <a:pt x="255737" y="263933"/>
                  </a:lnTo>
                  <a:lnTo>
                    <a:pt x="254097" y="259015"/>
                  </a:lnTo>
                  <a:lnTo>
                    <a:pt x="250819" y="255737"/>
                  </a:lnTo>
                  <a:lnTo>
                    <a:pt x="249179" y="255737"/>
                  </a:lnTo>
                  <a:lnTo>
                    <a:pt x="249179" y="254097"/>
                  </a:lnTo>
                  <a:lnTo>
                    <a:pt x="244261" y="254097"/>
                  </a:lnTo>
                  <a:lnTo>
                    <a:pt x="242622" y="255737"/>
                  </a:lnTo>
                  <a:lnTo>
                    <a:pt x="239343" y="254097"/>
                  </a:lnTo>
                  <a:lnTo>
                    <a:pt x="236064" y="252458"/>
                  </a:lnTo>
                  <a:lnTo>
                    <a:pt x="231147" y="252458"/>
                  </a:lnTo>
                  <a:lnTo>
                    <a:pt x="227868" y="252458"/>
                  </a:lnTo>
                  <a:lnTo>
                    <a:pt x="224589" y="255737"/>
                  </a:lnTo>
                  <a:lnTo>
                    <a:pt x="222950" y="250819"/>
                  </a:lnTo>
                  <a:lnTo>
                    <a:pt x="219671" y="247540"/>
                  </a:lnTo>
                  <a:lnTo>
                    <a:pt x="214753" y="245901"/>
                  </a:lnTo>
                  <a:lnTo>
                    <a:pt x="214753" y="245901"/>
                  </a:lnTo>
                  <a:lnTo>
                    <a:pt x="211474" y="244261"/>
                  </a:lnTo>
                  <a:lnTo>
                    <a:pt x="206557" y="242622"/>
                  </a:lnTo>
                  <a:lnTo>
                    <a:pt x="204917" y="239343"/>
                  </a:lnTo>
                  <a:lnTo>
                    <a:pt x="203278" y="237704"/>
                  </a:lnTo>
                  <a:lnTo>
                    <a:pt x="199999" y="234425"/>
                  </a:lnTo>
                  <a:lnTo>
                    <a:pt x="196720" y="232786"/>
                  </a:lnTo>
                  <a:lnTo>
                    <a:pt x="195081" y="232786"/>
                  </a:lnTo>
                  <a:lnTo>
                    <a:pt x="195081" y="227868"/>
                  </a:lnTo>
                  <a:lnTo>
                    <a:pt x="191803" y="224589"/>
                  </a:lnTo>
                  <a:lnTo>
                    <a:pt x="188524" y="222950"/>
                  </a:lnTo>
                  <a:lnTo>
                    <a:pt x="185245" y="219671"/>
                  </a:lnTo>
                  <a:lnTo>
                    <a:pt x="180327" y="219671"/>
                  </a:lnTo>
                  <a:lnTo>
                    <a:pt x="178688" y="216392"/>
                  </a:lnTo>
                  <a:lnTo>
                    <a:pt x="178688" y="216392"/>
                  </a:lnTo>
                  <a:lnTo>
                    <a:pt x="178688" y="214753"/>
                  </a:lnTo>
                  <a:lnTo>
                    <a:pt x="175409" y="209835"/>
                  </a:lnTo>
                  <a:lnTo>
                    <a:pt x="172130" y="206557"/>
                  </a:lnTo>
                  <a:lnTo>
                    <a:pt x="168852" y="204917"/>
                  </a:lnTo>
                  <a:lnTo>
                    <a:pt x="167213" y="204917"/>
                  </a:lnTo>
                  <a:lnTo>
                    <a:pt x="163934" y="203278"/>
                  </a:lnTo>
                  <a:lnTo>
                    <a:pt x="160655" y="203278"/>
                  </a:lnTo>
                  <a:lnTo>
                    <a:pt x="155737" y="204917"/>
                  </a:lnTo>
                  <a:lnTo>
                    <a:pt x="157376" y="199999"/>
                  </a:lnTo>
                  <a:lnTo>
                    <a:pt x="157376" y="196720"/>
                  </a:lnTo>
                  <a:lnTo>
                    <a:pt x="154098" y="193442"/>
                  </a:lnTo>
                  <a:lnTo>
                    <a:pt x="152459" y="191802"/>
                  </a:lnTo>
                  <a:lnTo>
                    <a:pt x="149180" y="188524"/>
                  </a:lnTo>
                  <a:lnTo>
                    <a:pt x="145901" y="186884"/>
                  </a:lnTo>
                  <a:lnTo>
                    <a:pt x="142623" y="183606"/>
                  </a:lnTo>
                  <a:lnTo>
                    <a:pt x="142623" y="180327"/>
                  </a:lnTo>
                  <a:lnTo>
                    <a:pt x="137704" y="178688"/>
                  </a:lnTo>
                  <a:lnTo>
                    <a:pt x="136065" y="180327"/>
                  </a:lnTo>
                  <a:lnTo>
                    <a:pt x="134426" y="175409"/>
                  </a:lnTo>
                  <a:lnTo>
                    <a:pt x="136065" y="172130"/>
                  </a:lnTo>
                  <a:lnTo>
                    <a:pt x="136065" y="168852"/>
                  </a:lnTo>
                  <a:lnTo>
                    <a:pt x="134426" y="165573"/>
                  </a:lnTo>
                  <a:lnTo>
                    <a:pt x="131147" y="160655"/>
                  </a:lnTo>
                  <a:lnTo>
                    <a:pt x="129508" y="157376"/>
                  </a:lnTo>
                  <a:lnTo>
                    <a:pt x="126229" y="154098"/>
                  </a:lnTo>
                  <a:lnTo>
                    <a:pt x="126229" y="150819"/>
                  </a:lnTo>
                  <a:lnTo>
                    <a:pt x="126229" y="147540"/>
                  </a:lnTo>
                  <a:lnTo>
                    <a:pt x="126229" y="144262"/>
                  </a:lnTo>
                  <a:lnTo>
                    <a:pt x="126229" y="142622"/>
                  </a:lnTo>
                  <a:lnTo>
                    <a:pt x="126229" y="140983"/>
                  </a:lnTo>
                  <a:lnTo>
                    <a:pt x="124590" y="137704"/>
                  </a:lnTo>
                  <a:lnTo>
                    <a:pt x="121311" y="136065"/>
                  </a:lnTo>
                  <a:lnTo>
                    <a:pt x="118032" y="132786"/>
                  </a:lnTo>
                  <a:lnTo>
                    <a:pt x="118032" y="132786"/>
                  </a:lnTo>
                  <a:lnTo>
                    <a:pt x="116393" y="131147"/>
                  </a:lnTo>
                  <a:lnTo>
                    <a:pt x="113114" y="131147"/>
                  </a:lnTo>
                  <a:lnTo>
                    <a:pt x="111475" y="129508"/>
                  </a:lnTo>
                  <a:lnTo>
                    <a:pt x="106557" y="129508"/>
                  </a:lnTo>
                  <a:lnTo>
                    <a:pt x="103279" y="127868"/>
                  </a:lnTo>
                  <a:lnTo>
                    <a:pt x="100000" y="124590"/>
                  </a:lnTo>
                  <a:lnTo>
                    <a:pt x="100000" y="124590"/>
                  </a:lnTo>
                  <a:lnTo>
                    <a:pt x="95082" y="122950"/>
                  </a:lnTo>
                  <a:lnTo>
                    <a:pt x="91803" y="119672"/>
                  </a:lnTo>
                  <a:lnTo>
                    <a:pt x="88524" y="119672"/>
                  </a:lnTo>
                  <a:lnTo>
                    <a:pt x="85246" y="118032"/>
                  </a:lnTo>
                  <a:lnTo>
                    <a:pt x="80327" y="116393"/>
                  </a:lnTo>
                  <a:lnTo>
                    <a:pt x="77049" y="116393"/>
                  </a:lnTo>
                  <a:lnTo>
                    <a:pt x="73770" y="114754"/>
                  </a:lnTo>
                  <a:lnTo>
                    <a:pt x="70492" y="116393"/>
                  </a:lnTo>
                  <a:lnTo>
                    <a:pt x="68852" y="118032"/>
                  </a:lnTo>
                  <a:lnTo>
                    <a:pt x="65573" y="119672"/>
                  </a:lnTo>
                  <a:lnTo>
                    <a:pt x="63934" y="121311"/>
                  </a:lnTo>
                  <a:lnTo>
                    <a:pt x="62295" y="124590"/>
                  </a:lnTo>
                  <a:lnTo>
                    <a:pt x="60656" y="126229"/>
                  </a:lnTo>
                  <a:lnTo>
                    <a:pt x="55737" y="127868"/>
                  </a:lnTo>
                  <a:lnTo>
                    <a:pt x="55737" y="131147"/>
                  </a:lnTo>
                  <a:lnTo>
                    <a:pt x="55737" y="132786"/>
                  </a:lnTo>
                  <a:lnTo>
                    <a:pt x="52459" y="136065"/>
                  </a:lnTo>
                  <a:lnTo>
                    <a:pt x="50820" y="136065"/>
                  </a:lnTo>
                  <a:lnTo>
                    <a:pt x="47541" y="139344"/>
                  </a:lnTo>
                  <a:lnTo>
                    <a:pt x="44262" y="140983"/>
                  </a:lnTo>
                  <a:lnTo>
                    <a:pt x="42623" y="140983"/>
                  </a:lnTo>
                  <a:lnTo>
                    <a:pt x="37705" y="142622"/>
                  </a:lnTo>
                  <a:lnTo>
                    <a:pt x="34426" y="142622"/>
                  </a:lnTo>
                  <a:lnTo>
                    <a:pt x="31147" y="142622"/>
                  </a:lnTo>
                  <a:lnTo>
                    <a:pt x="29508" y="142622"/>
                  </a:lnTo>
                  <a:lnTo>
                    <a:pt x="29508" y="142622"/>
                  </a:lnTo>
                  <a:lnTo>
                    <a:pt x="29508" y="137704"/>
                  </a:lnTo>
                  <a:lnTo>
                    <a:pt x="34426" y="134426"/>
                  </a:lnTo>
                  <a:lnTo>
                    <a:pt x="36066" y="131147"/>
                  </a:lnTo>
                  <a:lnTo>
                    <a:pt x="36066" y="129508"/>
                  </a:lnTo>
                  <a:lnTo>
                    <a:pt x="36066" y="126229"/>
                  </a:lnTo>
                  <a:lnTo>
                    <a:pt x="32787" y="126229"/>
                  </a:lnTo>
                  <a:lnTo>
                    <a:pt x="27869" y="127868"/>
                  </a:lnTo>
                  <a:lnTo>
                    <a:pt x="24590" y="127868"/>
                  </a:lnTo>
                  <a:lnTo>
                    <a:pt x="21312" y="126229"/>
                  </a:lnTo>
                  <a:lnTo>
                    <a:pt x="18033" y="124590"/>
                  </a:lnTo>
                  <a:lnTo>
                    <a:pt x="13115" y="122950"/>
                  </a:lnTo>
                  <a:lnTo>
                    <a:pt x="9836" y="119672"/>
                  </a:lnTo>
                  <a:lnTo>
                    <a:pt x="8197" y="118032"/>
                  </a:lnTo>
                  <a:lnTo>
                    <a:pt x="8197" y="114754"/>
                  </a:lnTo>
                  <a:lnTo>
                    <a:pt x="8197" y="111475"/>
                  </a:lnTo>
                  <a:lnTo>
                    <a:pt x="9836" y="108196"/>
                  </a:lnTo>
                  <a:lnTo>
                    <a:pt x="11476" y="104917"/>
                  </a:lnTo>
                  <a:lnTo>
                    <a:pt x="14754" y="103278"/>
                  </a:lnTo>
                  <a:lnTo>
                    <a:pt x="14754" y="101639"/>
                  </a:lnTo>
                  <a:lnTo>
                    <a:pt x="13115" y="98360"/>
                  </a:lnTo>
                  <a:lnTo>
                    <a:pt x="9836" y="96721"/>
                  </a:lnTo>
                  <a:lnTo>
                    <a:pt x="4918" y="95082"/>
                  </a:lnTo>
                  <a:lnTo>
                    <a:pt x="4918" y="93442"/>
                  </a:lnTo>
                  <a:lnTo>
                    <a:pt x="3279" y="90164"/>
                  </a:lnTo>
                  <a:lnTo>
                    <a:pt x="1639" y="86885"/>
                  </a:lnTo>
                  <a:lnTo>
                    <a:pt x="0" y="8524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4" name="Freeform 2623">
              <a:extLst>
                <a:ext uri="{FF2B5EF4-FFF2-40B4-BE49-F238E27FC236}">
                  <a16:creationId xmlns:a16="http://schemas.microsoft.com/office/drawing/2014/main" id="{5672E890-3CB9-3541-B462-12AF224D4832}"/>
                </a:ext>
              </a:extLst>
            </p:cNvPr>
            <p:cNvSpPr/>
            <p:nvPr/>
          </p:nvSpPr>
          <p:spPr>
            <a:xfrm>
              <a:off x="5661575" y="2193594"/>
              <a:ext cx="1639" cy="1639"/>
            </a:xfrm>
            <a:custGeom>
              <a:avLst/>
              <a:gdLst>
                <a:gd name="connsiteX0" fmla="*/ 0 w 1639"/>
                <a:gd name="connsiteY0" fmla="*/ 1639 h 1639"/>
                <a:gd name="connsiteX1" fmla="*/ 0 w 1639"/>
                <a:gd name="connsiteY1" fmla="*/ 0 h 1639"/>
                <a:gd name="connsiteX2" fmla="*/ 0 w 1639"/>
                <a:gd name="connsiteY2" fmla="*/ 0 h 1639"/>
                <a:gd name="connsiteX3" fmla="*/ 1639 w 1639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9" h="1639">
                  <a:moveTo>
                    <a:pt x="0" y="1639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5" name="Freeform 2624">
              <a:extLst>
                <a:ext uri="{FF2B5EF4-FFF2-40B4-BE49-F238E27FC236}">
                  <a16:creationId xmlns:a16="http://schemas.microsoft.com/office/drawing/2014/main" id="{0B36C0DE-B84A-F446-A690-87E3CDD9BC76}"/>
                </a:ext>
              </a:extLst>
            </p:cNvPr>
            <p:cNvSpPr/>
            <p:nvPr/>
          </p:nvSpPr>
          <p:spPr>
            <a:xfrm>
              <a:off x="5686165" y="2303430"/>
              <a:ext cx="59016" cy="103278"/>
            </a:xfrm>
            <a:custGeom>
              <a:avLst/>
              <a:gdLst>
                <a:gd name="connsiteX0" fmla="*/ 8197 w 59016"/>
                <a:gd name="connsiteY0" fmla="*/ 36065 h 103278"/>
                <a:gd name="connsiteX1" fmla="*/ 6557 w 59016"/>
                <a:gd name="connsiteY1" fmla="*/ 32787 h 103278"/>
                <a:gd name="connsiteX2" fmla="*/ 3279 w 59016"/>
                <a:gd name="connsiteY2" fmla="*/ 29508 h 103278"/>
                <a:gd name="connsiteX3" fmla="*/ 1639 w 59016"/>
                <a:gd name="connsiteY3" fmla="*/ 26229 h 103278"/>
                <a:gd name="connsiteX4" fmla="*/ 0 w 59016"/>
                <a:gd name="connsiteY4" fmla="*/ 21311 h 103278"/>
                <a:gd name="connsiteX5" fmla="*/ 1639 w 59016"/>
                <a:gd name="connsiteY5" fmla="*/ 18033 h 103278"/>
                <a:gd name="connsiteX6" fmla="*/ 1639 w 59016"/>
                <a:gd name="connsiteY6" fmla="*/ 14754 h 103278"/>
                <a:gd name="connsiteX7" fmla="*/ 4918 w 59016"/>
                <a:gd name="connsiteY7" fmla="*/ 16393 h 103278"/>
                <a:gd name="connsiteX8" fmla="*/ 8197 w 59016"/>
                <a:gd name="connsiteY8" fmla="*/ 18033 h 103278"/>
                <a:gd name="connsiteX9" fmla="*/ 13114 w 59016"/>
                <a:gd name="connsiteY9" fmla="*/ 18033 h 103278"/>
                <a:gd name="connsiteX10" fmla="*/ 16393 w 59016"/>
                <a:gd name="connsiteY10" fmla="*/ 16393 h 103278"/>
                <a:gd name="connsiteX11" fmla="*/ 19672 w 59016"/>
                <a:gd name="connsiteY11" fmla="*/ 14754 h 103278"/>
                <a:gd name="connsiteX12" fmla="*/ 22951 w 59016"/>
                <a:gd name="connsiteY12" fmla="*/ 13115 h 103278"/>
                <a:gd name="connsiteX13" fmla="*/ 26229 w 59016"/>
                <a:gd name="connsiteY13" fmla="*/ 9836 h 103278"/>
                <a:gd name="connsiteX14" fmla="*/ 31147 w 59016"/>
                <a:gd name="connsiteY14" fmla="*/ 6557 h 103278"/>
                <a:gd name="connsiteX15" fmla="*/ 34426 w 59016"/>
                <a:gd name="connsiteY15" fmla="*/ 4918 h 103278"/>
                <a:gd name="connsiteX16" fmla="*/ 36066 w 59016"/>
                <a:gd name="connsiteY16" fmla="*/ 1639 h 103278"/>
                <a:gd name="connsiteX17" fmla="*/ 39344 w 59016"/>
                <a:gd name="connsiteY17" fmla="*/ 0 h 103278"/>
                <a:gd name="connsiteX18" fmla="*/ 44262 w 59016"/>
                <a:gd name="connsiteY18" fmla="*/ 1639 h 103278"/>
                <a:gd name="connsiteX19" fmla="*/ 45901 w 59016"/>
                <a:gd name="connsiteY19" fmla="*/ 6557 h 103278"/>
                <a:gd name="connsiteX20" fmla="*/ 49180 w 59016"/>
                <a:gd name="connsiteY20" fmla="*/ 4918 h 103278"/>
                <a:gd name="connsiteX21" fmla="*/ 49180 w 59016"/>
                <a:gd name="connsiteY21" fmla="*/ 9836 h 103278"/>
                <a:gd name="connsiteX22" fmla="*/ 52459 w 59016"/>
                <a:gd name="connsiteY22" fmla="*/ 9836 h 103278"/>
                <a:gd name="connsiteX23" fmla="*/ 49180 w 59016"/>
                <a:gd name="connsiteY23" fmla="*/ 13115 h 103278"/>
                <a:gd name="connsiteX24" fmla="*/ 52459 w 59016"/>
                <a:gd name="connsiteY24" fmla="*/ 14754 h 103278"/>
                <a:gd name="connsiteX25" fmla="*/ 54098 w 59016"/>
                <a:gd name="connsiteY25" fmla="*/ 16393 h 103278"/>
                <a:gd name="connsiteX26" fmla="*/ 54098 w 59016"/>
                <a:gd name="connsiteY26" fmla="*/ 21311 h 103278"/>
                <a:gd name="connsiteX27" fmla="*/ 57377 w 59016"/>
                <a:gd name="connsiteY27" fmla="*/ 24590 h 103278"/>
                <a:gd name="connsiteX28" fmla="*/ 57377 w 59016"/>
                <a:gd name="connsiteY28" fmla="*/ 27869 h 103278"/>
                <a:gd name="connsiteX29" fmla="*/ 59016 w 59016"/>
                <a:gd name="connsiteY29" fmla="*/ 32787 h 103278"/>
                <a:gd name="connsiteX30" fmla="*/ 57377 w 59016"/>
                <a:gd name="connsiteY30" fmla="*/ 36065 h 103278"/>
                <a:gd name="connsiteX31" fmla="*/ 54098 w 59016"/>
                <a:gd name="connsiteY31" fmla="*/ 39344 h 103278"/>
                <a:gd name="connsiteX32" fmla="*/ 52459 w 59016"/>
                <a:gd name="connsiteY32" fmla="*/ 44262 h 103278"/>
                <a:gd name="connsiteX33" fmla="*/ 54098 w 59016"/>
                <a:gd name="connsiteY33" fmla="*/ 47541 h 103278"/>
                <a:gd name="connsiteX34" fmla="*/ 55737 w 59016"/>
                <a:gd name="connsiteY34" fmla="*/ 50820 h 103278"/>
                <a:gd name="connsiteX35" fmla="*/ 55737 w 59016"/>
                <a:gd name="connsiteY35" fmla="*/ 54098 h 103278"/>
                <a:gd name="connsiteX36" fmla="*/ 55737 w 59016"/>
                <a:gd name="connsiteY36" fmla="*/ 57377 h 103278"/>
                <a:gd name="connsiteX37" fmla="*/ 54098 w 59016"/>
                <a:gd name="connsiteY37" fmla="*/ 60655 h 103278"/>
                <a:gd name="connsiteX38" fmla="*/ 54098 w 59016"/>
                <a:gd name="connsiteY38" fmla="*/ 63934 h 103278"/>
                <a:gd name="connsiteX39" fmla="*/ 54098 w 59016"/>
                <a:gd name="connsiteY39" fmla="*/ 68852 h 103278"/>
                <a:gd name="connsiteX40" fmla="*/ 54098 w 59016"/>
                <a:gd name="connsiteY40" fmla="*/ 72131 h 103278"/>
                <a:gd name="connsiteX41" fmla="*/ 54098 w 59016"/>
                <a:gd name="connsiteY41" fmla="*/ 73770 h 103278"/>
                <a:gd name="connsiteX42" fmla="*/ 52459 w 59016"/>
                <a:gd name="connsiteY42" fmla="*/ 78688 h 103278"/>
                <a:gd name="connsiteX43" fmla="*/ 52459 w 59016"/>
                <a:gd name="connsiteY43" fmla="*/ 81967 h 103278"/>
                <a:gd name="connsiteX44" fmla="*/ 52459 w 59016"/>
                <a:gd name="connsiteY44" fmla="*/ 85245 h 103278"/>
                <a:gd name="connsiteX45" fmla="*/ 50820 w 59016"/>
                <a:gd name="connsiteY45" fmla="*/ 88524 h 103278"/>
                <a:gd name="connsiteX46" fmla="*/ 49180 w 59016"/>
                <a:gd name="connsiteY46" fmla="*/ 93442 h 103278"/>
                <a:gd name="connsiteX47" fmla="*/ 45901 w 59016"/>
                <a:gd name="connsiteY47" fmla="*/ 91803 h 103278"/>
                <a:gd name="connsiteX48" fmla="*/ 40983 w 59016"/>
                <a:gd name="connsiteY48" fmla="*/ 90164 h 103278"/>
                <a:gd name="connsiteX49" fmla="*/ 37705 w 59016"/>
                <a:gd name="connsiteY49" fmla="*/ 88524 h 103278"/>
                <a:gd name="connsiteX50" fmla="*/ 34426 w 59016"/>
                <a:gd name="connsiteY50" fmla="*/ 88524 h 103278"/>
                <a:gd name="connsiteX51" fmla="*/ 34426 w 59016"/>
                <a:gd name="connsiteY51" fmla="*/ 88524 h 103278"/>
                <a:gd name="connsiteX52" fmla="*/ 32787 w 59016"/>
                <a:gd name="connsiteY52" fmla="*/ 88524 h 103278"/>
                <a:gd name="connsiteX53" fmla="*/ 32787 w 59016"/>
                <a:gd name="connsiteY53" fmla="*/ 88524 h 103278"/>
                <a:gd name="connsiteX54" fmla="*/ 32787 w 59016"/>
                <a:gd name="connsiteY54" fmla="*/ 90164 h 103278"/>
                <a:gd name="connsiteX55" fmla="*/ 31147 w 59016"/>
                <a:gd name="connsiteY55" fmla="*/ 93442 h 103278"/>
                <a:gd name="connsiteX56" fmla="*/ 31147 w 59016"/>
                <a:gd name="connsiteY56" fmla="*/ 96721 h 103278"/>
                <a:gd name="connsiteX57" fmla="*/ 27869 w 59016"/>
                <a:gd name="connsiteY57" fmla="*/ 101639 h 103278"/>
                <a:gd name="connsiteX58" fmla="*/ 24590 w 59016"/>
                <a:gd name="connsiteY58" fmla="*/ 103278 h 103278"/>
                <a:gd name="connsiteX59" fmla="*/ 19672 w 59016"/>
                <a:gd name="connsiteY59" fmla="*/ 101639 h 103278"/>
                <a:gd name="connsiteX60" fmla="*/ 16393 w 59016"/>
                <a:gd name="connsiteY60" fmla="*/ 103278 h 103278"/>
                <a:gd name="connsiteX61" fmla="*/ 14754 w 59016"/>
                <a:gd name="connsiteY61" fmla="*/ 100000 h 103278"/>
                <a:gd name="connsiteX62" fmla="*/ 13114 w 59016"/>
                <a:gd name="connsiteY62" fmla="*/ 95082 h 103278"/>
                <a:gd name="connsiteX63" fmla="*/ 9836 w 59016"/>
                <a:gd name="connsiteY63" fmla="*/ 100000 h 103278"/>
                <a:gd name="connsiteX64" fmla="*/ 6557 w 59016"/>
                <a:gd name="connsiteY64" fmla="*/ 95082 h 103278"/>
                <a:gd name="connsiteX65" fmla="*/ 11476 w 59016"/>
                <a:gd name="connsiteY65" fmla="*/ 95082 h 103278"/>
                <a:gd name="connsiteX66" fmla="*/ 9836 w 59016"/>
                <a:gd name="connsiteY66" fmla="*/ 91803 h 103278"/>
                <a:gd name="connsiteX67" fmla="*/ 8197 w 59016"/>
                <a:gd name="connsiteY67" fmla="*/ 86885 h 103278"/>
                <a:gd name="connsiteX68" fmla="*/ 9836 w 59016"/>
                <a:gd name="connsiteY68" fmla="*/ 83606 h 103278"/>
                <a:gd name="connsiteX69" fmla="*/ 8197 w 59016"/>
                <a:gd name="connsiteY69" fmla="*/ 80327 h 103278"/>
                <a:gd name="connsiteX70" fmla="*/ 9836 w 59016"/>
                <a:gd name="connsiteY70" fmla="*/ 75410 h 103278"/>
                <a:gd name="connsiteX71" fmla="*/ 11476 w 59016"/>
                <a:gd name="connsiteY71" fmla="*/ 72131 h 103278"/>
                <a:gd name="connsiteX72" fmla="*/ 9836 w 59016"/>
                <a:gd name="connsiteY72" fmla="*/ 68852 h 103278"/>
                <a:gd name="connsiteX73" fmla="*/ 9836 w 59016"/>
                <a:gd name="connsiteY73" fmla="*/ 65573 h 103278"/>
                <a:gd name="connsiteX74" fmla="*/ 14754 w 59016"/>
                <a:gd name="connsiteY74" fmla="*/ 67213 h 103278"/>
                <a:gd name="connsiteX75" fmla="*/ 14754 w 59016"/>
                <a:gd name="connsiteY75" fmla="*/ 63934 h 103278"/>
                <a:gd name="connsiteX76" fmla="*/ 14754 w 59016"/>
                <a:gd name="connsiteY76" fmla="*/ 60655 h 103278"/>
                <a:gd name="connsiteX77" fmla="*/ 14754 w 59016"/>
                <a:gd name="connsiteY77" fmla="*/ 59016 h 103278"/>
                <a:gd name="connsiteX78" fmla="*/ 9836 w 59016"/>
                <a:gd name="connsiteY78" fmla="*/ 59016 h 103278"/>
                <a:gd name="connsiteX79" fmla="*/ 8197 w 59016"/>
                <a:gd name="connsiteY79" fmla="*/ 54098 h 103278"/>
                <a:gd name="connsiteX80" fmla="*/ 9836 w 59016"/>
                <a:gd name="connsiteY80" fmla="*/ 54098 h 103278"/>
                <a:gd name="connsiteX81" fmla="*/ 11476 w 59016"/>
                <a:gd name="connsiteY81" fmla="*/ 50820 h 103278"/>
                <a:gd name="connsiteX82" fmla="*/ 11476 w 59016"/>
                <a:gd name="connsiteY82" fmla="*/ 47541 h 103278"/>
                <a:gd name="connsiteX83" fmla="*/ 11476 w 59016"/>
                <a:gd name="connsiteY83" fmla="*/ 42623 h 103278"/>
                <a:gd name="connsiteX84" fmla="*/ 11476 w 59016"/>
                <a:gd name="connsiteY84" fmla="*/ 42623 h 103278"/>
                <a:gd name="connsiteX85" fmla="*/ 8197 w 59016"/>
                <a:gd name="connsiteY85" fmla="*/ 39344 h 10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59016" h="103278">
                  <a:moveTo>
                    <a:pt x="8197" y="36065"/>
                  </a:moveTo>
                  <a:lnTo>
                    <a:pt x="6557" y="32787"/>
                  </a:lnTo>
                  <a:lnTo>
                    <a:pt x="3279" y="29508"/>
                  </a:lnTo>
                  <a:lnTo>
                    <a:pt x="1639" y="26229"/>
                  </a:lnTo>
                  <a:lnTo>
                    <a:pt x="0" y="21311"/>
                  </a:lnTo>
                  <a:lnTo>
                    <a:pt x="1639" y="18033"/>
                  </a:lnTo>
                  <a:lnTo>
                    <a:pt x="1639" y="14754"/>
                  </a:lnTo>
                  <a:lnTo>
                    <a:pt x="4918" y="16393"/>
                  </a:lnTo>
                  <a:lnTo>
                    <a:pt x="8197" y="18033"/>
                  </a:lnTo>
                  <a:lnTo>
                    <a:pt x="13114" y="18033"/>
                  </a:lnTo>
                  <a:lnTo>
                    <a:pt x="16393" y="16393"/>
                  </a:lnTo>
                  <a:lnTo>
                    <a:pt x="19672" y="14754"/>
                  </a:lnTo>
                  <a:lnTo>
                    <a:pt x="22951" y="13115"/>
                  </a:lnTo>
                  <a:lnTo>
                    <a:pt x="26229" y="9836"/>
                  </a:lnTo>
                  <a:lnTo>
                    <a:pt x="31147" y="6557"/>
                  </a:lnTo>
                  <a:lnTo>
                    <a:pt x="34426" y="4918"/>
                  </a:lnTo>
                  <a:lnTo>
                    <a:pt x="36066" y="1639"/>
                  </a:lnTo>
                  <a:lnTo>
                    <a:pt x="39344" y="0"/>
                  </a:lnTo>
                  <a:lnTo>
                    <a:pt x="44262" y="1639"/>
                  </a:lnTo>
                  <a:lnTo>
                    <a:pt x="45901" y="6557"/>
                  </a:lnTo>
                  <a:lnTo>
                    <a:pt x="49180" y="4918"/>
                  </a:lnTo>
                  <a:lnTo>
                    <a:pt x="49180" y="9836"/>
                  </a:lnTo>
                  <a:lnTo>
                    <a:pt x="52459" y="9836"/>
                  </a:lnTo>
                  <a:lnTo>
                    <a:pt x="49180" y="13115"/>
                  </a:lnTo>
                  <a:lnTo>
                    <a:pt x="52459" y="14754"/>
                  </a:lnTo>
                  <a:lnTo>
                    <a:pt x="54098" y="16393"/>
                  </a:lnTo>
                  <a:lnTo>
                    <a:pt x="54098" y="21311"/>
                  </a:lnTo>
                  <a:lnTo>
                    <a:pt x="57377" y="24590"/>
                  </a:lnTo>
                  <a:lnTo>
                    <a:pt x="57377" y="27869"/>
                  </a:lnTo>
                  <a:lnTo>
                    <a:pt x="59016" y="32787"/>
                  </a:lnTo>
                  <a:lnTo>
                    <a:pt x="57377" y="36065"/>
                  </a:lnTo>
                  <a:lnTo>
                    <a:pt x="54098" y="39344"/>
                  </a:lnTo>
                  <a:lnTo>
                    <a:pt x="52459" y="44262"/>
                  </a:lnTo>
                  <a:lnTo>
                    <a:pt x="54098" y="47541"/>
                  </a:lnTo>
                  <a:lnTo>
                    <a:pt x="55737" y="50820"/>
                  </a:lnTo>
                  <a:lnTo>
                    <a:pt x="55737" y="54098"/>
                  </a:lnTo>
                  <a:lnTo>
                    <a:pt x="55737" y="57377"/>
                  </a:lnTo>
                  <a:lnTo>
                    <a:pt x="54098" y="60655"/>
                  </a:lnTo>
                  <a:lnTo>
                    <a:pt x="54098" y="63934"/>
                  </a:lnTo>
                  <a:lnTo>
                    <a:pt x="54098" y="68852"/>
                  </a:lnTo>
                  <a:lnTo>
                    <a:pt x="54098" y="72131"/>
                  </a:lnTo>
                  <a:lnTo>
                    <a:pt x="54098" y="73770"/>
                  </a:lnTo>
                  <a:lnTo>
                    <a:pt x="52459" y="78688"/>
                  </a:lnTo>
                  <a:lnTo>
                    <a:pt x="52459" y="81967"/>
                  </a:lnTo>
                  <a:lnTo>
                    <a:pt x="52459" y="85245"/>
                  </a:lnTo>
                  <a:lnTo>
                    <a:pt x="50820" y="88524"/>
                  </a:lnTo>
                  <a:lnTo>
                    <a:pt x="49180" y="93442"/>
                  </a:lnTo>
                  <a:lnTo>
                    <a:pt x="45901" y="91803"/>
                  </a:lnTo>
                  <a:lnTo>
                    <a:pt x="40983" y="90164"/>
                  </a:lnTo>
                  <a:lnTo>
                    <a:pt x="37705" y="88524"/>
                  </a:lnTo>
                  <a:lnTo>
                    <a:pt x="34426" y="88524"/>
                  </a:lnTo>
                  <a:lnTo>
                    <a:pt x="34426" y="88524"/>
                  </a:lnTo>
                  <a:lnTo>
                    <a:pt x="32787" y="88524"/>
                  </a:lnTo>
                  <a:lnTo>
                    <a:pt x="32787" y="88524"/>
                  </a:lnTo>
                  <a:lnTo>
                    <a:pt x="32787" y="90164"/>
                  </a:lnTo>
                  <a:lnTo>
                    <a:pt x="31147" y="93442"/>
                  </a:lnTo>
                  <a:lnTo>
                    <a:pt x="31147" y="96721"/>
                  </a:lnTo>
                  <a:lnTo>
                    <a:pt x="27869" y="101639"/>
                  </a:lnTo>
                  <a:lnTo>
                    <a:pt x="24590" y="103278"/>
                  </a:lnTo>
                  <a:lnTo>
                    <a:pt x="19672" y="101639"/>
                  </a:lnTo>
                  <a:lnTo>
                    <a:pt x="16393" y="103278"/>
                  </a:lnTo>
                  <a:lnTo>
                    <a:pt x="14754" y="100000"/>
                  </a:lnTo>
                  <a:lnTo>
                    <a:pt x="13114" y="95082"/>
                  </a:lnTo>
                  <a:lnTo>
                    <a:pt x="9836" y="100000"/>
                  </a:lnTo>
                  <a:lnTo>
                    <a:pt x="6557" y="95082"/>
                  </a:lnTo>
                  <a:lnTo>
                    <a:pt x="11476" y="95082"/>
                  </a:lnTo>
                  <a:lnTo>
                    <a:pt x="9836" y="91803"/>
                  </a:lnTo>
                  <a:lnTo>
                    <a:pt x="8197" y="86885"/>
                  </a:lnTo>
                  <a:lnTo>
                    <a:pt x="9836" y="83606"/>
                  </a:lnTo>
                  <a:lnTo>
                    <a:pt x="8197" y="80327"/>
                  </a:lnTo>
                  <a:lnTo>
                    <a:pt x="9836" y="75410"/>
                  </a:lnTo>
                  <a:lnTo>
                    <a:pt x="11476" y="72131"/>
                  </a:lnTo>
                  <a:lnTo>
                    <a:pt x="9836" y="68852"/>
                  </a:lnTo>
                  <a:lnTo>
                    <a:pt x="9836" y="65573"/>
                  </a:lnTo>
                  <a:lnTo>
                    <a:pt x="14754" y="67213"/>
                  </a:lnTo>
                  <a:lnTo>
                    <a:pt x="14754" y="63934"/>
                  </a:lnTo>
                  <a:lnTo>
                    <a:pt x="14754" y="60655"/>
                  </a:lnTo>
                  <a:lnTo>
                    <a:pt x="14754" y="59016"/>
                  </a:lnTo>
                  <a:lnTo>
                    <a:pt x="9836" y="59016"/>
                  </a:lnTo>
                  <a:lnTo>
                    <a:pt x="8197" y="54098"/>
                  </a:lnTo>
                  <a:lnTo>
                    <a:pt x="9836" y="54098"/>
                  </a:lnTo>
                  <a:lnTo>
                    <a:pt x="11476" y="50820"/>
                  </a:lnTo>
                  <a:lnTo>
                    <a:pt x="11476" y="47541"/>
                  </a:lnTo>
                  <a:lnTo>
                    <a:pt x="11476" y="42623"/>
                  </a:lnTo>
                  <a:lnTo>
                    <a:pt x="11476" y="42623"/>
                  </a:lnTo>
                  <a:lnTo>
                    <a:pt x="8197" y="3934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6" name="Freeform 2625">
              <a:extLst>
                <a:ext uri="{FF2B5EF4-FFF2-40B4-BE49-F238E27FC236}">
                  <a16:creationId xmlns:a16="http://schemas.microsoft.com/office/drawing/2014/main" id="{0E03ABD0-1593-3146-9896-9D30C352756D}"/>
                </a:ext>
              </a:extLst>
            </p:cNvPr>
            <p:cNvSpPr/>
            <p:nvPr/>
          </p:nvSpPr>
          <p:spPr>
            <a:xfrm>
              <a:off x="5755018" y="2232938"/>
              <a:ext cx="11475" cy="6557"/>
            </a:xfrm>
            <a:custGeom>
              <a:avLst/>
              <a:gdLst>
                <a:gd name="connsiteX0" fmla="*/ 11475 w 11475"/>
                <a:gd name="connsiteY0" fmla="*/ 6557 h 6557"/>
                <a:gd name="connsiteX1" fmla="*/ 8197 w 11475"/>
                <a:gd name="connsiteY1" fmla="*/ 4918 h 6557"/>
                <a:gd name="connsiteX2" fmla="*/ 3278 w 11475"/>
                <a:gd name="connsiteY2" fmla="*/ 4918 h 6557"/>
                <a:gd name="connsiteX3" fmla="*/ 0 w 11475"/>
                <a:gd name="connsiteY3" fmla="*/ 3279 h 6557"/>
                <a:gd name="connsiteX4" fmla="*/ 4918 w 11475"/>
                <a:gd name="connsiteY4" fmla="*/ 1639 h 6557"/>
                <a:gd name="connsiteX5" fmla="*/ 8197 w 11475"/>
                <a:gd name="connsiteY5" fmla="*/ 1639 h 6557"/>
                <a:gd name="connsiteX6" fmla="*/ 11475 w 11475"/>
                <a:gd name="connsiteY6" fmla="*/ 0 h 6557"/>
                <a:gd name="connsiteX7" fmla="*/ 11475 w 11475"/>
                <a:gd name="connsiteY7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6557">
                  <a:moveTo>
                    <a:pt x="11475" y="6557"/>
                  </a:moveTo>
                  <a:lnTo>
                    <a:pt x="8197" y="4918"/>
                  </a:lnTo>
                  <a:lnTo>
                    <a:pt x="3278" y="4918"/>
                  </a:lnTo>
                  <a:lnTo>
                    <a:pt x="0" y="3279"/>
                  </a:lnTo>
                  <a:lnTo>
                    <a:pt x="4918" y="1639"/>
                  </a:lnTo>
                  <a:lnTo>
                    <a:pt x="8197" y="1639"/>
                  </a:lnTo>
                  <a:lnTo>
                    <a:pt x="11475" y="0"/>
                  </a:lnTo>
                  <a:lnTo>
                    <a:pt x="11475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7" name="Freeform 2626">
              <a:extLst>
                <a:ext uri="{FF2B5EF4-FFF2-40B4-BE49-F238E27FC236}">
                  <a16:creationId xmlns:a16="http://schemas.microsoft.com/office/drawing/2014/main" id="{1B2DE2C8-7933-984B-9A02-D78B2A14CB09}"/>
                </a:ext>
              </a:extLst>
            </p:cNvPr>
            <p:cNvSpPr/>
            <p:nvPr/>
          </p:nvSpPr>
          <p:spPr>
            <a:xfrm>
              <a:off x="5817312" y="4870631"/>
              <a:ext cx="514751" cy="529505"/>
            </a:xfrm>
            <a:custGeom>
              <a:avLst/>
              <a:gdLst>
                <a:gd name="connsiteX0" fmla="*/ 1639 w 514751"/>
                <a:gd name="connsiteY0" fmla="*/ 13114 h 529505"/>
                <a:gd name="connsiteX1" fmla="*/ 4918 w 514751"/>
                <a:gd name="connsiteY1" fmla="*/ 11475 h 529505"/>
                <a:gd name="connsiteX2" fmla="*/ 9836 w 514751"/>
                <a:gd name="connsiteY2" fmla="*/ 9836 h 529505"/>
                <a:gd name="connsiteX3" fmla="*/ 13114 w 514751"/>
                <a:gd name="connsiteY3" fmla="*/ 8197 h 529505"/>
                <a:gd name="connsiteX4" fmla="*/ 13114 w 514751"/>
                <a:gd name="connsiteY4" fmla="*/ 8197 h 529505"/>
                <a:gd name="connsiteX5" fmla="*/ 18033 w 514751"/>
                <a:gd name="connsiteY5" fmla="*/ 8197 h 529505"/>
                <a:gd name="connsiteX6" fmla="*/ 21311 w 514751"/>
                <a:gd name="connsiteY6" fmla="*/ 11475 h 529505"/>
                <a:gd name="connsiteX7" fmla="*/ 24590 w 514751"/>
                <a:gd name="connsiteY7" fmla="*/ 11475 h 529505"/>
                <a:gd name="connsiteX8" fmla="*/ 27869 w 514751"/>
                <a:gd name="connsiteY8" fmla="*/ 13114 h 529505"/>
                <a:gd name="connsiteX9" fmla="*/ 32787 w 514751"/>
                <a:gd name="connsiteY9" fmla="*/ 11475 h 529505"/>
                <a:gd name="connsiteX10" fmla="*/ 36066 w 514751"/>
                <a:gd name="connsiteY10" fmla="*/ 9836 h 529505"/>
                <a:gd name="connsiteX11" fmla="*/ 39344 w 514751"/>
                <a:gd name="connsiteY11" fmla="*/ 8197 h 529505"/>
                <a:gd name="connsiteX12" fmla="*/ 44262 w 514751"/>
                <a:gd name="connsiteY12" fmla="*/ 4918 h 529505"/>
                <a:gd name="connsiteX13" fmla="*/ 47541 w 514751"/>
                <a:gd name="connsiteY13" fmla="*/ 1639 h 529505"/>
                <a:gd name="connsiteX14" fmla="*/ 50820 w 514751"/>
                <a:gd name="connsiteY14" fmla="*/ 0 h 529505"/>
                <a:gd name="connsiteX15" fmla="*/ 54098 w 514751"/>
                <a:gd name="connsiteY15" fmla="*/ 0 h 529505"/>
                <a:gd name="connsiteX16" fmla="*/ 59016 w 514751"/>
                <a:gd name="connsiteY16" fmla="*/ 1639 h 529505"/>
                <a:gd name="connsiteX17" fmla="*/ 62295 w 514751"/>
                <a:gd name="connsiteY17" fmla="*/ 0 h 529505"/>
                <a:gd name="connsiteX18" fmla="*/ 65573 w 514751"/>
                <a:gd name="connsiteY18" fmla="*/ 1639 h 529505"/>
                <a:gd name="connsiteX19" fmla="*/ 68852 w 514751"/>
                <a:gd name="connsiteY19" fmla="*/ 4918 h 529505"/>
                <a:gd name="connsiteX20" fmla="*/ 72131 w 514751"/>
                <a:gd name="connsiteY20" fmla="*/ 9836 h 529505"/>
                <a:gd name="connsiteX21" fmla="*/ 75410 w 514751"/>
                <a:gd name="connsiteY21" fmla="*/ 13114 h 529505"/>
                <a:gd name="connsiteX22" fmla="*/ 78688 w 514751"/>
                <a:gd name="connsiteY22" fmla="*/ 14754 h 529505"/>
                <a:gd name="connsiteX23" fmla="*/ 83606 w 514751"/>
                <a:gd name="connsiteY23" fmla="*/ 16393 h 529505"/>
                <a:gd name="connsiteX24" fmla="*/ 86885 w 514751"/>
                <a:gd name="connsiteY24" fmla="*/ 19672 h 529505"/>
                <a:gd name="connsiteX25" fmla="*/ 86885 w 514751"/>
                <a:gd name="connsiteY25" fmla="*/ 19672 h 529505"/>
                <a:gd name="connsiteX26" fmla="*/ 91803 w 514751"/>
                <a:gd name="connsiteY26" fmla="*/ 21311 h 529505"/>
                <a:gd name="connsiteX27" fmla="*/ 95081 w 514751"/>
                <a:gd name="connsiteY27" fmla="*/ 19672 h 529505"/>
                <a:gd name="connsiteX28" fmla="*/ 98360 w 514751"/>
                <a:gd name="connsiteY28" fmla="*/ 19672 h 529505"/>
                <a:gd name="connsiteX29" fmla="*/ 101639 w 514751"/>
                <a:gd name="connsiteY29" fmla="*/ 19672 h 529505"/>
                <a:gd name="connsiteX30" fmla="*/ 104917 w 514751"/>
                <a:gd name="connsiteY30" fmla="*/ 19672 h 529505"/>
                <a:gd name="connsiteX31" fmla="*/ 109836 w 514751"/>
                <a:gd name="connsiteY31" fmla="*/ 19672 h 529505"/>
                <a:gd name="connsiteX32" fmla="*/ 113114 w 514751"/>
                <a:gd name="connsiteY32" fmla="*/ 19672 h 529505"/>
                <a:gd name="connsiteX33" fmla="*/ 116393 w 514751"/>
                <a:gd name="connsiteY33" fmla="*/ 19672 h 529505"/>
                <a:gd name="connsiteX34" fmla="*/ 121311 w 514751"/>
                <a:gd name="connsiteY34" fmla="*/ 19672 h 529505"/>
                <a:gd name="connsiteX35" fmla="*/ 124590 w 514751"/>
                <a:gd name="connsiteY35" fmla="*/ 19672 h 529505"/>
                <a:gd name="connsiteX36" fmla="*/ 127868 w 514751"/>
                <a:gd name="connsiteY36" fmla="*/ 19672 h 529505"/>
                <a:gd name="connsiteX37" fmla="*/ 131147 w 514751"/>
                <a:gd name="connsiteY37" fmla="*/ 19672 h 529505"/>
                <a:gd name="connsiteX38" fmla="*/ 134426 w 514751"/>
                <a:gd name="connsiteY38" fmla="*/ 19672 h 529505"/>
                <a:gd name="connsiteX39" fmla="*/ 139344 w 514751"/>
                <a:gd name="connsiteY39" fmla="*/ 19672 h 529505"/>
                <a:gd name="connsiteX40" fmla="*/ 142623 w 514751"/>
                <a:gd name="connsiteY40" fmla="*/ 19672 h 529505"/>
                <a:gd name="connsiteX41" fmla="*/ 144261 w 514751"/>
                <a:gd name="connsiteY41" fmla="*/ 19672 h 529505"/>
                <a:gd name="connsiteX42" fmla="*/ 147540 w 514751"/>
                <a:gd name="connsiteY42" fmla="*/ 19672 h 529505"/>
                <a:gd name="connsiteX43" fmla="*/ 150819 w 514751"/>
                <a:gd name="connsiteY43" fmla="*/ 19672 h 529505"/>
                <a:gd name="connsiteX44" fmla="*/ 155737 w 514751"/>
                <a:gd name="connsiteY44" fmla="*/ 19672 h 529505"/>
                <a:gd name="connsiteX45" fmla="*/ 159016 w 514751"/>
                <a:gd name="connsiteY45" fmla="*/ 19672 h 529505"/>
                <a:gd name="connsiteX46" fmla="*/ 162294 w 514751"/>
                <a:gd name="connsiteY46" fmla="*/ 19672 h 529505"/>
                <a:gd name="connsiteX47" fmla="*/ 165573 w 514751"/>
                <a:gd name="connsiteY47" fmla="*/ 19672 h 529505"/>
                <a:gd name="connsiteX48" fmla="*/ 170491 w 514751"/>
                <a:gd name="connsiteY48" fmla="*/ 19672 h 529505"/>
                <a:gd name="connsiteX49" fmla="*/ 173770 w 514751"/>
                <a:gd name="connsiteY49" fmla="*/ 19672 h 529505"/>
                <a:gd name="connsiteX50" fmla="*/ 177048 w 514751"/>
                <a:gd name="connsiteY50" fmla="*/ 19672 h 529505"/>
                <a:gd name="connsiteX51" fmla="*/ 181966 w 514751"/>
                <a:gd name="connsiteY51" fmla="*/ 19672 h 529505"/>
                <a:gd name="connsiteX52" fmla="*/ 185245 w 514751"/>
                <a:gd name="connsiteY52" fmla="*/ 19672 h 529505"/>
                <a:gd name="connsiteX53" fmla="*/ 188524 w 514751"/>
                <a:gd name="connsiteY53" fmla="*/ 19672 h 529505"/>
                <a:gd name="connsiteX54" fmla="*/ 193442 w 514751"/>
                <a:gd name="connsiteY54" fmla="*/ 19672 h 529505"/>
                <a:gd name="connsiteX55" fmla="*/ 196720 w 514751"/>
                <a:gd name="connsiteY55" fmla="*/ 19672 h 529505"/>
                <a:gd name="connsiteX56" fmla="*/ 199999 w 514751"/>
                <a:gd name="connsiteY56" fmla="*/ 19672 h 529505"/>
                <a:gd name="connsiteX57" fmla="*/ 204917 w 514751"/>
                <a:gd name="connsiteY57" fmla="*/ 19672 h 529505"/>
                <a:gd name="connsiteX58" fmla="*/ 208196 w 514751"/>
                <a:gd name="connsiteY58" fmla="*/ 19672 h 529505"/>
                <a:gd name="connsiteX59" fmla="*/ 211474 w 514751"/>
                <a:gd name="connsiteY59" fmla="*/ 19672 h 529505"/>
                <a:gd name="connsiteX60" fmla="*/ 216393 w 514751"/>
                <a:gd name="connsiteY60" fmla="*/ 19672 h 529505"/>
                <a:gd name="connsiteX61" fmla="*/ 219671 w 514751"/>
                <a:gd name="connsiteY61" fmla="*/ 19672 h 529505"/>
                <a:gd name="connsiteX62" fmla="*/ 222950 w 514751"/>
                <a:gd name="connsiteY62" fmla="*/ 19672 h 529505"/>
                <a:gd name="connsiteX63" fmla="*/ 227868 w 514751"/>
                <a:gd name="connsiteY63" fmla="*/ 19672 h 529505"/>
                <a:gd name="connsiteX64" fmla="*/ 231147 w 514751"/>
                <a:gd name="connsiteY64" fmla="*/ 19672 h 529505"/>
                <a:gd name="connsiteX65" fmla="*/ 234425 w 514751"/>
                <a:gd name="connsiteY65" fmla="*/ 19672 h 529505"/>
                <a:gd name="connsiteX66" fmla="*/ 239343 w 514751"/>
                <a:gd name="connsiteY66" fmla="*/ 19672 h 529505"/>
                <a:gd name="connsiteX67" fmla="*/ 239343 w 514751"/>
                <a:gd name="connsiteY67" fmla="*/ 19672 h 529505"/>
                <a:gd name="connsiteX68" fmla="*/ 242622 w 514751"/>
                <a:gd name="connsiteY68" fmla="*/ 19672 h 529505"/>
                <a:gd name="connsiteX69" fmla="*/ 247540 w 514751"/>
                <a:gd name="connsiteY69" fmla="*/ 19672 h 529505"/>
                <a:gd name="connsiteX70" fmla="*/ 250818 w 514751"/>
                <a:gd name="connsiteY70" fmla="*/ 19672 h 529505"/>
                <a:gd name="connsiteX71" fmla="*/ 254097 w 514751"/>
                <a:gd name="connsiteY71" fmla="*/ 19672 h 529505"/>
                <a:gd name="connsiteX72" fmla="*/ 257376 w 514751"/>
                <a:gd name="connsiteY72" fmla="*/ 19672 h 529505"/>
                <a:gd name="connsiteX73" fmla="*/ 259015 w 514751"/>
                <a:gd name="connsiteY73" fmla="*/ 22951 h 529505"/>
                <a:gd name="connsiteX74" fmla="*/ 260654 w 514751"/>
                <a:gd name="connsiteY74" fmla="*/ 26229 h 529505"/>
                <a:gd name="connsiteX75" fmla="*/ 263933 w 514751"/>
                <a:gd name="connsiteY75" fmla="*/ 29508 h 529505"/>
                <a:gd name="connsiteX76" fmla="*/ 267212 w 514751"/>
                <a:gd name="connsiteY76" fmla="*/ 34426 h 529505"/>
                <a:gd name="connsiteX77" fmla="*/ 270491 w 514751"/>
                <a:gd name="connsiteY77" fmla="*/ 36065 h 529505"/>
                <a:gd name="connsiteX78" fmla="*/ 275408 w 514751"/>
                <a:gd name="connsiteY78" fmla="*/ 37705 h 529505"/>
                <a:gd name="connsiteX79" fmla="*/ 278687 w 514751"/>
                <a:gd name="connsiteY79" fmla="*/ 37705 h 529505"/>
                <a:gd name="connsiteX80" fmla="*/ 281966 w 514751"/>
                <a:gd name="connsiteY80" fmla="*/ 37705 h 529505"/>
                <a:gd name="connsiteX81" fmla="*/ 286884 w 514751"/>
                <a:gd name="connsiteY81" fmla="*/ 37705 h 529505"/>
                <a:gd name="connsiteX82" fmla="*/ 288523 w 514751"/>
                <a:gd name="connsiteY82" fmla="*/ 37705 h 529505"/>
                <a:gd name="connsiteX83" fmla="*/ 293441 w 514751"/>
                <a:gd name="connsiteY83" fmla="*/ 39344 h 529505"/>
                <a:gd name="connsiteX84" fmla="*/ 296720 w 514751"/>
                <a:gd name="connsiteY84" fmla="*/ 39344 h 529505"/>
                <a:gd name="connsiteX85" fmla="*/ 299998 w 514751"/>
                <a:gd name="connsiteY85" fmla="*/ 39344 h 529505"/>
                <a:gd name="connsiteX86" fmla="*/ 304917 w 514751"/>
                <a:gd name="connsiteY86" fmla="*/ 40983 h 529505"/>
                <a:gd name="connsiteX87" fmla="*/ 308195 w 514751"/>
                <a:gd name="connsiteY87" fmla="*/ 39344 h 529505"/>
                <a:gd name="connsiteX88" fmla="*/ 311474 w 514751"/>
                <a:gd name="connsiteY88" fmla="*/ 39344 h 529505"/>
                <a:gd name="connsiteX89" fmla="*/ 314753 w 514751"/>
                <a:gd name="connsiteY89" fmla="*/ 40983 h 529505"/>
                <a:gd name="connsiteX90" fmla="*/ 318031 w 514751"/>
                <a:gd name="connsiteY90" fmla="*/ 40983 h 529505"/>
                <a:gd name="connsiteX91" fmla="*/ 322950 w 514751"/>
                <a:gd name="connsiteY91" fmla="*/ 40983 h 529505"/>
                <a:gd name="connsiteX92" fmla="*/ 326228 w 514751"/>
                <a:gd name="connsiteY92" fmla="*/ 39344 h 529505"/>
                <a:gd name="connsiteX93" fmla="*/ 329507 w 514751"/>
                <a:gd name="connsiteY93" fmla="*/ 40983 h 529505"/>
                <a:gd name="connsiteX94" fmla="*/ 334425 w 514751"/>
                <a:gd name="connsiteY94" fmla="*/ 42623 h 529505"/>
                <a:gd name="connsiteX95" fmla="*/ 337703 w 514751"/>
                <a:gd name="connsiteY95" fmla="*/ 44262 h 529505"/>
                <a:gd name="connsiteX96" fmla="*/ 340982 w 514751"/>
                <a:gd name="connsiteY96" fmla="*/ 45901 h 529505"/>
                <a:gd name="connsiteX97" fmla="*/ 344261 w 514751"/>
                <a:gd name="connsiteY97" fmla="*/ 45901 h 529505"/>
                <a:gd name="connsiteX98" fmla="*/ 347540 w 514751"/>
                <a:gd name="connsiteY98" fmla="*/ 45901 h 529505"/>
                <a:gd name="connsiteX99" fmla="*/ 352457 w 514751"/>
                <a:gd name="connsiteY99" fmla="*/ 44262 h 529505"/>
                <a:gd name="connsiteX100" fmla="*/ 355736 w 514751"/>
                <a:gd name="connsiteY100" fmla="*/ 44262 h 529505"/>
                <a:gd name="connsiteX101" fmla="*/ 359015 w 514751"/>
                <a:gd name="connsiteY101" fmla="*/ 42623 h 529505"/>
                <a:gd name="connsiteX102" fmla="*/ 360654 w 514751"/>
                <a:gd name="connsiteY102" fmla="*/ 42623 h 529505"/>
                <a:gd name="connsiteX103" fmla="*/ 363933 w 514751"/>
                <a:gd name="connsiteY103" fmla="*/ 44262 h 529505"/>
                <a:gd name="connsiteX104" fmla="*/ 367211 w 514751"/>
                <a:gd name="connsiteY104" fmla="*/ 45901 h 529505"/>
                <a:gd name="connsiteX105" fmla="*/ 370490 w 514751"/>
                <a:gd name="connsiteY105" fmla="*/ 45901 h 529505"/>
                <a:gd name="connsiteX106" fmla="*/ 373769 w 514751"/>
                <a:gd name="connsiteY106" fmla="*/ 45901 h 529505"/>
                <a:gd name="connsiteX107" fmla="*/ 378687 w 514751"/>
                <a:gd name="connsiteY107" fmla="*/ 44262 h 529505"/>
                <a:gd name="connsiteX108" fmla="*/ 381965 w 514751"/>
                <a:gd name="connsiteY108" fmla="*/ 44262 h 529505"/>
                <a:gd name="connsiteX109" fmla="*/ 381965 w 514751"/>
                <a:gd name="connsiteY109" fmla="*/ 44262 h 529505"/>
                <a:gd name="connsiteX110" fmla="*/ 386884 w 514751"/>
                <a:gd name="connsiteY110" fmla="*/ 42623 h 529505"/>
                <a:gd name="connsiteX111" fmla="*/ 390162 w 514751"/>
                <a:gd name="connsiteY111" fmla="*/ 42623 h 529505"/>
                <a:gd name="connsiteX112" fmla="*/ 393441 w 514751"/>
                <a:gd name="connsiteY112" fmla="*/ 40983 h 529505"/>
                <a:gd name="connsiteX113" fmla="*/ 398359 w 514751"/>
                <a:gd name="connsiteY113" fmla="*/ 40983 h 529505"/>
                <a:gd name="connsiteX114" fmla="*/ 401638 w 514751"/>
                <a:gd name="connsiteY114" fmla="*/ 39344 h 529505"/>
                <a:gd name="connsiteX115" fmla="*/ 404916 w 514751"/>
                <a:gd name="connsiteY115" fmla="*/ 39344 h 529505"/>
                <a:gd name="connsiteX116" fmla="*/ 409834 w 514751"/>
                <a:gd name="connsiteY116" fmla="*/ 37705 h 529505"/>
                <a:gd name="connsiteX117" fmla="*/ 413113 w 514751"/>
                <a:gd name="connsiteY117" fmla="*/ 37705 h 529505"/>
                <a:gd name="connsiteX118" fmla="*/ 418031 w 514751"/>
                <a:gd name="connsiteY118" fmla="*/ 36065 h 529505"/>
                <a:gd name="connsiteX119" fmla="*/ 421310 w 514751"/>
                <a:gd name="connsiteY119" fmla="*/ 36065 h 529505"/>
                <a:gd name="connsiteX120" fmla="*/ 424588 w 514751"/>
                <a:gd name="connsiteY120" fmla="*/ 34426 h 529505"/>
                <a:gd name="connsiteX121" fmla="*/ 427867 w 514751"/>
                <a:gd name="connsiteY121" fmla="*/ 34426 h 529505"/>
                <a:gd name="connsiteX122" fmla="*/ 432785 w 514751"/>
                <a:gd name="connsiteY122" fmla="*/ 32787 h 529505"/>
                <a:gd name="connsiteX123" fmla="*/ 436064 w 514751"/>
                <a:gd name="connsiteY123" fmla="*/ 31147 h 529505"/>
                <a:gd name="connsiteX124" fmla="*/ 440981 w 514751"/>
                <a:gd name="connsiteY124" fmla="*/ 31147 h 529505"/>
                <a:gd name="connsiteX125" fmla="*/ 444260 w 514751"/>
                <a:gd name="connsiteY125" fmla="*/ 29508 h 529505"/>
                <a:gd name="connsiteX126" fmla="*/ 447539 w 514751"/>
                <a:gd name="connsiteY126" fmla="*/ 29508 h 529505"/>
                <a:gd name="connsiteX127" fmla="*/ 449178 w 514751"/>
                <a:gd name="connsiteY127" fmla="*/ 29508 h 529505"/>
                <a:gd name="connsiteX128" fmla="*/ 454096 w 514751"/>
                <a:gd name="connsiteY128" fmla="*/ 27868 h 529505"/>
                <a:gd name="connsiteX129" fmla="*/ 457375 w 514751"/>
                <a:gd name="connsiteY129" fmla="*/ 27868 h 529505"/>
                <a:gd name="connsiteX130" fmla="*/ 460654 w 514751"/>
                <a:gd name="connsiteY130" fmla="*/ 26229 h 529505"/>
                <a:gd name="connsiteX131" fmla="*/ 465572 w 514751"/>
                <a:gd name="connsiteY131" fmla="*/ 26229 h 529505"/>
                <a:gd name="connsiteX132" fmla="*/ 468850 w 514751"/>
                <a:gd name="connsiteY132" fmla="*/ 24590 h 529505"/>
                <a:gd name="connsiteX133" fmla="*/ 472129 w 514751"/>
                <a:gd name="connsiteY133" fmla="*/ 22951 h 529505"/>
                <a:gd name="connsiteX134" fmla="*/ 477047 w 514751"/>
                <a:gd name="connsiteY134" fmla="*/ 22951 h 529505"/>
                <a:gd name="connsiteX135" fmla="*/ 478687 w 514751"/>
                <a:gd name="connsiteY135" fmla="*/ 22951 h 529505"/>
                <a:gd name="connsiteX136" fmla="*/ 481965 w 514751"/>
                <a:gd name="connsiteY136" fmla="*/ 22951 h 529505"/>
                <a:gd name="connsiteX137" fmla="*/ 486883 w 514751"/>
                <a:gd name="connsiteY137" fmla="*/ 24590 h 529505"/>
                <a:gd name="connsiteX138" fmla="*/ 490162 w 514751"/>
                <a:gd name="connsiteY138" fmla="*/ 26229 h 529505"/>
                <a:gd name="connsiteX139" fmla="*/ 493440 w 514751"/>
                <a:gd name="connsiteY139" fmla="*/ 22951 h 529505"/>
                <a:gd name="connsiteX140" fmla="*/ 498358 w 514751"/>
                <a:gd name="connsiteY140" fmla="*/ 24590 h 529505"/>
                <a:gd name="connsiteX141" fmla="*/ 501637 w 514751"/>
                <a:gd name="connsiteY141" fmla="*/ 26229 h 529505"/>
                <a:gd name="connsiteX142" fmla="*/ 504916 w 514751"/>
                <a:gd name="connsiteY142" fmla="*/ 26229 h 529505"/>
                <a:gd name="connsiteX143" fmla="*/ 504916 w 514751"/>
                <a:gd name="connsiteY143" fmla="*/ 27868 h 529505"/>
                <a:gd name="connsiteX144" fmla="*/ 508194 w 514751"/>
                <a:gd name="connsiteY144" fmla="*/ 31147 h 529505"/>
                <a:gd name="connsiteX145" fmla="*/ 513112 w 514751"/>
                <a:gd name="connsiteY145" fmla="*/ 34426 h 529505"/>
                <a:gd name="connsiteX146" fmla="*/ 514752 w 514751"/>
                <a:gd name="connsiteY146" fmla="*/ 37705 h 529505"/>
                <a:gd name="connsiteX147" fmla="*/ 513112 w 514751"/>
                <a:gd name="connsiteY147" fmla="*/ 36065 h 529505"/>
                <a:gd name="connsiteX148" fmla="*/ 509834 w 514751"/>
                <a:gd name="connsiteY148" fmla="*/ 37705 h 529505"/>
                <a:gd name="connsiteX149" fmla="*/ 504916 w 514751"/>
                <a:gd name="connsiteY149" fmla="*/ 37705 h 529505"/>
                <a:gd name="connsiteX150" fmla="*/ 501637 w 514751"/>
                <a:gd name="connsiteY150" fmla="*/ 37705 h 529505"/>
                <a:gd name="connsiteX151" fmla="*/ 498358 w 514751"/>
                <a:gd name="connsiteY151" fmla="*/ 39344 h 529505"/>
                <a:gd name="connsiteX152" fmla="*/ 495080 w 514751"/>
                <a:gd name="connsiteY152" fmla="*/ 42623 h 529505"/>
                <a:gd name="connsiteX153" fmla="*/ 491801 w 514751"/>
                <a:gd name="connsiteY153" fmla="*/ 44262 h 529505"/>
                <a:gd name="connsiteX154" fmla="*/ 488522 w 514751"/>
                <a:gd name="connsiteY154" fmla="*/ 47541 h 529505"/>
                <a:gd name="connsiteX155" fmla="*/ 485244 w 514751"/>
                <a:gd name="connsiteY155" fmla="*/ 47541 h 529505"/>
                <a:gd name="connsiteX156" fmla="*/ 483604 w 514751"/>
                <a:gd name="connsiteY156" fmla="*/ 44262 h 529505"/>
                <a:gd name="connsiteX157" fmla="*/ 480325 w 514751"/>
                <a:gd name="connsiteY157" fmla="*/ 45901 h 529505"/>
                <a:gd name="connsiteX158" fmla="*/ 475408 w 514751"/>
                <a:gd name="connsiteY158" fmla="*/ 45901 h 529505"/>
                <a:gd name="connsiteX159" fmla="*/ 472129 w 514751"/>
                <a:gd name="connsiteY159" fmla="*/ 49180 h 529505"/>
                <a:gd name="connsiteX160" fmla="*/ 468850 w 514751"/>
                <a:gd name="connsiteY160" fmla="*/ 52458 h 529505"/>
                <a:gd name="connsiteX161" fmla="*/ 465572 w 514751"/>
                <a:gd name="connsiteY161" fmla="*/ 54098 h 529505"/>
                <a:gd name="connsiteX162" fmla="*/ 462293 w 514751"/>
                <a:gd name="connsiteY162" fmla="*/ 57377 h 529505"/>
                <a:gd name="connsiteX163" fmla="*/ 459014 w 514751"/>
                <a:gd name="connsiteY163" fmla="*/ 60655 h 529505"/>
                <a:gd name="connsiteX164" fmla="*/ 455735 w 514751"/>
                <a:gd name="connsiteY164" fmla="*/ 65573 h 529505"/>
                <a:gd name="connsiteX165" fmla="*/ 452457 w 514751"/>
                <a:gd name="connsiteY165" fmla="*/ 67213 h 529505"/>
                <a:gd name="connsiteX166" fmla="*/ 450818 w 514751"/>
                <a:gd name="connsiteY166" fmla="*/ 63934 h 529505"/>
                <a:gd name="connsiteX167" fmla="*/ 449178 w 514751"/>
                <a:gd name="connsiteY167" fmla="*/ 60655 h 529505"/>
                <a:gd name="connsiteX168" fmla="*/ 447539 w 514751"/>
                <a:gd name="connsiteY168" fmla="*/ 55737 h 529505"/>
                <a:gd name="connsiteX169" fmla="*/ 444260 w 514751"/>
                <a:gd name="connsiteY169" fmla="*/ 54098 h 529505"/>
                <a:gd name="connsiteX170" fmla="*/ 442621 w 514751"/>
                <a:gd name="connsiteY170" fmla="*/ 49180 h 529505"/>
                <a:gd name="connsiteX171" fmla="*/ 440981 w 514751"/>
                <a:gd name="connsiteY171" fmla="*/ 45901 h 529505"/>
                <a:gd name="connsiteX172" fmla="*/ 432785 w 514751"/>
                <a:gd name="connsiteY172" fmla="*/ 45901 h 529505"/>
                <a:gd name="connsiteX173" fmla="*/ 429506 w 514751"/>
                <a:gd name="connsiteY173" fmla="*/ 47541 h 529505"/>
                <a:gd name="connsiteX174" fmla="*/ 414752 w 514751"/>
                <a:gd name="connsiteY174" fmla="*/ 49180 h 529505"/>
                <a:gd name="connsiteX175" fmla="*/ 409834 w 514751"/>
                <a:gd name="connsiteY175" fmla="*/ 50820 h 529505"/>
                <a:gd name="connsiteX176" fmla="*/ 401638 w 514751"/>
                <a:gd name="connsiteY176" fmla="*/ 52458 h 529505"/>
                <a:gd name="connsiteX177" fmla="*/ 391801 w 514751"/>
                <a:gd name="connsiteY177" fmla="*/ 55737 h 529505"/>
                <a:gd name="connsiteX178" fmla="*/ 381965 w 514751"/>
                <a:gd name="connsiteY178" fmla="*/ 57377 h 529505"/>
                <a:gd name="connsiteX179" fmla="*/ 381965 w 514751"/>
                <a:gd name="connsiteY179" fmla="*/ 57377 h 529505"/>
                <a:gd name="connsiteX180" fmla="*/ 370490 w 514751"/>
                <a:gd name="connsiteY180" fmla="*/ 59016 h 529505"/>
                <a:gd name="connsiteX181" fmla="*/ 362294 w 514751"/>
                <a:gd name="connsiteY181" fmla="*/ 59016 h 529505"/>
                <a:gd name="connsiteX182" fmla="*/ 352457 w 514751"/>
                <a:gd name="connsiteY182" fmla="*/ 60655 h 529505"/>
                <a:gd name="connsiteX183" fmla="*/ 352457 w 514751"/>
                <a:gd name="connsiteY183" fmla="*/ 63934 h 529505"/>
                <a:gd name="connsiteX184" fmla="*/ 352457 w 514751"/>
                <a:gd name="connsiteY184" fmla="*/ 68852 h 529505"/>
                <a:gd name="connsiteX185" fmla="*/ 352457 w 514751"/>
                <a:gd name="connsiteY185" fmla="*/ 68852 h 529505"/>
                <a:gd name="connsiteX186" fmla="*/ 352457 w 514751"/>
                <a:gd name="connsiteY186" fmla="*/ 73770 h 529505"/>
                <a:gd name="connsiteX187" fmla="*/ 352457 w 514751"/>
                <a:gd name="connsiteY187" fmla="*/ 77049 h 529505"/>
                <a:gd name="connsiteX188" fmla="*/ 352457 w 514751"/>
                <a:gd name="connsiteY188" fmla="*/ 81967 h 529505"/>
                <a:gd name="connsiteX189" fmla="*/ 352457 w 514751"/>
                <a:gd name="connsiteY189" fmla="*/ 86885 h 529505"/>
                <a:gd name="connsiteX190" fmla="*/ 352457 w 514751"/>
                <a:gd name="connsiteY190" fmla="*/ 86885 h 529505"/>
                <a:gd name="connsiteX191" fmla="*/ 352457 w 514751"/>
                <a:gd name="connsiteY191" fmla="*/ 90164 h 529505"/>
                <a:gd name="connsiteX192" fmla="*/ 352457 w 514751"/>
                <a:gd name="connsiteY192" fmla="*/ 93442 h 529505"/>
                <a:gd name="connsiteX193" fmla="*/ 352457 w 514751"/>
                <a:gd name="connsiteY193" fmla="*/ 98360 h 529505"/>
                <a:gd name="connsiteX194" fmla="*/ 352457 w 514751"/>
                <a:gd name="connsiteY194" fmla="*/ 101639 h 529505"/>
                <a:gd name="connsiteX195" fmla="*/ 352457 w 514751"/>
                <a:gd name="connsiteY195" fmla="*/ 104917 h 529505"/>
                <a:gd name="connsiteX196" fmla="*/ 352457 w 514751"/>
                <a:gd name="connsiteY196" fmla="*/ 109835 h 529505"/>
                <a:gd name="connsiteX197" fmla="*/ 352457 w 514751"/>
                <a:gd name="connsiteY197" fmla="*/ 113114 h 529505"/>
                <a:gd name="connsiteX198" fmla="*/ 352457 w 514751"/>
                <a:gd name="connsiteY198" fmla="*/ 118032 h 529505"/>
                <a:gd name="connsiteX199" fmla="*/ 350818 w 514751"/>
                <a:gd name="connsiteY199" fmla="*/ 121311 h 529505"/>
                <a:gd name="connsiteX200" fmla="*/ 350818 w 514751"/>
                <a:gd name="connsiteY200" fmla="*/ 126229 h 529505"/>
                <a:gd name="connsiteX201" fmla="*/ 350818 w 514751"/>
                <a:gd name="connsiteY201" fmla="*/ 129508 h 529505"/>
                <a:gd name="connsiteX202" fmla="*/ 350818 w 514751"/>
                <a:gd name="connsiteY202" fmla="*/ 134425 h 529505"/>
                <a:gd name="connsiteX203" fmla="*/ 350818 w 514751"/>
                <a:gd name="connsiteY203" fmla="*/ 137704 h 529505"/>
                <a:gd name="connsiteX204" fmla="*/ 350818 w 514751"/>
                <a:gd name="connsiteY204" fmla="*/ 142622 h 529505"/>
                <a:gd name="connsiteX205" fmla="*/ 350818 w 514751"/>
                <a:gd name="connsiteY205" fmla="*/ 149180 h 529505"/>
                <a:gd name="connsiteX206" fmla="*/ 350818 w 514751"/>
                <a:gd name="connsiteY206" fmla="*/ 150819 h 529505"/>
                <a:gd name="connsiteX207" fmla="*/ 350818 w 514751"/>
                <a:gd name="connsiteY207" fmla="*/ 154098 h 529505"/>
                <a:gd name="connsiteX208" fmla="*/ 350818 w 514751"/>
                <a:gd name="connsiteY208" fmla="*/ 159015 h 529505"/>
                <a:gd name="connsiteX209" fmla="*/ 350818 w 514751"/>
                <a:gd name="connsiteY209" fmla="*/ 160655 h 529505"/>
                <a:gd name="connsiteX210" fmla="*/ 350818 w 514751"/>
                <a:gd name="connsiteY210" fmla="*/ 165573 h 529505"/>
                <a:gd name="connsiteX211" fmla="*/ 350818 w 514751"/>
                <a:gd name="connsiteY211" fmla="*/ 170491 h 529505"/>
                <a:gd name="connsiteX212" fmla="*/ 350818 w 514751"/>
                <a:gd name="connsiteY212" fmla="*/ 170491 h 529505"/>
                <a:gd name="connsiteX213" fmla="*/ 350818 w 514751"/>
                <a:gd name="connsiteY213" fmla="*/ 172130 h 529505"/>
                <a:gd name="connsiteX214" fmla="*/ 350818 w 514751"/>
                <a:gd name="connsiteY214" fmla="*/ 178688 h 529505"/>
                <a:gd name="connsiteX215" fmla="*/ 350818 w 514751"/>
                <a:gd name="connsiteY215" fmla="*/ 181966 h 529505"/>
                <a:gd name="connsiteX216" fmla="*/ 350818 w 514751"/>
                <a:gd name="connsiteY216" fmla="*/ 186884 h 529505"/>
                <a:gd name="connsiteX217" fmla="*/ 350818 w 514751"/>
                <a:gd name="connsiteY217" fmla="*/ 191802 h 529505"/>
                <a:gd name="connsiteX218" fmla="*/ 350818 w 514751"/>
                <a:gd name="connsiteY218" fmla="*/ 196720 h 529505"/>
                <a:gd name="connsiteX219" fmla="*/ 350818 w 514751"/>
                <a:gd name="connsiteY219" fmla="*/ 201638 h 529505"/>
                <a:gd name="connsiteX220" fmla="*/ 350818 w 514751"/>
                <a:gd name="connsiteY220" fmla="*/ 208195 h 529505"/>
                <a:gd name="connsiteX221" fmla="*/ 350818 w 514751"/>
                <a:gd name="connsiteY221" fmla="*/ 214753 h 529505"/>
                <a:gd name="connsiteX222" fmla="*/ 350818 w 514751"/>
                <a:gd name="connsiteY222" fmla="*/ 219671 h 529505"/>
                <a:gd name="connsiteX223" fmla="*/ 350818 w 514751"/>
                <a:gd name="connsiteY223" fmla="*/ 221310 h 529505"/>
                <a:gd name="connsiteX224" fmla="*/ 350818 w 514751"/>
                <a:gd name="connsiteY224" fmla="*/ 222950 h 529505"/>
                <a:gd name="connsiteX225" fmla="*/ 349179 w 514751"/>
                <a:gd name="connsiteY225" fmla="*/ 222950 h 529505"/>
                <a:gd name="connsiteX226" fmla="*/ 340982 w 514751"/>
                <a:gd name="connsiteY226" fmla="*/ 222950 h 529505"/>
                <a:gd name="connsiteX227" fmla="*/ 337703 w 514751"/>
                <a:gd name="connsiteY227" fmla="*/ 222950 h 529505"/>
                <a:gd name="connsiteX228" fmla="*/ 332785 w 514751"/>
                <a:gd name="connsiteY228" fmla="*/ 222950 h 529505"/>
                <a:gd name="connsiteX229" fmla="*/ 327867 w 514751"/>
                <a:gd name="connsiteY229" fmla="*/ 222950 h 529505"/>
                <a:gd name="connsiteX230" fmla="*/ 324588 w 514751"/>
                <a:gd name="connsiteY230" fmla="*/ 222950 h 529505"/>
                <a:gd name="connsiteX231" fmla="*/ 321310 w 514751"/>
                <a:gd name="connsiteY231" fmla="*/ 222950 h 529505"/>
                <a:gd name="connsiteX232" fmla="*/ 316392 w 514751"/>
                <a:gd name="connsiteY232" fmla="*/ 222950 h 529505"/>
                <a:gd name="connsiteX233" fmla="*/ 311474 w 514751"/>
                <a:gd name="connsiteY233" fmla="*/ 222950 h 529505"/>
                <a:gd name="connsiteX234" fmla="*/ 311474 w 514751"/>
                <a:gd name="connsiteY234" fmla="*/ 224589 h 529505"/>
                <a:gd name="connsiteX235" fmla="*/ 311474 w 514751"/>
                <a:gd name="connsiteY235" fmla="*/ 227868 h 529505"/>
                <a:gd name="connsiteX236" fmla="*/ 311474 w 514751"/>
                <a:gd name="connsiteY236" fmla="*/ 232786 h 529505"/>
                <a:gd name="connsiteX237" fmla="*/ 311474 w 514751"/>
                <a:gd name="connsiteY237" fmla="*/ 236064 h 529505"/>
                <a:gd name="connsiteX238" fmla="*/ 311474 w 514751"/>
                <a:gd name="connsiteY238" fmla="*/ 239343 h 529505"/>
                <a:gd name="connsiteX239" fmla="*/ 311474 w 514751"/>
                <a:gd name="connsiteY239" fmla="*/ 240982 h 529505"/>
                <a:gd name="connsiteX240" fmla="*/ 311474 w 514751"/>
                <a:gd name="connsiteY240" fmla="*/ 244261 h 529505"/>
                <a:gd name="connsiteX241" fmla="*/ 311474 w 514751"/>
                <a:gd name="connsiteY241" fmla="*/ 247540 h 529505"/>
                <a:gd name="connsiteX242" fmla="*/ 311474 w 514751"/>
                <a:gd name="connsiteY242" fmla="*/ 252458 h 529505"/>
                <a:gd name="connsiteX243" fmla="*/ 311474 w 514751"/>
                <a:gd name="connsiteY243" fmla="*/ 257376 h 529505"/>
                <a:gd name="connsiteX244" fmla="*/ 311474 w 514751"/>
                <a:gd name="connsiteY244" fmla="*/ 260654 h 529505"/>
                <a:gd name="connsiteX245" fmla="*/ 311474 w 514751"/>
                <a:gd name="connsiteY245" fmla="*/ 265572 h 529505"/>
                <a:gd name="connsiteX246" fmla="*/ 311474 w 514751"/>
                <a:gd name="connsiteY246" fmla="*/ 267212 h 529505"/>
                <a:gd name="connsiteX247" fmla="*/ 311474 w 514751"/>
                <a:gd name="connsiteY247" fmla="*/ 272130 h 529505"/>
                <a:gd name="connsiteX248" fmla="*/ 311474 w 514751"/>
                <a:gd name="connsiteY248" fmla="*/ 277048 h 529505"/>
                <a:gd name="connsiteX249" fmla="*/ 311474 w 514751"/>
                <a:gd name="connsiteY249" fmla="*/ 280327 h 529505"/>
                <a:gd name="connsiteX250" fmla="*/ 311474 w 514751"/>
                <a:gd name="connsiteY250" fmla="*/ 283605 h 529505"/>
                <a:gd name="connsiteX251" fmla="*/ 311474 w 514751"/>
                <a:gd name="connsiteY251" fmla="*/ 286884 h 529505"/>
                <a:gd name="connsiteX252" fmla="*/ 311474 w 514751"/>
                <a:gd name="connsiteY252" fmla="*/ 291802 h 529505"/>
                <a:gd name="connsiteX253" fmla="*/ 311474 w 514751"/>
                <a:gd name="connsiteY253" fmla="*/ 295081 h 529505"/>
                <a:gd name="connsiteX254" fmla="*/ 311474 w 514751"/>
                <a:gd name="connsiteY254" fmla="*/ 299998 h 529505"/>
                <a:gd name="connsiteX255" fmla="*/ 311474 w 514751"/>
                <a:gd name="connsiteY255" fmla="*/ 304917 h 529505"/>
                <a:gd name="connsiteX256" fmla="*/ 311474 w 514751"/>
                <a:gd name="connsiteY256" fmla="*/ 311474 h 529505"/>
                <a:gd name="connsiteX257" fmla="*/ 311474 w 514751"/>
                <a:gd name="connsiteY257" fmla="*/ 316392 h 529505"/>
                <a:gd name="connsiteX258" fmla="*/ 311474 w 514751"/>
                <a:gd name="connsiteY258" fmla="*/ 321310 h 529505"/>
                <a:gd name="connsiteX259" fmla="*/ 311474 w 514751"/>
                <a:gd name="connsiteY259" fmla="*/ 327867 h 529505"/>
                <a:gd name="connsiteX260" fmla="*/ 309835 w 514751"/>
                <a:gd name="connsiteY260" fmla="*/ 332785 h 529505"/>
                <a:gd name="connsiteX261" fmla="*/ 309835 w 514751"/>
                <a:gd name="connsiteY261" fmla="*/ 337703 h 529505"/>
                <a:gd name="connsiteX262" fmla="*/ 309835 w 514751"/>
                <a:gd name="connsiteY262" fmla="*/ 342621 h 529505"/>
                <a:gd name="connsiteX263" fmla="*/ 309835 w 514751"/>
                <a:gd name="connsiteY263" fmla="*/ 344261 h 529505"/>
                <a:gd name="connsiteX264" fmla="*/ 309835 w 514751"/>
                <a:gd name="connsiteY264" fmla="*/ 349179 h 529505"/>
                <a:gd name="connsiteX265" fmla="*/ 309835 w 514751"/>
                <a:gd name="connsiteY265" fmla="*/ 355736 h 529505"/>
                <a:gd name="connsiteX266" fmla="*/ 309835 w 514751"/>
                <a:gd name="connsiteY266" fmla="*/ 359015 h 529505"/>
                <a:gd name="connsiteX267" fmla="*/ 309835 w 514751"/>
                <a:gd name="connsiteY267" fmla="*/ 362294 h 529505"/>
                <a:gd name="connsiteX268" fmla="*/ 309835 w 514751"/>
                <a:gd name="connsiteY268" fmla="*/ 367211 h 529505"/>
                <a:gd name="connsiteX269" fmla="*/ 309835 w 514751"/>
                <a:gd name="connsiteY269" fmla="*/ 372129 h 529505"/>
                <a:gd name="connsiteX270" fmla="*/ 309835 w 514751"/>
                <a:gd name="connsiteY270" fmla="*/ 375408 h 529505"/>
                <a:gd name="connsiteX271" fmla="*/ 309835 w 514751"/>
                <a:gd name="connsiteY271" fmla="*/ 380326 h 529505"/>
                <a:gd name="connsiteX272" fmla="*/ 309835 w 514751"/>
                <a:gd name="connsiteY272" fmla="*/ 381965 h 529505"/>
                <a:gd name="connsiteX273" fmla="*/ 309835 w 514751"/>
                <a:gd name="connsiteY273" fmla="*/ 385244 h 529505"/>
                <a:gd name="connsiteX274" fmla="*/ 309835 w 514751"/>
                <a:gd name="connsiteY274" fmla="*/ 390162 h 529505"/>
                <a:gd name="connsiteX275" fmla="*/ 309835 w 514751"/>
                <a:gd name="connsiteY275" fmla="*/ 390162 h 529505"/>
                <a:gd name="connsiteX276" fmla="*/ 309835 w 514751"/>
                <a:gd name="connsiteY276" fmla="*/ 393441 h 529505"/>
                <a:gd name="connsiteX277" fmla="*/ 309835 w 514751"/>
                <a:gd name="connsiteY277" fmla="*/ 398359 h 529505"/>
                <a:gd name="connsiteX278" fmla="*/ 309835 w 514751"/>
                <a:gd name="connsiteY278" fmla="*/ 404916 h 529505"/>
                <a:gd name="connsiteX279" fmla="*/ 308195 w 514751"/>
                <a:gd name="connsiteY279" fmla="*/ 409834 h 529505"/>
                <a:gd name="connsiteX280" fmla="*/ 308195 w 514751"/>
                <a:gd name="connsiteY280" fmla="*/ 413113 h 529505"/>
                <a:gd name="connsiteX281" fmla="*/ 308195 w 514751"/>
                <a:gd name="connsiteY281" fmla="*/ 418031 h 529505"/>
                <a:gd name="connsiteX282" fmla="*/ 308195 w 514751"/>
                <a:gd name="connsiteY282" fmla="*/ 421309 h 529505"/>
                <a:gd name="connsiteX283" fmla="*/ 308195 w 514751"/>
                <a:gd name="connsiteY283" fmla="*/ 426228 h 529505"/>
                <a:gd name="connsiteX284" fmla="*/ 308195 w 514751"/>
                <a:gd name="connsiteY284" fmla="*/ 431145 h 529505"/>
                <a:gd name="connsiteX285" fmla="*/ 308195 w 514751"/>
                <a:gd name="connsiteY285" fmla="*/ 432785 h 529505"/>
                <a:gd name="connsiteX286" fmla="*/ 308195 w 514751"/>
                <a:gd name="connsiteY286" fmla="*/ 436064 h 529505"/>
                <a:gd name="connsiteX287" fmla="*/ 308195 w 514751"/>
                <a:gd name="connsiteY287" fmla="*/ 439342 h 529505"/>
                <a:gd name="connsiteX288" fmla="*/ 308195 w 514751"/>
                <a:gd name="connsiteY288" fmla="*/ 444260 h 529505"/>
                <a:gd name="connsiteX289" fmla="*/ 308195 w 514751"/>
                <a:gd name="connsiteY289" fmla="*/ 449178 h 529505"/>
                <a:gd name="connsiteX290" fmla="*/ 308195 w 514751"/>
                <a:gd name="connsiteY290" fmla="*/ 452457 h 529505"/>
                <a:gd name="connsiteX291" fmla="*/ 308195 w 514751"/>
                <a:gd name="connsiteY291" fmla="*/ 457375 h 529505"/>
                <a:gd name="connsiteX292" fmla="*/ 308195 w 514751"/>
                <a:gd name="connsiteY292" fmla="*/ 459014 h 529505"/>
                <a:gd name="connsiteX293" fmla="*/ 308195 w 514751"/>
                <a:gd name="connsiteY293" fmla="*/ 463932 h 529505"/>
                <a:gd name="connsiteX294" fmla="*/ 308195 w 514751"/>
                <a:gd name="connsiteY294" fmla="*/ 467211 h 529505"/>
                <a:gd name="connsiteX295" fmla="*/ 308195 w 514751"/>
                <a:gd name="connsiteY295" fmla="*/ 472129 h 529505"/>
                <a:gd name="connsiteX296" fmla="*/ 308195 w 514751"/>
                <a:gd name="connsiteY296" fmla="*/ 475408 h 529505"/>
                <a:gd name="connsiteX297" fmla="*/ 308195 w 514751"/>
                <a:gd name="connsiteY297" fmla="*/ 480325 h 529505"/>
                <a:gd name="connsiteX298" fmla="*/ 308195 w 514751"/>
                <a:gd name="connsiteY298" fmla="*/ 485244 h 529505"/>
                <a:gd name="connsiteX299" fmla="*/ 306556 w 514751"/>
                <a:gd name="connsiteY299" fmla="*/ 488522 h 529505"/>
                <a:gd name="connsiteX300" fmla="*/ 306556 w 514751"/>
                <a:gd name="connsiteY300" fmla="*/ 491801 h 529505"/>
                <a:gd name="connsiteX301" fmla="*/ 306556 w 514751"/>
                <a:gd name="connsiteY301" fmla="*/ 491801 h 529505"/>
                <a:gd name="connsiteX302" fmla="*/ 306556 w 514751"/>
                <a:gd name="connsiteY302" fmla="*/ 495079 h 529505"/>
                <a:gd name="connsiteX303" fmla="*/ 306556 w 514751"/>
                <a:gd name="connsiteY303" fmla="*/ 499998 h 529505"/>
                <a:gd name="connsiteX304" fmla="*/ 306556 w 514751"/>
                <a:gd name="connsiteY304" fmla="*/ 503276 h 529505"/>
                <a:gd name="connsiteX305" fmla="*/ 306556 w 514751"/>
                <a:gd name="connsiteY305" fmla="*/ 506555 h 529505"/>
                <a:gd name="connsiteX306" fmla="*/ 303277 w 514751"/>
                <a:gd name="connsiteY306" fmla="*/ 506555 h 529505"/>
                <a:gd name="connsiteX307" fmla="*/ 298360 w 514751"/>
                <a:gd name="connsiteY307" fmla="*/ 509834 h 529505"/>
                <a:gd name="connsiteX308" fmla="*/ 295081 w 514751"/>
                <a:gd name="connsiteY308" fmla="*/ 509834 h 529505"/>
                <a:gd name="connsiteX309" fmla="*/ 291802 w 514751"/>
                <a:gd name="connsiteY309" fmla="*/ 509834 h 529505"/>
                <a:gd name="connsiteX310" fmla="*/ 290163 w 514751"/>
                <a:gd name="connsiteY310" fmla="*/ 511473 h 529505"/>
                <a:gd name="connsiteX311" fmla="*/ 288523 w 514751"/>
                <a:gd name="connsiteY311" fmla="*/ 514752 h 529505"/>
                <a:gd name="connsiteX312" fmla="*/ 286884 w 514751"/>
                <a:gd name="connsiteY312" fmla="*/ 518031 h 529505"/>
                <a:gd name="connsiteX313" fmla="*/ 283605 w 514751"/>
                <a:gd name="connsiteY313" fmla="*/ 519669 h 529505"/>
                <a:gd name="connsiteX314" fmla="*/ 280327 w 514751"/>
                <a:gd name="connsiteY314" fmla="*/ 519669 h 529505"/>
                <a:gd name="connsiteX315" fmla="*/ 278687 w 514751"/>
                <a:gd name="connsiteY315" fmla="*/ 522948 h 529505"/>
                <a:gd name="connsiteX316" fmla="*/ 280327 w 514751"/>
                <a:gd name="connsiteY316" fmla="*/ 526227 h 529505"/>
                <a:gd name="connsiteX317" fmla="*/ 277048 w 514751"/>
                <a:gd name="connsiteY317" fmla="*/ 527866 h 529505"/>
                <a:gd name="connsiteX318" fmla="*/ 273769 w 514751"/>
                <a:gd name="connsiteY318" fmla="*/ 529506 h 529505"/>
                <a:gd name="connsiteX319" fmla="*/ 268851 w 514751"/>
                <a:gd name="connsiteY319" fmla="*/ 527866 h 529505"/>
                <a:gd name="connsiteX320" fmla="*/ 265573 w 514751"/>
                <a:gd name="connsiteY320" fmla="*/ 524588 h 529505"/>
                <a:gd name="connsiteX321" fmla="*/ 262294 w 514751"/>
                <a:gd name="connsiteY321" fmla="*/ 524588 h 529505"/>
                <a:gd name="connsiteX322" fmla="*/ 259015 w 514751"/>
                <a:gd name="connsiteY322" fmla="*/ 524588 h 529505"/>
                <a:gd name="connsiteX323" fmla="*/ 254097 w 514751"/>
                <a:gd name="connsiteY323" fmla="*/ 524588 h 529505"/>
                <a:gd name="connsiteX324" fmla="*/ 250818 w 514751"/>
                <a:gd name="connsiteY324" fmla="*/ 526227 h 529505"/>
                <a:gd name="connsiteX325" fmla="*/ 247540 w 514751"/>
                <a:gd name="connsiteY325" fmla="*/ 526227 h 529505"/>
                <a:gd name="connsiteX326" fmla="*/ 244261 w 514751"/>
                <a:gd name="connsiteY326" fmla="*/ 526227 h 529505"/>
                <a:gd name="connsiteX327" fmla="*/ 239343 w 514751"/>
                <a:gd name="connsiteY327" fmla="*/ 526227 h 529505"/>
                <a:gd name="connsiteX328" fmla="*/ 236064 w 514751"/>
                <a:gd name="connsiteY328" fmla="*/ 526227 h 529505"/>
                <a:gd name="connsiteX329" fmla="*/ 232786 w 514751"/>
                <a:gd name="connsiteY329" fmla="*/ 524588 h 529505"/>
                <a:gd name="connsiteX330" fmla="*/ 227868 w 514751"/>
                <a:gd name="connsiteY330" fmla="*/ 521309 h 529505"/>
                <a:gd name="connsiteX331" fmla="*/ 224589 w 514751"/>
                <a:gd name="connsiteY331" fmla="*/ 521309 h 529505"/>
                <a:gd name="connsiteX332" fmla="*/ 221310 w 514751"/>
                <a:gd name="connsiteY332" fmla="*/ 521309 h 529505"/>
                <a:gd name="connsiteX333" fmla="*/ 219671 w 514751"/>
                <a:gd name="connsiteY333" fmla="*/ 521309 h 529505"/>
                <a:gd name="connsiteX334" fmla="*/ 216393 w 514751"/>
                <a:gd name="connsiteY334" fmla="*/ 518031 h 529505"/>
                <a:gd name="connsiteX335" fmla="*/ 213114 w 514751"/>
                <a:gd name="connsiteY335" fmla="*/ 518031 h 529505"/>
                <a:gd name="connsiteX336" fmla="*/ 209835 w 514751"/>
                <a:gd name="connsiteY336" fmla="*/ 514752 h 529505"/>
                <a:gd name="connsiteX337" fmla="*/ 208196 w 514751"/>
                <a:gd name="connsiteY337" fmla="*/ 509834 h 529505"/>
                <a:gd name="connsiteX338" fmla="*/ 208196 w 514751"/>
                <a:gd name="connsiteY338" fmla="*/ 506555 h 529505"/>
                <a:gd name="connsiteX339" fmla="*/ 209835 w 514751"/>
                <a:gd name="connsiteY339" fmla="*/ 503276 h 529505"/>
                <a:gd name="connsiteX340" fmla="*/ 208196 w 514751"/>
                <a:gd name="connsiteY340" fmla="*/ 498358 h 529505"/>
                <a:gd name="connsiteX341" fmla="*/ 204917 w 514751"/>
                <a:gd name="connsiteY341" fmla="*/ 498358 h 529505"/>
                <a:gd name="connsiteX342" fmla="*/ 201638 w 514751"/>
                <a:gd name="connsiteY342" fmla="*/ 493440 h 529505"/>
                <a:gd name="connsiteX343" fmla="*/ 201638 w 514751"/>
                <a:gd name="connsiteY343" fmla="*/ 491801 h 529505"/>
                <a:gd name="connsiteX344" fmla="*/ 198360 w 514751"/>
                <a:gd name="connsiteY344" fmla="*/ 488522 h 529505"/>
                <a:gd name="connsiteX345" fmla="*/ 195081 w 514751"/>
                <a:gd name="connsiteY345" fmla="*/ 490162 h 529505"/>
                <a:gd name="connsiteX346" fmla="*/ 191803 w 514751"/>
                <a:gd name="connsiteY346" fmla="*/ 493440 h 529505"/>
                <a:gd name="connsiteX347" fmla="*/ 188524 w 514751"/>
                <a:gd name="connsiteY347" fmla="*/ 496719 h 529505"/>
                <a:gd name="connsiteX348" fmla="*/ 186884 w 514751"/>
                <a:gd name="connsiteY348" fmla="*/ 501637 h 529505"/>
                <a:gd name="connsiteX349" fmla="*/ 186884 w 514751"/>
                <a:gd name="connsiteY349" fmla="*/ 504916 h 529505"/>
                <a:gd name="connsiteX350" fmla="*/ 185245 w 514751"/>
                <a:gd name="connsiteY350" fmla="*/ 508194 h 529505"/>
                <a:gd name="connsiteX351" fmla="*/ 181966 w 514751"/>
                <a:gd name="connsiteY351" fmla="*/ 509834 h 529505"/>
                <a:gd name="connsiteX352" fmla="*/ 177048 w 514751"/>
                <a:gd name="connsiteY352" fmla="*/ 511473 h 529505"/>
                <a:gd name="connsiteX353" fmla="*/ 177048 w 514751"/>
                <a:gd name="connsiteY353" fmla="*/ 513112 h 529505"/>
                <a:gd name="connsiteX354" fmla="*/ 173770 w 514751"/>
                <a:gd name="connsiteY354" fmla="*/ 513112 h 529505"/>
                <a:gd name="connsiteX355" fmla="*/ 168851 w 514751"/>
                <a:gd name="connsiteY355" fmla="*/ 509834 h 529505"/>
                <a:gd name="connsiteX356" fmla="*/ 165573 w 514751"/>
                <a:gd name="connsiteY356" fmla="*/ 506555 h 529505"/>
                <a:gd name="connsiteX357" fmla="*/ 163934 w 514751"/>
                <a:gd name="connsiteY357" fmla="*/ 504916 h 529505"/>
                <a:gd name="connsiteX358" fmla="*/ 162294 w 514751"/>
                <a:gd name="connsiteY358" fmla="*/ 501637 h 529505"/>
                <a:gd name="connsiteX359" fmla="*/ 159016 w 514751"/>
                <a:gd name="connsiteY359" fmla="*/ 498358 h 529505"/>
                <a:gd name="connsiteX360" fmla="*/ 154098 w 514751"/>
                <a:gd name="connsiteY360" fmla="*/ 495079 h 529505"/>
                <a:gd name="connsiteX361" fmla="*/ 152458 w 514751"/>
                <a:gd name="connsiteY361" fmla="*/ 491801 h 529505"/>
                <a:gd name="connsiteX362" fmla="*/ 147540 w 514751"/>
                <a:gd name="connsiteY362" fmla="*/ 486883 h 529505"/>
                <a:gd name="connsiteX363" fmla="*/ 145901 w 514751"/>
                <a:gd name="connsiteY363" fmla="*/ 483604 h 529505"/>
                <a:gd name="connsiteX364" fmla="*/ 144261 w 514751"/>
                <a:gd name="connsiteY364" fmla="*/ 480325 h 529505"/>
                <a:gd name="connsiteX365" fmla="*/ 140983 w 514751"/>
                <a:gd name="connsiteY365" fmla="*/ 475408 h 529505"/>
                <a:gd name="connsiteX366" fmla="*/ 140983 w 514751"/>
                <a:gd name="connsiteY366" fmla="*/ 472129 h 529505"/>
                <a:gd name="connsiteX367" fmla="*/ 139344 w 514751"/>
                <a:gd name="connsiteY367" fmla="*/ 468850 h 529505"/>
                <a:gd name="connsiteX368" fmla="*/ 137704 w 514751"/>
                <a:gd name="connsiteY368" fmla="*/ 465572 h 529505"/>
                <a:gd name="connsiteX369" fmla="*/ 134426 w 514751"/>
                <a:gd name="connsiteY369" fmla="*/ 460654 h 529505"/>
                <a:gd name="connsiteX370" fmla="*/ 132786 w 514751"/>
                <a:gd name="connsiteY370" fmla="*/ 457375 h 529505"/>
                <a:gd name="connsiteX371" fmla="*/ 131147 w 514751"/>
                <a:gd name="connsiteY371" fmla="*/ 454096 h 529505"/>
                <a:gd name="connsiteX372" fmla="*/ 131147 w 514751"/>
                <a:gd name="connsiteY372" fmla="*/ 449178 h 529505"/>
                <a:gd name="connsiteX373" fmla="*/ 131147 w 514751"/>
                <a:gd name="connsiteY373" fmla="*/ 445899 h 529505"/>
                <a:gd name="connsiteX374" fmla="*/ 131147 w 514751"/>
                <a:gd name="connsiteY374" fmla="*/ 442621 h 529505"/>
                <a:gd name="connsiteX375" fmla="*/ 127868 w 514751"/>
                <a:gd name="connsiteY375" fmla="*/ 437703 h 529505"/>
                <a:gd name="connsiteX376" fmla="*/ 126229 w 514751"/>
                <a:gd name="connsiteY376" fmla="*/ 434424 h 529505"/>
                <a:gd name="connsiteX377" fmla="*/ 124590 w 514751"/>
                <a:gd name="connsiteY377" fmla="*/ 431145 h 529505"/>
                <a:gd name="connsiteX378" fmla="*/ 127868 w 514751"/>
                <a:gd name="connsiteY378" fmla="*/ 427867 h 529505"/>
                <a:gd name="connsiteX379" fmla="*/ 127868 w 514751"/>
                <a:gd name="connsiteY379" fmla="*/ 424588 h 529505"/>
                <a:gd name="connsiteX380" fmla="*/ 126229 w 514751"/>
                <a:gd name="connsiteY380" fmla="*/ 421309 h 529505"/>
                <a:gd name="connsiteX381" fmla="*/ 124590 w 514751"/>
                <a:gd name="connsiteY381" fmla="*/ 416391 h 529505"/>
                <a:gd name="connsiteX382" fmla="*/ 124590 w 514751"/>
                <a:gd name="connsiteY382" fmla="*/ 416391 h 529505"/>
                <a:gd name="connsiteX383" fmla="*/ 119671 w 514751"/>
                <a:gd name="connsiteY383" fmla="*/ 411474 h 529505"/>
                <a:gd name="connsiteX384" fmla="*/ 121311 w 514751"/>
                <a:gd name="connsiteY384" fmla="*/ 408195 h 529505"/>
                <a:gd name="connsiteX385" fmla="*/ 121311 w 514751"/>
                <a:gd name="connsiteY385" fmla="*/ 404916 h 529505"/>
                <a:gd name="connsiteX386" fmla="*/ 121311 w 514751"/>
                <a:gd name="connsiteY386" fmla="*/ 399998 h 529505"/>
                <a:gd name="connsiteX387" fmla="*/ 119671 w 514751"/>
                <a:gd name="connsiteY387" fmla="*/ 396719 h 529505"/>
                <a:gd name="connsiteX388" fmla="*/ 118032 w 514751"/>
                <a:gd name="connsiteY388" fmla="*/ 393441 h 529505"/>
                <a:gd name="connsiteX389" fmla="*/ 116393 w 514751"/>
                <a:gd name="connsiteY389" fmla="*/ 388523 h 529505"/>
                <a:gd name="connsiteX390" fmla="*/ 116393 w 514751"/>
                <a:gd name="connsiteY390" fmla="*/ 385244 h 529505"/>
                <a:gd name="connsiteX391" fmla="*/ 116393 w 514751"/>
                <a:gd name="connsiteY391" fmla="*/ 381965 h 529505"/>
                <a:gd name="connsiteX392" fmla="*/ 118032 w 514751"/>
                <a:gd name="connsiteY392" fmla="*/ 377047 h 529505"/>
                <a:gd name="connsiteX393" fmla="*/ 116393 w 514751"/>
                <a:gd name="connsiteY393" fmla="*/ 373769 h 529505"/>
                <a:gd name="connsiteX394" fmla="*/ 114754 w 514751"/>
                <a:gd name="connsiteY394" fmla="*/ 370490 h 529505"/>
                <a:gd name="connsiteX395" fmla="*/ 114754 w 514751"/>
                <a:gd name="connsiteY395" fmla="*/ 365572 h 529505"/>
                <a:gd name="connsiteX396" fmla="*/ 116393 w 514751"/>
                <a:gd name="connsiteY396" fmla="*/ 362294 h 529505"/>
                <a:gd name="connsiteX397" fmla="*/ 116393 w 514751"/>
                <a:gd name="connsiteY397" fmla="*/ 359015 h 529505"/>
                <a:gd name="connsiteX398" fmla="*/ 116393 w 514751"/>
                <a:gd name="connsiteY398" fmla="*/ 355736 h 529505"/>
                <a:gd name="connsiteX399" fmla="*/ 114754 w 514751"/>
                <a:gd name="connsiteY399" fmla="*/ 352457 h 529505"/>
                <a:gd name="connsiteX400" fmla="*/ 114754 w 514751"/>
                <a:gd name="connsiteY400" fmla="*/ 349179 h 529505"/>
                <a:gd name="connsiteX401" fmla="*/ 113114 w 514751"/>
                <a:gd name="connsiteY401" fmla="*/ 344261 h 529505"/>
                <a:gd name="connsiteX402" fmla="*/ 111475 w 514751"/>
                <a:gd name="connsiteY402" fmla="*/ 340982 h 529505"/>
                <a:gd name="connsiteX403" fmla="*/ 108196 w 514751"/>
                <a:gd name="connsiteY403" fmla="*/ 337703 h 529505"/>
                <a:gd name="connsiteX404" fmla="*/ 108196 w 514751"/>
                <a:gd name="connsiteY404" fmla="*/ 334425 h 529505"/>
                <a:gd name="connsiteX405" fmla="*/ 108196 w 514751"/>
                <a:gd name="connsiteY405" fmla="*/ 329507 h 529505"/>
                <a:gd name="connsiteX406" fmla="*/ 106557 w 514751"/>
                <a:gd name="connsiteY406" fmla="*/ 326228 h 529505"/>
                <a:gd name="connsiteX407" fmla="*/ 104917 w 514751"/>
                <a:gd name="connsiteY407" fmla="*/ 322949 h 529505"/>
                <a:gd name="connsiteX408" fmla="*/ 103278 w 514751"/>
                <a:gd name="connsiteY408" fmla="*/ 318031 h 529505"/>
                <a:gd name="connsiteX409" fmla="*/ 103278 w 514751"/>
                <a:gd name="connsiteY409" fmla="*/ 314752 h 529505"/>
                <a:gd name="connsiteX410" fmla="*/ 103278 w 514751"/>
                <a:gd name="connsiteY410" fmla="*/ 311474 h 529505"/>
                <a:gd name="connsiteX411" fmla="*/ 103278 w 514751"/>
                <a:gd name="connsiteY411" fmla="*/ 306556 h 529505"/>
                <a:gd name="connsiteX412" fmla="*/ 104917 w 514751"/>
                <a:gd name="connsiteY412" fmla="*/ 303277 h 529505"/>
                <a:gd name="connsiteX413" fmla="*/ 103278 w 514751"/>
                <a:gd name="connsiteY413" fmla="*/ 299998 h 529505"/>
                <a:gd name="connsiteX414" fmla="*/ 103278 w 514751"/>
                <a:gd name="connsiteY414" fmla="*/ 295081 h 529505"/>
                <a:gd name="connsiteX415" fmla="*/ 103278 w 514751"/>
                <a:gd name="connsiteY415" fmla="*/ 291802 h 529505"/>
                <a:gd name="connsiteX416" fmla="*/ 103278 w 514751"/>
                <a:gd name="connsiteY416" fmla="*/ 288523 h 529505"/>
                <a:gd name="connsiteX417" fmla="*/ 101639 w 514751"/>
                <a:gd name="connsiteY417" fmla="*/ 285244 h 529505"/>
                <a:gd name="connsiteX418" fmla="*/ 104917 w 514751"/>
                <a:gd name="connsiteY418" fmla="*/ 280327 h 529505"/>
                <a:gd name="connsiteX419" fmla="*/ 103278 w 514751"/>
                <a:gd name="connsiteY419" fmla="*/ 277048 h 529505"/>
                <a:gd name="connsiteX420" fmla="*/ 103278 w 514751"/>
                <a:gd name="connsiteY420" fmla="*/ 273769 h 529505"/>
                <a:gd name="connsiteX421" fmla="*/ 104917 w 514751"/>
                <a:gd name="connsiteY421" fmla="*/ 273769 h 529505"/>
                <a:gd name="connsiteX422" fmla="*/ 108196 w 514751"/>
                <a:gd name="connsiteY422" fmla="*/ 275408 h 529505"/>
                <a:gd name="connsiteX423" fmla="*/ 113114 w 514751"/>
                <a:gd name="connsiteY423" fmla="*/ 275408 h 529505"/>
                <a:gd name="connsiteX424" fmla="*/ 111475 w 514751"/>
                <a:gd name="connsiteY424" fmla="*/ 273769 h 529505"/>
                <a:gd name="connsiteX425" fmla="*/ 111475 w 514751"/>
                <a:gd name="connsiteY425" fmla="*/ 270491 h 529505"/>
                <a:gd name="connsiteX426" fmla="*/ 111475 w 514751"/>
                <a:gd name="connsiteY426" fmla="*/ 265572 h 529505"/>
                <a:gd name="connsiteX427" fmla="*/ 111475 w 514751"/>
                <a:gd name="connsiteY427" fmla="*/ 265572 h 529505"/>
                <a:gd name="connsiteX428" fmla="*/ 111475 w 514751"/>
                <a:gd name="connsiteY428" fmla="*/ 262294 h 529505"/>
                <a:gd name="connsiteX429" fmla="*/ 111475 w 514751"/>
                <a:gd name="connsiteY429" fmla="*/ 259015 h 529505"/>
                <a:gd name="connsiteX430" fmla="*/ 111475 w 514751"/>
                <a:gd name="connsiteY430" fmla="*/ 255737 h 529505"/>
                <a:gd name="connsiteX431" fmla="*/ 111475 w 514751"/>
                <a:gd name="connsiteY431" fmla="*/ 254097 h 529505"/>
                <a:gd name="connsiteX432" fmla="*/ 111475 w 514751"/>
                <a:gd name="connsiteY432" fmla="*/ 250818 h 529505"/>
                <a:gd name="connsiteX433" fmla="*/ 108196 w 514751"/>
                <a:gd name="connsiteY433" fmla="*/ 252458 h 529505"/>
                <a:gd name="connsiteX434" fmla="*/ 106557 w 514751"/>
                <a:gd name="connsiteY434" fmla="*/ 252458 h 529505"/>
                <a:gd name="connsiteX435" fmla="*/ 106557 w 514751"/>
                <a:gd name="connsiteY435" fmla="*/ 252458 h 529505"/>
                <a:gd name="connsiteX436" fmla="*/ 104917 w 514751"/>
                <a:gd name="connsiteY436" fmla="*/ 252458 h 529505"/>
                <a:gd name="connsiteX437" fmla="*/ 104917 w 514751"/>
                <a:gd name="connsiteY437" fmla="*/ 249179 h 529505"/>
                <a:gd name="connsiteX438" fmla="*/ 104917 w 514751"/>
                <a:gd name="connsiteY438" fmla="*/ 245901 h 529505"/>
                <a:gd name="connsiteX439" fmla="*/ 103278 w 514751"/>
                <a:gd name="connsiteY439" fmla="*/ 240982 h 529505"/>
                <a:gd name="connsiteX440" fmla="*/ 101639 w 514751"/>
                <a:gd name="connsiteY440" fmla="*/ 237704 h 529505"/>
                <a:gd name="connsiteX441" fmla="*/ 100000 w 514751"/>
                <a:gd name="connsiteY441" fmla="*/ 234425 h 529505"/>
                <a:gd name="connsiteX442" fmla="*/ 96721 w 514751"/>
                <a:gd name="connsiteY442" fmla="*/ 231147 h 529505"/>
                <a:gd name="connsiteX443" fmla="*/ 95081 w 514751"/>
                <a:gd name="connsiteY443" fmla="*/ 226228 h 529505"/>
                <a:gd name="connsiteX444" fmla="*/ 95081 w 514751"/>
                <a:gd name="connsiteY444" fmla="*/ 226228 h 529505"/>
                <a:gd name="connsiteX445" fmla="*/ 91803 w 514751"/>
                <a:gd name="connsiteY445" fmla="*/ 221310 h 529505"/>
                <a:gd name="connsiteX446" fmla="*/ 90164 w 514751"/>
                <a:gd name="connsiteY446" fmla="*/ 218032 h 529505"/>
                <a:gd name="connsiteX447" fmla="*/ 86885 w 514751"/>
                <a:gd name="connsiteY447" fmla="*/ 214753 h 529505"/>
                <a:gd name="connsiteX448" fmla="*/ 85246 w 514751"/>
                <a:gd name="connsiteY448" fmla="*/ 211474 h 529505"/>
                <a:gd name="connsiteX449" fmla="*/ 83606 w 514751"/>
                <a:gd name="connsiteY449" fmla="*/ 206557 h 529505"/>
                <a:gd name="connsiteX450" fmla="*/ 81967 w 514751"/>
                <a:gd name="connsiteY450" fmla="*/ 204917 h 529505"/>
                <a:gd name="connsiteX451" fmla="*/ 80327 w 514751"/>
                <a:gd name="connsiteY451" fmla="*/ 201638 h 529505"/>
                <a:gd name="connsiteX452" fmla="*/ 78688 w 514751"/>
                <a:gd name="connsiteY452" fmla="*/ 198360 h 529505"/>
                <a:gd name="connsiteX453" fmla="*/ 77049 w 514751"/>
                <a:gd name="connsiteY453" fmla="*/ 193442 h 529505"/>
                <a:gd name="connsiteX454" fmla="*/ 73770 w 514751"/>
                <a:gd name="connsiteY454" fmla="*/ 190163 h 529505"/>
                <a:gd name="connsiteX455" fmla="*/ 72131 w 514751"/>
                <a:gd name="connsiteY455" fmla="*/ 186884 h 529505"/>
                <a:gd name="connsiteX456" fmla="*/ 72131 w 514751"/>
                <a:gd name="connsiteY456" fmla="*/ 186884 h 529505"/>
                <a:gd name="connsiteX457" fmla="*/ 68852 w 514751"/>
                <a:gd name="connsiteY457" fmla="*/ 181966 h 529505"/>
                <a:gd name="connsiteX458" fmla="*/ 67213 w 514751"/>
                <a:gd name="connsiteY458" fmla="*/ 178688 h 529505"/>
                <a:gd name="connsiteX459" fmla="*/ 65573 w 514751"/>
                <a:gd name="connsiteY459" fmla="*/ 175409 h 529505"/>
                <a:gd name="connsiteX460" fmla="*/ 63934 w 514751"/>
                <a:gd name="connsiteY460" fmla="*/ 172130 h 529505"/>
                <a:gd name="connsiteX461" fmla="*/ 62295 w 514751"/>
                <a:gd name="connsiteY461" fmla="*/ 168851 h 529505"/>
                <a:gd name="connsiteX462" fmla="*/ 62295 w 514751"/>
                <a:gd name="connsiteY462" fmla="*/ 163934 h 529505"/>
                <a:gd name="connsiteX463" fmla="*/ 60656 w 514751"/>
                <a:gd name="connsiteY463" fmla="*/ 160655 h 529505"/>
                <a:gd name="connsiteX464" fmla="*/ 59016 w 514751"/>
                <a:gd name="connsiteY464" fmla="*/ 157376 h 529505"/>
                <a:gd name="connsiteX465" fmla="*/ 57377 w 514751"/>
                <a:gd name="connsiteY465" fmla="*/ 152458 h 529505"/>
                <a:gd name="connsiteX466" fmla="*/ 57377 w 514751"/>
                <a:gd name="connsiteY466" fmla="*/ 149180 h 529505"/>
                <a:gd name="connsiteX467" fmla="*/ 55737 w 514751"/>
                <a:gd name="connsiteY467" fmla="*/ 145901 h 529505"/>
                <a:gd name="connsiteX468" fmla="*/ 54098 w 514751"/>
                <a:gd name="connsiteY468" fmla="*/ 140983 h 529505"/>
                <a:gd name="connsiteX469" fmla="*/ 50820 w 514751"/>
                <a:gd name="connsiteY469" fmla="*/ 137704 h 529505"/>
                <a:gd name="connsiteX470" fmla="*/ 49180 w 514751"/>
                <a:gd name="connsiteY470" fmla="*/ 134425 h 529505"/>
                <a:gd name="connsiteX471" fmla="*/ 49180 w 514751"/>
                <a:gd name="connsiteY471" fmla="*/ 132786 h 529505"/>
                <a:gd name="connsiteX472" fmla="*/ 47541 w 514751"/>
                <a:gd name="connsiteY472" fmla="*/ 129508 h 529505"/>
                <a:gd name="connsiteX473" fmla="*/ 45901 w 514751"/>
                <a:gd name="connsiteY473" fmla="*/ 124590 h 529505"/>
                <a:gd name="connsiteX474" fmla="*/ 44262 w 514751"/>
                <a:gd name="connsiteY474" fmla="*/ 121311 h 529505"/>
                <a:gd name="connsiteX475" fmla="*/ 40983 w 514751"/>
                <a:gd name="connsiteY475" fmla="*/ 118032 h 529505"/>
                <a:gd name="connsiteX476" fmla="*/ 39344 w 514751"/>
                <a:gd name="connsiteY476" fmla="*/ 114754 h 529505"/>
                <a:gd name="connsiteX477" fmla="*/ 37705 w 514751"/>
                <a:gd name="connsiteY477" fmla="*/ 109835 h 529505"/>
                <a:gd name="connsiteX478" fmla="*/ 37705 w 514751"/>
                <a:gd name="connsiteY478" fmla="*/ 108196 h 529505"/>
                <a:gd name="connsiteX479" fmla="*/ 36066 w 514751"/>
                <a:gd name="connsiteY479" fmla="*/ 104917 h 529505"/>
                <a:gd name="connsiteX480" fmla="*/ 34426 w 514751"/>
                <a:gd name="connsiteY480" fmla="*/ 100000 h 529505"/>
                <a:gd name="connsiteX481" fmla="*/ 32787 w 514751"/>
                <a:gd name="connsiteY481" fmla="*/ 96721 h 529505"/>
                <a:gd name="connsiteX482" fmla="*/ 31147 w 514751"/>
                <a:gd name="connsiteY482" fmla="*/ 93442 h 529505"/>
                <a:gd name="connsiteX483" fmla="*/ 31147 w 514751"/>
                <a:gd name="connsiteY483" fmla="*/ 91803 h 529505"/>
                <a:gd name="connsiteX484" fmla="*/ 27869 w 514751"/>
                <a:gd name="connsiteY484" fmla="*/ 88524 h 529505"/>
                <a:gd name="connsiteX485" fmla="*/ 26229 w 514751"/>
                <a:gd name="connsiteY485" fmla="*/ 85245 h 529505"/>
                <a:gd name="connsiteX486" fmla="*/ 24590 w 514751"/>
                <a:gd name="connsiteY486" fmla="*/ 80327 h 529505"/>
                <a:gd name="connsiteX487" fmla="*/ 21311 w 514751"/>
                <a:gd name="connsiteY487" fmla="*/ 77049 h 529505"/>
                <a:gd name="connsiteX488" fmla="*/ 18033 w 514751"/>
                <a:gd name="connsiteY488" fmla="*/ 73770 h 529505"/>
                <a:gd name="connsiteX489" fmla="*/ 14754 w 514751"/>
                <a:gd name="connsiteY489" fmla="*/ 70491 h 529505"/>
                <a:gd name="connsiteX490" fmla="*/ 11476 w 514751"/>
                <a:gd name="connsiteY490" fmla="*/ 67213 h 529505"/>
                <a:gd name="connsiteX491" fmla="*/ 11476 w 514751"/>
                <a:gd name="connsiteY491" fmla="*/ 62295 h 529505"/>
                <a:gd name="connsiteX492" fmla="*/ 9836 w 514751"/>
                <a:gd name="connsiteY492" fmla="*/ 59016 h 529505"/>
                <a:gd name="connsiteX493" fmla="*/ 6557 w 514751"/>
                <a:gd name="connsiteY493" fmla="*/ 55737 h 529505"/>
                <a:gd name="connsiteX494" fmla="*/ 4918 w 514751"/>
                <a:gd name="connsiteY494" fmla="*/ 50820 h 529505"/>
                <a:gd name="connsiteX495" fmla="*/ 3279 w 514751"/>
                <a:gd name="connsiteY495" fmla="*/ 47541 h 529505"/>
                <a:gd name="connsiteX496" fmla="*/ 1639 w 514751"/>
                <a:gd name="connsiteY496" fmla="*/ 44262 h 529505"/>
                <a:gd name="connsiteX497" fmla="*/ 1639 w 514751"/>
                <a:gd name="connsiteY497" fmla="*/ 40983 h 529505"/>
                <a:gd name="connsiteX498" fmla="*/ 0 w 514751"/>
                <a:gd name="connsiteY498" fmla="*/ 36065 h 529505"/>
                <a:gd name="connsiteX499" fmla="*/ 0 w 514751"/>
                <a:gd name="connsiteY499" fmla="*/ 32787 h 529505"/>
                <a:gd name="connsiteX500" fmla="*/ 0 w 514751"/>
                <a:gd name="connsiteY500" fmla="*/ 27868 h 529505"/>
                <a:gd name="connsiteX501" fmla="*/ 0 w 514751"/>
                <a:gd name="connsiteY501" fmla="*/ 24590 h 529505"/>
                <a:gd name="connsiteX502" fmla="*/ 0 w 514751"/>
                <a:gd name="connsiteY502" fmla="*/ 21311 h 529505"/>
                <a:gd name="connsiteX503" fmla="*/ 1639 w 514751"/>
                <a:gd name="connsiteY503" fmla="*/ 16393 h 529505"/>
                <a:gd name="connsiteX504" fmla="*/ 1639 w 514751"/>
                <a:gd name="connsiteY504" fmla="*/ 13114 h 5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</a:cxnLst>
              <a:rect l="l" t="t" r="r" b="b"/>
              <a:pathLst>
                <a:path w="514751" h="529505">
                  <a:moveTo>
                    <a:pt x="1639" y="13114"/>
                  </a:moveTo>
                  <a:lnTo>
                    <a:pt x="4918" y="11475"/>
                  </a:lnTo>
                  <a:lnTo>
                    <a:pt x="9836" y="9836"/>
                  </a:lnTo>
                  <a:lnTo>
                    <a:pt x="13114" y="8197"/>
                  </a:lnTo>
                  <a:lnTo>
                    <a:pt x="13114" y="8197"/>
                  </a:lnTo>
                  <a:lnTo>
                    <a:pt x="18033" y="8197"/>
                  </a:lnTo>
                  <a:lnTo>
                    <a:pt x="21311" y="11475"/>
                  </a:lnTo>
                  <a:lnTo>
                    <a:pt x="24590" y="11475"/>
                  </a:lnTo>
                  <a:lnTo>
                    <a:pt x="27869" y="13114"/>
                  </a:lnTo>
                  <a:lnTo>
                    <a:pt x="32787" y="11475"/>
                  </a:lnTo>
                  <a:lnTo>
                    <a:pt x="36066" y="9836"/>
                  </a:lnTo>
                  <a:lnTo>
                    <a:pt x="39344" y="8197"/>
                  </a:lnTo>
                  <a:lnTo>
                    <a:pt x="44262" y="4918"/>
                  </a:lnTo>
                  <a:lnTo>
                    <a:pt x="47541" y="1639"/>
                  </a:lnTo>
                  <a:lnTo>
                    <a:pt x="50820" y="0"/>
                  </a:lnTo>
                  <a:lnTo>
                    <a:pt x="54098" y="0"/>
                  </a:lnTo>
                  <a:lnTo>
                    <a:pt x="59016" y="1639"/>
                  </a:lnTo>
                  <a:lnTo>
                    <a:pt x="62295" y="0"/>
                  </a:lnTo>
                  <a:lnTo>
                    <a:pt x="65573" y="1639"/>
                  </a:lnTo>
                  <a:lnTo>
                    <a:pt x="68852" y="4918"/>
                  </a:lnTo>
                  <a:lnTo>
                    <a:pt x="72131" y="9836"/>
                  </a:lnTo>
                  <a:lnTo>
                    <a:pt x="75410" y="13114"/>
                  </a:lnTo>
                  <a:lnTo>
                    <a:pt x="78688" y="14754"/>
                  </a:lnTo>
                  <a:lnTo>
                    <a:pt x="83606" y="16393"/>
                  </a:lnTo>
                  <a:lnTo>
                    <a:pt x="86885" y="19672"/>
                  </a:lnTo>
                  <a:lnTo>
                    <a:pt x="86885" y="19672"/>
                  </a:lnTo>
                  <a:lnTo>
                    <a:pt x="91803" y="21311"/>
                  </a:lnTo>
                  <a:lnTo>
                    <a:pt x="95081" y="19672"/>
                  </a:lnTo>
                  <a:lnTo>
                    <a:pt x="98360" y="19672"/>
                  </a:lnTo>
                  <a:lnTo>
                    <a:pt x="101639" y="19672"/>
                  </a:lnTo>
                  <a:lnTo>
                    <a:pt x="104917" y="19672"/>
                  </a:lnTo>
                  <a:lnTo>
                    <a:pt x="109836" y="19672"/>
                  </a:lnTo>
                  <a:lnTo>
                    <a:pt x="113114" y="19672"/>
                  </a:lnTo>
                  <a:lnTo>
                    <a:pt x="116393" y="19672"/>
                  </a:lnTo>
                  <a:lnTo>
                    <a:pt x="121311" y="19672"/>
                  </a:lnTo>
                  <a:lnTo>
                    <a:pt x="124590" y="19672"/>
                  </a:lnTo>
                  <a:lnTo>
                    <a:pt x="127868" y="19672"/>
                  </a:lnTo>
                  <a:lnTo>
                    <a:pt x="131147" y="19672"/>
                  </a:lnTo>
                  <a:lnTo>
                    <a:pt x="134426" y="19672"/>
                  </a:lnTo>
                  <a:lnTo>
                    <a:pt x="139344" y="19672"/>
                  </a:lnTo>
                  <a:lnTo>
                    <a:pt x="142623" y="19672"/>
                  </a:lnTo>
                  <a:lnTo>
                    <a:pt x="144261" y="19672"/>
                  </a:lnTo>
                  <a:lnTo>
                    <a:pt x="147540" y="19672"/>
                  </a:lnTo>
                  <a:lnTo>
                    <a:pt x="150819" y="19672"/>
                  </a:lnTo>
                  <a:lnTo>
                    <a:pt x="155737" y="19672"/>
                  </a:lnTo>
                  <a:lnTo>
                    <a:pt x="159016" y="19672"/>
                  </a:lnTo>
                  <a:lnTo>
                    <a:pt x="162294" y="19672"/>
                  </a:lnTo>
                  <a:lnTo>
                    <a:pt x="165573" y="19672"/>
                  </a:lnTo>
                  <a:lnTo>
                    <a:pt x="170491" y="19672"/>
                  </a:lnTo>
                  <a:lnTo>
                    <a:pt x="173770" y="19672"/>
                  </a:lnTo>
                  <a:lnTo>
                    <a:pt x="177048" y="19672"/>
                  </a:lnTo>
                  <a:lnTo>
                    <a:pt x="181966" y="19672"/>
                  </a:lnTo>
                  <a:lnTo>
                    <a:pt x="185245" y="19672"/>
                  </a:lnTo>
                  <a:lnTo>
                    <a:pt x="188524" y="19672"/>
                  </a:lnTo>
                  <a:lnTo>
                    <a:pt x="193442" y="19672"/>
                  </a:lnTo>
                  <a:lnTo>
                    <a:pt x="196720" y="19672"/>
                  </a:lnTo>
                  <a:lnTo>
                    <a:pt x="199999" y="19672"/>
                  </a:lnTo>
                  <a:lnTo>
                    <a:pt x="204917" y="19672"/>
                  </a:lnTo>
                  <a:lnTo>
                    <a:pt x="208196" y="19672"/>
                  </a:lnTo>
                  <a:lnTo>
                    <a:pt x="211474" y="19672"/>
                  </a:lnTo>
                  <a:lnTo>
                    <a:pt x="216393" y="19672"/>
                  </a:lnTo>
                  <a:lnTo>
                    <a:pt x="219671" y="19672"/>
                  </a:lnTo>
                  <a:lnTo>
                    <a:pt x="222950" y="19672"/>
                  </a:lnTo>
                  <a:lnTo>
                    <a:pt x="227868" y="19672"/>
                  </a:lnTo>
                  <a:lnTo>
                    <a:pt x="231147" y="19672"/>
                  </a:lnTo>
                  <a:lnTo>
                    <a:pt x="234425" y="19672"/>
                  </a:lnTo>
                  <a:lnTo>
                    <a:pt x="239343" y="19672"/>
                  </a:lnTo>
                  <a:lnTo>
                    <a:pt x="239343" y="19672"/>
                  </a:lnTo>
                  <a:lnTo>
                    <a:pt x="242622" y="19672"/>
                  </a:lnTo>
                  <a:lnTo>
                    <a:pt x="247540" y="19672"/>
                  </a:lnTo>
                  <a:lnTo>
                    <a:pt x="250818" y="19672"/>
                  </a:lnTo>
                  <a:lnTo>
                    <a:pt x="254097" y="19672"/>
                  </a:lnTo>
                  <a:lnTo>
                    <a:pt x="257376" y="19672"/>
                  </a:lnTo>
                  <a:lnTo>
                    <a:pt x="259015" y="22951"/>
                  </a:lnTo>
                  <a:lnTo>
                    <a:pt x="260654" y="26229"/>
                  </a:lnTo>
                  <a:lnTo>
                    <a:pt x="263933" y="29508"/>
                  </a:lnTo>
                  <a:lnTo>
                    <a:pt x="267212" y="34426"/>
                  </a:lnTo>
                  <a:lnTo>
                    <a:pt x="270491" y="36065"/>
                  </a:lnTo>
                  <a:lnTo>
                    <a:pt x="275408" y="37705"/>
                  </a:lnTo>
                  <a:lnTo>
                    <a:pt x="278687" y="37705"/>
                  </a:lnTo>
                  <a:lnTo>
                    <a:pt x="281966" y="37705"/>
                  </a:lnTo>
                  <a:lnTo>
                    <a:pt x="286884" y="37705"/>
                  </a:lnTo>
                  <a:lnTo>
                    <a:pt x="288523" y="37705"/>
                  </a:lnTo>
                  <a:lnTo>
                    <a:pt x="293441" y="39344"/>
                  </a:lnTo>
                  <a:lnTo>
                    <a:pt x="296720" y="39344"/>
                  </a:lnTo>
                  <a:lnTo>
                    <a:pt x="299998" y="39344"/>
                  </a:lnTo>
                  <a:lnTo>
                    <a:pt x="304917" y="40983"/>
                  </a:lnTo>
                  <a:lnTo>
                    <a:pt x="308195" y="39344"/>
                  </a:lnTo>
                  <a:lnTo>
                    <a:pt x="311474" y="39344"/>
                  </a:lnTo>
                  <a:lnTo>
                    <a:pt x="314753" y="40983"/>
                  </a:lnTo>
                  <a:lnTo>
                    <a:pt x="318031" y="40983"/>
                  </a:lnTo>
                  <a:lnTo>
                    <a:pt x="322950" y="40983"/>
                  </a:lnTo>
                  <a:lnTo>
                    <a:pt x="326228" y="39344"/>
                  </a:lnTo>
                  <a:lnTo>
                    <a:pt x="329507" y="40983"/>
                  </a:lnTo>
                  <a:lnTo>
                    <a:pt x="334425" y="42623"/>
                  </a:lnTo>
                  <a:lnTo>
                    <a:pt x="337703" y="44262"/>
                  </a:lnTo>
                  <a:lnTo>
                    <a:pt x="340982" y="45901"/>
                  </a:lnTo>
                  <a:lnTo>
                    <a:pt x="344261" y="45901"/>
                  </a:lnTo>
                  <a:lnTo>
                    <a:pt x="347540" y="45901"/>
                  </a:lnTo>
                  <a:lnTo>
                    <a:pt x="352457" y="44262"/>
                  </a:lnTo>
                  <a:lnTo>
                    <a:pt x="355736" y="44262"/>
                  </a:lnTo>
                  <a:lnTo>
                    <a:pt x="359015" y="42623"/>
                  </a:lnTo>
                  <a:lnTo>
                    <a:pt x="360654" y="42623"/>
                  </a:lnTo>
                  <a:lnTo>
                    <a:pt x="363933" y="44262"/>
                  </a:lnTo>
                  <a:lnTo>
                    <a:pt x="367211" y="45901"/>
                  </a:lnTo>
                  <a:lnTo>
                    <a:pt x="370490" y="45901"/>
                  </a:lnTo>
                  <a:lnTo>
                    <a:pt x="373769" y="45901"/>
                  </a:lnTo>
                  <a:lnTo>
                    <a:pt x="378687" y="44262"/>
                  </a:lnTo>
                  <a:lnTo>
                    <a:pt x="381965" y="44262"/>
                  </a:lnTo>
                  <a:lnTo>
                    <a:pt x="381965" y="44262"/>
                  </a:lnTo>
                  <a:lnTo>
                    <a:pt x="386884" y="42623"/>
                  </a:lnTo>
                  <a:lnTo>
                    <a:pt x="390162" y="42623"/>
                  </a:lnTo>
                  <a:lnTo>
                    <a:pt x="393441" y="40983"/>
                  </a:lnTo>
                  <a:lnTo>
                    <a:pt x="398359" y="40983"/>
                  </a:lnTo>
                  <a:lnTo>
                    <a:pt x="401638" y="39344"/>
                  </a:lnTo>
                  <a:lnTo>
                    <a:pt x="404916" y="39344"/>
                  </a:lnTo>
                  <a:lnTo>
                    <a:pt x="409834" y="37705"/>
                  </a:lnTo>
                  <a:lnTo>
                    <a:pt x="413113" y="37705"/>
                  </a:lnTo>
                  <a:lnTo>
                    <a:pt x="418031" y="36065"/>
                  </a:lnTo>
                  <a:lnTo>
                    <a:pt x="421310" y="36065"/>
                  </a:lnTo>
                  <a:lnTo>
                    <a:pt x="424588" y="34426"/>
                  </a:lnTo>
                  <a:lnTo>
                    <a:pt x="427867" y="34426"/>
                  </a:lnTo>
                  <a:lnTo>
                    <a:pt x="432785" y="32787"/>
                  </a:lnTo>
                  <a:lnTo>
                    <a:pt x="436064" y="31147"/>
                  </a:lnTo>
                  <a:lnTo>
                    <a:pt x="440981" y="31147"/>
                  </a:lnTo>
                  <a:lnTo>
                    <a:pt x="444260" y="29508"/>
                  </a:lnTo>
                  <a:lnTo>
                    <a:pt x="447539" y="29508"/>
                  </a:lnTo>
                  <a:lnTo>
                    <a:pt x="449178" y="29508"/>
                  </a:lnTo>
                  <a:lnTo>
                    <a:pt x="454096" y="27868"/>
                  </a:lnTo>
                  <a:lnTo>
                    <a:pt x="457375" y="27868"/>
                  </a:lnTo>
                  <a:lnTo>
                    <a:pt x="460654" y="26229"/>
                  </a:lnTo>
                  <a:lnTo>
                    <a:pt x="465572" y="26229"/>
                  </a:lnTo>
                  <a:lnTo>
                    <a:pt x="468850" y="24590"/>
                  </a:lnTo>
                  <a:lnTo>
                    <a:pt x="472129" y="22951"/>
                  </a:lnTo>
                  <a:lnTo>
                    <a:pt x="477047" y="22951"/>
                  </a:lnTo>
                  <a:lnTo>
                    <a:pt x="478687" y="22951"/>
                  </a:lnTo>
                  <a:lnTo>
                    <a:pt x="481965" y="22951"/>
                  </a:lnTo>
                  <a:lnTo>
                    <a:pt x="486883" y="24590"/>
                  </a:lnTo>
                  <a:lnTo>
                    <a:pt x="490162" y="26229"/>
                  </a:lnTo>
                  <a:lnTo>
                    <a:pt x="493440" y="22951"/>
                  </a:lnTo>
                  <a:lnTo>
                    <a:pt x="498358" y="24590"/>
                  </a:lnTo>
                  <a:lnTo>
                    <a:pt x="501637" y="26229"/>
                  </a:lnTo>
                  <a:lnTo>
                    <a:pt x="504916" y="26229"/>
                  </a:lnTo>
                  <a:lnTo>
                    <a:pt x="504916" y="27868"/>
                  </a:lnTo>
                  <a:lnTo>
                    <a:pt x="508194" y="31147"/>
                  </a:lnTo>
                  <a:lnTo>
                    <a:pt x="513112" y="34426"/>
                  </a:lnTo>
                  <a:lnTo>
                    <a:pt x="514752" y="37705"/>
                  </a:lnTo>
                  <a:lnTo>
                    <a:pt x="513112" y="36065"/>
                  </a:lnTo>
                  <a:lnTo>
                    <a:pt x="509834" y="37705"/>
                  </a:lnTo>
                  <a:lnTo>
                    <a:pt x="504916" y="37705"/>
                  </a:lnTo>
                  <a:lnTo>
                    <a:pt x="501637" y="37705"/>
                  </a:lnTo>
                  <a:lnTo>
                    <a:pt x="498358" y="39344"/>
                  </a:lnTo>
                  <a:lnTo>
                    <a:pt x="495080" y="42623"/>
                  </a:lnTo>
                  <a:lnTo>
                    <a:pt x="491801" y="44262"/>
                  </a:lnTo>
                  <a:lnTo>
                    <a:pt x="488522" y="47541"/>
                  </a:lnTo>
                  <a:lnTo>
                    <a:pt x="485244" y="47541"/>
                  </a:lnTo>
                  <a:lnTo>
                    <a:pt x="483604" y="44262"/>
                  </a:lnTo>
                  <a:lnTo>
                    <a:pt x="480325" y="45901"/>
                  </a:lnTo>
                  <a:lnTo>
                    <a:pt x="475408" y="45901"/>
                  </a:lnTo>
                  <a:lnTo>
                    <a:pt x="472129" y="49180"/>
                  </a:lnTo>
                  <a:lnTo>
                    <a:pt x="468850" y="52458"/>
                  </a:lnTo>
                  <a:lnTo>
                    <a:pt x="465572" y="54098"/>
                  </a:lnTo>
                  <a:lnTo>
                    <a:pt x="462293" y="57377"/>
                  </a:lnTo>
                  <a:lnTo>
                    <a:pt x="459014" y="60655"/>
                  </a:lnTo>
                  <a:lnTo>
                    <a:pt x="455735" y="65573"/>
                  </a:lnTo>
                  <a:lnTo>
                    <a:pt x="452457" y="67213"/>
                  </a:lnTo>
                  <a:lnTo>
                    <a:pt x="450818" y="63934"/>
                  </a:lnTo>
                  <a:lnTo>
                    <a:pt x="449178" y="60655"/>
                  </a:lnTo>
                  <a:lnTo>
                    <a:pt x="447539" y="55737"/>
                  </a:lnTo>
                  <a:lnTo>
                    <a:pt x="444260" y="54098"/>
                  </a:lnTo>
                  <a:lnTo>
                    <a:pt x="442621" y="49180"/>
                  </a:lnTo>
                  <a:lnTo>
                    <a:pt x="440981" y="45901"/>
                  </a:lnTo>
                  <a:lnTo>
                    <a:pt x="432785" y="45901"/>
                  </a:lnTo>
                  <a:lnTo>
                    <a:pt x="429506" y="47541"/>
                  </a:lnTo>
                  <a:lnTo>
                    <a:pt x="414752" y="49180"/>
                  </a:lnTo>
                  <a:lnTo>
                    <a:pt x="409834" y="50820"/>
                  </a:lnTo>
                  <a:lnTo>
                    <a:pt x="401638" y="52458"/>
                  </a:lnTo>
                  <a:lnTo>
                    <a:pt x="391801" y="55737"/>
                  </a:lnTo>
                  <a:lnTo>
                    <a:pt x="381965" y="57377"/>
                  </a:lnTo>
                  <a:lnTo>
                    <a:pt x="381965" y="57377"/>
                  </a:lnTo>
                  <a:lnTo>
                    <a:pt x="370490" y="59016"/>
                  </a:lnTo>
                  <a:lnTo>
                    <a:pt x="362294" y="59016"/>
                  </a:lnTo>
                  <a:lnTo>
                    <a:pt x="352457" y="60655"/>
                  </a:lnTo>
                  <a:lnTo>
                    <a:pt x="352457" y="63934"/>
                  </a:lnTo>
                  <a:lnTo>
                    <a:pt x="352457" y="68852"/>
                  </a:lnTo>
                  <a:lnTo>
                    <a:pt x="352457" y="68852"/>
                  </a:lnTo>
                  <a:lnTo>
                    <a:pt x="352457" y="73770"/>
                  </a:lnTo>
                  <a:lnTo>
                    <a:pt x="352457" y="77049"/>
                  </a:lnTo>
                  <a:lnTo>
                    <a:pt x="352457" y="81967"/>
                  </a:lnTo>
                  <a:lnTo>
                    <a:pt x="352457" y="86885"/>
                  </a:lnTo>
                  <a:lnTo>
                    <a:pt x="352457" y="86885"/>
                  </a:lnTo>
                  <a:lnTo>
                    <a:pt x="352457" y="90164"/>
                  </a:lnTo>
                  <a:lnTo>
                    <a:pt x="352457" y="93442"/>
                  </a:lnTo>
                  <a:lnTo>
                    <a:pt x="352457" y="98360"/>
                  </a:lnTo>
                  <a:lnTo>
                    <a:pt x="352457" y="101639"/>
                  </a:lnTo>
                  <a:lnTo>
                    <a:pt x="352457" y="104917"/>
                  </a:lnTo>
                  <a:lnTo>
                    <a:pt x="352457" y="109835"/>
                  </a:lnTo>
                  <a:lnTo>
                    <a:pt x="352457" y="113114"/>
                  </a:lnTo>
                  <a:lnTo>
                    <a:pt x="352457" y="118032"/>
                  </a:lnTo>
                  <a:lnTo>
                    <a:pt x="350818" y="121311"/>
                  </a:lnTo>
                  <a:lnTo>
                    <a:pt x="350818" y="126229"/>
                  </a:lnTo>
                  <a:lnTo>
                    <a:pt x="350818" y="129508"/>
                  </a:lnTo>
                  <a:lnTo>
                    <a:pt x="350818" y="134425"/>
                  </a:lnTo>
                  <a:lnTo>
                    <a:pt x="350818" y="137704"/>
                  </a:lnTo>
                  <a:lnTo>
                    <a:pt x="350818" y="142622"/>
                  </a:lnTo>
                  <a:lnTo>
                    <a:pt x="350818" y="149180"/>
                  </a:lnTo>
                  <a:lnTo>
                    <a:pt x="350818" y="150819"/>
                  </a:lnTo>
                  <a:lnTo>
                    <a:pt x="350818" y="154098"/>
                  </a:lnTo>
                  <a:lnTo>
                    <a:pt x="350818" y="159015"/>
                  </a:lnTo>
                  <a:lnTo>
                    <a:pt x="350818" y="160655"/>
                  </a:lnTo>
                  <a:lnTo>
                    <a:pt x="350818" y="165573"/>
                  </a:lnTo>
                  <a:lnTo>
                    <a:pt x="350818" y="170491"/>
                  </a:lnTo>
                  <a:lnTo>
                    <a:pt x="350818" y="170491"/>
                  </a:lnTo>
                  <a:lnTo>
                    <a:pt x="350818" y="172130"/>
                  </a:lnTo>
                  <a:lnTo>
                    <a:pt x="350818" y="178688"/>
                  </a:lnTo>
                  <a:lnTo>
                    <a:pt x="350818" y="181966"/>
                  </a:lnTo>
                  <a:lnTo>
                    <a:pt x="350818" y="186884"/>
                  </a:lnTo>
                  <a:lnTo>
                    <a:pt x="350818" y="191802"/>
                  </a:lnTo>
                  <a:lnTo>
                    <a:pt x="350818" y="196720"/>
                  </a:lnTo>
                  <a:lnTo>
                    <a:pt x="350818" y="201638"/>
                  </a:lnTo>
                  <a:lnTo>
                    <a:pt x="350818" y="208195"/>
                  </a:lnTo>
                  <a:lnTo>
                    <a:pt x="350818" y="214753"/>
                  </a:lnTo>
                  <a:lnTo>
                    <a:pt x="350818" y="219671"/>
                  </a:lnTo>
                  <a:lnTo>
                    <a:pt x="350818" y="221310"/>
                  </a:lnTo>
                  <a:lnTo>
                    <a:pt x="350818" y="222950"/>
                  </a:lnTo>
                  <a:lnTo>
                    <a:pt x="349179" y="222950"/>
                  </a:lnTo>
                  <a:lnTo>
                    <a:pt x="340982" y="222950"/>
                  </a:lnTo>
                  <a:lnTo>
                    <a:pt x="337703" y="222950"/>
                  </a:lnTo>
                  <a:lnTo>
                    <a:pt x="332785" y="222950"/>
                  </a:lnTo>
                  <a:lnTo>
                    <a:pt x="327867" y="222950"/>
                  </a:lnTo>
                  <a:lnTo>
                    <a:pt x="324588" y="222950"/>
                  </a:lnTo>
                  <a:lnTo>
                    <a:pt x="321310" y="222950"/>
                  </a:lnTo>
                  <a:lnTo>
                    <a:pt x="316392" y="222950"/>
                  </a:lnTo>
                  <a:lnTo>
                    <a:pt x="311474" y="222950"/>
                  </a:lnTo>
                  <a:lnTo>
                    <a:pt x="311474" y="224589"/>
                  </a:lnTo>
                  <a:lnTo>
                    <a:pt x="311474" y="227868"/>
                  </a:lnTo>
                  <a:lnTo>
                    <a:pt x="311474" y="232786"/>
                  </a:lnTo>
                  <a:lnTo>
                    <a:pt x="311474" y="236064"/>
                  </a:lnTo>
                  <a:lnTo>
                    <a:pt x="311474" y="239343"/>
                  </a:lnTo>
                  <a:lnTo>
                    <a:pt x="311474" y="240982"/>
                  </a:lnTo>
                  <a:lnTo>
                    <a:pt x="311474" y="244261"/>
                  </a:lnTo>
                  <a:lnTo>
                    <a:pt x="311474" y="247540"/>
                  </a:lnTo>
                  <a:lnTo>
                    <a:pt x="311474" y="252458"/>
                  </a:lnTo>
                  <a:lnTo>
                    <a:pt x="311474" y="257376"/>
                  </a:lnTo>
                  <a:lnTo>
                    <a:pt x="311474" y="260654"/>
                  </a:lnTo>
                  <a:lnTo>
                    <a:pt x="311474" y="265572"/>
                  </a:lnTo>
                  <a:lnTo>
                    <a:pt x="311474" y="267212"/>
                  </a:lnTo>
                  <a:lnTo>
                    <a:pt x="311474" y="272130"/>
                  </a:lnTo>
                  <a:lnTo>
                    <a:pt x="311474" y="277048"/>
                  </a:lnTo>
                  <a:lnTo>
                    <a:pt x="311474" y="280327"/>
                  </a:lnTo>
                  <a:lnTo>
                    <a:pt x="311474" y="283605"/>
                  </a:lnTo>
                  <a:lnTo>
                    <a:pt x="311474" y="286884"/>
                  </a:lnTo>
                  <a:lnTo>
                    <a:pt x="311474" y="291802"/>
                  </a:lnTo>
                  <a:lnTo>
                    <a:pt x="311474" y="295081"/>
                  </a:lnTo>
                  <a:lnTo>
                    <a:pt x="311474" y="299998"/>
                  </a:lnTo>
                  <a:lnTo>
                    <a:pt x="311474" y="304917"/>
                  </a:lnTo>
                  <a:lnTo>
                    <a:pt x="311474" y="311474"/>
                  </a:lnTo>
                  <a:lnTo>
                    <a:pt x="311474" y="316392"/>
                  </a:lnTo>
                  <a:lnTo>
                    <a:pt x="311474" y="321310"/>
                  </a:lnTo>
                  <a:lnTo>
                    <a:pt x="311474" y="327867"/>
                  </a:lnTo>
                  <a:lnTo>
                    <a:pt x="309835" y="332785"/>
                  </a:lnTo>
                  <a:lnTo>
                    <a:pt x="309835" y="337703"/>
                  </a:lnTo>
                  <a:lnTo>
                    <a:pt x="309835" y="342621"/>
                  </a:lnTo>
                  <a:lnTo>
                    <a:pt x="309835" y="344261"/>
                  </a:lnTo>
                  <a:lnTo>
                    <a:pt x="309835" y="349179"/>
                  </a:lnTo>
                  <a:lnTo>
                    <a:pt x="309835" y="355736"/>
                  </a:lnTo>
                  <a:lnTo>
                    <a:pt x="309835" y="359015"/>
                  </a:lnTo>
                  <a:lnTo>
                    <a:pt x="309835" y="362294"/>
                  </a:lnTo>
                  <a:lnTo>
                    <a:pt x="309835" y="367211"/>
                  </a:lnTo>
                  <a:lnTo>
                    <a:pt x="309835" y="372129"/>
                  </a:lnTo>
                  <a:lnTo>
                    <a:pt x="309835" y="375408"/>
                  </a:lnTo>
                  <a:lnTo>
                    <a:pt x="309835" y="380326"/>
                  </a:lnTo>
                  <a:lnTo>
                    <a:pt x="309835" y="381965"/>
                  </a:lnTo>
                  <a:lnTo>
                    <a:pt x="309835" y="385244"/>
                  </a:lnTo>
                  <a:lnTo>
                    <a:pt x="309835" y="390162"/>
                  </a:lnTo>
                  <a:lnTo>
                    <a:pt x="309835" y="390162"/>
                  </a:lnTo>
                  <a:lnTo>
                    <a:pt x="309835" y="393441"/>
                  </a:lnTo>
                  <a:lnTo>
                    <a:pt x="309835" y="398359"/>
                  </a:lnTo>
                  <a:lnTo>
                    <a:pt x="309835" y="404916"/>
                  </a:lnTo>
                  <a:lnTo>
                    <a:pt x="308195" y="409834"/>
                  </a:lnTo>
                  <a:lnTo>
                    <a:pt x="308195" y="413113"/>
                  </a:lnTo>
                  <a:lnTo>
                    <a:pt x="308195" y="418031"/>
                  </a:lnTo>
                  <a:lnTo>
                    <a:pt x="308195" y="421309"/>
                  </a:lnTo>
                  <a:lnTo>
                    <a:pt x="308195" y="426228"/>
                  </a:lnTo>
                  <a:lnTo>
                    <a:pt x="308195" y="431145"/>
                  </a:lnTo>
                  <a:lnTo>
                    <a:pt x="308195" y="432785"/>
                  </a:lnTo>
                  <a:lnTo>
                    <a:pt x="308195" y="436064"/>
                  </a:lnTo>
                  <a:lnTo>
                    <a:pt x="308195" y="439342"/>
                  </a:lnTo>
                  <a:lnTo>
                    <a:pt x="308195" y="444260"/>
                  </a:lnTo>
                  <a:lnTo>
                    <a:pt x="308195" y="449178"/>
                  </a:lnTo>
                  <a:lnTo>
                    <a:pt x="308195" y="452457"/>
                  </a:lnTo>
                  <a:lnTo>
                    <a:pt x="308195" y="457375"/>
                  </a:lnTo>
                  <a:lnTo>
                    <a:pt x="308195" y="459014"/>
                  </a:lnTo>
                  <a:lnTo>
                    <a:pt x="308195" y="463932"/>
                  </a:lnTo>
                  <a:lnTo>
                    <a:pt x="308195" y="467211"/>
                  </a:lnTo>
                  <a:lnTo>
                    <a:pt x="308195" y="472129"/>
                  </a:lnTo>
                  <a:lnTo>
                    <a:pt x="308195" y="475408"/>
                  </a:lnTo>
                  <a:lnTo>
                    <a:pt x="308195" y="480325"/>
                  </a:lnTo>
                  <a:lnTo>
                    <a:pt x="308195" y="485244"/>
                  </a:lnTo>
                  <a:lnTo>
                    <a:pt x="306556" y="488522"/>
                  </a:lnTo>
                  <a:lnTo>
                    <a:pt x="306556" y="491801"/>
                  </a:lnTo>
                  <a:lnTo>
                    <a:pt x="306556" y="491801"/>
                  </a:lnTo>
                  <a:lnTo>
                    <a:pt x="306556" y="495079"/>
                  </a:lnTo>
                  <a:lnTo>
                    <a:pt x="306556" y="499998"/>
                  </a:lnTo>
                  <a:lnTo>
                    <a:pt x="306556" y="503276"/>
                  </a:lnTo>
                  <a:lnTo>
                    <a:pt x="306556" y="506555"/>
                  </a:lnTo>
                  <a:lnTo>
                    <a:pt x="303277" y="506555"/>
                  </a:lnTo>
                  <a:lnTo>
                    <a:pt x="298360" y="509834"/>
                  </a:lnTo>
                  <a:lnTo>
                    <a:pt x="295081" y="509834"/>
                  </a:lnTo>
                  <a:lnTo>
                    <a:pt x="291802" y="509834"/>
                  </a:lnTo>
                  <a:lnTo>
                    <a:pt x="290163" y="511473"/>
                  </a:lnTo>
                  <a:lnTo>
                    <a:pt x="288523" y="514752"/>
                  </a:lnTo>
                  <a:lnTo>
                    <a:pt x="286884" y="518031"/>
                  </a:lnTo>
                  <a:lnTo>
                    <a:pt x="283605" y="519669"/>
                  </a:lnTo>
                  <a:lnTo>
                    <a:pt x="280327" y="519669"/>
                  </a:lnTo>
                  <a:lnTo>
                    <a:pt x="278687" y="522948"/>
                  </a:lnTo>
                  <a:lnTo>
                    <a:pt x="280327" y="526227"/>
                  </a:lnTo>
                  <a:lnTo>
                    <a:pt x="277048" y="527866"/>
                  </a:lnTo>
                  <a:lnTo>
                    <a:pt x="273769" y="529506"/>
                  </a:lnTo>
                  <a:lnTo>
                    <a:pt x="268851" y="527866"/>
                  </a:lnTo>
                  <a:lnTo>
                    <a:pt x="265573" y="524588"/>
                  </a:lnTo>
                  <a:lnTo>
                    <a:pt x="262294" y="524588"/>
                  </a:lnTo>
                  <a:lnTo>
                    <a:pt x="259015" y="524588"/>
                  </a:lnTo>
                  <a:lnTo>
                    <a:pt x="254097" y="524588"/>
                  </a:lnTo>
                  <a:lnTo>
                    <a:pt x="250818" y="526227"/>
                  </a:lnTo>
                  <a:lnTo>
                    <a:pt x="247540" y="526227"/>
                  </a:lnTo>
                  <a:lnTo>
                    <a:pt x="244261" y="526227"/>
                  </a:lnTo>
                  <a:lnTo>
                    <a:pt x="239343" y="526227"/>
                  </a:lnTo>
                  <a:lnTo>
                    <a:pt x="236064" y="526227"/>
                  </a:lnTo>
                  <a:lnTo>
                    <a:pt x="232786" y="524588"/>
                  </a:lnTo>
                  <a:lnTo>
                    <a:pt x="227868" y="521309"/>
                  </a:lnTo>
                  <a:lnTo>
                    <a:pt x="224589" y="521309"/>
                  </a:lnTo>
                  <a:lnTo>
                    <a:pt x="221310" y="521309"/>
                  </a:lnTo>
                  <a:lnTo>
                    <a:pt x="219671" y="521309"/>
                  </a:lnTo>
                  <a:lnTo>
                    <a:pt x="216393" y="518031"/>
                  </a:lnTo>
                  <a:lnTo>
                    <a:pt x="213114" y="518031"/>
                  </a:lnTo>
                  <a:lnTo>
                    <a:pt x="209835" y="514752"/>
                  </a:lnTo>
                  <a:lnTo>
                    <a:pt x="208196" y="509834"/>
                  </a:lnTo>
                  <a:lnTo>
                    <a:pt x="208196" y="506555"/>
                  </a:lnTo>
                  <a:lnTo>
                    <a:pt x="209835" y="503276"/>
                  </a:lnTo>
                  <a:lnTo>
                    <a:pt x="208196" y="498358"/>
                  </a:lnTo>
                  <a:lnTo>
                    <a:pt x="204917" y="498358"/>
                  </a:lnTo>
                  <a:lnTo>
                    <a:pt x="201638" y="493440"/>
                  </a:lnTo>
                  <a:lnTo>
                    <a:pt x="201638" y="491801"/>
                  </a:lnTo>
                  <a:lnTo>
                    <a:pt x="198360" y="488522"/>
                  </a:lnTo>
                  <a:lnTo>
                    <a:pt x="195081" y="490162"/>
                  </a:lnTo>
                  <a:lnTo>
                    <a:pt x="191803" y="493440"/>
                  </a:lnTo>
                  <a:lnTo>
                    <a:pt x="188524" y="496719"/>
                  </a:lnTo>
                  <a:lnTo>
                    <a:pt x="186884" y="501637"/>
                  </a:lnTo>
                  <a:lnTo>
                    <a:pt x="186884" y="504916"/>
                  </a:lnTo>
                  <a:lnTo>
                    <a:pt x="185245" y="508194"/>
                  </a:lnTo>
                  <a:lnTo>
                    <a:pt x="181966" y="509834"/>
                  </a:lnTo>
                  <a:lnTo>
                    <a:pt x="177048" y="511473"/>
                  </a:lnTo>
                  <a:lnTo>
                    <a:pt x="177048" y="513112"/>
                  </a:lnTo>
                  <a:lnTo>
                    <a:pt x="173770" y="513112"/>
                  </a:lnTo>
                  <a:lnTo>
                    <a:pt x="168851" y="509834"/>
                  </a:lnTo>
                  <a:lnTo>
                    <a:pt x="165573" y="506555"/>
                  </a:lnTo>
                  <a:lnTo>
                    <a:pt x="163934" y="504916"/>
                  </a:lnTo>
                  <a:lnTo>
                    <a:pt x="162294" y="501637"/>
                  </a:lnTo>
                  <a:lnTo>
                    <a:pt x="159016" y="498358"/>
                  </a:lnTo>
                  <a:lnTo>
                    <a:pt x="154098" y="495079"/>
                  </a:lnTo>
                  <a:lnTo>
                    <a:pt x="152458" y="491801"/>
                  </a:lnTo>
                  <a:lnTo>
                    <a:pt x="147540" y="486883"/>
                  </a:lnTo>
                  <a:lnTo>
                    <a:pt x="145901" y="483604"/>
                  </a:lnTo>
                  <a:lnTo>
                    <a:pt x="144261" y="480325"/>
                  </a:lnTo>
                  <a:lnTo>
                    <a:pt x="140983" y="475408"/>
                  </a:lnTo>
                  <a:lnTo>
                    <a:pt x="140983" y="472129"/>
                  </a:lnTo>
                  <a:lnTo>
                    <a:pt x="139344" y="468850"/>
                  </a:lnTo>
                  <a:lnTo>
                    <a:pt x="137704" y="465572"/>
                  </a:lnTo>
                  <a:lnTo>
                    <a:pt x="134426" y="460654"/>
                  </a:lnTo>
                  <a:lnTo>
                    <a:pt x="132786" y="457375"/>
                  </a:lnTo>
                  <a:lnTo>
                    <a:pt x="131147" y="454096"/>
                  </a:lnTo>
                  <a:lnTo>
                    <a:pt x="131147" y="449178"/>
                  </a:lnTo>
                  <a:lnTo>
                    <a:pt x="131147" y="445899"/>
                  </a:lnTo>
                  <a:lnTo>
                    <a:pt x="131147" y="442621"/>
                  </a:lnTo>
                  <a:lnTo>
                    <a:pt x="127868" y="437703"/>
                  </a:lnTo>
                  <a:lnTo>
                    <a:pt x="126229" y="434424"/>
                  </a:lnTo>
                  <a:lnTo>
                    <a:pt x="124590" y="431145"/>
                  </a:lnTo>
                  <a:lnTo>
                    <a:pt x="127868" y="427867"/>
                  </a:lnTo>
                  <a:lnTo>
                    <a:pt x="127868" y="424588"/>
                  </a:lnTo>
                  <a:lnTo>
                    <a:pt x="126229" y="421309"/>
                  </a:lnTo>
                  <a:lnTo>
                    <a:pt x="124590" y="416391"/>
                  </a:lnTo>
                  <a:lnTo>
                    <a:pt x="124590" y="416391"/>
                  </a:lnTo>
                  <a:lnTo>
                    <a:pt x="119671" y="411474"/>
                  </a:lnTo>
                  <a:lnTo>
                    <a:pt x="121311" y="408195"/>
                  </a:lnTo>
                  <a:lnTo>
                    <a:pt x="121311" y="404916"/>
                  </a:lnTo>
                  <a:lnTo>
                    <a:pt x="121311" y="399998"/>
                  </a:lnTo>
                  <a:lnTo>
                    <a:pt x="119671" y="396719"/>
                  </a:lnTo>
                  <a:lnTo>
                    <a:pt x="118032" y="393441"/>
                  </a:lnTo>
                  <a:lnTo>
                    <a:pt x="116393" y="388523"/>
                  </a:lnTo>
                  <a:lnTo>
                    <a:pt x="116393" y="385244"/>
                  </a:lnTo>
                  <a:lnTo>
                    <a:pt x="116393" y="381965"/>
                  </a:lnTo>
                  <a:lnTo>
                    <a:pt x="118032" y="377047"/>
                  </a:lnTo>
                  <a:lnTo>
                    <a:pt x="116393" y="373769"/>
                  </a:lnTo>
                  <a:lnTo>
                    <a:pt x="114754" y="370490"/>
                  </a:lnTo>
                  <a:lnTo>
                    <a:pt x="114754" y="365572"/>
                  </a:lnTo>
                  <a:lnTo>
                    <a:pt x="116393" y="362294"/>
                  </a:lnTo>
                  <a:lnTo>
                    <a:pt x="116393" y="359015"/>
                  </a:lnTo>
                  <a:lnTo>
                    <a:pt x="116393" y="355736"/>
                  </a:lnTo>
                  <a:lnTo>
                    <a:pt x="114754" y="352457"/>
                  </a:lnTo>
                  <a:lnTo>
                    <a:pt x="114754" y="349179"/>
                  </a:lnTo>
                  <a:lnTo>
                    <a:pt x="113114" y="344261"/>
                  </a:lnTo>
                  <a:lnTo>
                    <a:pt x="111475" y="340982"/>
                  </a:lnTo>
                  <a:lnTo>
                    <a:pt x="108196" y="337703"/>
                  </a:lnTo>
                  <a:lnTo>
                    <a:pt x="108196" y="334425"/>
                  </a:lnTo>
                  <a:lnTo>
                    <a:pt x="108196" y="329507"/>
                  </a:lnTo>
                  <a:lnTo>
                    <a:pt x="106557" y="326228"/>
                  </a:lnTo>
                  <a:lnTo>
                    <a:pt x="104917" y="322949"/>
                  </a:lnTo>
                  <a:lnTo>
                    <a:pt x="103278" y="318031"/>
                  </a:lnTo>
                  <a:lnTo>
                    <a:pt x="103278" y="314752"/>
                  </a:lnTo>
                  <a:lnTo>
                    <a:pt x="103278" y="311474"/>
                  </a:lnTo>
                  <a:lnTo>
                    <a:pt x="103278" y="306556"/>
                  </a:lnTo>
                  <a:lnTo>
                    <a:pt x="104917" y="303277"/>
                  </a:lnTo>
                  <a:lnTo>
                    <a:pt x="103278" y="299998"/>
                  </a:lnTo>
                  <a:lnTo>
                    <a:pt x="103278" y="295081"/>
                  </a:lnTo>
                  <a:lnTo>
                    <a:pt x="103278" y="291802"/>
                  </a:lnTo>
                  <a:lnTo>
                    <a:pt x="103278" y="288523"/>
                  </a:lnTo>
                  <a:lnTo>
                    <a:pt x="101639" y="285244"/>
                  </a:lnTo>
                  <a:lnTo>
                    <a:pt x="104917" y="280327"/>
                  </a:lnTo>
                  <a:lnTo>
                    <a:pt x="103278" y="277048"/>
                  </a:lnTo>
                  <a:lnTo>
                    <a:pt x="103278" y="273769"/>
                  </a:lnTo>
                  <a:lnTo>
                    <a:pt x="104917" y="273769"/>
                  </a:lnTo>
                  <a:lnTo>
                    <a:pt x="108196" y="275408"/>
                  </a:lnTo>
                  <a:lnTo>
                    <a:pt x="113114" y="275408"/>
                  </a:lnTo>
                  <a:lnTo>
                    <a:pt x="111475" y="273769"/>
                  </a:lnTo>
                  <a:lnTo>
                    <a:pt x="111475" y="270491"/>
                  </a:lnTo>
                  <a:lnTo>
                    <a:pt x="111475" y="265572"/>
                  </a:lnTo>
                  <a:lnTo>
                    <a:pt x="111475" y="265572"/>
                  </a:lnTo>
                  <a:lnTo>
                    <a:pt x="111475" y="262294"/>
                  </a:lnTo>
                  <a:lnTo>
                    <a:pt x="111475" y="259015"/>
                  </a:lnTo>
                  <a:lnTo>
                    <a:pt x="111475" y="255737"/>
                  </a:lnTo>
                  <a:lnTo>
                    <a:pt x="111475" y="254097"/>
                  </a:lnTo>
                  <a:lnTo>
                    <a:pt x="111475" y="250818"/>
                  </a:lnTo>
                  <a:lnTo>
                    <a:pt x="108196" y="252458"/>
                  </a:lnTo>
                  <a:lnTo>
                    <a:pt x="106557" y="252458"/>
                  </a:lnTo>
                  <a:lnTo>
                    <a:pt x="106557" y="252458"/>
                  </a:lnTo>
                  <a:lnTo>
                    <a:pt x="104917" y="252458"/>
                  </a:lnTo>
                  <a:lnTo>
                    <a:pt x="104917" y="249179"/>
                  </a:lnTo>
                  <a:lnTo>
                    <a:pt x="104917" y="245901"/>
                  </a:lnTo>
                  <a:lnTo>
                    <a:pt x="103278" y="240982"/>
                  </a:lnTo>
                  <a:lnTo>
                    <a:pt x="101639" y="237704"/>
                  </a:lnTo>
                  <a:lnTo>
                    <a:pt x="100000" y="234425"/>
                  </a:lnTo>
                  <a:lnTo>
                    <a:pt x="96721" y="231147"/>
                  </a:lnTo>
                  <a:lnTo>
                    <a:pt x="95081" y="226228"/>
                  </a:lnTo>
                  <a:lnTo>
                    <a:pt x="95081" y="226228"/>
                  </a:lnTo>
                  <a:lnTo>
                    <a:pt x="91803" y="221310"/>
                  </a:lnTo>
                  <a:lnTo>
                    <a:pt x="90164" y="218032"/>
                  </a:lnTo>
                  <a:lnTo>
                    <a:pt x="86885" y="214753"/>
                  </a:lnTo>
                  <a:lnTo>
                    <a:pt x="85246" y="211474"/>
                  </a:lnTo>
                  <a:lnTo>
                    <a:pt x="83606" y="206557"/>
                  </a:lnTo>
                  <a:lnTo>
                    <a:pt x="81967" y="204917"/>
                  </a:lnTo>
                  <a:lnTo>
                    <a:pt x="80327" y="201638"/>
                  </a:lnTo>
                  <a:lnTo>
                    <a:pt x="78688" y="198360"/>
                  </a:lnTo>
                  <a:lnTo>
                    <a:pt x="77049" y="193442"/>
                  </a:lnTo>
                  <a:lnTo>
                    <a:pt x="73770" y="190163"/>
                  </a:lnTo>
                  <a:lnTo>
                    <a:pt x="72131" y="186884"/>
                  </a:lnTo>
                  <a:lnTo>
                    <a:pt x="72131" y="186884"/>
                  </a:lnTo>
                  <a:lnTo>
                    <a:pt x="68852" y="181966"/>
                  </a:lnTo>
                  <a:lnTo>
                    <a:pt x="67213" y="178688"/>
                  </a:lnTo>
                  <a:lnTo>
                    <a:pt x="65573" y="175409"/>
                  </a:lnTo>
                  <a:lnTo>
                    <a:pt x="63934" y="172130"/>
                  </a:lnTo>
                  <a:lnTo>
                    <a:pt x="62295" y="168851"/>
                  </a:lnTo>
                  <a:lnTo>
                    <a:pt x="62295" y="163934"/>
                  </a:lnTo>
                  <a:lnTo>
                    <a:pt x="60656" y="160655"/>
                  </a:lnTo>
                  <a:lnTo>
                    <a:pt x="59016" y="157376"/>
                  </a:lnTo>
                  <a:lnTo>
                    <a:pt x="57377" y="152458"/>
                  </a:lnTo>
                  <a:lnTo>
                    <a:pt x="57377" y="149180"/>
                  </a:lnTo>
                  <a:lnTo>
                    <a:pt x="55737" y="145901"/>
                  </a:lnTo>
                  <a:lnTo>
                    <a:pt x="54098" y="140983"/>
                  </a:lnTo>
                  <a:lnTo>
                    <a:pt x="50820" y="137704"/>
                  </a:lnTo>
                  <a:lnTo>
                    <a:pt x="49180" y="134425"/>
                  </a:lnTo>
                  <a:lnTo>
                    <a:pt x="49180" y="132786"/>
                  </a:lnTo>
                  <a:lnTo>
                    <a:pt x="47541" y="129508"/>
                  </a:lnTo>
                  <a:lnTo>
                    <a:pt x="45901" y="124590"/>
                  </a:lnTo>
                  <a:lnTo>
                    <a:pt x="44262" y="121311"/>
                  </a:lnTo>
                  <a:lnTo>
                    <a:pt x="40983" y="118032"/>
                  </a:lnTo>
                  <a:lnTo>
                    <a:pt x="39344" y="114754"/>
                  </a:lnTo>
                  <a:lnTo>
                    <a:pt x="37705" y="109835"/>
                  </a:lnTo>
                  <a:lnTo>
                    <a:pt x="37705" y="108196"/>
                  </a:lnTo>
                  <a:lnTo>
                    <a:pt x="36066" y="104917"/>
                  </a:lnTo>
                  <a:lnTo>
                    <a:pt x="34426" y="100000"/>
                  </a:lnTo>
                  <a:lnTo>
                    <a:pt x="32787" y="96721"/>
                  </a:lnTo>
                  <a:lnTo>
                    <a:pt x="31147" y="93442"/>
                  </a:lnTo>
                  <a:lnTo>
                    <a:pt x="31147" y="91803"/>
                  </a:lnTo>
                  <a:lnTo>
                    <a:pt x="27869" y="88524"/>
                  </a:lnTo>
                  <a:lnTo>
                    <a:pt x="26229" y="85245"/>
                  </a:lnTo>
                  <a:lnTo>
                    <a:pt x="24590" y="80327"/>
                  </a:lnTo>
                  <a:lnTo>
                    <a:pt x="21311" y="77049"/>
                  </a:lnTo>
                  <a:lnTo>
                    <a:pt x="18033" y="73770"/>
                  </a:lnTo>
                  <a:lnTo>
                    <a:pt x="14754" y="70491"/>
                  </a:lnTo>
                  <a:lnTo>
                    <a:pt x="11476" y="67213"/>
                  </a:lnTo>
                  <a:lnTo>
                    <a:pt x="11476" y="62295"/>
                  </a:lnTo>
                  <a:lnTo>
                    <a:pt x="9836" y="59016"/>
                  </a:lnTo>
                  <a:lnTo>
                    <a:pt x="6557" y="55737"/>
                  </a:lnTo>
                  <a:lnTo>
                    <a:pt x="4918" y="50820"/>
                  </a:lnTo>
                  <a:lnTo>
                    <a:pt x="3279" y="47541"/>
                  </a:lnTo>
                  <a:lnTo>
                    <a:pt x="1639" y="44262"/>
                  </a:lnTo>
                  <a:lnTo>
                    <a:pt x="1639" y="40983"/>
                  </a:lnTo>
                  <a:lnTo>
                    <a:pt x="0" y="36065"/>
                  </a:lnTo>
                  <a:lnTo>
                    <a:pt x="0" y="32787"/>
                  </a:lnTo>
                  <a:lnTo>
                    <a:pt x="0" y="27868"/>
                  </a:lnTo>
                  <a:lnTo>
                    <a:pt x="0" y="24590"/>
                  </a:lnTo>
                  <a:lnTo>
                    <a:pt x="0" y="21311"/>
                  </a:lnTo>
                  <a:lnTo>
                    <a:pt x="1639" y="16393"/>
                  </a:lnTo>
                  <a:lnTo>
                    <a:pt x="1639" y="1311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8" name="Freeform 2627">
              <a:extLst>
                <a:ext uri="{FF2B5EF4-FFF2-40B4-BE49-F238E27FC236}">
                  <a16:creationId xmlns:a16="http://schemas.microsoft.com/office/drawing/2014/main" id="{12C7D44C-80FD-7E40-A70E-310FBCDEF79A}"/>
                </a:ext>
              </a:extLst>
            </p:cNvPr>
            <p:cNvSpPr/>
            <p:nvPr/>
          </p:nvSpPr>
          <p:spPr>
            <a:xfrm>
              <a:off x="5836984" y="3885390"/>
              <a:ext cx="736062" cy="829504"/>
            </a:xfrm>
            <a:custGeom>
              <a:avLst/>
              <a:gdLst>
                <a:gd name="connsiteX0" fmla="*/ 0 w 736062"/>
                <a:gd name="connsiteY0" fmla="*/ 491801 h 829504"/>
                <a:gd name="connsiteX1" fmla="*/ 1639 w 736062"/>
                <a:gd name="connsiteY1" fmla="*/ 490162 h 829504"/>
                <a:gd name="connsiteX2" fmla="*/ 4918 w 736062"/>
                <a:gd name="connsiteY2" fmla="*/ 490162 h 829504"/>
                <a:gd name="connsiteX3" fmla="*/ 8197 w 736062"/>
                <a:gd name="connsiteY3" fmla="*/ 490162 h 829504"/>
                <a:gd name="connsiteX4" fmla="*/ 11475 w 736062"/>
                <a:gd name="connsiteY4" fmla="*/ 488522 h 829504"/>
                <a:gd name="connsiteX5" fmla="*/ 11475 w 736062"/>
                <a:gd name="connsiteY5" fmla="*/ 485244 h 829504"/>
                <a:gd name="connsiteX6" fmla="*/ 13114 w 736062"/>
                <a:gd name="connsiteY6" fmla="*/ 480325 h 829504"/>
                <a:gd name="connsiteX7" fmla="*/ 13114 w 736062"/>
                <a:gd name="connsiteY7" fmla="*/ 477047 h 829504"/>
                <a:gd name="connsiteX8" fmla="*/ 13114 w 736062"/>
                <a:gd name="connsiteY8" fmla="*/ 472129 h 829504"/>
                <a:gd name="connsiteX9" fmla="*/ 13114 w 736062"/>
                <a:gd name="connsiteY9" fmla="*/ 468850 h 829504"/>
                <a:gd name="connsiteX10" fmla="*/ 13114 w 736062"/>
                <a:gd name="connsiteY10" fmla="*/ 465572 h 829504"/>
                <a:gd name="connsiteX11" fmla="*/ 9836 w 736062"/>
                <a:gd name="connsiteY11" fmla="*/ 460654 h 829504"/>
                <a:gd name="connsiteX12" fmla="*/ 9836 w 736062"/>
                <a:gd name="connsiteY12" fmla="*/ 460654 h 829504"/>
                <a:gd name="connsiteX13" fmla="*/ 11475 w 736062"/>
                <a:gd name="connsiteY13" fmla="*/ 459014 h 829504"/>
                <a:gd name="connsiteX14" fmla="*/ 14754 w 736062"/>
                <a:gd name="connsiteY14" fmla="*/ 457375 h 829504"/>
                <a:gd name="connsiteX15" fmla="*/ 16393 w 736062"/>
                <a:gd name="connsiteY15" fmla="*/ 454096 h 829504"/>
                <a:gd name="connsiteX16" fmla="*/ 19672 w 736062"/>
                <a:gd name="connsiteY16" fmla="*/ 452457 h 829504"/>
                <a:gd name="connsiteX17" fmla="*/ 22951 w 736062"/>
                <a:gd name="connsiteY17" fmla="*/ 447539 h 829504"/>
                <a:gd name="connsiteX18" fmla="*/ 22951 w 736062"/>
                <a:gd name="connsiteY18" fmla="*/ 447539 h 829504"/>
                <a:gd name="connsiteX19" fmla="*/ 26229 w 736062"/>
                <a:gd name="connsiteY19" fmla="*/ 444260 h 829504"/>
                <a:gd name="connsiteX20" fmla="*/ 31147 w 736062"/>
                <a:gd name="connsiteY20" fmla="*/ 442621 h 829504"/>
                <a:gd name="connsiteX21" fmla="*/ 34426 w 736062"/>
                <a:gd name="connsiteY21" fmla="*/ 440981 h 829504"/>
                <a:gd name="connsiteX22" fmla="*/ 36065 w 736062"/>
                <a:gd name="connsiteY22" fmla="*/ 439342 h 829504"/>
                <a:gd name="connsiteX23" fmla="*/ 37705 w 736062"/>
                <a:gd name="connsiteY23" fmla="*/ 442621 h 829504"/>
                <a:gd name="connsiteX24" fmla="*/ 40983 w 736062"/>
                <a:gd name="connsiteY24" fmla="*/ 445900 h 829504"/>
                <a:gd name="connsiteX25" fmla="*/ 45901 w 736062"/>
                <a:gd name="connsiteY25" fmla="*/ 449178 h 829504"/>
                <a:gd name="connsiteX26" fmla="*/ 45901 w 736062"/>
                <a:gd name="connsiteY26" fmla="*/ 452457 h 829504"/>
                <a:gd name="connsiteX27" fmla="*/ 49180 w 736062"/>
                <a:gd name="connsiteY27" fmla="*/ 449178 h 829504"/>
                <a:gd name="connsiteX28" fmla="*/ 52458 w 736062"/>
                <a:gd name="connsiteY28" fmla="*/ 447539 h 829504"/>
                <a:gd name="connsiteX29" fmla="*/ 54098 w 736062"/>
                <a:gd name="connsiteY29" fmla="*/ 445900 h 829504"/>
                <a:gd name="connsiteX30" fmla="*/ 59016 w 736062"/>
                <a:gd name="connsiteY30" fmla="*/ 442621 h 829504"/>
                <a:gd name="connsiteX31" fmla="*/ 59016 w 736062"/>
                <a:gd name="connsiteY31" fmla="*/ 439342 h 829504"/>
                <a:gd name="connsiteX32" fmla="*/ 59016 w 736062"/>
                <a:gd name="connsiteY32" fmla="*/ 436064 h 829504"/>
                <a:gd name="connsiteX33" fmla="*/ 62295 w 736062"/>
                <a:gd name="connsiteY33" fmla="*/ 432785 h 829504"/>
                <a:gd name="connsiteX34" fmla="*/ 65573 w 736062"/>
                <a:gd name="connsiteY34" fmla="*/ 434424 h 829504"/>
                <a:gd name="connsiteX35" fmla="*/ 67212 w 736062"/>
                <a:gd name="connsiteY35" fmla="*/ 434424 h 829504"/>
                <a:gd name="connsiteX36" fmla="*/ 70491 w 736062"/>
                <a:gd name="connsiteY36" fmla="*/ 432785 h 829504"/>
                <a:gd name="connsiteX37" fmla="*/ 73770 w 736062"/>
                <a:gd name="connsiteY37" fmla="*/ 431145 h 829504"/>
                <a:gd name="connsiteX38" fmla="*/ 77049 w 736062"/>
                <a:gd name="connsiteY38" fmla="*/ 429506 h 829504"/>
                <a:gd name="connsiteX39" fmla="*/ 81967 w 736062"/>
                <a:gd name="connsiteY39" fmla="*/ 426228 h 829504"/>
                <a:gd name="connsiteX40" fmla="*/ 85245 w 736062"/>
                <a:gd name="connsiteY40" fmla="*/ 429506 h 829504"/>
                <a:gd name="connsiteX41" fmla="*/ 88524 w 736062"/>
                <a:gd name="connsiteY41" fmla="*/ 432785 h 829504"/>
                <a:gd name="connsiteX42" fmla="*/ 85245 w 736062"/>
                <a:gd name="connsiteY42" fmla="*/ 436064 h 829504"/>
                <a:gd name="connsiteX43" fmla="*/ 83606 w 736062"/>
                <a:gd name="connsiteY43" fmla="*/ 437703 h 829504"/>
                <a:gd name="connsiteX44" fmla="*/ 83606 w 736062"/>
                <a:gd name="connsiteY44" fmla="*/ 440981 h 829504"/>
                <a:gd name="connsiteX45" fmla="*/ 85245 w 736062"/>
                <a:gd name="connsiteY45" fmla="*/ 444260 h 829504"/>
                <a:gd name="connsiteX46" fmla="*/ 85245 w 736062"/>
                <a:gd name="connsiteY46" fmla="*/ 449178 h 829504"/>
                <a:gd name="connsiteX47" fmla="*/ 85245 w 736062"/>
                <a:gd name="connsiteY47" fmla="*/ 452457 h 829504"/>
                <a:gd name="connsiteX48" fmla="*/ 85245 w 736062"/>
                <a:gd name="connsiteY48" fmla="*/ 452457 h 829504"/>
                <a:gd name="connsiteX49" fmla="*/ 88524 w 736062"/>
                <a:gd name="connsiteY49" fmla="*/ 450818 h 829504"/>
                <a:gd name="connsiteX50" fmla="*/ 91802 w 736062"/>
                <a:gd name="connsiteY50" fmla="*/ 452457 h 829504"/>
                <a:gd name="connsiteX51" fmla="*/ 95081 w 736062"/>
                <a:gd name="connsiteY51" fmla="*/ 454096 h 829504"/>
                <a:gd name="connsiteX52" fmla="*/ 98360 w 736062"/>
                <a:gd name="connsiteY52" fmla="*/ 450818 h 829504"/>
                <a:gd name="connsiteX53" fmla="*/ 101639 w 736062"/>
                <a:gd name="connsiteY53" fmla="*/ 447539 h 829504"/>
                <a:gd name="connsiteX54" fmla="*/ 104917 w 736062"/>
                <a:gd name="connsiteY54" fmla="*/ 442621 h 829504"/>
                <a:gd name="connsiteX55" fmla="*/ 108196 w 736062"/>
                <a:gd name="connsiteY55" fmla="*/ 439342 h 829504"/>
                <a:gd name="connsiteX56" fmla="*/ 108196 w 736062"/>
                <a:gd name="connsiteY56" fmla="*/ 439342 h 829504"/>
                <a:gd name="connsiteX57" fmla="*/ 111475 w 736062"/>
                <a:gd name="connsiteY57" fmla="*/ 436064 h 829504"/>
                <a:gd name="connsiteX58" fmla="*/ 113114 w 736062"/>
                <a:gd name="connsiteY58" fmla="*/ 432785 h 829504"/>
                <a:gd name="connsiteX59" fmla="*/ 114754 w 736062"/>
                <a:gd name="connsiteY59" fmla="*/ 431145 h 829504"/>
                <a:gd name="connsiteX60" fmla="*/ 116393 w 736062"/>
                <a:gd name="connsiteY60" fmla="*/ 427867 h 829504"/>
                <a:gd name="connsiteX61" fmla="*/ 118032 w 736062"/>
                <a:gd name="connsiteY61" fmla="*/ 426228 h 829504"/>
                <a:gd name="connsiteX62" fmla="*/ 118032 w 736062"/>
                <a:gd name="connsiteY62" fmla="*/ 426228 h 829504"/>
                <a:gd name="connsiteX63" fmla="*/ 121311 w 736062"/>
                <a:gd name="connsiteY63" fmla="*/ 426228 h 829504"/>
                <a:gd name="connsiteX64" fmla="*/ 121311 w 736062"/>
                <a:gd name="connsiteY64" fmla="*/ 426228 h 829504"/>
                <a:gd name="connsiteX65" fmla="*/ 126229 w 736062"/>
                <a:gd name="connsiteY65" fmla="*/ 424588 h 829504"/>
                <a:gd name="connsiteX66" fmla="*/ 126229 w 736062"/>
                <a:gd name="connsiteY66" fmla="*/ 421310 h 829504"/>
                <a:gd name="connsiteX67" fmla="*/ 126229 w 736062"/>
                <a:gd name="connsiteY67" fmla="*/ 419670 h 829504"/>
                <a:gd name="connsiteX68" fmla="*/ 127868 w 736062"/>
                <a:gd name="connsiteY68" fmla="*/ 418031 h 829504"/>
                <a:gd name="connsiteX69" fmla="*/ 131147 w 736062"/>
                <a:gd name="connsiteY69" fmla="*/ 414752 h 829504"/>
                <a:gd name="connsiteX70" fmla="*/ 134425 w 736062"/>
                <a:gd name="connsiteY70" fmla="*/ 413113 h 829504"/>
                <a:gd name="connsiteX71" fmla="*/ 137704 w 736062"/>
                <a:gd name="connsiteY71" fmla="*/ 413113 h 829504"/>
                <a:gd name="connsiteX72" fmla="*/ 142622 w 736062"/>
                <a:gd name="connsiteY72" fmla="*/ 411474 h 829504"/>
                <a:gd name="connsiteX73" fmla="*/ 144261 w 736062"/>
                <a:gd name="connsiteY73" fmla="*/ 408195 h 829504"/>
                <a:gd name="connsiteX74" fmla="*/ 145901 w 736062"/>
                <a:gd name="connsiteY74" fmla="*/ 404916 h 829504"/>
                <a:gd name="connsiteX75" fmla="*/ 147540 w 736062"/>
                <a:gd name="connsiteY75" fmla="*/ 399998 h 829504"/>
                <a:gd name="connsiteX76" fmla="*/ 147540 w 736062"/>
                <a:gd name="connsiteY76" fmla="*/ 396720 h 829504"/>
                <a:gd name="connsiteX77" fmla="*/ 150819 w 736062"/>
                <a:gd name="connsiteY77" fmla="*/ 393441 h 829504"/>
                <a:gd name="connsiteX78" fmla="*/ 152458 w 736062"/>
                <a:gd name="connsiteY78" fmla="*/ 388523 h 829504"/>
                <a:gd name="connsiteX79" fmla="*/ 154098 w 736062"/>
                <a:gd name="connsiteY79" fmla="*/ 385244 h 829504"/>
                <a:gd name="connsiteX80" fmla="*/ 154098 w 736062"/>
                <a:gd name="connsiteY80" fmla="*/ 381965 h 829504"/>
                <a:gd name="connsiteX81" fmla="*/ 154098 w 736062"/>
                <a:gd name="connsiteY81" fmla="*/ 377047 h 829504"/>
                <a:gd name="connsiteX82" fmla="*/ 154098 w 736062"/>
                <a:gd name="connsiteY82" fmla="*/ 375408 h 829504"/>
                <a:gd name="connsiteX83" fmla="*/ 154098 w 736062"/>
                <a:gd name="connsiteY83" fmla="*/ 372130 h 829504"/>
                <a:gd name="connsiteX84" fmla="*/ 154098 w 736062"/>
                <a:gd name="connsiteY84" fmla="*/ 370490 h 829504"/>
                <a:gd name="connsiteX85" fmla="*/ 154098 w 736062"/>
                <a:gd name="connsiteY85" fmla="*/ 367211 h 829504"/>
                <a:gd name="connsiteX86" fmla="*/ 154098 w 736062"/>
                <a:gd name="connsiteY86" fmla="*/ 363933 h 829504"/>
                <a:gd name="connsiteX87" fmla="*/ 154098 w 736062"/>
                <a:gd name="connsiteY87" fmla="*/ 360654 h 829504"/>
                <a:gd name="connsiteX88" fmla="*/ 154098 w 736062"/>
                <a:gd name="connsiteY88" fmla="*/ 355736 h 829504"/>
                <a:gd name="connsiteX89" fmla="*/ 155737 w 736062"/>
                <a:gd name="connsiteY89" fmla="*/ 352457 h 829504"/>
                <a:gd name="connsiteX90" fmla="*/ 154098 w 736062"/>
                <a:gd name="connsiteY90" fmla="*/ 349179 h 829504"/>
                <a:gd name="connsiteX91" fmla="*/ 154098 w 736062"/>
                <a:gd name="connsiteY91" fmla="*/ 344261 h 829504"/>
                <a:gd name="connsiteX92" fmla="*/ 154098 w 736062"/>
                <a:gd name="connsiteY92" fmla="*/ 340982 h 829504"/>
                <a:gd name="connsiteX93" fmla="*/ 154098 w 736062"/>
                <a:gd name="connsiteY93" fmla="*/ 337703 h 829504"/>
                <a:gd name="connsiteX94" fmla="*/ 154098 w 736062"/>
                <a:gd name="connsiteY94" fmla="*/ 332785 h 829504"/>
                <a:gd name="connsiteX95" fmla="*/ 157376 w 736062"/>
                <a:gd name="connsiteY95" fmla="*/ 329507 h 829504"/>
                <a:gd name="connsiteX96" fmla="*/ 160655 w 736062"/>
                <a:gd name="connsiteY96" fmla="*/ 326228 h 829504"/>
                <a:gd name="connsiteX97" fmla="*/ 163934 w 736062"/>
                <a:gd name="connsiteY97" fmla="*/ 322950 h 829504"/>
                <a:gd name="connsiteX98" fmla="*/ 167212 w 736062"/>
                <a:gd name="connsiteY98" fmla="*/ 319671 h 829504"/>
                <a:gd name="connsiteX99" fmla="*/ 167212 w 736062"/>
                <a:gd name="connsiteY99" fmla="*/ 318031 h 829504"/>
                <a:gd name="connsiteX100" fmla="*/ 168851 w 736062"/>
                <a:gd name="connsiteY100" fmla="*/ 314753 h 829504"/>
                <a:gd name="connsiteX101" fmla="*/ 170491 w 736062"/>
                <a:gd name="connsiteY101" fmla="*/ 311474 h 829504"/>
                <a:gd name="connsiteX102" fmla="*/ 172130 w 736062"/>
                <a:gd name="connsiteY102" fmla="*/ 306556 h 829504"/>
                <a:gd name="connsiteX103" fmla="*/ 173769 w 736062"/>
                <a:gd name="connsiteY103" fmla="*/ 304917 h 829504"/>
                <a:gd name="connsiteX104" fmla="*/ 175409 w 736062"/>
                <a:gd name="connsiteY104" fmla="*/ 301638 h 829504"/>
                <a:gd name="connsiteX105" fmla="*/ 177048 w 736062"/>
                <a:gd name="connsiteY105" fmla="*/ 296720 h 829504"/>
                <a:gd name="connsiteX106" fmla="*/ 178688 w 736062"/>
                <a:gd name="connsiteY106" fmla="*/ 293441 h 829504"/>
                <a:gd name="connsiteX107" fmla="*/ 181966 w 736062"/>
                <a:gd name="connsiteY107" fmla="*/ 290163 h 829504"/>
                <a:gd name="connsiteX108" fmla="*/ 185245 w 736062"/>
                <a:gd name="connsiteY108" fmla="*/ 286884 h 829504"/>
                <a:gd name="connsiteX109" fmla="*/ 190163 w 736062"/>
                <a:gd name="connsiteY109" fmla="*/ 283605 h 829504"/>
                <a:gd name="connsiteX110" fmla="*/ 193442 w 736062"/>
                <a:gd name="connsiteY110" fmla="*/ 283605 h 829504"/>
                <a:gd name="connsiteX111" fmla="*/ 196720 w 736062"/>
                <a:gd name="connsiteY111" fmla="*/ 281966 h 829504"/>
                <a:gd name="connsiteX112" fmla="*/ 201638 w 736062"/>
                <a:gd name="connsiteY112" fmla="*/ 278687 h 829504"/>
                <a:gd name="connsiteX113" fmla="*/ 203278 w 736062"/>
                <a:gd name="connsiteY113" fmla="*/ 273769 h 829504"/>
                <a:gd name="connsiteX114" fmla="*/ 206556 w 736062"/>
                <a:gd name="connsiteY114" fmla="*/ 270491 h 829504"/>
                <a:gd name="connsiteX115" fmla="*/ 208195 w 736062"/>
                <a:gd name="connsiteY115" fmla="*/ 267212 h 829504"/>
                <a:gd name="connsiteX116" fmla="*/ 211474 w 736062"/>
                <a:gd name="connsiteY116" fmla="*/ 263933 h 829504"/>
                <a:gd name="connsiteX117" fmla="*/ 213114 w 736062"/>
                <a:gd name="connsiteY117" fmla="*/ 260654 h 829504"/>
                <a:gd name="connsiteX118" fmla="*/ 213114 w 736062"/>
                <a:gd name="connsiteY118" fmla="*/ 259015 h 829504"/>
                <a:gd name="connsiteX119" fmla="*/ 213114 w 736062"/>
                <a:gd name="connsiteY119" fmla="*/ 254097 h 829504"/>
                <a:gd name="connsiteX120" fmla="*/ 213114 w 736062"/>
                <a:gd name="connsiteY120" fmla="*/ 250818 h 829504"/>
                <a:gd name="connsiteX121" fmla="*/ 213114 w 736062"/>
                <a:gd name="connsiteY121" fmla="*/ 247540 h 829504"/>
                <a:gd name="connsiteX122" fmla="*/ 213114 w 736062"/>
                <a:gd name="connsiteY122" fmla="*/ 244261 h 829504"/>
                <a:gd name="connsiteX123" fmla="*/ 213114 w 736062"/>
                <a:gd name="connsiteY123" fmla="*/ 240983 h 829504"/>
                <a:gd name="connsiteX124" fmla="*/ 214753 w 736062"/>
                <a:gd name="connsiteY124" fmla="*/ 236064 h 829504"/>
                <a:gd name="connsiteX125" fmla="*/ 214753 w 736062"/>
                <a:gd name="connsiteY125" fmla="*/ 236064 h 829504"/>
                <a:gd name="connsiteX126" fmla="*/ 216392 w 736062"/>
                <a:gd name="connsiteY126" fmla="*/ 232786 h 829504"/>
                <a:gd name="connsiteX127" fmla="*/ 216392 w 736062"/>
                <a:gd name="connsiteY127" fmla="*/ 227868 h 829504"/>
                <a:gd name="connsiteX128" fmla="*/ 219671 w 736062"/>
                <a:gd name="connsiteY128" fmla="*/ 224589 h 829504"/>
                <a:gd name="connsiteX129" fmla="*/ 221310 w 736062"/>
                <a:gd name="connsiteY129" fmla="*/ 221310 h 829504"/>
                <a:gd name="connsiteX130" fmla="*/ 221310 w 736062"/>
                <a:gd name="connsiteY130" fmla="*/ 221310 h 829504"/>
                <a:gd name="connsiteX131" fmla="*/ 222949 w 736062"/>
                <a:gd name="connsiteY131" fmla="*/ 216393 h 829504"/>
                <a:gd name="connsiteX132" fmla="*/ 221310 w 736062"/>
                <a:gd name="connsiteY132" fmla="*/ 213114 h 829504"/>
                <a:gd name="connsiteX133" fmla="*/ 219671 w 736062"/>
                <a:gd name="connsiteY133" fmla="*/ 209835 h 829504"/>
                <a:gd name="connsiteX134" fmla="*/ 219671 w 736062"/>
                <a:gd name="connsiteY134" fmla="*/ 204917 h 829504"/>
                <a:gd name="connsiteX135" fmla="*/ 219671 w 736062"/>
                <a:gd name="connsiteY135" fmla="*/ 204917 h 829504"/>
                <a:gd name="connsiteX136" fmla="*/ 219671 w 736062"/>
                <a:gd name="connsiteY136" fmla="*/ 201638 h 829504"/>
                <a:gd name="connsiteX137" fmla="*/ 219671 w 736062"/>
                <a:gd name="connsiteY137" fmla="*/ 199999 h 829504"/>
                <a:gd name="connsiteX138" fmla="*/ 219671 w 736062"/>
                <a:gd name="connsiteY138" fmla="*/ 195081 h 829504"/>
                <a:gd name="connsiteX139" fmla="*/ 219671 w 736062"/>
                <a:gd name="connsiteY139" fmla="*/ 195081 h 829504"/>
                <a:gd name="connsiteX140" fmla="*/ 219671 w 736062"/>
                <a:gd name="connsiteY140" fmla="*/ 195081 h 829504"/>
                <a:gd name="connsiteX141" fmla="*/ 219671 w 736062"/>
                <a:gd name="connsiteY141" fmla="*/ 190163 h 829504"/>
                <a:gd name="connsiteX142" fmla="*/ 221310 w 736062"/>
                <a:gd name="connsiteY142" fmla="*/ 186884 h 829504"/>
                <a:gd name="connsiteX143" fmla="*/ 222949 w 736062"/>
                <a:gd name="connsiteY143" fmla="*/ 181966 h 829504"/>
                <a:gd name="connsiteX144" fmla="*/ 222949 w 736062"/>
                <a:gd name="connsiteY144" fmla="*/ 180327 h 829504"/>
                <a:gd name="connsiteX145" fmla="*/ 222949 w 736062"/>
                <a:gd name="connsiteY145" fmla="*/ 180327 h 829504"/>
                <a:gd name="connsiteX146" fmla="*/ 224589 w 736062"/>
                <a:gd name="connsiteY146" fmla="*/ 177048 h 829504"/>
                <a:gd name="connsiteX147" fmla="*/ 224589 w 736062"/>
                <a:gd name="connsiteY147" fmla="*/ 173770 h 829504"/>
                <a:gd name="connsiteX148" fmla="*/ 226228 w 736062"/>
                <a:gd name="connsiteY148" fmla="*/ 168851 h 829504"/>
                <a:gd name="connsiteX149" fmla="*/ 226228 w 736062"/>
                <a:gd name="connsiteY149" fmla="*/ 165573 h 829504"/>
                <a:gd name="connsiteX150" fmla="*/ 226228 w 736062"/>
                <a:gd name="connsiteY150" fmla="*/ 162294 h 829504"/>
                <a:gd name="connsiteX151" fmla="*/ 226228 w 736062"/>
                <a:gd name="connsiteY151" fmla="*/ 157376 h 829504"/>
                <a:gd name="connsiteX152" fmla="*/ 226228 w 736062"/>
                <a:gd name="connsiteY152" fmla="*/ 154098 h 829504"/>
                <a:gd name="connsiteX153" fmla="*/ 227868 w 736062"/>
                <a:gd name="connsiteY153" fmla="*/ 150819 h 829504"/>
                <a:gd name="connsiteX154" fmla="*/ 226228 w 736062"/>
                <a:gd name="connsiteY154" fmla="*/ 149180 h 829504"/>
                <a:gd name="connsiteX155" fmla="*/ 226228 w 736062"/>
                <a:gd name="connsiteY155" fmla="*/ 144261 h 829504"/>
                <a:gd name="connsiteX156" fmla="*/ 227868 w 736062"/>
                <a:gd name="connsiteY156" fmla="*/ 140983 h 829504"/>
                <a:gd name="connsiteX157" fmla="*/ 227868 w 736062"/>
                <a:gd name="connsiteY157" fmla="*/ 137704 h 829504"/>
                <a:gd name="connsiteX158" fmla="*/ 231146 w 736062"/>
                <a:gd name="connsiteY158" fmla="*/ 132786 h 829504"/>
                <a:gd name="connsiteX159" fmla="*/ 232786 w 736062"/>
                <a:gd name="connsiteY159" fmla="*/ 129508 h 829504"/>
                <a:gd name="connsiteX160" fmla="*/ 232786 w 736062"/>
                <a:gd name="connsiteY160" fmla="*/ 126229 h 829504"/>
                <a:gd name="connsiteX161" fmla="*/ 232786 w 736062"/>
                <a:gd name="connsiteY161" fmla="*/ 126229 h 829504"/>
                <a:gd name="connsiteX162" fmla="*/ 237704 w 736062"/>
                <a:gd name="connsiteY162" fmla="*/ 121311 h 829504"/>
                <a:gd name="connsiteX163" fmla="*/ 237704 w 736062"/>
                <a:gd name="connsiteY163" fmla="*/ 119671 h 829504"/>
                <a:gd name="connsiteX164" fmla="*/ 239343 w 736062"/>
                <a:gd name="connsiteY164" fmla="*/ 116393 h 829504"/>
                <a:gd name="connsiteX165" fmla="*/ 239343 w 736062"/>
                <a:gd name="connsiteY165" fmla="*/ 114754 h 829504"/>
                <a:gd name="connsiteX166" fmla="*/ 240982 w 736062"/>
                <a:gd name="connsiteY166" fmla="*/ 111475 h 829504"/>
                <a:gd name="connsiteX167" fmla="*/ 242622 w 736062"/>
                <a:gd name="connsiteY167" fmla="*/ 106557 h 829504"/>
                <a:gd name="connsiteX168" fmla="*/ 244261 w 736062"/>
                <a:gd name="connsiteY168" fmla="*/ 103278 h 829504"/>
                <a:gd name="connsiteX169" fmla="*/ 244261 w 736062"/>
                <a:gd name="connsiteY169" fmla="*/ 101639 h 829504"/>
                <a:gd name="connsiteX170" fmla="*/ 247539 w 736062"/>
                <a:gd name="connsiteY170" fmla="*/ 98360 h 829504"/>
                <a:gd name="connsiteX171" fmla="*/ 247539 w 736062"/>
                <a:gd name="connsiteY171" fmla="*/ 95081 h 829504"/>
                <a:gd name="connsiteX172" fmla="*/ 247539 w 736062"/>
                <a:gd name="connsiteY172" fmla="*/ 90164 h 829504"/>
                <a:gd name="connsiteX173" fmla="*/ 247539 w 736062"/>
                <a:gd name="connsiteY173" fmla="*/ 86885 h 829504"/>
                <a:gd name="connsiteX174" fmla="*/ 247539 w 736062"/>
                <a:gd name="connsiteY174" fmla="*/ 83606 h 829504"/>
                <a:gd name="connsiteX175" fmla="*/ 247539 w 736062"/>
                <a:gd name="connsiteY175" fmla="*/ 80327 h 829504"/>
                <a:gd name="connsiteX176" fmla="*/ 247539 w 736062"/>
                <a:gd name="connsiteY176" fmla="*/ 77049 h 829504"/>
                <a:gd name="connsiteX177" fmla="*/ 245901 w 736062"/>
                <a:gd name="connsiteY177" fmla="*/ 75410 h 829504"/>
                <a:gd name="connsiteX178" fmla="*/ 245901 w 736062"/>
                <a:gd name="connsiteY178" fmla="*/ 73770 h 829504"/>
                <a:gd name="connsiteX179" fmla="*/ 245901 w 736062"/>
                <a:gd name="connsiteY179" fmla="*/ 70491 h 829504"/>
                <a:gd name="connsiteX180" fmla="*/ 247539 w 736062"/>
                <a:gd name="connsiteY180" fmla="*/ 65573 h 829504"/>
                <a:gd name="connsiteX181" fmla="*/ 247539 w 736062"/>
                <a:gd name="connsiteY181" fmla="*/ 65573 h 829504"/>
                <a:gd name="connsiteX182" fmla="*/ 247539 w 736062"/>
                <a:gd name="connsiteY182" fmla="*/ 62295 h 829504"/>
                <a:gd name="connsiteX183" fmla="*/ 247539 w 736062"/>
                <a:gd name="connsiteY183" fmla="*/ 57377 h 829504"/>
                <a:gd name="connsiteX184" fmla="*/ 247539 w 736062"/>
                <a:gd name="connsiteY184" fmla="*/ 54098 h 829504"/>
                <a:gd name="connsiteX185" fmla="*/ 245901 w 736062"/>
                <a:gd name="connsiteY185" fmla="*/ 50820 h 829504"/>
                <a:gd name="connsiteX186" fmla="*/ 244261 w 736062"/>
                <a:gd name="connsiteY186" fmla="*/ 45901 h 829504"/>
                <a:gd name="connsiteX187" fmla="*/ 245901 w 736062"/>
                <a:gd name="connsiteY187" fmla="*/ 44262 h 829504"/>
                <a:gd name="connsiteX188" fmla="*/ 245901 w 736062"/>
                <a:gd name="connsiteY188" fmla="*/ 44262 h 829504"/>
                <a:gd name="connsiteX189" fmla="*/ 249179 w 736062"/>
                <a:gd name="connsiteY189" fmla="*/ 44262 h 829504"/>
                <a:gd name="connsiteX190" fmla="*/ 254097 w 736062"/>
                <a:gd name="connsiteY190" fmla="*/ 40983 h 829504"/>
                <a:gd name="connsiteX191" fmla="*/ 254097 w 736062"/>
                <a:gd name="connsiteY191" fmla="*/ 37705 h 829504"/>
                <a:gd name="connsiteX192" fmla="*/ 255736 w 736062"/>
                <a:gd name="connsiteY192" fmla="*/ 34426 h 829504"/>
                <a:gd name="connsiteX193" fmla="*/ 259015 w 736062"/>
                <a:gd name="connsiteY193" fmla="*/ 31147 h 829504"/>
                <a:gd name="connsiteX194" fmla="*/ 262294 w 736062"/>
                <a:gd name="connsiteY194" fmla="*/ 26229 h 829504"/>
                <a:gd name="connsiteX195" fmla="*/ 263933 w 736062"/>
                <a:gd name="connsiteY195" fmla="*/ 22951 h 829504"/>
                <a:gd name="connsiteX196" fmla="*/ 265572 w 736062"/>
                <a:gd name="connsiteY196" fmla="*/ 19672 h 829504"/>
                <a:gd name="connsiteX197" fmla="*/ 267212 w 736062"/>
                <a:gd name="connsiteY197" fmla="*/ 19672 h 829504"/>
                <a:gd name="connsiteX198" fmla="*/ 270491 w 736062"/>
                <a:gd name="connsiteY198" fmla="*/ 16393 h 829504"/>
                <a:gd name="connsiteX199" fmla="*/ 272130 w 736062"/>
                <a:gd name="connsiteY199" fmla="*/ 14754 h 829504"/>
                <a:gd name="connsiteX200" fmla="*/ 272130 w 736062"/>
                <a:gd name="connsiteY200" fmla="*/ 14754 h 829504"/>
                <a:gd name="connsiteX201" fmla="*/ 275408 w 736062"/>
                <a:gd name="connsiteY201" fmla="*/ 11476 h 829504"/>
                <a:gd name="connsiteX202" fmla="*/ 280326 w 736062"/>
                <a:gd name="connsiteY202" fmla="*/ 9836 h 829504"/>
                <a:gd name="connsiteX203" fmla="*/ 283605 w 736062"/>
                <a:gd name="connsiteY203" fmla="*/ 9836 h 829504"/>
                <a:gd name="connsiteX204" fmla="*/ 286884 w 736062"/>
                <a:gd name="connsiteY204" fmla="*/ 9836 h 829504"/>
                <a:gd name="connsiteX205" fmla="*/ 291802 w 736062"/>
                <a:gd name="connsiteY205" fmla="*/ 11476 h 829504"/>
                <a:gd name="connsiteX206" fmla="*/ 295081 w 736062"/>
                <a:gd name="connsiteY206" fmla="*/ 13114 h 829504"/>
                <a:gd name="connsiteX207" fmla="*/ 296720 w 736062"/>
                <a:gd name="connsiteY207" fmla="*/ 16393 h 829504"/>
                <a:gd name="connsiteX208" fmla="*/ 299998 w 736062"/>
                <a:gd name="connsiteY208" fmla="*/ 16393 h 829504"/>
                <a:gd name="connsiteX209" fmla="*/ 299998 w 736062"/>
                <a:gd name="connsiteY209" fmla="*/ 16393 h 829504"/>
                <a:gd name="connsiteX210" fmla="*/ 299998 w 736062"/>
                <a:gd name="connsiteY210" fmla="*/ 18033 h 829504"/>
                <a:gd name="connsiteX211" fmla="*/ 304916 w 736062"/>
                <a:gd name="connsiteY211" fmla="*/ 19672 h 829504"/>
                <a:gd name="connsiteX212" fmla="*/ 308195 w 736062"/>
                <a:gd name="connsiteY212" fmla="*/ 22951 h 829504"/>
                <a:gd name="connsiteX213" fmla="*/ 311474 w 736062"/>
                <a:gd name="connsiteY213" fmla="*/ 26229 h 829504"/>
                <a:gd name="connsiteX214" fmla="*/ 314752 w 736062"/>
                <a:gd name="connsiteY214" fmla="*/ 29508 h 829504"/>
                <a:gd name="connsiteX215" fmla="*/ 318031 w 736062"/>
                <a:gd name="connsiteY215" fmla="*/ 34426 h 829504"/>
                <a:gd name="connsiteX216" fmla="*/ 318031 w 736062"/>
                <a:gd name="connsiteY216" fmla="*/ 37705 h 829504"/>
                <a:gd name="connsiteX217" fmla="*/ 321310 w 736062"/>
                <a:gd name="connsiteY217" fmla="*/ 40983 h 829504"/>
                <a:gd name="connsiteX218" fmla="*/ 324588 w 736062"/>
                <a:gd name="connsiteY218" fmla="*/ 42623 h 829504"/>
                <a:gd name="connsiteX219" fmla="*/ 329506 w 736062"/>
                <a:gd name="connsiteY219" fmla="*/ 40983 h 829504"/>
                <a:gd name="connsiteX220" fmla="*/ 332785 w 736062"/>
                <a:gd name="connsiteY220" fmla="*/ 40983 h 829504"/>
                <a:gd name="connsiteX221" fmla="*/ 336064 w 736062"/>
                <a:gd name="connsiteY221" fmla="*/ 40983 h 829504"/>
                <a:gd name="connsiteX222" fmla="*/ 339342 w 736062"/>
                <a:gd name="connsiteY222" fmla="*/ 42623 h 829504"/>
                <a:gd name="connsiteX223" fmla="*/ 344261 w 736062"/>
                <a:gd name="connsiteY223" fmla="*/ 45901 h 829504"/>
                <a:gd name="connsiteX224" fmla="*/ 347539 w 736062"/>
                <a:gd name="connsiteY224" fmla="*/ 47541 h 829504"/>
                <a:gd name="connsiteX225" fmla="*/ 350818 w 736062"/>
                <a:gd name="connsiteY225" fmla="*/ 45901 h 829504"/>
                <a:gd name="connsiteX226" fmla="*/ 354096 w 736062"/>
                <a:gd name="connsiteY226" fmla="*/ 49180 h 829504"/>
                <a:gd name="connsiteX227" fmla="*/ 355736 w 736062"/>
                <a:gd name="connsiteY227" fmla="*/ 49180 h 829504"/>
                <a:gd name="connsiteX228" fmla="*/ 360654 w 736062"/>
                <a:gd name="connsiteY228" fmla="*/ 49180 h 829504"/>
                <a:gd name="connsiteX229" fmla="*/ 363932 w 736062"/>
                <a:gd name="connsiteY229" fmla="*/ 47541 h 829504"/>
                <a:gd name="connsiteX230" fmla="*/ 368851 w 736062"/>
                <a:gd name="connsiteY230" fmla="*/ 47541 h 829504"/>
                <a:gd name="connsiteX231" fmla="*/ 372129 w 736062"/>
                <a:gd name="connsiteY231" fmla="*/ 49180 h 829504"/>
                <a:gd name="connsiteX232" fmla="*/ 375408 w 736062"/>
                <a:gd name="connsiteY232" fmla="*/ 50820 h 829504"/>
                <a:gd name="connsiteX233" fmla="*/ 378686 w 736062"/>
                <a:gd name="connsiteY233" fmla="*/ 50820 h 829504"/>
                <a:gd name="connsiteX234" fmla="*/ 381965 w 736062"/>
                <a:gd name="connsiteY234" fmla="*/ 50820 h 829504"/>
                <a:gd name="connsiteX235" fmla="*/ 381965 w 736062"/>
                <a:gd name="connsiteY235" fmla="*/ 52459 h 829504"/>
                <a:gd name="connsiteX236" fmla="*/ 386883 w 736062"/>
                <a:gd name="connsiteY236" fmla="*/ 54098 h 829504"/>
                <a:gd name="connsiteX237" fmla="*/ 390162 w 736062"/>
                <a:gd name="connsiteY237" fmla="*/ 55737 h 829504"/>
                <a:gd name="connsiteX238" fmla="*/ 393441 w 736062"/>
                <a:gd name="connsiteY238" fmla="*/ 54098 h 829504"/>
                <a:gd name="connsiteX239" fmla="*/ 395080 w 736062"/>
                <a:gd name="connsiteY239" fmla="*/ 54098 h 829504"/>
                <a:gd name="connsiteX240" fmla="*/ 395080 w 736062"/>
                <a:gd name="connsiteY240" fmla="*/ 54098 h 829504"/>
                <a:gd name="connsiteX241" fmla="*/ 398359 w 736062"/>
                <a:gd name="connsiteY241" fmla="*/ 50820 h 829504"/>
                <a:gd name="connsiteX242" fmla="*/ 398359 w 736062"/>
                <a:gd name="connsiteY242" fmla="*/ 47541 h 829504"/>
                <a:gd name="connsiteX243" fmla="*/ 399998 w 736062"/>
                <a:gd name="connsiteY243" fmla="*/ 42623 h 829504"/>
                <a:gd name="connsiteX244" fmla="*/ 401638 w 736062"/>
                <a:gd name="connsiteY244" fmla="*/ 39344 h 829504"/>
                <a:gd name="connsiteX245" fmla="*/ 404916 w 736062"/>
                <a:gd name="connsiteY245" fmla="*/ 36066 h 829504"/>
                <a:gd name="connsiteX246" fmla="*/ 404916 w 736062"/>
                <a:gd name="connsiteY246" fmla="*/ 32787 h 829504"/>
                <a:gd name="connsiteX247" fmla="*/ 406555 w 736062"/>
                <a:gd name="connsiteY247" fmla="*/ 32787 h 829504"/>
                <a:gd name="connsiteX248" fmla="*/ 409834 w 736062"/>
                <a:gd name="connsiteY248" fmla="*/ 29508 h 829504"/>
                <a:gd name="connsiteX249" fmla="*/ 411473 w 736062"/>
                <a:gd name="connsiteY249" fmla="*/ 27869 h 829504"/>
                <a:gd name="connsiteX250" fmla="*/ 411473 w 736062"/>
                <a:gd name="connsiteY250" fmla="*/ 24590 h 829504"/>
                <a:gd name="connsiteX251" fmla="*/ 414752 w 736062"/>
                <a:gd name="connsiteY251" fmla="*/ 24590 h 829504"/>
                <a:gd name="connsiteX252" fmla="*/ 418031 w 736062"/>
                <a:gd name="connsiteY252" fmla="*/ 27869 h 829504"/>
                <a:gd name="connsiteX253" fmla="*/ 421309 w 736062"/>
                <a:gd name="connsiteY253" fmla="*/ 27869 h 829504"/>
                <a:gd name="connsiteX254" fmla="*/ 424588 w 736062"/>
                <a:gd name="connsiteY254" fmla="*/ 31147 h 829504"/>
                <a:gd name="connsiteX255" fmla="*/ 427867 w 736062"/>
                <a:gd name="connsiteY255" fmla="*/ 32787 h 829504"/>
                <a:gd name="connsiteX256" fmla="*/ 431145 w 736062"/>
                <a:gd name="connsiteY256" fmla="*/ 34426 h 829504"/>
                <a:gd name="connsiteX257" fmla="*/ 436063 w 736062"/>
                <a:gd name="connsiteY257" fmla="*/ 31147 h 829504"/>
                <a:gd name="connsiteX258" fmla="*/ 439342 w 736062"/>
                <a:gd name="connsiteY258" fmla="*/ 27869 h 829504"/>
                <a:gd name="connsiteX259" fmla="*/ 442621 w 736062"/>
                <a:gd name="connsiteY259" fmla="*/ 26229 h 829504"/>
                <a:gd name="connsiteX260" fmla="*/ 445899 w 736062"/>
                <a:gd name="connsiteY260" fmla="*/ 24590 h 829504"/>
                <a:gd name="connsiteX261" fmla="*/ 450818 w 736062"/>
                <a:gd name="connsiteY261" fmla="*/ 24590 h 829504"/>
                <a:gd name="connsiteX262" fmla="*/ 450818 w 736062"/>
                <a:gd name="connsiteY262" fmla="*/ 24590 h 829504"/>
                <a:gd name="connsiteX263" fmla="*/ 454096 w 736062"/>
                <a:gd name="connsiteY263" fmla="*/ 21311 h 829504"/>
                <a:gd name="connsiteX264" fmla="*/ 459014 w 736062"/>
                <a:gd name="connsiteY264" fmla="*/ 19672 h 829504"/>
                <a:gd name="connsiteX265" fmla="*/ 462293 w 736062"/>
                <a:gd name="connsiteY265" fmla="*/ 18033 h 829504"/>
                <a:gd name="connsiteX266" fmla="*/ 465572 w 736062"/>
                <a:gd name="connsiteY266" fmla="*/ 16393 h 829504"/>
                <a:gd name="connsiteX267" fmla="*/ 467211 w 736062"/>
                <a:gd name="connsiteY267" fmla="*/ 16393 h 829504"/>
                <a:gd name="connsiteX268" fmla="*/ 467211 w 736062"/>
                <a:gd name="connsiteY268" fmla="*/ 16393 h 829504"/>
                <a:gd name="connsiteX269" fmla="*/ 468850 w 736062"/>
                <a:gd name="connsiteY269" fmla="*/ 16393 h 829504"/>
                <a:gd name="connsiteX270" fmla="*/ 468850 w 736062"/>
                <a:gd name="connsiteY270" fmla="*/ 11476 h 829504"/>
                <a:gd name="connsiteX271" fmla="*/ 472129 w 736062"/>
                <a:gd name="connsiteY271" fmla="*/ 11476 h 829504"/>
                <a:gd name="connsiteX272" fmla="*/ 473768 w 736062"/>
                <a:gd name="connsiteY272" fmla="*/ 13114 h 829504"/>
                <a:gd name="connsiteX273" fmla="*/ 478686 w 736062"/>
                <a:gd name="connsiteY273" fmla="*/ 16393 h 829504"/>
                <a:gd name="connsiteX274" fmla="*/ 478686 w 736062"/>
                <a:gd name="connsiteY274" fmla="*/ 16393 h 829504"/>
                <a:gd name="connsiteX275" fmla="*/ 481965 w 736062"/>
                <a:gd name="connsiteY275" fmla="*/ 19672 h 829504"/>
                <a:gd name="connsiteX276" fmla="*/ 485243 w 736062"/>
                <a:gd name="connsiteY276" fmla="*/ 19672 h 829504"/>
                <a:gd name="connsiteX277" fmla="*/ 488522 w 736062"/>
                <a:gd name="connsiteY277" fmla="*/ 18033 h 829504"/>
                <a:gd name="connsiteX278" fmla="*/ 493440 w 736062"/>
                <a:gd name="connsiteY278" fmla="*/ 16393 h 829504"/>
                <a:gd name="connsiteX279" fmla="*/ 493440 w 736062"/>
                <a:gd name="connsiteY279" fmla="*/ 18033 h 829504"/>
                <a:gd name="connsiteX280" fmla="*/ 498358 w 736062"/>
                <a:gd name="connsiteY280" fmla="*/ 16393 h 829504"/>
                <a:gd name="connsiteX281" fmla="*/ 498358 w 736062"/>
                <a:gd name="connsiteY281" fmla="*/ 16393 h 829504"/>
                <a:gd name="connsiteX282" fmla="*/ 499998 w 736062"/>
                <a:gd name="connsiteY282" fmla="*/ 16393 h 829504"/>
                <a:gd name="connsiteX283" fmla="*/ 499998 w 736062"/>
                <a:gd name="connsiteY283" fmla="*/ 16393 h 829504"/>
                <a:gd name="connsiteX284" fmla="*/ 501637 w 736062"/>
                <a:gd name="connsiteY284" fmla="*/ 16393 h 829504"/>
                <a:gd name="connsiteX285" fmla="*/ 504916 w 736062"/>
                <a:gd name="connsiteY285" fmla="*/ 13114 h 829504"/>
                <a:gd name="connsiteX286" fmla="*/ 506555 w 736062"/>
                <a:gd name="connsiteY286" fmla="*/ 9836 h 829504"/>
                <a:gd name="connsiteX287" fmla="*/ 506555 w 736062"/>
                <a:gd name="connsiteY287" fmla="*/ 6557 h 829504"/>
                <a:gd name="connsiteX288" fmla="*/ 508194 w 736062"/>
                <a:gd name="connsiteY288" fmla="*/ 1639 h 829504"/>
                <a:gd name="connsiteX289" fmla="*/ 511473 w 736062"/>
                <a:gd name="connsiteY289" fmla="*/ 0 h 829504"/>
                <a:gd name="connsiteX290" fmla="*/ 514752 w 736062"/>
                <a:gd name="connsiteY290" fmla="*/ 0 h 829504"/>
                <a:gd name="connsiteX291" fmla="*/ 518030 w 736062"/>
                <a:gd name="connsiteY291" fmla="*/ 3279 h 829504"/>
                <a:gd name="connsiteX292" fmla="*/ 521309 w 736062"/>
                <a:gd name="connsiteY292" fmla="*/ 4918 h 829504"/>
                <a:gd name="connsiteX293" fmla="*/ 524588 w 736062"/>
                <a:gd name="connsiteY293" fmla="*/ 8197 h 829504"/>
                <a:gd name="connsiteX294" fmla="*/ 527866 w 736062"/>
                <a:gd name="connsiteY294" fmla="*/ 8197 h 829504"/>
                <a:gd name="connsiteX295" fmla="*/ 532784 w 736062"/>
                <a:gd name="connsiteY295" fmla="*/ 8197 h 829504"/>
                <a:gd name="connsiteX296" fmla="*/ 536063 w 736062"/>
                <a:gd name="connsiteY296" fmla="*/ 4918 h 829504"/>
                <a:gd name="connsiteX297" fmla="*/ 539342 w 736062"/>
                <a:gd name="connsiteY297" fmla="*/ 8197 h 829504"/>
                <a:gd name="connsiteX298" fmla="*/ 542620 w 736062"/>
                <a:gd name="connsiteY298" fmla="*/ 9836 h 829504"/>
                <a:gd name="connsiteX299" fmla="*/ 547538 w 736062"/>
                <a:gd name="connsiteY299" fmla="*/ 9836 h 829504"/>
                <a:gd name="connsiteX300" fmla="*/ 550817 w 736062"/>
                <a:gd name="connsiteY300" fmla="*/ 14754 h 829504"/>
                <a:gd name="connsiteX301" fmla="*/ 554096 w 736062"/>
                <a:gd name="connsiteY301" fmla="*/ 13114 h 829504"/>
                <a:gd name="connsiteX302" fmla="*/ 559013 w 736062"/>
                <a:gd name="connsiteY302" fmla="*/ 13114 h 829504"/>
                <a:gd name="connsiteX303" fmla="*/ 562292 w 736062"/>
                <a:gd name="connsiteY303" fmla="*/ 13114 h 829504"/>
                <a:gd name="connsiteX304" fmla="*/ 565571 w 736062"/>
                <a:gd name="connsiteY304" fmla="*/ 13114 h 829504"/>
                <a:gd name="connsiteX305" fmla="*/ 568850 w 736062"/>
                <a:gd name="connsiteY305" fmla="*/ 9836 h 829504"/>
                <a:gd name="connsiteX306" fmla="*/ 572128 w 736062"/>
                <a:gd name="connsiteY306" fmla="*/ 6557 h 829504"/>
                <a:gd name="connsiteX307" fmla="*/ 577046 w 736062"/>
                <a:gd name="connsiteY307" fmla="*/ 8197 h 829504"/>
                <a:gd name="connsiteX308" fmla="*/ 580325 w 736062"/>
                <a:gd name="connsiteY308" fmla="*/ 9836 h 829504"/>
                <a:gd name="connsiteX309" fmla="*/ 583604 w 736062"/>
                <a:gd name="connsiteY309" fmla="*/ 11476 h 829504"/>
                <a:gd name="connsiteX310" fmla="*/ 588522 w 736062"/>
                <a:gd name="connsiteY310" fmla="*/ 16393 h 829504"/>
                <a:gd name="connsiteX311" fmla="*/ 588522 w 736062"/>
                <a:gd name="connsiteY311" fmla="*/ 16393 h 829504"/>
                <a:gd name="connsiteX312" fmla="*/ 591800 w 736062"/>
                <a:gd name="connsiteY312" fmla="*/ 19672 h 829504"/>
                <a:gd name="connsiteX313" fmla="*/ 595079 w 736062"/>
                <a:gd name="connsiteY313" fmla="*/ 21311 h 829504"/>
                <a:gd name="connsiteX314" fmla="*/ 596719 w 736062"/>
                <a:gd name="connsiteY314" fmla="*/ 24590 h 829504"/>
                <a:gd name="connsiteX315" fmla="*/ 596719 w 736062"/>
                <a:gd name="connsiteY315" fmla="*/ 26229 h 829504"/>
                <a:gd name="connsiteX316" fmla="*/ 599997 w 736062"/>
                <a:gd name="connsiteY316" fmla="*/ 29508 h 829504"/>
                <a:gd name="connsiteX317" fmla="*/ 599997 w 736062"/>
                <a:gd name="connsiteY317" fmla="*/ 32787 h 829504"/>
                <a:gd name="connsiteX318" fmla="*/ 603276 w 736062"/>
                <a:gd name="connsiteY318" fmla="*/ 36066 h 829504"/>
                <a:gd name="connsiteX319" fmla="*/ 608194 w 736062"/>
                <a:gd name="connsiteY319" fmla="*/ 36066 h 829504"/>
                <a:gd name="connsiteX320" fmla="*/ 609833 w 736062"/>
                <a:gd name="connsiteY320" fmla="*/ 39344 h 829504"/>
                <a:gd name="connsiteX321" fmla="*/ 613112 w 736062"/>
                <a:gd name="connsiteY321" fmla="*/ 40983 h 829504"/>
                <a:gd name="connsiteX322" fmla="*/ 616390 w 736062"/>
                <a:gd name="connsiteY322" fmla="*/ 44262 h 829504"/>
                <a:gd name="connsiteX323" fmla="*/ 619669 w 736062"/>
                <a:gd name="connsiteY323" fmla="*/ 44262 h 829504"/>
                <a:gd name="connsiteX324" fmla="*/ 622948 w 736062"/>
                <a:gd name="connsiteY324" fmla="*/ 47541 h 829504"/>
                <a:gd name="connsiteX325" fmla="*/ 624587 w 736062"/>
                <a:gd name="connsiteY325" fmla="*/ 47541 h 829504"/>
                <a:gd name="connsiteX326" fmla="*/ 627866 w 736062"/>
                <a:gd name="connsiteY326" fmla="*/ 44262 h 829504"/>
                <a:gd name="connsiteX327" fmla="*/ 631145 w 736062"/>
                <a:gd name="connsiteY327" fmla="*/ 42623 h 829504"/>
                <a:gd name="connsiteX328" fmla="*/ 636062 w 736062"/>
                <a:gd name="connsiteY328" fmla="*/ 39344 h 829504"/>
                <a:gd name="connsiteX329" fmla="*/ 639341 w 736062"/>
                <a:gd name="connsiteY329" fmla="*/ 36066 h 829504"/>
                <a:gd name="connsiteX330" fmla="*/ 642620 w 736062"/>
                <a:gd name="connsiteY330" fmla="*/ 39344 h 829504"/>
                <a:gd name="connsiteX331" fmla="*/ 645899 w 736062"/>
                <a:gd name="connsiteY331" fmla="*/ 39344 h 829504"/>
                <a:gd name="connsiteX332" fmla="*/ 650816 w 736062"/>
                <a:gd name="connsiteY332" fmla="*/ 40983 h 829504"/>
                <a:gd name="connsiteX333" fmla="*/ 654095 w 736062"/>
                <a:gd name="connsiteY333" fmla="*/ 44262 h 829504"/>
                <a:gd name="connsiteX334" fmla="*/ 657374 w 736062"/>
                <a:gd name="connsiteY334" fmla="*/ 42623 h 829504"/>
                <a:gd name="connsiteX335" fmla="*/ 662292 w 736062"/>
                <a:gd name="connsiteY335" fmla="*/ 39344 h 829504"/>
                <a:gd name="connsiteX336" fmla="*/ 663931 w 736062"/>
                <a:gd name="connsiteY336" fmla="*/ 36066 h 829504"/>
                <a:gd name="connsiteX337" fmla="*/ 665570 w 736062"/>
                <a:gd name="connsiteY337" fmla="*/ 31147 h 829504"/>
                <a:gd name="connsiteX338" fmla="*/ 668849 w 736062"/>
                <a:gd name="connsiteY338" fmla="*/ 31147 h 829504"/>
                <a:gd name="connsiteX339" fmla="*/ 672128 w 736062"/>
                <a:gd name="connsiteY339" fmla="*/ 32787 h 829504"/>
                <a:gd name="connsiteX340" fmla="*/ 677046 w 736062"/>
                <a:gd name="connsiteY340" fmla="*/ 34426 h 829504"/>
                <a:gd name="connsiteX341" fmla="*/ 678685 w 736062"/>
                <a:gd name="connsiteY341" fmla="*/ 39344 h 829504"/>
                <a:gd name="connsiteX342" fmla="*/ 678685 w 736062"/>
                <a:gd name="connsiteY342" fmla="*/ 42623 h 829504"/>
                <a:gd name="connsiteX343" fmla="*/ 681964 w 736062"/>
                <a:gd name="connsiteY343" fmla="*/ 44262 h 829504"/>
                <a:gd name="connsiteX344" fmla="*/ 683603 w 736062"/>
                <a:gd name="connsiteY344" fmla="*/ 49180 h 829504"/>
                <a:gd name="connsiteX345" fmla="*/ 685243 w 736062"/>
                <a:gd name="connsiteY345" fmla="*/ 50820 h 829504"/>
                <a:gd name="connsiteX346" fmla="*/ 688521 w 736062"/>
                <a:gd name="connsiteY346" fmla="*/ 54098 h 829504"/>
                <a:gd name="connsiteX347" fmla="*/ 691800 w 736062"/>
                <a:gd name="connsiteY347" fmla="*/ 55737 h 829504"/>
                <a:gd name="connsiteX348" fmla="*/ 693439 w 736062"/>
                <a:gd name="connsiteY348" fmla="*/ 60656 h 829504"/>
                <a:gd name="connsiteX349" fmla="*/ 696718 w 736062"/>
                <a:gd name="connsiteY349" fmla="*/ 62295 h 829504"/>
                <a:gd name="connsiteX350" fmla="*/ 699997 w 736062"/>
                <a:gd name="connsiteY350" fmla="*/ 63934 h 829504"/>
                <a:gd name="connsiteX351" fmla="*/ 703275 w 736062"/>
                <a:gd name="connsiteY351" fmla="*/ 65573 h 829504"/>
                <a:gd name="connsiteX352" fmla="*/ 706554 w 736062"/>
                <a:gd name="connsiteY352" fmla="*/ 65573 h 829504"/>
                <a:gd name="connsiteX353" fmla="*/ 708193 w 736062"/>
                <a:gd name="connsiteY353" fmla="*/ 70491 h 829504"/>
                <a:gd name="connsiteX354" fmla="*/ 708193 w 736062"/>
                <a:gd name="connsiteY354" fmla="*/ 73770 h 829504"/>
                <a:gd name="connsiteX355" fmla="*/ 708193 w 736062"/>
                <a:gd name="connsiteY355" fmla="*/ 77049 h 829504"/>
                <a:gd name="connsiteX356" fmla="*/ 709833 w 736062"/>
                <a:gd name="connsiteY356" fmla="*/ 77049 h 829504"/>
                <a:gd name="connsiteX357" fmla="*/ 713112 w 736062"/>
                <a:gd name="connsiteY357" fmla="*/ 77049 h 829504"/>
                <a:gd name="connsiteX358" fmla="*/ 716390 w 736062"/>
                <a:gd name="connsiteY358" fmla="*/ 77049 h 829504"/>
                <a:gd name="connsiteX359" fmla="*/ 719669 w 736062"/>
                <a:gd name="connsiteY359" fmla="*/ 80327 h 829504"/>
                <a:gd name="connsiteX360" fmla="*/ 719669 w 736062"/>
                <a:gd name="connsiteY360" fmla="*/ 83606 h 829504"/>
                <a:gd name="connsiteX361" fmla="*/ 722947 w 736062"/>
                <a:gd name="connsiteY361" fmla="*/ 86885 h 829504"/>
                <a:gd name="connsiteX362" fmla="*/ 719669 w 736062"/>
                <a:gd name="connsiteY362" fmla="*/ 90164 h 829504"/>
                <a:gd name="connsiteX363" fmla="*/ 718029 w 736062"/>
                <a:gd name="connsiteY363" fmla="*/ 93442 h 829504"/>
                <a:gd name="connsiteX364" fmla="*/ 716390 w 736062"/>
                <a:gd name="connsiteY364" fmla="*/ 98360 h 829504"/>
                <a:gd name="connsiteX365" fmla="*/ 716390 w 736062"/>
                <a:gd name="connsiteY365" fmla="*/ 101639 h 829504"/>
                <a:gd name="connsiteX366" fmla="*/ 718029 w 736062"/>
                <a:gd name="connsiteY366" fmla="*/ 104917 h 829504"/>
                <a:gd name="connsiteX367" fmla="*/ 719669 w 736062"/>
                <a:gd name="connsiteY367" fmla="*/ 108196 h 829504"/>
                <a:gd name="connsiteX368" fmla="*/ 719669 w 736062"/>
                <a:gd name="connsiteY368" fmla="*/ 109836 h 829504"/>
                <a:gd name="connsiteX369" fmla="*/ 719669 w 736062"/>
                <a:gd name="connsiteY369" fmla="*/ 114754 h 829504"/>
                <a:gd name="connsiteX370" fmla="*/ 718029 w 736062"/>
                <a:gd name="connsiteY370" fmla="*/ 118032 h 829504"/>
                <a:gd name="connsiteX371" fmla="*/ 716390 w 736062"/>
                <a:gd name="connsiteY371" fmla="*/ 119671 h 829504"/>
                <a:gd name="connsiteX372" fmla="*/ 716390 w 736062"/>
                <a:gd name="connsiteY372" fmla="*/ 122950 h 829504"/>
                <a:gd name="connsiteX373" fmla="*/ 714750 w 736062"/>
                <a:gd name="connsiteY373" fmla="*/ 127868 h 829504"/>
                <a:gd name="connsiteX374" fmla="*/ 718029 w 736062"/>
                <a:gd name="connsiteY374" fmla="*/ 131147 h 829504"/>
                <a:gd name="connsiteX375" fmla="*/ 722947 w 736062"/>
                <a:gd name="connsiteY375" fmla="*/ 132786 h 829504"/>
                <a:gd name="connsiteX376" fmla="*/ 726226 w 736062"/>
                <a:gd name="connsiteY376" fmla="*/ 131147 h 829504"/>
                <a:gd name="connsiteX377" fmla="*/ 726226 w 736062"/>
                <a:gd name="connsiteY377" fmla="*/ 132786 h 829504"/>
                <a:gd name="connsiteX378" fmla="*/ 729505 w 736062"/>
                <a:gd name="connsiteY378" fmla="*/ 136065 h 829504"/>
                <a:gd name="connsiteX379" fmla="*/ 734423 w 736062"/>
                <a:gd name="connsiteY379" fmla="*/ 139344 h 829504"/>
                <a:gd name="connsiteX380" fmla="*/ 736062 w 736062"/>
                <a:gd name="connsiteY380" fmla="*/ 140983 h 829504"/>
                <a:gd name="connsiteX381" fmla="*/ 736062 w 736062"/>
                <a:gd name="connsiteY381" fmla="*/ 140983 h 829504"/>
                <a:gd name="connsiteX382" fmla="*/ 736062 w 736062"/>
                <a:gd name="connsiteY382" fmla="*/ 145901 h 829504"/>
                <a:gd name="connsiteX383" fmla="*/ 732783 w 736062"/>
                <a:gd name="connsiteY383" fmla="*/ 149180 h 829504"/>
                <a:gd name="connsiteX384" fmla="*/ 731144 w 736062"/>
                <a:gd name="connsiteY384" fmla="*/ 152458 h 829504"/>
                <a:gd name="connsiteX385" fmla="*/ 727865 w 736062"/>
                <a:gd name="connsiteY385" fmla="*/ 155737 h 829504"/>
                <a:gd name="connsiteX386" fmla="*/ 726226 w 736062"/>
                <a:gd name="connsiteY386" fmla="*/ 160655 h 829504"/>
                <a:gd name="connsiteX387" fmla="*/ 721308 w 736062"/>
                <a:gd name="connsiteY387" fmla="*/ 163934 h 829504"/>
                <a:gd name="connsiteX388" fmla="*/ 718029 w 736062"/>
                <a:gd name="connsiteY388" fmla="*/ 167213 h 829504"/>
                <a:gd name="connsiteX389" fmla="*/ 713112 w 736062"/>
                <a:gd name="connsiteY389" fmla="*/ 170491 h 829504"/>
                <a:gd name="connsiteX390" fmla="*/ 711472 w 736062"/>
                <a:gd name="connsiteY390" fmla="*/ 173770 h 829504"/>
                <a:gd name="connsiteX391" fmla="*/ 708193 w 736062"/>
                <a:gd name="connsiteY391" fmla="*/ 178688 h 829504"/>
                <a:gd name="connsiteX392" fmla="*/ 708193 w 736062"/>
                <a:gd name="connsiteY392" fmla="*/ 178688 h 829504"/>
                <a:gd name="connsiteX393" fmla="*/ 704915 w 736062"/>
                <a:gd name="connsiteY393" fmla="*/ 181966 h 829504"/>
                <a:gd name="connsiteX394" fmla="*/ 703275 w 736062"/>
                <a:gd name="connsiteY394" fmla="*/ 183606 h 829504"/>
                <a:gd name="connsiteX395" fmla="*/ 698357 w 736062"/>
                <a:gd name="connsiteY395" fmla="*/ 185245 h 829504"/>
                <a:gd name="connsiteX396" fmla="*/ 695079 w 736062"/>
                <a:gd name="connsiteY396" fmla="*/ 186884 h 829504"/>
                <a:gd name="connsiteX397" fmla="*/ 695079 w 736062"/>
                <a:gd name="connsiteY397" fmla="*/ 191803 h 829504"/>
                <a:gd name="connsiteX398" fmla="*/ 693439 w 736062"/>
                <a:gd name="connsiteY398" fmla="*/ 193442 h 829504"/>
                <a:gd name="connsiteX399" fmla="*/ 690160 w 736062"/>
                <a:gd name="connsiteY399" fmla="*/ 196720 h 829504"/>
                <a:gd name="connsiteX400" fmla="*/ 686882 w 736062"/>
                <a:gd name="connsiteY400" fmla="*/ 199999 h 829504"/>
                <a:gd name="connsiteX401" fmla="*/ 686882 w 736062"/>
                <a:gd name="connsiteY401" fmla="*/ 199999 h 829504"/>
                <a:gd name="connsiteX402" fmla="*/ 685243 w 736062"/>
                <a:gd name="connsiteY402" fmla="*/ 199999 h 829504"/>
                <a:gd name="connsiteX403" fmla="*/ 685243 w 736062"/>
                <a:gd name="connsiteY403" fmla="*/ 203278 h 829504"/>
                <a:gd name="connsiteX404" fmla="*/ 685243 w 736062"/>
                <a:gd name="connsiteY404" fmla="*/ 208196 h 829504"/>
                <a:gd name="connsiteX405" fmla="*/ 685243 w 736062"/>
                <a:gd name="connsiteY405" fmla="*/ 211474 h 829504"/>
                <a:gd name="connsiteX406" fmla="*/ 685243 w 736062"/>
                <a:gd name="connsiteY406" fmla="*/ 214753 h 829504"/>
                <a:gd name="connsiteX407" fmla="*/ 683603 w 736062"/>
                <a:gd name="connsiteY407" fmla="*/ 218032 h 829504"/>
                <a:gd name="connsiteX408" fmla="*/ 681964 w 736062"/>
                <a:gd name="connsiteY408" fmla="*/ 221310 h 829504"/>
                <a:gd name="connsiteX409" fmla="*/ 680325 w 736062"/>
                <a:gd name="connsiteY409" fmla="*/ 226228 h 829504"/>
                <a:gd name="connsiteX410" fmla="*/ 680325 w 736062"/>
                <a:gd name="connsiteY410" fmla="*/ 229507 h 829504"/>
                <a:gd name="connsiteX411" fmla="*/ 675406 w 736062"/>
                <a:gd name="connsiteY411" fmla="*/ 232786 h 829504"/>
                <a:gd name="connsiteX412" fmla="*/ 675406 w 736062"/>
                <a:gd name="connsiteY412" fmla="*/ 234425 h 829504"/>
                <a:gd name="connsiteX413" fmla="*/ 677046 w 736062"/>
                <a:gd name="connsiteY413" fmla="*/ 236064 h 829504"/>
                <a:gd name="connsiteX414" fmla="*/ 675406 w 736062"/>
                <a:gd name="connsiteY414" fmla="*/ 239343 h 829504"/>
                <a:gd name="connsiteX415" fmla="*/ 675406 w 736062"/>
                <a:gd name="connsiteY415" fmla="*/ 244261 h 829504"/>
                <a:gd name="connsiteX416" fmla="*/ 675406 w 736062"/>
                <a:gd name="connsiteY416" fmla="*/ 245901 h 829504"/>
                <a:gd name="connsiteX417" fmla="*/ 673767 w 736062"/>
                <a:gd name="connsiteY417" fmla="*/ 249179 h 829504"/>
                <a:gd name="connsiteX418" fmla="*/ 673767 w 736062"/>
                <a:gd name="connsiteY418" fmla="*/ 250818 h 829504"/>
                <a:gd name="connsiteX419" fmla="*/ 673767 w 736062"/>
                <a:gd name="connsiteY419" fmla="*/ 254097 h 829504"/>
                <a:gd name="connsiteX420" fmla="*/ 673767 w 736062"/>
                <a:gd name="connsiteY420" fmla="*/ 257376 h 829504"/>
                <a:gd name="connsiteX421" fmla="*/ 673767 w 736062"/>
                <a:gd name="connsiteY421" fmla="*/ 262294 h 829504"/>
                <a:gd name="connsiteX422" fmla="*/ 672128 w 736062"/>
                <a:gd name="connsiteY422" fmla="*/ 265573 h 829504"/>
                <a:gd name="connsiteX423" fmla="*/ 672128 w 736062"/>
                <a:gd name="connsiteY423" fmla="*/ 268851 h 829504"/>
                <a:gd name="connsiteX424" fmla="*/ 672128 w 736062"/>
                <a:gd name="connsiteY424" fmla="*/ 270491 h 829504"/>
                <a:gd name="connsiteX425" fmla="*/ 672128 w 736062"/>
                <a:gd name="connsiteY425" fmla="*/ 273769 h 829504"/>
                <a:gd name="connsiteX426" fmla="*/ 670489 w 736062"/>
                <a:gd name="connsiteY426" fmla="*/ 277048 h 829504"/>
                <a:gd name="connsiteX427" fmla="*/ 670489 w 736062"/>
                <a:gd name="connsiteY427" fmla="*/ 280327 h 829504"/>
                <a:gd name="connsiteX428" fmla="*/ 670489 w 736062"/>
                <a:gd name="connsiteY428" fmla="*/ 285244 h 829504"/>
                <a:gd name="connsiteX429" fmla="*/ 670489 w 736062"/>
                <a:gd name="connsiteY429" fmla="*/ 288523 h 829504"/>
                <a:gd name="connsiteX430" fmla="*/ 672128 w 736062"/>
                <a:gd name="connsiteY430" fmla="*/ 291802 h 829504"/>
                <a:gd name="connsiteX431" fmla="*/ 672128 w 736062"/>
                <a:gd name="connsiteY431" fmla="*/ 295081 h 829504"/>
                <a:gd name="connsiteX432" fmla="*/ 672128 w 736062"/>
                <a:gd name="connsiteY432" fmla="*/ 298359 h 829504"/>
                <a:gd name="connsiteX433" fmla="*/ 667210 w 736062"/>
                <a:gd name="connsiteY433" fmla="*/ 299998 h 829504"/>
                <a:gd name="connsiteX434" fmla="*/ 663931 w 736062"/>
                <a:gd name="connsiteY434" fmla="*/ 303277 h 829504"/>
                <a:gd name="connsiteX435" fmla="*/ 660653 w 736062"/>
                <a:gd name="connsiteY435" fmla="*/ 306556 h 829504"/>
                <a:gd name="connsiteX436" fmla="*/ 657374 w 736062"/>
                <a:gd name="connsiteY436" fmla="*/ 311474 h 829504"/>
                <a:gd name="connsiteX437" fmla="*/ 657374 w 736062"/>
                <a:gd name="connsiteY437" fmla="*/ 311474 h 829504"/>
                <a:gd name="connsiteX438" fmla="*/ 654095 w 736062"/>
                <a:gd name="connsiteY438" fmla="*/ 316392 h 829504"/>
                <a:gd name="connsiteX439" fmla="*/ 652456 w 736062"/>
                <a:gd name="connsiteY439" fmla="*/ 319671 h 829504"/>
                <a:gd name="connsiteX440" fmla="*/ 652456 w 736062"/>
                <a:gd name="connsiteY440" fmla="*/ 322950 h 829504"/>
                <a:gd name="connsiteX441" fmla="*/ 654095 w 736062"/>
                <a:gd name="connsiteY441" fmla="*/ 326228 h 829504"/>
                <a:gd name="connsiteX442" fmla="*/ 654095 w 736062"/>
                <a:gd name="connsiteY442" fmla="*/ 331146 h 829504"/>
                <a:gd name="connsiteX443" fmla="*/ 652456 w 736062"/>
                <a:gd name="connsiteY443" fmla="*/ 334425 h 829504"/>
                <a:gd name="connsiteX444" fmla="*/ 649177 w 736062"/>
                <a:gd name="connsiteY444" fmla="*/ 337703 h 829504"/>
                <a:gd name="connsiteX445" fmla="*/ 645899 w 736062"/>
                <a:gd name="connsiteY445" fmla="*/ 340982 h 829504"/>
                <a:gd name="connsiteX446" fmla="*/ 642620 w 736062"/>
                <a:gd name="connsiteY446" fmla="*/ 342621 h 829504"/>
                <a:gd name="connsiteX447" fmla="*/ 642620 w 736062"/>
                <a:gd name="connsiteY447" fmla="*/ 345900 h 829504"/>
                <a:gd name="connsiteX448" fmla="*/ 642620 w 736062"/>
                <a:gd name="connsiteY448" fmla="*/ 347540 h 829504"/>
                <a:gd name="connsiteX449" fmla="*/ 644259 w 736062"/>
                <a:gd name="connsiteY449" fmla="*/ 350818 h 829504"/>
                <a:gd name="connsiteX450" fmla="*/ 644259 w 736062"/>
                <a:gd name="connsiteY450" fmla="*/ 354097 h 829504"/>
                <a:gd name="connsiteX451" fmla="*/ 647538 w 736062"/>
                <a:gd name="connsiteY451" fmla="*/ 355736 h 829504"/>
                <a:gd name="connsiteX452" fmla="*/ 649177 w 736062"/>
                <a:gd name="connsiteY452" fmla="*/ 357375 h 829504"/>
                <a:gd name="connsiteX453" fmla="*/ 649177 w 736062"/>
                <a:gd name="connsiteY453" fmla="*/ 362294 h 829504"/>
                <a:gd name="connsiteX454" fmla="*/ 650816 w 736062"/>
                <a:gd name="connsiteY454" fmla="*/ 365572 h 829504"/>
                <a:gd name="connsiteX455" fmla="*/ 654095 w 736062"/>
                <a:gd name="connsiteY455" fmla="*/ 368851 h 829504"/>
                <a:gd name="connsiteX456" fmla="*/ 657374 w 736062"/>
                <a:gd name="connsiteY456" fmla="*/ 372130 h 829504"/>
                <a:gd name="connsiteX457" fmla="*/ 655735 w 736062"/>
                <a:gd name="connsiteY457" fmla="*/ 377047 h 829504"/>
                <a:gd name="connsiteX458" fmla="*/ 655735 w 736062"/>
                <a:gd name="connsiteY458" fmla="*/ 380326 h 829504"/>
                <a:gd name="connsiteX459" fmla="*/ 657374 w 736062"/>
                <a:gd name="connsiteY459" fmla="*/ 381965 h 829504"/>
                <a:gd name="connsiteX460" fmla="*/ 655735 w 736062"/>
                <a:gd name="connsiteY460" fmla="*/ 383605 h 829504"/>
                <a:gd name="connsiteX461" fmla="*/ 655735 w 736062"/>
                <a:gd name="connsiteY461" fmla="*/ 383605 h 829504"/>
                <a:gd name="connsiteX462" fmla="*/ 657374 w 736062"/>
                <a:gd name="connsiteY462" fmla="*/ 388523 h 829504"/>
                <a:gd name="connsiteX463" fmla="*/ 657374 w 736062"/>
                <a:gd name="connsiteY463" fmla="*/ 391801 h 829504"/>
                <a:gd name="connsiteX464" fmla="*/ 657374 w 736062"/>
                <a:gd name="connsiteY464" fmla="*/ 395080 h 829504"/>
                <a:gd name="connsiteX465" fmla="*/ 657374 w 736062"/>
                <a:gd name="connsiteY465" fmla="*/ 398359 h 829504"/>
                <a:gd name="connsiteX466" fmla="*/ 655735 w 736062"/>
                <a:gd name="connsiteY466" fmla="*/ 403277 h 829504"/>
                <a:gd name="connsiteX467" fmla="*/ 655735 w 736062"/>
                <a:gd name="connsiteY467" fmla="*/ 406555 h 829504"/>
                <a:gd name="connsiteX468" fmla="*/ 657374 w 736062"/>
                <a:gd name="connsiteY468" fmla="*/ 411474 h 829504"/>
                <a:gd name="connsiteX469" fmla="*/ 660653 w 736062"/>
                <a:gd name="connsiteY469" fmla="*/ 414752 h 829504"/>
                <a:gd name="connsiteX470" fmla="*/ 662292 w 736062"/>
                <a:gd name="connsiteY470" fmla="*/ 418031 h 829504"/>
                <a:gd name="connsiteX471" fmla="*/ 662292 w 736062"/>
                <a:gd name="connsiteY471" fmla="*/ 421310 h 829504"/>
                <a:gd name="connsiteX472" fmla="*/ 662292 w 736062"/>
                <a:gd name="connsiteY472" fmla="*/ 426228 h 829504"/>
                <a:gd name="connsiteX473" fmla="*/ 662292 w 736062"/>
                <a:gd name="connsiteY473" fmla="*/ 429506 h 829504"/>
                <a:gd name="connsiteX474" fmla="*/ 663931 w 736062"/>
                <a:gd name="connsiteY474" fmla="*/ 432785 h 829504"/>
                <a:gd name="connsiteX475" fmla="*/ 663931 w 736062"/>
                <a:gd name="connsiteY475" fmla="*/ 436064 h 829504"/>
                <a:gd name="connsiteX476" fmla="*/ 662292 w 736062"/>
                <a:gd name="connsiteY476" fmla="*/ 440981 h 829504"/>
                <a:gd name="connsiteX477" fmla="*/ 662292 w 736062"/>
                <a:gd name="connsiteY477" fmla="*/ 444260 h 829504"/>
                <a:gd name="connsiteX478" fmla="*/ 660653 w 736062"/>
                <a:gd name="connsiteY478" fmla="*/ 447539 h 829504"/>
                <a:gd name="connsiteX479" fmla="*/ 660653 w 736062"/>
                <a:gd name="connsiteY479" fmla="*/ 452457 h 829504"/>
                <a:gd name="connsiteX480" fmla="*/ 660653 w 736062"/>
                <a:gd name="connsiteY480" fmla="*/ 455735 h 829504"/>
                <a:gd name="connsiteX481" fmla="*/ 660653 w 736062"/>
                <a:gd name="connsiteY481" fmla="*/ 457375 h 829504"/>
                <a:gd name="connsiteX482" fmla="*/ 662292 w 736062"/>
                <a:gd name="connsiteY482" fmla="*/ 460654 h 829504"/>
                <a:gd name="connsiteX483" fmla="*/ 663931 w 736062"/>
                <a:gd name="connsiteY483" fmla="*/ 465572 h 829504"/>
                <a:gd name="connsiteX484" fmla="*/ 665570 w 736062"/>
                <a:gd name="connsiteY484" fmla="*/ 468850 h 829504"/>
                <a:gd name="connsiteX485" fmla="*/ 667210 w 736062"/>
                <a:gd name="connsiteY485" fmla="*/ 472129 h 829504"/>
                <a:gd name="connsiteX486" fmla="*/ 667210 w 736062"/>
                <a:gd name="connsiteY486" fmla="*/ 477047 h 829504"/>
                <a:gd name="connsiteX487" fmla="*/ 668849 w 736062"/>
                <a:gd name="connsiteY487" fmla="*/ 480325 h 829504"/>
                <a:gd name="connsiteX488" fmla="*/ 670489 w 736062"/>
                <a:gd name="connsiteY488" fmla="*/ 483604 h 829504"/>
                <a:gd name="connsiteX489" fmla="*/ 670489 w 736062"/>
                <a:gd name="connsiteY489" fmla="*/ 488522 h 829504"/>
                <a:gd name="connsiteX490" fmla="*/ 670489 w 736062"/>
                <a:gd name="connsiteY490" fmla="*/ 491801 h 829504"/>
                <a:gd name="connsiteX491" fmla="*/ 668849 w 736062"/>
                <a:gd name="connsiteY491" fmla="*/ 495080 h 829504"/>
                <a:gd name="connsiteX492" fmla="*/ 665570 w 736062"/>
                <a:gd name="connsiteY492" fmla="*/ 498358 h 829504"/>
                <a:gd name="connsiteX493" fmla="*/ 665570 w 736062"/>
                <a:gd name="connsiteY493" fmla="*/ 503277 h 829504"/>
                <a:gd name="connsiteX494" fmla="*/ 667210 w 736062"/>
                <a:gd name="connsiteY494" fmla="*/ 506555 h 829504"/>
                <a:gd name="connsiteX495" fmla="*/ 667210 w 736062"/>
                <a:gd name="connsiteY495" fmla="*/ 509834 h 829504"/>
                <a:gd name="connsiteX496" fmla="*/ 667210 w 736062"/>
                <a:gd name="connsiteY496" fmla="*/ 514752 h 829504"/>
                <a:gd name="connsiteX497" fmla="*/ 668849 w 736062"/>
                <a:gd name="connsiteY497" fmla="*/ 518031 h 829504"/>
                <a:gd name="connsiteX498" fmla="*/ 672128 w 736062"/>
                <a:gd name="connsiteY498" fmla="*/ 521309 h 829504"/>
                <a:gd name="connsiteX499" fmla="*/ 673767 w 736062"/>
                <a:gd name="connsiteY499" fmla="*/ 524588 h 829504"/>
                <a:gd name="connsiteX500" fmla="*/ 675406 w 736062"/>
                <a:gd name="connsiteY500" fmla="*/ 529506 h 829504"/>
                <a:gd name="connsiteX501" fmla="*/ 678685 w 736062"/>
                <a:gd name="connsiteY501" fmla="*/ 532784 h 829504"/>
                <a:gd name="connsiteX502" fmla="*/ 681964 w 736062"/>
                <a:gd name="connsiteY502" fmla="*/ 536063 h 829504"/>
                <a:gd name="connsiteX503" fmla="*/ 685243 w 736062"/>
                <a:gd name="connsiteY503" fmla="*/ 537702 h 829504"/>
                <a:gd name="connsiteX504" fmla="*/ 686882 w 736062"/>
                <a:gd name="connsiteY504" fmla="*/ 539342 h 829504"/>
                <a:gd name="connsiteX505" fmla="*/ 690160 w 736062"/>
                <a:gd name="connsiteY505" fmla="*/ 542621 h 829504"/>
                <a:gd name="connsiteX506" fmla="*/ 693439 w 736062"/>
                <a:gd name="connsiteY506" fmla="*/ 545899 h 829504"/>
                <a:gd name="connsiteX507" fmla="*/ 695079 w 736062"/>
                <a:gd name="connsiteY507" fmla="*/ 550817 h 829504"/>
                <a:gd name="connsiteX508" fmla="*/ 698357 w 736062"/>
                <a:gd name="connsiteY508" fmla="*/ 554096 h 829504"/>
                <a:gd name="connsiteX509" fmla="*/ 699997 w 736062"/>
                <a:gd name="connsiteY509" fmla="*/ 557374 h 829504"/>
                <a:gd name="connsiteX510" fmla="*/ 699997 w 736062"/>
                <a:gd name="connsiteY510" fmla="*/ 562292 h 829504"/>
                <a:gd name="connsiteX511" fmla="*/ 701636 w 736062"/>
                <a:gd name="connsiteY511" fmla="*/ 565571 h 829504"/>
                <a:gd name="connsiteX512" fmla="*/ 701636 w 736062"/>
                <a:gd name="connsiteY512" fmla="*/ 568850 h 829504"/>
                <a:gd name="connsiteX513" fmla="*/ 703275 w 736062"/>
                <a:gd name="connsiteY513" fmla="*/ 573768 h 829504"/>
                <a:gd name="connsiteX514" fmla="*/ 704915 w 736062"/>
                <a:gd name="connsiteY514" fmla="*/ 577047 h 829504"/>
                <a:gd name="connsiteX515" fmla="*/ 706554 w 736062"/>
                <a:gd name="connsiteY515" fmla="*/ 580325 h 829504"/>
                <a:gd name="connsiteX516" fmla="*/ 709833 w 736062"/>
                <a:gd name="connsiteY516" fmla="*/ 585243 h 829504"/>
                <a:gd name="connsiteX517" fmla="*/ 711472 w 736062"/>
                <a:gd name="connsiteY517" fmla="*/ 588522 h 829504"/>
                <a:gd name="connsiteX518" fmla="*/ 711472 w 736062"/>
                <a:gd name="connsiteY518" fmla="*/ 591801 h 829504"/>
                <a:gd name="connsiteX519" fmla="*/ 713112 w 736062"/>
                <a:gd name="connsiteY519" fmla="*/ 595079 h 829504"/>
                <a:gd name="connsiteX520" fmla="*/ 713112 w 736062"/>
                <a:gd name="connsiteY520" fmla="*/ 598358 h 829504"/>
                <a:gd name="connsiteX521" fmla="*/ 709833 w 736062"/>
                <a:gd name="connsiteY521" fmla="*/ 598358 h 829504"/>
                <a:gd name="connsiteX522" fmla="*/ 706554 w 736062"/>
                <a:gd name="connsiteY522" fmla="*/ 599997 h 829504"/>
                <a:gd name="connsiteX523" fmla="*/ 706554 w 736062"/>
                <a:gd name="connsiteY523" fmla="*/ 599997 h 829504"/>
                <a:gd name="connsiteX524" fmla="*/ 703275 w 736062"/>
                <a:gd name="connsiteY524" fmla="*/ 599997 h 829504"/>
                <a:gd name="connsiteX525" fmla="*/ 698357 w 736062"/>
                <a:gd name="connsiteY525" fmla="*/ 601637 h 829504"/>
                <a:gd name="connsiteX526" fmla="*/ 695079 w 736062"/>
                <a:gd name="connsiteY526" fmla="*/ 601637 h 829504"/>
                <a:gd name="connsiteX527" fmla="*/ 691800 w 736062"/>
                <a:gd name="connsiteY527" fmla="*/ 601637 h 829504"/>
                <a:gd name="connsiteX528" fmla="*/ 686882 w 736062"/>
                <a:gd name="connsiteY528" fmla="*/ 603276 h 829504"/>
                <a:gd name="connsiteX529" fmla="*/ 685243 w 736062"/>
                <a:gd name="connsiteY529" fmla="*/ 603276 h 829504"/>
                <a:gd name="connsiteX530" fmla="*/ 680325 w 736062"/>
                <a:gd name="connsiteY530" fmla="*/ 604915 h 829504"/>
                <a:gd name="connsiteX531" fmla="*/ 677046 w 736062"/>
                <a:gd name="connsiteY531" fmla="*/ 604915 h 829504"/>
                <a:gd name="connsiteX532" fmla="*/ 673767 w 736062"/>
                <a:gd name="connsiteY532" fmla="*/ 606555 h 829504"/>
                <a:gd name="connsiteX533" fmla="*/ 668849 w 736062"/>
                <a:gd name="connsiteY533" fmla="*/ 606555 h 829504"/>
                <a:gd name="connsiteX534" fmla="*/ 668849 w 736062"/>
                <a:gd name="connsiteY534" fmla="*/ 606555 h 829504"/>
                <a:gd name="connsiteX535" fmla="*/ 663931 w 736062"/>
                <a:gd name="connsiteY535" fmla="*/ 606555 h 829504"/>
                <a:gd name="connsiteX536" fmla="*/ 660653 w 736062"/>
                <a:gd name="connsiteY536" fmla="*/ 608194 h 829504"/>
                <a:gd name="connsiteX537" fmla="*/ 657374 w 736062"/>
                <a:gd name="connsiteY537" fmla="*/ 608194 h 829504"/>
                <a:gd name="connsiteX538" fmla="*/ 652456 w 736062"/>
                <a:gd name="connsiteY538" fmla="*/ 609833 h 829504"/>
                <a:gd name="connsiteX539" fmla="*/ 649177 w 736062"/>
                <a:gd name="connsiteY539" fmla="*/ 609833 h 829504"/>
                <a:gd name="connsiteX540" fmla="*/ 645899 w 736062"/>
                <a:gd name="connsiteY540" fmla="*/ 609833 h 829504"/>
                <a:gd name="connsiteX541" fmla="*/ 642620 w 736062"/>
                <a:gd name="connsiteY541" fmla="*/ 611472 h 829504"/>
                <a:gd name="connsiteX542" fmla="*/ 644259 w 736062"/>
                <a:gd name="connsiteY542" fmla="*/ 614751 h 829504"/>
                <a:gd name="connsiteX543" fmla="*/ 644259 w 736062"/>
                <a:gd name="connsiteY543" fmla="*/ 619669 h 829504"/>
                <a:gd name="connsiteX544" fmla="*/ 642620 w 736062"/>
                <a:gd name="connsiteY544" fmla="*/ 622948 h 829504"/>
                <a:gd name="connsiteX545" fmla="*/ 640980 w 736062"/>
                <a:gd name="connsiteY545" fmla="*/ 626227 h 829504"/>
                <a:gd name="connsiteX546" fmla="*/ 637702 w 736062"/>
                <a:gd name="connsiteY546" fmla="*/ 631145 h 829504"/>
                <a:gd name="connsiteX547" fmla="*/ 634423 w 736062"/>
                <a:gd name="connsiteY547" fmla="*/ 634424 h 829504"/>
                <a:gd name="connsiteX548" fmla="*/ 631145 w 736062"/>
                <a:gd name="connsiteY548" fmla="*/ 637702 h 829504"/>
                <a:gd name="connsiteX549" fmla="*/ 627866 w 736062"/>
                <a:gd name="connsiteY549" fmla="*/ 640981 h 829504"/>
                <a:gd name="connsiteX550" fmla="*/ 622948 w 736062"/>
                <a:gd name="connsiteY550" fmla="*/ 642620 h 829504"/>
                <a:gd name="connsiteX551" fmla="*/ 621309 w 736062"/>
                <a:gd name="connsiteY551" fmla="*/ 647538 h 829504"/>
                <a:gd name="connsiteX552" fmla="*/ 624587 w 736062"/>
                <a:gd name="connsiteY552" fmla="*/ 649177 h 829504"/>
                <a:gd name="connsiteX553" fmla="*/ 626226 w 736062"/>
                <a:gd name="connsiteY553" fmla="*/ 650817 h 829504"/>
                <a:gd name="connsiteX554" fmla="*/ 626226 w 736062"/>
                <a:gd name="connsiteY554" fmla="*/ 650817 h 829504"/>
                <a:gd name="connsiteX555" fmla="*/ 626226 w 736062"/>
                <a:gd name="connsiteY555" fmla="*/ 652456 h 829504"/>
                <a:gd name="connsiteX556" fmla="*/ 627866 w 736062"/>
                <a:gd name="connsiteY556" fmla="*/ 655735 h 829504"/>
                <a:gd name="connsiteX557" fmla="*/ 629505 w 736062"/>
                <a:gd name="connsiteY557" fmla="*/ 659014 h 829504"/>
                <a:gd name="connsiteX558" fmla="*/ 631145 w 736062"/>
                <a:gd name="connsiteY558" fmla="*/ 662292 h 829504"/>
                <a:gd name="connsiteX559" fmla="*/ 632784 w 736062"/>
                <a:gd name="connsiteY559" fmla="*/ 667210 h 829504"/>
                <a:gd name="connsiteX560" fmla="*/ 632784 w 736062"/>
                <a:gd name="connsiteY560" fmla="*/ 670489 h 829504"/>
                <a:gd name="connsiteX561" fmla="*/ 631145 w 736062"/>
                <a:gd name="connsiteY561" fmla="*/ 673768 h 829504"/>
                <a:gd name="connsiteX562" fmla="*/ 631145 w 736062"/>
                <a:gd name="connsiteY562" fmla="*/ 678685 h 829504"/>
                <a:gd name="connsiteX563" fmla="*/ 631145 w 736062"/>
                <a:gd name="connsiteY563" fmla="*/ 681964 h 829504"/>
                <a:gd name="connsiteX564" fmla="*/ 629505 w 736062"/>
                <a:gd name="connsiteY564" fmla="*/ 685243 h 829504"/>
                <a:gd name="connsiteX565" fmla="*/ 629505 w 736062"/>
                <a:gd name="connsiteY565" fmla="*/ 690161 h 829504"/>
                <a:gd name="connsiteX566" fmla="*/ 629505 w 736062"/>
                <a:gd name="connsiteY566" fmla="*/ 693439 h 829504"/>
                <a:gd name="connsiteX567" fmla="*/ 631145 w 736062"/>
                <a:gd name="connsiteY567" fmla="*/ 696718 h 829504"/>
                <a:gd name="connsiteX568" fmla="*/ 629505 w 736062"/>
                <a:gd name="connsiteY568" fmla="*/ 701636 h 829504"/>
                <a:gd name="connsiteX569" fmla="*/ 631145 w 736062"/>
                <a:gd name="connsiteY569" fmla="*/ 704915 h 829504"/>
                <a:gd name="connsiteX570" fmla="*/ 631145 w 736062"/>
                <a:gd name="connsiteY570" fmla="*/ 708194 h 829504"/>
                <a:gd name="connsiteX571" fmla="*/ 629505 w 736062"/>
                <a:gd name="connsiteY571" fmla="*/ 711472 h 829504"/>
                <a:gd name="connsiteX572" fmla="*/ 626226 w 736062"/>
                <a:gd name="connsiteY572" fmla="*/ 716390 h 829504"/>
                <a:gd name="connsiteX573" fmla="*/ 626226 w 736062"/>
                <a:gd name="connsiteY573" fmla="*/ 719669 h 829504"/>
                <a:gd name="connsiteX574" fmla="*/ 624587 w 736062"/>
                <a:gd name="connsiteY574" fmla="*/ 722948 h 829504"/>
                <a:gd name="connsiteX575" fmla="*/ 624587 w 736062"/>
                <a:gd name="connsiteY575" fmla="*/ 727865 h 829504"/>
                <a:gd name="connsiteX576" fmla="*/ 622948 w 736062"/>
                <a:gd name="connsiteY576" fmla="*/ 731144 h 829504"/>
                <a:gd name="connsiteX577" fmla="*/ 622948 w 736062"/>
                <a:gd name="connsiteY577" fmla="*/ 734423 h 829504"/>
                <a:gd name="connsiteX578" fmla="*/ 622948 w 736062"/>
                <a:gd name="connsiteY578" fmla="*/ 736062 h 829504"/>
                <a:gd name="connsiteX579" fmla="*/ 621309 w 736062"/>
                <a:gd name="connsiteY579" fmla="*/ 737702 h 829504"/>
                <a:gd name="connsiteX580" fmla="*/ 619669 w 736062"/>
                <a:gd name="connsiteY580" fmla="*/ 742619 h 829504"/>
                <a:gd name="connsiteX581" fmla="*/ 619669 w 736062"/>
                <a:gd name="connsiteY581" fmla="*/ 745898 h 829504"/>
                <a:gd name="connsiteX582" fmla="*/ 621309 w 736062"/>
                <a:gd name="connsiteY582" fmla="*/ 749177 h 829504"/>
                <a:gd name="connsiteX583" fmla="*/ 622948 w 736062"/>
                <a:gd name="connsiteY583" fmla="*/ 754095 h 829504"/>
                <a:gd name="connsiteX584" fmla="*/ 622948 w 736062"/>
                <a:gd name="connsiteY584" fmla="*/ 757374 h 829504"/>
                <a:gd name="connsiteX585" fmla="*/ 626226 w 736062"/>
                <a:gd name="connsiteY585" fmla="*/ 760652 h 829504"/>
                <a:gd name="connsiteX586" fmla="*/ 629505 w 736062"/>
                <a:gd name="connsiteY586" fmla="*/ 765570 h 829504"/>
                <a:gd name="connsiteX587" fmla="*/ 632784 w 736062"/>
                <a:gd name="connsiteY587" fmla="*/ 765570 h 829504"/>
                <a:gd name="connsiteX588" fmla="*/ 634423 w 736062"/>
                <a:gd name="connsiteY588" fmla="*/ 768849 h 829504"/>
                <a:gd name="connsiteX589" fmla="*/ 637702 w 736062"/>
                <a:gd name="connsiteY589" fmla="*/ 772128 h 829504"/>
                <a:gd name="connsiteX590" fmla="*/ 640980 w 736062"/>
                <a:gd name="connsiteY590" fmla="*/ 775406 h 829504"/>
                <a:gd name="connsiteX591" fmla="*/ 642620 w 736062"/>
                <a:gd name="connsiteY591" fmla="*/ 780324 h 829504"/>
                <a:gd name="connsiteX592" fmla="*/ 645899 w 736062"/>
                <a:gd name="connsiteY592" fmla="*/ 781964 h 829504"/>
                <a:gd name="connsiteX593" fmla="*/ 650816 w 736062"/>
                <a:gd name="connsiteY593" fmla="*/ 781964 h 829504"/>
                <a:gd name="connsiteX594" fmla="*/ 654095 w 736062"/>
                <a:gd name="connsiteY594" fmla="*/ 783603 h 829504"/>
                <a:gd name="connsiteX595" fmla="*/ 657374 w 736062"/>
                <a:gd name="connsiteY595" fmla="*/ 785242 h 829504"/>
                <a:gd name="connsiteX596" fmla="*/ 662292 w 736062"/>
                <a:gd name="connsiteY596" fmla="*/ 783603 h 829504"/>
                <a:gd name="connsiteX597" fmla="*/ 660653 w 736062"/>
                <a:gd name="connsiteY597" fmla="*/ 780324 h 829504"/>
                <a:gd name="connsiteX598" fmla="*/ 663931 w 736062"/>
                <a:gd name="connsiteY598" fmla="*/ 775406 h 829504"/>
                <a:gd name="connsiteX599" fmla="*/ 667210 w 736062"/>
                <a:gd name="connsiteY599" fmla="*/ 775406 h 829504"/>
                <a:gd name="connsiteX600" fmla="*/ 670489 w 736062"/>
                <a:gd name="connsiteY600" fmla="*/ 775406 h 829504"/>
                <a:gd name="connsiteX601" fmla="*/ 673767 w 736062"/>
                <a:gd name="connsiteY601" fmla="*/ 773767 h 829504"/>
                <a:gd name="connsiteX602" fmla="*/ 673767 w 736062"/>
                <a:gd name="connsiteY602" fmla="*/ 773767 h 829504"/>
                <a:gd name="connsiteX603" fmla="*/ 673767 w 736062"/>
                <a:gd name="connsiteY603" fmla="*/ 777046 h 829504"/>
                <a:gd name="connsiteX604" fmla="*/ 673767 w 736062"/>
                <a:gd name="connsiteY604" fmla="*/ 780324 h 829504"/>
                <a:gd name="connsiteX605" fmla="*/ 673767 w 736062"/>
                <a:gd name="connsiteY605" fmla="*/ 785242 h 829504"/>
                <a:gd name="connsiteX606" fmla="*/ 673767 w 736062"/>
                <a:gd name="connsiteY606" fmla="*/ 786882 h 829504"/>
                <a:gd name="connsiteX607" fmla="*/ 673767 w 736062"/>
                <a:gd name="connsiteY607" fmla="*/ 790161 h 829504"/>
                <a:gd name="connsiteX608" fmla="*/ 673767 w 736062"/>
                <a:gd name="connsiteY608" fmla="*/ 795078 h 829504"/>
                <a:gd name="connsiteX609" fmla="*/ 673767 w 736062"/>
                <a:gd name="connsiteY609" fmla="*/ 798357 h 829504"/>
                <a:gd name="connsiteX610" fmla="*/ 673767 w 736062"/>
                <a:gd name="connsiteY610" fmla="*/ 803275 h 829504"/>
                <a:gd name="connsiteX611" fmla="*/ 673767 w 736062"/>
                <a:gd name="connsiteY611" fmla="*/ 806554 h 829504"/>
                <a:gd name="connsiteX612" fmla="*/ 673767 w 736062"/>
                <a:gd name="connsiteY612" fmla="*/ 809832 h 829504"/>
                <a:gd name="connsiteX613" fmla="*/ 673767 w 736062"/>
                <a:gd name="connsiteY613" fmla="*/ 814751 h 829504"/>
                <a:gd name="connsiteX614" fmla="*/ 673767 w 736062"/>
                <a:gd name="connsiteY614" fmla="*/ 818029 h 829504"/>
                <a:gd name="connsiteX615" fmla="*/ 673767 w 736062"/>
                <a:gd name="connsiteY615" fmla="*/ 821308 h 829504"/>
                <a:gd name="connsiteX616" fmla="*/ 673767 w 736062"/>
                <a:gd name="connsiteY616" fmla="*/ 826226 h 829504"/>
                <a:gd name="connsiteX617" fmla="*/ 673767 w 736062"/>
                <a:gd name="connsiteY617" fmla="*/ 829504 h 829504"/>
                <a:gd name="connsiteX618" fmla="*/ 668849 w 736062"/>
                <a:gd name="connsiteY618" fmla="*/ 829504 h 829504"/>
                <a:gd name="connsiteX619" fmla="*/ 665570 w 736062"/>
                <a:gd name="connsiteY619" fmla="*/ 826226 h 829504"/>
                <a:gd name="connsiteX620" fmla="*/ 668849 w 736062"/>
                <a:gd name="connsiteY620" fmla="*/ 822947 h 829504"/>
                <a:gd name="connsiteX621" fmla="*/ 665570 w 736062"/>
                <a:gd name="connsiteY621" fmla="*/ 819668 h 829504"/>
                <a:gd name="connsiteX622" fmla="*/ 660653 w 736062"/>
                <a:gd name="connsiteY622" fmla="*/ 822947 h 829504"/>
                <a:gd name="connsiteX623" fmla="*/ 657374 w 736062"/>
                <a:gd name="connsiteY623" fmla="*/ 824586 h 829504"/>
                <a:gd name="connsiteX624" fmla="*/ 654095 w 736062"/>
                <a:gd name="connsiteY624" fmla="*/ 827865 h 829504"/>
                <a:gd name="connsiteX625" fmla="*/ 650816 w 736062"/>
                <a:gd name="connsiteY625" fmla="*/ 829504 h 829504"/>
                <a:gd name="connsiteX626" fmla="*/ 645899 w 736062"/>
                <a:gd name="connsiteY626" fmla="*/ 827865 h 829504"/>
                <a:gd name="connsiteX627" fmla="*/ 644259 w 736062"/>
                <a:gd name="connsiteY627" fmla="*/ 827865 h 829504"/>
                <a:gd name="connsiteX628" fmla="*/ 640980 w 736062"/>
                <a:gd name="connsiteY628" fmla="*/ 826226 h 829504"/>
                <a:gd name="connsiteX629" fmla="*/ 640980 w 736062"/>
                <a:gd name="connsiteY629" fmla="*/ 822947 h 829504"/>
                <a:gd name="connsiteX630" fmla="*/ 639341 w 736062"/>
                <a:gd name="connsiteY630" fmla="*/ 818029 h 829504"/>
                <a:gd name="connsiteX631" fmla="*/ 637702 w 736062"/>
                <a:gd name="connsiteY631" fmla="*/ 814751 h 829504"/>
                <a:gd name="connsiteX632" fmla="*/ 636062 w 736062"/>
                <a:gd name="connsiteY632" fmla="*/ 811472 h 829504"/>
                <a:gd name="connsiteX633" fmla="*/ 636062 w 736062"/>
                <a:gd name="connsiteY633" fmla="*/ 809832 h 829504"/>
                <a:gd name="connsiteX634" fmla="*/ 632784 w 736062"/>
                <a:gd name="connsiteY634" fmla="*/ 806554 h 829504"/>
                <a:gd name="connsiteX635" fmla="*/ 629505 w 736062"/>
                <a:gd name="connsiteY635" fmla="*/ 803275 h 829504"/>
                <a:gd name="connsiteX636" fmla="*/ 627866 w 736062"/>
                <a:gd name="connsiteY636" fmla="*/ 803275 h 829504"/>
                <a:gd name="connsiteX637" fmla="*/ 624587 w 736062"/>
                <a:gd name="connsiteY637" fmla="*/ 801636 h 829504"/>
                <a:gd name="connsiteX638" fmla="*/ 624587 w 736062"/>
                <a:gd name="connsiteY638" fmla="*/ 798357 h 829504"/>
                <a:gd name="connsiteX639" fmla="*/ 622948 w 736062"/>
                <a:gd name="connsiteY639" fmla="*/ 793439 h 829504"/>
                <a:gd name="connsiteX640" fmla="*/ 622948 w 736062"/>
                <a:gd name="connsiteY640" fmla="*/ 790161 h 829504"/>
                <a:gd name="connsiteX641" fmla="*/ 619669 w 736062"/>
                <a:gd name="connsiteY641" fmla="*/ 786882 h 829504"/>
                <a:gd name="connsiteX642" fmla="*/ 618030 w 736062"/>
                <a:gd name="connsiteY642" fmla="*/ 786882 h 829504"/>
                <a:gd name="connsiteX643" fmla="*/ 618030 w 736062"/>
                <a:gd name="connsiteY643" fmla="*/ 785242 h 829504"/>
                <a:gd name="connsiteX644" fmla="*/ 614751 w 736062"/>
                <a:gd name="connsiteY644" fmla="*/ 785242 h 829504"/>
                <a:gd name="connsiteX645" fmla="*/ 609833 w 736062"/>
                <a:gd name="connsiteY645" fmla="*/ 785242 h 829504"/>
                <a:gd name="connsiteX646" fmla="*/ 606555 w 736062"/>
                <a:gd name="connsiteY646" fmla="*/ 781964 h 829504"/>
                <a:gd name="connsiteX647" fmla="*/ 603276 w 736062"/>
                <a:gd name="connsiteY647" fmla="*/ 780324 h 829504"/>
                <a:gd name="connsiteX648" fmla="*/ 599997 w 736062"/>
                <a:gd name="connsiteY648" fmla="*/ 777046 h 829504"/>
                <a:gd name="connsiteX649" fmla="*/ 596719 w 736062"/>
                <a:gd name="connsiteY649" fmla="*/ 778685 h 829504"/>
                <a:gd name="connsiteX650" fmla="*/ 593440 w 736062"/>
                <a:gd name="connsiteY650" fmla="*/ 780324 h 829504"/>
                <a:gd name="connsiteX651" fmla="*/ 590161 w 736062"/>
                <a:gd name="connsiteY651" fmla="*/ 777046 h 829504"/>
                <a:gd name="connsiteX652" fmla="*/ 586882 w 736062"/>
                <a:gd name="connsiteY652" fmla="*/ 772128 h 829504"/>
                <a:gd name="connsiteX653" fmla="*/ 585243 w 736062"/>
                <a:gd name="connsiteY653" fmla="*/ 768849 h 829504"/>
                <a:gd name="connsiteX654" fmla="*/ 585243 w 736062"/>
                <a:gd name="connsiteY654" fmla="*/ 765570 h 829504"/>
                <a:gd name="connsiteX655" fmla="*/ 581965 w 736062"/>
                <a:gd name="connsiteY655" fmla="*/ 762292 h 829504"/>
                <a:gd name="connsiteX656" fmla="*/ 578686 w 736062"/>
                <a:gd name="connsiteY656" fmla="*/ 759013 h 829504"/>
                <a:gd name="connsiteX657" fmla="*/ 575407 w 736062"/>
                <a:gd name="connsiteY657" fmla="*/ 755734 h 829504"/>
                <a:gd name="connsiteX658" fmla="*/ 575407 w 736062"/>
                <a:gd name="connsiteY658" fmla="*/ 750816 h 829504"/>
                <a:gd name="connsiteX659" fmla="*/ 575407 w 736062"/>
                <a:gd name="connsiteY659" fmla="*/ 747538 h 829504"/>
                <a:gd name="connsiteX660" fmla="*/ 575407 w 736062"/>
                <a:gd name="connsiteY660" fmla="*/ 747538 h 829504"/>
                <a:gd name="connsiteX661" fmla="*/ 570489 w 736062"/>
                <a:gd name="connsiteY661" fmla="*/ 747538 h 829504"/>
                <a:gd name="connsiteX662" fmla="*/ 568850 w 736062"/>
                <a:gd name="connsiteY662" fmla="*/ 752455 h 829504"/>
                <a:gd name="connsiteX663" fmla="*/ 567210 w 736062"/>
                <a:gd name="connsiteY663" fmla="*/ 755734 h 829504"/>
                <a:gd name="connsiteX664" fmla="*/ 567210 w 736062"/>
                <a:gd name="connsiteY664" fmla="*/ 759013 h 829504"/>
                <a:gd name="connsiteX665" fmla="*/ 565571 w 736062"/>
                <a:gd name="connsiteY665" fmla="*/ 762292 h 829504"/>
                <a:gd name="connsiteX666" fmla="*/ 560653 w 736062"/>
                <a:gd name="connsiteY666" fmla="*/ 765570 h 829504"/>
                <a:gd name="connsiteX667" fmla="*/ 557375 w 736062"/>
                <a:gd name="connsiteY667" fmla="*/ 765570 h 829504"/>
                <a:gd name="connsiteX668" fmla="*/ 552456 w 736062"/>
                <a:gd name="connsiteY668" fmla="*/ 765570 h 829504"/>
                <a:gd name="connsiteX669" fmla="*/ 549178 w 736062"/>
                <a:gd name="connsiteY669" fmla="*/ 765570 h 829504"/>
                <a:gd name="connsiteX670" fmla="*/ 545899 w 736062"/>
                <a:gd name="connsiteY670" fmla="*/ 762292 h 829504"/>
                <a:gd name="connsiteX671" fmla="*/ 542620 w 736062"/>
                <a:gd name="connsiteY671" fmla="*/ 762292 h 829504"/>
                <a:gd name="connsiteX672" fmla="*/ 539342 w 736062"/>
                <a:gd name="connsiteY672" fmla="*/ 763931 h 829504"/>
                <a:gd name="connsiteX673" fmla="*/ 534423 w 736062"/>
                <a:gd name="connsiteY673" fmla="*/ 762292 h 829504"/>
                <a:gd name="connsiteX674" fmla="*/ 531145 w 736062"/>
                <a:gd name="connsiteY674" fmla="*/ 762292 h 829504"/>
                <a:gd name="connsiteX675" fmla="*/ 527866 w 736062"/>
                <a:gd name="connsiteY675" fmla="*/ 760652 h 829504"/>
                <a:gd name="connsiteX676" fmla="*/ 522948 w 736062"/>
                <a:gd name="connsiteY676" fmla="*/ 757374 h 829504"/>
                <a:gd name="connsiteX677" fmla="*/ 519669 w 736062"/>
                <a:gd name="connsiteY677" fmla="*/ 757374 h 829504"/>
                <a:gd name="connsiteX678" fmla="*/ 516391 w 736062"/>
                <a:gd name="connsiteY678" fmla="*/ 754095 h 829504"/>
                <a:gd name="connsiteX679" fmla="*/ 511473 w 736062"/>
                <a:gd name="connsiteY679" fmla="*/ 755734 h 829504"/>
                <a:gd name="connsiteX680" fmla="*/ 508194 w 736062"/>
                <a:gd name="connsiteY680" fmla="*/ 752455 h 829504"/>
                <a:gd name="connsiteX681" fmla="*/ 504916 w 736062"/>
                <a:gd name="connsiteY681" fmla="*/ 750816 h 829504"/>
                <a:gd name="connsiteX682" fmla="*/ 503276 w 736062"/>
                <a:gd name="connsiteY682" fmla="*/ 747538 h 829504"/>
                <a:gd name="connsiteX683" fmla="*/ 503276 w 736062"/>
                <a:gd name="connsiteY683" fmla="*/ 742619 h 829504"/>
                <a:gd name="connsiteX684" fmla="*/ 501637 w 736062"/>
                <a:gd name="connsiteY684" fmla="*/ 739341 h 829504"/>
                <a:gd name="connsiteX685" fmla="*/ 501637 w 736062"/>
                <a:gd name="connsiteY685" fmla="*/ 736062 h 829504"/>
                <a:gd name="connsiteX686" fmla="*/ 503276 w 736062"/>
                <a:gd name="connsiteY686" fmla="*/ 732784 h 829504"/>
                <a:gd name="connsiteX687" fmla="*/ 499998 w 736062"/>
                <a:gd name="connsiteY687" fmla="*/ 732784 h 829504"/>
                <a:gd name="connsiteX688" fmla="*/ 496719 w 736062"/>
                <a:gd name="connsiteY688" fmla="*/ 732784 h 829504"/>
                <a:gd name="connsiteX689" fmla="*/ 491801 w 736062"/>
                <a:gd name="connsiteY689" fmla="*/ 734423 h 829504"/>
                <a:gd name="connsiteX690" fmla="*/ 490162 w 736062"/>
                <a:gd name="connsiteY690" fmla="*/ 734423 h 829504"/>
                <a:gd name="connsiteX691" fmla="*/ 486883 w 736062"/>
                <a:gd name="connsiteY691" fmla="*/ 734423 h 829504"/>
                <a:gd name="connsiteX692" fmla="*/ 483604 w 736062"/>
                <a:gd name="connsiteY692" fmla="*/ 736062 h 829504"/>
                <a:gd name="connsiteX693" fmla="*/ 478686 w 736062"/>
                <a:gd name="connsiteY693" fmla="*/ 737702 h 829504"/>
                <a:gd name="connsiteX694" fmla="*/ 475408 w 736062"/>
                <a:gd name="connsiteY694" fmla="*/ 739341 h 829504"/>
                <a:gd name="connsiteX695" fmla="*/ 472129 w 736062"/>
                <a:gd name="connsiteY695" fmla="*/ 742619 h 829504"/>
                <a:gd name="connsiteX696" fmla="*/ 467211 w 736062"/>
                <a:gd name="connsiteY696" fmla="*/ 740980 h 829504"/>
                <a:gd name="connsiteX697" fmla="*/ 463932 w 736062"/>
                <a:gd name="connsiteY697" fmla="*/ 739341 h 829504"/>
                <a:gd name="connsiteX698" fmla="*/ 467211 w 736062"/>
                <a:gd name="connsiteY698" fmla="*/ 736062 h 829504"/>
                <a:gd name="connsiteX699" fmla="*/ 468850 w 736062"/>
                <a:gd name="connsiteY699" fmla="*/ 732784 h 829504"/>
                <a:gd name="connsiteX700" fmla="*/ 467211 w 736062"/>
                <a:gd name="connsiteY700" fmla="*/ 727865 h 829504"/>
                <a:gd name="connsiteX701" fmla="*/ 465572 w 736062"/>
                <a:gd name="connsiteY701" fmla="*/ 724587 h 829504"/>
                <a:gd name="connsiteX702" fmla="*/ 460653 w 736062"/>
                <a:gd name="connsiteY702" fmla="*/ 724587 h 829504"/>
                <a:gd name="connsiteX703" fmla="*/ 457375 w 736062"/>
                <a:gd name="connsiteY703" fmla="*/ 722948 h 829504"/>
                <a:gd name="connsiteX704" fmla="*/ 457375 w 736062"/>
                <a:gd name="connsiteY704" fmla="*/ 719669 h 829504"/>
                <a:gd name="connsiteX705" fmla="*/ 454096 w 736062"/>
                <a:gd name="connsiteY705" fmla="*/ 716390 h 829504"/>
                <a:gd name="connsiteX706" fmla="*/ 452457 w 736062"/>
                <a:gd name="connsiteY706" fmla="*/ 716390 h 829504"/>
                <a:gd name="connsiteX707" fmla="*/ 449178 w 736062"/>
                <a:gd name="connsiteY707" fmla="*/ 719669 h 829504"/>
                <a:gd name="connsiteX708" fmla="*/ 445899 w 736062"/>
                <a:gd name="connsiteY708" fmla="*/ 722948 h 829504"/>
                <a:gd name="connsiteX709" fmla="*/ 442621 w 736062"/>
                <a:gd name="connsiteY709" fmla="*/ 722948 h 829504"/>
                <a:gd name="connsiteX710" fmla="*/ 439342 w 736062"/>
                <a:gd name="connsiteY710" fmla="*/ 722948 h 829504"/>
                <a:gd name="connsiteX711" fmla="*/ 434424 w 736062"/>
                <a:gd name="connsiteY711" fmla="*/ 721308 h 829504"/>
                <a:gd name="connsiteX712" fmla="*/ 431145 w 736062"/>
                <a:gd name="connsiteY712" fmla="*/ 721308 h 829504"/>
                <a:gd name="connsiteX713" fmla="*/ 427867 w 736062"/>
                <a:gd name="connsiteY713" fmla="*/ 721308 h 829504"/>
                <a:gd name="connsiteX714" fmla="*/ 424588 w 736062"/>
                <a:gd name="connsiteY714" fmla="*/ 724587 h 829504"/>
                <a:gd name="connsiteX715" fmla="*/ 419670 w 736062"/>
                <a:gd name="connsiteY715" fmla="*/ 726226 h 829504"/>
                <a:gd name="connsiteX716" fmla="*/ 416391 w 736062"/>
                <a:gd name="connsiteY716" fmla="*/ 726226 h 829504"/>
                <a:gd name="connsiteX717" fmla="*/ 413113 w 736062"/>
                <a:gd name="connsiteY717" fmla="*/ 726226 h 829504"/>
                <a:gd name="connsiteX718" fmla="*/ 408195 w 736062"/>
                <a:gd name="connsiteY718" fmla="*/ 724587 h 829504"/>
                <a:gd name="connsiteX719" fmla="*/ 404916 w 736062"/>
                <a:gd name="connsiteY719" fmla="*/ 726226 h 829504"/>
                <a:gd name="connsiteX720" fmla="*/ 401638 w 736062"/>
                <a:gd name="connsiteY720" fmla="*/ 726226 h 829504"/>
                <a:gd name="connsiteX721" fmla="*/ 396719 w 736062"/>
                <a:gd name="connsiteY721" fmla="*/ 722948 h 829504"/>
                <a:gd name="connsiteX722" fmla="*/ 395080 w 736062"/>
                <a:gd name="connsiteY722" fmla="*/ 727865 h 829504"/>
                <a:gd name="connsiteX723" fmla="*/ 393441 w 736062"/>
                <a:gd name="connsiteY723" fmla="*/ 727865 h 829504"/>
                <a:gd name="connsiteX724" fmla="*/ 390162 w 736062"/>
                <a:gd name="connsiteY724" fmla="*/ 729505 h 829504"/>
                <a:gd name="connsiteX725" fmla="*/ 386883 w 736062"/>
                <a:gd name="connsiteY725" fmla="*/ 732784 h 829504"/>
                <a:gd name="connsiteX726" fmla="*/ 385244 w 736062"/>
                <a:gd name="connsiteY726" fmla="*/ 732784 h 829504"/>
                <a:gd name="connsiteX727" fmla="*/ 385244 w 736062"/>
                <a:gd name="connsiteY727" fmla="*/ 732784 h 829504"/>
                <a:gd name="connsiteX728" fmla="*/ 385244 w 736062"/>
                <a:gd name="connsiteY728" fmla="*/ 729505 h 829504"/>
                <a:gd name="connsiteX729" fmla="*/ 385244 w 736062"/>
                <a:gd name="connsiteY729" fmla="*/ 724587 h 829504"/>
                <a:gd name="connsiteX730" fmla="*/ 383605 w 736062"/>
                <a:gd name="connsiteY730" fmla="*/ 721308 h 829504"/>
                <a:gd name="connsiteX731" fmla="*/ 381965 w 736062"/>
                <a:gd name="connsiteY731" fmla="*/ 718029 h 829504"/>
                <a:gd name="connsiteX732" fmla="*/ 383605 w 736062"/>
                <a:gd name="connsiteY732" fmla="*/ 713111 h 829504"/>
                <a:gd name="connsiteX733" fmla="*/ 386883 w 736062"/>
                <a:gd name="connsiteY733" fmla="*/ 711472 h 829504"/>
                <a:gd name="connsiteX734" fmla="*/ 388523 w 736062"/>
                <a:gd name="connsiteY734" fmla="*/ 708194 h 829504"/>
                <a:gd name="connsiteX735" fmla="*/ 388523 w 736062"/>
                <a:gd name="connsiteY735" fmla="*/ 708194 h 829504"/>
                <a:gd name="connsiteX736" fmla="*/ 386883 w 736062"/>
                <a:gd name="connsiteY736" fmla="*/ 704915 h 829504"/>
                <a:gd name="connsiteX737" fmla="*/ 386883 w 736062"/>
                <a:gd name="connsiteY737" fmla="*/ 701636 h 829504"/>
                <a:gd name="connsiteX738" fmla="*/ 386883 w 736062"/>
                <a:gd name="connsiteY738" fmla="*/ 698358 h 829504"/>
                <a:gd name="connsiteX739" fmla="*/ 388523 w 736062"/>
                <a:gd name="connsiteY739" fmla="*/ 693439 h 829504"/>
                <a:gd name="connsiteX740" fmla="*/ 385244 w 736062"/>
                <a:gd name="connsiteY740" fmla="*/ 690161 h 829504"/>
                <a:gd name="connsiteX741" fmla="*/ 385244 w 736062"/>
                <a:gd name="connsiteY741" fmla="*/ 686882 h 829504"/>
                <a:gd name="connsiteX742" fmla="*/ 383605 w 736062"/>
                <a:gd name="connsiteY742" fmla="*/ 681964 h 829504"/>
                <a:gd name="connsiteX743" fmla="*/ 383605 w 736062"/>
                <a:gd name="connsiteY743" fmla="*/ 678685 h 829504"/>
                <a:gd name="connsiteX744" fmla="*/ 381965 w 736062"/>
                <a:gd name="connsiteY744" fmla="*/ 678685 h 829504"/>
                <a:gd name="connsiteX745" fmla="*/ 381965 w 736062"/>
                <a:gd name="connsiteY745" fmla="*/ 673768 h 829504"/>
                <a:gd name="connsiteX746" fmla="*/ 378686 w 736062"/>
                <a:gd name="connsiteY746" fmla="*/ 672128 h 829504"/>
                <a:gd name="connsiteX747" fmla="*/ 375408 w 736062"/>
                <a:gd name="connsiteY747" fmla="*/ 668849 h 829504"/>
                <a:gd name="connsiteX748" fmla="*/ 372129 w 736062"/>
                <a:gd name="connsiteY748" fmla="*/ 665571 h 829504"/>
                <a:gd name="connsiteX749" fmla="*/ 370490 w 736062"/>
                <a:gd name="connsiteY749" fmla="*/ 660653 h 829504"/>
                <a:gd name="connsiteX750" fmla="*/ 368851 w 736062"/>
                <a:gd name="connsiteY750" fmla="*/ 657374 h 829504"/>
                <a:gd name="connsiteX751" fmla="*/ 368851 w 736062"/>
                <a:gd name="connsiteY751" fmla="*/ 654095 h 829504"/>
                <a:gd name="connsiteX752" fmla="*/ 368851 w 736062"/>
                <a:gd name="connsiteY752" fmla="*/ 649177 h 829504"/>
                <a:gd name="connsiteX753" fmla="*/ 370490 w 736062"/>
                <a:gd name="connsiteY753" fmla="*/ 645899 h 829504"/>
                <a:gd name="connsiteX754" fmla="*/ 370490 w 736062"/>
                <a:gd name="connsiteY754" fmla="*/ 642620 h 829504"/>
                <a:gd name="connsiteX755" fmla="*/ 370490 w 736062"/>
                <a:gd name="connsiteY755" fmla="*/ 639341 h 829504"/>
                <a:gd name="connsiteX756" fmla="*/ 370490 w 736062"/>
                <a:gd name="connsiteY756" fmla="*/ 636062 h 829504"/>
                <a:gd name="connsiteX757" fmla="*/ 370490 w 736062"/>
                <a:gd name="connsiteY757" fmla="*/ 632784 h 829504"/>
                <a:gd name="connsiteX758" fmla="*/ 370490 w 736062"/>
                <a:gd name="connsiteY758" fmla="*/ 629505 h 829504"/>
                <a:gd name="connsiteX759" fmla="*/ 372129 w 736062"/>
                <a:gd name="connsiteY759" fmla="*/ 624587 h 829504"/>
                <a:gd name="connsiteX760" fmla="*/ 372129 w 736062"/>
                <a:gd name="connsiteY760" fmla="*/ 621309 h 829504"/>
                <a:gd name="connsiteX761" fmla="*/ 372129 w 736062"/>
                <a:gd name="connsiteY761" fmla="*/ 618030 h 829504"/>
                <a:gd name="connsiteX762" fmla="*/ 373769 w 736062"/>
                <a:gd name="connsiteY762" fmla="*/ 613112 h 829504"/>
                <a:gd name="connsiteX763" fmla="*/ 373769 w 736062"/>
                <a:gd name="connsiteY763" fmla="*/ 609833 h 829504"/>
                <a:gd name="connsiteX764" fmla="*/ 372129 w 736062"/>
                <a:gd name="connsiteY764" fmla="*/ 606555 h 829504"/>
                <a:gd name="connsiteX765" fmla="*/ 372129 w 736062"/>
                <a:gd name="connsiteY765" fmla="*/ 604915 h 829504"/>
                <a:gd name="connsiteX766" fmla="*/ 372129 w 736062"/>
                <a:gd name="connsiteY766" fmla="*/ 599997 h 829504"/>
                <a:gd name="connsiteX767" fmla="*/ 370490 w 736062"/>
                <a:gd name="connsiteY767" fmla="*/ 596718 h 829504"/>
                <a:gd name="connsiteX768" fmla="*/ 368851 w 736062"/>
                <a:gd name="connsiteY768" fmla="*/ 593440 h 829504"/>
                <a:gd name="connsiteX769" fmla="*/ 367211 w 736062"/>
                <a:gd name="connsiteY769" fmla="*/ 588522 h 829504"/>
                <a:gd name="connsiteX770" fmla="*/ 367211 w 736062"/>
                <a:gd name="connsiteY770" fmla="*/ 585243 h 829504"/>
                <a:gd name="connsiteX771" fmla="*/ 368851 w 736062"/>
                <a:gd name="connsiteY771" fmla="*/ 581965 h 829504"/>
                <a:gd name="connsiteX772" fmla="*/ 368851 w 736062"/>
                <a:gd name="connsiteY772" fmla="*/ 577047 h 829504"/>
                <a:gd name="connsiteX773" fmla="*/ 370490 w 736062"/>
                <a:gd name="connsiteY773" fmla="*/ 573768 h 829504"/>
                <a:gd name="connsiteX774" fmla="*/ 370490 w 736062"/>
                <a:gd name="connsiteY774" fmla="*/ 570489 h 829504"/>
                <a:gd name="connsiteX775" fmla="*/ 372129 w 736062"/>
                <a:gd name="connsiteY775" fmla="*/ 567211 h 829504"/>
                <a:gd name="connsiteX776" fmla="*/ 370490 w 736062"/>
                <a:gd name="connsiteY776" fmla="*/ 563932 h 829504"/>
                <a:gd name="connsiteX777" fmla="*/ 368851 w 736062"/>
                <a:gd name="connsiteY777" fmla="*/ 559014 h 829504"/>
                <a:gd name="connsiteX778" fmla="*/ 368851 w 736062"/>
                <a:gd name="connsiteY778" fmla="*/ 557374 h 829504"/>
                <a:gd name="connsiteX779" fmla="*/ 365572 w 736062"/>
                <a:gd name="connsiteY779" fmla="*/ 559014 h 829504"/>
                <a:gd name="connsiteX780" fmla="*/ 360654 w 736062"/>
                <a:gd name="connsiteY780" fmla="*/ 559014 h 829504"/>
                <a:gd name="connsiteX781" fmla="*/ 357375 w 736062"/>
                <a:gd name="connsiteY781" fmla="*/ 559014 h 829504"/>
                <a:gd name="connsiteX782" fmla="*/ 354096 w 736062"/>
                <a:gd name="connsiteY782" fmla="*/ 559014 h 829504"/>
                <a:gd name="connsiteX783" fmla="*/ 349179 w 736062"/>
                <a:gd name="connsiteY783" fmla="*/ 559014 h 829504"/>
                <a:gd name="connsiteX784" fmla="*/ 345900 w 736062"/>
                <a:gd name="connsiteY784" fmla="*/ 559014 h 829504"/>
                <a:gd name="connsiteX785" fmla="*/ 342621 w 736062"/>
                <a:gd name="connsiteY785" fmla="*/ 559014 h 829504"/>
                <a:gd name="connsiteX786" fmla="*/ 339342 w 736062"/>
                <a:gd name="connsiteY786" fmla="*/ 559014 h 829504"/>
                <a:gd name="connsiteX787" fmla="*/ 334425 w 736062"/>
                <a:gd name="connsiteY787" fmla="*/ 559014 h 829504"/>
                <a:gd name="connsiteX788" fmla="*/ 331146 w 736062"/>
                <a:gd name="connsiteY788" fmla="*/ 559014 h 829504"/>
                <a:gd name="connsiteX789" fmla="*/ 327867 w 736062"/>
                <a:gd name="connsiteY789" fmla="*/ 559014 h 829504"/>
                <a:gd name="connsiteX790" fmla="*/ 324588 w 736062"/>
                <a:gd name="connsiteY790" fmla="*/ 559014 h 829504"/>
                <a:gd name="connsiteX791" fmla="*/ 321310 w 736062"/>
                <a:gd name="connsiteY791" fmla="*/ 559014 h 829504"/>
                <a:gd name="connsiteX792" fmla="*/ 321310 w 736062"/>
                <a:gd name="connsiteY792" fmla="*/ 554096 h 829504"/>
                <a:gd name="connsiteX793" fmla="*/ 321310 w 736062"/>
                <a:gd name="connsiteY793" fmla="*/ 550817 h 829504"/>
                <a:gd name="connsiteX794" fmla="*/ 322949 w 736062"/>
                <a:gd name="connsiteY794" fmla="*/ 547538 h 829504"/>
                <a:gd name="connsiteX795" fmla="*/ 324588 w 736062"/>
                <a:gd name="connsiteY795" fmla="*/ 542621 h 829504"/>
                <a:gd name="connsiteX796" fmla="*/ 324588 w 736062"/>
                <a:gd name="connsiteY796" fmla="*/ 542621 h 829504"/>
                <a:gd name="connsiteX797" fmla="*/ 321310 w 736062"/>
                <a:gd name="connsiteY797" fmla="*/ 542621 h 829504"/>
                <a:gd name="connsiteX798" fmla="*/ 316392 w 736062"/>
                <a:gd name="connsiteY798" fmla="*/ 542621 h 829504"/>
                <a:gd name="connsiteX799" fmla="*/ 313113 w 736062"/>
                <a:gd name="connsiteY799" fmla="*/ 542621 h 829504"/>
                <a:gd name="connsiteX800" fmla="*/ 311474 w 736062"/>
                <a:gd name="connsiteY800" fmla="*/ 545899 h 829504"/>
                <a:gd name="connsiteX801" fmla="*/ 308195 w 736062"/>
                <a:gd name="connsiteY801" fmla="*/ 545899 h 829504"/>
                <a:gd name="connsiteX802" fmla="*/ 304916 w 736062"/>
                <a:gd name="connsiteY802" fmla="*/ 545899 h 829504"/>
                <a:gd name="connsiteX803" fmla="*/ 299998 w 736062"/>
                <a:gd name="connsiteY803" fmla="*/ 545899 h 829504"/>
                <a:gd name="connsiteX804" fmla="*/ 298359 w 736062"/>
                <a:gd name="connsiteY804" fmla="*/ 545899 h 829504"/>
                <a:gd name="connsiteX805" fmla="*/ 293441 w 736062"/>
                <a:gd name="connsiteY805" fmla="*/ 545899 h 829504"/>
                <a:gd name="connsiteX806" fmla="*/ 288523 w 736062"/>
                <a:gd name="connsiteY806" fmla="*/ 545899 h 829504"/>
                <a:gd name="connsiteX807" fmla="*/ 285245 w 736062"/>
                <a:gd name="connsiteY807" fmla="*/ 545899 h 829504"/>
                <a:gd name="connsiteX808" fmla="*/ 281966 w 736062"/>
                <a:gd name="connsiteY808" fmla="*/ 545899 h 829504"/>
                <a:gd name="connsiteX809" fmla="*/ 283605 w 736062"/>
                <a:gd name="connsiteY809" fmla="*/ 547538 h 829504"/>
                <a:gd name="connsiteX810" fmla="*/ 280326 w 736062"/>
                <a:gd name="connsiteY810" fmla="*/ 552457 h 829504"/>
                <a:gd name="connsiteX811" fmla="*/ 280326 w 736062"/>
                <a:gd name="connsiteY811" fmla="*/ 555735 h 829504"/>
                <a:gd name="connsiteX812" fmla="*/ 280326 w 736062"/>
                <a:gd name="connsiteY812" fmla="*/ 559014 h 829504"/>
                <a:gd name="connsiteX813" fmla="*/ 281966 w 736062"/>
                <a:gd name="connsiteY813" fmla="*/ 563932 h 829504"/>
                <a:gd name="connsiteX814" fmla="*/ 281966 w 736062"/>
                <a:gd name="connsiteY814" fmla="*/ 567211 h 829504"/>
                <a:gd name="connsiteX815" fmla="*/ 278687 w 736062"/>
                <a:gd name="connsiteY815" fmla="*/ 570489 h 829504"/>
                <a:gd name="connsiteX816" fmla="*/ 275408 w 736062"/>
                <a:gd name="connsiteY816" fmla="*/ 570489 h 829504"/>
                <a:gd name="connsiteX817" fmla="*/ 277048 w 736062"/>
                <a:gd name="connsiteY817" fmla="*/ 575407 h 829504"/>
                <a:gd name="connsiteX818" fmla="*/ 277048 w 736062"/>
                <a:gd name="connsiteY818" fmla="*/ 575407 h 829504"/>
                <a:gd name="connsiteX819" fmla="*/ 275408 w 736062"/>
                <a:gd name="connsiteY819" fmla="*/ 580325 h 829504"/>
                <a:gd name="connsiteX820" fmla="*/ 275408 w 736062"/>
                <a:gd name="connsiteY820" fmla="*/ 583604 h 829504"/>
                <a:gd name="connsiteX821" fmla="*/ 275408 w 736062"/>
                <a:gd name="connsiteY821" fmla="*/ 586882 h 829504"/>
                <a:gd name="connsiteX822" fmla="*/ 275408 w 736062"/>
                <a:gd name="connsiteY822" fmla="*/ 590161 h 829504"/>
                <a:gd name="connsiteX823" fmla="*/ 272130 w 736062"/>
                <a:gd name="connsiteY823" fmla="*/ 590161 h 829504"/>
                <a:gd name="connsiteX824" fmla="*/ 267212 w 736062"/>
                <a:gd name="connsiteY824" fmla="*/ 590161 h 829504"/>
                <a:gd name="connsiteX825" fmla="*/ 263933 w 736062"/>
                <a:gd name="connsiteY825" fmla="*/ 590161 h 829504"/>
                <a:gd name="connsiteX826" fmla="*/ 259015 w 736062"/>
                <a:gd name="connsiteY826" fmla="*/ 590161 h 829504"/>
                <a:gd name="connsiteX827" fmla="*/ 254097 w 736062"/>
                <a:gd name="connsiteY827" fmla="*/ 590161 h 829504"/>
                <a:gd name="connsiteX828" fmla="*/ 254097 w 736062"/>
                <a:gd name="connsiteY828" fmla="*/ 590161 h 829504"/>
                <a:gd name="connsiteX829" fmla="*/ 252458 w 736062"/>
                <a:gd name="connsiteY829" fmla="*/ 586882 h 829504"/>
                <a:gd name="connsiteX830" fmla="*/ 247539 w 736062"/>
                <a:gd name="connsiteY830" fmla="*/ 586882 h 829504"/>
                <a:gd name="connsiteX831" fmla="*/ 245901 w 736062"/>
                <a:gd name="connsiteY831" fmla="*/ 586882 h 829504"/>
                <a:gd name="connsiteX832" fmla="*/ 242622 w 736062"/>
                <a:gd name="connsiteY832" fmla="*/ 590161 h 829504"/>
                <a:gd name="connsiteX833" fmla="*/ 239343 w 736062"/>
                <a:gd name="connsiteY833" fmla="*/ 590161 h 829504"/>
                <a:gd name="connsiteX834" fmla="*/ 234425 w 736062"/>
                <a:gd name="connsiteY834" fmla="*/ 590161 h 829504"/>
                <a:gd name="connsiteX835" fmla="*/ 231146 w 736062"/>
                <a:gd name="connsiteY835" fmla="*/ 590161 h 829504"/>
                <a:gd name="connsiteX836" fmla="*/ 227868 w 736062"/>
                <a:gd name="connsiteY836" fmla="*/ 591801 h 829504"/>
                <a:gd name="connsiteX837" fmla="*/ 227868 w 736062"/>
                <a:gd name="connsiteY837" fmla="*/ 591801 h 829504"/>
                <a:gd name="connsiteX838" fmla="*/ 227868 w 736062"/>
                <a:gd name="connsiteY838" fmla="*/ 595079 h 829504"/>
                <a:gd name="connsiteX839" fmla="*/ 222949 w 736062"/>
                <a:gd name="connsiteY839" fmla="*/ 595079 h 829504"/>
                <a:gd name="connsiteX840" fmla="*/ 219671 w 736062"/>
                <a:gd name="connsiteY840" fmla="*/ 591801 h 829504"/>
                <a:gd name="connsiteX841" fmla="*/ 216392 w 736062"/>
                <a:gd name="connsiteY841" fmla="*/ 593440 h 829504"/>
                <a:gd name="connsiteX842" fmla="*/ 211474 w 736062"/>
                <a:gd name="connsiteY842" fmla="*/ 591801 h 829504"/>
                <a:gd name="connsiteX843" fmla="*/ 208195 w 736062"/>
                <a:gd name="connsiteY843" fmla="*/ 595079 h 829504"/>
                <a:gd name="connsiteX844" fmla="*/ 204917 w 736062"/>
                <a:gd name="connsiteY844" fmla="*/ 593440 h 829504"/>
                <a:gd name="connsiteX845" fmla="*/ 203278 w 736062"/>
                <a:gd name="connsiteY845" fmla="*/ 590161 h 829504"/>
                <a:gd name="connsiteX846" fmla="*/ 201638 w 736062"/>
                <a:gd name="connsiteY846" fmla="*/ 585243 h 829504"/>
                <a:gd name="connsiteX847" fmla="*/ 199999 w 736062"/>
                <a:gd name="connsiteY847" fmla="*/ 581965 h 829504"/>
                <a:gd name="connsiteX848" fmla="*/ 196720 w 736062"/>
                <a:gd name="connsiteY848" fmla="*/ 578686 h 829504"/>
                <a:gd name="connsiteX849" fmla="*/ 195081 w 736062"/>
                <a:gd name="connsiteY849" fmla="*/ 575407 h 829504"/>
                <a:gd name="connsiteX850" fmla="*/ 195081 w 736062"/>
                <a:gd name="connsiteY850" fmla="*/ 572128 h 829504"/>
                <a:gd name="connsiteX851" fmla="*/ 191802 w 736062"/>
                <a:gd name="connsiteY851" fmla="*/ 568850 h 829504"/>
                <a:gd name="connsiteX852" fmla="*/ 191802 w 736062"/>
                <a:gd name="connsiteY852" fmla="*/ 565571 h 829504"/>
                <a:gd name="connsiteX853" fmla="*/ 188524 w 736062"/>
                <a:gd name="connsiteY853" fmla="*/ 562292 h 829504"/>
                <a:gd name="connsiteX854" fmla="*/ 185245 w 736062"/>
                <a:gd name="connsiteY854" fmla="*/ 559014 h 829504"/>
                <a:gd name="connsiteX855" fmla="*/ 181966 w 736062"/>
                <a:gd name="connsiteY855" fmla="*/ 555735 h 829504"/>
                <a:gd name="connsiteX856" fmla="*/ 181966 w 736062"/>
                <a:gd name="connsiteY856" fmla="*/ 550817 h 829504"/>
                <a:gd name="connsiteX857" fmla="*/ 183605 w 736062"/>
                <a:gd name="connsiteY857" fmla="*/ 547538 h 829504"/>
                <a:gd name="connsiteX858" fmla="*/ 181966 w 736062"/>
                <a:gd name="connsiteY858" fmla="*/ 544260 h 829504"/>
                <a:gd name="connsiteX859" fmla="*/ 181966 w 736062"/>
                <a:gd name="connsiteY859" fmla="*/ 540981 h 829504"/>
                <a:gd name="connsiteX860" fmla="*/ 178688 w 736062"/>
                <a:gd name="connsiteY860" fmla="*/ 536063 h 829504"/>
                <a:gd name="connsiteX861" fmla="*/ 177048 w 736062"/>
                <a:gd name="connsiteY861" fmla="*/ 532784 h 829504"/>
                <a:gd name="connsiteX862" fmla="*/ 177048 w 736062"/>
                <a:gd name="connsiteY862" fmla="*/ 532784 h 829504"/>
                <a:gd name="connsiteX863" fmla="*/ 175409 w 736062"/>
                <a:gd name="connsiteY863" fmla="*/ 527867 h 829504"/>
                <a:gd name="connsiteX864" fmla="*/ 175409 w 736062"/>
                <a:gd name="connsiteY864" fmla="*/ 524588 h 829504"/>
                <a:gd name="connsiteX865" fmla="*/ 173769 w 736062"/>
                <a:gd name="connsiteY865" fmla="*/ 521309 h 829504"/>
                <a:gd name="connsiteX866" fmla="*/ 173769 w 736062"/>
                <a:gd name="connsiteY866" fmla="*/ 518031 h 829504"/>
                <a:gd name="connsiteX867" fmla="*/ 173769 w 736062"/>
                <a:gd name="connsiteY867" fmla="*/ 513112 h 829504"/>
                <a:gd name="connsiteX868" fmla="*/ 173769 w 736062"/>
                <a:gd name="connsiteY868" fmla="*/ 509834 h 829504"/>
                <a:gd name="connsiteX869" fmla="*/ 170491 w 736062"/>
                <a:gd name="connsiteY869" fmla="*/ 506555 h 829504"/>
                <a:gd name="connsiteX870" fmla="*/ 168851 w 736062"/>
                <a:gd name="connsiteY870" fmla="*/ 503277 h 829504"/>
                <a:gd name="connsiteX871" fmla="*/ 168851 w 736062"/>
                <a:gd name="connsiteY871" fmla="*/ 501637 h 829504"/>
                <a:gd name="connsiteX872" fmla="*/ 168851 w 736062"/>
                <a:gd name="connsiteY872" fmla="*/ 498358 h 829504"/>
                <a:gd name="connsiteX873" fmla="*/ 168851 w 736062"/>
                <a:gd name="connsiteY873" fmla="*/ 496719 h 829504"/>
                <a:gd name="connsiteX874" fmla="*/ 168851 w 736062"/>
                <a:gd name="connsiteY874" fmla="*/ 496719 h 829504"/>
                <a:gd name="connsiteX875" fmla="*/ 163934 w 736062"/>
                <a:gd name="connsiteY875" fmla="*/ 496719 h 829504"/>
                <a:gd name="connsiteX876" fmla="*/ 163934 w 736062"/>
                <a:gd name="connsiteY876" fmla="*/ 496719 h 829504"/>
                <a:gd name="connsiteX877" fmla="*/ 159015 w 736062"/>
                <a:gd name="connsiteY877" fmla="*/ 495080 h 829504"/>
                <a:gd name="connsiteX878" fmla="*/ 155737 w 736062"/>
                <a:gd name="connsiteY878" fmla="*/ 495080 h 829504"/>
                <a:gd name="connsiteX879" fmla="*/ 150819 w 736062"/>
                <a:gd name="connsiteY879" fmla="*/ 495080 h 829504"/>
                <a:gd name="connsiteX880" fmla="*/ 150819 w 736062"/>
                <a:gd name="connsiteY880" fmla="*/ 495080 h 829504"/>
                <a:gd name="connsiteX881" fmla="*/ 145901 w 736062"/>
                <a:gd name="connsiteY881" fmla="*/ 495080 h 829504"/>
                <a:gd name="connsiteX882" fmla="*/ 142622 w 736062"/>
                <a:gd name="connsiteY882" fmla="*/ 495080 h 829504"/>
                <a:gd name="connsiteX883" fmla="*/ 139344 w 736062"/>
                <a:gd name="connsiteY883" fmla="*/ 496719 h 829504"/>
                <a:gd name="connsiteX884" fmla="*/ 134425 w 736062"/>
                <a:gd name="connsiteY884" fmla="*/ 495080 h 829504"/>
                <a:gd name="connsiteX885" fmla="*/ 131147 w 736062"/>
                <a:gd name="connsiteY885" fmla="*/ 495080 h 829504"/>
                <a:gd name="connsiteX886" fmla="*/ 127868 w 736062"/>
                <a:gd name="connsiteY886" fmla="*/ 495080 h 829504"/>
                <a:gd name="connsiteX887" fmla="*/ 124589 w 736062"/>
                <a:gd name="connsiteY887" fmla="*/ 495080 h 829504"/>
                <a:gd name="connsiteX888" fmla="*/ 119671 w 736062"/>
                <a:gd name="connsiteY888" fmla="*/ 495080 h 829504"/>
                <a:gd name="connsiteX889" fmla="*/ 118032 w 736062"/>
                <a:gd name="connsiteY889" fmla="*/ 495080 h 829504"/>
                <a:gd name="connsiteX890" fmla="*/ 118032 w 736062"/>
                <a:gd name="connsiteY890" fmla="*/ 495080 h 829504"/>
                <a:gd name="connsiteX891" fmla="*/ 114754 w 736062"/>
                <a:gd name="connsiteY891" fmla="*/ 495080 h 829504"/>
                <a:gd name="connsiteX892" fmla="*/ 109835 w 736062"/>
                <a:gd name="connsiteY892" fmla="*/ 495080 h 829504"/>
                <a:gd name="connsiteX893" fmla="*/ 108196 w 736062"/>
                <a:gd name="connsiteY893" fmla="*/ 495080 h 829504"/>
                <a:gd name="connsiteX894" fmla="*/ 103278 w 736062"/>
                <a:gd name="connsiteY894" fmla="*/ 496719 h 829504"/>
                <a:gd name="connsiteX895" fmla="*/ 99999 w 736062"/>
                <a:gd name="connsiteY895" fmla="*/ 496719 h 829504"/>
                <a:gd name="connsiteX896" fmla="*/ 98360 w 736062"/>
                <a:gd name="connsiteY896" fmla="*/ 496719 h 829504"/>
                <a:gd name="connsiteX897" fmla="*/ 95081 w 736062"/>
                <a:gd name="connsiteY897" fmla="*/ 496719 h 829504"/>
                <a:gd name="connsiteX898" fmla="*/ 90164 w 736062"/>
                <a:gd name="connsiteY898" fmla="*/ 496719 h 829504"/>
                <a:gd name="connsiteX899" fmla="*/ 86885 w 736062"/>
                <a:gd name="connsiteY899" fmla="*/ 496719 h 829504"/>
                <a:gd name="connsiteX900" fmla="*/ 83606 w 736062"/>
                <a:gd name="connsiteY900" fmla="*/ 496719 h 829504"/>
                <a:gd name="connsiteX901" fmla="*/ 80327 w 736062"/>
                <a:gd name="connsiteY901" fmla="*/ 496719 h 829504"/>
                <a:gd name="connsiteX902" fmla="*/ 77049 w 736062"/>
                <a:gd name="connsiteY902" fmla="*/ 495080 h 829504"/>
                <a:gd name="connsiteX903" fmla="*/ 73770 w 736062"/>
                <a:gd name="connsiteY903" fmla="*/ 495080 h 829504"/>
                <a:gd name="connsiteX904" fmla="*/ 68852 w 736062"/>
                <a:gd name="connsiteY904" fmla="*/ 495080 h 829504"/>
                <a:gd name="connsiteX905" fmla="*/ 65573 w 736062"/>
                <a:gd name="connsiteY905" fmla="*/ 495080 h 829504"/>
                <a:gd name="connsiteX906" fmla="*/ 62295 w 736062"/>
                <a:gd name="connsiteY906" fmla="*/ 495080 h 829504"/>
                <a:gd name="connsiteX907" fmla="*/ 57377 w 736062"/>
                <a:gd name="connsiteY907" fmla="*/ 495080 h 829504"/>
                <a:gd name="connsiteX908" fmla="*/ 54098 w 736062"/>
                <a:gd name="connsiteY908" fmla="*/ 495080 h 829504"/>
                <a:gd name="connsiteX909" fmla="*/ 50819 w 736062"/>
                <a:gd name="connsiteY909" fmla="*/ 495080 h 829504"/>
                <a:gd name="connsiteX910" fmla="*/ 47541 w 736062"/>
                <a:gd name="connsiteY910" fmla="*/ 495080 h 829504"/>
                <a:gd name="connsiteX911" fmla="*/ 45901 w 736062"/>
                <a:gd name="connsiteY911" fmla="*/ 495080 h 829504"/>
                <a:gd name="connsiteX912" fmla="*/ 45901 w 736062"/>
                <a:gd name="connsiteY912" fmla="*/ 495080 h 829504"/>
                <a:gd name="connsiteX913" fmla="*/ 44262 w 736062"/>
                <a:gd name="connsiteY913" fmla="*/ 496719 h 829504"/>
                <a:gd name="connsiteX914" fmla="*/ 40983 w 736062"/>
                <a:gd name="connsiteY914" fmla="*/ 496719 h 829504"/>
                <a:gd name="connsiteX915" fmla="*/ 37705 w 736062"/>
                <a:gd name="connsiteY915" fmla="*/ 495080 h 829504"/>
                <a:gd name="connsiteX916" fmla="*/ 34426 w 736062"/>
                <a:gd name="connsiteY916" fmla="*/ 495080 h 829504"/>
                <a:gd name="connsiteX917" fmla="*/ 32787 w 736062"/>
                <a:gd name="connsiteY917" fmla="*/ 495080 h 829504"/>
                <a:gd name="connsiteX918" fmla="*/ 29508 w 736062"/>
                <a:gd name="connsiteY918" fmla="*/ 493440 h 829504"/>
                <a:gd name="connsiteX919" fmla="*/ 26229 w 736062"/>
                <a:gd name="connsiteY919" fmla="*/ 493440 h 829504"/>
                <a:gd name="connsiteX920" fmla="*/ 21311 w 736062"/>
                <a:gd name="connsiteY920" fmla="*/ 495080 h 829504"/>
                <a:gd name="connsiteX921" fmla="*/ 19672 w 736062"/>
                <a:gd name="connsiteY921" fmla="*/ 499998 h 829504"/>
                <a:gd name="connsiteX922" fmla="*/ 16393 w 736062"/>
                <a:gd name="connsiteY922" fmla="*/ 499998 h 829504"/>
                <a:gd name="connsiteX923" fmla="*/ 11475 w 736062"/>
                <a:gd name="connsiteY923" fmla="*/ 501637 h 829504"/>
                <a:gd name="connsiteX924" fmla="*/ 8197 w 736062"/>
                <a:gd name="connsiteY924" fmla="*/ 503277 h 829504"/>
                <a:gd name="connsiteX925" fmla="*/ 4918 w 736062"/>
                <a:gd name="connsiteY925" fmla="*/ 499998 h 829504"/>
                <a:gd name="connsiteX926" fmla="*/ 1639 w 736062"/>
                <a:gd name="connsiteY926" fmla="*/ 495080 h 829504"/>
                <a:gd name="connsiteX927" fmla="*/ 0 w 736062"/>
                <a:gd name="connsiteY927" fmla="*/ 491801 h 829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</a:cxnLst>
              <a:rect l="l" t="t" r="r" b="b"/>
              <a:pathLst>
                <a:path w="736062" h="829504">
                  <a:moveTo>
                    <a:pt x="0" y="491801"/>
                  </a:moveTo>
                  <a:lnTo>
                    <a:pt x="1639" y="490162"/>
                  </a:lnTo>
                  <a:lnTo>
                    <a:pt x="4918" y="490162"/>
                  </a:lnTo>
                  <a:lnTo>
                    <a:pt x="8197" y="490162"/>
                  </a:lnTo>
                  <a:lnTo>
                    <a:pt x="11475" y="488522"/>
                  </a:lnTo>
                  <a:lnTo>
                    <a:pt x="11475" y="485244"/>
                  </a:lnTo>
                  <a:lnTo>
                    <a:pt x="13114" y="480325"/>
                  </a:lnTo>
                  <a:lnTo>
                    <a:pt x="13114" y="477047"/>
                  </a:lnTo>
                  <a:lnTo>
                    <a:pt x="13114" y="472129"/>
                  </a:lnTo>
                  <a:lnTo>
                    <a:pt x="13114" y="468850"/>
                  </a:lnTo>
                  <a:lnTo>
                    <a:pt x="13114" y="465572"/>
                  </a:lnTo>
                  <a:lnTo>
                    <a:pt x="9836" y="460654"/>
                  </a:lnTo>
                  <a:lnTo>
                    <a:pt x="9836" y="460654"/>
                  </a:lnTo>
                  <a:lnTo>
                    <a:pt x="11475" y="459014"/>
                  </a:lnTo>
                  <a:lnTo>
                    <a:pt x="14754" y="457375"/>
                  </a:lnTo>
                  <a:lnTo>
                    <a:pt x="16393" y="454096"/>
                  </a:lnTo>
                  <a:lnTo>
                    <a:pt x="19672" y="452457"/>
                  </a:lnTo>
                  <a:lnTo>
                    <a:pt x="22951" y="447539"/>
                  </a:lnTo>
                  <a:lnTo>
                    <a:pt x="22951" y="447539"/>
                  </a:lnTo>
                  <a:lnTo>
                    <a:pt x="26229" y="444260"/>
                  </a:lnTo>
                  <a:lnTo>
                    <a:pt x="31147" y="442621"/>
                  </a:lnTo>
                  <a:lnTo>
                    <a:pt x="34426" y="440981"/>
                  </a:lnTo>
                  <a:lnTo>
                    <a:pt x="36065" y="439342"/>
                  </a:lnTo>
                  <a:lnTo>
                    <a:pt x="37705" y="442621"/>
                  </a:lnTo>
                  <a:lnTo>
                    <a:pt x="40983" y="445900"/>
                  </a:lnTo>
                  <a:lnTo>
                    <a:pt x="45901" y="449178"/>
                  </a:lnTo>
                  <a:lnTo>
                    <a:pt x="45901" y="452457"/>
                  </a:lnTo>
                  <a:lnTo>
                    <a:pt x="49180" y="449178"/>
                  </a:lnTo>
                  <a:lnTo>
                    <a:pt x="52458" y="447539"/>
                  </a:lnTo>
                  <a:lnTo>
                    <a:pt x="54098" y="445900"/>
                  </a:lnTo>
                  <a:lnTo>
                    <a:pt x="59016" y="442621"/>
                  </a:lnTo>
                  <a:lnTo>
                    <a:pt x="59016" y="439342"/>
                  </a:lnTo>
                  <a:lnTo>
                    <a:pt x="59016" y="436064"/>
                  </a:lnTo>
                  <a:lnTo>
                    <a:pt x="62295" y="432785"/>
                  </a:lnTo>
                  <a:lnTo>
                    <a:pt x="65573" y="434424"/>
                  </a:lnTo>
                  <a:lnTo>
                    <a:pt x="67212" y="434424"/>
                  </a:lnTo>
                  <a:lnTo>
                    <a:pt x="70491" y="432785"/>
                  </a:lnTo>
                  <a:lnTo>
                    <a:pt x="73770" y="431145"/>
                  </a:lnTo>
                  <a:lnTo>
                    <a:pt x="77049" y="429506"/>
                  </a:lnTo>
                  <a:lnTo>
                    <a:pt x="81967" y="426228"/>
                  </a:lnTo>
                  <a:lnTo>
                    <a:pt x="85245" y="429506"/>
                  </a:lnTo>
                  <a:lnTo>
                    <a:pt x="88524" y="432785"/>
                  </a:lnTo>
                  <a:lnTo>
                    <a:pt x="85245" y="436064"/>
                  </a:lnTo>
                  <a:lnTo>
                    <a:pt x="83606" y="437703"/>
                  </a:lnTo>
                  <a:lnTo>
                    <a:pt x="83606" y="440981"/>
                  </a:lnTo>
                  <a:lnTo>
                    <a:pt x="85245" y="444260"/>
                  </a:lnTo>
                  <a:lnTo>
                    <a:pt x="85245" y="449178"/>
                  </a:lnTo>
                  <a:lnTo>
                    <a:pt x="85245" y="452457"/>
                  </a:lnTo>
                  <a:lnTo>
                    <a:pt x="85245" y="452457"/>
                  </a:lnTo>
                  <a:lnTo>
                    <a:pt x="88524" y="450818"/>
                  </a:lnTo>
                  <a:lnTo>
                    <a:pt x="91802" y="452457"/>
                  </a:lnTo>
                  <a:lnTo>
                    <a:pt x="95081" y="454096"/>
                  </a:lnTo>
                  <a:lnTo>
                    <a:pt x="98360" y="450818"/>
                  </a:lnTo>
                  <a:lnTo>
                    <a:pt x="101639" y="447539"/>
                  </a:lnTo>
                  <a:lnTo>
                    <a:pt x="104917" y="442621"/>
                  </a:lnTo>
                  <a:lnTo>
                    <a:pt x="108196" y="439342"/>
                  </a:lnTo>
                  <a:lnTo>
                    <a:pt x="108196" y="439342"/>
                  </a:lnTo>
                  <a:lnTo>
                    <a:pt x="111475" y="436064"/>
                  </a:lnTo>
                  <a:lnTo>
                    <a:pt x="113114" y="432785"/>
                  </a:lnTo>
                  <a:lnTo>
                    <a:pt x="114754" y="431145"/>
                  </a:lnTo>
                  <a:lnTo>
                    <a:pt x="116393" y="427867"/>
                  </a:lnTo>
                  <a:lnTo>
                    <a:pt x="118032" y="426228"/>
                  </a:lnTo>
                  <a:lnTo>
                    <a:pt x="118032" y="426228"/>
                  </a:lnTo>
                  <a:lnTo>
                    <a:pt x="121311" y="426228"/>
                  </a:lnTo>
                  <a:lnTo>
                    <a:pt x="121311" y="426228"/>
                  </a:lnTo>
                  <a:lnTo>
                    <a:pt x="126229" y="424588"/>
                  </a:lnTo>
                  <a:lnTo>
                    <a:pt x="126229" y="421310"/>
                  </a:lnTo>
                  <a:lnTo>
                    <a:pt x="126229" y="419670"/>
                  </a:lnTo>
                  <a:lnTo>
                    <a:pt x="127868" y="418031"/>
                  </a:lnTo>
                  <a:lnTo>
                    <a:pt x="131147" y="414752"/>
                  </a:lnTo>
                  <a:lnTo>
                    <a:pt x="134425" y="413113"/>
                  </a:lnTo>
                  <a:lnTo>
                    <a:pt x="137704" y="413113"/>
                  </a:lnTo>
                  <a:lnTo>
                    <a:pt x="142622" y="411474"/>
                  </a:lnTo>
                  <a:lnTo>
                    <a:pt x="144261" y="408195"/>
                  </a:lnTo>
                  <a:lnTo>
                    <a:pt x="145901" y="404916"/>
                  </a:lnTo>
                  <a:lnTo>
                    <a:pt x="147540" y="399998"/>
                  </a:lnTo>
                  <a:lnTo>
                    <a:pt x="147540" y="396720"/>
                  </a:lnTo>
                  <a:lnTo>
                    <a:pt x="150819" y="393441"/>
                  </a:lnTo>
                  <a:lnTo>
                    <a:pt x="152458" y="388523"/>
                  </a:lnTo>
                  <a:lnTo>
                    <a:pt x="154098" y="385244"/>
                  </a:lnTo>
                  <a:lnTo>
                    <a:pt x="154098" y="381965"/>
                  </a:lnTo>
                  <a:lnTo>
                    <a:pt x="154098" y="377047"/>
                  </a:lnTo>
                  <a:lnTo>
                    <a:pt x="154098" y="375408"/>
                  </a:lnTo>
                  <a:lnTo>
                    <a:pt x="154098" y="372130"/>
                  </a:lnTo>
                  <a:lnTo>
                    <a:pt x="154098" y="370490"/>
                  </a:lnTo>
                  <a:lnTo>
                    <a:pt x="154098" y="367211"/>
                  </a:lnTo>
                  <a:lnTo>
                    <a:pt x="154098" y="363933"/>
                  </a:lnTo>
                  <a:lnTo>
                    <a:pt x="154098" y="360654"/>
                  </a:lnTo>
                  <a:lnTo>
                    <a:pt x="154098" y="355736"/>
                  </a:lnTo>
                  <a:lnTo>
                    <a:pt x="155737" y="352457"/>
                  </a:lnTo>
                  <a:lnTo>
                    <a:pt x="154098" y="349179"/>
                  </a:lnTo>
                  <a:lnTo>
                    <a:pt x="154098" y="344261"/>
                  </a:lnTo>
                  <a:lnTo>
                    <a:pt x="154098" y="340982"/>
                  </a:lnTo>
                  <a:lnTo>
                    <a:pt x="154098" y="337703"/>
                  </a:lnTo>
                  <a:lnTo>
                    <a:pt x="154098" y="332785"/>
                  </a:lnTo>
                  <a:lnTo>
                    <a:pt x="157376" y="329507"/>
                  </a:lnTo>
                  <a:lnTo>
                    <a:pt x="160655" y="326228"/>
                  </a:lnTo>
                  <a:lnTo>
                    <a:pt x="163934" y="322950"/>
                  </a:lnTo>
                  <a:lnTo>
                    <a:pt x="167212" y="319671"/>
                  </a:lnTo>
                  <a:lnTo>
                    <a:pt x="167212" y="318031"/>
                  </a:lnTo>
                  <a:lnTo>
                    <a:pt x="168851" y="314753"/>
                  </a:lnTo>
                  <a:lnTo>
                    <a:pt x="170491" y="311474"/>
                  </a:lnTo>
                  <a:lnTo>
                    <a:pt x="172130" y="306556"/>
                  </a:lnTo>
                  <a:lnTo>
                    <a:pt x="173769" y="304917"/>
                  </a:lnTo>
                  <a:lnTo>
                    <a:pt x="175409" y="301638"/>
                  </a:lnTo>
                  <a:lnTo>
                    <a:pt x="177048" y="296720"/>
                  </a:lnTo>
                  <a:lnTo>
                    <a:pt x="178688" y="293441"/>
                  </a:lnTo>
                  <a:lnTo>
                    <a:pt x="181966" y="290163"/>
                  </a:lnTo>
                  <a:lnTo>
                    <a:pt x="185245" y="286884"/>
                  </a:lnTo>
                  <a:lnTo>
                    <a:pt x="190163" y="283605"/>
                  </a:lnTo>
                  <a:lnTo>
                    <a:pt x="193442" y="283605"/>
                  </a:lnTo>
                  <a:lnTo>
                    <a:pt x="196720" y="281966"/>
                  </a:lnTo>
                  <a:lnTo>
                    <a:pt x="201638" y="278687"/>
                  </a:lnTo>
                  <a:lnTo>
                    <a:pt x="203278" y="273769"/>
                  </a:lnTo>
                  <a:lnTo>
                    <a:pt x="206556" y="270491"/>
                  </a:lnTo>
                  <a:lnTo>
                    <a:pt x="208195" y="267212"/>
                  </a:lnTo>
                  <a:lnTo>
                    <a:pt x="211474" y="263933"/>
                  </a:lnTo>
                  <a:lnTo>
                    <a:pt x="213114" y="260654"/>
                  </a:lnTo>
                  <a:lnTo>
                    <a:pt x="213114" y="259015"/>
                  </a:lnTo>
                  <a:lnTo>
                    <a:pt x="213114" y="254097"/>
                  </a:lnTo>
                  <a:lnTo>
                    <a:pt x="213114" y="250818"/>
                  </a:lnTo>
                  <a:lnTo>
                    <a:pt x="213114" y="247540"/>
                  </a:lnTo>
                  <a:lnTo>
                    <a:pt x="213114" y="244261"/>
                  </a:lnTo>
                  <a:lnTo>
                    <a:pt x="213114" y="240983"/>
                  </a:lnTo>
                  <a:lnTo>
                    <a:pt x="214753" y="236064"/>
                  </a:lnTo>
                  <a:lnTo>
                    <a:pt x="214753" y="236064"/>
                  </a:lnTo>
                  <a:lnTo>
                    <a:pt x="216392" y="232786"/>
                  </a:lnTo>
                  <a:lnTo>
                    <a:pt x="216392" y="227868"/>
                  </a:lnTo>
                  <a:lnTo>
                    <a:pt x="219671" y="224589"/>
                  </a:lnTo>
                  <a:lnTo>
                    <a:pt x="221310" y="221310"/>
                  </a:lnTo>
                  <a:lnTo>
                    <a:pt x="221310" y="221310"/>
                  </a:lnTo>
                  <a:lnTo>
                    <a:pt x="222949" y="216393"/>
                  </a:lnTo>
                  <a:lnTo>
                    <a:pt x="221310" y="213114"/>
                  </a:lnTo>
                  <a:lnTo>
                    <a:pt x="219671" y="209835"/>
                  </a:lnTo>
                  <a:lnTo>
                    <a:pt x="219671" y="204917"/>
                  </a:lnTo>
                  <a:lnTo>
                    <a:pt x="219671" y="204917"/>
                  </a:lnTo>
                  <a:lnTo>
                    <a:pt x="219671" y="201638"/>
                  </a:lnTo>
                  <a:lnTo>
                    <a:pt x="219671" y="199999"/>
                  </a:lnTo>
                  <a:lnTo>
                    <a:pt x="219671" y="195081"/>
                  </a:lnTo>
                  <a:lnTo>
                    <a:pt x="219671" y="195081"/>
                  </a:lnTo>
                  <a:lnTo>
                    <a:pt x="219671" y="195081"/>
                  </a:lnTo>
                  <a:lnTo>
                    <a:pt x="219671" y="190163"/>
                  </a:lnTo>
                  <a:lnTo>
                    <a:pt x="221310" y="186884"/>
                  </a:lnTo>
                  <a:lnTo>
                    <a:pt x="222949" y="181966"/>
                  </a:lnTo>
                  <a:lnTo>
                    <a:pt x="222949" y="180327"/>
                  </a:lnTo>
                  <a:lnTo>
                    <a:pt x="222949" y="180327"/>
                  </a:lnTo>
                  <a:lnTo>
                    <a:pt x="224589" y="177048"/>
                  </a:lnTo>
                  <a:lnTo>
                    <a:pt x="224589" y="173770"/>
                  </a:lnTo>
                  <a:lnTo>
                    <a:pt x="226228" y="168851"/>
                  </a:lnTo>
                  <a:lnTo>
                    <a:pt x="226228" y="165573"/>
                  </a:lnTo>
                  <a:lnTo>
                    <a:pt x="226228" y="162294"/>
                  </a:lnTo>
                  <a:lnTo>
                    <a:pt x="226228" y="157376"/>
                  </a:lnTo>
                  <a:lnTo>
                    <a:pt x="226228" y="154098"/>
                  </a:lnTo>
                  <a:lnTo>
                    <a:pt x="227868" y="150819"/>
                  </a:lnTo>
                  <a:lnTo>
                    <a:pt x="226228" y="149180"/>
                  </a:lnTo>
                  <a:lnTo>
                    <a:pt x="226228" y="144261"/>
                  </a:lnTo>
                  <a:lnTo>
                    <a:pt x="227868" y="140983"/>
                  </a:lnTo>
                  <a:lnTo>
                    <a:pt x="227868" y="137704"/>
                  </a:lnTo>
                  <a:lnTo>
                    <a:pt x="231146" y="132786"/>
                  </a:lnTo>
                  <a:lnTo>
                    <a:pt x="232786" y="129508"/>
                  </a:lnTo>
                  <a:lnTo>
                    <a:pt x="232786" y="126229"/>
                  </a:lnTo>
                  <a:lnTo>
                    <a:pt x="232786" y="126229"/>
                  </a:lnTo>
                  <a:lnTo>
                    <a:pt x="237704" y="121311"/>
                  </a:lnTo>
                  <a:lnTo>
                    <a:pt x="237704" y="119671"/>
                  </a:lnTo>
                  <a:lnTo>
                    <a:pt x="239343" y="116393"/>
                  </a:lnTo>
                  <a:lnTo>
                    <a:pt x="239343" y="114754"/>
                  </a:lnTo>
                  <a:lnTo>
                    <a:pt x="240982" y="111475"/>
                  </a:lnTo>
                  <a:lnTo>
                    <a:pt x="242622" y="106557"/>
                  </a:lnTo>
                  <a:lnTo>
                    <a:pt x="244261" y="103278"/>
                  </a:lnTo>
                  <a:lnTo>
                    <a:pt x="244261" y="101639"/>
                  </a:lnTo>
                  <a:lnTo>
                    <a:pt x="247539" y="98360"/>
                  </a:lnTo>
                  <a:lnTo>
                    <a:pt x="247539" y="95081"/>
                  </a:lnTo>
                  <a:lnTo>
                    <a:pt x="247539" y="90164"/>
                  </a:lnTo>
                  <a:lnTo>
                    <a:pt x="247539" y="86885"/>
                  </a:lnTo>
                  <a:lnTo>
                    <a:pt x="247539" y="83606"/>
                  </a:lnTo>
                  <a:lnTo>
                    <a:pt x="247539" y="80327"/>
                  </a:lnTo>
                  <a:lnTo>
                    <a:pt x="247539" y="77049"/>
                  </a:lnTo>
                  <a:lnTo>
                    <a:pt x="245901" y="75410"/>
                  </a:lnTo>
                  <a:lnTo>
                    <a:pt x="245901" y="73770"/>
                  </a:lnTo>
                  <a:lnTo>
                    <a:pt x="245901" y="70491"/>
                  </a:lnTo>
                  <a:lnTo>
                    <a:pt x="247539" y="65573"/>
                  </a:lnTo>
                  <a:lnTo>
                    <a:pt x="247539" y="65573"/>
                  </a:lnTo>
                  <a:lnTo>
                    <a:pt x="247539" y="62295"/>
                  </a:lnTo>
                  <a:lnTo>
                    <a:pt x="247539" y="57377"/>
                  </a:lnTo>
                  <a:lnTo>
                    <a:pt x="247539" y="54098"/>
                  </a:lnTo>
                  <a:lnTo>
                    <a:pt x="245901" y="50820"/>
                  </a:lnTo>
                  <a:lnTo>
                    <a:pt x="244261" y="45901"/>
                  </a:lnTo>
                  <a:lnTo>
                    <a:pt x="245901" y="44262"/>
                  </a:lnTo>
                  <a:lnTo>
                    <a:pt x="245901" y="44262"/>
                  </a:lnTo>
                  <a:lnTo>
                    <a:pt x="249179" y="44262"/>
                  </a:lnTo>
                  <a:lnTo>
                    <a:pt x="254097" y="40983"/>
                  </a:lnTo>
                  <a:lnTo>
                    <a:pt x="254097" y="37705"/>
                  </a:lnTo>
                  <a:lnTo>
                    <a:pt x="255736" y="34426"/>
                  </a:lnTo>
                  <a:lnTo>
                    <a:pt x="259015" y="31147"/>
                  </a:lnTo>
                  <a:lnTo>
                    <a:pt x="262294" y="26229"/>
                  </a:lnTo>
                  <a:lnTo>
                    <a:pt x="263933" y="22951"/>
                  </a:lnTo>
                  <a:lnTo>
                    <a:pt x="265572" y="19672"/>
                  </a:lnTo>
                  <a:lnTo>
                    <a:pt x="267212" y="19672"/>
                  </a:lnTo>
                  <a:lnTo>
                    <a:pt x="270491" y="16393"/>
                  </a:lnTo>
                  <a:lnTo>
                    <a:pt x="272130" y="14754"/>
                  </a:lnTo>
                  <a:lnTo>
                    <a:pt x="272130" y="14754"/>
                  </a:lnTo>
                  <a:lnTo>
                    <a:pt x="275408" y="11476"/>
                  </a:lnTo>
                  <a:lnTo>
                    <a:pt x="280326" y="9836"/>
                  </a:lnTo>
                  <a:lnTo>
                    <a:pt x="283605" y="9836"/>
                  </a:lnTo>
                  <a:lnTo>
                    <a:pt x="286884" y="9836"/>
                  </a:lnTo>
                  <a:lnTo>
                    <a:pt x="291802" y="11476"/>
                  </a:lnTo>
                  <a:lnTo>
                    <a:pt x="295081" y="13114"/>
                  </a:lnTo>
                  <a:lnTo>
                    <a:pt x="296720" y="16393"/>
                  </a:lnTo>
                  <a:lnTo>
                    <a:pt x="299998" y="16393"/>
                  </a:lnTo>
                  <a:lnTo>
                    <a:pt x="299998" y="16393"/>
                  </a:lnTo>
                  <a:lnTo>
                    <a:pt x="299998" y="18033"/>
                  </a:lnTo>
                  <a:lnTo>
                    <a:pt x="304916" y="19672"/>
                  </a:lnTo>
                  <a:lnTo>
                    <a:pt x="308195" y="22951"/>
                  </a:lnTo>
                  <a:lnTo>
                    <a:pt x="311474" y="26229"/>
                  </a:lnTo>
                  <a:lnTo>
                    <a:pt x="314752" y="29508"/>
                  </a:lnTo>
                  <a:lnTo>
                    <a:pt x="318031" y="34426"/>
                  </a:lnTo>
                  <a:lnTo>
                    <a:pt x="318031" y="37705"/>
                  </a:lnTo>
                  <a:lnTo>
                    <a:pt x="321310" y="40983"/>
                  </a:lnTo>
                  <a:lnTo>
                    <a:pt x="324588" y="42623"/>
                  </a:lnTo>
                  <a:lnTo>
                    <a:pt x="329506" y="40983"/>
                  </a:lnTo>
                  <a:lnTo>
                    <a:pt x="332785" y="40983"/>
                  </a:lnTo>
                  <a:lnTo>
                    <a:pt x="336064" y="40983"/>
                  </a:lnTo>
                  <a:lnTo>
                    <a:pt x="339342" y="42623"/>
                  </a:lnTo>
                  <a:lnTo>
                    <a:pt x="344261" y="45901"/>
                  </a:lnTo>
                  <a:lnTo>
                    <a:pt x="347539" y="47541"/>
                  </a:lnTo>
                  <a:lnTo>
                    <a:pt x="350818" y="45901"/>
                  </a:lnTo>
                  <a:lnTo>
                    <a:pt x="354096" y="49180"/>
                  </a:lnTo>
                  <a:lnTo>
                    <a:pt x="355736" y="49180"/>
                  </a:lnTo>
                  <a:lnTo>
                    <a:pt x="360654" y="49180"/>
                  </a:lnTo>
                  <a:lnTo>
                    <a:pt x="363932" y="47541"/>
                  </a:lnTo>
                  <a:lnTo>
                    <a:pt x="368851" y="47541"/>
                  </a:lnTo>
                  <a:lnTo>
                    <a:pt x="372129" y="49180"/>
                  </a:lnTo>
                  <a:lnTo>
                    <a:pt x="375408" y="50820"/>
                  </a:lnTo>
                  <a:lnTo>
                    <a:pt x="378686" y="50820"/>
                  </a:lnTo>
                  <a:lnTo>
                    <a:pt x="381965" y="50820"/>
                  </a:lnTo>
                  <a:lnTo>
                    <a:pt x="381965" y="52459"/>
                  </a:lnTo>
                  <a:lnTo>
                    <a:pt x="386883" y="54098"/>
                  </a:lnTo>
                  <a:lnTo>
                    <a:pt x="390162" y="55737"/>
                  </a:lnTo>
                  <a:lnTo>
                    <a:pt x="393441" y="54098"/>
                  </a:lnTo>
                  <a:lnTo>
                    <a:pt x="395080" y="54098"/>
                  </a:lnTo>
                  <a:lnTo>
                    <a:pt x="395080" y="54098"/>
                  </a:lnTo>
                  <a:lnTo>
                    <a:pt x="398359" y="50820"/>
                  </a:lnTo>
                  <a:lnTo>
                    <a:pt x="398359" y="47541"/>
                  </a:lnTo>
                  <a:lnTo>
                    <a:pt x="399998" y="42623"/>
                  </a:lnTo>
                  <a:lnTo>
                    <a:pt x="401638" y="39344"/>
                  </a:lnTo>
                  <a:lnTo>
                    <a:pt x="404916" y="36066"/>
                  </a:lnTo>
                  <a:lnTo>
                    <a:pt x="404916" y="32787"/>
                  </a:lnTo>
                  <a:lnTo>
                    <a:pt x="406555" y="32787"/>
                  </a:lnTo>
                  <a:lnTo>
                    <a:pt x="409834" y="29508"/>
                  </a:lnTo>
                  <a:lnTo>
                    <a:pt x="411473" y="27869"/>
                  </a:lnTo>
                  <a:lnTo>
                    <a:pt x="411473" y="24590"/>
                  </a:lnTo>
                  <a:lnTo>
                    <a:pt x="414752" y="24590"/>
                  </a:lnTo>
                  <a:lnTo>
                    <a:pt x="418031" y="27869"/>
                  </a:lnTo>
                  <a:lnTo>
                    <a:pt x="421309" y="27869"/>
                  </a:lnTo>
                  <a:lnTo>
                    <a:pt x="424588" y="31147"/>
                  </a:lnTo>
                  <a:lnTo>
                    <a:pt x="427867" y="32787"/>
                  </a:lnTo>
                  <a:lnTo>
                    <a:pt x="431145" y="34426"/>
                  </a:lnTo>
                  <a:lnTo>
                    <a:pt x="436063" y="31147"/>
                  </a:lnTo>
                  <a:lnTo>
                    <a:pt x="439342" y="27869"/>
                  </a:lnTo>
                  <a:lnTo>
                    <a:pt x="442621" y="26229"/>
                  </a:lnTo>
                  <a:lnTo>
                    <a:pt x="445899" y="24590"/>
                  </a:lnTo>
                  <a:lnTo>
                    <a:pt x="450818" y="24590"/>
                  </a:lnTo>
                  <a:lnTo>
                    <a:pt x="450818" y="24590"/>
                  </a:lnTo>
                  <a:lnTo>
                    <a:pt x="454096" y="21311"/>
                  </a:lnTo>
                  <a:lnTo>
                    <a:pt x="459014" y="19672"/>
                  </a:lnTo>
                  <a:lnTo>
                    <a:pt x="462293" y="18033"/>
                  </a:lnTo>
                  <a:lnTo>
                    <a:pt x="465572" y="16393"/>
                  </a:lnTo>
                  <a:lnTo>
                    <a:pt x="467211" y="16393"/>
                  </a:lnTo>
                  <a:lnTo>
                    <a:pt x="467211" y="16393"/>
                  </a:lnTo>
                  <a:lnTo>
                    <a:pt x="468850" y="16393"/>
                  </a:lnTo>
                  <a:lnTo>
                    <a:pt x="468850" y="11476"/>
                  </a:lnTo>
                  <a:lnTo>
                    <a:pt x="472129" y="11476"/>
                  </a:lnTo>
                  <a:lnTo>
                    <a:pt x="473768" y="13114"/>
                  </a:lnTo>
                  <a:lnTo>
                    <a:pt x="478686" y="16393"/>
                  </a:lnTo>
                  <a:lnTo>
                    <a:pt x="478686" y="16393"/>
                  </a:lnTo>
                  <a:lnTo>
                    <a:pt x="481965" y="19672"/>
                  </a:lnTo>
                  <a:lnTo>
                    <a:pt x="485243" y="19672"/>
                  </a:lnTo>
                  <a:lnTo>
                    <a:pt x="488522" y="18033"/>
                  </a:lnTo>
                  <a:lnTo>
                    <a:pt x="493440" y="16393"/>
                  </a:lnTo>
                  <a:lnTo>
                    <a:pt x="493440" y="18033"/>
                  </a:lnTo>
                  <a:lnTo>
                    <a:pt x="498358" y="16393"/>
                  </a:lnTo>
                  <a:lnTo>
                    <a:pt x="498358" y="16393"/>
                  </a:lnTo>
                  <a:lnTo>
                    <a:pt x="499998" y="16393"/>
                  </a:lnTo>
                  <a:lnTo>
                    <a:pt x="499998" y="16393"/>
                  </a:lnTo>
                  <a:lnTo>
                    <a:pt x="501637" y="16393"/>
                  </a:lnTo>
                  <a:lnTo>
                    <a:pt x="504916" y="13114"/>
                  </a:lnTo>
                  <a:lnTo>
                    <a:pt x="506555" y="9836"/>
                  </a:lnTo>
                  <a:lnTo>
                    <a:pt x="506555" y="6557"/>
                  </a:lnTo>
                  <a:lnTo>
                    <a:pt x="508194" y="1639"/>
                  </a:lnTo>
                  <a:lnTo>
                    <a:pt x="511473" y="0"/>
                  </a:lnTo>
                  <a:lnTo>
                    <a:pt x="514752" y="0"/>
                  </a:lnTo>
                  <a:lnTo>
                    <a:pt x="518030" y="3279"/>
                  </a:lnTo>
                  <a:lnTo>
                    <a:pt x="521309" y="4918"/>
                  </a:lnTo>
                  <a:lnTo>
                    <a:pt x="524588" y="8197"/>
                  </a:lnTo>
                  <a:lnTo>
                    <a:pt x="527866" y="8197"/>
                  </a:lnTo>
                  <a:lnTo>
                    <a:pt x="532784" y="8197"/>
                  </a:lnTo>
                  <a:lnTo>
                    <a:pt x="536063" y="4918"/>
                  </a:lnTo>
                  <a:lnTo>
                    <a:pt x="539342" y="8197"/>
                  </a:lnTo>
                  <a:lnTo>
                    <a:pt x="542620" y="9836"/>
                  </a:lnTo>
                  <a:lnTo>
                    <a:pt x="547538" y="9836"/>
                  </a:lnTo>
                  <a:lnTo>
                    <a:pt x="550817" y="14754"/>
                  </a:lnTo>
                  <a:lnTo>
                    <a:pt x="554096" y="13114"/>
                  </a:lnTo>
                  <a:lnTo>
                    <a:pt x="559013" y="13114"/>
                  </a:lnTo>
                  <a:lnTo>
                    <a:pt x="562292" y="13114"/>
                  </a:lnTo>
                  <a:lnTo>
                    <a:pt x="565571" y="13114"/>
                  </a:lnTo>
                  <a:lnTo>
                    <a:pt x="568850" y="9836"/>
                  </a:lnTo>
                  <a:lnTo>
                    <a:pt x="572128" y="6557"/>
                  </a:lnTo>
                  <a:lnTo>
                    <a:pt x="577046" y="8197"/>
                  </a:lnTo>
                  <a:lnTo>
                    <a:pt x="580325" y="9836"/>
                  </a:lnTo>
                  <a:lnTo>
                    <a:pt x="583604" y="11476"/>
                  </a:lnTo>
                  <a:lnTo>
                    <a:pt x="588522" y="16393"/>
                  </a:lnTo>
                  <a:lnTo>
                    <a:pt x="588522" y="16393"/>
                  </a:lnTo>
                  <a:lnTo>
                    <a:pt x="591800" y="19672"/>
                  </a:lnTo>
                  <a:lnTo>
                    <a:pt x="595079" y="21311"/>
                  </a:lnTo>
                  <a:lnTo>
                    <a:pt x="596719" y="24590"/>
                  </a:lnTo>
                  <a:lnTo>
                    <a:pt x="596719" y="26229"/>
                  </a:lnTo>
                  <a:lnTo>
                    <a:pt x="599997" y="29508"/>
                  </a:lnTo>
                  <a:lnTo>
                    <a:pt x="599997" y="32787"/>
                  </a:lnTo>
                  <a:lnTo>
                    <a:pt x="603276" y="36066"/>
                  </a:lnTo>
                  <a:lnTo>
                    <a:pt x="608194" y="36066"/>
                  </a:lnTo>
                  <a:lnTo>
                    <a:pt x="609833" y="39344"/>
                  </a:lnTo>
                  <a:lnTo>
                    <a:pt x="613112" y="40983"/>
                  </a:lnTo>
                  <a:lnTo>
                    <a:pt x="616390" y="44262"/>
                  </a:lnTo>
                  <a:lnTo>
                    <a:pt x="619669" y="44262"/>
                  </a:lnTo>
                  <a:lnTo>
                    <a:pt x="622948" y="47541"/>
                  </a:lnTo>
                  <a:lnTo>
                    <a:pt x="624587" y="47541"/>
                  </a:lnTo>
                  <a:lnTo>
                    <a:pt x="627866" y="44262"/>
                  </a:lnTo>
                  <a:lnTo>
                    <a:pt x="631145" y="42623"/>
                  </a:lnTo>
                  <a:lnTo>
                    <a:pt x="636062" y="39344"/>
                  </a:lnTo>
                  <a:lnTo>
                    <a:pt x="639341" y="36066"/>
                  </a:lnTo>
                  <a:lnTo>
                    <a:pt x="642620" y="39344"/>
                  </a:lnTo>
                  <a:lnTo>
                    <a:pt x="645899" y="39344"/>
                  </a:lnTo>
                  <a:lnTo>
                    <a:pt x="650816" y="40983"/>
                  </a:lnTo>
                  <a:lnTo>
                    <a:pt x="654095" y="44262"/>
                  </a:lnTo>
                  <a:lnTo>
                    <a:pt x="657374" y="42623"/>
                  </a:lnTo>
                  <a:lnTo>
                    <a:pt x="662292" y="39344"/>
                  </a:lnTo>
                  <a:lnTo>
                    <a:pt x="663931" y="36066"/>
                  </a:lnTo>
                  <a:lnTo>
                    <a:pt x="665570" y="31147"/>
                  </a:lnTo>
                  <a:lnTo>
                    <a:pt x="668849" y="31147"/>
                  </a:lnTo>
                  <a:lnTo>
                    <a:pt x="672128" y="32787"/>
                  </a:lnTo>
                  <a:lnTo>
                    <a:pt x="677046" y="34426"/>
                  </a:lnTo>
                  <a:lnTo>
                    <a:pt x="678685" y="39344"/>
                  </a:lnTo>
                  <a:lnTo>
                    <a:pt x="678685" y="42623"/>
                  </a:lnTo>
                  <a:lnTo>
                    <a:pt x="681964" y="44262"/>
                  </a:lnTo>
                  <a:lnTo>
                    <a:pt x="683603" y="49180"/>
                  </a:lnTo>
                  <a:lnTo>
                    <a:pt x="685243" y="50820"/>
                  </a:lnTo>
                  <a:lnTo>
                    <a:pt x="688521" y="54098"/>
                  </a:lnTo>
                  <a:lnTo>
                    <a:pt x="691800" y="55737"/>
                  </a:lnTo>
                  <a:lnTo>
                    <a:pt x="693439" y="60656"/>
                  </a:lnTo>
                  <a:lnTo>
                    <a:pt x="696718" y="62295"/>
                  </a:lnTo>
                  <a:lnTo>
                    <a:pt x="699997" y="63934"/>
                  </a:lnTo>
                  <a:lnTo>
                    <a:pt x="703275" y="65573"/>
                  </a:lnTo>
                  <a:lnTo>
                    <a:pt x="706554" y="65573"/>
                  </a:lnTo>
                  <a:lnTo>
                    <a:pt x="708193" y="70491"/>
                  </a:lnTo>
                  <a:lnTo>
                    <a:pt x="708193" y="73770"/>
                  </a:lnTo>
                  <a:lnTo>
                    <a:pt x="708193" y="77049"/>
                  </a:lnTo>
                  <a:lnTo>
                    <a:pt x="709833" y="77049"/>
                  </a:lnTo>
                  <a:lnTo>
                    <a:pt x="713112" y="77049"/>
                  </a:lnTo>
                  <a:lnTo>
                    <a:pt x="716390" y="77049"/>
                  </a:lnTo>
                  <a:lnTo>
                    <a:pt x="719669" y="80327"/>
                  </a:lnTo>
                  <a:lnTo>
                    <a:pt x="719669" y="83606"/>
                  </a:lnTo>
                  <a:lnTo>
                    <a:pt x="722947" y="86885"/>
                  </a:lnTo>
                  <a:lnTo>
                    <a:pt x="719669" y="90164"/>
                  </a:lnTo>
                  <a:lnTo>
                    <a:pt x="718029" y="93442"/>
                  </a:lnTo>
                  <a:lnTo>
                    <a:pt x="716390" y="98360"/>
                  </a:lnTo>
                  <a:lnTo>
                    <a:pt x="716390" y="101639"/>
                  </a:lnTo>
                  <a:lnTo>
                    <a:pt x="718029" y="104917"/>
                  </a:lnTo>
                  <a:lnTo>
                    <a:pt x="719669" y="108196"/>
                  </a:lnTo>
                  <a:lnTo>
                    <a:pt x="719669" y="109836"/>
                  </a:lnTo>
                  <a:lnTo>
                    <a:pt x="719669" y="114754"/>
                  </a:lnTo>
                  <a:lnTo>
                    <a:pt x="718029" y="118032"/>
                  </a:lnTo>
                  <a:lnTo>
                    <a:pt x="716390" y="119671"/>
                  </a:lnTo>
                  <a:lnTo>
                    <a:pt x="716390" y="122950"/>
                  </a:lnTo>
                  <a:lnTo>
                    <a:pt x="714750" y="127868"/>
                  </a:lnTo>
                  <a:lnTo>
                    <a:pt x="718029" y="131147"/>
                  </a:lnTo>
                  <a:lnTo>
                    <a:pt x="722947" y="132786"/>
                  </a:lnTo>
                  <a:lnTo>
                    <a:pt x="726226" y="131147"/>
                  </a:lnTo>
                  <a:lnTo>
                    <a:pt x="726226" y="132786"/>
                  </a:lnTo>
                  <a:lnTo>
                    <a:pt x="729505" y="136065"/>
                  </a:lnTo>
                  <a:lnTo>
                    <a:pt x="734423" y="139344"/>
                  </a:lnTo>
                  <a:lnTo>
                    <a:pt x="736062" y="140983"/>
                  </a:lnTo>
                  <a:lnTo>
                    <a:pt x="736062" y="140983"/>
                  </a:lnTo>
                  <a:lnTo>
                    <a:pt x="736062" y="145901"/>
                  </a:lnTo>
                  <a:lnTo>
                    <a:pt x="732783" y="149180"/>
                  </a:lnTo>
                  <a:lnTo>
                    <a:pt x="731144" y="152458"/>
                  </a:lnTo>
                  <a:lnTo>
                    <a:pt x="727865" y="155737"/>
                  </a:lnTo>
                  <a:lnTo>
                    <a:pt x="726226" y="160655"/>
                  </a:lnTo>
                  <a:lnTo>
                    <a:pt x="721308" y="163934"/>
                  </a:lnTo>
                  <a:lnTo>
                    <a:pt x="718029" y="167213"/>
                  </a:lnTo>
                  <a:lnTo>
                    <a:pt x="713112" y="170491"/>
                  </a:lnTo>
                  <a:lnTo>
                    <a:pt x="711472" y="173770"/>
                  </a:lnTo>
                  <a:lnTo>
                    <a:pt x="708193" y="178688"/>
                  </a:lnTo>
                  <a:lnTo>
                    <a:pt x="708193" y="178688"/>
                  </a:lnTo>
                  <a:lnTo>
                    <a:pt x="704915" y="181966"/>
                  </a:lnTo>
                  <a:lnTo>
                    <a:pt x="703275" y="183606"/>
                  </a:lnTo>
                  <a:lnTo>
                    <a:pt x="698357" y="185245"/>
                  </a:lnTo>
                  <a:lnTo>
                    <a:pt x="695079" y="186884"/>
                  </a:lnTo>
                  <a:lnTo>
                    <a:pt x="695079" y="191803"/>
                  </a:lnTo>
                  <a:lnTo>
                    <a:pt x="693439" y="193442"/>
                  </a:lnTo>
                  <a:lnTo>
                    <a:pt x="690160" y="196720"/>
                  </a:lnTo>
                  <a:lnTo>
                    <a:pt x="686882" y="199999"/>
                  </a:lnTo>
                  <a:lnTo>
                    <a:pt x="686882" y="199999"/>
                  </a:lnTo>
                  <a:lnTo>
                    <a:pt x="685243" y="199999"/>
                  </a:lnTo>
                  <a:lnTo>
                    <a:pt x="685243" y="203278"/>
                  </a:lnTo>
                  <a:lnTo>
                    <a:pt x="685243" y="208196"/>
                  </a:lnTo>
                  <a:lnTo>
                    <a:pt x="685243" y="211474"/>
                  </a:lnTo>
                  <a:lnTo>
                    <a:pt x="685243" y="214753"/>
                  </a:lnTo>
                  <a:lnTo>
                    <a:pt x="683603" y="218032"/>
                  </a:lnTo>
                  <a:lnTo>
                    <a:pt x="681964" y="221310"/>
                  </a:lnTo>
                  <a:lnTo>
                    <a:pt x="680325" y="226228"/>
                  </a:lnTo>
                  <a:lnTo>
                    <a:pt x="680325" y="229507"/>
                  </a:lnTo>
                  <a:lnTo>
                    <a:pt x="675406" y="232786"/>
                  </a:lnTo>
                  <a:lnTo>
                    <a:pt x="675406" y="234425"/>
                  </a:lnTo>
                  <a:lnTo>
                    <a:pt x="677046" y="236064"/>
                  </a:lnTo>
                  <a:lnTo>
                    <a:pt x="675406" y="239343"/>
                  </a:lnTo>
                  <a:lnTo>
                    <a:pt x="675406" y="244261"/>
                  </a:lnTo>
                  <a:lnTo>
                    <a:pt x="675406" y="245901"/>
                  </a:lnTo>
                  <a:lnTo>
                    <a:pt x="673767" y="249179"/>
                  </a:lnTo>
                  <a:lnTo>
                    <a:pt x="673767" y="250818"/>
                  </a:lnTo>
                  <a:lnTo>
                    <a:pt x="673767" y="254097"/>
                  </a:lnTo>
                  <a:lnTo>
                    <a:pt x="673767" y="257376"/>
                  </a:lnTo>
                  <a:lnTo>
                    <a:pt x="673767" y="262294"/>
                  </a:lnTo>
                  <a:lnTo>
                    <a:pt x="672128" y="265573"/>
                  </a:lnTo>
                  <a:lnTo>
                    <a:pt x="672128" y="268851"/>
                  </a:lnTo>
                  <a:lnTo>
                    <a:pt x="672128" y="270491"/>
                  </a:lnTo>
                  <a:lnTo>
                    <a:pt x="672128" y="273769"/>
                  </a:lnTo>
                  <a:lnTo>
                    <a:pt x="670489" y="277048"/>
                  </a:lnTo>
                  <a:lnTo>
                    <a:pt x="670489" y="280327"/>
                  </a:lnTo>
                  <a:lnTo>
                    <a:pt x="670489" y="285244"/>
                  </a:lnTo>
                  <a:lnTo>
                    <a:pt x="670489" y="288523"/>
                  </a:lnTo>
                  <a:lnTo>
                    <a:pt x="672128" y="291802"/>
                  </a:lnTo>
                  <a:lnTo>
                    <a:pt x="672128" y="295081"/>
                  </a:lnTo>
                  <a:lnTo>
                    <a:pt x="672128" y="298359"/>
                  </a:lnTo>
                  <a:lnTo>
                    <a:pt x="667210" y="299998"/>
                  </a:lnTo>
                  <a:lnTo>
                    <a:pt x="663931" y="303277"/>
                  </a:lnTo>
                  <a:lnTo>
                    <a:pt x="660653" y="306556"/>
                  </a:lnTo>
                  <a:lnTo>
                    <a:pt x="657374" y="311474"/>
                  </a:lnTo>
                  <a:lnTo>
                    <a:pt x="657374" y="311474"/>
                  </a:lnTo>
                  <a:lnTo>
                    <a:pt x="654095" y="316392"/>
                  </a:lnTo>
                  <a:lnTo>
                    <a:pt x="652456" y="319671"/>
                  </a:lnTo>
                  <a:lnTo>
                    <a:pt x="652456" y="322950"/>
                  </a:lnTo>
                  <a:lnTo>
                    <a:pt x="654095" y="326228"/>
                  </a:lnTo>
                  <a:lnTo>
                    <a:pt x="654095" y="331146"/>
                  </a:lnTo>
                  <a:lnTo>
                    <a:pt x="652456" y="334425"/>
                  </a:lnTo>
                  <a:lnTo>
                    <a:pt x="649177" y="337703"/>
                  </a:lnTo>
                  <a:lnTo>
                    <a:pt x="645899" y="340982"/>
                  </a:lnTo>
                  <a:lnTo>
                    <a:pt x="642620" y="342621"/>
                  </a:lnTo>
                  <a:lnTo>
                    <a:pt x="642620" y="345900"/>
                  </a:lnTo>
                  <a:lnTo>
                    <a:pt x="642620" y="347540"/>
                  </a:lnTo>
                  <a:lnTo>
                    <a:pt x="644259" y="350818"/>
                  </a:lnTo>
                  <a:lnTo>
                    <a:pt x="644259" y="354097"/>
                  </a:lnTo>
                  <a:lnTo>
                    <a:pt x="647538" y="355736"/>
                  </a:lnTo>
                  <a:lnTo>
                    <a:pt x="649177" y="357375"/>
                  </a:lnTo>
                  <a:lnTo>
                    <a:pt x="649177" y="362294"/>
                  </a:lnTo>
                  <a:lnTo>
                    <a:pt x="650816" y="365572"/>
                  </a:lnTo>
                  <a:lnTo>
                    <a:pt x="654095" y="368851"/>
                  </a:lnTo>
                  <a:lnTo>
                    <a:pt x="657374" y="372130"/>
                  </a:lnTo>
                  <a:lnTo>
                    <a:pt x="655735" y="377047"/>
                  </a:lnTo>
                  <a:lnTo>
                    <a:pt x="655735" y="380326"/>
                  </a:lnTo>
                  <a:lnTo>
                    <a:pt x="657374" y="381965"/>
                  </a:lnTo>
                  <a:lnTo>
                    <a:pt x="655735" y="383605"/>
                  </a:lnTo>
                  <a:lnTo>
                    <a:pt x="655735" y="383605"/>
                  </a:lnTo>
                  <a:lnTo>
                    <a:pt x="657374" y="388523"/>
                  </a:lnTo>
                  <a:lnTo>
                    <a:pt x="657374" y="391801"/>
                  </a:lnTo>
                  <a:lnTo>
                    <a:pt x="657374" y="395080"/>
                  </a:lnTo>
                  <a:lnTo>
                    <a:pt x="657374" y="398359"/>
                  </a:lnTo>
                  <a:lnTo>
                    <a:pt x="655735" y="403277"/>
                  </a:lnTo>
                  <a:lnTo>
                    <a:pt x="655735" y="406555"/>
                  </a:lnTo>
                  <a:lnTo>
                    <a:pt x="657374" y="411474"/>
                  </a:lnTo>
                  <a:lnTo>
                    <a:pt x="660653" y="414752"/>
                  </a:lnTo>
                  <a:lnTo>
                    <a:pt x="662292" y="418031"/>
                  </a:lnTo>
                  <a:lnTo>
                    <a:pt x="662292" y="421310"/>
                  </a:lnTo>
                  <a:lnTo>
                    <a:pt x="662292" y="426228"/>
                  </a:lnTo>
                  <a:lnTo>
                    <a:pt x="662292" y="429506"/>
                  </a:lnTo>
                  <a:lnTo>
                    <a:pt x="663931" y="432785"/>
                  </a:lnTo>
                  <a:lnTo>
                    <a:pt x="663931" y="436064"/>
                  </a:lnTo>
                  <a:lnTo>
                    <a:pt x="662292" y="440981"/>
                  </a:lnTo>
                  <a:lnTo>
                    <a:pt x="662292" y="444260"/>
                  </a:lnTo>
                  <a:lnTo>
                    <a:pt x="660653" y="447539"/>
                  </a:lnTo>
                  <a:lnTo>
                    <a:pt x="660653" y="452457"/>
                  </a:lnTo>
                  <a:lnTo>
                    <a:pt x="660653" y="455735"/>
                  </a:lnTo>
                  <a:lnTo>
                    <a:pt x="660653" y="457375"/>
                  </a:lnTo>
                  <a:lnTo>
                    <a:pt x="662292" y="460654"/>
                  </a:lnTo>
                  <a:lnTo>
                    <a:pt x="663931" y="465572"/>
                  </a:lnTo>
                  <a:lnTo>
                    <a:pt x="665570" y="468850"/>
                  </a:lnTo>
                  <a:lnTo>
                    <a:pt x="667210" y="472129"/>
                  </a:lnTo>
                  <a:lnTo>
                    <a:pt x="667210" y="477047"/>
                  </a:lnTo>
                  <a:lnTo>
                    <a:pt x="668849" y="480325"/>
                  </a:lnTo>
                  <a:lnTo>
                    <a:pt x="670489" y="483604"/>
                  </a:lnTo>
                  <a:lnTo>
                    <a:pt x="670489" y="488522"/>
                  </a:lnTo>
                  <a:lnTo>
                    <a:pt x="670489" y="491801"/>
                  </a:lnTo>
                  <a:lnTo>
                    <a:pt x="668849" y="495080"/>
                  </a:lnTo>
                  <a:lnTo>
                    <a:pt x="665570" y="498358"/>
                  </a:lnTo>
                  <a:lnTo>
                    <a:pt x="665570" y="503277"/>
                  </a:lnTo>
                  <a:lnTo>
                    <a:pt x="667210" y="506555"/>
                  </a:lnTo>
                  <a:lnTo>
                    <a:pt x="667210" y="509834"/>
                  </a:lnTo>
                  <a:lnTo>
                    <a:pt x="667210" y="514752"/>
                  </a:lnTo>
                  <a:lnTo>
                    <a:pt x="668849" y="518031"/>
                  </a:lnTo>
                  <a:lnTo>
                    <a:pt x="672128" y="521309"/>
                  </a:lnTo>
                  <a:lnTo>
                    <a:pt x="673767" y="524588"/>
                  </a:lnTo>
                  <a:lnTo>
                    <a:pt x="675406" y="529506"/>
                  </a:lnTo>
                  <a:lnTo>
                    <a:pt x="678685" y="532784"/>
                  </a:lnTo>
                  <a:lnTo>
                    <a:pt x="681964" y="536063"/>
                  </a:lnTo>
                  <a:lnTo>
                    <a:pt x="685243" y="537702"/>
                  </a:lnTo>
                  <a:lnTo>
                    <a:pt x="686882" y="539342"/>
                  </a:lnTo>
                  <a:lnTo>
                    <a:pt x="690160" y="542621"/>
                  </a:lnTo>
                  <a:lnTo>
                    <a:pt x="693439" y="545899"/>
                  </a:lnTo>
                  <a:lnTo>
                    <a:pt x="695079" y="550817"/>
                  </a:lnTo>
                  <a:lnTo>
                    <a:pt x="698357" y="554096"/>
                  </a:lnTo>
                  <a:lnTo>
                    <a:pt x="699997" y="557374"/>
                  </a:lnTo>
                  <a:lnTo>
                    <a:pt x="699997" y="562292"/>
                  </a:lnTo>
                  <a:lnTo>
                    <a:pt x="701636" y="565571"/>
                  </a:lnTo>
                  <a:lnTo>
                    <a:pt x="701636" y="568850"/>
                  </a:lnTo>
                  <a:lnTo>
                    <a:pt x="703275" y="573768"/>
                  </a:lnTo>
                  <a:lnTo>
                    <a:pt x="704915" y="577047"/>
                  </a:lnTo>
                  <a:lnTo>
                    <a:pt x="706554" y="580325"/>
                  </a:lnTo>
                  <a:lnTo>
                    <a:pt x="709833" y="585243"/>
                  </a:lnTo>
                  <a:lnTo>
                    <a:pt x="711472" y="588522"/>
                  </a:lnTo>
                  <a:lnTo>
                    <a:pt x="711472" y="591801"/>
                  </a:lnTo>
                  <a:lnTo>
                    <a:pt x="713112" y="595079"/>
                  </a:lnTo>
                  <a:lnTo>
                    <a:pt x="713112" y="598358"/>
                  </a:lnTo>
                  <a:lnTo>
                    <a:pt x="709833" y="598358"/>
                  </a:lnTo>
                  <a:lnTo>
                    <a:pt x="706554" y="599997"/>
                  </a:lnTo>
                  <a:lnTo>
                    <a:pt x="706554" y="599997"/>
                  </a:lnTo>
                  <a:lnTo>
                    <a:pt x="703275" y="599997"/>
                  </a:lnTo>
                  <a:lnTo>
                    <a:pt x="698357" y="601637"/>
                  </a:lnTo>
                  <a:lnTo>
                    <a:pt x="695079" y="601637"/>
                  </a:lnTo>
                  <a:lnTo>
                    <a:pt x="691800" y="601637"/>
                  </a:lnTo>
                  <a:lnTo>
                    <a:pt x="686882" y="603276"/>
                  </a:lnTo>
                  <a:lnTo>
                    <a:pt x="685243" y="603276"/>
                  </a:lnTo>
                  <a:lnTo>
                    <a:pt x="680325" y="604915"/>
                  </a:lnTo>
                  <a:lnTo>
                    <a:pt x="677046" y="604915"/>
                  </a:lnTo>
                  <a:lnTo>
                    <a:pt x="673767" y="606555"/>
                  </a:lnTo>
                  <a:lnTo>
                    <a:pt x="668849" y="606555"/>
                  </a:lnTo>
                  <a:lnTo>
                    <a:pt x="668849" y="606555"/>
                  </a:lnTo>
                  <a:lnTo>
                    <a:pt x="663931" y="606555"/>
                  </a:lnTo>
                  <a:lnTo>
                    <a:pt x="660653" y="608194"/>
                  </a:lnTo>
                  <a:lnTo>
                    <a:pt x="657374" y="608194"/>
                  </a:lnTo>
                  <a:lnTo>
                    <a:pt x="652456" y="609833"/>
                  </a:lnTo>
                  <a:lnTo>
                    <a:pt x="649177" y="609833"/>
                  </a:lnTo>
                  <a:lnTo>
                    <a:pt x="645899" y="609833"/>
                  </a:lnTo>
                  <a:lnTo>
                    <a:pt x="642620" y="611472"/>
                  </a:lnTo>
                  <a:lnTo>
                    <a:pt x="644259" y="614751"/>
                  </a:lnTo>
                  <a:lnTo>
                    <a:pt x="644259" y="619669"/>
                  </a:lnTo>
                  <a:lnTo>
                    <a:pt x="642620" y="622948"/>
                  </a:lnTo>
                  <a:lnTo>
                    <a:pt x="640980" y="626227"/>
                  </a:lnTo>
                  <a:lnTo>
                    <a:pt x="637702" y="631145"/>
                  </a:lnTo>
                  <a:lnTo>
                    <a:pt x="634423" y="634424"/>
                  </a:lnTo>
                  <a:lnTo>
                    <a:pt x="631145" y="637702"/>
                  </a:lnTo>
                  <a:lnTo>
                    <a:pt x="627866" y="640981"/>
                  </a:lnTo>
                  <a:lnTo>
                    <a:pt x="622948" y="642620"/>
                  </a:lnTo>
                  <a:lnTo>
                    <a:pt x="621309" y="647538"/>
                  </a:lnTo>
                  <a:lnTo>
                    <a:pt x="624587" y="649177"/>
                  </a:lnTo>
                  <a:lnTo>
                    <a:pt x="626226" y="650817"/>
                  </a:lnTo>
                  <a:lnTo>
                    <a:pt x="626226" y="650817"/>
                  </a:lnTo>
                  <a:lnTo>
                    <a:pt x="626226" y="652456"/>
                  </a:lnTo>
                  <a:lnTo>
                    <a:pt x="627866" y="655735"/>
                  </a:lnTo>
                  <a:lnTo>
                    <a:pt x="629505" y="659014"/>
                  </a:lnTo>
                  <a:lnTo>
                    <a:pt x="631145" y="662292"/>
                  </a:lnTo>
                  <a:lnTo>
                    <a:pt x="632784" y="667210"/>
                  </a:lnTo>
                  <a:lnTo>
                    <a:pt x="632784" y="670489"/>
                  </a:lnTo>
                  <a:lnTo>
                    <a:pt x="631145" y="673768"/>
                  </a:lnTo>
                  <a:lnTo>
                    <a:pt x="631145" y="678685"/>
                  </a:lnTo>
                  <a:lnTo>
                    <a:pt x="631145" y="681964"/>
                  </a:lnTo>
                  <a:lnTo>
                    <a:pt x="629505" y="685243"/>
                  </a:lnTo>
                  <a:lnTo>
                    <a:pt x="629505" y="690161"/>
                  </a:lnTo>
                  <a:lnTo>
                    <a:pt x="629505" y="693439"/>
                  </a:lnTo>
                  <a:lnTo>
                    <a:pt x="631145" y="696718"/>
                  </a:lnTo>
                  <a:lnTo>
                    <a:pt x="629505" y="701636"/>
                  </a:lnTo>
                  <a:lnTo>
                    <a:pt x="631145" y="704915"/>
                  </a:lnTo>
                  <a:lnTo>
                    <a:pt x="631145" y="708194"/>
                  </a:lnTo>
                  <a:lnTo>
                    <a:pt x="629505" y="711472"/>
                  </a:lnTo>
                  <a:lnTo>
                    <a:pt x="626226" y="716390"/>
                  </a:lnTo>
                  <a:lnTo>
                    <a:pt x="626226" y="719669"/>
                  </a:lnTo>
                  <a:lnTo>
                    <a:pt x="624587" y="722948"/>
                  </a:lnTo>
                  <a:lnTo>
                    <a:pt x="624587" y="727865"/>
                  </a:lnTo>
                  <a:lnTo>
                    <a:pt x="622948" y="731144"/>
                  </a:lnTo>
                  <a:lnTo>
                    <a:pt x="622948" y="734423"/>
                  </a:lnTo>
                  <a:lnTo>
                    <a:pt x="622948" y="736062"/>
                  </a:lnTo>
                  <a:lnTo>
                    <a:pt x="621309" y="737702"/>
                  </a:lnTo>
                  <a:lnTo>
                    <a:pt x="619669" y="742619"/>
                  </a:lnTo>
                  <a:lnTo>
                    <a:pt x="619669" y="745898"/>
                  </a:lnTo>
                  <a:lnTo>
                    <a:pt x="621309" y="749177"/>
                  </a:lnTo>
                  <a:lnTo>
                    <a:pt x="622948" y="754095"/>
                  </a:lnTo>
                  <a:lnTo>
                    <a:pt x="622948" y="757374"/>
                  </a:lnTo>
                  <a:lnTo>
                    <a:pt x="626226" y="760652"/>
                  </a:lnTo>
                  <a:lnTo>
                    <a:pt x="629505" y="765570"/>
                  </a:lnTo>
                  <a:lnTo>
                    <a:pt x="632784" y="765570"/>
                  </a:lnTo>
                  <a:lnTo>
                    <a:pt x="634423" y="768849"/>
                  </a:lnTo>
                  <a:lnTo>
                    <a:pt x="637702" y="772128"/>
                  </a:lnTo>
                  <a:lnTo>
                    <a:pt x="640980" y="775406"/>
                  </a:lnTo>
                  <a:lnTo>
                    <a:pt x="642620" y="780324"/>
                  </a:lnTo>
                  <a:lnTo>
                    <a:pt x="645899" y="781964"/>
                  </a:lnTo>
                  <a:lnTo>
                    <a:pt x="650816" y="781964"/>
                  </a:lnTo>
                  <a:lnTo>
                    <a:pt x="654095" y="783603"/>
                  </a:lnTo>
                  <a:lnTo>
                    <a:pt x="657374" y="785242"/>
                  </a:lnTo>
                  <a:lnTo>
                    <a:pt x="662292" y="783603"/>
                  </a:lnTo>
                  <a:lnTo>
                    <a:pt x="660653" y="780324"/>
                  </a:lnTo>
                  <a:lnTo>
                    <a:pt x="663931" y="775406"/>
                  </a:lnTo>
                  <a:lnTo>
                    <a:pt x="667210" y="775406"/>
                  </a:lnTo>
                  <a:lnTo>
                    <a:pt x="670489" y="775406"/>
                  </a:lnTo>
                  <a:lnTo>
                    <a:pt x="673767" y="773767"/>
                  </a:lnTo>
                  <a:lnTo>
                    <a:pt x="673767" y="773767"/>
                  </a:lnTo>
                  <a:lnTo>
                    <a:pt x="673767" y="777046"/>
                  </a:lnTo>
                  <a:lnTo>
                    <a:pt x="673767" y="780324"/>
                  </a:lnTo>
                  <a:lnTo>
                    <a:pt x="673767" y="785242"/>
                  </a:lnTo>
                  <a:lnTo>
                    <a:pt x="673767" y="786882"/>
                  </a:lnTo>
                  <a:lnTo>
                    <a:pt x="673767" y="790161"/>
                  </a:lnTo>
                  <a:lnTo>
                    <a:pt x="673767" y="795078"/>
                  </a:lnTo>
                  <a:lnTo>
                    <a:pt x="673767" y="798357"/>
                  </a:lnTo>
                  <a:lnTo>
                    <a:pt x="673767" y="803275"/>
                  </a:lnTo>
                  <a:lnTo>
                    <a:pt x="673767" y="806554"/>
                  </a:lnTo>
                  <a:lnTo>
                    <a:pt x="673767" y="809832"/>
                  </a:lnTo>
                  <a:lnTo>
                    <a:pt x="673767" y="814751"/>
                  </a:lnTo>
                  <a:lnTo>
                    <a:pt x="673767" y="818029"/>
                  </a:lnTo>
                  <a:lnTo>
                    <a:pt x="673767" y="821308"/>
                  </a:lnTo>
                  <a:lnTo>
                    <a:pt x="673767" y="826226"/>
                  </a:lnTo>
                  <a:lnTo>
                    <a:pt x="673767" y="829504"/>
                  </a:lnTo>
                  <a:lnTo>
                    <a:pt x="668849" y="829504"/>
                  </a:lnTo>
                  <a:lnTo>
                    <a:pt x="665570" y="826226"/>
                  </a:lnTo>
                  <a:lnTo>
                    <a:pt x="668849" y="822947"/>
                  </a:lnTo>
                  <a:lnTo>
                    <a:pt x="665570" y="819668"/>
                  </a:lnTo>
                  <a:lnTo>
                    <a:pt x="660653" y="822947"/>
                  </a:lnTo>
                  <a:lnTo>
                    <a:pt x="657374" y="824586"/>
                  </a:lnTo>
                  <a:lnTo>
                    <a:pt x="654095" y="827865"/>
                  </a:lnTo>
                  <a:lnTo>
                    <a:pt x="650816" y="829504"/>
                  </a:lnTo>
                  <a:lnTo>
                    <a:pt x="645899" y="827865"/>
                  </a:lnTo>
                  <a:lnTo>
                    <a:pt x="644259" y="827865"/>
                  </a:lnTo>
                  <a:lnTo>
                    <a:pt x="640980" y="826226"/>
                  </a:lnTo>
                  <a:lnTo>
                    <a:pt x="640980" y="822947"/>
                  </a:lnTo>
                  <a:lnTo>
                    <a:pt x="639341" y="818029"/>
                  </a:lnTo>
                  <a:lnTo>
                    <a:pt x="637702" y="814751"/>
                  </a:lnTo>
                  <a:lnTo>
                    <a:pt x="636062" y="811472"/>
                  </a:lnTo>
                  <a:lnTo>
                    <a:pt x="636062" y="809832"/>
                  </a:lnTo>
                  <a:lnTo>
                    <a:pt x="632784" y="806554"/>
                  </a:lnTo>
                  <a:lnTo>
                    <a:pt x="629505" y="803275"/>
                  </a:lnTo>
                  <a:lnTo>
                    <a:pt x="627866" y="803275"/>
                  </a:lnTo>
                  <a:lnTo>
                    <a:pt x="624587" y="801636"/>
                  </a:lnTo>
                  <a:lnTo>
                    <a:pt x="624587" y="798357"/>
                  </a:lnTo>
                  <a:lnTo>
                    <a:pt x="622948" y="793439"/>
                  </a:lnTo>
                  <a:lnTo>
                    <a:pt x="622948" y="790161"/>
                  </a:lnTo>
                  <a:lnTo>
                    <a:pt x="619669" y="786882"/>
                  </a:lnTo>
                  <a:lnTo>
                    <a:pt x="618030" y="786882"/>
                  </a:lnTo>
                  <a:lnTo>
                    <a:pt x="618030" y="785242"/>
                  </a:lnTo>
                  <a:lnTo>
                    <a:pt x="614751" y="785242"/>
                  </a:lnTo>
                  <a:lnTo>
                    <a:pt x="609833" y="785242"/>
                  </a:lnTo>
                  <a:lnTo>
                    <a:pt x="606555" y="781964"/>
                  </a:lnTo>
                  <a:lnTo>
                    <a:pt x="603276" y="780324"/>
                  </a:lnTo>
                  <a:lnTo>
                    <a:pt x="599997" y="777046"/>
                  </a:lnTo>
                  <a:lnTo>
                    <a:pt x="596719" y="778685"/>
                  </a:lnTo>
                  <a:lnTo>
                    <a:pt x="593440" y="780324"/>
                  </a:lnTo>
                  <a:lnTo>
                    <a:pt x="590161" y="777046"/>
                  </a:lnTo>
                  <a:lnTo>
                    <a:pt x="586882" y="772128"/>
                  </a:lnTo>
                  <a:lnTo>
                    <a:pt x="585243" y="768849"/>
                  </a:lnTo>
                  <a:lnTo>
                    <a:pt x="585243" y="765570"/>
                  </a:lnTo>
                  <a:lnTo>
                    <a:pt x="581965" y="762292"/>
                  </a:lnTo>
                  <a:lnTo>
                    <a:pt x="578686" y="759013"/>
                  </a:lnTo>
                  <a:lnTo>
                    <a:pt x="575407" y="755734"/>
                  </a:lnTo>
                  <a:lnTo>
                    <a:pt x="575407" y="750816"/>
                  </a:lnTo>
                  <a:lnTo>
                    <a:pt x="575407" y="747538"/>
                  </a:lnTo>
                  <a:lnTo>
                    <a:pt x="575407" y="747538"/>
                  </a:lnTo>
                  <a:lnTo>
                    <a:pt x="570489" y="747538"/>
                  </a:lnTo>
                  <a:lnTo>
                    <a:pt x="568850" y="752455"/>
                  </a:lnTo>
                  <a:lnTo>
                    <a:pt x="567210" y="755734"/>
                  </a:lnTo>
                  <a:lnTo>
                    <a:pt x="567210" y="759013"/>
                  </a:lnTo>
                  <a:lnTo>
                    <a:pt x="565571" y="762292"/>
                  </a:lnTo>
                  <a:lnTo>
                    <a:pt x="560653" y="765570"/>
                  </a:lnTo>
                  <a:lnTo>
                    <a:pt x="557375" y="765570"/>
                  </a:lnTo>
                  <a:lnTo>
                    <a:pt x="552456" y="765570"/>
                  </a:lnTo>
                  <a:lnTo>
                    <a:pt x="549178" y="765570"/>
                  </a:lnTo>
                  <a:lnTo>
                    <a:pt x="545899" y="762292"/>
                  </a:lnTo>
                  <a:lnTo>
                    <a:pt x="542620" y="762292"/>
                  </a:lnTo>
                  <a:lnTo>
                    <a:pt x="539342" y="763931"/>
                  </a:lnTo>
                  <a:lnTo>
                    <a:pt x="534423" y="762292"/>
                  </a:lnTo>
                  <a:lnTo>
                    <a:pt x="531145" y="762292"/>
                  </a:lnTo>
                  <a:lnTo>
                    <a:pt x="527866" y="760652"/>
                  </a:lnTo>
                  <a:lnTo>
                    <a:pt x="522948" y="757374"/>
                  </a:lnTo>
                  <a:lnTo>
                    <a:pt x="519669" y="757374"/>
                  </a:lnTo>
                  <a:lnTo>
                    <a:pt x="516391" y="754095"/>
                  </a:lnTo>
                  <a:lnTo>
                    <a:pt x="511473" y="755734"/>
                  </a:lnTo>
                  <a:lnTo>
                    <a:pt x="508194" y="752455"/>
                  </a:lnTo>
                  <a:lnTo>
                    <a:pt x="504916" y="750816"/>
                  </a:lnTo>
                  <a:lnTo>
                    <a:pt x="503276" y="747538"/>
                  </a:lnTo>
                  <a:lnTo>
                    <a:pt x="503276" y="742619"/>
                  </a:lnTo>
                  <a:lnTo>
                    <a:pt x="501637" y="739341"/>
                  </a:lnTo>
                  <a:lnTo>
                    <a:pt x="501637" y="736062"/>
                  </a:lnTo>
                  <a:lnTo>
                    <a:pt x="503276" y="732784"/>
                  </a:lnTo>
                  <a:lnTo>
                    <a:pt x="499998" y="732784"/>
                  </a:lnTo>
                  <a:lnTo>
                    <a:pt x="496719" y="732784"/>
                  </a:lnTo>
                  <a:lnTo>
                    <a:pt x="491801" y="734423"/>
                  </a:lnTo>
                  <a:lnTo>
                    <a:pt x="490162" y="734423"/>
                  </a:lnTo>
                  <a:lnTo>
                    <a:pt x="486883" y="734423"/>
                  </a:lnTo>
                  <a:lnTo>
                    <a:pt x="483604" y="736062"/>
                  </a:lnTo>
                  <a:lnTo>
                    <a:pt x="478686" y="737702"/>
                  </a:lnTo>
                  <a:lnTo>
                    <a:pt x="475408" y="739341"/>
                  </a:lnTo>
                  <a:lnTo>
                    <a:pt x="472129" y="742619"/>
                  </a:lnTo>
                  <a:lnTo>
                    <a:pt x="467211" y="740980"/>
                  </a:lnTo>
                  <a:lnTo>
                    <a:pt x="463932" y="739341"/>
                  </a:lnTo>
                  <a:lnTo>
                    <a:pt x="467211" y="736062"/>
                  </a:lnTo>
                  <a:lnTo>
                    <a:pt x="468850" y="732784"/>
                  </a:lnTo>
                  <a:lnTo>
                    <a:pt x="467211" y="727865"/>
                  </a:lnTo>
                  <a:lnTo>
                    <a:pt x="465572" y="724587"/>
                  </a:lnTo>
                  <a:lnTo>
                    <a:pt x="460653" y="724587"/>
                  </a:lnTo>
                  <a:lnTo>
                    <a:pt x="457375" y="722948"/>
                  </a:lnTo>
                  <a:lnTo>
                    <a:pt x="457375" y="719669"/>
                  </a:lnTo>
                  <a:lnTo>
                    <a:pt x="454096" y="716390"/>
                  </a:lnTo>
                  <a:lnTo>
                    <a:pt x="452457" y="716390"/>
                  </a:lnTo>
                  <a:lnTo>
                    <a:pt x="449178" y="719669"/>
                  </a:lnTo>
                  <a:lnTo>
                    <a:pt x="445899" y="722948"/>
                  </a:lnTo>
                  <a:lnTo>
                    <a:pt x="442621" y="722948"/>
                  </a:lnTo>
                  <a:lnTo>
                    <a:pt x="439342" y="722948"/>
                  </a:lnTo>
                  <a:lnTo>
                    <a:pt x="434424" y="721308"/>
                  </a:lnTo>
                  <a:lnTo>
                    <a:pt x="431145" y="721308"/>
                  </a:lnTo>
                  <a:lnTo>
                    <a:pt x="427867" y="721308"/>
                  </a:lnTo>
                  <a:lnTo>
                    <a:pt x="424588" y="724587"/>
                  </a:lnTo>
                  <a:lnTo>
                    <a:pt x="419670" y="726226"/>
                  </a:lnTo>
                  <a:lnTo>
                    <a:pt x="416391" y="726226"/>
                  </a:lnTo>
                  <a:lnTo>
                    <a:pt x="413113" y="726226"/>
                  </a:lnTo>
                  <a:lnTo>
                    <a:pt x="408195" y="724587"/>
                  </a:lnTo>
                  <a:lnTo>
                    <a:pt x="404916" y="726226"/>
                  </a:lnTo>
                  <a:lnTo>
                    <a:pt x="401638" y="726226"/>
                  </a:lnTo>
                  <a:lnTo>
                    <a:pt x="396719" y="722948"/>
                  </a:lnTo>
                  <a:lnTo>
                    <a:pt x="395080" y="727865"/>
                  </a:lnTo>
                  <a:lnTo>
                    <a:pt x="393441" y="727865"/>
                  </a:lnTo>
                  <a:lnTo>
                    <a:pt x="390162" y="729505"/>
                  </a:lnTo>
                  <a:lnTo>
                    <a:pt x="386883" y="732784"/>
                  </a:lnTo>
                  <a:lnTo>
                    <a:pt x="385244" y="732784"/>
                  </a:lnTo>
                  <a:lnTo>
                    <a:pt x="385244" y="732784"/>
                  </a:lnTo>
                  <a:lnTo>
                    <a:pt x="385244" y="729505"/>
                  </a:lnTo>
                  <a:lnTo>
                    <a:pt x="385244" y="724587"/>
                  </a:lnTo>
                  <a:lnTo>
                    <a:pt x="383605" y="721308"/>
                  </a:lnTo>
                  <a:lnTo>
                    <a:pt x="381965" y="718029"/>
                  </a:lnTo>
                  <a:lnTo>
                    <a:pt x="383605" y="713111"/>
                  </a:lnTo>
                  <a:lnTo>
                    <a:pt x="386883" y="711472"/>
                  </a:lnTo>
                  <a:lnTo>
                    <a:pt x="388523" y="708194"/>
                  </a:lnTo>
                  <a:lnTo>
                    <a:pt x="388523" y="708194"/>
                  </a:lnTo>
                  <a:lnTo>
                    <a:pt x="386883" y="704915"/>
                  </a:lnTo>
                  <a:lnTo>
                    <a:pt x="386883" y="701636"/>
                  </a:lnTo>
                  <a:lnTo>
                    <a:pt x="386883" y="698358"/>
                  </a:lnTo>
                  <a:lnTo>
                    <a:pt x="388523" y="693439"/>
                  </a:lnTo>
                  <a:lnTo>
                    <a:pt x="385244" y="690161"/>
                  </a:lnTo>
                  <a:lnTo>
                    <a:pt x="385244" y="686882"/>
                  </a:lnTo>
                  <a:lnTo>
                    <a:pt x="383605" y="681964"/>
                  </a:lnTo>
                  <a:lnTo>
                    <a:pt x="383605" y="678685"/>
                  </a:lnTo>
                  <a:lnTo>
                    <a:pt x="381965" y="678685"/>
                  </a:lnTo>
                  <a:lnTo>
                    <a:pt x="381965" y="673768"/>
                  </a:lnTo>
                  <a:lnTo>
                    <a:pt x="378686" y="672128"/>
                  </a:lnTo>
                  <a:lnTo>
                    <a:pt x="375408" y="668849"/>
                  </a:lnTo>
                  <a:lnTo>
                    <a:pt x="372129" y="665571"/>
                  </a:lnTo>
                  <a:lnTo>
                    <a:pt x="370490" y="660653"/>
                  </a:lnTo>
                  <a:lnTo>
                    <a:pt x="368851" y="657374"/>
                  </a:lnTo>
                  <a:lnTo>
                    <a:pt x="368851" y="654095"/>
                  </a:lnTo>
                  <a:lnTo>
                    <a:pt x="368851" y="649177"/>
                  </a:lnTo>
                  <a:lnTo>
                    <a:pt x="370490" y="645899"/>
                  </a:lnTo>
                  <a:lnTo>
                    <a:pt x="370490" y="642620"/>
                  </a:lnTo>
                  <a:lnTo>
                    <a:pt x="370490" y="639341"/>
                  </a:lnTo>
                  <a:lnTo>
                    <a:pt x="370490" y="636062"/>
                  </a:lnTo>
                  <a:lnTo>
                    <a:pt x="370490" y="632784"/>
                  </a:lnTo>
                  <a:lnTo>
                    <a:pt x="370490" y="629505"/>
                  </a:lnTo>
                  <a:lnTo>
                    <a:pt x="372129" y="624587"/>
                  </a:lnTo>
                  <a:lnTo>
                    <a:pt x="372129" y="621309"/>
                  </a:lnTo>
                  <a:lnTo>
                    <a:pt x="372129" y="618030"/>
                  </a:lnTo>
                  <a:lnTo>
                    <a:pt x="373769" y="613112"/>
                  </a:lnTo>
                  <a:lnTo>
                    <a:pt x="373769" y="609833"/>
                  </a:lnTo>
                  <a:lnTo>
                    <a:pt x="372129" y="606555"/>
                  </a:lnTo>
                  <a:lnTo>
                    <a:pt x="372129" y="604915"/>
                  </a:lnTo>
                  <a:lnTo>
                    <a:pt x="372129" y="599997"/>
                  </a:lnTo>
                  <a:lnTo>
                    <a:pt x="370490" y="596718"/>
                  </a:lnTo>
                  <a:lnTo>
                    <a:pt x="368851" y="593440"/>
                  </a:lnTo>
                  <a:lnTo>
                    <a:pt x="367211" y="588522"/>
                  </a:lnTo>
                  <a:lnTo>
                    <a:pt x="367211" y="585243"/>
                  </a:lnTo>
                  <a:lnTo>
                    <a:pt x="368851" y="581965"/>
                  </a:lnTo>
                  <a:lnTo>
                    <a:pt x="368851" y="577047"/>
                  </a:lnTo>
                  <a:lnTo>
                    <a:pt x="370490" y="573768"/>
                  </a:lnTo>
                  <a:lnTo>
                    <a:pt x="370490" y="570489"/>
                  </a:lnTo>
                  <a:lnTo>
                    <a:pt x="372129" y="567211"/>
                  </a:lnTo>
                  <a:lnTo>
                    <a:pt x="370490" y="563932"/>
                  </a:lnTo>
                  <a:lnTo>
                    <a:pt x="368851" y="559014"/>
                  </a:lnTo>
                  <a:lnTo>
                    <a:pt x="368851" y="557374"/>
                  </a:lnTo>
                  <a:lnTo>
                    <a:pt x="365572" y="559014"/>
                  </a:lnTo>
                  <a:lnTo>
                    <a:pt x="360654" y="559014"/>
                  </a:lnTo>
                  <a:lnTo>
                    <a:pt x="357375" y="559014"/>
                  </a:lnTo>
                  <a:lnTo>
                    <a:pt x="354096" y="559014"/>
                  </a:lnTo>
                  <a:lnTo>
                    <a:pt x="349179" y="559014"/>
                  </a:lnTo>
                  <a:lnTo>
                    <a:pt x="345900" y="559014"/>
                  </a:lnTo>
                  <a:lnTo>
                    <a:pt x="342621" y="559014"/>
                  </a:lnTo>
                  <a:lnTo>
                    <a:pt x="339342" y="559014"/>
                  </a:lnTo>
                  <a:lnTo>
                    <a:pt x="334425" y="559014"/>
                  </a:lnTo>
                  <a:lnTo>
                    <a:pt x="331146" y="559014"/>
                  </a:lnTo>
                  <a:lnTo>
                    <a:pt x="327867" y="559014"/>
                  </a:lnTo>
                  <a:lnTo>
                    <a:pt x="324588" y="559014"/>
                  </a:lnTo>
                  <a:lnTo>
                    <a:pt x="321310" y="559014"/>
                  </a:lnTo>
                  <a:lnTo>
                    <a:pt x="321310" y="554096"/>
                  </a:lnTo>
                  <a:lnTo>
                    <a:pt x="321310" y="550817"/>
                  </a:lnTo>
                  <a:lnTo>
                    <a:pt x="322949" y="547538"/>
                  </a:lnTo>
                  <a:lnTo>
                    <a:pt x="324588" y="542621"/>
                  </a:lnTo>
                  <a:lnTo>
                    <a:pt x="324588" y="542621"/>
                  </a:lnTo>
                  <a:lnTo>
                    <a:pt x="321310" y="542621"/>
                  </a:lnTo>
                  <a:lnTo>
                    <a:pt x="316392" y="542621"/>
                  </a:lnTo>
                  <a:lnTo>
                    <a:pt x="313113" y="542621"/>
                  </a:lnTo>
                  <a:lnTo>
                    <a:pt x="311474" y="545899"/>
                  </a:lnTo>
                  <a:lnTo>
                    <a:pt x="308195" y="545899"/>
                  </a:lnTo>
                  <a:lnTo>
                    <a:pt x="304916" y="545899"/>
                  </a:lnTo>
                  <a:lnTo>
                    <a:pt x="299998" y="545899"/>
                  </a:lnTo>
                  <a:lnTo>
                    <a:pt x="298359" y="545899"/>
                  </a:lnTo>
                  <a:lnTo>
                    <a:pt x="293441" y="545899"/>
                  </a:lnTo>
                  <a:lnTo>
                    <a:pt x="288523" y="545899"/>
                  </a:lnTo>
                  <a:lnTo>
                    <a:pt x="285245" y="545899"/>
                  </a:lnTo>
                  <a:lnTo>
                    <a:pt x="281966" y="545899"/>
                  </a:lnTo>
                  <a:lnTo>
                    <a:pt x="283605" y="547538"/>
                  </a:lnTo>
                  <a:lnTo>
                    <a:pt x="280326" y="552457"/>
                  </a:lnTo>
                  <a:lnTo>
                    <a:pt x="280326" y="555735"/>
                  </a:lnTo>
                  <a:lnTo>
                    <a:pt x="280326" y="559014"/>
                  </a:lnTo>
                  <a:lnTo>
                    <a:pt x="281966" y="563932"/>
                  </a:lnTo>
                  <a:lnTo>
                    <a:pt x="281966" y="567211"/>
                  </a:lnTo>
                  <a:lnTo>
                    <a:pt x="278687" y="570489"/>
                  </a:lnTo>
                  <a:lnTo>
                    <a:pt x="275408" y="570489"/>
                  </a:lnTo>
                  <a:lnTo>
                    <a:pt x="277048" y="575407"/>
                  </a:lnTo>
                  <a:lnTo>
                    <a:pt x="277048" y="575407"/>
                  </a:lnTo>
                  <a:lnTo>
                    <a:pt x="275408" y="580325"/>
                  </a:lnTo>
                  <a:lnTo>
                    <a:pt x="275408" y="583604"/>
                  </a:lnTo>
                  <a:lnTo>
                    <a:pt x="275408" y="586882"/>
                  </a:lnTo>
                  <a:lnTo>
                    <a:pt x="275408" y="590161"/>
                  </a:lnTo>
                  <a:lnTo>
                    <a:pt x="272130" y="590161"/>
                  </a:lnTo>
                  <a:lnTo>
                    <a:pt x="267212" y="590161"/>
                  </a:lnTo>
                  <a:lnTo>
                    <a:pt x="263933" y="590161"/>
                  </a:lnTo>
                  <a:lnTo>
                    <a:pt x="259015" y="590161"/>
                  </a:lnTo>
                  <a:lnTo>
                    <a:pt x="254097" y="590161"/>
                  </a:lnTo>
                  <a:lnTo>
                    <a:pt x="254097" y="590161"/>
                  </a:lnTo>
                  <a:lnTo>
                    <a:pt x="252458" y="586882"/>
                  </a:lnTo>
                  <a:lnTo>
                    <a:pt x="247539" y="586882"/>
                  </a:lnTo>
                  <a:lnTo>
                    <a:pt x="245901" y="586882"/>
                  </a:lnTo>
                  <a:lnTo>
                    <a:pt x="242622" y="590161"/>
                  </a:lnTo>
                  <a:lnTo>
                    <a:pt x="239343" y="590161"/>
                  </a:lnTo>
                  <a:lnTo>
                    <a:pt x="234425" y="590161"/>
                  </a:lnTo>
                  <a:lnTo>
                    <a:pt x="231146" y="590161"/>
                  </a:lnTo>
                  <a:lnTo>
                    <a:pt x="227868" y="591801"/>
                  </a:lnTo>
                  <a:lnTo>
                    <a:pt x="227868" y="591801"/>
                  </a:lnTo>
                  <a:lnTo>
                    <a:pt x="227868" y="595079"/>
                  </a:lnTo>
                  <a:lnTo>
                    <a:pt x="222949" y="595079"/>
                  </a:lnTo>
                  <a:lnTo>
                    <a:pt x="219671" y="591801"/>
                  </a:lnTo>
                  <a:lnTo>
                    <a:pt x="216392" y="593440"/>
                  </a:lnTo>
                  <a:lnTo>
                    <a:pt x="211474" y="591801"/>
                  </a:lnTo>
                  <a:lnTo>
                    <a:pt x="208195" y="595079"/>
                  </a:lnTo>
                  <a:lnTo>
                    <a:pt x="204917" y="593440"/>
                  </a:lnTo>
                  <a:lnTo>
                    <a:pt x="203278" y="590161"/>
                  </a:lnTo>
                  <a:lnTo>
                    <a:pt x="201638" y="585243"/>
                  </a:lnTo>
                  <a:lnTo>
                    <a:pt x="199999" y="581965"/>
                  </a:lnTo>
                  <a:lnTo>
                    <a:pt x="196720" y="578686"/>
                  </a:lnTo>
                  <a:lnTo>
                    <a:pt x="195081" y="575407"/>
                  </a:lnTo>
                  <a:lnTo>
                    <a:pt x="195081" y="572128"/>
                  </a:lnTo>
                  <a:lnTo>
                    <a:pt x="191802" y="568850"/>
                  </a:lnTo>
                  <a:lnTo>
                    <a:pt x="191802" y="565571"/>
                  </a:lnTo>
                  <a:lnTo>
                    <a:pt x="188524" y="562292"/>
                  </a:lnTo>
                  <a:lnTo>
                    <a:pt x="185245" y="559014"/>
                  </a:lnTo>
                  <a:lnTo>
                    <a:pt x="181966" y="555735"/>
                  </a:lnTo>
                  <a:lnTo>
                    <a:pt x="181966" y="550817"/>
                  </a:lnTo>
                  <a:lnTo>
                    <a:pt x="183605" y="547538"/>
                  </a:lnTo>
                  <a:lnTo>
                    <a:pt x="181966" y="544260"/>
                  </a:lnTo>
                  <a:lnTo>
                    <a:pt x="181966" y="540981"/>
                  </a:lnTo>
                  <a:lnTo>
                    <a:pt x="178688" y="536063"/>
                  </a:lnTo>
                  <a:lnTo>
                    <a:pt x="177048" y="532784"/>
                  </a:lnTo>
                  <a:lnTo>
                    <a:pt x="177048" y="532784"/>
                  </a:lnTo>
                  <a:lnTo>
                    <a:pt x="175409" y="527867"/>
                  </a:lnTo>
                  <a:lnTo>
                    <a:pt x="175409" y="524588"/>
                  </a:lnTo>
                  <a:lnTo>
                    <a:pt x="173769" y="521309"/>
                  </a:lnTo>
                  <a:lnTo>
                    <a:pt x="173769" y="518031"/>
                  </a:lnTo>
                  <a:lnTo>
                    <a:pt x="173769" y="513112"/>
                  </a:lnTo>
                  <a:lnTo>
                    <a:pt x="173769" y="509834"/>
                  </a:lnTo>
                  <a:lnTo>
                    <a:pt x="170491" y="506555"/>
                  </a:lnTo>
                  <a:lnTo>
                    <a:pt x="168851" y="503277"/>
                  </a:lnTo>
                  <a:lnTo>
                    <a:pt x="168851" y="501637"/>
                  </a:lnTo>
                  <a:lnTo>
                    <a:pt x="168851" y="498358"/>
                  </a:lnTo>
                  <a:lnTo>
                    <a:pt x="168851" y="496719"/>
                  </a:lnTo>
                  <a:lnTo>
                    <a:pt x="168851" y="496719"/>
                  </a:lnTo>
                  <a:lnTo>
                    <a:pt x="163934" y="496719"/>
                  </a:lnTo>
                  <a:lnTo>
                    <a:pt x="163934" y="496719"/>
                  </a:lnTo>
                  <a:lnTo>
                    <a:pt x="159015" y="495080"/>
                  </a:lnTo>
                  <a:lnTo>
                    <a:pt x="155737" y="495080"/>
                  </a:lnTo>
                  <a:lnTo>
                    <a:pt x="150819" y="495080"/>
                  </a:lnTo>
                  <a:lnTo>
                    <a:pt x="150819" y="495080"/>
                  </a:lnTo>
                  <a:lnTo>
                    <a:pt x="145901" y="495080"/>
                  </a:lnTo>
                  <a:lnTo>
                    <a:pt x="142622" y="495080"/>
                  </a:lnTo>
                  <a:lnTo>
                    <a:pt x="139344" y="496719"/>
                  </a:lnTo>
                  <a:lnTo>
                    <a:pt x="134425" y="495080"/>
                  </a:lnTo>
                  <a:lnTo>
                    <a:pt x="131147" y="495080"/>
                  </a:lnTo>
                  <a:lnTo>
                    <a:pt x="127868" y="495080"/>
                  </a:lnTo>
                  <a:lnTo>
                    <a:pt x="124589" y="495080"/>
                  </a:lnTo>
                  <a:lnTo>
                    <a:pt x="119671" y="495080"/>
                  </a:lnTo>
                  <a:lnTo>
                    <a:pt x="118032" y="495080"/>
                  </a:lnTo>
                  <a:lnTo>
                    <a:pt x="118032" y="495080"/>
                  </a:lnTo>
                  <a:lnTo>
                    <a:pt x="114754" y="495080"/>
                  </a:lnTo>
                  <a:lnTo>
                    <a:pt x="109835" y="495080"/>
                  </a:lnTo>
                  <a:lnTo>
                    <a:pt x="108196" y="495080"/>
                  </a:lnTo>
                  <a:lnTo>
                    <a:pt x="103278" y="496719"/>
                  </a:lnTo>
                  <a:lnTo>
                    <a:pt x="99999" y="496719"/>
                  </a:lnTo>
                  <a:lnTo>
                    <a:pt x="98360" y="496719"/>
                  </a:lnTo>
                  <a:lnTo>
                    <a:pt x="95081" y="496719"/>
                  </a:lnTo>
                  <a:lnTo>
                    <a:pt x="90164" y="496719"/>
                  </a:lnTo>
                  <a:lnTo>
                    <a:pt x="86885" y="496719"/>
                  </a:lnTo>
                  <a:lnTo>
                    <a:pt x="83606" y="496719"/>
                  </a:lnTo>
                  <a:lnTo>
                    <a:pt x="80327" y="496719"/>
                  </a:lnTo>
                  <a:lnTo>
                    <a:pt x="77049" y="495080"/>
                  </a:lnTo>
                  <a:lnTo>
                    <a:pt x="73770" y="495080"/>
                  </a:lnTo>
                  <a:lnTo>
                    <a:pt x="68852" y="495080"/>
                  </a:lnTo>
                  <a:lnTo>
                    <a:pt x="65573" y="495080"/>
                  </a:lnTo>
                  <a:lnTo>
                    <a:pt x="62295" y="495080"/>
                  </a:lnTo>
                  <a:lnTo>
                    <a:pt x="57377" y="495080"/>
                  </a:lnTo>
                  <a:lnTo>
                    <a:pt x="54098" y="495080"/>
                  </a:lnTo>
                  <a:lnTo>
                    <a:pt x="50819" y="495080"/>
                  </a:lnTo>
                  <a:lnTo>
                    <a:pt x="47541" y="495080"/>
                  </a:lnTo>
                  <a:lnTo>
                    <a:pt x="45901" y="495080"/>
                  </a:lnTo>
                  <a:lnTo>
                    <a:pt x="45901" y="495080"/>
                  </a:lnTo>
                  <a:lnTo>
                    <a:pt x="44262" y="496719"/>
                  </a:lnTo>
                  <a:lnTo>
                    <a:pt x="40983" y="496719"/>
                  </a:lnTo>
                  <a:lnTo>
                    <a:pt x="37705" y="495080"/>
                  </a:lnTo>
                  <a:lnTo>
                    <a:pt x="34426" y="495080"/>
                  </a:lnTo>
                  <a:lnTo>
                    <a:pt x="32787" y="495080"/>
                  </a:lnTo>
                  <a:lnTo>
                    <a:pt x="29508" y="493440"/>
                  </a:lnTo>
                  <a:lnTo>
                    <a:pt x="26229" y="493440"/>
                  </a:lnTo>
                  <a:lnTo>
                    <a:pt x="21311" y="495080"/>
                  </a:lnTo>
                  <a:lnTo>
                    <a:pt x="19672" y="499998"/>
                  </a:lnTo>
                  <a:lnTo>
                    <a:pt x="16393" y="499998"/>
                  </a:lnTo>
                  <a:lnTo>
                    <a:pt x="11475" y="501637"/>
                  </a:lnTo>
                  <a:lnTo>
                    <a:pt x="8197" y="503277"/>
                  </a:lnTo>
                  <a:lnTo>
                    <a:pt x="4918" y="499998"/>
                  </a:lnTo>
                  <a:lnTo>
                    <a:pt x="1639" y="495080"/>
                  </a:lnTo>
                  <a:lnTo>
                    <a:pt x="0" y="49180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9" name="Freeform 2628">
              <a:extLst>
                <a:ext uri="{FF2B5EF4-FFF2-40B4-BE49-F238E27FC236}">
                  <a16:creationId xmlns:a16="http://schemas.microsoft.com/office/drawing/2014/main" id="{23D2AFC5-1340-3E49-8807-1B2A420607B7}"/>
                </a:ext>
              </a:extLst>
            </p:cNvPr>
            <p:cNvSpPr/>
            <p:nvPr/>
          </p:nvSpPr>
          <p:spPr>
            <a:xfrm>
              <a:off x="5840263" y="2432937"/>
              <a:ext cx="114753" cy="70491"/>
            </a:xfrm>
            <a:custGeom>
              <a:avLst/>
              <a:gdLst>
                <a:gd name="connsiteX0" fmla="*/ 14754 w 114753"/>
                <a:gd name="connsiteY0" fmla="*/ 31148 h 70491"/>
                <a:gd name="connsiteX1" fmla="*/ 9836 w 114753"/>
                <a:gd name="connsiteY1" fmla="*/ 31148 h 70491"/>
                <a:gd name="connsiteX2" fmla="*/ 6557 w 114753"/>
                <a:gd name="connsiteY2" fmla="*/ 31148 h 70491"/>
                <a:gd name="connsiteX3" fmla="*/ 4918 w 114753"/>
                <a:gd name="connsiteY3" fmla="*/ 27869 h 70491"/>
                <a:gd name="connsiteX4" fmla="*/ 0 w 114753"/>
                <a:gd name="connsiteY4" fmla="*/ 26229 h 70491"/>
                <a:gd name="connsiteX5" fmla="*/ 0 w 114753"/>
                <a:gd name="connsiteY5" fmla="*/ 22951 h 70491"/>
                <a:gd name="connsiteX6" fmla="*/ 0 w 114753"/>
                <a:gd name="connsiteY6" fmla="*/ 18033 h 70491"/>
                <a:gd name="connsiteX7" fmla="*/ 1639 w 114753"/>
                <a:gd name="connsiteY7" fmla="*/ 14754 h 70491"/>
                <a:gd name="connsiteX8" fmla="*/ 3279 w 114753"/>
                <a:gd name="connsiteY8" fmla="*/ 11476 h 70491"/>
                <a:gd name="connsiteX9" fmla="*/ 6557 w 114753"/>
                <a:gd name="connsiteY9" fmla="*/ 9836 h 70491"/>
                <a:gd name="connsiteX10" fmla="*/ 9836 w 114753"/>
                <a:gd name="connsiteY10" fmla="*/ 6557 h 70491"/>
                <a:gd name="connsiteX11" fmla="*/ 13115 w 114753"/>
                <a:gd name="connsiteY11" fmla="*/ 9836 h 70491"/>
                <a:gd name="connsiteX12" fmla="*/ 16393 w 114753"/>
                <a:gd name="connsiteY12" fmla="*/ 11476 h 70491"/>
                <a:gd name="connsiteX13" fmla="*/ 18033 w 114753"/>
                <a:gd name="connsiteY13" fmla="*/ 11476 h 70491"/>
                <a:gd name="connsiteX14" fmla="*/ 21312 w 114753"/>
                <a:gd name="connsiteY14" fmla="*/ 6557 h 70491"/>
                <a:gd name="connsiteX15" fmla="*/ 24590 w 114753"/>
                <a:gd name="connsiteY15" fmla="*/ 4918 h 70491"/>
                <a:gd name="connsiteX16" fmla="*/ 29508 w 114753"/>
                <a:gd name="connsiteY16" fmla="*/ 3279 h 70491"/>
                <a:gd name="connsiteX17" fmla="*/ 32787 w 114753"/>
                <a:gd name="connsiteY17" fmla="*/ 4918 h 70491"/>
                <a:gd name="connsiteX18" fmla="*/ 36066 w 114753"/>
                <a:gd name="connsiteY18" fmla="*/ 8197 h 70491"/>
                <a:gd name="connsiteX19" fmla="*/ 39344 w 114753"/>
                <a:gd name="connsiteY19" fmla="*/ 11476 h 70491"/>
                <a:gd name="connsiteX20" fmla="*/ 44262 w 114753"/>
                <a:gd name="connsiteY20" fmla="*/ 13115 h 70491"/>
                <a:gd name="connsiteX21" fmla="*/ 47541 w 114753"/>
                <a:gd name="connsiteY21" fmla="*/ 13115 h 70491"/>
                <a:gd name="connsiteX22" fmla="*/ 50820 w 114753"/>
                <a:gd name="connsiteY22" fmla="*/ 13115 h 70491"/>
                <a:gd name="connsiteX23" fmla="*/ 54098 w 114753"/>
                <a:gd name="connsiteY23" fmla="*/ 11476 h 70491"/>
                <a:gd name="connsiteX24" fmla="*/ 59016 w 114753"/>
                <a:gd name="connsiteY24" fmla="*/ 11476 h 70491"/>
                <a:gd name="connsiteX25" fmla="*/ 62295 w 114753"/>
                <a:gd name="connsiteY25" fmla="*/ 11476 h 70491"/>
                <a:gd name="connsiteX26" fmla="*/ 65573 w 114753"/>
                <a:gd name="connsiteY26" fmla="*/ 11476 h 70491"/>
                <a:gd name="connsiteX27" fmla="*/ 68852 w 114753"/>
                <a:gd name="connsiteY27" fmla="*/ 11476 h 70491"/>
                <a:gd name="connsiteX28" fmla="*/ 73770 w 114753"/>
                <a:gd name="connsiteY28" fmla="*/ 11476 h 70491"/>
                <a:gd name="connsiteX29" fmla="*/ 77049 w 114753"/>
                <a:gd name="connsiteY29" fmla="*/ 9836 h 70491"/>
                <a:gd name="connsiteX30" fmla="*/ 80327 w 114753"/>
                <a:gd name="connsiteY30" fmla="*/ 6557 h 70491"/>
                <a:gd name="connsiteX31" fmla="*/ 83606 w 114753"/>
                <a:gd name="connsiteY31" fmla="*/ 6557 h 70491"/>
                <a:gd name="connsiteX32" fmla="*/ 88524 w 114753"/>
                <a:gd name="connsiteY32" fmla="*/ 4918 h 70491"/>
                <a:gd name="connsiteX33" fmla="*/ 91803 w 114753"/>
                <a:gd name="connsiteY33" fmla="*/ 6557 h 70491"/>
                <a:gd name="connsiteX34" fmla="*/ 95082 w 114753"/>
                <a:gd name="connsiteY34" fmla="*/ 6557 h 70491"/>
                <a:gd name="connsiteX35" fmla="*/ 98360 w 114753"/>
                <a:gd name="connsiteY35" fmla="*/ 3279 h 70491"/>
                <a:gd name="connsiteX36" fmla="*/ 103279 w 114753"/>
                <a:gd name="connsiteY36" fmla="*/ 3279 h 70491"/>
                <a:gd name="connsiteX37" fmla="*/ 106557 w 114753"/>
                <a:gd name="connsiteY37" fmla="*/ 1639 h 70491"/>
                <a:gd name="connsiteX38" fmla="*/ 109836 w 114753"/>
                <a:gd name="connsiteY38" fmla="*/ 0 h 70491"/>
                <a:gd name="connsiteX39" fmla="*/ 114754 w 114753"/>
                <a:gd name="connsiteY39" fmla="*/ 0 h 70491"/>
                <a:gd name="connsiteX40" fmla="*/ 111475 w 114753"/>
                <a:gd name="connsiteY40" fmla="*/ 4918 h 70491"/>
                <a:gd name="connsiteX41" fmla="*/ 109836 w 114753"/>
                <a:gd name="connsiteY41" fmla="*/ 8197 h 70491"/>
                <a:gd name="connsiteX42" fmla="*/ 106557 w 114753"/>
                <a:gd name="connsiteY42" fmla="*/ 11476 h 70491"/>
                <a:gd name="connsiteX43" fmla="*/ 104917 w 114753"/>
                <a:gd name="connsiteY43" fmla="*/ 16393 h 70491"/>
                <a:gd name="connsiteX44" fmla="*/ 101639 w 114753"/>
                <a:gd name="connsiteY44" fmla="*/ 19672 h 70491"/>
                <a:gd name="connsiteX45" fmla="*/ 100000 w 114753"/>
                <a:gd name="connsiteY45" fmla="*/ 21311 h 70491"/>
                <a:gd name="connsiteX46" fmla="*/ 98360 w 114753"/>
                <a:gd name="connsiteY46" fmla="*/ 24590 h 70491"/>
                <a:gd name="connsiteX47" fmla="*/ 98360 w 114753"/>
                <a:gd name="connsiteY47" fmla="*/ 29508 h 70491"/>
                <a:gd name="connsiteX48" fmla="*/ 96721 w 114753"/>
                <a:gd name="connsiteY48" fmla="*/ 32787 h 70491"/>
                <a:gd name="connsiteX49" fmla="*/ 95082 w 114753"/>
                <a:gd name="connsiteY49" fmla="*/ 36066 h 70491"/>
                <a:gd name="connsiteX50" fmla="*/ 95082 w 114753"/>
                <a:gd name="connsiteY50" fmla="*/ 39344 h 70491"/>
                <a:gd name="connsiteX51" fmla="*/ 95082 w 114753"/>
                <a:gd name="connsiteY51" fmla="*/ 40983 h 70491"/>
                <a:gd name="connsiteX52" fmla="*/ 98360 w 114753"/>
                <a:gd name="connsiteY52" fmla="*/ 44262 h 70491"/>
                <a:gd name="connsiteX53" fmla="*/ 98360 w 114753"/>
                <a:gd name="connsiteY53" fmla="*/ 47541 h 70491"/>
                <a:gd name="connsiteX54" fmla="*/ 101639 w 114753"/>
                <a:gd name="connsiteY54" fmla="*/ 52459 h 70491"/>
                <a:gd name="connsiteX55" fmla="*/ 103279 w 114753"/>
                <a:gd name="connsiteY55" fmla="*/ 55738 h 70491"/>
                <a:gd name="connsiteX56" fmla="*/ 100000 w 114753"/>
                <a:gd name="connsiteY56" fmla="*/ 59016 h 70491"/>
                <a:gd name="connsiteX57" fmla="*/ 96721 w 114753"/>
                <a:gd name="connsiteY57" fmla="*/ 62295 h 70491"/>
                <a:gd name="connsiteX58" fmla="*/ 95082 w 114753"/>
                <a:gd name="connsiteY58" fmla="*/ 65573 h 70491"/>
                <a:gd name="connsiteX59" fmla="*/ 96721 w 114753"/>
                <a:gd name="connsiteY59" fmla="*/ 70492 h 70491"/>
                <a:gd name="connsiteX60" fmla="*/ 93442 w 114753"/>
                <a:gd name="connsiteY60" fmla="*/ 70492 h 70491"/>
                <a:gd name="connsiteX61" fmla="*/ 91803 w 114753"/>
                <a:gd name="connsiteY61" fmla="*/ 70492 h 70491"/>
                <a:gd name="connsiteX62" fmla="*/ 88524 w 114753"/>
                <a:gd name="connsiteY62" fmla="*/ 68852 h 70491"/>
                <a:gd name="connsiteX63" fmla="*/ 85246 w 114753"/>
                <a:gd name="connsiteY63" fmla="*/ 70492 h 70491"/>
                <a:gd name="connsiteX64" fmla="*/ 81967 w 114753"/>
                <a:gd name="connsiteY64" fmla="*/ 68852 h 70491"/>
                <a:gd name="connsiteX65" fmla="*/ 77049 w 114753"/>
                <a:gd name="connsiteY65" fmla="*/ 67213 h 70491"/>
                <a:gd name="connsiteX66" fmla="*/ 73770 w 114753"/>
                <a:gd name="connsiteY66" fmla="*/ 67213 h 70491"/>
                <a:gd name="connsiteX67" fmla="*/ 72131 w 114753"/>
                <a:gd name="connsiteY67" fmla="*/ 62295 h 70491"/>
                <a:gd name="connsiteX68" fmla="*/ 70492 w 114753"/>
                <a:gd name="connsiteY68" fmla="*/ 59016 h 70491"/>
                <a:gd name="connsiteX69" fmla="*/ 68852 w 114753"/>
                <a:gd name="connsiteY69" fmla="*/ 57377 h 70491"/>
                <a:gd name="connsiteX70" fmla="*/ 65573 w 114753"/>
                <a:gd name="connsiteY70" fmla="*/ 54098 h 70491"/>
                <a:gd name="connsiteX71" fmla="*/ 60656 w 114753"/>
                <a:gd name="connsiteY71" fmla="*/ 52459 h 70491"/>
                <a:gd name="connsiteX72" fmla="*/ 57377 w 114753"/>
                <a:gd name="connsiteY72" fmla="*/ 52459 h 70491"/>
                <a:gd name="connsiteX73" fmla="*/ 57377 w 114753"/>
                <a:gd name="connsiteY73" fmla="*/ 52459 h 70491"/>
                <a:gd name="connsiteX74" fmla="*/ 54098 w 114753"/>
                <a:gd name="connsiteY74" fmla="*/ 52459 h 70491"/>
                <a:gd name="connsiteX75" fmla="*/ 50820 w 114753"/>
                <a:gd name="connsiteY75" fmla="*/ 50820 h 70491"/>
                <a:gd name="connsiteX76" fmla="*/ 47541 w 114753"/>
                <a:gd name="connsiteY76" fmla="*/ 49180 h 70491"/>
                <a:gd name="connsiteX77" fmla="*/ 42623 w 114753"/>
                <a:gd name="connsiteY77" fmla="*/ 47541 h 70491"/>
                <a:gd name="connsiteX78" fmla="*/ 39344 w 114753"/>
                <a:gd name="connsiteY78" fmla="*/ 44262 h 70491"/>
                <a:gd name="connsiteX79" fmla="*/ 36066 w 114753"/>
                <a:gd name="connsiteY79" fmla="*/ 44262 h 70491"/>
                <a:gd name="connsiteX80" fmla="*/ 32787 w 114753"/>
                <a:gd name="connsiteY80" fmla="*/ 40983 h 70491"/>
                <a:gd name="connsiteX81" fmla="*/ 29508 w 114753"/>
                <a:gd name="connsiteY81" fmla="*/ 39344 h 70491"/>
                <a:gd name="connsiteX82" fmla="*/ 26229 w 114753"/>
                <a:gd name="connsiteY82" fmla="*/ 36066 h 70491"/>
                <a:gd name="connsiteX83" fmla="*/ 22951 w 114753"/>
                <a:gd name="connsiteY83" fmla="*/ 34426 h 70491"/>
                <a:gd name="connsiteX84" fmla="*/ 18033 w 114753"/>
                <a:gd name="connsiteY84" fmla="*/ 32787 h 70491"/>
                <a:gd name="connsiteX85" fmla="*/ 16393 w 114753"/>
                <a:gd name="connsiteY85" fmla="*/ 31148 h 7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14753" h="70491">
                  <a:moveTo>
                    <a:pt x="14754" y="31148"/>
                  </a:moveTo>
                  <a:lnTo>
                    <a:pt x="9836" y="31148"/>
                  </a:lnTo>
                  <a:lnTo>
                    <a:pt x="6557" y="31148"/>
                  </a:lnTo>
                  <a:lnTo>
                    <a:pt x="4918" y="27869"/>
                  </a:lnTo>
                  <a:lnTo>
                    <a:pt x="0" y="26229"/>
                  </a:lnTo>
                  <a:lnTo>
                    <a:pt x="0" y="22951"/>
                  </a:lnTo>
                  <a:lnTo>
                    <a:pt x="0" y="18033"/>
                  </a:lnTo>
                  <a:lnTo>
                    <a:pt x="1639" y="14754"/>
                  </a:lnTo>
                  <a:lnTo>
                    <a:pt x="3279" y="11476"/>
                  </a:lnTo>
                  <a:lnTo>
                    <a:pt x="6557" y="9836"/>
                  </a:lnTo>
                  <a:lnTo>
                    <a:pt x="9836" y="6557"/>
                  </a:lnTo>
                  <a:lnTo>
                    <a:pt x="13115" y="9836"/>
                  </a:lnTo>
                  <a:lnTo>
                    <a:pt x="16393" y="11476"/>
                  </a:lnTo>
                  <a:lnTo>
                    <a:pt x="18033" y="11476"/>
                  </a:lnTo>
                  <a:lnTo>
                    <a:pt x="21312" y="6557"/>
                  </a:lnTo>
                  <a:lnTo>
                    <a:pt x="24590" y="4918"/>
                  </a:lnTo>
                  <a:lnTo>
                    <a:pt x="29508" y="3279"/>
                  </a:lnTo>
                  <a:lnTo>
                    <a:pt x="32787" y="4918"/>
                  </a:lnTo>
                  <a:lnTo>
                    <a:pt x="36066" y="8197"/>
                  </a:lnTo>
                  <a:lnTo>
                    <a:pt x="39344" y="11476"/>
                  </a:lnTo>
                  <a:lnTo>
                    <a:pt x="44262" y="13115"/>
                  </a:lnTo>
                  <a:lnTo>
                    <a:pt x="47541" y="13115"/>
                  </a:lnTo>
                  <a:lnTo>
                    <a:pt x="50820" y="13115"/>
                  </a:lnTo>
                  <a:lnTo>
                    <a:pt x="54098" y="11476"/>
                  </a:lnTo>
                  <a:lnTo>
                    <a:pt x="59016" y="11476"/>
                  </a:lnTo>
                  <a:lnTo>
                    <a:pt x="62295" y="11476"/>
                  </a:lnTo>
                  <a:lnTo>
                    <a:pt x="65573" y="11476"/>
                  </a:lnTo>
                  <a:lnTo>
                    <a:pt x="68852" y="11476"/>
                  </a:lnTo>
                  <a:lnTo>
                    <a:pt x="73770" y="11476"/>
                  </a:lnTo>
                  <a:lnTo>
                    <a:pt x="77049" y="9836"/>
                  </a:lnTo>
                  <a:lnTo>
                    <a:pt x="80327" y="6557"/>
                  </a:lnTo>
                  <a:lnTo>
                    <a:pt x="83606" y="6557"/>
                  </a:lnTo>
                  <a:lnTo>
                    <a:pt x="88524" y="4918"/>
                  </a:lnTo>
                  <a:lnTo>
                    <a:pt x="91803" y="6557"/>
                  </a:lnTo>
                  <a:lnTo>
                    <a:pt x="95082" y="6557"/>
                  </a:lnTo>
                  <a:lnTo>
                    <a:pt x="98360" y="3279"/>
                  </a:lnTo>
                  <a:lnTo>
                    <a:pt x="103279" y="3279"/>
                  </a:lnTo>
                  <a:lnTo>
                    <a:pt x="106557" y="1639"/>
                  </a:lnTo>
                  <a:lnTo>
                    <a:pt x="109836" y="0"/>
                  </a:lnTo>
                  <a:lnTo>
                    <a:pt x="114754" y="0"/>
                  </a:lnTo>
                  <a:lnTo>
                    <a:pt x="111475" y="4918"/>
                  </a:lnTo>
                  <a:lnTo>
                    <a:pt x="109836" y="8197"/>
                  </a:lnTo>
                  <a:lnTo>
                    <a:pt x="106557" y="11476"/>
                  </a:lnTo>
                  <a:lnTo>
                    <a:pt x="104917" y="16393"/>
                  </a:lnTo>
                  <a:lnTo>
                    <a:pt x="101639" y="19672"/>
                  </a:lnTo>
                  <a:lnTo>
                    <a:pt x="100000" y="21311"/>
                  </a:lnTo>
                  <a:lnTo>
                    <a:pt x="98360" y="24590"/>
                  </a:lnTo>
                  <a:lnTo>
                    <a:pt x="98360" y="29508"/>
                  </a:lnTo>
                  <a:lnTo>
                    <a:pt x="96721" y="32787"/>
                  </a:lnTo>
                  <a:lnTo>
                    <a:pt x="95082" y="36066"/>
                  </a:lnTo>
                  <a:lnTo>
                    <a:pt x="95082" y="39344"/>
                  </a:lnTo>
                  <a:lnTo>
                    <a:pt x="95082" y="40983"/>
                  </a:lnTo>
                  <a:lnTo>
                    <a:pt x="98360" y="44262"/>
                  </a:lnTo>
                  <a:lnTo>
                    <a:pt x="98360" y="47541"/>
                  </a:lnTo>
                  <a:lnTo>
                    <a:pt x="101639" y="52459"/>
                  </a:lnTo>
                  <a:lnTo>
                    <a:pt x="103279" y="55738"/>
                  </a:lnTo>
                  <a:lnTo>
                    <a:pt x="100000" y="59016"/>
                  </a:lnTo>
                  <a:lnTo>
                    <a:pt x="96721" y="62295"/>
                  </a:lnTo>
                  <a:lnTo>
                    <a:pt x="95082" y="65573"/>
                  </a:lnTo>
                  <a:lnTo>
                    <a:pt x="96721" y="70492"/>
                  </a:lnTo>
                  <a:lnTo>
                    <a:pt x="93442" y="70492"/>
                  </a:lnTo>
                  <a:lnTo>
                    <a:pt x="91803" y="70492"/>
                  </a:lnTo>
                  <a:lnTo>
                    <a:pt x="88524" y="68852"/>
                  </a:lnTo>
                  <a:lnTo>
                    <a:pt x="85246" y="70492"/>
                  </a:lnTo>
                  <a:lnTo>
                    <a:pt x="81967" y="68852"/>
                  </a:lnTo>
                  <a:lnTo>
                    <a:pt x="77049" y="67213"/>
                  </a:lnTo>
                  <a:lnTo>
                    <a:pt x="73770" y="67213"/>
                  </a:lnTo>
                  <a:lnTo>
                    <a:pt x="72131" y="62295"/>
                  </a:lnTo>
                  <a:lnTo>
                    <a:pt x="70492" y="59016"/>
                  </a:lnTo>
                  <a:lnTo>
                    <a:pt x="68852" y="57377"/>
                  </a:lnTo>
                  <a:lnTo>
                    <a:pt x="65573" y="54098"/>
                  </a:lnTo>
                  <a:lnTo>
                    <a:pt x="60656" y="52459"/>
                  </a:lnTo>
                  <a:lnTo>
                    <a:pt x="57377" y="52459"/>
                  </a:lnTo>
                  <a:lnTo>
                    <a:pt x="57377" y="52459"/>
                  </a:lnTo>
                  <a:lnTo>
                    <a:pt x="54098" y="52459"/>
                  </a:lnTo>
                  <a:lnTo>
                    <a:pt x="50820" y="50820"/>
                  </a:lnTo>
                  <a:lnTo>
                    <a:pt x="47541" y="49180"/>
                  </a:lnTo>
                  <a:lnTo>
                    <a:pt x="42623" y="47541"/>
                  </a:lnTo>
                  <a:lnTo>
                    <a:pt x="39344" y="44262"/>
                  </a:lnTo>
                  <a:lnTo>
                    <a:pt x="36066" y="44262"/>
                  </a:lnTo>
                  <a:lnTo>
                    <a:pt x="32787" y="40983"/>
                  </a:lnTo>
                  <a:lnTo>
                    <a:pt x="29508" y="39344"/>
                  </a:lnTo>
                  <a:lnTo>
                    <a:pt x="26229" y="36066"/>
                  </a:lnTo>
                  <a:lnTo>
                    <a:pt x="22951" y="34426"/>
                  </a:lnTo>
                  <a:lnTo>
                    <a:pt x="18033" y="32787"/>
                  </a:lnTo>
                  <a:lnTo>
                    <a:pt x="16393" y="3114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0" name="Freeform 2629">
              <a:extLst>
                <a:ext uri="{FF2B5EF4-FFF2-40B4-BE49-F238E27FC236}">
                  <a16:creationId xmlns:a16="http://schemas.microsoft.com/office/drawing/2014/main" id="{2A541BD0-A08D-9440-9698-49E3110FBF91}"/>
                </a:ext>
              </a:extLst>
            </p:cNvPr>
            <p:cNvSpPr/>
            <p:nvPr/>
          </p:nvSpPr>
          <p:spPr>
            <a:xfrm>
              <a:off x="6063213" y="1701793"/>
              <a:ext cx="104917" cy="39343"/>
            </a:xfrm>
            <a:custGeom>
              <a:avLst/>
              <a:gdLst>
                <a:gd name="connsiteX0" fmla="*/ 0 w 104917"/>
                <a:gd name="connsiteY0" fmla="*/ 34426 h 39343"/>
                <a:gd name="connsiteX1" fmla="*/ 4918 w 104917"/>
                <a:gd name="connsiteY1" fmla="*/ 31147 h 39343"/>
                <a:gd name="connsiteX2" fmla="*/ 8197 w 104917"/>
                <a:gd name="connsiteY2" fmla="*/ 27869 h 39343"/>
                <a:gd name="connsiteX3" fmla="*/ 8197 w 104917"/>
                <a:gd name="connsiteY3" fmla="*/ 26229 h 39343"/>
                <a:gd name="connsiteX4" fmla="*/ 9836 w 104917"/>
                <a:gd name="connsiteY4" fmla="*/ 22951 h 39343"/>
                <a:gd name="connsiteX5" fmla="*/ 9836 w 104917"/>
                <a:gd name="connsiteY5" fmla="*/ 19672 h 39343"/>
                <a:gd name="connsiteX6" fmla="*/ 8197 w 104917"/>
                <a:gd name="connsiteY6" fmla="*/ 14754 h 39343"/>
                <a:gd name="connsiteX7" fmla="*/ 11476 w 104917"/>
                <a:gd name="connsiteY7" fmla="*/ 13115 h 39343"/>
                <a:gd name="connsiteX8" fmla="*/ 14754 w 104917"/>
                <a:gd name="connsiteY8" fmla="*/ 13115 h 39343"/>
                <a:gd name="connsiteX9" fmla="*/ 18033 w 104917"/>
                <a:gd name="connsiteY9" fmla="*/ 13115 h 39343"/>
                <a:gd name="connsiteX10" fmla="*/ 22951 w 104917"/>
                <a:gd name="connsiteY10" fmla="*/ 13115 h 39343"/>
                <a:gd name="connsiteX11" fmla="*/ 26229 w 104917"/>
                <a:gd name="connsiteY11" fmla="*/ 13115 h 39343"/>
                <a:gd name="connsiteX12" fmla="*/ 29508 w 104917"/>
                <a:gd name="connsiteY12" fmla="*/ 11475 h 39343"/>
                <a:gd name="connsiteX13" fmla="*/ 31147 w 104917"/>
                <a:gd name="connsiteY13" fmla="*/ 9836 h 39343"/>
                <a:gd name="connsiteX14" fmla="*/ 34426 w 104917"/>
                <a:gd name="connsiteY14" fmla="*/ 6557 h 39343"/>
                <a:gd name="connsiteX15" fmla="*/ 37705 w 104917"/>
                <a:gd name="connsiteY15" fmla="*/ 3279 h 39343"/>
                <a:gd name="connsiteX16" fmla="*/ 40983 w 104917"/>
                <a:gd name="connsiteY16" fmla="*/ 0 h 39343"/>
                <a:gd name="connsiteX17" fmla="*/ 42623 w 104917"/>
                <a:gd name="connsiteY17" fmla="*/ 0 h 39343"/>
                <a:gd name="connsiteX18" fmla="*/ 39344 w 104917"/>
                <a:gd name="connsiteY18" fmla="*/ 1639 h 39343"/>
                <a:gd name="connsiteX19" fmla="*/ 37705 w 104917"/>
                <a:gd name="connsiteY19" fmla="*/ 6557 h 39343"/>
                <a:gd name="connsiteX20" fmla="*/ 32787 w 104917"/>
                <a:gd name="connsiteY20" fmla="*/ 9836 h 39343"/>
                <a:gd name="connsiteX21" fmla="*/ 29508 w 104917"/>
                <a:gd name="connsiteY21" fmla="*/ 11475 h 39343"/>
                <a:gd name="connsiteX22" fmla="*/ 27869 w 104917"/>
                <a:gd name="connsiteY22" fmla="*/ 13115 h 39343"/>
                <a:gd name="connsiteX23" fmla="*/ 32787 w 104917"/>
                <a:gd name="connsiteY23" fmla="*/ 13115 h 39343"/>
                <a:gd name="connsiteX24" fmla="*/ 36066 w 104917"/>
                <a:gd name="connsiteY24" fmla="*/ 13115 h 39343"/>
                <a:gd name="connsiteX25" fmla="*/ 39344 w 104917"/>
                <a:gd name="connsiteY25" fmla="*/ 16393 h 39343"/>
                <a:gd name="connsiteX26" fmla="*/ 42623 w 104917"/>
                <a:gd name="connsiteY26" fmla="*/ 16393 h 39343"/>
                <a:gd name="connsiteX27" fmla="*/ 47541 w 104917"/>
                <a:gd name="connsiteY27" fmla="*/ 14754 h 39343"/>
                <a:gd name="connsiteX28" fmla="*/ 50820 w 104917"/>
                <a:gd name="connsiteY28" fmla="*/ 11475 h 39343"/>
                <a:gd name="connsiteX29" fmla="*/ 49180 w 104917"/>
                <a:gd name="connsiteY29" fmla="*/ 8197 h 39343"/>
                <a:gd name="connsiteX30" fmla="*/ 49180 w 104917"/>
                <a:gd name="connsiteY30" fmla="*/ 3279 h 39343"/>
                <a:gd name="connsiteX31" fmla="*/ 50820 w 104917"/>
                <a:gd name="connsiteY31" fmla="*/ 1639 h 39343"/>
                <a:gd name="connsiteX32" fmla="*/ 52459 w 104917"/>
                <a:gd name="connsiteY32" fmla="*/ 0 h 39343"/>
                <a:gd name="connsiteX33" fmla="*/ 54098 w 104917"/>
                <a:gd name="connsiteY33" fmla="*/ 0 h 39343"/>
                <a:gd name="connsiteX34" fmla="*/ 59016 w 104917"/>
                <a:gd name="connsiteY34" fmla="*/ 3279 h 39343"/>
                <a:gd name="connsiteX35" fmla="*/ 62295 w 104917"/>
                <a:gd name="connsiteY35" fmla="*/ 3279 h 39343"/>
                <a:gd name="connsiteX36" fmla="*/ 65573 w 104917"/>
                <a:gd name="connsiteY36" fmla="*/ 4918 h 39343"/>
                <a:gd name="connsiteX37" fmla="*/ 68852 w 104917"/>
                <a:gd name="connsiteY37" fmla="*/ 6557 h 39343"/>
                <a:gd name="connsiteX38" fmla="*/ 72131 w 104917"/>
                <a:gd name="connsiteY38" fmla="*/ 8197 h 39343"/>
                <a:gd name="connsiteX39" fmla="*/ 72131 w 104917"/>
                <a:gd name="connsiteY39" fmla="*/ 8197 h 39343"/>
                <a:gd name="connsiteX40" fmla="*/ 72131 w 104917"/>
                <a:gd name="connsiteY40" fmla="*/ 8197 h 39343"/>
                <a:gd name="connsiteX41" fmla="*/ 75410 w 104917"/>
                <a:gd name="connsiteY41" fmla="*/ 8197 h 39343"/>
                <a:gd name="connsiteX42" fmla="*/ 78688 w 104917"/>
                <a:gd name="connsiteY42" fmla="*/ 9836 h 39343"/>
                <a:gd name="connsiteX43" fmla="*/ 83606 w 104917"/>
                <a:gd name="connsiteY43" fmla="*/ 8197 h 39343"/>
                <a:gd name="connsiteX44" fmla="*/ 86885 w 104917"/>
                <a:gd name="connsiteY44" fmla="*/ 9836 h 39343"/>
                <a:gd name="connsiteX45" fmla="*/ 90164 w 104917"/>
                <a:gd name="connsiteY45" fmla="*/ 9836 h 39343"/>
                <a:gd name="connsiteX46" fmla="*/ 95081 w 104917"/>
                <a:gd name="connsiteY46" fmla="*/ 8197 h 39343"/>
                <a:gd name="connsiteX47" fmla="*/ 95081 w 104917"/>
                <a:gd name="connsiteY47" fmla="*/ 8197 h 39343"/>
                <a:gd name="connsiteX48" fmla="*/ 95081 w 104917"/>
                <a:gd name="connsiteY48" fmla="*/ 11475 h 39343"/>
                <a:gd name="connsiteX49" fmla="*/ 100000 w 104917"/>
                <a:gd name="connsiteY49" fmla="*/ 13115 h 39343"/>
                <a:gd name="connsiteX50" fmla="*/ 103278 w 104917"/>
                <a:gd name="connsiteY50" fmla="*/ 16393 h 39343"/>
                <a:gd name="connsiteX51" fmla="*/ 104917 w 104917"/>
                <a:gd name="connsiteY51" fmla="*/ 19672 h 39343"/>
                <a:gd name="connsiteX52" fmla="*/ 100000 w 104917"/>
                <a:gd name="connsiteY52" fmla="*/ 22951 h 39343"/>
                <a:gd name="connsiteX53" fmla="*/ 100000 w 104917"/>
                <a:gd name="connsiteY53" fmla="*/ 26229 h 39343"/>
                <a:gd name="connsiteX54" fmla="*/ 100000 w 104917"/>
                <a:gd name="connsiteY54" fmla="*/ 26229 h 39343"/>
                <a:gd name="connsiteX55" fmla="*/ 100000 w 104917"/>
                <a:gd name="connsiteY55" fmla="*/ 31147 h 39343"/>
                <a:gd name="connsiteX56" fmla="*/ 100000 w 104917"/>
                <a:gd name="connsiteY56" fmla="*/ 34426 h 39343"/>
                <a:gd name="connsiteX57" fmla="*/ 100000 w 104917"/>
                <a:gd name="connsiteY57" fmla="*/ 34426 h 39343"/>
                <a:gd name="connsiteX58" fmla="*/ 101639 w 104917"/>
                <a:gd name="connsiteY58" fmla="*/ 37705 h 39343"/>
                <a:gd name="connsiteX59" fmla="*/ 103278 w 104917"/>
                <a:gd name="connsiteY59" fmla="*/ 37705 h 39343"/>
                <a:gd name="connsiteX60" fmla="*/ 100000 w 104917"/>
                <a:gd name="connsiteY60" fmla="*/ 37705 h 39343"/>
                <a:gd name="connsiteX61" fmla="*/ 95081 w 104917"/>
                <a:gd name="connsiteY61" fmla="*/ 39344 h 39343"/>
                <a:gd name="connsiteX62" fmla="*/ 91803 w 104917"/>
                <a:gd name="connsiteY62" fmla="*/ 39344 h 39343"/>
                <a:gd name="connsiteX63" fmla="*/ 88524 w 104917"/>
                <a:gd name="connsiteY63" fmla="*/ 39344 h 39343"/>
                <a:gd name="connsiteX64" fmla="*/ 86885 w 104917"/>
                <a:gd name="connsiteY64" fmla="*/ 39344 h 39343"/>
                <a:gd name="connsiteX65" fmla="*/ 83606 w 104917"/>
                <a:gd name="connsiteY65" fmla="*/ 39344 h 39343"/>
                <a:gd name="connsiteX66" fmla="*/ 81967 w 104917"/>
                <a:gd name="connsiteY66" fmla="*/ 39344 h 39343"/>
                <a:gd name="connsiteX67" fmla="*/ 78688 w 104917"/>
                <a:gd name="connsiteY67" fmla="*/ 39344 h 39343"/>
                <a:gd name="connsiteX68" fmla="*/ 77049 w 104917"/>
                <a:gd name="connsiteY68" fmla="*/ 39344 h 39343"/>
                <a:gd name="connsiteX69" fmla="*/ 73770 w 104917"/>
                <a:gd name="connsiteY69" fmla="*/ 39344 h 39343"/>
                <a:gd name="connsiteX70" fmla="*/ 68852 w 104917"/>
                <a:gd name="connsiteY70" fmla="*/ 39344 h 39343"/>
                <a:gd name="connsiteX71" fmla="*/ 65573 w 104917"/>
                <a:gd name="connsiteY71" fmla="*/ 39344 h 39343"/>
                <a:gd name="connsiteX72" fmla="*/ 65573 w 104917"/>
                <a:gd name="connsiteY72" fmla="*/ 39344 h 39343"/>
                <a:gd name="connsiteX73" fmla="*/ 63934 w 104917"/>
                <a:gd name="connsiteY73" fmla="*/ 39344 h 39343"/>
                <a:gd name="connsiteX74" fmla="*/ 60656 w 104917"/>
                <a:gd name="connsiteY74" fmla="*/ 39344 h 39343"/>
                <a:gd name="connsiteX75" fmla="*/ 55737 w 104917"/>
                <a:gd name="connsiteY75" fmla="*/ 39344 h 39343"/>
                <a:gd name="connsiteX76" fmla="*/ 55737 w 104917"/>
                <a:gd name="connsiteY76" fmla="*/ 39344 h 39343"/>
                <a:gd name="connsiteX77" fmla="*/ 55737 w 104917"/>
                <a:gd name="connsiteY77" fmla="*/ 39344 h 39343"/>
                <a:gd name="connsiteX78" fmla="*/ 54098 w 104917"/>
                <a:gd name="connsiteY78" fmla="*/ 39344 h 39343"/>
                <a:gd name="connsiteX79" fmla="*/ 50820 w 104917"/>
                <a:gd name="connsiteY79" fmla="*/ 39344 h 39343"/>
                <a:gd name="connsiteX80" fmla="*/ 47541 w 104917"/>
                <a:gd name="connsiteY80" fmla="*/ 39344 h 39343"/>
                <a:gd name="connsiteX81" fmla="*/ 42623 w 104917"/>
                <a:gd name="connsiteY81" fmla="*/ 37705 h 39343"/>
                <a:gd name="connsiteX82" fmla="*/ 39344 w 104917"/>
                <a:gd name="connsiteY82" fmla="*/ 37705 h 39343"/>
                <a:gd name="connsiteX83" fmla="*/ 36066 w 104917"/>
                <a:gd name="connsiteY83" fmla="*/ 37705 h 39343"/>
                <a:gd name="connsiteX84" fmla="*/ 36066 w 104917"/>
                <a:gd name="connsiteY84" fmla="*/ 37705 h 39343"/>
                <a:gd name="connsiteX85" fmla="*/ 34426 w 104917"/>
                <a:gd name="connsiteY85" fmla="*/ 37705 h 39343"/>
                <a:gd name="connsiteX86" fmla="*/ 32787 w 104917"/>
                <a:gd name="connsiteY86" fmla="*/ 37705 h 39343"/>
                <a:gd name="connsiteX87" fmla="*/ 29508 w 104917"/>
                <a:gd name="connsiteY87" fmla="*/ 37705 h 39343"/>
                <a:gd name="connsiteX88" fmla="*/ 24590 w 104917"/>
                <a:gd name="connsiteY88" fmla="*/ 37705 h 39343"/>
                <a:gd name="connsiteX89" fmla="*/ 22951 w 104917"/>
                <a:gd name="connsiteY89" fmla="*/ 37705 h 39343"/>
                <a:gd name="connsiteX90" fmla="*/ 21311 w 104917"/>
                <a:gd name="connsiteY90" fmla="*/ 36065 h 39343"/>
                <a:gd name="connsiteX91" fmla="*/ 18033 w 104917"/>
                <a:gd name="connsiteY91" fmla="*/ 36065 h 39343"/>
                <a:gd name="connsiteX92" fmla="*/ 14754 w 104917"/>
                <a:gd name="connsiteY92" fmla="*/ 36065 h 39343"/>
                <a:gd name="connsiteX93" fmla="*/ 13114 w 104917"/>
                <a:gd name="connsiteY93" fmla="*/ 36065 h 39343"/>
                <a:gd name="connsiteX94" fmla="*/ 13114 w 104917"/>
                <a:gd name="connsiteY94" fmla="*/ 36065 h 39343"/>
                <a:gd name="connsiteX95" fmla="*/ 9836 w 104917"/>
                <a:gd name="connsiteY95" fmla="*/ 36065 h 39343"/>
                <a:gd name="connsiteX96" fmla="*/ 8197 w 104917"/>
                <a:gd name="connsiteY96" fmla="*/ 36065 h 39343"/>
                <a:gd name="connsiteX97" fmla="*/ 8197 w 104917"/>
                <a:gd name="connsiteY97" fmla="*/ 34426 h 39343"/>
                <a:gd name="connsiteX98" fmla="*/ 6557 w 104917"/>
                <a:gd name="connsiteY98" fmla="*/ 34426 h 39343"/>
                <a:gd name="connsiteX99" fmla="*/ 9836 w 104917"/>
                <a:gd name="connsiteY99" fmla="*/ 32787 h 39343"/>
                <a:gd name="connsiteX100" fmla="*/ 11476 w 104917"/>
                <a:gd name="connsiteY100" fmla="*/ 29508 h 39343"/>
                <a:gd name="connsiteX101" fmla="*/ 13114 w 104917"/>
                <a:gd name="connsiteY101" fmla="*/ 29508 h 39343"/>
                <a:gd name="connsiteX102" fmla="*/ 16393 w 104917"/>
                <a:gd name="connsiteY102" fmla="*/ 29508 h 39343"/>
                <a:gd name="connsiteX103" fmla="*/ 19672 w 104917"/>
                <a:gd name="connsiteY103" fmla="*/ 27869 h 39343"/>
                <a:gd name="connsiteX104" fmla="*/ 24590 w 104917"/>
                <a:gd name="connsiteY104" fmla="*/ 24590 h 39343"/>
                <a:gd name="connsiteX105" fmla="*/ 22951 w 104917"/>
                <a:gd name="connsiteY105" fmla="*/ 24590 h 39343"/>
                <a:gd name="connsiteX106" fmla="*/ 19672 w 104917"/>
                <a:gd name="connsiteY106" fmla="*/ 24590 h 39343"/>
                <a:gd name="connsiteX107" fmla="*/ 14754 w 104917"/>
                <a:gd name="connsiteY107" fmla="*/ 24590 h 39343"/>
                <a:gd name="connsiteX108" fmla="*/ 11476 w 104917"/>
                <a:gd name="connsiteY108" fmla="*/ 22951 h 39343"/>
                <a:gd name="connsiteX109" fmla="*/ 11476 w 104917"/>
                <a:gd name="connsiteY109" fmla="*/ 22951 h 39343"/>
                <a:gd name="connsiteX110" fmla="*/ 8197 w 104917"/>
                <a:gd name="connsiteY110" fmla="*/ 27869 h 39343"/>
                <a:gd name="connsiteX111" fmla="*/ 8197 w 104917"/>
                <a:gd name="connsiteY111" fmla="*/ 27869 h 39343"/>
                <a:gd name="connsiteX112" fmla="*/ 4918 w 104917"/>
                <a:gd name="connsiteY112" fmla="*/ 31147 h 39343"/>
                <a:gd name="connsiteX113" fmla="*/ 1639 w 104917"/>
                <a:gd name="connsiteY113" fmla="*/ 34426 h 39343"/>
                <a:gd name="connsiteX114" fmla="*/ 0 w 104917"/>
                <a:gd name="connsiteY114" fmla="*/ 34426 h 3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104917" h="39343">
                  <a:moveTo>
                    <a:pt x="0" y="34426"/>
                  </a:moveTo>
                  <a:lnTo>
                    <a:pt x="4918" y="31147"/>
                  </a:lnTo>
                  <a:lnTo>
                    <a:pt x="8197" y="27869"/>
                  </a:lnTo>
                  <a:lnTo>
                    <a:pt x="8197" y="26229"/>
                  </a:lnTo>
                  <a:lnTo>
                    <a:pt x="9836" y="22951"/>
                  </a:lnTo>
                  <a:lnTo>
                    <a:pt x="9836" y="19672"/>
                  </a:lnTo>
                  <a:lnTo>
                    <a:pt x="8197" y="14754"/>
                  </a:lnTo>
                  <a:lnTo>
                    <a:pt x="11476" y="13115"/>
                  </a:lnTo>
                  <a:lnTo>
                    <a:pt x="14754" y="13115"/>
                  </a:lnTo>
                  <a:lnTo>
                    <a:pt x="18033" y="13115"/>
                  </a:lnTo>
                  <a:lnTo>
                    <a:pt x="22951" y="13115"/>
                  </a:lnTo>
                  <a:lnTo>
                    <a:pt x="26229" y="13115"/>
                  </a:lnTo>
                  <a:lnTo>
                    <a:pt x="29508" y="11475"/>
                  </a:lnTo>
                  <a:lnTo>
                    <a:pt x="31147" y="9836"/>
                  </a:lnTo>
                  <a:lnTo>
                    <a:pt x="34426" y="6557"/>
                  </a:lnTo>
                  <a:lnTo>
                    <a:pt x="37705" y="3279"/>
                  </a:lnTo>
                  <a:lnTo>
                    <a:pt x="40983" y="0"/>
                  </a:lnTo>
                  <a:lnTo>
                    <a:pt x="42623" y="0"/>
                  </a:lnTo>
                  <a:lnTo>
                    <a:pt x="39344" y="1639"/>
                  </a:lnTo>
                  <a:lnTo>
                    <a:pt x="37705" y="6557"/>
                  </a:lnTo>
                  <a:lnTo>
                    <a:pt x="32787" y="9836"/>
                  </a:lnTo>
                  <a:lnTo>
                    <a:pt x="29508" y="11475"/>
                  </a:lnTo>
                  <a:lnTo>
                    <a:pt x="27869" y="13115"/>
                  </a:lnTo>
                  <a:lnTo>
                    <a:pt x="32787" y="13115"/>
                  </a:lnTo>
                  <a:lnTo>
                    <a:pt x="36066" y="13115"/>
                  </a:lnTo>
                  <a:lnTo>
                    <a:pt x="39344" y="16393"/>
                  </a:lnTo>
                  <a:lnTo>
                    <a:pt x="42623" y="16393"/>
                  </a:lnTo>
                  <a:lnTo>
                    <a:pt x="47541" y="14754"/>
                  </a:lnTo>
                  <a:lnTo>
                    <a:pt x="50820" y="11475"/>
                  </a:lnTo>
                  <a:lnTo>
                    <a:pt x="49180" y="8197"/>
                  </a:lnTo>
                  <a:lnTo>
                    <a:pt x="49180" y="3279"/>
                  </a:lnTo>
                  <a:lnTo>
                    <a:pt x="50820" y="1639"/>
                  </a:lnTo>
                  <a:lnTo>
                    <a:pt x="52459" y="0"/>
                  </a:lnTo>
                  <a:lnTo>
                    <a:pt x="54098" y="0"/>
                  </a:lnTo>
                  <a:lnTo>
                    <a:pt x="59016" y="3279"/>
                  </a:lnTo>
                  <a:lnTo>
                    <a:pt x="62295" y="3279"/>
                  </a:lnTo>
                  <a:lnTo>
                    <a:pt x="65573" y="4918"/>
                  </a:lnTo>
                  <a:lnTo>
                    <a:pt x="68852" y="6557"/>
                  </a:lnTo>
                  <a:lnTo>
                    <a:pt x="72131" y="8197"/>
                  </a:lnTo>
                  <a:lnTo>
                    <a:pt x="72131" y="8197"/>
                  </a:lnTo>
                  <a:lnTo>
                    <a:pt x="72131" y="8197"/>
                  </a:lnTo>
                  <a:lnTo>
                    <a:pt x="75410" y="8197"/>
                  </a:lnTo>
                  <a:lnTo>
                    <a:pt x="78688" y="9836"/>
                  </a:lnTo>
                  <a:lnTo>
                    <a:pt x="83606" y="8197"/>
                  </a:lnTo>
                  <a:lnTo>
                    <a:pt x="86885" y="9836"/>
                  </a:lnTo>
                  <a:lnTo>
                    <a:pt x="90164" y="9836"/>
                  </a:lnTo>
                  <a:lnTo>
                    <a:pt x="95081" y="8197"/>
                  </a:lnTo>
                  <a:lnTo>
                    <a:pt x="95081" y="8197"/>
                  </a:lnTo>
                  <a:lnTo>
                    <a:pt x="95081" y="11475"/>
                  </a:lnTo>
                  <a:lnTo>
                    <a:pt x="100000" y="13115"/>
                  </a:lnTo>
                  <a:lnTo>
                    <a:pt x="103278" y="16393"/>
                  </a:lnTo>
                  <a:lnTo>
                    <a:pt x="104917" y="19672"/>
                  </a:lnTo>
                  <a:lnTo>
                    <a:pt x="100000" y="22951"/>
                  </a:lnTo>
                  <a:lnTo>
                    <a:pt x="100000" y="26229"/>
                  </a:lnTo>
                  <a:lnTo>
                    <a:pt x="100000" y="26229"/>
                  </a:lnTo>
                  <a:lnTo>
                    <a:pt x="100000" y="31147"/>
                  </a:lnTo>
                  <a:lnTo>
                    <a:pt x="100000" y="34426"/>
                  </a:lnTo>
                  <a:lnTo>
                    <a:pt x="100000" y="34426"/>
                  </a:lnTo>
                  <a:lnTo>
                    <a:pt x="101639" y="37705"/>
                  </a:lnTo>
                  <a:lnTo>
                    <a:pt x="103278" y="37705"/>
                  </a:lnTo>
                  <a:lnTo>
                    <a:pt x="100000" y="37705"/>
                  </a:lnTo>
                  <a:lnTo>
                    <a:pt x="95081" y="39344"/>
                  </a:lnTo>
                  <a:lnTo>
                    <a:pt x="91803" y="39344"/>
                  </a:lnTo>
                  <a:lnTo>
                    <a:pt x="88524" y="39344"/>
                  </a:lnTo>
                  <a:lnTo>
                    <a:pt x="86885" y="39344"/>
                  </a:lnTo>
                  <a:lnTo>
                    <a:pt x="83606" y="39344"/>
                  </a:lnTo>
                  <a:lnTo>
                    <a:pt x="81967" y="39344"/>
                  </a:lnTo>
                  <a:lnTo>
                    <a:pt x="78688" y="39344"/>
                  </a:lnTo>
                  <a:lnTo>
                    <a:pt x="77049" y="39344"/>
                  </a:lnTo>
                  <a:lnTo>
                    <a:pt x="73770" y="39344"/>
                  </a:lnTo>
                  <a:lnTo>
                    <a:pt x="68852" y="39344"/>
                  </a:lnTo>
                  <a:lnTo>
                    <a:pt x="65573" y="39344"/>
                  </a:lnTo>
                  <a:lnTo>
                    <a:pt x="65573" y="39344"/>
                  </a:lnTo>
                  <a:lnTo>
                    <a:pt x="63934" y="39344"/>
                  </a:lnTo>
                  <a:lnTo>
                    <a:pt x="60656" y="39344"/>
                  </a:lnTo>
                  <a:lnTo>
                    <a:pt x="55737" y="39344"/>
                  </a:lnTo>
                  <a:lnTo>
                    <a:pt x="55737" y="39344"/>
                  </a:lnTo>
                  <a:lnTo>
                    <a:pt x="55737" y="39344"/>
                  </a:lnTo>
                  <a:lnTo>
                    <a:pt x="54098" y="39344"/>
                  </a:lnTo>
                  <a:lnTo>
                    <a:pt x="50820" y="39344"/>
                  </a:lnTo>
                  <a:lnTo>
                    <a:pt x="47541" y="39344"/>
                  </a:lnTo>
                  <a:lnTo>
                    <a:pt x="42623" y="37705"/>
                  </a:lnTo>
                  <a:lnTo>
                    <a:pt x="39344" y="37705"/>
                  </a:lnTo>
                  <a:lnTo>
                    <a:pt x="36066" y="37705"/>
                  </a:lnTo>
                  <a:lnTo>
                    <a:pt x="36066" y="37705"/>
                  </a:lnTo>
                  <a:lnTo>
                    <a:pt x="34426" y="37705"/>
                  </a:lnTo>
                  <a:lnTo>
                    <a:pt x="32787" y="37705"/>
                  </a:lnTo>
                  <a:lnTo>
                    <a:pt x="29508" y="37705"/>
                  </a:lnTo>
                  <a:lnTo>
                    <a:pt x="24590" y="37705"/>
                  </a:lnTo>
                  <a:lnTo>
                    <a:pt x="22951" y="37705"/>
                  </a:lnTo>
                  <a:lnTo>
                    <a:pt x="21311" y="36065"/>
                  </a:lnTo>
                  <a:lnTo>
                    <a:pt x="18033" y="36065"/>
                  </a:lnTo>
                  <a:lnTo>
                    <a:pt x="14754" y="36065"/>
                  </a:lnTo>
                  <a:lnTo>
                    <a:pt x="13114" y="36065"/>
                  </a:lnTo>
                  <a:lnTo>
                    <a:pt x="13114" y="36065"/>
                  </a:lnTo>
                  <a:lnTo>
                    <a:pt x="9836" y="36065"/>
                  </a:lnTo>
                  <a:lnTo>
                    <a:pt x="8197" y="36065"/>
                  </a:lnTo>
                  <a:lnTo>
                    <a:pt x="8197" y="34426"/>
                  </a:lnTo>
                  <a:lnTo>
                    <a:pt x="6557" y="34426"/>
                  </a:lnTo>
                  <a:lnTo>
                    <a:pt x="9836" y="32787"/>
                  </a:lnTo>
                  <a:lnTo>
                    <a:pt x="11476" y="29508"/>
                  </a:lnTo>
                  <a:lnTo>
                    <a:pt x="13114" y="29508"/>
                  </a:lnTo>
                  <a:lnTo>
                    <a:pt x="16393" y="29508"/>
                  </a:lnTo>
                  <a:lnTo>
                    <a:pt x="19672" y="27869"/>
                  </a:lnTo>
                  <a:lnTo>
                    <a:pt x="24590" y="24590"/>
                  </a:lnTo>
                  <a:lnTo>
                    <a:pt x="22951" y="24590"/>
                  </a:lnTo>
                  <a:lnTo>
                    <a:pt x="19672" y="24590"/>
                  </a:lnTo>
                  <a:lnTo>
                    <a:pt x="14754" y="24590"/>
                  </a:lnTo>
                  <a:lnTo>
                    <a:pt x="11476" y="22951"/>
                  </a:lnTo>
                  <a:lnTo>
                    <a:pt x="11476" y="22951"/>
                  </a:lnTo>
                  <a:lnTo>
                    <a:pt x="8197" y="27869"/>
                  </a:lnTo>
                  <a:lnTo>
                    <a:pt x="8197" y="27869"/>
                  </a:lnTo>
                  <a:lnTo>
                    <a:pt x="4918" y="31147"/>
                  </a:lnTo>
                  <a:lnTo>
                    <a:pt x="1639" y="34426"/>
                  </a:lnTo>
                  <a:lnTo>
                    <a:pt x="0" y="344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1" name="Freeform 2630">
              <a:extLst>
                <a:ext uri="{FF2B5EF4-FFF2-40B4-BE49-F238E27FC236}">
                  <a16:creationId xmlns:a16="http://schemas.microsoft.com/office/drawing/2014/main" id="{0BCE8D20-3A88-F242-B2BB-187307BBEC4F}"/>
                </a:ext>
              </a:extLst>
            </p:cNvPr>
            <p:cNvSpPr/>
            <p:nvPr/>
          </p:nvSpPr>
          <p:spPr>
            <a:xfrm>
              <a:off x="6269769" y="850977"/>
              <a:ext cx="4719650" cy="1454091"/>
            </a:xfrm>
            <a:custGeom>
              <a:avLst/>
              <a:gdLst>
                <a:gd name="connsiteX0" fmla="*/ 0 w 4719650"/>
                <a:gd name="connsiteY0" fmla="*/ 311474 h 1454091"/>
                <a:gd name="connsiteX1" fmla="*/ 1639 w 4719650"/>
                <a:gd name="connsiteY1" fmla="*/ 309835 h 1454091"/>
                <a:gd name="connsiteX2" fmla="*/ 3278 w 4719650"/>
                <a:gd name="connsiteY2" fmla="*/ 309835 h 1454091"/>
                <a:gd name="connsiteX3" fmla="*/ 8197 w 4719650"/>
                <a:gd name="connsiteY3" fmla="*/ 308195 h 1454091"/>
                <a:gd name="connsiteX4" fmla="*/ 11475 w 4719650"/>
                <a:gd name="connsiteY4" fmla="*/ 306556 h 1454091"/>
                <a:gd name="connsiteX5" fmla="*/ 16393 w 4719650"/>
                <a:gd name="connsiteY5" fmla="*/ 306556 h 1454091"/>
                <a:gd name="connsiteX6" fmla="*/ 19672 w 4719650"/>
                <a:gd name="connsiteY6" fmla="*/ 304917 h 1454091"/>
                <a:gd name="connsiteX7" fmla="*/ 22951 w 4719650"/>
                <a:gd name="connsiteY7" fmla="*/ 301638 h 1454091"/>
                <a:gd name="connsiteX8" fmla="*/ 22951 w 4719650"/>
                <a:gd name="connsiteY8" fmla="*/ 299999 h 1454091"/>
                <a:gd name="connsiteX9" fmla="*/ 22951 w 4719650"/>
                <a:gd name="connsiteY9" fmla="*/ 295081 h 1454091"/>
                <a:gd name="connsiteX10" fmla="*/ 27868 w 4719650"/>
                <a:gd name="connsiteY10" fmla="*/ 295081 h 1454091"/>
                <a:gd name="connsiteX11" fmla="*/ 31147 w 4719650"/>
                <a:gd name="connsiteY11" fmla="*/ 295081 h 1454091"/>
                <a:gd name="connsiteX12" fmla="*/ 36065 w 4719650"/>
                <a:gd name="connsiteY12" fmla="*/ 293441 h 1454091"/>
                <a:gd name="connsiteX13" fmla="*/ 36065 w 4719650"/>
                <a:gd name="connsiteY13" fmla="*/ 293441 h 1454091"/>
                <a:gd name="connsiteX14" fmla="*/ 40983 w 4719650"/>
                <a:gd name="connsiteY14" fmla="*/ 291802 h 1454091"/>
                <a:gd name="connsiteX15" fmla="*/ 40983 w 4719650"/>
                <a:gd name="connsiteY15" fmla="*/ 291802 h 1454091"/>
                <a:gd name="connsiteX16" fmla="*/ 44262 w 4719650"/>
                <a:gd name="connsiteY16" fmla="*/ 288523 h 1454091"/>
                <a:gd name="connsiteX17" fmla="*/ 45901 w 4719650"/>
                <a:gd name="connsiteY17" fmla="*/ 283605 h 1454091"/>
                <a:gd name="connsiteX18" fmla="*/ 45901 w 4719650"/>
                <a:gd name="connsiteY18" fmla="*/ 281966 h 1454091"/>
                <a:gd name="connsiteX19" fmla="*/ 45901 w 4719650"/>
                <a:gd name="connsiteY19" fmla="*/ 281966 h 1454091"/>
                <a:gd name="connsiteX20" fmla="*/ 47541 w 4719650"/>
                <a:gd name="connsiteY20" fmla="*/ 283605 h 1454091"/>
                <a:gd name="connsiteX21" fmla="*/ 50820 w 4719650"/>
                <a:gd name="connsiteY21" fmla="*/ 285245 h 1454091"/>
                <a:gd name="connsiteX22" fmla="*/ 54098 w 4719650"/>
                <a:gd name="connsiteY22" fmla="*/ 286884 h 1454091"/>
                <a:gd name="connsiteX23" fmla="*/ 59016 w 4719650"/>
                <a:gd name="connsiteY23" fmla="*/ 286884 h 1454091"/>
                <a:gd name="connsiteX24" fmla="*/ 62295 w 4719650"/>
                <a:gd name="connsiteY24" fmla="*/ 286884 h 1454091"/>
                <a:gd name="connsiteX25" fmla="*/ 65573 w 4719650"/>
                <a:gd name="connsiteY25" fmla="*/ 285245 h 1454091"/>
                <a:gd name="connsiteX26" fmla="*/ 65573 w 4719650"/>
                <a:gd name="connsiteY26" fmla="*/ 281966 h 1454091"/>
                <a:gd name="connsiteX27" fmla="*/ 62295 w 4719650"/>
                <a:gd name="connsiteY27" fmla="*/ 277048 h 1454091"/>
                <a:gd name="connsiteX28" fmla="*/ 63934 w 4719650"/>
                <a:gd name="connsiteY28" fmla="*/ 277048 h 1454091"/>
                <a:gd name="connsiteX29" fmla="*/ 67213 w 4719650"/>
                <a:gd name="connsiteY29" fmla="*/ 278687 h 1454091"/>
                <a:gd name="connsiteX30" fmla="*/ 70491 w 4719650"/>
                <a:gd name="connsiteY30" fmla="*/ 278687 h 1454091"/>
                <a:gd name="connsiteX31" fmla="*/ 75410 w 4719650"/>
                <a:gd name="connsiteY31" fmla="*/ 278687 h 1454091"/>
                <a:gd name="connsiteX32" fmla="*/ 77049 w 4719650"/>
                <a:gd name="connsiteY32" fmla="*/ 281966 h 1454091"/>
                <a:gd name="connsiteX33" fmla="*/ 81967 w 4719650"/>
                <a:gd name="connsiteY33" fmla="*/ 280327 h 1454091"/>
                <a:gd name="connsiteX34" fmla="*/ 85245 w 4719650"/>
                <a:gd name="connsiteY34" fmla="*/ 278687 h 1454091"/>
                <a:gd name="connsiteX35" fmla="*/ 86885 w 4719650"/>
                <a:gd name="connsiteY35" fmla="*/ 275409 h 1454091"/>
                <a:gd name="connsiteX36" fmla="*/ 90164 w 4719650"/>
                <a:gd name="connsiteY36" fmla="*/ 275409 h 1454091"/>
                <a:gd name="connsiteX37" fmla="*/ 93442 w 4719650"/>
                <a:gd name="connsiteY37" fmla="*/ 275409 h 1454091"/>
                <a:gd name="connsiteX38" fmla="*/ 90164 w 4719650"/>
                <a:gd name="connsiteY38" fmla="*/ 272130 h 1454091"/>
                <a:gd name="connsiteX39" fmla="*/ 93442 w 4719650"/>
                <a:gd name="connsiteY39" fmla="*/ 270491 h 1454091"/>
                <a:gd name="connsiteX40" fmla="*/ 98360 w 4719650"/>
                <a:gd name="connsiteY40" fmla="*/ 272130 h 1454091"/>
                <a:gd name="connsiteX41" fmla="*/ 101639 w 4719650"/>
                <a:gd name="connsiteY41" fmla="*/ 273769 h 1454091"/>
                <a:gd name="connsiteX42" fmla="*/ 106557 w 4719650"/>
                <a:gd name="connsiteY42" fmla="*/ 275409 h 1454091"/>
                <a:gd name="connsiteX43" fmla="*/ 109835 w 4719650"/>
                <a:gd name="connsiteY43" fmla="*/ 277048 h 1454091"/>
                <a:gd name="connsiteX44" fmla="*/ 114754 w 4719650"/>
                <a:gd name="connsiteY44" fmla="*/ 277048 h 1454091"/>
                <a:gd name="connsiteX45" fmla="*/ 118032 w 4719650"/>
                <a:gd name="connsiteY45" fmla="*/ 277048 h 1454091"/>
                <a:gd name="connsiteX46" fmla="*/ 121311 w 4719650"/>
                <a:gd name="connsiteY46" fmla="*/ 278687 h 1454091"/>
                <a:gd name="connsiteX47" fmla="*/ 126229 w 4719650"/>
                <a:gd name="connsiteY47" fmla="*/ 280327 h 1454091"/>
                <a:gd name="connsiteX48" fmla="*/ 124590 w 4719650"/>
                <a:gd name="connsiteY48" fmla="*/ 283605 h 1454091"/>
                <a:gd name="connsiteX49" fmla="*/ 121311 w 4719650"/>
                <a:gd name="connsiteY49" fmla="*/ 285245 h 1454091"/>
                <a:gd name="connsiteX50" fmla="*/ 116393 w 4719650"/>
                <a:gd name="connsiteY50" fmla="*/ 285245 h 1454091"/>
                <a:gd name="connsiteX51" fmla="*/ 113114 w 4719650"/>
                <a:gd name="connsiteY51" fmla="*/ 283605 h 1454091"/>
                <a:gd name="connsiteX52" fmla="*/ 108196 w 4719650"/>
                <a:gd name="connsiteY52" fmla="*/ 283605 h 1454091"/>
                <a:gd name="connsiteX53" fmla="*/ 104917 w 4719650"/>
                <a:gd name="connsiteY53" fmla="*/ 283605 h 1454091"/>
                <a:gd name="connsiteX54" fmla="*/ 101639 w 4719650"/>
                <a:gd name="connsiteY54" fmla="*/ 281966 h 1454091"/>
                <a:gd name="connsiteX55" fmla="*/ 96721 w 4719650"/>
                <a:gd name="connsiteY55" fmla="*/ 278687 h 1454091"/>
                <a:gd name="connsiteX56" fmla="*/ 95081 w 4719650"/>
                <a:gd name="connsiteY56" fmla="*/ 281966 h 1454091"/>
                <a:gd name="connsiteX57" fmla="*/ 98360 w 4719650"/>
                <a:gd name="connsiteY57" fmla="*/ 283605 h 1454091"/>
                <a:gd name="connsiteX58" fmla="*/ 103278 w 4719650"/>
                <a:gd name="connsiteY58" fmla="*/ 285245 h 1454091"/>
                <a:gd name="connsiteX59" fmla="*/ 106557 w 4719650"/>
                <a:gd name="connsiteY59" fmla="*/ 286884 h 1454091"/>
                <a:gd name="connsiteX60" fmla="*/ 109835 w 4719650"/>
                <a:gd name="connsiteY60" fmla="*/ 288523 h 1454091"/>
                <a:gd name="connsiteX61" fmla="*/ 106557 w 4719650"/>
                <a:gd name="connsiteY61" fmla="*/ 288523 h 1454091"/>
                <a:gd name="connsiteX62" fmla="*/ 101639 w 4719650"/>
                <a:gd name="connsiteY62" fmla="*/ 290163 h 1454091"/>
                <a:gd name="connsiteX63" fmla="*/ 106557 w 4719650"/>
                <a:gd name="connsiteY63" fmla="*/ 290163 h 1454091"/>
                <a:gd name="connsiteX64" fmla="*/ 109835 w 4719650"/>
                <a:gd name="connsiteY64" fmla="*/ 288523 h 1454091"/>
                <a:gd name="connsiteX65" fmla="*/ 113114 w 4719650"/>
                <a:gd name="connsiteY65" fmla="*/ 288523 h 1454091"/>
                <a:gd name="connsiteX66" fmla="*/ 116393 w 4719650"/>
                <a:gd name="connsiteY66" fmla="*/ 288523 h 1454091"/>
                <a:gd name="connsiteX67" fmla="*/ 121311 w 4719650"/>
                <a:gd name="connsiteY67" fmla="*/ 290163 h 1454091"/>
                <a:gd name="connsiteX68" fmla="*/ 124590 w 4719650"/>
                <a:gd name="connsiteY68" fmla="*/ 290163 h 1454091"/>
                <a:gd name="connsiteX69" fmla="*/ 122950 w 4719650"/>
                <a:gd name="connsiteY69" fmla="*/ 293441 h 1454091"/>
                <a:gd name="connsiteX70" fmla="*/ 126229 w 4719650"/>
                <a:gd name="connsiteY70" fmla="*/ 291802 h 1454091"/>
                <a:gd name="connsiteX71" fmla="*/ 129508 w 4719650"/>
                <a:gd name="connsiteY71" fmla="*/ 290163 h 1454091"/>
                <a:gd name="connsiteX72" fmla="*/ 134425 w 4719650"/>
                <a:gd name="connsiteY72" fmla="*/ 290163 h 1454091"/>
                <a:gd name="connsiteX73" fmla="*/ 137704 w 4719650"/>
                <a:gd name="connsiteY73" fmla="*/ 293441 h 1454091"/>
                <a:gd name="connsiteX74" fmla="*/ 134425 w 4719650"/>
                <a:gd name="connsiteY74" fmla="*/ 296720 h 1454091"/>
                <a:gd name="connsiteX75" fmla="*/ 137704 w 4719650"/>
                <a:gd name="connsiteY75" fmla="*/ 296720 h 1454091"/>
                <a:gd name="connsiteX76" fmla="*/ 134425 w 4719650"/>
                <a:gd name="connsiteY76" fmla="*/ 298359 h 1454091"/>
                <a:gd name="connsiteX77" fmla="*/ 139344 w 4719650"/>
                <a:gd name="connsiteY77" fmla="*/ 299999 h 1454091"/>
                <a:gd name="connsiteX78" fmla="*/ 134425 w 4719650"/>
                <a:gd name="connsiteY78" fmla="*/ 303277 h 1454091"/>
                <a:gd name="connsiteX79" fmla="*/ 131147 w 4719650"/>
                <a:gd name="connsiteY79" fmla="*/ 303277 h 1454091"/>
                <a:gd name="connsiteX80" fmla="*/ 127868 w 4719650"/>
                <a:gd name="connsiteY80" fmla="*/ 304917 h 1454091"/>
                <a:gd name="connsiteX81" fmla="*/ 127868 w 4719650"/>
                <a:gd name="connsiteY81" fmla="*/ 308195 h 1454091"/>
                <a:gd name="connsiteX82" fmla="*/ 129508 w 4719650"/>
                <a:gd name="connsiteY82" fmla="*/ 308195 h 1454091"/>
                <a:gd name="connsiteX83" fmla="*/ 131147 w 4719650"/>
                <a:gd name="connsiteY83" fmla="*/ 303277 h 1454091"/>
                <a:gd name="connsiteX84" fmla="*/ 136065 w 4719650"/>
                <a:gd name="connsiteY84" fmla="*/ 303277 h 1454091"/>
                <a:gd name="connsiteX85" fmla="*/ 139344 w 4719650"/>
                <a:gd name="connsiteY85" fmla="*/ 303277 h 1454091"/>
                <a:gd name="connsiteX86" fmla="*/ 142622 w 4719650"/>
                <a:gd name="connsiteY86" fmla="*/ 298359 h 1454091"/>
                <a:gd name="connsiteX87" fmla="*/ 142622 w 4719650"/>
                <a:gd name="connsiteY87" fmla="*/ 295081 h 1454091"/>
                <a:gd name="connsiteX88" fmla="*/ 145901 w 4719650"/>
                <a:gd name="connsiteY88" fmla="*/ 295081 h 1454091"/>
                <a:gd name="connsiteX89" fmla="*/ 149180 w 4719650"/>
                <a:gd name="connsiteY89" fmla="*/ 293441 h 1454091"/>
                <a:gd name="connsiteX90" fmla="*/ 154098 w 4719650"/>
                <a:gd name="connsiteY90" fmla="*/ 295081 h 1454091"/>
                <a:gd name="connsiteX91" fmla="*/ 157376 w 4719650"/>
                <a:gd name="connsiteY91" fmla="*/ 295081 h 1454091"/>
                <a:gd name="connsiteX92" fmla="*/ 160655 w 4719650"/>
                <a:gd name="connsiteY92" fmla="*/ 295081 h 1454091"/>
                <a:gd name="connsiteX93" fmla="*/ 165573 w 4719650"/>
                <a:gd name="connsiteY93" fmla="*/ 295081 h 1454091"/>
                <a:gd name="connsiteX94" fmla="*/ 168851 w 4719650"/>
                <a:gd name="connsiteY94" fmla="*/ 296720 h 1454091"/>
                <a:gd name="connsiteX95" fmla="*/ 173770 w 4719650"/>
                <a:gd name="connsiteY95" fmla="*/ 296720 h 1454091"/>
                <a:gd name="connsiteX96" fmla="*/ 177048 w 4719650"/>
                <a:gd name="connsiteY96" fmla="*/ 298359 h 1454091"/>
                <a:gd name="connsiteX97" fmla="*/ 181966 w 4719650"/>
                <a:gd name="connsiteY97" fmla="*/ 298359 h 1454091"/>
                <a:gd name="connsiteX98" fmla="*/ 185245 w 4719650"/>
                <a:gd name="connsiteY98" fmla="*/ 298359 h 1454091"/>
                <a:gd name="connsiteX99" fmla="*/ 188524 w 4719650"/>
                <a:gd name="connsiteY99" fmla="*/ 296720 h 1454091"/>
                <a:gd name="connsiteX100" fmla="*/ 193442 w 4719650"/>
                <a:gd name="connsiteY100" fmla="*/ 296720 h 1454091"/>
                <a:gd name="connsiteX101" fmla="*/ 196720 w 4719650"/>
                <a:gd name="connsiteY101" fmla="*/ 298359 h 1454091"/>
                <a:gd name="connsiteX102" fmla="*/ 201638 w 4719650"/>
                <a:gd name="connsiteY102" fmla="*/ 298359 h 1454091"/>
                <a:gd name="connsiteX103" fmla="*/ 204917 w 4719650"/>
                <a:gd name="connsiteY103" fmla="*/ 299999 h 1454091"/>
                <a:gd name="connsiteX104" fmla="*/ 206557 w 4719650"/>
                <a:gd name="connsiteY104" fmla="*/ 299999 h 1454091"/>
                <a:gd name="connsiteX105" fmla="*/ 209835 w 4719650"/>
                <a:gd name="connsiteY105" fmla="*/ 301638 h 1454091"/>
                <a:gd name="connsiteX106" fmla="*/ 214753 w 4719650"/>
                <a:gd name="connsiteY106" fmla="*/ 301638 h 1454091"/>
                <a:gd name="connsiteX107" fmla="*/ 218032 w 4719650"/>
                <a:gd name="connsiteY107" fmla="*/ 303277 h 1454091"/>
                <a:gd name="connsiteX108" fmla="*/ 222950 w 4719650"/>
                <a:gd name="connsiteY108" fmla="*/ 304917 h 1454091"/>
                <a:gd name="connsiteX109" fmla="*/ 226228 w 4719650"/>
                <a:gd name="connsiteY109" fmla="*/ 304917 h 1454091"/>
                <a:gd name="connsiteX110" fmla="*/ 229507 w 4719650"/>
                <a:gd name="connsiteY110" fmla="*/ 306556 h 1454091"/>
                <a:gd name="connsiteX111" fmla="*/ 232786 w 4719650"/>
                <a:gd name="connsiteY111" fmla="*/ 308195 h 1454091"/>
                <a:gd name="connsiteX112" fmla="*/ 237704 w 4719650"/>
                <a:gd name="connsiteY112" fmla="*/ 309835 h 1454091"/>
                <a:gd name="connsiteX113" fmla="*/ 240982 w 4719650"/>
                <a:gd name="connsiteY113" fmla="*/ 311474 h 1454091"/>
                <a:gd name="connsiteX114" fmla="*/ 245901 w 4719650"/>
                <a:gd name="connsiteY114" fmla="*/ 313113 h 1454091"/>
                <a:gd name="connsiteX115" fmla="*/ 249179 w 4719650"/>
                <a:gd name="connsiteY115" fmla="*/ 313113 h 1454091"/>
                <a:gd name="connsiteX116" fmla="*/ 254097 w 4719650"/>
                <a:gd name="connsiteY116" fmla="*/ 316392 h 1454091"/>
                <a:gd name="connsiteX117" fmla="*/ 257376 w 4719650"/>
                <a:gd name="connsiteY117" fmla="*/ 316392 h 1454091"/>
                <a:gd name="connsiteX118" fmla="*/ 260654 w 4719650"/>
                <a:gd name="connsiteY118" fmla="*/ 318031 h 1454091"/>
                <a:gd name="connsiteX119" fmla="*/ 263933 w 4719650"/>
                <a:gd name="connsiteY119" fmla="*/ 319671 h 1454091"/>
                <a:gd name="connsiteX120" fmla="*/ 268851 w 4719650"/>
                <a:gd name="connsiteY120" fmla="*/ 321310 h 1454091"/>
                <a:gd name="connsiteX121" fmla="*/ 272130 w 4719650"/>
                <a:gd name="connsiteY121" fmla="*/ 322949 h 1454091"/>
                <a:gd name="connsiteX122" fmla="*/ 277048 w 4719650"/>
                <a:gd name="connsiteY122" fmla="*/ 324589 h 1454091"/>
                <a:gd name="connsiteX123" fmla="*/ 280327 w 4719650"/>
                <a:gd name="connsiteY123" fmla="*/ 326228 h 1454091"/>
                <a:gd name="connsiteX124" fmla="*/ 283605 w 4719650"/>
                <a:gd name="connsiteY124" fmla="*/ 329507 h 1454091"/>
                <a:gd name="connsiteX125" fmla="*/ 286884 w 4719650"/>
                <a:gd name="connsiteY125" fmla="*/ 331146 h 1454091"/>
                <a:gd name="connsiteX126" fmla="*/ 291802 w 4719650"/>
                <a:gd name="connsiteY126" fmla="*/ 332785 h 1454091"/>
                <a:gd name="connsiteX127" fmla="*/ 295081 w 4719650"/>
                <a:gd name="connsiteY127" fmla="*/ 332785 h 1454091"/>
                <a:gd name="connsiteX128" fmla="*/ 291802 w 4719650"/>
                <a:gd name="connsiteY128" fmla="*/ 329507 h 1454091"/>
                <a:gd name="connsiteX129" fmla="*/ 295081 w 4719650"/>
                <a:gd name="connsiteY129" fmla="*/ 331146 h 1454091"/>
                <a:gd name="connsiteX130" fmla="*/ 298359 w 4719650"/>
                <a:gd name="connsiteY130" fmla="*/ 332785 h 1454091"/>
                <a:gd name="connsiteX131" fmla="*/ 303277 w 4719650"/>
                <a:gd name="connsiteY131" fmla="*/ 334425 h 1454091"/>
                <a:gd name="connsiteX132" fmla="*/ 306556 w 4719650"/>
                <a:gd name="connsiteY132" fmla="*/ 336064 h 1454091"/>
                <a:gd name="connsiteX133" fmla="*/ 311474 w 4719650"/>
                <a:gd name="connsiteY133" fmla="*/ 337703 h 1454091"/>
                <a:gd name="connsiteX134" fmla="*/ 314752 w 4719650"/>
                <a:gd name="connsiteY134" fmla="*/ 339343 h 1454091"/>
                <a:gd name="connsiteX135" fmla="*/ 319671 w 4719650"/>
                <a:gd name="connsiteY135" fmla="*/ 340982 h 1454091"/>
                <a:gd name="connsiteX136" fmla="*/ 322949 w 4719650"/>
                <a:gd name="connsiteY136" fmla="*/ 340982 h 1454091"/>
                <a:gd name="connsiteX137" fmla="*/ 324588 w 4719650"/>
                <a:gd name="connsiteY137" fmla="*/ 342621 h 1454091"/>
                <a:gd name="connsiteX138" fmla="*/ 327867 w 4719650"/>
                <a:gd name="connsiteY138" fmla="*/ 340982 h 1454091"/>
                <a:gd name="connsiteX139" fmla="*/ 326228 w 4719650"/>
                <a:gd name="connsiteY139" fmla="*/ 337703 h 1454091"/>
                <a:gd name="connsiteX140" fmla="*/ 329507 w 4719650"/>
                <a:gd name="connsiteY140" fmla="*/ 339343 h 1454091"/>
                <a:gd name="connsiteX141" fmla="*/ 332785 w 4719650"/>
                <a:gd name="connsiteY141" fmla="*/ 342621 h 1454091"/>
                <a:gd name="connsiteX142" fmla="*/ 336064 w 4719650"/>
                <a:gd name="connsiteY142" fmla="*/ 344261 h 1454091"/>
                <a:gd name="connsiteX143" fmla="*/ 340982 w 4719650"/>
                <a:gd name="connsiteY143" fmla="*/ 345900 h 1454091"/>
                <a:gd name="connsiteX144" fmla="*/ 344261 w 4719650"/>
                <a:gd name="connsiteY144" fmla="*/ 350818 h 1454091"/>
                <a:gd name="connsiteX145" fmla="*/ 347539 w 4719650"/>
                <a:gd name="connsiteY145" fmla="*/ 352457 h 1454091"/>
                <a:gd name="connsiteX146" fmla="*/ 352457 w 4719650"/>
                <a:gd name="connsiteY146" fmla="*/ 350818 h 1454091"/>
                <a:gd name="connsiteX147" fmla="*/ 355736 w 4719650"/>
                <a:gd name="connsiteY147" fmla="*/ 352457 h 1454091"/>
                <a:gd name="connsiteX148" fmla="*/ 359015 w 4719650"/>
                <a:gd name="connsiteY148" fmla="*/ 354097 h 1454091"/>
                <a:gd name="connsiteX149" fmla="*/ 363932 w 4719650"/>
                <a:gd name="connsiteY149" fmla="*/ 354097 h 1454091"/>
                <a:gd name="connsiteX150" fmla="*/ 367211 w 4719650"/>
                <a:gd name="connsiteY150" fmla="*/ 357375 h 1454091"/>
                <a:gd name="connsiteX151" fmla="*/ 367211 w 4719650"/>
                <a:gd name="connsiteY151" fmla="*/ 362293 h 1454091"/>
                <a:gd name="connsiteX152" fmla="*/ 370490 w 4719650"/>
                <a:gd name="connsiteY152" fmla="*/ 365572 h 1454091"/>
                <a:gd name="connsiteX153" fmla="*/ 372129 w 4719650"/>
                <a:gd name="connsiteY153" fmla="*/ 368851 h 1454091"/>
                <a:gd name="connsiteX154" fmla="*/ 372129 w 4719650"/>
                <a:gd name="connsiteY154" fmla="*/ 372129 h 1454091"/>
                <a:gd name="connsiteX155" fmla="*/ 375408 w 4719650"/>
                <a:gd name="connsiteY155" fmla="*/ 373769 h 1454091"/>
                <a:gd name="connsiteX156" fmla="*/ 380326 w 4719650"/>
                <a:gd name="connsiteY156" fmla="*/ 373769 h 1454091"/>
                <a:gd name="connsiteX157" fmla="*/ 381965 w 4719650"/>
                <a:gd name="connsiteY157" fmla="*/ 378687 h 1454091"/>
                <a:gd name="connsiteX158" fmla="*/ 380326 w 4719650"/>
                <a:gd name="connsiteY158" fmla="*/ 381965 h 1454091"/>
                <a:gd name="connsiteX159" fmla="*/ 380326 w 4719650"/>
                <a:gd name="connsiteY159" fmla="*/ 381965 h 1454091"/>
                <a:gd name="connsiteX160" fmla="*/ 380326 w 4719650"/>
                <a:gd name="connsiteY160" fmla="*/ 383605 h 1454091"/>
                <a:gd name="connsiteX161" fmla="*/ 380326 w 4719650"/>
                <a:gd name="connsiteY161" fmla="*/ 388523 h 1454091"/>
                <a:gd name="connsiteX162" fmla="*/ 375408 w 4719650"/>
                <a:gd name="connsiteY162" fmla="*/ 391802 h 1454091"/>
                <a:gd name="connsiteX163" fmla="*/ 372129 w 4719650"/>
                <a:gd name="connsiteY163" fmla="*/ 395080 h 1454091"/>
                <a:gd name="connsiteX164" fmla="*/ 368851 w 4719650"/>
                <a:gd name="connsiteY164" fmla="*/ 398359 h 1454091"/>
                <a:gd name="connsiteX165" fmla="*/ 365572 w 4719650"/>
                <a:gd name="connsiteY165" fmla="*/ 401637 h 1454091"/>
                <a:gd name="connsiteX166" fmla="*/ 360654 w 4719650"/>
                <a:gd name="connsiteY166" fmla="*/ 404916 h 1454091"/>
                <a:gd name="connsiteX167" fmla="*/ 357375 w 4719650"/>
                <a:gd name="connsiteY167" fmla="*/ 404916 h 1454091"/>
                <a:gd name="connsiteX168" fmla="*/ 354097 w 4719650"/>
                <a:gd name="connsiteY168" fmla="*/ 408195 h 1454091"/>
                <a:gd name="connsiteX169" fmla="*/ 349179 w 4719650"/>
                <a:gd name="connsiteY169" fmla="*/ 409834 h 1454091"/>
                <a:gd name="connsiteX170" fmla="*/ 347539 w 4719650"/>
                <a:gd name="connsiteY170" fmla="*/ 409834 h 1454091"/>
                <a:gd name="connsiteX171" fmla="*/ 344261 w 4719650"/>
                <a:gd name="connsiteY171" fmla="*/ 411473 h 1454091"/>
                <a:gd name="connsiteX172" fmla="*/ 339342 w 4719650"/>
                <a:gd name="connsiteY172" fmla="*/ 413113 h 1454091"/>
                <a:gd name="connsiteX173" fmla="*/ 336064 w 4719650"/>
                <a:gd name="connsiteY173" fmla="*/ 413113 h 1454091"/>
                <a:gd name="connsiteX174" fmla="*/ 332785 w 4719650"/>
                <a:gd name="connsiteY174" fmla="*/ 414752 h 1454091"/>
                <a:gd name="connsiteX175" fmla="*/ 329507 w 4719650"/>
                <a:gd name="connsiteY175" fmla="*/ 416392 h 1454091"/>
                <a:gd name="connsiteX176" fmla="*/ 324588 w 4719650"/>
                <a:gd name="connsiteY176" fmla="*/ 416392 h 1454091"/>
                <a:gd name="connsiteX177" fmla="*/ 321310 w 4719650"/>
                <a:gd name="connsiteY177" fmla="*/ 416392 h 1454091"/>
                <a:gd name="connsiteX178" fmla="*/ 318031 w 4719650"/>
                <a:gd name="connsiteY178" fmla="*/ 418031 h 1454091"/>
                <a:gd name="connsiteX179" fmla="*/ 313113 w 4719650"/>
                <a:gd name="connsiteY179" fmla="*/ 418031 h 1454091"/>
                <a:gd name="connsiteX180" fmla="*/ 309835 w 4719650"/>
                <a:gd name="connsiteY180" fmla="*/ 418031 h 1454091"/>
                <a:gd name="connsiteX181" fmla="*/ 306556 w 4719650"/>
                <a:gd name="connsiteY181" fmla="*/ 418031 h 1454091"/>
                <a:gd name="connsiteX182" fmla="*/ 303277 w 4719650"/>
                <a:gd name="connsiteY182" fmla="*/ 418031 h 1454091"/>
                <a:gd name="connsiteX183" fmla="*/ 298359 w 4719650"/>
                <a:gd name="connsiteY183" fmla="*/ 418031 h 1454091"/>
                <a:gd name="connsiteX184" fmla="*/ 295081 w 4719650"/>
                <a:gd name="connsiteY184" fmla="*/ 416392 h 1454091"/>
                <a:gd name="connsiteX185" fmla="*/ 290162 w 4719650"/>
                <a:gd name="connsiteY185" fmla="*/ 416392 h 1454091"/>
                <a:gd name="connsiteX186" fmla="*/ 286884 w 4719650"/>
                <a:gd name="connsiteY186" fmla="*/ 416392 h 1454091"/>
                <a:gd name="connsiteX187" fmla="*/ 283605 w 4719650"/>
                <a:gd name="connsiteY187" fmla="*/ 416392 h 1454091"/>
                <a:gd name="connsiteX188" fmla="*/ 280327 w 4719650"/>
                <a:gd name="connsiteY188" fmla="*/ 414752 h 1454091"/>
                <a:gd name="connsiteX189" fmla="*/ 275408 w 4719650"/>
                <a:gd name="connsiteY189" fmla="*/ 413113 h 1454091"/>
                <a:gd name="connsiteX190" fmla="*/ 272130 w 4719650"/>
                <a:gd name="connsiteY190" fmla="*/ 411473 h 1454091"/>
                <a:gd name="connsiteX191" fmla="*/ 267212 w 4719650"/>
                <a:gd name="connsiteY191" fmla="*/ 411473 h 1454091"/>
                <a:gd name="connsiteX192" fmla="*/ 263933 w 4719650"/>
                <a:gd name="connsiteY192" fmla="*/ 409834 h 1454091"/>
                <a:gd name="connsiteX193" fmla="*/ 260654 w 4719650"/>
                <a:gd name="connsiteY193" fmla="*/ 409834 h 1454091"/>
                <a:gd name="connsiteX194" fmla="*/ 257376 w 4719650"/>
                <a:gd name="connsiteY194" fmla="*/ 409834 h 1454091"/>
                <a:gd name="connsiteX195" fmla="*/ 254097 w 4719650"/>
                <a:gd name="connsiteY195" fmla="*/ 408195 h 1454091"/>
                <a:gd name="connsiteX196" fmla="*/ 250818 w 4719650"/>
                <a:gd name="connsiteY196" fmla="*/ 408195 h 1454091"/>
                <a:gd name="connsiteX197" fmla="*/ 245901 w 4719650"/>
                <a:gd name="connsiteY197" fmla="*/ 408195 h 1454091"/>
                <a:gd name="connsiteX198" fmla="*/ 242622 w 4719650"/>
                <a:gd name="connsiteY198" fmla="*/ 408195 h 1454091"/>
                <a:gd name="connsiteX199" fmla="*/ 239343 w 4719650"/>
                <a:gd name="connsiteY199" fmla="*/ 408195 h 1454091"/>
                <a:gd name="connsiteX200" fmla="*/ 234425 w 4719650"/>
                <a:gd name="connsiteY200" fmla="*/ 406555 h 1454091"/>
                <a:gd name="connsiteX201" fmla="*/ 231147 w 4719650"/>
                <a:gd name="connsiteY201" fmla="*/ 406555 h 1454091"/>
                <a:gd name="connsiteX202" fmla="*/ 227868 w 4719650"/>
                <a:gd name="connsiteY202" fmla="*/ 406555 h 1454091"/>
                <a:gd name="connsiteX203" fmla="*/ 222950 w 4719650"/>
                <a:gd name="connsiteY203" fmla="*/ 404916 h 1454091"/>
                <a:gd name="connsiteX204" fmla="*/ 219671 w 4719650"/>
                <a:gd name="connsiteY204" fmla="*/ 404916 h 1454091"/>
                <a:gd name="connsiteX205" fmla="*/ 214753 w 4719650"/>
                <a:gd name="connsiteY205" fmla="*/ 404916 h 1454091"/>
                <a:gd name="connsiteX206" fmla="*/ 211474 w 4719650"/>
                <a:gd name="connsiteY206" fmla="*/ 401637 h 1454091"/>
                <a:gd name="connsiteX207" fmla="*/ 206557 w 4719650"/>
                <a:gd name="connsiteY207" fmla="*/ 401637 h 1454091"/>
                <a:gd name="connsiteX208" fmla="*/ 203278 w 4719650"/>
                <a:gd name="connsiteY208" fmla="*/ 398359 h 1454091"/>
                <a:gd name="connsiteX209" fmla="*/ 203278 w 4719650"/>
                <a:gd name="connsiteY209" fmla="*/ 398359 h 1454091"/>
                <a:gd name="connsiteX210" fmla="*/ 198360 w 4719650"/>
                <a:gd name="connsiteY210" fmla="*/ 396719 h 1454091"/>
                <a:gd name="connsiteX211" fmla="*/ 195081 w 4719650"/>
                <a:gd name="connsiteY211" fmla="*/ 398359 h 1454091"/>
                <a:gd name="connsiteX212" fmla="*/ 190163 w 4719650"/>
                <a:gd name="connsiteY212" fmla="*/ 399998 h 1454091"/>
                <a:gd name="connsiteX213" fmla="*/ 186884 w 4719650"/>
                <a:gd name="connsiteY213" fmla="*/ 399998 h 1454091"/>
                <a:gd name="connsiteX214" fmla="*/ 186884 w 4719650"/>
                <a:gd name="connsiteY214" fmla="*/ 395080 h 1454091"/>
                <a:gd name="connsiteX215" fmla="*/ 183605 w 4719650"/>
                <a:gd name="connsiteY215" fmla="*/ 395080 h 1454091"/>
                <a:gd name="connsiteX216" fmla="*/ 180327 w 4719650"/>
                <a:gd name="connsiteY216" fmla="*/ 395080 h 1454091"/>
                <a:gd name="connsiteX217" fmla="*/ 175409 w 4719650"/>
                <a:gd name="connsiteY217" fmla="*/ 395080 h 1454091"/>
                <a:gd name="connsiteX218" fmla="*/ 177048 w 4719650"/>
                <a:gd name="connsiteY218" fmla="*/ 390162 h 1454091"/>
                <a:gd name="connsiteX219" fmla="*/ 173770 w 4719650"/>
                <a:gd name="connsiteY219" fmla="*/ 393441 h 1454091"/>
                <a:gd name="connsiteX220" fmla="*/ 168851 w 4719650"/>
                <a:gd name="connsiteY220" fmla="*/ 393441 h 1454091"/>
                <a:gd name="connsiteX221" fmla="*/ 165573 w 4719650"/>
                <a:gd name="connsiteY221" fmla="*/ 390162 h 1454091"/>
                <a:gd name="connsiteX222" fmla="*/ 162294 w 4719650"/>
                <a:gd name="connsiteY222" fmla="*/ 391802 h 1454091"/>
                <a:gd name="connsiteX223" fmla="*/ 157376 w 4719650"/>
                <a:gd name="connsiteY223" fmla="*/ 391802 h 1454091"/>
                <a:gd name="connsiteX224" fmla="*/ 154098 w 4719650"/>
                <a:gd name="connsiteY224" fmla="*/ 391802 h 1454091"/>
                <a:gd name="connsiteX225" fmla="*/ 150819 w 4719650"/>
                <a:gd name="connsiteY225" fmla="*/ 390162 h 1454091"/>
                <a:gd name="connsiteX226" fmla="*/ 145901 w 4719650"/>
                <a:gd name="connsiteY226" fmla="*/ 386883 h 1454091"/>
                <a:gd name="connsiteX227" fmla="*/ 142622 w 4719650"/>
                <a:gd name="connsiteY227" fmla="*/ 385244 h 1454091"/>
                <a:gd name="connsiteX228" fmla="*/ 139344 w 4719650"/>
                <a:gd name="connsiteY228" fmla="*/ 383605 h 1454091"/>
                <a:gd name="connsiteX229" fmla="*/ 136065 w 4719650"/>
                <a:gd name="connsiteY229" fmla="*/ 380326 h 1454091"/>
                <a:gd name="connsiteX230" fmla="*/ 140983 w 4719650"/>
                <a:gd name="connsiteY230" fmla="*/ 378687 h 1454091"/>
                <a:gd name="connsiteX231" fmla="*/ 136065 w 4719650"/>
                <a:gd name="connsiteY231" fmla="*/ 378687 h 1454091"/>
                <a:gd name="connsiteX232" fmla="*/ 132786 w 4719650"/>
                <a:gd name="connsiteY232" fmla="*/ 377047 h 1454091"/>
                <a:gd name="connsiteX233" fmla="*/ 129508 w 4719650"/>
                <a:gd name="connsiteY233" fmla="*/ 377047 h 1454091"/>
                <a:gd name="connsiteX234" fmla="*/ 124590 w 4719650"/>
                <a:gd name="connsiteY234" fmla="*/ 377047 h 1454091"/>
                <a:gd name="connsiteX235" fmla="*/ 122950 w 4719650"/>
                <a:gd name="connsiteY235" fmla="*/ 375408 h 1454091"/>
                <a:gd name="connsiteX236" fmla="*/ 118032 w 4719650"/>
                <a:gd name="connsiteY236" fmla="*/ 377047 h 1454091"/>
                <a:gd name="connsiteX237" fmla="*/ 116393 w 4719650"/>
                <a:gd name="connsiteY237" fmla="*/ 377047 h 1454091"/>
                <a:gd name="connsiteX238" fmla="*/ 116393 w 4719650"/>
                <a:gd name="connsiteY238" fmla="*/ 377047 h 1454091"/>
                <a:gd name="connsiteX239" fmla="*/ 113114 w 4719650"/>
                <a:gd name="connsiteY239" fmla="*/ 377047 h 1454091"/>
                <a:gd name="connsiteX240" fmla="*/ 108196 w 4719650"/>
                <a:gd name="connsiteY240" fmla="*/ 377047 h 1454091"/>
                <a:gd name="connsiteX241" fmla="*/ 113114 w 4719650"/>
                <a:gd name="connsiteY241" fmla="*/ 377047 h 1454091"/>
                <a:gd name="connsiteX242" fmla="*/ 116393 w 4719650"/>
                <a:gd name="connsiteY242" fmla="*/ 377047 h 1454091"/>
                <a:gd name="connsiteX243" fmla="*/ 118032 w 4719650"/>
                <a:gd name="connsiteY243" fmla="*/ 377047 h 1454091"/>
                <a:gd name="connsiteX244" fmla="*/ 122950 w 4719650"/>
                <a:gd name="connsiteY244" fmla="*/ 380326 h 1454091"/>
                <a:gd name="connsiteX245" fmla="*/ 126229 w 4719650"/>
                <a:gd name="connsiteY245" fmla="*/ 380326 h 1454091"/>
                <a:gd name="connsiteX246" fmla="*/ 129508 w 4719650"/>
                <a:gd name="connsiteY246" fmla="*/ 381965 h 1454091"/>
                <a:gd name="connsiteX247" fmla="*/ 126229 w 4719650"/>
                <a:gd name="connsiteY247" fmla="*/ 386883 h 1454091"/>
                <a:gd name="connsiteX248" fmla="*/ 129508 w 4719650"/>
                <a:gd name="connsiteY248" fmla="*/ 386883 h 1454091"/>
                <a:gd name="connsiteX249" fmla="*/ 134425 w 4719650"/>
                <a:gd name="connsiteY249" fmla="*/ 388523 h 1454091"/>
                <a:gd name="connsiteX250" fmla="*/ 137704 w 4719650"/>
                <a:gd name="connsiteY250" fmla="*/ 390162 h 1454091"/>
                <a:gd name="connsiteX251" fmla="*/ 140983 w 4719650"/>
                <a:gd name="connsiteY251" fmla="*/ 391802 h 1454091"/>
                <a:gd name="connsiteX252" fmla="*/ 137704 w 4719650"/>
                <a:gd name="connsiteY252" fmla="*/ 391802 h 1454091"/>
                <a:gd name="connsiteX253" fmla="*/ 140983 w 4719650"/>
                <a:gd name="connsiteY253" fmla="*/ 393441 h 1454091"/>
                <a:gd name="connsiteX254" fmla="*/ 144261 w 4719650"/>
                <a:gd name="connsiteY254" fmla="*/ 393441 h 1454091"/>
                <a:gd name="connsiteX255" fmla="*/ 149180 w 4719650"/>
                <a:gd name="connsiteY255" fmla="*/ 393441 h 1454091"/>
                <a:gd name="connsiteX256" fmla="*/ 152458 w 4719650"/>
                <a:gd name="connsiteY256" fmla="*/ 396719 h 1454091"/>
                <a:gd name="connsiteX257" fmla="*/ 149180 w 4719650"/>
                <a:gd name="connsiteY257" fmla="*/ 395080 h 1454091"/>
                <a:gd name="connsiteX258" fmla="*/ 145901 w 4719650"/>
                <a:gd name="connsiteY258" fmla="*/ 398359 h 1454091"/>
                <a:gd name="connsiteX259" fmla="*/ 140983 w 4719650"/>
                <a:gd name="connsiteY259" fmla="*/ 398359 h 1454091"/>
                <a:gd name="connsiteX260" fmla="*/ 142622 w 4719650"/>
                <a:gd name="connsiteY260" fmla="*/ 398359 h 1454091"/>
                <a:gd name="connsiteX261" fmla="*/ 147540 w 4719650"/>
                <a:gd name="connsiteY261" fmla="*/ 398359 h 1454091"/>
                <a:gd name="connsiteX262" fmla="*/ 150819 w 4719650"/>
                <a:gd name="connsiteY262" fmla="*/ 398359 h 1454091"/>
                <a:gd name="connsiteX263" fmla="*/ 154098 w 4719650"/>
                <a:gd name="connsiteY263" fmla="*/ 396719 h 1454091"/>
                <a:gd name="connsiteX264" fmla="*/ 159015 w 4719650"/>
                <a:gd name="connsiteY264" fmla="*/ 399998 h 1454091"/>
                <a:gd name="connsiteX265" fmla="*/ 155737 w 4719650"/>
                <a:gd name="connsiteY265" fmla="*/ 398359 h 1454091"/>
                <a:gd name="connsiteX266" fmla="*/ 150819 w 4719650"/>
                <a:gd name="connsiteY266" fmla="*/ 398359 h 1454091"/>
                <a:gd name="connsiteX267" fmla="*/ 149180 w 4719650"/>
                <a:gd name="connsiteY267" fmla="*/ 398359 h 1454091"/>
                <a:gd name="connsiteX268" fmla="*/ 144261 w 4719650"/>
                <a:gd name="connsiteY268" fmla="*/ 399998 h 1454091"/>
                <a:gd name="connsiteX269" fmla="*/ 149180 w 4719650"/>
                <a:gd name="connsiteY269" fmla="*/ 401637 h 1454091"/>
                <a:gd name="connsiteX270" fmla="*/ 152458 w 4719650"/>
                <a:gd name="connsiteY270" fmla="*/ 399998 h 1454091"/>
                <a:gd name="connsiteX271" fmla="*/ 155737 w 4719650"/>
                <a:gd name="connsiteY271" fmla="*/ 401637 h 1454091"/>
                <a:gd name="connsiteX272" fmla="*/ 160655 w 4719650"/>
                <a:gd name="connsiteY272" fmla="*/ 401637 h 1454091"/>
                <a:gd name="connsiteX273" fmla="*/ 163934 w 4719650"/>
                <a:gd name="connsiteY273" fmla="*/ 401637 h 1454091"/>
                <a:gd name="connsiteX274" fmla="*/ 163934 w 4719650"/>
                <a:gd name="connsiteY274" fmla="*/ 404916 h 1454091"/>
                <a:gd name="connsiteX275" fmla="*/ 163934 w 4719650"/>
                <a:gd name="connsiteY275" fmla="*/ 406555 h 1454091"/>
                <a:gd name="connsiteX276" fmla="*/ 160655 w 4719650"/>
                <a:gd name="connsiteY276" fmla="*/ 406555 h 1454091"/>
                <a:gd name="connsiteX277" fmla="*/ 155737 w 4719650"/>
                <a:gd name="connsiteY277" fmla="*/ 408195 h 1454091"/>
                <a:gd name="connsiteX278" fmla="*/ 159015 w 4719650"/>
                <a:gd name="connsiteY278" fmla="*/ 408195 h 1454091"/>
                <a:gd name="connsiteX279" fmla="*/ 163934 w 4719650"/>
                <a:gd name="connsiteY279" fmla="*/ 408195 h 1454091"/>
                <a:gd name="connsiteX280" fmla="*/ 167212 w 4719650"/>
                <a:gd name="connsiteY280" fmla="*/ 408195 h 1454091"/>
                <a:gd name="connsiteX281" fmla="*/ 172130 w 4719650"/>
                <a:gd name="connsiteY281" fmla="*/ 409834 h 1454091"/>
                <a:gd name="connsiteX282" fmla="*/ 175409 w 4719650"/>
                <a:gd name="connsiteY282" fmla="*/ 411473 h 1454091"/>
                <a:gd name="connsiteX283" fmla="*/ 178688 w 4719650"/>
                <a:gd name="connsiteY283" fmla="*/ 409834 h 1454091"/>
                <a:gd name="connsiteX284" fmla="*/ 183605 w 4719650"/>
                <a:gd name="connsiteY284" fmla="*/ 413113 h 1454091"/>
                <a:gd name="connsiteX285" fmla="*/ 186884 w 4719650"/>
                <a:gd name="connsiteY285" fmla="*/ 414752 h 1454091"/>
                <a:gd name="connsiteX286" fmla="*/ 190163 w 4719650"/>
                <a:gd name="connsiteY286" fmla="*/ 416392 h 1454091"/>
                <a:gd name="connsiteX287" fmla="*/ 195081 w 4719650"/>
                <a:gd name="connsiteY287" fmla="*/ 418031 h 1454091"/>
                <a:gd name="connsiteX288" fmla="*/ 198360 w 4719650"/>
                <a:gd name="connsiteY288" fmla="*/ 419670 h 1454091"/>
                <a:gd name="connsiteX289" fmla="*/ 199999 w 4719650"/>
                <a:gd name="connsiteY289" fmla="*/ 424588 h 1454091"/>
                <a:gd name="connsiteX290" fmla="*/ 203278 w 4719650"/>
                <a:gd name="connsiteY290" fmla="*/ 424588 h 1454091"/>
                <a:gd name="connsiteX291" fmla="*/ 206557 w 4719650"/>
                <a:gd name="connsiteY291" fmla="*/ 427867 h 1454091"/>
                <a:gd name="connsiteX292" fmla="*/ 206557 w 4719650"/>
                <a:gd name="connsiteY292" fmla="*/ 431145 h 1454091"/>
                <a:gd name="connsiteX293" fmla="*/ 203278 w 4719650"/>
                <a:gd name="connsiteY293" fmla="*/ 431145 h 1454091"/>
                <a:gd name="connsiteX294" fmla="*/ 203278 w 4719650"/>
                <a:gd name="connsiteY294" fmla="*/ 434424 h 1454091"/>
                <a:gd name="connsiteX295" fmla="*/ 203278 w 4719650"/>
                <a:gd name="connsiteY295" fmla="*/ 439342 h 1454091"/>
                <a:gd name="connsiteX296" fmla="*/ 198360 w 4719650"/>
                <a:gd name="connsiteY296" fmla="*/ 440982 h 1454091"/>
                <a:gd name="connsiteX297" fmla="*/ 195081 w 4719650"/>
                <a:gd name="connsiteY297" fmla="*/ 444260 h 1454091"/>
                <a:gd name="connsiteX298" fmla="*/ 198360 w 4719650"/>
                <a:gd name="connsiteY298" fmla="*/ 447539 h 1454091"/>
                <a:gd name="connsiteX299" fmla="*/ 201638 w 4719650"/>
                <a:gd name="connsiteY299" fmla="*/ 449178 h 1454091"/>
                <a:gd name="connsiteX300" fmla="*/ 203278 w 4719650"/>
                <a:gd name="connsiteY300" fmla="*/ 452457 h 1454091"/>
                <a:gd name="connsiteX301" fmla="*/ 208195 w 4719650"/>
                <a:gd name="connsiteY301" fmla="*/ 454096 h 1454091"/>
                <a:gd name="connsiteX302" fmla="*/ 208195 w 4719650"/>
                <a:gd name="connsiteY302" fmla="*/ 459014 h 1454091"/>
                <a:gd name="connsiteX303" fmla="*/ 206557 w 4719650"/>
                <a:gd name="connsiteY303" fmla="*/ 459014 h 1454091"/>
                <a:gd name="connsiteX304" fmla="*/ 208195 w 4719650"/>
                <a:gd name="connsiteY304" fmla="*/ 460654 h 1454091"/>
                <a:gd name="connsiteX305" fmla="*/ 213114 w 4719650"/>
                <a:gd name="connsiteY305" fmla="*/ 463932 h 1454091"/>
                <a:gd name="connsiteX306" fmla="*/ 213114 w 4719650"/>
                <a:gd name="connsiteY306" fmla="*/ 467211 h 1454091"/>
                <a:gd name="connsiteX307" fmla="*/ 216392 w 4719650"/>
                <a:gd name="connsiteY307" fmla="*/ 467211 h 1454091"/>
                <a:gd name="connsiteX308" fmla="*/ 216392 w 4719650"/>
                <a:gd name="connsiteY308" fmla="*/ 468850 h 1454091"/>
                <a:gd name="connsiteX309" fmla="*/ 216392 w 4719650"/>
                <a:gd name="connsiteY309" fmla="*/ 468850 h 1454091"/>
                <a:gd name="connsiteX310" fmla="*/ 213114 w 4719650"/>
                <a:gd name="connsiteY310" fmla="*/ 470490 h 1454091"/>
                <a:gd name="connsiteX311" fmla="*/ 216392 w 4719650"/>
                <a:gd name="connsiteY311" fmla="*/ 473768 h 1454091"/>
                <a:gd name="connsiteX312" fmla="*/ 213114 w 4719650"/>
                <a:gd name="connsiteY312" fmla="*/ 477047 h 1454091"/>
                <a:gd name="connsiteX313" fmla="*/ 214753 w 4719650"/>
                <a:gd name="connsiteY313" fmla="*/ 477047 h 1454091"/>
                <a:gd name="connsiteX314" fmla="*/ 216392 w 4719650"/>
                <a:gd name="connsiteY314" fmla="*/ 477047 h 1454091"/>
                <a:gd name="connsiteX315" fmla="*/ 219671 w 4719650"/>
                <a:gd name="connsiteY315" fmla="*/ 480326 h 1454091"/>
                <a:gd name="connsiteX316" fmla="*/ 222950 w 4719650"/>
                <a:gd name="connsiteY316" fmla="*/ 481965 h 1454091"/>
                <a:gd name="connsiteX317" fmla="*/ 226228 w 4719650"/>
                <a:gd name="connsiteY317" fmla="*/ 483604 h 1454091"/>
                <a:gd name="connsiteX318" fmla="*/ 231147 w 4719650"/>
                <a:gd name="connsiteY318" fmla="*/ 485244 h 1454091"/>
                <a:gd name="connsiteX319" fmla="*/ 234425 w 4719650"/>
                <a:gd name="connsiteY319" fmla="*/ 483604 h 1454091"/>
                <a:gd name="connsiteX320" fmla="*/ 239343 w 4719650"/>
                <a:gd name="connsiteY320" fmla="*/ 481965 h 1454091"/>
                <a:gd name="connsiteX321" fmla="*/ 242622 w 4719650"/>
                <a:gd name="connsiteY321" fmla="*/ 483604 h 1454091"/>
                <a:gd name="connsiteX322" fmla="*/ 245901 w 4719650"/>
                <a:gd name="connsiteY322" fmla="*/ 486883 h 1454091"/>
                <a:gd name="connsiteX323" fmla="*/ 250818 w 4719650"/>
                <a:gd name="connsiteY323" fmla="*/ 490162 h 1454091"/>
                <a:gd name="connsiteX324" fmla="*/ 254097 w 4719650"/>
                <a:gd name="connsiteY324" fmla="*/ 488522 h 1454091"/>
                <a:gd name="connsiteX325" fmla="*/ 257376 w 4719650"/>
                <a:gd name="connsiteY325" fmla="*/ 491801 h 1454091"/>
                <a:gd name="connsiteX326" fmla="*/ 260654 w 4719650"/>
                <a:gd name="connsiteY326" fmla="*/ 495080 h 1454091"/>
                <a:gd name="connsiteX327" fmla="*/ 263933 w 4719650"/>
                <a:gd name="connsiteY327" fmla="*/ 498358 h 1454091"/>
                <a:gd name="connsiteX328" fmla="*/ 268851 w 4719650"/>
                <a:gd name="connsiteY328" fmla="*/ 498358 h 1454091"/>
                <a:gd name="connsiteX329" fmla="*/ 272130 w 4719650"/>
                <a:gd name="connsiteY329" fmla="*/ 499998 h 1454091"/>
                <a:gd name="connsiteX330" fmla="*/ 275408 w 4719650"/>
                <a:gd name="connsiteY330" fmla="*/ 499998 h 1454091"/>
                <a:gd name="connsiteX331" fmla="*/ 280327 w 4719650"/>
                <a:gd name="connsiteY331" fmla="*/ 501637 h 1454091"/>
                <a:gd name="connsiteX332" fmla="*/ 283605 w 4719650"/>
                <a:gd name="connsiteY332" fmla="*/ 501637 h 1454091"/>
                <a:gd name="connsiteX333" fmla="*/ 286884 w 4719650"/>
                <a:gd name="connsiteY333" fmla="*/ 501637 h 1454091"/>
                <a:gd name="connsiteX334" fmla="*/ 290162 w 4719650"/>
                <a:gd name="connsiteY334" fmla="*/ 503276 h 1454091"/>
                <a:gd name="connsiteX335" fmla="*/ 295081 w 4719650"/>
                <a:gd name="connsiteY335" fmla="*/ 504916 h 1454091"/>
                <a:gd name="connsiteX336" fmla="*/ 298359 w 4719650"/>
                <a:gd name="connsiteY336" fmla="*/ 504916 h 1454091"/>
                <a:gd name="connsiteX337" fmla="*/ 301638 w 4719650"/>
                <a:gd name="connsiteY337" fmla="*/ 501637 h 1454091"/>
                <a:gd name="connsiteX338" fmla="*/ 304917 w 4719650"/>
                <a:gd name="connsiteY338" fmla="*/ 501637 h 1454091"/>
                <a:gd name="connsiteX339" fmla="*/ 309835 w 4719650"/>
                <a:gd name="connsiteY339" fmla="*/ 501637 h 1454091"/>
                <a:gd name="connsiteX340" fmla="*/ 311474 w 4719650"/>
                <a:gd name="connsiteY340" fmla="*/ 499998 h 1454091"/>
                <a:gd name="connsiteX341" fmla="*/ 313113 w 4719650"/>
                <a:gd name="connsiteY341" fmla="*/ 496719 h 1454091"/>
                <a:gd name="connsiteX342" fmla="*/ 311474 w 4719650"/>
                <a:gd name="connsiteY342" fmla="*/ 491801 h 1454091"/>
                <a:gd name="connsiteX343" fmla="*/ 308195 w 4719650"/>
                <a:gd name="connsiteY343" fmla="*/ 490162 h 1454091"/>
                <a:gd name="connsiteX344" fmla="*/ 309835 w 4719650"/>
                <a:gd name="connsiteY344" fmla="*/ 486883 h 1454091"/>
                <a:gd name="connsiteX345" fmla="*/ 306556 w 4719650"/>
                <a:gd name="connsiteY345" fmla="*/ 485244 h 1454091"/>
                <a:gd name="connsiteX346" fmla="*/ 301638 w 4719650"/>
                <a:gd name="connsiteY346" fmla="*/ 481965 h 1454091"/>
                <a:gd name="connsiteX347" fmla="*/ 298359 w 4719650"/>
                <a:gd name="connsiteY347" fmla="*/ 481965 h 1454091"/>
                <a:gd name="connsiteX348" fmla="*/ 295081 w 4719650"/>
                <a:gd name="connsiteY348" fmla="*/ 483604 h 1454091"/>
                <a:gd name="connsiteX349" fmla="*/ 290162 w 4719650"/>
                <a:gd name="connsiteY349" fmla="*/ 483604 h 1454091"/>
                <a:gd name="connsiteX350" fmla="*/ 286884 w 4719650"/>
                <a:gd name="connsiteY350" fmla="*/ 483604 h 1454091"/>
                <a:gd name="connsiteX351" fmla="*/ 283605 w 4719650"/>
                <a:gd name="connsiteY351" fmla="*/ 481965 h 1454091"/>
                <a:gd name="connsiteX352" fmla="*/ 280327 w 4719650"/>
                <a:gd name="connsiteY352" fmla="*/ 478686 h 1454091"/>
                <a:gd name="connsiteX353" fmla="*/ 275408 w 4719650"/>
                <a:gd name="connsiteY353" fmla="*/ 477047 h 1454091"/>
                <a:gd name="connsiteX354" fmla="*/ 272130 w 4719650"/>
                <a:gd name="connsiteY354" fmla="*/ 473768 h 1454091"/>
                <a:gd name="connsiteX355" fmla="*/ 268851 w 4719650"/>
                <a:gd name="connsiteY355" fmla="*/ 470490 h 1454091"/>
                <a:gd name="connsiteX356" fmla="*/ 263933 w 4719650"/>
                <a:gd name="connsiteY356" fmla="*/ 468850 h 1454091"/>
                <a:gd name="connsiteX357" fmla="*/ 260654 w 4719650"/>
                <a:gd name="connsiteY357" fmla="*/ 465572 h 1454091"/>
                <a:gd name="connsiteX358" fmla="*/ 257376 w 4719650"/>
                <a:gd name="connsiteY358" fmla="*/ 462293 h 1454091"/>
                <a:gd name="connsiteX359" fmla="*/ 260654 w 4719650"/>
                <a:gd name="connsiteY359" fmla="*/ 462293 h 1454091"/>
                <a:gd name="connsiteX360" fmla="*/ 265572 w 4719650"/>
                <a:gd name="connsiteY360" fmla="*/ 460654 h 1454091"/>
                <a:gd name="connsiteX361" fmla="*/ 268851 w 4719650"/>
                <a:gd name="connsiteY361" fmla="*/ 459014 h 1454091"/>
                <a:gd name="connsiteX362" fmla="*/ 268851 w 4719650"/>
                <a:gd name="connsiteY362" fmla="*/ 454096 h 1454091"/>
                <a:gd name="connsiteX363" fmla="*/ 270491 w 4719650"/>
                <a:gd name="connsiteY363" fmla="*/ 450818 h 1454091"/>
                <a:gd name="connsiteX364" fmla="*/ 275408 w 4719650"/>
                <a:gd name="connsiteY364" fmla="*/ 450818 h 1454091"/>
                <a:gd name="connsiteX365" fmla="*/ 278687 w 4719650"/>
                <a:gd name="connsiteY365" fmla="*/ 452457 h 1454091"/>
                <a:gd name="connsiteX366" fmla="*/ 283605 w 4719650"/>
                <a:gd name="connsiteY366" fmla="*/ 452457 h 1454091"/>
                <a:gd name="connsiteX367" fmla="*/ 286884 w 4719650"/>
                <a:gd name="connsiteY367" fmla="*/ 454096 h 1454091"/>
                <a:gd name="connsiteX368" fmla="*/ 290162 w 4719650"/>
                <a:gd name="connsiteY368" fmla="*/ 455736 h 1454091"/>
                <a:gd name="connsiteX369" fmla="*/ 293441 w 4719650"/>
                <a:gd name="connsiteY369" fmla="*/ 457375 h 1454091"/>
                <a:gd name="connsiteX370" fmla="*/ 295081 w 4719650"/>
                <a:gd name="connsiteY370" fmla="*/ 459014 h 1454091"/>
                <a:gd name="connsiteX371" fmla="*/ 299998 w 4719650"/>
                <a:gd name="connsiteY371" fmla="*/ 462293 h 1454091"/>
                <a:gd name="connsiteX372" fmla="*/ 303277 w 4719650"/>
                <a:gd name="connsiteY372" fmla="*/ 463932 h 1454091"/>
                <a:gd name="connsiteX373" fmla="*/ 306556 w 4719650"/>
                <a:gd name="connsiteY373" fmla="*/ 463932 h 1454091"/>
                <a:gd name="connsiteX374" fmla="*/ 311474 w 4719650"/>
                <a:gd name="connsiteY374" fmla="*/ 465572 h 1454091"/>
                <a:gd name="connsiteX375" fmla="*/ 314752 w 4719650"/>
                <a:gd name="connsiteY375" fmla="*/ 463932 h 1454091"/>
                <a:gd name="connsiteX376" fmla="*/ 311474 w 4719650"/>
                <a:gd name="connsiteY376" fmla="*/ 467211 h 1454091"/>
                <a:gd name="connsiteX377" fmla="*/ 306556 w 4719650"/>
                <a:gd name="connsiteY377" fmla="*/ 467211 h 1454091"/>
                <a:gd name="connsiteX378" fmla="*/ 309835 w 4719650"/>
                <a:gd name="connsiteY378" fmla="*/ 472129 h 1454091"/>
                <a:gd name="connsiteX379" fmla="*/ 313113 w 4719650"/>
                <a:gd name="connsiteY379" fmla="*/ 468850 h 1454091"/>
                <a:gd name="connsiteX380" fmla="*/ 316392 w 4719650"/>
                <a:gd name="connsiteY380" fmla="*/ 468850 h 1454091"/>
                <a:gd name="connsiteX381" fmla="*/ 321310 w 4719650"/>
                <a:gd name="connsiteY381" fmla="*/ 467211 h 1454091"/>
                <a:gd name="connsiteX382" fmla="*/ 326228 w 4719650"/>
                <a:gd name="connsiteY382" fmla="*/ 467211 h 1454091"/>
                <a:gd name="connsiteX383" fmla="*/ 329507 w 4719650"/>
                <a:gd name="connsiteY383" fmla="*/ 468850 h 1454091"/>
                <a:gd name="connsiteX384" fmla="*/ 332785 w 4719650"/>
                <a:gd name="connsiteY384" fmla="*/ 468850 h 1454091"/>
                <a:gd name="connsiteX385" fmla="*/ 336064 w 4719650"/>
                <a:gd name="connsiteY385" fmla="*/ 470490 h 1454091"/>
                <a:gd name="connsiteX386" fmla="*/ 340982 w 4719650"/>
                <a:gd name="connsiteY386" fmla="*/ 472129 h 1454091"/>
                <a:gd name="connsiteX387" fmla="*/ 344261 w 4719650"/>
                <a:gd name="connsiteY387" fmla="*/ 472129 h 1454091"/>
                <a:gd name="connsiteX388" fmla="*/ 349179 w 4719650"/>
                <a:gd name="connsiteY388" fmla="*/ 473768 h 1454091"/>
                <a:gd name="connsiteX389" fmla="*/ 352457 w 4719650"/>
                <a:gd name="connsiteY389" fmla="*/ 475408 h 1454091"/>
                <a:gd name="connsiteX390" fmla="*/ 355736 w 4719650"/>
                <a:gd name="connsiteY390" fmla="*/ 475408 h 1454091"/>
                <a:gd name="connsiteX391" fmla="*/ 360654 w 4719650"/>
                <a:gd name="connsiteY391" fmla="*/ 475408 h 1454091"/>
                <a:gd name="connsiteX392" fmla="*/ 363932 w 4719650"/>
                <a:gd name="connsiteY392" fmla="*/ 472129 h 1454091"/>
                <a:gd name="connsiteX393" fmla="*/ 365572 w 4719650"/>
                <a:gd name="connsiteY393" fmla="*/ 472129 h 1454091"/>
                <a:gd name="connsiteX394" fmla="*/ 368851 w 4719650"/>
                <a:gd name="connsiteY394" fmla="*/ 473768 h 1454091"/>
                <a:gd name="connsiteX395" fmla="*/ 372129 w 4719650"/>
                <a:gd name="connsiteY395" fmla="*/ 475408 h 1454091"/>
                <a:gd name="connsiteX396" fmla="*/ 377047 w 4719650"/>
                <a:gd name="connsiteY396" fmla="*/ 475408 h 1454091"/>
                <a:gd name="connsiteX397" fmla="*/ 380326 w 4719650"/>
                <a:gd name="connsiteY397" fmla="*/ 477047 h 1454091"/>
                <a:gd name="connsiteX398" fmla="*/ 381965 w 4719650"/>
                <a:gd name="connsiteY398" fmla="*/ 477047 h 1454091"/>
                <a:gd name="connsiteX399" fmla="*/ 381965 w 4719650"/>
                <a:gd name="connsiteY399" fmla="*/ 475408 h 1454091"/>
                <a:gd name="connsiteX400" fmla="*/ 381965 w 4719650"/>
                <a:gd name="connsiteY400" fmla="*/ 475408 h 1454091"/>
                <a:gd name="connsiteX401" fmla="*/ 378687 w 4719650"/>
                <a:gd name="connsiteY401" fmla="*/ 472129 h 1454091"/>
                <a:gd name="connsiteX402" fmla="*/ 377047 w 4719650"/>
                <a:gd name="connsiteY402" fmla="*/ 468850 h 1454091"/>
                <a:gd name="connsiteX403" fmla="*/ 375408 w 4719650"/>
                <a:gd name="connsiteY403" fmla="*/ 463932 h 1454091"/>
                <a:gd name="connsiteX404" fmla="*/ 372129 w 4719650"/>
                <a:gd name="connsiteY404" fmla="*/ 460654 h 1454091"/>
                <a:gd name="connsiteX405" fmla="*/ 370490 w 4719650"/>
                <a:gd name="connsiteY405" fmla="*/ 459014 h 1454091"/>
                <a:gd name="connsiteX406" fmla="*/ 365572 w 4719650"/>
                <a:gd name="connsiteY406" fmla="*/ 457375 h 1454091"/>
                <a:gd name="connsiteX407" fmla="*/ 362294 w 4719650"/>
                <a:gd name="connsiteY407" fmla="*/ 454096 h 1454091"/>
                <a:gd name="connsiteX408" fmla="*/ 360654 w 4719650"/>
                <a:gd name="connsiteY408" fmla="*/ 452457 h 1454091"/>
                <a:gd name="connsiteX409" fmla="*/ 355736 w 4719650"/>
                <a:gd name="connsiteY409" fmla="*/ 449178 h 1454091"/>
                <a:gd name="connsiteX410" fmla="*/ 352457 w 4719650"/>
                <a:gd name="connsiteY410" fmla="*/ 445900 h 1454091"/>
                <a:gd name="connsiteX411" fmla="*/ 349179 w 4719650"/>
                <a:gd name="connsiteY411" fmla="*/ 442621 h 1454091"/>
                <a:gd name="connsiteX412" fmla="*/ 349179 w 4719650"/>
                <a:gd name="connsiteY412" fmla="*/ 439342 h 1454091"/>
                <a:gd name="connsiteX413" fmla="*/ 352457 w 4719650"/>
                <a:gd name="connsiteY413" fmla="*/ 434424 h 1454091"/>
                <a:gd name="connsiteX414" fmla="*/ 355736 w 4719650"/>
                <a:gd name="connsiteY414" fmla="*/ 432785 h 1454091"/>
                <a:gd name="connsiteX415" fmla="*/ 359015 w 4719650"/>
                <a:gd name="connsiteY415" fmla="*/ 432785 h 1454091"/>
                <a:gd name="connsiteX416" fmla="*/ 363932 w 4719650"/>
                <a:gd name="connsiteY416" fmla="*/ 429506 h 1454091"/>
                <a:gd name="connsiteX417" fmla="*/ 367211 w 4719650"/>
                <a:gd name="connsiteY417" fmla="*/ 427867 h 1454091"/>
                <a:gd name="connsiteX418" fmla="*/ 370490 w 4719650"/>
                <a:gd name="connsiteY418" fmla="*/ 424588 h 1454091"/>
                <a:gd name="connsiteX419" fmla="*/ 373769 w 4719650"/>
                <a:gd name="connsiteY419" fmla="*/ 421309 h 1454091"/>
                <a:gd name="connsiteX420" fmla="*/ 378687 w 4719650"/>
                <a:gd name="connsiteY420" fmla="*/ 419670 h 1454091"/>
                <a:gd name="connsiteX421" fmla="*/ 381965 w 4719650"/>
                <a:gd name="connsiteY421" fmla="*/ 419670 h 1454091"/>
                <a:gd name="connsiteX422" fmla="*/ 385244 w 4719650"/>
                <a:gd name="connsiteY422" fmla="*/ 419670 h 1454091"/>
                <a:gd name="connsiteX423" fmla="*/ 390162 w 4719650"/>
                <a:gd name="connsiteY423" fmla="*/ 418031 h 1454091"/>
                <a:gd name="connsiteX424" fmla="*/ 393441 w 4719650"/>
                <a:gd name="connsiteY424" fmla="*/ 416392 h 1454091"/>
                <a:gd name="connsiteX425" fmla="*/ 396719 w 4719650"/>
                <a:gd name="connsiteY425" fmla="*/ 414752 h 1454091"/>
                <a:gd name="connsiteX426" fmla="*/ 401638 w 4719650"/>
                <a:gd name="connsiteY426" fmla="*/ 411473 h 1454091"/>
                <a:gd name="connsiteX427" fmla="*/ 404916 w 4719650"/>
                <a:gd name="connsiteY427" fmla="*/ 406555 h 1454091"/>
                <a:gd name="connsiteX428" fmla="*/ 408195 w 4719650"/>
                <a:gd name="connsiteY428" fmla="*/ 403277 h 1454091"/>
                <a:gd name="connsiteX429" fmla="*/ 411474 w 4719650"/>
                <a:gd name="connsiteY429" fmla="*/ 399998 h 1454091"/>
                <a:gd name="connsiteX430" fmla="*/ 414752 w 4719650"/>
                <a:gd name="connsiteY430" fmla="*/ 399998 h 1454091"/>
                <a:gd name="connsiteX431" fmla="*/ 419670 w 4719650"/>
                <a:gd name="connsiteY431" fmla="*/ 401637 h 1454091"/>
                <a:gd name="connsiteX432" fmla="*/ 422949 w 4719650"/>
                <a:gd name="connsiteY432" fmla="*/ 403277 h 1454091"/>
                <a:gd name="connsiteX433" fmla="*/ 426228 w 4719650"/>
                <a:gd name="connsiteY433" fmla="*/ 404916 h 1454091"/>
                <a:gd name="connsiteX434" fmla="*/ 431145 w 4719650"/>
                <a:gd name="connsiteY434" fmla="*/ 404916 h 1454091"/>
                <a:gd name="connsiteX435" fmla="*/ 434424 w 4719650"/>
                <a:gd name="connsiteY435" fmla="*/ 404916 h 1454091"/>
                <a:gd name="connsiteX436" fmla="*/ 439342 w 4719650"/>
                <a:gd name="connsiteY436" fmla="*/ 403277 h 1454091"/>
                <a:gd name="connsiteX437" fmla="*/ 442621 w 4719650"/>
                <a:gd name="connsiteY437" fmla="*/ 403277 h 1454091"/>
                <a:gd name="connsiteX438" fmla="*/ 445899 w 4719650"/>
                <a:gd name="connsiteY438" fmla="*/ 406555 h 1454091"/>
                <a:gd name="connsiteX439" fmla="*/ 450818 w 4719650"/>
                <a:gd name="connsiteY439" fmla="*/ 408195 h 1454091"/>
                <a:gd name="connsiteX440" fmla="*/ 454096 w 4719650"/>
                <a:gd name="connsiteY440" fmla="*/ 408195 h 1454091"/>
                <a:gd name="connsiteX441" fmla="*/ 455735 w 4719650"/>
                <a:gd name="connsiteY441" fmla="*/ 411473 h 1454091"/>
                <a:gd name="connsiteX442" fmla="*/ 452457 w 4719650"/>
                <a:gd name="connsiteY442" fmla="*/ 413113 h 1454091"/>
                <a:gd name="connsiteX443" fmla="*/ 447539 w 4719650"/>
                <a:gd name="connsiteY443" fmla="*/ 416392 h 1454091"/>
                <a:gd name="connsiteX444" fmla="*/ 452457 w 4719650"/>
                <a:gd name="connsiteY444" fmla="*/ 419670 h 1454091"/>
                <a:gd name="connsiteX445" fmla="*/ 452457 w 4719650"/>
                <a:gd name="connsiteY445" fmla="*/ 414752 h 1454091"/>
                <a:gd name="connsiteX446" fmla="*/ 455735 w 4719650"/>
                <a:gd name="connsiteY446" fmla="*/ 414752 h 1454091"/>
                <a:gd name="connsiteX447" fmla="*/ 460654 w 4719650"/>
                <a:gd name="connsiteY447" fmla="*/ 413113 h 1454091"/>
                <a:gd name="connsiteX448" fmla="*/ 463932 w 4719650"/>
                <a:gd name="connsiteY448" fmla="*/ 414752 h 1454091"/>
                <a:gd name="connsiteX449" fmla="*/ 467211 w 4719650"/>
                <a:gd name="connsiteY449" fmla="*/ 416392 h 1454091"/>
                <a:gd name="connsiteX450" fmla="*/ 470489 w 4719650"/>
                <a:gd name="connsiteY450" fmla="*/ 419670 h 1454091"/>
                <a:gd name="connsiteX451" fmla="*/ 473768 w 4719650"/>
                <a:gd name="connsiteY451" fmla="*/ 424588 h 1454091"/>
                <a:gd name="connsiteX452" fmla="*/ 475408 w 4719650"/>
                <a:gd name="connsiteY452" fmla="*/ 426228 h 1454091"/>
                <a:gd name="connsiteX453" fmla="*/ 473768 w 4719650"/>
                <a:gd name="connsiteY453" fmla="*/ 421309 h 1454091"/>
                <a:gd name="connsiteX454" fmla="*/ 472129 w 4719650"/>
                <a:gd name="connsiteY454" fmla="*/ 418031 h 1454091"/>
                <a:gd name="connsiteX455" fmla="*/ 468850 w 4719650"/>
                <a:gd name="connsiteY455" fmla="*/ 413113 h 1454091"/>
                <a:gd name="connsiteX456" fmla="*/ 468850 w 4719650"/>
                <a:gd name="connsiteY456" fmla="*/ 409834 h 1454091"/>
                <a:gd name="connsiteX457" fmla="*/ 468850 w 4719650"/>
                <a:gd name="connsiteY457" fmla="*/ 406555 h 1454091"/>
                <a:gd name="connsiteX458" fmla="*/ 470489 w 4719650"/>
                <a:gd name="connsiteY458" fmla="*/ 404916 h 1454091"/>
                <a:gd name="connsiteX459" fmla="*/ 472129 w 4719650"/>
                <a:gd name="connsiteY459" fmla="*/ 401637 h 1454091"/>
                <a:gd name="connsiteX460" fmla="*/ 473768 w 4719650"/>
                <a:gd name="connsiteY460" fmla="*/ 398359 h 1454091"/>
                <a:gd name="connsiteX461" fmla="*/ 477047 w 4719650"/>
                <a:gd name="connsiteY461" fmla="*/ 395080 h 1454091"/>
                <a:gd name="connsiteX462" fmla="*/ 473768 w 4719650"/>
                <a:gd name="connsiteY462" fmla="*/ 393441 h 1454091"/>
                <a:gd name="connsiteX463" fmla="*/ 472129 w 4719650"/>
                <a:gd name="connsiteY463" fmla="*/ 388523 h 1454091"/>
                <a:gd name="connsiteX464" fmla="*/ 473768 w 4719650"/>
                <a:gd name="connsiteY464" fmla="*/ 385244 h 1454091"/>
                <a:gd name="connsiteX465" fmla="*/ 470489 w 4719650"/>
                <a:gd name="connsiteY465" fmla="*/ 381965 h 1454091"/>
                <a:gd name="connsiteX466" fmla="*/ 467211 w 4719650"/>
                <a:gd name="connsiteY466" fmla="*/ 380326 h 1454091"/>
                <a:gd name="connsiteX467" fmla="*/ 462293 w 4719650"/>
                <a:gd name="connsiteY467" fmla="*/ 377047 h 1454091"/>
                <a:gd name="connsiteX468" fmla="*/ 459014 w 4719650"/>
                <a:gd name="connsiteY468" fmla="*/ 375408 h 1454091"/>
                <a:gd name="connsiteX469" fmla="*/ 454096 w 4719650"/>
                <a:gd name="connsiteY469" fmla="*/ 375408 h 1454091"/>
                <a:gd name="connsiteX470" fmla="*/ 450818 w 4719650"/>
                <a:gd name="connsiteY470" fmla="*/ 375408 h 1454091"/>
                <a:gd name="connsiteX471" fmla="*/ 447539 w 4719650"/>
                <a:gd name="connsiteY471" fmla="*/ 372129 h 1454091"/>
                <a:gd name="connsiteX472" fmla="*/ 447539 w 4719650"/>
                <a:gd name="connsiteY472" fmla="*/ 367211 h 1454091"/>
                <a:gd name="connsiteX473" fmla="*/ 449178 w 4719650"/>
                <a:gd name="connsiteY473" fmla="*/ 363933 h 1454091"/>
                <a:gd name="connsiteX474" fmla="*/ 450818 w 4719650"/>
                <a:gd name="connsiteY474" fmla="*/ 360654 h 1454091"/>
                <a:gd name="connsiteX475" fmla="*/ 450818 w 4719650"/>
                <a:gd name="connsiteY475" fmla="*/ 355736 h 1454091"/>
                <a:gd name="connsiteX476" fmla="*/ 452457 w 4719650"/>
                <a:gd name="connsiteY476" fmla="*/ 352457 h 1454091"/>
                <a:gd name="connsiteX477" fmla="*/ 450818 w 4719650"/>
                <a:gd name="connsiteY477" fmla="*/ 349179 h 1454091"/>
                <a:gd name="connsiteX478" fmla="*/ 454096 w 4719650"/>
                <a:gd name="connsiteY478" fmla="*/ 347539 h 1454091"/>
                <a:gd name="connsiteX479" fmla="*/ 450818 w 4719650"/>
                <a:gd name="connsiteY479" fmla="*/ 344261 h 1454091"/>
                <a:gd name="connsiteX480" fmla="*/ 454096 w 4719650"/>
                <a:gd name="connsiteY480" fmla="*/ 342621 h 1454091"/>
                <a:gd name="connsiteX481" fmla="*/ 450818 w 4719650"/>
                <a:gd name="connsiteY481" fmla="*/ 340982 h 1454091"/>
                <a:gd name="connsiteX482" fmla="*/ 450818 w 4719650"/>
                <a:gd name="connsiteY482" fmla="*/ 337703 h 1454091"/>
                <a:gd name="connsiteX483" fmla="*/ 450818 w 4719650"/>
                <a:gd name="connsiteY483" fmla="*/ 334425 h 1454091"/>
                <a:gd name="connsiteX484" fmla="*/ 447539 w 4719650"/>
                <a:gd name="connsiteY484" fmla="*/ 331146 h 1454091"/>
                <a:gd name="connsiteX485" fmla="*/ 444260 w 4719650"/>
                <a:gd name="connsiteY485" fmla="*/ 329507 h 1454091"/>
                <a:gd name="connsiteX486" fmla="*/ 440981 w 4719650"/>
                <a:gd name="connsiteY486" fmla="*/ 327867 h 1454091"/>
                <a:gd name="connsiteX487" fmla="*/ 436064 w 4719650"/>
                <a:gd name="connsiteY487" fmla="*/ 327867 h 1454091"/>
                <a:gd name="connsiteX488" fmla="*/ 432785 w 4719650"/>
                <a:gd name="connsiteY488" fmla="*/ 326228 h 1454091"/>
                <a:gd name="connsiteX489" fmla="*/ 429506 w 4719650"/>
                <a:gd name="connsiteY489" fmla="*/ 324589 h 1454091"/>
                <a:gd name="connsiteX490" fmla="*/ 424588 w 4719650"/>
                <a:gd name="connsiteY490" fmla="*/ 322949 h 1454091"/>
                <a:gd name="connsiteX491" fmla="*/ 421309 w 4719650"/>
                <a:gd name="connsiteY491" fmla="*/ 321310 h 1454091"/>
                <a:gd name="connsiteX492" fmla="*/ 424588 w 4719650"/>
                <a:gd name="connsiteY492" fmla="*/ 318031 h 1454091"/>
                <a:gd name="connsiteX493" fmla="*/ 429506 w 4719650"/>
                <a:gd name="connsiteY493" fmla="*/ 319671 h 1454091"/>
                <a:gd name="connsiteX494" fmla="*/ 432785 w 4719650"/>
                <a:gd name="connsiteY494" fmla="*/ 319671 h 1454091"/>
                <a:gd name="connsiteX495" fmla="*/ 437703 w 4719650"/>
                <a:gd name="connsiteY495" fmla="*/ 322949 h 1454091"/>
                <a:gd name="connsiteX496" fmla="*/ 440981 w 4719650"/>
                <a:gd name="connsiteY496" fmla="*/ 322949 h 1454091"/>
                <a:gd name="connsiteX497" fmla="*/ 444260 w 4719650"/>
                <a:gd name="connsiteY497" fmla="*/ 324589 h 1454091"/>
                <a:gd name="connsiteX498" fmla="*/ 449178 w 4719650"/>
                <a:gd name="connsiteY498" fmla="*/ 324589 h 1454091"/>
                <a:gd name="connsiteX499" fmla="*/ 454096 w 4719650"/>
                <a:gd name="connsiteY499" fmla="*/ 322949 h 1454091"/>
                <a:gd name="connsiteX500" fmla="*/ 457375 w 4719650"/>
                <a:gd name="connsiteY500" fmla="*/ 322949 h 1454091"/>
                <a:gd name="connsiteX501" fmla="*/ 460654 w 4719650"/>
                <a:gd name="connsiteY501" fmla="*/ 322949 h 1454091"/>
                <a:gd name="connsiteX502" fmla="*/ 463932 w 4719650"/>
                <a:gd name="connsiteY502" fmla="*/ 322949 h 1454091"/>
                <a:gd name="connsiteX503" fmla="*/ 467211 w 4719650"/>
                <a:gd name="connsiteY503" fmla="*/ 322949 h 1454091"/>
                <a:gd name="connsiteX504" fmla="*/ 468850 w 4719650"/>
                <a:gd name="connsiteY504" fmla="*/ 322949 h 1454091"/>
                <a:gd name="connsiteX505" fmla="*/ 472129 w 4719650"/>
                <a:gd name="connsiteY505" fmla="*/ 322949 h 1454091"/>
                <a:gd name="connsiteX506" fmla="*/ 477047 w 4719650"/>
                <a:gd name="connsiteY506" fmla="*/ 322949 h 1454091"/>
                <a:gd name="connsiteX507" fmla="*/ 480325 w 4719650"/>
                <a:gd name="connsiteY507" fmla="*/ 322949 h 1454091"/>
                <a:gd name="connsiteX508" fmla="*/ 485244 w 4719650"/>
                <a:gd name="connsiteY508" fmla="*/ 324589 h 1454091"/>
                <a:gd name="connsiteX509" fmla="*/ 488522 w 4719650"/>
                <a:gd name="connsiteY509" fmla="*/ 324589 h 1454091"/>
                <a:gd name="connsiteX510" fmla="*/ 493440 w 4719650"/>
                <a:gd name="connsiteY510" fmla="*/ 326228 h 1454091"/>
                <a:gd name="connsiteX511" fmla="*/ 496719 w 4719650"/>
                <a:gd name="connsiteY511" fmla="*/ 326228 h 1454091"/>
                <a:gd name="connsiteX512" fmla="*/ 498358 w 4719650"/>
                <a:gd name="connsiteY512" fmla="*/ 329507 h 1454091"/>
                <a:gd name="connsiteX513" fmla="*/ 503276 w 4719650"/>
                <a:gd name="connsiteY513" fmla="*/ 332785 h 1454091"/>
                <a:gd name="connsiteX514" fmla="*/ 506555 w 4719650"/>
                <a:gd name="connsiteY514" fmla="*/ 334425 h 1454091"/>
                <a:gd name="connsiteX515" fmla="*/ 509834 w 4719650"/>
                <a:gd name="connsiteY515" fmla="*/ 336064 h 1454091"/>
                <a:gd name="connsiteX516" fmla="*/ 514752 w 4719650"/>
                <a:gd name="connsiteY516" fmla="*/ 337703 h 1454091"/>
                <a:gd name="connsiteX517" fmla="*/ 518031 w 4719650"/>
                <a:gd name="connsiteY517" fmla="*/ 340982 h 1454091"/>
                <a:gd name="connsiteX518" fmla="*/ 519669 w 4719650"/>
                <a:gd name="connsiteY518" fmla="*/ 344261 h 1454091"/>
                <a:gd name="connsiteX519" fmla="*/ 522948 w 4719650"/>
                <a:gd name="connsiteY519" fmla="*/ 345900 h 1454091"/>
                <a:gd name="connsiteX520" fmla="*/ 526227 w 4719650"/>
                <a:gd name="connsiteY520" fmla="*/ 350818 h 1454091"/>
                <a:gd name="connsiteX521" fmla="*/ 522948 w 4719650"/>
                <a:gd name="connsiteY521" fmla="*/ 350818 h 1454091"/>
                <a:gd name="connsiteX522" fmla="*/ 518031 w 4719650"/>
                <a:gd name="connsiteY522" fmla="*/ 350818 h 1454091"/>
                <a:gd name="connsiteX523" fmla="*/ 514752 w 4719650"/>
                <a:gd name="connsiteY523" fmla="*/ 350818 h 1454091"/>
                <a:gd name="connsiteX524" fmla="*/ 509834 w 4719650"/>
                <a:gd name="connsiteY524" fmla="*/ 352457 h 1454091"/>
                <a:gd name="connsiteX525" fmla="*/ 506555 w 4719650"/>
                <a:gd name="connsiteY525" fmla="*/ 352457 h 1454091"/>
                <a:gd name="connsiteX526" fmla="*/ 503276 w 4719650"/>
                <a:gd name="connsiteY526" fmla="*/ 352457 h 1454091"/>
                <a:gd name="connsiteX527" fmla="*/ 499998 w 4719650"/>
                <a:gd name="connsiteY527" fmla="*/ 352457 h 1454091"/>
                <a:gd name="connsiteX528" fmla="*/ 495079 w 4719650"/>
                <a:gd name="connsiteY528" fmla="*/ 352457 h 1454091"/>
                <a:gd name="connsiteX529" fmla="*/ 491801 w 4719650"/>
                <a:gd name="connsiteY529" fmla="*/ 354097 h 1454091"/>
                <a:gd name="connsiteX530" fmla="*/ 488522 w 4719650"/>
                <a:gd name="connsiteY530" fmla="*/ 354097 h 1454091"/>
                <a:gd name="connsiteX531" fmla="*/ 490162 w 4719650"/>
                <a:gd name="connsiteY531" fmla="*/ 359015 h 1454091"/>
                <a:gd name="connsiteX532" fmla="*/ 485244 w 4719650"/>
                <a:gd name="connsiteY532" fmla="*/ 359015 h 1454091"/>
                <a:gd name="connsiteX533" fmla="*/ 481965 w 4719650"/>
                <a:gd name="connsiteY533" fmla="*/ 362293 h 1454091"/>
                <a:gd name="connsiteX534" fmla="*/ 480325 w 4719650"/>
                <a:gd name="connsiteY534" fmla="*/ 362293 h 1454091"/>
                <a:gd name="connsiteX535" fmla="*/ 480325 w 4719650"/>
                <a:gd name="connsiteY535" fmla="*/ 365572 h 1454091"/>
                <a:gd name="connsiteX536" fmla="*/ 483604 w 4719650"/>
                <a:gd name="connsiteY536" fmla="*/ 370490 h 1454091"/>
                <a:gd name="connsiteX537" fmla="*/ 486883 w 4719650"/>
                <a:gd name="connsiteY537" fmla="*/ 370490 h 1454091"/>
                <a:gd name="connsiteX538" fmla="*/ 490162 w 4719650"/>
                <a:gd name="connsiteY538" fmla="*/ 372129 h 1454091"/>
                <a:gd name="connsiteX539" fmla="*/ 495079 w 4719650"/>
                <a:gd name="connsiteY539" fmla="*/ 373769 h 1454091"/>
                <a:gd name="connsiteX540" fmla="*/ 499998 w 4719650"/>
                <a:gd name="connsiteY540" fmla="*/ 373769 h 1454091"/>
                <a:gd name="connsiteX541" fmla="*/ 503276 w 4719650"/>
                <a:gd name="connsiteY541" fmla="*/ 377047 h 1454091"/>
                <a:gd name="connsiteX542" fmla="*/ 504916 w 4719650"/>
                <a:gd name="connsiteY542" fmla="*/ 380326 h 1454091"/>
                <a:gd name="connsiteX543" fmla="*/ 508194 w 4719650"/>
                <a:gd name="connsiteY543" fmla="*/ 383605 h 1454091"/>
                <a:gd name="connsiteX544" fmla="*/ 513112 w 4719650"/>
                <a:gd name="connsiteY544" fmla="*/ 386883 h 1454091"/>
                <a:gd name="connsiteX545" fmla="*/ 516391 w 4719650"/>
                <a:gd name="connsiteY545" fmla="*/ 386883 h 1454091"/>
                <a:gd name="connsiteX546" fmla="*/ 518031 w 4719650"/>
                <a:gd name="connsiteY546" fmla="*/ 388523 h 1454091"/>
                <a:gd name="connsiteX547" fmla="*/ 522948 w 4719650"/>
                <a:gd name="connsiteY547" fmla="*/ 388523 h 1454091"/>
                <a:gd name="connsiteX548" fmla="*/ 526227 w 4719650"/>
                <a:gd name="connsiteY548" fmla="*/ 388523 h 1454091"/>
                <a:gd name="connsiteX549" fmla="*/ 529506 w 4719650"/>
                <a:gd name="connsiteY549" fmla="*/ 386883 h 1454091"/>
                <a:gd name="connsiteX550" fmla="*/ 532784 w 4719650"/>
                <a:gd name="connsiteY550" fmla="*/ 386883 h 1454091"/>
                <a:gd name="connsiteX551" fmla="*/ 529506 w 4719650"/>
                <a:gd name="connsiteY551" fmla="*/ 391802 h 1454091"/>
                <a:gd name="connsiteX552" fmla="*/ 534424 w 4719650"/>
                <a:gd name="connsiteY552" fmla="*/ 388523 h 1454091"/>
                <a:gd name="connsiteX553" fmla="*/ 537702 w 4719650"/>
                <a:gd name="connsiteY553" fmla="*/ 388523 h 1454091"/>
                <a:gd name="connsiteX554" fmla="*/ 542621 w 4719650"/>
                <a:gd name="connsiteY554" fmla="*/ 388523 h 1454091"/>
                <a:gd name="connsiteX555" fmla="*/ 545899 w 4719650"/>
                <a:gd name="connsiteY555" fmla="*/ 386883 h 1454091"/>
                <a:gd name="connsiteX556" fmla="*/ 550817 w 4719650"/>
                <a:gd name="connsiteY556" fmla="*/ 386883 h 1454091"/>
                <a:gd name="connsiteX557" fmla="*/ 554096 w 4719650"/>
                <a:gd name="connsiteY557" fmla="*/ 385244 h 1454091"/>
                <a:gd name="connsiteX558" fmla="*/ 557375 w 4719650"/>
                <a:gd name="connsiteY558" fmla="*/ 385244 h 1454091"/>
                <a:gd name="connsiteX559" fmla="*/ 560653 w 4719650"/>
                <a:gd name="connsiteY559" fmla="*/ 385244 h 1454091"/>
                <a:gd name="connsiteX560" fmla="*/ 563932 w 4719650"/>
                <a:gd name="connsiteY560" fmla="*/ 381965 h 1454091"/>
                <a:gd name="connsiteX561" fmla="*/ 563932 w 4719650"/>
                <a:gd name="connsiteY561" fmla="*/ 378687 h 1454091"/>
                <a:gd name="connsiteX562" fmla="*/ 560653 w 4719650"/>
                <a:gd name="connsiteY562" fmla="*/ 373769 h 1454091"/>
                <a:gd name="connsiteX563" fmla="*/ 562292 w 4719650"/>
                <a:gd name="connsiteY563" fmla="*/ 370490 h 1454091"/>
                <a:gd name="connsiteX564" fmla="*/ 565571 w 4719650"/>
                <a:gd name="connsiteY564" fmla="*/ 367211 h 1454091"/>
                <a:gd name="connsiteX565" fmla="*/ 563932 w 4719650"/>
                <a:gd name="connsiteY565" fmla="*/ 362293 h 1454091"/>
                <a:gd name="connsiteX566" fmla="*/ 560653 w 4719650"/>
                <a:gd name="connsiteY566" fmla="*/ 360654 h 1454091"/>
                <a:gd name="connsiteX567" fmla="*/ 563932 w 4719650"/>
                <a:gd name="connsiteY567" fmla="*/ 357375 h 1454091"/>
                <a:gd name="connsiteX568" fmla="*/ 568850 w 4719650"/>
                <a:gd name="connsiteY568" fmla="*/ 359015 h 1454091"/>
                <a:gd name="connsiteX569" fmla="*/ 572128 w 4719650"/>
                <a:gd name="connsiteY569" fmla="*/ 355736 h 1454091"/>
                <a:gd name="connsiteX570" fmla="*/ 575407 w 4719650"/>
                <a:gd name="connsiteY570" fmla="*/ 355736 h 1454091"/>
                <a:gd name="connsiteX571" fmla="*/ 580325 w 4719650"/>
                <a:gd name="connsiteY571" fmla="*/ 357375 h 1454091"/>
                <a:gd name="connsiteX572" fmla="*/ 583604 w 4719650"/>
                <a:gd name="connsiteY572" fmla="*/ 355736 h 1454091"/>
                <a:gd name="connsiteX573" fmla="*/ 588522 w 4719650"/>
                <a:gd name="connsiteY573" fmla="*/ 355736 h 1454091"/>
                <a:gd name="connsiteX574" fmla="*/ 591801 w 4719650"/>
                <a:gd name="connsiteY574" fmla="*/ 355736 h 1454091"/>
                <a:gd name="connsiteX575" fmla="*/ 596719 w 4719650"/>
                <a:gd name="connsiteY575" fmla="*/ 359015 h 1454091"/>
                <a:gd name="connsiteX576" fmla="*/ 591801 w 4719650"/>
                <a:gd name="connsiteY576" fmla="*/ 355736 h 1454091"/>
                <a:gd name="connsiteX577" fmla="*/ 588522 w 4719650"/>
                <a:gd name="connsiteY577" fmla="*/ 354097 h 1454091"/>
                <a:gd name="connsiteX578" fmla="*/ 585243 w 4719650"/>
                <a:gd name="connsiteY578" fmla="*/ 350818 h 1454091"/>
                <a:gd name="connsiteX579" fmla="*/ 581965 w 4719650"/>
                <a:gd name="connsiteY579" fmla="*/ 349179 h 1454091"/>
                <a:gd name="connsiteX580" fmla="*/ 585243 w 4719650"/>
                <a:gd name="connsiteY580" fmla="*/ 349179 h 1454091"/>
                <a:gd name="connsiteX581" fmla="*/ 588522 w 4719650"/>
                <a:gd name="connsiteY581" fmla="*/ 349179 h 1454091"/>
                <a:gd name="connsiteX582" fmla="*/ 593440 w 4719650"/>
                <a:gd name="connsiteY582" fmla="*/ 349179 h 1454091"/>
                <a:gd name="connsiteX583" fmla="*/ 596719 w 4719650"/>
                <a:gd name="connsiteY583" fmla="*/ 349179 h 1454091"/>
                <a:gd name="connsiteX584" fmla="*/ 599997 w 4719650"/>
                <a:gd name="connsiteY584" fmla="*/ 347539 h 1454091"/>
                <a:gd name="connsiteX585" fmla="*/ 604915 w 4719650"/>
                <a:gd name="connsiteY585" fmla="*/ 345900 h 1454091"/>
                <a:gd name="connsiteX586" fmla="*/ 608194 w 4719650"/>
                <a:gd name="connsiteY586" fmla="*/ 344261 h 1454091"/>
                <a:gd name="connsiteX587" fmla="*/ 611472 w 4719650"/>
                <a:gd name="connsiteY587" fmla="*/ 342621 h 1454091"/>
                <a:gd name="connsiteX588" fmla="*/ 616391 w 4719650"/>
                <a:gd name="connsiteY588" fmla="*/ 340982 h 1454091"/>
                <a:gd name="connsiteX589" fmla="*/ 616391 w 4719650"/>
                <a:gd name="connsiteY589" fmla="*/ 340982 h 1454091"/>
                <a:gd name="connsiteX590" fmla="*/ 616391 w 4719650"/>
                <a:gd name="connsiteY590" fmla="*/ 340982 h 1454091"/>
                <a:gd name="connsiteX591" fmla="*/ 616391 w 4719650"/>
                <a:gd name="connsiteY591" fmla="*/ 342621 h 1454091"/>
                <a:gd name="connsiteX592" fmla="*/ 619669 w 4719650"/>
                <a:gd name="connsiteY592" fmla="*/ 337703 h 1454091"/>
                <a:gd name="connsiteX593" fmla="*/ 624587 w 4719650"/>
                <a:gd name="connsiteY593" fmla="*/ 336064 h 1454091"/>
                <a:gd name="connsiteX594" fmla="*/ 627866 w 4719650"/>
                <a:gd name="connsiteY594" fmla="*/ 334425 h 1454091"/>
                <a:gd name="connsiteX595" fmla="*/ 631145 w 4719650"/>
                <a:gd name="connsiteY595" fmla="*/ 332785 h 1454091"/>
                <a:gd name="connsiteX596" fmla="*/ 636062 w 4719650"/>
                <a:gd name="connsiteY596" fmla="*/ 331146 h 1454091"/>
                <a:gd name="connsiteX597" fmla="*/ 639341 w 4719650"/>
                <a:gd name="connsiteY597" fmla="*/ 331146 h 1454091"/>
                <a:gd name="connsiteX598" fmla="*/ 642620 w 4719650"/>
                <a:gd name="connsiteY598" fmla="*/ 331146 h 1454091"/>
                <a:gd name="connsiteX599" fmla="*/ 647538 w 4719650"/>
                <a:gd name="connsiteY599" fmla="*/ 329507 h 1454091"/>
                <a:gd name="connsiteX600" fmla="*/ 650816 w 4719650"/>
                <a:gd name="connsiteY600" fmla="*/ 329507 h 1454091"/>
                <a:gd name="connsiteX601" fmla="*/ 654095 w 4719650"/>
                <a:gd name="connsiteY601" fmla="*/ 327867 h 1454091"/>
                <a:gd name="connsiteX602" fmla="*/ 659013 w 4719650"/>
                <a:gd name="connsiteY602" fmla="*/ 326228 h 1454091"/>
                <a:gd name="connsiteX603" fmla="*/ 662292 w 4719650"/>
                <a:gd name="connsiteY603" fmla="*/ 324589 h 1454091"/>
                <a:gd name="connsiteX604" fmla="*/ 667210 w 4719650"/>
                <a:gd name="connsiteY604" fmla="*/ 324589 h 1454091"/>
                <a:gd name="connsiteX605" fmla="*/ 670489 w 4719650"/>
                <a:gd name="connsiteY605" fmla="*/ 322949 h 1454091"/>
                <a:gd name="connsiteX606" fmla="*/ 675406 w 4719650"/>
                <a:gd name="connsiteY606" fmla="*/ 326228 h 1454091"/>
                <a:gd name="connsiteX607" fmla="*/ 673768 w 4719650"/>
                <a:gd name="connsiteY607" fmla="*/ 329507 h 1454091"/>
                <a:gd name="connsiteX608" fmla="*/ 677046 w 4719650"/>
                <a:gd name="connsiteY608" fmla="*/ 332785 h 1454091"/>
                <a:gd name="connsiteX609" fmla="*/ 680325 w 4719650"/>
                <a:gd name="connsiteY609" fmla="*/ 331146 h 1454091"/>
                <a:gd name="connsiteX610" fmla="*/ 685243 w 4719650"/>
                <a:gd name="connsiteY610" fmla="*/ 329507 h 1454091"/>
                <a:gd name="connsiteX611" fmla="*/ 688521 w 4719650"/>
                <a:gd name="connsiteY611" fmla="*/ 327867 h 1454091"/>
                <a:gd name="connsiteX612" fmla="*/ 683603 w 4719650"/>
                <a:gd name="connsiteY612" fmla="*/ 324589 h 1454091"/>
                <a:gd name="connsiteX613" fmla="*/ 680325 w 4719650"/>
                <a:gd name="connsiteY613" fmla="*/ 322949 h 1454091"/>
                <a:gd name="connsiteX614" fmla="*/ 677046 w 4719650"/>
                <a:gd name="connsiteY614" fmla="*/ 321310 h 1454091"/>
                <a:gd name="connsiteX615" fmla="*/ 680325 w 4719650"/>
                <a:gd name="connsiteY615" fmla="*/ 318031 h 1454091"/>
                <a:gd name="connsiteX616" fmla="*/ 683603 w 4719650"/>
                <a:gd name="connsiteY616" fmla="*/ 316392 h 1454091"/>
                <a:gd name="connsiteX617" fmla="*/ 688521 w 4719650"/>
                <a:gd name="connsiteY617" fmla="*/ 314753 h 1454091"/>
                <a:gd name="connsiteX618" fmla="*/ 691800 w 4719650"/>
                <a:gd name="connsiteY618" fmla="*/ 314753 h 1454091"/>
                <a:gd name="connsiteX619" fmla="*/ 695079 w 4719650"/>
                <a:gd name="connsiteY619" fmla="*/ 313113 h 1454091"/>
                <a:gd name="connsiteX620" fmla="*/ 699997 w 4719650"/>
                <a:gd name="connsiteY620" fmla="*/ 309835 h 1454091"/>
                <a:gd name="connsiteX621" fmla="*/ 703275 w 4719650"/>
                <a:gd name="connsiteY621" fmla="*/ 309835 h 1454091"/>
                <a:gd name="connsiteX622" fmla="*/ 706554 w 4719650"/>
                <a:gd name="connsiteY622" fmla="*/ 308195 h 1454091"/>
                <a:gd name="connsiteX623" fmla="*/ 711472 w 4719650"/>
                <a:gd name="connsiteY623" fmla="*/ 308195 h 1454091"/>
                <a:gd name="connsiteX624" fmla="*/ 714751 w 4719650"/>
                <a:gd name="connsiteY624" fmla="*/ 306556 h 1454091"/>
                <a:gd name="connsiteX625" fmla="*/ 718029 w 4719650"/>
                <a:gd name="connsiteY625" fmla="*/ 306556 h 1454091"/>
                <a:gd name="connsiteX626" fmla="*/ 722948 w 4719650"/>
                <a:gd name="connsiteY626" fmla="*/ 306556 h 1454091"/>
                <a:gd name="connsiteX627" fmla="*/ 726226 w 4719650"/>
                <a:gd name="connsiteY627" fmla="*/ 306556 h 1454091"/>
                <a:gd name="connsiteX628" fmla="*/ 731144 w 4719650"/>
                <a:gd name="connsiteY628" fmla="*/ 306556 h 1454091"/>
                <a:gd name="connsiteX629" fmla="*/ 726226 w 4719650"/>
                <a:gd name="connsiteY629" fmla="*/ 308195 h 1454091"/>
                <a:gd name="connsiteX630" fmla="*/ 722948 w 4719650"/>
                <a:gd name="connsiteY630" fmla="*/ 308195 h 1454091"/>
                <a:gd name="connsiteX631" fmla="*/ 719669 w 4719650"/>
                <a:gd name="connsiteY631" fmla="*/ 308195 h 1454091"/>
                <a:gd name="connsiteX632" fmla="*/ 714751 w 4719650"/>
                <a:gd name="connsiteY632" fmla="*/ 309835 h 1454091"/>
                <a:gd name="connsiteX633" fmla="*/ 711472 w 4719650"/>
                <a:gd name="connsiteY633" fmla="*/ 309835 h 1454091"/>
                <a:gd name="connsiteX634" fmla="*/ 708193 w 4719650"/>
                <a:gd name="connsiteY634" fmla="*/ 309835 h 1454091"/>
                <a:gd name="connsiteX635" fmla="*/ 711472 w 4719650"/>
                <a:gd name="connsiteY635" fmla="*/ 311474 h 1454091"/>
                <a:gd name="connsiteX636" fmla="*/ 714751 w 4719650"/>
                <a:gd name="connsiteY636" fmla="*/ 311474 h 1454091"/>
                <a:gd name="connsiteX637" fmla="*/ 719669 w 4719650"/>
                <a:gd name="connsiteY637" fmla="*/ 313113 h 1454091"/>
                <a:gd name="connsiteX638" fmla="*/ 716390 w 4719650"/>
                <a:gd name="connsiteY638" fmla="*/ 313113 h 1454091"/>
                <a:gd name="connsiteX639" fmla="*/ 716390 w 4719650"/>
                <a:gd name="connsiteY639" fmla="*/ 318031 h 1454091"/>
                <a:gd name="connsiteX640" fmla="*/ 716390 w 4719650"/>
                <a:gd name="connsiteY640" fmla="*/ 321310 h 1454091"/>
                <a:gd name="connsiteX641" fmla="*/ 719669 w 4719650"/>
                <a:gd name="connsiteY641" fmla="*/ 324589 h 1454091"/>
                <a:gd name="connsiteX642" fmla="*/ 722948 w 4719650"/>
                <a:gd name="connsiteY642" fmla="*/ 327867 h 1454091"/>
                <a:gd name="connsiteX643" fmla="*/ 718029 w 4719650"/>
                <a:gd name="connsiteY643" fmla="*/ 331146 h 1454091"/>
                <a:gd name="connsiteX644" fmla="*/ 714751 w 4719650"/>
                <a:gd name="connsiteY644" fmla="*/ 329507 h 1454091"/>
                <a:gd name="connsiteX645" fmla="*/ 711472 w 4719650"/>
                <a:gd name="connsiteY645" fmla="*/ 331146 h 1454091"/>
                <a:gd name="connsiteX646" fmla="*/ 706554 w 4719650"/>
                <a:gd name="connsiteY646" fmla="*/ 331146 h 1454091"/>
                <a:gd name="connsiteX647" fmla="*/ 704915 w 4719650"/>
                <a:gd name="connsiteY647" fmla="*/ 334425 h 1454091"/>
                <a:gd name="connsiteX648" fmla="*/ 709833 w 4719650"/>
                <a:gd name="connsiteY648" fmla="*/ 334425 h 1454091"/>
                <a:gd name="connsiteX649" fmla="*/ 713112 w 4719650"/>
                <a:gd name="connsiteY649" fmla="*/ 334425 h 1454091"/>
                <a:gd name="connsiteX650" fmla="*/ 718029 w 4719650"/>
                <a:gd name="connsiteY650" fmla="*/ 334425 h 1454091"/>
                <a:gd name="connsiteX651" fmla="*/ 721308 w 4719650"/>
                <a:gd name="connsiteY651" fmla="*/ 334425 h 1454091"/>
                <a:gd name="connsiteX652" fmla="*/ 724587 w 4719650"/>
                <a:gd name="connsiteY652" fmla="*/ 336064 h 1454091"/>
                <a:gd name="connsiteX653" fmla="*/ 727865 w 4719650"/>
                <a:gd name="connsiteY653" fmla="*/ 336064 h 1454091"/>
                <a:gd name="connsiteX654" fmla="*/ 732783 w 4719650"/>
                <a:gd name="connsiteY654" fmla="*/ 332785 h 1454091"/>
                <a:gd name="connsiteX655" fmla="*/ 732783 w 4719650"/>
                <a:gd name="connsiteY655" fmla="*/ 336064 h 1454091"/>
                <a:gd name="connsiteX656" fmla="*/ 734423 w 4719650"/>
                <a:gd name="connsiteY656" fmla="*/ 336064 h 1454091"/>
                <a:gd name="connsiteX657" fmla="*/ 734423 w 4719650"/>
                <a:gd name="connsiteY657" fmla="*/ 336064 h 1454091"/>
                <a:gd name="connsiteX658" fmla="*/ 737702 w 4719650"/>
                <a:gd name="connsiteY658" fmla="*/ 334425 h 1454091"/>
                <a:gd name="connsiteX659" fmla="*/ 740980 w 4719650"/>
                <a:gd name="connsiteY659" fmla="*/ 332785 h 1454091"/>
                <a:gd name="connsiteX660" fmla="*/ 745898 w 4719650"/>
                <a:gd name="connsiteY660" fmla="*/ 336064 h 1454091"/>
                <a:gd name="connsiteX661" fmla="*/ 749177 w 4719650"/>
                <a:gd name="connsiteY661" fmla="*/ 337703 h 1454091"/>
                <a:gd name="connsiteX662" fmla="*/ 752455 w 4719650"/>
                <a:gd name="connsiteY662" fmla="*/ 337703 h 1454091"/>
                <a:gd name="connsiteX663" fmla="*/ 752455 w 4719650"/>
                <a:gd name="connsiteY663" fmla="*/ 332785 h 1454091"/>
                <a:gd name="connsiteX664" fmla="*/ 750816 w 4719650"/>
                <a:gd name="connsiteY664" fmla="*/ 329507 h 1454091"/>
                <a:gd name="connsiteX665" fmla="*/ 752455 w 4719650"/>
                <a:gd name="connsiteY665" fmla="*/ 327867 h 1454091"/>
                <a:gd name="connsiteX666" fmla="*/ 757373 w 4719650"/>
                <a:gd name="connsiteY666" fmla="*/ 326228 h 1454091"/>
                <a:gd name="connsiteX667" fmla="*/ 760652 w 4719650"/>
                <a:gd name="connsiteY667" fmla="*/ 322949 h 1454091"/>
                <a:gd name="connsiteX668" fmla="*/ 763931 w 4719650"/>
                <a:gd name="connsiteY668" fmla="*/ 322949 h 1454091"/>
                <a:gd name="connsiteX669" fmla="*/ 768849 w 4719650"/>
                <a:gd name="connsiteY669" fmla="*/ 322949 h 1454091"/>
                <a:gd name="connsiteX670" fmla="*/ 772128 w 4719650"/>
                <a:gd name="connsiteY670" fmla="*/ 321310 h 1454091"/>
                <a:gd name="connsiteX671" fmla="*/ 775406 w 4719650"/>
                <a:gd name="connsiteY671" fmla="*/ 319671 h 1454091"/>
                <a:gd name="connsiteX672" fmla="*/ 780324 w 4719650"/>
                <a:gd name="connsiteY672" fmla="*/ 319671 h 1454091"/>
                <a:gd name="connsiteX673" fmla="*/ 783603 w 4719650"/>
                <a:gd name="connsiteY673" fmla="*/ 321310 h 1454091"/>
                <a:gd name="connsiteX674" fmla="*/ 788521 w 4719650"/>
                <a:gd name="connsiteY674" fmla="*/ 321310 h 1454091"/>
                <a:gd name="connsiteX675" fmla="*/ 791799 w 4719650"/>
                <a:gd name="connsiteY675" fmla="*/ 319671 h 1454091"/>
                <a:gd name="connsiteX676" fmla="*/ 795078 w 4719650"/>
                <a:gd name="connsiteY676" fmla="*/ 319671 h 1454091"/>
                <a:gd name="connsiteX677" fmla="*/ 798357 w 4719650"/>
                <a:gd name="connsiteY677" fmla="*/ 321310 h 1454091"/>
                <a:gd name="connsiteX678" fmla="*/ 803275 w 4719650"/>
                <a:gd name="connsiteY678" fmla="*/ 322949 h 1454091"/>
                <a:gd name="connsiteX679" fmla="*/ 808193 w 4719650"/>
                <a:gd name="connsiteY679" fmla="*/ 322949 h 1454091"/>
                <a:gd name="connsiteX680" fmla="*/ 811472 w 4719650"/>
                <a:gd name="connsiteY680" fmla="*/ 324589 h 1454091"/>
                <a:gd name="connsiteX681" fmla="*/ 814750 w 4719650"/>
                <a:gd name="connsiteY681" fmla="*/ 322949 h 1454091"/>
                <a:gd name="connsiteX682" fmla="*/ 818029 w 4719650"/>
                <a:gd name="connsiteY682" fmla="*/ 319671 h 1454091"/>
                <a:gd name="connsiteX683" fmla="*/ 822947 w 4719650"/>
                <a:gd name="connsiteY683" fmla="*/ 316392 h 1454091"/>
                <a:gd name="connsiteX684" fmla="*/ 826226 w 4719650"/>
                <a:gd name="connsiteY684" fmla="*/ 316392 h 1454091"/>
                <a:gd name="connsiteX685" fmla="*/ 829505 w 4719650"/>
                <a:gd name="connsiteY685" fmla="*/ 316392 h 1454091"/>
                <a:gd name="connsiteX686" fmla="*/ 831143 w 4719650"/>
                <a:gd name="connsiteY686" fmla="*/ 313113 h 1454091"/>
                <a:gd name="connsiteX687" fmla="*/ 834422 w 4719650"/>
                <a:gd name="connsiteY687" fmla="*/ 311474 h 1454091"/>
                <a:gd name="connsiteX688" fmla="*/ 837701 w 4719650"/>
                <a:gd name="connsiteY688" fmla="*/ 313113 h 1454091"/>
                <a:gd name="connsiteX689" fmla="*/ 840980 w 4719650"/>
                <a:gd name="connsiteY689" fmla="*/ 314753 h 1454091"/>
                <a:gd name="connsiteX690" fmla="*/ 839340 w 4719650"/>
                <a:gd name="connsiteY690" fmla="*/ 311474 h 1454091"/>
                <a:gd name="connsiteX691" fmla="*/ 842619 w 4719650"/>
                <a:gd name="connsiteY691" fmla="*/ 309835 h 1454091"/>
                <a:gd name="connsiteX692" fmla="*/ 845898 w 4719650"/>
                <a:gd name="connsiteY692" fmla="*/ 308195 h 1454091"/>
                <a:gd name="connsiteX693" fmla="*/ 850816 w 4719650"/>
                <a:gd name="connsiteY693" fmla="*/ 306556 h 1454091"/>
                <a:gd name="connsiteX694" fmla="*/ 854095 w 4719650"/>
                <a:gd name="connsiteY694" fmla="*/ 306556 h 1454091"/>
                <a:gd name="connsiteX695" fmla="*/ 857373 w 4719650"/>
                <a:gd name="connsiteY695" fmla="*/ 306556 h 1454091"/>
                <a:gd name="connsiteX696" fmla="*/ 862291 w 4719650"/>
                <a:gd name="connsiteY696" fmla="*/ 306556 h 1454091"/>
                <a:gd name="connsiteX697" fmla="*/ 857373 w 4719650"/>
                <a:gd name="connsiteY697" fmla="*/ 308195 h 1454091"/>
                <a:gd name="connsiteX698" fmla="*/ 862291 w 4719650"/>
                <a:gd name="connsiteY698" fmla="*/ 309835 h 1454091"/>
                <a:gd name="connsiteX699" fmla="*/ 865570 w 4719650"/>
                <a:gd name="connsiteY699" fmla="*/ 311474 h 1454091"/>
                <a:gd name="connsiteX700" fmla="*/ 868849 w 4719650"/>
                <a:gd name="connsiteY700" fmla="*/ 313113 h 1454091"/>
                <a:gd name="connsiteX701" fmla="*/ 872127 w 4719650"/>
                <a:gd name="connsiteY701" fmla="*/ 316392 h 1454091"/>
                <a:gd name="connsiteX702" fmla="*/ 868849 w 4719650"/>
                <a:gd name="connsiteY702" fmla="*/ 318031 h 1454091"/>
                <a:gd name="connsiteX703" fmla="*/ 865570 w 4719650"/>
                <a:gd name="connsiteY703" fmla="*/ 319671 h 1454091"/>
                <a:gd name="connsiteX704" fmla="*/ 867209 w 4719650"/>
                <a:gd name="connsiteY704" fmla="*/ 324589 h 1454091"/>
                <a:gd name="connsiteX705" fmla="*/ 868849 w 4719650"/>
                <a:gd name="connsiteY705" fmla="*/ 327867 h 1454091"/>
                <a:gd name="connsiteX706" fmla="*/ 872127 w 4719650"/>
                <a:gd name="connsiteY706" fmla="*/ 329507 h 1454091"/>
                <a:gd name="connsiteX707" fmla="*/ 875406 w 4719650"/>
                <a:gd name="connsiteY707" fmla="*/ 329507 h 1454091"/>
                <a:gd name="connsiteX708" fmla="*/ 880324 w 4719650"/>
                <a:gd name="connsiteY708" fmla="*/ 331146 h 1454091"/>
                <a:gd name="connsiteX709" fmla="*/ 883602 w 4719650"/>
                <a:gd name="connsiteY709" fmla="*/ 331146 h 1454091"/>
                <a:gd name="connsiteX710" fmla="*/ 886881 w 4719650"/>
                <a:gd name="connsiteY710" fmla="*/ 331146 h 1454091"/>
                <a:gd name="connsiteX711" fmla="*/ 891799 w 4719650"/>
                <a:gd name="connsiteY711" fmla="*/ 329507 h 1454091"/>
                <a:gd name="connsiteX712" fmla="*/ 891799 w 4719650"/>
                <a:gd name="connsiteY712" fmla="*/ 326228 h 1454091"/>
                <a:gd name="connsiteX713" fmla="*/ 888520 w 4719650"/>
                <a:gd name="connsiteY713" fmla="*/ 322949 h 1454091"/>
                <a:gd name="connsiteX714" fmla="*/ 885242 w 4719650"/>
                <a:gd name="connsiteY714" fmla="*/ 319671 h 1454091"/>
                <a:gd name="connsiteX715" fmla="*/ 888520 w 4719650"/>
                <a:gd name="connsiteY715" fmla="*/ 316392 h 1454091"/>
                <a:gd name="connsiteX716" fmla="*/ 890160 w 4719650"/>
                <a:gd name="connsiteY716" fmla="*/ 318031 h 1454091"/>
                <a:gd name="connsiteX717" fmla="*/ 893439 w 4719650"/>
                <a:gd name="connsiteY717" fmla="*/ 318031 h 1454091"/>
                <a:gd name="connsiteX718" fmla="*/ 898356 w 4719650"/>
                <a:gd name="connsiteY718" fmla="*/ 318031 h 1454091"/>
                <a:gd name="connsiteX719" fmla="*/ 901635 w 4719650"/>
                <a:gd name="connsiteY719" fmla="*/ 318031 h 1454091"/>
                <a:gd name="connsiteX720" fmla="*/ 904914 w 4719650"/>
                <a:gd name="connsiteY720" fmla="*/ 316392 h 1454091"/>
                <a:gd name="connsiteX721" fmla="*/ 908192 w 4719650"/>
                <a:gd name="connsiteY721" fmla="*/ 313113 h 1454091"/>
                <a:gd name="connsiteX722" fmla="*/ 911471 w 4719650"/>
                <a:gd name="connsiteY722" fmla="*/ 309835 h 1454091"/>
                <a:gd name="connsiteX723" fmla="*/ 911471 w 4719650"/>
                <a:gd name="connsiteY723" fmla="*/ 306556 h 1454091"/>
                <a:gd name="connsiteX724" fmla="*/ 908192 w 4719650"/>
                <a:gd name="connsiteY724" fmla="*/ 303277 h 1454091"/>
                <a:gd name="connsiteX725" fmla="*/ 904914 w 4719650"/>
                <a:gd name="connsiteY725" fmla="*/ 299999 h 1454091"/>
                <a:gd name="connsiteX726" fmla="*/ 901635 w 4719650"/>
                <a:gd name="connsiteY726" fmla="*/ 303277 h 1454091"/>
                <a:gd name="connsiteX727" fmla="*/ 898356 w 4719650"/>
                <a:gd name="connsiteY727" fmla="*/ 298359 h 1454091"/>
                <a:gd name="connsiteX728" fmla="*/ 895078 w 4719650"/>
                <a:gd name="connsiteY728" fmla="*/ 295081 h 1454091"/>
                <a:gd name="connsiteX729" fmla="*/ 891799 w 4719650"/>
                <a:gd name="connsiteY729" fmla="*/ 293441 h 1454091"/>
                <a:gd name="connsiteX730" fmla="*/ 886881 w 4719650"/>
                <a:gd name="connsiteY730" fmla="*/ 290163 h 1454091"/>
                <a:gd name="connsiteX731" fmla="*/ 883602 w 4719650"/>
                <a:gd name="connsiteY731" fmla="*/ 286884 h 1454091"/>
                <a:gd name="connsiteX732" fmla="*/ 878685 w 4719650"/>
                <a:gd name="connsiteY732" fmla="*/ 285245 h 1454091"/>
                <a:gd name="connsiteX733" fmla="*/ 883602 w 4719650"/>
                <a:gd name="connsiteY733" fmla="*/ 281966 h 1454091"/>
                <a:gd name="connsiteX734" fmla="*/ 886881 w 4719650"/>
                <a:gd name="connsiteY734" fmla="*/ 281966 h 1454091"/>
                <a:gd name="connsiteX735" fmla="*/ 891799 w 4719650"/>
                <a:gd name="connsiteY735" fmla="*/ 281966 h 1454091"/>
                <a:gd name="connsiteX736" fmla="*/ 891799 w 4719650"/>
                <a:gd name="connsiteY736" fmla="*/ 278687 h 1454091"/>
                <a:gd name="connsiteX737" fmla="*/ 895078 w 4719650"/>
                <a:gd name="connsiteY737" fmla="*/ 275409 h 1454091"/>
                <a:gd name="connsiteX738" fmla="*/ 898356 w 4719650"/>
                <a:gd name="connsiteY738" fmla="*/ 275409 h 1454091"/>
                <a:gd name="connsiteX739" fmla="*/ 903275 w 4719650"/>
                <a:gd name="connsiteY739" fmla="*/ 275409 h 1454091"/>
                <a:gd name="connsiteX740" fmla="*/ 906553 w 4719650"/>
                <a:gd name="connsiteY740" fmla="*/ 275409 h 1454091"/>
                <a:gd name="connsiteX741" fmla="*/ 911471 w 4719650"/>
                <a:gd name="connsiteY741" fmla="*/ 277048 h 1454091"/>
                <a:gd name="connsiteX742" fmla="*/ 914750 w 4719650"/>
                <a:gd name="connsiteY742" fmla="*/ 277048 h 1454091"/>
                <a:gd name="connsiteX743" fmla="*/ 918029 w 4719650"/>
                <a:gd name="connsiteY743" fmla="*/ 278687 h 1454091"/>
                <a:gd name="connsiteX744" fmla="*/ 922946 w 4719650"/>
                <a:gd name="connsiteY744" fmla="*/ 278687 h 1454091"/>
                <a:gd name="connsiteX745" fmla="*/ 927865 w 4719650"/>
                <a:gd name="connsiteY745" fmla="*/ 278687 h 1454091"/>
                <a:gd name="connsiteX746" fmla="*/ 931143 w 4719650"/>
                <a:gd name="connsiteY746" fmla="*/ 278687 h 1454091"/>
                <a:gd name="connsiteX747" fmla="*/ 934422 w 4719650"/>
                <a:gd name="connsiteY747" fmla="*/ 278687 h 1454091"/>
                <a:gd name="connsiteX748" fmla="*/ 939340 w 4719650"/>
                <a:gd name="connsiteY748" fmla="*/ 278687 h 1454091"/>
                <a:gd name="connsiteX749" fmla="*/ 942619 w 4719650"/>
                <a:gd name="connsiteY749" fmla="*/ 278687 h 1454091"/>
                <a:gd name="connsiteX750" fmla="*/ 947536 w 4719650"/>
                <a:gd name="connsiteY750" fmla="*/ 278687 h 1454091"/>
                <a:gd name="connsiteX751" fmla="*/ 952455 w 4719650"/>
                <a:gd name="connsiteY751" fmla="*/ 280327 h 1454091"/>
                <a:gd name="connsiteX752" fmla="*/ 955733 w 4719650"/>
                <a:gd name="connsiteY752" fmla="*/ 280327 h 1454091"/>
                <a:gd name="connsiteX753" fmla="*/ 959012 w 4719650"/>
                <a:gd name="connsiteY753" fmla="*/ 280327 h 1454091"/>
                <a:gd name="connsiteX754" fmla="*/ 963930 w 4719650"/>
                <a:gd name="connsiteY754" fmla="*/ 280327 h 1454091"/>
                <a:gd name="connsiteX755" fmla="*/ 967209 w 4719650"/>
                <a:gd name="connsiteY755" fmla="*/ 281966 h 1454091"/>
                <a:gd name="connsiteX756" fmla="*/ 970487 w 4719650"/>
                <a:gd name="connsiteY756" fmla="*/ 281966 h 1454091"/>
                <a:gd name="connsiteX757" fmla="*/ 975405 w 4719650"/>
                <a:gd name="connsiteY757" fmla="*/ 283605 h 1454091"/>
                <a:gd name="connsiteX758" fmla="*/ 978684 w 4719650"/>
                <a:gd name="connsiteY758" fmla="*/ 283605 h 1454091"/>
                <a:gd name="connsiteX759" fmla="*/ 983602 w 4719650"/>
                <a:gd name="connsiteY759" fmla="*/ 285245 h 1454091"/>
                <a:gd name="connsiteX760" fmla="*/ 986880 w 4719650"/>
                <a:gd name="connsiteY760" fmla="*/ 285245 h 1454091"/>
                <a:gd name="connsiteX761" fmla="*/ 990159 w 4719650"/>
                <a:gd name="connsiteY761" fmla="*/ 286884 h 1454091"/>
                <a:gd name="connsiteX762" fmla="*/ 995077 w 4719650"/>
                <a:gd name="connsiteY762" fmla="*/ 286884 h 1454091"/>
                <a:gd name="connsiteX763" fmla="*/ 998356 w 4719650"/>
                <a:gd name="connsiteY763" fmla="*/ 288523 h 1454091"/>
                <a:gd name="connsiteX764" fmla="*/ 1001635 w 4719650"/>
                <a:gd name="connsiteY764" fmla="*/ 288523 h 1454091"/>
                <a:gd name="connsiteX765" fmla="*/ 1006553 w 4719650"/>
                <a:gd name="connsiteY765" fmla="*/ 290163 h 1454091"/>
                <a:gd name="connsiteX766" fmla="*/ 1011470 w 4719650"/>
                <a:gd name="connsiteY766" fmla="*/ 291802 h 1454091"/>
                <a:gd name="connsiteX767" fmla="*/ 1014749 w 4719650"/>
                <a:gd name="connsiteY767" fmla="*/ 293441 h 1454091"/>
                <a:gd name="connsiteX768" fmla="*/ 1019667 w 4719650"/>
                <a:gd name="connsiteY768" fmla="*/ 295081 h 1454091"/>
                <a:gd name="connsiteX769" fmla="*/ 1014749 w 4719650"/>
                <a:gd name="connsiteY769" fmla="*/ 296720 h 1454091"/>
                <a:gd name="connsiteX770" fmla="*/ 1016389 w 4719650"/>
                <a:gd name="connsiteY770" fmla="*/ 299999 h 1454091"/>
                <a:gd name="connsiteX771" fmla="*/ 1018028 w 4719650"/>
                <a:gd name="connsiteY771" fmla="*/ 301638 h 1454091"/>
                <a:gd name="connsiteX772" fmla="*/ 1019667 w 4719650"/>
                <a:gd name="connsiteY772" fmla="*/ 299999 h 1454091"/>
                <a:gd name="connsiteX773" fmla="*/ 1021307 w 4719650"/>
                <a:gd name="connsiteY773" fmla="*/ 296720 h 1454091"/>
                <a:gd name="connsiteX774" fmla="*/ 1026225 w 4719650"/>
                <a:gd name="connsiteY774" fmla="*/ 298359 h 1454091"/>
                <a:gd name="connsiteX775" fmla="*/ 1029503 w 4719650"/>
                <a:gd name="connsiteY775" fmla="*/ 298359 h 1454091"/>
                <a:gd name="connsiteX776" fmla="*/ 1032782 w 4719650"/>
                <a:gd name="connsiteY776" fmla="*/ 299999 h 1454091"/>
                <a:gd name="connsiteX777" fmla="*/ 1037700 w 4719650"/>
                <a:gd name="connsiteY777" fmla="*/ 299999 h 1454091"/>
                <a:gd name="connsiteX778" fmla="*/ 1040979 w 4719650"/>
                <a:gd name="connsiteY778" fmla="*/ 301638 h 1454091"/>
                <a:gd name="connsiteX779" fmla="*/ 1044257 w 4719650"/>
                <a:gd name="connsiteY779" fmla="*/ 301638 h 1454091"/>
                <a:gd name="connsiteX780" fmla="*/ 1040979 w 4719650"/>
                <a:gd name="connsiteY780" fmla="*/ 301638 h 1454091"/>
                <a:gd name="connsiteX781" fmla="*/ 1044257 w 4719650"/>
                <a:gd name="connsiteY781" fmla="*/ 303277 h 1454091"/>
                <a:gd name="connsiteX782" fmla="*/ 1049176 w 4719650"/>
                <a:gd name="connsiteY782" fmla="*/ 304917 h 1454091"/>
                <a:gd name="connsiteX783" fmla="*/ 1052454 w 4719650"/>
                <a:gd name="connsiteY783" fmla="*/ 304917 h 1454091"/>
                <a:gd name="connsiteX784" fmla="*/ 1055733 w 4719650"/>
                <a:gd name="connsiteY784" fmla="*/ 306556 h 1454091"/>
                <a:gd name="connsiteX785" fmla="*/ 1060651 w 4719650"/>
                <a:gd name="connsiteY785" fmla="*/ 306556 h 1454091"/>
                <a:gd name="connsiteX786" fmla="*/ 1063930 w 4719650"/>
                <a:gd name="connsiteY786" fmla="*/ 308195 h 1454091"/>
                <a:gd name="connsiteX787" fmla="*/ 1068847 w 4719650"/>
                <a:gd name="connsiteY787" fmla="*/ 309835 h 1454091"/>
                <a:gd name="connsiteX788" fmla="*/ 1072126 w 4719650"/>
                <a:gd name="connsiteY788" fmla="*/ 309835 h 1454091"/>
                <a:gd name="connsiteX789" fmla="*/ 1075405 w 4719650"/>
                <a:gd name="connsiteY789" fmla="*/ 309835 h 1454091"/>
                <a:gd name="connsiteX790" fmla="*/ 1078683 w 4719650"/>
                <a:gd name="connsiteY790" fmla="*/ 311474 h 1454091"/>
                <a:gd name="connsiteX791" fmla="*/ 1083602 w 4719650"/>
                <a:gd name="connsiteY791" fmla="*/ 311474 h 1454091"/>
                <a:gd name="connsiteX792" fmla="*/ 1086880 w 4719650"/>
                <a:gd name="connsiteY792" fmla="*/ 313113 h 1454091"/>
                <a:gd name="connsiteX793" fmla="*/ 1090159 w 4719650"/>
                <a:gd name="connsiteY793" fmla="*/ 316392 h 1454091"/>
                <a:gd name="connsiteX794" fmla="*/ 1095077 w 4719650"/>
                <a:gd name="connsiteY794" fmla="*/ 318031 h 1454091"/>
                <a:gd name="connsiteX795" fmla="*/ 1098356 w 4719650"/>
                <a:gd name="connsiteY795" fmla="*/ 319671 h 1454091"/>
                <a:gd name="connsiteX796" fmla="*/ 1101634 w 4719650"/>
                <a:gd name="connsiteY796" fmla="*/ 319671 h 1454091"/>
                <a:gd name="connsiteX797" fmla="*/ 1106552 w 4719650"/>
                <a:gd name="connsiteY797" fmla="*/ 321310 h 1454091"/>
                <a:gd name="connsiteX798" fmla="*/ 1109831 w 4719650"/>
                <a:gd name="connsiteY798" fmla="*/ 324589 h 1454091"/>
                <a:gd name="connsiteX799" fmla="*/ 1113110 w 4719650"/>
                <a:gd name="connsiteY799" fmla="*/ 326228 h 1454091"/>
                <a:gd name="connsiteX800" fmla="*/ 1116388 w 4719650"/>
                <a:gd name="connsiteY800" fmla="*/ 326228 h 1454091"/>
                <a:gd name="connsiteX801" fmla="*/ 1121306 w 4719650"/>
                <a:gd name="connsiteY801" fmla="*/ 327867 h 1454091"/>
                <a:gd name="connsiteX802" fmla="*/ 1124585 w 4719650"/>
                <a:gd name="connsiteY802" fmla="*/ 329507 h 1454091"/>
                <a:gd name="connsiteX803" fmla="*/ 1129503 w 4719650"/>
                <a:gd name="connsiteY803" fmla="*/ 331146 h 1454091"/>
                <a:gd name="connsiteX804" fmla="*/ 1129503 w 4719650"/>
                <a:gd name="connsiteY804" fmla="*/ 334425 h 1454091"/>
                <a:gd name="connsiteX805" fmla="*/ 1132782 w 4719650"/>
                <a:gd name="connsiteY805" fmla="*/ 337703 h 1454091"/>
                <a:gd name="connsiteX806" fmla="*/ 1136060 w 4719650"/>
                <a:gd name="connsiteY806" fmla="*/ 336064 h 1454091"/>
                <a:gd name="connsiteX807" fmla="*/ 1139339 w 4719650"/>
                <a:gd name="connsiteY807" fmla="*/ 332785 h 1454091"/>
                <a:gd name="connsiteX808" fmla="*/ 1140979 w 4719650"/>
                <a:gd name="connsiteY808" fmla="*/ 332785 h 1454091"/>
                <a:gd name="connsiteX809" fmla="*/ 1137700 w 4719650"/>
                <a:gd name="connsiteY809" fmla="*/ 327867 h 1454091"/>
                <a:gd name="connsiteX810" fmla="*/ 1140979 w 4719650"/>
                <a:gd name="connsiteY810" fmla="*/ 324589 h 1454091"/>
                <a:gd name="connsiteX811" fmla="*/ 1142617 w 4719650"/>
                <a:gd name="connsiteY811" fmla="*/ 321310 h 1454091"/>
                <a:gd name="connsiteX812" fmla="*/ 1142617 w 4719650"/>
                <a:gd name="connsiteY812" fmla="*/ 316392 h 1454091"/>
                <a:gd name="connsiteX813" fmla="*/ 1142617 w 4719650"/>
                <a:gd name="connsiteY813" fmla="*/ 313113 h 1454091"/>
                <a:gd name="connsiteX814" fmla="*/ 1137700 w 4719650"/>
                <a:gd name="connsiteY814" fmla="*/ 311474 h 1454091"/>
                <a:gd name="connsiteX815" fmla="*/ 1142617 w 4719650"/>
                <a:gd name="connsiteY815" fmla="*/ 309835 h 1454091"/>
                <a:gd name="connsiteX816" fmla="*/ 1137700 w 4719650"/>
                <a:gd name="connsiteY816" fmla="*/ 308195 h 1454091"/>
                <a:gd name="connsiteX817" fmla="*/ 1134421 w 4719650"/>
                <a:gd name="connsiteY817" fmla="*/ 309835 h 1454091"/>
                <a:gd name="connsiteX818" fmla="*/ 1131142 w 4719650"/>
                <a:gd name="connsiteY818" fmla="*/ 309835 h 1454091"/>
                <a:gd name="connsiteX819" fmla="*/ 1126224 w 4719650"/>
                <a:gd name="connsiteY819" fmla="*/ 308195 h 1454091"/>
                <a:gd name="connsiteX820" fmla="*/ 1122946 w 4719650"/>
                <a:gd name="connsiteY820" fmla="*/ 306556 h 1454091"/>
                <a:gd name="connsiteX821" fmla="*/ 1118027 w 4719650"/>
                <a:gd name="connsiteY821" fmla="*/ 304917 h 1454091"/>
                <a:gd name="connsiteX822" fmla="*/ 1114749 w 4719650"/>
                <a:gd name="connsiteY822" fmla="*/ 301638 h 1454091"/>
                <a:gd name="connsiteX823" fmla="*/ 1111470 w 4719650"/>
                <a:gd name="connsiteY823" fmla="*/ 299999 h 1454091"/>
                <a:gd name="connsiteX824" fmla="*/ 1108192 w 4719650"/>
                <a:gd name="connsiteY824" fmla="*/ 296720 h 1454091"/>
                <a:gd name="connsiteX825" fmla="*/ 1103273 w 4719650"/>
                <a:gd name="connsiteY825" fmla="*/ 293441 h 1454091"/>
                <a:gd name="connsiteX826" fmla="*/ 1103273 w 4719650"/>
                <a:gd name="connsiteY826" fmla="*/ 290163 h 1454091"/>
                <a:gd name="connsiteX827" fmla="*/ 1101634 w 4719650"/>
                <a:gd name="connsiteY827" fmla="*/ 286884 h 1454091"/>
                <a:gd name="connsiteX828" fmla="*/ 1098356 w 4719650"/>
                <a:gd name="connsiteY828" fmla="*/ 288523 h 1454091"/>
                <a:gd name="connsiteX829" fmla="*/ 1095077 w 4719650"/>
                <a:gd name="connsiteY829" fmla="*/ 286884 h 1454091"/>
                <a:gd name="connsiteX830" fmla="*/ 1090159 w 4719650"/>
                <a:gd name="connsiteY830" fmla="*/ 286884 h 1454091"/>
                <a:gd name="connsiteX831" fmla="*/ 1086880 w 4719650"/>
                <a:gd name="connsiteY831" fmla="*/ 285245 h 1454091"/>
                <a:gd name="connsiteX832" fmla="*/ 1083602 w 4719650"/>
                <a:gd name="connsiteY832" fmla="*/ 283605 h 1454091"/>
                <a:gd name="connsiteX833" fmla="*/ 1078683 w 4719650"/>
                <a:gd name="connsiteY833" fmla="*/ 283605 h 1454091"/>
                <a:gd name="connsiteX834" fmla="*/ 1075405 w 4719650"/>
                <a:gd name="connsiteY834" fmla="*/ 281966 h 1454091"/>
                <a:gd name="connsiteX835" fmla="*/ 1072126 w 4719650"/>
                <a:gd name="connsiteY835" fmla="*/ 281966 h 1454091"/>
                <a:gd name="connsiteX836" fmla="*/ 1067208 w 4719650"/>
                <a:gd name="connsiteY836" fmla="*/ 280327 h 1454091"/>
                <a:gd name="connsiteX837" fmla="*/ 1067208 w 4719650"/>
                <a:gd name="connsiteY837" fmla="*/ 285245 h 1454091"/>
                <a:gd name="connsiteX838" fmla="*/ 1063930 w 4719650"/>
                <a:gd name="connsiteY838" fmla="*/ 281966 h 1454091"/>
                <a:gd name="connsiteX839" fmla="*/ 1060651 w 4719650"/>
                <a:gd name="connsiteY839" fmla="*/ 278687 h 1454091"/>
                <a:gd name="connsiteX840" fmla="*/ 1060651 w 4719650"/>
                <a:gd name="connsiteY840" fmla="*/ 275409 h 1454091"/>
                <a:gd name="connsiteX841" fmla="*/ 1059012 w 4719650"/>
                <a:gd name="connsiteY841" fmla="*/ 270491 h 1454091"/>
                <a:gd name="connsiteX842" fmla="*/ 1059012 w 4719650"/>
                <a:gd name="connsiteY842" fmla="*/ 268851 h 1454091"/>
                <a:gd name="connsiteX843" fmla="*/ 1062290 w 4719650"/>
                <a:gd name="connsiteY843" fmla="*/ 268851 h 1454091"/>
                <a:gd name="connsiteX844" fmla="*/ 1065569 w 4719650"/>
                <a:gd name="connsiteY844" fmla="*/ 270491 h 1454091"/>
                <a:gd name="connsiteX845" fmla="*/ 1068847 w 4719650"/>
                <a:gd name="connsiteY845" fmla="*/ 268851 h 1454091"/>
                <a:gd name="connsiteX846" fmla="*/ 1070487 w 4719650"/>
                <a:gd name="connsiteY846" fmla="*/ 265573 h 1454091"/>
                <a:gd name="connsiteX847" fmla="*/ 1065569 w 4719650"/>
                <a:gd name="connsiteY847" fmla="*/ 262294 h 1454091"/>
                <a:gd name="connsiteX848" fmla="*/ 1062290 w 4719650"/>
                <a:gd name="connsiteY848" fmla="*/ 262294 h 1454091"/>
                <a:gd name="connsiteX849" fmla="*/ 1062290 w 4719650"/>
                <a:gd name="connsiteY849" fmla="*/ 259015 h 1454091"/>
                <a:gd name="connsiteX850" fmla="*/ 1060651 w 4719650"/>
                <a:gd name="connsiteY850" fmla="*/ 254097 h 1454091"/>
                <a:gd name="connsiteX851" fmla="*/ 1059012 w 4719650"/>
                <a:gd name="connsiteY851" fmla="*/ 250818 h 1454091"/>
                <a:gd name="connsiteX852" fmla="*/ 1057372 w 4719650"/>
                <a:gd name="connsiteY852" fmla="*/ 247540 h 1454091"/>
                <a:gd name="connsiteX853" fmla="*/ 1059012 w 4719650"/>
                <a:gd name="connsiteY853" fmla="*/ 242622 h 1454091"/>
                <a:gd name="connsiteX854" fmla="*/ 1054093 w 4719650"/>
                <a:gd name="connsiteY854" fmla="*/ 239343 h 1454091"/>
                <a:gd name="connsiteX855" fmla="*/ 1050815 w 4719650"/>
                <a:gd name="connsiteY855" fmla="*/ 239343 h 1454091"/>
                <a:gd name="connsiteX856" fmla="*/ 1045897 w 4719650"/>
                <a:gd name="connsiteY856" fmla="*/ 239343 h 1454091"/>
                <a:gd name="connsiteX857" fmla="*/ 1042618 w 4719650"/>
                <a:gd name="connsiteY857" fmla="*/ 240982 h 1454091"/>
                <a:gd name="connsiteX858" fmla="*/ 1039339 w 4719650"/>
                <a:gd name="connsiteY858" fmla="*/ 240982 h 1454091"/>
                <a:gd name="connsiteX859" fmla="*/ 1036061 w 4719650"/>
                <a:gd name="connsiteY859" fmla="*/ 236065 h 1454091"/>
                <a:gd name="connsiteX860" fmla="*/ 1039339 w 4719650"/>
                <a:gd name="connsiteY860" fmla="*/ 232786 h 1454091"/>
                <a:gd name="connsiteX861" fmla="*/ 1036061 w 4719650"/>
                <a:gd name="connsiteY861" fmla="*/ 232786 h 1454091"/>
                <a:gd name="connsiteX862" fmla="*/ 1032782 w 4719650"/>
                <a:gd name="connsiteY862" fmla="*/ 229507 h 1454091"/>
                <a:gd name="connsiteX863" fmla="*/ 1034422 w 4719650"/>
                <a:gd name="connsiteY863" fmla="*/ 224589 h 1454091"/>
                <a:gd name="connsiteX864" fmla="*/ 1039339 w 4719650"/>
                <a:gd name="connsiteY864" fmla="*/ 221310 h 1454091"/>
                <a:gd name="connsiteX865" fmla="*/ 1042618 w 4719650"/>
                <a:gd name="connsiteY865" fmla="*/ 221310 h 1454091"/>
                <a:gd name="connsiteX866" fmla="*/ 1047536 w 4719650"/>
                <a:gd name="connsiteY866" fmla="*/ 219671 h 1454091"/>
                <a:gd name="connsiteX867" fmla="*/ 1050815 w 4719650"/>
                <a:gd name="connsiteY867" fmla="*/ 218032 h 1454091"/>
                <a:gd name="connsiteX868" fmla="*/ 1055733 w 4719650"/>
                <a:gd name="connsiteY868" fmla="*/ 216392 h 1454091"/>
                <a:gd name="connsiteX869" fmla="*/ 1059012 w 4719650"/>
                <a:gd name="connsiteY869" fmla="*/ 214753 h 1454091"/>
                <a:gd name="connsiteX870" fmla="*/ 1062290 w 4719650"/>
                <a:gd name="connsiteY870" fmla="*/ 209835 h 1454091"/>
                <a:gd name="connsiteX871" fmla="*/ 1065569 w 4719650"/>
                <a:gd name="connsiteY871" fmla="*/ 208196 h 1454091"/>
                <a:gd name="connsiteX872" fmla="*/ 1067208 w 4719650"/>
                <a:gd name="connsiteY872" fmla="*/ 204917 h 1454091"/>
                <a:gd name="connsiteX873" fmla="*/ 1067208 w 4719650"/>
                <a:gd name="connsiteY873" fmla="*/ 199999 h 1454091"/>
                <a:gd name="connsiteX874" fmla="*/ 1067208 w 4719650"/>
                <a:gd name="connsiteY874" fmla="*/ 196720 h 1454091"/>
                <a:gd name="connsiteX875" fmla="*/ 1067208 w 4719650"/>
                <a:gd name="connsiteY875" fmla="*/ 196720 h 1454091"/>
                <a:gd name="connsiteX876" fmla="*/ 1067208 w 4719650"/>
                <a:gd name="connsiteY876" fmla="*/ 191802 h 1454091"/>
                <a:gd name="connsiteX877" fmla="*/ 1065569 w 4719650"/>
                <a:gd name="connsiteY877" fmla="*/ 188524 h 1454091"/>
                <a:gd name="connsiteX878" fmla="*/ 1065569 w 4719650"/>
                <a:gd name="connsiteY878" fmla="*/ 185245 h 1454091"/>
                <a:gd name="connsiteX879" fmla="*/ 1065569 w 4719650"/>
                <a:gd name="connsiteY879" fmla="*/ 181966 h 1454091"/>
                <a:gd name="connsiteX880" fmla="*/ 1063930 w 4719650"/>
                <a:gd name="connsiteY880" fmla="*/ 177048 h 1454091"/>
                <a:gd name="connsiteX881" fmla="*/ 1065569 w 4719650"/>
                <a:gd name="connsiteY881" fmla="*/ 173770 h 1454091"/>
                <a:gd name="connsiteX882" fmla="*/ 1065569 w 4719650"/>
                <a:gd name="connsiteY882" fmla="*/ 170491 h 1454091"/>
                <a:gd name="connsiteX883" fmla="*/ 1068847 w 4719650"/>
                <a:gd name="connsiteY883" fmla="*/ 165573 h 1454091"/>
                <a:gd name="connsiteX884" fmla="*/ 1070487 w 4719650"/>
                <a:gd name="connsiteY884" fmla="*/ 162294 h 1454091"/>
                <a:gd name="connsiteX885" fmla="*/ 1075405 w 4719650"/>
                <a:gd name="connsiteY885" fmla="*/ 162294 h 1454091"/>
                <a:gd name="connsiteX886" fmla="*/ 1078683 w 4719650"/>
                <a:gd name="connsiteY886" fmla="*/ 163934 h 1454091"/>
                <a:gd name="connsiteX887" fmla="*/ 1075405 w 4719650"/>
                <a:gd name="connsiteY887" fmla="*/ 165573 h 1454091"/>
                <a:gd name="connsiteX888" fmla="*/ 1078683 w 4719650"/>
                <a:gd name="connsiteY888" fmla="*/ 165573 h 1454091"/>
                <a:gd name="connsiteX889" fmla="*/ 1081962 w 4719650"/>
                <a:gd name="connsiteY889" fmla="*/ 165573 h 1454091"/>
                <a:gd name="connsiteX890" fmla="*/ 1086880 w 4719650"/>
                <a:gd name="connsiteY890" fmla="*/ 165573 h 1454091"/>
                <a:gd name="connsiteX891" fmla="*/ 1088520 w 4719650"/>
                <a:gd name="connsiteY891" fmla="*/ 165573 h 1454091"/>
                <a:gd name="connsiteX892" fmla="*/ 1091798 w 4719650"/>
                <a:gd name="connsiteY892" fmla="*/ 165573 h 1454091"/>
                <a:gd name="connsiteX893" fmla="*/ 1096716 w 4719650"/>
                <a:gd name="connsiteY893" fmla="*/ 165573 h 1454091"/>
                <a:gd name="connsiteX894" fmla="*/ 1099995 w 4719650"/>
                <a:gd name="connsiteY894" fmla="*/ 165573 h 1454091"/>
                <a:gd name="connsiteX895" fmla="*/ 1104913 w 4719650"/>
                <a:gd name="connsiteY895" fmla="*/ 165573 h 1454091"/>
                <a:gd name="connsiteX896" fmla="*/ 1108192 w 4719650"/>
                <a:gd name="connsiteY896" fmla="*/ 165573 h 1454091"/>
                <a:gd name="connsiteX897" fmla="*/ 1111470 w 4719650"/>
                <a:gd name="connsiteY897" fmla="*/ 163934 h 1454091"/>
                <a:gd name="connsiteX898" fmla="*/ 1116388 w 4719650"/>
                <a:gd name="connsiteY898" fmla="*/ 163934 h 1454091"/>
                <a:gd name="connsiteX899" fmla="*/ 1119667 w 4719650"/>
                <a:gd name="connsiteY899" fmla="*/ 165573 h 1454091"/>
                <a:gd name="connsiteX900" fmla="*/ 1124585 w 4719650"/>
                <a:gd name="connsiteY900" fmla="*/ 163934 h 1454091"/>
                <a:gd name="connsiteX901" fmla="*/ 1127864 w 4719650"/>
                <a:gd name="connsiteY901" fmla="*/ 163934 h 1454091"/>
                <a:gd name="connsiteX902" fmla="*/ 1132782 w 4719650"/>
                <a:gd name="connsiteY902" fmla="*/ 165573 h 1454091"/>
                <a:gd name="connsiteX903" fmla="*/ 1136060 w 4719650"/>
                <a:gd name="connsiteY903" fmla="*/ 165573 h 1454091"/>
                <a:gd name="connsiteX904" fmla="*/ 1140979 w 4719650"/>
                <a:gd name="connsiteY904" fmla="*/ 168852 h 1454091"/>
                <a:gd name="connsiteX905" fmla="*/ 1144257 w 4719650"/>
                <a:gd name="connsiteY905" fmla="*/ 167212 h 1454091"/>
                <a:gd name="connsiteX906" fmla="*/ 1149175 w 4719650"/>
                <a:gd name="connsiteY906" fmla="*/ 168852 h 1454091"/>
                <a:gd name="connsiteX907" fmla="*/ 1152454 w 4719650"/>
                <a:gd name="connsiteY907" fmla="*/ 168852 h 1454091"/>
                <a:gd name="connsiteX908" fmla="*/ 1157372 w 4719650"/>
                <a:gd name="connsiteY908" fmla="*/ 168852 h 1454091"/>
                <a:gd name="connsiteX909" fmla="*/ 1160650 w 4719650"/>
                <a:gd name="connsiteY909" fmla="*/ 170491 h 1454091"/>
                <a:gd name="connsiteX910" fmla="*/ 1165569 w 4719650"/>
                <a:gd name="connsiteY910" fmla="*/ 172130 h 1454091"/>
                <a:gd name="connsiteX911" fmla="*/ 1167208 w 4719650"/>
                <a:gd name="connsiteY911" fmla="*/ 177048 h 1454091"/>
                <a:gd name="connsiteX912" fmla="*/ 1172126 w 4719650"/>
                <a:gd name="connsiteY912" fmla="*/ 178688 h 1454091"/>
                <a:gd name="connsiteX913" fmla="*/ 1172126 w 4719650"/>
                <a:gd name="connsiteY913" fmla="*/ 181966 h 1454091"/>
                <a:gd name="connsiteX914" fmla="*/ 1175404 w 4719650"/>
                <a:gd name="connsiteY914" fmla="*/ 185245 h 1454091"/>
                <a:gd name="connsiteX915" fmla="*/ 1175404 w 4719650"/>
                <a:gd name="connsiteY915" fmla="*/ 190163 h 1454091"/>
                <a:gd name="connsiteX916" fmla="*/ 1175404 w 4719650"/>
                <a:gd name="connsiteY916" fmla="*/ 193442 h 1454091"/>
                <a:gd name="connsiteX917" fmla="*/ 1175404 w 4719650"/>
                <a:gd name="connsiteY917" fmla="*/ 196720 h 1454091"/>
                <a:gd name="connsiteX918" fmla="*/ 1175404 w 4719650"/>
                <a:gd name="connsiteY918" fmla="*/ 199999 h 1454091"/>
                <a:gd name="connsiteX919" fmla="*/ 1172126 w 4719650"/>
                <a:gd name="connsiteY919" fmla="*/ 203278 h 1454091"/>
                <a:gd name="connsiteX920" fmla="*/ 1175404 w 4719650"/>
                <a:gd name="connsiteY920" fmla="*/ 208196 h 1454091"/>
                <a:gd name="connsiteX921" fmla="*/ 1172126 w 4719650"/>
                <a:gd name="connsiteY921" fmla="*/ 211474 h 1454091"/>
                <a:gd name="connsiteX922" fmla="*/ 1168847 w 4719650"/>
                <a:gd name="connsiteY922" fmla="*/ 213114 h 1454091"/>
                <a:gd name="connsiteX923" fmla="*/ 1165569 w 4719650"/>
                <a:gd name="connsiteY923" fmla="*/ 214753 h 1454091"/>
                <a:gd name="connsiteX924" fmla="*/ 1168847 w 4719650"/>
                <a:gd name="connsiteY924" fmla="*/ 218032 h 1454091"/>
                <a:gd name="connsiteX925" fmla="*/ 1172126 w 4719650"/>
                <a:gd name="connsiteY925" fmla="*/ 219671 h 1454091"/>
                <a:gd name="connsiteX926" fmla="*/ 1177044 w 4719650"/>
                <a:gd name="connsiteY926" fmla="*/ 221310 h 1454091"/>
                <a:gd name="connsiteX927" fmla="*/ 1180323 w 4719650"/>
                <a:gd name="connsiteY927" fmla="*/ 222950 h 1454091"/>
                <a:gd name="connsiteX928" fmla="*/ 1185240 w 4719650"/>
                <a:gd name="connsiteY928" fmla="*/ 224589 h 1454091"/>
                <a:gd name="connsiteX929" fmla="*/ 1188519 w 4719650"/>
                <a:gd name="connsiteY929" fmla="*/ 226228 h 1454091"/>
                <a:gd name="connsiteX930" fmla="*/ 1191798 w 4719650"/>
                <a:gd name="connsiteY930" fmla="*/ 226228 h 1454091"/>
                <a:gd name="connsiteX931" fmla="*/ 1196716 w 4719650"/>
                <a:gd name="connsiteY931" fmla="*/ 227868 h 1454091"/>
                <a:gd name="connsiteX932" fmla="*/ 1198355 w 4719650"/>
                <a:gd name="connsiteY932" fmla="*/ 232786 h 1454091"/>
                <a:gd name="connsiteX933" fmla="*/ 1201634 w 4719650"/>
                <a:gd name="connsiteY933" fmla="*/ 234425 h 1454091"/>
                <a:gd name="connsiteX934" fmla="*/ 1204913 w 4719650"/>
                <a:gd name="connsiteY934" fmla="*/ 236065 h 1454091"/>
                <a:gd name="connsiteX935" fmla="*/ 1206552 w 4719650"/>
                <a:gd name="connsiteY935" fmla="*/ 240982 h 1454091"/>
                <a:gd name="connsiteX936" fmla="*/ 1208191 w 4719650"/>
                <a:gd name="connsiteY936" fmla="*/ 244261 h 1454091"/>
                <a:gd name="connsiteX937" fmla="*/ 1208191 w 4719650"/>
                <a:gd name="connsiteY937" fmla="*/ 247540 h 1454091"/>
                <a:gd name="connsiteX938" fmla="*/ 1211470 w 4719650"/>
                <a:gd name="connsiteY938" fmla="*/ 250818 h 1454091"/>
                <a:gd name="connsiteX939" fmla="*/ 1213109 w 4719650"/>
                <a:gd name="connsiteY939" fmla="*/ 254097 h 1454091"/>
                <a:gd name="connsiteX940" fmla="*/ 1209830 w 4719650"/>
                <a:gd name="connsiteY940" fmla="*/ 257376 h 1454091"/>
                <a:gd name="connsiteX941" fmla="*/ 1208191 w 4719650"/>
                <a:gd name="connsiteY941" fmla="*/ 260655 h 1454091"/>
                <a:gd name="connsiteX942" fmla="*/ 1213109 w 4719650"/>
                <a:gd name="connsiteY942" fmla="*/ 262294 h 1454091"/>
                <a:gd name="connsiteX943" fmla="*/ 1214749 w 4719650"/>
                <a:gd name="connsiteY943" fmla="*/ 265573 h 1454091"/>
                <a:gd name="connsiteX944" fmla="*/ 1216388 w 4719650"/>
                <a:gd name="connsiteY944" fmla="*/ 268851 h 1454091"/>
                <a:gd name="connsiteX945" fmla="*/ 1218027 w 4719650"/>
                <a:gd name="connsiteY945" fmla="*/ 270491 h 1454091"/>
                <a:gd name="connsiteX946" fmla="*/ 1222945 w 4719650"/>
                <a:gd name="connsiteY946" fmla="*/ 273769 h 1454091"/>
                <a:gd name="connsiteX947" fmla="*/ 1224584 w 4719650"/>
                <a:gd name="connsiteY947" fmla="*/ 277048 h 1454091"/>
                <a:gd name="connsiteX948" fmla="*/ 1222945 w 4719650"/>
                <a:gd name="connsiteY948" fmla="*/ 281966 h 1454091"/>
                <a:gd name="connsiteX949" fmla="*/ 1226224 w 4719650"/>
                <a:gd name="connsiteY949" fmla="*/ 285245 h 1454091"/>
                <a:gd name="connsiteX950" fmla="*/ 1229503 w 4719650"/>
                <a:gd name="connsiteY950" fmla="*/ 288523 h 1454091"/>
                <a:gd name="connsiteX951" fmla="*/ 1229503 w 4719650"/>
                <a:gd name="connsiteY951" fmla="*/ 291802 h 1454091"/>
                <a:gd name="connsiteX952" fmla="*/ 1232781 w 4719650"/>
                <a:gd name="connsiteY952" fmla="*/ 295081 h 1454091"/>
                <a:gd name="connsiteX953" fmla="*/ 1231142 w 4719650"/>
                <a:gd name="connsiteY953" fmla="*/ 299999 h 1454091"/>
                <a:gd name="connsiteX954" fmla="*/ 1232781 w 4719650"/>
                <a:gd name="connsiteY954" fmla="*/ 303277 h 1454091"/>
                <a:gd name="connsiteX955" fmla="*/ 1236060 w 4719650"/>
                <a:gd name="connsiteY955" fmla="*/ 306556 h 1454091"/>
                <a:gd name="connsiteX956" fmla="*/ 1240978 w 4719650"/>
                <a:gd name="connsiteY956" fmla="*/ 309835 h 1454091"/>
                <a:gd name="connsiteX957" fmla="*/ 1244257 w 4719650"/>
                <a:gd name="connsiteY957" fmla="*/ 311474 h 1454091"/>
                <a:gd name="connsiteX958" fmla="*/ 1247535 w 4719650"/>
                <a:gd name="connsiteY958" fmla="*/ 313113 h 1454091"/>
                <a:gd name="connsiteX959" fmla="*/ 1252453 w 4719650"/>
                <a:gd name="connsiteY959" fmla="*/ 314753 h 1454091"/>
                <a:gd name="connsiteX960" fmla="*/ 1255732 w 4719650"/>
                <a:gd name="connsiteY960" fmla="*/ 316392 h 1454091"/>
                <a:gd name="connsiteX961" fmla="*/ 1260650 w 4719650"/>
                <a:gd name="connsiteY961" fmla="*/ 318031 h 1454091"/>
                <a:gd name="connsiteX962" fmla="*/ 1263929 w 4719650"/>
                <a:gd name="connsiteY962" fmla="*/ 319671 h 1454091"/>
                <a:gd name="connsiteX963" fmla="*/ 1268847 w 4719650"/>
                <a:gd name="connsiteY963" fmla="*/ 321310 h 1454091"/>
                <a:gd name="connsiteX964" fmla="*/ 1272125 w 4719650"/>
                <a:gd name="connsiteY964" fmla="*/ 321310 h 1454091"/>
                <a:gd name="connsiteX965" fmla="*/ 1277043 w 4719650"/>
                <a:gd name="connsiteY965" fmla="*/ 326228 h 1454091"/>
                <a:gd name="connsiteX966" fmla="*/ 1273764 w 4719650"/>
                <a:gd name="connsiteY966" fmla="*/ 329507 h 1454091"/>
                <a:gd name="connsiteX967" fmla="*/ 1272125 w 4719650"/>
                <a:gd name="connsiteY967" fmla="*/ 332785 h 1454091"/>
                <a:gd name="connsiteX968" fmla="*/ 1268847 w 4719650"/>
                <a:gd name="connsiteY968" fmla="*/ 337703 h 1454091"/>
                <a:gd name="connsiteX969" fmla="*/ 1270486 w 4719650"/>
                <a:gd name="connsiteY969" fmla="*/ 340982 h 1454091"/>
                <a:gd name="connsiteX970" fmla="*/ 1273764 w 4719650"/>
                <a:gd name="connsiteY970" fmla="*/ 342621 h 1454091"/>
                <a:gd name="connsiteX971" fmla="*/ 1277043 w 4719650"/>
                <a:gd name="connsiteY971" fmla="*/ 347539 h 1454091"/>
                <a:gd name="connsiteX972" fmla="*/ 1275404 w 4719650"/>
                <a:gd name="connsiteY972" fmla="*/ 350818 h 1454091"/>
                <a:gd name="connsiteX973" fmla="*/ 1278683 w 4719650"/>
                <a:gd name="connsiteY973" fmla="*/ 354097 h 1454091"/>
                <a:gd name="connsiteX974" fmla="*/ 1273764 w 4719650"/>
                <a:gd name="connsiteY974" fmla="*/ 355736 h 1454091"/>
                <a:gd name="connsiteX975" fmla="*/ 1270486 w 4719650"/>
                <a:gd name="connsiteY975" fmla="*/ 359015 h 1454091"/>
                <a:gd name="connsiteX976" fmla="*/ 1265568 w 4719650"/>
                <a:gd name="connsiteY976" fmla="*/ 362293 h 1454091"/>
                <a:gd name="connsiteX977" fmla="*/ 1265568 w 4719650"/>
                <a:gd name="connsiteY977" fmla="*/ 362293 h 1454091"/>
                <a:gd name="connsiteX978" fmla="*/ 1265568 w 4719650"/>
                <a:gd name="connsiteY978" fmla="*/ 365572 h 1454091"/>
                <a:gd name="connsiteX979" fmla="*/ 1263929 w 4719650"/>
                <a:gd name="connsiteY979" fmla="*/ 370490 h 1454091"/>
                <a:gd name="connsiteX980" fmla="*/ 1259010 w 4719650"/>
                <a:gd name="connsiteY980" fmla="*/ 372129 h 1454091"/>
                <a:gd name="connsiteX981" fmla="*/ 1263929 w 4719650"/>
                <a:gd name="connsiteY981" fmla="*/ 377047 h 1454091"/>
                <a:gd name="connsiteX982" fmla="*/ 1260650 w 4719650"/>
                <a:gd name="connsiteY982" fmla="*/ 375408 h 1454091"/>
                <a:gd name="connsiteX983" fmla="*/ 1255732 w 4719650"/>
                <a:gd name="connsiteY983" fmla="*/ 377047 h 1454091"/>
                <a:gd name="connsiteX984" fmla="*/ 1259010 w 4719650"/>
                <a:gd name="connsiteY984" fmla="*/ 378687 h 1454091"/>
                <a:gd name="connsiteX985" fmla="*/ 1257371 w 4719650"/>
                <a:gd name="connsiteY985" fmla="*/ 381965 h 1454091"/>
                <a:gd name="connsiteX986" fmla="*/ 1252453 w 4719650"/>
                <a:gd name="connsiteY986" fmla="*/ 383605 h 1454091"/>
                <a:gd name="connsiteX987" fmla="*/ 1249174 w 4719650"/>
                <a:gd name="connsiteY987" fmla="*/ 385244 h 1454091"/>
                <a:gd name="connsiteX988" fmla="*/ 1245896 w 4719650"/>
                <a:gd name="connsiteY988" fmla="*/ 385244 h 1454091"/>
                <a:gd name="connsiteX989" fmla="*/ 1245896 w 4719650"/>
                <a:gd name="connsiteY989" fmla="*/ 385244 h 1454091"/>
                <a:gd name="connsiteX990" fmla="*/ 1242617 w 4719650"/>
                <a:gd name="connsiteY990" fmla="*/ 386883 h 1454091"/>
                <a:gd name="connsiteX991" fmla="*/ 1237699 w 4719650"/>
                <a:gd name="connsiteY991" fmla="*/ 388523 h 1454091"/>
                <a:gd name="connsiteX992" fmla="*/ 1234420 w 4719650"/>
                <a:gd name="connsiteY992" fmla="*/ 388523 h 1454091"/>
                <a:gd name="connsiteX993" fmla="*/ 1231142 w 4719650"/>
                <a:gd name="connsiteY993" fmla="*/ 390162 h 1454091"/>
                <a:gd name="connsiteX994" fmla="*/ 1229503 w 4719650"/>
                <a:gd name="connsiteY994" fmla="*/ 390162 h 1454091"/>
                <a:gd name="connsiteX995" fmla="*/ 1226224 w 4719650"/>
                <a:gd name="connsiteY995" fmla="*/ 391802 h 1454091"/>
                <a:gd name="connsiteX996" fmla="*/ 1222945 w 4719650"/>
                <a:gd name="connsiteY996" fmla="*/ 393441 h 1454091"/>
                <a:gd name="connsiteX997" fmla="*/ 1219666 w 4719650"/>
                <a:gd name="connsiteY997" fmla="*/ 395080 h 1454091"/>
                <a:gd name="connsiteX998" fmla="*/ 1214749 w 4719650"/>
                <a:gd name="connsiteY998" fmla="*/ 393441 h 1454091"/>
                <a:gd name="connsiteX999" fmla="*/ 1211470 w 4719650"/>
                <a:gd name="connsiteY999" fmla="*/ 391802 h 1454091"/>
                <a:gd name="connsiteX1000" fmla="*/ 1208191 w 4719650"/>
                <a:gd name="connsiteY1000" fmla="*/ 390162 h 1454091"/>
                <a:gd name="connsiteX1001" fmla="*/ 1204913 w 4719650"/>
                <a:gd name="connsiteY1001" fmla="*/ 386883 h 1454091"/>
                <a:gd name="connsiteX1002" fmla="*/ 1201634 w 4719650"/>
                <a:gd name="connsiteY1002" fmla="*/ 388523 h 1454091"/>
                <a:gd name="connsiteX1003" fmla="*/ 1196716 w 4719650"/>
                <a:gd name="connsiteY1003" fmla="*/ 388523 h 1454091"/>
                <a:gd name="connsiteX1004" fmla="*/ 1193437 w 4719650"/>
                <a:gd name="connsiteY1004" fmla="*/ 390162 h 1454091"/>
                <a:gd name="connsiteX1005" fmla="*/ 1190159 w 4719650"/>
                <a:gd name="connsiteY1005" fmla="*/ 388523 h 1454091"/>
                <a:gd name="connsiteX1006" fmla="*/ 1185240 w 4719650"/>
                <a:gd name="connsiteY1006" fmla="*/ 388523 h 1454091"/>
                <a:gd name="connsiteX1007" fmla="*/ 1181962 w 4719650"/>
                <a:gd name="connsiteY1007" fmla="*/ 388523 h 1454091"/>
                <a:gd name="connsiteX1008" fmla="*/ 1178683 w 4719650"/>
                <a:gd name="connsiteY1008" fmla="*/ 390162 h 1454091"/>
                <a:gd name="connsiteX1009" fmla="*/ 1178683 w 4719650"/>
                <a:gd name="connsiteY1009" fmla="*/ 390162 h 1454091"/>
                <a:gd name="connsiteX1010" fmla="*/ 1178683 w 4719650"/>
                <a:gd name="connsiteY1010" fmla="*/ 390162 h 1454091"/>
                <a:gd name="connsiteX1011" fmla="*/ 1183601 w 4719650"/>
                <a:gd name="connsiteY1011" fmla="*/ 391802 h 1454091"/>
                <a:gd name="connsiteX1012" fmla="*/ 1185240 w 4719650"/>
                <a:gd name="connsiteY1012" fmla="*/ 395080 h 1454091"/>
                <a:gd name="connsiteX1013" fmla="*/ 1188519 w 4719650"/>
                <a:gd name="connsiteY1013" fmla="*/ 398359 h 1454091"/>
                <a:gd name="connsiteX1014" fmla="*/ 1191798 w 4719650"/>
                <a:gd name="connsiteY1014" fmla="*/ 399998 h 1454091"/>
                <a:gd name="connsiteX1015" fmla="*/ 1196716 w 4719650"/>
                <a:gd name="connsiteY1015" fmla="*/ 401637 h 1454091"/>
                <a:gd name="connsiteX1016" fmla="*/ 1199994 w 4719650"/>
                <a:gd name="connsiteY1016" fmla="*/ 401637 h 1454091"/>
                <a:gd name="connsiteX1017" fmla="*/ 1203273 w 4719650"/>
                <a:gd name="connsiteY1017" fmla="*/ 401637 h 1454091"/>
                <a:gd name="connsiteX1018" fmla="*/ 1206552 w 4719650"/>
                <a:gd name="connsiteY1018" fmla="*/ 401637 h 1454091"/>
                <a:gd name="connsiteX1019" fmla="*/ 1211470 w 4719650"/>
                <a:gd name="connsiteY1019" fmla="*/ 404916 h 1454091"/>
                <a:gd name="connsiteX1020" fmla="*/ 1214749 w 4719650"/>
                <a:gd name="connsiteY1020" fmla="*/ 404916 h 1454091"/>
                <a:gd name="connsiteX1021" fmla="*/ 1218027 w 4719650"/>
                <a:gd name="connsiteY1021" fmla="*/ 404916 h 1454091"/>
                <a:gd name="connsiteX1022" fmla="*/ 1221306 w 4719650"/>
                <a:gd name="connsiteY1022" fmla="*/ 406555 h 1454091"/>
                <a:gd name="connsiteX1023" fmla="*/ 1226224 w 4719650"/>
                <a:gd name="connsiteY1023" fmla="*/ 406555 h 1454091"/>
                <a:gd name="connsiteX1024" fmla="*/ 1229503 w 4719650"/>
                <a:gd name="connsiteY1024" fmla="*/ 408195 h 1454091"/>
                <a:gd name="connsiteX1025" fmla="*/ 1232781 w 4719650"/>
                <a:gd name="connsiteY1025" fmla="*/ 406555 h 1454091"/>
                <a:gd name="connsiteX1026" fmla="*/ 1237699 w 4719650"/>
                <a:gd name="connsiteY1026" fmla="*/ 406555 h 1454091"/>
                <a:gd name="connsiteX1027" fmla="*/ 1240978 w 4719650"/>
                <a:gd name="connsiteY1027" fmla="*/ 406555 h 1454091"/>
                <a:gd name="connsiteX1028" fmla="*/ 1245896 w 4719650"/>
                <a:gd name="connsiteY1028" fmla="*/ 406555 h 1454091"/>
                <a:gd name="connsiteX1029" fmla="*/ 1249174 w 4719650"/>
                <a:gd name="connsiteY1029" fmla="*/ 406555 h 1454091"/>
                <a:gd name="connsiteX1030" fmla="*/ 1252453 w 4719650"/>
                <a:gd name="connsiteY1030" fmla="*/ 406555 h 1454091"/>
                <a:gd name="connsiteX1031" fmla="*/ 1257371 w 4719650"/>
                <a:gd name="connsiteY1031" fmla="*/ 406555 h 1454091"/>
                <a:gd name="connsiteX1032" fmla="*/ 1260650 w 4719650"/>
                <a:gd name="connsiteY1032" fmla="*/ 408195 h 1454091"/>
                <a:gd name="connsiteX1033" fmla="*/ 1265568 w 4719650"/>
                <a:gd name="connsiteY1033" fmla="*/ 408195 h 1454091"/>
                <a:gd name="connsiteX1034" fmla="*/ 1268847 w 4719650"/>
                <a:gd name="connsiteY1034" fmla="*/ 409834 h 1454091"/>
                <a:gd name="connsiteX1035" fmla="*/ 1272125 w 4719650"/>
                <a:gd name="connsiteY1035" fmla="*/ 411473 h 1454091"/>
                <a:gd name="connsiteX1036" fmla="*/ 1275404 w 4719650"/>
                <a:gd name="connsiteY1036" fmla="*/ 411473 h 1454091"/>
                <a:gd name="connsiteX1037" fmla="*/ 1277043 w 4719650"/>
                <a:gd name="connsiteY1037" fmla="*/ 411473 h 1454091"/>
                <a:gd name="connsiteX1038" fmla="*/ 1281961 w 4719650"/>
                <a:gd name="connsiteY1038" fmla="*/ 409834 h 1454091"/>
                <a:gd name="connsiteX1039" fmla="*/ 1285240 w 4719650"/>
                <a:gd name="connsiteY1039" fmla="*/ 406555 h 1454091"/>
                <a:gd name="connsiteX1040" fmla="*/ 1281961 w 4719650"/>
                <a:gd name="connsiteY1040" fmla="*/ 403277 h 1454091"/>
                <a:gd name="connsiteX1041" fmla="*/ 1281961 w 4719650"/>
                <a:gd name="connsiteY1041" fmla="*/ 399998 h 1454091"/>
                <a:gd name="connsiteX1042" fmla="*/ 1285240 w 4719650"/>
                <a:gd name="connsiteY1042" fmla="*/ 396719 h 1454091"/>
                <a:gd name="connsiteX1043" fmla="*/ 1288519 w 4719650"/>
                <a:gd name="connsiteY1043" fmla="*/ 396719 h 1454091"/>
                <a:gd name="connsiteX1044" fmla="*/ 1293437 w 4719650"/>
                <a:gd name="connsiteY1044" fmla="*/ 395080 h 1454091"/>
                <a:gd name="connsiteX1045" fmla="*/ 1296716 w 4719650"/>
                <a:gd name="connsiteY1045" fmla="*/ 391802 h 1454091"/>
                <a:gd name="connsiteX1046" fmla="*/ 1299994 w 4719650"/>
                <a:gd name="connsiteY1046" fmla="*/ 390162 h 1454091"/>
                <a:gd name="connsiteX1047" fmla="*/ 1304912 w 4719650"/>
                <a:gd name="connsiteY1047" fmla="*/ 388523 h 1454091"/>
                <a:gd name="connsiteX1048" fmla="*/ 1308191 w 4719650"/>
                <a:gd name="connsiteY1048" fmla="*/ 388523 h 1454091"/>
                <a:gd name="connsiteX1049" fmla="*/ 1311469 w 4719650"/>
                <a:gd name="connsiteY1049" fmla="*/ 383605 h 1454091"/>
                <a:gd name="connsiteX1050" fmla="*/ 1313109 w 4719650"/>
                <a:gd name="connsiteY1050" fmla="*/ 380326 h 1454091"/>
                <a:gd name="connsiteX1051" fmla="*/ 1313109 w 4719650"/>
                <a:gd name="connsiteY1051" fmla="*/ 377047 h 1454091"/>
                <a:gd name="connsiteX1052" fmla="*/ 1313109 w 4719650"/>
                <a:gd name="connsiteY1052" fmla="*/ 373769 h 1454091"/>
                <a:gd name="connsiteX1053" fmla="*/ 1311469 w 4719650"/>
                <a:gd name="connsiteY1053" fmla="*/ 368851 h 1454091"/>
                <a:gd name="connsiteX1054" fmla="*/ 1313109 w 4719650"/>
                <a:gd name="connsiteY1054" fmla="*/ 365572 h 1454091"/>
                <a:gd name="connsiteX1055" fmla="*/ 1316387 w 4719650"/>
                <a:gd name="connsiteY1055" fmla="*/ 362293 h 1454091"/>
                <a:gd name="connsiteX1056" fmla="*/ 1319666 w 4719650"/>
                <a:gd name="connsiteY1056" fmla="*/ 360654 h 1454091"/>
                <a:gd name="connsiteX1057" fmla="*/ 1324584 w 4719650"/>
                <a:gd name="connsiteY1057" fmla="*/ 357375 h 1454091"/>
                <a:gd name="connsiteX1058" fmla="*/ 1326223 w 4719650"/>
                <a:gd name="connsiteY1058" fmla="*/ 352457 h 1454091"/>
                <a:gd name="connsiteX1059" fmla="*/ 1324584 w 4719650"/>
                <a:gd name="connsiteY1059" fmla="*/ 349179 h 1454091"/>
                <a:gd name="connsiteX1060" fmla="*/ 1322945 w 4719650"/>
                <a:gd name="connsiteY1060" fmla="*/ 345900 h 1454091"/>
                <a:gd name="connsiteX1061" fmla="*/ 1318027 w 4719650"/>
                <a:gd name="connsiteY1061" fmla="*/ 340982 h 1454091"/>
                <a:gd name="connsiteX1062" fmla="*/ 1314748 w 4719650"/>
                <a:gd name="connsiteY1062" fmla="*/ 337703 h 1454091"/>
                <a:gd name="connsiteX1063" fmla="*/ 1311469 w 4719650"/>
                <a:gd name="connsiteY1063" fmla="*/ 336064 h 1454091"/>
                <a:gd name="connsiteX1064" fmla="*/ 1308191 w 4719650"/>
                <a:gd name="connsiteY1064" fmla="*/ 332785 h 1454091"/>
                <a:gd name="connsiteX1065" fmla="*/ 1303273 w 4719650"/>
                <a:gd name="connsiteY1065" fmla="*/ 331146 h 1454091"/>
                <a:gd name="connsiteX1066" fmla="*/ 1299994 w 4719650"/>
                <a:gd name="connsiteY1066" fmla="*/ 327867 h 1454091"/>
                <a:gd name="connsiteX1067" fmla="*/ 1299994 w 4719650"/>
                <a:gd name="connsiteY1067" fmla="*/ 324589 h 1454091"/>
                <a:gd name="connsiteX1068" fmla="*/ 1298354 w 4719650"/>
                <a:gd name="connsiteY1068" fmla="*/ 321310 h 1454091"/>
                <a:gd name="connsiteX1069" fmla="*/ 1296716 w 4719650"/>
                <a:gd name="connsiteY1069" fmla="*/ 316392 h 1454091"/>
                <a:gd name="connsiteX1070" fmla="*/ 1299994 w 4719650"/>
                <a:gd name="connsiteY1070" fmla="*/ 314753 h 1454091"/>
                <a:gd name="connsiteX1071" fmla="*/ 1304912 w 4719650"/>
                <a:gd name="connsiteY1071" fmla="*/ 314753 h 1454091"/>
                <a:gd name="connsiteX1072" fmla="*/ 1308191 w 4719650"/>
                <a:gd name="connsiteY1072" fmla="*/ 313113 h 1454091"/>
                <a:gd name="connsiteX1073" fmla="*/ 1313109 w 4719650"/>
                <a:gd name="connsiteY1073" fmla="*/ 313113 h 1454091"/>
                <a:gd name="connsiteX1074" fmla="*/ 1316387 w 4719650"/>
                <a:gd name="connsiteY1074" fmla="*/ 311474 h 1454091"/>
                <a:gd name="connsiteX1075" fmla="*/ 1319666 w 4719650"/>
                <a:gd name="connsiteY1075" fmla="*/ 309835 h 1454091"/>
                <a:gd name="connsiteX1076" fmla="*/ 1324584 w 4719650"/>
                <a:gd name="connsiteY1076" fmla="*/ 309835 h 1454091"/>
                <a:gd name="connsiteX1077" fmla="*/ 1327863 w 4719650"/>
                <a:gd name="connsiteY1077" fmla="*/ 309835 h 1454091"/>
                <a:gd name="connsiteX1078" fmla="*/ 1331141 w 4719650"/>
                <a:gd name="connsiteY1078" fmla="*/ 308195 h 1454091"/>
                <a:gd name="connsiteX1079" fmla="*/ 1336060 w 4719650"/>
                <a:gd name="connsiteY1079" fmla="*/ 308195 h 1454091"/>
                <a:gd name="connsiteX1080" fmla="*/ 1339338 w 4719650"/>
                <a:gd name="connsiteY1080" fmla="*/ 306556 h 1454091"/>
                <a:gd name="connsiteX1081" fmla="*/ 1342617 w 4719650"/>
                <a:gd name="connsiteY1081" fmla="*/ 306556 h 1454091"/>
                <a:gd name="connsiteX1082" fmla="*/ 1347535 w 4719650"/>
                <a:gd name="connsiteY1082" fmla="*/ 306556 h 1454091"/>
                <a:gd name="connsiteX1083" fmla="*/ 1350813 w 4719650"/>
                <a:gd name="connsiteY1083" fmla="*/ 308195 h 1454091"/>
                <a:gd name="connsiteX1084" fmla="*/ 1355731 w 4719650"/>
                <a:gd name="connsiteY1084" fmla="*/ 311474 h 1454091"/>
                <a:gd name="connsiteX1085" fmla="*/ 1355731 w 4719650"/>
                <a:gd name="connsiteY1085" fmla="*/ 314753 h 1454091"/>
                <a:gd name="connsiteX1086" fmla="*/ 1360650 w 4719650"/>
                <a:gd name="connsiteY1086" fmla="*/ 316392 h 1454091"/>
                <a:gd name="connsiteX1087" fmla="*/ 1363928 w 4719650"/>
                <a:gd name="connsiteY1087" fmla="*/ 318031 h 1454091"/>
                <a:gd name="connsiteX1088" fmla="*/ 1368846 w 4719650"/>
                <a:gd name="connsiteY1088" fmla="*/ 319671 h 1454091"/>
                <a:gd name="connsiteX1089" fmla="*/ 1372125 w 4719650"/>
                <a:gd name="connsiteY1089" fmla="*/ 321310 h 1454091"/>
                <a:gd name="connsiteX1090" fmla="*/ 1375403 w 4719650"/>
                <a:gd name="connsiteY1090" fmla="*/ 321310 h 1454091"/>
                <a:gd name="connsiteX1091" fmla="*/ 1380321 w 4719650"/>
                <a:gd name="connsiteY1091" fmla="*/ 324589 h 1454091"/>
                <a:gd name="connsiteX1092" fmla="*/ 1381961 w 4719650"/>
                <a:gd name="connsiteY1092" fmla="*/ 327867 h 1454091"/>
                <a:gd name="connsiteX1093" fmla="*/ 1383600 w 4719650"/>
                <a:gd name="connsiteY1093" fmla="*/ 331146 h 1454091"/>
                <a:gd name="connsiteX1094" fmla="*/ 1386879 w 4719650"/>
                <a:gd name="connsiteY1094" fmla="*/ 334425 h 1454091"/>
                <a:gd name="connsiteX1095" fmla="*/ 1388518 w 4719650"/>
                <a:gd name="connsiteY1095" fmla="*/ 339343 h 1454091"/>
                <a:gd name="connsiteX1096" fmla="*/ 1390157 w 4719650"/>
                <a:gd name="connsiteY1096" fmla="*/ 342621 h 1454091"/>
                <a:gd name="connsiteX1097" fmla="*/ 1391797 w 4719650"/>
                <a:gd name="connsiteY1097" fmla="*/ 345900 h 1454091"/>
                <a:gd name="connsiteX1098" fmla="*/ 1393436 w 4719650"/>
                <a:gd name="connsiteY1098" fmla="*/ 350818 h 1454091"/>
                <a:gd name="connsiteX1099" fmla="*/ 1390157 w 4719650"/>
                <a:gd name="connsiteY1099" fmla="*/ 349179 h 1454091"/>
                <a:gd name="connsiteX1100" fmla="*/ 1393436 w 4719650"/>
                <a:gd name="connsiteY1100" fmla="*/ 354097 h 1454091"/>
                <a:gd name="connsiteX1101" fmla="*/ 1398354 w 4719650"/>
                <a:gd name="connsiteY1101" fmla="*/ 355736 h 1454091"/>
                <a:gd name="connsiteX1102" fmla="*/ 1401633 w 4719650"/>
                <a:gd name="connsiteY1102" fmla="*/ 355736 h 1454091"/>
                <a:gd name="connsiteX1103" fmla="*/ 1406551 w 4719650"/>
                <a:gd name="connsiteY1103" fmla="*/ 357375 h 1454091"/>
                <a:gd name="connsiteX1104" fmla="*/ 1409830 w 4719650"/>
                <a:gd name="connsiteY1104" fmla="*/ 359015 h 1454091"/>
                <a:gd name="connsiteX1105" fmla="*/ 1413108 w 4719650"/>
                <a:gd name="connsiteY1105" fmla="*/ 360654 h 1454091"/>
                <a:gd name="connsiteX1106" fmla="*/ 1416387 w 4719650"/>
                <a:gd name="connsiteY1106" fmla="*/ 360654 h 1454091"/>
                <a:gd name="connsiteX1107" fmla="*/ 1418026 w 4719650"/>
                <a:gd name="connsiteY1107" fmla="*/ 360654 h 1454091"/>
                <a:gd name="connsiteX1108" fmla="*/ 1422944 w 4719650"/>
                <a:gd name="connsiteY1108" fmla="*/ 360654 h 1454091"/>
                <a:gd name="connsiteX1109" fmla="*/ 1426223 w 4719650"/>
                <a:gd name="connsiteY1109" fmla="*/ 360654 h 1454091"/>
                <a:gd name="connsiteX1110" fmla="*/ 1429501 w 4719650"/>
                <a:gd name="connsiteY1110" fmla="*/ 360654 h 1454091"/>
                <a:gd name="connsiteX1111" fmla="*/ 1432780 w 4719650"/>
                <a:gd name="connsiteY1111" fmla="*/ 360654 h 1454091"/>
                <a:gd name="connsiteX1112" fmla="*/ 1437698 w 4719650"/>
                <a:gd name="connsiteY1112" fmla="*/ 360654 h 1454091"/>
                <a:gd name="connsiteX1113" fmla="*/ 1440977 w 4719650"/>
                <a:gd name="connsiteY1113" fmla="*/ 359015 h 1454091"/>
                <a:gd name="connsiteX1114" fmla="*/ 1444256 w 4719650"/>
                <a:gd name="connsiteY1114" fmla="*/ 360654 h 1454091"/>
                <a:gd name="connsiteX1115" fmla="*/ 1449174 w 4719650"/>
                <a:gd name="connsiteY1115" fmla="*/ 360654 h 1454091"/>
                <a:gd name="connsiteX1116" fmla="*/ 1444256 w 4719650"/>
                <a:gd name="connsiteY1116" fmla="*/ 359015 h 1454091"/>
                <a:gd name="connsiteX1117" fmla="*/ 1440977 w 4719650"/>
                <a:gd name="connsiteY1117" fmla="*/ 357375 h 1454091"/>
                <a:gd name="connsiteX1118" fmla="*/ 1436059 w 4719650"/>
                <a:gd name="connsiteY1118" fmla="*/ 359015 h 1454091"/>
                <a:gd name="connsiteX1119" fmla="*/ 1432780 w 4719650"/>
                <a:gd name="connsiteY1119" fmla="*/ 357375 h 1454091"/>
                <a:gd name="connsiteX1120" fmla="*/ 1429501 w 4719650"/>
                <a:gd name="connsiteY1120" fmla="*/ 357375 h 1454091"/>
                <a:gd name="connsiteX1121" fmla="*/ 1424584 w 4719650"/>
                <a:gd name="connsiteY1121" fmla="*/ 357375 h 1454091"/>
                <a:gd name="connsiteX1122" fmla="*/ 1421305 w 4719650"/>
                <a:gd name="connsiteY1122" fmla="*/ 355736 h 1454091"/>
                <a:gd name="connsiteX1123" fmla="*/ 1416387 w 4719650"/>
                <a:gd name="connsiteY1123" fmla="*/ 355736 h 1454091"/>
                <a:gd name="connsiteX1124" fmla="*/ 1416387 w 4719650"/>
                <a:gd name="connsiteY1124" fmla="*/ 355736 h 1454091"/>
                <a:gd name="connsiteX1125" fmla="*/ 1411469 w 4719650"/>
                <a:gd name="connsiteY1125" fmla="*/ 354097 h 1454091"/>
                <a:gd name="connsiteX1126" fmla="*/ 1408190 w 4719650"/>
                <a:gd name="connsiteY1126" fmla="*/ 354097 h 1454091"/>
                <a:gd name="connsiteX1127" fmla="*/ 1404911 w 4719650"/>
                <a:gd name="connsiteY1127" fmla="*/ 354097 h 1454091"/>
                <a:gd name="connsiteX1128" fmla="*/ 1399994 w 4719650"/>
                <a:gd name="connsiteY1128" fmla="*/ 350818 h 1454091"/>
                <a:gd name="connsiteX1129" fmla="*/ 1399994 w 4719650"/>
                <a:gd name="connsiteY1129" fmla="*/ 347539 h 1454091"/>
                <a:gd name="connsiteX1130" fmla="*/ 1396715 w 4719650"/>
                <a:gd name="connsiteY1130" fmla="*/ 342621 h 1454091"/>
                <a:gd name="connsiteX1131" fmla="*/ 1396715 w 4719650"/>
                <a:gd name="connsiteY1131" fmla="*/ 339343 h 1454091"/>
                <a:gd name="connsiteX1132" fmla="*/ 1399994 w 4719650"/>
                <a:gd name="connsiteY1132" fmla="*/ 336064 h 1454091"/>
                <a:gd name="connsiteX1133" fmla="*/ 1403272 w 4719650"/>
                <a:gd name="connsiteY1133" fmla="*/ 336064 h 1454091"/>
                <a:gd name="connsiteX1134" fmla="*/ 1406551 w 4719650"/>
                <a:gd name="connsiteY1134" fmla="*/ 334425 h 1454091"/>
                <a:gd name="connsiteX1135" fmla="*/ 1406551 w 4719650"/>
                <a:gd name="connsiteY1135" fmla="*/ 331146 h 1454091"/>
                <a:gd name="connsiteX1136" fmla="*/ 1403272 w 4719650"/>
                <a:gd name="connsiteY1136" fmla="*/ 329507 h 1454091"/>
                <a:gd name="connsiteX1137" fmla="*/ 1399994 w 4719650"/>
                <a:gd name="connsiteY1137" fmla="*/ 327867 h 1454091"/>
                <a:gd name="connsiteX1138" fmla="*/ 1395076 w 4719650"/>
                <a:gd name="connsiteY1138" fmla="*/ 324589 h 1454091"/>
                <a:gd name="connsiteX1139" fmla="*/ 1391797 w 4719650"/>
                <a:gd name="connsiteY1139" fmla="*/ 322949 h 1454091"/>
                <a:gd name="connsiteX1140" fmla="*/ 1390157 w 4719650"/>
                <a:gd name="connsiteY1140" fmla="*/ 318031 h 1454091"/>
                <a:gd name="connsiteX1141" fmla="*/ 1386879 w 4719650"/>
                <a:gd name="connsiteY1141" fmla="*/ 314753 h 1454091"/>
                <a:gd name="connsiteX1142" fmla="*/ 1383600 w 4719650"/>
                <a:gd name="connsiteY1142" fmla="*/ 311474 h 1454091"/>
                <a:gd name="connsiteX1143" fmla="*/ 1380321 w 4719650"/>
                <a:gd name="connsiteY1143" fmla="*/ 309835 h 1454091"/>
                <a:gd name="connsiteX1144" fmla="*/ 1375403 w 4719650"/>
                <a:gd name="connsiteY1144" fmla="*/ 309835 h 1454091"/>
                <a:gd name="connsiteX1145" fmla="*/ 1372125 w 4719650"/>
                <a:gd name="connsiteY1145" fmla="*/ 308195 h 1454091"/>
                <a:gd name="connsiteX1146" fmla="*/ 1367207 w 4719650"/>
                <a:gd name="connsiteY1146" fmla="*/ 306556 h 1454091"/>
                <a:gd name="connsiteX1147" fmla="*/ 1363928 w 4719650"/>
                <a:gd name="connsiteY1147" fmla="*/ 306556 h 1454091"/>
                <a:gd name="connsiteX1148" fmla="*/ 1360650 w 4719650"/>
                <a:gd name="connsiteY1148" fmla="*/ 306556 h 1454091"/>
                <a:gd name="connsiteX1149" fmla="*/ 1355731 w 4719650"/>
                <a:gd name="connsiteY1149" fmla="*/ 304917 h 1454091"/>
                <a:gd name="connsiteX1150" fmla="*/ 1352453 w 4719650"/>
                <a:gd name="connsiteY1150" fmla="*/ 301638 h 1454091"/>
                <a:gd name="connsiteX1151" fmla="*/ 1349174 w 4719650"/>
                <a:gd name="connsiteY1151" fmla="*/ 301638 h 1454091"/>
                <a:gd name="connsiteX1152" fmla="*/ 1344256 w 4719650"/>
                <a:gd name="connsiteY1152" fmla="*/ 301638 h 1454091"/>
                <a:gd name="connsiteX1153" fmla="*/ 1340977 w 4719650"/>
                <a:gd name="connsiteY1153" fmla="*/ 301638 h 1454091"/>
                <a:gd name="connsiteX1154" fmla="*/ 1336060 w 4719650"/>
                <a:gd name="connsiteY1154" fmla="*/ 299999 h 1454091"/>
                <a:gd name="connsiteX1155" fmla="*/ 1332781 w 4719650"/>
                <a:gd name="connsiteY1155" fmla="*/ 298359 h 1454091"/>
                <a:gd name="connsiteX1156" fmla="*/ 1329502 w 4719650"/>
                <a:gd name="connsiteY1156" fmla="*/ 298359 h 1454091"/>
                <a:gd name="connsiteX1157" fmla="*/ 1324584 w 4719650"/>
                <a:gd name="connsiteY1157" fmla="*/ 298359 h 1454091"/>
                <a:gd name="connsiteX1158" fmla="*/ 1321306 w 4719650"/>
                <a:gd name="connsiteY1158" fmla="*/ 298359 h 1454091"/>
                <a:gd name="connsiteX1159" fmla="*/ 1316387 w 4719650"/>
                <a:gd name="connsiteY1159" fmla="*/ 296720 h 1454091"/>
                <a:gd name="connsiteX1160" fmla="*/ 1313109 w 4719650"/>
                <a:gd name="connsiteY1160" fmla="*/ 298359 h 1454091"/>
                <a:gd name="connsiteX1161" fmla="*/ 1309830 w 4719650"/>
                <a:gd name="connsiteY1161" fmla="*/ 299999 h 1454091"/>
                <a:gd name="connsiteX1162" fmla="*/ 1304912 w 4719650"/>
                <a:gd name="connsiteY1162" fmla="*/ 301638 h 1454091"/>
                <a:gd name="connsiteX1163" fmla="*/ 1301633 w 4719650"/>
                <a:gd name="connsiteY1163" fmla="*/ 303277 h 1454091"/>
                <a:gd name="connsiteX1164" fmla="*/ 1298354 w 4719650"/>
                <a:gd name="connsiteY1164" fmla="*/ 303277 h 1454091"/>
                <a:gd name="connsiteX1165" fmla="*/ 1293437 w 4719650"/>
                <a:gd name="connsiteY1165" fmla="*/ 303277 h 1454091"/>
                <a:gd name="connsiteX1166" fmla="*/ 1290158 w 4719650"/>
                <a:gd name="connsiteY1166" fmla="*/ 301638 h 1454091"/>
                <a:gd name="connsiteX1167" fmla="*/ 1285240 w 4719650"/>
                <a:gd name="connsiteY1167" fmla="*/ 301638 h 1454091"/>
                <a:gd name="connsiteX1168" fmla="*/ 1281961 w 4719650"/>
                <a:gd name="connsiteY1168" fmla="*/ 301638 h 1454091"/>
                <a:gd name="connsiteX1169" fmla="*/ 1278683 w 4719650"/>
                <a:gd name="connsiteY1169" fmla="*/ 303277 h 1454091"/>
                <a:gd name="connsiteX1170" fmla="*/ 1273764 w 4719650"/>
                <a:gd name="connsiteY1170" fmla="*/ 303277 h 1454091"/>
                <a:gd name="connsiteX1171" fmla="*/ 1270486 w 4719650"/>
                <a:gd name="connsiteY1171" fmla="*/ 301638 h 1454091"/>
                <a:gd name="connsiteX1172" fmla="*/ 1267207 w 4719650"/>
                <a:gd name="connsiteY1172" fmla="*/ 298359 h 1454091"/>
                <a:gd name="connsiteX1173" fmla="*/ 1267207 w 4719650"/>
                <a:gd name="connsiteY1173" fmla="*/ 295081 h 1454091"/>
                <a:gd name="connsiteX1174" fmla="*/ 1265568 w 4719650"/>
                <a:gd name="connsiteY1174" fmla="*/ 290163 h 1454091"/>
                <a:gd name="connsiteX1175" fmla="*/ 1262289 w 4719650"/>
                <a:gd name="connsiteY1175" fmla="*/ 286884 h 1454091"/>
                <a:gd name="connsiteX1176" fmla="*/ 1259010 w 4719650"/>
                <a:gd name="connsiteY1176" fmla="*/ 285245 h 1454091"/>
                <a:gd name="connsiteX1177" fmla="*/ 1255732 w 4719650"/>
                <a:gd name="connsiteY1177" fmla="*/ 283605 h 1454091"/>
                <a:gd name="connsiteX1178" fmla="*/ 1250814 w 4719650"/>
                <a:gd name="connsiteY1178" fmla="*/ 280327 h 1454091"/>
                <a:gd name="connsiteX1179" fmla="*/ 1249174 w 4719650"/>
                <a:gd name="connsiteY1179" fmla="*/ 277048 h 1454091"/>
                <a:gd name="connsiteX1180" fmla="*/ 1249174 w 4719650"/>
                <a:gd name="connsiteY1180" fmla="*/ 273769 h 1454091"/>
                <a:gd name="connsiteX1181" fmla="*/ 1249174 w 4719650"/>
                <a:gd name="connsiteY1181" fmla="*/ 270491 h 1454091"/>
                <a:gd name="connsiteX1182" fmla="*/ 1249174 w 4719650"/>
                <a:gd name="connsiteY1182" fmla="*/ 268851 h 1454091"/>
                <a:gd name="connsiteX1183" fmla="*/ 1247535 w 4719650"/>
                <a:gd name="connsiteY1183" fmla="*/ 265573 h 1454091"/>
                <a:gd name="connsiteX1184" fmla="*/ 1247535 w 4719650"/>
                <a:gd name="connsiteY1184" fmla="*/ 262294 h 1454091"/>
                <a:gd name="connsiteX1185" fmla="*/ 1250814 w 4719650"/>
                <a:gd name="connsiteY1185" fmla="*/ 257376 h 1454091"/>
                <a:gd name="connsiteX1186" fmla="*/ 1252453 w 4719650"/>
                <a:gd name="connsiteY1186" fmla="*/ 254097 h 1454091"/>
                <a:gd name="connsiteX1187" fmla="*/ 1254093 w 4719650"/>
                <a:gd name="connsiteY1187" fmla="*/ 250818 h 1454091"/>
                <a:gd name="connsiteX1188" fmla="*/ 1252453 w 4719650"/>
                <a:gd name="connsiteY1188" fmla="*/ 245901 h 1454091"/>
                <a:gd name="connsiteX1189" fmla="*/ 1249174 w 4719650"/>
                <a:gd name="connsiteY1189" fmla="*/ 242622 h 1454091"/>
                <a:gd name="connsiteX1190" fmla="*/ 1244257 w 4719650"/>
                <a:gd name="connsiteY1190" fmla="*/ 242622 h 1454091"/>
                <a:gd name="connsiteX1191" fmla="*/ 1240978 w 4719650"/>
                <a:gd name="connsiteY1191" fmla="*/ 240982 h 1454091"/>
                <a:gd name="connsiteX1192" fmla="*/ 1237699 w 4719650"/>
                <a:gd name="connsiteY1192" fmla="*/ 239343 h 1454091"/>
                <a:gd name="connsiteX1193" fmla="*/ 1234420 w 4719650"/>
                <a:gd name="connsiteY1193" fmla="*/ 234425 h 1454091"/>
                <a:gd name="connsiteX1194" fmla="*/ 1229503 w 4719650"/>
                <a:gd name="connsiteY1194" fmla="*/ 232786 h 1454091"/>
                <a:gd name="connsiteX1195" fmla="*/ 1226224 w 4719650"/>
                <a:gd name="connsiteY1195" fmla="*/ 231146 h 1454091"/>
                <a:gd name="connsiteX1196" fmla="*/ 1222945 w 4719650"/>
                <a:gd name="connsiteY1196" fmla="*/ 227868 h 1454091"/>
                <a:gd name="connsiteX1197" fmla="*/ 1219666 w 4719650"/>
                <a:gd name="connsiteY1197" fmla="*/ 224589 h 1454091"/>
                <a:gd name="connsiteX1198" fmla="*/ 1214749 w 4719650"/>
                <a:gd name="connsiteY1198" fmla="*/ 222950 h 1454091"/>
                <a:gd name="connsiteX1199" fmla="*/ 1211470 w 4719650"/>
                <a:gd name="connsiteY1199" fmla="*/ 221310 h 1454091"/>
                <a:gd name="connsiteX1200" fmla="*/ 1206552 w 4719650"/>
                <a:gd name="connsiteY1200" fmla="*/ 219671 h 1454091"/>
                <a:gd name="connsiteX1201" fmla="*/ 1203273 w 4719650"/>
                <a:gd name="connsiteY1201" fmla="*/ 219671 h 1454091"/>
                <a:gd name="connsiteX1202" fmla="*/ 1199994 w 4719650"/>
                <a:gd name="connsiteY1202" fmla="*/ 218032 h 1454091"/>
                <a:gd name="connsiteX1203" fmla="*/ 1203273 w 4719650"/>
                <a:gd name="connsiteY1203" fmla="*/ 214753 h 1454091"/>
                <a:gd name="connsiteX1204" fmla="*/ 1206552 w 4719650"/>
                <a:gd name="connsiteY1204" fmla="*/ 209835 h 1454091"/>
                <a:gd name="connsiteX1205" fmla="*/ 1206552 w 4719650"/>
                <a:gd name="connsiteY1205" fmla="*/ 206556 h 1454091"/>
                <a:gd name="connsiteX1206" fmla="*/ 1206552 w 4719650"/>
                <a:gd name="connsiteY1206" fmla="*/ 203278 h 1454091"/>
                <a:gd name="connsiteX1207" fmla="*/ 1209830 w 4719650"/>
                <a:gd name="connsiteY1207" fmla="*/ 199999 h 1454091"/>
                <a:gd name="connsiteX1208" fmla="*/ 1214749 w 4719650"/>
                <a:gd name="connsiteY1208" fmla="*/ 199999 h 1454091"/>
                <a:gd name="connsiteX1209" fmla="*/ 1218027 w 4719650"/>
                <a:gd name="connsiteY1209" fmla="*/ 199999 h 1454091"/>
                <a:gd name="connsiteX1210" fmla="*/ 1222945 w 4719650"/>
                <a:gd name="connsiteY1210" fmla="*/ 198360 h 1454091"/>
                <a:gd name="connsiteX1211" fmla="*/ 1226224 w 4719650"/>
                <a:gd name="connsiteY1211" fmla="*/ 196720 h 1454091"/>
                <a:gd name="connsiteX1212" fmla="*/ 1227863 w 4719650"/>
                <a:gd name="connsiteY1212" fmla="*/ 196720 h 1454091"/>
                <a:gd name="connsiteX1213" fmla="*/ 1229503 w 4719650"/>
                <a:gd name="connsiteY1213" fmla="*/ 196720 h 1454091"/>
                <a:gd name="connsiteX1214" fmla="*/ 1232781 w 4719650"/>
                <a:gd name="connsiteY1214" fmla="*/ 195081 h 1454091"/>
                <a:gd name="connsiteX1215" fmla="*/ 1236060 w 4719650"/>
                <a:gd name="connsiteY1215" fmla="*/ 193442 h 1454091"/>
                <a:gd name="connsiteX1216" fmla="*/ 1237699 w 4719650"/>
                <a:gd name="connsiteY1216" fmla="*/ 190163 h 1454091"/>
                <a:gd name="connsiteX1217" fmla="*/ 1236060 w 4719650"/>
                <a:gd name="connsiteY1217" fmla="*/ 185245 h 1454091"/>
                <a:gd name="connsiteX1218" fmla="*/ 1232781 w 4719650"/>
                <a:gd name="connsiteY1218" fmla="*/ 181966 h 1454091"/>
                <a:gd name="connsiteX1219" fmla="*/ 1229503 w 4719650"/>
                <a:gd name="connsiteY1219" fmla="*/ 178688 h 1454091"/>
                <a:gd name="connsiteX1220" fmla="*/ 1226224 w 4719650"/>
                <a:gd name="connsiteY1220" fmla="*/ 173770 h 1454091"/>
                <a:gd name="connsiteX1221" fmla="*/ 1222945 w 4719650"/>
                <a:gd name="connsiteY1221" fmla="*/ 172130 h 1454091"/>
                <a:gd name="connsiteX1222" fmla="*/ 1219666 w 4719650"/>
                <a:gd name="connsiteY1222" fmla="*/ 170491 h 1454091"/>
                <a:gd name="connsiteX1223" fmla="*/ 1216388 w 4719650"/>
                <a:gd name="connsiteY1223" fmla="*/ 167212 h 1454091"/>
                <a:gd name="connsiteX1224" fmla="*/ 1219666 w 4719650"/>
                <a:gd name="connsiteY1224" fmla="*/ 165573 h 1454091"/>
                <a:gd name="connsiteX1225" fmla="*/ 1222945 w 4719650"/>
                <a:gd name="connsiteY1225" fmla="*/ 165573 h 1454091"/>
                <a:gd name="connsiteX1226" fmla="*/ 1227863 w 4719650"/>
                <a:gd name="connsiteY1226" fmla="*/ 167212 h 1454091"/>
                <a:gd name="connsiteX1227" fmla="*/ 1231142 w 4719650"/>
                <a:gd name="connsiteY1227" fmla="*/ 167212 h 1454091"/>
                <a:gd name="connsiteX1228" fmla="*/ 1234420 w 4719650"/>
                <a:gd name="connsiteY1228" fmla="*/ 168852 h 1454091"/>
                <a:gd name="connsiteX1229" fmla="*/ 1237699 w 4719650"/>
                <a:gd name="connsiteY1229" fmla="*/ 172130 h 1454091"/>
                <a:gd name="connsiteX1230" fmla="*/ 1240978 w 4719650"/>
                <a:gd name="connsiteY1230" fmla="*/ 175409 h 1454091"/>
                <a:gd name="connsiteX1231" fmla="*/ 1244257 w 4719650"/>
                <a:gd name="connsiteY1231" fmla="*/ 178688 h 1454091"/>
                <a:gd name="connsiteX1232" fmla="*/ 1247535 w 4719650"/>
                <a:gd name="connsiteY1232" fmla="*/ 181966 h 1454091"/>
                <a:gd name="connsiteX1233" fmla="*/ 1250814 w 4719650"/>
                <a:gd name="connsiteY1233" fmla="*/ 185245 h 1454091"/>
                <a:gd name="connsiteX1234" fmla="*/ 1252453 w 4719650"/>
                <a:gd name="connsiteY1234" fmla="*/ 188524 h 1454091"/>
                <a:gd name="connsiteX1235" fmla="*/ 1252453 w 4719650"/>
                <a:gd name="connsiteY1235" fmla="*/ 193442 h 1454091"/>
                <a:gd name="connsiteX1236" fmla="*/ 1252453 w 4719650"/>
                <a:gd name="connsiteY1236" fmla="*/ 196720 h 1454091"/>
                <a:gd name="connsiteX1237" fmla="*/ 1252453 w 4719650"/>
                <a:gd name="connsiteY1237" fmla="*/ 196720 h 1454091"/>
                <a:gd name="connsiteX1238" fmla="*/ 1250814 w 4719650"/>
                <a:gd name="connsiteY1238" fmla="*/ 201638 h 1454091"/>
                <a:gd name="connsiteX1239" fmla="*/ 1252453 w 4719650"/>
                <a:gd name="connsiteY1239" fmla="*/ 204917 h 1454091"/>
                <a:gd name="connsiteX1240" fmla="*/ 1255732 w 4719650"/>
                <a:gd name="connsiteY1240" fmla="*/ 206556 h 1454091"/>
                <a:gd name="connsiteX1241" fmla="*/ 1260650 w 4719650"/>
                <a:gd name="connsiteY1241" fmla="*/ 211474 h 1454091"/>
                <a:gd name="connsiteX1242" fmla="*/ 1263929 w 4719650"/>
                <a:gd name="connsiteY1242" fmla="*/ 213114 h 1454091"/>
                <a:gd name="connsiteX1243" fmla="*/ 1263929 w 4719650"/>
                <a:gd name="connsiteY1243" fmla="*/ 216392 h 1454091"/>
                <a:gd name="connsiteX1244" fmla="*/ 1259010 w 4719650"/>
                <a:gd name="connsiteY1244" fmla="*/ 218032 h 1454091"/>
                <a:gd name="connsiteX1245" fmla="*/ 1263929 w 4719650"/>
                <a:gd name="connsiteY1245" fmla="*/ 219671 h 1454091"/>
                <a:gd name="connsiteX1246" fmla="*/ 1267207 w 4719650"/>
                <a:gd name="connsiteY1246" fmla="*/ 221310 h 1454091"/>
                <a:gd name="connsiteX1247" fmla="*/ 1272125 w 4719650"/>
                <a:gd name="connsiteY1247" fmla="*/ 221310 h 1454091"/>
                <a:gd name="connsiteX1248" fmla="*/ 1275404 w 4719650"/>
                <a:gd name="connsiteY1248" fmla="*/ 222950 h 1454091"/>
                <a:gd name="connsiteX1249" fmla="*/ 1278683 w 4719650"/>
                <a:gd name="connsiteY1249" fmla="*/ 222950 h 1454091"/>
                <a:gd name="connsiteX1250" fmla="*/ 1283601 w 4719650"/>
                <a:gd name="connsiteY1250" fmla="*/ 224589 h 1454091"/>
                <a:gd name="connsiteX1251" fmla="*/ 1286879 w 4719650"/>
                <a:gd name="connsiteY1251" fmla="*/ 224589 h 1454091"/>
                <a:gd name="connsiteX1252" fmla="*/ 1291797 w 4719650"/>
                <a:gd name="connsiteY1252" fmla="*/ 224589 h 1454091"/>
                <a:gd name="connsiteX1253" fmla="*/ 1295076 w 4719650"/>
                <a:gd name="connsiteY1253" fmla="*/ 224589 h 1454091"/>
                <a:gd name="connsiteX1254" fmla="*/ 1298354 w 4719650"/>
                <a:gd name="connsiteY1254" fmla="*/ 224589 h 1454091"/>
                <a:gd name="connsiteX1255" fmla="*/ 1303273 w 4719650"/>
                <a:gd name="connsiteY1255" fmla="*/ 224589 h 1454091"/>
                <a:gd name="connsiteX1256" fmla="*/ 1306551 w 4719650"/>
                <a:gd name="connsiteY1256" fmla="*/ 226228 h 1454091"/>
                <a:gd name="connsiteX1257" fmla="*/ 1311469 w 4719650"/>
                <a:gd name="connsiteY1257" fmla="*/ 226228 h 1454091"/>
                <a:gd name="connsiteX1258" fmla="*/ 1314748 w 4719650"/>
                <a:gd name="connsiteY1258" fmla="*/ 229507 h 1454091"/>
                <a:gd name="connsiteX1259" fmla="*/ 1314748 w 4719650"/>
                <a:gd name="connsiteY1259" fmla="*/ 226228 h 1454091"/>
                <a:gd name="connsiteX1260" fmla="*/ 1319666 w 4719650"/>
                <a:gd name="connsiteY1260" fmla="*/ 226228 h 1454091"/>
                <a:gd name="connsiteX1261" fmla="*/ 1322945 w 4719650"/>
                <a:gd name="connsiteY1261" fmla="*/ 226228 h 1454091"/>
                <a:gd name="connsiteX1262" fmla="*/ 1326223 w 4719650"/>
                <a:gd name="connsiteY1262" fmla="*/ 226228 h 1454091"/>
                <a:gd name="connsiteX1263" fmla="*/ 1331141 w 4719650"/>
                <a:gd name="connsiteY1263" fmla="*/ 227868 h 1454091"/>
                <a:gd name="connsiteX1264" fmla="*/ 1332781 w 4719650"/>
                <a:gd name="connsiteY1264" fmla="*/ 227868 h 1454091"/>
                <a:gd name="connsiteX1265" fmla="*/ 1336060 w 4719650"/>
                <a:gd name="connsiteY1265" fmla="*/ 227868 h 1454091"/>
                <a:gd name="connsiteX1266" fmla="*/ 1339338 w 4719650"/>
                <a:gd name="connsiteY1266" fmla="*/ 229507 h 1454091"/>
                <a:gd name="connsiteX1267" fmla="*/ 1344256 w 4719650"/>
                <a:gd name="connsiteY1267" fmla="*/ 234425 h 1454091"/>
                <a:gd name="connsiteX1268" fmla="*/ 1347535 w 4719650"/>
                <a:gd name="connsiteY1268" fmla="*/ 234425 h 1454091"/>
                <a:gd name="connsiteX1269" fmla="*/ 1350813 w 4719650"/>
                <a:gd name="connsiteY1269" fmla="*/ 234425 h 1454091"/>
                <a:gd name="connsiteX1270" fmla="*/ 1355731 w 4719650"/>
                <a:gd name="connsiteY1270" fmla="*/ 236065 h 1454091"/>
                <a:gd name="connsiteX1271" fmla="*/ 1359010 w 4719650"/>
                <a:gd name="connsiteY1271" fmla="*/ 237704 h 1454091"/>
                <a:gd name="connsiteX1272" fmla="*/ 1362289 w 4719650"/>
                <a:gd name="connsiteY1272" fmla="*/ 236065 h 1454091"/>
                <a:gd name="connsiteX1273" fmla="*/ 1367207 w 4719650"/>
                <a:gd name="connsiteY1273" fmla="*/ 236065 h 1454091"/>
                <a:gd name="connsiteX1274" fmla="*/ 1370486 w 4719650"/>
                <a:gd name="connsiteY1274" fmla="*/ 236065 h 1454091"/>
                <a:gd name="connsiteX1275" fmla="*/ 1373764 w 4719650"/>
                <a:gd name="connsiteY1275" fmla="*/ 232786 h 1454091"/>
                <a:gd name="connsiteX1276" fmla="*/ 1370486 w 4719650"/>
                <a:gd name="connsiteY1276" fmla="*/ 234425 h 1454091"/>
                <a:gd name="connsiteX1277" fmla="*/ 1365567 w 4719650"/>
                <a:gd name="connsiteY1277" fmla="*/ 236065 h 1454091"/>
                <a:gd name="connsiteX1278" fmla="*/ 1362289 w 4719650"/>
                <a:gd name="connsiteY1278" fmla="*/ 234425 h 1454091"/>
                <a:gd name="connsiteX1279" fmla="*/ 1359010 w 4719650"/>
                <a:gd name="connsiteY1279" fmla="*/ 234425 h 1454091"/>
                <a:gd name="connsiteX1280" fmla="*/ 1359010 w 4719650"/>
                <a:gd name="connsiteY1280" fmla="*/ 231146 h 1454091"/>
                <a:gd name="connsiteX1281" fmla="*/ 1354092 w 4719650"/>
                <a:gd name="connsiteY1281" fmla="*/ 231146 h 1454091"/>
                <a:gd name="connsiteX1282" fmla="*/ 1350813 w 4719650"/>
                <a:gd name="connsiteY1282" fmla="*/ 229507 h 1454091"/>
                <a:gd name="connsiteX1283" fmla="*/ 1349174 w 4719650"/>
                <a:gd name="connsiteY1283" fmla="*/ 226228 h 1454091"/>
                <a:gd name="connsiteX1284" fmla="*/ 1345896 w 4719650"/>
                <a:gd name="connsiteY1284" fmla="*/ 222950 h 1454091"/>
                <a:gd name="connsiteX1285" fmla="*/ 1340977 w 4719650"/>
                <a:gd name="connsiteY1285" fmla="*/ 222950 h 1454091"/>
                <a:gd name="connsiteX1286" fmla="*/ 1337699 w 4719650"/>
                <a:gd name="connsiteY1286" fmla="*/ 222950 h 1454091"/>
                <a:gd name="connsiteX1287" fmla="*/ 1336060 w 4719650"/>
                <a:gd name="connsiteY1287" fmla="*/ 219671 h 1454091"/>
                <a:gd name="connsiteX1288" fmla="*/ 1331141 w 4719650"/>
                <a:gd name="connsiteY1288" fmla="*/ 222950 h 1454091"/>
                <a:gd name="connsiteX1289" fmla="*/ 1327863 w 4719650"/>
                <a:gd name="connsiteY1289" fmla="*/ 221310 h 1454091"/>
                <a:gd name="connsiteX1290" fmla="*/ 1322945 w 4719650"/>
                <a:gd name="connsiteY1290" fmla="*/ 221310 h 1454091"/>
                <a:gd name="connsiteX1291" fmla="*/ 1319666 w 4719650"/>
                <a:gd name="connsiteY1291" fmla="*/ 221310 h 1454091"/>
                <a:gd name="connsiteX1292" fmla="*/ 1316387 w 4719650"/>
                <a:gd name="connsiteY1292" fmla="*/ 219671 h 1454091"/>
                <a:gd name="connsiteX1293" fmla="*/ 1311469 w 4719650"/>
                <a:gd name="connsiteY1293" fmla="*/ 218032 h 1454091"/>
                <a:gd name="connsiteX1294" fmla="*/ 1308191 w 4719650"/>
                <a:gd name="connsiteY1294" fmla="*/ 218032 h 1454091"/>
                <a:gd name="connsiteX1295" fmla="*/ 1303273 w 4719650"/>
                <a:gd name="connsiteY1295" fmla="*/ 216392 h 1454091"/>
                <a:gd name="connsiteX1296" fmla="*/ 1299994 w 4719650"/>
                <a:gd name="connsiteY1296" fmla="*/ 216392 h 1454091"/>
                <a:gd name="connsiteX1297" fmla="*/ 1296716 w 4719650"/>
                <a:gd name="connsiteY1297" fmla="*/ 214753 h 1454091"/>
                <a:gd name="connsiteX1298" fmla="*/ 1293437 w 4719650"/>
                <a:gd name="connsiteY1298" fmla="*/ 213114 h 1454091"/>
                <a:gd name="connsiteX1299" fmla="*/ 1288519 w 4719650"/>
                <a:gd name="connsiteY1299" fmla="*/ 213114 h 1454091"/>
                <a:gd name="connsiteX1300" fmla="*/ 1285240 w 4719650"/>
                <a:gd name="connsiteY1300" fmla="*/ 213114 h 1454091"/>
                <a:gd name="connsiteX1301" fmla="*/ 1281961 w 4719650"/>
                <a:gd name="connsiteY1301" fmla="*/ 208196 h 1454091"/>
                <a:gd name="connsiteX1302" fmla="*/ 1277043 w 4719650"/>
                <a:gd name="connsiteY1302" fmla="*/ 206556 h 1454091"/>
                <a:gd name="connsiteX1303" fmla="*/ 1273764 w 4719650"/>
                <a:gd name="connsiteY1303" fmla="*/ 203278 h 1454091"/>
                <a:gd name="connsiteX1304" fmla="*/ 1270486 w 4719650"/>
                <a:gd name="connsiteY1304" fmla="*/ 199999 h 1454091"/>
                <a:gd name="connsiteX1305" fmla="*/ 1273764 w 4719650"/>
                <a:gd name="connsiteY1305" fmla="*/ 198360 h 1454091"/>
                <a:gd name="connsiteX1306" fmla="*/ 1277043 w 4719650"/>
                <a:gd name="connsiteY1306" fmla="*/ 196720 h 1454091"/>
                <a:gd name="connsiteX1307" fmla="*/ 1281961 w 4719650"/>
                <a:gd name="connsiteY1307" fmla="*/ 196720 h 1454091"/>
                <a:gd name="connsiteX1308" fmla="*/ 1285240 w 4719650"/>
                <a:gd name="connsiteY1308" fmla="*/ 195081 h 1454091"/>
                <a:gd name="connsiteX1309" fmla="*/ 1288519 w 4719650"/>
                <a:gd name="connsiteY1309" fmla="*/ 195081 h 1454091"/>
                <a:gd name="connsiteX1310" fmla="*/ 1293437 w 4719650"/>
                <a:gd name="connsiteY1310" fmla="*/ 195081 h 1454091"/>
                <a:gd name="connsiteX1311" fmla="*/ 1296716 w 4719650"/>
                <a:gd name="connsiteY1311" fmla="*/ 196720 h 1454091"/>
                <a:gd name="connsiteX1312" fmla="*/ 1298354 w 4719650"/>
                <a:gd name="connsiteY1312" fmla="*/ 196720 h 1454091"/>
                <a:gd name="connsiteX1313" fmla="*/ 1301633 w 4719650"/>
                <a:gd name="connsiteY1313" fmla="*/ 198360 h 1454091"/>
                <a:gd name="connsiteX1314" fmla="*/ 1306551 w 4719650"/>
                <a:gd name="connsiteY1314" fmla="*/ 199999 h 1454091"/>
                <a:gd name="connsiteX1315" fmla="*/ 1309830 w 4719650"/>
                <a:gd name="connsiteY1315" fmla="*/ 201638 h 1454091"/>
                <a:gd name="connsiteX1316" fmla="*/ 1313109 w 4719650"/>
                <a:gd name="connsiteY1316" fmla="*/ 203278 h 1454091"/>
                <a:gd name="connsiteX1317" fmla="*/ 1318027 w 4719650"/>
                <a:gd name="connsiteY1317" fmla="*/ 203278 h 1454091"/>
                <a:gd name="connsiteX1318" fmla="*/ 1321306 w 4719650"/>
                <a:gd name="connsiteY1318" fmla="*/ 203278 h 1454091"/>
                <a:gd name="connsiteX1319" fmla="*/ 1324584 w 4719650"/>
                <a:gd name="connsiteY1319" fmla="*/ 201638 h 1454091"/>
                <a:gd name="connsiteX1320" fmla="*/ 1329502 w 4719650"/>
                <a:gd name="connsiteY1320" fmla="*/ 199999 h 1454091"/>
                <a:gd name="connsiteX1321" fmla="*/ 1326223 w 4719650"/>
                <a:gd name="connsiteY1321" fmla="*/ 196720 h 1454091"/>
                <a:gd name="connsiteX1322" fmla="*/ 1321306 w 4719650"/>
                <a:gd name="connsiteY1322" fmla="*/ 193442 h 1454091"/>
                <a:gd name="connsiteX1323" fmla="*/ 1318027 w 4719650"/>
                <a:gd name="connsiteY1323" fmla="*/ 193442 h 1454091"/>
                <a:gd name="connsiteX1324" fmla="*/ 1313109 w 4719650"/>
                <a:gd name="connsiteY1324" fmla="*/ 193442 h 1454091"/>
                <a:gd name="connsiteX1325" fmla="*/ 1309830 w 4719650"/>
                <a:gd name="connsiteY1325" fmla="*/ 193442 h 1454091"/>
                <a:gd name="connsiteX1326" fmla="*/ 1306551 w 4719650"/>
                <a:gd name="connsiteY1326" fmla="*/ 195081 h 1454091"/>
                <a:gd name="connsiteX1327" fmla="*/ 1301633 w 4719650"/>
                <a:gd name="connsiteY1327" fmla="*/ 193442 h 1454091"/>
                <a:gd name="connsiteX1328" fmla="*/ 1303273 w 4719650"/>
                <a:gd name="connsiteY1328" fmla="*/ 188524 h 1454091"/>
                <a:gd name="connsiteX1329" fmla="*/ 1306551 w 4719650"/>
                <a:gd name="connsiteY1329" fmla="*/ 190163 h 1454091"/>
                <a:gd name="connsiteX1330" fmla="*/ 1309830 w 4719650"/>
                <a:gd name="connsiteY1330" fmla="*/ 186884 h 1454091"/>
                <a:gd name="connsiteX1331" fmla="*/ 1314748 w 4719650"/>
                <a:gd name="connsiteY1331" fmla="*/ 185245 h 1454091"/>
                <a:gd name="connsiteX1332" fmla="*/ 1318027 w 4719650"/>
                <a:gd name="connsiteY1332" fmla="*/ 183606 h 1454091"/>
                <a:gd name="connsiteX1333" fmla="*/ 1322945 w 4719650"/>
                <a:gd name="connsiteY1333" fmla="*/ 181966 h 1454091"/>
                <a:gd name="connsiteX1334" fmla="*/ 1326223 w 4719650"/>
                <a:gd name="connsiteY1334" fmla="*/ 183606 h 1454091"/>
                <a:gd name="connsiteX1335" fmla="*/ 1326223 w 4719650"/>
                <a:gd name="connsiteY1335" fmla="*/ 181966 h 1454091"/>
                <a:gd name="connsiteX1336" fmla="*/ 1327863 w 4719650"/>
                <a:gd name="connsiteY1336" fmla="*/ 181966 h 1454091"/>
                <a:gd name="connsiteX1337" fmla="*/ 1331141 w 4719650"/>
                <a:gd name="connsiteY1337" fmla="*/ 181966 h 1454091"/>
                <a:gd name="connsiteX1338" fmla="*/ 1336060 w 4719650"/>
                <a:gd name="connsiteY1338" fmla="*/ 183606 h 1454091"/>
                <a:gd name="connsiteX1339" fmla="*/ 1339338 w 4719650"/>
                <a:gd name="connsiteY1339" fmla="*/ 183606 h 1454091"/>
                <a:gd name="connsiteX1340" fmla="*/ 1342617 w 4719650"/>
                <a:gd name="connsiteY1340" fmla="*/ 183606 h 1454091"/>
                <a:gd name="connsiteX1341" fmla="*/ 1347535 w 4719650"/>
                <a:gd name="connsiteY1341" fmla="*/ 183606 h 1454091"/>
                <a:gd name="connsiteX1342" fmla="*/ 1350813 w 4719650"/>
                <a:gd name="connsiteY1342" fmla="*/ 183606 h 1454091"/>
                <a:gd name="connsiteX1343" fmla="*/ 1355731 w 4719650"/>
                <a:gd name="connsiteY1343" fmla="*/ 183606 h 1454091"/>
                <a:gd name="connsiteX1344" fmla="*/ 1359010 w 4719650"/>
                <a:gd name="connsiteY1344" fmla="*/ 185245 h 1454091"/>
                <a:gd name="connsiteX1345" fmla="*/ 1362289 w 4719650"/>
                <a:gd name="connsiteY1345" fmla="*/ 186884 h 1454091"/>
                <a:gd name="connsiteX1346" fmla="*/ 1367207 w 4719650"/>
                <a:gd name="connsiteY1346" fmla="*/ 188524 h 1454091"/>
                <a:gd name="connsiteX1347" fmla="*/ 1370486 w 4719650"/>
                <a:gd name="connsiteY1347" fmla="*/ 188524 h 1454091"/>
                <a:gd name="connsiteX1348" fmla="*/ 1373764 w 4719650"/>
                <a:gd name="connsiteY1348" fmla="*/ 190163 h 1454091"/>
                <a:gd name="connsiteX1349" fmla="*/ 1377043 w 4719650"/>
                <a:gd name="connsiteY1349" fmla="*/ 190163 h 1454091"/>
                <a:gd name="connsiteX1350" fmla="*/ 1381961 w 4719650"/>
                <a:gd name="connsiteY1350" fmla="*/ 191802 h 1454091"/>
                <a:gd name="connsiteX1351" fmla="*/ 1385240 w 4719650"/>
                <a:gd name="connsiteY1351" fmla="*/ 191802 h 1454091"/>
                <a:gd name="connsiteX1352" fmla="*/ 1388518 w 4719650"/>
                <a:gd name="connsiteY1352" fmla="*/ 193442 h 1454091"/>
                <a:gd name="connsiteX1353" fmla="*/ 1393436 w 4719650"/>
                <a:gd name="connsiteY1353" fmla="*/ 193442 h 1454091"/>
                <a:gd name="connsiteX1354" fmla="*/ 1396715 w 4719650"/>
                <a:gd name="connsiteY1354" fmla="*/ 196720 h 1454091"/>
                <a:gd name="connsiteX1355" fmla="*/ 1391797 w 4719650"/>
                <a:gd name="connsiteY1355" fmla="*/ 195081 h 1454091"/>
                <a:gd name="connsiteX1356" fmla="*/ 1396715 w 4719650"/>
                <a:gd name="connsiteY1356" fmla="*/ 196720 h 1454091"/>
                <a:gd name="connsiteX1357" fmla="*/ 1398354 w 4719650"/>
                <a:gd name="connsiteY1357" fmla="*/ 196720 h 1454091"/>
                <a:gd name="connsiteX1358" fmla="*/ 1403272 w 4719650"/>
                <a:gd name="connsiteY1358" fmla="*/ 198360 h 1454091"/>
                <a:gd name="connsiteX1359" fmla="*/ 1408190 w 4719650"/>
                <a:gd name="connsiteY1359" fmla="*/ 199999 h 1454091"/>
                <a:gd name="connsiteX1360" fmla="*/ 1411469 w 4719650"/>
                <a:gd name="connsiteY1360" fmla="*/ 201638 h 1454091"/>
                <a:gd name="connsiteX1361" fmla="*/ 1416387 w 4719650"/>
                <a:gd name="connsiteY1361" fmla="*/ 204917 h 1454091"/>
                <a:gd name="connsiteX1362" fmla="*/ 1419666 w 4719650"/>
                <a:gd name="connsiteY1362" fmla="*/ 204917 h 1454091"/>
                <a:gd name="connsiteX1363" fmla="*/ 1424584 w 4719650"/>
                <a:gd name="connsiteY1363" fmla="*/ 206556 h 1454091"/>
                <a:gd name="connsiteX1364" fmla="*/ 1427862 w 4719650"/>
                <a:gd name="connsiteY1364" fmla="*/ 206556 h 1454091"/>
                <a:gd name="connsiteX1365" fmla="*/ 1431141 w 4719650"/>
                <a:gd name="connsiteY1365" fmla="*/ 208196 h 1454091"/>
                <a:gd name="connsiteX1366" fmla="*/ 1434420 w 4719650"/>
                <a:gd name="connsiteY1366" fmla="*/ 206556 h 1454091"/>
                <a:gd name="connsiteX1367" fmla="*/ 1439338 w 4719650"/>
                <a:gd name="connsiteY1367" fmla="*/ 208196 h 1454091"/>
                <a:gd name="connsiteX1368" fmla="*/ 1442616 w 4719650"/>
                <a:gd name="connsiteY1368" fmla="*/ 206556 h 1454091"/>
                <a:gd name="connsiteX1369" fmla="*/ 1445895 w 4719650"/>
                <a:gd name="connsiteY1369" fmla="*/ 206556 h 1454091"/>
                <a:gd name="connsiteX1370" fmla="*/ 1450813 w 4719650"/>
                <a:gd name="connsiteY1370" fmla="*/ 206556 h 1454091"/>
                <a:gd name="connsiteX1371" fmla="*/ 1454091 w 4719650"/>
                <a:gd name="connsiteY1371" fmla="*/ 204917 h 1454091"/>
                <a:gd name="connsiteX1372" fmla="*/ 1454091 w 4719650"/>
                <a:gd name="connsiteY1372" fmla="*/ 203278 h 1454091"/>
                <a:gd name="connsiteX1373" fmla="*/ 1450813 w 4719650"/>
                <a:gd name="connsiteY1373" fmla="*/ 201638 h 1454091"/>
                <a:gd name="connsiteX1374" fmla="*/ 1447534 w 4719650"/>
                <a:gd name="connsiteY1374" fmla="*/ 198360 h 1454091"/>
                <a:gd name="connsiteX1375" fmla="*/ 1442616 w 4719650"/>
                <a:gd name="connsiteY1375" fmla="*/ 196720 h 1454091"/>
                <a:gd name="connsiteX1376" fmla="*/ 1439338 w 4719650"/>
                <a:gd name="connsiteY1376" fmla="*/ 195081 h 1454091"/>
                <a:gd name="connsiteX1377" fmla="*/ 1436059 w 4719650"/>
                <a:gd name="connsiteY1377" fmla="*/ 193442 h 1454091"/>
                <a:gd name="connsiteX1378" fmla="*/ 1434420 w 4719650"/>
                <a:gd name="connsiteY1378" fmla="*/ 190163 h 1454091"/>
                <a:gd name="connsiteX1379" fmla="*/ 1429501 w 4719650"/>
                <a:gd name="connsiteY1379" fmla="*/ 188524 h 1454091"/>
                <a:gd name="connsiteX1380" fmla="*/ 1426223 w 4719650"/>
                <a:gd name="connsiteY1380" fmla="*/ 186884 h 1454091"/>
                <a:gd name="connsiteX1381" fmla="*/ 1421305 w 4719650"/>
                <a:gd name="connsiteY1381" fmla="*/ 186884 h 1454091"/>
                <a:gd name="connsiteX1382" fmla="*/ 1418026 w 4719650"/>
                <a:gd name="connsiteY1382" fmla="*/ 185245 h 1454091"/>
                <a:gd name="connsiteX1383" fmla="*/ 1413108 w 4719650"/>
                <a:gd name="connsiteY1383" fmla="*/ 185245 h 1454091"/>
                <a:gd name="connsiteX1384" fmla="*/ 1409830 w 4719650"/>
                <a:gd name="connsiteY1384" fmla="*/ 185245 h 1454091"/>
                <a:gd name="connsiteX1385" fmla="*/ 1406551 w 4719650"/>
                <a:gd name="connsiteY1385" fmla="*/ 183606 h 1454091"/>
                <a:gd name="connsiteX1386" fmla="*/ 1404911 w 4719650"/>
                <a:gd name="connsiteY1386" fmla="*/ 183606 h 1454091"/>
                <a:gd name="connsiteX1387" fmla="*/ 1401633 w 4719650"/>
                <a:gd name="connsiteY1387" fmla="*/ 183606 h 1454091"/>
                <a:gd name="connsiteX1388" fmla="*/ 1396715 w 4719650"/>
                <a:gd name="connsiteY1388" fmla="*/ 183606 h 1454091"/>
                <a:gd name="connsiteX1389" fmla="*/ 1393436 w 4719650"/>
                <a:gd name="connsiteY1389" fmla="*/ 181966 h 1454091"/>
                <a:gd name="connsiteX1390" fmla="*/ 1388518 w 4719650"/>
                <a:gd name="connsiteY1390" fmla="*/ 180327 h 1454091"/>
                <a:gd name="connsiteX1391" fmla="*/ 1385240 w 4719650"/>
                <a:gd name="connsiteY1391" fmla="*/ 178688 h 1454091"/>
                <a:gd name="connsiteX1392" fmla="*/ 1381961 w 4719650"/>
                <a:gd name="connsiteY1392" fmla="*/ 177048 h 1454091"/>
                <a:gd name="connsiteX1393" fmla="*/ 1377043 w 4719650"/>
                <a:gd name="connsiteY1393" fmla="*/ 173770 h 1454091"/>
                <a:gd name="connsiteX1394" fmla="*/ 1375403 w 4719650"/>
                <a:gd name="connsiteY1394" fmla="*/ 168852 h 1454091"/>
                <a:gd name="connsiteX1395" fmla="*/ 1377043 w 4719650"/>
                <a:gd name="connsiteY1395" fmla="*/ 165573 h 1454091"/>
                <a:gd name="connsiteX1396" fmla="*/ 1373764 w 4719650"/>
                <a:gd name="connsiteY1396" fmla="*/ 162294 h 1454091"/>
                <a:gd name="connsiteX1397" fmla="*/ 1368846 w 4719650"/>
                <a:gd name="connsiteY1397" fmla="*/ 159016 h 1454091"/>
                <a:gd name="connsiteX1398" fmla="*/ 1365567 w 4719650"/>
                <a:gd name="connsiteY1398" fmla="*/ 159016 h 1454091"/>
                <a:gd name="connsiteX1399" fmla="*/ 1362289 w 4719650"/>
                <a:gd name="connsiteY1399" fmla="*/ 157376 h 1454091"/>
                <a:gd name="connsiteX1400" fmla="*/ 1357371 w 4719650"/>
                <a:gd name="connsiteY1400" fmla="*/ 155737 h 1454091"/>
                <a:gd name="connsiteX1401" fmla="*/ 1354092 w 4719650"/>
                <a:gd name="connsiteY1401" fmla="*/ 154098 h 1454091"/>
                <a:gd name="connsiteX1402" fmla="*/ 1357371 w 4719650"/>
                <a:gd name="connsiteY1402" fmla="*/ 154098 h 1454091"/>
                <a:gd name="connsiteX1403" fmla="*/ 1354092 w 4719650"/>
                <a:gd name="connsiteY1403" fmla="*/ 150819 h 1454091"/>
                <a:gd name="connsiteX1404" fmla="*/ 1349174 w 4719650"/>
                <a:gd name="connsiteY1404" fmla="*/ 150819 h 1454091"/>
                <a:gd name="connsiteX1405" fmla="*/ 1354092 w 4719650"/>
                <a:gd name="connsiteY1405" fmla="*/ 147540 h 1454091"/>
                <a:gd name="connsiteX1406" fmla="*/ 1357371 w 4719650"/>
                <a:gd name="connsiteY1406" fmla="*/ 144262 h 1454091"/>
                <a:gd name="connsiteX1407" fmla="*/ 1352453 w 4719650"/>
                <a:gd name="connsiteY1407" fmla="*/ 144262 h 1454091"/>
                <a:gd name="connsiteX1408" fmla="*/ 1357371 w 4719650"/>
                <a:gd name="connsiteY1408" fmla="*/ 140983 h 1454091"/>
                <a:gd name="connsiteX1409" fmla="*/ 1360650 w 4719650"/>
                <a:gd name="connsiteY1409" fmla="*/ 140983 h 1454091"/>
                <a:gd name="connsiteX1410" fmla="*/ 1365567 w 4719650"/>
                <a:gd name="connsiteY1410" fmla="*/ 140983 h 1454091"/>
                <a:gd name="connsiteX1411" fmla="*/ 1368846 w 4719650"/>
                <a:gd name="connsiteY1411" fmla="*/ 140983 h 1454091"/>
                <a:gd name="connsiteX1412" fmla="*/ 1372125 w 4719650"/>
                <a:gd name="connsiteY1412" fmla="*/ 139344 h 1454091"/>
                <a:gd name="connsiteX1413" fmla="*/ 1375403 w 4719650"/>
                <a:gd name="connsiteY1413" fmla="*/ 137704 h 1454091"/>
                <a:gd name="connsiteX1414" fmla="*/ 1380321 w 4719650"/>
                <a:gd name="connsiteY1414" fmla="*/ 137704 h 1454091"/>
                <a:gd name="connsiteX1415" fmla="*/ 1383600 w 4719650"/>
                <a:gd name="connsiteY1415" fmla="*/ 137704 h 1454091"/>
                <a:gd name="connsiteX1416" fmla="*/ 1388518 w 4719650"/>
                <a:gd name="connsiteY1416" fmla="*/ 137704 h 1454091"/>
                <a:gd name="connsiteX1417" fmla="*/ 1393436 w 4719650"/>
                <a:gd name="connsiteY1417" fmla="*/ 137704 h 1454091"/>
                <a:gd name="connsiteX1418" fmla="*/ 1396715 w 4719650"/>
                <a:gd name="connsiteY1418" fmla="*/ 137704 h 1454091"/>
                <a:gd name="connsiteX1419" fmla="*/ 1401633 w 4719650"/>
                <a:gd name="connsiteY1419" fmla="*/ 137704 h 1454091"/>
                <a:gd name="connsiteX1420" fmla="*/ 1404911 w 4719650"/>
                <a:gd name="connsiteY1420" fmla="*/ 137704 h 1454091"/>
                <a:gd name="connsiteX1421" fmla="*/ 1409830 w 4719650"/>
                <a:gd name="connsiteY1421" fmla="*/ 137704 h 1454091"/>
                <a:gd name="connsiteX1422" fmla="*/ 1413108 w 4719650"/>
                <a:gd name="connsiteY1422" fmla="*/ 137704 h 1454091"/>
                <a:gd name="connsiteX1423" fmla="*/ 1416387 w 4719650"/>
                <a:gd name="connsiteY1423" fmla="*/ 137704 h 1454091"/>
                <a:gd name="connsiteX1424" fmla="*/ 1419666 w 4719650"/>
                <a:gd name="connsiteY1424" fmla="*/ 137704 h 1454091"/>
                <a:gd name="connsiteX1425" fmla="*/ 1424584 w 4719650"/>
                <a:gd name="connsiteY1425" fmla="*/ 137704 h 1454091"/>
                <a:gd name="connsiteX1426" fmla="*/ 1427862 w 4719650"/>
                <a:gd name="connsiteY1426" fmla="*/ 137704 h 1454091"/>
                <a:gd name="connsiteX1427" fmla="*/ 1431141 w 4719650"/>
                <a:gd name="connsiteY1427" fmla="*/ 136065 h 1454091"/>
                <a:gd name="connsiteX1428" fmla="*/ 1436059 w 4719650"/>
                <a:gd name="connsiteY1428" fmla="*/ 136065 h 1454091"/>
                <a:gd name="connsiteX1429" fmla="*/ 1439338 w 4719650"/>
                <a:gd name="connsiteY1429" fmla="*/ 136065 h 1454091"/>
                <a:gd name="connsiteX1430" fmla="*/ 1444256 w 4719650"/>
                <a:gd name="connsiteY1430" fmla="*/ 136065 h 1454091"/>
                <a:gd name="connsiteX1431" fmla="*/ 1447534 w 4719650"/>
                <a:gd name="connsiteY1431" fmla="*/ 136065 h 1454091"/>
                <a:gd name="connsiteX1432" fmla="*/ 1452453 w 4719650"/>
                <a:gd name="connsiteY1432" fmla="*/ 134426 h 1454091"/>
                <a:gd name="connsiteX1433" fmla="*/ 1455731 w 4719650"/>
                <a:gd name="connsiteY1433" fmla="*/ 134426 h 1454091"/>
                <a:gd name="connsiteX1434" fmla="*/ 1460649 w 4719650"/>
                <a:gd name="connsiteY1434" fmla="*/ 134426 h 1454091"/>
                <a:gd name="connsiteX1435" fmla="*/ 1463928 w 4719650"/>
                <a:gd name="connsiteY1435" fmla="*/ 136065 h 1454091"/>
                <a:gd name="connsiteX1436" fmla="*/ 1465567 w 4719650"/>
                <a:gd name="connsiteY1436" fmla="*/ 136065 h 1454091"/>
                <a:gd name="connsiteX1437" fmla="*/ 1468846 w 4719650"/>
                <a:gd name="connsiteY1437" fmla="*/ 136065 h 1454091"/>
                <a:gd name="connsiteX1438" fmla="*/ 1472124 w 4719650"/>
                <a:gd name="connsiteY1438" fmla="*/ 136065 h 1454091"/>
                <a:gd name="connsiteX1439" fmla="*/ 1477043 w 4719650"/>
                <a:gd name="connsiteY1439" fmla="*/ 136065 h 1454091"/>
                <a:gd name="connsiteX1440" fmla="*/ 1480321 w 4719650"/>
                <a:gd name="connsiteY1440" fmla="*/ 132786 h 1454091"/>
                <a:gd name="connsiteX1441" fmla="*/ 1483600 w 4719650"/>
                <a:gd name="connsiteY1441" fmla="*/ 132786 h 1454091"/>
                <a:gd name="connsiteX1442" fmla="*/ 1486878 w 4719650"/>
                <a:gd name="connsiteY1442" fmla="*/ 131147 h 1454091"/>
                <a:gd name="connsiteX1443" fmla="*/ 1491796 w 4719650"/>
                <a:gd name="connsiteY1443" fmla="*/ 131147 h 1454091"/>
                <a:gd name="connsiteX1444" fmla="*/ 1495075 w 4719650"/>
                <a:gd name="connsiteY1444" fmla="*/ 131147 h 1454091"/>
                <a:gd name="connsiteX1445" fmla="*/ 1498354 w 4719650"/>
                <a:gd name="connsiteY1445" fmla="*/ 129508 h 1454091"/>
                <a:gd name="connsiteX1446" fmla="*/ 1503272 w 4719650"/>
                <a:gd name="connsiteY1446" fmla="*/ 129508 h 1454091"/>
                <a:gd name="connsiteX1447" fmla="*/ 1506550 w 4719650"/>
                <a:gd name="connsiteY1447" fmla="*/ 129508 h 1454091"/>
                <a:gd name="connsiteX1448" fmla="*/ 1511468 w 4719650"/>
                <a:gd name="connsiteY1448" fmla="*/ 129508 h 1454091"/>
                <a:gd name="connsiteX1449" fmla="*/ 1516387 w 4719650"/>
                <a:gd name="connsiteY1449" fmla="*/ 131147 h 1454091"/>
                <a:gd name="connsiteX1450" fmla="*/ 1518026 w 4719650"/>
                <a:gd name="connsiteY1450" fmla="*/ 129508 h 1454091"/>
                <a:gd name="connsiteX1451" fmla="*/ 1518026 w 4719650"/>
                <a:gd name="connsiteY1451" fmla="*/ 129508 h 1454091"/>
                <a:gd name="connsiteX1452" fmla="*/ 1514747 w 4719650"/>
                <a:gd name="connsiteY1452" fmla="*/ 127868 h 1454091"/>
                <a:gd name="connsiteX1453" fmla="*/ 1511468 w 4719650"/>
                <a:gd name="connsiteY1453" fmla="*/ 124590 h 1454091"/>
                <a:gd name="connsiteX1454" fmla="*/ 1514747 w 4719650"/>
                <a:gd name="connsiteY1454" fmla="*/ 124590 h 1454091"/>
                <a:gd name="connsiteX1455" fmla="*/ 1519665 w 4719650"/>
                <a:gd name="connsiteY1455" fmla="*/ 124590 h 1454091"/>
                <a:gd name="connsiteX1456" fmla="*/ 1514747 w 4719650"/>
                <a:gd name="connsiteY1456" fmla="*/ 124590 h 1454091"/>
                <a:gd name="connsiteX1457" fmla="*/ 1511468 w 4719650"/>
                <a:gd name="connsiteY1457" fmla="*/ 122950 h 1454091"/>
                <a:gd name="connsiteX1458" fmla="*/ 1506550 w 4719650"/>
                <a:gd name="connsiteY1458" fmla="*/ 122950 h 1454091"/>
                <a:gd name="connsiteX1459" fmla="*/ 1503272 w 4719650"/>
                <a:gd name="connsiteY1459" fmla="*/ 122950 h 1454091"/>
                <a:gd name="connsiteX1460" fmla="*/ 1499993 w 4719650"/>
                <a:gd name="connsiteY1460" fmla="*/ 119672 h 1454091"/>
                <a:gd name="connsiteX1461" fmla="*/ 1496714 w 4719650"/>
                <a:gd name="connsiteY1461" fmla="*/ 118032 h 1454091"/>
                <a:gd name="connsiteX1462" fmla="*/ 1491796 w 4719650"/>
                <a:gd name="connsiteY1462" fmla="*/ 116393 h 1454091"/>
                <a:gd name="connsiteX1463" fmla="*/ 1486878 w 4719650"/>
                <a:gd name="connsiteY1463" fmla="*/ 116393 h 1454091"/>
                <a:gd name="connsiteX1464" fmla="*/ 1483600 w 4719650"/>
                <a:gd name="connsiteY1464" fmla="*/ 116393 h 1454091"/>
                <a:gd name="connsiteX1465" fmla="*/ 1480321 w 4719650"/>
                <a:gd name="connsiteY1465" fmla="*/ 116393 h 1454091"/>
                <a:gd name="connsiteX1466" fmla="*/ 1475403 w 4719650"/>
                <a:gd name="connsiteY1466" fmla="*/ 113114 h 1454091"/>
                <a:gd name="connsiteX1467" fmla="*/ 1478681 w 4719650"/>
                <a:gd name="connsiteY1467" fmla="*/ 113114 h 1454091"/>
                <a:gd name="connsiteX1468" fmla="*/ 1483600 w 4719650"/>
                <a:gd name="connsiteY1468" fmla="*/ 114754 h 1454091"/>
                <a:gd name="connsiteX1469" fmla="*/ 1480321 w 4719650"/>
                <a:gd name="connsiteY1469" fmla="*/ 111475 h 1454091"/>
                <a:gd name="connsiteX1470" fmla="*/ 1475403 w 4719650"/>
                <a:gd name="connsiteY1470" fmla="*/ 111475 h 1454091"/>
                <a:gd name="connsiteX1471" fmla="*/ 1480321 w 4719650"/>
                <a:gd name="connsiteY1471" fmla="*/ 111475 h 1454091"/>
                <a:gd name="connsiteX1472" fmla="*/ 1483600 w 4719650"/>
                <a:gd name="connsiteY1472" fmla="*/ 109836 h 1454091"/>
                <a:gd name="connsiteX1473" fmla="*/ 1486878 w 4719650"/>
                <a:gd name="connsiteY1473" fmla="*/ 111475 h 1454091"/>
                <a:gd name="connsiteX1474" fmla="*/ 1491796 w 4719650"/>
                <a:gd name="connsiteY1474" fmla="*/ 111475 h 1454091"/>
                <a:gd name="connsiteX1475" fmla="*/ 1493436 w 4719650"/>
                <a:gd name="connsiteY1475" fmla="*/ 111475 h 1454091"/>
                <a:gd name="connsiteX1476" fmla="*/ 1496714 w 4719650"/>
                <a:gd name="connsiteY1476" fmla="*/ 116393 h 1454091"/>
                <a:gd name="connsiteX1477" fmla="*/ 1499993 w 4719650"/>
                <a:gd name="connsiteY1477" fmla="*/ 113114 h 1454091"/>
                <a:gd name="connsiteX1478" fmla="*/ 1504911 w 4719650"/>
                <a:gd name="connsiteY1478" fmla="*/ 113114 h 1454091"/>
                <a:gd name="connsiteX1479" fmla="*/ 1499993 w 4719650"/>
                <a:gd name="connsiteY1479" fmla="*/ 109836 h 1454091"/>
                <a:gd name="connsiteX1480" fmla="*/ 1496714 w 4719650"/>
                <a:gd name="connsiteY1480" fmla="*/ 111475 h 1454091"/>
                <a:gd name="connsiteX1481" fmla="*/ 1493436 w 4719650"/>
                <a:gd name="connsiteY1481" fmla="*/ 111475 h 1454091"/>
                <a:gd name="connsiteX1482" fmla="*/ 1488518 w 4719650"/>
                <a:gd name="connsiteY1482" fmla="*/ 109836 h 1454091"/>
                <a:gd name="connsiteX1483" fmla="*/ 1485239 w 4719650"/>
                <a:gd name="connsiteY1483" fmla="*/ 108196 h 1454091"/>
                <a:gd name="connsiteX1484" fmla="*/ 1490157 w 4719650"/>
                <a:gd name="connsiteY1484" fmla="*/ 106557 h 1454091"/>
                <a:gd name="connsiteX1485" fmla="*/ 1485239 w 4719650"/>
                <a:gd name="connsiteY1485" fmla="*/ 106557 h 1454091"/>
                <a:gd name="connsiteX1486" fmla="*/ 1480321 w 4719650"/>
                <a:gd name="connsiteY1486" fmla="*/ 106557 h 1454091"/>
                <a:gd name="connsiteX1487" fmla="*/ 1477043 w 4719650"/>
                <a:gd name="connsiteY1487" fmla="*/ 104918 h 1454091"/>
                <a:gd name="connsiteX1488" fmla="*/ 1473764 w 4719650"/>
                <a:gd name="connsiteY1488" fmla="*/ 104918 h 1454091"/>
                <a:gd name="connsiteX1489" fmla="*/ 1468846 w 4719650"/>
                <a:gd name="connsiteY1489" fmla="*/ 104918 h 1454091"/>
                <a:gd name="connsiteX1490" fmla="*/ 1465567 w 4719650"/>
                <a:gd name="connsiteY1490" fmla="*/ 104918 h 1454091"/>
                <a:gd name="connsiteX1491" fmla="*/ 1462288 w 4719650"/>
                <a:gd name="connsiteY1491" fmla="*/ 101639 h 1454091"/>
                <a:gd name="connsiteX1492" fmla="*/ 1467206 w 4719650"/>
                <a:gd name="connsiteY1492" fmla="*/ 100000 h 1454091"/>
                <a:gd name="connsiteX1493" fmla="*/ 1462288 w 4719650"/>
                <a:gd name="connsiteY1493" fmla="*/ 98360 h 1454091"/>
                <a:gd name="connsiteX1494" fmla="*/ 1467206 w 4719650"/>
                <a:gd name="connsiteY1494" fmla="*/ 98360 h 1454091"/>
                <a:gd name="connsiteX1495" fmla="*/ 1470485 w 4719650"/>
                <a:gd name="connsiteY1495" fmla="*/ 100000 h 1454091"/>
                <a:gd name="connsiteX1496" fmla="*/ 1473764 w 4719650"/>
                <a:gd name="connsiteY1496" fmla="*/ 101639 h 1454091"/>
                <a:gd name="connsiteX1497" fmla="*/ 1478681 w 4719650"/>
                <a:gd name="connsiteY1497" fmla="*/ 101639 h 1454091"/>
                <a:gd name="connsiteX1498" fmla="*/ 1481960 w 4719650"/>
                <a:gd name="connsiteY1498" fmla="*/ 103278 h 1454091"/>
                <a:gd name="connsiteX1499" fmla="*/ 1486878 w 4719650"/>
                <a:gd name="connsiteY1499" fmla="*/ 104918 h 1454091"/>
                <a:gd name="connsiteX1500" fmla="*/ 1490157 w 4719650"/>
                <a:gd name="connsiteY1500" fmla="*/ 103278 h 1454091"/>
                <a:gd name="connsiteX1501" fmla="*/ 1486878 w 4719650"/>
                <a:gd name="connsiteY1501" fmla="*/ 100000 h 1454091"/>
                <a:gd name="connsiteX1502" fmla="*/ 1491796 w 4719650"/>
                <a:gd name="connsiteY1502" fmla="*/ 100000 h 1454091"/>
                <a:gd name="connsiteX1503" fmla="*/ 1488518 w 4719650"/>
                <a:gd name="connsiteY1503" fmla="*/ 96721 h 1454091"/>
                <a:gd name="connsiteX1504" fmla="*/ 1491796 w 4719650"/>
                <a:gd name="connsiteY1504" fmla="*/ 93442 h 1454091"/>
                <a:gd name="connsiteX1505" fmla="*/ 1486878 w 4719650"/>
                <a:gd name="connsiteY1505" fmla="*/ 91803 h 1454091"/>
                <a:gd name="connsiteX1506" fmla="*/ 1491796 w 4719650"/>
                <a:gd name="connsiteY1506" fmla="*/ 90164 h 1454091"/>
                <a:gd name="connsiteX1507" fmla="*/ 1495075 w 4719650"/>
                <a:gd name="connsiteY1507" fmla="*/ 93442 h 1454091"/>
                <a:gd name="connsiteX1508" fmla="*/ 1499993 w 4719650"/>
                <a:gd name="connsiteY1508" fmla="*/ 93442 h 1454091"/>
                <a:gd name="connsiteX1509" fmla="*/ 1498354 w 4719650"/>
                <a:gd name="connsiteY1509" fmla="*/ 90164 h 1454091"/>
                <a:gd name="connsiteX1510" fmla="*/ 1495075 w 4719650"/>
                <a:gd name="connsiteY1510" fmla="*/ 90164 h 1454091"/>
                <a:gd name="connsiteX1511" fmla="*/ 1491796 w 4719650"/>
                <a:gd name="connsiteY1511" fmla="*/ 90164 h 1454091"/>
                <a:gd name="connsiteX1512" fmla="*/ 1488518 w 4719650"/>
                <a:gd name="connsiteY1512" fmla="*/ 88524 h 1454091"/>
                <a:gd name="connsiteX1513" fmla="*/ 1483600 w 4719650"/>
                <a:gd name="connsiteY1513" fmla="*/ 88524 h 1454091"/>
                <a:gd name="connsiteX1514" fmla="*/ 1480321 w 4719650"/>
                <a:gd name="connsiteY1514" fmla="*/ 88524 h 1454091"/>
                <a:gd name="connsiteX1515" fmla="*/ 1478681 w 4719650"/>
                <a:gd name="connsiteY1515" fmla="*/ 86885 h 1454091"/>
                <a:gd name="connsiteX1516" fmla="*/ 1481960 w 4719650"/>
                <a:gd name="connsiteY1516" fmla="*/ 85245 h 1454091"/>
                <a:gd name="connsiteX1517" fmla="*/ 1485239 w 4719650"/>
                <a:gd name="connsiteY1517" fmla="*/ 85245 h 1454091"/>
                <a:gd name="connsiteX1518" fmla="*/ 1490157 w 4719650"/>
                <a:gd name="connsiteY1518" fmla="*/ 86885 h 1454091"/>
                <a:gd name="connsiteX1519" fmla="*/ 1493436 w 4719650"/>
                <a:gd name="connsiteY1519" fmla="*/ 86885 h 1454091"/>
                <a:gd name="connsiteX1520" fmla="*/ 1498354 w 4719650"/>
                <a:gd name="connsiteY1520" fmla="*/ 86885 h 1454091"/>
                <a:gd name="connsiteX1521" fmla="*/ 1501633 w 4719650"/>
                <a:gd name="connsiteY1521" fmla="*/ 86885 h 1454091"/>
                <a:gd name="connsiteX1522" fmla="*/ 1506550 w 4719650"/>
                <a:gd name="connsiteY1522" fmla="*/ 86885 h 1454091"/>
                <a:gd name="connsiteX1523" fmla="*/ 1509829 w 4719650"/>
                <a:gd name="connsiteY1523" fmla="*/ 85245 h 1454091"/>
                <a:gd name="connsiteX1524" fmla="*/ 1511468 w 4719650"/>
                <a:gd name="connsiteY1524" fmla="*/ 81967 h 1454091"/>
                <a:gd name="connsiteX1525" fmla="*/ 1516387 w 4719650"/>
                <a:gd name="connsiteY1525" fmla="*/ 78688 h 1454091"/>
                <a:gd name="connsiteX1526" fmla="*/ 1519665 w 4719650"/>
                <a:gd name="connsiteY1526" fmla="*/ 77049 h 1454091"/>
                <a:gd name="connsiteX1527" fmla="*/ 1524583 w 4719650"/>
                <a:gd name="connsiteY1527" fmla="*/ 77049 h 1454091"/>
                <a:gd name="connsiteX1528" fmla="*/ 1519665 w 4719650"/>
                <a:gd name="connsiteY1528" fmla="*/ 77049 h 1454091"/>
                <a:gd name="connsiteX1529" fmla="*/ 1521304 w 4719650"/>
                <a:gd name="connsiteY1529" fmla="*/ 77049 h 1454091"/>
                <a:gd name="connsiteX1530" fmla="*/ 1524583 w 4719650"/>
                <a:gd name="connsiteY1530" fmla="*/ 75409 h 1454091"/>
                <a:gd name="connsiteX1531" fmla="*/ 1529501 w 4719650"/>
                <a:gd name="connsiteY1531" fmla="*/ 75409 h 1454091"/>
                <a:gd name="connsiteX1532" fmla="*/ 1532780 w 4719650"/>
                <a:gd name="connsiteY1532" fmla="*/ 77049 h 1454091"/>
                <a:gd name="connsiteX1533" fmla="*/ 1536058 w 4719650"/>
                <a:gd name="connsiteY1533" fmla="*/ 73770 h 1454091"/>
                <a:gd name="connsiteX1534" fmla="*/ 1540977 w 4719650"/>
                <a:gd name="connsiteY1534" fmla="*/ 73770 h 1454091"/>
                <a:gd name="connsiteX1535" fmla="*/ 1545894 w 4719650"/>
                <a:gd name="connsiteY1535" fmla="*/ 73770 h 1454091"/>
                <a:gd name="connsiteX1536" fmla="*/ 1544255 w 4719650"/>
                <a:gd name="connsiteY1536" fmla="*/ 72131 h 1454091"/>
                <a:gd name="connsiteX1537" fmla="*/ 1542616 w 4719650"/>
                <a:gd name="connsiteY1537" fmla="*/ 72131 h 1454091"/>
                <a:gd name="connsiteX1538" fmla="*/ 1547534 w 4719650"/>
                <a:gd name="connsiteY1538" fmla="*/ 70491 h 1454091"/>
                <a:gd name="connsiteX1539" fmla="*/ 1550813 w 4719650"/>
                <a:gd name="connsiteY1539" fmla="*/ 70491 h 1454091"/>
                <a:gd name="connsiteX1540" fmla="*/ 1555731 w 4719650"/>
                <a:gd name="connsiteY1540" fmla="*/ 70491 h 1454091"/>
                <a:gd name="connsiteX1541" fmla="*/ 1559009 w 4719650"/>
                <a:gd name="connsiteY1541" fmla="*/ 70491 h 1454091"/>
                <a:gd name="connsiteX1542" fmla="*/ 1562288 w 4719650"/>
                <a:gd name="connsiteY1542" fmla="*/ 68852 h 1454091"/>
                <a:gd name="connsiteX1543" fmla="*/ 1567206 w 4719650"/>
                <a:gd name="connsiteY1543" fmla="*/ 70491 h 1454091"/>
                <a:gd name="connsiteX1544" fmla="*/ 1570484 w 4719650"/>
                <a:gd name="connsiteY1544" fmla="*/ 68852 h 1454091"/>
                <a:gd name="connsiteX1545" fmla="*/ 1573763 w 4719650"/>
                <a:gd name="connsiteY1545" fmla="*/ 70491 h 1454091"/>
                <a:gd name="connsiteX1546" fmla="*/ 1578681 w 4719650"/>
                <a:gd name="connsiteY1546" fmla="*/ 68852 h 1454091"/>
                <a:gd name="connsiteX1547" fmla="*/ 1581960 w 4719650"/>
                <a:gd name="connsiteY1547" fmla="*/ 65573 h 1454091"/>
                <a:gd name="connsiteX1548" fmla="*/ 1585238 w 4719650"/>
                <a:gd name="connsiteY1548" fmla="*/ 67213 h 1454091"/>
                <a:gd name="connsiteX1549" fmla="*/ 1590157 w 4719650"/>
                <a:gd name="connsiteY1549" fmla="*/ 67213 h 1454091"/>
                <a:gd name="connsiteX1550" fmla="*/ 1593435 w 4719650"/>
                <a:gd name="connsiteY1550" fmla="*/ 65573 h 1454091"/>
                <a:gd name="connsiteX1551" fmla="*/ 1598353 w 4719650"/>
                <a:gd name="connsiteY1551" fmla="*/ 65573 h 1454091"/>
                <a:gd name="connsiteX1552" fmla="*/ 1601632 w 4719650"/>
                <a:gd name="connsiteY1552" fmla="*/ 65573 h 1454091"/>
                <a:gd name="connsiteX1553" fmla="*/ 1606550 w 4719650"/>
                <a:gd name="connsiteY1553" fmla="*/ 63934 h 1454091"/>
                <a:gd name="connsiteX1554" fmla="*/ 1609828 w 4719650"/>
                <a:gd name="connsiteY1554" fmla="*/ 63934 h 1454091"/>
                <a:gd name="connsiteX1555" fmla="*/ 1613107 w 4719650"/>
                <a:gd name="connsiteY1555" fmla="*/ 63934 h 1454091"/>
                <a:gd name="connsiteX1556" fmla="*/ 1618025 w 4719650"/>
                <a:gd name="connsiteY1556" fmla="*/ 62295 h 1454091"/>
                <a:gd name="connsiteX1557" fmla="*/ 1622943 w 4719650"/>
                <a:gd name="connsiteY1557" fmla="*/ 62295 h 1454091"/>
                <a:gd name="connsiteX1558" fmla="*/ 1626222 w 4719650"/>
                <a:gd name="connsiteY1558" fmla="*/ 62295 h 1454091"/>
                <a:gd name="connsiteX1559" fmla="*/ 1629501 w 4719650"/>
                <a:gd name="connsiteY1559" fmla="*/ 60655 h 1454091"/>
                <a:gd name="connsiteX1560" fmla="*/ 1634418 w 4719650"/>
                <a:gd name="connsiteY1560" fmla="*/ 60655 h 1454091"/>
                <a:gd name="connsiteX1561" fmla="*/ 1637697 w 4719650"/>
                <a:gd name="connsiteY1561" fmla="*/ 59016 h 1454091"/>
                <a:gd name="connsiteX1562" fmla="*/ 1634418 w 4719650"/>
                <a:gd name="connsiteY1562" fmla="*/ 59016 h 1454091"/>
                <a:gd name="connsiteX1563" fmla="*/ 1629501 w 4719650"/>
                <a:gd name="connsiteY1563" fmla="*/ 60655 h 1454091"/>
                <a:gd name="connsiteX1564" fmla="*/ 1626222 w 4719650"/>
                <a:gd name="connsiteY1564" fmla="*/ 60655 h 1454091"/>
                <a:gd name="connsiteX1565" fmla="*/ 1621304 w 4719650"/>
                <a:gd name="connsiteY1565" fmla="*/ 59016 h 1454091"/>
                <a:gd name="connsiteX1566" fmla="*/ 1619665 w 4719650"/>
                <a:gd name="connsiteY1566" fmla="*/ 60655 h 1454091"/>
                <a:gd name="connsiteX1567" fmla="*/ 1616386 w 4719650"/>
                <a:gd name="connsiteY1567" fmla="*/ 59016 h 1454091"/>
                <a:gd name="connsiteX1568" fmla="*/ 1613107 w 4719650"/>
                <a:gd name="connsiteY1568" fmla="*/ 59016 h 1454091"/>
                <a:gd name="connsiteX1569" fmla="*/ 1608189 w 4719650"/>
                <a:gd name="connsiteY1569" fmla="*/ 59016 h 1454091"/>
                <a:gd name="connsiteX1570" fmla="*/ 1613107 w 4719650"/>
                <a:gd name="connsiteY1570" fmla="*/ 60655 h 1454091"/>
                <a:gd name="connsiteX1571" fmla="*/ 1608189 w 4719650"/>
                <a:gd name="connsiteY1571" fmla="*/ 60655 h 1454091"/>
                <a:gd name="connsiteX1572" fmla="*/ 1604911 w 4719650"/>
                <a:gd name="connsiteY1572" fmla="*/ 59016 h 1454091"/>
                <a:gd name="connsiteX1573" fmla="*/ 1606550 w 4719650"/>
                <a:gd name="connsiteY1573" fmla="*/ 55737 h 1454091"/>
                <a:gd name="connsiteX1574" fmla="*/ 1609828 w 4719650"/>
                <a:gd name="connsiteY1574" fmla="*/ 54098 h 1454091"/>
                <a:gd name="connsiteX1575" fmla="*/ 1613107 w 4719650"/>
                <a:gd name="connsiteY1575" fmla="*/ 55737 h 1454091"/>
                <a:gd name="connsiteX1576" fmla="*/ 1618025 w 4719650"/>
                <a:gd name="connsiteY1576" fmla="*/ 57377 h 1454091"/>
                <a:gd name="connsiteX1577" fmla="*/ 1621304 w 4719650"/>
                <a:gd name="connsiteY1577" fmla="*/ 55737 h 1454091"/>
                <a:gd name="connsiteX1578" fmla="*/ 1626222 w 4719650"/>
                <a:gd name="connsiteY1578" fmla="*/ 55737 h 1454091"/>
                <a:gd name="connsiteX1579" fmla="*/ 1629501 w 4719650"/>
                <a:gd name="connsiteY1579" fmla="*/ 55737 h 1454091"/>
                <a:gd name="connsiteX1580" fmla="*/ 1626222 w 4719650"/>
                <a:gd name="connsiteY1580" fmla="*/ 54098 h 1454091"/>
                <a:gd name="connsiteX1581" fmla="*/ 1621304 w 4719650"/>
                <a:gd name="connsiteY1581" fmla="*/ 52459 h 1454091"/>
                <a:gd name="connsiteX1582" fmla="*/ 1626222 w 4719650"/>
                <a:gd name="connsiteY1582" fmla="*/ 54098 h 1454091"/>
                <a:gd name="connsiteX1583" fmla="*/ 1629501 w 4719650"/>
                <a:gd name="connsiteY1583" fmla="*/ 54098 h 1454091"/>
                <a:gd name="connsiteX1584" fmla="*/ 1632780 w 4719650"/>
                <a:gd name="connsiteY1584" fmla="*/ 54098 h 1454091"/>
                <a:gd name="connsiteX1585" fmla="*/ 1637697 w 4719650"/>
                <a:gd name="connsiteY1585" fmla="*/ 52459 h 1454091"/>
                <a:gd name="connsiteX1586" fmla="*/ 1640976 w 4719650"/>
                <a:gd name="connsiteY1586" fmla="*/ 54098 h 1454091"/>
                <a:gd name="connsiteX1587" fmla="*/ 1644255 w 4719650"/>
                <a:gd name="connsiteY1587" fmla="*/ 52459 h 1454091"/>
                <a:gd name="connsiteX1588" fmla="*/ 1649173 w 4719650"/>
                <a:gd name="connsiteY1588" fmla="*/ 52459 h 1454091"/>
                <a:gd name="connsiteX1589" fmla="*/ 1652451 w 4719650"/>
                <a:gd name="connsiteY1589" fmla="*/ 54098 h 1454091"/>
                <a:gd name="connsiteX1590" fmla="*/ 1657370 w 4719650"/>
                <a:gd name="connsiteY1590" fmla="*/ 52459 h 1454091"/>
                <a:gd name="connsiteX1591" fmla="*/ 1662287 w 4719650"/>
                <a:gd name="connsiteY1591" fmla="*/ 52459 h 1454091"/>
                <a:gd name="connsiteX1592" fmla="*/ 1665566 w 4719650"/>
                <a:gd name="connsiteY1592" fmla="*/ 52459 h 1454091"/>
                <a:gd name="connsiteX1593" fmla="*/ 1668845 w 4719650"/>
                <a:gd name="connsiteY1593" fmla="*/ 52459 h 1454091"/>
                <a:gd name="connsiteX1594" fmla="*/ 1673763 w 4719650"/>
                <a:gd name="connsiteY1594" fmla="*/ 52459 h 1454091"/>
                <a:gd name="connsiteX1595" fmla="*/ 1677041 w 4719650"/>
                <a:gd name="connsiteY1595" fmla="*/ 52459 h 1454091"/>
                <a:gd name="connsiteX1596" fmla="*/ 1681960 w 4719650"/>
                <a:gd name="connsiteY1596" fmla="*/ 54098 h 1454091"/>
                <a:gd name="connsiteX1597" fmla="*/ 1685238 w 4719650"/>
                <a:gd name="connsiteY1597" fmla="*/ 55737 h 1454091"/>
                <a:gd name="connsiteX1598" fmla="*/ 1681960 w 4719650"/>
                <a:gd name="connsiteY1598" fmla="*/ 57377 h 1454091"/>
                <a:gd name="connsiteX1599" fmla="*/ 1678681 w 4719650"/>
                <a:gd name="connsiteY1599" fmla="*/ 62295 h 1454091"/>
                <a:gd name="connsiteX1600" fmla="*/ 1681960 w 4719650"/>
                <a:gd name="connsiteY1600" fmla="*/ 60655 h 1454091"/>
                <a:gd name="connsiteX1601" fmla="*/ 1685238 w 4719650"/>
                <a:gd name="connsiteY1601" fmla="*/ 59016 h 1454091"/>
                <a:gd name="connsiteX1602" fmla="*/ 1690156 w 4719650"/>
                <a:gd name="connsiteY1602" fmla="*/ 59016 h 1454091"/>
                <a:gd name="connsiteX1603" fmla="*/ 1693435 w 4719650"/>
                <a:gd name="connsiteY1603" fmla="*/ 57377 h 1454091"/>
                <a:gd name="connsiteX1604" fmla="*/ 1696714 w 4719650"/>
                <a:gd name="connsiteY1604" fmla="*/ 57377 h 1454091"/>
                <a:gd name="connsiteX1605" fmla="*/ 1701631 w 4719650"/>
                <a:gd name="connsiteY1605" fmla="*/ 60655 h 1454091"/>
                <a:gd name="connsiteX1606" fmla="*/ 1703271 w 4719650"/>
                <a:gd name="connsiteY1606" fmla="*/ 60655 h 1454091"/>
                <a:gd name="connsiteX1607" fmla="*/ 1706550 w 4719650"/>
                <a:gd name="connsiteY1607" fmla="*/ 60655 h 1454091"/>
                <a:gd name="connsiteX1608" fmla="*/ 1711468 w 4719650"/>
                <a:gd name="connsiteY1608" fmla="*/ 57377 h 1454091"/>
                <a:gd name="connsiteX1609" fmla="*/ 1714746 w 4719650"/>
                <a:gd name="connsiteY1609" fmla="*/ 57377 h 1454091"/>
                <a:gd name="connsiteX1610" fmla="*/ 1718025 w 4719650"/>
                <a:gd name="connsiteY1610" fmla="*/ 59016 h 1454091"/>
                <a:gd name="connsiteX1611" fmla="*/ 1722943 w 4719650"/>
                <a:gd name="connsiteY1611" fmla="*/ 57377 h 1454091"/>
                <a:gd name="connsiteX1612" fmla="*/ 1726221 w 4719650"/>
                <a:gd name="connsiteY1612" fmla="*/ 57377 h 1454091"/>
                <a:gd name="connsiteX1613" fmla="*/ 1729500 w 4719650"/>
                <a:gd name="connsiteY1613" fmla="*/ 57377 h 1454091"/>
                <a:gd name="connsiteX1614" fmla="*/ 1726221 w 4719650"/>
                <a:gd name="connsiteY1614" fmla="*/ 55737 h 1454091"/>
                <a:gd name="connsiteX1615" fmla="*/ 1722943 w 4719650"/>
                <a:gd name="connsiteY1615" fmla="*/ 55737 h 1454091"/>
                <a:gd name="connsiteX1616" fmla="*/ 1726221 w 4719650"/>
                <a:gd name="connsiteY1616" fmla="*/ 54098 h 1454091"/>
                <a:gd name="connsiteX1617" fmla="*/ 1731140 w 4719650"/>
                <a:gd name="connsiteY1617" fmla="*/ 55737 h 1454091"/>
                <a:gd name="connsiteX1618" fmla="*/ 1734418 w 4719650"/>
                <a:gd name="connsiteY1618" fmla="*/ 54098 h 1454091"/>
                <a:gd name="connsiteX1619" fmla="*/ 1729500 w 4719650"/>
                <a:gd name="connsiteY1619" fmla="*/ 52459 h 1454091"/>
                <a:gd name="connsiteX1620" fmla="*/ 1734418 w 4719650"/>
                <a:gd name="connsiteY1620" fmla="*/ 52459 h 1454091"/>
                <a:gd name="connsiteX1621" fmla="*/ 1737697 w 4719650"/>
                <a:gd name="connsiteY1621" fmla="*/ 52459 h 1454091"/>
                <a:gd name="connsiteX1622" fmla="*/ 1740975 w 4719650"/>
                <a:gd name="connsiteY1622" fmla="*/ 49180 h 1454091"/>
                <a:gd name="connsiteX1623" fmla="*/ 1745894 w 4719650"/>
                <a:gd name="connsiteY1623" fmla="*/ 49180 h 1454091"/>
                <a:gd name="connsiteX1624" fmla="*/ 1749172 w 4719650"/>
                <a:gd name="connsiteY1624" fmla="*/ 50819 h 1454091"/>
                <a:gd name="connsiteX1625" fmla="*/ 1754090 w 4719650"/>
                <a:gd name="connsiteY1625" fmla="*/ 49180 h 1454091"/>
                <a:gd name="connsiteX1626" fmla="*/ 1757369 w 4719650"/>
                <a:gd name="connsiteY1626" fmla="*/ 52459 h 1454091"/>
                <a:gd name="connsiteX1627" fmla="*/ 1762287 w 4719650"/>
                <a:gd name="connsiteY1627" fmla="*/ 52459 h 1454091"/>
                <a:gd name="connsiteX1628" fmla="*/ 1765565 w 4719650"/>
                <a:gd name="connsiteY1628" fmla="*/ 52459 h 1454091"/>
                <a:gd name="connsiteX1629" fmla="*/ 1770484 w 4719650"/>
                <a:gd name="connsiteY1629" fmla="*/ 54098 h 1454091"/>
                <a:gd name="connsiteX1630" fmla="*/ 1773762 w 4719650"/>
                <a:gd name="connsiteY1630" fmla="*/ 54098 h 1454091"/>
                <a:gd name="connsiteX1631" fmla="*/ 1778680 w 4719650"/>
                <a:gd name="connsiteY1631" fmla="*/ 55737 h 1454091"/>
                <a:gd name="connsiteX1632" fmla="*/ 1780320 w 4719650"/>
                <a:gd name="connsiteY1632" fmla="*/ 55737 h 1454091"/>
                <a:gd name="connsiteX1633" fmla="*/ 1780320 w 4719650"/>
                <a:gd name="connsiteY1633" fmla="*/ 55737 h 1454091"/>
                <a:gd name="connsiteX1634" fmla="*/ 1777041 w 4719650"/>
                <a:gd name="connsiteY1634" fmla="*/ 52459 h 1454091"/>
                <a:gd name="connsiteX1635" fmla="*/ 1773762 w 4719650"/>
                <a:gd name="connsiteY1635" fmla="*/ 52459 h 1454091"/>
                <a:gd name="connsiteX1636" fmla="*/ 1768844 w 4719650"/>
                <a:gd name="connsiteY1636" fmla="*/ 50819 h 1454091"/>
                <a:gd name="connsiteX1637" fmla="*/ 1765565 w 4719650"/>
                <a:gd name="connsiteY1637" fmla="*/ 47541 h 1454091"/>
                <a:gd name="connsiteX1638" fmla="*/ 1760648 w 4719650"/>
                <a:gd name="connsiteY1638" fmla="*/ 47541 h 1454091"/>
                <a:gd name="connsiteX1639" fmla="*/ 1757369 w 4719650"/>
                <a:gd name="connsiteY1639" fmla="*/ 45901 h 1454091"/>
                <a:gd name="connsiteX1640" fmla="*/ 1754090 w 4719650"/>
                <a:gd name="connsiteY1640" fmla="*/ 45901 h 1454091"/>
                <a:gd name="connsiteX1641" fmla="*/ 1749172 w 4719650"/>
                <a:gd name="connsiteY1641" fmla="*/ 45901 h 1454091"/>
                <a:gd name="connsiteX1642" fmla="*/ 1745894 w 4719650"/>
                <a:gd name="connsiteY1642" fmla="*/ 44262 h 1454091"/>
                <a:gd name="connsiteX1643" fmla="*/ 1742615 w 4719650"/>
                <a:gd name="connsiteY1643" fmla="*/ 40983 h 1454091"/>
                <a:gd name="connsiteX1644" fmla="*/ 1745894 w 4719650"/>
                <a:gd name="connsiteY1644" fmla="*/ 40983 h 1454091"/>
                <a:gd name="connsiteX1645" fmla="*/ 1749172 w 4719650"/>
                <a:gd name="connsiteY1645" fmla="*/ 40983 h 1454091"/>
                <a:gd name="connsiteX1646" fmla="*/ 1754090 w 4719650"/>
                <a:gd name="connsiteY1646" fmla="*/ 40983 h 1454091"/>
                <a:gd name="connsiteX1647" fmla="*/ 1757369 w 4719650"/>
                <a:gd name="connsiteY1647" fmla="*/ 40983 h 1454091"/>
                <a:gd name="connsiteX1648" fmla="*/ 1762287 w 4719650"/>
                <a:gd name="connsiteY1648" fmla="*/ 40983 h 1454091"/>
                <a:gd name="connsiteX1649" fmla="*/ 1765565 w 4719650"/>
                <a:gd name="connsiteY1649" fmla="*/ 40983 h 1454091"/>
                <a:gd name="connsiteX1650" fmla="*/ 1768844 w 4719650"/>
                <a:gd name="connsiteY1650" fmla="*/ 40983 h 1454091"/>
                <a:gd name="connsiteX1651" fmla="*/ 1770484 w 4719650"/>
                <a:gd name="connsiteY1651" fmla="*/ 40983 h 1454091"/>
                <a:gd name="connsiteX1652" fmla="*/ 1773762 w 4719650"/>
                <a:gd name="connsiteY1652" fmla="*/ 40983 h 1454091"/>
                <a:gd name="connsiteX1653" fmla="*/ 1777041 w 4719650"/>
                <a:gd name="connsiteY1653" fmla="*/ 40983 h 1454091"/>
                <a:gd name="connsiteX1654" fmla="*/ 1781959 w 4719650"/>
                <a:gd name="connsiteY1654" fmla="*/ 40983 h 1454091"/>
                <a:gd name="connsiteX1655" fmla="*/ 1785238 w 4719650"/>
                <a:gd name="connsiteY1655" fmla="*/ 40983 h 1454091"/>
                <a:gd name="connsiteX1656" fmla="*/ 1790155 w 4719650"/>
                <a:gd name="connsiteY1656" fmla="*/ 39344 h 1454091"/>
                <a:gd name="connsiteX1657" fmla="*/ 1793434 w 4719650"/>
                <a:gd name="connsiteY1657" fmla="*/ 40983 h 1454091"/>
                <a:gd name="connsiteX1658" fmla="*/ 1796713 w 4719650"/>
                <a:gd name="connsiteY1658" fmla="*/ 42623 h 1454091"/>
                <a:gd name="connsiteX1659" fmla="*/ 1801631 w 4719650"/>
                <a:gd name="connsiteY1659" fmla="*/ 40983 h 1454091"/>
                <a:gd name="connsiteX1660" fmla="*/ 1804910 w 4719650"/>
                <a:gd name="connsiteY1660" fmla="*/ 40983 h 1454091"/>
                <a:gd name="connsiteX1661" fmla="*/ 1809828 w 4719650"/>
                <a:gd name="connsiteY1661" fmla="*/ 42623 h 1454091"/>
                <a:gd name="connsiteX1662" fmla="*/ 1813107 w 4719650"/>
                <a:gd name="connsiteY1662" fmla="*/ 42623 h 1454091"/>
                <a:gd name="connsiteX1663" fmla="*/ 1818024 w 4719650"/>
                <a:gd name="connsiteY1663" fmla="*/ 44262 h 1454091"/>
                <a:gd name="connsiteX1664" fmla="*/ 1821303 w 4719650"/>
                <a:gd name="connsiteY1664" fmla="*/ 44262 h 1454091"/>
                <a:gd name="connsiteX1665" fmla="*/ 1826221 w 4719650"/>
                <a:gd name="connsiteY1665" fmla="*/ 44262 h 1454091"/>
                <a:gd name="connsiteX1666" fmla="*/ 1829500 w 4719650"/>
                <a:gd name="connsiteY1666" fmla="*/ 44262 h 1454091"/>
                <a:gd name="connsiteX1667" fmla="*/ 1826221 w 4719650"/>
                <a:gd name="connsiteY1667" fmla="*/ 44262 h 1454091"/>
                <a:gd name="connsiteX1668" fmla="*/ 1821303 w 4719650"/>
                <a:gd name="connsiteY1668" fmla="*/ 42623 h 1454091"/>
                <a:gd name="connsiteX1669" fmla="*/ 1818024 w 4719650"/>
                <a:gd name="connsiteY1669" fmla="*/ 42623 h 1454091"/>
                <a:gd name="connsiteX1670" fmla="*/ 1814746 w 4719650"/>
                <a:gd name="connsiteY1670" fmla="*/ 40983 h 1454091"/>
                <a:gd name="connsiteX1671" fmla="*/ 1809828 w 4719650"/>
                <a:gd name="connsiteY1671" fmla="*/ 40983 h 1454091"/>
                <a:gd name="connsiteX1672" fmla="*/ 1806549 w 4719650"/>
                <a:gd name="connsiteY1672" fmla="*/ 40983 h 1454091"/>
                <a:gd name="connsiteX1673" fmla="*/ 1803270 w 4719650"/>
                <a:gd name="connsiteY1673" fmla="*/ 40983 h 1454091"/>
                <a:gd name="connsiteX1674" fmla="*/ 1798352 w 4719650"/>
                <a:gd name="connsiteY1674" fmla="*/ 39344 h 1454091"/>
                <a:gd name="connsiteX1675" fmla="*/ 1793434 w 4719650"/>
                <a:gd name="connsiteY1675" fmla="*/ 39344 h 1454091"/>
                <a:gd name="connsiteX1676" fmla="*/ 1790155 w 4719650"/>
                <a:gd name="connsiteY1676" fmla="*/ 39344 h 1454091"/>
                <a:gd name="connsiteX1677" fmla="*/ 1791795 w 4719650"/>
                <a:gd name="connsiteY1677" fmla="*/ 36065 h 1454091"/>
                <a:gd name="connsiteX1678" fmla="*/ 1788517 w 4719650"/>
                <a:gd name="connsiteY1678" fmla="*/ 31147 h 1454091"/>
                <a:gd name="connsiteX1679" fmla="*/ 1785238 w 4719650"/>
                <a:gd name="connsiteY1679" fmla="*/ 31147 h 1454091"/>
                <a:gd name="connsiteX1680" fmla="*/ 1780320 w 4719650"/>
                <a:gd name="connsiteY1680" fmla="*/ 31147 h 1454091"/>
                <a:gd name="connsiteX1681" fmla="*/ 1777041 w 4719650"/>
                <a:gd name="connsiteY1681" fmla="*/ 27869 h 1454091"/>
                <a:gd name="connsiteX1682" fmla="*/ 1778680 w 4719650"/>
                <a:gd name="connsiteY1682" fmla="*/ 24590 h 1454091"/>
                <a:gd name="connsiteX1683" fmla="*/ 1781959 w 4719650"/>
                <a:gd name="connsiteY1683" fmla="*/ 24590 h 1454091"/>
                <a:gd name="connsiteX1684" fmla="*/ 1778680 w 4719650"/>
                <a:gd name="connsiteY1684" fmla="*/ 19672 h 1454091"/>
                <a:gd name="connsiteX1685" fmla="*/ 1781959 w 4719650"/>
                <a:gd name="connsiteY1685" fmla="*/ 18033 h 1454091"/>
                <a:gd name="connsiteX1686" fmla="*/ 1785238 w 4719650"/>
                <a:gd name="connsiteY1686" fmla="*/ 16393 h 1454091"/>
                <a:gd name="connsiteX1687" fmla="*/ 1788517 w 4719650"/>
                <a:gd name="connsiteY1687" fmla="*/ 13115 h 1454091"/>
                <a:gd name="connsiteX1688" fmla="*/ 1781959 w 4719650"/>
                <a:gd name="connsiteY1688" fmla="*/ 11475 h 1454091"/>
                <a:gd name="connsiteX1689" fmla="*/ 1786877 w 4719650"/>
                <a:gd name="connsiteY1689" fmla="*/ 11475 h 1454091"/>
                <a:gd name="connsiteX1690" fmla="*/ 1790155 w 4719650"/>
                <a:gd name="connsiteY1690" fmla="*/ 9836 h 1454091"/>
                <a:gd name="connsiteX1691" fmla="*/ 1793434 w 4719650"/>
                <a:gd name="connsiteY1691" fmla="*/ 8197 h 1454091"/>
                <a:gd name="connsiteX1692" fmla="*/ 1798352 w 4719650"/>
                <a:gd name="connsiteY1692" fmla="*/ 4918 h 1454091"/>
                <a:gd name="connsiteX1693" fmla="*/ 1801631 w 4719650"/>
                <a:gd name="connsiteY1693" fmla="*/ 3279 h 1454091"/>
                <a:gd name="connsiteX1694" fmla="*/ 1804910 w 4719650"/>
                <a:gd name="connsiteY1694" fmla="*/ 3279 h 1454091"/>
                <a:gd name="connsiteX1695" fmla="*/ 1809828 w 4719650"/>
                <a:gd name="connsiteY1695" fmla="*/ 3279 h 1454091"/>
                <a:gd name="connsiteX1696" fmla="*/ 1813107 w 4719650"/>
                <a:gd name="connsiteY1696" fmla="*/ 3279 h 1454091"/>
                <a:gd name="connsiteX1697" fmla="*/ 1818024 w 4719650"/>
                <a:gd name="connsiteY1697" fmla="*/ 1639 h 1454091"/>
                <a:gd name="connsiteX1698" fmla="*/ 1821303 w 4719650"/>
                <a:gd name="connsiteY1698" fmla="*/ 0 h 1454091"/>
                <a:gd name="connsiteX1699" fmla="*/ 1824582 w 4719650"/>
                <a:gd name="connsiteY1699" fmla="*/ 0 h 1454091"/>
                <a:gd name="connsiteX1700" fmla="*/ 1827860 w 4719650"/>
                <a:gd name="connsiteY1700" fmla="*/ 1639 h 1454091"/>
                <a:gd name="connsiteX1701" fmla="*/ 1832779 w 4719650"/>
                <a:gd name="connsiteY1701" fmla="*/ 3279 h 1454091"/>
                <a:gd name="connsiteX1702" fmla="*/ 1836057 w 4719650"/>
                <a:gd name="connsiteY1702" fmla="*/ 1639 h 1454091"/>
                <a:gd name="connsiteX1703" fmla="*/ 1839336 w 4719650"/>
                <a:gd name="connsiteY1703" fmla="*/ 1639 h 1454091"/>
                <a:gd name="connsiteX1704" fmla="*/ 1844253 w 4719650"/>
                <a:gd name="connsiteY1704" fmla="*/ 3279 h 1454091"/>
                <a:gd name="connsiteX1705" fmla="*/ 1847532 w 4719650"/>
                <a:gd name="connsiteY1705" fmla="*/ 4918 h 1454091"/>
                <a:gd name="connsiteX1706" fmla="*/ 1852450 w 4719650"/>
                <a:gd name="connsiteY1706" fmla="*/ 4918 h 1454091"/>
                <a:gd name="connsiteX1707" fmla="*/ 1855729 w 4719650"/>
                <a:gd name="connsiteY1707" fmla="*/ 4918 h 1454091"/>
                <a:gd name="connsiteX1708" fmla="*/ 1860647 w 4719650"/>
                <a:gd name="connsiteY1708" fmla="*/ 6557 h 1454091"/>
                <a:gd name="connsiteX1709" fmla="*/ 1863926 w 4719650"/>
                <a:gd name="connsiteY1709" fmla="*/ 6557 h 1454091"/>
                <a:gd name="connsiteX1710" fmla="*/ 1867205 w 4719650"/>
                <a:gd name="connsiteY1710" fmla="*/ 6557 h 1454091"/>
                <a:gd name="connsiteX1711" fmla="*/ 1872122 w 4719650"/>
                <a:gd name="connsiteY1711" fmla="*/ 6557 h 1454091"/>
                <a:gd name="connsiteX1712" fmla="*/ 1875401 w 4719650"/>
                <a:gd name="connsiteY1712" fmla="*/ 6557 h 1454091"/>
                <a:gd name="connsiteX1713" fmla="*/ 1878680 w 4719650"/>
                <a:gd name="connsiteY1713" fmla="*/ 8197 h 1454091"/>
                <a:gd name="connsiteX1714" fmla="*/ 1883598 w 4719650"/>
                <a:gd name="connsiteY1714" fmla="*/ 9836 h 1454091"/>
                <a:gd name="connsiteX1715" fmla="*/ 1886877 w 4719650"/>
                <a:gd name="connsiteY1715" fmla="*/ 11475 h 1454091"/>
                <a:gd name="connsiteX1716" fmla="*/ 1890156 w 4719650"/>
                <a:gd name="connsiteY1716" fmla="*/ 13115 h 1454091"/>
                <a:gd name="connsiteX1717" fmla="*/ 1886877 w 4719650"/>
                <a:gd name="connsiteY1717" fmla="*/ 13115 h 1454091"/>
                <a:gd name="connsiteX1718" fmla="*/ 1883598 w 4719650"/>
                <a:gd name="connsiteY1718" fmla="*/ 13115 h 1454091"/>
                <a:gd name="connsiteX1719" fmla="*/ 1878680 w 4719650"/>
                <a:gd name="connsiteY1719" fmla="*/ 14754 h 1454091"/>
                <a:gd name="connsiteX1720" fmla="*/ 1875401 w 4719650"/>
                <a:gd name="connsiteY1720" fmla="*/ 16393 h 1454091"/>
                <a:gd name="connsiteX1721" fmla="*/ 1870483 w 4719650"/>
                <a:gd name="connsiteY1721" fmla="*/ 18033 h 1454091"/>
                <a:gd name="connsiteX1722" fmla="*/ 1867205 w 4719650"/>
                <a:gd name="connsiteY1722" fmla="*/ 18033 h 1454091"/>
                <a:gd name="connsiteX1723" fmla="*/ 1863926 w 4719650"/>
                <a:gd name="connsiteY1723" fmla="*/ 19672 h 1454091"/>
                <a:gd name="connsiteX1724" fmla="*/ 1859008 w 4719650"/>
                <a:gd name="connsiteY1724" fmla="*/ 18033 h 1454091"/>
                <a:gd name="connsiteX1725" fmla="*/ 1855729 w 4719650"/>
                <a:gd name="connsiteY1725" fmla="*/ 19672 h 1454091"/>
                <a:gd name="connsiteX1726" fmla="*/ 1852450 w 4719650"/>
                <a:gd name="connsiteY1726" fmla="*/ 19672 h 1454091"/>
                <a:gd name="connsiteX1727" fmla="*/ 1847532 w 4719650"/>
                <a:gd name="connsiteY1727" fmla="*/ 21311 h 1454091"/>
                <a:gd name="connsiteX1728" fmla="*/ 1850811 w 4719650"/>
                <a:gd name="connsiteY1728" fmla="*/ 21311 h 1454091"/>
                <a:gd name="connsiteX1729" fmla="*/ 1855729 w 4719650"/>
                <a:gd name="connsiteY1729" fmla="*/ 21311 h 1454091"/>
                <a:gd name="connsiteX1730" fmla="*/ 1859008 w 4719650"/>
                <a:gd name="connsiteY1730" fmla="*/ 21311 h 1454091"/>
                <a:gd name="connsiteX1731" fmla="*/ 1863926 w 4719650"/>
                <a:gd name="connsiteY1731" fmla="*/ 19672 h 1454091"/>
                <a:gd name="connsiteX1732" fmla="*/ 1867205 w 4719650"/>
                <a:gd name="connsiteY1732" fmla="*/ 21311 h 1454091"/>
                <a:gd name="connsiteX1733" fmla="*/ 1872122 w 4719650"/>
                <a:gd name="connsiteY1733" fmla="*/ 21311 h 1454091"/>
                <a:gd name="connsiteX1734" fmla="*/ 1875401 w 4719650"/>
                <a:gd name="connsiteY1734" fmla="*/ 21311 h 1454091"/>
                <a:gd name="connsiteX1735" fmla="*/ 1880319 w 4719650"/>
                <a:gd name="connsiteY1735" fmla="*/ 21311 h 1454091"/>
                <a:gd name="connsiteX1736" fmla="*/ 1883598 w 4719650"/>
                <a:gd name="connsiteY1736" fmla="*/ 21311 h 1454091"/>
                <a:gd name="connsiteX1737" fmla="*/ 1886877 w 4719650"/>
                <a:gd name="connsiteY1737" fmla="*/ 19672 h 1454091"/>
                <a:gd name="connsiteX1738" fmla="*/ 1891795 w 4719650"/>
                <a:gd name="connsiteY1738" fmla="*/ 19672 h 1454091"/>
                <a:gd name="connsiteX1739" fmla="*/ 1890156 w 4719650"/>
                <a:gd name="connsiteY1739" fmla="*/ 22951 h 1454091"/>
                <a:gd name="connsiteX1740" fmla="*/ 1886877 w 4719650"/>
                <a:gd name="connsiteY1740" fmla="*/ 24590 h 1454091"/>
                <a:gd name="connsiteX1741" fmla="*/ 1890156 w 4719650"/>
                <a:gd name="connsiteY1741" fmla="*/ 24590 h 1454091"/>
                <a:gd name="connsiteX1742" fmla="*/ 1893433 w 4719650"/>
                <a:gd name="connsiteY1742" fmla="*/ 24590 h 1454091"/>
                <a:gd name="connsiteX1743" fmla="*/ 1898352 w 4719650"/>
                <a:gd name="connsiteY1743" fmla="*/ 24590 h 1454091"/>
                <a:gd name="connsiteX1744" fmla="*/ 1901630 w 4719650"/>
                <a:gd name="connsiteY1744" fmla="*/ 22951 h 1454091"/>
                <a:gd name="connsiteX1745" fmla="*/ 1906549 w 4719650"/>
                <a:gd name="connsiteY1745" fmla="*/ 22951 h 1454091"/>
                <a:gd name="connsiteX1746" fmla="*/ 1909827 w 4719650"/>
                <a:gd name="connsiteY1746" fmla="*/ 22951 h 1454091"/>
                <a:gd name="connsiteX1747" fmla="*/ 1914746 w 4719650"/>
                <a:gd name="connsiteY1747" fmla="*/ 24590 h 1454091"/>
                <a:gd name="connsiteX1748" fmla="*/ 1918024 w 4719650"/>
                <a:gd name="connsiteY1748" fmla="*/ 22951 h 1454091"/>
                <a:gd name="connsiteX1749" fmla="*/ 1921302 w 4719650"/>
                <a:gd name="connsiteY1749" fmla="*/ 22951 h 1454091"/>
                <a:gd name="connsiteX1750" fmla="*/ 1926220 w 4719650"/>
                <a:gd name="connsiteY1750" fmla="*/ 24590 h 1454091"/>
                <a:gd name="connsiteX1751" fmla="*/ 1929499 w 4719650"/>
                <a:gd name="connsiteY1751" fmla="*/ 24590 h 1454091"/>
                <a:gd name="connsiteX1752" fmla="*/ 1934417 w 4719650"/>
                <a:gd name="connsiteY1752" fmla="*/ 24590 h 1454091"/>
                <a:gd name="connsiteX1753" fmla="*/ 1937696 w 4719650"/>
                <a:gd name="connsiteY1753" fmla="*/ 26229 h 1454091"/>
                <a:gd name="connsiteX1754" fmla="*/ 1939336 w 4719650"/>
                <a:gd name="connsiteY1754" fmla="*/ 29508 h 1454091"/>
                <a:gd name="connsiteX1755" fmla="*/ 1936057 w 4719650"/>
                <a:gd name="connsiteY1755" fmla="*/ 31147 h 1454091"/>
                <a:gd name="connsiteX1756" fmla="*/ 1932778 w 4719650"/>
                <a:gd name="connsiteY1756" fmla="*/ 36065 h 1454091"/>
                <a:gd name="connsiteX1757" fmla="*/ 1931139 w 4719650"/>
                <a:gd name="connsiteY1757" fmla="*/ 39344 h 1454091"/>
                <a:gd name="connsiteX1758" fmla="*/ 1927860 w 4719650"/>
                <a:gd name="connsiteY1758" fmla="*/ 39344 h 1454091"/>
                <a:gd name="connsiteX1759" fmla="*/ 1927860 w 4719650"/>
                <a:gd name="connsiteY1759" fmla="*/ 40983 h 1454091"/>
                <a:gd name="connsiteX1760" fmla="*/ 1932778 w 4719650"/>
                <a:gd name="connsiteY1760" fmla="*/ 40983 h 1454091"/>
                <a:gd name="connsiteX1761" fmla="*/ 1937696 w 4719650"/>
                <a:gd name="connsiteY1761" fmla="*/ 40983 h 1454091"/>
                <a:gd name="connsiteX1762" fmla="*/ 1940975 w 4719650"/>
                <a:gd name="connsiteY1762" fmla="*/ 40983 h 1454091"/>
                <a:gd name="connsiteX1763" fmla="*/ 1945892 w 4719650"/>
                <a:gd name="connsiteY1763" fmla="*/ 40983 h 1454091"/>
                <a:gd name="connsiteX1764" fmla="*/ 1949171 w 4719650"/>
                <a:gd name="connsiteY1764" fmla="*/ 39344 h 1454091"/>
                <a:gd name="connsiteX1765" fmla="*/ 1954089 w 4719650"/>
                <a:gd name="connsiteY1765" fmla="*/ 39344 h 1454091"/>
                <a:gd name="connsiteX1766" fmla="*/ 1957368 w 4719650"/>
                <a:gd name="connsiteY1766" fmla="*/ 40983 h 1454091"/>
                <a:gd name="connsiteX1767" fmla="*/ 1962286 w 4719650"/>
                <a:gd name="connsiteY1767" fmla="*/ 40983 h 1454091"/>
                <a:gd name="connsiteX1768" fmla="*/ 1965565 w 4719650"/>
                <a:gd name="connsiteY1768" fmla="*/ 36065 h 1454091"/>
                <a:gd name="connsiteX1769" fmla="*/ 1962286 w 4719650"/>
                <a:gd name="connsiteY1769" fmla="*/ 32787 h 1454091"/>
                <a:gd name="connsiteX1770" fmla="*/ 1967204 w 4719650"/>
                <a:gd name="connsiteY1770" fmla="*/ 32787 h 1454091"/>
                <a:gd name="connsiteX1771" fmla="*/ 1970483 w 4719650"/>
                <a:gd name="connsiteY1771" fmla="*/ 34426 h 1454091"/>
                <a:gd name="connsiteX1772" fmla="*/ 1975400 w 4719650"/>
                <a:gd name="connsiteY1772" fmla="*/ 32787 h 1454091"/>
                <a:gd name="connsiteX1773" fmla="*/ 1978679 w 4719650"/>
                <a:gd name="connsiteY1773" fmla="*/ 34426 h 1454091"/>
                <a:gd name="connsiteX1774" fmla="*/ 1983597 w 4719650"/>
                <a:gd name="connsiteY1774" fmla="*/ 32787 h 1454091"/>
                <a:gd name="connsiteX1775" fmla="*/ 1986876 w 4719650"/>
                <a:gd name="connsiteY1775" fmla="*/ 32787 h 1454091"/>
                <a:gd name="connsiteX1776" fmla="*/ 1990155 w 4719650"/>
                <a:gd name="connsiteY1776" fmla="*/ 32787 h 1454091"/>
                <a:gd name="connsiteX1777" fmla="*/ 1995073 w 4719650"/>
                <a:gd name="connsiteY1777" fmla="*/ 32787 h 1454091"/>
                <a:gd name="connsiteX1778" fmla="*/ 1998351 w 4719650"/>
                <a:gd name="connsiteY1778" fmla="*/ 32787 h 1454091"/>
                <a:gd name="connsiteX1779" fmla="*/ 2001630 w 4719650"/>
                <a:gd name="connsiteY1779" fmla="*/ 32787 h 1454091"/>
                <a:gd name="connsiteX1780" fmla="*/ 2006548 w 4719650"/>
                <a:gd name="connsiteY1780" fmla="*/ 34426 h 1454091"/>
                <a:gd name="connsiteX1781" fmla="*/ 2009827 w 4719650"/>
                <a:gd name="connsiteY1781" fmla="*/ 34426 h 1454091"/>
                <a:gd name="connsiteX1782" fmla="*/ 2014745 w 4719650"/>
                <a:gd name="connsiteY1782" fmla="*/ 34426 h 1454091"/>
                <a:gd name="connsiteX1783" fmla="*/ 2018024 w 4719650"/>
                <a:gd name="connsiteY1783" fmla="*/ 34426 h 1454091"/>
                <a:gd name="connsiteX1784" fmla="*/ 2021303 w 4719650"/>
                <a:gd name="connsiteY1784" fmla="*/ 32787 h 1454091"/>
                <a:gd name="connsiteX1785" fmla="*/ 2024580 w 4719650"/>
                <a:gd name="connsiteY1785" fmla="*/ 32787 h 1454091"/>
                <a:gd name="connsiteX1786" fmla="*/ 2027859 w 4719650"/>
                <a:gd name="connsiteY1786" fmla="*/ 32787 h 1454091"/>
                <a:gd name="connsiteX1787" fmla="*/ 2032777 w 4719650"/>
                <a:gd name="connsiteY1787" fmla="*/ 32787 h 1454091"/>
                <a:gd name="connsiteX1788" fmla="*/ 2036056 w 4719650"/>
                <a:gd name="connsiteY1788" fmla="*/ 32787 h 1454091"/>
                <a:gd name="connsiteX1789" fmla="*/ 2040974 w 4719650"/>
                <a:gd name="connsiteY1789" fmla="*/ 32787 h 1454091"/>
                <a:gd name="connsiteX1790" fmla="*/ 2044253 w 4719650"/>
                <a:gd name="connsiteY1790" fmla="*/ 34426 h 1454091"/>
                <a:gd name="connsiteX1791" fmla="*/ 2049170 w 4719650"/>
                <a:gd name="connsiteY1791" fmla="*/ 34426 h 1454091"/>
                <a:gd name="connsiteX1792" fmla="*/ 2052449 w 4719650"/>
                <a:gd name="connsiteY1792" fmla="*/ 34426 h 1454091"/>
                <a:gd name="connsiteX1793" fmla="*/ 2057367 w 4719650"/>
                <a:gd name="connsiteY1793" fmla="*/ 37705 h 1454091"/>
                <a:gd name="connsiteX1794" fmla="*/ 2060646 w 4719650"/>
                <a:gd name="connsiteY1794" fmla="*/ 37705 h 1454091"/>
                <a:gd name="connsiteX1795" fmla="*/ 2065564 w 4719650"/>
                <a:gd name="connsiteY1795" fmla="*/ 37705 h 1454091"/>
                <a:gd name="connsiteX1796" fmla="*/ 2068843 w 4719650"/>
                <a:gd name="connsiteY1796" fmla="*/ 39344 h 1454091"/>
                <a:gd name="connsiteX1797" fmla="*/ 2072122 w 4719650"/>
                <a:gd name="connsiteY1797" fmla="*/ 39344 h 1454091"/>
                <a:gd name="connsiteX1798" fmla="*/ 2077039 w 4719650"/>
                <a:gd name="connsiteY1798" fmla="*/ 40983 h 1454091"/>
                <a:gd name="connsiteX1799" fmla="*/ 2078679 w 4719650"/>
                <a:gd name="connsiteY1799" fmla="*/ 44262 h 1454091"/>
                <a:gd name="connsiteX1800" fmla="*/ 2081957 w 4719650"/>
                <a:gd name="connsiteY1800" fmla="*/ 42623 h 1454091"/>
                <a:gd name="connsiteX1801" fmla="*/ 2085236 w 4719650"/>
                <a:gd name="connsiteY1801" fmla="*/ 42623 h 1454091"/>
                <a:gd name="connsiteX1802" fmla="*/ 2090154 w 4719650"/>
                <a:gd name="connsiteY1802" fmla="*/ 44262 h 1454091"/>
                <a:gd name="connsiteX1803" fmla="*/ 2093433 w 4719650"/>
                <a:gd name="connsiteY1803" fmla="*/ 44262 h 1454091"/>
                <a:gd name="connsiteX1804" fmla="*/ 2096712 w 4719650"/>
                <a:gd name="connsiteY1804" fmla="*/ 47541 h 1454091"/>
                <a:gd name="connsiteX1805" fmla="*/ 2099991 w 4719650"/>
                <a:gd name="connsiteY1805" fmla="*/ 50819 h 1454091"/>
                <a:gd name="connsiteX1806" fmla="*/ 2103269 w 4719650"/>
                <a:gd name="connsiteY1806" fmla="*/ 50819 h 1454091"/>
                <a:gd name="connsiteX1807" fmla="*/ 2106547 w 4719650"/>
                <a:gd name="connsiteY1807" fmla="*/ 52459 h 1454091"/>
                <a:gd name="connsiteX1808" fmla="*/ 2109826 w 4719650"/>
                <a:gd name="connsiteY1808" fmla="*/ 55737 h 1454091"/>
                <a:gd name="connsiteX1809" fmla="*/ 2113105 w 4719650"/>
                <a:gd name="connsiteY1809" fmla="*/ 52459 h 1454091"/>
                <a:gd name="connsiteX1810" fmla="*/ 2116384 w 4719650"/>
                <a:gd name="connsiteY1810" fmla="*/ 52459 h 1454091"/>
                <a:gd name="connsiteX1811" fmla="*/ 2121302 w 4719650"/>
                <a:gd name="connsiteY1811" fmla="*/ 52459 h 1454091"/>
                <a:gd name="connsiteX1812" fmla="*/ 2116384 w 4719650"/>
                <a:gd name="connsiteY1812" fmla="*/ 52459 h 1454091"/>
                <a:gd name="connsiteX1813" fmla="*/ 2113105 w 4719650"/>
                <a:gd name="connsiteY1813" fmla="*/ 50819 h 1454091"/>
                <a:gd name="connsiteX1814" fmla="*/ 2109826 w 4719650"/>
                <a:gd name="connsiteY1814" fmla="*/ 49180 h 1454091"/>
                <a:gd name="connsiteX1815" fmla="*/ 2113105 w 4719650"/>
                <a:gd name="connsiteY1815" fmla="*/ 49180 h 1454091"/>
                <a:gd name="connsiteX1816" fmla="*/ 2118023 w 4719650"/>
                <a:gd name="connsiteY1816" fmla="*/ 50819 h 1454091"/>
                <a:gd name="connsiteX1817" fmla="*/ 2121302 w 4719650"/>
                <a:gd name="connsiteY1817" fmla="*/ 50819 h 1454091"/>
                <a:gd name="connsiteX1818" fmla="*/ 2124581 w 4719650"/>
                <a:gd name="connsiteY1818" fmla="*/ 52459 h 1454091"/>
                <a:gd name="connsiteX1819" fmla="*/ 2129498 w 4719650"/>
                <a:gd name="connsiteY1819" fmla="*/ 55737 h 1454091"/>
                <a:gd name="connsiteX1820" fmla="*/ 2132777 w 4719650"/>
                <a:gd name="connsiteY1820" fmla="*/ 59016 h 1454091"/>
                <a:gd name="connsiteX1821" fmla="*/ 2136056 w 4719650"/>
                <a:gd name="connsiteY1821" fmla="*/ 62295 h 1454091"/>
                <a:gd name="connsiteX1822" fmla="*/ 2140974 w 4719650"/>
                <a:gd name="connsiteY1822" fmla="*/ 60655 h 1454091"/>
                <a:gd name="connsiteX1823" fmla="*/ 2144253 w 4719650"/>
                <a:gd name="connsiteY1823" fmla="*/ 60655 h 1454091"/>
                <a:gd name="connsiteX1824" fmla="*/ 2147531 w 4719650"/>
                <a:gd name="connsiteY1824" fmla="*/ 63934 h 1454091"/>
                <a:gd name="connsiteX1825" fmla="*/ 2149171 w 4719650"/>
                <a:gd name="connsiteY1825" fmla="*/ 67213 h 1454091"/>
                <a:gd name="connsiteX1826" fmla="*/ 2152450 w 4719650"/>
                <a:gd name="connsiteY1826" fmla="*/ 70491 h 1454091"/>
                <a:gd name="connsiteX1827" fmla="*/ 2149171 w 4719650"/>
                <a:gd name="connsiteY1827" fmla="*/ 70491 h 1454091"/>
                <a:gd name="connsiteX1828" fmla="*/ 2145892 w 4719650"/>
                <a:gd name="connsiteY1828" fmla="*/ 68852 h 1454091"/>
                <a:gd name="connsiteX1829" fmla="*/ 2140974 w 4719650"/>
                <a:gd name="connsiteY1829" fmla="*/ 68852 h 1454091"/>
                <a:gd name="connsiteX1830" fmla="*/ 2137695 w 4719650"/>
                <a:gd name="connsiteY1830" fmla="*/ 67213 h 1454091"/>
                <a:gd name="connsiteX1831" fmla="*/ 2134416 w 4719650"/>
                <a:gd name="connsiteY1831" fmla="*/ 67213 h 1454091"/>
                <a:gd name="connsiteX1832" fmla="*/ 2129498 w 4719650"/>
                <a:gd name="connsiteY1832" fmla="*/ 65573 h 1454091"/>
                <a:gd name="connsiteX1833" fmla="*/ 2124581 w 4719650"/>
                <a:gd name="connsiteY1833" fmla="*/ 65573 h 1454091"/>
                <a:gd name="connsiteX1834" fmla="*/ 2121302 w 4719650"/>
                <a:gd name="connsiteY1834" fmla="*/ 63934 h 1454091"/>
                <a:gd name="connsiteX1835" fmla="*/ 2118023 w 4719650"/>
                <a:gd name="connsiteY1835" fmla="*/ 63934 h 1454091"/>
                <a:gd name="connsiteX1836" fmla="*/ 2114744 w 4719650"/>
                <a:gd name="connsiteY1836" fmla="*/ 62295 h 1454091"/>
                <a:gd name="connsiteX1837" fmla="*/ 2109826 w 4719650"/>
                <a:gd name="connsiteY1837" fmla="*/ 62295 h 1454091"/>
                <a:gd name="connsiteX1838" fmla="*/ 2114744 w 4719650"/>
                <a:gd name="connsiteY1838" fmla="*/ 63934 h 1454091"/>
                <a:gd name="connsiteX1839" fmla="*/ 2118023 w 4719650"/>
                <a:gd name="connsiteY1839" fmla="*/ 65573 h 1454091"/>
                <a:gd name="connsiteX1840" fmla="*/ 2121302 w 4719650"/>
                <a:gd name="connsiteY1840" fmla="*/ 65573 h 1454091"/>
                <a:gd name="connsiteX1841" fmla="*/ 2126220 w 4719650"/>
                <a:gd name="connsiteY1841" fmla="*/ 67213 h 1454091"/>
                <a:gd name="connsiteX1842" fmla="*/ 2129498 w 4719650"/>
                <a:gd name="connsiteY1842" fmla="*/ 70491 h 1454091"/>
                <a:gd name="connsiteX1843" fmla="*/ 2132777 w 4719650"/>
                <a:gd name="connsiteY1843" fmla="*/ 72131 h 1454091"/>
                <a:gd name="connsiteX1844" fmla="*/ 2137695 w 4719650"/>
                <a:gd name="connsiteY1844" fmla="*/ 70491 h 1454091"/>
                <a:gd name="connsiteX1845" fmla="*/ 2140974 w 4719650"/>
                <a:gd name="connsiteY1845" fmla="*/ 70491 h 1454091"/>
                <a:gd name="connsiteX1846" fmla="*/ 2144253 w 4719650"/>
                <a:gd name="connsiteY1846" fmla="*/ 72131 h 1454091"/>
                <a:gd name="connsiteX1847" fmla="*/ 2149171 w 4719650"/>
                <a:gd name="connsiteY1847" fmla="*/ 73770 h 1454091"/>
                <a:gd name="connsiteX1848" fmla="*/ 2152450 w 4719650"/>
                <a:gd name="connsiteY1848" fmla="*/ 73770 h 1454091"/>
                <a:gd name="connsiteX1849" fmla="*/ 2155727 w 4719650"/>
                <a:gd name="connsiteY1849" fmla="*/ 73770 h 1454091"/>
                <a:gd name="connsiteX1850" fmla="*/ 2157367 w 4719650"/>
                <a:gd name="connsiteY1850" fmla="*/ 78688 h 1454091"/>
                <a:gd name="connsiteX1851" fmla="*/ 2162285 w 4719650"/>
                <a:gd name="connsiteY1851" fmla="*/ 80328 h 1454091"/>
                <a:gd name="connsiteX1852" fmla="*/ 2160646 w 4719650"/>
                <a:gd name="connsiteY1852" fmla="*/ 83606 h 1454091"/>
                <a:gd name="connsiteX1853" fmla="*/ 2157367 w 4719650"/>
                <a:gd name="connsiteY1853" fmla="*/ 88524 h 1454091"/>
                <a:gd name="connsiteX1854" fmla="*/ 2155727 w 4719650"/>
                <a:gd name="connsiteY1854" fmla="*/ 91803 h 1454091"/>
                <a:gd name="connsiteX1855" fmla="*/ 2150810 w 4719650"/>
                <a:gd name="connsiteY1855" fmla="*/ 93442 h 1454091"/>
                <a:gd name="connsiteX1856" fmla="*/ 2147531 w 4719650"/>
                <a:gd name="connsiteY1856" fmla="*/ 95081 h 1454091"/>
                <a:gd name="connsiteX1857" fmla="*/ 2144253 w 4719650"/>
                <a:gd name="connsiteY1857" fmla="*/ 95081 h 1454091"/>
                <a:gd name="connsiteX1858" fmla="*/ 2139334 w 4719650"/>
                <a:gd name="connsiteY1858" fmla="*/ 95081 h 1454091"/>
                <a:gd name="connsiteX1859" fmla="*/ 2139334 w 4719650"/>
                <a:gd name="connsiteY1859" fmla="*/ 98360 h 1454091"/>
                <a:gd name="connsiteX1860" fmla="*/ 2137695 w 4719650"/>
                <a:gd name="connsiteY1860" fmla="*/ 103278 h 1454091"/>
                <a:gd name="connsiteX1861" fmla="*/ 2132777 w 4719650"/>
                <a:gd name="connsiteY1861" fmla="*/ 101639 h 1454091"/>
                <a:gd name="connsiteX1862" fmla="*/ 2127860 w 4719650"/>
                <a:gd name="connsiteY1862" fmla="*/ 101639 h 1454091"/>
                <a:gd name="connsiteX1863" fmla="*/ 2124581 w 4719650"/>
                <a:gd name="connsiteY1863" fmla="*/ 104918 h 1454091"/>
                <a:gd name="connsiteX1864" fmla="*/ 2121302 w 4719650"/>
                <a:gd name="connsiteY1864" fmla="*/ 106557 h 1454091"/>
                <a:gd name="connsiteX1865" fmla="*/ 2116384 w 4719650"/>
                <a:gd name="connsiteY1865" fmla="*/ 108196 h 1454091"/>
                <a:gd name="connsiteX1866" fmla="*/ 2113105 w 4719650"/>
                <a:gd name="connsiteY1866" fmla="*/ 109836 h 1454091"/>
                <a:gd name="connsiteX1867" fmla="*/ 2109826 w 4719650"/>
                <a:gd name="connsiteY1867" fmla="*/ 108196 h 1454091"/>
                <a:gd name="connsiteX1868" fmla="*/ 2106547 w 4719650"/>
                <a:gd name="connsiteY1868" fmla="*/ 109836 h 1454091"/>
                <a:gd name="connsiteX1869" fmla="*/ 2109826 w 4719650"/>
                <a:gd name="connsiteY1869" fmla="*/ 111475 h 1454091"/>
                <a:gd name="connsiteX1870" fmla="*/ 2106547 w 4719650"/>
                <a:gd name="connsiteY1870" fmla="*/ 113114 h 1454091"/>
                <a:gd name="connsiteX1871" fmla="*/ 2101630 w 4719650"/>
                <a:gd name="connsiteY1871" fmla="*/ 113114 h 1454091"/>
                <a:gd name="connsiteX1872" fmla="*/ 2101630 w 4719650"/>
                <a:gd name="connsiteY1872" fmla="*/ 114754 h 1454091"/>
                <a:gd name="connsiteX1873" fmla="*/ 2098351 w 4719650"/>
                <a:gd name="connsiteY1873" fmla="*/ 114754 h 1454091"/>
                <a:gd name="connsiteX1874" fmla="*/ 2093433 w 4719650"/>
                <a:gd name="connsiteY1874" fmla="*/ 114754 h 1454091"/>
                <a:gd name="connsiteX1875" fmla="*/ 2098351 w 4719650"/>
                <a:gd name="connsiteY1875" fmla="*/ 116393 h 1454091"/>
                <a:gd name="connsiteX1876" fmla="*/ 2101630 w 4719650"/>
                <a:gd name="connsiteY1876" fmla="*/ 116393 h 1454091"/>
                <a:gd name="connsiteX1877" fmla="*/ 2104908 w 4719650"/>
                <a:gd name="connsiteY1877" fmla="*/ 116393 h 1454091"/>
                <a:gd name="connsiteX1878" fmla="*/ 2103269 w 4719650"/>
                <a:gd name="connsiteY1878" fmla="*/ 121311 h 1454091"/>
                <a:gd name="connsiteX1879" fmla="*/ 2099991 w 4719650"/>
                <a:gd name="connsiteY1879" fmla="*/ 122950 h 1454091"/>
                <a:gd name="connsiteX1880" fmla="*/ 2095073 w 4719650"/>
                <a:gd name="connsiteY1880" fmla="*/ 122950 h 1454091"/>
                <a:gd name="connsiteX1881" fmla="*/ 2091794 w 4719650"/>
                <a:gd name="connsiteY1881" fmla="*/ 124590 h 1454091"/>
                <a:gd name="connsiteX1882" fmla="*/ 2088515 w 4719650"/>
                <a:gd name="connsiteY1882" fmla="*/ 126229 h 1454091"/>
                <a:gd name="connsiteX1883" fmla="*/ 2083597 w 4719650"/>
                <a:gd name="connsiteY1883" fmla="*/ 129508 h 1454091"/>
                <a:gd name="connsiteX1884" fmla="*/ 2083597 w 4719650"/>
                <a:gd name="connsiteY1884" fmla="*/ 134426 h 1454091"/>
                <a:gd name="connsiteX1885" fmla="*/ 2078679 w 4719650"/>
                <a:gd name="connsiteY1885" fmla="*/ 137704 h 1454091"/>
                <a:gd name="connsiteX1886" fmla="*/ 2075400 w 4719650"/>
                <a:gd name="connsiteY1886" fmla="*/ 137704 h 1454091"/>
                <a:gd name="connsiteX1887" fmla="*/ 2072122 w 4719650"/>
                <a:gd name="connsiteY1887" fmla="*/ 139344 h 1454091"/>
                <a:gd name="connsiteX1888" fmla="*/ 2067204 w 4719650"/>
                <a:gd name="connsiteY1888" fmla="*/ 139344 h 1454091"/>
                <a:gd name="connsiteX1889" fmla="*/ 2063925 w 4719650"/>
                <a:gd name="connsiteY1889" fmla="*/ 139344 h 1454091"/>
                <a:gd name="connsiteX1890" fmla="*/ 2060646 w 4719650"/>
                <a:gd name="connsiteY1890" fmla="*/ 139344 h 1454091"/>
                <a:gd name="connsiteX1891" fmla="*/ 2055728 w 4719650"/>
                <a:gd name="connsiteY1891" fmla="*/ 142622 h 1454091"/>
                <a:gd name="connsiteX1892" fmla="*/ 2052449 w 4719650"/>
                <a:gd name="connsiteY1892" fmla="*/ 145901 h 1454091"/>
                <a:gd name="connsiteX1893" fmla="*/ 2052449 w 4719650"/>
                <a:gd name="connsiteY1893" fmla="*/ 149180 h 1454091"/>
                <a:gd name="connsiteX1894" fmla="*/ 2047532 w 4719650"/>
                <a:gd name="connsiteY1894" fmla="*/ 150819 h 1454091"/>
                <a:gd name="connsiteX1895" fmla="*/ 2044253 w 4719650"/>
                <a:gd name="connsiteY1895" fmla="*/ 150819 h 1454091"/>
                <a:gd name="connsiteX1896" fmla="*/ 2040974 w 4719650"/>
                <a:gd name="connsiteY1896" fmla="*/ 150819 h 1454091"/>
                <a:gd name="connsiteX1897" fmla="*/ 2036056 w 4719650"/>
                <a:gd name="connsiteY1897" fmla="*/ 154098 h 1454091"/>
                <a:gd name="connsiteX1898" fmla="*/ 2036056 w 4719650"/>
                <a:gd name="connsiteY1898" fmla="*/ 157376 h 1454091"/>
                <a:gd name="connsiteX1899" fmla="*/ 2037696 w 4719650"/>
                <a:gd name="connsiteY1899" fmla="*/ 160655 h 1454091"/>
                <a:gd name="connsiteX1900" fmla="*/ 2036056 w 4719650"/>
                <a:gd name="connsiteY1900" fmla="*/ 165573 h 1454091"/>
                <a:gd name="connsiteX1901" fmla="*/ 2032777 w 4719650"/>
                <a:gd name="connsiteY1901" fmla="*/ 167212 h 1454091"/>
                <a:gd name="connsiteX1902" fmla="*/ 2027859 w 4719650"/>
                <a:gd name="connsiteY1902" fmla="*/ 168852 h 1454091"/>
                <a:gd name="connsiteX1903" fmla="*/ 2024580 w 4719650"/>
                <a:gd name="connsiteY1903" fmla="*/ 168852 h 1454091"/>
                <a:gd name="connsiteX1904" fmla="*/ 2024580 w 4719650"/>
                <a:gd name="connsiteY1904" fmla="*/ 168852 h 1454091"/>
                <a:gd name="connsiteX1905" fmla="*/ 2026220 w 4719650"/>
                <a:gd name="connsiteY1905" fmla="*/ 168852 h 1454091"/>
                <a:gd name="connsiteX1906" fmla="*/ 2027859 w 4719650"/>
                <a:gd name="connsiteY1906" fmla="*/ 168852 h 1454091"/>
                <a:gd name="connsiteX1907" fmla="*/ 2032777 w 4719650"/>
                <a:gd name="connsiteY1907" fmla="*/ 170491 h 1454091"/>
                <a:gd name="connsiteX1908" fmla="*/ 2036056 w 4719650"/>
                <a:gd name="connsiteY1908" fmla="*/ 170491 h 1454091"/>
                <a:gd name="connsiteX1909" fmla="*/ 2040974 w 4719650"/>
                <a:gd name="connsiteY1909" fmla="*/ 168852 h 1454091"/>
                <a:gd name="connsiteX1910" fmla="*/ 2044253 w 4719650"/>
                <a:gd name="connsiteY1910" fmla="*/ 165573 h 1454091"/>
                <a:gd name="connsiteX1911" fmla="*/ 2047532 w 4719650"/>
                <a:gd name="connsiteY1911" fmla="*/ 162294 h 1454091"/>
                <a:gd name="connsiteX1912" fmla="*/ 2049170 w 4719650"/>
                <a:gd name="connsiteY1912" fmla="*/ 160655 h 1454091"/>
                <a:gd name="connsiteX1913" fmla="*/ 2044253 w 4719650"/>
                <a:gd name="connsiteY1913" fmla="*/ 159016 h 1454091"/>
                <a:gd name="connsiteX1914" fmla="*/ 2047532 w 4719650"/>
                <a:gd name="connsiteY1914" fmla="*/ 154098 h 1454091"/>
                <a:gd name="connsiteX1915" fmla="*/ 2050810 w 4719650"/>
                <a:gd name="connsiteY1915" fmla="*/ 155737 h 1454091"/>
                <a:gd name="connsiteX1916" fmla="*/ 2054089 w 4719650"/>
                <a:gd name="connsiteY1916" fmla="*/ 155737 h 1454091"/>
                <a:gd name="connsiteX1917" fmla="*/ 2059007 w 4719650"/>
                <a:gd name="connsiteY1917" fmla="*/ 155737 h 1454091"/>
                <a:gd name="connsiteX1918" fmla="*/ 2062286 w 4719650"/>
                <a:gd name="connsiteY1918" fmla="*/ 155737 h 1454091"/>
                <a:gd name="connsiteX1919" fmla="*/ 2065564 w 4719650"/>
                <a:gd name="connsiteY1919" fmla="*/ 154098 h 1454091"/>
                <a:gd name="connsiteX1920" fmla="*/ 2070483 w 4719650"/>
                <a:gd name="connsiteY1920" fmla="*/ 155737 h 1454091"/>
                <a:gd name="connsiteX1921" fmla="*/ 2073761 w 4719650"/>
                <a:gd name="connsiteY1921" fmla="*/ 155737 h 1454091"/>
                <a:gd name="connsiteX1922" fmla="*/ 2077039 w 4719650"/>
                <a:gd name="connsiteY1922" fmla="*/ 155737 h 1454091"/>
                <a:gd name="connsiteX1923" fmla="*/ 2081957 w 4719650"/>
                <a:gd name="connsiteY1923" fmla="*/ 155737 h 1454091"/>
                <a:gd name="connsiteX1924" fmla="*/ 2085236 w 4719650"/>
                <a:gd name="connsiteY1924" fmla="*/ 155737 h 1454091"/>
                <a:gd name="connsiteX1925" fmla="*/ 2088515 w 4719650"/>
                <a:gd name="connsiteY1925" fmla="*/ 152458 h 1454091"/>
                <a:gd name="connsiteX1926" fmla="*/ 2093433 w 4719650"/>
                <a:gd name="connsiteY1926" fmla="*/ 152458 h 1454091"/>
                <a:gd name="connsiteX1927" fmla="*/ 2096712 w 4719650"/>
                <a:gd name="connsiteY1927" fmla="*/ 150819 h 1454091"/>
                <a:gd name="connsiteX1928" fmla="*/ 2093433 w 4719650"/>
                <a:gd name="connsiteY1928" fmla="*/ 150819 h 1454091"/>
                <a:gd name="connsiteX1929" fmla="*/ 2096712 w 4719650"/>
                <a:gd name="connsiteY1929" fmla="*/ 150819 h 1454091"/>
                <a:gd name="connsiteX1930" fmla="*/ 2101630 w 4719650"/>
                <a:gd name="connsiteY1930" fmla="*/ 150819 h 1454091"/>
                <a:gd name="connsiteX1931" fmla="*/ 2104908 w 4719650"/>
                <a:gd name="connsiteY1931" fmla="*/ 149180 h 1454091"/>
                <a:gd name="connsiteX1932" fmla="*/ 2108187 w 4719650"/>
                <a:gd name="connsiteY1932" fmla="*/ 149180 h 1454091"/>
                <a:gd name="connsiteX1933" fmla="*/ 2113105 w 4719650"/>
                <a:gd name="connsiteY1933" fmla="*/ 147540 h 1454091"/>
                <a:gd name="connsiteX1934" fmla="*/ 2116384 w 4719650"/>
                <a:gd name="connsiteY1934" fmla="*/ 145901 h 1454091"/>
                <a:gd name="connsiteX1935" fmla="*/ 2121302 w 4719650"/>
                <a:gd name="connsiteY1935" fmla="*/ 145901 h 1454091"/>
                <a:gd name="connsiteX1936" fmla="*/ 2116384 w 4719650"/>
                <a:gd name="connsiteY1936" fmla="*/ 144262 h 1454091"/>
                <a:gd name="connsiteX1937" fmla="*/ 2113105 w 4719650"/>
                <a:gd name="connsiteY1937" fmla="*/ 142622 h 1454091"/>
                <a:gd name="connsiteX1938" fmla="*/ 2118023 w 4719650"/>
                <a:gd name="connsiteY1938" fmla="*/ 144262 h 1454091"/>
                <a:gd name="connsiteX1939" fmla="*/ 2121302 w 4719650"/>
                <a:gd name="connsiteY1939" fmla="*/ 144262 h 1454091"/>
                <a:gd name="connsiteX1940" fmla="*/ 2124581 w 4719650"/>
                <a:gd name="connsiteY1940" fmla="*/ 145901 h 1454091"/>
                <a:gd name="connsiteX1941" fmla="*/ 2129498 w 4719650"/>
                <a:gd name="connsiteY1941" fmla="*/ 144262 h 1454091"/>
                <a:gd name="connsiteX1942" fmla="*/ 2134416 w 4719650"/>
                <a:gd name="connsiteY1942" fmla="*/ 144262 h 1454091"/>
                <a:gd name="connsiteX1943" fmla="*/ 2136056 w 4719650"/>
                <a:gd name="connsiteY1943" fmla="*/ 140983 h 1454091"/>
                <a:gd name="connsiteX1944" fmla="*/ 2139334 w 4719650"/>
                <a:gd name="connsiteY1944" fmla="*/ 139344 h 1454091"/>
                <a:gd name="connsiteX1945" fmla="*/ 2144253 w 4719650"/>
                <a:gd name="connsiteY1945" fmla="*/ 137704 h 1454091"/>
                <a:gd name="connsiteX1946" fmla="*/ 2147531 w 4719650"/>
                <a:gd name="connsiteY1946" fmla="*/ 137704 h 1454091"/>
                <a:gd name="connsiteX1947" fmla="*/ 2150810 w 4719650"/>
                <a:gd name="connsiteY1947" fmla="*/ 136065 h 1454091"/>
                <a:gd name="connsiteX1948" fmla="*/ 2147531 w 4719650"/>
                <a:gd name="connsiteY1948" fmla="*/ 134426 h 1454091"/>
                <a:gd name="connsiteX1949" fmla="*/ 2145892 w 4719650"/>
                <a:gd name="connsiteY1949" fmla="*/ 134426 h 1454091"/>
                <a:gd name="connsiteX1950" fmla="*/ 2142613 w 4719650"/>
                <a:gd name="connsiteY1950" fmla="*/ 132786 h 1454091"/>
                <a:gd name="connsiteX1951" fmla="*/ 2137695 w 4719650"/>
                <a:gd name="connsiteY1951" fmla="*/ 134426 h 1454091"/>
                <a:gd name="connsiteX1952" fmla="*/ 2134416 w 4719650"/>
                <a:gd name="connsiteY1952" fmla="*/ 136065 h 1454091"/>
                <a:gd name="connsiteX1953" fmla="*/ 2131137 w 4719650"/>
                <a:gd name="connsiteY1953" fmla="*/ 136065 h 1454091"/>
                <a:gd name="connsiteX1954" fmla="*/ 2126220 w 4719650"/>
                <a:gd name="connsiteY1954" fmla="*/ 136065 h 1454091"/>
                <a:gd name="connsiteX1955" fmla="*/ 2126220 w 4719650"/>
                <a:gd name="connsiteY1955" fmla="*/ 136065 h 1454091"/>
                <a:gd name="connsiteX1956" fmla="*/ 2122941 w 4719650"/>
                <a:gd name="connsiteY1956" fmla="*/ 136065 h 1454091"/>
                <a:gd name="connsiteX1957" fmla="*/ 2118023 w 4719650"/>
                <a:gd name="connsiteY1957" fmla="*/ 137704 h 1454091"/>
                <a:gd name="connsiteX1958" fmla="*/ 2114744 w 4719650"/>
                <a:gd name="connsiteY1958" fmla="*/ 136065 h 1454091"/>
                <a:gd name="connsiteX1959" fmla="*/ 2111466 w 4719650"/>
                <a:gd name="connsiteY1959" fmla="*/ 131147 h 1454091"/>
                <a:gd name="connsiteX1960" fmla="*/ 2114744 w 4719650"/>
                <a:gd name="connsiteY1960" fmla="*/ 129508 h 1454091"/>
                <a:gd name="connsiteX1961" fmla="*/ 2114744 w 4719650"/>
                <a:gd name="connsiteY1961" fmla="*/ 126229 h 1454091"/>
                <a:gd name="connsiteX1962" fmla="*/ 2116384 w 4719650"/>
                <a:gd name="connsiteY1962" fmla="*/ 126229 h 1454091"/>
                <a:gd name="connsiteX1963" fmla="*/ 2121302 w 4719650"/>
                <a:gd name="connsiteY1963" fmla="*/ 126229 h 1454091"/>
                <a:gd name="connsiteX1964" fmla="*/ 2124581 w 4719650"/>
                <a:gd name="connsiteY1964" fmla="*/ 126229 h 1454091"/>
                <a:gd name="connsiteX1965" fmla="*/ 2129498 w 4719650"/>
                <a:gd name="connsiteY1965" fmla="*/ 126229 h 1454091"/>
                <a:gd name="connsiteX1966" fmla="*/ 2134416 w 4719650"/>
                <a:gd name="connsiteY1966" fmla="*/ 126229 h 1454091"/>
                <a:gd name="connsiteX1967" fmla="*/ 2139334 w 4719650"/>
                <a:gd name="connsiteY1967" fmla="*/ 127868 h 1454091"/>
                <a:gd name="connsiteX1968" fmla="*/ 2142613 w 4719650"/>
                <a:gd name="connsiteY1968" fmla="*/ 129508 h 1454091"/>
                <a:gd name="connsiteX1969" fmla="*/ 2147531 w 4719650"/>
                <a:gd name="connsiteY1969" fmla="*/ 127868 h 1454091"/>
                <a:gd name="connsiteX1970" fmla="*/ 2149171 w 4719650"/>
                <a:gd name="connsiteY1970" fmla="*/ 124590 h 1454091"/>
                <a:gd name="connsiteX1971" fmla="*/ 2152450 w 4719650"/>
                <a:gd name="connsiteY1971" fmla="*/ 124590 h 1454091"/>
                <a:gd name="connsiteX1972" fmla="*/ 2155727 w 4719650"/>
                <a:gd name="connsiteY1972" fmla="*/ 126229 h 1454091"/>
                <a:gd name="connsiteX1973" fmla="*/ 2152450 w 4719650"/>
                <a:gd name="connsiteY1973" fmla="*/ 126229 h 1454091"/>
                <a:gd name="connsiteX1974" fmla="*/ 2155727 w 4719650"/>
                <a:gd name="connsiteY1974" fmla="*/ 131147 h 1454091"/>
                <a:gd name="connsiteX1975" fmla="*/ 2155727 w 4719650"/>
                <a:gd name="connsiteY1975" fmla="*/ 131147 h 1454091"/>
                <a:gd name="connsiteX1976" fmla="*/ 2160646 w 4719650"/>
                <a:gd name="connsiteY1976" fmla="*/ 132786 h 1454091"/>
                <a:gd name="connsiteX1977" fmla="*/ 2163924 w 4719650"/>
                <a:gd name="connsiteY1977" fmla="*/ 132786 h 1454091"/>
                <a:gd name="connsiteX1978" fmla="*/ 2168843 w 4719650"/>
                <a:gd name="connsiteY1978" fmla="*/ 134426 h 1454091"/>
                <a:gd name="connsiteX1979" fmla="*/ 2172121 w 4719650"/>
                <a:gd name="connsiteY1979" fmla="*/ 134426 h 1454091"/>
                <a:gd name="connsiteX1980" fmla="*/ 2177040 w 4719650"/>
                <a:gd name="connsiteY1980" fmla="*/ 136065 h 1454091"/>
                <a:gd name="connsiteX1981" fmla="*/ 2181957 w 4719650"/>
                <a:gd name="connsiteY1981" fmla="*/ 136065 h 1454091"/>
                <a:gd name="connsiteX1982" fmla="*/ 2185236 w 4719650"/>
                <a:gd name="connsiteY1982" fmla="*/ 136065 h 1454091"/>
                <a:gd name="connsiteX1983" fmla="*/ 2190154 w 4719650"/>
                <a:gd name="connsiteY1983" fmla="*/ 136065 h 1454091"/>
                <a:gd name="connsiteX1984" fmla="*/ 2193433 w 4719650"/>
                <a:gd name="connsiteY1984" fmla="*/ 136065 h 1454091"/>
                <a:gd name="connsiteX1985" fmla="*/ 2198351 w 4719650"/>
                <a:gd name="connsiteY1985" fmla="*/ 136065 h 1454091"/>
                <a:gd name="connsiteX1986" fmla="*/ 2201630 w 4719650"/>
                <a:gd name="connsiteY1986" fmla="*/ 132786 h 1454091"/>
                <a:gd name="connsiteX1987" fmla="*/ 2198351 w 4719650"/>
                <a:gd name="connsiteY1987" fmla="*/ 131147 h 1454091"/>
                <a:gd name="connsiteX1988" fmla="*/ 2193433 w 4719650"/>
                <a:gd name="connsiteY1988" fmla="*/ 126229 h 1454091"/>
                <a:gd name="connsiteX1989" fmla="*/ 2198351 w 4719650"/>
                <a:gd name="connsiteY1989" fmla="*/ 127868 h 1454091"/>
                <a:gd name="connsiteX1990" fmla="*/ 2201630 w 4719650"/>
                <a:gd name="connsiteY1990" fmla="*/ 129508 h 1454091"/>
                <a:gd name="connsiteX1991" fmla="*/ 2206547 w 4719650"/>
                <a:gd name="connsiteY1991" fmla="*/ 131147 h 1454091"/>
                <a:gd name="connsiteX1992" fmla="*/ 2211465 w 4719650"/>
                <a:gd name="connsiteY1992" fmla="*/ 132786 h 1454091"/>
                <a:gd name="connsiteX1993" fmla="*/ 2214744 w 4719650"/>
                <a:gd name="connsiteY1993" fmla="*/ 136065 h 1454091"/>
                <a:gd name="connsiteX1994" fmla="*/ 2218023 w 4719650"/>
                <a:gd name="connsiteY1994" fmla="*/ 136065 h 1454091"/>
                <a:gd name="connsiteX1995" fmla="*/ 2221301 w 4719650"/>
                <a:gd name="connsiteY1995" fmla="*/ 139344 h 1454091"/>
                <a:gd name="connsiteX1996" fmla="*/ 2219662 w 4719650"/>
                <a:gd name="connsiteY1996" fmla="*/ 142622 h 1454091"/>
                <a:gd name="connsiteX1997" fmla="*/ 2224580 w 4719650"/>
                <a:gd name="connsiteY1997" fmla="*/ 145901 h 1454091"/>
                <a:gd name="connsiteX1998" fmla="*/ 2227859 w 4719650"/>
                <a:gd name="connsiteY1998" fmla="*/ 147540 h 1454091"/>
                <a:gd name="connsiteX1999" fmla="*/ 2231138 w 4719650"/>
                <a:gd name="connsiteY1999" fmla="*/ 149180 h 1454091"/>
                <a:gd name="connsiteX2000" fmla="*/ 2236055 w 4719650"/>
                <a:gd name="connsiteY2000" fmla="*/ 152458 h 1454091"/>
                <a:gd name="connsiteX2001" fmla="*/ 2237694 w 4719650"/>
                <a:gd name="connsiteY2001" fmla="*/ 152458 h 1454091"/>
                <a:gd name="connsiteX2002" fmla="*/ 2237694 w 4719650"/>
                <a:gd name="connsiteY2002" fmla="*/ 152458 h 1454091"/>
                <a:gd name="connsiteX2003" fmla="*/ 2240973 w 4719650"/>
                <a:gd name="connsiteY2003" fmla="*/ 150819 h 1454091"/>
                <a:gd name="connsiteX2004" fmla="*/ 2244252 w 4719650"/>
                <a:gd name="connsiteY2004" fmla="*/ 149180 h 1454091"/>
                <a:gd name="connsiteX2005" fmla="*/ 2240973 w 4719650"/>
                <a:gd name="connsiteY2005" fmla="*/ 149180 h 1454091"/>
                <a:gd name="connsiteX2006" fmla="*/ 2237694 w 4719650"/>
                <a:gd name="connsiteY2006" fmla="*/ 147540 h 1454091"/>
                <a:gd name="connsiteX2007" fmla="*/ 2234416 w 4719650"/>
                <a:gd name="connsiteY2007" fmla="*/ 147540 h 1454091"/>
                <a:gd name="connsiteX2008" fmla="*/ 2229498 w 4719650"/>
                <a:gd name="connsiteY2008" fmla="*/ 145901 h 1454091"/>
                <a:gd name="connsiteX2009" fmla="*/ 2226220 w 4719650"/>
                <a:gd name="connsiteY2009" fmla="*/ 144262 h 1454091"/>
                <a:gd name="connsiteX2010" fmla="*/ 2229498 w 4719650"/>
                <a:gd name="connsiteY2010" fmla="*/ 142622 h 1454091"/>
                <a:gd name="connsiteX2011" fmla="*/ 2234416 w 4719650"/>
                <a:gd name="connsiteY2011" fmla="*/ 142622 h 1454091"/>
                <a:gd name="connsiteX2012" fmla="*/ 2237694 w 4719650"/>
                <a:gd name="connsiteY2012" fmla="*/ 140983 h 1454091"/>
                <a:gd name="connsiteX2013" fmla="*/ 2242613 w 4719650"/>
                <a:gd name="connsiteY2013" fmla="*/ 140983 h 1454091"/>
                <a:gd name="connsiteX2014" fmla="*/ 2245891 w 4719650"/>
                <a:gd name="connsiteY2014" fmla="*/ 140983 h 1454091"/>
                <a:gd name="connsiteX2015" fmla="*/ 2249170 w 4719650"/>
                <a:gd name="connsiteY2015" fmla="*/ 140983 h 1454091"/>
                <a:gd name="connsiteX2016" fmla="*/ 2254088 w 4719650"/>
                <a:gd name="connsiteY2016" fmla="*/ 140983 h 1454091"/>
                <a:gd name="connsiteX2017" fmla="*/ 2257367 w 4719650"/>
                <a:gd name="connsiteY2017" fmla="*/ 139344 h 1454091"/>
                <a:gd name="connsiteX2018" fmla="*/ 2262284 w 4719650"/>
                <a:gd name="connsiteY2018" fmla="*/ 137704 h 1454091"/>
                <a:gd name="connsiteX2019" fmla="*/ 2265563 w 4719650"/>
                <a:gd name="connsiteY2019" fmla="*/ 137704 h 1454091"/>
                <a:gd name="connsiteX2020" fmla="*/ 2268842 w 4719650"/>
                <a:gd name="connsiteY2020" fmla="*/ 136065 h 1454091"/>
                <a:gd name="connsiteX2021" fmla="*/ 2272121 w 4719650"/>
                <a:gd name="connsiteY2021" fmla="*/ 136065 h 1454091"/>
                <a:gd name="connsiteX2022" fmla="*/ 2277039 w 4719650"/>
                <a:gd name="connsiteY2022" fmla="*/ 136065 h 1454091"/>
                <a:gd name="connsiteX2023" fmla="*/ 2280318 w 4719650"/>
                <a:gd name="connsiteY2023" fmla="*/ 136065 h 1454091"/>
                <a:gd name="connsiteX2024" fmla="*/ 2285235 w 4719650"/>
                <a:gd name="connsiteY2024" fmla="*/ 136065 h 1454091"/>
                <a:gd name="connsiteX2025" fmla="*/ 2288514 w 4719650"/>
                <a:gd name="connsiteY2025" fmla="*/ 137704 h 1454091"/>
                <a:gd name="connsiteX2026" fmla="*/ 2291793 w 4719650"/>
                <a:gd name="connsiteY2026" fmla="*/ 137704 h 1454091"/>
                <a:gd name="connsiteX2027" fmla="*/ 2296711 w 4719650"/>
                <a:gd name="connsiteY2027" fmla="*/ 137704 h 1454091"/>
                <a:gd name="connsiteX2028" fmla="*/ 2299990 w 4719650"/>
                <a:gd name="connsiteY2028" fmla="*/ 137704 h 1454091"/>
                <a:gd name="connsiteX2029" fmla="*/ 2304908 w 4719650"/>
                <a:gd name="connsiteY2029" fmla="*/ 137704 h 1454091"/>
                <a:gd name="connsiteX2030" fmla="*/ 2308187 w 4719650"/>
                <a:gd name="connsiteY2030" fmla="*/ 137704 h 1454091"/>
                <a:gd name="connsiteX2031" fmla="*/ 2311464 w 4719650"/>
                <a:gd name="connsiteY2031" fmla="*/ 139344 h 1454091"/>
                <a:gd name="connsiteX2032" fmla="*/ 2316383 w 4719650"/>
                <a:gd name="connsiteY2032" fmla="*/ 139344 h 1454091"/>
                <a:gd name="connsiteX2033" fmla="*/ 2321301 w 4719650"/>
                <a:gd name="connsiteY2033" fmla="*/ 139344 h 1454091"/>
                <a:gd name="connsiteX2034" fmla="*/ 2324580 w 4719650"/>
                <a:gd name="connsiteY2034" fmla="*/ 140983 h 1454091"/>
                <a:gd name="connsiteX2035" fmla="*/ 2329498 w 4719650"/>
                <a:gd name="connsiteY2035" fmla="*/ 140983 h 1454091"/>
                <a:gd name="connsiteX2036" fmla="*/ 2332777 w 4719650"/>
                <a:gd name="connsiteY2036" fmla="*/ 140983 h 1454091"/>
                <a:gd name="connsiteX2037" fmla="*/ 2337694 w 4719650"/>
                <a:gd name="connsiteY2037" fmla="*/ 140983 h 1454091"/>
                <a:gd name="connsiteX2038" fmla="*/ 2340973 w 4719650"/>
                <a:gd name="connsiteY2038" fmla="*/ 140983 h 1454091"/>
                <a:gd name="connsiteX2039" fmla="*/ 2344251 w 4719650"/>
                <a:gd name="connsiteY2039" fmla="*/ 140983 h 1454091"/>
                <a:gd name="connsiteX2040" fmla="*/ 2347530 w 4719650"/>
                <a:gd name="connsiteY2040" fmla="*/ 140983 h 1454091"/>
                <a:gd name="connsiteX2041" fmla="*/ 2352448 w 4719650"/>
                <a:gd name="connsiteY2041" fmla="*/ 140983 h 1454091"/>
                <a:gd name="connsiteX2042" fmla="*/ 2355727 w 4719650"/>
                <a:gd name="connsiteY2042" fmla="*/ 140983 h 1454091"/>
                <a:gd name="connsiteX2043" fmla="*/ 2360645 w 4719650"/>
                <a:gd name="connsiteY2043" fmla="*/ 140983 h 1454091"/>
                <a:gd name="connsiteX2044" fmla="*/ 2363923 w 4719650"/>
                <a:gd name="connsiteY2044" fmla="*/ 140983 h 1454091"/>
                <a:gd name="connsiteX2045" fmla="*/ 2367202 w 4719650"/>
                <a:gd name="connsiteY2045" fmla="*/ 142622 h 1454091"/>
                <a:gd name="connsiteX2046" fmla="*/ 2372120 w 4719650"/>
                <a:gd name="connsiteY2046" fmla="*/ 145901 h 1454091"/>
                <a:gd name="connsiteX2047" fmla="*/ 2367202 w 4719650"/>
                <a:gd name="connsiteY2047" fmla="*/ 145901 h 1454091"/>
                <a:gd name="connsiteX2048" fmla="*/ 2363923 w 4719650"/>
                <a:gd name="connsiteY2048" fmla="*/ 144262 h 1454091"/>
                <a:gd name="connsiteX2049" fmla="*/ 2360645 w 4719650"/>
                <a:gd name="connsiteY2049" fmla="*/ 147540 h 1454091"/>
                <a:gd name="connsiteX2050" fmla="*/ 2363923 w 4719650"/>
                <a:gd name="connsiteY2050" fmla="*/ 150819 h 1454091"/>
                <a:gd name="connsiteX2051" fmla="*/ 2367202 w 4719650"/>
                <a:gd name="connsiteY2051" fmla="*/ 152458 h 1454091"/>
                <a:gd name="connsiteX2052" fmla="*/ 2372120 w 4719650"/>
                <a:gd name="connsiteY2052" fmla="*/ 154098 h 1454091"/>
                <a:gd name="connsiteX2053" fmla="*/ 2375399 w 4719650"/>
                <a:gd name="connsiteY2053" fmla="*/ 154098 h 1454091"/>
                <a:gd name="connsiteX2054" fmla="*/ 2378678 w 4719650"/>
                <a:gd name="connsiteY2054" fmla="*/ 155737 h 1454091"/>
                <a:gd name="connsiteX2055" fmla="*/ 2383596 w 4719650"/>
                <a:gd name="connsiteY2055" fmla="*/ 155737 h 1454091"/>
                <a:gd name="connsiteX2056" fmla="*/ 2386875 w 4719650"/>
                <a:gd name="connsiteY2056" fmla="*/ 157376 h 1454091"/>
                <a:gd name="connsiteX2057" fmla="*/ 2390153 w 4719650"/>
                <a:gd name="connsiteY2057" fmla="*/ 157376 h 1454091"/>
                <a:gd name="connsiteX2058" fmla="*/ 2395071 w 4719650"/>
                <a:gd name="connsiteY2058" fmla="*/ 157376 h 1454091"/>
                <a:gd name="connsiteX2059" fmla="*/ 2398350 w 4719650"/>
                <a:gd name="connsiteY2059" fmla="*/ 159016 h 1454091"/>
                <a:gd name="connsiteX2060" fmla="*/ 2403268 w 4719650"/>
                <a:gd name="connsiteY2060" fmla="*/ 159016 h 1454091"/>
                <a:gd name="connsiteX2061" fmla="*/ 2406547 w 4719650"/>
                <a:gd name="connsiteY2061" fmla="*/ 160655 h 1454091"/>
                <a:gd name="connsiteX2062" fmla="*/ 2409825 w 4719650"/>
                <a:gd name="connsiteY2062" fmla="*/ 160655 h 1454091"/>
                <a:gd name="connsiteX2063" fmla="*/ 2411465 w 4719650"/>
                <a:gd name="connsiteY2063" fmla="*/ 160655 h 1454091"/>
                <a:gd name="connsiteX2064" fmla="*/ 2413103 w 4719650"/>
                <a:gd name="connsiteY2064" fmla="*/ 160655 h 1454091"/>
                <a:gd name="connsiteX2065" fmla="*/ 2414743 w 4719650"/>
                <a:gd name="connsiteY2065" fmla="*/ 160655 h 1454091"/>
                <a:gd name="connsiteX2066" fmla="*/ 2419661 w 4719650"/>
                <a:gd name="connsiteY2066" fmla="*/ 160655 h 1454091"/>
                <a:gd name="connsiteX2067" fmla="*/ 2421300 w 4719650"/>
                <a:gd name="connsiteY2067" fmla="*/ 160655 h 1454091"/>
                <a:gd name="connsiteX2068" fmla="*/ 2426218 w 4719650"/>
                <a:gd name="connsiteY2068" fmla="*/ 160655 h 1454091"/>
                <a:gd name="connsiteX2069" fmla="*/ 2429497 w 4719650"/>
                <a:gd name="connsiteY2069" fmla="*/ 160655 h 1454091"/>
                <a:gd name="connsiteX2070" fmla="*/ 2432776 w 4719650"/>
                <a:gd name="connsiteY2070" fmla="*/ 162294 h 1454091"/>
                <a:gd name="connsiteX2071" fmla="*/ 2437694 w 4719650"/>
                <a:gd name="connsiteY2071" fmla="*/ 162294 h 1454091"/>
                <a:gd name="connsiteX2072" fmla="*/ 2442611 w 4719650"/>
                <a:gd name="connsiteY2072" fmla="*/ 162294 h 1454091"/>
                <a:gd name="connsiteX2073" fmla="*/ 2445890 w 4719650"/>
                <a:gd name="connsiteY2073" fmla="*/ 163934 h 1454091"/>
                <a:gd name="connsiteX2074" fmla="*/ 2449169 w 4719650"/>
                <a:gd name="connsiteY2074" fmla="*/ 163934 h 1454091"/>
                <a:gd name="connsiteX2075" fmla="*/ 2454087 w 4719650"/>
                <a:gd name="connsiteY2075" fmla="*/ 162294 h 1454091"/>
                <a:gd name="connsiteX2076" fmla="*/ 2457366 w 4719650"/>
                <a:gd name="connsiteY2076" fmla="*/ 162294 h 1454091"/>
                <a:gd name="connsiteX2077" fmla="*/ 2462284 w 4719650"/>
                <a:gd name="connsiteY2077" fmla="*/ 162294 h 1454091"/>
                <a:gd name="connsiteX2078" fmla="*/ 2465562 w 4719650"/>
                <a:gd name="connsiteY2078" fmla="*/ 162294 h 1454091"/>
                <a:gd name="connsiteX2079" fmla="*/ 2468841 w 4719650"/>
                <a:gd name="connsiteY2079" fmla="*/ 162294 h 1454091"/>
                <a:gd name="connsiteX2080" fmla="*/ 2473759 w 4719650"/>
                <a:gd name="connsiteY2080" fmla="*/ 162294 h 1454091"/>
                <a:gd name="connsiteX2081" fmla="*/ 2475398 w 4719650"/>
                <a:gd name="connsiteY2081" fmla="*/ 162294 h 1454091"/>
                <a:gd name="connsiteX2082" fmla="*/ 2480317 w 4719650"/>
                <a:gd name="connsiteY2082" fmla="*/ 162294 h 1454091"/>
                <a:gd name="connsiteX2083" fmla="*/ 2485235 w 4719650"/>
                <a:gd name="connsiteY2083" fmla="*/ 162294 h 1454091"/>
                <a:gd name="connsiteX2084" fmla="*/ 2485235 w 4719650"/>
                <a:gd name="connsiteY2084" fmla="*/ 160655 h 1454091"/>
                <a:gd name="connsiteX2085" fmla="*/ 2488514 w 4719650"/>
                <a:gd name="connsiteY2085" fmla="*/ 160655 h 1454091"/>
                <a:gd name="connsiteX2086" fmla="*/ 2491791 w 4719650"/>
                <a:gd name="connsiteY2086" fmla="*/ 160655 h 1454091"/>
                <a:gd name="connsiteX2087" fmla="*/ 2496710 w 4719650"/>
                <a:gd name="connsiteY2087" fmla="*/ 160655 h 1454091"/>
                <a:gd name="connsiteX2088" fmla="*/ 2499988 w 4719650"/>
                <a:gd name="connsiteY2088" fmla="*/ 162294 h 1454091"/>
                <a:gd name="connsiteX2089" fmla="*/ 2504907 w 4719650"/>
                <a:gd name="connsiteY2089" fmla="*/ 163934 h 1454091"/>
                <a:gd name="connsiteX2090" fmla="*/ 2508185 w 4719650"/>
                <a:gd name="connsiteY2090" fmla="*/ 160655 h 1454091"/>
                <a:gd name="connsiteX2091" fmla="*/ 2506546 w 4719650"/>
                <a:gd name="connsiteY2091" fmla="*/ 157376 h 1454091"/>
                <a:gd name="connsiteX2092" fmla="*/ 2503267 w 4719650"/>
                <a:gd name="connsiteY2092" fmla="*/ 155737 h 1454091"/>
                <a:gd name="connsiteX2093" fmla="*/ 2503267 w 4719650"/>
                <a:gd name="connsiteY2093" fmla="*/ 155737 h 1454091"/>
                <a:gd name="connsiteX2094" fmla="*/ 2503267 w 4719650"/>
                <a:gd name="connsiteY2094" fmla="*/ 155737 h 1454091"/>
                <a:gd name="connsiteX2095" fmla="*/ 2503267 w 4719650"/>
                <a:gd name="connsiteY2095" fmla="*/ 155737 h 1454091"/>
                <a:gd name="connsiteX2096" fmla="*/ 2506546 w 4719650"/>
                <a:gd name="connsiteY2096" fmla="*/ 154098 h 1454091"/>
                <a:gd name="connsiteX2097" fmla="*/ 2503267 w 4719650"/>
                <a:gd name="connsiteY2097" fmla="*/ 152458 h 1454091"/>
                <a:gd name="connsiteX2098" fmla="*/ 2498349 w 4719650"/>
                <a:gd name="connsiteY2098" fmla="*/ 150819 h 1454091"/>
                <a:gd name="connsiteX2099" fmla="*/ 2495070 w 4719650"/>
                <a:gd name="connsiteY2099" fmla="*/ 147540 h 1454091"/>
                <a:gd name="connsiteX2100" fmla="*/ 2491791 w 4719650"/>
                <a:gd name="connsiteY2100" fmla="*/ 144262 h 1454091"/>
                <a:gd name="connsiteX2101" fmla="*/ 2488514 w 4719650"/>
                <a:gd name="connsiteY2101" fmla="*/ 144262 h 1454091"/>
                <a:gd name="connsiteX2102" fmla="*/ 2485235 w 4719650"/>
                <a:gd name="connsiteY2102" fmla="*/ 139344 h 1454091"/>
                <a:gd name="connsiteX2103" fmla="*/ 2485235 w 4719650"/>
                <a:gd name="connsiteY2103" fmla="*/ 136065 h 1454091"/>
                <a:gd name="connsiteX2104" fmla="*/ 2490153 w 4719650"/>
                <a:gd name="connsiteY2104" fmla="*/ 137704 h 1454091"/>
                <a:gd name="connsiteX2105" fmla="*/ 2493431 w 4719650"/>
                <a:gd name="connsiteY2105" fmla="*/ 139344 h 1454091"/>
                <a:gd name="connsiteX2106" fmla="*/ 2496710 w 4719650"/>
                <a:gd name="connsiteY2106" fmla="*/ 137704 h 1454091"/>
                <a:gd name="connsiteX2107" fmla="*/ 2493431 w 4719650"/>
                <a:gd name="connsiteY2107" fmla="*/ 134426 h 1454091"/>
                <a:gd name="connsiteX2108" fmla="*/ 2496710 w 4719650"/>
                <a:gd name="connsiteY2108" fmla="*/ 136065 h 1454091"/>
                <a:gd name="connsiteX2109" fmla="*/ 2499988 w 4719650"/>
                <a:gd name="connsiteY2109" fmla="*/ 136065 h 1454091"/>
                <a:gd name="connsiteX2110" fmla="*/ 2504907 w 4719650"/>
                <a:gd name="connsiteY2110" fmla="*/ 132786 h 1454091"/>
                <a:gd name="connsiteX2111" fmla="*/ 2508185 w 4719650"/>
                <a:gd name="connsiteY2111" fmla="*/ 134426 h 1454091"/>
                <a:gd name="connsiteX2112" fmla="*/ 2513104 w 4719650"/>
                <a:gd name="connsiteY2112" fmla="*/ 136065 h 1454091"/>
                <a:gd name="connsiteX2113" fmla="*/ 2516382 w 4719650"/>
                <a:gd name="connsiteY2113" fmla="*/ 136065 h 1454091"/>
                <a:gd name="connsiteX2114" fmla="*/ 2519660 w 4719650"/>
                <a:gd name="connsiteY2114" fmla="*/ 136065 h 1454091"/>
                <a:gd name="connsiteX2115" fmla="*/ 2524578 w 4719650"/>
                <a:gd name="connsiteY2115" fmla="*/ 136065 h 1454091"/>
                <a:gd name="connsiteX2116" fmla="*/ 2527857 w 4719650"/>
                <a:gd name="connsiteY2116" fmla="*/ 137704 h 1454091"/>
                <a:gd name="connsiteX2117" fmla="*/ 2532775 w 4719650"/>
                <a:gd name="connsiteY2117" fmla="*/ 137704 h 1454091"/>
                <a:gd name="connsiteX2118" fmla="*/ 2536054 w 4719650"/>
                <a:gd name="connsiteY2118" fmla="*/ 140983 h 1454091"/>
                <a:gd name="connsiteX2119" fmla="*/ 2539333 w 4719650"/>
                <a:gd name="connsiteY2119" fmla="*/ 140983 h 1454091"/>
                <a:gd name="connsiteX2120" fmla="*/ 2542612 w 4719650"/>
                <a:gd name="connsiteY2120" fmla="*/ 142622 h 1454091"/>
                <a:gd name="connsiteX2121" fmla="*/ 2547529 w 4719650"/>
                <a:gd name="connsiteY2121" fmla="*/ 142622 h 1454091"/>
                <a:gd name="connsiteX2122" fmla="*/ 2549168 w 4719650"/>
                <a:gd name="connsiteY2122" fmla="*/ 145901 h 1454091"/>
                <a:gd name="connsiteX2123" fmla="*/ 2554087 w 4719650"/>
                <a:gd name="connsiteY2123" fmla="*/ 144262 h 1454091"/>
                <a:gd name="connsiteX2124" fmla="*/ 2557365 w 4719650"/>
                <a:gd name="connsiteY2124" fmla="*/ 142622 h 1454091"/>
                <a:gd name="connsiteX2125" fmla="*/ 2562284 w 4719650"/>
                <a:gd name="connsiteY2125" fmla="*/ 142622 h 1454091"/>
                <a:gd name="connsiteX2126" fmla="*/ 2565562 w 4719650"/>
                <a:gd name="connsiteY2126" fmla="*/ 142622 h 1454091"/>
                <a:gd name="connsiteX2127" fmla="*/ 2568840 w 4719650"/>
                <a:gd name="connsiteY2127" fmla="*/ 142622 h 1454091"/>
                <a:gd name="connsiteX2128" fmla="*/ 2565562 w 4719650"/>
                <a:gd name="connsiteY2128" fmla="*/ 144262 h 1454091"/>
                <a:gd name="connsiteX2129" fmla="*/ 2568840 w 4719650"/>
                <a:gd name="connsiteY2129" fmla="*/ 147540 h 1454091"/>
                <a:gd name="connsiteX2130" fmla="*/ 2572119 w 4719650"/>
                <a:gd name="connsiteY2130" fmla="*/ 147540 h 1454091"/>
                <a:gd name="connsiteX2131" fmla="*/ 2575398 w 4719650"/>
                <a:gd name="connsiteY2131" fmla="*/ 149180 h 1454091"/>
                <a:gd name="connsiteX2132" fmla="*/ 2577037 w 4719650"/>
                <a:gd name="connsiteY2132" fmla="*/ 147540 h 1454091"/>
                <a:gd name="connsiteX2133" fmla="*/ 2577037 w 4719650"/>
                <a:gd name="connsiteY2133" fmla="*/ 147540 h 1454091"/>
                <a:gd name="connsiteX2134" fmla="*/ 2578677 w 4719650"/>
                <a:gd name="connsiteY2134" fmla="*/ 147540 h 1454091"/>
                <a:gd name="connsiteX2135" fmla="*/ 2581955 w 4719650"/>
                <a:gd name="connsiteY2135" fmla="*/ 145901 h 1454091"/>
                <a:gd name="connsiteX2136" fmla="*/ 2586874 w 4719650"/>
                <a:gd name="connsiteY2136" fmla="*/ 145901 h 1454091"/>
                <a:gd name="connsiteX2137" fmla="*/ 2581955 w 4719650"/>
                <a:gd name="connsiteY2137" fmla="*/ 142622 h 1454091"/>
                <a:gd name="connsiteX2138" fmla="*/ 2585234 w 4719650"/>
                <a:gd name="connsiteY2138" fmla="*/ 142622 h 1454091"/>
                <a:gd name="connsiteX2139" fmla="*/ 2590152 w 4719650"/>
                <a:gd name="connsiteY2139" fmla="*/ 142622 h 1454091"/>
                <a:gd name="connsiteX2140" fmla="*/ 2595070 w 4719650"/>
                <a:gd name="connsiteY2140" fmla="*/ 144262 h 1454091"/>
                <a:gd name="connsiteX2141" fmla="*/ 2598348 w 4719650"/>
                <a:gd name="connsiteY2141" fmla="*/ 144262 h 1454091"/>
                <a:gd name="connsiteX2142" fmla="*/ 2601627 w 4719650"/>
                <a:gd name="connsiteY2142" fmla="*/ 144262 h 1454091"/>
                <a:gd name="connsiteX2143" fmla="*/ 2604906 w 4719650"/>
                <a:gd name="connsiteY2143" fmla="*/ 144262 h 1454091"/>
                <a:gd name="connsiteX2144" fmla="*/ 2609824 w 4719650"/>
                <a:gd name="connsiteY2144" fmla="*/ 144262 h 1454091"/>
                <a:gd name="connsiteX2145" fmla="*/ 2613103 w 4719650"/>
                <a:gd name="connsiteY2145" fmla="*/ 144262 h 1454091"/>
                <a:gd name="connsiteX2146" fmla="*/ 2611464 w 4719650"/>
                <a:gd name="connsiteY2146" fmla="*/ 145901 h 1454091"/>
                <a:gd name="connsiteX2147" fmla="*/ 2616382 w 4719650"/>
                <a:gd name="connsiteY2147" fmla="*/ 145901 h 1454091"/>
                <a:gd name="connsiteX2148" fmla="*/ 2619661 w 4719650"/>
                <a:gd name="connsiteY2148" fmla="*/ 149180 h 1454091"/>
                <a:gd name="connsiteX2149" fmla="*/ 2624578 w 4719650"/>
                <a:gd name="connsiteY2149" fmla="*/ 149180 h 1454091"/>
                <a:gd name="connsiteX2150" fmla="*/ 2627857 w 4719650"/>
                <a:gd name="connsiteY2150" fmla="*/ 150819 h 1454091"/>
                <a:gd name="connsiteX2151" fmla="*/ 2627857 w 4719650"/>
                <a:gd name="connsiteY2151" fmla="*/ 152458 h 1454091"/>
                <a:gd name="connsiteX2152" fmla="*/ 2632775 w 4719650"/>
                <a:gd name="connsiteY2152" fmla="*/ 152458 h 1454091"/>
                <a:gd name="connsiteX2153" fmla="*/ 2636054 w 4719650"/>
                <a:gd name="connsiteY2153" fmla="*/ 152458 h 1454091"/>
                <a:gd name="connsiteX2154" fmla="*/ 2640972 w 4719650"/>
                <a:gd name="connsiteY2154" fmla="*/ 152458 h 1454091"/>
                <a:gd name="connsiteX2155" fmla="*/ 2644251 w 4719650"/>
                <a:gd name="connsiteY2155" fmla="*/ 154098 h 1454091"/>
                <a:gd name="connsiteX2156" fmla="*/ 2649168 w 4719650"/>
                <a:gd name="connsiteY2156" fmla="*/ 154098 h 1454091"/>
                <a:gd name="connsiteX2157" fmla="*/ 2650807 w 4719650"/>
                <a:gd name="connsiteY2157" fmla="*/ 159016 h 1454091"/>
                <a:gd name="connsiteX2158" fmla="*/ 2650807 w 4719650"/>
                <a:gd name="connsiteY2158" fmla="*/ 159016 h 1454091"/>
                <a:gd name="connsiteX2159" fmla="*/ 2655725 w 4719650"/>
                <a:gd name="connsiteY2159" fmla="*/ 157376 h 1454091"/>
                <a:gd name="connsiteX2160" fmla="*/ 2659004 w 4719650"/>
                <a:gd name="connsiteY2160" fmla="*/ 157376 h 1454091"/>
                <a:gd name="connsiteX2161" fmla="*/ 2655725 w 4719650"/>
                <a:gd name="connsiteY2161" fmla="*/ 162294 h 1454091"/>
                <a:gd name="connsiteX2162" fmla="*/ 2652447 w 4719650"/>
                <a:gd name="connsiteY2162" fmla="*/ 163934 h 1454091"/>
                <a:gd name="connsiteX2163" fmla="*/ 2649168 w 4719650"/>
                <a:gd name="connsiteY2163" fmla="*/ 163934 h 1454091"/>
                <a:gd name="connsiteX2164" fmla="*/ 2649168 w 4719650"/>
                <a:gd name="connsiteY2164" fmla="*/ 163934 h 1454091"/>
                <a:gd name="connsiteX2165" fmla="*/ 2649168 w 4719650"/>
                <a:gd name="connsiteY2165" fmla="*/ 163934 h 1454091"/>
                <a:gd name="connsiteX2166" fmla="*/ 2649168 w 4719650"/>
                <a:gd name="connsiteY2166" fmla="*/ 165573 h 1454091"/>
                <a:gd name="connsiteX2167" fmla="*/ 2652447 w 4719650"/>
                <a:gd name="connsiteY2167" fmla="*/ 165573 h 1454091"/>
                <a:gd name="connsiteX2168" fmla="*/ 2657365 w 4719650"/>
                <a:gd name="connsiteY2168" fmla="*/ 165573 h 1454091"/>
                <a:gd name="connsiteX2169" fmla="*/ 2660644 w 4719650"/>
                <a:gd name="connsiteY2169" fmla="*/ 165573 h 1454091"/>
                <a:gd name="connsiteX2170" fmla="*/ 2665562 w 4719650"/>
                <a:gd name="connsiteY2170" fmla="*/ 165573 h 1454091"/>
                <a:gd name="connsiteX2171" fmla="*/ 2668841 w 4719650"/>
                <a:gd name="connsiteY2171" fmla="*/ 167212 h 1454091"/>
                <a:gd name="connsiteX2172" fmla="*/ 2673758 w 4719650"/>
                <a:gd name="connsiteY2172" fmla="*/ 167212 h 1454091"/>
                <a:gd name="connsiteX2173" fmla="*/ 2668841 w 4719650"/>
                <a:gd name="connsiteY2173" fmla="*/ 168852 h 1454091"/>
                <a:gd name="connsiteX2174" fmla="*/ 2665562 w 4719650"/>
                <a:gd name="connsiteY2174" fmla="*/ 168852 h 1454091"/>
                <a:gd name="connsiteX2175" fmla="*/ 2662283 w 4719650"/>
                <a:gd name="connsiteY2175" fmla="*/ 168852 h 1454091"/>
                <a:gd name="connsiteX2176" fmla="*/ 2667201 w 4719650"/>
                <a:gd name="connsiteY2176" fmla="*/ 170491 h 1454091"/>
                <a:gd name="connsiteX2177" fmla="*/ 2672119 w 4719650"/>
                <a:gd name="connsiteY2177" fmla="*/ 170491 h 1454091"/>
                <a:gd name="connsiteX2178" fmla="*/ 2675397 w 4719650"/>
                <a:gd name="connsiteY2178" fmla="*/ 170491 h 1454091"/>
                <a:gd name="connsiteX2179" fmla="*/ 2678676 w 4719650"/>
                <a:gd name="connsiteY2179" fmla="*/ 172130 h 1454091"/>
                <a:gd name="connsiteX2180" fmla="*/ 2678676 w 4719650"/>
                <a:gd name="connsiteY2180" fmla="*/ 172130 h 1454091"/>
                <a:gd name="connsiteX2181" fmla="*/ 2673758 w 4719650"/>
                <a:gd name="connsiteY2181" fmla="*/ 173770 h 1454091"/>
                <a:gd name="connsiteX2182" fmla="*/ 2672119 w 4719650"/>
                <a:gd name="connsiteY2182" fmla="*/ 172130 h 1454091"/>
                <a:gd name="connsiteX2183" fmla="*/ 2672119 w 4719650"/>
                <a:gd name="connsiteY2183" fmla="*/ 173770 h 1454091"/>
                <a:gd name="connsiteX2184" fmla="*/ 2675397 w 4719650"/>
                <a:gd name="connsiteY2184" fmla="*/ 175409 h 1454091"/>
                <a:gd name="connsiteX2185" fmla="*/ 2672119 w 4719650"/>
                <a:gd name="connsiteY2185" fmla="*/ 177048 h 1454091"/>
                <a:gd name="connsiteX2186" fmla="*/ 2667201 w 4719650"/>
                <a:gd name="connsiteY2186" fmla="*/ 177048 h 1454091"/>
                <a:gd name="connsiteX2187" fmla="*/ 2663922 w 4719650"/>
                <a:gd name="connsiteY2187" fmla="*/ 177048 h 1454091"/>
                <a:gd name="connsiteX2188" fmla="*/ 2662283 w 4719650"/>
                <a:gd name="connsiteY2188" fmla="*/ 177048 h 1454091"/>
                <a:gd name="connsiteX2189" fmla="*/ 2662283 w 4719650"/>
                <a:gd name="connsiteY2189" fmla="*/ 177048 h 1454091"/>
                <a:gd name="connsiteX2190" fmla="*/ 2662283 w 4719650"/>
                <a:gd name="connsiteY2190" fmla="*/ 177048 h 1454091"/>
                <a:gd name="connsiteX2191" fmla="*/ 2667201 w 4719650"/>
                <a:gd name="connsiteY2191" fmla="*/ 178688 h 1454091"/>
                <a:gd name="connsiteX2192" fmla="*/ 2670480 w 4719650"/>
                <a:gd name="connsiteY2192" fmla="*/ 178688 h 1454091"/>
                <a:gd name="connsiteX2193" fmla="*/ 2673758 w 4719650"/>
                <a:gd name="connsiteY2193" fmla="*/ 180327 h 1454091"/>
                <a:gd name="connsiteX2194" fmla="*/ 2678676 w 4719650"/>
                <a:gd name="connsiteY2194" fmla="*/ 180327 h 1454091"/>
                <a:gd name="connsiteX2195" fmla="*/ 2681955 w 4719650"/>
                <a:gd name="connsiteY2195" fmla="*/ 180327 h 1454091"/>
                <a:gd name="connsiteX2196" fmla="*/ 2685234 w 4719650"/>
                <a:gd name="connsiteY2196" fmla="*/ 180327 h 1454091"/>
                <a:gd name="connsiteX2197" fmla="*/ 2690152 w 4719650"/>
                <a:gd name="connsiteY2197" fmla="*/ 180327 h 1454091"/>
                <a:gd name="connsiteX2198" fmla="*/ 2690152 w 4719650"/>
                <a:gd name="connsiteY2198" fmla="*/ 181966 h 1454091"/>
                <a:gd name="connsiteX2199" fmla="*/ 2693431 w 4719650"/>
                <a:gd name="connsiteY2199" fmla="*/ 181966 h 1454091"/>
                <a:gd name="connsiteX2200" fmla="*/ 2698348 w 4719650"/>
                <a:gd name="connsiteY2200" fmla="*/ 183606 h 1454091"/>
                <a:gd name="connsiteX2201" fmla="*/ 2699987 w 4719650"/>
                <a:gd name="connsiteY2201" fmla="*/ 185245 h 1454091"/>
                <a:gd name="connsiteX2202" fmla="*/ 2699987 w 4719650"/>
                <a:gd name="connsiteY2202" fmla="*/ 186884 h 1454091"/>
                <a:gd name="connsiteX2203" fmla="*/ 2703266 w 4719650"/>
                <a:gd name="connsiteY2203" fmla="*/ 188524 h 1454091"/>
                <a:gd name="connsiteX2204" fmla="*/ 2706545 w 4719650"/>
                <a:gd name="connsiteY2204" fmla="*/ 188524 h 1454091"/>
                <a:gd name="connsiteX2205" fmla="*/ 2703266 w 4719650"/>
                <a:gd name="connsiteY2205" fmla="*/ 191802 h 1454091"/>
                <a:gd name="connsiteX2206" fmla="*/ 2706545 w 4719650"/>
                <a:gd name="connsiteY2206" fmla="*/ 191802 h 1454091"/>
                <a:gd name="connsiteX2207" fmla="*/ 2703266 w 4719650"/>
                <a:gd name="connsiteY2207" fmla="*/ 193442 h 1454091"/>
                <a:gd name="connsiteX2208" fmla="*/ 2699987 w 4719650"/>
                <a:gd name="connsiteY2208" fmla="*/ 193442 h 1454091"/>
                <a:gd name="connsiteX2209" fmla="*/ 2695070 w 4719650"/>
                <a:gd name="connsiteY2209" fmla="*/ 193442 h 1454091"/>
                <a:gd name="connsiteX2210" fmla="*/ 2691791 w 4719650"/>
                <a:gd name="connsiteY2210" fmla="*/ 193442 h 1454091"/>
                <a:gd name="connsiteX2211" fmla="*/ 2686873 w 4719650"/>
                <a:gd name="connsiteY2211" fmla="*/ 193442 h 1454091"/>
                <a:gd name="connsiteX2212" fmla="*/ 2683594 w 4719650"/>
                <a:gd name="connsiteY2212" fmla="*/ 191802 h 1454091"/>
                <a:gd name="connsiteX2213" fmla="*/ 2681955 w 4719650"/>
                <a:gd name="connsiteY2213" fmla="*/ 190163 h 1454091"/>
                <a:gd name="connsiteX2214" fmla="*/ 2678676 w 4719650"/>
                <a:gd name="connsiteY2214" fmla="*/ 190163 h 1454091"/>
                <a:gd name="connsiteX2215" fmla="*/ 2673758 w 4719650"/>
                <a:gd name="connsiteY2215" fmla="*/ 188524 h 1454091"/>
                <a:gd name="connsiteX2216" fmla="*/ 2670480 w 4719650"/>
                <a:gd name="connsiteY2216" fmla="*/ 188524 h 1454091"/>
                <a:gd name="connsiteX2217" fmla="*/ 2670480 w 4719650"/>
                <a:gd name="connsiteY2217" fmla="*/ 188524 h 1454091"/>
                <a:gd name="connsiteX2218" fmla="*/ 2672119 w 4719650"/>
                <a:gd name="connsiteY2218" fmla="*/ 190163 h 1454091"/>
                <a:gd name="connsiteX2219" fmla="*/ 2675397 w 4719650"/>
                <a:gd name="connsiteY2219" fmla="*/ 191802 h 1454091"/>
                <a:gd name="connsiteX2220" fmla="*/ 2677037 w 4719650"/>
                <a:gd name="connsiteY2220" fmla="*/ 193442 h 1454091"/>
                <a:gd name="connsiteX2221" fmla="*/ 2678676 w 4719650"/>
                <a:gd name="connsiteY2221" fmla="*/ 193442 h 1454091"/>
                <a:gd name="connsiteX2222" fmla="*/ 2683594 w 4719650"/>
                <a:gd name="connsiteY2222" fmla="*/ 195081 h 1454091"/>
                <a:gd name="connsiteX2223" fmla="*/ 2686873 w 4719650"/>
                <a:gd name="connsiteY2223" fmla="*/ 198360 h 1454091"/>
                <a:gd name="connsiteX2224" fmla="*/ 2690152 w 4719650"/>
                <a:gd name="connsiteY2224" fmla="*/ 199999 h 1454091"/>
                <a:gd name="connsiteX2225" fmla="*/ 2695070 w 4719650"/>
                <a:gd name="connsiteY2225" fmla="*/ 199999 h 1454091"/>
                <a:gd name="connsiteX2226" fmla="*/ 2698348 w 4719650"/>
                <a:gd name="connsiteY2226" fmla="*/ 203278 h 1454091"/>
                <a:gd name="connsiteX2227" fmla="*/ 2701627 w 4719650"/>
                <a:gd name="connsiteY2227" fmla="*/ 204917 h 1454091"/>
                <a:gd name="connsiteX2228" fmla="*/ 2706545 w 4719650"/>
                <a:gd name="connsiteY2228" fmla="*/ 204917 h 1454091"/>
                <a:gd name="connsiteX2229" fmla="*/ 2709824 w 4719650"/>
                <a:gd name="connsiteY2229" fmla="*/ 206556 h 1454091"/>
                <a:gd name="connsiteX2230" fmla="*/ 2713102 w 4719650"/>
                <a:gd name="connsiteY2230" fmla="*/ 203278 h 1454091"/>
                <a:gd name="connsiteX2231" fmla="*/ 2709824 w 4719650"/>
                <a:gd name="connsiteY2231" fmla="*/ 201638 h 1454091"/>
                <a:gd name="connsiteX2232" fmla="*/ 2704905 w 4719650"/>
                <a:gd name="connsiteY2232" fmla="*/ 198360 h 1454091"/>
                <a:gd name="connsiteX2233" fmla="*/ 2701627 w 4719650"/>
                <a:gd name="connsiteY2233" fmla="*/ 196720 h 1454091"/>
                <a:gd name="connsiteX2234" fmla="*/ 2704905 w 4719650"/>
                <a:gd name="connsiteY2234" fmla="*/ 196720 h 1454091"/>
                <a:gd name="connsiteX2235" fmla="*/ 2708184 w 4719650"/>
                <a:gd name="connsiteY2235" fmla="*/ 198360 h 1454091"/>
                <a:gd name="connsiteX2236" fmla="*/ 2711463 w 4719650"/>
                <a:gd name="connsiteY2236" fmla="*/ 199999 h 1454091"/>
                <a:gd name="connsiteX2237" fmla="*/ 2716381 w 4719650"/>
                <a:gd name="connsiteY2237" fmla="*/ 203278 h 1454091"/>
                <a:gd name="connsiteX2238" fmla="*/ 2719660 w 4719650"/>
                <a:gd name="connsiteY2238" fmla="*/ 204917 h 1454091"/>
                <a:gd name="connsiteX2239" fmla="*/ 2724577 w 4719650"/>
                <a:gd name="connsiteY2239" fmla="*/ 206556 h 1454091"/>
                <a:gd name="connsiteX2240" fmla="*/ 2719660 w 4719650"/>
                <a:gd name="connsiteY2240" fmla="*/ 204917 h 1454091"/>
                <a:gd name="connsiteX2241" fmla="*/ 2716381 w 4719650"/>
                <a:gd name="connsiteY2241" fmla="*/ 206556 h 1454091"/>
                <a:gd name="connsiteX2242" fmla="*/ 2711463 w 4719650"/>
                <a:gd name="connsiteY2242" fmla="*/ 206556 h 1454091"/>
                <a:gd name="connsiteX2243" fmla="*/ 2713102 w 4719650"/>
                <a:gd name="connsiteY2243" fmla="*/ 211474 h 1454091"/>
                <a:gd name="connsiteX2244" fmla="*/ 2716381 w 4719650"/>
                <a:gd name="connsiteY2244" fmla="*/ 211474 h 1454091"/>
                <a:gd name="connsiteX2245" fmla="*/ 2721299 w 4719650"/>
                <a:gd name="connsiteY2245" fmla="*/ 211474 h 1454091"/>
                <a:gd name="connsiteX2246" fmla="*/ 2724577 w 4719650"/>
                <a:gd name="connsiteY2246" fmla="*/ 213114 h 1454091"/>
                <a:gd name="connsiteX2247" fmla="*/ 2727856 w 4719650"/>
                <a:gd name="connsiteY2247" fmla="*/ 214753 h 1454091"/>
                <a:gd name="connsiteX2248" fmla="*/ 2732774 w 4719650"/>
                <a:gd name="connsiteY2248" fmla="*/ 216392 h 1454091"/>
                <a:gd name="connsiteX2249" fmla="*/ 2736053 w 4719650"/>
                <a:gd name="connsiteY2249" fmla="*/ 218032 h 1454091"/>
                <a:gd name="connsiteX2250" fmla="*/ 2739332 w 4719650"/>
                <a:gd name="connsiteY2250" fmla="*/ 221310 h 1454091"/>
                <a:gd name="connsiteX2251" fmla="*/ 2744250 w 4719650"/>
                <a:gd name="connsiteY2251" fmla="*/ 221310 h 1454091"/>
                <a:gd name="connsiteX2252" fmla="*/ 2747529 w 4719650"/>
                <a:gd name="connsiteY2252" fmla="*/ 222950 h 1454091"/>
                <a:gd name="connsiteX2253" fmla="*/ 2750807 w 4719650"/>
                <a:gd name="connsiteY2253" fmla="*/ 224589 h 1454091"/>
                <a:gd name="connsiteX2254" fmla="*/ 2755725 w 4719650"/>
                <a:gd name="connsiteY2254" fmla="*/ 226228 h 1454091"/>
                <a:gd name="connsiteX2255" fmla="*/ 2759004 w 4719650"/>
                <a:gd name="connsiteY2255" fmla="*/ 229507 h 1454091"/>
                <a:gd name="connsiteX2256" fmla="*/ 2762282 w 4719650"/>
                <a:gd name="connsiteY2256" fmla="*/ 229507 h 1454091"/>
                <a:gd name="connsiteX2257" fmla="*/ 2765561 w 4719650"/>
                <a:gd name="connsiteY2257" fmla="*/ 229507 h 1454091"/>
                <a:gd name="connsiteX2258" fmla="*/ 2770479 w 4719650"/>
                <a:gd name="connsiteY2258" fmla="*/ 231146 h 1454091"/>
                <a:gd name="connsiteX2259" fmla="*/ 2773758 w 4719650"/>
                <a:gd name="connsiteY2259" fmla="*/ 232786 h 1454091"/>
                <a:gd name="connsiteX2260" fmla="*/ 2778675 w 4719650"/>
                <a:gd name="connsiteY2260" fmla="*/ 234425 h 1454091"/>
                <a:gd name="connsiteX2261" fmla="*/ 2781954 w 4719650"/>
                <a:gd name="connsiteY2261" fmla="*/ 236065 h 1454091"/>
                <a:gd name="connsiteX2262" fmla="*/ 2786872 w 4719650"/>
                <a:gd name="connsiteY2262" fmla="*/ 236065 h 1454091"/>
                <a:gd name="connsiteX2263" fmla="*/ 2790151 w 4719650"/>
                <a:gd name="connsiteY2263" fmla="*/ 237704 h 1454091"/>
                <a:gd name="connsiteX2264" fmla="*/ 2793430 w 4719650"/>
                <a:gd name="connsiteY2264" fmla="*/ 234425 h 1454091"/>
                <a:gd name="connsiteX2265" fmla="*/ 2798348 w 4719650"/>
                <a:gd name="connsiteY2265" fmla="*/ 237704 h 1454091"/>
                <a:gd name="connsiteX2266" fmla="*/ 2801627 w 4719650"/>
                <a:gd name="connsiteY2266" fmla="*/ 239343 h 1454091"/>
                <a:gd name="connsiteX2267" fmla="*/ 2804905 w 4719650"/>
                <a:gd name="connsiteY2267" fmla="*/ 242622 h 1454091"/>
                <a:gd name="connsiteX2268" fmla="*/ 2809823 w 4719650"/>
                <a:gd name="connsiteY2268" fmla="*/ 242622 h 1454091"/>
                <a:gd name="connsiteX2269" fmla="*/ 2813102 w 4719650"/>
                <a:gd name="connsiteY2269" fmla="*/ 242622 h 1454091"/>
                <a:gd name="connsiteX2270" fmla="*/ 2816381 w 4719650"/>
                <a:gd name="connsiteY2270" fmla="*/ 239343 h 1454091"/>
                <a:gd name="connsiteX2271" fmla="*/ 2816381 w 4719650"/>
                <a:gd name="connsiteY2271" fmla="*/ 234425 h 1454091"/>
                <a:gd name="connsiteX2272" fmla="*/ 2814741 w 4719650"/>
                <a:gd name="connsiteY2272" fmla="*/ 231146 h 1454091"/>
                <a:gd name="connsiteX2273" fmla="*/ 2814741 w 4719650"/>
                <a:gd name="connsiteY2273" fmla="*/ 231146 h 1454091"/>
                <a:gd name="connsiteX2274" fmla="*/ 2814741 w 4719650"/>
                <a:gd name="connsiteY2274" fmla="*/ 227868 h 1454091"/>
                <a:gd name="connsiteX2275" fmla="*/ 2818020 w 4719650"/>
                <a:gd name="connsiteY2275" fmla="*/ 224589 h 1454091"/>
                <a:gd name="connsiteX2276" fmla="*/ 2813102 w 4719650"/>
                <a:gd name="connsiteY2276" fmla="*/ 224589 h 1454091"/>
                <a:gd name="connsiteX2277" fmla="*/ 2809823 w 4719650"/>
                <a:gd name="connsiteY2277" fmla="*/ 221310 h 1454091"/>
                <a:gd name="connsiteX2278" fmla="*/ 2808184 w 4719650"/>
                <a:gd name="connsiteY2278" fmla="*/ 216392 h 1454091"/>
                <a:gd name="connsiteX2279" fmla="*/ 2804905 w 4719650"/>
                <a:gd name="connsiteY2279" fmla="*/ 213114 h 1454091"/>
                <a:gd name="connsiteX2280" fmla="*/ 2803265 w 4719650"/>
                <a:gd name="connsiteY2280" fmla="*/ 209835 h 1454091"/>
                <a:gd name="connsiteX2281" fmla="*/ 2803265 w 4719650"/>
                <a:gd name="connsiteY2281" fmla="*/ 206556 h 1454091"/>
                <a:gd name="connsiteX2282" fmla="*/ 2801627 w 4719650"/>
                <a:gd name="connsiteY2282" fmla="*/ 201638 h 1454091"/>
                <a:gd name="connsiteX2283" fmla="*/ 2804905 w 4719650"/>
                <a:gd name="connsiteY2283" fmla="*/ 199999 h 1454091"/>
                <a:gd name="connsiteX2284" fmla="*/ 2809823 w 4719650"/>
                <a:gd name="connsiteY2284" fmla="*/ 203278 h 1454091"/>
                <a:gd name="connsiteX2285" fmla="*/ 2814741 w 4719650"/>
                <a:gd name="connsiteY2285" fmla="*/ 204917 h 1454091"/>
                <a:gd name="connsiteX2286" fmla="*/ 2818020 w 4719650"/>
                <a:gd name="connsiteY2286" fmla="*/ 206556 h 1454091"/>
                <a:gd name="connsiteX2287" fmla="*/ 2822938 w 4719650"/>
                <a:gd name="connsiteY2287" fmla="*/ 208196 h 1454091"/>
                <a:gd name="connsiteX2288" fmla="*/ 2826217 w 4719650"/>
                <a:gd name="connsiteY2288" fmla="*/ 209835 h 1454091"/>
                <a:gd name="connsiteX2289" fmla="*/ 2829495 w 4719650"/>
                <a:gd name="connsiteY2289" fmla="*/ 211474 h 1454091"/>
                <a:gd name="connsiteX2290" fmla="*/ 2834413 w 4719650"/>
                <a:gd name="connsiteY2290" fmla="*/ 213114 h 1454091"/>
                <a:gd name="connsiteX2291" fmla="*/ 2837692 w 4719650"/>
                <a:gd name="connsiteY2291" fmla="*/ 214753 h 1454091"/>
                <a:gd name="connsiteX2292" fmla="*/ 2842610 w 4719650"/>
                <a:gd name="connsiteY2292" fmla="*/ 214753 h 1454091"/>
                <a:gd name="connsiteX2293" fmla="*/ 2845889 w 4719650"/>
                <a:gd name="connsiteY2293" fmla="*/ 216392 h 1454091"/>
                <a:gd name="connsiteX2294" fmla="*/ 2849168 w 4719650"/>
                <a:gd name="connsiteY2294" fmla="*/ 216392 h 1454091"/>
                <a:gd name="connsiteX2295" fmla="*/ 2854085 w 4719650"/>
                <a:gd name="connsiteY2295" fmla="*/ 218032 h 1454091"/>
                <a:gd name="connsiteX2296" fmla="*/ 2857364 w 4719650"/>
                <a:gd name="connsiteY2296" fmla="*/ 218032 h 1454091"/>
                <a:gd name="connsiteX2297" fmla="*/ 2862282 w 4719650"/>
                <a:gd name="connsiteY2297" fmla="*/ 218032 h 1454091"/>
                <a:gd name="connsiteX2298" fmla="*/ 2867200 w 4719650"/>
                <a:gd name="connsiteY2298" fmla="*/ 219671 h 1454091"/>
                <a:gd name="connsiteX2299" fmla="*/ 2870479 w 4719650"/>
                <a:gd name="connsiteY2299" fmla="*/ 219671 h 1454091"/>
                <a:gd name="connsiteX2300" fmla="*/ 2873758 w 4719650"/>
                <a:gd name="connsiteY2300" fmla="*/ 219671 h 1454091"/>
                <a:gd name="connsiteX2301" fmla="*/ 2878676 w 4719650"/>
                <a:gd name="connsiteY2301" fmla="*/ 218032 h 1454091"/>
                <a:gd name="connsiteX2302" fmla="*/ 2881954 w 4719650"/>
                <a:gd name="connsiteY2302" fmla="*/ 219671 h 1454091"/>
                <a:gd name="connsiteX2303" fmla="*/ 2885232 w 4719650"/>
                <a:gd name="connsiteY2303" fmla="*/ 222950 h 1454091"/>
                <a:gd name="connsiteX2304" fmla="*/ 2883593 w 4719650"/>
                <a:gd name="connsiteY2304" fmla="*/ 219671 h 1454091"/>
                <a:gd name="connsiteX2305" fmla="*/ 2881954 w 4719650"/>
                <a:gd name="connsiteY2305" fmla="*/ 218032 h 1454091"/>
                <a:gd name="connsiteX2306" fmla="*/ 2883593 w 4719650"/>
                <a:gd name="connsiteY2306" fmla="*/ 214753 h 1454091"/>
                <a:gd name="connsiteX2307" fmla="*/ 2888511 w 4719650"/>
                <a:gd name="connsiteY2307" fmla="*/ 214753 h 1454091"/>
                <a:gd name="connsiteX2308" fmla="*/ 2891790 w 4719650"/>
                <a:gd name="connsiteY2308" fmla="*/ 213114 h 1454091"/>
                <a:gd name="connsiteX2309" fmla="*/ 2895069 w 4719650"/>
                <a:gd name="connsiteY2309" fmla="*/ 211474 h 1454091"/>
                <a:gd name="connsiteX2310" fmla="*/ 2899987 w 4719650"/>
                <a:gd name="connsiteY2310" fmla="*/ 209835 h 1454091"/>
                <a:gd name="connsiteX2311" fmla="*/ 2903266 w 4719650"/>
                <a:gd name="connsiteY2311" fmla="*/ 209835 h 1454091"/>
                <a:gd name="connsiteX2312" fmla="*/ 2906544 w 4719650"/>
                <a:gd name="connsiteY2312" fmla="*/ 209835 h 1454091"/>
                <a:gd name="connsiteX2313" fmla="*/ 2911462 w 4719650"/>
                <a:gd name="connsiteY2313" fmla="*/ 211474 h 1454091"/>
                <a:gd name="connsiteX2314" fmla="*/ 2914741 w 4719650"/>
                <a:gd name="connsiteY2314" fmla="*/ 211474 h 1454091"/>
                <a:gd name="connsiteX2315" fmla="*/ 2918019 w 4719650"/>
                <a:gd name="connsiteY2315" fmla="*/ 211474 h 1454091"/>
                <a:gd name="connsiteX2316" fmla="*/ 2922938 w 4719650"/>
                <a:gd name="connsiteY2316" fmla="*/ 211474 h 1454091"/>
                <a:gd name="connsiteX2317" fmla="*/ 2926216 w 4719650"/>
                <a:gd name="connsiteY2317" fmla="*/ 214753 h 1454091"/>
                <a:gd name="connsiteX2318" fmla="*/ 2929495 w 4719650"/>
                <a:gd name="connsiteY2318" fmla="*/ 213114 h 1454091"/>
                <a:gd name="connsiteX2319" fmla="*/ 2932773 w 4719650"/>
                <a:gd name="connsiteY2319" fmla="*/ 214753 h 1454091"/>
                <a:gd name="connsiteX2320" fmla="*/ 2937691 w 4719650"/>
                <a:gd name="connsiteY2320" fmla="*/ 216392 h 1454091"/>
                <a:gd name="connsiteX2321" fmla="*/ 2940970 w 4719650"/>
                <a:gd name="connsiteY2321" fmla="*/ 216392 h 1454091"/>
                <a:gd name="connsiteX2322" fmla="*/ 2944249 w 4719650"/>
                <a:gd name="connsiteY2322" fmla="*/ 218032 h 1454091"/>
                <a:gd name="connsiteX2323" fmla="*/ 2949167 w 4719650"/>
                <a:gd name="connsiteY2323" fmla="*/ 218032 h 1454091"/>
                <a:gd name="connsiteX2324" fmla="*/ 2952446 w 4719650"/>
                <a:gd name="connsiteY2324" fmla="*/ 219671 h 1454091"/>
                <a:gd name="connsiteX2325" fmla="*/ 2957363 w 4719650"/>
                <a:gd name="connsiteY2325" fmla="*/ 219671 h 1454091"/>
                <a:gd name="connsiteX2326" fmla="*/ 2960642 w 4719650"/>
                <a:gd name="connsiteY2326" fmla="*/ 221310 h 1454091"/>
                <a:gd name="connsiteX2327" fmla="*/ 2963921 w 4719650"/>
                <a:gd name="connsiteY2327" fmla="*/ 224589 h 1454091"/>
                <a:gd name="connsiteX2328" fmla="*/ 2968839 w 4719650"/>
                <a:gd name="connsiteY2328" fmla="*/ 222950 h 1454091"/>
                <a:gd name="connsiteX2329" fmla="*/ 2972118 w 4719650"/>
                <a:gd name="connsiteY2329" fmla="*/ 226228 h 1454091"/>
                <a:gd name="connsiteX2330" fmla="*/ 2977036 w 4719650"/>
                <a:gd name="connsiteY2330" fmla="*/ 227868 h 1454091"/>
                <a:gd name="connsiteX2331" fmla="*/ 2980315 w 4719650"/>
                <a:gd name="connsiteY2331" fmla="*/ 227868 h 1454091"/>
                <a:gd name="connsiteX2332" fmla="*/ 2985232 w 4719650"/>
                <a:gd name="connsiteY2332" fmla="*/ 227868 h 1454091"/>
                <a:gd name="connsiteX2333" fmla="*/ 2980315 w 4719650"/>
                <a:gd name="connsiteY2333" fmla="*/ 226228 h 1454091"/>
                <a:gd name="connsiteX2334" fmla="*/ 2977036 w 4719650"/>
                <a:gd name="connsiteY2334" fmla="*/ 226228 h 1454091"/>
                <a:gd name="connsiteX2335" fmla="*/ 2973757 w 4719650"/>
                <a:gd name="connsiteY2335" fmla="*/ 224589 h 1454091"/>
                <a:gd name="connsiteX2336" fmla="*/ 2977036 w 4719650"/>
                <a:gd name="connsiteY2336" fmla="*/ 224589 h 1454091"/>
                <a:gd name="connsiteX2337" fmla="*/ 2980315 w 4719650"/>
                <a:gd name="connsiteY2337" fmla="*/ 224589 h 1454091"/>
                <a:gd name="connsiteX2338" fmla="*/ 2977036 w 4719650"/>
                <a:gd name="connsiteY2338" fmla="*/ 222950 h 1454091"/>
                <a:gd name="connsiteX2339" fmla="*/ 2980315 w 4719650"/>
                <a:gd name="connsiteY2339" fmla="*/ 221310 h 1454091"/>
                <a:gd name="connsiteX2340" fmla="*/ 2985232 w 4719650"/>
                <a:gd name="connsiteY2340" fmla="*/ 221310 h 1454091"/>
                <a:gd name="connsiteX2341" fmla="*/ 2980315 w 4719650"/>
                <a:gd name="connsiteY2341" fmla="*/ 221310 h 1454091"/>
                <a:gd name="connsiteX2342" fmla="*/ 2977036 w 4719650"/>
                <a:gd name="connsiteY2342" fmla="*/ 221310 h 1454091"/>
                <a:gd name="connsiteX2343" fmla="*/ 2972118 w 4719650"/>
                <a:gd name="connsiteY2343" fmla="*/ 221310 h 1454091"/>
                <a:gd name="connsiteX2344" fmla="*/ 2968839 w 4719650"/>
                <a:gd name="connsiteY2344" fmla="*/ 219671 h 1454091"/>
                <a:gd name="connsiteX2345" fmla="*/ 2967199 w 4719650"/>
                <a:gd name="connsiteY2345" fmla="*/ 216392 h 1454091"/>
                <a:gd name="connsiteX2346" fmla="*/ 2965560 w 4719650"/>
                <a:gd name="connsiteY2346" fmla="*/ 211474 h 1454091"/>
                <a:gd name="connsiteX2347" fmla="*/ 2970478 w 4719650"/>
                <a:gd name="connsiteY2347" fmla="*/ 211474 h 1454091"/>
                <a:gd name="connsiteX2348" fmla="*/ 2973757 w 4719650"/>
                <a:gd name="connsiteY2348" fmla="*/ 211474 h 1454091"/>
                <a:gd name="connsiteX2349" fmla="*/ 2978675 w 4719650"/>
                <a:gd name="connsiteY2349" fmla="*/ 213114 h 1454091"/>
                <a:gd name="connsiteX2350" fmla="*/ 2978675 w 4719650"/>
                <a:gd name="connsiteY2350" fmla="*/ 209835 h 1454091"/>
                <a:gd name="connsiteX2351" fmla="*/ 2983592 w 4719650"/>
                <a:gd name="connsiteY2351" fmla="*/ 209835 h 1454091"/>
                <a:gd name="connsiteX2352" fmla="*/ 2986871 w 4719650"/>
                <a:gd name="connsiteY2352" fmla="*/ 211474 h 1454091"/>
                <a:gd name="connsiteX2353" fmla="*/ 2990150 w 4719650"/>
                <a:gd name="connsiteY2353" fmla="*/ 211474 h 1454091"/>
                <a:gd name="connsiteX2354" fmla="*/ 2995068 w 4719650"/>
                <a:gd name="connsiteY2354" fmla="*/ 214753 h 1454091"/>
                <a:gd name="connsiteX2355" fmla="*/ 2998347 w 4719650"/>
                <a:gd name="connsiteY2355" fmla="*/ 216392 h 1454091"/>
                <a:gd name="connsiteX2356" fmla="*/ 3003265 w 4719650"/>
                <a:gd name="connsiteY2356" fmla="*/ 218032 h 1454091"/>
                <a:gd name="connsiteX2357" fmla="*/ 3006544 w 4719650"/>
                <a:gd name="connsiteY2357" fmla="*/ 218032 h 1454091"/>
                <a:gd name="connsiteX2358" fmla="*/ 3009822 w 4719650"/>
                <a:gd name="connsiteY2358" fmla="*/ 214753 h 1454091"/>
                <a:gd name="connsiteX2359" fmla="*/ 3013101 w 4719650"/>
                <a:gd name="connsiteY2359" fmla="*/ 216392 h 1454091"/>
                <a:gd name="connsiteX2360" fmla="*/ 3018019 w 4719650"/>
                <a:gd name="connsiteY2360" fmla="*/ 214753 h 1454091"/>
                <a:gd name="connsiteX2361" fmla="*/ 3022937 w 4719650"/>
                <a:gd name="connsiteY2361" fmla="*/ 216392 h 1454091"/>
                <a:gd name="connsiteX2362" fmla="*/ 3022937 w 4719650"/>
                <a:gd name="connsiteY2362" fmla="*/ 216392 h 1454091"/>
                <a:gd name="connsiteX2363" fmla="*/ 3021298 w 4719650"/>
                <a:gd name="connsiteY2363" fmla="*/ 214753 h 1454091"/>
                <a:gd name="connsiteX2364" fmla="*/ 3021298 w 4719650"/>
                <a:gd name="connsiteY2364" fmla="*/ 214753 h 1454091"/>
                <a:gd name="connsiteX2365" fmla="*/ 3016379 w 4719650"/>
                <a:gd name="connsiteY2365" fmla="*/ 213114 h 1454091"/>
                <a:gd name="connsiteX2366" fmla="*/ 3013101 w 4719650"/>
                <a:gd name="connsiteY2366" fmla="*/ 211474 h 1454091"/>
                <a:gd name="connsiteX2367" fmla="*/ 3009822 w 4719650"/>
                <a:gd name="connsiteY2367" fmla="*/ 209835 h 1454091"/>
                <a:gd name="connsiteX2368" fmla="*/ 3004905 w 4719650"/>
                <a:gd name="connsiteY2368" fmla="*/ 208196 h 1454091"/>
                <a:gd name="connsiteX2369" fmla="*/ 3001626 w 4719650"/>
                <a:gd name="connsiteY2369" fmla="*/ 204917 h 1454091"/>
                <a:gd name="connsiteX2370" fmla="*/ 2999986 w 4719650"/>
                <a:gd name="connsiteY2370" fmla="*/ 201638 h 1454091"/>
                <a:gd name="connsiteX2371" fmla="*/ 2995068 w 4719650"/>
                <a:gd name="connsiteY2371" fmla="*/ 201638 h 1454091"/>
                <a:gd name="connsiteX2372" fmla="*/ 2991789 w 4719650"/>
                <a:gd name="connsiteY2372" fmla="*/ 199999 h 1454091"/>
                <a:gd name="connsiteX2373" fmla="*/ 2986871 w 4719650"/>
                <a:gd name="connsiteY2373" fmla="*/ 199999 h 1454091"/>
                <a:gd name="connsiteX2374" fmla="*/ 2983592 w 4719650"/>
                <a:gd name="connsiteY2374" fmla="*/ 198360 h 1454091"/>
                <a:gd name="connsiteX2375" fmla="*/ 2986871 w 4719650"/>
                <a:gd name="connsiteY2375" fmla="*/ 198360 h 1454091"/>
                <a:gd name="connsiteX2376" fmla="*/ 2991789 w 4719650"/>
                <a:gd name="connsiteY2376" fmla="*/ 198360 h 1454091"/>
                <a:gd name="connsiteX2377" fmla="*/ 2986871 w 4719650"/>
                <a:gd name="connsiteY2377" fmla="*/ 193442 h 1454091"/>
                <a:gd name="connsiteX2378" fmla="*/ 2988511 w 4719650"/>
                <a:gd name="connsiteY2378" fmla="*/ 190163 h 1454091"/>
                <a:gd name="connsiteX2379" fmla="*/ 2991789 w 4719650"/>
                <a:gd name="connsiteY2379" fmla="*/ 191802 h 1454091"/>
                <a:gd name="connsiteX2380" fmla="*/ 2991789 w 4719650"/>
                <a:gd name="connsiteY2380" fmla="*/ 191802 h 1454091"/>
                <a:gd name="connsiteX2381" fmla="*/ 2996708 w 4719650"/>
                <a:gd name="connsiteY2381" fmla="*/ 190163 h 1454091"/>
                <a:gd name="connsiteX2382" fmla="*/ 2991789 w 4719650"/>
                <a:gd name="connsiteY2382" fmla="*/ 188524 h 1454091"/>
                <a:gd name="connsiteX2383" fmla="*/ 2988511 w 4719650"/>
                <a:gd name="connsiteY2383" fmla="*/ 188524 h 1454091"/>
                <a:gd name="connsiteX2384" fmla="*/ 2986871 w 4719650"/>
                <a:gd name="connsiteY2384" fmla="*/ 188524 h 1454091"/>
                <a:gd name="connsiteX2385" fmla="*/ 2981954 w 4719650"/>
                <a:gd name="connsiteY2385" fmla="*/ 188524 h 1454091"/>
                <a:gd name="connsiteX2386" fmla="*/ 2978675 w 4719650"/>
                <a:gd name="connsiteY2386" fmla="*/ 191802 h 1454091"/>
                <a:gd name="connsiteX2387" fmla="*/ 2975396 w 4719650"/>
                <a:gd name="connsiteY2387" fmla="*/ 191802 h 1454091"/>
                <a:gd name="connsiteX2388" fmla="*/ 2970478 w 4719650"/>
                <a:gd name="connsiteY2388" fmla="*/ 190163 h 1454091"/>
                <a:gd name="connsiteX2389" fmla="*/ 2975396 w 4719650"/>
                <a:gd name="connsiteY2389" fmla="*/ 191802 h 1454091"/>
                <a:gd name="connsiteX2390" fmla="*/ 2970478 w 4719650"/>
                <a:gd name="connsiteY2390" fmla="*/ 191802 h 1454091"/>
                <a:gd name="connsiteX2391" fmla="*/ 2967199 w 4719650"/>
                <a:gd name="connsiteY2391" fmla="*/ 190163 h 1454091"/>
                <a:gd name="connsiteX2392" fmla="*/ 2962281 w 4719650"/>
                <a:gd name="connsiteY2392" fmla="*/ 186884 h 1454091"/>
                <a:gd name="connsiteX2393" fmla="*/ 2962281 w 4719650"/>
                <a:gd name="connsiteY2393" fmla="*/ 181966 h 1454091"/>
                <a:gd name="connsiteX2394" fmla="*/ 2963921 w 4719650"/>
                <a:gd name="connsiteY2394" fmla="*/ 178688 h 1454091"/>
                <a:gd name="connsiteX2395" fmla="*/ 2968839 w 4719650"/>
                <a:gd name="connsiteY2395" fmla="*/ 178688 h 1454091"/>
                <a:gd name="connsiteX2396" fmla="*/ 2972118 w 4719650"/>
                <a:gd name="connsiteY2396" fmla="*/ 178688 h 1454091"/>
                <a:gd name="connsiteX2397" fmla="*/ 2977036 w 4719650"/>
                <a:gd name="connsiteY2397" fmla="*/ 178688 h 1454091"/>
                <a:gd name="connsiteX2398" fmla="*/ 2978675 w 4719650"/>
                <a:gd name="connsiteY2398" fmla="*/ 180327 h 1454091"/>
                <a:gd name="connsiteX2399" fmla="*/ 2981954 w 4719650"/>
                <a:gd name="connsiteY2399" fmla="*/ 178688 h 1454091"/>
                <a:gd name="connsiteX2400" fmla="*/ 2986871 w 4719650"/>
                <a:gd name="connsiteY2400" fmla="*/ 178688 h 1454091"/>
                <a:gd name="connsiteX2401" fmla="*/ 2990150 w 4719650"/>
                <a:gd name="connsiteY2401" fmla="*/ 178688 h 1454091"/>
                <a:gd name="connsiteX2402" fmla="*/ 2995068 w 4719650"/>
                <a:gd name="connsiteY2402" fmla="*/ 178688 h 1454091"/>
                <a:gd name="connsiteX2403" fmla="*/ 2998347 w 4719650"/>
                <a:gd name="connsiteY2403" fmla="*/ 177048 h 1454091"/>
                <a:gd name="connsiteX2404" fmla="*/ 3001626 w 4719650"/>
                <a:gd name="connsiteY2404" fmla="*/ 175409 h 1454091"/>
                <a:gd name="connsiteX2405" fmla="*/ 2998347 w 4719650"/>
                <a:gd name="connsiteY2405" fmla="*/ 175409 h 1454091"/>
                <a:gd name="connsiteX2406" fmla="*/ 2995068 w 4719650"/>
                <a:gd name="connsiteY2406" fmla="*/ 172130 h 1454091"/>
                <a:gd name="connsiteX2407" fmla="*/ 2990150 w 4719650"/>
                <a:gd name="connsiteY2407" fmla="*/ 170491 h 1454091"/>
                <a:gd name="connsiteX2408" fmla="*/ 2986871 w 4719650"/>
                <a:gd name="connsiteY2408" fmla="*/ 170491 h 1454091"/>
                <a:gd name="connsiteX2409" fmla="*/ 2983592 w 4719650"/>
                <a:gd name="connsiteY2409" fmla="*/ 168852 h 1454091"/>
                <a:gd name="connsiteX2410" fmla="*/ 2978675 w 4719650"/>
                <a:gd name="connsiteY2410" fmla="*/ 167212 h 1454091"/>
                <a:gd name="connsiteX2411" fmla="*/ 2975396 w 4719650"/>
                <a:gd name="connsiteY2411" fmla="*/ 165573 h 1454091"/>
                <a:gd name="connsiteX2412" fmla="*/ 2978675 w 4719650"/>
                <a:gd name="connsiteY2412" fmla="*/ 165573 h 1454091"/>
                <a:gd name="connsiteX2413" fmla="*/ 2983592 w 4719650"/>
                <a:gd name="connsiteY2413" fmla="*/ 165573 h 1454091"/>
                <a:gd name="connsiteX2414" fmla="*/ 2986871 w 4719650"/>
                <a:gd name="connsiteY2414" fmla="*/ 165573 h 1454091"/>
                <a:gd name="connsiteX2415" fmla="*/ 2990150 w 4719650"/>
                <a:gd name="connsiteY2415" fmla="*/ 165573 h 1454091"/>
                <a:gd name="connsiteX2416" fmla="*/ 2995068 w 4719650"/>
                <a:gd name="connsiteY2416" fmla="*/ 165573 h 1454091"/>
                <a:gd name="connsiteX2417" fmla="*/ 2998347 w 4719650"/>
                <a:gd name="connsiteY2417" fmla="*/ 167212 h 1454091"/>
                <a:gd name="connsiteX2418" fmla="*/ 3003265 w 4719650"/>
                <a:gd name="connsiteY2418" fmla="*/ 168852 h 1454091"/>
                <a:gd name="connsiteX2419" fmla="*/ 3006544 w 4719650"/>
                <a:gd name="connsiteY2419" fmla="*/ 168852 h 1454091"/>
                <a:gd name="connsiteX2420" fmla="*/ 3009822 w 4719650"/>
                <a:gd name="connsiteY2420" fmla="*/ 170491 h 1454091"/>
                <a:gd name="connsiteX2421" fmla="*/ 3014740 w 4719650"/>
                <a:gd name="connsiteY2421" fmla="*/ 170491 h 1454091"/>
                <a:gd name="connsiteX2422" fmla="*/ 3019658 w 4719650"/>
                <a:gd name="connsiteY2422" fmla="*/ 170491 h 1454091"/>
                <a:gd name="connsiteX2423" fmla="*/ 3022937 w 4719650"/>
                <a:gd name="connsiteY2423" fmla="*/ 170491 h 1454091"/>
                <a:gd name="connsiteX2424" fmla="*/ 3026216 w 4719650"/>
                <a:gd name="connsiteY2424" fmla="*/ 172130 h 1454091"/>
                <a:gd name="connsiteX2425" fmla="*/ 3031134 w 4719650"/>
                <a:gd name="connsiteY2425" fmla="*/ 172130 h 1454091"/>
                <a:gd name="connsiteX2426" fmla="*/ 3034413 w 4719650"/>
                <a:gd name="connsiteY2426" fmla="*/ 172130 h 1454091"/>
                <a:gd name="connsiteX2427" fmla="*/ 3039330 w 4719650"/>
                <a:gd name="connsiteY2427" fmla="*/ 172130 h 1454091"/>
                <a:gd name="connsiteX2428" fmla="*/ 3042609 w 4719650"/>
                <a:gd name="connsiteY2428" fmla="*/ 172130 h 1454091"/>
                <a:gd name="connsiteX2429" fmla="*/ 3045888 w 4719650"/>
                <a:gd name="connsiteY2429" fmla="*/ 172130 h 1454091"/>
                <a:gd name="connsiteX2430" fmla="*/ 3050806 w 4719650"/>
                <a:gd name="connsiteY2430" fmla="*/ 172130 h 1454091"/>
                <a:gd name="connsiteX2431" fmla="*/ 3054085 w 4719650"/>
                <a:gd name="connsiteY2431" fmla="*/ 172130 h 1454091"/>
                <a:gd name="connsiteX2432" fmla="*/ 3057363 w 4719650"/>
                <a:gd name="connsiteY2432" fmla="*/ 172130 h 1454091"/>
                <a:gd name="connsiteX2433" fmla="*/ 3062281 w 4719650"/>
                <a:gd name="connsiteY2433" fmla="*/ 172130 h 1454091"/>
                <a:gd name="connsiteX2434" fmla="*/ 3065559 w 4719650"/>
                <a:gd name="connsiteY2434" fmla="*/ 172130 h 1454091"/>
                <a:gd name="connsiteX2435" fmla="*/ 3070478 w 4719650"/>
                <a:gd name="connsiteY2435" fmla="*/ 173770 h 1454091"/>
                <a:gd name="connsiteX2436" fmla="*/ 3073756 w 4719650"/>
                <a:gd name="connsiteY2436" fmla="*/ 173770 h 1454091"/>
                <a:gd name="connsiteX2437" fmla="*/ 3078675 w 4719650"/>
                <a:gd name="connsiteY2437" fmla="*/ 173770 h 1454091"/>
                <a:gd name="connsiteX2438" fmla="*/ 3081953 w 4719650"/>
                <a:gd name="connsiteY2438" fmla="*/ 173770 h 1454091"/>
                <a:gd name="connsiteX2439" fmla="*/ 3086871 w 4719650"/>
                <a:gd name="connsiteY2439" fmla="*/ 173770 h 1454091"/>
                <a:gd name="connsiteX2440" fmla="*/ 3090149 w 4719650"/>
                <a:gd name="connsiteY2440" fmla="*/ 173770 h 1454091"/>
                <a:gd name="connsiteX2441" fmla="*/ 3093428 w 4719650"/>
                <a:gd name="connsiteY2441" fmla="*/ 175409 h 1454091"/>
                <a:gd name="connsiteX2442" fmla="*/ 3098346 w 4719650"/>
                <a:gd name="connsiteY2442" fmla="*/ 175409 h 1454091"/>
                <a:gd name="connsiteX2443" fmla="*/ 3101625 w 4719650"/>
                <a:gd name="connsiteY2443" fmla="*/ 175409 h 1454091"/>
                <a:gd name="connsiteX2444" fmla="*/ 3106543 w 4719650"/>
                <a:gd name="connsiteY2444" fmla="*/ 175409 h 1454091"/>
                <a:gd name="connsiteX2445" fmla="*/ 3108183 w 4719650"/>
                <a:gd name="connsiteY2445" fmla="*/ 175409 h 1454091"/>
                <a:gd name="connsiteX2446" fmla="*/ 3111462 w 4719650"/>
                <a:gd name="connsiteY2446" fmla="*/ 177048 h 1454091"/>
                <a:gd name="connsiteX2447" fmla="*/ 3114739 w 4719650"/>
                <a:gd name="connsiteY2447" fmla="*/ 177048 h 1454091"/>
                <a:gd name="connsiteX2448" fmla="*/ 3118018 w 4719650"/>
                <a:gd name="connsiteY2448" fmla="*/ 177048 h 1454091"/>
                <a:gd name="connsiteX2449" fmla="*/ 3122936 w 4719650"/>
                <a:gd name="connsiteY2449" fmla="*/ 177048 h 1454091"/>
                <a:gd name="connsiteX2450" fmla="*/ 3126215 w 4719650"/>
                <a:gd name="connsiteY2450" fmla="*/ 178688 h 1454091"/>
                <a:gd name="connsiteX2451" fmla="*/ 3131133 w 4719650"/>
                <a:gd name="connsiteY2451" fmla="*/ 178688 h 1454091"/>
                <a:gd name="connsiteX2452" fmla="*/ 3134412 w 4719650"/>
                <a:gd name="connsiteY2452" fmla="*/ 178688 h 1454091"/>
                <a:gd name="connsiteX2453" fmla="*/ 3139329 w 4719650"/>
                <a:gd name="connsiteY2453" fmla="*/ 180327 h 1454091"/>
                <a:gd name="connsiteX2454" fmla="*/ 3142608 w 4719650"/>
                <a:gd name="connsiteY2454" fmla="*/ 180327 h 1454091"/>
                <a:gd name="connsiteX2455" fmla="*/ 3147526 w 4719650"/>
                <a:gd name="connsiteY2455" fmla="*/ 180327 h 1454091"/>
                <a:gd name="connsiteX2456" fmla="*/ 3150805 w 4719650"/>
                <a:gd name="connsiteY2456" fmla="*/ 181966 h 1454091"/>
                <a:gd name="connsiteX2457" fmla="*/ 3154084 w 4719650"/>
                <a:gd name="connsiteY2457" fmla="*/ 181966 h 1454091"/>
                <a:gd name="connsiteX2458" fmla="*/ 3159002 w 4719650"/>
                <a:gd name="connsiteY2458" fmla="*/ 183606 h 1454091"/>
                <a:gd name="connsiteX2459" fmla="*/ 3162281 w 4719650"/>
                <a:gd name="connsiteY2459" fmla="*/ 183606 h 1454091"/>
                <a:gd name="connsiteX2460" fmla="*/ 3167198 w 4719650"/>
                <a:gd name="connsiteY2460" fmla="*/ 185245 h 1454091"/>
                <a:gd name="connsiteX2461" fmla="*/ 3163920 w 4719650"/>
                <a:gd name="connsiteY2461" fmla="*/ 185245 h 1454091"/>
                <a:gd name="connsiteX2462" fmla="*/ 3159002 w 4719650"/>
                <a:gd name="connsiteY2462" fmla="*/ 185245 h 1454091"/>
                <a:gd name="connsiteX2463" fmla="*/ 3155723 w 4719650"/>
                <a:gd name="connsiteY2463" fmla="*/ 185245 h 1454091"/>
                <a:gd name="connsiteX2464" fmla="*/ 3152445 w 4719650"/>
                <a:gd name="connsiteY2464" fmla="*/ 185245 h 1454091"/>
                <a:gd name="connsiteX2465" fmla="*/ 3147526 w 4719650"/>
                <a:gd name="connsiteY2465" fmla="*/ 183606 h 1454091"/>
                <a:gd name="connsiteX2466" fmla="*/ 3144248 w 4719650"/>
                <a:gd name="connsiteY2466" fmla="*/ 185245 h 1454091"/>
                <a:gd name="connsiteX2467" fmla="*/ 3139329 w 4719650"/>
                <a:gd name="connsiteY2467" fmla="*/ 183606 h 1454091"/>
                <a:gd name="connsiteX2468" fmla="*/ 3136052 w 4719650"/>
                <a:gd name="connsiteY2468" fmla="*/ 183606 h 1454091"/>
                <a:gd name="connsiteX2469" fmla="*/ 3132773 w 4719650"/>
                <a:gd name="connsiteY2469" fmla="*/ 183606 h 1454091"/>
                <a:gd name="connsiteX2470" fmla="*/ 3127855 w 4719650"/>
                <a:gd name="connsiteY2470" fmla="*/ 185245 h 1454091"/>
                <a:gd name="connsiteX2471" fmla="*/ 3124576 w 4719650"/>
                <a:gd name="connsiteY2471" fmla="*/ 183606 h 1454091"/>
                <a:gd name="connsiteX2472" fmla="*/ 3119658 w 4719650"/>
                <a:gd name="connsiteY2472" fmla="*/ 181966 h 1454091"/>
                <a:gd name="connsiteX2473" fmla="*/ 3116379 w 4719650"/>
                <a:gd name="connsiteY2473" fmla="*/ 181966 h 1454091"/>
                <a:gd name="connsiteX2474" fmla="*/ 3111462 w 4719650"/>
                <a:gd name="connsiteY2474" fmla="*/ 181966 h 1454091"/>
                <a:gd name="connsiteX2475" fmla="*/ 3108183 w 4719650"/>
                <a:gd name="connsiteY2475" fmla="*/ 181966 h 1454091"/>
                <a:gd name="connsiteX2476" fmla="*/ 3109822 w 4719650"/>
                <a:gd name="connsiteY2476" fmla="*/ 185245 h 1454091"/>
                <a:gd name="connsiteX2477" fmla="*/ 3108183 w 4719650"/>
                <a:gd name="connsiteY2477" fmla="*/ 188524 h 1454091"/>
                <a:gd name="connsiteX2478" fmla="*/ 3103265 w 4719650"/>
                <a:gd name="connsiteY2478" fmla="*/ 186884 h 1454091"/>
                <a:gd name="connsiteX2479" fmla="*/ 3099986 w 4719650"/>
                <a:gd name="connsiteY2479" fmla="*/ 186884 h 1454091"/>
                <a:gd name="connsiteX2480" fmla="*/ 3099986 w 4719650"/>
                <a:gd name="connsiteY2480" fmla="*/ 188524 h 1454091"/>
                <a:gd name="connsiteX2481" fmla="*/ 3101625 w 4719650"/>
                <a:gd name="connsiteY2481" fmla="*/ 188524 h 1454091"/>
                <a:gd name="connsiteX2482" fmla="*/ 3104904 w 4719650"/>
                <a:gd name="connsiteY2482" fmla="*/ 190163 h 1454091"/>
                <a:gd name="connsiteX2483" fmla="*/ 3108183 w 4719650"/>
                <a:gd name="connsiteY2483" fmla="*/ 190163 h 1454091"/>
                <a:gd name="connsiteX2484" fmla="*/ 3113100 w 4719650"/>
                <a:gd name="connsiteY2484" fmla="*/ 190163 h 1454091"/>
                <a:gd name="connsiteX2485" fmla="*/ 3116379 w 4719650"/>
                <a:gd name="connsiteY2485" fmla="*/ 188524 h 1454091"/>
                <a:gd name="connsiteX2486" fmla="*/ 3121297 w 4719650"/>
                <a:gd name="connsiteY2486" fmla="*/ 188524 h 1454091"/>
                <a:gd name="connsiteX2487" fmla="*/ 3124576 w 4719650"/>
                <a:gd name="connsiteY2487" fmla="*/ 186884 h 1454091"/>
                <a:gd name="connsiteX2488" fmla="*/ 3127855 w 4719650"/>
                <a:gd name="connsiteY2488" fmla="*/ 186884 h 1454091"/>
                <a:gd name="connsiteX2489" fmla="*/ 3132773 w 4719650"/>
                <a:gd name="connsiteY2489" fmla="*/ 186884 h 1454091"/>
                <a:gd name="connsiteX2490" fmla="*/ 3136052 w 4719650"/>
                <a:gd name="connsiteY2490" fmla="*/ 186884 h 1454091"/>
                <a:gd name="connsiteX2491" fmla="*/ 3140969 w 4719650"/>
                <a:gd name="connsiteY2491" fmla="*/ 186884 h 1454091"/>
                <a:gd name="connsiteX2492" fmla="*/ 3144248 w 4719650"/>
                <a:gd name="connsiteY2492" fmla="*/ 186884 h 1454091"/>
                <a:gd name="connsiteX2493" fmla="*/ 3147526 w 4719650"/>
                <a:gd name="connsiteY2493" fmla="*/ 186884 h 1454091"/>
                <a:gd name="connsiteX2494" fmla="*/ 3152445 w 4719650"/>
                <a:gd name="connsiteY2494" fmla="*/ 186884 h 1454091"/>
                <a:gd name="connsiteX2495" fmla="*/ 3155723 w 4719650"/>
                <a:gd name="connsiteY2495" fmla="*/ 185245 h 1454091"/>
                <a:gd name="connsiteX2496" fmla="*/ 3159002 w 4719650"/>
                <a:gd name="connsiteY2496" fmla="*/ 185245 h 1454091"/>
                <a:gd name="connsiteX2497" fmla="*/ 3163920 w 4719650"/>
                <a:gd name="connsiteY2497" fmla="*/ 186884 h 1454091"/>
                <a:gd name="connsiteX2498" fmla="*/ 3167198 w 4719650"/>
                <a:gd name="connsiteY2498" fmla="*/ 186884 h 1454091"/>
                <a:gd name="connsiteX2499" fmla="*/ 3170477 w 4719650"/>
                <a:gd name="connsiteY2499" fmla="*/ 190163 h 1454091"/>
                <a:gd name="connsiteX2500" fmla="*/ 3170477 w 4719650"/>
                <a:gd name="connsiteY2500" fmla="*/ 193442 h 1454091"/>
                <a:gd name="connsiteX2501" fmla="*/ 3170477 w 4719650"/>
                <a:gd name="connsiteY2501" fmla="*/ 196720 h 1454091"/>
                <a:gd name="connsiteX2502" fmla="*/ 3168838 w 4719650"/>
                <a:gd name="connsiteY2502" fmla="*/ 198360 h 1454091"/>
                <a:gd name="connsiteX2503" fmla="*/ 3167198 w 4719650"/>
                <a:gd name="connsiteY2503" fmla="*/ 201638 h 1454091"/>
                <a:gd name="connsiteX2504" fmla="*/ 3163920 w 4719650"/>
                <a:gd name="connsiteY2504" fmla="*/ 199999 h 1454091"/>
                <a:gd name="connsiteX2505" fmla="*/ 3162281 w 4719650"/>
                <a:gd name="connsiteY2505" fmla="*/ 195081 h 1454091"/>
                <a:gd name="connsiteX2506" fmla="*/ 3162281 w 4719650"/>
                <a:gd name="connsiteY2506" fmla="*/ 191802 h 1454091"/>
                <a:gd name="connsiteX2507" fmla="*/ 3157363 w 4719650"/>
                <a:gd name="connsiteY2507" fmla="*/ 190163 h 1454091"/>
                <a:gd name="connsiteX2508" fmla="*/ 3157363 w 4719650"/>
                <a:gd name="connsiteY2508" fmla="*/ 195081 h 1454091"/>
                <a:gd name="connsiteX2509" fmla="*/ 3152445 w 4719650"/>
                <a:gd name="connsiteY2509" fmla="*/ 191802 h 1454091"/>
                <a:gd name="connsiteX2510" fmla="*/ 3149166 w 4719650"/>
                <a:gd name="connsiteY2510" fmla="*/ 191802 h 1454091"/>
                <a:gd name="connsiteX2511" fmla="*/ 3145887 w 4719650"/>
                <a:gd name="connsiteY2511" fmla="*/ 188524 h 1454091"/>
                <a:gd name="connsiteX2512" fmla="*/ 3140969 w 4719650"/>
                <a:gd name="connsiteY2512" fmla="*/ 188524 h 1454091"/>
                <a:gd name="connsiteX2513" fmla="*/ 3145887 w 4719650"/>
                <a:gd name="connsiteY2513" fmla="*/ 190163 h 1454091"/>
                <a:gd name="connsiteX2514" fmla="*/ 3147526 w 4719650"/>
                <a:gd name="connsiteY2514" fmla="*/ 193442 h 1454091"/>
                <a:gd name="connsiteX2515" fmla="*/ 3150805 w 4719650"/>
                <a:gd name="connsiteY2515" fmla="*/ 196720 h 1454091"/>
                <a:gd name="connsiteX2516" fmla="*/ 3155723 w 4719650"/>
                <a:gd name="connsiteY2516" fmla="*/ 196720 h 1454091"/>
                <a:gd name="connsiteX2517" fmla="*/ 3159002 w 4719650"/>
                <a:gd name="connsiteY2517" fmla="*/ 199999 h 1454091"/>
                <a:gd name="connsiteX2518" fmla="*/ 3154084 w 4719650"/>
                <a:gd name="connsiteY2518" fmla="*/ 199999 h 1454091"/>
                <a:gd name="connsiteX2519" fmla="*/ 3150805 w 4719650"/>
                <a:gd name="connsiteY2519" fmla="*/ 201638 h 1454091"/>
                <a:gd name="connsiteX2520" fmla="*/ 3147526 w 4719650"/>
                <a:gd name="connsiteY2520" fmla="*/ 199999 h 1454091"/>
                <a:gd name="connsiteX2521" fmla="*/ 3142608 w 4719650"/>
                <a:gd name="connsiteY2521" fmla="*/ 199999 h 1454091"/>
                <a:gd name="connsiteX2522" fmla="*/ 3139329 w 4719650"/>
                <a:gd name="connsiteY2522" fmla="*/ 198360 h 1454091"/>
                <a:gd name="connsiteX2523" fmla="*/ 3134412 w 4719650"/>
                <a:gd name="connsiteY2523" fmla="*/ 198360 h 1454091"/>
                <a:gd name="connsiteX2524" fmla="*/ 3137691 w 4719650"/>
                <a:gd name="connsiteY2524" fmla="*/ 199999 h 1454091"/>
                <a:gd name="connsiteX2525" fmla="*/ 3142608 w 4719650"/>
                <a:gd name="connsiteY2525" fmla="*/ 201638 h 1454091"/>
                <a:gd name="connsiteX2526" fmla="*/ 3145887 w 4719650"/>
                <a:gd name="connsiteY2526" fmla="*/ 204917 h 1454091"/>
                <a:gd name="connsiteX2527" fmla="*/ 3142608 w 4719650"/>
                <a:gd name="connsiteY2527" fmla="*/ 204917 h 1454091"/>
                <a:gd name="connsiteX2528" fmla="*/ 3145887 w 4719650"/>
                <a:gd name="connsiteY2528" fmla="*/ 206556 h 1454091"/>
                <a:gd name="connsiteX2529" fmla="*/ 3149166 w 4719650"/>
                <a:gd name="connsiteY2529" fmla="*/ 208196 h 1454091"/>
                <a:gd name="connsiteX2530" fmla="*/ 3154084 w 4719650"/>
                <a:gd name="connsiteY2530" fmla="*/ 208196 h 1454091"/>
                <a:gd name="connsiteX2531" fmla="*/ 3157363 w 4719650"/>
                <a:gd name="connsiteY2531" fmla="*/ 208196 h 1454091"/>
                <a:gd name="connsiteX2532" fmla="*/ 3160642 w 4719650"/>
                <a:gd name="connsiteY2532" fmla="*/ 206556 h 1454091"/>
                <a:gd name="connsiteX2533" fmla="*/ 3165559 w 4719650"/>
                <a:gd name="connsiteY2533" fmla="*/ 206556 h 1454091"/>
                <a:gd name="connsiteX2534" fmla="*/ 3168838 w 4719650"/>
                <a:gd name="connsiteY2534" fmla="*/ 204917 h 1454091"/>
                <a:gd name="connsiteX2535" fmla="*/ 3173756 w 4719650"/>
                <a:gd name="connsiteY2535" fmla="*/ 204917 h 1454091"/>
                <a:gd name="connsiteX2536" fmla="*/ 3175395 w 4719650"/>
                <a:gd name="connsiteY2536" fmla="*/ 199999 h 1454091"/>
                <a:gd name="connsiteX2537" fmla="*/ 3175395 w 4719650"/>
                <a:gd name="connsiteY2537" fmla="*/ 196720 h 1454091"/>
                <a:gd name="connsiteX2538" fmla="*/ 3175395 w 4719650"/>
                <a:gd name="connsiteY2538" fmla="*/ 193442 h 1454091"/>
                <a:gd name="connsiteX2539" fmla="*/ 3175395 w 4719650"/>
                <a:gd name="connsiteY2539" fmla="*/ 190163 h 1454091"/>
                <a:gd name="connsiteX2540" fmla="*/ 3177035 w 4719650"/>
                <a:gd name="connsiteY2540" fmla="*/ 186884 h 1454091"/>
                <a:gd name="connsiteX2541" fmla="*/ 3180313 w 4719650"/>
                <a:gd name="connsiteY2541" fmla="*/ 185245 h 1454091"/>
                <a:gd name="connsiteX2542" fmla="*/ 3183592 w 4719650"/>
                <a:gd name="connsiteY2542" fmla="*/ 185245 h 1454091"/>
                <a:gd name="connsiteX2543" fmla="*/ 3188510 w 4719650"/>
                <a:gd name="connsiteY2543" fmla="*/ 185245 h 1454091"/>
                <a:gd name="connsiteX2544" fmla="*/ 3191788 w 4719650"/>
                <a:gd name="connsiteY2544" fmla="*/ 185245 h 1454091"/>
                <a:gd name="connsiteX2545" fmla="*/ 3195067 w 4719650"/>
                <a:gd name="connsiteY2545" fmla="*/ 185245 h 1454091"/>
                <a:gd name="connsiteX2546" fmla="*/ 3199985 w 4719650"/>
                <a:gd name="connsiteY2546" fmla="*/ 185245 h 1454091"/>
                <a:gd name="connsiteX2547" fmla="*/ 3203264 w 4719650"/>
                <a:gd name="connsiteY2547" fmla="*/ 185245 h 1454091"/>
                <a:gd name="connsiteX2548" fmla="*/ 3208182 w 4719650"/>
                <a:gd name="connsiteY2548" fmla="*/ 185245 h 1454091"/>
                <a:gd name="connsiteX2549" fmla="*/ 3211461 w 4719650"/>
                <a:gd name="connsiteY2549" fmla="*/ 185245 h 1454091"/>
                <a:gd name="connsiteX2550" fmla="*/ 3214740 w 4719650"/>
                <a:gd name="connsiteY2550" fmla="*/ 186884 h 1454091"/>
                <a:gd name="connsiteX2551" fmla="*/ 3219657 w 4719650"/>
                <a:gd name="connsiteY2551" fmla="*/ 186884 h 1454091"/>
                <a:gd name="connsiteX2552" fmla="*/ 3222936 w 4719650"/>
                <a:gd name="connsiteY2552" fmla="*/ 186884 h 1454091"/>
                <a:gd name="connsiteX2553" fmla="*/ 3227854 w 4719650"/>
                <a:gd name="connsiteY2553" fmla="*/ 188524 h 1454091"/>
                <a:gd name="connsiteX2554" fmla="*/ 3231133 w 4719650"/>
                <a:gd name="connsiteY2554" fmla="*/ 188524 h 1454091"/>
                <a:gd name="connsiteX2555" fmla="*/ 3234412 w 4719650"/>
                <a:gd name="connsiteY2555" fmla="*/ 188524 h 1454091"/>
                <a:gd name="connsiteX2556" fmla="*/ 3237690 w 4719650"/>
                <a:gd name="connsiteY2556" fmla="*/ 190163 h 1454091"/>
                <a:gd name="connsiteX2557" fmla="*/ 3242608 w 4719650"/>
                <a:gd name="connsiteY2557" fmla="*/ 190163 h 1454091"/>
                <a:gd name="connsiteX2558" fmla="*/ 3245886 w 4719650"/>
                <a:gd name="connsiteY2558" fmla="*/ 190163 h 1454091"/>
                <a:gd name="connsiteX2559" fmla="*/ 3250805 w 4719650"/>
                <a:gd name="connsiteY2559" fmla="*/ 191802 h 1454091"/>
                <a:gd name="connsiteX2560" fmla="*/ 3254083 w 4719650"/>
                <a:gd name="connsiteY2560" fmla="*/ 191802 h 1454091"/>
                <a:gd name="connsiteX2561" fmla="*/ 3259002 w 4719650"/>
                <a:gd name="connsiteY2561" fmla="*/ 193442 h 1454091"/>
                <a:gd name="connsiteX2562" fmla="*/ 3263920 w 4719650"/>
                <a:gd name="connsiteY2562" fmla="*/ 195081 h 1454091"/>
                <a:gd name="connsiteX2563" fmla="*/ 3267199 w 4719650"/>
                <a:gd name="connsiteY2563" fmla="*/ 196720 h 1454091"/>
                <a:gd name="connsiteX2564" fmla="*/ 3270476 w 4719650"/>
                <a:gd name="connsiteY2564" fmla="*/ 198360 h 1454091"/>
                <a:gd name="connsiteX2565" fmla="*/ 3275395 w 4719650"/>
                <a:gd name="connsiteY2565" fmla="*/ 199999 h 1454091"/>
                <a:gd name="connsiteX2566" fmla="*/ 3275395 w 4719650"/>
                <a:gd name="connsiteY2566" fmla="*/ 203278 h 1454091"/>
                <a:gd name="connsiteX2567" fmla="*/ 3272116 w 4719650"/>
                <a:gd name="connsiteY2567" fmla="*/ 204917 h 1454091"/>
                <a:gd name="connsiteX2568" fmla="*/ 3267199 w 4719650"/>
                <a:gd name="connsiteY2568" fmla="*/ 203278 h 1454091"/>
                <a:gd name="connsiteX2569" fmla="*/ 3263920 w 4719650"/>
                <a:gd name="connsiteY2569" fmla="*/ 203278 h 1454091"/>
                <a:gd name="connsiteX2570" fmla="*/ 3260641 w 4719650"/>
                <a:gd name="connsiteY2570" fmla="*/ 201638 h 1454091"/>
                <a:gd name="connsiteX2571" fmla="*/ 3257362 w 4719650"/>
                <a:gd name="connsiteY2571" fmla="*/ 201638 h 1454091"/>
                <a:gd name="connsiteX2572" fmla="*/ 3257362 w 4719650"/>
                <a:gd name="connsiteY2572" fmla="*/ 204917 h 1454091"/>
                <a:gd name="connsiteX2573" fmla="*/ 3254083 w 4719650"/>
                <a:gd name="connsiteY2573" fmla="*/ 204917 h 1454091"/>
                <a:gd name="connsiteX2574" fmla="*/ 3250805 w 4719650"/>
                <a:gd name="connsiteY2574" fmla="*/ 204917 h 1454091"/>
                <a:gd name="connsiteX2575" fmla="*/ 3254083 w 4719650"/>
                <a:gd name="connsiteY2575" fmla="*/ 208196 h 1454091"/>
                <a:gd name="connsiteX2576" fmla="*/ 3257362 w 4719650"/>
                <a:gd name="connsiteY2576" fmla="*/ 208196 h 1454091"/>
                <a:gd name="connsiteX2577" fmla="*/ 3260641 w 4719650"/>
                <a:gd name="connsiteY2577" fmla="*/ 208196 h 1454091"/>
                <a:gd name="connsiteX2578" fmla="*/ 3265559 w 4719650"/>
                <a:gd name="connsiteY2578" fmla="*/ 208196 h 1454091"/>
                <a:gd name="connsiteX2579" fmla="*/ 3268837 w 4719650"/>
                <a:gd name="connsiteY2579" fmla="*/ 208196 h 1454091"/>
                <a:gd name="connsiteX2580" fmla="*/ 3273755 w 4719650"/>
                <a:gd name="connsiteY2580" fmla="*/ 209835 h 1454091"/>
                <a:gd name="connsiteX2581" fmla="*/ 3277034 w 4719650"/>
                <a:gd name="connsiteY2581" fmla="*/ 209835 h 1454091"/>
                <a:gd name="connsiteX2582" fmla="*/ 3280313 w 4719650"/>
                <a:gd name="connsiteY2582" fmla="*/ 209835 h 1454091"/>
                <a:gd name="connsiteX2583" fmla="*/ 3285231 w 4719650"/>
                <a:gd name="connsiteY2583" fmla="*/ 208196 h 1454091"/>
                <a:gd name="connsiteX2584" fmla="*/ 3288510 w 4719650"/>
                <a:gd name="connsiteY2584" fmla="*/ 213114 h 1454091"/>
                <a:gd name="connsiteX2585" fmla="*/ 3291789 w 4719650"/>
                <a:gd name="connsiteY2585" fmla="*/ 216392 h 1454091"/>
                <a:gd name="connsiteX2586" fmla="*/ 3295066 w 4719650"/>
                <a:gd name="connsiteY2586" fmla="*/ 214753 h 1454091"/>
                <a:gd name="connsiteX2587" fmla="*/ 3298345 w 4719650"/>
                <a:gd name="connsiteY2587" fmla="*/ 214753 h 1454091"/>
                <a:gd name="connsiteX2588" fmla="*/ 3301624 w 4719650"/>
                <a:gd name="connsiteY2588" fmla="*/ 214753 h 1454091"/>
                <a:gd name="connsiteX2589" fmla="*/ 3306542 w 4719650"/>
                <a:gd name="connsiteY2589" fmla="*/ 214753 h 1454091"/>
                <a:gd name="connsiteX2590" fmla="*/ 3309821 w 4719650"/>
                <a:gd name="connsiteY2590" fmla="*/ 214753 h 1454091"/>
                <a:gd name="connsiteX2591" fmla="*/ 3314739 w 4719650"/>
                <a:gd name="connsiteY2591" fmla="*/ 216392 h 1454091"/>
                <a:gd name="connsiteX2592" fmla="*/ 3314739 w 4719650"/>
                <a:gd name="connsiteY2592" fmla="*/ 221310 h 1454091"/>
                <a:gd name="connsiteX2593" fmla="*/ 3311460 w 4719650"/>
                <a:gd name="connsiteY2593" fmla="*/ 222950 h 1454091"/>
                <a:gd name="connsiteX2594" fmla="*/ 3308182 w 4719650"/>
                <a:gd name="connsiteY2594" fmla="*/ 224589 h 1454091"/>
                <a:gd name="connsiteX2595" fmla="*/ 3308182 w 4719650"/>
                <a:gd name="connsiteY2595" fmla="*/ 224589 h 1454091"/>
                <a:gd name="connsiteX2596" fmla="*/ 3308182 w 4719650"/>
                <a:gd name="connsiteY2596" fmla="*/ 224589 h 1454091"/>
                <a:gd name="connsiteX2597" fmla="*/ 3311460 w 4719650"/>
                <a:gd name="connsiteY2597" fmla="*/ 222950 h 1454091"/>
                <a:gd name="connsiteX2598" fmla="*/ 3314739 w 4719650"/>
                <a:gd name="connsiteY2598" fmla="*/ 221310 h 1454091"/>
                <a:gd name="connsiteX2599" fmla="*/ 3319657 w 4719650"/>
                <a:gd name="connsiteY2599" fmla="*/ 221310 h 1454091"/>
                <a:gd name="connsiteX2600" fmla="*/ 3322935 w 4719650"/>
                <a:gd name="connsiteY2600" fmla="*/ 219671 h 1454091"/>
                <a:gd name="connsiteX2601" fmla="*/ 3327853 w 4719650"/>
                <a:gd name="connsiteY2601" fmla="*/ 218032 h 1454091"/>
                <a:gd name="connsiteX2602" fmla="*/ 3331132 w 4719650"/>
                <a:gd name="connsiteY2602" fmla="*/ 219671 h 1454091"/>
                <a:gd name="connsiteX2603" fmla="*/ 3336050 w 4719650"/>
                <a:gd name="connsiteY2603" fmla="*/ 219671 h 1454091"/>
                <a:gd name="connsiteX2604" fmla="*/ 3339329 w 4719650"/>
                <a:gd name="connsiteY2604" fmla="*/ 221310 h 1454091"/>
                <a:gd name="connsiteX2605" fmla="*/ 3344247 w 4719650"/>
                <a:gd name="connsiteY2605" fmla="*/ 221310 h 1454091"/>
                <a:gd name="connsiteX2606" fmla="*/ 3347525 w 4719650"/>
                <a:gd name="connsiteY2606" fmla="*/ 221310 h 1454091"/>
                <a:gd name="connsiteX2607" fmla="*/ 3352443 w 4719650"/>
                <a:gd name="connsiteY2607" fmla="*/ 224589 h 1454091"/>
                <a:gd name="connsiteX2608" fmla="*/ 3355722 w 4719650"/>
                <a:gd name="connsiteY2608" fmla="*/ 226228 h 1454091"/>
                <a:gd name="connsiteX2609" fmla="*/ 3359001 w 4719650"/>
                <a:gd name="connsiteY2609" fmla="*/ 226228 h 1454091"/>
                <a:gd name="connsiteX2610" fmla="*/ 3363919 w 4719650"/>
                <a:gd name="connsiteY2610" fmla="*/ 227868 h 1454091"/>
                <a:gd name="connsiteX2611" fmla="*/ 3367198 w 4719650"/>
                <a:gd name="connsiteY2611" fmla="*/ 229507 h 1454091"/>
                <a:gd name="connsiteX2612" fmla="*/ 3372115 w 4719650"/>
                <a:gd name="connsiteY2612" fmla="*/ 231146 h 1454091"/>
                <a:gd name="connsiteX2613" fmla="*/ 3375394 w 4719650"/>
                <a:gd name="connsiteY2613" fmla="*/ 232786 h 1454091"/>
                <a:gd name="connsiteX2614" fmla="*/ 3372115 w 4719650"/>
                <a:gd name="connsiteY2614" fmla="*/ 234425 h 1454091"/>
                <a:gd name="connsiteX2615" fmla="*/ 3367198 w 4719650"/>
                <a:gd name="connsiteY2615" fmla="*/ 234425 h 1454091"/>
                <a:gd name="connsiteX2616" fmla="*/ 3363919 w 4719650"/>
                <a:gd name="connsiteY2616" fmla="*/ 232786 h 1454091"/>
                <a:gd name="connsiteX2617" fmla="*/ 3365559 w 4719650"/>
                <a:gd name="connsiteY2617" fmla="*/ 234425 h 1454091"/>
                <a:gd name="connsiteX2618" fmla="*/ 3370477 w 4719650"/>
                <a:gd name="connsiteY2618" fmla="*/ 234425 h 1454091"/>
                <a:gd name="connsiteX2619" fmla="*/ 3373755 w 4719650"/>
                <a:gd name="connsiteY2619" fmla="*/ 234425 h 1454091"/>
                <a:gd name="connsiteX2620" fmla="*/ 3377033 w 4719650"/>
                <a:gd name="connsiteY2620" fmla="*/ 236065 h 1454091"/>
                <a:gd name="connsiteX2621" fmla="*/ 3381952 w 4719650"/>
                <a:gd name="connsiteY2621" fmla="*/ 236065 h 1454091"/>
                <a:gd name="connsiteX2622" fmla="*/ 3385230 w 4719650"/>
                <a:gd name="connsiteY2622" fmla="*/ 237704 h 1454091"/>
                <a:gd name="connsiteX2623" fmla="*/ 3390149 w 4719650"/>
                <a:gd name="connsiteY2623" fmla="*/ 237704 h 1454091"/>
                <a:gd name="connsiteX2624" fmla="*/ 3393427 w 4719650"/>
                <a:gd name="connsiteY2624" fmla="*/ 239343 h 1454091"/>
                <a:gd name="connsiteX2625" fmla="*/ 3398345 w 4719650"/>
                <a:gd name="connsiteY2625" fmla="*/ 239343 h 1454091"/>
                <a:gd name="connsiteX2626" fmla="*/ 3401623 w 4719650"/>
                <a:gd name="connsiteY2626" fmla="*/ 239343 h 1454091"/>
                <a:gd name="connsiteX2627" fmla="*/ 3404902 w 4719650"/>
                <a:gd name="connsiteY2627" fmla="*/ 239343 h 1454091"/>
                <a:gd name="connsiteX2628" fmla="*/ 3408181 w 4719650"/>
                <a:gd name="connsiteY2628" fmla="*/ 239343 h 1454091"/>
                <a:gd name="connsiteX2629" fmla="*/ 3413099 w 4719650"/>
                <a:gd name="connsiteY2629" fmla="*/ 237704 h 1454091"/>
                <a:gd name="connsiteX2630" fmla="*/ 3416378 w 4719650"/>
                <a:gd name="connsiteY2630" fmla="*/ 237704 h 1454091"/>
                <a:gd name="connsiteX2631" fmla="*/ 3421296 w 4719650"/>
                <a:gd name="connsiteY2631" fmla="*/ 237704 h 1454091"/>
                <a:gd name="connsiteX2632" fmla="*/ 3424574 w 4719650"/>
                <a:gd name="connsiteY2632" fmla="*/ 237704 h 1454091"/>
                <a:gd name="connsiteX2633" fmla="*/ 3424574 w 4719650"/>
                <a:gd name="connsiteY2633" fmla="*/ 237704 h 1454091"/>
                <a:gd name="connsiteX2634" fmla="*/ 3429492 w 4719650"/>
                <a:gd name="connsiteY2634" fmla="*/ 236065 h 1454091"/>
                <a:gd name="connsiteX2635" fmla="*/ 3432771 w 4719650"/>
                <a:gd name="connsiteY2635" fmla="*/ 236065 h 1454091"/>
                <a:gd name="connsiteX2636" fmla="*/ 3437689 w 4719650"/>
                <a:gd name="connsiteY2636" fmla="*/ 234425 h 1454091"/>
                <a:gd name="connsiteX2637" fmla="*/ 3440968 w 4719650"/>
                <a:gd name="connsiteY2637" fmla="*/ 234425 h 1454091"/>
                <a:gd name="connsiteX2638" fmla="*/ 3444247 w 4719650"/>
                <a:gd name="connsiteY2638" fmla="*/ 232786 h 1454091"/>
                <a:gd name="connsiteX2639" fmla="*/ 3447526 w 4719650"/>
                <a:gd name="connsiteY2639" fmla="*/ 232786 h 1454091"/>
                <a:gd name="connsiteX2640" fmla="*/ 3452443 w 4719650"/>
                <a:gd name="connsiteY2640" fmla="*/ 232786 h 1454091"/>
                <a:gd name="connsiteX2641" fmla="*/ 3455722 w 4719650"/>
                <a:gd name="connsiteY2641" fmla="*/ 231146 h 1454091"/>
                <a:gd name="connsiteX2642" fmla="*/ 3460640 w 4719650"/>
                <a:gd name="connsiteY2642" fmla="*/ 231146 h 1454091"/>
                <a:gd name="connsiteX2643" fmla="*/ 3463919 w 4719650"/>
                <a:gd name="connsiteY2643" fmla="*/ 231146 h 1454091"/>
                <a:gd name="connsiteX2644" fmla="*/ 3468837 w 4719650"/>
                <a:gd name="connsiteY2644" fmla="*/ 231146 h 1454091"/>
                <a:gd name="connsiteX2645" fmla="*/ 3472116 w 4719650"/>
                <a:gd name="connsiteY2645" fmla="*/ 229507 h 1454091"/>
                <a:gd name="connsiteX2646" fmla="*/ 3475394 w 4719650"/>
                <a:gd name="connsiteY2646" fmla="*/ 229507 h 1454091"/>
                <a:gd name="connsiteX2647" fmla="*/ 3480312 w 4719650"/>
                <a:gd name="connsiteY2647" fmla="*/ 229507 h 1454091"/>
                <a:gd name="connsiteX2648" fmla="*/ 3483590 w 4719650"/>
                <a:gd name="connsiteY2648" fmla="*/ 229507 h 1454091"/>
                <a:gd name="connsiteX2649" fmla="*/ 3486869 w 4719650"/>
                <a:gd name="connsiteY2649" fmla="*/ 229507 h 1454091"/>
                <a:gd name="connsiteX2650" fmla="*/ 3491787 w 4719650"/>
                <a:gd name="connsiteY2650" fmla="*/ 229507 h 1454091"/>
                <a:gd name="connsiteX2651" fmla="*/ 3495066 w 4719650"/>
                <a:gd name="connsiteY2651" fmla="*/ 229507 h 1454091"/>
                <a:gd name="connsiteX2652" fmla="*/ 3498345 w 4719650"/>
                <a:gd name="connsiteY2652" fmla="*/ 229507 h 1454091"/>
                <a:gd name="connsiteX2653" fmla="*/ 3501623 w 4719650"/>
                <a:gd name="connsiteY2653" fmla="*/ 229507 h 1454091"/>
                <a:gd name="connsiteX2654" fmla="*/ 3506541 w 4719650"/>
                <a:gd name="connsiteY2654" fmla="*/ 229507 h 1454091"/>
                <a:gd name="connsiteX2655" fmla="*/ 3509820 w 4719650"/>
                <a:gd name="connsiteY2655" fmla="*/ 229507 h 1454091"/>
                <a:gd name="connsiteX2656" fmla="*/ 3514738 w 4719650"/>
                <a:gd name="connsiteY2656" fmla="*/ 229507 h 1454091"/>
                <a:gd name="connsiteX2657" fmla="*/ 3518017 w 4719650"/>
                <a:gd name="connsiteY2657" fmla="*/ 231146 h 1454091"/>
                <a:gd name="connsiteX2658" fmla="*/ 3522935 w 4719650"/>
                <a:gd name="connsiteY2658" fmla="*/ 231146 h 1454091"/>
                <a:gd name="connsiteX2659" fmla="*/ 3526214 w 4719650"/>
                <a:gd name="connsiteY2659" fmla="*/ 231146 h 1454091"/>
                <a:gd name="connsiteX2660" fmla="*/ 3529492 w 4719650"/>
                <a:gd name="connsiteY2660" fmla="*/ 231146 h 1454091"/>
                <a:gd name="connsiteX2661" fmla="*/ 3534410 w 4719650"/>
                <a:gd name="connsiteY2661" fmla="*/ 231146 h 1454091"/>
                <a:gd name="connsiteX2662" fmla="*/ 3537689 w 4719650"/>
                <a:gd name="connsiteY2662" fmla="*/ 232786 h 1454091"/>
                <a:gd name="connsiteX2663" fmla="*/ 3540967 w 4719650"/>
                <a:gd name="connsiteY2663" fmla="*/ 232786 h 1454091"/>
                <a:gd name="connsiteX2664" fmla="*/ 3544246 w 4719650"/>
                <a:gd name="connsiteY2664" fmla="*/ 232786 h 1454091"/>
                <a:gd name="connsiteX2665" fmla="*/ 3549164 w 4719650"/>
                <a:gd name="connsiteY2665" fmla="*/ 232786 h 1454091"/>
                <a:gd name="connsiteX2666" fmla="*/ 3552443 w 4719650"/>
                <a:gd name="connsiteY2666" fmla="*/ 234425 h 1454091"/>
                <a:gd name="connsiteX2667" fmla="*/ 3555721 w 4719650"/>
                <a:gd name="connsiteY2667" fmla="*/ 234425 h 1454091"/>
                <a:gd name="connsiteX2668" fmla="*/ 3560639 w 4719650"/>
                <a:gd name="connsiteY2668" fmla="*/ 236065 h 1454091"/>
                <a:gd name="connsiteX2669" fmla="*/ 3563918 w 4719650"/>
                <a:gd name="connsiteY2669" fmla="*/ 236065 h 1454091"/>
                <a:gd name="connsiteX2670" fmla="*/ 3567197 w 4719650"/>
                <a:gd name="connsiteY2670" fmla="*/ 237704 h 1454091"/>
                <a:gd name="connsiteX2671" fmla="*/ 3572115 w 4719650"/>
                <a:gd name="connsiteY2671" fmla="*/ 237704 h 1454091"/>
                <a:gd name="connsiteX2672" fmla="*/ 3575394 w 4719650"/>
                <a:gd name="connsiteY2672" fmla="*/ 237704 h 1454091"/>
                <a:gd name="connsiteX2673" fmla="*/ 3578673 w 4719650"/>
                <a:gd name="connsiteY2673" fmla="*/ 239343 h 1454091"/>
                <a:gd name="connsiteX2674" fmla="*/ 3583590 w 4719650"/>
                <a:gd name="connsiteY2674" fmla="*/ 239343 h 1454091"/>
                <a:gd name="connsiteX2675" fmla="*/ 3586869 w 4719650"/>
                <a:gd name="connsiteY2675" fmla="*/ 240982 h 1454091"/>
                <a:gd name="connsiteX2676" fmla="*/ 3591787 w 4719650"/>
                <a:gd name="connsiteY2676" fmla="*/ 242622 h 1454091"/>
                <a:gd name="connsiteX2677" fmla="*/ 3595066 w 4719650"/>
                <a:gd name="connsiteY2677" fmla="*/ 244261 h 1454091"/>
                <a:gd name="connsiteX2678" fmla="*/ 3599984 w 4719650"/>
                <a:gd name="connsiteY2678" fmla="*/ 244261 h 1454091"/>
                <a:gd name="connsiteX2679" fmla="*/ 3603263 w 4719650"/>
                <a:gd name="connsiteY2679" fmla="*/ 245901 h 1454091"/>
                <a:gd name="connsiteX2680" fmla="*/ 3608180 w 4719650"/>
                <a:gd name="connsiteY2680" fmla="*/ 247540 h 1454091"/>
                <a:gd name="connsiteX2681" fmla="*/ 3611459 w 4719650"/>
                <a:gd name="connsiteY2681" fmla="*/ 249179 h 1454091"/>
                <a:gd name="connsiteX2682" fmla="*/ 3616377 w 4719650"/>
                <a:gd name="connsiteY2682" fmla="*/ 250818 h 1454091"/>
                <a:gd name="connsiteX2683" fmla="*/ 3619656 w 4719650"/>
                <a:gd name="connsiteY2683" fmla="*/ 254097 h 1454091"/>
                <a:gd name="connsiteX2684" fmla="*/ 3621295 w 4719650"/>
                <a:gd name="connsiteY2684" fmla="*/ 254097 h 1454091"/>
                <a:gd name="connsiteX2685" fmla="*/ 3626213 w 4719650"/>
                <a:gd name="connsiteY2685" fmla="*/ 255737 h 1454091"/>
                <a:gd name="connsiteX2686" fmla="*/ 3629492 w 4719650"/>
                <a:gd name="connsiteY2686" fmla="*/ 259015 h 1454091"/>
                <a:gd name="connsiteX2687" fmla="*/ 3632770 w 4719650"/>
                <a:gd name="connsiteY2687" fmla="*/ 262294 h 1454091"/>
                <a:gd name="connsiteX2688" fmla="*/ 3636049 w 4719650"/>
                <a:gd name="connsiteY2688" fmla="*/ 265573 h 1454091"/>
                <a:gd name="connsiteX2689" fmla="*/ 3631130 w 4719650"/>
                <a:gd name="connsiteY2689" fmla="*/ 263933 h 1454091"/>
                <a:gd name="connsiteX2690" fmla="*/ 3627853 w 4719650"/>
                <a:gd name="connsiteY2690" fmla="*/ 263933 h 1454091"/>
                <a:gd name="connsiteX2691" fmla="*/ 3631130 w 4719650"/>
                <a:gd name="connsiteY2691" fmla="*/ 265573 h 1454091"/>
                <a:gd name="connsiteX2692" fmla="*/ 3634409 w 4719650"/>
                <a:gd name="connsiteY2692" fmla="*/ 265573 h 1454091"/>
                <a:gd name="connsiteX2693" fmla="*/ 3637688 w 4719650"/>
                <a:gd name="connsiteY2693" fmla="*/ 268851 h 1454091"/>
                <a:gd name="connsiteX2694" fmla="*/ 3637688 w 4719650"/>
                <a:gd name="connsiteY2694" fmla="*/ 270491 h 1454091"/>
                <a:gd name="connsiteX2695" fmla="*/ 3637688 w 4719650"/>
                <a:gd name="connsiteY2695" fmla="*/ 273769 h 1454091"/>
                <a:gd name="connsiteX2696" fmla="*/ 3642606 w 4719650"/>
                <a:gd name="connsiteY2696" fmla="*/ 275409 h 1454091"/>
                <a:gd name="connsiteX2697" fmla="*/ 3645885 w 4719650"/>
                <a:gd name="connsiteY2697" fmla="*/ 277048 h 1454091"/>
                <a:gd name="connsiteX2698" fmla="*/ 3649164 w 4719650"/>
                <a:gd name="connsiteY2698" fmla="*/ 277048 h 1454091"/>
                <a:gd name="connsiteX2699" fmla="*/ 3654082 w 4719650"/>
                <a:gd name="connsiteY2699" fmla="*/ 278687 h 1454091"/>
                <a:gd name="connsiteX2700" fmla="*/ 3655721 w 4719650"/>
                <a:gd name="connsiteY2700" fmla="*/ 278687 h 1454091"/>
                <a:gd name="connsiteX2701" fmla="*/ 3660639 w 4719650"/>
                <a:gd name="connsiteY2701" fmla="*/ 278687 h 1454091"/>
                <a:gd name="connsiteX2702" fmla="*/ 3663917 w 4719650"/>
                <a:gd name="connsiteY2702" fmla="*/ 280327 h 1454091"/>
                <a:gd name="connsiteX2703" fmla="*/ 3667196 w 4719650"/>
                <a:gd name="connsiteY2703" fmla="*/ 281966 h 1454091"/>
                <a:gd name="connsiteX2704" fmla="*/ 3670475 w 4719650"/>
                <a:gd name="connsiteY2704" fmla="*/ 281966 h 1454091"/>
                <a:gd name="connsiteX2705" fmla="*/ 3675393 w 4719650"/>
                <a:gd name="connsiteY2705" fmla="*/ 281966 h 1454091"/>
                <a:gd name="connsiteX2706" fmla="*/ 3678672 w 4719650"/>
                <a:gd name="connsiteY2706" fmla="*/ 281966 h 1454091"/>
                <a:gd name="connsiteX2707" fmla="*/ 3683589 w 4719650"/>
                <a:gd name="connsiteY2707" fmla="*/ 283605 h 1454091"/>
                <a:gd name="connsiteX2708" fmla="*/ 3686868 w 4719650"/>
                <a:gd name="connsiteY2708" fmla="*/ 283605 h 1454091"/>
                <a:gd name="connsiteX2709" fmla="*/ 3690147 w 4719650"/>
                <a:gd name="connsiteY2709" fmla="*/ 285245 h 1454091"/>
                <a:gd name="connsiteX2710" fmla="*/ 3695065 w 4719650"/>
                <a:gd name="connsiteY2710" fmla="*/ 286884 h 1454091"/>
                <a:gd name="connsiteX2711" fmla="*/ 3696704 w 4719650"/>
                <a:gd name="connsiteY2711" fmla="*/ 286884 h 1454091"/>
                <a:gd name="connsiteX2712" fmla="*/ 3698344 w 4719650"/>
                <a:gd name="connsiteY2712" fmla="*/ 285245 h 1454091"/>
                <a:gd name="connsiteX2713" fmla="*/ 3703262 w 4719650"/>
                <a:gd name="connsiteY2713" fmla="*/ 283605 h 1454091"/>
                <a:gd name="connsiteX2714" fmla="*/ 3706541 w 4719650"/>
                <a:gd name="connsiteY2714" fmla="*/ 281966 h 1454091"/>
                <a:gd name="connsiteX2715" fmla="*/ 3709819 w 4719650"/>
                <a:gd name="connsiteY2715" fmla="*/ 281966 h 1454091"/>
                <a:gd name="connsiteX2716" fmla="*/ 3714737 w 4719650"/>
                <a:gd name="connsiteY2716" fmla="*/ 283605 h 1454091"/>
                <a:gd name="connsiteX2717" fmla="*/ 3714737 w 4719650"/>
                <a:gd name="connsiteY2717" fmla="*/ 283605 h 1454091"/>
                <a:gd name="connsiteX2718" fmla="*/ 3719655 w 4719650"/>
                <a:gd name="connsiteY2718" fmla="*/ 281966 h 1454091"/>
                <a:gd name="connsiteX2719" fmla="*/ 3719655 w 4719650"/>
                <a:gd name="connsiteY2719" fmla="*/ 281966 h 1454091"/>
                <a:gd name="connsiteX2720" fmla="*/ 3721294 w 4719650"/>
                <a:gd name="connsiteY2720" fmla="*/ 280327 h 1454091"/>
                <a:gd name="connsiteX2721" fmla="*/ 3726213 w 4719650"/>
                <a:gd name="connsiteY2721" fmla="*/ 281966 h 1454091"/>
                <a:gd name="connsiteX2722" fmla="*/ 3727852 w 4719650"/>
                <a:gd name="connsiteY2722" fmla="*/ 281966 h 1454091"/>
                <a:gd name="connsiteX2723" fmla="*/ 3732770 w 4719650"/>
                <a:gd name="connsiteY2723" fmla="*/ 281966 h 1454091"/>
                <a:gd name="connsiteX2724" fmla="*/ 3736048 w 4719650"/>
                <a:gd name="connsiteY2724" fmla="*/ 281966 h 1454091"/>
                <a:gd name="connsiteX2725" fmla="*/ 3739327 w 4719650"/>
                <a:gd name="connsiteY2725" fmla="*/ 281966 h 1454091"/>
                <a:gd name="connsiteX2726" fmla="*/ 3742606 w 4719650"/>
                <a:gd name="connsiteY2726" fmla="*/ 280327 h 1454091"/>
                <a:gd name="connsiteX2727" fmla="*/ 3747524 w 4719650"/>
                <a:gd name="connsiteY2727" fmla="*/ 280327 h 1454091"/>
                <a:gd name="connsiteX2728" fmla="*/ 3750803 w 4719650"/>
                <a:gd name="connsiteY2728" fmla="*/ 280327 h 1454091"/>
                <a:gd name="connsiteX2729" fmla="*/ 3755721 w 4719650"/>
                <a:gd name="connsiteY2729" fmla="*/ 281966 h 1454091"/>
                <a:gd name="connsiteX2730" fmla="*/ 3759000 w 4719650"/>
                <a:gd name="connsiteY2730" fmla="*/ 280327 h 1454091"/>
                <a:gd name="connsiteX2731" fmla="*/ 3763917 w 4719650"/>
                <a:gd name="connsiteY2731" fmla="*/ 278687 h 1454091"/>
                <a:gd name="connsiteX2732" fmla="*/ 3767196 w 4719650"/>
                <a:gd name="connsiteY2732" fmla="*/ 278687 h 1454091"/>
                <a:gd name="connsiteX2733" fmla="*/ 3772114 w 4719650"/>
                <a:gd name="connsiteY2733" fmla="*/ 280327 h 1454091"/>
                <a:gd name="connsiteX2734" fmla="*/ 3775393 w 4719650"/>
                <a:gd name="connsiteY2734" fmla="*/ 281966 h 1454091"/>
                <a:gd name="connsiteX2735" fmla="*/ 3778671 w 4719650"/>
                <a:gd name="connsiteY2735" fmla="*/ 281966 h 1454091"/>
                <a:gd name="connsiteX2736" fmla="*/ 3783590 w 4719650"/>
                <a:gd name="connsiteY2736" fmla="*/ 283605 h 1454091"/>
                <a:gd name="connsiteX2737" fmla="*/ 3786867 w 4719650"/>
                <a:gd name="connsiteY2737" fmla="*/ 283605 h 1454091"/>
                <a:gd name="connsiteX2738" fmla="*/ 3791786 w 4719650"/>
                <a:gd name="connsiteY2738" fmla="*/ 285245 h 1454091"/>
                <a:gd name="connsiteX2739" fmla="*/ 3795064 w 4719650"/>
                <a:gd name="connsiteY2739" fmla="*/ 285245 h 1454091"/>
                <a:gd name="connsiteX2740" fmla="*/ 3798343 w 4719650"/>
                <a:gd name="connsiteY2740" fmla="*/ 285245 h 1454091"/>
                <a:gd name="connsiteX2741" fmla="*/ 3803261 w 4719650"/>
                <a:gd name="connsiteY2741" fmla="*/ 285245 h 1454091"/>
                <a:gd name="connsiteX2742" fmla="*/ 3806540 w 4719650"/>
                <a:gd name="connsiteY2742" fmla="*/ 285245 h 1454091"/>
                <a:gd name="connsiteX2743" fmla="*/ 3809819 w 4719650"/>
                <a:gd name="connsiteY2743" fmla="*/ 285245 h 1454091"/>
                <a:gd name="connsiteX2744" fmla="*/ 3811458 w 4719650"/>
                <a:gd name="connsiteY2744" fmla="*/ 285245 h 1454091"/>
                <a:gd name="connsiteX2745" fmla="*/ 3816376 w 4719650"/>
                <a:gd name="connsiteY2745" fmla="*/ 285245 h 1454091"/>
                <a:gd name="connsiteX2746" fmla="*/ 3819654 w 4719650"/>
                <a:gd name="connsiteY2746" fmla="*/ 285245 h 1454091"/>
                <a:gd name="connsiteX2747" fmla="*/ 3822933 w 4719650"/>
                <a:gd name="connsiteY2747" fmla="*/ 285245 h 1454091"/>
                <a:gd name="connsiteX2748" fmla="*/ 3827851 w 4719650"/>
                <a:gd name="connsiteY2748" fmla="*/ 285245 h 1454091"/>
                <a:gd name="connsiteX2749" fmla="*/ 3831130 w 4719650"/>
                <a:gd name="connsiteY2749" fmla="*/ 286884 h 1454091"/>
                <a:gd name="connsiteX2750" fmla="*/ 3836048 w 4719650"/>
                <a:gd name="connsiteY2750" fmla="*/ 286884 h 1454091"/>
                <a:gd name="connsiteX2751" fmla="*/ 3839326 w 4719650"/>
                <a:gd name="connsiteY2751" fmla="*/ 286884 h 1454091"/>
                <a:gd name="connsiteX2752" fmla="*/ 3842605 w 4719650"/>
                <a:gd name="connsiteY2752" fmla="*/ 286884 h 1454091"/>
                <a:gd name="connsiteX2753" fmla="*/ 3847523 w 4719650"/>
                <a:gd name="connsiteY2753" fmla="*/ 286884 h 1454091"/>
                <a:gd name="connsiteX2754" fmla="*/ 3850802 w 4719650"/>
                <a:gd name="connsiteY2754" fmla="*/ 286884 h 1454091"/>
                <a:gd name="connsiteX2755" fmla="*/ 3854081 w 4719650"/>
                <a:gd name="connsiteY2755" fmla="*/ 288523 h 1454091"/>
                <a:gd name="connsiteX2756" fmla="*/ 3858999 w 4719650"/>
                <a:gd name="connsiteY2756" fmla="*/ 288523 h 1454091"/>
                <a:gd name="connsiteX2757" fmla="*/ 3862278 w 4719650"/>
                <a:gd name="connsiteY2757" fmla="*/ 285245 h 1454091"/>
                <a:gd name="connsiteX2758" fmla="*/ 3865556 w 4719650"/>
                <a:gd name="connsiteY2758" fmla="*/ 281966 h 1454091"/>
                <a:gd name="connsiteX2759" fmla="*/ 3865556 w 4719650"/>
                <a:gd name="connsiteY2759" fmla="*/ 278687 h 1454091"/>
                <a:gd name="connsiteX2760" fmla="*/ 3870474 w 4719650"/>
                <a:gd name="connsiteY2760" fmla="*/ 278687 h 1454091"/>
                <a:gd name="connsiteX2761" fmla="*/ 3873753 w 4719650"/>
                <a:gd name="connsiteY2761" fmla="*/ 278687 h 1454091"/>
                <a:gd name="connsiteX2762" fmla="*/ 3878671 w 4719650"/>
                <a:gd name="connsiteY2762" fmla="*/ 280327 h 1454091"/>
                <a:gd name="connsiteX2763" fmla="*/ 3881950 w 4719650"/>
                <a:gd name="connsiteY2763" fmla="*/ 283605 h 1454091"/>
                <a:gd name="connsiteX2764" fmla="*/ 3885228 w 4719650"/>
                <a:gd name="connsiteY2764" fmla="*/ 283605 h 1454091"/>
                <a:gd name="connsiteX2765" fmla="*/ 3888507 w 4719650"/>
                <a:gd name="connsiteY2765" fmla="*/ 285245 h 1454091"/>
                <a:gd name="connsiteX2766" fmla="*/ 3891785 w 4719650"/>
                <a:gd name="connsiteY2766" fmla="*/ 285245 h 1454091"/>
                <a:gd name="connsiteX2767" fmla="*/ 3896703 w 4719650"/>
                <a:gd name="connsiteY2767" fmla="*/ 288523 h 1454091"/>
                <a:gd name="connsiteX2768" fmla="*/ 3899982 w 4719650"/>
                <a:gd name="connsiteY2768" fmla="*/ 291802 h 1454091"/>
                <a:gd name="connsiteX2769" fmla="*/ 3903261 w 4719650"/>
                <a:gd name="connsiteY2769" fmla="*/ 293441 h 1454091"/>
                <a:gd name="connsiteX2770" fmla="*/ 3908179 w 4719650"/>
                <a:gd name="connsiteY2770" fmla="*/ 296720 h 1454091"/>
                <a:gd name="connsiteX2771" fmla="*/ 3911458 w 4719650"/>
                <a:gd name="connsiteY2771" fmla="*/ 298359 h 1454091"/>
                <a:gd name="connsiteX2772" fmla="*/ 3916375 w 4719650"/>
                <a:gd name="connsiteY2772" fmla="*/ 298359 h 1454091"/>
                <a:gd name="connsiteX2773" fmla="*/ 3919654 w 4719650"/>
                <a:gd name="connsiteY2773" fmla="*/ 298359 h 1454091"/>
                <a:gd name="connsiteX2774" fmla="*/ 3922933 w 4719650"/>
                <a:gd name="connsiteY2774" fmla="*/ 298359 h 1454091"/>
                <a:gd name="connsiteX2775" fmla="*/ 3927851 w 4719650"/>
                <a:gd name="connsiteY2775" fmla="*/ 299999 h 1454091"/>
                <a:gd name="connsiteX2776" fmla="*/ 3931130 w 4719650"/>
                <a:gd name="connsiteY2776" fmla="*/ 299999 h 1454091"/>
                <a:gd name="connsiteX2777" fmla="*/ 3936048 w 4719650"/>
                <a:gd name="connsiteY2777" fmla="*/ 301638 h 1454091"/>
                <a:gd name="connsiteX2778" fmla="*/ 3939327 w 4719650"/>
                <a:gd name="connsiteY2778" fmla="*/ 301638 h 1454091"/>
                <a:gd name="connsiteX2779" fmla="*/ 3944244 w 4719650"/>
                <a:gd name="connsiteY2779" fmla="*/ 303277 h 1454091"/>
                <a:gd name="connsiteX2780" fmla="*/ 3947523 w 4719650"/>
                <a:gd name="connsiteY2780" fmla="*/ 303277 h 1454091"/>
                <a:gd name="connsiteX2781" fmla="*/ 3952441 w 4719650"/>
                <a:gd name="connsiteY2781" fmla="*/ 304917 h 1454091"/>
                <a:gd name="connsiteX2782" fmla="*/ 3955720 w 4719650"/>
                <a:gd name="connsiteY2782" fmla="*/ 306556 h 1454091"/>
                <a:gd name="connsiteX2783" fmla="*/ 3958998 w 4719650"/>
                <a:gd name="connsiteY2783" fmla="*/ 309835 h 1454091"/>
                <a:gd name="connsiteX2784" fmla="*/ 3963917 w 4719650"/>
                <a:gd name="connsiteY2784" fmla="*/ 313113 h 1454091"/>
                <a:gd name="connsiteX2785" fmla="*/ 3967195 w 4719650"/>
                <a:gd name="connsiteY2785" fmla="*/ 313113 h 1454091"/>
                <a:gd name="connsiteX2786" fmla="*/ 3972113 w 4719650"/>
                <a:gd name="connsiteY2786" fmla="*/ 314753 h 1454091"/>
                <a:gd name="connsiteX2787" fmla="*/ 3973752 w 4719650"/>
                <a:gd name="connsiteY2787" fmla="*/ 314753 h 1454091"/>
                <a:gd name="connsiteX2788" fmla="*/ 3978670 w 4719650"/>
                <a:gd name="connsiteY2788" fmla="*/ 314753 h 1454091"/>
                <a:gd name="connsiteX2789" fmla="*/ 3981949 w 4719650"/>
                <a:gd name="connsiteY2789" fmla="*/ 314753 h 1454091"/>
                <a:gd name="connsiteX2790" fmla="*/ 3985228 w 4719650"/>
                <a:gd name="connsiteY2790" fmla="*/ 314753 h 1454091"/>
                <a:gd name="connsiteX2791" fmla="*/ 3988507 w 4719650"/>
                <a:gd name="connsiteY2791" fmla="*/ 313113 h 1454091"/>
                <a:gd name="connsiteX2792" fmla="*/ 3991785 w 4719650"/>
                <a:gd name="connsiteY2792" fmla="*/ 313113 h 1454091"/>
                <a:gd name="connsiteX2793" fmla="*/ 3996703 w 4719650"/>
                <a:gd name="connsiteY2793" fmla="*/ 314753 h 1454091"/>
                <a:gd name="connsiteX2794" fmla="*/ 3999981 w 4719650"/>
                <a:gd name="connsiteY2794" fmla="*/ 316392 h 1454091"/>
                <a:gd name="connsiteX2795" fmla="*/ 3999981 w 4719650"/>
                <a:gd name="connsiteY2795" fmla="*/ 314753 h 1454091"/>
                <a:gd name="connsiteX2796" fmla="*/ 3996703 w 4719650"/>
                <a:gd name="connsiteY2796" fmla="*/ 313113 h 1454091"/>
                <a:gd name="connsiteX2797" fmla="*/ 3993425 w 4719650"/>
                <a:gd name="connsiteY2797" fmla="*/ 309835 h 1454091"/>
                <a:gd name="connsiteX2798" fmla="*/ 3996703 w 4719650"/>
                <a:gd name="connsiteY2798" fmla="*/ 311474 h 1454091"/>
                <a:gd name="connsiteX2799" fmla="*/ 3999981 w 4719650"/>
                <a:gd name="connsiteY2799" fmla="*/ 313113 h 1454091"/>
                <a:gd name="connsiteX2800" fmla="*/ 3996703 w 4719650"/>
                <a:gd name="connsiteY2800" fmla="*/ 311474 h 1454091"/>
                <a:gd name="connsiteX2801" fmla="*/ 3993425 w 4719650"/>
                <a:gd name="connsiteY2801" fmla="*/ 308195 h 1454091"/>
                <a:gd name="connsiteX2802" fmla="*/ 3996703 w 4719650"/>
                <a:gd name="connsiteY2802" fmla="*/ 304917 h 1454091"/>
                <a:gd name="connsiteX2803" fmla="*/ 3996703 w 4719650"/>
                <a:gd name="connsiteY2803" fmla="*/ 304917 h 1454091"/>
                <a:gd name="connsiteX2804" fmla="*/ 3993425 w 4719650"/>
                <a:gd name="connsiteY2804" fmla="*/ 301638 h 1454091"/>
                <a:gd name="connsiteX2805" fmla="*/ 3988507 w 4719650"/>
                <a:gd name="connsiteY2805" fmla="*/ 299999 h 1454091"/>
                <a:gd name="connsiteX2806" fmla="*/ 3985228 w 4719650"/>
                <a:gd name="connsiteY2806" fmla="*/ 298359 h 1454091"/>
                <a:gd name="connsiteX2807" fmla="*/ 3980310 w 4719650"/>
                <a:gd name="connsiteY2807" fmla="*/ 295081 h 1454091"/>
                <a:gd name="connsiteX2808" fmla="*/ 3977031 w 4719650"/>
                <a:gd name="connsiteY2808" fmla="*/ 293441 h 1454091"/>
                <a:gd name="connsiteX2809" fmla="*/ 3973752 w 4719650"/>
                <a:gd name="connsiteY2809" fmla="*/ 291802 h 1454091"/>
                <a:gd name="connsiteX2810" fmla="*/ 3968834 w 4719650"/>
                <a:gd name="connsiteY2810" fmla="*/ 290163 h 1454091"/>
                <a:gd name="connsiteX2811" fmla="*/ 3965556 w 4719650"/>
                <a:gd name="connsiteY2811" fmla="*/ 288523 h 1454091"/>
                <a:gd name="connsiteX2812" fmla="*/ 3962277 w 4719650"/>
                <a:gd name="connsiteY2812" fmla="*/ 286884 h 1454091"/>
                <a:gd name="connsiteX2813" fmla="*/ 3957359 w 4719650"/>
                <a:gd name="connsiteY2813" fmla="*/ 285245 h 1454091"/>
                <a:gd name="connsiteX2814" fmla="*/ 3954080 w 4719650"/>
                <a:gd name="connsiteY2814" fmla="*/ 283605 h 1454091"/>
                <a:gd name="connsiteX2815" fmla="*/ 3949162 w 4719650"/>
                <a:gd name="connsiteY2815" fmla="*/ 285245 h 1454091"/>
                <a:gd name="connsiteX2816" fmla="*/ 3945883 w 4719650"/>
                <a:gd name="connsiteY2816" fmla="*/ 285245 h 1454091"/>
                <a:gd name="connsiteX2817" fmla="*/ 3942604 w 4719650"/>
                <a:gd name="connsiteY2817" fmla="*/ 283605 h 1454091"/>
                <a:gd name="connsiteX2818" fmla="*/ 3942604 w 4719650"/>
                <a:gd name="connsiteY2818" fmla="*/ 278687 h 1454091"/>
                <a:gd name="connsiteX2819" fmla="*/ 3945883 w 4719650"/>
                <a:gd name="connsiteY2819" fmla="*/ 277048 h 1454091"/>
                <a:gd name="connsiteX2820" fmla="*/ 3942604 w 4719650"/>
                <a:gd name="connsiteY2820" fmla="*/ 275409 h 1454091"/>
                <a:gd name="connsiteX2821" fmla="*/ 3937687 w 4719650"/>
                <a:gd name="connsiteY2821" fmla="*/ 272130 h 1454091"/>
                <a:gd name="connsiteX2822" fmla="*/ 3934408 w 4719650"/>
                <a:gd name="connsiteY2822" fmla="*/ 268851 h 1454091"/>
                <a:gd name="connsiteX2823" fmla="*/ 3931130 w 4719650"/>
                <a:gd name="connsiteY2823" fmla="*/ 267212 h 1454091"/>
                <a:gd name="connsiteX2824" fmla="*/ 3927851 w 4719650"/>
                <a:gd name="connsiteY2824" fmla="*/ 265573 h 1454091"/>
                <a:gd name="connsiteX2825" fmla="*/ 3924572 w 4719650"/>
                <a:gd name="connsiteY2825" fmla="*/ 263933 h 1454091"/>
                <a:gd name="connsiteX2826" fmla="*/ 3927851 w 4719650"/>
                <a:gd name="connsiteY2826" fmla="*/ 263933 h 1454091"/>
                <a:gd name="connsiteX2827" fmla="*/ 3931130 w 4719650"/>
                <a:gd name="connsiteY2827" fmla="*/ 265573 h 1454091"/>
                <a:gd name="connsiteX2828" fmla="*/ 3936048 w 4719650"/>
                <a:gd name="connsiteY2828" fmla="*/ 265573 h 1454091"/>
                <a:gd name="connsiteX2829" fmla="*/ 3939327 w 4719650"/>
                <a:gd name="connsiteY2829" fmla="*/ 265573 h 1454091"/>
                <a:gd name="connsiteX2830" fmla="*/ 3944244 w 4719650"/>
                <a:gd name="connsiteY2830" fmla="*/ 265573 h 1454091"/>
                <a:gd name="connsiteX2831" fmla="*/ 3947523 w 4719650"/>
                <a:gd name="connsiteY2831" fmla="*/ 267212 h 1454091"/>
                <a:gd name="connsiteX2832" fmla="*/ 3952441 w 4719650"/>
                <a:gd name="connsiteY2832" fmla="*/ 267212 h 1454091"/>
                <a:gd name="connsiteX2833" fmla="*/ 3955720 w 4719650"/>
                <a:gd name="connsiteY2833" fmla="*/ 267212 h 1454091"/>
                <a:gd name="connsiteX2834" fmla="*/ 3960638 w 4719650"/>
                <a:gd name="connsiteY2834" fmla="*/ 267212 h 1454091"/>
                <a:gd name="connsiteX2835" fmla="*/ 3963917 w 4719650"/>
                <a:gd name="connsiteY2835" fmla="*/ 268851 h 1454091"/>
                <a:gd name="connsiteX2836" fmla="*/ 3968834 w 4719650"/>
                <a:gd name="connsiteY2836" fmla="*/ 268851 h 1454091"/>
                <a:gd name="connsiteX2837" fmla="*/ 3972113 w 4719650"/>
                <a:gd name="connsiteY2837" fmla="*/ 268851 h 1454091"/>
                <a:gd name="connsiteX2838" fmla="*/ 3973752 w 4719650"/>
                <a:gd name="connsiteY2838" fmla="*/ 268851 h 1454091"/>
                <a:gd name="connsiteX2839" fmla="*/ 3977031 w 4719650"/>
                <a:gd name="connsiteY2839" fmla="*/ 270491 h 1454091"/>
                <a:gd name="connsiteX2840" fmla="*/ 3981949 w 4719650"/>
                <a:gd name="connsiteY2840" fmla="*/ 270491 h 1454091"/>
                <a:gd name="connsiteX2841" fmla="*/ 3985228 w 4719650"/>
                <a:gd name="connsiteY2841" fmla="*/ 270491 h 1454091"/>
                <a:gd name="connsiteX2842" fmla="*/ 3990146 w 4719650"/>
                <a:gd name="connsiteY2842" fmla="*/ 270491 h 1454091"/>
                <a:gd name="connsiteX2843" fmla="*/ 3993425 w 4719650"/>
                <a:gd name="connsiteY2843" fmla="*/ 270491 h 1454091"/>
                <a:gd name="connsiteX2844" fmla="*/ 3996703 w 4719650"/>
                <a:gd name="connsiteY2844" fmla="*/ 270491 h 1454091"/>
                <a:gd name="connsiteX2845" fmla="*/ 4001621 w 4719650"/>
                <a:gd name="connsiteY2845" fmla="*/ 272130 h 1454091"/>
                <a:gd name="connsiteX2846" fmla="*/ 4004900 w 4719650"/>
                <a:gd name="connsiteY2846" fmla="*/ 273769 h 1454091"/>
                <a:gd name="connsiteX2847" fmla="*/ 4009818 w 4719650"/>
                <a:gd name="connsiteY2847" fmla="*/ 273769 h 1454091"/>
                <a:gd name="connsiteX2848" fmla="*/ 4013097 w 4719650"/>
                <a:gd name="connsiteY2848" fmla="*/ 275409 h 1454091"/>
                <a:gd name="connsiteX2849" fmla="*/ 4016375 w 4719650"/>
                <a:gd name="connsiteY2849" fmla="*/ 275409 h 1454091"/>
                <a:gd name="connsiteX2850" fmla="*/ 4021293 w 4719650"/>
                <a:gd name="connsiteY2850" fmla="*/ 277048 h 1454091"/>
                <a:gd name="connsiteX2851" fmla="*/ 4022932 w 4719650"/>
                <a:gd name="connsiteY2851" fmla="*/ 275409 h 1454091"/>
                <a:gd name="connsiteX2852" fmla="*/ 4019653 w 4719650"/>
                <a:gd name="connsiteY2852" fmla="*/ 273769 h 1454091"/>
                <a:gd name="connsiteX2853" fmla="*/ 4016375 w 4719650"/>
                <a:gd name="connsiteY2853" fmla="*/ 273769 h 1454091"/>
                <a:gd name="connsiteX2854" fmla="*/ 4011457 w 4719650"/>
                <a:gd name="connsiteY2854" fmla="*/ 272130 h 1454091"/>
                <a:gd name="connsiteX2855" fmla="*/ 4016375 w 4719650"/>
                <a:gd name="connsiteY2855" fmla="*/ 272130 h 1454091"/>
                <a:gd name="connsiteX2856" fmla="*/ 4019653 w 4719650"/>
                <a:gd name="connsiteY2856" fmla="*/ 272130 h 1454091"/>
                <a:gd name="connsiteX2857" fmla="*/ 4022932 w 4719650"/>
                <a:gd name="connsiteY2857" fmla="*/ 272130 h 1454091"/>
                <a:gd name="connsiteX2858" fmla="*/ 4027850 w 4719650"/>
                <a:gd name="connsiteY2858" fmla="*/ 273769 h 1454091"/>
                <a:gd name="connsiteX2859" fmla="*/ 4031129 w 4719650"/>
                <a:gd name="connsiteY2859" fmla="*/ 273769 h 1454091"/>
                <a:gd name="connsiteX2860" fmla="*/ 4036047 w 4719650"/>
                <a:gd name="connsiteY2860" fmla="*/ 275409 h 1454091"/>
                <a:gd name="connsiteX2861" fmla="*/ 4039326 w 4719650"/>
                <a:gd name="connsiteY2861" fmla="*/ 273769 h 1454091"/>
                <a:gd name="connsiteX2862" fmla="*/ 4042605 w 4719650"/>
                <a:gd name="connsiteY2862" fmla="*/ 273769 h 1454091"/>
                <a:gd name="connsiteX2863" fmla="*/ 4045883 w 4719650"/>
                <a:gd name="connsiteY2863" fmla="*/ 273769 h 1454091"/>
                <a:gd name="connsiteX2864" fmla="*/ 4050801 w 4719650"/>
                <a:gd name="connsiteY2864" fmla="*/ 275409 h 1454091"/>
                <a:gd name="connsiteX2865" fmla="*/ 4054080 w 4719650"/>
                <a:gd name="connsiteY2865" fmla="*/ 275409 h 1454091"/>
                <a:gd name="connsiteX2866" fmla="*/ 4058998 w 4719650"/>
                <a:gd name="connsiteY2866" fmla="*/ 275409 h 1454091"/>
                <a:gd name="connsiteX2867" fmla="*/ 4062277 w 4719650"/>
                <a:gd name="connsiteY2867" fmla="*/ 275409 h 1454091"/>
                <a:gd name="connsiteX2868" fmla="*/ 4063916 w 4719650"/>
                <a:gd name="connsiteY2868" fmla="*/ 275409 h 1454091"/>
                <a:gd name="connsiteX2869" fmla="*/ 4067195 w 4719650"/>
                <a:gd name="connsiteY2869" fmla="*/ 275409 h 1454091"/>
                <a:gd name="connsiteX2870" fmla="*/ 4072112 w 4719650"/>
                <a:gd name="connsiteY2870" fmla="*/ 275409 h 1454091"/>
                <a:gd name="connsiteX2871" fmla="*/ 4075391 w 4719650"/>
                <a:gd name="connsiteY2871" fmla="*/ 275409 h 1454091"/>
                <a:gd name="connsiteX2872" fmla="*/ 4078670 w 4719650"/>
                <a:gd name="connsiteY2872" fmla="*/ 273769 h 1454091"/>
                <a:gd name="connsiteX2873" fmla="*/ 4083588 w 4719650"/>
                <a:gd name="connsiteY2873" fmla="*/ 273769 h 1454091"/>
                <a:gd name="connsiteX2874" fmla="*/ 4086867 w 4719650"/>
                <a:gd name="connsiteY2874" fmla="*/ 273769 h 1454091"/>
                <a:gd name="connsiteX2875" fmla="*/ 4090145 w 4719650"/>
                <a:gd name="connsiteY2875" fmla="*/ 273769 h 1454091"/>
                <a:gd name="connsiteX2876" fmla="*/ 4095064 w 4719650"/>
                <a:gd name="connsiteY2876" fmla="*/ 273769 h 1454091"/>
                <a:gd name="connsiteX2877" fmla="*/ 4098341 w 4719650"/>
                <a:gd name="connsiteY2877" fmla="*/ 275409 h 1454091"/>
                <a:gd name="connsiteX2878" fmla="*/ 4101620 w 4719650"/>
                <a:gd name="connsiteY2878" fmla="*/ 275409 h 1454091"/>
                <a:gd name="connsiteX2879" fmla="*/ 4106538 w 4719650"/>
                <a:gd name="connsiteY2879" fmla="*/ 278687 h 1454091"/>
                <a:gd name="connsiteX2880" fmla="*/ 4109817 w 4719650"/>
                <a:gd name="connsiteY2880" fmla="*/ 278687 h 1454091"/>
                <a:gd name="connsiteX2881" fmla="*/ 4114735 w 4719650"/>
                <a:gd name="connsiteY2881" fmla="*/ 278687 h 1454091"/>
                <a:gd name="connsiteX2882" fmla="*/ 4118014 w 4719650"/>
                <a:gd name="connsiteY2882" fmla="*/ 280327 h 1454091"/>
                <a:gd name="connsiteX2883" fmla="*/ 4121293 w 4719650"/>
                <a:gd name="connsiteY2883" fmla="*/ 281966 h 1454091"/>
                <a:gd name="connsiteX2884" fmla="*/ 4126210 w 4719650"/>
                <a:gd name="connsiteY2884" fmla="*/ 281966 h 1454091"/>
                <a:gd name="connsiteX2885" fmla="*/ 4129489 w 4719650"/>
                <a:gd name="connsiteY2885" fmla="*/ 281966 h 1454091"/>
                <a:gd name="connsiteX2886" fmla="*/ 4132768 w 4719650"/>
                <a:gd name="connsiteY2886" fmla="*/ 283605 h 1454091"/>
                <a:gd name="connsiteX2887" fmla="*/ 4137686 w 4719650"/>
                <a:gd name="connsiteY2887" fmla="*/ 283605 h 1454091"/>
                <a:gd name="connsiteX2888" fmla="*/ 4140965 w 4719650"/>
                <a:gd name="connsiteY2888" fmla="*/ 283605 h 1454091"/>
                <a:gd name="connsiteX2889" fmla="*/ 4145883 w 4719650"/>
                <a:gd name="connsiteY2889" fmla="*/ 283605 h 1454091"/>
                <a:gd name="connsiteX2890" fmla="*/ 4149162 w 4719650"/>
                <a:gd name="connsiteY2890" fmla="*/ 285245 h 1454091"/>
                <a:gd name="connsiteX2891" fmla="*/ 4154079 w 4719650"/>
                <a:gd name="connsiteY2891" fmla="*/ 285245 h 1454091"/>
                <a:gd name="connsiteX2892" fmla="*/ 4157358 w 4719650"/>
                <a:gd name="connsiteY2892" fmla="*/ 286884 h 1454091"/>
                <a:gd name="connsiteX2893" fmla="*/ 4160637 w 4719650"/>
                <a:gd name="connsiteY2893" fmla="*/ 286884 h 1454091"/>
                <a:gd name="connsiteX2894" fmla="*/ 4165555 w 4719650"/>
                <a:gd name="connsiteY2894" fmla="*/ 288523 h 1454091"/>
                <a:gd name="connsiteX2895" fmla="*/ 4168834 w 4719650"/>
                <a:gd name="connsiteY2895" fmla="*/ 288523 h 1454091"/>
                <a:gd name="connsiteX2896" fmla="*/ 4173752 w 4719650"/>
                <a:gd name="connsiteY2896" fmla="*/ 288523 h 1454091"/>
                <a:gd name="connsiteX2897" fmla="*/ 4177030 w 4719650"/>
                <a:gd name="connsiteY2897" fmla="*/ 288523 h 1454091"/>
                <a:gd name="connsiteX2898" fmla="*/ 4181948 w 4719650"/>
                <a:gd name="connsiteY2898" fmla="*/ 288523 h 1454091"/>
                <a:gd name="connsiteX2899" fmla="*/ 4185227 w 4719650"/>
                <a:gd name="connsiteY2899" fmla="*/ 290163 h 1454091"/>
                <a:gd name="connsiteX2900" fmla="*/ 4190145 w 4719650"/>
                <a:gd name="connsiteY2900" fmla="*/ 290163 h 1454091"/>
                <a:gd name="connsiteX2901" fmla="*/ 4193424 w 4719650"/>
                <a:gd name="connsiteY2901" fmla="*/ 291802 h 1454091"/>
                <a:gd name="connsiteX2902" fmla="*/ 4198342 w 4719650"/>
                <a:gd name="connsiteY2902" fmla="*/ 291802 h 1454091"/>
                <a:gd name="connsiteX2903" fmla="*/ 4201621 w 4719650"/>
                <a:gd name="connsiteY2903" fmla="*/ 293441 h 1454091"/>
                <a:gd name="connsiteX2904" fmla="*/ 4204898 w 4719650"/>
                <a:gd name="connsiteY2904" fmla="*/ 295081 h 1454091"/>
                <a:gd name="connsiteX2905" fmla="*/ 4201621 w 4719650"/>
                <a:gd name="connsiteY2905" fmla="*/ 293441 h 1454091"/>
                <a:gd name="connsiteX2906" fmla="*/ 4196702 w 4719650"/>
                <a:gd name="connsiteY2906" fmla="*/ 293441 h 1454091"/>
                <a:gd name="connsiteX2907" fmla="*/ 4193424 w 4719650"/>
                <a:gd name="connsiteY2907" fmla="*/ 291802 h 1454091"/>
                <a:gd name="connsiteX2908" fmla="*/ 4196702 w 4719650"/>
                <a:gd name="connsiteY2908" fmla="*/ 295081 h 1454091"/>
                <a:gd name="connsiteX2909" fmla="*/ 4201621 w 4719650"/>
                <a:gd name="connsiteY2909" fmla="*/ 296720 h 1454091"/>
                <a:gd name="connsiteX2910" fmla="*/ 4206538 w 4719650"/>
                <a:gd name="connsiteY2910" fmla="*/ 295081 h 1454091"/>
                <a:gd name="connsiteX2911" fmla="*/ 4209817 w 4719650"/>
                <a:gd name="connsiteY2911" fmla="*/ 295081 h 1454091"/>
                <a:gd name="connsiteX2912" fmla="*/ 4214735 w 4719650"/>
                <a:gd name="connsiteY2912" fmla="*/ 296720 h 1454091"/>
                <a:gd name="connsiteX2913" fmla="*/ 4218014 w 4719650"/>
                <a:gd name="connsiteY2913" fmla="*/ 296720 h 1454091"/>
                <a:gd name="connsiteX2914" fmla="*/ 4222932 w 4719650"/>
                <a:gd name="connsiteY2914" fmla="*/ 298359 h 1454091"/>
                <a:gd name="connsiteX2915" fmla="*/ 4226211 w 4719650"/>
                <a:gd name="connsiteY2915" fmla="*/ 299999 h 1454091"/>
                <a:gd name="connsiteX2916" fmla="*/ 4229489 w 4719650"/>
                <a:gd name="connsiteY2916" fmla="*/ 299999 h 1454091"/>
                <a:gd name="connsiteX2917" fmla="*/ 4234407 w 4719650"/>
                <a:gd name="connsiteY2917" fmla="*/ 301638 h 1454091"/>
                <a:gd name="connsiteX2918" fmla="*/ 4237685 w 4719650"/>
                <a:gd name="connsiteY2918" fmla="*/ 303277 h 1454091"/>
                <a:gd name="connsiteX2919" fmla="*/ 4240964 w 4719650"/>
                <a:gd name="connsiteY2919" fmla="*/ 303277 h 1454091"/>
                <a:gd name="connsiteX2920" fmla="*/ 4244243 w 4719650"/>
                <a:gd name="connsiteY2920" fmla="*/ 304917 h 1454091"/>
                <a:gd name="connsiteX2921" fmla="*/ 4249161 w 4719650"/>
                <a:gd name="connsiteY2921" fmla="*/ 306556 h 1454091"/>
                <a:gd name="connsiteX2922" fmla="*/ 4244243 w 4719650"/>
                <a:gd name="connsiteY2922" fmla="*/ 306556 h 1454091"/>
                <a:gd name="connsiteX2923" fmla="*/ 4240964 w 4719650"/>
                <a:gd name="connsiteY2923" fmla="*/ 304917 h 1454091"/>
                <a:gd name="connsiteX2924" fmla="*/ 4237685 w 4719650"/>
                <a:gd name="connsiteY2924" fmla="*/ 303277 h 1454091"/>
                <a:gd name="connsiteX2925" fmla="*/ 4232767 w 4719650"/>
                <a:gd name="connsiteY2925" fmla="*/ 303277 h 1454091"/>
                <a:gd name="connsiteX2926" fmla="*/ 4237685 w 4719650"/>
                <a:gd name="connsiteY2926" fmla="*/ 303277 h 1454091"/>
                <a:gd name="connsiteX2927" fmla="*/ 4240964 w 4719650"/>
                <a:gd name="connsiteY2927" fmla="*/ 306556 h 1454091"/>
                <a:gd name="connsiteX2928" fmla="*/ 4244243 w 4719650"/>
                <a:gd name="connsiteY2928" fmla="*/ 306556 h 1454091"/>
                <a:gd name="connsiteX2929" fmla="*/ 4249161 w 4719650"/>
                <a:gd name="connsiteY2929" fmla="*/ 306556 h 1454091"/>
                <a:gd name="connsiteX2930" fmla="*/ 4252440 w 4719650"/>
                <a:gd name="connsiteY2930" fmla="*/ 306556 h 1454091"/>
                <a:gd name="connsiteX2931" fmla="*/ 4255719 w 4719650"/>
                <a:gd name="connsiteY2931" fmla="*/ 308195 h 1454091"/>
                <a:gd name="connsiteX2932" fmla="*/ 4258997 w 4719650"/>
                <a:gd name="connsiteY2932" fmla="*/ 308195 h 1454091"/>
                <a:gd name="connsiteX2933" fmla="*/ 4263915 w 4719650"/>
                <a:gd name="connsiteY2933" fmla="*/ 309835 h 1454091"/>
                <a:gd name="connsiteX2934" fmla="*/ 4267194 w 4719650"/>
                <a:gd name="connsiteY2934" fmla="*/ 308195 h 1454091"/>
                <a:gd name="connsiteX2935" fmla="*/ 4270472 w 4719650"/>
                <a:gd name="connsiteY2935" fmla="*/ 309835 h 1454091"/>
                <a:gd name="connsiteX2936" fmla="*/ 4275391 w 4719650"/>
                <a:gd name="connsiteY2936" fmla="*/ 311474 h 1454091"/>
                <a:gd name="connsiteX2937" fmla="*/ 4278669 w 4719650"/>
                <a:gd name="connsiteY2937" fmla="*/ 313113 h 1454091"/>
                <a:gd name="connsiteX2938" fmla="*/ 4281948 w 4719650"/>
                <a:gd name="connsiteY2938" fmla="*/ 313113 h 1454091"/>
                <a:gd name="connsiteX2939" fmla="*/ 4286865 w 4719650"/>
                <a:gd name="connsiteY2939" fmla="*/ 314753 h 1454091"/>
                <a:gd name="connsiteX2940" fmla="*/ 4290144 w 4719650"/>
                <a:gd name="connsiteY2940" fmla="*/ 314753 h 1454091"/>
                <a:gd name="connsiteX2941" fmla="*/ 4295062 w 4719650"/>
                <a:gd name="connsiteY2941" fmla="*/ 314753 h 1454091"/>
                <a:gd name="connsiteX2942" fmla="*/ 4298341 w 4719650"/>
                <a:gd name="connsiteY2942" fmla="*/ 316392 h 1454091"/>
                <a:gd name="connsiteX2943" fmla="*/ 4303259 w 4719650"/>
                <a:gd name="connsiteY2943" fmla="*/ 318031 h 1454091"/>
                <a:gd name="connsiteX2944" fmla="*/ 4306538 w 4719650"/>
                <a:gd name="connsiteY2944" fmla="*/ 319671 h 1454091"/>
                <a:gd name="connsiteX2945" fmla="*/ 4311455 w 4719650"/>
                <a:gd name="connsiteY2945" fmla="*/ 319671 h 1454091"/>
                <a:gd name="connsiteX2946" fmla="*/ 4316374 w 4719650"/>
                <a:gd name="connsiteY2946" fmla="*/ 321310 h 1454091"/>
                <a:gd name="connsiteX2947" fmla="*/ 4313095 w 4719650"/>
                <a:gd name="connsiteY2947" fmla="*/ 321310 h 1454091"/>
                <a:gd name="connsiteX2948" fmla="*/ 4309816 w 4719650"/>
                <a:gd name="connsiteY2948" fmla="*/ 319671 h 1454091"/>
                <a:gd name="connsiteX2949" fmla="*/ 4304899 w 4719650"/>
                <a:gd name="connsiteY2949" fmla="*/ 319671 h 1454091"/>
                <a:gd name="connsiteX2950" fmla="*/ 4309816 w 4719650"/>
                <a:gd name="connsiteY2950" fmla="*/ 321310 h 1454091"/>
                <a:gd name="connsiteX2951" fmla="*/ 4313095 w 4719650"/>
                <a:gd name="connsiteY2951" fmla="*/ 324589 h 1454091"/>
                <a:gd name="connsiteX2952" fmla="*/ 4316374 w 4719650"/>
                <a:gd name="connsiteY2952" fmla="*/ 324589 h 1454091"/>
                <a:gd name="connsiteX2953" fmla="*/ 4321292 w 4719650"/>
                <a:gd name="connsiteY2953" fmla="*/ 324589 h 1454091"/>
                <a:gd name="connsiteX2954" fmla="*/ 4324571 w 4719650"/>
                <a:gd name="connsiteY2954" fmla="*/ 326228 h 1454091"/>
                <a:gd name="connsiteX2955" fmla="*/ 4329489 w 4719650"/>
                <a:gd name="connsiteY2955" fmla="*/ 326228 h 1454091"/>
                <a:gd name="connsiteX2956" fmla="*/ 4332768 w 4719650"/>
                <a:gd name="connsiteY2956" fmla="*/ 327867 h 1454091"/>
                <a:gd name="connsiteX2957" fmla="*/ 4337685 w 4719650"/>
                <a:gd name="connsiteY2957" fmla="*/ 327867 h 1454091"/>
                <a:gd name="connsiteX2958" fmla="*/ 4340964 w 4719650"/>
                <a:gd name="connsiteY2958" fmla="*/ 329507 h 1454091"/>
                <a:gd name="connsiteX2959" fmla="*/ 4344242 w 4719650"/>
                <a:gd name="connsiteY2959" fmla="*/ 331146 h 1454091"/>
                <a:gd name="connsiteX2960" fmla="*/ 4349161 w 4719650"/>
                <a:gd name="connsiteY2960" fmla="*/ 332785 h 1454091"/>
                <a:gd name="connsiteX2961" fmla="*/ 4352439 w 4719650"/>
                <a:gd name="connsiteY2961" fmla="*/ 331146 h 1454091"/>
                <a:gd name="connsiteX2962" fmla="*/ 4349161 w 4719650"/>
                <a:gd name="connsiteY2962" fmla="*/ 331146 h 1454091"/>
                <a:gd name="connsiteX2963" fmla="*/ 4344242 w 4719650"/>
                <a:gd name="connsiteY2963" fmla="*/ 329507 h 1454091"/>
                <a:gd name="connsiteX2964" fmla="*/ 4340964 w 4719650"/>
                <a:gd name="connsiteY2964" fmla="*/ 327867 h 1454091"/>
                <a:gd name="connsiteX2965" fmla="*/ 4336045 w 4719650"/>
                <a:gd name="connsiteY2965" fmla="*/ 327867 h 1454091"/>
                <a:gd name="connsiteX2966" fmla="*/ 4331128 w 4719650"/>
                <a:gd name="connsiteY2966" fmla="*/ 326228 h 1454091"/>
                <a:gd name="connsiteX2967" fmla="*/ 4327849 w 4719650"/>
                <a:gd name="connsiteY2967" fmla="*/ 324589 h 1454091"/>
                <a:gd name="connsiteX2968" fmla="*/ 4331128 w 4719650"/>
                <a:gd name="connsiteY2968" fmla="*/ 326228 h 1454091"/>
                <a:gd name="connsiteX2969" fmla="*/ 4336045 w 4719650"/>
                <a:gd name="connsiteY2969" fmla="*/ 326228 h 1454091"/>
                <a:gd name="connsiteX2970" fmla="*/ 4340964 w 4719650"/>
                <a:gd name="connsiteY2970" fmla="*/ 327867 h 1454091"/>
                <a:gd name="connsiteX2971" fmla="*/ 4344242 w 4719650"/>
                <a:gd name="connsiteY2971" fmla="*/ 329507 h 1454091"/>
                <a:gd name="connsiteX2972" fmla="*/ 4349161 w 4719650"/>
                <a:gd name="connsiteY2972" fmla="*/ 329507 h 1454091"/>
                <a:gd name="connsiteX2973" fmla="*/ 4352439 w 4719650"/>
                <a:gd name="connsiteY2973" fmla="*/ 331146 h 1454091"/>
                <a:gd name="connsiteX2974" fmla="*/ 4357358 w 4719650"/>
                <a:gd name="connsiteY2974" fmla="*/ 332785 h 1454091"/>
                <a:gd name="connsiteX2975" fmla="*/ 4360635 w 4719650"/>
                <a:gd name="connsiteY2975" fmla="*/ 332785 h 1454091"/>
                <a:gd name="connsiteX2976" fmla="*/ 4357358 w 4719650"/>
                <a:gd name="connsiteY2976" fmla="*/ 332785 h 1454091"/>
                <a:gd name="connsiteX2977" fmla="*/ 4360635 w 4719650"/>
                <a:gd name="connsiteY2977" fmla="*/ 336064 h 1454091"/>
                <a:gd name="connsiteX2978" fmla="*/ 4363914 w 4719650"/>
                <a:gd name="connsiteY2978" fmla="*/ 337703 h 1454091"/>
                <a:gd name="connsiteX2979" fmla="*/ 4367193 w 4719650"/>
                <a:gd name="connsiteY2979" fmla="*/ 334425 h 1454091"/>
                <a:gd name="connsiteX2980" fmla="*/ 4370472 w 4719650"/>
                <a:gd name="connsiteY2980" fmla="*/ 336064 h 1454091"/>
                <a:gd name="connsiteX2981" fmla="*/ 4375390 w 4719650"/>
                <a:gd name="connsiteY2981" fmla="*/ 336064 h 1454091"/>
                <a:gd name="connsiteX2982" fmla="*/ 4378669 w 4719650"/>
                <a:gd name="connsiteY2982" fmla="*/ 339343 h 1454091"/>
                <a:gd name="connsiteX2983" fmla="*/ 4383587 w 4719650"/>
                <a:gd name="connsiteY2983" fmla="*/ 337703 h 1454091"/>
                <a:gd name="connsiteX2984" fmla="*/ 4386865 w 4719650"/>
                <a:gd name="connsiteY2984" fmla="*/ 339343 h 1454091"/>
                <a:gd name="connsiteX2985" fmla="*/ 4391783 w 4719650"/>
                <a:gd name="connsiteY2985" fmla="*/ 340982 h 1454091"/>
                <a:gd name="connsiteX2986" fmla="*/ 4395062 w 4719650"/>
                <a:gd name="connsiteY2986" fmla="*/ 340982 h 1454091"/>
                <a:gd name="connsiteX2987" fmla="*/ 4399980 w 4719650"/>
                <a:gd name="connsiteY2987" fmla="*/ 342621 h 1454091"/>
                <a:gd name="connsiteX2988" fmla="*/ 4403259 w 4719650"/>
                <a:gd name="connsiteY2988" fmla="*/ 344261 h 1454091"/>
                <a:gd name="connsiteX2989" fmla="*/ 4408177 w 4719650"/>
                <a:gd name="connsiteY2989" fmla="*/ 344261 h 1454091"/>
                <a:gd name="connsiteX2990" fmla="*/ 4411456 w 4719650"/>
                <a:gd name="connsiteY2990" fmla="*/ 345900 h 1454091"/>
                <a:gd name="connsiteX2991" fmla="*/ 4416373 w 4719650"/>
                <a:gd name="connsiteY2991" fmla="*/ 347539 h 1454091"/>
                <a:gd name="connsiteX2992" fmla="*/ 4419652 w 4719650"/>
                <a:gd name="connsiteY2992" fmla="*/ 347539 h 1454091"/>
                <a:gd name="connsiteX2993" fmla="*/ 4424570 w 4719650"/>
                <a:gd name="connsiteY2993" fmla="*/ 349179 h 1454091"/>
                <a:gd name="connsiteX2994" fmla="*/ 4427849 w 4719650"/>
                <a:gd name="connsiteY2994" fmla="*/ 349179 h 1454091"/>
                <a:gd name="connsiteX2995" fmla="*/ 4432767 w 4719650"/>
                <a:gd name="connsiteY2995" fmla="*/ 350818 h 1454091"/>
                <a:gd name="connsiteX2996" fmla="*/ 4437684 w 4719650"/>
                <a:gd name="connsiteY2996" fmla="*/ 352457 h 1454091"/>
                <a:gd name="connsiteX2997" fmla="*/ 4440963 w 4719650"/>
                <a:gd name="connsiteY2997" fmla="*/ 352457 h 1454091"/>
                <a:gd name="connsiteX2998" fmla="*/ 4444242 w 4719650"/>
                <a:gd name="connsiteY2998" fmla="*/ 354097 h 1454091"/>
                <a:gd name="connsiteX2999" fmla="*/ 4449160 w 4719650"/>
                <a:gd name="connsiteY2999" fmla="*/ 354097 h 1454091"/>
                <a:gd name="connsiteX3000" fmla="*/ 4454078 w 4719650"/>
                <a:gd name="connsiteY3000" fmla="*/ 355736 h 1454091"/>
                <a:gd name="connsiteX3001" fmla="*/ 4457357 w 4719650"/>
                <a:gd name="connsiteY3001" fmla="*/ 355736 h 1454091"/>
                <a:gd name="connsiteX3002" fmla="*/ 4457357 w 4719650"/>
                <a:gd name="connsiteY3002" fmla="*/ 357375 h 1454091"/>
                <a:gd name="connsiteX3003" fmla="*/ 4457357 w 4719650"/>
                <a:gd name="connsiteY3003" fmla="*/ 357375 h 1454091"/>
                <a:gd name="connsiteX3004" fmla="*/ 4460636 w 4719650"/>
                <a:gd name="connsiteY3004" fmla="*/ 359015 h 1454091"/>
                <a:gd name="connsiteX3005" fmla="*/ 4465553 w 4719650"/>
                <a:gd name="connsiteY3005" fmla="*/ 360654 h 1454091"/>
                <a:gd name="connsiteX3006" fmla="*/ 4468832 w 4719650"/>
                <a:gd name="connsiteY3006" fmla="*/ 362293 h 1454091"/>
                <a:gd name="connsiteX3007" fmla="*/ 4472111 w 4719650"/>
                <a:gd name="connsiteY3007" fmla="*/ 365572 h 1454091"/>
                <a:gd name="connsiteX3008" fmla="*/ 4475389 w 4719650"/>
                <a:gd name="connsiteY3008" fmla="*/ 368851 h 1454091"/>
                <a:gd name="connsiteX3009" fmla="*/ 4478668 w 4719650"/>
                <a:gd name="connsiteY3009" fmla="*/ 367211 h 1454091"/>
                <a:gd name="connsiteX3010" fmla="*/ 4475389 w 4719650"/>
                <a:gd name="connsiteY3010" fmla="*/ 363933 h 1454091"/>
                <a:gd name="connsiteX3011" fmla="*/ 4478668 w 4719650"/>
                <a:gd name="connsiteY3011" fmla="*/ 365572 h 1454091"/>
                <a:gd name="connsiteX3012" fmla="*/ 4483586 w 4719650"/>
                <a:gd name="connsiteY3012" fmla="*/ 367211 h 1454091"/>
                <a:gd name="connsiteX3013" fmla="*/ 4486865 w 4719650"/>
                <a:gd name="connsiteY3013" fmla="*/ 367211 h 1454091"/>
                <a:gd name="connsiteX3014" fmla="*/ 4490143 w 4719650"/>
                <a:gd name="connsiteY3014" fmla="*/ 370490 h 1454091"/>
                <a:gd name="connsiteX3015" fmla="*/ 4495061 w 4719650"/>
                <a:gd name="connsiteY3015" fmla="*/ 373769 h 1454091"/>
                <a:gd name="connsiteX3016" fmla="*/ 4498340 w 4719650"/>
                <a:gd name="connsiteY3016" fmla="*/ 377047 h 1454091"/>
                <a:gd name="connsiteX3017" fmla="*/ 4501619 w 4719650"/>
                <a:gd name="connsiteY3017" fmla="*/ 380326 h 1454091"/>
                <a:gd name="connsiteX3018" fmla="*/ 4504898 w 4719650"/>
                <a:gd name="connsiteY3018" fmla="*/ 381965 h 1454091"/>
                <a:gd name="connsiteX3019" fmla="*/ 4509816 w 4719650"/>
                <a:gd name="connsiteY3019" fmla="*/ 383605 h 1454091"/>
                <a:gd name="connsiteX3020" fmla="*/ 4513095 w 4719650"/>
                <a:gd name="connsiteY3020" fmla="*/ 383605 h 1454091"/>
                <a:gd name="connsiteX3021" fmla="*/ 4518012 w 4719650"/>
                <a:gd name="connsiteY3021" fmla="*/ 386883 h 1454091"/>
                <a:gd name="connsiteX3022" fmla="*/ 4521291 w 4719650"/>
                <a:gd name="connsiteY3022" fmla="*/ 388523 h 1454091"/>
                <a:gd name="connsiteX3023" fmla="*/ 4524569 w 4719650"/>
                <a:gd name="connsiteY3023" fmla="*/ 391802 h 1454091"/>
                <a:gd name="connsiteX3024" fmla="*/ 4521291 w 4719650"/>
                <a:gd name="connsiteY3024" fmla="*/ 391802 h 1454091"/>
                <a:gd name="connsiteX3025" fmla="*/ 4524569 w 4719650"/>
                <a:gd name="connsiteY3025" fmla="*/ 395080 h 1454091"/>
                <a:gd name="connsiteX3026" fmla="*/ 4527848 w 4719650"/>
                <a:gd name="connsiteY3026" fmla="*/ 396719 h 1454091"/>
                <a:gd name="connsiteX3027" fmla="*/ 4532766 w 4719650"/>
                <a:gd name="connsiteY3027" fmla="*/ 396719 h 1454091"/>
                <a:gd name="connsiteX3028" fmla="*/ 4536045 w 4719650"/>
                <a:gd name="connsiteY3028" fmla="*/ 398359 h 1454091"/>
                <a:gd name="connsiteX3029" fmla="*/ 4540963 w 4719650"/>
                <a:gd name="connsiteY3029" fmla="*/ 398359 h 1454091"/>
                <a:gd name="connsiteX3030" fmla="*/ 4544241 w 4719650"/>
                <a:gd name="connsiteY3030" fmla="*/ 399998 h 1454091"/>
                <a:gd name="connsiteX3031" fmla="*/ 4549159 w 4719650"/>
                <a:gd name="connsiteY3031" fmla="*/ 403277 h 1454091"/>
                <a:gd name="connsiteX3032" fmla="*/ 4552438 w 4719650"/>
                <a:gd name="connsiteY3032" fmla="*/ 404916 h 1454091"/>
                <a:gd name="connsiteX3033" fmla="*/ 4557356 w 4719650"/>
                <a:gd name="connsiteY3033" fmla="*/ 406555 h 1454091"/>
                <a:gd name="connsiteX3034" fmla="*/ 4555717 w 4719650"/>
                <a:gd name="connsiteY3034" fmla="*/ 401637 h 1454091"/>
                <a:gd name="connsiteX3035" fmla="*/ 4560635 w 4719650"/>
                <a:gd name="connsiteY3035" fmla="*/ 401637 h 1454091"/>
                <a:gd name="connsiteX3036" fmla="*/ 4563914 w 4719650"/>
                <a:gd name="connsiteY3036" fmla="*/ 404916 h 1454091"/>
                <a:gd name="connsiteX3037" fmla="*/ 4567192 w 4719650"/>
                <a:gd name="connsiteY3037" fmla="*/ 408195 h 1454091"/>
                <a:gd name="connsiteX3038" fmla="*/ 4572110 w 4719650"/>
                <a:gd name="connsiteY3038" fmla="*/ 411473 h 1454091"/>
                <a:gd name="connsiteX3039" fmla="*/ 4575389 w 4719650"/>
                <a:gd name="connsiteY3039" fmla="*/ 411473 h 1454091"/>
                <a:gd name="connsiteX3040" fmla="*/ 4573749 w 4719650"/>
                <a:gd name="connsiteY3040" fmla="*/ 409834 h 1454091"/>
                <a:gd name="connsiteX3041" fmla="*/ 4573749 w 4719650"/>
                <a:gd name="connsiteY3041" fmla="*/ 406555 h 1454091"/>
                <a:gd name="connsiteX3042" fmla="*/ 4570471 w 4719650"/>
                <a:gd name="connsiteY3042" fmla="*/ 403277 h 1454091"/>
                <a:gd name="connsiteX3043" fmla="*/ 4565553 w 4719650"/>
                <a:gd name="connsiteY3043" fmla="*/ 401637 h 1454091"/>
                <a:gd name="connsiteX3044" fmla="*/ 4562275 w 4719650"/>
                <a:gd name="connsiteY3044" fmla="*/ 399998 h 1454091"/>
                <a:gd name="connsiteX3045" fmla="*/ 4557356 w 4719650"/>
                <a:gd name="connsiteY3045" fmla="*/ 399998 h 1454091"/>
                <a:gd name="connsiteX3046" fmla="*/ 4554078 w 4719650"/>
                <a:gd name="connsiteY3046" fmla="*/ 399998 h 1454091"/>
                <a:gd name="connsiteX3047" fmla="*/ 4550799 w 4719650"/>
                <a:gd name="connsiteY3047" fmla="*/ 398359 h 1454091"/>
                <a:gd name="connsiteX3048" fmla="*/ 4547520 w 4719650"/>
                <a:gd name="connsiteY3048" fmla="*/ 396719 h 1454091"/>
                <a:gd name="connsiteX3049" fmla="*/ 4549159 w 4719650"/>
                <a:gd name="connsiteY3049" fmla="*/ 393441 h 1454091"/>
                <a:gd name="connsiteX3050" fmla="*/ 4545881 w 4719650"/>
                <a:gd name="connsiteY3050" fmla="*/ 391802 h 1454091"/>
                <a:gd name="connsiteX3051" fmla="*/ 4540963 w 4719650"/>
                <a:gd name="connsiteY3051" fmla="*/ 388523 h 1454091"/>
                <a:gd name="connsiteX3052" fmla="*/ 4537685 w 4719650"/>
                <a:gd name="connsiteY3052" fmla="*/ 386883 h 1454091"/>
                <a:gd name="connsiteX3053" fmla="*/ 4534406 w 4719650"/>
                <a:gd name="connsiteY3053" fmla="*/ 383605 h 1454091"/>
                <a:gd name="connsiteX3054" fmla="*/ 4529488 w 4719650"/>
                <a:gd name="connsiteY3054" fmla="*/ 381965 h 1454091"/>
                <a:gd name="connsiteX3055" fmla="*/ 4526209 w 4719650"/>
                <a:gd name="connsiteY3055" fmla="*/ 381965 h 1454091"/>
                <a:gd name="connsiteX3056" fmla="*/ 4521291 w 4719650"/>
                <a:gd name="connsiteY3056" fmla="*/ 380326 h 1454091"/>
                <a:gd name="connsiteX3057" fmla="*/ 4518012 w 4719650"/>
                <a:gd name="connsiteY3057" fmla="*/ 380326 h 1454091"/>
                <a:gd name="connsiteX3058" fmla="*/ 4514734 w 4719650"/>
                <a:gd name="connsiteY3058" fmla="*/ 378687 h 1454091"/>
                <a:gd name="connsiteX3059" fmla="*/ 4509816 w 4719650"/>
                <a:gd name="connsiteY3059" fmla="*/ 378687 h 1454091"/>
                <a:gd name="connsiteX3060" fmla="*/ 4514734 w 4719650"/>
                <a:gd name="connsiteY3060" fmla="*/ 378687 h 1454091"/>
                <a:gd name="connsiteX3061" fmla="*/ 4518012 w 4719650"/>
                <a:gd name="connsiteY3061" fmla="*/ 378687 h 1454091"/>
                <a:gd name="connsiteX3062" fmla="*/ 4522930 w 4719650"/>
                <a:gd name="connsiteY3062" fmla="*/ 378687 h 1454091"/>
                <a:gd name="connsiteX3063" fmla="*/ 4526209 w 4719650"/>
                <a:gd name="connsiteY3063" fmla="*/ 378687 h 1454091"/>
                <a:gd name="connsiteX3064" fmla="*/ 4531127 w 4719650"/>
                <a:gd name="connsiteY3064" fmla="*/ 378687 h 1454091"/>
                <a:gd name="connsiteX3065" fmla="*/ 4534406 w 4719650"/>
                <a:gd name="connsiteY3065" fmla="*/ 377047 h 1454091"/>
                <a:gd name="connsiteX3066" fmla="*/ 4537685 w 4719650"/>
                <a:gd name="connsiteY3066" fmla="*/ 377047 h 1454091"/>
                <a:gd name="connsiteX3067" fmla="*/ 4542602 w 4719650"/>
                <a:gd name="connsiteY3067" fmla="*/ 380326 h 1454091"/>
                <a:gd name="connsiteX3068" fmla="*/ 4545881 w 4719650"/>
                <a:gd name="connsiteY3068" fmla="*/ 378687 h 1454091"/>
                <a:gd name="connsiteX3069" fmla="*/ 4550799 w 4719650"/>
                <a:gd name="connsiteY3069" fmla="*/ 378687 h 1454091"/>
                <a:gd name="connsiteX3070" fmla="*/ 4554078 w 4719650"/>
                <a:gd name="connsiteY3070" fmla="*/ 380326 h 1454091"/>
                <a:gd name="connsiteX3071" fmla="*/ 4550799 w 4719650"/>
                <a:gd name="connsiteY3071" fmla="*/ 380326 h 1454091"/>
                <a:gd name="connsiteX3072" fmla="*/ 4554078 w 4719650"/>
                <a:gd name="connsiteY3072" fmla="*/ 383605 h 1454091"/>
                <a:gd name="connsiteX3073" fmla="*/ 4557356 w 4719650"/>
                <a:gd name="connsiteY3073" fmla="*/ 386883 h 1454091"/>
                <a:gd name="connsiteX3074" fmla="*/ 4562275 w 4719650"/>
                <a:gd name="connsiteY3074" fmla="*/ 386883 h 1454091"/>
                <a:gd name="connsiteX3075" fmla="*/ 4558996 w 4719650"/>
                <a:gd name="connsiteY3075" fmla="*/ 381965 h 1454091"/>
                <a:gd name="connsiteX3076" fmla="*/ 4562275 w 4719650"/>
                <a:gd name="connsiteY3076" fmla="*/ 383605 h 1454091"/>
                <a:gd name="connsiteX3077" fmla="*/ 4567192 w 4719650"/>
                <a:gd name="connsiteY3077" fmla="*/ 385244 h 1454091"/>
                <a:gd name="connsiteX3078" fmla="*/ 4570471 w 4719650"/>
                <a:gd name="connsiteY3078" fmla="*/ 385244 h 1454091"/>
                <a:gd name="connsiteX3079" fmla="*/ 4575389 w 4719650"/>
                <a:gd name="connsiteY3079" fmla="*/ 385244 h 1454091"/>
                <a:gd name="connsiteX3080" fmla="*/ 4580307 w 4719650"/>
                <a:gd name="connsiteY3080" fmla="*/ 383605 h 1454091"/>
                <a:gd name="connsiteX3081" fmla="*/ 4575389 w 4719650"/>
                <a:gd name="connsiteY3081" fmla="*/ 383605 h 1454091"/>
                <a:gd name="connsiteX3082" fmla="*/ 4570471 w 4719650"/>
                <a:gd name="connsiteY3082" fmla="*/ 381965 h 1454091"/>
                <a:gd name="connsiteX3083" fmla="*/ 4567192 w 4719650"/>
                <a:gd name="connsiteY3083" fmla="*/ 381965 h 1454091"/>
                <a:gd name="connsiteX3084" fmla="*/ 4562275 w 4719650"/>
                <a:gd name="connsiteY3084" fmla="*/ 381965 h 1454091"/>
                <a:gd name="connsiteX3085" fmla="*/ 4558996 w 4719650"/>
                <a:gd name="connsiteY3085" fmla="*/ 380326 h 1454091"/>
                <a:gd name="connsiteX3086" fmla="*/ 4563914 w 4719650"/>
                <a:gd name="connsiteY3086" fmla="*/ 380326 h 1454091"/>
                <a:gd name="connsiteX3087" fmla="*/ 4565553 w 4719650"/>
                <a:gd name="connsiteY3087" fmla="*/ 380326 h 1454091"/>
                <a:gd name="connsiteX3088" fmla="*/ 4568831 w 4719650"/>
                <a:gd name="connsiteY3088" fmla="*/ 380326 h 1454091"/>
                <a:gd name="connsiteX3089" fmla="*/ 4573749 w 4719650"/>
                <a:gd name="connsiteY3089" fmla="*/ 381965 h 1454091"/>
                <a:gd name="connsiteX3090" fmla="*/ 4568831 w 4719650"/>
                <a:gd name="connsiteY3090" fmla="*/ 381965 h 1454091"/>
                <a:gd name="connsiteX3091" fmla="*/ 4573749 w 4719650"/>
                <a:gd name="connsiteY3091" fmla="*/ 381965 h 1454091"/>
                <a:gd name="connsiteX3092" fmla="*/ 4577028 w 4719650"/>
                <a:gd name="connsiteY3092" fmla="*/ 381965 h 1454091"/>
                <a:gd name="connsiteX3093" fmla="*/ 4581946 w 4719650"/>
                <a:gd name="connsiteY3093" fmla="*/ 383605 h 1454091"/>
                <a:gd name="connsiteX3094" fmla="*/ 4585225 w 4719650"/>
                <a:gd name="connsiteY3094" fmla="*/ 383605 h 1454091"/>
                <a:gd name="connsiteX3095" fmla="*/ 4590143 w 4719650"/>
                <a:gd name="connsiteY3095" fmla="*/ 383605 h 1454091"/>
                <a:gd name="connsiteX3096" fmla="*/ 4593421 w 4719650"/>
                <a:gd name="connsiteY3096" fmla="*/ 383605 h 1454091"/>
                <a:gd name="connsiteX3097" fmla="*/ 4598339 w 4719650"/>
                <a:gd name="connsiteY3097" fmla="*/ 383605 h 1454091"/>
                <a:gd name="connsiteX3098" fmla="*/ 4601618 w 4719650"/>
                <a:gd name="connsiteY3098" fmla="*/ 383605 h 1454091"/>
                <a:gd name="connsiteX3099" fmla="*/ 4606536 w 4719650"/>
                <a:gd name="connsiteY3099" fmla="*/ 386883 h 1454091"/>
                <a:gd name="connsiteX3100" fmla="*/ 4609815 w 4719650"/>
                <a:gd name="connsiteY3100" fmla="*/ 388523 h 1454091"/>
                <a:gd name="connsiteX3101" fmla="*/ 4614733 w 4719650"/>
                <a:gd name="connsiteY3101" fmla="*/ 390162 h 1454091"/>
                <a:gd name="connsiteX3102" fmla="*/ 4618012 w 4719650"/>
                <a:gd name="connsiteY3102" fmla="*/ 390162 h 1454091"/>
                <a:gd name="connsiteX3103" fmla="*/ 4621290 w 4719650"/>
                <a:gd name="connsiteY3103" fmla="*/ 393441 h 1454091"/>
                <a:gd name="connsiteX3104" fmla="*/ 4626208 w 4719650"/>
                <a:gd name="connsiteY3104" fmla="*/ 395080 h 1454091"/>
                <a:gd name="connsiteX3105" fmla="*/ 4631126 w 4719650"/>
                <a:gd name="connsiteY3105" fmla="*/ 396719 h 1454091"/>
                <a:gd name="connsiteX3106" fmla="*/ 4634405 w 4719650"/>
                <a:gd name="connsiteY3106" fmla="*/ 396719 h 1454091"/>
                <a:gd name="connsiteX3107" fmla="*/ 4637684 w 4719650"/>
                <a:gd name="connsiteY3107" fmla="*/ 398359 h 1454091"/>
                <a:gd name="connsiteX3108" fmla="*/ 4642602 w 4719650"/>
                <a:gd name="connsiteY3108" fmla="*/ 398359 h 1454091"/>
                <a:gd name="connsiteX3109" fmla="*/ 4647519 w 4719650"/>
                <a:gd name="connsiteY3109" fmla="*/ 399998 h 1454091"/>
                <a:gd name="connsiteX3110" fmla="*/ 4650798 w 4719650"/>
                <a:gd name="connsiteY3110" fmla="*/ 401637 h 1454091"/>
                <a:gd name="connsiteX3111" fmla="*/ 4654077 w 4719650"/>
                <a:gd name="connsiteY3111" fmla="*/ 401637 h 1454091"/>
                <a:gd name="connsiteX3112" fmla="*/ 4658995 w 4719650"/>
                <a:gd name="connsiteY3112" fmla="*/ 403277 h 1454091"/>
                <a:gd name="connsiteX3113" fmla="*/ 4663913 w 4719650"/>
                <a:gd name="connsiteY3113" fmla="*/ 404916 h 1454091"/>
                <a:gd name="connsiteX3114" fmla="*/ 4667192 w 4719650"/>
                <a:gd name="connsiteY3114" fmla="*/ 406555 h 1454091"/>
                <a:gd name="connsiteX3115" fmla="*/ 4670471 w 4719650"/>
                <a:gd name="connsiteY3115" fmla="*/ 406555 h 1454091"/>
                <a:gd name="connsiteX3116" fmla="*/ 4672109 w 4719650"/>
                <a:gd name="connsiteY3116" fmla="*/ 411473 h 1454091"/>
                <a:gd name="connsiteX3117" fmla="*/ 4675388 w 4719650"/>
                <a:gd name="connsiteY3117" fmla="*/ 408195 h 1454091"/>
                <a:gd name="connsiteX3118" fmla="*/ 4678667 w 4719650"/>
                <a:gd name="connsiteY3118" fmla="*/ 409834 h 1454091"/>
                <a:gd name="connsiteX3119" fmla="*/ 4683585 w 4719650"/>
                <a:gd name="connsiteY3119" fmla="*/ 409834 h 1454091"/>
                <a:gd name="connsiteX3120" fmla="*/ 4686864 w 4719650"/>
                <a:gd name="connsiteY3120" fmla="*/ 413113 h 1454091"/>
                <a:gd name="connsiteX3121" fmla="*/ 4683585 w 4719650"/>
                <a:gd name="connsiteY3121" fmla="*/ 413113 h 1454091"/>
                <a:gd name="connsiteX3122" fmla="*/ 4686864 w 4719650"/>
                <a:gd name="connsiteY3122" fmla="*/ 414752 h 1454091"/>
                <a:gd name="connsiteX3123" fmla="*/ 4691782 w 4719650"/>
                <a:gd name="connsiteY3123" fmla="*/ 413113 h 1454091"/>
                <a:gd name="connsiteX3124" fmla="*/ 4695061 w 4719650"/>
                <a:gd name="connsiteY3124" fmla="*/ 414752 h 1454091"/>
                <a:gd name="connsiteX3125" fmla="*/ 4701618 w 4719650"/>
                <a:gd name="connsiteY3125" fmla="*/ 418031 h 1454091"/>
                <a:gd name="connsiteX3126" fmla="*/ 4696699 w 4719650"/>
                <a:gd name="connsiteY3126" fmla="*/ 422949 h 1454091"/>
                <a:gd name="connsiteX3127" fmla="*/ 4696699 w 4719650"/>
                <a:gd name="connsiteY3127" fmla="*/ 426228 h 1454091"/>
                <a:gd name="connsiteX3128" fmla="*/ 4699978 w 4719650"/>
                <a:gd name="connsiteY3128" fmla="*/ 429506 h 1454091"/>
                <a:gd name="connsiteX3129" fmla="*/ 4704896 w 4719650"/>
                <a:gd name="connsiteY3129" fmla="*/ 431145 h 1454091"/>
                <a:gd name="connsiteX3130" fmla="*/ 4704896 w 4719650"/>
                <a:gd name="connsiteY3130" fmla="*/ 436064 h 1454091"/>
                <a:gd name="connsiteX3131" fmla="*/ 4701618 w 4719650"/>
                <a:gd name="connsiteY3131" fmla="*/ 434424 h 1454091"/>
                <a:gd name="connsiteX3132" fmla="*/ 4698339 w 4719650"/>
                <a:gd name="connsiteY3132" fmla="*/ 434424 h 1454091"/>
                <a:gd name="connsiteX3133" fmla="*/ 4693422 w 4719650"/>
                <a:gd name="connsiteY3133" fmla="*/ 432785 h 1454091"/>
                <a:gd name="connsiteX3134" fmla="*/ 4690143 w 4719650"/>
                <a:gd name="connsiteY3134" fmla="*/ 432785 h 1454091"/>
                <a:gd name="connsiteX3135" fmla="*/ 4685225 w 4719650"/>
                <a:gd name="connsiteY3135" fmla="*/ 431145 h 1454091"/>
                <a:gd name="connsiteX3136" fmla="*/ 4681946 w 4719650"/>
                <a:gd name="connsiteY3136" fmla="*/ 429506 h 1454091"/>
                <a:gd name="connsiteX3137" fmla="*/ 4677028 w 4719650"/>
                <a:gd name="connsiteY3137" fmla="*/ 429506 h 1454091"/>
                <a:gd name="connsiteX3138" fmla="*/ 4673749 w 4719650"/>
                <a:gd name="connsiteY3138" fmla="*/ 427867 h 1454091"/>
                <a:gd name="connsiteX3139" fmla="*/ 4668832 w 4719650"/>
                <a:gd name="connsiteY3139" fmla="*/ 426228 h 1454091"/>
                <a:gd name="connsiteX3140" fmla="*/ 4673749 w 4719650"/>
                <a:gd name="connsiteY3140" fmla="*/ 429506 h 1454091"/>
                <a:gd name="connsiteX3141" fmla="*/ 4677028 w 4719650"/>
                <a:gd name="connsiteY3141" fmla="*/ 429506 h 1454091"/>
                <a:gd name="connsiteX3142" fmla="*/ 4681946 w 4719650"/>
                <a:gd name="connsiteY3142" fmla="*/ 432785 h 1454091"/>
                <a:gd name="connsiteX3143" fmla="*/ 4685225 w 4719650"/>
                <a:gd name="connsiteY3143" fmla="*/ 432785 h 1454091"/>
                <a:gd name="connsiteX3144" fmla="*/ 4690143 w 4719650"/>
                <a:gd name="connsiteY3144" fmla="*/ 434424 h 1454091"/>
                <a:gd name="connsiteX3145" fmla="*/ 4693422 w 4719650"/>
                <a:gd name="connsiteY3145" fmla="*/ 434424 h 1454091"/>
                <a:gd name="connsiteX3146" fmla="*/ 4696699 w 4719650"/>
                <a:gd name="connsiteY3146" fmla="*/ 436064 h 1454091"/>
                <a:gd name="connsiteX3147" fmla="*/ 4699978 w 4719650"/>
                <a:gd name="connsiteY3147" fmla="*/ 440982 h 1454091"/>
                <a:gd name="connsiteX3148" fmla="*/ 4696699 w 4719650"/>
                <a:gd name="connsiteY3148" fmla="*/ 439342 h 1454091"/>
                <a:gd name="connsiteX3149" fmla="*/ 4691782 w 4719650"/>
                <a:gd name="connsiteY3149" fmla="*/ 439342 h 1454091"/>
                <a:gd name="connsiteX3150" fmla="*/ 4688503 w 4719650"/>
                <a:gd name="connsiteY3150" fmla="*/ 437703 h 1454091"/>
                <a:gd name="connsiteX3151" fmla="*/ 4683585 w 4719650"/>
                <a:gd name="connsiteY3151" fmla="*/ 437703 h 1454091"/>
                <a:gd name="connsiteX3152" fmla="*/ 4680306 w 4719650"/>
                <a:gd name="connsiteY3152" fmla="*/ 439342 h 1454091"/>
                <a:gd name="connsiteX3153" fmla="*/ 4677028 w 4719650"/>
                <a:gd name="connsiteY3153" fmla="*/ 439342 h 1454091"/>
                <a:gd name="connsiteX3154" fmla="*/ 4673749 w 4719650"/>
                <a:gd name="connsiteY3154" fmla="*/ 439342 h 1454091"/>
                <a:gd name="connsiteX3155" fmla="*/ 4677028 w 4719650"/>
                <a:gd name="connsiteY3155" fmla="*/ 437703 h 1454091"/>
                <a:gd name="connsiteX3156" fmla="*/ 4673749 w 4719650"/>
                <a:gd name="connsiteY3156" fmla="*/ 437703 h 1454091"/>
                <a:gd name="connsiteX3157" fmla="*/ 4668832 w 4719650"/>
                <a:gd name="connsiteY3157" fmla="*/ 437703 h 1454091"/>
                <a:gd name="connsiteX3158" fmla="*/ 4665553 w 4719650"/>
                <a:gd name="connsiteY3158" fmla="*/ 437703 h 1454091"/>
                <a:gd name="connsiteX3159" fmla="*/ 4660635 w 4719650"/>
                <a:gd name="connsiteY3159" fmla="*/ 437703 h 1454091"/>
                <a:gd name="connsiteX3160" fmla="*/ 4657356 w 4719650"/>
                <a:gd name="connsiteY3160" fmla="*/ 434424 h 1454091"/>
                <a:gd name="connsiteX3161" fmla="*/ 4654077 w 4719650"/>
                <a:gd name="connsiteY3161" fmla="*/ 432785 h 1454091"/>
                <a:gd name="connsiteX3162" fmla="*/ 4649159 w 4719650"/>
                <a:gd name="connsiteY3162" fmla="*/ 432785 h 1454091"/>
                <a:gd name="connsiteX3163" fmla="*/ 4645880 w 4719650"/>
                <a:gd name="connsiteY3163" fmla="*/ 432785 h 1454091"/>
                <a:gd name="connsiteX3164" fmla="*/ 4642602 w 4719650"/>
                <a:gd name="connsiteY3164" fmla="*/ 431145 h 1454091"/>
                <a:gd name="connsiteX3165" fmla="*/ 4637684 w 4719650"/>
                <a:gd name="connsiteY3165" fmla="*/ 432785 h 1454091"/>
                <a:gd name="connsiteX3166" fmla="*/ 4642602 w 4719650"/>
                <a:gd name="connsiteY3166" fmla="*/ 432785 h 1454091"/>
                <a:gd name="connsiteX3167" fmla="*/ 4645880 w 4719650"/>
                <a:gd name="connsiteY3167" fmla="*/ 434424 h 1454091"/>
                <a:gd name="connsiteX3168" fmla="*/ 4650798 w 4719650"/>
                <a:gd name="connsiteY3168" fmla="*/ 434424 h 1454091"/>
                <a:gd name="connsiteX3169" fmla="*/ 4654077 w 4719650"/>
                <a:gd name="connsiteY3169" fmla="*/ 436064 h 1454091"/>
                <a:gd name="connsiteX3170" fmla="*/ 4658995 w 4719650"/>
                <a:gd name="connsiteY3170" fmla="*/ 437703 h 1454091"/>
                <a:gd name="connsiteX3171" fmla="*/ 4662274 w 4719650"/>
                <a:gd name="connsiteY3171" fmla="*/ 440982 h 1454091"/>
                <a:gd name="connsiteX3172" fmla="*/ 4665553 w 4719650"/>
                <a:gd name="connsiteY3172" fmla="*/ 442621 h 1454091"/>
                <a:gd name="connsiteX3173" fmla="*/ 4668832 w 4719650"/>
                <a:gd name="connsiteY3173" fmla="*/ 440982 h 1454091"/>
                <a:gd name="connsiteX3174" fmla="*/ 4673749 w 4719650"/>
                <a:gd name="connsiteY3174" fmla="*/ 444260 h 1454091"/>
                <a:gd name="connsiteX3175" fmla="*/ 4677028 w 4719650"/>
                <a:gd name="connsiteY3175" fmla="*/ 447539 h 1454091"/>
                <a:gd name="connsiteX3176" fmla="*/ 4680306 w 4719650"/>
                <a:gd name="connsiteY3176" fmla="*/ 449178 h 1454091"/>
                <a:gd name="connsiteX3177" fmla="*/ 4677028 w 4719650"/>
                <a:gd name="connsiteY3177" fmla="*/ 449178 h 1454091"/>
                <a:gd name="connsiteX3178" fmla="*/ 4673749 w 4719650"/>
                <a:gd name="connsiteY3178" fmla="*/ 449178 h 1454091"/>
                <a:gd name="connsiteX3179" fmla="*/ 4668832 w 4719650"/>
                <a:gd name="connsiteY3179" fmla="*/ 450818 h 1454091"/>
                <a:gd name="connsiteX3180" fmla="*/ 4673749 w 4719650"/>
                <a:gd name="connsiteY3180" fmla="*/ 450818 h 1454091"/>
                <a:gd name="connsiteX3181" fmla="*/ 4677028 w 4719650"/>
                <a:gd name="connsiteY3181" fmla="*/ 450818 h 1454091"/>
                <a:gd name="connsiteX3182" fmla="*/ 4680306 w 4719650"/>
                <a:gd name="connsiteY3182" fmla="*/ 450818 h 1454091"/>
                <a:gd name="connsiteX3183" fmla="*/ 4685225 w 4719650"/>
                <a:gd name="connsiteY3183" fmla="*/ 452457 h 1454091"/>
                <a:gd name="connsiteX3184" fmla="*/ 4688503 w 4719650"/>
                <a:gd name="connsiteY3184" fmla="*/ 454096 h 1454091"/>
                <a:gd name="connsiteX3185" fmla="*/ 4691782 w 4719650"/>
                <a:gd name="connsiteY3185" fmla="*/ 459014 h 1454091"/>
                <a:gd name="connsiteX3186" fmla="*/ 4691782 w 4719650"/>
                <a:gd name="connsiteY3186" fmla="*/ 462293 h 1454091"/>
                <a:gd name="connsiteX3187" fmla="*/ 4686864 w 4719650"/>
                <a:gd name="connsiteY3187" fmla="*/ 462293 h 1454091"/>
                <a:gd name="connsiteX3188" fmla="*/ 4683585 w 4719650"/>
                <a:gd name="connsiteY3188" fmla="*/ 463932 h 1454091"/>
                <a:gd name="connsiteX3189" fmla="*/ 4678667 w 4719650"/>
                <a:gd name="connsiteY3189" fmla="*/ 463932 h 1454091"/>
                <a:gd name="connsiteX3190" fmla="*/ 4678667 w 4719650"/>
                <a:gd name="connsiteY3190" fmla="*/ 467211 h 1454091"/>
                <a:gd name="connsiteX3191" fmla="*/ 4681946 w 4719650"/>
                <a:gd name="connsiteY3191" fmla="*/ 465572 h 1454091"/>
                <a:gd name="connsiteX3192" fmla="*/ 4686864 w 4719650"/>
                <a:gd name="connsiteY3192" fmla="*/ 465572 h 1454091"/>
                <a:gd name="connsiteX3193" fmla="*/ 4690143 w 4719650"/>
                <a:gd name="connsiteY3193" fmla="*/ 468850 h 1454091"/>
                <a:gd name="connsiteX3194" fmla="*/ 4688503 w 4719650"/>
                <a:gd name="connsiteY3194" fmla="*/ 472129 h 1454091"/>
                <a:gd name="connsiteX3195" fmla="*/ 4691782 w 4719650"/>
                <a:gd name="connsiteY3195" fmla="*/ 472129 h 1454091"/>
                <a:gd name="connsiteX3196" fmla="*/ 4696699 w 4719650"/>
                <a:gd name="connsiteY3196" fmla="*/ 473768 h 1454091"/>
                <a:gd name="connsiteX3197" fmla="*/ 4699978 w 4719650"/>
                <a:gd name="connsiteY3197" fmla="*/ 473768 h 1454091"/>
                <a:gd name="connsiteX3198" fmla="*/ 4704896 w 4719650"/>
                <a:gd name="connsiteY3198" fmla="*/ 475408 h 1454091"/>
                <a:gd name="connsiteX3199" fmla="*/ 4708175 w 4719650"/>
                <a:gd name="connsiteY3199" fmla="*/ 475408 h 1454091"/>
                <a:gd name="connsiteX3200" fmla="*/ 4711454 w 4719650"/>
                <a:gd name="connsiteY3200" fmla="*/ 475408 h 1454091"/>
                <a:gd name="connsiteX3201" fmla="*/ 4716372 w 4719650"/>
                <a:gd name="connsiteY3201" fmla="*/ 478686 h 1454091"/>
                <a:gd name="connsiteX3202" fmla="*/ 4719651 w 4719650"/>
                <a:gd name="connsiteY3202" fmla="*/ 481965 h 1454091"/>
                <a:gd name="connsiteX3203" fmla="*/ 4716372 w 4719650"/>
                <a:gd name="connsiteY3203" fmla="*/ 481965 h 1454091"/>
                <a:gd name="connsiteX3204" fmla="*/ 4711454 w 4719650"/>
                <a:gd name="connsiteY3204" fmla="*/ 481965 h 1454091"/>
                <a:gd name="connsiteX3205" fmla="*/ 4708175 w 4719650"/>
                <a:gd name="connsiteY3205" fmla="*/ 480326 h 1454091"/>
                <a:gd name="connsiteX3206" fmla="*/ 4704896 w 4719650"/>
                <a:gd name="connsiteY3206" fmla="*/ 478686 h 1454091"/>
                <a:gd name="connsiteX3207" fmla="*/ 4699978 w 4719650"/>
                <a:gd name="connsiteY3207" fmla="*/ 478686 h 1454091"/>
                <a:gd name="connsiteX3208" fmla="*/ 4704896 w 4719650"/>
                <a:gd name="connsiteY3208" fmla="*/ 480326 h 1454091"/>
                <a:gd name="connsiteX3209" fmla="*/ 4708175 w 4719650"/>
                <a:gd name="connsiteY3209" fmla="*/ 483604 h 1454091"/>
                <a:gd name="connsiteX3210" fmla="*/ 4709815 w 4719650"/>
                <a:gd name="connsiteY3210" fmla="*/ 486883 h 1454091"/>
                <a:gd name="connsiteX3211" fmla="*/ 4706536 w 4719650"/>
                <a:gd name="connsiteY3211" fmla="*/ 488522 h 1454091"/>
                <a:gd name="connsiteX3212" fmla="*/ 4704896 w 4719650"/>
                <a:gd name="connsiteY3212" fmla="*/ 486883 h 1454091"/>
                <a:gd name="connsiteX3213" fmla="*/ 4701618 w 4719650"/>
                <a:gd name="connsiteY3213" fmla="*/ 486883 h 1454091"/>
                <a:gd name="connsiteX3214" fmla="*/ 4698339 w 4719650"/>
                <a:gd name="connsiteY3214" fmla="*/ 485244 h 1454091"/>
                <a:gd name="connsiteX3215" fmla="*/ 4693422 w 4719650"/>
                <a:gd name="connsiteY3215" fmla="*/ 483604 h 1454091"/>
                <a:gd name="connsiteX3216" fmla="*/ 4691782 w 4719650"/>
                <a:gd name="connsiteY3216" fmla="*/ 478686 h 1454091"/>
                <a:gd name="connsiteX3217" fmla="*/ 4688503 w 4719650"/>
                <a:gd name="connsiteY3217" fmla="*/ 477047 h 1454091"/>
                <a:gd name="connsiteX3218" fmla="*/ 4683585 w 4719650"/>
                <a:gd name="connsiteY3218" fmla="*/ 475408 h 1454091"/>
                <a:gd name="connsiteX3219" fmla="*/ 4680306 w 4719650"/>
                <a:gd name="connsiteY3219" fmla="*/ 473768 h 1454091"/>
                <a:gd name="connsiteX3220" fmla="*/ 4681946 w 4719650"/>
                <a:gd name="connsiteY3220" fmla="*/ 475408 h 1454091"/>
                <a:gd name="connsiteX3221" fmla="*/ 4685225 w 4719650"/>
                <a:gd name="connsiteY3221" fmla="*/ 477047 h 1454091"/>
                <a:gd name="connsiteX3222" fmla="*/ 4690143 w 4719650"/>
                <a:gd name="connsiteY3222" fmla="*/ 480326 h 1454091"/>
                <a:gd name="connsiteX3223" fmla="*/ 4688503 w 4719650"/>
                <a:gd name="connsiteY3223" fmla="*/ 483604 h 1454091"/>
                <a:gd name="connsiteX3224" fmla="*/ 4683585 w 4719650"/>
                <a:gd name="connsiteY3224" fmla="*/ 483604 h 1454091"/>
                <a:gd name="connsiteX3225" fmla="*/ 4680306 w 4719650"/>
                <a:gd name="connsiteY3225" fmla="*/ 483604 h 1454091"/>
                <a:gd name="connsiteX3226" fmla="*/ 4675388 w 4719650"/>
                <a:gd name="connsiteY3226" fmla="*/ 481965 h 1454091"/>
                <a:gd name="connsiteX3227" fmla="*/ 4672109 w 4719650"/>
                <a:gd name="connsiteY3227" fmla="*/ 481965 h 1454091"/>
                <a:gd name="connsiteX3228" fmla="*/ 4668832 w 4719650"/>
                <a:gd name="connsiteY3228" fmla="*/ 478686 h 1454091"/>
                <a:gd name="connsiteX3229" fmla="*/ 4665553 w 4719650"/>
                <a:gd name="connsiteY3229" fmla="*/ 477047 h 1454091"/>
                <a:gd name="connsiteX3230" fmla="*/ 4660635 w 4719650"/>
                <a:gd name="connsiteY3230" fmla="*/ 475408 h 1454091"/>
                <a:gd name="connsiteX3231" fmla="*/ 4660635 w 4719650"/>
                <a:gd name="connsiteY3231" fmla="*/ 475408 h 1454091"/>
                <a:gd name="connsiteX3232" fmla="*/ 4657356 w 4719650"/>
                <a:gd name="connsiteY3232" fmla="*/ 473768 h 1454091"/>
                <a:gd name="connsiteX3233" fmla="*/ 4652438 w 4719650"/>
                <a:gd name="connsiteY3233" fmla="*/ 472129 h 1454091"/>
                <a:gd name="connsiteX3234" fmla="*/ 4650798 w 4719650"/>
                <a:gd name="connsiteY3234" fmla="*/ 472129 h 1454091"/>
                <a:gd name="connsiteX3235" fmla="*/ 4647519 w 4719650"/>
                <a:gd name="connsiteY3235" fmla="*/ 472129 h 1454091"/>
                <a:gd name="connsiteX3236" fmla="*/ 4644242 w 4719650"/>
                <a:gd name="connsiteY3236" fmla="*/ 470490 h 1454091"/>
                <a:gd name="connsiteX3237" fmla="*/ 4639323 w 4719650"/>
                <a:gd name="connsiteY3237" fmla="*/ 470490 h 1454091"/>
                <a:gd name="connsiteX3238" fmla="*/ 4636045 w 4719650"/>
                <a:gd name="connsiteY3238" fmla="*/ 468850 h 1454091"/>
                <a:gd name="connsiteX3239" fmla="*/ 4631126 w 4719650"/>
                <a:gd name="connsiteY3239" fmla="*/ 468850 h 1454091"/>
                <a:gd name="connsiteX3240" fmla="*/ 4627848 w 4719650"/>
                <a:gd name="connsiteY3240" fmla="*/ 467211 h 1454091"/>
                <a:gd name="connsiteX3241" fmla="*/ 4624569 w 4719650"/>
                <a:gd name="connsiteY3241" fmla="*/ 465572 h 1454091"/>
                <a:gd name="connsiteX3242" fmla="*/ 4619651 w 4719650"/>
                <a:gd name="connsiteY3242" fmla="*/ 463932 h 1454091"/>
                <a:gd name="connsiteX3243" fmla="*/ 4622929 w 4719650"/>
                <a:gd name="connsiteY3243" fmla="*/ 467211 h 1454091"/>
                <a:gd name="connsiteX3244" fmla="*/ 4619651 w 4719650"/>
                <a:gd name="connsiteY3244" fmla="*/ 467211 h 1454091"/>
                <a:gd name="connsiteX3245" fmla="*/ 4616373 w 4719650"/>
                <a:gd name="connsiteY3245" fmla="*/ 467211 h 1454091"/>
                <a:gd name="connsiteX3246" fmla="*/ 4611455 w 4719650"/>
                <a:gd name="connsiteY3246" fmla="*/ 467211 h 1454091"/>
                <a:gd name="connsiteX3247" fmla="*/ 4608176 w 4719650"/>
                <a:gd name="connsiteY3247" fmla="*/ 463932 h 1454091"/>
                <a:gd name="connsiteX3248" fmla="*/ 4604897 w 4719650"/>
                <a:gd name="connsiteY3248" fmla="*/ 463932 h 1454091"/>
                <a:gd name="connsiteX3249" fmla="*/ 4599979 w 4719650"/>
                <a:gd name="connsiteY3249" fmla="*/ 462293 h 1454091"/>
                <a:gd name="connsiteX3250" fmla="*/ 4596700 w 4719650"/>
                <a:gd name="connsiteY3250" fmla="*/ 462293 h 1454091"/>
                <a:gd name="connsiteX3251" fmla="*/ 4591783 w 4719650"/>
                <a:gd name="connsiteY3251" fmla="*/ 460654 h 1454091"/>
                <a:gd name="connsiteX3252" fmla="*/ 4588504 w 4719650"/>
                <a:gd name="connsiteY3252" fmla="*/ 459014 h 1454091"/>
                <a:gd name="connsiteX3253" fmla="*/ 4585225 w 4719650"/>
                <a:gd name="connsiteY3253" fmla="*/ 455736 h 1454091"/>
                <a:gd name="connsiteX3254" fmla="*/ 4581946 w 4719650"/>
                <a:gd name="connsiteY3254" fmla="*/ 452457 h 1454091"/>
                <a:gd name="connsiteX3255" fmla="*/ 4577028 w 4719650"/>
                <a:gd name="connsiteY3255" fmla="*/ 450818 h 1454091"/>
                <a:gd name="connsiteX3256" fmla="*/ 4573749 w 4719650"/>
                <a:gd name="connsiteY3256" fmla="*/ 449178 h 1454091"/>
                <a:gd name="connsiteX3257" fmla="*/ 4568831 w 4719650"/>
                <a:gd name="connsiteY3257" fmla="*/ 445900 h 1454091"/>
                <a:gd name="connsiteX3258" fmla="*/ 4565553 w 4719650"/>
                <a:gd name="connsiteY3258" fmla="*/ 444260 h 1454091"/>
                <a:gd name="connsiteX3259" fmla="*/ 4560635 w 4719650"/>
                <a:gd name="connsiteY3259" fmla="*/ 442621 h 1454091"/>
                <a:gd name="connsiteX3260" fmla="*/ 4557356 w 4719650"/>
                <a:gd name="connsiteY3260" fmla="*/ 440982 h 1454091"/>
                <a:gd name="connsiteX3261" fmla="*/ 4554078 w 4719650"/>
                <a:gd name="connsiteY3261" fmla="*/ 440982 h 1454091"/>
                <a:gd name="connsiteX3262" fmla="*/ 4549159 w 4719650"/>
                <a:gd name="connsiteY3262" fmla="*/ 440982 h 1454091"/>
                <a:gd name="connsiteX3263" fmla="*/ 4545881 w 4719650"/>
                <a:gd name="connsiteY3263" fmla="*/ 439342 h 1454091"/>
                <a:gd name="connsiteX3264" fmla="*/ 4540963 w 4719650"/>
                <a:gd name="connsiteY3264" fmla="*/ 439342 h 1454091"/>
                <a:gd name="connsiteX3265" fmla="*/ 4537685 w 4719650"/>
                <a:gd name="connsiteY3265" fmla="*/ 437703 h 1454091"/>
                <a:gd name="connsiteX3266" fmla="*/ 4534406 w 4719650"/>
                <a:gd name="connsiteY3266" fmla="*/ 437703 h 1454091"/>
                <a:gd name="connsiteX3267" fmla="*/ 4529488 w 4719650"/>
                <a:gd name="connsiteY3267" fmla="*/ 436064 h 1454091"/>
                <a:gd name="connsiteX3268" fmla="*/ 4526209 w 4719650"/>
                <a:gd name="connsiteY3268" fmla="*/ 436064 h 1454091"/>
                <a:gd name="connsiteX3269" fmla="*/ 4521291 w 4719650"/>
                <a:gd name="connsiteY3269" fmla="*/ 436064 h 1454091"/>
                <a:gd name="connsiteX3270" fmla="*/ 4518012 w 4719650"/>
                <a:gd name="connsiteY3270" fmla="*/ 436064 h 1454091"/>
                <a:gd name="connsiteX3271" fmla="*/ 4514734 w 4719650"/>
                <a:gd name="connsiteY3271" fmla="*/ 439342 h 1454091"/>
                <a:gd name="connsiteX3272" fmla="*/ 4511455 w 4719650"/>
                <a:gd name="connsiteY3272" fmla="*/ 440982 h 1454091"/>
                <a:gd name="connsiteX3273" fmla="*/ 4506537 w 4719650"/>
                <a:gd name="connsiteY3273" fmla="*/ 440982 h 1454091"/>
                <a:gd name="connsiteX3274" fmla="*/ 4503258 w 4719650"/>
                <a:gd name="connsiteY3274" fmla="*/ 440982 h 1454091"/>
                <a:gd name="connsiteX3275" fmla="*/ 4498340 w 4719650"/>
                <a:gd name="connsiteY3275" fmla="*/ 440982 h 1454091"/>
                <a:gd name="connsiteX3276" fmla="*/ 4495061 w 4719650"/>
                <a:gd name="connsiteY3276" fmla="*/ 440982 h 1454091"/>
                <a:gd name="connsiteX3277" fmla="*/ 4491782 w 4719650"/>
                <a:gd name="connsiteY3277" fmla="*/ 440982 h 1454091"/>
                <a:gd name="connsiteX3278" fmla="*/ 4486865 w 4719650"/>
                <a:gd name="connsiteY3278" fmla="*/ 440982 h 1454091"/>
                <a:gd name="connsiteX3279" fmla="*/ 4483586 w 4719650"/>
                <a:gd name="connsiteY3279" fmla="*/ 439342 h 1454091"/>
                <a:gd name="connsiteX3280" fmla="*/ 4480308 w 4719650"/>
                <a:gd name="connsiteY3280" fmla="*/ 437703 h 1454091"/>
                <a:gd name="connsiteX3281" fmla="*/ 4475389 w 4719650"/>
                <a:gd name="connsiteY3281" fmla="*/ 432785 h 1454091"/>
                <a:gd name="connsiteX3282" fmla="*/ 4472111 w 4719650"/>
                <a:gd name="connsiteY3282" fmla="*/ 429506 h 1454091"/>
                <a:gd name="connsiteX3283" fmla="*/ 4468832 w 4719650"/>
                <a:gd name="connsiteY3283" fmla="*/ 429506 h 1454091"/>
                <a:gd name="connsiteX3284" fmla="*/ 4463914 w 4719650"/>
                <a:gd name="connsiteY3284" fmla="*/ 429506 h 1454091"/>
                <a:gd name="connsiteX3285" fmla="*/ 4460636 w 4719650"/>
                <a:gd name="connsiteY3285" fmla="*/ 427867 h 1454091"/>
                <a:gd name="connsiteX3286" fmla="*/ 4455718 w 4719650"/>
                <a:gd name="connsiteY3286" fmla="*/ 426228 h 1454091"/>
                <a:gd name="connsiteX3287" fmla="*/ 4452439 w 4719650"/>
                <a:gd name="connsiteY3287" fmla="*/ 424588 h 1454091"/>
                <a:gd name="connsiteX3288" fmla="*/ 4447521 w 4719650"/>
                <a:gd name="connsiteY3288" fmla="*/ 421309 h 1454091"/>
                <a:gd name="connsiteX3289" fmla="*/ 4444242 w 4719650"/>
                <a:gd name="connsiteY3289" fmla="*/ 419670 h 1454091"/>
                <a:gd name="connsiteX3290" fmla="*/ 4447521 w 4719650"/>
                <a:gd name="connsiteY3290" fmla="*/ 419670 h 1454091"/>
                <a:gd name="connsiteX3291" fmla="*/ 4445881 w 4719650"/>
                <a:gd name="connsiteY3291" fmla="*/ 416392 h 1454091"/>
                <a:gd name="connsiteX3292" fmla="*/ 4444242 w 4719650"/>
                <a:gd name="connsiteY3292" fmla="*/ 413113 h 1454091"/>
                <a:gd name="connsiteX3293" fmla="*/ 4440963 w 4719650"/>
                <a:gd name="connsiteY3293" fmla="*/ 408195 h 1454091"/>
                <a:gd name="connsiteX3294" fmla="*/ 4437684 w 4719650"/>
                <a:gd name="connsiteY3294" fmla="*/ 406555 h 1454091"/>
                <a:gd name="connsiteX3295" fmla="*/ 4434406 w 4719650"/>
                <a:gd name="connsiteY3295" fmla="*/ 406555 h 1454091"/>
                <a:gd name="connsiteX3296" fmla="*/ 4436046 w 4719650"/>
                <a:gd name="connsiteY3296" fmla="*/ 409834 h 1454091"/>
                <a:gd name="connsiteX3297" fmla="*/ 4436046 w 4719650"/>
                <a:gd name="connsiteY3297" fmla="*/ 413113 h 1454091"/>
                <a:gd name="connsiteX3298" fmla="*/ 4432767 w 4719650"/>
                <a:gd name="connsiteY3298" fmla="*/ 413113 h 1454091"/>
                <a:gd name="connsiteX3299" fmla="*/ 4427849 w 4719650"/>
                <a:gd name="connsiteY3299" fmla="*/ 411473 h 1454091"/>
                <a:gd name="connsiteX3300" fmla="*/ 4424570 w 4719650"/>
                <a:gd name="connsiteY3300" fmla="*/ 409834 h 1454091"/>
                <a:gd name="connsiteX3301" fmla="*/ 4421291 w 4719650"/>
                <a:gd name="connsiteY3301" fmla="*/ 406555 h 1454091"/>
                <a:gd name="connsiteX3302" fmla="*/ 4416373 w 4719650"/>
                <a:gd name="connsiteY3302" fmla="*/ 404916 h 1454091"/>
                <a:gd name="connsiteX3303" fmla="*/ 4419652 w 4719650"/>
                <a:gd name="connsiteY3303" fmla="*/ 408195 h 1454091"/>
                <a:gd name="connsiteX3304" fmla="*/ 4421291 w 4719650"/>
                <a:gd name="connsiteY3304" fmla="*/ 408195 h 1454091"/>
                <a:gd name="connsiteX3305" fmla="*/ 4416373 w 4719650"/>
                <a:gd name="connsiteY3305" fmla="*/ 408195 h 1454091"/>
                <a:gd name="connsiteX3306" fmla="*/ 4413094 w 4719650"/>
                <a:gd name="connsiteY3306" fmla="*/ 408195 h 1454091"/>
                <a:gd name="connsiteX3307" fmla="*/ 4416373 w 4719650"/>
                <a:gd name="connsiteY3307" fmla="*/ 409834 h 1454091"/>
                <a:gd name="connsiteX3308" fmla="*/ 4421291 w 4719650"/>
                <a:gd name="connsiteY3308" fmla="*/ 411473 h 1454091"/>
                <a:gd name="connsiteX3309" fmla="*/ 4424570 w 4719650"/>
                <a:gd name="connsiteY3309" fmla="*/ 413113 h 1454091"/>
                <a:gd name="connsiteX3310" fmla="*/ 4421291 w 4719650"/>
                <a:gd name="connsiteY3310" fmla="*/ 414752 h 1454091"/>
                <a:gd name="connsiteX3311" fmla="*/ 4416373 w 4719650"/>
                <a:gd name="connsiteY3311" fmla="*/ 416392 h 1454091"/>
                <a:gd name="connsiteX3312" fmla="*/ 4413094 w 4719650"/>
                <a:gd name="connsiteY3312" fmla="*/ 413113 h 1454091"/>
                <a:gd name="connsiteX3313" fmla="*/ 4414734 w 4719650"/>
                <a:gd name="connsiteY3313" fmla="*/ 416392 h 1454091"/>
                <a:gd name="connsiteX3314" fmla="*/ 4418012 w 4719650"/>
                <a:gd name="connsiteY3314" fmla="*/ 419670 h 1454091"/>
                <a:gd name="connsiteX3315" fmla="*/ 4422931 w 4719650"/>
                <a:gd name="connsiteY3315" fmla="*/ 422949 h 1454091"/>
                <a:gd name="connsiteX3316" fmla="*/ 4426209 w 4719650"/>
                <a:gd name="connsiteY3316" fmla="*/ 424588 h 1454091"/>
                <a:gd name="connsiteX3317" fmla="*/ 4429488 w 4719650"/>
                <a:gd name="connsiteY3317" fmla="*/ 426228 h 1454091"/>
                <a:gd name="connsiteX3318" fmla="*/ 4434406 w 4719650"/>
                <a:gd name="connsiteY3318" fmla="*/ 429506 h 1454091"/>
                <a:gd name="connsiteX3319" fmla="*/ 4437684 w 4719650"/>
                <a:gd name="connsiteY3319" fmla="*/ 429506 h 1454091"/>
                <a:gd name="connsiteX3320" fmla="*/ 4442602 w 4719650"/>
                <a:gd name="connsiteY3320" fmla="*/ 431145 h 1454091"/>
                <a:gd name="connsiteX3321" fmla="*/ 4445881 w 4719650"/>
                <a:gd name="connsiteY3321" fmla="*/ 432785 h 1454091"/>
                <a:gd name="connsiteX3322" fmla="*/ 4450799 w 4719650"/>
                <a:gd name="connsiteY3322" fmla="*/ 432785 h 1454091"/>
                <a:gd name="connsiteX3323" fmla="*/ 4454078 w 4719650"/>
                <a:gd name="connsiteY3323" fmla="*/ 436064 h 1454091"/>
                <a:gd name="connsiteX3324" fmla="*/ 4457357 w 4719650"/>
                <a:gd name="connsiteY3324" fmla="*/ 437703 h 1454091"/>
                <a:gd name="connsiteX3325" fmla="*/ 4457357 w 4719650"/>
                <a:gd name="connsiteY3325" fmla="*/ 440982 h 1454091"/>
                <a:gd name="connsiteX3326" fmla="*/ 4454078 w 4719650"/>
                <a:gd name="connsiteY3326" fmla="*/ 442621 h 1454091"/>
                <a:gd name="connsiteX3327" fmla="*/ 4450799 w 4719650"/>
                <a:gd name="connsiteY3327" fmla="*/ 442621 h 1454091"/>
                <a:gd name="connsiteX3328" fmla="*/ 4445881 w 4719650"/>
                <a:gd name="connsiteY3328" fmla="*/ 442621 h 1454091"/>
                <a:gd name="connsiteX3329" fmla="*/ 4444242 w 4719650"/>
                <a:gd name="connsiteY3329" fmla="*/ 444260 h 1454091"/>
                <a:gd name="connsiteX3330" fmla="*/ 4444242 w 4719650"/>
                <a:gd name="connsiteY3330" fmla="*/ 445900 h 1454091"/>
                <a:gd name="connsiteX3331" fmla="*/ 4449160 w 4719650"/>
                <a:gd name="connsiteY3331" fmla="*/ 445900 h 1454091"/>
                <a:gd name="connsiteX3332" fmla="*/ 4452439 w 4719650"/>
                <a:gd name="connsiteY3332" fmla="*/ 447539 h 1454091"/>
                <a:gd name="connsiteX3333" fmla="*/ 4449160 w 4719650"/>
                <a:gd name="connsiteY3333" fmla="*/ 444260 h 1454091"/>
                <a:gd name="connsiteX3334" fmla="*/ 4452439 w 4719650"/>
                <a:gd name="connsiteY3334" fmla="*/ 444260 h 1454091"/>
                <a:gd name="connsiteX3335" fmla="*/ 4457357 w 4719650"/>
                <a:gd name="connsiteY3335" fmla="*/ 444260 h 1454091"/>
                <a:gd name="connsiteX3336" fmla="*/ 4460636 w 4719650"/>
                <a:gd name="connsiteY3336" fmla="*/ 444260 h 1454091"/>
                <a:gd name="connsiteX3337" fmla="*/ 4463914 w 4719650"/>
                <a:gd name="connsiteY3337" fmla="*/ 447539 h 1454091"/>
                <a:gd name="connsiteX3338" fmla="*/ 4467192 w 4719650"/>
                <a:gd name="connsiteY3338" fmla="*/ 450818 h 1454091"/>
                <a:gd name="connsiteX3339" fmla="*/ 4467192 w 4719650"/>
                <a:gd name="connsiteY3339" fmla="*/ 455736 h 1454091"/>
                <a:gd name="connsiteX3340" fmla="*/ 4462275 w 4719650"/>
                <a:gd name="connsiteY3340" fmla="*/ 455736 h 1454091"/>
                <a:gd name="connsiteX3341" fmla="*/ 4458996 w 4719650"/>
                <a:gd name="connsiteY3341" fmla="*/ 459014 h 1454091"/>
                <a:gd name="connsiteX3342" fmla="*/ 4460636 w 4719650"/>
                <a:gd name="connsiteY3342" fmla="*/ 462293 h 1454091"/>
                <a:gd name="connsiteX3343" fmla="*/ 4457357 w 4719650"/>
                <a:gd name="connsiteY3343" fmla="*/ 465572 h 1454091"/>
                <a:gd name="connsiteX3344" fmla="*/ 4454078 w 4719650"/>
                <a:gd name="connsiteY3344" fmla="*/ 467211 h 1454091"/>
                <a:gd name="connsiteX3345" fmla="*/ 4449160 w 4719650"/>
                <a:gd name="connsiteY3345" fmla="*/ 470490 h 1454091"/>
                <a:gd name="connsiteX3346" fmla="*/ 4445881 w 4719650"/>
                <a:gd name="connsiteY3346" fmla="*/ 473768 h 1454091"/>
                <a:gd name="connsiteX3347" fmla="*/ 4442602 w 4719650"/>
                <a:gd name="connsiteY3347" fmla="*/ 473768 h 1454091"/>
                <a:gd name="connsiteX3348" fmla="*/ 4445881 w 4719650"/>
                <a:gd name="connsiteY3348" fmla="*/ 470490 h 1454091"/>
                <a:gd name="connsiteX3349" fmla="*/ 4440963 w 4719650"/>
                <a:gd name="connsiteY3349" fmla="*/ 470490 h 1454091"/>
                <a:gd name="connsiteX3350" fmla="*/ 4437684 w 4719650"/>
                <a:gd name="connsiteY3350" fmla="*/ 472129 h 1454091"/>
                <a:gd name="connsiteX3351" fmla="*/ 4432767 w 4719650"/>
                <a:gd name="connsiteY3351" fmla="*/ 472129 h 1454091"/>
                <a:gd name="connsiteX3352" fmla="*/ 4429488 w 4719650"/>
                <a:gd name="connsiteY3352" fmla="*/ 472129 h 1454091"/>
                <a:gd name="connsiteX3353" fmla="*/ 4426209 w 4719650"/>
                <a:gd name="connsiteY3353" fmla="*/ 470490 h 1454091"/>
                <a:gd name="connsiteX3354" fmla="*/ 4421291 w 4719650"/>
                <a:gd name="connsiteY3354" fmla="*/ 470490 h 1454091"/>
                <a:gd name="connsiteX3355" fmla="*/ 4418012 w 4719650"/>
                <a:gd name="connsiteY3355" fmla="*/ 470490 h 1454091"/>
                <a:gd name="connsiteX3356" fmla="*/ 4414734 w 4719650"/>
                <a:gd name="connsiteY3356" fmla="*/ 470490 h 1454091"/>
                <a:gd name="connsiteX3357" fmla="*/ 4411456 w 4719650"/>
                <a:gd name="connsiteY3357" fmla="*/ 468850 h 1454091"/>
                <a:gd name="connsiteX3358" fmla="*/ 4406538 w 4719650"/>
                <a:gd name="connsiteY3358" fmla="*/ 467211 h 1454091"/>
                <a:gd name="connsiteX3359" fmla="*/ 4401619 w 4719650"/>
                <a:gd name="connsiteY3359" fmla="*/ 465572 h 1454091"/>
                <a:gd name="connsiteX3360" fmla="*/ 4398341 w 4719650"/>
                <a:gd name="connsiteY3360" fmla="*/ 463932 h 1454091"/>
                <a:gd name="connsiteX3361" fmla="*/ 4395062 w 4719650"/>
                <a:gd name="connsiteY3361" fmla="*/ 462293 h 1454091"/>
                <a:gd name="connsiteX3362" fmla="*/ 4390144 w 4719650"/>
                <a:gd name="connsiteY3362" fmla="*/ 462293 h 1454091"/>
                <a:gd name="connsiteX3363" fmla="*/ 4386865 w 4719650"/>
                <a:gd name="connsiteY3363" fmla="*/ 460654 h 1454091"/>
                <a:gd name="connsiteX3364" fmla="*/ 4383587 w 4719650"/>
                <a:gd name="connsiteY3364" fmla="*/ 459014 h 1454091"/>
                <a:gd name="connsiteX3365" fmla="*/ 4378669 w 4719650"/>
                <a:gd name="connsiteY3365" fmla="*/ 457375 h 1454091"/>
                <a:gd name="connsiteX3366" fmla="*/ 4375390 w 4719650"/>
                <a:gd name="connsiteY3366" fmla="*/ 457375 h 1454091"/>
                <a:gd name="connsiteX3367" fmla="*/ 4372111 w 4719650"/>
                <a:gd name="connsiteY3367" fmla="*/ 455736 h 1454091"/>
                <a:gd name="connsiteX3368" fmla="*/ 4367193 w 4719650"/>
                <a:gd name="connsiteY3368" fmla="*/ 457375 h 1454091"/>
                <a:gd name="connsiteX3369" fmla="*/ 4363914 w 4719650"/>
                <a:gd name="connsiteY3369" fmla="*/ 457375 h 1454091"/>
                <a:gd name="connsiteX3370" fmla="*/ 4358997 w 4719650"/>
                <a:gd name="connsiteY3370" fmla="*/ 455736 h 1454091"/>
                <a:gd name="connsiteX3371" fmla="*/ 4355718 w 4719650"/>
                <a:gd name="connsiteY3371" fmla="*/ 457375 h 1454091"/>
                <a:gd name="connsiteX3372" fmla="*/ 4358997 w 4719650"/>
                <a:gd name="connsiteY3372" fmla="*/ 457375 h 1454091"/>
                <a:gd name="connsiteX3373" fmla="*/ 4363914 w 4719650"/>
                <a:gd name="connsiteY3373" fmla="*/ 459014 h 1454091"/>
                <a:gd name="connsiteX3374" fmla="*/ 4367193 w 4719650"/>
                <a:gd name="connsiteY3374" fmla="*/ 459014 h 1454091"/>
                <a:gd name="connsiteX3375" fmla="*/ 4372111 w 4719650"/>
                <a:gd name="connsiteY3375" fmla="*/ 457375 h 1454091"/>
                <a:gd name="connsiteX3376" fmla="*/ 4375390 w 4719650"/>
                <a:gd name="connsiteY3376" fmla="*/ 457375 h 1454091"/>
                <a:gd name="connsiteX3377" fmla="*/ 4378669 w 4719650"/>
                <a:gd name="connsiteY3377" fmla="*/ 459014 h 1454091"/>
                <a:gd name="connsiteX3378" fmla="*/ 4383587 w 4719650"/>
                <a:gd name="connsiteY3378" fmla="*/ 460654 h 1454091"/>
                <a:gd name="connsiteX3379" fmla="*/ 4386865 w 4719650"/>
                <a:gd name="connsiteY3379" fmla="*/ 462293 h 1454091"/>
                <a:gd name="connsiteX3380" fmla="*/ 4391783 w 4719650"/>
                <a:gd name="connsiteY3380" fmla="*/ 463932 h 1454091"/>
                <a:gd name="connsiteX3381" fmla="*/ 4393422 w 4719650"/>
                <a:gd name="connsiteY3381" fmla="*/ 467211 h 1454091"/>
                <a:gd name="connsiteX3382" fmla="*/ 4390144 w 4719650"/>
                <a:gd name="connsiteY3382" fmla="*/ 467211 h 1454091"/>
                <a:gd name="connsiteX3383" fmla="*/ 4386865 w 4719650"/>
                <a:gd name="connsiteY3383" fmla="*/ 467211 h 1454091"/>
                <a:gd name="connsiteX3384" fmla="*/ 4381948 w 4719650"/>
                <a:gd name="connsiteY3384" fmla="*/ 465572 h 1454091"/>
                <a:gd name="connsiteX3385" fmla="*/ 4378669 w 4719650"/>
                <a:gd name="connsiteY3385" fmla="*/ 463932 h 1454091"/>
                <a:gd name="connsiteX3386" fmla="*/ 4375390 w 4719650"/>
                <a:gd name="connsiteY3386" fmla="*/ 463932 h 1454091"/>
                <a:gd name="connsiteX3387" fmla="*/ 4370472 w 4719650"/>
                <a:gd name="connsiteY3387" fmla="*/ 465572 h 1454091"/>
                <a:gd name="connsiteX3388" fmla="*/ 4367193 w 4719650"/>
                <a:gd name="connsiteY3388" fmla="*/ 463932 h 1454091"/>
                <a:gd name="connsiteX3389" fmla="*/ 4363914 w 4719650"/>
                <a:gd name="connsiteY3389" fmla="*/ 463932 h 1454091"/>
                <a:gd name="connsiteX3390" fmla="*/ 4360635 w 4719650"/>
                <a:gd name="connsiteY3390" fmla="*/ 462293 h 1454091"/>
                <a:gd name="connsiteX3391" fmla="*/ 4355718 w 4719650"/>
                <a:gd name="connsiteY3391" fmla="*/ 462293 h 1454091"/>
                <a:gd name="connsiteX3392" fmla="*/ 4352439 w 4719650"/>
                <a:gd name="connsiteY3392" fmla="*/ 462293 h 1454091"/>
                <a:gd name="connsiteX3393" fmla="*/ 4357358 w 4719650"/>
                <a:gd name="connsiteY3393" fmla="*/ 462293 h 1454091"/>
                <a:gd name="connsiteX3394" fmla="*/ 4360635 w 4719650"/>
                <a:gd name="connsiteY3394" fmla="*/ 463932 h 1454091"/>
                <a:gd name="connsiteX3395" fmla="*/ 4363914 w 4719650"/>
                <a:gd name="connsiteY3395" fmla="*/ 465572 h 1454091"/>
                <a:gd name="connsiteX3396" fmla="*/ 4368832 w 4719650"/>
                <a:gd name="connsiteY3396" fmla="*/ 467211 h 1454091"/>
                <a:gd name="connsiteX3397" fmla="*/ 4372111 w 4719650"/>
                <a:gd name="connsiteY3397" fmla="*/ 468850 h 1454091"/>
                <a:gd name="connsiteX3398" fmla="*/ 4377029 w 4719650"/>
                <a:gd name="connsiteY3398" fmla="*/ 470490 h 1454091"/>
                <a:gd name="connsiteX3399" fmla="*/ 4373751 w 4719650"/>
                <a:gd name="connsiteY3399" fmla="*/ 473768 h 1454091"/>
                <a:gd name="connsiteX3400" fmla="*/ 4377029 w 4719650"/>
                <a:gd name="connsiteY3400" fmla="*/ 473768 h 1454091"/>
                <a:gd name="connsiteX3401" fmla="*/ 4380308 w 4719650"/>
                <a:gd name="connsiteY3401" fmla="*/ 470490 h 1454091"/>
                <a:gd name="connsiteX3402" fmla="*/ 4385226 w 4719650"/>
                <a:gd name="connsiteY3402" fmla="*/ 472129 h 1454091"/>
                <a:gd name="connsiteX3403" fmla="*/ 4388504 w 4719650"/>
                <a:gd name="connsiteY3403" fmla="*/ 473768 h 1454091"/>
                <a:gd name="connsiteX3404" fmla="*/ 4393422 w 4719650"/>
                <a:gd name="connsiteY3404" fmla="*/ 473768 h 1454091"/>
                <a:gd name="connsiteX3405" fmla="*/ 4395062 w 4719650"/>
                <a:gd name="connsiteY3405" fmla="*/ 468850 h 1454091"/>
                <a:gd name="connsiteX3406" fmla="*/ 4398341 w 4719650"/>
                <a:gd name="connsiteY3406" fmla="*/ 468850 h 1454091"/>
                <a:gd name="connsiteX3407" fmla="*/ 4401619 w 4719650"/>
                <a:gd name="connsiteY3407" fmla="*/ 467211 h 1454091"/>
                <a:gd name="connsiteX3408" fmla="*/ 4406538 w 4719650"/>
                <a:gd name="connsiteY3408" fmla="*/ 468850 h 1454091"/>
                <a:gd name="connsiteX3409" fmla="*/ 4409816 w 4719650"/>
                <a:gd name="connsiteY3409" fmla="*/ 472129 h 1454091"/>
                <a:gd name="connsiteX3410" fmla="*/ 4413094 w 4719650"/>
                <a:gd name="connsiteY3410" fmla="*/ 477047 h 1454091"/>
                <a:gd name="connsiteX3411" fmla="*/ 4416373 w 4719650"/>
                <a:gd name="connsiteY3411" fmla="*/ 478686 h 1454091"/>
                <a:gd name="connsiteX3412" fmla="*/ 4419652 w 4719650"/>
                <a:gd name="connsiteY3412" fmla="*/ 480326 h 1454091"/>
                <a:gd name="connsiteX3413" fmla="*/ 4424570 w 4719650"/>
                <a:gd name="connsiteY3413" fmla="*/ 481965 h 1454091"/>
                <a:gd name="connsiteX3414" fmla="*/ 4424570 w 4719650"/>
                <a:gd name="connsiteY3414" fmla="*/ 481965 h 1454091"/>
                <a:gd name="connsiteX3415" fmla="*/ 4427849 w 4719650"/>
                <a:gd name="connsiteY3415" fmla="*/ 483604 h 1454091"/>
                <a:gd name="connsiteX3416" fmla="*/ 4432767 w 4719650"/>
                <a:gd name="connsiteY3416" fmla="*/ 485244 h 1454091"/>
                <a:gd name="connsiteX3417" fmla="*/ 4436046 w 4719650"/>
                <a:gd name="connsiteY3417" fmla="*/ 486883 h 1454091"/>
                <a:gd name="connsiteX3418" fmla="*/ 4440963 w 4719650"/>
                <a:gd name="connsiteY3418" fmla="*/ 488522 h 1454091"/>
                <a:gd name="connsiteX3419" fmla="*/ 4444242 w 4719650"/>
                <a:gd name="connsiteY3419" fmla="*/ 488522 h 1454091"/>
                <a:gd name="connsiteX3420" fmla="*/ 4447521 w 4719650"/>
                <a:gd name="connsiteY3420" fmla="*/ 490162 h 1454091"/>
                <a:gd name="connsiteX3421" fmla="*/ 4452439 w 4719650"/>
                <a:gd name="connsiteY3421" fmla="*/ 490162 h 1454091"/>
                <a:gd name="connsiteX3422" fmla="*/ 4447521 w 4719650"/>
                <a:gd name="connsiteY3422" fmla="*/ 486883 h 1454091"/>
                <a:gd name="connsiteX3423" fmla="*/ 4449160 w 4719650"/>
                <a:gd name="connsiteY3423" fmla="*/ 483604 h 1454091"/>
                <a:gd name="connsiteX3424" fmla="*/ 4454078 w 4719650"/>
                <a:gd name="connsiteY3424" fmla="*/ 486883 h 1454091"/>
                <a:gd name="connsiteX3425" fmla="*/ 4457357 w 4719650"/>
                <a:gd name="connsiteY3425" fmla="*/ 488522 h 1454091"/>
                <a:gd name="connsiteX3426" fmla="*/ 4462275 w 4719650"/>
                <a:gd name="connsiteY3426" fmla="*/ 490162 h 1454091"/>
                <a:gd name="connsiteX3427" fmla="*/ 4465553 w 4719650"/>
                <a:gd name="connsiteY3427" fmla="*/ 491801 h 1454091"/>
                <a:gd name="connsiteX3428" fmla="*/ 4470471 w 4719650"/>
                <a:gd name="connsiteY3428" fmla="*/ 493440 h 1454091"/>
                <a:gd name="connsiteX3429" fmla="*/ 4473750 w 4719650"/>
                <a:gd name="connsiteY3429" fmla="*/ 496719 h 1454091"/>
                <a:gd name="connsiteX3430" fmla="*/ 4470471 w 4719650"/>
                <a:gd name="connsiteY3430" fmla="*/ 495080 h 1454091"/>
                <a:gd name="connsiteX3431" fmla="*/ 4473750 w 4719650"/>
                <a:gd name="connsiteY3431" fmla="*/ 499998 h 1454091"/>
                <a:gd name="connsiteX3432" fmla="*/ 4477029 w 4719650"/>
                <a:gd name="connsiteY3432" fmla="*/ 498358 h 1454091"/>
                <a:gd name="connsiteX3433" fmla="*/ 4480308 w 4719650"/>
                <a:gd name="connsiteY3433" fmla="*/ 499998 h 1454091"/>
                <a:gd name="connsiteX3434" fmla="*/ 4485226 w 4719650"/>
                <a:gd name="connsiteY3434" fmla="*/ 501637 h 1454091"/>
                <a:gd name="connsiteX3435" fmla="*/ 4488505 w 4719650"/>
                <a:gd name="connsiteY3435" fmla="*/ 504916 h 1454091"/>
                <a:gd name="connsiteX3436" fmla="*/ 4493422 w 4719650"/>
                <a:gd name="connsiteY3436" fmla="*/ 506555 h 1454091"/>
                <a:gd name="connsiteX3437" fmla="*/ 4496701 w 4719650"/>
                <a:gd name="connsiteY3437" fmla="*/ 509834 h 1454091"/>
                <a:gd name="connsiteX3438" fmla="*/ 4499979 w 4719650"/>
                <a:gd name="connsiteY3438" fmla="*/ 513112 h 1454091"/>
                <a:gd name="connsiteX3439" fmla="*/ 4496701 w 4719650"/>
                <a:gd name="connsiteY3439" fmla="*/ 511473 h 1454091"/>
                <a:gd name="connsiteX3440" fmla="*/ 4499979 w 4719650"/>
                <a:gd name="connsiteY3440" fmla="*/ 514752 h 1454091"/>
                <a:gd name="connsiteX3441" fmla="*/ 4496701 w 4719650"/>
                <a:gd name="connsiteY3441" fmla="*/ 513112 h 1454091"/>
                <a:gd name="connsiteX3442" fmla="*/ 4493422 w 4719650"/>
                <a:gd name="connsiteY3442" fmla="*/ 511473 h 1454091"/>
                <a:gd name="connsiteX3443" fmla="*/ 4491782 w 4719650"/>
                <a:gd name="connsiteY3443" fmla="*/ 516391 h 1454091"/>
                <a:gd name="connsiteX3444" fmla="*/ 4495061 w 4719650"/>
                <a:gd name="connsiteY3444" fmla="*/ 514752 h 1454091"/>
                <a:gd name="connsiteX3445" fmla="*/ 4499979 w 4719650"/>
                <a:gd name="connsiteY3445" fmla="*/ 514752 h 1454091"/>
                <a:gd name="connsiteX3446" fmla="*/ 4503258 w 4719650"/>
                <a:gd name="connsiteY3446" fmla="*/ 514752 h 1454091"/>
                <a:gd name="connsiteX3447" fmla="*/ 4506537 w 4719650"/>
                <a:gd name="connsiteY3447" fmla="*/ 519670 h 1454091"/>
                <a:gd name="connsiteX3448" fmla="*/ 4509816 w 4719650"/>
                <a:gd name="connsiteY3448" fmla="*/ 518030 h 1454091"/>
                <a:gd name="connsiteX3449" fmla="*/ 4506537 w 4719650"/>
                <a:gd name="connsiteY3449" fmla="*/ 516391 h 1454091"/>
                <a:gd name="connsiteX3450" fmla="*/ 4501619 w 4719650"/>
                <a:gd name="connsiteY3450" fmla="*/ 513112 h 1454091"/>
                <a:gd name="connsiteX3451" fmla="*/ 4506537 w 4719650"/>
                <a:gd name="connsiteY3451" fmla="*/ 516391 h 1454091"/>
                <a:gd name="connsiteX3452" fmla="*/ 4509816 w 4719650"/>
                <a:gd name="connsiteY3452" fmla="*/ 518030 h 1454091"/>
                <a:gd name="connsiteX3453" fmla="*/ 4514734 w 4719650"/>
                <a:gd name="connsiteY3453" fmla="*/ 519670 h 1454091"/>
                <a:gd name="connsiteX3454" fmla="*/ 4518012 w 4719650"/>
                <a:gd name="connsiteY3454" fmla="*/ 521309 h 1454091"/>
                <a:gd name="connsiteX3455" fmla="*/ 4519651 w 4719650"/>
                <a:gd name="connsiteY3455" fmla="*/ 522948 h 1454091"/>
                <a:gd name="connsiteX3456" fmla="*/ 4524569 w 4719650"/>
                <a:gd name="connsiteY3456" fmla="*/ 524588 h 1454091"/>
                <a:gd name="connsiteX3457" fmla="*/ 4519651 w 4719650"/>
                <a:gd name="connsiteY3457" fmla="*/ 522948 h 1454091"/>
                <a:gd name="connsiteX3458" fmla="*/ 4516372 w 4719650"/>
                <a:gd name="connsiteY3458" fmla="*/ 522948 h 1454091"/>
                <a:gd name="connsiteX3459" fmla="*/ 4519651 w 4719650"/>
                <a:gd name="connsiteY3459" fmla="*/ 524588 h 1454091"/>
                <a:gd name="connsiteX3460" fmla="*/ 4524569 w 4719650"/>
                <a:gd name="connsiteY3460" fmla="*/ 526227 h 1454091"/>
                <a:gd name="connsiteX3461" fmla="*/ 4527848 w 4719650"/>
                <a:gd name="connsiteY3461" fmla="*/ 526227 h 1454091"/>
                <a:gd name="connsiteX3462" fmla="*/ 4531127 w 4719650"/>
                <a:gd name="connsiteY3462" fmla="*/ 527866 h 1454091"/>
                <a:gd name="connsiteX3463" fmla="*/ 4536045 w 4719650"/>
                <a:gd name="connsiteY3463" fmla="*/ 527866 h 1454091"/>
                <a:gd name="connsiteX3464" fmla="*/ 4539324 w 4719650"/>
                <a:gd name="connsiteY3464" fmla="*/ 529506 h 1454091"/>
                <a:gd name="connsiteX3465" fmla="*/ 4544241 w 4719650"/>
                <a:gd name="connsiteY3465" fmla="*/ 531145 h 1454091"/>
                <a:gd name="connsiteX3466" fmla="*/ 4547520 w 4719650"/>
                <a:gd name="connsiteY3466" fmla="*/ 532784 h 1454091"/>
                <a:gd name="connsiteX3467" fmla="*/ 4547520 w 4719650"/>
                <a:gd name="connsiteY3467" fmla="*/ 536063 h 1454091"/>
                <a:gd name="connsiteX3468" fmla="*/ 4550799 w 4719650"/>
                <a:gd name="connsiteY3468" fmla="*/ 539342 h 1454091"/>
                <a:gd name="connsiteX3469" fmla="*/ 4554078 w 4719650"/>
                <a:gd name="connsiteY3469" fmla="*/ 540981 h 1454091"/>
                <a:gd name="connsiteX3470" fmla="*/ 4558996 w 4719650"/>
                <a:gd name="connsiteY3470" fmla="*/ 542620 h 1454091"/>
                <a:gd name="connsiteX3471" fmla="*/ 4562275 w 4719650"/>
                <a:gd name="connsiteY3471" fmla="*/ 542620 h 1454091"/>
                <a:gd name="connsiteX3472" fmla="*/ 4567192 w 4719650"/>
                <a:gd name="connsiteY3472" fmla="*/ 544260 h 1454091"/>
                <a:gd name="connsiteX3473" fmla="*/ 4570471 w 4719650"/>
                <a:gd name="connsiteY3473" fmla="*/ 545899 h 1454091"/>
                <a:gd name="connsiteX3474" fmla="*/ 4573749 w 4719650"/>
                <a:gd name="connsiteY3474" fmla="*/ 549178 h 1454091"/>
                <a:gd name="connsiteX3475" fmla="*/ 4573749 w 4719650"/>
                <a:gd name="connsiteY3475" fmla="*/ 554096 h 1454091"/>
                <a:gd name="connsiteX3476" fmla="*/ 4575389 w 4719650"/>
                <a:gd name="connsiteY3476" fmla="*/ 557374 h 1454091"/>
                <a:gd name="connsiteX3477" fmla="*/ 4570471 w 4719650"/>
                <a:gd name="connsiteY3477" fmla="*/ 559014 h 1454091"/>
                <a:gd name="connsiteX3478" fmla="*/ 4573749 w 4719650"/>
                <a:gd name="connsiteY3478" fmla="*/ 560653 h 1454091"/>
                <a:gd name="connsiteX3479" fmla="*/ 4577028 w 4719650"/>
                <a:gd name="connsiteY3479" fmla="*/ 563932 h 1454091"/>
                <a:gd name="connsiteX3480" fmla="*/ 4572110 w 4719650"/>
                <a:gd name="connsiteY3480" fmla="*/ 562292 h 1454091"/>
                <a:gd name="connsiteX3481" fmla="*/ 4568831 w 4719650"/>
                <a:gd name="connsiteY3481" fmla="*/ 562292 h 1454091"/>
                <a:gd name="connsiteX3482" fmla="*/ 4563914 w 4719650"/>
                <a:gd name="connsiteY3482" fmla="*/ 560653 h 1454091"/>
                <a:gd name="connsiteX3483" fmla="*/ 4560635 w 4719650"/>
                <a:gd name="connsiteY3483" fmla="*/ 560653 h 1454091"/>
                <a:gd name="connsiteX3484" fmla="*/ 4555717 w 4719650"/>
                <a:gd name="connsiteY3484" fmla="*/ 560653 h 1454091"/>
                <a:gd name="connsiteX3485" fmla="*/ 4552438 w 4719650"/>
                <a:gd name="connsiteY3485" fmla="*/ 559014 h 1454091"/>
                <a:gd name="connsiteX3486" fmla="*/ 4549159 w 4719650"/>
                <a:gd name="connsiteY3486" fmla="*/ 559014 h 1454091"/>
                <a:gd name="connsiteX3487" fmla="*/ 4544241 w 4719650"/>
                <a:gd name="connsiteY3487" fmla="*/ 557374 h 1454091"/>
                <a:gd name="connsiteX3488" fmla="*/ 4540963 w 4719650"/>
                <a:gd name="connsiteY3488" fmla="*/ 557374 h 1454091"/>
                <a:gd name="connsiteX3489" fmla="*/ 4537685 w 4719650"/>
                <a:gd name="connsiteY3489" fmla="*/ 555735 h 1454091"/>
                <a:gd name="connsiteX3490" fmla="*/ 4534406 w 4719650"/>
                <a:gd name="connsiteY3490" fmla="*/ 555735 h 1454091"/>
                <a:gd name="connsiteX3491" fmla="*/ 4529488 w 4719650"/>
                <a:gd name="connsiteY3491" fmla="*/ 554096 h 1454091"/>
                <a:gd name="connsiteX3492" fmla="*/ 4526209 w 4719650"/>
                <a:gd name="connsiteY3492" fmla="*/ 554096 h 1454091"/>
                <a:gd name="connsiteX3493" fmla="*/ 4521291 w 4719650"/>
                <a:gd name="connsiteY3493" fmla="*/ 554096 h 1454091"/>
                <a:gd name="connsiteX3494" fmla="*/ 4518012 w 4719650"/>
                <a:gd name="connsiteY3494" fmla="*/ 554096 h 1454091"/>
                <a:gd name="connsiteX3495" fmla="*/ 4513095 w 4719650"/>
                <a:gd name="connsiteY3495" fmla="*/ 554096 h 1454091"/>
                <a:gd name="connsiteX3496" fmla="*/ 4509816 w 4719650"/>
                <a:gd name="connsiteY3496" fmla="*/ 552456 h 1454091"/>
                <a:gd name="connsiteX3497" fmla="*/ 4506537 w 4719650"/>
                <a:gd name="connsiteY3497" fmla="*/ 549178 h 1454091"/>
                <a:gd name="connsiteX3498" fmla="*/ 4504898 w 4719650"/>
                <a:gd name="connsiteY3498" fmla="*/ 545899 h 1454091"/>
                <a:gd name="connsiteX3499" fmla="*/ 4499979 w 4719650"/>
                <a:gd name="connsiteY3499" fmla="*/ 545899 h 1454091"/>
                <a:gd name="connsiteX3500" fmla="*/ 4501619 w 4719650"/>
                <a:gd name="connsiteY3500" fmla="*/ 549178 h 1454091"/>
                <a:gd name="connsiteX3501" fmla="*/ 4498340 w 4719650"/>
                <a:gd name="connsiteY3501" fmla="*/ 547539 h 1454091"/>
                <a:gd name="connsiteX3502" fmla="*/ 4495061 w 4719650"/>
                <a:gd name="connsiteY3502" fmla="*/ 545899 h 1454091"/>
                <a:gd name="connsiteX3503" fmla="*/ 4490143 w 4719650"/>
                <a:gd name="connsiteY3503" fmla="*/ 544260 h 1454091"/>
                <a:gd name="connsiteX3504" fmla="*/ 4486865 w 4719650"/>
                <a:gd name="connsiteY3504" fmla="*/ 542620 h 1454091"/>
                <a:gd name="connsiteX3505" fmla="*/ 4488505 w 4719650"/>
                <a:gd name="connsiteY3505" fmla="*/ 544260 h 1454091"/>
                <a:gd name="connsiteX3506" fmla="*/ 4491782 w 4719650"/>
                <a:gd name="connsiteY3506" fmla="*/ 545899 h 1454091"/>
                <a:gd name="connsiteX3507" fmla="*/ 4493422 w 4719650"/>
                <a:gd name="connsiteY3507" fmla="*/ 549178 h 1454091"/>
                <a:gd name="connsiteX3508" fmla="*/ 4498340 w 4719650"/>
                <a:gd name="connsiteY3508" fmla="*/ 552456 h 1454091"/>
                <a:gd name="connsiteX3509" fmla="*/ 4501619 w 4719650"/>
                <a:gd name="connsiteY3509" fmla="*/ 554096 h 1454091"/>
                <a:gd name="connsiteX3510" fmla="*/ 4504898 w 4719650"/>
                <a:gd name="connsiteY3510" fmla="*/ 554096 h 1454091"/>
                <a:gd name="connsiteX3511" fmla="*/ 4509816 w 4719650"/>
                <a:gd name="connsiteY3511" fmla="*/ 554096 h 1454091"/>
                <a:gd name="connsiteX3512" fmla="*/ 4504898 w 4719650"/>
                <a:gd name="connsiteY3512" fmla="*/ 554096 h 1454091"/>
                <a:gd name="connsiteX3513" fmla="*/ 4501619 w 4719650"/>
                <a:gd name="connsiteY3513" fmla="*/ 555735 h 1454091"/>
                <a:gd name="connsiteX3514" fmla="*/ 4498340 w 4719650"/>
                <a:gd name="connsiteY3514" fmla="*/ 557374 h 1454091"/>
                <a:gd name="connsiteX3515" fmla="*/ 4493422 w 4719650"/>
                <a:gd name="connsiteY3515" fmla="*/ 557374 h 1454091"/>
                <a:gd name="connsiteX3516" fmla="*/ 4493422 w 4719650"/>
                <a:gd name="connsiteY3516" fmla="*/ 560653 h 1454091"/>
                <a:gd name="connsiteX3517" fmla="*/ 4490143 w 4719650"/>
                <a:gd name="connsiteY3517" fmla="*/ 565571 h 1454091"/>
                <a:gd name="connsiteX3518" fmla="*/ 4486865 w 4719650"/>
                <a:gd name="connsiteY3518" fmla="*/ 565571 h 1454091"/>
                <a:gd name="connsiteX3519" fmla="*/ 4483586 w 4719650"/>
                <a:gd name="connsiteY3519" fmla="*/ 567210 h 1454091"/>
                <a:gd name="connsiteX3520" fmla="*/ 4480308 w 4719650"/>
                <a:gd name="connsiteY3520" fmla="*/ 570489 h 1454091"/>
                <a:gd name="connsiteX3521" fmla="*/ 4475389 w 4719650"/>
                <a:gd name="connsiteY3521" fmla="*/ 572129 h 1454091"/>
                <a:gd name="connsiteX3522" fmla="*/ 4472111 w 4719650"/>
                <a:gd name="connsiteY3522" fmla="*/ 572129 h 1454091"/>
                <a:gd name="connsiteX3523" fmla="*/ 4473750 w 4719650"/>
                <a:gd name="connsiteY3523" fmla="*/ 575407 h 1454091"/>
                <a:gd name="connsiteX3524" fmla="*/ 4470471 w 4719650"/>
                <a:gd name="connsiteY3524" fmla="*/ 578686 h 1454091"/>
                <a:gd name="connsiteX3525" fmla="*/ 4467192 w 4719650"/>
                <a:gd name="connsiteY3525" fmla="*/ 578686 h 1454091"/>
                <a:gd name="connsiteX3526" fmla="*/ 4463914 w 4719650"/>
                <a:gd name="connsiteY3526" fmla="*/ 578686 h 1454091"/>
                <a:gd name="connsiteX3527" fmla="*/ 4458996 w 4719650"/>
                <a:gd name="connsiteY3527" fmla="*/ 578686 h 1454091"/>
                <a:gd name="connsiteX3528" fmla="*/ 4463914 w 4719650"/>
                <a:gd name="connsiteY3528" fmla="*/ 578686 h 1454091"/>
                <a:gd name="connsiteX3529" fmla="*/ 4467192 w 4719650"/>
                <a:gd name="connsiteY3529" fmla="*/ 581965 h 1454091"/>
                <a:gd name="connsiteX3530" fmla="*/ 4463914 w 4719650"/>
                <a:gd name="connsiteY3530" fmla="*/ 585243 h 1454091"/>
                <a:gd name="connsiteX3531" fmla="*/ 4460636 w 4719650"/>
                <a:gd name="connsiteY3531" fmla="*/ 583604 h 1454091"/>
                <a:gd name="connsiteX3532" fmla="*/ 4457357 w 4719650"/>
                <a:gd name="connsiteY3532" fmla="*/ 585243 h 1454091"/>
                <a:gd name="connsiteX3533" fmla="*/ 4454078 w 4719650"/>
                <a:gd name="connsiteY3533" fmla="*/ 583604 h 1454091"/>
                <a:gd name="connsiteX3534" fmla="*/ 4449160 w 4719650"/>
                <a:gd name="connsiteY3534" fmla="*/ 583604 h 1454091"/>
                <a:gd name="connsiteX3535" fmla="*/ 4452439 w 4719650"/>
                <a:gd name="connsiteY3535" fmla="*/ 586882 h 1454091"/>
                <a:gd name="connsiteX3536" fmla="*/ 4450799 w 4719650"/>
                <a:gd name="connsiteY3536" fmla="*/ 590161 h 1454091"/>
                <a:gd name="connsiteX3537" fmla="*/ 4445881 w 4719650"/>
                <a:gd name="connsiteY3537" fmla="*/ 588522 h 1454091"/>
                <a:gd name="connsiteX3538" fmla="*/ 4442602 w 4719650"/>
                <a:gd name="connsiteY3538" fmla="*/ 588522 h 1454091"/>
                <a:gd name="connsiteX3539" fmla="*/ 4439324 w 4719650"/>
                <a:gd name="connsiteY3539" fmla="*/ 588522 h 1454091"/>
                <a:gd name="connsiteX3540" fmla="*/ 4442602 w 4719650"/>
                <a:gd name="connsiteY3540" fmla="*/ 591801 h 1454091"/>
                <a:gd name="connsiteX3541" fmla="*/ 4445881 w 4719650"/>
                <a:gd name="connsiteY3541" fmla="*/ 595079 h 1454091"/>
                <a:gd name="connsiteX3542" fmla="*/ 4440963 w 4719650"/>
                <a:gd name="connsiteY3542" fmla="*/ 595079 h 1454091"/>
                <a:gd name="connsiteX3543" fmla="*/ 4444242 w 4719650"/>
                <a:gd name="connsiteY3543" fmla="*/ 599997 h 1454091"/>
                <a:gd name="connsiteX3544" fmla="*/ 4440963 w 4719650"/>
                <a:gd name="connsiteY3544" fmla="*/ 601637 h 1454091"/>
                <a:gd name="connsiteX3545" fmla="*/ 4436046 w 4719650"/>
                <a:gd name="connsiteY3545" fmla="*/ 599997 h 1454091"/>
                <a:gd name="connsiteX3546" fmla="*/ 4432767 w 4719650"/>
                <a:gd name="connsiteY3546" fmla="*/ 598358 h 1454091"/>
                <a:gd name="connsiteX3547" fmla="*/ 4429488 w 4719650"/>
                <a:gd name="connsiteY3547" fmla="*/ 599997 h 1454091"/>
                <a:gd name="connsiteX3548" fmla="*/ 4432767 w 4719650"/>
                <a:gd name="connsiteY3548" fmla="*/ 601637 h 1454091"/>
                <a:gd name="connsiteX3549" fmla="*/ 4437684 w 4719650"/>
                <a:gd name="connsiteY3549" fmla="*/ 601637 h 1454091"/>
                <a:gd name="connsiteX3550" fmla="*/ 4440963 w 4719650"/>
                <a:gd name="connsiteY3550" fmla="*/ 604915 h 1454091"/>
                <a:gd name="connsiteX3551" fmla="*/ 4437684 w 4719650"/>
                <a:gd name="connsiteY3551" fmla="*/ 604915 h 1454091"/>
                <a:gd name="connsiteX3552" fmla="*/ 4432767 w 4719650"/>
                <a:gd name="connsiteY3552" fmla="*/ 603276 h 1454091"/>
                <a:gd name="connsiteX3553" fmla="*/ 4437684 w 4719650"/>
                <a:gd name="connsiteY3553" fmla="*/ 604915 h 1454091"/>
                <a:gd name="connsiteX3554" fmla="*/ 4437684 w 4719650"/>
                <a:gd name="connsiteY3554" fmla="*/ 609833 h 1454091"/>
                <a:gd name="connsiteX3555" fmla="*/ 4432767 w 4719650"/>
                <a:gd name="connsiteY3555" fmla="*/ 609833 h 1454091"/>
                <a:gd name="connsiteX3556" fmla="*/ 4429488 w 4719650"/>
                <a:gd name="connsiteY3556" fmla="*/ 609833 h 1454091"/>
                <a:gd name="connsiteX3557" fmla="*/ 4432767 w 4719650"/>
                <a:gd name="connsiteY3557" fmla="*/ 611473 h 1454091"/>
                <a:gd name="connsiteX3558" fmla="*/ 4429488 w 4719650"/>
                <a:gd name="connsiteY3558" fmla="*/ 611473 h 1454091"/>
                <a:gd name="connsiteX3559" fmla="*/ 4432767 w 4719650"/>
                <a:gd name="connsiteY3559" fmla="*/ 613112 h 1454091"/>
                <a:gd name="connsiteX3560" fmla="*/ 4437684 w 4719650"/>
                <a:gd name="connsiteY3560" fmla="*/ 616391 h 1454091"/>
                <a:gd name="connsiteX3561" fmla="*/ 4434406 w 4719650"/>
                <a:gd name="connsiteY3561" fmla="*/ 616391 h 1454091"/>
                <a:gd name="connsiteX3562" fmla="*/ 4429488 w 4719650"/>
                <a:gd name="connsiteY3562" fmla="*/ 614751 h 1454091"/>
                <a:gd name="connsiteX3563" fmla="*/ 4426209 w 4719650"/>
                <a:gd name="connsiteY3563" fmla="*/ 613112 h 1454091"/>
                <a:gd name="connsiteX3564" fmla="*/ 4429488 w 4719650"/>
                <a:gd name="connsiteY3564" fmla="*/ 616391 h 1454091"/>
                <a:gd name="connsiteX3565" fmla="*/ 4434406 w 4719650"/>
                <a:gd name="connsiteY3565" fmla="*/ 616391 h 1454091"/>
                <a:gd name="connsiteX3566" fmla="*/ 4434406 w 4719650"/>
                <a:gd name="connsiteY3566" fmla="*/ 621309 h 1454091"/>
                <a:gd name="connsiteX3567" fmla="*/ 4434406 w 4719650"/>
                <a:gd name="connsiteY3567" fmla="*/ 622948 h 1454091"/>
                <a:gd name="connsiteX3568" fmla="*/ 4429488 w 4719650"/>
                <a:gd name="connsiteY3568" fmla="*/ 619669 h 1454091"/>
                <a:gd name="connsiteX3569" fmla="*/ 4429488 w 4719650"/>
                <a:gd name="connsiteY3569" fmla="*/ 624587 h 1454091"/>
                <a:gd name="connsiteX3570" fmla="*/ 4426209 w 4719650"/>
                <a:gd name="connsiteY3570" fmla="*/ 624587 h 1454091"/>
                <a:gd name="connsiteX3571" fmla="*/ 4426209 w 4719650"/>
                <a:gd name="connsiteY3571" fmla="*/ 627866 h 1454091"/>
                <a:gd name="connsiteX3572" fmla="*/ 4421291 w 4719650"/>
                <a:gd name="connsiteY3572" fmla="*/ 627866 h 1454091"/>
                <a:gd name="connsiteX3573" fmla="*/ 4424570 w 4719650"/>
                <a:gd name="connsiteY3573" fmla="*/ 631145 h 1454091"/>
                <a:gd name="connsiteX3574" fmla="*/ 4422931 w 4719650"/>
                <a:gd name="connsiteY3574" fmla="*/ 634423 h 1454091"/>
                <a:gd name="connsiteX3575" fmla="*/ 4419652 w 4719650"/>
                <a:gd name="connsiteY3575" fmla="*/ 636063 h 1454091"/>
                <a:gd name="connsiteX3576" fmla="*/ 4414734 w 4719650"/>
                <a:gd name="connsiteY3576" fmla="*/ 636063 h 1454091"/>
                <a:gd name="connsiteX3577" fmla="*/ 4411456 w 4719650"/>
                <a:gd name="connsiteY3577" fmla="*/ 636063 h 1454091"/>
                <a:gd name="connsiteX3578" fmla="*/ 4413094 w 4719650"/>
                <a:gd name="connsiteY3578" fmla="*/ 640981 h 1454091"/>
                <a:gd name="connsiteX3579" fmla="*/ 4409816 w 4719650"/>
                <a:gd name="connsiteY3579" fmla="*/ 639341 h 1454091"/>
                <a:gd name="connsiteX3580" fmla="*/ 4414734 w 4719650"/>
                <a:gd name="connsiteY3580" fmla="*/ 642620 h 1454091"/>
                <a:gd name="connsiteX3581" fmla="*/ 4416373 w 4719650"/>
                <a:gd name="connsiteY3581" fmla="*/ 645899 h 1454091"/>
                <a:gd name="connsiteX3582" fmla="*/ 4418012 w 4719650"/>
                <a:gd name="connsiteY3582" fmla="*/ 649177 h 1454091"/>
                <a:gd name="connsiteX3583" fmla="*/ 4422931 w 4719650"/>
                <a:gd name="connsiteY3583" fmla="*/ 652456 h 1454091"/>
                <a:gd name="connsiteX3584" fmla="*/ 4426209 w 4719650"/>
                <a:gd name="connsiteY3584" fmla="*/ 657374 h 1454091"/>
                <a:gd name="connsiteX3585" fmla="*/ 4424570 w 4719650"/>
                <a:gd name="connsiteY3585" fmla="*/ 660653 h 1454091"/>
                <a:gd name="connsiteX3586" fmla="*/ 4419652 w 4719650"/>
                <a:gd name="connsiteY3586" fmla="*/ 659013 h 1454091"/>
                <a:gd name="connsiteX3587" fmla="*/ 4416373 w 4719650"/>
                <a:gd name="connsiteY3587" fmla="*/ 657374 h 1454091"/>
                <a:gd name="connsiteX3588" fmla="*/ 4414734 w 4719650"/>
                <a:gd name="connsiteY3588" fmla="*/ 655735 h 1454091"/>
                <a:gd name="connsiteX3589" fmla="*/ 4411456 w 4719650"/>
                <a:gd name="connsiteY3589" fmla="*/ 655735 h 1454091"/>
                <a:gd name="connsiteX3590" fmla="*/ 4408177 w 4719650"/>
                <a:gd name="connsiteY3590" fmla="*/ 654095 h 1454091"/>
                <a:gd name="connsiteX3591" fmla="*/ 4403259 w 4719650"/>
                <a:gd name="connsiteY3591" fmla="*/ 652456 h 1454091"/>
                <a:gd name="connsiteX3592" fmla="*/ 4401619 w 4719650"/>
                <a:gd name="connsiteY3592" fmla="*/ 647538 h 1454091"/>
                <a:gd name="connsiteX3593" fmla="*/ 4396701 w 4719650"/>
                <a:gd name="connsiteY3593" fmla="*/ 647538 h 1454091"/>
                <a:gd name="connsiteX3594" fmla="*/ 4393422 w 4719650"/>
                <a:gd name="connsiteY3594" fmla="*/ 645899 h 1454091"/>
                <a:gd name="connsiteX3595" fmla="*/ 4390144 w 4719650"/>
                <a:gd name="connsiteY3595" fmla="*/ 644259 h 1454091"/>
                <a:gd name="connsiteX3596" fmla="*/ 4386865 w 4719650"/>
                <a:gd name="connsiteY3596" fmla="*/ 640981 h 1454091"/>
                <a:gd name="connsiteX3597" fmla="*/ 4381948 w 4719650"/>
                <a:gd name="connsiteY3597" fmla="*/ 639341 h 1454091"/>
                <a:gd name="connsiteX3598" fmla="*/ 4378669 w 4719650"/>
                <a:gd name="connsiteY3598" fmla="*/ 637702 h 1454091"/>
                <a:gd name="connsiteX3599" fmla="*/ 4375390 w 4719650"/>
                <a:gd name="connsiteY3599" fmla="*/ 637702 h 1454091"/>
                <a:gd name="connsiteX3600" fmla="*/ 4370472 w 4719650"/>
                <a:gd name="connsiteY3600" fmla="*/ 636063 h 1454091"/>
                <a:gd name="connsiteX3601" fmla="*/ 4367193 w 4719650"/>
                <a:gd name="connsiteY3601" fmla="*/ 634423 h 1454091"/>
                <a:gd name="connsiteX3602" fmla="*/ 4363914 w 4719650"/>
                <a:gd name="connsiteY3602" fmla="*/ 632784 h 1454091"/>
                <a:gd name="connsiteX3603" fmla="*/ 4360635 w 4719650"/>
                <a:gd name="connsiteY3603" fmla="*/ 634423 h 1454091"/>
                <a:gd name="connsiteX3604" fmla="*/ 4355718 w 4719650"/>
                <a:gd name="connsiteY3604" fmla="*/ 634423 h 1454091"/>
                <a:gd name="connsiteX3605" fmla="*/ 4352439 w 4719650"/>
                <a:gd name="connsiteY3605" fmla="*/ 634423 h 1454091"/>
                <a:gd name="connsiteX3606" fmla="*/ 4347521 w 4719650"/>
                <a:gd name="connsiteY3606" fmla="*/ 634423 h 1454091"/>
                <a:gd name="connsiteX3607" fmla="*/ 4344242 w 4719650"/>
                <a:gd name="connsiteY3607" fmla="*/ 634423 h 1454091"/>
                <a:gd name="connsiteX3608" fmla="*/ 4340964 w 4719650"/>
                <a:gd name="connsiteY3608" fmla="*/ 632784 h 1454091"/>
                <a:gd name="connsiteX3609" fmla="*/ 4336045 w 4719650"/>
                <a:gd name="connsiteY3609" fmla="*/ 632784 h 1454091"/>
                <a:gd name="connsiteX3610" fmla="*/ 4332768 w 4719650"/>
                <a:gd name="connsiteY3610" fmla="*/ 632784 h 1454091"/>
                <a:gd name="connsiteX3611" fmla="*/ 4329489 w 4719650"/>
                <a:gd name="connsiteY3611" fmla="*/ 634423 h 1454091"/>
                <a:gd name="connsiteX3612" fmla="*/ 4324571 w 4719650"/>
                <a:gd name="connsiteY3612" fmla="*/ 636063 h 1454091"/>
                <a:gd name="connsiteX3613" fmla="*/ 4321292 w 4719650"/>
                <a:gd name="connsiteY3613" fmla="*/ 637702 h 1454091"/>
                <a:gd name="connsiteX3614" fmla="*/ 4318013 w 4719650"/>
                <a:gd name="connsiteY3614" fmla="*/ 639341 h 1454091"/>
                <a:gd name="connsiteX3615" fmla="*/ 4313095 w 4719650"/>
                <a:gd name="connsiteY3615" fmla="*/ 639341 h 1454091"/>
                <a:gd name="connsiteX3616" fmla="*/ 4309816 w 4719650"/>
                <a:gd name="connsiteY3616" fmla="*/ 637702 h 1454091"/>
                <a:gd name="connsiteX3617" fmla="*/ 4313095 w 4719650"/>
                <a:gd name="connsiteY3617" fmla="*/ 642620 h 1454091"/>
                <a:gd name="connsiteX3618" fmla="*/ 4309816 w 4719650"/>
                <a:gd name="connsiteY3618" fmla="*/ 642620 h 1454091"/>
                <a:gd name="connsiteX3619" fmla="*/ 4304899 w 4719650"/>
                <a:gd name="connsiteY3619" fmla="*/ 642620 h 1454091"/>
                <a:gd name="connsiteX3620" fmla="*/ 4306538 w 4719650"/>
                <a:gd name="connsiteY3620" fmla="*/ 645899 h 1454091"/>
                <a:gd name="connsiteX3621" fmla="*/ 4306538 w 4719650"/>
                <a:gd name="connsiteY3621" fmla="*/ 649177 h 1454091"/>
                <a:gd name="connsiteX3622" fmla="*/ 4306538 w 4719650"/>
                <a:gd name="connsiteY3622" fmla="*/ 652456 h 1454091"/>
                <a:gd name="connsiteX3623" fmla="*/ 4306538 w 4719650"/>
                <a:gd name="connsiteY3623" fmla="*/ 657374 h 1454091"/>
                <a:gd name="connsiteX3624" fmla="*/ 4306538 w 4719650"/>
                <a:gd name="connsiteY3624" fmla="*/ 660653 h 1454091"/>
                <a:gd name="connsiteX3625" fmla="*/ 4304899 w 4719650"/>
                <a:gd name="connsiteY3625" fmla="*/ 663931 h 1454091"/>
                <a:gd name="connsiteX3626" fmla="*/ 4301620 w 4719650"/>
                <a:gd name="connsiteY3626" fmla="*/ 663931 h 1454091"/>
                <a:gd name="connsiteX3627" fmla="*/ 4296702 w 4719650"/>
                <a:gd name="connsiteY3627" fmla="*/ 660653 h 1454091"/>
                <a:gd name="connsiteX3628" fmla="*/ 4295062 w 4719650"/>
                <a:gd name="connsiteY3628" fmla="*/ 657374 h 1454091"/>
                <a:gd name="connsiteX3629" fmla="*/ 4291784 w 4719650"/>
                <a:gd name="connsiteY3629" fmla="*/ 655735 h 1454091"/>
                <a:gd name="connsiteX3630" fmla="*/ 4290144 w 4719650"/>
                <a:gd name="connsiteY3630" fmla="*/ 650817 h 1454091"/>
                <a:gd name="connsiteX3631" fmla="*/ 4286865 w 4719650"/>
                <a:gd name="connsiteY3631" fmla="*/ 647538 h 1454091"/>
                <a:gd name="connsiteX3632" fmla="*/ 4283587 w 4719650"/>
                <a:gd name="connsiteY3632" fmla="*/ 644259 h 1454091"/>
                <a:gd name="connsiteX3633" fmla="*/ 4281948 w 4719650"/>
                <a:gd name="connsiteY3633" fmla="*/ 639341 h 1454091"/>
                <a:gd name="connsiteX3634" fmla="*/ 4277030 w 4719650"/>
                <a:gd name="connsiteY3634" fmla="*/ 637702 h 1454091"/>
                <a:gd name="connsiteX3635" fmla="*/ 4273751 w 4719650"/>
                <a:gd name="connsiteY3635" fmla="*/ 637702 h 1454091"/>
                <a:gd name="connsiteX3636" fmla="*/ 4270472 w 4719650"/>
                <a:gd name="connsiteY3636" fmla="*/ 639341 h 1454091"/>
                <a:gd name="connsiteX3637" fmla="*/ 4270472 w 4719650"/>
                <a:gd name="connsiteY3637" fmla="*/ 642620 h 1454091"/>
                <a:gd name="connsiteX3638" fmla="*/ 4267194 w 4719650"/>
                <a:gd name="connsiteY3638" fmla="*/ 647538 h 1454091"/>
                <a:gd name="connsiteX3639" fmla="*/ 4263915 w 4719650"/>
                <a:gd name="connsiteY3639" fmla="*/ 649177 h 1454091"/>
                <a:gd name="connsiteX3640" fmla="*/ 4260636 w 4719650"/>
                <a:gd name="connsiteY3640" fmla="*/ 652456 h 1454091"/>
                <a:gd name="connsiteX3641" fmla="*/ 4257357 w 4719650"/>
                <a:gd name="connsiteY3641" fmla="*/ 652456 h 1454091"/>
                <a:gd name="connsiteX3642" fmla="*/ 4254079 w 4719650"/>
                <a:gd name="connsiteY3642" fmla="*/ 652456 h 1454091"/>
                <a:gd name="connsiteX3643" fmla="*/ 4257357 w 4719650"/>
                <a:gd name="connsiteY3643" fmla="*/ 654095 h 1454091"/>
                <a:gd name="connsiteX3644" fmla="*/ 4260636 w 4719650"/>
                <a:gd name="connsiteY3644" fmla="*/ 655735 h 1454091"/>
                <a:gd name="connsiteX3645" fmla="*/ 4265554 w 4719650"/>
                <a:gd name="connsiteY3645" fmla="*/ 657374 h 1454091"/>
                <a:gd name="connsiteX3646" fmla="*/ 4265554 w 4719650"/>
                <a:gd name="connsiteY3646" fmla="*/ 657374 h 1454091"/>
                <a:gd name="connsiteX3647" fmla="*/ 4265554 w 4719650"/>
                <a:gd name="connsiteY3647" fmla="*/ 660653 h 1454091"/>
                <a:gd name="connsiteX3648" fmla="*/ 4263915 w 4719650"/>
                <a:gd name="connsiteY3648" fmla="*/ 665571 h 1454091"/>
                <a:gd name="connsiteX3649" fmla="*/ 4260636 w 4719650"/>
                <a:gd name="connsiteY3649" fmla="*/ 663931 h 1454091"/>
                <a:gd name="connsiteX3650" fmla="*/ 4257357 w 4719650"/>
                <a:gd name="connsiteY3650" fmla="*/ 662292 h 1454091"/>
                <a:gd name="connsiteX3651" fmla="*/ 4252440 w 4719650"/>
                <a:gd name="connsiteY3651" fmla="*/ 659013 h 1454091"/>
                <a:gd name="connsiteX3652" fmla="*/ 4249161 w 4719650"/>
                <a:gd name="connsiteY3652" fmla="*/ 657374 h 1454091"/>
                <a:gd name="connsiteX3653" fmla="*/ 4247522 w 4719650"/>
                <a:gd name="connsiteY3653" fmla="*/ 655735 h 1454091"/>
                <a:gd name="connsiteX3654" fmla="*/ 4242604 w 4719650"/>
                <a:gd name="connsiteY3654" fmla="*/ 654095 h 1454091"/>
                <a:gd name="connsiteX3655" fmla="*/ 4239325 w 4719650"/>
                <a:gd name="connsiteY3655" fmla="*/ 652456 h 1454091"/>
                <a:gd name="connsiteX3656" fmla="*/ 4236046 w 4719650"/>
                <a:gd name="connsiteY3656" fmla="*/ 654095 h 1454091"/>
                <a:gd name="connsiteX3657" fmla="*/ 4239325 w 4719650"/>
                <a:gd name="connsiteY3657" fmla="*/ 657374 h 1454091"/>
                <a:gd name="connsiteX3658" fmla="*/ 4237685 w 4719650"/>
                <a:gd name="connsiteY3658" fmla="*/ 657374 h 1454091"/>
                <a:gd name="connsiteX3659" fmla="*/ 4234407 w 4719650"/>
                <a:gd name="connsiteY3659" fmla="*/ 659013 h 1454091"/>
                <a:gd name="connsiteX3660" fmla="*/ 4234407 w 4719650"/>
                <a:gd name="connsiteY3660" fmla="*/ 657374 h 1454091"/>
                <a:gd name="connsiteX3661" fmla="*/ 4231128 w 4719650"/>
                <a:gd name="connsiteY3661" fmla="*/ 657374 h 1454091"/>
                <a:gd name="connsiteX3662" fmla="*/ 4229489 w 4719650"/>
                <a:gd name="connsiteY3662" fmla="*/ 655735 h 1454091"/>
                <a:gd name="connsiteX3663" fmla="*/ 4224571 w 4719650"/>
                <a:gd name="connsiteY3663" fmla="*/ 655735 h 1454091"/>
                <a:gd name="connsiteX3664" fmla="*/ 4221292 w 4719650"/>
                <a:gd name="connsiteY3664" fmla="*/ 655735 h 1454091"/>
                <a:gd name="connsiteX3665" fmla="*/ 4216374 w 4719650"/>
                <a:gd name="connsiteY3665" fmla="*/ 657374 h 1454091"/>
                <a:gd name="connsiteX3666" fmla="*/ 4218014 w 4719650"/>
                <a:gd name="connsiteY3666" fmla="*/ 657374 h 1454091"/>
                <a:gd name="connsiteX3667" fmla="*/ 4222932 w 4719650"/>
                <a:gd name="connsiteY3667" fmla="*/ 657374 h 1454091"/>
                <a:gd name="connsiteX3668" fmla="*/ 4221292 w 4719650"/>
                <a:gd name="connsiteY3668" fmla="*/ 660653 h 1454091"/>
                <a:gd name="connsiteX3669" fmla="*/ 4218014 w 4719650"/>
                <a:gd name="connsiteY3669" fmla="*/ 660653 h 1454091"/>
                <a:gd name="connsiteX3670" fmla="*/ 4218014 w 4719650"/>
                <a:gd name="connsiteY3670" fmla="*/ 665571 h 1454091"/>
                <a:gd name="connsiteX3671" fmla="*/ 4221292 w 4719650"/>
                <a:gd name="connsiteY3671" fmla="*/ 668849 h 1454091"/>
                <a:gd name="connsiteX3672" fmla="*/ 4226211 w 4719650"/>
                <a:gd name="connsiteY3672" fmla="*/ 672128 h 1454091"/>
                <a:gd name="connsiteX3673" fmla="*/ 4222932 w 4719650"/>
                <a:gd name="connsiteY3673" fmla="*/ 675407 h 1454091"/>
                <a:gd name="connsiteX3674" fmla="*/ 4226211 w 4719650"/>
                <a:gd name="connsiteY3674" fmla="*/ 677046 h 1454091"/>
                <a:gd name="connsiteX3675" fmla="*/ 4231128 w 4719650"/>
                <a:gd name="connsiteY3675" fmla="*/ 680325 h 1454091"/>
                <a:gd name="connsiteX3676" fmla="*/ 4234407 w 4719650"/>
                <a:gd name="connsiteY3676" fmla="*/ 681964 h 1454091"/>
                <a:gd name="connsiteX3677" fmla="*/ 4237685 w 4719650"/>
                <a:gd name="connsiteY3677" fmla="*/ 685243 h 1454091"/>
                <a:gd name="connsiteX3678" fmla="*/ 4234407 w 4719650"/>
                <a:gd name="connsiteY3678" fmla="*/ 685243 h 1454091"/>
                <a:gd name="connsiteX3679" fmla="*/ 4236046 w 4719650"/>
                <a:gd name="connsiteY3679" fmla="*/ 690161 h 1454091"/>
                <a:gd name="connsiteX3680" fmla="*/ 4239325 w 4719650"/>
                <a:gd name="connsiteY3680" fmla="*/ 690161 h 1454091"/>
                <a:gd name="connsiteX3681" fmla="*/ 4242604 w 4719650"/>
                <a:gd name="connsiteY3681" fmla="*/ 693439 h 1454091"/>
                <a:gd name="connsiteX3682" fmla="*/ 4239325 w 4719650"/>
                <a:gd name="connsiteY3682" fmla="*/ 693439 h 1454091"/>
                <a:gd name="connsiteX3683" fmla="*/ 4236046 w 4719650"/>
                <a:gd name="connsiteY3683" fmla="*/ 693439 h 1454091"/>
                <a:gd name="connsiteX3684" fmla="*/ 4239325 w 4719650"/>
                <a:gd name="connsiteY3684" fmla="*/ 695079 h 1454091"/>
                <a:gd name="connsiteX3685" fmla="*/ 4244243 w 4719650"/>
                <a:gd name="connsiteY3685" fmla="*/ 698357 h 1454091"/>
                <a:gd name="connsiteX3686" fmla="*/ 4239325 w 4719650"/>
                <a:gd name="connsiteY3686" fmla="*/ 698357 h 1454091"/>
                <a:gd name="connsiteX3687" fmla="*/ 4237685 w 4719650"/>
                <a:gd name="connsiteY3687" fmla="*/ 701636 h 1454091"/>
                <a:gd name="connsiteX3688" fmla="*/ 4239325 w 4719650"/>
                <a:gd name="connsiteY3688" fmla="*/ 706554 h 1454091"/>
                <a:gd name="connsiteX3689" fmla="*/ 4237685 w 4719650"/>
                <a:gd name="connsiteY3689" fmla="*/ 709833 h 1454091"/>
                <a:gd name="connsiteX3690" fmla="*/ 4237685 w 4719650"/>
                <a:gd name="connsiteY3690" fmla="*/ 713111 h 1454091"/>
                <a:gd name="connsiteX3691" fmla="*/ 4239325 w 4719650"/>
                <a:gd name="connsiteY3691" fmla="*/ 718029 h 1454091"/>
                <a:gd name="connsiteX3692" fmla="*/ 4240964 w 4719650"/>
                <a:gd name="connsiteY3692" fmla="*/ 721308 h 1454091"/>
                <a:gd name="connsiteX3693" fmla="*/ 4242604 w 4719650"/>
                <a:gd name="connsiteY3693" fmla="*/ 724587 h 1454091"/>
                <a:gd name="connsiteX3694" fmla="*/ 4245882 w 4719650"/>
                <a:gd name="connsiteY3694" fmla="*/ 729505 h 1454091"/>
                <a:gd name="connsiteX3695" fmla="*/ 4247522 w 4719650"/>
                <a:gd name="connsiteY3695" fmla="*/ 732784 h 1454091"/>
                <a:gd name="connsiteX3696" fmla="*/ 4250801 w 4719650"/>
                <a:gd name="connsiteY3696" fmla="*/ 736062 h 1454091"/>
                <a:gd name="connsiteX3697" fmla="*/ 4254079 w 4719650"/>
                <a:gd name="connsiteY3697" fmla="*/ 739341 h 1454091"/>
                <a:gd name="connsiteX3698" fmla="*/ 4257357 w 4719650"/>
                <a:gd name="connsiteY3698" fmla="*/ 740980 h 1454091"/>
                <a:gd name="connsiteX3699" fmla="*/ 4262275 w 4719650"/>
                <a:gd name="connsiteY3699" fmla="*/ 742619 h 1454091"/>
                <a:gd name="connsiteX3700" fmla="*/ 4265554 w 4719650"/>
                <a:gd name="connsiteY3700" fmla="*/ 744259 h 1454091"/>
                <a:gd name="connsiteX3701" fmla="*/ 4270472 w 4719650"/>
                <a:gd name="connsiteY3701" fmla="*/ 745898 h 1454091"/>
                <a:gd name="connsiteX3702" fmla="*/ 4273751 w 4719650"/>
                <a:gd name="connsiteY3702" fmla="*/ 747538 h 1454091"/>
                <a:gd name="connsiteX3703" fmla="*/ 4277030 w 4719650"/>
                <a:gd name="connsiteY3703" fmla="*/ 747538 h 1454091"/>
                <a:gd name="connsiteX3704" fmla="*/ 4280309 w 4719650"/>
                <a:gd name="connsiteY3704" fmla="*/ 750816 h 1454091"/>
                <a:gd name="connsiteX3705" fmla="*/ 4278669 w 4719650"/>
                <a:gd name="connsiteY3705" fmla="*/ 747538 h 1454091"/>
                <a:gd name="connsiteX3706" fmla="*/ 4275391 w 4719650"/>
                <a:gd name="connsiteY3706" fmla="*/ 744259 h 1454091"/>
                <a:gd name="connsiteX3707" fmla="*/ 4275391 w 4719650"/>
                <a:gd name="connsiteY3707" fmla="*/ 740980 h 1454091"/>
                <a:gd name="connsiteX3708" fmla="*/ 4278669 w 4719650"/>
                <a:gd name="connsiteY3708" fmla="*/ 740980 h 1454091"/>
                <a:gd name="connsiteX3709" fmla="*/ 4283587 w 4719650"/>
                <a:gd name="connsiteY3709" fmla="*/ 740980 h 1454091"/>
                <a:gd name="connsiteX3710" fmla="*/ 4286865 w 4719650"/>
                <a:gd name="connsiteY3710" fmla="*/ 742619 h 1454091"/>
                <a:gd name="connsiteX3711" fmla="*/ 4290144 w 4719650"/>
                <a:gd name="connsiteY3711" fmla="*/ 744259 h 1454091"/>
                <a:gd name="connsiteX3712" fmla="*/ 4295062 w 4719650"/>
                <a:gd name="connsiteY3712" fmla="*/ 744259 h 1454091"/>
                <a:gd name="connsiteX3713" fmla="*/ 4298341 w 4719650"/>
                <a:gd name="connsiteY3713" fmla="*/ 744259 h 1454091"/>
                <a:gd name="connsiteX3714" fmla="*/ 4301620 w 4719650"/>
                <a:gd name="connsiteY3714" fmla="*/ 747538 h 1454091"/>
                <a:gd name="connsiteX3715" fmla="*/ 4306538 w 4719650"/>
                <a:gd name="connsiteY3715" fmla="*/ 749177 h 1454091"/>
                <a:gd name="connsiteX3716" fmla="*/ 4308177 w 4719650"/>
                <a:gd name="connsiteY3716" fmla="*/ 754095 h 1454091"/>
                <a:gd name="connsiteX3717" fmla="*/ 4309816 w 4719650"/>
                <a:gd name="connsiteY3717" fmla="*/ 757374 h 1454091"/>
                <a:gd name="connsiteX3718" fmla="*/ 4306538 w 4719650"/>
                <a:gd name="connsiteY3718" fmla="*/ 762291 h 1454091"/>
                <a:gd name="connsiteX3719" fmla="*/ 4306538 w 4719650"/>
                <a:gd name="connsiteY3719" fmla="*/ 765570 h 1454091"/>
                <a:gd name="connsiteX3720" fmla="*/ 4309816 w 4719650"/>
                <a:gd name="connsiteY3720" fmla="*/ 768849 h 1454091"/>
                <a:gd name="connsiteX3721" fmla="*/ 4313095 w 4719650"/>
                <a:gd name="connsiteY3721" fmla="*/ 772128 h 1454091"/>
                <a:gd name="connsiteX3722" fmla="*/ 4313095 w 4719650"/>
                <a:gd name="connsiteY3722" fmla="*/ 772128 h 1454091"/>
                <a:gd name="connsiteX3723" fmla="*/ 4316374 w 4719650"/>
                <a:gd name="connsiteY3723" fmla="*/ 773767 h 1454091"/>
                <a:gd name="connsiteX3724" fmla="*/ 4321292 w 4719650"/>
                <a:gd name="connsiteY3724" fmla="*/ 777046 h 1454091"/>
                <a:gd name="connsiteX3725" fmla="*/ 4324571 w 4719650"/>
                <a:gd name="connsiteY3725" fmla="*/ 780324 h 1454091"/>
                <a:gd name="connsiteX3726" fmla="*/ 4327849 w 4719650"/>
                <a:gd name="connsiteY3726" fmla="*/ 785242 h 1454091"/>
                <a:gd name="connsiteX3727" fmla="*/ 4331128 w 4719650"/>
                <a:gd name="connsiteY3727" fmla="*/ 788521 h 1454091"/>
                <a:gd name="connsiteX3728" fmla="*/ 4334406 w 4719650"/>
                <a:gd name="connsiteY3728" fmla="*/ 790160 h 1454091"/>
                <a:gd name="connsiteX3729" fmla="*/ 4339324 w 4719650"/>
                <a:gd name="connsiteY3729" fmla="*/ 791800 h 1454091"/>
                <a:gd name="connsiteX3730" fmla="*/ 4342603 w 4719650"/>
                <a:gd name="connsiteY3730" fmla="*/ 790160 h 1454091"/>
                <a:gd name="connsiteX3731" fmla="*/ 4347521 w 4719650"/>
                <a:gd name="connsiteY3731" fmla="*/ 790160 h 1454091"/>
                <a:gd name="connsiteX3732" fmla="*/ 4350800 w 4719650"/>
                <a:gd name="connsiteY3732" fmla="*/ 793439 h 1454091"/>
                <a:gd name="connsiteX3733" fmla="*/ 4354079 w 4719650"/>
                <a:gd name="connsiteY3733" fmla="*/ 796718 h 1454091"/>
                <a:gd name="connsiteX3734" fmla="*/ 4357358 w 4719650"/>
                <a:gd name="connsiteY3734" fmla="*/ 799996 h 1454091"/>
                <a:gd name="connsiteX3735" fmla="*/ 4362275 w 4719650"/>
                <a:gd name="connsiteY3735" fmla="*/ 803275 h 1454091"/>
                <a:gd name="connsiteX3736" fmla="*/ 4365554 w 4719650"/>
                <a:gd name="connsiteY3736" fmla="*/ 804914 h 1454091"/>
                <a:gd name="connsiteX3737" fmla="*/ 4370472 w 4719650"/>
                <a:gd name="connsiteY3737" fmla="*/ 809832 h 1454091"/>
                <a:gd name="connsiteX3738" fmla="*/ 4373751 w 4719650"/>
                <a:gd name="connsiteY3738" fmla="*/ 811472 h 1454091"/>
                <a:gd name="connsiteX3739" fmla="*/ 4370472 w 4719650"/>
                <a:gd name="connsiteY3739" fmla="*/ 816390 h 1454091"/>
                <a:gd name="connsiteX3740" fmla="*/ 4368832 w 4719650"/>
                <a:gd name="connsiteY3740" fmla="*/ 819668 h 1454091"/>
                <a:gd name="connsiteX3741" fmla="*/ 4363914 w 4719650"/>
                <a:gd name="connsiteY3741" fmla="*/ 818029 h 1454091"/>
                <a:gd name="connsiteX3742" fmla="*/ 4360635 w 4719650"/>
                <a:gd name="connsiteY3742" fmla="*/ 818029 h 1454091"/>
                <a:gd name="connsiteX3743" fmla="*/ 4357358 w 4719650"/>
                <a:gd name="connsiteY3743" fmla="*/ 814750 h 1454091"/>
                <a:gd name="connsiteX3744" fmla="*/ 4352439 w 4719650"/>
                <a:gd name="connsiteY3744" fmla="*/ 813111 h 1454091"/>
                <a:gd name="connsiteX3745" fmla="*/ 4349161 w 4719650"/>
                <a:gd name="connsiteY3745" fmla="*/ 809832 h 1454091"/>
                <a:gd name="connsiteX3746" fmla="*/ 4347521 w 4719650"/>
                <a:gd name="connsiteY3746" fmla="*/ 806554 h 1454091"/>
                <a:gd name="connsiteX3747" fmla="*/ 4352439 w 4719650"/>
                <a:gd name="connsiteY3747" fmla="*/ 801636 h 1454091"/>
                <a:gd name="connsiteX3748" fmla="*/ 4350800 w 4719650"/>
                <a:gd name="connsiteY3748" fmla="*/ 798357 h 1454091"/>
                <a:gd name="connsiteX3749" fmla="*/ 4347521 w 4719650"/>
                <a:gd name="connsiteY3749" fmla="*/ 798357 h 1454091"/>
                <a:gd name="connsiteX3750" fmla="*/ 4347521 w 4719650"/>
                <a:gd name="connsiteY3750" fmla="*/ 801636 h 1454091"/>
                <a:gd name="connsiteX3751" fmla="*/ 4342603 w 4719650"/>
                <a:gd name="connsiteY3751" fmla="*/ 799996 h 1454091"/>
                <a:gd name="connsiteX3752" fmla="*/ 4339324 w 4719650"/>
                <a:gd name="connsiteY3752" fmla="*/ 801636 h 1454091"/>
                <a:gd name="connsiteX3753" fmla="*/ 4337685 w 4719650"/>
                <a:gd name="connsiteY3753" fmla="*/ 804914 h 1454091"/>
                <a:gd name="connsiteX3754" fmla="*/ 4340964 w 4719650"/>
                <a:gd name="connsiteY3754" fmla="*/ 806554 h 1454091"/>
                <a:gd name="connsiteX3755" fmla="*/ 4344242 w 4719650"/>
                <a:gd name="connsiteY3755" fmla="*/ 811472 h 1454091"/>
                <a:gd name="connsiteX3756" fmla="*/ 4342603 w 4719650"/>
                <a:gd name="connsiteY3756" fmla="*/ 813111 h 1454091"/>
                <a:gd name="connsiteX3757" fmla="*/ 4339324 w 4719650"/>
                <a:gd name="connsiteY3757" fmla="*/ 814750 h 1454091"/>
                <a:gd name="connsiteX3758" fmla="*/ 4337685 w 4719650"/>
                <a:gd name="connsiteY3758" fmla="*/ 818029 h 1454091"/>
                <a:gd name="connsiteX3759" fmla="*/ 4340964 w 4719650"/>
                <a:gd name="connsiteY3759" fmla="*/ 822947 h 1454091"/>
                <a:gd name="connsiteX3760" fmla="*/ 4342603 w 4719650"/>
                <a:gd name="connsiteY3760" fmla="*/ 826226 h 1454091"/>
                <a:gd name="connsiteX3761" fmla="*/ 4344242 w 4719650"/>
                <a:gd name="connsiteY3761" fmla="*/ 831144 h 1454091"/>
                <a:gd name="connsiteX3762" fmla="*/ 4345882 w 4719650"/>
                <a:gd name="connsiteY3762" fmla="*/ 834422 h 1454091"/>
                <a:gd name="connsiteX3763" fmla="*/ 4347521 w 4719650"/>
                <a:gd name="connsiteY3763" fmla="*/ 837701 h 1454091"/>
                <a:gd name="connsiteX3764" fmla="*/ 4350800 w 4719650"/>
                <a:gd name="connsiteY3764" fmla="*/ 842619 h 1454091"/>
                <a:gd name="connsiteX3765" fmla="*/ 4355718 w 4719650"/>
                <a:gd name="connsiteY3765" fmla="*/ 845898 h 1454091"/>
                <a:gd name="connsiteX3766" fmla="*/ 4358997 w 4719650"/>
                <a:gd name="connsiteY3766" fmla="*/ 849176 h 1454091"/>
                <a:gd name="connsiteX3767" fmla="*/ 4362275 w 4719650"/>
                <a:gd name="connsiteY3767" fmla="*/ 852455 h 1454091"/>
                <a:gd name="connsiteX3768" fmla="*/ 4367193 w 4719650"/>
                <a:gd name="connsiteY3768" fmla="*/ 855734 h 1454091"/>
                <a:gd name="connsiteX3769" fmla="*/ 4370472 w 4719650"/>
                <a:gd name="connsiteY3769" fmla="*/ 857373 h 1454091"/>
                <a:gd name="connsiteX3770" fmla="*/ 4373751 w 4719650"/>
                <a:gd name="connsiteY3770" fmla="*/ 860652 h 1454091"/>
                <a:gd name="connsiteX3771" fmla="*/ 4378669 w 4719650"/>
                <a:gd name="connsiteY3771" fmla="*/ 860652 h 1454091"/>
                <a:gd name="connsiteX3772" fmla="*/ 4381948 w 4719650"/>
                <a:gd name="connsiteY3772" fmla="*/ 863931 h 1454091"/>
                <a:gd name="connsiteX3773" fmla="*/ 4386865 w 4719650"/>
                <a:gd name="connsiteY3773" fmla="*/ 867209 h 1454091"/>
                <a:gd name="connsiteX3774" fmla="*/ 4390144 w 4719650"/>
                <a:gd name="connsiteY3774" fmla="*/ 867209 h 1454091"/>
                <a:gd name="connsiteX3775" fmla="*/ 4393422 w 4719650"/>
                <a:gd name="connsiteY3775" fmla="*/ 872127 h 1454091"/>
                <a:gd name="connsiteX3776" fmla="*/ 4393422 w 4719650"/>
                <a:gd name="connsiteY3776" fmla="*/ 875406 h 1454091"/>
                <a:gd name="connsiteX3777" fmla="*/ 4391783 w 4719650"/>
                <a:gd name="connsiteY3777" fmla="*/ 878684 h 1454091"/>
                <a:gd name="connsiteX3778" fmla="*/ 4391783 w 4719650"/>
                <a:gd name="connsiteY3778" fmla="*/ 883603 h 1454091"/>
                <a:gd name="connsiteX3779" fmla="*/ 4388504 w 4719650"/>
                <a:gd name="connsiteY3779" fmla="*/ 881963 h 1454091"/>
                <a:gd name="connsiteX3780" fmla="*/ 4383587 w 4719650"/>
                <a:gd name="connsiteY3780" fmla="*/ 883603 h 1454091"/>
                <a:gd name="connsiteX3781" fmla="*/ 4380308 w 4719650"/>
                <a:gd name="connsiteY3781" fmla="*/ 883603 h 1454091"/>
                <a:gd name="connsiteX3782" fmla="*/ 4377029 w 4719650"/>
                <a:gd name="connsiteY3782" fmla="*/ 883603 h 1454091"/>
                <a:gd name="connsiteX3783" fmla="*/ 4372111 w 4719650"/>
                <a:gd name="connsiteY3783" fmla="*/ 880324 h 1454091"/>
                <a:gd name="connsiteX3784" fmla="*/ 4368832 w 4719650"/>
                <a:gd name="connsiteY3784" fmla="*/ 878684 h 1454091"/>
                <a:gd name="connsiteX3785" fmla="*/ 4365554 w 4719650"/>
                <a:gd name="connsiteY3785" fmla="*/ 880324 h 1454091"/>
                <a:gd name="connsiteX3786" fmla="*/ 4360635 w 4719650"/>
                <a:gd name="connsiteY3786" fmla="*/ 880324 h 1454091"/>
                <a:gd name="connsiteX3787" fmla="*/ 4357358 w 4719650"/>
                <a:gd name="connsiteY3787" fmla="*/ 883603 h 1454091"/>
                <a:gd name="connsiteX3788" fmla="*/ 4355718 w 4719650"/>
                <a:gd name="connsiteY3788" fmla="*/ 886881 h 1454091"/>
                <a:gd name="connsiteX3789" fmla="*/ 4354079 w 4719650"/>
                <a:gd name="connsiteY3789" fmla="*/ 891799 h 1454091"/>
                <a:gd name="connsiteX3790" fmla="*/ 4350800 w 4719650"/>
                <a:gd name="connsiteY3790" fmla="*/ 895078 h 1454091"/>
                <a:gd name="connsiteX3791" fmla="*/ 4350800 w 4719650"/>
                <a:gd name="connsiteY3791" fmla="*/ 898356 h 1454091"/>
                <a:gd name="connsiteX3792" fmla="*/ 4350800 w 4719650"/>
                <a:gd name="connsiteY3792" fmla="*/ 899996 h 1454091"/>
                <a:gd name="connsiteX3793" fmla="*/ 4352439 w 4719650"/>
                <a:gd name="connsiteY3793" fmla="*/ 903275 h 1454091"/>
                <a:gd name="connsiteX3794" fmla="*/ 4355718 w 4719650"/>
                <a:gd name="connsiteY3794" fmla="*/ 906553 h 1454091"/>
                <a:gd name="connsiteX3795" fmla="*/ 4357358 w 4719650"/>
                <a:gd name="connsiteY3795" fmla="*/ 911471 h 1454091"/>
                <a:gd name="connsiteX3796" fmla="*/ 4360635 w 4719650"/>
                <a:gd name="connsiteY3796" fmla="*/ 914750 h 1454091"/>
                <a:gd name="connsiteX3797" fmla="*/ 4363914 w 4719650"/>
                <a:gd name="connsiteY3797" fmla="*/ 918028 h 1454091"/>
                <a:gd name="connsiteX3798" fmla="*/ 4367193 w 4719650"/>
                <a:gd name="connsiteY3798" fmla="*/ 919668 h 1454091"/>
                <a:gd name="connsiteX3799" fmla="*/ 4372111 w 4719650"/>
                <a:gd name="connsiteY3799" fmla="*/ 922946 h 1454091"/>
                <a:gd name="connsiteX3800" fmla="*/ 4373751 w 4719650"/>
                <a:gd name="connsiteY3800" fmla="*/ 926225 h 1454091"/>
                <a:gd name="connsiteX3801" fmla="*/ 4368832 w 4719650"/>
                <a:gd name="connsiteY3801" fmla="*/ 924586 h 1454091"/>
                <a:gd name="connsiteX3802" fmla="*/ 4373751 w 4719650"/>
                <a:gd name="connsiteY3802" fmla="*/ 927865 h 1454091"/>
                <a:gd name="connsiteX3803" fmla="*/ 4377029 w 4719650"/>
                <a:gd name="connsiteY3803" fmla="*/ 929504 h 1454091"/>
                <a:gd name="connsiteX3804" fmla="*/ 4380308 w 4719650"/>
                <a:gd name="connsiteY3804" fmla="*/ 931143 h 1454091"/>
                <a:gd name="connsiteX3805" fmla="*/ 4385226 w 4719650"/>
                <a:gd name="connsiteY3805" fmla="*/ 934422 h 1454091"/>
                <a:gd name="connsiteX3806" fmla="*/ 4388504 w 4719650"/>
                <a:gd name="connsiteY3806" fmla="*/ 937701 h 1454091"/>
                <a:gd name="connsiteX3807" fmla="*/ 4390144 w 4719650"/>
                <a:gd name="connsiteY3807" fmla="*/ 940979 h 1454091"/>
                <a:gd name="connsiteX3808" fmla="*/ 4390144 w 4719650"/>
                <a:gd name="connsiteY3808" fmla="*/ 940979 h 1454091"/>
                <a:gd name="connsiteX3809" fmla="*/ 4385226 w 4719650"/>
                <a:gd name="connsiteY3809" fmla="*/ 939340 h 1454091"/>
                <a:gd name="connsiteX3810" fmla="*/ 4381948 w 4719650"/>
                <a:gd name="connsiteY3810" fmla="*/ 939340 h 1454091"/>
                <a:gd name="connsiteX3811" fmla="*/ 4378669 w 4719650"/>
                <a:gd name="connsiteY3811" fmla="*/ 934422 h 1454091"/>
                <a:gd name="connsiteX3812" fmla="*/ 4375390 w 4719650"/>
                <a:gd name="connsiteY3812" fmla="*/ 936061 h 1454091"/>
                <a:gd name="connsiteX3813" fmla="*/ 4370472 w 4719650"/>
                <a:gd name="connsiteY3813" fmla="*/ 936061 h 1454091"/>
                <a:gd name="connsiteX3814" fmla="*/ 4368832 w 4719650"/>
                <a:gd name="connsiteY3814" fmla="*/ 939340 h 1454091"/>
                <a:gd name="connsiteX3815" fmla="*/ 4363914 w 4719650"/>
                <a:gd name="connsiteY3815" fmla="*/ 940979 h 1454091"/>
                <a:gd name="connsiteX3816" fmla="*/ 4360635 w 4719650"/>
                <a:gd name="connsiteY3816" fmla="*/ 942618 h 1454091"/>
                <a:gd name="connsiteX3817" fmla="*/ 4357358 w 4719650"/>
                <a:gd name="connsiteY3817" fmla="*/ 945897 h 1454091"/>
                <a:gd name="connsiteX3818" fmla="*/ 4355718 w 4719650"/>
                <a:gd name="connsiteY3818" fmla="*/ 949176 h 1454091"/>
                <a:gd name="connsiteX3819" fmla="*/ 4350800 w 4719650"/>
                <a:gd name="connsiteY3819" fmla="*/ 945897 h 1454091"/>
                <a:gd name="connsiteX3820" fmla="*/ 4347521 w 4719650"/>
                <a:gd name="connsiteY3820" fmla="*/ 944258 h 1454091"/>
                <a:gd name="connsiteX3821" fmla="*/ 4344242 w 4719650"/>
                <a:gd name="connsiteY3821" fmla="*/ 944258 h 1454091"/>
                <a:gd name="connsiteX3822" fmla="*/ 4345882 w 4719650"/>
                <a:gd name="connsiteY3822" fmla="*/ 949176 h 1454091"/>
                <a:gd name="connsiteX3823" fmla="*/ 4349161 w 4719650"/>
                <a:gd name="connsiteY3823" fmla="*/ 949176 h 1454091"/>
                <a:gd name="connsiteX3824" fmla="*/ 4352439 w 4719650"/>
                <a:gd name="connsiteY3824" fmla="*/ 949176 h 1454091"/>
                <a:gd name="connsiteX3825" fmla="*/ 4354079 w 4719650"/>
                <a:gd name="connsiteY3825" fmla="*/ 952455 h 1454091"/>
                <a:gd name="connsiteX3826" fmla="*/ 4355718 w 4719650"/>
                <a:gd name="connsiteY3826" fmla="*/ 957373 h 1454091"/>
                <a:gd name="connsiteX3827" fmla="*/ 4360635 w 4719650"/>
                <a:gd name="connsiteY3827" fmla="*/ 959012 h 1454091"/>
                <a:gd name="connsiteX3828" fmla="*/ 4358997 w 4719650"/>
                <a:gd name="connsiteY3828" fmla="*/ 963930 h 1454091"/>
                <a:gd name="connsiteX3829" fmla="*/ 4363914 w 4719650"/>
                <a:gd name="connsiteY3829" fmla="*/ 965569 h 1454091"/>
                <a:gd name="connsiteX3830" fmla="*/ 4365554 w 4719650"/>
                <a:gd name="connsiteY3830" fmla="*/ 968848 h 1454091"/>
                <a:gd name="connsiteX3831" fmla="*/ 4368832 w 4719650"/>
                <a:gd name="connsiteY3831" fmla="*/ 970487 h 1454091"/>
                <a:gd name="connsiteX3832" fmla="*/ 4372111 w 4719650"/>
                <a:gd name="connsiteY3832" fmla="*/ 973766 h 1454091"/>
                <a:gd name="connsiteX3833" fmla="*/ 4372111 w 4719650"/>
                <a:gd name="connsiteY3833" fmla="*/ 978684 h 1454091"/>
                <a:gd name="connsiteX3834" fmla="*/ 4373751 w 4719650"/>
                <a:gd name="connsiteY3834" fmla="*/ 981963 h 1454091"/>
                <a:gd name="connsiteX3835" fmla="*/ 4375390 w 4719650"/>
                <a:gd name="connsiteY3835" fmla="*/ 985241 h 1454091"/>
                <a:gd name="connsiteX3836" fmla="*/ 4377029 w 4719650"/>
                <a:gd name="connsiteY3836" fmla="*/ 988520 h 1454091"/>
                <a:gd name="connsiteX3837" fmla="*/ 4377029 w 4719650"/>
                <a:gd name="connsiteY3837" fmla="*/ 993438 h 1454091"/>
                <a:gd name="connsiteX3838" fmla="*/ 4377029 w 4719650"/>
                <a:gd name="connsiteY3838" fmla="*/ 996717 h 1454091"/>
                <a:gd name="connsiteX3839" fmla="*/ 4377029 w 4719650"/>
                <a:gd name="connsiteY3839" fmla="*/ 999995 h 1454091"/>
                <a:gd name="connsiteX3840" fmla="*/ 4377029 w 4719650"/>
                <a:gd name="connsiteY3840" fmla="*/ 1004913 h 1454091"/>
                <a:gd name="connsiteX3841" fmla="*/ 4373751 w 4719650"/>
                <a:gd name="connsiteY3841" fmla="*/ 1006553 h 1454091"/>
                <a:gd name="connsiteX3842" fmla="*/ 4370472 w 4719650"/>
                <a:gd name="connsiteY3842" fmla="*/ 1011471 h 1454091"/>
                <a:gd name="connsiteX3843" fmla="*/ 4372111 w 4719650"/>
                <a:gd name="connsiteY3843" fmla="*/ 1014749 h 1454091"/>
                <a:gd name="connsiteX3844" fmla="*/ 4370472 w 4719650"/>
                <a:gd name="connsiteY3844" fmla="*/ 1018028 h 1454091"/>
                <a:gd name="connsiteX3845" fmla="*/ 4368832 w 4719650"/>
                <a:gd name="connsiteY3845" fmla="*/ 1022946 h 1454091"/>
                <a:gd name="connsiteX3846" fmla="*/ 4367193 w 4719650"/>
                <a:gd name="connsiteY3846" fmla="*/ 1026225 h 1454091"/>
                <a:gd name="connsiteX3847" fmla="*/ 4365554 w 4719650"/>
                <a:gd name="connsiteY3847" fmla="*/ 1029503 h 1454091"/>
                <a:gd name="connsiteX3848" fmla="*/ 4362275 w 4719650"/>
                <a:gd name="connsiteY3848" fmla="*/ 1032782 h 1454091"/>
                <a:gd name="connsiteX3849" fmla="*/ 4360635 w 4719650"/>
                <a:gd name="connsiteY3849" fmla="*/ 1029503 h 1454091"/>
                <a:gd name="connsiteX3850" fmla="*/ 4357358 w 4719650"/>
                <a:gd name="connsiteY3850" fmla="*/ 1026225 h 1454091"/>
                <a:gd name="connsiteX3851" fmla="*/ 4354079 w 4719650"/>
                <a:gd name="connsiteY3851" fmla="*/ 1022946 h 1454091"/>
                <a:gd name="connsiteX3852" fmla="*/ 4349161 w 4719650"/>
                <a:gd name="connsiteY3852" fmla="*/ 1019668 h 1454091"/>
                <a:gd name="connsiteX3853" fmla="*/ 4345882 w 4719650"/>
                <a:gd name="connsiteY3853" fmla="*/ 1019668 h 1454091"/>
                <a:gd name="connsiteX3854" fmla="*/ 4342603 w 4719650"/>
                <a:gd name="connsiteY3854" fmla="*/ 1016389 h 1454091"/>
                <a:gd name="connsiteX3855" fmla="*/ 4339324 w 4719650"/>
                <a:gd name="connsiteY3855" fmla="*/ 1013110 h 1454091"/>
                <a:gd name="connsiteX3856" fmla="*/ 4334406 w 4719650"/>
                <a:gd name="connsiteY3856" fmla="*/ 1009831 h 1454091"/>
                <a:gd name="connsiteX3857" fmla="*/ 4331128 w 4719650"/>
                <a:gd name="connsiteY3857" fmla="*/ 1004913 h 1454091"/>
                <a:gd name="connsiteX3858" fmla="*/ 4329489 w 4719650"/>
                <a:gd name="connsiteY3858" fmla="*/ 1001635 h 1454091"/>
                <a:gd name="connsiteX3859" fmla="*/ 4326210 w 4719650"/>
                <a:gd name="connsiteY3859" fmla="*/ 998356 h 1454091"/>
                <a:gd name="connsiteX3860" fmla="*/ 4322931 w 4719650"/>
                <a:gd name="connsiteY3860" fmla="*/ 995077 h 1454091"/>
                <a:gd name="connsiteX3861" fmla="*/ 4318013 w 4719650"/>
                <a:gd name="connsiteY3861" fmla="*/ 990159 h 1454091"/>
                <a:gd name="connsiteX3862" fmla="*/ 4314734 w 4719650"/>
                <a:gd name="connsiteY3862" fmla="*/ 986881 h 1454091"/>
                <a:gd name="connsiteX3863" fmla="*/ 4311455 w 4719650"/>
                <a:gd name="connsiteY3863" fmla="*/ 983602 h 1454091"/>
                <a:gd name="connsiteX3864" fmla="*/ 4308177 w 4719650"/>
                <a:gd name="connsiteY3864" fmla="*/ 980323 h 1454091"/>
                <a:gd name="connsiteX3865" fmla="*/ 4303259 w 4719650"/>
                <a:gd name="connsiteY3865" fmla="*/ 977045 h 1454091"/>
                <a:gd name="connsiteX3866" fmla="*/ 4299981 w 4719650"/>
                <a:gd name="connsiteY3866" fmla="*/ 973766 h 1454091"/>
                <a:gd name="connsiteX3867" fmla="*/ 4296702 w 4719650"/>
                <a:gd name="connsiteY3867" fmla="*/ 970487 h 1454091"/>
                <a:gd name="connsiteX3868" fmla="*/ 4293423 w 4719650"/>
                <a:gd name="connsiteY3868" fmla="*/ 967209 h 1454091"/>
                <a:gd name="connsiteX3869" fmla="*/ 4296702 w 4719650"/>
                <a:gd name="connsiteY3869" fmla="*/ 967209 h 1454091"/>
                <a:gd name="connsiteX3870" fmla="*/ 4293423 w 4719650"/>
                <a:gd name="connsiteY3870" fmla="*/ 965569 h 1454091"/>
                <a:gd name="connsiteX3871" fmla="*/ 4288505 w 4719650"/>
                <a:gd name="connsiteY3871" fmla="*/ 963930 h 1454091"/>
                <a:gd name="connsiteX3872" fmla="*/ 4285226 w 4719650"/>
                <a:gd name="connsiteY3872" fmla="*/ 962291 h 1454091"/>
                <a:gd name="connsiteX3873" fmla="*/ 4280309 w 4719650"/>
                <a:gd name="connsiteY3873" fmla="*/ 959012 h 1454091"/>
                <a:gd name="connsiteX3874" fmla="*/ 4277030 w 4719650"/>
                <a:gd name="connsiteY3874" fmla="*/ 955733 h 1454091"/>
                <a:gd name="connsiteX3875" fmla="*/ 4275391 w 4719650"/>
                <a:gd name="connsiteY3875" fmla="*/ 954094 h 1454091"/>
                <a:gd name="connsiteX3876" fmla="*/ 4272112 w 4719650"/>
                <a:gd name="connsiteY3876" fmla="*/ 950815 h 1454091"/>
                <a:gd name="connsiteX3877" fmla="*/ 4268833 w 4719650"/>
                <a:gd name="connsiteY3877" fmla="*/ 947537 h 1454091"/>
                <a:gd name="connsiteX3878" fmla="*/ 4263915 w 4719650"/>
                <a:gd name="connsiteY3878" fmla="*/ 944258 h 1454091"/>
                <a:gd name="connsiteX3879" fmla="*/ 4260636 w 4719650"/>
                <a:gd name="connsiteY3879" fmla="*/ 940979 h 1454091"/>
                <a:gd name="connsiteX3880" fmla="*/ 4257357 w 4719650"/>
                <a:gd name="connsiteY3880" fmla="*/ 936061 h 1454091"/>
                <a:gd name="connsiteX3881" fmla="*/ 4254079 w 4719650"/>
                <a:gd name="connsiteY3881" fmla="*/ 932783 h 1454091"/>
                <a:gd name="connsiteX3882" fmla="*/ 4249161 w 4719650"/>
                <a:gd name="connsiteY3882" fmla="*/ 929504 h 1454091"/>
                <a:gd name="connsiteX3883" fmla="*/ 4245882 w 4719650"/>
                <a:gd name="connsiteY3883" fmla="*/ 926225 h 1454091"/>
                <a:gd name="connsiteX3884" fmla="*/ 4242604 w 4719650"/>
                <a:gd name="connsiteY3884" fmla="*/ 922946 h 1454091"/>
                <a:gd name="connsiteX3885" fmla="*/ 4237685 w 4719650"/>
                <a:gd name="connsiteY3885" fmla="*/ 919668 h 1454091"/>
                <a:gd name="connsiteX3886" fmla="*/ 4234407 w 4719650"/>
                <a:gd name="connsiteY3886" fmla="*/ 916389 h 1454091"/>
                <a:gd name="connsiteX3887" fmla="*/ 4231128 w 4719650"/>
                <a:gd name="connsiteY3887" fmla="*/ 911471 h 1454091"/>
                <a:gd name="connsiteX3888" fmla="*/ 4226211 w 4719650"/>
                <a:gd name="connsiteY3888" fmla="*/ 908193 h 1454091"/>
                <a:gd name="connsiteX3889" fmla="*/ 4222932 w 4719650"/>
                <a:gd name="connsiteY3889" fmla="*/ 904914 h 1454091"/>
                <a:gd name="connsiteX3890" fmla="*/ 4219653 w 4719650"/>
                <a:gd name="connsiteY3890" fmla="*/ 901635 h 1454091"/>
                <a:gd name="connsiteX3891" fmla="*/ 4216374 w 4719650"/>
                <a:gd name="connsiteY3891" fmla="*/ 898356 h 1454091"/>
                <a:gd name="connsiteX3892" fmla="*/ 4211456 w 4719650"/>
                <a:gd name="connsiteY3892" fmla="*/ 896717 h 1454091"/>
                <a:gd name="connsiteX3893" fmla="*/ 4208177 w 4719650"/>
                <a:gd name="connsiteY3893" fmla="*/ 891799 h 1454091"/>
                <a:gd name="connsiteX3894" fmla="*/ 4203260 w 4719650"/>
                <a:gd name="connsiteY3894" fmla="*/ 888521 h 1454091"/>
                <a:gd name="connsiteX3895" fmla="*/ 4199981 w 4719650"/>
                <a:gd name="connsiteY3895" fmla="*/ 886881 h 1454091"/>
                <a:gd name="connsiteX3896" fmla="*/ 4196702 w 4719650"/>
                <a:gd name="connsiteY3896" fmla="*/ 883603 h 1454091"/>
                <a:gd name="connsiteX3897" fmla="*/ 4193424 w 4719650"/>
                <a:gd name="connsiteY3897" fmla="*/ 878684 h 1454091"/>
                <a:gd name="connsiteX3898" fmla="*/ 4188505 w 4719650"/>
                <a:gd name="connsiteY3898" fmla="*/ 875406 h 1454091"/>
                <a:gd name="connsiteX3899" fmla="*/ 4185227 w 4719650"/>
                <a:gd name="connsiteY3899" fmla="*/ 872127 h 1454091"/>
                <a:gd name="connsiteX3900" fmla="*/ 4181948 w 4719650"/>
                <a:gd name="connsiteY3900" fmla="*/ 868848 h 1454091"/>
                <a:gd name="connsiteX3901" fmla="*/ 4177030 w 4719650"/>
                <a:gd name="connsiteY3901" fmla="*/ 865570 h 1454091"/>
                <a:gd name="connsiteX3902" fmla="*/ 4173752 w 4719650"/>
                <a:gd name="connsiteY3902" fmla="*/ 862291 h 1454091"/>
                <a:gd name="connsiteX3903" fmla="*/ 4170473 w 4719650"/>
                <a:gd name="connsiteY3903" fmla="*/ 859012 h 1454091"/>
                <a:gd name="connsiteX3904" fmla="*/ 4165555 w 4719650"/>
                <a:gd name="connsiteY3904" fmla="*/ 855734 h 1454091"/>
                <a:gd name="connsiteX3905" fmla="*/ 4162276 w 4719650"/>
                <a:gd name="connsiteY3905" fmla="*/ 852455 h 1454091"/>
                <a:gd name="connsiteX3906" fmla="*/ 4158997 w 4719650"/>
                <a:gd name="connsiteY3906" fmla="*/ 847537 h 1454091"/>
                <a:gd name="connsiteX3907" fmla="*/ 4155718 w 4719650"/>
                <a:gd name="connsiteY3907" fmla="*/ 844258 h 1454091"/>
                <a:gd name="connsiteX3908" fmla="*/ 4152440 w 4719650"/>
                <a:gd name="connsiteY3908" fmla="*/ 839340 h 1454091"/>
                <a:gd name="connsiteX3909" fmla="*/ 4150800 w 4719650"/>
                <a:gd name="connsiteY3909" fmla="*/ 836062 h 1454091"/>
                <a:gd name="connsiteX3910" fmla="*/ 4147522 w 4719650"/>
                <a:gd name="connsiteY3910" fmla="*/ 832783 h 1454091"/>
                <a:gd name="connsiteX3911" fmla="*/ 4144244 w 4719650"/>
                <a:gd name="connsiteY3911" fmla="*/ 829504 h 1454091"/>
                <a:gd name="connsiteX3912" fmla="*/ 4140965 w 4719650"/>
                <a:gd name="connsiteY3912" fmla="*/ 826226 h 1454091"/>
                <a:gd name="connsiteX3913" fmla="*/ 4137686 w 4719650"/>
                <a:gd name="connsiteY3913" fmla="*/ 821308 h 1454091"/>
                <a:gd name="connsiteX3914" fmla="*/ 4134407 w 4719650"/>
                <a:gd name="connsiteY3914" fmla="*/ 818029 h 1454091"/>
                <a:gd name="connsiteX3915" fmla="*/ 4132768 w 4719650"/>
                <a:gd name="connsiteY3915" fmla="*/ 814750 h 1454091"/>
                <a:gd name="connsiteX3916" fmla="*/ 4131128 w 4719650"/>
                <a:gd name="connsiteY3916" fmla="*/ 809832 h 1454091"/>
                <a:gd name="connsiteX3917" fmla="*/ 4127850 w 4719650"/>
                <a:gd name="connsiteY3917" fmla="*/ 806554 h 1454091"/>
                <a:gd name="connsiteX3918" fmla="*/ 4126210 w 4719650"/>
                <a:gd name="connsiteY3918" fmla="*/ 803275 h 1454091"/>
                <a:gd name="connsiteX3919" fmla="*/ 4122932 w 4719650"/>
                <a:gd name="connsiteY3919" fmla="*/ 798357 h 1454091"/>
                <a:gd name="connsiteX3920" fmla="*/ 4121293 w 4719650"/>
                <a:gd name="connsiteY3920" fmla="*/ 795078 h 1454091"/>
                <a:gd name="connsiteX3921" fmla="*/ 4118014 w 4719650"/>
                <a:gd name="connsiteY3921" fmla="*/ 791800 h 1454091"/>
                <a:gd name="connsiteX3922" fmla="*/ 4119654 w 4719650"/>
                <a:gd name="connsiteY3922" fmla="*/ 786882 h 1454091"/>
                <a:gd name="connsiteX3923" fmla="*/ 4121293 w 4719650"/>
                <a:gd name="connsiteY3923" fmla="*/ 791800 h 1454091"/>
                <a:gd name="connsiteX3924" fmla="*/ 4121293 w 4719650"/>
                <a:gd name="connsiteY3924" fmla="*/ 786882 h 1454091"/>
                <a:gd name="connsiteX3925" fmla="*/ 4121293 w 4719650"/>
                <a:gd name="connsiteY3925" fmla="*/ 783603 h 1454091"/>
                <a:gd name="connsiteX3926" fmla="*/ 4122932 w 4719650"/>
                <a:gd name="connsiteY3926" fmla="*/ 780324 h 1454091"/>
                <a:gd name="connsiteX3927" fmla="*/ 4122932 w 4719650"/>
                <a:gd name="connsiteY3927" fmla="*/ 775406 h 1454091"/>
                <a:gd name="connsiteX3928" fmla="*/ 4126210 w 4719650"/>
                <a:gd name="connsiteY3928" fmla="*/ 775406 h 1454091"/>
                <a:gd name="connsiteX3929" fmla="*/ 4124571 w 4719650"/>
                <a:gd name="connsiteY3929" fmla="*/ 772128 h 1454091"/>
                <a:gd name="connsiteX3930" fmla="*/ 4122932 w 4719650"/>
                <a:gd name="connsiteY3930" fmla="*/ 768849 h 1454091"/>
                <a:gd name="connsiteX3931" fmla="*/ 4121293 w 4719650"/>
                <a:gd name="connsiteY3931" fmla="*/ 765570 h 1454091"/>
                <a:gd name="connsiteX3932" fmla="*/ 4119654 w 4719650"/>
                <a:gd name="connsiteY3932" fmla="*/ 760652 h 1454091"/>
                <a:gd name="connsiteX3933" fmla="*/ 4116375 w 4719650"/>
                <a:gd name="connsiteY3933" fmla="*/ 757374 h 1454091"/>
                <a:gd name="connsiteX3934" fmla="*/ 4113096 w 4719650"/>
                <a:gd name="connsiteY3934" fmla="*/ 754095 h 1454091"/>
                <a:gd name="connsiteX3935" fmla="*/ 4108178 w 4719650"/>
                <a:gd name="connsiteY3935" fmla="*/ 752456 h 1454091"/>
                <a:gd name="connsiteX3936" fmla="*/ 4104899 w 4719650"/>
                <a:gd name="connsiteY3936" fmla="*/ 750816 h 1454091"/>
                <a:gd name="connsiteX3937" fmla="*/ 4101620 w 4719650"/>
                <a:gd name="connsiteY3937" fmla="*/ 745898 h 1454091"/>
                <a:gd name="connsiteX3938" fmla="*/ 4104899 w 4719650"/>
                <a:gd name="connsiteY3938" fmla="*/ 745898 h 1454091"/>
                <a:gd name="connsiteX3939" fmla="*/ 4109817 w 4719650"/>
                <a:gd name="connsiteY3939" fmla="*/ 747538 h 1454091"/>
                <a:gd name="connsiteX3940" fmla="*/ 4113096 w 4719650"/>
                <a:gd name="connsiteY3940" fmla="*/ 747538 h 1454091"/>
                <a:gd name="connsiteX3941" fmla="*/ 4116375 w 4719650"/>
                <a:gd name="connsiteY3941" fmla="*/ 747538 h 1454091"/>
                <a:gd name="connsiteX3942" fmla="*/ 4121293 w 4719650"/>
                <a:gd name="connsiteY3942" fmla="*/ 745898 h 1454091"/>
                <a:gd name="connsiteX3943" fmla="*/ 4118014 w 4719650"/>
                <a:gd name="connsiteY3943" fmla="*/ 740980 h 1454091"/>
                <a:gd name="connsiteX3944" fmla="*/ 4119654 w 4719650"/>
                <a:gd name="connsiteY3944" fmla="*/ 737701 h 1454091"/>
                <a:gd name="connsiteX3945" fmla="*/ 4122932 w 4719650"/>
                <a:gd name="connsiteY3945" fmla="*/ 739341 h 1454091"/>
                <a:gd name="connsiteX3946" fmla="*/ 4127850 w 4719650"/>
                <a:gd name="connsiteY3946" fmla="*/ 739341 h 1454091"/>
                <a:gd name="connsiteX3947" fmla="*/ 4131128 w 4719650"/>
                <a:gd name="connsiteY3947" fmla="*/ 739341 h 1454091"/>
                <a:gd name="connsiteX3948" fmla="*/ 4134407 w 4719650"/>
                <a:gd name="connsiteY3948" fmla="*/ 737701 h 1454091"/>
                <a:gd name="connsiteX3949" fmla="*/ 4139325 w 4719650"/>
                <a:gd name="connsiteY3949" fmla="*/ 739341 h 1454091"/>
                <a:gd name="connsiteX3950" fmla="*/ 4134407 w 4719650"/>
                <a:gd name="connsiteY3950" fmla="*/ 736062 h 1454091"/>
                <a:gd name="connsiteX3951" fmla="*/ 4136047 w 4719650"/>
                <a:gd name="connsiteY3951" fmla="*/ 732784 h 1454091"/>
                <a:gd name="connsiteX3952" fmla="*/ 4137686 w 4719650"/>
                <a:gd name="connsiteY3952" fmla="*/ 729505 h 1454091"/>
                <a:gd name="connsiteX3953" fmla="*/ 4140965 w 4719650"/>
                <a:gd name="connsiteY3953" fmla="*/ 724587 h 1454091"/>
                <a:gd name="connsiteX3954" fmla="*/ 4144244 w 4719650"/>
                <a:gd name="connsiteY3954" fmla="*/ 721308 h 1454091"/>
                <a:gd name="connsiteX3955" fmla="*/ 4142604 w 4719650"/>
                <a:gd name="connsiteY3955" fmla="*/ 718029 h 1454091"/>
                <a:gd name="connsiteX3956" fmla="*/ 4147522 w 4719650"/>
                <a:gd name="connsiteY3956" fmla="*/ 719669 h 1454091"/>
                <a:gd name="connsiteX3957" fmla="*/ 4144244 w 4719650"/>
                <a:gd name="connsiteY3957" fmla="*/ 714751 h 1454091"/>
                <a:gd name="connsiteX3958" fmla="*/ 4144244 w 4719650"/>
                <a:gd name="connsiteY3958" fmla="*/ 711472 h 1454091"/>
                <a:gd name="connsiteX3959" fmla="*/ 4145883 w 4719650"/>
                <a:gd name="connsiteY3959" fmla="*/ 708194 h 1454091"/>
                <a:gd name="connsiteX3960" fmla="*/ 4145883 w 4719650"/>
                <a:gd name="connsiteY3960" fmla="*/ 703275 h 1454091"/>
                <a:gd name="connsiteX3961" fmla="*/ 4144244 w 4719650"/>
                <a:gd name="connsiteY3961" fmla="*/ 699997 h 1454091"/>
                <a:gd name="connsiteX3962" fmla="*/ 4139325 w 4719650"/>
                <a:gd name="connsiteY3962" fmla="*/ 696718 h 1454091"/>
                <a:gd name="connsiteX3963" fmla="*/ 4139325 w 4719650"/>
                <a:gd name="connsiteY3963" fmla="*/ 693439 h 1454091"/>
                <a:gd name="connsiteX3964" fmla="*/ 4139325 w 4719650"/>
                <a:gd name="connsiteY3964" fmla="*/ 688521 h 1454091"/>
                <a:gd name="connsiteX3965" fmla="*/ 4140965 w 4719650"/>
                <a:gd name="connsiteY3965" fmla="*/ 686882 h 1454091"/>
                <a:gd name="connsiteX3966" fmla="*/ 4144244 w 4719650"/>
                <a:gd name="connsiteY3966" fmla="*/ 681964 h 1454091"/>
                <a:gd name="connsiteX3967" fmla="*/ 4142604 w 4719650"/>
                <a:gd name="connsiteY3967" fmla="*/ 678685 h 1454091"/>
                <a:gd name="connsiteX3968" fmla="*/ 4140965 w 4719650"/>
                <a:gd name="connsiteY3968" fmla="*/ 675407 h 1454091"/>
                <a:gd name="connsiteX3969" fmla="*/ 4144244 w 4719650"/>
                <a:gd name="connsiteY3969" fmla="*/ 673767 h 1454091"/>
                <a:gd name="connsiteX3970" fmla="*/ 4147522 w 4719650"/>
                <a:gd name="connsiteY3970" fmla="*/ 672128 h 1454091"/>
                <a:gd name="connsiteX3971" fmla="*/ 4147522 w 4719650"/>
                <a:gd name="connsiteY3971" fmla="*/ 668849 h 1454091"/>
                <a:gd name="connsiteX3972" fmla="*/ 4149162 w 4719650"/>
                <a:gd name="connsiteY3972" fmla="*/ 663931 h 1454091"/>
                <a:gd name="connsiteX3973" fmla="*/ 4149162 w 4719650"/>
                <a:gd name="connsiteY3973" fmla="*/ 660653 h 1454091"/>
                <a:gd name="connsiteX3974" fmla="*/ 4149162 w 4719650"/>
                <a:gd name="connsiteY3974" fmla="*/ 657374 h 1454091"/>
                <a:gd name="connsiteX3975" fmla="*/ 4147522 w 4719650"/>
                <a:gd name="connsiteY3975" fmla="*/ 657374 h 1454091"/>
                <a:gd name="connsiteX3976" fmla="*/ 4150800 w 4719650"/>
                <a:gd name="connsiteY3976" fmla="*/ 652456 h 1454091"/>
                <a:gd name="connsiteX3977" fmla="*/ 4154079 w 4719650"/>
                <a:gd name="connsiteY3977" fmla="*/ 649177 h 1454091"/>
                <a:gd name="connsiteX3978" fmla="*/ 4152440 w 4719650"/>
                <a:gd name="connsiteY3978" fmla="*/ 645899 h 1454091"/>
                <a:gd name="connsiteX3979" fmla="*/ 4147522 w 4719650"/>
                <a:gd name="connsiteY3979" fmla="*/ 644259 h 1454091"/>
                <a:gd name="connsiteX3980" fmla="*/ 4144244 w 4719650"/>
                <a:gd name="connsiteY3980" fmla="*/ 639341 h 1454091"/>
                <a:gd name="connsiteX3981" fmla="*/ 4149162 w 4719650"/>
                <a:gd name="connsiteY3981" fmla="*/ 637702 h 1454091"/>
                <a:gd name="connsiteX3982" fmla="*/ 4152440 w 4719650"/>
                <a:gd name="connsiteY3982" fmla="*/ 634423 h 1454091"/>
                <a:gd name="connsiteX3983" fmla="*/ 4157358 w 4719650"/>
                <a:gd name="connsiteY3983" fmla="*/ 632784 h 1454091"/>
                <a:gd name="connsiteX3984" fmla="*/ 4160637 w 4719650"/>
                <a:gd name="connsiteY3984" fmla="*/ 629505 h 1454091"/>
                <a:gd name="connsiteX3985" fmla="*/ 4160637 w 4719650"/>
                <a:gd name="connsiteY3985" fmla="*/ 626227 h 1454091"/>
                <a:gd name="connsiteX3986" fmla="*/ 4165555 w 4719650"/>
                <a:gd name="connsiteY3986" fmla="*/ 624587 h 1454091"/>
                <a:gd name="connsiteX3987" fmla="*/ 4168834 w 4719650"/>
                <a:gd name="connsiteY3987" fmla="*/ 624587 h 1454091"/>
                <a:gd name="connsiteX3988" fmla="*/ 4172112 w 4719650"/>
                <a:gd name="connsiteY3988" fmla="*/ 626227 h 1454091"/>
                <a:gd name="connsiteX3989" fmla="*/ 4175390 w 4719650"/>
                <a:gd name="connsiteY3989" fmla="*/ 622948 h 1454091"/>
                <a:gd name="connsiteX3990" fmla="*/ 4178669 w 4719650"/>
                <a:gd name="connsiteY3990" fmla="*/ 619669 h 1454091"/>
                <a:gd name="connsiteX3991" fmla="*/ 4175390 w 4719650"/>
                <a:gd name="connsiteY3991" fmla="*/ 618030 h 1454091"/>
                <a:gd name="connsiteX3992" fmla="*/ 4170473 w 4719650"/>
                <a:gd name="connsiteY3992" fmla="*/ 616391 h 1454091"/>
                <a:gd name="connsiteX3993" fmla="*/ 4167194 w 4719650"/>
                <a:gd name="connsiteY3993" fmla="*/ 613112 h 1454091"/>
                <a:gd name="connsiteX3994" fmla="*/ 4167194 w 4719650"/>
                <a:gd name="connsiteY3994" fmla="*/ 609833 h 1454091"/>
                <a:gd name="connsiteX3995" fmla="*/ 4170473 w 4719650"/>
                <a:gd name="connsiteY3995" fmla="*/ 608194 h 1454091"/>
                <a:gd name="connsiteX3996" fmla="*/ 4168834 w 4719650"/>
                <a:gd name="connsiteY3996" fmla="*/ 603276 h 1454091"/>
                <a:gd name="connsiteX3997" fmla="*/ 4165555 w 4719650"/>
                <a:gd name="connsiteY3997" fmla="*/ 601637 h 1454091"/>
                <a:gd name="connsiteX3998" fmla="*/ 4160637 w 4719650"/>
                <a:gd name="connsiteY3998" fmla="*/ 599997 h 1454091"/>
                <a:gd name="connsiteX3999" fmla="*/ 4157358 w 4719650"/>
                <a:gd name="connsiteY3999" fmla="*/ 599997 h 1454091"/>
                <a:gd name="connsiteX4000" fmla="*/ 4154079 w 4719650"/>
                <a:gd name="connsiteY4000" fmla="*/ 596719 h 1454091"/>
                <a:gd name="connsiteX4001" fmla="*/ 4150800 w 4719650"/>
                <a:gd name="connsiteY4001" fmla="*/ 593440 h 1454091"/>
                <a:gd name="connsiteX4002" fmla="*/ 4152440 w 4719650"/>
                <a:gd name="connsiteY4002" fmla="*/ 588522 h 1454091"/>
                <a:gd name="connsiteX4003" fmla="*/ 4149162 w 4719650"/>
                <a:gd name="connsiteY4003" fmla="*/ 585243 h 1454091"/>
                <a:gd name="connsiteX4004" fmla="*/ 4145883 w 4719650"/>
                <a:gd name="connsiteY4004" fmla="*/ 581965 h 1454091"/>
                <a:gd name="connsiteX4005" fmla="*/ 4140965 w 4719650"/>
                <a:gd name="connsiteY4005" fmla="*/ 578686 h 1454091"/>
                <a:gd name="connsiteX4006" fmla="*/ 4137686 w 4719650"/>
                <a:gd name="connsiteY4006" fmla="*/ 575407 h 1454091"/>
                <a:gd name="connsiteX4007" fmla="*/ 4134407 w 4719650"/>
                <a:gd name="connsiteY4007" fmla="*/ 570489 h 1454091"/>
                <a:gd name="connsiteX4008" fmla="*/ 4129489 w 4719650"/>
                <a:gd name="connsiteY4008" fmla="*/ 567210 h 1454091"/>
                <a:gd name="connsiteX4009" fmla="*/ 4129489 w 4719650"/>
                <a:gd name="connsiteY4009" fmla="*/ 563932 h 1454091"/>
                <a:gd name="connsiteX4010" fmla="*/ 4131128 w 4719650"/>
                <a:gd name="connsiteY4010" fmla="*/ 560653 h 1454091"/>
                <a:gd name="connsiteX4011" fmla="*/ 4136047 w 4719650"/>
                <a:gd name="connsiteY4011" fmla="*/ 557374 h 1454091"/>
                <a:gd name="connsiteX4012" fmla="*/ 4139325 w 4719650"/>
                <a:gd name="connsiteY4012" fmla="*/ 559014 h 1454091"/>
                <a:gd name="connsiteX4013" fmla="*/ 4142604 w 4719650"/>
                <a:gd name="connsiteY4013" fmla="*/ 559014 h 1454091"/>
                <a:gd name="connsiteX4014" fmla="*/ 4147522 w 4719650"/>
                <a:gd name="connsiteY4014" fmla="*/ 560653 h 1454091"/>
                <a:gd name="connsiteX4015" fmla="*/ 4150800 w 4719650"/>
                <a:gd name="connsiteY4015" fmla="*/ 560653 h 1454091"/>
                <a:gd name="connsiteX4016" fmla="*/ 4154079 w 4719650"/>
                <a:gd name="connsiteY4016" fmla="*/ 560653 h 1454091"/>
                <a:gd name="connsiteX4017" fmla="*/ 4157358 w 4719650"/>
                <a:gd name="connsiteY4017" fmla="*/ 562292 h 1454091"/>
                <a:gd name="connsiteX4018" fmla="*/ 4162276 w 4719650"/>
                <a:gd name="connsiteY4018" fmla="*/ 563932 h 1454091"/>
                <a:gd name="connsiteX4019" fmla="*/ 4157358 w 4719650"/>
                <a:gd name="connsiteY4019" fmla="*/ 562292 h 1454091"/>
                <a:gd name="connsiteX4020" fmla="*/ 4154079 w 4719650"/>
                <a:gd name="connsiteY4020" fmla="*/ 560653 h 1454091"/>
                <a:gd name="connsiteX4021" fmla="*/ 4150800 w 4719650"/>
                <a:gd name="connsiteY4021" fmla="*/ 557374 h 1454091"/>
                <a:gd name="connsiteX4022" fmla="*/ 4154079 w 4719650"/>
                <a:gd name="connsiteY4022" fmla="*/ 557374 h 1454091"/>
                <a:gd name="connsiteX4023" fmla="*/ 4158997 w 4719650"/>
                <a:gd name="connsiteY4023" fmla="*/ 557374 h 1454091"/>
                <a:gd name="connsiteX4024" fmla="*/ 4162276 w 4719650"/>
                <a:gd name="connsiteY4024" fmla="*/ 559014 h 1454091"/>
                <a:gd name="connsiteX4025" fmla="*/ 4165555 w 4719650"/>
                <a:gd name="connsiteY4025" fmla="*/ 559014 h 1454091"/>
                <a:gd name="connsiteX4026" fmla="*/ 4163915 w 4719650"/>
                <a:gd name="connsiteY4026" fmla="*/ 559014 h 1454091"/>
                <a:gd name="connsiteX4027" fmla="*/ 4158997 w 4719650"/>
                <a:gd name="connsiteY4027" fmla="*/ 557374 h 1454091"/>
                <a:gd name="connsiteX4028" fmla="*/ 4155718 w 4719650"/>
                <a:gd name="connsiteY4028" fmla="*/ 557374 h 1454091"/>
                <a:gd name="connsiteX4029" fmla="*/ 4152440 w 4719650"/>
                <a:gd name="connsiteY4029" fmla="*/ 557374 h 1454091"/>
                <a:gd name="connsiteX4030" fmla="*/ 4147522 w 4719650"/>
                <a:gd name="connsiteY4030" fmla="*/ 557374 h 1454091"/>
                <a:gd name="connsiteX4031" fmla="*/ 4144244 w 4719650"/>
                <a:gd name="connsiteY4031" fmla="*/ 555735 h 1454091"/>
                <a:gd name="connsiteX4032" fmla="*/ 4140965 w 4719650"/>
                <a:gd name="connsiteY4032" fmla="*/ 555735 h 1454091"/>
                <a:gd name="connsiteX4033" fmla="*/ 4136047 w 4719650"/>
                <a:gd name="connsiteY4033" fmla="*/ 554096 h 1454091"/>
                <a:gd name="connsiteX4034" fmla="*/ 4132768 w 4719650"/>
                <a:gd name="connsiteY4034" fmla="*/ 554096 h 1454091"/>
                <a:gd name="connsiteX4035" fmla="*/ 4129489 w 4719650"/>
                <a:gd name="connsiteY4035" fmla="*/ 552456 h 1454091"/>
                <a:gd name="connsiteX4036" fmla="*/ 4124571 w 4719650"/>
                <a:gd name="connsiteY4036" fmla="*/ 550817 h 1454091"/>
                <a:gd name="connsiteX4037" fmla="*/ 4121293 w 4719650"/>
                <a:gd name="connsiteY4037" fmla="*/ 549178 h 1454091"/>
                <a:gd name="connsiteX4038" fmla="*/ 4116375 w 4719650"/>
                <a:gd name="connsiteY4038" fmla="*/ 549178 h 1454091"/>
                <a:gd name="connsiteX4039" fmla="*/ 4113096 w 4719650"/>
                <a:gd name="connsiteY4039" fmla="*/ 549178 h 1454091"/>
                <a:gd name="connsiteX4040" fmla="*/ 4109817 w 4719650"/>
                <a:gd name="connsiteY4040" fmla="*/ 550817 h 1454091"/>
                <a:gd name="connsiteX4041" fmla="*/ 4104899 w 4719650"/>
                <a:gd name="connsiteY4041" fmla="*/ 552456 h 1454091"/>
                <a:gd name="connsiteX4042" fmla="*/ 4101620 w 4719650"/>
                <a:gd name="connsiteY4042" fmla="*/ 552456 h 1454091"/>
                <a:gd name="connsiteX4043" fmla="*/ 4098341 w 4719650"/>
                <a:gd name="connsiteY4043" fmla="*/ 554096 h 1454091"/>
                <a:gd name="connsiteX4044" fmla="*/ 4093424 w 4719650"/>
                <a:gd name="connsiteY4044" fmla="*/ 554096 h 1454091"/>
                <a:gd name="connsiteX4045" fmla="*/ 4090145 w 4719650"/>
                <a:gd name="connsiteY4045" fmla="*/ 555735 h 1454091"/>
                <a:gd name="connsiteX4046" fmla="*/ 4093424 w 4719650"/>
                <a:gd name="connsiteY4046" fmla="*/ 559014 h 1454091"/>
                <a:gd name="connsiteX4047" fmla="*/ 4096703 w 4719650"/>
                <a:gd name="connsiteY4047" fmla="*/ 560653 h 1454091"/>
                <a:gd name="connsiteX4048" fmla="*/ 4099981 w 4719650"/>
                <a:gd name="connsiteY4048" fmla="*/ 562292 h 1454091"/>
                <a:gd name="connsiteX4049" fmla="*/ 4098341 w 4719650"/>
                <a:gd name="connsiteY4049" fmla="*/ 565571 h 1454091"/>
                <a:gd name="connsiteX4050" fmla="*/ 4101620 w 4719650"/>
                <a:gd name="connsiteY4050" fmla="*/ 568850 h 1454091"/>
                <a:gd name="connsiteX4051" fmla="*/ 4104899 w 4719650"/>
                <a:gd name="connsiteY4051" fmla="*/ 572129 h 1454091"/>
                <a:gd name="connsiteX4052" fmla="*/ 4109817 w 4719650"/>
                <a:gd name="connsiteY4052" fmla="*/ 573768 h 1454091"/>
                <a:gd name="connsiteX4053" fmla="*/ 4109817 w 4719650"/>
                <a:gd name="connsiteY4053" fmla="*/ 577046 h 1454091"/>
                <a:gd name="connsiteX4054" fmla="*/ 4113096 w 4719650"/>
                <a:gd name="connsiteY4054" fmla="*/ 581965 h 1454091"/>
                <a:gd name="connsiteX4055" fmla="*/ 4116375 w 4719650"/>
                <a:gd name="connsiteY4055" fmla="*/ 585243 h 1454091"/>
                <a:gd name="connsiteX4056" fmla="*/ 4119654 w 4719650"/>
                <a:gd name="connsiteY4056" fmla="*/ 585243 h 1454091"/>
                <a:gd name="connsiteX4057" fmla="*/ 4122932 w 4719650"/>
                <a:gd name="connsiteY4057" fmla="*/ 586882 h 1454091"/>
                <a:gd name="connsiteX4058" fmla="*/ 4127850 w 4719650"/>
                <a:gd name="connsiteY4058" fmla="*/ 586882 h 1454091"/>
                <a:gd name="connsiteX4059" fmla="*/ 4131128 w 4719650"/>
                <a:gd name="connsiteY4059" fmla="*/ 590161 h 1454091"/>
                <a:gd name="connsiteX4060" fmla="*/ 4127850 w 4719650"/>
                <a:gd name="connsiteY4060" fmla="*/ 591801 h 1454091"/>
                <a:gd name="connsiteX4061" fmla="*/ 4129489 w 4719650"/>
                <a:gd name="connsiteY4061" fmla="*/ 596719 h 1454091"/>
                <a:gd name="connsiteX4062" fmla="*/ 4126210 w 4719650"/>
                <a:gd name="connsiteY4062" fmla="*/ 595079 h 1454091"/>
                <a:gd name="connsiteX4063" fmla="*/ 4122932 w 4719650"/>
                <a:gd name="connsiteY4063" fmla="*/ 593440 h 1454091"/>
                <a:gd name="connsiteX4064" fmla="*/ 4119654 w 4719650"/>
                <a:gd name="connsiteY4064" fmla="*/ 588522 h 1454091"/>
                <a:gd name="connsiteX4065" fmla="*/ 4114735 w 4719650"/>
                <a:gd name="connsiteY4065" fmla="*/ 588522 h 1454091"/>
                <a:gd name="connsiteX4066" fmla="*/ 4111457 w 4719650"/>
                <a:gd name="connsiteY4066" fmla="*/ 590161 h 1454091"/>
                <a:gd name="connsiteX4067" fmla="*/ 4114735 w 4719650"/>
                <a:gd name="connsiteY4067" fmla="*/ 591801 h 1454091"/>
                <a:gd name="connsiteX4068" fmla="*/ 4111457 w 4719650"/>
                <a:gd name="connsiteY4068" fmla="*/ 591801 h 1454091"/>
                <a:gd name="connsiteX4069" fmla="*/ 4106538 w 4719650"/>
                <a:gd name="connsiteY4069" fmla="*/ 590161 h 1454091"/>
                <a:gd name="connsiteX4070" fmla="*/ 4104899 w 4719650"/>
                <a:gd name="connsiteY4070" fmla="*/ 593440 h 1454091"/>
                <a:gd name="connsiteX4071" fmla="*/ 4103260 w 4719650"/>
                <a:gd name="connsiteY4071" fmla="*/ 596719 h 1454091"/>
                <a:gd name="connsiteX4072" fmla="*/ 4099981 w 4719650"/>
                <a:gd name="connsiteY4072" fmla="*/ 599997 h 1454091"/>
                <a:gd name="connsiteX4073" fmla="*/ 4099981 w 4719650"/>
                <a:gd name="connsiteY4073" fmla="*/ 604915 h 1454091"/>
                <a:gd name="connsiteX4074" fmla="*/ 4099981 w 4719650"/>
                <a:gd name="connsiteY4074" fmla="*/ 608194 h 1454091"/>
                <a:gd name="connsiteX4075" fmla="*/ 4098341 w 4719650"/>
                <a:gd name="connsiteY4075" fmla="*/ 611473 h 1454091"/>
                <a:gd name="connsiteX4076" fmla="*/ 4096703 w 4719650"/>
                <a:gd name="connsiteY4076" fmla="*/ 616391 h 1454091"/>
                <a:gd name="connsiteX4077" fmla="*/ 4093424 w 4719650"/>
                <a:gd name="connsiteY4077" fmla="*/ 619669 h 1454091"/>
                <a:gd name="connsiteX4078" fmla="*/ 4093424 w 4719650"/>
                <a:gd name="connsiteY4078" fmla="*/ 622948 h 1454091"/>
                <a:gd name="connsiteX4079" fmla="*/ 4096703 w 4719650"/>
                <a:gd name="connsiteY4079" fmla="*/ 627866 h 1454091"/>
                <a:gd name="connsiteX4080" fmla="*/ 4093424 w 4719650"/>
                <a:gd name="connsiteY4080" fmla="*/ 626227 h 1454091"/>
                <a:gd name="connsiteX4081" fmla="*/ 4090145 w 4719650"/>
                <a:gd name="connsiteY4081" fmla="*/ 626227 h 1454091"/>
                <a:gd name="connsiteX4082" fmla="*/ 4085227 w 4719650"/>
                <a:gd name="connsiteY4082" fmla="*/ 629505 h 1454091"/>
                <a:gd name="connsiteX4083" fmla="*/ 4083588 w 4719650"/>
                <a:gd name="connsiteY4083" fmla="*/ 632784 h 1454091"/>
                <a:gd name="connsiteX4084" fmla="*/ 4078670 w 4719650"/>
                <a:gd name="connsiteY4084" fmla="*/ 629505 h 1454091"/>
                <a:gd name="connsiteX4085" fmla="*/ 4078670 w 4719650"/>
                <a:gd name="connsiteY4085" fmla="*/ 626227 h 1454091"/>
                <a:gd name="connsiteX4086" fmla="*/ 4073751 w 4719650"/>
                <a:gd name="connsiteY4086" fmla="*/ 624587 h 1454091"/>
                <a:gd name="connsiteX4087" fmla="*/ 4075391 w 4719650"/>
                <a:gd name="connsiteY4087" fmla="*/ 619669 h 1454091"/>
                <a:gd name="connsiteX4088" fmla="*/ 4073751 w 4719650"/>
                <a:gd name="connsiteY4088" fmla="*/ 616391 h 1454091"/>
                <a:gd name="connsiteX4089" fmla="*/ 4068834 w 4719650"/>
                <a:gd name="connsiteY4089" fmla="*/ 614751 h 1454091"/>
                <a:gd name="connsiteX4090" fmla="*/ 4065555 w 4719650"/>
                <a:gd name="connsiteY4090" fmla="*/ 614751 h 1454091"/>
                <a:gd name="connsiteX4091" fmla="*/ 4062277 w 4719650"/>
                <a:gd name="connsiteY4091" fmla="*/ 616391 h 1454091"/>
                <a:gd name="connsiteX4092" fmla="*/ 4058998 w 4719650"/>
                <a:gd name="connsiteY4092" fmla="*/ 619669 h 1454091"/>
                <a:gd name="connsiteX4093" fmla="*/ 4055719 w 4719650"/>
                <a:gd name="connsiteY4093" fmla="*/ 614751 h 1454091"/>
                <a:gd name="connsiteX4094" fmla="*/ 4054080 w 4719650"/>
                <a:gd name="connsiteY4094" fmla="*/ 611473 h 1454091"/>
                <a:gd name="connsiteX4095" fmla="*/ 4050801 w 4719650"/>
                <a:gd name="connsiteY4095" fmla="*/ 609833 h 1454091"/>
                <a:gd name="connsiteX4096" fmla="*/ 4045883 w 4719650"/>
                <a:gd name="connsiteY4096" fmla="*/ 606555 h 1454091"/>
                <a:gd name="connsiteX4097" fmla="*/ 4042605 w 4719650"/>
                <a:gd name="connsiteY4097" fmla="*/ 604915 h 1454091"/>
                <a:gd name="connsiteX4098" fmla="*/ 4047522 w 4719650"/>
                <a:gd name="connsiteY4098" fmla="*/ 604915 h 1454091"/>
                <a:gd name="connsiteX4099" fmla="*/ 4044244 w 4719650"/>
                <a:gd name="connsiteY4099" fmla="*/ 601637 h 1454091"/>
                <a:gd name="connsiteX4100" fmla="*/ 4044244 w 4719650"/>
                <a:gd name="connsiteY4100" fmla="*/ 601637 h 1454091"/>
                <a:gd name="connsiteX4101" fmla="*/ 4040965 w 4719650"/>
                <a:gd name="connsiteY4101" fmla="*/ 598358 h 1454091"/>
                <a:gd name="connsiteX4102" fmla="*/ 4042605 w 4719650"/>
                <a:gd name="connsiteY4102" fmla="*/ 595079 h 1454091"/>
                <a:gd name="connsiteX4103" fmla="*/ 4039326 w 4719650"/>
                <a:gd name="connsiteY4103" fmla="*/ 590161 h 1454091"/>
                <a:gd name="connsiteX4104" fmla="*/ 4037687 w 4719650"/>
                <a:gd name="connsiteY4104" fmla="*/ 586882 h 1454091"/>
                <a:gd name="connsiteX4105" fmla="*/ 4034408 w 4719650"/>
                <a:gd name="connsiteY4105" fmla="*/ 583604 h 1454091"/>
                <a:gd name="connsiteX4106" fmla="*/ 4031129 w 4719650"/>
                <a:gd name="connsiteY4106" fmla="*/ 580325 h 1454091"/>
                <a:gd name="connsiteX4107" fmla="*/ 4027850 w 4719650"/>
                <a:gd name="connsiteY4107" fmla="*/ 580325 h 1454091"/>
                <a:gd name="connsiteX4108" fmla="*/ 4024571 w 4719650"/>
                <a:gd name="connsiteY4108" fmla="*/ 583604 h 1454091"/>
                <a:gd name="connsiteX4109" fmla="*/ 4022932 w 4719650"/>
                <a:gd name="connsiteY4109" fmla="*/ 585243 h 1454091"/>
                <a:gd name="connsiteX4110" fmla="*/ 4021293 w 4719650"/>
                <a:gd name="connsiteY4110" fmla="*/ 588522 h 1454091"/>
                <a:gd name="connsiteX4111" fmla="*/ 4018015 w 4719650"/>
                <a:gd name="connsiteY4111" fmla="*/ 590161 h 1454091"/>
                <a:gd name="connsiteX4112" fmla="*/ 4013097 w 4719650"/>
                <a:gd name="connsiteY4112" fmla="*/ 588522 h 1454091"/>
                <a:gd name="connsiteX4113" fmla="*/ 4011457 w 4719650"/>
                <a:gd name="connsiteY4113" fmla="*/ 585243 h 1454091"/>
                <a:gd name="connsiteX4114" fmla="*/ 4006539 w 4719650"/>
                <a:gd name="connsiteY4114" fmla="*/ 585243 h 1454091"/>
                <a:gd name="connsiteX4115" fmla="*/ 4003260 w 4719650"/>
                <a:gd name="connsiteY4115" fmla="*/ 581965 h 1454091"/>
                <a:gd name="connsiteX4116" fmla="*/ 3998342 w 4719650"/>
                <a:gd name="connsiteY4116" fmla="*/ 580325 h 1454091"/>
                <a:gd name="connsiteX4117" fmla="*/ 3995063 w 4719650"/>
                <a:gd name="connsiteY4117" fmla="*/ 580325 h 1454091"/>
                <a:gd name="connsiteX4118" fmla="*/ 3991785 w 4719650"/>
                <a:gd name="connsiteY4118" fmla="*/ 580325 h 1454091"/>
                <a:gd name="connsiteX4119" fmla="*/ 3986867 w 4719650"/>
                <a:gd name="connsiteY4119" fmla="*/ 583604 h 1454091"/>
                <a:gd name="connsiteX4120" fmla="*/ 3983588 w 4719650"/>
                <a:gd name="connsiteY4120" fmla="*/ 583604 h 1454091"/>
                <a:gd name="connsiteX4121" fmla="*/ 3980310 w 4719650"/>
                <a:gd name="connsiteY4121" fmla="*/ 585243 h 1454091"/>
                <a:gd name="connsiteX4122" fmla="*/ 3977031 w 4719650"/>
                <a:gd name="connsiteY4122" fmla="*/ 583604 h 1454091"/>
                <a:gd name="connsiteX4123" fmla="*/ 3972113 w 4719650"/>
                <a:gd name="connsiteY4123" fmla="*/ 585243 h 1454091"/>
                <a:gd name="connsiteX4124" fmla="*/ 3968834 w 4719650"/>
                <a:gd name="connsiteY4124" fmla="*/ 586882 h 1454091"/>
                <a:gd name="connsiteX4125" fmla="*/ 3965556 w 4719650"/>
                <a:gd name="connsiteY4125" fmla="*/ 586882 h 1454091"/>
                <a:gd name="connsiteX4126" fmla="*/ 3960638 w 4719650"/>
                <a:gd name="connsiteY4126" fmla="*/ 585243 h 1454091"/>
                <a:gd name="connsiteX4127" fmla="*/ 3957359 w 4719650"/>
                <a:gd name="connsiteY4127" fmla="*/ 585243 h 1454091"/>
                <a:gd name="connsiteX4128" fmla="*/ 3954080 w 4719650"/>
                <a:gd name="connsiteY4128" fmla="*/ 585243 h 1454091"/>
                <a:gd name="connsiteX4129" fmla="*/ 3949162 w 4719650"/>
                <a:gd name="connsiteY4129" fmla="*/ 585243 h 1454091"/>
                <a:gd name="connsiteX4130" fmla="*/ 3949162 w 4719650"/>
                <a:gd name="connsiteY4130" fmla="*/ 588522 h 1454091"/>
                <a:gd name="connsiteX4131" fmla="*/ 3945883 w 4719650"/>
                <a:gd name="connsiteY4131" fmla="*/ 588522 h 1454091"/>
                <a:gd name="connsiteX4132" fmla="*/ 3942604 w 4719650"/>
                <a:gd name="connsiteY4132" fmla="*/ 591801 h 1454091"/>
                <a:gd name="connsiteX4133" fmla="*/ 3942604 w 4719650"/>
                <a:gd name="connsiteY4133" fmla="*/ 595079 h 1454091"/>
                <a:gd name="connsiteX4134" fmla="*/ 3937687 w 4719650"/>
                <a:gd name="connsiteY4134" fmla="*/ 596719 h 1454091"/>
                <a:gd name="connsiteX4135" fmla="*/ 3940966 w 4719650"/>
                <a:gd name="connsiteY4135" fmla="*/ 601637 h 1454091"/>
                <a:gd name="connsiteX4136" fmla="*/ 3945883 w 4719650"/>
                <a:gd name="connsiteY4136" fmla="*/ 604915 h 1454091"/>
                <a:gd name="connsiteX4137" fmla="*/ 3945883 w 4719650"/>
                <a:gd name="connsiteY4137" fmla="*/ 608194 h 1454091"/>
                <a:gd name="connsiteX4138" fmla="*/ 3942604 w 4719650"/>
                <a:gd name="connsiteY4138" fmla="*/ 609833 h 1454091"/>
                <a:gd name="connsiteX4139" fmla="*/ 3942604 w 4719650"/>
                <a:gd name="connsiteY4139" fmla="*/ 614751 h 1454091"/>
                <a:gd name="connsiteX4140" fmla="*/ 3940966 w 4719650"/>
                <a:gd name="connsiteY4140" fmla="*/ 618030 h 1454091"/>
                <a:gd name="connsiteX4141" fmla="*/ 3942604 w 4719650"/>
                <a:gd name="connsiteY4141" fmla="*/ 621309 h 1454091"/>
                <a:gd name="connsiteX4142" fmla="*/ 3945883 w 4719650"/>
                <a:gd name="connsiteY4142" fmla="*/ 626227 h 1454091"/>
                <a:gd name="connsiteX4143" fmla="*/ 3945883 w 4719650"/>
                <a:gd name="connsiteY4143" fmla="*/ 629505 h 1454091"/>
                <a:gd name="connsiteX4144" fmla="*/ 3940966 w 4719650"/>
                <a:gd name="connsiteY4144" fmla="*/ 631145 h 1454091"/>
                <a:gd name="connsiteX4145" fmla="*/ 3940966 w 4719650"/>
                <a:gd name="connsiteY4145" fmla="*/ 636063 h 1454091"/>
                <a:gd name="connsiteX4146" fmla="*/ 3937687 w 4719650"/>
                <a:gd name="connsiteY4146" fmla="*/ 637702 h 1454091"/>
                <a:gd name="connsiteX4147" fmla="*/ 3934408 w 4719650"/>
                <a:gd name="connsiteY4147" fmla="*/ 642620 h 1454091"/>
                <a:gd name="connsiteX4148" fmla="*/ 3932769 w 4719650"/>
                <a:gd name="connsiteY4148" fmla="*/ 645899 h 1454091"/>
                <a:gd name="connsiteX4149" fmla="*/ 3932769 w 4719650"/>
                <a:gd name="connsiteY4149" fmla="*/ 649177 h 1454091"/>
                <a:gd name="connsiteX4150" fmla="*/ 3934408 w 4719650"/>
                <a:gd name="connsiteY4150" fmla="*/ 652456 h 1454091"/>
                <a:gd name="connsiteX4151" fmla="*/ 3936048 w 4719650"/>
                <a:gd name="connsiteY4151" fmla="*/ 657374 h 1454091"/>
                <a:gd name="connsiteX4152" fmla="*/ 3939327 w 4719650"/>
                <a:gd name="connsiteY4152" fmla="*/ 660653 h 1454091"/>
                <a:gd name="connsiteX4153" fmla="*/ 3934408 w 4719650"/>
                <a:gd name="connsiteY4153" fmla="*/ 660653 h 1454091"/>
                <a:gd name="connsiteX4154" fmla="*/ 3936048 w 4719650"/>
                <a:gd name="connsiteY4154" fmla="*/ 665571 h 1454091"/>
                <a:gd name="connsiteX4155" fmla="*/ 3939327 w 4719650"/>
                <a:gd name="connsiteY4155" fmla="*/ 668849 h 1454091"/>
                <a:gd name="connsiteX4156" fmla="*/ 3944244 w 4719650"/>
                <a:gd name="connsiteY4156" fmla="*/ 670489 h 1454091"/>
                <a:gd name="connsiteX4157" fmla="*/ 3947523 w 4719650"/>
                <a:gd name="connsiteY4157" fmla="*/ 673767 h 1454091"/>
                <a:gd name="connsiteX4158" fmla="*/ 3944244 w 4719650"/>
                <a:gd name="connsiteY4158" fmla="*/ 672128 h 1454091"/>
                <a:gd name="connsiteX4159" fmla="*/ 3944244 w 4719650"/>
                <a:gd name="connsiteY4159" fmla="*/ 675407 h 1454091"/>
                <a:gd name="connsiteX4160" fmla="*/ 3947523 w 4719650"/>
                <a:gd name="connsiteY4160" fmla="*/ 678685 h 1454091"/>
                <a:gd name="connsiteX4161" fmla="*/ 3950801 w 4719650"/>
                <a:gd name="connsiteY4161" fmla="*/ 680325 h 1454091"/>
                <a:gd name="connsiteX4162" fmla="*/ 3955720 w 4719650"/>
                <a:gd name="connsiteY4162" fmla="*/ 678685 h 1454091"/>
                <a:gd name="connsiteX4163" fmla="*/ 3958998 w 4719650"/>
                <a:gd name="connsiteY4163" fmla="*/ 680325 h 1454091"/>
                <a:gd name="connsiteX4164" fmla="*/ 3955720 w 4719650"/>
                <a:gd name="connsiteY4164" fmla="*/ 677046 h 1454091"/>
                <a:gd name="connsiteX4165" fmla="*/ 3958998 w 4719650"/>
                <a:gd name="connsiteY4165" fmla="*/ 675407 h 1454091"/>
                <a:gd name="connsiteX4166" fmla="*/ 3962277 w 4719650"/>
                <a:gd name="connsiteY4166" fmla="*/ 677046 h 1454091"/>
                <a:gd name="connsiteX4167" fmla="*/ 3967195 w 4719650"/>
                <a:gd name="connsiteY4167" fmla="*/ 678685 h 1454091"/>
                <a:gd name="connsiteX4168" fmla="*/ 3970473 w 4719650"/>
                <a:gd name="connsiteY4168" fmla="*/ 677046 h 1454091"/>
                <a:gd name="connsiteX4169" fmla="*/ 3973752 w 4719650"/>
                <a:gd name="connsiteY4169" fmla="*/ 678685 h 1454091"/>
                <a:gd name="connsiteX4170" fmla="*/ 3978670 w 4719650"/>
                <a:gd name="connsiteY4170" fmla="*/ 680325 h 1454091"/>
                <a:gd name="connsiteX4171" fmla="*/ 3981949 w 4719650"/>
                <a:gd name="connsiteY4171" fmla="*/ 681964 h 1454091"/>
                <a:gd name="connsiteX4172" fmla="*/ 3985228 w 4719650"/>
                <a:gd name="connsiteY4172" fmla="*/ 685243 h 1454091"/>
                <a:gd name="connsiteX4173" fmla="*/ 3988507 w 4719650"/>
                <a:gd name="connsiteY4173" fmla="*/ 688521 h 1454091"/>
                <a:gd name="connsiteX4174" fmla="*/ 3985228 w 4719650"/>
                <a:gd name="connsiteY4174" fmla="*/ 690161 h 1454091"/>
                <a:gd name="connsiteX4175" fmla="*/ 3980310 w 4719650"/>
                <a:gd name="connsiteY4175" fmla="*/ 690161 h 1454091"/>
                <a:gd name="connsiteX4176" fmla="*/ 3977031 w 4719650"/>
                <a:gd name="connsiteY4176" fmla="*/ 691800 h 1454091"/>
                <a:gd name="connsiteX4177" fmla="*/ 3973752 w 4719650"/>
                <a:gd name="connsiteY4177" fmla="*/ 690161 h 1454091"/>
                <a:gd name="connsiteX4178" fmla="*/ 3968834 w 4719650"/>
                <a:gd name="connsiteY4178" fmla="*/ 688521 h 1454091"/>
                <a:gd name="connsiteX4179" fmla="*/ 3965556 w 4719650"/>
                <a:gd name="connsiteY4179" fmla="*/ 690161 h 1454091"/>
                <a:gd name="connsiteX4180" fmla="*/ 3967195 w 4719650"/>
                <a:gd name="connsiteY4180" fmla="*/ 693439 h 1454091"/>
                <a:gd name="connsiteX4181" fmla="*/ 3963917 w 4719650"/>
                <a:gd name="connsiteY4181" fmla="*/ 693439 h 1454091"/>
                <a:gd name="connsiteX4182" fmla="*/ 3958998 w 4719650"/>
                <a:gd name="connsiteY4182" fmla="*/ 695079 h 1454091"/>
                <a:gd name="connsiteX4183" fmla="*/ 3955720 w 4719650"/>
                <a:gd name="connsiteY4183" fmla="*/ 693439 h 1454091"/>
                <a:gd name="connsiteX4184" fmla="*/ 3950801 w 4719650"/>
                <a:gd name="connsiteY4184" fmla="*/ 691800 h 1454091"/>
                <a:gd name="connsiteX4185" fmla="*/ 3947523 w 4719650"/>
                <a:gd name="connsiteY4185" fmla="*/ 690161 h 1454091"/>
                <a:gd name="connsiteX4186" fmla="*/ 3944244 w 4719650"/>
                <a:gd name="connsiteY4186" fmla="*/ 690161 h 1454091"/>
                <a:gd name="connsiteX4187" fmla="*/ 3939327 w 4719650"/>
                <a:gd name="connsiteY4187" fmla="*/ 688521 h 1454091"/>
                <a:gd name="connsiteX4188" fmla="*/ 3936048 w 4719650"/>
                <a:gd name="connsiteY4188" fmla="*/ 688521 h 1454091"/>
                <a:gd name="connsiteX4189" fmla="*/ 3932769 w 4719650"/>
                <a:gd name="connsiteY4189" fmla="*/ 691800 h 1454091"/>
                <a:gd name="connsiteX4190" fmla="*/ 3929490 w 4719650"/>
                <a:gd name="connsiteY4190" fmla="*/ 693439 h 1454091"/>
                <a:gd name="connsiteX4191" fmla="*/ 3929490 w 4719650"/>
                <a:gd name="connsiteY4191" fmla="*/ 698357 h 1454091"/>
                <a:gd name="connsiteX4192" fmla="*/ 3932769 w 4719650"/>
                <a:gd name="connsiteY4192" fmla="*/ 701636 h 1454091"/>
                <a:gd name="connsiteX4193" fmla="*/ 3927851 w 4719650"/>
                <a:gd name="connsiteY4193" fmla="*/ 699997 h 1454091"/>
                <a:gd name="connsiteX4194" fmla="*/ 3922933 w 4719650"/>
                <a:gd name="connsiteY4194" fmla="*/ 699997 h 1454091"/>
                <a:gd name="connsiteX4195" fmla="*/ 3919654 w 4719650"/>
                <a:gd name="connsiteY4195" fmla="*/ 699997 h 1454091"/>
                <a:gd name="connsiteX4196" fmla="*/ 3916375 w 4719650"/>
                <a:gd name="connsiteY4196" fmla="*/ 698357 h 1454091"/>
                <a:gd name="connsiteX4197" fmla="*/ 3911458 w 4719650"/>
                <a:gd name="connsiteY4197" fmla="*/ 696718 h 1454091"/>
                <a:gd name="connsiteX4198" fmla="*/ 3908179 w 4719650"/>
                <a:gd name="connsiteY4198" fmla="*/ 696718 h 1454091"/>
                <a:gd name="connsiteX4199" fmla="*/ 3903261 w 4719650"/>
                <a:gd name="connsiteY4199" fmla="*/ 698357 h 1454091"/>
                <a:gd name="connsiteX4200" fmla="*/ 3906540 w 4719650"/>
                <a:gd name="connsiteY4200" fmla="*/ 701636 h 1454091"/>
                <a:gd name="connsiteX4201" fmla="*/ 3903261 w 4719650"/>
                <a:gd name="connsiteY4201" fmla="*/ 701636 h 1454091"/>
                <a:gd name="connsiteX4202" fmla="*/ 3898343 w 4719650"/>
                <a:gd name="connsiteY4202" fmla="*/ 701636 h 1454091"/>
                <a:gd name="connsiteX4203" fmla="*/ 3895064 w 4719650"/>
                <a:gd name="connsiteY4203" fmla="*/ 703275 h 1454091"/>
                <a:gd name="connsiteX4204" fmla="*/ 3890146 w 4719650"/>
                <a:gd name="connsiteY4204" fmla="*/ 703275 h 1454091"/>
                <a:gd name="connsiteX4205" fmla="*/ 3886868 w 4719650"/>
                <a:gd name="connsiteY4205" fmla="*/ 703275 h 1454091"/>
                <a:gd name="connsiteX4206" fmla="*/ 3883589 w 4719650"/>
                <a:gd name="connsiteY4206" fmla="*/ 701636 h 1454091"/>
                <a:gd name="connsiteX4207" fmla="*/ 3878671 w 4719650"/>
                <a:gd name="connsiteY4207" fmla="*/ 699997 h 1454091"/>
                <a:gd name="connsiteX4208" fmla="*/ 3875392 w 4719650"/>
                <a:gd name="connsiteY4208" fmla="*/ 698357 h 1454091"/>
                <a:gd name="connsiteX4209" fmla="*/ 3872113 w 4719650"/>
                <a:gd name="connsiteY4209" fmla="*/ 696718 h 1454091"/>
                <a:gd name="connsiteX4210" fmla="*/ 3867195 w 4719650"/>
                <a:gd name="connsiteY4210" fmla="*/ 693439 h 1454091"/>
                <a:gd name="connsiteX4211" fmla="*/ 3872113 w 4719650"/>
                <a:gd name="connsiteY4211" fmla="*/ 693439 h 1454091"/>
                <a:gd name="connsiteX4212" fmla="*/ 3875392 w 4719650"/>
                <a:gd name="connsiteY4212" fmla="*/ 691800 h 1454091"/>
                <a:gd name="connsiteX4213" fmla="*/ 3878671 w 4719650"/>
                <a:gd name="connsiteY4213" fmla="*/ 691800 h 1454091"/>
                <a:gd name="connsiteX4214" fmla="*/ 3883589 w 4719650"/>
                <a:gd name="connsiteY4214" fmla="*/ 691800 h 1454091"/>
                <a:gd name="connsiteX4215" fmla="*/ 3886868 w 4719650"/>
                <a:gd name="connsiteY4215" fmla="*/ 691800 h 1454091"/>
                <a:gd name="connsiteX4216" fmla="*/ 3890146 w 4719650"/>
                <a:gd name="connsiteY4216" fmla="*/ 691800 h 1454091"/>
                <a:gd name="connsiteX4217" fmla="*/ 3895064 w 4719650"/>
                <a:gd name="connsiteY4217" fmla="*/ 691800 h 1454091"/>
                <a:gd name="connsiteX4218" fmla="*/ 3898343 w 4719650"/>
                <a:gd name="connsiteY4218" fmla="*/ 688521 h 1454091"/>
                <a:gd name="connsiteX4219" fmla="*/ 3895064 w 4719650"/>
                <a:gd name="connsiteY4219" fmla="*/ 686882 h 1454091"/>
                <a:gd name="connsiteX4220" fmla="*/ 3890146 w 4719650"/>
                <a:gd name="connsiteY4220" fmla="*/ 685243 h 1454091"/>
                <a:gd name="connsiteX4221" fmla="*/ 3886868 w 4719650"/>
                <a:gd name="connsiteY4221" fmla="*/ 686882 h 1454091"/>
                <a:gd name="connsiteX4222" fmla="*/ 3881950 w 4719650"/>
                <a:gd name="connsiteY4222" fmla="*/ 685243 h 1454091"/>
                <a:gd name="connsiteX4223" fmla="*/ 3878671 w 4719650"/>
                <a:gd name="connsiteY4223" fmla="*/ 685243 h 1454091"/>
                <a:gd name="connsiteX4224" fmla="*/ 3875392 w 4719650"/>
                <a:gd name="connsiteY4224" fmla="*/ 681964 h 1454091"/>
                <a:gd name="connsiteX4225" fmla="*/ 3872113 w 4719650"/>
                <a:gd name="connsiteY4225" fmla="*/ 680325 h 1454091"/>
                <a:gd name="connsiteX4226" fmla="*/ 3867195 w 4719650"/>
                <a:gd name="connsiteY4226" fmla="*/ 678685 h 1454091"/>
                <a:gd name="connsiteX4227" fmla="*/ 3863917 w 4719650"/>
                <a:gd name="connsiteY4227" fmla="*/ 677046 h 1454091"/>
                <a:gd name="connsiteX4228" fmla="*/ 3860638 w 4719650"/>
                <a:gd name="connsiteY4228" fmla="*/ 675407 h 1454091"/>
                <a:gd name="connsiteX4229" fmla="*/ 3857360 w 4719650"/>
                <a:gd name="connsiteY4229" fmla="*/ 673767 h 1454091"/>
                <a:gd name="connsiteX4230" fmla="*/ 3852441 w 4719650"/>
                <a:gd name="connsiteY4230" fmla="*/ 673767 h 1454091"/>
                <a:gd name="connsiteX4231" fmla="*/ 3849163 w 4719650"/>
                <a:gd name="connsiteY4231" fmla="*/ 673767 h 1454091"/>
                <a:gd name="connsiteX4232" fmla="*/ 3845884 w 4719650"/>
                <a:gd name="connsiteY4232" fmla="*/ 673767 h 1454091"/>
                <a:gd name="connsiteX4233" fmla="*/ 3845884 w 4719650"/>
                <a:gd name="connsiteY4233" fmla="*/ 677046 h 1454091"/>
                <a:gd name="connsiteX4234" fmla="*/ 3842605 w 4719650"/>
                <a:gd name="connsiteY4234" fmla="*/ 680325 h 1454091"/>
                <a:gd name="connsiteX4235" fmla="*/ 3839326 w 4719650"/>
                <a:gd name="connsiteY4235" fmla="*/ 677046 h 1454091"/>
                <a:gd name="connsiteX4236" fmla="*/ 3834409 w 4719650"/>
                <a:gd name="connsiteY4236" fmla="*/ 677046 h 1454091"/>
                <a:gd name="connsiteX4237" fmla="*/ 3831130 w 4719650"/>
                <a:gd name="connsiteY4237" fmla="*/ 675407 h 1454091"/>
                <a:gd name="connsiteX4238" fmla="*/ 3826212 w 4719650"/>
                <a:gd name="connsiteY4238" fmla="*/ 673767 h 1454091"/>
                <a:gd name="connsiteX4239" fmla="*/ 3822933 w 4719650"/>
                <a:gd name="connsiteY4239" fmla="*/ 672128 h 1454091"/>
                <a:gd name="connsiteX4240" fmla="*/ 3819654 w 4719650"/>
                <a:gd name="connsiteY4240" fmla="*/ 670489 h 1454091"/>
                <a:gd name="connsiteX4241" fmla="*/ 3814736 w 4719650"/>
                <a:gd name="connsiteY4241" fmla="*/ 670489 h 1454091"/>
                <a:gd name="connsiteX4242" fmla="*/ 3811458 w 4719650"/>
                <a:gd name="connsiteY4242" fmla="*/ 670489 h 1454091"/>
                <a:gd name="connsiteX4243" fmla="*/ 3809819 w 4719650"/>
                <a:gd name="connsiteY4243" fmla="*/ 668849 h 1454091"/>
                <a:gd name="connsiteX4244" fmla="*/ 3808180 w 4719650"/>
                <a:gd name="connsiteY4244" fmla="*/ 668849 h 1454091"/>
                <a:gd name="connsiteX4245" fmla="*/ 3804901 w 4719650"/>
                <a:gd name="connsiteY4245" fmla="*/ 668849 h 1454091"/>
                <a:gd name="connsiteX4246" fmla="*/ 3801622 w 4719650"/>
                <a:gd name="connsiteY4246" fmla="*/ 667210 h 1454091"/>
                <a:gd name="connsiteX4247" fmla="*/ 3796704 w 4719650"/>
                <a:gd name="connsiteY4247" fmla="*/ 667210 h 1454091"/>
                <a:gd name="connsiteX4248" fmla="*/ 3793425 w 4719650"/>
                <a:gd name="connsiteY4248" fmla="*/ 667210 h 1454091"/>
                <a:gd name="connsiteX4249" fmla="*/ 3788507 w 4719650"/>
                <a:gd name="connsiteY4249" fmla="*/ 667210 h 1454091"/>
                <a:gd name="connsiteX4250" fmla="*/ 3785229 w 4719650"/>
                <a:gd name="connsiteY4250" fmla="*/ 668849 h 1454091"/>
                <a:gd name="connsiteX4251" fmla="*/ 3783590 w 4719650"/>
                <a:gd name="connsiteY4251" fmla="*/ 672128 h 1454091"/>
                <a:gd name="connsiteX4252" fmla="*/ 3786867 w 4719650"/>
                <a:gd name="connsiteY4252" fmla="*/ 675407 h 1454091"/>
                <a:gd name="connsiteX4253" fmla="*/ 3790146 w 4719650"/>
                <a:gd name="connsiteY4253" fmla="*/ 675407 h 1454091"/>
                <a:gd name="connsiteX4254" fmla="*/ 3795064 w 4719650"/>
                <a:gd name="connsiteY4254" fmla="*/ 678685 h 1454091"/>
                <a:gd name="connsiteX4255" fmla="*/ 3790146 w 4719650"/>
                <a:gd name="connsiteY4255" fmla="*/ 677046 h 1454091"/>
                <a:gd name="connsiteX4256" fmla="*/ 3786867 w 4719650"/>
                <a:gd name="connsiteY4256" fmla="*/ 678685 h 1454091"/>
                <a:gd name="connsiteX4257" fmla="*/ 3783590 w 4719650"/>
                <a:gd name="connsiteY4257" fmla="*/ 678685 h 1454091"/>
                <a:gd name="connsiteX4258" fmla="*/ 3778671 w 4719650"/>
                <a:gd name="connsiteY4258" fmla="*/ 677046 h 1454091"/>
                <a:gd name="connsiteX4259" fmla="*/ 3778671 w 4719650"/>
                <a:gd name="connsiteY4259" fmla="*/ 680325 h 1454091"/>
                <a:gd name="connsiteX4260" fmla="*/ 3783590 w 4719650"/>
                <a:gd name="connsiteY4260" fmla="*/ 681964 h 1454091"/>
                <a:gd name="connsiteX4261" fmla="*/ 3786867 w 4719650"/>
                <a:gd name="connsiteY4261" fmla="*/ 681964 h 1454091"/>
                <a:gd name="connsiteX4262" fmla="*/ 3790146 w 4719650"/>
                <a:gd name="connsiteY4262" fmla="*/ 683603 h 1454091"/>
                <a:gd name="connsiteX4263" fmla="*/ 3793425 w 4719650"/>
                <a:gd name="connsiteY4263" fmla="*/ 688521 h 1454091"/>
                <a:gd name="connsiteX4264" fmla="*/ 3788507 w 4719650"/>
                <a:gd name="connsiteY4264" fmla="*/ 686882 h 1454091"/>
                <a:gd name="connsiteX4265" fmla="*/ 3785229 w 4719650"/>
                <a:gd name="connsiteY4265" fmla="*/ 686882 h 1454091"/>
                <a:gd name="connsiteX4266" fmla="*/ 3781950 w 4719650"/>
                <a:gd name="connsiteY4266" fmla="*/ 686882 h 1454091"/>
                <a:gd name="connsiteX4267" fmla="*/ 3777032 w 4719650"/>
                <a:gd name="connsiteY4267" fmla="*/ 686882 h 1454091"/>
                <a:gd name="connsiteX4268" fmla="*/ 3773753 w 4719650"/>
                <a:gd name="connsiteY4268" fmla="*/ 683603 h 1454091"/>
                <a:gd name="connsiteX4269" fmla="*/ 3770474 w 4719650"/>
                <a:gd name="connsiteY4269" fmla="*/ 681964 h 1454091"/>
                <a:gd name="connsiteX4270" fmla="*/ 3765556 w 4719650"/>
                <a:gd name="connsiteY4270" fmla="*/ 680325 h 1454091"/>
                <a:gd name="connsiteX4271" fmla="*/ 3762277 w 4719650"/>
                <a:gd name="connsiteY4271" fmla="*/ 680325 h 1454091"/>
                <a:gd name="connsiteX4272" fmla="*/ 3759000 w 4719650"/>
                <a:gd name="connsiteY4272" fmla="*/ 681964 h 1454091"/>
                <a:gd name="connsiteX4273" fmla="*/ 3754081 w 4719650"/>
                <a:gd name="connsiteY4273" fmla="*/ 683603 h 1454091"/>
                <a:gd name="connsiteX4274" fmla="*/ 3757360 w 4719650"/>
                <a:gd name="connsiteY4274" fmla="*/ 686882 h 1454091"/>
                <a:gd name="connsiteX4275" fmla="*/ 3752442 w 4719650"/>
                <a:gd name="connsiteY4275" fmla="*/ 685243 h 1454091"/>
                <a:gd name="connsiteX4276" fmla="*/ 3749163 w 4719650"/>
                <a:gd name="connsiteY4276" fmla="*/ 688521 h 1454091"/>
                <a:gd name="connsiteX4277" fmla="*/ 3745884 w 4719650"/>
                <a:gd name="connsiteY4277" fmla="*/ 685243 h 1454091"/>
                <a:gd name="connsiteX4278" fmla="*/ 3742606 w 4719650"/>
                <a:gd name="connsiteY4278" fmla="*/ 685243 h 1454091"/>
                <a:gd name="connsiteX4279" fmla="*/ 3737687 w 4719650"/>
                <a:gd name="connsiteY4279" fmla="*/ 683603 h 1454091"/>
                <a:gd name="connsiteX4280" fmla="*/ 3734410 w 4719650"/>
                <a:gd name="connsiteY4280" fmla="*/ 683603 h 1454091"/>
                <a:gd name="connsiteX4281" fmla="*/ 3729491 w 4719650"/>
                <a:gd name="connsiteY4281" fmla="*/ 681964 h 1454091"/>
                <a:gd name="connsiteX4282" fmla="*/ 3726213 w 4719650"/>
                <a:gd name="connsiteY4282" fmla="*/ 683603 h 1454091"/>
                <a:gd name="connsiteX4283" fmla="*/ 3726213 w 4719650"/>
                <a:gd name="connsiteY4283" fmla="*/ 683603 h 1454091"/>
                <a:gd name="connsiteX4284" fmla="*/ 3721294 w 4719650"/>
                <a:gd name="connsiteY4284" fmla="*/ 681964 h 1454091"/>
                <a:gd name="connsiteX4285" fmla="*/ 3718016 w 4719650"/>
                <a:gd name="connsiteY4285" fmla="*/ 680325 h 1454091"/>
                <a:gd name="connsiteX4286" fmla="*/ 3714737 w 4719650"/>
                <a:gd name="connsiteY4286" fmla="*/ 680325 h 1454091"/>
                <a:gd name="connsiteX4287" fmla="*/ 3709819 w 4719650"/>
                <a:gd name="connsiteY4287" fmla="*/ 678685 h 1454091"/>
                <a:gd name="connsiteX4288" fmla="*/ 3708180 w 4719650"/>
                <a:gd name="connsiteY4288" fmla="*/ 683603 h 1454091"/>
                <a:gd name="connsiteX4289" fmla="*/ 3711458 w 4719650"/>
                <a:gd name="connsiteY4289" fmla="*/ 686882 h 1454091"/>
                <a:gd name="connsiteX4290" fmla="*/ 3714737 w 4719650"/>
                <a:gd name="connsiteY4290" fmla="*/ 690161 h 1454091"/>
                <a:gd name="connsiteX4291" fmla="*/ 3711458 w 4719650"/>
                <a:gd name="connsiteY4291" fmla="*/ 690161 h 1454091"/>
                <a:gd name="connsiteX4292" fmla="*/ 3708180 w 4719650"/>
                <a:gd name="connsiteY4292" fmla="*/ 691800 h 1454091"/>
                <a:gd name="connsiteX4293" fmla="*/ 3704901 w 4719650"/>
                <a:gd name="connsiteY4293" fmla="*/ 690161 h 1454091"/>
                <a:gd name="connsiteX4294" fmla="*/ 3699983 w 4719650"/>
                <a:gd name="connsiteY4294" fmla="*/ 688521 h 1454091"/>
                <a:gd name="connsiteX4295" fmla="*/ 3696704 w 4719650"/>
                <a:gd name="connsiteY4295" fmla="*/ 686882 h 1454091"/>
                <a:gd name="connsiteX4296" fmla="*/ 3696704 w 4719650"/>
                <a:gd name="connsiteY4296" fmla="*/ 681964 h 1454091"/>
                <a:gd name="connsiteX4297" fmla="*/ 3691786 w 4719650"/>
                <a:gd name="connsiteY4297" fmla="*/ 680325 h 1454091"/>
                <a:gd name="connsiteX4298" fmla="*/ 3688507 w 4719650"/>
                <a:gd name="connsiteY4298" fmla="*/ 680325 h 1454091"/>
                <a:gd name="connsiteX4299" fmla="*/ 3685229 w 4719650"/>
                <a:gd name="connsiteY4299" fmla="*/ 680325 h 1454091"/>
                <a:gd name="connsiteX4300" fmla="*/ 3680311 w 4719650"/>
                <a:gd name="connsiteY4300" fmla="*/ 680325 h 1454091"/>
                <a:gd name="connsiteX4301" fmla="*/ 3677033 w 4719650"/>
                <a:gd name="connsiteY4301" fmla="*/ 681964 h 1454091"/>
                <a:gd name="connsiteX4302" fmla="*/ 3672114 w 4719650"/>
                <a:gd name="connsiteY4302" fmla="*/ 680325 h 1454091"/>
                <a:gd name="connsiteX4303" fmla="*/ 3668836 w 4719650"/>
                <a:gd name="connsiteY4303" fmla="*/ 681964 h 1454091"/>
                <a:gd name="connsiteX4304" fmla="*/ 3665557 w 4719650"/>
                <a:gd name="connsiteY4304" fmla="*/ 681964 h 1454091"/>
                <a:gd name="connsiteX4305" fmla="*/ 3660639 w 4719650"/>
                <a:gd name="connsiteY4305" fmla="*/ 681964 h 1454091"/>
                <a:gd name="connsiteX4306" fmla="*/ 3657360 w 4719650"/>
                <a:gd name="connsiteY4306" fmla="*/ 681964 h 1454091"/>
                <a:gd name="connsiteX4307" fmla="*/ 3654082 w 4719650"/>
                <a:gd name="connsiteY4307" fmla="*/ 681964 h 1454091"/>
                <a:gd name="connsiteX4308" fmla="*/ 3649164 w 4719650"/>
                <a:gd name="connsiteY4308" fmla="*/ 681964 h 1454091"/>
                <a:gd name="connsiteX4309" fmla="*/ 3645885 w 4719650"/>
                <a:gd name="connsiteY4309" fmla="*/ 681964 h 1454091"/>
                <a:gd name="connsiteX4310" fmla="*/ 3642606 w 4719650"/>
                <a:gd name="connsiteY4310" fmla="*/ 681964 h 1454091"/>
                <a:gd name="connsiteX4311" fmla="*/ 3639327 w 4719650"/>
                <a:gd name="connsiteY4311" fmla="*/ 680325 h 1454091"/>
                <a:gd name="connsiteX4312" fmla="*/ 3634409 w 4719650"/>
                <a:gd name="connsiteY4312" fmla="*/ 680325 h 1454091"/>
                <a:gd name="connsiteX4313" fmla="*/ 3631130 w 4719650"/>
                <a:gd name="connsiteY4313" fmla="*/ 680325 h 1454091"/>
                <a:gd name="connsiteX4314" fmla="*/ 3627853 w 4719650"/>
                <a:gd name="connsiteY4314" fmla="*/ 681964 h 1454091"/>
                <a:gd name="connsiteX4315" fmla="*/ 3622934 w 4719650"/>
                <a:gd name="connsiteY4315" fmla="*/ 683603 h 1454091"/>
                <a:gd name="connsiteX4316" fmla="*/ 3619656 w 4719650"/>
                <a:gd name="connsiteY4316" fmla="*/ 683603 h 1454091"/>
                <a:gd name="connsiteX4317" fmla="*/ 3614737 w 4719650"/>
                <a:gd name="connsiteY4317" fmla="*/ 681964 h 1454091"/>
                <a:gd name="connsiteX4318" fmla="*/ 3611459 w 4719650"/>
                <a:gd name="connsiteY4318" fmla="*/ 681964 h 1454091"/>
                <a:gd name="connsiteX4319" fmla="*/ 3608180 w 4719650"/>
                <a:gd name="connsiteY4319" fmla="*/ 683603 h 1454091"/>
                <a:gd name="connsiteX4320" fmla="*/ 3604902 w 4719650"/>
                <a:gd name="connsiteY4320" fmla="*/ 685243 h 1454091"/>
                <a:gd name="connsiteX4321" fmla="*/ 3601623 w 4719650"/>
                <a:gd name="connsiteY4321" fmla="*/ 686882 h 1454091"/>
                <a:gd name="connsiteX4322" fmla="*/ 3598344 w 4719650"/>
                <a:gd name="connsiteY4322" fmla="*/ 688521 h 1454091"/>
                <a:gd name="connsiteX4323" fmla="*/ 3593426 w 4719650"/>
                <a:gd name="connsiteY4323" fmla="*/ 691800 h 1454091"/>
                <a:gd name="connsiteX4324" fmla="*/ 3591787 w 4719650"/>
                <a:gd name="connsiteY4324" fmla="*/ 695079 h 1454091"/>
                <a:gd name="connsiteX4325" fmla="*/ 3588508 w 4719650"/>
                <a:gd name="connsiteY4325" fmla="*/ 698357 h 1454091"/>
                <a:gd name="connsiteX4326" fmla="*/ 3590147 w 4719650"/>
                <a:gd name="connsiteY4326" fmla="*/ 703275 h 1454091"/>
                <a:gd name="connsiteX4327" fmla="*/ 3590147 w 4719650"/>
                <a:gd name="connsiteY4327" fmla="*/ 706554 h 1454091"/>
                <a:gd name="connsiteX4328" fmla="*/ 3591787 w 4719650"/>
                <a:gd name="connsiteY4328" fmla="*/ 709833 h 1454091"/>
                <a:gd name="connsiteX4329" fmla="*/ 3588508 w 4719650"/>
                <a:gd name="connsiteY4329" fmla="*/ 714751 h 1454091"/>
                <a:gd name="connsiteX4330" fmla="*/ 3585229 w 4719650"/>
                <a:gd name="connsiteY4330" fmla="*/ 718029 h 1454091"/>
                <a:gd name="connsiteX4331" fmla="*/ 3581950 w 4719650"/>
                <a:gd name="connsiteY4331" fmla="*/ 719669 h 1454091"/>
                <a:gd name="connsiteX4332" fmla="*/ 3578673 w 4719650"/>
                <a:gd name="connsiteY4332" fmla="*/ 722947 h 1454091"/>
                <a:gd name="connsiteX4333" fmla="*/ 3577033 w 4719650"/>
                <a:gd name="connsiteY4333" fmla="*/ 726226 h 1454091"/>
                <a:gd name="connsiteX4334" fmla="*/ 3577033 w 4719650"/>
                <a:gd name="connsiteY4334" fmla="*/ 729505 h 1454091"/>
                <a:gd name="connsiteX4335" fmla="*/ 3578673 w 4719650"/>
                <a:gd name="connsiteY4335" fmla="*/ 732784 h 1454091"/>
                <a:gd name="connsiteX4336" fmla="*/ 3580311 w 4719650"/>
                <a:gd name="connsiteY4336" fmla="*/ 737701 h 1454091"/>
                <a:gd name="connsiteX4337" fmla="*/ 3581950 w 4719650"/>
                <a:gd name="connsiteY4337" fmla="*/ 740980 h 1454091"/>
                <a:gd name="connsiteX4338" fmla="*/ 3585229 w 4719650"/>
                <a:gd name="connsiteY4338" fmla="*/ 744259 h 1454091"/>
                <a:gd name="connsiteX4339" fmla="*/ 3583590 w 4719650"/>
                <a:gd name="connsiteY4339" fmla="*/ 749177 h 1454091"/>
                <a:gd name="connsiteX4340" fmla="*/ 3578673 w 4719650"/>
                <a:gd name="connsiteY4340" fmla="*/ 749177 h 1454091"/>
                <a:gd name="connsiteX4341" fmla="*/ 3575394 w 4719650"/>
                <a:gd name="connsiteY4341" fmla="*/ 750816 h 1454091"/>
                <a:gd name="connsiteX4342" fmla="*/ 3575394 w 4719650"/>
                <a:gd name="connsiteY4342" fmla="*/ 750816 h 1454091"/>
                <a:gd name="connsiteX4343" fmla="*/ 3575394 w 4719650"/>
                <a:gd name="connsiteY4343" fmla="*/ 755734 h 1454091"/>
                <a:gd name="connsiteX4344" fmla="*/ 3575394 w 4719650"/>
                <a:gd name="connsiteY4344" fmla="*/ 759013 h 1454091"/>
                <a:gd name="connsiteX4345" fmla="*/ 3572115 w 4719650"/>
                <a:gd name="connsiteY4345" fmla="*/ 762291 h 1454091"/>
                <a:gd name="connsiteX4346" fmla="*/ 3572115 w 4719650"/>
                <a:gd name="connsiteY4346" fmla="*/ 765570 h 1454091"/>
                <a:gd name="connsiteX4347" fmla="*/ 3568836 w 4719650"/>
                <a:gd name="connsiteY4347" fmla="*/ 767210 h 1454091"/>
                <a:gd name="connsiteX4348" fmla="*/ 3563918 w 4719650"/>
                <a:gd name="connsiteY4348" fmla="*/ 770488 h 1454091"/>
                <a:gd name="connsiteX4349" fmla="*/ 3562279 w 4719650"/>
                <a:gd name="connsiteY4349" fmla="*/ 775406 h 1454091"/>
                <a:gd name="connsiteX4350" fmla="*/ 3562279 w 4719650"/>
                <a:gd name="connsiteY4350" fmla="*/ 778685 h 1454091"/>
                <a:gd name="connsiteX4351" fmla="*/ 3559000 w 4719650"/>
                <a:gd name="connsiteY4351" fmla="*/ 781964 h 1454091"/>
                <a:gd name="connsiteX4352" fmla="*/ 3557360 w 4719650"/>
                <a:gd name="connsiteY4352" fmla="*/ 785242 h 1454091"/>
                <a:gd name="connsiteX4353" fmla="*/ 3559000 w 4719650"/>
                <a:gd name="connsiteY4353" fmla="*/ 790160 h 1454091"/>
                <a:gd name="connsiteX4354" fmla="*/ 3557360 w 4719650"/>
                <a:gd name="connsiteY4354" fmla="*/ 793439 h 1454091"/>
                <a:gd name="connsiteX4355" fmla="*/ 3555721 w 4719650"/>
                <a:gd name="connsiteY4355" fmla="*/ 796718 h 1454091"/>
                <a:gd name="connsiteX4356" fmla="*/ 3559000 w 4719650"/>
                <a:gd name="connsiteY4356" fmla="*/ 799996 h 1454091"/>
                <a:gd name="connsiteX4357" fmla="*/ 3563918 w 4719650"/>
                <a:gd name="connsiteY4357" fmla="*/ 803275 h 1454091"/>
                <a:gd name="connsiteX4358" fmla="*/ 3559000 w 4719650"/>
                <a:gd name="connsiteY4358" fmla="*/ 803275 h 1454091"/>
                <a:gd name="connsiteX4359" fmla="*/ 3557360 w 4719650"/>
                <a:gd name="connsiteY4359" fmla="*/ 808193 h 1454091"/>
                <a:gd name="connsiteX4360" fmla="*/ 3557360 w 4719650"/>
                <a:gd name="connsiteY4360" fmla="*/ 811472 h 1454091"/>
                <a:gd name="connsiteX4361" fmla="*/ 3557360 w 4719650"/>
                <a:gd name="connsiteY4361" fmla="*/ 814750 h 1454091"/>
                <a:gd name="connsiteX4362" fmla="*/ 3554082 w 4719650"/>
                <a:gd name="connsiteY4362" fmla="*/ 818029 h 1454091"/>
                <a:gd name="connsiteX4363" fmla="*/ 3554082 w 4719650"/>
                <a:gd name="connsiteY4363" fmla="*/ 822947 h 1454091"/>
                <a:gd name="connsiteX4364" fmla="*/ 3549164 w 4719650"/>
                <a:gd name="connsiteY4364" fmla="*/ 826226 h 1454091"/>
                <a:gd name="connsiteX4365" fmla="*/ 3549164 w 4719650"/>
                <a:gd name="connsiteY4365" fmla="*/ 829504 h 1454091"/>
                <a:gd name="connsiteX4366" fmla="*/ 3545886 w 4719650"/>
                <a:gd name="connsiteY4366" fmla="*/ 831144 h 1454091"/>
                <a:gd name="connsiteX4367" fmla="*/ 3544246 w 4719650"/>
                <a:gd name="connsiteY4367" fmla="*/ 836062 h 1454091"/>
                <a:gd name="connsiteX4368" fmla="*/ 3540967 w 4719650"/>
                <a:gd name="connsiteY4368" fmla="*/ 836062 h 1454091"/>
                <a:gd name="connsiteX4369" fmla="*/ 3536049 w 4719650"/>
                <a:gd name="connsiteY4369" fmla="*/ 839340 h 1454091"/>
                <a:gd name="connsiteX4370" fmla="*/ 3536049 w 4719650"/>
                <a:gd name="connsiteY4370" fmla="*/ 842619 h 1454091"/>
                <a:gd name="connsiteX4371" fmla="*/ 3537689 w 4719650"/>
                <a:gd name="connsiteY4371" fmla="*/ 845898 h 1454091"/>
                <a:gd name="connsiteX4372" fmla="*/ 3534410 w 4719650"/>
                <a:gd name="connsiteY4372" fmla="*/ 850816 h 1454091"/>
                <a:gd name="connsiteX4373" fmla="*/ 3531131 w 4719650"/>
                <a:gd name="connsiteY4373" fmla="*/ 854094 h 1454091"/>
                <a:gd name="connsiteX4374" fmla="*/ 3527852 w 4719650"/>
                <a:gd name="connsiteY4374" fmla="*/ 857373 h 1454091"/>
                <a:gd name="connsiteX4375" fmla="*/ 3522935 w 4719650"/>
                <a:gd name="connsiteY4375" fmla="*/ 859012 h 1454091"/>
                <a:gd name="connsiteX4376" fmla="*/ 3521296 w 4719650"/>
                <a:gd name="connsiteY4376" fmla="*/ 862291 h 1454091"/>
                <a:gd name="connsiteX4377" fmla="*/ 3519656 w 4719650"/>
                <a:gd name="connsiteY4377" fmla="*/ 865570 h 1454091"/>
                <a:gd name="connsiteX4378" fmla="*/ 3519656 w 4719650"/>
                <a:gd name="connsiteY4378" fmla="*/ 868848 h 1454091"/>
                <a:gd name="connsiteX4379" fmla="*/ 3524574 w 4719650"/>
                <a:gd name="connsiteY4379" fmla="*/ 872127 h 1454091"/>
                <a:gd name="connsiteX4380" fmla="*/ 3527852 w 4719650"/>
                <a:gd name="connsiteY4380" fmla="*/ 875406 h 1454091"/>
                <a:gd name="connsiteX4381" fmla="*/ 3531131 w 4719650"/>
                <a:gd name="connsiteY4381" fmla="*/ 873766 h 1454091"/>
                <a:gd name="connsiteX4382" fmla="*/ 3536049 w 4719650"/>
                <a:gd name="connsiteY4382" fmla="*/ 875406 h 1454091"/>
                <a:gd name="connsiteX4383" fmla="*/ 3539328 w 4719650"/>
                <a:gd name="connsiteY4383" fmla="*/ 875406 h 1454091"/>
                <a:gd name="connsiteX4384" fmla="*/ 3542607 w 4719650"/>
                <a:gd name="connsiteY4384" fmla="*/ 877045 h 1454091"/>
                <a:gd name="connsiteX4385" fmla="*/ 3547525 w 4719650"/>
                <a:gd name="connsiteY4385" fmla="*/ 880324 h 1454091"/>
                <a:gd name="connsiteX4386" fmla="*/ 3550804 w 4719650"/>
                <a:gd name="connsiteY4386" fmla="*/ 880324 h 1454091"/>
                <a:gd name="connsiteX4387" fmla="*/ 3554082 w 4719650"/>
                <a:gd name="connsiteY4387" fmla="*/ 880324 h 1454091"/>
                <a:gd name="connsiteX4388" fmla="*/ 3559000 w 4719650"/>
                <a:gd name="connsiteY4388" fmla="*/ 878684 h 1454091"/>
                <a:gd name="connsiteX4389" fmla="*/ 3562279 w 4719650"/>
                <a:gd name="connsiteY4389" fmla="*/ 878684 h 1454091"/>
                <a:gd name="connsiteX4390" fmla="*/ 3565557 w 4719650"/>
                <a:gd name="connsiteY4390" fmla="*/ 878684 h 1454091"/>
                <a:gd name="connsiteX4391" fmla="*/ 3570476 w 4719650"/>
                <a:gd name="connsiteY4391" fmla="*/ 878684 h 1454091"/>
                <a:gd name="connsiteX4392" fmla="*/ 3573754 w 4719650"/>
                <a:gd name="connsiteY4392" fmla="*/ 878684 h 1454091"/>
                <a:gd name="connsiteX4393" fmla="*/ 3577033 w 4719650"/>
                <a:gd name="connsiteY4393" fmla="*/ 878684 h 1454091"/>
                <a:gd name="connsiteX4394" fmla="*/ 3581950 w 4719650"/>
                <a:gd name="connsiteY4394" fmla="*/ 878684 h 1454091"/>
                <a:gd name="connsiteX4395" fmla="*/ 3585229 w 4719650"/>
                <a:gd name="connsiteY4395" fmla="*/ 881963 h 1454091"/>
                <a:gd name="connsiteX4396" fmla="*/ 3588508 w 4719650"/>
                <a:gd name="connsiteY4396" fmla="*/ 885242 h 1454091"/>
                <a:gd name="connsiteX4397" fmla="*/ 3588508 w 4719650"/>
                <a:gd name="connsiteY4397" fmla="*/ 888521 h 1454091"/>
                <a:gd name="connsiteX4398" fmla="*/ 3591787 w 4719650"/>
                <a:gd name="connsiteY4398" fmla="*/ 891799 h 1454091"/>
                <a:gd name="connsiteX4399" fmla="*/ 3593426 w 4719650"/>
                <a:gd name="connsiteY4399" fmla="*/ 895078 h 1454091"/>
                <a:gd name="connsiteX4400" fmla="*/ 3598344 w 4719650"/>
                <a:gd name="connsiteY4400" fmla="*/ 898356 h 1454091"/>
                <a:gd name="connsiteX4401" fmla="*/ 3599984 w 4719650"/>
                <a:gd name="connsiteY4401" fmla="*/ 901635 h 1454091"/>
                <a:gd name="connsiteX4402" fmla="*/ 3599984 w 4719650"/>
                <a:gd name="connsiteY4402" fmla="*/ 904914 h 1454091"/>
                <a:gd name="connsiteX4403" fmla="*/ 3601623 w 4719650"/>
                <a:gd name="connsiteY4403" fmla="*/ 909832 h 1454091"/>
                <a:gd name="connsiteX4404" fmla="*/ 3604902 w 4719650"/>
                <a:gd name="connsiteY4404" fmla="*/ 913111 h 1454091"/>
                <a:gd name="connsiteX4405" fmla="*/ 3609819 w 4719650"/>
                <a:gd name="connsiteY4405" fmla="*/ 913111 h 1454091"/>
                <a:gd name="connsiteX4406" fmla="*/ 3611459 w 4719650"/>
                <a:gd name="connsiteY4406" fmla="*/ 909832 h 1454091"/>
                <a:gd name="connsiteX4407" fmla="*/ 3616377 w 4719650"/>
                <a:gd name="connsiteY4407" fmla="*/ 911471 h 1454091"/>
                <a:gd name="connsiteX4408" fmla="*/ 3619656 w 4719650"/>
                <a:gd name="connsiteY4408" fmla="*/ 909832 h 1454091"/>
                <a:gd name="connsiteX4409" fmla="*/ 3618016 w 4719650"/>
                <a:gd name="connsiteY4409" fmla="*/ 906553 h 1454091"/>
                <a:gd name="connsiteX4410" fmla="*/ 3616377 w 4719650"/>
                <a:gd name="connsiteY4410" fmla="*/ 903275 h 1454091"/>
                <a:gd name="connsiteX4411" fmla="*/ 3613098 w 4719650"/>
                <a:gd name="connsiteY4411" fmla="*/ 903275 h 1454091"/>
                <a:gd name="connsiteX4412" fmla="*/ 3608180 w 4719650"/>
                <a:gd name="connsiteY4412" fmla="*/ 899996 h 1454091"/>
                <a:gd name="connsiteX4413" fmla="*/ 3608180 w 4719650"/>
                <a:gd name="connsiteY4413" fmla="*/ 896717 h 1454091"/>
                <a:gd name="connsiteX4414" fmla="*/ 3609819 w 4719650"/>
                <a:gd name="connsiteY4414" fmla="*/ 891799 h 1454091"/>
                <a:gd name="connsiteX4415" fmla="*/ 3614737 w 4719650"/>
                <a:gd name="connsiteY4415" fmla="*/ 891799 h 1454091"/>
                <a:gd name="connsiteX4416" fmla="*/ 3618016 w 4719650"/>
                <a:gd name="connsiteY4416" fmla="*/ 891799 h 1454091"/>
                <a:gd name="connsiteX4417" fmla="*/ 3621295 w 4719650"/>
                <a:gd name="connsiteY4417" fmla="*/ 890160 h 1454091"/>
                <a:gd name="connsiteX4418" fmla="*/ 3621295 w 4719650"/>
                <a:gd name="connsiteY4418" fmla="*/ 895078 h 1454091"/>
                <a:gd name="connsiteX4419" fmla="*/ 3619656 w 4719650"/>
                <a:gd name="connsiteY4419" fmla="*/ 898356 h 1454091"/>
                <a:gd name="connsiteX4420" fmla="*/ 3614737 w 4719650"/>
                <a:gd name="connsiteY4420" fmla="*/ 899996 h 1454091"/>
                <a:gd name="connsiteX4421" fmla="*/ 3618016 w 4719650"/>
                <a:gd name="connsiteY4421" fmla="*/ 903275 h 1454091"/>
                <a:gd name="connsiteX4422" fmla="*/ 3622934 w 4719650"/>
                <a:gd name="connsiteY4422" fmla="*/ 903275 h 1454091"/>
                <a:gd name="connsiteX4423" fmla="*/ 3626213 w 4719650"/>
                <a:gd name="connsiteY4423" fmla="*/ 904914 h 1454091"/>
                <a:gd name="connsiteX4424" fmla="*/ 3629492 w 4719650"/>
                <a:gd name="connsiteY4424" fmla="*/ 906553 h 1454091"/>
                <a:gd name="connsiteX4425" fmla="*/ 3632770 w 4719650"/>
                <a:gd name="connsiteY4425" fmla="*/ 906553 h 1454091"/>
                <a:gd name="connsiteX4426" fmla="*/ 3637688 w 4719650"/>
                <a:gd name="connsiteY4426" fmla="*/ 906553 h 1454091"/>
                <a:gd name="connsiteX4427" fmla="*/ 3634409 w 4719650"/>
                <a:gd name="connsiteY4427" fmla="*/ 909832 h 1454091"/>
                <a:gd name="connsiteX4428" fmla="*/ 3634409 w 4719650"/>
                <a:gd name="connsiteY4428" fmla="*/ 914750 h 1454091"/>
                <a:gd name="connsiteX4429" fmla="*/ 3634409 w 4719650"/>
                <a:gd name="connsiteY4429" fmla="*/ 918028 h 1454091"/>
                <a:gd name="connsiteX4430" fmla="*/ 3631130 w 4719650"/>
                <a:gd name="connsiteY4430" fmla="*/ 918028 h 1454091"/>
                <a:gd name="connsiteX4431" fmla="*/ 3631130 w 4719650"/>
                <a:gd name="connsiteY4431" fmla="*/ 922946 h 1454091"/>
                <a:gd name="connsiteX4432" fmla="*/ 3634409 w 4719650"/>
                <a:gd name="connsiteY4432" fmla="*/ 924586 h 1454091"/>
                <a:gd name="connsiteX4433" fmla="*/ 3637688 w 4719650"/>
                <a:gd name="connsiteY4433" fmla="*/ 924586 h 1454091"/>
                <a:gd name="connsiteX4434" fmla="*/ 3640967 w 4719650"/>
                <a:gd name="connsiteY4434" fmla="*/ 922946 h 1454091"/>
                <a:gd name="connsiteX4435" fmla="*/ 3645885 w 4719650"/>
                <a:gd name="connsiteY4435" fmla="*/ 922946 h 1454091"/>
                <a:gd name="connsiteX4436" fmla="*/ 3649164 w 4719650"/>
                <a:gd name="connsiteY4436" fmla="*/ 922946 h 1454091"/>
                <a:gd name="connsiteX4437" fmla="*/ 3652443 w 4719650"/>
                <a:gd name="connsiteY4437" fmla="*/ 921307 h 1454091"/>
                <a:gd name="connsiteX4438" fmla="*/ 3657360 w 4719650"/>
                <a:gd name="connsiteY4438" fmla="*/ 918028 h 1454091"/>
                <a:gd name="connsiteX4439" fmla="*/ 3658999 w 4719650"/>
                <a:gd name="connsiteY4439" fmla="*/ 914750 h 1454091"/>
                <a:gd name="connsiteX4440" fmla="*/ 3657360 w 4719650"/>
                <a:gd name="connsiteY4440" fmla="*/ 909832 h 1454091"/>
                <a:gd name="connsiteX4441" fmla="*/ 3657360 w 4719650"/>
                <a:gd name="connsiteY4441" fmla="*/ 906553 h 1454091"/>
                <a:gd name="connsiteX4442" fmla="*/ 3660639 w 4719650"/>
                <a:gd name="connsiteY4442" fmla="*/ 906553 h 1454091"/>
                <a:gd name="connsiteX4443" fmla="*/ 3665557 w 4719650"/>
                <a:gd name="connsiteY4443" fmla="*/ 909832 h 1454091"/>
                <a:gd name="connsiteX4444" fmla="*/ 3665557 w 4719650"/>
                <a:gd name="connsiteY4444" fmla="*/ 913111 h 1454091"/>
                <a:gd name="connsiteX4445" fmla="*/ 3663917 w 4719650"/>
                <a:gd name="connsiteY4445" fmla="*/ 918028 h 1454091"/>
                <a:gd name="connsiteX4446" fmla="*/ 3665557 w 4719650"/>
                <a:gd name="connsiteY4446" fmla="*/ 921307 h 1454091"/>
                <a:gd name="connsiteX4447" fmla="*/ 3665557 w 4719650"/>
                <a:gd name="connsiteY4447" fmla="*/ 924586 h 1454091"/>
                <a:gd name="connsiteX4448" fmla="*/ 3668836 w 4719650"/>
                <a:gd name="connsiteY4448" fmla="*/ 924586 h 1454091"/>
                <a:gd name="connsiteX4449" fmla="*/ 3672114 w 4719650"/>
                <a:gd name="connsiteY4449" fmla="*/ 924586 h 1454091"/>
                <a:gd name="connsiteX4450" fmla="*/ 3672114 w 4719650"/>
                <a:gd name="connsiteY4450" fmla="*/ 921307 h 1454091"/>
                <a:gd name="connsiteX4451" fmla="*/ 3672114 w 4719650"/>
                <a:gd name="connsiteY4451" fmla="*/ 916389 h 1454091"/>
                <a:gd name="connsiteX4452" fmla="*/ 3670475 w 4719650"/>
                <a:gd name="connsiteY4452" fmla="*/ 913111 h 1454091"/>
                <a:gd name="connsiteX4453" fmla="*/ 3667196 w 4719650"/>
                <a:gd name="connsiteY4453" fmla="*/ 909832 h 1454091"/>
                <a:gd name="connsiteX4454" fmla="*/ 3667196 w 4719650"/>
                <a:gd name="connsiteY4454" fmla="*/ 904914 h 1454091"/>
                <a:gd name="connsiteX4455" fmla="*/ 3663917 w 4719650"/>
                <a:gd name="connsiteY4455" fmla="*/ 901635 h 1454091"/>
                <a:gd name="connsiteX4456" fmla="*/ 3660639 w 4719650"/>
                <a:gd name="connsiteY4456" fmla="*/ 901635 h 1454091"/>
                <a:gd name="connsiteX4457" fmla="*/ 3658999 w 4719650"/>
                <a:gd name="connsiteY4457" fmla="*/ 896717 h 1454091"/>
                <a:gd name="connsiteX4458" fmla="*/ 3655721 w 4719650"/>
                <a:gd name="connsiteY4458" fmla="*/ 893438 h 1454091"/>
                <a:gd name="connsiteX4459" fmla="*/ 3652443 w 4719650"/>
                <a:gd name="connsiteY4459" fmla="*/ 891799 h 1454091"/>
                <a:gd name="connsiteX4460" fmla="*/ 3655721 w 4719650"/>
                <a:gd name="connsiteY4460" fmla="*/ 891799 h 1454091"/>
                <a:gd name="connsiteX4461" fmla="*/ 3658999 w 4719650"/>
                <a:gd name="connsiteY4461" fmla="*/ 893438 h 1454091"/>
                <a:gd name="connsiteX4462" fmla="*/ 3663917 w 4719650"/>
                <a:gd name="connsiteY4462" fmla="*/ 893438 h 1454091"/>
                <a:gd name="connsiteX4463" fmla="*/ 3667196 w 4719650"/>
                <a:gd name="connsiteY4463" fmla="*/ 895078 h 1454091"/>
                <a:gd name="connsiteX4464" fmla="*/ 3670475 w 4719650"/>
                <a:gd name="connsiteY4464" fmla="*/ 895078 h 1454091"/>
                <a:gd name="connsiteX4465" fmla="*/ 3675393 w 4719650"/>
                <a:gd name="connsiteY4465" fmla="*/ 896717 h 1454091"/>
                <a:gd name="connsiteX4466" fmla="*/ 3678672 w 4719650"/>
                <a:gd name="connsiteY4466" fmla="*/ 896717 h 1454091"/>
                <a:gd name="connsiteX4467" fmla="*/ 3681951 w 4719650"/>
                <a:gd name="connsiteY4467" fmla="*/ 895078 h 1454091"/>
                <a:gd name="connsiteX4468" fmla="*/ 3686868 w 4719650"/>
                <a:gd name="connsiteY4468" fmla="*/ 891799 h 1454091"/>
                <a:gd name="connsiteX4469" fmla="*/ 3690147 w 4719650"/>
                <a:gd name="connsiteY4469" fmla="*/ 891799 h 1454091"/>
                <a:gd name="connsiteX4470" fmla="*/ 3693426 w 4719650"/>
                <a:gd name="connsiteY4470" fmla="*/ 895078 h 1454091"/>
                <a:gd name="connsiteX4471" fmla="*/ 3698344 w 4719650"/>
                <a:gd name="connsiteY4471" fmla="*/ 896717 h 1454091"/>
                <a:gd name="connsiteX4472" fmla="*/ 3701623 w 4719650"/>
                <a:gd name="connsiteY4472" fmla="*/ 899996 h 1454091"/>
                <a:gd name="connsiteX4473" fmla="*/ 3703262 w 4719650"/>
                <a:gd name="connsiteY4473" fmla="*/ 899996 h 1454091"/>
                <a:gd name="connsiteX4474" fmla="*/ 3708180 w 4719650"/>
                <a:gd name="connsiteY4474" fmla="*/ 899996 h 1454091"/>
                <a:gd name="connsiteX4475" fmla="*/ 3711458 w 4719650"/>
                <a:gd name="connsiteY4475" fmla="*/ 901635 h 1454091"/>
                <a:gd name="connsiteX4476" fmla="*/ 3714737 w 4719650"/>
                <a:gd name="connsiteY4476" fmla="*/ 904914 h 1454091"/>
                <a:gd name="connsiteX4477" fmla="*/ 3718016 w 4719650"/>
                <a:gd name="connsiteY4477" fmla="*/ 908193 h 1454091"/>
                <a:gd name="connsiteX4478" fmla="*/ 3721294 w 4719650"/>
                <a:gd name="connsiteY4478" fmla="*/ 911471 h 1454091"/>
                <a:gd name="connsiteX4479" fmla="*/ 3726213 w 4719650"/>
                <a:gd name="connsiteY4479" fmla="*/ 913111 h 1454091"/>
                <a:gd name="connsiteX4480" fmla="*/ 3729491 w 4719650"/>
                <a:gd name="connsiteY4480" fmla="*/ 914750 h 1454091"/>
                <a:gd name="connsiteX4481" fmla="*/ 3732770 w 4719650"/>
                <a:gd name="connsiteY4481" fmla="*/ 916389 h 1454091"/>
                <a:gd name="connsiteX4482" fmla="*/ 3737687 w 4719650"/>
                <a:gd name="connsiteY4482" fmla="*/ 919668 h 1454091"/>
                <a:gd name="connsiteX4483" fmla="*/ 3740966 w 4719650"/>
                <a:gd name="connsiteY4483" fmla="*/ 921307 h 1454091"/>
                <a:gd name="connsiteX4484" fmla="*/ 3744245 w 4719650"/>
                <a:gd name="connsiteY4484" fmla="*/ 922946 h 1454091"/>
                <a:gd name="connsiteX4485" fmla="*/ 3749163 w 4719650"/>
                <a:gd name="connsiteY4485" fmla="*/ 922946 h 1454091"/>
                <a:gd name="connsiteX4486" fmla="*/ 3752442 w 4719650"/>
                <a:gd name="connsiteY4486" fmla="*/ 924586 h 1454091"/>
                <a:gd name="connsiteX4487" fmla="*/ 3755721 w 4719650"/>
                <a:gd name="connsiteY4487" fmla="*/ 927865 h 1454091"/>
                <a:gd name="connsiteX4488" fmla="*/ 3760638 w 4719650"/>
                <a:gd name="connsiteY4488" fmla="*/ 929504 h 1454091"/>
                <a:gd name="connsiteX4489" fmla="*/ 3763917 w 4719650"/>
                <a:gd name="connsiteY4489" fmla="*/ 931143 h 1454091"/>
                <a:gd name="connsiteX4490" fmla="*/ 3767196 w 4719650"/>
                <a:gd name="connsiteY4490" fmla="*/ 932783 h 1454091"/>
                <a:gd name="connsiteX4491" fmla="*/ 3772114 w 4719650"/>
                <a:gd name="connsiteY4491" fmla="*/ 932783 h 1454091"/>
                <a:gd name="connsiteX4492" fmla="*/ 3775393 w 4719650"/>
                <a:gd name="connsiteY4492" fmla="*/ 932783 h 1454091"/>
                <a:gd name="connsiteX4493" fmla="*/ 3778671 w 4719650"/>
                <a:gd name="connsiteY4493" fmla="*/ 937701 h 1454091"/>
                <a:gd name="connsiteX4494" fmla="*/ 3781950 w 4719650"/>
                <a:gd name="connsiteY4494" fmla="*/ 939340 h 1454091"/>
                <a:gd name="connsiteX4495" fmla="*/ 3781950 w 4719650"/>
                <a:gd name="connsiteY4495" fmla="*/ 942618 h 1454091"/>
                <a:gd name="connsiteX4496" fmla="*/ 3778671 w 4719650"/>
                <a:gd name="connsiteY4496" fmla="*/ 942618 h 1454091"/>
                <a:gd name="connsiteX4497" fmla="*/ 3778671 w 4719650"/>
                <a:gd name="connsiteY4497" fmla="*/ 947537 h 1454091"/>
                <a:gd name="connsiteX4498" fmla="*/ 3775393 w 4719650"/>
                <a:gd name="connsiteY4498" fmla="*/ 945897 h 1454091"/>
                <a:gd name="connsiteX4499" fmla="*/ 3770474 w 4719650"/>
                <a:gd name="connsiteY4499" fmla="*/ 944258 h 1454091"/>
                <a:gd name="connsiteX4500" fmla="*/ 3767196 w 4719650"/>
                <a:gd name="connsiteY4500" fmla="*/ 942618 h 1454091"/>
                <a:gd name="connsiteX4501" fmla="*/ 3763917 w 4719650"/>
                <a:gd name="connsiteY4501" fmla="*/ 940979 h 1454091"/>
                <a:gd name="connsiteX4502" fmla="*/ 3759000 w 4719650"/>
                <a:gd name="connsiteY4502" fmla="*/ 940979 h 1454091"/>
                <a:gd name="connsiteX4503" fmla="*/ 3759000 w 4719650"/>
                <a:gd name="connsiteY4503" fmla="*/ 940979 h 1454091"/>
                <a:gd name="connsiteX4504" fmla="*/ 3759000 w 4719650"/>
                <a:gd name="connsiteY4504" fmla="*/ 942618 h 1454091"/>
                <a:gd name="connsiteX4505" fmla="*/ 3763917 w 4719650"/>
                <a:gd name="connsiteY4505" fmla="*/ 942618 h 1454091"/>
                <a:gd name="connsiteX4506" fmla="*/ 3767196 w 4719650"/>
                <a:gd name="connsiteY4506" fmla="*/ 944258 h 1454091"/>
                <a:gd name="connsiteX4507" fmla="*/ 3772114 w 4719650"/>
                <a:gd name="connsiteY4507" fmla="*/ 947537 h 1454091"/>
                <a:gd name="connsiteX4508" fmla="*/ 3775393 w 4719650"/>
                <a:gd name="connsiteY4508" fmla="*/ 949176 h 1454091"/>
                <a:gd name="connsiteX4509" fmla="*/ 3778671 w 4719650"/>
                <a:gd name="connsiteY4509" fmla="*/ 950815 h 1454091"/>
                <a:gd name="connsiteX4510" fmla="*/ 3783590 w 4719650"/>
                <a:gd name="connsiteY4510" fmla="*/ 952455 h 1454091"/>
                <a:gd name="connsiteX4511" fmla="*/ 3786867 w 4719650"/>
                <a:gd name="connsiteY4511" fmla="*/ 954094 h 1454091"/>
                <a:gd name="connsiteX4512" fmla="*/ 3790146 w 4719650"/>
                <a:gd name="connsiteY4512" fmla="*/ 957373 h 1454091"/>
                <a:gd name="connsiteX4513" fmla="*/ 3793425 w 4719650"/>
                <a:gd name="connsiteY4513" fmla="*/ 960651 h 1454091"/>
                <a:gd name="connsiteX4514" fmla="*/ 3796704 w 4719650"/>
                <a:gd name="connsiteY4514" fmla="*/ 963930 h 1454091"/>
                <a:gd name="connsiteX4515" fmla="*/ 3795064 w 4719650"/>
                <a:gd name="connsiteY4515" fmla="*/ 967209 h 1454091"/>
                <a:gd name="connsiteX4516" fmla="*/ 3796704 w 4719650"/>
                <a:gd name="connsiteY4516" fmla="*/ 972127 h 1454091"/>
                <a:gd name="connsiteX4517" fmla="*/ 3801622 w 4719650"/>
                <a:gd name="connsiteY4517" fmla="*/ 973766 h 1454091"/>
                <a:gd name="connsiteX4518" fmla="*/ 3804901 w 4719650"/>
                <a:gd name="connsiteY4518" fmla="*/ 975405 h 1454091"/>
                <a:gd name="connsiteX4519" fmla="*/ 3808180 w 4719650"/>
                <a:gd name="connsiteY4519" fmla="*/ 977045 h 1454091"/>
                <a:gd name="connsiteX4520" fmla="*/ 3813097 w 4719650"/>
                <a:gd name="connsiteY4520" fmla="*/ 978684 h 1454091"/>
                <a:gd name="connsiteX4521" fmla="*/ 3816376 w 4719650"/>
                <a:gd name="connsiteY4521" fmla="*/ 978684 h 1454091"/>
                <a:gd name="connsiteX4522" fmla="*/ 3816376 w 4719650"/>
                <a:gd name="connsiteY4522" fmla="*/ 981963 h 1454091"/>
                <a:gd name="connsiteX4523" fmla="*/ 3814736 w 4719650"/>
                <a:gd name="connsiteY4523" fmla="*/ 985241 h 1454091"/>
                <a:gd name="connsiteX4524" fmla="*/ 3818015 w 4719650"/>
                <a:gd name="connsiteY4524" fmla="*/ 988520 h 1454091"/>
                <a:gd name="connsiteX4525" fmla="*/ 3822933 w 4719650"/>
                <a:gd name="connsiteY4525" fmla="*/ 991799 h 1454091"/>
                <a:gd name="connsiteX4526" fmla="*/ 3819654 w 4719650"/>
                <a:gd name="connsiteY4526" fmla="*/ 995077 h 1454091"/>
                <a:gd name="connsiteX4527" fmla="*/ 3819654 w 4719650"/>
                <a:gd name="connsiteY4527" fmla="*/ 998356 h 1454091"/>
                <a:gd name="connsiteX4528" fmla="*/ 3819654 w 4719650"/>
                <a:gd name="connsiteY4528" fmla="*/ 1001635 h 1454091"/>
                <a:gd name="connsiteX4529" fmla="*/ 3816376 w 4719650"/>
                <a:gd name="connsiteY4529" fmla="*/ 1004913 h 1454091"/>
                <a:gd name="connsiteX4530" fmla="*/ 3819654 w 4719650"/>
                <a:gd name="connsiteY4530" fmla="*/ 1009831 h 1454091"/>
                <a:gd name="connsiteX4531" fmla="*/ 3818015 w 4719650"/>
                <a:gd name="connsiteY4531" fmla="*/ 1013110 h 1454091"/>
                <a:gd name="connsiteX4532" fmla="*/ 3822933 w 4719650"/>
                <a:gd name="connsiteY4532" fmla="*/ 1014749 h 1454091"/>
                <a:gd name="connsiteX4533" fmla="*/ 3819654 w 4719650"/>
                <a:gd name="connsiteY4533" fmla="*/ 1018028 h 1454091"/>
                <a:gd name="connsiteX4534" fmla="*/ 3821294 w 4719650"/>
                <a:gd name="connsiteY4534" fmla="*/ 1022946 h 1454091"/>
                <a:gd name="connsiteX4535" fmla="*/ 3824573 w 4719650"/>
                <a:gd name="connsiteY4535" fmla="*/ 1026225 h 1454091"/>
                <a:gd name="connsiteX4536" fmla="*/ 3827851 w 4719650"/>
                <a:gd name="connsiteY4536" fmla="*/ 1029503 h 1454091"/>
                <a:gd name="connsiteX4537" fmla="*/ 3827851 w 4719650"/>
                <a:gd name="connsiteY4537" fmla="*/ 1034421 h 1454091"/>
                <a:gd name="connsiteX4538" fmla="*/ 3827851 w 4719650"/>
                <a:gd name="connsiteY4538" fmla="*/ 1037700 h 1454091"/>
                <a:gd name="connsiteX4539" fmla="*/ 3829491 w 4719650"/>
                <a:gd name="connsiteY4539" fmla="*/ 1040979 h 1454091"/>
                <a:gd name="connsiteX4540" fmla="*/ 3831130 w 4719650"/>
                <a:gd name="connsiteY4540" fmla="*/ 1044258 h 1454091"/>
                <a:gd name="connsiteX4541" fmla="*/ 3834409 w 4719650"/>
                <a:gd name="connsiteY4541" fmla="*/ 1049175 h 1454091"/>
                <a:gd name="connsiteX4542" fmla="*/ 3836048 w 4719650"/>
                <a:gd name="connsiteY4542" fmla="*/ 1052454 h 1454091"/>
                <a:gd name="connsiteX4543" fmla="*/ 3840966 w 4719650"/>
                <a:gd name="connsiteY4543" fmla="*/ 1055733 h 1454091"/>
                <a:gd name="connsiteX4544" fmla="*/ 3844244 w 4719650"/>
                <a:gd name="connsiteY4544" fmla="*/ 1059012 h 1454091"/>
                <a:gd name="connsiteX4545" fmla="*/ 3847523 w 4719650"/>
                <a:gd name="connsiteY4545" fmla="*/ 1063930 h 1454091"/>
                <a:gd name="connsiteX4546" fmla="*/ 3849163 w 4719650"/>
                <a:gd name="connsiteY4546" fmla="*/ 1067208 h 1454091"/>
                <a:gd name="connsiteX4547" fmla="*/ 3852441 w 4719650"/>
                <a:gd name="connsiteY4547" fmla="*/ 1070487 h 1454091"/>
                <a:gd name="connsiteX4548" fmla="*/ 3857360 w 4719650"/>
                <a:gd name="connsiteY4548" fmla="*/ 1068848 h 1454091"/>
                <a:gd name="connsiteX4549" fmla="*/ 3855720 w 4719650"/>
                <a:gd name="connsiteY4549" fmla="*/ 1073765 h 1454091"/>
                <a:gd name="connsiteX4550" fmla="*/ 3854081 w 4719650"/>
                <a:gd name="connsiteY4550" fmla="*/ 1075405 h 1454091"/>
                <a:gd name="connsiteX4551" fmla="*/ 3854081 w 4719650"/>
                <a:gd name="connsiteY4551" fmla="*/ 1080323 h 1454091"/>
                <a:gd name="connsiteX4552" fmla="*/ 3858999 w 4719650"/>
                <a:gd name="connsiteY4552" fmla="*/ 1081962 h 1454091"/>
                <a:gd name="connsiteX4553" fmla="*/ 3862278 w 4719650"/>
                <a:gd name="connsiteY4553" fmla="*/ 1085241 h 1454091"/>
                <a:gd name="connsiteX4554" fmla="*/ 3865556 w 4719650"/>
                <a:gd name="connsiteY4554" fmla="*/ 1090159 h 1454091"/>
                <a:gd name="connsiteX4555" fmla="*/ 3868834 w 4719650"/>
                <a:gd name="connsiteY4555" fmla="*/ 1093438 h 1454091"/>
                <a:gd name="connsiteX4556" fmla="*/ 3868834 w 4719650"/>
                <a:gd name="connsiteY4556" fmla="*/ 1096716 h 1454091"/>
                <a:gd name="connsiteX4557" fmla="*/ 3870474 w 4719650"/>
                <a:gd name="connsiteY4557" fmla="*/ 1101634 h 1454091"/>
                <a:gd name="connsiteX4558" fmla="*/ 3868834 w 4719650"/>
                <a:gd name="connsiteY4558" fmla="*/ 1104913 h 1454091"/>
                <a:gd name="connsiteX4559" fmla="*/ 3870474 w 4719650"/>
                <a:gd name="connsiteY4559" fmla="*/ 1104913 h 1454091"/>
                <a:gd name="connsiteX4560" fmla="*/ 3872113 w 4719650"/>
                <a:gd name="connsiteY4560" fmla="*/ 1108192 h 1454091"/>
                <a:gd name="connsiteX4561" fmla="*/ 3873753 w 4719650"/>
                <a:gd name="connsiteY4561" fmla="*/ 1111470 h 1454091"/>
                <a:gd name="connsiteX4562" fmla="*/ 3875392 w 4719650"/>
                <a:gd name="connsiteY4562" fmla="*/ 1114749 h 1454091"/>
                <a:gd name="connsiteX4563" fmla="*/ 3873753 w 4719650"/>
                <a:gd name="connsiteY4563" fmla="*/ 1116388 h 1454091"/>
                <a:gd name="connsiteX4564" fmla="*/ 3877031 w 4719650"/>
                <a:gd name="connsiteY4564" fmla="*/ 1114749 h 1454091"/>
                <a:gd name="connsiteX4565" fmla="*/ 3880310 w 4719650"/>
                <a:gd name="connsiteY4565" fmla="*/ 1119667 h 1454091"/>
                <a:gd name="connsiteX4566" fmla="*/ 3878671 w 4719650"/>
                <a:gd name="connsiteY4566" fmla="*/ 1122946 h 1454091"/>
                <a:gd name="connsiteX4567" fmla="*/ 3880310 w 4719650"/>
                <a:gd name="connsiteY4567" fmla="*/ 1126224 h 1454091"/>
                <a:gd name="connsiteX4568" fmla="*/ 3881950 w 4719650"/>
                <a:gd name="connsiteY4568" fmla="*/ 1131142 h 1454091"/>
                <a:gd name="connsiteX4569" fmla="*/ 3883589 w 4719650"/>
                <a:gd name="connsiteY4569" fmla="*/ 1134421 h 1454091"/>
                <a:gd name="connsiteX4570" fmla="*/ 3886868 w 4719650"/>
                <a:gd name="connsiteY4570" fmla="*/ 1137700 h 1454091"/>
                <a:gd name="connsiteX4571" fmla="*/ 3885228 w 4719650"/>
                <a:gd name="connsiteY4571" fmla="*/ 1140978 h 1454091"/>
                <a:gd name="connsiteX4572" fmla="*/ 3885228 w 4719650"/>
                <a:gd name="connsiteY4572" fmla="*/ 1145896 h 1454091"/>
                <a:gd name="connsiteX4573" fmla="*/ 3883589 w 4719650"/>
                <a:gd name="connsiteY4573" fmla="*/ 1147536 h 1454091"/>
                <a:gd name="connsiteX4574" fmla="*/ 3881950 w 4719650"/>
                <a:gd name="connsiteY4574" fmla="*/ 1150814 h 1454091"/>
                <a:gd name="connsiteX4575" fmla="*/ 3881950 w 4719650"/>
                <a:gd name="connsiteY4575" fmla="*/ 1155732 h 1454091"/>
                <a:gd name="connsiteX4576" fmla="*/ 3880310 w 4719650"/>
                <a:gd name="connsiteY4576" fmla="*/ 1159011 h 1454091"/>
                <a:gd name="connsiteX4577" fmla="*/ 3877031 w 4719650"/>
                <a:gd name="connsiteY4577" fmla="*/ 1162290 h 1454091"/>
                <a:gd name="connsiteX4578" fmla="*/ 3875392 w 4719650"/>
                <a:gd name="connsiteY4578" fmla="*/ 1167208 h 1454091"/>
                <a:gd name="connsiteX4579" fmla="*/ 3875392 w 4719650"/>
                <a:gd name="connsiteY4579" fmla="*/ 1170486 h 1454091"/>
                <a:gd name="connsiteX4580" fmla="*/ 3877031 w 4719650"/>
                <a:gd name="connsiteY4580" fmla="*/ 1173765 h 1454091"/>
                <a:gd name="connsiteX4581" fmla="*/ 3877031 w 4719650"/>
                <a:gd name="connsiteY4581" fmla="*/ 1178683 h 1454091"/>
                <a:gd name="connsiteX4582" fmla="*/ 3877031 w 4719650"/>
                <a:gd name="connsiteY4582" fmla="*/ 1181962 h 1454091"/>
                <a:gd name="connsiteX4583" fmla="*/ 3878671 w 4719650"/>
                <a:gd name="connsiteY4583" fmla="*/ 1185240 h 1454091"/>
                <a:gd name="connsiteX4584" fmla="*/ 3878671 w 4719650"/>
                <a:gd name="connsiteY4584" fmla="*/ 1186880 h 1454091"/>
                <a:gd name="connsiteX4585" fmla="*/ 3877031 w 4719650"/>
                <a:gd name="connsiteY4585" fmla="*/ 1191798 h 1454091"/>
                <a:gd name="connsiteX4586" fmla="*/ 3875392 w 4719650"/>
                <a:gd name="connsiteY4586" fmla="*/ 1195077 h 1454091"/>
                <a:gd name="connsiteX4587" fmla="*/ 3873753 w 4719650"/>
                <a:gd name="connsiteY4587" fmla="*/ 1198355 h 1454091"/>
                <a:gd name="connsiteX4588" fmla="*/ 3873753 w 4719650"/>
                <a:gd name="connsiteY4588" fmla="*/ 1201634 h 1454091"/>
                <a:gd name="connsiteX4589" fmla="*/ 3873753 w 4719650"/>
                <a:gd name="connsiteY4589" fmla="*/ 1206552 h 1454091"/>
                <a:gd name="connsiteX4590" fmla="*/ 3875392 w 4719650"/>
                <a:gd name="connsiteY4590" fmla="*/ 1209830 h 1454091"/>
                <a:gd name="connsiteX4591" fmla="*/ 3875392 w 4719650"/>
                <a:gd name="connsiteY4591" fmla="*/ 1213109 h 1454091"/>
                <a:gd name="connsiteX4592" fmla="*/ 3877031 w 4719650"/>
                <a:gd name="connsiteY4592" fmla="*/ 1218027 h 1454091"/>
                <a:gd name="connsiteX4593" fmla="*/ 3878671 w 4719650"/>
                <a:gd name="connsiteY4593" fmla="*/ 1221306 h 1454091"/>
                <a:gd name="connsiteX4594" fmla="*/ 3877031 w 4719650"/>
                <a:gd name="connsiteY4594" fmla="*/ 1224585 h 1454091"/>
                <a:gd name="connsiteX4595" fmla="*/ 3877031 w 4719650"/>
                <a:gd name="connsiteY4595" fmla="*/ 1229502 h 1454091"/>
                <a:gd name="connsiteX4596" fmla="*/ 3878671 w 4719650"/>
                <a:gd name="connsiteY4596" fmla="*/ 1232781 h 1454091"/>
                <a:gd name="connsiteX4597" fmla="*/ 3880310 w 4719650"/>
                <a:gd name="connsiteY4597" fmla="*/ 1236060 h 1454091"/>
                <a:gd name="connsiteX4598" fmla="*/ 3878671 w 4719650"/>
                <a:gd name="connsiteY4598" fmla="*/ 1239339 h 1454091"/>
                <a:gd name="connsiteX4599" fmla="*/ 3878671 w 4719650"/>
                <a:gd name="connsiteY4599" fmla="*/ 1244257 h 1454091"/>
                <a:gd name="connsiteX4600" fmla="*/ 3877031 w 4719650"/>
                <a:gd name="connsiteY4600" fmla="*/ 1247535 h 1454091"/>
                <a:gd name="connsiteX4601" fmla="*/ 3875392 w 4719650"/>
                <a:gd name="connsiteY4601" fmla="*/ 1250814 h 1454091"/>
                <a:gd name="connsiteX4602" fmla="*/ 3875392 w 4719650"/>
                <a:gd name="connsiteY4602" fmla="*/ 1255732 h 1454091"/>
                <a:gd name="connsiteX4603" fmla="*/ 3873753 w 4719650"/>
                <a:gd name="connsiteY4603" fmla="*/ 1259011 h 1454091"/>
                <a:gd name="connsiteX4604" fmla="*/ 3872113 w 4719650"/>
                <a:gd name="connsiteY4604" fmla="*/ 1262289 h 1454091"/>
                <a:gd name="connsiteX4605" fmla="*/ 3870474 w 4719650"/>
                <a:gd name="connsiteY4605" fmla="*/ 1265568 h 1454091"/>
                <a:gd name="connsiteX4606" fmla="*/ 3870474 w 4719650"/>
                <a:gd name="connsiteY4606" fmla="*/ 1270486 h 1454091"/>
                <a:gd name="connsiteX4607" fmla="*/ 3868834 w 4719650"/>
                <a:gd name="connsiteY4607" fmla="*/ 1273765 h 1454091"/>
                <a:gd name="connsiteX4608" fmla="*/ 3865556 w 4719650"/>
                <a:gd name="connsiteY4608" fmla="*/ 1277043 h 1454091"/>
                <a:gd name="connsiteX4609" fmla="*/ 3862278 w 4719650"/>
                <a:gd name="connsiteY4609" fmla="*/ 1280322 h 1454091"/>
                <a:gd name="connsiteX4610" fmla="*/ 3863917 w 4719650"/>
                <a:gd name="connsiteY4610" fmla="*/ 1285240 h 1454091"/>
                <a:gd name="connsiteX4611" fmla="*/ 3862278 w 4719650"/>
                <a:gd name="connsiteY4611" fmla="*/ 1288519 h 1454091"/>
                <a:gd name="connsiteX4612" fmla="*/ 3860638 w 4719650"/>
                <a:gd name="connsiteY4612" fmla="*/ 1291797 h 1454091"/>
                <a:gd name="connsiteX4613" fmla="*/ 3860638 w 4719650"/>
                <a:gd name="connsiteY4613" fmla="*/ 1295076 h 1454091"/>
                <a:gd name="connsiteX4614" fmla="*/ 3862278 w 4719650"/>
                <a:gd name="connsiteY4614" fmla="*/ 1298355 h 1454091"/>
                <a:gd name="connsiteX4615" fmla="*/ 3857360 w 4719650"/>
                <a:gd name="connsiteY4615" fmla="*/ 1299994 h 1454091"/>
                <a:gd name="connsiteX4616" fmla="*/ 3857360 w 4719650"/>
                <a:gd name="connsiteY4616" fmla="*/ 1303273 h 1454091"/>
                <a:gd name="connsiteX4617" fmla="*/ 3858999 w 4719650"/>
                <a:gd name="connsiteY4617" fmla="*/ 1308191 h 1454091"/>
                <a:gd name="connsiteX4618" fmla="*/ 3858999 w 4719650"/>
                <a:gd name="connsiteY4618" fmla="*/ 1311469 h 1454091"/>
                <a:gd name="connsiteX4619" fmla="*/ 3854081 w 4719650"/>
                <a:gd name="connsiteY4619" fmla="*/ 1313109 h 1454091"/>
                <a:gd name="connsiteX4620" fmla="*/ 3852441 w 4719650"/>
                <a:gd name="connsiteY4620" fmla="*/ 1316387 h 1454091"/>
                <a:gd name="connsiteX4621" fmla="*/ 3852441 w 4719650"/>
                <a:gd name="connsiteY4621" fmla="*/ 1319666 h 1454091"/>
                <a:gd name="connsiteX4622" fmla="*/ 3850802 w 4719650"/>
                <a:gd name="connsiteY4622" fmla="*/ 1322945 h 1454091"/>
                <a:gd name="connsiteX4623" fmla="*/ 3850802 w 4719650"/>
                <a:gd name="connsiteY4623" fmla="*/ 1327863 h 1454091"/>
                <a:gd name="connsiteX4624" fmla="*/ 3852441 w 4719650"/>
                <a:gd name="connsiteY4624" fmla="*/ 1331142 h 1454091"/>
                <a:gd name="connsiteX4625" fmla="*/ 3849163 w 4719650"/>
                <a:gd name="connsiteY4625" fmla="*/ 1334420 h 1454091"/>
                <a:gd name="connsiteX4626" fmla="*/ 3852441 w 4719650"/>
                <a:gd name="connsiteY4626" fmla="*/ 1337699 h 1454091"/>
                <a:gd name="connsiteX4627" fmla="*/ 3852441 w 4719650"/>
                <a:gd name="connsiteY4627" fmla="*/ 1340977 h 1454091"/>
                <a:gd name="connsiteX4628" fmla="*/ 3850802 w 4719650"/>
                <a:gd name="connsiteY4628" fmla="*/ 1344256 h 1454091"/>
                <a:gd name="connsiteX4629" fmla="*/ 3847523 w 4719650"/>
                <a:gd name="connsiteY4629" fmla="*/ 1345895 h 1454091"/>
                <a:gd name="connsiteX4630" fmla="*/ 3849163 w 4719650"/>
                <a:gd name="connsiteY4630" fmla="*/ 1350814 h 1454091"/>
                <a:gd name="connsiteX4631" fmla="*/ 3847523 w 4719650"/>
                <a:gd name="connsiteY4631" fmla="*/ 1354092 h 1454091"/>
                <a:gd name="connsiteX4632" fmla="*/ 3844244 w 4719650"/>
                <a:gd name="connsiteY4632" fmla="*/ 1357371 h 1454091"/>
                <a:gd name="connsiteX4633" fmla="*/ 3840966 w 4719650"/>
                <a:gd name="connsiteY4633" fmla="*/ 1360649 h 1454091"/>
                <a:gd name="connsiteX4634" fmla="*/ 3837688 w 4719650"/>
                <a:gd name="connsiteY4634" fmla="*/ 1363928 h 1454091"/>
                <a:gd name="connsiteX4635" fmla="*/ 3834409 w 4719650"/>
                <a:gd name="connsiteY4635" fmla="*/ 1367207 h 1454091"/>
                <a:gd name="connsiteX4636" fmla="*/ 3831130 w 4719650"/>
                <a:gd name="connsiteY4636" fmla="*/ 1370485 h 1454091"/>
                <a:gd name="connsiteX4637" fmla="*/ 3826212 w 4719650"/>
                <a:gd name="connsiteY4637" fmla="*/ 1373764 h 1454091"/>
                <a:gd name="connsiteX4638" fmla="*/ 3824573 w 4719650"/>
                <a:gd name="connsiteY4638" fmla="*/ 1377043 h 1454091"/>
                <a:gd name="connsiteX4639" fmla="*/ 3819654 w 4719650"/>
                <a:gd name="connsiteY4639" fmla="*/ 1380322 h 1454091"/>
                <a:gd name="connsiteX4640" fmla="*/ 3816376 w 4719650"/>
                <a:gd name="connsiteY4640" fmla="*/ 1381961 h 1454091"/>
                <a:gd name="connsiteX4641" fmla="*/ 3813097 w 4719650"/>
                <a:gd name="connsiteY4641" fmla="*/ 1381961 h 1454091"/>
                <a:gd name="connsiteX4642" fmla="*/ 3809819 w 4719650"/>
                <a:gd name="connsiteY4642" fmla="*/ 1383600 h 1454091"/>
                <a:gd name="connsiteX4643" fmla="*/ 3806540 w 4719650"/>
                <a:gd name="connsiteY4643" fmla="*/ 1386879 h 1454091"/>
                <a:gd name="connsiteX4644" fmla="*/ 3801622 w 4719650"/>
                <a:gd name="connsiteY4644" fmla="*/ 1386879 h 1454091"/>
                <a:gd name="connsiteX4645" fmla="*/ 3798343 w 4719650"/>
                <a:gd name="connsiteY4645" fmla="*/ 1390157 h 1454091"/>
                <a:gd name="connsiteX4646" fmla="*/ 3795064 w 4719650"/>
                <a:gd name="connsiteY4646" fmla="*/ 1388518 h 1454091"/>
                <a:gd name="connsiteX4647" fmla="*/ 3793425 w 4719650"/>
                <a:gd name="connsiteY4647" fmla="*/ 1385239 h 1454091"/>
                <a:gd name="connsiteX4648" fmla="*/ 3788507 w 4719650"/>
                <a:gd name="connsiteY4648" fmla="*/ 1383600 h 1454091"/>
                <a:gd name="connsiteX4649" fmla="*/ 3785229 w 4719650"/>
                <a:gd name="connsiteY4649" fmla="*/ 1385239 h 1454091"/>
                <a:gd name="connsiteX4650" fmla="*/ 3781950 w 4719650"/>
                <a:gd name="connsiteY4650" fmla="*/ 1381961 h 1454091"/>
                <a:gd name="connsiteX4651" fmla="*/ 3780311 w 4719650"/>
                <a:gd name="connsiteY4651" fmla="*/ 1381961 h 1454091"/>
                <a:gd name="connsiteX4652" fmla="*/ 3775393 w 4719650"/>
                <a:gd name="connsiteY4652" fmla="*/ 1383600 h 1454091"/>
                <a:gd name="connsiteX4653" fmla="*/ 3772114 w 4719650"/>
                <a:gd name="connsiteY4653" fmla="*/ 1380322 h 1454091"/>
                <a:gd name="connsiteX4654" fmla="*/ 3768835 w 4719650"/>
                <a:gd name="connsiteY4654" fmla="*/ 1378682 h 1454091"/>
                <a:gd name="connsiteX4655" fmla="*/ 3763917 w 4719650"/>
                <a:gd name="connsiteY4655" fmla="*/ 1380322 h 1454091"/>
                <a:gd name="connsiteX4656" fmla="*/ 3762277 w 4719650"/>
                <a:gd name="connsiteY4656" fmla="*/ 1377043 h 1454091"/>
                <a:gd name="connsiteX4657" fmla="*/ 3760638 w 4719650"/>
                <a:gd name="connsiteY4657" fmla="*/ 1373764 h 1454091"/>
                <a:gd name="connsiteX4658" fmla="*/ 3759000 w 4719650"/>
                <a:gd name="connsiteY4658" fmla="*/ 1368846 h 1454091"/>
                <a:gd name="connsiteX4659" fmla="*/ 3757360 w 4719650"/>
                <a:gd name="connsiteY4659" fmla="*/ 1365567 h 1454091"/>
                <a:gd name="connsiteX4660" fmla="*/ 3754081 w 4719650"/>
                <a:gd name="connsiteY4660" fmla="*/ 1362289 h 1454091"/>
                <a:gd name="connsiteX4661" fmla="*/ 3754081 w 4719650"/>
                <a:gd name="connsiteY4661" fmla="*/ 1365567 h 1454091"/>
                <a:gd name="connsiteX4662" fmla="*/ 3750803 w 4719650"/>
                <a:gd name="connsiteY4662" fmla="*/ 1368846 h 1454091"/>
                <a:gd name="connsiteX4663" fmla="*/ 3747524 w 4719650"/>
                <a:gd name="connsiteY4663" fmla="*/ 1372125 h 1454091"/>
                <a:gd name="connsiteX4664" fmla="*/ 3744245 w 4719650"/>
                <a:gd name="connsiteY4664" fmla="*/ 1370485 h 1454091"/>
                <a:gd name="connsiteX4665" fmla="*/ 3744245 w 4719650"/>
                <a:gd name="connsiteY4665" fmla="*/ 1367207 h 1454091"/>
                <a:gd name="connsiteX4666" fmla="*/ 3744245 w 4719650"/>
                <a:gd name="connsiteY4666" fmla="*/ 1362289 h 1454091"/>
                <a:gd name="connsiteX4667" fmla="*/ 3740966 w 4719650"/>
                <a:gd name="connsiteY4667" fmla="*/ 1362289 h 1454091"/>
                <a:gd name="connsiteX4668" fmla="*/ 3736048 w 4719650"/>
                <a:gd name="connsiteY4668" fmla="*/ 1362289 h 1454091"/>
                <a:gd name="connsiteX4669" fmla="*/ 3736048 w 4719650"/>
                <a:gd name="connsiteY4669" fmla="*/ 1363928 h 1454091"/>
                <a:gd name="connsiteX4670" fmla="*/ 3736048 w 4719650"/>
                <a:gd name="connsiteY4670" fmla="*/ 1367207 h 1454091"/>
                <a:gd name="connsiteX4671" fmla="*/ 3736048 w 4719650"/>
                <a:gd name="connsiteY4671" fmla="*/ 1370485 h 1454091"/>
                <a:gd name="connsiteX4672" fmla="*/ 3736048 w 4719650"/>
                <a:gd name="connsiteY4672" fmla="*/ 1373764 h 1454091"/>
                <a:gd name="connsiteX4673" fmla="*/ 3736048 w 4719650"/>
                <a:gd name="connsiteY4673" fmla="*/ 1378682 h 1454091"/>
                <a:gd name="connsiteX4674" fmla="*/ 3731131 w 4719650"/>
                <a:gd name="connsiteY4674" fmla="*/ 1378682 h 1454091"/>
                <a:gd name="connsiteX4675" fmla="*/ 3736048 w 4719650"/>
                <a:gd name="connsiteY4675" fmla="*/ 1381961 h 1454091"/>
                <a:gd name="connsiteX4676" fmla="*/ 3732770 w 4719650"/>
                <a:gd name="connsiteY4676" fmla="*/ 1386879 h 1454091"/>
                <a:gd name="connsiteX4677" fmla="*/ 3732770 w 4719650"/>
                <a:gd name="connsiteY4677" fmla="*/ 1390157 h 1454091"/>
                <a:gd name="connsiteX4678" fmla="*/ 3732770 w 4719650"/>
                <a:gd name="connsiteY4678" fmla="*/ 1393436 h 1454091"/>
                <a:gd name="connsiteX4679" fmla="*/ 3729491 w 4719650"/>
                <a:gd name="connsiteY4679" fmla="*/ 1391797 h 1454091"/>
                <a:gd name="connsiteX4680" fmla="*/ 3726213 w 4719650"/>
                <a:gd name="connsiteY4680" fmla="*/ 1391797 h 1454091"/>
                <a:gd name="connsiteX4681" fmla="*/ 3722934 w 4719650"/>
                <a:gd name="connsiteY4681" fmla="*/ 1391797 h 1454091"/>
                <a:gd name="connsiteX4682" fmla="*/ 3718016 w 4719650"/>
                <a:gd name="connsiteY4682" fmla="*/ 1390157 h 1454091"/>
                <a:gd name="connsiteX4683" fmla="*/ 3714737 w 4719650"/>
                <a:gd name="connsiteY4683" fmla="*/ 1391797 h 1454091"/>
                <a:gd name="connsiteX4684" fmla="*/ 3718016 w 4719650"/>
                <a:gd name="connsiteY4684" fmla="*/ 1393436 h 1454091"/>
                <a:gd name="connsiteX4685" fmla="*/ 3722934 w 4719650"/>
                <a:gd name="connsiteY4685" fmla="*/ 1395076 h 1454091"/>
                <a:gd name="connsiteX4686" fmla="*/ 3722934 w 4719650"/>
                <a:gd name="connsiteY4686" fmla="*/ 1398354 h 1454091"/>
                <a:gd name="connsiteX4687" fmla="*/ 3722934 w 4719650"/>
                <a:gd name="connsiteY4687" fmla="*/ 1403272 h 1454091"/>
                <a:gd name="connsiteX4688" fmla="*/ 3722934 w 4719650"/>
                <a:gd name="connsiteY4688" fmla="*/ 1406551 h 1454091"/>
                <a:gd name="connsiteX4689" fmla="*/ 3719655 w 4719650"/>
                <a:gd name="connsiteY4689" fmla="*/ 1403272 h 1454091"/>
                <a:gd name="connsiteX4690" fmla="*/ 3716376 w 4719650"/>
                <a:gd name="connsiteY4690" fmla="*/ 1401633 h 1454091"/>
                <a:gd name="connsiteX4691" fmla="*/ 3714737 w 4719650"/>
                <a:gd name="connsiteY4691" fmla="*/ 1398354 h 1454091"/>
                <a:gd name="connsiteX4692" fmla="*/ 3713097 w 4719650"/>
                <a:gd name="connsiteY4692" fmla="*/ 1395076 h 1454091"/>
                <a:gd name="connsiteX4693" fmla="*/ 3711458 w 4719650"/>
                <a:gd name="connsiteY4693" fmla="*/ 1390157 h 1454091"/>
                <a:gd name="connsiteX4694" fmla="*/ 3706541 w 4719650"/>
                <a:gd name="connsiteY4694" fmla="*/ 1390157 h 1454091"/>
                <a:gd name="connsiteX4695" fmla="*/ 3703262 w 4719650"/>
                <a:gd name="connsiteY4695" fmla="*/ 1388518 h 1454091"/>
                <a:gd name="connsiteX4696" fmla="*/ 3706541 w 4719650"/>
                <a:gd name="connsiteY4696" fmla="*/ 1385239 h 1454091"/>
                <a:gd name="connsiteX4697" fmla="*/ 3709819 w 4719650"/>
                <a:gd name="connsiteY4697" fmla="*/ 1383600 h 1454091"/>
                <a:gd name="connsiteX4698" fmla="*/ 3713097 w 4719650"/>
                <a:gd name="connsiteY4698" fmla="*/ 1380322 h 1454091"/>
                <a:gd name="connsiteX4699" fmla="*/ 3716376 w 4719650"/>
                <a:gd name="connsiteY4699" fmla="*/ 1381961 h 1454091"/>
                <a:gd name="connsiteX4700" fmla="*/ 3721294 w 4719650"/>
                <a:gd name="connsiteY4700" fmla="*/ 1381961 h 1454091"/>
                <a:gd name="connsiteX4701" fmla="*/ 3721294 w 4719650"/>
                <a:gd name="connsiteY4701" fmla="*/ 1377043 h 1454091"/>
                <a:gd name="connsiteX4702" fmla="*/ 3719655 w 4719650"/>
                <a:gd name="connsiteY4702" fmla="*/ 1373764 h 1454091"/>
                <a:gd name="connsiteX4703" fmla="*/ 3721294 w 4719650"/>
                <a:gd name="connsiteY4703" fmla="*/ 1370485 h 1454091"/>
                <a:gd name="connsiteX4704" fmla="*/ 3718016 w 4719650"/>
                <a:gd name="connsiteY4704" fmla="*/ 1365567 h 1454091"/>
                <a:gd name="connsiteX4705" fmla="*/ 3719655 w 4719650"/>
                <a:gd name="connsiteY4705" fmla="*/ 1362289 h 1454091"/>
                <a:gd name="connsiteX4706" fmla="*/ 3718016 w 4719650"/>
                <a:gd name="connsiteY4706" fmla="*/ 1359010 h 1454091"/>
                <a:gd name="connsiteX4707" fmla="*/ 3714737 w 4719650"/>
                <a:gd name="connsiteY4707" fmla="*/ 1355732 h 1454091"/>
                <a:gd name="connsiteX4708" fmla="*/ 3713097 w 4719650"/>
                <a:gd name="connsiteY4708" fmla="*/ 1354092 h 1454091"/>
                <a:gd name="connsiteX4709" fmla="*/ 3709819 w 4719650"/>
                <a:gd name="connsiteY4709" fmla="*/ 1350814 h 1454091"/>
                <a:gd name="connsiteX4710" fmla="*/ 3708180 w 4719650"/>
                <a:gd name="connsiteY4710" fmla="*/ 1345895 h 1454091"/>
                <a:gd name="connsiteX4711" fmla="*/ 3704901 w 4719650"/>
                <a:gd name="connsiteY4711" fmla="*/ 1342617 h 1454091"/>
                <a:gd name="connsiteX4712" fmla="*/ 3703262 w 4719650"/>
                <a:gd name="connsiteY4712" fmla="*/ 1339338 h 1454091"/>
                <a:gd name="connsiteX4713" fmla="*/ 3703262 w 4719650"/>
                <a:gd name="connsiteY4713" fmla="*/ 1334420 h 1454091"/>
                <a:gd name="connsiteX4714" fmla="*/ 3699983 w 4719650"/>
                <a:gd name="connsiteY4714" fmla="*/ 1331142 h 1454091"/>
                <a:gd name="connsiteX4715" fmla="*/ 3699983 w 4719650"/>
                <a:gd name="connsiteY4715" fmla="*/ 1331142 h 1454091"/>
                <a:gd name="connsiteX4716" fmla="*/ 3698344 w 4719650"/>
                <a:gd name="connsiteY4716" fmla="*/ 1326223 h 1454091"/>
                <a:gd name="connsiteX4717" fmla="*/ 3695065 w 4719650"/>
                <a:gd name="connsiteY4717" fmla="*/ 1322945 h 1454091"/>
                <a:gd name="connsiteX4718" fmla="*/ 3691786 w 4719650"/>
                <a:gd name="connsiteY4718" fmla="*/ 1319666 h 1454091"/>
                <a:gd name="connsiteX4719" fmla="*/ 3688507 w 4719650"/>
                <a:gd name="connsiteY4719" fmla="*/ 1314748 h 1454091"/>
                <a:gd name="connsiteX4720" fmla="*/ 3686868 w 4719650"/>
                <a:gd name="connsiteY4720" fmla="*/ 1311469 h 1454091"/>
                <a:gd name="connsiteX4721" fmla="*/ 3683589 w 4719650"/>
                <a:gd name="connsiteY4721" fmla="*/ 1308191 h 1454091"/>
                <a:gd name="connsiteX4722" fmla="*/ 3681951 w 4719650"/>
                <a:gd name="connsiteY4722" fmla="*/ 1306551 h 1454091"/>
                <a:gd name="connsiteX4723" fmla="*/ 3677033 w 4719650"/>
                <a:gd name="connsiteY4723" fmla="*/ 1301633 h 1454091"/>
                <a:gd name="connsiteX4724" fmla="*/ 3673754 w 4719650"/>
                <a:gd name="connsiteY4724" fmla="*/ 1298355 h 1454091"/>
                <a:gd name="connsiteX4725" fmla="*/ 3670475 w 4719650"/>
                <a:gd name="connsiteY4725" fmla="*/ 1295076 h 1454091"/>
                <a:gd name="connsiteX4726" fmla="*/ 3672114 w 4719650"/>
                <a:gd name="connsiteY4726" fmla="*/ 1291797 h 1454091"/>
                <a:gd name="connsiteX4727" fmla="*/ 3677033 w 4719650"/>
                <a:gd name="connsiteY4727" fmla="*/ 1291797 h 1454091"/>
                <a:gd name="connsiteX4728" fmla="*/ 3680311 w 4719650"/>
                <a:gd name="connsiteY4728" fmla="*/ 1290158 h 1454091"/>
                <a:gd name="connsiteX4729" fmla="*/ 3683589 w 4719650"/>
                <a:gd name="connsiteY4729" fmla="*/ 1288519 h 1454091"/>
                <a:gd name="connsiteX4730" fmla="*/ 3685229 w 4719650"/>
                <a:gd name="connsiteY4730" fmla="*/ 1286879 h 1454091"/>
                <a:gd name="connsiteX4731" fmla="*/ 3685229 w 4719650"/>
                <a:gd name="connsiteY4731" fmla="*/ 1281961 h 1454091"/>
                <a:gd name="connsiteX4732" fmla="*/ 3688507 w 4719650"/>
                <a:gd name="connsiteY4732" fmla="*/ 1278683 h 1454091"/>
                <a:gd name="connsiteX4733" fmla="*/ 3686868 w 4719650"/>
                <a:gd name="connsiteY4733" fmla="*/ 1277043 h 1454091"/>
                <a:gd name="connsiteX4734" fmla="*/ 3691786 w 4719650"/>
                <a:gd name="connsiteY4734" fmla="*/ 1275404 h 1454091"/>
                <a:gd name="connsiteX4735" fmla="*/ 3695065 w 4719650"/>
                <a:gd name="connsiteY4735" fmla="*/ 1278683 h 1454091"/>
                <a:gd name="connsiteX4736" fmla="*/ 3695065 w 4719650"/>
                <a:gd name="connsiteY4736" fmla="*/ 1278683 h 1454091"/>
                <a:gd name="connsiteX4737" fmla="*/ 3699983 w 4719650"/>
                <a:gd name="connsiteY4737" fmla="*/ 1278683 h 1454091"/>
                <a:gd name="connsiteX4738" fmla="*/ 3703262 w 4719650"/>
                <a:gd name="connsiteY4738" fmla="*/ 1280322 h 1454091"/>
                <a:gd name="connsiteX4739" fmla="*/ 3706541 w 4719650"/>
                <a:gd name="connsiteY4739" fmla="*/ 1280322 h 1454091"/>
                <a:gd name="connsiteX4740" fmla="*/ 3709819 w 4719650"/>
                <a:gd name="connsiteY4740" fmla="*/ 1281961 h 1454091"/>
                <a:gd name="connsiteX4741" fmla="*/ 3714737 w 4719650"/>
                <a:gd name="connsiteY4741" fmla="*/ 1281961 h 1454091"/>
                <a:gd name="connsiteX4742" fmla="*/ 3718016 w 4719650"/>
                <a:gd name="connsiteY4742" fmla="*/ 1283601 h 1454091"/>
                <a:gd name="connsiteX4743" fmla="*/ 3721294 w 4719650"/>
                <a:gd name="connsiteY4743" fmla="*/ 1285240 h 1454091"/>
                <a:gd name="connsiteX4744" fmla="*/ 3724573 w 4719650"/>
                <a:gd name="connsiteY4744" fmla="*/ 1285240 h 1454091"/>
                <a:gd name="connsiteX4745" fmla="*/ 3729491 w 4719650"/>
                <a:gd name="connsiteY4745" fmla="*/ 1286879 h 1454091"/>
                <a:gd name="connsiteX4746" fmla="*/ 3732770 w 4719650"/>
                <a:gd name="connsiteY4746" fmla="*/ 1286879 h 1454091"/>
                <a:gd name="connsiteX4747" fmla="*/ 3736048 w 4719650"/>
                <a:gd name="connsiteY4747" fmla="*/ 1285240 h 1454091"/>
                <a:gd name="connsiteX4748" fmla="*/ 3736048 w 4719650"/>
                <a:gd name="connsiteY4748" fmla="*/ 1281961 h 1454091"/>
                <a:gd name="connsiteX4749" fmla="*/ 3732770 w 4719650"/>
                <a:gd name="connsiteY4749" fmla="*/ 1278683 h 1454091"/>
                <a:gd name="connsiteX4750" fmla="*/ 3731131 w 4719650"/>
                <a:gd name="connsiteY4750" fmla="*/ 1273765 h 1454091"/>
                <a:gd name="connsiteX4751" fmla="*/ 3729491 w 4719650"/>
                <a:gd name="connsiteY4751" fmla="*/ 1270486 h 1454091"/>
                <a:gd name="connsiteX4752" fmla="*/ 3729491 w 4719650"/>
                <a:gd name="connsiteY4752" fmla="*/ 1268847 h 1454091"/>
                <a:gd name="connsiteX4753" fmla="*/ 3732770 w 4719650"/>
                <a:gd name="connsiteY4753" fmla="*/ 1265568 h 1454091"/>
                <a:gd name="connsiteX4754" fmla="*/ 3736048 w 4719650"/>
                <a:gd name="connsiteY4754" fmla="*/ 1263929 h 1454091"/>
                <a:gd name="connsiteX4755" fmla="*/ 3736048 w 4719650"/>
                <a:gd name="connsiteY4755" fmla="*/ 1260650 h 1454091"/>
                <a:gd name="connsiteX4756" fmla="*/ 3732770 w 4719650"/>
                <a:gd name="connsiteY4756" fmla="*/ 1255732 h 1454091"/>
                <a:gd name="connsiteX4757" fmla="*/ 3731131 w 4719650"/>
                <a:gd name="connsiteY4757" fmla="*/ 1252453 h 1454091"/>
                <a:gd name="connsiteX4758" fmla="*/ 3731131 w 4719650"/>
                <a:gd name="connsiteY4758" fmla="*/ 1250814 h 1454091"/>
                <a:gd name="connsiteX4759" fmla="*/ 3734410 w 4719650"/>
                <a:gd name="connsiteY4759" fmla="*/ 1247535 h 1454091"/>
                <a:gd name="connsiteX4760" fmla="*/ 3734410 w 4719650"/>
                <a:gd name="connsiteY4760" fmla="*/ 1247535 h 1454091"/>
                <a:gd name="connsiteX4761" fmla="*/ 3732770 w 4719650"/>
                <a:gd name="connsiteY4761" fmla="*/ 1242617 h 1454091"/>
                <a:gd name="connsiteX4762" fmla="*/ 3729491 w 4719650"/>
                <a:gd name="connsiteY4762" fmla="*/ 1239339 h 1454091"/>
                <a:gd name="connsiteX4763" fmla="*/ 3734410 w 4719650"/>
                <a:gd name="connsiteY4763" fmla="*/ 1236060 h 1454091"/>
                <a:gd name="connsiteX4764" fmla="*/ 3732770 w 4719650"/>
                <a:gd name="connsiteY4764" fmla="*/ 1232781 h 1454091"/>
                <a:gd name="connsiteX4765" fmla="*/ 3732770 w 4719650"/>
                <a:gd name="connsiteY4765" fmla="*/ 1227863 h 1454091"/>
                <a:gd name="connsiteX4766" fmla="*/ 3727852 w 4719650"/>
                <a:gd name="connsiteY4766" fmla="*/ 1226224 h 1454091"/>
                <a:gd name="connsiteX4767" fmla="*/ 3727852 w 4719650"/>
                <a:gd name="connsiteY4767" fmla="*/ 1222945 h 1454091"/>
                <a:gd name="connsiteX4768" fmla="*/ 3726213 w 4719650"/>
                <a:gd name="connsiteY4768" fmla="*/ 1222945 h 1454091"/>
                <a:gd name="connsiteX4769" fmla="*/ 3726213 w 4719650"/>
                <a:gd name="connsiteY4769" fmla="*/ 1219667 h 1454091"/>
                <a:gd name="connsiteX4770" fmla="*/ 3727852 w 4719650"/>
                <a:gd name="connsiteY4770" fmla="*/ 1218027 h 1454091"/>
                <a:gd name="connsiteX4771" fmla="*/ 3726213 w 4719650"/>
                <a:gd name="connsiteY4771" fmla="*/ 1214749 h 1454091"/>
                <a:gd name="connsiteX4772" fmla="*/ 3722934 w 4719650"/>
                <a:gd name="connsiteY4772" fmla="*/ 1209830 h 1454091"/>
                <a:gd name="connsiteX4773" fmla="*/ 3722934 w 4719650"/>
                <a:gd name="connsiteY4773" fmla="*/ 1208191 h 1454091"/>
                <a:gd name="connsiteX4774" fmla="*/ 3722934 w 4719650"/>
                <a:gd name="connsiteY4774" fmla="*/ 1204912 h 1454091"/>
                <a:gd name="connsiteX4775" fmla="*/ 3721294 w 4719650"/>
                <a:gd name="connsiteY4775" fmla="*/ 1201634 h 1454091"/>
                <a:gd name="connsiteX4776" fmla="*/ 3722934 w 4719650"/>
                <a:gd name="connsiteY4776" fmla="*/ 1198355 h 1454091"/>
                <a:gd name="connsiteX4777" fmla="*/ 3719655 w 4719650"/>
                <a:gd name="connsiteY4777" fmla="*/ 1195077 h 1454091"/>
                <a:gd name="connsiteX4778" fmla="*/ 3716376 w 4719650"/>
                <a:gd name="connsiteY4778" fmla="*/ 1190158 h 1454091"/>
                <a:gd name="connsiteX4779" fmla="*/ 3716376 w 4719650"/>
                <a:gd name="connsiteY4779" fmla="*/ 1186880 h 1454091"/>
                <a:gd name="connsiteX4780" fmla="*/ 3719655 w 4719650"/>
                <a:gd name="connsiteY4780" fmla="*/ 1183601 h 1454091"/>
                <a:gd name="connsiteX4781" fmla="*/ 3724573 w 4719650"/>
                <a:gd name="connsiteY4781" fmla="*/ 1181962 h 1454091"/>
                <a:gd name="connsiteX4782" fmla="*/ 3724573 w 4719650"/>
                <a:gd name="connsiteY4782" fmla="*/ 1178683 h 1454091"/>
                <a:gd name="connsiteX4783" fmla="*/ 3724573 w 4719650"/>
                <a:gd name="connsiteY4783" fmla="*/ 1175405 h 1454091"/>
                <a:gd name="connsiteX4784" fmla="*/ 3724573 w 4719650"/>
                <a:gd name="connsiteY4784" fmla="*/ 1170486 h 1454091"/>
                <a:gd name="connsiteX4785" fmla="*/ 3721294 w 4719650"/>
                <a:gd name="connsiteY4785" fmla="*/ 1168847 h 1454091"/>
                <a:gd name="connsiteX4786" fmla="*/ 3719655 w 4719650"/>
                <a:gd name="connsiteY4786" fmla="*/ 1167208 h 1454091"/>
                <a:gd name="connsiteX4787" fmla="*/ 3714737 w 4719650"/>
                <a:gd name="connsiteY4787" fmla="*/ 1163929 h 1454091"/>
                <a:gd name="connsiteX4788" fmla="*/ 3711458 w 4719650"/>
                <a:gd name="connsiteY4788" fmla="*/ 1160650 h 1454091"/>
                <a:gd name="connsiteX4789" fmla="*/ 3709819 w 4719650"/>
                <a:gd name="connsiteY4789" fmla="*/ 1157372 h 1454091"/>
                <a:gd name="connsiteX4790" fmla="*/ 3709819 w 4719650"/>
                <a:gd name="connsiteY4790" fmla="*/ 1152454 h 1454091"/>
                <a:gd name="connsiteX4791" fmla="*/ 3708180 w 4719650"/>
                <a:gd name="connsiteY4791" fmla="*/ 1149175 h 1454091"/>
                <a:gd name="connsiteX4792" fmla="*/ 3708180 w 4719650"/>
                <a:gd name="connsiteY4792" fmla="*/ 1147536 h 1454091"/>
                <a:gd name="connsiteX4793" fmla="*/ 3704901 w 4719650"/>
                <a:gd name="connsiteY4793" fmla="*/ 1147536 h 1454091"/>
                <a:gd name="connsiteX4794" fmla="*/ 3701623 w 4719650"/>
                <a:gd name="connsiteY4794" fmla="*/ 1144257 h 1454091"/>
                <a:gd name="connsiteX4795" fmla="*/ 3699983 w 4719650"/>
                <a:gd name="connsiteY4795" fmla="*/ 1144257 h 1454091"/>
                <a:gd name="connsiteX4796" fmla="*/ 3696704 w 4719650"/>
                <a:gd name="connsiteY4796" fmla="*/ 1144257 h 1454091"/>
                <a:gd name="connsiteX4797" fmla="*/ 3695065 w 4719650"/>
                <a:gd name="connsiteY4797" fmla="*/ 1142618 h 1454091"/>
                <a:gd name="connsiteX4798" fmla="*/ 3695065 w 4719650"/>
                <a:gd name="connsiteY4798" fmla="*/ 1142618 h 1454091"/>
                <a:gd name="connsiteX4799" fmla="*/ 3690147 w 4719650"/>
                <a:gd name="connsiteY4799" fmla="*/ 1142618 h 1454091"/>
                <a:gd name="connsiteX4800" fmla="*/ 3688507 w 4719650"/>
                <a:gd name="connsiteY4800" fmla="*/ 1144257 h 1454091"/>
                <a:gd name="connsiteX4801" fmla="*/ 3685229 w 4719650"/>
                <a:gd name="connsiteY4801" fmla="*/ 1144257 h 1454091"/>
                <a:gd name="connsiteX4802" fmla="*/ 3683589 w 4719650"/>
                <a:gd name="connsiteY4802" fmla="*/ 1145896 h 1454091"/>
                <a:gd name="connsiteX4803" fmla="*/ 3680311 w 4719650"/>
                <a:gd name="connsiteY4803" fmla="*/ 1147536 h 1454091"/>
                <a:gd name="connsiteX4804" fmla="*/ 3677033 w 4719650"/>
                <a:gd name="connsiteY4804" fmla="*/ 1149175 h 1454091"/>
                <a:gd name="connsiteX4805" fmla="*/ 3672114 w 4719650"/>
                <a:gd name="connsiteY4805" fmla="*/ 1150814 h 1454091"/>
                <a:gd name="connsiteX4806" fmla="*/ 3672114 w 4719650"/>
                <a:gd name="connsiteY4806" fmla="*/ 1155732 h 1454091"/>
                <a:gd name="connsiteX4807" fmla="*/ 3672114 w 4719650"/>
                <a:gd name="connsiteY4807" fmla="*/ 1155732 h 1454091"/>
                <a:gd name="connsiteX4808" fmla="*/ 3668836 w 4719650"/>
                <a:gd name="connsiteY4808" fmla="*/ 1154093 h 1454091"/>
                <a:gd name="connsiteX4809" fmla="*/ 3665557 w 4719650"/>
                <a:gd name="connsiteY4809" fmla="*/ 1154093 h 1454091"/>
                <a:gd name="connsiteX4810" fmla="*/ 3660639 w 4719650"/>
                <a:gd name="connsiteY4810" fmla="*/ 1154093 h 1454091"/>
                <a:gd name="connsiteX4811" fmla="*/ 3657360 w 4719650"/>
                <a:gd name="connsiteY4811" fmla="*/ 1154093 h 1454091"/>
                <a:gd name="connsiteX4812" fmla="*/ 3654082 w 4719650"/>
                <a:gd name="connsiteY4812" fmla="*/ 1159011 h 1454091"/>
                <a:gd name="connsiteX4813" fmla="*/ 3649164 w 4719650"/>
                <a:gd name="connsiteY4813" fmla="*/ 1160650 h 1454091"/>
                <a:gd name="connsiteX4814" fmla="*/ 3649164 w 4719650"/>
                <a:gd name="connsiteY4814" fmla="*/ 1165568 h 1454091"/>
                <a:gd name="connsiteX4815" fmla="*/ 3649164 w 4719650"/>
                <a:gd name="connsiteY4815" fmla="*/ 1168847 h 1454091"/>
                <a:gd name="connsiteX4816" fmla="*/ 3649164 w 4719650"/>
                <a:gd name="connsiteY4816" fmla="*/ 1172126 h 1454091"/>
                <a:gd name="connsiteX4817" fmla="*/ 3644246 w 4719650"/>
                <a:gd name="connsiteY4817" fmla="*/ 1170486 h 1454091"/>
                <a:gd name="connsiteX4818" fmla="*/ 3640967 w 4719650"/>
                <a:gd name="connsiteY4818" fmla="*/ 1170486 h 1454091"/>
                <a:gd name="connsiteX4819" fmla="*/ 3636049 w 4719650"/>
                <a:gd name="connsiteY4819" fmla="*/ 1172126 h 1454091"/>
                <a:gd name="connsiteX4820" fmla="*/ 3632770 w 4719650"/>
                <a:gd name="connsiteY4820" fmla="*/ 1172126 h 1454091"/>
                <a:gd name="connsiteX4821" fmla="*/ 3629492 w 4719650"/>
                <a:gd name="connsiteY4821" fmla="*/ 1173765 h 1454091"/>
                <a:gd name="connsiteX4822" fmla="*/ 3626213 w 4719650"/>
                <a:gd name="connsiteY4822" fmla="*/ 1173765 h 1454091"/>
                <a:gd name="connsiteX4823" fmla="*/ 3621295 w 4719650"/>
                <a:gd name="connsiteY4823" fmla="*/ 1172126 h 1454091"/>
                <a:gd name="connsiteX4824" fmla="*/ 3618016 w 4719650"/>
                <a:gd name="connsiteY4824" fmla="*/ 1173765 h 1454091"/>
                <a:gd name="connsiteX4825" fmla="*/ 3614737 w 4719650"/>
                <a:gd name="connsiteY4825" fmla="*/ 1170486 h 1454091"/>
                <a:gd name="connsiteX4826" fmla="*/ 3613098 w 4719650"/>
                <a:gd name="connsiteY4826" fmla="*/ 1170486 h 1454091"/>
                <a:gd name="connsiteX4827" fmla="*/ 3609819 w 4719650"/>
                <a:gd name="connsiteY4827" fmla="*/ 1170486 h 1454091"/>
                <a:gd name="connsiteX4828" fmla="*/ 3606540 w 4719650"/>
                <a:gd name="connsiteY4828" fmla="*/ 1170486 h 1454091"/>
                <a:gd name="connsiteX4829" fmla="*/ 3601623 w 4719650"/>
                <a:gd name="connsiteY4829" fmla="*/ 1172126 h 1454091"/>
                <a:gd name="connsiteX4830" fmla="*/ 3601623 w 4719650"/>
                <a:gd name="connsiteY4830" fmla="*/ 1173765 h 1454091"/>
                <a:gd name="connsiteX4831" fmla="*/ 3598344 w 4719650"/>
                <a:gd name="connsiteY4831" fmla="*/ 1172126 h 1454091"/>
                <a:gd name="connsiteX4832" fmla="*/ 3593426 w 4719650"/>
                <a:gd name="connsiteY4832" fmla="*/ 1170486 h 1454091"/>
                <a:gd name="connsiteX4833" fmla="*/ 3591787 w 4719650"/>
                <a:gd name="connsiteY4833" fmla="*/ 1165568 h 1454091"/>
                <a:gd name="connsiteX4834" fmla="*/ 3588508 w 4719650"/>
                <a:gd name="connsiteY4834" fmla="*/ 1163929 h 1454091"/>
                <a:gd name="connsiteX4835" fmla="*/ 3583590 w 4719650"/>
                <a:gd name="connsiteY4835" fmla="*/ 1160650 h 1454091"/>
                <a:gd name="connsiteX4836" fmla="*/ 3580311 w 4719650"/>
                <a:gd name="connsiteY4836" fmla="*/ 1159011 h 1454091"/>
                <a:gd name="connsiteX4837" fmla="*/ 3578673 w 4719650"/>
                <a:gd name="connsiteY4837" fmla="*/ 1157372 h 1454091"/>
                <a:gd name="connsiteX4838" fmla="*/ 3575394 w 4719650"/>
                <a:gd name="connsiteY4838" fmla="*/ 1154093 h 1454091"/>
                <a:gd name="connsiteX4839" fmla="*/ 3575394 w 4719650"/>
                <a:gd name="connsiteY4839" fmla="*/ 1150814 h 1454091"/>
                <a:gd name="connsiteX4840" fmla="*/ 3575394 w 4719650"/>
                <a:gd name="connsiteY4840" fmla="*/ 1147536 h 1454091"/>
                <a:gd name="connsiteX4841" fmla="*/ 3575394 w 4719650"/>
                <a:gd name="connsiteY4841" fmla="*/ 1145896 h 1454091"/>
                <a:gd name="connsiteX4842" fmla="*/ 3570476 w 4719650"/>
                <a:gd name="connsiteY4842" fmla="*/ 1142618 h 1454091"/>
                <a:gd name="connsiteX4843" fmla="*/ 3568836 w 4719650"/>
                <a:gd name="connsiteY4843" fmla="*/ 1139339 h 1454091"/>
                <a:gd name="connsiteX4844" fmla="*/ 3565557 w 4719650"/>
                <a:gd name="connsiteY4844" fmla="*/ 1139339 h 1454091"/>
                <a:gd name="connsiteX4845" fmla="*/ 3560639 w 4719650"/>
                <a:gd name="connsiteY4845" fmla="*/ 1134421 h 1454091"/>
                <a:gd name="connsiteX4846" fmla="*/ 3557360 w 4719650"/>
                <a:gd name="connsiteY4846" fmla="*/ 1132782 h 1454091"/>
                <a:gd name="connsiteX4847" fmla="*/ 3555721 w 4719650"/>
                <a:gd name="connsiteY4847" fmla="*/ 1129503 h 1454091"/>
                <a:gd name="connsiteX4848" fmla="*/ 3555721 w 4719650"/>
                <a:gd name="connsiteY4848" fmla="*/ 1126224 h 1454091"/>
                <a:gd name="connsiteX4849" fmla="*/ 3555721 w 4719650"/>
                <a:gd name="connsiteY4849" fmla="*/ 1122946 h 1454091"/>
                <a:gd name="connsiteX4850" fmla="*/ 3552443 w 4719650"/>
                <a:gd name="connsiteY4850" fmla="*/ 1121306 h 1454091"/>
                <a:gd name="connsiteX4851" fmla="*/ 3549164 w 4719650"/>
                <a:gd name="connsiteY4851" fmla="*/ 1122946 h 1454091"/>
                <a:gd name="connsiteX4852" fmla="*/ 3545886 w 4719650"/>
                <a:gd name="connsiteY4852" fmla="*/ 1121306 h 1454091"/>
                <a:gd name="connsiteX4853" fmla="*/ 3542607 w 4719650"/>
                <a:gd name="connsiteY4853" fmla="*/ 1121306 h 1454091"/>
                <a:gd name="connsiteX4854" fmla="*/ 3537689 w 4719650"/>
                <a:gd name="connsiteY4854" fmla="*/ 1121306 h 1454091"/>
                <a:gd name="connsiteX4855" fmla="*/ 3534410 w 4719650"/>
                <a:gd name="connsiteY4855" fmla="*/ 1119667 h 1454091"/>
                <a:gd name="connsiteX4856" fmla="*/ 3531131 w 4719650"/>
                <a:gd name="connsiteY4856" fmla="*/ 1118028 h 1454091"/>
                <a:gd name="connsiteX4857" fmla="*/ 3529492 w 4719650"/>
                <a:gd name="connsiteY4857" fmla="*/ 1116388 h 1454091"/>
                <a:gd name="connsiteX4858" fmla="*/ 3527852 w 4719650"/>
                <a:gd name="connsiteY4858" fmla="*/ 1116388 h 1454091"/>
                <a:gd name="connsiteX4859" fmla="*/ 3524574 w 4719650"/>
                <a:gd name="connsiteY4859" fmla="*/ 1114749 h 1454091"/>
                <a:gd name="connsiteX4860" fmla="*/ 3521296 w 4719650"/>
                <a:gd name="connsiteY4860" fmla="*/ 1111470 h 1454091"/>
                <a:gd name="connsiteX4861" fmla="*/ 3518017 w 4719650"/>
                <a:gd name="connsiteY4861" fmla="*/ 1108192 h 1454091"/>
                <a:gd name="connsiteX4862" fmla="*/ 3518017 w 4719650"/>
                <a:gd name="connsiteY4862" fmla="*/ 1108192 h 1454091"/>
                <a:gd name="connsiteX4863" fmla="*/ 3514738 w 4719650"/>
                <a:gd name="connsiteY4863" fmla="*/ 1108192 h 1454091"/>
                <a:gd name="connsiteX4864" fmla="*/ 3511459 w 4719650"/>
                <a:gd name="connsiteY4864" fmla="*/ 1104913 h 1454091"/>
                <a:gd name="connsiteX4865" fmla="*/ 3508180 w 4719650"/>
                <a:gd name="connsiteY4865" fmla="*/ 1104913 h 1454091"/>
                <a:gd name="connsiteX4866" fmla="*/ 3504902 w 4719650"/>
                <a:gd name="connsiteY4866" fmla="*/ 1103274 h 1454091"/>
                <a:gd name="connsiteX4867" fmla="*/ 3501623 w 4719650"/>
                <a:gd name="connsiteY4867" fmla="*/ 1099995 h 1454091"/>
                <a:gd name="connsiteX4868" fmla="*/ 3499984 w 4719650"/>
                <a:gd name="connsiteY4868" fmla="*/ 1098356 h 1454091"/>
                <a:gd name="connsiteX4869" fmla="*/ 3496706 w 4719650"/>
                <a:gd name="connsiteY4869" fmla="*/ 1098356 h 1454091"/>
                <a:gd name="connsiteX4870" fmla="*/ 3498345 w 4719650"/>
                <a:gd name="connsiteY4870" fmla="*/ 1101634 h 1454091"/>
                <a:gd name="connsiteX4871" fmla="*/ 3493427 w 4719650"/>
                <a:gd name="connsiteY4871" fmla="*/ 1099995 h 1454091"/>
                <a:gd name="connsiteX4872" fmla="*/ 3490148 w 4719650"/>
                <a:gd name="connsiteY4872" fmla="*/ 1099995 h 1454091"/>
                <a:gd name="connsiteX4873" fmla="*/ 3486869 w 4719650"/>
                <a:gd name="connsiteY4873" fmla="*/ 1099995 h 1454091"/>
                <a:gd name="connsiteX4874" fmla="*/ 3481951 w 4719650"/>
                <a:gd name="connsiteY4874" fmla="*/ 1096716 h 1454091"/>
                <a:gd name="connsiteX4875" fmla="*/ 3480312 w 4719650"/>
                <a:gd name="connsiteY4875" fmla="*/ 1096716 h 1454091"/>
                <a:gd name="connsiteX4876" fmla="*/ 3475394 w 4719650"/>
                <a:gd name="connsiteY4876" fmla="*/ 1096716 h 1454091"/>
                <a:gd name="connsiteX4877" fmla="*/ 3473755 w 4719650"/>
                <a:gd name="connsiteY4877" fmla="*/ 1091798 h 1454091"/>
                <a:gd name="connsiteX4878" fmla="*/ 3470476 w 4719650"/>
                <a:gd name="connsiteY4878" fmla="*/ 1091798 h 1454091"/>
                <a:gd name="connsiteX4879" fmla="*/ 3467197 w 4719650"/>
                <a:gd name="connsiteY4879" fmla="*/ 1090159 h 1454091"/>
                <a:gd name="connsiteX4880" fmla="*/ 3467197 w 4719650"/>
                <a:gd name="connsiteY4880" fmla="*/ 1090159 h 1454091"/>
                <a:gd name="connsiteX4881" fmla="*/ 3467197 w 4719650"/>
                <a:gd name="connsiteY4881" fmla="*/ 1091798 h 1454091"/>
                <a:gd name="connsiteX4882" fmla="*/ 3462279 w 4719650"/>
                <a:gd name="connsiteY4882" fmla="*/ 1090159 h 1454091"/>
                <a:gd name="connsiteX4883" fmla="*/ 3459000 w 4719650"/>
                <a:gd name="connsiteY4883" fmla="*/ 1091798 h 1454091"/>
                <a:gd name="connsiteX4884" fmla="*/ 3457361 w 4719650"/>
                <a:gd name="connsiteY4884" fmla="*/ 1093438 h 1454091"/>
                <a:gd name="connsiteX4885" fmla="*/ 3454082 w 4719650"/>
                <a:gd name="connsiteY4885" fmla="*/ 1093438 h 1454091"/>
                <a:gd name="connsiteX4886" fmla="*/ 3450803 w 4719650"/>
                <a:gd name="connsiteY4886" fmla="*/ 1093438 h 1454091"/>
                <a:gd name="connsiteX4887" fmla="*/ 3445886 w 4719650"/>
                <a:gd name="connsiteY4887" fmla="*/ 1091798 h 1454091"/>
                <a:gd name="connsiteX4888" fmla="*/ 3444247 w 4719650"/>
                <a:gd name="connsiteY4888" fmla="*/ 1090159 h 1454091"/>
                <a:gd name="connsiteX4889" fmla="*/ 3439329 w 4719650"/>
                <a:gd name="connsiteY4889" fmla="*/ 1090159 h 1454091"/>
                <a:gd name="connsiteX4890" fmla="*/ 3436050 w 4719650"/>
                <a:gd name="connsiteY4890" fmla="*/ 1088520 h 1454091"/>
                <a:gd name="connsiteX4891" fmla="*/ 3432771 w 4719650"/>
                <a:gd name="connsiteY4891" fmla="*/ 1086880 h 1454091"/>
                <a:gd name="connsiteX4892" fmla="*/ 3427853 w 4719650"/>
                <a:gd name="connsiteY4892" fmla="*/ 1083602 h 1454091"/>
                <a:gd name="connsiteX4893" fmla="*/ 3424574 w 4719650"/>
                <a:gd name="connsiteY4893" fmla="*/ 1081962 h 1454091"/>
                <a:gd name="connsiteX4894" fmla="*/ 3421296 w 4719650"/>
                <a:gd name="connsiteY4894" fmla="*/ 1078684 h 1454091"/>
                <a:gd name="connsiteX4895" fmla="*/ 3418017 w 4719650"/>
                <a:gd name="connsiteY4895" fmla="*/ 1075405 h 1454091"/>
                <a:gd name="connsiteX4896" fmla="*/ 3418017 w 4719650"/>
                <a:gd name="connsiteY4896" fmla="*/ 1073765 h 1454091"/>
                <a:gd name="connsiteX4897" fmla="*/ 3416378 w 4719650"/>
                <a:gd name="connsiteY4897" fmla="*/ 1068848 h 1454091"/>
                <a:gd name="connsiteX4898" fmla="*/ 3414739 w 4719650"/>
                <a:gd name="connsiteY4898" fmla="*/ 1065569 h 1454091"/>
                <a:gd name="connsiteX4899" fmla="*/ 3414739 w 4719650"/>
                <a:gd name="connsiteY4899" fmla="*/ 1063930 h 1454091"/>
                <a:gd name="connsiteX4900" fmla="*/ 3411460 w 4719650"/>
                <a:gd name="connsiteY4900" fmla="*/ 1062290 h 1454091"/>
                <a:gd name="connsiteX4901" fmla="*/ 3409820 w 4719650"/>
                <a:gd name="connsiteY4901" fmla="*/ 1062290 h 1454091"/>
                <a:gd name="connsiteX4902" fmla="*/ 3406542 w 4719650"/>
                <a:gd name="connsiteY4902" fmla="*/ 1062290 h 1454091"/>
                <a:gd name="connsiteX4903" fmla="*/ 3401623 w 4719650"/>
                <a:gd name="connsiteY4903" fmla="*/ 1059012 h 1454091"/>
                <a:gd name="connsiteX4904" fmla="*/ 3398345 w 4719650"/>
                <a:gd name="connsiteY4904" fmla="*/ 1055733 h 1454091"/>
                <a:gd name="connsiteX4905" fmla="*/ 3396706 w 4719650"/>
                <a:gd name="connsiteY4905" fmla="*/ 1050815 h 1454091"/>
                <a:gd name="connsiteX4906" fmla="*/ 3395067 w 4719650"/>
                <a:gd name="connsiteY4906" fmla="*/ 1047536 h 1454091"/>
                <a:gd name="connsiteX4907" fmla="*/ 3391788 w 4719650"/>
                <a:gd name="connsiteY4907" fmla="*/ 1044258 h 1454091"/>
                <a:gd name="connsiteX4908" fmla="*/ 3388509 w 4719650"/>
                <a:gd name="connsiteY4908" fmla="*/ 1040979 h 1454091"/>
                <a:gd name="connsiteX4909" fmla="*/ 3385230 w 4719650"/>
                <a:gd name="connsiteY4909" fmla="*/ 1037700 h 1454091"/>
                <a:gd name="connsiteX4910" fmla="*/ 3380312 w 4719650"/>
                <a:gd name="connsiteY4910" fmla="*/ 1036061 h 1454091"/>
                <a:gd name="connsiteX4911" fmla="*/ 3377033 w 4719650"/>
                <a:gd name="connsiteY4911" fmla="*/ 1032782 h 1454091"/>
                <a:gd name="connsiteX4912" fmla="*/ 3375394 w 4719650"/>
                <a:gd name="connsiteY4912" fmla="*/ 1032782 h 1454091"/>
                <a:gd name="connsiteX4913" fmla="*/ 3372115 w 4719650"/>
                <a:gd name="connsiteY4913" fmla="*/ 1029503 h 1454091"/>
                <a:gd name="connsiteX4914" fmla="*/ 3367198 w 4719650"/>
                <a:gd name="connsiteY4914" fmla="*/ 1026225 h 1454091"/>
                <a:gd name="connsiteX4915" fmla="*/ 3363919 w 4719650"/>
                <a:gd name="connsiteY4915" fmla="*/ 1022946 h 1454091"/>
                <a:gd name="connsiteX4916" fmla="*/ 3363919 w 4719650"/>
                <a:gd name="connsiteY4916" fmla="*/ 1019668 h 1454091"/>
                <a:gd name="connsiteX4917" fmla="*/ 3360640 w 4719650"/>
                <a:gd name="connsiteY4917" fmla="*/ 1018028 h 1454091"/>
                <a:gd name="connsiteX4918" fmla="*/ 3357362 w 4719650"/>
                <a:gd name="connsiteY4918" fmla="*/ 1013110 h 1454091"/>
                <a:gd name="connsiteX4919" fmla="*/ 3354083 w 4719650"/>
                <a:gd name="connsiteY4919" fmla="*/ 1013110 h 1454091"/>
                <a:gd name="connsiteX4920" fmla="*/ 3352443 w 4719650"/>
                <a:gd name="connsiteY4920" fmla="*/ 1009831 h 1454091"/>
                <a:gd name="connsiteX4921" fmla="*/ 3347525 w 4719650"/>
                <a:gd name="connsiteY4921" fmla="*/ 1008192 h 1454091"/>
                <a:gd name="connsiteX4922" fmla="*/ 3345887 w 4719650"/>
                <a:gd name="connsiteY4922" fmla="*/ 1003274 h 1454091"/>
                <a:gd name="connsiteX4923" fmla="*/ 3344247 w 4719650"/>
                <a:gd name="connsiteY4923" fmla="*/ 1001635 h 1454091"/>
                <a:gd name="connsiteX4924" fmla="*/ 3339329 w 4719650"/>
                <a:gd name="connsiteY4924" fmla="*/ 999995 h 1454091"/>
                <a:gd name="connsiteX4925" fmla="*/ 3336050 w 4719650"/>
                <a:gd name="connsiteY4925" fmla="*/ 996717 h 1454091"/>
                <a:gd name="connsiteX4926" fmla="*/ 3332772 w 4719650"/>
                <a:gd name="connsiteY4926" fmla="*/ 993438 h 1454091"/>
                <a:gd name="connsiteX4927" fmla="*/ 3327853 w 4719650"/>
                <a:gd name="connsiteY4927" fmla="*/ 991799 h 1454091"/>
                <a:gd name="connsiteX4928" fmla="*/ 3324575 w 4719650"/>
                <a:gd name="connsiteY4928" fmla="*/ 988520 h 1454091"/>
                <a:gd name="connsiteX4929" fmla="*/ 3326214 w 4719650"/>
                <a:gd name="connsiteY4929" fmla="*/ 983602 h 1454091"/>
                <a:gd name="connsiteX4930" fmla="*/ 3321296 w 4719650"/>
                <a:gd name="connsiteY4930" fmla="*/ 981963 h 1454091"/>
                <a:gd name="connsiteX4931" fmla="*/ 3318018 w 4719650"/>
                <a:gd name="connsiteY4931" fmla="*/ 980323 h 1454091"/>
                <a:gd name="connsiteX4932" fmla="*/ 3316379 w 4719650"/>
                <a:gd name="connsiteY4932" fmla="*/ 977045 h 1454091"/>
                <a:gd name="connsiteX4933" fmla="*/ 3313100 w 4719650"/>
                <a:gd name="connsiteY4933" fmla="*/ 975405 h 1454091"/>
                <a:gd name="connsiteX4934" fmla="*/ 3311460 w 4719650"/>
                <a:gd name="connsiteY4934" fmla="*/ 972127 h 1454091"/>
                <a:gd name="connsiteX4935" fmla="*/ 3306542 w 4719650"/>
                <a:gd name="connsiteY4935" fmla="*/ 968848 h 1454091"/>
                <a:gd name="connsiteX4936" fmla="*/ 3303263 w 4719650"/>
                <a:gd name="connsiteY4936" fmla="*/ 967209 h 1454091"/>
                <a:gd name="connsiteX4937" fmla="*/ 3299985 w 4719650"/>
                <a:gd name="connsiteY4937" fmla="*/ 965569 h 1454091"/>
                <a:gd name="connsiteX4938" fmla="*/ 3295066 w 4719650"/>
                <a:gd name="connsiteY4938" fmla="*/ 963930 h 1454091"/>
                <a:gd name="connsiteX4939" fmla="*/ 3291789 w 4719650"/>
                <a:gd name="connsiteY4939" fmla="*/ 962291 h 1454091"/>
                <a:gd name="connsiteX4940" fmla="*/ 3291789 w 4719650"/>
                <a:gd name="connsiteY4940" fmla="*/ 959012 h 1454091"/>
                <a:gd name="connsiteX4941" fmla="*/ 3286870 w 4719650"/>
                <a:gd name="connsiteY4941" fmla="*/ 955733 h 1454091"/>
                <a:gd name="connsiteX4942" fmla="*/ 3283592 w 4719650"/>
                <a:gd name="connsiteY4942" fmla="*/ 954094 h 1454091"/>
                <a:gd name="connsiteX4943" fmla="*/ 3280313 w 4719650"/>
                <a:gd name="connsiteY4943" fmla="*/ 950815 h 1454091"/>
                <a:gd name="connsiteX4944" fmla="*/ 3277034 w 4719650"/>
                <a:gd name="connsiteY4944" fmla="*/ 950815 h 1454091"/>
                <a:gd name="connsiteX4945" fmla="*/ 3272116 w 4719650"/>
                <a:gd name="connsiteY4945" fmla="*/ 949176 h 1454091"/>
                <a:gd name="connsiteX4946" fmla="*/ 3272116 w 4719650"/>
                <a:gd name="connsiteY4946" fmla="*/ 945897 h 1454091"/>
                <a:gd name="connsiteX4947" fmla="*/ 3267199 w 4719650"/>
                <a:gd name="connsiteY4947" fmla="*/ 944258 h 1454091"/>
                <a:gd name="connsiteX4948" fmla="*/ 3263920 w 4719650"/>
                <a:gd name="connsiteY4948" fmla="*/ 944258 h 1454091"/>
                <a:gd name="connsiteX4949" fmla="*/ 3260641 w 4719650"/>
                <a:gd name="connsiteY4949" fmla="*/ 942618 h 1454091"/>
                <a:gd name="connsiteX4950" fmla="*/ 3255723 w 4719650"/>
                <a:gd name="connsiteY4950" fmla="*/ 940979 h 1454091"/>
                <a:gd name="connsiteX4951" fmla="*/ 3252444 w 4719650"/>
                <a:gd name="connsiteY4951" fmla="*/ 939340 h 1454091"/>
                <a:gd name="connsiteX4952" fmla="*/ 3249165 w 4719650"/>
                <a:gd name="connsiteY4952" fmla="*/ 937701 h 1454091"/>
                <a:gd name="connsiteX4953" fmla="*/ 3244247 w 4719650"/>
                <a:gd name="connsiteY4953" fmla="*/ 937701 h 1454091"/>
                <a:gd name="connsiteX4954" fmla="*/ 3242608 w 4719650"/>
                <a:gd name="connsiteY4954" fmla="*/ 937701 h 1454091"/>
                <a:gd name="connsiteX4955" fmla="*/ 3242608 w 4719650"/>
                <a:gd name="connsiteY4955" fmla="*/ 942618 h 1454091"/>
                <a:gd name="connsiteX4956" fmla="*/ 3237690 w 4719650"/>
                <a:gd name="connsiteY4956" fmla="*/ 940979 h 1454091"/>
                <a:gd name="connsiteX4957" fmla="*/ 3234412 w 4719650"/>
                <a:gd name="connsiteY4957" fmla="*/ 940979 h 1454091"/>
                <a:gd name="connsiteX4958" fmla="*/ 3231133 w 4719650"/>
                <a:gd name="connsiteY4958" fmla="*/ 937701 h 1454091"/>
                <a:gd name="connsiteX4959" fmla="*/ 3227854 w 4719650"/>
                <a:gd name="connsiteY4959" fmla="*/ 937701 h 1454091"/>
                <a:gd name="connsiteX4960" fmla="*/ 3222936 w 4719650"/>
                <a:gd name="connsiteY4960" fmla="*/ 937701 h 1454091"/>
                <a:gd name="connsiteX4961" fmla="*/ 3219657 w 4719650"/>
                <a:gd name="connsiteY4961" fmla="*/ 936061 h 1454091"/>
                <a:gd name="connsiteX4962" fmla="*/ 3216378 w 4719650"/>
                <a:gd name="connsiteY4962" fmla="*/ 932783 h 1454091"/>
                <a:gd name="connsiteX4963" fmla="*/ 3211461 w 4719650"/>
                <a:gd name="connsiteY4963" fmla="*/ 931143 h 1454091"/>
                <a:gd name="connsiteX4964" fmla="*/ 3208182 w 4719650"/>
                <a:gd name="connsiteY4964" fmla="*/ 931143 h 1454091"/>
                <a:gd name="connsiteX4965" fmla="*/ 3204903 w 4719650"/>
                <a:gd name="connsiteY4965" fmla="*/ 929504 h 1454091"/>
                <a:gd name="connsiteX4966" fmla="*/ 3201625 w 4719650"/>
                <a:gd name="connsiteY4966" fmla="*/ 927865 h 1454091"/>
                <a:gd name="connsiteX4967" fmla="*/ 3196706 w 4719650"/>
                <a:gd name="connsiteY4967" fmla="*/ 926225 h 1454091"/>
                <a:gd name="connsiteX4968" fmla="*/ 3193428 w 4719650"/>
                <a:gd name="connsiteY4968" fmla="*/ 926225 h 1454091"/>
                <a:gd name="connsiteX4969" fmla="*/ 3191788 w 4719650"/>
                <a:gd name="connsiteY4969" fmla="*/ 924586 h 1454091"/>
                <a:gd name="connsiteX4970" fmla="*/ 3190150 w 4719650"/>
                <a:gd name="connsiteY4970" fmla="*/ 924586 h 1454091"/>
                <a:gd name="connsiteX4971" fmla="*/ 3186871 w 4719650"/>
                <a:gd name="connsiteY4971" fmla="*/ 922946 h 1454091"/>
                <a:gd name="connsiteX4972" fmla="*/ 3185232 w 4719650"/>
                <a:gd name="connsiteY4972" fmla="*/ 924586 h 1454091"/>
                <a:gd name="connsiteX4973" fmla="*/ 3181953 w 4719650"/>
                <a:gd name="connsiteY4973" fmla="*/ 924586 h 1454091"/>
                <a:gd name="connsiteX4974" fmla="*/ 3178674 w 4719650"/>
                <a:gd name="connsiteY4974" fmla="*/ 922946 h 1454091"/>
                <a:gd name="connsiteX4975" fmla="*/ 3173756 w 4719650"/>
                <a:gd name="connsiteY4975" fmla="*/ 924586 h 1454091"/>
                <a:gd name="connsiteX4976" fmla="*/ 3173756 w 4719650"/>
                <a:gd name="connsiteY4976" fmla="*/ 924586 h 1454091"/>
                <a:gd name="connsiteX4977" fmla="*/ 3168838 w 4719650"/>
                <a:gd name="connsiteY4977" fmla="*/ 924586 h 1454091"/>
                <a:gd name="connsiteX4978" fmla="*/ 3165559 w 4719650"/>
                <a:gd name="connsiteY4978" fmla="*/ 926225 h 1454091"/>
                <a:gd name="connsiteX4979" fmla="*/ 3162281 w 4719650"/>
                <a:gd name="connsiteY4979" fmla="*/ 927865 h 1454091"/>
                <a:gd name="connsiteX4980" fmla="*/ 3157363 w 4719650"/>
                <a:gd name="connsiteY4980" fmla="*/ 927865 h 1454091"/>
                <a:gd name="connsiteX4981" fmla="*/ 3154084 w 4719650"/>
                <a:gd name="connsiteY4981" fmla="*/ 927865 h 1454091"/>
                <a:gd name="connsiteX4982" fmla="*/ 3150805 w 4719650"/>
                <a:gd name="connsiteY4982" fmla="*/ 927865 h 1454091"/>
                <a:gd name="connsiteX4983" fmla="*/ 3145887 w 4719650"/>
                <a:gd name="connsiteY4983" fmla="*/ 926225 h 1454091"/>
                <a:gd name="connsiteX4984" fmla="*/ 3142608 w 4719650"/>
                <a:gd name="connsiteY4984" fmla="*/ 926225 h 1454091"/>
                <a:gd name="connsiteX4985" fmla="*/ 3139329 w 4719650"/>
                <a:gd name="connsiteY4985" fmla="*/ 929504 h 1454091"/>
                <a:gd name="connsiteX4986" fmla="*/ 3136052 w 4719650"/>
                <a:gd name="connsiteY4986" fmla="*/ 927865 h 1454091"/>
                <a:gd name="connsiteX4987" fmla="*/ 3131133 w 4719650"/>
                <a:gd name="connsiteY4987" fmla="*/ 929504 h 1454091"/>
                <a:gd name="connsiteX4988" fmla="*/ 3127855 w 4719650"/>
                <a:gd name="connsiteY4988" fmla="*/ 931143 h 1454091"/>
                <a:gd name="connsiteX4989" fmla="*/ 3124576 w 4719650"/>
                <a:gd name="connsiteY4989" fmla="*/ 932783 h 1454091"/>
                <a:gd name="connsiteX4990" fmla="*/ 3124576 w 4719650"/>
                <a:gd name="connsiteY4990" fmla="*/ 932783 h 1454091"/>
                <a:gd name="connsiteX4991" fmla="*/ 3121297 w 4719650"/>
                <a:gd name="connsiteY4991" fmla="*/ 932783 h 1454091"/>
                <a:gd name="connsiteX4992" fmla="*/ 3118018 w 4719650"/>
                <a:gd name="connsiteY4992" fmla="*/ 934422 h 1454091"/>
                <a:gd name="connsiteX4993" fmla="*/ 3114739 w 4719650"/>
                <a:gd name="connsiteY4993" fmla="*/ 934422 h 1454091"/>
                <a:gd name="connsiteX4994" fmla="*/ 3111462 w 4719650"/>
                <a:gd name="connsiteY4994" fmla="*/ 934422 h 1454091"/>
                <a:gd name="connsiteX4995" fmla="*/ 3108183 w 4719650"/>
                <a:gd name="connsiteY4995" fmla="*/ 934422 h 1454091"/>
                <a:gd name="connsiteX4996" fmla="*/ 3103265 w 4719650"/>
                <a:gd name="connsiteY4996" fmla="*/ 937701 h 1454091"/>
                <a:gd name="connsiteX4997" fmla="*/ 3103265 w 4719650"/>
                <a:gd name="connsiteY4997" fmla="*/ 940979 h 1454091"/>
                <a:gd name="connsiteX4998" fmla="*/ 3099986 w 4719650"/>
                <a:gd name="connsiteY4998" fmla="*/ 945897 h 1454091"/>
                <a:gd name="connsiteX4999" fmla="*/ 3098346 w 4719650"/>
                <a:gd name="connsiteY4999" fmla="*/ 949176 h 1454091"/>
                <a:gd name="connsiteX5000" fmla="*/ 3098346 w 4719650"/>
                <a:gd name="connsiteY5000" fmla="*/ 949176 h 1454091"/>
                <a:gd name="connsiteX5001" fmla="*/ 3096707 w 4719650"/>
                <a:gd name="connsiteY5001" fmla="*/ 954094 h 1454091"/>
                <a:gd name="connsiteX5002" fmla="*/ 3091789 w 4719650"/>
                <a:gd name="connsiteY5002" fmla="*/ 955733 h 1454091"/>
                <a:gd name="connsiteX5003" fmla="*/ 3095068 w 4719650"/>
                <a:gd name="connsiteY5003" fmla="*/ 959012 h 1454091"/>
                <a:gd name="connsiteX5004" fmla="*/ 3098346 w 4719650"/>
                <a:gd name="connsiteY5004" fmla="*/ 963930 h 1454091"/>
                <a:gd name="connsiteX5005" fmla="*/ 3103265 w 4719650"/>
                <a:gd name="connsiteY5005" fmla="*/ 963930 h 1454091"/>
                <a:gd name="connsiteX5006" fmla="*/ 3106543 w 4719650"/>
                <a:gd name="connsiteY5006" fmla="*/ 962291 h 1454091"/>
                <a:gd name="connsiteX5007" fmla="*/ 3109822 w 4719650"/>
                <a:gd name="connsiteY5007" fmla="*/ 962291 h 1454091"/>
                <a:gd name="connsiteX5008" fmla="*/ 3114739 w 4719650"/>
                <a:gd name="connsiteY5008" fmla="*/ 963930 h 1454091"/>
                <a:gd name="connsiteX5009" fmla="*/ 3118018 w 4719650"/>
                <a:gd name="connsiteY5009" fmla="*/ 963930 h 1454091"/>
                <a:gd name="connsiteX5010" fmla="*/ 3121297 w 4719650"/>
                <a:gd name="connsiteY5010" fmla="*/ 967209 h 1454091"/>
                <a:gd name="connsiteX5011" fmla="*/ 3122936 w 4719650"/>
                <a:gd name="connsiteY5011" fmla="*/ 970487 h 1454091"/>
                <a:gd name="connsiteX5012" fmla="*/ 3124576 w 4719650"/>
                <a:gd name="connsiteY5012" fmla="*/ 973766 h 1454091"/>
                <a:gd name="connsiteX5013" fmla="*/ 3127855 w 4719650"/>
                <a:gd name="connsiteY5013" fmla="*/ 977045 h 1454091"/>
                <a:gd name="connsiteX5014" fmla="*/ 3131133 w 4719650"/>
                <a:gd name="connsiteY5014" fmla="*/ 980323 h 1454091"/>
                <a:gd name="connsiteX5015" fmla="*/ 3134412 w 4719650"/>
                <a:gd name="connsiteY5015" fmla="*/ 983602 h 1454091"/>
                <a:gd name="connsiteX5016" fmla="*/ 3134412 w 4719650"/>
                <a:gd name="connsiteY5016" fmla="*/ 986881 h 1454091"/>
                <a:gd name="connsiteX5017" fmla="*/ 3136052 w 4719650"/>
                <a:gd name="connsiteY5017" fmla="*/ 988520 h 1454091"/>
                <a:gd name="connsiteX5018" fmla="*/ 3136052 w 4719650"/>
                <a:gd name="connsiteY5018" fmla="*/ 991799 h 1454091"/>
                <a:gd name="connsiteX5019" fmla="*/ 3132773 w 4719650"/>
                <a:gd name="connsiteY5019" fmla="*/ 995077 h 1454091"/>
                <a:gd name="connsiteX5020" fmla="*/ 3129494 w 4719650"/>
                <a:gd name="connsiteY5020" fmla="*/ 998356 h 1454091"/>
                <a:gd name="connsiteX5021" fmla="*/ 3127855 w 4719650"/>
                <a:gd name="connsiteY5021" fmla="*/ 1001635 h 1454091"/>
                <a:gd name="connsiteX5022" fmla="*/ 3126215 w 4719650"/>
                <a:gd name="connsiteY5022" fmla="*/ 1004913 h 1454091"/>
                <a:gd name="connsiteX5023" fmla="*/ 3126215 w 4719650"/>
                <a:gd name="connsiteY5023" fmla="*/ 1009831 h 1454091"/>
                <a:gd name="connsiteX5024" fmla="*/ 3127855 w 4719650"/>
                <a:gd name="connsiteY5024" fmla="*/ 1013110 h 1454091"/>
                <a:gd name="connsiteX5025" fmla="*/ 3127855 w 4719650"/>
                <a:gd name="connsiteY5025" fmla="*/ 1016389 h 1454091"/>
                <a:gd name="connsiteX5026" fmla="*/ 3127855 w 4719650"/>
                <a:gd name="connsiteY5026" fmla="*/ 1019668 h 1454091"/>
                <a:gd name="connsiteX5027" fmla="*/ 3127855 w 4719650"/>
                <a:gd name="connsiteY5027" fmla="*/ 1022946 h 1454091"/>
                <a:gd name="connsiteX5028" fmla="*/ 3129494 w 4719650"/>
                <a:gd name="connsiteY5028" fmla="*/ 1026225 h 1454091"/>
                <a:gd name="connsiteX5029" fmla="*/ 3129494 w 4719650"/>
                <a:gd name="connsiteY5029" fmla="*/ 1031143 h 1454091"/>
                <a:gd name="connsiteX5030" fmla="*/ 3127855 w 4719650"/>
                <a:gd name="connsiteY5030" fmla="*/ 1034421 h 1454091"/>
                <a:gd name="connsiteX5031" fmla="*/ 3127855 w 4719650"/>
                <a:gd name="connsiteY5031" fmla="*/ 1037700 h 1454091"/>
                <a:gd name="connsiteX5032" fmla="*/ 3129494 w 4719650"/>
                <a:gd name="connsiteY5032" fmla="*/ 1039340 h 1454091"/>
                <a:gd name="connsiteX5033" fmla="*/ 3129494 w 4719650"/>
                <a:gd name="connsiteY5033" fmla="*/ 1042618 h 1454091"/>
                <a:gd name="connsiteX5034" fmla="*/ 3127855 w 4719650"/>
                <a:gd name="connsiteY5034" fmla="*/ 1047536 h 1454091"/>
                <a:gd name="connsiteX5035" fmla="*/ 3127855 w 4719650"/>
                <a:gd name="connsiteY5035" fmla="*/ 1050815 h 1454091"/>
                <a:gd name="connsiteX5036" fmla="*/ 3129494 w 4719650"/>
                <a:gd name="connsiteY5036" fmla="*/ 1054093 h 1454091"/>
                <a:gd name="connsiteX5037" fmla="*/ 3129494 w 4719650"/>
                <a:gd name="connsiteY5037" fmla="*/ 1059012 h 1454091"/>
                <a:gd name="connsiteX5038" fmla="*/ 3132773 w 4719650"/>
                <a:gd name="connsiteY5038" fmla="*/ 1059012 h 1454091"/>
                <a:gd name="connsiteX5039" fmla="*/ 3137691 w 4719650"/>
                <a:gd name="connsiteY5039" fmla="*/ 1060651 h 1454091"/>
                <a:gd name="connsiteX5040" fmla="*/ 3136052 w 4719650"/>
                <a:gd name="connsiteY5040" fmla="*/ 1060651 h 1454091"/>
                <a:gd name="connsiteX5041" fmla="*/ 3139329 w 4719650"/>
                <a:gd name="connsiteY5041" fmla="*/ 1065569 h 1454091"/>
                <a:gd name="connsiteX5042" fmla="*/ 3140969 w 4719650"/>
                <a:gd name="connsiteY5042" fmla="*/ 1065569 h 1454091"/>
                <a:gd name="connsiteX5043" fmla="*/ 3140969 w 4719650"/>
                <a:gd name="connsiteY5043" fmla="*/ 1068848 h 1454091"/>
                <a:gd name="connsiteX5044" fmla="*/ 3137691 w 4719650"/>
                <a:gd name="connsiteY5044" fmla="*/ 1073765 h 1454091"/>
                <a:gd name="connsiteX5045" fmla="*/ 3136052 w 4719650"/>
                <a:gd name="connsiteY5045" fmla="*/ 1073765 h 1454091"/>
                <a:gd name="connsiteX5046" fmla="*/ 3134412 w 4719650"/>
                <a:gd name="connsiteY5046" fmla="*/ 1073765 h 1454091"/>
                <a:gd name="connsiteX5047" fmla="*/ 3132773 w 4719650"/>
                <a:gd name="connsiteY5047" fmla="*/ 1073765 h 1454091"/>
                <a:gd name="connsiteX5048" fmla="*/ 3129494 w 4719650"/>
                <a:gd name="connsiteY5048" fmla="*/ 1073765 h 1454091"/>
                <a:gd name="connsiteX5049" fmla="*/ 3126215 w 4719650"/>
                <a:gd name="connsiteY5049" fmla="*/ 1075405 h 1454091"/>
                <a:gd name="connsiteX5050" fmla="*/ 3122936 w 4719650"/>
                <a:gd name="connsiteY5050" fmla="*/ 1075405 h 1454091"/>
                <a:gd name="connsiteX5051" fmla="*/ 3119658 w 4719650"/>
                <a:gd name="connsiteY5051" fmla="*/ 1078684 h 1454091"/>
                <a:gd name="connsiteX5052" fmla="*/ 3118018 w 4719650"/>
                <a:gd name="connsiteY5052" fmla="*/ 1081962 h 1454091"/>
                <a:gd name="connsiteX5053" fmla="*/ 3114739 w 4719650"/>
                <a:gd name="connsiteY5053" fmla="*/ 1086880 h 1454091"/>
                <a:gd name="connsiteX5054" fmla="*/ 3111462 w 4719650"/>
                <a:gd name="connsiteY5054" fmla="*/ 1090159 h 1454091"/>
                <a:gd name="connsiteX5055" fmla="*/ 3109822 w 4719650"/>
                <a:gd name="connsiteY5055" fmla="*/ 1090159 h 1454091"/>
                <a:gd name="connsiteX5056" fmla="*/ 3106543 w 4719650"/>
                <a:gd name="connsiteY5056" fmla="*/ 1093438 h 1454091"/>
                <a:gd name="connsiteX5057" fmla="*/ 3104904 w 4719650"/>
                <a:gd name="connsiteY5057" fmla="*/ 1093438 h 1454091"/>
                <a:gd name="connsiteX5058" fmla="*/ 3103265 w 4719650"/>
                <a:gd name="connsiteY5058" fmla="*/ 1093438 h 1454091"/>
                <a:gd name="connsiteX5059" fmla="*/ 3098346 w 4719650"/>
                <a:gd name="connsiteY5059" fmla="*/ 1091798 h 1454091"/>
                <a:gd name="connsiteX5060" fmla="*/ 3095068 w 4719650"/>
                <a:gd name="connsiteY5060" fmla="*/ 1090159 h 1454091"/>
                <a:gd name="connsiteX5061" fmla="*/ 3091789 w 4719650"/>
                <a:gd name="connsiteY5061" fmla="*/ 1090159 h 1454091"/>
                <a:gd name="connsiteX5062" fmla="*/ 3086871 w 4719650"/>
                <a:gd name="connsiteY5062" fmla="*/ 1090159 h 1454091"/>
                <a:gd name="connsiteX5063" fmla="*/ 3086871 w 4719650"/>
                <a:gd name="connsiteY5063" fmla="*/ 1090159 h 1454091"/>
                <a:gd name="connsiteX5064" fmla="*/ 3083593 w 4719650"/>
                <a:gd name="connsiteY5064" fmla="*/ 1088520 h 1454091"/>
                <a:gd name="connsiteX5065" fmla="*/ 3078675 w 4719650"/>
                <a:gd name="connsiteY5065" fmla="*/ 1088520 h 1454091"/>
                <a:gd name="connsiteX5066" fmla="*/ 3075396 w 4719650"/>
                <a:gd name="connsiteY5066" fmla="*/ 1086880 h 1454091"/>
                <a:gd name="connsiteX5067" fmla="*/ 3072117 w 4719650"/>
                <a:gd name="connsiteY5067" fmla="*/ 1085241 h 1454091"/>
                <a:gd name="connsiteX5068" fmla="*/ 3067199 w 4719650"/>
                <a:gd name="connsiteY5068" fmla="*/ 1083602 h 1454091"/>
                <a:gd name="connsiteX5069" fmla="*/ 3063920 w 4719650"/>
                <a:gd name="connsiteY5069" fmla="*/ 1081962 h 1454091"/>
                <a:gd name="connsiteX5070" fmla="*/ 3060642 w 4719650"/>
                <a:gd name="connsiteY5070" fmla="*/ 1080323 h 1454091"/>
                <a:gd name="connsiteX5071" fmla="*/ 3059003 w 4719650"/>
                <a:gd name="connsiteY5071" fmla="*/ 1078684 h 1454091"/>
                <a:gd name="connsiteX5072" fmla="*/ 3054085 w 4719650"/>
                <a:gd name="connsiteY5072" fmla="*/ 1077044 h 1454091"/>
                <a:gd name="connsiteX5073" fmla="*/ 3050806 w 4719650"/>
                <a:gd name="connsiteY5073" fmla="*/ 1075405 h 1454091"/>
                <a:gd name="connsiteX5074" fmla="*/ 3047527 w 4719650"/>
                <a:gd name="connsiteY5074" fmla="*/ 1075405 h 1454091"/>
                <a:gd name="connsiteX5075" fmla="*/ 3044248 w 4719650"/>
                <a:gd name="connsiteY5075" fmla="*/ 1073765 h 1454091"/>
                <a:gd name="connsiteX5076" fmla="*/ 3042609 w 4719650"/>
                <a:gd name="connsiteY5076" fmla="*/ 1072126 h 1454091"/>
                <a:gd name="connsiteX5077" fmla="*/ 3037691 w 4719650"/>
                <a:gd name="connsiteY5077" fmla="*/ 1072126 h 1454091"/>
                <a:gd name="connsiteX5078" fmla="*/ 3034413 w 4719650"/>
                <a:gd name="connsiteY5078" fmla="*/ 1073765 h 1454091"/>
                <a:gd name="connsiteX5079" fmla="*/ 3034413 w 4719650"/>
                <a:gd name="connsiteY5079" fmla="*/ 1073765 h 1454091"/>
                <a:gd name="connsiteX5080" fmla="*/ 3029495 w 4719650"/>
                <a:gd name="connsiteY5080" fmla="*/ 1077044 h 1454091"/>
                <a:gd name="connsiteX5081" fmla="*/ 3026216 w 4719650"/>
                <a:gd name="connsiteY5081" fmla="*/ 1078684 h 1454091"/>
                <a:gd name="connsiteX5082" fmla="*/ 3024576 w 4719650"/>
                <a:gd name="connsiteY5082" fmla="*/ 1078684 h 1454091"/>
                <a:gd name="connsiteX5083" fmla="*/ 3021298 w 4719650"/>
                <a:gd name="connsiteY5083" fmla="*/ 1077044 h 1454091"/>
                <a:gd name="connsiteX5084" fmla="*/ 3016379 w 4719650"/>
                <a:gd name="connsiteY5084" fmla="*/ 1077044 h 1454091"/>
                <a:gd name="connsiteX5085" fmla="*/ 3013101 w 4719650"/>
                <a:gd name="connsiteY5085" fmla="*/ 1077044 h 1454091"/>
                <a:gd name="connsiteX5086" fmla="*/ 3009822 w 4719650"/>
                <a:gd name="connsiteY5086" fmla="*/ 1075405 h 1454091"/>
                <a:gd name="connsiteX5087" fmla="*/ 3006544 w 4719650"/>
                <a:gd name="connsiteY5087" fmla="*/ 1073765 h 1454091"/>
                <a:gd name="connsiteX5088" fmla="*/ 3001626 w 4719650"/>
                <a:gd name="connsiteY5088" fmla="*/ 1070487 h 1454091"/>
                <a:gd name="connsiteX5089" fmla="*/ 2998347 w 4719650"/>
                <a:gd name="connsiteY5089" fmla="*/ 1068848 h 1454091"/>
                <a:gd name="connsiteX5090" fmla="*/ 2995068 w 4719650"/>
                <a:gd name="connsiteY5090" fmla="*/ 1065569 h 1454091"/>
                <a:gd name="connsiteX5091" fmla="*/ 2991789 w 4719650"/>
                <a:gd name="connsiteY5091" fmla="*/ 1065569 h 1454091"/>
                <a:gd name="connsiteX5092" fmla="*/ 2986871 w 4719650"/>
                <a:gd name="connsiteY5092" fmla="*/ 1063930 h 1454091"/>
                <a:gd name="connsiteX5093" fmla="*/ 2983592 w 4719650"/>
                <a:gd name="connsiteY5093" fmla="*/ 1062290 h 1454091"/>
                <a:gd name="connsiteX5094" fmla="*/ 2980315 w 4719650"/>
                <a:gd name="connsiteY5094" fmla="*/ 1062290 h 1454091"/>
                <a:gd name="connsiteX5095" fmla="*/ 2975396 w 4719650"/>
                <a:gd name="connsiteY5095" fmla="*/ 1062290 h 1454091"/>
                <a:gd name="connsiteX5096" fmla="*/ 2972118 w 4719650"/>
                <a:gd name="connsiteY5096" fmla="*/ 1062290 h 1454091"/>
                <a:gd name="connsiteX5097" fmla="*/ 2968839 w 4719650"/>
                <a:gd name="connsiteY5097" fmla="*/ 1062290 h 1454091"/>
                <a:gd name="connsiteX5098" fmla="*/ 2963921 w 4719650"/>
                <a:gd name="connsiteY5098" fmla="*/ 1063930 h 1454091"/>
                <a:gd name="connsiteX5099" fmla="*/ 2960642 w 4719650"/>
                <a:gd name="connsiteY5099" fmla="*/ 1067208 h 1454091"/>
                <a:gd name="connsiteX5100" fmla="*/ 2957363 w 4719650"/>
                <a:gd name="connsiteY5100" fmla="*/ 1068848 h 1454091"/>
                <a:gd name="connsiteX5101" fmla="*/ 2954085 w 4719650"/>
                <a:gd name="connsiteY5101" fmla="*/ 1070487 h 1454091"/>
                <a:gd name="connsiteX5102" fmla="*/ 2950806 w 4719650"/>
                <a:gd name="connsiteY5102" fmla="*/ 1073765 h 1454091"/>
                <a:gd name="connsiteX5103" fmla="*/ 2947528 w 4719650"/>
                <a:gd name="connsiteY5103" fmla="*/ 1077044 h 1454091"/>
                <a:gd name="connsiteX5104" fmla="*/ 2944249 w 4719650"/>
                <a:gd name="connsiteY5104" fmla="*/ 1080323 h 1454091"/>
                <a:gd name="connsiteX5105" fmla="*/ 2942609 w 4719650"/>
                <a:gd name="connsiteY5105" fmla="*/ 1083602 h 1454091"/>
                <a:gd name="connsiteX5106" fmla="*/ 2942609 w 4719650"/>
                <a:gd name="connsiteY5106" fmla="*/ 1088520 h 1454091"/>
                <a:gd name="connsiteX5107" fmla="*/ 2940970 w 4719650"/>
                <a:gd name="connsiteY5107" fmla="*/ 1091798 h 1454091"/>
                <a:gd name="connsiteX5108" fmla="*/ 2936052 w 4719650"/>
                <a:gd name="connsiteY5108" fmla="*/ 1095077 h 1454091"/>
                <a:gd name="connsiteX5109" fmla="*/ 2932773 w 4719650"/>
                <a:gd name="connsiteY5109" fmla="*/ 1095077 h 1454091"/>
                <a:gd name="connsiteX5110" fmla="*/ 2929495 w 4719650"/>
                <a:gd name="connsiteY5110" fmla="*/ 1093438 h 1454091"/>
                <a:gd name="connsiteX5111" fmla="*/ 2929495 w 4719650"/>
                <a:gd name="connsiteY5111" fmla="*/ 1093438 h 1454091"/>
                <a:gd name="connsiteX5112" fmla="*/ 2926216 w 4719650"/>
                <a:gd name="connsiteY5112" fmla="*/ 1093438 h 1454091"/>
                <a:gd name="connsiteX5113" fmla="*/ 2921298 w 4719650"/>
                <a:gd name="connsiteY5113" fmla="*/ 1095077 h 1454091"/>
                <a:gd name="connsiteX5114" fmla="*/ 2918019 w 4719650"/>
                <a:gd name="connsiteY5114" fmla="*/ 1096716 h 1454091"/>
                <a:gd name="connsiteX5115" fmla="*/ 2914741 w 4719650"/>
                <a:gd name="connsiteY5115" fmla="*/ 1098356 h 1454091"/>
                <a:gd name="connsiteX5116" fmla="*/ 2909822 w 4719650"/>
                <a:gd name="connsiteY5116" fmla="*/ 1098356 h 1454091"/>
                <a:gd name="connsiteX5117" fmla="*/ 2906544 w 4719650"/>
                <a:gd name="connsiteY5117" fmla="*/ 1098356 h 1454091"/>
                <a:gd name="connsiteX5118" fmla="*/ 2903266 w 4719650"/>
                <a:gd name="connsiteY5118" fmla="*/ 1098356 h 1454091"/>
                <a:gd name="connsiteX5119" fmla="*/ 2898348 w 4719650"/>
                <a:gd name="connsiteY5119" fmla="*/ 1099995 h 1454091"/>
                <a:gd name="connsiteX5120" fmla="*/ 2895069 w 4719650"/>
                <a:gd name="connsiteY5120" fmla="*/ 1101634 h 1454091"/>
                <a:gd name="connsiteX5121" fmla="*/ 2891790 w 4719650"/>
                <a:gd name="connsiteY5121" fmla="*/ 1099995 h 1454091"/>
                <a:gd name="connsiteX5122" fmla="*/ 2886872 w 4719650"/>
                <a:gd name="connsiteY5122" fmla="*/ 1103274 h 1454091"/>
                <a:gd name="connsiteX5123" fmla="*/ 2883593 w 4719650"/>
                <a:gd name="connsiteY5123" fmla="*/ 1104913 h 1454091"/>
                <a:gd name="connsiteX5124" fmla="*/ 2880314 w 4719650"/>
                <a:gd name="connsiteY5124" fmla="*/ 1108192 h 1454091"/>
                <a:gd name="connsiteX5125" fmla="*/ 2877036 w 4719650"/>
                <a:gd name="connsiteY5125" fmla="*/ 1109831 h 1454091"/>
                <a:gd name="connsiteX5126" fmla="*/ 2873758 w 4719650"/>
                <a:gd name="connsiteY5126" fmla="*/ 1109831 h 1454091"/>
                <a:gd name="connsiteX5127" fmla="*/ 2868839 w 4719650"/>
                <a:gd name="connsiteY5127" fmla="*/ 1108192 h 1454091"/>
                <a:gd name="connsiteX5128" fmla="*/ 2865561 w 4719650"/>
                <a:gd name="connsiteY5128" fmla="*/ 1108192 h 1454091"/>
                <a:gd name="connsiteX5129" fmla="*/ 2862282 w 4719650"/>
                <a:gd name="connsiteY5129" fmla="*/ 1106552 h 1454091"/>
                <a:gd name="connsiteX5130" fmla="*/ 2857364 w 4719650"/>
                <a:gd name="connsiteY5130" fmla="*/ 1108192 h 1454091"/>
                <a:gd name="connsiteX5131" fmla="*/ 2854085 w 4719650"/>
                <a:gd name="connsiteY5131" fmla="*/ 1108192 h 1454091"/>
                <a:gd name="connsiteX5132" fmla="*/ 2850807 w 4719650"/>
                <a:gd name="connsiteY5132" fmla="*/ 1108192 h 1454091"/>
                <a:gd name="connsiteX5133" fmla="*/ 2849168 w 4719650"/>
                <a:gd name="connsiteY5133" fmla="*/ 1108192 h 1454091"/>
                <a:gd name="connsiteX5134" fmla="*/ 2845889 w 4719650"/>
                <a:gd name="connsiteY5134" fmla="*/ 1108192 h 1454091"/>
                <a:gd name="connsiteX5135" fmla="*/ 2842610 w 4719650"/>
                <a:gd name="connsiteY5135" fmla="*/ 1106552 h 1454091"/>
                <a:gd name="connsiteX5136" fmla="*/ 2837692 w 4719650"/>
                <a:gd name="connsiteY5136" fmla="*/ 1106552 h 1454091"/>
                <a:gd name="connsiteX5137" fmla="*/ 2834413 w 4719650"/>
                <a:gd name="connsiteY5137" fmla="*/ 1106552 h 1454091"/>
                <a:gd name="connsiteX5138" fmla="*/ 2831134 w 4719650"/>
                <a:gd name="connsiteY5138" fmla="*/ 1104913 h 1454091"/>
                <a:gd name="connsiteX5139" fmla="*/ 2826217 w 4719650"/>
                <a:gd name="connsiteY5139" fmla="*/ 1103274 h 1454091"/>
                <a:gd name="connsiteX5140" fmla="*/ 2822938 w 4719650"/>
                <a:gd name="connsiteY5140" fmla="*/ 1101634 h 1454091"/>
                <a:gd name="connsiteX5141" fmla="*/ 2819659 w 4719650"/>
                <a:gd name="connsiteY5141" fmla="*/ 1101634 h 1454091"/>
                <a:gd name="connsiteX5142" fmla="*/ 2814741 w 4719650"/>
                <a:gd name="connsiteY5142" fmla="*/ 1101634 h 1454091"/>
                <a:gd name="connsiteX5143" fmla="*/ 2811462 w 4719650"/>
                <a:gd name="connsiteY5143" fmla="*/ 1101634 h 1454091"/>
                <a:gd name="connsiteX5144" fmla="*/ 2808184 w 4719650"/>
                <a:gd name="connsiteY5144" fmla="*/ 1101634 h 1454091"/>
                <a:gd name="connsiteX5145" fmla="*/ 2804905 w 4719650"/>
                <a:gd name="connsiteY5145" fmla="*/ 1101634 h 1454091"/>
                <a:gd name="connsiteX5146" fmla="*/ 2799988 w 4719650"/>
                <a:gd name="connsiteY5146" fmla="*/ 1101634 h 1454091"/>
                <a:gd name="connsiteX5147" fmla="*/ 2796709 w 4719650"/>
                <a:gd name="connsiteY5147" fmla="*/ 1101634 h 1454091"/>
                <a:gd name="connsiteX5148" fmla="*/ 2793430 w 4719650"/>
                <a:gd name="connsiteY5148" fmla="*/ 1099995 h 1454091"/>
                <a:gd name="connsiteX5149" fmla="*/ 2790151 w 4719650"/>
                <a:gd name="connsiteY5149" fmla="*/ 1096716 h 1454091"/>
                <a:gd name="connsiteX5150" fmla="*/ 2785233 w 4719650"/>
                <a:gd name="connsiteY5150" fmla="*/ 1095077 h 1454091"/>
                <a:gd name="connsiteX5151" fmla="*/ 2781954 w 4719650"/>
                <a:gd name="connsiteY5151" fmla="*/ 1093438 h 1454091"/>
                <a:gd name="connsiteX5152" fmla="*/ 2778675 w 4719650"/>
                <a:gd name="connsiteY5152" fmla="*/ 1091798 h 1454091"/>
                <a:gd name="connsiteX5153" fmla="*/ 2773758 w 4719650"/>
                <a:gd name="connsiteY5153" fmla="*/ 1090159 h 1454091"/>
                <a:gd name="connsiteX5154" fmla="*/ 2770479 w 4719650"/>
                <a:gd name="connsiteY5154" fmla="*/ 1086880 h 1454091"/>
                <a:gd name="connsiteX5155" fmla="*/ 2768840 w 4719650"/>
                <a:gd name="connsiteY5155" fmla="*/ 1083602 h 1454091"/>
                <a:gd name="connsiteX5156" fmla="*/ 2767201 w 4719650"/>
                <a:gd name="connsiteY5156" fmla="*/ 1080323 h 1454091"/>
                <a:gd name="connsiteX5157" fmla="*/ 2765561 w 4719650"/>
                <a:gd name="connsiteY5157" fmla="*/ 1077044 h 1454091"/>
                <a:gd name="connsiteX5158" fmla="*/ 2765561 w 4719650"/>
                <a:gd name="connsiteY5158" fmla="*/ 1075405 h 1454091"/>
                <a:gd name="connsiteX5159" fmla="*/ 2760643 w 4719650"/>
                <a:gd name="connsiteY5159" fmla="*/ 1075405 h 1454091"/>
                <a:gd name="connsiteX5160" fmla="*/ 2760643 w 4719650"/>
                <a:gd name="connsiteY5160" fmla="*/ 1075405 h 1454091"/>
                <a:gd name="connsiteX5161" fmla="*/ 2757364 w 4719650"/>
                <a:gd name="connsiteY5161" fmla="*/ 1073765 h 1454091"/>
                <a:gd name="connsiteX5162" fmla="*/ 2752446 w 4719650"/>
                <a:gd name="connsiteY5162" fmla="*/ 1073765 h 1454091"/>
                <a:gd name="connsiteX5163" fmla="*/ 2749168 w 4719650"/>
                <a:gd name="connsiteY5163" fmla="*/ 1073765 h 1454091"/>
                <a:gd name="connsiteX5164" fmla="*/ 2745889 w 4719650"/>
                <a:gd name="connsiteY5164" fmla="*/ 1073765 h 1454091"/>
                <a:gd name="connsiteX5165" fmla="*/ 2742611 w 4719650"/>
                <a:gd name="connsiteY5165" fmla="*/ 1073765 h 1454091"/>
                <a:gd name="connsiteX5166" fmla="*/ 2739332 w 4719650"/>
                <a:gd name="connsiteY5166" fmla="*/ 1073765 h 1454091"/>
                <a:gd name="connsiteX5167" fmla="*/ 2736053 w 4719650"/>
                <a:gd name="connsiteY5167" fmla="*/ 1072126 h 1454091"/>
                <a:gd name="connsiteX5168" fmla="*/ 2731135 w 4719650"/>
                <a:gd name="connsiteY5168" fmla="*/ 1068848 h 1454091"/>
                <a:gd name="connsiteX5169" fmla="*/ 2729495 w 4719650"/>
                <a:gd name="connsiteY5169" fmla="*/ 1067208 h 1454091"/>
                <a:gd name="connsiteX5170" fmla="*/ 2726217 w 4719650"/>
                <a:gd name="connsiteY5170" fmla="*/ 1063930 h 1454091"/>
                <a:gd name="connsiteX5171" fmla="*/ 2722939 w 4719650"/>
                <a:gd name="connsiteY5171" fmla="*/ 1062290 h 1454091"/>
                <a:gd name="connsiteX5172" fmla="*/ 2718021 w 4719650"/>
                <a:gd name="connsiteY5172" fmla="*/ 1060651 h 1454091"/>
                <a:gd name="connsiteX5173" fmla="*/ 2714742 w 4719650"/>
                <a:gd name="connsiteY5173" fmla="*/ 1059012 h 1454091"/>
                <a:gd name="connsiteX5174" fmla="*/ 2711463 w 4719650"/>
                <a:gd name="connsiteY5174" fmla="*/ 1059012 h 1454091"/>
                <a:gd name="connsiteX5175" fmla="*/ 2706545 w 4719650"/>
                <a:gd name="connsiteY5175" fmla="*/ 1059012 h 1454091"/>
                <a:gd name="connsiteX5176" fmla="*/ 2706545 w 4719650"/>
                <a:gd name="connsiteY5176" fmla="*/ 1059012 h 1454091"/>
                <a:gd name="connsiteX5177" fmla="*/ 2704905 w 4719650"/>
                <a:gd name="connsiteY5177" fmla="*/ 1059012 h 1454091"/>
                <a:gd name="connsiteX5178" fmla="*/ 2704905 w 4719650"/>
                <a:gd name="connsiteY5178" fmla="*/ 1059012 h 1454091"/>
                <a:gd name="connsiteX5179" fmla="*/ 2701627 w 4719650"/>
                <a:gd name="connsiteY5179" fmla="*/ 1060651 h 1454091"/>
                <a:gd name="connsiteX5180" fmla="*/ 2698348 w 4719650"/>
                <a:gd name="connsiteY5180" fmla="*/ 1060651 h 1454091"/>
                <a:gd name="connsiteX5181" fmla="*/ 2693431 w 4719650"/>
                <a:gd name="connsiteY5181" fmla="*/ 1059012 h 1454091"/>
                <a:gd name="connsiteX5182" fmla="*/ 2693431 w 4719650"/>
                <a:gd name="connsiteY5182" fmla="*/ 1059012 h 1454091"/>
                <a:gd name="connsiteX5183" fmla="*/ 2691791 w 4719650"/>
                <a:gd name="connsiteY5183" fmla="*/ 1059012 h 1454091"/>
                <a:gd name="connsiteX5184" fmla="*/ 2691791 w 4719650"/>
                <a:gd name="connsiteY5184" fmla="*/ 1057372 h 1454091"/>
                <a:gd name="connsiteX5185" fmla="*/ 2690152 w 4719650"/>
                <a:gd name="connsiteY5185" fmla="*/ 1057372 h 1454091"/>
                <a:gd name="connsiteX5186" fmla="*/ 2686873 w 4719650"/>
                <a:gd name="connsiteY5186" fmla="*/ 1055733 h 1454091"/>
                <a:gd name="connsiteX5187" fmla="*/ 2683594 w 4719650"/>
                <a:gd name="connsiteY5187" fmla="*/ 1055733 h 1454091"/>
                <a:gd name="connsiteX5188" fmla="*/ 2680315 w 4719650"/>
                <a:gd name="connsiteY5188" fmla="*/ 1055733 h 1454091"/>
                <a:gd name="connsiteX5189" fmla="*/ 2675397 w 4719650"/>
                <a:gd name="connsiteY5189" fmla="*/ 1055733 h 1454091"/>
                <a:gd name="connsiteX5190" fmla="*/ 2672119 w 4719650"/>
                <a:gd name="connsiteY5190" fmla="*/ 1054093 h 1454091"/>
                <a:gd name="connsiteX5191" fmla="*/ 2668841 w 4719650"/>
                <a:gd name="connsiteY5191" fmla="*/ 1054093 h 1454091"/>
                <a:gd name="connsiteX5192" fmla="*/ 2663922 w 4719650"/>
                <a:gd name="connsiteY5192" fmla="*/ 1052454 h 1454091"/>
                <a:gd name="connsiteX5193" fmla="*/ 2660644 w 4719650"/>
                <a:gd name="connsiteY5193" fmla="*/ 1055733 h 1454091"/>
                <a:gd name="connsiteX5194" fmla="*/ 2657365 w 4719650"/>
                <a:gd name="connsiteY5194" fmla="*/ 1057372 h 1454091"/>
                <a:gd name="connsiteX5195" fmla="*/ 2655725 w 4719650"/>
                <a:gd name="connsiteY5195" fmla="*/ 1055733 h 1454091"/>
                <a:gd name="connsiteX5196" fmla="*/ 2650807 w 4719650"/>
                <a:gd name="connsiteY5196" fmla="*/ 1057372 h 1454091"/>
                <a:gd name="connsiteX5197" fmla="*/ 2647528 w 4719650"/>
                <a:gd name="connsiteY5197" fmla="*/ 1057372 h 1454091"/>
                <a:gd name="connsiteX5198" fmla="*/ 2644251 w 4719650"/>
                <a:gd name="connsiteY5198" fmla="*/ 1059012 h 1454091"/>
                <a:gd name="connsiteX5199" fmla="*/ 2639332 w 4719650"/>
                <a:gd name="connsiteY5199" fmla="*/ 1059012 h 1454091"/>
                <a:gd name="connsiteX5200" fmla="*/ 2636054 w 4719650"/>
                <a:gd name="connsiteY5200" fmla="*/ 1062290 h 1454091"/>
                <a:gd name="connsiteX5201" fmla="*/ 2632775 w 4719650"/>
                <a:gd name="connsiteY5201" fmla="*/ 1065569 h 1454091"/>
                <a:gd name="connsiteX5202" fmla="*/ 2629496 w 4719650"/>
                <a:gd name="connsiteY5202" fmla="*/ 1067208 h 1454091"/>
                <a:gd name="connsiteX5203" fmla="*/ 2624578 w 4719650"/>
                <a:gd name="connsiteY5203" fmla="*/ 1065569 h 1454091"/>
                <a:gd name="connsiteX5204" fmla="*/ 2621299 w 4719650"/>
                <a:gd name="connsiteY5204" fmla="*/ 1065569 h 1454091"/>
                <a:gd name="connsiteX5205" fmla="*/ 2618021 w 4719650"/>
                <a:gd name="connsiteY5205" fmla="*/ 1067208 h 1454091"/>
                <a:gd name="connsiteX5206" fmla="*/ 2613103 w 4719650"/>
                <a:gd name="connsiteY5206" fmla="*/ 1067208 h 1454091"/>
                <a:gd name="connsiteX5207" fmla="*/ 2609824 w 4719650"/>
                <a:gd name="connsiteY5207" fmla="*/ 1065569 h 1454091"/>
                <a:gd name="connsiteX5208" fmla="*/ 2606545 w 4719650"/>
                <a:gd name="connsiteY5208" fmla="*/ 1063930 h 1454091"/>
                <a:gd name="connsiteX5209" fmla="*/ 2601627 w 4719650"/>
                <a:gd name="connsiteY5209" fmla="*/ 1063930 h 1454091"/>
                <a:gd name="connsiteX5210" fmla="*/ 2598348 w 4719650"/>
                <a:gd name="connsiteY5210" fmla="*/ 1060651 h 1454091"/>
                <a:gd name="connsiteX5211" fmla="*/ 2595070 w 4719650"/>
                <a:gd name="connsiteY5211" fmla="*/ 1060651 h 1454091"/>
                <a:gd name="connsiteX5212" fmla="*/ 2591792 w 4719650"/>
                <a:gd name="connsiteY5212" fmla="*/ 1060651 h 1454091"/>
                <a:gd name="connsiteX5213" fmla="*/ 2588513 w 4719650"/>
                <a:gd name="connsiteY5213" fmla="*/ 1060651 h 1454091"/>
                <a:gd name="connsiteX5214" fmla="*/ 2583595 w 4719650"/>
                <a:gd name="connsiteY5214" fmla="*/ 1059012 h 1454091"/>
                <a:gd name="connsiteX5215" fmla="*/ 2580316 w 4719650"/>
                <a:gd name="connsiteY5215" fmla="*/ 1055733 h 1454091"/>
                <a:gd name="connsiteX5216" fmla="*/ 2575398 w 4719650"/>
                <a:gd name="connsiteY5216" fmla="*/ 1055733 h 1454091"/>
                <a:gd name="connsiteX5217" fmla="*/ 2572119 w 4719650"/>
                <a:gd name="connsiteY5217" fmla="*/ 1054093 h 1454091"/>
                <a:gd name="connsiteX5218" fmla="*/ 2568840 w 4719650"/>
                <a:gd name="connsiteY5218" fmla="*/ 1050815 h 1454091"/>
                <a:gd name="connsiteX5219" fmla="*/ 2565562 w 4719650"/>
                <a:gd name="connsiteY5219" fmla="*/ 1050815 h 1454091"/>
                <a:gd name="connsiteX5220" fmla="*/ 2560644 w 4719650"/>
                <a:gd name="connsiteY5220" fmla="*/ 1047536 h 1454091"/>
                <a:gd name="connsiteX5221" fmla="*/ 2559005 w 4719650"/>
                <a:gd name="connsiteY5221" fmla="*/ 1044258 h 1454091"/>
                <a:gd name="connsiteX5222" fmla="*/ 2557365 w 4719650"/>
                <a:gd name="connsiteY5222" fmla="*/ 1040979 h 1454091"/>
                <a:gd name="connsiteX5223" fmla="*/ 2552447 w 4719650"/>
                <a:gd name="connsiteY5223" fmla="*/ 1037700 h 1454091"/>
                <a:gd name="connsiteX5224" fmla="*/ 2552447 w 4719650"/>
                <a:gd name="connsiteY5224" fmla="*/ 1034421 h 1454091"/>
                <a:gd name="connsiteX5225" fmla="*/ 2549168 w 4719650"/>
                <a:gd name="connsiteY5225" fmla="*/ 1031143 h 1454091"/>
                <a:gd name="connsiteX5226" fmla="*/ 2545890 w 4719650"/>
                <a:gd name="connsiteY5226" fmla="*/ 1027864 h 1454091"/>
                <a:gd name="connsiteX5227" fmla="*/ 2542612 w 4719650"/>
                <a:gd name="connsiteY5227" fmla="*/ 1022946 h 1454091"/>
                <a:gd name="connsiteX5228" fmla="*/ 2540972 w 4719650"/>
                <a:gd name="connsiteY5228" fmla="*/ 1019668 h 1454091"/>
                <a:gd name="connsiteX5229" fmla="*/ 2539333 w 4719650"/>
                <a:gd name="connsiteY5229" fmla="*/ 1016389 h 1454091"/>
                <a:gd name="connsiteX5230" fmla="*/ 2534415 w 4719650"/>
                <a:gd name="connsiteY5230" fmla="*/ 1014749 h 1454091"/>
                <a:gd name="connsiteX5231" fmla="*/ 2531136 w 4719650"/>
                <a:gd name="connsiteY5231" fmla="*/ 1013110 h 1454091"/>
                <a:gd name="connsiteX5232" fmla="*/ 2527857 w 4719650"/>
                <a:gd name="connsiteY5232" fmla="*/ 1013110 h 1454091"/>
                <a:gd name="connsiteX5233" fmla="*/ 2522939 w 4719650"/>
                <a:gd name="connsiteY5233" fmla="*/ 1011471 h 1454091"/>
                <a:gd name="connsiteX5234" fmla="*/ 2519660 w 4719650"/>
                <a:gd name="connsiteY5234" fmla="*/ 1011471 h 1454091"/>
                <a:gd name="connsiteX5235" fmla="*/ 2516382 w 4719650"/>
                <a:gd name="connsiteY5235" fmla="*/ 1009831 h 1454091"/>
                <a:gd name="connsiteX5236" fmla="*/ 2513104 w 4719650"/>
                <a:gd name="connsiteY5236" fmla="*/ 1011471 h 1454091"/>
                <a:gd name="connsiteX5237" fmla="*/ 2508185 w 4719650"/>
                <a:gd name="connsiteY5237" fmla="*/ 1009831 h 1454091"/>
                <a:gd name="connsiteX5238" fmla="*/ 2504907 w 4719650"/>
                <a:gd name="connsiteY5238" fmla="*/ 1008192 h 1454091"/>
                <a:gd name="connsiteX5239" fmla="*/ 2501628 w 4719650"/>
                <a:gd name="connsiteY5239" fmla="*/ 1008192 h 1454091"/>
                <a:gd name="connsiteX5240" fmla="*/ 2496710 w 4719650"/>
                <a:gd name="connsiteY5240" fmla="*/ 1006553 h 1454091"/>
                <a:gd name="connsiteX5241" fmla="*/ 2493431 w 4719650"/>
                <a:gd name="connsiteY5241" fmla="*/ 1004913 h 1454091"/>
                <a:gd name="connsiteX5242" fmla="*/ 2490153 w 4719650"/>
                <a:gd name="connsiteY5242" fmla="*/ 1003274 h 1454091"/>
                <a:gd name="connsiteX5243" fmla="*/ 2488514 w 4719650"/>
                <a:gd name="connsiteY5243" fmla="*/ 1003274 h 1454091"/>
                <a:gd name="connsiteX5244" fmla="*/ 2485235 w 4719650"/>
                <a:gd name="connsiteY5244" fmla="*/ 1001635 h 1454091"/>
                <a:gd name="connsiteX5245" fmla="*/ 2481956 w 4719650"/>
                <a:gd name="connsiteY5245" fmla="*/ 1001635 h 1454091"/>
                <a:gd name="connsiteX5246" fmla="*/ 2477038 w 4719650"/>
                <a:gd name="connsiteY5246" fmla="*/ 999995 h 1454091"/>
                <a:gd name="connsiteX5247" fmla="*/ 2473759 w 4719650"/>
                <a:gd name="connsiteY5247" fmla="*/ 999995 h 1454091"/>
                <a:gd name="connsiteX5248" fmla="*/ 2470480 w 4719650"/>
                <a:gd name="connsiteY5248" fmla="*/ 999995 h 1454091"/>
                <a:gd name="connsiteX5249" fmla="*/ 2465562 w 4719650"/>
                <a:gd name="connsiteY5249" fmla="*/ 999995 h 1454091"/>
                <a:gd name="connsiteX5250" fmla="*/ 2462284 w 4719650"/>
                <a:gd name="connsiteY5250" fmla="*/ 998356 h 1454091"/>
                <a:gd name="connsiteX5251" fmla="*/ 2459005 w 4719650"/>
                <a:gd name="connsiteY5251" fmla="*/ 999995 h 1454091"/>
                <a:gd name="connsiteX5252" fmla="*/ 2455727 w 4719650"/>
                <a:gd name="connsiteY5252" fmla="*/ 998356 h 1454091"/>
                <a:gd name="connsiteX5253" fmla="*/ 2452448 w 4719650"/>
                <a:gd name="connsiteY5253" fmla="*/ 996717 h 1454091"/>
                <a:gd name="connsiteX5254" fmla="*/ 2449169 w 4719650"/>
                <a:gd name="connsiteY5254" fmla="*/ 995077 h 1454091"/>
                <a:gd name="connsiteX5255" fmla="*/ 2444251 w 4719650"/>
                <a:gd name="connsiteY5255" fmla="*/ 993438 h 1454091"/>
                <a:gd name="connsiteX5256" fmla="*/ 2440972 w 4719650"/>
                <a:gd name="connsiteY5256" fmla="*/ 991799 h 1454091"/>
                <a:gd name="connsiteX5257" fmla="*/ 2437694 w 4719650"/>
                <a:gd name="connsiteY5257" fmla="*/ 991799 h 1454091"/>
                <a:gd name="connsiteX5258" fmla="*/ 2432776 w 4719650"/>
                <a:gd name="connsiteY5258" fmla="*/ 991799 h 1454091"/>
                <a:gd name="connsiteX5259" fmla="*/ 2429497 w 4719650"/>
                <a:gd name="connsiteY5259" fmla="*/ 988520 h 1454091"/>
                <a:gd name="connsiteX5260" fmla="*/ 2426218 w 4719650"/>
                <a:gd name="connsiteY5260" fmla="*/ 988520 h 1454091"/>
                <a:gd name="connsiteX5261" fmla="*/ 2422940 w 4719650"/>
                <a:gd name="connsiteY5261" fmla="*/ 986881 h 1454091"/>
                <a:gd name="connsiteX5262" fmla="*/ 2418021 w 4719650"/>
                <a:gd name="connsiteY5262" fmla="*/ 985241 h 1454091"/>
                <a:gd name="connsiteX5263" fmla="*/ 2414743 w 4719650"/>
                <a:gd name="connsiteY5263" fmla="*/ 981963 h 1454091"/>
                <a:gd name="connsiteX5264" fmla="*/ 2413103 w 4719650"/>
                <a:gd name="connsiteY5264" fmla="*/ 981963 h 1454091"/>
                <a:gd name="connsiteX5265" fmla="*/ 2414743 w 4719650"/>
                <a:gd name="connsiteY5265" fmla="*/ 986881 h 1454091"/>
                <a:gd name="connsiteX5266" fmla="*/ 2414743 w 4719650"/>
                <a:gd name="connsiteY5266" fmla="*/ 990159 h 1454091"/>
                <a:gd name="connsiteX5267" fmla="*/ 2414743 w 4719650"/>
                <a:gd name="connsiteY5267" fmla="*/ 993438 h 1454091"/>
                <a:gd name="connsiteX5268" fmla="*/ 2411465 w 4719650"/>
                <a:gd name="connsiteY5268" fmla="*/ 998356 h 1454091"/>
                <a:gd name="connsiteX5269" fmla="*/ 2408186 w 4719650"/>
                <a:gd name="connsiteY5269" fmla="*/ 998356 h 1454091"/>
                <a:gd name="connsiteX5270" fmla="*/ 2404907 w 4719650"/>
                <a:gd name="connsiteY5270" fmla="*/ 999995 h 1454091"/>
                <a:gd name="connsiteX5271" fmla="*/ 2404907 w 4719650"/>
                <a:gd name="connsiteY5271" fmla="*/ 1003274 h 1454091"/>
                <a:gd name="connsiteX5272" fmla="*/ 2404907 w 4719650"/>
                <a:gd name="connsiteY5272" fmla="*/ 1008192 h 1454091"/>
                <a:gd name="connsiteX5273" fmla="*/ 2406547 w 4719650"/>
                <a:gd name="connsiteY5273" fmla="*/ 1011471 h 1454091"/>
                <a:gd name="connsiteX5274" fmla="*/ 2404907 w 4719650"/>
                <a:gd name="connsiteY5274" fmla="*/ 1011471 h 1454091"/>
                <a:gd name="connsiteX5275" fmla="*/ 2399989 w 4719650"/>
                <a:gd name="connsiteY5275" fmla="*/ 1011471 h 1454091"/>
                <a:gd name="connsiteX5276" fmla="*/ 2399989 w 4719650"/>
                <a:gd name="connsiteY5276" fmla="*/ 1013110 h 1454091"/>
                <a:gd name="connsiteX5277" fmla="*/ 2399989 w 4719650"/>
                <a:gd name="connsiteY5277" fmla="*/ 1016389 h 1454091"/>
                <a:gd name="connsiteX5278" fmla="*/ 2401628 w 4719650"/>
                <a:gd name="connsiteY5278" fmla="*/ 1021307 h 1454091"/>
                <a:gd name="connsiteX5279" fmla="*/ 2403268 w 4719650"/>
                <a:gd name="connsiteY5279" fmla="*/ 1024585 h 1454091"/>
                <a:gd name="connsiteX5280" fmla="*/ 2403268 w 4719650"/>
                <a:gd name="connsiteY5280" fmla="*/ 1027864 h 1454091"/>
                <a:gd name="connsiteX5281" fmla="*/ 2403268 w 4719650"/>
                <a:gd name="connsiteY5281" fmla="*/ 1031143 h 1454091"/>
                <a:gd name="connsiteX5282" fmla="*/ 2408186 w 4719650"/>
                <a:gd name="connsiteY5282" fmla="*/ 1034421 h 1454091"/>
                <a:gd name="connsiteX5283" fmla="*/ 2411465 w 4719650"/>
                <a:gd name="connsiteY5283" fmla="*/ 1036061 h 1454091"/>
                <a:gd name="connsiteX5284" fmla="*/ 2411465 w 4719650"/>
                <a:gd name="connsiteY5284" fmla="*/ 1040979 h 1454091"/>
                <a:gd name="connsiteX5285" fmla="*/ 2416382 w 4719650"/>
                <a:gd name="connsiteY5285" fmla="*/ 1044258 h 1454091"/>
                <a:gd name="connsiteX5286" fmla="*/ 2419661 w 4719650"/>
                <a:gd name="connsiteY5286" fmla="*/ 1047536 h 1454091"/>
                <a:gd name="connsiteX5287" fmla="*/ 2422940 w 4719650"/>
                <a:gd name="connsiteY5287" fmla="*/ 1049175 h 1454091"/>
                <a:gd name="connsiteX5288" fmla="*/ 2426218 w 4719650"/>
                <a:gd name="connsiteY5288" fmla="*/ 1049175 h 1454091"/>
                <a:gd name="connsiteX5289" fmla="*/ 2431137 w 4719650"/>
                <a:gd name="connsiteY5289" fmla="*/ 1054093 h 1454091"/>
                <a:gd name="connsiteX5290" fmla="*/ 2431137 w 4719650"/>
                <a:gd name="connsiteY5290" fmla="*/ 1055733 h 1454091"/>
                <a:gd name="connsiteX5291" fmla="*/ 2432776 w 4719650"/>
                <a:gd name="connsiteY5291" fmla="*/ 1059012 h 1454091"/>
                <a:gd name="connsiteX5292" fmla="*/ 2432776 w 4719650"/>
                <a:gd name="connsiteY5292" fmla="*/ 1062290 h 1454091"/>
                <a:gd name="connsiteX5293" fmla="*/ 2432776 w 4719650"/>
                <a:gd name="connsiteY5293" fmla="*/ 1065569 h 1454091"/>
                <a:gd name="connsiteX5294" fmla="*/ 2432776 w 4719650"/>
                <a:gd name="connsiteY5294" fmla="*/ 1068848 h 1454091"/>
                <a:gd name="connsiteX5295" fmla="*/ 2429497 w 4719650"/>
                <a:gd name="connsiteY5295" fmla="*/ 1073765 h 1454091"/>
                <a:gd name="connsiteX5296" fmla="*/ 2426218 w 4719650"/>
                <a:gd name="connsiteY5296" fmla="*/ 1077044 h 1454091"/>
                <a:gd name="connsiteX5297" fmla="*/ 2421300 w 4719650"/>
                <a:gd name="connsiteY5297" fmla="*/ 1075405 h 1454091"/>
                <a:gd name="connsiteX5298" fmla="*/ 2419661 w 4719650"/>
                <a:gd name="connsiteY5298" fmla="*/ 1078684 h 1454091"/>
                <a:gd name="connsiteX5299" fmla="*/ 2416382 w 4719650"/>
                <a:gd name="connsiteY5299" fmla="*/ 1083602 h 1454091"/>
                <a:gd name="connsiteX5300" fmla="*/ 2411465 w 4719650"/>
                <a:gd name="connsiteY5300" fmla="*/ 1085241 h 1454091"/>
                <a:gd name="connsiteX5301" fmla="*/ 2408186 w 4719650"/>
                <a:gd name="connsiteY5301" fmla="*/ 1083602 h 1454091"/>
                <a:gd name="connsiteX5302" fmla="*/ 2404907 w 4719650"/>
                <a:gd name="connsiteY5302" fmla="*/ 1081962 h 1454091"/>
                <a:gd name="connsiteX5303" fmla="*/ 2401628 w 4719650"/>
                <a:gd name="connsiteY5303" fmla="*/ 1080323 h 1454091"/>
                <a:gd name="connsiteX5304" fmla="*/ 2396710 w 4719650"/>
                <a:gd name="connsiteY5304" fmla="*/ 1077044 h 1454091"/>
                <a:gd name="connsiteX5305" fmla="*/ 2393431 w 4719650"/>
                <a:gd name="connsiteY5305" fmla="*/ 1077044 h 1454091"/>
                <a:gd name="connsiteX5306" fmla="*/ 2390153 w 4719650"/>
                <a:gd name="connsiteY5306" fmla="*/ 1077044 h 1454091"/>
                <a:gd name="connsiteX5307" fmla="*/ 2385235 w 4719650"/>
                <a:gd name="connsiteY5307" fmla="*/ 1078684 h 1454091"/>
                <a:gd name="connsiteX5308" fmla="*/ 2381957 w 4719650"/>
                <a:gd name="connsiteY5308" fmla="*/ 1077044 h 1454091"/>
                <a:gd name="connsiteX5309" fmla="*/ 2377038 w 4719650"/>
                <a:gd name="connsiteY5309" fmla="*/ 1078684 h 1454091"/>
                <a:gd name="connsiteX5310" fmla="*/ 2373760 w 4719650"/>
                <a:gd name="connsiteY5310" fmla="*/ 1075405 h 1454091"/>
                <a:gd name="connsiteX5311" fmla="*/ 2370481 w 4719650"/>
                <a:gd name="connsiteY5311" fmla="*/ 1073765 h 1454091"/>
                <a:gd name="connsiteX5312" fmla="*/ 2365563 w 4719650"/>
                <a:gd name="connsiteY5312" fmla="*/ 1073765 h 1454091"/>
                <a:gd name="connsiteX5313" fmla="*/ 2363923 w 4719650"/>
                <a:gd name="connsiteY5313" fmla="*/ 1073765 h 1454091"/>
                <a:gd name="connsiteX5314" fmla="*/ 2363923 w 4719650"/>
                <a:gd name="connsiteY5314" fmla="*/ 1075405 h 1454091"/>
                <a:gd name="connsiteX5315" fmla="*/ 2359006 w 4719650"/>
                <a:gd name="connsiteY5315" fmla="*/ 1073765 h 1454091"/>
                <a:gd name="connsiteX5316" fmla="*/ 2359006 w 4719650"/>
                <a:gd name="connsiteY5316" fmla="*/ 1072126 h 1454091"/>
                <a:gd name="connsiteX5317" fmla="*/ 2355727 w 4719650"/>
                <a:gd name="connsiteY5317" fmla="*/ 1073765 h 1454091"/>
                <a:gd name="connsiteX5318" fmla="*/ 2352448 w 4719650"/>
                <a:gd name="connsiteY5318" fmla="*/ 1075405 h 1454091"/>
                <a:gd name="connsiteX5319" fmla="*/ 2349170 w 4719650"/>
                <a:gd name="connsiteY5319" fmla="*/ 1078684 h 1454091"/>
                <a:gd name="connsiteX5320" fmla="*/ 2347530 w 4719650"/>
                <a:gd name="connsiteY5320" fmla="*/ 1077044 h 1454091"/>
                <a:gd name="connsiteX5321" fmla="*/ 2345891 w 4719650"/>
                <a:gd name="connsiteY5321" fmla="*/ 1075405 h 1454091"/>
                <a:gd name="connsiteX5322" fmla="*/ 2340973 w 4719650"/>
                <a:gd name="connsiteY5322" fmla="*/ 1075405 h 1454091"/>
                <a:gd name="connsiteX5323" fmla="*/ 2337694 w 4719650"/>
                <a:gd name="connsiteY5323" fmla="*/ 1075405 h 1454091"/>
                <a:gd name="connsiteX5324" fmla="*/ 2334416 w 4719650"/>
                <a:gd name="connsiteY5324" fmla="*/ 1075405 h 1454091"/>
                <a:gd name="connsiteX5325" fmla="*/ 2329498 w 4719650"/>
                <a:gd name="connsiteY5325" fmla="*/ 1073765 h 1454091"/>
                <a:gd name="connsiteX5326" fmla="*/ 2329498 w 4719650"/>
                <a:gd name="connsiteY5326" fmla="*/ 1072126 h 1454091"/>
                <a:gd name="connsiteX5327" fmla="*/ 2327858 w 4719650"/>
                <a:gd name="connsiteY5327" fmla="*/ 1072126 h 1454091"/>
                <a:gd name="connsiteX5328" fmla="*/ 2327858 w 4719650"/>
                <a:gd name="connsiteY5328" fmla="*/ 1072126 h 1454091"/>
                <a:gd name="connsiteX5329" fmla="*/ 2324580 w 4719650"/>
                <a:gd name="connsiteY5329" fmla="*/ 1070487 h 1454091"/>
                <a:gd name="connsiteX5330" fmla="*/ 2321301 w 4719650"/>
                <a:gd name="connsiteY5330" fmla="*/ 1070487 h 1454091"/>
                <a:gd name="connsiteX5331" fmla="*/ 2318022 w 4719650"/>
                <a:gd name="connsiteY5331" fmla="*/ 1072126 h 1454091"/>
                <a:gd name="connsiteX5332" fmla="*/ 2314743 w 4719650"/>
                <a:gd name="connsiteY5332" fmla="*/ 1070487 h 1454091"/>
                <a:gd name="connsiteX5333" fmla="*/ 2309825 w 4719650"/>
                <a:gd name="connsiteY5333" fmla="*/ 1067208 h 1454091"/>
                <a:gd name="connsiteX5334" fmla="*/ 2306547 w 4719650"/>
                <a:gd name="connsiteY5334" fmla="*/ 1065569 h 1454091"/>
                <a:gd name="connsiteX5335" fmla="*/ 2303268 w 4719650"/>
                <a:gd name="connsiteY5335" fmla="*/ 1062290 h 1454091"/>
                <a:gd name="connsiteX5336" fmla="*/ 2301629 w 4719650"/>
                <a:gd name="connsiteY5336" fmla="*/ 1059012 h 1454091"/>
                <a:gd name="connsiteX5337" fmla="*/ 2298350 w 4719650"/>
                <a:gd name="connsiteY5337" fmla="*/ 1055733 h 1454091"/>
                <a:gd name="connsiteX5338" fmla="*/ 2295071 w 4719650"/>
                <a:gd name="connsiteY5338" fmla="*/ 1050815 h 1454091"/>
                <a:gd name="connsiteX5339" fmla="*/ 2291793 w 4719650"/>
                <a:gd name="connsiteY5339" fmla="*/ 1049175 h 1454091"/>
                <a:gd name="connsiteX5340" fmla="*/ 2288514 w 4719650"/>
                <a:gd name="connsiteY5340" fmla="*/ 1049175 h 1454091"/>
                <a:gd name="connsiteX5341" fmla="*/ 2285235 w 4719650"/>
                <a:gd name="connsiteY5341" fmla="*/ 1049175 h 1454091"/>
                <a:gd name="connsiteX5342" fmla="*/ 2280318 w 4719650"/>
                <a:gd name="connsiteY5342" fmla="*/ 1047536 h 1454091"/>
                <a:gd name="connsiteX5343" fmla="*/ 2277039 w 4719650"/>
                <a:gd name="connsiteY5343" fmla="*/ 1049175 h 1454091"/>
                <a:gd name="connsiteX5344" fmla="*/ 2272121 w 4719650"/>
                <a:gd name="connsiteY5344" fmla="*/ 1047536 h 1454091"/>
                <a:gd name="connsiteX5345" fmla="*/ 2268842 w 4719650"/>
                <a:gd name="connsiteY5345" fmla="*/ 1047536 h 1454091"/>
                <a:gd name="connsiteX5346" fmla="*/ 2265563 w 4719650"/>
                <a:gd name="connsiteY5346" fmla="*/ 1047536 h 1454091"/>
                <a:gd name="connsiteX5347" fmla="*/ 2262284 w 4719650"/>
                <a:gd name="connsiteY5347" fmla="*/ 1047536 h 1454091"/>
                <a:gd name="connsiteX5348" fmla="*/ 2257367 w 4719650"/>
                <a:gd name="connsiteY5348" fmla="*/ 1047536 h 1454091"/>
                <a:gd name="connsiteX5349" fmla="*/ 2254088 w 4719650"/>
                <a:gd name="connsiteY5349" fmla="*/ 1047536 h 1454091"/>
                <a:gd name="connsiteX5350" fmla="*/ 2249170 w 4719650"/>
                <a:gd name="connsiteY5350" fmla="*/ 1045897 h 1454091"/>
                <a:gd name="connsiteX5351" fmla="*/ 2247531 w 4719650"/>
                <a:gd name="connsiteY5351" fmla="*/ 1044258 h 1454091"/>
                <a:gd name="connsiteX5352" fmla="*/ 2247531 w 4719650"/>
                <a:gd name="connsiteY5352" fmla="*/ 1042618 h 1454091"/>
                <a:gd name="connsiteX5353" fmla="*/ 2244252 w 4719650"/>
                <a:gd name="connsiteY5353" fmla="*/ 1039340 h 1454091"/>
                <a:gd name="connsiteX5354" fmla="*/ 2239334 w 4719650"/>
                <a:gd name="connsiteY5354" fmla="*/ 1042618 h 1454091"/>
                <a:gd name="connsiteX5355" fmla="*/ 2236055 w 4719650"/>
                <a:gd name="connsiteY5355" fmla="*/ 1044258 h 1454091"/>
                <a:gd name="connsiteX5356" fmla="*/ 2232776 w 4719650"/>
                <a:gd name="connsiteY5356" fmla="*/ 1040979 h 1454091"/>
                <a:gd name="connsiteX5357" fmla="*/ 2229498 w 4719650"/>
                <a:gd name="connsiteY5357" fmla="*/ 1039340 h 1454091"/>
                <a:gd name="connsiteX5358" fmla="*/ 2226220 w 4719650"/>
                <a:gd name="connsiteY5358" fmla="*/ 1037700 h 1454091"/>
                <a:gd name="connsiteX5359" fmla="*/ 2222941 w 4719650"/>
                <a:gd name="connsiteY5359" fmla="*/ 1037700 h 1454091"/>
                <a:gd name="connsiteX5360" fmla="*/ 2222941 w 4719650"/>
                <a:gd name="connsiteY5360" fmla="*/ 1040979 h 1454091"/>
                <a:gd name="connsiteX5361" fmla="*/ 2221301 w 4719650"/>
                <a:gd name="connsiteY5361" fmla="*/ 1044258 h 1454091"/>
                <a:gd name="connsiteX5362" fmla="*/ 2216383 w 4719650"/>
                <a:gd name="connsiteY5362" fmla="*/ 1044258 h 1454091"/>
                <a:gd name="connsiteX5363" fmla="*/ 2216383 w 4719650"/>
                <a:gd name="connsiteY5363" fmla="*/ 1044258 h 1454091"/>
                <a:gd name="connsiteX5364" fmla="*/ 2213104 w 4719650"/>
                <a:gd name="connsiteY5364" fmla="*/ 1042618 h 1454091"/>
                <a:gd name="connsiteX5365" fmla="*/ 2208186 w 4719650"/>
                <a:gd name="connsiteY5365" fmla="*/ 1044258 h 1454091"/>
                <a:gd name="connsiteX5366" fmla="*/ 2204908 w 4719650"/>
                <a:gd name="connsiteY5366" fmla="*/ 1045897 h 1454091"/>
                <a:gd name="connsiteX5367" fmla="*/ 2201630 w 4719650"/>
                <a:gd name="connsiteY5367" fmla="*/ 1049175 h 1454091"/>
                <a:gd name="connsiteX5368" fmla="*/ 2199990 w 4719650"/>
                <a:gd name="connsiteY5368" fmla="*/ 1054093 h 1454091"/>
                <a:gd name="connsiteX5369" fmla="*/ 2196711 w 4719650"/>
                <a:gd name="connsiteY5369" fmla="*/ 1052454 h 1454091"/>
                <a:gd name="connsiteX5370" fmla="*/ 2193433 w 4719650"/>
                <a:gd name="connsiteY5370" fmla="*/ 1054093 h 1454091"/>
                <a:gd name="connsiteX5371" fmla="*/ 2188514 w 4719650"/>
                <a:gd name="connsiteY5371" fmla="*/ 1055733 h 1454091"/>
                <a:gd name="connsiteX5372" fmla="*/ 2185236 w 4719650"/>
                <a:gd name="connsiteY5372" fmla="*/ 1057372 h 1454091"/>
                <a:gd name="connsiteX5373" fmla="*/ 2181957 w 4719650"/>
                <a:gd name="connsiteY5373" fmla="*/ 1060651 h 1454091"/>
                <a:gd name="connsiteX5374" fmla="*/ 2180317 w 4719650"/>
                <a:gd name="connsiteY5374" fmla="*/ 1063930 h 1454091"/>
                <a:gd name="connsiteX5375" fmla="*/ 2177040 w 4719650"/>
                <a:gd name="connsiteY5375" fmla="*/ 1063930 h 1454091"/>
                <a:gd name="connsiteX5376" fmla="*/ 2173761 w 4719650"/>
                <a:gd name="connsiteY5376" fmla="*/ 1065569 h 1454091"/>
                <a:gd name="connsiteX5377" fmla="*/ 2168843 w 4719650"/>
                <a:gd name="connsiteY5377" fmla="*/ 1065569 h 1454091"/>
                <a:gd name="connsiteX5378" fmla="*/ 2165564 w 4719650"/>
                <a:gd name="connsiteY5378" fmla="*/ 1068848 h 1454091"/>
                <a:gd name="connsiteX5379" fmla="*/ 2162285 w 4719650"/>
                <a:gd name="connsiteY5379" fmla="*/ 1068848 h 1454091"/>
                <a:gd name="connsiteX5380" fmla="*/ 2162285 w 4719650"/>
                <a:gd name="connsiteY5380" fmla="*/ 1073765 h 1454091"/>
                <a:gd name="connsiteX5381" fmla="*/ 2162285 w 4719650"/>
                <a:gd name="connsiteY5381" fmla="*/ 1073765 h 1454091"/>
                <a:gd name="connsiteX5382" fmla="*/ 2162285 w 4719650"/>
                <a:gd name="connsiteY5382" fmla="*/ 1073765 h 1454091"/>
                <a:gd name="connsiteX5383" fmla="*/ 2159006 w 4719650"/>
                <a:gd name="connsiteY5383" fmla="*/ 1075405 h 1454091"/>
                <a:gd name="connsiteX5384" fmla="*/ 2155727 w 4719650"/>
                <a:gd name="connsiteY5384" fmla="*/ 1075405 h 1454091"/>
                <a:gd name="connsiteX5385" fmla="*/ 2150810 w 4719650"/>
                <a:gd name="connsiteY5385" fmla="*/ 1077044 h 1454091"/>
                <a:gd name="connsiteX5386" fmla="*/ 2152450 w 4719650"/>
                <a:gd name="connsiteY5386" fmla="*/ 1078684 h 1454091"/>
                <a:gd name="connsiteX5387" fmla="*/ 2154088 w 4719650"/>
                <a:gd name="connsiteY5387" fmla="*/ 1081962 h 1454091"/>
                <a:gd name="connsiteX5388" fmla="*/ 2157367 w 4719650"/>
                <a:gd name="connsiteY5388" fmla="*/ 1085241 h 1454091"/>
                <a:gd name="connsiteX5389" fmla="*/ 2154088 w 4719650"/>
                <a:gd name="connsiteY5389" fmla="*/ 1086880 h 1454091"/>
                <a:gd name="connsiteX5390" fmla="*/ 2149171 w 4719650"/>
                <a:gd name="connsiteY5390" fmla="*/ 1088520 h 1454091"/>
                <a:gd name="connsiteX5391" fmla="*/ 2149171 w 4719650"/>
                <a:gd name="connsiteY5391" fmla="*/ 1090159 h 1454091"/>
                <a:gd name="connsiteX5392" fmla="*/ 2145892 w 4719650"/>
                <a:gd name="connsiteY5392" fmla="*/ 1090159 h 1454091"/>
                <a:gd name="connsiteX5393" fmla="*/ 2140974 w 4719650"/>
                <a:gd name="connsiteY5393" fmla="*/ 1090159 h 1454091"/>
                <a:gd name="connsiteX5394" fmla="*/ 2144253 w 4719650"/>
                <a:gd name="connsiteY5394" fmla="*/ 1093438 h 1454091"/>
                <a:gd name="connsiteX5395" fmla="*/ 2140974 w 4719650"/>
                <a:gd name="connsiteY5395" fmla="*/ 1095077 h 1454091"/>
                <a:gd name="connsiteX5396" fmla="*/ 2136056 w 4719650"/>
                <a:gd name="connsiteY5396" fmla="*/ 1095077 h 1454091"/>
                <a:gd name="connsiteX5397" fmla="*/ 2132777 w 4719650"/>
                <a:gd name="connsiteY5397" fmla="*/ 1093438 h 1454091"/>
                <a:gd name="connsiteX5398" fmla="*/ 2132777 w 4719650"/>
                <a:gd name="connsiteY5398" fmla="*/ 1096716 h 1454091"/>
                <a:gd name="connsiteX5399" fmla="*/ 2129498 w 4719650"/>
                <a:gd name="connsiteY5399" fmla="*/ 1096716 h 1454091"/>
                <a:gd name="connsiteX5400" fmla="*/ 2124581 w 4719650"/>
                <a:gd name="connsiteY5400" fmla="*/ 1095077 h 1454091"/>
                <a:gd name="connsiteX5401" fmla="*/ 2121302 w 4719650"/>
                <a:gd name="connsiteY5401" fmla="*/ 1095077 h 1454091"/>
                <a:gd name="connsiteX5402" fmla="*/ 2118023 w 4719650"/>
                <a:gd name="connsiteY5402" fmla="*/ 1095077 h 1454091"/>
                <a:gd name="connsiteX5403" fmla="*/ 2114744 w 4719650"/>
                <a:gd name="connsiteY5403" fmla="*/ 1096716 h 1454091"/>
                <a:gd name="connsiteX5404" fmla="*/ 2111466 w 4719650"/>
                <a:gd name="connsiteY5404" fmla="*/ 1098356 h 1454091"/>
                <a:gd name="connsiteX5405" fmla="*/ 2111466 w 4719650"/>
                <a:gd name="connsiteY5405" fmla="*/ 1101634 h 1454091"/>
                <a:gd name="connsiteX5406" fmla="*/ 2111466 w 4719650"/>
                <a:gd name="connsiteY5406" fmla="*/ 1106552 h 1454091"/>
                <a:gd name="connsiteX5407" fmla="*/ 2108187 w 4719650"/>
                <a:gd name="connsiteY5407" fmla="*/ 1108192 h 1454091"/>
                <a:gd name="connsiteX5408" fmla="*/ 2103269 w 4719650"/>
                <a:gd name="connsiteY5408" fmla="*/ 1108192 h 1454091"/>
                <a:gd name="connsiteX5409" fmla="*/ 2099991 w 4719650"/>
                <a:gd name="connsiteY5409" fmla="*/ 1108192 h 1454091"/>
                <a:gd name="connsiteX5410" fmla="*/ 2096712 w 4719650"/>
                <a:gd name="connsiteY5410" fmla="*/ 1111470 h 1454091"/>
                <a:gd name="connsiteX5411" fmla="*/ 2091794 w 4719650"/>
                <a:gd name="connsiteY5411" fmla="*/ 1113110 h 1454091"/>
                <a:gd name="connsiteX5412" fmla="*/ 2088515 w 4719650"/>
                <a:gd name="connsiteY5412" fmla="*/ 1111470 h 1454091"/>
                <a:gd name="connsiteX5413" fmla="*/ 2085236 w 4719650"/>
                <a:gd name="connsiteY5413" fmla="*/ 1108192 h 1454091"/>
                <a:gd name="connsiteX5414" fmla="*/ 2083597 w 4719650"/>
                <a:gd name="connsiteY5414" fmla="*/ 1106552 h 1454091"/>
                <a:gd name="connsiteX5415" fmla="*/ 2080318 w 4719650"/>
                <a:gd name="connsiteY5415" fmla="*/ 1104913 h 1454091"/>
                <a:gd name="connsiteX5416" fmla="*/ 2078679 w 4719650"/>
                <a:gd name="connsiteY5416" fmla="*/ 1104913 h 1454091"/>
                <a:gd name="connsiteX5417" fmla="*/ 2075400 w 4719650"/>
                <a:gd name="connsiteY5417" fmla="*/ 1104913 h 1454091"/>
                <a:gd name="connsiteX5418" fmla="*/ 2072122 w 4719650"/>
                <a:gd name="connsiteY5418" fmla="*/ 1103274 h 1454091"/>
                <a:gd name="connsiteX5419" fmla="*/ 2070483 w 4719650"/>
                <a:gd name="connsiteY5419" fmla="*/ 1098356 h 1454091"/>
                <a:gd name="connsiteX5420" fmla="*/ 2065564 w 4719650"/>
                <a:gd name="connsiteY5420" fmla="*/ 1096716 h 1454091"/>
                <a:gd name="connsiteX5421" fmla="*/ 2063925 w 4719650"/>
                <a:gd name="connsiteY5421" fmla="*/ 1093438 h 1454091"/>
                <a:gd name="connsiteX5422" fmla="*/ 2060646 w 4719650"/>
                <a:gd name="connsiteY5422" fmla="*/ 1091798 h 1454091"/>
                <a:gd name="connsiteX5423" fmla="*/ 2055728 w 4719650"/>
                <a:gd name="connsiteY5423" fmla="*/ 1091798 h 1454091"/>
                <a:gd name="connsiteX5424" fmla="*/ 2055728 w 4719650"/>
                <a:gd name="connsiteY5424" fmla="*/ 1086880 h 1454091"/>
                <a:gd name="connsiteX5425" fmla="*/ 2057367 w 4719650"/>
                <a:gd name="connsiteY5425" fmla="*/ 1083602 h 1454091"/>
                <a:gd name="connsiteX5426" fmla="*/ 2054089 w 4719650"/>
                <a:gd name="connsiteY5426" fmla="*/ 1081962 h 1454091"/>
                <a:gd name="connsiteX5427" fmla="*/ 2050810 w 4719650"/>
                <a:gd name="connsiteY5427" fmla="*/ 1083602 h 1454091"/>
                <a:gd name="connsiteX5428" fmla="*/ 2049170 w 4719650"/>
                <a:gd name="connsiteY5428" fmla="*/ 1085241 h 1454091"/>
                <a:gd name="connsiteX5429" fmla="*/ 2049170 w 4719650"/>
                <a:gd name="connsiteY5429" fmla="*/ 1085241 h 1454091"/>
                <a:gd name="connsiteX5430" fmla="*/ 2049170 w 4719650"/>
                <a:gd name="connsiteY5430" fmla="*/ 1086880 h 1454091"/>
                <a:gd name="connsiteX5431" fmla="*/ 2045893 w 4719650"/>
                <a:gd name="connsiteY5431" fmla="*/ 1090159 h 1454091"/>
                <a:gd name="connsiteX5432" fmla="*/ 2045893 w 4719650"/>
                <a:gd name="connsiteY5432" fmla="*/ 1090159 h 1454091"/>
                <a:gd name="connsiteX5433" fmla="*/ 2044253 w 4719650"/>
                <a:gd name="connsiteY5433" fmla="*/ 1093438 h 1454091"/>
                <a:gd name="connsiteX5434" fmla="*/ 2040974 w 4719650"/>
                <a:gd name="connsiteY5434" fmla="*/ 1093438 h 1454091"/>
                <a:gd name="connsiteX5435" fmla="*/ 2037696 w 4719650"/>
                <a:gd name="connsiteY5435" fmla="*/ 1093438 h 1454091"/>
                <a:gd name="connsiteX5436" fmla="*/ 2034417 w 4719650"/>
                <a:gd name="connsiteY5436" fmla="*/ 1091798 h 1454091"/>
                <a:gd name="connsiteX5437" fmla="*/ 2029499 w 4719650"/>
                <a:gd name="connsiteY5437" fmla="*/ 1093438 h 1454091"/>
                <a:gd name="connsiteX5438" fmla="*/ 2026220 w 4719650"/>
                <a:gd name="connsiteY5438" fmla="*/ 1091798 h 1454091"/>
                <a:gd name="connsiteX5439" fmla="*/ 2021303 w 4719650"/>
                <a:gd name="connsiteY5439" fmla="*/ 1090159 h 1454091"/>
                <a:gd name="connsiteX5440" fmla="*/ 2018024 w 4719650"/>
                <a:gd name="connsiteY5440" fmla="*/ 1090159 h 1454091"/>
                <a:gd name="connsiteX5441" fmla="*/ 2014745 w 4719650"/>
                <a:gd name="connsiteY5441" fmla="*/ 1090159 h 1454091"/>
                <a:gd name="connsiteX5442" fmla="*/ 2011466 w 4719650"/>
                <a:gd name="connsiteY5442" fmla="*/ 1091798 h 1454091"/>
                <a:gd name="connsiteX5443" fmla="*/ 2006548 w 4719650"/>
                <a:gd name="connsiteY5443" fmla="*/ 1088520 h 1454091"/>
                <a:gd name="connsiteX5444" fmla="*/ 2004909 w 4719650"/>
                <a:gd name="connsiteY5444" fmla="*/ 1083602 h 1454091"/>
                <a:gd name="connsiteX5445" fmla="*/ 2001630 w 4719650"/>
                <a:gd name="connsiteY5445" fmla="*/ 1081962 h 1454091"/>
                <a:gd name="connsiteX5446" fmla="*/ 1998351 w 4719650"/>
                <a:gd name="connsiteY5446" fmla="*/ 1078684 h 1454091"/>
                <a:gd name="connsiteX5447" fmla="*/ 1996713 w 4719650"/>
                <a:gd name="connsiteY5447" fmla="*/ 1077044 h 1454091"/>
                <a:gd name="connsiteX5448" fmla="*/ 1995073 w 4719650"/>
                <a:gd name="connsiteY5448" fmla="*/ 1077044 h 1454091"/>
                <a:gd name="connsiteX5449" fmla="*/ 1993434 w 4719650"/>
                <a:gd name="connsiteY5449" fmla="*/ 1073765 h 1454091"/>
                <a:gd name="connsiteX5450" fmla="*/ 1993434 w 4719650"/>
                <a:gd name="connsiteY5450" fmla="*/ 1073765 h 1454091"/>
                <a:gd name="connsiteX5451" fmla="*/ 1993434 w 4719650"/>
                <a:gd name="connsiteY5451" fmla="*/ 1073765 h 1454091"/>
                <a:gd name="connsiteX5452" fmla="*/ 1991794 w 4719650"/>
                <a:gd name="connsiteY5452" fmla="*/ 1070487 h 1454091"/>
                <a:gd name="connsiteX5453" fmla="*/ 1988516 w 4719650"/>
                <a:gd name="connsiteY5453" fmla="*/ 1068848 h 1454091"/>
                <a:gd name="connsiteX5454" fmla="*/ 1985237 w 4719650"/>
                <a:gd name="connsiteY5454" fmla="*/ 1067208 h 1454091"/>
                <a:gd name="connsiteX5455" fmla="*/ 1981958 w 4719650"/>
                <a:gd name="connsiteY5455" fmla="*/ 1065569 h 1454091"/>
                <a:gd name="connsiteX5456" fmla="*/ 1977040 w 4719650"/>
                <a:gd name="connsiteY5456" fmla="*/ 1065569 h 1454091"/>
                <a:gd name="connsiteX5457" fmla="*/ 1973761 w 4719650"/>
                <a:gd name="connsiteY5457" fmla="*/ 1063930 h 1454091"/>
                <a:gd name="connsiteX5458" fmla="*/ 1970483 w 4719650"/>
                <a:gd name="connsiteY5458" fmla="*/ 1063930 h 1454091"/>
                <a:gd name="connsiteX5459" fmla="*/ 1965565 w 4719650"/>
                <a:gd name="connsiteY5459" fmla="*/ 1062290 h 1454091"/>
                <a:gd name="connsiteX5460" fmla="*/ 1963926 w 4719650"/>
                <a:gd name="connsiteY5460" fmla="*/ 1059012 h 1454091"/>
                <a:gd name="connsiteX5461" fmla="*/ 1960647 w 4719650"/>
                <a:gd name="connsiteY5461" fmla="*/ 1054093 h 1454091"/>
                <a:gd name="connsiteX5462" fmla="*/ 1959007 w 4719650"/>
                <a:gd name="connsiteY5462" fmla="*/ 1050815 h 1454091"/>
                <a:gd name="connsiteX5463" fmla="*/ 1954089 w 4719650"/>
                <a:gd name="connsiteY5463" fmla="*/ 1047536 h 1454091"/>
                <a:gd name="connsiteX5464" fmla="*/ 1952450 w 4719650"/>
                <a:gd name="connsiteY5464" fmla="*/ 1045897 h 1454091"/>
                <a:gd name="connsiteX5465" fmla="*/ 1949171 w 4719650"/>
                <a:gd name="connsiteY5465" fmla="*/ 1044258 h 1454091"/>
                <a:gd name="connsiteX5466" fmla="*/ 1949171 w 4719650"/>
                <a:gd name="connsiteY5466" fmla="*/ 1044258 h 1454091"/>
                <a:gd name="connsiteX5467" fmla="*/ 1947532 w 4719650"/>
                <a:gd name="connsiteY5467" fmla="*/ 1044258 h 1454091"/>
                <a:gd name="connsiteX5468" fmla="*/ 1945892 w 4719650"/>
                <a:gd name="connsiteY5468" fmla="*/ 1040979 h 1454091"/>
                <a:gd name="connsiteX5469" fmla="*/ 1942614 w 4719650"/>
                <a:gd name="connsiteY5469" fmla="*/ 1037700 h 1454091"/>
                <a:gd name="connsiteX5470" fmla="*/ 1937696 w 4719650"/>
                <a:gd name="connsiteY5470" fmla="*/ 1036061 h 1454091"/>
                <a:gd name="connsiteX5471" fmla="*/ 1934417 w 4719650"/>
                <a:gd name="connsiteY5471" fmla="*/ 1034421 h 1454091"/>
                <a:gd name="connsiteX5472" fmla="*/ 1931139 w 4719650"/>
                <a:gd name="connsiteY5472" fmla="*/ 1032782 h 1454091"/>
                <a:gd name="connsiteX5473" fmla="*/ 1927860 w 4719650"/>
                <a:gd name="connsiteY5473" fmla="*/ 1032782 h 1454091"/>
                <a:gd name="connsiteX5474" fmla="*/ 1922942 w 4719650"/>
                <a:gd name="connsiteY5474" fmla="*/ 1031143 h 1454091"/>
                <a:gd name="connsiteX5475" fmla="*/ 1918024 w 4719650"/>
                <a:gd name="connsiteY5475" fmla="*/ 1031143 h 1454091"/>
                <a:gd name="connsiteX5476" fmla="*/ 1918024 w 4719650"/>
                <a:gd name="connsiteY5476" fmla="*/ 1031143 h 1454091"/>
                <a:gd name="connsiteX5477" fmla="*/ 1914746 w 4719650"/>
                <a:gd name="connsiteY5477" fmla="*/ 1031143 h 1454091"/>
                <a:gd name="connsiteX5478" fmla="*/ 1913106 w 4719650"/>
                <a:gd name="connsiteY5478" fmla="*/ 1034421 h 1454091"/>
                <a:gd name="connsiteX5479" fmla="*/ 1909827 w 4719650"/>
                <a:gd name="connsiteY5479" fmla="*/ 1036061 h 1454091"/>
                <a:gd name="connsiteX5480" fmla="*/ 1906549 w 4719650"/>
                <a:gd name="connsiteY5480" fmla="*/ 1034421 h 1454091"/>
                <a:gd name="connsiteX5481" fmla="*/ 1903270 w 4719650"/>
                <a:gd name="connsiteY5481" fmla="*/ 1039340 h 1454091"/>
                <a:gd name="connsiteX5482" fmla="*/ 1899991 w 4719650"/>
                <a:gd name="connsiteY5482" fmla="*/ 1040979 h 1454091"/>
                <a:gd name="connsiteX5483" fmla="*/ 1896712 w 4719650"/>
                <a:gd name="connsiteY5483" fmla="*/ 1040979 h 1454091"/>
                <a:gd name="connsiteX5484" fmla="*/ 1893433 w 4719650"/>
                <a:gd name="connsiteY5484" fmla="*/ 1040979 h 1454091"/>
                <a:gd name="connsiteX5485" fmla="*/ 1888516 w 4719650"/>
                <a:gd name="connsiteY5485" fmla="*/ 1042618 h 1454091"/>
                <a:gd name="connsiteX5486" fmla="*/ 1885237 w 4719650"/>
                <a:gd name="connsiteY5486" fmla="*/ 1042618 h 1454091"/>
                <a:gd name="connsiteX5487" fmla="*/ 1880319 w 4719650"/>
                <a:gd name="connsiteY5487" fmla="*/ 1040979 h 1454091"/>
                <a:gd name="connsiteX5488" fmla="*/ 1878680 w 4719650"/>
                <a:gd name="connsiteY5488" fmla="*/ 1040979 h 1454091"/>
                <a:gd name="connsiteX5489" fmla="*/ 1875401 w 4719650"/>
                <a:gd name="connsiteY5489" fmla="*/ 1040979 h 1454091"/>
                <a:gd name="connsiteX5490" fmla="*/ 1870483 w 4719650"/>
                <a:gd name="connsiteY5490" fmla="*/ 1040979 h 1454091"/>
                <a:gd name="connsiteX5491" fmla="*/ 1867205 w 4719650"/>
                <a:gd name="connsiteY5491" fmla="*/ 1042618 h 1454091"/>
                <a:gd name="connsiteX5492" fmla="*/ 1863926 w 4719650"/>
                <a:gd name="connsiteY5492" fmla="*/ 1040979 h 1454091"/>
                <a:gd name="connsiteX5493" fmla="*/ 1862287 w 4719650"/>
                <a:gd name="connsiteY5493" fmla="*/ 1037700 h 1454091"/>
                <a:gd name="connsiteX5494" fmla="*/ 1859008 w 4719650"/>
                <a:gd name="connsiteY5494" fmla="*/ 1034421 h 1454091"/>
                <a:gd name="connsiteX5495" fmla="*/ 1855729 w 4719650"/>
                <a:gd name="connsiteY5495" fmla="*/ 1032782 h 1454091"/>
                <a:gd name="connsiteX5496" fmla="*/ 1850811 w 4719650"/>
                <a:gd name="connsiteY5496" fmla="*/ 1032782 h 1454091"/>
                <a:gd name="connsiteX5497" fmla="*/ 1847532 w 4719650"/>
                <a:gd name="connsiteY5497" fmla="*/ 1032782 h 1454091"/>
                <a:gd name="connsiteX5498" fmla="*/ 1845893 w 4719650"/>
                <a:gd name="connsiteY5498" fmla="*/ 1029503 h 1454091"/>
                <a:gd name="connsiteX5499" fmla="*/ 1845893 w 4719650"/>
                <a:gd name="connsiteY5499" fmla="*/ 1024585 h 1454091"/>
                <a:gd name="connsiteX5500" fmla="*/ 1845893 w 4719650"/>
                <a:gd name="connsiteY5500" fmla="*/ 1024585 h 1454091"/>
                <a:gd name="connsiteX5501" fmla="*/ 1845893 w 4719650"/>
                <a:gd name="connsiteY5501" fmla="*/ 1022946 h 1454091"/>
                <a:gd name="connsiteX5502" fmla="*/ 1845893 w 4719650"/>
                <a:gd name="connsiteY5502" fmla="*/ 1022946 h 1454091"/>
                <a:gd name="connsiteX5503" fmla="*/ 1844253 w 4719650"/>
                <a:gd name="connsiteY5503" fmla="*/ 1022946 h 1454091"/>
                <a:gd name="connsiteX5504" fmla="*/ 1844253 w 4719650"/>
                <a:gd name="connsiteY5504" fmla="*/ 1022946 h 1454091"/>
                <a:gd name="connsiteX5505" fmla="*/ 1839336 w 4719650"/>
                <a:gd name="connsiteY5505" fmla="*/ 1022946 h 1454091"/>
                <a:gd name="connsiteX5506" fmla="*/ 1836057 w 4719650"/>
                <a:gd name="connsiteY5506" fmla="*/ 1019668 h 1454091"/>
                <a:gd name="connsiteX5507" fmla="*/ 1831139 w 4719650"/>
                <a:gd name="connsiteY5507" fmla="*/ 1019668 h 1454091"/>
                <a:gd name="connsiteX5508" fmla="*/ 1827860 w 4719650"/>
                <a:gd name="connsiteY5508" fmla="*/ 1018028 h 1454091"/>
                <a:gd name="connsiteX5509" fmla="*/ 1827860 w 4719650"/>
                <a:gd name="connsiteY5509" fmla="*/ 1021307 h 1454091"/>
                <a:gd name="connsiteX5510" fmla="*/ 1822942 w 4719650"/>
                <a:gd name="connsiteY5510" fmla="*/ 1021307 h 1454091"/>
                <a:gd name="connsiteX5511" fmla="*/ 1821303 w 4719650"/>
                <a:gd name="connsiteY5511" fmla="*/ 1026225 h 1454091"/>
                <a:gd name="connsiteX5512" fmla="*/ 1824582 w 4719650"/>
                <a:gd name="connsiteY5512" fmla="*/ 1029503 h 1454091"/>
                <a:gd name="connsiteX5513" fmla="*/ 1824582 w 4719650"/>
                <a:gd name="connsiteY5513" fmla="*/ 1032782 h 1454091"/>
                <a:gd name="connsiteX5514" fmla="*/ 1821303 w 4719650"/>
                <a:gd name="connsiteY5514" fmla="*/ 1034421 h 1454091"/>
                <a:gd name="connsiteX5515" fmla="*/ 1818024 w 4719650"/>
                <a:gd name="connsiteY5515" fmla="*/ 1037700 h 1454091"/>
                <a:gd name="connsiteX5516" fmla="*/ 1814746 w 4719650"/>
                <a:gd name="connsiteY5516" fmla="*/ 1037700 h 1454091"/>
                <a:gd name="connsiteX5517" fmla="*/ 1818024 w 4719650"/>
                <a:gd name="connsiteY5517" fmla="*/ 1040979 h 1454091"/>
                <a:gd name="connsiteX5518" fmla="*/ 1813107 w 4719650"/>
                <a:gd name="connsiteY5518" fmla="*/ 1039340 h 1454091"/>
                <a:gd name="connsiteX5519" fmla="*/ 1813107 w 4719650"/>
                <a:gd name="connsiteY5519" fmla="*/ 1039340 h 1454091"/>
                <a:gd name="connsiteX5520" fmla="*/ 1811467 w 4719650"/>
                <a:gd name="connsiteY5520" fmla="*/ 1036061 h 1454091"/>
                <a:gd name="connsiteX5521" fmla="*/ 1806549 w 4719650"/>
                <a:gd name="connsiteY5521" fmla="*/ 1032782 h 1454091"/>
                <a:gd name="connsiteX5522" fmla="*/ 1803270 w 4719650"/>
                <a:gd name="connsiteY5522" fmla="*/ 1029503 h 1454091"/>
                <a:gd name="connsiteX5523" fmla="*/ 1799992 w 4719650"/>
                <a:gd name="connsiteY5523" fmla="*/ 1026225 h 1454091"/>
                <a:gd name="connsiteX5524" fmla="*/ 1796713 w 4719650"/>
                <a:gd name="connsiteY5524" fmla="*/ 1021307 h 1454091"/>
                <a:gd name="connsiteX5525" fmla="*/ 1793434 w 4719650"/>
                <a:gd name="connsiteY5525" fmla="*/ 1018028 h 1454091"/>
                <a:gd name="connsiteX5526" fmla="*/ 1788517 w 4719650"/>
                <a:gd name="connsiteY5526" fmla="*/ 1013110 h 1454091"/>
                <a:gd name="connsiteX5527" fmla="*/ 1785238 w 4719650"/>
                <a:gd name="connsiteY5527" fmla="*/ 1009831 h 1454091"/>
                <a:gd name="connsiteX5528" fmla="*/ 1780320 w 4719650"/>
                <a:gd name="connsiteY5528" fmla="*/ 1006553 h 1454091"/>
                <a:gd name="connsiteX5529" fmla="*/ 1777041 w 4719650"/>
                <a:gd name="connsiteY5529" fmla="*/ 1001635 h 1454091"/>
                <a:gd name="connsiteX5530" fmla="*/ 1772123 w 4719650"/>
                <a:gd name="connsiteY5530" fmla="*/ 998356 h 1454091"/>
                <a:gd name="connsiteX5531" fmla="*/ 1768844 w 4719650"/>
                <a:gd name="connsiteY5531" fmla="*/ 995077 h 1454091"/>
                <a:gd name="connsiteX5532" fmla="*/ 1763926 w 4719650"/>
                <a:gd name="connsiteY5532" fmla="*/ 991799 h 1454091"/>
                <a:gd name="connsiteX5533" fmla="*/ 1762287 w 4719650"/>
                <a:gd name="connsiteY5533" fmla="*/ 988520 h 1454091"/>
                <a:gd name="connsiteX5534" fmla="*/ 1757369 w 4719650"/>
                <a:gd name="connsiteY5534" fmla="*/ 985241 h 1454091"/>
                <a:gd name="connsiteX5535" fmla="*/ 1754090 w 4719650"/>
                <a:gd name="connsiteY5535" fmla="*/ 980323 h 1454091"/>
                <a:gd name="connsiteX5536" fmla="*/ 1749172 w 4719650"/>
                <a:gd name="connsiteY5536" fmla="*/ 977045 h 1454091"/>
                <a:gd name="connsiteX5537" fmla="*/ 1745894 w 4719650"/>
                <a:gd name="connsiteY5537" fmla="*/ 973766 h 1454091"/>
                <a:gd name="connsiteX5538" fmla="*/ 1740975 w 4719650"/>
                <a:gd name="connsiteY5538" fmla="*/ 970487 h 1454091"/>
                <a:gd name="connsiteX5539" fmla="*/ 1737697 w 4719650"/>
                <a:gd name="connsiteY5539" fmla="*/ 967209 h 1454091"/>
                <a:gd name="connsiteX5540" fmla="*/ 1737697 w 4719650"/>
                <a:gd name="connsiteY5540" fmla="*/ 965569 h 1454091"/>
                <a:gd name="connsiteX5541" fmla="*/ 1732779 w 4719650"/>
                <a:gd name="connsiteY5541" fmla="*/ 962291 h 1454091"/>
                <a:gd name="connsiteX5542" fmla="*/ 1729500 w 4719650"/>
                <a:gd name="connsiteY5542" fmla="*/ 959012 h 1454091"/>
                <a:gd name="connsiteX5543" fmla="*/ 1726221 w 4719650"/>
                <a:gd name="connsiteY5543" fmla="*/ 955733 h 1454091"/>
                <a:gd name="connsiteX5544" fmla="*/ 1721304 w 4719650"/>
                <a:gd name="connsiteY5544" fmla="*/ 952455 h 1454091"/>
                <a:gd name="connsiteX5545" fmla="*/ 1718025 w 4719650"/>
                <a:gd name="connsiteY5545" fmla="*/ 949176 h 1454091"/>
                <a:gd name="connsiteX5546" fmla="*/ 1713107 w 4719650"/>
                <a:gd name="connsiteY5546" fmla="*/ 945897 h 1454091"/>
                <a:gd name="connsiteX5547" fmla="*/ 1709828 w 4719650"/>
                <a:gd name="connsiteY5547" fmla="*/ 942618 h 1454091"/>
                <a:gd name="connsiteX5548" fmla="*/ 1704910 w 4719650"/>
                <a:gd name="connsiteY5548" fmla="*/ 937701 h 1454091"/>
                <a:gd name="connsiteX5549" fmla="*/ 1701631 w 4719650"/>
                <a:gd name="connsiteY5549" fmla="*/ 934422 h 1454091"/>
                <a:gd name="connsiteX5550" fmla="*/ 1698353 w 4719650"/>
                <a:gd name="connsiteY5550" fmla="*/ 932783 h 1454091"/>
                <a:gd name="connsiteX5551" fmla="*/ 1696714 w 4719650"/>
                <a:gd name="connsiteY5551" fmla="*/ 931143 h 1454091"/>
                <a:gd name="connsiteX5552" fmla="*/ 1691795 w 4719650"/>
                <a:gd name="connsiteY5552" fmla="*/ 929504 h 1454091"/>
                <a:gd name="connsiteX5553" fmla="*/ 1688517 w 4719650"/>
                <a:gd name="connsiteY5553" fmla="*/ 926225 h 1454091"/>
                <a:gd name="connsiteX5554" fmla="*/ 1683599 w 4719650"/>
                <a:gd name="connsiteY5554" fmla="*/ 924586 h 1454091"/>
                <a:gd name="connsiteX5555" fmla="*/ 1680320 w 4719650"/>
                <a:gd name="connsiteY5555" fmla="*/ 922946 h 1454091"/>
                <a:gd name="connsiteX5556" fmla="*/ 1677041 w 4719650"/>
                <a:gd name="connsiteY5556" fmla="*/ 921307 h 1454091"/>
                <a:gd name="connsiteX5557" fmla="*/ 1673763 w 4719650"/>
                <a:gd name="connsiteY5557" fmla="*/ 919668 h 1454091"/>
                <a:gd name="connsiteX5558" fmla="*/ 1670484 w 4719650"/>
                <a:gd name="connsiteY5558" fmla="*/ 918028 h 1454091"/>
                <a:gd name="connsiteX5559" fmla="*/ 1665566 w 4719650"/>
                <a:gd name="connsiteY5559" fmla="*/ 914750 h 1454091"/>
                <a:gd name="connsiteX5560" fmla="*/ 1663927 w 4719650"/>
                <a:gd name="connsiteY5560" fmla="*/ 914750 h 1454091"/>
                <a:gd name="connsiteX5561" fmla="*/ 1660648 w 4719650"/>
                <a:gd name="connsiteY5561" fmla="*/ 913111 h 1454091"/>
                <a:gd name="connsiteX5562" fmla="*/ 1655730 w 4719650"/>
                <a:gd name="connsiteY5562" fmla="*/ 909832 h 1454091"/>
                <a:gd name="connsiteX5563" fmla="*/ 1650812 w 4719650"/>
                <a:gd name="connsiteY5563" fmla="*/ 908193 h 1454091"/>
                <a:gd name="connsiteX5564" fmla="*/ 1647533 w 4719650"/>
                <a:gd name="connsiteY5564" fmla="*/ 906553 h 1454091"/>
                <a:gd name="connsiteX5565" fmla="*/ 1645894 w 4719650"/>
                <a:gd name="connsiteY5565" fmla="*/ 906553 h 1454091"/>
                <a:gd name="connsiteX5566" fmla="*/ 1642615 w 4719650"/>
                <a:gd name="connsiteY5566" fmla="*/ 901635 h 1454091"/>
                <a:gd name="connsiteX5567" fmla="*/ 1637697 w 4719650"/>
                <a:gd name="connsiteY5567" fmla="*/ 898356 h 1454091"/>
                <a:gd name="connsiteX5568" fmla="*/ 1642615 w 4719650"/>
                <a:gd name="connsiteY5568" fmla="*/ 896717 h 1454091"/>
                <a:gd name="connsiteX5569" fmla="*/ 1645894 w 4719650"/>
                <a:gd name="connsiteY5569" fmla="*/ 898356 h 1454091"/>
                <a:gd name="connsiteX5570" fmla="*/ 1649173 w 4719650"/>
                <a:gd name="connsiteY5570" fmla="*/ 895078 h 1454091"/>
                <a:gd name="connsiteX5571" fmla="*/ 1649173 w 4719650"/>
                <a:gd name="connsiteY5571" fmla="*/ 890160 h 1454091"/>
                <a:gd name="connsiteX5572" fmla="*/ 1645894 w 4719650"/>
                <a:gd name="connsiteY5572" fmla="*/ 888521 h 1454091"/>
                <a:gd name="connsiteX5573" fmla="*/ 1647533 w 4719650"/>
                <a:gd name="connsiteY5573" fmla="*/ 885242 h 1454091"/>
                <a:gd name="connsiteX5574" fmla="*/ 1644255 w 4719650"/>
                <a:gd name="connsiteY5574" fmla="*/ 885242 h 1454091"/>
                <a:gd name="connsiteX5575" fmla="*/ 1640976 w 4719650"/>
                <a:gd name="connsiteY5575" fmla="*/ 885242 h 1454091"/>
                <a:gd name="connsiteX5576" fmla="*/ 1637697 w 4719650"/>
                <a:gd name="connsiteY5576" fmla="*/ 890160 h 1454091"/>
                <a:gd name="connsiteX5577" fmla="*/ 1632780 w 4719650"/>
                <a:gd name="connsiteY5577" fmla="*/ 890160 h 1454091"/>
                <a:gd name="connsiteX5578" fmla="*/ 1631140 w 4719650"/>
                <a:gd name="connsiteY5578" fmla="*/ 890160 h 1454091"/>
                <a:gd name="connsiteX5579" fmla="*/ 1629501 w 4719650"/>
                <a:gd name="connsiteY5579" fmla="*/ 893438 h 1454091"/>
                <a:gd name="connsiteX5580" fmla="*/ 1624583 w 4719650"/>
                <a:gd name="connsiteY5580" fmla="*/ 895078 h 1454091"/>
                <a:gd name="connsiteX5581" fmla="*/ 1621304 w 4719650"/>
                <a:gd name="connsiteY5581" fmla="*/ 896717 h 1454091"/>
                <a:gd name="connsiteX5582" fmla="*/ 1616386 w 4719650"/>
                <a:gd name="connsiteY5582" fmla="*/ 898356 h 1454091"/>
                <a:gd name="connsiteX5583" fmla="*/ 1614747 w 4719650"/>
                <a:gd name="connsiteY5583" fmla="*/ 899996 h 1454091"/>
                <a:gd name="connsiteX5584" fmla="*/ 1611468 w 4719650"/>
                <a:gd name="connsiteY5584" fmla="*/ 899996 h 1454091"/>
                <a:gd name="connsiteX5585" fmla="*/ 1606550 w 4719650"/>
                <a:gd name="connsiteY5585" fmla="*/ 899996 h 1454091"/>
                <a:gd name="connsiteX5586" fmla="*/ 1608189 w 4719650"/>
                <a:gd name="connsiteY5586" fmla="*/ 904914 h 1454091"/>
                <a:gd name="connsiteX5587" fmla="*/ 1604911 w 4719650"/>
                <a:gd name="connsiteY5587" fmla="*/ 906553 h 1454091"/>
                <a:gd name="connsiteX5588" fmla="*/ 1601632 w 4719650"/>
                <a:gd name="connsiteY5588" fmla="*/ 909832 h 1454091"/>
                <a:gd name="connsiteX5589" fmla="*/ 1599993 w 4719650"/>
                <a:gd name="connsiteY5589" fmla="*/ 911471 h 1454091"/>
                <a:gd name="connsiteX5590" fmla="*/ 1598353 w 4719650"/>
                <a:gd name="connsiteY5590" fmla="*/ 911471 h 1454091"/>
                <a:gd name="connsiteX5591" fmla="*/ 1596714 w 4719650"/>
                <a:gd name="connsiteY5591" fmla="*/ 911471 h 1454091"/>
                <a:gd name="connsiteX5592" fmla="*/ 1593435 w 4719650"/>
                <a:gd name="connsiteY5592" fmla="*/ 911471 h 1454091"/>
                <a:gd name="connsiteX5593" fmla="*/ 1588517 w 4719650"/>
                <a:gd name="connsiteY5593" fmla="*/ 913111 h 1454091"/>
                <a:gd name="connsiteX5594" fmla="*/ 1585238 w 4719650"/>
                <a:gd name="connsiteY5594" fmla="*/ 918028 h 1454091"/>
                <a:gd name="connsiteX5595" fmla="*/ 1583599 w 4719650"/>
                <a:gd name="connsiteY5595" fmla="*/ 921307 h 1454091"/>
                <a:gd name="connsiteX5596" fmla="*/ 1583599 w 4719650"/>
                <a:gd name="connsiteY5596" fmla="*/ 926225 h 1454091"/>
                <a:gd name="connsiteX5597" fmla="*/ 1580321 w 4719650"/>
                <a:gd name="connsiteY5597" fmla="*/ 924586 h 1454091"/>
                <a:gd name="connsiteX5598" fmla="*/ 1577042 w 4719650"/>
                <a:gd name="connsiteY5598" fmla="*/ 921307 h 1454091"/>
                <a:gd name="connsiteX5599" fmla="*/ 1572124 w 4719650"/>
                <a:gd name="connsiteY5599" fmla="*/ 921307 h 1454091"/>
                <a:gd name="connsiteX5600" fmla="*/ 1572124 w 4719650"/>
                <a:gd name="connsiteY5600" fmla="*/ 921307 h 1454091"/>
                <a:gd name="connsiteX5601" fmla="*/ 1567206 w 4719650"/>
                <a:gd name="connsiteY5601" fmla="*/ 919668 h 1454091"/>
                <a:gd name="connsiteX5602" fmla="*/ 1563927 w 4719650"/>
                <a:gd name="connsiteY5602" fmla="*/ 918028 h 1454091"/>
                <a:gd name="connsiteX5603" fmla="*/ 1560648 w 4719650"/>
                <a:gd name="connsiteY5603" fmla="*/ 919668 h 1454091"/>
                <a:gd name="connsiteX5604" fmla="*/ 1557370 w 4719650"/>
                <a:gd name="connsiteY5604" fmla="*/ 922946 h 1454091"/>
                <a:gd name="connsiteX5605" fmla="*/ 1554091 w 4719650"/>
                <a:gd name="connsiteY5605" fmla="*/ 926225 h 1454091"/>
                <a:gd name="connsiteX5606" fmla="*/ 1552452 w 4719650"/>
                <a:gd name="connsiteY5606" fmla="*/ 927865 h 1454091"/>
                <a:gd name="connsiteX5607" fmla="*/ 1550813 w 4719650"/>
                <a:gd name="connsiteY5607" fmla="*/ 924586 h 1454091"/>
                <a:gd name="connsiteX5608" fmla="*/ 1547534 w 4719650"/>
                <a:gd name="connsiteY5608" fmla="*/ 922946 h 1454091"/>
                <a:gd name="connsiteX5609" fmla="*/ 1542616 w 4719650"/>
                <a:gd name="connsiteY5609" fmla="*/ 919668 h 1454091"/>
                <a:gd name="connsiteX5610" fmla="*/ 1542616 w 4719650"/>
                <a:gd name="connsiteY5610" fmla="*/ 918028 h 1454091"/>
                <a:gd name="connsiteX5611" fmla="*/ 1544255 w 4719650"/>
                <a:gd name="connsiteY5611" fmla="*/ 914750 h 1454091"/>
                <a:gd name="connsiteX5612" fmla="*/ 1545894 w 4719650"/>
                <a:gd name="connsiteY5612" fmla="*/ 911471 h 1454091"/>
                <a:gd name="connsiteX5613" fmla="*/ 1549173 w 4719650"/>
                <a:gd name="connsiteY5613" fmla="*/ 909832 h 1454091"/>
                <a:gd name="connsiteX5614" fmla="*/ 1554091 w 4719650"/>
                <a:gd name="connsiteY5614" fmla="*/ 909832 h 1454091"/>
                <a:gd name="connsiteX5615" fmla="*/ 1554091 w 4719650"/>
                <a:gd name="connsiteY5615" fmla="*/ 904914 h 1454091"/>
                <a:gd name="connsiteX5616" fmla="*/ 1554091 w 4719650"/>
                <a:gd name="connsiteY5616" fmla="*/ 904914 h 1454091"/>
                <a:gd name="connsiteX5617" fmla="*/ 1550813 w 4719650"/>
                <a:gd name="connsiteY5617" fmla="*/ 901635 h 1454091"/>
                <a:gd name="connsiteX5618" fmla="*/ 1550813 w 4719650"/>
                <a:gd name="connsiteY5618" fmla="*/ 901635 h 1454091"/>
                <a:gd name="connsiteX5619" fmla="*/ 1549173 w 4719650"/>
                <a:gd name="connsiteY5619" fmla="*/ 899996 h 1454091"/>
                <a:gd name="connsiteX5620" fmla="*/ 1547534 w 4719650"/>
                <a:gd name="connsiteY5620" fmla="*/ 904914 h 1454091"/>
                <a:gd name="connsiteX5621" fmla="*/ 1542616 w 4719650"/>
                <a:gd name="connsiteY5621" fmla="*/ 904914 h 1454091"/>
                <a:gd name="connsiteX5622" fmla="*/ 1539337 w 4719650"/>
                <a:gd name="connsiteY5622" fmla="*/ 906553 h 1454091"/>
                <a:gd name="connsiteX5623" fmla="*/ 1534419 w 4719650"/>
                <a:gd name="connsiteY5623" fmla="*/ 904914 h 1454091"/>
                <a:gd name="connsiteX5624" fmla="*/ 1531140 w 4719650"/>
                <a:gd name="connsiteY5624" fmla="*/ 903275 h 1454091"/>
                <a:gd name="connsiteX5625" fmla="*/ 1527862 w 4719650"/>
                <a:gd name="connsiteY5625" fmla="*/ 899996 h 1454091"/>
                <a:gd name="connsiteX5626" fmla="*/ 1522944 w 4719650"/>
                <a:gd name="connsiteY5626" fmla="*/ 898356 h 1454091"/>
                <a:gd name="connsiteX5627" fmla="*/ 1519665 w 4719650"/>
                <a:gd name="connsiteY5627" fmla="*/ 898356 h 1454091"/>
                <a:gd name="connsiteX5628" fmla="*/ 1516387 w 4719650"/>
                <a:gd name="connsiteY5628" fmla="*/ 898356 h 1454091"/>
                <a:gd name="connsiteX5629" fmla="*/ 1513108 w 4719650"/>
                <a:gd name="connsiteY5629" fmla="*/ 901635 h 1454091"/>
                <a:gd name="connsiteX5630" fmla="*/ 1516387 w 4719650"/>
                <a:gd name="connsiteY5630" fmla="*/ 901635 h 1454091"/>
                <a:gd name="connsiteX5631" fmla="*/ 1519665 w 4719650"/>
                <a:gd name="connsiteY5631" fmla="*/ 904914 h 1454091"/>
                <a:gd name="connsiteX5632" fmla="*/ 1516387 w 4719650"/>
                <a:gd name="connsiteY5632" fmla="*/ 904914 h 1454091"/>
                <a:gd name="connsiteX5633" fmla="*/ 1513108 w 4719650"/>
                <a:gd name="connsiteY5633" fmla="*/ 908193 h 1454091"/>
                <a:gd name="connsiteX5634" fmla="*/ 1509829 w 4719650"/>
                <a:gd name="connsiteY5634" fmla="*/ 903275 h 1454091"/>
                <a:gd name="connsiteX5635" fmla="*/ 1508190 w 4719650"/>
                <a:gd name="connsiteY5635" fmla="*/ 899996 h 1454091"/>
                <a:gd name="connsiteX5636" fmla="*/ 1509829 w 4719650"/>
                <a:gd name="connsiteY5636" fmla="*/ 898356 h 1454091"/>
                <a:gd name="connsiteX5637" fmla="*/ 1506550 w 4719650"/>
                <a:gd name="connsiteY5637" fmla="*/ 896717 h 1454091"/>
                <a:gd name="connsiteX5638" fmla="*/ 1503272 w 4719650"/>
                <a:gd name="connsiteY5638" fmla="*/ 893438 h 1454091"/>
                <a:gd name="connsiteX5639" fmla="*/ 1499993 w 4719650"/>
                <a:gd name="connsiteY5639" fmla="*/ 890160 h 1454091"/>
                <a:gd name="connsiteX5640" fmla="*/ 1495075 w 4719650"/>
                <a:gd name="connsiteY5640" fmla="*/ 888521 h 1454091"/>
                <a:gd name="connsiteX5641" fmla="*/ 1495075 w 4719650"/>
                <a:gd name="connsiteY5641" fmla="*/ 891799 h 1454091"/>
                <a:gd name="connsiteX5642" fmla="*/ 1498354 w 4719650"/>
                <a:gd name="connsiteY5642" fmla="*/ 895078 h 1454091"/>
                <a:gd name="connsiteX5643" fmla="*/ 1495075 w 4719650"/>
                <a:gd name="connsiteY5643" fmla="*/ 895078 h 1454091"/>
                <a:gd name="connsiteX5644" fmla="*/ 1491796 w 4719650"/>
                <a:gd name="connsiteY5644" fmla="*/ 893438 h 1454091"/>
                <a:gd name="connsiteX5645" fmla="*/ 1486878 w 4719650"/>
                <a:gd name="connsiteY5645" fmla="*/ 893438 h 1454091"/>
                <a:gd name="connsiteX5646" fmla="*/ 1485239 w 4719650"/>
                <a:gd name="connsiteY5646" fmla="*/ 898356 h 1454091"/>
                <a:gd name="connsiteX5647" fmla="*/ 1481960 w 4719650"/>
                <a:gd name="connsiteY5647" fmla="*/ 898356 h 1454091"/>
                <a:gd name="connsiteX5648" fmla="*/ 1478681 w 4719650"/>
                <a:gd name="connsiteY5648" fmla="*/ 899996 h 1454091"/>
                <a:gd name="connsiteX5649" fmla="*/ 1473764 w 4719650"/>
                <a:gd name="connsiteY5649" fmla="*/ 896717 h 1454091"/>
                <a:gd name="connsiteX5650" fmla="*/ 1470485 w 4719650"/>
                <a:gd name="connsiteY5650" fmla="*/ 898356 h 1454091"/>
                <a:gd name="connsiteX5651" fmla="*/ 1467206 w 4719650"/>
                <a:gd name="connsiteY5651" fmla="*/ 898356 h 1454091"/>
                <a:gd name="connsiteX5652" fmla="*/ 1463928 w 4719650"/>
                <a:gd name="connsiteY5652" fmla="*/ 896717 h 1454091"/>
                <a:gd name="connsiteX5653" fmla="*/ 1459010 w 4719650"/>
                <a:gd name="connsiteY5653" fmla="*/ 891799 h 1454091"/>
                <a:gd name="connsiteX5654" fmla="*/ 1463928 w 4719650"/>
                <a:gd name="connsiteY5654" fmla="*/ 890160 h 1454091"/>
                <a:gd name="connsiteX5655" fmla="*/ 1465567 w 4719650"/>
                <a:gd name="connsiteY5655" fmla="*/ 886881 h 1454091"/>
                <a:gd name="connsiteX5656" fmla="*/ 1462288 w 4719650"/>
                <a:gd name="connsiteY5656" fmla="*/ 883603 h 1454091"/>
                <a:gd name="connsiteX5657" fmla="*/ 1459010 w 4719650"/>
                <a:gd name="connsiteY5657" fmla="*/ 878684 h 1454091"/>
                <a:gd name="connsiteX5658" fmla="*/ 1462288 w 4719650"/>
                <a:gd name="connsiteY5658" fmla="*/ 875406 h 1454091"/>
                <a:gd name="connsiteX5659" fmla="*/ 1457370 w 4719650"/>
                <a:gd name="connsiteY5659" fmla="*/ 873766 h 1454091"/>
                <a:gd name="connsiteX5660" fmla="*/ 1454091 w 4719650"/>
                <a:gd name="connsiteY5660" fmla="*/ 872127 h 1454091"/>
                <a:gd name="connsiteX5661" fmla="*/ 1450813 w 4719650"/>
                <a:gd name="connsiteY5661" fmla="*/ 868848 h 1454091"/>
                <a:gd name="connsiteX5662" fmla="*/ 1449174 w 4719650"/>
                <a:gd name="connsiteY5662" fmla="*/ 865570 h 1454091"/>
                <a:gd name="connsiteX5663" fmla="*/ 1449174 w 4719650"/>
                <a:gd name="connsiteY5663" fmla="*/ 865570 h 1454091"/>
                <a:gd name="connsiteX5664" fmla="*/ 1447534 w 4719650"/>
                <a:gd name="connsiteY5664" fmla="*/ 862291 h 1454091"/>
                <a:gd name="connsiteX5665" fmla="*/ 1445895 w 4719650"/>
                <a:gd name="connsiteY5665" fmla="*/ 859012 h 1454091"/>
                <a:gd name="connsiteX5666" fmla="*/ 1442616 w 4719650"/>
                <a:gd name="connsiteY5666" fmla="*/ 855734 h 1454091"/>
                <a:gd name="connsiteX5667" fmla="*/ 1439338 w 4719650"/>
                <a:gd name="connsiteY5667" fmla="*/ 852455 h 1454091"/>
                <a:gd name="connsiteX5668" fmla="*/ 1436059 w 4719650"/>
                <a:gd name="connsiteY5668" fmla="*/ 849176 h 1454091"/>
                <a:gd name="connsiteX5669" fmla="*/ 1432780 w 4719650"/>
                <a:gd name="connsiteY5669" fmla="*/ 849176 h 1454091"/>
                <a:gd name="connsiteX5670" fmla="*/ 1429501 w 4719650"/>
                <a:gd name="connsiteY5670" fmla="*/ 850816 h 1454091"/>
                <a:gd name="connsiteX5671" fmla="*/ 1426223 w 4719650"/>
                <a:gd name="connsiteY5671" fmla="*/ 850816 h 1454091"/>
                <a:gd name="connsiteX5672" fmla="*/ 1424584 w 4719650"/>
                <a:gd name="connsiteY5672" fmla="*/ 854094 h 1454091"/>
                <a:gd name="connsiteX5673" fmla="*/ 1421305 w 4719650"/>
                <a:gd name="connsiteY5673" fmla="*/ 855734 h 1454091"/>
                <a:gd name="connsiteX5674" fmla="*/ 1418026 w 4719650"/>
                <a:gd name="connsiteY5674" fmla="*/ 855734 h 1454091"/>
                <a:gd name="connsiteX5675" fmla="*/ 1413108 w 4719650"/>
                <a:gd name="connsiteY5675" fmla="*/ 854094 h 1454091"/>
                <a:gd name="connsiteX5676" fmla="*/ 1413108 w 4719650"/>
                <a:gd name="connsiteY5676" fmla="*/ 854094 h 1454091"/>
                <a:gd name="connsiteX5677" fmla="*/ 1408190 w 4719650"/>
                <a:gd name="connsiteY5677" fmla="*/ 852455 h 1454091"/>
                <a:gd name="connsiteX5678" fmla="*/ 1404911 w 4719650"/>
                <a:gd name="connsiteY5678" fmla="*/ 849176 h 1454091"/>
                <a:gd name="connsiteX5679" fmla="*/ 1399994 w 4719650"/>
                <a:gd name="connsiteY5679" fmla="*/ 847537 h 1454091"/>
                <a:gd name="connsiteX5680" fmla="*/ 1396715 w 4719650"/>
                <a:gd name="connsiteY5680" fmla="*/ 847537 h 1454091"/>
                <a:gd name="connsiteX5681" fmla="*/ 1391797 w 4719650"/>
                <a:gd name="connsiteY5681" fmla="*/ 847537 h 1454091"/>
                <a:gd name="connsiteX5682" fmla="*/ 1388518 w 4719650"/>
                <a:gd name="connsiteY5682" fmla="*/ 845898 h 1454091"/>
                <a:gd name="connsiteX5683" fmla="*/ 1386879 w 4719650"/>
                <a:gd name="connsiteY5683" fmla="*/ 847537 h 1454091"/>
                <a:gd name="connsiteX5684" fmla="*/ 1381961 w 4719650"/>
                <a:gd name="connsiteY5684" fmla="*/ 845898 h 1454091"/>
                <a:gd name="connsiteX5685" fmla="*/ 1378682 w 4719650"/>
                <a:gd name="connsiteY5685" fmla="*/ 844258 h 1454091"/>
                <a:gd name="connsiteX5686" fmla="*/ 1375403 w 4719650"/>
                <a:gd name="connsiteY5686" fmla="*/ 844258 h 1454091"/>
                <a:gd name="connsiteX5687" fmla="*/ 1377043 w 4719650"/>
                <a:gd name="connsiteY5687" fmla="*/ 847537 h 1454091"/>
                <a:gd name="connsiteX5688" fmla="*/ 1373764 w 4719650"/>
                <a:gd name="connsiteY5688" fmla="*/ 847537 h 1454091"/>
                <a:gd name="connsiteX5689" fmla="*/ 1370486 w 4719650"/>
                <a:gd name="connsiteY5689" fmla="*/ 847537 h 1454091"/>
                <a:gd name="connsiteX5690" fmla="*/ 1368846 w 4719650"/>
                <a:gd name="connsiteY5690" fmla="*/ 847537 h 1454091"/>
                <a:gd name="connsiteX5691" fmla="*/ 1368846 w 4719650"/>
                <a:gd name="connsiteY5691" fmla="*/ 850816 h 1454091"/>
                <a:gd name="connsiteX5692" fmla="*/ 1365567 w 4719650"/>
                <a:gd name="connsiteY5692" fmla="*/ 854094 h 1454091"/>
                <a:gd name="connsiteX5693" fmla="*/ 1362289 w 4719650"/>
                <a:gd name="connsiteY5693" fmla="*/ 854094 h 1454091"/>
                <a:gd name="connsiteX5694" fmla="*/ 1357371 w 4719650"/>
                <a:gd name="connsiteY5694" fmla="*/ 854094 h 1454091"/>
                <a:gd name="connsiteX5695" fmla="*/ 1357371 w 4719650"/>
                <a:gd name="connsiteY5695" fmla="*/ 857373 h 1454091"/>
                <a:gd name="connsiteX5696" fmla="*/ 1360650 w 4719650"/>
                <a:gd name="connsiteY5696" fmla="*/ 859012 h 1454091"/>
                <a:gd name="connsiteX5697" fmla="*/ 1359010 w 4719650"/>
                <a:gd name="connsiteY5697" fmla="*/ 860652 h 1454091"/>
                <a:gd name="connsiteX5698" fmla="*/ 1359010 w 4719650"/>
                <a:gd name="connsiteY5698" fmla="*/ 862291 h 1454091"/>
                <a:gd name="connsiteX5699" fmla="*/ 1357371 w 4719650"/>
                <a:gd name="connsiteY5699" fmla="*/ 862291 h 1454091"/>
                <a:gd name="connsiteX5700" fmla="*/ 1355731 w 4719650"/>
                <a:gd name="connsiteY5700" fmla="*/ 863931 h 1454091"/>
                <a:gd name="connsiteX5701" fmla="*/ 1352453 w 4719650"/>
                <a:gd name="connsiteY5701" fmla="*/ 863931 h 1454091"/>
                <a:gd name="connsiteX5702" fmla="*/ 1347535 w 4719650"/>
                <a:gd name="connsiteY5702" fmla="*/ 863931 h 1454091"/>
                <a:gd name="connsiteX5703" fmla="*/ 1344256 w 4719650"/>
                <a:gd name="connsiteY5703" fmla="*/ 867209 h 1454091"/>
                <a:gd name="connsiteX5704" fmla="*/ 1340977 w 4719650"/>
                <a:gd name="connsiteY5704" fmla="*/ 867209 h 1454091"/>
                <a:gd name="connsiteX5705" fmla="*/ 1337699 w 4719650"/>
                <a:gd name="connsiteY5705" fmla="*/ 867209 h 1454091"/>
                <a:gd name="connsiteX5706" fmla="*/ 1332781 w 4719650"/>
                <a:gd name="connsiteY5706" fmla="*/ 868848 h 1454091"/>
                <a:gd name="connsiteX5707" fmla="*/ 1329502 w 4719650"/>
                <a:gd name="connsiteY5707" fmla="*/ 870488 h 1454091"/>
                <a:gd name="connsiteX5708" fmla="*/ 1326223 w 4719650"/>
                <a:gd name="connsiteY5708" fmla="*/ 870488 h 1454091"/>
                <a:gd name="connsiteX5709" fmla="*/ 1321306 w 4719650"/>
                <a:gd name="connsiteY5709" fmla="*/ 872127 h 1454091"/>
                <a:gd name="connsiteX5710" fmla="*/ 1318027 w 4719650"/>
                <a:gd name="connsiteY5710" fmla="*/ 872127 h 1454091"/>
                <a:gd name="connsiteX5711" fmla="*/ 1314748 w 4719650"/>
                <a:gd name="connsiteY5711" fmla="*/ 873766 h 1454091"/>
                <a:gd name="connsiteX5712" fmla="*/ 1309830 w 4719650"/>
                <a:gd name="connsiteY5712" fmla="*/ 873766 h 1454091"/>
                <a:gd name="connsiteX5713" fmla="*/ 1306551 w 4719650"/>
                <a:gd name="connsiteY5713" fmla="*/ 873766 h 1454091"/>
                <a:gd name="connsiteX5714" fmla="*/ 1303273 w 4719650"/>
                <a:gd name="connsiteY5714" fmla="*/ 875406 h 1454091"/>
                <a:gd name="connsiteX5715" fmla="*/ 1299994 w 4719650"/>
                <a:gd name="connsiteY5715" fmla="*/ 875406 h 1454091"/>
                <a:gd name="connsiteX5716" fmla="*/ 1295076 w 4719650"/>
                <a:gd name="connsiteY5716" fmla="*/ 877045 h 1454091"/>
                <a:gd name="connsiteX5717" fmla="*/ 1293437 w 4719650"/>
                <a:gd name="connsiteY5717" fmla="*/ 878684 h 1454091"/>
                <a:gd name="connsiteX5718" fmla="*/ 1290158 w 4719650"/>
                <a:gd name="connsiteY5718" fmla="*/ 873766 h 1454091"/>
                <a:gd name="connsiteX5719" fmla="*/ 1286879 w 4719650"/>
                <a:gd name="connsiteY5719" fmla="*/ 875406 h 1454091"/>
                <a:gd name="connsiteX5720" fmla="*/ 1281961 w 4719650"/>
                <a:gd name="connsiteY5720" fmla="*/ 878684 h 1454091"/>
                <a:gd name="connsiteX5721" fmla="*/ 1278683 w 4719650"/>
                <a:gd name="connsiteY5721" fmla="*/ 877045 h 1454091"/>
                <a:gd name="connsiteX5722" fmla="*/ 1275404 w 4719650"/>
                <a:gd name="connsiteY5722" fmla="*/ 878684 h 1454091"/>
                <a:gd name="connsiteX5723" fmla="*/ 1272125 w 4719650"/>
                <a:gd name="connsiteY5723" fmla="*/ 880324 h 1454091"/>
                <a:gd name="connsiteX5724" fmla="*/ 1268847 w 4719650"/>
                <a:gd name="connsiteY5724" fmla="*/ 885242 h 1454091"/>
                <a:gd name="connsiteX5725" fmla="*/ 1270486 w 4719650"/>
                <a:gd name="connsiteY5725" fmla="*/ 888521 h 1454091"/>
                <a:gd name="connsiteX5726" fmla="*/ 1267207 w 4719650"/>
                <a:gd name="connsiteY5726" fmla="*/ 890160 h 1454091"/>
                <a:gd name="connsiteX5727" fmla="*/ 1263929 w 4719650"/>
                <a:gd name="connsiteY5727" fmla="*/ 888521 h 1454091"/>
                <a:gd name="connsiteX5728" fmla="*/ 1263929 w 4719650"/>
                <a:gd name="connsiteY5728" fmla="*/ 888521 h 1454091"/>
                <a:gd name="connsiteX5729" fmla="*/ 1259010 w 4719650"/>
                <a:gd name="connsiteY5729" fmla="*/ 886881 h 1454091"/>
                <a:gd name="connsiteX5730" fmla="*/ 1257371 w 4719650"/>
                <a:gd name="connsiteY5730" fmla="*/ 890160 h 1454091"/>
                <a:gd name="connsiteX5731" fmla="*/ 1252453 w 4719650"/>
                <a:gd name="connsiteY5731" fmla="*/ 888521 h 1454091"/>
                <a:gd name="connsiteX5732" fmla="*/ 1250814 w 4719650"/>
                <a:gd name="connsiteY5732" fmla="*/ 888521 h 1454091"/>
                <a:gd name="connsiteX5733" fmla="*/ 1247535 w 4719650"/>
                <a:gd name="connsiteY5733" fmla="*/ 888521 h 1454091"/>
                <a:gd name="connsiteX5734" fmla="*/ 1242617 w 4719650"/>
                <a:gd name="connsiteY5734" fmla="*/ 890160 h 1454091"/>
                <a:gd name="connsiteX5735" fmla="*/ 1239339 w 4719650"/>
                <a:gd name="connsiteY5735" fmla="*/ 890160 h 1454091"/>
                <a:gd name="connsiteX5736" fmla="*/ 1236060 w 4719650"/>
                <a:gd name="connsiteY5736" fmla="*/ 890160 h 1454091"/>
                <a:gd name="connsiteX5737" fmla="*/ 1234420 w 4719650"/>
                <a:gd name="connsiteY5737" fmla="*/ 895078 h 1454091"/>
                <a:gd name="connsiteX5738" fmla="*/ 1231142 w 4719650"/>
                <a:gd name="connsiteY5738" fmla="*/ 896717 h 1454091"/>
                <a:gd name="connsiteX5739" fmla="*/ 1229503 w 4719650"/>
                <a:gd name="connsiteY5739" fmla="*/ 895078 h 1454091"/>
                <a:gd name="connsiteX5740" fmla="*/ 1226224 w 4719650"/>
                <a:gd name="connsiteY5740" fmla="*/ 893438 h 1454091"/>
                <a:gd name="connsiteX5741" fmla="*/ 1222945 w 4719650"/>
                <a:gd name="connsiteY5741" fmla="*/ 893438 h 1454091"/>
                <a:gd name="connsiteX5742" fmla="*/ 1218027 w 4719650"/>
                <a:gd name="connsiteY5742" fmla="*/ 895078 h 1454091"/>
                <a:gd name="connsiteX5743" fmla="*/ 1214749 w 4719650"/>
                <a:gd name="connsiteY5743" fmla="*/ 896717 h 1454091"/>
                <a:gd name="connsiteX5744" fmla="*/ 1211470 w 4719650"/>
                <a:gd name="connsiteY5744" fmla="*/ 896717 h 1454091"/>
                <a:gd name="connsiteX5745" fmla="*/ 1208191 w 4719650"/>
                <a:gd name="connsiteY5745" fmla="*/ 896717 h 1454091"/>
                <a:gd name="connsiteX5746" fmla="*/ 1206552 w 4719650"/>
                <a:gd name="connsiteY5746" fmla="*/ 899996 h 1454091"/>
                <a:gd name="connsiteX5747" fmla="*/ 1203273 w 4719650"/>
                <a:gd name="connsiteY5747" fmla="*/ 899996 h 1454091"/>
                <a:gd name="connsiteX5748" fmla="*/ 1199994 w 4719650"/>
                <a:gd name="connsiteY5748" fmla="*/ 899996 h 1454091"/>
                <a:gd name="connsiteX5749" fmla="*/ 1195076 w 4719650"/>
                <a:gd name="connsiteY5749" fmla="*/ 899996 h 1454091"/>
                <a:gd name="connsiteX5750" fmla="*/ 1191798 w 4719650"/>
                <a:gd name="connsiteY5750" fmla="*/ 901635 h 1454091"/>
                <a:gd name="connsiteX5751" fmla="*/ 1191798 w 4719650"/>
                <a:gd name="connsiteY5751" fmla="*/ 904914 h 1454091"/>
                <a:gd name="connsiteX5752" fmla="*/ 1191798 w 4719650"/>
                <a:gd name="connsiteY5752" fmla="*/ 908193 h 1454091"/>
                <a:gd name="connsiteX5753" fmla="*/ 1188519 w 4719650"/>
                <a:gd name="connsiteY5753" fmla="*/ 906553 h 1454091"/>
                <a:gd name="connsiteX5754" fmla="*/ 1186880 w 4719650"/>
                <a:gd name="connsiteY5754" fmla="*/ 903275 h 1454091"/>
                <a:gd name="connsiteX5755" fmla="*/ 1183601 w 4719650"/>
                <a:gd name="connsiteY5755" fmla="*/ 903275 h 1454091"/>
                <a:gd name="connsiteX5756" fmla="*/ 1178683 w 4719650"/>
                <a:gd name="connsiteY5756" fmla="*/ 903275 h 1454091"/>
                <a:gd name="connsiteX5757" fmla="*/ 1175404 w 4719650"/>
                <a:gd name="connsiteY5757" fmla="*/ 903275 h 1454091"/>
                <a:gd name="connsiteX5758" fmla="*/ 1173765 w 4719650"/>
                <a:gd name="connsiteY5758" fmla="*/ 906553 h 1454091"/>
                <a:gd name="connsiteX5759" fmla="*/ 1168847 w 4719650"/>
                <a:gd name="connsiteY5759" fmla="*/ 906553 h 1454091"/>
                <a:gd name="connsiteX5760" fmla="*/ 1165569 w 4719650"/>
                <a:gd name="connsiteY5760" fmla="*/ 903275 h 1454091"/>
                <a:gd name="connsiteX5761" fmla="*/ 1162290 w 4719650"/>
                <a:gd name="connsiteY5761" fmla="*/ 903275 h 1454091"/>
                <a:gd name="connsiteX5762" fmla="*/ 1160650 w 4719650"/>
                <a:gd name="connsiteY5762" fmla="*/ 903275 h 1454091"/>
                <a:gd name="connsiteX5763" fmla="*/ 1160650 w 4719650"/>
                <a:gd name="connsiteY5763" fmla="*/ 904914 h 1454091"/>
                <a:gd name="connsiteX5764" fmla="*/ 1155732 w 4719650"/>
                <a:gd name="connsiteY5764" fmla="*/ 903275 h 1454091"/>
                <a:gd name="connsiteX5765" fmla="*/ 1155732 w 4719650"/>
                <a:gd name="connsiteY5765" fmla="*/ 903275 h 1454091"/>
                <a:gd name="connsiteX5766" fmla="*/ 1152454 w 4719650"/>
                <a:gd name="connsiteY5766" fmla="*/ 901635 h 1454091"/>
                <a:gd name="connsiteX5767" fmla="*/ 1147536 w 4719650"/>
                <a:gd name="connsiteY5767" fmla="*/ 903275 h 1454091"/>
                <a:gd name="connsiteX5768" fmla="*/ 1147536 w 4719650"/>
                <a:gd name="connsiteY5768" fmla="*/ 906553 h 1454091"/>
                <a:gd name="connsiteX5769" fmla="*/ 1144257 w 4719650"/>
                <a:gd name="connsiteY5769" fmla="*/ 906553 h 1454091"/>
                <a:gd name="connsiteX5770" fmla="*/ 1140979 w 4719650"/>
                <a:gd name="connsiteY5770" fmla="*/ 906553 h 1454091"/>
                <a:gd name="connsiteX5771" fmla="*/ 1144257 w 4719650"/>
                <a:gd name="connsiteY5771" fmla="*/ 909832 h 1454091"/>
                <a:gd name="connsiteX5772" fmla="*/ 1149175 w 4719650"/>
                <a:gd name="connsiteY5772" fmla="*/ 911471 h 1454091"/>
                <a:gd name="connsiteX5773" fmla="*/ 1147536 w 4719650"/>
                <a:gd name="connsiteY5773" fmla="*/ 913111 h 1454091"/>
                <a:gd name="connsiteX5774" fmla="*/ 1145896 w 4719650"/>
                <a:gd name="connsiteY5774" fmla="*/ 918028 h 1454091"/>
                <a:gd name="connsiteX5775" fmla="*/ 1142617 w 4719650"/>
                <a:gd name="connsiteY5775" fmla="*/ 918028 h 1454091"/>
                <a:gd name="connsiteX5776" fmla="*/ 1145896 w 4719650"/>
                <a:gd name="connsiteY5776" fmla="*/ 919668 h 1454091"/>
                <a:gd name="connsiteX5777" fmla="*/ 1149175 w 4719650"/>
                <a:gd name="connsiteY5777" fmla="*/ 921307 h 1454091"/>
                <a:gd name="connsiteX5778" fmla="*/ 1152454 w 4719650"/>
                <a:gd name="connsiteY5778" fmla="*/ 922946 h 1454091"/>
                <a:gd name="connsiteX5779" fmla="*/ 1157372 w 4719650"/>
                <a:gd name="connsiteY5779" fmla="*/ 921307 h 1454091"/>
                <a:gd name="connsiteX5780" fmla="*/ 1160650 w 4719650"/>
                <a:gd name="connsiteY5780" fmla="*/ 921307 h 1454091"/>
                <a:gd name="connsiteX5781" fmla="*/ 1163929 w 4719650"/>
                <a:gd name="connsiteY5781" fmla="*/ 924586 h 1454091"/>
                <a:gd name="connsiteX5782" fmla="*/ 1160650 w 4719650"/>
                <a:gd name="connsiteY5782" fmla="*/ 927865 h 1454091"/>
                <a:gd name="connsiteX5783" fmla="*/ 1157372 w 4719650"/>
                <a:gd name="connsiteY5783" fmla="*/ 926225 h 1454091"/>
                <a:gd name="connsiteX5784" fmla="*/ 1154093 w 4719650"/>
                <a:gd name="connsiteY5784" fmla="*/ 927865 h 1454091"/>
                <a:gd name="connsiteX5785" fmla="*/ 1152454 w 4719650"/>
                <a:gd name="connsiteY5785" fmla="*/ 931143 h 1454091"/>
                <a:gd name="connsiteX5786" fmla="*/ 1157372 w 4719650"/>
                <a:gd name="connsiteY5786" fmla="*/ 934422 h 1454091"/>
                <a:gd name="connsiteX5787" fmla="*/ 1160650 w 4719650"/>
                <a:gd name="connsiteY5787" fmla="*/ 934422 h 1454091"/>
                <a:gd name="connsiteX5788" fmla="*/ 1165569 w 4719650"/>
                <a:gd name="connsiteY5788" fmla="*/ 936061 h 1454091"/>
                <a:gd name="connsiteX5789" fmla="*/ 1168847 w 4719650"/>
                <a:gd name="connsiteY5789" fmla="*/ 937701 h 1454091"/>
                <a:gd name="connsiteX5790" fmla="*/ 1172126 w 4719650"/>
                <a:gd name="connsiteY5790" fmla="*/ 936061 h 1454091"/>
                <a:gd name="connsiteX5791" fmla="*/ 1175404 w 4719650"/>
                <a:gd name="connsiteY5791" fmla="*/ 939340 h 1454091"/>
                <a:gd name="connsiteX5792" fmla="*/ 1180323 w 4719650"/>
                <a:gd name="connsiteY5792" fmla="*/ 939340 h 1454091"/>
                <a:gd name="connsiteX5793" fmla="*/ 1183601 w 4719650"/>
                <a:gd name="connsiteY5793" fmla="*/ 940979 h 1454091"/>
                <a:gd name="connsiteX5794" fmla="*/ 1186880 w 4719650"/>
                <a:gd name="connsiteY5794" fmla="*/ 940979 h 1454091"/>
                <a:gd name="connsiteX5795" fmla="*/ 1188519 w 4719650"/>
                <a:gd name="connsiteY5795" fmla="*/ 945897 h 1454091"/>
                <a:gd name="connsiteX5796" fmla="*/ 1185240 w 4719650"/>
                <a:gd name="connsiteY5796" fmla="*/ 949176 h 1454091"/>
                <a:gd name="connsiteX5797" fmla="*/ 1181962 w 4719650"/>
                <a:gd name="connsiteY5797" fmla="*/ 947537 h 1454091"/>
                <a:gd name="connsiteX5798" fmla="*/ 1177044 w 4719650"/>
                <a:gd name="connsiteY5798" fmla="*/ 947537 h 1454091"/>
                <a:gd name="connsiteX5799" fmla="*/ 1173765 w 4719650"/>
                <a:gd name="connsiteY5799" fmla="*/ 947537 h 1454091"/>
                <a:gd name="connsiteX5800" fmla="*/ 1170486 w 4719650"/>
                <a:gd name="connsiteY5800" fmla="*/ 945897 h 1454091"/>
                <a:gd name="connsiteX5801" fmla="*/ 1165569 w 4719650"/>
                <a:gd name="connsiteY5801" fmla="*/ 945897 h 1454091"/>
                <a:gd name="connsiteX5802" fmla="*/ 1162290 w 4719650"/>
                <a:gd name="connsiteY5802" fmla="*/ 945897 h 1454091"/>
                <a:gd name="connsiteX5803" fmla="*/ 1159011 w 4719650"/>
                <a:gd name="connsiteY5803" fmla="*/ 945897 h 1454091"/>
                <a:gd name="connsiteX5804" fmla="*/ 1157372 w 4719650"/>
                <a:gd name="connsiteY5804" fmla="*/ 945897 h 1454091"/>
                <a:gd name="connsiteX5805" fmla="*/ 1152454 w 4719650"/>
                <a:gd name="connsiteY5805" fmla="*/ 947537 h 1454091"/>
                <a:gd name="connsiteX5806" fmla="*/ 1154093 w 4719650"/>
                <a:gd name="connsiteY5806" fmla="*/ 950815 h 1454091"/>
                <a:gd name="connsiteX5807" fmla="*/ 1150814 w 4719650"/>
                <a:gd name="connsiteY5807" fmla="*/ 954094 h 1454091"/>
                <a:gd name="connsiteX5808" fmla="*/ 1147536 w 4719650"/>
                <a:gd name="connsiteY5808" fmla="*/ 955733 h 1454091"/>
                <a:gd name="connsiteX5809" fmla="*/ 1147536 w 4719650"/>
                <a:gd name="connsiteY5809" fmla="*/ 960651 h 1454091"/>
                <a:gd name="connsiteX5810" fmla="*/ 1150814 w 4719650"/>
                <a:gd name="connsiteY5810" fmla="*/ 962291 h 1454091"/>
                <a:gd name="connsiteX5811" fmla="*/ 1152454 w 4719650"/>
                <a:gd name="connsiteY5811" fmla="*/ 965569 h 1454091"/>
                <a:gd name="connsiteX5812" fmla="*/ 1157372 w 4719650"/>
                <a:gd name="connsiteY5812" fmla="*/ 967209 h 1454091"/>
                <a:gd name="connsiteX5813" fmla="*/ 1159011 w 4719650"/>
                <a:gd name="connsiteY5813" fmla="*/ 970487 h 1454091"/>
                <a:gd name="connsiteX5814" fmla="*/ 1162290 w 4719650"/>
                <a:gd name="connsiteY5814" fmla="*/ 973766 h 1454091"/>
                <a:gd name="connsiteX5815" fmla="*/ 1162290 w 4719650"/>
                <a:gd name="connsiteY5815" fmla="*/ 975405 h 1454091"/>
                <a:gd name="connsiteX5816" fmla="*/ 1157372 w 4719650"/>
                <a:gd name="connsiteY5816" fmla="*/ 978684 h 1454091"/>
                <a:gd name="connsiteX5817" fmla="*/ 1154093 w 4719650"/>
                <a:gd name="connsiteY5817" fmla="*/ 981963 h 1454091"/>
                <a:gd name="connsiteX5818" fmla="*/ 1150814 w 4719650"/>
                <a:gd name="connsiteY5818" fmla="*/ 981963 h 1454091"/>
                <a:gd name="connsiteX5819" fmla="*/ 1145896 w 4719650"/>
                <a:gd name="connsiteY5819" fmla="*/ 981963 h 1454091"/>
                <a:gd name="connsiteX5820" fmla="*/ 1142617 w 4719650"/>
                <a:gd name="connsiteY5820" fmla="*/ 985241 h 1454091"/>
                <a:gd name="connsiteX5821" fmla="*/ 1139339 w 4719650"/>
                <a:gd name="connsiteY5821" fmla="*/ 988520 h 1454091"/>
                <a:gd name="connsiteX5822" fmla="*/ 1136060 w 4719650"/>
                <a:gd name="connsiteY5822" fmla="*/ 988520 h 1454091"/>
                <a:gd name="connsiteX5823" fmla="*/ 1136060 w 4719650"/>
                <a:gd name="connsiteY5823" fmla="*/ 988520 h 1454091"/>
                <a:gd name="connsiteX5824" fmla="*/ 1132782 w 4719650"/>
                <a:gd name="connsiteY5824" fmla="*/ 988520 h 1454091"/>
                <a:gd name="connsiteX5825" fmla="*/ 1132782 w 4719650"/>
                <a:gd name="connsiteY5825" fmla="*/ 990159 h 1454091"/>
                <a:gd name="connsiteX5826" fmla="*/ 1137700 w 4719650"/>
                <a:gd name="connsiteY5826" fmla="*/ 993438 h 1454091"/>
                <a:gd name="connsiteX5827" fmla="*/ 1140979 w 4719650"/>
                <a:gd name="connsiteY5827" fmla="*/ 993438 h 1454091"/>
                <a:gd name="connsiteX5828" fmla="*/ 1144257 w 4719650"/>
                <a:gd name="connsiteY5828" fmla="*/ 995077 h 1454091"/>
                <a:gd name="connsiteX5829" fmla="*/ 1149175 w 4719650"/>
                <a:gd name="connsiteY5829" fmla="*/ 996717 h 1454091"/>
                <a:gd name="connsiteX5830" fmla="*/ 1150814 w 4719650"/>
                <a:gd name="connsiteY5830" fmla="*/ 999995 h 1454091"/>
                <a:gd name="connsiteX5831" fmla="*/ 1154093 w 4719650"/>
                <a:gd name="connsiteY5831" fmla="*/ 1004913 h 1454091"/>
                <a:gd name="connsiteX5832" fmla="*/ 1159011 w 4719650"/>
                <a:gd name="connsiteY5832" fmla="*/ 1004913 h 1454091"/>
                <a:gd name="connsiteX5833" fmla="*/ 1162290 w 4719650"/>
                <a:gd name="connsiteY5833" fmla="*/ 1004913 h 1454091"/>
                <a:gd name="connsiteX5834" fmla="*/ 1165569 w 4719650"/>
                <a:gd name="connsiteY5834" fmla="*/ 1004913 h 1454091"/>
                <a:gd name="connsiteX5835" fmla="*/ 1168847 w 4719650"/>
                <a:gd name="connsiteY5835" fmla="*/ 1004913 h 1454091"/>
                <a:gd name="connsiteX5836" fmla="*/ 1170486 w 4719650"/>
                <a:gd name="connsiteY5836" fmla="*/ 1008192 h 1454091"/>
                <a:gd name="connsiteX5837" fmla="*/ 1173765 w 4719650"/>
                <a:gd name="connsiteY5837" fmla="*/ 1009831 h 1454091"/>
                <a:gd name="connsiteX5838" fmla="*/ 1177044 w 4719650"/>
                <a:gd name="connsiteY5838" fmla="*/ 1011471 h 1454091"/>
                <a:gd name="connsiteX5839" fmla="*/ 1181962 w 4719650"/>
                <a:gd name="connsiteY5839" fmla="*/ 1011471 h 1454091"/>
                <a:gd name="connsiteX5840" fmla="*/ 1185240 w 4719650"/>
                <a:gd name="connsiteY5840" fmla="*/ 1011471 h 1454091"/>
                <a:gd name="connsiteX5841" fmla="*/ 1188519 w 4719650"/>
                <a:gd name="connsiteY5841" fmla="*/ 1013110 h 1454091"/>
                <a:gd name="connsiteX5842" fmla="*/ 1188519 w 4719650"/>
                <a:gd name="connsiteY5842" fmla="*/ 1013110 h 1454091"/>
                <a:gd name="connsiteX5843" fmla="*/ 1191798 w 4719650"/>
                <a:gd name="connsiteY5843" fmla="*/ 1016389 h 1454091"/>
                <a:gd name="connsiteX5844" fmla="*/ 1196716 w 4719650"/>
                <a:gd name="connsiteY5844" fmla="*/ 1019668 h 1454091"/>
                <a:gd name="connsiteX5845" fmla="*/ 1198355 w 4719650"/>
                <a:gd name="connsiteY5845" fmla="*/ 1019668 h 1454091"/>
                <a:gd name="connsiteX5846" fmla="*/ 1193437 w 4719650"/>
                <a:gd name="connsiteY5846" fmla="*/ 1021307 h 1454091"/>
                <a:gd name="connsiteX5847" fmla="*/ 1193437 w 4719650"/>
                <a:gd name="connsiteY5847" fmla="*/ 1024585 h 1454091"/>
                <a:gd name="connsiteX5848" fmla="*/ 1195076 w 4719650"/>
                <a:gd name="connsiteY5848" fmla="*/ 1029503 h 1454091"/>
                <a:gd name="connsiteX5849" fmla="*/ 1195076 w 4719650"/>
                <a:gd name="connsiteY5849" fmla="*/ 1029503 h 1454091"/>
                <a:gd name="connsiteX5850" fmla="*/ 1195076 w 4719650"/>
                <a:gd name="connsiteY5850" fmla="*/ 1031143 h 1454091"/>
                <a:gd name="connsiteX5851" fmla="*/ 1195076 w 4719650"/>
                <a:gd name="connsiteY5851" fmla="*/ 1034421 h 1454091"/>
                <a:gd name="connsiteX5852" fmla="*/ 1195076 w 4719650"/>
                <a:gd name="connsiteY5852" fmla="*/ 1037700 h 1454091"/>
                <a:gd name="connsiteX5853" fmla="*/ 1191798 w 4719650"/>
                <a:gd name="connsiteY5853" fmla="*/ 1040979 h 1454091"/>
                <a:gd name="connsiteX5854" fmla="*/ 1188519 w 4719650"/>
                <a:gd name="connsiteY5854" fmla="*/ 1040979 h 1454091"/>
                <a:gd name="connsiteX5855" fmla="*/ 1183601 w 4719650"/>
                <a:gd name="connsiteY5855" fmla="*/ 1042618 h 1454091"/>
                <a:gd name="connsiteX5856" fmla="*/ 1180323 w 4719650"/>
                <a:gd name="connsiteY5856" fmla="*/ 1044258 h 1454091"/>
                <a:gd name="connsiteX5857" fmla="*/ 1177044 w 4719650"/>
                <a:gd name="connsiteY5857" fmla="*/ 1044258 h 1454091"/>
                <a:gd name="connsiteX5858" fmla="*/ 1172126 w 4719650"/>
                <a:gd name="connsiteY5858" fmla="*/ 1045897 h 1454091"/>
                <a:gd name="connsiteX5859" fmla="*/ 1168847 w 4719650"/>
                <a:gd name="connsiteY5859" fmla="*/ 1044258 h 1454091"/>
                <a:gd name="connsiteX5860" fmla="*/ 1165569 w 4719650"/>
                <a:gd name="connsiteY5860" fmla="*/ 1044258 h 1454091"/>
                <a:gd name="connsiteX5861" fmla="*/ 1160650 w 4719650"/>
                <a:gd name="connsiteY5861" fmla="*/ 1044258 h 1454091"/>
                <a:gd name="connsiteX5862" fmla="*/ 1157372 w 4719650"/>
                <a:gd name="connsiteY5862" fmla="*/ 1042618 h 1454091"/>
                <a:gd name="connsiteX5863" fmla="*/ 1154093 w 4719650"/>
                <a:gd name="connsiteY5863" fmla="*/ 1040979 h 1454091"/>
                <a:gd name="connsiteX5864" fmla="*/ 1152454 w 4719650"/>
                <a:gd name="connsiteY5864" fmla="*/ 1037700 h 1454091"/>
                <a:gd name="connsiteX5865" fmla="*/ 1149175 w 4719650"/>
                <a:gd name="connsiteY5865" fmla="*/ 1036061 h 1454091"/>
                <a:gd name="connsiteX5866" fmla="*/ 1145896 w 4719650"/>
                <a:gd name="connsiteY5866" fmla="*/ 1037700 h 1454091"/>
                <a:gd name="connsiteX5867" fmla="*/ 1145896 w 4719650"/>
                <a:gd name="connsiteY5867" fmla="*/ 1037700 h 1454091"/>
                <a:gd name="connsiteX5868" fmla="*/ 1145896 w 4719650"/>
                <a:gd name="connsiteY5868" fmla="*/ 1037700 h 1454091"/>
                <a:gd name="connsiteX5869" fmla="*/ 1145896 w 4719650"/>
                <a:gd name="connsiteY5869" fmla="*/ 1042618 h 1454091"/>
                <a:gd name="connsiteX5870" fmla="*/ 1145896 w 4719650"/>
                <a:gd name="connsiteY5870" fmla="*/ 1045897 h 1454091"/>
                <a:gd name="connsiteX5871" fmla="*/ 1145896 w 4719650"/>
                <a:gd name="connsiteY5871" fmla="*/ 1047536 h 1454091"/>
                <a:gd name="connsiteX5872" fmla="*/ 1140979 w 4719650"/>
                <a:gd name="connsiteY5872" fmla="*/ 1050815 h 1454091"/>
                <a:gd name="connsiteX5873" fmla="*/ 1137700 w 4719650"/>
                <a:gd name="connsiteY5873" fmla="*/ 1050815 h 1454091"/>
                <a:gd name="connsiteX5874" fmla="*/ 1134421 w 4719650"/>
                <a:gd name="connsiteY5874" fmla="*/ 1050815 h 1454091"/>
                <a:gd name="connsiteX5875" fmla="*/ 1136060 w 4719650"/>
                <a:gd name="connsiteY5875" fmla="*/ 1047536 h 1454091"/>
                <a:gd name="connsiteX5876" fmla="*/ 1131142 w 4719650"/>
                <a:gd name="connsiteY5876" fmla="*/ 1045897 h 1454091"/>
                <a:gd name="connsiteX5877" fmla="*/ 1127864 w 4719650"/>
                <a:gd name="connsiteY5877" fmla="*/ 1045897 h 1454091"/>
                <a:gd name="connsiteX5878" fmla="*/ 1122946 w 4719650"/>
                <a:gd name="connsiteY5878" fmla="*/ 1044258 h 1454091"/>
                <a:gd name="connsiteX5879" fmla="*/ 1119667 w 4719650"/>
                <a:gd name="connsiteY5879" fmla="*/ 1044258 h 1454091"/>
                <a:gd name="connsiteX5880" fmla="*/ 1116388 w 4719650"/>
                <a:gd name="connsiteY5880" fmla="*/ 1044258 h 1454091"/>
                <a:gd name="connsiteX5881" fmla="*/ 1114749 w 4719650"/>
                <a:gd name="connsiteY5881" fmla="*/ 1044258 h 1454091"/>
                <a:gd name="connsiteX5882" fmla="*/ 1111470 w 4719650"/>
                <a:gd name="connsiteY5882" fmla="*/ 1042618 h 1454091"/>
                <a:gd name="connsiteX5883" fmla="*/ 1106552 w 4719650"/>
                <a:gd name="connsiteY5883" fmla="*/ 1039340 h 1454091"/>
                <a:gd name="connsiteX5884" fmla="*/ 1103273 w 4719650"/>
                <a:gd name="connsiteY5884" fmla="*/ 1039340 h 1454091"/>
                <a:gd name="connsiteX5885" fmla="*/ 1099995 w 4719650"/>
                <a:gd name="connsiteY5885" fmla="*/ 1036061 h 1454091"/>
                <a:gd name="connsiteX5886" fmla="*/ 1098356 w 4719650"/>
                <a:gd name="connsiteY5886" fmla="*/ 1032782 h 1454091"/>
                <a:gd name="connsiteX5887" fmla="*/ 1098356 w 4719650"/>
                <a:gd name="connsiteY5887" fmla="*/ 1029503 h 1454091"/>
                <a:gd name="connsiteX5888" fmla="*/ 1093437 w 4719650"/>
                <a:gd name="connsiteY5888" fmla="*/ 1027864 h 1454091"/>
                <a:gd name="connsiteX5889" fmla="*/ 1093437 w 4719650"/>
                <a:gd name="connsiteY5889" fmla="*/ 1027864 h 1454091"/>
                <a:gd name="connsiteX5890" fmla="*/ 1091798 w 4719650"/>
                <a:gd name="connsiteY5890" fmla="*/ 1027864 h 1454091"/>
                <a:gd name="connsiteX5891" fmla="*/ 1088520 w 4719650"/>
                <a:gd name="connsiteY5891" fmla="*/ 1024585 h 1454091"/>
                <a:gd name="connsiteX5892" fmla="*/ 1085241 w 4719650"/>
                <a:gd name="connsiteY5892" fmla="*/ 1024585 h 1454091"/>
                <a:gd name="connsiteX5893" fmla="*/ 1081962 w 4719650"/>
                <a:gd name="connsiteY5893" fmla="*/ 1027864 h 1454091"/>
                <a:gd name="connsiteX5894" fmla="*/ 1077044 w 4719650"/>
                <a:gd name="connsiteY5894" fmla="*/ 1027864 h 1454091"/>
                <a:gd name="connsiteX5895" fmla="*/ 1073766 w 4719650"/>
                <a:gd name="connsiteY5895" fmla="*/ 1026225 h 1454091"/>
                <a:gd name="connsiteX5896" fmla="*/ 1070487 w 4719650"/>
                <a:gd name="connsiteY5896" fmla="*/ 1026225 h 1454091"/>
                <a:gd name="connsiteX5897" fmla="*/ 1068847 w 4719650"/>
                <a:gd name="connsiteY5897" fmla="*/ 1026225 h 1454091"/>
                <a:gd name="connsiteX5898" fmla="*/ 1070487 w 4719650"/>
                <a:gd name="connsiteY5898" fmla="*/ 1031143 h 1454091"/>
                <a:gd name="connsiteX5899" fmla="*/ 1070487 w 4719650"/>
                <a:gd name="connsiteY5899" fmla="*/ 1034421 h 1454091"/>
                <a:gd name="connsiteX5900" fmla="*/ 1067208 w 4719650"/>
                <a:gd name="connsiteY5900" fmla="*/ 1034421 h 1454091"/>
                <a:gd name="connsiteX5901" fmla="*/ 1063930 w 4719650"/>
                <a:gd name="connsiteY5901" fmla="*/ 1036061 h 1454091"/>
                <a:gd name="connsiteX5902" fmla="*/ 1062290 w 4719650"/>
                <a:gd name="connsiteY5902" fmla="*/ 1036061 h 1454091"/>
                <a:gd name="connsiteX5903" fmla="*/ 1059012 w 4719650"/>
                <a:gd name="connsiteY5903" fmla="*/ 1036061 h 1454091"/>
                <a:gd name="connsiteX5904" fmla="*/ 1055733 w 4719650"/>
                <a:gd name="connsiteY5904" fmla="*/ 1031143 h 1454091"/>
                <a:gd name="connsiteX5905" fmla="*/ 1052454 w 4719650"/>
                <a:gd name="connsiteY5905" fmla="*/ 1029503 h 1454091"/>
                <a:gd name="connsiteX5906" fmla="*/ 1049176 w 4719650"/>
                <a:gd name="connsiteY5906" fmla="*/ 1026225 h 1454091"/>
                <a:gd name="connsiteX5907" fmla="*/ 1045897 w 4719650"/>
                <a:gd name="connsiteY5907" fmla="*/ 1027864 h 1454091"/>
                <a:gd name="connsiteX5908" fmla="*/ 1042618 w 4719650"/>
                <a:gd name="connsiteY5908" fmla="*/ 1027864 h 1454091"/>
                <a:gd name="connsiteX5909" fmla="*/ 1039339 w 4719650"/>
                <a:gd name="connsiteY5909" fmla="*/ 1027864 h 1454091"/>
                <a:gd name="connsiteX5910" fmla="*/ 1034422 w 4719650"/>
                <a:gd name="connsiteY5910" fmla="*/ 1027864 h 1454091"/>
                <a:gd name="connsiteX5911" fmla="*/ 1034422 w 4719650"/>
                <a:gd name="connsiteY5911" fmla="*/ 1031143 h 1454091"/>
                <a:gd name="connsiteX5912" fmla="*/ 1031143 w 4719650"/>
                <a:gd name="connsiteY5912" fmla="*/ 1029503 h 1454091"/>
                <a:gd name="connsiteX5913" fmla="*/ 1026225 w 4719650"/>
                <a:gd name="connsiteY5913" fmla="*/ 1027864 h 1454091"/>
                <a:gd name="connsiteX5914" fmla="*/ 1026225 w 4719650"/>
                <a:gd name="connsiteY5914" fmla="*/ 1032782 h 1454091"/>
                <a:gd name="connsiteX5915" fmla="*/ 1021307 w 4719650"/>
                <a:gd name="connsiteY5915" fmla="*/ 1034421 h 1454091"/>
                <a:gd name="connsiteX5916" fmla="*/ 1018028 w 4719650"/>
                <a:gd name="connsiteY5916" fmla="*/ 1037700 h 1454091"/>
                <a:gd name="connsiteX5917" fmla="*/ 1018028 w 4719650"/>
                <a:gd name="connsiteY5917" fmla="*/ 1039340 h 1454091"/>
                <a:gd name="connsiteX5918" fmla="*/ 1018028 w 4719650"/>
                <a:gd name="connsiteY5918" fmla="*/ 1042618 h 1454091"/>
                <a:gd name="connsiteX5919" fmla="*/ 1013110 w 4719650"/>
                <a:gd name="connsiteY5919" fmla="*/ 1045897 h 1454091"/>
                <a:gd name="connsiteX5920" fmla="*/ 1009832 w 4719650"/>
                <a:gd name="connsiteY5920" fmla="*/ 1047536 h 1454091"/>
                <a:gd name="connsiteX5921" fmla="*/ 1006553 w 4719650"/>
                <a:gd name="connsiteY5921" fmla="*/ 1050815 h 1454091"/>
                <a:gd name="connsiteX5922" fmla="*/ 1001635 w 4719650"/>
                <a:gd name="connsiteY5922" fmla="*/ 1047536 h 1454091"/>
                <a:gd name="connsiteX5923" fmla="*/ 998356 w 4719650"/>
                <a:gd name="connsiteY5923" fmla="*/ 1044258 h 1454091"/>
                <a:gd name="connsiteX5924" fmla="*/ 995077 w 4719650"/>
                <a:gd name="connsiteY5924" fmla="*/ 1045897 h 1454091"/>
                <a:gd name="connsiteX5925" fmla="*/ 991799 w 4719650"/>
                <a:gd name="connsiteY5925" fmla="*/ 1044258 h 1454091"/>
                <a:gd name="connsiteX5926" fmla="*/ 986880 w 4719650"/>
                <a:gd name="connsiteY5926" fmla="*/ 1040979 h 1454091"/>
                <a:gd name="connsiteX5927" fmla="*/ 983602 w 4719650"/>
                <a:gd name="connsiteY5927" fmla="*/ 1039340 h 1454091"/>
                <a:gd name="connsiteX5928" fmla="*/ 980323 w 4719650"/>
                <a:gd name="connsiteY5928" fmla="*/ 1034421 h 1454091"/>
                <a:gd name="connsiteX5929" fmla="*/ 978684 w 4719650"/>
                <a:gd name="connsiteY5929" fmla="*/ 1034421 h 1454091"/>
                <a:gd name="connsiteX5930" fmla="*/ 975405 w 4719650"/>
                <a:gd name="connsiteY5930" fmla="*/ 1032782 h 1454091"/>
                <a:gd name="connsiteX5931" fmla="*/ 970487 w 4719650"/>
                <a:gd name="connsiteY5931" fmla="*/ 1031143 h 1454091"/>
                <a:gd name="connsiteX5932" fmla="*/ 967209 w 4719650"/>
                <a:gd name="connsiteY5932" fmla="*/ 1029503 h 1454091"/>
                <a:gd name="connsiteX5933" fmla="*/ 963930 w 4719650"/>
                <a:gd name="connsiteY5933" fmla="*/ 1031143 h 1454091"/>
                <a:gd name="connsiteX5934" fmla="*/ 965569 w 4719650"/>
                <a:gd name="connsiteY5934" fmla="*/ 1034421 h 1454091"/>
                <a:gd name="connsiteX5935" fmla="*/ 968848 w 4719650"/>
                <a:gd name="connsiteY5935" fmla="*/ 1037700 h 1454091"/>
                <a:gd name="connsiteX5936" fmla="*/ 970487 w 4719650"/>
                <a:gd name="connsiteY5936" fmla="*/ 1040979 h 1454091"/>
                <a:gd name="connsiteX5937" fmla="*/ 972127 w 4719650"/>
                <a:gd name="connsiteY5937" fmla="*/ 1045897 h 1454091"/>
                <a:gd name="connsiteX5938" fmla="*/ 972127 w 4719650"/>
                <a:gd name="connsiteY5938" fmla="*/ 1049175 h 1454091"/>
                <a:gd name="connsiteX5939" fmla="*/ 967209 w 4719650"/>
                <a:gd name="connsiteY5939" fmla="*/ 1050815 h 1454091"/>
                <a:gd name="connsiteX5940" fmla="*/ 967209 w 4719650"/>
                <a:gd name="connsiteY5940" fmla="*/ 1050815 h 1454091"/>
                <a:gd name="connsiteX5941" fmla="*/ 963930 w 4719650"/>
                <a:gd name="connsiteY5941" fmla="*/ 1047536 h 1454091"/>
                <a:gd name="connsiteX5942" fmla="*/ 962290 w 4719650"/>
                <a:gd name="connsiteY5942" fmla="*/ 1044258 h 1454091"/>
                <a:gd name="connsiteX5943" fmla="*/ 962290 w 4719650"/>
                <a:gd name="connsiteY5943" fmla="*/ 1040979 h 1454091"/>
                <a:gd name="connsiteX5944" fmla="*/ 963930 w 4719650"/>
                <a:gd name="connsiteY5944" fmla="*/ 1037700 h 1454091"/>
                <a:gd name="connsiteX5945" fmla="*/ 959012 w 4719650"/>
                <a:gd name="connsiteY5945" fmla="*/ 1036061 h 1454091"/>
                <a:gd name="connsiteX5946" fmla="*/ 955733 w 4719650"/>
                <a:gd name="connsiteY5946" fmla="*/ 1034421 h 1454091"/>
                <a:gd name="connsiteX5947" fmla="*/ 952455 w 4719650"/>
                <a:gd name="connsiteY5947" fmla="*/ 1032782 h 1454091"/>
                <a:gd name="connsiteX5948" fmla="*/ 949176 w 4719650"/>
                <a:gd name="connsiteY5948" fmla="*/ 1027864 h 1454091"/>
                <a:gd name="connsiteX5949" fmla="*/ 947536 w 4719650"/>
                <a:gd name="connsiteY5949" fmla="*/ 1026225 h 1454091"/>
                <a:gd name="connsiteX5950" fmla="*/ 947536 w 4719650"/>
                <a:gd name="connsiteY5950" fmla="*/ 1026225 h 1454091"/>
                <a:gd name="connsiteX5951" fmla="*/ 942619 w 4719650"/>
                <a:gd name="connsiteY5951" fmla="*/ 1022946 h 1454091"/>
                <a:gd name="connsiteX5952" fmla="*/ 939340 w 4719650"/>
                <a:gd name="connsiteY5952" fmla="*/ 1022946 h 1454091"/>
                <a:gd name="connsiteX5953" fmla="*/ 936061 w 4719650"/>
                <a:gd name="connsiteY5953" fmla="*/ 1021307 h 1454091"/>
                <a:gd name="connsiteX5954" fmla="*/ 931143 w 4719650"/>
                <a:gd name="connsiteY5954" fmla="*/ 1019668 h 1454091"/>
                <a:gd name="connsiteX5955" fmla="*/ 929504 w 4719650"/>
                <a:gd name="connsiteY5955" fmla="*/ 1016389 h 1454091"/>
                <a:gd name="connsiteX5956" fmla="*/ 926225 w 4719650"/>
                <a:gd name="connsiteY5956" fmla="*/ 1013110 h 1454091"/>
                <a:gd name="connsiteX5957" fmla="*/ 922946 w 4719650"/>
                <a:gd name="connsiteY5957" fmla="*/ 1011471 h 1454091"/>
                <a:gd name="connsiteX5958" fmla="*/ 919668 w 4719650"/>
                <a:gd name="connsiteY5958" fmla="*/ 1009831 h 1454091"/>
                <a:gd name="connsiteX5959" fmla="*/ 918029 w 4719650"/>
                <a:gd name="connsiteY5959" fmla="*/ 1009831 h 1454091"/>
                <a:gd name="connsiteX5960" fmla="*/ 914750 w 4719650"/>
                <a:gd name="connsiteY5960" fmla="*/ 1009831 h 1454091"/>
                <a:gd name="connsiteX5961" fmla="*/ 911471 w 4719650"/>
                <a:gd name="connsiteY5961" fmla="*/ 1009831 h 1454091"/>
                <a:gd name="connsiteX5962" fmla="*/ 906553 w 4719650"/>
                <a:gd name="connsiteY5962" fmla="*/ 1009831 h 1454091"/>
                <a:gd name="connsiteX5963" fmla="*/ 904914 w 4719650"/>
                <a:gd name="connsiteY5963" fmla="*/ 1011471 h 1454091"/>
                <a:gd name="connsiteX5964" fmla="*/ 901635 w 4719650"/>
                <a:gd name="connsiteY5964" fmla="*/ 1009831 h 1454091"/>
                <a:gd name="connsiteX5965" fmla="*/ 896717 w 4719650"/>
                <a:gd name="connsiteY5965" fmla="*/ 1011471 h 1454091"/>
                <a:gd name="connsiteX5966" fmla="*/ 893439 w 4719650"/>
                <a:gd name="connsiteY5966" fmla="*/ 1011471 h 1454091"/>
                <a:gd name="connsiteX5967" fmla="*/ 890160 w 4719650"/>
                <a:gd name="connsiteY5967" fmla="*/ 1009831 h 1454091"/>
                <a:gd name="connsiteX5968" fmla="*/ 890160 w 4719650"/>
                <a:gd name="connsiteY5968" fmla="*/ 1009831 h 1454091"/>
                <a:gd name="connsiteX5969" fmla="*/ 888520 w 4719650"/>
                <a:gd name="connsiteY5969" fmla="*/ 1004913 h 1454091"/>
                <a:gd name="connsiteX5970" fmla="*/ 883602 w 4719650"/>
                <a:gd name="connsiteY5970" fmla="*/ 1001635 h 1454091"/>
                <a:gd name="connsiteX5971" fmla="*/ 881963 w 4719650"/>
                <a:gd name="connsiteY5971" fmla="*/ 998356 h 1454091"/>
                <a:gd name="connsiteX5972" fmla="*/ 878685 w 4719650"/>
                <a:gd name="connsiteY5972" fmla="*/ 999995 h 1454091"/>
                <a:gd name="connsiteX5973" fmla="*/ 875406 w 4719650"/>
                <a:gd name="connsiteY5973" fmla="*/ 1003274 h 1454091"/>
                <a:gd name="connsiteX5974" fmla="*/ 870488 w 4719650"/>
                <a:gd name="connsiteY5974" fmla="*/ 1001635 h 1454091"/>
                <a:gd name="connsiteX5975" fmla="*/ 867209 w 4719650"/>
                <a:gd name="connsiteY5975" fmla="*/ 1003274 h 1454091"/>
                <a:gd name="connsiteX5976" fmla="*/ 865570 w 4719650"/>
                <a:gd name="connsiteY5976" fmla="*/ 1008192 h 1454091"/>
                <a:gd name="connsiteX5977" fmla="*/ 863930 w 4719650"/>
                <a:gd name="connsiteY5977" fmla="*/ 1011471 h 1454091"/>
                <a:gd name="connsiteX5978" fmla="*/ 860652 w 4719650"/>
                <a:gd name="connsiteY5978" fmla="*/ 1008192 h 1454091"/>
                <a:gd name="connsiteX5979" fmla="*/ 857373 w 4719650"/>
                <a:gd name="connsiteY5979" fmla="*/ 1009831 h 1454091"/>
                <a:gd name="connsiteX5980" fmla="*/ 854095 w 4719650"/>
                <a:gd name="connsiteY5980" fmla="*/ 1011471 h 1454091"/>
                <a:gd name="connsiteX5981" fmla="*/ 850816 w 4719650"/>
                <a:gd name="connsiteY5981" fmla="*/ 1006553 h 1454091"/>
                <a:gd name="connsiteX5982" fmla="*/ 850816 w 4719650"/>
                <a:gd name="connsiteY5982" fmla="*/ 1003274 h 1454091"/>
                <a:gd name="connsiteX5983" fmla="*/ 847537 w 4719650"/>
                <a:gd name="connsiteY5983" fmla="*/ 1001635 h 1454091"/>
                <a:gd name="connsiteX5984" fmla="*/ 842619 w 4719650"/>
                <a:gd name="connsiteY5984" fmla="*/ 1001635 h 1454091"/>
                <a:gd name="connsiteX5985" fmla="*/ 839340 w 4719650"/>
                <a:gd name="connsiteY5985" fmla="*/ 1001635 h 1454091"/>
                <a:gd name="connsiteX5986" fmla="*/ 837701 w 4719650"/>
                <a:gd name="connsiteY5986" fmla="*/ 1001635 h 1454091"/>
                <a:gd name="connsiteX5987" fmla="*/ 834422 w 4719650"/>
                <a:gd name="connsiteY5987" fmla="*/ 999995 h 1454091"/>
                <a:gd name="connsiteX5988" fmla="*/ 831143 w 4719650"/>
                <a:gd name="connsiteY5988" fmla="*/ 998356 h 1454091"/>
                <a:gd name="connsiteX5989" fmla="*/ 831143 w 4719650"/>
                <a:gd name="connsiteY5989" fmla="*/ 1001635 h 1454091"/>
                <a:gd name="connsiteX5990" fmla="*/ 832783 w 4719650"/>
                <a:gd name="connsiteY5990" fmla="*/ 1004913 h 1454091"/>
                <a:gd name="connsiteX5991" fmla="*/ 829505 w 4719650"/>
                <a:gd name="connsiteY5991" fmla="*/ 1004913 h 1454091"/>
                <a:gd name="connsiteX5992" fmla="*/ 826226 w 4719650"/>
                <a:gd name="connsiteY5992" fmla="*/ 1003274 h 1454091"/>
                <a:gd name="connsiteX5993" fmla="*/ 824586 w 4719650"/>
                <a:gd name="connsiteY5993" fmla="*/ 1008192 h 1454091"/>
                <a:gd name="connsiteX5994" fmla="*/ 824586 w 4719650"/>
                <a:gd name="connsiteY5994" fmla="*/ 1011471 h 1454091"/>
                <a:gd name="connsiteX5995" fmla="*/ 821308 w 4719650"/>
                <a:gd name="connsiteY5995" fmla="*/ 1013110 h 1454091"/>
                <a:gd name="connsiteX5996" fmla="*/ 821308 w 4719650"/>
                <a:gd name="connsiteY5996" fmla="*/ 1018028 h 1454091"/>
                <a:gd name="connsiteX5997" fmla="*/ 818029 w 4719650"/>
                <a:gd name="connsiteY5997" fmla="*/ 1019668 h 1454091"/>
                <a:gd name="connsiteX5998" fmla="*/ 813111 w 4719650"/>
                <a:gd name="connsiteY5998" fmla="*/ 1019668 h 1454091"/>
                <a:gd name="connsiteX5999" fmla="*/ 809832 w 4719650"/>
                <a:gd name="connsiteY5999" fmla="*/ 1021307 h 1454091"/>
                <a:gd name="connsiteX6000" fmla="*/ 808193 w 4719650"/>
                <a:gd name="connsiteY6000" fmla="*/ 1022946 h 1454091"/>
                <a:gd name="connsiteX6001" fmla="*/ 808193 w 4719650"/>
                <a:gd name="connsiteY6001" fmla="*/ 1022946 h 1454091"/>
                <a:gd name="connsiteX6002" fmla="*/ 803275 w 4719650"/>
                <a:gd name="connsiteY6002" fmla="*/ 1026225 h 1454091"/>
                <a:gd name="connsiteX6003" fmla="*/ 799996 w 4719650"/>
                <a:gd name="connsiteY6003" fmla="*/ 1026225 h 1454091"/>
                <a:gd name="connsiteX6004" fmla="*/ 795078 w 4719650"/>
                <a:gd name="connsiteY6004" fmla="*/ 1026225 h 1454091"/>
                <a:gd name="connsiteX6005" fmla="*/ 791799 w 4719650"/>
                <a:gd name="connsiteY6005" fmla="*/ 1027864 h 1454091"/>
                <a:gd name="connsiteX6006" fmla="*/ 791799 w 4719650"/>
                <a:gd name="connsiteY6006" fmla="*/ 1031143 h 1454091"/>
                <a:gd name="connsiteX6007" fmla="*/ 795078 w 4719650"/>
                <a:gd name="connsiteY6007" fmla="*/ 1034421 h 1454091"/>
                <a:gd name="connsiteX6008" fmla="*/ 791799 w 4719650"/>
                <a:gd name="connsiteY6008" fmla="*/ 1039340 h 1454091"/>
                <a:gd name="connsiteX6009" fmla="*/ 788521 w 4719650"/>
                <a:gd name="connsiteY6009" fmla="*/ 1039340 h 1454091"/>
                <a:gd name="connsiteX6010" fmla="*/ 783603 w 4719650"/>
                <a:gd name="connsiteY6010" fmla="*/ 1042618 h 1454091"/>
                <a:gd name="connsiteX6011" fmla="*/ 780324 w 4719650"/>
                <a:gd name="connsiteY6011" fmla="*/ 1045897 h 1454091"/>
                <a:gd name="connsiteX6012" fmla="*/ 777046 w 4719650"/>
                <a:gd name="connsiteY6012" fmla="*/ 1047536 h 1454091"/>
                <a:gd name="connsiteX6013" fmla="*/ 772128 w 4719650"/>
                <a:gd name="connsiteY6013" fmla="*/ 1047536 h 1454091"/>
                <a:gd name="connsiteX6014" fmla="*/ 768849 w 4719650"/>
                <a:gd name="connsiteY6014" fmla="*/ 1045897 h 1454091"/>
                <a:gd name="connsiteX6015" fmla="*/ 772128 w 4719650"/>
                <a:gd name="connsiteY6015" fmla="*/ 1047536 h 1454091"/>
                <a:gd name="connsiteX6016" fmla="*/ 773767 w 4719650"/>
                <a:gd name="connsiteY6016" fmla="*/ 1050815 h 1454091"/>
                <a:gd name="connsiteX6017" fmla="*/ 775406 w 4719650"/>
                <a:gd name="connsiteY6017" fmla="*/ 1055733 h 1454091"/>
                <a:gd name="connsiteX6018" fmla="*/ 777046 w 4719650"/>
                <a:gd name="connsiteY6018" fmla="*/ 1059012 h 1454091"/>
                <a:gd name="connsiteX6019" fmla="*/ 778685 w 4719650"/>
                <a:gd name="connsiteY6019" fmla="*/ 1062290 h 1454091"/>
                <a:gd name="connsiteX6020" fmla="*/ 780324 w 4719650"/>
                <a:gd name="connsiteY6020" fmla="*/ 1067208 h 1454091"/>
                <a:gd name="connsiteX6021" fmla="*/ 783603 w 4719650"/>
                <a:gd name="connsiteY6021" fmla="*/ 1070487 h 1454091"/>
                <a:gd name="connsiteX6022" fmla="*/ 785242 w 4719650"/>
                <a:gd name="connsiteY6022" fmla="*/ 1072126 h 1454091"/>
                <a:gd name="connsiteX6023" fmla="*/ 785242 w 4719650"/>
                <a:gd name="connsiteY6023" fmla="*/ 1073765 h 1454091"/>
                <a:gd name="connsiteX6024" fmla="*/ 780324 w 4719650"/>
                <a:gd name="connsiteY6024" fmla="*/ 1077044 h 1454091"/>
                <a:gd name="connsiteX6025" fmla="*/ 777046 w 4719650"/>
                <a:gd name="connsiteY6025" fmla="*/ 1078684 h 1454091"/>
                <a:gd name="connsiteX6026" fmla="*/ 773767 w 4719650"/>
                <a:gd name="connsiteY6026" fmla="*/ 1080323 h 1454091"/>
                <a:gd name="connsiteX6027" fmla="*/ 770488 w 4719650"/>
                <a:gd name="connsiteY6027" fmla="*/ 1080323 h 1454091"/>
                <a:gd name="connsiteX6028" fmla="*/ 767209 w 4719650"/>
                <a:gd name="connsiteY6028" fmla="*/ 1078684 h 1454091"/>
                <a:gd name="connsiteX6029" fmla="*/ 762292 w 4719650"/>
                <a:gd name="connsiteY6029" fmla="*/ 1075405 h 1454091"/>
                <a:gd name="connsiteX6030" fmla="*/ 760652 w 4719650"/>
                <a:gd name="connsiteY6030" fmla="*/ 1073765 h 1454091"/>
                <a:gd name="connsiteX6031" fmla="*/ 757373 w 4719650"/>
                <a:gd name="connsiteY6031" fmla="*/ 1068848 h 1454091"/>
                <a:gd name="connsiteX6032" fmla="*/ 754095 w 4719650"/>
                <a:gd name="connsiteY6032" fmla="*/ 1065569 h 1454091"/>
                <a:gd name="connsiteX6033" fmla="*/ 752455 w 4719650"/>
                <a:gd name="connsiteY6033" fmla="*/ 1063930 h 1454091"/>
                <a:gd name="connsiteX6034" fmla="*/ 747538 w 4719650"/>
                <a:gd name="connsiteY6034" fmla="*/ 1060651 h 1454091"/>
                <a:gd name="connsiteX6035" fmla="*/ 744259 w 4719650"/>
                <a:gd name="connsiteY6035" fmla="*/ 1059012 h 1454091"/>
                <a:gd name="connsiteX6036" fmla="*/ 740980 w 4719650"/>
                <a:gd name="connsiteY6036" fmla="*/ 1055733 h 1454091"/>
                <a:gd name="connsiteX6037" fmla="*/ 737702 w 4719650"/>
                <a:gd name="connsiteY6037" fmla="*/ 1054093 h 1454091"/>
                <a:gd name="connsiteX6038" fmla="*/ 732783 w 4719650"/>
                <a:gd name="connsiteY6038" fmla="*/ 1057372 h 1454091"/>
                <a:gd name="connsiteX6039" fmla="*/ 729505 w 4719650"/>
                <a:gd name="connsiteY6039" fmla="*/ 1060651 h 1454091"/>
                <a:gd name="connsiteX6040" fmla="*/ 729505 w 4719650"/>
                <a:gd name="connsiteY6040" fmla="*/ 1065569 h 1454091"/>
                <a:gd name="connsiteX6041" fmla="*/ 731144 w 4719650"/>
                <a:gd name="connsiteY6041" fmla="*/ 1067208 h 1454091"/>
                <a:gd name="connsiteX6042" fmla="*/ 731144 w 4719650"/>
                <a:gd name="connsiteY6042" fmla="*/ 1072126 h 1454091"/>
                <a:gd name="connsiteX6043" fmla="*/ 731144 w 4719650"/>
                <a:gd name="connsiteY6043" fmla="*/ 1073765 h 1454091"/>
                <a:gd name="connsiteX6044" fmla="*/ 726226 w 4719650"/>
                <a:gd name="connsiteY6044" fmla="*/ 1077044 h 1454091"/>
                <a:gd name="connsiteX6045" fmla="*/ 722948 w 4719650"/>
                <a:gd name="connsiteY6045" fmla="*/ 1077044 h 1454091"/>
                <a:gd name="connsiteX6046" fmla="*/ 719669 w 4719650"/>
                <a:gd name="connsiteY6046" fmla="*/ 1081962 h 1454091"/>
                <a:gd name="connsiteX6047" fmla="*/ 719669 w 4719650"/>
                <a:gd name="connsiteY6047" fmla="*/ 1085241 h 1454091"/>
                <a:gd name="connsiteX6048" fmla="*/ 719669 w 4719650"/>
                <a:gd name="connsiteY6048" fmla="*/ 1090159 h 1454091"/>
                <a:gd name="connsiteX6049" fmla="*/ 719669 w 4719650"/>
                <a:gd name="connsiteY6049" fmla="*/ 1091798 h 1454091"/>
                <a:gd name="connsiteX6050" fmla="*/ 719669 w 4719650"/>
                <a:gd name="connsiteY6050" fmla="*/ 1096716 h 1454091"/>
                <a:gd name="connsiteX6051" fmla="*/ 719669 w 4719650"/>
                <a:gd name="connsiteY6051" fmla="*/ 1098356 h 1454091"/>
                <a:gd name="connsiteX6052" fmla="*/ 721308 w 4719650"/>
                <a:gd name="connsiteY6052" fmla="*/ 1101634 h 1454091"/>
                <a:gd name="connsiteX6053" fmla="*/ 726226 w 4719650"/>
                <a:gd name="connsiteY6053" fmla="*/ 1104913 h 1454091"/>
                <a:gd name="connsiteX6054" fmla="*/ 729505 w 4719650"/>
                <a:gd name="connsiteY6054" fmla="*/ 1106552 h 1454091"/>
                <a:gd name="connsiteX6055" fmla="*/ 731144 w 4719650"/>
                <a:gd name="connsiteY6055" fmla="*/ 1111470 h 1454091"/>
                <a:gd name="connsiteX6056" fmla="*/ 729505 w 4719650"/>
                <a:gd name="connsiteY6056" fmla="*/ 1114749 h 1454091"/>
                <a:gd name="connsiteX6057" fmla="*/ 724587 w 4719650"/>
                <a:gd name="connsiteY6057" fmla="*/ 1118028 h 1454091"/>
                <a:gd name="connsiteX6058" fmla="*/ 724587 w 4719650"/>
                <a:gd name="connsiteY6058" fmla="*/ 1118028 h 1454091"/>
                <a:gd name="connsiteX6059" fmla="*/ 722948 w 4719650"/>
                <a:gd name="connsiteY6059" fmla="*/ 1118028 h 1454091"/>
                <a:gd name="connsiteX6060" fmla="*/ 721308 w 4719650"/>
                <a:gd name="connsiteY6060" fmla="*/ 1122946 h 1454091"/>
                <a:gd name="connsiteX6061" fmla="*/ 721308 w 4719650"/>
                <a:gd name="connsiteY6061" fmla="*/ 1124585 h 1454091"/>
                <a:gd name="connsiteX6062" fmla="*/ 721308 w 4719650"/>
                <a:gd name="connsiteY6062" fmla="*/ 1127864 h 1454091"/>
                <a:gd name="connsiteX6063" fmla="*/ 719669 w 4719650"/>
                <a:gd name="connsiteY6063" fmla="*/ 1131142 h 1454091"/>
                <a:gd name="connsiteX6064" fmla="*/ 719669 w 4719650"/>
                <a:gd name="connsiteY6064" fmla="*/ 1134421 h 1454091"/>
                <a:gd name="connsiteX6065" fmla="*/ 718029 w 4719650"/>
                <a:gd name="connsiteY6065" fmla="*/ 1137700 h 1454091"/>
                <a:gd name="connsiteX6066" fmla="*/ 721308 w 4719650"/>
                <a:gd name="connsiteY6066" fmla="*/ 1142618 h 1454091"/>
                <a:gd name="connsiteX6067" fmla="*/ 726226 w 4719650"/>
                <a:gd name="connsiteY6067" fmla="*/ 1144257 h 1454091"/>
                <a:gd name="connsiteX6068" fmla="*/ 726226 w 4719650"/>
                <a:gd name="connsiteY6068" fmla="*/ 1144257 h 1454091"/>
                <a:gd name="connsiteX6069" fmla="*/ 727865 w 4719650"/>
                <a:gd name="connsiteY6069" fmla="*/ 1144257 h 1454091"/>
                <a:gd name="connsiteX6070" fmla="*/ 731144 w 4719650"/>
                <a:gd name="connsiteY6070" fmla="*/ 1144257 h 1454091"/>
                <a:gd name="connsiteX6071" fmla="*/ 736062 w 4719650"/>
                <a:gd name="connsiteY6071" fmla="*/ 1145896 h 1454091"/>
                <a:gd name="connsiteX6072" fmla="*/ 739341 w 4719650"/>
                <a:gd name="connsiteY6072" fmla="*/ 1147536 h 1454091"/>
                <a:gd name="connsiteX6073" fmla="*/ 740980 w 4719650"/>
                <a:gd name="connsiteY6073" fmla="*/ 1149175 h 1454091"/>
                <a:gd name="connsiteX6074" fmla="*/ 740980 w 4719650"/>
                <a:gd name="connsiteY6074" fmla="*/ 1152454 h 1454091"/>
                <a:gd name="connsiteX6075" fmla="*/ 744259 w 4719650"/>
                <a:gd name="connsiteY6075" fmla="*/ 1155732 h 1454091"/>
                <a:gd name="connsiteX6076" fmla="*/ 740980 w 4719650"/>
                <a:gd name="connsiteY6076" fmla="*/ 1159011 h 1454091"/>
                <a:gd name="connsiteX6077" fmla="*/ 744259 w 4719650"/>
                <a:gd name="connsiteY6077" fmla="*/ 1162290 h 1454091"/>
                <a:gd name="connsiteX6078" fmla="*/ 744259 w 4719650"/>
                <a:gd name="connsiteY6078" fmla="*/ 1167208 h 1454091"/>
                <a:gd name="connsiteX6079" fmla="*/ 747538 w 4719650"/>
                <a:gd name="connsiteY6079" fmla="*/ 1168847 h 1454091"/>
                <a:gd name="connsiteX6080" fmla="*/ 752455 w 4719650"/>
                <a:gd name="connsiteY6080" fmla="*/ 1172126 h 1454091"/>
                <a:gd name="connsiteX6081" fmla="*/ 754095 w 4719650"/>
                <a:gd name="connsiteY6081" fmla="*/ 1167208 h 1454091"/>
                <a:gd name="connsiteX6082" fmla="*/ 757373 w 4719650"/>
                <a:gd name="connsiteY6082" fmla="*/ 1167208 h 1454091"/>
                <a:gd name="connsiteX6083" fmla="*/ 760652 w 4719650"/>
                <a:gd name="connsiteY6083" fmla="*/ 1168847 h 1454091"/>
                <a:gd name="connsiteX6084" fmla="*/ 765570 w 4719650"/>
                <a:gd name="connsiteY6084" fmla="*/ 1168847 h 1454091"/>
                <a:gd name="connsiteX6085" fmla="*/ 768849 w 4719650"/>
                <a:gd name="connsiteY6085" fmla="*/ 1168847 h 1454091"/>
                <a:gd name="connsiteX6086" fmla="*/ 772128 w 4719650"/>
                <a:gd name="connsiteY6086" fmla="*/ 1168847 h 1454091"/>
                <a:gd name="connsiteX6087" fmla="*/ 777046 w 4719650"/>
                <a:gd name="connsiteY6087" fmla="*/ 1168847 h 1454091"/>
                <a:gd name="connsiteX6088" fmla="*/ 780324 w 4719650"/>
                <a:gd name="connsiteY6088" fmla="*/ 1170486 h 1454091"/>
                <a:gd name="connsiteX6089" fmla="*/ 783603 w 4719650"/>
                <a:gd name="connsiteY6089" fmla="*/ 1173765 h 1454091"/>
                <a:gd name="connsiteX6090" fmla="*/ 786882 w 4719650"/>
                <a:gd name="connsiteY6090" fmla="*/ 1178683 h 1454091"/>
                <a:gd name="connsiteX6091" fmla="*/ 790160 w 4719650"/>
                <a:gd name="connsiteY6091" fmla="*/ 1181962 h 1454091"/>
                <a:gd name="connsiteX6092" fmla="*/ 793439 w 4719650"/>
                <a:gd name="connsiteY6092" fmla="*/ 1183601 h 1454091"/>
                <a:gd name="connsiteX6093" fmla="*/ 798357 w 4719650"/>
                <a:gd name="connsiteY6093" fmla="*/ 1188519 h 1454091"/>
                <a:gd name="connsiteX6094" fmla="*/ 799996 w 4719650"/>
                <a:gd name="connsiteY6094" fmla="*/ 1191798 h 1454091"/>
                <a:gd name="connsiteX6095" fmla="*/ 803275 w 4719650"/>
                <a:gd name="connsiteY6095" fmla="*/ 1195077 h 1454091"/>
                <a:gd name="connsiteX6096" fmla="*/ 804914 w 4719650"/>
                <a:gd name="connsiteY6096" fmla="*/ 1199995 h 1454091"/>
                <a:gd name="connsiteX6097" fmla="*/ 809832 w 4719650"/>
                <a:gd name="connsiteY6097" fmla="*/ 1203273 h 1454091"/>
                <a:gd name="connsiteX6098" fmla="*/ 813111 w 4719650"/>
                <a:gd name="connsiteY6098" fmla="*/ 1206552 h 1454091"/>
                <a:gd name="connsiteX6099" fmla="*/ 816390 w 4719650"/>
                <a:gd name="connsiteY6099" fmla="*/ 1211470 h 1454091"/>
                <a:gd name="connsiteX6100" fmla="*/ 814750 w 4719650"/>
                <a:gd name="connsiteY6100" fmla="*/ 1214749 h 1454091"/>
                <a:gd name="connsiteX6101" fmla="*/ 811472 w 4719650"/>
                <a:gd name="connsiteY6101" fmla="*/ 1214749 h 1454091"/>
                <a:gd name="connsiteX6102" fmla="*/ 806553 w 4719650"/>
                <a:gd name="connsiteY6102" fmla="*/ 1213109 h 1454091"/>
                <a:gd name="connsiteX6103" fmla="*/ 803275 w 4719650"/>
                <a:gd name="connsiteY6103" fmla="*/ 1211470 h 1454091"/>
                <a:gd name="connsiteX6104" fmla="*/ 799996 w 4719650"/>
                <a:gd name="connsiteY6104" fmla="*/ 1216388 h 1454091"/>
                <a:gd name="connsiteX6105" fmla="*/ 799996 w 4719650"/>
                <a:gd name="connsiteY6105" fmla="*/ 1216388 h 1454091"/>
                <a:gd name="connsiteX6106" fmla="*/ 803275 w 4719650"/>
                <a:gd name="connsiteY6106" fmla="*/ 1219667 h 1454091"/>
                <a:gd name="connsiteX6107" fmla="*/ 803275 w 4719650"/>
                <a:gd name="connsiteY6107" fmla="*/ 1219667 h 1454091"/>
                <a:gd name="connsiteX6108" fmla="*/ 808193 w 4719650"/>
                <a:gd name="connsiteY6108" fmla="*/ 1221306 h 1454091"/>
                <a:gd name="connsiteX6109" fmla="*/ 809832 w 4719650"/>
                <a:gd name="connsiteY6109" fmla="*/ 1221306 h 1454091"/>
                <a:gd name="connsiteX6110" fmla="*/ 813111 w 4719650"/>
                <a:gd name="connsiteY6110" fmla="*/ 1224585 h 1454091"/>
                <a:gd name="connsiteX6111" fmla="*/ 816390 w 4719650"/>
                <a:gd name="connsiteY6111" fmla="*/ 1224585 h 1454091"/>
                <a:gd name="connsiteX6112" fmla="*/ 819668 w 4719650"/>
                <a:gd name="connsiteY6112" fmla="*/ 1226224 h 1454091"/>
                <a:gd name="connsiteX6113" fmla="*/ 822947 w 4719650"/>
                <a:gd name="connsiteY6113" fmla="*/ 1227863 h 1454091"/>
                <a:gd name="connsiteX6114" fmla="*/ 827865 w 4719650"/>
                <a:gd name="connsiteY6114" fmla="*/ 1231142 h 1454091"/>
                <a:gd name="connsiteX6115" fmla="*/ 827865 w 4719650"/>
                <a:gd name="connsiteY6115" fmla="*/ 1234420 h 1454091"/>
                <a:gd name="connsiteX6116" fmla="*/ 824586 w 4719650"/>
                <a:gd name="connsiteY6116" fmla="*/ 1231142 h 1454091"/>
                <a:gd name="connsiteX6117" fmla="*/ 824586 w 4719650"/>
                <a:gd name="connsiteY6117" fmla="*/ 1234420 h 1454091"/>
                <a:gd name="connsiteX6118" fmla="*/ 826226 w 4719650"/>
                <a:gd name="connsiteY6118" fmla="*/ 1239339 h 1454091"/>
                <a:gd name="connsiteX6119" fmla="*/ 821308 w 4719650"/>
                <a:gd name="connsiteY6119" fmla="*/ 1237699 h 1454091"/>
                <a:gd name="connsiteX6120" fmla="*/ 821308 w 4719650"/>
                <a:gd name="connsiteY6120" fmla="*/ 1237699 h 1454091"/>
                <a:gd name="connsiteX6121" fmla="*/ 818029 w 4719650"/>
                <a:gd name="connsiteY6121" fmla="*/ 1239339 h 1454091"/>
                <a:gd name="connsiteX6122" fmla="*/ 816390 w 4719650"/>
                <a:gd name="connsiteY6122" fmla="*/ 1242617 h 1454091"/>
                <a:gd name="connsiteX6123" fmla="*/ 813111 w 4719650"/>
                <a:gd name="connsiteY6123" fmla="*/ 1240978 h 1454091"/>
                <a:gd name="connsiteX6124" fmla="*/ 809832 w 4719650"/>
                <a:gd name="connsiteY6124" fmla="*/ 1242617 h 1454091"/>
                <a:gd name="connsiteX6125" fmla="*/ 813111 w 4719650"/>
                <a:gd name="connsiteY6125" fmla="*/ 1242617 h 1454091"/>
                <a:gd name="connsiteX6126" fmla="*/ 811472 w 4719650"/>
                <a:gd name="connsiteY6126" fmla="*/ 1247535 h 1454091"/>
                <a:gd name="connsiteX6127" fmla="*/ 814750 w 4719650"/>
                <a:gd name="connsiteY6127" fmla="*/ 1249175 h 1454091"/>
                <a:gd name="connsiteX6128" fmla="*/ 814750 w 4719650"/>
                <a:gd name="connsiteY6128" fmla="*/ 1252453 h 1454091"/>
                <a:gd name="connsiteX6129" fmla="*/ 811472 w 4719650"/>
                <a:gd name="connsiteY6129" fmla="*/ 1249175 h 1454091"/>
                <a:gd name="connsiteX6130" fmla="*/ 808193 w 4719650"/>
                <a:gd name="connsiteY6130" fmla="*/ 1247535 h 1454091"/>
                <a:gd name="connsiteX6131" fmla="*/ 804914 w 4719650"/>
                <a:gd name="connsiteY6131" fmla="*/ 1247535 h 1454091"/>
                <a:gd name="connsiteX6132" fmla="*/ 801636 w 4719650"/>
                <a:gd name="connsiteY6132" fmla="*/ 1250814 h 1454091"/>
                <a:gd name="connsiteX6133" fmla="*/ 803275 w 4719650"/>
                <a:gd name="connsiteY6133" fmla="*/ 1252453 h 1454091"/>
                <a:gd name="connsiteX6134" fmla="*/ 799996 w 4719650"/>
                <a:gd name="connsiteY6134" fmla="*/ 1252453 h 1454091"/>
                <a:gd name="connsiteX6135" fmla="*/ 796718 w 4719650"/>
                <a:gd name="connsiteY6135" fmla="*/ 1257371 h 1454091"/>
                <a:gd name="connsiteX6136" fmla="*/ 793439 w 4719650"/>
                <a:gd name="connsiteY6136" fmla="*/ 1255732 h 1454091"/>
                <a:gd name="connsiteX6137" fmla="*/ 788521 w 4719650"/>
                <a:gd name="connsiteY6137" fmla="*/ 1257371 h 1454091"/>
                <a:gd name="connsiteX6138" fmla="*/ 785242 w 4719650"/>
                <a:gd name="connsiteY6138" fmla="*/ 1257371 h 1454091"/>
                <a:gd name="connsiteX6139" fmla="*/ 786882 w 4719650"/>
                <a:gd name="connsiteY6139" fmla="*/ 1260650 h 1454091"/>
                <a:gd name="connsiteX6140" fmla="*/ 781963 w 4719650"/>
                <a:gd name="connsiteY6140" fmla="*/ 1259011 h 1454091"/>
                <a:gd name="connsiteX6141" fmla="*/ 778685 w 4719650"/>
                <a:gd name="connsiteY6141" fmla="*/ 1257371 h 1454091"/>
                <a:gd name="connsiteX6142" fmla="*/ 775406 w 4719650"/>
                <a:gd name="connsiteY6142" fmla="*/ 1255732 h 1454091"/>
                <a:gd name="connsiteX6143" fmla="*/ 777046 w 4719650"/>
                <a:gd name="connsiteY6143" fmla="*/ 1257371 h 1454091"/>
                <a:gd name="connsiteX6144" fmla="*/ 777046 w 4719650"/>
                <a:gd name="connsiteY6144" fmla="*/ 1260650 h 1454091"/>
                <a:gd name="connsiteX6145" fmla="*/ 778685 w 4719650"/>
                <a:gd name="connsiteY6145" fmla="*/ 1263929 h 1454091"/>
                <a:gd name="connsiteX6146" fmla="*/ 777046 w 4719650"/>
                <a:gd name="connsiteY6146" fmla="*/ 1260650 h 1454091"/>
                <a:gd name="connsiteX6147" fmla="*/ 772128 w 4719650"/>
                <a:gd name="connsiteY6147" fmla="*/ 1257371 h 1454091"/>
                <a:gd name="connsiteX6148" fmla="*/ 768849 w 4719650"/>
                <a:gd name="connsiteY6148" fmla="*/ 1255732 h 1454091"/>
                <a:gd name="connsiteX6149" fmla="*/ 772128 w 4719650"/>
                <a:gd name="connsiteY6149" fmla="*/ 1260650 h 1454091"/>
                <a:gd name="connsiteX6150" fmla="*/ 775406 w 4719650"/>
                <a:gd name="connsiteY6150" fmla="*/ 1263929 h 1454091"/>
                <a:gd name="connsiteX6151" fmla="*/ 775406 w 4719650"/>
                <a:gd name="connsiteY6151" fmla="*/ 1265568 h 1454091"/>
                <a:gd name="connsiteX6152" fmla="*/ 775406 w 4719650"/>
                <a:gd name="connsiteY6152" fmla="*/ 1268847 h 1454091"/>
                <a:gd name="connsiteX6153" fmla="*/ 773767 w 4719650"/>
                <a:gd name="connsiteY6153" fmla="*/ 1273765 h 1454091"/>
                <a:gd name="connsiteX6154" fmla="*/ 772128 w 4719650"/>
                <a:gd name="connsiteY6154" fmla="*/ 1277043 h 1454091"/>
                <a:gd name="connsiteX6155" fmla="*/ 770488 w 4719650"/>
                <a:gd name="connsiteY6155" fmla="*/ 1280322 h 1454091"/>
                <a:gd name="connsiteX6156" fmla="*/ 770488 w 4719650"/>
                <a:gd name="connsiteY6156" fmla="*/ 1285240 h 1454091"/>
                <a:gd name="connsiteX6157" fmla="*/ 768849 w 4719650"/>
                <a:gd name="connsiteY6157" fmla="*/ 1288519 h 1454091"/>
                <a:gd name="connsiteX6158" fmla="*/ 767209 w 4719650"/>
                <a:gd name="connsiteY6158" fmla="*/ 1293437 h 1454091"/>
                <a:gd name="connsiteX6159" fmla="*/ 765570 w 4719650"/>
                <a:gd name="connsiteY6159" fmla="*/ 1296715 h 1454091"/>
                <a:gd name="connsiteX6160" fmla="*/ 762292 w 4719650"/>
                <a:gd name="connsiteY6160" fmla="*/ 1293437 h 1454091"/>
                <a:gd name="connsiteX6161" fmla="*/ 763931 w 4719650"/>
                <a:gd name="connsiteY6161" fmla="*/ 1296715 h 1454091"/>
                <a:gd name="connsiteX6162" fmla="*/ 760652 w 4719650"/>
                <a:gd name="connsiteY6162" fmla="*/ 1299994 h 1454091"/>
                <a:gd name="connsiteX6163" fmla="*/ 760652 w 4719650"/>
                <a:gd name="connsiteY6163" fmla="*/ 1299994 h 1454091"/>
                <a:gd name="connsiteX6164" fmla="*/ 755734 w 4719650"/>
                <a:gd name="connsiteY6164" fmla="*/ 1303273 h 1454091"/>
                <a:gd name="connsiteX6165" fmla="*/ 754095 w 4719650"/>
                <a:gd name="connsiteY6165" fmla="*/ 1306551 h 1454091"/>
                <a:gd name="connsiteX6166" fmla="*/ 755734 w 4719650"/>
                <a:gd name="connsiteY6166" fmla="*/ 1311469 h 1454091"/>
                <a:gd name="connsiteX6167" fmla="*/ 757373 w 4719650"/>
                <a:gd name="connsiteY6167" fmla="*/ 1314748 h 1454091"/>
                <a:gd name="connsiteX6168" fmla="*/ 762292 w 4719650"/>
                <a:gd name="connsiteY6168" fmla="*/ 1314748 h 1454091"/>
                <a:gd name="connsiteX6169" fmla="*/ 765570 w 4719650"/>
                <a:gd name="connsiteY6169" fmla="*/ 1316387 h 1454091"/>
                <a:gd name="connsiteX6170" fmla="*/ 768849 w 4719650"/>
                <a:gd name="connsiteY6170" fmla="*/ 1319666 h 1454091"/>
                <a:gd name="connsiteX6171" fmla="*/ 772128 w 4719650"/>
                <a:gd name="connsiteY6171" fmla="*/ 1322945 h 1454091"/>
                <a:gd name="connsiteX6172" fmla="*/ 777046 w 4719650"/>
                <a:gd name="connsiteY6172" fmla="*/ 1322945 h 1454091"/>
                <a:gd name="connsiteX6173" fmla="*/ 778685 w 4719650"/>
                <a:gd name="connsiteY6173" fmla="*/ 1326223 h 1454091"/>
                <a:gd name="connsiteX6174" fmla="*/ 780324 w 4719650"/>
                <a:gd name="connsiteY6174" fmla="*/ 1329502 h 1454091"/>
                <a:gd name="connsiteX6175" fmla="*/ 783603 w 4719650"/>
                <a:gd name="connsiteY6175" fmla="*/ 1334420 h 1454091"/>
                <a:gd name="connsiteX6176" fmla="*/ 785242 w 4719650"/>
                <a:gd name="connsiteY6176" fmla="*/ 1337699 h 1454091"/>
                <a:gd name="connsiteX6177" fmla="*/ 788521 w 4719650"/>
                <a:gd name="connsiteY6177" fmla="*/ 1340977 h 1454091"/>
                <a:gd name="connsiteX6178" fmla="*/ 786882 w 4719650"/>
                <a:gd name="connsiteY6178" fmla="*/ 1344256 h 1454091"/>
                <a:gd name="connsiteX6179" fmla="*/ 786882 w 4719650"/>
                <a:gd name="connsiteY6179" fmla="*/ 1349174 h 1454091"/>
                <a:gd name="connsiteX6180" fmla="*/ 785242 w 4719650"/>
                <a:gd name="connsiteY6180" fmla="*/ 1350814 h 1454091"/>
                <a:gd name="connsiteX6181" fmla="*/ 788521 w 4719650"/>
                <a:gd name="connsiteY6181" fmla="*/ 1352453 h 1454091"/>
                <a:gd name="connsiteX6182" fmla="*/ 788521 w 4719650"/>
                <a:gd name="connsiteY6182" fmla="*/ 1347535 h 1454091"/>
                <a:gd name="connsiteX6183" fmla="*/ 788521 w 4719650"/>
                <a:gd name="connsiteY6183" fmla="*/ 1344256 h 1454091"/>
                <a:gd name="connsiteX6184" fmla="*/ 790160 w 4719650"/>
                <a:gd name="connsiteY6184" fmla="*/ 1340977 h 1454091"/>
                <a:gd name="connsiteX6185" fmla="*/ 791799 w 4719650"/>
                <a:gd name="connsiteY6185" fmla="*/ 1336059 h 1454091"/>
                <a:gd name="connsiteX6186" fmla="*/ 795078 w 4719650"/>
                <a:gd name="connsiteY6186" fmla="*/ 1337699 h 1454091"/>
                <a:gd name="connsiteX6187" fmla="*/ 793439 w 4719650"/>
                <a:gd name="connsiteY6187" fmla="*/ 1340977 h 1454091"/>
                <a:gd name="connsiteX6188" fmla="*/ 791799 w 4719650"/>
                <a:gd name="connsiteY6188" fmla="*/ 1344256 h 1454091"/>
                <a:gd name="connsiteX6189" fmla="*/ 791799 w 4719650"/>
                <a:gd name="connsiteY6189" fmla="*/ 1349174 h 1454091"/>
                <a:gd name="connsiteX6190" fmla="*/ 791799 w 4719650"/>
                <a:gd name="connsiteY6190" fmla="*/ 1352453 h 1454091"/>
                <a:gd name="connsiteX6191" fmla="*/ 790160 w 4719650"/>
                <a:gd name="connsiteY6191" fmla="*/ 1357371 h 1454091"/>
                <a:gd name="connsiteX6192" fmla="*/ 791799 w 4719650"/>
                <a:gd name="connsiteY6192" fmla="*/ 1360649 h 1454091"/>
                <a:gd name="connsiteX6193" fmla="*/ 795078 w 4719650"/>
                <a:gd name="connsiteY6193" fmla="*/ 1362289 h 1454091"/>
                <a:gd name="connsiteX6194" fmla="*/ 791799 w 4719650"/>
                <a:gd name="connsiteY6194" fmla="*/ 1365567 h 1454091"/>
                <a:gd name="connsiteX6195" fmla="*/ 793439 w 4719650"/>
                <a:gd name="connsiteY6195" fmla="*/ 1368846 h 1454091"/>
                <a:gd name="connsiteX6196" fmla="*/ 793439 w 4719650"/>
                <a:gd name="connsiteY6196" fmla="*/ 1373764 h 1454091"/>
                <a:gd name="connsiteX6197" fmla="*/ 793439 w 4719650"/>
                <a:gd name="connsiteY6197" fmla="*/ 1375404 h 1454091"/>
                <a:gd name="connsiteX6198" fmla="*/ 798357 w 4719650"/>
                <a:gd name="connsiteY6198" fmla="*/ 1378682 h 1454091"/>
                <a:gd name="connsiteX6199" fmla="*/ 801636 w 4719650"/>
                <a:gd name="connsiteY6199" fmla="*/ 1380322 h 1454091"/>
                <a:gd name="connsiteX6200" fmla="*/ 803275 w 4719650"/>
                <a:gd name="connsiteY6200" fmla="*/ 1385239 h 1454091"/>
                <a:gd name="connsiteX6201" fmla="*/ 804914 w 4719650"/>
                <a:gd name="connsiteY6201" fmla="*/ 1388518 h 1454091"/>
                <a:gd name="connsiteX6202" fmla="*/ 806553 w 4719650"/>
                <a:gd name="connsiteY6202" fmla="*/ 1391797 h 1454091"/>
                <a:gd name="connsiteX6203" fmla="*/ 809832 w 4719650"/>
                <a:gd name="connsiteY6203" fmla="*/ 1393436 h 1454091"/>
                <a:gd name="connsiteX6204" fmla="*/ 813111 w 4719650"/>
                <a:gd name="connsiteY6204" fmla="*/ 1398354 h 1454091"/>
                <a:gd name="connsiteX6205" fmla="*/ 816390 w 4719650"/>
                <a:gd name="connsiteY6205" fmla="*/ 1401633 h 1454091"/>
                <a:gd name="connsiteX6206" fmla="*/ 819668 w 4719650"/>
                <a:gd name="connsiteY6206" fmla="*/ 1404912 h 1454091"/>
                <a:gd name="connsiteX6207" fmla="*/ 822947 w 4719650"/>
                <a:gd name="connsiteY6207" fmla="*/ 1408190 h 1454091"/>
                <a:gd name="connsiteX6208" fmla="*/ 826226 w 4719650"/>
                <a:gd name="connsiteY6208" fmla="*/ 1411469 h 1454091"/>
                <a:gd name="connsiteX6209" fmla="*/ 829505 w 4719650"/>
                <a:gd name="connsiteY6209" fmla="*/ 1414748 h 1454091"/>
                <a:gd name="connsiteX6210" fmla="*/ 831143 w 4719650"/>
                <a:gd name="connsiteY6210" fmla="*/ 1418026 h 1454091"/>
                <a:gd name="connsiteX6211" fmla="*/ 834422 w 4719650"/>
                <a:gd name="connsiteY6211" fmla="*/ 1422944 h 1454091"/>
                <a:gd name="connsiteX6212" fmla="*/ 837701 w 4719650"/>
                <a:gd name="connsiteY6212" fmla="*/ 1424584 h 1454091"/>
                <a:gd name="connsiteX6213" fmla="*/ 840980 w 4719650"/>
                <a:gd name="connsiteY6213" fmla="*/ 1426223 h 1454091"/>
                <a:gd name="connsiteX6214" fmla="*/ 840980 w 4719650"/>
                <a:gd name="connsiteY6214" fmla="*/ 1429502 h 1454091"/>
                <a:gd name="connsiteX6215" fmla="*/ 837701 w 4719650"/>
                <a:gd name="connsiteY6215" fmla="*/ 1432780 h 1454091"/>
                <a:gd name="connsiteX6216" fmla="*/ 837701 w 4719650"/>
                <a:gd name="connsiteY6216" fmla="*/ 1436059 h 1454091"/>
                <a:gd name="connsiteX6217" fmla="*/ 834422 w 4719650"/>
                <a:gd name="connsiteY6217" fmla="*/ 1439338 h 1454091"/>
                <a:gd name="connsiteX6218" fmla="*/ 829505 w 4719650"/>
                <a:gd name="connsiteY6218" fmla="*/ 1440977 h 1454091"/>
                <a:gd name="connsiteX6219" fmla="*/ 826226 w 4719650"/>
                <a:gd name="connsiteY6219" fmla="*/ 1442616 h 1454091"/>
                <a:gd name="connsiteX6220" fmla="*/ 824586 w 4719650"/>
                <a:gd name="connsiteY6220" fmla="*/ 1445895 h 1454091"/>
                <a:gd name="connsiteX6221" fmla="*/ 821308 w 4719650"/>
                <a:gd name="connsiteY6221" fmla="*/ 1450813 h 1454091"/>
                <a:gd name="connsiteX6222" fmla="*/ 819668 w 4719650"/>
                <a:gd name="connsiteY6222" fmla="*/ 1454092 h 1454091"/>
                <a:gd name="connsiteX6223" fmla="*/ 816390 w 4719650"/>
                <a:gd name="connsiteY6223" fmla="*/ 1454092 h 1454091"/>
                <a:gd name="connsiteX6224" fmla="*/ 811472 w 4719650"/>
                <a:gd name="connsiteY6224" fmla="*/ 1452452 h 1454091"/>
                <a:gd name="connsiteX6225" fmla="*/ 808193 w 4719650"/>
                <a:gd name="connsiteY6225" fmla="*/ 1452452 h 1454091"/>
                <a:gd name="connsiteX6226" fmla="*/ 804914 w 4719650"/>
                <a:gd name="connsiteY6226" fmla="*/ 1450813 h 1454091"/>
                <a:gd name="connsiteX6227" fmla="*/ 801636 w 4719650"/>
                <a:gd name="connsiteY6227" fmla="*/ 1450813 h 1454091"/>
                <a:gd name="connsiteX6228" fmla="*/ 798357 w 4719650"/>
                <a:gd name="connsiteY6228" fmla="*/ 1445895 h 1454091"/>
                <a:gd name="connsiteX6229" fmla="*/ 795078 w 4719650"/>
                <a:gd name="connsiteY6229" fmla="*/ 1442616 h 1454091"/>
                <a:gd name="connsiteX6230" fmla="*/ 793439 w 4719650"/>
                <a:gd name="connsiteY6230" fmla="*/ 1439338 h 1454091"/>
                <a:gd name="connsiteX6231" fmla="*/ 788521 w 4719650"/>
                <a:gd name="connsiteY6231" fmla="*/ 1439338 h 1454091"/>
                <a:gd name="connsiteX6232" fmla="*/ 786882 w 4719650"/>
                <a:gd name="connsiteY6232" fmla="*/ 1434420 h 1454091"/>
                <a:gd name="connsiteX6233" fmla="*/ 783603 w 4719650"/>
                <a:gd name="connsiteY6233" fmla="*/ 1431141 h 1454091"/>
                <a:gd name="connsiteX6234" fmla="*/ 778685 w 4719650"/>
                <a:gd name="connsiteY6234" fmla="*/ 1429502 h 1454091"/>
                <a:gd name="connsiteX6235" fmla="*/ 777046 w 4719650"/>
                <a:gd name="connsiteY6235" fmla="*/ 1426223 h 1454091"/>
                <a:gd name="connsiteX6236" fmla="*/ 773767 w 4719650"/>
                <a:gd name="connsiteY6236" fmla="*/ 1426223 h 1454091"/>
                <a:gd name="connsiteX6237" fmla="*/ 770488 w 4719650"/>
                <a:gd name="connsiteY6237" fmla="*/ 1424584 h 1454091"/>
                <a:gd name="connsiteX6238" fmla="*/ 765570 w 4719650"/>
                <a:gd name="connsiteY6238" fmla="*/ 1424584 h 1454091"/>
                <a:gd name="connsiteX6239" fmla="*/ 765570 w 4719650"/>
                <a:gd name="connsiteY6239" fmla="*/ 1424584 h 1454091"/>
                <a:gd name="connsiteX6240" fmla="*/ 762292 w 4719650"/>
                <a:gd name="connsiteY6240" fmla="*/ 1422944 h 1454091"/>
                <a:gd name="connsiteX6241" fmla="*/ 759013 w 4719650"/>
                <a:gd name="connsiteY6241" fmla="*/ 1419666 h 1454091"/>
                <a:gd name="connsiteX6242" fmla="*/ 754095 w 4719650"/>
                <a:gd name="connsiteY6242" fmla="*/ 1419666 h 1454091"/>
                <a:gd name="connsiteX6243" fmla="*/ 750816 w 4719650"/>
                <a:gd name="connsiteY6243" fmla="*/ 1418026 h 1454091"/>
                <a:gd name="connsiteX6244" fmla="*/ 747538 w 4719650"/>
                <a:gd name="connsiteY6244" fmla="*/ 1416387 h 1454091"/>
                <a:gd name="connsiteX6245" fmla="*/ 742619 w 4719650"/>
                <a:gd name="connsiteY6245" fmla="*/ 1414748 h 1454091"/>
                <a:gd name="connsiteX6246" fmla="*/ 739341 w 4719650"/>
                <a:gd name="connsiteY6246" fmla="*/ 1411469 h 1454091"/>
                <a:gd name="connsiteX6247" fmla="*/ 736062 w 4719650"/>
                <a:gd name="connsiteY6247" fmla="*/ 1411469 h 1454091"/>
                <a:gd name="connsiteX6248" fmla="*/ 736062 w 4719650"/>
                <a:gd name="connsiteY6248" fmla="*/ 1406551 h 1454091"/>
                <a:gd name="connsiteX6249" fmla="*/ 736062 w 4719650"/>
                <a:gd name="connsiteY6249" fmla="*/ 1403272 h 1454091"/>
                <a:gd name="connsiteX6250" fmla="*/ 737702 w 4719650"/>
                <a:gd name="connsiteY6250" fmla="*/ 1399994 h 1454091"/>
                <a:gd name="connsiteX6251" fmla="*/ 737702 w 4719650"/>
                <a:gd name="connsiteY6251" fmla="*/ 1398354 h 1454091"/>
                <a:gd name="connsiteX6252" fmla="*/ 734423 w 4719650"/>
                <a:gd name="connsiteY6252" fmla="*/ 1396715 h 1454091"/>
                <a:gd name="connsiteX6253" fmla="*/ 729505 w 4719650"/>
                <a:gd name="connsiteY6253" fmla="*/ 1395076 h 1454091"/>
                <a:gd name="connsiteX6254" fmla="*/ 726226 w 4719650"/>
                <a:gd name="connsiteY6254" fmla="*/ 1395076 h 1454091"/>
                <a:gd name="connsiteX6255" fmla="*/ 722948 w 4719650"/>
                <a:gd name="connsiteY6255" fmla="*/ 1396715 h 1454091"/>
                <a:gd name="connsiteX6256" fmla="*/ 719669 w 4719650"/>
                <a:gd name="connsiteY6256" fmla="*/ 1391797 h 1454091"/>
                <a:gd name="connsiteX6257" fmla="*/ 714751 w 4719650"/>
                <a:gd name="connsiteY6257" fmla="*/ 1388518 h 1454091"/>
                <a:gd name="connsiteX6258" fmla="*/ 711472 w 4719650"/>
                <a:gd name="connsiteY6258" fmla="*/ 1388518 h 1454091"/>
                <a:gd name="connsiteX6259" fmla="*/ 708193 w 4719650"/>
                <a:gd name="connsiteY6259" fmla="*/ 1388518 h 1454091"/>
                <a:gd name="connsiteX6260" fmla="*/ 706554 w 4719650"/>
                <a:gd name="connsiteY6260" fmla="*/ 1386879 h 1454091"/>
                <a:gd name="connsiteX6261" fmla="*/ 703275 w 4719650"/>
                <a:gd name="connsiteY6261" fmla="*/ 1388518 h 1454091"/>
                <a:gd name="connsiteX6262" fmla="*/ 701636 w 4719650"/>
                <a:gd name="connsiteY6262" fmla="*/ 1391797 h 1454091"/>
                <a:gd name="connsiteX6263" fmla="*/ 699997 w 4719650"/>
                <a:gd name="connsiteY6263" fmla="*/ 1388518 h 1454091"/>
                <a:gd name="connsiteX6264" fmla="*/ 696718 w 4719650"/>
                <a:gd name="connsiteY6264" fmla="*/ 1386879 h 1454091"/>
                <a:gd name="connsiteX6265" fmla="*/ 695079 w 4719650"/>
                <a:gd name="connsiteY6265" fmla="*/ 1386879 h 1454091"/>
                <a:gd name="connsiteX6266" fmla="*/ 690161 w 4719650"/>
                <a:gd name="connsiteY6266" fmla="*/ 1386879 h 1454091"/>
                <a:gd name="connsiteX6267" fmla="*/ 686882 w 4719650"/>
                <a:gd name="connsiteY6267" fmla="*/ 1388518 h 1454091"/>
                <a:gd name="connsiteX6268" fmla="*/ 683603 w 4719650"/>
                <a:gd name="connsiteY6268" fmla="*/ 1390157 h 1454091"/>
                <a:gd name="connsiteX6269" fmla="*/ 681964 w 4719650"/>
                <a:gd name="connsiteY6269" fmla="*/ 1391797 h 1454091"/>
                <a:gd name="connsiteX6270" fmla="*/ 680325 w 4719650"/>
                <a:gd name="connsiteY6270" fmla="*/ 1391797 h 1454091"/>
                <a:gd name="connsiteX6271" fmla="*/ 677046 w 4719650"/>
                <a:gd name="connsiteY6271" fmla="*/ 1391797 h 1454091"/>
                <a:gd name="connsiteX6272" fmla="*/ 672128 w 4719650"/>
                <a:gd name="connsiteY6272" fmla="*/ 1393436 h 1454091"/>
                <a:gd name="connsiteX6273" fmla="*/ 668849 w 4719650"/>
                <a:gd name="connsiteY6273" fmla="*/ 1393436 h 1454091"/>
                <a:gd name="connsiteX6274" fmla="*/ 665571 w 4719650"/>
                <a:gd name="connsiteY6274" fmla="*/ 1390157 h 1454091"/>
                <a:gd name="connsiteX6275" fmla="*/ 667210 w 4719650"/>
                <a:gd name="connsiteY6275" fmla="*/ 1388518 h 1454091"/>
                <a:gd name="connsiteX6276" fmla="*/ 667210 w 4719650"/>
                <a:gd name="connsiteY6276" fmla="*/ 1386879 h 1454091"/>
                <a:gd name="connsiteX6277" fmla="*/ 662292 w 4719650"/>
                <a:gd name="connsiteY6277" fmla="*/ 1385239 h 1454091"/>
                <a:gd name="connsiteX6278" fmla="*/ 659013 w 4719650"/>
                <a:gd name="connsiteY6278" fmla="*/ 1381961 h 1454091"/>
                <a:gd name="connsiteX6279" fmla="*/ 655735 w 4719650"/>
                <a:gd name="connsiteY6279" fmla="*/ 1380322 h 1454091"/>
                <a:gd name="connsiteX6280" fmla="*/ 650816 w 4719650"/>
                <a:gd name="connsiteY6280" fmla="*/ 1380322 h 1454091"/>
                <a:gd name="connsiteX6281" fmla="*/ 649177 w 4719650"/>
                <a:gd name="connsiteY6281" fmla="*/ 1378682 h 1454091"/>
                <a:gd name="connsiteX6282" fmla="*/ 645899 w 4719650"/>
                <a:gd name="connsiteY6282" fmla="*/ 1378682 h 1454091"/>
                <a:gd name="connsiteX6283" fmla="*/ 642620 w 4719650"/>
                <a:gd name="connsiteY6283" fmla="*/ 1377043 h 1454091"/>
                <a:gd name="connsiteX6284" fmla="*/ 639341 w 4719650"/>
                <a:gd name="connsiteY6284" fmla="*/ 1373764 h 1454091"/>
                <a:gd name="connsiteX6285" fmla="*/ 636062 w 4719650"/>
                <a:gd name="connsiteY6285" fmla="*/ 1370485 h 1454091"/>
                <a:gd name="connsiteX6286" fmla="*/ 631145 w 4719650"/>
                <a:gd name="connsiteY6286" fmla="*/ 1368846 h 1454091"/>
                <a:gd name="connsiteX6287" fmla="*/ 627866 w 4719650"/>
                <a:gd name="connsiteY6287" fmla="*/ 1367207 h 1454091"/>
                <a:gd name="connsiteX6288" fmla="*/ 624587 w 4719650"/>
                <a:gd name="connsiteY6288" fmla="*/ 1368846 h 1454091"/>
                <a:gd name="connsiteX6289" fmla="*/ 621309 w 4719650"/>
                <a:gd name="connsiteY6289" fmla="*/ 1368846 h 1454091"/>
                <a:gd name="connsiteX6290" fmla="*/ 616391 w 4719650"/>
                <a:gd name="connsiteY6290" fmla="*/ 1365567 h 1454091"/>
                <a:gd name="connsiteX6291" fmla="*/ 613112 w 4719650"/>
                <a:gd name="connsiteY6291" fmla="*/ 1365567 h 1454091"/>
                <a:gd name="connsiteX6292" fmla="*/ 611472 w 4719650"/>
                <a:gd name="connsiteY6292" fmla="*/ 1365567 h 1454091"/>
                <a:gd name="connsiteX6293" fmla="*/ 608194 w 4719650"/>
                <a:gd name="connsiteY6293" fmla="*/ 1365567 h 1454091"/>
                <a:gd name="connsiteX6294" fmla="*/ 604915 w 4719650"/>
                <a:gd name="connsiteY6294" fmla="*/ 1367207 h 1454091"/>
                <a:gd name="connsiteX6295" fmla="*/ 604915 w 4719650"/>
                <a:gd name="connsiteY6295" fmla="*/ 1367207 h 1454091"/>
                <a:gd name="connsiteX6296" fmla="*/ 599997 w 4719650"/>
                <a:gd name="connsiteY6296" fmla="*/ 1367207 h 1454091"/>
                <a:gd name="connsiteX6297" fmla="*/ 596719 w 4719650"/>
                <a:gd name="connsiteY6297" fmla="*/ 1365567 h 1454091"/>
                <a:gd name="connsiteX6298" fmla="*/ 595079 w 4719650"/>
                <a:gd name="connsiteY6298" fmla="*/ 1367207 h 1454091"/>
                <a:gd name="connsiteX6299" fmla="*/ 590161 w 4719650"/>
                <a:gd name="connsiteY6299" fmla="*/ 1365567 h 1454091"/>
                <a:gd name="connsiteX6300" fmla="*/ 586882 w 4719650"/>
                <a:gd name="connsiteY6300" fmla="*/ 1365567 h 1454091"/>
                <a:gd name="connsiteX6301" fmla="*/ 583604 w 4719650"/>
                <a:gd name="connsiteY6301" fmla="*/ 1363928 h 1454091"/>
                <a:gd name="connsiteX6302" fmla="*/ 578686 w 4719650"/>
                <a:gd name="connsiteY6302" fmla="*/ 1360649 h 1454091"/>
                <a:gd name="connsiteX6303" fmla="*/ 575407 w 4719650"/>
                <a:gd name="connsiteY6303" fmla="*/ 1360649 h 1454091"/>
                <a:gd name="connsiteX6304" fmla="*/ 572128 w 4719650"/>
                <a:gd name="connsiteY6304" fmla="*/ 1359010 h 1454091"/>
                <a:gd name="connsiteX6305" fmla="*/ 568850 w 4719650"/>
                <a:gd name="connsiteY6305" fmla="*/ 1359010 h 1454091"/>
                <a:gd name="connsiteX6306" fmla="*/ 563932 w 4719650"/>
                <a:gd name="connsiteY6306" fmla="*/ 1359010 h 1454091"/>
                <a:gd name="connsiteX6307" fmla="*/ 560653 w 4719650"/>
                <a:gd name="connsiteY6307" fmla="*/ 1355732 h 1454091"/>
                <a:gd name="connsiteX6308" fmla="*/ 557375 w 4719650"/>
                <a:gd name="connsiteY6308" fmla="*/ 1354092 h 1454091"/>
                <a:gd name="connsiteX6309" fmla="*/ 552456 w 4719650"/>
                <a:gd name="connsiteY6309" fmla="*/ 1352453 h 1454091"/>
                <a:gd name="connsiteX6310" fmla="*/ 549178 w 4719650"/>
                <a:gd name="connsiteY6310" fmla="*/ 1354092 h 1454091"/>
                <a:gd name="connsiteX6311" fmla="*/ 545899 w 4719650"/>
                <a:gd name="connsiteY6311" fmla="*/ 1352453 h 1454091"/>
                <a:gd name="connsiteX6312" fmla="*/ 540981 w 4719650"/>
                <a:gd name="connsiteY6312" fmla="*/ 1352453 h 1454091"/>
                <a:gd name="connsiteX6313" fmla="*/ 537702 w 4719650"/>
                <a:gd name="connsiteY6313" fmla="*/ 1350814 h 1454091"/>
                <a:gd name="connsiteX6314" fmla="*/ 534424 w 4719650"/>
                <a:gd name="connsiteY6314" fmla="*/ 1350814 h 1454091"/>
                <a:gd name="connsiteX6315" fmla="*/ 531145 w 4719650"/>
                <a:gd name="connsiteY6315" fmla="*/ 1354092 h 1454091"/>
                <a:gd name="connsiteX6316" fmla="*/ 529506 w 4719650"/>
                <a:gd name="connsiteY6316" fmla="*/ 1357371 h 1454091"/>
                <a:gd name="connsiteX6317" fmla="*/ 529506 w 4719650"/>
                <a:gd name="connsiteY6317" fmla="*/ 1359010 h 1454091"/>
                <a:gd name="connsiteX6318" fmla="*/ 529506 w 4719650"/>
                <a:gd name="connsiteY6318" fmla="*/ 1359010 h 1454091"/>
                <a:gd name="connsiteX6319" fmla="*/ 529506 w 4719650"/>
                <a:gd name="connsiteY6319" fmla="*/ 1359010 h 1454091"/>
                <a:gd name="connsiteX6320" fmla="*/ 526227 w 4719650"/>
                <a:gd name="connsiteY6320" fmla="*/ 1357371 h 1454091"/>
                <a:gd name="connsiteX6321" fmla="*/ 522948 w 4719650"/>
                <a:gd name="connsiteY6321" fmla="*/ 1352453 h 1454091"/>
                <a:gd name="connsiteX6322" fmla="*/ 519669 w 4719650"/>
                <a:gd name="connsiteY6322" fmla="*/ 1350814 h 1454091"/>
                <a:gd name="connsiteX6323" fmla="*/ 516391 w 4719650"/>
                <a:gd name="connsiteY6323" fmla="*/ 1347535 h 1454091"/>
                <a:gd name="connsiteX6324" fmla="*/ 511473 w 4719650"/>
                <a:gd name="connsiteY6324" fmla="*/ 1344256 h 1454091"/>
                <a:gd name="connsiteX6325" fmla="*/ 508194 w 4719650"/>
                <a:gd name="connsiteY6325" fmla="*/ 1342617 h 1454091"/>
                <a:gd name="connsiteX6326" fmla="*/ 504916 w 4719650"/>
                <a:gd name="connsiteY6326" fmla="*/ 1337699 h 1454091"/>
                <a:gd name="connsiteX6327" fmla="*/ 501637 w 4719650"/>
                <a:gd name="connsiteY6327" fmla="*/ 1334420 h 1454091"/>
                <a:gd name="connsiteX6328" fmla="*/ 498358 w 4719650"/>
                <a:gd name="connsiteY6328" fmla="*/ 1332781 h 1454091"/>
                <a:gd name="connsiteX6329" fmla="*/ 493440 w 4719650"/>
                <a:gd name="connsiteY6329" fmla="*/ 1331142 h 1454091"/>
                <a:gd name="connsiteX6330" fmla="*/ 490162 w 4719650"/>
                <a:gd name="connsiteY6330" fmla="*/ 1327863 h 1454091"/>
                <a:gd name="connsiteX6331" fmla="*/ 486883 w 4719650"/>
                <a:gd name="connsiteY6331" fmla="*/ 1324584 h 1454091"/>
                <a:gd name="connsiteX6332" fmla="*/ 483604 w 4719650"/>
                <a:gd name="connsiteY6332" fmla="*/ 1322945 h 1454091"/>
                <a:gd name="connsiteX6333" fmla="*/ 478686 w 4719650"/>
                <a:gd name="connsiteY6333" fmla="*/ 1319666 h 1454091"/>
                <a:gd name="connsiteX6334" fmla="*/ 475408 w 4719650"/>
                <a:gd name="connsiteY6334" fmla="*/ 1318027 h 1454091"/>
                <a:gd name="connsiteX6335" fmla="*/ 472129 w 4719650"/>
                <a:gd name="connsiteY6335" fmla="*/ 1318027 h 1454091"/>
                <a:gd name="connsiteX6336" fmla="*/ 468850 w 4719650"/>
                <a:gd name="connsiteY6336" fmla="*/ 1316387 h 1454091"/>
                <a:gd name="connsiteX6337" fmla="*/ 463932 w 4719650"/>
                <a:gd name="connsiteY6337" fmla="*/ 1316387 h 1454091"/>
                <a:gd name="connsiteX6338" fmla="*/ 460654 w 4719650"/>
                <a:gd name="connsiteY6338" fmla="*/ 1314748 h 1454091"/>
                <a:gd name="connsiteX6339" fmla="*/ 457375 w 4719650"/>
                <a:gd name="connsiteY6339" fmla="*/ 1311469 h 1454091"/>
                <a:gd name="connsiteX6340" fmla="*/ 454096 w 4719650"/>
                <a:gd name="connsiteY6340" fmla="*/ 1308191 h 1454091"/>
                <a:gd name="connsiteX6341" fmla="*/ 450818 w 4719650"/>
                <a:gd name="connsiteY6341" fmla="*/ 1306551 h 1454091"/>
                <a:gd name="connsiteX6342" fmla="*/ 447539 w 4719650"/>
                <a:gd name="connsiteY6342" fmla="*/ 1301633 h 1454091"/>
                <a:gd name="connsiteX6343" fmla="*/ 444260 w 4719650"/>
                <a:gd name="connsiteY6343" fmla="*/ 1299994 h 1454091"/>
                <a:gd name="connsiteX6344" fmla="*/ 445899 w 4719650"/>
                <a:gd name="connsiteY6344" fmla="*/ 1304912 h 1454091"/>
                <a:gd name="connsiteX6345" fmla="*/ 442621 w 4719650"/>
                <a:gd name="connsiteY6345" fmla="*/ 1304912 h 1454091"/>
                <a:gd name="connsiteX6346" fmla="*/ 439342 w 4719650"/>
                <a:gd name="connsiteY6346" fmla="*/ 1303273 h 1454091"/>
                <a:gd name="connsiteX6347" fmla="*/ 434424 w 4719650"/>
                <a:gd name="connsiteY6347" fmla="*/ 1303273 h 1454091"/>
                <a:gd name="connsiteX6348" fmla="*/ 431145 w 4719650"/>
                <a:gd name="connsiteY6348" fmla="*/ 1299994 h 1454091"/>
                <a:gd name="connsiteX6349" fmla="*/ 427867 w 4719650"/>
                <a:gd name="connsiteY6349" fmla="*/ 1296715 h 1454091"/>
                <a:gd name="connsiteX6350" fmla="*/ 427867 w 4719650"/>
                <a:gd name="connsiteY6350" fmla="*/ 1293437 h 1454091"/>
                <a:gd name="connsiteX6351" fmla="*/ 422949 w 4719650"/>
                <a:gd name="connsiteY6351" fmla="*/ 1290158 h 1454091"/>
                <a:gd name="connsiteX6352" fmla="*/ 421309 w 4719650"/>
                <a:gd name="connsiteY6352" fmla="*/ 1288519 h 1454091"/>
                <a:gd name="connsiteX6353" fmla="*/ 416391 w 4719650"/>
                <a:gd name="connsiteY6353" fmla="*/ 1286879 h 1454091"/>
                <a:gd name="connsiteX6354" fmla="*/ 413113 w 4719650"/>
                <a:gd name="connsiteY6354" fmla="*/ 1285240 h 1454091"/>
                <a:gd name="connsiteX6355" fmla="*/ 409834 w 4719650"/>
                <a:gd name="connsiteY6355" fmla="*/ 1283601 h 1454091"/>
                <a:gd name="connsiteX6356" fmla="*/ 406555 w 4719650"/>
                <a:gd name="connsiteY6356" fmla="*/ 1285240 h 1454091"/>
                <a:gd name="connsiteX6357" fmla="*/ 403277 w 4719650"/>
                <a:gd name="connsiteY6357" fmla="*/ 1283601 h 1454091"/>
                <a:gd name="connsiteX6358" fmla="*/ 404916 w 4719650"/>
                <a:gd name="connsiteY6358" fmla="*/ 1280322 h 1454091"/>
                <a:gd name="connsiteX6359" fmla="*/ 408195 w 4719650"/>
                <a:gd name="connsiteY6359" fmla="*/ 1278683 h 1454091"/>
                <a:gd name="connsiteX6360" fmla="*/ 411474 w 4719650"/>
                <a:gd name="connsiteY6360" fmla="*/ 1277043 h 1454091"/>
                <a:gd name="connsiteX6361" fmla="*/ 408195 w 4719650"/>
                <a:gd name="connsiteY6361" fmla="*/ 1275404 h 1454091"/>
                <a:gd name="connsiteX6362" fmla="*/ 406555 w 4719650"/>
                <a:gd name="connsiteY6362" fmla="*/ 1272125 h 1454091"/>
                <a:gd name="connsiteX6363" fmla="*/ 403277 w 4719650"/>
                <a:gd name="connsiteY6363" fmla="*/ 1273765 h 1454091"/>
                <a:gd name="connsiteX6364" fmla="*/ 404916 w 4719650"/>
                <a:gd name="connsiteY6364" fmla="*/ 1270486 h 1454091"/>
                <a:gd name="connsiteX6365" fmla="*/ 406555 w 4719650"/>
                <a:gd name="connsiteY6365" fmla="*/ 1270486 h 1454091"/>
                <a:gd name="connsiteX6366" fmla="*/ 409834 w 4719650"/>
                <a:gd name="connsiteY6366" fmla="*/ 1270486 h 1454091"/>
                <a:gd name="connsiteX6367" fmla="*/ 413113 w 4719650"/>
                <a:gd name="connsiteY6367" fmla="*/ 1272125 h 1454091"/>
                <a:gd name="connsiteX6368" fmla="*/ 416391 w 4719650"/>
                <a:gd name="connsiteY6368" fmla="*/ 1273765 h 1454091"/>
                <a:gd name="connsiteX6369" fmla="*/ 419670 w 4719650"/>
                <a:gd name="connsiteY6369" fmla="*/ 1275404 h 1454091"/>
                <a:gd name="connsiteX6370" fmla="*/ 422949 w 4719650"/>
                <a:gd name="connsiteY6370" fmla="*/ 1277043 h 1454091"/>
                <a:gd name="connsiteX6371" fmla="*/ 419670 w 4719650"/>
                <a:gd name="connsiteY6371" fmla="*/ 1275404 h 1454091"/>
                <a:gd name="connsiteX6372" fmla="*/ 422949 w 4719650"/>
                <a:gd name="connsiteY6372" fmla="*/ 1273765 h 1454091"/>
                <a:gd name="connsiteX6373" fmla="*/ 426228 w 4719650"/>
                <a:gd name="connsiteY6373" fmla="*/ 1273765 h 1454091"/>
                <a:gd name="connsiteX6374" fmla="*/ 427867 w 4719650"/>
                <a:gd name="connsiteY6374" fmla="*/ 1275404 h 1454091"/>
                <a:gd name="connsiteX6375" fmla="*/ 431145 w 4719650"/>
                <a:gd name="connsiteY6375" fmla="*/ 1273765 h 1454091"/>
                <a:gd name="connsiteX6376" fmla="*/ 434424 w 4719650"/>
                <a:gd name="connsiteY6376" fmla="*/ 1273765 h 1454091"/>
                <a:gd name="connsiteX6377" fmla="*/ 437703 w 4719650"/>
                <a:gd name="connsiteY6377" fmla="*/ 1275404 h 1454091"/>
                <a:gd name="connsiteX6378" fmla="*/ 439342 w 4719650"/>
                <a:gd name="connsiteY6378" fmla="*/ 1272125 h 1454091"/>
                <a:gd name="connsiteX6379" fmla="*/ 437703 w 4719650"/>
                <a:gd name="connsiteY6379" fmla="*/ 1268847 h 1454091"/>
                <a:gd name="connsiteX6380" fmla="*/ 437703 w 4719650"/>
                <a:gd name="connsiteY6380" fmla="*/ 1263929 h 1454091"/>
                <a:gd name="connsiteX6381" fmla="*/ 434424 w 4719650"/>
                <a:gd name="connsiteY6381" fmla="*/ 1268847 h 1454091"/>
                <a:gd name="connsiteX6382" fmla="*/ 432785 w 4719650"/>
                <a:gd name="connsiteY6382" fmla="*/ 1263929 h 1454091"/>
                <a:gd name="connsiteX6383" fmla="*/ 432785 w 4719650"/>
                <a:gd name="connsiteY6383" fmla="*/ 1260650 h 1454091"/>
                <a:gd name="connsiteX6384" fmla="*/ 436064 w 4719650"/>
                <a:gd name="connsiteY6384" fmla="*/ 1262289 h 1454091"/>
                <a:gd name="connsiteX6385" fmla="*/ 437703 w 4719650"/>
                <a:gd name="connsiteY6385" fmla="*/ 1257371 h 1454091"/>
                <a:gd name="connsiteX6386" fmla="*/ 440981 w 4719650"/>
                <a:gd name="connsiteY6386" fmla="*/ 1254092 h 1454091"/>
                <a:gd name="connsiteX6387" fmla="*/ 440981 w 4719650"/>
                <a:gd name="connsiteY6387" fmla="*/ 1250814 h 1454091"/>
                <a:gd name="connsiteX6388" fmla="*/ 440981 w 4719650"/>
                <a:gd name="connsiteY6388" fmla="*/ 1247535 h 1454091"/>
                <a:gd name="connsiteX6389" fmla="*/ 445899 w 4719650"/>
                <a:gd name="connsiteY6389" fmla="*/ 1242617 h 1454091"/>
                <a:gd name="connsiteX6390" fmla="*/ 445899 w 4719650"/>
                <a:gd name="connsiteY6390" fmla="*/ 1247535 h 1454091"/>
                <a:gd name="connsiteX6391" fmla="*/ 447539 w 4719650"/>
                <a:gd name="connsiteY6391" fmla="*/ 1250814 h 1454091"/>
                <a:gd name="connsiteX6392" fmla="*/ 449178 w 4719650"/>
                <a:gd name="connsiteY6392" fmla="*/ 1247535 h 1454091"/>
                <a:gd name="connsiteX6393" fmla="*/ 449178 w 4719650"/>
                <a:gd name="connsiteY6393" fmla="*/ 1242617 h 1454091"/>
                <a:gd name="connsiteX6394" fmla="*/ 450818 w 4719650"/>
                <a:gd name="connsiteY6394" fmla="*/ 1239339 h 1454091"/>
                <a:gd name="connsiteX6395" fmla="*/ 455735 w 4719650"/>
                <a:gd name="connsiteY6395" fmla="*/ 1240978 h 1454091"/>
                <a:gd name="connsiteX6396" fmla="*/ 459014 w 4719650"/>
                <a:gd name="connsiteY6396" fmla="*/ 1244257 h 1454091"/>
                <a:gd name="connsiteX6397" fmla="*/ 462293 w 4719650"/>
                <a:gd name="connsiteY6397" fmla="*/ 1244257 h 1454091"/>
                <a:gd name="connsiteX6398" fmla="*/ 462293 w 4719650"/>
                <a:gd name="connsiteY6398" fmla="*/ 1240978 h 1454091"/>
                <a:gd name="connsiteX6399" fmla="*/ 459014 w 4719650"/>
                <a:gd name="connsiteY6399" fmla="*/ 1237699 h 1454091"/>
                <a:gd name="connsiteX6400" fmla="*/ 454096 w 4719650"/>
                <a:gd name="connsiteY6400" fmla="*/ 1236060 h 1454091"/>
                <a:gd name="connsiteX6401" fmla="*/ 450818 w 4719650"/>
                <a:gd name="connsiteY6401" fmla="*/ 1232781 h 1454091"/>
                <a:gd name="connsiteX6402" fmla="*/ 447539 w 4719650"/>
                <a:gd name="connsiteY6402" fmla="*/ 1229502 h 1454091"/>
                <a:gd name="connsiteX6403" fmla="*/ 444260 w 4719650"/>
                <a:gd name="connsiteY6403" fmla="*/ 1227863 h 1454091"/>
                <a:gd name="connsiteX6404" fmla="*/ 439342 w 4719650"/>
                <a:gd name="connsiteY6404" fmla="*/ 1227863 h 1454091"/>
                <a:gd name="connsiteX6405" fmla="*/ 436064 w 4719650"/>
                <a:gd name="connsiteY6405" fmla="*/ 1224585 h 1454091"/>
                <a:gd name="connsiteX6406" fmla="*/ 434424 w 4719650"/>
                <a:gd name="connsiteY6406" fmla="*/ 1221306 h 1454091"/>
                <a:gd name="connsiteX6407" fmla="*/ 432785 w 4719650"/>
                <a:gd name="connsiteY6407" fmla="*/ 1218027 h 1454091"/>
                <a:gd name="connsiteX6408" fmla="*/ 436064 w 4719650"/>
                <a:gd name="connsiteY6408" fmla="*/ 1218027 h 1454091"/>
                <a:gd name="connsiteX6409" fmla="*/ 439342 w 4719650"/>
                <a:gd name="connsiteY6409" fmla="*/ 1218027 h 1454091"/>
                <a:gd name="connsiteX6410" fmla="*/ 444260 w 4719650"/>
                <a:gd name="connsiteY6410" fmla="*/ 1216388 h 1454091"/>
                <a:gd name="connsiteX6411" fmla="*/ 447539 w 4719650"/>
                <a:gd name="connsiteY6411" fmla="*/ 1216388 h 1454091"/>
                <a:gd name="connsiteX6412" fmla="*/ 450818 w 4719650"/>
                <a:gd name="connsiteY6412" fmla="*/ 1214749 h 1454091"/>
                <a:gd name="connsiteX6413" fmla="*/ 454096 w 4719650"/>
                <a:gd name="connsiteY6413" fmla="*/ 1218027 h 1454091"/>
                <a:gd name="connsiteX6414" fmla="*/ 457375 w 4719650"/>
                <a:gd name="connsiteY6414" fmla="*/ 1218027 h 1454091"/>
                <a:gd name="connsiteX6415" fmla="*/ 457375 w 4719650"/>
                <a:gd name="connsiteY6415" fmla="*/ 1214749 h 1454091"/>
                <a:gd name="connsiteX6416" fmla="*/ 454096 w 4719650"/>
                <a:gd name="connsiteY6416" fmla="*/ 1213109 h 1454091"/>
                <a:gd name="connsiteX6417" fmla="*/ 454096 w 4719650"/>
                <a:gd name="connsiteY6417" fmla="*/ 1209830 h 1454091"/>
                <a:gd name="connsiteX6418" fmla="*/ 457375 w 4719650"/>
                <a:gd name="connsiteY6418" fmla="*/ 1208191 h 1454091"/>
                <a:gd name="connsiteX6419" fmla="*/ 460654 w 4719650"/>
                <a:gd name="connsiteY6419" fmla="*/ 1208191 h 1454091"/>
                <a:gd name="connsiteX6420" fmla="*/ 462293 w 4719650"/>
                <a:gd name="connsiteY6420" fmla="*/ 1208191 h 1454091"/>
                <a:gd name="connsiteX6421" fmla="*/ 467211 w 4719650"/>
                <a:gd name="connsiteY6421" fmla="*/ 1206552 h 1454091"/>
                <a:gd name="connsiteX6422" fmla="*/ 470489 w 4719650"/>
                <a:gd name="connsiteY6422" fmla="*/ 1204912 h 1454091"/>
                <a:gd name="connsiteX6423" fmla="*/ 473768 w 4719650"/>
                <a:gd name="connsiteY6423" fmla="*/ 1201634 h 1454091"/>
                <a:gd name="connsiteX6424" fmla="*/ 477047 w 4719650"/>
                <a:gd name="connsiteY6424" fmla="*/ 1201634 h 1454091"/>
                <a:gd name="connsiteX6425" fmla="*/ 481965 w 4719650"/>
                <a:gd name="connsiteY6425" fmla="*/ 1201634 h 1454091"/>
                <a:gd name="connsiteX6426" fmla="*/ 483604 w 4719650"/>
                <a:gd name="connsiteY6426" fmla="*/ 1198355 h 1454091"/>
                <a:gd name="connsiteX6427" fmla="*/ 485244 w 4719650"/>
                <a:gd name="connsiteY6427" fmla="*/ 1198355 h 1454091"/>
                <a:gd name="connsiteX6428" fmla="*/ 485244 w 4719650"/>
                <a:gd name="connsiteY6428" fmla="*/ 1196716 h 1454091"/>
                <a:gd name="connsiteX6429" fmla="*/ 481965 w 4719650"/>
                <a:gd name="connsiteY6429" fmla="*/ 1198355 h 1454091"/>
                <a:gd name="connsiteX6430" fmla="*/ 480325 w 4719650"/>
                <a:gd name="connsiteY6430" fmla="*/ 1196716 h 1454091"/>
                <a:gd name="connsiteX6431" fmla="*/ 480325 w 4719650"/>
                <a:gd name="connsiteY6431" fmla="*/ 1193437 h 1454091"/>
                <a:gd name="connsiteX6432" fmla="*/ 480325 w 4719650"/>
                <a:gd name="connsiteY6432" fmla="*/ 1193437 h 1454091"/>
                <a:gd name="connsiteX6433" fmla="*/ 480325 w 4719650"/>
                <a:gd name="connsiteY6433" fmla="*/ 1191798 h 1454091"/>
                <a:gd name="connsiteX6434" fmla="*/ 477047 w 4719650"/>
                <a:gd name="connsiteY6434" fmla="*/ 1190158 h 1454091"/>
                <a:gd name="connsiteX6435" fmla="*/ 472129 w 4719650"/>
                <a:gd name="connsiteY6435" fmla="*/ 1190158 h 1454091"/>
                <a:gd name="connsiteX6436" fmla="*/ 470489 w 4719650"/>
                <a:gd name="connsiteY6436" fmla="*/ 1193437 h 1454091"/>
                <a:gd name="connsiteX6437" fmla="*/ 468850 w 4719650"/>
                <a:gd name="connsiteY6437" fmla="*/ 1195077 h 1454091"/>
                <a:gd name="connsiteX6438" fmla="*/ 465572 w 4719650"/>
                <a:gd name="connsiteY6438" fmla="*/ 1195077 h 1454091"/>
                <a:gd name="connsiteX6439" fmla="*/ 462293 w 4719650"/>
                <a:gd name="connsiteY6439" fmla="*/ 1195077 h 1454091"/>
                <a:gd name="connsiteX6440" fmla="*/ 457375 w 4719650"/>
                <a:gd name="connsiteY6440" fmla="*/ 1196716 h 1454091"/>
                <a:gd name="connsiteX6441" fmla="*/ 454096 w 4719650"/>
                <a:gd name="connsiteY6441" fmla="*/ 1196716 h 1454091"/>
                <a:gd name="connsiteX6442" fmla="*/ 455735 w 4719650"/>
                <a:gd name="connsiteY6442" fmla="*/ 1193437 h 1454091"/>
                <a:gd name="connsiteX6443" fmla="*/ 459014 w 4719650"/>
                <a:gd name="connsiteY6443" fmla="*/ 1191798 h 1454091"/>
                <a:gd name="connsiteX6444" fmla="*/ 463932 w 4719650"/>
                <a:gd name="connsiteY6444" fmla="*/ 1191798 h 1454091"/>
                <a:gd name="connsiteX6445" fmla="*/ 460654 w 4719650"/>
                <a:gd name="connsiteY6445" fmla="*/ 1191798 h 1454091"/>
                <a:gd name="connsiteX6446" fmla="*/ 455735 w 4719650"/>
                <a:gd name="connsiteY6446" fmla="*/ 1191798 h 1454091"/>
                <a:gd name="connsiteX6447" fmla="*/ 454096 w 4719650"/>
                <a:gd name="connsiteY6447" fmla="*/ 1193437 h 1454091"/>
                <a:gd name="connsiteX6448" fmla="*/ 450818 w 4719650"/>
                <a:gd name="connsiteY6448" fmla="*/ 1196716 h 1454091"/>
                <a:gd name="connsiteX6449" fmla="*/ 447539 w 4719650"/>
                <a:gd name="connsiteY6449" fmla="*/ 1196716 h 1454091"/>
                <a:gd name="connsiteX6450" fmla="*/ 447539 w 4719650"/>
                <a:gd name="connsiteY6450" fmla="*/ 1196716 h 1454091"/>
                <a:gd name="connsiteX6451" fmla="*/ 445899 w 4719650"/>
                <a:gd name="connsiteY6451" fmla="*/ 1196716 h 1454091"/>
                <a:gd name="connsiteX6452" fmla="*/ 445899 w 4719650"/>
                <a:gd name="connsiteY6452" fmla="*/ 1196716 h 1454091"/>
                <a:gd name="connsiteX6453" fmla="*/ 444260 w 4719650"/>
                <a:gd name="connsiteY6453" fmla="*/ 1193437 h 1454091"/>
                <a:gd name="connsiteX6454" fmla="*/ 447539 w 4719650"/>
                <a:gd name="connsiteY6454" fmla="*/ 1190158 h 1454091"/>
                <a:gd name="connsiteX6455" fmla="*/ 444260 w 4719650"/>
                <a:gd name="connsiteY6455" fmla="*/ 1188519 h 1454091"/>
                <a:gd name="connsiteX6456" fmla="*/ 445899 w 4719650"/>
                <a:gd name="connsiteY6456" fmla="*/ 1185240 h 1454091"/>
                <a:gd name="connsiteX6457" fmla="*/ 445899 w 4719650"/>
                <a:gd name="connsiteY6457" fmla="*/ 1181962 h 1454091"/>
                <a:gd name="connsiteX6458" fmla="*/ 445899 w 4719650"/>
                <a:gd name="connsiteY6458" fmla="*/ 1178683 h 1454091"/>
                <a:gd name="connsiteX6459" fmla="*/ 449178 w 4719650"/>
                <a:gd name="connsiteY6459" fmla="*/ 1175405 h 1454091"/>
                <a:gd name="connsiteX6460" fmla="*/ 454096 w 4719650"/>
                <a:gd name="connsiteY6460" fmla="*/ 1175405 h 1454091"/>
                <a:gd name="connsiteX6461" fmla="*/ 457375 w 4719650"/>
                <a:gd name="connsiteY6461" fmla="*/ 1172126 h 1454091"/>
                <a:gd name="connsiteX6462" fmla="*/ 459014 w 4719650"/>
                <a:gd name="connsiteY6462" fmla="*/ 1172126 h 1454091"/>
                <a:gd name="connsiteX6463" fmla="*/ 460654 w 4719650"/>
                <a:gd name="connsiteY6463" fmla="*/ 1170486 h 1454091"/>
                <a:gd name="connsiteX6464" fmla="*/ 460654 w 4719650"/>
                <a:gd name="connsiteY6464" fmla="*/ 1167208 h 1454091"/>
                <a:gd name="connsiteX6465" fmla="*/ 465572 w 4719650"/>
                <a:gd name="connsiteY6465" fmla="*/ 1163929 h 1454091"/>
                <a:gd name="connsiteX6466" fmla="*/ 468850 w 4719650"/>
                <a:gd name="connsiteY6466" fmla="*/ 1165568 h 1454091"/>
                <a:gd name="connsiteX6467" fmla="*/ 472129 w 4719650"/>
                <a:gd name="connsiteY6467" fmla="*/ 1165568 h 1454091"/>
                <a:gd name="connsiteX6468" fmla="*/ 475408 w 4719650"/>
                <a:gd name="connsiteY6468" fmla="*/ 1165568 h 1454091"/>
                <a:gd name="connsiteX6469" fmla="*/ 478686 w 4719650"/>
                <a:gd name="connsiteY6469" fmla="*/ 1165568 h 1454091"/>
                <a:gd name="connsiteX6470" fmla="*/ 483604 w 4719650"/>
                <a:gd name="connsiteY6470" fmla="*/ 1165568 h 1454091"/>
                <a:gd name="connsiteX6471" fmla="*/ 486883 w 4719650"/>
                <a:gd name="connsiteY6471" fmla="*/ 1165568 h 1454091"/>
                <a:gd name="connsiteX6472" fmla="*/ 490162 w 4719650"/>
                <a:gd name="connsiteY6472" fmla="*/ 1167208 h 1454091"/>
                <a:gd name="connsiteX6473" fmla="*/ 493440 w 4719650"/>
                <a:gd name="connsiteY6473" fmla="*/ 1165568 h 1454091"/>
                <a:gd name="connsiteX6474" fmla="*/ 493440 w 4719650"/>
                <a:gd name="connsiteY6474" fmla="*/ 1165568 h 1454091"/>
                <a:gd name="connsiteX6475" fmla="*/ 493440 w 4719650"/>
                <a:gd name="connsiteY6475" fmla="*/ 1162290 h 1454091"/>
                <a:gd name="connsiteX6476" fmla="*/ 493440 w 4719650"/>
                <a:gd name="connsiteY6476" fmla="*/ 1159011 h 1454091"/>
                <a:gd name="connsiteX6477" fmla="*/ 495079 w 4719650"/>
                <a:gd name="connsiteY6477" fmla="*/ 1157372 h 1454091"/>
                <a:gd name="connsiteX6478" fmla="*/ 495079 w 4719650"/>
                <a:gd name="connsiteY6478" fmla="*/ 1155732 h 1454091"/>
                <a:gd name="connsiteX6479" fmla="*/ 496719 w 4719650"/>
                <a:gd name="connsiteY6479" fmla="*/ 1152454 h 1454091"/>
                <a:gd name="connsiteX6480" fmla="*/ 498358 w 4719650"/>
                <a:gd name="connsiteY6480" fmla="*/ 1149175 h 1454091"/>
                <a:gd name="connsiteX6481" fmla="*/ 498358 w 4719650"/>
                <a:gd name="connsiteY6481" fmla="*/ 1149175 h 1454091"/>
                <a:gd name="connsiteX6482" fmla="*/ 498358 w 4719650"/>
                <a:gd name="connsiteY6482" fmla="*/ 1145896 h 1454091"/>
                <a:gd name="connsiteX6483" fmla="*/ 496719 w 4719650"/>
                <a:gd name="connsiteY6483" fmla="*/ 1147536 h 1454091"/>
                <a:gd name="connsiteX6484" fmla="*/ 495079 w 4719650"/>
                <a:gd name="connsiteY6484" fmla="*/ 1147536 h 1454091"/>
                <a:gd name="connsiteX6485" fmla="*/ 495079 w 4719650"/>
                <a:gd name="connsiteY6485" fmla="*/ 1145896 h 1454091"/>
                <a:gd name="connsiteX6486" fmla="*/ 493440 w 4719650"/>
                <a:gd name="connsiteY6486" fmla="*/ 1145896 h 1454091"/>
                <a:gd name="connsiteX6487" fmla="*/ 495079 w 4719650"/>
                <a:gd name="connsiteY6487" fmla="*/ 1144257 h 1454091"/>
                <a:gd name="connsiteX6488" fmla="*/ 495079 w 4719650"/>
                <a:gd name="connsiteY6488" fmla="*/ 1140978 h 1454091"/>
                <a:gd name="connsiteX6489" fmla="*/ 493440 w 4719650"/>
                <a:gd name="connsiteY6489" fmla="*/ 1137700 h 1454091"/>
                <a:gd name="connsiteX6490" fmla="*/ 490162 w 4719650"/>
                <a:gd name="connsiteY6490" fmla="*/ 1134421 h 1454091"/>
                <a:gd name="connsiteX6491" fmla="*/ 485244 w 4719650"/>
                <a:gd name="connsiteY6491" fmla="*/ 1134421 h 1454091"/>
                <a:gd name="connsiteX6492" fmla="*/ 485244 w 4719650"/>
                <a:gd name="connsiteY6492" fmla="*/ 1131142 h 1454091"/>
                <a:gd name="connsiteX6493" fmla="*/ 485244 w 4719650"/>
                <a:gd name="connsiteY6493" fmla="*/ 1127864 h 1454091"/>
                <a:gd name="connsiteX6494" fmla="*/ 488522 w 4719650"/>
                <a:gd name="connsiteY6494" fmla="*/ 1124585 h 1454091"/>
                <a:gd name="connsiteX6495" fmla="*/ 491801 w 4719650"/>
                <a:gd name="connsiteY6495" fmla="*/ 1124585 h 1454091"/>
                <a:gd name="connsiteX6496" fmla="*/ 495079 w 4719650"/>
                <a:gd name="connsiteY6496" fmla="*/ 1124585 h 1454091"/>
                <a:gd name="connsiteX6497" fmla="*/ 495079 w 4719650"/>
                <a:gd name="connsiteY6497" fmla="*/ 1121306 h 1454091"/>
                <a:gd name="connsiteX6498" fmla="*/ 493440 w 4719650"/>
                <a:gd name="connsiteY6498" fmla="*/ 1122946 h 1454091"/>
                <a:gd name="connsiteX6499" fmla="*/ 490162 w 4719650"/>
                <a:gd name="connsiteY6499" fmla="*/ 1121306 h 1454091"/>
                <a:gd name="connsiteX6500" fmla="*/ 486883 w 4719650"/>
                <a:gd name="connsiteY6500" fmla="*/ 1119667 h 1454091"/>
                <a:gd name="connsiteX6501" fmla="*/ 485244 w 4719650"/>
                <a:gd name="connsiteY6501" fmla="*/ 1118028 h 1454091"/>
                <a:gd name="connsiteX6502" fmla="*/ 485244 w 4719650"/>
                <a:gd name="connsiteY6502" fmla="*/ 1114749 h 1454091"/>
                <a:gd name="connsiteX6503" fmla="*/ 488522 w 4719650"/>
                <a:gd name="connsiteY6503" fmla="*/ 1113110 h 1454091"/>
                <a:gd name="connsiteX6504" fmla="*/ 491801 w 4719650"/>
                <a:gd name="connsiteY6504" fmla="*/ 1113110 h 1454091"/>
                <a:gd name="connsiteX6505" fmla="*/ 493440 w 4719650"/>
                <a:gd name="connsiteY6505" fmla="*/ 1109831 h 1454091"/>
                <a:gd name="connsiteX6506" fmla="*/ 495079 w 4719650"/>
                <a:gd name="connsiteY6506" fmla="*/ 1108192 h 1454091"/>
                <a:gd name="connsiteX6507" fmla="*/ 496719 w 4719650"/>
                <a:gd name="connsiteY6507" fmla="*/ 1103274 h 1454091"/>
                <a:gd name="connsiteX6508" fmla="*/ 495079 w 4719650"/>
                <a:gd name="connsiteY6508" fmla="*/ 1099995 h 1454091"/>
                <a:gd name="connsiteX6509" fmla="*/ 493440 w 4719650"/>
                <a:gd name="connsiteY6509" fmla="*/ 1098356 h 1454091"/>
                <a:gd name="connsiteX6510" fmla="*/ 491801 w 4719650"/>
                <a:gd name="connsiteY6510" fmla="*/ 1093438 h 1454091"/>
                <a:gd name="connsiteX6511" fmla="*/ 495079 w 4719650"/>
                <a:gd name="connsiteY6511" fmla="*/ 1090159 h 1454091"/>
                <a:gd name="connsiteX6512" fmla="*/ 493440 w 4719650"/>
                <a:gd name="connsiteY6512" fmla="*/ 1090159 h 1454091"/>
                <a:gd name="connsiteX6513" fmla="*/ 490162 w 4719650"/>
                <a:gd name="connsiteY6513" fmla="*/ 1090159 h 1454091"/>
                <a:gd name="connsiteX6514" fmla="*/ 488522 w 4719650"/>
                <a:gd name="connsiteY6514" fmla="*/ 1090159 h 1454091"/>
                <a:gd name="connsiteX6515" fmla="*/ 486883 w 4719650"/>
                <a:gd name="connsiteY6515" fmla="*/ 1091798 h 1454091"/>
                <a:gd name="connsiteX6516" fmla="*/ 483604 w 4719650"/>
                <a:gd name="connsiteY6516" fmla="*/ 1091798 h 1454091"/>
                <a:gd name="connsiteX6517" fmla="*/ 480325 w 4719650"/>
                <a:gd name="connsiteY6517" fmla="*/ 1090159 h 1454091"/>
                <a:gd name="connsiteX6518" fmla="*/ 477047 w 4719650"/>
                <a:gd name="connsiteY6518" fmla="*/ 1088520 h 1454091"/>
                <a:gd name="connsiteX6519" fmla="*/ 473768 w 4719650"/>
                <a:gd name="connsiteY6519" fmla="*/ 1085241 h 1454091"/>
                <a:gd name="connsiteX6520" fmla="*/ 470489 w 4719650"/>
                <a:gd name="connsiteY6520" fmla="*/ 1083602 h 1454091"/>
                <a:gd name="connsiteX6521" fmla="*/ 467211 w 4719650"/>
                <a:gd name="connsiteY6521" fmla="*/ 1085241 h 1454091"/>
                <a:gd name="connsiteX6522" fmla="*/ 462293 w 4719650"/>
                <a:gd name="connsiteY6522" fmla="*/ 1081962 h 1454091"/>
                <a:gd name="connsiteX6523" fmla="*/ 460654 w 4719650"/>
                <a:gd name="connsiteY6523" fmla="*/ 1078684 h 1454091"/>
                <a:gd name="connsiteX6524" fmla="*/ 457375 w 4719650"/>
                <a:gd name="connsiteY6524" fmla="*/ 1081962 h 1454091"/>
                <a:gd name="connsiteX6525" fmla="*/ 452457 w 4719650"/>
                <a:gd name="connsiteY6525" fmla="*/ 1081962 h 1454091"/>
                <a:gd name="connsiteX6526" fmla="*/ 449178 w 4719650"/>
                <a:gd name="connsiteY6526" fmla="*/ 1078684 h 1454091"/>
                <a:gd name="connsiteX6527" fmla="*/ 445899 w 4719650"/>
                <a:gd name="connsiteY6527" fmla="*/ 1077044 h 1454091"/>
                <a:gd name="connsiteX6528" fmla="*/ 440981 w 4719650"/>
                <a:gd name="connsiteY6528" fmla="*/ 1075405 h 1454091"/>
                <a:gd name="connsiteX6529" fmla="*/ 437703 w 4719650"/>
                <a:gd name="connsiteY6529" fmla="*/ 1075405 h 1454091"/>
                <a:gd name="connsiteX6530" fmla="*/ 434424 w 4719650"/>
                <a:gd name="connsiteY6530" fmla="*/ 1073765 h 1454091"/>
                <a:gd name="connsiteX6531" fmla="*/ 432785 w 4719650"/>
                <a:gd name="connsiteY6531" fmla="*/ 1073765 h 1454091"/>
                <a:gd name="connsiteX6532" fmla="*/ 427867 w 4719650"/>
                <a:gd name="connsiteY6532" fmla="*/ 1070487 h 1454091"/>
                <a:gd name="connsiteX6533" fmla="*/ 426228 w 4719650"/>
                <a:gd name="connsiteY6533" fmla="*/ 1072126 h 1454091"/>
                <a:gd name="connsiteX6534" fmla="*/ 426228 w 4719650"/>
                <a:gd name="connsiteY6534" fmla="*/ 1073765 h 1454091"/>
                <a:gd name="connsiteX6535" fmla="*/ 422949 w 4719650"/>
                <a:gd name="connsiteY6535" fmla="*/ 1077044 h 1454091"/>
                <a:gd name="connsiteX6536" fmla="*/ 421309 w 4719650"/>
                <a:gd name="connsiteY6536" fmla="*/ 1077044 h 1454091"/>
                <a:gd name="connsiteX6537" fmla="*/ 419670 w 4719650"/>
                <a:gd name="connsiteY6537" fmla="*/ 1073765 h 1454091"/>
                <a:gd name="connsiteX6538" fmla="*/ 418031 w 4719650"/>
                <a:gd name="connsiteY6538" fmla="*/ 1073765 h 1454091"/>
                <a:gd name="connsiteX6539" fmla="*/ 418031 w 4719650"/>
                <a:gd name="connsiteY6539" fmla="*/ 1072126 h 1454091"/>
                <a:gd name="connsiteX6540" fmla="*/ 413113 w 4719650"/>
                <a:gd name="connsiteY6540" fmla="*/ 1070487 h 1454091"/>
                <a:gd name="connsiteX6541" fmla="*/ 409834 w 4719650"/>
                <a:gd name="connsiteY6541" fmla="*/ 1068848 h 1454091"/>
                <a:gd name="connsiteX6542" fmla="*/ 406555 w 4719650"/>
                <a:gd name="connsiteY6542" fmla="*/ 1065569 h 1454091"/>
                <a:gd name="connsiteX6543" fmla="*/ 404916 w 4719650"/>
                <a:gd name="connsiteY6543" fmla="*/ 1062290 h 1454091"/>
                <a:gd name="connsiteX6544" fmla="*/ 401638 w 4719650"/>
                <a:gd name="connsiteY6544" fmla="*/ 1059012 h 1454091"/>
                <a:gd name="connsiteX6545" fmla="*/ 399998 w 4719650"/>
                <a:gd name="connsiteY6545" fmla="*/ 1055733 h 1454091"/>
                <a:gd name="connsiteX6546" fmla="*/ 395080 w 4719650"/>
                <a:gd name="connsiteY6546" fmla="*/ 1055733 h 1454091"/>
                <a:gd name="connsiteX6547" fmla="*/ 391801 w 4719650"/>
                <a:gd name="connsiteY6547" fmla="*/ 1057372 h 1454091"/>
                <a:gd name="connsiteX6548" fmla="*/ 388523 w 4719650"/>
                <a:gd name="connsiteY6548" fmla="*/ 1059012 h 1454091"/>
                <a:gd name="connsiteX6549" fmla="*/ 385244 w 4719650"/>
                <a:gd name="connsiteY6549" fmla="*/ 1059012 h 1454091"/>
                <a:gd name="connsiteX6550" fmla="*/ 381965 w 4719650"/>
                <a:gd name="connsiteY6550" fmla="*/ 1059012 h 1454091"/>
                <a:gd name="connsiteX6551" fmla="*/ 378687 w 4719650"/>
                <a:gd name="connsiteY6551" fmla="*/ 1059012 h 1454091"/>
                <a:gd name="connsiteX6552" fmla="*/ 378687 w 4719650"/>
                <a:gd name="connsiteY6552" fmla="*/ 1060651 h 1454091"/>
                <a:gd name="connsiteX6553" fmla="*/ 373769 w 4719650"/>
                <a:gd name="connsiteY6553" fmla="*/ 1062290 h 1454091"/>
                <a:gd name="connsiteX6554" fmla="*/ 370490 w 4719650"/>
                <a:gd name="connsiteY6554" fmla="*/ 1063930 h 1454091"/>
                <a:gd name="connsiteX6555" fmla="*/ 367211 w 4719650"/>
                <a:gd name="connsiteY6555" fmla="*/ 1060651 h 1454091"/>
                <a:gd name="connsiteX6556" fmla="*/ 363932 w 4719650"/>
                <a:gd name="connsiteY6556" fmla="*/ 1060651 h 1454091"/>
                <a:gd name="connsiteX6557" fmla="*/ 360654 w 4719650"/>
                <a:gd name="connsiteY6557" fmla="*/ 1060651 h 1454091"/>
                <a:gd name="connsiteX6558" fmla="*/ 357375 w 4719650"/>
                <a:gd name="connsiteY6558" fmla="*/ 1059012 h 1454091"/>
                <a:gd name="connsiteX6559" fmla="*/ 354097 w 4719650"/>
                <a:gd name="connsiteY6559" fmla="*/ 1055733 h 1454091"/>
                <a:gd name="connsiteX6560" fmla="*/ 350818 w 4719650"/>
                <a:gd name="connsiteY6560" fmla="*/ 1054093 h 1454091"/>
                <a:gd name="connsiteX6561" fmla="*/ 347539 w 4719650"/>
                <a:gd name="connsiteY6561" fmla="*/ 1055733 h 1454091"/>
                <a:gd name="connsiteX6562" fmla="*/ 345900 w 4719650"/>
                <a:gd name="connsiteY6562" fmla="*/ 1055733 h 1454091"/>
                <a:gd name="connsiteX6563" fmla="*/ 340982 w 4719650"/>
                <a:gd name="connsiteY6563" fmla="*/ 1059012 h 1454091"/>
                <a:gd name="connsiteX6564" fmla="*/ 340982 w 4719650"/>
                <a:gd name="connsiteY6564" fmla="*/ 1059012 h 1454091"/>
                <a:gd name="connsiteX6565" fmla="*/ 337703 w 4719650"/>
                <a:gd name="connsiteY6565" fmla="*/ 1057372 h 1454091"/>
                <a:gd name="connsiteX6566" fmla="*/ 336064 w 4719650"/>
                <a:gd name="connsiteY6566" fmla="*/ 1055733 h 1454091"/>
                <a:gd name="connsiteX6567" fmla="*/ 332785 w 4719650"/>
                <a:gd name="connsiteY6567" fmla="*/ 1052454 h 1454091"/>
                <a:gd name="connsiteX6568" fmla="*/ 329507 w 4719650"/>
                <a:gd name="connsiteY6568" fmla="*/ 1049175 h 1454091"/>
                <a:gd name="connsiteX6569" fmla="*/ 329507 w 4719650"/>
                <a:gd name="connsiteY6569" fmla="*/ 1045897 h 1454091"/>
                <a:gd name="connsiteX6570" fmla="*/ 331146 w 4719650"/>
                <a:gd name="connsiteY6570" fmla="*/ 1042618 h 1454091"/>
                <a:gd name="connsiteX6571" fmla="*/ 327867 w 4719650"/>
                <a:gd name="connsiteY6571" fmla="*/ 1037700 h 1454091"/>
                <a:gd name="connsiteX6572" fmla="*/ 326228 w 4719650"/>
                <a:gd name="connsiteY6572" fmla="*/ 1034421 h 1454091"/>
                <a:gd name="connsiteX6573" fmla="*/ 324588 w 4719650"/>
                <a:gd name="connsiteY6573" fmla="*/ 1032782 h 1454091"/>
                <a:gd name="connsiteX6574" fmla="*/ 324588 w 4719650"/>
                <a:gd name="connsiteY6574" fmla="*/ 1029503 h 1454091"/>
                <a:gd name="connsiteX6575" fmla="*/ 321310 w 4719650"/>
                <a:gd name="connsiteY6575" fmla="*/ 1027864 h 1454091"/>
                <a:gd name="connsiteX6576" fmla="*/ 318031 w 4719650"/>
                <a:gd name="connsiteY6576" fmla="*/ 1026225 h 1454091"/>
                <a:gd name="connsiteX6577" fmla="*/ 316392 w 4719650"/>
                <a:gd name="connsiteY6577" fmla="*/ 1024585 h 1454091"/>
                <a:gd name="connsiteX6578" fmla="*/ 313113 w 4719650"/>
                <a:gd name="connsiteY6578" fmla="*/ 1021307 h 1454091"/>
                <a:gd name="connsiteX6579" fmla="*/ 313113 w 4719650"/>
                <a:gd name="connsiteY6579" fmla="*/ 1021307 h 1454091"/>
                <a:gd name="connsiteX6580" fmla="*/ 309835 w 4719650"/>
                <a:gd name="connsiteY6580" fmla="*/ 1021307 h 1454091"/>
                <a:gd name="connsiteX6581" fmla="*/ 306556 w 4719650"/>
                <a:gd name="connsiteY6581" fmla="*/ 1022946 h 1454091"/>
                <a:gd name="connsiteX6582" fmla="*/ 303277 w 4719650"/>
                <a:gd name="connsiteY6582" fmla="*/ 1022946 h 1454091"/>
                <a:gd name="connsiteX6583" fmla="*/ 298359 w 4719650"/>
                <a:gd name="connsiteY6583" fmla="*/ 1021307 h 1454091"/>
                <a:gd name="connsiteX6584" fmla="*/ 295081 w 4719650"/>
                <a:gd name="connsiteY6584" fmla="*/ 1019668 h 1454091"/>
                <a:gd name="connsiteX6585" fmla="*/ 293441 w 4719650"/>
                <a:gd name="connsiteY6585" fmla="*/ 1019668 h 1454091"/>
                <a:gd name="connsiteX6586" fmla="*/ 290162 w 4719650"/>
                <a:gd name="connsiteY6586" fmla="*/ 1019668 h 1454091"/>
                <a:gd name="connsiteX6587" fmla="*/ 286884 w 4719650"/>
                <a:gd name="connsiteY6587" fmla="*/ 1019668 h 1454091"/>
                <a:gd name="connsiteX6588" fmla="*/ 285245 w 4719650"/>
                <a:gd name="connsiteY6588" fmla="*/ 1019668 h 1454091"/>
                <a:gd name="connsiteX6589" fmla="*/ 286884 w 4719650"/>
                <a:gd name="connsiteY6589" fmla="*/ 1019668 h 1454091"/>
                <a:gd name="connsiteX6590" fmla="*/ 286884 w 4719650"/>
                <a:gd name="connsiteY6590" fmla="*/ 1019668 h 1454091"/>
                <a:gd name="connsiteX6591" fmla="*/ 288523 w 4719650"/>
                <a:gd name="connsiteY6591" fmla="*/ 1014749 h 1454091"/>
                <a:gd name="connsiteX6592" fmla="*/ 286884 w 4719650"/>
                <a:gd name="connsiteY6592" fmla="*/ 1014749 h 1454091"/>
                <a:gd name="connsiteX6593" fmla="*/ 285245 w 4719650"/>
                <a:gd name="connsiteY6593" fmla="*/ 1013110 h 1454091"/>
                <a:gd name="connsiteX6594" fmla="*/ 285245 w 4719650"/>
                <a:gd name="connsiteY6594" fmla="*/ 1009831 h 1454091"/>
                <a:gd name="connsiteX6595" fmla="*/ 283605 w 4719650"/>
                <a:gd name="connsiteY6595" fmla="*/ 1006553 h 1454091"/>
                <a:gd name="connsiteX6596" fmla="*/ 280327 w 4719650"/>
                <a:gd name="connsiteY6596" fmla="*/ 1003274 h 1454091"/>
                <a:gd name="connsiteX6597" fmla="*/ 280327 w 4719650"/>
                <a:gd name="connsiteY6597" fmla="*/ 1001635 h 1454091"/>
                <a:gd name="connsiteX6598" fmla="*/ 281966 w 4719650"/>
                <a:gd name="connsiteY6598" fmla="*/ 1001635 h 1454091"/>
                <a:gd name="connsiteX6599" fmla="*/ 283605 w 4719650"/>
                <a:gd name="connsiteY6599" fmla="*/ 1001635 h 1454091"/>
                <a:gd name="connsiteX6600" fmla="*/ 286884 w 4719650"/>
                <a:gd name="connsiteY6600" fmla="*/ 999995 h 1454091"/>
                <a:gd name="connsiteX6601" fmla="*/ 290162 w 4719650"/>
                <a:gd name="connsiteY6601" fmla="*/ 998356 h 1454091"/>
                <a:gd name="connsiteX6602" fmla="*/ 288523 w 4719650"/>
                <a:gd name="connsiteY6602" fmla="*/ 995077 h 1454091"/>
                <a:gd name="connsiteX6603" fmla="*/ 285245 w 4719650"/>
                <a:gd name="connsiteY6603" fmla="*/ 993438 h 1454091"/>
                <a:gd name="connsiteX6604" fmla="*/ 283605 w 4719650"/>
                <a:gd name="connsiteY6604" fmla="*/ 993438 h 1454091"/>
                <a:gd name="connsiteX6605" fmla="*/ 280327 w 4719650"/>
                <a:gd name="connsiteY6605" fmla="*/ 990159 h 1454091"/>
                <a:gd name="connsiteX6606" fmla="*/ 277048 w 4719650"/>
                <a:gd name="connsiteY6606" fmla="*/ 986881 h 1454091"/>
                <a:gd name="connsiteX6607" fmla="*/ 277048 w 4719650"/>
                <a:gd name="connsiteY6607" fmla="*/ 983602 h 1454091"/>
                <a:gd name="connsiteX6608" fmla="*/ 273769 w 4719650"/>
                <a:gd name="connsiteY6608" fmla="*/ 978684 h 1454091"/>
                <a:gd name="connsiteX6609" fmla="*/ 272130 w 4719650"/>
                <a:gd name="connsiteY6609" fmla="*/ 978684 h 1454091"/>
                <a:gd name="connsiteX6610" fmla="*/ 268851 w 4719650"/>
                <a:gd name="connsiteY6610" fmla="*/ 975405 h 1454091"/>
                <a:gd name="connsiteX6611" fmla="*/ 265572 w 4719650"/>
                <a:gd name="connsiteY6611" fmla="*/ 973766 h 1454091"/>
                <a:gd name="connsiteX6612" fmla="*/ 260654 w 4719650"/>
                <a:gd name="connsiteY6612" fmla="*/ 973766 h 1454091"/>
                <a:gd name="connsiteX6613" fmla="*/ 257376 w 4719650"/>
                <a:gd name="connsiteY6613" fmla="*/ 975405 h 1454091"/>
                <a:gd name="connsiteX6614" fmla="*/ 255737 w 4719650"/>
                <a:gd name="connsiteY6614" fmla="*/ 973766 h 1454091"/>
                <a:gd name="connsiteX6615" fmla="*/ 255737 w 4719650"/>
                <a:gd name="connsiteY6615" fmla="*/ 973766 h 1454091"/>
                <a:gd name="connsiteX6616" fmla="*/ 255737 w 4719650"/>
                <a:gd name="connsiteY6616" fmla="*/ 973766 h 1454091"/>
                <a:gd name="connsiteX6617" fmla="*/ 252458 w 4719650"/>
                <a:gd name="connsiteY6617" fmla="*/ 973766 h 1454091"/>
                <a:gd name="connsiteX6618" fmla="*/ 250818 w 4719650"/>
                <a:gd name="connsiteY6618" fmla="*/ 973766 h 1454091"/>
                <a:gd name="connsiteX6619" fmla="*/ 247540 w 4719650"/>
                <a:gd name="connsiteY6619" fmla="*/ 972127 h 1454091"/>
                <a:gd name="connsiteX6620" fmla="*/ 244261 w 4719650"/>
                <a:gd name="connsiteY6620" fmla="*/ 973766 h 1454091"/>
                <a:gd name="connsiteX6621" fmla="*/ 240982 w 4719650"/>
                <a:gd name="connsiteY6621" fmla="*/ 975405 h 1454091"/>
                <a:gd name="connsiteX6622" fmla="*/ 237704 w 4719650"/>
                <a:gd name="connsiteY6622" fmla="*/ 978684 h 1454091"/>
                <a:gd name="connsiteX6623" fmla="*/ 232786 w 4719650"/>
                <a:gd name="connsiteY6623" fmla="*/ 977045 h 1454091"/>
                <a:gd name="connsiteX6624" fmla="*/ 229507 w 4719650"/>
                <a:gd name="connsiteY6624" fmla="*/ 977045 h 1454091"/>
                <a:gd name="connsiteX6625" fmla="*/ 226228 w 4719650"/>
                <a:gd name="connsiteY6625" fmla="*/ 975405 h 1454091"/>
                <a:gd name="connsiteX6626" fmla="*/ 222950 w 4719650"/>
                <a:gd name="connsiteY6626" fmla="*/ 975405 h 1454091"/>
                <a:gd name="connsiteX6627" fmla="*/ 219671 w 4719650"/>
                <a:gd name="connsiteY6627" fmla="*/ 973766 h 1454091"/>
                <a:gd name="connsiteX6628" fmla="*/ 219671 w 4719650"/>
                <a:gd name="connsiteY6628" fmla="*/ 978684 h 1454091"/>
                <a:gd name="connsiteX6629" fmla="*/ 218032 w 4719650"/>
                <a:gd name="connsiteY6629" fmla="*/ 978684 h 1454091"/>
                <a:gd name="connsiteX6630" fmla="*/ 218032 w 4719650"/>
                <a:gd name="connsiteY6630" fmla="*/ 981963 h 1454091"/>
                <a:gd name="connsiteX6631" fmla="*/ 214753 w 4719650"/>
                <a:gd name="connsiteY6631" fmla="*/ 985241 h 1454091"/>
                <a:gd name="connsiteX6632" fmla="*/ 211474 w 4719650"/>
                <a:gd name="connsiteY6632" fmla="*/ 986881 h 1454091"/>
                <a:gd name="connsiteX6633" fmla="*/ 208195 w 4719650"/>
                <a:gd name="connsiteY6633" fmla="*/ 986881 h 1454091"/>
                <a:gd name="connsiteX6634" fmla="*/ 204917 w 4719650"/>
                <a:gd name="connsiteY6634" fmla="*/ 983602 h 1454091"/>
                <a:gd name="connsiteX6635" fmla="*/ 199999 w 4719650"/>
                <a:gd name="connsiteY6635" fmla="*/ 983602 h 1454091"/>
                <a:gd name="connsiteX6636" fmla="*/ 198360 w 4719650"/>
                <a:gd name="connsiteY6636" fmla="*/ 980323 h 1454091"/>
                <a:gd name="connsiteX6637" fmla="*/ 195081 w 4719650"/>
                <a:gd name="connsiteY6637" fmla="*/ 977045 h 1454091"/>
                <a:gd name="connsiteX6638" fmla="*/ 193442 w 4719650"/>
                <a:gd name="connsiteY6638" fmla="*/ 973766 h 1454091"/>
                <a:gd name="connsiteX6639" fmla="*/ 193442 w 4719650"/>
                <a:gd name="connsiteY6639" fmla="*/ 968848 h 1454091"/>
                <a:gd name="connsiteX6640" fmla="*/ 193442 w 4719650"/>
                <a:gd name="connsiteY6640" fmla="*/ 968848 h 1454091"/>
                <a:gd name="connsiteX6641" fmla="*/ 191802 w 4719650"/>
                <a:gd name="connsiteY6641" fmla="*/ 965569 h 1454091"/>
                <a:gd name="connsiteX6642" fmla="*/ 190163 w 4719650"/>
                <a:gd name="connsiteY6642" fmla="*/ 962291 h 1454091"/>
                <a:gd name="connsiteX6643" fmla="*/ 190163 w 4719650"/>
                <a:gd name="connsiteY6643" fmla="*/ 959012 h 1454091"/>
                <a:gd name="connsiteX6644" fmla="*/ 190163 w 4719650"/>
                <a:gd name="connsiteY6644" fmla="*/ 954094 h 1454091"/>
                <a:gd name="connsiteX6645" fmla="*/ 186884 w 4719650"/>
                <a:gd name="connsiteY6645" fmla="*/ 952455 h 1454091"/>
                <a:gd name="connsiteX6646" fmla="*/ 181966 w 4719650"/>
                <a:gd name="connsiteY6646" fmla="*/ 949176 h 1454091"/>
                <a:gd name="connsiteX6647" fmla="*/ 178688 w 4719650"/>
                <a:gd name="connsiteY6647" fmla="*/ 944258 h 1454091"/>
                <a:gd name="connsiteX6648" fmla="*/ 181966 w 4719650"/>
                <a:gd name="connsiteY6648" fmla="*/ 940979 h 1454091"/>
                <a:gd name="connsiteX6649" fmla="*/ 181966 w 4719650"/>
                <a:gd name="connsiteY6649" fmla="*/ 937701 h 1454091"/>
                <a:gd name="connsiteX6650" fmla="*/ 186884 w 4719650"/>
                <a:gd name="connsiteY6650" fmla="*/ 937701 h 1454091"/>
                <a:gd name="connsiteX6651" fmla="*/ 190163 w 4719650"/>
                <a:gd name="connsiteY6651" fmla="*/ 937701 h 1454091"/>
                <a:gd name="connsiteX6652" fmla="*/ 193442 w 4719650"/>
                <a:gd name="connsiteY6652" fmla="*/ 937701 h 1454091"/>
                <a:gd name="connsiteX6653" fmla="*/ 196720 w 4719650"/>
                <a:gd name="connsiteY6653" fmla="*/ 940979 h 1454091"/>
                <a:gd name="connsiteX6654" fmla="*/ 201638 w 4719650"/>
                <a:gd name="connsiteY6654" fmla="*/ 942618 h 1454091"/>
                <a:gd name="connsiteX6655" fmla="*/ 204917 w 4719650"/>
                <a:gd name="connsiteY6655" fmla="*/ 942618 h 1454091"/>
                <a:gd name="connsiteX6656" fmla="*/ 208195 w 4719650"/>
                <a:gd name="connsiteY6656" fmla="*/ 940979 h 1454091"/>
                <a:gd name="connsiteX6657" fmla="*/ 213114 w 4719650"/>
                <a:gd name="connsiteY6657" fmla="*/ 940979 h 1454091"/>
                <a:gd name="connsiteX6658" fmla="*/ 213114 w 4719650"/>
                <a:gd name="connsiteY6658" fmla="*/ 939340 h 1454091"/>
                <a:gd name="connsiteX6659" fmla="*/ 216392 w 4719650"/>
                <a:gd name="connsiteY6659" fmla="*/ 937701 h 1454091"/>
                <a:gd name="connsiteX6660" fmla="*/ 218032 w 4719650"/>
                <a:gd name="connsiteY6660" fmla="*/ 932783 h 1454091"/>
                <a:gd name="connsiteX6661" fmla="*/ 221310 w 4719650"/>
                <a:gd name="connsiteY6661" fmla="*/ 932783 h 1454091"/>
                <a:gd name="connsiteX6662" fmla="*/ 224589 w 4719650"/>
                <a:gd name="connsiteY6662" fmla="*/ 931143 h 1454091"/>
                <a:gd name="connsiteX6663" fmla="*/ 224589 w 4719650"/>
                <a:gd name="connsiteY6663" fmla="*/ 927865 h 1454091"/>
                <a:gd name="connsiteX6664" fmla="*/ 221310 w 4719650"/>
                <a:gd name="connsiteY6664" fmla="*/ 924586 h 1454091"/>
                <a:gd name="connsiteX6665" fmla="*/ 218032 w 4719650"/>
                <a:gd name="connsiteY6665" fmla="*/ 924586 h 1454091"/>
                <a:gd name="connsiteX6666" fmla="*/ 216392 w 4719650"/>
                <a:gd name="connsiteY6666" fmla="*/ 922946 h 1454091"/>
                <a:gd name="connsiteX6667" fmla="*/ 213114 w 4719650"/>
                <a:gd name="connsiteY6667" fmla="*/ 919668 h 1454091"/>
                <a:gd name="connsiteX6668" fmla="*/ 213114 w 4719650"/>
                <a:gd name="connsiteY6668" fmla="*/ 916389 h 1454091"/>
                <a:gd name="connsiteX6669" fmla="*/ 209835 w 4719650"/>
                <a:gd name="connsiteY6669" fmla="*/ 914750 h 1454091"/>
                <a:gd name="connsiteX6670" fmla="*/ 206557 w 4719650"/>
                <a:gd name="connsiteY6670" fmla="*/ 913111 h 1454091"/>
                <a:gd name="connsiteX6671" fmla="*/ 204917 w 4719650"/>
                <a:gd name="connsiteY6671" fmla="*/ 913111 h 1454091"/>
                <a:gd name="connsiteX6672" fmla="*/ 201638 w 4719650"/>
                <a:gd name="connsiteY6672" fmla="*/ 911471 h 1454091"/>
                <a:gd name="connsiteX6673" fmla="*/ 198360 w 4719650"/>
                <a:gd name="connsiteY6673" fmla="*/ 913111 h 1454091"/>
                <a:gd name="connsiteX6674" fmla="*/ 193442 w 4719650"/>
                <a:gd name="connsiteY6674" fmla="*/ 913111 h 1454091"/>
                <a:gd name="connsiteX6675" fmla="*/ 190163 w 4719650"/>
                <a:gd name="connsiteY6675" fmla="*/ 913111 h 1454091"/>
                <a:gd name="connsiteX6676" fmla="*/ 190163 w 4719650"/>
                <a:gd name="connsiteY6676" fmla="*/ 911471 h 1454091"/>
                <a:gd name="connsiteX6677" fmla="*/ 191802 w 4719650"/>
                <a:gd name="connsiteY6677" fmla="*/ 908193 h 1454091"/>
                <a:gd name="connsiteX6678" fmla="*/ 191802 w 4719650"/>
                <a:gd name="connsiteY6678" fmla="*/ 904914 h 1454091"/>
                <a:gd name="connsiteX6679" fmla="*/ 193442 w 4719650"/>
                <a:gd name="connsiteY6679" fmla="*/ 904914 h 1454091"/>
                <a:gd name="connsiteX6680" fmla="*/ 193442 w 4719650"/>
                <a:gd name="connsiteY6680" fmla="*/ 903275 h 1454091"/>
                <a:gd name="connsiteX6681" fmla="*/ 188524 w 4719650"/>
                <a:gd name="connsiteY6681" fmla="*/ 899996 h 1454091"/>
                <a:gd name="connsiteX6682" fmla="*/ 186884 w 4719650"/>
                <a:gd name="connsiteY6682" fmla="*/ 899996 h 1454091"/>
                <a:gd name="connsiteX6683" fmla="*/ 183605 w 4719650"/>
                <a:gd name="connsiteY6683" fmla="*/ 898356 h 1454091"/>
                <a:gd name="connsiteX6684" fmla="*/ 180327 w 4719650"/>
                <a:gd name="connsiteY6684" fmla="*/ 898356 h 1454091"/>
                <a:gd name="connsiteX6685" fmla="*/ 177048 w 4719650"/>
                <a:gd name="connsiteY6685" fmla="*/ 895078 h 1454091"/>
                <a:gd name="connsiteX6686" fmla="*/ 172130 w 4719650"/>
                <a:gd name="connsiteY6686" fmla="*/ 891799 h 1454091"/>
                <a:gd name="connsiteX6687" fmla="*/ 170491 w 4719650"/>
                <a:gd name="connsiteY6687" fmla="*/ 888521 h 1454091"/>
                <a:gd name="connsiteX6688" fmla="*/ 168851 w 4719650"/>
                <a:gd name="connsiteY6688" fmla="*/ 885242 h 1454091"/>
                <a:gd name="connsiteX6689" fmla="*/ 168851 w 4719650"/>
                <a:gd name="connsiteY6689" fmla="*/ 885242 h 1454091"/>
                <a:gd name="connsiteX6690" fmla="*/ 165573 w 4719650"/>
                <a:gd name="connsiteY6690" fmla="*/ 880324 h 1454091"/>
                <a:gd name="connsiteX6691" fmla="*/ 165573 w 4719650"/>
                <a:gd name="connsiteY6691" fmla="*/ 877045 h 1454091"/>
                <a:gd name="connsiteX6692" fmla="*/ 160655 w 4719650"/>
                <a:gd name="connsiteY6692" fmla="*/ 875406 h 1454091"/>
                <a:gd name="connsiteX6693" fmla="*/ 160655 w 4719650"/>
                <a:gd name="connsiteY6693" fmla="*/ 875406 h 1454091"/>
                <a:gd name="connsiteX6694" fmla="*/ 160655 w 4719650"/>
                <a:gd name="connsiteY6694" fmla="*/ 875406 h 1454091"/>
                <a:gd name="connsiteX6695" fmla="*/ 160655 w 4719650"/>
                <a:gd name="connsiteY6695" fmla="*/ 873766 h 1454091"/>
                <a:gd name="connsiteX6696" fmla="*/ 155737 w 4719650"/>
                <a:gd name="connsiteY6696" fmla="*/ 872127 h 1454091"/>
                <a:gd name="connsiteX6697" fmla="*/ 154098 w 4719650"/>
                <a:gd name="connsiteY6697" fmla="*/ 868848 h 1454091"/>
                <a:gd name="connsiteX6698" fmla="*/ 154098 w 4719650"/>
                <a:gd name="connsiteY6698" fmla="*/ 863931 h 1454091"/>
                <a:gd name="connsiteX6699" fmla="*/ 157376 w 4719650"/>
                <a:gd name="connsiteY6699" fmla="*/ 863931 h 1454091"/>
                <a:gd name="connsiteX6700" fmla="*/ 157376 w 4719650"/>
                <a:gd name="connsiteY6700" fmla="*/ 862291 h 1454091"/>
                <a:gd name="connsiteX6701" fmla="*/ 157376 w 4719650"/>
                <a:gd name="connsiteY6701" fmla="*/ 862291 h 1454091"/>
                <a:gd name="connsiteX6702" fmla="*/ 157376 w 4719650"/>
                <a:gd name="connsiteY6702" fmla="*/ 862291 h 1454091"/>
                <a:gd name="connsiteX6703" fmla="*/ 159015 w 4719650"/>
                <a:gd name="connsiteY6703" fmla="*/ 859012 h 1454091"/>
                <a:gd name="connsiteX6704" fmla="*/ 155737 w 4719650"/>
                <a:gd name="connsiteY6704" fmla="*/ 854094 h 1454091"/>
                <a:gd name="connsiteX6705" fmla="*/ 152458 w 4719650"/>
                <a:gd name="connsiteY6705" fmla="*/ 850816 h 1454091"/>
                <a:gd name="connsiteX6706" fmla="*/ 152458 w 4719650"/>
                <a:gd name="connsiteY6706" fmla="*/ 847537 h 1454091"/>
                <a:gd name="connsiteX6707" fmla="*/ 154098 w 4719650"/>
                <a:gd name="connsiteY6707" fmla="*/ 844258 h 1454091"/>
                <a:gd name="connsiteX6708" fmla="*/ 152458 w 4719650"/>
                <a:gd name="connsiteY6708" fmla="*/ 842619 h 1454091"/>
                <a:gd name="connsiteX6709" fmla="*/ 154098 w 4719650"/>
                <a:gd name="connsiteY6709" fmla="*/ 840980 h 1454091"/>
                <a:gd name="connsiteX6710" fmla="*/ 152458 w 4719650"/>
                <a:gd name="connsiteY6710" fmla="*/ 837701 h 1454091"/>
                <a:gd name="connsiteX6711" fmla="*/ 150819 w 4719650"/>
                <a:gd name="connsiteY6711" fmla="*/ 836062 h 1454091"/>
                <a:gd name="connsiteX6712" fmla="*/ 145901 w 4719650"/>
                <a:gd name="connsiteY6712" fmla="*/ 836062 h 1454091"/>
                <a:gd name="connsiteX6713" fmla="*/ 142622 w 4719650"/>
                <a:gd name="connsiteY6713" fmla="*/ 834422 h 1454091"/>
                <a:gd name="connsiteX6714" fmla="*/ 139344 w 4719650"/>
                <a:gd name="connsiteY6714" fmla="*/ 831144 h 1454091"/>
                <a:gd name="connsiteX6715" fmla="*/ 137704 w 4719650"/>
                <a:gd name="connsiteY6715" fmla="*/ 829504 h 1454091"/>
                <a:gd name="connsiteX6716" fmla="*/ 134425 w 4719650"/>
                <a:gd name="connsiteY6716" fmla="*/ 827865 h 1454091"/>
                <a:gd name="connsiteX6717" fmla="*/ 132786 w 4719650"/>
                <a:gd name="connsiteY6717" fmla="*/ 827865 h 1454091"/>
                <a:gd name="connsiteX6718" fmla="*/ 131147 w 4719650"/>
                <a:gd name="connsiteY6718" fmla="*/ 827865 h 1454091"/>
                <a:gd name="connsiteX6719" fmla="*/ 127868 w 4719650"/>
                <a:gd name="connsiteY6719" fmla="*/ 827865 h 1454091"/>
                <a:gd name="connsiteX6720" fmla="*/ 124590 w 4719650"/>
                <a:gd name="connsiteY6720" fmla="*/ 827865 h 1454091"/>
                <a:gd name="connsiteX6721" fmla="*/ 122950 w 4719650"/>
                <a:gd name="connsiteY6721" fmla="*/ 826226 h 1454091"/>
                <a:gd name="connsiteX6722" fmla="*/ 121311 w 4719650"/>
                <a:gd name="connsiteY6722" fmla="*/ 826226 h 1454091"/>
                <a:gd name="connsiteX6723" fmla="*/ 121311 w 4719650"/>
                <a:gd name="connsiteY6723" fmla="*/ 826226 h 1454091"/>
                <a:gd name="connsiteX6724" fmla="*/ 119671 w 4719650"/>
                <a:gd name="connsiteY6724" fmla="*/ 826226 h 1454091"/>
                <a:gd name="connsiteX6725" fmla="*/ 116393 w 4719650"/>
                <a:gd name="connsiteY6725" fmla="*/ 829504 h 1454091"/>
                <a:gd name="connsiteX6726" fmla="*/ 113114 w 4719650"/>
                <a:gd name="connsiteY6726" fmla="*/ 829504 h 1454091"/>
                <a:gd name="connsiteX6727" fmla="*/ 109835 w 4719650"/>
                <a:gd name="connsiteY6727" fmla="*/ 831144 h 1454091"/>
                <a:gd name="connsiteX6728" fmla="*/ 106557 w 4719650"/>
                <a:gd name="connsiteY6728" fmla="*/ 832783 h 1454091"/>
                <a:gd name="connsiteX6729" fmla="*/ 103278 w 4719650"/>
                <a:gd name="connsiteY6729" fmla="*/ 831144 h 1454091"/>
                <a:gd name="connsiteX6730" fmla="*/ 103278 w 4719650"/>
                <a:gd name="connsiteY6730" fmla="*/ 827865 h 1454091"/>
                <a:gd name="connsiteX6731" fmla="*/ 103278 w 4719650"/>
                <a:gd name="connsiteY6731" fmla="*/ 822947 h 1454091"/>
                <a:gd name="connsiteX6732" fmla="*/ 100000 w 4719650"/>
                <a:gd name="connsiteY6732" fmla="*/ 821308 h 1454091"/>
                <a:gd name="connsiteX6733" fmla="*/ 96721 w 4719650"/>
                <a:gd name="connsiteY6733" fmla="*/ 821308 h 1454091"/>
                <a:gd name="connsiteX6734" fmla="*/ 91803 w 4719650"/>
                <a:gd name="connsiteY6734" fmla="*/ 819668 h 1454091"/>
                <a:gd name="connsiteX6735" fmla="*/ 88524 w 4719650"/>
                <a:gd name="connsiteY6735" fmla="*/ 819668 h 1454091"/>
                <a:gd name="connsiteX6736" fmla="*/ 85245 w 4719650"/>
                <a:gd name="connsiteY6736" fmla="*/ 821308 h 1454091"/>
                <a:gd name="connsiteX6737" fmla="*/ 81967 w 4719650"/>
                <a:gd name="connsiteY6737" fmla="*/ 822947 h 1454091"/>
                <a:gd name="connsiteX6738" fmla="*/ 80327 w 4719650"/>
                <a:gd name="connsiteY6738" fmla="*/ 822947 h 1454091"/>
                <a:gd name="connsiteX6739" fmla="*/ 80327 w 4719650"/>
                <a:gd name="connsiteY6739" fmla="*/ 821308 h 1454091"/>
                <a:gd name="connsiteX6740" fmla="*/ 77049 w 4719650"/>
                <a:gd name="connsiteY6740" fmla="*/ 818029 h 1454091"/>
                <a:gd name="connsiteX6741" fmla="*/ 77049 w 4719650"/>
                <a:gd name="connsiteY6741" fmla="*/ 818029 h 1454091"/>
                <a:gd name="connsiteX6742" fmla="*/ 73770 w 4719650"/>
                <a:gd name="connsiteY6742" fmla="*/ 816390 h 1454091"/>
                <a:gd name="connsiteX6743" fmla="*/ 70491 w 4719650"/>
                <a:gd name="connsiteY6743" fmla="*/ 816390 h 1454091"/>
                <a:gd name="connsiteX6744" fmla="*/ 68852 w 4719650"/>
                <a:gd name="connsiteY6744" fmla="*/ 818029 h 1454091"/>
                <a:gd name="connsiteX6745" fmla="*/ 67213 w 4719650"/>
                <a:gd name="connsiteY6745" fmla="*/ 818029 h 1454091"/>
                <a:gd name="connsiteX6746" fmla="*/ 63934 w 4719650"/>
                <a:gd name="connsiteY6746" fmla="*/ 814750 h 1454091"/>
                <a:gd name="connsiteX6747" fmla="*/ 62295 w 4719650"/>
                <a:gd name="connsiteY6747" fmla="*/ 814750 h 1454091"/>
                <a:gd name="connsiteX6748" fmla="*/ 62295 w 4719650"/>
                <a:gd name="connsiteY6748" fmla="*/ 813111 h 1454091"/>
                <a:gd name="connsiteX6749" fmla="*/ 63934 w 4719650"/>
                <a:gd name="connsiteY6749" fmla="*/ 808193 h 1454091"/>
                <a:gd name="connsiteX6750" fmla="*/ 62295 w 4719650"/>
                <a:gd name="connsiteY6750" fmla="*/ 804914 h 1454091"/>
                <a:gd name="connsiteX6751" fmla="*/ 60655 w 4719650"/>
                <a:gd name="connsiteY6751" fmla="*/ 804914 h 1454091"/>
                <a:gd name="connsiteX6752" fmla="*/ 60655 w 4719650"/>
                <a:gd name="connsiteY6752" fmla="*/ 801636 h 1454091"/>
                <a:gd name="connsiteX6753" fmla="*/ 59016 w 4719650"/>
                <a:gd name="connsiteY6753" fmla="*/ 796718 h 1454091"/>
                <a:gd name="connsiteX6754" fmla="*/ 55737 w 4719650"/>
                <a:gd name="connsiteY6754" fmla="*/ 796718 h 1454091"/>
                <a:gd name="connsiteX6755" fmla="*/ 55737 w 4719650"/>
                <a:gd name="connsiteY6755" fmla="*/ 795078 h 1454091"/>
                <a:gd name="connsiteX6756" fmla="*/ 54098 w 4719650"/>
                <a:gd name="connsiteY6756" fmla="*/ 793439 h 1454091"/>
                <a:gd name="connsiteX6757" fmla="*/ 50820 w 4719650"/>
                <a:gd name="connsiteY6757" fmla="*/ 790160 h 1454091"/>
                <a:gd name="connsiteX6758" fmla="*/ 50820 w 4719650"/>
                <a:gd name="connsiteY6758" fmla="*/ 786882 h 1454091"/>
                <a:gd name="connsiteX6759" fmla="*/ 47541 w 4719650"/>
                <a:gd name="connsiteY6759" fmla="*/ 785242 h 1454091"/>
                <a:gd name="connsiteX6760" fmla="*/ 45901 w 4719650"/>
                <a:gd name="connsiteY6760" fmla="*/ 785242 h 1454091"/>
                <a:gd name="connsiteX6761" fmla="*/ 42623 w 4719650"/>
                <a:gd name="connsiteY6761" fmla="*/ 785242 h 1454091"/>
                <a:gd name="connsiteX6762" fmla="*/ 44262 w 4719650"/>
                <a:gd name="connsiteY6762" fmla="*/ 781964 h 1454091"/>
                <a:gd name="connsiteX6763" fmla="*/ 44262 w 4719650"/>
                <a:gd name="connsiteY6763" fmla="*/ 777046 h 1454091"/>
                <a:gd name="connsiteX6764" fmla="*/ 44262 w 4719650"/>
                <a:gd name="connsiteY6764" fmla="*/ 773767 h 1454091"/>
                <a:gd name="connsiteX6765" fmla="*/ 45901 w 4719650"/>
                <a:gd name="connsiteY6765" fmla="*/ 773767 h 1454091"/>
                <a:gd name="connsiteX6766" fmla="*/ 45901 w 4719650"/>
                <a:gd name="connsiteY6766" fmla="*/ 770488 h 1454091"/>
                <a:gd name="connsiteX6767" fmla="*/ 45901 w 4719650"/>
                <a:gd name="connsiteY6767" fmla="*/ 767210 h 1454091"/>
                <a:gd name="connsiteX6768" fmla="*/ 42623 w 4719650"/>
                <a:gd name="connsiteY6768" fmla="*/ 765570 h 1454091"/>
                <a:gd name="connsiteX6769" fmla="*/ 39344 w 4719650"/>
                <a:gd name="connsiteY6769" fmla="*/ 762291 h 1454091"/>
                <a:gd name="connsiteX6770" fmla="*/ 36065 w 4719650"/>
                <a:gd name="connsiteY6770" fmla="*/ 762291 h 1454091"/>
                <a:gd name="connsiteX6771" fmla="*/ 32787 w 4719650"/>
                <a:gd name="connsiteY6771" fmla="*/ 757374 h 1454091"/>
                <a:gd name="connsiteX6772" fmla="*/ 29508 w 4719650"/>
                <a:gd name="connsiteY6772" fmla="*/ 757374 h 1454091"/>
                <a:gd name="connsiteX6773" fmla="*/ 29508 w 4719650"/>
                <a:gd name="connsiteY6773" fmla="*/ 755734 h 1454091"/>
                <a:gd name="connsiteX6774" fmla="*/ 29508 w 4719650"/>
                <a:gd name="connsiteY6774" fmla="*/ 752456 h 1454091"/>
                <a:gd name="connsiteX6775" fmla="*/ 29508 w 4719650"/>
                <a:gd name="connsiteY6775" fmla="*/ 750816 h 1454091"/>
                <a:gd name="connsiteX6776" fmla="*/ 34426 w 4719650"/>
                <a:gd name="connsiteY6776" fmla="*/ 749177 h 1454091"/>
                <a:gd name="connsiteX6777" fmla="*/ 36065 w 4719650"/>
                <a:gd name="connsiteY6777" fmla="*/ 745898 h 1454091"/>
                <a:gd name="connsiteX6778" fmla="*/ 37705 w 4719650"/>
                <a:gd name="connsiteY6778" fmla="*/ 745898 h 1454091"/>
                <a:gd name="connsiteX6779" fmla="*/ 37705 w 4719650"/>
                <a:gd name="connsiteY6779" fmla="*/ 745898 h 1454091"/>
                <a:gd name="connsiteX6780" fmla="*/ 37705 w 4719650"/>
                <a:gd name="connsiteY6780" fmla="*/ 745898 h 1454091"/>
                <a:gd name="connsiteX6781" fmla="*/ 42623 w 4719650"/>
                <a:gd name="connsiteY6781" fmla="*/ 742619 h 1454091"/>
                <a:gd name="connsiteX6782" fmla="*/ 37705 w 4719650"/>
                <a:gd name="connsiteY6782" fmla="*/ 740980 h 1454091"/>
                <a:gd name="connsiteX6783" fmla="*/ 36065 w 4719650"/>
                <a:gd name="connsiteY6783" fmla="*/ 737701 h 1454091"/>
                <a:gd name="connsiteX6784" fmla="*/ 37705 w 4719650"/>
                <a:gd name="connsiteY6784" fmla="*/ 736062 h 1454091"/>
                <a:gd name="connsiteX6785" fmla="*/ 32787 w 4719650"/>
                <a:gd name="connsiteY6785" fmla="*/ 732784 h 1454091"/>
                <a:gd name="connsiteX6786" fmla="*/ 29508 w 4719650"/>
                <a:gd name="connsiteY6786" fmla="*/ 729505 h 1454091"/>
                <a:gd name="connsiteX6787" fmla="*/ 29508 w 4719650"/>
                <a:gd name="connsiteY6787" fmla="*/ 726226 h 1454091"/>
                <a:gd name="connsiteX6788" fmla="*/ 31147 w 4719650"/>
                <a:gd name="connsiteY6788" fmla="*/ 722947 h 1454091"/>
                <a:gd name="connsiteX6789" fmla="*/ 29508 w 4719650"/>
                <a:gd name="connsiteY6789" fmla="*/ 718029 h 1454091"/>
                <a:gd name="connsiteX6790" fmla="*/ 27868 w 4719650"/>
                <a:gd name="connsiteY6790" fmla="*/ 714751 h 1454091"/>
                <a:gd name="connsiteX6791" fmla="*/ 26229 w 4719650"/>
                <a:gd name="connsiteY6791" fmla="*/ 711472 h 1454091"/>
                <a:gd name="connsiteX6792" fmla="*/ 26229 w 4719650"/>
                <a:gd name="connsiteY6792" fmla="*/ 706554 h 1454091"/>
                <a:gd name="connsiteX6793" fmla="*/ 26229 w 4719650"/>
                <a:gd name="connsiteY6793" fmla="*/ 703275 h 1454091"/>
                <a:gd name="connsiteX6794" fmla="*/ 29508 w 4719650"/>
                <a:gd name="connsiteY6794" fmla="*/ 699997 h 1454091"/>
                <a:gd name="connsiteX6795" fmla="*/ 34426 w 4719650"/>
                <a:gd name="connsiteY6795" fmla="*/ 698357 h 1454091"/>
                <a:gd name="connsiteX6796" fmla="*/ 36065 w 4719650"/>
                <a:gd name="connsiteY6796" fmla="*/ 695079 h 1454091"/>
                <a:gd name="connsiteX6797" fmla="*/ 36065 w 4719650"/>
                <a:gd name="connsiteY6797" fmla="*/ 691800 h 1454091"/>
                <a:gd name="connsiteX6798" fmla="*/ 36065 w 4719650"/>
                <a:gd name="connsiteY6798" fmla="*/ 690161 h 1454091"/>
                <a:gd name="connsiteX6799" fmla="*/ 37705 w 4719650"/>
                <a:gd name="connsiteY6799" fmla="*/ 686882 h 1454091"/>
                <a:gd name="connsiteX6800" fmla="*/ 39344 w 4719650"/>
                <a:gd name="connsiteY6800" fmla="*/ 685243 h 1454091"/>
                <a:gd name="connsiteX6801" fmla="*/ 42623 w 4719650"/>
                <a:gd name="connsiteY6801" fmla="*/ 683603 h 1454091"/>
                <a:gd name="connsiteX6802" fmla="*/ 45901 w 4719650"/>
                <a:gd name="connsiteY6802" fmla="*/ 683603 h 1454091"/>
                <a:gd name="connsiteX6803" fmla="*/ 45901 w 4719650"/>
                <a:gd name="connsiteY6803" fmla="*/ 681964 h 1454091"/>
                <a:gd name="connsiteX6804" fmla="*/ 45901 w 4719650"/>
                <a:gd name="connsiteY6804" fmla="*/ 681964 h 1454091"/>
                <a:gd name="connsiteX6805" fmla="*/ 42623 w 4719650"/>
                <a:gd name="connsiteY6805" fmla="*/ 678685 h 1454091"/>
                <a:gd name="connsiteX6806" fmla="*/ 39344 w 4719650"/>
                <a:gd name="connsiteY6806" fmla="*/ 678685 h 1454091"/>
                <a:gd name="connsiteX6807" fmla="*/ 40983 w 4719650"/>
                <a:gd name="connsiteY6807" fmla="*/ 673767 h 1454091"/>
                <a:gd name="connsiteX6808" fmla="*/ 39344 w 4719650"/>
                <a:gd name="connsiteY6808" fmla="*/ 670489 h 1454091"/>
                <a:gd name="connsiteX6809" fmla="*/ 39344 w 4719650"/>
                <a:gd name="connsiteY6809" fmla="*/ 667210 h 1454091"/>
                <a:gd name="connsiteX6810" fmla="*/ 42623 w 4719650"/>
                <a:gd name="connsiteY6810" fmla="*/ 665571 h 1454091"/>
                <a:gd name="connsiteX6811" fmla="*/ 45901 w 4719650"/>
                <a:gd name="connsiteY6811" fmla="*/ 670489 h 1454091"/>
                <a:gd name="connsiteX6812" fmla="*/ 49180 w 4719650"/>
                <a:gd name="connsiteY6812" fmla="*/ 670489 h 1454091"/>
                <a:gd name="connsiteX6813" fmla="*/ 50820 w 4719650"/>
                <a:gd name="connsiteY6813" fmla="*/ 667210 h 1454091"/>
                <a:gd name="connsiteX6814" fmla="*/ 52458 w 4719650"/>
                <a:gd name="connsiteY6814" fmla="*/ 662292 h 1454091"/>
                <a:gd name="connsiteX6815" fmla="*/ 57377 w 4719650"/>
                <a:gd name="connsiteY6815" fmla="*/ 663931 h 1454091"/>
                <a:gd name="connsiteX6816" fmla="*/ 60655 w 4719650"/>
                <a:gd name="connsiteY6816" fmla="*/ 665571 h 1454091"/>
                <a:gd name="connsiteX6817" fmla="*/ 65573 w 4719650"/>
                <a:gd name="connsiteY6817" fmla="*/ 665571 h 1454091"/>
                <a:gd name="connsiteX6818" fmla="*/ 68852 w 4719650"/>
                <a:gd name="connsiteY6818" fmla="*/ 663931 h 1454091"/>
                <a:gd name="connsiteX6819" fmla="*/ 68852 w 4719650"/>
                <a:gd name="connsiteY6819" fmla="*/ 660653 h 1454091"/>
                <a:gd name="connsiteX6820" fmla="*/ 72131 w 4719650"/>
                <a:gd name="connsiteY6820" fmla="*/ 657374 h 1454091"/>
                <a:gd name="connsiteX6821" fmla="*/ 75410 w 4719650"/>
                <a:gd name="connsiteY6821" fmla="*/ 657374 h 1454091"/>
                <a:gd name="connsiteX6822" fmla="*/ 78688 w 4719650"/>
                <a:gd name="connsiteY6822" fmla="*/ 657374 h 1454091"/>
                <a:gd name="connsiteX6823" fmla="*/ 83606 w 4719650"/>
                <a:gd name="connsiteY6823" fmla="*/ 657374 h 1454091"/>
                <a:gd name="connsiteX6824" fmla="*/ 86885 w 4719650"/>
                <a:gd name="connsiteY6824" fmla="*/ 659013 h 1454091"/>
                <a:gd name="connsiteX6825" fmla="*/ 90164 w 4719650"/>
                <a:gd name="connsiteY6825" fmla="*/ 659013 h 1454091"/>
                <a:gd name="connsiteX6826" fmla="*/ 95081 w 4719650"/>
                <a:gd name="connsiteY6826" fmla="*/ 660653 h 1454091"/>
                <a:gd name="connsiteX6827" fmla="*/ 98360 w 4719650"/>
                <a:gd name="connsiteY6827" fmla="*/ 660653 h 1454091"/>
                <a:gd name="connsiteX6828" fmla="*/ 100000 w 4719650"/>
                <a:gd name="connsiteY6828" fmla="*/ 662292 h 1454091"/>
                <a:gd name="connsiteX6829" fmla="*/ 103278 w 4719650"/>
                <a:gd name="connsiteY6829" fmla="*/ 662292 h 1454091"/>
                <a:gd name="connsiteX6830" fmla="*/ 103278 w 4719650"/>
                <a:gd name="connsiteY6830" fmla="*/ 662292 h 1454091"/>
                <a:gd name="connsiteX6831" fmla="*/ 106557 w 4719650"/>
                <a:gd name="connsiteY6831" fmla="*/ 660653 h 1454091"/>
                <a:gd name="connsiteX6832" fmla="*/ 103278 w 4719650"/>
                <a:gd name="connsiteY6832" fmla="*/ 657374 h 1454091"/>
                <a:gd name="connsiteX6833" fmla="*/ 100000 w 4719650"/>
                <a:gd name="connsiteY6833" fmla="*/ 655735 h 1454091"/>
                <a:gd name="connsiteX6834" fmla="*/ 98360 w 4719650"/>
                <a:gd name="connsiteY6834" fmla="*/ 655735 h 1454091"/>
                <a:gd name="connsiteX6835" fmla="*/ 95081 w 4719650"/>
                <a:gd name="connsiteY6835" fmla="*/ 654095 h 1454091"/>
                <a:gd name="connsiteX6836" fmla="*/ 90164 w 4719650"/>
                <a:gd name="connsiteY6836" fmla="*/ 649177 h 1454091"/>
                <a:gd name="connsiteX6837" fmla="*/ 86885 w 4719650"/>
                <a:gd name="connsiteY6837" fmla="*/ 649177 h 1454091"/>
                <a:gd name="connsiteX6838" fmla="*/ 83606 w 4719650"/>
                <a:gd name="connsiteY6838" fmla="*/ 649177 h 1454091"/>
                <a:gd name="connsiteX6839" fmla="*/ 78688 w 4719650"/>
                <a:gd name="connsiteY6839" fmla="*/ 650817 h 1454091"/>
                <a:gd name="connsiteX6840" fmla="*/ 75410 w 4719650"/>
                <a:gd name="connsiteY6840" fmla="*/ 649177 h 1454091"/>
                <a:gd name="connsiteX6841" fmla="*/ 70491 w 4719650"/>
                <a:gd name="connsiteY6841" fmla="*/ 650817 h 1454091"/>
                <a:gd name="connsiteX6842" fmla="*/ 67213 w 4719650"/>
                <a:gd name="connsiteY6842" fmla="*/ 649177 h 1454091"/>
                <a:gd name="connsiteX6843" fmla="*/ 63934 w 4719650"/>
                <a:gd name="connsiteY6843" fmla="*/ 645899 h 1454091"/>
                <a:gd name="connsiteX6844" fmla="*/ 60655 w 4719650"/>
                <a:gd name="connsiteY6844" fmla="*/ 642620 h 1454091"/>
                <a:gd name="connsiteX6845" fmla="*/ 55737 w 4719650"/>
                <a:gd name="connsiteY6845" fmla="*/ 642620 h 1454091"/>
                <a:gd name="connsiteX6846" fmla="*/ 54098 w 4719650"/>
                <a:gd name="connsiteY6846" fmla="*/ 642620 h 1454091"/>
                <a:gd name="connsiteX6847" fmla="*/ 50820 w 4719650"/>
                <a:gd name="connsiteY6847" fmla="*/ 637702 h 1454091"/>
                <a:gd name="connsiteX6848" fmla="*/ 47541 w 4719650"/>
                <a:gd name="connsiteY6848" fmla="*/ 634423 h 1454091"/>
                <a:gd name="connsiteX6849" fmla="*/ 52458 w 4719650"/>
                <a:gd name="connsiteY6849" fmla="*/ 636063 h 1454091"/>
                <a:gd name="connsiteX6850" fmla="*/ 55737 w 4719650"/>
                <a:gd name="connsiteY6850" fmla="*/ 637702 h 1454091"/>
                <a:gd name="connsiteX6851" fmla="*/ 54098 w 4719650"/>
                <a:gd name="connsiteY6851" fmla="*/ 634423 h 1454091"/>
                <a:gd name="connsiteX6852" fmla="*/ 54098 w 4719650"/>
                <a:gd name="connsiteY6852" fmla="*/ 631145 h 1454091"/>
                <a:gd name="connsiteX6853" fmla="*/ 55737 w 4719650"/>
                <a:gd name="connsiteY6853" fmla="*/ 629505 h 1454091"/>
                <a:gd name="connsiteX6854" fmla="*/ 54098 w 4719650"/>
                <a:gd name="connsiteY6854" fmla="*/ 627866 h 1454091"/>
                <a:gd name="connsiteX6855" fmla="*/ 54098 w 4719650"/>
                <a:gd name="connsiteY6855" fmla="*/ 627866 h 1454091"/>
                <a:gd name="connsiteX6856" fmla="*/ 49180 w 4719650"/>
                <a:gd name="connsiteY6856" fmla="*/ 629505 h 1454091"/>
                <a:gd name="connsiteX6857" fmla="*/ 45901 w 4719650"/>
                <a:gd name="connsiteY6857" fmla="*/ 631145 h 1454091"/>
                <a:gd name="connsiteX6858" fmla="*/ 42623 w 4719650"/>
                <a:gd name="connsiteY6858" fmla="*/ 634423 h 1454091"/>
                <a:gd name="connsiteX6859" fmla="*/ 37705 w 4719650"/>
                <a:gd name="connsiteY6859" fmla="*/ 636063 h 1454091"/>
                <a:gd name="connsiteX6860" fmla="*/ 34426 w 4719650"/>
                <a:gd name="connsiteY6860" fmla="*/ 636063 h 1454091"/>
                <a:gd name="connsiteX6861" fmla="*/ 31147 w 4719650"/>
                <a:gd name="connsiteY6861" fmla="*/ 634423 h 1454091"/>
                <a:gd name="connsiteX6862" fmla="*/ 27868 w 4719650"/>
                <a:gd name="connsiteY6862" fmla="*/ 634423 h 1454091"/>
                <a:gd name="connsiteX6863" fmla="*/ 29508 w 4719650"/>
                <a:gd name="connsiteY6863" fmla="*/ 632784 h 1454091"/>
                <a:gd name="connsiteX6864" fmla="*/ 32787 w 4719650"/>
                <a:gd name="connsiteY6864" fmla="*/ 631145 h 1454091"/>
                <a:gd name="connsiteX6865" fmla="*/ 37705 w 4719650"/>
                <a:gd name="connsiteY6865" fmla="*/ 627866 h 1454091"/>
                <a:gd name="connsiteX6866" fmla="*/ 39344 w 4719650"/>
                <a:gd name="connsiteY6866" fmla="*/ 626227 h 1454091"/>
                <a:gd name="connsiteX6867" fmla="*/ 42623 w 4719650"/>
                <a:gd name="connsiteY6867" fmla="*/ 622948 h 1454091"/>
                <a:gd name="connsiteX6868" fmla="*/ 44262 w 4719650"/>
                <a:gd name="connsiteY6868" fmla="*/ 621309 h 1454091"/>
                <a:gd name="connsiteX6869" fmla="*/ 47541 w 4719650"/>
                <a:gd name="connsiteY6869" fmla="*/ 619669 h 1454091"/>
                <a:gd name="connsiteX6870" fmla="*/ 47541 w 4719650"/>
                <a:gd name="connsiteY6870" fmla="*/ 618030 h 1454091"/>
                <a:gd name="connsiteX6871" fmla="*/ 49180 w 4719650"/>
                <a:gd name="connsiteY6871" fmla="*/ 618030 h 1454091"/>
                <a:gd name="connsiteX6872" fmla="*/ 52458 w 4719650"/>
                <a:gd name="connsiteY6872" fmla="*/ 614751 h 1454091"/>
                <a:gd name="connsiteX6873" fmla="*/ 57377 w 4719650"/>
                <a:gd name="connsiteY6873" fmla="*/ 613112 h 1454091"/>
                <a:gd name="connsiteX6874" fmla="*/ 57377 w 4719650"/>
                <a:gd name="connsiteY6874" fmla="*/ 611473 h 1454091"/>
                <a:gd name="connsiteX6875" fmla="*/ 59016 w 4719650"/>
                <a:gd name="connsiteY6875" fmla="*/ 611473 h 1454091"/>
                <a:gd name="connsiteX6876" fmla="*/ 62295 w 4719650"/>
                <a:gd name="connsiteY6876" fmla="*/ 609833 h 1454091"/>
                <a:gd name="connsiteX6877" fmla="*/ 65573 w 4719650"/>
                <a:gd name="connsiteY6877" fmla="*/ 608194 h 1454091"/>
                <a:gd name="connsiteX6878" fmla="*/ 68852 w 4719650"/>
                <a:gd name="connsiteY6878" fmla="*/ 604915 h 1454091"/>
                <a:gd name="connsiteX6879" fmla="*/ 72131 w 4719650"/>
                <a:gd name="connsiteY6879" fmla="*/ 601637 h 1454091"/>
                <a:gd name="connsiteX6880" fmla="*/ 75410 w 4719650"/>
                <a:gd name="connsiteY6880" fmla="*/ 598358 h 1454091"/>
                <a:gd name="connsiteX6881" fmla="*/ 75410 w 4719650"/>
                <a:gd name="connsiteY6881" fmla="*/ 598358 h 1454091"/>
                <a:gd name="connsiteX6882" fmla="*/ 75410 w 4719650"/>
                <a:gd name="connsiteY6882" fmla="*/ 596719 h 1454091"/>
                <a:gd name="connsiteX6883" fmla="*/ 78688 w 4719650"/>
                <a:gd name="connsiteY6883" fmla="*/ 596719 h 1454091"/>
                <a:gd name="connsiteX6884" fmla="*/ 81967 w 4719650"/>
                <a:gd name="connsiteY6884" fmla="*/ 593440 h 1454091"/>
                <a:gd name="connsiteX6885" fmla="*/ 85245 w 4719650"/>
                <a:gd name="connsiteY6885" fmla="*/ 590161 h 1454091"/>
                <a:gd name="connsiteX6886" fmla="*/ 88524 w 4719650"/>
                <a:gd name="connsiteY6886" fmla="*/ 586882 h 1454091"/>
                <a:gd name="connsiteX6887" fmla="*/ 90164 w 4719650"/>
                <a:gd name="connsiteY6887" fmla="*/ 585243 h 1454091"/>
                <a:gd name="connsiteX6888" fmla="*/ 91803 w 4719650"/>
                <a:gd name="connsiteY6888" fmla="*/ 581965 h 1454091"/>
                <a:gd name="connsiteX6889" fmla="*/ 91803 w 4719650"/>
                <a:gd name="connsiteY6889" fmla="*/ 581965 h 1454091"/>
                <a:gd name="connsiteX6890" fmla="*/ 93442 w 4719650"/>
                <a:gd name="connsiteY6890" fmla="*/ 580325 h 1454091"/>
                <a:gd name="connsiteX6891" fmla="*/ 96721 w 4719650"/>
                <a:gd name="connsiteY6891" fmla="*/ 577046 h 1454091"/>
                <a:gd name="connsiteX6892" fmla="*/ 101639 w 4719650"/>
                <a:gd name="connsiteY6892" fmla="*/ 573768 h 1454091"/>
                <a:gd name="connsiteX6893" fmla="*/ 104917 w 4719650"/>
                <a:gd name="connsiteY6893" fmla="*/ 570489 h 1454091"/>
                <a:gd name="connsiteX6894" fmla="*/ 106557 w 4719650"/>
                <a:gd name="connsiteY6894" fmla="*/ 568850 h 1454091"/>
                <a:gd name="connsiteX6895" fmla="*/ 111475 w 4719650"/>
                <a:gd name="connsiteY6895" fmla="*/ 565571 h 1454091"/>
                <a:gd name="connsiteX6896" fmla="*/ 114754 w 4719650"/>
                <a:gd name="connsiteY6896" fmla="*/ 562292 h 1454091"/>
                <a:gd name="connsiteX6897" fmla="*/ 118032 w 4719650"/>
                <a:gd name="connsiteY6897" fmla="*/ 559014 h 1454091"/>
                <a:gd name="connsiteX6898" fmla="*/ 122950 w 4719650"/>
                <a:gd name="connsiteY6898" fmla="*/ 555735 h 1454091"/>
                <a:gd name="connsiteX6899" fmla="*/ 122950 w 4719650"/>
                <a:gd name="connsiteY6899" fmla="*/ 552456 h 1454091"/>
                <a:gd name="connsiteX6900" fmla="*/ 124590 w 4719650"/>
                <a:gd name="connsiteY6900" fmla="*/ 547539 h 1454091"/>
                <a:gd name="connsiteX6901" fmla="*/ 126229 w 4719650"/>
                <a:gd name="connsiteY6901" fmla="*/ 544260 h 1454091"/>
                <a:gd name="connsiteX6902" fmla="*/ 129508 w 4719650"/>
                <a:gd name="connsiteY6902" fmla="*/ 540981 h 1454091"/>
                <a:gd name="connsiteX6903" fmla="*/ 126229 w 4719650"/>
                <a:gd name="connsiteY6903" fmla="*/ 537702 h 1454091"/>
                <a:gd name="connsiteX6904" fmla="*/ 121311 w 4719650"/>
                <a:gd name="connsiteY6904" fmla="*/ 534424 h 1454091"/>
                <a:gd name="connsiteX6905" fmla="*/ 118032 w 4719650"/>
                <a:gd name="connsiteY6905" fmla="*/ 532784 h 1454091"/>
                <a:gd name="connsiteX6906" fmla="*/ 116393 w 4719650"/>
                <a:gd name="connsiteY6906" fmla="*/ 527866 h 1454091"/>
                <a:gd name="connsiteX6907" fmla="*/ 111475 w 4719650"/>
                <a:gd name="connsiteY6907" fmla="*/ 526227 h 1454091"/>
                <a:gd name="connsiteX6908" fmla="*/ 108196 w 4719650"/>
                <a:gd name="connsiteY6908" fmla="*/ 524588 h 1454091"/>
                <a:gd name="connsiteX6909" fmla="*/ 104917 w 4719650"/>
                <a:gd name="connsiteY6909" fmla="*/ 522948 h 1454091"/>
                <a:gd name="connsiteX6910" fmla="*/ 100000 w 4719650"/>
                <a:gd name="connsiteY6910" fmla="*/ 521309 h 1454091"/>
                <a:gd name="connsiteX6911" fmla="*/ 96721 w 4719650"/>
                <a:gd name="connsiteY6911" fmla="*/ 519670 h 1454091"/>
                <a:gd name="connsiteX6912" fmla="*/ 93442 w 4719650"/>
                <a:gd name="connsiteY6912" fmla="*/ 518030 h 1454091"/>
                <a:gd name="connsiteX6913" fmla="*/ 90164 w 4719650"/>
                <a:gd name="connsiteY6913" fmla="*/ 516391 h 1454091"/>
                <a:gd name="connsiteX6914" fmla="*/ 85245 w 4719650"/>
                <a:gd name="connsiteY6914" fmla="*/ 514752 h 1454091"/>
                <a:gd name="connsiteX6915" fmla="*/ 83606 w 4719650"/>
                <a:gd name="connsiteY6915" fmla="*/ 513112 h 1454091"/>
                <a:gd name="connsiteX6916" fmla="*/ 80327 w 4719650"/>
                <a:gd name="connsiteY6916" fmla="*/ 511473 h 1454091"/>
                <a:gd name="connsiteX6917" fmla="*/ 77049 w 4719650"/>
                <a:gd name="connsiteY6917" fmla="*/ 508194 h 1454091"/>
                <a:gd name="connsiteX6918" fmla="*/ 75410 w 4719650"/>
                <a:gd name="connsiteY6918" fmla="*/ 508194 h 1454091"/>
                <a:gd name="connsiteX6919" fmla="*/ 77049 w 4719650"/>
                <a:gd name="connsiteY6919" fmla="*/ 508194 h 1454091"/>
                <a:gd name="connsiteX6920" fmla="*/ 77049 w 4719650"/>
                <a:gd name="connsiteY6920" fmla="*/ 506555 h 1454091"/>
                <a:gd name="connsiteX6921" fmla="*/ 81967 w 4719650"/>
                <a:gd name="connsiteY6921" fmla="*/ 506555 h 1454091"/>
                <a:gd name="connsiteX6922" fmla="*/ 85245 w 4719650"/>
                <a:gd name="connsiteY6922" fmla="*/ 501637 h 1454091"/>
                <a:gd name="connsiteX6923" fmla="*/ 88524 w 4719650"/>
                <a:gd name="connsiteY6923" fmla="*/ 499998 h 1454091"/>
                <a:gd name="connsiteX6924" fmla="*/ 91803 w 4719650"/>
                <a:gd name="connsiteY6924" fmla="*/ 495080 h 1454091"/>
                <a:gd name="connsiteX6925" fmla="*/ 90164 w 4719650"/>
                <a:gd name="connsiteY6925" fmla="*/ 491801 h 1454091"/>
                <a:gd name="connsiteX6926" fmla="*/ 88524 w 4719650"/>
                <a:gd name="connsiteY6926" fmla="*/ 488522 h 1454091"/>
                <a:gd name="connsiteX6927" fmla="*/ 85245 w 4719650"/>
                <a:gd name="connsiteY6927" fmla="*/ 486883 h 1454091"/>
                <a:gd name="connsiteX6928" fmla="*/ 81967 w 4719650"/>
                <a:gd name="connsiteY6928" fmla="*/ 485244 h 1454091"/>
                <a:gd name="connsiteX6929" fmla="*/ 77049 w 4719650"/>
                <a:gd name="connsiteY6929" fmla="*/ 483604 h 1454091"/>
                <a:gd name="connsiteX6930" fmla="*/ 73770 w 4719650"/>
                <a:gd name="connsiteY6930" fmla="*/ 481965 h 1454091"/>
                <a:gd name="connsiteX6931" fmla="*/ 72131 w 4719650"/>
                <a:gd name="connsiteY6931" fmla="*/ 477047 h 1454091"/>
                <a:gd name="connsiteX6932" fmla="*/ 72131 w 4719650"/>
                <a:gd name="connsiteY6932" fmla="*/ 477047 h 1454091"/>
                <a:gd name="connsiteX6933" fmla="*/ 70491 w 4719650"/>
                <a:gd name="connsiteY6933" fmla="*/ 475408 h 1454091"/>
                <a:gd name="connsiteX6934" fmla="*/ 72131 w 4719650"/>
                <a:gd name="connsiteY6934" fmla="*/ 473768 h 1454091"/>
                <a:gd name="connsiteX6935" fmla="*/ 77049 w 4719650"/>
                <a:gd name="connsiteY6935" fmla="*/ 470490 h 1454091"/>
                <a:gd name="connsiteX6936" fmla="*/ 73770 w 4719650"/>
                <a:gd name="connsiteY6936" fmla="*/ 467211 h 1454091"/>
                <a:gd name="connsiteX6937" fmla="*/ 70491 w 4719650"/>
                <a:gd name="connsiteY6937" fmla="*/ 467211 h 1454091"/>
                <a:gd name="connsiteX6938" fmla="*/ 67213 w 4719650"/>
                <a:gd name="connsiteY6938" fmla="*/ 467211 h 1454091"/>
                <a:gd name="connsiteX6939" fmla="*/ 62295 w 4719650"/>
                <a:gd name="connsiteY6939" fmla="*/ 465572 h 1454091"/>
                <a:gd name="connsiteX6940" fmla="*/ 59016 w 4719650"/>
                <a:gd name="connsiteY6940" fmla="*/ 462293 h 1454091"/>
                <a:gd name="connsiteX6941" fmla="*/ 57377 w 4719650"/>
                <a:gd name="connsiteY6941" fmla="*/ 459014 h 1454091"/>
                <a:gd name="connsiteX6942" fmla="*/ 60655 w 4719650"/>
                <a:gd name="connsiteY6942" fmla="*/ 455736 h 1454091"/>
                <a:gd name="connsiteX6943" fmla="*/ 63934 w 4719650"/>
                <a:gd name="connsiteY6943" fmla="*/ 454096 h 1454091"/>
                <a:gd name="connsiteX6944" fmla="*/ 60655 w 4719650"/>
                <a:gd name="connsiteY6944" fmla="*/ 450818 h 1454091"/>
                <a:gd name="connsiteX6945" fmla="*/ 57377 w 4719650"/>
                <a:gd name="connsiteY6945" fmla="*/ 450818 h 1454091"/>
                <a:gd name="connsiteX6946" fmla="*/ 55737 w 4719650"/>
                <a:gd name="connsiteY6946" fmla="*/ 447539 h 1454091"/>
                <a:gd name="connsiteX6947" fmla="*/ 59016 w 4719650"/>
                <a:gd name="connsiteY6947" fmla="*/ 444260 h 1454091"/>
                <a:gd name="connsiteX6948" fmla="*/ 57377 w 4719650"/>
                <a:gd name="connsiteY6948" fmla="*/ 439342 h 1454091"/>
                <a:gd name="connsiteX6949" fmla="*/ 60655 w 4719650"/>
                <a:gd name="connsiteY6949" fmla="*/ 436064 h 1454091"/>
                <a:gd name="connsiteX6950" fmla="*/ 57377 w 4719650"/>
                <a:gd name="connsiteY6950" fmla="*/ 434424 h 1454091"/>
                <a:gd name="connsiteX6951" fmla="*/ 60655 w 4719650"/>
                <a:gd name="connsiteY6951" fmla="*/ 432785 h 1454091"/>
                <a:gd name="connsiteX6952" fmla="*/ 63934 w 4719650"/>
                <a:gd name="connsiteY6952" fmla="*/ 432785 h 1454091"/>
                <a:gd name="connsiteX6953" fmla="*/ 68852 w 4719650"/>
                <a:gd name="connsiteY6953" fmla="*/ 431145 h 1454091"/>
                <a:gd name="connsiteX6954" fmla="*/ 67213 w 4719650"/>
                <a:gd name="connsiteY6954" fmla="*/ 427867 h 1454091"/>
                <a:gd name="connsiteX6955" fmla="*/ 65573 w 4719650"/>
                <a:gd name="connsiteY6955" fmla="*/ 426228 h 1454091"/>
                <a:gd name="connsiteX6956" fmla="*/ 62295 w 4719650"/>
                <a:gd name="connsiteY6956" fmla="*/ 421309 h 1454091"/>
                <a:gd name="connsiteX6957" fmla="*/ 62295 w 4719650"/>
                <a:gd name="connsiteY6957" fmla="*/ 421309 h 1454091"/>
                <a:gd name="connsiteX6958" fmla="*/ 60655 w 4719650"/>
                <a:gd name="connsiteY6958" fmla="*/ 418031 h 1454091"/>
                <a:gd name="connsiteX6959" fmla="*/ 55737 w 4719650"/>
                <a:gd name="connsiteY6959" fmla="*/ 413113 h 1454091"/>
                <a:gd name="connsiteX6960" fmla="*/ 52458 w 4719650"/>
                <a:gd name="connsiteY6960" fmla="*/ 409834 h 1454091"/>
                <a:gd name="connsiteX6961" fmla="*/ 49180 w 4719650"/>
                <a:gd name="connsiteY6961" fmla="*/ 406555 h 1454091"/>
                <a:gd name="connsiteX6962" fmla="*/ 47541 w 4719650"/>
                <a:gd name="connsiteY6962" fmla="*/ 403277 h 1454091"/>
                <a:gd name="connsiteX6963" fmla="*/ 44262 w 4719650"/>
                <a:gd name="connsiteY6963" fmla="*/ 399998 h 1454091"/>
                <a:gd name="connsiteX6964" fmla="*/ 40983 w 4719650"/>
                <a:gd name="connsiteY6964" fmla="*/ 396719 h 1454091"/>
                <a:gd name="connsiteX6965" fmla="*/ 37705 w 4719650"/>
                <a:gd name="connsiteY6965" fmla="*/ 393441 h 1454091"/>
                <a:gd name="connsiteX6966" fmla="*/ 34426 w 4719650"/>
                <a:gd name="connsiteY6966" fmla="*/ 390162 h 1454091"/>
                <a:gd name="connsiteX6967" fmla="*/ 31147 w 4719650"/>
                <a:gd name="connsiteY6967" fmla="*/ 386883 h 1454091"/>
                <a:gd name="connsiteX6968" fmla="*/ 29508 w 4719650"/>
                <a:gd name="connsiteY6968" fmla="*/ 383605 h 1454091"/>
                <a:gd name="connsiteX6969" fmla="*/ 31147 w 4719650"/>
                <a:gd name="connsiteY6969" fmla="*/ 380326 h 1454091"/>
                <a:gd name="connsiteX6970" fmla="*/ 34426 w 4719650"/>
                <a:gd name="connsiteY6970" fmla="*/ 377047 h 1454091"/>
                <a:gd name="connsiteX6971" fmla="*/ 37705 w 4719650"/>
                <a:gd name="connsiteY6971" fmla="*/ 373769 h 1454091"/>
                <a:gd name="connsiteX6972" fmla="*/ 42623 w 4719650"/>
                <a:gd name="connsiteY6972" fmla="*/ 370490 h 1454091"/>
                <a:gd name="connsiteX6973" fmla="*/ 45901 w 4719650"/>
                <a:gd name="connsiteY6973" fmla="*/ 367211 h 1454091"/>
                <a:gd name="connsiteX6974" fmla="*/ 49180 w 4719650"/>
                <a:gd name="connsiteY6974" fmla="*/ 363933 h 1454091"/>
                <a:gd name="connsiteX6975" fmla="*/ 52458 w 4719650"/>
                <a:gd name="connsiteY6975" fmla="*/ 360654 h 1454091"/>
                <a:gd name="connsiteX6976" fmla="*/ 52458 w 4719650"/>
                <a:gd name="connsiteY6976" fmla="*/ 355736 h 1454091"/>
                <a:gd name="connsiteX6977" fmla="*/ 52458 w 4719650"/>
                <a:gd name="connsiteY6977" fmla="*/ 355736 h 1454091"/>
                <a:gd name="connsiteX6978" fmla="*/ 49180 w 4719650"/>
                <a:gd name="connsiteY6978" fmla="*/ 354097 h 1454091"/>
                <a:gd name="connsiteX6979" fmla="*/ 45901 w 4719650"/>
                <a:gd name="connsiteY6979" fmla="*/ 352457 h 1454091"/>
                <a:gd name="connsiteX6980" fmla="*/ 40983 w 4719650"/>
                <a:gd name="connsiteY6980" fmla="*/ 350818 h 1454091"/>
                <a:gd name="connsiteX6981" fmla="*/ 37705 w 4719650"/>
                <a:gd name="connsiteY6981" fmla="*/ 345900 h 1454091"/>
                <a:gd name="connsiteX6982" fmla="*/ 32787 w 4719650"/>
                <a:gd name="connsiteY6982" fmla="*/ 342621 h 1454091"/>
                <a:gd name="connsiteX6983" fmla="*/ 29508 w 4719650"/>
                <a:gd name="connsiteY6983" fmla="*/ 340982 h 1454091"/>
                <a:gd name="connsiteX6984" fmla="*/ 24590 w 4719650"/>
                <a:gd name="connsiteY6984" fmla="*/ 339343 h 1454091"/>
                <a:gd name="connsiteX6985" fmla="*/ 21311 w 4719650"/>
                <a:gd name="connsiteY6985" fmla="*/ 339343 h 1454091"/>
                <a:gd name="connsiteX6986" fmla="*/ 18033 w 4719650"/>
                <a:gd name="connsiteY6986" fmla="*/ 337703 h 1454091"/>
                <a:gd name="connsiteX6987" fmla="*/ 14754 w 4719650"/>
                <a:gd name="connsiteY6987" fmla="*/ 337703 h 1454091"/>
                <a:gd name="connsiteX6988" fmla="*/ 9836 w 4719650"/>
                <a:gd name="connsiteY6988" fmla="*/ 332785 h 1454091"/>
                <a:gd name="connsiteX6989" fmla="*/ 6557 w 4719650"/>
                <a:gd name="connsiteY6989" fmla="*/ 329507 h 1454091"/>
                <a:gd name="connsiteX6990" fmla="*/ 3278 w 4719650"/>
                <a:gd name="connsiteY6990" fmla="*/ 326228 h 1454091"/>
                <a:gd name="connsiteX6991" fmla="*/ 3278 w 4719650"/>
                <a:gd name="connsiteY6991" fmla="*/ 324589 h 1454091"/>
                <a:gd name="connsiteX6992" fmla="*/ 3278 w 4719650"/>
                <a:gd name="connsiteY6992" fmla="*/ 322949 h 1454091"/>
                <a:gd name="connsiteX6993" fmla="*/ 6557 w 4719650"/>
                <a:gd name="connsiteY6993" fmla="*/ 318031 h 1454091"/>
                <a:gd name="connsiteX6994" fmla="*/ 9836 w 4719650"/>
                <a:gd name="connsiteY6994" fmla="*/ 314753 h 1454091"/>
                <a:gd name="connsiteX6995" fmla="*/ 8197 w 4719650"/>
                <a:gd name="connsiteY6995" fmla="*/ 311474 h 1454091"/>
                <a:gd name="connsiteX6996" fmla="*/ 3278 w 4719650"/>
                <a:gd name="connsiteY6996" fmla="*/ 311474 h 1454091"/>
                <a:gd name="connsiteX6997" fmla="*/ 0 w 4719650"/>
                <a:gd name="connsiteY6997" fmla="*/ 311474 h 1454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</a:cxnLst>
              <a:rect l="l" t="t" r="r" b="b"/>
              <a:pathLst>
                <a:path w="4719650" h="1454091">
                  <a:moveTo>
                    <a:pt x="0" y="311474"/>
                  </a:moveTo>
                  <a:lnTo>
                    <a:pt x="1639" y="309835"/>
                  </a:lnTo>
                  <a:lnTo>
                    <a:pt x="3278" y="309835"/>
                  </a:lnTo>
                  <a:lnTo>
                    <a:pt x="8197" y="308195"/>
                  </a:lnTo>
                  <a:lnTo>
                    <a:pt x="11475" y="306556"/>
                  </a:lnTo>
                  <a:lnTo>
                    <a:pt x="16393" y="306556"/>
                  </a:lnTo>
                  <a:lnTo>
                    <a:pt x="19672" y="304917"/>
                  </a:lnTo>
                  <a:lnTo>
                    <a:pt x="22951" y="301638"/>
                  </a:lnTo>
                  <a:lnTo>
                    <a:pt x="22951" y="299999"/>
                  </a:lnTo>
                  <a:lnTo>
                    <a:pt x="22951" y="295081"/>
                  </a:lnTo>
                  <a:lnTo>
                    <a:pt x="27868" y="295081"/>
                  </a:lnTo>
                  <a:lnTo>
                    <a:pt x="31147" y="295081"/>
                  </a:lnTo>
                  <a:lnTo>
                    <a:pt x="36065" y="293441"/>
                  </a:lnTo>
                  <a:lnTo>
                    <a:pt x="36065" y="293441"/>
                  </a:lnTo>
                  <a:lnTo>
                    <a:pt x="40983" y="291802"/>
                  </a:lnTo>
                  <a:lnTo>
                    <a:pt x="40983" y="291802"/>
                  </a:lnTo>
                  <a:lnTo>
                    <a:pt x="44262" y="288523"/>
                  </a:lnTo>
                  <a:lnTo>
                    <a:pt x="45901" y="283605"/>
                  </a:lnTo>
                  <a:lnTo>
                    <a:pt x="45901" y="281966"/>
                  </a:lnTo>
                  <a:lnTo>
                    <a:pt x="45901" y="281966"/>
                  </a:lnTo>
                  <a:lnTo>
                    <a:pt x="47541" y="283605"/>
                  </a:lnTo>
                  <a:lnTo>
                    <a:pt x="50820" y="285245"/>
                  </a:lnTo>
                  <a:lnTo>
                    <a:pt x="54098" y="286884"/>
                  </a:lnTo>
                  <a:lnTo>
                    <a:pt x="59016" y="286884"/>
                  </a:lnTo>
                  <a:lnTo>
                    <a:pt x="62295" y="286884"/>
                  </a:lnTo>
                  <a:lnTo>
                    <a:pt x="65573" y="285245"/>
                  </a:lnTo>
                  <a:lnTo>
                    <a:pt x="65573" y="281966"/>
                  </a:lnTo>
                  <a:lnTo>
                    <a:pt x="62295" y="277048"/>
                  </a:lnTo>
                  <a:lnTo>
                    <a:pt x="63934" y="277048"/>
                  </a:lnTo>
                  <a:lnTo>
                    <a:pt x="67213" y="278687"/>
                  </a:lnTo>
                  <a:lnTo>
                    <a:pt x="70491" y="278687"/>
                  </a:lnTo>
                  <a:lnTo>
                    <a:pt x="75410" y="278687"/>
                  </a:lnTo>
                  <a:lnTo>
                    <a:pt x="77049" y="281966"/>
                  </a:lnTo>
                  <a:lnTo>
                    <a:pt x="81967" y="280327"/>
                  </a:lnTo>
                  <a:lnTo>
                    <a:pt x="85245" y="278687"/>
                  </a:lnTo>
                  <a:lnTo>
                    <a:pt x="86885" y="275409"/>
                  </a:lnTo>
                  <a:lnTo>
                    <a:pt x="90164" y="275409"/>
                  </a:lnTo>
                  <a:lnTo>
                    <a:pt x="93442" y="275409"/>
                  </a:lnTo>
                  <a:lnTo>
                    <a:pt x="90164" y="272130"/>
                  </a:lnTo>
                  <a:lnTo>
                    <a:pt x="93442" y="270491"/>
                  </a:lnTo>
                  <a:lnTo>
                    <a:pt x="98360" y="272130"/>
                  </a:lnTo>
                  <a:lnTo>
                    <a:pt x="101639" y="273769"/>
                  </a:lnTo>
                  <a:lnTo>
                    <a:pt x="106557" y="275409"/>
                  </a:lnTo>
                  <a:lnTo>
                    <a:pt x="109835" y="277048"/>
                  </a:lnTo>
                  <a:lnTo>
                    <a:pt x="114754" y="277048"/>
                  </a:lnTo>
                  <a:lnTo>
                    <a:pt x="118032" y="277048"/>
                  </a:lnTo>
                  <a:lnTo>
                    <a:pt x="121311" y="278687"/>
                  </a:lnTo>
                  <a:lnTo>
                    <a:pt x="126229" y="280327"/>
                  </a:lnTo>
                  <a:lnTo>
                    <a:pt x="124590" y="283605"/>
                  </a:lnTo>
                  <a:lnTo>
                    <a:pt x="121311" y="285245"/>
                  </a:lnTo>
                  <a:lnTo>
                    <a:pt x="116393" y="285245"/>
                  </a:lnTo>
                  <a:lnTo>
                    <a:pt x="113114" y="283605"/>
                  </a:lnTo>
                  <a:lnTo>
                    <a:pt x="108196" y="283605"/>
                  </a:lnTo>
                  <a:lnTo>
                    <a:pt x="104917" y="283605"/>
                  </a:lnTo>
                  <a:lnTo>
                    <a:pt x="101639" y="281966"/>
                  </a:lnTo>
                  <a:lnTo>
                    <a:pt x="96721" y="278687"/>
                  </a:lnTo>
                  <a:lnTo>
                    <a:pt x="95081" y="281966"/>
                  </a:lnTo>
                  <a:lnTo>
                    <a:pt x="98360" y="283605"/>
                  </a:lnTo>
                  <a:lnTo>
                    <a:pt x="103278" y="285245"/>
                  </a:lnTo>
                  <a:lnTo>
                    <a:pt x="106557" y="286884"/>
                  </a:lnTo>
                  <a:lnTo>
                    <a:pt x="109835" y="288523"/>
                  </a:lnTo>
                  <a:lnTo>
                    <a:pt x="106557" y="288523"/>
                  </a:lnTo>
                  <a:lnTo>
                    <a:pt x="101639" y="290163"/>
                  </a:lnTo>
                  <a:lnTo>
                    <a:pt x="106557" y="290163"/>
                  </a:lnTo>
                  <a:lnTo>
                    <a:pt x="109835" y="288523"/>
                  </a:lnTo>
                  <a:lnTo>
                    <a:pt x="113114" y="288523"/>
                  </a:lnTo>
                  <a:lnTo>
                    <a:pt x="116393" y="288523"/>
                  </a:lnTo>
                  <a:lnTo>
                    <a:pt x="121311" y="290163"/>
                  </a:lnTo>
                  <a:lnTo>
                    <a:pt x="124590" y="290163"/>
                  </a:lnTo>
                  <a:lnTo>
                    <a:pt x="122950" y="293441"/>
                  </a:lnTo>
                  <a:lnTo>
                    <a:pt x="126229" y="291802"/>
                  </a:lnTo>
                  <a:lnTo>
                    <a:pt x="129508" y="290163"/>
                  </a:lnTo>
                  <a:lnTo>
                    <a:pt x="134425" y="290163"/>
                  </a:lnTo>
                  <a:lnTo>
                    <a:pt x="137704" y="293441"/>
                  </a:lnTo>
                  <a:lnTo>
                    <a:pt x="134425" y="296720"/>
                  </a:lnTo>
                  <a:lnTo>
                    <a:pt x="137704" y="296720"/>
                  </a:lnTo>
                  <a:lnTo>
                    <a:pt x="134425" y="298359"/>
                  </a:lnTo>
                  <a:lnTo>
                    <a:pt x="139344" y="299999"/>
                  </a:lnTo>
                  <a:lnTo>
                    <a:pt x="134425" y="303277"/>
                  </a:lnTo>
                  <a:lnTo>
                    <a:pt x="131147" y="303277"/>
                  </a:lnTo>
                  <a:lnTo>
                    <a:pt x="127868" y="304917"/>
                  </a:lnTo>
                  <a:lnTo>
                    <a:pt x="127868" y="308195"/>
                  </a:lnTo>
                  <a:lnTo>
                    <a:pt x="129508" y="308195"/>
                  </a:lnTo>
                  <a:lnTo>
                    <a:pt x="131147" y="303277"/>
                  </a:lnTo>
                  <a:lnTo>
                    <a:pt x="136065" y="303277"/>
                  </a:lnTo>
                  <a:lnTo>
                    <a:pt x="139344" y="303277"/>
                  </a:lnTo>
                  <a:lnTo>
                    <a:pt x="142622" y="298359"/>
                  </a:lnTo>
                  <a:lnTo>
                    <a:pt x="142622" y="295081"/>
                  </a:lnTo>
                  <a:lnTo>
                    <a:pt x="145901" y="295081"/>
                  </a:lnTo>
                  <a:lnTo>
                    <a:pt x="149180" y="293441"/>
                  </a:lnTo>
                  <a:lnTo>
                    <a:pt x="154098" y="295081"/>
                  </a:lnTo>
                  <a:lnTo>
                    <a:pt x="157376" y="295081"/>
                  </a:lnTo>
                  <a:lnTo>
                    <a:pt x="160655" y="295081"/>
                  </a:lnTo>
                  <a:lnTo>
                    <a:pt x="165573" y="295081"/>
                  </a:lnTo>
                  <a:lnTo>
                    <a:pt x="168851" y="296720"/>
                  </a:lnTo>
                  <a:lnTo>
                    <a:pt x="173770" y="296720"/>
                  </a:lnTo>
                  <a:lnTo>
                    <a:pt x="177048" y="298359"/>
                  </a:lnTo>
                  <a:lnTo>
                    <a:pt x="181966" y="298359"/>
                  </a:lnTo>
                  <a:lnTo>
                    <a:pt x="185245" y="298359"/>
                  </a:lnTo>
                  <a:lnTo>
                    <a:pt x="188524" y="296720"/>
                  </a:lnTo>
                  <a:lnTo>
                    <a:pt x="193442" y="296720"/>
                  </a:lnTo>
                  <a:lnTo>
                    <a:pt x="196720" y="298359"/>
                  </a:lnTo>
                  <a:lnTo>
                    <a:pt x="201638" y="298359"/>
                  </a:lnTo>
                  <a:lnTo>
                    <a:pt x="204917" y="299999"/>
                  </a:lnTo>
                  <a:lnTo>
                    <a:pt x="206557" y="299999"/>
                  </a:lnTo>
                  <a:lnTo>
                    <a:pt x="209835" y="301638"/>
                  </a:lnTo>
                  <a:lnTo>
                    <a:pt x="214753" y="301638"/>
                  </a:lnTo>
                  <a:lnTo>
                    <a:pt x="218032" y="303277"/>
                  </a:lnTo>
                  <a:lnTo>
                    <a:pt x="222950" y="304917"/>
                  </a:lnTo>
                  <a:lnTo>
                    <a:pt x="226228" y="304917"/>
                  </a:lnTo>
                  <a:lnTo>
                    <a:pt x="229507" y="306556"/>
                  </a:lnTo>
                  <a:lnTo>
                    <a:pt x="232786" y="308195"/>
                  </a:lnTo>
                  <a:lnTo>
                    <a:pt x="237704" y="309835"/>
                  </a:lnTo>
                  <a:lnTo>
                    <a:pt x="240982" y="311474"/>
                  </a:lnTo>
                  <a:lnTo>
                    <a:pt x="245901" y="313113"/>
                  </a:lnTo>
                  <a:lnTo>
                    <a:pt x="249179" y="313113"/>
                  </a:lnTo>
                  <a:lnTo>
                    <a:pt x="254097" y="316392"/>
                  </a:lnTo>
                  <a:lnTo>
                    <a:pt x="257376" y="316392"/>
                  </a:lnTo>
                  <a:lnTo>
                    <a:pt x="260654" y="318031"/>
                  </a:lnTo>
                  <a:lnTo>
                    <a:pt x="263933" y="319671"/>
                  </a:lnTo>
                  <a:lnTo>
                    <a:pt x="268851" y="321310"/>
                  </a:lnTo>
                  <a:lnTo>
                    <a:pt x="272130" y="322949"/>
                  </a:lnTo>
                  <a:lnTo>
                    <a:pt x="277048" y="324589"/>
                  </a:lnTo>
                  <a:lnTo>
                    <a:pt x="280327" y="326228"/>
                  </a:lnTo>
                  <a:lnTo>
                    <a:pt x="283605" y="329507"/>
                  </a:lnTo>
                  <a:lnTo>
                    <a:pt x="286884" y="331146"/>
                  </a:lnTo>
                  <a:lnTo>
                    <a:pt x="291802" y="332785"/>
                  </a:lnTo>
                  <a:lnTo>
                    <a:pt x="295081" y="332785"/>
                  </a:lnTo>
                  <a:lnTo>
                    <a:pt x="291802" y="329507"/>
                  </a:lnTo>
                  <a:lnTo>
                    <a:pt x="295081" y="331146"/>
                  </a:lnTo>
                  <a:lnTo>
                    <a:pt x="298359" y="332785"/>
                  </a:lnTo>
                  <a:lnTo>
                    <a:pt x="303277" y="334425"/>
                  </a:lnTo>
                  <a:lnTo>
                    <a:pt x="306556" y="336064"/>
                  </a:lnTo>
                  <a:lnTo>
                    <a:pt x="311474" y="337703"/>
                  </a:lnTo>
                  <a:lnTo>
                    <a:pt x="314752" y="339343"/>
                  </a:lnTo>
                  <a:lnTo>
                    <a:pt x="319671" y="340982"/>
                  </a:lnTo>
                  <a:lnTo>
                    <a:pt x="322949" y="340982"/>
                  </a:lnTo>
                  <a:lnTo>
                    <a:pt x="324588" y="342621"/>
                  </a:lnTo>
                  <a:lnTo>
                    <a:pt x="327867" y="340982"/>
                  </a:lnTo>
                  <a:lnTo>
                    <a:pt x="326228" y="337703"/>
                  </a:lnTo>
                  <a:lnTo>
                    <a:pt x="329507" y="339343"/>
                  </a:lnTo>
                  <a:lnTo>
                    <a:pt x="332785" y="342621"/>
                  </a:lnTo>
                  <a:lnTo>
                    <a:pt x="336064" y="344261"/>
                  </a:lnTo>
                  <a:lnTo>
                    <a:pt x="340982" y="345900"/>
                  </a:lnTo>
                  <a:lnTo>
                    <a:pt x="344261" y="350818"/>
                  </a:lnTo>
                  <a:lnTo>
                    <a:pt x="347539" y="352457"/>
                  </a:lnTo>
                  <a:lnTo>
                    <a:pt x="352457" y="350818"/>
                  </a:lnTo>
                  <a:lnTo>
                    <a:pt x="355736" y="352457"/>
                  </a:lnTo>
                  <a:lnTo>
                    <a:pt x="359015" y="354097"/>
                  </a:lnTo>
                  <a:lnTo>
                    <a:pt x="363932" y="354097"/>
                  </a:lnTo>
                  <a:lnTo>
                    <a:pt x="367211" y="357375"/>
                  </a:lnTo>
                  <a:lnTo>
                    <a:pt x="367211" y="362293"/>
                  </a:lnTo>
                  <a:lnTo>
                    <a:pt x="370490" y="365572"/>
                  </a:lnTo>
                  <a:lnTo>
                    <a:pt x="372129" y="368851"/>
                  </a:lnTo>
                  <a:lnTo>
                    <a:pt x="372129" y="372129"/>
                  </a:lnTo>
                  <a:lnTo>
                    <a:pt x="375408" y="373769"/>
                  </a:lnTo>
                  <a:lnTo>
                    <a:pt x="380326" y="373769"/>
                  </a:lnTo>
                  <a:lnTo>
                    <a:pt x="381965" y="378687"/>
                  </a:lnTo>
                  <a:lnTo>
                    <a:pt x="380326" y="381965"/>
                  </a:lnTo>
                  <a:lnTo>
                    <a:pt x="380326" y="381965"/>
                  </a:lnTo>
                  <a:lnTo>
                    <a:pt x="380326" y="383605"/>
                  </a:lnTo>
                  <a:lnTo>
                    <a:pt x="380326" y="388523"/>
                  </a:lnTo>
                  <a:lnTo>
                    <a:pt x="375408" y="391802"/>
                  </a:lnTo>
                  <a:lnTo>
                    <a:pt x="372129" y="395080"/>
                  </a:lnTo>
                  <a:lnTo>
                    <a:pt x="368851" y="398359"/>
                  </a:lnTo>
                  <a:lnTo>
                    <a:pt x="365572" y="401637"/>
                  </a:lnTo>
                  <a:lnTo>
                    <a:pt x="360654" y="404916"/>
                  </a:lnTo>
                  <a:lnTo>
                    <a:pt x="357375" y="404916"/>
                  </a:lnTo>
                  <a:lnTo>
                    <a:pt x="354097" y="408195"/>
                  </a:lnTo>
                  <a:lnTo>
                    <a:pt x="349179" y="409834"/>
                  </a:lnTo>
                  <a:lnTo>
                    <a:pt x="347539" y="409834"/>
                  </a:lnTo>
                  <a:lnTo>
                    <a:pt x="344261" y="411473"/>
                  </a:lnTo>
                  <a:lnTo>
                    <a:pt x="339342" y="413113"/>
                  </a:lnTo>
                  <a:lnTo>
                    <a:pt x="336064" y="413113"/>
                  </a:lnTo>
                  <a:lnTo>
                    <a:pt x="332785" y="414752"/>
                  </a:lnTo>
                  <a:lnTo>
                    <a:pt x="329507" y="416392"/>
                  </a:lnTo>
                  <a:lnTo>
                    <a:pt x="324588" y="416392"/>
                  </a:lnTo>
                  <a:lnTo>
                    <a:pt x="321310" y="416392"/>
                  </a:lnTo>
                  <a:lnTo>
                    <a:pt x="318031" y="418031"/>
                  </a:lnTo>
                  <a:lnTo>
                    <a:pt x="313113" y="418031"/>
                  </a:lnTo>
                  <a:lnTo>
                    <a:pt x="309835" y="418031"/>
                  </a:lnTo>
                  <a:lnTo>
                    <a:pt x="306556" y="418031"/>
                  </a:lnTo>
                  <a:lnTo>
                    <a:pt x="303277" y="418031"/>
                  </a:lnTo>
                  <a:lnTo>
                    <a:pt x="298359" y="418031"/>
                  </a:lnTo>
                  <a:lnTo>
                    <a:pt x="295081" y="416392"/>
                  </a:lnTo>
                  <a:lnTo>
                    <a:pt x="290162" y="416392"/>
                  </a:lnTo>
                  <a:lnTo>
                    <a:pt x="286884" y="416392"/>
                  </a:lnTo>
                  <a:lnTo>
                    <a:pt x="283605" y="416392"/>
                  </a:lnTo>
                  <a:lnTo>
                    <a:pt x="280327" y="414752"/>
                  </a:lnTo>
                  <a:lnTo>
                    <a:pt x="275408" y="413113"/>
                  </a:lnTo>
                  <a:lnTo>
                    <a:pt x="272130" y="411473"/>
                  </a:lnTo>
                  <a:lnTo>
                    <a:pt x="267212" y="411473"/>
                  </a:lnTo>
                  <a:lnTo>
                    <a:pt x="263933" y="409834"/>
                  </a:lnTo>
                  <a:lnTo>
                    <a:pt x="260654" y="409834"/>
                  </a:lnTo>
                  <a:lnTo>
                    <a:pt x="257376" y="409834"/>
                  </a:lnTo>
                  <a:lnTo>
                    <a:pt x="254097" y="408195"/>
                  </a:lnTo>
                  <a:lnTo>
                    <a:pt x="250818" y="408195"/>
                  </a:lnTo>
                  <a:lnTo>
                    <a:pt x="245901" y="408195"/>
                  </a:lnTo>
                  <a:lnTo>
                    <a:pt x="242622" y="408195"/>
                  </a:lnTo>
                  <a:lnTo>
                    <a:pt x="239343" y="408195"/>
                  </a:lnTo>
                  <a:lnTo>
                    <a:pt x="234425" y="406555"/>
                  </a:lnTo>
                  <a:lnTo>
                    <a:pt x="231147" y="406555"/>
                  </a:lnTo>
                  <a:lnTo>
                    <a:pt x="227868" y="406555"/>
                  </a:lnTo>
                  <a:lnTo>
                    <a:pt x="222950" y="404916"/>
                  </a:lnTo>
                  <a:lnTo>
                    <a:pt x="219671" y="404916"/>
                  </a:lnTo>
                  <a:lnTo>
                    <a:pt x="214753" y="404916"/>
                  </a:lnTo>
                  <a:lnTo>
                    <a:pt x="211474" y="401637"/>
                  </a:lnTo>
                  <a:lnTo>
                    <a:pt x="206557" y="401637"/>
                  </a:lnTo>
                  <a:lnTo>
                    <a:pt x="203278" y="398359"/>
                  </a:lnTo>
                  <a:lnTo>
                    <a:pt x="203278" y="398359"/>
                  </a:lnTo>
                  <a:lnTo>
                    <a:pt x="198360" y="396719"/>
                  </a:lnTo>
                  <a:lnTo>
                    <a:pt x="195081" y="398359"/>
                  </a:lnTo>
                  <a:lnTo>
                    <a:pt x="190163" y="399998"/>
                  </a:lnTo>
                  <a:lnTo>
                    <a:pt x="186884" y="399998"/>
                  </a:lnTo>
                  <a:lnTo>
                    <a:pt x="186884" y="395080"/>
                  </a:lnTo>
                  <a:lnTo>
                    <a:pt x="183605" y="395080"/>
                  </a:lnTo>
                  <a:lnTo>
                    <a:pt x="180327" y="395080"/>
                  </a:lnTo>
                  <a:lnTo>
                    <a:pt x="175409" y="395080"/>
                  </a:lnTo>
                  <a:lnTo>
                    <a:pt x="177048" y="390162"/>
                  </a:lnTo>
                  <a:lnTo>
                    <a:pt x="173770" y="393441"/>
                  </a:lnTo>
                  <a:lnTo>
                    <a:pt x="168851" y="393441"/>
                  </a:lnTo>
                  <a:lnTo>
                    <a:pt x="165573" y="390162"/>
                  </a:lnTo>
                  <a:lnTo>
                    <a:pt x="162294" y="391802"/>
                  </a:lnTo>
                  <a:lnTo>
                    <a:pt x="157376" y="391802"/>
                  </a:lnTo>
                  <a:lnTo>
                    <a:pt x="154098" y="391802"/>
                  </a:lnTo>
                  <a:lnTo>
                    <a:pt x="150819" y="390162"/>
                  </a:lnTo>
                  <a:lnTo>
                    <a:pt x="145901" y="386883"/>
                  </a:lnTo>
                  <a:lnTo>
                    <a:pt x="142622" y="385244"/>
                  </a:lnTo>
                  <a:lnTo>
                    <a:pt x="139344" y="383605"/>
                  </a:lnTo>
                  <a:lnTo>
                    <a:pt x="136065" y="380326"/>
                  </a:lnTo>
                  <a:lnTo>
                    <a:pt x="140983" y="378687"/>
                  </a:lnTo>
                  <a:lnTo>
                    <a:pt x="136065" y="378687"/>
                  </a:lnTo>
                  <a:lnTo>
                    <a:pt x="132786" y="377047"/>
                  </a:lnTo>
                  <a:lnTo>
                    <a:pt x="129508" y="377047"/>
                  </a:lnTo>
                  <a:lnTo>
                    <a:pt x="124590" y="377047"/>
                  </a:lnTo>
                  <a:lnTo>
                    <a:pt x="122950" y="375408"/>
                  </a:lnTo>
                  <a:lnTo>
                    <a:pt x="118032" y="377047"/>
                  </a:lnTo>
                  <a:lnTo>
                    <a:pt x="116393" y="377047"/>
                  </a:lnTo>
                  <a:lnTo>
                    <a:pt x="116393" y="377047"/>
                  </a:lnTo>
                  <a:lnTo>
                    <a:pt x="113114" y="377047"/>
                  </a:lnTo>
                  <a:lnTo>
                    <a:pt x="108196" y="377047"/>
                  </a:lnTo>
                  <a:lnTo>
                    <a:pt x="113114" y="377047"/>
                  </a:lnTo>
                  <a:lnTo>
                    <a:pt x="116393" y="377047"/>
                  </a:lnTo>
                  <a:lnTo>
                    <a:pt x="118032" y="377047"/>
                  </a:lnTo>
                  <a:lnTo>
                    <a:pt x="122950" y="380326"/>
                  </a:lnTo>
                  <a:lnTo>
                    <a:pt x="126229" y="380326"/>
                  </a:lnTo>
                  <a:lnTo>
                    <a:pt x="129508" y="381965"/>
                  </a:lnTo>
                  <a:lnTo>
                    <a:pt x="126229" y="386883"/>
                  </a:lnTo>
                  <a:lnTo>
                    <a:pt x="129508" y="386883"/>
                  </a:lnTo>
                  <a:lnTo>
                    <a:pt x="134425" y="388523"/>
                  </a:lnTo>
                  <a:lnTo>
                    <a:pt x="137704" y="390162"/>
                  </a:lnTo>
                  <a:lnTo>
                    <a:pt x="140983" y="391802"/>
                  </a:lnTo>
                  <a:lnTo>
                    <a:pt x="137704" y="391802"/>
                  </a:lnTo>
                  <a:lnTo>
                    <a:pt x="140983" y="393441"/>
                  </a:lnTo>
                  <a:lnTo>
                    <a:pt x="144261" y="393441"/>
                  </a:lnTo>
                  <a:lnTo>
                    <a:pt x="149180" y="393441"/>
                  </a:lnTo>
                  <a:lnTo>
                    <a:pt x="152458" y="396719"/>
                  </a:lnTo>
                  <a:lnTo>
                    <a:pt x="149180" y="395080"/>
                  </a:lnTo>
                  <a:lnTo>
                    <a:pt x="145901" y="398359"/>
                  </a:lnTo>
                  <a:lnTo>
                    <a:pt x="140983" y="398359"/>
                  </a:lnTo>
                  <a:lnTo>
                    <a:pt x="142622" y="398359"/>
                  </a:lnTo>
                  <a:lnTo>
                    <a:pt x="147540" y="398359"/>
                  </a:lnTo>
                  <a:lnTo>
                    <a:pt x="150819" y="398359"/>
                  </a:lnTo>
                  <a:lnTo>
                    <a:pt x="154098" y="396719"/>
                  </a:lnTo>
                  <a:lnTo>
                    <a:pt x="159015" y="399998"/>
                  </a:lnTo>
                  <a:lnTo>
                    <a:pt x="155737" y="398359"/>
                  </a:lnTo>
                  <a:lnTo>
                    <a:pt x="150819" y="398359"/>
                  </a:lnTo>
                  <a:lnTo>
                    <a:pt x="149180" y="398359"/>
                  </a:lnTo>
                  <a:lnTo>
                    <a:pt x="144261" y="399998"/>
                  </a:lnTo>
                  <a:lnTo>
                    <a:pt x="149180" y="401637"/>
                  </a:lnTo>
                  <a:lnTo>
                    <a:pt x="152458" y="399998"/>
                  </a:lnTo>
                  <a:lnTo>
                    <a:pt x="155737" y="401637"/>
                  </a:lnTo>
                  <a:lnTo>
                    <a:pt x="160655" y="401637"/>
                  </a:lnTo>
                  <a:lnTo>
                    <a:pt x="163934" y="401637"/>
                  </a:lnTo>
                  <a:lnTo>
                    <a:pt x="163934" y="404916"/>
                  </a:lnTo>
                  <a:lnTo>
                    <a:pt x="163934" y="406555"/>
                  </a:lnTo>
                  <a:lnTo>
                    <a:pt x="160655" y="406555"/>
                  </a:lnTo>
                  <a:lnTo>
                    <a:pt x="155737" y="408195"/>
                  </a:lnTo>
                  <a:lnTo>
                    <a:pt x="159015" y="408195"/>
                  </a:lnTo>
                  <a:lnTo>
                    <a:pt x="163934" y="408195"/>
                  </a:lnTo>
                  <a:lnTo>
                    <a:pt x="167212" y="408195"/>
                  </a:lnTo>
                  <a:lnTo>
                    <a:pt x="172130" y="409834"/>
                  </a:lnTo>
                  <a:lnTo>
                    <a:pt x="175409" y="411473"/>
                  </a:lnTo>
                  <a:lnTo>
                    <a:pt x="178688" y="409834"/>
                  </a:lnTo>
                  <a:lnTo>
                    <a:pt x="183605" y="413113"/>
                  </a:lnTo>
                  <a:lnTo>
                    <a:pt x="186884" y="414752"/>
                  </a:lnTo>
                  <a:lnTo>
                    <a:pt x="190163" y="416392"/>
                  </a:lnTo>
                  <a:lnTo>
                    <a:pt x="195081" y="418031"/>
                  </a:lnTo>
                  <a:lnTo>
                    <a:pt x="198360" y="419670"/>
                  </a:lnTo>
                  <a:lnTo>
                    <a:pt x="199999" y="424588"/>
                  </a:lnTo>
                  <a:lnTo>
                    <a:pt x="203278" y="424588"/>
                  </a:lnTo>
                  <a:lnTo>
                    <a:pt x="206557" y="427867"/>
                  </a:lnTo>
                  <a:lnTo>
                    <a:pt x="206557" y="431145"/>
                  </a:lnTo>
                  <a:lnTo>
                    <a:pt x="203278" y="431145"/>
                  </a:lnTo>
                  <a:lnTo>
                    <a:pt x="203278" y="434424"/>
                  </a:lnTo>
                  <a:lnTo>
                    <a:pt x="203278" y="439342"/>
                  </a:lnTo>
                  <a:lnTo>
                    <a:pt x="198360" y="440982"/>
                  </a:lnTo>
                  <a:lnTo>
                    <a:pt x="195081" y="444260"/>
                  </a:lnTo>
                  <a:lnTo>
                    <a:pt x="198360" y="447539"/>
                  </a:lnTo>
                  <a:lnTo>
                    <a:pt x="201638" y="449178"/>
                  </a:lnTo>
                  <a:lnTo>
                    <a:pt x="203278" y="452457"/>
                  </a:lnTo>
                  <a:lnTo>
                    <a:pt x="208195" y="454096"/>
                  </a:lnTo>
                  <a:lnTo>
                    <a:pt x="208195" y="459014"/>
                  </a:lnTo>
                  <a:lnTo>
                    <a:pt x="206557" y="459014"/>
                  </a:lnTo>
                  <a:lnTo>
                    <a:pt x="208195" y="460654"/>
                  </a:lnTo>
                  <a:lnTo>
                    <a:pt x="213114" y="463932"/>
                  </a:lnTo>
                  <a:lnTo>
                    <a:pt x="213114" y="467211"/>
                  </a:lnTo>
                  <a:lnTo>
                    <a:pt x="216392" y="467211"/>
                  </a:lnTo>
                  <a:lnTo>
                    <a:pt x="216392" y="468850"/>
                  </a:lnTo>
                  <a:lnTo>
                    <a:pt x="216392" y="468850"/>
                  </a:lnTo>
                  <a:lnTo>
                    <a:pt x="213114" y="470490"/>
                  </a:lnTo>
                  <a:lnTo>
                    <a:pt x="216392" y="473768"/>
                  </a:lnTo>
                  <a:lnTo>
                    <a:pt x="213114" y="477047"/>
                  </a:lnTo>
                  <a:lnTo>
                    <a:pt x="214753" y="477047"/>
                  </a:lnTo>
                  <a:lnTo>
                    <a:pt x="216392" y="477047"/>
                  </a:lnTo>
                  <a:lnTo>
                    <a:pt x="219671" y="480326"/>
                  </a:lnTo>
                  <a:lnTo>
                    <a:pt x="222950" y="481965"/>
                  </a:lnTo>
                  <a:lnTo>
                    <a:pt x="226228" y="483604"/>
                  </a:lnTo>
                  <a:lnTo>
                    <a:pt x="231147" y="485244"/>
                  </a:lnTo>
                  <a:lnTo>
                    <a:pt x="234425" y="483604"/>
                  </a:lnTo>
                  <a:lnTo>
                    <a:pt x="239343" y="481965"/>
                  </a:lnTo>
                  <a:lnTo>
                    <a:pt x="242622" y="483604"/>
                  </a:lnTo>
                  <a:lnTo>
                    <a:pt x="245901" y="486883"/>
                  </a:lnTo>
                  <a:lnTo>
                    <a:pt x="250818" y="490162"/>
                  </a:lnTo>
                  <a:lnTo>
                    <a:pt x="254097" y="488522"/>
                  </a:lnTo>
                  <a:lnTo>
                    <a:pt x="257376" y="491801"/>
                  </a:lnTo>
                  <a:lnTo>
                    <a:pt x="260654" y="495080"/>
                  </a:lnTo>
                  <a:lnTo>
                    <a:pt x="263933" y="498358"/>
                  </a:lnTo>
                  <a:lnTo>
                    <a:pt x="268851" y="498358"/>
                  </a:lnTo>
                  <a:lnTo>
                    <a:pt x="272130" y="499998"/>
                  </a:lnTo>
                  <a:lnTo>
                    <a:pt x="275408" y="499998"/>
                  </a:lnTo>
                  <a:lnTo>
                    <a:pt x="280327" y="501637"/>
                  </a:lnTo>
                  <a:lnTo>
                    <a:pt x="283605" y="501637"/>
                  </a:lnTo>
                  <a:lnTo>
                    <a:pt x="286884" y="501637"/>
                  </a:lnTo>
                  <a:lnTo>
                    <a:pt x="290162" y="503276"/>
                  </a:lnTo>
                  <a:lnTo>
                    <a:pt x="295081" y="504916"/>
                  </a:lnTo>
                  <a:lnTo>
                    <a:pt x="298359" y="504916"/>
                  </a:lnTo>
                  <a:lnTo>
                    <a:pt x="301638" y="501637"/>
                  </a:lnTo>
                  <a:lnTo>
                    <a:pt x="304917" y="501637"/>
                  </a:lnTo>
                  <a:lnTo>
                    <a:pt x="309835" y="501637"/>
                  </a:lnTo>
                  <a:lnTo>
                    <a:pt x="311474" y="499998"/>
                  </a:lnTo>
                  <a:lnTo>
                    <a:pt x="313113" y="496719"/>
                  </a:lnTo>
                  <a:lnTo>
                    <a:pt x="311474" y="491801"/>
                  </a:lnTo>
                  <a:lnTo>
                    <a:pt x="308195" y="490162"/>
                  </a:lnTo>
                  <a:lnTo>
                    <a:pt x="309835" y="486883"/>
                  </a:lnTo>
                  <a:lnTo>
                    <a:pt x="306556" y="485244"/>
                  </a:lnTo>
                  <a:lnTo>
                    <a:pt x="301638" y="481965"/>
                  </a:lnTo>
                  <a:lnTo>
                    <a:pt x="298359" y="481965"/>
                  </a:lnTo>
                  <a:lnTo>
                    <a:pt x="295081" y="483604"/>
                  </a:lnTo>
                  <a:lnTo>
                    <a:pt x="290162" y="483604"/>
                  </a:lnTo>
                  <a:lnTo>
                    <a:pt x="286884" y="483604"/>
                  </a:lnTo>
                  <a:lnTo>
                    <a:pt x="283605" y="481965"/>
                  </a:lnTo>
                  <a:lnTo>
                    <a:pt x="280327" y="478686"/>
                  </a:lnTo>
                  <a:lnTo>
                    <a:pt x="275408" y="477047"/>
                  </a:lnTo>
                  <a:lnTo>
                    <a:pt x="272130" y="473768"/>
                  </a:lnTo>
                  <a:lnTo>
                    <a:pt x="268851" y="470490"/>
                  </a:lnTo>
                  <a:lnTo>
                    <a:pt x="263933" y="468850"/>
                  </a:lnTo>
                  <a:lnTo>
                    <a:pt x="260654" y="465572"/>
                  </a:lnTo>
                  <a:lnTo>
                    <a:pt x="257376" y="462293"/>
                  </a:lnTo>
                  <a:lnTo>
                    <a:pt x="260654" y="462293"/>
                  </a:lnTo>
                  <a:lnTo>
                    <a:pt x="265572" y="460654"/>
                  </a:lnTo>
                  <a:lnTo>
                    <a:pt x="268851" y="459014"/>
                  </a:lnTo>
                  <a:lnTo>
                    <a:pt x="268851" y="454096"/>
                  </a:lnTo>
                  <a:lnTo>
                    <a:pt x="270491" y="450818"/>
                  </a:lnTo>
                  <a:lnTo>
                    <a:pt x="275408" y="450818"/>
                  </a:lnTo>
                  <a:lnTo>
                    <a:pt x="278687" y="452457"/>
                  </a:lnTo>
                  <a:lnTo>
                    <a:pt x="283605" y="452457"/>
                  </a:lnTo>
                  <a:lnTo>
                    <a:pt x="286884" y="454096"/>
                  </a:lnTo>
                  <a:lnTo>
                    <a:pt x="290162" y="455736"/>
                  </a:lnTo>
                  <a:lnTo>
                    <a:pt x="293441" y="457375"/>
                  </a:lnTo>
                  <a:lnTo>
                    <a:pt x="295081" y="459014"/>
                  </a:lnTo>
                  <a:lnTo>
                    <a:pt x="299998" y="462293"/>
                  </a:lnTo>
                  <a:lnTo>
                    <a:pt x="303277" y="463932"/>
                  </a:lnTo>
                  <a:lnTo>
                    <a:pt x="306556" y="463932"/>
                  </a:lnTo>
                  <a:lnTo>
                    <a:pt x="311474" y="465572"/>
                  </a:lnTo>
                  <a:lnTo>
                    <a:pt x="314752" y="463932"/>
                  </a:lnTo>
                  <a:lnTo>
                    <a:pt x="311474" y="467211"/>
                  </a:lnTo>
                  <a:lnTo>
                    <a:pt x="306556" y="467211"/>
                  </a:lnTo>
                  <a:lnTo>
                    <a:pt x="309835" y="472129"/>
                  </a:lnTo>
                  <a:lnTo>
                    <a:pt x="313113" y="468850"/>
                  </a:lnTo>
                  <a:lnTo>
                    <a:pt x="316392" y="468850"/>
                  </a:lnTo>
                  <a:lnTo>
                    <a:pt x="321310" y="467211"/>
                  </a:lnTo>
                  <a:lnTo>
                    <a:pt x="326228" y="467211"/>
                  </a:lnTo>
                  <a:lnTo>
                    <a:pt x="329507" y="468850"/>
                  </a:lnTo>
                  <a:lnTo>
                    <a:pt x="332785" y="468850"/>
                  </a:lnTo>
                  <a:lnTo>
                    <a:pt x="336064" y="470490"/>
                  </a:lnTo>
                  <a:lnTo>
                    <a:pt x="340982" y="472129"/>
                  </a:lnTo>
                  <a:lnTo>
                    <a:pt x="344261" y="472129"/>
                  </a:lnTo>
                  <a:lnTo>
                    <a:pt x="349179" y="473768"/>
                  </a:lnTo>
                  <a:lnTo>
                    <a:pt x="352457" y="475408"/>
                  </a:lnTo>
                  <a:lnTo>
                    <a:pt x="355736" y="475408"/>
                  </a:lnTo>
                  <a:lnTo>
                    <a:pt x="360654" y="475408"/>
                  </a:lnTo>
                  <a:lnTo>
                    <a:pt x="363932" y="472129"/>
                  </a:lnTo>
                  <a:lnTo>
                    <a:pt x="365572" y="472129"/>
                  </a:lnTo>
                  <a:lnTo>
                    <a:pt x="368851" y="473768"/>
                  </a:lnTo>
                  <a:lnTo>
                    <a:pt x="372129" y="475408"/>
                  </a:lnTo>
                  <a:lnTo>
                    <a:pt x="377047" y="475408"/>
                  </a:lnTo>
                  <a:lnTo>
                    <a:pt x="380326" y="477047"/>
                  </a:lnTo>
                  <a:lnTo>
                    <a:pt x="381965" y="477047"/>
                  </a:lnTo>
                  <a:lnTo>
                    <a:pt x="381965" y="475408"/>
                  </a:lnTo>
                  <a:lnTo>
                    <a:pt x="381965" y="475408"/>
                  </a:lnTo>
                  <a:lnTo>
                    <a:pt x="378687" y="472129"/>
                  </a:lnTo>
                  <a:lnTo>
                    <a:pt x="377047" y="468850"/>
                  </a:lnTo>
                  <a:lnTo>
                    <a:pt x="375408" y="463932"/>
                  </a:lnTo>
                  <a:lnTo>
                    <a:pt x="372129" y="460654"/>
                  </a:lnTo>
                  <a:lnTo>
                    <a:pt x="370490" y="459014"/>
                  </a:lnTo>
                  <a:lnTo>
                    <a:pt x="365572" y="457375"/>
                  </a:lnTo>
                  <a:lnTo>
                    <a:pt x="362294" y="454096"/>
                  </a:lnTo>
                  <a:lnTo>
                    <a:pt x="360654" y="452457"/>
                  </a:lnTo>
                  <a:lnTo>
                    <a:pt x="355736" y="449178"/>
                  </a:lnTo>
                  <a:lnTo>
                    <a:pt x="352457" y="445900"/>
                  </a:lnTo>
                  <a:lnTo>
                    <a:pt x="349179" y="442621"/>
                  </a:lnTo>
                  <a:lnTo>
                    <a:pt x="349179" y="439342"/>
                  </a:lnTo>
                  <a:lnTo>
                    <a:pt x="352457" y="434424"/>
                  </a:lnTo>
                  <a:lnTo>
                    <a:pt x="355736" y="432785"/>
                  </a:lnTo>
                  <a:lnTo>
                    <a:pt x="359015" y="432785"/>
                  </a:lnTo>
                  <a:lnTo>
                    <a:pt x="363932" y="429506"/>
                  </a:lnTo>
                  <a:lnTo>
                    <a:pt x="367211" y="427867"/>
                  </a:lnTo>
                  <a:lnTo>
                    <a:pt x="370490" y="424588"/>
                  </a:lnTo>
                  <a:lnTo>
                    <a:pt x="373769" y="421309"/>
                  </a:lnTo>
                  <a:lnTo>
                    <a:pt x="378687" y="419670"/>
                  </a:lnTo>
                  <a:lnTo>
                    <a:pt x="381965" y="419670"/>
                  </a:lnTo>
                  <a:lnTo>
                    <a:pt x="385244" y="419670"/>
                  </a:lnTo>
                  <a:lnTo>
                    <a:pt x="390162" y="418031"/>
                  </a:lnTo>
                  <a:lnTo>
                    <a:pt x="393441" y="416392"/>
                  </a:lnTo>
                  <a:lnTo>
                    <a:pt x="396719" y="414752"/>
                  </a:lnTo>
                  <a:lnTo>
                    <a:pt x="401638" y="411473"/>
                  </a:lnTo>
                  <a:lnTo>
                    <a:pt x="404916" y="406555"/>
                  </a:lnTo>
                  <a:lnTo>
                    <a:pt x="408195" y="403277"/>
                  </a:lnTo>
                  <a:lnTo>
                    <a:pt x="411474" y="399998"/>
                  </a:lnTo>
                  <a:lnTo>
                    <a:pt x="414752" y="399998"/>
                  </a:lnTo>
                  <a:lnTo>
                    <a:pt x="419670" y="401637"/>
                  </a:lnTo>
                  <a:lnTo>
                    <a:pt x="422949" y="403277"/>
                  </a:lnTo>
                  <a:lnTo>
                    <a:pt x="426228" y="404916"/>
                  </a:lnTo>
                  <a:lnTo>
                    <a:pt x="431145" y="404916"/>
                  </a:lnTo>
                  <a:lnTo>
                    <a:pt x="434424" y="404916"/>
                  </a:lnTo>
                  <a:lnTo>
                    <a:pt x="439342" y="403277"/>
                  </a:lnTo>
                  <a:lnTo>
                    <a:pt x="442621" y="403277"/>
                  </a:lnTo>
                  <a:lnTo>
                    <a:pt x="445899" y="406555"/>
                  </a:lnTo>
                  <a:lnTo>
                    <a:pt x="450818" y="408195"/>
                  </a:lnTo>
                  <a:lnTo>
                    <a:pt x="454096" y="408195"/>
                  </a:lnTo>
                  <a:lnTo>
                    <a:pt x="455735" y="411473"/>
                  </a:lnTo>
                  <a:lnTo>
                    <a:pt x="452457" y="413113"/>
                  </a:lnTo>
                  <a:lnTo>
                    <a:pt x="447539" y="416392"/>
                  </a:lnTo>
                  <a:lnTo>
                    <a:pt x="452457" y="419670"/>
                  </a:lnTo>
                  <a:lnTo>
                    <a:pt x="452457" y="414752"/>
                  </a:lnTo>
                  <a:lnTo>
                    <a:pt x="455735" y="414752"/>
                  </a:lnTo>
                  <a:lnTo>
                    <a:pt x="460654" y="413113"/>
                  </a:lnTo>
                  <a:lnTo>
                    <a:pt x="463932" y="414752"/>
                  </a:lnTo>
                  <a:lnTo>
                    <a:pt x="467211" y="416392"/>
                  </a:lnTo>
                  <a:lnTo>
                    <a:pt x="470489" y="419670"/>
                  </a:lnTo>
                  <a:lnTo>
                    <a:pt x="473768" y="424588"/>
                  </a:lnTo>
                  <a:lnTo>
                    <a:pt x="475408" y="426228"/>
                  </a:lnTo>
                  <a:lnTo>
                    <a:pt x="473768" y="421309"/>
                  </a:lnTo>
                  <a:lnTo>
                    <a:pt x="472129" y="418031"/>
                  </a:lnTo>
                  <a:lnTo>
                    <a:pt x="468850" y="413113"/>
                  </a:lnTo>
                  <a:lnTo>
                    <a:pt x="468850" y="409834"/>
                  </a:lnTo>
                  <a:lnTo>
                    <a:pt x="468850" y="406555"/>
                  </a:lnTo>
                  <a:lnTo>
                    <a:pt x="470489" y="404916"/>
                  </a:lnTo>
                  <a:lnTo>
                    <a:pt x="472129" y="401637"/>
                  </a:lnTo>
                  <a:lnTo>
                    <a:pt x="473768" y="398359"/>
                  </a:lnTo>
                  <a:lnTo>
                    <a:pt x="477047" y="395080"/>
                  </a:lnTo>
                  <a:lnTo>
                    <a:pt x="473768" y="393441"/>
                  </a:lnTo>
                  <a:lnTo>
                    <a:pt x="472129" y="388523"/>
                  </a:lnTo>
                  <a:lnTo>
                    <a:pt x="473768" y="385244"/>
                  </a:lnTo>
                  <a:lnTo>
                    <a:pt x="470489" y="381965"/>
                  </a:lnTo>
                  <a:lnTo>
                    <a:pt x="467211" y="380326"/>
                  </a:lnTo>
                  <a:lnTo>
                    <a:pt x="462293" y="377047"/>
                  </a:lnTo>
                  <a:lnTo>
                    <a:pt x="459014" y="375408"/>
                  </a:lnTo>
                  <a:lnTo>
                    <a:pt x="454096" y="375408"/>
                  </a:lnTo>
                  <a:lnTo>
                    <a:pt x="450818" y="375408"/>
                  </a:lnTo>
                  <a:lnTo>
                    <a:pt x="447539" y="372129"/>
                  </a:lnTo>
                  <a:lnTo>
                    <a:pt x="447539" y="367211"/>
                  </a:lnTo>
                  <a:lnTo>
                    <a:pt x="449178" y="363933"/>
                  </a:lnTo>
                  <a:lnTo>
                    <a:pt x="450818" y="360654"/>
                  </a:lnTo>
                  <a:lnTo>
                    <a:pt x="450818" y="355736"/>
                  </a:lnTo>
                  <a:lnTo>
                    <a:pt x="452457" y="352457"/>
                  </a:lnTo>
                  <a:lnTo>
                    <a:pt x="450818" y="349179"/>
                  </a:lnTo>
                  <a:lnTo>
                    <a:pt x="454096" y="347539"/>
                  </a:lnTo>
                  <a:lnTo>
                    <a:pt x="450818" y="344261"/>
                  </a:lnTo>
                  <a:lnTo>
                    <a:pt x="454096" y="342621"/>
                  </a:lnTo>
                  <a:lnTo>
                    <a:pt x="450818" y="340982"/>
                  </a:lnTo>
                  <a:lnTo>
                    <a:pt x="450818" y="337703"/>
                  </a:lnTo>
                  <a:lnTo>
                    <a:pt x="450818" y="334425"/>
                  </a:lnTo>
                  <a:lnTo>
                    <a:pt x="447539" y="331146"/>
                  </a:lnTo>
                  <a:lnTo>
                    <a:pt x="444260" y="329507"/>
                  </a:lnTo>
                  <a:lnTo>
                    <a:pt x="440981" y="327867"/>
                  </a:lnTo>
                  <a:lnTo>
                    <a:pt x="436064" y="327867"/>
                  </a:lnTo>
                  <a:lnTo>
                    <a:pt x="432785" y="326228"/>
                  </a:lnTo>
                  <a:lnTo>
                    <a:pt x="429506" y="324589"/>
                  </a:lnTo>
                  <a:lnTo>
                    <a:pt x="424588" y="322949"/>
                  </a:lnTo>
                  <a:lnTo>
                    <a:pt x="421309" y="321310"/>
                  </a:lnTo>
                  <a:lnTo>
                    <a:pt x="424588" y="318031"/>
                  </a:lnTo>
                  <a:lnTo>
                    <a:pt x="429506" y="319671"/>
                  </a:lnTo>
                  <a:lnTo>
                    <a:pt x="432785" y="319671"/>
                  </a:lnTo>
                  <a:lnTo>
                    <a:pt x="437703" y="322949"/>
                  </a:lnTo>
                  <a:lnTo>
                    <a:pt x="440981" y="322949"/>
                  </a:lnTo>
                  <a:lnTo>
                    <a:pt x="444260" y="324589"/>
                  </a:lnTo>
                  <a:lnTo>
                    <a:pt x="449178" y="324589"/>
                  </a:lnTo>
                  <a:lnTo>
                    <a:pt x="454096" y="322949"/>
                  </a:lnTo>
                  <a:lnTo>
                    <a:pt x="457375" y="322949"/>
                  </a:lnTo>
                  <a:lnTo>
                    <a:pt x="460654" y="322949"/>
                  </a:lnTo>
                  <a:lnTo>
                    <a:pt x="463932" y="322949"/>
                  </a:lnTo>
                  <a:lnTo>
                    <a:pt x="467211" y="322949"/>
                  </a:lnTo>
                  <a:lnTo>
                    <a:pt x="468850" y="322949"/>
                  </a:lnTo>
                  <a:lnTo>
                    <a:pt x="472129" y="322949"/>
                  </a:lnTo>
                  <a:lnTo>
                    <a:pt x="477047" y="322949"/>
                  </a:lnTo>
                  <a:lnTo>
                    <a:pt x="480325" y="322949"/>
                  </a:lnTo>
                  <a:lnTo>
                    <a:pt x="485244" y="324589"/>
                  </a:lnTo>
                  <a:lnTo>
                    <a:pt x="488522" y="324589"/>
                  </a:lnTo>
                  <a:lnTo>
                    <a:pt x="493440" y="326228"/>
                  </a:lnTo>
                  <a:lnTo>
                    <a:pt x="496719" y="326228"/>
                  </a:lnTo>
                  <a:lnTo>
                    <a:pt x="498358" y="329507"/>
                  </a:lnTo>
                  <a:lnTo>
                    <a:pt x="503276" y="332785"/>
                  </a:lnTo>
                  <a:lnTo>
                    <a:pt x="506555" y="334425"/>
                  </a:lnTo>
                  <a:lnTo>
                    <a:pt x="509834" y="336064"/>
                  </a:lnTo>
                  <a:lnTo>
                    <a:pt x="514752" y="337703"/>
                  </a:lnTo>
                  <a:lnTo>
                    <a:pt x="518031" y="340982"/>
                  </a:lnTo>
                  <a:lnTo>
                    <a:pt x="519669" y="344261"/>
                  </a:lnTo>
                  <a:lnTo>
                    <a:pt x="522948" y="345900"/>
                  </a:lnTo>
                  <a:lnTo>
                    <a:pt x="526227" y="350818"/>
                  </a:lnTo>
                  <a:lnTo>
                    <a:pt x="522948" y="350818"/>
                  </a:lnTo>
                  <a:lnTo>
                    <a:pt x="518031" y="350818"/>
                  </a:lnTo>
                  <a:lnTo>
                    <a:pt x="514752" y="350818"/>
                  </a:lnTo>
                  <a:lnTo>
                    <a:pt x="509834" y="352457"/>
                  </a:lnTo>
                  <a:lnTo>
                    <a:pt x="506555" y="352457"/>
                  </a:lnTo>
                  <a:lnTo>
                    <a:pt x="503276" y="352457"/>
                  </a:lnTo>
                  <a:lnTo>
                    <a:pt x="499998" y="352457"/>
                  </a:lnTo>
                  <a:lnTo>
                    <a:pt x="495079" y="352457"/>
                  </a:lnTo>
                  <a:lnTo>
                    <a:pt x="491801" y="354097"/>
                  </a:lnTo>
                  <a:lnTo>
                    <a:pt x="488522" y="354097"/>
                  </a:lnTo>
                  <a:lnTo>
                    <a:pt x="490162" y="359015"/>
                  </a:lnTo>
                  <a:lnTo>
                    <a:pt x="485244" y="359015"/>
                  </a:lnTo>
                  <a:lnTo>
                    <a:pt x="481965" y="362293"/>
                  </a:lnTo>
                  <a:lnTo>
                    <a:pt x="480325" y="362293"/>
                  </a:lnTo>
                  <a:lnTo>
                    <a:pt x="480325" y="365572"/>
                  </a:lnTo>
                  <a:lnTo>
                    <a:pt x="483604" y="370490"/>
                  </a:lnTo>
                  <a:lnTo>
                    <a:pt x="486883" y="370490"/>
                  </a:lnTo>
                  <a:lnTo>
                    <a:pt x="490162" y="372129"/>
                  </a:lnTo>
                  <a:lnTo>
                    <a:pt x="495079" y="373769"/>
                  </a:lnTo>
                  <a:lnTo>
                    <a:pt x="499998" y="373769"/>
                  </a:lnTo>
                  <a:lnTo>
                    <a:pt x="503276" y="377047"/>
                  </a:lnTo>
                  <a:lnTo>
                    <a:pt x="504916" y="380326"/>
                  </a:lnTo>
                  <a:lnTo>
                    <a:pt x="508194" y="383605"/>
                  </a:lnTo>
                  <a:lnTo>
                    <a:pt x="513112" y="386883"/>
                  </a:lnTo>
                  <a:lnTo>
                    <a:pt x="516391" y="386883"/>
                  </a:lnTo>
                  <a:lnTo>
                    <a:pt x="518031" y="388523"/>
                  </a:lnTo>
                  <a:lnTo>
                    <a:pt x="522948" y="388523"/>
                  </a:lnTo>
                  <a:lnTo>
                    <a:pt x="526227" y="388523"/>
                  </a:lnTo>
                  <a:lnTo>
                    <a:pt x="529506" y="386883"/>
                  </a:lnTo>
                  <a:lnTo>
                    <a:pt x="532784" y="386883"/>
                  </a:lnTo>
                  <a:lnTo>
                    <a:pt x="529506" y="391802"/>
                  </a:lnTo>
                  <a:lnTo>
                    <a:pt x="534424" y="388523"/>
                  </a:lnTo>
                  <a:lnTo>
                    <a:pt x="537702" y="388523"/>
                  </a:lnTo>
                  <a:lnTo>
                    <a:pt x="542621" y="388523"/>
                  </a:lnTo>
                  <a:lnTo>
                    <a:pt x="545899" y="386883"/>
                  </a:lnTo>
                  <a:lnTo>
                    <a:pt x="550817" y="386883"/>
                  </a:lnTo>
                  <a:lnTo>
                    <a:pt x="554096" y="385244"/>
                  </a:lnTo>
                  <a:lnTo>
                    <a:pt x="557375" y="385244"/>
                  </a:lnTo>
                  <a:lnTo>
                    <a:pt x="560653" y="385244"/>
                  </a:lnTo>
                  <a:lnTo>
                    <a:pt x="563932" y="381965"/>
                  </a:lnTo>
                  <a:lnTo>
                    <a:pt x="563932" y="378687"/>
                  </a:lnTo>
                  <a:lnTo>
                    <a:pt x="560653" y="373769"/>
                  </a:lnTo>
                  <a:lnTo>
                    <a:pt x="562292" y="370490"/>
                  </a:lnTo>
                  <a:lnTo>
                    <a:pt x="565571" y="367211"/>
                  </a:lnTo>
                  <a:lnTo>
                    <a:pt x="563932" y="362293"/>
                  </a:lnTo>
                  <a:lnTo>
                    <a:pt x="560653" y="360654"/>
                  </a:lnTo>
                  <a:lnTo>
                    <a:pt x="563932" y="357375"/>
                  </a:lnTo>
                  <a:lnTo>
                    <a:pt x="568850" y="359015"/>
                  </a:lnTo>
                  <a:lnTo>
                    <a:pt x="572128" y="355736"/>
                  </a:lnTo>
                  <a:lnTo>
                    <a:pt x="575407" y="355736"/>
                  </a:lnTo>
                  <a:lnTo>
                    <a:pt x="580325" y="357375"/>
                  </a:lnTo>
                  <a:lnTo>
                    <a:pt x="583604" y="355736"/>
                  </a:lnTo>
                  <a:lnTo>
                    <a:pt x="588522" y="355736"/>
                  </a:lnTo>
                  <a:lnTo>
                    <a:pt x="591801" y="355736"/>
                  </a:lnTo>
                  <a:lnTo>
                    <a:pt x="596719" y="359015"/>
                  </a:lnTo>
                  <a:lnTo>
                    <a:pt x="591801" y="355736"/>
                  </a:lnTo>
                  <a:lnTo>
                    <a:pt x="588522" y="354097"/>
                  </a:lnTo>
                  <a:lnTo>
                    <a:pt x="585243" y="350818"/>
                  </a:lnTo>
                  <a:lnTo>
                    <a:pt x="581965" y="349179"/>
                  </a:lnTo>
                  <a:lnTo>
                    <a:pt x="585243" y="349179"/>
                  </a:lnTo>
                  <a:lnTo>
                    <a:pt x="588522" y="349179"/>
                  </a:lnTo>
                  <a:lnTo>
                    <a:pt x="593440" y="349179"/>
                  </a:lnTo>
                  <a:lnTo>
                    <a:pt x="596719" y="349179"/>
                  </a:lnTo>
                  <a:lnTo>
                    <a:pt x="599997" y="347539"/>
                  </a:lnTo>
                  <a:lnTo>
                    <a:pt x="604915" y="345900"/>
                  </a:lnTo>
                  <a:lnTo>
                    <a:pt x="608194" y="344261"/>
                  </a:lnTo>
                  <a:lnTo>
                    <a:pt x="611472" y="342621"/>
                  </a:lnTo>
                  <a:lnTo>
                    <a:pt x="616391" y="340982"/>
                  </a:lnTo>
                  <a:lnTo>
                    <a:pt x="616391" y="340982"/>
                  </a:lnTo>
                  <a:lnTo>
                    <a:pt x="616391" y="340982"/>
                  </a:lnTo>
                  <a:lnTo>
                    <a:pt x="616391" y="342621"/>
                  </a:lnTo>
                  <a:lnTo>
                    <a:pt x="619669" y="337703"/>
                  </a:lnTo>
                  <a:lnTo>
                    <a:pt x="624587" y="336064"/>
                  </a:lnTo>
                  <a:lnTo>
                    <a:pt x="627866" y="334425"/>
                  </a:lnTo>
                  <a:lnTo>
                    <a:pt x="631145" y="332785"/>
                  </a:lnTo>
                  <a:lnTo>
                    <a:pt x="636062" y="331146"/>
                  </a:lnTo>
                  <a:lnTo>
                    <a:pt x="639341" y="331146"/>
                  </a:lnTo>
                  <a:lnTo>
                    <a:pt x="642620" y="331146"/>
                  </a:lnTo>
                  <a:lnTo>
                    <a:pt x="647538" y="329507"/>
                  </a:lnTo>
                  <a:lnTo>
                    <a:pt x="650816" y="329507"/>
                  </a:lnTo>
                  <a:lnTo>
                    <a:pt x="654095" y="327867"/>
                  </a:lnTo>
                  <a:lnTo>
                    <a:pt x="659013" y="326228"/>
                  </a:lnTo>
                  <a:lnTo>
                    <a:pt x="662292" y="324589"/>
                  </a:lnTo>
                  <a:lnTo>
                    <a:pt x="667210" y="324589"/>
                  </a:lnTo>
                  <a:lnTo>
                    <a:pt x="670489" y="322949"/>
                  </a:lnTo>
                  <a:lnTo>
                    <a:pt x="675406" y="326228"/>
                  </a:lnTo>
                  <a:lnTo>
                    <a:pt x="673768" y="329507"/>
                  </a:lnTo>
                  <a:lnTo>
                    <a:pt x="677046" y="332785"/>
                  </a:lnTo>
                  <a:lnTo>
                    <a:pt x="680325" y="331146"/>
                  </a:lnTo>
                  <a:lnTo>
                    <a:pt x="685243" y="329507"/>
                  </a:lnTo>
                  <a:lnTo>
                    <a:pt x="688521" y="327867"/>
                  </a:lnTo>
                  <a:lnTo>
                    <a:pt x="683603" y="324589"/>
                  </a:lnTo>
                  <a:lnTo>
                    <a:pt x="680325" y="322949"/>
                  </a:lnTo>
                  <a:lnTo>
                    <a:pt x="677046" y="321310"/>
                  </a:lnTo>
                  <a:lnTo>
                    <a:pt x="680325" y="318031"/>
                  </a:lnTo>
                  <a:lnTo>
                    <a:pt x="683603" y="316392"/>
                  </a:lnTo>
                  <a:lnTo>
                    <a:pt x="688521" y="314753"/>
                  </a:lnTo>
                  <a:lnTo>
                    <a:pt x="691800" y="314753"/>
                  </a:lnTo>
                  <a:lnTo>
                    <a:pt x="695079" y="313113"/>
                  </a:lnTo>
                  <a:lnTo>
                    <a:pt x="699997" y="309835"/>
                  </a:lnTo>
                  <a:lnTo>
                    <a:pt x="703275" y="309835"/>
                  </a:lnTo>
                  <a:lnTo>
                    <a:pt x="706554" y="308195"/>
                  </a:lnTo>
                  <a:lnTo>
                    <a:pt x="711472" y="308195"/>
                  </a:lnTo>
                  <a:lnTo>
                    <a:pt x="714751" y="306556"/>
                  </a:lnTo>
                  <a:lnTo>
                    <a:pt x="718029" y="306556"/>
                  </a:lnTo>
                  <a:lnTo>
                    <a:pt x="722948" y="306556"/>
                  </a:lnTo>
                  <a:lnTo>
                    <a:pt x="726226" y="306556"/>
                  </a:lnTo>
                  <a:lnTo>
                    <a:pt x="731144" y="306556"/>
                  </a:lnTo>
                  <a:lnTo>
                    <a:pt x="726226" y="308195"/>
                  </a:lnTo>
                  <a:lnTo>
                    <a:pt x="722948" y="308195"/>
                  </a:lnTo>
                  <a:lnTo>
                    <a:pt x="719669" y="308195"/>
                  </a:lnTo>
                  <a:lnTo>
                    <a:pt x="714751" y="309835"/>
                  </a:lnTo>
                  <a:lnTo>
                    <a:pt x="711472" y="309835"/>
                  </a:lnTo>
                  <a:lnTo>
                    <a:pt x="708193" y="309835"/>
                  </a:lnTo>
                  <a:lnTo>
                    <a:pt x="711472" y="311474"/>
                  </a:lnTo>
                  <a:lnTo>
                    <a:pt x="714751" y="311474"/>
                  </a:lnTo>
                  <a:lnTo>
                    <a:pt x="719669" y="313113"/>
                  </a:lnTo>
                  <a:lnTo>
                    <a:pt x="716390" y="313113"/>
                  </a:lnTo>
                  <a:lnTo>
                    <a:pt x="716390" y="318031"/>
                  </a:lnTo>
                  <a:lnTo>
                    <a:pt x="716390" y="321310"/>
                  </a:lnTo>
                  <a:lnTo>
                    <a:pt x="719669" y="324589"/>
                  </a:lnTo>
                  <a:lnTo>
                    <a:pt x="722948" y="327867"/>
                  </a:lnTo>
                  <a:lnTo>
                    <a:pt x="718029" y="331146"/>
                  </a:lnTo>
                  <a:lnTo>
                    <a:pt x="714751" y="329507"/>
                  </a:lnTo>
                  <a:lnTo>
                    <a:pt x="711472" y="331146"/>
                  </a:lnTo>
                  <a:lnTo>
                    <a:pt x="706554" y="331146"/>
                  </a:lnTo>
                  <a:lnTo>
                    <a:pt x="704915" y="334425"/>
                  </a:lnTo>
                  <a:lnTo>
                    <a:pt x="709833" y="334425"/>
                  </a:lnTo>
                  <a:lnTo>
                    <a:pt x="713112" y="334425"/>
                  </a:lnTo>
                  <a:lnTo>
                    <a:pt x="718029" y="334425"/>
                  </a:lnTo>
                  <a:lnTo>
                    <a:pt x="721308" y="334425"/>
                  </a:lnTo>
                  <a:lnTo>
                    <a:pt x="724587" y="336064"/>
                  </a:lnTo>
                  <a:lnTo>
                    <a:pt x="727865" y="336064"/>
                  </a:lnTo>
                  <a:lnTo>
                    <a:pt x="732783" y="332785"/>
                  </a:lnTo>
                  <a:lnTo>
                    <a:pt x="732783" y="336064"/>
                  </a:lnTo>
                  <a:lnTo>
                    <a:pt x="734423" y="336064"/>
                  </a:lnTo>
                  <a:lnTo>
                    <a:pt x="734423" y="336064"/>
                  </a:lnTo>
                  <a:lnTo>
                    <a:pt x="737702" y="334425"/>
                  </a:lnTo>
                  <a:lnTo>
                    <a:pt x="740980" y="332785"/>
                  </a:lnTo>
                  <a:lnTo>
                    <a:pt x="745898" y="336064"/>
                  </a:lnTo>
                  <a:lnTo>
                    <a:pt x="749177" y="337703"/>
                  </a:lnTo>
                  <a:lnTo>
                    <a:pt x="752455" y="337703"/>
                  </a:lnTo>
                  <a:lnTo>
                    <a:pt x="752455" y="332785"/>
                  </a:lnTo>
                  <a:lnTo>
                    <a:pt x="750816" y="329507"/>
                  </a:lnTo>
                  <a:lnTo>
                    <a:pt x="752455" y="327867"/>
                  </a:lnTo>
                  <a:lnTo>
                    <a:pt x="757373" y="326228"/>
                  </a:lnTo>
                  <a:lnTo>
                    <a:pt x="760652" y="322949"/>
                  </a:lnTo>
                  <a:lnTo>
                    <a:pt x="763931" y="322949"/>
                  </a:lnTo>
                  <a:lnTo>
                    <a:pt x="768849" y="322949"/>
                  </a:lnTo>
                  <a:lnTo>
                    <a:pt x="772128" y="321310"/>
                  </a:lnTo>
                  <a:lnTo>
                    <a:pt x="775406" y="319671"/>
                  </a:lnTo>
                  <a:lnTo>
                    <a:pt x="780324" y="319671"/>
                  </a:lnTo>
                  <a:lnTo>
                    <a:pt x="783603" y="321310"/>
                  </a:lnTo>
                  <a:lnTo>
                    <a:pt x="788521" y="321310"/>
                  </a:lnTo>
                  <a:lnTo>
                    <a:pt x="791799" y="319671"/>
                  </a:lnTo>
                  <a:lnTo>
                    <a:pt x="795078" y="319671"/>
                  </a:lnTo>
                  <a:lnTo>
                    <a:pt x="798357" y="321310"/>
                  </a:lnTo>
                  <a:lnTo>
                    <a:pt x="803275" y="322949"/>
                  </a:lnTo>
                  <a:lnTo>
                    <a:pt x="808193" y="322949"/>
                  </a:lnTo>
                  <a:lnTo>
                    <a:pt x="811472" y="324589"/>
                  </a:lnTo>
                  <a:lnTo>
                    <a:pt x="814750" y="322949"/>
                  </a:lnTo>
                  <a:lnTo>
                    <a:pt x="818029" y="319671"/>
                  </a:lnTo>
                  <a:lnTo>
                    <a:pt x="822947" y="316392"/>
                  </a:lnTo>
                  <a:lnTo>
                    <a:pt x="826226" y="316392"/>
                  </a:lnTo>
                  <a:lnTo>
                    <a:pt x="829505" y="316392"/>
                  </a:lnTo>
                  <a:lnTo>
                    <a:pt x="831143" y="313113"/>
                  </a:lnTo>
                  <a:lnTo>
                    <a:pt x="834422" y="311474"/>
                  </a:lnTo>
                  <a:lnTo>
                    <a:pt x="837701" y="313113"/>
                  </a:lnTo>
                  <a:lnTo>
                    <a:pt x="840980" y="314753"/>
                  </a:lnTo>
                  <a:lnTo>
                    <a:pt x="839340" y="311474"/>
                  </a:lnTo>
                  <a:lnTo>
                    <a:pt x="842619" y="309835"/>
                  </a:lnTo>
                  <a:lnTo>
                    <a:pt x="845898" y="308195"/>
                  </a:lnTo>
                  <a:lnTo>
                    <a:pt x="850816" y="306556"/>
                  </a:lnTo>
                  <a:lnTo>
                    <a:pt x="854095" y="306556"/>
                  </a:lnTo>
                  <a:lnTo>
                    <a:pt x="857373" y="306556"/>
                  </a:lnTo>
                  <a:lnTo>
                    <a:pt x="862291" y="306556"/>
                  </a:lnTo>
                  <a:lnTo>
                    <a:pt x="857373" y="308195"/>
                  </a:lnTo>
                  <a:lnTo>
                    <a:pt x="862291" y="309835"/>
                  </a:lnTo>
                  <a:lnTo>
                    <a:pt x="865570" y="311474"/>
                  </a:lnTo>
                  <a:lnTo>
                    <a:pt x="868849" y="313113"/>
                  </a:lnTo>
                  <a:lnTo>
                    <a:pt x="872127" y="316392"/>
                  </a:lnTo>
                  <a:lnTo>
                    <a:pt x="868849" y="318031"/>
                  </a:lnTo>
                  <a:lnTo>
                    <a:pt x="865570" y="319671"/>
                  </a:lnTo>
                  <a:lnTo>
                    <a:pt x="867209" y="324589"/>
                  </a:lnTo>
                  <a:lnTo>
                    <a:pt x="868849" y="327867"/>
                  </a:lnTo>
                  <a:lnTo>
                    <a:pt x="872127" y="329507"/>
                  </a:lnTo>
                  <a:lnTo>
                    <a:pt x="875406" y="329507"/>
                  </a:lnTo>
                  <a:lnTo>
                    <a:pt x="880324" y="331146"/>
                  </a:lnTo>
                  <a:lnTo>
                    <a:pt x="883602" y="331146"/>
                  </a:lnTo>
                  <a:lnTo>
                    <a:pt x="886881" y="331146"/>
                  </a:lnTo>
                  <a:lnTo>
                    <a:pt x="891799" y="329507"/>
                  </a:lnTo>
                  <a:lnTo>
                    <a:pt x="891799" y="326228"/>
                  </a:lnTo>
                  <a:lnTo>
                    <a:pt x="888520" y="322949"/>
                  </a:lnTo>
                  <a:lnTo>
                    <a:pt x="885242" y="319671"/>
                  </a:lnTo>
                  <a:lnTo>
                    <a:pt x="888520" y="316392"/>
                  </a:lnTo>
                  <a:lnTo>
                    <a:pt x="890160" y="318031"/>
                  </a:lnTo>
                  <a:lnTo>
                    <a:pt x="893439" y="318031"/>
                  </a:lnTo>
                  <a:lnTo>
                    <a:pt x="898356" y="318031"/>
                  </a:lnTo>
                  <a:lnTo>
                    <a:pt x="901635" y="318031"/>
                  </a:lnTo>
                  <a:lnTo>
                    <a:pt x="904914" y="316392"/>
                  </a:lnTo>
                  <a:lnTo>
                    <a:pt x="908192" y="313113"/>
                  </a:lnTo>
                  <a:lnTo>
                    <a:pt x="911471" y="309835"/>
                  </a:lnTo>
                  <a:lnTo>
                    <a:pt x="911471" y="306556"/>
                  </a:lnTo>
                  <a:lnTo>
                    <a:pt x="908192" y="303277"/>
                  </a:lnTo>
                  <a:lnTo>
                    <a:pt x="904914" y="299999"/>
                  </a:lnTo>
                  <a:lnTo>
                    <a:pt x="901635" y="303277"/>
                  </a:lnTo>
                  <a:lnTo>
                    <a:pt x="898356" y="298359"/>
                  </a:lnTo>
                  <a:lnTo>
                    <a:pt x="895078" y="295081"/>
                  </a:lnTo>
                  <a:lnTo>
                    <a:pt x="891799" y="293441"/>
                  </a:lnTo>
                  <a:lnTo>
                    <a:pt x="886881" y="290163"/>
                  </a:lnTo>
                  <a:lnTo>
                    <a:pt x="883602" y="286884"/>
                  </a:lnTo>
                  <a:lnTo>
                    <a:pt x="878685" y="285245"/>
                  </a:lnTo>
                  <a:lnTo>
                    <a:pt x="883602" y="281966"/>
                  </a:lnTo>
                  <a:lnTo>
                    <a:pt x="886881" y="281966"/>
                  </a:lnTo>
                  <a:lnTo>
                    <a:pt x="891799" y="281966"/>
                  </a:lnTo>
                  <a:lnTo>
                    <a:pt x="891799" y="278687"/>
                  </a:lnTo>
                  <a:lnTo>
                    <a:pt x="895078" y="275409"/>
                  </a:lnTo>
                  <a:lnTo>
                    <a:pt x="898356" y="275409"/>
                  </a:lnTo>
                  <a:lnTo>
                    <a:pt x="903275" y="275409"/>
                  </a:lnTo>
                  <a:lnTo>
                    <a:pt x="906553" y="275409"/>
                  </a:lnTo>
                  <a:lnTo>
                    <a:pt x="911471" y="277048"/>
                  </a:lnTo>
                  <a:lnTo>
                    <a:pt x="914750" y="277048"/>
                  </a:lnTo>
                  <a:lnTo>
                    <a:pt x="918029" y="278687"/>
                  </a:lnTo>
                  <a:lnTo>
                    <a:pt x="922946" y="278687"/>
                  </a:lnTo>
                  <a:lnTo>
                    <a:pt x="927865" y="278687"/>
                  </a:lnTo>
                  <a:lnTo>
                    <a:pt x="931143" y="278687"/>
                  </a:lnTo>
                  <a:lnTo>
                    <a:pt x="934422" y="278687"/>
                  </a:lnTo>
                  <a:lnTo>
                    <a:pt x="939340" y="278687"/>
                  </a:lnTo>
                  <a:lnTo>
                    <a:pt x="942619" y="278687"/>
                  </a:lnTo>
                  <a:lnTo>
                    <a:pt x="947536" y="278687"/>
                  </a:lnTo>
                  <a:lnTo>
                    <a:pt x="952455" y="280327"/>
                  </a:lnTo>
                  <a:lnTo>
                    <a:pt x="955733" y="280327"/>
                  </a:lnTo>
                  <a:lnTo>
                    <a:pt x="959012" y="280327"/>
                  </a:lnTo>
                  <a:lnTo>
                    <a:pt x="963930" y="280327"/>
                  </a:lnTo>
                  <a:lnTo>
                    <a:pt x="967209" y="281966"/>
                  </a:lnTo>
                  <a:lnTo>
                    <a:pt x="970487" y="281966"/>
                  </a:lnTo>
                  <a:lnTo>
                    <a:pt x="975405" y="283605"/>
                  </a:lnTo>
                  <a:lnTo>
                    <a:pt x="978684" y="283605"/>
                  </a:lnTo>
                  <a:lnTo>
                    <a:pt x="983602" y="285245"/>
                  </a:lnTo>
                  <a:lnTo>
                    <a:pt x="986880" y="285245"/>
                  </a:lnTo>
                  <a:lnTo>
                    <a:pt x="990159" y="286884"/>
                  </a:lnTo>
                  <a:lnTo>
                    <a:pt x="995077" y="286884"/>
                  </a:lnTo>
                  <a:lnTo>
                    <a:pt x="998356" y="288523"/>
                  </a:lnTo>
                  <a:lnTo>
                    <a:pt x="1001635" y="288523"/>
                  </a:lnTo>
                  <a:lnTo>
                    <a:pt x="1006553" y="290163"/>
                  </a:lnTo>
                  <a:lnTo>
                    <a:pt x="1011470" y="291802"/>
                  </a:lnTo>
                  <a:lnTo>
                    <a:pt x="1014749" y="293441"/>
                  </a:lnTo>
                  <a:lnTo>
                    <a:pt x="1019667" y="295081"/>
                  </a:lnTo>
                  <a:lnTo>
                    <a:pt x="1014749" y="296720"/>
                  </a:lnTo>
                  <a:lnTo>
                    <a:pt x="1016389" y="299999"/>
                  </a:lnTo>
                  <a:lnTo>
                    <a:pt x="1018028" y="301638"/>
                  </a:lnTo>
                  <a:lnTo>
                    <a:pt x="1019667" y="299999"/>
                  </a:lnTo>
                  <a:lnTo>
                    <a:pt x="1021307" y="296720"/>
                  </a:lnTo>
                  <a:lnTo>
                    <a:pt x="1026225" y="298359"/>
                  </a:lnTo>
                  <a:lnTo>
                    <a:pt x="1029503" y="298359"/>
                  </a:lnTo>
                  <a:lnTo>
                    <a:pt x="1032782" y="299999"/>
                  </a:lnTo>
                  <a:lnTo>
                    <a:pt x="1037700" y="299999"/>
                  </a:lnTo>
                  <a:lnTo>
                    <a:pt x="1040979" y="301638"/>
                  </a:lnTo>
                  <a:lnTo>
                    <a:pt x="1044257" y="301638"/>
                  </a:lnTo>
                  <a:lnTo>
                    <a:pt x="1040979" y="301638"/>
                  </a:lnTo>
                  <a:lnTo>
                    <a:pt x="1044257" y="303277"/>
                  </a:lnTo>
                  <a:lnTo>
                    <a:pt x="1049176" y="304917"/>
                  </a:lnTo>
                  <a:lnTo>
                    <a:pt x="1052454" y="304917"/>
                  </a:lnTo>
                  <a:lnTo>
                    <a:pt x="1055733" y="306556"/>
                  </a:lnTo>
                  <a:lnTo>
                    <a:pt x="1060651" y="306556"/>
                  </a:lnTo>
                  <a:lnTo>
                    <a:pt x="1063930" y="308195"/>
                  </a:lnTo>
                  <a:lnTo>
                    <a:pt x="1068847" y="309835"/>
                  </a:lnTo>
                  <a:lnTo>
                    <a:pt x="1072126" y="309835"/>
                  </a:lnTo>
                  <a:lnTo>
                    <a:pt x="1075405" y="309835"/>
                  </a:lnTo>
                  <a:lnTo>
                    <a:pt x="1078683" y="311474"/>
                  </a:lnTo>
                  <a:lnTo>
                    <a:pt x="1083602" y="311474"/>
                  </a:lnTo>
                  <a:lnTo>
                    <a:pt x="1086880" y="313113"/>
                  </a:lnTo>
                  <a:lnTo>
                    <a:pt x="1090159" y="316392"/>
                  </a:lnTo>
                  <a:lnTo>
                    <a:pt x="1095077" y="318031"/>
                  </a:lnTo>
                  <a:lnTo>
                    <a:pt x="1098356" y="319671"/>
                  </a:lnTo>
                  <a:lnTo>
                    <a:pt x="1101634" y="319671"/>
                  </a:lnTo>
                  <a:lnTo>
                    <a:pt x="1106552" y="321310"/>
                  </a:lnTo>
                  <a:lnTo>
                    <a:pt x="1109831" y="324589"/>
                  </a:lnTo>
                  <a:lnTo>
                    <a:pt x="1113110" y="326228"/>
                  </a:lnTo>
                  <a:lnTo>
                    <a:pt x="1116388" y="326228"/>
                  </a:lnTo>
                  <a:lnTo>
                    <a:pt x="1121306" y="327867"/>
                  </a:lnTo>
                  <a:lnTo>
                    <a:pt x="1124585" y="329507"/>
                  </a:lnTo>
                  <a:lnTo>
                    <a:pt x="1129503" y="331146"/>
                  </a:lnTo>
                  <a:lnTo>
                    <a:pt x="1129503" y="334425"/>
                  </a:lnTo>
                  <a:lnTo>
                    <a:pt x="1132782" y="337703"/>
                  </a:lnTo>
                  <a:lnTo>
                    <a:pt x="1136060" y="336064"/>
                  </a:lnTo>
                  <a:lnTo>
                    <a:pt x="1139339" y="332785"/>
                  </a:lnTo>
                  <a:lnTo>
                    <a:pt x="1140979" y="332785"/>
                  </a:lnTo>
                  <a:lnTo>
                    <a:pt x="1137700" y="327867"/>
                  </a:lnTo>
                  <a:lnTo>
                    <a:pt x="1140979" y="324589"/>
                  </a:lnTo>
                  <a:lnTo>
                    <a:pt x="1142617" y="321310"/>
                  </a:lnTo>
                  <a:lnTo>
                    <a:pt x="1142617" y="316392"/>
                  </a:lnTo>
                  <a:lnTo>
                    <a:pt x="1142617" y="313113"/>
                  </a:lnTo>
                  <a:lnTo>
                    <a:pt x="1137700" y="311474"/>
                  </a:lnTo>
                  <a:lnTo>
                    <a:pt x="1142617" y="309835"/>
                  </a:lnTo>
                  <a:lnTo>
                    <a:pt x="1137700" y="308195"/>
                  </a:lnTo>
                  <a:lnTo>
                    <a:pt x="1134421" y="309835"/>
                  </a:lnTo>
                  <a:lnTo>
                    <a:pt x="1131142" y="309835"/>
                  </a:lnTo>
                  <a:lnTo>
                    <a:pt x="1126224" y="308195"/>
                  </a:lnTo>
                  <a:lnTo>
                    <a:pt x="1122946" y="306556"/>
                  </a:lnTo>
                  <a:lnTo>
                    <a:pt x="1118027" y="304917"/>
                  </a:lnTo>
                  <a:lnTo>
                    <a:pt x="1114749" y="301638"/>
                  </a:lnTo>
                  <a:lnTo>
                    <a:pt x="1111470" y="299999"/>
                  </a:lnTo>
                  <a:lnTo>
                    <a:pt x="1108192" y="296720"/>
                  </a:lnTo>
                  <a:lnTo>
                    <a:pt x="1103273" y="293441"/>
                  </a:lnTo>
                  <a:lnTo>
                    <a:pt x="1103273" y="290163"/>
                  </a:lnTo>
                  <a:lnTo>
                    <a:pt x="1101634" y="286884"/>
                  </a:lnTo>
                  <a:lnTo>
                    <a:pt x="1098356" y="288523"/>
                  </a:lnTo>
                  <a:lnTo>
                    <a:pt x="1095077" y="286884"/>
                  </a:lnTo>
                  <a:lnTo>
                    <a:pt x="1090159" y="286884"/>
                  </a:lnTo>
                  <a:lnTo>
                    <a:pt x="1086880" y="285245"/>
                  </a:lnTo>
                  <a:lnTo>
                    <a:pt x="1083602" y="283605"/>
                  </a:lnTo>
                  <a:lnTo>
                    <a:pt x="1078683" y="283605"/>
                  </a:lnTo>
                  <a:lnTo>
                    <a:pt x="1075405" y="281966"/>
                  </a:lnTo>
                  <a:lnTo>
                    <a:pt x="1072126" y="281966"/>
                  </a:lnTo>
                  <a:lnTo>
                    <a:pt x="1067208" y="280327"/>
                  </a:lnTo>
                  <a:lnTo>
                    <a:pt x="1067208" y="285245"/>
                  </a:lnTo>
                  <a:lnTo>
                    <a:pt x="1063930" y="281966"/>
                  </a:lnTo>
                  <a:lnTo>
                    <a:pt x="1060651" y="278687"/>
                  </a:lnTo>
                  <a:lnTo>
                    <a:pt x="1060651" y="275409"/>
                  </a:lnTo>
                  <a:lnTo>
                    <a:pt x="1059012" y="270491"/>
                  </a:lnTo>
                  <a:lnTo>
                    <a:pt x="1059012" y="268851"/>
                  </a:lnTo>
                  <a:lnTo>
                    <a:pt x="1062290" y="268851"/>
                  </a:lnTo>
                  <a:lnTo>
                    <a:pt x="1065569" y="270491"/>
                  </a:lnTo>
                  <a:lnTo>
                    <a:pt x="1068847" y="268851"/>
                  </a:lnTo>
                  <a:lnTo>
                    <a:pt x="1070487" y="265573"/>
                  </a:lnTo>
                  <a:lnTo>
                    <a:pt x="1065569" y="262294"/>
                  </a:lnTo>
                  <a:lnTo>
                    <a:pt x="1062290" y="262294"/>
                  </a:lnTo>
                  <a:lnTo>
                    <a:pt x="1062290" y="259015"/>
                  </a:lnTo>
                  <a:lnTo>
                    <a:pt x="1060651" y="254097"/>
                  </a:lnTo>
                  <a:lnTo>
                    <a:pt x="1059012" y="250818"/>
                  </a:lnTo>
                  <a:lnTo>
                    <a:pt x="1057372" y="247540"/>
                  </a:lnTo>
                  <a:lnTo>
                    <a:pt x="1059012" y="242622"/>
                  </a:lnTo>
                  <a:lnTo>
                    <a:pt x="1054093" y="239343"/>
                  </a:lnTo>
                  <a:lnTo>
                    <a:pt x="1050815" y="239343"/>
                  </a:lnTo>
                  <a:lnTo>
                    <a:pt x="1045897" y="239343"/>
                  </a:lnTo>
                  <a:lnTo>
                    <a:pt x="1042618" y="240982"/>
                  </a:lnTo>
                  <a:lnTo>
                    <a:pt x="1039339" y="240982"/>
                  </a:lnTo>
                  <a:lnTo>
                    <a:pt x="1036061" y="236065"/>
                  </a:lnTo>
                  <a:lnTo>
                    <a:pt x="1039339" y="232786"/>
                  </a:lnTo>
                  <a:lnTo>
                    <a:pt x="1036061" y="232786"/>
                  </a:lnTo>
                  <a:lnTo>
                    <a:pt x="1032782" y="229507"/>
                  </a:lnTo>
                  <a:lnTo>
                    <a:pt x="1034422" y="224589"/>
                  </a:lnTo>
                  <a:lnTo>
                    <a:pt x="1039339" y="221310"/>
                  </a:lnTo>
                  <a:lnTo>
                    <a:pt x="1042618" y="221310"/>
                  </a:lnTo>
                  <a:lnTo>
                    <a:pt x="1047536" y="219671"/>
                  </a:lnTo>
                  <a:lnTo>
                    <a:pt x="1050815" y="218032"/>
                  </a:lnTo>
                  <a:lnTo>
                    <a:pt x="1055733" y="216392"/>
                  </a:lnTo>
                  <a:lnTo>
                    <a:pt x="1059012" y="214753"/>
                  </a:lnTo>
                  <a:lnTo>
                    <a:pt x="1062290" y="209835"/>
                  </a:lnTo>
                  <a:lnTo>
                    <a:pt x="1065569" y="208196"/>
                  </a:lnTo>
                  <a:lnTo>
                    <a:pt x="1067208" y="204917"/>
                  </a:lnTo>
                  <a:lnTo>
                    <a:pt x="1067208" y="199999"/>
                  </a:lnTo>
                  <a:lnTo>
                    <a:pt x="1067208" y="196720"/>
                  </a:lnTo>
                  <a:lnTo>
                    <a:pt x="1067208" y="196720"/>
                  </a:lnTo>
                  <a:lnTo>
                    <a:pt x="1067208" y="191802"/>
                  </a:lnTo>
                  <a:lnTo>
                    <a:pt x="1065569" y="188524"/>
                  </a:lnTo>
                  <a:lnTo>
                    <a:pt x="1065569" y="185245"/>
                  </a:lnTo>
                  <a:lnTo>
                    <a:pt x="1065569" y="181966"/>
                  </a:lnTo>
                  <a:lnTo>
                    <a:pt x="1063930" y="177048"/>
                  </a:lnTo>
                  <a:lnTo>
                    <a:pt x="1065569" y="173770"/>
                  </a:lnTo>
                  <a:lnTo>
                    <a:pt x="1065569" y="170491"/>
                  </a:lnTo>
                  <a:lnTo>
                    <a:pt x="1068847" y="165573"/>
                  </a:lnTo>
                  <a:lnTo>
                    <a:pt x="1070487" y="162294"/>
                  </a:lnTo>
                  <a:lnTo>
                    <a:pt x="1075405" y="162294"/>
                  </a:lnTo>
                  <a:lnTo>
                    <a:pt x="1078683" y="163934"/>
                  </a:lnTo>
                  <a:lnTo>
                    <a:pt x="1075405" y="165573"/>
                  </a:lnTo>
                  <a:lnTo>
                    <a:pt x="1078683" y="165573"/>
                  </a:lnTo>
                  <a:lnTo>
                    <a:pt x="1081962" y="165573"/>
                  </a:lnTo>
                  <a:lnTo>
                    <a:pt x="1086880" y="165573"/>
                  </a:lnTo>
                  <a:lnTo>
                    <a:pt x="1088520" y="165573"/>
                  </a:lnTo>
                  <a:lnTo>
                    <a:pt x="1091798" y="165573"/>
                  </a:lnTo>
                  <a:lnTo>
                    <a:pt x="1096716" y="165573"/>
                  </a:lnTo>
                  <a:lnTo>
                    <a:pt x="1099995" y="165573"/>
                  </a:lnTo>
                  <a:lnTo>
                    <a:pt x="1104913" y="165573"/>
                  </a:lnTo>
                  <a:lnTo>
                    <a:pt x="1108192" y="165573"/>
                  </a:lnTo>
                  <a:lnTo>
                    <a:pt x="1111470" y="163934"/>
                  </a:lnTo>
                  <a:lnTo>
                    <a:pt x="1116388" y="163934"/>
                  </a:lnTo>
                  <a:lnTo>
                    <a:pt x="1119667" y="165573"/>
                  </a:lnTo>
                  <a:lnTo>
                    <a:pt x="1124585" y="163934"/>
                  </a:lnTo>
                  <a:lnTo>
                    <a:pt x="1127864" y="163934"/>
                  </a:lnTo>
                  <a:lnTo>
                    <a:pt x="1132782" y="165573"/>
                  </a:lnTo>
                  <a:lnTo>
                    <a:pt x="1136060" y="165573"/>
                  </a:lnTo>
                  <a:lnTo>
                    <a:pt x="1140979" y="168852"/>
                  </a:lnTo>
                  <a:lnTo>
                    <a:pt x="1144257" y="167212"/>
                  </a:lnTo>
                  <a:lnTo>
                    <a:pt x="1149175" y="168852"/>
                  </a:lnTo>
                  <a:lnTo>
                    <a:pt x="1152454" y="168852"/>
                  </a:lnTo>
                  <a:lnTo>
                    <a:pt x="1157372" y="168852"/>
                  </a:lnTo>
                  <a:lnTo>
                    <a:pt x="1160650" y="170491"/>
                  </a:lnTo>
                  <a:lnTo>
                    <a:pt x="1165569" y="172130"/>
                  </a:lnTo>
                  <a:lnTo>
                    <a:pt x="1167208" y="177048"/>
                  </a:lnTo>
                  <a:lnTo>
                    <a:pt x="1172126" y="178688"/>
                  </a:lnTo>
                  <a:lnTo>
                    <a:pt x="1172126" y="181966"/>
                  </a:lnTo>
                  <a:lnTo>
                    <a:pt x="1175404" y="185245"/>
                  </a:lnTo>
                  <a:lnTo>
                    <a:pt x="1175404" y="190163"/>
                  </a:lnTo>
                  <a:lnTo>
                    <a:pt x="1175404" y="193442"/>
                  </a:lnTo>
                  <a:lnTo>
                    <a:pt x="1175404" y="196720"/>
                  </a:lnTo>
                  <a:lnTo>
                    <a:pt x="1175404" y="199999"/>
                  </a:lnTo>
                  <a:lnTo>
                    <a:pt x="1172126" y="203278"/>
                  </a:lnTo>
                  <a:lnTo>
                    <a:pt x="1175404" y="208196"/>
                  </a:lnTo>
                  <a:lnTo>
                    <a:pt x="1172126" y="211474"/>
                  </a:lnTo>
                  <a:lnTo>
                    <a:pt x="1168847" y="213114"/>
                  </a:lnTo>
                  <a:lnTo>
                    <a:pt x="1165569" y="214753"/>
                  </a:lnTo>
                  <a:lnTo>
                    <a:pt x="1168847" y="218032"/>
                  </a:lnTo>
                  <a:lnTo>
                    <a:pt x="1172126" y="219671"/>
                  </a:lnTo>
                  <a:lnTo>
                    <a:pt x="1177044" y="221310"/>
                  </a:lnTo>
                  <a:lnTo>
                    <a:pt x="1180323" y="222950"/>
                  </a:lnTo>
                  <a:lnTo>
                    <a:pt x="1185240" y="224589"/>
                  </a:lnTo>
                  <a:lnTo>
                    <a:pt x="1188519" y="226228"/>
                  </a:lnTo>
                  <a:lnTo>
                    <a:pt x="1191798" y="226228"/>
                  </a:lnTo>
                  <a:lnTo>
                    <a:pt x="1196716" y="227868"/>
                  </a:lnTo>
                  <a:lnTo>
                    <a:pt x="1198355" y="232786"/>
                  </a:lnTo>
                  <a:lnTo>
                    <a:pt x="1201634" y="234425"/>
                  </a:lnTo>
                  <a:lnTo>
                    <a:pt x="1204913" y="236065"/>
                  </a:lnTo>
                  <a:lnTo>
                    <a:pt x="1206552" y="240982"/>
                  </a:lnTo>
                  <a:lnTo>
                    <a:pt x="1208191" y="244261"/>
                  </a:lnTo>
                  <a:lnTo>
                    <a:pt x="1208191" y="247540"/>
                  </a:lnTo>
                  <a:lnTo>
                    <a:pt x="1211470" y="250818"/>
                  </a:lnTo>
                  <a:lnTo>
                    <a:pt x="1213109" y="254097"/>
                  </a:lnTo>
                  <a:lnTo>
                    <a:pt x="1209830" y="257376"/>
                  </a:lnTo>
                  <a:lnTo>
                    <a:pt x="1208191" y="260655"/>
                  </a:lnTo>
                  <a:lnTo>
                    <a:pt x="1213109" y="262294"/>
                  </a:lnTo>
                  <a:lnTo>
                    <a:pt x="1214749" y="265573"/>
                  </a:lnTo>
                  <a:lnTo>
                    <a:pt x="1216388" y="268851"/>
                  </a:lnTo>
                  <a:lnTo>
                    <a:pt x="1218027" y="270491"/>
                  </a:lnTo>
                  <a:lnTo>
                    <a:pt x="1222945" y="273769"/>
                  </a:lnTo>
                  <a:lnTo>
                    <a:pt x="1224584" y="277048"/>
                  </a:lnTo>
                  <a:lnTo>
                    <a:pt x="1222945" y="281966"/>
                  </a:lnTo>
                  <a:lnTo>
                    <a:pt x="1226224" y="285245"/>
                  </a:lnTo>
                  <a:lnTo>
                    <a:pt x="1229503" y="288523"/>
                  </a:lnTo>
                  <a:lnTo>
                    <a:pt x="1229503" y="291802"/>
                  </a:lnTo>
                  <a:lnTo>
                    <a:pt x="1232781" y="295081"/>
                  </a:lnTo>
                  <a:lnTo>
                    <a:pt x="1231142" y="299999"/>
                  </a:lnTo>
                  <a:lnTo>
                    <a:pt x="1232781" y="303277"/>
                  </a:lnTo>
                  <a:lnTo>
                    <a:pt x="1236060" y="306556"/>
                  </a:lnTo>
                  <a:lnTo>
                    <a:pt x="1240978" y="309835"/>
                  </a:lnTo>
                  <a:lnTo>
                    <a:pt x="1244257" y="311474"/>
                  </a:lnTo>
                  <a:lnTo>
                    <a:pt x="1247535" y="313113"/>
                  </a:lnTo>
                  <a:lnTo>
                    <a:pt x="1252453" y="314753"/>
                  </a:lnTo>
                  <a:lnTo>
                    <a:pt x="1255732" y="316392"/>
                  </a:lnTo>
                  <a:lnTo>
                    <a:pt x="1260650" y="318031"/>
                  </a:lnTo>
                  <a:lnTo>
                    <a:pt x="1263929" y="319671"/>
                  </a:lnTo>
                  <a:lnTo>
                    <a:pt x="1268847" y="321310"/>
                  </a:lnTo>
                  <a:lnTo>
                    <a:pt x="1272125" y="321310"/>
                  </a:lnTo>
                  <a:lnTo>
                    <a:pt x="1277043" y="326228"/>
                  </a:lnTo>
                  <a:lnTo>
                    <a:pt x="1273764" y="329507"/>
                  </a:lnTo>
                  <a:lnTo>
                    <a:pt x="1272125" y="332785"/>
                  </a:lnTo>
                  <a:lnTo>
                    <a:pt x="1268847" y="337703"/>
                  </a:lnTo>
                  <a:lnTo>
                    <a:pt x="1270486" y="340982"/>
                  </a:lnTo>
                  <a:lnTo>
                    <a:pt x="1273764" y="342621"/>
                  </a:lnTo>
                  <a:lnTo>
                    <a:pt x="1277043" y="347539"/>
                  </a:lnTo>
                  <a:lnTo>
                    <a:pt x="1275404" y="350818"/>
                  </a:lnTo>
                  <a:lnTo>
                    <a:pt x="1278683" y="354097"/>
                  </a:lnTo>
                  <a:lnTo>
                    <a:pt x="1273764" y="355736"/>
                  </a:lnTo>
                  <a:lnTo>
                    <a:pt x="1270486" y="359015"/>
                  </a:lnTo>
                  <a:lnTo>
                    <a:pt x="1265568" y="362293"/>
                  </a:lnTo>
                  <a:lnTo>
                    <a:pt x="1265568" y="362293"/>
                  </a:lnTo>
                  <a:lnTo>
                    <a:pt x="1265568" y="365572"/>
                  </a:lnTo>
                  <a:lnTo>
                    <a:pt x="1263929" y="370490"/>
                  </a:lnTo>
                  <a:lnTo>
                    <a:pt x="1259010" y="372129"/>
                  </a:lnTo>
                  <a:lnTo>
                    <a:pt x="1263929" y="377047"/>
                  </a:lnTo>
                  <a:lnTo>
                    <a:pt x="1260650" y="375408"/>
                  </a:lnTo>
                  <a:lnTo>
                    <a:pt x="1255732" y="377047"/>
                  </a:lnTo>
                  <a:lnTo>
                    <a:pt x="1259010" y="378687"/>
                  </a:lnTo>
                  <a:lnTo>
                    <a:pt x="1257371" y="381965"/>
                  </a:lnTo>
                  <a:lnTo>
                    <a:pt x="1252453" y="383605"/>
                  </a:lnTo>
                  <a:lnTo>
                    <a:pt x="1249174" y="385244"/>
                  </a:lnTo>
                  <a:lnTo>
                    <a:pt x="1245896" y="385244"/>
                  </a:lnTo>
                  <a:lnTo>
                    <a:pt x="1245896" y="385244"/>
                  </a:lnTo>
                  <a:lnTo>
                    <a:pt x="1242617" y="386883"/>
                  </a:lnTo>
                  <a:lnTo>
                    <a:pt x="1237699" y="388523"/>
                  </a:lnTo>
                  <a:lnTo>
                    <a:pt x="1234420" y="388523"/>
                  </a:lnTo>
                  <a:lnTo>
                    <a:pt x="1231142" y="390162"/>
                  </a:lnTo>
                  <a:lnTo>
                    <a:pt x="1229503" y="390162"/>
                  </a:lnTo>
                  <a:lnTo>
                    <a:pt x="1226224" y="391802"/>
                  </a:lnTo>
                  <a:lnTo>
                    <a:pt x="1222945" y="393441"/>
                  </a:lnTo>
                  <a:lnTo>
                    <a:pt x="1219666" y="395080"/>
                  </a:lnTo>
                  <a:lnTo>
                    <a:pt x="1214749" y="393441"/>
                  </a:lnTo>
                  <a:lnTo>
                    <a:pt x="1211470" y="391802"/>
                  </a:lnTo>
                  <a:lnTo>
                    <a:pt x="1208191" y="390162"/>
                  </a:lnTo>
                  <a:lnTo>
                    <a:pt x="1204913" y="386883"/>
                  </a:lnTo>
                  <a:lnTo>
                    <a:pt x="1201634" y="388523"/>
                  </a:lnTo>
                  <a:lnTo>
                    <a:pt x="1196716" y="388523"/>
                  </a:lnTo>
                  <a:lnTo>
                    <a:pt x="1193437" y="390162"/>
                  </a:lnTo>
                  <a:lnTo>
                    <a:pt x="1190159" y="388523"/>
                  </a:lnTo>
                  <a:lnTo>
                    <a:pt x="1185240" y="388523"/>
                  </a:lnTo>
                  <a:lnTo>
                    <a:pt x="1181962" y="388523"/>
                  </a:lnTo>
                  <a:lnTo>
                    <a:pt x="1178683" y="390162"/>
                  </a:lnTo>
                  <a:lnTo>
                    <a:pt x="1178683" y="390162"/>
                  </a:lnTo>
                  <a:lnTo>
                    <a:pt x="1178683" y="390162"/>
                  </a:lnTo>
                  <a:lnTo>
                    <a:pt x="1183601" y="391802"/>
                  </a:lnTo>
                  <a:lnTo>
                    <a:pt x="1185240" y="395080"/>
                  </a:lnTo>
                  <a:lnTo>
                    <a:pt x="1188519" y="398359"/>
                  </a:lnTo>
                  <a:lnTo>
                    <a:pt x="1191798" y="399998"/>
                  </a:lnTo>
                  <a:lnTo>
                    <a:pt x="1196716" y="401637"/>
                  </a:lnTo>
                  <a:lnTo>
                    <a:pt x="1199994" y="401637"/>
                  </a:lnTo>
                  <a:lnTo>
                    <a:pt x="1203273" y="401637"/>
                  </a:lnTo>
                  <a:lnTo>
                    <a:pt x="1206552" y="401637"/>
                  </a:lnTo>
                  <a:lnTo>
                    <a:pt x="1211470" y="404916"/>
                  </a:lnTo>
                  <a:lnTo>
                    <a:pt x="1214749" y="404916"/>
                  </a:lnTo>
                  <a:lnTo>
                    <a:pt x="1218027" y="404916"/>
                  </a:lnTo>
                  <a:lnTo>
                    <a:pt x="1221306" y="406555"/>
                  </a:lnTo>
                  <a:lnTo>
                    <a:pt x="1226224" y="406555"/>
                  </a:lnTo>
                  <a:lnTo>
                    <a:pt x="1229503" y="408195"/>
                  </a:lnTo>
                  <a:lnTo>
                    <a:pt x="1232781" y="406555"/>
                  </a:lnTo>
                  <a:lnTo>
                    <a:pt x="1237699" y="406555"/>
                  </a:lnTo>
                  <a:lnTo>
                    <a:pt x="1240978" y="406555"/>
                  </a:lnTo>
                  <a:lnTo>
                    <a:pt x="1245896" y="406555"/>
                  </a:lnTo>
                  <a:lnTo>
                    <a:pt x="1249174" y="406555"/>
                  </a:lnTo>
                  <a:lnTo>
                    <a:pt x="1252453" y="406555"/>
                  </a:lnTo>
                  <a:lnTo>
                    <a:pt x="1257371" y="406555"/>
                  </a:lnTo>
                  <a:lnTo>
                    <a:pt x="1260650" y="408195"/>
                  </a:lnTo>
                  <a:lnTo>
                    <a:pt x="1265568" y="408195"/>
                  </a:lnTo>
                  <a:lnTo>
                    <a:pt x="1268847" y="409834"/>
                  </a:lnTo>
                  <a:lnTo>
                    <a:pt x="1272125" y="411473"/>
                  </a:lnTo>
                  <a:lnTo>
                    <a:pt x="1275404" y="411473"/>
                  </a:lnTo>
                  <a:lnTo>
                    <a:pt x="1277043" y="411473"/>
                  </a:lnTo>
                  <a:lnTo>
                    <a:pt x="1281961" y="409834"/>
                  </a:lnTo>
                  <a:lnTo>
                    <a:pt x="1285240" y="406555"/>
                  </a:lnTo>
                  <a:lnTo>
                    <a:pt x="1281961" y="403277"/>
                  </a:lnTo>
                  <a:lnTo>
                    <a:pt x="1281961" y="399998"/>
                  </a:lnTo>
                  <a:lnTo>
                    <a:pt x="1285240" y="396719"/>
                  </a:lnTo>
                  <a:lnTo>
                    <a:pt x="1288519" y="396719"/>
                  </a:lnTo>
                  <a:lnTo>
                    <a:pt x="1293437" y="395080"/>
                  </a:lnTo>
                  <a:lnTo>
                    <a:pt x="1296716" y="391802"/>
                  </a:lnTo>
                  <a:lnTo>
                    <a:pt x="1299994" y="390162"/>
                  </a:lnTo>
                  <a:lnTo>
                    <a:pt x="1304912" y="388523"/>
                  </a:lnTo>
                  <a:lnTo>
                    <a:pt x="1308191" y="388523"/>
                  </a:lnTo>
                  <a:lnTo>
                    <a:pt x="1311469" y="383605"/>
                  </a:lnTo>
                  <a:lnTo>
                    <a:pt x="1313109" y="380326"/>
                  </a:lnTo>
                  <a:lnTo>
                    <a:pt x="1313109" y="377047"/>
                  </a:lnTo>
                  <a:lnTo>
                    <a:pt x="1313109" y="373769"/>
                  </a:lnTo>
                  <a:lnTo>
                    <a:pt x="1311469" y="368851"/>
                  </a:lnTo>
                  <a:lnTo>
                    <a:pt x="1313109" y="365572"/>
                  </a:lnTo>
                  <a:lnTo>
                    <a:pt x="1316387" y="362293"/>
                  </a:lnTo>
                  <a:lnTo>
                    <a:pt x="1319666" y="360654"/>
                  </a:lnTo>
                  <a:lnTo>
                    <a:pt x="1324584" y="357375"/>
                  </a:lnTo>
                  <a:lnTo>
                    <a:pt x="1326223" y="352457"/>
                  </a:lnTo>
                  <a:lnTo>
                    <a:pt x="1324584" y="349179"/>
                  </a:lnTo>
                  <a:lnTo>
                    <a:pt x="1322945" y="345900"/>
                  </a:lnTo>
                  <a:lnTo>
                    <a:pt x="1318027" y="340982"/>
                  </a:lnTo>
                  <a:lnTo>
                    <a:pt x="1314748" y="337703"/>
                  </a:lnTo>
                  <a:lnTo>
                    <a:pt x="1311469" y="336064"/>
                  </a:lnTo>
                  <a:lnTo>
                    <a:pt x="1308191" y="332785"/>
                  </a:lnTo>
                  <a:lnTo>
                    <a:pt x="1303273" y="331146"/>
                  </a:lnTo>
                  <a:lnTo>
                    <a:pt x="1299994" y="327867"/>
                  </a:lnTo>
                  <a:lnTo>
                    <a:pt x="1299994" y="324589"/>
                  </a:lnTo>
                  <a:lnTo>
                    <a:pt x="1298354" y="321310"/>
                  </a:lnTo>
                  <a:lnTo>
                    <a:pt x="1296716" y="316392"/>
                  </a:lnTo>
                  <a:lnTo>
                    <a:pt x="1299994" y="314753"/>
                  </a:lnTo>
                  <a:lnTo>
                    <a:pt x="1304912" y="314753"/>
                  </a:lnTo>
                  <a:lnTo>
                    <a:pt x="1308191" y="313113"/>
                  </a:lnTo>
                  <a:lnTo>
                    <a:pt x="1313109" y="313113"/>
                  </a:lnTo>
                  <a:lnTo>
                    <a:pt x="1316387" y="311474"/>
                  </a:lnTo>
                  <a:lnTo>
                    <a:pt x="1319666" y="309835"/>
                  </a:lnTo>
                  <a:lnTo>
                    <a:pt x="1324584" y="309835"/>
                  </a:lnTo>
                  <a:lnTo>
                    <a:pt x="1327863" y="309835"/>
                  </a:lnTo>
                  <a:lnTo>
                    <a:pt x="1331141" y="308195"/>
                  </a:lnTo>
                  <a:lnTo>
                    <a:pt x="1336060" y="308195"/>
                  </a:lnTo>
                  <a:lnTo>
                    <a:pt x="1339338" y="306556"/>
                  </a:lnTo>
                  <a:lnTo>
                    <a:pt x="1342617" y="306556"/>
                  </a:lnTo>
                  <a:lnTo>
                    <a:pt x="1347535" y="306556"/>
                  </a:lnTo>
                  <a:lnTo>
                    <a:pt x="1350813" y="308195"/>
                  </a:lnTo>
                  <a:lnTo>
                    <a:pt x="1355731" y="311474"/>
                  </a:lnTo>
                  <a:lnTo>
                    <a:pt x="1355731" y="314753"/>
                  </a:lnTo>
                  <a:lnTo>
                    <a:pt x="1360650" y="316392"/>
                  </a:lnTo>
                  <a:lnTo>
                    <a:pt x="1363928" y="318031"/>
                  </a:lnTo>
                  <a:lnTo>
                    <a:pt x="1368846" y="319671"/>
                  </a:lnTo>
                  <a:lnTo>
                    <a:pt x="1372125" y="321310"/>
                  </a:lnTo>
                  <a:lnTo>
                    <a:pt x="1375403" y="321310"/>
                  </a:lnTo>
                  <a:lnTo>
                    <a:pt x="1380321" y="324589"/>
                  </a:lnTo>
                  <a:lnTo>
                    <a:pt x="1381961" y="327867"/>
                  </a:lnTo>
                  <a:lnTo>
                    <a:pt x="1383600" y="331146"/>
                  </a:lnTo>
                  <a:lnTo>
                    <a:pt x="1386879" y="334425"/>
                  </a:lnTo>
                  <a:lnTo>
                    <a:pt x="1388518" y="339343"/>
                  </a:lnTo>
                  <a:lnTo>
                    <a:pt x="1390157" y="342621"/>
                  </a:lnTo>
                  <a:lnTo>
                    <a:pt x="1391797" y="345900"/>
                  </a:lnTo>
                  <a:lnTo>
                    <a:pt x="1393436" y="350818"/>
                  </a:lnTo>
                  <a:lnTo>
                    <a:pt x="1390157" y="349179"/>
                  </a:lnTo>
                  <a:lnTo>
                    <a:pt x="1393436" y="354097"/>
                  </a:lnTo>
                  <a:lnTo>
                    <a:pt x="1398354" y="355736"/>
                  </a:lnTo>
                  <a:lnTo>
                    <a:pt x="1401633" y="355736"/>
                  </a:lnTo>
                  <a:lnTo>
                    <a:pt x="1406551" y="357375"/>
                  </a:lnTo>
                  <a:lnTo>
                    <a:pt x="1409830" y="359015"/>
                  </a:lnTo>
                  <a:lnTo>
                    <a:pt x="1413108" y="360654"/>
                  </a:lnTo>
                  <a:lnTo>
                    <a:pt x="1416387" y="360654"/>
                  </a:lnTo>
                  <a:lnTo>
                    <a:pt x="1418026" y="360654"/>
                  </a:lnTo>
                  <a:lnTo>
                    <a:pt x="1422944" y="360654"/>
                  </a:lnTo>
                  <a:lnTo>
                    <a:pt x="1426223" y="360654"/>
                  </a:lnTo>
                  <a:lnTo>
                    <a:pt x="1429501" y="360654"/>
                  </a:lnTo>
                  <a:lnTo>
                    <a:pt x="1432780" y="360654"/>
                  </a:lnTo>
                  <a:lnTo>
                    <a:pt x="1437698" y="360654"/>
                  </a:lnTo>
                  <a:lnTo>
                    <a:pt x="1440977" y="359015"/>
                  </a:lnTo>
                  <a:lnTo>
                    <a:pt x="1444256" y="360654"/>
                  </a:lnTo>
                  <a:lnTo>
                    <a:pt x="1449174" y="360654"/>
                  </a:lnTo>
                  <a:lnTo>
                    <a:pt x="1444256" y="359015"/>
                  </a:lnTo>
                  <a:lnTo>
                    <a:pt x="1440977" y="357375"/>
                  </a:lnTo>
                  <a:lnTo>
                    <a:pt x="1436059" y="359015"/>
                  </a:lnTo>
                  <a:lnTo>
                    <a:pt x="1432780" y="357375"/>
                  </a:lnTo>
                  <a:lnTo>
                    <a:pt x="1429501" y="357375"/>
                  </a:lnTo>
                  <a:lnTo>
                    <a:pt x="1424584" y="357375"/>
                  </a:lnTo>
                  <a:lnTo>
                    <a:pt x="1421305" y="355736"/>
                  </a:lnTo>
                  <a:lnTo>
                    <a:pt x="1416387" y="355736"/>
                  </a:lnTo>
                  <a:lnTo>
                    <a:pt x="1416387" y="355736"/>
                  </a:lnTo>
                  <a:lnTo>
                    <a:pt x="1411469" y="354097"/>
                  </a:lnTo>
                  <a:lnTo>
                    <a:pt x="1408190" y="354097"/>
                  </a:lnTo>
                  <a:lnTo>
                    <a:pt x="1404911" y="354097"/>
                  </a:lnTo>
                  <a:lnTo>
                    <a:pt x="1399994" y="350818"/>
                  </a:lnTo>
                  <a:lnTo>
                    <a:pt x="1399994" y="347539"/>
                  </a:lnTo>
                  <a:lnTo>
                    <a:pt x="1396715" y="342621"/>
                  </a:lnTo>
                  <a:lnTo>
                    <a:pt x="1396715" y="339343"/>
                  </a:lnTo>
                  <a:lnTo>
                    <a:pt x="1399994" y="336064"/>
                  </a:lnTo>
                  <a:lnTo>
                    <a:pt x="1403272" y="336064"/>
                  </a:lnTo>
                  <a:lnTo>
                    <a:pt x="1406551" y="334425"/>
                  </a:lnTo>
                  <a:lnTo>
                    <a:pt x="1406551" y="331146"/>
                  </a:lnTo>
                  <a:lnTo>
                    <a:pt x="1403272" y="329507"/>
                  </a:lnTo>
                  <a:lnTo>
                    <a:pt x="1399994" y="327867"/>
                  </a:lnTo>
                  <a:lnTo>
                    <a:pt x="1395076" y="324589"/>
                  </a:lnTo>
                  <a:lnTo>
                    <a:pt x="1391797" y="322949"/>
                  </a:lnTo>
                  <a:lnTo>
                    <a:pt x="1390157" y="318031"/>
                  </a:lnTo>
                  <a:lnTo>
                    <a:pt x="1386879" y="314753"/>
                  </a:lnTo>
                  <a:lnTo>
                    <a:pt x="1383600" y="311474"/>
                  </a:lnTo>
                  <a:lnTo>
                    <a:pt x="1380321" y="309835"/>
                  </a:lnTo>
                  <a:lnTo>
                    <a:pt x="1375403" y="309835"/>
                  </a:lnTo>
                  <a:lnTo>
                    <a:pt x="1372125" y="308195"/>
                  </a:lnTo>
                  <a:lnTo>
                    <a:pt x="1367207" y="306556"/>
                  </a:lnTo>
                  <a:lnTo>
                    <a:pt x="1363928" y="306556"/>
                  </a:lnTo>
                  <a:lnTo>
                    <a:pt x="1360650" y="306556"/>
                  </a:lnTo>
                  <a:lnTo>
                    <a:pt x="1355731" y="304917"/>
                  </a:lnTo>
                  <a:lnTo>
                    <a:pt x="1352453" y="301638"/>
                  </a:lnTo>
                  <a:lnTo>
                    <a:pt x="1349174" y="301638"/>
                  </a:lnTo>
                  <a:lnTo>
                    <a:pt x="1344256" y="301638"/>
                  </a:lnTo>
                  <a:lnTo>
                    <a:pt x="1340977" y="301638"/>
                  </a:lnTo>
                  <a:lnTo>
                    <a:pt x="1336060" y="299999"/>
                  </a:lnTo>
                  <a:lnTo>
                    <a:pt x="1332781" y="298359"/>
                  </a:lnTo>
                  <a:lnTo>
                    <a:pt x="1329502" y="298359"/>
                  </a:lnTo>
                  <a:lnTo>
                    <a:pt x="1324584" y="298359"/>
                  </a:lnTo>
                  <a:lnTo>
                    <a:pt x="1321306" y="298359"/>
                  </a:lnTo>
                  <a:lnTo>
                    <a:pt x="1316387" y="296720"/>
                  </a:lnTo>
                  <a:lnTo>
                    <a:pt x="1313109" y="298359"/>
                  </a:lnTo>
                  <a:lnTo>
                    <a:pt x="1309830" y="299999"/>
                  </a:lnTo>
                  <a:lnTo>
                    <a:pt x="1304912" y="301638"/>
                  </a:lnTo>
                  <a:lnTo>
                    <a:pt x="1301633" y="303277"/>
                  </a:lnTo>
                  <a:lnTo>
                    <a:pt x="1298354" y="303277"/>
                  </a:lnTo>
                  <a:lnTo>
                    <a:pt x="1293437" y="303277"/>
                  </a:lnTo>
                  <a:lnTo>
                    <a:pt x="1290158" y="301638"/>
                  </a:lnTo>
                  <a:lnTo>
                    <a:pt x="1285240" y="301638"/>
                  </a:lnTo>
                  <a:lnTo>
                    <a:pt x="1281961" y="301638"/>
                  </a:lnTo>
                  <a:lnTo>
                    <a:pt x="1278683" y="303277"/>
                  </a:lnTo>
                  <a:lnTo>
                    <a:pt x="1273764" y="303277"/>
                  </a:lnTo>
                  <a:lnTo>
                    <a:pt x="1270486" y="301638"/>
                  </a:lnTo>
                  <a:lnTo>
                    <a:pt x="1267207" y="298359"/>
                  </a:lnTo>
                  <a:lnTo>
                    <a:pt x="1267207" y="295081"/>
                  </a:lnTo>
                  <a:lnTo>
                    <a:pt x="1265568" y="290163"/>
                  </a:lnTo>
                  <a:lnTo>
                    <a:pt x="1262289" y="286884"/>
                  </a:lnTo>
                  <a:lnTo>
                    <a:pt x="1259010" y="285245"/>
                  </a:lnTo>
                  <a:lnTo>
                    <a:pt x="1255732" y="283605"/>
                  </a:lnTo>
                  <a:lnTo>
                    <a:pt x="1250814" y="280327"/>
                  </a:lnTo>
                  <a:lnTo>
                    <a:pt x="1249174" y="277048"/>
                  </a:lnTo>
                  <a:lnTo>
                    <a:pt x="1249174" y="273769"/>
                  </a:lnTo>
                  <a:lnTo>
                    <a:pt x="1249174" y="270491"/>
                  </a:lnTo>
                  <a:lnTo>
                    <a:pt x="1249174" y="268851"/>
                  </a:lnTo>
                  <a:lnTo>
                    <a:pt x="1247535" y="265573"/>
                  </a:lnTo>
                  <a:lnTo>
                    <a:pt x="1247535" y="262294"/>
                  </a:lnTo>
                  <a:lnTo>
                    <a:pt x="1250814" y="257376"/>
                  </a:lnTo>
                  <a:lnTo>
                    <a:pt x="1252453" y="254097"/>
                  </a:lnTo>
                  <a:lnTo>
                    <a:pt x="1254093" y="250818"/>
                  </a:lnTo>
                  <a:lnTo>
                    <a:pt x="1252453" y="245901"/>
                  </a:lnTo>
                  <a:lnTo>
                    <a:pt x="1249174" y="242622"/>
                  </a:lnTo>
                  <a:lnTo>
                    <a:pt x="1244257" y="242622"/>
                  </a:lnTo>
                  <a:lnTo>
                    <a:pt x="1240978" y="240982"/>
                  </a:lnTo>
                  <a:lnTo>
                    <a:pt x="1237699" y="239343"/>
                  </a:lnTo>
                  <a:lnTo>
                    <a:pt x="1234420" y="234425"/>
                  </a:lnTo>
                  <a:lnTo>
                    <a:pt x="1229503" y="232786"/>
                  </a:lnTo>
                  <a:lnTo>
                    <a:pt x="1226224" y="231146"/>
                  </a:lnTo>
                  <a:lnTo>
                    <a:pt x="1222945" y="227868"/>
                  </a:lnTo>
                  <a:lnTo>
                    <a:pt x="1219666" y="224589"/>
                  </a:lnTo>
                  <a:lnTo>
                    <a:pt x="1214749" y="222950"/>
                  </a:lnTo>
                  <a:lnTo>
                    <a:pt x="1211470" y="221310"/>
                  </a:lnTo>
                  <a:lnTo>
                    <a:pt x="1206552" y="219671"/>
                  </a:lnTo>
                  <a:lnTo>
                    <a:pt x="1203273" y="219671"/>
                  </a:lnTo>
                  <a:lnTo>
                    <a:pt x="1199994" y="218032"/>
                  </a:lnTo>
                  <a:lnTo>
                    <a:pt x="1203273" y="214753"/>
                  </a:lnTo>
                  <a:lnTo>
                    <a:pt x="1206552" y="209835"/>
                  </a:lnTo>
                  <a:lnTo>
                    <a:pt x="1206552" y="206556"/>
                  </a:lnTo>
                  <a:lnTo>
                    <a:pt x="1206552" y="203278"/>
                  </a:lnTo>
                  <a:lnTo>
                    <a:pt x="1209830" y="199999"/>
                  </a:lnTo>
                  <a:lnTo>
                    <a:pt x="1214749" y="199999"/>
                  </a:lnTo>
                  <a:lnTo>
                    <a:pt x="1218027" y="199999"/>
                  </a:lnTo>
                  <a:lnTo>
                    <a:pt x="1222945" y="198360"/>
                  </a:lnTo>
                  <a:lnTo>
                    <a:pt x="1226224" y="196720"/>
                  </a:lnTo>
                  <a:lnTo>
                    <a:pt x="1227863" y="196720"/>
                  </a:lnTo>
                  <a:lnTo>
                    <a:pt x="1229503" y="196720"/>
                  </a:lnTo>
                  <a:lnTo>
                    <a:pt x="1232781" y="195081"/>
                  </a:lnTo>
                  <a:lnTo>
                    <a:pt x="1236060" y="193442"/>
                  </a:lnTo>
                  <a:lnTo>
                    <a:pt x="1237699" y="190163"/>
                  </a:lnTo>
                  <a:lnTo>
                    <a:pt x="1236060" y="185245"/>
                  </a:lnTo>
                  <a:lnTo>
                    <a:pt x="1232781" y="181966"/>
                  </a:lnTo>
                  <a:lnTo>
                    <a:pt x="1229503" y="178688"/>
                  </a:lnTo>
                  <a:lnTo>
                    <a:pt x="1226224" y="173770"/>
                  </a:lnTo>
                  <a:lnTo>
                    <a:pt x="1222945" y="172130"/>
                  </a:lnTo>
                  <a:lnTo>
                    <a:pt x="1219666" y="170491"/>
                  </a:lnTo>
                  <a:lnTo>
                    <a:pt x="1216388" y="167212"/>
                  </a:lnTo>
                  <a:lnTo>
                    <a:pt x="1219666" y="165573"/>
                  </a:lnTo>
                  <a:lnTo>
                    <a:pt x="1222945" y="165573"/>
                  </a:lnTo>
                  <a:lnTo>
                    <a:pt x="1227863" y="167212"/>
                  </a:lnTo>
                  <a:lnTo>
                    <a:pt x="1231142" y="167212"/>
                  </a:lnTo>
                  <a:lnTo>
                    <a:pt x="1234420" y="168852"/>
                  </a:lnTo>
                  <a:lnTo>
                    <a:pt x="1237699" y="172130"/>
                  </a:lnTo>
                  <a:lnTo>
                    <a:pt x="1240978" y="175409"/>
                  </a:lnTo>
                  <a:lnTo>
                    <a:pt x="1244257" y="178688"/>
                  </a:lnTo>
                  <a:lnTo>
                    <a:pt x="1247535" y="181966"/>
                  </a:lnTo>
                  <a:lnTo>
                    <a:pt x="1250814" y="185245"/>
                  </a:lnTo>
                  <a:lnTo>
                    <a:pt x="1252453" y="188524"/>
                  </a:lnTo>
                  <a:lnTo>
                    <a:pt x="1252453" y="193442"/>
                  </a:lnTo>
                  <a:lnTo>
                    <a:pt x="1252453" y="196720"/>
                  </a:lnTo>
                  <a:lnTo>
                    <a:pt x="1252453" y="196720"/>
                  </a:lnTo>
                  <a:lnTo>
                    <a:pt x="1250814" y="201638"/>
                  </a:lnTo>
                  <a:lnTo>
                    <a:pt x="1252453" y="204917"/>
                  </a:lnTo>
                  <a:lnTo>
                    <a:pt x="1255732" y="206556"/>
                  </a:lnTo>
                  <a:lnTo>
                    <a:pt x="1260650" y="211474"/>
                  </a:lnTo>
                  <a:lnTo>
                    <a:pt x="1263929" y="213114"/>
                  </a:lnTo>
                  <a:lnTo>
                    <a:pt x="1263929" y="216392"/>
                  </a:lnTo>
                  <a:lnTo>
                    <a:pt x="1259010" y="218032"/>
                  </a:lnTo>
                  <a:lnTo>
                    <a:pt x="1263929" y="219671"/>
                  </a:lnTo>
                  <a:lnTo>
                    <a:pt x="1267207" y="221310"/>
                  </a:lnTo>
                  <a:lnTo>
                    <a:pt x="1272125" y="221310"/>
                  </a:lnTo>
                  <a:lnTo>
                    <a:pt x="1275404" y="222950"/>
                  </a:lnTo>
                  <a:lnTo>
                    <a:pt x="1278683" y="222950"/>
                  </a:lnTo>
                  <a:lnTo>
                    <a:pt x="1283601" y="224589"/>
                  </a:lnTo>
                  <a:lnTo>
                    <a:pt x="1286879" y="224589"/>
                  </a:lnTo>
                  <a:lnTo>
                    <a:pt x="1291797" y="224589"/>
                  </a:lnTo>
                  <a:lnTo>
                    <a:pt x="1295076" y="224589"/>
                  </a:lnTo>
                  <a:lnTo>
                    <a:pt x="1298354" y="224589"/>
                  </a:lnTo>
                  <a:lnTo>
                    <a:pt x="1303273" y="224589"/>
                  </a:lnTo>
                  <a:lnTo>
                    <a:pt x="1306551" y="226228"/>
                  </a:lnTo>
                  <a:lnTo>
                    <a:pt x="1311469" y="226228"/>
                  </a:lnTo>
                  <a:lnTo>
                    <a:pt x="1314748" y="229507"/>
                  </a:lnTo>
                  <a:lnTo>
                    <a:pt x="1314748" y="226228"/>
                  </a:lnTo>
                  <a:lnTo>
                    <a:pt x="1319666" y="226228"/>
                  </a:lnTo>
                  <a:lnTo>
                    <a:pt x="1322945" y="226228"/>
                  </a:lnTo>
                  <a:lnTo>
                    <a:pt x="1326223" y="226228"/>
                  </a:lnTo>
                  <a:lnTo>
                    <a:pt x="1331141" y="227868"/>
                  </a:lnTo>
                  <a:lnTo>
                    <a:pt x="1332781" y="227868"/>
                  </a:lnTo>
                  <a:lnTo>
                    <a:pt x="1336060" y="227868"/>
                  </a:lnTo>
                  <a:lnTo>
                    <a:pt x="1339338" y="229507"/>
                  </a:lnTo>
                  <a:lnTo>
                    <a:pt x="1344256" y="234425"/>
                  </a:lnTo>
                  <a:lnTo>
                    <a:pt x="1347535" y="234425"/>
                  </a:lnTo>
                  <a:lnTo>
                    <a:pt x="1350813" y="234425"/>
                  </a:lnTo>
                  <a:lnTo>
                    <a:pt x="1355731" y="236065"/>
                  </a:lnTo>
                  <a:lnTo>
                    <a:pt x="1359010" y="237704"/>
                  </a:lnTo>
                  <a:lnTo>
                    <a:pt x="1362289" y="236065"/>
                  </a:lnTo>
                  <a:lnTo>
                    <a:pt x="1367207" y="236065"/>
                  </a:lnTo>
                  <a:lnTo>
                    <a:pt x="1370486" y="236065"/>
                  </a:lnTo>
                  <a:lnTo>
                    <a:pt x="1373764" y="232786"/>
                  </a:lnTo>
                  <a:lnTo>
                    <a:pt x="1370486" y="234425"/>
                  </a:lnTo>
                  <a:lnTo>
                    <a:pt x="1365567" y="236065"/>
                  </a:lnTo>
                  <a:lnTo>
                    <a:pt x="1362289" y="234425"/>
                  </a:lnTo>
                  <a:lnTo>
                    <a:pt x="1359010" y="234425"/>
                  </a:lnTo>
                  <a:lnTo>
                    <a:pt x="1359010" y="231146"/>
                  </a:lnTo>
                  <a:lnTo>
                    <a:pt x="1354092" y="231146"/>
                  </a:lnTo>
                  <a:lnTo>
                    <a:pt x="1350813" y="229507"/>
                  </a:lnTo>
                  <a:lnTo>
                    <a:pt x="1349174" y="226228"/>
                  </a:lnTo>
                  <a:lnTo>
                    <a:pt x="1345896" y="222950"/>
                  </a:lnTo>
                  <a:lnTo>
                    <a:pt x="1340977" y="222950"/>
                  </a:lnTo>
                  <a:lnTo>
                    <a:pt x="1337699" y="222950"/>
                  </a:lnTo>
                  <a:lnTo>
                    <a:pt x="1336060" y="219671"/>
                  </a:lnTo>
                  <a:lnTo>
                    <a:pt x="1331141" y="222950"/>
                  </a:lnTo>
                  <a:lnTo>
                    <a:pt x="1327863" y="221310"/>
                  </a:lnTo>
                  <a:lnTo>
                    <a:pt x="1322945" y="221310"/>
                  </a:lnTo>
                  <a:lnTo>
                    <a:pt x="1319666" y="221310"/>
                  </a:lnTo>
                  <a:lnTo>
                    <a:pt x="1316387" y="219671"/>
                  </a:lnTo>
                  <a:lnTo>
                    <a:pt x="1311469" y="218032"/>
                  </a:lnTo>
                  <a:lnTo>
                    <a:pt x="1308191" y="218032"/>
                  </a:lnTo>
                  <a:lnTo>
                    <a:pt x="1303273" y="216392"/>
                  </a:lnTo>
                  <a:lnTo>
                    <a:pt x="1299994" y="216392"/>
                  </a:lnTo>
                  <a:lnTo>
                    <a:pt x="1296716" y="214753"/>
                  </a:lnTo>
                  <a:lnTo>
                    <a:pt x="1293437" y="213114"/>
                  </a:lnTo>
                  <a:lnTo>
                    <a:pt x="1288519" y="213114"/>
                  </a:lnTo>
                  <a:lnTo>
                    <a:pt x="1285240" y="213114"/>
                  </a:lnTo>
                  <a:lnTo>
                    <a:pt x="1281961" y="208196"/>
                  </a:lnTo>
                  <a:lnTo>
                    <a:pt x="1277043" y="206556"/>
                  </a:lnTo>
                  <a:lnTo>
                    <a:pt x="1273764" y="203278"/>
                  </a:lnTo>
                  <a:lnTo>
                    <a:pt x="1270486" y="199999"/>
                  </a:lnTo>
                  <a:lnTo>
                    <a:pt x="1273764" y="198360"/>
                  </a:lnTo>
                  <a:lnTo>
                    <a:pt x="1277043" y="196720"/>
                  </a:lnTo>
                  <a:lnTo>
                    <a:pt x="1281961" y="196720"/>
                  </a:lnTo>
                  <a:lnTo>
                    <a:pt x="1285240" y="195081"/>
                  </a:lnTo>
                  <a:lnTo>
                    <a:pt x="1288519" y="195081"/>
                  </a:lnTo>
                  <a:lnTo>
                    <a:pt x="1293437" y="195081"/>
                  </a:lnTo>
                  <a:lnTo>
                    <a:pt x="1296716" y="196720"/>
                  </a:lnTo>
                  <a:lnTo>
                    <a:pt x="1298354" y="196720"/>
                  </a:lnTo>
                  <a:lnTo>
                    <a:pt x="1301633" y="198360"/>
                  </a:lnTo>
                  <a:lnTo>
                    <a:pt x="1306551" y="199999"/>
                  </a:lnTo>
                  <a:lnTo>
                    <a:pt x="1309830" y="201638"/>
                  </a:lnTo>
                  <a:lnTo>
                    <a:pt x="1313109" y="203278"/>
                  </a:lnTo>
                  <a:lnTo>
                    <a:pt x="1318027" y="203278"/>
                  </a:lnTo>
                  <a:lnTo>
                    <a:pt x="1321306" y="203278"/>
                  </a:lnTo>
                  <a:lnTo>
                    <a:pt x="1324584" y="201638"/>
                  </a:lnTo>
                  <a:lnTo>
                    <a:pt x="1329502" y="199999"/>
                  </a:lnTo>
                  <a:lnTo>
                    <a:pt x="1326223" y="196720"/>
                  </a:lnTo>
                  <a:lnTo>
                    <a:pt x="1321306" y="193442"/>
                  </a:lnTo>
                  <a:lnTo>
                    <a:pt x="1318027" y="193442"/>
                  </a:lnTo>
                  <a:lnTo>
                    <a:pt x="1313109" y="193442"/>
                  </a:lnTo>
                  <a:lnTo>
                    <a:pt x="1309830" y="193442"/>
                  </a:lnTo>
                  <a:lnTo>
                    <a:pt x="1306551" y="195081"/>
                  </a:lnTo>
                  <a:lnTo>
                    <a:pt x="1301633" y="193442"/>
                  </a:lnTo>
                  <a:lnTo>
                    <a:pt x="1303273" y="188524"/>
                  </a:lnTo>
                  <a:lnTo>
                    <a:pt x="1306551" y="190163"/>
                  </a:lnTo>
                  <a:lnTo>
                    <a:pt x="1309830" y="186884"/>
                  </a:lnTo>
                  <a:lnTo>
                    <a:pt x="1314748" y="185245"/>
                  </a:lnTo>
                  <a:lnTo>
                    <a:pt x="1318027" y="183606"/>
                  </a:lnTo>
                  <a:lnTo>
                    <a:pt x="1322945" y="181966"/>
                  </a:lnTo>
                  <a:lnTo>
                    <a:pt x="1326223" y="183606"/>
                  </a:lnTo>
                  <a:lnTo>
                    <a:pt x="1326223" y="181966"/>
                  </a:lnTo>
                  <a:lnTo>
                    <a:pt x="1327863" y="181966"/>
                  </a:lnTo>
                  <a:lnTo>
                    <a:pt x="1331141" y="181966"/>
                  </a:lnTo>
                  <a:lnTo>
                    <a:pt x="1336060" y="183606"/>
                  </a:lnTo>
                  <a:lnTo>
                    <a:pt x="1339338" y="183606"/>
                  </a:lnTo>
                  <a:lnTo>
                    <a:pt x="1342617" y="183606"/>
                  </a:lnTo>
                  <a:lnTo>
                    <a:pt x="1347535" y="183606"/>
                  </a:lnTo>
                  <a:lnTo>
                    <a:pt x="1350813" y="183606"/>
                  </a:lnTo>
                  <a:lnTo>
                    <a:pt x="1355731" y="183606"/>
                  </a:lnTo>
                  <a:lnTo>
                    <a:pt x="1359010" y="185245"/>
                  </a:lnTo>
                  <a:lnTo>
                    <a:pt x="1362289" y="186884"/>
                  </a:lnTo>
                  <a:lnTo>
                    <a:pt x="1367207" y="188524"/>
                  </a:lnTo>
                  <a:lnTo>
                    <a:pt x="1370486" y="188524"/>
                  </a:lnTo>
                  <a:lnTo>
                    <a:pt x="1373764" y="190163"/>
                  </a:lnTo>
                  <a:lnTo>
                    <a:pt x="1377043" y="190163"/>
                  </a:lnTo>
                  <a:lnTo>
                    <a:pt x="1381961" y="191802"/>
                  </a:lnTo>
                  <a:lnTo>
                    <a:pt x="1385240" y="191802"/>
                  </a:lnTo>
                  <a:lnTo>
                    <a:pt x="1388518" y="193442"/>
                  </a:lnTo>
                  <a:lnTo>
                    <a:pt x="1393436" y="193442"/>
                  </a:lnTo>
                  <a:lnTo>
                    <a:pt x="1396715" y="196720"/>
                  </a:lnTo>
                  <a:lnTo>
                    <a:pt x="1391797" y="195081"/>
                  </a:lnTo>
                  <a:lnTo>
                    <a:pt x="1396715" y="196720"/>
                  </a:lnTo>
                  <a:lnTo>
                    <a:pt x="1398354" y="196720"/>
                  </a:lnTo>
                  <a:lnTo>
                    <a:pt x="1403272" y="198360"/>
                  </a:lnTo>
                  <a:lnTo>
                    <a:pt x="1408190" y="199999"/>
                  </a:lnTo>
                  <a:lnTo>
                    <a:pt x="1411469" y="201638"/>
                  </a:lnTo>
                  <a:lnTo>
                    <a:pt x="1416387" y="204917"/>
                  </a:lnTo>
                  <a:lnTo>
                    <a:pt x="1419666" y="204917"/>
                  </a:lnTo>
                  <a:lnTo>
                    <a:pt x="1424584" y="206556"/>
                  </a:lnTo>
                  <a:lnTo>
                    <a:pt x="1427862" y="206556"/>
                  </a:lnTo>
                  <a:lnTo>
                    <a:pt x="1431141" y="208196"/>
                  </a:lnTo>
                  <a:lnTo>
                    <a:pt x="1434420" y="206556"/>
                  </a:lnTo>
                  <a:lnTo>
                    <a:pt x="1439338" y="208196"/>
                  </a:lnTo>
                  <a:lnTo>
                    <a:pt x="1442616" y="206556"/>
                  </a:lnTo>
                  <a:lnTo>
                    <a:pt x="1445895" y="206556"/>
                  </a:lnTo>
                  <a:lnTo>
                    <a:pt x="1450813" y="206556"/>
                  </a:lnTo>
                  <a:lnTo>
                    <a:pt x="1454091" y="204917"/>
                  </a:lnTo>
                  <a:lnTo>
                    <a:pt x="1454091" y="203278"/>
                  </a:lnTo>
                  <a:lnTo>
                    <a:pt x="1450813" y="201638"/>
                  </a:lnTo>
                  <a:lnTo>
                    <a:pt x="1447534" y="198360"/>
                  </a:lnTo>
                  <a:lnTo>
                    <a:pt x="1442616" y="196720"/>
                  </a:lnTo>
                  <a:lnTo>
                    <a:pt x="1439338" y="195081"/>
                  </a:lnTo>
                  <a:lnTo>
                    <a:pt x="1436059" y="193442"/>
                  </a:lnTo>
                  <a:lnTo>
                    <a:pt x="1434420" y="190163"/>
                  </a:lnTo>
                  <a:lnTo>
                    <a:pt x="1429501" y="188524"/>
                  </a:lnTo>
                  <a:lnTo>
                    <a:pt x="1426223" y="186884"/>
                  </a:lnTo>
                  <a:lnTo>
                    <a:pt x="1421305" y="186884"/>
                  </a:lnTo>
                  <a:lnTo>
                    <a:pt x="1418026" y="185245"/>
                  </a:lnTo>
                  <a:lnTo>
                    <a:pt x="1413108" y="185245"/>
                  </a:lnTo>
                  <a:lnTo>
                    <a:pt x="1409830" y="185245"/>
                  </a:lnTo>
                  <a:lnTo>
                    <a:pt x="1406551" y="183606"/>
                  </a:lnTo>
                  <a:lnTo>
                    <a:pt x="1404911" y="183606"/>
                  </a:lnTo>
                  <a:lnTo>
                    <a:pt x="1401633" y="183606"/>
                  </a:lnTo>
                  <a:lnTo>
                    <a:pt x="1396715" y="183606"/>
                  </a:lnTo>
                  <a:lnTo>
                    <a:pt x="1393436" y="181966"/>
                  </a:lnTo>
                  <a:lnTo>
                    <a:pt x="1388518" y="180327"/>
                  </a:lnTo>
                  <a:lnTo>
                    <a:pt x="1385240" y="178688"/>
                  </a:lnTo>
                  <a:lnTo>
                    <a:pt x="1381961" y="177048"/>
                  </a:lnTo>
                  <a:lnTo>
                    <a:pt x="1377043" y="173770"/>
                  </a:lnTo>
                  <a:lnTo>
                    <a:pt x="1375403" y="168852"/>
                  </a:lnTo>
                  <a:lnTo>
                    <a:pt x="1377043" y="165573"/>
                  </a:lnTo>
                  <a:lnTo>
                    <a:pt x="1373764" y="162294"/>
                  </a:lnTo>
                  <a:lnTo>
                    <a:pt x="1368846" y="159016"/>
                  </a:lnTo>
                  <a:lnTo>
                    <a:pt x="1365567" y="159016"/>
                  </a:lnTo>
                  <a:lnTo>
                    <a:pt x="1362289" y="157376"/>
                  </a:lnTo>
                  <a:lnTo>
                    <a:pt x="1357371" y="155737"/>
                  </a:lnTo>
                  <a:lnTo>
                    <a:pt x="1354092" y="154098"/>
                  </a:lnTo>
                  <a:lnTo>
                    <a:pt x="1357371" y="154098"/>
                  </a:lnTo>
                  <a:lnTo>
                    <a:pt x="1354092" y="150819"/>
                  </a:lnTo>
                  <a:lnTo>
                    <a:pt x="1349174" y="150819"/>
                  </a:lnTo>
                  <a:lnTo>
                    <a:pt x="1354092" y="147540"/>
                  </a:lnTo>
                  <a:lnTo>
                    <a:pt x="1357371" y="144262"/>
                  </a:lnTo>
                  <a:lnTo>
                    <a:pt x="1352453" y="144262"/>
                  </a:lnTo>
                  <a:lnTo>
                    <a:pt x="1357371" y="140983"/>
                  </a:lnTo>
                  <a:lnTo>
                    <a:pt x="1360650" y="140983"/>
                  </a:lnTo>
                  <a:lnTo>
                    <a:pt x="1365567" y="140983"/>
                  </a:lnTo>
                  <a:lnTo>
                    <a:pt x="1368846" y="140983"/>
                  </a:lnTo>
                  <a:lnTo>
                    <a:pt x="1372125" y="139344"/>
                  </a:lnTo>
                  <a:lnTo>
                    <a:pt x="1375403" y="137704"/>
                  </a:lnTo>
                  <a:lnTo>
                    <a:pt x="1380321" y="137704"/>
                  </a:lnTo>
                  <a:lnTo>
                    <a:pt x="1383600" y="137704"/>
                  </a:lnTo>
                  <a:lnTo>
                    <a:pt x="1388518" y="137704"/>
                  </a:lnTo>
                  <a:lnTo>
                    <a:pt x="1393436" y="137704"/>
                  </a:lnTo>
                  <a:lnTo>
                    <a:pt x="1396715" y="137704"/>
                  </a:lnTo>
                  <a:lnTo>
                    <a:pt x="1401633" y="137704"/>
                  </a:lnTo>
                  <a:lnTo>
                    <a:pt x="1404911" y="137704"/>
                  </a:lnTo>
                  <a:lnTo>
                    <a:pt x="1409830" y="137704"/>
                  </a:lnTo>
                  <a:lnTo>
                    <a:pt x="1413108" y="137704"/>
                  </a:lnTo>
                  <a:lnTo>
                    <a:pt x="1416387" y="137704"/>
                  </a:lnTo>
                  <a:lnTo>
                    <a:pt x="1419666" y="137704"/>
                  </a:lnTo>
                  <a:lnTo>
                    <a:pt x="1424584" y="137704"/>
                  </a:lnTo>
                  <a:lnTo>
                    <a:pt x="1427862" y="137704"/>
                  </a:lnTo>
                  <a:lnTo>
                    <a:pt x="1431141" y="136065"/>
                  </a:lnTo>
                  <a:lnTo>
                    <a:pt x="1436059" y="136065"/>
                  </a:lnTo>
                  <a:lnTo>
                    <a:pt x="1439338" y="136065"/>
                  </a:lnTo>
                  <a:lnTo>
                    <a:pt x="1444256" y="136065"/>
                  </a:lnTo>
                  <a:lnTo>
                    <a:pt x="1447534" y="136065"/>
                  </a:lnTo>
                  <a:lnTo>
                    <a:pt x="1452453" y="134426"/>
                  </a:lnTo>
                  <a:lnTo>
                    <a:pt x="1455731" y="134426"/>
                  </a:lnTo>
                  <a:lnTo>
                    <a:pt x="1460649" y="134426"/>
                  </a:lnTo>
                  <a:lnTo>
                    <a:pt x="1463928" y="136065"/>
                  </a:lnTo>
                  <a:lnTo>
                    <a:pt x="1465567" y="136065"/>
                  </a:lnTo>
                  <a:lnTo>
                    <a:pt x="1468846" y="136065"/>
                  </a:lnTo>
                  <a:lnTo>
                    <a:pt x="1472124" y="136065"/>
                  </a:lnTo>
                  <a:lnTo>
                    <a:pt x="1477043" y="136065"/>
                  </a:lnTo>
                  <a:lnTo>
                    <a:pt x="1480321" y="132786"/>
                  </a:lnTo>
                  <a:lnTo>
                    <a:pt x="1483600" y="132786"/>
                  </a:lnTo>
                  <a:lnTo>
                    <a:pt x="1486878" y="131147"/>
                  </a:lnTo>
                  <a:lnTo>
                    <a:pt x="1491796" y="131147"/>
                  </a:lnTo>
                  <a:lnTo>
                    <a:pt x="1495075" y="131147"/>
                  </a:lnTo>
                  <a:lnTo>
                    <a:pt x="1498354" y="129508"/>
                  </a:lnTo>
                  <a:lnTo>
                    <a:pt x="1503272" y="129508"/>
                  </a:lnTo>
                  <a:lnTo>
                    <a:pt x="1506550" y="129508"/>
                  </a:lnTo>
                  <a:lnTo>
                    <a:pt x="1511468" y="129508"/>
                  </a:lnTo>
                  <a:lnTo>
                    <a:pt x="1516387" y="131147"/>
                  </a:lnTo>
                  <a:lnTo>
                    <a:pt x="1518026" y="129508"/>
                  </a:lnTo>
                  <a:lnTo>
                    <a:pt x="1518026" y="129508"/>
                  </a:lnTo>
                  <a:lnTo>
                    <a:pt x="1514747" y="127868"/>
                  </a:lnTo>
                  <a:lnTo>
                    <a:pt x="1511468" y="124590"/>
                  </a:lnTo>
                  <a:lnTo>
                    <a:pt x="1514747" y="124590"/>
                  </a:lnTo>
                  <a:lnTo>
                    <a:pt x="1519665" y="124590"/>
                  </a:lnTo>
                  <a:lnTo>
                    <a:pt x="1514747" y="124590"/>
                  </a:lnTo>
                  <a:lnTo>
                    <a:pt x="1511468" y="122950"/>
                  </a:lnTo>
                  <a:lnTo>
                    <a:pt x="1506550" y="122950"/>
                  </a:lnTo>
                  <a:lnTo>
                    <a:pt x="1503272" y="122950"/>
                  </a:lnTo>
                  <a:lnTo>
                    <a:pt x="1499993" y="119672"/>
                  </a:lnTo>
                  <a:lnTo>
                    <a:pt x="1496714" y="118032"/>
                  </a:lnTo>
                  <a:lnTo>
                    <a:pt x="1491796" y="116393"/>
                  </a:lnTo>
                  <a:lnTo>
                    <a:pt x="1486878" y="116393"/>
                  </a:lnTo>
                  <a:lnTo>
                    <a:pt x="1483600" y="116393"/>
                  </a:lnTo>
                  <a:lnTo>
                    <a:pt x="1480321" y="116393"/>
                  </a:lnTo>
                  <a:lnTo>
                    <a:pt x="1475403" y="113114"/>
                  </a:lnTo>
                  <a:lnTo>
                    <a:pt x="1478681" y="113114"/>
                  </a:lnTo>
                  <a:lnTo>
                    <a:pt x="1483600" y="114754"/>
                  </a:lnTo>
                  <a:lnTo>
                    <a:pt x="1480321" y="111475"/>
                  </a:lnTo>
                  <a:lnTo>
                    <a:pt x="1475403" y="111475"/>
                  </a:lnTo>
                  <a:lnTo>
                    <a:pt x="1480321" y="111475"/>
                  </a:lnTo>
                  <a:lnTo>
                    <a:pt x="1483600" y="109836"/>
                  </a:lnTo>
                  <a:lnTo>
                    <a:pt x="1486878" y="111475"/>
                  </a:lnTo>
                  <a:lnTo>
                    <a:pt x="1491796" y="111475"/>
                  </a:lnTo>
                  <a:lnTo>
                    <a:pt x="1493436" y="111475"/>
                  </a:lnTo>
                  <a:lnTo>
                    <a:pt x="1496714" y="116393"/>
                  </a:lnTo>
                  <a:lnTo>
                    <a:pt x="1499993" y="113114"/>
                  </a:lnTo>
                  <a:lnTo>
                    <a:pt x="1504911" y="113114"/>
                  </a:lnTo>
                  <a:lnTo>
                    <a:pt x="1499993" y="109836"/>
                  </a:lnTo>
                  <a:lnTo>
                    <a:pt x="1496714" y="111475"/>
                  </a:lnTo>
                  <a:lnTo>
                    <a:pt x="1493436" y="111475"/>
                  </a:lnTo>
                  <a:lnTo>
                    <a:pt x="1488518" y="109836"/>
                  </a:lnTo>
                  <a:lnTo>
                    <a:pt x="1485239" y="108196"/>
                  </a:lnTo>
                  <a:lnTo>
                    <a:pt x="1490157" y="106557"/>
                  </a:lnTo>
                  <a:lnTo>
                    <a:pt x="1485239" y="106557"/>
                  </a:lnTo>
                  <a:lnTo>
                    <a:pt x="1480321" y="106557"/>
                  </a:lnTo>
                  <a:lnTo>
                    <a:pt x="1477043" y="104918"/>
                  </a:lnTo>
                  <a:lnTo>
                    <a:pt x="1473764" y="104918"/>
                  </a:lnTo>
                  <a:lnTo>
                    <a:pt x="1468846" y="104918"/>
                  </a:lnTo>
                  <a:lnTo>
                    <a:pt x="1465567" y="104918"/>
                  </a:lnTo>
                  <a:lnTo>
                    <a:pt x="1462288" y="101639"/>
                  </a:lnTo>
                  <a:lnTo>
                    <a:pt x="1467206" y="100000"/>
                  </a:lnTo>
                  <a:lnTo>
                    <a:pt x="1462288" y="98360"/>
                  </a:lnTo>
                  <a:lnTo>
                    <a:pt x="1467206" y="98360"/>
                  </a:lnTo>
                  <a:lnTo>
                    <a:pt x="1470485" y="100000"/>
                  </a:lnTo>
                  <a:lnTo>
                    <a:pt x="1473764" y="101639"/>
                  </a:lnTo>
                  <a:lnTo>
                    <a:pt x="1478681" y="101639"/>
                  </a:lnTo>
                  <a:lnTo>
                    <a:pt x="1481960" y="103278"/>
                  </a:lnTo>
                  <a:lnTo>
                    <a:pt x="1486878" y="104918"/>
                  </a:lnTo>
                  <a:lnTo>
                    <a:pt x="1490157" y="103278"/>
                  </a:lnTo>
                  <a:lnTo>
                    <a:pt x="1486878" y="100000"/>
                  </a:lnTo>
                  <a:lnTo>
                    <a:pt x="1491796" y="100000"/>
                  </a:lnTo>
                  <a:lnTo>
                    <a:pt x="1488518" y="96721"/>
                  </a:lnTo>
                  <a:lnTo>
                    <a:pt x="1491796" y="93442"/>
                  </a:lnTo>
                  <a:lnTo>
                    <a:pt x="1486878" y="91803"/>
                  </a:lnTo>
                  <a:lnTo>
                    <a:pt x="1491796" y="90164"/>
                  </a:lnTo>
                  <a:lnTo>
                    <a:pt x="1495075" y="93442"/>
                  </a:lnTo>
                  <a:lnTo>
                    <a:pt x="1499993" y="93442"/>
                  </a:lnTo>
                  <a:lnTo>
                    <a:pt x="1498354" y="90164"/>
                  </a:lnTo>
                  <a:lnTo>
                    <a:pt x="1495075" y="90164"/>
                  </a:lnTo>
                  <a:lnTo>
                    <a:pt x="1491796" y="90164"/>
                  </a:lnTo>
                  <a:lnTo>
                    <a:pt x="1488518" y="88524"/>
                  </a:lnTo>
                  <a:lnTo>
                    <a:pt x="1483600" y="88524"/>
                  </a:lnTo>
                  <a:lnTo>
                    <a:pt x="1480321" y="88524"/>
                  </a:lnTo>
                  <a:lnTo>
                    <a:pt x="1478681" y="86885"/>
                  </a:lnTo>
                  <a:lnTo>
                    <a:pt x="1481960" y="85245"/>
                  </a:lnTo>
                  <a:lnTo>
                    <a:pt x="1485239" y="85245"/>
                  </a:lnTo>
                  <a:lnTo>
                    <a:pt x="1490157" y="86885"/>
                  </a:lnTo>
                  <a:lnTo>
                    <a:pt x="1493436" y="86885"/>
                  </a:lnTo>
                  <a:lnTo>
                    <a:pt x="1498354" y="86885"/>
                  </a:lnTo>
                  <a:lnTo>
                    <a:pt x="1501633" y="86885"/>
                  </a:lnTo>
                  <a:lnTo>
                    <a:pt x="1506550" y="86885"/>
                  </a:lnTo>
                  <a:lnTo>
                    <a:pt x="1509829" y="85245"/>
                  </a:lnTo>
                  <a:lnTo>
                    <a:pt x="1511468" y="81967"/>
                  </a:lnTo>
                  <a:lnTo>
                    <a:pt x="1516387" y="78688"/>
                  </a:lnTo>
                  <a:lnTo>
                    <a:pt x="1519665" y="77049"/>
                  </a:lnTo>
                  <a:lnTo>
                    <a:pt x="1524583" y="77049"/>
                  </a:lnTo>
                  <a:lnTo>
                    <a:pt x="1519665" y="77049"/>
                  </a:lnTo>
                  <a:lnTo>
                    <a:pt x="1521304" y="77049"/>
                  </a:lnTo>
                  <a:lnTo>
                    <a:pt x="1524583" y="75409"/>
                  </a:lnTo>
                  <a:lnTo>
                    <a:pt x="1529501" y="75409"/>
                  </a:lnTo>
                  <a:lnTo>
                    <a:pt x="1532780" y="77049"/>
                  </a:lnTo>
                  <a:lnTo>
                    <a:pt x="1536058" y="73770"/>
                  </a:lnTo>
                  <a:lnTo>
                    <a:pt x="1540977" y="73770"/>
                  </a:lnTo>
                  <a:lnTo>
                    <a:pt x="1545894" y="73770"/>
                  </a:lnTo>
                  <a:lnTo>
                    <a:pt x="1544255" y="72131"/>
                  </a:lnTo>
                  <a:lnTo>
                    <a:pt x="1542616" y="72131"/>
                  </a:lnTo>
                  <a:lnTo>
                    <a:pt x="1547534" y="70491"/>
                  </a:lnTo>
                  <a:lnTo>
                    <a:pt x="1550813" y="70491"/>
                  </a:lnTo>
                  <a:lnTo>
                    <a:pt x="1555731" y="70491"/>
                  </a:lnTo>
                  <a:lnTo>
                    <a:pt x="1559009" y="70491"/>
                  </a:lnTo>
                  <a:lnTo>
                    <a:pt x="1562288" y="68852"/>
                  </a:lnTo>
                  <a:lnTo>
                    <a:pt x="1567206" y="70491"/>
                  </a:lnTo>
                  <a:lnTo>
                    <a:pt x="1570484" y="68852"/>
                  </a:lnTo>
                  <a:lnTo>
                    <a:pt x="1573763" y="70491"/>
                  </a:lnTo>
                  <a:lnTo>
                    <a:pt x="1578681" y="68852"/>
                  </a:lnTo>
                  <a:lnTo>
                    <a:pt x="1581960" y="65573"/>
                  </a:lnTo>
                  <a:lnTo>
                    <a:pt x="1585238" y="67213"/>
                  </a:lnTo>
                  <a:lnTo>
                    <a:pt x="1590157" y="67213"/>
                  </a:lnTo>
                  <a:lnTo>
                    <a:pt x="1593435" y="65573"/>
                  </a:lnTo>
                  <a:lnTo>
                    <a:pt x="1598353" y="65573"/>
                  </a:lnTo>
                  <a:lnTo>
                    <a:pt x="1601632" y="65573"/>
                  </a:lnTo>
                  <a:lnTo>
                    <a:pt x="1606550" y="63934"/>
                  </a:lnTo>
                  <a:lnTo>
                    <a:pt x="1609828" y="63934"/>
                  </a:lnTo>
                  <a:lnTo>
                    <a:pt x="1613107" y="63934"/>
                  </a:lnTo>
                  <a:lnTo>
                    <a:pt x="1618025" y="62295"/>
                  </a:lnTo>
                  <a:lnTo>
                    <a:pt x="1622943" y="62295"/>
                  </a:lnTo>
                  <a:lnTo>
                    <a:pt x="1626222" y="62295"/>
                  </a:lnTo>
                  <a:lnTo>
                    <a:pt x="1629501" y="60655"/>
                  </a:lnTo>
                  <a:lnTo>
                    <a:pt x="1634418" y="60655"/>
                  </a:lnTo>
                  <a:lnTo>
                    <a:pt x="1637697" y="59016"/>
                  </a:lnTo>
                  <a:lnTo>
                    <a:pt x="1634418" y="59016"/>
                  </a:lnTo>
                  <a:lnTo>
                    <a:pt x="1629501" y="60655"/>
                  </a:lnTo>
                  <a:lnTo>
                    <a:pt x="1626222" y="60655"/>
                  </a:lnTo>
                  <a:lnTo>
                    <a:pt x="1621304" y="59016"/>
                  </a:lnTo>
                  <a:lnTo>
                    <a:pt x="1619665" y="60655"/>
                  </a:lnTo>
                  <a:lnTo>
                    <a:pt x="1616386" y="59016"/>
                  </a:lnTo>
                  <a:lnTo>
                    <a:pt x="1613107" y="59016"/>
                  </a:lnTo>
                  <a:lnTo>
                    <a:pt x="1608189" y="59016"/>
                  </a:lnTo>
                  <a:lnTo>
                    <a:pt x="1613107" y="60655"/>
                  </a:lnTo>
                  <a:lnTo>
                    <a:pt x="1608189" y="60655"/>
                  </a:lnTo>
                  <a:lnTo>
                    <a:pt x="1604911" y="59016"/>
                  </a:lnTo>
                  <a:lnTo>
                    <a:pt x="1606550" y="55737"/>
                  </a:lnTo>
                  <a:lnTo>
                    <a:pt x="1609828" y="54098"/>
                  </a:lnTo>
                  <a:lnTo>
                    <a:pt x="1613107" y="55737"/>
                  </a:lnTo>
                  <a:lnTo>
                    <a:pt x="1618025" y="57377"/>
                  </a:lnTo>
                  <a:lnTo>
                    <a:pt x="1621304" y="55737"/>
                  </a:lnTo>
                  <a:lnTo>
                    <a:pt x="1626222" y="55737"/>
                  </a:lnTo>
                  <a:lnTo>
                    <a:pt x="1629501" y="55737"/>
                  </a:lnTo>
                  <a:lnTo>
                    <a:pt x="1626222" y="54098"/>
                  </a:lnTo>
                  <a:lnTo>
                    <a:pt x="1621304" y="52459"/>
                  </a:lnTo>
                  <a:lnTo>
                    <a:pt x="1626222" y="54098"/>
                  </a:lnTo>
                  <a:lnTo>
                    <a:pt x="1629501" y="54098"/>
                  </a:lnTo>
                  <a:lnTo>
                    <a:pt x="1632780" y="54098"/>
                  </a:lnTo>
                  <a:lnTo>
                    <a:pt x="1637697" y="52459"/>
                  </a:lnTo>
                  <a:lnTo>
                    <a:pt x="1640976" y="54098"/>
                  </a:lnTo>
                  <a:lnTo>
                    <a:pt x="1644255" y="52459"/>
                  </a:lnTo>
                  <a:lnTo>
                    <a:pt x="1649173" y="52459"/>
                  </a:lnTo>
                  <a:lnTo>
                    <a:pt x="1652451" y="54098"/>
                  </a:lnTo>
                  <a:lnTo>
                    <a:pt x="1657370" y="52459"/>
                  </a:lnTo>
                  <a:lnTo>
                    <a:pt x="1662287" y="52459"/>
                  </a:lnTo>
                  <a:lnTo>
                    <a:pt x="1665566" y="52459"/>
                  </a:lnTo>
                  <a:lnTo>
                    <a:pt x="1668845" y="52459"/>
                  </a:lnTo>
                  <a:lnTo>
                    <a:pt x="1673763" y="52459"/>
                  </a:lnTo>
                  <a:lnTo>
                    <a:pt x="1677041" y="52459"/>
                  </a:lnTo>
                  <a:lnTo>
                    <a:pt x="1681960" y="54098"/>
                  </a:lnTo>
                  <a:lnTo>
                    <a:pt x="1685238" y="55737"/>
                  </a:lnTo>
                  <a:lnTo>
                    <a:pt x="1681960" y="57377"/>
                  </a:lnTo>
                  <a:lnTo>
                    <a:pt x="1678681" y="62295"/>
                  </a:lnTo>
                  <a:lnTo>
                    <a:pt x="1681960" y="60655"/>
                  </a:lnTo>
                  <a:lnTo>
                    <a:pt x="1685238" y="59016"/>
                  </a:lnTo>
                  <a:lnTo>
                    <a:pt x="1690156" y="59016"/>
                  </a:lnTo>
                  <a:lnTo>
                    <a:pt x="1693435" y="57377"/>
                  </a:lnTo>
                  <a:lnTo>
                    <a:pt x="1696714" y="57377"/>
                  </a:lnTo>
                  <a:lnTo>
                    <a:pt x="1701631" y="60655"/>
                  </a:lnTo>
                  <a:lnTo>
                    <a:pt x="1703271" y="60655"/>
                  </a:lnTo>
                  <a:lnTo>
                    <a:pt x="1706550" y="60655"/>
                  </a:lnTo>
                  <a:lnTo>
                    <a:pt x="1711468" y="57377"/>
                  </a:lnTo>
                  <a:lnTo>
                    <a:pt x="1714746" y="57377"/>
                  </a:lnTo>
                  <a:lnTo>
                    <a:pt x="1718025" y="59016"/>
                  </a:lnTo>
                  <a:lnTo>
                    <a:pt x="1722943" y="57377"/>
                  </a:lnTo>
                  <a:lnTo>
                    <a:pt x="1726221" y="57377"/>
                  </a:lnTo>
                  <a:lnTo>
                    <a:pt x="1729500" y="57377"/>
                  </a:lnTo>
                  <a:lnTo>
                    <a:pt x="1726221" y="55737"/>
                  </a:lnTo>
                  <a:lnTo>
                    <a:pt x="1722943" y="55737"/>
                  </a:lnTo>
                  <a:lnTo>
                    <a:pt x="1726221" y="54098"/>
                  </a:lnTo>
                  <a:lnTo>
                    <a:pt x="1731140" y="55737"/>
                  </a:lnTo>
                  <a:lnTo>
                    <a:pt x="1734418" y="54098"/>
                  </a:lnTo>
                  <a:lnTo>
                    <a:pt x="1729500" y="52459"/>
                  </a:lnTo>
                  <a:lnTo>
                    <a:pt x="1734418" y="52459"/>
                  </a:lnTo>
                  <a:lnTo>
                    <a:pt x="1737697" y="52459"/>
                  </a:lnTo>
                  <a:lnTo>
                    <a:pt x="1740975" y="49180"/>
                  </a:lnTo>
                  <a:lnTo>
                    <a:pt x="1745894" y="49180"/>
                  </a:lnTo>
                  <a:lnTo>
                    <a:pt x="1749172" y="50819"/>
                  </a:lnTo>
                  <a:lnTo>
                    <a:pt x="1754090" y="49180"/>
                  </a:lnTo>
                  <a:lnTo>
                    <a:pt x="1757369" y="52459"/>
                  </a:lnTo>
                  <a:lnTo>
                    <a:pt x="1762287" y="52459"/>
                  </a:lnTo>
                  <a:lnTo>
                    <a:pt x="1765565" y="52459"/>
                  </a:lnTo>
                  <a:lnTo>
                    <a:pt x="1770484" y="54098"/>
                  </a:lnTo>
                  <a:lnTo>
                    <a:pt x="1773762" y="54098"/>
                  </a:lnTo>
                  <a:lnTo>
                    <a:pt x="1778680" y="55737"/>
                  </a:lnTo>
                  <a:lnTo>
                    <a:pt x="1780320" y="55737"/>
                  </a:lnTo>
                  <a:lnTo>
                    <a:pt x="1780320" y="55737"/>
                  </a:lnTo>
                  <a:lnTo>
                    <a:pt x="1777041" y="52459"/>
                  </a:lnTo>
                  <a:lnTo>
                    <a:pt x="1773762" y="52459"/>
                  </a:lnTo>
                  <a:lnTo>
                    <a:pt x="1768844" y="50819"/>
                  </a:lnTo>
                  <a:lnTo>
                    <a:pt x="1765565" y="47541"/>
                  </a:lnTo>
                  <a:lnTo>
                    <a:pt x="1760648" y="47541"/>
                  </a:lnTo>
                  <a:lnTo>
                    <a:pt x="1757369" y="45901"/>
                  </a:lnTo>
                  <a:lnTo>
                    <a:pt x="1754090" y="45901"/>
                  </a:lnTo>
                  <a:lnTo>
                    <a:pt x="1749172" y="45901"/>
                  </a:lnTo>
                  <a:lnTo>
                    <a:pt x="1745894" y="44262"/>
                  </a:lnTo>
                  <a:lnTo>
                    <a:pt x="1742615" y="40983"/>
                  </a:lnTo>
                  <a:lnTo>
                    <a:pt x="1745894" y="40983"/>
                  </a:lnTo>
                  <a:lnTo>
                    <a:pt x="1749172" y="40983"/>
                  </a:lnTo>
                  <a:lnTo>
                    <a:pt x="1754090" y="40983"/>
                  </a:lnTo>
                  <a:lnTo>
                    <a:pt x="1757369" y="40983"/>
                  </a:lnTo>
                  <a:lnTo>
                    <a:pt x="1762287" y="40983"/>
                  </a:lnTo>
                  <a:lnTo>
                    <a:pt x="1765565" y="40983"/>
                  </a:lnTo>
                  <a:lnTo>
                    <a:pt x="1768844" y="40983"/>
                  </a:lnTo>
                  <a:lnTo>
                    <a:pt x="1770484" y="40983"/>
                  </a:lnTo>
                  <a:lnTo>
                    <a:pt x="1773762" y="40983"/>
                  </a:lnTo>
                  <a:lnTo>
                    <a:pt x="1777041" y="40983"/>
                  </a:lnTo>
                  <a:lnTo>
                    <a:pt x="1781959" y="40983"/>
                  </a:lnTo>
                  <a:lnTo>
                    <a:pt x="1785238" y="40983"/>
                  </a:lnTo>
                  <a:lnTo>
                    <a:pt x="1790155" y="39344"/>
                  </a:lnTo>
                  <a:lnTo>
                    <a:pt x="1793434" y="40983"/>
                  </a:lnTo>
                  <a:lnTo>
                    <a:pt x="1796713" y="42623"/>
                  </a:lnTo>
                  <a:lnTo>
                    <a:pt x="1801631" y="40983"/>
                  </a:lnTo>
                  <a:lnTo>
                    <a:pt x="1804910" y="40983"/>
                  </a:lnTo>
                  <a:lnTo>
                    <a:pt x="1809828" y="42623"/>
                  </a:lnTo>
                  <a:lnTo>
                    <a:pt x="1813107" y="42623"/>
                  </a:lnTo>
                  <a:lnTo>
                    <a:pt x="1818024" y="44262"/>
                  </a:lnTo>
                  <a:lnTo>
                    <a:pt x="1821303" y="44262"/>
                  </a:lnTo>
                  <a:lnTo>
                    <a:pt x="1826221" y="44262"/>
                  </a:lnTo>
                  <a:lnTo>
                    <a:pt x="1829500" y="44262"/>
                  </a:lnTo>
                  <a:lnTo>
                    <a:pt x="1826221" y="44262"/>
                  </a:lnTo>
                  <a:lnTo>
                    <a:pt x="1821303" y="42623"/>
                  </a:lnTo>
                  <a:lnTo>
                    <a:pt x="1818024" y="42623"/>
                  </a:lnTo>
                  <a:lnTo>
                    <a:pt x="1814746" y="40983"/>
                  </a:lnTo>
                  <a:lnTo>
                    <a:pt x="1809828" y="40983"/>
                  </a:lnTo>
                  <a:lnTo>
                    <a:pt x="1806549" y="40983"/>
                  </a:lnTo>
                  <a:lnTo>
                    <a:pt x="1803270" y="40983"/>
                  </a:lnTo>
                  <a:lnTo>
                    <a:pt x="1798352" y="39344"/>
                  </a:lnTo>
                  <a:lnTo>
                    <a:pt x="1793434" y="39344"/>
                  </a:lnTo>
                  <a:lnTo>
                    <a:pt x="1790155" y="39344"/>
                  </a:lnTo>
                  <a:lnTo>
                    <a:pt x="1791795" y="36065"/>
                  </a:lnTo>
                  <a:lnTo>
                    <a:pt x="1788517" y="31147"/>
                  </a:lnTo>
                  <a:lnTo>
                    <a:pt x="1785238" y="31147"/>
                  </a:lnTo>
                  <a:lnTo>
                    <a:pt x="1780320" y="31147"/>
                  </a:lnTo>
                  <a:lnTo>
                    <a:pt x="1777041" y="27869"/>
                  </a:lnTo>
                  <a:lnTo>
                    <a:pt x="1778680" y="24590"/>
                  </a:lnTo>
                  <a:lnTo>
                    <a:pt x="1781959" y="24590"/>
                  </a:lnTo>
                  <a:lnTo>
                    <a:pt x="1778680" y="19672"/>
                  </a:lnTo>
                  <a:lnTo>
                    <a:pt x="1781959" y="18033"/>
                  </a:lnTo>
                  <a:lnTo>
                    <a:pt x="1785238" y="16393"/>
                  </a:lnTo>
                  <a:lnTo>
                    <a:pt x="1788517" y="13115"/>
                  </a:lnTo>
                  <a:lnTo>
                    <a:pt x="1781959" y="11475"/>
                  </a:lnTo>
                  <a:lnTo>
                    <a:pt x="1786877" y="11475"/>
                  </a:lnTo>
                  <a:lnTo>
                    <a:pt x="1790155" y="9836"/>
                  </a:lnTo>
                  <a:lnTo>
                    <a:pt x="1793434" y="8197"/>
                  </a:lnTo>
                  <a:lnTo>
                    <a:pt x="1798352" y="4918"/>
                  </a:lnTo>
                  <a:lnTo>
                    <a:pt x="1801631" y="3279"/>
                  </a:lnTo>
                  <a:lnTo>
                    <a:pt x="1804910" y="3279"/>
                  </a:lnTo>
                  <a:lnTo>
                    <a:pt x="1809828" y="3279"/>
                  </a:lnTo>
                  <a:lnTo>
                    <a:pt x="1813107" y="3279"/>
                  </a:lnTo>
                  <a:lnTo>
                    <a:pt x="1818024" y="1639"/>
                  </a:lnTo>
                  <a:lnTo>
                    <a:pt x="1821303" y="0"/>
                  </a:lnTo>
                  <a:lnTo>
                    <a:pt x="1824582" y="0"/>
                  </a:lnTo>
                  <a:lnTo>
                    <a:pt x="1827860" y="1639"/>
                  </a:lnTo>
                  <a:lnTo>
                    <a:pt x="1832779" y="3279"/>
                  </a:lnTo>
                  <a:lnTo>
                    <a:pt x="1836057" y="1639"/>
                  </a:lnTo>
                  <a:lnTo>
                    <a:pt x="1839336" y="1639"/>
                  </a:lnTo>
                  <a:lnTo>
                    <a:pt x="1844253" y="3279"/>
                  </a:lnTo>
                  <a:lnTo>
                    <a:pt x="1847532" y="4918"/>
                  </a:lnTo>
                  <a:lnTo>
                    <a:pt x="1852450" y="4918"/>
                  </a:lnTo>
                  <a:lnTo>
                    <a:pt x="1855729" y="4918"/>
                  </a:lnTo>
                  <a:lnTo>
                    <a:pt x="1860647" y="6557"/>
                  </a:lnTo>
                  <a:lnTo>
                    <a:pt x="1863926" y="6557"/>
                  </a:lnTo>
                  <a:lnTo>
                    <a:pt x="1867205" y="6557"/>
                  </a:lnTo>
                  <a:lnTo>
                    <a:pt x="1872122" y="6557"/>
                  </a:lnTo>
                  <a:lnTo>
                    <a:pt x="1875401" y="6557"/>
                  </a:lnTo>
                  <a:lnTo>
                    <a:pt x="1878680" y="8197"/>
                  </a:lnTo>
                  <a:lnTo>
                    <a:pt x="1883598" y="9836"/>
                  </a:lnTo>
                  <a:lnTo>
                    <a:pt x="1886877" y="11475"/>
                  </a:lnTo>
                  <a:lnTo>
                    <a:pt x="1890156" y="13115"/>
                  </a:lnTo>
                  <a:lnTo>
                    <a:pt x="1886877" y="13115"/>
                  </a:lnTo>
                  <a:lnTo>
                    <a:pt x="1883598" y="13115"/>
                  </a:lnTo>
                  <a:lnTo>
                    <a:pt x="1878680" y="14754"/>
                  </a:lnTo>
                  <a:lnTo>
                    <a:pt x="1875401" y="16393"/>
                  </a:lnTo>
                  <a:lnTo>
                    <a:pt x="1870483" y="18033"/>
                  </a:lnTo>
                  <a:lnTo>
                    <a:pt x="1867205" y="18033"/>
                  </a:lnTo>
                  <a:lnTo>
                    <a:pt x="1863926" y="19672"/>
                  </a:lnTo>
                  <a:lnTo>
                    <a:pt x="1859008" y="18033"/>
                  </a:lnTo>
                  <a:lnTo>
                    <a:pt x="1855729" y="19672"/>
                  </a:lnTo>
                  <a:lnTo>
                    <a:pt x="1852450" y="19672"/>
                  </a:lnTo>
                  <a:lnTo>
                    <a:pt x="1847532" y="21311"/>
                  </a:lnTo>
                  <a:lnTo>
                    <a:pt x="1850811" y="21311"/>
                  </a:lnTo>
                  <a:lnTo>
                    <a:pt x="1855729" y="21311"/>
                  </a:lnTo>
                  <a:lnTo>
                    <a:pt x="1859008" y="21311"/>
                  </a:lnTo>
                  <a:lnTo>
                    <a:pt x="1863926" y="19672"/>
                  </a:lnTo>
                  <a:lnTo>
                    <a:pt x="1867205" y="21311"/>
                  </a:lnTo>
                  <a:lnTo>
                    <a:pt x="1872122" y="21311"/>
                  </a:lnTo>
                  <a:lnTo>
                    <a:pt x="1875401" y="21311"/>
                  </a:lnTo>
                  <a:lnTo>
                    <a:pt x="1880319" y="21311"/>
                  </a:lnTo>
                  <a:lnTo>
                    <a:pt x="1883598" y="21311"/>
                  </a:lnTo>
                  <a:lnTo>
                    <a:pt x="1886877" y="19672"/>
                  </a:lnTo>
                  <a:lnTo>
                    <a:pt x="1891795" y="19672"/>
                  </a:lnTo>
                  <a:lnTo>
                    <a:pt x="1890156" y="22951"/>
                  </a:lnTo>
                  <a:lnTo>
                    <a:pt x="1886877" y="24590"/>
                  </a:lnTo>
                  <a:lnTo>
                    <a:pt x="1890156" y="24590"/>
                  </a:lnTo>
                  <a:lnTo>
                    <a:pt x="1893433" y="24590"/>
                  </a:lnTo>
                  <a:lnTo>
                    <a:pt x="1898352" y="24590"/>
                  </a:lnTo>
                  <a:lnTo>
                    <a:pt x="1901630" y="22951"/>
                  </a:lnTo>
                  <a:lnTo>
                    <a:pt x="1906549" y="22951"/>
                  </a:lnTo>
                  <a:lnTo>
                    <a:pt x="1909827" y="22951"/>
                  </a:lnTo>
                  <a:lnTo>
                    <a:pt x="1914746" y="24590"/>
                  </a:lnTo>
                  <a:lnTo>
                    <a:pt x="1918024" y="22951"/>
                  </a:lnTo>
                  <a:lnTo>
                    <a:pt x="1921302" y="22951"/>
                  </a:lnTo>
                  <a:lnTo>
                    <a:pt x="1926220" y="24590"/>
                  </a:lnTo>
                  <a:lnTo>
                    <a:pt x="1929499" y="24590"/>
                  </a:lnTo>
                  <a:lnTo>
                    <a:pt x="1934417" y="24590"/>
                  </a:lnTo>
                  <a:lnTo>
                    <a:pt x="1937696" y="26229"/>
                  </a:lnTo>
                  <a:lnTo>
                    <a:pt x="1939336" y="29508"/>
                  </a:lnTo>
                  <a:lnTo>
                    <a:pt x="1936057" y="31147"/>
                  </a:lnTo>
                  <a:lnTo>
                    <a:pt x="1932778" y="36065"/>
                  </a:lnTo>
                  <a:lnTo>
                    <a:pt x="1931139" y="39344"/>
                  </a:lnTo>
                  <a:lnTo>
                    <a:pt x="1927860" y="39344"/>
                  </a:lnTo>
                  <a:lnTo>
                    <a:pt x="1927860" y="40983"/>
                  </a:lnTo>
                  <a:lnTo>
                    <a:pt x="1932778" y="40983"/>
                  </a:lnTo>
                  <a:lnTo>
                    <a:pt x="1937696" y="40983"/>
                  </a:lnTo>
                  <a:lnTo>
                    <a:pt x="1940975" y="40983"/>
                  </a:lnTo>
                  <a:lnTo>
                    <a:pt x="1945892" y="40983"/>
                  </a:lnTo>
                  <a:lnTo>
                    <a:pt x="1949171" y="39344"/>
                  </a:lnTo>
                  <a:lnTo>
                    <a:pt x="1954089" y="39344"/>
                  </a:lnTo>
                  <a:lnTo>
                    <a:pt x="1957368" y="40983"/>
                  </a:lnTo>
                  <a:lnTo>
                    <a:pt x="1962286" y="40983"/>
                  </a:lnTo>
                  <a:lnTo>
                    <a:pt x="1965565" y="36065"/>
                  </a:lnTo>
                  <a:lnTo>
                    <a:pt x="1962286" y="32787"/>
                  </a:lnTo>
                  <a:lnTo>
                    <a:pt x="1967204" y="32787"/>
                  </a:lnTo>
                  <a:lnTo>
                    <a:pt x="1970483" y="34426"/>
                  </a:lnTo>
                  <a:lnTo>
                    <a:pt x="1975400" y="32787"/>
                  </a:lnTo>
                  <a:lnTo>
                    <a:pt x="1978679" y="34426"/>
                  </a:lnTo>
                  <a:lnTo>
                    <a:pt x="1983597" y="32787"/>
                  </a:lnTo>
                  <a:lnTo>
                    <a:pt x="1986876" y="32787"/>
                  </a:lnTo>
                  <a:lnTo>
                    <a:pt x="1990155" y="32787"/>
                  </a:lnTo>
                  <a:lnTo>
                    <a:pt x="1995073" y="32787"/>
                  </a:lnTo>
                  <a:lnTo>
                    <a:pt x="1998351" y="32787"/>
                  </a:lnTo>
                  <a:lnTo>
                    <a:pt x="2001630" y="32787"/>
                  </a:lnTo>
                  <a:lnTo>
                    <a:pt x="2006548" y="34426"/>
                  </a:lnTo>
                  <a:lnTo>
                    <a:pt x="2009827" y="34426"/>
                  </a:lnTo>
                  <a:lnTo>
                    <a:pt x="2014745" y="34426"/>
                  </a:lnTo>
                  <a:lnTo>
                    <a:pt x="2018024" y="34426"/>
                  </a:lnTo>
                  <a:lnTo>
                    <a:pt x="2021303" y="32787"/>
                  </a:lnTo>
                  <a:lnTo>
                    <a:pt x="2024580" y="32787"/>
                  </a:lnTo>
                  <a:lnTo>
                    <a:pt x="2027859" y="32787"/>
                  </a:lnTo>
                  <a:lnTo>
                    <a:pt x="2032777" y="32787"/>
                  </a:lnTo>
                  <a:lnTo>
                    <a:pt x="2036056" y="32787"/>
                  </a:lnTo>
                  <a:lnTo>
                    <a:pt x="2040974" y="32787"/>
                  </a:lnTo>
                  <a:lnTo>
                    <a:pt x="2044253" y="34426"/>
                  </a:lnTo>
                  <a:lnTo>
                    <a:pt x="2049170" y="34426"/>
                  </a:lnTo>
                  <a:lnTo>
                    <a:pt x="2052449" y="34426"/>
                  </a:lnTo>
                  <a:lnTo>
                    <a:pt x="2057367" y="37705"/>
                  </a:lnTo>
                  <a:lnTo>
                    <a:pt x="2060646" y="37705"/>
                  </a:lnTo>
                  <a:lnTo>
                    <a:pt x="2065564" y="37705"/>
                  </a:lnTo>
                  <a:lnTo>
                    <a:pt x="2068843" y="39344"/>
                  </a:lnTo>
                  <a:lnTo>
                    <a:pt x="2072122" y="39344"/>
                  </a:lnTo>
                  <a:lnTo>
                    <a:pt x="2077039" y="40983"/>
                  </a:lnTo>
                  <a:lnTo>
                    <a:pt x="2078679" y="44262"/>
                  </a:lnTo>
                  <a:lnTo>
                    <a:pt x="2081957" y="42623"/>
                  </a:lnTo>
                  <a:lnTo>
                    <a:pt x="2085236" y="42623"/>
                  </a:lnTo>
                  <a:lnTo>
                    <a:pt x="2090154" y="44262"/>
                  </a:lnTo>
                  <a:lnTo>
                    <a:pt x="2093433" y="44262"/>
                  </a:lnTo>
                  <a:lnTo>
                    <a:pt x="2096712" y="47541"/>
                  </a:lnTo>
                  <a:lnTo>
                    <a:pt x="2099991" y="50819"/>
                  </a:lnTo>
                  <a:lnTo>
                    <a:pt x="2103269" y="50819"/>
                  </a:lnTo>
                  <a:lnTo>
                    <a:pt x="2106547" y="52459"/>
                  </a:lnTo>
                  <a:lnTo>
                    <a:pt x="2109826" y="55737"/>
                  </a:lnTo>
                  <a:lnTo>
                    <a:pt x="2113105" y="52459"/>
                  </a:lnTo>
                  <a:lnTo>
                    <a:pt x="2116384" y="52459"/>
                  </a:lnTo>
                  <a:lnTo>
                    <a:pt x="2121302" y="52459"/>
                  </a:lnTo>
                  <a:lnTo>
                    <a:pt x="2116384" y="52459"/>
                  </a:lnTo>
                  <a:lnTo>
                    <a:pt x="2113105" y="50819"/>
                  </a:lnTo>
                  <a:lnTo>
                    <a:pt x="2109826" y="49180"/>
                  </a:lnTo>
                  <a:lnTo>
                    <a:pt x="2113105" y="49180"/>
                  </a:lnTo>
                  <a:lnTo>
                    <a:pt x="2118023" y="50819"/>
                  </a:lnTo>
                  <a:lnTo>
                    <a:pt x="2121302" y="50819"/>
                  </a:lnTo>
                  <a:lnTo>
                    <a:pt x="2124581" y="52459"/>
                  </a:lnTo>
                  <a:lnTo>
                    <a:pt x="2129498" y="55737"/>
                  </a:lnTo>
                  <a:lnTo>
                    <a:pt x="2132777" y="59016"/>
                  </a:lnTo>
                  <a:lnTo>
                    <a:pt x="2136056" y="62295"/>
                  </a:lnTo>
                  <a:lnTo>
                    <a:pt x="2140974" y="60655"/>
                  </a:lnTo>
                  <a:lnTo>
                    <a:pt x="2144253" y="60655"/>
                  </a:lnTo>
                  <a:lnTo>
                    <a:pt x="2147531" y="63934"/>
                  </a:lnTo>
                  <a:lnTo>
                    <a:pt x="2149171" y="67213"/>
                  </a:lnTo>
                  <a:lnTo>
                    <a:pt x="2152450" y="70491"/>
                  </a:lnTo>
                  <a:lnTo>
                    <a:pt x="2149171" y="70491"/>
                  </a:lnTo>
                  <a:lnTo>
                    <a:pt x="2145892" y="68852"/>
                  </a:lnTo>
                  <a:lnTo>
                    <a:pt x="2140974" y="68852"/>
                  </a:lnTo>
                  <a:lnTo>
                    <a:pt x="2137695" y="67213"/>
                  </a:lnTo>
                  <a:lnTo>
                    <a:pt x="2134416" y="67213"/>
                  </a:lnTo>
                  <a:lnTo>
                    <a:pt x="2129498" y="65573"/>
                  </a:lnTo>
                  <a:lnTo>
                    <a:pt x="2124581" y="65573"/>
                  </a:lnTo>
                  <a:lnTo>
                    <a:pt x="2121302" y="63934"/>
                  </a:lnTo>
                  <a:lnTo>
                    <a:pt x="2118023" y="63934"/>
                  </a:lnTo>
                  <a:lnTo>
                    <a:pt x="2114744" y="62295"/>
                  </a:lnTo>
                  <a:lnTo>
                    <a:pt x="2109826" y="62295"/>
                  </a:lnTo>
                  <a:lnTo>
                    <a:pt x="2114744" y="63934"/>
                  </a:lnTo>
                  <a:lnTo>
                    <a:pt x="2118023" y="65573"/>
                  </a:lnTo>
                  <a:lnTo>
                    <a:pt x="2121302" y="65573"/>
                  </a:lnTo>
                  <a:lnTo>
                    <a:pt x="2126220" y="67213"/>
                  </a:lnTo>
                  <a:lnTo>
                    <a:pt x="2129498" y="70491"/>
                  </a:lnTo>
                  <a:lnTo>
                    <a:pt x="2132777" y="72131"/>
                  </a:lnTo>
                  <a:lnTo>
                    <a:pt x="2137695" y="70491"/>
                  </a:lnTo>
                  <a:lnTo>
                    <a:pt x="2140974" y="70491"/>
                  </a:lnTo>
                  <a:lnTo>
                    <a:pt x="2144253" y="72131"/>
                  </a:lnTo>
                  <a:lnTo>
                    <a:pt x="2149171" y="73770"/>
                  </a:lnTo>
                  <a:lnTo>
                    <a:pt x="2152450" y="73770"/>
                  </a:lnTo>
                  <a:lnTo>
                    <a:pt x="2155727" y="73770"/>
                  </a:lnTo>
                  <a:lnTo>
                    <a:pt x="2157367" y="78688"/>
                  </a:lnTo>
                  <a:lnTo>
                    <a:pt x="2162285" y="80328"/>
                  </a:lnTo>
                  <a:lnTo>
                    <a:pt x="2160646" y="83606"/>
                  </a:lnTo>
                  <a:lnTo>
                    <a:pt x="2157367" y="88524"/>
                  </a:lnTo>
                  <a:lnTo>
                    <a:pt x="2155727" y="91803"/>
                  </a:lnTo>
                  <a:lnTo>
                    <a:pt x="2150810" y="93442"/>
                  </a:lnTo>
                  <a:lnTo>
                    <a:pt x="2147531" y="95081"/>
                  </a:lnTo>
                  <a:lnTo>
                    <a:pt x="2144253" y="95081"/>
                  </a:lnTo>
                  <a:lnTo>
                    <a:pt x="2139334" y="95081"/>
                  </a:lnTo>
                  <a:lnTo>
                    <a:pt x="2139334" y="98360"/>
                  </a:lnTo>
                  <a:lnTo>
                    <a:pt x="2137695" y="103278"/>
                  </a:lnTo>
                  <a:lnTo>
                    <a:pt x="2132777" y="101639"/>
                  </a:lnTo>
                  <a:lnTo>
                    <a:pt x="2127860" y="101639"/>
                  </a:lnTo>
                  <a:lnTo>
                    <a:pt x="2124581" y="104918"/>
                  </a:lnTo>
                  <a:lnTo>
                    <a:pt x="2121302" y="106557"/>
                  </a:lnTo>
                  <a:lnTo>
                    <a:pt x="2116384" y="108196"/>
                  </a:lnTo>
                  <a:lnTo>
                    <a:pt x="2113105" y="109836"/>
                  </a:lnTo>
                  <a:lnTo>
                    <a:pt x="2109826" y="108196"/>
                  </a:lnTo>
                  <a:lnTo>
                    <a:pt x="2106547" y="109836"/>
                  </a:lnTo>
                  <a:lnTo>
                    <a:pt x="2109826" y="111475"/>
                  </a:lnTo>
                  <a:lnTo>
                    <a:pt x="2106547" y="113114"/>
                  </a:lnTo>
                  <a:lnTo>
                    <a:pt x="2101630" y="113114"/>
                  </a:lnTo>
                  <a:lnTo>
                    <a:pt x="2101630" y="114754"/>
                  </a:lnTo>
                  <a:lnTo>
                    <a:pt x="2098351" y="114754"/>
                  </a:lnTo>
                  <a:lnTo>
                    <a:pt x="2093433" y="114754"/>
                  </a:lnTo>
                  <a:lnTo>
                    <a:pt x="2098351" y="116393"/>
                  </a:lnTo>
                  <a:lnTo>
                    <a:pt x="2101630" y="116393"/>
                  </a:lnTo>
                  <a:lnTo>
                    <a:pt x="2104908" y="116393"/>
                  </a:lnTo>
                  <a:lnTo>
                    <a:pt x="2103269" y="121311"/>
                  </a:lnTo>
                  <a:lnTo>
                    <a:pt x="2099991" y="122950"/>
                  </a:lnTo>
                  <a:lnTo>
                    <a:pt x="2095073" y="122950"/>
                  </a:lnTo>
                  <a:lnTo>
                    <a:pt x="2091794" y="124590"/>
                  </a:lnTo>
                  <a:lnTo>
                    <a:pt x="2088515" y="126229"/>
                  </a:lnTo>
                  <a:lnTo>
                    <a:pt x="2083597" y="129508"/>
                  </a:lnTo>
                  <a:lnTo>
                    <a:pt x="2083597" y="134426"/>
                  </a:lnTo>
                  <a:lnTo>
                    <a:pt x="2078679" y="137704"/>
                  </a:lnTo>
                  <a:lnTo>
                    <a:pt x="2075400" y="137704"/>
                  </a:lnTo>
                  <a:lnTo>
                    <a:pt x="2072122" y="139344"/>
                  </a:lnTo>
                  <a:lnTo>
                    <a:pt x="2067204" y="139344"/>
                  </a:lnTo>
                  <a:lnTo>
                    <a:pt x="2063925" y="139344"/>
                  </a:lnTo>
                  <a:lnTo>
                    <a:pt x="2060646" y="139344"/>
                  </a:lnTo>
                  <a:lnTo>
                    <a:pt x="2055728" y="142622"/>
                  </a:lnTo>
                  <a:lnTo>
                    <a:pt x="2052449" y="145901"/>
                  </a:lnTo>
                  <a:lnTo>
                    <a:pt x="2052449" y="149180"/>
                  </a:lnTo>
                  <a:lnTo>
                    <a:pt x="2047532" y="150819"/>
                  </a:lnTo>
                  <a:lnTo>
                    <a:pt x="2044253" y="150819"/>
                  </a:lnTo>
                  <a:lnTo>
                    <a:pt x="2040974" y="150819"/>
                  </a:lnTo>
                  <a:lnTo>
                    <a:pt x="2036056" y="154098"/>
                  </a:lnTo>
                  <a:lnTo>
                    <a:pt x="2036056" y="157376"/>
                  </a:lnTo>
                  <a:lnTo>
                    <a:pt x="2037696" y="160655"/>
                  </a:lnTo>
                  <a:lnTo>
                    <a:pt x="2036056" y="165573"/>
                  </a:lnTo>
                  <a:lnTo>
                    <a:pt x="2032777" y="167212"/>
                  </a:lnTo>
                  <a:lnTo>
                    <a:pt x="2027859" y="168852"/>
                  </a:lnTo>
                  <a:lnTo>
                    <a:pt x="2024580" y="168852"/>
                  </a:lnTo>
                  <a:lnTo>
                    <a:pt x="2024580" y="168852"/>
                  </a:lnTo>
                  <a:lnTo>
                    <a:pt x="2026220" y="168852"/>
                  </a:lnTo>
                  <a:lnTo>
                    <a:pt x="2027859" y="168852"/>
                  </a:lnTo>
                  <a:lnTo>
                    <a:pt x="2032777" y="170491"/>
                  </a:lnTo>
                  <a:lnTo>
                    <a:pt x="2036056" y="170491"/>
                  </a:lnTo>
                  <a:lnTo>
                    <a:pt x="2040974" y="168852"/>
                  </a:lnTo>
                  <a:lnTo>
                    <a:pt x="2044253" y="165573"/>
                  </a:lnTo>
                  <a:lnTo>
                    <a:pt x="2047532" y="162294"/>
                  </a:lnTo>
                  <a:lnTo>
                    <a:pt x="2049170" y="160655"/>
                  </a:lnTo>
                  <a:lnTo>
                    <a:pt x="2044253" y="159016"/>
                  </a:lnTo>
                  <a:lnTo>
                    <a:pt x="2047532" y="154098"/>
                  </a:lnTo>
                  <a:lnTo>
                    <a:pt x="2050810" y="155737"/>
                  </a:lnTo>
                  <a:lnTo>
                    <a:pt x="2054089" y="155737"/>
                  </a:lnTo>
                  <a:lnTo>
                    <a:pt x="2059007" y="155737"/>
                  </a:lnTo>
                  <a:lnTo>
                    <a:pt x="2062286" y="155737"/>
                  </a:lnTo>
                  <a:lnTo>
                    <a:pt x="2065564" y="154098"/>
                  </a:lnTo>
                  <a:lnTo>
                    <a:pt x="2070483" y="155737"/>
                  </a:lnTo>
                  <a:lnTo>
                    <a:pt x="2073761" y="155737"/>
                  </a:lnTo>
                  <a:lnTo>
                    <a:pt x="2077039" y="155737"/>
                  </a:lnTo>
                  <a:lnTo>
                    <a:pt x="2081957" y="155737"/>
                  </a:lnTo>
                  <a:lnTo>
                    <a:pt x="2085236" y="155737"/>
                  </a:lnTo>
                  <a:lnTo>
                    <a:pt x="2088515" y="152458"/>
                  </a:lnTo>
                  <a:lnTo>
                    <a:pt x="2093433" y="152458"/>
                  </a:lnTo>
                  <a:lnTo>
                    <a:pt x="2096712" y="150819"/>
                  </a:lnTo>
                  <a:lnTo>
                    <a:pt x="2093433" y="150819"/>
                  </a:lnTo>
                  <a:lnTo>
                    <a:pt x="2096712" y="150819"/>
                  </a:lnTo>
                  <a:lnTo>
                    <a:pt x="2101630" y="150819"/>
                  </a:lnTo>
                  <a:lnTo>
                    <a:pt x="2104908" y="149180"/>
                  </a:lnTo>
                  <a:lnTo>
                    <a:pt x="2108187" y="149180"/>
                  </a:lnTo>
                  <a:lnTo>
                    <a:pt x="2113105" y="147540"/>
                  </a:lnTo>
                  <a:lnTo>
                    <a:pt x="2116384" y="145901"/>
                  </a:lnTo>
                  <a:lnTo>
                    <a:pt x="2121302" y="145901"/>
                  </a:lnTo>
                  <a:lnTo>
                    <a:pt x="2116384" y="144262"/>
                  </a:lnTo>
                  <a:lnTo>
                    <a:pt x="2113105" y="142622"/>
                  </a:lnTo>
                  <a:lnTo>
                    <a:pt x="2118023" y="144262"/>
                  </a:lnTo>
                  <a:lnTo>
                    <a:pt x="2121302" y="144262"/>
                  </a:lnTo>
                  <a:lnTo>
                    <a:pt x="2124581" y="145901"/>
                  </a:lnTo>
                  <a:lnTo>
                    <a:pt x="2129498" y="144262"/>
                  </a:lnTo>
                  <a:lnTo>
                    <a:pt x="2134416" y="144262"/>
                  </a:lnTo>
                  <a:lnTo>
                    <a:pt x="2136056" y="140983"/>
                  </a:lnTo>
                  <a:lnTo>
                    <a:pt x="2139334" y="139344"/>
                  </a:lnTo>
                  <a:lnTo>
                    <a:pt x="2144253" y="137704"/>
                  </a:lnTo>
                  <a:lnTo>
                    <a:pt x="2147531" y="137704"/>
                  </a:lnTo>
                  <a:lnTo>
                    <a:pt x="2150810" y="136065"/>
                  </a:lnTo>
                  <a:lnTo>
                    <a:pt x="2147531" y="134426"/>
                  </a:lnTo>
                  <a:lnTo>
                    <a:pt x="2145892" y="134426"/>
                  </a:lnTo>
                  <a:lnTo>
                    <a:pt x="2142613" y="132786"/>
                  </a:lnTo>
                  <a:lnTo>
                    <a:pt x="2137695" y="134426"/>
                  </a:lnTo>
                  <a:lnTo>
                    <a:pt x="2134416" y="136065"/>
                  </a:lnTo>
                  <a:lnTo>
                    <a:pt x="2131137" y="136065"/>
                  </a:lnTo>
                  <a:lnTo>
                    <a:pt x="2126220" y="136065"/>
                  </a:lnTo>
                  <a:lnTo>
                    <a:pt x="2126220" y="136065"/>
                  </a:lnTo>
                  <a:lnTo>
                    <a:pt x="2122941" y="136065"/>
                  </a:lnTo>
                  <a:lnTo>
                    <a:pt x="2118023" y="137704"/>
                  </a:lnTo>
                  <a:lnTo>
                    <a:pt x="2114744" y="136065"/>
                  </a:lnTo>
                  <a:lnTo>
                    <a:pt x="2111466" y="131147"/>
                  </a:lnTo>
                  <a:lnTo>
                    <a:pt x="2114744" y="129508"/>
                  </a:lnTo>
                  <a:lnTo>
                    <a:pt x="2114744" y="126229"/>
                  </a:lnTo>
                  <a:lnTo>
                    <a:pt x="2116384" y="126229"/>
                  </a:lnTo>
                  <a:lnTo>
                    <a:pt x="2121302" y="126229"/>
                  </a:lnTo>
                  <a:lnTo>
                    <a:pt x="2124581" y="126229"/>
                  </a:lnTo>
                  <a:lnTo>
                    <a:pt x="2129498" y="126229"/>
                  </a:lnTo>
                  <a:lnTo>
                    <a:pt x="2134416" y="126229"/>
                  </a:lnTo>
                  <a:lnTo>
                    <a:pt x="2139334" y="127868"/>
                  </a:lnTo>
                  <a:lnTo>
                    <a:pt x="2142613" y="129508"/>
                  </a:lnTo>
                  <a:lnTo>
                    <a:pt x="2147531" y="127868"/>
                  </a:lnTo>
                  <a:lnTo>
                    <a:pt x="2149171" y="124590"/>
                  </a:lnTo>
                  <a:lnTo>
                    <a:pt x="2152450" y="124590"/>
                  </a:lnTo>
                  <a:lnTo>
                    <a:pt x="2155727" y="126229"/>
                  </a:lnTo>
                  <a:lnTo>
                    <a:pt x="2152450" y="126229"/>
                  </a:lnTo>
                  <a:lnTo>
                    <a:pt x="2155727" y="131147"/>
                  </a:lnTo>
                  <a:lnTo>
                    <a:pt x="2155727" y="131147"/>
                  </a:lnTo>
                  <a:lnTo>
                    <a:pt x="2160646" y="132786"/>
                  </a:lnTo>
                  <a:lnTo>
                    <a:pt x="2163924" y="132786"/>
                  </a:lnTo>
                  <a:lnTo>
                    <a:pt x="2168843" y="134426"/>
                  </a:lnTo>
                  <a:lnTo>
                    <a:pt x="2172121" y="134426"/>
                  </a:lnTo>
                  <a:lnTo>
                    <a:pt x="2177040" y="136065"/>
                  </a:lnTo>
                  <a:lnTo>
                    <a:pt x="2181957" y="136065"/>
                  </a:lnTo>
                  <a:lnTo>
                    <a:pt x="2185236" y="136065"/>
                  </a:lnTo>
                  <a:lnTo>
                    <a:pt x="2190154" y="136065"/>
                  </a:lnTo>
                  <a:lnTo>
                    <a:pt x="2193433" y="136065"/>
                  </a:lnTo>
                  <a:lnTo>
                    <a:pt x="2198351" y="136065"/>
                  </a:lnTo>
                  <a:lnTo>
                    <a:pt x="2201630" y="132786"/>
                  </a:lnTo>
                  <a:lnTo>
                    <a:pt x="2198351" y="131147"/>
                  </a:lnTo>
                  <a:lnTo>
                    <a:pt x="2193433" y="126229"/>
                  </a:lnTo>
                  <a:lnTo>
                    <a:pt x="2198351" y="127868"/>
                  </a:lnTo>
                  <a:lnTo>
                    <a:pt x="2201630" y="129508"/>
                  </a:lnTo>
                  <a:lnTo>
                    <a:pt x="2206547" y="131147"/>
                  </a:lnTo>
                  <a:lnTo>
                    <a:pt x="2211465" y="132786"/>
                  </a:lnTo>
                  <a:lnTo>
                    <a:pt x="2214744" y="136065"/>
                  </a:lnTo>
                  <a:lnTo>
                    <a:pt x="2218023" y="136065"/>
                  </a:lnTo>
                  <a:lnTo>
                    <a:pt x="2221301" y="139344"/>
                  </a:lnTo>
                  <a:lnTo>
                    <a:pt x="2219662" y="142622"/>
                  </a:lnTo>
                  <a:lnTo>
                    <a:pt x="2224580" y="145901"/>
                  </a:lnTo>
                  <a:lnTo>
                    <a:pt x="2227859" y="147540"/>
                  </a:lnTo>
                  <a:lnTo>
                    <a:pt x="2231138" y="149180"/>
                  </a:lnTo>
                  <a:lnTo>
                    <a:pt x="2236055" y="152458"/>
                  </a:lnTo>
                  <a:lnTo>
                    <a:pt x="2237694" y="152458"/>
                  </a:lnTo>
                  <a:lnTo>
                    <a:pt x="2237694" y="152458"/>
                  </a:lnTo>
                  <a:lnTo>
                    <a:pt x="2240973" y="150819"/>
                  </a:lnTo>
                  <a:lnTo>
                    <a:pt x="2244252" y="149180"/>
                  </a:lnTo>
                  <a:lnTo>
                    <a:pt x="2240973" y="149180"/>
                  </a:lnTo>
                  <a:lnTo>
                    <a:pt x="2237694" y="147540"/>
                  </a:lnTo>
                  <a:lnTo>
                    <a:pt x="2234416" y="147540"/>
                  </a:lnTo>
                  <a:lnTo>
                    <a:pt x="2229498" y="145901"/>
                  </a:lnTo>
                  <a:lnTo>
                    <a:pt x="2226220" y="144262"/>
                  </a:lnTo>
                  <a:lnTo>
                    <a:pt x="2229498" y="142622"/>
                  </a:lnTo>
                  <a:lnTo>
                    <a:pt x="2234416" y="142622"/>
                  </a:lnTo>
                  <a:lnTo>
                    <a:pt x="2237694" y="140983"/>
                  </a:lnTo>
                  <a:lnTo>
                    <a:pt x="2242613" y="140983"/>
                  </a:lnTo>
                  <a:lnTo>
                    <a:pt x="2245891" y="140983"/>
                  </a:lnTo>
                  <a:lnTo>
                    <a:pt x="2249170" y="140983"/>
                  </a:lnTo>
                  <a:lnTo>
                    <a:pt x="2254088" y="140983"/>
                  </a:lnTo>
                  <a:lnTo>
                    <a:pt x="2257367" y="139344"/>
                  </a:lnTo>
                  <a:lnTo>
                    <a:pt x="2262284" y="137704"/>
                  </a:lnTo>
                  <a:lnTo>
                    <a:pt x="2265563" y="137704"/>
                  </a:lnTo>
                  <a:lnTo>
                    <a:pt x="2268842" y="136065"/>
                  </a:lnTo>
                  <a:lnTo>
                    <a:pt x="2272121" y="136065"/>
                  </a:lnTo>
                  <a:lnTo>
                    <a:pt x="2277039" y="136065"/>
                  </a:lnTo>
                  <a:lnTo>
                    <a:pt x="2280318" y="136065"/>
                  </a:lnTo>
                  <a:lnTo>
                    <a:pt x="2285235" y="136065"/>
                  </a:lnTo>
                  <a:lnTo>
                    <a:pt x="2288514" y="137704"/>
                  </a:lnTo>
                  <a:lnTo>
                    <a:pt x="2291793" y="137704"/>
                  </a:lnTo>
                  <a:lnTo>
                    <a:pt x="2296711" y="137704"/>
                  </a:lnTo>
                  <a:lnTo>
                    <a:pt x="2299990" y="137704"/>
                  </a:lnTo>
                  <a:lnTo>
                    <a:pt x="2304908" y="137704"/>
                  </a:lnTo>
                  <a:lnTo>
                    <a:pt x="2308187" y="137704"/>
                  </a:lnTo>
                  <a:lnTo>
                    <a:pt x="2311464" y="139344"/>
                  </a:lnTo>
                  <a:lnTo>
                    <a:pt x="2316383" y="139344"/>
                  </a:lnTo>
                  <a:lnTo>
                    <a:pt x="2321301" y="139344"/>
                  </a:lnTo>
                  <a:lnTo>
                    <a:pt x="2324580" y="140983"/>
                  </a:lnTo>
                  <a:lnTo>
                    <a:pt x="2329498" y="140983"/>
                  </a:lnTo>
                  <a:lnTo>
                    <a:pt x="2332777" y="140983"/>
                  </a:lnTo>
                  <a:lnTo>
                    <a:pt x="2337694" y="140983"/>
                  </a:lnTo>
                  <a:lnTo>
                    <a:pt x="2340973" y="140983"/>
                  </a:lnTo>
                  <a:lnTo>
                    <a:pt x="2344251" y="140983"/>
                  </a:lnTo>
                  <a:lnTo>
                    <a:pt x="2347530" y="140983"/>
                  </a:lnTo>
                  <a:lnTo>
                    <a:pt x="2352448" y="140983"/>
                  </a:lnTo>
                  <a:lnTo>
                    <a:pt x="2355727" y="140983"/>
                  </a:lnTo>
                  <a:lnTo>
                    <a:pt x="2360645" y="140983"/>
                  </a:lnTo>
                  <a:lnTo>
                    <a:pt x="2363923" y="140983"/>
                  </a:lnTo>
                  <a:lnTo>
                    <a:pt x="2367202" y="142622"/>
                  </a:lnTo>
                  <a:lnTo>
                    <a:pt x="2372120" y="145901"/>
                  </a:lnTo>
                  <a:lnTo>
                    <a:pt x="2367202" y="145901"/>
                  </a:lnTo>
                  <a:lnTo>
                    <a:pt x="2363923" y="144262"/>
                  </a:lnTo>
                  <a:lnTo>
                    <a:pt x="2360645" y="147540"/>
                  </a:lnTo>
                  <a:lnTo>
                    <a:pt x="2363923" y="150819"/>
                  </a:lnTo>
                  <a:lnTo>
                    <a:pt x="2367202" y="152458"/>
                  </a:lnTo>
                  <a:lnTo>
                    <a:pt x="2372120" y="154098"/>
                  </a:lnTo>
                  <a:lnTo>
                    <a:pt x="2375399" y="154098"/>
                  </a:lnTo>
                  <a:lnTo>
                    <a:pt x="2378678" y="155737"/>
                  </a:lnTo>
                  <a:lnTo>
                    <a:pt x="2383596" y="155737"/>
                  </a:lnTo>
                  <a:lnTo>
                    <a:pt x="2386875" y="157376"/>
                  </a:lnTo>
                  <a:lnTo>
                    <a:pt x="2390153" y="157376"/>
                  </a:lnTo>
                  <a:lnTo>
                    <a:pt x="2395071" y="157376"/>
                  </a:lnTo>
                  <a:lnTo>
                    <a:pt x="2398350" y="159016"/>
                  </a:lnTo>
                  <a:lnTo>
                    <a:pt x="2403268" y="159016"/>
                  </a:lnTo>
                  <a:lnTo>
                    <a:pt x="2406547" y="160655"/>
                  </a:lnTo>
                  <a:lnTo>
                    <a:pt x="2409825" y="160655"/>
                  </a:lnTo>
                  <a:lnTo>
                    <a:pt x="2411465" y="160655"/>
                  </a:lnTo>
                  <a:lnTo>
                    <a:pt x="2413103" y="160655"/>
                  </a:lnTo>
                  <a:lnTo>
                    <a:pt x="2414743" y="160655"/>
                  </a:lnTo>
                  <a:lnTo>
                    <a:pt x="2419661" y="160655"/>
                  </a:lnTo>
                  <a:lnTo>
                    <a:pt x="2421300" y="160655"/>
                  </a:lnTo>
                  <a:lnTo>
                    <a:pt x="2426218" y="160655"/>
                  </a:lnTo>
                  <a:lnTo>
                    <a:pt x="2429497" y="160655"/>
                  </a:lnTo>
                  <a:lnTo>
                    <a:pt x="2432776" y="162294"/>
                  </a:lnTo>
                  <a:lnTo>
                    <a:pt x="2437694" y="162294"/>
                  </a:lnTo>
                  <a:lnTo>
                    <a:pt x="2442611" y="162294"/>
                  </a:lnTo>
                  <a:lnTo>
                    <a:pt x="2445890" y="163934"/>
                  </a:lnTo>
                  <a:lnTo>
                    <a:pt x="2449169" y="163934"/>
                  </a:lnTo>
                  <a:lnTo>
                    <a:pt x="2454087" y="162294"/>
                  </a:lnTo>
                  <a:lnTo>
                    <a:pt x="2457366" y="162294"/>
                  </a:lnTo>
                  <a:lnTo>
                    <a:pt x="2462284" y="162294"/>
                  </a:lnTo>
                  <a:lnTo>
                    <a:pt x="2465562" y="162294"/>
                  </a:lnTo>
                  <a:lnTo>
                    <a:pt x="2468841" y="162294"/>
                  </a:lnTo>
                  <a:lnTo>
                    <a:pt x="2473759" y="162294"/>
                  </a:lnTo>
                  <a:lnTo>
                    <a:pt x="2475398" y="162294"/>
                  </a:lnTo>
                  <a:lnTo>
                    <a:pt x="2480317" y="162294"/>
                  </a:lnTo>
                  <a:lnTo>
                    <a:pt x="2485235" y="162294"/>
                  </a:lnTo>
                  <a:lnTo>
                    <a:pt x="2485235" y="160655"/>
                  </a:lnTo>
                  <a:lnTo>
                    <a:pt x="2488514" y="160655"/>
                  </a:lnTo>
                  <a:lnTo>
                    <a:pt x="2491791" y="160655"/>
                  </a:lnTo>
                  <a:lnTo>
                    <a:pt x="2496710" y="160655"/>
                  </a:lnTo>
                  <a:lnTo>
                    <a:pt x="2499988" y="162294"/>
                  </a:lnTo>
                  <a:lnTo>
                    <a:pt x="2504907" y="163934"/>
                  </a:lnTo>
                  <a:lnTo>
                    <a:pt x="2508185" y="160655"/>
                  </a:lnTo>
                  <a:lnTo>
                    <a:pt x="2506546" y="157376"/>
                  </a:lnTo>
                  <a:lnTo>
                    <a:pt x="2503267" y="155737"/>
                  </a:lnTo>
                  <a:lnTo>
                    <a:pt x="2503267" y="155737"/>
                  </a:lnTo>
                  <a:lnTo>
                    <a:pt x="2503267" y="155737"/>
                  </a:lnTo>
                  <a:lnTo>
                    <a:pt x="2503267" y="155737"/>
                  </a:lnTo>
                  <a:lnTo>
                    <a:pt x="2506546" y="154098"/>
                  </a:lnTo>
                  <a:lnTo>
                    <a:pt x="2503267" y="152458"/>
                  </a:lnTo>
                  <a:lnTo>
                    <a:pt x="2498349" y="150819"/>
                  </a:lnTo>
                  <a:lnTo>
                    <a:pt x="2495070" y="147540"/>
                  </a:lnTo>
                  <a:lnTo>
                    <a:pt x="2491791" y="144262"/>
                  </a:lnTo>
                  <a:lnTo>
                    <a:pt x="2488514" y="144262"/>
                  </a:lnTo>
                  <a:lnTo>
                    <a:pt x="2485235" y="139344"/>
                  </a:lnTo>
                  <a:lnTo>
                    <a:pt x="2485235" y="136065"/>
                  </a:lnTo>
                  <a:lnTo>
                    <a:pt x="2490153" y="137704"/>
                  </a:lnTo>
                  <a:lnTo>
                    <a:pt x="2493431" y="139344"/>
                  </a:lnTo>
                  <a:lnTo>
                    <a:pt x="2496710" y="137704"/>
                  </a:lnTo>
                  <a:lnTo>
                    <a:pt x="2493431" y="134426"/>
                  </a:lnTo>
                  <a:lnTo>
                    <a:pt x="2496710" y="136065"/>
                  </a:lnTo>
                  <a:lnTo>
                    <a:pt x="2499988" y="136065"/>
                  </a:lnTo>
                  <a:lnTo>
                    <a:pt x="2504907" y="132786"/>
                  </a:lnTo>
                  <a:lnTo>
                    <a:pt x="2508185" y="134426"/>
                  </a:lnTo>
                  <a:lnTo>
                    <a:pt x="2513104" y="136065"/>
                  </a:lnTo>
                  <a:lnTo>
                    <a:pt x="2516382" y="136065"/>
                  </a:lnTo>
                  <a:lnTo>
                    <a:pt x="2519660" y="136065"/>
                  </a:lnTo>
                  <a:lnTo>
                    <a:pt x="2524578" y="136065"/>
                  </a:lnTo>
                  <a:lnTo>
                    <a:pt x="2527857" y="137704"/>
                  </a:lnTo>
                  <a:lnTo>
                    <a:pt x="2532775" y="137704"/>
                  </a:lnTo>
                  <a:lnTo>
                    <a:pt x="2536054" y="140983"/>
                  </a:lnTo>
                  <a:lnTo>
                    <a:pt x="2539333" y="140983"/>
                  </a:lnTo>
                  <a:lnTo>
                    <a:pt x="2542612" y="142622"/>
                  </a:lnTo>
                  <a:lnTo>
                    <a:pt x="2547529" y="142622"/>
                  </a:lnTo>
                  <a:lnTo>
                    <a:pt x="2549168" y="145901"/>
                  </a:lnTo>
                  <a:lnTo>
                    <a:pt x="2554087" y="144262"/>
                  </a:lnTo>
                  <a:lnTo>
                    <a:pt x="2557365" y="142622"/>
                  </a:lnTo>
                  <a:lnTo>
                    <a:pt x="2562284" y="142622"/>
                  </a:lnTo>
                  <a:lnTo>
                    <a:pt x="2565562" y="142622"/>
                  </a:lnTo>
                  <a:lnTo>
                    <a:pt x="2568840" y="142622"/>
                  </a:lnTo>
                  <a:lnTo>
                    <a:pt x="2565562" y="144262"/>
                  </a:lnTo>
                  <a:lnTo>
                    <a:pt x="2568840" y="147540"/>
                  </a:lnTo>
                  <a:lnTo>
                    <a:pt x="2572119" y="147540"/>
                  </a:lnTo>
                  <a:lnTo>
                    <a:pt x="2575398" y="149180"/>
                  </a:lnTo>
                  <a:lnTo>
                    <a:pt x="2577037" y="147540"/>
                  </a:lnTo>
                  <a:lnTo>
                    <a:pt x="2577037" y="147540"/>
                  </a:lnTo>
                  <a:lnTo>
                    <a:pt x="2578677" y="147540"/>
                  </a:lnTo>
                  <a:lnTo>
                    <a:pt x="2581955" y="145901"/>
                  </a:lnTo>
                  <a:lnTo>
                    <a:pt x="2586874" y="145901"/>
                  </a:lnTo>
                  <a:lnTo>
                    <a:pt x="2581955" y="142622"/>
                  </a:lnTo>
                  <a:lnTo>
                    <a:pt x="2585234" y="142622"/>
                  </a:lnTo>
                  <a:lnTo>
                    <a:pt x="2590152" y="142622"/>
                  </a:lnTo>
                  <a:lnTo>
                    <a:pt x="2595070" y="144262"/>
                  </a:lnTo>
                  <a:lnTo>
                    <a:pt x="2598348" y="144262"/>
                  </a:lnTo>
                  <a:lnTo>
                    <a:pt x="2601627" y="144262"/>
                  </a:lnTo>
                  <a:lnTo>
                    <a:pt x="2604906" y="144262"/>
                  </a:lnTo>
                  <a:lnTo>
                    <a:pt x="2609824" y="144262"/>
                  </a:lnTo>
                  <a:lnTo>
                    <a:pt x="2613103" y="144262"/>
                  </a:lnTo>
                  <a:lnTo>
                    <a:pt x="2611464" y="145901"/>
                  </a:lnTo>
                  <a:lnTo>
                    <a:pt x="2616382" y="145901"/>
                  </a:lnTo>
                  <a:lnTo>
                    <a:pt x="2619661" y="149180"/>
                  </a:lnTo>
                  <a:lnTo>
                    <a:pt x="2624578" y="149180"/>
                  </a:lnTo>
                  <a:lnTo>
                    <a:pt x="2627857" y="150819"/>
                  </a:lnTo>
                  <a:lnTo>
                    <a:pt x="2627857" y="152458"/>
                  </a:lnTo>
                  <a:lnTo>
                    <a:pt x="2632775" y="152458"/>
                  </a:lnTo>
                  <a:lnTo>
                    <a:pt x="2636054" y="152458"/>
                  </a:lnTo>
                  <a:lnTo>
                    <a:pt x="2640972" y="152458"/>
                  </a:lnTo>
                  <a:lnTo>
                    <a:pt x="2644251" y="154098"/>
                  </a:lnTo>
                  <a:lnTo>
                    <a:pt x="2649168" y="154098"/>
                  </a:lnTo>
                  <a:lnTo>
                    <a:pt x="2650807" y="159016"/>
                  </a:lnTo>
                  <a:lnTo>
                    <a:pt x="2650807" y="159016"/>
                  </a:lnTo>
                  <a:lnTo>
                    <a:pt x="2655725" y="157376"/>
                  </a:lnTo>
                  <a:lnTo>
                    <a:pt x="2659004" y="157376"/>
                  </a:lnTo>
                  <a:lnTo>
                    <a:pt x="2655725" y="162294"/>
                  </a:lnTo>
                  <a:lnTo>
                    <a:pt x="2652447" y="163934"/>
                  </a:lnTo>
                  <a:lnTo>
                    <a:pt x="2649168" y="163934"/>
                  </a:lnTo>
                  <a:lnTo>
                    <a:pt x="2649168" y="163934"/>
                  </a:lnTo>
                  <a:lnTo>
                    <a:pt x="2649168" y="163934"/>
                  </a:lnTo>
                  <a:lnTo>
                    <a:pt x="2649168" y="165573"/>
                  </a:lnTo>
                  <a:lnTo>
                    <a:pt x="2652447" y="165573"/>
                  </a:lnTo>
                  <a:lnTo>
                    <a:pt x="2657365" y="165573"/>
                  </a:lnTo>
                  <a:lnTo>
                    <a:pt x="2660644" y="165573"/>
                  </a:lnTo>
                  <a:lnTo>
                    <a:pt x="2665562" y="165573"/>
                  </a:lnTo>
                  <a:lnTo>
                    <a:pt x="2668841" y="167212"/>
                  </a:lnTo>
                  <a:lnTo>
                    <a:pt x="2673758" y="167212"/>
                  </a:lnTo>
                  <a:lnTo>
                    <a:pt x="2668841" y="168852"/>
                  </a:lnTo>
                  <a:lnTo>
                    <a:pt x="2665562" y="168852"/>
                  </a:lnTo>
                  <a:lnTo>
                    <a:pt x="2662283" y="168852"/>
                  </a:lnTo>
                  <a:lnTo>
                    <a:pt x="2667201" y="170491"/>
                  </a:lnTo>
                  <a:lnTo>
                    <a:pt x="2672119" y="170491"/>
                  </a:lnTo>
                  <a:lnTo>
                    <a:pt x="2675397" y="170491"/>
                  </a:lnTo>
                  <a:lnTo>
                    <a:pt x="2678676" y="172130"/>
                  </a:lnTo>
                  <a:lnTo>
                    <a:pt x="2678676" y="172130"/>
                  </a:lnTo>
                  <a:lnTo>
                    <a:pt x="2673758" y="173770"/>
                  </a:lnTo>
                  <a:lnTo>
                    <a:pt x="2672119" y="172130"/>
                  </a:lnTo>
                  <a:lnTo>
                    <a:pt x="2672119" y="173770"/>
                  </a:lnTo>
                  <a:lnTo>
                    <a:pt x="2675397" y="175409"/>
                  </a:lnTo>
                  <a:lnTo>
                    <a:pt x="2672119" y="177048"/>
                  </a:lnTo>
                  <a:lnTo>
                    <a:pt x="2667201" y="177048"/>
                  </a:lnTo>
                  <a:lnTo>
                    <a:pt x="2663922" y="177048"/>
                  </a:lnTo>
                  <a:lnTo>
                    <a:pt x="2662283" y="177048"/>
                  </a:lnTo>
                  <a:lnTo>
                    <a:pt x="2662283" y="177048"/>
                  </a:lnTo>
                  <a:lnTo>
                    <a:pt x="2662283" y="177048"/>
                  </a:lnTo>
                  <a:lnTo>
                    <a:pt x="2667201" y="178688"/>
                  </a:lnTo>
                  <a:lnTo>
                    <a:pt x="2670480" y="178688"/>
                  </a:lnTo>
                  <a:lnTo>
                    <a:pt x="2673758" y="180327"/>
                  </a:lnTo>
                  <a:lnTo>
                    <a:pt x="2678676" y="180327"/>
                  </a:lnTo>
                  <a:lnTo>
                    <a:pt x="2681955" y="180327"/>
                  </a:lnTo>
                  <a:lnTo>
                    <a:pt x="2685234" y="180327"/>
                  </a:lnTo>
                  <a:lnTo>
                    <a:pt x="2690152" y="180327"/>
                  </a:lnTo>
                  <a:lnTo>
                    <a:pt x="2690152" y="181966"/>
                  </a:lnTo>
                  <a:lnTo>
                    <a:pt x="2693431" y="181966"/>
                  </a:lnTo>
                  <a:lnTo>
                    <a:pt x="2698348" y="183606"/>
                  </a:lnTo>
                  <a:lnTo>
                    <a:pt x="2699987" y="185245"/>
                  </a:lnTo>
                  <a:lnTo>
                    <a:pt x="2699987" y="186884"/>
                  </a:lnTo>
                  <a:lnTo>
                    <a:pt x="2703266" y="188524"/>
                  </a:lnTo>
                  <a:lnTo>
                    <a:pt x="2706545" y="188524"/>
                  </a:lnTo>
                  <a:lnTo>
                    <a:pt x="2703266" y="191802"/>
                  </a:lnTo>
                  <a:lnTo>
                    <a:pt x="2706545" y="191802"/>
                  </a:lnTo>
                  <a:lnTo>
                    <a:pt x="2703266" y="193442"/>
                  </a:lnTo>
                  <a:lnTo>
                    <a:pt x="2699987" y="193442"/>
                  </a:lnTo>
                  <a:lnTo>
                    <a:pt x="2695070" y="193442"/>
                  </a:lnTo>
                  <a:lnTo>
                    <a:pt x="2691791" y="193442"/>
                  </a:lnTo>
                  <a:lnTo>
                    <a:pt x="2686873" y="193442"/>
                  </a:lnTo>
                  <a:lnTo>
                    <a:pt x="2683594" y="191802"/>
                  </a:lnTo>
                  <a:lnTo>
                    <a:pt x="2681955" y="190163"/>
                  </a:lnTo>
                  <a:lnTo>
                    <a:pt x="2678676" y="190163"/>
                  </a:lnTo>
                  <a:lnTo>
                    <a:pt x="2673758" y="188524"/>
                  </a:lnTo>
                  <a:lnTo>
                    <a:pt x="2670480" y="188524"/>
                  </a:lnTo>
                  <a:lnTo>
                    <a:pt x="2670480" y="188524"/>
                  </a:lnTo>
                  <a:lnTo>
                    <a:pt x="2672119" y="190163"/>
                  </a:lnTo>
                  <a:lnTo>
                    <a:pt x="2675397" y="191802"/>
                  </a:lnTo>
                  <a:lnTo>
                    <a:pt x="2677037" y="193442"/>
                  </a:lnTo>
                  <a:lnTo>
                    <a:pt x="2678676" y="193442"/>
                  </a:lnTo>
                  <a:lnTo>
                    <a:pt x="2683594" y="195081"/>
                  </a:lnTo>
                  <a:lnTo>
                    <a:pt x="2686873" y="198360"/>
                  </a:lnTo>
                  <a:lnTo>
                    <a:pt x="2690152" y="199999"/>
                  </a:lnTo>
                  <a:lnTo>
                    <a:pt x="2695070" y="199999"/>
                  </a:lnTo>
                  <a:lnTo>
                    <a:pt x="2698348" y="203278"/>
                  </a:lnTo>
                  <a:lnTo>
                    <a:pt x="2701627" y="204917"/>
                  </a:lnTo>
                  <a:lnTo>
                    <a:pt x="2706545" y="204917"/>
                  </a:lnTo>
                  <a:lnTo>
                    <a:pt x="2709824" y="206556"/>
                  </a:lnTo>
                  <a:lnTo>
                    <a:pt x="2713102" y="203278"/>
                  </a:lnTo>
                  <a:lnTo>
                    <a:pt x="2709824" y="201638"/>
                  </a:lnTo>
                  <a:lnTo>
                    <a:pt x="2704905" y="198360"/>
                  </a:lnTo>
                  <a:lnTo>
                    <a:pt x="2701627" y="196720"/>
                  </a:lnTo>
                  <a:lnTo>
                    <a:pt x="2704905" y="196720"/>
                  </a:lnTo>
                  <a:lnTo>
                    <a:pt x="2708184" y="198360"/>
                  </a:lnTo>
                  <a:lnTo>
                    <a:pt x="2711463" y="199999"/>
                  </a:lnTo>
                  <a:lnTo>
                    <a:pt x="2716381" y="203278"/>
                  </a:lnTo>
                  <a:lnTo>
                    <a:pt x="2719660" y="204917"/>
                  </a:lnTo>
                  <a:lnTo>
                    <a:pt x="2724577" y="206556"/>
                  </a:lnTo>
                  <a:lnTo>
                    <a:pt x="2719660" y="204917"/>
                  </a:lnTo>
                  <a:lnTo>
                    <a:pt x="2716381" y="206556"/>
                  </a:lnTo>
                  <a:lnTo>
                    <a:pt x="2711463" y="206556"/>
                  </a:lnTo>
                  <a:lnTo>
                    <a:pt x="2713102" y="211474"/>
                  </a:lnTo>
                  <a:lnTo>
                    <a:pt x="2716381" y="211474"/>
                  </a:lnTo>
                  <a:lnTo>
                    <a:pt x="2721299" y="211474"/>
                  </a:lnTo>
                  <a:lnTo>
                    <a:pt x="2724577" y="213114"/>
                  </a:lnTo>
                  <a:lnTo>
                    <a:pt x="2727856" y="214753"/>
                  </a:lnTo>
                  <a:lnTo>
                    <a:pt x="2732774" y="216392"/>
                  </a:lnTo>
                  <a:lnTo>
                    <a:pt x="2736053" y="218032"/>
                  </a:lnTo>
                  <a:lnTo>
                    <a:pt x="2739332" y="221310"/>
                  </a:lnTo>
                  <a:lnTo>
                    <a:pt x="2744250" y="221310"/>
                  </a:lnTo>
                  <a:lnTo>
                    <a:pt x="2747529" y="222950"/>
                  </a:lnTo>
                  <a:lnTo>
                    <a:pt x="2750807" y="224589"/>
                  </a:lnTo>
                  <a:lnTo>
                    <a:pt x="2755725" y="226228"/>
                  </a:lnTo>
                  <a:lnTo>
                    <a:pt x="2759004" y="229507"/>
                  </a:lnTo>
                  <a:lnTo>
                    <a:pt x="2762282" y="229507"/>
                  </a:lnTo>
                  <a:lnTo>
                    <a:pt x="2765561" y="229507"/>
                  </a:lnTo>
                  <a:lnTo>
                    <a:pt x="2770479" y="231146"/>
                  </a:lnTo>
                  <a:lnTo>
                    <a:pt x="2773758" y="232786"/>
                  </a:lnTo>
                  <a:lnTo>
                    <a:pt x="2778675" y="234425"/>
                  </a:lnTo>
                  <a:lnTo>
                    <a:pt x="2781954" y="236065"/>
                  </a:lnTo>
                  <a:lnTo>
                    <a:pt x="2786872" y="236065"/>
                  </a:lnTo>
                  <a:lnTo>
                    <a:pt x="2790151" y="237704"/>
                  </a:lnTo>
                  <a:lnTo>
                    <a:pt x="2793430" y="234425"/>
                  </a:lnTo>
                  <a:lnTo>
                    <a:pt x="2798348" y="237704"/>
                  </a:lnTo>
                  <a:lnTo>
                    <a:pt x="2801627" y="239343"/>
                  </a:lnTo>
                  <a:lnTo>
                    <a:pt x="2804905" y="242622"/>
                  </a:lnTo>
                  <a:lnTo>
                    <a:pt x="2809823" y="242622"/>
                  </a:lnTo>
                  <a:lnTo>
                    <a:pt x="2813102" y="242622"/>
                  </a:lnTo>
                  <a:lnTo>
                    <a:pt x="2816381" y="239343"/>
                  </a:lnTo>
                  <a:lnTo>
                    <a:pt x="2816381" y="234425"/>
                  </a:lnTo>
                  <a:lnTo>
                    <a:pt x="2814741" y="231146"/>
                  </a:lnTo>
                  <a:lnTo>
                    <a:pt x="2814741" y="231146"/>
                  </a:lnTo>
                  <a:lnTo>
                    <a:pt x="2814741" y="227868"/>
                  </a:lnTo>
                  <a:lnTo>
                    <a:pt x="2818020" y="224589"/>
                  </a:lnTo>
                  <a:lnTo>
                    <a:pt x="2813102" y="224589"/>
                  </a:lnTo>
                  <a:lnTo>
                    <a:pt x="2809823" y="221310"/>
                  </a:lnTo>
                  <a:lnTo>
                    <a:pt x="2808184" y="216392"/>
                  </a:lnTo>
                  <a:lnTo>
                    <a:pt x="2804905" y="213114"/>
                  </a:lnTo>
                  <a:lnTo>
                    <a:pt x="2803265" y="209835"/>
                  </a:lnTo>
                  <a:lnTo>
                    <a:pt x="2803265" y="206556"/>
                  </a:lnTo>
                  <a:lnTo>
                    <a:pt x="2801627" y="201638"/>
                  </a:lnTo>
                  <a:lnTo>
                    <a:pt x="2804905" y="199999"/>
                  </a:lnTo>
                  <a:lnTo>
                    <a:pt x="2809823" y="203278"/>
                  </a:lnTo>
                  <a:lnTo>
                    <a:pt x="2814741" y="204917"/>
                  </a:lnTo>
                  <a:lnTo>
                    <a:pt x="2818020" y="206556"/>
                  </a:lnTo>
                  <a:lnTo>
                    <a:pt x="2822938" y="208196"/>
                  </a:lnTo>
                  <a:lnTo>
                    <a:pt x="2826217" y="209835"/>
                  </a:lnTo>
                  <a:lnTo>
                    <a:pt x="2829495" y="211474"/>
                  </a:lnTo>
                  <a:lnTo>
                    <a:pt x="2834413" y="213114"/>
                  </a:lnTo>
                  <a:lnTo>
                    <a:pt x="2837692" y="214753"/>
                  </a:lnTo>
                  <a:lnTo>
                    <a:pt x="2842610" y="214753"/>
                  </a:lnTo>
                  <a:lnTo>
                    <a:pt x="2845889" y="216392"/>
                  </a:lnTo>
                  <a:lnTo>
                    <a:pt x="2849168" y="216392"/>
                  </a:lnTo>
                  <a:lnTo>
                    <a:pt x="2854085" y="218032"/>
                  </a:lnTo>
                  <a:lnTo>
                    <a:pt x="2857364" y="218032"/>
                  </a:lnTo>
                  <a:lnTo>
                    <a:pt x="2862282" y="218032"/>
                  </a:lnTo>
                  <a:lnTo>
                    <a:pt x="2867200" y="219671"/>
                  </a:lnTo>
                  <a:lnTo>
                    <a:pt x="2870479" y="219671"/>
                  </a:lnTo>
                  <a:lnTo>
                    <a:pt x="2873758" y="219671"/>
                  </a:lnTo>
                  <a:lnTo>
                    <a:pt x="2878676" y="218032"/>
                  </a:lnTo>
                  <a:lnTo>
                    <a:pt x="2881954" y="219671"/>
                  </a:lnTo>
                  <a:lnTo>
                    <a:pt x="2885232" y="222950"/>
                  </a:lnTo>
                  <a:lnTo>
                    <a:pt x="2883593" y="219671"/>
                  </a:lnTo>
                  <a:lnTo>
                    <a:pt x="2881954" y="218032"/>
                  </a:lnTo>
                  <a:lnTo>
                    <a:pt x="2883593" y="214753"/>
                  </a:lnTo>
                  <a:lnTo>
                    <a:pt x="2888511" y="214753"/>
                  </a:lnTo>
                  <a:lnTo>
                    <a:pt x="2891790" y="213114"/>
                  </a:lnTo>
                  <a:lnTo>
                    <a:pt x="2895069" y="211474"/>
                  </a:lnTo>
                  <a:lnTo>
                    <a:pt x="2899987" y="209835"/>
                  </a:lnTo>
                  <a:lnTo>
                    <a:pt x="2903266" y="209835"/>
                  </a:lnTo>
                  <a:lnTo>
                    <a:pt x="2906544" y="209835"/>
                  </a:lnTo>
                  <a:lnTo>
                    <a:pt x="2911462" y="211474"/>
                  </a:lnTo>
                  <a:lnTo>
                    <a:pt x="2914741" y="211474"/>
                  </a:lnTo>
                  <a:lnTo>
                    <a:pt x="2918019" y="211474"/>
                  </a:lnTo>
                  <a:lnTo>
                    <a:pt x="2922938" y="211474"/>
                  </a:lnTo>
                  <a:lnTo>
                    <a:pt x="2926216" y="214753"/>
                  </a:lnTo>
                  <a:lnTo>
                    <a:pt x="2929495" y="213114"/>
                  </a:lnTo>
                  <a:lnTo>
                    <a:pt x="2932773" y="214753"/>
                  </a:lnTo>
                  <a:lnTo>
                    <a:pt x="2937691" y="216392"/>
                  </a:lnTo>
                  <a:lnTo>
                    <a:pt x="2940970" y="216392"/>
                  </a:lnTo>
                  <a:lnTo>
                    <a:pt x="2944249" y="218032"/>
                  </a:lnTo>
                  <a:lnTo>
                    <a:pt x="2949167" y="218032"/>
                  </a:lnTo>
                  <a:lnTo>
                    <a:pt x="2952446" y="219671"/>
                  </a:lnTo>
                  <a:lnTo>
                    <a:pt x="2957363" y="219671"/>
                  </a:lnTo>
                  <a:lnTo>
                    <a:pt x="2960642" y="221310"/>
                  </a:lnTo>
                  <a:lnTo>
                    <a:pt x="2963921" y="224589"/>
                  </a:lnTo>
                  <a:lnTo>
                    <a:pt x="2968839" y="222950"/>
                  </a:lnTo>
                  <a:lnTo>
                    <a:pt x="2972118" y="226228"/>
                  </a:lnTo>
                  <a:lnTo>
                    <a:pt x="2977036" y="227868"/>
                  </a:lnTo>
                  <a:lnTo>
                    <a:pt x="2980315" y="227868"/>
                  </a:lnTo>
                  <a:lnTo>
                    <a:pt x="2985232" y="227868"/>
                  </a:lnTo>
                  <a:lnTo>
                    <a:pt x="2980315" y="226228"/>
                  </a:lnTo>
                  <a:lnTo>
                    <a:pt x="2977036" y="226228"/>
                  </a:lnTo>
                  <a:lnTo>
                    <a:pt x="2973757" y="224589"/>
                  </a:lnTo>
                  <a:lnTo>
                    <a:pt x="2977036" y="224589"/>
                  </a:lnTo>
                  <a:lnTo>
                    <a:pt x="2980315" y="224589"/>
                  </a:lnTo>
                  <a:lnTo>
                    <a:pt x="2977036" y="222950"/>
                  </a:lnTo>
                  <a:lnTo>
                    <a:pt x="2980315" y="221310"/>
                  </a:lnTo>
                  <a:lnTo>
                    <a:pt x="2985232" y="221310"/>
                  </a:lnTo>
                  <a:lnTo>
                    <a:pt x="2980315" y="221310"/>
                  </a:lnTo>
                  <a:lnTo>
                    <a:pt x="2977036" y="221310"/>
                  </a:lnTo>
                  <a:lnTo>
                    <a:pt x="2972118" y="221310"/>
                  </a:lnTo>
                  <a:lnTo>
                    <a:pt x="2968839" y="219671"/>
                  </a:lnTo>
                  <a:lnTo>
                    <a:pt x="2967199" y="216392"/>
                  </a:lnTo>
                  <a:lnTo>
                    <a:pt x="2965560" y="211474"/>
                  </a:lnTo>
                  <a:lnTo>
                    <a:pt x="2970478" y="211474"/>
                  </a:lnTo>
                  <a:lnTo>
                    <a:pt x="2973757" y="211474"/>
                  </a:lnTo>
                  <a:lnTo>
                    <a:pt x="2978675" y="213114"/>
                  </a:lnTo>
                  <a:lnTo>
                    <a:pt x="2978675" y="209835"/>
                  </a:lnTo>
                  <a:lnTo>
                    <a:pt x="2983592" y="209835"/>
                  </a:lnTo>
                  <a:lnTo>
                    <a:pt x="2986871" y="211474"/>
                  </a:lnTo>
                  <a:lnTo>
                    <a:pt x="2990150" y="211474"/>
                  </a:lnTo>
                  <a:lnTo>
                    <a:pt x="2995068" y="214753"/>
                  </a:lnTo>
                  <a:lnTo>
                    <a:pt x="2998347" y="216392"/>
                  </a:lnTo>
                  <a:lnTo>
                    <a:pt x="3003265" y="218032"/>
                  </a:lnTo>
                  <a:lnTo>
                    <a:pt x="3006544" y="218032"/>
                  </a:lnTo>
                  <a:lnTo>
                    <a:pt x="3009822" y="214753"/>
                  </a:lnTo>
                  <a:lnTo>
                    <a:pt x="3013101" y="216392"/>
                  </a:lnTo>
                  <a:lnTo>
                    <a:pt x="3018019" y="214753"/>
                  </a:lnTo>
                  <a:lnTo>
                    <a:pt x="3022937" y="216392"/>
                  </a:lnTo>
                  <a:lnTo>
                    <a:pt x="3022937" y="216392"/>
                  </a:lnTo>
                  <a:lnTo>
                    <a:pt x="3021298" y="214753"/>
                  </a:lnTo>
                  <a:lnTo>
                    <a:pt x="3021298" y="214753"/>
                  </a:lnTo>
                  <a:lnTo>
                    <a:pt x="3016379" y="213114"/>
                  </a:lnTo>
                  <a:lnTo>
                    <a:pt x="3013101" y="211474"/>
                  </a:lnTo>
                  <a:lnTo>
                    <a:pt x="3009822" y="209835"/>
                  </a:lnTo>
                  <a:lnTo>
                    <a:pt x="3004905" y="208196"/>
                  </a:lnTo>
                  <a:lnTo>
                    <a:pt x="3001626" y="204917"/>
                  </a:lnTo>
                  <a:lnTo>
                    <a:pt x="2999986" y="201638"/>
                  </a:lnTo>
                  <a:lnTo>
                    <a:pt x="2995068" y="201638"/>
                  </a:lnTo>
                  <a:lnTo>
                    <a:pt x="2991789" y="199999"/>
                  </a:lnTo>
                  <a:lnTo>
                    <a:pt x="2986871" y="199999"/>
                  </a:lnTo>
                  <a:lnTo>
                    <a:pt x="2983592" y="198360"/>
                  </a:lnTo>
                  <a:lnTo>
                    <a:pt x="2986871" y="198360"/>
                  </a:lnTo>
                  <a:lnTo>
                    <a:pt x="2991789" y="198360"/>
                  </a:lnTo>
                  <a:lnTo>
                    <a:pt x="2986871" y="193442"/>
                  </a:lnTo>
                  <a:lnTo>
                    <a:pt x="2988511" y="190163"/>
                  </a:lnTo>
                  <a:lnTo>
                    <a:pt x="2991789" y="191802"/>
                  </a:lnTo>
                  <a:lnTo>
                    <a:pt x="2991789" y="191802"/>
                  </a:lnTo>
                  <a:lnTo>
                    <a:pt x="2996708" y="190163"/>
                  </a:lnTo>
                  <a:lnTo>
                    <a:pt x="2991789" y="188524"/>
                  </a:lnTo>
                  <a:lnTo>
                    <a:pt x="2988511" y="188524"/>
                  </a:lnTo>
                  <a:lnTo>
                    <a:pt x="2986871" y="188524"/>
                  </a:lnTo>
                  <a:lnTo>
                    <a:pt x="2981954" y="188524"/>
                  </a:lnTo>
                  <a:lnTo>
                    <a:pt x="2978675" y="191802"/>
                  </a:lnTo>
                  <a:lnTo>
                    <a:pt x="2975396" y="191802"/>
                  </a:lnTo>
                  <a:lnTo>
                    <a:pt x="2970478" y="190163"/>
                  </a:lnTo>
                  <a:lnTo>
                    <a:pt x="2975396" y="191802"/>
                  </a:lnTo>
                  <a:lnTo>
                    <a:pt x="2970478" y="191802"/>
                  </a:lnTo>
                  <a:lnTo>
                    <a:pt x="2967199" y="190163"/>
                  </a:lnTo>
                  <a:lnTo>
                    <a:pt x="2962281" y="186884"/>
                  </a:lnTo>
                  <a:lnTo>
                    <a:pt x="2962281" y="181966"/>
                  </a:lnTo>
                  <a:lnTo>
                    <a:pt x="2963921" y="178688"/>
                  </a:lnTo>
                  <a:lnTo>
                    <a:pt x="2968839" y="178688"/>
                  </a:lnTo>
                  <a:lnTo>
                    <a:pt x="2972118" y="178688"/>
                  </a:lnTo>
                  <a:lnTo>
                    <a:pt x="2977036" y="178688"/>
                  </a:lnTo>
                  <a:lnTo>
                    <a:pt x="2978675" y="180327"/>
                  </a:lnTo>
                  <a:lnTo>
                    <a:pt x="2981954" y="178688"/>
                  </a:lnTo>
                  <a:lnTo>
                    <a:pt x="2986871" y="178688"/>
                  </a:lnTo>
                  <a:lnTo>
                    <a:pt x="2990150" y="178688"/>
                  </a:lnTo>
                  <a:lnTo>
                    <a:pt x="2995068" y="178688"/>
                  </a:lnTo>
                  <a:lnTo>
                    <a:pt x="2998347" y="177048"/>
                  </a:lnTo>
                  <a:lnTo>
                    <a:pt x="3001626" y="175409"/>
                  </a:lnTo>
                  <a:lnTo>
                    <a:pt x="2998347" y="175409"/>
                  </a:lnTo>
                  <a:lnTo>
                    <a:pt x="2995068" y="172130"/>
                  </a:lnTo>
                  <a:lnTo>
                    <a:pt x="2990150" y="170491"/>
                  </a:lnTo>
                  <a:lnTo>
                    <a:pt x="2986871" y="170491"/>
                  </a:lnTo>
                  <a:lnTo>
                    <a:pt x="2983592" y="168852"/>
                  </a:lnTo>
                  <a:lnTo>
                    <a:pt x="2978675" y="167212"/>
                  </a:lnTo>
                  <a:lnTo>
                    <a:pt x="2975396" y="165573"/>
                  </a:lnTo>
                  <a:lnTo>
                    <a:pt x="2978675" y="165573"/>
                  </a:lnTo>
                  <a:lnTo>
                    <a:pt x="2983592" y="165573"/>
                  </a:lnTo>
                  <a:lnTo>
                    <a:pt x="2986871" y="165573"/>
                  </a:lnTo>
                  <a:lnTo>
                    <a:pt x="2990150" y="165573"/>
                  </a:lnTo>
                  <a:lnTo>
                    <a:pt x="2995068" y="165573"/>
                  </a:lnTo>
                  <a:lnTo>
                    <a:pt x="2998347" y="167212"/>
                  </a:lnTo>
                  <a:lnTo>
                    <a:pt x="3003265" y="168852"/>
                  </a:lnTo>
                  <a:lnTo>
                    <a:pt x="3006544" y="168852"/>
                  </a:lnTo>
                  <a:lnTo>
                    <a:pt x="3009822" y="170491"/>
                  </a:lnTo>
                  <a:lnTo>
                    <a:pt x="3014740" y="170491"/>
                  </a:lnTo>
                  <a:lnTo>
                    <a:pt x="3019658" y="170491"/>
                  </a:lnTo>
                  <a:lnTo>
                    <a:pt x="3022937" y="170491"/>
                  </a:lnTo>
                  <a:lnTo>
                    <a:pt x="3026216" y="172130"/>
                  </a:lnTo>
                  <a:lnTo>
                    <a:pt x="3031134" y="172130"/>
                  </a:lnTo>
                  <a:lnTo>
                    <a:pt x="3034413" y="172130"/>
                  </a:lnTo>
                  <a:lnTo>
                    <a:pt x="3039330" y="172130"/>
                  </a:lnTo>
                  <a:lnTo>
                    <a:pt x="3042609" y="172130"/>
                  </a:lnTo>
                  <a:lnTo>
                    <a:pt x="3045888" y="172130"/>
                  </a:lnTo>
                  <a:lnTo>
                    <a:pt x="3050806" y="172130"/>
                  </a:lnTo>
                  <a:lnTo>
                    <a:pt x="3054085" y="172130"/>
                  </a:lnTo>
                  <a:lnTo>
                    <a:pt x="3057363" y="172130"/>
                  </a:lnTo>
                  <a:lnTo>
                    <a:pt x="3062281" y="172130"/>
                  </a:lnTo>
                  <a:lnTo>
                    <a:pt x="3065559" y="172130"/>
                  </a:lnTo>
                  <a:lnTo>
                    <a:pt x="3070478" y="173770"/>
                  </a:lnTo>
                  <a:lnTo>
                    <a:pt x="3073756" y="173770"/>
                  </a:lnTo>
                  <a:lnTo>
                    <a:pt x="3078675" y="173770"/>
                  </a:lnTo>
                  <a:lnTo>
                    <a:pt x="3081953" y="173770"/>
                  </a:lnTo>
                  <a:lnTo>
                    <a:pt x="3086871" y="173770"/>
                  </a:lnTo>
                  <a:lnTo>
                    <a:pt x="3090149" y="173770"/>
                  </a:lnTo>
                  <a:lnTo>
                    <a:pt x="3093428" y="175409"/>
                  </a:lnTo>
                  <a:lnTo>
                    <a:pt x="3098346" y="175409"/>
                  </a:lnTo>
                  <a:lnTo>
                    <a:pt x="3101625" y="175409"/>
                  </a:lnTo>
                  <a:lnTo>
                    <a:pt x="3106543" y="175409"/>
                  </a:lnTo>
                  <a:lnTo>
                    <a:pt x="3108183" y="175409"/>
                  </a:lnTo>
                  <a:lnTo>
                    <a:pt x="3111462" y="177048"/>
                  </a:lnTo>
                  <a:lnTo>
                    <a:pt x="3114739" y="177048"/>
                  </a:lnTo>
                  <a:lnTo>
                    <a:pt x="3118018" y="177048"/>
                  </a:lnTo>
                  <a:lnTo>
                    <a:pt x="3122936" y="177048"/>
                  </a:lnTo>
                  <a:lnTo>
                    <a:pt x="3126215" y="178688"/>
                  </a:lnTo>
                  <a:lnTo>
                    <a:pt x="3131133" y="178688"/>
                  </a:lnTo>
                  <a:lnTo>
                    <a:pt x="3134412" y="178688"/>
                  </a:lnTo>
                  <a:lnTo>
                    <a:pt x="3139329" y="180327"/>
                  </a:lnTo>
                  <a:lnTo>
                    <a:pt x="3142608" y="180327"/>
                  </a:lnTo>
                  <a:lnTo>
                    <a:pt x="3147526" y="180327"/>
                  </a:lnTo>
                  <a:lnTo>
                    <a:pt x="3150805" y="181966"/>
                  </a:lnTo>
                  <a:lnTo>
                    <a:pt x="3154084" y="181966"/>
                  </a:lnTo>
                  <a:lnTo>
                    <a:pt x="3159002" y="183606"/>
                  </a:lnTo>
                  <a:lnTo>
                    <a:pt x="3162281" y="183606"/>
                  </a:lnTo>
                  <a:lnTo>
                    <a:pt x="3167198" y="185245"/>
                  </a:lnTo>
                  <a:lnTo>
                    <a:pt x="3163920" y="185245"/>
                  </a:lnTo>
                  <a:lnTo>
                    <a:pt x="3159002" y="185245"/>
                  </a:lnTo>
                  <a:lnTo>
                    <a:pt x="3155723" y="185245"/>
                  </a:lnTo>
                  <a:lnTo>
                    <a:pt x="3152445" y="185245"/>
                  </a:lnTo>
                  <a:lnTo>
                    <a:pt x="3147526" y="183606"/>
                  </a:lnTo>
                  <a:lnTo>
                    <a:pt x="3144248" y="185245"/>
                  </a:lnTo>
                  <a:lnTo>
                    <a:pt x="3139329" y="183606"/>
                  </a:lnTo>
                  <a:lnTo>
                    <a:pt x="3136052" y="183606"/>
                  </a:lnTo>
                  <a:lnTo>
                    <a:pt x="3132773" y="183606"/>
                  </a:lnTo>
                  <a:lnTo>
                    <a:pt x="3127855" y="185245"/>
                  </a:lnTo>
                  <a:lnTo>
                    <a:pt x="3124576" y="183606"/>
                  </a:lnTo>
                  <a:lnTo>
                    <a:pt x="3119658" y="181966"/>
                  </a:lnTo>
                  <a:lnTo>
                    <a:pt x="3116379" y="181966"/>
                  </a:lnTo>
                  <a:lnTo>
                    <a:pt x="3111462" y="181966"/>
                  </a:lnTo>
                  <a:lnTo>
                    <a:pt x="3108183" y="181966"/>
                  </a:lnTo>
                  <a:lnTo>
                    <a:pt x="3109822" y="185245"/>
                  </a:lnTo>
                  <a:lnTo>
                    <a:pt x="3108183" y="188524"/>
                  </a:lnTo>
                  <a:lnTo>
                    <a:pt x="3103265" y="186884"/>
                  </a:lnTo>
                  <a:lnTo>
                    <a:pt x="3099986" y="186884"/>
                  </a:lnTo>
                  <a:lnTo>
                    <a:pt x="3099986" y="188524"/>
                  </a:lnTo>
                  <a:lnTo>
                    <a:pt x="3101625" y="188524"/>
                  </a:lnTo>
                  <a:lnTo>
                    <a:pt x="3104904" y="190163"/>
                  </a:lnTo>
                  <a:lnTo>
                    <a:pt x="3108183" y="190163"/>
                  </a:lnTo>
                  <a:lnTo>
                    <a:pt x="3113100" y="190163"/>
                  </a:lnTo>
                  <a:lnTo>
                    <a:pt x="3116379" y="188524"/>
                  </a:lnTo>
                  <a:lnTo>
                    <a:pt x="3121297" y="188524"/>
                  </a:lnTo>
                  <a:lnTo>
                    <a:pt x="3124576" y="186884"/>
                  </a:lnTo>
                  <a:lnTo>
                    <a:pt x="3127855" y="186884"/>
                  </a:lnTo>
                  <a:lnTo>
                    <a:pt x="3132773" y="186884"/>
                  </a:lnTo>
                  <a:lnTo>
                    <a:pt x="3136052" y="186884"/>
                  </a:lnTo>
                  <a:lnTo>
                    <a:pt x="3140969" y="186884"/>
                  </a:lnTo>
                  <a:lnTo>
                    <a:pt x="3144248" y="186884"/>
                  </a:lnTo>
                  <a:lnTo>
                    <a:pt x="3147526" y="186884"/>
                  </a:lnTo>
                  <a:lnTo>
                    <a:pt x="3152445" y="186884"/>
                  </a:lnTo>
                  <a:lnTo>
                    <a:pt x="3155723" y="185245"/>
                  </a:lnTo>
                  <a:lnTo>
                    <a:pt x="3159002" y="185245"/>
                  </a:lnTo>
                  <a:lnTo>
                    <a:pt x="3163920" y="186884"/>
                  </a:lnTo>
                  <a:lnTo>
                    <a:pt x="3167198" y="186884"/>
                  </a:lnTo>
                  <a:lnTo>
                    <a:pt x="3170477" y="190163"/>
                  </a:lnTo>
                  <a:lnTo>
                    <a:pt x="3170477" y="193442"/>
                  </a:lnTo>
                  <a:lnTo>
                    <a:pt x="3170477" y="196720"/>
                  </a:lnTo>
                  <a:lnTo>
                    <a:pt x="3168838" y="198360"/>
                  </a:lnTo>
                  <a:lnTo>
                    <a:pt x="3167198" y="201638"/>
                  </a:lnTo>
                  <a:lnTo>
                    <a:pt x="3163920" y="199999"/>
                  </a:lnTo>
                  <a:lnTo>
                    <a:pt x="3162281" y="195081"/>
                  </a:lnTo>
                  <a:lnTo>
                    <a:pt x="3162281" y="191802"/>
                  </a:lnTo>
                  <a:lnTo>
                    <a:pt x="3157363" y="190163"/>
                  </a:lnTo>
                  <a:lnTo>
                    <a:pt x="3157363" y="195081"/>
                  </a:lnTo>
                  <a:lnTo>
                    <a:pt x="3152445" y="191802"/>
                  </a:lnTo>
                  <a:lnTo>
                    <a:pt x="3149166" y="191802"/>
                  </a:lnTo>
                  <a:lnTo>
                    <a:pt x="3145887" y="188524"/>
                  </a:lnTo>
                  <a:lnTo>
                    <a:pt x="3140969" y="188524"/>
                  </a:lnTo>
                  <a:lnTo>
                    <a:pt x="3145887" y="190163"/>
                  </a:lnTo>
                  <a:lnTo>
                    <a:pt x="3147526" y="193442"/>
                  </a:lnTo>
                  <a:lnTo>
                    <a:pt x="3150805" y="196720"/>
                  </a:lnTo>
                  <a:lnTo>
                    <a:pt x="3155723" y="196720"/>
                  </a:lnTo>
                  <a:lnTo>
                    <a:pt x="3159002" y="199999"/>
                  </a:lnTo>
                  <a:lnTo>
                    <a:pt x="3154084" y="199999"/>
                  </a:lnTo>
                  <a:lnTo>
                    <a:pt x="3150805" y="201638"/>
                  </a:lnTo>
                  <a:lnTo>
                    <a:pt x="3147526" y="199999"/>
                  </a:lnTo>
                  <a:lnTo>
                    <a:pt x="3142608" y="199999"/>
                  </a:lnTo>
                  <a:lnTo>
                    <a:pt x="3139329" y="198360"/>
                  </a:lnTo>
                  <a:lnTo>
                    <a:pt x="3134412" y="198360"/>
                  </a:lnTo>
                  <a:lnTo>
                    <a:pt x="3137691" y="199999"/>
                  </a:lnTo>
                  <a:lnTo>
                    <a:pt x="3142608" y="201638"/>
                  </a:lnTo>
                  <a:lnTo>
                    <a:pt x="3145887" y="204917"/>
                  </a:lnTo>
                  <a:lnTo>
                    <a:pt x="3142608" y="204917"/>
                  </a:lnTo>
                  <a:lnTo>
                    <a:pt x="3145887" y="206556"/>
                  </a:lnTo>
                  <a:lnTo>
                    <a:pt x="3149166" y="208196"/>
                  </a:lnTo>
                  <a:lnTo>
                    <a:pt x="3154084" y="208196"/>
                  </a:lnTo>
                  <a:lnTo>
                    <a:pt x="3157363" y="208196"/>
                  </a:lnTo>
                  <a:lnTo>
                    <a:pt x="3160642" y="206556"/>
                  </a:lnTo>
                  <a:lnTo>
                    <a:pt x="3165559" y="206556"/>
                  </a:lnTo>
                  <a:lnTo>
                    <a:pt x="3168838" y="204917"/>
                  </a:lnTo>
                  <a:lnTo>
                    <a:pt x="3173756" y="204917"/>
                  </a:lnTo>
                  <a:lnTo>
                    <a:pt x="3175395" y="199999"/>
                  </a:lnTo>
                  <a:lnTo>
                    <a:pt x="3175395" y="196720"/>
                  </a:lnTo>
                  <a:lnTo>
                    <a:pt x="3175395" y="193442"/>
                  </a:lnTo>
                  <a:lnTo>
                    <a:pt x="3175395" y="190163"/>
                  </a:lnTo>
                  <a:lnTo>
                    <a:pt x="3177035" y="186884"/>
                  </a:lnTo>
                  <a:lnTo>
                    <a:pt x="3180313" y="185245"/>
                  </a:lnTo>
                  <a:lnTo>
                    <a:pt x="3183592" y="185245"/>
                  </a:lnTo>
                  <a:lnTo>
                    <a:pt x="3188510" y="185245"/>
                  </a:lnTo>
                  <a:lnTo>
                    <a:pt x="3191788" y="185245"/>
                  </a:lnTo>
                  <a:lnTo>
                    <a:pt x="3195067" y="185245"/>
                  </a:lnTo>
                  <a:lnTo>
                    <a:pt x="3199985" y="185245"/>
                  </a:lnTo>
                  <a:lnTo>
                    <a:pt x="3203264" y="185245"/>
                  </a:lnTo>
                  <a:lnTo>
                    <a:pt x="3208182" y="185245"/>
                  </a:lnTo>
                  <a:lnTo>
                    <a:pt x="3211461" y="185245"/>
                  </a:lnTo>
                  <a:lnTo>
                    <a:pt x="3214740" y="186884"/>
                  </a:lnTo>
                  <a:lnTo>
                    <a:pt x="3219657" y="186884"/>
                  </a:lnTo>
                  <a:lnTo>
                    <a:pt x="3222936" y="186884"/>
                  </a:lnTo>
                  <a:lnTo>
                    <a:pt x="3227854" y="188524"/>
                  </a:lnTo>
                  <a:lnTo>
                    <a:pt x="3231133" y="188524"/>
                  </a:lnTo>
                  <a:lnTo>
                    <a:pt x="3234412" y="188524"/>
                  </a:lnTo>
                  <a:lnTo>
                    <a:pt x="3237690" y="190163"/>
                  </a:lnTo>
                  <a:lnTo>
                    <a:pt x="3242608" y="190163"/>
                  </a:lnTo>
                  <a:lnTo>
                    <a:pt x="3245886" y="190163"/>
                  </a:lnTo>
                  <a:lnTo>
                    <a:pt x="3250805" y="191802"/>
                  </a:lnTo>
                  <a:lnTo>
                    <a:pt x="3254083" y="191802"/>
                  </a:lnTo>
                  <a:lnTo>
                    <a:pt x="3259002" y="193442"/>
                  </a:lnTo>
                  <a:lnTo>
                    <a:pt x="3263920" y="195081"/>
                  </a:lnTo>
                  <a:lnTo>
                    <a:pt x="3267199" y="196720"/>
                  </a:lnTo>
                  <a:lnTo>
                    <a:pt x="3270476" y="198360"/>
                  </a:lnTo>
                  <a:lnTo>
                    <a:pt x="3275395" y="199999"/>
                  </a:lnTo>
                  <a:lnTo>
                    <a:pt x="3275395" y="203278"/>
                  </a:lnTo>
                  <a:lnTo>
                    <a:pt x="3272116" y="204917"/>
                  </a:lnTo>
                  <a:lnTo>
                    <a:pt x="3267199" y="203278"/>
                  </a:lnTo>
                  <a:lnTo>
                    <a:pt x="3263920" y="203278"/>
                  </a:lnTo>
                  <a:lnTo>
                    <a:pt x="3260641" y="201638"/>
                  </a:lnTo>
                  <a:lnTo>
                    <a:pt x="3257362" y="201638"/>
                  </a:lnTo>
                  <a:lnTo>
                    <a:pt x="3257362" y="204917"/>
                  </a:lnTo>
                  <a:lnTo>
                    <a:pt x="3254083" y="204917"/>
                  </a:lnTo>
                  <a:lnTo>
                    <a:pt x="3250805" y="204917"/>
                  </a:lnTo>
                  <a:lnTo>
                    <a:pt x="3254083" y="208196"/>
                  </a:lnTo>
                  <a:lnTo>
                    <a:pt x="3257362" y="208196"/>
                  </a:lnTo>
                  <a:lnTo>
                    <a:pt x="3260641" y="208196"/>
                  </a:lnTo>
                  <a:lnTo>
                    <a:pt x="3265559" y="208196"/>
                  </a:lnTo>
                  <a:lnTo>
                    <a:pt x="3268837" y="208196"/>
                  </a:lnTo>
                  <a:lnTo>
                    <a:pt x="3273755" y="209835"/>
                  </a:lnTo>
                  <a:lnTo>
                    <a:pt x="3277034" y="209835"/>
                  </a:lnTo>
                  <a:lnTo>
                    <a:pt x="3280313" y="209835"/>
                  </a:lnTo>
                  <a:lnTo>
                    <a:pt x="3285231" y="208196"/>
                  </a:lnTo>
                  <a:lnTo>
                    <a:pt x="3288510" y="213114"/>
                  </a:lnTo>
                  <a:lnTo>
                    <a:pt x="3291789" y="216392"/>
                  </a:lnTo>
                  <a:lnTo>
                    <a:pt x="3295066" y="214753"/>
                  </a:lnTo>
                  <a:lnTo>
                    <a:pt x="3298345" y="214753"/>
                  </a:lnTo>
                  <a:lnTo>
                    <a:pt x="3301624" y="214753"/>
                  </a:lnTo>
                  <a:lnTo>
                    <a:pt x="3306542" y="214753"/>
                  </a:lnTo>
                  <a:lnTo>
                    <a:pt x="3309821" y="214753"/>
                  </a:lnTo>
                  <a:lnTo>
                    <a:pt x="3314739" y="216392"/>
                  </a:lnTo>
                  <a:lnTo>
                    <a:pt x="3314739" y="221310"/>
                  </a:lnTo>
                  <a:lnTo>
                    <a:pt x="3311460" y="222950"/>
                  </a:lnTo>
                  <a:lnTo>
                    <a:pt x="3308182" y="224589"/>
                  </a:lnTo>
                  <a:lnTo>
                    <a:pt x="3308182" y="224589"/>
                  </a:lnTo>
                  <a:lnTo>
                    <a:pt x="3308182" y="224589"/>
                  </a:lnTo>
                  <a:lnTo>
                    <a:pt x="3311460" y="222950"/>
                  </a:lnTo>
                  <a:lnTo>
                    <a:pt x="3314739" y="221310"/>
                  </a:lnTo>
                  <a:lnTo>
                    <a:pt x="3319657" y="221310"/>
                  </a:lnTo>
                  <a:lnTo>
                    <a:pt x="3322935" y="219671"/>
                  </a:lnTo>
                  <a:lnTo>
                    <a:pt x="3327853" y="218032"/>
                  </a:lnTo>
                  <a:lnTo>
                    <a:pt x="3331132" y="219671"/>
                  </a:lnTo>
                  <a:lnTo>
                    <a:pt x="3336050" y="219671"/>
                  </a:lnTo>
                  <a:lnTo>
                    <a:pt x="3339329" y="221310"/>
                  </a:lnTo>
                  <a:lnTo>
                    <a:pt x="3344247" y="221310"/>
                  </a:lnTo>
                  <a:lnTo>
                    <a:pt x="3347525" y="221310"/>
                  </a:lnTo>
                  <a:lnTo>
                    <a:pt x="3352443" y="224589"/>
                  </a:lnTo>
                  <a:lnTo>
                    <a:pt x="3355722" y="226228"/>
                  </a:lnTo>
                  <a:lnTo>
                    <a:pt x="3359001" y="226228"/>
                  </a:lnTo>
                  <a:lnTo>
                    <a:pt x="3363919" y="227868"/>
                  </a:lnTo>
                  <a:lnTo>
                    <a:pt x="3367198" y="229507"/>
                  </a:lnTo>
                  <a:lnTo>
                    <a:pt x="3372115" y="231146"/>
                  </a:lnTo>
                  <a:lnTo>
                    <a:pt x="3375394" y="232786"/>
                  </a:lnTo>
                  <a:lnTo>
                    <a:pt x="3372115" y="234425"/>
                  </a:lnTo>
                  <a:lnTo>
                    <a:pt x="3367198" y="234425"/>
                  </a:lnTo>
                  <a:lnTo>
                    <a:pt x="3363919" y="232786"/>
                  </a:lnTo>
                  <a:lnTo>
                    <a:pt x="3365559" y="234425"/>
                  </a:lnTo>
                  <a:lnTo>
                    <a:pt x="3370477" y="234425"/>
                  </a:lnTo>
                  <a:lnTo>
                    <a:pt x="3373755" y="234425"/>
                  </a:lnTo>
                  <a:lnTo>
                    <a:pt x="3377033" y="236065"/>
                  </a:lnTo>
                  <a:lnTo>
                    <a:pt x="3381952" y="236065"/>
                  </a:lnTo>
                  <a:lnTo>
                    <a:pt x="3385230" y="237704"/>
                  </a:lnTo>
                  <a:lnTo>
                    <a:pt x="3390149" y="237704"/>
                  </a:lnTo>
                  <a:lnTo>
                    <a:pt x="3393427" y="239343"/>
                  </a:lnTo>
                  <a:lnTo>
                    <a:pt x="3398345" y="239343"/>
                  </a:lnTo>
                  <a:lnTo>
                    <a:pt x="3401623" y="239343"/>
                  </a:lnTo>
                  <a:lnTo>
                    <a:pt x="3404902" y="239343"/>
                  </a:lnTo>
                  <a:lnTo>
                    <a:pt x="3408181" y="239343"/>
                  </a:lnTo>
                  <a:lnTo>
                    <a:pt x="3413099" y="237704"/>
                  </a:lnTo>
                  <a:lnTo>
                    <a:pt x="3416378" y="237704"/>
                  </a:lnTo>
                  <a:lnTo>
                    <a:pt x="3421296" y="237704"/>
                  </a:lnTo>
                  <a:lnTo>
                    <a:pt x="3424574" y="237704"/>
                  </a:lnTo>
                  <a:lnTo>
                    <a:pt x="3424574" y="237704"/>
                  </a:lnTo>
                  <a:lnTo>
                    <a:pt x="3429492" y="236065"/>
                  </a:lnTo>
                  <a:lnTo>
                    <a:pt x="3432771" y="236065"/>
                  </a:lnTo>
                  <a:lnTo>
                    <a:pt x="3437689" y="234425"/>
                  </a:lnTo>
                  <a:lnTo>
                    <a:pt x="3440968" y="234425"/>
                  </a:lnTo>
                  <a:lnTo>
                    <a:pt x="3444247" y="232786"/>
                  </a:lnTo>
                  <a:lnTo>
                    <a:pt x="3447526" y="232786"/>
                  </a:lnTo>
                  <a:lnTo>
                    <a:pt x="3452443" y="232786"/>
                  </a:lnTo>
                  <a:lnTo>
                    <a:pt x="3455722" y="231146"/>
                  </a:lnTo>
                  <a:lnTo>
                    <a:pt x="3460640" y="231146"/>
                  </a:lnTo>
                  <a:lnTo>
                    <a:pt x="3463919" y="231146"/>
                  </a:lnTo>
                  <a:lnTo>
                    <a:pt x="3468837" y="231146"/>
                  </a:lnTo>
                  <a:lnTo>
                    <a:pt x="3472116" y="229507"/>
                  </a:lnTo>
                  <a:lnTo>
                    <a:pt x="3475394" y="229507"/>
                  </a:lnTo>
                  <a:lnTo>
                    <a:pt x="3480312" y="229507"/>
                  </a:lnTo>
                  <a:lnTo>
                    <a:pt x="3483590" y="229507"/>
                  </a:lnTo>
                  <a:lnTo>
                    <a:pt x="3486869" y="229507"/>
                  </a:lnTo>
                  <a:lnTo>
                    <a:pt x="3491787" y="229507"/>
                  </a:lnTo>
                  <a:lnTo>
                    <a:pt x="3495066" y="229507"/>
                  </a:lnTo>
                  <a:lnTo>
                    <a:pt x="3498345" y="229507"/>
                  </a:lnTo>
                  <a:lnTo>
                    <a:pt x="3501623" y="229507"/>
                  </a:lnTo>
                  <a:lnTo>
                    <a:pt x="3506541" y="229507"/>
                  </a:lnTo>
                  <a:lnTo>
                    <a:pt x="3509820" y="229507"/>
                  </a:lnTo>
                  <a:lnTo>
                    <a:pt x="3514738" y="229507"/>
                  </a:lnTo>
                  <a:lnTo>
                    <a:pt x="3518017" y="231146"/>
                  </a:lnTo>
                  <a:lnTo>
                    <a:pt x="3522935" y="231146"/>
                  </a:lnTo>
                  <a:lnTo>
                    <a:pt x="3526214" y="231146"/>
                  </a:lnTo>
                  <a:lnTo>
                    <a:pt x="3529492" y="231146"/>
                  </a:lnTo>
                  <a:lnTo>
                    <a:pt x="3534410" y="231146"/>
                  </a:lnTo>
                  <a:lnTo>
                    <a:pt x="3537689" y="232786"/>
                  </a:lnTo>
                  <a:lnTo>
                    <a:pt x="3540967" y="232786"/>
                  </a:lnTo>
                  <a:lnTo>
                    <a:pt x="3544246" y="232786"/>
                  </a:lnTo>
                  <a:lnTo>
                    <a:pt x="3549164" y="232786"/>
                  </a:lnTo>
                  <a:lnTo>
                    <a:pt x="3552443" y="234425"/>
                  </a:lnTo>
                  <a:lnTo>
                    <a:pt x="3555721" y="234425"/>
                  </a:lnTo>
                  <a:lnTo>
                    <a:pt x="3560639" y="236065"/>
                  </a:lnTo>
                  <a:lnTo>
                    <a:pt x="3563918" y="236065"/>
                  </a:lnTo>
                  <a:lnTo>
                    <a:pt x="3567197" y="237704"/>
                  </a:lnTo>
                  <a:lnTo>
                    <a:pt x="3572115" y="237704"/>
                  </a:lnTo>
                  <a:lnTo>
                    <a:pt x="3575394" y="237704"/>
                  </a:lnTo>
                  <a:lnTo>
                    <a:pt x="3578673" y="239343"/>
                  </a:lnTo>
                  <a:lnTo>
                    <a:pt x="3583590" y="239343"/>
                  </a:lnTo>
                  <a:lnTo>
                    <a:pt x="3586869" y="240982"/>
                  </a:lnTo>
                  <a:lnTo>
                    <a:pt x="3591787" y="242622"/>
                  </a:lnTo>
                  <a:lnTo>
                    <a:pt x="3595066" y="244261"/>
                  </a:lnTo>
                  <a:lnTo>
                    <a:pt x="3599984" y="244261"/>
                  </a:lnTo>
                  <a:lnTo>
                    <a:pt x="3603263" y="245901"/>
                  </a:lnTo>
                  <a:lnTo>
                    <a:pt x="3608180" y="247540"/>
                  </a:lnTo>
                  <a:lnTo>
                    <a:pt x="3611459" y="249179"/>
                  </a:lnTo>
                  <a:lnTo>
                    <a:pt x="3616377" y="250818"/>
                  </a:lnTo>
                  <a:lnTo>
                    <a:pt x="3619656" y="254097"/>
                  </a:lnTo>
                  <a:lnTo>
                    <a:pt x="3621295" y="254097"/>
                  </a:lnTo>
                  <a:lnTo>
                    <a:pt x="3626213" y="255737"/>
                  </a:lnTo>
                  <a:lnTo>
                    <a:pt x="3629492" y="259015"/>
                  </a:lnTo>
                  <a:lnTo>
                    <a:pt x="3632770" y="262294"/>
                  </a:lnTo>
                  <a:lnTo>
                    <a:pt x="3636049" y="265573"/>
                  </a:lnTo>
                  <a:lnTo>
                    <a:pt x="3631130" y="263933"/>
                  </a:lnTo>
                  <a:lnTo>
                    <a:pt x="3627853" y="263933"/>
                  </a:lnTo>
                  <a:lnTo>
                    <a:pt x="3631130" y="265573"/>
                  </a:lnTo>
                  <a:lnTo>
                    <a:pt x="3634409" y="265573"/>
                  </a:lnTo>
                  <a:lnTo>
                    <a:pt x="3637688" y="268851"/>
                  </a:lnTo>
                  <a:lnTo>
                    <a:pt x="3637688" y="270491"/>
                  </a:lnTo>
                  <a:lnTo>
                    <a:pt x="3637688" y="273769"/>
                  </a:lnTo>
                  <a:lnTo>
                    <a:pt x="3642606" y="275409"/>
                  </a:lnTo>
                  <a:lnTo>
                    <a:pt x="3645885" y="277048"/>
                  </a:lnTo>
                  <a:lnTo>
                    <a:pt x="3649164" y="277048"/>
                  </a:lnTo>
                  <a:lnTo>
                    <a:pt x="3654082" y="278687"/>
                  </a:lnTo>
                  <a:lnTo>
                    <a:pt x="3655721" y="278687"/>
                  </a:lnTo>
                  <a:lnTo>
                    <a:pt x="3660639" y="278687"/>
                  </a:lnTo>
                  <a:lnTo>
                    <a:pt x="3663917" y="280327"/>
                  </a:lnTo>
                  <a:lnTo>
                    <a:pt x="3667196" y="281966"/>
                  </a:lnTo>
                  <a:lnTo>
                    <a:pt x="3670475" y="281966"/>
                  </a:lnTo>
                  <a:lnTo>
                    <a:pt x="3675393" y="281966"/>
                  </a:lnTo>
                  <a:lnTo>
                    <a:pt x="3678672" y="281966"/>
                  </a:lnTo>
                  <a:lnTo>
                    <a:pt x="3683589" y="283605"/>
                  </a:lnTo>
                  <a:lnTo>
                    <a:pt x="3686868" y="283605"/>
                  </a:lnTo>
                  <a:lnTo>
                    <a:pt x="3690147" y="285245"/>
                  </a:lnTo>
                  <a:lnTo>
                    <a:pt x="3695065" y="286884"/>
                  </a:lnTo>
                  <a:lnTo>
                    <a:pt x="3696704" y="286884"/>
                  </a:lnTo>
                  <a:lnTo>
                    <a:pt x="3698344" y="285245"/>
                  </a:lnTo>
                  <a:lnTo>
                    <a:pt x="3703262" y="283605"/>
                  </a:lnTo>
                  <a:lnTo>
                    <a:pt x="3706541" y="281966"/>
                  </a:lnTo>
                  <a:lnTo>
                    <a:pt x="3709819" y="281966"/>
                  </a:lnTo>
                  <a:lnTo>
                    <a:pt x="3714737" y="283605"/>
                  </a:lnTo>
                  <a:lnTo>
                    <a:pt x="3714737" y="283605"/>
                  </a:lnTo>
                  <a:lnTo>
                    <a:pt x="3719655" y="281966"/>
                  </a:lnTo>
                  <a:lnTo>
                    <a:pt x="3719655" y="281966"/>
                  </a:lnTo>
                  <a:lnTo>
                    <a:pt x="3721294" y="280327"/>
                  </a:lnTo>
                  <a:lnTo>
                    <a:pt x="3726213" y="281966"/>
                  </a:lnTo>
                  <a:lnTo>
                    <a:pt x="3727852" y="281966"/>
                  </a:lnTo>
                  <a:lnTo>
                    <a:pt x="3732770" y="281966"/>
                  </a:lnTo>
                  <a:lnTo>
                    <a:pt x="3736048" y="281966"/>
                  </a:lnTo>
                  <a:lnTo>
                    <a:pt x="3739327" y="281966"/>
                  </a:lnTo>
                  <a:lnTo>
                    <a:pt x="3742606" y="280327"/>
                  </a:lnTo>
                  <a:lnTo>
                    <a:pt x="3747524" y="280327"/>
                  </a:lnTo>
                  <a:lnTo>
                    <a:pt x="3750803" y="280327"/>
                  </a:lnTo>
                  <a:lnTo>
                    <a:pt x="3755721" y="281966"/>
                  </a:lnTo>
                  <a:lnTo>
                    <a:pt x="3759000" y="280327"/>
                  </a:lnTo>
                  <a:lnTo>
                    <a:pt x="3763917" y="278687"/>
                  </a:lnTo>
                  <a:lnTo>
                    <a:pt x="3767196" y="278687"/>
                  </a:lnTo>
                  <a:lnTo>
                    <a:pt x="3772114" y="280327"/>
                  </a:lnTo>
                  <a:lnTo>
                    <a:pt x="3775393" y="281966"/>
                  </a:lnTo>
                  <a:lnTo>
                    <a:pt x="3778671" y="281966"/>
                  </a:lnTo>
                  <a:lnTo>
                    <a:pt x="3783590" y="283605"/>
                  </a:lnTo>
                  <a:lnTo>
                    <a:pt x="3786867" y="283605"/>
                  </a:lnTo>
                  <a:lnTo>
                    <a:pt x="3791786" y="285245"/>
                  </a:lnTo>
                  <a:lnTo>
                    <a:pt x="3795064" y="285245"/>
                  </a:lnTo>
                  <a:lnTo>
                    <a:pt x="3798343" y="285245"/>
                  </a:lnTo>
                  <a:lnTo>
                    <a:pt x="3803261" y="285245"/>
                  </a:lnTo>
                  <a:lnTo>
                    <a:pt x="3806540" y="285245"/>
                  </a:lnTo>
                  <a:lnTo>
                    <a:pt x="3809819" y="285245"/>
                  </a:lnTo>
                  <a:lnTo>
                    <a:pt x="3811458" y="285245"/>
                  </a:lnTo>
                  <a:lnTo>
                    <a:pt x="3816376" y="285245"/>
                  </a:lnTo>
                  <a:lnTo>
                    <a:pt x="3819654" y="285245"/>
                  </a:lnTo>
                  <a:lnTo>
                    <a:pt x="3822933" y="285245"/>
                  </a:lnTo>
                  <a:lnTo>
                    <a:pt x="3827851" y="285245"/>
                  </a:lnTo>
                  <a:lnTo>
                    <a:pt x="3831130" y="286884"/>
                  </a:lnTo>
                  <a:lnTo>
                    <a:pt x="3836048" y="286884"/>
                  </a:lnTo>
                  <a:lnTo>
                    <a:pt x="3839326" y="286884"/>
                  </a:lnTo>
                  <a:lnTo>
                    <a:pt x="3842605" y="286884"/>
                  </a:lnTo>
                  <a:lnTo>
                    <a:pt x="3847523" y="286884"/>
                  </a:lnTo>
                  <a:lnTo>
                    <a:pt x="3850802" y="286884"/>
                  </a:lnTo>
                  <a:lnTo>
                    <a:pt x="3854081" y="288523"/>
                  </a:lnTo>
                  <a:lnTo>
                    <a:pt x="3858999" y="288523"/>
                  </a:lnTo>
                  <a:lnTo>
                    <a:pt x="3862278" y="285245"/>
                  </a:lnTo>
                  <a:lnTo>
                    <a:pt x="3865556" y="281966"/>
                  </a:lnTo>
                  <a:lnTo>
                    <a:pt x="3865556" y="278687"/>
                  </a:lnTo>
                  <a:lnTo>
                    <a:pt x="3870474" y="278687"/>
                  </a:lnTo>
                  <a:lnTo>
                    <a:pt x="3873753" y="278687"/>
                  </a:lnTo>
                  <a:lnTo>
                    <a:pt x="3878671" y="280327"/>
                  </a:lnTo>
                  <a:lnTo>
                    <a:pt x="3881950" y="283605"/>
                  </a:lnTo>
                  <a:lnTo>
                    <a:pt x="3885228" y="283605"/>
                  </a:lnTo>
                  <a:lnTo>
                    <a:pt x="3888507" y="285245"/>
                  </a:lnTo>
                  <a:lnTo>
                    <a:pt x="3891785" y="285245"/>
                  </a:lnTo>
                  <a:lnTo>
                    <a:pt x="3896703" y="288523"/>
                  </a:lnTo>
                  <a:lnTo>
                    <a:pt x="3899982" y="291802"/>
                  </a:lnTo>
                  <a:lnTo>
                    <a:pt x="3903261" y="293441"/>
                  </a:lnTo>
                  <a:lnTo>
                    <a:pt x="3908179" y="296720"/>
                  </a:lnTo>
                  <a:lnTo>
                    <a:pt x="3911458" y="298359"/>
                  </a:lnTo>
                  <a:lnTo>
                    <a:pt x="3916375" y="298359"/>
                  </a:lnTo>
                  <a:lnTo>
                    <a:pt x="3919654" y="298359"/>
                  </a:lnTo>
                  <a:lnTo>
                    <a:pt x="3922933" y="298359"/>
                  </a:lnTo>
                  <a:lnTo>
                    <a:pt x="3927851" y="299999"/>
                  </a:lnTo>
                  <a:lnTo>
                    <a:pt x="3931130" y="299999"/>
                  </a:lnTo>
                  <a:lnTo>
                    <a:pt x="3936048" y="301638"/>
                  </a:lnTo>
                  <a:lnTo>
                    <a:pt x="3939327" y="301638"/>
                  </a:lnTo>
                  <a:lnTo>
                    <a:pt x="3944244" y="303277"/>
                  </a:lnTo>
                  <a:lnTo>
                    <a:pt x="3947523" y="303277"/>
                  </a:lnTo>
                  <a:lnTo>
                    <a:pt x="3952441" y="304917"/>
                  </a:lnTo>
                  <a:lnTo>
                    <a:pt x="3955720" y="306556"/>
                  </a:lnTo>
                  <a:lnTo>
                    <a:pt x="3958998" y="309835"/>
                  </a:lnTo>
                  <a:lnTo>
                    <a:pt x="3963917" y="313113"/>
                  </a:lnTo>
                  <a:lnTo>
                    <a:pt x="3967195" y="313113"/>
                  </a:lnTo>
                  <a:lnTo>
                    <a:pt x="3972113" y="314753"/>
                  </a:lnTo>
                  <a:lnTo>
                    <a:pt x="3973752" y="314753"/>
                  </a:lnTo>
                  <a:lnTo>
                    <a:pt x="3978670" y="314753"/>
                  </a:lnTo>
                  <a:lnTo>
                    <a:pt x="3981949" y="314753"/>
                  </a:lnTo>
                  <a:lnTo>
                    <a:pt x="3985228" y="314753"/>
                  </a:lnTo>
                  <a:lnTo>
                    <a:pt x="3988507" y="313113"/>
                  </a:lnTo>
                  <a:lnTo>
                    <a:pt x="3991785" y="313113"/>
                  </a:lnTo>
                  <a:lnTo>
                    <a:pt x="3996703" y="314753"/>
                  </a:lnTo>
                  <a:lnTo>
                    <a:pt x="3999981" y="316392"/>
                  </a:lnTo>
                  <a:lnTo>
                    <a:pt x="3999981" y="314753"/>
                  </a:lnTo>
                  <a:lnTo>
                    <a:pt x="3996703" y="313113"/>
                  </a:lnTo>
                  <a:lnTo>
                    <a:pt x="3993425" y="309835"/>
                  </a:lnTo>
                  <a:lnTo>
                    <a:pt x="3996703" y="311474"/>
                  </a:lnTo>
                  <a:lnTo>
                    <a:pt x="3999981" y="313113"/>
                  </a:lnTo>
                  <a:lnTo>
                    <a:pt x="3996703" y="311474"/>
                  </a:lnTo>
                  <a:lnTo>
                    <a:pt x="3993425" y="308195"/>
                  </a:lnTo>
                  <a:lnTo>
                    <a:pt x="3996703" y="304917"/>
                  </a:lnTo>
                  <a:lnTo>
                    <a:pt x="3996703" y="304917"/>
                  </a:lnTo>
                  <a:lnTo>
                    <a:pt x="3993425" y="301638"/>
                  </a:lnTo>
                  <a:lnTo>
                    <a:pt x="3988507" y="299999"/>
                  </a:lnTo>
                  <a:lnTo>
                    <a:pt x="3985228" y="298359"/>
                  </a:lnTo>
                  <a:lnTo>
                    <a:pt x="3980310" y="295081"/>
                  </a:lnTo>
                  <a:lnTo>
                    <a:pt x="3977031" y="293441"/>
                  </a:lnTo>
                  <a:lnTo>
                    <a:pt x="3973752" y="291802"/>
                  </a:lnTo>
                  <a:lnTo>
                    <a:pt x="3968834" y="290163"/>
                  </a:lnTo>
                  <a:lnTo>
                    <a:pt x="3965556" y="288523"/>
                  </a:lnTo>
                  <a:lnTo>
                    <a:pt x="3962277" y="286884"/>
                  </a:lnTo>
                  <a:lnTo>
                    <a:pt x="3957359" y="285245"/>
                  </a:lnTo>
                  <a:lnTo>
                    <a:pt x="3954080" y="283605"/>
                  </a:lnTo>
                  <a:lnTo>
                    <a:pt x="3949162" y="285245"/>
                  </a:lnTo>
                  <a:lnTo>
                    <a:pt x="3945883" y="285245"/>
                  </a:lnTo>
                  <a:lnTo>
                    <a:pt x="3942604" y="283605"/>
                  </a:lnTo>
                  <a:lnTo>
                    <a:pt x="3942604" y="278687"/>
                  </a:lnTo>
                  <a:lnTo>
                    <a:pt x="3945883" y="277048"/>
                  </a:lnTo>
                  <a:lnTo>
                    <a:pt x="3942604" y="275409"/>
                  </a:lnTo>
                  <a:lnTo>
                    <a:pt x="3937687" y="272130"/>
                  </a:lnTo>
                  <a:lnTo>
                    <a:pt x="3934408" y="268851"/>
                  </a:lnTo>
                  <a:lnTo>
                    <a:pt x="3931130" y="267212"/>
                  </a:lnTo>
                  <a:lnTo>
                    <a:pt x="3927851" y="265573"/>
                  </a:lnTo>
                  <a:lnTo>
                    <a:pt x="3924572" y="263933"/>
                  </a:lnTo>
                  <a:lnTo>
                    <a:pt x="3927851" y="263933"/>
                  </a:lnTo>
                  <a:lnTo>
                    <a:pt x="3931130" y="265573"/>
                  </a:lnTo>
                  <a:lnTo>
                    <a:pt x="3936048" y="265573"/>
                  </a:lnTo>
                  <a:lnTo>
                    <a:pt x="3939327" y="265573"/>
                  </a:lnTo>
                  <a:lnTo>
                    <a:pt x="3944244" y="265573"/>
                  </a:lnTo>
                  <a:lnTo>
                    <a:pt x="3947523" y="267212"/>
                  </a:lnTo>
                  <a:lnTo>
                    <a:pt x="3952441" y="267212"/>
                  </a:lnTo>
                  <a:lnTo>
                    <a:pt x="3955720" y="267212"/>
                  </a:lnTo>
                  <a:lnTo>
                    <a:pt x="3960638" y="267212"/>
                  </a:lnTo>
                  <a:lnTo>
                    <a:pt x="3963917" y="268851"/>
                  </a:lnTo>
                  <a:lnTo>
                    <a:pt x="3968834" y="268851"/>
                  </a:lnTo>
                  <a:lnTo>
                    <a:pt x="3972113" y="268851"/>
                  </a:lnTo>
                  <a:lnTo>
                    <a:pt x="3973752" y="268851"/>
                  </a:lnTo>
                  <a:lnTo>
                    <a:pt x="3977031" y="270491"/>
                  </a:lnTo>
                  <a:lnTo>
                    <a:pt x="3981949" y="270491"/>
                  </a:lnTo>
                  <a:lnTo>
                    <a:pt x="3985228" y="270491"/>
                  </a:lnTo>
                  <a:lnTo>
                    <a:pt x="3990146" y="270491"/>
                  </a:lnTo>
                  <a:lnTo>
                    <a:pt x="3993425" y="270491"/>
                  </a:lnTo>
                  <a:lnTo>
                    <a:pt x="3996703" y="270491"/>
                  </a:lnTo>
                  <a:lnTo>
                    <a:pt x="4001621" y="272130"/>
                  </a:lnTo>
                  <a:lnTo>
                    <a:pt x="4004900" y="273769"/>
                  </a:lnTo>
                  <a:lnTo>
                    <a:pt x="4009818" y="273769"/>
                  </a:lnTo>
                  <a:lnTo>
                    <a:pt x="4013097" y="275409"/>
                  </a:lnTo>
                  <a:lnTo>
                    <a:pt x="4016375" y="275409"/>
                  </a:lnTo>
                  <a:lnTo>
                    <a:pt x="4021293" y="277048"/>
                  </a:lnTo>
                  <a:lnTo>
                    <a:pt x="4022932" y="275409"/>
                  </a:lnTo>
                  <a:lnTo>
                    <a:pt x="4019653" y="273769"/>
                  </a:lnTo>
                  <a:lnTo>
                    <a:pt x="4016375" y="273769"/>
                  </a:lnTo>
                  <a:lnTo>
                    <a:pt x="4011457" y="272130"/>
                  </a:lnTo>
                  <a:lnTo>
                    <a:pt x="4016375" y="272130"/>
                  </a:lnTo>
                  <a:lnTo>
                    <a:pt x="4019653" y="272130"/>
                  </a:lnTo>
                  <a:lnTo>
                    <a:pt x="4022932" y="272130"/>
                  </a:lnTo>
                  <a:lnTo>
                    <a:pt x="4027850" y="273769"/>
                  </a:lnTo>
                  <a:lnTo>
                    <a:pt x="4031129" y="273769"/>
                  </a:lnTo>
                  <a:lnTo>
                    <a:pt x="4036047" y="275409"/>
                  </a:lnTo>
                  <a:lnTo>
                    <a:pt x="4039326" y="273769"/>
                  </a:lnTo>
                  <a:lnTo>
                    <a:pt x="4042605" y="273769"/>
                  </a:lnTo>
                  <a:lnTo>
                    <a:pt x="4045883" y="273769"/>
                  </a:lnTo>
                  <a:lnTo>
                    <a:pt x="4050801" y="275409"/>
                  </a:lnTo>
                  <a:lnTo>
                    <a:pt x="4054080" y="275409"/>
                  </a:lnTo>
                  <a:lnTo>
                    <a:pt x="4058998" y="275409"/>
                  </a:lnTo>
                  <a:lnTo>
                    <a:pt x="4062277" y="275409"/>
                  </a:lnTo>
                  <a:lnTo>
                    <a:pt x="4063916" y="275409"/>
                  </a:lnTo>
                  <a:lnTo>
                    <a:pt x="4067195" y="275409"/>
                  </a:lnTo>
                  <a:lnTo>
                    <a:pt x="4072112" y="275409"/>
                  </a:lnTo>
                  <a:lnTo>
                    <a:pt x="4075391" y="275409"/>
                  </a:lnTo>
                  <a:lnTo>
                    <a:pt x="4078670" y="273769"/>
                  </a:lnTo>
                  <a:lnTo>
                    <a:pt x="4083588" y="273769"/>
                  </a:lnTo>
                  <a:lnTo>
                    <a:pt x="4086867" y="273769"/>
                  </a:lnTo>
                  <a:lnTo>
                    <a:pt x="4090145" y="273769"/>
                  </a:lnTo>
                  <a:lnTo>
                    <a:pt x="4095064" y="273769"/>
                  </a:lnTo>
                  <a:lnTo>
                    <a:pt x="4098341" y="275409"/>
                  </a:lnTo>
                  <a:lnTo>
                    <a:pt x="4101620" y="275409"/>
                  </a:lnTo>
                  <a:lnTo>
                    <a:pt x="4106538" y="278687"/>
                  </a:lnTo>
                  <a:lnTo>
                    <a:pt x="4109817" y="278687"/>
                  </a:lnTo>
                  <a:lnTo>
                    <a:pt x="4114735" y="278687"/>
                  </a:lnTo>
                  <a:lnTo>
                    <a:pt x="4118014" y="280327"/>
                  </a:lnTo>
                  <a:lnTo>
                    <a:pt x="4121293" y="281966"/>
                  </a:lnTo>
                  <a:lnTo>
                    <a:pt x="4126210" y="281966"/>
                  </a:lnTo>
                  <a:lnTo>
                    <a:pt x="4129489" y="281966"/>
                  </a:lnTo>
                  <a:lnTo>
                    <a:pt x="4132768" y="283605"/>
                  </a:lnTo>
                  <a:lnTo>
                    <a:pt x="4137686" y="283605"/>
                  </a:lnTo>
                  <a:lnTo>
                    <a:pt x="4140965" y="283605"/>
                  </a:lnTo>
                  <a:lnTo>
                    <a:pt x="4145883" y="283605"/>
                  </a:lnTo>
                  <a:lnTo>
                    <a:pt x="4149162" y="285245"/>
                  </a:lnTo>
                  <a:lnTo>
                    <a:pt x="4154079" y="285245"/>
                  </a:lnTo>
                  <a:lnTo>
                    <a:pt x="4157358" y="286884"/>
                  </a:lnTo>
                  <a:lnTo>
                    <a:pt x="4160637" y="286884"/>
                  </a:lnTo>
                  <a:lnTo>
                    <a:pt x="4165555" y="288523"/>
                  </a:lnTo>
                  <a:lnTo>
                    <a:pt x="4168834" y="288523"/>
                  </a:lnTo>
                  <a:lnTo>
                    <a:pt x="4173752" y="288523"/>
                  </a:lnTo>
                  <a:lnTo>
                    <a:pt x="4177030" y="288523"/>
                  </a:lnTo>
                  <a:lnTo>
                    <a:pt x="4181948" y="288523"/>
                  </a:lnTo>
                  <a:lnTo>
                    <a:pt x="4185227" y="290163"/>
                  </a:lnTo>
                  <a:lnTo>
                    <a:pt x="4190145" y="290163"/>
                  </a:lnTo>
                  <a:lnTo>
                    <a:pt x="4193424" y="291802"/>
                  </a:lnTo>
                  <a:lnTo>
                    <a:pt x="4198342" y="291802"/>
                  </a:lnTo>
                  <a:lnTo>
                    <a:pt x="4201621" y="293441"/>
                  </a:lnTo>
                  <a:lnTo>
                    <a:pt x="4204898" y="295081"/>
                  </a:lnTo>
                  <a:lnTo>
                    <a:pt x="4201621" y="293441"/>
                  </a:lnTo>
                  <a:lnTo>
                    <a:pt x="4196702" y="293441"/>
                  </a:lnTo>
                  <a:lnTo>
                    <a:pt x="4193424" y="291802"/>
                  </a:lnTo>
                  <a:lnTo>
                    <a:pt x="4196702" y="295081"/>
                  </a:lnTo>
                  <a:lnTo>
                    <a:pt x="4201621" y="296720"/>
                  </a:lnTo>
                  <a:lnTo>
                    <a:pt x="4206538" y="295081"/>
                  </a:lnTo>
                  <a:lnTo>
                    <a:pt x="4209817" y="295081"/>
                  </a:lnTo>
                  <a:lnTo>
                    <a:pt x="4214735" y="296720"/>
                  </a:lnTo>
                  <a:lnTo>
                    <a:pt x="4218014" y="296720"/>
                  </a:lnTo>
                  <a:lnTo>
                    <a:pt x="4222932" y="298359"/>
                  </a:lnTo>
                  <a:lnTo>
                    <a:pt x="4226211" y="299999"/>
                  </a:lnTo>
                  <a:lnTo>
                    <a:pt x="4229489" y="299999"/>
                  </a:lnTo>
                  <a:lnTo>
                    <a:pt x="4234407" y="301638"/>
                  </a:lnTo>
                  <a:lnTo>
                    <a:pt x="4237685" y="303277"/>
                  </a:lnTo>
                  <a:lnTo>
                    <a:pt x="4240964" y="303277"/>
                  </a:lnTo>
                  <a:lnTo>
                    <a:pt x="4244243" y="304917"/>
                  </a:lnTo>
                  <a:lnTo>
                    <a:pt x="4249161" y="306556"/>
                  </a:lnTo>
                  <a:lnTo>
                    <a:pt x="4244243" y="306556"/>
                  </a:lnTo>
                  <a:lnTo>
                    <a:pt x="4240964" y="304917"/>
                  </a:lnTo>
                  <a:lnTo>
                    <a:pt x="4237685" y="303277"/>
                  </a:lnTo>
                  <a:lnTo>
                    <a:pt x="4232767" y="303277"/>
                  </a:lnTo>
                  <a:lnTo>
                    <a:pt x="4237685" y="303277"/>
                  </a:lnTo>
                  <a:lnTo>
                    <a:pt x="4240964" y="306556"/>
                  </a:lnTo>
                  <a:lnTo>
                    <a:pt x="4244243" y="306556"/>
                  </a:lnTo>
                  <a:lnTo>
                    <a:pt x="4249161" y="306556"/>
                  </a:lnTo>
                  <a:lnTo>
                    <a:pt x="4252440" y="306556"/>
                  </a:lnTo>
                  <a:lnTo>
                    <a:pt x="4255719" y="308195"/>
                  </a:lnTo>
                  <a:lnTo>
                    <a:pt x="4258997" y="308195"/>
                  </a:lnTo>
                  <a:lnTo>
                    <a:pt x="4263915" y="309835"/>
                  </a:lnTo>
                  <a:lnTo>
                    <a:pt x="4267194" y="308195"/>
                  </a:lnTo>
                  <a:lnTo>
                    <a:pt x="4270472" y="309835"/>
                  </a:lnTo>
                  <a:lnTo>
                    <a:pt x="4275391" y="311474"/>
                  </a:lnTo>
                  <a:lnTo>
                    <a:pt x="4278669" y="313113"/>
                  </a:lnTo>
                  <a:lnTo>
                    <a:pt x="4281948" y="313113"/>
                  </a:lnTo>
                  <a:lnTo>
                    <a:pt x="4286865" y="314753"/>
                  </a:lnTo>
                  <a:lnTo>
                    <a:pt x="4290144" y="314753"/>
                  </a:lnTo>
                  <a:lnTo>
                    <a:pt x="4295062" y="314753"/>
                  </a:lnTo>
                  <a:lnTo>
                    <a:pt x="4298341" y="316392"/>
                  </a:lnTo>
                  <a:lnTo>
                    <a:pt x="4303259" y="318031"/>
                  </a:lnTo>
                  <a:lnTo>
                    <a:pt x="4306538" y="319671"/>
                  </a:lnTo>
                  <a:lnTo>
                    <a:pt x="4311455" y="319671"/>
                  </a:lnTo>
                  <a:lnTo>
                    <a:pt x="4316374" y="321310"/>
                  </a:lnTo>
                  <a:lnTo>
                    <a:pt x="4313095" y="321310"/>
                  </a:lnTo>
                  <a:lnTo>
                    <a:pt x="4309816" y="319671"/>
                  </a:lnTo>
                  <a:lnTo>
                    <a:pt x="4304899" y="319671"/>
                  </a:lnTo>
                  <a:lnTo>
                    <a:pt x="4309816" y="321310"/>
                  </a:lnTo>
                  <a:lnTo>
                    <a:pt x="4313095" y="324589"/>
                  </a:lnTo>
                  <a:lnTo>
                    <a:pt x="4316374" y="324589"/>
                  </a:lnTo>
                  <a:lnTo>
                    <a:pt x="4321292" y="324589"/>
                  </a:lnTo>
                  <a:lnTo>
                    <a:pt x="4324571" y="326228"/>
                  </a:lnTo>
                  <a:lnTo>
                    <a:pt x="4329489" y="326228"/>
                  </a:lnTo>
                  <a:lnTo>
                    <a:pt x="4332768" y="327867"/>
                  </a:lnTo>
                  <a:lnTo>
                    <a:pt x="4337685" y="327867"/>
                  </a:lnTo>
                  <a:lnTo>
                    <a:pt x="4340964" y="329507"/>
                  </a:lnTo>
                  <a:lnTo>
                    <a:pt x="4344242" y="331146"/>
                  </a:lnTo>
                  <a:lnTo>
                    <a:pt x="4349161" y="332785"/>
                  </a:lnTo>
                  <a:lnTo>
                    <a:pt x="4352439" y="331146"/>
                  </a:lnTo>
                  <a:lnTo>
                    <a:pt x="4349161" y="331146"/>
                  </a:lnTo>
                  <a:lnTo>
                    <a:pt x="4344242" y="329507"/>
                  </a:lnTo>
                  <a:lnTo>
                    <a:pt x="4340964" y="327867"/>
                  </a:lnTo>
                  <a:lnTo>
                    <a:pt x="4336045" y="327867"/>
                  </a:lnTo>
                  <a:lnTo>
                    <a:pt x="4331128" y="326228"/>
                  </a:lnTo>
                  <a:lnTo>
                    <a:pt x="4327849" y="324589"/>
                  </a:lnTo>
                  <a:lnTo>
                    <a:pt x="4331128" y="326228"/>
                  </a:lnTo>
                  <a:lnTo>
                    <a:pt x="4336045" y="326228"/>
                  </a:lnTo>
                  <a:lnTo>
                    <a:pt x="4340964" y="327867"/>
                  </a:lnTo>
                  <a:lnTo>
                    <a:pt x="4344242" y="329507"/>
                  </a:lnTo>
                  <a:lnTo>
                    <a:pt x="4349161" y="329507"/>
                  </a:lnTo>
                  <a:lnTo>
                    <a:pt x="4352439" y="331146"/>
                  </a:lnTo>
                  <a:lnTo>
                    <a:pt x="4357358" y="332785"/>
                  </a:lnTo>
                  <a:lnTo>
                    <a:pt x="4360635" y="332785"/>
                  </a:lnTo>
                  <a:lnTo>
                    <a:pt x="4357358" y="332785"/>
                  </a:lnTo>
                  <a:lnTo>
                    <a:pt x="4360635" y="336064"/>
                  </a:lnTo>
                  <a:lnTo>
                    <a:pt x="4363914" y="337703"/>
                  </a:lnTo>
                  <a:lnTo>
                    <a:pt x="4367193" y="334425"/>
                  </a:lnTo>
                  <a:lnTo>
                    <a:pt x="4370472" y="336064"/>
                  </a:lnTo>
                  <a:lnTo>
                    <a:pt x="4375390" y="336064"/>
                  </a:lnTo>
                  <a:lnTo>
                    <a:pt x="4378669" y="339343"/>
                  </a:lnTo>
                  <a:lnTo>
                    <a:pt x="4383587" y="337703"/>
                  </a:lnTo>
                  <a:lnTo>
                    <a:pt x="4386865" y="339343"/>
                  </a:lnTo>
                  <a:lnTo>
                    <a:pt x="4391783" y="340982"/>
                  </a:lnTo>
                  <a:lnTo>
                    <a:pt x="4395062" y="340982"/>
                  </a:lnTo>
                  <a:lnTo>
                    <a:pt x="4399980" y="342621"/>
                  </a:lnTo>
                  <a:lnTo>
                    <a:pt x="4403259" y="344261"/>
                  </a:lnTo>
                  <a:lnTo>
                    <a:pt x="4408177" y="344261"/>
                  </a:lnTo>
                  <a:lnTo>
                    <a:pt x="4411456" y="345900"/>
                  </a:lnTo>
                  <a:lnTo>
                    <a:pt x="4416373" y="347539"/>
                  </a:lnTo>
                  <a:lnTo>
                    <a:pt x="4419652" y="347539"/>
                  </a:lnTo>
                  <a:lnTo>
                    <a:pt x="4424570" y="349179"/>
                  </a:lnTo>
                  <a:lnTo>
                    <a:pt x="4427849" y="349179"/>
                  </a:lnTo>
                  <a:lnTo>
                    <a:pt x="4432767" y="350818"/>
                  </a:lnTo>
                  <a:lnTo>
                    <a:pt x="4437684" y="352457"/>
                  </a:lnTo>
                  <a:lnTo>
                    <a:pt x="4440963" y="352457"/>
                  </a:lnTo>
                  <a:lnTo>
                    <a:pt x="4444242" y="354097"/>
                  </a:lnTo>
                  <a:lnTo>
                    <a:pt x="4449160" y="354097"/>
                  </a:lnTo>
                  <a:lnTo>
                    <a:pt x="4454078" y="355736"/>
                  </a:lnTo>
                  <a:lnTo>
                    <a:pt x="4457357" y="355736"/>
                  </a:lnTo>
                  <a:lnTo>
                    <a:pt x="4457357" y="357375"/>
                  </a:lnTo>
                  <a:lnTo>
                    <a:pt x="4457357" y="357375"/>
                  </a:lnTo>
                  <a:lnTo>
                    <a:pt x="4460636" y="359015"/>
                  </a:lnTo>
                  <a:lnTo>
                    <a:pt x="4465553" y="360654"/>
                  </a:lnTo>
                  <a:lnTo>
                    <a:pt x="4468832" y="362293"/>
                  </a:lnTo>
                  <a:lnTo>
                    <a:pt x="4472111" y="365572"/>
                  </a:lnTo>
                  <a:lnTo>
                    <a:pt x="4475389" y="368851"/>
                  </a:lnTo>
                  <a:lnTo>
                    <a:pt x="4478668" y="367211"/>
                  </a:lnTo>
                  <a:lnTo>
                    <a:pt x="4475389" y="363933"/>
                  </a:lnTo>
                  <a:lnTo>
                    <a:pt x="4478668" y="365572"/>
                  </a:lnTo>
                  <a:lnTo>
                    <a:pt x="4483586" y="367211"/>
                  </a:lnTo>
                  <a:lnTo>
                    <a:pt x="4486865" y="367211"/>
                  </a:lnTo>
                  <a:lnTo>
                    <a:pt x="4490143" y="370490"/>
                  </a:lnTo>
                  <a:lnTo>
                    <a:pt x="4495061" y="373769"/>
                  </a:lnTo>
                  <a:lnTo>
                    <a:pt x="4498340" y="377047"/>
                  </a:lnTo>
                  <a:lnTo>
                    <a:pt x="4501619" y="380326"/>
                  </a:lnTo>
                  <a:lnTo>
                    <a:pt x="4504898" y="381965"/>
                  </a:lnTo>
                  <a:lnTo>
                    <a:pt x="4509816" y="383605"/>
                  </a:lnTo>
                  <a:lnTo>
                    <a:pt x="4513095" y="383605"/>
                  </a:lnTo>
                  <a:lnTo>
                    <a:pt x="4518012" y="386883"/>
                  </a:lnTo>
                  <a:lnTo>
                    <a:pt x="4521291" y="388523"/>
                  </a:lnTo>
                  <a:lnTo>
                    <a:pt x="4524569" y="391802"/>
                  </a:lnTo>
                  <a:lnTo>
                    <a:pt x="4521291" y="391802"/>
                  </a:lnTo>
                  <a:lnTo>
                    <a:pt x="4524569" y="395080"/>
                  </a:lnTo>
                  <a:lnTo>
                    <a:pt x="4527848" y="396719"/>
                  </a:lnTo>
                  <a:lnTo>
                    <a:pt x="4532766" y="396719"/>
                  </a:lnTo>
                  <a:lnTo>
                    <a:pt x="4536045" y="398359"/>
                  </a:lnTo>
                  <a:lnTo>
                    <a:pt x="4540963" y="398359"/>
                  </a:lnTo>
                  <a:lnTo>
                    <a:pt x="4544241" y="399998"/>
                  </a:lnTo>
                  <a:lnTo>
                    <a:pt x="4549159" y="403277"/>
                  </a:lnTo>
                  <a:lnTo>
                    <a:pt x="4552438" y="404916"/>
                  </a:lnTo>
                  <a:lnTo>
                    <a:pt x="4557356" y="406555"/>
                  </a:lnTo>
                  <a:lnTo>
                    <a:pt x="4555717" y="401637"/>
                  </a:lnTo>
                  <a:lnTo>
                    <a:pt x="4560635" y="401637"/>
                  </a:lnTo>
                  <a:lnTo>
                    <a:pt x="4563914" y="404916"/>
                  </a:lnTo>
                  <a:lnTo>
                    <a:pt x="4567192" y="408195"/>
                  </a:lnTo>
                  <a:lnTo>
                    <a:pt x="4572110" y="411473"/>
                  </a:lnTo>
                  <a:lnTo>
                    <a:pt x="4575389" y="411473"/>
                  </a:lnTo>
                  <a:lnTo>
                    <a:pt x="4573749" y="409834"/>
                  </a:lnTo>
                  <a:lnTo>
                    <a:pt x="4573749" y="406555"/>
                  </a:lnTo>
                  <a:lnTo>
                    <a:pt x="4570471" y="403277"/>
                  </a:lnTo>
                  <a:lnTo>
                    <a:pt x="4565553" y="401637"/>
                  </a:lnTo>
                  <a:lnTo>
                    <a:pt x="4562275" y="399998"/>
                  </a:lnTo>
                  <a:lnTo>
                    <a:pt x="4557356" y="399998"/>
                  </a:lnTo>
                  <a:lnTo>
                    <a:pt x="4554078" y="399998"/>
                  </a:lnTo>
                  <a:lnTo>
                    <a:pt x="4550799" y="398359"/>
                  </a:lnTo>
                  <a:lnTo>
                    <a:pt x="4547520" y="396719"/>
                  </a:lnTo>
                  <a:lnTo>
                    <a:pt x="4549159" y="393441"/>
                  </a:lnTo>
                  <a:lnTo>
                    <a:pt x="4545881" y="391802"/>
                  </a:lnTo>
                  <a:lnTo>
                    <a:pt x="4540963" y="388523"/>
                  </a:lnTo>
                  <a:lnTo>
                    <a:pt x="4537685" y="386883"/>
                  </a:lnTo>
                  <a:lnTo>
                    <a:pt x="4534406" y="383605"/>
                  </a:lnTo>
                  <a:lnTo>
                    <a:pt x="4529488" y="381965"/>
                  </a:lnTo>
                  <a:lnTo>
                    <a:pt x="4526209" y="381965"/>
                  </a:lnTo>
                  <a:lnTo>
                    <a:pt x="4521291" y="380326"/>
                  </a:lnTo>
                  <a:lnTo>
                    <a:pt x="4518012" y="380326"/>
                  </a:lnTo>
                  <a:lnTo>
                    <a:pt x="4514734" y="378687"/>
                  </a:lnTo>
                  <a:lnTo>
                    <a:pt x="4509816" y="378687"/>
                  </a:lnTo>
                  <a:lnTo>
                    <a:pt x="4514734" y="378687"/>
                  </a:lnTo>
                  <a:lnTo>
                    <a:pt x="4518012" y="378687"/>
                  </a:lnTo>
                  <a:lnTo>
                    <a:pt x="4522930" y="378687"/>
                  </a:lnTo>
                  <a:lnTo>
                    <a:pt x="4526209" y="378687"/>
                  </a:lnTo>
                  <a:lnTo>
                    <a:pt x="4531127" y="378687"/>
                  </a:lnTo>
                  <a:lnTo>
                    <a:pt x="4534406" y="377047"/>
                  </a:lnTo>
                  <a:lnTo>
                    <a:pt x="4537685" y="377047"/>
                  </a:lnTo>
                  <a:lnTo>
                    <a:pt x="4542602" y="380326"/>
                  </a:lnTo>
                  <a:lnTo>
                    <a:pt x="4545881" y="378687"/>
                  </a:lnTo>
                  <a:lnTo>
                    <a:pt x="4550799" y="378687"/>
                  </a:lnTo>
                  <a:lnTo>
                    <a:pt x="4554078" y="380326"/>
                  </a:lnTo>
                  <a:lnTo>
                    <a:pt x="4550799" y="380326"/>
                  </a:lnTo>
                  <a:lnTo>
                    <a:pt x="4554078" y="383605"/>
                  </a:lnTo>
                  <a:lnTo>
                    <a:pt x="4557356" y="386883"/>
                  </a:lnTo>
                  <a:lnTo>
                    <a:pt x="4562275" y="386883"/>
                  </a:lnTo>
                  <a:lnTo>
                    <a:pt x="4558996" y="381965"/>
                  </a:lnTo>
                  <a:lnTo>
                    <a:pt x="4562275" y="383605"/>
                  </a:lnTo>
                  <a:lnTo>
                    <a:pt x="4567192" y="385244"/>
                  </a:lnTo>
                  <a:lnTo>
                    <a:pt x="4570471" y="385244"/>
                  </a:lnTo>
                  <a:lnTo>
                    <a:pt x="4575389" y="385244"/>
                  </a:lnTo>
                  <a:lnTo>
                    <a:pt x="4580307" y="383605"/>
                  </a:lnTo>
                  <a:lnTo>
                    <a:pt x="4575389" y="383605"/>
                  </a:lnTo>
                  <a:lnTo>
                    <a:pt x="4570471" y="381965"/>
                  </a:lnTo>
                  <a:lnTo>
                    <a:pt x="4567192" y="381965"/>
                  </a:lnTo>
                  <a:lnTo>
                    <a:pt x="4562275" y="381965"/>
                  </a:lnTo>
                  <a:lnTo>
                    <a:pt x="4558996" y="380326"/>
                  </a:lnTo>
                  <a:lnTo>
                    <a:pt x="4563914" y="380326"/>
                  </a:lnTo>
                  <a:lnTo>
                    <a:pt x="4565553" y="380326"/>
                  </a:lnTo>
                  <a:lnTo>
                    <a:pt x="4568831" y="380326"/>
                  </a:lnTo>
                  <a:lnTo>
                    <a:pt x="4573749" y="381965"/>
                  </a:lnTo>
                  <a:lnTo>
                    <a:pt x="4568831" y="381965"/>
                  </a:lnTo>
                  <a:lnTo>
                    <a:pt x="4573749" y="381965"/>
                  </a:lnTo>
                  <a:lnTo>
                    <a:pt x="4577028" y="381965"/>
                  </a:lnTo>
                  <a:lnTo>
                    <a:pt x="4581946" y="383605"/>
                  </a:lnTo>
                  <a:lnTo>
                    <a:pt x="4585225" y="383605"/>
                  </a:lnTo>
                  <a:lnTo>
                    <a:pt x="4590143" y="383605"/>
                  </a:lnTo>
                  <a:lnTo>
                    <a:pt x="4593421" y="383605"/>
                  </a:lnTo>
                  <a:lnTo>
                    <a:pt x="4598339" y="383605"/>
                  </a:lnTo>
                  <a:lnTo>
                    <a:pt x="4601618" y="383605"/>
                  </a:lnTo>
                  <a:lnTo>
                    <a:pt x="4606536" y="386883"/>
                  </a:lnTo>
                  <a:lnTo>
                    <a:pt x="4609815" y="388523"/>
                  </a:lnTo>
                  <a:lnTo>
                    <a:pt x="4614733" y="390162"/>
                  </a:lnTo>
                  <a:lnTo>
                    <a:pt x="4618012" y="390162"/>
                  </a:lnTo>
                  <a:lnTo>
                    <a:pt x="4621290" y="393441"/>
                  </a:lnTo>
                  <a:lnTo>
                    <a:pt x="4626208" y="395080"/>
                  </a:lnTo>
                  <a:lnTo>
                    <a:pt x="4631126" y="396719"/>
                  </a:lnTo>
                  <a:lnTo>
                    <a:pt x="4634405" y="396719"/>
                  </a:lnTo>
                  <a:lnTo>
                    <a:pt x="4637684" y="398359"/>
                  </a:lnTo>
                  <a:lnTo>
                    <a:pt x="4642602" y="398359"/>
                  </a:lnTo>
                  <a:lnTo>
                    <a:pt x="4647519" y="399998"/>
                  </a:lnTo>
                  <a:lnTo>
                    <a:pt x="4650798" y="401637"/>
                  </a:lnTo>
                  <a:lnTo>
                    <a:pt x="4654077" y="401637"/>
                  </a:lnTo>
                  <a:lnTo>
                    <a:pt x="4658995" y="403277"/>
                  </a:lnTo>
                  <a:lnTo>
                    <a:pt x="4663913" y="404916"/>
                  </a:lnTo>
                  <a:lnTo>
                    <a:pt x="4667192" y="406555"/>
                  </a:lnTo>
                  <a:lnTo>
                    <a:pt x="4670471" y="406555"/>
                  </a:lnTo>
                  <a:lnTo>
                    <a:pt x="4672109" y="411473"/>
                  </a:lnTo>
                  <a:lnTo>
                    <a:pt x="4675388" y="408195"/>
                  </a:lnTo>
                  <a:lnTo>
                    <a:pt x="4678667" y="409834"/>
                  </a:lnTo>
                  <a:lnTo>
                    <a:pt x="4683585" y="409834"/>
                  </a:lnTo>
                  <a:lnTo>
                    <a:pt x="4686864" y="413113"/>
                  </a:lnTo>
                  <a:lnTo>
                    <a:pt x="4683585" y="413113"/>
                  </a:lnTo>
                  <a:lnTo>
                    <a:pt x="4686864" y="414752"/>
                  </a:lnTo>
                  <a:lnTo>
                    <a:pt x="4691782" y="413113"/>
                  </a:lnTo>
                  <a:lnTo>
                    <a:pt x="4695061" y="414752"/>
                  </a:lnTo>
                  <a:lnTo>
                    <a:pt x="4701618" y="418031"/>
                  </a:lnTo>
                  <a:lnTo>
                    <a:pt x="4696699" y="422949"/>
                  </a:lnTo>
                  <a:lnTo>
                    <a:pt x="4696699" y="426228"/>
                  </a:lnTo>
                  <a:lnTo>
                    <a:pt x="4699978" y="429506"/>
                  </a:lnTo>
                  <a:lnTo>
                    <a:pt x="4704896" y="431145"/>
                  </a:lnTo>
                  <a:lnTo>
                    <a:pt x="4704896" y="436064"/>
                  </a:lnTo>
                  <a:lnTo>
                    <a:pt x="4701618" y="434424"/>
                  </a:lnTo>
                  <a:lnTo>
                    <a:pt x="4698339" y="434424"/>
                  </a:lnTo>
                  <a:lnTo>
                    <a:pt x="4693422" y="432785"/>
                  </a:lnTo>
                  <a:lnTo>
                    <a:pt x="4690143" y="432785"/>
                  </a:lnTo>
                  <a:lnTo>
                    <a:pt x="4685225" y="431145"/>
                  </a:lnTo>
                  <a:lnTo>
                    <a:pt x="4681946" y="429506"/>
                  </a:lnTo>
                  <a:lnTo>
                    <a:pt x="4677028" y="429506"/>
                  </a:lnTo>
                  <a:lnTo>
                    <a:pt x="4673749" y="427867"/>
                  </a:lnTo>
                  <a:lnTo>
                    <a:pt x="4668832" y="426228"/>
                  </a:lnTo>
                  <a:lnTo>
                    <a:pt x="4673749" y="429506"/>
                  </a:lnTo>
                  <a:lnTo>
                    <a:pt x="4677028" y="429506"/>
                  </a:lnTo>
                  <a:lnTo>
                    <a:pt x="4681946" y="432785"/>
                  </a:lnTo>
                  <a:lnTo>
                    <a:pt x="4685225" y="432785"/>
                  </a:lnTo>
                  <a:lnTo>
                    <a:pt x="4690143" y="434424"/>
                  </a:lnTo>
                  <a:lnTo>
                    <a:pt x="4693422" y="434424"/>
                  </a:lnTo>
                  <a:lnTo>
                    <a:pt x="4696699" y="436064"/>
                  </a:lnTo>
                  <a:lnTo>
                    <a:pt x="4699978" y="440982"/>
                  </a:lnTo>
                  <a:lnTo>
                    <a:pt x="4696699" y="439342"/>
                  </a:lnTo>
                  <a:lnTo>
                    <a:pt x="4691782" y="439342"/>
                  </a:lnTo>
                  <a:lnTo>
                    <a:pt x="4688503" y="437703"/>
                  </a:lnTo>
                  <a:lnTo>
                    <a:pt x="4683585" y="437703"/>
                  </a:lnTo>
                  <a:lnTo>
                    <a:pt x="4680306" y="439342"/>
                  </a:lnTo>
                  <a:lnTo>
                    <a:pt x="4677028" y="439342"/>
                  </a:lnTo>
                  <a:lnTo>
                    <a:pt x="4673749" y="439342"/>
                  </a:lnTo>
                  <a:lnTo>
                    <a:pt x="4677028" y="437703"/>
                  </a:lnTo>
                  <a:lnTo>
                    <a:pt x="4673749" y="437703"/>
                  </a:lnTo>
                  <a:lnTo>
                    <a:pt x="4668832" y="437703"/>
                  </a:lnTo>
                  <a:lnTo>
                    <a:pt x="4665553" y="437703"/>
                  </a:lnTo>
                  <a:lnTo>
                    <a:pt x="4660635" y="437703"/>
                  </a:lnTo>
                  <a:lnTo>
                    <a:pt x="4657356" y="434424"/>
                  </a:lnTo>
                  <a:lnTo>
                    <a:pt x="4654077" y="432785"/>
                  </a:lnTo>
                  <a:lnTo>
                    <a:pt x="4649159" y="432785"/>
                  </a:lnTo>
                  <a:lnTo>
                    <a:pt x="4645880" y="432785"/>
                  </a:lnTo>
                  <a:lnTo>
                    <a:pt x="4642602" y="431145"/>
                  </a:lnTo>
                  <a:lnTo>
                    <a:pt x="4637684" y="432785"/>
                  </a:lnTo>
                  <a:lnTo>
                    <a:pt x="4642602" y="432785"/>
                  </a:lnTo>
                  <a:lnTo>
                    <a:pt x="4645880" y="434424"/>
                  </a:lnTo>
                  <a:lnTo>
                    <a:pt x="4650798" y="434424"/>
                  </a:lnTo>
                  <a:lnTo>
                    <a:pt x="4654077" y="436064"/>
                  </a:lnTo>
                  <a:lnTo>
                    <a:pt x="4658995" y="437703"/>
                  </a:lnTo>
                  <a:lnTo>
                    <a:pt x="4662274" y="440982"/>
                  </a:lnTo>
                  <a:lnTo>
                    <a:pt x="4665553" y="442621"/>
                  </a:lnTo>
                  <a:lnTo>
                    <a:pt x="4668832" y="440982"/>
                  </a:lnTo>
                  <a:lnTo>
                    <a:pt x="4673749" y="444260"/>
                  </a:lnTo>
                  <a:lnTo>
                    <a:pt x="4677028" y="447539"/>
                  </a:lnTo>
                  <a:lnTo>
                    <a:pt x="4680306" y="449178"/>
                  </a:lnTo>
                  <a:lnTo>
                    <a:pt x="4677028" y="449178"/>
                  </a:lnTo>
                  <a:lnTo>
                    <a:pt x="4673749" y="449178"/>
                  </a:lnTo>
                  <a:lnTo>
                    <a:pt x="4668832" y="450818"/>
                  </a:lnTo>
                  <a:lnTo>
                    <a:pt x="4673749" y="450818"/>
                  </a:lnTo>
                  <a:lnTo>
                    <a:pt x="4677028" y="450818"/>
                  </a:lnTo>
                  <a:lnTo>
                    <a:pt x="4680306" y="450818"/>
                  </a:lnTo>
                  <a:lnTo>
                    <a:pt x="4685225" y="452457"/>
                  </a:lnTo>
                  <a:lnTo>
                    <a:pt x="4688503" y="454096"/>
                  </a:lnTo>
                  <a:lnTo>
                    <a:pt x="4691782" y="459014"/>
                  </a:lnTo>
                  <a:lnTo>
                    <a:pt x="4691782" y="462293"/>
                  </a:lnTo>
                  <a:lnTo>
                    <a:pt x="4686864" y="462293"/>
                  </a:lnTo>
                  <a:lnTo>
                    <a:pt x="4683585" y="463932"/>
                  </a:lnTo>
                  <a:lnTo>
                    <a:pt x="4678667" y="463932"/>
                  </a:lnTo>
                  <a:lnTo>
                    <a:pt x="4678667" y="467211"/>
                  </a:lnTo>
                  <a:lnTo>
                    <a:pt x="4681946" y="465572"/>
                  </a:lnTo>
                  <a:lnTo>
                    <a:pt x="4686864" y="465572"/>
                  </a:lnTo>
                  <a:lnTo>
                    <a:pt x="4690143" y="468850"/>
                  </a:lnTo>
                  <a:lnTo>
                    <a:pt x="4688503" y="472129"/>
                  </a:lnTo>
                  <a:lnTo>
                    <a:pt x="4691782" y="472129"/>
                  </a:lnTo>
                  <a:lnTo>
                    <a:pt x="4696699" y="473768"/>
                  </a:lnTo>
                  <a:lnTo>
                    <a:pt x="4699978" y="473768"/>
                  </a:lnTo>
                  <a:lnTo>
                    <a:pt x="4704896" y="475408"/>
                  </a:lnTo>
                  <a:lnTo>
                    <a:pt x="4708175" y="475408"/>
                  </a:lnTo>
                  <a:lnTo>
                    <a:pt x="4711454" y="475408"/>
                  </a:lnTo>
                  <a:lnTo>
                    <a:pt x="4716372" y="478686"/>
                  </a:lnTo>
                  <a:lnTo>
                    <a:pt x="4719651" y="481965"/>
                  </a:lnTo>
                  <a:lnTo>
                    <a:pt x="4716372" y="481965"/>
                  </a:lnTo>
                  <a:lnTo>
                    <a:pt x="4711454" y="481965"/>
                  </a:lnTo>
                  <a:lnTo>
                    <a:pt x="4708175" y="480326"/>
                  </a:lnTo>
                  <a:lnTo>
                    <a:pt x="4704896" y="478686"/>
                  </a:lnTo>
                  <a:lnTo>
                    <a:pt x="4699978" y="478686"/>
                  </a:lnTo>
                  <a:lnTo>
                    <a:pt x="4704896" y="480326"/>
                  </a:lnTo>
                  <a:lnTo>
                    <a:pt x="4708175" y="483604"/>
                  </a:lnTo>
                  <a:lnTo>
                    <a:pt x="4709815" y="486883"/>
                  </a:lnTo>
                  <a:lnTo>
                    <a:pt x="4706536" y="488522"/>
                  </a:lnTo>
                  <a:lnTo>
                    <a:pt x="4704896" y="486883"/>
                  </a:lnTo>
                  <a:lnTo>
                    <a:pt x="4701618" y="486883"/>
                  </a:lnTo>
                  <a:lnTo>
                    <a:pt x="4698339" y="485244"/>
                  </a:lnTo>
                  <a:lnTo>
                    <a:pt x="4693422" y="483604"/>
                  </a:lnTo>
                  <a:lnTo>
                    <a:pt x="4691782" y="478686"/>
                  </a:lnTo>
                  <a:lnTo>
                    <a:pt x="4688503" y="477047"/>
                  </a:lnTo>
                  <a:lnTo>
                    <a:pt x="4683585" y="475408"/>
                  </a:lnTo>
                  <a:lnTo>
                    <a:pt x="4680306" y="473768"/>
                  </a:lnTo>
                  <a:lnTo>
                    <a:pt x="4681946" y="475408"/>
                  </a:lnTo>
                  <a:lnTo>
                    <a:pt x="4685225" y="477047"/>
                  </a:lnTo>
                  <a:lnTo>
                    <a:pt x="4690143" y="480326"/>
                  </a:lnTo>
                  <a:lnTo>
                    <a:pt x="4688503" y="483604"/>
                  </a:lnTo>
                  <a:lnTo>
                    <a:pt x="4683585" y="483604"/>
                  </a:lnTo>
                  <a:lnTo>
                    <a:pt x="4680306" y="483604"/>
                  </a:lnTo>
                  <a:lnTo>
                    <a:pt x="4675388" y="481965"/>
                  </a:lnTo>
                  <a:lnTo>
                    <a:pt x="4672109" y="481965"/>
                  </a:lnTo>
                  <a:lnTo>
                    <a:pt x="4668832" y="478686"/>
                  </a:lnTo>
                  <a:lnTo>
                    <a:pt x="4665553" y="477047"/>
                  </a:lnTo>
                  <a:lnTo>
                    <a:pt x="4660635" y="475408"/>
                  </a:lnTo>
                  <a:lnTo>
                    <a:pt x="4660635" y="475408"/>
                  </a:lnTo>
                  <a:lnTo>
                    <a:pt x="4657356" y="473768"/>
                  </a:lnTo>
                  <a:lnTo>
                    <a:pt x="4652438" y="472129"/>
                  </a:lnTo>
                  <a:lnTo>
                    <a:pt x="4650798" y="472129"/>
                  </a:lnTo>
                  <a:lnTo>
                    <a:pt x="4647519" y="472129"/>
                  </a:lnTo>
                  <a:lnTo>
                    <a:pt x="4644242" y="470490"/>
                  </a:lnTo>
                  <a:lnTo>
                    <a:pt x="4639323" y="470490"/>
                  </a:lnTo>
                  <a:lnTo>
                    <a:pt x="4636045" y="468850"/>
                  </a:lnTo>
                  <a:lnTo>
                    <a:pt x="4631126" y="468850"/>
                  </a:lnTo>
                  <a:lnTo>
                    <a:pt x="4627848" y="467211"/>
                  </a:lnTo>
                  <a:lnTo>
                    <a:pt x="4624569" y="465572"/>
                  </a:lnTo>
                  <a:lnTo>
                    <a:pt x="4619651" y="463932"/>
                  </a:lnTo>
                  <a:lnTo>
                    <a:pt x="4622929" y="467211"/>
                  </a:lnTo>
                  <a:lnTo>
                    <a:pt x="4619651" y="467211"/>
                  </a:lnTo>
                  <a:lnTo>
                    <a:pt x="4616373" y="467211"/>
                  </a:lnTo>
                  <a:lnTo>
                    <a:pt x="4611455" y="467211"/>
                  </a:lnTo>
                  <a:lnTo>
                    <a:pt x="4608176" y="463932"/>
                  </a:lnTo>
                  <a:lnTo>
                    <a:pt x="4604897" y="463932"/>
                  </a:lnTo>
                  <a:lnTo>
                    <a:pt x="4599979" y="462293"/>
                  </a:lnTo>
                  <a:lnTo>
                    <a:pt x="4596700" y="462293"/>
                  </a:lnTo>
                  <a:lnTo>
                    <a:pt x="4591783" y="460654"/>
                  </a:lnTo>
                  <a:lnTo>
                    <a:pt x="4588504" y="459014"/>
                  </a:lnTo>
                  <a:lnTo>
                    <a:pt x="4585225" y="455736"/>
                  </a:lnTo>
                  <a:lnTo>
                    <a:pt x="4581946" y="452457"/>
                  </a:lnTo>
                  <a:lnTo>
                    <a:pt x="4577028" y="450818"/>
                  </a:lnTo>
                  <a:lnTo>
                    <a:pt x="4573749" y="449178"/>
                  </a:lnTo>
                  <a:lnTo>
                    <a:pt x="4568831" y="445900"/>
                  </a:lnTo>
                  <a:lnTo>
                    <a:pt x="4565553" y="444260"/>
                  </a:lnTo>
                  <a:lnTo>
                    <a:pt x="4560635" y="442621"/>
                  </a:lnTo>
                  <a:lnTo>
                    <a:pt x="4557356" y="440982"/>
                  </a:lnTo>
                  <a:lnTo>
                    <a:pt x="4554078" y="440982"/>
                  </a:lnTo>
                  <a:lnTo>
                    <a:pt x="4549159" y="440982"/>
                  </a:lnTo>
                  <a:lnTo>
                    <a:pt x="4545881" y="439342"/>
                  </a:lnTo>
                  <a:lnTo>
                    <a:pt x="4540963" y="439342"/>
                  </a:lnTo>
                  <a:lnTo>
                    <a:pt x="4537685" y="437703"/>
                  </a:lnTo>
                  <a:lnTo>
                    <a:pt x="4534406" y="437703"/>
                  </a:lnTo>
                  <a:lnTo>
                    <a:pt x="4529488" y="436064"/>
                  </a:lnTo>
                  <a:lnTo>
                    <a:pt x="4526209" y="436064"/>
                  </a:lnTo>
                  <a:lnTo>
                    <a:pt x="4521291" y="436064"/>
                  </a:lnTo>
                  <a:lnTo>
                    <a:pt x="4518012" y="436064"/>
                  </a:lnTo>
                  <a:lnTo>
                    <a:pt x="4514734" y="439342"/>
                  </a:lnTo>
                  <a:lnTo>
                    <a:pt x="4511455" y="440982"/>
                  </a:lnTo>
                  <a:lnTo>
                    <a:pt x="4506537" y="440982"/>
                  </a:lnTo>
                  <a:lnTo>
                    <a:pt x="4503258" y="440982"/>
                  </a:lnTo>
                  <a:lnTo>
                    <a:pt x="4498340" y="440982"/>
                  </a:lnTo>
                  <a:lnTo>
                    <a:pt x="4495061" y="440982"/>
                  </a:lnTo>
                  <a:lnTo>
                    <a:pt x="4491782" y="440982"/>
                  </a:lnTo>
                  <a:lnTo>
                    <a:pt x="4486865" y="440982"/>
                  </a:lnTo>
                  <a:lnTo>
                    <a:pt x="4483586" y="439342"/>
                  </a:lnTo>
                  <a:lnTo>
                    <a:pt x="4480308" y="437703"/>
                  </a:lnTo>
                  <a:lnTo>
                    <a:pt x="4475389" y="432785"/>
                  </a:lnTo>
                  <a:lnTo>
                    <a:pt x="4472111" y="429506"/>
                  </a:lnTo>
                  <a:lnTo>
                    <a:pt x="4468832" y="429506"/>
                  </a:lnTo>
                  <a:lnTo>
                    <a:pt x="4463914" y="429506"/>
                  </a:lnTo>
                  <a:lnTo>
                    <a:pt x="4460636" y="427867"/>
                  </a:lnTo>
                  <a:lnTo>
                    <a:pt x="4455718" y="426228"/>
                  </a:lnTo>
                  <a:lnTo>
                    <a:pt x="4452439" y="424588"/>
                  </a:lnTo>
                  <a:lnTo>
                    <a:pt x="4447521" y="421309"/>
                  </a:lnTo>
                  <a:lnTo>
                    <a:pt x="4444242" y="419670"/>
                  </a:lnTo>
                  <a:lnTo>
                    <a:pt x="4447521" y="419670"/>
                  </a:lnTo>
                  <a:lnTo>
                    <a:pt x="4445881" y="416392"/>
                  </a:lnTo>
                  <a:lnTo>
                    <a:pt x="4444242" y="413113"/>
                  </a:lnTo>
                  <a:lnTo>
                    <a:pt x="4440963" y="408195"/>
                  </a:lnTo>
                  <a:lnTo>
                    <a:pt x="4437684" y="406555"/>
                  </a:lnTo>
                  <a:lnTo>
                    <a:pt x="4434406" y="406555"/>
                  </a:lnTo>
                  <a:lnTo>
                    <a:pt x="4436046" y="409834"/>
                  </a:lnTo>
                  <a:lnTo>
                    <a:pt x="4436046" y="413113"/>
                  </a:lnTo>
                  <a:lnTo>
                    <a:pt x="4432767" y="413113"/>
                  </a:lnTo>
                  <a:lnTo>
                    <a:pt x="4427849" y="411473"/>
                  </a:lnTo>
                  <a:lnTo>
                    <a:pt x="4424570" y="409834"/>
                  </a:lnTo>
                  <a:lnTo>
                    <a:pt x="4421291" y="406555"/>
                  </a:lnTo>
                  <a:lnTo>
                    <a:pt x="4416373" y="404916"/>
                  </a:lnTo>
                  <a:lnTo>
                    <a:pt x="4419652" y="408195"/>
                  </a:lnTo>
                  <a:lnTo>
                    <a:pt x="4421291" y="408195"/>
                  </a:lnTo>
                  <a:lnTo>
                    <a:pt x="4416373" y="408195"/>
                  </a:lnTo>
                  <a:lnTo>
                    <a:pt x="4413094" y="408195"/>
                  </a:lnTo>
                  <a:lnTo>
                    <a:pt x="4416373" y="409834"/>
                  </a:lnTo>
                  <a:lnTo>
                    <a:pt x="4421291" y="411473"/>
                  </a:lnTo>
                  <a:lnTo>
                    <a:pt x="4424570" y="413113"/>
                  </a:lnTo>
                  <a:lnTo>
                    <a:pt x="4421291" y="414752"/>
                  </a:lnTo>
                  <a:lnTo>
                    <a:pt x="4416373" y="416392"/>
                  </a:lnTo>
                  <a:lnTo>
                    <a:pt x="4413094" y="413113"/>
                  </a:lnTo>
                  <a:lnTo>
                    <a:pt x="4414734" y="416392"/>
                  </a:lnTo>
                  <a:lnTo>
                    <a:pt x="4418012" y="419670"/>
                  </a:lnTo>
                  <a:lnTo>
                    <a:pt x="4422931" y="422949"/>
                  </a:lnTo>
                  <a:lnTo>
                    <a:pt x="4426209" y="424588"/>
                  </a:lnTo>
                  <a:lnTo>
                    <a:pt x="4429488" y="426228"/>
                  </a:lnTo>
                  <a:lnTo>
                    <a:pt x="4434406" y="429506"/>
                  </a:lnTo>
                  <a:lnTo>
                    <a:pt x="4437684" y="429506"/>
                  </a:lnTo>
                  <a:lnTo>
                    <a:pt x="4442602" y="431145"/>
                  </a:lnTo>
                  <a:lnTo>
                    <a:pt x="4445881" y="432785"/>
                  </a:lnTo>
                  <a:lnTo>
                    <a:pt x="4450799" y="432785"/>
                  </a:lnTo>
                  <a:lnTo>
                    <a:pt x="4454078" y="436064"/>
                  </a:lnTo>
                  <a:lnTo>
                    <a:pt x="4457357" y="437703"/>
                  </a:lnTo>
                  <a:lnTo>
                    <a:pt x="4457357" y="440982"/>
                  </a:lnTo>
                  <a:lnTo>
                    <a:pt x="4454078" y="442621"/>
                  </a:lnTo>
                  <a:lnTo>
                    <a:pt x="4450799" y="442621"/>
                  </a:lnTo>
                  <a:lnTo>
                    <a:pt x="4445881" y="442621"/>
                  </a:lnTo>
                  <a:lnTo>
                    <a:pt x="4444242" y="444260"/>
                  </a:lnTo>
                  <a:lnTo>
                    <a:pt x="4444242" y="445900"/>
                  </a:lnTo>
                  <a:lnTo>
                    <a:pt x="4449160" y="445900"/>
                  </a:lnTo>
                  <a:lnTo>
                    <a:pt x="4452439" y="447539"/>
                  </a:lnTo>
                  <a:lnTo>
                    <a:pt x="4449160" y="444260"/>
                  </a:lnTo>
                  <a:lnTo>
                    <a:pt x="4452439" y="444260"/>
                  </a:lnTo>
                  <a:lnTo>
                    <a:pt x="4457357" y="444260"/>
                  </a:lnTo>
                  <a:lnTo>
                    <a:pt x="4460636" y="444260"/>
                  </a:lnTo>
                  <a:lnTo>
                    <a:pt x="4463914" y="447539"/>
                  </a:lnTo>
                  <a:lnTo>
                    <a:pt x="4467192" y="450818"/>
                  </a:lnTo>
                  <a:lnTo>
                    <a:pt x="4467192" y="455736"/>
                  </a:lnTo>
                  <a:lnTo>
                    <a:pt x="4462275" y="455736"/>
                  </a:lnTo>
                  <a:lnTo>
                    <a:pt x="4458996" y="459014"/>
                  </a:lnTo>
                  <a:lnTo>
                    <a:pt x="4460636" y="462293"/>
                  </a:lnTo>
                  <a:lnTo>
                    <a:pt x="4457357" y="465572"/>
                  </a:lnTo>
                  <a:lnTo>
                    <a:pt x="4454078" y="467211"/>
                  </a:lnTo>
                  <a:lnTo>
                    <a:pt x="4449160" y="470490"/>
                  </a:lnTo>
                  <a:lnTo>
                    <a:pt x="4445881" y="473768"/>
                  </a:lnTo>
                  <a:lnTo>
                    <a:pt x="4442602" y="473768"/>
                  </a:lnTo>
                  <a:lnTo>
                    <a:pt x="4445881" y="470490"/>
                  </a:lnTo>
                  <a:lnTo>
                    <a:pt x="4440963" y="470490"/>
                  </a:lnTo>
                  <a:lnTo>
                    <a:pt x="4437684" y="472129"/>
                  </a:lnTo>
                  <a:lnTo>
                    <a:pt x="4432767" y="472129"/>
                  </a:lnTo>
                  <a:lnTo>
                    <a:pt x="4429488" y="472129"/>
                  </a:lnTo>
                  <a:lnTo>
                    <a:pt x="4426209" y="470490"/>
                  </a:lnTo>
                  <a:lnTo>
                    <a:pt x="4421291" y="470490"/>
                  </a:lnTo>
                  <a:lnTo>
                    <a:pt x="4418012" y="470490"/>
                  </a:lnTo>
                  <a:lnTo>
                    <a:pt x="4414734" y="470490"/>
                  </a:lnTo>
                  <a:lnTo>
                    <a:pt x="4411456" y="468850"/>
                  </a:lnTo>
                  <a:lnTo>
                    <a:pt x="4406538" y="467211"/>
                  </a:lnTo>
                  <a:lnTo>
                    <a:pt x="4401619" y="465572"/>
                  </a:lnTo>
                  <a:lnTo>
                    <a:pt x="4398341" y="463932"/>
                  </a:lnTo>
                  <a:lnTo>
                    <a:pt x="4395062" y="462293"/>
                  </a:lnTo>
                  <a:lnTo>
                    <a:pt x="4390144" y="462293"/>
                  </a:lnTo>
                  <a:lnTo>
                    <a:pt x="4386865" y="460654"/>
                  </a:lnTo>
                  <a:lnTo>
                    <a:pt x="4383587" y="459014"/>
                  </a:lnTo>
                  <a:lnTo>
                    <a:pt x="4378669" y="457375"/>
                  </a:lnTo>
                  <a:lnTo>
                    <a:pt x="4375390" y="457375"/>
                  </a:lnTo>
                  <a:lnTo>
                    <a:pt x="4372111" y="455736"/>
                  </a:lnTo>
                  <a:lnTo>
                    <a:pt x="4367193" y="457375"/>
                  </a:lnTo>
                  <a:lnTo>
                    <a:pt x="4363914" y="457375"/>
                  </a:lnTo>
                  <a:lnTo>
                    <a:pt x="4358997" y="455736"/>
                  </a:lnTo>
                  <a:lnTo>
                    <a:pt x="4355718" y="457375"/>
                  </a:lnTo>
                  <a:lnTo>
                    <a:pt x="4358997" y="457375"/>
                  </a:lnTo>
                  <a:lnTo>
                    <a:pt x="4363914" y="459014"/>
                  </a:lnTo>
                  <a:lnTo>
                    <a:pt x="4367193" y="459014"/>
                  </a:lnTo>
                  <a:lnTo>
                    <a:pt x="4372111" y="457375"/>
                  </a:lnTo>
                  <a:lnTo>
                    <a:pt x="4375390" y="457375"/>
                  </a:lnTo>
                  <a:lnTo>
                    <a:pt x="4378669" y="459014"/>
                  </a:lnTo>
                  <a:lnTo>
                    <a:pt x="4383587" y="460654"/>
                  </a:lnTo>
                  <a:lnTo>
                    <a:pt x="4386865" y="462293"/>
                  </a:lnTo>
                  <a:lnTo>
                    <a:pt x="4391783" y="463932"/>
                  </a:lnTo>
                  <a:lnTo>
                    <a:pt x="4393422" y="467211"/>
                  </a:lnTo>
                  <a:lnTo>
                    <a:pt x="4390144" y="467211"/>
                  </a:lnTo>
                  <a:lnTo>
                    <a:pt x="4386865" y="467211"/>
                  </a:lnTo>
                  <a:lnTo>
                    <a:pt x="4381948" y="465572"/>
                  </a:lnTo>
                  <a:lnTo>
                    <a:pt x="4378669" y="463932"/>
                  </a:lnTo>
                  <a:lnTo>
                    <a:pt x="4375390" y="463932"/>
                  </a:lnTo>
                  <a:lnTo>
                    <a:pt x="4370472" y="465572"/>
                  </a:lnTo>
                  <a:lnTo>
                    <a:pt x="4367193" y="463932"/>
                  </a:lnTo>
                  <a:lnTo>
                    <a:pt x="4363914" y="463932"/>
                  </a:lnTo>
                  <a:lnTo>
                    <a:pt x="4360635" y="462293"/>
                  </a:lnTo>
                  <a:lnTo>
                    <a:pt x="4355718" y="462293"/>
                  </a:lnTo>
                  <a:lnTo>
                    <a:pt x="4352439" y="462293"/>
                  </a:lnTo>
                  <a:lnTo>
                    <a:pt x="4357358" y="462293"/>
                  </a:lnTo>
                  <a:lnTo>
                    <a:pt x="4360635" y="463932"/>
                  </a:lnTo>
                  <a:lnTo>
                    <a:pt x="4363914" y="465572"/>
                  </a:lnTo>
                  <a:lnTo>
                    <a:pt x="4368832" y="467211"/>
                  </a:lnTo>
                  <a:lnTo>
                    <a:pt x="4372111" y="468850"/>
                  </a:lnTo>
                  <a:lnTo>
                    <a:pt x="4377029" y="470490"/>
                  </a:lnTo>
                  <a:lnTo>
                    <a:pt x="4373751" y="473768"/>
                  </a:lnTo>
                  <a:lnTo>
                    <a:pt x="4377029" y="473768"/>
                  </a:lnTo>
                  <a:lnTo>
                    <a:pt x="4380308" y="470490"/>
                  </a:lnTo>
                  <a:lnTo>
                    <a:pt x="4385226" y="472129"/>
                  </a:lnTo>
                  <a:lnTo>
                    <a:pt x="4388504" y="473768"/>
                  </a:lnTo>
                  <a:lnTo>
                    <a:pt x="4393422" y="473768"/>
                  </a:lnTo>
                  <a:lnTo>
                    <a:pt x="4395062" y="468850"/>
                  </a:lnTo>
                  <a:lnTo>
                    <a:pt x="4398341" y="468850"/>
                  </a:lnTo>
                  <a:lnTo>
                    <a:pt x="4401619" y="467211"/>
                  </a:lnTo>
                  <a:lnTo>
                    <a:pt x="4406538" y="468850"/>
                  </a:lnTo>
                  <a:lnTo>
                    <a:pt x="4409816" y="472129"/>
                  </a:lnTo>
                  <a:lnTo>
                    <a:pt x="4413094" y="477047"/>
                  </a:lnTo>
                  <a:lnTo>
                    <a:pt x="4416373" y="478686"/>
                  </a:lnTo>
                  <a:lnTo>
                    <a:pt x="4419652" y="480326"/>
                  </a:lnTo>
                  <a:lnTo>
                    <a:pt x="4424570" y="481965"/>
                  </a:lnTo>
                  <a:lnTo>
                    <a:pt x="4424570" y="481965"/>
                  </a:lnTo>
                  <a:lnTo>
                    <a:pt x="4427849" y="483604"/>
                  </a:lnTo>
                  <a:lnTo>
                    <a:pt x="4432767" y="485244"/>
                  </a:lnTo>
                  <a:lnTo>
                    <a:pt x="4436046" y="486883"/>
                  </a:lnTo>
                  <a:lnTo>
                    <a:pt x="4440963" y="488522"/>
                  </a:lnTo>
                  <a:lnTo>
                    <a:pt x="4444242" y="488522"/>
                  </a:lnTo>
                  <a:lnTo>
                    <a:pt x="4447521" y="490162"/>
                  </a:lnTo>
                  <a:lnTo>
                    <a:pt x="4452439" y="490162"/>
                  </a:lnTo>
                  <a:lnTo>
                    <a:pt x="4447521" y="486883"/>
                  </a:lnTo>
                  <a:lnTo>
                    <a:pt x="4449160" y="483604"/>
                  </a:lnTo>
                  <a:lnTo>
                    <a:pt x="4454078" y="486883"/>
                  </a:lnTo>
                  <a:lnTo>
                    <a:pt x="4457357" y="488522"/>
                  </a:lnTo>
                  <a:lnTo>
                    <a:pt x="4462275" y="490162"/>
                  </a:lnTo>
                  <a:lnTo>
                    <a:pt x="4465553" y="491801"/>
                  </a:lnTo>
                  <a:lnTo>
                    <a:pt x="4470471" y="493440"/>
                  </a:lnTo>
                  <a:lnTo>
                    <a:pt x="4473750" y="496719"/>
                  </a:lnTo>
                  <a:lnTo>
                    <a:pt x="4470471" y="495080"/>
                  </a:lnTo>
                  <a:lnTo>
                    <a:pt x="4473750" y="499998"/>
                  </a:lnTo>
                  <a:lnTo>
                    <a:pt x="4477029" y="498358"/>
                  </a:lnTo>
                  <a:lnTo>
                    <a:pt x="4480308" y="499998"/>
                  </a:lnTo>
                  <a:lnTo>
                    <a:pt x="4485226" y="501637"/>
                  </a:lnTo>
                  <a:lnTo>
                    <a:pt x="4488505" y="504916"/>
                  </a:lnTo>
                  <a:lnTo>
                    <a:pt x="4493422" y="506555"/>
                  </a:lnTo>
                  <a:lnTo>
                    <a:pt x="4496701" y="509834"/>
                  </a:lnTo>
                  <a:lnTo>
                    <a:pt x="4499979" y="513112"/>
                  </a:lnTo>
                  <a:lnTo>
                    <a:pt x="4496701" y="511473"/>
                  </a:lnTo>
                  <a:lnTo>
                    <a:pt x="4499979" y="514752"/>
                  </a:lnTo>
                  <a:lnTo>
                    <a:pt x="4496701" y="513112"/>
                  </a:lnTo>
                  <a:lnTo>
                    <a:pt x="4493422" y="511473"/>
                  </a:lnTo>
                  <a:lnTo>
                    <a:pt x="4491782" y="516391"/>
                  </a:lnTo>
                  <a:lnTo>
                    <a:pt x="4495061" y="514752"/>
                  </a:lnTo>
                  <a:lnTo>
                    <a:pt x="4499979" y="514752"/>
                  </a:lnTo>
                  <a:lnTo>
                    <a:pt x="4503258" y="514752"/>
                  </a:lnTo>
                  <a:lnTo>
                    <a:pt x="4506537" y="519670"/>
                  </a:lnTo>
                  <a:lnTo>
                    <a:pt x="4509816" y="518030"/>
                  </a:lnTo>
                  <a:lnTo>
                    <a:pt x="4506537" y="516391"/>
                  </a:lnTo>
                  <a:lnTo>
                    <a:pt x="4501619" y="513112"/>
                  </a:lnTo>
                  <a:lnTo>
                    <a:pt x="4506537" y="516391"/>
                  </a:lnTo>
                  <a:lnTo>
                    <a:pt x="4509816" y="518030"/>
                  </a:lnTo>
                  <a:lnTo>
                    <a:pt x="4514734" y="519670"/>
                  </a:lnTo>
                  <a:lnTo>
                    <a:pt x="4518012" y="521309"/>
                  </a:lnTo>
                  <a:lnTo>
                    <a:pt x="4519651" y="522948"/>
                  </a:lnTo>
                  <a:lnTo>
                    <a:pt x="4524569" y="524588"/>
                  </a:lnTo>
                  <a:lnTo>
                    <a:pt x="4519651" y="522948"/>
                  </a:lnTo>
                  <a:lnTo>
                    <a:pt x="4516372" y="522948"/>
                  </a:lnTo>
                  <a:lnTo>
                    <a:pt x="4519651" y="524588"/>
                  </a:lnTo>
                  <a:lnTo>
                    <a:pt x="4524569" y="526227"/>
                  </a:lnTo>
                  <a:lnTo>
                    <a:pt x="4527848" y="526227"/>
                  </a:lnTo>
                  <a:lnTo>
                    <a:pt x="4531127" y="527866"/>
                  </a:lnTo>
                  <a:lnTo>
                    <a:pt x="4536045" y="527866"/>
                  </a:lnTo>
                  <a:lnTo>
                    <a:pt x="4539324" y="529506"/>
                  </a:lnTo>
                  <a:lnTo>
                    <a:pt x="4544241" y="531145"/>
                  </a:lnTo>
                  <a:lnTo>
                    <a:pt x="4547520" y="532784"/>
                  </a:lnTo>
                  <a:lnTo>
                    <a:pt x="4547520" y="536063"/>
                  </a:lnTo>
                  <a:lnTo>
                    <a:pt x="4550799" y="539342"/>
                  </a:lnTo>
                  <a:lnTo>
                    <a:pt x="4554078" y="540981"/>
                  </a:lnTo>
                  <a:lnTo>
                    <a:pt x="4558996" y="542620"/>
                  </a:lnTo>
                  <a:lnTo>
                    <a:pt x="4562275" y="542620"/>
                  </a:lnTo>
                  <a:lnTo>
                    <a:pt x="4567192" y="544260"/>
                  </a:lnTo>
                  <a:lnTo>
                    <a:pt x="4570471" y="545899"/>
                  </a:lnTo>
                  <a:lnTo>
                    <a:pt x="4573749" y="549178"/>
                  </a:lnTo>
                  <a:lnTo>
                    <a:pt x="4573749" y="554096"/>
                  </a:lnTo>
                  <a:lnTo>
                    <a:pt x="4575389" y="557374"/>
                  </a:lnTo>
                  <a:lnTo>
                    <a:pt x="4570471" y="559014"/>
                  </a:lnTo>
                  <a:lnTo>
                    <a:pt x="4573749" y="560653"/>
                  </a:lnTo>
                  <a:lnTo>
                    <a:pt x="4577028" y="563932"/>
                  </a:lnTo>
                  <a:lnTo>
                    <a:pt x="4572110" y="562292"/>
                  </a:lnTo>
                  <a:lnTo>
                    <a:pt x="4568831" y="562292"/>
                  </a:lnTo>
                  <a:lnTo>
                    <a:pt x="4563914" y="560653"/>
                  </a:lnTo>
                  <a:lnTo>
                    <a:pt x="4560635" y="560653"/>
                  </a:lnTo>
                  <a:lnTo>
                    <a:pt x="4555717" y="560653"/>
                  </a:lnTo>
                  <a:lnTo>
                    <a:pt x="4552438" y="559014"/>
                  </a:lnTo>
                  <a:lnTo>
                    <a:pt x="4549159" y="559014"/>
                  </a:lnTo>
                  <a:lnTo>
                    <a:pt x="4544241" y="557374"/>
                  </a:lnTo>
                  <a:lnTo>
                    <a:pt x="4540963" y="557374"/>
                  </a:lnTo>
                  <a:lnTo>
                    <a:pt x="4537685" y="555735"/>
                  </a:lnTo>
                  <a:lnTo>
                    <a:pt x="4534406" y="555735"/>
                  </a:lnTo>
                  <a:lnTo>
                    <a:pt x="4529488" y="554096"/>
                  </a:lnTo>
                  <a:lnTo>
                    <a:pt x="4526209" y="554096"/>
                  </a:lnTo>
                  <a:lnTo>
                    <a:pt x="4521291" y="554096"/>
                  </a:lnTo>
                  <a:lnTo>
                    <a:pt x="4518012" y="554096"/>
                  </a:lnTo>
                  <a:lnTo>
                    <a:pt x="4513095" y="554096"/>
                  </a:lnTo>
                  <a:lnTo>
                    <a:pt x="4509816" y="552456"/>
                  </a:lnTo>
                  <a:lnTo>
                    <a:pt x="4506537" y="549178"/>
                  </a:lnTo>
                  <a:lnTo>
                    <a:pt x="4504898" y="545899"/>
                  </a:lnTo>
                  <a:lnTo>
                    <a:pt x="4499979" y="545899"/>
                  </a:lnTo>
                  <a:lnTo>
                    <a:pt x="4501619" y="549178"/>
                  </a:lnTo>
                  <a:lnTo>
                    <a:pt x="4498340" y="547539"/>
                  </a:lnTo>
                  <a:lnTo>
                    <a:pt x="4495061" y="545899"/>
                  </a:lnTo>
                  <a:lnTo>
                    <a:pt x="4490143" y="544260"/>
                  </a:lnTo>
                  <a:lnTo>
                    <a:pt x="4486865" y="542620"/>
                  </a:lnTo>
                  <a:lnTo>
                    <a:pt x="4488505" y="544260"/>
                  </a:lnTo>
                  <a:lnTo>
                    <a:pt x="4491782" y="545899"/>
                  </a:lnTo>
                  <a:lnTo>
                    <a:pt x="4493422" y="549178"/>
                  </a:lnTo>
                  <a:lnTo>
                    <a:pt x="4498340" y="552456"/>
                  </a:lnTo>
                  <a:lnTo>
                    <a:pt x="4501619" y="554096"/>
                  </a:lnTo>
                  <a:lnTo>
                    <a:pt x="4504898" y="554096"/>
                  </a:lnTo>
                  <a:lnTo>
                    <a:pt x="4509816" y="554096"/>
                  </a:lnTo>
                  <a:lnTo>
                    <a:pt x="4504898" y="554096"/>
                  </a:lnTo>
                  <a:lnTo>
                    <a:pt x="4501619" y="555735"/>
                  </a:lnTo>
                  <a:lnTo>
                    <a:pt x="4498340" y="557374"/>
                  </a:lnTo>
                  <a:lnTo>
                    <a:pt x="4493422" y="557374"/>
                  </a:lnTo>
                  <a:lnTo>
                    <a:pt x="4493422" y="560653"/>
                  </a:lnTo>
                  <a:lnTo>
                    <a:pt x="4490143" y="565571"/>
                  </a:lnTo>
                  <a:lnTo>
                    <a:pt x="4486865" y="565571"/>
                  </a:lnTo>
                  <a:lnTo>
                    <a:pt x="4483586" y="567210"/>
                  </a:lnTo>
                  <a:lnTo>
                    <a:pt x="4480308" y="570489"/>
                  </a:lnTo>
                  <a:lnTo>
                    <a:pt x="4475389" y="572129"/>
                  </a:lnTo>
                  <a:lnTo>
                    <a:pt x="4472111" y="572129"/>
                  </a:lnTo>
                  <a:lnTo>
                    <a:pt x="4473750" y="575407"/>
                  </a:lnTo>
                  <a:lnTo>
                    <a:pt x="4470471" y="578686"/>
                  </a:lnTo>
                  <a:lnTo>
                    <a:pt x="4467192" y="578686"/>
                  </a:lnTo>
                  <a:lnTo>
                    <a:pt x="4463914" y="578686"/>
                  </a:lnTo>
                  <a:lnTo>
                    <a:pt x="4458996" y="578686"/>
                  </a:lnTo>
                  <a:lnTo>
                    <a:pt x="4463914" y="578686"/>
                  </a:lnTo>
                  <a:lnTo>
                    <a:pt x="4467192" y="581965"/>
                  </a:lnTo>
                  <a:lnTo>
                    <a:pt x="4463914" y="585243"/>
                  </a:lnTo>
                  <a:lnTo>
                    <a:pt x="4460636" y="583604"/>
                  </a:lnTo>
                  <a:lnTo>
                    <a:pt x="4457357" y="585243"/>
                  </a:lnTo>
                  <a:lnTo>
                    <a:pt x="4454078" y="583604"/>
                  </a:lnTo>
                  <a:lnTo>
                    <a:pt x="4449160" y="583604"/>
                  </a:lnTo>
                  <a:lnTo>
                    <a:pt x="4452439" y="586882"/>
                  </a:lnTo>
                  <a:lnTo>
                    <a:pt x="4450799" y="590161"/>
                  </a:lnTo>
                  <a:lnTo>
                    <a:pt x="4445881" y="588522"/>
                  </a:lnTo>
                  <a:lnTo>
                    <a:pt x="4442602" y="588522"/>
                  </a:lnTo>
                  <a:lnTo>
                    <a:pt x="4439324" y="588522"/>
                  </a:lnTo>
                  <a:lnTo>
                    <a:pt x="4442602" y="591801"/>
                  </a:lnTo>
                  <a:lnTo>
                    <a:pt x="4445881" y="595079"/>
                  </a:lnTo>
                  <a:lnTo>
                    <a:pt x="4440963" y="595079"/>
                  </a:lnTo>
                  <a:lnTo>
                    <a:pt x="4444242" y="599997"/>
                  </a:lnTo>
                  <a:lnTo>
                    <a:pt x="4440963" y="601637"/>
                  </a:lnTo>
                  <a:lnTo>
                    <a:pt x="4436046" y="599997"/>
                  </a:lnTo>
                  <a:lnTo>
                    <a:pt x="4432767" y="598358"/>
                  </a:lnTo>
                  <a:lnTo>
                    <a:pt x="4429488" y="599997"/>
                  </a:lnTo>
                  <a:lnTo>
                    <a:pt x="4432767" y="601637"/>
                  </a:lnTo>
                  <a:lnTo>
                    <a:pt x="4437684" y="601637"/>
                  </a:lnTo>
                  <a:lnTo>
                    <a:pt x="4440963" y="604915"/>
                  </a:lnTo>
                  <a:lnTo>
                    <a:pt x="4437684" y="604915"/>
                  </a:lnTo>
                  <a:lnTo>
                    <a:pt x="4432767" y="603276"/>
                  </a:lnTo>
                  <a:lnTo>
                    <a:pt x="4437684" y="604915"/>
                  </a:lnTo>
                  <a:lnTo>
                    <a:pt x="4437684" y="609833"/>
                  </a:lnTo>
                  <a:lnTo>
                    <a:pt x="4432767" y="609833"/>
                  </a:lnTo>
                  <a:lnTo>
                    <a:pt x="4429488" y="609833"/>
                  </a:lnTo>
                  <a:lnTo>
                    <a:pt x="4432767" y="611473"/>
                  </a:lnTo>
                  <a:lnTo>
                    <a:pt x="4429488" y="611473"/>
                  </a:lnTo>
                  <a:lnTo>
                    <a:pt x="4432767" y="613112"/>
                  </a:lnTo>
                  <a:lnTo>
                    <a:pt x="4437684" y="616391"/>
                  </a:lnTo>
                  <a:lnTo>
                    <a:pt x="4434406" y="616391"/>
                  </a:lnTo>
                  <a:lnTo>
                    <a:pt x="4429488" y="614751"/>
                  </a:lnTo>
                  <a:lnTo>
                    <a:pt x="4426209" y="613112"/>
                  </a:lnTo>
                  <a:lnTo>
                    <a:pt x="4429488" y="616391"/>
                  </a:lnTo>
                  <a:lnTo>
                    <a:pt x="4434406" y="616391"/>
                  </a:lnTo>
                  <a:lnTo>
                    <a:pt x="4434406" y="621309"/>
                  </a:lnTo>
                  <a:lnTo>
                    <a:pt x="4434406" y="622948"/>
                  </a:lnTo>
                  <a:lnTo>
                    <a:pt x="4429488" y="619669"/>
                  </a:lnTo>
                  <a:lnTo>
                    <a:pt x="4429488" y="624587"/>
                  </a:lnTo>
                  <a:lnTo>
                    <a:pt x="4426209" y="624587"/>
                  </a:lnTo>
                  <a:lnTo>
                    <a:pt x="4426209" y="627866"/>
                  </a:lnTo>
                  <a:lnTo>
                    <a:pt x="4421291" y="627866"/>
                  </a:lnTo>
                  <a:lnTo>
                    <a:pt x="4424570" y="631145"/>
                  </a:lnTo>
                  <a:lnTo>
                    <a:pt x="4422931" y="634423"/>
                  </a:lnTo>
                  <a:lnTo>
                    <a:pt x="4419652" y="636063"/>
                  </a:lnTo>
                  <a:lnTo>
                    <a:pt x="4414734" y="636063"/>
                  </a:lnTo>
                  <a:lnTo>
                    <a:pt x="4411456" y="636063"/>
                  </a:lnTo>
                  <a:lnTo>
                    <a:pt x="4413094" y="640981"/>
                  </a:lnTo>
                  <a:lnTo>
                    <a:pt x="4409816" y="639341"/>
                  </a:lnTo>
                  <a:lnTo>
                    <a:pt x="4414734" y="642620"/>
                  </a:lnTo>
                  <a:lnTo>
                    <a:pt x="4416373" y="645899"/>
                  </a:lnTo>
                  <a:lnTo>
                    <a:pt x="4418012" y="649177"/>
                  </a:lnTo>
                  <a:lnTo>
                    <a:pt x="4422931" y="652456"/>
                  </a:lnTo>
                  <a:lnTo>
                    <a:pt x="4426209" y="657374"/>
                  </a:lnTo>
                  <a:lnTo>
                    <a:pt x="4424570" y="660653"/>
                  </a:lnTo>
                  <a:lnTo>
                    <a:pt x="4419652" y="659013"/>
                  </a:lnTo>
                  <a:lnTo>
                    <a:pt x="4416373" y="657374"/>
                  </a:lnTo>
                  <a:lnTo>
                    <a:pt x="4414734" y="655735"/>
                  </a:lnTo>
                  <a:lnTo>
                    <a:pt x="4411456" y="655735"/>
                  </a:lnTo>
                  <a:lnTo>
                    <a:pt x="4408177" y="654095"/>
                  </a:lnTo>
                  <a:lnTo>
                    <a:pt x="4403259" y="652456"/>
                  </a:lnTo>
                  <a:lnTo>
                    <a:pt x="4401619" y="647538"/>
                  </a:lnTo>
                  <a:lnTo>
                    <a:pt x="4396701" y="647538"/>
                  </a:lnTo>
                  <a:lnTo>
                    <a:pt x="4393422" y="645899"/>
                  </a:lnTo>
                  <a:lnTo>
                    <a:pt x="4390144" y="644259"/>
                  </a:lnTo>
                  <a:lnTo>
                    <a:pt x="4386865" y="640981"/>
                  </a:lnTo>
                  <a:lnTo>
                    <a:pt x="4381948" y="639341"/>
                  </a:lnTo>
                  <a:lnTo>
                    <a:pt x="4378669" y="637702"/>
                  </a:lnTo>
                  <a:lnTo>
                    <a:pt x="4375390" y="637702"/>
                  </a:lnTo>
                  <a:lnTo>
                    <a:pt x="4370472" y="636063"/>
                  </a:lnTo>
                  <a:lnTo>
                    <a:pt x="4367193" y="634423"/>
                  </a:lnTo>
                  <a:lnTo>
                    <a:pt x="4363914" y="632784"/>
                  </a:lnTo>
                  <a:lnTo>
                    <a:pt x="4360635" y="634423"/>
                  </a:lnTo>
                  <a:lnTo>
                    <a:pt x="4355718" y="634423"/>
                  </a:lnTo>
                  <a:lnTo>
                    <a:pt x="4352439" y="634423"/>
                  </a:lnTo>
                  <a:lnTo>
                    <a:pt x="4347521" y="634423"/>
                  </a:lnTo>
                  <a:lnTo>
                    <a:pt x="4344242" y="634423"/>
                  </a:lnTo>
                  <a:lnTo>
                    <a:pt x="4340964" y="632784"/>
                  </a:lnTo>
                  <a:lnTo>
                    <a:pt x="4336045" y="632784"/>
                  </a:lnTo>
                  <a:lnTo>
                    <a:pt x="4332768" y="632784"/>
                  </a:lnTo>
                  <a:lnTo>
                    <a:pt x="4329489" y="634423"/>
                  </a:lnTo>
                  <a:lnTo>
                    <a:pt x="4324571" y="636063"/>
                  </a:lnTo>
                  <a:lnTo>
                    <a:pt x="4321292" y="637702"/>
                  </a:lnTo>
                  <a:lnTo>
                    <a:pt x="4318013" y="639341"/>
                  </a:lnTo>
                  <a:lnTo>
                    <a:pt x="4313095" y="639341"/>
                  </a:lnTo>
                  <a:lnTo>
                    <a:pt x="4309816" y="637702"/>
                  </a:lnTo>
                  <a:lnTo>
                    <a:pt x="4313095" y="642620"/>
                  </a:lnTo>
                  <a:lnTo>
                    <a:pt x="4309816" y="642620"/>
                  </a:lnTo>
                  <a:lnTo>
                    <a:pt x="4304899" y="642620"/>
                  </a:lnTo>
                  <a:lnTo>
                    <a:pt x="4306538" y="645899"/>
                  </a:lnTo>
                  <a:lnTo>
                    <a:pt x="4306538" y="649177"/>
                  </a:lnTo>
                  <a:lnTo>
                    <a:pt x="4306538" y="652456"/>
                  </a:lnTo>
                  <a:lnTo>
                    <a:pt x="4306538" y="657374"/>
                  </a:lnTo>
                  <a:lnTo>
                    <a:pt x="4306538" y="660653"/>
                  </a:lnTo>
                  <a:lnTo>
                    <a:pt x="4304899" y="663931"/>
                  </a:lnTo>
                  <a:lnTo>
                    <a:pt x="4301620" y="663931"/>
                  </a:lnTo>
                  <a:lnTo>
                    <a:pt x="4296702" y="660653"/>
                  </a:lnTo>
                  <a:lnTo>
                    <a:pt x="4295062" y="657374"/>
                  </a:lnTo>
                  <a:lnTo>
                    <a:pt x="4291784" y="655735"/>
                  </a:lnTo>
                  <a:lnTo>
                    <a:pt x="4290144" y="650817"/>
                  </a:lnTo>
                  <a:lnTo>
                    <a:pt x="4286865" y="647538"/>
                  </a:lnTo>
                  <a:lnTo>
                    <a:pt x="4283587" y="644259"/>
                  </a:lnTo>
                  <a:lnTo>
                    <a:pt x="4281948" y="639341"/>
                  </a:lnTo>
                  <a:lnTo>
                    <a:pt x="4277030" y="637702"/>
                  </a:lnTo>
                  <a:lnTo>
                    <a:pt x="4273751" y="637702"/>
                  </a:lnTo>
                  <a:lnTo>
                    <a:pt x="4270472" y="639341"/>
                  </a:lnTo>
                  <a:lnTo>
                    <a:pt x="4270472" y="642620"/>
                  </a:lnTo>
                  <a:lnTo>
                    <a:pt x="4267194" y="647538"/>
                  </a:lnTo>
                  <a:lnTo>
                    <a:pt x="4263915" y="649177"/>
                  </a:lnTo>
                  <a:lnTo>
                    <a:pt x="4260636" y="652456"/>
                  </a:lnTo>
                  <a:lnTo>
                    <a:pt x="4257357" y="652456"/>
                  </a:lnTo>
                  <a:lnTo>
                    <a:pt x="4254079" y="652456"/>
                  </a:lnTo>
                  <a:lnTo>
                    <a:pt x="4257357" y="654095"/>
                  </a:lnTo>
                  <a:lnTo>
                    <a:pt x="4260636" y="655735"/>
                  </a:lnTo>
                  <a:lnTo>
                    <a:pt x="4265554" y="657374"/>
                  </a:lnTo>
                  <a:lnTo>
                    <a:pt x="4265554" y="657374"/>
                  </a:lnTo>
                  <a:lnTo>
                    <a:pt x="4265554" y="660653"/>
                  </a:lnTo>
                  <a:lnTo>
                    <a:pt x="4263915" y="665571"/>
                  </a:lnTo>
                  <a:lnTo>
                    <a:pt x="4260636" y="663931"/>
                  </a:lnTo>
                  <a:lnTo>
                    <a:pt x="4257357" y="662292"/>
                  </a:lnTo>
                  <a:lnTo>
                    <a:pt x="4252440" y="659013"/>
                  </a:lnTo>
                  <a:lnTo>
                    <a:pt x="4249161" y="657374"/>
                  </a:lnTo>
                  <a:lnTo>
                    <a:pt x="4247522" y="655735"/>
                  </a:lnTo>
                  <a:lnTo>
                    <a:pt x="4242604" y="654095"/>
                  </a:lnTo>
                  <a:lnTo>
                    <a:pt x="4239325" y="652456"/>
                  </a:lnTo>
                  <a:lnTo>
                    <a:pt x="4236046" y="654095"/>
                  </a:lnTo>
                  <a:lnTo>
                    <a:pt x="4239325" y="657374"/>
                  </a:lnTo>
                  <a:lnTo>
                    <a:pt x="4237685" y="657374"/>
                  </a:lnTo>
                  <a:lnTo>
                    <a:pt x="4234407" y="659013"/>
                  </a:lnTo>
                  <a:lnTo>
                    <a:pt x="4234407" y="657374"/>
                  </a:lnTo>
                  <a:lnTo>
                    <a:pt x="4231128" y="657374"/>
                  </a:lnTo>
                  <a:lnTo>
                    <a:pt x="4229489" y="655735"/>
                  </a:lnTo>
                  <a:lnTo>
                    <a:pt x="4224571" y="655735"/>
                  </a:lnTo>
                  <a:lnTo>
                    <a:pt x="4221292" y="655735"/>
                  </a:lnTo>
                  <a:lnTo>
                    <a:pt x="4216374" y="657374"/>
                  </a:lnTo>
                  <a:lnTo>
                    <a:pt x="4218014" y="657374"/>
                  </a:lnTo>
                  <a:lnTo>
                    <a:pt x="4222932" y="657374"/>
                  </a:lnTo>
                  <a:lnTo>
                    <a:pt x="4221292" y="660653"/>
                  </a:lnTo>
                  <a:lnTo>
                    <a:pt x="4218014" y="660653"/>
                  </a:lnTo>
                  <a:lnTo>
                    <a:pt x="4218014" y="665571"/>
                  </a:lnTo>
                  <a:lnTo>
                    <a:pt x="4221292" y="668849"/>
                  </a:lnTo>
                  <a:lnTo>
                    <a:pt x="4226211" y="672128"/>
                  </a:lnTo>
                  <a:lnTo>
                    <a:pt x="4222932" y="675407"/>
                  </a:lnTo>
                  <a:lnTo>
                    <a:pt x="4226211" y="677046"/>
                  </a:lnTo>
                  <a:lnTo>
                    <a:pt x="4231128" y="680325"/>
                  </a:lnTo>
                  <a:lnTo>
                    <a:pt x="4234407" y="681964"/>
                  </a:lnTo>
                  <a:lnTo>
                    <a:pt x="4237685" y="685243"/>
                  </a:lnTo>
                  <a:lnTo>
                    <a:pt x="4234407" y="685243"/>
                  </a:lnTo>
                  <a:lnTo>
                    <a:pt x="4236046" y="690161"/>
                  </a:lnTo>
                  <a:lnTo>
                    <a:pt x="4239325" y="690161"/>
                  </a:lnTo>
                  <a:lnTo>
                    <a:pt x="4242604" y="693439"/>
                  </a:lnTo>
                  <a:lnTo>
                    <a:pt x="4239325" y="693439"/>
                  </a:lnTo>
                  <a:lnTo>
                    <a:pt x="4236046" y="693439"/>
                  </a:lnTo>
                  <a:lnTo>
                    <a:pt x="4239325" y="695079"/>
                  </a:lnTo>
                  <a:lnTo>
                    <a:pt x="4244243" y="698357"/>
                  </a:lnTo>
                  <a:lnTo>
                    <a:pt x="4239325" y="698357"/>
                  </a:lnTo>
                  <a:lnTo>
                    <a:pt x="4237685" y="701636"/>
                  </a:lnTo>
                  <a:lnTo>
                    <a:pt x="4239325" y="706554"/>
                  </a:lnTo>
                  <a:lnTo>
                    <a:pt x="4237685" y="709833"/>
                  </a:lnTo>
                  <a:lnTo>
                    <a:pt x="4237685" y="713111"/>
                  </a:lnTo>
                  <a:lnTo>
                    <a:pt x="4239325" y="718029"/>
                  </a:lnTo>
                  <a:lnTo>
                    <a:pt x="4240964" y="721308"/>
                  </a:lnTo>
                  <a:lnTo>
                    <a:pt x="4242604" y="724587"/>
                  </a:lnTo>
                  <a:lnTo>
                    <a:pt x="4245882" y="729505"/>
                  </a:lnTo>
                  <a:lnTo>
                    <a:pt x="4247522" y="732784"/>
                  </a:lnTo>
                  <a:lnTo>
                    <a:pt x="4250801" y="736062"/>
                  </a:lnTo>
                  <a:lnTo>
                    <a:pt x="4254079" y="739341"/>
                  </a:lnTo>
                  <a:lnTo>
                    <a:pt x="4257357" y="740980"/>
                  </a:lnTo>
                  <a:lnTo>
                    <a:pt x="4262275" y="742619"/>
                  </a:lnTo>
                  <a:lnTo>
                    <a:pt x="4265554" y="744259"/>
                  </a:lnTo>
                  <a:lnTo>
                    <a:pt x="4270472" y="745898"/>
                  </a:lnTo>
                  <a:lnTo>
                    <a:pt x="4273751" y="747538"/>
                  </a:lnTo>
                  <a:lnTo>
                    <a:pt x="4277030" y="747538"/>
                  </a:lnTo>
                  <a:lnTo>
                    <a:pt x="4280309" y="750816"/>
                  </a:lnTo>
                  <a:lnTo>
                    <a:pt x="4278669" y="747538"/>
                  </a:lnTo>
                  <a:lnTo>
                    <a:pt x="4275391" y="744259"/>
                  </a:lnTo>
                  <a:lnTo>
                    <a:pt x="4275391" y="740980"/>
                  </a:lnTo>
                  <a:lnTo>
                    <a:pt x="4278669" y="740980"/>
                  </a:lnTo>
                  <a:lnTo>
                    <a:pt x="4283587" y="740980"/>
                  </a:lnTo>
                  <a:lnTo>
                    <a:pt x="4286865" y="742619"/>
                  </a:lnTo>
                  <a:lnTo>
                    <a:pt x="4290144" y="744259"/>
                  </a:lnTo>
                  <a:lnTo>
                    <a:pt x="4295062" y="744259"/>
                  </a:lnTo>
                  <a:lnTo>
                    <a:pt x="4298341" y="744259"/>
                  </a:lnTo>
                  <a:lnTo>
                    <a:pt x="4301620" y="747538"/>
                  </a:lnTo>
                  <a:lnTo>
                    <a:pt x="4306538" y="749177"/>
                  </a:lnTo>
                  <a:lnTo>
                    <a:pt x="4308177" y="754095"/>
                  </a:lnTo>
                  <a:lnTo>
                    <a:pt x="4309816" y="757374"/>
                  </a:lnTo>
                  <a:lnTo>
                    <a:pt x="4306538" y="762291"/>
                  </a:lnTo>
                  <a:lnTo>
                    <a:pt x="4306538" y="765570"/>
                  </a:lnTo>
                  <a:lnTo>
                    <a:pt x="4309816" y="768849"/>
                  </a:lnTo>
                  <a:lnTo>
                    <a:pt x="4313095" y="772128"/>
                  </a:lnTo>
                  <a:lnTo>
                    <a:pt x="4313095" y="772128"/>
                  </a:lnTo>
                  <a:lnTo>
                    <a:pt x="4316374" y="773767"/>
                  </a:lnTo>
                  <a:lnTo>
                    <a:pt x="4321292" y="777046"/>
                  </a:lnTo>
                  <a:lnTo>
                    <a:pt x="4324571" y="780324"/>
                  </a:lnTo>
                  <a:lnTo>
                    <a:pt x="4327849" y="785242"/>
                  </a:lnTo>
                  <a:lnTo>
                    <a:pt x="4331128" y="788521"/>
                  </a:lnTo>
                  <a:lnTo>
                    <a:pt x="4334406" y="790160"/>
                  </a:lnTo>
                  <a:lnTo>
                    <a:pt x="4339324" y="791800"/>
                  </a:lnTo>
                  <a:lnTo>
                    <a:pt x="4342603" y="790160"/>
                  </a:lnTo>
                  <a:lnTo>
                    <a:pt x="4347521" y="790160"/>
                  </a:lnTo>
                  <a:lnTo>
                    <a:pt x="4350800" y="793439"/>
                  </a:lnTo>
                  <a:lnTo>
                    <a:pt x="4354079" y="796718"/>
                  </a:lnTo>
                  <a:lnTo>
                    <a:pt x="4357358" y="799996"/>
                  </a:lnTo>
                  <a:lnTo>
                    <a:pt x="4362275" y="803275"/>
                  </a:lnTo>
                  <a:lnTo>
                    <a:pt x="4365554" y="804914"/>
                  </a:lnTo>
                  <a:lnTo>
                    <a:pt x="4370472" y="809832"/>
                  </a:lnTo>
                  <a:lnTo>
                    <a:pt x="4373751" y="811472"/>
                  </a:lnTo>
                  <a:lnTo>
                    <a:pt x="4370472" y="816390"/>
                  </a:lnTo>
                  <a:lnTo>
                    <a:pt x="4368832" y="819668"/>
                  </a:lnTo>
                  <a:lnTo>
                    <a:pt x="4363914" y="818029"/>
                  </a:lnTo>
                  <a:lnTo>
                    <a:pt x="4360635" y="818029"/>
                  </a:lnTo>
                  <a:lnTo>
                    <a:pt x="4357358" y="814750"/>
                  </a:lnTo>
                  <a:lnTo>
                    <a:pt x="4352439" y="813111"/>
                  </a:lnTo>
                  <a:lnTo>
                    <a:pt x="4349161" y="809832"/>
                  </a:lnTo>
                  <a:lnTo>
                    <a:pt x="4347521" y="806554"/>
                  </a:lnTo>
                  <a:lnTo>
                    <a:pt x="4352439" y="801636"/>
                  </a:lnTo>
                  <a:lnTo>
                    <a:pt x="4350800" y="798357"/>
                  </a:lnTo>
                  <a:lnTo>
                    <a:pt x="4347521" y="798357"/>
                  </a:lnTo>
                  <a:lnTo>
                    <a:pt x="4347521" y="801636"/>
                  </a:lnTo>
                  <a:lnTo>
                    <a:pt x="4342603" y="799996"/>
                  </a:lnTo>
                  <a:lnTo>
                    <a:pt x="4339324" y="801636"/>
                  </a:lnTo>
                  <a:lnTo>
                    <a:pt x="4337685" y="804914"/>
                  </a:lnTo>
                  <a:lnTo>
                    <a:pt x="4340964" y="806554"/>
                  </a:lnTo>
                  <a:lnTo>
                    <a:pt x="4344242" y="811472"/>
                  </a:lnTo>
                  <a:lnTo>
                    <a:pt x="4342603" y="813111"/>
                  </a:lnTo>
                  <a:lnTo>
                    <a:pt x="4339324" y="814750"/>
                  </a:lnTo>
                  <a:lnTo>
                    <a:pt x="4337685" y="818029"/>
                  </a:lnTo>
                  <a:lnTo>
                    <a:pt x="4340964" y="822947"/>
                  </a:lnTo>
                  <a:lnTo>
                    <a:pt x="4342603" y="826226"/>
                  </a:lnTo>
                  <a:lnTo>
                    <a:pt x="4344242" y="831144"/>
                  </a:lnTo>
                  <a:lnTo>
                    <a:pt x="4345882" y="834422"/>
                  </a:lnTo>
                  <a:lnTo>
                    <a:pt x="4347521" y="837701"/>
                  </a:lnTo>
                  <a:lnTo>
                    <a:pt x="4350800" y="842619"/>
                  </a:lnTo>
                  <a:lnTo>
                    <a:pt x="4355718" y="845898"/>
                  </a:lnTo>
                  <a:lnTo>
                    <a:pt x="4358997" y="849176"/>
                  </a:lnTo>
                  <a:lnTo>
                    <a:pt x="4362275" y="852455"/>
                  </a:lnTo>
                  <a:lnTo>
                    <a:pt x="4367193" y="855734"/>
                  </a:lnTo>
                  <a:lnTo>
                    <a:pt x="4370472" y="857373"/>
                  </a:lnTo>
                  <a:lnTo>
                    <a:pt x="4373751" y="860652"/>
                  </a:lnTo>
                  <a:lnTo>
                    <a:pt x="4378669" y="860652"/>
                  </a:lnTo>
                  <a:lnTo>
                    <a:pt x="4381948" y="863931"/>
                  </a:lnTo>
                  <a:lnTo>
                    <a:pt x="4386865" y="867209"/>
                  </a:lnTo>
                  <a:lnTo>
                    <a:pt x="4390144" y="867209"/>
                  </a:lnTo>
                  <a:lnTo>
                    <a:pt x="4393422" y="872127"/>
                  </a:lnTo>
                  <a:lnTo>
                    <a:pt x="4393422" y="875406"/>
                  </a:lnTo>
                  <a:lnTo>
                    <a:pt x="4391783" y="878684"/>
                  </a:lnTo>
                  <a:lnTo>
                    <a:pt x="4391783" y="883603"/>
                  </a:lnTo>
                  <a:lnTo>
                    <a:pt x="4388504" y="881963"/>
                  </a:lnTo>
                  <a:lnTo>
                    <a:pt x="4383587" y="883603"/>
                  </a:lnTo>
                  <a:lnTo>
                    <a:pt x="4380308" y="883603"/>
                  </a:lnTo>
                  <a:lnTo>
                    <a:pt x="4377029" y="883603"/>
                  </a:lnTo>
                  <a:lnTo>
                    <a:pt x="4372111" y="880324"/>
                  </a:lnTo>
                  <a:lnTo>
                    <a:pt x="4368832" y="878684"/>
                  </a:lnTo>
                  <a:lnTo>
                    <a:pt x="4365554" y="880324"/>
                  </a:lnTo>
                  <a:lnTo>
                    <a:pt x="4360635" y="880324"/>
                  </a:lnTo>
                  <a:lnTo>
                    <a:pt x="4357358" y="883603"/>
                  </a:lnTo>
                  <a:lnTo>
                    <a:pt x="4355718" y="886881"/>
                  </a:lnTo>
                  <a:lnTo>
                    <a:pt x="4354079" y="891799"/>
                  </a:lnTo>
                  <a:lnTo>
                    <a:pt x="4350800" y="895078"/>
                  </a:lnTo>
                  <a:lnTo>
                    <a:pt x="4350800" y="898356"/>
                  </a:lnTo>
                  <a:lnTo>
                    <a:pt x="4350800" y="899996"/>
                  </a:lnTo>
                  <a:lnTo>
                    <a:pt x="4352439" y="903275"/>
                  </a:lnTo>
                  <a:lnTo>
                    <a:pt x="4355718" y="906553"/>
                  </a:lnTo>
                  <a:lnTo>
                    <a:pt x="4357358" y="911471"/>
                  </a:lnTo>
                  <a:lnTo>
                    <a:pt x="4360635" y="914750"/>
                  </a:lnTo>
                  <a:lnTo>
                    <a:pt x="4363914" y="918028"/>
                  </a:lnTo>
                  <a:lnTo>
                    <a:pt x="4367193" y="919668"/>
                  </a:lnTo>
                  <a:lnTo>
                    <a:pt x="4372111" y="922946"/>
                  </a:lnTo>
                  <a:lnTo>
                    <a:pt x="4373751" y="926225"/>
                  </a:lnTo>
                  <a:lnTo>
                    <a:pt x="4368832" y="924586"/>
                  </a:lnTo>
                  <a:lnTo>
                    <a:pt x="4373751" y="927865"/>
                  </a:lnTo>
                  <a:lnTo>
                    <a:pt x="4377029" y="929504"/>
                  </a:lnTo>
                  <a:lnTo>
                    <a:pt x="4380308" y="931143"/>
                  </a:lnTo>
                  <a:lnTo>
                    <a:pt x="4385226" y="934422"/>
                  </a:lnTo>
                  <a:lnTo>
                    <a:pt x="4388504" y="937701"/>
                  </a:lnTo>
                  <a:lnTo>
                    <a:pt x="4390144" y="940979"/>
                  </a:lnTo>
                  <a:lnTo>
                    <a:pt x="4390144" y="940979"/>
                  </a:lnTo>
                  <a:lnTo>
                    <a:pt x="4385226" y="939340"/>
                  </a:lnTo>
                  <a:lnTo>
                    <a:pt x="4381948" y="939340"/>
                  </a:lnTo>
                  <a:lnTo>
                    <a:pt x="4378669" y="934422"/>
                  </a:lnTo>
                  <a:lnTo>
                    <a:pt x="4375390" y="936061"/>
                  </a:lnTo>
                  <a:lnTo>
                    <a:pt x="4370472" y="936061"/>
                  </a:lnTo>
                  <a:lnTo>
                    <a:pt x="4368832" y="939340"/>
                  </a:lnTo>
                  <a:lnTo>
                    <a:pt x="4363914" y="940979"/>
                  </a:lnTo>
                  <a:lnTo>
                    <a:pt x="4360635" y="942618"/>
                  </a:lnTo>
                  <a:lnTo>
                    <a:pt x="4357358" y="945897"/>
                  </a:lnTo>
                  <a:lnTo>
                    <a:pt x="4355718" y="949176"/>
                  </a:lnTo>
                  <a:lnTo>
                    <a:pt x="4350800" y="945897"/>
                  </a:lnTo>
                  <a:lnTo>
                    <a:pt x="4347521" y="944258"/>
                  </a:lnTo>
                  <a:lnTo>
                    <a:pt x="4344242" y="944258"/>
                  </a:lnTo>
                  <a:lnTo>
                    <a:pt x="4345882" y="949176"/>
                  </a:lnTo>
                  <a:lnTo>
                    <a:pt x="4349161" y="949176"/>
                  </a:lnTo>
                  <a:lnTo>
                    <a:pt x="4352439" y="949176"/>
                  </a:lnTo>
                  <a:lnTo>
                    <a:pt x="4354079" y="952455"/>
                  </a:lnTo>
                  <a:lnTo>
                    <a:pt x="4355718" y="957373"/>
                  </a:lnTo>
                  <a:lnTo>
                    <a:pt x="4360635" y="959012"/>
                  </a:lnTo>
                  <a:lnTo>
                    <a:pt x="4358997" y="963930"/>
                  </a:lnTo>
                  <a:lnTo>
                    <a:pt x="4363914" y="965569"/>
                  </a:lnTo>
                  <a:lnTo>
                    <a:pt x="4365554" y="968848"/>
                  </a:lnTo>
                  <a:lnTo>
                    <a:pt x="4368832" y="970487"/>
                  </a:lnTo>
                  <a:lnTo>
                    <a:pt x="4372111" y="973766"/>
                  </a:lnTo>
                  <a:lnTo>
                    <a:pt x="4372111" y="978684"/>
                  </a:lnTo>
                  <a:lnTo>
                    <a:pt x="4373751" y="981963"/>
                  </a:lnTo>
                  <a:lnTo>
                    <a:pt x="4375390" y="985241"/>
                  </a:lnTo>
                  <a:lnTo>
                    <a:pt x="4377029" y="988520"/>
                  </a:lnTo>
                  <a:lnTo>
                    <a:pt x="4377029" y="993438"/>
                  </a:lnTo>
                  <a:lnTo>
                    <a:pt x="4377029" y="996717"/>
                  </a:lnTo>
                  <a:lnTo>
                    <a:pt x="4377029" y="999995"/>
                  </a:lnTo>
                  <a:lnTo>
                    <a:pt x="4377029" y="1004913"/>
                  </a:lnTo>
                  <a:lnTo>
                    <a:pt x="4373751" y="1006553"/>
                  </a:lnTo>
                  <a:lnTo>
                    <a:pt x="4370472" y="1011471"/>
                  </a:lnTo>
                  <a:lnTo>
                    <a:pt x="4372111" y="1014749"/>
                  </a:lnTo>
                  <a:lnTo>
                    <a:pt x="4370472" y="1018028"/>
                  </a:lnTo>
                  <a:lnTo>
                    <a:pt x="4368832" y="1022946"/>
                  </a:lnTo>
                  <a:lnTo>
                    <a:pt x="4367193" y="1026225"/>
                  </a:lnTo>
                  <a:lnTo>
                    <a:pt x="4365554" y="1029503"/>
                  </a:lnTo>
                  <a:lnTo>
                    <a:pt x="4362275" y="1032782"/>
                  </a:lnTo>
                  <a:lnTo>
                    <a:pt x="4360635" y="1029503"/>
                  </a:lnTo>
                  <a:lnTo>
                    <a:pt x="4357358" y="1026225"/>
                  </a:lnTo>
                  <a:lnTo>
                    <a:pt x="4354079" y="1022946"/>
                  </a:lnTo>
                  <a:lnTo>
                    <a:pt x="4349161" y="1019668"/>
                  </a:lnTo>
                  <a:lnTo>
                    <a:pt x="4345882" y="1019668"/>
                  </a:lnTo>
                  <a:lnTo>
                    <a:pt x="4342603" y="1016389"/>
                  </a:lnTo>
                  <a:lnTo>
                    <a:pt x="4339324" y="1013110"/>
                  </a:lnTo>
                  <a:lnTo>
                    <a:pt x="4334406" y="1009831"/>
                  </a:lnTo>
                  <a:lnTo>
                    <a:pt x="4331128" y="1004913"/>
                  </a:lnTo>
                  <a:lnTo>
                    <a:pt x="4329489" y="1001635"/>
                  </a:lnTo>
                  <a:lnTo>
                    <a:pt x="4326210" y="998356"/>
                  </a:lnTo>
                  <a:lnTo>
                    <a:pt x="4322931" y="995077"/>
                  </a:lnTo>
                  <a:lnTo>
                    <a:pt x="4318013" y="990159"/>
                  </a:lnTo>
                  <a:lnTo>
                    <a:pt x="4314734" y="986881"/>
                  </a:lnTo>
                  <a:lnTo>
                    <a:pt x="4311455" y="983602"/>
                  </a:lnTo>
                  <a:lnTo>
                    <a:pt x="4308177" y="980323"/>
                  </a:lnTo>
                  <a:lnTo>
                    <a:pt x="4303259" y="977045"/>
                  </a:lnTo>
                  <a:lnTo>
                    <a:pt x="4299981" y="973766"/>
                  </a:lnTo>
                  <a:lnTo>
                    <a:pt x="4296702" y="970487"/>
                  </a:lnTo>
                  <a:lnTo>
                    <a:pt x="4293423" y="967209"/>
                  </a:lnTo>
                  <a:lnTo>
                    <a:pt x="4296702" y="967209"/>
                  </a:lnTo>
                  <a:lnTo>
                    <a:pt x="4293423" y="965569"/>
                  </a:lnTo>
                  <a:lnTo>
                    <a:pt x="4288505" y="963930"/>
                  </a:lnTo>
                  <a:lnTo>
                    <a:pt x="4285226" y="962291"/>
                  </a:lnTo>
                  <a:lnTo>
                    <a:pt x="4280309" y="959012"/>
                  </a:lnTo>
                  <a:lnTo>
                    <a:pt x="4277030" y="955733"/>
                  </a:lnTo>
                  <a:lnTo>
                    <a:pt x="4275391" y="954094"/>
                  </a:lnTo>
                  <a:lnTo>
                    <a:pt x="4272112" y="950815"/>
                  </a:lnTo>
                  <a:lnTo>
                    <a:pt x="4268833" y="947537"/>
                  </a:lnTo>
                  <a:lnTo>
                    <a:pt x="4263915" y="944258"/>
                  </a:lnTo>
                  <a:lnTo>
                    <a:pt x="4260636" y="940979"/>
                  </a:lnTo>
                  <a:lnTo>
                    <a:pt x="4257357" y="936061"/>
                  </a:lnTo>
                  <a:lnTo>
                    <a:pt x="4254079" y="932783"/>
                  </a:lnTo>
                  <a:lnTo>
                    <a:pt x="4249161" y="929504"/>
                  </a:lnTo>
                  <a:lnTo>
                    <a:pt x="4245882" y="926225"/>
                  </a:lnTo>
                  <a:lnTo>
                    <a:pt x="4242604" y="922946"/>
                  </a:lnTo>
                  <a:lnTo>
                    <a:pt x="4237685" y="919668"/>
                  </a:lnTo>
                  <a:lnTo>
                    <a:pt x="4234407" y="916389"/>
                  </a:lnTo>
                  <a:lnTo>
                    <a:pt x="4231128" y="911471"/>
                  </a:lnTo>
                  <a:lnTo>
                    <a:pt x="4226211" y="908193"/>
                  </a:lnTo>
                  <a:lnTo>
                    <a:pt x="4222932" y="904914"/>
                  </a:lnTo>
                  <a:lnTo>
                    <a:pt x="4219653" y="901635"/>
                  </a:lnTo>
                  <a:lnTo>
                    <a:pt x="4216374" y="898356"/>
                  </a:lnTo>
                  <a:lnTo>
                    <a:pt x="4211456" y="896717"/>
                  </a:lnTo>
                  <a:lnTo>
                    <a:pt x="4208177" y="891799"/>
                  </a:lnTo>
                  <a:lnTo>
                    <a:pt x="4203260" y="888521"/>
                  </a:lnTo>
                  <a:lnTo>
                    <a:pt x="4199981" y="886881"/>
                  </a:lnTo>
                  <a:lnTo>
                    <a:pt x="4196702" y="883603"/>
                  </a:lnTo>
                  <a:lnTo>
                    <a:pt x="4193424" y="878684"/>
                  </a:lnTo>
                  <a:lnTo>
                    <a:pt x="4188505" y="875406"/>
                  </a:lnTo>
                  <a:lnTo>
                    <a:pt x="4185227" y="872127"/>
                  </a:lnTo>
                  <a:lnTo>
                    <a:pt x="4181948" y="868848"/>
                  </a:lnTo>
                  <a:lnTo>
                    <a:pt x="4177030" y="865570"/>
                  </a:lnTo>
                  <a:lnTo>
                    <a:pt x="4173752" y="862291"/>
                  </a:lnTo>
                  <a:lnTo>
                    <a:pt x="4170473" y="859012"/>
                  </a:lnTo>
                  <a:lnTo>
                    <a:pt x="4165555" y="855734"/>
                  </a:lnTo>
                  <a:lnTo>
                    <a:pt x="4162276" y="852455"/>
                  </a:lnTo>
                  <a:lnTo>
                    <a:pt x="4158997" y="847537"/>
                  </a:lnTo>
                  <a:lnTo>
                    <a:pt x="4155718" y="844258"/>
                  </a:lnTo>
                  <a:lnTo>
                    <a:pt x="4152440" y="839340"/>
                  </a:lnTo>
                  <a:lnTo>
                    <a:pt x="4150800" y="836062"/>
                  </a:lnTo>
                  <a:lnTo>
                    <a:pt x="4147522" y="832783"/>
                  </a:lnTo>
                  <a:lnTo>
                    <a:pt x="4144244" y="829504"/>
                  </a:lnTo>
                  <a:lnTo>
                    <a:pt x="4140965" y="826226"/>
                  </a:lnTo>
                  <a:lnTo>
                    <a:pt x="4137686" y="821308"/>
                  </a:lnTo>
                  <a:lnTo>
                    <a:pt x="4134407" y="818029"/>
                  </a:lnTo>
                  <a:lnTo>
                    <a:pt x="4132768" y="814750"/>
                  </a:lnTo>
                  <a:lnTo>
                    <a:pt x="4131128" y="809832"/>
                  </a:lnTo>
                  <a:lnTo>
                    <a:pt x="4127850" y="806554"/>
                  </a:lnTo>
                  <a:lnTo>
                    <a:pt x="4126210" y="803275"/>
                  </a:lnTo>
                  <a:lnTo>
                    <a:pt x="4122932" y="798357"/>
                  </a:lnTo>
                  <a:lnTo>
                    <a:pt x="4121293" y="795078"/>
                  </a:lnTo>
                  <a:lnTo>
                    <a:pt x="4118014" y="791800"/>
                  </a:lnTo>
                  <a:lnTo>
                    <a:pt x="4119654" y="786882"/>
                  </a:lnTo>
                  <a:lnTo>
                    <a:pt x="4121293" y="791800"/>
                  </a:lnTo>
                  <a:lnTo>
                    <a:pt x="4121293" y="786882"/>
                  </a:lnTo>
                  <a:lnTo>
                    <a:pt x="4121293" y="783603"/>
                  </a:lnTo>
                  <a:lnTo>
                    <a:pt x="4122932" y="780324"/>
                  </a:lnTo>
                  <a:lnTo>
                    <a:pt x="4122932" y="775406"/>
                  </a:lnTo>
                  <a:lnTo>
                    <a:pt x="4126210" y="775406"/>
                  </a:lnTo>
                  <a:lnTo>
                    <a:pt x="4124571" y="772128"/>
                  </a:lnTo>
                  <a:lnTo>
                    <a:pt x="4122932" y="768849"/>
                  </a:lnTo>
                  <a:lnTo>
                    <a:pt x="4121293" y="765570"/>
                  </a:lnTo>
                  <a:lnTo>
                    <a:pt x="4119654" y="760652"/>
                  </a:lnTo>
                  <a:lnTo>
                    <a:pt x="4116375" y="757374"/>
                  </a:lnTo>
                  <a:lnTo>
                    <a:pt x="4113096" y="754095"/>
                  </a:lnTo>
                  <a:lnTo>
                    <a:pt x="4108178" y="752456"/>
                  </a:lnTo>
                  <a:lnTo>
                    <a:pt x="4104899" y="750816"/>
                  </a:lnTo>
                  <a:lnTo>
                    <a:pt x="4101620" y="745898"/>
                  </a:lnTo>
                  <a:lnTo>
                    <a:pt x="4104899" y="745898"/>
                  </a:lnTo>
                  <a:lnTo>
                    <a:pt x="4109817" y="747538"/>
                  </a:lnTo>
                  <a:lnTo>
                    <a:pt x="4113096" y="747538"/>
                  </a:lnTo>
                  <a:lnTo>
                    <a:pt x="4116375" y="747538"/>
                  </a:lnTo>
                  <a:lnTo>
                    <a:pt x="4121293" y="745898"/>
                  </a:lnTo>
                  <a:lnTo>
                    <a:pt x="4118014" y="740980"/>
                  </a:lnTo>
                  <a:lnTo>
                    <a:pt x="4119654" y="737701"/>
                  </a:lnTo>
                  <a:lnTo>
                    <a:pt x="4122932" y="739341"/>
                  </a:lnTo>
                  <a:lnTo>
                    <a:pt x="4127850" y="739341"/>
                  </a:lnTo>
                  <a:lnTo>
                    <a:pt x="4131128" y="739341"/>
                  </a:lnTo>
                  <a:lnTo>
                    <a:pt x="4134407" y="737701"/>
                  </a:lnTo>
                  <a:lnTo>
                    <a:pt x="4139325" y="739341"/>
                  </a:lnTo>
                  <a:lnTo>
                    <a:pt x="4134407" y="736062"/>
                  </a:lnTo>
                  <a:lnTo>
                    <a:pt x="4136047" y="732784"/>
                  </a:lnTo>
                  <a:lnTo>
                    <a:pt x="4137686" y="729505"/>
                  </a:lnTo>
                  <a:lnTo>
                    <a:pt x="4140965" y="724587"/>
                  </a:lnTo>
                  <a:lnTo>
                    <a:pt x="4144244" y="721308"/>
                  </a:lnTo>
                  <a:lnTo>
                    <a:pt x="4142604" y="718029"/>
                  </a:lnTo>
                  <a:lnTo>
                    <a:pt x="4147522" y="719669"/>
                  </a:lnTo>
                  <a:lnTo>
                    <a:pt x="4144244" y="714751"/>
                  </a:lnTo>
                  <a:lnTo>
                    <a:pt x="4144244" y="711472"/>
                  </a:lnTo>
                  <a:lnTo>
                    <a:pt x="4145883" y="708194"/>
                  </a:lnTo>
                  <a:lnTo>
                    <a:pt x="4145883" y="703275"/>
                  </a:lnTo>
                  <a:lnTo>
                    <a:pt x="4144244" y="699997"/>
                  </a:lnTo>
                  <a:lnTo>
                    <a:pt x="4139325" y="696718"/>
                  </a:lnTo>
                  <a:lnTo>
                    <a:pt x="4139325" y="693439"/>
                  </a:lnTo>
                  <a:lnTo>
                    <a:pt x="4139325" y="688521"/>
                  </a:lnTo>
                  <a:lnTo>
                    <a:pt x="4140965" y="686882"/>
                  </a:lnTo>
                  <a:lnTo>
                    <a:pt x="4144244" y="681964"/>
                  </a:lnTo>
                  <a:lnTo>
                    <a:pt x="4142604" y="678685"/>
                  </a:lnTo>
                  <a:lnTo>
                    <a:pt x="4140965" y="675407"/>
                  </a:lnTo>
                  <a:lnTo>
                    <a:pt x="4144244" y="673767"/>
                  </a:lnTo>
                  <a:lnTo>
                    <a:pt x="4147522" y="672128"/>
                  </a:lnTo>
                  <a:lnTo>
                    <a:pt x="4147522" y="668849"/>
                  </a:lnTo>
                  <a:lnTo>
                    <a:pt x="4149162" y="663931"/>
                  </a:lnTo>
                  <a:lnTo>
                    <a:pt x="4149162" y="660653"/>
                  </a:lnTo>
                  <a:lnTo>
                    <a:pt x="4149162" y="657374"/>
                  </a:lnTo>
                  <a:lnTo>
                    <a:pt x="4147522" y="657374"/>
                  </a:lnTo>
                  <a:lnTo>
                    <a:pt x="4150800" y="652456"/>
                  </a:lnTo>
                  <a:lnTo>
                    <a:pt x="4154079" y="649177"/>
                  </a:lnTo>
                  <a:lnTo>
                    <a:pt x="4152440" y="645899"/>
                  </a:lnTo>
                  <a:lnTo>
                    <a:pt x="4147522" y="644259"/>
                  </a:lnTo>
                  <a:lnTo>
                    <a:pt x="4144244" y="639341"/>
                  </a:lnTo>
                  <a:lnTo>
                    <a:pt x="4149162" y="637702"/>
                  </a:lnTo>
                  <a:lnTo>
                    <a:pt x="4152440" y="634423"/>
                  </a:lnTo>
                  <a:lnTo>
                    <a:pt x="4157358" y="632784"/>
                  </a:lnTo>
                  <a:lnTo>
                    <a:pt x="4160637" y="629505"/>
                  </a:lnTo>
                  <a:lnTo>
                    <a:pt x="4160637" y="626227"/>
                  </a:lnTo>
                  <a:lnTo>
                    <a:pt x="4165555" y="624587"/>
                  </a:lnTo>
                  <a:lnTo>
                    <a:pt x="4168834" y="624587"/>
                  </a:lnTo>
                  <a:lnTo>
                    <a:pt x="4172112" y="626227"/>
                  </a:lnTo>
                  <a:lnTo>
                    <a:pt x="4175390" y="622948"/>
                  </a:lnTo>
                  <a:lnTo>
                    <a:pt x="4178669" y="619669"/>
                  </a:lnTo>
                  <a:lnTo>
                    <a:pt x="4175390" y="618030"/>
                  </a:lnTo>
                  <a:lnTo>
                    <a:pt x="4170473" y="616391"/>
                  </a:lnTo>
                  <a:lnTo>
                    <a:pt x="4167194" y="613112"/>
                  </a:lnTo>
                  <a:lnTo>
                    <a:pt x="4167194" y="609833"/>
                  </a:lnTo>
                  <a:lnTo>
                    <a:pt x="4170473" y="608194"/>
                  </a:lnTo>
                  <a:lnTo>
                    <a:pt x="4168834" y="603276"/>
                  </a:lnTo>
                  <a:lnTo>
                    <a:pt x="4165555" y="601637"/>
                  </a:lnTo>
                  <a:lnTo>
                    <a:pt x="4160637" y="599997"/>
                  </a:lnTo>
                  <a:lnTo>
                    <a:pt x="4157358" y="599997"/>
                  </a:lnTo>
                  <a:lnTo>
                    <a:pt x="4154079" y="596719"/>
                  </a:lnTo>
                  <a:lnTo>
                    <a:pt x="4150800" y="593440"/>
                  </a:lnTo>
                  <a:lnTo>
                    <a:pt x="4152440" y="588522"/>
                  </a:lnTo>
                  <a:lnTo>
                    <a:pt x="4149162" y="585243"/>
                  </a:lnTo>
                  <a:lnTo>
                    <a:pt x="4145883" y="581965"/>
                  </a:lnTo>
                  <a:lnTo>
                    <a:pt x="4140965" y="578686"/>
                  </a:lnTo>
                  <a:lnTo>
                    <a:pt x="4137686" y="575407"/>
                  </a:lnTo>
                  <a:lnTo>
                    <a:pt x="4134407" y="570489"/>
                  </a:lnTo>
                  <a:lnTo>
                    <a:pt x="4129489" y="567210"/>
                  </a:lnTo>
                  <a:lnTo>
                    <a:pt x="4129489" y="563932"/>
                  </a:lnTo>
                  <a:lnTo>
                    <a:pt x="4131128" y="560653"/>
                  </a:lnTo>
                  <a:lnTo>
                    <a:pt x="4136047" y="557374"/>
                  </a:lnTo>
                  <a:lnTo>
                    <a:pt x="4139325" y="559014"/>
                  </a:lnTo>
                  <a:lnTo>
                    <a:pt x="4142604" y="559014"/>
                  </a:lnTo>
                  <a:lnTo>
                    <a:pt x="4147522" y="560653"/>
                  </a:lnTo>
                  <a:lnTo>
                    <a:pt x="4150800" y="560653"/>
                  </a:lnTo>
                  <a:lnTo>
                    <a:pt x="4154079" y="560653"/>
                  </a:lnTo>
                  <a:lnTo>
                    <a:pt x="4157358" y="562292"/>
                  </a:lnTo>
                  <a:lnTo>
                    <a:pt x="4162276" y="563932"/>
                  </a:lnTo>
                  <a:lnTo>
                    <a:pt x="4157358" y="562292"/>
                  </a:lnTo>
                  <a:lnTo>
                    <a:pt x="4154079" y="560653"/>
                  </a:lnTo>
                  <a:lnTo>
                    <a:pt x="4150800" y="557374"/>
                  </a:lnTo>
                  <a:lnTo>
                    <a:pt x="4154079" y="557374"/>
                  </a:lnTo>
                  <a:lnTo>
                    <a:pt x="4158997" y="557374"/>
                  </a:lnTo>
                  <a:lnTo>
                    <a:pt x="4162276" y="559014"/>
                  </a:lnTo>
                  <a:lnTo>
                    <a:pt x="4165555" y="559014"/>
                  </a:lnTo>
                  <a:lnTo>
                    <a:pt x="4163915" y="559014"/>
                  </a:lnTo>
                  <a:lnTo>
                    <a:pt x="4158997" y="557374"/>
                  </a:lnTo>
                  <a:lnTo>
                    <a:pt x="4155718" y="557374"/>
                  </a:lnTo>
                  <a:lnTo>
                    <a:pt x="4152440" y="557374"/>
                  </a:lnTo>
                  <a:lnTo>
                    <a:pt x="4147522" y="557374"/>
                  </a:lnTo>
                  <a:lnTo>
                    <a:pt x="4144244" y="555735"/>
                  </a:lnTo>
                  <a:lnTo>
                    <a:pt x="4140965" y="555735"/>
                  </a:lnTo>
                  <a:lnTo>
                    <a:pt x="4136047" y="554096"/>
                  </a:lnTo>
                  <a:lnTo>
                    <a:pt x="4132768" y="554096"/>
                  </a:lnTo>
                  <a:lnTo>
                    <a:pt x="4129489" y="552456"/>
                  </a:lnTo>
                  <a:lnTo>
                    <a:pt x="4124571" y="550817"/>
                  </a:lnTo>
                  <a:lnTo>
                    <a:pt x="4121293" y="549178"/>
                  </a:lnTo>
                  <a:lnTo>
                    <a:pt x="4116375" y="549178"/>
                  </a:lnTo>
                  <a:lnTo>
                    <a:pt x="4113096" y="549178"/>
                  </a:lnTo>
                  <a:lnTo>
                    <a:pt x="4109817" y="550817"/>
                  </a:lnTo>
                  <a:lnTo>
                    <a:pt x="4104899" y="552456"/>
                  </a:lnTo>
                  <a:lnTo>
                    <a:pt x="4101620" y="552456"/>
                  </a:lnTo>
                  <a:lnTo>
                    <a:pt x="4098341" y="554096"/>
                  </a:lnTo>
                  <a:lnTo>
                    <a:pt x="4093424" y="554096"/>
                  </a:lnTo>
                  <a:lnTo>
                    <a:pt x="4090145" y="555735"/>
                  </a:lnTo>
                  <a:lnTo>
                    <a:pt x="4093424" y="559014"/>
                  </a:lnTo>
                  <a:lnTo>
                    <a:pt x="4096703" y="560653"/>
                  </a:lnTo>
                  <a:lnTo>
                    <a:pt x="4099981" y="562292"/>
                  </a:lnTo>
                  <a:lnTo>
                    <a:pt x="4098341" y="565571"/>
                  </a:lnTo>
                  <a:lnTo>
                    <a:pt x="4101620" y="568850"/>
                  </a:lnTo>
                  <a:lnTo>
                    <a:pt x="4104899" y="572129"/>
                  </a:lnTo>
                  <a:lnTo>
                    <a:pt x="4109817" y="573768"/>
                  </a:lnTo>
                  <a:lnTo>
                    <a:pt x="4109817" y="577046"/>
                  </a:lnTo>
                  <a:lnTo>
                    <a:pt x="4113096" y="581965"/>
                  </a:lnTo>
                  <a:lnTo>
                    <a:pt x="4116375" y="585243"/>
                  </a:lnTo>
                  <a:lnTo>
                    <a:pt x="4119654" y="585243"/>
                  </a:lnTo>
                  <a:lnTo>
                    <a:pt x="4122932" y="586882"/>
                  </a:lnTo>
                  <a:lnTo>
                    <a:pt x="4127850" y="586882"/>
                  </a:lnTo>
                  <a:lnTo>
                    <a:pt x="4131128" y="590161"/>
                  </a:lnTo>
                  <a:lnTo>
                    <a:pt x="4127850" y="591801"/>
                  </a:lnTo>
                  <a:lnTo>
                    <a:pt x="4129489" y="596719"/>
                  </a:lnTo>
                  <a:lnTo>
                    <a:pt x="4126210" y="595079"/>
                  </a:lnTo>
                  <a:lnTo>
                    <a:pt x="4122932" y="593440"/>
                  </a:lnTo>
                  <a:lnTo>
                    <a:pt x="4119654" y="588522"/>
                  </a:lnTo>
                  <a:lnTo>
                    <a:pt x="4114735" y="588522"/>
                  </a:lnTo>
                  <a:lnTo>
                    <a:pt x="4111457" y="590161"/>
                  </a:lnTo>
                  <a:lnTo>
                    <a:pt x="4114735" y="591801"/>
                  </a:lnTo>
                  <a:lnTo>
                    <a:pt x="4111457" y="591801"/>
                  </a:lnTo>
                  <a:lnTo>
                    <a:pt x="4106538" y="590161"/>
                  </a:lnTo>
                  <a:lnTo>
                    <a:pt x="4104899" y="593440"/>
                  </a:lnTo>
                  <a:lnTo>
                    <a:pt x="4103260" y="596719"/>
                  </a:lnTo>
                  <a:lnTo>
                    <a:pt x="4099981" y="599997"/>
                  </a:lnTo>
                  <a:lnTo>
                    <a:pt x="4099981" y="604915"/>
                  </a:lnTo>
                  <a:lnTo>
                    <a:pt x="4099981" y="608194"/>
                  </a:lnTo>
                  <a:lnTo>
                    <a:pt x="4098341" y="611473"/>
                  </a:lnTo>
                  <a:lnTo>
                    <a:pt x="4096703" y="616391"/>
                  </a:lnTo>
                  <a:lnTo>
                    <a:pt x="4093424" y="619669"/>
                  </a:lnTo>
                  <a:lnTo>
                    <a:pt x="4093424" y="622948"/>
                  </a:lnTo>
                  <a:lnTo>
                    <a:pt x="4096703" y="627866"/>
                  </a:lnTo>
                  <a:lnTo>
                    <a:pt x="4093424" y="626227"/>
                  </a:lnTo>
                  <a:lnTo>
                    <a:pt x="4090145" y="626227"/>
                  </a:lnTo>
                  <a:lnTo>
                    <a:pt x="4085227" y="629505"/>
                  </a:lnTo>
                  <a:lnTo>
                    <a:pt x="4083588" y="632784"/>
                  </a:lnTo>
                  <a:lnTo>
                    <a:pt x="4078670" y="629505"/>
                  </a:lnTo>
                  <a:lnTo>
                    <a:pt x="4078670" y="626227"/>
                  </a:lnTo>
                  <a:lnTo>
                    <a:pt x="4073751" y="624587"/>
                  </a:lnTo>
                  <a:lnTo>
                    <a:pt x="4075391" y="619669"/>
                  </a:lnTo>
                  <a:lnTo>
                    <a:pt x="4073751" y="616391"/>
                  </a:lnTo>
                  <a:lnTo>
                    <a:pt x="4068834" y="614751"/>
                  </a:lnTo>
                  <a:lnTo>
                    <a:pt x="4065555" y="614751"/>
                  </a:lnTo>
                  <a:lnTo>
                    <a:pt x="4062277" y="616391"/>
                  </a:lnTo>
                  <a:lnTo>
                    <a:pt x="4058998" y="619669"/>
                  </a:lnTo>
                  <a:lnTo>
                    <a:pt x="4055719" y="614751"/>
                  </a:lnTo>
                  <a:lnTo>
                    <a:pt x="4054080" y="611473"/>
                  </a:lnTo>
                  <a:lnTo>
                    <a:pt x="4050801" y="609833"/>
                  </a:lnTo>
                  <a:lnTo>
                    <a:pt x="4045883" y="606555"/>
                  </a:lnTo>
                  <a:lnTo>
                    <a:pt x="4042605" y="604915"/>
                  </a:lnTo>
                  <a:lnTo>
                    <a:pt x="4047522" y="604915"/>
                  </a:lnTo>
                  <a:lnTo>
                    <a:pt x="4044244" y="601637"/>
                  </a:lnTo>
                  <a:lnTo>
                    <a:pt x="4044244" y="601637"/>
                  </a:lnTo>
                  <a:lnTo>
                    <a:pt x="4040965" y="598358"/>
                  </a:lnTo>
                  <a:lnTo>
                    <a:pt x="4042605" y="595079"/>
                  </a:lnTo>
                  <a:lnTo>
                    <a:pt x="4039326" y="590161"/>
                  </a:lnTo>
                  <a:lnTo>
                    <a:pt x="4037687" y="586882"/>
                  </a:lnTo>
                  <a:lnTo>
                    <a:pt x="4034408" y="583604"/>
                  </a:lnTo>
                  <a:lnTo>
                    <a:pt x="4031129" y="580325"/>
                  </a:lnTo>
                  <a:lnTo>
                    <a:pt x="4027850" y="580325"/>
                  </a:lnTo>
                  <a:lnTo>
                    <a:pt x="4024571" y="583604"/>
                  </a:lnTo>
                  <a:lnTo>
                    <a:pt x="4022932" y="585243"/>
                  </a:lnTo>
                  <a:lnTo>
                    <a:pt x="4021293" y="588522"/>
                  </a:lnTo>
                  <a:lnTo>
                    <a:pt x="4018015" y="590161"/>
                  </a:lnTo>
                  <a:lnTo>
                    <a:pt x="4013097" y="588522"/>
                  </a:lnTo>
                  <a:lnTo>
                    <a:pt x="4011457" y="585243"/>
                  </a:lnTo>
                  <a:lnTo>
                    <a:pt x="4006539" y="585243"/>
                  </a:lnTo>
                  <a:lnTo>
                    <a:pt x="4003260" y="581965"/>
                  </a:lnTo>
                  <a:lnTo>
                    <a:pt x="3998342" y="580325"/>
                  </a:lnTo>
                  <a:lnTo>
                    <a:pt x="3995063" y="580325"/>
                  </a:lnTo>
                  <a:lnTo>
                    <a:pt x="3991785" y="580325"/>
                  </a:lnTo>
                  <a:lnTo>
                    <a:pt x="3986867" y="583604"/>
                  </a:lnTo>
                  <a:lnTo>
                    <a:pt x="3983588" y="583604"/>
                  </a:lnTo>
                  <a:lnTo>
                    <a:pt x="3980310" y="585243"/>
                  </a:lnTo>
                  <a:lnTo>
                    <a:pt x="3977031" y="583604"/>
                  </a:lnTo>
                  <a:lnTo>
                    <a:pt x="3972113" y="585243"/>
                  </a:lnTo>
                  <a:lnTo>
                    <a:pt x="3968834" y="586882"/>
                  </a:lnTo>
                  <a:lnTo>
                    <a:pt x="3965556" y="586882"/>
                  </a:lnTo>
                  <a:lnTo>
                    <a:pt x="3960638" y="585243"/>
                  </a:lnTo>
                  <a:lnTo>
                    <a:pt x="3957359" y="585243"/>
                  </a:lnTo>
                  <a:lnTo>
                    <a:pt x="3954080" y="585243"/>
                  </a:lnTo>
                  <a:lnTo>
                    <a:pt x="3949162" y="585243"/>
                  </a:lnTo>
                  <a:lnTo>
                    <a:pt x="3949162" y="588522"/>
                  </a:lnTo>
                  <a:lnTo>
                    <a:pt x="3945883" y="588522"/>
                  </a:lnTo>
                  <a:lnTo>
                    <a:pt x="3942604" y="591801"/>
                  </a:lnTo>
                  <a:lnTo>
                    <a:pt x="3942604" y="595079"/>
                  </a:lnTo>
                  <a:lnTo>
                    <a:pt x="3937687" y="596719"/>
                  </a:lnTo>
                  <a:lnTo>
                    <a:pt x="3940966" y="601637"/>
                  </a:lnTo>
                  <a:lnTo>
                    <a:pt x="3945883" y="604915"/>
                  </a:lnTo>
                  <a:lnTo>
                    <a:pt x="3945883" y="608194"/>
                  </a:lnTo>
                  <a:lnTo>
                    <a:pt x="3942604" y="609833"/>
                  </a:lnTo>
                  <a:lnTo>
                    <a:pt x="3942604" y="614751"/>
                  </a:lnTo>
                  <a:lnTo>
                    <a:pt x="3940966" y="618030"/>
                  </a:lnTo>
                  <a:lnTo>
                    <a:pt x="3942604" y="621309"/>
                  </a:lnTo>
                  <a:lnTo>
                    <a:pt x="3945883" y="626227"/>
                  </a:lnTo>
                  <a:lnTo>
                    <a:pt x="3945883" y="629505"/>
                  </a:lnTo>
                  <a:lnTo>
                    <a:pt x="3940966" y="631145"/>
                  </a:lnTo>
                  <a:lnTo>
                    <a:pt x="3940966" y="636063"/>
                  </a:lnTo>
                  <a:lnTo>
                    <a:pt x="3937687" y="637702"/>
                  </a:lnTo>
                  <a:lnTo>
                    <a:pt x="3934408" y="642620"/>
                  </a:lnTo>
                  <a:lnTo>
                    <a:pt x="3932769" y="645899"/>
                  </a:lnTo>
                  <a:lnTo>
                    <a:pt x="3932769" y="649177"/>
                  </a:lnTo>
                  <a:lnTo>
                    <a:pt x="3934408" y="652456"/>
                  </a:lnTo>
                  <a:lnTo>
                    <a:pt x="3936048" y="657374"/>
                  </a:lnTo>
                  <a:lnTo>
                    <a:pt x="3939327" y="660653"/>
                  </a:lnTo>
                  <a:lnTo>
                    <a:pt x="3934408" y="660653"/>
                  </a:lnTo>
                  <a:lnTo>
                    <a:pt x="3936048" y="665571"/>
                  </a:lnTo>
                  <a:lnTo>
                    <a:pt x="3939327" y="668849"/>
                  </a:lnTo>
                  <a:lnTo>
                    <a:pt x="3944244" y="670489"/>
                  </a:lnTo>
                  <a:lnTo>
                    <a:pt x="3947523" y="673767"/>
                  </a:lnTo>
                  <a:lnTo>
                    <a:pt x="3944244" y="672128"/>
                  </a:lnTo>
                  <a:lnTo>
                    <a:pt x="3944244" y="675407"/>
                  </a:lnTo>
                  <a:lnTo>
                    <a:pt x="3947523" y="678685"/>
                  </a:lnTo>
                  <a:lnTo>
                    <a:pt x="3950801" y="680325"/>
                  </a:lnTo>
                  <a:lnTo>
                    <a:pt x="3955720" y="678685"/>
                  </a:lnTo>
                  <a:lnTo>
                    <a:pt x="3958998" y="680325"/>
                  </a:lnTo>
                  <a:lnTo>
                    <a:pt x="3955720" y="677046"/>
                  </a:lnTo>
                  <a:lnTo>
                    <a:pt x="3958998" y="675407"/>
                  </a:lnTo>
                  <a:lnTo>
                    <a:pt x="3962277" y="677046"/>
                  </a:lnTo>
                  <a:lnTo>
                    <a:pt x="3967195" y="678685"/>
                  </a:lnTo>
                  <a:lnTo>
                    <a:pt x="3970473" y="677046"/>
                  </a:lnTo>
                  <a:lnTo>
                    <a:pt x="3973752" y="678685"/>
                  </a:lnTo>
                  <a:lnTo>
                    <a:pt x="3978670" y="680325"/>
                  </a:lnTo>
                  <a:lnTo>
                    <a:pt x="3981949" y="681964"/>
                  </a:lnTo>
                  <a:lnTo>
                    <a:pt x="3985228" y="685243"/>
                  </a:lnTo>
                  <a:lnTo>
                    <a:pt x="3988507" y="688521"/>
                  </a:lnTo>
                  <a:lnTo>
                    <a:pt x="3985228" y="690161"/>
                  </a:lnTo>
                  <a:lnTo>
                    <a:pt x="3980310" y="690161"/>
                  </a:lnTo>
                  <a:lnTo>
                    <a:pt x="3977031" y="691800"/>
                  </a:lnTo>
                  <a:lnTo>
                    <a:pt x="3973752" y="690161"/>
                  </a:lnTo>
                  <a:lnTo>
                    <a:pt x="3968834" y="688521"/>
                  </a:lnTo>
                  <a:lnTo>
                    <a:pt x="3965556" y="690161"/>
                  </a:lnTo>
                  <a:lnTo>
                    <a:pt x="3967195" y="693439"/>
                  </a:lnTo>
                  <a:lnTo>
                    <a:pt x="3963917" y="693439"/>
                  </a:lnTo>
                  <a:lnTo>
                    <a:pt x="3958998" y="695079"/>
                  </a:lnTo>
                  <a:lnTo>
                    <a:pt x="3955720" y="693439"/>
                  </a:lnTo>
                  <a:lnTo>
                    <a:pt x="3950801" y="691800"/>
                  </a:lnTo>
                  <a:lnTo>
                    <a:pt x="3947523" y="690161"/>
                  </a:lnTo>
                  <a:lnTo>
                    <a:pt x="3944244" y="690161"/>
                  </a:lnTo>
                  <a:lnTo>
                    <a:pt x="3939327" y="688521"/>
                  </a:lnTo>
                  <a:lnTo>
                    <a:pt x="3936048" y="688521"/>
                  </a:lnTo>
                  <a:lnTo>
                    <a:pt x="3932769" y="691800"/>
                  </a:lnTo>
                  <a:lnTo>
                    <a:pt x="3929490" y="693439"/>
                  </a:lnTo>
                  <a:lnTo>
                    <a:pt x="3929490" y="698357"/>
                  </a:lnTo>
                  <a:lnTo>
                    <a:pt x="3932769" y="701636"/>
                  </a:lnTo>
                  <a:lnTo>
                    <a:pt x="3927851" y="699997"/>
                  </a:lnTo>
                  <a:lnTo>
                    <a:pt x="3922933" y="699997"/>
                  </a:lnTo>
                  <a:lnTo>
                    <a:pt x="3919654" y="699997"/>
                  </a:lnTo>
                  <a:lnTo>
                    <a:pt x="3916375" y="698357"/>
                  </a:lnTo>
                  <a:lnTo>
                    <a:pt x="3911458" y="696718"/>
                  </a:lnTo>
                  <a:lnTo>
                    <a:pt x="3908179" y="696718"/>
                  </a:lnTo>
                  <a:lnTo>
                    <a:pt x="3903261" y="698357"/>
                  </a:lnTo>
                  <a:lnTo>
                    <a:pt x="3906540" y="701636"/>
                  </a:lnTo>
                  <a:lnTo>
                    <a:pt x="3903261" y="701636"/>
                  </a:lnTo>
                  <a:lnTo>
                    <a:pt x="3898343" y="701636"/>
                  </a:lnTo>
                  <a:lnTo>
                    <a:pt x="3895064" y="703275"/>
                  </a:lnTo>
                  <a:lnTo>
                    <a:pt x="3890146" y="703275"/>
                  </a:lnTo>
                  <a:lnTo>
                    <a:pt x="3886868" y="703275"/>
                  </a:lnTo>
                  <a:lnTo>
                    <a:pt x="3883589" y="701636"/>
                  </a:lnTo>
                  <a:lnTo>
                    <a:pt x="3878671" y="699997"/>
                  </a:lnTo>
                  <a:lnTo>
                    <a:pt x="3875392" y="698357"/>
                  </a:lnTo>
                  <a:lnTo>
                    <a:pt x="3872113" y="696718"/>
                  </a:lnTo>
                  <a:lnTo>
                    <a:pt x="3867195" y="693439"/>
                  </a:lnTo>
                  <a:lnTo>
                    <a:pt x="3872113" y="693439"/>
                  </a:lnTo>
                  <a:lnTo>
                    <a:pt x="3875392" y="691800"/>
                  </a:lnTo>
                  <a:lnTo>
                    <a:pt x="3878671" y="691800"/>
                  </a:lnTo>
                  <a:lnTo>
                    <a:pt x="3883589" y="691800"/>
                  </a:lnTo>
                  <a:lnTo>
                    <a:pt x="3886868" y="691800"/>
                  </a:lnTo>
                  <a:lnTo>
                    <a:pt x="3890146" y="691800"/>
                  </a:lnTo>
                  <a:lnTo>
                    <a:pt x="3895064" y="691800"/>
                  </a:lnTo>
                  <a:lnTo>
                    <a:pt x="3898343" y="688521"/>
                  </a:lnTo>
                  <a:lnTo>
                    <a:pt x="3895064" y="686882"/>
                  </a:lnTo>
                  <a:lnTo>
                    <a:pt x="3890146" y="685243"/>
                  </a:lnTo>
                  <a:lnTo>
                    <a:pt x="3886868" y="686882"/>
                  </a:lnTo>
                  <a:lnTo>
                    <a:pt x="3881950" y="685243"/>
                  </a:lnTo>
                  <a:lnTo>
                    <a:pt x="3878671" y="685243"/>
                  </a:lnTo>
                  <a:lnTo>
                    <a:pt x="3875392" y="681964"/>
                  </a:lnTo>
                  <a:lnTo>
                    <a:pt x="3872113" y="680325"/>
                  </a:lnTo>
                  <a:lnTo>
                    <a:pt x="3867195" y="678685"/>
                  </a:lnTo>
                  <a:lnTo>
                    <a:pt x="3863917" y="677046"/>
                  </a:lnTo>
                  <a:lnTo>
                    <a:pt x="3860638" y="675407"/>
                  </a:lnTo>
                  <a:lnTo>
                    <a:pt x="3857360" y="673767"/>
                  </a:lnTo>
                  <a:lnTo>
                    <a:pt x="3852441" y="673767"/>
                  </a:lnTo>
                  <a:lnTo>
                    <a:pt x="3849163" y="673767"/>
                  </a:lnTo>
                  <a:lnTo>
                    <a:pt x="3845884" y="673767"/>
                  </a:lnTo>
                  <a:lnTo>
                    <a:pt x="3845884" y="677046"/>
                  </a:lnTo>
                  <a:lnTo>
                    <a:pt x="3842605" y="680325"/>
                  </a:lnTo>
                  <a:lnTo>
                    <a:pt x="3839326" y="677046"/>
                  </a:lnTo>
                  <a:lnTo>
                    <a:pt x="3834409" y="677046"/>
                  </a:lnTo>
                  <a:lnTo>
                    <a:pt x="3831130" y="675407"/>
                  </a:lnTo>
                  <a:lnTo>
                    <a:pt x="3826212" y="673767"/>
                  </a:lnTo>
                  <a:lnTo>
                    <a:pt x="3822933" y="672128"/>
                  </a:lnTo>
                  <a:lnTo>
                    <a:pt x="3819654" y="670489"/>
                  </a:lnTo>
                  <a:lnTo>
                    <a:pt x="3814736" y="670489"/>
                  </a:lnTo>
                  <a:lnTo>
                    <a:pt x="3811458" y="670489"/>
                  </a:lnTo>
                  <a:lnTo>
                    <a:pt x="3809819" y="668849"/>
                  </a:lnTo>
                  <a:lnTo>
                    <a:pt x="3808180" y="668849"/>
                  </a:lnTo>
                  <a:lnTo>
                    <a:pt x="3804901" y="668849"/>
                  </a:lnTo>
                  <a:lnTo>
                    <a:pt x="3801622" y="667210"/>
                  </a:lnTo>
                  <a:lnTo>
                    <a:pt x="3796704" y="667210"/>
                  </a:lnTo>
                  <a:lnTo>
                    <a:pt x="3793425" y="667210"/>
                  </a:lnTo>
                  <a:lnTo>
                    <a:pt x="3788507" y="667210"/>
                  </a:lnTo>
                  <a:lnTo>
                    <a:pt x="3785229" y="668849"/>
                  </a:lnTo>
                  <a:lnTo>
                    <a:pt x="3783590" y="672128"/>
                  </a:lnTo>
                  <a:lnTo>
                    <a:pt x="3786867" y="675407"/>
                  </a:lnTo>
                  <a:lnTo>
                    <a:pt x="3790146" y="675407"/>
                  </a:lnTo>
                  <a:lnTo>
                    <a:pt x="3795064" y="678685"/>
                  </a:lnTo>
                  <a:lnTo>
                    <a:pt x="3790146" y="677046"/>
                  </a:lnTo>
                  <a:lnTo>
                    <a:pt x="3786867" y="678685"/>
                  </a:lnTo>
                  <a:lnTo>
                    <a:pt x="3783590" y="678685"/>
                  </a:lnTo>
                  <a:lnTo>
                    <a:pt x="3778671" y="677046"/>
                  </a:lnTo>
                  <a:lnTo>
                    <a:pt x="3778671" y="680325"/>
                  </a:lnTo>
                  <a:lnTo>
                    <a:pt x="3783590" y="681964"/>
                  </a:lnTo>
                  <a:lnTo>
                    <a:pt x="3786867" y="681964"/>
                  </a:lnTo>
                  <a:lnTo>
                    <a:pt x="3790146" y="683603"/>
                  </a:lnTo>
                  <a:lnTo>
                    <a:pt x="3793425" y="688521"/>
                  </a:lnTo>
                  <a:lnTo>
                    <a:pt x="3788507" y="686882"/>
                  </a:lnTo>
                  <a:lnTo>
                    <a:pt x="3785229" y="686882"/>
                  </a:lnTo>
                  <a:lnTo>
                    <a:pt x="3781950" y="686882"/>
                  </a:lnTo>
                  <a:lnTo>
                    <a:pt x="3777032" y="686882"/>
                  </a:lnTo>
                  <a:lnTo>
                    <a:pt x="3773753" y="683603"/>
                  </a:lnTo>
                  <a:lnTo>
                    <a:pt x="3770474" y="681964"/>
                  </a:lnTo>
                  <a:lnTo>
                    <a:pt x="3765556" y="680325"/>
                  </a:lnTo>
                  <a:lnTo>
                    <a:pt x="3762277" y="680325"/>
                  </a:lnTo>
                  <a:lnTo>
                    <a:pt x="3759000" y="681964"/>
                  </a:lnTo>
                  <a:lnTo>
                    <a:pt x="3754081" y="683603"/>
                  </a:lnTo>
                  <a:lnTo>
                    <a:pt x="3757360" y="686882"/>
                  </a:lnTo>
                  <a:lnTo>
                    <a:pt x="3752442" y="685243"/>
                  </a:lnTo>
                  <a:lnTo>
                    <a:pt x="3749163" y="688521"/>
                  </a:lnTo>
                  <a:lnTo>
                    <a:pt x="3745884" y="685243"/>
                  </a:lnTo>
                  <a:lnTo>
                    <a:pt x="3742606" y="685243"/>
                  </a:lnTo>
                  <a:lnTo>
                    <a:pt x="3737687" y="683603"/>
                  </a:lnTo>
                  <a:lnTo>
                    <a:pt x="3734410" y="683603"/>
                  </a:lnTo>
                  <a:lnTo>
                    <a:pt x="3729491" y="681964"/>
                  </a:lnTo>
                  <a:lnTo>
                    <a:pt x="3726213" y="683603"/>
                  </a:lnTo>
                  <a:lnTo>
                    <a:pt x="3726213" y="683603"/>
                  </a:lnTo>
                  <a:lnTo>
                    <a:pt x="3721294" y="681964"/>
                  </a:lnTo>
                  <a:lnTo>
                    <a:pt x="3718016" y="680325"/>
                  </a:lnTo>
                  <a:lnTo>
                    <a:pt x="3714737" y="680325"/>
                  </a:lnTo>
                  <a:lnTo>
                    <a:pt x="3709819" y="678685"/>
                  </a:lnTo>
                  <a:lnTo>
                    <a:pt x="3708180" y="683603"/>
                  </a:lnTo>
                  <a:lnTo>
                    <a:pt x="3711458" y="686882"/>
                  </a:lnTo>
                  <a:lnTo>
                    <a:pt x="3714737" y="690161"/>
                  </a:lnTo>
                  <a:lnTo>
                    <a:pt x="3711458" y="690161"/>
                  </a:lnTo>
                  <a:lnTo>
                    <a:pt x="3708180" y="691800"/>
                  </a:lnTo>
                  <a:lnTo>
                    <a:pt x="3704901" y="690161"/>
                  </a:lnTo>
                  <a:lnTo>
                    <a:pt x="3699983" y="688521"/>
                  </a:lnTo>
                  <a:lnTo>
                    <a:pt x="3696704" y="686882"/>
                  </a:lnTo>
                  <a:lnTo>
                    <a:pt x="3696704" y="681964"/>
                  </a:lnTo>
                  <a:lnTo>
                    <a:pt x="3691786" y="680325"/>
                  </a:lnTo>
                  <a:lnTo>
                    <a:pt x="3688507" y="680325"/>
                  </a:lnTo>
                  <a:lnTo>
                    <a:pt x="3685229" y="680325"/>
                  </a:lnTo>
                  <a:lnTo>
                    <a:pt x="3680311" y="680325"/>
                  </a:lnTo>
                  <a:lnTo>
                    <a:pt x="3677033" y="681964"/>
                  </a:lnTo>
                  <a:lnTo>
                    <a:pt x="3672114" y="680325"/>
                  </a:lnTo>
                  <a:lnTo>
                    <a:pt x="3668836" y="681964"/>
                  </a:lnTo>
                  <a:lnTo>
                    <a:pt x="3665557" y="681964"/>
                  </a:lnTo>
                  <a:lnTo>
                    <a:pt x="3660639" y="681964"/>
                  </a:lnTo>
                  <a:lnTo>
                    <a:pt x="3657360" y="681964"/>
                  </a:lnTo>
                  <a:lnTo>
                    <a:pt x="3654082" y="681964"/>
                  </a:lnTo>
                  <a:lnTo>
                    <a:pt x="3649164" y="681964"/>
                  </a:lnTo>
                  <a:lnTo>
                    <a:pt x="3645885" y="681964"/>
                  </a:lnTo>
                  <a:lnTo>
                    <a:pt x="3642606" y="681964"/>
                  </a:lnTo>
                  <a:lnTo>
                    <a:pt x="3639327" y="680325"/>
                  </a:lnTo>
                  <a:lnTo>
                    <a:pt x="3634409" y="680325"/>
                  </a:lnTo>
                  <a:lnTo>
                    <a:pt x="3631130" y="680325"/>
                  </a:lnTo>
                  <a:lnTo>
                    <a:pt x="3627853" y="681964"/>
                  </a:lnTo>
                  <a:lnTo>
                    <a:pt x="3622934" y="683603"/>
                  </a:lnTo>
                  <a:lnTo>
                    <a:pt x="3619656" y="683603"/>
                  </a:lnTo>
                  <a:lnTo>
                    <a:pt x="3614737" y="681964"/>
                  </a:lnTo>
                  <a:lnTo>
                    <a:pt x="3611459" y="681964"/>
                  </a:lnTo>
                  <a:lnTo>
                    <a:pt x="3608180" y="683603"/>
                  </a:lnTo>
                  <a:lnTo>
                    <a:pt x="3604902" y="685243"/>
                  </a:lnTo>
                  <a:lnTo>
                    <a:pt x="3601623" y="686882"/>
                  </a:lnTo>
                  <a:lnTo>
                    <a:pt x="3598344" y="688521"/>
                  </a:lnTo>
                  <a:lnTo>
                    <a:pt x="3593426" y="691800"/>
                  </a:lnTo>
                  <a:lnTo>
                    <a:pt x="3591787" y="695079"/>
                  </a:lnTo>
                  <a:lnTo>
                    <a:pt x="3588508" y="698357"/>
                  </a:lnTo>
                  <a:lnTo>
                    <a:pt x="3590147" y="703275"/>
                  </a:lnTo>
                  <a:lnTo>
                    <a:pt x="3590147" y="706554"/>
                  </a:lnTo>
                  <a:lnTo>
                    <a:pt x="3591787" y="709833"/>
                  </a:lnTo>
                  <a:lnTo>
                    <a:pt x="3588508" y="714751"/>
                  </a:lnTo>
                  <a:lnTo>
                    <a:pt x="3585229" y="718029"/>
                  </a:lnTo>
                  <a:lnTo>
                    <a:pt x="3581950" y="719669"/>
                  </a:lnTo>
                  <a:lnTo>
                    <a:pt x="3578673" y="722947"/>
                  </a:lnTo>
                  <a:lnTo>
                    <a:pt x="3577033" y="726226"/>
                  </a:lnTo>
                  <a:lnTo>
                    <a:pt x="3577033" y="729505"/>
                  </a:lnTo>
                  <a:lnTo>
                    <a:pt x="3578673" y="732784"/>
                  </a:lnTo>
                  <a:lnTo>
                    <a:pt x="3580311" y="737701"/>
                  </a:lnTo>
                  <a:lnTo>
                    <a:pt x="3581950" y="740980"/>
                  </a:lnTo>
                  <a:lnTo>
                    <a:pt x="3585229" y="744259"/>
                  </a:lnTo>
                  <a:lnTo>
                    <a:pt x="3583590" y="749177"/>
                  </a:lnTo>
                  <a:lnTo>
                    <a:pt x="3578673" y="749177"/>
                  </a:lnTo>
                  <a:lnTo>
                    <a:pt x="3575394" y="750816"/>
                  </a:lnTo>
                  <a:lnTo>
                    <a:pt x="3575394" y="750816"/>
                  </a:lnTo>
                  <a:lnTo>
                    <a:pt x="3575394" y="755734"/>
                  </a:lnTo>
                  <a:lnTo>
                    <a:pt x="3575394" y="759013"/>
                  </a:lnTo>
                  <a:lnTo>
                    <a:pt x="3572115" y="762291"/>
                  </a:lnTo>
                  <a:lnTo>
                    <a:pt x="3572115" y="765570"/>
                  </a:lnTo>
                  <a:lnTo>
                    <a:pt x="3568836" y="767210"/>
                  </a:lnTo>
                  <a:lnTo>
                    <a:pt x="3563918" y="770488"/>
                  </a:lnTo>
                  <a:lnTo>
                    <a:pt x="3562279" y="775406"/>
                  </a:lnTo>
                  <a:lnTo>
                    <a:pt x="3562279" y="778685"/>
                  </a:lnTo>
                  <a:lnTo>
                    <a:pt x="3559000" y="781964"/>
                  </a:lnTo>
                  <a:lnTo>
                    <a:pt x="3557360" y="785242"/>
                  </a:lnTo>
                  <a:lnTo>
                    <a:pt x="3559000" y="790160"/>
                  </a:lnTo>
                  <a:lnTo>
                    <a:pt x="3557360" y="793439"/>
                  </a:lnTo>
                  <a:lnTo>
                    <a:pt x="3555721" y="796718"/>
                  </a:lnTo>
                  <a:lnTo>
                    <a:pt x="3559000" y="799996"/>
                  </a:lnTo>
                  <a:lnTo>
                    <a:pt x="3563918" y="803275"/>
                  </a:lnTo>
                  <a:lnTo>
                    <a:pt x="3559000" y="803275"/>
                  </a:lnTo>
                  <a:lnTo>
                    <a:pt x="3557360" y="808193"/>
                  </a:lnTo>
                  <a:lnTo>
                    <a:pt x="3557360" y="811472"/>
                  </a:lnTo>
                  <a:lnTo>
                    <a:pt x="3557360" y="814750"/>
                  </a:lnTo>
                  <a:lnTo>
                    <a:pt x="3554082" y="818029"/>
                  </a:lnTo>
                  <a:lnTo>
                    <a:pt x="3554082" y="822947"/>
                  </a:lnTo>
                  <a:lnTo>
                    <a:pt x="3549164" y="826226"/>
                  </a:lnTo>
                  <a:lnTo>
                    <a:pt x="3549164" y="829504"/>
                  </a:lnTo>
                  <a:lnTo>
                    <a:pt x="3545886" y="831144"/>
                  </a:lnTo>
                  <a:lnTo>
                    <a:pt x="3544246" y="836062"/>
                  </a:lnTo>
                  <a:lnTo>
                    <a:pt x="3540967" y="836062"/>
                  </a:lnTo>
                  <a:lnTo>
                    <a:pt x="3536049" y="839340"/>
                  </a:lnTo>
                  <a:lnTo>
                    <a:pt x="3536049" y="842619"/>
                  </a:lnTo>
                  <a:lnTo>
                    <a:pt x="3537689" y="845898"/>
                  </a:lnTo>
                  <a:lnTo>
                    <a:pt x="3534410" y="850816"/>
                  </a:lnTo>
                  <a:lnTo>
                    <a:pt x="3531131" y="854094"/>
                  </a:lnTo>
                  <a:lnTo>
                    <a:pt x="3527852" y="857373"/>
                  </a:lnTo>
                  <a:lnTo>
                    <a:pt x="3522935" y="859012"/>
                  </a:lnTo>
                  <a:lnTo>
                    <a:pt x="3521296" y="862291"/>
                  </a:lnTo>
                  <a:lnTo>
                    <a:pt x="3519656" y="865570"/>
                  </a:lnTo>
                  <a:lnTo>
                    <a:pt x="3519656" y="868848"/>
                  </a:lnTo>
                  <a:lnTo>
                    <a:pt x="3524574" y="872127"/>
                  </a:lnTo>
                  <a:lnTo>
                    <a:pt x="3527852" y="875406"/>
                  </a:lnTo>
                  <a:lnTo>
                    <a:pt x="3531131" y="873766"/>
                  </a:lnTo>
                  <a:lnTo>
                    <a:pt x="3536049" y="875406"/>
                  </a:lnTo>
                  <a:lnTo>
                    <a:pt x="3539328" y="875406"/>
                  </a:lnTo>
                  <a:lnTo>
                    <a:pt x="3542607" y="877045"/>
                  </a:lnTo>
                  <a:lnTo>
                    <a:pt x="3547525" y="880324"/>
                  </a:lnTo>
                  <a:lnTo>
                    <a:pt x="3550804" y="880324"/>
                  </a:lnTo>
                  <a:lnTo>
                    <a:pt x="3554082" y="880324"/>
                  </a:lnTo>
                  <a:lnTo>
                    <a:pt x="3559000" y="878684"/>
                  </a:lnTo>
                  <a:lnTo>
                    <a:pt x="3562279" y="878684"/>
                  </a:lnTo>
                  <a:lnTo>
                    <a:pt x="3565557" y="878684"/>
                  </a:lnTo>
                  <a:lnTo>
                    <a:pt x="3570476" y="878684"/>
                  </a:lnTo>
                  <a:lnTo>
                    <a:pt x="3573754" y="878684"/>
                  </a:lnTo>
                  <a:lnTo>
                    <a:pt x="3577033" y="878684"/>
                  </a:lnTo>
                  <a:lnTo>
                    <a:pt x="3581950" y="878684"/>
                  </a:lnTo>
                  <a:lnTo>
                    <a:pt x="3585229" y="881963"/>
                  </a:lnTo>
                  <a:lnTo>
                    <a:pt x="3588508" y="885242"/>
                  </a:lnTo>
                  <a:lnTo>
                    <a:pt x="3588508" y="888521"/>
                  </a:lnTo>
                  <a:lnTo>
                    <a:pt x="3591787" y="891799"/>
                  </a:lnTo>
                  <a:lnTo>
                    <a:pt x="3593426" y="895078"/>
                  </a:lnTo>
                  <a:lnTo>
                    <a:pt x="3598344" y="898356"/>
                  </a:lnTo>
                  <a:lnTo>
                    <a:pt x="3599984" y="901635"/>
                  </a:lnTo>
                  <a:lnTo>
                    <a:pt x="3599984" y="904914"/>
                  </a:lnTo>
                  <a:lnTo>
                    <a:pt x="3601623" y="909832"/>
                  </a:lnTo>
                  <a:lnTo>
                    <a:pt x="3604902" y="913111"/>
                  </a:lnTo>
                  <a:lnTo>
                    <a:pt x="3609819" y="913111"/>
                  </a:lnTo>
                  <a:lnTo>
                    <a:pt x="3611459" y="909832"/>
                  </a:lnTo>
                  <a:lnTo>
                    <a:pt x="3616377" y="911471"/>
                  </a:lnTo>
                  <a:lnTo>
                    <a:pt x="3619656" y="909832"/>
                  </a:lnTo>
                  <a:lnTo>
                    <a:pt x="3618016" y="906553"/>
                  </a:lnTo>
                  <a:lnTo>
                    <a:pt x="3616377" y="903275"/>
                  </a:lnTo>
                  <a:lnTo>
                    <a:pt x="3613098" y="903275"/>
                  </a:lnTo>
                  <a:lnTo>
                    <a:pt x="3608180" y="899996"/>
                  </a:lnTo>
                  <a:lnTo>
                    <a:pt x="3608180" y="896717"/>
                  </a:lnTo>
                  <a:lnTo>
                    <a:pt x="3609819" y="891799"/>
                  </a:lnTo>
                  <a:lnTo>
                    <a:pt x="3614737" y="891799"/>
                  </a:lnTo>
                  <a:lnTo>
                    <a:pt x="3618016" y="891799"/>
                  </a:lnTo>
                  <a:lnTo>
                    <a:pt x="3621295" y="890160"/>
                  </a:lnTo>
                  <a:lnTo>
                    <a:pt x="3621295" y="895078"/>
                  </a:lnTo>
                  <a:lnTo>
                    <a:pt x="3619656" y="898356"/>
                  </a:lnTo>
                  <a:lnTo>
                    <a:pt x="3614737" y="899996"/>
                  </a:lnTo>
                  <a:lnTo>
                    <a:pt x="3618016" y="903275"/>
                  </a:lnTo>
                  <a:lnTo>
                    <a:pt x="3622934" y="903275"/>
                  </a:lnTo>
                  <a:lnTo>
                    <a:pt x="3626213" y="904914"/>
                  </a:lnTo>
                  <a:lnTo>
                    <a:pt x="3629492" y="906553"/>
                  </a:lnTo>
                  <a:lnTo>
                    <a:pt x="3632770" y="906553"/>
                  </a:lnTo>
                  <a:lnTo>
                    <a:pt x="3637688" y="906553"/>
                  </a:lnTo>
                  <a:lnTo>
                    <a:pt x="3634409" y="909832"/>
                  </a:lnTo>
                  <a:lnTo>
                    <a:pt x="3634409" y="914750"/>
                  </a:lnTo>
                  <a:lnTo>
                    <a:pt x="3634409" y="918028"/>
                  </a:lnTo>
                  <a:lnTo>
                    <a:pt x="3631130" y="918028"/>
                  </a:lnTo>
                  <a:lnTo>
                    <a:pt x="3631130" y="922946"/>
                  </a:lnTo>
                  <a:lnTo>
                    <a:pt x="3634409" y="924586"/>
                  </a:lnTo>
                  <a:lnTo>
                    <a:pt x="3637688" y="924586"/>
                  </a:lnTo>
                  <a:lnTo>
                    <a:pt x="3640967" y="922946"/>
                  </a:lnTo>
                  <a:lnTo>
                    <a:pt x="3645885" y="922946"/>
                  </a:lnTo>
                  <a:lnTo>
                    <a:pt x="3649164" y="922946"/>
                  </a:lnTo>
                  <a:lnTo>
                    <a:pt x="3652443" y="921307"/>
                  </a:lnTo>
                  <a:lnTo>
                    <a:pt x="3657360" y="918028"/>
                  </a:lnTo>
                  <a:lnTo>
                    <a:pt x="3658999" y="914750"/>
                  </a:lnTo>
                  <a:lnTo>
                    <a:pt x="3657360" y="909832"/>
                  </a:lnTo>
                  <a:lnTo>
                    <a:pt x="3657360" y="906553"/>
                  </a:lnTo>
                  <a:lnTo>
                    <a:pt x="3660639" y="906553"/>
                  </a:lnTo>
                  <a:lnTo>
                    <a:pt x="3665557" y="909832"/>
                  </a:lnTo>
                  <a:lnTo>
                    <a:pt x="3665557" y="913111"/>
                  </a:lnTo>
                  <a:lnTo>
                    <a:pt x="3663917" y="918028"/>
                  </a:lnTo>
                  <a:lnTo>
                    <a:pt x="3665557" y="921307"/>
                  </a:lnTo>
                  <a:lnTo>
                    <a:pt x="3665557" y="924586"/>
                  </a:lnTo>
                  <a:lnTo>
                    <a:pt x="3668836" y="924586"/>
                  </a:lnTo>
                  <a:lnTo>
                    <a:pt x="3672114" y="924586"/>
                  </a:lnTo>
                  <a:lnTo>
                    <a:pt x="3672114" y="921307"/>
                  </a:lnTo>
                  <a:lnTo>
                    <a:pt x="3672114" y="916389"/>
                  </a:lnTo>
                  <a:lnTo>
                    <a:pt x="3670475" y="913111"/>
                  </a:lnTo>
                  <a:lnTo>
                    <a:pt x="3667196" y="909832"/>
                  </a:lnTo>
                  <a:lnTo>
                    <a:pt x="3667196" y="904914"/>
                  </a:lnTo>
                  <a:lnTo>
                    <a:pt x="3663917" y="901635"/>
                  </a:lnTo>
                  <a:lnTo>
                    <a:pt x="3660639" y="901635"/>
                  </a:lnTo>
                  <a:lnTo>
                    <a:pt x="3658999" y="896717"/>
                  </a:lnTo>
                  <a:lnTo>
                    <a:pt x="3655721" y="893438"/>
                  </a:lnTo>
                  <a:lnTo>
                    <a:pt x="3652443" y="891799"/>
                  </a:lnTo>
                  <a:lnTo>
                    <a:pt x="3655721" y="891799"/>
                  </a:lnTo>
                  <a:lnTo>
                    <a:pt x="3658999" y="893438"/>
                  </a:lnTo>
                  <a:lnTo>
                    <a:pt x="3663917" y="893438"/>
                  </a:lnTo>
                  <a:lnTo>
                    <a:pt x="3667196" y="895078"/>
                  </a:lnTo>
                  <a:lnTo>
                    <a:pt x="3670475" y="895078"/>
                  </a:lnTo>
                  <a:lnTo>
                    <a:pt x="3675393" y="896717"/>
                  </a:lnTo>
                  <a:lnTo>
                    <a:pt x="3678672" y="896717"/>
                  </a:lnTo>
                  <a:lnTo>
                    <a:pt x="3681951" y="895078"/>
                  </a:lnTo>
                  <a:lnTo>
                    <a:pt x="3686868" y="891799"/>
                  </a:lnTo>
                  <a:lnTo>
                    <a:pt x="3690147" y="891799"/>
                  </a:lnTo>
                  <a:lnTo>
                    <a:pt x="3693426" y="895078"/>
                  </a:lnTo>
                  <a:lnTo>
                    <a:pt x="3698344" y="896717"/>
                  </a:lnTo>
                  <a:lnTo>
                    <a:pt x="3701623" y="899996"/>
                  </a:lnTo>
                  <a:lnTo>
                    <a:pt x="3703262" y="899996"/>
                  </a:lnTo>
                  <a:lnTo>
                    <a:pt x="3708180" y="899996"/>
                  </a:lnTo>
                  <a:lnTo>
                    <a:pt x="3711458" y="901635"/>
                  </a:lnTo>
                  <a:lnTo>
                    <a:pt x="3714737" y="904914"/>
                  </a:lnTo>
                  <a:lnTo>
                    <a:pt x="3718016" y="908193"/>
                  </a:lnTo>
                  <a:lnTo>
                    <a:pt x="3721294" y="911471"/>
                  </a:lnTo>
                  <a:lnTo>
                    <a:pt x="3726213" y="913111"/>
                  </a:lnTo>
                  <a:lnTo>
                    <a:pt x="3729491" y="914750"/>
                  </a:lnTo>
                  <a:lnTo>
                    <a:pt x="3732770" y="916389"/>
                  </a:lnTo>
                  <a:lnTo>
                    <a:pt x="3737687" y="919668"/>
                  </a:lnTo>
                  <a:lnTo>
                    <a:pt x="3740966" y="921307"/>
                  </a:lnTo>
                  <a:lnTo>
                    <a:pt x="3744245" y="922946"/>
                  </a:lnTo>
                  <a:lnTo>
                    <a:pt x="3749163" y="922946"/>
                  </a:lnTo>
                  <a:lnTo>
                    <a:pt x="3752442" y="924586"/>
                  </a:lnTo>
                  <a:lnTo>
                    <a:pt x="3755721" y="927865"/>
                  </a:lnTo>
                  <a:lnTo>
                    <a:pt x="3760638" y="929504"/>
                  </a:lnTo>
                  <a:lnTo>
                    <a:pt x="3763917" y="931143"/>
                  </a:lnTo>
                  <a:lnTo>
                    <a:pt x="3767196" y="932783"/>
                  </a:lnTo>
                  <a:lnTo>
                    <a:pt x="3772114" y="932783"/>
                  </a:lnTo>
                  <a:lnTo>
                    <a:pt x="3775393" y="932783"/>
                  </a:lnTo>
                  <a:lnTo>
                    <a:pt x="3778671" y="937701"/>
                  </a:lnTo>
                  <a:lnTo>
                    <a:pt x="3781950" y="939340"/>
                  </a:lnTo>
                  <a:lnTo>
                    <a:pt x="3781950" y="942618"/>
                  </a:lnTo>
                  <a:lnTo>
                    <a:pt x="3778671" y="942618"/>
                  </a:lnTo>
                  <a:lnTo>
                    <a:pt x="3778671" y="947537"/>
                  </a:lnTo>
                  <a:lnTo>
                    <a:pt x="3775393" y="945897"/>
                  </a:lnTo>
                  <a:lnTo>
                    <a:pt x="3770474" y="944258"/>
                  </a:lnTo>
                  <a:lnTo>
                    <a:pt x="3767196" y="942618"/>
                  </a:lnTo>
                  <a:lnTo>
                    <a:pt x="3763917" y="940979"/>
                  </a:lnTo>
                  <a:lnTo>
                    <a:pt x="3759000" y="940979"/>
                  </a:lnTo>
                  <a:lnTo>
                    <a:pt x="3759000" y="940979"/>
                  </a:lnTo>
                  <a:lnTo>
                    <a:pt x="3759000" y="942618"/>
                  </a:lnTo>
                  <a:lnTo>
                    <a:pt x="3763917" y="942618"/>
                  </a:lnTo>
                  <a:lnTo>
                    <a:pt x="3767196" y="944258"/>
                  </a:lnTo>
                  <a:lnTo>
                    <a:pt x="3772114" y="947537"/>
                  </a:lnTo>
                  <a:lnTo>
                    <a:pt x="3775393" y="949176"/>
                  </a:lnTo>
                  <a:lnTo>
                    <a:pt x="3778671" y="950815"/>
                  </a:lnTo>
                  <a:lnTo>
                    <a:pt x="3783590" y="952455"/>
                  </a:lnTo>
                  <a:lnTo>
                    <a:pt x="3786867" y="954094"/>
                  </a:lnTo>
                  <a:lnTo>
                    <a:pt x="3790146" y="957373"/>
                  </a:lnTo>
                  <a:lnTo>
                    <a:pt x="3793425" y="960651"/>
                  </a:lnTo>
                  <a:lnTo>
                    <a:pt x="3796704" y="963930"/>
                  </a:lnTo>
                  <a:lnTo>
                    <a:pt x="3795064" y="967209"/>
                  </a:lnTo>
                  <a:lnTo>
                    <a:pt x="3796704" y="972127"/>
                  </a:lnTo>
                  <a:lnTo>
                    <a:pt x="3801622" y="973766"/>
                  </a:lnTo>
                  <a:lnTo>
                    <a:pt x="3804901" y="975405"/>
                  </a:lnTo>
                  <a:lnTo>
                    <a:pt x="3808180" y="977045"/>
                  </a:lnTo>
                  <a:lnTo>
                    <a:pt x="3813097" y="978684"/>
                  </a:lnTo>
                  <a:lnTo>
                    <a:pt x="3816376" y="978684"/>
                  </a:lnTo>
                  <a:lnTo>
                    <a:pt x="3816376" y="981963"/>
                  </a:lnTo>
                  <a:lnTo>
                    <a:pt x="3814736" y="985241"/>
                  </a:lnTo>
                  <a:lnTo>
                    <a:pt x="3818015" y="988520"/>
                  </a:lnTo>
                  <a:lnTo>
                    <a:pt x="3822933" y="991799"/>
                  </a:lnTo>
                  <a:lnTo>
                    <a:pt x="3819654" y="995077"/>
                  </a:lnTo>
                  <a:lnTo>
                    <a:pt x="3819654" y="998356"/>
                  </a:lnTo>
                  <a:lnTo>
                    <a:pt x="3819654" y="1001635"/>
                  </a:lnTo>
                  <a:lnTo>
                    <a:pt x="3816376" y="1004913"/>
                  </a:lnTo>
                  <a:lnTo>
                    <a:pt x="3819654" y="1009831"/>
                  </a:lnTo>
                  <a:lnTo>
                    <a:pt x="3818015" y="1013110"/>
                  </a:lnTo>
                  <a:lnTo>
                    <a:pt x="3822933" y="1014749"/>
                  </a:lnTo>
                  <a:lnTo>
                    <a:pt x="3819654" y="1018028"/>
                  </a:lnTo>
                  <a:lnTo>
                    <a:pt x="3821294" y="1022946"/>
                  </a:lnTo>
                  <a:lnTo>
                    <a:pt x="3824573" y="1026225"/>
                  </a:lnTo>
                  <a:lnTo>
                    <a:pt x="3827851" y="1029503"/>
                  </a:lnTo>
                  <a:lnTo>
                    <a:pt x="3827851" y="1034421"/>
                  </a:lnTo>
                  <a:lnTo>
                    <a:pt x="3827851" y="1037700"/>
                  </a:lnTo>
                  <a:lnTo>
                    <a:pt x="3829491" y="1040979"/>
                  </a:lnTo>
                  <a:lnTo>
                    <a:pt x="3831130" y="1044258"/>
                  </a:lnTo>
                  <a:lnTo>
                    <a:pt x="3834409" y="1049175"/>
                  </a:lnTo>
                  <a:lnTo>
                    <a:pt x="3836048" y="1052454"/>
                  </a:lnTo>
                  <a:lnTo>
                    <a:pt x="3840966" y="1055733"/>
                  </a:lnTo>
                  <a:lnTo>
                    <a:pt x="3844244" y="1059012"/>
                  </a:lnTo>
                  <a:lnTo>
                    <a:pt x="3847523" y="1063930"/>
                  </a:lnTo>
                  <a:lnTo>
                    <a:pt x="3849163" y="1067208"/>
                  </a:lnTo>
                  <a:lnTo>
                    <a:pt x="3852441" y="1070487"/>
                  </a:lnTo>
                  <a:lnTo>
                    <a:pt x="3857360" y="1068848"/>
                  </a:lnTo>
                  <a:lnTo>
                    <a:pt x="3855720" y="1073765"/>
                  </a:lnTo>
                  <a:lnTo>
                    <a:pt x="3854081" y="1075405"/>
                  </a:lnTo>
                  <a:lnTo>
                    <a:pt x="3854081" y="1080323"/>
                  </a:lnTo>
                  <a:lnTo>
                    <a:pt x="3858999" y="1081962"/>
                  </a:lnTo>
                  <a:lnTo>
                    <a:pt x="3862278" y="1085241"/>
                  </a:lnTo>
                  <a:lnTo>
                    <a:pt x="3865556" y="1090159"/>
                  </a:lnTo>
                  <a:lnTo>
                    <a:pt x="3868834" y="1093438"/>
                  </a:lnTo>
                  <a:lnTo>
                    <a:pt x="3868834" y="1096716"/>
                  </a:lnTo>
                  <a:lnTo>
                    <a:pt x="3870474" y="1101634"/>
                  </a:lnTo>
                  <a:lnTo>
                    <a:pt x="3868834" y="1104913"/>
                  </a:lnTo>
                  <a:lnTo>
                    <a:pt x="3870474" y="1104913"/>
                  </a:lnTo>
                  <a:lnTo>
                    <a:pt x="3872113" y="1108192"/>
                  </a:lnTo>
                  <a:lnTo>
                    <a:pt x="3873753" y="1111470"/>
                  </a:lnTo>
                  <a:lnTo>
                    <a:pt x="3875392" y="1114749"/>
                  </a:lnTo>
                  <a:lnTo>
                    <a:pt x="3873753" y="1116388"/>
                  </a:lnTo>
                  <a:lnTo>
                    <a:pt x="3877031" y="1114749"/>
                  </a:lnTo>
                  <a:lnTo>
                    <a:pt x="3880310" y="1119667"/>
                  </a:lnTo>
                  <a:lnTo>
                    <a:pt x="3878671" y="1122946"/>
                  </a:lnTo>
                  <a:lnTo>
                    <a:pt x="3880310" y="1126224"/>
                  </a:lnTo>
                  <a:lnTo>
                    <a:pt x="3881950" y="1131142"/>
                  </a:lnTo>
                  <a:lnTo>
                    <a:pt x="3883589" y="1134421"/>
                  </a:lnTo>
                  <a:lnTo>
                    <a:pt x="3886868" y="1137700"/>
                  </a:lnTo>
                  <a:lnTo>
                    <a:pt x="3885228" y="1140978"/>
                  </a:lnTo>
                  <a:lnTo>
                    <a:pt x="3885228" y="1145896"/>
                  </a:lnTo>
                  <a:lnTo>
                    <a:pt x="3883589" y="1147536"/>
                  </a:lnTo>
                  <a:lnTo>
                    <a:pt x="3881950" y="1150814"/>
                  </a:lnTo>
                  <a:lnTo>
                    <a:pt x="3881950" y="1155732"/>
                  </a:lnTo>
                  <a:lnTo>
                    <a:pt x="3880310" y="1159011"/>
                  </a:lnTo>
                  <a:lnTo>
                    <a:pt x="3877031" y="1162290"/>
                  </a:lnTo>
                  <a:lnTo>
                    <a:pt x="3875392" y="1167208"/>
                  </a:lnTo>
                  <a:lnTo>
                    <a:pt x="3875392" y="1170486"/>
                  </a:lnTo>
                  <a:lnTo>
                    <a:pt x="3877031" y="1173765"/>
                  </a:lnTo>
                  <a:lnTo>
                    <a:pt x="3877031" y="1178683"/>
                  </a:lnTo>
                  <a:lnTo>
                    <a:pt x="3877031" y="1181962"/>
                  </a:lnTo>
                  <a:lnTo>
                    <a:pt x="3878671" y="1185240"/>
                  </a:lnTo>
                  <a:lnTo>
                    <a:pt x="3878671" y="1186880"/>
                  </a:lnTo>
                  <a:lnTo>
                    <a:pt x="3877031" y="1191798"/>
                  </a:lnTo>
                  <a:lnTo>
                    <a:pt x="3875392" y="1195077"/>
                  </a:lnTo>
                  <a:lnTo>
                    <a:pt x="3873753" y="1198355"/>
                  </a:lnTo>
                  <a:lnTo>
                    <a:pt x="3873753" y="1201634"/>
                  </a:lnTo>
                  <a:lnTo>
                    <a:pt x="3873753" y="1206552"/>
                  </a:lnTo>
                  <a:lnTo>
                    <a:pt x="3875392" y="1209830"/>
                  </a:lnTo>
                  <a:lnTo>
                    <a:pt x="3875392" y="1213109"/>
                  </a:lnTo>
                  <a:lnTo>
                    <a:pt x="3877031" y="1218027"/>
                  </a:lnTo>
                  <a:lnTo>
                    <a:pt x="3878671" y="1221306"/>
                  </a:lnTo>
                  <a:lnTo>
                    <a:pt x="3877031" y="1224585"/>
                  </a:lnTo>
                  <a:lnTo>
                    <a:pt x="3877031" y="1229502"/>
                  </a:lnTo>
                  <a:lnTo>
                    <a:pt x="3878671" y="1232781"/>
                  </a:lnTo>
                  <a:lnTo>
                    <a:pt x="3880310" y="1236060"/>
                  </a:lnTo>
                  <a:lnTo>
                    <a:pt x="3878671" y="1239339"/>
                  </a:lnTo>
                  <a:lnTo>
                    <a:pt x="3878671" y="1244257"/>
                  </a:lnTo>
                  <a:lnTo>
                    <a:pt x="3877031" y="1247535"/>
                  </a:lnTo>
                  <a:lnTo>
                    <a:pt x="3875392" y="1250814"/>
                  </a:lnTo>
                  <a:lnTo>
                    <a:pt x="3875392" y="1255732"/>
                  </a:lnTo>
                  <a:lnTo>
                    <a:pt x="3873753" y="1259011"/>
                  </a:lnTo>
                  <a:lnTo>
                    <a:pt x="3872113" y="1262289"/>
                  </a:lnTo>
                  <a:lnTo>
                    <a:pt x="3870474" y="1265568"/>
                  </a:lnTo>
                  <a:lnTo>
                    <a:pt x="3870474" y="1270486"/>
                  </a:lnTo>
                  <a:lnTo>
                    <a:pt x="3868834" y="1273765"/>
                  </a:lnTo>
                  <a:lnTo>
                    <a:pt x="3865556" y="1277043"/>
                  </a:lnTo>
                  <a:lnTo>
                    <a:pt x="3862278" y="1280322"/>
                  </a:lnTo>
                  <a:lnTo>
                    <a:pt x="3863917" y="1285240"/>
                  </a:lnTo>
                  <a:lnTo>
                    <a:pt x="3862278" y="1288519"/>
                  </a:lnTo>
                  <a:lnTo>
                    <a:pt x="3860638" y="1291797"/>
                  </a:lnTo>
                  <a:lnTo>
                    <a:pt x="3860638" y="1295076"/>
                  </a:lnTo>
                  <a:lnTo>
                    <a:pt x="3862278" y="1298355"/>
                  </a:lnTo>
                  <a:lnTo>
                    <a:pt x="3857360" y="1299994"/>
                  </a:lnTo>
                  <a:lnTo>
                    <a:pt x="3857360" y="1303273"/>
                  </a:lnTo>
                  <a:lnTo>
                    <a:pt x="3858999" y="1308191"/>
                  </a:lnTo>
                  <a:lnTo>
                    <a:pt x="3858999" y="1311469"/>
                  </a:lnTo>
                  <a:lnTo>
                    <a:pt x="3854081" y="1313109"/>
                  </a:lnTo>
                  <a:lnTo>
                    <a:pt x="3852441" y="1316387"/>
                  </a:lnTo>
                  <a:lnTo>
                    <a:pt x="3852441" y="1319666"/>
                  </a:lnTo>
                  <a:lnTo>
                    <a:pt x="3850802" y="1322945"/>
                  </a:lnTo>
                  <a:lnTo>
                    <a:pt x="3850802" y="1327863"/>
                  </a:lnTo>
                  <a:lnTo>
                    <a:pt x="3852441" y="1331142"/>
                  </a:lnTo>
                  <a:lnTo>
                    <a:pt x="3849163" y="1334420"/>
                  </a:lnTo>
                  <a:lnTo>
                    <a:pt x="3852441" y="1337699"/>
                  </a:lnTo>
                  <a:lnTo>
                    <a:pt x="3852441" y="1340977"/>
                  </a:lnTo>
                  <a:lnTo>
                    <a:pt x="3850802" y="1344256"/>
                  </a:lnTo>
                  <a:lnTo>
                    <a:pt x="3847523" y="1345895"/>
                  </a:lnTo>
                  <a:lnTo>
                    <a:pt x="3849163" y="1350814"/>
                  </a:lnTo>
                  <a:lnTo>
                    <a:pt x="3847523" y="1354092"/>
                  </a:lnTo>
                  <a:lnTo>
                    <a:pt x="3844244" y="1357371"/>
                  </a:lnTo>
                  <a:lnTo>
                    <a:pt x="3840966" y="1360649"/>
                  </a:lnTo>
                  <a:lnTo>
                    <a:pt x="3837688" y="1363928"/>
                  </a:lnTo>
                  <a:lnTo>
                    <a:pt x="3834409" y="1367207"/>
                  </a:lnTo>
                  <a:lnTo>
                    <a:pt x="3831130" y="1370485"/>
                  </a:lnTo>
                  <a:lnTo>
                    <a:pt x="3826212" y="1373764"/>
                  </a:lnTo>
                  <a:lnTo>
                    <a:pt x="3824573" y="1377043"/>
                  </a:lnTo>
                  <a:lnTo>
                    <a:pt x="3819654" y="1380322"/>
                  </a:lnTo>
                  <a:lnTo>
                    <a:pt x="3816376" y="1381961"/>
                  </a:lnTo>
                  <a:lnTo>
                    <a:pt x="3813097" y="1381961"/>
                  </a:lnTo>
                  <a:lnTo>
                    <a:pt x="3809819" y="1383600"/>
                  </a:lnTo>
                  <a:lnTo>
                    <a:pt x="3806540" y="1386879"/>
                  </a:lnTo>
                  <a:lnTo>
                    <a:pt x="3801622" y="1386879"/>
                  </a:lnTo>
                  <a:lnTo>
                    <a:pt x="3798343" y="1390157"/>
                  </a:lnTo>
                  <a:lnTo>
                    <a:pt x="3795064" y="1388518"/>
                  </a:lnTo>
                  <a:lnTo>
                    <a:pt x="3793425" y="1385239"/>
                  </a:lnTo>
                  <a:lnTo>
                    <a:pt x="3788507" y="1383600"/>
                  </a:lnTo>
                  <a:lnTo>
                    <a:pt x="3785229" y="1385239"/>
                  </a:lnTo>
                  <a:lnTo>
                    <a:pt x="3781950" y="1381961"/>
                  </a:lnTo>
                  <a:lnTo>
                    <a:pt x="3780311" y="1381961"/>
                  </a:lnTo>
                  <a:lnTo>
                    <a:pt x="3775393" y="1383600"/>
                  </a:lnTo>
                  <a:lnTo>
                    <a:pt x="3772114" y="1380322"/>
                  </a:lnTo>
                  <a:lnTo>
                    <a:pt x="3768835" y="1378682"/>
                  </a:lnTo>
                  <a:lnTo>
                    <a:pt x="3763917" y="1380322"/>
                  </a:lnTo>
                  <a:lnTo>
                    <a:pt x="3762277" y="1377043"/>
                  </a:lnTo>
                  <a:lnTo>
                    <a:pt x="3760638" y="1373764"/>
                  </a:lnTo>
                  <a:lnTo>
                    <a:pt x="3759000" y="1368846"/>
                  </a:lnTo>
                  <a:lnTo>
                    <a:pt x="3757360" y="1365567"/>
                  </a:lnTo>
                  <a:lnTo>
                    <a:pt x="3754081" y="1362289"/>
                  </a:lnTo>
                  <a:lnTo>
                    <a:pt x="3754081" y="1365567"/>
                  </a:lnTo>
                  <a:lnTo>
                    <a:pt x="3750803" y="1368846"/>
                  </a:lnTo>
                  <a:lnTo>
                    <a:pt x="3747524" y="1372125"/>
                  </a:lnTo>
                  <a:lnTo>
                    <a:pt x="3744245" y="1370485"/>
                  </a:lnTo>
                  <a:lnTo>
                    <a:pt x="3744245" y="1367207"/>
                  </a:lnTo>
                  <a:lnTo>
                    <a:pt x="3744245" y="1362289"/>
                  </a:lnTo>
                  <a:lnTo>
                    <a:pt x="3740966" y="1362289"/>
                  </a:lnTo>
                  <a:lnTo>
                    <a:pt x="3736048" y="1362289"/>
                  </a:lnTo>
                  <a:lnTo>
                    <a:pt x="3736048" y="1363928"/>
                  </a:lnTo>
                  <a:lnTo>
                    <a:pt x="3736048" y="1367207"/>
                  </a:lnTo>
                  <a:lnTo>
                    <a:pt x="3736048" y="1370485"/>
                  </a:lnTo>
                  <a:lnTo>
                    <a:pt x="3736048" y="1373764"/>
                  </a:lnTo>
                  <a:lnTo>
                    <a:pt x="3736048" y="1378682"/>
                  </a:lnTo>
                  <a:lnTo>
                    <a:pt x="3731131" y="1378682"/>
                  </a:lnTo>
                  <a:lnTo>
                    <a:pt x="3736048" y="1381961"/>
                  </a:lnTo>
                  <a:lnTo>
                    <a:pt x="3732770" y="1386879"/>
                  </a:lnTo>
                  <a:lnTo>
                    <a:pt x="3732770" y="1390157"/>
                  </a:lnTo>
                  <a:lnTo>
                    <a:pt x="3732770" y="1393436"/>
                  </a:lnTo>
                  <a:lnTo>
                    <a:pt x="3729491" y="1391797"/>
                  </a:lnTo>
                  <a:lnTo>
                    <a:pt x="3726213" y="1391797"/>
                  </a:lnTo>
                  <a:lnTo>
                    <a:pt x="3722934" y="1391797"/>
                  </a:lnTo>
                  <a:lnTo>
                    <a:pt x="3718016" y="1390157"/>
                  </a:lnTo>
                  <a:lnTo>
                    <a:pt x="3714737" y="1391797"/>
                  </a:lnTo>
                  <a:lnTo>
                    <a:pt x="3718016" y="1393436"/>
                  </a:lnTo>
                  <a:lnTo>
                    <a:pt x="3722934" y="1395076"/>
                  </a:lnTo>
                  <a:lnTo>
                    <a:pt x="3722934" y="1398354"/>
                  </a:lnTo>
                  <a:lnTo>
                    <a:pt x="3722934" y="1403272"/>
                  </a:lnTo>
                  <a:lnTo>
                    <a:pt x="3722934" y="1406551"/>
                  </a:lnTo>
                  <a:lnTo>
                    <a:pt x="3719655" y="1403272"/>
                  </a:lnTo>
                  <a:lnTo>
                    <a:pt x="3716376" y="1401633"/>
                  </a:lnTo>
                  <a:lnTo>
                    <a:pt x="3714737" y="1398354"/>
                  </a:lnTo>
                  <a:lnTo>
                    <a:pt x="3713097" y="1395076"/>
                  </a:lnTo>
                  <a:lnTo>
                    <a:pt x="3711458" y="1390157"/>
                  </a:lnTo>
                  <a:lnTo>
                    <a:pt x="3706541" y="1390157"/>
                  </a:lnTo>
                  <a:lnTo>
                    <a:pt x="3703262" y="1388518"/>
                  </a:lnTo>
                  <a:lnTo>
                    <a:pt x="3706541" y="1385239"/>
                  </a:lnTo>
                  <a:lnTo>
                    <a:pt x="3709819" y="1383600"/>
                  </a:lnTo>
                  <a:lnTo>
                    <a:pt x="3713097" y="1380322"/>
                  </a:lnTo>
                  <a:lnTo>
                    <a:pt x="3716376" y="1381961"/>
                  </a:lnTo>
                  <a:lnTo>
                    <a:pt x="3721294" y="1381961"/>
                  </a:lnTo>
                  <a:lnTo>
                    <a:pt x="3721294" y="1377043"/>
                  </a:lnTo>
                  <a:lnTo>
                    <a:pt x="3719655" y="1373764"/>
                  </a:lnTo>
                  <a:lnTo>
                    <a:pt x="3721294" y="1370485"/>
                  </a:lnTo>
                  <a:lnTo>
                    <a:pt x="3718016" y="1365567"/>
                  </a:lnTo>
                  <a:lnTo>
                    <a:pt x="3719655" y="1362289"/>
                  </a:lnTo>
                  <a:lnTo>
                    <a:pt x="3718016" y="1359010"/>
                  </a:lnTo>
                  <a:lnTo>
                    <a:pt x="3714737" y="1355732"/>
                  </a:lnTo>
                  <a:lnTo>
                    <a:pt x="3713097" y="1354092"/>
                  </a:lnTo>
                  <a:lnTo>
                    <a:pt x="3709819" y="1350814"/>
                  </a:lnTo>
                  <a:lnTo>
                    <a:pt x="3708180" y="1345895"/>
                  </a:lnTo>
                  <a:lnTo>
                    <a:pt x="3704901" y="1342617"/>
                  </a:lnTo>
                  <a:lnTo>
                    <a:pt x="3703262" y="1339338"/>
                  </a:lnTo>
                  <a:lnTo>
                    <a:pt x="3703262" y="1334420"/>
                  </a:lnTo>
                  <a:lnTo>
                    <a:pt x="3699983" y="1331142"/>
                  </a:lnTo>
                  <a:lnTo>
                    <a:pt x="3699983" y="1331142"/>
                  </a:lnTo>
                  <a:lnTo>
                    <a:pt x="3698344" y="1326223"/>
                  </a:lnTo>
                  <a:lnTo>
                    <a:pt x="3695065" y="1322945"/>
                  </a:lnTo>
                  <a:lnTo>
                    <a:pt x="3691786" y="1319666"/>
                  </a:lnTo>
                  <a:lnTo>
                    <a:pt x="3688507" y="1314748"/>
                  </a:lnTo>
                  <a:lnTo>
                    <a:pt x="3686868" y="1311469"/>
                  </a:lnTo>
                  <a:lnTo>
                    <a:pt x="3683589" y="1308191"/>
                  </a:lnTo>
                  <a:lnTo>
                    <a:pt x="3681951" y="1306551"/>
                  </a:lnTo>
                  <a:lnTo>
                    <a:pt x="3677033" y="1301633"/>
                  </a:lnTo>
                  <a:lnTo>
                    <a:pt x="3673754" y="1298355"/>
                  </a:lnTo>
                  <a:lnTo>
                    <a:pt x="3670475" y="1295076"/>
                  </a:lnTo>
                  <a:lnTo>
                    <a:pt x="3672114" y="1291797"/>
                  </a:lnTo>
                  <a:lnTo>
                    <a:pt x="3677033" y="1291797"/>
                  </a:lnTo>
                  <a:lnTo>
                    <a:pt x="3680311" y="1290158"/>
                  </a:lnTo>
                  <a:lnTo>
                    <a:pt x="3683589" y="1288519"/>
                  </a:lnTo>
                  <a:lnTo>
                    <a:pt x="3685229" y="1286879"/>
                  </a:lnTo>
                  <a:lnTo>
                    <a:pt x="3685229" y="1281961"/>
                  </a:lnTo>
                  <a:lnTo>
                    <a:pt x="3688507" y="1278683"/>
                  </a:lnTo>
                  <a:lnTo>
                    <a:pt x="3686868" y="1277043"/>
                  </a:lnTo>
                  <a:lnTo>
                    <a:pt x="3691786" y="1275404"/>
                  </a:lnTo>
                  <a:lnTo>
                    <a:pt x="3695065" y="1278683"/>
                  </a:lnTo>
                  <a:lnTo>
                    <a:pt x="3695065" y="1278683"/>
                  </a:lnTo>
                  <a:lnTo>
                    <a:pt x="3699983" y="1278683"/>
                  </a:lnTo>
                  <a:lnTo>
                    <a:pt x="3703262" y="1280322"/>
                  </a:lnTo>
                  <a:lnTo>
                    <a:pt x="3706541" y="1280322"/>
                  </a:lnTo>
                  <a:lnTo>
                    <a:pt x="3709819" y="1281961"/>
                  </a:lnTo>
                  <a:lnTo>
                    <a:pt x="3714737" y="1281961"/>
                  </a:lnTo>
                  <a:lnTo>
                    <a:pt x="3718016" y="1283601"/>
                  </a:lnTo>
                  <a:lnTo>
                    <a:pt x="3721294" y="1285240"/>
                  </a:lnTo>
                  <a:lnTo>
                    <a:pt x="3724573" y="1285240"/>
                  </a:lnTo>
                  <a:lnTo>
                    <a:pt x="3729491" y="1286879"/>
                  </a:lnTo>
                  <a:lnTo>
                    <a:pt x="3732770" y="1286879"/>
                  </a:lnTo>
                  <a:lnTo>
                    <a:pt x="3736048" y="1285240"/>
                  </a:lnTo>
                  <a:lnTo>
                    <a:pt x="3736048" y="1281961"/>
                  </a:lnTo>
                  <a:lnTo>
                    <a:pt x="3732770" y="1278683"/>
                  </a:lnTo>
                  <a:lnTo>
                    <a:pt x="3731131" y="1273765"/>
                  </a:lnTo>
                  <a:lnTo>
                    <a:pt x="3729491" y="1270486"/>
                  </a:lnTo>
                  <a:lnTo>
                    <a:pt x="3729491" y="1268847"/>
                  </a:lnTo>
                  <a:lnTo>
                    <a:pt x="3732770" y="1265568"/>
                  </a:lnTo>
                  <a:lnTo>
                    <a:pt x="3736048" y="1263929"/>
                  </a:lnTo>
                  <a:lnTo>
                    <a:pt x="3736048" y="1260650"/>
                  </a:lnTo>
                  <a:lnTo>
                    <a:pt x="3732770" y="1255732"/>
                  </a:lnTo>
                  <a:lnTo>
                    <a:pt x="3731131" y="1252453"/>
                  </a:lnTo>
                  <a:lnTo>
                    <a:pt x="3731131" y="1250814"/>
                  </a:lnTo>
                  <a:lnTo>
                    <a:pt x="3734410" y="1247535"/>
                  </a:lnTo>
                  <a:lnTo>
                    <a:pt x="3734410" y="1247535"/>
                  </a:lnTo>
                  <a:lnTo>
                    <a:pt x="3732770" y="1242617"/>
                  </a:lnTo>
                  <a:lnTo>
                    <a:pt x="3729491" y="1239339"/>
                  </a:lnTo>
                  <a:lnTo>
                    <a:pt x="3734410" y="1236060"/>
                  </a:lnTo>
                  <a:lnTo>
                    <a:pt x="3732770" y="1232781"/>
                  </a:lnTo>
                  <a:lnTo>
                    <a:pt x="3732770" y="1227863"/>
                  </a:lnTo>
                  <a:lnTo>
                    <a:pt x="3727852" y="1226224"/>
                  </a:lnTo>
                  <a:lnTo>
                    <a:pt x="3727852" y="1222945"/>
                  </a:lnTo>
                  <a:lnTo>
                    <a:pt x="3726213" y="1222945"/>
                  </a:lnTo>
                  <a:lnTo>
                    <a:pt x="3726213" y="1219667"/>
                  </a:lnTo>
                  <a:lnTo>
                    <a:pt x="3727852" y="1218027"/>
                  </a:lnTo>
                  <a:lnTo>
                    <a:pt x="3726213" y="1214749"/>
                  </a:lnTo>
                  <a:lnTo>
                    <a:pt x="3722934" y="1209830"/>
                  </a:lnTo>
                  <a:lnTo>
                    <a:pt x="3722934" y="1208191"/>
                  </a:lnTo>
                  <a:lnTo>
                    <a:pt x="3722934" y="1204912"/>
                  </a:lnTo>
                  <a:lnTo>
                    <a:pt x="3721294" y="1201634"/>
                  </a:lnTo>
                  <a:lnTo>
                    <a:pt x="3722934" y="1198355"/>
                  </a:lnTo>
                  <a:lnTo>
                    <a:pt x="3719655" y="1195077"/>
                  </a:lnTo>
                  <a:lnTo>
                    <a:pt x="3716376" y="1190158"/>
                  </a:lnTo>
                  <a:lnTo>
                    <a:pt x="3716376" y="1186880"/>
                  </a:lnTo>
                  <a:lnTo>
                    <a:pt x="3719655" y="1183601"/>
                  </a:lnTo>
                  <a:lnTo>
                    <a:pt x="3724573" y="1181962"/>
                  </a:lnTo>
                  <a:lnTo>
                    <a:pt x="3724573" y="1178683"/>
                  </a:lnTo>
                  <a:lnTo>
                    <a:pt x="3724573" y="1175405"/>
                  </a:lnTo>
                  <a:lnTo>
                    <a:pt x="3724573" y="1170486"/>
                  </a:lnTo>
                  <a:lnTo>
                    <a:pt x="3721294" y="1168847"/>
                  </a:lnTo>
                  <a:lnTo>
                    <a:pt x="3719655" y="1167208"/>
                  </a:lnTo>
                  <a:lnTo>
                    <a:pt x="3714737" y="1163929"/>
                  </a:lnTo>
                  <a:lnTo>
                    <a:pt x="3711458" y="1160650"/>
                  </a:lnTo>
                  <a:lnTo>
                    <a:pt x="3709819" y="1157372"/>
                  </a:lnTo>
                  <a:lnTo>
                    <a:pt x="3709819" y="1152454"/>
                  </a:lnTo>
                  <a:lnTo>
                    <a:pt x="3708180" y="1149175"/>
                  </a:lnTo>
                  <a:lnTo>
                    <a:pt x="3708180" y="1147536"/>
                  </a:lnTo>
                  <a:lnTo>
                    <a:pt x="3704901" y="1147536"/>
                  </a:lnTo>
                  <a:lnTo>
                    <a:pt x="3701623" y="1144257"/>
                  </a:lnTo>
                  <a:lnTo>
                    <a:pt x="3699983" y="1144257"/>
                  </a:lnTo>
                  <a:lnTo>
                    <a:pt x="3696704" y="1144257"/>
                  </a:lnTo>
                  <a:lnTo>
                    <a:pt x="3695065" y="1142618"/>
                  </a:lnTo>
                  <a:lnTo>
                    <a:pt x="3695065" y="1142618"/>
                  </a:lnTo>
                  <a:lnTo>
                    <a:pt x="3690147" y="1142618"/>
                  </a:lnTo>
                  <a:lnTo>
                    <a:pt x="3688507" y="1144257"/>
                  </a:lnTo>
                  <a:lnTo>
                    <a:pt x="3685229" y="1144257"/>
                  </a:lnTo>
                  <a:lnTo>
                    <a:pt x="3683589" y="1145896"/>
                  </a:lnTo>
                  <a:lnTo>
                    <a:pt x="3680311" y="1147536"/>
                  </a:lnTo>
                  <a:lnTo>
                    <a:pt x="3677033" y="1149175"/>
                  </a:lnTo>
                  <a:lnTo>
                    <a:pt x="3672114" y="1150814"/>
                  </a:lnTo>
                  <a:lnTo>
                    <a:pt x="3672114" y="1155732"/>
                  </a:lnTo>
                  <a:lnTo>
                    <a:pt x="3672114" y="1155732"/>
                  </a:lnTo>
                  <a:lnTo>
                    <a:pt x="3668836" y="1154093"/>
                  </a:lnTo>
                  <a:lnTo>
                    <a:pt x="3665557" y="1154093"/>
                  </a:lnTo>
                  <a:lnTo>
                    <a:pt x="3660639" y="1154093"/>
                  </a:lnTo>
                  <a:lnTo>
                    <a:pt x="3657360" y="1154093"/>
                  </a:lnTo>
                  <a:lnTo>
                    <a:pt x="3654082" y="1159011"/>
                  </a:lnTo>
                  <a:lnTo>
                    <a:pt x="3649164" y="1160650"/>
                  </a:lnTo>
                  <a:lnTo>
                    <a:pt x="3649164" y="1165568"/>
                  </a:lnTo>
                  <a:lnTo>
                    <a:pt x="3649164" y="1168847"/>
                  </a:lnTo>
                  <a:lnTo>
                    <a:pt x="3649164" y="1172126"/>
                  </a:lnTo>
                  <a:lnTo>
                    <a:pt x="3644246" y="1170486"/>
                  </a:lnTo>
                  <a:lnTo>
                    <a:pt x="3640967" y="1170486"/>
                  </a:lnTo>
                  <a:lnTo>
                    <a:pt x="3636049" y="1172126"/>
                  </a:lnTo>
                  <a:lnTo>
                    <a:pt x="3632770" y="1172126"/>
                  </a:lnTo>
                  <a:lnTo>
                    <a:pt x="3629492" y="1173765"/>
                  </a:lnTo>
                  <a:lnTo>
                    <a:pt x="3626213" y="1173765"/>
                  </a:lnTo>
                  <a:lnTo>
                    <a:pt x="3621295" y="1172126"/>
                  </a:lnTo>
                  <a:lnTo>
                    <a:pt x="3618016" y="1173765"/>
                  </a:lnTo>
                  <a:lnTo>
                    <a:pt x="3614737" y="1170486"/>
                  </a:lnTo>
                  <a:lnTo>
                    <a:pt x="3613098" y="1170486"/>
                  </a:lnTo>
                  <a:lnTo>
                    <a:pt x="3609819" y="1170486"/>
                  </a:lnTo>
                  <a:lnTo>
                    <a:pt x="3606540" y="1170486"/>
                  </a:lnTo>
                  <a:lnTo>
                    <a:pt x="3601623" y="1172126"/>
                  </a:lnTo>
                  <a:lnTo>
                    <a:pt x="3601623" y="1173765"/>
                  </a:lnTo>
                  <a:lnTo>
                    <a:pt x="3598344" y="1172126"/>
                  </a:lnTo>
                  <a:lnTo>
                    <a:pt x="3593426" y="1170486"/>
                  </a:lnTo>
                  <a:lnTo>
                    <a:pt x="3591787" y="1165568"/>
                  </a:lnTo>
                  <a:lnTo>
                    <a:pt x="3588508" y="1163929"/>
                  </a:lnTo>
                  <a:lnTo>
                    <a:pt x="3583590" y="1160650"/>
                  </a:lnTo>
                  <a:lnTo>
                    <a:pt x="3580311" y="1159011"/>
                  </a:lnTo>
                  <a:lnTo>
                    <a:pt x="3578673" y="1157372"/>
                  </a:lnTo>
                  <a:lnTo>
                    <a:pt x="3575394" y="1154093"/>
                  </a:lnTo>
                  <a:lnTo>
                    <a:pt x="3575394" y="1150814"/>
                  </a:lnTo>
                  <a:lnTo>
                    <a:pt x="3575394" y="1147536"/>
                  </a:lnTo>
                  <a:lnTo>
                    <a:pt x="3575394" y="1145896"/>
                  </a:lnTo>
                  <a:lnTo>
                    <a:pt x="3570476" y="1142618"/>
                  </a:lnTo>
                  <a:lnTo>
                    <a:pt x="3568836" y="1139339"/>
                  </a:lnTo>
                  <a:lnTo>
                    <a:pt x="3565557" y="1139339"/>
                  </a:lnTo>
                  <a:lnTo>
                    <a:pt x="3560639" y="1134421"/>
                  </a:lnTo>
                  <a:lnTo>
                    <a:pt x="3557360" y="1132782"/>
                  </a:lnTo>
                  <a:lnTo>
                    <a:pt x="3555721" y="1129503"/>
                  </a:lnTo>
                  <a:lnTo>
                    <a:pt x="3555721" y="1126224"/>
                  </a:lnTo>
                  <a:lnTo>
                    <a:pt x="3555721" y="1122946"/>
                  </a:lnTo>
                  <a:lnTo>
                    <a:pt x="3552443" y="1121306"/>
                  </a:lnTo>
                  <a:lnTo>
                    <a:pt x="3549164" y="1122946"/>
                  </a:lnTo>
                  <a:lnTo>
                    <a:pt x="3545886" y="1121306"/>
                  </a:lnTo>
                  <a:lnTo>
                    <a:pt x="3542607" y="1121306"/>
                  </a:lnTo>
                  <a:lnTo>
                    <a:pt x="3537689" y="1121306"/>
                  </a:lnTo>
                  <a:lnTo>
                    <a:pt x="3534410" y="1119667"/>
                  </a:lnTo>
                  <a:lnTo>
                    <a:pt x="3531131" y="1118028"/>
                  </a:lnTo>
                  <a:lnTo>
                    <a:pt x="3529492" y="1116388"/>
                  </a:lnTo>
                  <a:lnTo>
                    <a:pt x="3527852" y="1116388"/>
                  </a:lnTo>
                  <a:lnTo>
                    <a:pt x="3524574" y="1114749"/>
                  </a:lnTo>
                  <a:lnTo>
                    <a:pt x="3521296" y="1111470"/>
                  </a:lnTo>
                  <a:lnTo>
                    <a:pt x="3518017" y="1108192"/>
                  </a:lnTo>
                  <a:lnTo>
                    <a:pt x="3518017" y="1108192"/>
                  </a:lnTo>
                  <a:lnTo>
                    <a:pt x="3514738" y="1108192"/>
                  </a:lnTo>
                  <a:lnTo>
                    <a:pt x="3511459" y="1104913"/>
                  </a:lnTo>
                  <a:lnTo>
                    <a:pt x="3508180" y="1104913"/>
                  </a:lnTo>
                  <a:lnTo>
                    <a:pt x="3504902" y="1103274"/>
                  </a:lnTo>
                  <a:lnTo>
                    <a:pt x="3501623" y="1099995"/>
                  </a:lnTo>
                  <a:lnTo>
                    <a:pt x="3499984" y="1098356"/>
                  </a:lnTo>
                  <a:lnTo>
                    <a:pt x="3496706" y="1098356"/>
                  </a:lnTo>
                  <a:lnTo>
                    <a:pt x="3498345" y="1101634"/>
                  </a:lnTo>
                  <a:lnTo>
                    <a:pt x="3493427" y="1099995"/>
                  </a:lnTo>
                  <a:lnTo>
                    <a:pt x="3490148" y="1099995"/>
                  </a:lnTo>
                  <a:lnTo>
                    <a:pt x="3486869" y="1099995"/>
                  </a:lnTo>
                  <a:lnTo>
                    <a:pt x="3481951" y="1096716"/>
                  </a:lnTo>
                  <a:lnTo>
                    <a:pt x="3480312" y="1096716"/>
                  </a:lnTo>
                  <a:lnTo>
                    <a:pt x="3475394" y="1096716"/>
                  </a:lnTo>
                  <a:lnTo>
                    <a:pt x="3473755" y="1091798"/>
                  </a:lnTo>
                  <a:lnTo>
                    <a:pt x="3470476" y="1091798"/>
                  </a:lnTo>
                  <a:lnTo>
                    <a:pt x="3467197" y="1090159"/>
                  </a:lnTo>
                  <a:lnTo>
                    <a:pt x="3467197" y="1090159"/>
                  </a:lnTo>
                  <a:lnTo>
                    <a:pt x="3467197" y="1091798"/>
                  </a:lnTo>
                  <a:lnTo>
                    <a:pt x="3462279" y="1090159"/>
                  </a:lnTo>
                  <a:lnTo>
                    <a:pt x="3459000" y="1091798"/>
                  </a:lnTo>
                  <a:lnTo>
                    <a:pt x="3457361" y="1093438"/>
                  </a:lnTo>
                  <a:lnTo>
                    <a:pt x="3454082" y="1093438"/>
                  </a:lnTo>
                  <a:lnTo>
                    <a:pt x="3450803" y="1093438"/>
                  </a:lnTo>
                  <a:lnTo>
                    <a:pt x="3445886" y="1091798"/>
                  </a:lnTo>
                  <a:lnTo>
                    <a:pt x="3444247" y="1090159"/>
                  </a:lnTo>
                  <a:lnTo>
                    <a:pt x="3439329" y="1090159"/>
                  </a:lnTo>
                  <a:lnTo>
                    <a:pt x="3436050" y="1088520"/>
                  </a:lnTo>
                  <a:lnTo>
                    <a:pt x="3432771" y="1086880"/>
                  </a:lnTo>
                  <a:lnTo>
                    <a:pt x="3427853" y="1083602"/>
                  </a:lnTo>
                  <a:lnTo>
                    <a:pt x="3424574" y="1081962"/>
                  </a:lnTo>
                  <a:lnTo>
                    <a:pt x="3421296" y="1078684"/>
                  </a:lnTo>
                  <a:lnTo>
                    <a:pt x="3418017" y="1075405"/>
                  </a:lnTo>
                  <a:lnTo>
                    <a:pt x="3418017" y="1073765"/>
                  </a:lnTo>
                  <a:lnTo>
                    <a:pt x="3416378" y="1068848"/>
                  </a:lnTo>
                  <a:lnTo>
                    <a:pt x="3414739" y="1065569"/>
                  </a:lnTo>
                  <a:lnTo>
                    <a:pt x="3414739" y="1063930"/>
                  </a:lnTo>
                  <a:lnTo>
                    <a:pt x="3411460" y="1062290"/>
                  </a:lnTo>
                  <a:lnTo>
                    <a:pt x="3409820" y="1062290"/>
                  </a:lnTo>
                  <a:lnTo>
                    <a:pt x="3406542" y="1062290"/>
                  </a:lnTo>
                  <a:lnTo>
                    <a:pt x="3401623" y="1059012"/>
                  </a:lnTo>
                  <a:lnTo>
                    <a:pt x="3398345" y="1055733"/>
                  </a:lnTo>
                  <a:lnTo>
                    <a:pt x="3396706" y="1050815"/>
                  </a:lnTo>
                  <a:lnTo>
                    <a:pt x="3395067" y="1047536"/>
                  </a:lnTo>
                  <a:lnTo>
                    <a:pt x="3391788" y="1044258"/>
                  </a:lnTo>
                  <a:lnTo>
                    <a:pt x="3388509" y="1040979"/>
                  </a:lnTo>
                  <a:lnTo>
                    <a:pt x="3385230" y="1037700"/>
                  </a:lnTo>
                  <a:lnTo>
                    <a:pt x="3380312" y="1036061"/>
                  </a:lnTo>
                  <a:lnTo>
                    <a:pt x="3377033" y="1032782"/>
                  </a:lnTo>
                  <a:lnTo>
                    <a:pt x="3375394" y="1032782"/>
                  </a:lnTo>
                  <a:lnTo>
                    <a:pt x="3372115" y="1029503"/>
                  </a:lnTo>
                  <a:lnTo>
                    <a:pt x="3367198" y="1026225"/>
                  </a:lnTo>
                  <a:lnTo>
                    <a:pt x="3363919" y="1022946"/>
                  </a:lnTo>
                  <a:lnTo>
                    <a:pt x="3363919" y="1019668"/>
                  </a:lnTo>
                  <a:lnTo>
                    <a:pt x="3360640" y="1018028"/>
                  </a:lnTo>
                  <a:lnTo>
                    <a:pt x="3357362" y="1013110"/>
                  </a:lnTo>
                  <a:lnTo>
                    <a:pt x="3354083" y="1013110"/>
                  </a:lnTo>
                  <a:lnTo>
                    <a:pt x="3352443" y="1009831"/>
                  </a:lnTo>
                  <a:lnTo>
                    <a:pt x="3347525" y="1008192"/>
                  </a:lnTo>
                  <a:lnTo>
                    <a:pt x="3345887" y="1003274"/>
                  </a:lnTo>
                  <a:lnTo>
                    <a:pt x="3344247" y="1001635"/>
                  </a:lnTo>
                  <a:lnTo>
                    <a:pt x="3339329" y="999995"/>
                  </a:lnTo>
                  <a:lnTo>
                    <a:pt x="3336050" y="996717"/>
                  </a:lnTo>
                  <a:lnTo>
                    <a:pt x="3332772" y="993438"/>
                  </a:lnTo>
                  <a:lnTo>
                    <a:pt x="3327853" y="991799"/>
                  </a:lnTo>
                  <a:lnTo>
                    <a:pt x="3324575" y="988520"/>
                  </a:lnTo>
                  <a:lnTo>
                    <a:pt x="3326214" y="983602"/>
                  </a:lnTo>
                  <a:lnTo>
                    <a:pt x="3321296" y="981963"/>
                  </a:lnTo>
                  <a:lnTo>
                    <a:pt x="3318018" y="980323"/>
                  </a:lnTo>
                  <a:lnTo>
                    <a:pt x="3316379" y="977045"/>
                  </a:lnTo>
                  <a:lnTo>
                    <a:pt x="3313100" y="975405"/>
                  </a:lnTo>
                  <a:lnTo>
                    <a:pt x="3311460" y="972127"/>
                  </a:lnTo>
                  <a:lnTo>
                    <a:pt x="3306542" y="968848"/>
                  </a:lnTo>
                  <a:lnTo>
                    <a:pt x="3303263" y="967209"/>
                  </a:lnTo>
                  <a:lnTo>
                    <a:pt x="3299985" y="965569"/>
                  </a:lnTo>
                  <a:lnTo>
                    <a:pt x="3295066" y="963930"/>
                  </a:lnTo>
                  <a:lnTo>
                    <a:pt x="3291789" y="962291"/>
                  </a:lnTo>
                  <a:lnTo>
                    <a:pt x="3291789" y="959012"/>
                  </a:lnTo>
                  <a:lnTo>
                    <a:pt x="3286870" y="955733"/>
                  </a:lnTo>
                  <a:lnTo>
                    <a:pt x="3283592" y="954094"/>
                  </a:lnTo>
                  <a:lnTo>
                    <a:pt x="3280313" y="950815"/>
                  </a:lnTo>
                  <a:lnTo>
                    <a:pt x="3277034" y="950815"/>
                  </a:lnTo>
                  <a:lnTo>
                    <a:pt x="3272116" y="949176"/>
                  </a:lnTo>
                  <a:lnTo>
                    <a:pt x="3272116" y="945897"/>
                  </a:lnTo>
                  <a:lnTo>
                    <a:pt x="3267199" y="944258"/>
                  </a:lnTo>
                  <a:lnTo>
                    <a:pt x="3263920" y="944258"/>
                  </a:lnTo>
                  <a:lnTo>
                    <a:pt x="3260641" y="942618"/>
                  </a:lnTo>
                  <a:lnTo>
                    <a:pt x="3255723" y="940979"/>
                  </a:lnTo>
                  <a:lnTo>
                    <a:pt x="3252444" y="939340"/>
                  </a:lnTo>
                  <a:lnTo>
                    <a:pt x="3249165" y="937701"/>
                  </a:lnTo>
                  <a:lnTo>
                    <a:pt x="3244247" y="937701"/>
                  </a:lnTo>
                  <a:lnTo>
                    <a:pt x="3242608" y="937701"/>
                  </a:lnTo>
                  <a:lnTo>
                    <a:pt x="3242608" y="942618"/>
                  </a:lnTo>
                  <a:lnTo>
                    <a:pt x="3237690" y="940979"/>
                  </a:lnTo>
                  <a:lnTo>
                    <a:pt x="3234412" y="940979"/>
                  </a:lnTo>
                  <a:lnTo>
                    <a:pt x="3231133" y="937701"/>
                  </a:lnTo>
                  <a:lnTo>
                    <a:pt x="3227854" y="937701"/>
                  </a:lnTo>
                  <a:lnTo>
                    <a:pt x="3222936" y="937701"/>
                  </a:lnTo>
                  <a:lnTo>
                    <a:pt x="3219657" y="936061"/>
                  </a:lnTo>
                  <a:lnTo>
                    <a:pt x="3216378" y="932783"/>
                  </a:lnTo>
                  <a:lnTo>
                    <a:pt x="3211461" y="931143"/>
                  </a:lnTo>
                  <a:lnTo>
                    <a:pt x="3208182" y="931143"/>
                  </a:lnTo>
                  <a:lnTo>
                    <a:pt x="3204903" y="929504"/>
                  </a:lnTo>
                  <a:lnTo>
                    <a:pt x="3201625" y="927865"/>
                  </a:lnTo>
                  <a:lnTo>
                    <a:pt x="3196706" y="926225"/>
                  </a:lnTo>
                  <a:lnTo>
                    <a:pt x="3193428" y="926225"/>
                  </a:lnTo>
                  <a:lnTo>
                    <a:pt x="3191788" y="924586"/>
                  </a:lnTo>
                  <a:lnTo>
                    <a:pt x="3190150" y="924586"/>
                  </a:lnTo>
                  <a:lnTo>
                    <a:pt x="3186871" y="922946"/>
                  </a:lnTo>
                  <a:lnTo>
                    <a:pt x="3185232" y="924586"/>
                  </a:lnTo>
                  <a:lnTo>
                    <a:pt x="3181953" y="924586"/>
                  </a:lnTo>
                  <a:lnTo>
                    <a:pt x="3178674" y="922946"/>
                  </a:lnTo>
                  <a:lnTo>
                    <a:pt x="3173756" y="924586"/>
                  </a:lnTo>
                  <a:lnTo>
                    <a:pt x="3173756" y="924586"/>
                  </a:lnTo>
                  <a:lnTo>
                    <a:pt x="3168838" y="924586"/>
                  </a:lnTo>
                  <a:lnTo>
                    <a:pt x="3165559" y="926225"/>
                  </a:lnTo>
                  <a:lnTo>
                    <a:pt x="3162281" y="927865"/>
                  </a:lnTo>
                  <a:lnTo>
                    <a:pt x="3157363" y="927865"/>
                  </a:lnTo>
                  <a:lnTo>
                    <a:pt x="3154084" y="927865"/>
                  </a:lnTo>
                  <a:lnTo>
                    <a:pt x="3150805" y="927865"/>
                  </a:lnTo>
                  <a:lnTo>
                    <a:pt x="3145887" y="926225"/>
                  </a:lnTo>
                  <a:lnTo>
                    <a:pt x="3142608" y="926225"/>
                  </a:lnTo>
                  <a:lnTo>
                    <a:pt x="3139329" y="929504"/>
                  </a:lnTo>
                  <a:lnTo>
                    <a:pt x="3136052" y="927865"/>
                  </a:lnTo>
                  <a:lnTo>
                    <a:pt x="3131133" y="929504"/>
                  </a:lnTo>
                  <a:lnTo>
                    <a:pt x="3127855" y="931143"/>
                  </a:lnTo>
                  <a:lnTo>
                    <a:pt x="3124576" y="932783"/>
                  </a:lnTo>
                  <a:lnTo>
                    <a:pt x="3124576" y="932783"/>
                  </a:lnTo>
                  <a:lnTo>
                    <a:pt x="3121297" y="932783"/>
                  </a:lnTo>
                  <a:lnTo>
                    <a:pt x="3118018" y="934422"/>
                  </a:lnTo>
                  <a:lnTo>
                    <a:pt x="3114739" y="934422"/>
                  </a:lnTo>
                  <a:lnTo>
                    <a:pt x="3111462" y="934422"/>
                  </a:lnTo>
                  <a:lnTo>
                    <a:pt x="3108183" y="934422"/>
                  </a:lnTo>
                  <a:lnTo>
                    <a:pt x="3103265" y="937701"/>
                  </a:lnTo>
                  <a:lnTo>
                    <a:pt x="3103265" y="940979"/>
                  </a:lnTo>
                  <a:lnTo>
                    <a:pt x="3099986" y="945897"/>
                  </a:lnTo>
                  <a:lnTo>
                    <a:pt x="3098346" y="949176"/>
                  </a:lnTo>
                  <a:lnTo>
                    <a:pt x="3098346" y="949176"/>
                  </a:lnTo>
                  <a:lnTo>
                    <a:pt x="3096707" y="954094"/>
                  </a:lnTo>
                  <a:lnTo>
                    <a:pt x="3091789" y="955733"/>
                  </a:lnTo>
                  <a:lnTo>
                    <a:pt x="3095068" y="959012"/>
                  </a:lnTo>
                  <a:lnTo>
                    <a:pt x="3098346" y="963930"/>
                  </a:lnTo>
                  <a:lnTo>
                    <a:pt x="3103265" y="963930"/>
                  </a:lnTo>
                  <a:lnTo>
                    <a:pt x="3106543" y="962291"/>
                  </a:lnTo>
                  <a:lnTo>
                    <a:pt x="3109822" y="962291"/>
                  </a:lnTo>
                  <a:lnTo>
                    <a:pt x="3114739" y="963930"/>
                  </a:lnTo>
                  <a:lnTo>
                    <a:pt x="3118018" y="963930"/>
                  </a:lnTo>
                  <a:lnTo>
                    <a:pt x="3121297" y="967209"/>
                  </a:lnTo>
                  <a:lnTo>
                    <a:pt x="3122936" y="970487"/>
                  </a:lnTo>
                  <a:lnTo>
                    <a:pt x="3124576" y="973766"/>
                  </a:lnTo>
                  <a:lnTo>
                    <a:pt x="3127855" y="977045"/>
                  </a:lnTo>
                  <a:lnTo>
                    <a:pt x="3131133" y="980323"/>
                  </a:lnTo>
                  <a:lnTo>
                    <a:pt x="3134412" y="983602"/>
                  </a:lnTo>
                  <a:lnTo>
                    <a:pt x="3134412" y="986881"/>
                  </a:lnTo>
                  <a:lnTo>
                    <a:pt x="3136052" y="988520"/>
                  </a:lnTo>
                  <a:lnTo>
                    <a:pt x="3136052" y="991799"/>
                  </a:lnTo>
                  <a:lnTo>
                    <a:pt x="3132773" y="995077"/>
                  </a:lnTo>
                  <a:lnTo>
                    <a:pt x="3129494" y="998356"/>
                  </a:lnTo>
                  <a:lnTo>
                    <a:pt x="3127855" y="1001635"/>
                  </a:lnTo>
                  <a:lnTo>
                    <a:pt x="3126215" y="1004913"/>
                  </a:lnTo>
                  <a:lnTo>
                    <a:pt x="3126215" y="1009831"/>
                  </a:lnTo>
                  <a:lnTo>
                    <a:pt x="3127855" y="1013110"/>
                  </a:lnTo>
                  <a:lnTo>
                    <a:pt x="3127855" y="1016389"/>
                  </a:lnTo>
                  <a:lnTo>
                    <a:pt x="3127855" y="1019668"/>
                  </a:lnTo>
                  <a:lnTo>
                    <a:pt x="3127855" y="1022946"/>
                  </a:lnTo>
                  <a:lnTo>
                    <a:pt x="3129494" y="1026225"/>
                  </a:lnTo>
                  <a:lnTo>
                    <a:pt x="3129494" y="1031143"/>
                  </a:lnTo>
                  <a:lnTo>
                    <a:pt x="3127855" y="1034421"/>
                  </a:lnTo>
                  <a:lnTo>
                    <a:pt x="3127855" y="1037700"/>
                  </a:lnTo>
                  <a:lnTo>
                    <a:pt x="3129494" y="1039340"/>
                  </a:lnTo>
                  <a:lnTo>
                    <a:pt x="3129494" y="1042618"/>
                  </a:lnTo>
                  <a:lnTo>
                    <a:pt x="3127855" y="1047536"/>
                  </a:lnTo>
                  <a:lnTo>
                    <a:pt x="3127855" y="1050815"/>
                  </a:lnTo>
                  <a:lnTo>
                    <a:pt x="3129494" y="1054093"/>
                  </a:lnTo>
                  <a:lnTo>
                    <a:pt x="3129494" y="1059012"/>
                  </a:lnTo>
                  <a:lnTo>
                    <a:pt x="3132773" y="1059012"/>
                  </a:lnTo>
                  <a:lnTo>
                    <a:pt x="3137691" y="1060651"/>
                  </a:lnTo>
                  <a:lnTo>
                    <a:pt x="3136052" y="1060651"/>
                  </a:lnTo>
                  <a:lnTo>
                    <a:pt x="3139329" y="1065569"/>
                  </a:lnTo>
                  <a:lnTo>
                    <a:pt x="3140969" y="1065569"/>
                  </a:lnTo>
                  <a:lnTo>
                    <a:pt x="3140969" y="1068848"/>
                  </a:lnTo>
                  <a:lnTo>
                    <a:pt x="3137691" y="1073765"/>
                  </a:lnTo>
                  <a:lnTo>
                    <a:pt x="3136052" y="1073765"/>
                  </a:lnTo>
                  <a:lnTo>
                    <a:pt x="3134412" y="1073765"/>
                  </a:lnTo>
                  <a:lnTo>
                    <a:pt x="3132773" y="1073765"/>
                  </a:lnTo>
                  <a:lnTo>
                    <a:pt x="3129494" y="1073765"/>
                  </a:lnTo>
                  <a:lnTo>
                    <a:pt x="3126215" y="1075405"/>
                  </a:lnTo>
                  <a:lnTo>
                    <a:pt x="3122936" y="1075405"/>
                  </a:lnTo>
                  <a:lnTo>
                    <a:pt x="3119658" y="1078684"/>
                  </a:lnTo>
                  <a:lnTo>
                    <a:pt x="3118018" y="1081962"/>
                  </a:lnTo>
                  <a:lnTo>
                    <a:pt x="3114739" y="1086880"/>
                  </a:lnTo>
                  <a:lnTo>
                    <a:pt x="3111462" y="1090159"/>
                  </a:lnTo>
                  <a:lnTo>
                    <a:pt x="3109822" y="1090159"/>
                  </a:lnTo>
                  <a:lnTo>
                    <a:pt x="3106543" y="1093438"/>
                  </a:lnTo>
                  <a:lnTo>
                    <a:pt x="3104904" y="1093438"/>
                  </a:lnTo>
                  <a:lnTo>
                    <a:pt x="3103265" y="1093438"/>
                  </a:lnTo>
                  <a:lnTo>
                    <a:pt x="3098346" y="1091798"/>
                  </a:lnTo>
                  <a:lnTo>
                    <a:pt x="3095068" y="1090159"/>
                  </a:lnTo>
                  <a:lnTo>
                    <a:pt x="3091789" y="1090159"/>
                  </a:lnTo>
                  <a:lnTo>
                    <a:pt x="3086871" y="1090159"/>
                  </a:lnTo>
                  <a:lnTo>
                    <a:pt x="3086871" y="1090159"/>
                  </a:lnTo>
                  <a:lnTo>
                    <a:pt x="3083593" y="1088520"/>
                  </a:lnTo>
                  <a:lnTo>
                    <a:pt x="3078675" y="1088520"/>
                  </a:lnTo>
                  <a:lnTo>
                    <a:pt x="3075396" y="1086880"/>
                  </a:lnTo>
                  <a:lnTo>
                    <a:pt x="3072117" y="1085241"/>
                  </a:lnTo>
                  <a:lnTo>
                    <a:pt x="3067199" y="1083602"/>
                  </a:lnTo>
                  <a:lnTo>
                    <a:pt x="3063920" y="1081962"/>
                  </a:lnTo>
                  <a:lnTo>
                    <a:pt x="3060642" y="1080323"/>
                  </a:lnTo>
                  <a:lnTo>
                    <a:pt x="3059003" y="1078684"/>
                  </a:lnTo>
                  <a:lnTo>
                    <a:pt x="3054085" y="1077044"/>
                  </a:lnTo>
                  <a:lnTo>
                    <a:pt x="3050806" y="1075405"/>
                  </a:lnTo>
                  <a:lnTo>
                    <a:pt x="3047527" y="1075405"/>
                  </a:lnTo>
                  <a:lnTo>
                    <a:pt x="3044248" y="1073765"/>
                  </a:lnTo>
                  <a:lnTo>
                    <a:pt x="3042609" y="1072126"/>
                  </a:lnTo>
                  <a:lnTo>
                    <a:pt x="3037691" y="1072126"/>
                  </a:lnTo>
                  <a:lnTo>
                    <a:pt x="3034413" y="1073765"/>
                  </a:lnTo>
                  <a:lnTo>
                    <a:pt x="3034413" y="1073765"/>
                  </a:lnTo>
                  <a:lnTo>
                    <a:pt x="3029495" y="1077044"/>
                  </a:lnTo>
                  <a:lnTo>
                    <a:pt x="3026216" y="1078684"/>
                  </a:lnTo>
                  <a:lnTo>
                    <a:pt x="3024576" y="1078684"/>
                  </a:lnTo>
                  <a:lnTo>
                    <a:pt x="3021298" y="1077044"/>
                  </a:lnTo>
                  <a:lnTo>
                    <a:pt x="3016379" y="1077044"/>
                  </a:lnTo>
                  <a:lnTo>
                    <a:pt x="3013101" y="1077044"/>
                  </a:lnTo>
                  <a:lnTo>
                    <a:pt x="3009822" y="1075405"/>
                  </a:lnTo>
                  <a:lnTo>
                    <a:pt x="3006544" y="1073765"/>
                  </a:lnTo>
                  <a:lnTo>
                    <a:pt x="3001626" y="1070487"/>
                  </a:lnTo>
                  <a:lnTo>
                    <a:pt x="2998347" y="1068848"/>
                  </a:lnTo>
                  <a:lnTo>
                    <a:pt x="2995068" y="1065569"/>
                  </a:lnTo>
                  <a:lnTo>
                    <a:pt x="2991789" y="1065569"/>
                  </a:lnTo>
                  <a:lnTo>
                    <a:pt x="2986871" y="1063930"/>
                  </a:lnTo>
                  <a:lnTo>
                    <a:pt x="2983592" y="1062290"/>
                  </a:lnTo>
                  <a:lnTo>
                    <a:pt x="2980315" y="1062290"/>
                  </a:lnTo>
                  <a:lnTo>
                    <a:pt x="2975396" y="1062290"/>
                  </a:lnTo>
                  <a:lnTo>
                    <a:pt x="2972118" y="1062290"/>
                  </a:lnTo>
                  <a:lnTo>
                    <a:pt x="2968839" y="1062290"/>
                  </a:lnTo>
                  <a:lnTo>
                    <a:pt x="2963921" y="1063930"/>
                  </a:lnTo>
                  <a:lnTo>
                    <a:pt x="2960642" y="1067208"/>
                  </a:lnTo>
                  <a:lnTo>
                    <a:pt x="2957363" y="1068848"/>
                  </a:lnTo>
                  <a:lnTo>
                    <a:pt x="2954085" y="1070487"/>
                  </a:lnTo>
                  <a:lnTo>
                    <a:pt x="2950806" y="1073765"/>
                  </a:lnTo>
                  <a:lnTo>
                    <a:pt x="2947528" y="1077044"/>
                  </a:lnTo>
                  <a:lnTo>
                    <a:pt x="2944249" y="1080323"/>
                  </a:lnTo>
                  <a:lnTo>
                    <a:pt x="2942609" y="1083602"/>
                  </a:lnTo>
                  <a:lnTo>
                    <a:pt x="2942609" y="1088520"/>
                  </a:lnTo>
                  <a:lnTo>
                    <a:pt x="2940970" y="1091798"/>
                  </a:lnTo>
                  <a:lnTo>
                    <a:pt x="2936052" y="1095077"/>
                  </a:lnTo>
                  <a:lnTo>
                    <a:pt x="2932773" y="1095077"/>
                  </a:lnTo>
                  <a:lnTo>
                    <a:pt x="2929495" y="1093438"/>
                  </a:lnTo>
                  <a:lnTo>
                    <a:pt x="2929495" y="1093438"/>
                  </a:lnTo>
                  <a:lnTo>
                    <a:pt x="2926216" y="1093438"/>
                  </a:lnTo>
                  <a:lnTo>
                    <a:pt x="2921298" y="1095077"/>
                  </a:lnTo>
                  <a:lnTo>
                    <a:pt x="2918019" y="1096716"/>
                  </a:lnTo>
                  <a:lnTo>
                    <a:pt x="2914741" y="1098356"/>
                  </a:lnTo>
                  <a:lnTo>
                    <a:pt x="2909822" y="1098356"/>
                  </a:lnTo>
                  <a:lnTo>
                    <a:pt x="2906544" y="1098356"/>
                  </a:lnTo>
                  <a:lnTo>
                    <a:pt x="2903266" y="1098356"/>
                  </a:lnTo>
                  <a:lnTo>
                    <a:pt x="2898348" y="1099995"/>
                  </a:lnTo>
                  <a:lnTo>
                    <a:pt x="2895069" y="1101634"/>
                  </a:lnTo>
                  <a:lnTo>
                    <a:pt x="2891790" y="1099995"/>
                  </a:lnTo>
                  <a:lnTo>
                    <a:pt x="2886872" y="1103274"/>
                  </a:lnTo>
                  <a:lnTo>
                    <a:pt x="2883593" y="1104913"/>
                  </a:lnTo>
                  <a:lnTo>
                    <a:pt x="2880314" y="1108192"/>
                  </a:lnTo>
                  <a:lnTo>
                    <a:pt x="2877036" y="1109831"/>
                  </a:lnTo>
                  <a:lnTo>
                    <a:pt x="2873758" y="1109831"/>
                  </a:lnTo>
                  <a:lnTo>
                    <a:pt x="2868839" y="1108192"/>
                  </a:lnTo>
                  <a:lnTo>
                    <a:pt x="2865561" y="1108192"/>
                  </a:lnTo>
                  <a:lnTo>
                    <a:pt x="2862282" y="1106552"/>
                  </a:lnTo>
                  <a:lnTo>
                    <a:pt x="2857364" y="1108192"/>
                  </a:lnTo>
                  <a:lnTo>
                    <a:pt x="2854085" y="1108192"/>
                  </a:lnTo>
                  <a:lnTo>
                    <a:pt x="2850807" y="1108192"/>
                  </a:lnTo>
                  <a:lnTo>
                    <a:pt x="2849168" y="1108192"/>
                  </a:lnTo>
                  <a:lnTo>
                    <a:pt x="2845889" y="1108192"/>
                  </a:lnTo>
                  <a:lnTo>
                    <a:pt x="2842610" y="1106552"/>
                  </a:lnTo>
                  <a:lnTo>
                    <a:pt x="2837692" y="1106552"/>
                  </a:lnTo>
                  <a:lnTo>
                    <a:pt x="2834413" y="1106552"/>
                  </a:lnTo>
                  <a:lnTo>
                    <a:pt x="2831134" y="1104913"/>
                  </a:lnTo>
                  <a:lnTo>
                    <a:pt x="2826217" y="1103274"/>
                  </a:lnTo>
                  <a:lnTo>
                    <a:pt x="2822938" y="1101634"/>
                  </a:lnTo>
                  <a:lnTo>
                    <a:pt x="2819659" y="1101634"/>
                  </a:lnTo>
                  <a:lnTo>
                    <a:pt x="2814741" y="1101634"/>
                  </a:lnTo>
                  <a:lnTo>
                    <a:pt x="2811462" y="1101634"/>
                  </a:lnTo>
                  <a:lnTo>
                    <a:pt x="2808184" y="1101634"/>
                  </a:lnTo>
                  <a:lnTo>
                    <a:pt x="2804905" y="1101634"/>
                  </a:lnTo>
                  <a:lnTo>
                    <a:pt x="2799988" y="1101634"/>
                  </a:lnTo>
                  <a:lnTo>
                    <a:pt x="2796709" y="1101634"/>
                  </a:lnTo>
                  <a:lnTo>
                    <a:pt x="2793430" y="1099995"/>
                  </a:lnTo>
                  <a:lnTo>
                    <a:pt x="2790151" y="1096716"/>
                  </a:lnTo>
                  <a:lnTo>
                    <a:pt x="2785233" y="1095077"/>
                  </a:lnTo>
                  <a:lnTo>
                    <a:pt x="2781954" y="1093438"/>
                  </a:lnTo>
                  <a:lnTo>
                    <a:pt x="2778675" y="1091798"/>
                  </a:lnTo>
                  <a:lnTo>
                    <a:pt x="2773758" y="1090159"/>
                  </a:lnTo>
                  <a:lnTo>
                    <a:pt x="2770479" y="1086880"/>
                  </a:lnTo>
                  <a:lnTo>
                    <a:pt x="2768840" y="1083602"/>
                  </a:lnTo>
                  <a:lnTo>
                    <a:pt x="2767201" y="1080323"/>
                  </a:lnTo>
                  <a:lnTo>
                    <a:pt x="2765561" y="1077044"/>
                  </a:lnTo>
                  <a:lnTo>
                    <a:pt x="2765561" y="1075405"/>
                  </a:lnTo>
                  <a:lnTo>
                    <a:pt x="2760643" y="1075405"/>
                  </a:lnTo>
                  <a:lnTo>
                    <a:pt x="2760643" y="1075405"/>
                  </a:lnTo>
                  <a:lnTo>
                    <a:pt x="2757364" y="1073765"/>
                  </a:lnTo>
                  <a:lnTo>
                    <a:pt x="2752446" y="1073765"/>
                  </a:lnTo>
                  <a:lnTo>
                    <a:pt x="2749168" y="1073765"/>
                  </a:lnTo>
                  <a:lnTo>
                    <a:pt x="2745889" y="1073765"/>
                  </a:lnTo>
                  <a:lnTo>
                    <a:pt x="2742611" y="1073765"/>
                  </a:lnTo>
                  <a:lnTo>
                    <a:pt x="2739332" y="1073765"/>
                  </a:lnTo>
                  <a:lnTo>
                    <a:pt x="2736053" y="1072126"/>
                  </a:lnTo>
                  <a:lnTo>
                    <a:pt x="2731135" y="1068848"/>
                  </a:lnTo>
                  <a:lnTo>
                    <a:pt x="2729495" y="1067208"/>
                  </a:lnTo>
                  <a:lnTo>
                    <a:pt x="2726217" y="1063930"/>
                  </a:lnTo>
                  <a:lnTo>
                    <a:pt x="2722939" y="1062290"/>
                  </a:lnTo>
                  <a:lnTo>
                    <a:pt x="2718021" y="1060651"/>
                  </a:lnTo>
                  <a:lnTo>
                    <a:pt x="2714742" y="1059012"/>
                  </a:lnTo>
                  <a:lnTo>
                    <a:pt x="2711463" y="1059012"/>
                  </a:lnTo>
                  <a:lnTo>
                    <a:pt x="2706545" y="1059012"/>
                  </a:lnTo>
                  <a:lnTo>
                    <a:pt x="2706545" y="1059012"/>
                  </a:lnTo>
                  <a:lnTo>
                    <a:pt x="2704905" y="1059012"/>
                  </a:lnTo>
                  <a:lnTo>
                    <a:pt x="2704905" y="1059012"/>
                  </a:lnTo>
                  <a:lnTo>
                    <a:pt x="2701627" y="1060651"/>
                  </a:lnTo>
                  <a:lnTo>
                    <a:pt x="2698348" y="1060651"/>
                  </a:lnTo>
                  <a:lnTo>
                    <a:pt x="2693431" y="1059012"/>
                  </a:lnTo>
                  <a:lnTo>
                    <a:pt x="2693431" y="1059012"/>
                  </a:lnTo>
                  <a:lnTo>
                    <a:pt x="2691791" y="1059012"/>
                  </a:lnTo>
                  <a:lnTo>
                    <a:pt x="2691791" y="1057372"/>
                  </a:lnTo>
                  <a:lnTo>
                    <a:pt x="2690152" y="1057372"/>
                  </a:lnTo>
                  <a:lnTo>
                    <a:pt x="2686873" y="1055733"/>
                  </a:lnTo>
                  <a:lnTo>
                    <a:pt x="2683594" y="1055733"/>
                  </a:lnTo>
                  <a:lnTo>
                    <a:pt x="2680315" y="1055733"/>
                  </a:lnTo>
                  <a:lnTo>
                    <a:pt x="2675397" y="1055733"/>
                  </a:lnTo>
                  <a:lnTo>
                    <a:pt x="2672119" y="1054093"/>
                  </a:lnTo>
                  <a:lnTo>
                    <a:pt x="2668841" y="1054093"/>
                  </a:lnTo>
                  <a:lnTo>
                    <a:pt x="2663922" y="1052454"/>
                  </a:lnTo>
                  <a:lnTo>
                    <a:pt x="2660644" y="1055733"/>
                  </a:lnTo>
                  <a:lnTo>
                    <a:pt x="2657365" y="1057372"/>
                  </a:lnTo>
                  <a:lnTo>
                    <a:pt x="2655725" y="1055733"/>
                  </a:lnTo>
                  <a:lnTo>
                    <a:pt x="2650807" y="1057372"/>
                  </a:lnTo>
                  <a:lnTo>
                    <a:pt x="2647528" y="1057372"/>
                  </a:lnTo>
                  <a:lnTo>
                    <a:pt x="2644251" y="1059012"/>
                  </a:lnTo>
                  <a:lnTo>
                    <a:pt x="2639332" y="1059012"/>
                  </a:lnTo>
                  <a:lnTo>
                    <a:pt x="2636054" y="1062290"/>
                  </a:lnTo>
                  <a:lnTo>
                    <a:pt x="2632775" y="1065569"/>
                  </a:lnTo>
                  <a:lnTo>
                    <a:pt x="2629496" y="1067208"/>
                  </a:lnTo>
                  <a:lnTo>
                    <a:pt x="2624578" y="1065569"/>
                  </a:lnTo>
                  <a:lnTo>
                    <a:pt x="2621299" y="1065569"/>
                  </a:lnTo>
                  <a:lnTo>
                    <a:pt x="2618021" y="1067208"/>
                  </a:lnTo>
                  <a:lnTo>
                    <a:pt x="2613103" y="1067208"/>
                  </a:lnTo>
                  <a:lnTo>
                    <a:pt x="2609824" y="1065569"/>
                  </a:lnTo>
                  <a:lnTo>
                    <a:pt x="2606545" y="1063930"/>
                  </a:lnTo>
                  <a:lnTo>
                    <a:pt x="2601627" y="1063930"/>
                  </a:lnTo>
                  <a:lnTo>
                    <a:pt x="2598348" y="1060651"/>
                  </a:lnTo>
                  <a:lnTo>
                    <a:pt x="2595070" y="1060651"/>
                  </a:lnTo>
                  <a:lnTo>
                    <a:pt x="2591792" y="1060651"/>
                  </a:lnTo>
                  <a:lnTo>
                    <a:pt x="2588513" y="1060651"/>
                  </a:lnTo>
                  <a:lnTo>
                    <a:pt x="2583595" y="1059012"/>
                  </a:lnTo>
                  <a:lnTo>
                    <a:pt x="2580316" y="1055733"/>
                  </a:lnTo>
                  <a:lnTo>
                    <a:pt x="2575398" y="1055733"/>
                  </a:lnTo>
                  <a:lnTo>
                    <a:pt x="2572119" y="1054093"/>
                  </a:lnTo>
                  <a:lnTo>
                    <a:pt x="2568840" y="1050815"/>
                  </a:lnTo>
                  <a:lnTo>
                    <a:pt x="2565562" y="1050815"/>
                  </a:lnTo>
                  <a:lnTo>
                    <a:pt x="2560644" y="1047536"/>
                  </a:lnTo>
                  <a:lnTo>
                    <a:pt x="2559005" y="1044258"/>
                  </a:lnTo>
                  <a:lnTo>
                    <a:pt x="2557365" y="1040979"/>
                  </a:lnTo>
                  <a:lnTo>
                    <a:pt x="2552447" y="1037700"/>
                  </a:lnTo>
                  <a:lnTo>
                    <a:pt x="2552447" y="1034421"/>
                  </a:lnTo>
                  <a:lnTo>
                    <a:pt x="2549168" y="1031143"/>
                  </a:lnTo>
                  <a:lnTo>
                    <a:pt x="2545890" y="1027864"/>
                  </a:lnTo>
                  <a:lnTo>
                    <a:pt x="2542612" y="1022946"/>
                  </a:lnTo>
                  <a:lnTo>
                    <a:pt x="2540972" y="1019668"/>
                  </a:lnTo>
                  <a:lnTo>
                    <a:pt x="2539333" y="1016389"/>
                  </a:lnTo>
                  <a:lnTo>
                    <a:pt x="2534415" y="1014749"/>
                  </a:lnTo>
                  <a:lnTo>
                    <a:pt x="2531136" y="1013110"/>
                  </a:lnTo>
                  <a:lnTo>
                    <a:pt x="2527857" y="1013110"/>
                  </a:lnTo>
                  <a:lnTo>
                    <a:pt x="2522939" y="1011471"/>
                  </a:lnTo>
                  <a:lnTo>
                    <a:pt x="2519660" y="1011471"/>
                  </a:lnTo>
                  <a:lnTo>
                    <a:pt x="2516382" y="1009831"/>
                  </a:lnTo>
                  <a:lnTo>
                    <a:pt x="2513104" y="1011471"/>
                  </a:lnTo>
                  <a:lnTo>
                    <a:pt x="2508185" y="1009831"/>
                  </a:lnTo>
                  <a:lnTo>
                    <a:pt x="2504907" y="1008192"/>
                  </a:lnTo>
                  <a:lnTo>
                    <a:pt x="2501628" y="1008192"/>
                  </a:lnTo>
                  <a:lnTo>
                    <a:pt x="2496710" y="1006553"/>
                  </a:lnTo>
                  <a:lnTo>
                    <a:pt x="2493431" y="1004913"/>
                  </a:lnTo>
                  <a:lnTo>
                    <a:pt x="2490153" y="1003274"/>
                  </a:lnTo>
                  <a:lnTo>
                    <a:pt x="2488514" y="1003274"/>
                  </a:lnTo>
                  <a:lnTo>
                    <a:pt x="2485235" y="1001635"/>
                  </a:lnTo>
                  <a:lnTo>
                    <a:pt x="2481956" y="1001635"/>
                  </a:lnTo>
                  <a:lnTo>
                    <a:pt x="2477038" y="999995"/>
                  </a:lnTo>
                  <a:lnTo>
                    <a:pt x="2473759" y="999995"/>
                  </a:lnTo>
                  <a:lnTo>
                    <a:pt x="2470480" y="999995"/>
                  </a:lnTo>
                  <a:lnTo>
                    <a:pt x="2465562" y="999995"/>
                  </a:lnTo>
                  <a:lnTo>
                    <a:pt x="2462284" y="998356"/>
                  </a:lnTo>
                  <a:lnTo>
                    <a:pt x="2459005" y="999995"/>
                  </a:lnTo>
                  <a:lnTo>
                    <a:pt x="2455727" y="998356"/>
                  </a:lnTo>
                  <a:lnTo>
                    <a:pt x="2452448" y="996717"/>
                  </a:lnTo>
                  <a:lnTo>
                    <a:pt x="2449169" y="995077"/>
                  </a:lnTo>
                  <a:lnTo>
                    <a:pt x="2444251" y="993438"/>
                  </a:lnTo>
                  <a:lnTo>
                    <a:pt x="2440972" y="991799"/>
                  </a:lnTo>
                  <a:lnTo>
                    <a:pt x="2437694" y="991799"/>
                  </a:lnTo>
                  <a:lnTo>
                    <a:pt x="2432776" y="991799"/>
                  </a:lnTo>
                  <a:lnTo>
                    <a:pt x="2429497" y="988520"/>
                  </a:lnTo>
                  <a:lnTo>
                    <a:pt x="2426218" y="988520"/>
                  </a:lnTo>
                  <a:lnTo>
                    <a:pt x="2422940" y="986881"/>
                  </a:lnTo>
                  <a:lnTo>
                    <a:pt x="2418021" y="985241"/>
                  </a:lnTo>
                  <a:lnTo>
                    <a:pt x="2414743" y="981963"/>
                  </a:lnTo>
                  <a:lnTo>
                    <a:pt x="2413103" y="981963"/>
                  </a:lnTo>
                  <a:lnTo>
                    <a:pt x="2414743" y="986881"/>
                  </a:lnTo>
                  <a:lnTo>
                    <a:pt x="2414743" y="990159"/>
                  </a:lnTo>
                  <a:lnTo>
                    <a:pt x="2414743" y="993438"/>
                  </a:lnTo>
                  <a:lnTo>
                    <a:pt x="2411465" y="998356"/>
                  </a:lnTo>
                  <a:lnTo>
                    <a:pt x="2408186" y="998356"/>
                  </a:lnTo>
                  <a:lnTo>
                    <a:pt x="2404907" y="999995"/>
                  </a:lnTo>
                  <a:lnTo>
                    <a:pt x="2404907" y="1003274"/>
                  </a:lnTo>
                  <a:lnTo>
                    <a:pt x="2404907" y="1008192"/>
                  </a:lnTo>
                  <a:lnTo>
                    <a:pt x="2406547" y="1011471"/>
                  </a:lnTo>
                  <a:lnTo>
                    <a:pt x="2404907" y="1011471"/>
                  </a:lnTo>
                  <a:lnTo>
                    <a:pt x="2399989" y="1011471"/>
                  </a:lnTo>
                  <a:lnTo>
                    <a:pt x="2399989" y="1013110"/>
                  </a:lnTo>
                  <a:lnTo>
                    <a:pt x="2399989" y="1016389"/>
                  </a:lnTo>
                  <a:lnTo>
                    <a:pt x="2401628" y="1021307"/>
                  </a:lnTo>
                  <a:lnTo>
                    <a:pt x="2403268" y="1024585"/>
                  </a:lnTo>
                  <a:lnTo>
                    <a:pt x="2403268" y="1027864"/>
                  </a:lnTo>
                  <a:lnTo>
                    <a:pt x="2403268" y="1031143"/>
                  </a:lnTo>
                  <a:lnTo>
                    <a:pt x="2408186" y="1034421"/>
                  </a:lnTo>
                  <a:lnTo>
                    <a:pt x="2411465" y="1036061"/>
                  </a:lnTo>
                  <a:lnTo>
                    <a:pt x="2411465" y="1040979"/>
                  </a:lnTo>
                  <a:lnTo>
                    <a:pt x="2416382" y="1044258"/>
                  </a:lnTo>
                  <a:lnTo>
                    <a:pt x="2419661" y="1047536"/>
                  </a:lnTo>
                  <a:lnTo>
                    <a:pt x="2422940" y="1049175"/>
                  </a:lnTo>
                  <a:lnTo>
                    <a:pt x="2426218" y="1049175"/>
                  </a:lnTo>
                  <a:lnTo>
                    <a:pt x="2431137" y="1054093"/>
                  </a:lnTo>
                  <a:lnTo>
                    <a:pt x="2431137" y="1055733"/>
                  </a:lnTo>
                  <a:lnTo>
                    <a:pt x="2432776" y="1059012"/>
                  </a:lnTo>
                  <a:lnTo>
                    <a:pt x="2432776" y="1062290"/>
                  </a:lnTo>
                  <a:lnTo>
                    <a:pt x="2432776" y="1065569"/>
                  </a:lnTo>
                  <a:lnTo>
                    <a:pt x="2432776" y="1068848"/>
                  </a:lnTo>
                  <a:lnTo>
                    <a:pt x="2429497" y="1073765"/>
                  </a:lnTo>
                  <a:lnTo>
                    <a:pt x="2426218" y="1077044"/>
                  </a:lnTo>
                  <a:lnTo>
                    <a:pt x="2421300" y="1075405"/>
                  </a:lnTo>
                  <a:lnTo>
                    <a:pt x="2419661" y="1078684"/>
                  </a:lnTo>
                  <a:lnTo>
                    <a:pt x="2416382" y="1083602"/>
                  </a:lnTo>
                  <a:lnTo>
                    <a:pt x="2411465" y="1085241"/>
                  </a:lnTo>
                  <a:lnTo>
                    <a:pt x="2408186" y="1083602"/>
                  </a:lnTo>
                  <a:lnTo>
                    <a:pt x="2404907" y="1081962"/>
                  </a:lnTo>
                  <a:lnTo>
                    <a:pt x="2401628" y="1080323"/>
                  </a:lnTo>
                  <a:lnTo>
                    <a:pt x="2396710" y="1077044"/>
                  </a:lnTo>
                  <a:lnTo>
                    <a:pt x="2393431" y="1077044"/>
                  </a:lnTo>
                  <a:lnTo>
                    <a:pt x="2390153" y="1077044"/>
                  </a:lnTo>
                  <a:lnTo>
                    <a:pt x="2385235" y="1078684"/>
                  </a:lnTo>
                  <a:lnTo>
                    <a:pt x="2381957" y="1077044"/>
                  </a:lnTo>
                  <a:lnTo>
                    <a:pt x="2377038" y="1078684"/>
                  </a:lnTo>
                  <a:lnTo>
                    <a:pt x="2373760" y="1075405"/>
                  </a:lnTo>
                  <a:lnTo>
                    <a:pt x="2370481" y="1073765"/>
                  </a:lnTo>
                  <a:lnTo>
                    <a:pt x="2365563" y="1073765"/>
                  </a:lnTo>
                  <a:lnTo>
                    <a:pt x="2363923" y="1073765"/>
                  </a:lnTo>
                  <a:lnTo>
                    <a:pt x="2363923" y="1075405"/>
                  </a:lnTo>
                  <a:lnTo>
                    <a:pt x="2359006" y="1073765"/>
                  </a:lnTo>
                  <a:lnTo>
                    <a:pt x="2359006" y="1072126"/>
                  </a:lnTo>
                  <a:lnTo>
                    <a:pt x="2355727" y="1073765"/>
                  </a:lnTo>
                  <a:lnTo>
                    <a:pt x="2352448" y="1075405"/>
                  </a:lnTo>
                  <a:lnTo>
                    <a:pt x="2349170" y="1078684"/>
                  </a:lnTo>
                  <a:lnTo>
                    <a:pt x="2347530" y="1077044"/>
                  </a:lnTo>
                  <a:lnTo>
                    <a:pt x="2345891" y="1075405"/>
                  </a:lnTo>
                  <a:lnTo>
                    <a:pt x="2340973" y="1075405"/>
                  </a:lnTo>
                  <a:lnTo>
                    <a:pt x="2337694" y="1075405"/>
                  </a:lnTo>
                  <a:lnTo>
                    <a:pt x="2334416" y="1075405"/>
                  </a:lnTo>
                  <a:lnTo>
                    <a:pt x="2329498" y="1073765"/>
                  </a:lnTo>
                  <a:lnTo>
                    <a:pt x="2329498" y="1072126"/>
                  </a:lnTo>
                  <a:lnTo>
                    <a:pt x="2327858" y="1072126"/>
                  </a:lnTo>
                  <a:lnTo>
                    <a:pt x="2327858" y="1072126"/>
                  </a:lnTo>
                  <a:lnTo>
                    <a:pt x="2324580" y="1070487"/>
                  </a:lnTo>
                  <a:lnTo>
                    <a:pt x="2321301" y="1070487"/>
                  </a:lnTo>
                  <a:lnTo>
                    <a:pt x="2318022" y="1072126"/>
                  </a:lnTo>
                  <a:lnTo>
                    <a:pt x="2314743" y="1070487"/>
                  </a:lnTo>
                  <a:lnTo>
                    <a:pt x="2309825" y="1067208"/>
                  </a:lnTo>
                  <a:lnTo>
                    <a:pt x="2306547" y="1065569"/>
                  </a:lnTo>
                  <a:lnTo>
                    <a:pt x="2303268" y="1062290"/>
                  </a:lnTo>
                  <a:lnTo>
                    <a:pt x="2301629" y="1059012"/>
                  </a:lnTo>
                  <a:lnTo>
                    <a:pt x="2298350" y="1055733"/>
                  </a:lnTo>
                  <a:lnTo>
                    <a:pt x="2295071" y="1050815"/>
                  </a:lnTo>
                  <a:lnTo>
                    <a:pt x="2291793" y="1049175"/>
                  </a:lnTo>
                  <a:lnTo>
                    <a:pt x="2288514" y="1049175"/>
                  </a:lnTo>
                  <a:lnTo>
                    <a:pt x="2285235" y="1049175"/>
                  </a:lnTo>
                  <a:lnTo>
                    <a:pt x="2280318" y="1047536"/>
                  </a:lnTo>
                  <a:lnTo>
                    <a:pt x="2277039" y="1049175"/>
                  </a:lnTo>
                  <a:lnTo>
                    <a:pt x="2272121" y="1047536"/>
                  </a:lnTo>
                  <a:lnTo>
                    <a:pt x="2268842" y="1047536"/>
                  </a:lnTo>
                  <a:lnTo>
                    <a:pt x="2265563" y="1047536"/>
                  </a:lnTo>
                  <a:lnTo>
                    <a:pt x="2262284" y="1047536"/>
                  </a:lnTo>
                  <a:lnTo>
                    <a:pt x="2257367" y="1047536"/>
                  </a:lnTo>
                  <a:lnTo>
                    <a:pt x="2254088" y="1047536"/>
                  </a:lnTo>
                  <a:lnTo>
                    <a:pt x="2249170" y="1045897"/>
                  </a:lnTo>
                  <a:lnTo>
                    <a:pt x="2247531" y="1044258"/>
                  </a:lnTo>
                  <a:lnTo>
                    <a:pt x="2247531" y="1042618"/>
                  </a:lnTo>
                  <a:lnTo>
                    <a:pt x="2244252" y="1039340"/>
                  </a:lnTo>
                  <a:lnTo>
                    <a:pt x="2239334" y="1042618"/>
                  </a:lnTo>
                  <a:lnTo>
                    <a:pt x="2236055" y="1044258"/>
                  </a:lnTo>
                  <a:lnTo>
                    <a:pt x="2232776" y="1040979"/>
                  </a:lnTo>
                  <a:lnTo>
                    <a:pt x="2229498" y="1039340"/>
                  </a:lnTo>
                  <a:lnTo>
                    <a:pt x="2226220" y="1037700"/>
                  </a:lnTo>
                  <a:lnTo>
                    <a:pt x="2222941" y="1037700"/>
                  </a:lnTo>
                  <a:lnTo>
                    <a:pt x="2222941" y="1040979"/>
                  </a:lnTo>
                  <a:lnTo>
                    <a:pt x="2221301" y="1044258"/>
                  </a:lnTo>
                  <a:lnTo>
                    <a:pt x="2216383" y="1044258"/>
                  </a:lnTo>
                  <a:lnTo>
                    <a:pt x="2216383" y="1044258"/>
                  </a:lnTo>
                  <a:lnTo>
                    <a:pt x="2213104" y="1042618"/>
                  </a:lnTo>
                  <a:lnTo>
                    <a:pt x="2208186" y="1044258"/>
                  </a:lnTo>
                  <a:lnTo>
                    <a:pt x="2204908" y="1045897"/>
                  </a:lnTo>
                  <a:lnTo>
                    <a:pt x="2201630" y="1049175"/>
                  </a:lnTo>
                  <a:lnTo>
                    <a:pt x="2199990" y="1054093"/>
                  </a:lnTo>
                  <a:lnTo>
                    <a:pt x="2196711" y="1052454"/>
                  </a:lnTo>
                  <a:lnTo>
                    <a:pt x="2193433" y="1054093"/>
                  </a:lnTo>
                  <a:lnTo>
                    <a:pt x="2188514" y="1055733"/>
                  </a:lnTo>
                  <a:lnTo>
                    <a:pt x="2185236" y="1057372"/>
                  </a:lnTo>
                  <a:lnTo>
                    <a:pt x="2181957" y="1060651"/>
                  </a:lnTo>
                  <a:lnTo>
                    <a:pt x="2180317" y="1063930"/>
                  </a:lnTo>
                  <a:lnTo>
                    <a:pt x="2177040" y="1063930"/>
                  </a:lnTo>
                  <a:lnTo>
                    <a:pt x="2173761" y="1065569"/>
                  </a:lnTo>
                  <a:lnTo>
                    <a:pt x="2168843" y="1065569"/>
                  </a:lnTo>
                  <a:lnTo>
                    <a:pt x="2165564" y="1068848"/>
                  </a:lnTo>
                  <a:lnTo>
                    <a:pt x="2162285" y="1068848"/>
                  </a:lnTo>
                  <a:lnTo>
                    <a:pt x="2162285" y="1073765"/>
                  </a:lnTo>
                  <a:lnTo>
                    <a:pt x="2162285" y="1073765"/>
                  </a:lnTo>
                  <a:lnTo>
                    <a:pt x="2162285" y="1073765"/>
                  </a:lnTo>
                  <a:lnTo>
                    <a:pt x="2159006" y="1075405"/>
                  </a:lnTo>
                  <a:lnTo>
                    <a:pt x="2155727" y="1075405"/>
                  </a:lnTo>
                  <a:lnTo>
                    <a:pt x="2150810" y="1077044"/>
                  </a:lnTo>
                  <a:lnTo>
                    <a:pt x="2152450" y="1078684"/>
                  </a:lnTo>
                  <a:lnTo>
                    <a:pt x="2154088" y="1081962"/>
                  </a:lnTo>
                  <a:lnTo>
                    <a:pt x="2157367" y="1085241"/>
                  </a:lnTo>
                  <a:lnTo>
                    <a:pt x="2154088" y="1086880"/>
                  </a:lnTo>
                  <a:lnTo>
                    <a:pt x="2149171" y="1088520"/>
                  </a:lnTo>
                  <a:lnTo>
                    <a:pt x="2149171" y="1090159"/>
                  </a:lnTo>
                  <a:lnTo>
                    <a:pt x="2145892" y="1090159"/>
                  </a:lnTo>
                  <a:lnTo>
                    <a:pt x="2140974" y="1090159"/>
                  </a:lnTo>
                  <a:lnTo>
                    <a:pt x="2144253" y="1093438"/>
                  </a:lnTo>
                  <a:lnTo>
                    <a:pt x="2140974" y="1095077"/>
                  </a:lnTo>
                  <a:lnTo>
                    <a:pt x="2136056" y="1095077"/>
                  </a:lnTo>
                  <a:lnTo>
                    <a:pt x="2132777" y="1093438"/>
                  </a:lnTo>
                  <a:lnTo>
                    <a:pt x="2132777" y="1096716"/>
                  </a:lnTo>
                  <a:lnTo>
                    <a:pt x="2129498" y="1096716"/>
                  </a:lnTo>
                  <a:lnTo>
                    <a:pt x="2124581" y="1095077"/>
                  </a:lnTo>
                  <a:lnTo>
                    <a:pt x="2121302" y="1095077"/>
                  </a:lnTo>
                  <a:lnTo>
                    <a:pt x="2118023" y="1095077"/>
                  </a:lnTo>
                  <a:lnTo>
                    <a:pt x="2114744" y="1096716"/>
                  </a:lnTo>
                  <a:lnTo>
                    <a:pt x="2111466" y="1098356"/>
                  </a:lnTo>
                  <a:lnTo>
                    <a:pt x="2111466" y="1101634"/>
                  </a:lnTo>
                  <a:lnTo>
                    <a:pt x="2111466" y="1106552"/>
                  </a:lnTo>
                  <a:lnTo>
                    <a:pt x="2108187" y="1108192"/>
                  </a:lnTo>
                  <a:lnTo>
                    <a:pt x="2103269" y="1108192"/>
                  </a:lnTo>
                  <a:lnTo>
                    <a:pt x="2099991" y="1108192"/>
                  </a:lnTo>
                  <a:lnTo>
                    <a:pt x="2096712" y="1111470"/>
                  </a:lnTo>
                  <a:lnTo>
                    <a:pt x="2091794" y="1113110"/>
                  </a:lnTo>
                  <a:lnTo>
                    <a:pt x="2088515" y="1111470"/>
                  </a:lnTo>
                  <a:lnTo>
                    <a:pt x="2085236" y="1108192"/>
                  </a:lnTo>
                  <a:lnTo>
                    <a:pt x="2083597" y="1106552"/>
                  </a:lnTo>
                  <a:lnTo>
                    <a:pt x="2080318" y="1104913"/>
                  </a:lnTo>
                  <a:lnTo>
                    <a:pt x="2078679" y="1104913"/>
                  </a:lnTo>
                  <a:lnTo>
                    <a:pt x="2075400" y="1104913"/>
                  </a:lnTo>
                  <a:lnTo>
                    <a:pt x="2072122" y="1103274"/>
                  </a:lnTo>
                  <a:lnTo>
                    <a:pt x="2070483" y="1098356"/>
                  </a:lnTo>
                  <a:lnTo>
                    <a:pt x="2065564" y="1096716"/>
                  </a:lnTo>
                  <a:lnTo>
                    <a:pt x="2063925" y="1093438"/>
                  </a:lnTo>
                  <a:lnTo>
                    <a:pt x="2060646" y="1091798"/>
                  </a:lnTo>
                  <a:lnTo>
                    <a:pt x="2055728" y="1091798"/>
                  </a:lnTo>
                  <a:lnTo>
                    <a:pt x="2055728" y="1086880"/>
                  </a:lnTo>
                  <a:lnTo>
                    <a:pt x="2057367" y="1083602"/>
                  </a:lnTo>
                  <a:lnTo>
                    <a:pt x="2054089" y="1081962"/>
                  </a:lnTo>
                  <a:lnTo>
                    <a:pt x="2050810" y="1083602"/>
                  </a:lnTo>
                  <a:lnTo>
                    <a:pt x="2049170" y="1085241"/>
                  </a:lnTo>
                  <a:lnTo>
                    <a:pt x="2049170" y="1085241"/>
                  </a:lnTo>
                  <a:lnTo>
                    <a:pt x="2049170" y="1086880"/>
                  </a:lnTo>
                  <a:lnTo>
                    <a:pt x="2045893" y="1090159"/>
                  </a:lnTo>
                  <a:lnTo>
                    <a:pt x="2045893" y="1090159"/>
                  </a:lnTo>
                  <a:lnTo>
                    <a:pt x="2044253" y="1093438"/>
                  </a:lnTo>
                  <a:lnTo>
                    <a:pt x="2040974" y="1093438"/>
                  </a:lnTo>
                  <a:lnTo>
                    <a:pt x="2037696" y="1093438"/>
                  </a:lnTo>
                  <a:lnTo>
                    <a:pt x="2034417" y="1091798"/>
                  </a:lnTo>
                  <a:lnTo>
                    <a:pt x="2029499" y="1093438"/>
                  </a:lnTo>
                  <a:lnTo>
                    <a:pt x="2026220" y="1091798"/>
                  </a:lnTo>
                  <a:lnTo>
                    <a:pt x="2021303" y="1090159"/>
                  </a:lnTo>
                  <a:lnTo>
                    <a:pt x="2018024" y="1090159"/>
                  </a:lnTo>
                  <a:lnTo>
                    <a:pt x="2014745" y="1090159"/>
                  </a:lnTo>
                  <a:lnTo>
                    <a:pt x="2011466" y="1091798"/>
                  </a:lnTo>
                  <a:lnTo>
                    <a:pt x="2006548" y="1088520"/>
                  </a:lnTo>
                  <a:lnTo>
                    <a:pt x="2004909" y="1083602"/>
                  </a:lnTo>
                  <a:lnTo>
                    <a:pt x="2001630" y="1081962"/>
                  </a:lnTo>
                  <a:lnTo>
                    <a:pt x="1998351" y="1078684"/>
                  </a:lnTo>
                  <a:lnTo>
                    <a:pt x="1996713" y="1077044"/>
                  </a:lnTo>
                  <a:lnTo>
                    <a:pt x="1995073" y="1077044"/>
                  </a:lnTo>
                  <a:lnTo>
                    <a:pt x="1993434" y="1073765"/>
                  </a:lnTo>
                  <a:lnTo>
                    <a:pt x="1993434" y="1073765"/>
                  </a:lnTo>
                  <a:lnTo>
                    <a:pt x="1993434" y="1073765"/>
                  </a:lnTo>
                  <a:lnTo>
                    <a:pt x="1991794" y="1070487"/>
                  </a:lnTo>
                  <a:lnTo>
                    <a:pt x="1988516" y="1068848"/>
                  </a:lnTo>
                  <a:lnTo>
                    <a:pt x="1985237" y="1067208"/>
                  </a:lnTo>
                  <a:lnTo>
                    <a:pt x="1981958" y="1065569"/>
                  </a:lnTo>
                  <a:lnTo>
                    <a:pt x="1977040" y="1065569"/>
                  </a:lnTo>
                  <a:lnTo>
                    <a:pt x="1973761" y="1063930"/>
                  </a:lnTo>
                  <a:lnTo>
                    <a:pt x="1970483" y="1063930"/>
                  </a:lnTo>
                  <a:lnTo>
                    <a:pt x="1965565" y="1062290"/>
                  </a:lnTo>
                  <a:lnTo>
                    <a:pt x="1963926" y="1059012"/>
                  </a:lnTo>
                  <a:lnTo>
                    <a:pt x="1960647" y="1054093"/>
                  </a:lnTo>
                  <a:lnTo>
                    <a:pt x="1959007" y="1050815"/>
                  </a:lnTo>
                  <a:lnTo>
                    <a:pt x="1954089" y="1047536"/>
                  </a:lnTo>
                  <a:lnTo>
                    <a:pt x="1952450" y="1045897"/>
                  </a:lnTo>
                  <a:lnTo>
                    <a:pt x="1949171" y="1044258"/>
                  </a:lnTo>
                  <a:lnTo>
                    <a:pt x="1949171" y="1044258"/>
                  </a:lnTo>
                  <a:lnTo>
                    <a:pt x="1947532" y="1044258"/>
                  </a:lnTo>
                  <a:lnTo>
                    <a:pt x="1945892" y="1040979"/>
                  </a:lnTo>
                  <a:lnTo>
                    <a:pt x="1942614" y="1037700"/>
                  </a:lnTo>
                  <a:lnTo>
                    <a:pt x="1937696" y="1036061"/>
                  </a:lnTo>
                  <a:lnTo>
                    <a:pt x="1934417" y="1034421"/>
                  </a:lnTo>
                  <a:lnTo>
                    <a:pt x="1931139" y="1032782"/>
                  </a:lnTo>
                  <a:lnTo>
                    <a:pt x="1927860" y="1032782"/>
                  </a:lnTo>
                  <a:lnTo>
                    <a:pt x="1922942" y="1031143"/>
                  </a:lnTo>
                  <a:lnTo>
                    <a:pt x="1918024" y="1031143"/>
                  </a:lnTo>
                  <a:lnTo>
                    <a:pt x="1918024" y="1031143"/>
                  </a:lnTo>
                  <a:lnTo>
                    <a:pt x="1914746" y="1031143"/>
                  </a:lnTo>
                  <a:lnTo>
                    <a:pt x="1913106" y="1034421"/>
                  </a:lnTo>
                  <a:lnTo>
                    <a:pt x="1909827" y="1036061"/>
                  </a:lnTo>
                  <a:lnTo>
                    <a:pt x="1906549" y="1034421"/>
                  </a:lnTo>
                  <a:lnTo>
                    <a:pt x="1903270" y="1039340"/>
                  </a:lnTo>
                  <a:lnTo>
                    <a:pt x="1899991" y="1040979"/>
                  </a:lnTo>
                  <a:lnTo>
                    <a:pt x="1896712" y="1040979"/>
                  </a:lnTo>
                  <a:lnTo>
                    <a:pt x="1893433" y="1040979"/>
                  </a:lnTo>
                  <a:lnTo>
                    <a:pt x="1888516" y="1042618"/>
                  </a:lnTo>
                  <a:lnTo>
                    <a:pt x="1885237" y="1042618"/>
                  </a:lnTo>
                  <a:lnTo>
                    <a:pt x="1880319" y="1040979"/>
                  </a:lnTo>
                  <a:lnTo>
                    <a:pt x="1878680" y="1040979"/>
                  </a:lnTo>
                  <a:lnTo>
                    <a:pt x="1875401" y="1040979"/>
                  </a:lnTo>
                  <a:lnTo>
                    <a:pt x="1870483" y="1040979"/>
                  </a:lnTo>
                  <a:lnTo>
                    <a:pt x="1867205" y="1042618"/>
                  </a:lnTo>
                  <a:lnTo>
                    <a:pt x="1863926" y="1040979"/>
                  </a:lnTo>
                  <a:lnTo>
                    <a:pt x="1862287" y="1037700"/>
                  </a:lnTo>
                  <a:lnTo>
                    <a:pt x="1859008" y="1034421"/>
                  </a:lnTo>
                  <a:lnTo>
                    <a:pt x="1855729" y="1032782"/>
                  </a:lnTo>
                  <a:lnTo>
                    <a:pt x="1850811" y="1032782"/>
                  </a:lnTo>
                  <a:lnTo>
                    <a:pt x="1847532" y="1032782"/>
                  </a:lnTo>
                  <a:lnTo>
                    <a:pt x="1845893" y="1029503"/>
                  </a:lnTo>
                  <a:lnTo>
                    <a:pt x="1845893" y="1024585"/>
                  </a:lnTo>
                  <a:lnTo>
                    <a:pt x="1845893" y="1024585"/>
                  </a:lnTo>
                  <a:lnTo>
                    <a:pt x="1845893" y="1022946"/>
                  </a:lnTo>
                  <a:lnTo>
                    <a:pt x="1845893" y="1022946"/>
                  </a:lnTo>
                  <a:lnTo>
                    <a:pt x="1844253" y="1022946"/>
                  </a:lnTo>
                  <a:lnTo>
                    <a:pt x="1844253" y="1022946"/>
                  </a:lnTo>
                  <a:lnTo>
                    <a:pt x="1839336" y="1022946"/>
                  </a:lnTo>
                  <a:lnTo>
                    <a:pt x="1836057" y="1019668"/>
                  </a:lnTo>
                  <a:lnTo>
                    <a:pt x="1831139" y="1019668"/>
                  </a:lnTo>
                  <a:lnTo>
                    <a:pt x="1827860" y="1018028"/>
                  </a:lnTo>
                  <a:lnTo>
                    <a:pt x="1827860" y="1021307"/>
                  </a:lnTo>
                  <a:lnTo>
                    <a:pt x="1822942" y="1021307"/>
                  </a:lnTo>
                  <a:lnTo>
                    <a:pt x="1821303" y="1026225"/>
                  </a:lnTo>
                  <a:lnTo>
                    <a:pt x="1824582" y="1029503"/>
                  </a:lnTo>
                  <a:lnTo>
                    <a:pt x="1824582" y="1032782"/>
                  </a:lnTo>
                  <a:lnTo>
                    <a:pt x="1821303" y="1034421"/>
                  </a:lnTo>
                  <a:lnTo>
                    <a:pt x="1818024" y="1037700"/>
                  </a:lnTo>
                  <a:lnTo>
                    <a:pt x="1814746" y="1037700"/>
                  </a:lnTo>
                  <a:lnTo>
                    <a:pt x="1818024" y="1040979"/>
                  </a:lnTo>
                  <a:lnTo>
                    <a:pt x="1813107" y="1039340"/>
                  </a:lnTo>
                  <a:lnTo>
                    <a:pt x="1813107" y="1039340"/>
                  </a:lnTo>
                  <a:lnTo>
                    <a:pt x="1811467" y="1036061"/>
                  </a:lnTo>
                  <a:lnTo>
                    <a:pt x="1806549" y="1032782"/>
                  </a:lnTo>
                  <a:lnTo>
                    <a:pt x="1803270" y="1029503"/>
                  </a:lnTo>
                  <a:lnTo>
                    <a:pt x="1799992" y="1026225"/>
                  </a:lnTo>
                  <a:lnTo>
                    <a:pt x="1796713" y="1021307"/>
                  </a:lnTo>
                  <a:lnTo>
                    <a:pt x="1793434" y="1018028"/>
                  </a:lnTo>
                  <a:lnTo>
                    <a:pt x="1788517" y="1013110"/>
                  </a:lnTo>
                  <a:lnTo>
                    <a:pt x="1785238" y="1009831"/>
                  </a:lnTo>
                  <a:lnTo>
                    <a:pt x="1780320" y="1006553"/>
                  </a:lnTo>
                  <a:lnTo>
                    <a:pt x="1777041" y="1001635"/>
                  </a:lnTo>
                  <a:lnTo>
                    <a:pt x="1772123" y="998356"/>
                  </a:lnTo>
                  <a:lnTo>
                    <a:pt x="1768844" y="995077"/>
                  </a:lnTo>
                  <a:lnTo>
                    <a:pt x="1763926" y="991799"/>
                  </a:lnTo>
                  <a:lnTo>
                    <a:pt x="1762287" y="988520"/>
                  </a:lnTo>
                  <a:lnTo>
                    <a:pt x="1757369" y="985241"/>
                  </a:lnTo>
                  <a:lnTo>
                    <a:pt x="1754090" y="980323"/>
                  </a:lnTo>
                  <a:lnTo>
                    <a:pt x="1749172" y="977045"/>
                  </a:lnTo>
                  <a:lnTo>
                    <a:pt x="1745894" y="973766"/>
                  </a:lnTo>
                  <a:lnTo>
                    <a:pt x="1740975" y="970487"/>
                  </a:lnTo>
                  <a:lnTo>
                    <a:pt x="1737697" y="967209"/>
                  </a:lnTo>
                  <a:lnTo>
                    <a:pt x="1737697" y="965569"/>
                  </a:lnTo>
                  <a:lnTo>
                    <a:pt x="1732779" y="962291"/>
                  </a:lnTo>
                  <a:lnTo>
                    <a:pt x="1729500" y="959012"/>
                  </a:lnTo>
                  <a:lnTo>
                    <a:pt x="1726221" y="955733"/>
                  </a:lnTo>
                  <a:lnTo>
                    <a:pt x="1721304" y="952455"/>
                  </a:lnTo>
                  <a:lnTo>
                    <a:pt x="1718025" y="949176"/>
                  </a:lnTo>
                  <a:lnTo>
                    <a:pt x="1713107" y="945897"/>
                  </a:lnTo>
                  <a:lnTo>
                    <a:pt x="1709828" y="942618"/>
                  </a:lnTo>
                  <a:lnTo>
                    <a:pt x="1704910" y="937701"/>
                  </a:lnTo>
                  <a:lnTo>
                    <a:pt x="1701631" y="934422"/>
                  </a:lnTo>
                  <a:lnTo>
                    <a:pt x="1698353" y="932783"/>
                  </a:lnTo>
                  <a:lnTo>
                    <a:pt x="1696714" y="931143"/>
                  </a:lnTo>
                  <a:lnTo>
                    <a:pt x="1691795" y="929504"/>
                  </a:lnTo>
                  <a:lnTo>
                    <a:pt x="1688517" y="926225"/>
                  </a:lnTo>
                  <a:lnTo>
                    <a:pt x="1683599" y="924586"/>
                  </a:lnTo>
                  <a:lnTo>
                    <a:pt x="1680320" y="922946"/>
                  </a:lnTo>
                  <a:lnTo>
                    <a:pt x="1677041" y="921307"/>
                  </a:lnTo>
                  <a:lnTo>
                    <a:pt x="1673763" y="919668"/>
                  </a:lnTo>
                  <a:lnTo>
                    <a:pt x="1670484" y="918028"/>
                  </a:lnTo>
                  <a:lnTo>
                    <a:pt x="1665566" y="914750"/>
                  </a:lnTo>
                  <a:lnTo>
                    <a:pt x="1663927" y="914750"/>
                  </a:lnTo>
                  <a:lnTo>
                    <a:pt x="1660648" y="913111"/>
                  </a:lnTo>
                  <a:lnTo>
                    <a:pt x="1655730" y="909832"/>
                  </a:lnTo>
                  <a:lnTo>
                    <a:pt x="1650812" y="908193"/>
                  </a:lnTo>
                  <a:lnTo>
                    <a:pt x="1647533" y="906553"/>
                  </a:lnTo>
                  <a:lnTo>
                    <a:pt x="1645894" y="906553"/>
                  </a:lnTo>
                  <a:lnTo>
                    <a:pt x="1642615" y="901635"/>
                  </a:lnTo>
                  <a:lnTo>
                    <a:pt x="1637697" y="898356"/>
                  </a:lnTo>
                  <a:lnTo>
                    <a:pt x="1642615" y="896717"/>
                  </a:lnTo>
                  <a:lnTo>
                    <a:pt x="1645894" y="898356"/>
                  </a:lnTo>
                  <a:lnTo>
                    <a:pt x="1649173" y="895078"/>
                  </a:lnTo>
                  <a:lnTo>
                    <a:pt x="1649173" y="890160"/>
                  </a:lnTo>
                  <a:lnTo>
                    <a:pt x="1645894" y="888521"/>
                  </a:lnTo>
                  <a:lnTo>
                    <a:pt x="1647533" y="885242"/>
                  </a:lnTo>
                  <a:lnTo>
                    <a:pt x="1644255" y="885242"/>
                  </a:lnTo>
                  <a:lnTo>
                    <a:pt x="1640976" y="885242"/>
                  </a:lnTo>
                  <a:lnTo>
                    <a:pt x="1637697" y="890160"/>
                  </a:lnTo>
                  <a:lnTo>
                    <a:pt x="1632780" y="890160"/>
                  </a:lnTo>
                  <a:lnTo>
                    <a:pt x="1631140" y="890160"/>
                  </a:lnTo>
                  <a:lnTo>
                    <a:pt x="1629501" y="893438"/>
                  </a:lnTo>
                  <a:lnTo>
                    <a:pt x="1624583" y="895078"/>
                  </a:lnTo>
                  <a:lnTo>
                    <a:pt x="1621304" y="896717"/>
                  </a:lnTo>
                  <a:lnTo>
                    <a:pt x="1616386" y="898356"/>
                  </a:lnTo>
                  <a:lnTo>
                    <a:pt x="1614747" y="899996"/>
                  </a:lnTo>
                  <a:lnTo>
                    <a:pt x="1611468" y="899996"/>
                  </a:lnTo>
                  <a:lnTo>
                    <a:pt x="1606550" y="899996"/>
                  </a:lnTo>
                  <a:lnTo>
                    <a:pt x="1608189" y="904914"/>
                  </a:lnTo>
                  <a:lnTo>
                    <a:pt x="1604911" y="906553"/>
                  </a:lnTo>
                  <a:lnTo>
                    <a:pt x="1601632" y="909832"/>
                  </a:lnTo>
                  <a:lnTo>
                    <a:pt x="1599993" y="911471"/>
                  </a:lnTo>
                  <a:lnTo>
                    <a:pt x="1598353" y="911471"/>
                  </a:lnTo>
                  <a:lnTo>
                    <a:pt x="1596714" y="911471"/>
                  </a:lnTo>
                  <a:lnTo>
                    <a:pt x="1593435" y="911471"/>
                  </a:lnTo>
                  <a:lnTo>
                    <a:pt x="1588517" y="913111"/>
                  </a:lnTo>
                  <a:lnTo>
                    <a:pt x="1585238" y="918028"/>
                  </a:lnTo>
                  <a:lnTo>
                    <a:pt x="1583599" y="921307"/>
                  </a:lnTo>
                  <a:lnTo>
                    <a:pt x="1583599" y="926225"/>
                  </a:lnTo>
                  <a:lnTo>
                    <a:pt x="1580321" y="924586"/>
                  </a:lnTo>
                  <a:lnTo>
                    <a:pt x="1577042" y="921307"/>
                  </a:lnTo>
                  <a:lnTo>
                    <a:pt x="1572124" y="921307"/>
                  </a:lnTo>
                  <a:lnTo>
                    <a:pt x="1572124" y="921307"/>
                  </a:lnTo>
                  <a:lnTo>
                    <a:pt x="1567206" y="919668"/>
                  </a:lnTo>
                  <a:lnTo>
                    <a:pt x="1563927" y="918028"/>
                  </a:lnTo>
                  <a:lnTo>
                    <a:pt x="1560648" y="919668"/>
                  </a:lnTo>
                  <a:lnTo>
                    <a:pt x="1557370" y="922946"/>
                  </a:lnTo>
                  <a:lnTo>
                    <a:pt x="1554091" y="926225"/>
                  </a:lnTo>
                  <a:lnTo>
                    <a:pt x="1552452" y="927865"/>
                  </a:lnTo>
                  <a:lnTo>
                    <a:pt x="1550813" y="924586"/>
                  </a:lnTo>
                  <a:lnTo>
                    <a:pt x="1547534" y="922946"/>
                  </a:lnTo>
                  <a:lnTo>
                    <a:pt x="1542616" y="919668"/>
                  </a:lnTo>
                  <a:lnTo>
                    <a:pt x="1542616" y="918028"/>
                  </a:lnTo>
                  <a:lnTo>
                    <a:pt x="1544255" y="914750"/>
                  </a:lnTo>
                  <a:lnTo>
                    <a:pt x="1545894" y="911471"/>
                  </a:lnTo>
                  <a:lnTo>
                    <a:pt x="1549173" y="909832"/>
                  </a:lnTo>
                  <a:lnTo>
                    <a:pt x="1554091" y="909832"/>
                  </a:lnTo>
                  <a:lnTo>
                    <a:pt x="1554091" y="904914"/>
                  </a:lnTo>
                  <a:lnTo>
                    <a:pt x="1554091" y="904914"/>
                  </a:lnTo>
                  <a:lnTo>
                    <a:pt x="1550813" y="901635"/>
                  </a:lnTo>
                  <a:lnTo>
                    <a:pt x="1550813" y="901635"/>
                  </a:lnTo>
                  <a:lnTo>
                    <a:pt x="1549173" y="899996"/>
                  </a:lnTo>
                  <a:lnTo>
                    <a:pt x="1547534" y="904914"/>
                  </a:lnTo>
                  <a:lnTo>
                    <a:pt x="1542616" y="904914"/>
                  </a:lnTo>
                  <a:lnTo>
                    <a:pt x="1539337" y="906553"/>
                  </a:lnTo>
                  <a:lnTo>
                    <a:pt x="1534419" y="904914"/>
                  </a:lnTo>
                  <a:lnTo>
                    <a:pt x="1531140" y="903275"/>
                  </a:lnTo>
                  <a:lnTo>
                    <a:pt x="1527862" y="899996"/>
                  </a:lnTo>
                  <a:lnTo>
                    <a:pt x="1522944" y="898356"/>
                  </a:lnTo>
                  <a:lnTo>
                    <a:pt x="1519665" y="898356"/>
                  </a:lnTo>
                  <a:lnTo>
                    <a:pt x="1516387" y="898356"/>
                  </a:lnTo>
                  <a:lnTo>
                    <a:pt x="1513108" y="901635"/>
                  </a:lnTo>
                  <a:lnTo>
                    <a:pt x="1516387" y="901635"/>
                  </a:lnTo>
                  <a:lnTo>
                    <a:pt x="1519665" y="904914"/>
                  </a:lnTo>
                  <a:lnTo>
                    <a:pt x="1516387" y="904914"/>
                  </a:lnTo>
                  <a:lnTo>
                    <a:pt x="1513108" y="908193"/>
                  </a:lnTo>
                  <a:lnTo>
                    <a:pt x="1509829" y="903275"/>
                  </a:lnTo>
                  <a:lnTo>
                    <a:pt x="1508190" y="899996"/>
                  </a:lnTo>
                  <a:lnTo>
                    <a:pt x="1509829" y="898356"/>
                  </a:lnTo>
                  <a:lnTo>
                    <a:pt x="1506550" y="896717"/>
                  </a:lnTo>
                  <a:lnTo>
                    <a:pt x="1503272" y="893438"/>
                  </a:lnTo>
                  <a:lnTo>
                    <a:pt x="1499993" y="890160"/>
                  </a:lnTo>
                  <a:lnTo>
                    <a:pt x="1495075" y="888521"/>
                  </a:lnTo>
                  <a:lnTo>
                    <a:pt x="1495075" y="891799"/>
                  </a:lnTo>
                  <a:lnTo>
                    <a:pt x="1498354" y="895078"/>
                  </a:lnTo>
                  <a:lnTo>
                    <a:pt x="1495075" y="895078"/>
                  </a:lnTo>
                  <a:lnTo>
                    <a:pt x="1491796" y="893438"/>
                  </a:lnTo>
                  <a:lnTo>
                    <a:pt x="1486878" y="893438"/>
                  </a:lnTo>
                  <a:lnTo>
                    <a:pt x="1485239" y="898356"/>
                  </a:lnTo>
                  <a:lnTo>
                    <a:pt x="1481960" y="898356"/>
                  </a:lnTo>
                  <a:lnTo>
                    <a:pt x="1478681" y="899996"/>
                  </a:lnTo>
                  <a:lnTo>
                    <a:pt x="1473764" y="896717"/>
                  </a:lnTo>
                  <a:lnTo>
                    <a:pt x="1470485" y="898356"/>
                  </a:lnTo>
                  <a:lnTo>
                    <a:pt x="1467206" y="898356"/>
                  </a:lnTo>
                  <a:lnTo>
                    <a:pt x="1463928" y="896717"/>
                  </a:lnTo>
                  <a:lnTo>
                    <a:pt x="1459010" y="891799"/>
                  </a:lnTo>
                  <a:lnTo>
                    <a:pt x="1463928" y="890160"/>
                  </a:lnTo>
                  <a:lnTo>
                    <a:pt x="1465567" y="886881"/>
                  </a:lnTo>
                  <a:lnTo>
                    <a:pt x="1462288" y="883603"/>
                  </a:lnTo>
                  <a:lnTo>
                    <a:pt x="1459010" y="878684"/>
                  </a:lnTo>
                  <a:lnTo>
                    <a:pt x="1462288" y="875406"/>
                  </a:lnTo>
                  <a:lnTo>
                    <a:pt x="1457370" y="873766"/>
                  </a:lnTo>
                  <a:lnTo>
                    <a:pt x="1454091" y="872127"/>
                  </a:lnTo>
                  <a:lnTo>
                    <a:pt x="1450813" y="868848"/>
                  </a:lnTo>
                  <a:lnTo>
                    <a:pt x="1449174" y="865570"/>
                  </a:lnTo>
                  <a:lnTo>
                    <a:pt x="1449174" y="865570"/>
                  </a:lnTo>
                  <a:lnTo>
                    <a:pt x="1447534" y="862291"/>
                  </a:lnTo>
                  <a:lnTo>
                    <a:pt x="1445895" y="859012"/>
                  </a:lnTo>
                  <a:lnTo>
                    <a:pt x="1442616" y="855734"/>
                  </a:lnTo>
                  <a:lnTo>
                    <a:pt x="1439338" y="852455"/>
                  </a:lnTo>
                  <a:lnTo>
                    <a:pt x="1436059" y="849176"/>
                  </a:lnTo>
                  <a:lnTo>
                    <a:pt x="1432780" y="849176"/>
                  </a:lnTo>
                  <a:lnTo>
                    <a:pt x="1429501" y="850816"/>
                  </a:lnTo>
                  <a:lnTo>
                    <a:pt x="1426223" y="850816"/>
                  </a:lnTo>
                  <a:lnTo>
                    <a:pt x="1424584" y="854094"/>
                  </a:lnTo>
                  <a:lnTo>
                    <a:pt x="1421305" y="855734"/>
                  </a:lnTo>
                  <a:lnTo>
                    <a:pt x="1418026" y="855734"/>
                  </a:lnTo>
                  <a:lnTo>
                    <a:pt x="1413108" y="854094"/>
                  </a:lnTo>
                  <a:lnTo>
                    <a:pt x="1413108" y="854094"/>
                  </a:lnTo>
                  <a:lnTo>
                    <a:pt x="1408190" y="852455"/>
                  </a:lnTo>
                  <a:lnTo>
                    <a:pt x="1404911" y="849176"/>
                  </a:lnTo>
                  <a:lnTo>
                    <a:pt x="1399994" y="847537"/>
                  </a:lnTo>
                  <a:lnTo>
                    <a:pt x="1396715" y="847537"/>
                  </a:lnTo>
                  <a:lnTo>
                    <a:pt x="1391797" y="847537"/>
                  </a:lnTo>
                  <a:lnTo>
                    <a:pt x="1388518" y="845898"/>
                  </a:lnTo>
                  <a:lnTo>
                    <a:pt x="1386879" y="847537"/>
                  </a:lnTo>
                  <a:lnTo>
                    <a:pt x="1381961" y="845898"/>
                  </a:lnTo>
                  <a:lnTo>
                    <a:pt x="1378682" y="844258"/>
                  </a:lnTo>
                  <a:lnTo>
                    <a:pt x="1375403" y="844258"/>
                  </a:lnTo>
                  <a:lnTo>
                    <a:pt x="1377043" y="847537"/>
                  </a:lnTo>
                  <a:lnTo>
                    <a:pt x="1373764" y="847537"/>
                  </a:lnTo>
                  <a:lnTo>
                    <a:pt x="1370486" y="847537"/>
                  </a:lnTo>
                  <a:lnTo>
                    <a:pt x="1368846" y="847537"/>
                  </a:lnTo>
                  <a:lnTo>
                    <a:pt x="1368846" y="850816"/>
                  </a:lnTo>
                  <a:lnTo>
                    <a:pt x="1365567" y="854094"/>
                  </a:lnTo>
                  <a:lnTo>
                    <a:pt x="1362289" y="854094"/>
                  </a:lnTo>
                  <a:lnTo>
                    <a:pt x="1357371" y="854094"/>
                  </a:lnTo>
                  <a:lnTo>
                    <a:pt x="1357371" y="857373"/>
                  </a:lnTo>
                  <a:lnTo>
                    <a:pt x="1360650" y="859012"/>
                  </a:lnTo>
                  <a:lnTo>
                    <a:pt x="1359010" y="860652"/>
                  </a:lnTo>
                  <a:lnTo>
                    <a:pt x="1359010" y="862291"/>
                  </a:lnTo>
                  <a:lnTo>
                    <a:pt x="1357371" y="862291"/>
                  </a:lnTo>
                  <a:lnTo>
                    <a:pt x="1355731" y="863931"/>
                  </a:lnTo>
                  <a:lnTo>
                    <a:pt x="1352453" y="863931"/>
                  </a:lnTo>
                  <a:lnTo>
                    <a:pt x="1347535" y="863931"/>
                  </a:lnTo>
                  <a:lnTo>
                    <a:pt x="1344256" y="867209"/>
                  </a:lnTo>
                  <a:lnTo>
                    <a:pt x="1340977" y="867209"/>
                  </a:lnTo>
                  <a:lnTo>
                    <a:pt x="1337699" y="867209"/>
                  </a:lnTo>
                  <a:lnTo>
                    <a:pt x="1332781" y="868848"/>
                  </a:lnTo>
                  <a:lnTo>
                    <a:pt x="1329502" y="870488"/>
                  </a:lnTo>
                  <a:lnTo>
                    <a:pt x="1326223" y="870488"/>
                  </a:lnTo>
                  <a:lnTo>
                    <a:pt x="1321306" y="872127"/>
                  </a:lnTo>
                  <a:lnTo>
                    <a:pt x="1318027" y="872127"/>
                  </a:lnTo>
                  <a:lnTo>
                    <a:pt x="1314748" y="873766"/>
                  </a:lnTo>
                  <a:lnTo>
                    <a:pt x="1309830" y="873766"/>
                  </a:lnTo>
                  <a:lnTo>
                    <a:pt x="1306551" y="873766"/>
                  </a:lnTo>
                  <a:lnTo>
                    <a:pt x="1303273" y="875406"/>
                  </a:lnTo>
                  <a:lnTo>
                    <a:pt x="1299994" y="875406"/>
                  </a:lnTo>
                  <a:lnTo>
                    <a:pt x="1295076" y="877045"/>
                  </a:lnTo>
                  <a:lnTo>
                    <a:pt x="1293437" y="878684"/>
                  </a:lnTo>
                  <a:lnTo>
                    <a:pt x="1290158" y="873766"/>
                  </a:lnTo>
                  <a:lnTo>
                    <a:pt x="1286879" y="875406"/>
                  </a:lnTo>
                  <a:lnTo>
                    <a:pt x="1281961" y="878684"/>
                  </a:lnTo>
                  <a:lnTo>
                    <a:pt x="1278683" y="877045"/>
                  </a:lnTo>
                  <a:lnTo>
                    <a:pt x="1275404" y="878684"/>
                  </a:lnTo>
                  <a:lnTo>
                    <a:pt x="1272125" y="880324"/>
                  </a:lnTo>
                  <a:lnTo>
                    <a:pt x="1268847" y="885242"/>
                  </a:lnTo>
                  <a:lnTo>
                    <a:pt x="1270486" y="888521"/>
                  </a:lnTo>
                  <a:lnTo>
                    <a:pt x="1267207" y="890160"/>
                  </a:lnTo>
                  <a:lnTo>
                    <a:pt x="1263929" y="888521"/>
                  </a:lnTo>
                  <a:lnTo>
                    <a:pt x="1263929" y="888521"/>
                  </a:lnTo>
                  <a:lnTo>
                    <a:pt x="1259010" y="886881"/>
                  </a:lnTo>
                  <a:lnTo>
                    <a:pt x="1257371" y="890160"/>
                  </a:lnTo>
                  <a:lnTo>
                    <a:pt x="1252453" y="888521"/>
                  </a:lnTo>
                  <a:lnTo>
                    <a:pt x="1250814" y="888521"/>
                  </a:lnTo>
                  <a:lnTo>
                    <a:pt x="1247535" y="888521"/>
                  </a:lnTo>
                  <a:lnTo>
                    <a:pt x="1242617" y="890160"/>
                  </a:lnTo>
                  <a:lnTo>
                    <a:pt x="1239339" y="890160"/>
                  </a:lnTo>
                  <a:lnTo>
                    <a:pt x="1236060" y="890160"/>
                  </a:lnTo>
                  <a:lnTo>
                    <a:pt x="1234420" y="895078"/>
                  </a:lnTo>
                  <a:lnTo>
                    <a:pt x="1231142" y="896717"/>
                  </a:lnTo>
                  <a:lnTo>
                    <a:pt x="1229503" y="895078"/>
                  </a:lnTo>
                  <a:lnTo>
                    <a:pt x="1226224" y="893438"/>
                  </a:lnTo>
                  <a:lnTo>
                    <a:pt x="1222945" y="893438"/>
                  </a:lnTo>
                  <a:lnTo>
                    <a:pt x="1218027" y="895078"/>
                  </a:lnTo>
                  <a:lnTo>
                    <a:pt x="1214749" y="896717"/>
                  </a:lnTo>
                  <a:lnTo>
                    <a:pt x="1211470" y="896717"/>
                  </a:lnTo>
                  <a:lnTo>
                    <a:pt x="1208191" y="896717"/>
                  </a:lnTo>
                  <a:lnTo>
                    <a:pt x="1206552" y="899996"/>
                  </a:lnTo>
                  <a:lnTo>
                    <a:pt x="1203273" y="899996"/>
                  </a:lnTo>
                  <a:lnTo>
                    <a:pt x="1199994" y="899996"/>
                  </a:lnTo>
                  <a:lnTo>
                    <a:pt x="1195076" y="899996"/>
                  </a:lnTo>
                  <a:lnTo>
                    <a:pt x="1191798" y="901635"/>
                  </a:lnTo>
                  <a:lnTo>
                    <a:pt x="1191798" y="904914"/>
                  </a:lnTo>
                  <a:lnTo>
                    <a:pt x="1191798" y="908193"/>
                  </a:lnTo>
                  <a:lnTo>
                    <a:pt x="1188519" y="906553"/>
                  </a:lnTo>
                  <a:lnTo>
                    <a:pt x="1186880" y="903275"/>
                  </a:lnTo>
                  <a:lnTo>
                    <a:pt x="1183601" y="903275"/>
                  </a:lnTo>
                  <a:lnTo>
                    <a:pt x="1178683" y="903275"/>
                  </a:lnTo>
                  <a:lnTo>
                    <a:pt x="1175404" y="903275"/>
                  </a:lnTo>
                  <a:lnTo>
                    <a:pt x="1173765" y="906553"/>
                  </a:lnTo>
                  <a:lnTo>
                    <a:pt x="1168847" y="906553"/>
                  </a:lnTo>
                  <a:lnTo>
                    <a:pt x="1165569" y="903275"/>
                  </a:lnTo>
                  <a:lnTo>
                    <a:pt x="1162290" y="903275"/>
                  </a:lnTo>
                  <a:lnTo>
                    <a:pt x="1160650" y="903275"/>
                  </a:lnTo>
                  <a:lnTo>
                    <a:pt x="1160650" y="904914"/>
                  </a:lnTo>
                  <a:lnTo>
                    <a:pt x="1155732" y="903275"/>
                  </a:lnTo>
                  <a:lnTo>
                    <a:pt x="1155732" y="903275"/>
                  </a:lnTo>
                  <a:lnTo>
                    <a:pt x="1152454" y="901635"/>
                  </a:lnTo>
                  <a:lnTo>
                    <a:pt x="1147536" y="903275"/>
                  </a:lnTo>
                  <a:lnTo>
                    <a:pt x="1147536" y="906553"/>
                  </a:lnTo>
                  <a:lnTo>
                    <a:pt x="1144257" y="906553"/>
                  </a:lnTo>
                  <a:lnTo>
                    <a:pt x="1140979" y="906553"/>
                  </a:lnTo>
                  <a:lnTo>
                    <a:pt x="1144257" y="909832"/>
                  </a:lnTo>
                  <a:lnTo>
                    <a:pt x="1149175" y="911471"/>
                  </a:lnTo>
                  <a:lnTo>
                    <a:pt x="1147536" y="913111"/>
                  </a:lnTo>
                  <a:lnTo>
                    <a:pt x="1145896" y="918028"/>
                  </a:lnTo>
                  <a:lnTo>
                    <a:pt x="1142617" y="918028"/>
                  </a:lnTo>
                  <a:lnTo>
                    <a:pt x="1145896" y="919668"/>
                  </a:lnTo>
                  <a:lnTo>
                    <a:pt x="1149175" y="921307"/>
                  </a:lnTo>
                  <a:lnTo>
                    <a:pt x="1152454" y="922946"/>
                  </a:lnTo>
                  <a:lnTo>
                    <a:pt x="1157372" y="921307"/>
                  </a:lnTo>
                  <a:lnTo>
                    <a:pt x="1160650" y="921307"/>
                  </a:lnTo>
                  <a:lnTo>
                    <a:pt x="1163929" y="924586"/>
                  </a:lnTo>
                  <a:lnTo>
                    <a:pt x="1160650" y="927865"/>
                  </a:lnTo>
                  <a:lnTo>
                    <a:pt x="1157372" y="926225"/>
                  </a:lnTo>
                  <a:lnTo>
                    <a:pt x="1154093" y="927865"/>
                  </a:lnTo>
                  <a:lnTo>
                    <a:pt x="1152454" y="931143"/>
                  </a:lnTo>
                  <a:lnTo>
                    <a:pt x="1157372" y="934422"/>
                  </a:lnTo>
                  <a:lnTo>
                    <a:pt x="1160650" y="934422"/>
                  </a:lnTo>
                  <a:lnTo>
                    <a:pt x="1165569" y="936061"/>
                  </a:lnTo>
                  <a:lnTo>
                    <a:pt x="1168847" y="937701"/>
                  </a:lnTo>
                  <a:lnTo>
                    <a:pt x="1172126" y="936061"/>
                  </a:lnTo>
                  <a:lnTo>
                    <a:pt x="1175404" y="939340"/>
                  </a:lnTo>
                  <a:lnTo>
                    <a:pt x="1180323" y="939340"/>
                  </a:lnTo>
                  <a:lnTo>
                    <a:pt x="1183601" y="940979"/>
                  </a:lnTo>
                  <a:lnTo>
                    <a:pt x="1186880" y="940979"/>
                  </a:lnTo>
                  <a:lnTo>
                    <a:pt x="1188519" y="945897"/>
                  </a:lnTo>
                  <a:lnTo>
                    <a:pt x="1185240" y="949176"/>
                  </a:lnTo>
                  <a:lnTo>
                    <a:pt x="1181962" y="947537"/>
                  </a:lnTo>
                  <a:lnTo>
                    <a:pt x="1177044" y="947537"/>
                  </a:lnTo>
                  <a:lnTo>
                    <a:pt x="1173765" y="947537"/>
                  </a:lnTo>
                  <a:lnTo>
                    <a:pt x="1170486" y="945897"/>
                  </a:lnTo>
                  <a:lnTo>
                    <a:pt x="1165569" y="945897"/>
                  </a:lnTo>
                  <a:lnTo>
                    <a:pt x="1162290" y="945897"/>
                  </a:lnTo>
                  <a:lnTo>
                    <a:pt x="1159011" y="945897"/>
                  </a:lnTo>
                  <a:lnTo>
                    <a:pt x="1157372" y="945897"/>
                  </a:lnTo>
                  <a:lnTo>
                    <a:pt x="1152454" y="947537"/>
                  </a:lnTo>
                  <a:lnTo>
                    <a:pt x="1154093" y="950815"/>
                  </a:lnTo>
                  <a:lnTo>
                    <a:pt x="1150814" y="954094"/>
                  </a:lnTo>
                  <a:lnTo>
                    <a:pt x="1147536" y="955733"/>
                  </a:lnTo>
                  <a:lnTo>
                    <a:pt x="1147536" y="960651"/>
                  </a:lnTo>
                  <a:lnTo>
                    <a:pt x="1150814" y="962291"/>
                  </a:lnTo>
                  <a:lnTo>
                    <a:pt x="1152454" y="965569"/>
                  </a:lnTo>
                  <a:lnTo>
                    <a:pt x="1157372" y="967209"/>
                  </a:lnTo>
                  <a:lnTo>
                    <a:pt x="1159011" y="970487"/>
                  </a:lnTo>
                  <a:lnTo>
                    <a:pt x="1162290" y="973766"/>
                  </a:lnTo>
                  <a:lnTo>
                    <a:pt x="1162290" y="975405"/>
                  </a:lnTo>
                  <a:lnTo>
                    <a:pt x="1157372" y="978684"/>
                  </a:lnTo>
                  <a:lnTo>
                    <a:pt x="1154093" y="981963"/>
                  </a:lnTo>
                  <a:lnTo>
                    <a:pt x="1150814" y="981963"/>
                  </a:lnTo>
                  <a:lnTo>
                    <a:pt x="1145896" y="981963"/>
                  </a:lnTo>
                  <a:lnTo>
                    <a:pt x="1142617" y="985241"/>
                  </a:lnTo>
                  <a:lnTo>
                    <a:pt x="1139339" y="988520"/>
                  </a:lnTo>
                  <a:lnTo>
                    <a:pt x="1136060" y="988520"/>
                  </a:lnTo>
                  <a:lnTo>
                    <a:pt x="1136060" y="988520"/>
                  </a:lnTo>
                  <a:lnTo>
                    <a:pt x="1132782" y="988520"/>
                  </a:lnTo>
                  <a:lnTo>
                    <a:pt x="1132782" y="990159"/>
                  </a:lnTo>
                  <a:lnTo>
                    <a:pt x="1137700" y="993438"/>
                  </a:lnTo>
                  <a:lnTo>
                    <a:pt x="1140979" y="993438"/>
                  </a:lnTo>
                  <a:lnTo>
                    <a:pt x="1144257" y="995077"/>
                  </a:lnTo>
                  <a:lnTo>
                    <a:pt x="1149175" y="996717"/>
                  </a:lnTo>
                  <a:lnTo>
                    <a:pt x="1150814" y="999995"/>
                  </a:lnTo>
                  <a:lnTo>
                    <a:pt x="1154093" y="1004913"/>
                  </a:lnTo>
                  <a:lnTo>
                    <a:pt x="1159011" y="1004913"/>
                  </a:lnTo>
                  <a:lnTo>
                    <a:pt x="1162290" y="1004913"/>
                  </a:lnTo>
                  <a:lnTo>
                    <a:pt x="1165569" y="1004913"/>
                  </a:lnTo>
                  <a:lnTo>
                    <a:pt x="1168847" y="1004913"/>
                  </a:lnTo>
                  <a:lnTo>
                    <a:pt x="1170486" y="1008192"/>
                  </a:lnTo>
                  <a:lnTo>
                    <a:pt x="1173765" y="1009831"/>
                  </a:lnTo>
                  <a:lnTo>
                    <a:pt x="1177044" y="1011471"/>
                  </a:lnTo>
                  <a:lnTo>
                    <a:pt x="1181962" y="1011471"/>
                  </a:lnTo>
                  <a:lnTo>
                    <a:pt x="1185240" y="1011471"/>
                  </a:lnTo>
                  <a:lnTo>
                    <a:pt x="1188519" y="1013110"/>
                  </a:lnTo>
                  <a:lnTo>
                    <a:pt x="1188519" y="1013110"/>
                  </a:lnTo>
                  <a:lnTo>
                    <a:pt x="1191798" y="1016389"/>
                  </a:lnTo>
                  <a:lnTo>
                    <a:pt x="1196716" y="1019668"/>
                  </a:lnTo>
                  <a:lnTo>
                    <a:pt x="1198355" y="1019668"/>
                  </a:lnTo>
                  <a:lnTo>
                    <a:pt x="1193437" y="1021307"/>
                  </a:lnTo>
                  <a:lnTo>
                    <a:pt x="1193437" y="1024585"/>
                  </a:lnTo>
                  <a:lnTo>
                    <a:pt x="1195076" y="1029503"/>
                  </a:lnTo>
                  <a:lnTo>
                    <a:pt x="1195076" y="1029503"/>
                  </a:lnTo>
                  <a:lnTo>
                    <a:pt x="1195076" y="1031143"/>
                  </a:lnTo>
                  <a:lnTo>
                    <a:pt x="1195076" y="1034421"/>
                  </a:lnTo>
                  <a:lnTo>
                    <a:pt x="1195076" y="1037700"/>
                  </a:lnTo>
                  <a:lnTo>
                    <a:pt x="1191798" y="1040979"/>
                  </a:lnTo>
                  <a:lnTo>
                    <a:pt x="1188519" y="1040979"/>
                  </a:lnTo>
                  <a:lnTo>
                    <a:pt x="1183601" y="1042618"/>
                  </a:lnTo>
                  <a:lnTo>
                    <a:pt x="1180323" y="1044258"/>
                  </a:lnTo>
                  <a:lnTo>
                    <a:pt x="1177044" y="1044258"/>
                  </a:lnTo>
                  <a:lnTo>
                    <a:pt x="1172126" y="1045897"/>
                  </a:lnTo>
                  <a:lnTo>
                    <a:pt x="1168847" y="1044258"/>
                  </a:lnTo>
                  <a:lnTo>
                    <a:pt x="1165569" y="1044258"/>
                  </a:lnTo>
                  <a:lnTo>
                    <a:pt x="1160650" y="1044258"/>
                  </a:lnTo>
                  <a:lnTo>
                    <a:pt x="1157372" y="1042618"/>
                  </a:lnTo>
                  <a:lnTo>
                    <a:pt x="1154093" y="1040979"/>
                  </a:lnTo>
                  <a:lnTo>
                    <a:pt x="1152454" y="1037700"/>
                  </a:lnTo>
                  <a:lnTo>
                    <a:pt x="1149175" y="1036061"/>
                  </a:lnTo>
                  <a:lnTo>
                    <a:pt x="1145896" y="1037700"/>
                  </a:lnTo>
                  <a:lnTo>
                    <a:pt x="1145896" y="1037700"/>
                  </a:lnTo>
                  <a:lnTo>
                    <a:pt x="1145896" y="1037700"/>
                  </a:lnTo>
                  <a:lnTo>
                    <a:pt x="1145896" y="1042618"/>
                  </a:lnTo>
                  <a:lnTo>
                    <a:pt x="1145896" y="1045897"/>
                  </a:lnTo>
                  <a:lnTo>
                    <a:pt x="1145896" y="1047536"/>
                  </a:lnTo>
                  <a:lnTo>
                    <a:pt x="1140979" y="1050815"/>
                  </a:lnTo>
                  <a:lnTo>
                    <a:pt x="1137700" y="1050815"/>
                  </a:lnTo>
                  <a:lnTo>
                    <a:pt x="1134421" y="1050815"/>
                  </a:lnTo>
                  <a:lnTo>
                    <a:pt x="1136060" y="1047536"/>
                  </a:lnTo>
                  <a:lnTo>
                    <a:pt x="1131142" y="1045897"/>
                  </a:lnTo>
                  <a:lnTo>
                    <a:pt x="1127864" y="1045897"/>
                  </a:lnTo>
                  <a:lnTo>
                    <a:pt x="1122946" y="1044258"/>
                  </a:lnTo>
                  <a:lnTo>
                    <a:pt x="1119667" y="1044258"/>
                  </a:lnTo>
                  <a:lnTo>
                    <a:pt x="1116388" y="1044258"/>
                  </a:lnTo>
                  <a:lnTo>
                    <a:pt x="1114749" y="1044258"/>
                  </a:lnTo>
                  <a:lnTo>
                    <a:pt x="1111470" y="1042618"/>
                  </a:lnTo>
                  <a:lnTo>
                    <a:pt x="1106552" y="1039340"/>
                  </a:lnTo>
                  <a:lnTo>
                    <a:pt x="1103273" y="1039340"/>
                  </a:lnTo>
                  <a:lnTo>
                    <a:pt x="1099995" y="1036061"/>
                  </a:lnTo>
                  <a:lnTo>
                    <a:pt x="1098356" y="1032782"/>
                  </a:lnTo>
                  <a:lnTo>
                    <a:pt x="1098356" y="1029503"/>
                  </a:lnTo>
                  <a:lnTo>
                    <a:pt x="1093437" y="1027864"/>
                  </a:lnTo>
                  <a:lnTo>
                    <a:pt x="1093437" y="1027864"/>
                  </a:lnTo>
                  <a:lnTo>
                    <a:pt x="1091798" y="1027864"/>
                  </a:lnTo>
                  <a:lnTo>
                    <a:pt x="1088520" y="1024585"/>
                  </a:lnTo>
                  <a:lnTo>
                    <a:pt x="1085241" y="1024585"/>
                  </a:lnTo>
                  <a:lnTo>
                    <a:pt x="1081962" y="1027864"/>
                  </a:lnTo>
                  <a:lnTo>
                    <a:pt x="1077044" y="1027864"/>
                  </a:lnTo>
                  <a:lnTo>
                    <a:pt x="1073766" y="1026225"/>
                  </a:lnTo>
                  <a:lnTo>
                    <a:pt x="1070487" y="1026225"/>
                  </a:lnTo>
                  <a:lnTo>
                    <a:pt x="1068847" y="1026225"/>
                  </a:lnTo>
                  <a:lnTo>
                    <a:pt x="1070487" y="1031143"/>
                  </a:lnTo>
                  <a:lnTo>
                    <a:pt x="1070487" y="1034421"/>
                  </a:lnTo>
                  <a:lnTo>
                    <a:pt x="1067208" y="1034421"/>
                  </a:lnTo>
                  <a:lnTo>
                    <a:pt x="1063930" y="1036061"/>
                  </a:lnTo>
                  <a:lnTo>
                    <a:pt x="1062290" y="1036061"/>
                  </a:lnTo>
                  <a:lnTo>
                    <a:pt x="1059012" y="1036061"/>
                  </a:lnTo>
                  <a:lnTo>
                    <a:pt x="1055733" y="1031143"/>
                  </a:lnTo>
                  <a:lnTo>
                    <a:pt x="1052454" y="1029503"/>
                  </a:lnTo>
                  <a:lnTo>
                    <a:pt x="1049176" y="1026225"/>
                  </a:lnTo>
                  <a:lnTo>
                    <a:pt x="1045897" y="1027864"/>
                  </a:lnTo>
                  <a:lnTo>
                    <a:pt x="1042618" y="1027864"/>
                  </a:lnTo>
                  <a:lnTo>
                    <a:pt x="1039339" y="1027864"/>
                  </a:lnTo>
                  <a:lnTo>
                    <a:pt x="1034422" y="1027864"/>
                  </a:lnTo>
                  <a:lnTo>
                    <a:pt x="1034422" y="1031143"/>
                  </a:lnTo>
                  <a:lnTo>
                    <a:pt x="1031143" y="1029503"/>
                  </a:lnTo>
                  <a:lnTo>
                    <a:pt x="1026225" y="1027864"/>
                  </a:lnTo>
                  <a:lnTo>
                    <a:pt x="1026225" y="1032782"/>
                  </a:lnTo>
                  <a:lnTo>
                    <a:pt x="1021307" y="1034421"/>
                  </a:lnTo>
                  <a:lnTo>
                    <a:pt x="1018028" y="1037700"/>
                  </a:lnTo>
                  <a:lnTo>
                    <a:pt x="1018028" y="1039340"/>
                  </a:lnTo>
                  <a:lnTo>
                    <a:pt x="1018028" y="1042618"/>
                  </a:lnTo>
                  <a:lnTo>
                    <a:pt x="1013110" y="1045897"/>
                  </a:lnTo>
                  <a:lnTo>
                    <a:pt x="1009832" y="1047536"/>
                  </a:lnTo>
                  <a:lnTo>
                    <a:pt x="1006553" y="1050815"/>
                  </a:lnTo>
                  <a:lnTo>
                    <a:pt x="1001635" y="1047536"/>
                  </a:lnTo>
                  <a:lnTo>
                    <a:pt x="998356" y="1044258"/>
                  </a:lnTo>
                  <a:lnTo>
                    <a:pt x="995077" y="1045897"/>
                  </a:lnTo>
                  <a:lnTo>
                    <a:pt x="991799" y="1044258"/>
                  </a:lnTo>
                  <a:lnTo>
                    <a:pt x="986880" y="1040979"/>
                  </a:lnTo>
                  <a:lnTo>
                    <a:pt x="983602" y="1039340"/>
                  </a:lnTo>
                  <a:lnTo>
                    <a:pt x="980323" y="1034421"/>
                  </a:lnTo>
                  <a:lnTo>
                    <a:pt x="978684" y="1034421"/>
                  </a:lnTo>
                  <a:lnTo>
                    <a:pt x="975405" y="1032782"/>
                  </a:lnTo>
                  <a:lnTo>
                    <a:pt x="970487" y="1031143"/>
                  </a:lnTo>
                  <a:lnTo>
                    <a:pt x="967209" y="1029503"/>
                  </a:lnTo>
                  <a:lnTo>
                    <a:pt x="963930" y="1031143"/>
                  </a:lnTo>
                  <a:lnTo>
                    <a:pt x="965569" y="1034421"/>
                  </a:lnTo>
                  <a:lnTo>
                    <a:pt x="968848" y="1037700"/>
                  </a:lnTo>
                  <a:lnTo>
                    <a:pt x="970487" y="1040979"/>
                  </a:lnTo>
                  <a:lnTo>
                    <a:pt x="972127" y="1045897"/>
                  </a:lnTo>
                  <a:lnTo>
                    <a:pt x="972127" y="1049175"/>
                  </a:lnTo>
                  <a:lnTo>
                    <a:pt x="967209" y="1050815"/>
                  </a:lnTo>
                  <a:lnTo>
                    <a:pt x="967209" y="1050815"/>
                  </a:lnTo>
                  <a:lnTo>
                    <a:pt x="963930" y="1047536"/>
                  </a:lnTo>
                  <a:lnTo>
                    <a:pt x="962290" y="1044258"/>
                  </a:lnTo>
                  <a:lnTo>
                    <a:pt x="962290" y="1040979"/>
                  </a:lnTo>
                  <a:lnTo>
                    <a:pt x="963930" y="1037700"/>
                  </a:lnTo>
                  <a:lnTo>
                    <a:pt x="959012" y="1036061"/>
                  </a:lnTo>
                  <a:lnTo>
                    <a:pt x="955733" y="1034421"/>
                  </a:lnTo>
                  <a:lnTo>
                    <a:pt x="952455" y="1032782"/>
                  </a:lnTo>
                  <a:lnTo>
                    <a:pt x="949176" y="1027864"/>
                  </a:lnTo>
                  <a:lnTo>
                    <a:pt x="947536" y="1026225"/>
                  </a:lnTo>
                  <a:lnTo>
                    <a:pt x="947536" y="1026225"/>
                  </a:lnTo>
                  <a:lnTo>
                    <a:pt x="942619" y="1022946"/>
                  </a:lnTo>
                  <a:lnTo>
                    <a:pt x="939340" y="1022946"/>
                  </a:lnTo>
                  <a:lnTo>
                    <a:pt x="936061" y="1021307"/>
                  </a:lnTo>
                  <a:lnTo>
                    <a:pt x="931143" y="1019668"/>
                  </a:lnTo>
                  <a:lnTo>
                    <a:pt x="929504" y="1016389"/>
                  </a:lnTo>
                  <a:lnTo>
                    <a:pt x="926225" y="1013110"/>
                  </a:lnTo>
                  <a:lnTo>
                    <a:pt x="922946" y="1011471"/>
                  </a:lnTo>
                  <a:lnTo>
                    <a:pt x="919668" y="1009831"/>
                  </a:lnTo>
                  <a:lnTo>
                    <a:pt x="918029" y="1009831"/>
                  </a:lnTo>
                  <a:lnTo>
                    <a:pt x="914750" y="1009831"/>
                  </a:lnTo>
                  <a:lnTo>
                    <a:pt x="911471" y="1009831"/>
                  </a:lnTo>
                  <a:lnTo>
                    <a:pt x="906553" y="1009831"/>
                  </a:lnTo>
                  <a:lnTo>
                    <a:pt x="904914" y="1011471"/>
                  </a:lnTo>
                  <a:lnTo>
                    <a:pt x="901635" y="1009831"/>
                  </a:lnTo>
                  <a:lnTo>
                    <a:pt x="896717" y="1011471"/>
                  </a:lnTo>
                  <a:lnTo>
                    <a:pt x="893439" y="1011471"/>
                  </a:lnTo>
                  <a:lnTo>
                    <a:pt x="890160" y="1009831"/>
                  </a:lnTo>
                  <a:lnTo>
                    <a:pt x="890160" y="1009831"/>
                  </a:lnTo>
                  <a:lnTo>
                    <a:pt x="888520" y="1004913"/>
                  </a:lnTo>
                  <a:lnTo>
                    <a:pt x="883602" y="1001635"/>
                  </a:lnTo>
                  <a:lnTo>
                    <a:pt x="881963" y="998356"/>
                  </a:lnTo>
                  <a:lnTo>
                    <a:pt x="878685" y="999995"/>
                  </a:lnTo>
                  <a:lnTo>
                    <a:pt x="875406" y="1003274"/>
                  </a:lnTo>
                  <a:lnTo>
                    <a:pt x="870488" y="1001635"/>
                  </a:lnTo>
                  <a:lnTo>
                    <a:pt x="867209" y="1003274"/>
                  </a:lnTo>
                  <a:lnTo>
                    <a:pt x="865570" y="1008192"/>
                  </a:lnTo>
                  <a:lnTo>
                    <a:pt x="863930" y="1011471"/>
                  </a:lnTo>
                  <a:lnTo>
                    <a:pt x="860652" y="1008192"/>
                  </a:lnTo>
                  <a:lnTo>
                    <a:pt x="857373" y="1009831"/>
                  </a:lnTo>
                  <a:lnTo>
                    <a:pt x="854095" y="1011471"/>
                  </a:lnTo>
                  <a:lnTo>
                    <a:pt x="850816" y="1006553"/>
                  </a:lnTo>
                  <a:lnTo>
                    <a:pt x="850816" y="1003274"/>
                  </a:lnTo>
                  <a:lnTo>
                    <a:pt x="847537" y="1001635"/>
                  </a:lnTo>
                  <a:lnTo>
                    <a:pt x="842619" y="1001635"/>
                  </a:lnTo>
                  <a:lnTo>
                    <a:pt x="839340" y="1001635"/>
                  </a:lnTo>
                  <a:lnTo>
                    <a:pt x="837701" y="1001635"/>
                  </a:lnTo>
                  <a:lnTo>
                    <a:pt x="834422" y="999995"/>
                  </a:lnTo>
                  <a:lnTo>
                    <a:pt x="831143" y="998356"/>
                  </a:lnTo>
                  <a:lnTo>
                    <a:pt x="831143" y="1001635"/>
                  </a:lnTo>
                  <a:lnTo>
                    <a:pt x="832783" y="1004913"/>
                  </a:lnTo>
                  <a:lnTo>
                    <a:pt x="829505" y="1004913"/>
                  </a:lnTo>
                  <a:lnTo>
                    <a:pt x="826226" y="1003274"/>
                  </a:lnTo>
                  <a:lnTo>
                    <a:pt x="824586" y="1008192"/>
                  </a:lnTo>
                  <a:lnTo>
                    <a:pt x="824586" y="1011471"/>
                  </a:lnTo>
                  <a:lnTo>
                    <a:pt x="821308" y="1013110"/>
                  </a:lnTo>
                  <a:lnTo>
                    <a:pt x="821308" y="1018028"/>
                  </a:lnTo>
                  <a:lnTo>
                    <a:pt x="818029" y="1019668"/>
                  </a:lnTo>
                  <a:lnTo>
                    <a:pt x="813111" y="1019668"/>
                  </a:lnTo>
                  <a:lnTo>
                    <a:pt x="809832" y="1021307"/>
                  </a:lnTo>
                  <a:lnTo>
                    <a:pt x="808193" y="1022946"/>
                  </a:lnTo>
                  <a:lnTo>
                    <a:pt x="808193" y="1022946"/>
                  </a:lnTo>
                  <a:lnTo>
                    <a:pt x="803275" y="1026225"/>
                  </a:lnTo>
                  <a:lnTo>
                    <a:pt x="799996" y="1026225"/>
                  </a:lnTo>
                  <a:lnTo>
                    <a:pt x="795078" y="1026225"/>
                  </a:lnTo>
                  <a:lnTo>
                    <a:pt x="791799" y="1027864"/>
                  </a:lnTo>
                  <a:lnTo>
                    <a:pt x="791799" y="1031143"/>
                  </a:lnTo>
                  <a:lnTo>
                    <a:pt x="795078" y="1034421"/>
                  </a:lnTo>
                  <a:lnTo>
                    <a:pt x="791799" y="1039340"/>
                  </a:lnTo>
                  <a:lnTo>
                    <a:pt x="788521" y="1039340"/>
                  </a:lnTo>
                  <a:lnTo>
                    <a:pt x="783603" y="1042618"/>
                  </a:lnTo>
                  <a:lnTo>
                    <a:pt x="780324" y="1045897"/>
                  </a:lnTo>
                  <a:lnTo>
                    <a:pt x="777046" y="1047536"/>
                  </a:lnTo>
                  <a:lnTo>
                    <a:pt x="772128" y="1047536"/>
                  </a:lnTo>
                  <a:lnTo>
                    <a:pt x="768849" y="1045897"/>
                  </a:lnTo>
                  <a:lnTo>
                    <a:pt x="772128" y="1047536"/>
                  </a:lnTo>
                  <a:lnTo>
                    <a:pt x="773767" y="1050815"/>
                  </a:lnTo>
                  <a:lnTo>
                    <a:pt x="775406" y="1055733"/>
                  </a:lnTo>
                  <a:lnTo>
                    <a:pt x="777046" y="1059012"/>
                  </a:lnTo>
                  <a:lnTo>
                    <a:pt x="778685" y="1062290"/>
                  </a:lnTo>
                  <a:lnTo>
                    <a:pt x="780324" y="1067208"/>
                  </a:lnTo>
                  <a:lnTo>
                    <a:pt x="783603" y="1070487"/>
                  </a:lnTo>
                  <a:lnTo>
                    <a:pt x="785242" y="1072126"/>
                  </a:lnTo>
                  <a:lnTo>
                    <a:pt x="785242" y="1073765"/>
                  </a:lnTo>
                  <a:lnTo>
                    <a:pt x="780324" y="1077044"/>
                  </a:lnTo>
                  <a:lnTo>
                    <a:pt x="777046" y="1078684"/>
                  </a:lnTo>
                  <a:lnTo>
                    <a:pt x="773767" y="1080323"/>
                  </a:lnTo>
                  <a:lnTo>
                    <a:pt x="770488" y="1080323"/>
                  </a:lnTo>
                  <a:lnTo>
                    <a:pt x="767209" y="1078684"/>
                  </a:lnTo>
                  <a:lnTo>
                    <a:pt x="762292" y="1075405"/>
                  </a:lnTo>
                  <a:lnTo>
                    <a:pt x="760652" y="1073765"/>
                  </a:lnTo>
                  <a:lnTo>
                    <a:pt x="757373" y="1068848"/>
                  </a:lnTo>
                  <a:lnTo>
                    <a:pt x="754095" y="1065569"/>
                  </a:lnTo>
                  <a:lnTo>
                    <a:pt x="752455" y="1063930"/>
                  </a:lnTo>
                  <a:lnTo>
                    <a:pt x="747538" y="1060651"/>
                  </a:lnTo>
                  <a:lnTo>
                    <a:pt x="744259" y="1059012"/>
                  </a:lnTo>
                  <a:lnTo>
                    <a:pt x="740980" y="1055733"/>
                  </a:lnTo>
                  <a:lnTo>
                    <a:pt x="737702" y="1054093"/>
                  </a:lnTo>
                  <a:lnTo>
                    <a:pt x="732783" y="1057372"/>
                  </a:lnTo>
                  <a:lnTo>
                    <a:pt x="729505" y="1060651"/>
                  </a:lnTo>
                  <a:lnTo>
                    <a:pt x="729505" y="1065569"/>
                  </a:lnTo>
                  <a:lnTo>
                    <a:pt x="731144" y="1067208"/>
                  </a:lnTo>
                  <a:lnTo>
                    <a:pt x="731144" y="1072126"/>
                  </a:lnTo>
                  <a:lnTo>
                    <a:pt x="731144" y="1073765"/>
                  </a:lnTo>
                  <a:lnTo>
                    <a:pt x="726226" y="1077044"/>
                  </a:lnTo>
                  <a:lnTo>
                    <a:pt x="722948" y="1077044"/>
                  </a:lnTo>
                  <a:lnTo>
                    <a:pt x="719669" y="1081962"/>
                  </a:lnTo>
                  <a:lnTo>
                    <a:pt x="719669" y="1085241"/>
                  </a:lnTo>
                  <a:lnTo>
                    <a:pt x="719669" y="1090159"/>
                  </a:lnTo>
                  <a:lnTo>
                    <a:pt x="719669" y="1091798"/>
                  </a:lnTo>
                  <a:lnTo>
                    <a:pt x="719669" y="1096716"/>
                  </a:lnTo>
                  <a:lnTo>
                    <a:pt x="719669" y="1098356"/>
                  </a:lnTo>
                  <a:lnTo>
                    <a:pt x="721308" y="1101634"/>
                  </a:lnTo>
                  <a:lnTo>
                    <a:pt x="726226" y="1104913"/>
                  </a:lnTo>
                  <a:lnTo>
                    <a:pt x="729505" y="1106552"/>
                  </a:lnTo>
                  <a:lnTo>
                    <a:pt x="731144" y="1111470"/>
                  </a:lnTo>
                  <a:lnTo>
                    <a:pt x="729505" y="1114749"/>
                  </a:lnTo>
                  <a:lnTo>
                    <a:pt x="724587" y="1118028"/>
                  </a:lnTo>
                  <a:lnTo>
                    <a:pt x="724587" y="1118028"/>
                  </a:lnTo>
                  <a:lnTo>
                    <a:pt x="722948" y="1118028"/>
                  </a:lnTo>
                  <a:lnTo>
                    <a:pt x="721308" y="1122946"/>
                  </a:lnTo>
                  <a:lnTo>
                    <a:pt x="721308" y="1124585"/>
                  </a:lnTo>
                  <a:lnTo>
                    <a:pt x="721308" y="1127864"/>
                  </a:lnTo>
                  <a:lnTo>
                    <a:pt x="719669" y="1131142"/>
                  </a:lnTo>
                  <a:lnTo>
                    <a:pt x="719669" y="1134421"/>
                  </a:lnTo>
                  <a:lnTo>
                    <a:pt x="718029" y="1137700"/>
                  </a:lnTo>
                  <a:lnTo>
                    <a:pt x="721308" y="1142618"/>
                  </a:lnTo>
                  <a:lnTo>
                    <a:pt x="726226" y="1144257"/>
                  </a:lnTo>
                  <a:lnTo>
                    <a:pt x="726226" y="1144257"/>
                  </a:lnTo>
                  <a:lnTo>
                    <a:pt x="727865" y="1144257"/>
                  </a:lnTo>
                  <a:lnTo>
                    <a:pt x="731144" y="1144257"/>
                  </a:lnTo>
                  <a:lnTo>
                    <a:pt x="736062" y="1145896"/>
                  </a:lnTo>
                  <a:lnTo>
                    <a:pt x="739341" y="1147536"/>
                  </a:lnTo>
                  <a:lnTo>
                    <a:pt x="740980" y="1149175"/>
                  </a:lnTo>
                  <a:lnTo>
                    <a:pt x="740980" y="1152454"/>
                  </a:lnTo>
                  <a:lnTo>
                    <a:pt x="744259" y="1155732"/>
                  </a:lnTo>
                  <a:lnTo>
                    <a:pt x="740980" y="1159011"/>
                  </a:lnTo>
                  <a:lnTo>
                    <a:pt x="744259" y="1162290"/>
                  </a:lnTo>
                  <a:lnTo>
                    <a:pt x="744259" y="1167208"/>
                  </a:lnTo>
                  <a:lnTo>
                    <a:pt x="747538" y="1168847"/>
                  </a:lnTo>
                  <a:lnTo>
                    <a:pt x="752455" y="1172126"/>
                  </a:lnTo>
                  <a:lnTo>
                    <a:pt x="754095" y="1167208"/>
                  </a:lnTo>
                  <a:lnTo>
                    <a:pt x="757373" y="1167208"/>
                  </a:lnTo>
                  <a:lnTo>
                    <a:pt x="760652" y="1168847"/>
                  </a:lnTo>
                  <a:lnTo>
                    <a:pt x="765570" y="1168847"/>
                  </a:lnTo>
                  <a:lnTo>
                    <a:pt x="768849" y="1168847"/>
                  </a:lnTo>
                  <a:lnTo>
                    <a:pt x="772128" y="1168847"/>
                  </a:lnTo>
                  <a:lnTo>
                    <a:pt x="777046" y="1168847"/>
                  </a:lnTo>
                  <a:lnTo>
                    <a:pt x="780324" y="1170486"/>
                  </a:lnTo>
                  <a:lnTo>
                    <a:pt x="783603" y="1173765"/>
                  </a:lnTo>
                  <a:lnTo>
                    <a:pt x="786882" y="1178683"/>
                  </a:lnTo>
                  <a:lnTo>
                    <a:pt x="790160" y="1181962"/>
                  </a:lnTo>
                  <a:lnTo>
                    <a:pt x="793439" y="1183601"/>
                  </a:lnTo>
                  <a:lnTo>
                    <a:pt x="798357" y="1188519"/>
                  </a:lnTo>
                  <a:lnTo>
                    <a:pt x="799996" y="1191798"/>
                  </a:lnTo>
                  <a:lnTo>
                    <a:pt x="803275" y="1195077"/>
                  </a:lnTo>
                  <a:lnTo>
                    <a:pt x="804914" y="1199995"/>
                  </a:lnTo>
                  <a:lnTo>
                    <a:pt x="809832" y="1203273"/>
                  </a:lnTo>
                  <a:lnTo>
                    <a:pt x="813111" y="1206552"/>
                  </a:lnTo>
                  <a:lnTo>
                    <a:pt x="816390" y="1211470"/>
                  </a:lnTo>
                  <a:lnTo>
                    <a:pt x="814750" y="1214749"/>
                  </a:lnTo>
                  <a:lnTo>
                    <a:pt x="811472" y="1214749"/>
                  </a:lnTo>
                  <a:lnTo>
                    <a:pt x="806553" y="1213109"/>
                  </a:lnTo>
                  <a:lnTo>
                    <a:pt x="803275" y="1211470"/>
                  </a:lnTo>
                  <a:lnTo>
                    <a:pt x="799996" y="1216388"/>
                  </a:lnTo>
                  <a:lnTo>
                    <a:pt x="799996" y="1216388"/>
                  </a:lnTo>
                  <a:lnTo>
                    <a:pt x="803275" y="1219667"/>
                  </a:lnTo>
                  <a:lnTo>
                    <a:pt x="803275" y="1219667"/>
                  </a:lnTo>
                  <a:lnTo>
                    <a:pt x="808193" y="1221306"/>
                  </a:lnTo>
                  <a:lnTo>
                    <a:pt x="809832" y="1221306"/>
                  </a:lnTo>
                  <a:lnTo>
                    <a:pt x="813111" y="1224585"/>
                  </a:lnTo>
                  <a:lnTo>
                    <a:pt x="816390" y="1224585"/>
                  </a:lnTo>
                  <a:lnTo>
                    <a:pt x="819668" y="1226224"/>
                  </a:lnTo>
                  <a:lnTo>
                    <a:pt x="822947" y="1227863"/>
                  </a:lnTo>
                  <a:lnTo>
                    <a:pt x="827865" y="1231142"/>
                  </a:lnTo>
                  <a:lnTo>
                    <a:pt x="827865" y="1234420"/>
                  </a:lnTo>
                  <a:lnTo>
                    <a:pt x="824586" y="1231142"/>
                  </a:lnTo>
                  <a:lnTo>
                    <a:pt x="824586" y="1234420"/>
                  </a:lnTo>
                  <a:lnTo>
                    <a:pt x="826226" y="1239339"/>
                  </a:lnTo>
                  <a:lnTo>
                    <a:pt x="821308" y="1237699"/>
                  </a:lnTo>
                  <a:lnTo>
                    <a:pt x="821308" y="1237699"/>
                  </a:lnTo>
                  <a:lnTo>
                    <a:pt x="818029" y="1239339"/>
                  </a:lnTo>
                  <a:lnTo>
                    <a:pt x="816390" y="1242617"/>
                  </a:lnTo>
                  <a:lnTo>
                    <a:pt x="813111" y="1240978"/>
                  </a:lnTo>
                  <a:lnTo>
                    <a:pt x="809832" y="1242617"/>
                  </a:lnTo>
                  <a:lnTo>
                    <a:pt x="813111" y="1242617"/>
                  </a:lnTo>
                  <a:lnTo>
                    <a:pt x="811472" y="1247535"/>
                  </a:lnTo>
                  <a:lnTo>
                    <a:pt x="814750" y="1249175"/>
                  </a:lnTo>
                  <a:lnTo>
                    <a:pt x="814750" y="1252453"/>
                  </a:lnTo>
                  <a:lnTo>
                    <a:pt x="811472" y="1249175"/>
                  </a:lnTo>
                  <a:lnTo>
                    <a:pt x="808193" y="1247535"/>
                  </a:lnTo>
                  <a:lnTo>
                    <a:pt x="804914" y="1247535"/>
                  </a:lnTo>
                  <a:lnTo>
                    <a:pt x="801636" y="1250814"/>
                  </a:lnTo>
                  <a:lnTo>
                    <a:pt x="803275" y="1252453"/>
                  </a:lnTo>
                  <a:lnTo>
                    <a:pt x="799996" y="1252453"/>
                  </a:lnTo>
                  <a:lnTo>
                    <a:pt x="796718" y="1257371"/>
                  </a:lnTo>
                  <a:lnTo>
                    <a:pt x="793439" y="1255732"/>
                  </a:lnTo>
                  <a:lnTo>
                    <a:pt x="788521" y="1257371"/>
                  </a:lnTo>
                  <a:lnTo>
                    <a:pt x="785242" y="1257371"/>
                  </a:lnTo>
                  <a:lnTo>
                    <a:pt x="786882" y="1260650"/>
                  </a:lnTo>
                  <a:lnTo>
                    <a:pt x="781963" y="1259011"/>
                  </a:lnTo>
                  <a:lnTo>
                    <a:pt x="778685" y="1257371"/>
                  </a:lnTo>
                  <a:lnTo>
                    <a:pt x="775406" y="1255732"/>
                  </a:lnTo>
                  <a:lnTo>
                    <a:pt x="777046" y="1257371"/>
                  </a:lnTo>
                  <a:lnTo>
                    <a:pt x="777046" y="1260650"/>
                  </a:lnTo>
                  <a:lnTo>
                    <a:pt x="778685" y="1263929"/>
                  </a:lnTo>
                  <a:lnTo>
                    <a:pt x="777046" y="1260650"/>
                  </a:lnTo>
                  <a:lnTo>
                    <a:pt x="772128" y="1257371"/>
                  </a:lnTo>
                  <a:lnTo>
                    <a:pt x="768849" y="1255732"/>
                  </a:lnTo>
                  <a:lnTo>
                    <a:pt x="772128" y="1260650"/>
                  </a:lnTo>
                  <a:lnTo>
                    <a:pt x="775406" y="1263929"/>
                  </a:lnTo>
                  <a:lnTo>
                    <a:pt x="775406" y="1265568"/>
                  </a:lnTo>
                  <a:lnTo>
                    <a:pt x="775406" y="1268847"/>
                  </a:lnTo>
                  <a:lnTo>
                    <a:pt x="773767" y="1273765"/>
                  </a:lnTo>
                  <a:lnTo>
                    <a:pt x="772128" y="1277043"/>
                  </a:lnTo>
                  <a:lnTo>
                    <a:pt x="770488" y="1280322"/>
                  </a:lnTo>
                  <a:lnTo>
                    <a:pt x="770488" y="1285240"/>
                  </a:lnTo>
                  <a:lnTo>
                    <a:pt x="768849" y="1288519"/>
                  </a:lnTo>
                  <a:lnTo>
                    <a:pt x="767209" y="1293437"/>
                  </a:lnTo>
                  <a:lnTo>
                    <a:pt x="765570" y="1296715"/>
                  </a:lnTo>
                  <a:lnTo>
                    <a:pt x="762292" y="1293437"/>
                  </a:lnTo>
                  <a:lnTo>
                    <a:pt x="763931" y="1296715"/>
                  </a:lnTo>
                  <a:lnTo>
                    <a:pt x="760652" y="1299994"/>
                  </a:lnTo>
                  <a:lnTo>
                    <a:pt x="760652" y="1299994"/>
                  </a:lnTo>
                  <a:lnTo>
                    <a:pt x="755734" y="1303273"/>
                  </a:lnTo>
                  <a:lnTo>
                    <a:pt x="754095" y="1306551"/>
                  </a:lnTo>
                  <a:lnTo>
                    <a:pt x="755734" y="1311469"/>
                  </a:lnTo>
                  <a:lnTo>
                    <a:pt x="757373" y="1314748"/>
                  </a:lnTo>
                  <a:lnTo>
                    <a:pt x="762292" y="1314748"/>
                  </a:lnTo>
                  <a:lnTo>
                    <a:pt x="765570" y="1316387"/>
                  </a:lnTo>
                  <a:lnTo>
                    <a:pt x="768849" y="1319666"/>
                  </a:lnTo>
                  <a:lnTo>
                    <a:pt x="772128" y="1322945"/>
                  </a:lnTo>
                  <a:lnTo>
                    <a:pt x="777046" y="1322945"/>
                  </a:lnTo>
                  <a:lnTo>
                    <a:pt x="778685" y="1326223"/>
                  </a:lnTo>
                  <a:lnTo>
                    <a:pt x="780324" y="1329502"/>
                  </a:lnTo>
                  <a:lnTo>
                    <a:pt x="783603" y="1334420"/>
                  </a:lnTo>
                  <a:lnTo>
                    <a:pt x="785242" y="1337699"/>
                  </a:lnTo>
                  <a:lnTo>
                    <a:pt x="788521" y="1340977"/>
                  </a:lnTo>
                  <a:lnTo>
                    <a:pt x="786882" y="1344256"/>
                  </a:lnTo>
                  <a:lnTo>
                    <a:pt x="786882" y="1349174"/>
                  </a:lnTo>
                  <a:lnTo>
                    <a:pt x="785242" y="1350814"/>
                  </a:lnTo>
                  <a:lnTo>
                    <a:pt x="788521" y="1352453"/>
                  </a:lnTo>
                  <a:lnTo>
                    <a:pt x="788521" y="1347535"/>
                  </a:lnTo>
                  <a:lnTo>
                    <a:pt x="788521" y="1344256"/>
                  </a:lnTo>
                  <a:lnTo>
                    <a:pt x="790160" y="1340977"/>
                  </a:lnTo>
                  <a:lnTo>
                    <a:pt x="791799" y="1336059"/>
                  </a:lnTo>
                  <a:lnTo>
                    <a:pt x="795078" y="1337699"/>
                  </a:lnTo>
                  <a:lnTo>
                    <a:pt x="793439" y="1340977"/>
                  </a:lnTo>
                  <a:lnTo>
                    <a:pt x="791799" y="1344256"/>
                  </a:lnTo>
                  <a:lnTo>
                    <a:pt x="791799" y="1349174"/>
                  </a:lnTo>
                  <a:lnTo>
                    <a:pt x="791799" y="1352453"/>
                  </a:lnTo>
                  <a:lnTo>
                    <a:pt x="790160" y="1357371"/>
                  </a:lnTo>
                  <a:lnTo>
                    <a:pt x="791799" y="1360649"/>
                  </a:lnTo>
                  <a:lnTo>
                    <a:pt x="795078" y="1362289"/>
                  </a:lnTo>
                  <a:lnTo>
                    <a:pt x="791799" y="1365567"/>
                  </a:lnTo>
                  <a:lnTo>
                    <a:pt x="793439" y="1368846"/>
                  </a:lnTo>
                  <a:lnTo>
                    <a:pt x="793439" y="1373764"/>
                  </a:lnTo>
                  <a:lnTo>
                    <a:pt x="793439" y="1375404"/>
                  </a:lnTo>
                  <a:lnTo>
                    <a:pt x="798357" y="1378682"/>
                  </a:lnTo>
                  <a:lnTo>
                    <a:pt x="801636" y="1380322"/>
                  </a:lnTo>
                  <a:lnTo>
                    <a:pt x="803275" y="1385239"/>
                  </a:lnTo>
                  <a:lnTo>
                    <a:pt x="804914" y="1388518"/>
                  </a:lnTo>
                  <a:lnTo>
                    <a:pt x="806553" y="1391797"/>
                  </a:lnTo>
                  <a:lnTo>
                    <a:pt x="809832" y="1393436"/>
                  </a:lnTo>
                  <a:lnTo>
                    <a:pt x="813111" y="1398354"/>
                  </a:lnTo>
                  <a:lnTo>
                    <a:pt x="816390" y="1401633"/>
                  </a:lnTo>
                  <a:lnTo>
                    <a:pt x="819668" y="1404912"/>
                  </a:lnTo>
                  <a:lnTo>
                    <a:pt x="822947" y="1408190"/>
                  </a:lnTo>
                  <a:lnTo>
                    <a:pt x="826226" y="1411469"/>
                  </a:lnTo>
                  <a:lnTo>
                    <a:pt x="829505" y="1414748"/>
                  </a:lnTo>
                  <a:lnTo>
                    <a:pt x="831143" y="1418026"/>
                  </a:lnTo>
                  <a:lnTo>
                    <a:pt x="834422" y="1422944"/>
                  </a:lnTo>
                  <a:lnTo>
                    <a:pt x="837701" y="1424584"/>
                  </a:lnTo>
                  <a:lnTo>
                    <a:pt x="840980" y="1426223"/>
                  </a:lnTo>
                  <a:lnTo>
                    <a:pt x="840980" y="1429502"/>
                  </a:lnTo>
                  <a:lnTo>
                    <a:pt x="837701" y="1432780"/>
                  </a:lnTo>
                  <a:lnTo>
                    <a:pt x="837701" y="1436059"/>
                  </a:lnTo>
                  <a:lnTo>
                    <a:pt x="834422" y="1439338"/>
                  </a:lnTo>
                  <a:lnTo>
                    <a:pt x="829505" y="1440977"/>
                  </a:lnTo>
                  <a:lnTo>
                    <a:pt x="826226" y="1442616"/>
                  </a:lnTo>
                  <a:lnTo>
                    <a:pt x="824586" y="1445895"/>
                  </a:lnTo>
                  <a:lnTo>
                    <a:pt x="821308" y="1450813"/>
                  </a:lnTo>
                  <a:lnTo>
                    <a:pt x="819668" y="1454092"/>
                  </a:lnTo>
                  <a:lnTo>
                    <a:pt x="816390" y="1454092"/>
                  </a:lnTo>
                  <a:lnTo>
                    <a:pt x="811472" y="1452452"/>
                  </a:lnTo>
                  <a:lnTo>
                    <a:pt x="808193" y="1452452"/>
                  </a:lnTo>
                  <a:lnTo>
                    <a:pt x="804914" y="1450813"/>
                  </a:lnTo>
                  <a:lnTo>
                    <a:pt x="801636" y="1450813"/>
                  </a:lnTo>
                  <a:lnTo>
                    <a:pt x="798357" y="1445895"/>
                  </a:lnTo>
                  <a:lnTo>
                    <a:pt x="795078" y="1442616"/>
                  </a:lnTo>
                  <a:lnTo>
                    <a:pt x="793439" y="1439338"/>
                  </a:lnTo>
                  <a:lnTo>
                    <a:pt x="788521" y="1439338"/>
                  </a:lnTo>
                  <a:lnTo>
                    <a:pt x="786882" y="1434420"/>
                  </a:lnTo>
                  <a:lnTo>
                    <a:pt x="783603" y="1431141"/>
                  </a:lnTo>
                  <a:lnTo>
                    <a:pt x="778685" y="1429502"/>
                  </a:lnTo>
                  <a:lnTo>
                    <a:pt x="777046" y="1426223"/>
                  </a:lnTo>
                  <a:lnTo>
                    <a:pt x="773767" y="1426223"/>
                  </a:lnTo>
                  <a:lnTo>
                    <a:pt x="770488" y="1424584"/>
                  </a:lnTo>
                  <a:lnTo>
                    <a:pt x="765570" y="1424584"/>
                  </a:lnTo>
                  <a:lnTo>
                    <a:pt x="765570" y="1424584"/>
                  </a:lnTo>
                  <a:lnTo>
                    <a:pt x="762292" y="1422944"/>
                  </a:lnTo>
                  <a:lnTo>
                    <a:pt x="759013" y="1419666"/>
                  </a:lnTo>
                  <a:lnTo>
                    <a:pt x="754095" y="1419666"/>
                  </a:lnTo>
                  <a:lnTo>
                    <a:pt x="750816" y="1418026"/>
                  </a:lnTo>
                  <a:lnTo>
                    <a:pt x="747538" y="1416387"/>
                  </a:lnTo>
                  <a:lnTo>
                    <a:pt x="742619" y="1414748"/>
                  </a:lnTo>
                  <a:lnTo>
                    <a:pt x="739341" y="1411469"/>
                  </a:lnTo>
                  <a:lnTo>
                    <a:pt x="736062" y="1411469"/>
                  </a:lnTo>
                  <a:lnTo>
                    <a:pt x="736062" y="1406551"/>
                  </a:lnTo>
                  <a:lnTo>
                    <a:pt x="736062" y="1403272"/>
                  </a:lnTo>
                  <a:lnTo>
                    <a:pt x="737702" y="1399994"/>
                  </a:lnTo>
                  <a:lnTo>
                    <a:pt x="737702" y="1398354"/>
                  </a:lnTo>
                  <a:lnTo>
                    <a:pt x="734423" y="1396715"/>
                  </a:lnTo>
                  <a:lnTo>
                    <a:pt x="729505" y="1395076"/>
                  </a:lnTo>
                  <a:lnTo>
                    <a:pt x="726226" y="1395076"/>
                  </a:lnTo>
                  <a:lnTo>
                    <a:pt x="722948" y="1396715"/>
                  </a:lnTo>
                  <a:lnTo>
                    <a:pt x="719669" y="1391797"/>
                  </a:lnTo>
                  <a:lnTo>
                    <a:pt x="714751" y="1388518"/>
                  </a:lnTo>
                  <a:lnTo>
                    <a:pt x="711472" y="1388518"/>
                  </a:lnTo>
                  <a:lnTo>
                    <a:pt x="708193" y="1388518"/>
                  </a:lnTo>
                  <a:lnTo>
                    <a:pt x="706554" y="1386879"/>
                  </a:lnTo>
                  <a:lnTo>
                    <a:pt x="703275" y="1388518"/>
                  </a:lnTo>
                  <a:lnTo>
                    <a:pt x="701636" y="1391797"/>
                  </a:lnTo>
                  <a:lnTo>
                    <a:pt x="699997" y="1388518"/>
                  </a:lnTo>
                  <a:lnTo>
                    <a:pt x="696718" y="1386879"/>
                  </a:lnTo>
                  <a:lnTo>
                    <a:pt x="695079" y="1386879"/>
                  </a:lnTo>
                  <a:lnTo>
                    <a:pt x="690161" y="1386879"/>
                  </a:lnTo>
                  <a:lnTo>
                    <a:pt x="686882" y="1388518"/>
                  </a:lnTo>
                  <a:lnTo>
                    <a:pt x="683603" y="1390157"/>
                  </a:lnTo>
                  <a:lnTo>
                    <a:pt x="681964" y="1391797"/>
                  </a:lnTo>
                  <a:lnTo>
                    <a:pt x="680325" y="1391797"/>
                  </a:lnTo>
                  <a:lnTo>
                    <a:pt x="677046" y="1391797"/>
                  </a:lnTo>
                  <a:lnTo>
                    <a:pt x="672128" y="1393436"/>
                  </a:lnTo>
                  <a:lnTo>
                    <a:pt x="668849" y="1393436"/>
                  </a:lnTo>
                  <a:lnTo>
                    <a:pt x="665571" y="1390157"/>
                  </a:lnTo>
                  <a:lnTo>
                    <a:pt x="667210" y="1388518"/>
                  </a:lnTo>
                  <a:lnTo>
                    <a:pt x="667210" y="1386879"/>
                  </a:lnTo>
                  <a:lnTo>
                    <a:pt x="662292" y="1385239"/>
                  </a:lnTo>
                  <a:lnTo>
                    <a:pt x="659013" y="1381961"/>
                  </a:lnTo>
                  <a:lnTo>
                    <a:pt x="655735" y="1380322"/>
                  </a:lnTo>
                  <a:lnTo>
                    <a:pt x="650816" y="1380322"/>
                  </a:lnTo>
                  <a:lnTo>
                    <a:pt x="649177" y="1378682"/>
                  </a:lnTo>
                  <a:lnTo>
                    <a:pt x="645899" y="1378682"/>
                  </a:lnTo>
                  <a:lnTo>
                    <a:pt x="642620" y="1377043"/>
                  </a:lnTo>
                  <a:lnTo>
                    <a:pt x="639341" y="1373764"/>
                  </a:lnTo>
                  <a:lnTo>
                    <a:pt x="636062" y="1370485"/>
                  </a:lnTo>
                  <a:lnTo>
                    <a:pt x="631145" y="1368846"/>
                  </a:lnTo>
                  <a:lnTo>
                    <a:pt x="627866" y="1367207"/>
                  </a:lnTo>
                  <a:lnTo>
                    <a:pt x="624587" y="1368846"/>
                  </a:lnTo>
                  <a:lnTo>
                    <a:pt x="621309" y="1368846"/>
                  </a:lnTo>
                  <a:lnTo>
                    <a:pt x="616391" y="1365567"/>
                  </a:lnTo>
                  <a:lnTo>
                    <a:pt x="613112" y="1365567"/>
                  </a:lnTo>
                  <a:lnTo>
                    <a:pt x="611472" y="1365567"/>
                  </a:lnTo>
                  <a:lnTo>
                    <a:pt x="608194" y="1365567"/>
                  </a:lnTo>
                  <a:lnTo>
                    <a:pt x="604915" y="1367207"/>
                  </a:lnTo>
                  <a:lnTo>
                    <a:pt x="604915" y="1367207"/>
                  </a:lnTo>
                  <a:lnTo>
                    <a:pt x="599997" y="1367207"/>
                  </a:lnTo>
                  <a:lnTo>
                    <a:pt x="596719" y="1365567"/>
                  </a:lnTo>
                  <a:lnTo>
                    <a:pt x="595079" y="1367207"/>
                  </a:lnTo>
                  <a:lnTo>
                    <a:pt x="590161" y="1365567"/>
                  </a:lnTo>
                  <a:lnTo>
                    <a:pt x="586882" y="1365567"/>
                  </a:lnTo>
                  <a:lnTo>
                    <a:pt x="583604" y="1363928"/>
                  </a:lnTo>
                  <a:lnTo>
                    <a:pt x="578686" y="1360649"/>
                  </a:lnTo>
                  <a:lnTo>
                    <a:pt x="575407" y="1360649"/>
                  </a:lnTo>
                  <a:lnTo>
                    <a:pt x="572128" y="1359010"/>
                  </a:lnTo>
                  <a:lnTo>
                    <a:pt x="568850" y="1359010"/>
                  </a:lnTo>
                  <a:lnTo>
                    <a:pt x="563932" y="1359010"/>
                  </a:lnTo>
                  <a:lnTo>
                    <a:pt x="560653" y="1355732"/>
                  </a:lnTo>
                  <a:lnTo>
                    <a:pt x="557375" y="1354092"/>
                  </a:lnTo>
                  <a:lnTo>
                    <a:pt x="552456" y="1352453"/>
                  </a:lnTo>
                  <a:lnTo>
                    <a:pt x="549178" y="1354092"/>
                  </a:lnTo>
                  <a:lnTo>
                    <a:pt x="545899" y="1352453"/>
                  </a:lnTo>
                  <a:lnTo>
                    <a:pt x="540981" y="1352453"/>
                  </a:lnTo>
                  <a:lnTo>
                    <a:pt x="537702" y="1350814"/>
                  </a:lnTo>
                  <a:lnTo>
                    <a:pt x="534424" y="1350814"/>
                  </a:lnTo>
                  <a:lnTo>
                    <a:pt x="531145" y="1354092"/>
                  </a:lnTo>
                  <a:lnTo>
                    <a:pt x="529506" y="1357371"/>
                  </a:lnTo>
                  <a:lnTo>
                    <a:pt x="529506" y="1359010"/>
                  </a:lnTo>
                  <a:lnTo>
                    <a:pt x="529506" y="1359010"/>
                  </a:lnTo>
                  <a:lnTo>
                    <a:pt x="529506" y="1359010"/>
                  </a:lnTo>
                  <a:lnTo>
                    <a:pt x="526227" y="1357371"/>
                  </a:lnTo>
                  <a:lnTo>
                    <a:pt x="522948" y="1352453"/>
                  </a:lnTo>
                  <a:lnTo>
                    <a:pt x="519669" y="1350814"/>
                  </a:lnTo>
                  <a:lnTo>
                    <a:pt x="516391" y="1347535"/>
                  </a:lnTo>
                  <a:lnTo>
                    <a:pt x="511473" y="1344256"/>
                  </a:lnTo>
                  <a:lnTo>
                    <a:pt x="508194" y="1342617"/>
                  </a:lnTo>
                  <a:lnTo>
                    <a:pt x="504916" y="1337699"/>
                  </a:lnTo>
                  <a:lnTo>
                    <a:pt x="501637" y="1334420"/>
                  </a:lnTo>
                  <a:lnTo>
                    <a:pt x="498358" y="1332781"/>
                  </a:lnTo>
                  <a:lnTo>
                    <a:pt x="493440" y="1331142"/>
                  </a:lnTo>
                  <a:lnTo>
                    <a:pt x="490162" y="1327863"/>
                  </a:lnTo>
                  <a:lnTo>
                    <a:pt x="486883" y="1324584"/>
                  </a:lnTo>
                  <a:lnTo>
                    <a:pt x="483604" y="1322945"/>
                  </a:lnTo>
                  <a:lnTo>
                    <a:pt x="478686" y="1319666"/>
                  </a:lnTo>
                  <a:lnTo>
                    <a:pt x="475408" y="1318027"/>
                  </a:lnTo>
                  <a:lnTo>
                    <a:pt x="472129" y="1318027"/>
                  </a:lnTo>
                  <a:lnTo>
                    <a:pt x="468850" y="1316387"/>
                  </a:lnTo>
                  <a:lnTo>
                    <a:pt x="463932" y="1316387"/>
                  </a:lnTo>
                  <a:lnTo>
                    <a:pt x="460654" y="1314748"/>
                  </a:lnTo>
                  <a:lnTo>
                    <a:pt x="457375" y="1311469"/>
                  </a:lnTo>
                  <a:lnTo>
                    <a:pt x="454096" y="1308191"/>
                  </a:lnTo>
                  <a:lnTo>
                    <a:pt x="450818" y="1306551"/>
                  </a:lnTo>
                  <a:lnTo>
                    <a:pt x="447539" y="1301633"/>
                  </a:lnTo>
                  <a:lnTo>
                    <a:pt x="444260" y="1299994"/>
                  </a:lnTo>
                  <a:lnTo>
                    <a:pt x="445899" y="1304912"/>
                  </a:lnTo>
                  <a:lnTo>
                    <a:pt x="442621" y="1304912"/>
                  </a:lnTo>
                  <a:lnTo>
                    <a:pt x="439342" y="1303273"/>
                  </a:lnTo>
                  <a:lnTo>
                    <a:pt x="434424" y="1303273"/>
                  </a:lnTo>
                  <a:lnTo>
                    <a:pt x="431145" y="1299994"/>
                  </a:lnTo>
                  <a:lnTo>
                    <a:pt x="427867" y="1296715"/>
                  </a:lnTo>
                  <a:lnTo>
                    <a:pt x="427867" y="1293437"/>
                  </a:lnTo>
                  <a:lnTo>
                    <a:pt x="422949" y="1290158"/>
                  </a:lnTo>
                  <a:lnTo>
                    <a:pt x="421309" y="1288519"/>
                  </a:lnTo>
                  <a:lnTo>
                    <a:pt x="416391" y="1286879"/>
                  </a:lnTo>
                  <a:lnTo>
                    <a:pt x="413113" y="1285240"/>
                  </a:lnTo>
                  <a:lnTo>
                    <a:pt x="409834" y="1283601"/>
                  </a:lnTo>
                  <a:lnTo>
                    <a:pt x="406555" y="1285240"/>
                  </a:lnTo>
                  <a:lnTo>
                    <a:pt x="403277" y="1283601"/>
                  </a:lnTo>
                  <a:lnTo>
                    <a:pt x="404916" y="1280322"/>
                  </a:lnTo>
                  <a:lnTo>
                    <a:pt x="408195" y="1278683"/>
                  </a:lnTo>
                  <a:lnTo>
                    <a:pt x="411474" y="1277043"/>
                  </a:lnTo>
                  <a:lnTo>
                    <a:pt x="408195" y="1275404"/>
                  </a:lnTo>
                  <a:lnTo>
                    <a:pt x="406555" y="1272125"/>
                  </a:lnTo>
                  <a:lnTo>
                    <a:pt x="403277" y="1273765"/>
                  </a:lnTo>
                  <a:lnTo>
                    <a:pt x="404916" y="1270486"/>
                  </a:lnTo>
                  <a:lnTo>
                    <a:pt x="406555" y="1270486"/>
                  </a:lnTo>
                  <a:lnTo>
                    <a:pt x="409834" y="1270486"/>
                  </a:lnTo>
                  <a:lnTo>
                    <a:pt x="413113" y="1272125"/>
                  </a:lnTo>
                  <a:lnTo>
                    <a:pt x="416391" y="1273765"/>
                  </a:lnTo>
                  <a:lnTo>
                    <a:pt x="419670" y="1275404"/>
                  </a:lnTo>
                  <a:lnTo>
                    <a:pt x="422949" y="1277043"/>
                  </a:lnTo>
                  <a:lnTo>
                    <a:pt x="419670" y="1275404"/>
                  </a:lnTo>
                  <a:lnTo>
                    <a:pt x="422949" y="1273765"/>
                  </a:lnTo>
                  <a:lnTo>
                    <a:pt x="426228" y="1273765"/>
                  </a:lnTo>
                  <a:lnTo>
                    <a:pt x="427867" y="1275404"/>
                  </a:lnTo>
                  <a:lnTo>
                    <a:pt x="431145" y="1273765"/>
                  </a:lnTo>
                  <a:lnTo>
                    <a:pt x="434424" y="1273765"/>
                  </a:lnTo>
                  <a:lnTo>
                    <a:pt x="437703" y="1275404"/>
                  </a:lnTo>
                  <a:lnTo>
                    <a:pt x="439342" y="1272125"/>
                  </a:lnTo>
                  <a:lnTo>
                    <a:pt x="437703" y="1268847"/>
                  </a:lnTo>
                  <a:lnTo>
                    <a:pt x="437703" y="1263929"/>
                  </a:lnTo>
                  <a:lnTo>
                    <a:pt x="434424" y="1268847"/>
                  </a:lnTo>
                  <a:lnTo>
                    <a:pt x="432785" y="1263929"/>
                  </a:lnTo>
                  <a:lnTo>
                    <a:pt x="432785" y="1260650"/>
                  </a:lnTo>
                  <a:lnTo>
                    <a:pt x="436064" y="1262289"/>
                  </a:lnTo>
                  <a:lnTo>
                    <a:pt x="437703" y="1257371"/>
                  </a:lnTo>
                  <a:lnTo>
                    <a:pt x="440981" y="1254092"/>
                  </a:lnTo>
                  <a:lnTo>
                    <a:pt x="440981" y="1250814"/>
                  </a:lnTo>
                  <a:lnTo>
                    <a:pt x="440981" y="1247535"/>
                  </a:lnTo>
                  <a:lnTo>
                    <a:pt x="445899" y="1242617"/>
                  </a:lnTo>
                  <a:lnTo>
                    <a:pt x="445899" y="1247535"/>
                  </a:lnTo>
                  <a:lnTo>
                    <a:pt x="447539" y="1250814"/>
                  </a:lnTo>
                  <a:lnTo>
                    <a:pt x="449178" y="1247535"/>
                  </a:lnTo>
                  <a:lnTo>
                    <a:pt x="449178" y="1242617"/>
                  </a:lnTo>
                  <a:lnTo>
                    <a:pt x="450818" y="1239339"/>
                  </a:lnTo>
                  <a:lnTo>
                    <a:pt x="455735" y="1240978"/>
                  </a:lnTo>
                  <a:lnTo>
                    <a:pt x="459014" y="1244257"/>
                  </a:lnTo>
                  <a:lnTo>
                    <a:pt x="462293" y="1244257"/>
                  </a:lnTo>
                  <a:lnTo>
                    <a:pt x="462293" y="1240978"/>
                  </a:lnTo>
                  <a:lnTo>
                    <a:pt x="459014" y="1237699"/>
                  </a:lnTo>
                  <a:lnTo>
                    <a:pt x="454096" y="1236060"/>
                  </a:lnTo>
                  <a:lnTo>
                    <a:pt x="450818" y="1232781"/>
                  </a:lnTo>
                  <a:lnTo>
                    <a:pt x="447539" y="1229502"/>
                  </a:lnTo>
                  <a:lnTo>
                    <a:pt x="444260" y="1227863"/>
                  </a:lnTo>
                  <a:lnTo>
                    <a:pt x="439342" y="1227863"/>
                  </a:lnTo>
                  <a:lnTo>
                    <a:pt x="436064" y="1224585"/>
                  </a:lnTo>
                  <a:lnTo>
                    <a:pt x="434424" y="1221306"/>
                  </a:lnTo>
                  <a:lnTo>
                    <a:pt x="432785" y="1218027"/>
                  </a:lnTo>
                  <a:lnTo>
                    <a:pt x="436064" y="1218027"/>
                  </a:lnTo>
                  <a:lnTo>
                    <a:pt x="439342" y="1218027"/>
                  </a:lnTo>
                  <a:lnTo>
                    <a:pt x="444260" y="1216388"/>
                  </a:lnTo>
                  <a:lnTo>
                    <a:pt x="447539" y="1216388"/>
                  </a:lnTo>
                  <a:lnTo>
                    <a:pt x="450818" y="1214749"/>
                  </a:lnTo>
                  <a:lnTo>
                    <a:pt x="454096" y="1218027"/>
                  </a:lnTo>
                  <a:lnTo>
                    <a:pt x="457375" y="1218027"/>
                  </a:lnTo>
                  <a:lnTo>
                    <a:pt x="457375" y="1214749"/>
                  </a:lnTo>
                  <a:lnTo>
                    <a:pt x="454096" y="1213109"/>
                  </a:lnTo>
                  <a:lnTo>
                    <a:pt x="454096" y="1209830"/>
                  </a:lnTo>
                  <a:lnTo>
                    <a:pt x="457375" y="1208191"/>
                  </a:lnTo>
                  <a:lnTo>
                    <a:pt x="460654" y="1208191"/>
                  </a:lnTo>
                  <a:lnTo>
                    <a:pt x="462293" y="1208191"/>
                  </a:lnTo>
                  <a:lnTo>
                    <a:pt x="467211" y="1206552"/>
                  </a:lnTo>
                  <a:lnTo>
                    <a:pt x="470489" y="1204912"/>
                  </a:lnTo>
                  <a:lnTo>
                    <a:pt x="473768" y="1201634"/>
                  </a:lnTo>
                  <a:lnTo>
                    <a:pt x="477047" y="1201634"/>
                  </a:lnTo>
                  <a:lnTo>
                    <a:pt x="481965" y="1201634"/>
                  </a:lnTo>
                  <a:lnTo>
                    <a:pt x="483604" y="1198355"/>
                  </a:lnTo>
                  <a:lnTo>
                    <a:pt x="485244" y="1198355"/>
                  </a:lnTo>
                  <a:lnTo>
                    <a:pt x="485244" y="1196716"/>
                  </a:lnTo>
                  <a:lnTo>
                    <a:pt x="481965" y="1198355"/>
                  </a:lnTo>
                  <a:lnTo>
                    <a:pt x="480325" y="1196716"/>
                  </a:lnTo>
                  <a:lnTo>
                    <a:pt x="480325" y="1193437"/>
                  </a:lnTo>
                  <a:lnTo>
                    <a:pt x="480325" y="1193437"/>
                  </a:lnTo>
                  <a:lnTo>
                    <a:pt x="480325" y="1191798"/>
                  </a:lnTo>
                  <a:lnTo>
                    <a:pt x="477047" y="1190158"/>
                  </a:lnTo>
                  <a:lnTo>
                    <a:pt x="472129" y="1190158"/>
                  </a:lnTo>
                  <a:lnTo>
                    <a:pt x="470489" y="1193437"/>
                  </a:lnTo>
                  <a:lnTo>
                    <a:pt x="468850" y="1195077"/>
                  </a:lnTo>
                  <a:lnTo>
                    <a:pt x="465572" y="1195077"/>
                  </a:lnTo>
                  <a:lnTo>
                    <a:pt x="462293" y="1195077"/>
                  </a:lnTo>
                  <a:lnTo>
                    <a:pt x="457375" y="1196716"/>
                  </a:lnTo>
                  <a:lnTo>
                    <a:pt x="454096" y="1196716"/>
                  </a:lnTo>
                  <a:lnTo>
                    <a:pt x="455735" y="1193437"/>
                  </a:lnTo>
                  <a:lnTo>
                    <a:pt x="459014" y="1191798"/>
                  </a:lnTo>
                  <a:lnTo>
                    <a:pt x="463932" y="1191798"/>
                  </a:lnTo>
                  <a:lnTo>
                    <a:pt x="460654" y="1191798"/>
                  </a:lnTo>
                  <a:lnTo>
                    <a:pt x="455735" y="1191798"/>
                  </a:lnTo>
                  <a:lnTo>
                    <a:pt x="454096" y="1193437"/>
                  </a:lnTo>
                  <a:lnTo>
                    <a:pt x="450818" y="1196716"/>
                  </a:lnTo>
                  <a:lnTo>
                    <a:pt x="447539" y="1196716"/>
                  </a:lnTo>
                  <a:lnTo>
                    <a:pt x="447539" y="1196716"/>
                  </a:lnTo>
                  <a:lnTo>
                    <a:pt x="445899" y="1196716"/>
                  </a:lnTo>
                  <a:lnTo>
                    <a:pt x="445899" y="1196716"/>
                  </a:lnTo>
                  <a:lnTo>
                    <a:pt x="444260" y="1193437"/>
                  </a:lnTo>
                  <a:lnTo>
                    <a:pt x="447539" y="1190158"/>
                  </a:lnTo>
                  <a:lnTo>
                    <a:pt x="444260" y="1188519"/>
                  </a:lnTo>
                  <a:lnTo>
                    <a:pt x="445899" y="1185240"/>
                  </a:lnTo>
                  <a:lnTo>
                    <a:pt x="445899" y="1181962"/>
                  </a:lnTo>
                  <a:lnTo>
                    <a:pt x="445899" y="1178683"/>
                  </a:lnTo>
                  <a:lnTo>
                    <a:pt x="449178" y="1175405"/>
                  </a:lnTo>
                  <a:lnTo>
                    <a:pt x="454096" y="1175405"/>
                  </a:lnTo>
                  <a:lnTo>
                    <a:pt x="457375" y="1172126"/>
                  </a:lnTo>
                  <a:lnTo>
                    <a:pt x="459014" y="1172126"/>
                  </a:lnTo>
                  <a:lnTo>
                    <a:pt x="460654" y="1170486"/>
                  </a:lnTo>
                  <a:lnTo>
                    <a:pt x="460654" y="1167208"/>
                  </a:lnTo>
                  <a:lnTo>
                    <a:pt x="465572" y="1163929"/>
                  </a:lnTo>
                  <a:lnTo>
                    <a:pt x="468850" y="1165568"/>
                  </a:lnTo>
                  <a:lnTo>
                    <a:pt x="472129" y="1165568"/>
                  </a:lnTo>
                  <a:lnTo>
                    <a:pt x="475408" y="1165568"/>
                  </a:lnTo>
                  <a:lnTo>
                    <a:pt x="478686" y="1165568"/>
                  </a:lnTo>
                  <a:lnTo>
                    <a:pt x="483604" y="1165568"/>
                  </a:lnTo>
                  <a:lnTo>
                    <a:pt x="486883" y="1165568"/>
                  </a:lnTo>
                  <a:lnTo>
                    <a:pt x="490162" y="1167208"/>
                  </a:lnTo>
                  <a:lnTo>
                    <a:pt x="493440" y="1165568"/>
                  </a:lnTo>
                  <a:lnTo>
                    <a:pt x="493440" y="1165568"/>
                  </a:lnTo>
                  <a:lnTo>
                    <a:pt x="493440" y="1162290"/>
                  </a:lnTo>
                  <a:lnTo>
                    <a:pt x="493440" y="1159011"/>
                  </a:lnTo>
                  <a:lnTo>
                    <a:pt x="495079" y="1157372"/>
                  </a:lnTo>
                  <a:lnTo>
                    <a:pt x="495079" y="1155732"/>
                  </a:lnTo>
                  <a:lnTo>
                    <a:pt x="496719" y="1152454"/>
                  </a:lnTo>
                  <a:lnTo>
                    <a:pt x="498358" y="1149175"/>
                  </a:lnTo>
                  <a:lnTo>
                    <a:pt x="498358" y="1149175"/>
                  </a:lnTo>
                  <a:lnTo>
                    <a:pt x="498358" y="1145896"/>
                  </a:lnTo>
                  <a:lnTo>
                    <a:pt x="496719" y="1147536"/>
                  </a:lnTo>
                  <a:lnTo>
                    <a:pt x="495079" y="1147536"/>
                  </a:lnTo>
                  <a:lnTo>
                    <a:pt x="495079" y="1145896"/>
                  </a:lnTo>
                  <a:lnTo>
                    <a:pt x="493440" y="1145896"/>
                  </a:lnTo>
                  <a:lnTo>
                    <a:pt x="495079" y="1144257"/>
                  </a:lnTo>
                  <a:lnTo>
                    <a:pt x="495079" y="1140978"/>
                  </a:lnTo>
                  <a:lnTo>
                    <a:pt x="493440" y="1137700"/>
                  </a:lnTo>
                  <a:lnTo>
                    <a:pt x="490162" y="1134421"/>
                  </a:lnTo>
                  <a:lnTo>
                    <a:pt x="485244" y="1134421"/>
                  </a:lnTo>
                  <a:lnTo>
                    <a:pt x="485244" y="1131142"/>
                  </a:lnTo>
                  <a:lnTo>
                    <a:pt x="485244" y="1127864"/>
                  </a:lnTo>
                  <a:lnTo>
                    <a:pt x="488522" y="1124585"/>
                  </a:lnTo>
                  <a:lnTo>
                    <a:pt x="491801" y="1124585"/>
                  </a:lnTo>
                  <a:lnTo>
                    <a:pt x="495079" y="1124585"/>
                  </a:lnTo>
                  <a:lnTo>
                    <a:pt x="495079" y="1121306"/>
                  </a:lnTo>
                  <a:lnTo>
                    <a:pt x="493440" y="1122946"/>
                  </a:lnTo>
                  <a:lnTo>
                    <a:pt x="490162" y="1121306"/>
                  </a:lnTo>
                  <a:lnTo>
                    <a:pt x="486883" y="1119667"/>
                  </a:lnTo>
                  <a:lnTo>
                    <a:pt x="485244" y="1118028"/>
                  </a:lnTo>
                  <a:lnTo>
                    <a:pt x="485244" y="1114749"/>
                  </a:lnTo>
                  <a:lnTo>
                    <a:pt x="488522" y="1113110"/>
                  </a:lnTo>
                  <a:lnTo>
                    <a:pt x="491801" y="1113110"/>
                  </a:lnTo>
                  <a:lnTo>
                    <a:pt x="493440" y="1109831"/>
                  </a:lnTo>
                  <a:lnTo>
                    <a:pt x="495079" y="1108192"/>
                  </a:lnTo>
                  <a:lnTo>
                    <a:pt x="496719" y="1103274"/>
                  </a:lnTo>
                  <a:lnTo>
                    <a:pt x="495079" y="1099995"/>
                  </a:lnTo>
                  <a:lnTo>
                    <a:pt x="493440" y="1098356"/>
                  </a:lnTo>
                  <a:lnTo>
                    <a:pt x="491801" y="1093438"/>
                  </a:lnTo>
                  <a:lnTo>
                    <a:pt x="495079" y="1090159"/>
                  </a:lnTo>
                  <a:lnTo>
                    <a:pt x="493440" y="1090159"/>
                  </a:lnTo>
                  <a:lnTo>
                    <a:pt x="490162" y="1090159"/>
                  </a:lnTo>
                  <a:lnTo>
                    <a:pt x="488522" y="1090159"/>
                  </a:lnTo>
                  <a:lnTo>
                    <a:pt x="486883" y="1091798"/>
                  </a:lnTo>
                  <a:lnTo>
                    <a:pt x="483604" y="1091798"/>
                  </a:lnTo>
                  <a:lnTo>
                    <a:pt x="480325" y="1090159"/>
                  </a:lnTo>
                  <a:lnTo>
                    <a:pt x="477047" y="1088520"/>
                  </a:lnTo>
                  <a:lnTo>
                    <a:pt x="473768" y="1085241"/>
                  </a:lnTo>
                  <a:lnTo>
                    <a:pt x="470489" y="1083602"/>
                  </a:lnTo>
                  <a:lnTo>
                    <a:pt x="467211" y="1085241"/>
                  </a:lnTo>
                  <a:lnTo>
                    <a:pt x="462293" y="1081962"/>
                  </a:lnTo>
                  <a:lnTo>
                    <a:pt x="460654" y="1078684"/>
                  </a:lnTo>
                  <a:lnTo>
                    <a:pt x="457375" y="1081962"/>
                  </a:lnTo>
                  <a:lnTo>
                    <a:pt x="452457" y="1081962"/>
                  </a:lnTo>
                  <a:lnTo>
                    <a:pt x="449178" y="1078684"/>
                  </a:lnTo>
                  <a:lnTo>
                    <a:pt x="445899" y="1077044"/>
                  </a:lnTo>
                  <a:lnTo>
                    <a:pt x="440981" y="1075405"/>
                  </a:lnTo>
                  <a:lnTo>
                    <a:pt x="437703" y="1075405"/>
                  </a:lnTo>
                  <a:lnTo>
                    <a:pt x="434424" y="1073765"/>
                  </a:lnTo>
                  <a:lnTo>
                    <a:pt x="432785" y="1073765"/>
                  </a:lnTo>
                  <a:lnTo>
                    <a:pt x="427867" y="1070487"/>
                  </a:lnTo>
                  <a:lnTo>
                    <a:pt x="426228" y="1072126"/>
                  </a:lnTo>
                  <a:lnTo>
                    <a:pt x="426228" y="1073765"/>
                  </a:lnTo>
                  <a:lnTo>
                    <a:pt x="422949" y="1077044"/>
                  </a:lnTo>
                  <a:lnTo>
                    <a:pt x="421309" y="1077044"/>
                  </a:lnTo>
                  <a:lnTo>
                    <a:pt x="419670" y="1073765"/>
                  </a:lnTo>
                  <a:lnTo>
                    <a:pt x="418031" y="1073765"/>
                  </a:lnTo>
                  <a:lnTo>
                    <a:pt x="418031" y="1072126"/>
                  </a:lnTo>
                  <a:lnTo>
                    <a:pt x="413113" y="1070487"/>
                  </a:lnTo>
                  <a:lnTo>
                    <a:pt x="409834" y="1068848"/>
                  </a:lnTo>
                  <a:lnTo>
                    <a:pt x="406555" y="1065569"/>
                  </a:lnTo>
                  <a:lnTo>
                    <a:pt x="404916" y="1062290"/>
                  </a:lnTo>
                  <a:lnTo>
                    <a:pt x="401638" y="1059012"/>
                  </a:lnTo>
                  <a:lnTo>
                    <a:pt x="399998" y="1055733"/>
                  </a:lnTo>
                  <a:lnTo>
                    <a:pt x="395080" y="1055733"/>
                  </a:lnTo>
                  <a:lnTo>
                    <a:pt x="391801" y="1057372"/>
                  </a:lnTo>
                  <a:lnTo>
                    <a:pt x="388523" y="1059012"/>
                  </a:lnTo>
                  <a:lnTo>
                    <a:pt x="385244" y="1059012"/>
                  </a:lnTo>
                  <a:lnTo>
                    <a:pt x="381965" y="1059012"/>
                  </a:lnTo>
                  <a:lnTo>
                    <a:pt x="378687" y="1059012"/>
                  </a:lnTo>
                  <a:lnTo>
                    <a:pt x="378687" y="1060651"/>
                  </a:lnTo>
                  <a:lnTo>
                    <a:pt x="373769" y="1062290"/>
                  </a:lnTo>
                  <a:lnTo>
                    <a:pt x="370490" y="1063930"/>
                  </a:lnTo>
                  <a:lnTo>
                    <a:pt x="367211" y="1060651"/>
                  </a:lnTo>
                  <a:lnTo>
                    <a:pt x="363932" y="1060651"/>
                  </a:lnTo>
                  <a:lnTo>
                    <a:pt x="360654" y="1060651"/>
                  </a:lnTo>
                  <a:lnTo>
                    <a:pt x="357375" y="1059012"/>
                  </a:lnTo>
                  <a:lnTo>
                    <a:pt x="354097" y="1055733"/>
                  </a:lnTo>
                  <a:lnTo>
                    <a:pt x="350818" y="1054093"/>
                  </a:lnTo>
                  <a:lnTo>
                    <a:pt x="347539" y="1055733"/>
                  </a:lnTo>
                  <a:lnTo>
                    <a:pt x="345900" y="1055733"/>
                  </a:lnTo>
                  <a:lnTo>
                    <a:pt x="340982" y="1059012"/>
                  </a:lnTo>
                  <a:lnTo>
                    <a:pt x="340982" y="1059012"/>
                  </a:lnTo>
                  <a:lnTo>
                    <a:pt x="337703" y="1057372"/>
                  </a:lnTo>
                  <a:lnTo>
                    <a:pt x="336064" y="1055733"/>
                  </a:lnTo>
                  <a:lnTo>
                    <a:pt x="332785" y="1052454"/>
                  </a:lnTo>
                  <a:lnTo>
                    <a:pt x="329507" y="1049175"/>
                  </a:lnTo>
                  <a:lnTo>
                    <a:pt x="329507" y="1045897"/>
                  </a:lnTo>
                  <a:lnTo>
                    <a:pt x="331146" y="1042618"/>
                  </a:lnTo>
                  <a:lnTo>
                    <a:pt x="327867" y="1037700"/>
                  </a:lnTo>
                  <a:lnTo>
                    <a:pt x="326228" y="1034421"/>
                  </a:lnTo>
                  <a:lnTo>
                    <a:pt x="324588" y="1032782"/>
                  </a:lnTo>
                  <a:lnTo>
                    <a:pt x="324588" y="1029503"/>
                  </a:lnTo>
                  <a:lnTo>
                    <a:pt x="321310" y="1027864"/>
                  </a:lnTo>
                  <a:lnTo>
                    <a:pt x="318031" y="1026225"/>
                  </a:lnTo>
                  <a:lnTo>
                    <a:pt x="316392" y="1024585"/>
                  </a:lnTo>
                  <a:lnTo>
                    <a:pt x="313113" y="1021307"/>
                  </a:lnTo>
                  <a:lnTo>
                    <a:pt x="313113" y="1021307"/>
                  </a:lnTo>
                  <a:lnTo>
                    <a:pt x="309835" y="1021307"/>
                  </a:lnTo>
                  <a:lnTo>
                    <a:pt x="306556" y="1022946"/>
                  </a:lnTo>
                  <a:lnTo>
                    <a:pt x="303277" y="1022946"/>
                  </a:lnTo>
                  <a:lnTo>
                    <a:pt x="298359" y="1021307"/>
                  </a:lnTo>
                  <a:lnTo>
                    <a:pt x="295081" y="1019668"/>
                  </a:lnTo>
                  <a:lnTo>
                    <a:pt x="293441" y="1019668"/>
                  </a:lnTo>
                  <a:lnTo>
                    <a:pt x="290162" y="1019668"/>
                  </a:lnTo>
                  <a:lnTo>
                    <a:pt x="286884" y="1019668"/>
                  </a:lnTo>
                  <a:lnTo>
                    <a:pt x="285245" y="1019668"/>
                  </a:lnTo>
                  <a:lnTo>
                    <a:pt x="286884" y="1019668"/>
                  </a:lnTo>
                  <a:lnTo>
                    <a:pt x="286884" y="1019668"/>
                  </a:lnTo>
                  <a:lnTo>
                    <a:pt x="288523" y="1014749"/>
                  </a:lnTo>
                  <a:lnTo>
                    <a:pt x="286884" y="1014749"/>
                  </a:lnTo>
                  <a:lnTo>
                    <a:pt x="285245" y="1013110"/>
                  </a:lnTo>
                  <a:lnTo>
                    <a:pt x="285245" y="1009831"/>
                  </a:lnTo>
                  <a:lnTo>
                    <a:pt x="283605" y="1006553"/>
                  </a:lnTo>
                  <a:lnTo>
                    <a:pt x="280327" y="1003274"/>
                  </a:lnTo>
                  <a:lnTo>
                    <a:pt x="280327" y="1001635"/>
                  </a:lnTo>
                  <a:lnTo>
                    <a:pt x="281966" y="1001635"/>
                  </a:lnTo>
                  <a:lnTo>
                    <a:pt x="283605" y="1001635"/>
                  </a:lnTo>
                  <a:lnTo>
                    <a:pt x="286884" y="999995"/>
                  </a:lnTo>
                  <a:lnTo>
                    <a:pt x="290162" y="998356"/>
                  </a:lnTo>
                  <a:lnTo>
                    <a:pt x="288523" y="995077"/>
                  </a:lnTo>
                  <a:lnTo>
                    <a:pt x="285245" y="993438"/>
                  </a:lnTo>
                  <a:lnTo>
                    <a:pt x="283605" y="993438"/>
                  </a:lnTo>
                  <a:lnTo>
                    <a:pt x="280327" y="990159"/>
                  </a:lnTo>
                  <a:lnTo>
                    <a:pt x="277048" y="986881"/>
                  </a:lnTo>
                  <a:lnTo>
                    <a:pt x="277048" y="983602"/>
                  </a:lnTo>
                  <a:lnTo>
                    <a:pt x="273769" y="978684"/>
                  </a:lnTo>
                  <a:lnTo>
                    <a:pt x="272130" y="978684"/>
                  </a:lnTo>
                  <a:lnTo>
                    <a:pt x="268851" y="975405"/>
                  </a:lnTo>
                  <a:lnTo>
                    <a:pt x="265572" y="973766"/>
                  </a:lnTo>
                  <a:lnTo>
                    <a:pt x="260654" y="973766"/>
                  </a:lnTo>
                  <a:lnTo>
                    <a:pt x="257376" y="975405"/>
                  </a:lnTo>
                  <a:lnTo>
                    <a:pt x="255737" y="973766"/>
                  </a:lnTo>
                  <a:lnTo>
                    <a:pt x="255737" y="973766"/>
                  </a:lnTo>
                  <a:lnTo>
                    <a:pt x="255737" y="973766"/>
                  </a:lnTo>
                  <a:lnTo>
                    <a:pt x="252458" y="973766"/>
                  </a:lnTo>
                  <a:lnTo>
                    <a:pt x="250818" y="973766"/>
                  </a:lnTo>
                  <a:lnTo>
                    <a:pt x="247540" y="972127"/>
                  </a:lnTo>
                  <a:lnTo>
                    <a:pt x="244261" y="973766"/>
                  </a:lnTo>
                  <a:lnTo>
                    <a:pt x="240982" y="975405"/>
                  </a:lnTo>
                  <a:lnTo>
                    <a:pt x="237704" y="978684"/>
                  </a:lnTo>
                  <a:lnTo>
                    <a:pt x="232786" y="977045"/>
                  </a:lnTo>
                  <a:lnTo>
                    <a:pt x="229507" y="977045"/>
                  </a:lnTo>
                  <a:lnTo>
                    <a:pt x="226228" y="975405"/>
                  </a:lnTo>
                  <a:lnTo>
                    <a:pt x="222950" y="975405"/>
                  </a:lnTo>
                  <a:lnTo>
                    <a:pt x="219671" y="973766"/>
                  </a:lnTo>
                  <a:lnTo>
                    <a:pt x="219671" y="978684"/>
                  </a:lnTo>
                  <a:lnTo>
                    <a:pt x="218032" y="978684"/>
                  </a:lnTo>
                  <a:lnTo>
                    <a:pt x="218032" y="981963"/>
                  </a:lnTo>
                  <a:lnTo>
                    <a:pt x="214753" y="985241"/>
                  </a:lnTo>
                  <a:lnTo>
                    <a:pt x="211474" y="986881"/>
                  </a:lnTo>
                  <a:lnTo>
                    <a:pt x="208195" y="986881"/>
                  </a:lnTo>
                  <a:lnTo>
                    <a:pt x="204917" y="983602"/>
                  </a:lnTo>
                  <a:lnTo>
                    <a:pt x="199999" y="983602"/>
                  </a:lnTo>
                  <a:lnTo>
                    <a:pt x="198360" y="980323"/>
                  </a:lnTo>
                  <a:lnTo>
                    <a:pt x="195081" y="977045"/>
                  </a:lnTo>
                  <a:lnTo>
                    <a:pt x="193442" y="973766"/>
                  </a:lnTo>
                  <a:lnTo>
                    <a:pt x="193442" y="968848"/>
                  </a:lnTo>
                  <a:lnTo>
                    <a:pt x="193442" y="968848"/>
                  </a:lnTo>
                  <a:lnTo>
                    <a:pt x="191802" y="965569"/>
                  </a:lnTo>
                  <a:lnTo>
                    <a:pt x="190163" y="962291"/>
                  </a:lnTo>
                  <a:lnTo>
                    <a:pt x="190163" y="959012"/>
                  </a:lnTo>
                  <a:lnTo>
                    <a:pt x="190163" y="954094"/>
                  </a:lnTo>
                  <a:lnTo>
                    <a:pt x="186884" y="952455"/>
                  </a:lnTo>
                  <a:lnTo>
                    <a:pt x="181966" y="949176"/>
                  </a:lnTo>
                  <a:lnTo>
                    <a:pt x="178688" y="944258"/>
                  </a:lnTo>
                  <a:lnTo>
                    <a:pt x="181966" y="940979"/>
                  </a:lnTo>
                  <a:lnTo>
                    <a:pt x="181966" y="937701"/>
                  </a:lnTo>
                  <a:lnTo>
                    <a:pt x="186884" y="937701"/>
                  </a:lnTo>
                  <a:lnTo>
                    <a:pt x="190163" y="937701"/>
                  </a:lnTo>
                  <a:lnTo>
                    <a:pt x="193442" y="937701"/>
                  </a:lnTo>
                  <a:lnTo>
                    <a:pt x="196720" y="940979"/>
                  </a:lnTo>
                  <a:lnTo>
                    <a:pt x="201638" y="942618"/>
                  </a:lnTo>
                  <a:lnTo>
                    <a:pt x="204917" y="942618"/>
                  </a:lnTo>
                  <a:lnTo>
                    <a:pt x="208195" y="940979"/>
                  </a:lnTo>
                  <a:lnTo>
                    <a:pt x="213114" y="940979"/>
                  </a:lnTo>
                  <a:lnTo>
                    <a:pt x="213114" y="939340"/>
                  </a:lnTo>
                  <a:lnTo>
                    <a:pt x="216392" y="937701"/>
                  </a:lnTo>
                  <a:lnTo>
                    <a:pt x="218032" y="932783"/>
                  </a:lnTo>
                  <a:lnTo>
                    <a:pt x="221310" y="932783"/>
                  </a:lnTo>
                  <a:lnTo>
                    <a:pt x="224589" y="931143"/>
                  </a:lnTo>
                  <a:lnTo>
                    <a:pt x="224589" y="927865"/>
                  </a:lnTo>
                  <a:lnTo>
                    <a:pt x="221310" y="924586"/>
                  </a:lnTo>
                  <a:lnTo>
                    <a:pt x="218032" y="924586"/>
                  </a:lnTo>
                  <a:lnTo>
                    <a:pt x="216392" y="922946"/>
                  </a:lnTo>
                  <a:lnTo>
                    <a:pt x="213114" y="919668"/>
                  </a:lnTo>
                  <a:lnTo>
                    <a:pt x="213114" y="916389"/>
                  </a:lnTo>
                  <a:lnTo>
                    <a:pt x="209835" y="914750"/>
                  </a:lnTo>
                  <a:lnTo>
                    <a:pt x="206557" y="913111"/>
                  </a:lnTo>
                  <a:lnTo>
                    <a:pt x="204917" y="913111"/>
                  </a:lnTo>
                  <a:lnTo>
                    <a:pt x="201638" y="911471"/>
                  </a:lnTo>
                  <a:lnTo>
                    <a:pt x="198360" y="913111"/>
                  </a:lnTo>
                  <a:lnTo>
                    <a:pt x="193442" y="913111"/>
                  </a:lnTo>
                  <a:lnTo>
                    <a:pt x="190163" y="913111"/>
                  </a:lnTo>
                  <a:lnTo>
                    <a:pt x="190163" y="911471"/>
                  </a:lnTo>
                  <a:lnTo>
                    <a:pt x="191802" y="908193"/>
                  </a:lnTo>
                  <a:lnTo>
                    <a:pt x="191802" y="904914"/>
                  </a:lnTo>
                  <a:lnTo>
                    <a:pt x="193442" y="904914"/>
                  </a:lnTo>
                  <a:lnTo>
                    <a:pt x="193442" y="903275"/>
                  </a:lnTo>
                  <a:lnTo>
                    <a:pt x="188524" y="899996"/>
                  </a:lnTo>
                  <a:lnTo>
                    <a:pt x="186884" y="899996"/>
                  </a:lnTo>
                  <a:lnTo>
                    <a:pt x="183605" y="898356"/>
                  </a:lnTo>
                  <a:lnTo>
                    <a:pt x="180327" y="898356"/>
                  </a:lnTo>
                  <a:lnTo>
                    <a:pt x="177048" y="895078"/>
                  </a:lnTo>
                  <a:lnTo>
                    <a:pt x="172130" y="891799"/>
                  </a:lnTo>
                  <a:lnTo>
                    <a:pt x="170491" y="888521"/>
                  </a:lnTo>
                  <a:lnTo>
                    <a:pt x="168851" y="885242"/>
                  </a:lnTo>
                  <a:lnTo>
                    <a:pt x="168851" y="885242"/>
                  </a:lnTo>
                  <a:lnTo>
                    <a:pt x="165573" y="880324"/>
                  </a:lnTo>
                  <a:lnTo>
                    <a:pt x="165573" y="877045"/>
                  </a:lnTo>
                  <a:lnTo>
                    <a:pt x="160655" y="875406"/>
                  </a:lnTo>
                  <a:lnTo>
                    <a:pt x="160655" y="875406"/>
                  </a:lnTo>
                  <a:lnTo>
                    <a:pt x="160655" y="875406"/>
                  </a:lnTo>
                  <a:lnTo>
                    <a:pt x="160655" y="873766"/>
                  </a:lnTo>
                  <a:lnTo>
                    <a:pt x="155737" y="872127"/>
                  </a:lnTo>
                  <a:lnTo>
                    <a:pt x="154098" y="868848"/>
                  </a:lnTo>
                  <a:lnTo>
                    <a:pt x="154098" y="863931"/>
                  </a:lnTo>
                  <a:lnTo>
                    <a:pt x="157376" y="863931"/>
                  </a:lnTo>
                  <a:lnTo>
                    <a:pt x="157376" y="862291"/>
                  </a:lnTo>
                  <a:lnTo>
                    <a:pt x="157376" y="862291"/>
                  </a:lnTo>
                  <a:lnTo>
                    <a:pt x="157376" y="862291"/>
                  </a:lnTo>
                  <a:lnTo>
                    <a:pt x="159015" y="859012"/>
                  </a:lnTo>
                  <a:lnTo>
                    <a:pt x="155737" y="854094"/>
                  </a:lnTo>
                  <a:lnTo>
                    <a:pt x="152458" y="850816"/>
                  </a:lnTo>
                  <a:lnTo>
                    <a:pt x="152458" y="847537"/>
                  </a:lnTo>
                  <a:lnTo>
                    <a:pt x="154098" y="844258"/>
                  </a:lnTo>
                  <a:lnTo>
                    <a:pt x="152458" y="842619"/>
                  </a:lnTo>
                  <a:lnTo>
                    <a:pt x="154098" y="840980"/>
                  </a:lnTo>
                  <a:lnTo>
                    <a:pt x="152458" y="837701"/>
                  </a:lnTo>
                  <a:lnTo>
                    <a:pt x="150819" y="836062"/>
                  </a:lnTo>
                  <a:lnTo>
                    <a:pt x="145901" y="836062"/>
                  </a:lnTo>
                  <a:lnTo>
                    <a:pt x="142622" y="834422"/>
                  </a:lnTo>
                  <a:lnTo>
                    <a:pt x="139344" y="831144"/>
                  </a:lnTo>
                  <a:lnTo>
                    <a:pt x="137704" y="829504"/>
                  </a:lnTo>
                  <a:lnTo>
                    <a:pt x="134425" y="827865"/>
                  </a:lnTo>
                  <a:lnTo>
                    <a:pt x="132786" y="827865"/>
                  </a:lnTo>
                  <a:lnTo>
                    <a:pt x="131147" y="827865"/>
                  </a:lnTo>
                  <a:lnTo>
                    <a:pt x="127868" y="827865"/>
                  </a:lnTo>
                  <a:lnTo>
                    <a:pt x="124590" y="827865"/>
                  </a:lnTo>
                  <a:lnTo>
                    <a:pt x="122950" y="826226"/>
                  </a:lnTo>
                  <a:lnTo>
                    <a:pt x="121311" y="826226"/>
                  </a:lnTo>
                  <a:lnTo>
                    <a:pt x="121311" y="826226"/>
                  </a:lnTo>
                  <a:lnTo>
                    <a:pt x="119671" y="826226"/>
                  </a:lnTo>
                  <a:lnTo>
                    <a:pt x="116393" y="829504"/>
                  </a:lnTo>
                  <a:lnTo>
                    <a:pt x="113114" y="829504"/>
                  </a:lnTo>
                  <a:lnTo>
                    <a:pt x="109835" y="831144"/>
                  </a:lnTo>
                  <a:lnTo>
                    <a:pt x="106557" y="832783"/>
                  </a:lnTo>
                  <a:lnTo>
                    <a:pt x="103278" y="831144"/>
                  </a:lnTo>
                  <a:lnTo>
                    <a:pt x="103278" y="827865"/>
                  </a:lnTo>
                  <a:lnTo>
                    <a:pt x="103278" y="822947"/>
                  </a:lnTo>
                  <a:lnTo>
                    <a:pt x="100000" y="821308"/>
                  </a:lnTo>
                  <a:lnTo>
                    <a:pt x="96721" y="821308"/>
                  </a:lnTo>
                  <a:lnTo>
                    <a:pt x="91803" y="819668"/>
                  </a:lnTo>
                  <a:lnTo>
                    <a:pt x="88524" y="819668"/>
                  </a:lnTo>
                  <a:lnTo>
                    <a:pt x="85245" y="821308"/>
                  </a:lnTo>
                  <a:lnTo>
                    <a:pt x="81967" y="822947"/>
                  </a:lnTo>
                  <a:lnTo>
                    <a:pt x="80327" y="822947"/>
                  </a:lnTo>
                  <a:lnTo>
                    <a:pt x="80327" y="821308"/>
                  </a:lnTo>
                  <a:lnTo>
                    <a:pt x="77049" y="818029"/>
                  </a:lnTo>
                  <a:lnTo>
                    <a:pt x="77049" y="818029"/>
                  </a:lnTo>
                  <a:lnTo>
                    <a:pt x="73770" y="816390"/>
                  </a:lnTo>
                  <a:lnTo>
                    <a:pt x="70491" y="816390"/>
                  </a:lnTo>
                  <a:lnTo>
                    <a:pt x="68852" y="818029"/>
                  </a:lnTo>
                  <a:lnTo>
                    <a:pt x="67213" y="818029"/>
                  </a:lnTo>
                  <a:lnTo>
                    <a:pt x="63934" y="814750"/>
                  </a:lnTo>
                  <a:lnTo>
                    <a:pt x="62295" y="814750"/>
                  </a:lnTo>
                  <a:lnTo>
                    <a:pt x="62295" y="813111"/>
                  </a:lnTo>
                  <a:lnTo>
                    <a:pt x="63934" y="808193"/>
                  </a:lnTo>
                  <a:lnTo>
                    <a:pt x="62295" y="804914"/>
                  </a:lnTo>
                  <a:lnTo>
                    <a:pt x="60655" y="804914"/>
                  </a:lnTo>
                  <a:lnTo>
                    <a:pt x="60655" y="801636"/>
                  </a:lnTo>
                  <a:lnTo>
                    <a:pt x="59016" y="796718"/>
                  </a:lnTo>
                  <a:lnTo>
                    <a:pt x="55737" y="796718"/>
                  </a:lnTo>
                  <a:lnTo>
                    <a:pt x="55737" y="795078"/>
                  </a:lnTo>
                  <a:lnTo>
                    <a:pt x="54098" y="793439"/>
                  </a:lnTo>
                  <a:lnTo>
                    <a:pt x="50820" y="790160"/>
                  </a:lnTo>
                  <a:lnTo>
                    <a:pt x="50820" y="786882"/>
                  </a:lnTo>
                  <a:lnTo>
                    <a:pt x="47541" y="785242"/>
                  </a:lnTo>
                  <a:lnTo>
                    <a:pt x="45901" y="785242"/>
                  </a:lnTo>
                  <a:lnTo>
                    <a:pt x="42623" y="785242"/>
                  </a:lnTo>
                  <a:lnTo>
                    <a:pt x="44262" y="781964"/>
                  </a:lnTo>
                  <a:lnTo>
                    <a:pt x="44262" y="777046"/>
                  </a:lnTo>
                  <a:lnTo>
                    <a:pt x="44262" y="773767"/>
                  </a:lnTo>
                  <a:lnTo>
                    <a:pt x="45901" y="773767"/>
                  </a:lnTo>
                  <a:lnTo>
                    <a:pt x="45901" y="770488"/>
                  </a:lnTo>
                  <a:lnTo>
                    <a:pt x="45901" y="767210"/>
                  </a:lnTo>
                  <a:lnTo>
                    <a:pt x="42623" y="765570"/>
                  </a:lnTo>
                  <a:lnTo>
                    <a:pt x="39344" y="762291"/>
                  </a:lnTo>
                  <a:lnTo>
                    <a:pt x="36065" y="762291"/>
                  </a:lnTo>
                  <a:lnTo>
                    <a:pt x="32787" y="757374"/>
                  </a:lnTo>
                  <a:lnTo>
                    <a:pt x="29508" y="757374"/>
                  </a:lnTo>
                  <a:lnTo>
                    <a:pt x="29508" y="755734"/>
                  </a:lnTo>
                  <a:lnTo>
                    <a:pt x="29508" y="752456"/>
                  </a:lnTo>
                  <a:lnTo>
                    <a:pt x="29508" y="750816"/>
                  </a:lnTo>
                  <a:lnTo>
                    <a:pt x="34426" y="749177"/>
                  </a:lnTo>
                  <a:lnTo>
                    <a:pt x="36065" y="745898"/>
                  </a:lnTo>
                  <a:lnTo>
                    <a:pt x="37705" y="745898"/>
                  </a:lnTo>
                  <a:lnTo>
                    <a:pt x="37705" y="745898"/>
                  </a:lnTo>
                  <a:lnTo>
                    <a:pt x="37705" y="745898"/>
                  </a:lnTo>
                  <a:lnTo>
                    <a:pt x="42623" y="742619"/>
                  </a:lnTo>
                  <a:lnTo>
                    <a:pt x="37705" y="740980"/>
                  </a:lnTo>
                  <a:lnTo>
                    <a:pt x="36065" y="737701"/>
                  </a:lnTo>
                  <a:lnTo>
                    <a:pt x="37705" y="736062"/>
                  </a:lnTo>
                  <a:lnTo>
                    <a:pt x="32787" y="732784"/>
                  </a:lnTo>
                  <a:lnTo>
                    <a:pt x="29508" y="729505"/>
                  </a:lnTo>
                  <a:lnTo>
                    <a:pt x="29508" y="726226"/>
                  </a:lnTo>
                  <a:lnTo>
                    <a:pt x="31147" y="722947"/>
                  </a:lnTo>
                  <a:lnTo>
                    <a:pt x="29508" y="718029"/>
                  </a:lnTo>
                  <a:lnTo>
                    <a:pt x="27868" y="714751"/>
                  </a:lnTo>
                  <a:lnTo>
                    <a:pt x="26229" y="711472"/>
                  </a:lnTo>
                  <a:lnTo>
                    <a:pt x="26229" y="706554"/>
                  </a:lnTo>
                  <a:lnTo>
                    <a:pt x="26229" y="703275"/>
                  </a:lnTo>
                  <a:lnTo>
                    <a:pt x="29508" y="699997"/>
                  </a:lnTo>
                  <a:lnTo>
                    <a:pt x="34426" y="698357"/>
                  </a:lnTo>
                  <a:lnTo>
                    <a:pt x="36065" y="695079"/>
                  </a:lnTo>
                  <a:lnTo>
                    <a:pt x="36065" y="691800"/>
                  </a:lnTo>
                  <a:lnTo>
                    <a:pt x="36065" y="690161"/>
                  </a:lnTo>
                  <a:lnTo>
                    <a:pt x="37705" y="686882"/>
                  </a:lnTo>
                  <a:lnTo>
                    <a:pt x="39344" y="685243"/>
                  </a:lnTo>
                  <a:lnTo>
                    <a:pt x="42623" y="683603"/>
                  </a:lnTo>
                  <a:lnTo>
                    <a:pt x="45901" y="683603"/>
                  </a:lnTo>
                  <a:lnTo>
                    <a:pt x="45901" y="681964"/>
                  </a:lnTo>
                  <a:lnTo>
                    <a:pt x="45901" y="681964"/>
                  </a:lnTo>
                  <a:lnTo>
                    <a:pt x="42623" y="678685"/>
                  </a:lnTo>
                  <a:lnTo>
                    <a:pt x="39344" y="678685"/>
                  </a:lnTo>
                  <a:lnTo>
                    <a:pt x="40983" y="673767"/>
                  </a:lnTo>
                  <a:lnTo>
                    <a:pt x="39344" y="670489"/>
                  </a:lnTo>
                  <a:lnTo>
                    <a:pt x="39344" y="667210"/>
                  </a:lnTo>
                  <a:lnTo>
                    <a:pt x="42623" y="665571"/>
                  </a:lnTo>
                  <a:lnTo>
                    <a:pt x="45901" y="670489"/>
                  </a:lnTo>
                  <a:lnTo>
                    <a:pt x="49180" y="670489"/>
                  </a:lnTo>
                  <a:lnTo>
                    <a:pt x="50820" y="667210"/>
                  </a:lnTo>
                  <a:lnTo>
                    <a:pt x="52458" y="662292"/>
                  </a:lnTo>
                  <a:lnTo>
                    <a:pt x="57377" y="663931"/>
                  </a:lnTo>
                  <a:lnTo>
                    <a:pt x="60655" y="665571"/>
                  </a:lnTo>
                  <a:lnTo>
                    <a:pt x="65573" y="665571"/>
                  </a:lnTo>
                  <a:lnTo>
                    <a:pt x="68852" y="663931"/>
                  </a:lnTo>
                  <a:lnTo>
                    <a:pt x="68852" y="660653"/>
                  </a:lnTo>
                  <a:lnTo>
                    <a:pt x="72131" y="657374"/>
                  </a:lnTo>
                  <a:lnTo>
                    <a:pt x="75410" y="657374"/>
                  </a:lnTo>
                  <a:lnTo>
                    <a:pt x="78688" y="657374"/>
                  </a:lnTo>
                  <a:lnTo>
                    <a:pt x="83606" y="657374"/>
                  </a:lnTo>
                  <a:lnTo>
                    <a:pt x="86885" y="659013"/>
                  </a:lnTo>
                  <a:lnTo>
                    <a:pt x="90164" y="659013"/>
                  </a:lnTo>
                  <a:lnTo>
                    <a:pt x="95081" y="660653"/>
                  </a:lnTo>
                  <a:lnTo>
                    <a:pt x="98360" y="660653"/>
                  </a:lnTo>
                  <a:lnTo>
                    <a:pt x="100000" y="662292"/>
                  </a:lnTo>
                  <a:lnTo>
                    <a:pt x="103278" y="662292"/>
                  </a:lnTo>
                  <a:lnTo>
                    <a:pt x="103278" y="662292"/>
                  </a:lnTo>
                  <a:lnTo>
                    <a:pt x="106557" y="660653"/>
                  </a:lnTo>
                  <a:lnTo>
                    <a:pt x="103278" y="657374"/>
                  </a:lnTo>
                  <a:lnTo>
                    <a:pt x="100000" y="655735"/>
                  </a:lnTo>
                  <a:lnTo>
                    <a:pt x="98360" y="655735"/>
                  </a:lnTo>
                  <a:lnTo>
                    <a:pt x="95081" y="654095"/>
                  </a:lnTo>
                  <a:lnTo>
                    <a:pt x="90164" y="649177"/>
                  </a:lnTo>
                  <a:lnTo>
                    <a:pt x="86885" y="649177"/>
                  </a:lnTo>
                  <a:lnTo>
                    <a:pt x="83606" y="649177"/>
                  </a:lnTo>
                  <a:lnTo>
                    <a:pt x="78688" y="650817"/>
                  </a:lnTo>
                  <a:lnTo>
                    <a:pt x="75410" y="649177"/>
                  </a:lnTo>
                  <a:lnTo>
                    <a:pt x="70491" y="650817"/>
                  </a:lnTo>
                  <a:lnTo>
                    <a:pt x="67213" y="649177"/>
                  </a:lnTo>
                  <a:lnTo>
                    <a:pt x="63934" y="645899"/>
                  </a:lnTo>
                  <a:lnTo>
                    <a:pt x="60655" y="642620"/>
                  </a:lnTo>
                  <a:lnTo>
                    <a:pt x="55737" y="642620"/>
                  </a:lnTo>
                  <a:lnTo>
                    <a:pt x="54098" y="642620"/>
                  </a:lnTo>
                  <a:lnTo>
                    <a:pt x="50820" y="637702"/>
                  </a:lnTo>
                  <a:lnTo>
                    <a:pt x="47541" y="634423"/>
                  </a:lnTo>
                  <a:lnTo>
                    <a:pt x="52458" y="636063"/>
                  </a:lnTo>
                  <a:lnTo>
                    <a:pt x="55737" y="637702"/>
                  </a:lnTo>
                  <a:lnTo>
                    <a:pt x="54098" y="634423"/>
                  </a:lnTo>
                  <a:lnTo>
                    <a:pt x="54098" y="631145"/>
                  </a:lnTo>
                  <a:lnTo>
                    <a:pt x="55737" y="629505"/>
                  </a:lnTo>
                  <a:lnTo>
                    <a:pt x="54098" y="627866"/>
                  </a:lnTo>
                  <a:lnTo>
                    <a:pt x="54098" y="627866"/>
                  </a:lnTo>
                  <a:lnTo>
                    <a:pt x="49180" y="629505"/>
                  </a:lnTo>
                  <a:lnTo>
                    <a:pt x="45901" y="631145"/>
                  </a:lnTo>
                  <a:lnTo>
                    <a:pt x="42623" y="634423"/>
                  </a:lnTo>
                  <a:lnTo>
                    <a:pt x="37705" y="636063"/>
                  </a:lnTo>
                  <a:lnTo>
                    <a:pt x="34426" y="636063"/>
                  </a:lnTo>
                  <a:lnTo>
                    <a:pt x="31147" y="634423"/>
                  </a:lnTo>
                  <a:lnTo>
                    <a:pt x="27868" y="634423"/>
                  </a:lnTo>
                  <a:lnTo>
                    <a:pt x="29508" y="632784"/>
                  </a:lnTo>
                  <a:lnTo>
                    <a:pt x="32787" y="631145"/>
                  </a:lnTo>
                  <a:lnTo>
                    <a:pt x="37705" y="627866"/>
                  </a:lnTo>
                  <a:lnTo>
                    <a:pt x="39344" y="626227"/>
                  </a:lnTo>
                  <a:lnTo>
                    <a:pt x="42623" y="622948"/>
                  </a:lnTo>
                  <a:lnTo>
                    <a:pt x="44262" y="621309"/>
                  </a:lnTo>
                  <a:lnTo>
                    <a:pt x="47541" y="619669"/>
                  </a:lnTo>
                  <a:lnTo>
                    <a:pt x="47541" y="618030"/>
                  </a:lnTo>
                  <a:lnTo>
                    <a:pt x="49180" y="618030"/>
                  </a:lnTo>
                  <a:lnTo>
                    <a:pt x="52458" y="614751"/>
                  </a:lnTo>
                  <a:lnTo>
                    <a:pt x="57377" y="613112"/>
                  </a:lnTo>
                  <a:lnTo>
                    <a:pt x="57377" y="611473"/>
                  </a:lnTo>
                  <a:lnTo>
                    <a:pt x="59016" y="611473"/>
                  </a:lnTo>
                  <a:lnTo>
                    <a:pt x="62295" y="609833"/>
                  </a:lnTo>
                  <a:lnTo>
                    <a:pt x="65573" y="608194"/>
                  </a:lnTo>
                  <a:lnTo>
                    <a:pt x="68852" y="604915"/>
                  </a:lnTo>
                  <a:lnTo>
                    <a:pt x="72131" y="601637"/>
                  </a:lnTo>
                  <a:lnTo>
                    <a:pt x="75410" y="598358"/>
                  </a:lnTo>
                  <a:lnTo>
                    <a:pt x="75410" y="598358"/>
                  </a:lnTo>
                  <a:lnTo>
                    <a:pt x="75410" y="596719"/>
                  </a:lnTo>
                  <a:lnTo>
                    <a:pt x="78688" y="596719"/>
                  </a:lnTo>
                  <a:lnTo>
                    <a:pt x="81967" y="593440"/>
                  </a:lnTo>
                  <a:lnTo>
                    <a:pt x="85245" y="590161"/>
                  </a:lnTo>
                  <a:lnTo>
                    <a:pt x="88524" y="586882"/>
                  </a:lnTo>
                  <a:lnTo>
                    <a:pt x="90164" y="585243"/>
                  </a:lnTo>
                  <a:lnTo>
                    <a:pt x="91803" y="581965"/>
                  </a:lnTo>
                  <a:lnTo>
                    <a:pt x="91803" y="581965"/>
                  </a:lnTo>
                  <a:lnTo>
                    <a:pt x="93442" y="580325"/>
                  </a:lnTo>
                  <a:lnTo>
                    <a:pt x="96721" y="577046"/>
                  </a:lnTo>
                  <a:lnTo>
                    <a:pt x="101639" y="573768"/>
                  </a:lnTo>
                  <a:lnTo>
                    <a:pt x="104917" y="570489"/>
                  </a:lnTo>
                  <a:lnTo>
                    <a:pt x="106557" y="568850"/>
                  </a:lnTo>
                  <a:lnTo>
                    <a:pt x="111475" y="565571"/>
                  </a:lnTo>
                  <a:lnTo>
                    <a:pt x="114754" y="562292"/>
                  </a:lnTo>
                  <a:lnTo>
                    <a:pt x="118032" y="559014"/>
                  </a:lnTo>
                  <a:lnTo>
                    <a:pt x="122950" y="555735"/>
                  </a:lnTo>
                  <a:lnTo>
                    <a:pt x="122950" y="552456"/>
                  </a:lnTo>
                  <a:lnTo>
                    <a:pt x="124590" y="547539"/>
                  </a:lnTo>
                  <a:lnTo>
                    <a:pt x="126229" y="544260"/>
                  </a:lnTo>
                  <a:lnTo>
                    <a:pt x="129508" y="540981"/>
                  </a:lnTo>
                  <a:lnTo>
                    <a:pt x="126229" y="537702"/>
                  </a:lnTo>
                  <a:lnTo>
                    <a:pt x="121311" y="534424"/>
                  </a:lnTo>
                  <a:lnTo>
                    <a:pt x="118032" y="532784"/>
                  </a:lnTo>
                  <a:lnTo>
                    <a:pt x="116393" y="527866"/>
                  </a:lnTo>
                  <a:lnTo>
                    <a:pt x="111475" y="526227"/>
                  </a:lnTo>
                  <a:lnTo>
                    <a:pt x="108196" y="524588"/>
                  </a:lnTo>
                  <a:lnTo>
                    <a:pt x="104917" y="522948"/>
                  </a:lnTo>
                  <a:lnTo>
                    <a:pt x="100000" y="521309"/>
                  </a:lnTo>
                  <a:lnTo>
                    <a:pt x="96721" y="519670"/>
                  </a:lnTo>
                  <a:lnTo>
                    <a:pt x="93442" y="518030"/>
                  </a:lnTo>
                  <a:lnTo>
                    <a:pt x="90164" y="516391"/>
                  </a:lnTo>
                  <a:lnTo>
                    <a:pt x="85245" y="514752"/>
                  </a:lnTo>
                  <a:lnTo>
                    <a:pt x="83606" y="513112"/>
                  </a:lnTo>
                  <a:lnTo>
                    <a:pt x="80327" y="511473"/>
                  </a:lnTo>
                  <a:lnTo>
                    <a:pt x="77049" y="508194"/>
                  </a:lnTo>
                  <a:lnTo>
                    <a:pt x="75410" y="508194"/>
                  </a:lnTo>
                  <a:lnTo>
                    <a:pt x="77049" y="508194"/>
                  </a:lnTo>
                  <a:lnTo>
                    <a:pt x="77049" y="506555"/>
                  </a:lnTo>
                  <a:lnTo>
                    <a:pt x="81967" y="506555"/>
                  </a:lnTo>
                  <a:lnTo>
                    <a:pt x="85245" y="501637"/>
                  </a:lnTo>
                  <a:lnTo>
                    <a:pt x="88524" y="499998"/>
                  </a:lnTo>
                  <a:lnTo>
                    <a:pt x="91803" y="495080"/>
                  </a:lnTo>
                  <a:lnTo>
                    <a:pt x="90164" y="491801"/>
                  </a:lnTo>
                  <a:lnTo>
                    <a:pt x="88524" y="488522"/>
                  </a:lnTo>
                  <a:lnTo>
                    <a:pt x="85245" y="486883"/>
                  </a:lnTo>
                  <a:lnTo>
                    <a:pt x="81967" y="485244"/>
                  </a:lnTo>
                  <a:lnTo>
                    <a:pt x="77049" y="483604"/>
                  </a:lnTo>
                  <a:lnTo>
                    <a:pt x="73770" y="481965"/>
                  </a:lnTo>
                  <a:lnTo>
                    <a:pt x="72131" y="477047"/>
                  </a:lnTo>
                  <a:lnTo>
                    <a:pt x="72131" y="477047"/>
                  </a:lnTo>
                  <a:lnTo>
                    <a:pt x="70491" y="475408"/>
                  </a:lnTo>
                  <a:lnTo>
                    <a:pt x="72131" y="473768"/>
                  </a:lnTo>
                  <a:lnTo>
                    <a:pt x="77049" y="470490"/>
                  </a:lnTo>
                  <a:lnTo>
                    <a:pt x="73770" y="467211"/>
                  </a:lnTo>
                  <a:lnTo>
                    <a:pt x="70491" y="467211"/>
                  </a:lnTo>
                  <a:lnTo>
                    <a:pt x="67213" y="467211"/>
                  </a:lnTo>
                  <a:lnTo>
                    <a:pt x="62295" y="465572"/>
                  </a:lnTo>
                  <a:lnTo>
                    <a:pt x="59016" y="462293"/>
                  </a:lnTo>
                  <a:lnTo>
                    <a:pt x="57377" y="459014"/>
                  </a:lnTo>
                  <a:lnTo>
                    <a:pt x="60655" y="455736"/>
                  </a:lnTo>
                  <a:lnTo>
                    <a:pt x="63934" y="454096"/>
                  </a:lnTo>
                  <a:lnTo>
                    <a:pt x="60655" y="450818"/>
                  </a:lnTo>
                  <a:lnTo>
                    <a:pt x="57377" y="450818"/>
                  </a:lnTo>
                  <a:lnTo>
                    <a:pt x="55737" y="447539"/>
                  </a:lnTo>
                  <a:lnTo>
                    <a:pt x="59016" y="444260"/>
                  </a:lnTo>
                  <a:lnTo>
                    <a:pt x="57377" y="439342"/>
                  </a:lnTo>
                  <a:lnTo>
                    <a:pt x="60655" y="436064"/>
                  </a:lnTo>
                  <a:lnTo>
                    <a:pt x="57377" y="434424"/>
                  </a:lnTo>
                  <a:lnTo>
                    <a:pt x="60655" y="432785"/>
                  </a:lnTo>
                  <a:lnTo>
                    <a:pt x="63934" y="432785"/>
                  </a:lnTo>
                  <a:lnTo>
                    <a:pt x="68852" y="431145"/>
                  </a:lnTo>
                  <a:lnTo>
                    <a:pt x="67213" y="427867"/>
                  </a:lnTo>
                  <a:lnTo>
                    <a:pt x="65573" y="426228"/>
                  </a:lnTo>
                  <a:lnTo>
                    <a:pt x="62295" y="421309"/>
                  </a:lnTo>
                  <a:lnTo>
                    <a:pt x="62295" y="421309"/>
                  </a:lnTo>
                  <a:lnTo>
                    <a:pt x="60655" y="418031"/>
                  </a:lnTo>
                  <a:lnTo>
                    <a:pt x="55737" y="413113"/>
                  </a:lnTo>
                  <a:lnTo>
                    <a:pt x="52458" y="409834"/>
                  </a:lnTo>
                  <a:lnTo>
                    <a:pt x="49180" y="406555"/>
                  </a:lnTo>
                  <a:lnTo>
                    <a:pt x="47541" y="403277"/>
                  </a:lnTo>
                  <a:lnTo>
                    <a:pt x="44262" y="399998"/>
                  </a:lnTo>
                  <a:lnTo>
                    <a:pt x="40983" y="396719"/>
                  </a:lnTo>
                  <a:lnTo>
                    <a:pt x="37705" y="393441"/>
                  </a:lnTo>
                  <a:lnTo>
                    <a:pt x="34426" y="390162"/>
                  </a:lnTo>
                  <a:lnTo>
                    <a:pt x="31147" y="386883"/>
                  </a:lnTo>
                  <a:lnTo>
                    <a:pt x="29508" y="383605"/>
                  </a:lnTo>
                  <a:lnTo>
                    <a:pt x="31147" y="380326"/>
                  </a:lnTo>
                  <a:lnTo>
                    <a:pt x="34426" y="377047"/>
                  </a:lnTo>
                  <a:lnTo>
                    <a:pt x="37705" y="373769"/>
                  </a:lnTo>
                  <a:lnTo>
                    <a:pt x="42623" y="370490"/>
                  </a:lnTo>
                  <a:lnTo>
                    <a:pt x="45901" y="367211"/>
                  </a:lnTo>
                  <a:lnTo>
                    <a:pt x="49180" y="363933"/>
                  </a:lnTo>
                  <a:lnTo>
                    <a:pt x="52458" y="360654"/>
                  </a:lnTo>
                  <a:lnTo>
                    <a:pt x="52458" y="355736"/>
                  </a:lnTo>
                  <a:lnTo>
                    <a:pt x="52458" y="355736"/>
                  </a:lnTo>
                  <a:lnTo>
                    <a:pt x="49180" y="354097"/>
                  </a:lnTo>
                  <a:lnTo>
                    <a:pt x="45901" y="352457"/>
                  </a:lnTo>
                  <a:lnTo>
                    <a:pt x="40983" y="350818"/>
                  </a:lnTo>
                  <a:lnTo>
                    <a:pt x="37705" y="345900"/>
                  </a:lnTo>
                  <a:lnTo>
                    <a:pt x="32787" y="342621"/>
                  </a:lnTo>
                  <a:lnTo>
                    <a:pt x="29508" y="340982"/>
                  </a:lnTo>
                  <a:lnTo>
                    <a:pt x="24590" y="339343"/>
                  </a:lnTo>
                  <a:lnTo>
                    <a:pt x="21311" y="339343"/>
                  </a:lnTo>
                  <a:lnTo>
                    <a:pt x="18033" y="337703"/>
                  </a:lnTo>
                  <a:lnTo>
                    <a:pt x="14754" y="337703"/>
                  </a:lnTo>
                  <a:lnTo>
                    <a:pt x="9836" y="332785"/>
                  </a:lnTo>
                  <a:lnTo>
                    <a:pt x="6557" y="329507"/>
                  </a:lnTo>
                  <a:lnTo>
                    <a:pt x="3278" y="326228"/>
                  </a:lnTo>
                  <a:lnTo>
                    <a:pt x="3278" y="324589"/>
                  </a:lnTo>
                  <a:lnTo>
                    <a:pt x="3278" y="322949"/>
                  </a:lnTo>
                  <a:lnTo>
                    <a:pt x="6557" y="318031"/>
                  </a:lnTo>
                  <a:lnTo>
                    <a:pt x="9836" y="314753"/>
                  </a:lnTo>
                  <a:lnTo>
                    <a:pt x="8197" y="311474"/>
                  </a:lnTo>
                  <a:lnTo>
                    <a:pt x="3278" y="311474"/>
                  </a:lnTo>
                  <a:lnTo>
                    <a:pt x="0" y="31147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2" name="Freeform 2631">
              <a:extLst>
                <a:ext uri="{FF2B5EF4-FFF2-40B4-BE49-F238E27FC236}">
                  <a16:creationId xmlns:a16="http://schemas.microsoft.com/office/drawing/2014/main" id="{75D152F2-2D0D-034E-998A-DFEDE1A51918}"/>
                </a:ext>
              </a:extLst>
            </p:cNvPr>
            <p:cNvSpPr/>
            <p:nvPr/>
          </p:nvSpPr>
          <p:spPr>
            <a:xfrm>
              <a:off x="6581243" y="754257"/>
              <a:ext cx="90163" cy="11475"/>
            </a:xfrm>
            <a:custGeom>
              <a:avLst/>
              <a:gdLst>
                <a:gd name="connsiteX0" fmla="*/ 0 w 90163"/>
                <a:gd name="connsiteY0" fmla="*/ 6557 h 11475"/>
                <a:gd name="connsiteX1" fmla="*/ 0 w 90163"/>
                <a:gd name="connsiteY1" fmla="*/ 8197 h 11475"/>
                <a:gd name="connsiteX2" fmla="*/ 3278 w 90163"/>
                <a:gd name="connsiteY2" fmla="*/ 8197 h 11475"/>
                <a:gd name="connsiteX3" fmla="*/ 8197 w 90163"/>
                <a:gd name="connsiteY3" fmla="*/ 8197 h 11475"/>
                <a:gd name="connsiteX4" fmla="*/ 11475 w 90163"/>
                <a:gd name="connsiteY4" fmla="*/ 8197 h 11475"/>
                <a:gd name="connsiteX5" fmla="*/ 16393 w 90163"/>
                <a:gd name="connsiteY5" fmla="*/ 9836 h 11475"/>
                <a:gd name="connsiteX6" fmla="*/ 19672 w 90163"/>
                <a:gd name="connsiteY6" fmla="*/ 8197 h 11475"/>
                <a:gd name="connsiteX7" fmla="*/ 24590 w 90163"/>
                <a:gd name="connsiteY7" fmla="*/ 8197 h 11475"/>
                <a:gd name="connsiteX8" fmla="*/ 27868 w 90163"/>
                <a:gd name="connsiteY8" fmla="*/ 11475 h 11475"/>
                <a:gd name="connsiteX9" fmla="*/ 31147 w 90163"/>
                <a:gd name="connsiteY9" fmla="*/ 11475 h 11475"/>
                <a:gd name="connsiteX10" fmla="*/ 34426 w 90163"/>
                <a:gd name="connsiteY10" fmla="*/ 11475 h 11475"/>
                <a:gd name="connsiteX11" fmla="*/ 39344 w 90163"/>
                <a:gd name="connsiteY11" fmla="*/ 9836 h 11475"/>
                <a:gd name="connsiteX12" fmla="*/ 42623 w 90163"/>
                <a:gd name="connsiteY12" fmla="*/ 8197 h 11475"/>
                <a:gd name="connsiteX13" fmla="*/ 45901 w 90163"/>
                <a:gd name="connsiteY13" fmla="*/ 8197 h 11475"/>
                <a:gd name="connsiteX14" fmla="*/ 50820 w 90163"/>
                <a:gd name="connsiteY14" fmla="*/ 8197 h 11475"/>
                <a:gd name="connsiteX15" fmla="*/ 54098 w 90163"/>
                <a:gd name="connsiteY15" fmla="*/ 6557 h 11475"/>
                <a:gd name="connsiteX16" fmla="*/ 57377 w 90163"/>
                <a:gd name="connsiteY16" fmla="*/ 4918 h 11475"/>
                <a:gd name="connsiteX17" fmla="*/ 62295 w 90163"/>
                <a:gd name="connsiteY17" fmla="*/ 3279 h 11475"/>
                <a:gd name="connsiteX18" fmla="*/ 65573 w 90163"/>
                <a:gd name="connsiteY18" fmla="*/ 3279 h 11475"/>
                <a:gd name="connsiteX19" fmla="*/ 68852 w 90163"/>
                <a:gd name="connsiteY19" fmla="*/ 4918 h 11475"/>
                <a:gd name="connsiteX20" fmla="*/ 73770 w 90163"/>
                <a:gd name="connsiteY20" fmla="*/ 6557 h 11475"/>
                <a:gd name="connsiteX21" fmla="*/ 77049 w 90163"/>
                <a:gd name="connsiteY21" fmla="*/ 6557 h 11475"/>
                <a:gd name="connsiteX22" fmla="*/ 81967 w 90163"/>
                <a:gd name="connsiteY22" fmla="*/ 6557 h 11475"/>
                <a:gd name="connsiteX23" fmla="*/ 85245 w 90163"/>
                <a:gd name="connsiteY23" fmla="*/ 6557 h 11475"/>
                <a:gd name="connsiteX24" fmla="*/ 90164 w 90163"/>
                <a:gd name="connsiteY24" fmla="*/ 6557 h 11475"/>
                <a:gd name="connsiteX25" fmla="*/ 85245 w 90163"/>
                <a:gd name="connsiteY25" fmla="*/ 4918 h 11475"/>
                <a:gd name="connsiteX26" fmla="*/ 81967 w 90163"/>
                <a:gd name="connsiteY26" fmla="*/ 3279 h 11475"/>
                <a:gd name="connsiteX27" fmla="*/ 85245 w 90163"/>
                <a:gd name="connsiteY27" fmla="*/ 3279 h 11475"/>
                <a:gd name="connsiteX28" fmla="*/ 81967 w 90163"/>
                <a:gd name="connsiteY28" fmla="*/ 1639 h 11475"/>
                <a:gd name="connsiteX29" fmla="*/ 78688 w 90163"/>
                <a:gd name="connsiteY29" fmla="*/ 1639 h 11475"/>
                <a:gd name="connsiteX30" fmla="*/ 73770 w 90163"/>
                <a:gd name="connsiteY30" fmla="*/ 1639 h 11475"/>
                <a:gd name="connsiteX31" fmla="*/ 68852 w 90163"/>
                <a:gd name="connsiteY31" fmla="*/ 1639 h 11475"/>
                <a:gd name="connsiteX32" fmla="*/ 65573 w 90163"/>
                <a:gd name="connsiteY32" fmla="*/ 1639 h 11475"/>
                <a:gd name="connsiteX33" fmla="*/ 60655 w 90163"/>
                <a:gd name="connsiteY33" fmla="*/ 0 h 11475"/>
                <a:gd name="connsiteX34" fmla="*/ 57377 w 90163"/>
                <a:gd name="connsiteY34" fmla="*/ 0 h 11475"/>
                <a:gd name="connsiteX35" fmla="*/ 52458 w 90163"/>
                <a:gd name="connsiteY35" fmla="*/ 0 h 11475"/>
                <a:gd name="connsiteX36" fmla="*/ 49180 w 90163"/>
                <a:gd name="connsiteY36" fmla="*/ 1639 h 11475"/>
                <a:gd name="connsiteX37" fmla="*/ 44262 w 90163"/>
                <a:gd name="connsiteY37" fmla="*/ 3279 h 11475"/>
                <a:gd name="connsiteX38" fmla="*/ 40983 w 90163"/>
                <a:gd name="connsiteY38" fmla="*/ 3279 h 11475"/>
                <a:gd name="connsiteX39" fmla="*/ 36065 w 90163"/>
                <a:gd name="connsiteY39" fmla="*/ 3279 h 11475"/>
                <a:gd name="connsiteX40" fmla="*/ 32787 w 90163"/>
                <a:gd name="connsiteY40" fmla="*/ 4918 h 11475"/>
                <a:gd name="connsiteX41" fmla="*/ 27868 w 90163"/>
                <a:gd name="connsiteY41" fmla="*/ 4918 h 11475"/>
                <a:gd name="connsiteX42" fmla="*/ 24590 w 90163"/>
                <a:gd name="connsiteY42" fmla="*/ 4918 h 11475"/>
                <a:gd name="connsiteX43" fmla="*/ 21311 w 90163"/>
                <a:gd name="connsiteY43" fmla="*/ 4918 h 11475"/>
                <a:gd name="connsiteX44" fmla="*/ 16393 w 90163"/>
                <a:gd name="connsiteY44" fmla="*/ 4918 h 11475"/>
                <a:gd name="connsiteX45" fmla="*/ 11475 w 90163"/>
                <a:gd name="connsiteY45" fmla="*/ 4918 h 11475"/>
                <a:gd name="connsiteX46" fmla="*/ 8197 w 90163"/>
                <a:gd name="connsiteY46" fmla="*/ 6557 h 11475"/>
                <a:gd name="connsiteX47" fmla="*/ 4918 w 90163"/>
                <a:gd name="connsiteY47" fmla="*/ 655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90163" h="11475">
                  <a:moveTo>
                    <a:pt x="0" y="6557"/>
                  </a:moveTo>
                  <a:lnTo>
                    <a:pt x="0" y="8197"/>
                  </a:lnTo>
                  <a:lnTo>
                    <a:pt x="3278" y="8197"/>
                  </a:lnTo>
                  <a:lnTo>
                    <a:pt x="8197" y="8197"/>
                  </a:lnTo>
                  <a:lnTo>
                    <a:pt x="11475" y="8197"/>
                  </a:lnTo>
                  <a:lnTo>
                    <a:pt x="16393" y="9836"/>
                  </a:lnTo>
                  <a:lnTo>
                    <a:pt x="19672" y="8197"/>
                  </a:lnTo>
                  <a:lnTo>
                    <a:pt x="24590" y="8197"/>
                  </a:lnTo>
                  <a:lnTo>
                    <a:pt x="27868" y="11475"/>
                  </a:lnTo>
                  <a:lnTo>
                    <a:pt x="31147" y="11475"/>
                  </a:lnTo>
                  <a:lnTo>
                    <a:pt x="34426" y="11475"/>
                  </a:lnTo>
                  <a:lnTo>
                    <a:pt x="39344" y="9836"/>
                  </a:lnTo>
                  <a:lnTo>
                    <a:pt x="42623" y="8197"/>
                  </a:lnTo>
                  <a:lnTo>
                    <a:pt x="45901" y="8197"/>
                  </a:lnTo>
                  <a:lnTo>
                    <a:pt x="50820" y="8197"/>
                  </a:lnTo>
                  <a:lnTo>
                    <a:pt x="54098" y="6557"/>
                  </a:lnTo>
                  <a:lnTo>
                    <a:pt x="57377" y="4918"/>
                  </a:lnTo>
                  <a:lnTo>
                    <a:pt x="62295" y="3279"/>
                  </a:lnTo>
                  <a:lnTo>
                    <a:pt x="65573" y="3279"/>
                  </a:lnTo>
                  <a:lnTo>
                    <a:pt x="68852" y="4918"/>
                  </a:lnTo>
                  <a:lnTo>
                    <a:pt x="73770" y="6557"/>
                  </a:lnTo>
                  <a:lnTo>
                    <a:pt x="77049" y="6557"/>
                  </a:lnTo>
                  <a:lnTo>
                    <a:pt x="81967" y="6557"/>
                  </a:lnTo>
                  <a:lnTo>
                    <a:pt x="85245" y="6557"/>
                  </a:lnTo>
                  <a:lnTo>
                    <a:pt x="90164" y="6557"/>
                  </a:lnTo>
                  <a:lnTo>
                    <a:pt x="85245" y="4918"/>
                  </a:lnTo>
                  <a:lnTo>
                    <a:pt x="81967" y="3279"/>
                  </a:lnTo>
                  <a:lnTo>
                    <a:pt x="85245" y="3279"/>
                  </a:lnTo>
                  <a:lnTo>
                    <a:pt x="81967" y="1639"/>
                  </a:lnTo>
                  <a:lnTo>
                    <a:pt x="78688" y="1639"/>
                  </a:lnTo>
                  <a:lnTo>
                    <a:pt x="73770" y="1639"/>
                  </a:lnTo>
                  <a:lnTo>
                    <a:pt x="68852" y="1639"/>
                  </a:lnTo>
                  <a:lnTo>
                    <a:pt x="65573" y="1639"/>
                  </a:lnTo>
                  <a:lnTo>
                    <a:pt x="60655" y="0"/>
                  </a:lnTo>
                  <a:lnTo>
                    <a:pt x="57377" y="0"/>
                  </a:lnTo>
                  <a:lnTo>
                    <a:pt x="52458" y="0"/>
                  </a:lnTo>
                  <a:lnTo>
                    <a:pt x="49180" y="1639"/>
                  </a:lnTo>
                  <a:lnTo>
                    <a:pt x="44262" y="3279"/>
                  </a:lnTo>
                  <a:lnTo>
                    <a:pt x="40983" y="3279"/>
                  </a:lnTo>
                  <a:lnTo>
                    <a:pt x="36065" y="3279"/>
                  </a:lnTo>
                  <a:lnTo>
                    <a:pt x="32787" y="4918"/>
                  </a:lnTo>
                  <a:lnTo>
                    <a:pt x="27868" y="4918"/>
                  </a:lnTo>
                  <a:lnTo>
                    <a:pt x="24590" y="4918"/>
                  </a:lnTo>
                  <a:lnTo>
                    <a:pt x="21311" y="4918"/>
                  </a:lnTo>
                  <a:lnTo>
                    <a:pt x="16393" y="4918"/>
                  </a:lnTo>
                  <a:lnTo>
                    <a:pt x="11475" y="4918"/>
                  </a:lnTo>
                  <a:lnTo>
                    <a:pt x="8197" y="6557"/>
                  </a:lnTo>
                  <a:lnTo>
                    <a:pt x="491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3" name="Freeform 2632">
              <a:extLst>
                <a:ext uri="{FF2B5EF4-FFF2-40B4-BE49-F238E27FC236}">
                  <a16:creationId xmlns:a16="http://schemas.microsoft.com/office/drawing/2014/main" id="{0D9B1C42-D0D9-5742-9BEA-B325F5F296D3}"/>
                </a:ext>
              </a:extLst>
            </p:cNvPr>
            <p:cNvSpPr/>
            <p:nvPr/>
          </p:nvSpPr>
          <p:spPr>
            <a:xfrm>
              <a:off x="6627145" y="752617"/>
              <a:ext cx="111475" cy="24590"/>
            </a:xfrm>
            <a:custGeom>
              <a:avLst/>
              <a:gdLst>
                <a:gd name="connsiteX0" fmla="*/ 26229 w 111475"/>
                <a:gd name="connsiteY0" fmla="*/ 22951 h 24590"/>
                <a:gd name="connsiteX1" fmla="*/ 29508 w 111475"/>
                <a:gd name="connsiteY1" fmla="*/ 24590 h 24590"/>
                <a:gd name="connsiteX2" fmla="*/ 34426 w 111475"/>
                <a:gd name="connsiteY2" fmla="*/ 24590 h 24590"/>
                <a:gd name="connsiteX3" fmla="*/ 37705 w 111475"/>
                <a:gd name="connsiteY3" fmla="*/ 22951 h 24590"/>
                <a:gd name="connsiteX4" fmla="*/ 40983 w 111475"/>
                <a:gd name="connsiteY4" fmla="*/ 22951 h 24590"/>
                <a:gd name="connsiteX5" fmla="*/ 45902 w 111475"/>
                <a:gd name="connsiteY5" fmla="*/ 22951 h 24590"/>
                <a:gd name="connsiteX6" fmla="*/ 49180 w 111475"/>
                <a:gd name="connsiteY6" fmla="*/ 21311 h 24590"/>
                <a:gd name="connsiteX7" fmla="*/ 52459 w 111475"/>
                <a:gd name="connsiteY7" fmla="*/ 22951 h 24590"/>
                <a:gd name="connsiteX8" fmla="*/ 57377 w 111475"/>
                <a:gd name="connsiteY8" fmla="*/ 22951 h 24590"/>
                <a:gd name="connsiteX9" fmla="*/ 54098 w 111475"/>
                <a:gd name="connsiteY9" fmla="*/ 18033 h 24590"/>
                <a:gd name="connsiteX10" fmla="*/ 50820 w 111475"/>
                <a:gd name="connsiteY10" fmla="*/ 18033 h 24590"/>
                <a:gd name="connsiteX11" fmla="*/ 47541 w 111475"/>
                <a:gd name="connsiteY11" fmla="*/ 18033 h 24590"/>
                <a:gd name="connsiteX12" fmla="*/ 50820 w 111475"/>
                <a:gd name="connsiteY12" fmla="*/ 14754 h 24590"/>
                <a:gd name="connsiteX13" fmla="*/ 55737 w 111475"/>
                <a:gd name="connsiteY13" fmla="*/ 16393 h 24590"/>
                <a:gd name="connsiteX14" fmla="*/ 59016 w 111475"/>
                <a:gd name="connsiteY14" fmla="*/ 14754 h 24590"/>
                <a:gd name="connsiteX15" fmla="*/ 62295 w 111475"/>
                <a:gd name="connsiteY15" fmla="*/ 16393 h 24590"/>
                <a:gd name="connsiteX16" fmla="*/ 65573 w 111475"/>
                <a:gd name="connsiteY16" fmla="*/ 16393 h 24590"/>
                <a:gd name="connsiteX17" fmla="*/ 70492 w 111475"/>
                <a:gd name="connsiteY17" fmla="*/ 16393 h 24590"/>
                <a:gd name="connsiteX18" fmla="*/ 73770 w 111475"/>
                <a:gd name="connsiteY18" fmla="*/ 13115 h 24590"/>
                <a:gd name="connsiteX19" fmla="*/ 77049 w 111475"/>
                <a:gd name="connsiteY19" fmla="*/ 11475 h 24590"/>
                <a:gd name="connsiteX20" fmla="*/ 81967 w 111475"/>
                <a:gd name="connsiteY20" fmla="*/ 11475 h 24590"/>
                <a:gd name="connsiteX21" fmla="*/ 86885 w 111475"/>
                <a:gd name="connsiteY21" fmla="*/ 11475 h 24590"/>
                <a:gd name="connsiteX22" fmla="*/ 90164 w 111475"/>
                <a:gd name="connsiteY22" fmla="*/ 11475 h 24590"/>
                <a:gd name="connsiteX23" fmla="*/ 95082 w 111475"/>
                <a:gd name="connsiteY23" fmla="*/ 11475 h 24590"/>
                <a:gd name="connsiteX24" fmla="*/ 98360 w 111475"/>
                <a:gd name="connsiteY24" fmla="*/ 11475 h 24590"/>
                <a:gd name="connsiteX25" fmla="*/ 103279 w 111475"/>
                <a:gd name="connsiteY25" fmla="*/ 8197 h 24590"/>
                <a:gd name="connsiteX26" fmla="*/ 106557 w 111475"/>
                <a:gd name="connsiteY26" fmla="*/ 8197 h 24590"/>
                <a:gd name="connsiteX27" fmla="*/ 111475 w 111475"/>
                <a:gd name="connsiteY27" fmla="*/ 8197 h 24590"/>
                <a:gd name="connsiteX28" fmla="*/ 106557 w 111475"/>
                <a:gd name="connsiteY28" fmla="*/ 4918 h 24590"/>
                <a:gd name="connsiteX29" fmla="*/ 103279 w 111475"/>
                <a:gd name="connsiteY29" fmla="*/ 4918 h 24590"/>
                <a:gd name="connsiteX30" fmla="*/ 100000 w 111475"/>
                <a:gd name="connsiteY30" fmla="*/ 4918 h 24590"/>
                <a:gd name="connsiteX31" fmla="*/ 95082 w 111475"/>
                <a:gd name="connsiteY31" fmla="*/ 4918 h 24590"/>
                <a:gd name="connsiteX32" fmla="*/ 90164 w 111475"/>
                <a:gd name="connsiteY32" fmla="*/ 4918 h 24590"/>
                <a:gd name="connsiteX33" fmla="*/ 86885 w 111475"/>
                <a:gd name="connsiteY33" fmla="*/ 4918 h 24590"/>
                <a:gd name="connsiteX34" fmla="*/ 83606 w 111475"/>
                <a:gd name="connsiteY34" fmla="*/ 4918 h 24590"/>
                <a:gd name="connsiteX35" fmla="*/ 80327 w 111475"/>
                <a:gd name="connsiteY35" fmla="*/ 4918 h 24590"/>
                <a:gd name="connsiteX36" fmla="*/ 83606 w 111475"/>
                <a:gd name="connsiteY36" fmla="*/ 4918 h 24590"/>
                <a:gd name="connsiteX37" fmla="*/ 86885 w 111475"/>
                <a:gd name="connsiteY37" fmla="*/ 3279 h 24590"/>
                <a:gd name="connsiteX38" fmla="*/ 91803 w 111475"/>
                <a:gd name="connsiteY38" fmla="*/ 3279 h 24590"/>
                <a:gd name="connsiteX39" fmla="*/ 88524 w 111475"/>
                <a:gd name="connsiteY39" fmla="*/ 0 h 24590"/>
                <a:gd name="connsiteX40" fmla="*/ 83606 w 111475"/>
                <a:gd name="connsiteY40" fmla="*/ 1639 h 24590"/>
                <a:gd name="connsiteX41" fmla="*/ 80327 w 111475"/>
                <a:gd name="connsiteY41" fmla="*/ 1639 h 24590"/>
                <a:gd name="connsiteX42" fmla="*/ 75410 w 111475"/>
                <a:gd name="connsiteY42" fmla="*/ 1639 h 24590"/>
                <a:gd name="connsiteX43" fmla="*/ 72131 w 111475"/>
                <a:gd name="connsiteY43" fmla="*/ 1639 h 24590"/>
                <a:gd name="connsiteX44" fmla="*/ 75410 w 111475"/>
                <a:gd name="connsiteY44" fmla="*/ 0 h 24590"/>
                <a:gd name="connsiteX45" fmla="*/ 78688 w 111475"/>
                <a:gd name="connsiteY45" fmla="*/ 0 h 24590"/>
                <a:gd name="connsiteX46" fmla="*/ 75410 w 111475"/>
                <a:gd name="connsiteY46" fmla="*/ 0 h 24590"/>
                <a:gd name="connsiteX47" fmla="*/ 70492 w 111475"/>
                <a:gd name="connsiteY47" fmla="*/ 0 h 24590"/>
                <a:gd name="connsiteX48" fmla="*/ 67213 w 111475"/>
                <a:gd name="connsiteY48" fmla="*/ 0 h 24590"/>
                <a:gd name="connsiteX49" fmla="*/ 63934 w 111475"/>
                <a:gd name="connsiteY49" fmla="*/ 1639 h 24590"/>
                <a:gd name="connsiteX50" fmla="*/ 59016 w 111475"/>
                <a:gd name="connsiteY50" fmla="*/ 1639 h 24590"/>
                <a:gd name="connsiteX51" fmla="*/ 55737 w 111475"/>
                <a:gd name="connsiteY51" fmla="*/ 3279 h 24590"/>
                <a:gd name="connsiteX52" fmla="*/ 50820 w 111475"/>
                <a:gd name="connsiteY52" fmla="*/ 3279 h 24590"/>
                <a:gd name="connsiteX53" fmla="*/ 55737 w 111475"/>
                <a:gd name="connsiteY53" fmla="*/ 4918 h 24590"/>
                <a:gd name="connsiteX54" fmla="*/ 59016 w 111475"/>
                <a:gd name="connsiteY54" fmla="*/ 6557 h 24590"/>
                <a:gd name="connsiteX55" fmla="*/ 62295 w 111475"/>
                <a:gd name="connsiteY55" fmla="*/ 4918 h 24590"/>
                <a:gd name="connsiteX56" fmla="*/ 59016 w 111475"/>
                <a:gd name="connsiteY56" fmla="*/ 8197 h 24590"/>
                <a:gd name="connsiteX57" fmla="*/ 54098 w 111475"/>
                <a:gd name="connsiteY57" fmla="*/ 11475 h 24590"/>
                <a:gd name="connsiteX58" fmla="*/ 49180 w 111475"/>
                <a:gd name="connsiteY58" fmla="*/ 11475 h 24590"/>
                <a:gd name="connsiteX59" fmla="*/ 45902 w 111475"/>
                <a:gd name="connsiteY59" fmla="*/ 11475 h 24590"/>
                <a:gd name="connsiteX60" fmla="*/ 42623 w 111475"/>
                <a:gd name="connsiteY60" fmla="*/ 11475 h 24590"/>
                <a:gd name="connsiteX61" fmla="*/ 39344 w 111475"/>
                <a:gd name="connsiteY61" fmla="*/ 9836 h 24590"/>
                <a:gd name="connsiteX62" fmla="*/ 34426 w 111475"/>
                <a:gd name="connsiteY62" fmla="*/ 9836 h 24590"/>
                <a:gd name="connsiteX63" fmla="*/ 31147 w 111475"/>
                <a:gd name="connsiteY63" fmla="*/ 11475 h 24590"/>
                <a:gd name="connsiteX64" fmla="*/ 26229 w 111475"/>
                <a:gd name="connsiteY64" fmla="*/ 11475 h 24590"/>
                <a:gd name="connsiteX65" fmla="*/ 22951 w 111475"/>
                <a:gd name="connsiteY65" fmla="*/ 11475 h 24590"/>
                <a:gd name="connsiteX66" fmla="*/ 18033 w 111475"/>
                <a:gd name="connsiteY66" fmla="*/ 13115 h 24590"/>
                <a:gd name="connsiteX67" fmla="*/ 14754 w 111475"/>
                <a:gd name="connsiteY67" fmla="*/ 13115 h 24590"/>
                <a:gd name="connsiteX68" fmla="*/ 18033 w 111475"/>
                <a:gd name="connsiteY68" fmla="*/ 13115 h 24590"/>
                <a:gd name="connsiteX69" fmla="*/ 22951 w 111475"/>
                <a:gd name="connsiteY69" fmla="*/ 13115 h 24590"/>
                <a:gd name="connsiteX70" fmla="*/ 26229 w 111475"/>
                <a:gd name="connsiteY70" fmla="*/ 13115 h 24590"/>
                <a:gd name="connsiteX71" fmla="*/ 31147 w 111475"/>
                <a:gd name="connsiteY71" fmla="*/ 13115 h 24590"/>
                <a:gd name="connsiteX72" fmla="*/ 36066 w 111475"/>
                <a:gd name="connsiteY72" fmla="*/ 14754 h 24590"/>
                <a:gd name="connsiteX73" fmla="*/ 31147 w 111475"/>
                <a:gd name="connsiteY73" fmla="*/ 14754 h 24590"/>
                <a:gd name="connsiteX74" fmla="*/ 27869 w 111475"/>
                <a:gd name="connsiteY74" fmla="*/ 14754 h 24590"/>
                <a:gd name="connsiteX75" fmla="*/ 24590 w 111475"/>
                <a:gd name="connsiteY75" fmla="*/ 14754 h 24590"/>
                <a:gd name="connsiteX76" fmla="*/ 27869 w 111475"/>
                <a:gd name="connsiteY76" fmla="*/ 16393 h 24590"/>
                <a:gd name="connsiteX77" fmla="*/ 32787 w 111475"/>
                <a:gd name="connsiteY77" fmla="*/ 16393 h 24590"/>
                <a:gd name="connsiteX78" fmla="*/ 27869 w 111475"/>
                <a:gd name="connsiteY78" fmla="*/ 18033 h 24590"/>
                <a:gd name="connsiteX79" fmla="*/ 22951 w 111475"/>
                <a:gd name="connsiteY79" fmla="*/ 18033 h 24590"/>
                <a:gd name="connsiteX80" fmla="*/ 19672 w 111475"/>
                <a:gd name="connsiteY80" fmla="*/ 18033 h 24590"/>
                <a:gd name="connsiteX81" fmla="*/ 14754 w 111475"/>
                <a:gd name="connsiteY81" fmla="*/ 18033 h 24590"/>
                <a:gd name="connsiteX82" fmla="*/ 11476 w 111475"/>
                <a:gd name="connsiteY82" fmla="*/ 16393 h 24590"/>
                <a:gd name="connsiteX83" fmla="*/ 8197 w 111475"/>
                <a:gd name="connsiteY83" fmla="*/ 16393 h 24590"/>
                <a:gd name="connsiteX84" fmla="*/ 3279 w 111475"/>
                <a:gd name="connsiteY84" fmla="*/ 16393 h 24590"/>
                <a:gd name="connsiteX85" fmla="*/ 0 w 111475"/>
                <a:gd name="connsiteY85" fmla="*/ 18033 h 24590"/>
                <a:gd name="connsiteX86" fmla="*/ 3279 w 111475"/>
                <a:gd name="connsiteY86" fmla="*/ 19672 h 24590"/>
                <a:gd name="connsiteX87" fmla="*/ 8197 w 111475"/>
                <a:gd name="connsiteY87" fmla="*/ 21311 h 24590"/>
                <a:gd name="connsiteX88" fmla="*/ 11476 w 111475"/>
                <a:gd name="connsiteY88" fmla="*/ 21311 h 24590"/>
                <a:gd name="connsiteX89" fmla="*/ 14754 w 111475"/>
                <a:gd name="connsiteY89" fmla="*/ 21311 h 24590"/>
                <a:gd name="connsiteX90" fmla="*/ 19672 w 111475"/>
                <a:gd name="connsiteY90" fmla="*/ 19672 h 24590"/>
                <a:gd name="connsiteX91" fmla="*/ 22951 w 111475"/>
                <a:gd name="connsiteY91" fmla="*/ 19672 h 24590"/>
                <a:gd name="connsiteX92" fmla="*/ 27869 w 111475"/>
                <a:gd name="connsiteY92" fmla="*/ 19672 h 24590"/>
                <a:gd name="connsiteX93" fmla="*/ 31147 w 111475"/>
                <a:gd name="connsiteY93" fmla="*/ 19672 h 24590"/>
                <a:gd name="connsiteX94" fmla="*/ 27869 w 111475"/>
                <a:gd name="connsiteY94" fmla="*/ 21311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11475" h="24590">
                  <a:moveTo>
                    <a:pt x="26229" y="22951"/>
                  </a:moveTo>
                  <a:lnTo>
                    <a:pt x="29508" y="24590"/>
                  </a:lnTo>
                  <a:lnTo>
                    <a:pt x="34426" y="24590"/>
                  </a:lnTo>
                  <a:lnTo>
                    <a:pt x="37705" y="22951"/>
                  </a:lnTo>
                  <a:lnTo>
                    <a:pt x="40983" y="22951"/>
                  </a:lnTo>
                  <a:lnTo>
                    <a:pt x="45902" y="22951"/>
                  </a:lnTo>
                  <a:lnTo>
                    <a:pt x="49180" y="21311"/>
                  </a:lnTo>
                  <a:lnTo>
                    <a:pt x="52459" y="22951"/>
                  </a:lnTo>
                  <a:lnTo>
                    <a:pt x="57377" y="22951"/>
                  </a:lnTo>
                  <a:lnTo>
                    <a:pt x="54098" y="18033"/>
                  </a:lnTo>
                  <a:lnTo>
                    <a:pt x="50820" y="18033"/>
                  </a:lnTo>
                  <a:lnTo>
                    <a:pt x="47541" y="18033"/>
                  </a:lnTo>
                  <a:lnTo>
                    <a:pt x="50820" y="14754"/>
                  </a:lnTo>
                  <a:lnTo>
                    <a:pt x="55737" y="16393"/>
                  </a:lnTo>
                  <a:lnTo>
                    <a:pt x="59016" y="14754"/>
                  </a:lnTo>
                  <a:lnTo>
                    <a:pt x="62295" y="16393"/>
                  </a:lnTo>
                  <a:lnTo>
                    <a:pt x="65573" y="16393"/>
                  </a:lnTo>
                  <a:lnTo>
                    <a:pt x="70492" y="16393"/>
                  </a:lnTo>
                  <a:lnTo>
                    <a:pt x="73770" y="13115"/>
                  </a:lnTo>
                  <a:lnTo>
                    <a:pt x="77049" y="11475"/>
                  </a:lnTo>
                  <a:lnTo>
                    <a:pt x="81967" y="11475"/>
                  </a:lnTo>
                  <a:lnTo>
                    <a:pt x="86885" y="11475"/>
                  </a:lnTo>
                  <a:lnTo>
                    <a:pt x="90164" y="11475"/>
                  </a:lnTo>
                  <a:lnTo>
                    <a:pt x="95082" y="11475"/>
                  </a:lnTo>
                  <a:lnTo>
                    <a:pt x="98360" y="11475"/>
                  </a:lnTo>
                  <a:lnTo>
                    <a:pt x="103279" y="8197"/>
                  </a:lnTo>
                  <a:lnTo>
                    <a:pt x="106557" y="8197"/>
                  </a:lnTo>
                  <a:lnTo>
                    <a:pt x="111475" y="8197"/>
                  </a:lnTo>
                  <a:lnTo>
                    <a:pt x="106557" y="4918"/>
                  </a:lnTo>
                  <a:lnTo>
                    <a:pt x="103279" y="4918"/>
                  </a:lnTo>
                  <a:lnTo>
                    <a:pt x="100000" y="4918"/>
                  </a:lnTo>
                  <a:lnTo>
                    <a:pt x="95082" y="4918"/>
                  </a:lnTo>
                  <a:lnTo>
                    <a:pt x="90164" y="4918"/>
                  </a:lnTo>
                  <a:lnTo>
                    <a:pt x="86885" y="4918"/>
                  </a:lnTo>
                  <a:lnTo>
                    <a:pt x="83606" y="4918"/>
                  </a:lnTo>
                  <a:lnTo>
                    <a:pt x="80327" y="4918"/>
                  </a:lnTo>
                  <a:lnTo>
                    <a:pt x="83606" y="4918"/>
                  </a:lnTo>
                  <a:lnTo>
                    <a:pt x="86885" y="3279"/>
                  </a:lnTo>
                  <a:lnTo>
                    <a:pt x="91803" y="3279"/>
                  </a:lnTo>
                  <a:lnTo>
                    <a:pt x="88524" y="0"/>
                  </a:lnTo>
                  <a:lnTo>
                    <a:pt x="83606" y="1639"/>
                  </a:lnTo>
                  <a:lnTo>
                    <a:pt x="80327" y="1639"/>
                  </a:lnTo>
                  <a:lnTo>
                    <a:pt x="75410" y="1639"/>
                  </a:lnTo>
                  <a:lnTo>
                    <a:pt x="72131" y="1639"/>
                  </a:lnTo>
                  <a:lnTo>
                    <a:pt x="75410" y="0"/>
                  </a:lnTo>
                  <a:lnTo>
                    <a:pt x="78688" y="0"/>
                  </a:lnTo>
                  <a:lnTo>
                    <a:pt x="75410" y="0"/>
                  </a:lnTo>
                  <a:lnTo>
                    <a:pt x="70492" y="0"/>
                  </a:lnTo>
                  <a:lnTo>
                    <a:pt x="67213" y="0"/>
                  </a:lnTo>
                  <a:lnTo>
                    <a:pt x="63934" y="1639"/>
                  </a:lnTo>
                  <a:lnTo>
                    <a:pt x="59016" y="1639"/>
                  </a:lnTo>
                  <a:lnTo>
                    <a:pt x="55737" y="3279"/>
                  </a:lnTo>
                  <a:lnTo>
                    <a:pt x="50820" y="3279"/>
                  </a:lnTo>
                  <a:lnTo>
                    <a:pt x="55737" y="4918"/>
                  </a:lnTo>
                  <a:lnTo>
                    <a:pt x="59016" y="6557"/>
                  </a:lnTo>
                  <a:lnTo>
                    <a:pt x="62295" y="4918"/>
                  </a:lnTo>
                  <a:lnTo>
                    <a:pt x="59016" y="8197"/>
                  </a:lnTo>
                  <a:lnTo>
                    <a:pt x="54098" y="11475"/>
                  </a:lnTo>
                  <a:lnTo>
                    <a:pt x="49180" y="11475"/>
                  </a:lnTo>
                  <a:lnTo>
                    <a:pt x="45902" y="11475"/>
                  </a:lnTo>
                  <a:lnTo>
                    <a:pt x="42623" y="11475"/>
                  </a:lnTo>
                  <a:lnTo>
                    <a:pt x="39344" y="9836"/>
                  </a:lnTo>
                  <a:lnTo>
                    <a:pt x="34426" y="9836"/>
                  </a:lnTo>
                  <a:lnTo>
                    <a:pt x="31147" y="11475"/>
                  </a:lnTo>
                  <a:lnTo>
                    <a:pt x="26229" y="11475"/>
                  </a:lnTo>
                  <a:lnTo>
                    <a:pt x="22951" y="11475"/>
                  </a:lnTo>
                  <a:lnTo>
                    <a:pt x="18033" y="13115"/>
                  </a:lnTo>
                  <a:lnTo>
                    <a:pt x="14754" y="13115"/>
                  </a:lnTo>
                  <a:lnTo>
                    <a:pt x="18033" y="13115"/>
                  </a:lnTo>
                  <a:lnTo>
                    <a:pt x="22951" y="13115"/>
                  </a:lnTo>
                  <a:lnTo>
                    <a:pt x="26229" y="13115"/>
                  </a:lnTo>
                  <a:lnTo>
                    <a:pt x="31147" y="13115"/>
                  </a:lnTo>
                  <a:lnTo>
                    <a:pt x="36066" y="14754"/>
                  </a:lnTo>
                  <a:lnTo>
                    <a:pt x="31147" y="14754"/>
                  </a:lnTo>
                  <a:lnTo>
                    <a:pt x="27869" y="14754"/>
                  </a:lnTo>
                  <a:lnTo>
                    <a:pt x="24590" y="14754"/>
                  </a:lnTo>
                  <a:lnTo>
                    <a:pt x="27869" y="16393"/>
                  </a:lnTo>
                  <a:lnTo>
                    <a:pt x="32787" y="16393"/>
                  </a:lnTo>
                  <a:lnTo>
                    <a:pt x="27869" y="18033"/>
                  </a:lnTo>
                  <a:lnTo>
                    <a:pt x="22951" y="18033"/>
                  </a:lnTo>
                  <a:lnTo>
                    <a:pt x="19672" y="18033"/>
                  </a:lnTo>
                  <a:lnTo>
                    <a:pt x="14754" y="18033"/>
                  </a:lnTo>
                  <a:lnTo>
                    <a:pt x="11476" y="16393"/>
                  </a:lnTo>
                  <a:lnTo>
                    <a:pt x="8197" y="16393"/>
                  </a:lnTo>
                  <a:lnTo>
                    <a:pt x="3279" y="16393"/>
                  </a:lnTo>
                  <a:lnTo>
                    <a:pt x="0" y="18033"/>
                  </a:lnTo>
                  <a:lnTo>
                    <a:pt x="3279" y="19672"/>
                  </a:lnTo>
                  <a:lnTo>
                    <a:pt x="8197" y="21311"/>
                  </a:lnTo>
                  <a:lnTo>
                    <a:pt x="11476" y="21311"/>
                  </a:lnTo>
                  <a:lnTo>
                    <a:pt x="14754" y="21311"/>
                  </a:lnTo>
                  <a:lnTo>
                    <a:pt x="19672" y="19672"/>
                  </a:lnTo>
                  <a:lnTo>
                    <a:pt x="22951" y="19672"/>
                  </a:lnTo>
                  <a:lnTo>
                    <a:pt x="27869" y="19672"/>
                  </a:lnTo>
                  <a:lnTo>
                    <a:pt x="31147" y="19672"/>
                  </a:lnTo>
                  <a:lnTo>
                    <a:pt x="27869" y="2131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4" name="Freeform 2633">
              <a:extLst>
                <a:ext uri="{FF2B5EF4-FFF2-40B4-BE49-F238E27FC236}">
                  <a16:creationId xmlns:a16="http://schemas.microsoft.com/office/drawing/2014/main" id="{FA11D052-35EA-E341-9075-6B79EFF43385}"/>
                </a:ext>
              </a:extLst>
            </p:cNvPr>
            <p:cNvSpPr/>
            <p:nvPr/>
          </p:nvSpPr>
          <p:spPr>
            <a:xfrm>
              <a:off x="6687800" y="1241139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8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5" name="Freeform 2634">
              <a:extLst>
                <a:ext uri="{FF2B5EF4-FFF2-40B4-BE49-F238E27FC236}">
                  <a16:creationId xmlns:a16="http://schemas.microsoft.com/office/drawing/2014/main" id="{1758567A-1B4C-BC4E-9A04-9035E4BF5EB5}"/>
                </a:ext>
              </a:extLst>
            </p:cNvPr>
            <p:cNvSpPr/>
            <p:nvPr/>
          </p:nvSpPr>
          <p:spPr>
            <a:xfrm>
              <a:off x="6694357" y="777207"/>
              <a:ext cx="8196" cy="1639"/>
            </a:xfrm>
            <a:custGeom>
              <a:avLst/>
              <a:gdLst>
                <a:gd name="connsiteX0" fmla="*/ 0 w 8196"/>
                <a:gd name="connsiteY0" fmla="*/ 0 h 1639"/>
                <a:gd name="connsiteX1" fmla="*/ 3279 w 8196"/>
                <a:gd name="connsiteY1" fmla="*/ 1639 h 1639"/>
                <a:gd name="connsiteX2" fmla="*/ 8197 w 8196"/>
                <a:gd name="connsiteY2" fmla="*/ 0 h 1639"/>
                <a:gd name="connsiteX3" fmla="*/ 4918 w 8196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0" y="0"/>
                  </a:moveTo>
                  <a:lnTo>
                    <a:pt x="3279" y="1639"/>
                  </a:lnTo>
                  <a:lnTo>
                    <a:pt x="8197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6" name="Freeform 2635">
              <a:extLst>
                <a:ext uri="{FF2B5EF4-FFF2-40B4-BE49-F238E27FC236}">
                  <a16:creationId xmlns:a16="http://schemas.microsoft.com/office/drawing/2014/main" id="{BDC7733A-31AF-0C48-B250-1116ECEDED9D}"/>
                </a:ext>
              </a:extLst>
            </p:cNvPr>
            <p:cNvSpPr/>
            <p:nvPr/>
          </p:nvSpPr>
          <p:spPr>
            <a:xfrm>
              <a:off x="6699275" y="772289"/>
              <a:ext cx="14754" cy="4918"/>
            </a:xfrm>
            <a:custGeom>
              <a:avLst/>
              <a:gdLst>
                <a:gd name="connsiteX0" fmla="*/ 8197 w 14754"/>
                <a:gd name="connsiteY0" fmla="*/ 4918 h 4918"/>
                <a:gd name="connsiteX1" fmla="*/ 11476 w 14754"/>
                <a:gd name="connsiteY1" fmla="*/ 4918 h 4918"/>
                <a:gd name="connsiteX2" fmla="*/ 14754 w 14754"/>
                <a:gd name="connsiteY2" fmla="*/ 0 h 4918"/>
                <a:gd name="connsiteX3" fmla="*/ 11476 w 14754"/>
                <a:gd name="connsiteY3" fmla="*/ 0 h 4918"/>
                <a:gd name="connsiteX4" fmla="*/ 8197 w 14754"/>
                <a:gd name="connsiteY4" fmla="*/ 0 h 4918"/>
                <a:gd name="connsiteX5" fmla="*/ 3279 w 14754"/>
                <a:gd name="connsiteY5" fmla="*/ 0 h 4918"/>
                <a:gd name="connsiteX6" fmla="*/ 0 w 14754"/>
                <a:gd name="connsiteY6" fmla="*/ 3279 h 4918"/>
                <a:gd name="connsiteX7" fmla="*/ 3279 w 14754"/>
                <a:gd name="connsiteY7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4" h="4918">
                  <a:moveTo>
                    <a:pt x="8197" y="4918"/>
                  </a:moveTo>
                  <a:lnTo>
                    <a:pt x="11476" y="4918"/>
                  </a:lnTo>
                  <a:lnTo>
                    <a:pt x="14754" y="0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7" name="Freeform 2636">
              <a:extLst>
                <a:ext uri="{FF2B5EF4-FFF2-40B4-BE49-F238E27FC236}">
                  <a16:creationId xmlns:a16="http://schemas.microsoft.com/office/drawing/2014/main" id="{DE72D21E-0AE3-2D4C-8A75-65853987449D}"/>
                </a:ext>
              </a:extLst>
            </p:cNvPr>
            <p:cNvSpPr/>
            <p:nvPr/>
          </p:nvSpPr>
          <p:spPr>
            <a:xfrm>
              <a:off x="6704194" y="746060"/>
              <a:ext cx="11475" cy="3278"/>
            </a:xfrm>
            <a:custGeom>
              <a:avLst/>
              <a:gdLst>
                <a:gd name="connsiteX0" fmla="*/ 0 w 11475"/>
                <a:gd name="connsiteY0" fmla="*/ 3279 h 3278"/>
                <a:gd name="connsiteX1" fmla="*/ 0 w 11475"/>
                <a:gd name="connsiteY1" fmla="*/ 3279 h 3278"/>
                <a:gd name="connsiteX2" fmla="*/ 3278 w 11475"/>
                <a:gd name="connsiteY2" fmla="*/ 3279 h 3278"/>
                <a:gd name="connsiteX3" fmla="*/ 8197 w 11475"/>
                <a:gd name="connsiteY3" fmla="*/ 1639 h 3278"/>
                <a:gd name="connsiteX4" fmla="*/ 11475 w 11475"/>
                <a:gd name="connsiteY4" fmla="*/ 1639 h 3278"/>
                <a:gd name="connsiteX5" fmla="*/ 8197 w 11475"/>
                <a:gd name="connsiteY5" fmla="*/ 0 h 3278"/>
                <a:gd name="connsiteX6" fmla="*/ 4918 w 11475"/>
                <a:gd name="connsiteY6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0" y="3279"/>
                  </a:moveTo>
                  <a:lnTo>
                    <a:pt x="0" y="3279"/>
                  </a:lnTo>
                  <a:lnTo>
                    <a:pt x="3278" y="3279"/>
                  </a:lnTo>
                  <a:lnTo>
                    <a:pt x="8197" y="1639"/>
                  </a:lnTo>
                  <a:lnTo>
                    <a:pt x="11475" y="1639"/>
                  </a:lnTo>
                  <a:lnTo>
                    <a:pt x="8197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8" name="Freeform 2637">
              <a:extLst>
                <a:ext uri="{FF2B5EF4-FFF2-40B4-BE49-F238E27FC236}">
                  <a16:creationId xmlns:a16="http://schemas.microsoft.com/office/drawing/2014/main" id="{5F355D91-D702-0A4F-B88F-387F611BB381}"/>
                </a:ext>
              </a:extLst>
            </p:cNvPr>
            <p:cNvSpPr/>
            <p:nvPr/>
          </p:nvSpPr>
          <p:spPr>
            <a:xfrm>
              <a:off x="6712390" y="775568"/>
              <a:ext cx="36065" cy="6557"/>
            </a:xfrm>
            <a:custGeom>
              <a:avLst/>
              <a:gdLst>
                <a:gd name="connsiteX0" fmla="*/ 13114 w 36065"/>
                <a:gd name="connsiteY0" fmla="*/ 3279 h 6557"/>
                <a:gd name="connsiteX1" fmla="*/ 11475 w 36065"/>
                <a:gd name="connsiteY1" fmla="*/ 3279 h 6557"/>
                <a:gd name="connsiteX2" fmla="*/ 8197 w 36065"/>
                <a:gd name="connsiteY2" fmla="*/ 3279 h 6557"/>
                <a:gd name="connsiteX3" fmla="*/ 4918 w 36065"/>
                <a:gd name="connsiteY3" fmla="*/ 3279 h 6557"/>
                <a:gd name="connsiteX4" fmla="*/ 0 w 36065"/>
                <a:gd name="connsiteY4" fmla="*/ 4918 h 6557"/>
                <a:gd name="connsiteX5" fmla="*/ 4918 w 36065"/>
                <a:gd name="connsiteY5" fmla="*/ 4918 h 6557"/>
                <a:gd name="connsiteX6" fmla="*/ 8197 w 36065"/>
                <a:gd name="connsiteY6" fmla="*/ 4918 h 6557"/>
                <a:gd name="connsiteX7" fmla="*/ 11475 w 36065"/>
                <a:gd name="connsiteY7" fmla="*/ 4918 h 6557"/>
                <a:gd name="connsiteX8" fmla="*/ 16393 w 36065"/>
                <a:gd name="connsiteY8" fmla="*/ 4918 h 6557"/>
                <a:gd name="connsiteX9" fmla="*/ 19672 w 36065"/>
                <a:gd name="connsiteY9" fmla="*/ 4918 h 6557"/>
                <a:gd name="connsiteX10" fmla="*/ 24590 w 36065"/>
                <a:gd name="connsiteY10" fmla="*/ 6557 h 6557"/>
                <a:gd name="connsiteX11" fmla="*/ 27868 w 36065"/>
                <a:gd name="connsiteY11" fmla="*/ 6557 h 6557"/>
                <a:gd name="connsiteX12" fmla="*/ 31147 w 36065"/>
                <a:gd name="connsiteY12" fmla="*/ 6557 h 6557"/>
                <a:gd name="connsiteX13" fmla="*/ 36065 w 36065"/>
                <a:gd name="connsiteY13" fmla="*/ 4918 h 6557"/>
                <a:gd name="connsiteX14" fmla="*/ 31147 w 36065"/>
                <a:gd name="connsiteY14" fmla="*/ 4918 h 6557"/>
                <a:gd name="connsiteX15" fmla="*/ 27868 w 36065"/>
                <a:gd name="connsiteY15" fmla="*/ 3279 h 6557"/>
                <a:gd name="connsiteX16" fmla="*/ 24590 w 36065"/>
                <a:gd name="connsiteY16" fmla="*/ 1639 h 6557"/>
                <a:gd name="connsiteX17" fmla="*/ 21311 w 36065"/>
                <a:gd name="connsiteY17" fmla="*/ 0 h 6557"/>
                <a:gd name="connsiteX18" fmla="*/ 18033 w 36065"/>
                <a:gd name="connsiteY18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6065" h="6557">
                  <a:moveTo>
                    <a:pt x="13114" y="3279"/>
                  </a:moveTo>
                  <a:lnTo>
                    <a:pt x="11475" y="3279"/>
                  </a:lnTo>
                  <a:lnTo>
                    <a:pt x="8197" y="3279"/>
                  </a:lnTo>
                  <a:lnTo>
                    <a:pt x="4918" y="3279"/>
                  </a:lnTo>
                  <a:lnTo>
                    <a:pt x="0" y="4918"/>
                  </a:lnTo>
                  <a:lnTo>
                    <a:pt x="4918" y="4918"/>
                  </a:lnTo>
                  <a:lnTo>
                    <a:pt x="8197" y="4918"/>
                  </a:lnTo>
                  <a:lnTo>
                    <a:pt x="11475" y="4918"/>
                  </a:lnTo>
                  <a:lnTo>
                    <a:pt x="16393" y="4918"/>
                  </a:lnTo>
                  <a:lnTo>
                    <a:pt x="19672" y="4918"/>
                  </a:lnTo>
                  <a:lnTo>
                    <a:pt x="24590" y="6557"/>
                  </a:lnTo>
                  <a:lnTo>
                    <a:pt x="27868" y="6557"/>
                  </a:lnTo>
                  <a:lnTo>
                    <a:pt x="31147" y="6557"/>
                  </a:lnTo>
                  <a:lnTo>
                    <a:pt x="36065" y="4918"/>
                  </a:lnTo>
                  <a:lnTo>
                    <a:pt x="31147" y="4918"/>
                  </a:lnTo>
                  <a:lnTo>
                    <a:pt x="27868" y="3279"/>
                  </a:lnTo>
                  <a:lnTo>
                    <a:pt x="24590" y="1639"/>
                  </a:lnTo>
                  <a:lnTo>
                    <a:pt x="21311" y="0"/>
                  </a:lnTo>
                  <a:lnTo>
                    <a:pt x="18033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9" name="Freeform 2638">
              <a:extLst>
                <a:ext uri="{FF2B5EF4-FFF2-40B4-BE49-F238E27FC236}">
                  <a16:creationId xmlns:a16="http://schemas.microsoft.com/office/drawing/2014/main" id="{E2A268B0-05A6-254A-86A5-74E62CCCD02F}"/>
                </a:ext>
              </a:extLst>
            </p:cNvPr>
            <p:cNvSpPr/>
            <p:nvPr/>
          </p:nvSpPr>
          <p:spPr>
            <a:xfrm>
              <a:off x="6758291" y="769011"/>
              <a:ext cx="8196" cy="16393"/>
            </a:xfrm>
            <a:custGeom>
              <a:avLst/>
              <a:gdLst>
                <a:gd name="connsiteX0" fmla="*/ 0 w 8196"/>
                <a:gd name="connsiteY0" fmla="*/ 0 h 16393"/>
                <a:gd name="connsiteX1" fmla="*/ 0 w 8196"/>
                <a:gd name="connsiteY1" fmla="*/ 0 h 16393"/>
                <a:gd name="connsiteX2" fmla="*/ 3279 w 8196"/>
                <a:gd name="connsiteY2" fmla="*/ 0 h 16393"/>
                <a:gd name="connsiteX3" fmla="*/ 8197 w 8196"/>
                <a:gd name="connsiteY3" fmla="*/ 0 h 16393"/>
                <a:gd name="connsiteX4" fmla="*/ 3279 w 8196"/>
                <a:gd name="connsiteY4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3">
                  <a:moveTo>
                    <a:pt x="0" y="0"/>
                  </a:moveTo>
                  <a:lnTo>
                    <a:pt x="0" y="0"/>
                  </a:lnTo>
                  <a:lnTo>
                    <a:pt x="3279" y="0"/>
                  </a:lnTo>
                  <a:lnTo>
                    <a:pt x="819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0" name="Freeform 2639">
              <a:extLst>
                <a:ext uri="{FF2B5EF4-FFF2-40B4-BE49-F238E27FC236}">
                  <a16:creationId xmlns:a16="http://schemas.microsoft.com/office/drawing/2014/main" id="{F9881F48-79E5-F745-821D-9AE23F2E49C7}"/>
                </a:ext>
              </a:extLst>
            </p:cNvPr>
            <p:cNvSpPr/>
            <p:nvPr/>
          </p:nvSpPr>
          <p:spPr>
            <a:xfrm>
              <a:off x="6759931" y="767371"/>
              <a:ext cx="39343" cy="6557"/>
            </a:xfrm>
            <a:custGeom>
              <a:avLst/>
              <a:gdLst>
                <a:gd name="connsiteX0" fmla="*/ 3279 w 39343"/>
                <a:gd name="connsiteY0" fmla="*/ 4918 h 6557"/>
                <a:gd name="connsiteX1" fmla="*/ 3279 w 39343"/>
                <a:gd name="connsiteY1" fmla="*/ 4918 h 6557"/>
                <a:gd name="connsiteX2" fmla="*/ 6557 w 39343"/>
                <a:gd name="connsiteY2" fmla="*/ 6557 h 6557"/>
                <a:gd name="connsiteX3" fmla="*/ 11476 w 39343"/>
                <a:gd name="connsiteY3" fmla="*/ 6557 h 6557"/>
                <a:gd name="connsiteX4" fmla="*/ 14754 w 39343"/>
                <a:gd name="connsiteY4" fmla="*/ 6557 h 6557"/>
                <a:gd name="connsiteX5" fmla="*/ 18033 w 39343"/>
                <a:gd name="connsiteY5" fmla="*/ 6557 h 6557"/>
                <a:gd name="connsiteX6" fmla="*/ 22951 w 39343"/>
                <a:gd name="connsiteY6" fmla="*/ 6557 h 6557"/>
                <a:gd name="connsiteX7" fmla="*/ 27869 w 39343"/>
                <a:gd name="connsiteY7" fmla="*/ 6557 h 6557"/>
                <a:gd name="connsiteX8" fmla="*/ 31147 w 39343"/>
                <a:gd name="connsiteY8" fmla="*/ 6557 h 6557"/>
                <a:gd name="connsiteX9" fmla="*/ 36066 w 39343"/>
                <a:gd name="connsiteY9" fmla="*/ 4918 h 6557"/>
                <a:gd name="connsiteX10" fmla="*/ 39344 w 39343"/>
                <a:gd name="connsiteY10" fmla="*/ 3279 h 6557"/>
                <a:gd name="connsiteX11" fmla="*/ 36066 w 39343"/>
                <a:gd name="connsiteY11" fmla="*/ 3279 h 6557"/>
                <a:gd name="connsiteX12" fmla="*/ 31147 w 39343"/>
                <a:gd name="connsiteY12" fmla="*/ 3279 h 6557"/>
                <a:gd name="connsiteX13" fmla="*/ 27869 w 39343"/>
                <a:gd name="connsiteY13" fmla="*/ 1639 h 6557"/>
                <a:gd name="connsiteX14" fmla="*/ 22951 w 39343"/>
                <a:gd name="connsiteY14" fmla="*/ 0 h 6557"/>
                <a:gd name="connsiteX15" fmla="*/ 19672 w 39343"/>
                <a:gd name="connsiteY15" fmla="*/ 0 h 6557"/>
                <a:gd name="connsiteX16" fmla="*/ 16393 w 39343"/>
                <a:gd name="connsiteY16" fmla="*/ 0 h 6557"/>
                <a:gd name="connsiteX17" fmla="*/ 11476 w 39343"/>
                <a:gd name="connsiteY17" fmla="*/ 1639 h 6557"/>
                <a:gd name="connsiteX18" fmla="*/ 8197 w 39343"/>
                <a:gd name="connsiteY18" fmla="*/ 3279 h 6557"/>
                <a:gd name="connsiteX19" fmla="*/ 3279 w 39343"/>
                <a:gd name="connsiteY19" fmla="*/ 3279 h 6557"/>
                <a:gd name="connsiteX20" fmla="*/ 0 w 39343"/>
                <a:gd name="connsiteY20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43" h="6557">
                  <a:moveTo>
                    <a:pt x="3279" y="4918"/>
                  </a:moveTo>
                  <a:lnTo>
                    <a:pt x="3279" y="4918"/>
                  </a:lnTo>
                  <a:lnTo>
                    <a:pt x="6557" y="6557"/>
                  </a:lnTo>
                  <a:lnTo>
                    <a:pt x="11476" y="6557"/>
                  </a:lnTo>
                  <a:lnTo>
                    <a:pt x="14754" y="6557"/>
                  </a:lnTo>
                  <a:lnTo>
                    <a:pt x="18033" y="6557"/>
                  </a:lnTo>
                  <a:lnTo>
                    <a:pt x="22951" y="6557"/>
                  </a:lnTo>
                  <a:lnTo>
                    <a:pt x="27869" y="6557"/>
                  </a:lnTo>
                  <a:lnTo>
                    <a:pt x="31147" y="6557"/>
                  </a:lnTo>
                  <a:lnTo>
                    <a:pt x="36066" y="4918"/>
                  </a:lnTo>
                  <a:lnTo>
                    <a:pt x="39344" y="3279"/>
                  </a:lnTo>
                  <a:lnTo>
                    <a:pt x="36066" y="3279"/>
                  </a:lnTo>
                  <a:lnTo>
                    <a:pt x="31147" y="3279"/>
                  </a:lnTo>
                  <a:lnTo>
                    <a:pt x="27869" y="1639"/>
                  </a:lnTo>
                  <a:lnTo>
                    <a:pt x="22951" y="0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1476" y="1639"/>
                  </a:lnTo>
                  <a:lnTo>
                    <a:pt x="8197" y="3279"/>
                  </a:lnTo>
                  <a:lnTo>
                    <a:pt x="3279" y="3279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1" name="Freeform 2640">
              <a:extLst>
                <a:ext uri="{FF2B5EF4-FFF2-40B4-BE49-F238E27FC236}">
                  <a16:creationId xmlns:a16="http://schemas.microsoft.com/office/drawing/2014/main" id="{2D610723-0332-EC47-9E93-78724059B1AA}"/>
                </a:ext>
              </a:extLst>
            </p:cNvPr>
            <p:cNvSpPr/>
            <p:nvPr/>
          </p:nvSpPr>
          <p:spPr>
            <a:xfrm>
              <a:off x="6776324" y="760814"/>
              <a:ext cx="11475" cy="4917"/>
            </a:xfrm>
            <a:custGeom>
              <a:avLst/>
              <a:gdLst>
                <a:gd name="connsiteX0" fmla="*/ 3279 w 11475"/>
                <a:gd name="connsiteY0" fmla="*/ 3279 h 4917"/>
                <a:gd name="connsiteX1" fmla="*/ 6557 w 11475"/>
                <a:gd name="connsiteY1" fmla="*/ 4918 h 4917"/>
                <a:gd name="connsiteX2" fmla="*/ 11476 w 11475"/>
                <a:gd name="connsiteY2" fmla="*/ 3279 h 4917"/>
                <a:gd name="connsiteX3" fmla="*/ 6557 w 11475"/>
                <a:gd name="connsiteY3" fmla="*/ 1639 h 4917"/>
                <a:gd name="connsiteX4" fmla="*/ 3279 w 11475"/>
                <a:gd name="connsiteY4" fmla="*/ 0 h 4917"/>
                <a:gd name="connsiteX5" fmla="*/ 0 w 11475"/>
                <a:gd name="connsiteY5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4917">
                  <a:moveTo>
                    <a:pt x="3279" y="3279"/>
                  </a:moveTo>
                  <a:lnTo>
                    <a:pt x="6557" y="4918"/>
                  </a:lnTo>
                  <a:lnTo>
                    <a:pt x="11476" y="3279"/>
                  </a:lnTo>
                  <a:lnTo>
                    <a:pt x="6557" y="1639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2" name="Freeform 2641">
              <a:extLst>
                <a:ext uri="{FF2B5EF4-FFF2-40B4-BE49-F238E27FC236}">
                  <a16:creationId xmlns:a16="http://schemas.microsoft.com/office/drawing/2014/main" id="{CBE45C41-E56D-E741-B06D-BACE6A53E138}"/>
                </a:ext>
              </a:extLst>
            </p:cNvPr>
            <p:cNvSpPr/>
            <p:nvPr/>
          </p:nvSpPr>
          <p:spPr>
            <a:xfrm>
              <a:off x="6787800" y="741142"/>
              <a:ext cx="6557" cy="1639"/>
            </a:xfrm>
            <a:custGeom>
              <a:avLst/>
              <a:gdLst>
                <a:gd name="connsiteX0" fmla="*/ 3278 w 6557"/>
                <a:gd name="connsiteY0" fmla="*/ 1639 h 1639"/>
                <a:gd name="connsiteX1" fmla="*/ 3278 w 6557"/>
                <a:gd name="connsiteY1" fmla="*/ 1639 h 1639"/>
                <a:gd name="connsiteX2" fmla="*/ 6557 w 6557"/>
                <a:gd name="connsiteY2" fmla="*/ 1639 h 1639"/>
                <a:gd name="connsiteX3" fmla="*/ 3278 w 6557"/>
                <a:gd name="connsiteY3" fmla="*/ 0 h 1639"/>
                <a:gd name="connsiteX4" fmla="*/ 0 w 6557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1639">
                  <a:moveTo>
                    <a:pt x="3278" y="1639"/>
                  </a:moveTo>
                  <a:lnTo>
                    <a:pt x="3278" y="1639"/>
                  </a:lnTo>
                  <a:lnTo>
                    <a:pt x="6557" y="1639"/>
                  </a:lnTo>
                  <a:lnTo>
                    <a:pt x="327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3" name="Freeform 2642">
              <a:extLst>
                <a:ext uri="{FF2B5EF4-FFF2-40B4-BE49-F238E27FC236}">
                  <a16:creationId xmlns:a16="http://schemas.microsoft.com/office/drawing/2014/main" id="{BAF889E4-0B80-7A4F-ABCA-692C2FBF0356}"/>
                </a:ext>
              </a:extLst>
            </p:cNvPr>
            <p:cNvSpPr/>
            <p:nvPr/>
          </p:nvSpPr>
          <p:spPr>
            <a:xfrm>
              <a:off x="6792718" y="754257"/>
              <a:ext cx="47540" cy="3278"/>
            </a:xfrm>
            <a:custGeom>
              <a:avLst/>
              <a:gdLst>
                <a:gd name="connsiteX0" fmla="*/ 0 w 47540"/>
                <a:gd name="connsiteY0" fmla="*/ 1639 h 3278"/>
                <a:gd name="connsiteX1" fmla="*/ 0 w 47540"/>
                <a:gd name="connsiteY1" fmla="*/ 1639 h 3278"/>
                <a:gd name="connsiteX2" fmla="*/ 3279 w 47540"/>
                <a:gd name="connsiteY2" fmla="*/ 3279 h 3278"/>
                <a:gd name="connsiteX3" fmla="*/ 6557 w 47540"/>
                <a:gd name="connsiteY3" fmla="*/ 3279 h 3278"/>
                <a:gd name="connsiteX4" fmla="*/ 11476 w 47540"/>
                <a:gd name="connsiteY4" fmla="*/ 3279 h 3278"/>
                <a:gd name="connsiteX5" fmla="*/ 14754 w 47540"/>
                <a:gd name="connsiteY5" fmla="*/ 1639 h 3278"/>
                <a:gd name="connsiteX6" fmla="*/ 19672 w 47540"/>
                <a:gd name="connsiteY6" fmla="*/ 3279 h 3278"/>
                <a:gd name="connsiteX7" fmla="*/ 22951 w 47540"/>
                <a:gd name="connsiteY7" fmla="*/ 3279 h 3278"/>
                <a:gd name="connsiteX8" fmla="*/ 27869 w 47540"/>
                <a:gd name="connsiteY8" fmla="*/ 3279 h 3278"/>
                <a:gd name="connsiteX9" fmla="*/ 31147 w 47540"/>
                <a:gd name="connsiteY9" fmla="*/ 3279 h 3278"/>
                <a:gd name="connsiteX10" fmla="*/ 36066 w 47540"/>
                <a:gd name="connsiteY10" fmla="*/ 3279 h 3278"/>
                <a:gd name="connsiteX11" fmla="*/ 39344 w 47540"/>
                <a:gd name="connsiteY11" fmla="*/ 3279 h 3278"/>
                <a:gd name="connsiteX12" fmla="*/ 42623 w 47540"/>
                <a:gd name="connsiteY12" fmla="*/ 1639 h 3278"/>
                <a:gd name="connsiteX13" fmla="*/ 47541 w 47540"/>
                <a:gd name="connsiteY13" fmla="*/ 1639 h 3278"/>
                <a:gd name="connsiteX14" fmla="*/ 42623 w 47540"/>
                <a:gd name="connsiteY14" fmla="*/ 1639 h 3278"/>
                <a:gd name="connsiteX15" fmla="*/ 39344 w 47540"/>
                <a:gd name="connsiteY15" fmla="*/ 1639 h 3278"/>
                <a:gd name="connsiteX16" fmla="*/ 34426 w 47540"/>
                <a:gd name="connsiteY16" fmla="*/ 0 h 3278"/>
                <a:gd name="connsiteX17" fmla="*/ 31147 w 47540"/>
                <a:gd name="connsiteY17" fmla="*/ 0 h 3278"/>
                <a:gd name="connsiteX18" fmla="*/ 27869 w 47540"/>
                <a:gd name="connsiteY18" fmla="*/ 0 h 3278"/>
                <a:gd name="connsiteX19" fmla="*/ 24590 w 47540"/>
                <a:gd name="connsiteY19" fmla="*/ 0 h 3278"/>
                <a:gd name="connsiteX20" fmla="*/ 19672 w 47540"/>
                <a:gd name="connsiteY20" fmla="*/ 0 h 3278"/>
                <a:gd name="connsiteX21" fmla="*/ 16393 w 47540"/>
                <a:gd name="connsiteY21" fmla="*/ 0 h 3278"/>
                <a:gd name="connsiteX22" fmla="*/ 11476 w 47540"/>
                <a:gd name="connsiteY22" fmla="*/ 0 h 3278"/>
                <a:gd name="connsiteX23" fmla="*/ 8197 w 47540"/>
                <a:gd name="connsiteY23" fmla="*/ 0 h 3278"/>
                <a:gd name="connsiteX24" fmla="*/ 4918 w 47540"/>
                <a:gd name="connsiteY24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540" h="3278">
                  <a:moveTo>
                    <a:pt x="0" y="1639"/>
                  </a:moveTo>
                  <a:lnTo>
                    <a:pt x="0" y="1639"/>
                  </a:lnTo>
                  <a:lnTo>
                    <a:pt x="3279" y="3279"/>
                  </a:lnTo>
                  <a:lnTo>
                    <a:pt x="6557" y="3279"/>
                  </a:lnTo>
                  <a:lnTo>
                    <a:pt x="11476" y="3279"/>
                  </a:lnTo>
                  <a:lnTo>
                    <a:pt x="14754" y="1639"/>
                  </a:lnTo>
                  <a:lnTo>
                    <a:pt x="19672" y="3279"/>
                  </a:lnTo>
                  <a:lnTo>
                    <a:pt x="22951" y="3279"/>
                  </a:lnTo>
                  <a:lnTo>
                    <a:pt x="27869" y="3279"/>
                  </a:lnTo>
                  <a:lnTo>
                    <a:pt x="31147" y="3279"/>
                  </a:lnTo>
                  <a:lnTo>
                    <a:pt x="36066" y="3279"/>
                  </a:lnTo>
                  <a:lnTo>
                    <a:pt x="39344" y="3279"/>
                  </a:lnTo>
                  <a:lnTo>
                    <a:pt x="42623" y="1639"/>
                  </a:lnTo>
                  <a:lnTo>
                    <a:pt x="47541" y="1639"/>
                  </a:lnTo>
                  <a:lnTo>
                    <a:pt x="42623" y="1639"/>
                  </a:lnTo>
                  <a:lnTo>
                    <a:pt x="39344" y="1639"/>
                  </a:lnTo>
                  <a:lnTo>
                    <a:pt x="34426" y="0"/>
                  </a:lnTo>
                  <a:lnTo>
                    <a:pt x="31147" y="0"/>
                  </a:lnTo>
                  <a:lnTo>
                    <a:pt x="27869" y="0"/>
                  </a:lnTo>
                  <a:lnTo>
                    <a:pt x="24590" y="0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4" name="Freeform 2643">
              <a:extLst>
                <a:ext uri="{FF2B5EF4-FFF2-40B4-BE49-F238E27FC236}">
                  <a16:creationId xmlns:a16="http://schemas.microsoft.com/office/drawing/2014/main" id="{95276507-116D-B047-8DAA-066E76EB1680}"/>
                </a:ext>
              </a:extLst>
            </p:cNvPr>
            <p:cNvSpPr/>
            <p:nvPr/>
          </p:nvSpPr>
          <p:spPr>
            <a:xfrm>
              <a:off x="6794357" y="762453"/>
              <a:ext cx="13114" cy="3278"/>
            </a:xfrm>
            <a:custGeom>
              <a:avLst/>
              <a:gdLst>
                <a:gd name="connsiteX0" fmla="*/ 0 w 13114"/>
                <a:gd name="connsiteY0" fmla="*/ 1639 h 3278"/>
                <a:gd name="connsiteX1" fmla="*/ 1639 w 13114"/>
                <a:gd name="connsiteY1" fmla="*/ 3279 h 3278"/>
                <a:gd name="connsiteX2" fmla="*/ 4918 w 13114"/>
                <a:gd name="connsiteY2" fmla="*/ 3279 h 3278"/>
                <a:gd name="connsiteX3" fmla="*/ 8197 w 13114"/>
                <a:gd name="connsiteY3" fmla="*/ 3279 h 3278"/>
                <a:gd name="connsiteX4" fmla="*/ 13114 w 13114"/>
                <a:gd name="connsiteY4" fmla="*/ 1639 h 3278"/>
                <a:gd name="connsiteX5" fmla="*/ 8197 w 13114"/>
                <a:gd name="connsiteY5" fmla="*/ 0 h 3278"/>
                <a:gd name="connsiteX6" fmla="*/ 3278 w 13114"/>
                <a:gd name="connsiteY6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14" h="3278">
                  <a:moveTo>
                    <a:pt x="0" y="1639"/>
                  </a:moveTo>
                  <a:lnTo>
                    <a:pt x="1639" y="3279"/>
                  </a:lnTo>
                  <a:lnTo>
                    <a:pt x="4918" y="3279"/>
                  </a:lnTo>
                  <a:lnTo>
                    <a:pt x="8197" y="3279"/>
                  </a:lnTo>
                  <a:lnTo>
                    <a:pt x="13114" y="1639"/>
                  </a:lnTo>
                  <a:lnTo>
                    <a:pt x="819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5" name="Freeform 2644">
              <a:extLst>
                <a:ext uri="{FF2B5EF4-FFF2-40B4-BE49-F238E27FC236}">
                  <a16:creationId xmlns:a16="http://schemas.microsoft.com/office/drawing/2014/main" id="{B6E29003-5E89-7843-95A9-C9F4D9024799}"/>
                </a:ext>
              </a:extLst>
            </p:cNvPr>
            <p:cNvSpPr/>
            <p:nvPr/>
          </p:nvSpPr>
          <p:spPr>
            <a:xfrm>
              <a:off x="6799275" y="747699"/>
              <a:ext cx="80327" cy="11475"/>
            </a:xfrm>
            <a:custGeom>
              <a:avLst/>
              <a:gdLst>
                <a:gd name="connsiteX0" fmla="*/ 0 w 80327"/>
                <a:gd name="connsiteY0" fmla="*/ 1639 h 11475"/>
                <a:gd name="connsiteX1" fmla="*/ 3279 w 80327"/>
                <a:gd name="connsiteY1" fmla="*/ 3279 h 11475"/>
                <a:gd name="connsiteX2" fmla="*/ 8197 w 80327"/>
                <a:gd name="connsiteY2" fmla="*/ 3279 h 11475"/>
                <a:gd name="connsiteX3" fmla="*/ 11476 w 80327"/>
                <a:gd name="connsiteY3" fmla="*/ 3279 h 11475"/>
                <a:gd name="connsiteX4" fmla="*/ 14754 w 80327"/>
                <a:gd name="connsiteY4" fmla="*/ 3279 h 11475"/>
                <a:gd name="connsiteX5" fmla="*/ 19672 w 80327"/>
                <a:gd name="connsiteY5" fmla="*/ 3279 h 11475"/>
                <a:gd name="connsiteX6" fmla="*/ 24590 w 80327"/>
                <a:gd name="connsiteY6" fmla="*/ 4918 h 11475"/>
                <a:gd name="connsiteX7" fmla="*/ 27869 w 80327"/>
                <a:gd name="connsiteY7" fmla="*/ 4918 h 11475"/>
                <a:gd name="connsiteX8" fmla="*/ 31147 w 80327"/>
                <a:gd name="connsiteY8" fmla="*/ 6557 h 11475"/>
                <a:gd name="connsiteX9" fmla="*/ 36066 w 80327"/>
                <a:gd name="connsiteY9" fmla="*/ 6557 h 11475"/>
                <a:gd name="connsiteX10" fmla="*/ 39344 w 80327"/>
                <a:gd name="connsiteY10" fmla="*/ 6557 h 11475"/>
                <a:gd name="connsiteX11" fmla="*/ 44262 w 80327"/>
                <a:gd name="connsiteY11" fmla="*/ 6557 h 11475"/>
                <a:gd name="connsiteX12" fmla="*/ 47541 w 80327"/>
                <a:gd name="connsiteY12" fmla="*/ 8197 h 11475"/>
                <a:gd name="connsiteX13" fmla="*/ 52459 w 80327"/>
                <a:gd name="connsiteY13" fmla="*/ 8197 h 11475"/>
                <a:gd name="connsiteX14" fmla="*/ 55737 w 80327"/>
                <a:gd name="connsiteY14" fmla="*/ 8197 h 11475"/>
                <a:gd name="connsiteX15" fmla="*/ 60656 w 80327"/>
                <a:gd name="connsiteY15" fmla="*/ 9836 h 11475"/>
                <a:gd name="connsiteX16" fmla="*/ 63934 w 80327"/>
                <a:gd name="connsiteY16" fmla="*/ 9836 h 11475"/>
                <a:gd name="connsiteX17" fmla="*/ 68852 w 80327"/>
                <a:gd name="connsiteY17" fmla="*/ 11475 h 11475"/>
                <a:gd name="connsiteX18" fmla="*/ 72131 w 80327"/>
                <a:gd name="connsiteY18" fmla="*/ 11475 h 11475"/>
                <a:gd name="connsiteX19" fmla="*/ 77049 w 80327"/>
                <a:gd name="connsiteY19" fmla="*/ 9836 h 11475"/>
                <a:gd name="connsiteX20" fmla="*/ 80327 w 80327"/>
                <a:gd name="connsiteY20" fmla="*/ 8197 h 11475"/>
                <a:gd name="connsiteX21" fmla="*/ 75410 w 80327"/>
                <a:gd name="connsiteY21" fmla="*/ 6557 h 11475"/>
                <a:gd name="connsiteX22" fmla="*/ 72131 w 80327"/>
                <a:gd name="connsiteY22" fmla="*/ 6557 h 11475"/>
                <a:gd name="connsiteX23" fmla="*/ 67213 w 80327"/>
                <a:gd name="connsiteY23" fmla="*/ 6557 h 11475"/>
                <a:gd name="connsiteX24" fmla="*/ 63934 w 80327"/>
                <a:gd name="connsiteY24" fmla="*/ 6557 h 11475"/>
                <a:gd name="connsiteX25" fmla="*/ 60656 w 80327"/>
                <a:gd name="connsiteY25" fmla="*/ 6557 h 11475"/>
                <a:gd name="connsiteX26" fmla="*/ 55737 w 80327"/>
                <a:gd name="connsiteY26" fmla="*/ 4918 h 11475"/>
                <a:gd name="connsiteX27" fmla="*/ 52459 w 80327"/>
                <a:gd name="connsiteY27" fmla="*/ 3279 h 11475"/>
                <a:gd name="connsiteX28" fmla="*/ 47541 w 80327"/>
                <a:gd name="connsiteY28" fmla="*/ 3279 h 11475"/>
                <a:gd name="connsiteX29" fmla="*/ 44262 w 80327"/>
                <a:gd name="connsiteY29" fmla="*/ 3279 h 11475"/>
                <a:gd name="connsiteX30" fmla="*/ 40983 w 80327"/>
                <a:gd name="connsiteY30" fmla="*/ 1639 h 11475"/>
                <a:gd name="connsiteX31" fmla="*/ 36066 w 80327"/>
                <a:gd name="connsiteY31" fmla="*/ 1639 h 11475"/>
                <a:gd name="connsiteX32" fmla="*/ 32787 w 80327"/>
                <a:gd name="connsiteY32" fmla="*/ 1639 h 11475"/>
                <a:gd name="connsiteX33" fmla="*/ 27869 w 80327"/>
                <a:gd name="connsiteY33" fmla="*/ 3279 h 11475"/>
                <a:gd name="connsiteX34" fmla="*/ 24590 w 80327"/>
                <a:gd name="connsiteY34" fmla="*/ 1639 h 11475"/>
                <a:gd name="connsiteX35" fmla="*/ 21312 w 80327"/>
                <a:gd name="connsiteY35" fmla="*/ 1639 h 11475"/>
                <a:gd name="connsiteX36" fmla="*/ 16393 w 80327"/>
                <a:gd name="connsiteY36" fmla="*/ 0 h 11475"/>
                <a:gd name="connsiteX37" fmla="*/ 11476 w 80327"/>
                <a:gd name="connsiteY37" fmla="*/ 0 h 11475"/>
                <a:gd name="connsiteX38" fmla="*/ 8197 w 80327"/>
                <a:gd name="connsiteY38" fmla="*/ 0 h 11475"/>
                <a:gd name="connsiteX39" fmla="*/ 4918 w 80327"/>
                <a:gd name="connsiteY39" fmla="*/ 0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80327" h="11475">
                  <a:moveTo>
                    <a:pt x="0" y="1639"/>
                  </a:moveTo>
                  <a:lnTo>
                    <a:pt x="3279" y="3279"/>
                  </a:lnTo>
                  <a:lnTo>
                    <a:pt x="8197" y="3279"/>
                  </a:lnTo>
                  <a:lnTo>
                    <a:pt x="11476" y="3279"/>
                  </a:lnTo>
                  <a:lnTo>
                    <a:pt x="14754" y="3279"/>
                  </a:lnTo>
                  <a:lnTo>
                    <a:pt x="19672" y="3279"/>
                  </a:lnTo>
                  <a:lnTo>
                    <a:pt x="24590" y="4918"/>
                  </a:lnTo>
                  <a:lnTo>
                    <a:pt x="27869" y="4918"/>
                  </a:lnTo>
                  <a:lnTo>
                    <a:pt x="31147" y="6557"/>
                  </a:lnTo>
                  <a:lnTo>
                    <a:pt x="36066" y="6557"/>
                  </a:lnTo>
                  <a:lnTo>
                    <a:pt x="39344" y="6557"/>
                  </a:lnTo>
                  <a:lnTo>
                    <a:pt x="44262" y="6557"/>
                  </a:lnTo>
                  <a:lnTo>
                    <a:pt x="47541" y="8197"/>
                  </a:lnTo>
                  <a:lnTo>
                    <a:pt x="52459" y="8197"/>
                  </a:lnTo>
                  <a:lnTo>
                    <a:pt x="55737" y="8197"/>
                  </a:lnTo>
                  <a:lnTo>
                    <a:pt x="60656" y="9836"/>
                  </a:lnTo>
                  <a:lnTo>
                    <a:pt x="63934" y="9836"/>
                  </a:lnTo>
                  <a:lnTo>
                    <a:pt x="68852" y="11475"/>
                  </a:lnTo>
                  <a:lnTo>
                    <a:pt x="72131" y="11475"/>
                  </a:lnTo>
                  <a:lnTo>
                    <a:pt x="77049" y="9836"/>
                  </a:lnTo>
                  <a:lnTo>
                    <a:pt x="80327" y="8197"/>
                  </a:lnTo>
                  <a:lnTo>
                    <a:pt x="75410" y="6557"/>
                  </a:lnTo>
                  <a:lnTo>
                    <a:pt x="72131" y="6557"/>
                  </a:lnTo>
                  <a:lnTo>
                    <a:pt x="67213" y="6557"/>
                  </a:lnTo>
                  <a:lnTo>
                    <a:pt x="63934" y="6557"/>
                  </a:lnTo>
                  <a:lnTo>
                    <a:pt x="60656" y="6557"/>
                  </a:lnTo>
                  <a:lnTo>
                    <a:pt x="55737" y="4918"/>
                  </a:lnTo>
                  <a:lnTo>
                    <a:pt x="52459" y="3279"/>
                  </a:lnTo>
                  <a:lnTo>
                    <a:pt x="47541" y="3279"/>
                  </a:lnTo>
                  <a:lnTo>
                    <a:pt x="44262" y="3279"/>
                  </a:lnTo>
                  <a:lnTo>
                    <a:pt x="40983" y="1639"/>
                  </a:lnTo>
                  <a:lnTo>
                    <a:pt x="36066" y="1639"/>
                  </a:lnTo>
                  <a:lnTo>
                    <a:pt x="32787" y="1639"/>
                  </a:lnTo>
                  <a:lnTo>
                    <a:pt x="27869" y="3279"/>
                  </a:lnTo>
                  <a:lnTo>
                    <a:pt x="24590" y="1639"/>
                  </a:lnTo>
                  <a:lnTo>
                    <a:pt x="21312" y="1639"/>
                  </a:lnTo>
                  <a:lnTo>
                    <a:pt x="16393" y="0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6" name="Freeform 2645">
              <a:extLst>
                <a:ext uri="{FF2B5EF4-FFF2-40B4-BE49-F238E27FC236}">
                  <a16:creationId xmlns:a16="http://schemas.microsoft.com/office/drawing/2014/main" id="{CB220ED7-58A6-A84A-8383-A62CD900CF9A}"/>
                </a:ext>
              </a:extLst>
            </p:cNvPr>
            <p:cNvSpPr/>
            <p:nvPr/>
          </p:nvSpPr>
          <p:spPr>
            <a:xfrm>
              <a:off x="6810750" y="765732"/>
              <a:ext cx="8196" cy="1639"/>
            </a:xfrm>
            <a:custGeom>
              <a:avLst/>
              <a:gdLst>
                <a:gd name="connsiteX0" fmla="*/ 0 w 8196"/>
                <a:gd name="connsiteY0" fmla="*/ 1639 h 1639"/>
                <a:gd name="connsiteX1" fmla="*/ 0 w 8196"/>
                <a:gd name="connsiteY1" fmla="*/ 1639 h 1639"/>
                <a:gd name="connsiteX2" fmla="*/ 3278 w 8196"/>
                <a:gd name="connsiteY2" fmla="*/ 1639 h 1639"/>
                <a:gd name="connsiteX3" fmla="*/ 8197 w 8196"/>
                <a:gd name="connsiteY3" fmla="*/ 0 h 1639"/>
                <a:gd name="connsiteX4" fmla="*/ 3278 w 8196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0" y="1639"/>
                  </a:moveTo>
                  <a:lnTo>
                    <a:pt x="0" y="1639"/>
                  </a:lnTo>
                  <a:lnTo>
                    <a:pt x="3278" y="1639"/>
                  </a:lnTo>
                  <a:lnTo>
                    <a:pt x="819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7" name="Freeform 2646">
              <a:extLst>
                <a:ext uri="{FF2B5EF4-FFF2-40B4-BE49-F238E27FC236}">
                  <a16:creationId xmlns:a16="http://schemas.microsoft.com/office/drawing/2014/main" id="{EC29B61C-07D5-D645-9216-558B459641EC}"/>
                </a:ext>
              </a:extLst>
            </p:cNvPr>
            <p:cNvSpPr/>
            <p:nvPr/>
          </p:nvSpPr>
          <p:spPr>
            <a:xfrm>
              <a:off x="6814029" y="762453"/>
              <a:ext cx="11475" cy="3278"/>
            </a:xfrm>
            <a:custGeom>
              <a:avLst/>
              <a:gdLst>
                <a:gd name="connsiteX0" fmla="*/ 0 w 11475"/>
                <a:gd name="connsiteY0" fmla="*/ 1639 h 3278"/>
                <a:gd name="connsiteX1" fmla="*/ 3279 w 11475"/>
                <a:gd name="connsiteY1" fmla="*/ 3279 h 3278"/>
                <a:gd name="connsiteX2" fmla="*/ 8197 w 11475"/>
                <a:gd name="connsiteY2" fmla="*/ 3279 h 3278"/>
                <a:gd name="connsiteX3" fmla="*/ 11476 w 11475"/>
                <a:gd name="connsiteY3" fmla="*/ 1639 h 3278"/>
                <a:gd name="connsiteX4" fmla="*/ 8197 w 11475"/>
                <a:gd name="connsiteY4" fmla="*/ 0 h 3278"/>
                <a:gd name="connsiteX5" fmla="*/ 3279 w 11475"/>
                <a:gd name="connsiteY5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3278">
                  <a:moveTo>
                    <a:pt x="0" y="1639"/>
                  </a:moveTo>
                  <a:lnTo>
                    <a:pt x="3279" y="3279"/>
                  </a:lnTo>
                  <a:lnTo>
                    <a:pt x="8197" y="3279"/>
                  </a:lnTo>
                  <a:lnTo>
                    <a:pt x="11476" y="1639"/>
                  </a:lnTo>
                  <a:lnTo>
                    <a:pt x="819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8" name="Freeform 2647">
              <a:extLst>
                <a:ext uri="{FF2B5EF4-FFF2-40B4-BE49-F238E27FC236}">
                  <a16:creationId xmlns:a16="http://schemas.microsoft.com/office/drawing/2014/main" id="{D40716F7-4DA3-7C43-BBBF-FBDB3B63C9ED}"/>
                </a:ext>
              </a:extLst>
            </p:cNvPr>
            <p:cNvSpPr/>
            <p:nvPr/>
          </p:nvSpPr>
          <p:spPr>
            <a:xfrm>
              <a:off x="6818947" y="739502"/>
              <a:ext cx="57376" cy="6557"/>
            </a:xfrm>
            <a:custGeom>
              <a:avLst/>
              <a:gdLst>
                <a:gd name="connsiteX0" fmla="*/ 3278 w 57376"/>
                <a:gd name="connsiteY0" fmla="*/ 4918 h 6557"/>
                <a:gd name="connsiteX1" fmla="*/ 4918 w 57376"/>
                <a:gd name="connsiteY1" fmla="*/ 4918 h 6557"/>
                <a:gd name="connsiteX2" fmla="*/ 9836 w 57376"/>
                <a:gd name="connsiteY2" fmla="*/ 4918 h 6557"/>
                <a:gd name="connsiteX3" fmla="*/ 13114 w 57376"/>
                <a:gd name="connsiteY3" fmla="*/ 4918 h 6557"/>
                <a:gd name="connsiteX4" fmla="*/ 18033 w 57376"/>
                <a:gd name="connsiteY4" fmla="*/ 4918 h 6557"/>
                <a:gd name="connsiteX5" fmla="*/ 21311 w 57376"/>
                <a:gd name="connsiteY5" fmla="*/ 4918 h 6557"/>
                <a:gd name="connsiteX6" fmla="*/ 26229 w 57376"/>
                <a:gd name="connsiteY6" fmla="*/ 6557 h 6557"/>
                <a:gd name="connsiteX7" fmla="*/ 29508 w 57376"/>
                <a:gd name="connsiteY7" fmla="*/ 4918 h 6557"/>
                <a:gd name="connsiteX8" fmla="*/ 34426 w 57376"/>
                <a:gd name="connsiteY8" fmla="*/ 4918 h 6557"/>
                <a:gd name="connsiteX9" fmla="*/ 37705 w 57376"/>
                <a:gd name="connsiteY9" fmla="*/ 4918 h 6557"/>
                <a:gd name="connsiteX10" fmla="*/ 42623 w 57376"/>
                <a:gd name="connsiteY10" fmla="*/ 3279 h 6557"/>
                <a:gd name="connsiteX11" fmla="*/ 45901 w 57376"/>
                <a:gd name="connsiteY11" fmla="*/ 3279 h 6557"/>
                <a:gd name="connsiteX12" fmla="*/ 49180 w 57376"/>
                <a:gd name="connsiteY12" fmla="*/ 3279 h 6557"/>
                <a:gd name="connsiteX13" fmla="*/ 54098 w 57376"/>
                <a:gd name="connsiteY13" fmla="*/ 3279 h 6557"/>
                <a:gd name="connsiteX14" fmla="*/ 57377 w 57376"/>
                <a:gd name="connsiteY14" fmla="*/ 3279 h 6557"/>
                <a:gd name="connsiteX15" fmla="*/ 52458 w 57376"/>
                <a:gd name="connsiteY15" fmla="*/ 1639 h 6557"/>
                <a:gd name="connsiteX16" fmla="*/ 49180 w 57376"/>
                <a:gd name="connsiteY16" fmla="*/ 1639 h 6557"/>
                <a:gd name="connsiteX17" fmla="*/ 44262 w 57376"/>
                <a:gd name="connsiteY17" fmla="*/ 1639 h 6557"/>
                <a:gd name="connsiteX18" fmla="*/ 40983 w 57376"/>
                <a:gd name="connsiteY18" fmla="*/ 1639 h 6557"/>
                <a:gd name="connsiteX19" fmla="*/ 36065 w 57376"/>
                <a:gd name="connsiteY19" fmla="*/ 0 h 6557"/>
                <a:gd name="connsiteX20" fmla="*/ 32787 w 57376"/>
                <a:gd name="connsiteY20" fmla="*/ 0 h 6557"/>
                <a:gd name="connsiteX21" fmla="*/ 27868 w 57376"/>
                <a:gd name="connsiteY21" fmla="*/ 0 h 6557"/>
                <a:gd name="connsiteX22" fmla="*/ 22951 w 57376"/>
                <a:gd name="connsiteY22" fmla="*/ 0 h 6557"/>
                <a:gd name="connsiteX23" fmla="*/ 19672 w 57376"/>
                <a:gd name="connsiteY23" fmla="*/ 0 h 6557"/>
                <a:gd name="connsiteX24" fmla="*/ 22951 w 57376"/>
                <a:gd name="connsiteY24" fmla="*/ 3279 h 6557"/>
                <a:gd name="connsiteX25" fmla="*/ 27868 w 57376"/>
                <a:gd name="connsiteY25" fmla="*/ 3279 h 6557"/>
                <a:gd name="connsiteX26" fmla="*/ 22951 w 57376"/>
                <a:gd name="connsiteY26" fmla="*/ 3279 h 6557"/>
                <a:gd name="connsiteX27" fmla="*/ 19672 w 57376"/>
                <a:gd name="connsiteY27" fmla="*/ 3279 h 6557"/>
                <a:gd name="connsiteX28" fmla="*/ 16393 w 57376"/>
                <a:gd name="connsiteY28" fmla="*/ 3279 h 6557"/>
                <a:gd name="connsiteX29" fmla="*/ 11475 w 57376"/>
                <a:gd name="connsiteY29" fmla="*/ 3279 h 6557"/>
                <a:gd name="connsiteX30" fmla="*/ 8197 w 57376"/>
                <a:gd name="connsiteY30" fmla="*/ 1639 h 6557"/>
                <a:gd name="connsiteX31" fmla="*/ 3278 w 57376"/>
                <a:gd name="connsiteY31" fmla="*/ 1639 h 6557"/>
                <a:gd name="connsiteX32" fmla="*/ 0 w 57376"/>
                <a:gd name="connsiteY32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7376" h="6557">
                  <a:moveTo>
                    <a:pt x="3278" y="4918"/>
                  </a:moveTo>
                  <a:lnTo>
                    <a:pt x="4918" y="4918"/>
                  </a:lnTo>
                  <a:lnTo>
                    <a:pt x="9836" y="4918"/>
                  </a:lnTo>
                  <a:lnTo>
                    <a:pt x="13114" y="4918"/>
                  </a:lnTo>
                  <a:lnTo>
                    <a:pt x="18033" y="4918"/>
                  </a:lnTo>
                  <a:lnTo>
                    <a:pt x="21311" y="4918"/>
                  </a:lnTo>
                  <a:lnTo>
                    <a:pt x="26229" y="6557"/>
                  </a:lnTo>
                  <a:lnTo>
                    <a:pt x="29508" y="4918"/>
                  </a:lnTo>
                  <a:lnTo>
                    <a:pt x="34426" y="4918"/>
                  </a:lnTo>
                  <a:lnTo>
                    <a:pt x="37705" y="4918"/>
                  </a:lnTo>
                  <a:lnTo>
                    <a:pt x="42623" y="3279"/>
                  </a:lnTo>
                  <a:lnTo>
                    <a:pt x="45901" y="3279"/>
                  </a:lnTo>
                  <a:lnTo>
                    <a:pt x="49180" y="3279"/>
                  </a:lnTo>
                  <a:lnTo>
                    <a:pt x="54098" y="3279"/>
                  </a:lnTo>
                  <a:lnTo>
                    <a:pt x="57377" y="3279"/>
                  </a:lnTo>
                  <a:lnTo>
                    <a:pt x="52458" y="1639"/>
                  </a:lnTo>
                  <a:lnTo>
                    <a:pt x="49180" y="1639"/>
                  </a:lnTo>
                  <a:lnTo>
                    <a:pt x="44262" y="1639"/>
                  </a:lnTo>
                  <a:lnTo>
                    <a:pt x="40983" y="1639"/>
                  </a:lnTo>
                  <a:lnTo>
                    <a:pt x="36065" y="0"/>
                  </a:lnTo>
                  <a:lnTo>
                    <a:pt x="32787" y="0"/>
                  </a:lnTo>
                  <a:lnTo>
                    <a:pt x="27868" y="0"/>
                  </a:lnTo>
                  <a:lnTo>
                    <a:pt x="22951" y="0"/>
                  </a:lnTo>
                  <a:lnTo>
                    <a:pt x="19672" y="0"/>
                  </a:lnTo>
                  <a:lnTo>
                    <a:pt x="22951" y="3279"/>
                  </a:lnTo>
                  <a:lnTo>
                    <a:pt x="27868" y="3279"/>
                  </a:lnTo>
                  <a:lnTo>
                    <a:pt x="22951" y="3279"/>
                  </a:lnTo>
                  <a:lnTo>
                    <a:pt x="19672" y="3279"/>
                  </a:lnTo>
                  <a:lnTo>
                    <a:pt x="16393" y="3279"/>
                  </a:lnTo>
                  <a:lnTo>
                    <a:pt x="11475" y="3279"/>
                  </a:lnTo>
                  <a:lnTo>
                    <a:pt x="8197" y="1639"/>
                  </a:lnTo>
                  <a:lnTo>
                    <a:pt x="3278" y="1639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9" name="Freeform 2648">
              <a:extLst>
                <a:ext uri="{FF2B5EF4-FFF2-40B4-BE49-F238E27FC236}">
                  <a16:creationId xmlns:a16="http://schemas.microsoft.com/office/drawing/2014/main" id="{09387ACD-5BCD-F74E-826D-B4E390F29551}"/>
                </a:ext>
              </a:extLst>
            </p:cNvPr>
            <p:cNvSpPr/>
            <p:nvPr/>
          </p:nvSpPr>
          <p:spPr>
            <a:xfrm>
              <a:off x="6823865" y="1139501"/>
              <a:ext cx="57376" cy="27868"/>
            </a:xfrm>
            <a:custGeom>
              <a:avLst/>
              <a:gdLst>
                <a:gd name="connsiteX0" fmla="*/ 45902 w 57376"/>
                <a:gd name="connsiteY0" fmla="*/ 6557 h 27868"/>
                <a:gd name="connsiteX1" fmla="*/ 42623 w 57376"/>
                <a:gd name="connsiteY1" fmla="*/ 4918 h 27868"/>
                <a:gd name="connsiteX2" fmla="*/ 39344 w 57376"/>
                <a:gd name="connsiteY2" fmla="*/ 4918 h 27868"/>
                <a:gd name="connsiteX3" fmla="*/ 34426 w 57376"/>
                <a:gd name="connsiteY3" fmla="*/ 3279 h 27868"/>
                <a:gd name="connsiteX4" fmla="*/ 31147 w 57376"/>
                <a:gd name="connsiteY4" fmla="*/ 1639 h 27868"/>
                <a:gd name="connsiteX5" fmla="*/ 27869 w 57376"/>
                <a:gd name="connsiteY5" fmla="*/ 0 h 27868"/>
                <a:gd name="connsiteX6" fmla="*/ 22951 w 57376"/>
                <a:gd name="connsiteY6" fmla="*/ 0 h 27868"/>
                <a:gd name="connsiteX7" fmla="*/ 19672 w 57376"/>
                <a:gd name="connsiteY7" fmla="*/ 0 h 27868"/>
                <a:gd name="connsiteX8" fmla="*/ 14754 w 57376"/>
                <a:gd name="connsiteY8" fmla="*/ 0 h 27868"/>
                <a:gd name="connsiteX9" fmla="*/ 11476 w 57376"/>
                <a:gd name="connsiteY9" fmla="*/ 0 h 27868"/>
                <a:gd name="connsiteX10" fmla="*/ 8197 w 57376"/>
                <a:gd name="connsiteY10" fmla="*/ 1639 h 27868"/>
                <a:gd name="connsiteX11" fmla="*/ 3279 w 57376"/>
                <a:gd name="connsiteY11" fmla="*/ 3279 h 27868"/>
                <a:gd name="connsiteX12" fmla="*/ 0 w 57376"/>
                <a:gd name="connsiteY12" fmla="*/ 6557 h 27868"/>
                <a:gd name="connsiteX13" fmla="*/ 0 w 57376"/>
                <a:gd name="connsiteY13" fmla="*/ 11475 h 27868"/>
                <a:gd name="connsiteX14" fmla="*/ 0 w 57376"/>
                <a:gd name="connsiteY14" fmla="*/ 14754 h 27868"/>
                <a:gd name="connsiteX15" fmla="*/ 1639 w 57376"/>
                <a:gd name="connsiteY15" fmla="*/ 18033 h 27868"/>
                <a:gd name="connsiteX16" fmla="*/ 1639 w 57376"/>
                <a:gd name="connsiteY16" fmla="*/ 22951 h 27868"/>
                <a:gd name="connsiteX17" fmla="*/ 4918 w 57376"/>
                <a:gd name="connsiteY17" fmla="*/ 24590 h 27868"/>
                <a:gd name="connsiteX18" fmla="*/ 9836 w 57376"/>
                <a:gd name="connsiteY18" fmla="*/ 26229 h 27868"/>
                <a:gd name="connsiteX19" fmla="*/ 13115 w 57376"/>
                <a:gd name="connsiteY19" fmla="*/ 27869 h 27868"/>
                <a:gd name="connsiteX20" fmla="*/ 16393 w 57376"/>
                <a:gd name="connsiteY20" fmla="*/ 27869 h 27868"/>
                <a:gd name="connsiteX21" fmla="*/ 19672 w 57376"/>
                <a:gd name="connsiteY21" fmla="*/ 27869 h 27868"/>
                <a:gd name="connsiteX22" fmla="*/ 24590 w 57376"/>
                <a:gd name="connsiteY22" fmla="*/ 27869 h 27868"/>
                <a:gd name="connsiteX23" fmla="*/ 27869 w 57376"/>
                <a:gd name="connsiteY23" fmla="*/ 26229 h 27868"/>
                <a:gd name="connsiteX24" fmla="*/ 32787 w 57376"/>
                <a:gd name="connsiteY24" fmla="*/ 26229 h 27868"/>
                <a:gd name="connsiteX25" fmla="*/ 36066 w 57376"/>
                <a:gd name="connsiteY25" fmla="*/ 24590 h 27868"/>
                <a:gd name="connsiteX26" fmla="*/ 39344 w 57376"/>
                <a:gd name="connsiteY26" fmla="*/ 24590 h 27868"/>
                <a:gd name="connsiteX27" fmla="*/ 44262 w 57376"/>
                <a:gd name="connsiteY27" fmla="*/ 21311 h 27868"/>
                <a:gd name="connsiteX28" fmla="*/ 47541 w 57376"/>
                <a:gd name="connsiteY28" fmla="*/ 18033 h 27868"/>
                <a:gd name="connsiteX29" fmla="*/ 49180 w 57376"/>
                <a:gd name="connsiteY29" fmla="*/ 14754 h 27868"/>
                <a:gd name="connsiteX30" fmla="*/ 50820 w 57376"/>
                <a:gd name="connsiteY30" fmla="*/ 14754 h 27868"/>
                <a:gd name="connsiteX31" fmla="*/ 54098 w 57376"/>
                <a:gd name="connsiteY31" fmla="*/ 13115 h 27868"/>
                <a:gd name="connsiteX32" fmla="*/ 55737 w 57376"/>
                <a:gd name="connsiteY32" fmla="*/ 16393 h 27868"/>
                <a:gd name="connsiteX33" fmla="*/ 57377 w 57376"/>
                <a:gd name="connsiteY33" fmla="*/ 13115 h 27868"/>
                <a:gd name="connsiteX34" fmla="*/ 54098 w 57376"/>
                <a:gd name="connsiteY34" fmla="*/ 9836 h 27868"/>
                <a:gd name="connsiteX35" fmla="*/ 50820 w 57376"/>
                <a:gd name="connsiteY35" fmla="*/ 8197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7376" h="27868">
                  <a:moveTo>
                    <a:pt x="45902" y="6557"/>
                  </a:moveTo>
                  <a:lnTo>
                    <a:pt x="42623" y="4918"/>
                  </a:lnTo>
                  <a:lnTo>
                    <a:pt x="39344" y="4918"/>
                  </a:lnTo>
                  <a:lnTo>
                    <a:pt x="34426" y="3279"/>
                  </a:lnTo>
                  <a:lnTo>
                    <a:pt x="31147" y="1639"/>
                  </a:lnTo>
                  <a:lnTo>
                    <a:pt x="27869" y="0"/>
                  </a:lnTo>
                  <a:lnTo>
                    <a:pt x="22951" y="0"/>
                  </a:lnTo>
                  <a:lnTo>
                    <a:pt x="19672" y="0"/>
                  </a:lnTo>
                  <a:lnTo>
                    <a:pt x="14754" y="0"/>
                  </a:lnTo>
                  <a:lnTo>
                    <a:pt x="11476" y="0"/>
                  </a:lnTo>
                  <a:lnTo>
                    <a:pt x="8197" y="1639"/>
                  </a:lnTo>
                  <a:lnTo>
                    <a:pt x="3279" y="3279"/>
                  </a:lnTo>
                  <a:lnTo>
                    <a:pt x="0" y="6557"/>
                  </a:lnTo>
                  <a:lnTo>
                    <a:pt x="0" y="11475"/>
                  </a:lnTo>
                  <a:lnTo>
                    <a:pt x="0" y="14754"/>
                  </a:lnTo>
                  <a:lnTo>
                    <a:pt x="1639" y="18033"/>
                  </a:lnTo>
                  <a:lnTo>
                    <a:pt x="1639" y="22951"/>
                  </a:lnTo>
                  <a:lnTo>
                    <a:pt x="4918" y="24590"/>
                  </a:lnTo>
                  <a:lnTo>
                    <a:pt x="9836" y="26229"/>
                  </a:lnTo>
                  <a:lnTo>
                    <a:pt x="13115" y="27869"/>
                  </a:lnTo>
                  <a:lnTo>
                    <a:pt x="16393" y="27869"/>
                  </a:lnTo>
                  <a:lnTo>
                    <a:pt x="19672" y="27869"/>
                  </a:lnTo>
                  <a:lnTo>
                    <a:pt x="24590" y="27869"/>
                  </a:lnTo>
                  <a:lnTo>
                    <a:pt x="27869" y="26229"/>
                  </a:lnTo>
                  <a:lnTo>
                    <a:pt x="32787" y="26229"/>
                  </a:lnTo>
                  <a:lnTo>
                    <a:pt x="36066" y="24590"/>
                  </a:lnTo>
                  <a:lnTo>
                    <a:pt x="39344" y="24590"/>
                  </a:lnTo>
                  <a:lnTo>
                    <a:pt x="44262" y="21311"/>
                  </a:lnTo>
                  <a:lnTo>
                    <a:pt x="47541" y="18033"/>
                  </a:lnTo>
                  <a:lnTo>
                    <a:pt x="49180" y="14754"/>
                  </a:lnTo>
                  <a:lnTo>
                    <a:pt x="50820" y="14754"/>
                  </a:lnTo>
                  <a:lnTo>
                    <a:pt x="54098" y="13115"/>
                  </a:lnTo>
                  <a:lnTo>
                    <a:pt x="55737" y="16393"/>
                  </a:lnTo>
                  <a:lnTo>
                    <a:pt x="57377" y="13115"/>
                  </a:lnTo>
                  <a:lnTo>
                    <a:pt x="54098" y="9836"/>
                  </a:lnTo>
                  <a:lnTo>
                    <a:pt x="5082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0" name="Freeform 2649">
              <a:extLst>
                <a:ext uri="{FF2B5EF4-FFF2-40B4-BE49-F238E27FC236}">
                  <a16:creationId xmlns:a16="http://schemas.microsoft.com/office/drawing/2014/main" id="{A58EBB09-8A25-5B4C-967C-9E7EE698E467}"/>
                </a:ext>
              </a:extLst>
            </p:cNvPr>
            <p:cNvSpPr/>
            <p:nvPr/>
          </p:nvSpPr>
          <p:spPr>
            <a:xfrm>
              <a:off x="6823865" y="769011"/>
              <a:ext cx="11475" cy="3278"/>
            </a:xfrm>
            <a:custGeom>
              <a:avLst/>
              <a:gdLst>
                <a:gd name="connsiteX0" fmla="*/ 0 w 11475"/>
                <a:gd name="connsiteY0" fmla="*/ 3279 h 3278"/>
                <a:gd name="connsiteX1" fmla="*/ 0 w 11475"/>
                <a:gd name="connsiteY1" fmla="*/ 3279 h 3278"/>
                <a:gd name="connsiteX2" fmla="*/ 3279 w 11475"/>
                <a:gd name="connsiteY2" fmla="*/ 3279 h 3278"/>
                <a:gd name="connsiteX3" fmla="*/ 8197 w 11475"/>
                <a:gd name="connsiteY3" fmla="*/ 3279 h 3278"/>
                <a:gd name="connsiteX4" fmla="*/ 11476 w 11475"/>
                <a:gd name="connsiteY4" fmla="*/ 0 h 3278"/>
                <a:gd name="connsiteX5" fmla="*/ 8197 w 11475"/>
                <a:gd name="connsiteY5" fmla="*/ 0 h 3278"/>
                <a:gd name="connsiteX6" fmla="*/ 3279 w 11475"/>
                <a:gd name="connsiteY6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0" y="3279"/>
                  </a:moveTo>
                  <a:lnTo>
                    <a:pt x="0" y="3279"/>
                  </a:lnTo>
                  <a:lnTo>
                    <a:pt x="3279" y="3279"/>
                  </a:lnTo>
                  <a:lnTo>
                    <a:pt x="8197" y="3279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1" name="Freeform 2650">
              <a:extLst>
                <a:ext uri="{FF2B5EF4-FFF2-40B4-BE49-F238E27FC236}">
                  <a16:creationId xmlns:a16="http://schemas.microsoft.com/office/drawing/2014/main" id="{2AC8780C-B254-A44B-929A-DEC19AEB2FA5}"/>
                </a:ext>
              </a:extLst>
            </p:cNvPr>
            <p:cNvSpPr/>
            <p:nvPr/>
          </p:nvSpPr>
          <p:spPr>
            <a:xfrm>
              <a:off x="6825504" y="765732"/>
              <a:ext cx="4917" cy="1639"/>
            </a:xfrm>
            <a:custGeom>
              <a:avLst/>
              <a:gdLst>
                <a:gd name="connsiteX0" fmla="*/ 0 w 4917"/>
                <a:gd name="connsiteY0" fmla="*/ 1639 h 1639"/>
                <a:gd name="connsiteX1" fmla="*/ 0 w 4917"/>
                <a:gd name="connsiteY1" fmla="*/ 1639 h 1639"/>
                <a:gd name="connsiteX2" fmla="*/ 4918 w 4917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0" y="1639"/>
                  </a:move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2" name="Freeform 2651">
              <a:extLst>
                <a:ext uri="{FF2B5EF4-FFF2-40B4-BE49-F238E27FC236}">
                  <a16:creationId xmlns:a16="http://schemas.microsoft.com/office/drawing/2014/main" id="{4A17748A-DDC0-0A43-8E30-09779CCA2591}"/>
                </a:ext>
              </a:extLst>
            </p:cNvPr>
            <p:cNvSpPr/>
            <p:nvPr/>
          </p:nvSpPr>
          <p:spPr>
            <a:xfrm>
              <a:off x="6830422" y="757535"/>
              <a:ext cx="32786" cy="3278"/>
            </a:xfrm>
            <a:custGeom>
              <a:avLst/>
              <a:gdLst>
                <a:gd name="connsiteX0" fmla="*/ 0 w 32786"/>
                <a:gd name="connsiteY0" fmla="*/ 0 h 3278"/>
                <a:gd name="connsiteX1" fmla="*/ 0 w 32786"/>
                <a:gd name="connsiteY1" fmla="*/ 1639 h 3278"/>
                <a:gd name="connsiteX2" fmla="*/ 4918 w 32786"/>
                <a:gd name="connsiteY2" fmla="*/ 3279 h 3278"/>
                <a:gd name="connsiteX3" fmla="*/ 8197 w 32786"/>
                <a:gd name="connsiteY3" fmla="*/ 3279 h 3278"/>
                <a:gd name="connsiteX4" fmla="*/ 13115 w 32786"/>
                <a:gd name="connsiteY4" fmla="*/ 3279 h 3278"/>
                <a:gd name="connsiteX5" fmla="*/ 16393 w 32786"/>
                <a:gd name="connsiteY5" fmla="*/ 3279 h 3278"/>
                <a:gd name="connsiteX6" fmla="*/ 19672 w 32786"/>
                <a:gd name="connsiteY6" fmla="*/ 3279 h 3278"/>
                <a:gd name="connsiteX7" fmla="*/ 24590 w 32786"/>
                <a:gd name="connsiteY7" fmla="*/ 3279 h 3278"/>
                <a:gd name="connsiteX8" fmla="*/ 27869 w 32786"/>
                <a:gd name="connsiteY8" fmla="*/ 3279 h 3278"/>
                <a:gd name="connsiteX9" fmla="*/ 32787 w 32786"/>
                <a:gd name="connsiteY9" fmla="*/ 0 h 3278"/>
                <a:gd name="connsiteX10" fmla="*/ 27869 w 32786"/>
                <a:gd name="connsiteY10" fmla="*/ 0 h 3278"/>
                <a:gd name="connsiteX11" fmla="*/ 24590 w 32786"/>
                <a:gd name="connsiteY11" fmla="*/ 0 h 3278"/>
                <a:gd name="connsiteX12" fmla="*/ 19672 w 32786"/>
                <a:gd name="connsiteY12" fmla="*/ 0 h 3278"/>
                <a:gd name="connsiteX13" fmla="*/ 16393 w 32786"/>
                <a:gd name="connsiteY13" fmla="*/ 0 h 3278"/>
                <a:gd name="connsiteX14" fmla="*/ 13115 w 32786"/>
                <a:gd name="connsiteY14" fmla="*/ 0 h 3278"/>
                <a:gd name="connsiteX15" fmla="*/ 8197 w 32786"/>
                <a:gd name="connsiteY15" fmla="*/ 0 h 3278"/>
                <a:gd name="connsiteX16" fmla="*/ 4918 w 32786"/>
                <a:gd name="connsiteY16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86" h="3278">
                  <a:moveTo>
                    <a:pt x="0" y="0"/>
                  </a:moveTo>
                  <a:lnTo>
                    <a:pt x="0" y="1639"/>
                  </a:lnTo>
                  <a:lnTo>
                    <a:pt x="4918" y="3279"/>
                  </a:lnTo>
                  <a:lnTo>
                    <a:pt x="8197" y="3279"/>
                  </a:lnTo>
                  <a:lnTo>
                    <a:pt x="13115" y="3279"/>
                  </a:lnTo>
                  <a:lnTo>
                    <a:pt x="16393" y="3279"/>
                  </a:lnTo>
                  <a:lnTo>
                    <a:pt x="19672" y="3279"/>
                  </a:lnTo>
                  <a:lnTo>
                    <a:pt x="24590" y="3279"/>
                  </a:lnTo>
                  <a:lnTo>
                    <a:pt x="27869" y="3279"/>
                  </a:lnTo>
                  <a:lnTo>
                    <a:pt x="32787" y="0"/>
                  </a:lnTo>
                  <a:lnTo>
                    <a:pt x="27869" y="0"/>
                  </a:lnTo>
                  <a:lnTo>
                    <a:pt x="24590" y="0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3115" y="0"/>
                  </a:lnTo>
                  <a:lnTo>
                    <a:pt x="8197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3" name="Freeform 2652">
              <a:extLst>
                <a:ext uri="{FF2B5EF4-FFF2-40B4-BE49-F238E27FC236}">
                  <a16:creationId xmlns:a16="http://schemas.microsoft.com/office/drawing/2014/main" id="{F318AFC4-88C3-1E43-A9B9-DBF20099D491}"/>
                </a:ext>
              </a:extLst>
            </p:cNvPr>
            <p:cNvSpPr/>
            <p:nvPr/>
          </p:nvSpPr>
          <p:spPr>
            <a:xfrm>
              <a:off x="6836980" y="747699"/>
              <a:ext cx="52458" cy="6557"/>
            </a:xfrm>
            <a:custGeom>
              <a:avLst/>
              <a:gdLst>
                <a:gd name="connsiteX0" fmla="*/ 0 w 52458"/>
                <a:gd name="connsiteY0" fmla="*/ 0 h 6557"/>
                <a:gd name="connsiteX1" fmla="*/ 0 w 52458"/>
                <a:gd name="connsiteY1" fmla="*/ 0 h 6557"/>
                <a:gd name="connsiteX2" fmla="*/ 4918 w 52458"/>
                <a:gd name="connsiteY2" fmla="*/ 0 h 6557"/>
                <a:gd name="connsiteX3" fmla="*/ 8197 w 52458"/>
                <a:gd name="connsiteY3" fmla="*/ 1639 h 6557"/>
                <a:gd name="connsiteX4" fmla="*/ 13114 w 52458"/>
                <a:gd name="connsiteY4" fmla="*/ 1639 h 6557"/>
                <a:gd name="connsiteX5" fmla="*/ 18032 w 52458"/>
                <a:gd name="connsiteY5" fmla="*/ 1639 h 6557"/>
                <a:gd name="connsiteX6" fmla="*/ 21311 w 52458"/>
                <a:gd name="connsiteY6" fmla="*/ 3279 h 6557"/>
                <a:gd name="connsiteX7" fmla="*/ 24590 w 52458"/>
                <a:gd name="connsiteY7" fmla="*/ 3279 h 6557"/>
                <a:gd name="connsiteX8" fmla="*/ 29508 w 52458"/>
                <a:gd name="connsiteY8" fmla="*/ 3279 h 6557"/>
                <a:gd name="connsiteX9" fmla="*/ 32787 w 52458"/>
                <a:gd name="connsiteY9" fmla="*/ 6557 h 6557"/>
                <a:gd name="connsiteX10" fmla="*/ 37705 w 52458"/>
                <a:gd name="connsiteY10" fmla="*/ 6557 h 6557"/>
                <a:gd name="connsiteX11" fmla="*/ 40983 w 52458"/>
                <a:gd name="connsiteY11" fmla="*/ 6557 h 6557"/>
                <a:gd name="connsiteX12" fmla="*/ 44262 w 52458"/>
                <a:gd name="connsiteY12" fmla="*/ 6557 h 6557"/>
                <a:gd name="connsiteX13" fmla="*/ 49180 w 52458"/>
                <a:gd name="connsiteY13" fmla="*/ 6557 h 6557"/>
                <a:gd name="connsiteX14" fmla="*/ 52458 w 52458"/>
                <a:gd name="connsiteY14" fmla="*/ 4918 h 6557"/>
                <a:gd name="connsiteX15" fmla="*/ 49180 w 52458"/>
                <a:gd name="connsiteY15" fmla="*/ 4918 h 6557"/>
                <a:gd name="connsiteX16" fmla="*/ 44262 w 52458"/>
                <a:gd name="connsiteY16" fmla="*/ 3279 h 6557"/>
                <a:gd name="connsiteX17" fmla="*/ 40983 w 52458"/>
                <a:gd name="connsiteY17" fmla="*/ 3279 h 6557"/>
                <a:gd name="connsiteX18" fmla="*/ 37705 w 52458"/>
                <a:gd name="connsiteY18" fmla="*/ 1639 h 6557"/>
                <a:gd name="connsiteX19" fmla="*/ 32787 w 52458"/>
                <a:gd name="connsiteY19" fmla="*/ 1639 h 6557"/>
                <a:gd name="connsiteX20" fmla="*/ 29508 w 52458"/>
                <a:gd name="connsiteY20" fmla="*/ 1639 h 6557"/>
                <a:gd name="connsiteX21" fmla="*/ 24590 w 52458"/>
                <a:gd name="connsiteY21" fmla="*/ 1639 h 6557"/>
                <a:gd name="connsiteX22" fmla="*/ 21311 w 52458"/>
                <a:gd name="connsiteY22" fmla="*/ 0 h 6557"/>
                <a:gd name="connsiteX23" fmla="*/ 16393 w 52458"/>
                <a:gd name="connsiteY23" fmla="*/ 0 h 6557"/>
                <a:gd name="connsiteX24" fmla="*/ 13114 w 52458"/>
                <a:gd name="connsiteY24" fmla="*/ 0 h 6557"/>
                <a:gd name="connsiteX25" fmla="*/ 9836 w 52458"/>
                <a:gd name="connsiteY25" fmla="*/ 0 h 6557"/>
                <a:gd name="connsiteX26" fmla="*/ 4918 w 52458"/>
                <a:gd name="connsiteY26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2458" h="6557">
                  <a:moveTo>
                    <a:pt x="0" y="0"/>
                  </a:moveTo>
                  <a:lnTo>
                    <a:pt x="0" y="0"/>
                  </a:lnTo>
                  <a:lnTo>
                    <a:pt x="4918" y="0"/>
                  </a:lnTo>
                  <a:lnTo>
                    <a:pt x="8197" y="1639"/>
                  </a:lnTo>
                  <a:lnTo>
                    <a:pt x="13114" y="1639"/>
                  </a:lnTo>
                  <a:lnTo>
                    <a:pt x="18032" y="1639"/>
                  </a:lnTo>
                  <a:lnTo>
                    <a:pt x="21311" y="3279"/>
                  </a:lnTo>
                  <a:lnTo>
                    <a:pt x="24590" y="3279"/>
                  </a:lnTo>
                  <a:lnTo>
                    <a:pt x="29508" y="3279"/>
                  </a:lnTo>
                  <a:lnTo>
                    <a:pt x="32787" y="6557"/>
                  </a:lnTo>
                  <a:lnTo>
                    <a:pt x="37705" y="6557"/>
                  </a:lnTo>
                  <a:lnTo>
                    <a:pt x="40983" y="6557"/>
                  </a:lnTo>
                  <a:lnTo>
                    <a:pt x="44262" y="6557"/>
                  </a:lnTo>
                  <a:lnTo>
                    <a:pt x="49180" y="6557"/>
                  </a:lnTo>
                  <a:lnTo>
                    <a:pt x="52458" y="4918"/>
                  </a:lnTo>
                  <a:lnTo>
                    <a:pt x="49180" y="4918"/>
                  </a:lnTo>
                  <a:lnTo>
                    <a:pt x="44262" y="3279"/>
                  </a:lnTo>
                  <a:lnTo>
                    <a:pt x="40983" y="3279"/>
                  </a:lnTo>
                  <a:lnTo>
                    <a:pt x="37705" y="1639"/>
                  </a:lnTo>
                  <a:lnTo>
                    <a:pt x="32787" y="1639"/>
                  </a:lnTo>
                  <a:lnTo>
                    <a:pt x="29508" y="1639"/>
                  </a:lnTo>
                  <a:lnTo>
                    <a:pt x="24590" y="1639"/>
                  </a:lnTo>
                  <a:lnTo>
                    <a:pt x="21311" y="0"/>
                  </a:lnTo>
                  <a:lnTo>
                    <a:pt x="16393" y="0"/>
                  </a:lnTo>
                  <a:lnTo>
                    <a:pt x="13114" y="0"/>
                  </a:lnTo>
                  <a:lnTo>
                    <a:pt x="9836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4" name="Freeform 2653">
              <a:extLst>
                <a:ext uri="{FF2B5EF4-FFF2-40B4-BE49-F238E27FC236}">
                  <a16:creationId xmlns:a16="http://schemas.microsoft.com/office/drawing/2014/main" id="{AF987AA3-9AF3-0D4D-A3DD-534A8DD44EE5}"/>
                </a:ext>
              </a:extLst>
            </p:cNvPr>
            <p:cNvSpPr/>
            <p:nvPr/>
          </p:nvSpPr>
          <p:spPr>
            <a:xfrm>
              <a:off x="6843537" y="767371"/>
              <a:ext cx="11475" cy="1639"/>
            </a:xfrm>
            <a:custGeom>
              <a:avLst/>
              <a:gdLst>
                <a:gd name="connsiteX0" fmla="*/ 0 w 11475"/>
                <a:gd name="connsiteY0" fmla="*/ 0 h 1639"/>
                <a:gd name="connsiteX1" fmla="*/ 0 w 11475"/>
                <a:gd name="connsiteY1" fmla="*/ 0 h 1639"/>
                <a:gd name="connsiteX2" fmla="*/ 3278 w 11475"/>
                <a:gd name="connsiteY2" fmla="*/ 0 h 1639"/>
                <a:gd name="connsiteX3" fmla="*/ 8197 w 11475"/>
                <a:gd name="connsiteY3" fmla="*/ 1639 h 1639"/>
                <a:gd name="connsiteX4" fmla="*/ 11475 w 11475"/>
                <a:gd name="connsiteY4" fmla="*/ 0 h 1639"/>
                <a:gd name="connsiteX5" fmla="*/ 8197 w 11475"/>
                <a:gd name="connsiteY5" fmla="*/ 0 h 1639"/>
                <a:gd name="connsiteX6" fmla="*/ 3278 w 11475"/>
                <a:gd name="connsiteY6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1639">
                  <a:moveTo>
                    <a:pt x="0" y="0"/>
                  </a:moveTo>
                  <a:lnTo>
                    <a:pt x="0" y="0"/>
                  </a:lnTo>
                  <a:lnTo>
                    <a:pt x="3278" y="0"/>
                  </a:lnTo>
                  <a:lnTo>
                    <a:pt x="8197" y="1639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5" name="Freeform 2654">
              <a:extLst>
                <a:ext uri="{FF2B5EF4-FFF2-40B4-BE49-F238E27FC236}">
                  <a16:creationId xmlns:a16="http://schemas.microsoft.com/office/drawing/2014/main" id="{D29E58EE-0F52-4347-82FF-3C21DD26679A}"/>
                </a:ext>
              </a:extLst>
            </p:cNvPr>
            <p:cNvSpPr/>
            <p:nvPr/>
          </p:nvSpPr>
          <p:spPr>
            <a:xfrm>
              <a:off x="6846816" y="769011"/>
              <a:ext cx="32786" cy="8196"/>
            </a:xfrm>
            <a:custGeom>
              <a:avLst/>
              <a:gdLst>
                <a:gd name="connsiteX0" fmla="*/ 1639 w 32786"/>
                <a:gd name="connsiteY0" fmla="*/ 6557 h 8196"/>
                <a:gd name="connsiteX1" fmla="*/ 0 w 32786"/>
                <a:gd name="connsiteY1" fmla="*/ 6557 h 8196"/>
                <a:gd name="connsiteX2" fmla="*/ 4918 w 32786"/>
                <a:gd name="connsiteY2" fmla="*/ 8197 h 8196"/>
                <a:gd name="connsiteX3" fmla="*/ 8197 w 32786"/>
                <a:gd name="connsiteY3" fmla="*/ 8197 h 8196"/>
                <a:gd name="connsiteX4" fmla="*/ 13115 w 32786"/>
                <a:gd name="connsiteY4" fmla="*/ 8197 h 8196"/>
                <a:gd name="connsiteX5" fmla="*/ 16393 w 32786"/>
                <a:gd name="connsiteY5" fmla="*/ 8197 h 8196"/>
                <a:gd name="connsiteX6" fmla="*/ 21312 w 32786"/>
                <a:gd name="connsiteY6" fmla="*/ 8197 h 8196"/>
                <a:gd name="connsiteX7" fmla="*/ 24590 w 32786"/>
                <a:gd name="connsiteY7" fmla="*/ 8197 h 8196"/>
                <a:gd name="connsiteX8" fmla="*/ 29508 w 32786"/>
                <a:gd name="connsiteY8" fmla="*/ 8197 h 8196"/>
                <a:gd name="connsiteX9" fmla="*/ 32787 w 32786"/>
                <a:gd name="connsiteY9" fmla="*/ 6557 h 8196"/>
                <a:gd name="connsiteX10" fmla="*/ 29508 w 32786"/>
                <a:gd name="connsiteY10" fmla="*/ 3279 h 8196"/>
                <a:gd name="connsiteX11" fmla="*/ 26229 w 32786"/>
                <a:gd name="connsiteY11" fmla="*/ 0 h 8196"/>
                <a:gd name="connsiteX12" fmla="*/ 21312 w 32786"/>
                <a:gd name="connsiteY12" fmla="*/ 0 h 8196"/>
                <a:gd name="connsiteX13" fmla="*/ 18033 w 32786"/>
                <a:gd name="connsiteY13" fmla="*/ 0 h 8196"/>
                <a:gd name="connsiteX14" fmla="*/ 14754 w 32786"/>
                <a:gd name="connsiteY14" fmla="*/ 0 h 8196"/>
                <a:gd name="connsiteX15" fmla="*/ 9836 w 32786"/>
                <a:gd name="connsiteY15" fmla="*/ 0 h 8196"/>
                <a:gd name="connsiteX16" fmla="*/ 6558 w 32786"/>
                <a:gd name="connsiteY16" fmla="*/ 0 h 8196"/>
                <a:gd name="connsiteX17" fmla="*/ 1639 w 32786"/>
                <a:gd name="connsiteY17" fmla="*/ 1639 h 8196"/>
                <a:gd name="connsiteX18" fmla="*/ 4918 w 32786"/>
                <a:gd name="connsiteY18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2786" h="8196">
                  <a:moveTo>
                    <a:pt x="1639" y="6557"/>
                  </a:moveTo>
                  <a:lnTo>
                    <a:pt x="0" y="6557"/>
                  </a:lnTo>
                  <a:lnTo>
                    <a:pt x="4918" y="8197"/>
                  </a:lnTo>
                  <a:lnTo>
                    <a:pt x="8197" y="8197"/>
                  </a:lnTo>
                  <a:lnTo>
                    <a:pt x="13115" y="8197"/>
                  </a:lnTo>
                  <a:lnTo>
                    <a:pt x="16393" y="8197"/>
                  </a:lnTo>
                  <a:lnTo>
                    <a:pt x="21312" y="8197"/>
                  </a:lnTo>
                  <a:lnTo>
                    <a:pt x="24590" y="8197"/>
                  </a:lnTo>
                  <a:lnTo>
                    <a:pt x="29508" y="8197"/>
                  </a:lnTo>
                  <a:lnTo>
                    <a:pt x="32787" y="6557"/>
                  </a:lnTo>
                  <a:lnTo>
                    <a:pt x="29508" y="3279"/>
                  </a:lnTo>
                  <a:lnTo>
                    <a:pt x="26229" y="0"/>
                  </a:lnTo>
                  <a:lnTo>
                    <a:pt x="21312" y="0"/>
                  </a:lnTo>
                  <a:lnTo>
                    <a:pt x="18033" y="0"/>
                  </a:lnTo>
                  <a:lnTo>
                    <a:pt x="14754" y="0"/>
                  </a:lnTo>
                  <a:lnTo>
                    <a:pt x="9836" y="0"/>
                  </a:lnTo>
                  <a:lnTo>
                    <a:pt x="6558" y="0"/>
                  </a:lnTo>
                  <a:lnTo>
                    <a:pt x="1639" y="1639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6" name="Freeform 2655">
              <a:extLst>
                <a:ext uri="{FF2B5EF4-FFF2-40B4-BE49-F238E27FC236}">
                  <a16:creationId xmlns:a16="http://schemas.microsoft.com/office/drawing/2014/main" id="{72EE369D-7051-5546-86FA-4C9047E186AA}"/>
                </a:ext>
              </a:extLst>
            </p:cNvPr>
            <p:cNvSpPr/>
            <p:nvPr/>
          </p:nvSpPr>
          <p:spPr>
            <a:xfrm>
              <a:off x="6846816" y="734585"/>
              <a:ext cx="40983" cy="6557"/>
            </a:xfrm>
            <a:custGeom>
              <a:avLst/>
              <a:gdLst>
                <a:gd name="connsiteX0" fmla="*/ 32787 w 40983"/>
                <a:gd name="connsiteY0" fmla="*/ 6557 h 6557"/>
                <a:gd name="connsiteX1" fmla="*/ 36066 w 40983"/>
                <a:gd name="connsiteY1" fmla="*/ 4918 h 6557"/>
                <a:gd name="connsiteX2" fmla="*/ 40983 w 40983"/>
                <a:gd name="connsiteY2" fmla="*/ 3279 h 6557"/>
                <a:gd name="connsiteX3" fmla="*/ 36066 w 40983"/>
                <a:gd name="connsiteY3" fmla="*/ 3279 h 6557"/>
                <a:gd name="connsiteX4" fmla="*/ 32787 w 40983"/>
                <a:gd name="connsiteY4" fmla="*/ 3279 h 6557"/>
                <a:gd name="connsiteX5" fmla="*/ 27869 w 40983"/>
                <a:gd name="connsiteY5" fmla="*/ 3279 h 6557"/>
                <a:gd name="connsiteX6" fmla="*/ 24590 w 40983"/>
                <a:gd name="connsiteY6" fmla="*/ 1639 h 6557"/>
                <a:gd name="connsiteX7" fmla="*/ 19672 w 40983"/>
                <a:gd name="connsiteY7" fmla="*/ 0 h 6557"/>
                <a:gd name="connsiteX8" fmla="*/ 16393 w 40983"/>
                <a:gd name="connsiteY8" fmla="*/ 1639 h 6557"/>
                <a:gd name="connsiteX9" fmla="*/ 13115 w 40983"/>
                <a:gd name="connsiteY9" fmla="*/ 1639 h 6557"/>
                <a:gd name="connsiteX10" fmla="*/ 8197 w 40983"/>
                <a:gd name="connsiteY10" fmla="*/ 1639 h 6557"/>
                <a:gd name="connsiteX11" fmla="*/ 4918 w 40983"/>
                <a:gd name="connsiteY11" fmla="*/ 1639 h 6557"/>
                <a:gd name="connsiteX12" fmla="*/ 0 w 40983"/>
                <a:gd name="connsiteY12" fmla="*/ 3279 h 6557"/>
                <a:gd name="connsiteX13" fmla="*/ 4918 w 40983"/>
                <a:gd name="connsiteY13" fmla="*/ 3279 h 6557"/>
                <a:gd name="connsiteX14" fmla="*/ 8197 w 40983"/>
                <a:gd name="connsiteY14" fmla="*/ 3279 h 6557"/>
                <a:gd name="connsiteX15" fmla="*/ 13115 w 40983"/>
                <a:gd name="connsiteY15" fmla="*/ 3279 h 6557"/>
                <a:gd name="connsiteX16" fmla="*/ 16393 w 40983"/>
                <a:gd name="connsiteY16" fmla="*/ 3279 h 6557"/>
                <a:gd name="connsiteX17" fmla="*/ 19672 w 40983"/>
                <a:gd name="connsiteY17" fmla="*/ 4918 h 6557"/>
                <a:gd name="connsiteX18" fmla="*/ 24590 w 40983"/>
                <a:gd name="connsiteY18" fmla="*/ 4918 h 6557"/>
                <a:gd name="connsiteX19" fmla="*/ 27869 w 40983"/>
                <a:gd name="connsiteY19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983" h="6557">
                  <a:moveTo>
                    <a:pt x="32787" y="6557"/>
                  </a:moveTo>
                  <a:lnTo>
                    <a:pt x="36066" y="4918"/>
                  </a:lnTo>
                  <a:lnTo>
                    <a:pt x="40983" y="3279"/>
                  </a:lnTo>
                  <a:lnTo>
                    <a:pt x="36066" y="3279"/>
                  </a:lnTo>
                  <a:lnTo>
                    <a:pt x="32787" y="3279"/>
                  </a:lnTo>
                  <a:lnTo>
                    <a:pt x="27869" y="3279"/>
                  </a:lnTo>
                  <a:lnTo>
                    <a:pt x="24590" y="1639"/>
                  </a:lnTo>
                  <a:lnTo>
                    <a:pt x="19672" y="0"/>
                  </a:lnTo>
                  <a:lnTo>
                    <a:pt x="16393" y="1639"/>
                  </a:lnTo>
                  <a:lnTo>
                    <a:pt x="13115" y="1639"/>
                  </a:lnTo>
                  <a:lnTo>
                    <a:pt x="8197" y="1639"/>
                  </a:lnTo>
                  <a:lnTo>
                    <a:pt x="4918" y="1639"/>
                  </a:lnTo>
                  <a:lnTo>
                    <a:pt x="0" y="3279"/>
                  </a:lnTo>
                  <a:lnTo>
                    <a:pt x="4918" y="3279"/>
                  </a:lnTo>
                  <a:lnTo>
                    <a:pt x="8197" y="3279"/>
                  </a:lnTo>
                  <a:lnTo>
                    <a:pt x="13115" y="3279"/>
                  </a:lnTo>
                  <a:lnTo>
                    <a:pt x="16393" y="3279"/>
                  </a:lnTo>
                  <a:lnTo>
                    <a:pt x="19672" y="4918"/>
                  </a:lnTo>
                  <a:lnTo>
                    <a:pt x="24590" y="4918"/>
                  </a:lnTo>
                  <a:lnTo>
                    <a:pt x="2786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7" name="Freeform 2656">
              <a:extLst>
                <a:ext uri="{FF2B5EF4-FFF2-40B4-BE49-F238E27FC236}">
                  <a16:creationId xmlns:a16="http://schemas.microsoft.com/office/drawing/2014/main" id="{C3B77A17-F3EB-B444-8023-C08FE52B4E2F}"/>
                </a:ext>
              </a:extLst>
            </p:cNvPr>
            <p:cNvSpPr/>
            <p:nvPr/>
          </p:nvSpPr>
          <p:spPr>
            <a:xfrm>
              <a:off x="6856652" y="764093"/>
              <a:ext cx="4918" cy="1639"/>
            </a:xfrm>
            <a:custGeom>
              <a:avLst/>
              <a:gdLst>
                <a:gd name="connsiteX0" fmla="*/ 1639 w 4918"/>
                <a:gd name="connsiteY0" fmla="*/ 0 h 1639"/>
                <a:gd name="connsiteX1" fmla="*/ 0 w 4918"/>
                <a:gd name="connsiteY1" fmla="*/ 1639 h 1639"/>
                <a:gd name="connsiteX2" fmla="*/ 4918 w 491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1639" y="0"/>
                  </a:move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8" name="Freeform 2657">
              <a:extLst>
                <a:ext uri="{FF2B5EF4-FFF2-40B4-BE49-F238E27FC236}">
                  <a16:creationId xmlns:a16="http://schemas.microsoft.com/office/drawing/2014/main" id="{7F426A7C-9445-A840-9844-3B032E2F349D}"/>
                </a:ext>
              </a:extLst>
            </p:cNvPr>
            <p:cNvSpPr/>
            <p:nvPr/>
          </p:nvSpPr>
          <p:spPr>
            <a:xfrm>
              <a:off x="6859931" y="744421"/>
              <a:ext cx="19671" cy="3278"/>
            </a:xfrm>
            <a:custGeom>
              <a:avLst/>
              <a:gdLst>
                <a:gd name="connsiteX0" fmla="*/ 0 w 19671"/>
                <a:gd name="connsiteY0" fmla="*/ 1639 h 3278"/>
                <a:gd name="connsiteX1" fmla="*/ 0 w 19671"/>
                <a:gd name="connsiteY1" fmla="*/ 1639 h 3278"/>
                <a:gd name="connsiteX2" fmla="*/ 3278 w 19671"/>
                <a:gd name="connsiteY2" fmla="*/ 1639 h 3278"/>
                <a:gd name="connsiteX3" fmla="*/ 6557 w 19671"/>
                <a:gd name="connsiteY3" fmla="*/ 3279 h 3278"/>
                <a:gd name="connsiteX4" fmla="*/ 11475 w 19671"/>
                <a:gd name="connsiteY4" fmla="*/ 3279 h 3278"/>
                <a:gd name="connsiteX5" fmla="*/ 14754 w 19671"/>
                <a:gd name="connsiteY5" fmla="*/ 1639 h 3278"/>
                <a:gd name="connsiteX6" fmla="*/ 19672 w 19671"/>
                <a:gd name="connsiteY6" fmla="*/ 0 h 3278"/>
                <a:gd name="connsiteX7" fmla="*/ 14754 w 19671"/>
                <a:gd name="connsiteY7" fmla="*/ 0 h 3278"/>
                <a:gd name="connsiteX8" fmla="*/ 11475 w 19671"/>
                <a:gd name="connsiteY8" fmla="*/ 0 h 3278"/>
                <a:gd name="connsiteX9" fmla="*/ 8197 w 19671"/>
                <a:gd name="connsiteY9" fmla="*/ 0 h 3278"/>
                <a:gd name="connsiteX10" fmla="*/ 3278 w 19671"/>
                <a:gd name="connsiteY10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71" h="3278">
                  <a:moveTo>
                    <a:pt x="0" y="1639"/>
                  </a:moveTo>
                  <a:lnTo>
                    <a:pt x="0" y="1639"/>
                  </a:lnTo>
                  <a:lnTo>
                    <a:pt x="3278" y="1639"/>
                  </a:lnTo>
                  <a:lnTo>
                    <a:pt x="6557" y="3279"/>
                  </a:lnTo>
                  <a:lnTo>
                    <a:pt x="11475" y="3279"/>
                  </a:lnTo>
                  <a:lnTo>
                    <a:pt x="14754" y="1639"/>
                  </a:lnTo>
                  <a:lnTo>
                    <a:pt x="19672" y="0"/>
                  </a:lnTo>
                  <a:lnTo>
                    <a:pt x="14754" y="0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9" name="Freeform 2658">
              <a:extLst>
                <a:ext uri="{FF2B5EF4-FFF2-40B4-BE49-F238E27FC236}">
                  <a16:creationId xmlns:a16="http://schemas.microsoft.com/office/drawing/2014/main" id="{188AF54D-25ED-B343-98E7-8A00530DC345}"/>
                </a:ext>
              </a:extLst>
            </p:cNvPr>
            <p:cNvSpPr/>
            <p:nvPr/>
          </p:nvSpPr>
          <p:spPr>
            <a:xfrm>
              <a:off x="6868127" y="726388"/>
              <a:ext cx="34426" cy="4917"/>
            </a:xfrm>
            <a:custGeom>
              <a:avLst/>
              <a:gdLst>
                <a:gd name="connsiteX0" fmla="*/ 4918 w 34426"/>
                <a:gd name="connsiteY0" fmla="*/ 4918 h 4917"/>
                <a:gd name="connsiteX1" fmla="*/ 6557 w 34426"/>
                <a:gd name="connsiteY1" fmla="*/ 4918 h 4917"/>
                <a:gd name="connsiteX2" fmla="*/ 9836 w 34426"/>
                <a:gd name="connsiteY2" fmla="*/ 4918 h 4917"/>
                <a:gd name="connsiteX3" fmla="*/ 14754 w 34426"/>
                <a:gd name="connsiteY3" fmla="*/ 3279 h 4917"/>
                <a:gd name="connsiteX4" fmla="*/ 18033 w 34426"/>
                <a:gd name="connsiteY4" fmla="*/ 3279 h 4917"/>
                <a:gd name="connsiteX5" fmla="*/ 21311 w 34426"/>
                <a:gd name="connsiteY5" fmla="*/ 3279 h 4917"/>
                <a:gd name="connsiteX6" fmla="*/ 26229 w 34426"/>
                <a:gd name="connsiteY6" fmla="*/ 3279 h 4917"/>
                <a:gd name="connsiteX7" fmla="*/ 29508 w 34426"/>
                <a:gd name="connsiteY7" fmla="*/ 3279 h 4917"/>
                <a:gd name="connsiteX8" fmla="*/ 34426 w 34426"/>
                <a:gd name="connsiteY8" fmla="*/ 1639 h 4917"/>
                <a:gd name="connsiteX9" fmla="*/ 29508 w 34426"/>
                <a:gd name="connsiteY9" fmla="*/ 0 h 4917"/>
                <a:gd name="connsiteX10" fmla="*/ 26229 w 34426"/>
                <a:gd name="connsiteY10" fmla="*/ 0 h 4917"/>
                <a:gd name="connsiteX11" fmla="*/ 21311 w 34426"/>
                <a:gd name="connsiteY11" fmla="*/ 0 h 4917"/>
                <a:gd name="connsiteX12" fmla="*/ 16393 w 34426"/>
                <a:gd name="connsiteY12" fmla="*/ 0 h 4917"/>
                <a:gd name="connsiteX13" fmla="*/ 13114 w 34426"/>
                <a:gd name="connsiteY13" fmla="*/ 1639 h 4917"/>
                <a:gd name="connsiteX14" fmla="*/ 8197 w 34426"/>
                <a:gd name="connsiteY14" fmla="*/ 1639 h 4917"/>
                <a:gd name="connsiteX15" fmla="*/ 4918 w 34426"/>
                <a:gd name="connsiteY15" fmla="*/ 1639 h 4917"/>
                <a:gd name="connsiteX16" fmla="*/ 0 w 34426"/>
                <a:gd name="connsiteY16" fmla="*/ 1639 h 4917"/>
                <a:gd name="connsiteX17" fmla="*/ 4918 w 34426"/>
                <a:gd name="connsiteY17" fmla="*/ 3279 h 4917"/>
                <a:gd name="connsiteX18" fmla="*/ 0 w 34426"/>
                <a:gd name="connsiteY18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426" h="4917">
                  <a:moveTo>
                    <a:pt x="4918" y="4918"/>
                  </a:moveTo>
                  <a:lnTo>
                    <a:pt x="6557" y="4918"/>
                  </a:lnTo>
                  <a:lnTo>
                    <a:pt x="9836" y="4918"/>
                  </a:lnTo>
                  <a:lnTo>
                    <a:pt x="14754" y="3279"/>
                  </a:lnTo>
                  <a:lnTo>
                    <a:pt x="18033" y="3279"/>
                  </a:lnTo>
                  <a:lnTo>
                    <a:pt x="21311" y="3279"/>
                  </a:lnTo>
                  <a:lnTo>
                    <a:pt x="26229" y="3279"/>
                  </a:lnTo>
                  <a:lnTo>
                    <a:pt x="29508" y="3279"/>
                  </a:lnTo>
                  <a:lnTo>
                    <a:pt x="34426" y="1639"/>
                  </a:lnTo>
                  <a:lnTo>
                    <a:pt x="29508" y="0"/>
                  </a:lnTo>
                  <a:lnTo>
                    <a:pt x="26229" y="0"/>
                  </a:lnTo>
                  <a:lnTo>
                    <a:pt x="21311" y="0"/>
                  </a:lnTo>
                  <a:lnTo>
                    <a:pt x="16393" y="0"/>
                  </a:lnTo>
                  <a:lnTo>
                    <a:pt x="13114" y="1639"/>
                  </a:lnTo>
                  <a:lnTo>
                    <a:pt x="8197" y="1639"/>
                  </a:lnTo>
                  <a:lnTo>
                    <a:pt x="4918" y="1639"/>
                  </a:lnTo>
                  <a:lnTo>
                    <a:pt x="0" y="1639"/>
                  </a:lnTo>
                  <a:lnTo>
                    <a:pt x="4918" y="3279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0" name="Freeform 2659">
              <a:extLst>
                <a:ext uri="{FF2B5EF4-FFF2-40B4-BE49-F238E27FC236}">
                  <a16:creationId xmlns:a16="http://schemas.microsoft.com/office/drawing/2014/main" id="{0967741C-95B5-B146-832E-4F4A08A6EF9A}"/>
                </a:ext>
              </a:extLst>
            </p:cNvPr>
            <p:cNvSpPr/>
            <p:nvPr/>
          </p:nvSpPr>
          <p:spPr>
            <a:xfrm>
              <a:off x="6868127" y="765732"/>
              <a:ext cx="57376" cy="9836"/>
            </a:xfrm>
            <a:custGeom>
              <a:avLst/>
              <a:gdLst>
                <a:gd name="connsiteX0" fmla="*/ 24590 w 57376"/>
                <a:gd name="connsiteY0" fmla="*/ 9836 h 9836"/>
                <a:gd name="connsiteX1" fmla="*/ 26229 w 57376"/>
                <a:gd name="connsiteY1" fmla="*/ 9836 h 9836"/>
                <a:gd name="connsiteX2" fmla="*/ 31147 w 57376"/>
                <a:gd name="connsiteY2" fmla="*/ 8197 h 9836"/>
                <a:gd name="connsiteX3" fmla="*/ 34426 w 57376"/>
                <a:gd name="connsiteY3" fmla="*/ 8197 h 9836"/>
                <a:gd name="connsiteX4" fmla="*/ 39344 w 57376"/>
                <a:gd name="connsiteY4" fmla="*/ 6557 h 9836"/>
                <a:gd name="connsiteX5" fmla="*/ 34426 w 57376"/>
                <a:gd name="connsiteY5" fmla="*/ 4918 h 9836"/>
                <a:gd name="connsiteX6" fmla="*/ 37705 w 57376"/>
                <a:gd name="connsiteY6" fmla="*/ 3279 h 9836"/>
                <a:gd name="connsiteX7" fmla="*/ 42623 w 57376"/>
                <a:gd name="connsiteY7" fmla="*/ 3279 h 9836"/>
                <a:gd name="connsiteX8" fmla="*/ 45901 w 57376"/>
                <a:gd name="connsiteY8" fmla="*/ 3279 h 9836"/>
                <a:gd name="connsiteX9" fmla="*/ 50820 w 57376"/>
                <a:gd name="connsiteY9" fmla="*/ 3279 h 9836"/>
                <a:gd name="connsiteX10" fmla="*/ 54098 w 57376"/>
                <a:gd name="connsiteY10" fmla="*/ 3279 h 9836"/>
                <a:gd name="connsiteX11" fmla="*/ 57377 w 57376"/>
                <a:gd name="connsiteY11" fmla="*/ 3279 h 9836"/>
                <a:gd name="connsiteX12" fmla="*/ 54098 w 57376"/>
                <a:gd name="connsiteY12" fmla="*/ 1639 h 9836"/>
                <a:gd name="connsiteX13" fmla="*/ 49180 w 57376"/>
                <a:gd name="connsiteY13" fmla="*/ 1639 h 9836"/>
                <a:gd name="connsiteX14" fmla="*/ 45901 w 57376"/>
                <a:gd name="connsiteY14" fmla="*/ 1639 h 9836"/>
                <a:gd name="connsiteX15" fmla="*/ 42623 w 57376"/>
                <a:gd name="connsiteY15" fmla="*/ 0 h 9836"/>
                <a:gd name="connsiteX16" fmla="*/ 37705 w 57376"/>
                <a:gd name="connsiteY16" fmla="*/ 0 h 9836"/>
                <a:gd name="connsiteX17" fmla="*/ 32787 w 57376"/>
                <a:gd name="connsiteY17" fmla="*/ 0 h 9836"/>
                <a:gd name="connsiteX18" fmla="*/ 29508 w 57376"/>
                <a:gd name="connsiteY18" fmla="*/ 0 h 9836"/>
                <a:gd name="connsiteX19" fmla="*/ 26229 w 57376"/>
                <a:gd name="connsiteY19" fmla="*/ 0 h 9836"/>
                <a:gd name="connsiteX20" fmla="*/ 21311 w 57376"/>
                <a:gd name="connsiteY20" fmla="*/ 0 h 9836"/>
                <a:gd name="connsiteX21" fmla="*/ 16393 w 57376"/>
                <a:gd name="connsiteY21" fmla="*/ 0 h 9836"/>
                <a:gd name="connsiteX22" fmla="*/ 13114 w 57376"/>
                <a:gd name="connsiteY22" fmla="*/ 0 h 9836"/>
                <a:gd name="connsiteX23" fmla="*/ 8197 w 57376"/>
                <a:gd name="connsiteY23" fmla="*/ 0 h 9836"/>
                <a:gd name="connsiteX24" fmla="*/ 4918 w 57376"/>
                <a:gd name="connsiteY24" fmla="*/ 0 h 9836"/>
                <a:gd name="connsiteX25" fmla="*/ 0 w 57376"/>
                <a:gd name="connsiteY25" fmla="*/ 0 h 9836"/>
                <a:gd name="connsiteX26" fmla="*/ 4918 w 57376"/>
                <a:gd name="connsiteY26" fmla="*/ 0 h 9836"/>
                <a:gd name="connsiteX27" fmla="*/ 8197 w 57376"/>
                <a:gd name="connsiteY27" fmla="*/ 3279 h 9836"/>
                <a:gd name="connsiteX28" fmla="*/ 11475 w 57376"/>
                <a:gd name="connsiteY28" fmla="*/ 6557 h 9836"/>
                <a:gd name="connsiteX29" fmla="*/ 16393 w 57376"/>
                <a:gd name="connsiteY29" fmla="*/ 8197 h 9836"/>
                <a:gd name="connsiteX30" fmla="*/ 19672 w 57376"/>
                <a:gd name="connsiteY30" fmla="*/ 9836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7376" h="9836">
                  <a:moveTo>
                    <a:pt x="24590" y="9836"/>
                  </a:moveTo>
                  <a:lnTo>
                    <a:pt x="26229" y="9836"/>
                  </a:lnTo>
                  <a:lnTo>
                    <a:pt x="31147" y="8197"/>
                  </a:lnTo>
                  <a:lnTo>
                    <a:pt x="34426" y="8197"/>
                  </a:lnTo>
                  <a:lnTo>
                    <a:pt x="39344" y="6557"/>
                  </a:lnTo>
                  <a:lnTo>
                    <a:pt x="34426" y="4918"/>
                  </a:lnTo>
                  <a:lnTo>
                    <a:pt x="37705" y="3279"/>
                  </a:lnTo>
                  <a:lnTo>
                    <a:pt x="42623" y="3279"/>
                  </a:lnTo>
                  <a:lnTo>
                    <a:pt x="45901" y="3279"/>
                  </a:lnTo>
                  <a:lnTo>
                    <a:pt x="50820" y="3279"/>
                  </a:lnTo>
                  <a:lnTo>
                    <a:pt x="54098" y="3279"/>
                  </a:lnTo>
                  <a:lnTo>
                    <a:pt x="57377" y="3279"/>
                  </a:lnTo>
                  <a:lnTo>
                    <a:pt x="54098" y="1639"/>
                  </a:lnTo>
                  <a:lnTo>
                    <a:pt x="49180" y="1639"/>
                  </a:lnTo>
                  <a:lnTo>
                    <a:pt x="45901" y="1639"/>
                  </a:lnTo>
                  <a:lnTo>
                    <a:pt x="42623" y="0"/>
                  </a:lnTo>
                  <a:lnTo>
                    <a:pt x="37705" y="0"/>
                  </a:lnTo>
                  <a:lnTo>
                    <a:pt x="32787" y="0"/>
                  </a:lnTo>
                  <a:lnTo>
                    <a:pt x="29508" y="0"/>
                  </a:lnTo>
                  <a:lnTo>
                    <a:pt x="26229" y="0"/>
                  </a:lnTo>
                  <a:lnTo>
                    <a:pt x="21311" y="0"/>
                  </a:lnTo>
                  <a:lnTo>
                    <a:pt x="16393" y="0"/>
                  </a:lnTo>
                  <a:lnTo>
                    <a:pt x="13114" y="0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4918" y="0"/>
                  </a:lnTo>
                  <a:lnTo>
                    <a:pt x="8197" y="3279"/>
                  </a:lnTo>
                  <a:lnTo>
                    <a:pt x="11475" y="6557"/>
                  </a:lnTo>
                  <a:lnTo>
                    <a:pt x="16393" y="8197"/>
                  </a:lnTo>
                  <a:lnTo>
                    <a:pt x="19672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1" name="Freeform 2660">
              <a:extLst>
                <a:ext uri="{FF2B5EF4-FFF2-40B4-BE49-F238E27FC236}">
                  <a16:creationId xmlns:a16="http://schemas.microsoft.com/office/drawing/2014/main" id="{4226976C-63F4-A941-A389-969D298412F7}"/>
                </a:ext>
              </a:extLst>
            </p:cNvPr>
            <p:cNvSpPr/>
            <p:nvPr/>
          </p:nvSpPr>
          <p:spPr>
            <a:xfrm>
              <a:off x="6874684" y="760814"/>
              <a:ext cx="16393" cy="1639"/>
            </a:xfrm>
            <a:custGeom>
              <a:avLst/>
              <a:gdLst>
                <a:gd name="connsiteX0" fmla="*/ 0 w 16393"/>
                <a:gd name="connsiteY0" fmla="*/ 0 h 1639"/>
                <a:gd name="connsiteX1" fmla="*/ 0 w 16393"/>
                <a:gd name="connsiteY1" fmla="*/ 1639 h 1639"/>
                <a:gd name="connsiteX2" fmla="*/ 3279 w 16393"/>
                <a:gd name="connsiteY2" fmla="*/ 1639 h 1639"/>
                <a:gd name="connsiteX3" fmla="*/ 6557 w 16393"/>
                <a:gd name="connsiteY3" fmla="*/ 1639 h 1639"/>
                <a:gd name="connsiteX4" fmla="*/ 11476 w 16393"/>
                <a:gd name="connsiteY4" fmla="*/ 1639 h 1639"/>
                <a:gd name="connsiteX5" fmla="*/ 16393 w 16393"/>
                <a:gd name="connsiteY5" fmla="*/ 0 h 1639"/>
                <a:gd name="connsiteX6" fmla="*/ 11476 w 16393"/>
                <a:gd name="connsiteY6" fmla="*/ 0 h 1639"/>
                <a:gd name="connsiteX7" fmla="*/ 8197 w 16393"/>
                <a:gd name="connsiteY7" fmla="*/ 0 h 1639"/>
                <a:gd name="connsiteX8" fmla="*/ 3279 w 16393"/>
                <a:gd name="connsiteY8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93" h="1639">
                  <a:moveTo>
                    <a:pt x="0" y="0"/>
                  </a:moveTo>
                  <a:lnTo>
                    <a:pt x="0" y="1639"/>
                  </a:lnTo>
                  <a:lnTo>
                    <a:pt x="3279" y="1639"/>
                  </a:lnTo>
                  <a:lnTo>
                    <a:pt x="6557" y="1639"/>
                  </a:lnTo>
                  <a:lnTo>
                    <a:pt x="11476" y="1639"/>
                  </a:lnTo>
                  <a:lnTo>
                    <a:pt x="16393" y="0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2" name="Freeform 2661">
              <a:extLst>
                <a:ext uri="{FF2B5EF4-FFF2-40B4-BE49-F238E27FC236}">
                  <a16:creationId xmlns:a16="http://schemas.microsoft.com/office/drawing/2014/main" id="{0C6453B2-7EC5-6441-8186-6E14F0FCFE25}"/>
                </a:ext>
              </a:extLst>
            </p:cNvPr>
            <p:cNvSpPr/>
            <p:nvPr/>
          </p:nvSpPr>
          <p:spPr>
            <a:xfrm>
              <a:off x="6874684" y="996878"/>
              <a:ext cx="185244" cy="103278"/>
            </a:xfrm>
            <a:custGeom>
              <a:avLst/>
              <a:gdLst>
                <a:gd name="connsiteX0" fmla="*/ 21311 w 185244"/>
                <a:gd name="connsiteY0" fmla="*/ 26229 h 103278"/>
                <a:gd name="connsiteX1" fmla="*/ 24590 w 185244"/>
                <a:gd name="connsiteY1" fmla="*/ 26229 h 103278"/>
                <a:gd name="connsiteX2" fmla="*/ 27869 w 185244"/>
                <a:gd name="connsiteY2" fmla="*/ 26229 h 103278"/>
                <a:gd name="connsiteX3" fmla="*/ 32787 w 185244"/>
                <a:gd name="connsiteY3" fmla="*/ 26229 h 103278"/>
                <a:gd name="connsiteX4" fmla="*/ 36066 w 185244"/>
                <a:gd name="connsiteY4" fmla="*/ 27869 h 103278"/>
                <a:gd name="connsiteX5" fmla="*/ 32787 w 185244"/>
                <a:gd name="connsiteY5" fmla="*/ 27869 h 103278"/>
                <a:gd name="connsiteX6" fmla="*/ 27869 w 185244"/>
                <a:gd name="connsiteY6" fmla="*/ 27869 h 103278"/>
                <a:gd name="connsiteX7" fmla="*/ 24590 w 185244"/>
                <a:gd name="connsiteY7" fmla="*/ 31147 h 103278"/>
                <a:gd name="connsiteX8" fmla="*/ 27869 w 185244"/>
                <a:gd name="connsiteY8" fmla="*/ 29508 h 103278"/>
                <a:gd name="connsiteX9" fmla="*/ 32787 w 185244"/>
                <a:gd name="connsiteY9" fmla="*/ 29508 h 103278"/>
                <a:gd name="connsiteX10" fmla="*/ 27869 w 185244"/>
                <a:gd name="connsiteY10" fmla="*/ 32787 h 103278"/>
                <a:gd name="connsiteX11" fmla="*/ 24590 w 185244"/>
                <a:gd name="connsiteY11" fmla="*/ 32787 h 103278"/>
                <a:gd name="connsiteX12" fmla="*/ 26229 w 185244"/>
                <a:gd name="connsiteY12" fmla="*/ 37705 h 103278"/>
                <a:gd name="connsiteX13" fmla="*/ 29508 w 185244"/>
                <a:gd name="connsiteY13" fmla="*/ 39344 h 103278"/>
                <a:gd name="connsiteX14" fmla="*/ 26229 w 185244"/>
                <a:gd name="connsiteY14" fmla="*/ 40983 h 103278"/>
                <a:gd name="connsiteX15" fmla="*/ 22951 w 185244"/>
                <a:gd name="connsiteY15" fmla="*/ 42623 h 103278"/>
                <a:gd name="connsiteX16" fmla="*/ 22951 w 185244"/>
                <a:gd name="connsiteY16" fmla="*/ 45901 h 103278"/>
                <a:gd name="connsiteX17" fmla="*/ 19672 w 185244"/>
                <a:gd name="connsiteY17" fmla="*/ 47541 h 103278"/>
                <a:gd name="connsiteX18" fmla="*/ 16393 w 185244"/>
                <a:gd name="connsiteY18" fmla="*/ 47541 h 103278"/>
                <a:gd name="connsiteX19" fmla="*/ 13114 w 185244"/>
                <a:gd name="connsiteY19" fmla="*/ 47541 h 103278"/>
                <a:gd name="connsiteX20" fmla="*/ 8197 w 185244"/>
                <a:gd name="connsiteY20" fmla="*/ 45901 h 103278"/>
                <a:gd name="connsiteX21" fmla="*/ 4918 w 185244"/>
                <a:gd name="connsiteY21" fmla="*/ 45901 h 103278"/>
                <a:gd name="connsiteX22" fmla="*/ 0 w 185244"/>
                <a:gd name="connsiteY22" fmla="*/ 49180 h 103278"/>
                <a:gd name="connsiteX23" fmla="*/ 0 w 185244"/>
                <a:gd name="connsiteY23" fmla="*/ 52459 h 103278"/>
                <a:gd name="connsiteX24" fmla="*/ 0 w 185244"/>
                <a:gd name="connsiteY24" fmla="*/ 57377 h 103278"/>
                <a:gd name="connsiteX25" fmla="*/ 1639 w 185244"/>
                <a:gd name="connsiteY25" fmla="*/ 60655 h 103278"/>
                <a:gd name="connsiteX26" fmla="*/ 4918 w 185244"/>
                <a:gd name="connsiteY26" fmla="*/ 63934 h 103278"/>
                <a:gd name="connsiteX27" fmla="*/ 8197 w 185244"/>
                <a:gd name="connsiteY27" fmla="*/ 67213 h 103278"/>
                <a:gd name="connsiteX28" fmla="*/ 13114 w 185244"/>
                <a:gd name="connsiteY28" fmla="*/ 68852 h 103278"/>
                <a:gd name="connsiteX29" fmla="*/ 16393 w 185244"/>
                <a:gd name="connsiteY29" fmla="*/ 70491 h 103278"/>
                <a:gd name="connsiteX30" fmla="*/ 19672 w 185244"/>
                <a:gd name="connsiteY30" fmla="*/ 70491 h 103278"/>
                <a:gd name="connsiteX31" fmla="*/ 24590 w 185244"/>
                <a:gd name="connsiteY31" fmla="*/ 68852 h 103278"/>
                <a:gd name="connsiteX32" fmla="*/ 27869 w 185244"/>
                <a:gd name="connsiteY32" fmla="*/ 68852 h 103278"/>
                <a:gd name="connsiteX33" fmla="*/ 24590 w 185244"/>
                <a:gd name="connsiteY33" fmla="*/ 67213 h 103278"/>
                <a:gd name="connsiteX34" fmla="*/ 27869 w 185244"/>
                <a:gd name="connsiteY34" fmla="*/ 68852 h 103278"/>
                <a:gd name="connsiteX35" fmla="*/ 31147 w 185244"/>
                <a:gd name="connsiteY35" fmla="*/ 67213 h 103278"/>
                <a:gd name="connsiteX36" fmla="*/ 36066 w 185244"/>
                <a:gd name="connsiteY36" fmla="*/ 67213 h 103278"/>
                <a:gd name="connsiteX37" fmla="*/ 39344 w 185244"/>
                <a:gd name="connsiteY37" fmla="*/ 70491 h 103278"/>
                <a:gd name="connsiteX38" fmla="*/ 42623 w 185244"/>
                <a:gd name="connsiteY38" fmla="*/ 70491 h 103278"/>
                <a:gd name="connsiteX39" fmla="*/ 47541 w 185244"/>
                <a:gd name="connsiteY39" fmla="*/ 72131 h 103278"/>
                <a:gd name="connsiteX40" fmla="*/ 49180 w 185244"/>
                <a:gd name="connsiteY40" fmla="*/ 68852 h 103278"/>
                <a:gd name="connsiteX41" fmla="*/ 52459 w 185244"/>
                <a:gd name="connsiteY41" fmla="*/ 72131 h 103278"/>
                <a:gd name="connsiteX42" fmla="*/ 54098 w 185244"/>
                <a:gd name="connsiteY42" fmla="*/ 68852 h 103278"/>
                <a:gd name="connsiteX43" fmla="*/ 57377 w 185244"/>
                <a:gd name="connsiteY43" fmla="*/ 68852 h 103278"/>
                <a:gd name="connsiteX44" fmla="*/ 57377 w 185244"/>
                <a:gd name="connsiteY44" fmla="*/ 72131 h 103278"/>
                <a:gd name="connsiteX45" fmla="*/ 60656 w 185244"/>
                <a:gd name="connsiteY45" fmla="*/ 75409 h 103278"/>
                <a:gd name="connsiteX46" fmla="*/ 65573 w 185244"/>
                <a:gd name="connsiteY46" fmla="*/ 75409 h 103278"/>
                <a:gd name="connsiteX47" fmla="*/ 68852 w 185244"/>
                <a:gd name="connsiteY47" fmla="*/ 72131 h 103278"/>
                <a:gd name="connsiteX48" fmla="*/ 72131 w 185244"/>
                <a:gd name="connsiteY48" fmla="*/ 72131 h 103278"/>
                <a:gd name="connsiteX49" fmla="*/ 68852 w 185244"/>
                <a:gd name="connsiteY49" fmla="*/ 73770 h 103278"/>
                <a:gd name="connsiteX50" fmla="*/ 65573 w 185244"/>
                <a:gd name="connsiteY50" fmla="*/ 78688 h 103278"/>
                <a:gd name="connsiteX51" fmla="*/ 68852 w 185244"/>
                <a:gd name="connsiteY51" fmla="*/ 80327 h 103278"/>
                <a:gd name="connsiteX52" fmla="*/ 72131 w 185244"/>
                <a:gd name="connsiteY52" fmla="*/ 80327 h 103278"/>
                <a:gd name="connsiteX53" fmla="*/ 77049 w 185244"/>
                <a:gd name="connsiteY53" fmla="*/ 80327 h 103278"/>
                <a:gd name="connsiteX54" fmla="*/ 80327 w 185244"/>
                <a:gd name="connsiteY54" fmla="*/ 81967 h 103278"/>
                <a:gd name="connsiteX55" fmla="*/ 85246 w 185244"/>
                <a:gd name="connsiteY55" fmla="*/ 83606 h 103278"/>
                <a:gd name="connsiteX56" fmla="*/ 80327 w 185244"/>
                <a:gd name="connsiteY56" fmla="*/ 81967 h 103278"/>
                <a:gd name="connsiteX57" fmla="*/ 75410 w 185244"/>
                <a:gd name="connsiteY57" fmla="*/ 81967 h 103278"/>
                <a:gd name="connsiteX58" fmla="*/ 80327 w 185244"/>
                <a:gd name="connsiteY58" fmla="*/ 85245 h 103278"/>
                <a:gd name="connsiteX59" fmla="*/ 77049 w 185244"/>
                <a:gd name="connsiteY59" fmla="*/ 83606 h 103278"/>
                <a:gd name="connsiteX60" fmla="*/ 72131 w 185244"/>
                <a:gd name="connsiteY60" fmla="*/ 83606 h 103278"/>
                <a:gd name="connsiteX61" fmla="*/ 68852 w 185244"/>
                <a:gd name="connsiteY61" fmla="*/ 85245 h 103278"/>
                <a:gd name="connsiteX62" fmla="*/ 72131 w 185244"/>
                <a:gd name="connsiteY62" fmla="*/ 86885 h 103278"/>
                <a:gd name="connsiteX63" fmla="*/ 77049 w 185244"/>
                <a:gd name="connsiteY63" fmla="*/ 90164 h 103278"/>
                <a:gd name="connsiteX64" fmla="*/ 75410 w 185244"/>
                <a:gd name="connsiteY64" fmla="*/ 93442 h 103278"/>
                <a:gd name="connsiteX65" fmla="*/ 72131 w 185244"/>
                <a:gd name="connsiteY65" fmla="*/ 91803 h 103278"/>
                <a:gd name="connsiteX66" fmla="*/ 68852 w 185244"/>
                <a:gd name="connsiteY66" fmla="*/ 93442 h 103278"/>
                <a:gd name="connsiteX67" fmla="*/ 72131 w 185244"/>
                <a:gd name="connsiteY67" fmla="*/ 93442 h 103278"/>
                <a:gd name="connsiteX68" fmla="*/ 77049 w 185244"/>
                <a:gd name="connsiteY68" fmla="*/ 93442 h 103278"/>
                <a:gd name="connsiteX69" fmla="*/ 80327 w 185244"/>
                <a:gd name="connsiteY69" fmla="*/ 93442 h 103278"/>
                <a:gd name="connsiteX70" fmla="*/ 83606 w 185244"/>
                <a:gd name="connsiteY70" fmla="*/ 95081 h 103278"/>
                <a:gd name="connsiteX71" fmla="*/ 88524 w 185244"/>
                <a:gd name="connsiteY71" fmla="*/ 96721 h 103278"/>
                <a:gd name="connsiteX72" fmla="*/ 91803 w 185244"/>
                <a:gd name="connsiteY72" fmla="*/ 96721 h 103278"/>
                <a:gd name="connsiteX73" fmla="*/ 95081 w 185244"/>
                <a:gd name="connsiteY73" fmla="*/ 96721 h 103278"/>
                <a:gd name="connsiteX74" fmla="*/ 100000 w 185244"/>
                <a:gd name="connsiteY74" fmla="*/ 96721 h 103278"/>
                <a:gd name="connsiteX75" fmla="*/ 103278 w 185244"/>
                <a:gd name="connsiteY75" fmla="*/ 98360 h 103278"/>
                <a:gd name="connsiteX76" fmla="*/ 106557 w 185244"/>
                <a:gd name="connsiteY76" fmla="*/ 98360 h 103278"/>
                <a:gd name="connsiteX77" fmla="*/ 103278 w 185244"/>
                <a:gd name="connsiteY77" fmla="*/ 95081 h 103278"/>
                <a:gd name="connsiteX78" fmla="*/ 106557 w 185244"/>
                <a:gd name="connsiteY78" fmla="*/ 98360 h 103278"/>
                <a:gd name="connsiteX79" fmla="*/ 109836 w 185244"/>
                <a:gd name="connsiteY79" fmla="*/ 100000 h 103278"/>
                <a:gd name="connsiteX80" fmla="*/ 114754 w 185244"/>
                <a:gd name="connsiteY80" fmla="*/ 100000 h 103278"/>
                <a:gd name="connsiteX81" fmla="*/ 118032 w 185244"/>
                <a:gd name="connsiteY81" fmla="*/ 101639 h 103278"/>
                <a:gd name="connsiteX82" fmla="*/ 122950 w 185244"/>
                <a:gd name="connsiteY82" fmla="*/ 100000 h 103278"/>
                <a:gd name="connsiteX83" fmla="*/ 124590 w 185244"/>
                <a:gd name="connsiteY83" fmla="*/ 96721 h 103278"/>
                <a:gd name="connsiteX84" fmla="*/ 127868 w 185244"/>
                <a:gd name="connsiteY84" fmla="*/ 98360 h 103278"/>
                <a:gd name="connsiteX85" fmla="*/ 132786 w 185244"/>
                <a:gd name="connsiteY85" fmla="*/ 96721 h 103278"/>
                <a:gd name="connsiteX86" fmla="*/ 134426 w 185244"/>
                <a:gd name="connsiteY86" fmla="*/ 100000 h 103278"/>
                <a:gd name="connsiteX87" fmla="*/ 137704 w 185244"/>
                <a:gd name="connsiteY87" fmla="*/ 101639 h 103278"/>
                <a:gd name="connsiteX88" fmla="*/ 142623 w 185244"/>
                <a:gd name="connsiteY88" fmla="*/ 100000 h 103278"/>
                <a:gd name="connsiteX89" fmla="*/ 137704 w 185244"/>
                <a:gd name="connsiteY89" fmla="*/ 98360 h 103278"/>
                <a:gd name="connsiteX90" fmla="*/ 142623 w 185244"/>
                <a:gd name="connsiteY90" fmla="*/ 100000 h 103278"/>
                <a:gd name="connsiteX91" fmla="*/ 145901 w 185244"/>
                <a:gd name="connsiteY91" fmla="*/ 100000 h 103278"/>
                <a:gd name="connsiteX92" fmla="*/ 150819 w 185244"/>
                <a:gd name="connsiteY92" fmla="*/ 100000 h 103278"/>
                <a:gd name="connsiteX93" fmla="*/ 154098 w 185244"/>
                <a:gd name="connsiteY93" fmla="*/ 101639 h 103278"/>
                <a:gd name="connsiteX94" fmla="*/ 157376 w 185244"/>
                <a:gd name="connsiteY94" fmla="*/ 103278 h 103278"/>
                <a:gd name="connsiteX95" fmla="*/ 162294 w 185244"/>
                <a:gd name="connsiteY95" fmla="*/ 101639 h 103278"/>
                <a:gd name="connsiteX96" fmla="*/ 157376 w 185244"/>
                <a:gd name="connsiteY96" fmla="*/ 100000 h 103278"/>
                <a:gd name="connsiteX97" fmla="*/ 152458 w 185244"/>
                <a:gd name="connsiteY97" fmla="*/ 100000 h 103278"/>
                <a:gd name="connsiteX98" fmla="*/ 149180 w 185244"/>
                <a:gd name="connsiteY98" fmla="*/ 96721 h 103278"/>
                <a:gd name="connsiteX99" fmla="*/ 152458 w 185244"/>
                <a:gd name="connsiteY99" fmla="*/ 96721 h 103278"/>
                <a:gd name="connsiteX100" fmla="*/ 157376 w 185244"/>
                <a:gd name="connsiteY100" fmla="*/ 100000 h 103278"/>
                <a:gd name="connsiteX101" fmla="*/ 162294 w 185244"/>
                <a:gd name="connsiteY101" fmla="*/ 100000 h 103278"/>
                <a:gd name="connsiteX102" fmla="*/ 165573 w 185244"/>
                <a:gd name="connsiteY102" fmla="*/ 100000 h 103278"/>
                <a:gd name="connsiteX103" fmla="*/ 168851 w 185244"/>
                <a:gd name="connsiteY103" fmla="*/ 101639 h 103278"/>
                <a:gd name="connsiteX104" fmla="*/ 173770 w 185244"/>
                <a:gd name="connsiteY104" fmla="*/ 101639 h 103278"/>
                <a:gd name="connsiteX105" fmla="*/ 177048 w 185244"/>
                <a:gd name="connsiteY105" fmla="*/ 103278 h 103278"/>
                <a:gd name="connsiteX106" fmla="*/ 180327 w 185244"/>
                <a:gd name="connsiteY106" fmla="*/ 103278 h 103278"/>
                <a:gd name="connsiteX107" fmla="*/ 177048 w 185244"/>
                <a:gd name="connsiteY107" fmla="*/ 101639 h 103278"/>
                <a:gd name="connsiteX108" fmla="*/ 173770 w 185244"/>
                <a:gd name="connsiteY108" fmla="*/ 100000 h 103278"/>
                <a:gd name="connsiteX109" fmla="*/ 170491 w 185244"/>
                <a:gd name="connsiteY109" fmla="*/ 100000 h 103278"/>
                <a:gd name="connsiteX110" fmla="*/ 165573 w 185244"/>
                <a:gd name="connsiteY110" fmla="*/ 98360 h 103278"/>
                <a:gd name="connsiteX111" fmla="*/ 168851 w 185244"/>
                <a:gd name="connsiteY111" fmla="*/ 100000 h 103278"/>
                <a:gd name="connsiteX112" fmla="*/ 173770 w 185244"/>
                <a:gd name="connsiteY112" fmla="*/ 100000 h 103278"/>
                <a:gd name="connsiteX113" fmla="*/ 177048 w 185244"/>
                <a:gd name="connsiteY113" fmla="*/ 100000 h 103278"/>
                <a:gd name="connsiteX114" fmla="*/ 180327 w 185244"/>
                <a:gd name="connsiteY114" fmla="*/ 101639 h 103278"/>
                <a:gd name="connsiteX115" fmla="*/ 185245 w 185244"/>
                <a:gd name="connsiteY115" fmla="*/ 98360 h 103278"/>
                <a:gd name="connsiteX116" fmla="*/ 180327 w 185244"/>
                <a:gd name="connsiteY116" fmla="*/ 96721 h 103278"/>
                <a:gd name="connsiteX117" fmla="*/ 183606 w 185244"/>
                <a:gd name="connsiteY117" fmla="*/ 96721 h 103278"/>
                <a:gd name="connsiteX118" fmla="*/ 180327 w 185244"/>
                <a:gd name="connsiteY118" fmla="*/ 93442 h 103278"/>
                <a:gd name="connsiteX119" fmla="*/ 177048 w 185244"/>
                <a:gd name="connsiteY119" fmla="*/ 93442 h 103278"/>
                <a:gd name="connsiteX120" fmla="*/ 172130 w 185244"/>
                <a:gd name="connsiteY120" fmla="*/ 93442 h 103278"/>
                <a:gd name="connsiteX121" fmla="*/ 168851 w 185244"/>
                <a:gd name="connsiteY121" fmla="*/ 91803 h 103278"/>
                <a:gd name="connsiteX122" fmla="*/ 165573 w 185244"/>
                <a:gd name="connsiteY122" fmla="*/ 90164 h 103278"/>
                <a:gd name="connsiteX123" fmla="*/ 160655 w 185244"/>
                <a:gd name="connsiteY123" fmla="*/ 88524 h 103278"/>
                <a:gd name="connsiteX124" fmla="*/ 157376 w 185244"/>
                <a:gd name="connsiteY124" fmla="*/ 86885 h 103278"/>
                <a:gd name="connsiteX125" fmla="*/ 154098 w 185244"/>
                <a:gd name="connsiteY125" fmla="*/ 85245 h 103278"/>
                <a:gd name="connsiteX126" fmla="*/ 149180 w 185244"/>
                <a:gd name="connsiteY126" fmla="*/ 83606 h 103278"/>
                <a:gd name="connsiteX127" fmla="*/ 145901 w 185244"/>
                <a:gd name="connsiteY127" fmla="*/ 81967 h 103278"/>
                <a:gd name="connsiteX128" fmla="*/ 142623 w 185244"/>
                <a:gd name="connsiteY128" fmla="*/ 80327 h 103278"/>
                <a:gd name="connsiteX129" fmla="*/ 137704 w 185244"/>
                <a:gd name="connsiteY129" fmla="*/ 78688 h 103278"/>
                <a:gd name="connsiteX130" fmla="*/ 134426 w 185244"/>
                <a:gd name="connsiteY130" fmla="*/ 77049 h 103278"/>
                <a:gd name="connsiteX131" fmla="*/ 131147 w 185244"/>
                <a:gd name="connsiteY131" fmla="*/ 72131 h 103278"/>
                <a:gd name="connsiteX132" fmla="*/ 126229 w 185244"/>
                <a:gd name="connsiteY132" fmla="*/ 70491 h 103278"/>
                <a:gd name="connsiteX133" fmla="*/ 122950 w 185244"/>
                <a:gd name="connsiteY133" fmla="*/ 67213 h 103278"/>
                <a:gd name="connsiteX134" fmla="*/ 119671 w 185244"/>
                <a:gd name="connsiteY134" fmla="*/ 65573 h 103278"/>
                <a:gd name="connsiteX135" fmla="*/ 116393 w 185244"/>
                <a:gd name="connsiteY135" fmla="*/ 62295 h 103278"/>
                <a:gd name="connsiteX136" fmla="*/ 111475 w 185244"/>
                <a:gd name="connsiteY136" fmla="*/ 57377 h 103278"/>
                <a:gd name="connsiteX137" fmla="*/ 108196 w 185244"/>
                <a:gd name="connsiteY137" fmla="*/ 54098 h 103278"/>
                <a:gd name="connsiteX138" fmla="*/ 104917 w 185244"/>
                <a:gd name="connsiteY138" fmla="*/ 50819 h 103278"/>
                <a:gd name="connsiteX139" fmla="*/ 103278 w 185244"/>
                <a:gd name="connsiteY139" fmla="*/ 47541 h 103278"/>
                <a:gd name="connsiteX140" fmla="*/ 106557 w 185244"/>
                <a:gd name="connsiteY140" fmla="*/ 42623 h 103278"/>
                <a:gd name="connsiteX141" fmla="*/ 101639 w 185244"/>
                <a:gd name="connsiteY141" fmla="*/ 40983 h 103278"/>
                <a:gd name="connsiteX142" fmla="*/ 101639 w 185244"/>
                <a:gd name="connsiteY142" fmla="*/ 37705 h 103278"/>
                <a:gd name="connsiteX143" fmla="*/ 98360 w 185244"/>
                <a:gd name="connsiteY143" fmla="*/ 36065 h 103278"/>
                <a:gd name="connsiteX144" fmla="*/ 93442 w 185244"/>
                <a:gd name="connsiteY144" fmla="*/ 34426 h 103278"/>
                <a:gd name="connsiteX145" fmla="*/ 98360 w 185244"/>
                <a:gd name="connsiteY145" fmla="*/ 34426 h 103278"/>
                <a:gd name="connsiteX146" fmla="*/ 101639 w 185244"/>
                <a:gd name="connsiteY146" fmla="*/ 34426 h 103278"/>
                <a:gd name="connsiteX147" fmla="*/ 98360 w 185244"/>
                <a:gd name="connsiteY147" fmla="*/ 31147 h 103278"/>
                <a:gd name="connsiteX148" fmla="*/ 93442 w 185244"/>
                <a:gd name="connsiteY148" fmla="*/ 29508 h 103278"/>
                <a:gd name="connsiteX149" fmla="*/ 98360 w 185244"/>
                <a:gd name="connsiteY149" fmla="*/ 29508 h 103278"/>
                <a:gd name="connsiteX150" fmla="*/ 103278 w 185244"/>
                <a:gd name="connsiteY150" fmla="*/ 31147 h 103278"/>
                <a:gd name="connsiteX151" fmla="*/ 103278 w 185244"/>
                <a:gd name="connsiteY151" fmla="*/ 27869 h 103278"/>
                <a:gd name="connsiteX152" fmla="*/ 100000 w 185244"/>
                <a:gd name="connsiteY152" fmla="*/ 26229 h 103278"/>
                <a:gd name="connsiteX153" fmla="*/ 103278 w 185244"/>
                <a:gd name="connsiteY153" fmla="*/ 26229 h 103278"/>
                <a:gd name="connsiteX154" fmla="*/ 108196 w 185244"/>
                <a:gd name="connsiteY154" fmla="*/ 26229 h 103278"/>
                <a:gd name="connsiteX155" fmla="*/ 104917 w 185244"/>
                <a:gd name="connsiteY155" fmla="*/ 24590 h 103278"/>
                <a:gd name="connsiteX156" fmla="*/ 100000 w 185244"/>
                <a:gd name="connsiteY156" fmla="*/ 22951 h 103278"/>
                <a:gd name="connsiteX157" fmla="*/ 96721 w 185244"/>
                <a:gd name="connsiteY157" fmla="*/ 22951 h 103278"/>
                <a:gd name="connsiteX158" fmla="*/ 100000 w 185244"/>
                <a:gd name="connsiteY158" fmla="*/ 22951 h 103278"/>
                <a:gd name="connsiteX159" fmla="*/ 104917 w 185244"/>
                <a:gd name="connsiteY159" fmla="*/ 22951 h 103278"/>
                <a:gd name="connsiteX160" fmla="*/ 108196 w 185244"/>
                <a:gd name="connsiteY160" fmla="*/ 22951 h 103278"/>
                <a:gd name="connsiteX161" fmla="*/ 113114 w 185244"/>
                <a:gd name="connsiteY161" fmla="*/ 22951 h 103278"/>
                <a:gd name="connsiteX162" fmla="*/ 113114 w 185244"/>
                <a:gd name="connsiteY162" fmla="*/ 19672 h 103278"/>
                <a:gd name="connsiteX163" fmla="*/ 109836 w 185244"/>
                <a:gd name="connsiteY163" fmla="*/ 16393 h 103278"/>
                <a:gd name="connsiteX164" fmla="*/ 106557 w 185244"/>
                <a:gd name="connsiteY164" fmla="*/ 18033 h 103278"/>
                <a:gd name="connsiteX165" fmla="*/ 101639 w 185244"/>
                <a:gd name="connsiteY165" fmla="*/ 16393 h 103278"/>
                <a:gd name="connsiteX166" fmla="*/ 98360 w 185244"/>
                <a:gd name="connsiteY166" fmla="*/ 16393 h 103278"/>
                <a:gd name="connsiteX167" fmla="*/ 101639 w 185244"/>
                <a:gd name="connsiteY167" fmla="*/ 16393 h 103278"/>
                <a:gd name="connsiteX168" fmla="*/ 106557 w 185244"/>
                <a:gd name="connsiteY168" fmla="*/ 14754 h 103278"/>
                <a:gd name="connsiteX169" fmla="*/ 109836 w 185244"/>
                <a:gd name="connsiteY169" fmla="*/ 14754 h 103278"/>
                <a:gd name="connsiteX170" fmla="*/ 113114 w 185244"/>
                <a:gd name="connsiteY170" fmla="*/ 13115 h 103278"/>
                <a:gd name="connsiteX171" fmla="*/ 109836 w 185244"/>
                <a:gd name="connsiteY171" fmla="*/ 13115 h 103278"/>
                <a:gd name="connsiteX172" fmla="*/ 104917 w 185244"/>
                <a:gd name="connsiteY172" fmla="*/ 13115 h 103278"/>
                <a:gd name="connsiteX173" fmla="*/ 101639 w 185244"/>
                <a:gd name="connsiteY173" fmla="*/ 13115 h 103278"/>
                <a:gd name="connsiteX174" fmla="*/ 104917 w 185244"/>
                <a:gd name="connsiteY174" fmla="*/ 11475 h 103278"/>
                <a:gd name="connsiteX175" fmla="*/ 109836 w 185244"/>
                <a:gd name="connsiteY175" fmla="*/ 11475 h 103278"/>
                <a:gd name="connsiteX176" fmla="*/ 113114 w 185244"/>
                <a:gd name="connsiteY176" fmla="*/ 11475 h 103278"/>
                <a:gd name="connsiteX177" fmla="*/ 118032 w 185244"/>
                <a:gd name="connsiteY177" fmla="*/ 9836 h 103278"/>
                <a:gd name="connsiteX178" fmla="*/ 113114 w 185244"/>
                <a:gd name="connsiteY178" fmla="*/ 6557 h 103278"/>
                <a:gd name="connsiteX179" fmla="*/ 109836 w 185244"/>
                <a:gd name="connsiteY179" fmla="*/ 6557 h 103278"/>
                <a:gd name="connsiteX180" fmla="*/ 104917 w 185244"/>
                <a:gd name="connsiteY180" fmla="*/ 6557 h 103278"/>
                <a:gd name="connsiteX181" fmla="*/ 101639 w 185244"/>
                <a:gd name="connsiteY181" fmla="*/ 6557 h 103278"/>
                <a:gd name="connsiteX182" fmla="*/ 98360 w 185244"/>
                <a:gd name="connsiteY182" fmla="*/ 4918 h 103278"/>
                <a:gd name="connsiteX183" fmla="*/ 93442 w 185244"/>
                <a:gd name="connsiteY183" fmla="*/ 3279 h 103278"/>
                <a:gd name="connsiteX184" fmla="*/ 90164 w 185244"/>
                <a:gd name="connsiteY184" fmla="*/ 3279 h 103278"/>
                <a:gd name="connsiteX185" fmla="*/ 85246 w 185244"/>
                <a:gd name="connsiteY185" fmla="*/ 4918 h 103278"/>
                <a:gd name="connsiteX186" fmla="*/ 81967 w 185244"/>
                <a:gd name="connsiteY186" fmla="*/ 3279 h 103278"/>
                <a:gd name="connsiteX187" fmla="*/ 78688 w 185244"/>
                <a:gd name="connsiteY187" fmla="*/ 1639 h 103278"/>
                <a:gd name="connsiteX188" fmla="*/ 73770 w 185244"/>
                <a:gd name="connsiteY188" fmla="*/ 1639 h 103278"/>
                <a:gd name="connsiteX189" fmla="*/ 70491 w 185244"/>
                <a:gd name="connsiteY189" fmla="*/ 0 h 103278"/>
                <a:gd name="connsiteX190" fmla="*/ 67213 w 185244"/>
                <a:gd name="connsiteY190" fmla="*/ 0 h 103278"/>
                <a:gd name="connsiteX191" fmla="*/ 62295 w 185244"/>
                <a:gd name="connsiteY191" fmla="*/ 1639 h 103278"/>
                <a:gd name="connsiteX192" fmla="*/ 59016 w 185244"/>
                <a:gd name="connsiteY192" fmla="*/ 4918 h 103278"/>
                <a:gd name="connsiteX193" fmla="*/ 54098 w 185244"/>
                <a:gd name="connsiteY193" fmla="*/ 4918 h 103278"/>
                <a:gd name="connsiteX194" fmla="*/ 50820 w 185244"/>
                <a:gd name="connsiteY194" fmla="*/ 4918 h 103278"/>
                <a:gd name="connsiteX195" fmla="*/ 47541 w 185244"/>
                <a:gd name="connsiteY195" fmla="*/ 4918 h 103278"/>
                <a:gd name="connsiteX196" fmla="*/ 42623 w 185244"/>
                <a:gd name="connsiteY196" fmla="*/ 4918 h 103278"/>
                <a:gd name="connsiteX197" fmla="*/ 39344 w 185244"/>
                <a:gd name="connsiteY197" fmla="*/ 4918 h 103278"/>
                <a:gd name="connsiteX198" fmla="*/ 34426 w 185244"/>
                <a:gd name="connsiteY198" fmla="*/ 6557 h 103278"/>
                <a:gd name="connsiteX199" fmla="*/ 31147 w 185244"/>
                <a:gd name="connsiteY199" fmla="*/ 8197 h 103278"/>
                <a:gd name="connsiteX200" fmla="*/ 29508 w 185244"/>
                <a:gd name="connsiteY200" fmla="*/ 8197 h 103278"/>
                <a:gd name="connsiteX201" fmla="*/ 27869 w 185244"/>
                <a:gd name="connsiteY201" fmla="*/ 11475 h 103278"/>
                <a:gd name="connsiteX202" fmla="*/ 32787 w 185244"/>
                <a:gd name="connsiteY202" fmla="*/ 13115 h 103278"/>
                <a:gd name="connsiteX203" fmla="*/ 32787 w 185244"/>
                <a:gd name="connsiteY203" fmla="*/ 18033 h 103278"/>
                <a:gd name="connsiteX204" fmla="*/ 36066 w 185244"/>
                <a:gd name="connsiteY204" fmla="*/ 19672 h 103278"/>
                <a:gd name="connsiteX205" fmla="*/ 32787 w 185244"/>
                <a:gd name="connsiteY205" fmla="*/ 19672 h 103278"/>
                <a:gd name="connsiteX206" fmla="*/ 27869 w 185244"/>
                <a:gd name="connsiteY206" fmla="*/ 18033 h 103278"/>
                <a:gd name="connsiteX207" fmla="*/ 24590 w 185244"/>
                <a:gd name="connsiteY207" fmla="*/ 18033 h 103278"/>
                <a:gd name="connsiteX208" fmla="*/ 19672 w 185244"/>
                <a:gd name="connsiteY208" fmla="*/ 19672 h 103278"/>
                <a:gd name="connsiteX209" fmla="*/ 16393 w 185244"/>
                <a:gd name="connsiteY209" fmla="*/ 21311 h 103278"/>
                <a:gd name="connsiteX210" fmla="*/ 13114 w 185244"/>
                <a:gd name="connsiteY210" fmla="*/ 24590 h 103278"/>
                <a:gd name="connsiteX211" fmla="*/ 16393 w 185244"/>
                <a:gd name="connsiteY211" fmla="*/ 26229 h 103278"/>
                <a:gd name="connsiteX212" fmla="*/ 21311 w 185244"/>
                <a:gd name="connsiteY212" fmla="*/ 26229 h 10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185244" h="103278">
                  <a:moveTo>
                    <a:pt x="21311" y="26229"/>
                  </a:moveTo>
                  <a:lnTo>
                    <a:pt x="24590" y="26229"/>
                  </a:lnTo>
                  <a:lnTo>
                    <a:pt x="27869" y="26229"/>
                  </a:lnTo>
                  <a:lnTo>
                    <a:pt x="32787" y="26229"/>
                  </a:lnTo>
                  <a:lnTo>
                    <a:pt x="36066" y="27869"/>
                  </a:lnTo>
                  <a:lnTo>
                    <a:pt x="32787" y="27869"/>
                  </a:lnTo>
                  <a:lnTo>
                    <a:pt x="27869" y="27869"/>
                  </a:lnTo>
                  <a:lnTo>
                    <a:pt x="24590" y="31147"/>
                  </a:lnTo>
                  <a:lnTo>
                    <a:pt x="27869" y="29508"/>
                  </a:lnTo>
                  <a:lnTo>
                    <a:pt x="32787" y="29508"/>
                  </a:lnTo>
                  <a:lnTo>
                    <a:pt x="27869" y="32787"/>
                  </a:lnTo>
                  <a:lnTo>
                    <a:pt x="24590" y="32787"/>
                  </a:lnTo>
                  <a:lnTo>
                    <a:pt x="26229" y="37705"/>
                  </a:lnTo>
                  <a:lnTo>
                    <a:pt x="29508" y="39344"/>
                  </a:lnTo>
                  <a:lnTo>
                    <a:pt x="26229" y="40983"/>
                  </a:lnTo>
                  <a:lnTo>
                    <a:pt x="22951" y="42623"/>
                  </a:lnTo>
                  <a:lnTo>
                    <a:pt x="22951" y="45901"/>
                  </a:lnTo>
                  <a:lnTo>
                    <a:pt x="19672" y="47541"/>
                  </a:lnTo>
                  <a:lnTo>
                    <a:pt x="16393" y="47541"/>
                  </a:lnTo>
                  <a:lnTo>
                    <a:pt x="13114" y="47541"/>
                  </a:lnTo>
                  <a:lnTo>
                    <a:pt x="8197" y="45901"/>
                  </a:lnTo>
                  <a:lnTo>
                    <a:pt x="4918" y="45901"/>
                  </a:lnTo>
                  <a:lnTo>
                    <a:pt x="0" y="49180"/>
                  </a:lnTo>
                  <a:lnTo>
                    <a:pt x="0" y="52459"/>
                  </a:lnTo>
                  <a:lnTo>
                    <a:pt x="0" y="57377"/>
                  </a:lnTo>
                  <a:lnTo>
                    <a:pt x="1639" y="60655"/>
                  </a:lnTo>
                  <a:lnTo>
                    <a:pt x="4918" y="63934"/>
                  </a:lnTo>
                  <a:lnTo>
                    <a:pt x="8197" y="67213"/>
                  </a:lnTo>
                  <a:lnTo>
                    <a:pt x="13114" y="68852"/>
                  </a:lnTo>
                  <a:lnTo>
                    <a:pt x="16393" y="70491"/>
                  </a:lnTo>
                  <a:lnTo>
                    <a:pt x="19672" y="70491"/>
                  </a:lnTo>
                  <a:lnTo>
                    <a:pt x="24590" y="68852"/>
                  </a:lnTo>
                  <a:lnTo>
                    <a:pt x="27869" y="68852"/>
                  </a:lnTo>
                  <a:lnTo>
                    <a:pt x="24590" y="67213"/>
                  </a:lnTo>
                  <a:lnTo>
                    <a:pt x="27869" y="68852"/>
                  </a:lnTo>
                  <a:lnTo>
                    <a:pt x="31147" y="67213"/>
                  </a:lnTo>
                  <a:lnTo>
                    <a:pt x="36066" y="67213"/>
                  </a:lnTo>
                  <a:lnTo>
                    <a:pt x="39344" y="70491"/>
                  </a:lnTo>
                  <a:lnTo>
                    <a:pt x="42623" y="70491"/>
                  </a:lnTo>
                  <a:lnTo>
                    <a:pt x="47541" y="72131"/>
                  </a:lnTo>
                  <a:lnTo>
                    <a:pt x="49180" y="68852"/>
                  </a:lnTo>
                  <a:lnTo>
                    <a:pt x="52459" y="72131"/>
                  </a:lnTo>
                  <a:lnTo>
                    <a:pt x="54098" y="68852"/>
                  </a:lnTo>
                  <a:lnTo>
                    <a:pt x="57377" y="68852"/>
                  </a:lnTo>
                  <a:lnTo>
                    <a:pt x="57377" y="72131"/>
                  </a:lnTo>
                  <a:lnTo>
                    <a:pt x="60656" y="75409"/>
                  </a:lnTo>
                  <a:lnTo>
                    <a:pt x="65573" y="75409"/>
                  </a:lnTo>
                  <a:lnTo>
                    <a:pt x="68852" y="72131"/>
                  </a:lnTo>
                  <a:lnTo>
                    <a:pt x="72131" y="72131"/>
                  </a:lnTo>
                  <a:lnTo>
                    <a:pt x="68852" y="73770"/>
                  </a:lnTo>
                  <a:lnTo>
                    <a:pt x="65573" y="78688"/>
                  </a:lnTo>
                  <a:lnTo>
                    <a:pt x="68852" y="80327"/>
                  </a:lnTo>
                  <a:lnTo>
                    <a:pt x="72131" y="80327"/>
                  </a:lnTo>
                  <a:lnTo>
                    <a:pt x="77049" y="80327"/>
                  </a:lnTo>
                  <a:lnTo>
                    <a:pt x="80327" y="81967"/>
                  </a:lnTo>
                  <a:lnTo>
                    <a:pt x="85246" y="83606"/>
                  </a:lnTo>
                  <a:lnTo>
                    <a:pt x="80327" y="81967"/>
                  </a:lnTo>
                  <a:lnTo>
                    <a:pt x="75410" y="81967"/>
                  </a:lnTo>
                  <a:lnTo>
                    <a:pt x="80327" y="85245"/>
                  </a:lnTo>
                  <a:lnTo>
                    <a:pt x="77049" y="83606"/>
                  </a:lnTo>
                  <a:lnTo>
                    <a:pt x="72131" y="83606"/>
                  </a:lnTo>
                  <a:lnTo>
                    <a:pt x="68852" y="85245"/>
                  </a:lnTo>
                  <a:lnTo>
                    <a:pt x="72131" y="86885"/>
                  </a:lnTo>
                  <a:lnTo>
                    <a:pt x="77049" y="90164"/>
                  </a:lnTo>
                  <a:lnTo>
                    <a:pt x="75410" y="93442"/>
                  </a:lnTo>
                  <a:lnTo>
                    <a:pt x="72131" y="91803"/>
                  </a:lnTo>
                  <a:lnTo>
                    <a:pt x="68852" y="93442"/>
                  </a:lnTo>
                  <a:lnTo>
                    <a:pt x="72131" y="93442"/>
                  </a:lnTo>
                  <a:lnTo>
                    <a:pt x="77049" y="93442"/>
                  </a:lnTo>
                  <a:lnTo>
                    <a:pt x="80327" y="93442"/>
                  </a:lnTo>
                  <a:lnTo>
                    <a:pt x="83606" y="95081"/>
                  </a:lnTo>
                  <a:lnTo>
                    <a:pt x="88524" y="96721"/>
                  </a:lnTo>
                  <a:lnTo>
                    <a:pt x="91803" y="96721"/>
                  </a:lnTo>
                  <a:lnTo>
                    <a:pt x="95081" y="96721"/>
                  </a:lnTo>
                  <a:lnTo>
                    <a:pt x="100000" y="96721"/>
                  </a:lnTo>
                  <a:lnTo>
                    <a:pt x="103278" y="98360"/>
                  </a:lnTo>
                  <a:lnTo>
                    <a:pt x="106557" y="98360"/>
                  </a:lnTo>
                  <a:lnTo>
                    <a:pt x="103278" y="95081"/>
                  </a:lnTo>
                  <a:lnTo>
                    <a:pt x="106557" y="98360"/>
                  </a:lnTo>
                  <a:lnTo>
                    <a:pt x="109836" y="100000"/>
                  </a:lnTo>
                  <a:lnTo>
                    <a:pt x="114754" y="100000"/>
                  </a:lnTo>
                  <a:lnTo>
                    <a:pt x="118032" y="101639"/>
                  </a:lnTo>
                  <a:lnTo>
                    <a:pt x="122950" y="100000"/>
                  </a:lnTo>
                  <a:lnTo>
                    <a:pt x="124590" y="96721"/>
                  </a:lnTo>
                  <a:lnTo>
                    <a:pt x="127868" y="98360"/>
                  </a:lnTo>
                  <a:lnTo>
                    <a:pt x="132786" y="96721"/>
                  </a:lnTo>
                  <a:lnTo>
                    <a:pt x="134426" y="100000"/>
                  </a:lnTo>
                  <a:lnTo>
                    <a:pt x="137704" y="101639"/>
                  </a:lnTo>
                  <a:lnTo>
                    <a:pt x="142623" y="100000"/>
                  </a:lnTo>
                  <a:lnTo>
                    <a:pt x="137704" y="98360"/>
                  </a:lnTo>
                  <a:lnTo>
                    <a:pt x="142623" y="100000"/>
                  </a:lnTo>
                  <a:lnTo>
                    <a:pt x="145901" y="100000"/>
                  </a:lnTo>
                  <a:lnTo>
                    <a:pt x="150819" y="100000"/>
                  </a:lnTo>
                  <a:lnTo>
                    <a:pt x="154098" y="101639"/>
                  </a:lnTo>
                  <a:lnTo>
                    <a:pt x="157376" y="103278"/>
                  </a:lnTo>
                  <a:lnTo>
                    <a:pt x="162294" y="101639"/>
                  </a:lnTo>
                  <a:lnTo>
                    <a:pt x="157376" y="100000"/>
                  </a:lnTo>
                  <a:lnTo>
                    <a:pt x="152458" y="100000"/>
                  </a:lnTo>
                  <a:lnTo>
                    <a:pt x="149180" y="96721"/>
                  </a:lnTo>
                  <a:lnTo>
                    <a:pt x="152458" y="96721"/>
                  </a:lnTo>
                  <a:lnTo>
                    <a:pt x="157376" y="100000"/>
                  </a:lnTo>
                  <a:lnTo>
                    <a:pt x="162294" y="100000"/>
                  </a:lnTo>
                  <a:lnTo>
                    <a:pt x="165573" y="100000"/>
                  </a:lnTo>
                  <a:lnTo>
                    <a:pt x="168851" y="101639"/>
                  </a:lnTo>
                  <a:lnTo>
                    <a:pt x="173770" y="101639"/>
                  </a:lnTo>
                  <a:lnTo>
                    <a:pt x="177048" y="103278"/>
                  </a:lnTo>
                  <a:lnTo>
                    <a:pt x="180327" y="103278"/>
                  </a:lnTo>
                  <a:lnTo>
                    <a:pt x="177048" y="101639"/>
                  </a:lnTo>
                  <a:lnTo>
                    <a:pt x="173770" y="100000"/>
                  </a:lnTo>
                  <a:lnTo>
                    <a:pt x="170491" y="100000"/>
                  </a:lnTo>
                  <a:lnTo>
                    <a:pt x="165573" y="98360"/>
                  </a:lnTo>
                  <a:lnTo>
                    <a:pt x="168851" y="100000"/>
                  </a:lnTo>
                  <a:lnTo>
                    <a:pt x="173770" y="100000"/>
                  </a:lnTo>
                  <a:lnTo>
                    <a:pt x="177048" y="100000"/>
                  </a:lnTo>
                  <a:lnTo>
                    <a:pt x="180327" y="101639"/>
                  </a:lnTo>
                  <a:lnTo>
                    <a:pt x="185245" y="98360"/>
                  </a:lnTo>
                  <a:lnTo>
                    <a:pt x="180327" y="96721"/>
                  </a:lnTo>
                  <a:lnTo>
                    <a:pt x="183606" y="96721"/>
                  </a:lnTo>
                  <a:lnTo>
                    <a:pt x="180327" y="93442"/>
                  </a:lnTo>
                  <a:lnTo>
                    <a:pt x="177048" y="93442"/>
                  </a:lnTo>
                  <a:lnTo>
                    <a:pt x="172130" y="93442"/>
                  </a:lnTo>
                  <a:lnTo>
                    <a:pt x="168851" y="91803"/>
                  </a:lnTo>
                  <a:lnTo>
                    <a:pt x="165573" y="90164"/>
                  </a:lnTo>
                  <a:lnTo>
                    <a:pt x="160655" y="88524"/>
                  </a:lnTo>
                  <a:lnTo>
                    <a:pt x="157376" y="86885"/>
                  </a:lnTo>
                  <a:lnTo>
                    <a:pt x="154098" y="85245"/>
                  </a:lnTo>
                  <a:lnTo>
                    <a:pt x="149180" y="83606"/>
                  </a:lnTo>
                  <a:lnTo>
                    <a:pt x="145901" y="81967"/>
                  </a:lnTo>
                  <a:lnTo>
                    <a:pt x="142623" y="80327"/>
                  </a:lnTo>
                  <a:lnTo>
                    <a:pt x="137704" y="78688"/>
                  </a:lnTo>
                  <a:lnTo>
                    <a:pt x="134426" y="77049"/>
                  </a:lnTo>
                  <a:lnTo>
                    <a:pt x="131147" y="72131"/>
                  </a:lnTo>
                  <a:lnTo>
                    <a:pt x="126229" y="70491"/>
                  </a:lnTo>
                  <a:lnTo>
                    <a:pt x="122950" y="67213"/>
                  </a:lnTo>
                  <a:lnTo>
                    <a:pt x="119671" y="65573"/>
                  </a:lnTo>
                  <a:lnTo>
                    <a:pt x="116393" y="62295"/>
                  </a:lnTo>
                  <a:lnTo>
                    <a:pt x="111475" y="57377"/>
                  </a:lnTo>
                  <a:lnTo>
                    <a:pt x="108196" y="54098"/>
                  </a:lnTo>
                  <a:lnTo>
                    <a:pt x="104917" y="50819"/>
                  </a:lnTo>
                  <a:lnTo>
                    <a:pt x="103278" y="47541"/>
                  </a:lnTo>
                  <a:lnTo>
                    <a:pt x="106557" y="42623"/>
                  </a:lnTo>
                  <a:lnTo>
                    <a:pt x="101639" y="40983"/>
                  </a:lnTo>
                  <a:lnTo>
                    <a:pt x="101639" y="37705"/>
                  </a:lnTo>
                  <a:lnTo>
                    <a:pt x="98360" y="36065"/>
                  </a:lnTo>
                  <a:lnTo>
                    <a:pt x="93442" y="34426"/>
                  </a:lnTo>
                  <a:lnTo>
                    <a:pt x="98360" y="34426"/>
                  </a:lnTo>
                  <a:lnTo>
                    <a:pt x="101639" y="34426"/>
                  </a:lnTo>
                  <a:lnTo>
                    <a:pt x="98360" y="31147"/>
                  </a:lnTo>
                  <a:lnTo>
                    <a:pt x="93442" y="29508"/>
                  </a:lnTo>
                  <a:lnTo>
                    <a:pt x="98360" y="29508"/>
                  </a:lnTo>
                  <a:lnTo>
                    <a:pt x="103278" y="31147"/>
                  </a:lnTo>
                  <a:lnTo>
                    <a:pt x="103278" y="27869"/>
                  </a:lnTo>
                  <a:lnTo>
                    <a:pt x="100000" y="26229"/>
                  </a:lnTo>
                  <a:lnTo>
                    <a:pt x="103278" y="26229"/>
                  </a:lnTo>
                  <a:lnTo>
                    <a:pt x="108196" y="26229"/>
                  </a:lnTo>
                  <a:lnTo>
                    <a:pt x="104917" y="24590"/>
                  </a:lnTo>
                  <a:lnTo>
                    <a:pt x="100000" y="22951"/>
                  </a:lnTo>
                  <a:lnTo>
                    <a:pt x="96721" y="22951"/>
                  </a:lnTo>
                  <a:lnTo>
                    <a:pt x="100000" y="22951"/>
                  </a:lnTo>
                  <a:lnTo>
                    <a:pt x="104917" y="22951"/>
                  </a:lnTo>
                  <a:lnTo>
                    <a:pt x="108196" y="22951"/>
                  </a:lnTo>
                  <a:lnTo>
                    <a:pt x="113114" y="22951"/>
                  </a:lnTo>
                  <a:lnTo>
                    <a:pt x="113114" y="19672"/>
                  </a:lnTo>
                  <a:lnTo>
                    <a:pt x="109836" y="16393"/>
                  </a:lnTo>
                  <a:lnTo>
                    <a:pt x="106557" y="18033"/>
                  </a:lnTo>
                  <a:lnTo>
                    <a:pt x="101639" y="16393"/>
                  </a:lnTo>
                  <a:lnTo>
                    <a:pt x="98360" y="16393"/>
                  </a:lnTo>
                  <a:lnTo>
                    <a:pt x="101639" y="16393"/>
                  </a:lnTo>
                  <a:lnTo>
                    <a:pt x="106557" y="14754"/>
                  </a:lnTo>
                  <a:lnTo>
                    <a:pt x="109836" y="14754"/>
                  </a:lnTo>
                  <a:lnTo>
                    <a:pt x="113114" y="13115"/>
                  </a:lnTo>
                  <a:lnTo>
                    <a:pt x="109836" y="13115"/>
                  </a:lnTo>
                  <a:lnTo>
                    <a:pt x="104917" y="13115"/>
                  </a:lnTo>
                  <a:lnTo>
                    <a:pt x="101639" y="13115"/>
                  </a:lnTo>
                  <a:lnTo>
                    <a:pt x="104917" y="11475"/>
                  </a:lnTo>
                  <a:lnTo>
                    <a:pt x="109836" y="11475"/>
                  </a:lnTo>
                  <a:lnTo>
                    <a:pt x="113114" y="11475"/>
                  </a:lnTo>
                  <a:lnTo>
                    <a:pt x="118032" y="9836"/>
                  </a:lnTo>
                  <a:lnTo>
                    <a:pt x="113114" y="6557"/>
                  </a:lnTo>
                  <a:lnTo>
                    <a:pt x="109836" y="6557"/>
                  </a:lnTo>
                  <a:lnTo>
                    <a:pt x="104917" y="6557"/>
                  </a:lnTo>
                  <a:lnTo>
                    <a:pt x="101639" y="6557"/>
                  </a:lnTo>
                  <a:lnTo>
                    <a:pt x="98360" y="4918"/>
                  </a:lnTo>
                  <a:lnTo>
                    <a:pt x="93442" y="3279"/>
                  </a:lnTo>
                  <a:lnTo>
                    <a:pt x="90164" y="3279"/>
                  </a:lnTo>
                  <a:lnTo>
                    <a:pt x="85246" y="4918"/>
                  </a:lnTo>
                  <a:lnTo>
                    <a:pt x="81967" y="3279"/>
                  </a:lnTo>
                  <a:lnTo>
                    <a:pt x="78688" y="1639"/>
                  </a:lnTo>
                  <a:lnTo>
                    <a:pt x="73770" y="1639"/>
                  </a:lnTo>
                  <a:lnTo>
                    <a:pt x="70491" y="0"/>
                  </a:lnTo>
                  <a:lnTo>
                    <a:pt x="67213" y="0"/>
                  </a:lnTo>
                  <a:lnTo>
                    <a:pt x="62295" y="1639"/>
                  </a:lnTo>
                  <a:lnTo>
                    <a:pt x="59016" y="4918"/>
                  </a:lnTo>
                  <a:lnTo>
                    <a:pt x="54098" y="4918"/>
                  </a:lnTo>
                  <a:lnTo>
                    <a:pt x="50820" y="4918"/>
                  </a:lnTo>
                  <a:lnTo>
                    <a:pt x="47541" y="4918"/>
                  </a:lnTo>
                  <a:lnTo>
                    <a:pt x="42623" y="4918"/>
                  </a:lnTo>
                  <a:lnTo>
                    <a:pt x="39344" y="4918"/>
                  </a:lnTo>
                  <a:lnTo>
                    <a:pt x="34426" y="6557"/>
                  </a:lnTo>
                  <a:lnTo>
                    <a:pt x="31147" y="8197"/>
                  </a:lnTo>
                  <a:lnTo>
                    <a:pt x="29508" y="8197"/>
                  </a:lnTo>
                  <a:lnTo>
                    <a:pt x="27869" y="11475"/>
                  </a:lnTo>
                  <a:lnTo>
                    <a:pt x="32787" y="13115"/>
                  </a:lnTo>
                  <a:lnTo>
                    <a:pt x="32787" y="18033"/>
                  </a:lnTo>
                  <a:lnTo>
                    <a:pt x="36066" y="19672"/>
                  </a:lnTo>
                  <a:lnTo>
                    <a:pt x="32787" y="19672"/>
                  </a:lnTo>
                  <a:lnTo>
                    <a:pt x="27869" y="18033"/>
                  </a:lnTo>
                  <a:lnTo>
                    <a:pt x="24590" y="18033"/>
                  </a:lnTo>
                  <a:lnTo>
                    <a:pt x="19672" y="19672"/>
                  </a:lnTo>
                  <a:lnTo>
                    <a:pt x="16393" y="21311"/>
                  </a:lnTo>
                  <a:lnTo>
                    <a:pt x="13114" y="24590"/>
                  </a:lnTo>
                  <a:lnTo>
                    <a:pt x="16393" y="26229"/>
                  </a:lnTo>
                  <a:lnTo>
                    <a:pt x="21311" y="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3" name="Freeform 2662">
              <a:extLst>
                <a:ext uri="{FF2B5EF4-FFF2-40B4-BE49-F238E27FC236}">
                  <a16:creationId xmlns:a16="http://schemas.microsoft.com/office/drawing/2014/main" id="{01CFB5E4-B986-0349-AD5D-146F14EEAF9D}"/>
                </a:ext>
              </a:extLst>
            </p:cNvPr>
            <p:cNvSpPr/>
            <p:nvPr/>
          </p:nvSpPr>
          <p:spPr>
            <a:xfrm>
              <a:off x="6879602" y="747699"/>
              <a:ext cx="21311" cy="3278"/>
            </a:xfrm>
            <a:custGeom>
              <a:avLst/>
              <a:gdLst>
                <a:gd name="connsiteX0" fmla="*/ 0 w 21311"/>
                <a:gd name="connsiteY0" fmla="*/ 1639 h 3278"/>
                <a:gd name="connsiteX1" fmla="*/ 1639 w 21311"/>
                <a:gd name="connsiteY1" fmla="*/ 1639 h 3278"/>
                <a:gd name="connsiteX2" fmla="*/ 4918 w 21311"/>
                <a:gd name="connsiteY2" fmla="*/ 3279 h 3278"/>
                <a:gd name="connsiteX3" fmla="*/ 8197 w 21311"/>
                <a:gd name="connsiteY3" fmla="*/ 3279 h 3278"/>
                <a:gd name="connsiteX4" fmla="*/ 11476 w 21311"/>
                <a:gd name="connsiteY4" fmla="*/ 3279 h 3278"/>
                <a:gd name="connsiteX5" fmla="*/ 16393 w 21311"/>
                <a:gd name="connsiteY5" fmla="*/ 3279 h 3278"/>
                <a:gd name="connsiteX6" fmla="*/ 21312 w 21311"/>
                <a:gd name="connsiteY6" fmla="*/ 1639 h 3278"/>
                <a:gd name="connsiteX7" fmla="*/ 16393 w 21311"/>
                <a:gd name="connsiteY7" fmla="*/ 1639 h 3278"/>
                <a:gd name="connsiteX8" fmla="*/ 13115 w 21311"/>
                <a:gd name="connsiteY8" fmla="*/ 0 h 3278"/>
                <a:gd name="connsiteX9" fmla="*/ 8197 w 21311"/>
                <a:gd name="connsiteY9" fmla="*/ 0 h 3278"/>
                <a:gd name="connsiteX10" fmla="*/ 4918 w 21311"/>
                <a:gd name="connsiteY10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311" h="3278">
                  <a:moveTo>
                    <a:pt x="0" y="1639"/>
                  </a:moveTo>
                  <a:lnTo>
                    <a:pt x="1639" y="1639"/>
                  </a:lnTo>
                  <a:lnTo>
                    <a:pt x="4918" y="3279"/>
                  </a:lnTo>
                  <a:lnTo>
                    <a:pt x="8197" y="3279"/>
                  </a:lnTo>
                  <a:lnTo>
                    <a:pt x="11476" y="3279"/>
                  </a:lnTo>
                  <a:lnTo>
                    <a:pt x="16393" y="3279"/>
                  </a:lnTo>
                  <a:lnTo>
                    <a:pt x="21312" y="1639"/>
                  </a:lnTo>
                  <a:lnTo>
                    <a:pt x="16393" y="1639"/>
                  </a:lnTo>
                  <a:lnTo>
                    <a:pt x="13115" y="0"/>
                  </a:lnTo>
                  <a:lnTo>
                    <a:pt x="8197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4" name="Freeform 2663">
              <a:extLst>
                <a:ext uri="{FF2B5EF4-FFF2-40B4-BE49-F238E27FC236}">
                  <a16:creationId xmlns:a16="http://schemas.microsoft.com/office/drawing/2014/main" id="{ADFDB2DB-E950-9241-B7AD-CAE01B5A8516}"/>
                </a:ext>
              </a:extLst>
            </p:cNvPr>
            <p:cNvSpPr/>
            <p:nvPr/>
          </p:nvSpPr>
          <p:spPr>
            <a:xfrm>
              <a:off x="6879602" y="732945"/>
              <a:ext cx="9836" cy="1639"/>
            </a:xfrm>
            <a:custGeom>
              <a:avLst/>
              <a:gdLst>
                <a:gd name="connsiteX0" fmla="*/ 0 w 9836"/>
                <a:gd name="connsiteY0" fmla="*/ 1639 h 1639"/>
                <a:gd name="connsiteX1" fmla="*/ 1639 w 9836"/>
                <a:gd name="connsiteY1" fmla="*/ 1639 h 1639"/>
                <a:gd name="connsiteX2" fmla="*/ 4918 w 9836"/>
                <a:gd name="connsiteY2" fmla="*/ 1639 h 1639"/>
                <a:gd name="connsiteX3" fmla="*/ 9836 w 9836"/>
                <a:gd name="connsiteY3" fmla="*/ 0 h 1639"/>
                <a:gd name="connsiteX4" fmla="*/ 4918 w 9836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6" h="1639">
                  <a:moveTo>
                    <a:pt x="0" y="1639"/>
                  </a:moveTo>
                  <a:lnTo>
                    <a:pt x="1639" y="1639"/>
                  </a:lnTo>
                  <a:lnTo>
                    <a:pt x="4918" y="1639"/>
                  </a:lnTo>
                  <a:lnTo>
                    <a:pt x="9836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5" name="Freeform 2664">
              <a:extLst>
                <a:ext uri="{FF2B5EF4-FFF2-40B4-BE49-F238E27FC236}">
                  <a16:creationId xmlns:a16="http://schemas.microsoft.com/office/drawing/2014/main" id="{FB54F01D-CA75-6F48-A24B-748601704222}"/>
                </a:ext>
              </a:extLst>
            </p:cNvPr>
            <p:cNvSpPr/>
            <p:nvPr/>
          </p:nvSpPr>
          <p:spPr>
            <a:xfrm>
              <a:off x="6886160" y="754257"/>
              <a:ext cx="24590" cy="3278"/>
            </a:xfrm>
            <a:custGeom>
              <a:avLst/>
              <a:gdLst>
                <a:gd name="connsiteX0" fmla="*/ 0 w 24590"/>
                <a:gd name="connsiteY0" fmla="*/ 0 h 3278"/>
                <a:gd name="connsiteX1" fmla="*/ 0 w 24590"/>
                <a:gd name="connsiteY1" fmla="*/ 1639 h 3278"/>
                <a:gd name="connsiteX2" fmla="*/ 3278 w 24590"/>
                <a:gd name="connsiteY2" fmla="*/ 3279 h 3278"/>
                <a:gd name="connsiteX3" fmla="*/ 6557 w 24590"/>
                <a:gd name="connsiteY3" fmla="*/ 3279 h 3278"/>
                <a:gd name="connsiteX4" fmla="*/ 11475 w 24590"/>
                <a:gd name="connsiteY4" fmla="*/ 3279 h 3278"/>
                <a:gd name="connsiteX5" fmla="*/ 14754 w 24590"/>
                <a:gd name="connsiteY5" fmla="*/ 3279 h 3278"/>
                <a:gd name="connsiteX6" fmla="*/ 19672 w 24590"/>
                <a:gd name="connsiteY6" fmla="*/ 1639 h 3278"/>
                <a:gd name="connsiteX7" fmla="*/ 24590 w 24590"/>
                <a:gd name="connsiteY7" fmla="*/ 0 h 3278"/>
                <a:gd name="connsiteX8" fmla="*/ 19672 w 24590"/>
                <a:gd name="connsiteY8" fmla="*/ 0 h 3278"/>
                <a:gd name="connsiteX9" fmla="*/ 14754 w 24590"/>
                <a:gd name="connsiteY9" fmla="*/ 0 h 3278"/>
                <a:gd name="connsiteX10" fmla="*/ 11475 w 24590"/>
                <a:gd name="connsiteY10" fmla="*/ 0 h 3278"/>
                <a:gd name="connsiteX11" fmla="*/ 8197 w 24590"/>
                <a:gd name="connsiteY11" fmla="*/ 0 h 3278"/>
                <a:gd name="connsiteX12" fmla="*/ 3278 w 24590"/>
                <a:gd name="connsiteY1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590" h="3278">
                  <a:moveTo>
                    <a:pt x="0" y="0"/>
                  </a:moveTo>
                  <a:lnTo>
                    <a:pt x="0" y="1639"/>
                  </a:lnTo>
                  <a:lnTo>
                    <a:pt x="3278" y="3279"/>
                  </a:lnTo>
                  <a:lnTo>
                    <a:pt x="6557" y="3279"/>
                  </a:lnTo>
                  <a:lnTo>
                    <a:pt x="11475" y="3279"/>
                  </a:lnTo>
                  <a:lnTo>
                    <a:pt x="14754" y="3279"/>
                  </a:lnTo>
                  <a:lnTo>
                    <a:pt x="19672" y="1639"/>
                  </a:lnTo>
                  <a:lnTo>
                    <a:pt x="24590" y="0"/>
                  </a:lnTo>
                  <a:lnTo>
                    <a:pt x="19672" y="0"/>
                  </a:lnTo>
                  <a:lnTo>
                    <a:pt x="14754" y="0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6" name="Freeform 2665">
              <a:extLst>
                <a:ext uri="{FF2B5EF4-FFF2-40B4-BE49-F238E27FC236}">
                  <a16:creationId xmlns:a16="http://schemas.microsoft.com/office/drawing/2014/main" id="{B4F73808-5D48-BB4E-8DB1-337C5FDB10CA}"/>
                </a:ext>
              </a:extLst>
            </p:cNvPr>
            <p:cNvSpPr/>
            <p:nvPr/>
          </p:nvSpPr>
          <p:spPr>
            <a:xfrm>
              <a:off x="6886160" y="746060"/>
              <a:ext cx="8196" cy="1639"/>
            </a:xfrm>
            <a:custGeom>
              <a:avLst/>
              <a:gdLst>
                <a:gd name="connsiteX0" fmla="*/ 0 w 8196"/>
                <a:gd name="connsiteY0" fmla="*/ 0 h 1639"/>
                <a:gd name="connsiteX1" fmla="*/ 0 w 8196"/>
                <a:gd name="connsiteY1" fmla="*/ 1639 h 1639"/>
                <a:gd name="connsiteX2" fmla="*/ 4918 w 8196"/>
                <a:gd name="connsiteY2" fmla="*/ 1639 h 1639"/>
                <a:gd name="connsiteX3" fmla="*/ 8197 w 8196"/>
                <a:gd name="connsiteY3" fmla="*/ 0 h 1639"/>
                <a:gd name="connsiteX4" fmla="*/ 4918 w 8196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0" y="0"/>
                  </a:moveTo>
                  <a:lnTo>
                    <a:pt x="0" y="1639"/>
                  </a:lnTo>
                  <a:lnTo>
                    <a:pt x="4918" y="1639"/>
                  </a:lnTo>
                  <a:lnTo>
                    <a:pt x="8197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7" name="Freeform 2666">
              <a:extLst>
                <a:ext uri="{FF2B5EF4-FFF2-40B4-BE49-F238E27FC236}">
                  <a16:creationId xmlns:a16="http://schemas.microsoft.com/office/drawing/2014/main" id="{37C6C6DA-8A9E-FE4A-AF42-C0AD4A2B92FF}"/>
                </a:ext>
              </a:extLst>
            </p:cNvPr>
            <p:cNvSpPr/>
            <p:nvPr/>
          </p:nvSpPr>
          <p:spPr>
            <a:xfrm>
              <a:off x="6889438" y="739502"/>
              <a:ext cx="19672" cy="3278"/>
            </a:xfrm>
            <a:custGeom>
              <a:avLst/>
              <a:gdLst>
                <a:gd name="connsiteX0" fmla="*/ 0 w 19672"/>
                <a:gd name="connsiteY0" fmla="*/ 1639 h 3278"/>
                <a:gd name="connsiteX1" fmla="*/ 3279 w 19672"/>
                <a:gd name="connsiteY1" fmla="*/ 1639 h 3278"/>
                <a:gd name="connsiteX2" fmla="*/ 6557 w 19672"/>
                <a:gd name="connsiteY2" fmla="*/ 1639 h 3278"/>
                <a:gd name="connsiteX3" fmla="*/ 11476 w 19672"/>
                <a:gd name="connsiteY3" fmla="*/ 3279 h 3278"/>
                <a:gd name="connsiteX4" fmla="*/ 16393 w 19672"/>
                <a:gd name="connsiteY4" fmla="*/ 3279 h 3278"/>
                <a:gd name="connsiteX5" fmla="*/ 19672 w 19672"/>
                <a:gd name="connsiteY5" fmla="*/ 1639 h 3278"/>
                <a:gd name="connsiteX6" fmla="*/ 16393 w 19672"/>
                <a:gd name="connsiteY6" fmla="*/ 0 h 3278"/>
                <a:gd name="connsiteX7" fmla="*/ 11476 w 19672"/>
                <a:gd name="connsiteY7" fmla="*/ 0 h 3278"/>
                <a:gd name="connsiteX8" fmla="*/ 8197 w 19672"/>
                <a:gd name="connsiteY8" fmla="*/ 0 h 3278"/>
                <a:gd name="connsiteX9" fmla="*/ 3279 w 19672"/>
                <a:gd name="connsiteY9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2" h="3278">
                  <a:moveTo>
                    <a:pt x="0" y="1639"/>
                  </a:moveTo>
                  <a:lnTo>
                    <a:pt x="3279" y="1639"/>
                  </a:lnTo>
                  <a:lnTo>
                    <a:pt x="6557" y="1639"/>
                  </a:lnTo>
                  <a:lnTo>
                    <a:pt x="11476" y="3279"/>
                  </a:lnTo>
                  <a:lnTo>
                    <a:pt x="16393" y="3279"/>
                  </a:lnTo>
                  <a:lnTo>
                    <a:pt x="19672" y="1639"/>
                  </a:lnTo>
                  <a:lnTo>
                    <a:pt x="16393" y="0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8" name="Freeform 2667">
              <a:extLst>
                <a:ext uri="{FF2B5EF4-FFF2-40B4-BE49-F238E27FC236}">
                  <a16:creationId xmlns:a16="http://schemas.microsoft.com/office/drawing/2014/main" id="{8A1CF8C7-B24F-9D42-8E41-CBE8BBE21AA4}"/>
                </a:ext>
              </a:extLst>
            </p:cNvPr>
            <p:cNvSpPr/>
            <p:nvPr/>
          </p:nvSpPr>
          <p:spPr>
            <a:xfrm>
              <a:off x="6895996" y="747699"/>
              <a:ext cx="3278" cy="16393"/>
            </a:xfrm>
            <a:custGeom>
              <a:avLst/>
              <a:gdLst>
                <a:gd name="connsiteX0" fmla="*/ 0 w 3278"/>
                <a:gd name="connsiteY0" fmla="*/ 0 h 16393"/>
                <a:gd name="connsiteX1" fmla="*/ 0 w 3278"/>
                <a:gd name="connsiteY1" fmla="*/ 0 h 16393"/>
                <a:gd name="connsiteX2" fmla="*/ 3279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0" y="0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9" name="Freeform 2668">
              <a:extLst>
                <a:ext uri="{FF2B5EF4-FFF2-40B4-BE49-F238E27FC236}">
                  <a16:creationId xmlns:a16="http://schemas.microsoft.com/office/drawing/2014/main" id="{7C2F5AE0-48FE-8943-91C9-B409457EE8F9}"/>
                </a:ext>
              </a:extLst>
            </p:cNvPr>
            <p:cNvSpPr/>
            <p:nvPr/>
          </p:nvSpPr>
          <p:spPr>
            <a:xfrm>
              <a:off x="6904192" y="760814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0" name="Freeform 2669">
              <a:extLst>
                <a:ext uri="{FF2B5EF4-FFF2-40B4-BE49-F238E27FC236}">
                  <a16:creationId xmlns:a16="http://schemas.microsoft.com/office/drawing/2014/main" id="{DF172C8C-9F21-1242-A92C-345D73905163}"/>
                </a:ext>
              </a:extLst>
            </p:cNvPr>
            <p:cNvSpPr/>
            <p:nvPr/>
          </p:nvSpPr>
          <p:spPr>
            <a:xfrm>
              <a:off x="6904192" y="744421"/>
              <a:ext cx="19672" cy="1639"/>
            </a:xfrm>
            <a:custGeom>
              <a:avLst/>
              <a:gdLst>
                <a:gd name="connsiteX0" fmla="*/ 0 w 19672"/>
                <a:gd name="connsiteY0" fmla="*/ 0 h 1639"/>
                <a:gd name="connsiteX1" fmla="*/ 3279 w 19672"/>
                <a:gd name="connsiteY1" fmla="*/ 0 h 1639"/>
                <a:gd name="connsiteX2" fmla="*/ 6558 w 19672"/>
                <a:gd name="connsiteY2" fmla="*/ 0 h 1639"/>
                <a:gd name="connsiteX3" fmla="*/ 11476 w 19672"/>
                <a:gd name="connsiteY3" fmla="*/ 1639 h 1639"/>
                <a:gd name="connsiteX4" fmla="*/ 14754 w 19672"/>
                <a:gd name="connsiteY4" fmla="*/ 1639 h 1639"/>
                <a:gd name="connsiteX5" fmla="*/ 19672 w 19672"/>
                <a:gd name="connsiteY5" fmla="*/ 0 h 1639"/>
                <a:gd name="connsiteX6" fmla="*/ 16393 w 19672"/>
                <a:gd name="connsiteY6" fmla="*/ 0 h 1639"/>
                <a:gd name="connsiteX7" fmla="*/ 11476 w 19672"/>
                <a:gd name="connsiteY7" fmla="*/ 0 h 1639"/>
                <a:gd name="connsiteX8" fmla="*/ 8197 w 19672"/>
                <a:gd name="connsiteY8" fmla="*/ 0 h 1639"/>
                <a:gd name="connsiteX9" fmla="*/ 4918 w 19672"/>
                <a:gd name="connsiteY9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2" h="1639">
                  <a:moveTo>
                    <a:pt x="0" y="0"/>
                  </a:moveTo>
                  <a:lnTo>
                    <a:pt x="3279" y="0"/>
                  </a:lnTo>
                  <a:lnTo>
                    <a:pt x="6558" y="0"/>
                  </a:lnTo>
                  <a:lnTo>
                    <a:pt x="11476" y="1639"/>
                  </a:lnTo>
                  <a:lnTo>
                    <a:pt x="14754" y="1639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1" name="Freeform 2670">
              <a:extLst>
                <a:ext uri="{FF2B5EF4-FFF2-40B4-BE49-F238E27FC236}">
                  <a16:creationId xmlns:a16="http://schemas.microsoft.com/office/drawing/2014/main" id="{E47A8575-A468-9447-8B78-35A60E843685}"/>
                </a:ext>
              </a:extLst>
            </p:cNvPr>
            <p:cNvSpPr/>
            <p:nvPr/>
          </p:nvSpPr>
          <p:spPr>
            <a:xfrm>
              <a:off x="6905832" y="1177205"/>
              <a:ext cx="16393" cy="3278"/>
            </a:xfrm>
            <a:custGeom>
              <a:avLst/>
              <a:gdLst>
                <a:gd name="connsiteX0" fmla="*/ 0 w 16393"/>
                <a:gd name="connsiteY0" fmla="*/ 1639 h 3278"/>
                <a:gd name="connsiteX1" fmla="*/ 0 w 16393"/>
                <a:gd name="connsiteY1" fmla="*/ 3279 h 3278"/>
                <a:gd name="connsiteX2" fmla="*/ 4918 w 16393"/>
                <a:gd name="connsiteY2" fmla="*/ 1639 h 3278"/>
                <a:gd name="connsiteX3" fmla="*/ 8197 w 16393"/>
                <a:gd name="connsiteY3" fmla="*/ 1639 h 3278"/>
                <a:gd name="connsiteX4" fmla="*/ 11476 w 16393"/>
                <a:gd name="connsiteY4" fmla="*/ 1639 h 3278"/>
                <a:gd name="connsiteX5" fmla="*/ 16393 w 16393"/>
                <a:gd name="connsiteY5" fmla="*/ 0 h 3278"/>
                <a:gd name="connsiteX6" fmla="*/ 11476 w 16393"/>
                <a:gd name="connsiteY6" fmla="*/ 0 h 3278"/>
                <a:gd name="connsiteX7" fmla="*/ 8197 w 16393"/>
                <a:gd name="connsiteY7" fmla="*/ 0 h 3278"/>
                <a:gd name="connsiteX8" fmla="*/ 3279 w 16393"/>
                <a:gd name="connsiteY8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93" h="3278">
                  <a:moveTo>
                    <a:pt x="0" y="1639"/>
                  </a:moveTo>
                  <a:lnTo>
                    <a:pt x="0" y="3279"/>
                  </a:lnTo>
                  <a:lnTo>
                    <a:pt x="4918" y="1639"/>
                  </a:lnTo>
                  <a:lnTo>
                    <a:pt x="8197" y="1639"/>
                  </a:lnTo>
                  <a:lnTo>
                    <a:pt x="11476" y="1639"/>
                  </a:lnTo>
                  <a:lnTo>
                    <a:pt x="16393" y="0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2" name="Freeform 2671">
              <a:extLst>
                <a:ext uri="{FF2B5EF4-FFF2-40B4-BE49-F238E27FC236}">
                  <a16:creationId xmlns:a16="http://schemas.microsoft.com/office/drawing/2014/main" id="{C5D6A446-501D-2E4B-A1EC-9D417457B807}"/>
                </a:ext>
              </a:extLst>
            </p:cNvPr>
            <p:cNvSpPr/>
            <p:nvPr/>
          </p:nvSpPr>
          <p:spPr>
            <a:xfrm>
              <a:off x="6905832" y="875567"/>
              <a:ext cx="342621" cy="127868"/>
            </a:xfrm>
            <a:custGeom>
              <a:avLst/>
              <a:gdLst>
                <a:gd name="connsiteX0" fmla="*/ 31147 w 342621"/>
                <a:gd name="connsiteY0" fmla="*/ 113114 h 127868"/>
                <a:gd name="connsiteX1" fmla="*/ 27869 w 342621"/>
                <a:gd name="connsiteY1" fmla="*/ 114754 h 127868"/>
                <a:gd name="connsiteX2" fmla="*/ 24590 w 342621"/>
                <a:gd name="connsiteY2" fmla="*/ 116393 h 127868"/>
                <a:gd name="connsiteX3" fmla="*/ 19672 w 342621"/>
                <a:gd name="connsiteY3" fmla="*/ 118032 h 127868"/>
                <a:gd name="connsiteX4" fmla="*/ 21312 w 342621"/>
                <a:gd name="connsiteY4" fmla="*/ 122950 h 127868"/>
                <a:gd name="connsiteX5" fmla="*/ 18033 w 342621"/>
                <a:gd name="connsiteY5" fmla="*/ 124590 h 127868"/>
                <a:gd name="connsiteX6" fmla="*/ 21312 w 342621"/>
                <a:gd name="connsiteY6" fmla="*/ 124590 h 127868"/>
                <a:gd name="connsiteX7" fmla="*/ 24590 w 342621"/>
                <a:gd name="connsiteY7" fmla="*/ 124590 h 127868"/>
                <a:gd name="connsiteX8" fmla="*/ 29508 w 342621"/>
                <a:gd name="connsiteY8" fmla="*/ 122950 h 127868"/>
                <a:gd name="connsiteX9" fmla="*/ 32787 w 342621"/>
                <a:gd name="connsiteY9" fmla="*/ 122950 h 127868"/>
                <a:gd name="connsiteX10" fmla="*/ 37705 w 342621"/>
                <a:gd name="connsiteY10" fmla="*/ 121311 h 127868"/>
                <a:gd name="connsiteX11" fmla="*/ 40983 w 342621"/>
                <a:gd name="connsiteY11" fmla="*/ 121311 h 127868"/>
                <a:gd name="connsiteX12" fmla="*/ 44262 w 342621"/>
                <a:gd name="connsiteY12" fmla="*/ 121311 h 127868"/>
                <a:gd name="connsiteX13" fmla="*/ 49180 w 342621"/>
                <a:gd name="connsiteY13" fmla="*/ 122950 h 127868"/>
                <a:gd name="connsiteX14" fmla="*/ 52459 w 342621"/>
                <a:gd name="connsiteY14" fmla="*/ 124590 h 127868"/>
                <a:gd name="connsiteX15" fmla="*/ 57377 w 342621"/>
                <a:gd name="connsiteY15" fmla="*/ 124590 h 127868"/>
                <a:gd name="connsiteX16" fmla="*/ 60656 w 342621"/>
                <a:gd name="connsiteY16" fmla="*/ 124590 h 127868"/>
                <a:gd name="connsiteX17" fmla="*/ 63934 w 342621"/>
                <a:gd name="connsiteY17" fmla="*/ 124590 h 127868"/>
                <a:gd name="connsiteX18" fmla="*/ 68852 w 342621"/>
                <a:gd name="connsiteY18" fmla="*/ 124590 h 127868"/>
                <a:gd name="connsiteX19" fmla="*/ 67213 w 342621"/>
                <a:gd name="connsiteY19" fmla="*/ 121311 h 127868"/>
                <a:gd name="connsiteX20" fmla="*/ 70492 w 342621"/>
                <a:gd name="connsiteY20" fmla="*/ 124590 h 127868"/>
                <a:gd name="connsiteX21" fmla="*/ 73770 w 342621"/>
                <a:gd name="connsiteY21" fmla="*/ 126229 h 127868"/>
                <a:gd name="connsiteX22" fmla="*/ 77049 w 342621"/>
                <a:gd name="connsiteY22" fmla="*/ 126229 h 127868"/>
                <a:gd name="connsiteX23" fmla="*/ 81967 w 342621"/>
                <a:gd name="connsiteY23" fmla="*/ 126229 h 127868"/>
                <a:gd name="connsiteX24" fmla="*/ 85246 w 342621"/>
                <a:gd name="connsiteY24" fmla="*/ 127868 h 127868"/>
                <a:gd name="connsiteX25" fmla="*/ 90164 w 342621"/>
                <a:gd name="connsiteY25" fmla="*/ 127868 h 127868"/>
                <a:gd name="connsiteX26" fmla="*/ 88524 w 342621"/>
                <a:gd name="connsiteY26" fmla="*/ 122950 h 127868"/>
                <a:gd name="connsiteX27" fmla="*/ 91803 w 342621"/>
                <a:gd name="connsiteY27" fmla="*/ 126229 h 127868"/>
                <a:gd name="connsiteX28" fmla="*/ 96721 w 342621"/>
                <a:gd name="connsiteY28" fmla="*/ 122950 h 127868"/>
                <a:gd name="connsiteX29" fmla="*/ 100000 w 342621"/>
                <a:gd name="connsiteY29" fmla="*/ 119672 h 127868"/>
                <a:gd name="connsiteX30" fmla="*/ 95082 w 342621"/>
                <a:gd name="connsiteY30" fmla="*/ 118032 h 127868"/>
                <a:gd name="connsiteX31" fmla="*/ 91803 w 342621"/>
                <a:gd name="connsiteY31" fmla="*/ 116393 h 127868"/>
                <a:gd name="connsiteX32" fmla="*/ 88524 w 342621"/>
                <a:gd name="connsiteY32" fmla="*/ 116393 h 127868"/>
                <a:gd name="connsiteX33" fmla="*/ 83606 w 342621"/>
                <a:gd name="connsiteY33" fmla="*/ 113114 h 127868"/>
                <a:gd name="connsiteX34" fmla="*/ 88524 w 342621"/>
                <a:gd name="connsiteY34" fmla="*/ 114754 h 127868"/>
                <a:gd name="connsiteX35" fmla="*/ 91803 w 342621"/>
                <a:gd name="connsiteY35" fmla="*/ 116393 h 127868"/>
                <a:gd name="connsiteX36" fmla="*/ 95082 w 342621"/>
                <a:gd name="connsiteY36" fmla="*/ 116393 h 127868"/>
                <a:gd name="connsiteX37" fmla="*/ 100000 w 342621"/>
                <a:gd name="connsiteY37" fmla="*/ 116393 h 127868"/>
                <a:gd name="connsiteX38" fmla="*/ 103279 w 342621"/>
                <a:gd name="connsiteY38" fmla="*/ 116393 h 127868"/>
                <a:gd name="connsiteX39" fmla="*/ 104917 w 342621"/>
                <a:gd name="connsiteY39" fmla="*/ 111475 h 127868"/>
                <a:gd name="connsiteX40" fmla="*/ 101639 w 342621"/>
                <a:gd name="connsiteY40" fmla="*/ 109836 h 127868"/>
                <a:gd name="connsiteX41" fmla="*/ 96721 w 342621"/>
                <a:gd name="connsiteY41" fmla="*/ 108196 h 127868"/>
                <a:gd name="connsiteX42" fmla="*/ 93442 w 342621"/>
                <a:gd name="connsiteY42" fmla="*/ 108196 h 127868"/>
                <a:gd name="connsiteX43" fmla="*/ 88524 w 342621"/>
                <a:gd name="connsiteY43" fmla="*/ 106557 h 127868"/>
                <a:gd name="connsiteX44" fmla="*/ 85246 w 342621"/>
                <a:gd name="connsiteY44" fmla="*/ 106557 h 127868"/>
                <a:gd name="connsiteX45" fmla="*/ 81967 w 342621"/>
                <a:gd name="connsiteY45" fmla="*/ 106557 h 127868"/>
                <a:gd name="connsiteX46" fmla="*/ 77049 w 342621"/>
                <a:gd name="connsiteY46" fmla="*/ 104918 h 127868"/>
                <a:gd name="connsiteX47" fmla="*/ 81967 w 342621"/>
                <a:gd name="connsiteY47" fmla="*/ 106557 h 127868"/>
                <a:gd name="connsiteX48" fmla="*/ 85246 w 342621"/>
                <a:gd name="connsiteY48" fmla="*/ 106557 h 127868"/>
                <a:gd name="connsiteX49" fmla="*/ 88524 w 342621"/>
                <a:gd name="connsiteY49" fmla="*/ 106557 h 127868"/>
                <a:gd name="connsiteX50" fmla="*/ 93442 w 342621"/>
                <a:gd name="connsiteY50" fmla="*/ 106557 h 127868"/>
                <a:gd name="connsiteX51" fmla="*/ 98360 w 342621"/>
                <a:gd name="connsiteY51" fmla="*/ 106557 h 127868"/>
                <a:gd name="connsiteX52" fmla="*/ 101639 w 342621"/>
                <a:gd name="connsiteY52" fmla="*/ 108196 h 127868"/>
                <a:gd name="connsiteX53" fmla="*/ 104917 w 342621"/>
                <a:gd name="connsiteY53" fmla="*/ 109836 h 127868"/>
                <a:gd name="connsiteX54" fmla="*/ 109836 w 342621"/>
                <a:gd name="connsiteY54" fmla="*/ 111475 h 127868"/>
                <a:gd name="connsiteX55" fmla="*/ 111475 w 342621"/>
                <a:gd name="connsiteY55" fmla="*/ 106557 h 127868"/>
                <a:gd name="connsiteX56" fmla="*/ 108196 w 342621"/>
                <a:gd name="connsiteY56" fmla="*/ 103278 h 127868"/>
                <a:gd name="connsiteX57" fmla="*/ 103279 w 342621"/>
                <a:gd name="connsiteY57" fmla="*/ 101639 h 127868"/>
                <a:gd name="connsiteX58" fmla="*/ 100000 w 342621"/>
                <a:gd name="connsiteY58" fmla="*/ 100000 h 127868"/>
                <a:gd name="connsiteX59" fmla="*/ 96721 w 342621"/>
                <a:gd name="connsiteY59" fmla="*/ 98360 h 127868"/>
                <a:gd name="connsiteX60" fmla="*/ 91803 w 342621"/>
                <a:gd name="connsiteY60" fmla="*/ 98360 h 127868"/>
                <a:gd name="connsiteX61" fmla="*/ 96721 w 342621"/>
                <a:gd name="connsiteY61" fmla="*/ 98360 h 127868"/>
                <a:gd name="connsiteX62" fmla="*/ 91803 w 342621"/>
                <a:gd name="connsiteY62" fmla="*/ 95081 h 127868"/>
                <a:gd name="connsiteX63" fmla="*/ 96721 w 342621"/>
                <a:gd name="connsiteY63" fmla="*/ 95081 h 127868"/>
                <a:gd name="connsiteX64" fmla="*/ 100000 w 342621"/>
                <a:gd name="connsiteY64" fmla="*/ 98360 h 127868"/>
                <a:gd name="connsiteX65" fmla="*/ 104917 w 342621"/>
                <a:gd name="connsiteY65" fmla="*/ 100000 h 127868"/>
                <a:gd name="connsiteX66" fmla="*/ 108196 w 342621"/>
                <a:gd name="connsiteY66" fmla="*/ 101639 h 127868"/>
                <a:gd name="connsiteX67" fmla="*/ 111475 w 342621"/>
                <a:gd name="connsiteY67" fmla="*/ 101639 h 127868"/>
                <a:gd name="connsiteX68" fmla="*/ 114754 w 342621"/>
                <a:gd name="connsiteY68" fmla="*/ 100000 h 127868"/>
                <a:gd name="connsiteX69" fmla="*/ 113114 w 342621"/>
                <a:gd name="connsiteY69" fmla="*/ 96721 h 127868"/>
                <a:gd name="connsiteX70" fmla="*/ 116393 w 342621"/>
                <a:gd name="connsiteY70" fmla="*/ 98360 h 127868"/>
                <a:gd name="connsiteX71" fmla="*/ 121311 w 342621"/>
                <a:gd name="connsiteY71" fmla="*/ 96721 h 127868"/>
                <a:gd name="connsiteX72" fmla="*/ 116393 w 342621"/>
                <a:gd name="connsiteY72" fmla="*/ 95081 h 127868"/>
                <a:gd name="connsiteX73" fmla="*/ 121311 w 342621"/>
                <a:gd name="connsiteY73" fmla="*/ 93442 h 127868"/>
                <a:gd name="connsiteX74" fmla="*/ 124590 w 342621"/>
                <a:gd name="connsiteY74" fmla="*/ 93442 h 127868"/>
                <a:gd name="connsiteX75" fmla="*/ 122950 w 342621"/>
                <a:gd name="connsiteY75" fmla="*/ 90164 h 127868"/>
                <a:gd name="connsiteX76" fmla="*/ 118032 w 342621"/>
                <a:gd name="connsiteY76" fmla="*/ 86885 h 127868"/>
                <a:gd name="connsiteX77" fmla="*/ 114754 w 342621"/>
                <a:gd name="connsiteY77" fmla="*/ 85245 h 127868"/>
                <a:gd name="connsiteX78" fmla="*/ 111475 w 342621"/>
                <a:gd name="connsiteY78" fmla="*/ 83606 h 127868"/>
                <a:gd name="connsiteX79" fmla="*/ 106557 w 342621"/>
                <a:gd name="connsiteY79" fmla="*/ 80328 h 127868"/>
                <a:gd name="connsiteX80" fmla="*/ 109836 w 342621"/>
                <a:gd name="connsiteY80" fmla="*/ 81967 h 127868"/>
                <a:gd name="connsiteX81" fmla="*/ 114754 w 342621"/>
                <a:gd name="connsiteY81" fmla="*/ 83606 h 127868"/>
                <a:gd name="connsiteX82" fmla="*/ 118032 w 342621"/>
                <a:gd name="connsiteY82" fmla="*/ 83606 h 127868"/>
                <a:gd name="connsiteX83" fmla="*/ 122950 w 342621"/>
                <a:gd name="connsiteY83" fmla="*/ 85245 h 127868"/>
                <a:gd name="connsiteX84" fmla="*/ 126229 w 342621"/>
                <a:gd name="connsiteY84" fmla="*/ 85245 h 127868"/>
                <a:gd name="connsiteX85" fmla="*/ 131147 w 342621"/>
                <a:gd name="connsiteY85" fmla="*/ 83606 h 127868"/>
                <a:gd name="connsiteX86" fmla="*/ 131147 w 342621"/>
                <a:gd name="connsiteY86" fmla="*/ 80328 h 127868"/>
                <a:gd name="connsiteX87" fmla="*/ 127869 w 342621"/>
                <a:gd name="connsiteY87" fmla="*/ 78688 h 127868"/>
                <a:gd name="connsiteX88" fmla="*/ 132786 w 342621"/>
                <a:gd name="connsiteY88" fmla="*/ 78688 h 127868"/>
                <a:gd name="connsiteX89" fmla="*/ 127869 w 342621"/>
                <a:gd name="connsiteY89" fmla="*/ 75409 h 127868"/>
                <a:gd name="connsiteX90" fmla="*/ 131147 w 342621"/>
                <a:gd name="connsiteY90" fmla="*/ 77049 h 127868"/>
                <a:gd name="connsiteX91" fmla="*/ 136065 w 342621"/>
                <a:gd name="connsiteY91" fmla="*/ 78688 h 127868"/>
                <a:gd name="connsiteX92" fmla="*/ 139344 w 342621"/>
                <a:gd name="connsiteY92" fmla="*/ 80328 h 127868"/>
                <a:gd name="connsiteX93" fmla="*/ 142623 w 342621"/>
                <a:gd name="connsiteY93" fmla="*/ 80328 h 127868"/>
                <a:gd name="connsiteX94" fmla="*/ 147540 w 342621"/>
                <a:gd name="connsiteY94" fmla="*/ 77049 h 127868"/>
                <a:gd name="connsiteX95" fmla="*/ 142623 w 342621"/>
                <a:gd name="connsiteY95" fmla="*/ 77049 h 127868"/>
                <a:gd name="connsiteX96" fmla="*/ 139344 w 342621"/>
                <a:gd name="connsiteY96" fmla="*/ 73770 h 127868"/>
                <a:gd name="connsiteX97" fmla="*/ 142623 w 342621"/>
                <a:gd name="connsiteY97" fmla="*/ 75409 h 127868"/>
                <a:gd name="connsiteX98" fmla="*/ 145901 w 342621"/>
                <a:gd name="connsiteY98" fmla="*/ 75409 h 127868"/>
                <a:gd name="connsiteX99" fmla="*/ 150819 w 342621"/>
                <a:gd name="connsiteY99" fmla="*/ 77049 h 127868"/>
                <a:gd name="connsiteX100" fmla="*/ 154098 w 342621"/>
                <a:gd name="connsiteY100" fmla="*/ 75409 h 127868"/>
                <a:gd name="connsiteX101" fmla="*/ 157376 w 342621"/>
                <a:gd name="connsiteY101" fmla="*/ 73770 h 127868"/>
                <a:gd name="connsiteX102" fmla="*/ 154098 w 342621"/>
                <a:gd name="connsiteY102" fmla="*/ 72131 h 127868"/>
                <a:gd name="connsiteX103" fmla="*/ 157376 w 342621"/>
                <a:gd name="connsiteY103" fmla="*/ 72131 h 127868"/>
                <a:gd name="connsiteX104" fmla="*/ 162294 w 342621"/>
                <a:gd name="connsiteY104" fmla="*/ 72131 h 127868"/>
                <a:gd name="connsiteX105" fmla="*/ 160655 w 342621"/>
                <a:gd name="connsiteY105" fmla="*/ 67213 h 127868"/>
                <a:gd name="connsiteX106" fmla="*/ 155737 w 342621"/>
                <a:gd name="connsiteY106" fmla="*/ 67213 h 127868"/>
                <a:gd name="connsiteX107" fmla="*/ 152459 w 342621"/>
                <a:gd name="connsiteY107" fmla="*/ 67213 h 127868"/>
                <a:gd name="connsiteX108" fmla="*/ 149180 w 342621"/>
                <a:gd name="connsiteY108" fmla="*/ 67213 h 127868"/>
                <a:gd name="connsiteX109" fmla="*/ 145901 w 342621"/>
                <a:gd name="connsiteY109" fmla="*/ 67213 h 127868"/>
                <a:gd name="connsiteX110" fmla="*/ 145901 w 342621"/>
                <a:gd name="connsiteY110" fmla="*/ 65573 h 127868"/>
                <a:gd name="connsiteX111" fmla="*/ 145901 w 342621"/>
                <a:gd name="connsiteY111" fmla="*/ 67213 h 127868"/>
                <a:gd name="connsiteX112" fmla="*/ 150819 w 342621"/>
                <a:gd name="connsiteY112" fmla="*/ 65573 h 127868"/>
                <a:gd name="connsiteX113" fmla="*/ 154098 w 342621"/>
                <a:gd name="connsiteY113" fmla="*/ 65573 h 127868"/>
                <a:gd name="connsiteX114" fmla="*/ 155737 w 342621"/>
                <a:gd name="connsiteY114" fmla="*/ 62295 h 127868"/>
                <a:gd name="connsiteX115" fmla="*/ 159016 w 342621"/>
                <a:gd name="connsiteY115" fmla="*/ 65573 h 127868"/>
                <a:gd name="connsiteX116" fmla="*/ 163934 w 342621"/>
                <a:gd name="connsiteY116" fmla="*/ 65573 h 127868"/>
                <a:gd name="connsiteX117" fmla="*/ 163934 w 342621"/>
                <a:gd name="connsiteY117" fmla="*/ 62295 h 127868"/>
                <a:gd name="connsiteX118" fmla="*/ 167213 w 342621"/>
                <a:gd name="connsiteY118" fmla="*/ 60655 h 127868"/>
                <a:gd name="connsiteX119" fmla="*/ 172130 w 342621"/>
                <a:gd name="connsiteY119" fmla="*/ 59016 h 127868"/>
                <a:gd name="connsiteX120" fmla="*/ 172130 w 342621"/>
                <a:gd name="connsiteY120" fmla="*/ 55737 h 127868"/>
                <a:gd name="connsiteX121" fmla="*/ 177049 w 342621"/>
                <a:gd name="connsiteY121" fmla="*/ 59016 h 127868"/>
                <a:gd name="connsiteX122" fmla="*/ 180327 w 342621"/>
                <a:gd name="connsiteY122" fmla="*/ 57377 h 127868"/>
                <a:gd name="connsiteX123" fmla="*/ 181966 w 342621"/>
                <a:gd name="connsiteY123" fmla="*/ 54098 h 127868"/>
                <a:gd name="connsiteX124" fmla="*/ 185245 w 342621"/>
                <a:gd name="connsiteY124" fmla="*/ 54098 h 127868"/>
                <a:gd name="connsiteX125" fmla="*/ 190163 w 342621"/>
                <a:gd name="connsiteY125" fmla="*/ 50819 h 127868"/>
                <a:gd name="connsiteX126" fmla="*/ 193442 w 342621"/>
                <a:gd name="connsiteY126" fmla="*/ 52459 h 127868"/>
                <a:gd name="connsiteX127" fmla="*/ 198360 w 342621"/>
                <a:gd name="connsiteY127" fmla="*/ 50819 h 127868"/>
                <a:gd name="connsiteX128" fmla="*/ 201639 w 342621"/>
                <a:gd name="connsiteY128" fmla="*/ 49180 h 127868"/>
                <a:gd name="connsiteX129" fmla="*/ 204917 w 342621"/>
                <a:gd name="connsiteY129" fmla="*/ 49180 h 127868"/>
                <a:gd name="connsiteX130" fmla="*/ 209835 w 342621"/>
                <a:gd name="connsiteY130" fmla="*/ 47541 h 127868"/>
                <a:gd name="connsiteX131" fmla="*/ 213114 w 342621"/>
                <a:gd name="connsiteY131" fmla="*/ 45901 h 127868"/>
                <a:gd name="connsiteX132" fmla="*/ 218032 w 342621"/>
                <a:gd name="connsiteY132" fmla="*/ 47541 h 127868"/>
                <a:gd name="connsiteX133" fmla="*/ 221310 w 342621"/>
                <a:gd name="connsiteY133" fmla="*/ 45901 h 127868"/>
                <a:gd name="connsiteX134" fmla="*/ 224589 w 342621"/>
                <a:gd name="connsiteY134" fmla="*/ 42623 h 127868"/>
                <a:gd name="connsiteX135" fmla="*/ 229507 w 342621"/>
                <a:gd name="connsiteY135" fmla="*/ 45901 h 127868"/>
                <a:gd name="connsiteX136" fmla="*/ 232786 w 342621"/>
                <a:gd name="connsiteY136" fmla="*/ 44262 h 127868"/>
                <a:gd name="connsiteX137" fmla="*/ 237704 w 342621"/>
                <a:gd name="connsiteY137" fmla="*/ 42623 h 127868"/>
                <a:gd name="connsiteX138" fmla="*/ 240983 w 342621"/>
                <a:gd name="connsiteY138" fmla="*/ 42623 h 127868"/>
                <a:gd name="connsiteX139" fmla="*/ 244261 w 342621"/>
                <a:gd name="connsiteY139" fmla="*/ 40983 h 127868"/>
                <a:gd name="connsiteX140" fmla="*/ 249179 w 342621"/>
                <a:gd name="connsiteY140" fmla="*/ 40983 h 127868"/>
                <a:gd name="connsiteX141" fmla="*/ 252458 w 342621"/>
                <a:gd name="connsiteY141" fmla="*/ 39344 h 127868"/>
                <a:gd name="connsiteX142" fmla="*/ 255737 w 342621"/>
                <a:gd name="connsiteY142" fmla="*/ 39344 h 127868"/>
                <a:gd name="connsiteX143" fmla="*/ 260654 w 342621"/>
                <a:gd name="connsiteY143" fmla="*/ 39344 h 127868"/>
                <a:gd name="connsiteX144" fmla="*/ 263933 w 342621"/>
                <a:gd name="connsiteY144" fmla="*/ 37705 h 127868"/>
                <a:gd name="connsiteX145" fmla="*/ 268851 w 342621"/>
                <a:gd name="connsiteY145" fmla="*/ 36065 h 127868"/>
                <a:gd name="connsiteX146" fmla="*/ 272130 w 342621"/>
                <a:gd name="connsiteY146" fmla="*/ 36065 h 127868"/>
                <a:gd name="connsiteX147" fmla="*/ 277048 w 342621"/>
                <a:gd name="connsiteY147" fmla="*/ 34426 h 127868"/>
                <a:gd name="connsiteX148" fmla="*/ 280327 w 342621"/>
                <a:gd name="connsiteY148" fmla="*/ 34426 h 127868"/>
                <a:gd name="connsiteX149" fmla="*/ 283606 w 342621"/>
                <a:gd name="connsiteY149" fmla="*/ 34426 h 127868"/>
                <a:gd name="connsiteX150" fmla="*/ 288523 w 342621"/>
                <a:gd name="connsiteY150" fmla="*/ 32787 h 127868"/>
                <a:gd name="connsiteX151" fmla="*/ 291802 w 342621"/>
                <a:gd name="connsiteY151" fmla="*/ 32787 h 127868"/>
                <a:gd name="connsiteX152" fmla="*/ 295081 w 342621"/>
                <a:gd name="connsiteY152" fmla="*/ 31147 h 127868"/>
                <a:gd name="connsiteX153" fmla="*/ 299999 w 342621"/>
                <a:gd name="connsiteY153" fmla="*/ 31147 h 127868"/>
                <a:gd name="connsiteX154" fmla="*/ 303277 w 342621"/>
                <a:gd name="connsiteY154" fmla="*/ 29508 h 127868"/>
                <a:gd name="connsiteX155" fmla="*/ 308196 w 342621"/>
                <a:gd name="connsiteY155" fmla="*/ 27869 h 127868"/>
                <a:gd name="connsiteX156" fmla="*/ 311474 w 342621"/>
                <a:gd name="connsiteY156" fmla="*/ 27869 h 127868"/>
                <a:gd name="connsiteX157" fmla="*/ 316392 w 342621"/>
                <a:gd name="connsiteY157" fmla="*/ 26229 h 127868"/>
                <a:gd name="connsiteX158" fmla="*/ 319671 w 342621"/>
                <a:gd name="connsiteY158" fmla="*/ 24590 h 127868"/>
                <a:gd name="connsiteX159" fmla="*/ 322950 w 342621"/>
                <a:gd name="connsiteY159" fmla="*/ 24590 h 127868"/>
                <a:gd name="connsiteX160" fmla="*/ 326228 w 342621"/>
                <a:gd name="connsiteY160" fmla="*/ 22951 h 127868"/>
                <a:gd name="connsiteX161" fmla="*/ 331146 w 342621"/>
                <a:gd name="connsiteY161" fmla="*/ 21311 h 127868"/>
                <a:gd name="connsiteX162" fmla="*/ 334425 w 342621"/>
                <a:gd name="connsiteY162" fmla="*/ 18033 h 127868"/>
                <a:gd name="connsiteX163" fmla="*/ 337703 w 342621"/>
                <a:gd name="connsiteY163" fmla="*/ 16393 h 127868"/>
                <a:gd name="connsiteX164" fmla="*/ 342621 w 342621"/>
                <a:gd name="connsiteY164" fmla="*/ 13115 h 127868"/>
                <a:gd name="connsiteX165" fmla="*/ 337703 w 342621"/>
                <a:gd name="connsiteY165" fmla="*/ 13115 h 127868"/>
                <a:gd name="connsiteX166" fmla="*/ 337703 w 342621"/>
                <a:gd name="connsiteY166" fmla="*/ 8197 h 127868"/>
                <a:gd name="connsiteX167" fmla="*/ 332786 w 342621"/>
                <a:gd name="connsiteY167" fmla="*/ 6557 h 127868"/>
                <a:gd name="connsiteX168" fmla="*/ 329507 w 342621"/>
                <a:gd name="connsiteY168" fmla="*/ 3279 h 127868"/>
                <a:gd name="connsiteX169" fmla="*/ 324589 w 342621"/>
                <a:gd name="connsiteY169" fmla="*/ 3279 h 127868"/>
                <a:gd name="connsiteX170" fmla="*/ 321310 w 342621"/>
                <a:gd name="connsiteY170" fmla="*/ 1639 h 127868"/>
                <a:gd name="connsiteX171" fmla="*/ 318031 w 342621"/>
                <a:gd name="connsiteY171" fmla="*/ 1639 h 127868"/>
                <a:gd name="connsiteX172" fmla="*/ 313113 w 342621"/>
                <a:gd name="connsiteY172" fmla="*/ 0 h 127868"/>
                <a:gd name="connsiteX173" fmla="*/ 309835 w 342621"/>
                <a:gd name="connsiteY173" fmla="*/ 0 h 127868"/>
                <a:gd name="connsiteX174" fmla="*/ 306556 w 342621"/>
                <a:gd name="connsiteY174" fmla="*/ 0 h 127868"/>
                <a:gd name="connsiteX175" fmla="*/ 301638 w 342621"/>
                <a:gd name="connsiteY175" fmla="*/ 0 h 127868"/>
                <a:gd name="connsiteX176" fmla="*/ 298360 w 342621"/>
                <a:gd name="connsiteY176" fmla="*/ 0 h 127868"/>
                <a:gd name="connsiteX177" fmla="*/ 293441 w 342621"/>
                <a:gd name="connsiteY177" fmla="*/ 0 h 127868"/>
                <a:gd name="connsiteX178" fmla="*/ 290163 w 342621"/>
                <a:gd name="connsiteY178" fmla="*/ 1639 h 127868"/>
                <a:gd name="connsiteX179" fmla="*/ 285245 w 342621"/>
                <a:gd name="connsiteY179" fmla="*/ 1639 h 127868"/>
                <a:gd name="connsiteX180" fmla="*/ 281966 w 342621"/>
                <a:gd name="connsiteY180" fmla="*/ 3279 h 127868"/>
                <a:gd name="connsiteX181" fmla="*/ 278687 w 342621"/>
                <a:gd name="connsiteY181" fmla="*/ 3279 h 127868"/>
                <a:gd name="connsiteX182" fmla="*/ 273769 w 342621"/>
                <a:gd name="connsiteY182" fmla="*/ 4918 h 127868"/>
                <a:gd name="connsiteX183" fmla="*/ 268851 w 342621"/>
                <a:gd name="connsiteY183" fmla="*/ 6557 h 127868"/>
                <a:gd name="connsiteX184" fmla="*/ 265573 w 342621"/>
                <a:gd name="connsiteY184" fmla="*/ 8197 h 127868"/>
                <a:gd name="connsiteX185" fmla="*/ 262294 w 342621"/>
                <a:gd name="connsiteY185" fmla="*/ 11475 h 127868"/>
                <a:gd name="connsiteX186" fmla="*/ 265573 w 342621"/>
                <a:gd name="connsiteY186" fmla="*/ 13115 h 127868"/>
                <a:gd name="connsiteX187" fmla="*/ 268851 w 342621"/>
                <a:gd name="connsiteY187" fmla="*/ 14754 h 127868"/>
                <a:gd name="connsiteX188" fmla="*/ 265573 w 342621"/>
                <a:gd name="connsiteY188" fmla="*/ 14754 h 127868"/>
                <a:gd name="connsiteX189" fmla="*/ 260654 w 342621"/>
                <a:gd name="connsiteY189" fmla="*/ 14754 h 127868"/>
                <a:gd name="connsiteX190" fmla="*/ 257376 w 342621"/>
                <a:gd name="connsiteY190" fmla="*/ 13115 h 127868"/>
                <a:gd name="connsiteX191" fmla="*/ 252458 w 342621"/>
                <a:gd name="connsiteY191" fmla="*/ 13115 h 127868"/>
                <a:gd name="connsiteX192" fmla="*/ 249179 w 342621"/>
                <a:gd name="connsiteY192" fmla="*/ 16393 h 127868"/>
                <a:gd name="connsiteX193" fmla="*/ 245901 w 342621"/>
                <a:gd name="connsiteY193" fmla="*/ 16393 h 127868"/>
                <a:gd name="connsiteX194" fmla="*/ 240983 w 342621"/>
                <a:gd name="connsiteY194" fmla="*/ 16393 h 127868"/>
                <a:gd name="connsiteX195" fmla="*/ 237704 w 342621"/>
                <a:gd name="connsiteY195" fmla="*/ 19672 h 127868"/>
                <a:gd name="connsiteX196" fmla="*/ 232786 w 342621"/>
                <a:gd name="connsiteY196" fmla="*/ 19672 h 127868"/>
                <a:gd name="connsiteX197" fmla="*/ 229507 w 342621"/>
                <a:gd name="connsiteY197" fmla="*/ 21311 h 127868"/>
                <a:gd name="connsiteX198" fmla="*/ 224589 w 342621"/>
                <a:gd name="connsiteY198" fmla="*/ 22951 h 127868"/>
                <a:gd name="connsiteX199" fmla="*/ 221310 w 342621"/>
                <a:gd name="connsiteY199" fmla="*/ 21311 h 127868"/>
                <a:gd name="connsiteX200" fmla="*/ 218032 w 342621"/>
                <a:gd name="connsiteY200" fmla="*/ 21311 h 127868"/>
                <a:gd name="connsiteX201" fmla="*/ 213114 w 342621"/>
                <a:gd name="connsiteY201" fmla="*/ 21311 h 127868"/>
                <a:gd name="connsiteX202" fmla="*/ 209835 w 342621"/>
                <a:gd name="connsiteY202" fmla="*/ 22951 h 127868"/>
                <a:gd name="connsiteX203" fmla="*/ 206557 w 342621"/>
                <a:gd name="connsiteY203" fmla="*/ 22951 h 127868"/>
                <a:gd name="connsiteX204" fmla="*/ 201639 w 342621"/>
                <a:gd name="connsiteY204" fmla="*/ 24590 h 127868"/>
                <a:gd name="connsiteX205" fmla="*/ 198360 w 342621"/>
                <a:gd name="connsiteY205" fmla="*/ 26229 h 127868"/>
                <a:gd name="connsiteX206" fmla="*/ 195081 w 342621"/>
                <a:gd name="connsiteY206" fmla="*/ 24590 h 127868"/>
                <a:gd name="connsiteX207" fmla="*/ 190163 w 342621"/>
                <a:gd name="connsiteY207" fmla="*/ 24590 h 127868"/>
                <a:gd name="connsiteX208" fmla="*/ 186884 w 342621"/>
                <a:gd name="connsiteY208" fmla="*/ 26229 h 127868"/>
                <a:gd name="connsiteX209" fmla="*/ 181966 w 342621"/>
                <a:gd name="connsiteY209" fmla="*/ 24590 h 127868"/>
                <a:gd name="connsiteX210" fmla="*/ 178688 w 342621"/>
                <a:gd name="connsiteY210" fmla="*/ 24590 h 127868"/>
                <a:gd name="connsiteX211" fmla="*/ 175409 w 342621"/>
                <a:gd name="connsiteY211" fmla="*/ 24590 h 127868"/>
                <a:gd name="connsiteX212" fmla="*/ 170491 w 342621"/>
                <a:gd name="connsiteY212" fmla="*/ 24590 h 127868"/>
                <a:gd name="connsiteX213" fmla="*/ 167213 w 342621"/>
                <a:gd name="connsiteY213" fmla="*/ 22951 h 127868"/>
                <a:gd name="connsiteX214" fmla="*/ 162294 w 342621"/>
                <a:gd name="connsiteY214" fmla="*/ 22951 h 127868"/>
                <a:gd name="connsiteX215" fmla="*/ 159016 w 342621"/>
                <a:gd name="connsiteY215" fmla="*/ 22951 h 127868"/>
                <a:gd name="connsiteX216" fmla="*/ 155737 w 342621"/>
                <a:gd name="connsiteY216" fmla="*/ 22951 h 127868"/>
                <a:gd name="connsiteX217" fmla="*/ 150819 w 342621"/>
                <a:gd name="connsiteY217" fmla="*/ 22951 h 127868"/>
                <a:gd name="connsiteX218" fmla="*/ 147540 w 342621"/>
                <a:gd name="connsiteY218" fmla="*/ 24590 h 127868"/>
                <a:gd name="connsiteX219" fmla="*/ 145901 w 342621"/>
                <a:gd name="connsiteY219" fmla="*/ 27869 h 127868"/>
                <a:gd name="connsiteX220" fmla="*/ 150819 w 342621"/>
                <a:gd name="connsiteY220" fmla="*/ 31147 h 127868"/>
                <a:gd name="connsiteX221" fmla="*/ 145901 w 342621"/>
                <a:gd name="connsiteY221" fmla="*/ 31147 h 127868"/>
                <a:gd name="connsiteX222" fmla="*/ 142623 w 342621"/>
                <a:gd name="connsiteY222" fmla="*/ 32787 h 127868"/>
                <a:gd name="connsiteX223" fmla="*/ 139344 w 342621"/>
                <a:gd name="connsiteY223" fmla="*/ 31147 h 127868"/>
                <a:gd name="connsiteX224" fmla="*/ 142623 w 342621"/>
                <a:gd name="connsiteY224" fmla="*/ 29508 h 127868"/>
                <a:gd name="connsiteX225" fmla="*/ 139344 w 342621"/>
                <a:gd name="connsiteY225" fmla="*/ 27869 h 127868"/>
                <a:gd name="connsiteX226" fmla="*/ 134426 w 342621"/>
                <a:gd name="connsiteY226" fmla="*/ 29508 h 127868"/>
                <a:gd name="connsiteX227" fmla="*/ 131147 w 342621"/>
                <a:gd name="connsiteY227" fmla="*/ 29508 h 127868"/>
                <a:gd name="connsiteX228" fmla="*/ 126229 w 342621"/>
                <a:gd name="connsiteY228" fmla="*/ 31147 h 127868"/>
                <a:gd name="connsiteX229" fmla="*/ 131147 w 342621"/>
                <a:gd name="connsiteY229" fmla="*/ 31147 h 127868"/>
                <a:gd name="connsiteX230" fmla="*/ 134426 w 342621"/>
                <a:gd name="connsiteY230" fmla="*/ 32787 h 127868"/>
                <a:gd name="connsiteX231" fmla="*/ 131147 w 342621"/>
                <a:gd name="connsiteY231" fmla="*/ 32787 h 127868"/>
                <a:gd name="connsiteX232" fmla="*/ 126229 w 342621"/>
                <a:gd name="connsiteY232" fmla="*/ 32787 h 127868"/>
                <a:gd name="connsiteX233" fmla="*/ 124590 w 342621"/>
                <a:gd name="connsiteY233" fmla="*/ 34426 h 127868"/>
                <a:gd name="connsiteX234" fmla="*/ 119672 w 342621"/>
                <a:gd name="connsiteY234" fmla="*/ 34426 h 127868"/>
                <a:gd name="connsiteX235" fmla="*/ 116393 w 342621"/>
                <a:gd name="connsiteY235" fmla="*/ 34426 h 127868"/>
                <a:gd name="connsiteX236" fmla="*/ 111475 w 342621"/>
                <a:gd name="connsiteY236" fmla="*/ 34426 h 127868"/>
                <a:gd name="connsiteX237" fmla="*/ 108196 w 342621"/>
                <a:gd name="connsiteY237" fmla="*/ 37705 h 127868"/>
                <a:gd name="connsiteX238" fmla="*/ 104917 w 342621"/>
                <a:gd name="connsiteY238" fmla="*/ 37705 h 127868"/>
                <a:gd name="connsiteX239" fmla="*/ 100000 w 342621"/>
                <a:gd name="connsiteY239" fmla="*/ 37705 h 127868"/>
                <a:gd name="connsiteX240" fmla="*/ 96721 w 342621"/>
                <a:gd name="connsiteY240" fmla="*/ 39344 h 127868"/>
                <a:gd name="connsiteX241" fmla="*/ 91803 w 342621"/>
                <a:gd name="connsiteY241" fmla="*/ 42623 h 127868"/>
                <a:gd name="connsiteX242" fmla="*/ 88524 w 342621"/>
                <a:gd name="connsiteY242" fmla="*/ 42623 h 127868"/>
                <a:gd name="connsiteX243" fmla="*/ 85246 w 342621"/>
                <a:gd name="connsiteY243" fmla="*/ 44262 h 127868"/>
                <a:gd name="connsiteX244" fmla="*/ 80327 w 342621"/>
                <a:gd name="connsiteY244" fmla="*/ 45901 h 127868"/>
                <a:gd name="connsiteX245" fmla="*/ 83606 w 342621"/>
                <a:gd name="connsiteY245" fmla="*/ 47541 h 127868"/>
                <a:gd name="connsiteX246" fmla="*/ 80327 w 342621"/>
                <a:gd name="connsiteY246" fmla="*/ 47541 h 127868"/>
                <a:gd name="connsiteX247" fmla="*/ 75410 w 342621"/>
                <a:gd name="connsiteY247" fmla="*/ 49180 h 127868"/>
                <a:gd name="connsiteX248" fmla="*/ 72131 w 342621"/>
                <a:gd name="connsiteY248" fmla="*/ 50819 h 127868"/>
                <a:gd name="connsiteX249" fmla="*/ 75410 w 342621"/>
                <a:gd name="connsiteY249" fmla="*/ 52459 h 127868"/>
                <a:gd name="connsiteX250" fmla="*/ 78688 w 342621"/>
                <a:gd name="connsiteY250" fmla="*/ 55737 h 127868"/>
                <a:gd name="connsiteX251" fmla="*/ 75410 w 342621"/>
                <a:gd name="connsiteY251" fmla="*/ 55737 h 127868"/>
                <a:gd name="connsiteX252" fmla="*/ 70492 w 342621"/>
                <a:gd name="connsiteY252" fmla="*/ 54098 h 127868"/>
                <a:gd name="connsiteX253" fmla="*/ 67213 w 342621"/>
                <a:gd name="connsiteY253" fmla="*/ 54098 h 127868"/>
                <a:gd name="connsiteX254" fmla="*/ 62295 w 342621"/>
                <a:gd name="connsiteY254" fmla="*/ 54098 h 127868"/>
                <a:gd name="connsiteX255" fmla="*/ 59016 w 342621"/>
                <a:gd name="connsiteY255" fmla="*/ 54098 h 127868"/>
                <a:gd name="connsiteX256" fmla="*/ 55737 w 342621"/>
                <a:gd name="connsiteY256" fmla="*/ 57377 h 127868"/>
                <a:gd name="connsiteX257" fmla="*/ 59016 w 342621"/>
                <a:gd name="connsiteY257" fmla="*/ 59016 h 127868"/>
                <a:gd name="connsiteX258" fmla="*/ 55737 w 342621"/>
                <a:gd name="connsiteY258" fmla="*/ 62295 h 127868"/>
                <a:gd name="connsiteX259" fmla="*/ 50820 w 342621"/>
                <a:gd name="connsiteY259" fmla="*/ 62295 h 127868"/>
                <a:gd name="connsiteX260" fmla="*/ 47541 w 342621"/>
                <a:gd name="connsiteY260" fmla="*/ 60655 h 127868"/>
                <a:gd name="connsiteX261" fmla="*/ 44262 w 342621"/>
                <a:gd name="connsiteY261" fmla="*/ 60655 h 127868"/>
                <a:gd name="connsiteX262" fmla="*/ 40983 w 342621"/>
                <a:gd name="connsiteY262" fmla="*/ 59016 h 127868"/>
                <a:gd name="connsiteX263" fmla="*/ 36066 w 342621"/>
                <a:gd name="connsiteY263" fmla="*/ 59016 h 127868"/>
                <a:gd name="connsiteX264" fmla="*/ 34426 w 342621"/>
                <a:gd name="connsiteY264" fmla="*/ 63934 h 127868"/>
                <a:gd name="connsiteX265" fmla="*/ 37705 w 342621"/>
                <a:gd name="connsiteY265" fmla="*/ 67213 h 127868"/>
                <a:gd name="connsiteX266" fmla="*/ 42623 w 342621"/>
                <a:gd name="connsiteY266" fmla="*/ 67213 h 127868"/>
                <a:gd name="connsiteX267" fmla="*/ 45902 w 342621"/>
                <a:gd name="connsiteY267" fmla="*/ 65573 h 127868"/>
                <a:gd name="connsiteX268" fmla="*/ 49180 w 342621"/>
                <a:gd name="connsiteY268" fmla="*/ 65573 h 127868"/>
                <a:gd name="connsiteX269" fmla="*/ 54098 w 342621"/>
                <a:gd name="connsiteY269" fmla="*/ 65573 h 127868"/>
                <a:gd name="connsiteX270" fmla="*/ 49180 w 342621"/>
                <a:gd name="connsiteY270" fmla="*/ 67213 h 127868"/>
                <a:gd name="connsiteX271" fmla="*/ 54098 w 342621"/>
                <a:gd name="connsiteY271" fmla="*/ 68852 h 127868"/>
                <a:gd name="connsiteX272" fmla="*/ 57377 w 342621"/>
                <a:gd name="connsiteY272" fmla="*/ 68852 h 127868"/>
                <a:gd name="connsiteX273" fmla="*/ 54098 w 342621"/>
                <a:gd name="connsiteY273" fmla="*/ 70491 h 127868"/>
                <a:gd name="connsiteX274" fmla="*/ 49180 w 342621"/>
                <a:gd name="connsiteY274" fmla="*/ 70491 h 127868"/>
                <a:gd name="connsiteX275" fmla="*/ 45902 w 342621"/>
                <a:gd name="connsiteY275" fmla="*/ 70491 h 127868"/>
                <a:gd name="connsiteX276" fmla="*/ 40983 w 342621"/>
                <a:gd name="connsiteY276" fmla="*/ 73770 h 127868"/>
                <a:gd name="connsiteX277" fmla="*/ 45902 w 342621"/>
                <a:gd name="connsiteY277" fmla="*/ 73770 h 127868"/>
                <a:gd name="connsiteX278" fmla="*/ 49180 w 342621"/>
                <a:gd name="connsiteY278" fmla="*/ 73770 h 127868"/>
                <a:gd name="connsiteX279" fmla="*/ 52459 w 342621"/>
                <a:gd name="connsiteY279" fmla="*/ 73770 h 127868"/>
                <a:gd name="connsiteX280" fmla="*/ 57377 w 342621"/>
                <a:gd name="connsiteY280" fmla="*/ 75409 h 127868"/>
                <a:gd name="connsiteX281" fmla="*/ 60656 w 342621"/>
                <a:gd name="connsiteY281" fmla="*/ 77049 h 127868"/>
                <a:gd name="connsiteX282" fmla="*/ 63934 w 342621"/>
                <a:gd name="connsiteY282" fmla="*/ 77049 h 127868"/>
                <a:gd name="connsiteX283" fmla="*/ 68852 w 342621"/>
                <a:gd name="connsiteY283" fmla="*/ 77049 h 127868"/>
                <a:gd name="connsiteX284" fmla="*/ 65573 w 342621"/>
                <a:gd name="connsiteY284" fmla="*/ 77049 h 127868"/>
                <a:gd name="connsiteX285" fmla="*/ 60656 w 342621"/>
                <a:gd name="connsiteY285" fmla="*/ 77049 h 127868"/>
                <a:gd name="connsiteX286" fmla="*/ 55737 w 342621"/>
                <a:gd name="connsiteY286" fmla="*/ 77049 h 127868"/>
                <a:gd name="connsiteX287" fmla="*/ 52459 w 342621"/>
                <a:gd name="connsiteY287" fmla="*/ 77049 h 127868"/>
                <a:gd name="connsiteX288" fmla="*/ 49180 w 342621"/>
                <a:gd name="connsiteY288" fmla="*/ 77049 h 127868"/>
                <a:gd name="connsiteX289" fmla="*/ 45902 w 342621"/>
                <a:gd name="connsiteY289" fmla="*/ 78688 h 127868"/>
                <a:gd name="connsiteX290" fmla="*/ 40983 w 342621"/>
                <a:gd name="connsiteY290" fmla="*/ 77049 h 127868"/>
                <a:gd name="connsiteX291" fmla="*/ 37705 w 342621"/>
                <a:gd name="connsiteY291" fmla="*/ 77049 h 127868"/>
                <a:gd name="connsiteX292" fmla="*/ 37705 w 342621"/>
                <a:gd name="connsiteY292" fmla="*/ 81967 h 127868"/>
                <a:gd name="connsiteX293" fmla="*/ 40983 w 342621"/>
                <a:gd name="connsiteY293" fmla="*/ 83606 h 127868"/>
                <a:gd name="connsiteX294" fmla="*/ 44262 w 342621"/>
                <a:gd name="connsiteY294" fmla="*/ 81967 h 127868"/>
                <a:gd name="connsiteX295" fmla="*/ 49180 w 342621"/>
                <a:gd name="connsiteY295" fmla="*/ 81967 h 127868"/>
                <a:gd name="connsiteX296" fmla="*/ 52459 w 342621"/>
                <a:gd name="connsiteY296" fmla="*/ 83606 h 127868"/>
                <a:gd name="connsiteX297" fmla="*/ 55737 w 342621"/>
                <a:gd name="connsiteY297" fmla="*/ 85245 h 127868"/>
                <a:gd name="connsiteX298" fmla="*/ 52459 w 342621"/>
                <a:gd name="connsiteY298" fmla="*/ 85245 h 127868"/>
                <a:gd name="connsiteX299" fmla="*/ 49180 w 342621"/>
                <a:gd name="connsiteY299" fmla="*/ 85245 h 127868"/>
                <a:gd name="connsiteX300" fmla="*/ 45902 w 342621"/>
                <a:gd name="connsiteY300" fmla="*/ 85245 h 127868"/>
                <a:gd name="connsiteX301" fmla="*/ 40983 w 342621"/>
                <a:gd name="connsiteY301" fmla="*/ 85245 h 127868"/>
                <a:gd name="connsiteX302" fmla="*/ 37705 w 342621"/>
                <a:gd name="connsiteY302" fmla="*/ 86885 h 127868"/>
                <a:gd name="connsiteX303" fmla="*/ 32787 w 342621"/>
                <a:gd name="connsiteY303" fmla="*/ 88524 h 127868"/>
                <a:gd name="connsiteX304" fmla="*/ 37705 w 342621"/>
                <a:gd name="connsiteY304" fmla="*/ 88524 h 127868"/>
                <a:gd name="connsiteX305" fmla="*/ 40983 w 342621"/>
                <a:gd name="connsiteY305" fmla="*/ 90164 h 127868"/>
                <a:gd name="connsiteX306" fmla="*/ 45902 w 342621"/>
                <a:gd name="connsiteY306" fmla="*/ 91803 h 127868"/>
                <a:gd name="connsiteX307" fmla="*/ 40983 w 342621"/>
                <a:gd name="connsiteY307" fmla="*/ 91803 h 127868"/>
                <a:gd name="connsiteX308" fmla="*/ 37705 w 342621"/>
                <a:gd name="connsiteY308" fmla="*/ 91803 h 127868"/>
                <a:gd name="connsiteX309" fmla="*/ 32787 w 342621"/>
                <a:gd name="connsiteY309" fmla="*/ 90164 h 127868"/>
                <a:gd name="connsiteX310" fmla="*/ 29508 w 342621"/>
                <a:gd name="connsiteY310" fmla="*/ 91803 h 127868"/>
                <a:gd name="connsiteX311" fmla="*/ 32787 w 342621"/>
                <a:gd name="connsiteY311" fmla="*/ 93442 h 127868"/>
                <a:gd name="connsiteX312" fmla="*/ 37705 w 342621"/>
                <a:gd name="connsiteY312" fmla="*/ 93442 h 127868"/>
                <a:gd name="connsiteX313" fmla="*/ 40983 w 342621"/>
                <a:gd name="connsiteY313" fmla="*/ 93442 h 127868"/>
                <a:gd name="connsiteX314" fmla="*/ 45902 w 342621"/>
                <a:gd name="connsiteY314" fmla="*/ 95081 h 127868"/>
                <a:gd name="connsiteX315" fmla="*/ 49180 w 342621"/>
                <a:gd name="connsiteY315" fmla="*/ 96721 h 127868"/>
                <a:gd name="connsiteX316" fmla="*/ 52459 w 342621"/>
                <a:gd name="connsiteY316" fmla="*/ 98360 h 127868"/>
                <a:gd name="connsiteX317" fmla="*/ 49180 w 342621"/>
                <a:gd name="connsiteY317" fmla="*/ 98360 h 127868"/>
                <a:gd name="connsiteX318" fmla="*/ 44262 w 342621"/>
                <a:gd name="connsiteY318" fmla="*/ 96721 h 127868"/>
                <a:gd name="connsiteX319" fmla="*/ 40983 w 342621"/>
                <a:gd name="connsiteY319" fmla="*/ 96721 h 127868"/>
                <a:gd name="connsiteX320" fmla="*/ 37705 w 342621"/>
                <a:gd name="connsiteY320" fmla="*/ 96721 h 127868"/>
                <a:gd name="connsiteX321" fmla="*/ 32787 w 342621"/>
                <a:gd name="connsiteY321" fmla="*/ 95081 h 127868"/>
                <a:gd name="connsiteX322" fmla="*/ 29508 w 342621"/>
                <a:gd name="connsiteY322" fmla="*/ 95081 h 127868"/>
                <a:gd name="connsiteX323" fmla="*/ 24590 w 342621"/>
                <a:gd name="connsiteY323" fmla="*/ 98360 h 127868"/>
                <a:gd name="connsiteX324" fmla="*/ 22951 w 342621"/>
                <a:gd name="connsiteY324" fmla="*/ 101639 h 127868"/>
                <a:gd name="connsiteX325" fmla="*/ 26229 w 342621"/>
                <a:gd name="connsiteY325" fmla="*/ 101639 h 127868"/>
                <a:gd name="connsiteX326" fmla="*/ 22951 w 342621"/>
                <a:gd name="connsiteY326" fmla="*/ 103278 h 127868"/>
                <a:gd name="connsiteX327" fmla="*/ 18033 w 342621"/>
                <a:gd name="connsiteY327" fmla="*/ 103278 h 127868"/>
                <a:gd name="connsiteX328" fmla="*/ 14754 w 342621"/>
                <a:gd name="connsiteY328" fmla="*/ 104918 h 127868"/>
                <a:gd name="connsiteX329" fmla="*/ 11476 w 342621"/>
                <a:gd name="connsiteY329" fmla="*/ 104918 h 127868"/>
                <a:gd name="connsiteX330" fmla="*/ 8197 w 342621"/>
                <a:gd name="connsiteY330" fmla="*/ 108196 h 127868"/>
                <a:gd name="connsiteX331" fmla="*/ 3279 w 342621"/>
                <a:gd name="connsiteY331" fmla="*/ 109836 h 127868"/>
                <a:gd name="connsiteX332" fmla="*/ 0 w 342621"/>
                <a:gd name="connsiteY332" fmla="*/ 109836 h 127868"/>
                <a:gd name="connsiteX333" fmla="*/ 3279 w 342621"/>
                <a:gd name="connsiteY333" fmla="*/ 111475 h 127868"/>
                <a:gd name="connsiteX334" fmla="*/ 6557 w 342621"/>
                <a:gd name="connsiteY334" fmla="*/ 113114 h 127868"/>
                <a:gd name="connsiteX335" fmla="*/ 11476 w 342621"/>
                <a:gd name="connsiteY335" fmla="*/ 114754 h 127868"/>
                <a:gd name="connsiteX336" fmla="*/ 14754 w 342621"/>
                <a:gd name="connsiteY336" fmla="*/ 114754 h 127868"/>
                <a:gd name="connsiteX337" fmla="*/ 19672 w 342621"/>
                <a:gd name="connsiteY337" fmla="*/ 114754 h 127868"/>
                <a:gd name="connsiteX338" fmla="*/ 22951 w 342621"/>
                <a:gd name="connsiteY338" fmla="*/ 111475 h 127868"/>
                <a:gd name="connsiteX339" fmla="*/ 27869 w 342621"/>
                <a:gd name="connsiteY339" fmla="*/ 111475 h 127868"/>
                <a:gd name="connsiteX340" fmla="*/ 31147 w 342621"/>
                <a:gd name="connsiteY340" fmla="*/ 111475 h 127868"/>
                <a:gd name="connsiteX341" fmla="*/ 34426 w 342621"/>
                <a:gd name="connsiteY341" fmla="*/ 111475 h 127868"/>
                <a:gd name="connsiteX342" fmla="*/ 37705 w 342621"/>
                <a:gd name="connsiteY342" fmla="*/ 111475 h 127868"/>
                <a:gd name="connsiteX343" fmla="*/ 42623 w 342621"/>
                <a:gd name="connsiteY343" fmla="*/ 111475 h 127868"/>
                <a:gd name="connsiteX344" fmla="*/ 39344 w 342621"/>
                <a:gd name="connsiteY344" fmla="*/ 111475 h 127868"/>
                <a:gd name="connsiteX345" fmla="*/ 34426 w 342621"/>
                <a:gd name="connsiteY345" fmla="*/ 113114 h 127868"/>
                <a:gd name="connsiteX346" fmla="*/ 31147 w 342621"/>
                <a:gd name="connsiteY346" fmla="*/ 113114 h 1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342621" h="127868">
                  <a:moveTo>
                    <a:pt x="31147" y="113114"/>
                  </a:moveTo>
                  <a:lnTo>
                    <a:pt x="27869" y="114754"/>
                  </a:lnTo>
                  <a:lnTo>
                    <a:pt x="24590" y="116393"/>
                  </a:lnTo>
                  <a:lnTo>
                    <a:pt x="19672" y="118032"/>
                  </a:lnTo>
                  <a:lnTo>
                    <a:pt x="21312" y="122950"/>
                  </a:lnTo>
                  <a:lnTo>
                    <a:pt x="18033" y="124590"/>
                  </a:lnTo>
                  <a:lnTo>
                    <a:pt x="21312" y="124590"/>
                  </a:lnTo>
                  <a:lnTo>
                    <a:pt x="24590" y="124590"/>
                  </a:lnTo>
                  <a:lnTo>
                    <a:pt x="29508" y="122950"/>
                  </a:lnTo>
                  <a:lnTo>
                    <a:pt x="32787" y="122950"/>
                  </a:lnTo>
                  <a:lnTo>
                    <a:pt x="37705" y="121311"/>
                  </a:lnTo>
                  <a:lnTo>
                    <a:pt x="40983" y="121311"/>
                  </a:lnTo>
                  <a:lnTo>
                    <a:pt x="44262" y="121311"/>
                  </a:lnTo>
                  <a:lnTo>
                    <a:pt x="49180" y="122950"/>
                  </a:lnTo>
                  <a:lnTo>
                    <a:pt x="52459" y="124590"/>
                  </a:lnTo>
                  <a:lnTo>
                    <a:pt x="57377" y="124590"/>
                  </a:lnTo>
                  <a:lnTo>
                    <a:pt x="60656" y="124590"/>
                  </a:lnTo>
                  <a:lnTo>
                    <a:pt x="63934" y="124590"/>
                  </a:lnTo>
                  <a:lnTo>
                    <a:pt x="68852" y="124590"/>
                  </a:lnTo>
                  <a:lnTo>
                    <a:pt x="67213" y="121311"/>
                  </a:lnTo>
                  <a:lnTo>
                    <a:pt x="70492" y="124590"/>
                  </a:lnTo>
                  <a:lnTo>
                    <a:pt x="73770" y="126229"/>
                  </a:lnTo>
                  <a:lnTo>
                    <a:pt x="77049" y="126229"/>
                  </a:lnTo>
                  <a:lnTo>
                    <a:pt x="81967" y="126229"/>
                  </a:lnTo>
                  <a:lnTo>
                    <a:pt x="85246" y="127868"/>
                  </a:lnTo>
                  <a:lnTo>
                    <a:pt x="90164" y="127868"/>
                  </a:lnTo>
                  <a:lnTo>
                    <a:pt x="88524" y="122950"/>
                  </a:lnTo>
                  <a:lnTo>
                    <a:pt x="91803" y="126229"/>
                  </a:lnTo>
                  <a:lnTo>
                    <a:pt x="96721" y="122950"/>
                  </a:lnTo>
                  <a:lnTo>
                    <a:pt x="100000" y="119672"/>
                  </a:lnTo>
                  <a:lnTo>
                    <a:pt x="95082" y="118032"/>
                  </a:lnTo>
                  <a:lnTo>
                    <a:pt x="91803" y="116393"/>
                  </a:lnTo>
                  <a:lnTo>
                    <a:pt x="88524" y="116393"/>
                  </a:lnTo>
                  <a:lnTo>
                    <a:pt x="83606" y="113114"/>
                  </a:lnTo>
                  <a:lnTo>
                    <a:pt x="88524" y="114754"/>
                  </a:lnTo>
                  <a:lnTo>
                    <a:pt x="91803" y="116393"/>
                  </a:lnTo>
                  <a:lnTo>
                    <a:pt x="95082" y="116393"/>
                  </a:lnTo>
                  <a:lnTo>
                    <a:pt x="100000" y="116393"/>
                  </a:lnTo>
                  <a:lnTo>
                    <a:pt x="103279" y="116393"/>
                  </a:lnTo>
                  <a:lnTo>
                    <a:pt x="104917" y="111475"/>
                  </a:lnTo>
                  <a:lnTo>
                    <a:pt x="101639" y="109836"/>
                  </a:lnTo>
                  <a:lnTo>
                    <a:pt x="96721" y="108196"/>
                  </a:lnTo>
                  <a:lnTo>
                    <a:pt x="93442" y="108196"/>
                  </a:lnTo>
                  <a:lnTo>
                    <a:pt x="88524" y="106557"/>
                  </a:lnTo>
                  <a:lnTo>
                    <a:pt x="85246" y="106557"/>
                  </a:lnTo>
                  <a:lnTo>
                    <a:pt x="81967" y="106557"/>
                  </a:lnTo>
                  <a:lnTo>
                    <a:pt x="77049" y="104918"/>
                  </a:lnTo>
                  <a:lnTo>
                    <a:pt x="81967" y="106557"/>
                  </a:lnTo>
                  <a:lnTo>
                    <a:pt x="85246" y="106557"/>
                  </a:lnTo>
                  <a:lnTo>
                    <a:pt x="88524" y="106557"/>
                  </a:lnTo>
                  <a:lnTo>
                    <a:pt x="93442" y="106557"/>
                  </a:lnTo>
                  <a:lnTo>
                    <a:pt x="98360" y="106557"/>
                  </a:lnTo>
                  <a:lnTo>
                    <a:pt x="101639" y="108196"/>
                  </a:lnTo>
                  <a:lnTo>
                    <a:pt x="104917" y="109836"/>
                  </a:lnTo>
                  <a:lnTo>
                    <a:pt x="109836" y="111475"/>
                  </a:lnTo>
                  <a:lnTo>
                    <a:pt x="111475" y="106557"/>
                  </a:lnTo>
                  <a:lnTo>
                    <a:pt x="108196" y="103278"/>
                  </a:lnTo>
                  <a:lnTo>
                    <a:pt x="103279" y="101639"/>
                  </a:lnTo>
                  <a:lnTo>
                    <a:pt x="100000" y="100000"/>
                  </a:lnTo>
                  <a:lnTo>
                    <a:pt x="96721" y="98360"/>
                  </a:lnTo>
                  <a:lnTo>
                    <a:pt x="91803" y="98360"/>
                  </a:lnTo>
                  <a:lnTo>
                    <a:pt x="96721" y="98360"/>
                  </a:lnTo>
                  <a:lnTo>
                    <a:pt x="91803" y="95081"/>
                  </a:lnTo>
                  <a:lnTo>
                    <a:pt x="96721" y="95081"/>
                  </a:lnTo>
                  <a:lnTo>
                    <a:pt x="100000" y="98360"/>
                  </a:lnTo>
                  <a:lnTo>
                    <a:pt x="104917" y="100000"/>
                  </a:lnTo>
                  <a:lnTo>
                    <a:pt x="108196" y="101639"/>
                  </a:lnTo>
                  <a:lnTo>
                    <a:pt x="111475" y="101639"/>
                  </a:lnTo>
                  <a:lnTo>
                    <a:pt x="114754" y="100000"/>
                  </a:lnTo>
                  <a:lnTo>
                    <a:pt x="113114" y="96721"/>
                  </a:lnTo>
                  <a:lnTo>
                    <a:pt x="116393" y="98360"/>
                  </a:lnTo>
                  <a:lnTo>
                    <a:pt x="121311" y="96721"/>
                  </a:lnTo>
                  <a:lnTo>
                    <a:pt x="116393" y="95081"/>
                  </a:lnTo>
                  <a:lnTo>
                    <a:pt x="121311" y="93442"/>
                  </a:lnTo>
                  <a:lnTo>
                    <a:pt x="124590" y="93442"/>
                  </a:lnTo>
                  <a:lnTo>
                    <a:pt x="122950" y="90164"/>
                  </a:lnTo>
                  <a:lnTo>
                    <a:pt x="118032" y="86885"/>
                  </a:lnTo>
                  <a:lnTo>
                    <a:pt x="114754" y="85245"/>
                  </a:lnTo>
                  <a:lnTo>
                    <a:pt x="111475" y="83606"/>
                  </a:lnTo>
                  <a:lnTo>
                    <a:pt x="106557" y="80328"/>
                  </a:lnTo>
                  <a:lnTo>
                    <a:pt x="109836" y="81967"/>
                  </a:lnTo>
                  <a:lnTo>
                    <a:pt x="114754" y="83606"/>
                  </a:lnTo>
                  <a:lnTo>
                    <a:pt x="118032" y="83606"/>
                  </a:lnTo>
                  <a:lnTo>
                    <a:pt x="122950" y="85245"/>
                  </a:lnTo>
                  <a:lnTo>
                    <a:pt x="126229" y="85245"/>
                  </a:lnTo>
                  <a:lnTo>
                    <a:pt x="131147" y="83606"/>
                  </a:lnTo>
                  <a:lnTo>
                    <a:pt x="131147" y="80328"/>
                  </a:lnTo>
                  <a:lnTo>
                    <a:pt x="127869" y="78688"/>
                  </a:lnTo>
                  <a:lnTo>
                    <a:pt x="132786" y="78688"/>
                  </a:lnTo>
                  <a:lnTo>
                    <a:pt x="127869" y="75409"/>
                  </a:lnTo>
                  <a:lnTo>
                    <a:pt x="131147" y="77049"/>
                  </a:lnTo>
                  <a:lnTo>
                    <a:pt x="136065" y="78688"/>
                  </a:lnTo>
                  <a:lnTo>
                    <a:pt x="139344" y="80328"/>
                  </a:lnTo>
                  <a:lnTo>
                    <a:pt x="142623" y="80328"/>
                  </a:lnTo>
                  <a:lnTo>
                    <a:pt x="147540" y="77049"/>
                  </a:lnTo>
                  <a:lnTo>
                    <a:pt x="142623" y="77049"/>
                  </a:lnTo>
                  <a:lnTo>
                    <a:pt x="139344" y="73770"/>
                  </a:lnTo>
                  <a:lnTo>
                    <a:pt x="142623" y="75409"/>
                  </a:lnTo>
                  <a:lnTo>
                    <a:pt x="145901" y="75409"/>
                  </a:lnTo>
                  <a:lnTo>
                    <a:pt x="150819" y="77049"/>
                  </a:lnTo>
                  <a:lnTo>
                    <a:pt x="154098" y="75409"/>
                  </a:lnTo>
                  <a:lnTo>
                    <a:pt x="157376" y="73770"/>
                  </a:lnTo>
                  <a:lnTo>
                    <a:pt x="154098" y="72131"/>
                  </a:lnTo>
                  <a:lnTo>
                    <a:pt x="157376" y="72131"/>
                  </a:lnTo>
                  <a:lnTo>
                    <a:pt x="162294" y="72131"/>
                  </a:lnTo>
                  <a:lnTo>
                    <a:pt x="160655" y="67213"/>
                  </a:lnTo>
                  <a:lnTo>
                    <a:pt x="155737" y="67213"/>
                  </a:lnTo>
                  <a:lnTo>
                    <a:pt x="152459" y="67213"/>
                  </a:lnTo>
                  <a:lnTo>
                    <a:pt x="149180" y="67213"/>
                  </a:lnTo>
                  <a:lnTo>
                    <a:pt x="145901" y="67213"/>
                  </a:lnTo>
                  <a:lnTo>
                    <a:pt x="145901" y="65573"/>
                  </a:lnTo>
                  <a:lnTo>
                    <a:pt x="145901" y="67213"/>
                  </a:lnTo>
                  <a:lnTo>
                    <a:pt x="150819" y="65573"/>
                  </a:lnTo>
                  <a:lnTo>
                    <a:pt x="154098" y="65573"/>
                  </a:lnTo>
                  <a:lnTo>
                    <a:pt x="155737" y="62295"/>
                  </a:lnTo>
                  <a:lnTo>
                    <a:pt x="159016" y="65573"/>
                  </a:lnTo>
                  <a:lnTo>
                    <a:pt x="163934" y="65573"/>
                  </a:lnTo>
                  <a:lnTo>
                    <a:pt x="163934" y="62295"/>
                  </a:lnTo>
                  <a:lnTo>
                    <a:pt x="167213" y="60655"/>
                  </a:lnTo>
                  <a:lnTo>
                    <a:pt x="172130" y="59016"/>
                  </a:lnTo>
                  <a:lnTo>
                    <a:pt x="172130" y="55737"/>
                  </a:lnTo>
                  <a:lnTo>
                    <a:pt x="177049" y="59016"/>
                  </a:lnTo>
                  <a:lnTo>
                    <a:pt x="180327" y="57377"/>
                  </a:lnTo>
                  <a:lnTo>
                    <a:pt x="181966" y="54098"/>
                  </a:lnTo>
                  <a:lnTo>
                    <a:pt x="185245" y="54098"/>
                  </a:lnTo>
                  <a:lnTo>
                    <a:pt x="190163" y="50819"/>
                  </a:lnTo>
                  <a:lnTo>
                    <a:pt x="193442" y="52459"/>
                  </a:lnTo>
                  <a:lnTo>
                    <a:pt x="198360" y="50819"/>
                  </a:lnTo>
                  <a:lnTo>
                    <a:pt x="201639" y="49180"/>
                  </a:lnTo>
                  <a:lnTo>
                    <a:pt x="204917" y="49180"/>
                  </a:lnTo>
                  <a:lnTo>
                    <a:pt x="209835" y="47541"/>
                  </a:lnTo>
                  <a:lnTo>
                    <a:pt x="213114" y="45901"/>
                  </a:lnTo>
                  <a:lnTo>
                    <a:pt x="218032" y="47541"/>
                  </a:lnTo>
                  <a:lnTo>
                    <a:pt x="221310" y="45901"/>
                  </a:lnTo>
                  <a:lnTo>
                    <a:pt x="224589" y="42623"/>
                  </a:lnTo>
                  <a:lnTo>
                    <a:pt x="229507" y="45901"/>
                  </a:lnTo>
                  <a:lnTo>
                    <a:pt x="232786" y="44262"/>
                  </a:lnTo>
                  <a:lnTo>
                    <a:pt x="237704" y="42623"/>
                  </a:lnTo>
                  <a:lnTo>
                    <a:pt x="240983" y="42623"/>
                  </a:lnTo>
                  <a:lnTo>
                    <a:pt x="244261" y="40983"/>
                  </a:lnTo>
                  <a:lnTo>
                    <a:pt x="249179" y="40983"/>
                  </a:lnTo>
                  <a:lnTo>
                    <a:pt x="252458" y="39344"/>
                  </a:lnTo>
                  <a:lnTo>
                    <a:pt x="255737" y="39344"/>
                  </a:lnTo>
                  <a:lnTo>
                    <a:pt x="260654" y="39344"/>
                  </a:lnTo>
                  <a:lnTo>
                    <a:pt x="263933" y="37705"/>
                  </a:lnTo>
                  <a:lnTo>
                    <a:pt x="268851" y="36065"/>
                  </a:lnTo>
                  <a:lnTo>
                    <a:pt x="272130" y="36065"/>
                  </a:lnTo>
                  <a:lnTo>
                    <a:pt x="277048" y="34426"/>
                  </a:lnTo>
                  <a:lnTo>
                    <a:pt x="280327" y="34426"/>
                  </a:lnTo>
                  <a:lnTo>
                    <a:pt x="283606" y="34426"/>
                  </a:lnTo>
                  <a:lnTo>
                    <a:pt x="288523" y="32787"/>
                  </a:lnTo>
                  <a:lnTo>
                    <a:pt x="291802" y="32787"/>
                  </a:lnTo>
                  <a:lnTo>
                    <a:pt x="295081" y="31147"/>
                  </a:lnTo>
                  <a:lnTo>
                    <a:pt x="299999" y="31147"/>
                  </a:lnTo>
                  <a:lnTo>
                    <a:pt x="303277" y="29508"/>
                  </a:lnTo>
                  <a:lnTo>
                    <a:pt x="308196" y="27869"/>
                  </a:lnTo>
                  <a:lnTo>
                    <a:pt x="311474" y="27869"/>
                  </a:lnTo>
                  <a:lnTo>
                    <a:pt x="316392" y="26229"/>
                  </a:lnTo>
                  <a:lnTo>
                    <a:pt x="319671" y="24590"/>
                  </a:lnTo>
                  <a:lnTo>
                    <a:pt x="322950" y="24590"/>
                  </a:lnTo>
                  <a:lnTo>
                    <a:pt x="326228" y="22951"/>
                  </a:lnTo>
                  <a:lnTo>
                    <a:pt x="331146" y="21311"/>
                  </a:lnTo>
                  <a:lnTo>
                    <a:pt x="334425" y="18033"/>
                  </a:lnTo>
                  <a:lnTo>
                    <a:pt x="337703" y="16393"/>
                  </a:lnTo>
                  <a:lnTo>
                    <a:pt x="342621" y="13115"/>
                  </a:lnTo>
                  <a:lnTo>
                    <a:pt x="337703" y="13115"/>
                  </a:lnTo>
                  <a:lnTo>
                    <a:pt x="337703" y="8197"/>
                  </a:lnTo>
                  <a:lnTo>
                    <a:pt x="332786" y="6557"/>
                  </a:lnTo>
                  <a:lnTo>
                    <a:pt x="329507" y="3279"/>
                  </a:lnTo>
                  <a:lnTo>
                    <a:pt x="324589" y="3279"/>
                  </a:lnTo>
                  <a:lnTo>
                    <a:pt x="321310" y="1639"/>
                  </a:lnTo>
                  <a:lnTo>
                    <a:pt x="318031" y="1639"/>
                  </a:lnTo>
                  <a:lnTo>
                    <a:pt x="313113" y="0"/>
                  </a:lnTo>
                  <a:lnTo>
                    <a:pt x="309835" y="0"/>
                  </a:lnTo>
                  <a:lnTo>
                    <a:pt x="306556" y="0"/>
                  </a:lnTo>
                  <a:lnTo>
                    <a:pt x="301638" y="0"/>
                  </a:lnTo>
                  <a:lnTo>
                    <a:pt x="298360" y="0"/>
                  </a:lnTo>
                  <a:lnTo>
                    <a:pt x="293441" y="0"/>
                  </a:lnTo>
                  <a:lnTo>
                    <a:pt x="290163" y="1639"/>
                  </a:lnTo>
                  <a:lnTo>
                    <a:pt x="285245" y="1639"/>
                  </a:lnTo>
                  <a:lnTo>
                    <a:pt x="281966" y="3279"/>
                  </a:lnTo>
                  <a:lnTo>
                    <a:pt x="278687" y="3279"/>
                  </a:lnTo>
                  <a:lnTo>
                    <a:pt x="273769" y="4918"/>
                  </a:lnTo>
                  <a:lnTo>
                    <a:pt x="268851" y="6557"/>
                  </a:lnTo>
                  <a:lnTo>
                    <a:pt x="265573" y="8197"/>
                  </a:lnTo>
                  <a:lnTo>
                    <a:pt x="262294" y="11475"/>
                  </a:lnTo>
                  <a:lnTo>
                    <a:pt x="265573" y="13115"/>
                  </a:lnTo>
                  <a:lnTo>
                    <a:pt x="268851" y="14754"/>
                  </a:lnTo>
                  <a:lnTo>
                    <a:pt x="265573" y="14754"/>
                  </a:lnTo>
                  <a:lnTo>
                    <a:pt x="260654" y="14754"/>
                  </a:lnTo>
                  <a:lnTo>
                    <a:pt x="257376" y="13115"/>
                  </a:lnTo>
                  <a:lnTo>
                    <a:pt x="252458" y="13115"/>
                  </a:lnTo>
                  <a:lnTo>
                    <a:pt x="249179" y="16393"/>
                  </a:lnTo>
                  <a:lnTo>
                    <a:pt x="245901" y="16393"/>
                  </a:lnTo>
                  <a:lnTo>
                    <a:pt x="240983" y="16393"/>
                  </a:lnTo>
                  <a:lnTo>
                    <a:pt x="237704" y="19672"/>
                  </a:lnTo>
                  <a:lnTo>
                    <a:pt x="232786" y="19672"/>
                  </a:lnTo>
                  <a:lnTo>
                    <a:pt x="229507" y="21311"/>
                  </a:lnTo>
                  <a:lnTo>
                    <a:pt x="224589" y="22951"/>
                  </a:lnTo>
                  <a:lnTo>
                    <a:pt x="221310" y="21311"/>
                  </a:lnTo>
                  <a:lnTo>
                    <a:pt x="218032" y="21311"/>
                  </a:lnTo>
                  <a:lnTo>
                    <a:pt x="213114" y="21311"/>
                  </a:lnTo>
                  <a:lnTo>
                    <a:pt x="209835" y="22951"/>
                  </a:lnTo>
                  <a:lnTo>
                    <a:pt x="206557" y="22951"/>
                  </a:lnTo>
                  <a:lnTo>
                    <a:pt x="201639" y="24590"/>
                  </a:lnTo>
                  <a:lnTo>
                    <a:pt x="198360" y="26229"/>
                  </a:lnTo>
                  <a:lnTo>
                    <a:pt x="195081" y="24590"/>
                  </a:lnTo>
                  <a:lnTo>
                    <a:pt x="190163" y="24590"/>
                  </a:lnTo>
                  <a:lnTo>
                    <a:pt x="186884" y="26229"/>
                  </a:lnTo>
                  <a:lnTo>
                    <a:pt x="181966" y="24590"/>
                  </a:lnTo>
                  <a:lnTo>
                    <a:pt x="178688" y="24590"/>
                  </a:lnTo>
                  <a:lnTo>
                    <a:pt x="175409" y="24590"/>
                  </a:lnTo>
                  <a:lnTo>
                    <a:pt x="170491" y="24590"/>
                  </a:lnTo>
                  <a:lnTo>
                    <a:pt x="167213" y="22951"/>
                  </a:lnTo>
                  <a:lnTo>
                    <a:pt x="162294" y="22951"/>
                  </a:lnTo>
                  <a:lnTo>
                    <a:pt x="159016" y="22951"/>
                  </a:lnTo>
                  <a:lnTo>
                    <a:pt x="155737" y="22951"/>
                  </a:lnTo>
                  <a:lnTo>
                    <a:pt x="150819" y="22951"/>
                  </a:lnTo>
                  <a:lnTo>
                    <a:pt x="147540" y="24590"/>
                  </a:lnTo>
                  <a:lnTo>
                    <a:pt x="145901" y="27869"/>
                  </a:lnTo>
                  <a:lnTo>
                    <a:pt x="150819" y="31147"/>
                  </a:lnTo>
                  <a:lnTo>
                    <a:pt x="145901" y="31147"/>
                  </a:lnTo>
                  <a:lnTo>
                    <a:pt x="142623" y="32787"/>
                  </a:lnTo>
                  <a:lnTo>
                    <a:pt x="139344" y="31147"/>
                  </a:lnTo>
                  <a:lnTo>
                    <a:pt x="142623" y="29508"/>
                  </a:lnTo>
                  <a:lnTo>
                    <a:pt x="139344" y="27869"/>
                  </a:lnTo>
                  <a:lnTo>
                    <a:pt x="134426" y="29508"/>
                  </a:lnTo>
                  <a:lnTo>
                    <a:pt x="131147" y="29508"/>
                  </a:lnTo>
                  <a:lnTo>
                    <a:pt x="126229" y="31147"/>
                  </a:lnTo>
                  <a:lnTo>
                    <a:pt x="131147" y="31147"/>
                  </a:lnTo>
                  <a:lnTo>
                    <a:pt x="134426" y="32787"/>
                  </a:lnTo>
                  <a:lnTo>
                    <a:pt x="131147" y="32787"/>
                  </a:lnTo>
                  <a:lnTo>
                    <a:pt x="126229" y="32787"/>
                  </a:lnTo>
                  <a:lnTo>
                    <a:pt x="124590" y="34426"/>
                  </a:lnTo>
                  <a:lnTo>
                    <a:pt x="119672" y="34426"/>
                  </a:lnTo>
                  <a:lnTo>
                    <a:pt x="116393" y="34426"/>
                  </a:lnTo>
                  <a:lnTo>
                    <a:pt x="111475" y="34426"/>
                  </a:lnTo>
                  <a:lnTo>
                    <a:pt x="108196" y="37705"/>
                  </a:lnTo>
                  <a:lnTo>
                    <a:pt x="104917" y="37705"/>
                  </a:lnTo>
                  <a:lnTo>
                    <a:pt x="100000" y="37705"/>
                  </a:lnTo>
                  <a:lnTo>
                    <a:pt x="96721" y="39344"/>
                  </a:lnTo>
                  <a:lnTo>
                    <a:pt x="91803" y="42623"/>
                  </a:lnTo>
                  <a:lnTo>
                    <a:pt x="88524" y="42623"/>
                  </a:lnTo>
                  <a:lnTo>
                    <a:pt x="85246" y="44262"/>
                  </a:lnTo>
                  <a:lnTo>
                    <a:pt x="80327" y="45901"/>
                  </a:lnTo>
                  <a:lnTo>
                    <a:pt x="83606" y="47541"/>
                  </a:lnTo>
                  <a:lnTo>
                    <a:pt x="80327" y="47541"/>
                  </a:lnTo>
                  <a:lnTo>
                    <a:pt x="75410" y="49180"/>
                  </a:lnTo>
                  <a:lnTo>
                    <a:pt x="72131" y="50819"/>
                  </a:lnTo>
                  <a:lnTo>
                    <a:pt x="75410" y="52459"/>
                  </a:lnTo>
                  <a:lnTo>
                    <a:pt x="78688" y="55737"/>
                  </a:lnTo>
                  <a:lnTo>
                    <a:pt x="75410" y="55737"/>
                  </a:lnTo>
                  <a:lnTo>
                    <a:pt x="70492" y="54098"/>
                  </a:lnTo>
                  <a:lnTo>
                    <a:pt x="67213" y="54098"/>
                  </a:lnTo>
                  <a:lnTo>
                    <a:pt x="62295" y="54098"/>
                  </a:lnTo>
                  <a:lnTo>
                    <a:pt x="59016" y="54098"/>
                  </a:lnTo>
                  <a:lnTo>
                    <a:pt x="55737" y="57377"/>
                  </a:lnTo>
                  <a:lnTo>
                    <a:pt x="59016" y="59016"/>
                  </a:lnTo>
                  <a:lnTo>
                    <a:pt x="55737" y="62295"/>
                  </a:lnTo>
                  <a:lnTo>
                    <a:pt x="50820" y="62295"/>
                  </a:lnTo>
                  <a:lnTo>
                    <a:pt x="47541" y="60655"/>
                  </a:lnTo>
                  <a:lnTo>
                    <a:pt x="44262" y="60655"/>
                  </a:lnTo>
                  <a:lnTo>
                    <a:pt x="40983" y="59016"/>
                  </a:lnTo>
                  <a:lnTo>
                    <a:pt x="36066" y="59016"/>
                  </a:lnTo>
                  <a:lnTo>
                    <a:pt x="34426" y="63934"/>
                  </a:lnTo>
                  <a:lnTo>
                    <a:pt x="37705" y="67213"/>
                  </a:lnTo>
                  <a:lnTo>
                    <a:pt x="42623" y="67213"/>
                  </a:lnTo>
                  <a:lnTo>
                    <a:pt x="45902" y="65573"/>
                  </a:lnTo>
                  <a:lnTo>
                    <a:pt x="49180" y="65573"/>
                  </a:lnTo>
                  <a:lnTo>
                    <a:pt x="54098" y="65573"/>
                  </a:lnTo>
                  <a:lnTo>
                    <a:pt x="49180" y="67213"/>
                  </a:lnTo>
                  <a:lnTo>
                    <a:pt x="54098" y="68852"/>
                  </a:lnTo>
                  <a:lnTo>
                    <a:pt x="57377" y="68852"/>
                  </a:lnTo>
                  <a:lnTo>
                    <a:pt x="54098" y="70491"/>
                  </a:lnTo>
                  <a:lnTo>
                    <a:pt x="49180" y="70491"/>
                  </a:lnTo>
                  <a:lnTo>
                    <a:pt x="45902" y="70491"/>
                  </a:lnTo>
                  <a:lnTo>
                    <a:pt x="40983" y="73770"/>
                  </a:lnTo>
                  <a:lnTo>
                    <a:pt x="45902" y="73770"/>
                  </a:lnTo>
                  <a:lnTo>
                    <a:pt x="49180" y="73770"/>
                  </a:lnTo>
                  <a:lnTo>
                    <a:pt x="52459" y="73770"/>
                  </a:lnTo>
                  <a:lnTo>
                    <a:pt x="57377" y="75409"/>
                  </a:lnTo>
                  <a:lnTo>
                    <a:pt x="60656" y="77049"/>
                  </a:lnTo>
                  <a:lnTo>
                    <a:pt x="63934" y="77049"/>
                  </a:lnTo>
                  <a:lnTo>
                    <a:pt x="68852" y="77049"/>
                  </a:lnTo>
                  <a:lnTo>
                    <a:pt x="65573" y="77049"/>
                  </a:lnTo>
                  <a:lnTo>
                    <a:pt x="60656" y="77049"/>
                  </a:lnTo>
                  <a:lnTo>
                    <a:pt x="55737" y="77049"/>
                  </a:lnTo>
                  <a:lnTo>
                    <a:pt x="52459" y="77049"/>
                  </a:lnTo>
                  <a:lnTo>
                    <a:pt x="49180" y="77049"/>
                  </a:lnTo>
                  <a:lnTo>
                    <a:pt x="45902" y="78688"/>
                  </a:lnTo>
                  <a:lnTo>
                    <a:pt x="40983" y="77049"/>
                  </a:lnTo>
                  <a:lnTo>
                    <a:pt x="37705" y="77049"/>
                  </a:lnTo>
                  <a:lnTo>
                    <a:pt x="37705" y="81967"/>
                  </a:lnTo>
                  <a:lnTo>
                    <a:pt x="40983" y="83606"/>
                  </a:lnTo>
                  <a:lnTo>
                    <a:pt x="44262" y="81967"/>
                  </a:lnTo>
                  <a:lnTo>
                    <a:pt x="49180" y="81967"/>
                  </a:lnTo>
                  <a:lnTo>
                    <a:pt x="52459" y="83606"/>
                  </a:lnTo>
                  <a:lnTo>
                    <a:pt x="55737" y="85245"/>
                  </a:lnTo>
                  <a:lnTo>
                    <a:pt x="52459" y="85245"/>
                  </a:lnTo>
                  <a:lnTo>
                    <a:pt x="49180" y="85245"/>
                  </a:lnTo>
                  <a:lnTo>
                    <a:pt x="45902" y="85245"/>
                  </a:lnTo>
                  <a:lnTo>
                    <a:pt x="40983" y="85245"/>
                  </a:lnTo>
                  <a:lnTo>
                    <a:pt x="37705" y="86885"/>
                  </a:lnTo>
                  <a:lnTo>
                    <a:pt x="32787" y="88524"/>
                  </a:lnTo>
                  <a:lnTo>
                    <a:pt x="37705" y="88524"/>
                  </a:lnTo>
                  <a:lnTo>
                    <a:pt x="40983" y="90164"/>
                  </a:lnTo>
                  <a:lnTo>
                    <a:pt x="45902" y="91803"/>
                  </a:lnTo>
                  <a:lnTo>
                    <a:pt x="40983" y="91803"/>
                  </a:lnTo>
                  <a:lnTo>
                    <a:pt x="37705" y="91803"/>
                  </a:lnTo>
                  <a:lnTo>
                    <a:pt x="32787" y="90164"/>
                  </a:lnTo>
                  <a:lnTo>
                    <a:pt x="29508" y="91803"/>
                  </a:lnTo>
                  <a:lnTo>
                    <a:pt x="32787" y="93442"/>
                  </a:lnTo>
                  <a:lnTo>
                    <a:pt x="37705" y="93442"/>
                  </a:lnTo>
                  <a:lnTo>
                    <a:pt x="40983" y="93442"/>
                  </a:lnTo>
                  <a:lnTo>
                    <a:pt x="45902" y="95081"/>
                  </a:lnTo>
                  <a:lnTo>
                    <a:pt x="49180" y="96721"/>
                  </a:lnTo>
                  <a:lnTo>
                    <a:pt x="52459" y="98360"/>
                  </a:lnTo>
                  <a:lnTo>
                    <a:pt x="49180" y="98360"/>
                  </a:lnTo>
                  <a:lnTo>
                    <a:pt x="44262" y="96721"/>
                  </a:lnTo>
                  <a:lnTo>
                    <a:pt x="40983" y="96721"/>
                  </a:lnTo>
                  <a:lnTo>
                    <a:pt x="37705" y="96721"/>
                  </a:lnTo>
                  <a:lnTo>
                    <a:pt x="32787" y="95081"/>
                  </a:lnTo>
                  <a:lnTo>
                    <a:pt x="29508" y="95081"/>
                  </a:lnTo>
                  <a:lnTo>
                    <a:pt x="24590" y="98360"/>
                  </a:lnTo>
                  <a:lnTo>
                    <a:pt x="22951" y="101639"/>
                  </a:lnTo>
                  <a:lnTo>
                    <a:pt x="26229" y="101639"/>
                  </a:lnTo>
                  <a:lnTo>
                    <a:pt x="22951" y="103278"/>
                  </a:lnTo>
                  <a:lnTo>
                    <a:pt x="18033" y="103278"/>
                  </a:lnTo>
                  <a:lnTo>
                    <a:pt x="14754" y="104918"/>
                  </a:lnTo>
                  <a:lnTo>
                    <a:pt x="11476" y="104918"/>
                  </a:lnTo>
                  <a:lnTo>
                    <a:pt x="8197" y="108196"/>
                  </a:lnTo>
                  <a:lnTo>
                    <a:pt x="3279" y="109836"/>
                  </a:lnTo>
                  <a:lnTo>
                    <a:pt x="0" y="109836"/>
                  </a:lnTo>
                  <a:lnTo>
                    <a:pt x="3279" y="111475"/>
                  </a:lnTo>
                  <a:lnTo>
                    <a:pt x="6557" y="113114"/>
                  </a:lnTo>
                  <a:lnTo>
                    <a:pt x="11476" y="114754"/>
                  </a:lnTo>
                  <a:lnTo>
                    <a:pt x="14754" y="114754"/>
                  </a:lnTo>
                  <a:lnTo>
                    <a:pt x="19672" y="114754"/>
                  </a:lnTo>
                  <a:lnTo>
                    <a:pt x="22951" y="111475"/>
                  </a:lnTo>
                  <a:lnTo>
                    <a:pt x="27869" y="111475"/>
                  </a:lnTo>
                  <a:lnTo>
                    <a:pt x="31147" y="111475"/>
                  </a:lnTo>
                  <a:lnTo>
                    <a:pt x="34426" y="111475"/>
                  </a:lnTo>
                  <a:lnTo>
                    <a:pt x="37705" y="111475"/>
                  </a:lnTo>
                  <a:lnTo>
                    <a:pt x="42623" y="111475"/>
                  </a:lnTo>
                  <a:lnTo>
                    <a:pt x="39344" y="111475"/>
                  </a:lnTo>
                  <a:lnTo>
                    <a:pt x="34426" y="113114"/>
                  </a:lnTo>
                  <a:lnTo>
                    <a:pt x="31147" y="11311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3" name="Freeform 2672">
              <a:extLst>
                <a:ext uri="{FF2B5EF4-FFF2-40B4-BE49-F238E27FC236}">
                  <a16:creationId xmlns:a16="http://schemas.microsoft.com/office/drawing/2014/main" id="{79C2F97D-74F5-4148-8661-95AE9A097B3C}"/>
                </a:ext>
              </a:extLst>
            </p:cNvPr>
            <p:cNvSpPr/>
            <p:nvPr/>
          </p:nvSpPr>
          <p:spPr>
            <a:xfrm>
              <a:off x="6905832" y="1069009"/>
              <a:ext cx="26229" cy="16393"/>
            </a:xfrm>
            <a:custGeom>
              <a:avLst/>
              <a:gdLst>
                <a:gd name="connsiteX0" fmla="*/ 24590 w 26229"/>
                <a:gd name="connsiteY0" fmla="*/ 16393 h 16393"/>
                <a:gd name="connsiteX1" fmla="*/ 24590 w 26229"/>
                <a:gd name="connsiteY1" fmla="*/ 14754 h 16393"/>
                <a:gd name="connsiteX2" fmla="*/ 26229 w 26229"/>
                <a:gd name="connsiteY2" fmla="*/ 9836 h 16393"/>
                <a:gd name="connsiteX3" fmla="*/ 24590 w 26229"/>
                <a:gd name="connsiteY3" fmla="*/ 6557 h 16393"/>
                <a:gd name="connsiteX4" fmla="*/ 19672 w 26229"/>
                <a:gd name="connsiteY4" fmla="*/ 4918 h 16393"/>
                <a:gd name="connsiteX5" fmla="*/ 16393 w 26229"/>
                <a:gd name="connsiteY5" fmla="*/ 4918 h 16393"/>
                <a:gd name="connsiteX6" fmla="*/ 13115 w 26229"/>
                <a:gd name="connsiteY6" fmla="*/ 1639 h 16393"/>
                <a:gd name="connsiteX7" fmla="*/ 16393 w 26229"/>
                <a:gd name="connsiteY7" fmla="*/ 3279 h 16393"/>
                <a:gd name="connsiteX8" fmla="*/ 19672 w 26229"/>
                <a:gd name="connsiteY8" fmla="*/ 4918 h 16393"/>
                <a:gd name="connsiteX9" fmla="*/ 16393 w 26229"/>
                <a:gd name="connsiteY9" fmla="*/ 1639 h 16393"/>
                <a:gd name="connsiteX10" fmla="*/ 13115 w 26229"/>
                <a:gd name="connsiteY10" fmla="*/ 0 h 16393"/>
                <a:gd name="connsiteX11" fmla="*/ 9836 w 26229"/>
                <a:gd name="connsiteY11" fmla="*/ 1639 h 16393"/>
                <a:gd name="connsiteX12" fmla="*/ 4918 w 26229"/>
                <a:gd name="connsiteY12" fmla="*/ 1639 h 16393"/>
                <a:gd name="connsiteX13" fmla="*/ 1639 w 26229"/>
                <a:gd name="connsiteY13" fmla="*/ 1639 h 16393"/>
                <a:gd name="connsiteX14" fmla="*/ 0 w 26229"/>
                <a:gd name="connsiteY14" fmla="*/ 4918 h 16393"/>
                <a:gd name="connsiteX15" fmla="*/ 4918 w 26229"/>
                <a:gd name="connsiteY15" fmla="*/ 6557 h 16393"/>
                <a:gd name="connsiteX16" fmla="*/ 8197 w 26229"/>
                <a:gd name="connsiteY16" fmla="*/ 6557 h 16393"/>
                <a:gd name="connsiteX17" fmla="*/ 13115 w 26229"/>
                <a:gd name="connsiteY17" fmla="*/ 8197 h 16393"/>
                <a:gd name="connsiteX18" fmla="*/ 16393 w 26229"/>
                <a:gd name="connsiteY18" fmla="*/ 9836 h 16393"/>
                <a:gd name="connsiteX19" fmla="*/ 21312 w 26229"/>
                <a:gd name="connsiteY19" fmla="*/ 13115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6229" h="16393">
                  <a:moveTo>
                    <a:pt x="24590" y="16393"/>
                  </a:moveTo>
                  <a:lnTo>
                    <a:pt x="24590" y="14754"/>
                  </a:lnTo>
                  <a:lnTo>
                    <a:pt x="26229" y="9836"/>
                  </a:lnTo>
                  <a:lnTo>
                    <a:pt x="24590" y="6557"/>
                  </a:lnTo>
                  <a:lnTo>
                    <a:pt x="19672" y="4918"/>
                  </a:lnTo>
                  <a:lnTo>
                    <a:pt x="16393" y="4918"/>
                  </a:lnTo>
                  <a:lnTo>
                    <a:pt x="13115" y="1639"/>
                  </a:lnTo>
                  <a:lnTo>
                    <a:pt x="16393" y="3279"/>
                  </a:lnTo>
                  <a:lnTo>
                    <a:pt x="19672" y="4918"/>
                  </a:lnTo>
                  <a:lnTo>
                    <a:pt x="16393" y="1639"/>
                  </a:lnTo>
                  <a:lnTo>
                    <a:pt x="13115" y="0"/>
                  </a:lnTo>
                  <a:lnTo>
                    <a:pt x="9836" y="1639"/>
                  </a:lnTo>
                  <a:lnTo>
                    <a:pt x="4918" y="1639"/>
                  </a:lnTo>
                  <a:lnTo>
                    <a:pt x="1639" y="1639"/>
                  </a:lnTo>
                  <a:lnTo>
                    <a:pt x="0" y="4918"/>
                  </a:lnTo>
                  <a:lnTo>
                    <a:pt x="4918" y="6557"/>
                  </a:lnTo>
                  <a:lnTo>
                    <a:pt x="8197" y="6557"/>
                  </a:lnTo>
                  <a:lnTo>
                    <a:pt x="13115" y="8197"/>
                  </a:lnTo>
                  <a:lnTo>
                    <a:pt x="16393" y="9836"/>
                  </a:lnTo>
                  <a:lnTo>
                    <a:pt x="21312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4" name="Freeform 2673">
              <a:extLst>
                <a:ext uri="{FF2B5EF4-FFF2-40B4-BE49-F238E27FC236}">
                  <a16:creationId xmlns:a16="http://schemas.microsoft.com/office/drawing/2014/main" id="{7B23B4F3-E067-414F-B6F3-4A16B00CADA4}"/>
                </a:ext>
              </a:extLst>
            </p:cNvPr>
            <p:cNvSpPr/>
            <p:nvPr/>
          </p:nvSpPr>
          <p:spPr>
            <a:xfrm>
              <a:off x="6910750" y="780486"/>
              <a:ext cx="16393" cy="1639"/>
            </a:xfrm>
            <a:custGeom>
              <a:avLst/>
              <a:gdLst>
                <a:gd name="connsiteX0" fmla="*/ 1639 w 16393"/>
                <a:gd name="connsiteY0" fmla="*/ 0 h 1639"/>
                <a:gd name="connsiteX1" fmla="*/ 0 w 16393"/>
                <a:gd name="connsiteY1" fmla="*/ 1639 h 1639"/>
                <a:gd name="connsiteX2" fmla="*/ 4918 w 16393"/>
                <a:gd name="connsiteY2" fmla="*/ 1639 h 1639"/>
                <a:gd name="connsiteX3" fmla="*/ 8197 w 16393"/>
                <a:gd name="connsiteY3" fmla="*/ 1639 h 1639"/>
                <a:gd name="connsiteX4" fmla="*/ 13114 w 16393"/>
                <a:gd name="connsiteY4" fmla="*/ 1639 h 1639"/>
                <a:gd name="connsiteX5" fmla="*/ 16393 w 16393"/>
                <a:gd name="connsiteY5" fmla="*/ 1639 h 1639"/>
                <a:gd name="connsiteX6" fmla="*/ 13114 w 16393"/>
                <a:gd name="connsiteY6" fmla="*/ 1639 h 1639"/>
                <a:gd name="connsiteX7" fmla="*/ 9836 w 16393"/>
                <a:gd name="connsiteY7" fmla="*/ 0 h 1639"/>
                <a:gd name="connsiteX8" fmla="*/ 6557 w 16393"/>
                <a:gd name="connsiteY8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93" h="1639">
                  <a:moveTo>
                    <a:pt x="1639" y="0"/>
                  </a:moveTo>
                  <a:lnTo>
                    <a:pt x="0" y="1639"/>
                  </a:lnTo>
                  <a:lnTo>
                    <a:pt x="4918" y="1639"/>
                  </a:lnTo>
                  <a:lnTo>
                    <a:pt x="8197" y="1639"/>
                  </a:lnTo>
                  <a:lnTo>
                    <a:pt x="13114" y="1639"/>
                  </a:lnTo>
                  <a:lnTo>
                    <a:pt x="16393" y="1639"/>
                  </a:lnTo>
                  <a:lnTo>
                    <a:pt x="13114" y="1639"/>
                  </a:lnTo>
                  <a:lnTo>
                    <a:pt x="9836" y="0"/>
                  </a:lnTo>
                  <a:lnTo>
                    <a:pt x="65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5" name="Freeform 2674">
              <a:extLst>
                <a:ext uri="{FF2B5EF4-FFF2-40B4-BE49-F238E27FC236}">
                  <a16:creationId xmlns:a16="http://schemas.microsoft.com/office/drawing/2014/main" id="{F23B02B9-0D88-0144-9971-69941258A51B}"/>
                </a:ext>
              </a:extLst>
            </p:cNvPr>
            <p:cNvSpPr/>
            <p:nvPr/>
          </p:nvSpPr>
          <p:spPr>
            <a:xfrm>
              <a:off x="6918947" y="741142"/>
              <a:ext cx="19671" cy="3278"/>
            </a:xfrm>
            <a:custGeom>
              <a:avLst/>
              <a:gdLst>
                <a:gd name="connsiteX0" fmla="*/ 3278 w 19671"/>
                <a:gd name="connsiteY0" fmla="*/ 1639 h 3278"/>
                <a:gd name="connsiteX1" fmla="*/ 0 w 19671"/>
                <a:gd name="connsiteY1" fmla="*/ 1639 h 3278"/>
                <a:gd name="connsiteX2" fmla="*/ 4918 w 19671"/>
                <a:gd name="connsiteY2" fmla="*/ 1639 h 3278"/>
                <a:gd name="connsiteX3" fmla="*/ 8197 w 19671"/>
                <a:gd name="connsiteY3" fmla="*/ 1639 h 3278"/>
                <a:gd name="connsiteX4" fmla="*/ 11475 w 19671"/>
                <a:gd name="connsiteY4" fmla="*/ 1639 h 3278"/>
                <a:gd name="connsiteX5" fmla="*/ 14754 w 19671"/>
                <a:gd name="connsiteY5" fmla="*/ 3279 h 3278"/>
                <a:gd name="connsiteX6" fmla="*/ 19672 w 19671"/>
                <a:gd name="connsiteY6" fmla="*/ 1639 h 3278"/>
                <a:gd name="connsiteX7" fmla="*/ 16393 w 19671"/>
                <a:gd name="connsiteY7" fmla="*/ 1639 h 3278"/>
                <a:gd name="connsiteX8" fmla="*/ 11475 w 19671"/>
                <a:gd name="connsiteY8" fmla="*/ 0 h 3278"/>
                <a:gd name="connsiteX9" fmla="*/ 8197 w 19671"/>
                <a:gd name="connsiteY9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1" h="3278">
                  <a:moveTo>
                    <a:pt x="3278" y="1639"/>
                  </a:moveTo>
                  <a:lnTo>
                    <a:pt x="0" y="1639"/>
                  </a:lnTo>
                  <a:lnTo>
                    <a:pt x="4918" y="1639"/>
                  </a:lnTo>
                  <a:lnTo>
                    <a:pt x="8197" y="1639"/>
                  </a:lnTo>
                  <a:lnTo>
                    <a:pt x="11475" y="1639"/>
                  </a:lnTo>
                  <a:lnTo>
                    <a:pt x="14754" y="3279"/>
                  </a:lnTo>
                  <a:lnTo>
                    <a:pt x="19672" y="1639"/>
                  </a:lnTo>
                  <a:lnTo>
                    <a:pt x="16393" y="1639"/>
                  </a:lnTo>
                  <a:lnTo>
                    <a:pt x="11475" y="0"/>
                  </a:lnTo>
                  <a:lnTo>
                    <a:pt x="819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6" name="Freeform 2675">
              <a:extLst>
                <a:ext uri="{FF2B5EF4-FFF2-40B4-BE49-F238E27FC236}">
                  <a16:creationId xmlns:a16="http://schemas.microsoft.com/office/drawing/2014/main" id="{8CF6B488-69DA-024D-8F12-8708FC03C0B3}"/>
                </a:ext>
              </a:extLst>
            </p:cNvPr>
            <p:cNvSpPr/>
            <p:nvPr/>
          </p:nvSpPr>
          <p:spPr>
            <a:xfrm>
              <a:off x="6920586" y="754257"/>
              <a:ext cx="68852" cy="13114"/>
            </a:xfrm>
            <a:custGeom>
              <a:avLst/>
              <a:gdLst>
                <a:gd name="connsiteX0" fmla="*/ 3279 w 68852"/>
                <a:gd name="connsiteY0" fmla="*/ 9836 h 13114"/>
                <a:gd name="connsiteX1" fmla="*/ 3279 w 68852"/>
                <a:gd name="connsiteY1" fmla="*/ 9836 h 13114"/>
                <a:gd name="connsiteX2" fmla="*/ 8197 w 68852"/>
                <a:gd name="connsiteY2" fmla="*/ 11475 h 13114"/>
                <a:gd name="connsiteX3" fmla="*/ 11476 w 68852"/>
                <a:gd name="connsiteY3" fmla="*/ 11475 h 13114"/>
                <a:gd name="connsiteX4" fmla="*/ 14754 w 68852"/>
                <a:gd name="connsiteY4" fmla="*/ 13115 h 13114"/>
                <a:gd name="connsiteX5" fmla="*/ 19672 w 68852"/>
                <a:gd name="connsiteY5" fmla="*/ 11475 h 13114"/>
                <a:gd name="connsiteX6" fmla="*/ 22951 w 68852"/>
                <a:gd name="connsiteY6" fmla="*/ 11475 h 13114"/>
                <a:gd name="connsiteX7" fmla="*/ 26229 w 68852"/>
                <a:gd name="connsiteY7" fmla="*/ 11475 h 13114"/>
                <a:gd name="connsiteX8" fmla="*/ 29508 w 68852"/>
                <a:gd name="connsiteY8" fmla="*/ 11475 h 13114"/>
                <a:gd name="connsiteX9" fmla="*/ 34426 w 68852"/>
                <a:gd name="connsiteY9" fmla="*/ 11475 h 13114"/>
                <a:gd name="connsiteX10" fmla="*/ 37705 w 68852"/>
                <a:gd name="connsiteY10" fmla="*/ 11475 h 13114"/>
                <a:gd name="connsiteX11" fmla="*/ 42623 w 68852"/>
                <a:gd name="connsiteY11" fmla="*/ 13115 h 13114"/>
                <a:gd name="connsiteX12" fmla="*/ 45902 w 68852"/>
                <a:gd name="connsiteY12" fmla="*/ 13115 h 13114"/>
                <a:gd name="connsiteX13" fmla="*/ 50820 w 68852"/>
                <a:gd name="connsiteY13" fmla="*/ 11475 h 13114"/>
                <a:gd name="connsiteX14" fmla="*/ 54098 w 68852"/>
                <a:gd name="connsiteY14" fmla="*/ 9836 h 13114"/>
                <a:gd name="connsiteX15" fmla="*/ 59016 w 68852"/>
                <a:gd name="connsiteY15" fmla="*/ 8197 h 13114"/>
                <a:gd name="connsiteX16" fmla="*/ 62295 w 68852"/>
                <a:gd name="connsiteY16" fmla="*/ 8197 h 13114"/>
                <a:gd name="connsiteX17" fmla="*/ 65573 w 68852"/>
                <a:gd name="connsiteY17" fmla="*/ 6557 h 13114"/>
                <a:gd name="connsiteX18" fmla="*/ 68852 w 68852"/>
                <a:gd name="connsiteY18" fmla="*/ 1639 h 13114"/>
                <a:gd name="connsiteX19" fmla="*/ 63935 w 68852"/>
                <a:gd name="connsiteY19" fmla="*/ 0 h 13114"/>
                <a:gd name="connsiteX20" fmla="*/ 60656 w 68852"/>
                <a:gd name="connsiteY20" fmla="*/ 0 h 13114"/>
                <a:gd name="connsiteX21" fmla="*/ 57377 w 68852"/>
                <a:gd name="connsiteY21" fmla="*/ 0 h 13114"/>
                <a:gd name="connsiteX22" fmla="*/ 52459 w 68852"/>
                <a:gd name="connsiteY22" fmla="*/ 0 h 13114"/>
                <a:gd name="connsiteX23" fmla="*/ 49180 w 68852"/>
                <a:gd name="connsiteY23" fmla="*/ 0 h 13114"/>
                <a:gd name="connsiteX24" fmla="*/ 44262 w 68852"/>
                <a:gd name="connsiteY24" fmla="*/ 0 h 13114"/>
                <a:gd name="connsiteX25" fmla="*/ 39344 w 68852"/>
                <a:gd name="connsiteY25" fmla="*/ 0 h 13114"/>
                <a:gd name="connsiteX26" fmla="*/ 36066 w 68852"/>
                <a:gd name="connsiteY26" fmla="*/ 1639 h 13114"/>
                <a:gd name="connsiteX27" fmla="*/ 32787 w 68852"/>
                <a:gd name="connsiteY27" fmla="*/ 1639 h 13114"/>
                <a:gd name="connsiteX28" fmla="*/ 27869 w 68852"/>
                <a:gd name="connsiteY28" fmla="*/ 1639 h 13114"/>
                <a:gd name="connsiteX29" fmla="*/ 24590 w 68852"/>
                <a:gd name="connsiteY29" fmla="*/ 1639 h 13114"/>
                <a:gd name="connsiteX30" fmla="*/ 19672 w 68852"/>
                <a:gd name="connsiteY30" fmla="*/ 1639 h 13114"/>
                <a:gd name="connsiteX31" fmla="*/ 16393 w 68852"/>
                <a:gd name="connsiteY31" fmla="*/ 1639 h 13114"/>
                <a:gd name="connsiteX32" fmla="*/ 19672 w 68852"/>
                <a:gd name="connsiteY32" fmla="*/ 0 h 13114"/>
                <a:gd name="connsiteX33" fmla="*/ 16393 w 68852"/>
                <a:gd name="connsiteY33" fmla="*/ 0 h 13114"/>
                <a:gd name="connsiteX34" fmla="*/ 11476 w 68852"/>
                <a:gd name="connsiteY34" fmla="*/ 0 h 13114"/>
                <a:gd name="connsiteX35" fmla="*/ 8197 w 68852"/>
                <a:gd name="connsiteY35" fmla="*/ 0 h 13114"/>
                <a:gd name="connsiteX36" fmla="*/ 3279 w 68852"/>
                <a:gd name="connsiteY36" fmla="*/ 3279 h 13114"/>
                <a:gd name="connsiteX37" fmla="*/ 0 w 68852"/>
                <a:gd name="connsiteY37" fmla="*/ 655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8852" h="13114">
                  <a:moveTo>
                    <a:pt x="3279" y="9836"/>
                  </a:moveTo>
                  <a:lnTo>
                    <a:pt x="3279" y="9836"/>
                  </a:lnTo>
                  <a:lnTo>
                    <a:pt x="8197" y="11475"/>
                  </a:lnTo>
                  <a:lnTo>
                    <a:pt x="11476" y="11475"/>
                  </a:lnTo>
                  <a:lnTo>
                    <a:pt x="14754" y="13115"/>
                  </a:lnTo>
                  <a:lnTo>
                    <a:pt x="19672" y="11475"/>
                  </a:lnTo>
                  <a:lnTo>
                    <a:pt x="22951" y="11475"/>
                  </a:lnTo>
                  <a:lnTo>
                    <a:pt x="26229" y="11475"/>
                  </a:lnTo>
                  <a:lnTo>
                    <a:pt x="29508" y="11475"/>
                  </a:lnTo>
                  <a:lnTo>
                    <a:pt x="34426" y="11475"/>
                  </a:lnTo>
                  <a:lnTo>
                    <a:pt x="37705" y="11475"/>
                  </a:lnTo>
                  <a:lnTo>
                    <a:pt x="42623" y="13115"/>
                  </a:lnTo>
                  <a:lnTo>
                    <a:pt x="45902" y="13115"/>
                  </a:lnTo>
                  <a:lnTo>
                    <a:pt x="50820" y="11475"/>
                  </a:lnTo>
                  <a:lnTo>
                    <a:pt x="54098" y="9836"/>
                  </a:lnTo>
                  <a:lnTo>
                    <a:pt x="59016" y="8197"/>
                  </a:lnTo>
                  <a:lnTo>
                    <a:pt x="62295" y="8197"/>
                  </a:lnTo>
                  <a:lnTo>
                    <a:pt x="65573" y="6557"/>
                  </a:lnTo>
                  <a:lnTo>
                    <a:pt x="68852" y="1639"/>
                  </a:lnTo>
                  <a:lnTo>
                    <a:pt x="63935" y="0"/>
                  </a:lnTo>
                  <a:lnTo>
                    <a:pt x="60656" y="0"/>
                  </a:lnTo>
                  <a:lnTo>
                    <a:pt x="57377" y="0"/>
                  </a:lnTo>
                  <a:lnTo>
                    <a:pt x="52459" y="0"/>
                  </a:lnTo>
                  <a:lnTo>
                    <a:pt x="49180" y="0"/>
                  </a:lnTo>
                  <a:lnTo>
                    <a:pt x="44262" y="0"/>
                  </a:lnTo>
                  <a:lnTo>
                    <a:pt x="39344" y="0"/>
                  </a:lnTo>
                  <a:lnTo>
                    <a:pt x="36066" y="1639"/>
                  </a:lnTo>
                  <a:lnTo>
                    <a:pt x="32787" y="1639"/>
                  </a:lnTo>
                  <a:lnTo>
                    <a:pt x="27869" y="1639"/>
                  </a:lnTo>
                  <a:lnTo>
                    <a:pt x="24590" y="1639"/>
                  </a:lnTo>
                  <a:lnTo>
                    <a:pt x="19672" y="1639"/>
                  </a:lnTo>
                  <a:lnTo>
                    <a:pt x="16393" y="1639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3279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7" name="Freeform 2676">
              <a:extLst>
                <a:ext uri="{FF2B5EF4-FFF2-40B4-BE49-F238E27FC236}">
                  <a16:creationId xmlns:a16="http://schemas.microsoft.com/office/drawing/2014/main" id="{58029D1B-1F6B-6C44-83CA-6BFFBAF77321}"/>
                </a:ext>
              </a:extLst>
            </p:cNvPr>
            <p:cNvSpPr/>
            <p:nvPr/>
          </p:nvSpPr>
          <p:spPr>
            <a:xfrm>
              <a:off x="6923865" y="775568"/>
              <a:ext cx="24590" cy="6557"/>
            </a:xfrm>
            <a:custGeom>
              <a:avLst/>
              <a:gdLst>
                <a:gd name="connsiteX0" fmla="*/ 0 w 24590"/>
                <a:gd name="connsiteY0" fmla="*/ 3279 h 6557"/>
                <a:gd name="connsiteX1" fmla="*/ 0 w 24590"/>
                <a:gd name="connsiteY1" fmla="*/ 3279 h 6557"/>
                <a:gd name="connsiteX2" fmla="*/ 4918 w 24590"/>
                <a:gd name="connsiteY2" fmla="*/ 4918 h 6557"/>
                <a:gd name="connsiteX3" fmla="*/ 8197 w 24590"/>
                <a:gd name="connsiteY3" fmla="*/ 4918 h 6557"/>
                <a:gd name="connsiteX4" fmla="*/ 13114 w 24590"/>
                <a:gd name="connsiteY4" fmla="*/ 6557 h 6557"/>
                <a:gd name="connsiteX5" fmla="*/ 16393 w 24590"/>
                <a:gd name="connsiteY5" fmla="*/ 4918 h 6557"/>
                <a:gd name="connsiteX6" fmla="*/ 21311 w 24590"/>
                <a:gd name="connsiteY6" fmla="*/ 4918 h 6557"/>
                <a:gd name="connsiteX7" fmla="*/ 24590 w 24590"/>
                <a:gd name="connsiteY7" fmla="*/ 3279 h 6557"/>
                <a:gd name="connsiteX8" fmla="*/ 22951 w 24590"/>
                <a:gd name="connsiteY8" fmla="*/ 3279 h 6557"/>
                <a:gd name="connsiteX9" fmla="*/ 19672 w 24590"/>
                <a:gd name="connsiteY9" fmla="*/ 0 h 6557"/>
                <a:gd name="connsiteX10" fmla="*/ 14754 w 24590"/>
                <a:gd name="connsiteY10" fmla="*/ 0 h 6557"/>
                <a:gd name="connsiteX11" fmla="*/ 11476 w 24590"/>
                <a:gd name="connsiteY11" fmla="*/ 0 h 6557"/>
                <a:gd name="connsiteX12" fmla="*/ 6557 w 24590"/>
                <a:gd name="connsiteY12" fmla="*/ 0 h 6557"/>
                <a:gd name="connsiteX13" fmla="*/ 3279 w 24590"/>
                <a:gd name="connsiteY13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590" h="6557">
                  <a:moveTo>
                    <a:pt x="0" y="3279"/>
                  </a:moveTo>
                  <a:lnTo>
                    <a:pt x="0" y="3279"/>
                  </a:lnTo>
                  <a:lnTo>
                    <a:pt x="4918" y="4918"/>
                  </a:lnTo>
                  <a:lnTo>
                    <a:pt x="8197" y="4918"/>
                  </a:lnTo>
                  <a:lnTo>
                    <a:pt x="13114" y="6557"/>
                  </a:lnTo>
                  <a:lnTo>
                    <a:pt x="16393" y="4918"/>
                  </a:lnTo>
                  <a:lnTo>
                    <a:pt x="21311" y="4918"/>
                  </a:lnTo>
                  <a:lnTo>
                    <a:pt x="24590" y="3279"/>
                  </a:lnTo>
                  <a:lnTo>
                    <a:pt x="22951" y="3279"/>
                  </a:lnTo>
                  <a:lnTo>
                    <a:pt x="19672" y="0"/>
                  </a:lnTo>
                  <a:lnTo>
                    <a:pt x="14754" y="0"/>
                  </a:lnTo>
                  <a:lnTo>
                    <a:pt x="11476" y="0"/>
                  </a:lnTo>
                  <a:lnTo>
                    <a:pt x="6557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8" name="Freeform 2677">
              <a:extLst>
                <a:ext uri="{FF2B5EF4-FFF2-40B4-BE49-F238E27FC236}">
                  <a16:creationId xmlns:a16="http://schemas.microsoft.com/office/drawing/2014/main" id="{0FC66347-E5CB-AF43-8F1F-921C8F1A61F5}"/>
                </a:ext>
              </a:extLst>
            </p:cNvPr>
            <p:cNvSpPr/>
            <p:nvPr/>
          </p:nvSpPr>
          <p:spPr>
            <a:xfrm>
              <a:off x="6933701" y="747699"/>
              <a:ext cx="36065" cy="4918"/>
            </a:xfrm>
            <a:custGeom>
              <a:avLst/>
              <a:gdLst>
                <a:gd name="connsiteX0" fmla="*/ 0 w 36065"/>
                <a:gd name="connsiteY0" fmla="*/ 3279 h 4918"/>
                <a:gd name="connsiteX1" fmla="*/ 0 w 36065"/>
                <a:gd name="connsiteY1" fmla="*/ 3279 h 4918"/>
                <a:gd name="connsiteX2" fmla="*/ 4918 w 36065"/>
                <a:gd name="connsiteY2" fmla="*/ 3279 h 4918"/>
                <a:gd name="connsiteX3" fmla="*/ 8197 w 36065"/>
                <a:gd name="connsiteY3" fmla="*/ 4918 h 4918"/>
                <a:gd name="connsiteX4" fmla="*/ 13114 w 36065"/>
                <a:gd name="connsiteY4" fmla="*/ 4918 h 4918"/>
                <a:gd name="connsiteX5" fmla="*/ 16393 w 36065"/>
                <a:gd name="connsiteY5" fmla="*/ 4918 h 4918"/>
                <a:gd name="connsiteX6" fmla="*/ 19672 w 36065"/>
                <a:gd name="connsiteY6" fmla="*/ 4918 h 4918"/>
                <a:gd name="connsiteX7" fmla="*/ 24590 w 36065"/>
                <a:gd name="connsiteY7" fmla="*/ 4918 h 4918"/>
                <a:gd name="connsiteX8" fmla="*/ 27868 w 36065"/>
                <a:gd name="connsiteY8" fmla="*/ 4918 h 4918"/>
                <a:gd name="connsiteX9" fmla="*/ 31147 w 36065"/>
                <a:gd name="connsiteY9" fmla="*/ 3279 h 4918"/>
                <a:gd name="connsiteX10" fmla="*/ 36065 w 36065"/>
                <a:gd name="connsiteY10" fmla="*/ 0 h 4918"/>
                <a:gd name="connsiteX11" fmla="*/ 31147 w 36065"/>
                <a:gd name="connsiteY11" fmla="*/ 0 h 4918"/>
                <a:gd name="connsiteX12" fmla="*/ 27868 w 36065"/>
                <a:gd name="connsiteY12" fmla="*/ 0 h 4918"/>
                <a:gd name="connsiteX13" fmla="*/ 24590 w 36065"/>
                <a:gd name="connsiteY13" fmla="*/ 0 h 4918"/>
                <a:gd name="connsiteX14" fmla="*/ 19672 w 36065"/>
                <a:gd name="connsiteY14" fmla="*/ 0 h 4918"/>
                <a:gd name="connsiteX15" fmla="*/ 16393 w 36065"/>
                <a:gd name="connsiteY15" fmla="*/ 0 h 4918"/>
                <a:gd name="connsiteX16" fmla="*/ 13114 w 36065"/>
                <a:gd name="connsiteY16" fmla="*/ 0 h 4918"/>
                <a:gd name="connsiteX17" fmla="*/ 8197 w 36065"/>
                <a:gd name="connsiteY17" fmla="*/ 0 h 4918"/>
                <a:gd name="connsiteX18" fmla="*/ 3278 w 36065"/>
                <a:gd name="connsiteY18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6065" h="4918">
                  <a:moveTo>
                    <a:pt x="0" y="3279"/>
                  </a:moveTo>
                  <a:lnTo>
                    <a:pt x="0" y="3279"/>
                  </a:lnTo>
                  <a:lnTo>
                    <a:pt x="4918" y="3279"/>
                  </a:lnTo>
                  <a:lnTo>
                    <a:pt x="8197" y="4918"/>
                  </a:lnTo>
                  <a:lnTo>
                    <a:pt x="13114" y="4918"/>
                  </a:lnTo>
                  <a:lnTo>
                    <a:pt x="16393" y="4918"/>
                  </a:lnTo>
                  <a:lnTo>
                    <a:pt x="19672" y="4918"/>
                  </a:lnTo>
                  <a:lnTo>
                    <a:pt x="24590" y="4918"/>
                  </a:lnTo>
                  <a:lnTo>
                    <a:pt x="27868" y="4918"/>
                  </a:lnTo>
                  <a:lnTo>
                    <a:pt x="31147" y="3279"/>
                  </a:lnTo>
                  <a:lnTo>
                    <a:pt x="36065" y="0"/>
                  </a:lnTo>
                  <a:lnTo>
                    <a:pt x="31147" y="0"/>
                  </a:lnTo>
                  <a:lnTo>
                    <a:pt x="27868" y="0"/>
                  </a:lnTo>
                  <a:lnTo>
                    <a:pt x="24590" y="0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3114" y="0"/>
                  </a:lnTo>
                  <a:lnTo>
                    <a:pt x="8197" y="0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9" name="Freeform 2678">
              <a:extLst>
                <a:ext uri="{FF2B5EF4-FFF2-40B4-BE49-F238E27FC236}">
                  <a16:creationId xmlns:a16="http://schemas.microsoft.com/office/drawing/2014/main" id="{C304329D-1A86-BF42-B268-3DB939E039F8}"/>
                </a:ext>
              </a:extLst>
            </p:cNvPr>
            <p:cNvSpPr/>
            <p:nvPr/>
          </p:nvSpPr>
          <p:spPr>
            <a:xfrm>
              <a:off x="6945176" y="772289"/>
              <a:ext cx="8196" cy="1639"/>
            </a:xfrm>
            <a:custGeom>
              <a:avLst/>
              <a:gdLst>
                <a:gd name="connsiteX0" fmla="*/ 0 w 8196"/>
                <a:gd name="connsiteY0" fmla="*/ 1639 h 1639"/>
                <a:gd name="connsiteX1" fmla="*/ 4918 w 8196"/>
                <a:gd name="connsiteY1" fmla="*/ 1639 h 1639"/>
                <a:gd name="connsiteX2" fmla="*/ 8197 w 8196"/>
                <a:gd name="connsiteY2" fmla="*/ 1639 h 1639"/>
                <a:gd name="connsiteX3" fmla="*/ 4918 w 8196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0" y="1639"/>
                  </a:moveTo>
                  <a:lnTo>
                    <a:pt x="4918" y="1639"/>
                  </a:lnTo>
                  <a:lnTo>
                    <a:pt x="8197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0" name="Freeform 2679">
              <a:extLst>
                <a:ext uri="{FF2B5EF4-FFF2-40B4-BE49-F238E27FC236}">
                  <a16:creationId xmlns:a16="http://schemas.microsoft.com/office/drawing/2014/main" id="{29189072-8BD2-6346-8583-F2386CF6479A}"/>
                </a:ext>
              </a:extLst>
            </p:cNvPr>
            <p:cNvSpPr/>
            <p:nvPr/>
          </p:nvSpPr>
          <p:spPr>
            <a:xfrm>
              <a:off x="6961569" y="732945"/>
              <a:ext cx="8196" cy="1639"/>
            </a:xfrm>
            <a:custGeom>
              <a:avLst/>
              <a:gdLst>
                <a:gd name="connsiteX0" fmla="*/ 0 w 8196"/>
                <a:gd name="connsiteY0" fmla="*/ 0 h 1639"/>
                <a:gd name="connsiteX1" fmla="*/ 0 w 8196"/>
                <a:gd name="connsiteY1" fmla="*/ 1639 h 1639"/>
                <a:gd name="connsiteX2" fmla="*/ 4918 w 8196"/>
                <a:gd name="connsiteY2" fmla="*/ 1639 h 1639"/>
                <a:gd name="connsiteX3" fmla="*/ 8197 w 8196"/>
                <a:gd name="connsiteY3" fmla="*/ 1639 h 1639"/>
                <a:gd name="connsiteX4" fmla="*/ 3279 w 8196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0" y="0"/>
                  </a:moveTo>
                  <a:lnTo>
                    <a:pt x="0" y="1639"/>
                  </a:lnTo>
                  <a:lnTo>
                    <a:pt x="4918" y="1639"/>
                  </a:lnTo>
                  <a:lnTo>
                    <a:pt x="8197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1" name="Freeform 2680">
              <a:extLst>
                <a:ext uri="{FF2B5EF4-FFF2-40B4-BE49-F238E27FC236}">
                  <a16:creationId xmlns:a16="http://schemas.microsoft.com/office/drawing/2014/main" id="{DBF22D3B-25DE-E54B-987B-ACF4A635A0C6}"/>
                </a:ext>
              </a:extLst>
            </p:cNvPr>
            <p:cNvSpPr/>
            <p:nvPr/>
          </p:nvSpPr>
          <p:spPr>
            <a:xfrm>
              <a:off x="6968127" y="729666"/>
              <a:ext cx="36065" cy="4918"/>
            </a:xfrm>
            <a:custGeom>
              <a:avLst/>
              <a:gdLst>
                <a:gd name="connsiteX0" fmla="*/ 0 w 36065"/>
                <a:gd name="connsiteY0" fmla="*/ 1639 h 4918"/>
                <a:gd name="connsiteX1" fmla="*/ 1639 w 36065"/>
                <a:gd name="connsiteY1" fmla="*/ 1639 h 4918"/>
                <a:gd name="connsiteX2" fmla="*/ 6557 w 36065"/>
                <a:gd name="connsiteY2" fmla="*/ 3279 h 4918"/>
                <a:gd name="connsiteX3" fmla="*/ 11475 w 36065"/>
                <a:gd name="connsiteY3" fmla="*/ 3279 h 4918"/>
                <a:gd name="connsiteX4" fmla="*/ 14754 w 36065"/>
                <a:gd name="connsiteY4" fmla="*/ 3279 h 4918"/>
                <a:gd name="connsiteX5" fmla="*/ 19672 w 36065"/>
                <a:gd name="connsiteY5" fmla="*/ 3279 h 4918"/>
                <a:gd name="connsiteX6" fmla="*/ 22951 w 36065"/>
                <a:gd name="connsiteY6" fmla="*/ 4918 h 4918"/>
                <a:gd name="connsiteX7" fmla="*/ 27868 w 36065"/>
                <a:gd name="connsiteY7" fmla="*/ 4918 h 4918"/>
                <a:gd name="connsiteX8" fmla="*/ 32787 w 36065"/>
                <a:gd name="connsiteY8" fmla="*/ 4918 h 4918"/>
                <a:gd name="connsiteX9" fmla="*/ 36065 w 36065"/>
                <a:gd name="connsiteY9" fmla="*/ 1639 h 4918"/>
                <a:gd name="connsiteX10" fmla="*/ 32787 w 36065"/>
                <a:gd name="connsiteY10" fmla="*/ 1639 h 4918"/>
                <a:gd name="connsiteX11" fmla="*/ 27868 w 36065"/>
                <a:gd name="connsiteY11" fmla="*/ 0 h 4918"/>
                <a:gd name="connsiteX12" fmla="*/ 24590 w 36065"/>
                <a:gd name="connsiteY12" fmla="*/ 0 h 4918"/>
                <a:gd name="connsiteX13" fmla="*/ 19672 w 36065"/>
                <a:gd name="connsiteY13" fmla="*/ 1639 h 4918"/>
                <a:gd name="connsiteX14" fmla="*/ 16393 w 36065"/>
                <a:gd name="connsiteY14" fmla="*/ 1639 h 4918"/>
                <a:gd name="connsiteX15" fmla="*/ 13114 w 36065"/>
                <a:gd name="connsiteY15" fmla="*/ 0 h 4918"/>
                <a:gd name="connsiteX16" fmla="*/ 9836 w 36065"/>
                <a:gd name="connsiteY16" fmla="*/ 1639 h 4918"/>
                <a:gd name="connsiteX17" fmla="*/ 4918 w 36065"/>
                <a:gd name="connsiteY17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065" h="4918">
                  <a:moveTo>
                    <a:pt x="0" y="1639"/>
                  </a:moveTo>
                  <a:lnTo>
                    <a:pt x="1639" y="1639"/>
                  </a:lnTo>
                  <a:lnTo>
                    <a:pt x="6557" y="3279"/>
                  </a:lnTo>
                  <a:lnTo>
                    <a:pt x="11475" y="3279"/>
                  </a:lnTo>
                  <a:lnTo>
                    <a:pt x="14754" y="3279"/>
                  </a:lnTo>
                  <a:lnTo>
                    <a:pt x="19672" y="3279"/>
                  </a:lnTo>
                  <a:lnTo>
                    <a:pt x="22951" y="4918"/>
                  </a:lnTo>
                  <a:lnTo>
                    <a:pt x="27868" y="4918"/>
                  </a:lnTo>
                  <a:lnTo>
                    <a:pt x="32787" y="4918"/>
                  </a:lnTo>
                  <a:lnTo>
                    <a:pt x="36065" y="1639"/>
                  </a:lnTo>
                  <a:lnTo>
                    <a:pt x="32787" y="1639"/>
                  </a:lnTo>
                  <a:lnTo>
                    <a:pt x="27868" y="0"/>
                  </a:lnTo>
                  <a:lnTo>
                    <a:pt x="24590" y="0"/>
                  </a:lnTo>
                  <a:lnTo>
                    <a:pt x="19672" y="1639"/>
                  </a:lnTo>
                  <a:lnTo>
                    <a:pt x="16393" y="1639"/>
                  </a:lnTo>
                  <a:lnTo>
                    <a:pt x="13114" y="0"/>
                  </a:lnTo>
                  <a:lnTo>
                    <a:pt x="9836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2" name="Freeform 2681">
              <a:extLst>
                <a:ext uri="{FF2B5EF4-FFF2-40B4-BE49-F238E27FC236}">
                  <a16:creationId xmlns:a16="http://schemas.microsoft.com/office/drawing/2014/main" id="{FFFF1716-2562-DB41-B213-E0699C0B034B}"/>
                </a:ext>
              </a:extLst>
            </p:cNvPr>
            <p:cNvSpPr/>
            <p:nvPr/>
          </p:nvSpPr>
          <p:spPr>
            <a:xfrm>
              <a:off x="6992717" y="1182123"/>
              <a:ext cx="3278" cy="1639"/>
            </a:xfrm>
            <a:custGeom>
              <a:avLst/>
              <a:gdLst>
                <a:gd name="connsiteX0" fmla="*/ 0 w 3278"/>
                <a:gd name="connsiteY0" fmla="*/ 1639 h 1639"/>
                <a:gd name="connsiteX1" fmla="*/ 0 w 3278"/>
                <a:gd name="connsiteY1" fmla="*/ 1639 h 1639"/>
                <a:gd name="connsiteX2" fmla="*/ 3278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1639"/>
                  </a:moveTo>
                  <a:lnTo>
                    <a:pt x="0" y="1639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3" name="Freeform 2682">
              <a:extLst>
                <a:ext uri="{FF2B5EF4-FFF2-40B4-BE49-F238E27FC236}">
                  <a16:creationId xmlns:a16="http://schemas.microsoft.com/office/drawing/2014/main" id="{BABEBD66-47ED-D94D-99D8-498E5F7F154D}"/>
                </a:ext>
              </a:extLst>
            </p:cNvPr>
            <p:cNvSpPr/>
            <p:nvPr/>
          </p:nvSpPr>
          <p:spPr>
            <a:xfrm>
              <a:off x="6994356" y="744421"/>
              <a:ext cx="67212" cy="14754"/>
            </a:xfrm>
            <a:custGeom>
              <a:avLst/>
              <a:gdLst>
                <a:gd name="connsiteX0" fmla="*/ 0 w 67212"/>
                <a:gd name="connsiteY0" fmla="*/ 9836 h 14754"/>
                <a:gd name="connsiteX1" fmla="*/ 3279 w 67212"/>
                <a:gd name="connsiteY1" fmla="*/ 11475 h 14754"/>
                <a:gd name="connsiteX2" fmla="*/ 6558 w 67212"/>
                <a:gd name="connsiteY2" fmla="*/ 13115 h 14754"/>
                <a:gd name="connsiteX3" fmla="*/ 11476 w 67212"/>
                <a:gd name="connsiteY3" fmla="*/ 13115 h 14754"/>
                <a:gd name="connsiteX4" fmla="*/ 14754 w 67212"/>
                <a:gd name="connsiteY4" fmla="*/ 14754 h 14754"/>
                <a:gd name="connsiteX5" fmla="*/ 18033 w 67212"/>
                <a:gd name="connsiteY5" fmla="*/ 14754 h 14754"/>
                <a:gd name="connsiteX6" fmla="*/ 22951 w 67212"/>
                <a:gd name="connsiteY6" fmla="*/ 14754 h 14754"/>
                <a:gd name="connsiteX7" fmla="*/ 26229 w 67212"/>
                <a:gd name="connsiteY7" fmla="*/ 14754 h 14754"/>
                <a:gd name="connsiteX8" fmla="*/ 31148 w 67212"/>
                <a:gd name="connsiteY8" fmla="*/ 13115 h 14754"/>
                <a:gd name="connsiteX9" fmla="*/ 34426 w 67212"/>
                <a:gd name="connsiteY9" fmla="*/ 13115 h 14754"/>
                <a:gd name="connsiteX10" fmla="*/ 39344 w 67212"/>
                <a:gd name="connsiteY10" fmla="*/ 13115 h 14754"/>
                <a:gd name="connsiteX11" fmla="*/ 42623 w 67212"/>
                <a:gd name="connsiteY11" fmla="*/ 13115 h 14754"/>
                <a:gd name="connsiteX12" fmla="*/ 45902 w 67212"/>
                <a:gd name="connsiteY12" fmla="*/ 13115 h 14754"/>
                <a:gd name="connsiteX13" fmla="*/ 49180 w 67212"/>
                <a:gd name="connsiteY13" fmla="*/ 13115 h 14754"/>
                <a:gd name="connsiteX14" fmla="*/ 54098 w 67212"/>
                <a:gd name="connsiteY14" fmla="*/ 11475 h 14754"/>
                <a:gd name="connsiteX15" fmla="*/ 57377 w 67212"/>
                <a:gd name="connsiteY15" fmla="*/ 11475 h 14754"/>
                <a:gd name="connsiteX16" fmla="*/ 62295 w 67212"/>
                <a:gd name="connsiteY16" fmla="*/ 9836 h 14754"/>
                <a:gd name="connsiteX17" fmla="*/ 67213 w 67212"/>
                <a:gd name="connsiteY17" fmla="*/ 8197 h 14754"/>
                <a:gd name="connsiteX18" fmla="*/ 63935 w 67212"/>
                <a:gd name="connsiteY18" fmla="*/ 4918 h 14754"/>
                <a:gd name="connsiteX19" fmla="*/ 60656 w 67212"/>
                <a:gd name="connsiteY19" fmla="*/ 3279 h 14754"/>
                <a:gd name="connsiteX20" fmla="*/ 57377 w 67212"/>
                <a:gd name="connsiteY20" fmla="*/ 1639 h 14754"/>
                <a:gd name="connsiteX21" fmla="*/ 52459 w 67212"/>
                <a:gd name="connsiteY21" fmla="*/ 1639 h 14754"/>
                <a:gd name="connsiteX22" fmla="*/ 49180 w 67212"/>
                <a:gd name="connsiteY22" fmla="*/ 1639 h 14754"/>
                <a:gd name="connsiteX23" fmla="*/ 45902 w 67212"/>
                <a:gd name="connsiteY23" fmla="*/ 0 h 14754"/>
                <a:gd name="connsiteX24" fmla="*/ 40983 w 67212"/>
                <a:gd name="connsiteY24" fmla="*/ 0 h 14754"/>
                <a:gd name="connsiteX25" fmla="*/ 37705 w 67212"/>
                <a:gd name="connsiteY25" fmla="*/ 0 h 14754"/>
                <a:gd name="connsiteX26" fmla="*/ 32787 w 67212"/>
                <a:gd name="connsiteY26" fmla="*/ 3279 h 14754"/>
                <a:gd name="connsiteX27" fmla="*/ 32787 w 67212"/>
                <a:gd name="connsiteY27" fmla="*/ 6557 h 14754"/>
                <a:gd name="connsiteX28" fmla="*/ 29508 w 67212"/>
                <a:gd name="connsiteY28" fmla="*/ 6557 h 14754"/>
                <a:gd name="connsiteX29" fmla="*/ 26229 w 67212"/>
                <a:gd name="connsiteY29" fmla="*/ 6557 h 14754"/>
                <a:gd name="connsiteX30" fmla="*/ 21312 w 67212"/>
                <a:gd name="connsiteY30" fmla="*/ 6557 h 14754"/>
                <a:gd name="connsiteX31" fmla="*/ 16393 w 67212"/>
                <a:gd name="connsiteY31" fmla="*/ 6557 h 14754"/>
                <a:gd name="connsiteX32" fmla="*/ 13115 w 67212"/>
                <a:gd name="connsiteY32" fmla="*/ 6557 h 14754"/>
                <a:gd name="connsiteX33" fmla="*/ 8197 w 67212"/>
                <a:gd name="connsiteY33" fmla="*/ 8197 h 14754"/>
                <a:gd name="connsiteX34" fmla="*/ 4918 w 67212"/>
                <a:gd name="connsiteY34" fmla="*/ 9836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7212" h="14754">
                  <a:moveTo>
                    <a:pt x="0" y="9836"/>
                  </a:moveTo>
                  <a:lnTo>
                    <a:pt x="3279" y="11475"/>
                  </a:lnTo>
                  <a:lnTo>
                    <a:pt x="6558" y="13115"/>
                  </a:lnTo>
                  <a:lnTo>
                    <a:pt x="11476" y="13115"/>
                  </a:lnTo>
                  <a:lnTo>
                    <a:pt x="14754" y="14754"/>
                  </a:lnTo>
                  <a:lnTo>
                    <a:pt x="18033" y="14754"/>
                  </a:lnTo>
                  <a:lnTo>
                    <a:pt x="22951" y="14754"/>
                  </a:lnTo>
                  <a:lnTo>
                    <a:pt x="26229" y="14754"/>
                  </a:lnTo>
                  <a:lnTo>
                    <a:pt x="31148" y="13115"/>
                  </a:lnTo>
                  <a:lnTo>
                    <a:pt x="34426" y="13115"/>
                  </a:lnTo>
                  <a:lnTo>
                    <a:pt x="39344" y="13115"/>
                  </a:lnTo>
                  <a:lnTo>
                    <a:pt x="42623" y="13115"/>
                  </a:lnTo>
                  <a:lnTo>
                    <a:pt x="45902" y="13115"/>
                  </a:lnTo>
                  <a:lnTo>
                    <a:pt x="49180" y="13115"/>
                  </a:lnTo>
                  <a:lnTo>
                    <a:pt x="54098" y="11475"/>
                  </a:lnTo>
                  <a:lnTo>
                    <a:pt x="57377" y="11475"/>
                  </a:lnTo>
                  <a:lnTo>
                    <a:pt x="62295" y="9836"/>
                  </a:lnTo>
                  <a:lnTo>
                    <a:pt x="67213" y="8197"/>
                  </a:lnTo>
                  <a:lnTo>
                    <a:pt x="63935" y="4918"/>
                  </a:lnTo>
                  <a:lnTo>
                    <a:pt x="60656" y="3279"/>
                  </a:lnTo>
                  <a:lnTo>
                    <a:pt x="57377" y="1639"/>
                  </a:lnTo>
                  <a:lnTo>
                    <a:pt x="52459" y="1639"/>
                  </a:lnTo>
                  <a:lnTo>
                    <a:pt x="49180" y="1639"/>
                  </a:lnTo>
                  <a:lnTo>
                    <a:pt x="45902" y="0"/>
                  </a:lnTo>
                  <a:lnTo>
                    <a:pt x="40983" y="0"/>
                  </a:lnTo>
                  <a:lnTo>
                    <a:pt x="37705" y="0"/>
                  </a:lnTo>
                  <a:lnTo>
                    <a:pt x="32787" y="3279"/>
                  </a:lnTo>
                  <a:lnTo>
                    <a:pt x="32787" y="6557"/>
                  </a:lnTo>
                  <a:lnTo>
                    <a:pt x="29508" y="6557"/>
                  </a:lnTo>
                  <a:lnTo>
                    <a:pt x="26229" y="6557"/>
                  </a:lnTo>
                  <a:lnTo>
                    <a:pt x="21312" y="6557"/>
                  </a:lnTo>
                  <a:lnTo>
                    <a:pt x="16393" y="6557"/>
                  </a:lnTo>
                  <a:lnTo>
                    <a:pt x="13115" y="6557"/>
                  </a:lnTo>
                  <a:lnTo>
                    <a:pt x="8197" y="8197"/>
                  </a:lnTo>
                  <a:lnTo>
                    <a:pt x="4918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4" name="Freeform 2683">
              <a:extLst>
                <a:ext uri="{FF2B5EF4-FFF2-40B4-BE49-F238E27FC236}">
                  <a16:creationId xmlns:a16="http://schemas.microsoft.com/office/drawing/2014/main" id="{72AA3CFD-554B-E442-9A2E-60BA6856F482}"/>
                </a:ext>
              </a:extLst>
            </p:cNvPr>
            <p:cNvSpPr/>
            <p:nvPr/>
          </p:nvSpPr>
          <p:spPr>
            <a:xfrm>
              <a:off x="7002553" y="909993"/>
              <a:ext cx="8196" cy="1639"/>
            </a:xfrm>
            <a:custGeom>
              <a:avLst/>
              <a:gdLst>
                <a:gd name="connsiteX0" fmla="*/ 0 w 8196"/>
                <a:gd name="connsiteY0" fmla="*/ 1639 h 1639"/>
                <a:gd name="connsiteX1" fmla="*/ 0 w 8196"/>
                <a:gd name="connsiteY1" fmla="*/ 1639 h 1639"/>
                <a:gd name="connsiteX2" fmla="*/ 4918 w 8196"/>
                <a:gd name="connsiteY2" fmla="*/ 1639 h 1639"/>
                <a:gd name="connsiteX3" fmla="*/ 8197 w 8196"/>
                <a:gd name="connsiteY3" fmla="*/ 0 h 1639"/>
                <a:gd name="connsiteX4" fmla="*/ 4918 w 8196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0" y="1639"/>
                  </a:moveTo>
                  <a:lnTo>
                    <a:pt x="0" y="1639"/>
                  </a:lnTo>
                  <a:lnTo>
                    <a:pt x="4918" y="1639"/>
                  </a:lnTo>
                  <a:lnTo>
                    <a:pt x="8197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5" name="Freeform 2684">
              <a:extLst>
                <a:ext uri="{FF2B5EF4-FFF2-40B4-BE49-F238E27FC236}">
                  <a16:creationId xmlns:a16="http://schemas.microsoft.com/office/drawing/2014/main" id="{0713C0DE-A963-784D-8DAA-41C57F51B457}"/>
                </a:ext>
              </a:extLst>
            </p:cNvPr>
            <p:cNvSpPr/>
            <p:nvPr/>
          </p:nvSpPr>
          <p:spPr>
            <a:xfrm>
              <a:off x="7009110" y="909993"/>
              <a:ext cx="4917" cy="1639"/>
            </a:xfrm>
            <a:custGeom>
              <a:avLst/>
              <a:gdLst>
                <a:gd name="connsiteX0" fmla="*/ 0 w 4917"/>
                <a:gd name="connsiteY0" fmla="*/ 1639 h 1639"/>
                <a:gd name="connsiteX1" fmla="*/ 0 w 4917"/>
                <a:gd name="connsiteY1" fmla="*/ 1639 h 1639"/>
                <a:gd name="connsiteX2" fmla="*/ 4918 w 4917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0" y="1639"/>
                  </a:move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6" name="Freeform 2685">
              <a:extLst>
                <a:ext uri="{FF2B5EF4-FFF2-40B4-BE49-F238E27FC236}">
                  <a16:creationId xmlns:a16="http://schemas.microsoft.com/office/drawing/2014/main" id="{2B2BF072-37C1-3141-BFEB-41A0974DAFB7}"/>
                </a:ext>
              </a:extLst>
            </p:cNvPr>
            <p:cNvSpPr/>
            <p:nvPr/>
          </p:nvSpPr>
          <p:spPr>
            <a:xfrm>
              <a:off x="7018946" y="906715"/>
              <a:ext cx="4918" cy="16393"/>
            </a:xfrm>
            <a:custGeom>
              <a:avLst/>
              <a:gdLst>
                <a:gd name="connsiteX0" fmla="*/ 0 w 4918"/>
                <a:gd name="connsiteY0" fmla="*/ 0 h 16393"/>
                <a:gd name="connsiteX1" fmla="*/ 0 w 4918"/>
                <a:gd name="connsiteY1" fmla="*/ 0 h 16393"/>
                <a:gd name="connsiteX2" fmla="*/ 4918 w 491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3">
                  <a:moveTo>
                    <a:pt x="0" y="0"/>
                  </a:moveTo>
                  <a:lnTo>
                    <a:pt x="0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7" name="Freeform 2686">
              <a:extLst>
                <a:ext uri="{FF2B5EF4-FFF2-40B4-BE49-F238E27FC236}">
                  <a16:creationId xmlns:a16="http://schemas.microsoft.com/office/drawing/2014/main" id="{D7FDB1F5-D775-4349-A1FD-E9F24A5592E5}"/>
                </a:ext>
              </a:extLst>
            </p:cNvPr>
            <p:cNvSpPr/>
            <p:nvPr/>
          </p:nvSpPr>
          <p:spPr>
            <a:xfrm>
              <a:off x="7022225" y="1159173"/>
              <a:ext cx="8196" cy="1639"/>
            </a:xfrm>
            <a:custGeom>
              <a:avLst/>
              <a:gdLst>
                <a:gd name="connsiteX0" fmla="*/ 0 w 8196"/>
                <a:gd name="connsiteY0" fmla="*/ 1639 h 1639"/>
                <a:gd name="connsiteX1" fmla="*/ 0 w 8196"/>
                <a:gd name="connsiteY1" fmla="*/ 1639 h 1639"/>
                <a:gd name="connsiteX2" fmla="*/ 3279 w 8196"/>
                <a:gd name="connsiteY2" fmla="*/ 1639 h 1639"/>
                <a:gd name="connsiteX3" fmla="*/ 8197 w 8196"/>
                <a:gd name="connsiteY3" fmla="*/ 1639 h 1639"/>
                <a:gd name="connsiteX4" fmla="*/ 4918 w 8196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0" y="1639"/>
                  </a:moveTo>
                  <a:lnTo>
                    <a:pt x="0" y="1639"/>
                  </a:lnTo>
                  <a:lnTo>
                    <a:pt x="3279" y="1639"/>
                  </a:lnTo>
                  <a:lnTo>
                    <a:pt x="8197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8" name="Freeform 2687">
              <a:extLst>
                <a:ext uri="{FF2B5EF4-FFF2-40B4-BE49-F238E27FC236}">
                  <a16:creationId xmlns:a16="http://schemas.microsoft.com/office/drawing/2014/main" id="{7991320D-F9EA-FC4C-99A6-801CEC2C960A}"/>
                </a:ext>
              </a:extLst>
            </p:cNvPr>
            <p:cNvSpPr/>
            <p:nvPr/>
          </p:nvSpPr>
          <p:spPr>
            <a:xfrm>
              <a:off x="7028782" y="901797"/>
              <a:ext cx="11475" cy="3278"/>
            </a:xfrm>
            <a:custGeom>
              <a:avLst/>
              <a:gdLst>
                <a:gd name="connsiteX0" fmla="*/ 0 w 11475"/>
                <a:gd name="connsiteY0" fmla="*/ 1639 h 3278"/>
                <a:gd name="connsiteX1" fmla="*/ 1639 w 11475"/>
                <a:gd name="connsiteY1" fmla="*/ 3279 h 3278"/>
                <a:gd name="connsiteX2" fmla="*/ 4918 w 11475"/>
                <a:gd name="connsiteY2" fmla="*/ 3279 h 3278"/>
                <a:gd name="connsiteX3" fmla="*/ 8197 w 11475"/>
                <a:gd name="connsiteY3" fmla="*/ 1639 h 3278"/>
                <a:gd name="connsiteX4" fmla="*/ 11476 w 11475"/>
                <a:gd name="connsiteY4" fmla="*/ 0 h 3278"/>
                <a:gd name="connsiteX5" fmla="*/ 8197 w 11475"/>
                <a:gd name="connsiteY5" fmla="*/ 0 h 3278"/>
                <a:gd name="connsiteX6" fmla="*/ 4918 w 11475"/>
                <a:gd name="connsiteY6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0" y="1639"/>
                  </a:moveTo>
                  <a:lnTo>
                    <a:pt x="1639" y="3279"/>
                  </a:lnTo>
                  <a:lnTo>
                    <a:pt x="4918" y="3279"/>
                  </a:lnTo>
                  <a:lnTo>
                    <a:pt x="8197" y="1639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9" name="Freeform 2688">
              <a:extLst>
                <a:ext uri="{FF2B5EF4-FFF2-40B4-BE49-F238E27FC236}">
                  <a16:creationId xmlns:a16="http://schemas.microsoft.com/office/drawing/2014/main" id="{98E1D5C9-317F-7440-ACAE-80BFC0F981B0}"/>
                </a:ext>
              </a:extLst>
            </p:cNvPr>
            <p:cNvSpPr/>
            <p:nvPr/>
          </p:nvSpPr>
          <p:spPr>
            <a:xfrm>
              <a:off x="7035339" y="964092"/>
              <a:ext cx="3278" cy="16393"/>
            </a:xfrm>
            <a:custGeom>
              <a:avLst/>
              <a:gdLst>
                <a:gd name="connsiteX0" fmla="*/ 0 w 3278"/>
                <a:gd name="connsiteY0" fmla="*/ 0 h 16393"/>
                <a:gd name="connsiteX1" fmla="*/ 0 w 3278"/>
                <a:gd name="connsiteY1" fmla="*/ 0 h 16393"/>
                <a:gd name="connsiteX2" fmla="*/ 3279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0" y="0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0" name="Freeform 2689">
              <a:extLst>
                <a:ext uri="{FF2B5EF4-FFF2-40B4-BE49-F238E27FC236}">
                  <a16:creationId xmlns:a16="http://schemas.microsoft.com/office/drawing/2014/main" id="{8B0FD395-CA3A-1349-87AC-63CC74A760A4}"/>
                </a:ext>
              </a:extLst>
            </p:cNvPr>
            <p:cNvSpPr/>
            <p:nvPr/>
          </p:nvSpPr>
          <p:spPr>
            <a:xfrm>
              <a:off x="7045175" y="1100157"/>
              <a:ext cx="8196" cy="1639"/>
            </a:xfrm>
            <a:custGeom>
              <a:avLst/>
              <a:gdLst>
                <a:gd name="connsiteX0" fmla="*/ 3279 w 8196"/>
                <a:gd name="connsiteY0" fmla="*/ 1639 h 1639"/>
                <a:gd name="connsiteX1" fmla="*/ 3279 w 8196"/>
                <a:gd name="connsiteY1" fmla="*/ 0 h 1639"/>
                <a:gd name="connsiteX2" fmla="*/ 8197 w 8196"/>
                <a:gd name="connsiteY2" fmla="*/ 0 h 1639"/>
                <a:gd name="connsiteX3" fmla="*/ 3279 w 8196"/>
                <a:gd name="connsiteY3" fmla="*/ 0 h 1639"/>
                <a:gd name="connsiteX4" fmla="*/ 0 w 8196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3279" y="1639"/>
                  </a:moveTo>
                  <a:lnTo>
                    <a:pt x="3279" y="0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1" name="Freeform 2690">
              <a:extLst>
                <a:ext uri="{FF2B5EF4-FFF2-40B4-BE49-F238E27FC236}">
                  <a16:creationId xmlns:a16="http://schemas.microsoft.com/office/drawing/2014/main" id="{97D6311A-C347-764C-981F-36E858A62AA1}"/>
                </a:ext>
              </a:extLst>
            </p:cNvPr>
            <p:cNvSpPr/>
            <p:nvPr/>
          </p:nvSpPr>
          <p:spPr>
            <a:xfrm>
              <a:off x="7082880" y="1164091"/>
              <a:ext cx="14753" cy="3278"/>
            </a:xfrm>
            <a:custGeom>
              <a:avLst/>
              <a:gdLst>
                <a:gd name="connsiteX0" fmla="*/ 0 w 14753"/>
                <a:gd name="connsiteY0" fmla="*/ 3279 h 3278"/>
                <a:gd name="connsiteX1" fmla="*/ 0 w 14753"/>
                <a:gd name="connsiteY1" fmla="*/ 3279 h 3278"/>
                <a:gd name="connsiteX2" fmla="*/ 3278 w 14753"/>
                <a:gd name="connsiteY2" fmla="*/ 3279 h 3278"/>
                <a:gd name="connsiteX3" fmla="*/ 6557 w 14753"/>
                <a:gd name="connsiteY3" fmla="*/ 1639 h 3278"/>
                <a:gd name="connsiteX4" fmla="*/ 11475 w 14753"/>
                <a:gd name="connsiteY4" fmla="*/ 3279 h 3278"/>
                <a:gd name="connsiteX5" fmla="*/ 14754 w 14753"/>
                <a:gd name="connsiteY5" fmla="*/ 0 h 3278"/>
                <a:gd name="connsiteX6" fmla="*/ 11475 w 14753"/>
                <a:gd name="connsiteY6" fmla="*/ 1639 h 3278"/>
                <a:gd name="connsiteX7" fmla="*/ 6557 w 14753"/>
                <a:gd name="connsiteY7" fmla="*/ 1639 h 3278"/>
                <a:gd name="connsiteX8" fmla="*/ 3278 w 14753"/>
                <a:gd name="connsiteY8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3" h="3278">
                  <a:moveTo>
                    <a:pt x="0" y="3279"/>
                  </a:moveTo>
                  <a:lnTo>
                    <a:pt x="0" y="3279"/>
                  </a:lnTo>
                  <a:lnTo>
                    <a:pt x="3278" y="3279"/>
                  </a:lnTo>
                  <a:lnTo>
                    <a:pt x="6557" y="1639"/>
                  </a:lnTo>
                  <a:lnTo>
                    <a:pt x="11475" y="3279"/>
                  </a:lnTo>
                  <a:lnTo>
                    <a:pt x="14754" y="0"/>
                  </a:lnTo>
                  <a:lnTo>
                    <a:pt x="11475" y="1639"/>
                  </a:lnTo>
                  <a:lnTo>
                    <a:pt x="6557" y="1639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2" name="Freeform 2691">
              <a:extLst>
                <a:ext uri="{FF2B5EF4-FFF2-40B4-BE49-F238E27FC236}">
                  <a16:creationId xmlns:a16="http://schemas.microsoft.com/office/drawing/2014/main" id="{E08070DF-0A52-0643-8778-5BEA928EFB65}"/>
                </a:ext>
              </a:extLst>
            </p:cNvPr>
            <p:cNvSpPr/>
            <p:nvPr/>
          </p:nvSpPr>
          <p:spPr>
            <a:xfrm>
              <a:off x="7091077" y="1103435"/>
              <a:ext cx="65573" cy="27868"/>
            </a:xfrm>
            <a:custGeom>
              <a:avLst/>
              <a:gdLst>
                <a:gd name="connsiteX0" fmla="*/ 11475 w 65573"/>
                <a:gd name="connsiteY0" fmla="*/ 16393 h 27868"/>
                <a:gd name="connsiteX1" fmla="*/ 14754 w 65573"/>
                <a:gd name="connsiteY1" fmla="*/ 18033 h 27868"/>
                <a:gd name="connsiteX2" fmla="*/ 19672 w 65573"/>
                <a:gd name="connsiteY2" fmla="*/ 19672 h 27868"/>
                <a:gd name="connsiteX3" fmla="*/ 22951 w 65573"/>
                <a:gd name="connsiteY3" fmla="*/ 22951 h 27868"/>
                <a:gd name="connsiteX4" fmla="*/ 19672 w 65573"/>
                <a:gd name="connsiteY4" fmla="*/ 19672 h 27868"/>
                <a:gd name="connsiteX5" fmla="*/ 22951 w 65573"/>
                <a:gd name="connsiteY5" fmla="*/ 19672 h 27868"/>
                <a:gd name="connsiteX6" fmla="*/ 27868 w 65573"/>
                <a:gd name="connsiteY6" fmla="*/ 21311 h 27868"/>
                <a:gd name="connsiteX7" fmla="*/ 31147 w 65573"/>
                <a:gd name="connsiteY7" fmla="*/ 21311 h 27868"/>
                <a:gd name="connsiteX8" fmla="*/ 34426 w 65573"/>
                <a:gd name="connsiteY8" fmla="*/ 22951 h 27868"/>
                <a:gd name="connsiteX9" fmla="*/ 39344 w 65573"/>
                <a:gd name="connsiteY9" fmla="*/ 22951 h 27868"/>
                <a:gd name="connsiteX10" fmla="*/ 40983 w 65573"/>
                <a:gd name="connsiteY10" fmla="*/ 27869 h 27868"/>
                <a:gd name="connsiteX11" fmla="*/ 44262 w 65573"/>
                <a:gd name="connsiteY11" fmla="*/ 27869 h 27868"/>
                <a:gd name="connsiteX12" fmla="*/ 47541 w 65573"/>
                <a:gd name="connsiteY12" fmla="*/ 27869 h 27868"/>
                <a:gd name="connsiteX13" fmla="*/ 50819 w 65573"/>
                <a:gd name="connsiteY13" fmla="*/ 27869 h 27868"/>
                <a:gd name="connsiteX14" fmla="*/ 52458 w 65573"/>
                <a:gd name="connsiteY14" fmla="*/ 27869 h 27868"/>
                <a:gd name="connsiteX15" fmla="*/ 55737 w 65573"/>
                <a:gd name="connsiteY15" fmla="*/ 27869 h 27868"/>
                <a:gd name="connsiteX16" fmla="*/ 59016 w 65573"/>
                <a:gd name="connsiteY16" fmla="*/ 27869 h 27868"/>
                <a:gd name="connsiteX17" fmla="*/ 63934 w 65573"/>
                <a:gd name="connsiteY17" fmla="*/ 27869 h 27868"/>
                <a:gd name="connsiteX18" fmla="*/ 65573 w 65573"/>
                <a:gd name="connsiteY18" fmla="*/ 22951 h 27868"/>
                <a:gd name="connsiteX19" fmla="*/ 60655 w 65573"/>
                <a:gd name="connsiteY19" fmla="*/ 19672 h 27868"/>
                <a:gd name="connsiteX20" fmla="*/ 57377 w 65573"/>
                <a:gd name="connsiteY20" fmla="*/ 18033 h 27868"/>
                <a:gd name="connsiteX21" fmla="*/ 54098 w 65573"/>
                <a:gd name="connsiteY21" fmla="*/ 16393 h 27868"/>
                <a:gd name="connsiteX22" fmla="*/ 50819 w 65573"/>
                <a:gd name="connsiteY22" fmla="*/ 14754 h 27868"/>
                <a:gd name="connsiteX23" fmla="*/ 47541 w 65573"/>
                <a:gd name="connsiteY23" fmla="*/ 13115 h 27868"/>
                <a:gd name="connsiteX24" fmla="*/ 45901 w 65573"/>
                <a:gd name="connsiteY24" fmla="*/ 13115 h 27868"/>
                <a:gd name="connsiteX25" fmla="*/ 42622 w 65573"/>
                <a:gd name="connsiteY25" fmla="*/ 13115 h 27868"/>
                <a:gd name="connsiteX26" fmla="*/ 37705 w 65573"/>
                <a:gd name="connsiteY26" fmla="*/ 11475 h 27868"/>
                <a:gd name="connsiteX27" fmla="*/ 34426 w 65573"/>
                <a:gd name="connsiteY27" fmla="*/ 9836 h 27868"/>
                <a:gd name="connsiteX28" fmla="*/ 31147 w 65573"/>
                <a:gd name="connsiteY28" fmla="*/ 8197 h 27868"/>
                <a:gd name="connsiteX29" fmla="*/ 26229 w 65573"/>
                <a:gd name="connsiteY29" fmla="*/ 6557 h 27868"/>
                <a:gd name="connsiteX30" fmla="*/ 22951 w 65573"/>
                <a:gd name="connsiteY30" fmla="*/ 3279 h 27868"/>
                <a:gd name="connsiteX31" fmla="*/ 19672 w 65573"/>
                <a:gd name="connsiteY31" fmla="*/ 1639 h 27868"/>
                <a:gd name="connsiteX32" fmla="*/ 14754 w 65573"/>
                <a:gd name="connsiteY32" fmla="*/ 1639 h 27868"/>
                <a:gd name="connsiteX33" fmla="*/ 11475 w 65573"/>
                <a:gd name="connsiteY33" fmla="*/ 0 h 27868"/>
                <a:gd name="connsiteX34" fmla="*/ 8197 w 65573"/>
                <a:gd name="connsiteY34" fmla="*/ 1639 h 27868"/>
                <a:gd name="connsiteX35" fmla="*/ 4918 w 65573"/>
                <a:gd name="connsiteY35" fmla="*/ 4918 h 27868"/>
                <a:gd name="connsiteX36" fmla="*/ 0 w 65573"/>
                <a:gd name="connsiteY36" fmla="*/ 4918 h 27868"/>
                <a:gd name="connsiteX37" fmla="*/ 4918 w 65573"/>
                <a:gd name="connsiteY37" fmla="*/ 6557 h 27868"/>
                <a:gd name="connsiteX38" fmla="*/ 8197 w 65573"/>
                <a:gd name="connsiteY38" fmla="*/ 8197 h 27868"/>
                <a:gd name="connsiteX39" fmla="*/ 4918 w 65573"/>
                <a:gd name="connsiteY39" fmla="*/ 8197 h 27868"/>
                <a:gd name="connsiteX40" fmla="*/ 0 w 65573"/>
                <a:gd name="connsiteY40" fmla="*/ 6557 h 27868"/>
                <a:gd name="connsiteX41" fmla="*/ 3278 w 65573"/>
                <a:gd name="connsiteY41" fmla="*/ 11475 h 27868"/>
                <a:gd name="connsiteX42" fmla="*/ 6557 w 65573"/>
                <a:gd name="connsiteY42" fmla="*/ 14754 h 27868"/>
                <a:gd name="connsiteX43" fmla="*/ 11475 w 65573"/>
                <a:gd name="connsiteY43" fmla="*/ 16393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65573" h="27868">
                  <a:moveTo>
                    <a:pt x="11475" y="16393"/>
                  </a:moveTo>
                  <a:lnTo>
                    <a:pt x="14754" y="18033"/>
                  </a:lnTo>
                  <a:lnTo>
                    <a:pt x="19672" y="19672"/>
                  </a:lnTo>
                  <a:lnTo>
                    <a:pt x="22951" y="22951"/>
                  </a:lnTo>
                  <a:lnTo>
                    <a:pt x="19672" y="19672"/>
                  </a:lnTo>
                  <a:lnTo>
                    <a:pt x="22951" y="19672"/>
                  </a:lnTo>
                  <a:lnTo>
                    <a:pt x="27868" y="21311"/>
                  </a:lnTo>
                  <a:lnTo>
                    <a:pt x="31147" y="21311"/>
                  </a:lnTo>
                  <a:lnTo>
                    <a:pt x="34426" y="22951"/>
                  </a:lnTo>
                  <a:lnTo>
                    <a:pt x="39344" y="22951"/>
                  </a:lnTo>
                  <a:lnTo>
                    <a:pt x="40983" y="27869"/>
                  </a:lnTo>
                  <a:lnTo>
                    <a:pt x="44262" y="27869"/>
                  </a:lnTo>
                  <a:lnTo>
                    <a:pt x="47541" y="27869"/>
                  </a:lnTo>
                  <a:lnTo>
                    <a:pt x="50819" y="27869"/>
                  </a:lnTo>
                  <a:lnTo>
                    <a:pt x="52458" y="27869"/>
                  </a:lnTo>
                  <a:lnTo>
                    <a:pt x="55737" y="27869"/>
                  </a:lnTo>
                  <a:lnTo>
                    <a:pt x="59016" y="27869"/>
                  </a:lnTo>
                  <a:lnTo>
                    <a:pt x="63934" y="27869"/>
                  </a:lnTo>
                  <a:lnTo>
                    <a:pt x="65573" y="22951"/>
                  </a:lnTo>
                  <a:lnTo>
                    <a:pt x="60655" y="19672"/>
                  </a:lnTo>
                  <a:lnTo>
                    <a:pt x="57377" y="18033"/>
                  </a:lnTo>
                  <a:lnTo>
                    <a:pt x="54098" y="16393"/>
                  </a:lnTo>
                  <a:lnTo>
                    <a:pt x="50819" y="14754"/>
                  </a:lnTo>
                  <a:lnTo>
                    <a:pt x="47541" y="13115"/>
                  </a:lnTo>
                  <a:lnTo>
                    <a:pt x="45901" y="13115"/>
                  </a:lnTo>
                  <a:lnTo>
                    <a:pt x="42622" y="13115"/>
                  </a:lnTo>
                  <a:lnTo>
                    <a:pt x="37705" y="11475"/>
                  </a:lnTo>
                  <a:lnTo>
                    <a:pt x="34426" y="9836"/>
                  </a:lnTo>
                  <a:lnTo>
                    <a:pt x="31147" y="8197"/>
                  </a:lnTo>
                  <a:lnTo>
                    <a:pt x="26229" y="6557"/>
                  </a:lnTo>
                  <a:lnTo>
                    <a:pt x="22951" y="3279"/>
                  </a:lnTo>
                  <a:lnTo>
                    <a:pt x="19672" y="1639"/>
                  </a:lnTo>
                  <a:lnTo>
                    <a:pt x="14754" y="1639"/>
                  </a:lnTo>
                  <a:lnTo>
                    <a:pt x="11475" y="0"/>
                  </a:lnTo>
                  <a:lnTo>
                    <a:pt x="8197" y="1639"/>
                  </a:lnTo>
                  <a:lnTo>
                    <a:pt x="4918" y="4918"/>
                  </a:lnTo>
                  <a:lnTo>
                    <a:pt x="0" y="4918"/>
                  </a:lnTo>
                  <a:lnTo>
                    <a:pt x="4918" y="6557"/>
                  </a:lnTo>
                  <a:lnTo>
                    <a:pt x="8197" y="8197"/>
                  </a:lnTo>
                  <a:lnTo>
                    <a:pt x="4918" y="8197"/>
                  </a:lnTo>
                  <a:lnTo>
                    <a:pt x="0" y="6557"/>
                  </a:lnTo>
                  <a:lnTo>
                    <a:pt x="3278" y="11475"/>
                  </a:lnTo>
                  <a:lnTo>
                    <a:pt x="6557" y="14754"/>
                  </a:lnTo>
                  <a:lnTo>
                    <a:pt x="11475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3" name="Freeform 2692">
              <a:extLst>
                <a:ext uri="{FF2B5EF4-FFF2-40B4-BE49-F238E27FC236}">
                  <a16:creationId xmlns:a16="http://schemas.microsoft.com/office/drawing/2014/main" id="{BA17FA9B-9918-6F4D-93A8-DF66DFBDAD29}"/>
                </a:ext>
              </a:extLst>
            </p:cNvPr>
            <p:cNvSpPr/>
            <p:nvPr/>
          </p:nvSpPr>
          <p:spPr>
            <a:xfrm>
              <a:off x="7115667" y="1144419"/>
              <a:ext cx="16393" cy="8196"/>
            </a:xfrm>
            <a:custGeom>
              <a:avLst/>
              <a:gdLst>
                <a:gd name="connsiteX0" fmla="*/ 16393 w 16393"/>
                <a:gd name="connsiteY0" fmla="*/ 8197 h 8196"/>
                <a:gd name="connsiteX1" fmla="*/ 11475 w 16393"/>
                <a:gd name="connsiteY1" fmla="*/ 4918 h 8196"/>
                <a:gd name="connsiteX2" fmla="*/ 8197 w 16393"/>
                <a:gd name="connsiteY2" fmla="*/ 3279 h 8196"/>
                <a:gd name="connsiteX3" fmla="*/ 4918 w 16393"/>
                <a:gd name="connsiteY3" fmla="*/ 1639 h 8196"/>
                <a:gd name="connsiteX4" fmla="*/ 0 w 16393"/>
                <a:gd name="connsiteY4" fmla="*/ 0 h 8196"/>
                <a:gd name="connsiteX5" fmla="*/ 4918 w 16393"/>
                <a:gd name="connsiteY5" fmla="*/ 3279 h 8196"/>
                <a:gd name="connsiteX6" fmla="*/ 8197 w 16393"/>
                <a:gd name="connsiteY6" fmla="*/ 3279 h 8196"/>
                <a:gd name="connsiteX7" fmla="*/ 11475 w 16393"/>
                <a:gd name="connsiteY7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3" h="8196">
                  <a:moveTo>
                    <a:pt x="16393" y="8197"/>
                  </a:moveTo>
                  <a:lnTo>
                    <a:pt x="11475" y="4918"/>
                  </a:lnTo>
                  <a:lnTo>
                    <a:pt x="8197" y="3279"/>
                  </a:lnTo>
                  <a:lnTo>
                    <a:pt x="4918" y="1639"/>
                  </a:lnTo>
                  <a:lnTo>
                    <a:pt x="0" y="0"/>
                  </a:lnTo>
                  <a:lnTo>
                    <a:pt x="4918" y="3279"/>
                  </a:lnTo>
                  <a:lnTo>
                    <a:pt x="8197" y="3279"/>
                  </a:lnTo>
                  <a:lnTo>
                    <a:pt x="11475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4" name="Freeform 2693">
              <a:extLst>
                <a:ext uri="{FF2B5EF4-FFF2-40B4-BE49-F238E27FC236}">
                  <a16:creationId xmlns:a16="http://schemas.microsoft.com/office/drawing/2014/main" id="{E9F18E37-5670-504C-8C93-D5C4E81C8E08}"/>
                </a:ext>
              </a:extLst>
            </p:cNvPr>
            <p:cNvSpPr/>
            <p:nvPr/>
          </p:nvSpPr>
          <p:spPr>
            <a:xfrm>
              <a:off x="7320584" y="1154255"/>
              <a:ext cx="18032" cy="4917"/>
            </a:xfrm>
            <a:custGeom>
              <a:avLst/>
              <a:gdLst>
                <a:gd name="connsiteX0" fmla="*/ 0 w 18032"/>
                <a:gd name="connsiteY0" fmla="*/ 0 h 4917"/>
                <a:gd name="connsiteX1" fmla="*/ 0 w 18032"/>
                <a:gd name="connsiteY1" fmla="*/ 0 h 4917"/>
                <a:gd name="connsiteX2" fmla="*/ 3278 w 18032"/>
                <a:gd name="connsiteY2" fmla="*/ 0 h 4917"/>
                <a:gd name="connsiteX3" fmla="*/ 6557 w 18032"/>
                <a:gd name="connsiteY3" fmla="*/ 1639 h 4917"/>
                <a:gd name="connsiteX4" fmla="*/ 11475 w 18032"/>
                <a:gd name="connsiteY4" fmla="*/ 3279 h 4917"/>
                <a:gd name="connsiteX5" fmla="*/ 14754 w 18032"/>
                <a:gd name="connsiteY5" fmla="*/ 4918 h 4917"/>
                <a:gd name="connsiteX6" fmla="*/ 18032 w 18032"/>
                <a:gd name="connsiteY6" fmla="*/ 4918 h 4917"/>
                <a:gd name="connsiteX7" fmla="*/ 14754 w 18032"/>
                <a:gd name="connsiteY7" fmla="*/ 3279 h 4917"/>
                <a:gd name="connsiteX8" fmla="*/ 11475 w 18032"/>
                <a:gd name="connsiteY8" fmla="*/ 1639 h 4917"/>
                <a:gd name="connsiteX9" fmla="*/ 6557 w 18032"/>
                <a:gd name="connsiteY9" fmla="*/ 0 h 4917"/>
                <a:gd name="connsiteX10" fmla="*/ 3278 w 18032"/>
                <a:gd name="connsiteY10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032" h="4917">
                  <a:moveTo>
                    <a:pt x="0" y="0"/>
                  </a:moveTo>
                  <a:lnTo>
                    <a:pt x="0" y="0"/>
                  </a:lnTo>
                  <a:lnTo>
                    <a:pt x="3278" y="0"/>
                  </a:lnTo>
                  <a:lnTo>
                    <a:pt x="6557" y="1639"/>
                  </a:lnTo>
                  <a:lnTo>
                    <a:pt x="11475" y="3279"/>
                  </a:lnTo>
                  <a:lnTo>
                    <a:pt x="14754" y="4918"/>
                  </a:lnTo>
                  <a:lnTo>
                    <a:pt x="18032" y="4918"/>
                  </a:lnTo>
                  <a:lnTo>
                    <a:pt x="14754" y="3279"/>
                  </a:lnTo>
                  <a:lnTo>
                    <a:pt x="11475" y="1639"/>
                  </a:lnTo>
                  <a:lnTo>
                    <a:pt x="655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5" name="Freeform 2694">
              <a:extLst>
                <a:ext uri="{FF2B5EF4-FFF2-40B4-BE49-F238E27FC236}">
                  <a16:creationId xmlns:a16="http://schemas.microsoft.com/office/drawing/2014/main" id="{240D4F52-EED3-8C4A-8A3B-AE57A8B1A07D}"/>
                </a:ext>
              </a:extLst>
            </p:cNvPr>
            <p:cNvSpPr/>
            <p:nvPr/>
          </p:nvSpPr>
          <p:spPr>
            <a:xfrm>
              <a:off x="7343535" y="1136222"/>
              <a:ext cx="8196" cy="4917"/>
            </a:xfrm>
            <a:custGeom>
              <a:avLst/>
              <a:gdLst>
                <a:gd name="connsiteX0" fmla="*/ 0 w 8196"/>
                <a:gd name="connsiteY0" fmla="*/ 3279 h 4917"/>
                <a:gd name="connsiteX1" fmla="*/ 0 w 8196"/>
                <a:gd name="connsiteY1" fmla="*/ 3279 h 4917"/>
                <a:gd name="connsiteX2" fmla="*/ 3278 w 8196"/>
                <a:gd name="connsiteY2" fmla="*/ 4918 h 4917"/>
                <a:gd name="connsiteX3" fmla="*/ 8197 w 8196"/>
                <a:gd name="connsiteY3" fmla="*/ 3279 h 4917"/>
                <a:gd name="connsiteX4" fmla="*/ 6557 w 8196"/>
                <a:gd name="connsiteY4" fmla="*/ 0 h 4917"/>
                <a:gd name="connsiteX5" fmla="*/ 3278 w 8196"/>
                <a:gd name="connsiteY5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4917">
                  <a:moveTo>
                    <a:pt x="0" y="3279"/>
                  </a:moveTo>
                  <a:lnTo>
                    <a:pt x="0" y="3279"/>
                  </a:lnTo>
                  <a:lnTo>
                    <a:pt x="3278" y="4918"/>
                  </a:lnTo>
                  <a:lnTo>
                    <a:pt x="8197" y="3279"/>
                  </a:lnTo>
                  <a:lnTo>
                    <a:pt x="655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6" name="Freeform 2695">
              <a:extLst>
                <a:ext uri="{FF2B5EF4-FFF2-40B4-BE49-F238E27FC236}">
                  <a16:creationId xmlns:a16="http://schemas.microsoft.com/office/drawing/2014/main" id="{252646B2-FD30-764C-9F64-E0259D0DEBE7}"/>
                </a:ext>
              </a:extLst>
            </p:cNvPr>
            <p:cNvSpPr/>
            <p:nvPr/>
          </p:nvSpPr>
          <p:spPr>
            <a:xfrm>
              <a:off x="7345174" y="993600"/>
              <a:ext cx="49180" cy="18032"/>
            </a:xfrm>
            <a:custGeom>
              <a:avLst/>
              <a:gdLst>
                <a:gd name="connsiteX0" fmla="*/ 0 w 49180"/>
                <a:gd name="connsiteY0" fmla="*/ 3279 h 18032"/>
                <a:gd name="connsiteX1" fmla="*/ 1639 w 49180"/>
                <a:gd name="connsiteY1" fmla="*/ 6557 h 18032"/>
                <a:gd name="connsiteX2" fmla="*/ 4918 w 49180"/>
                <a:gd name="connsiteY2" fmla="*/ 8197 h 18032"/>
                <a:gd name="connsiteX3" fmla="*/ 4918 w 49180"/>
                <a:gd name="connsiteY3" fmla="*/ 13115 h 18032"/>
                <a:gd name="connsiteX4" fmla="*/ 4918 w 49180"/>
                <a:gd name="connsiteY4" fmla="*/ 13115 h 18032"/>
                <a:gd name="connsiteX5" fmla="*/ 4918 w 49180"/>
                <a:gd name="connsiteY5" fmla="*/ 18033 h 18032"/>
                <a:gd name="connsiteX6" fmla="*/ 8197 w 49180"/>
                <a:gd name="connsiteY6" fmla="*/ 18033 h 18032"/>
                <a:gd name="connsiteX7" fmla="*/ 9836 w 49180"/>
                <a:gd name="connsiteY7" fmla="*/ 14754 h 18032"/>
                <a:gd name="connsiteX8" fmla="*/ 13114 w 49180"/>
                <a:gd name="connsiteY8" fmla="*/ 16393 h 18032"/>
                <a:gd name="connsiteX9" fmla="*/ 18032 w 49180"/>
                <a:gd name="connsiteY9" fmla="*/ 18033 h 18032"/>
                <a:gd name="connsiteX10" fmla="*/ 22951 w 49180"/>
                <a:gd name="connsiteY10" fmla="*/ 16393 h 18032"/>
                <a:gd name="connsiteX11" fmla="*/ 26229 w 49180"/>
                <a:gd name="connsiteY11" fmla="*/ 14754 h 18032"/>
                <a:gd name="connsiteX12" fmla="*/ 29508 w 49180"/>
                <a:gd name="connsiteY12" fmla="*/ 14754 h 18032"/>
                <a:gd name="connsiteX13" fmla="*/ 34426 w 49180"/>
                <a:gd name="connsiteY13" fmla="*/ 14754 h 18032"/>
                <a:gd name="connsiteX14" fmla="*/ 37705 w 49180"/>
                <a:gd name="connsiteY14" fmla="*/ 14754 h 18032"/>
                <a:gd name="connsiteX15" fmla="*/ 40983 w 49180"/>
                <a:gd name="connsiteY15" fmla="*/ 11475 h 18032"/>
                <a:gd name="connsiteX16" fmla="*/ 45901 w 49180"/>
                <a:gd name="connsiteY16" fmla="*/ 11475 h 18032"/>
                <a:gd name="connsiteX17" fmla="*/ 49180 w 49180"/>
                <a:gd name="connsiteY17" fmla="*/ 11475 h 18032"/>
                <a:gd name="connsiteX18" fmla="*/ 45901 w 49180"/>
                <a:gd name="connsiteY18" fmla="*/ 8197 h 18032"/>
                <a:gd name="connsiteX19" fmla="*/ 40983 w 49180"/>
                <a:gd name="connsiteY19" fmla="*/ 6557 h 18032"/>
                <a:gd name="connsiteX20" fmla="*/ 37705 w 49180"/>
                <a:gd name="connsiteY20" fmla="*/ 9836 h 18032"/>
                <a:gd name="connsiteX21" fmla="*/ 34426 w 49180"/>
                <a:gd name="connsiteY21" fmla="*/ 8197 h 18032"/>
                <a:gd name="connsiteX22" fmla="*/ 29508 w 49180"/>
                <a:gd name="connsiteY22" fmla="*/ 6557 h 18032"/>
                <a:gd name="connsiteX23" fmla="*/ 32787 w 49180"/>
                <a:gd name="connsiteY23" fmla="*/ 1639 h 18032"/>
                <a:gd name="connsiteX24" fmla="*/ 27868 w 49180"/>
                <a:gd name="connsiteY24" fmla="*/ 1639 h 18032"/>
                <a:gd name="connsiteX25" fmla="*/ 22951 w 49180"/>
                <a:gd name="connsiteY25" fmla="*/ 0 h 18032"/>
                <a:gd name="connsiteX26" fmla="*/ 19672 w 49180"/>
                <a:gd name="connsiteY26" fmla="*/ 0 h 18032"/>
                <a:gd name="connsiteX27" fmla="*/ 16393 w 49180"/>
                <a:gd name="connsiteY27" fmla="*/ 1639 h 18032"/>
                <a:gd name="connsiteX28" fmla="*/ 11475 w 49180"/>
                <a:gd name="connsiteY28" fmla="*/ 1639 h 18032"/>
                <a:gd name="connsiteX29" fmla="*/ 8197 w 49180"/>
                <a:gd name="connsiteY29" fmla="*/ 1639 h 18032"/>
                <a:gd name="connsiteX30" fmla="*/ 3278 w 49180"/>
                <a:gd name="connsiteY30" fmla="*/ 1639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9180" h="18032">
                  <a:moveTo>
                    <a:pt x="0" y="3279"/>
                  </a:moveTo>
                  <a:lnTo>
                    <a:pt x="1639" y="6557"/>
                  </a:lnTo>
                  <a:lnTo>
                    <a:pt x="4918" y="8197"/>
                  </a:lnTo>
                  <a:lnTo>
                    <a:pt x="4918" y="13115"/>
                  </a:lnTo>
                  <a:lnTo>
                    <a:pt x="4918" y="13115"/>
                  </a:lnTo>
                  <a:lnTo>
                    <a:pt x="4918" y="18033"/>
                  </a:lnTo>
                  <a:lnTo>
                    <a:pt x="8197" y="18033"/>
                  </a:lnTo>
                  <a:lnTo>
                    <a:pt x="9836" y="14754"/>
                  </a:lnTo>
                  <a:lnTo>
                    <a:pt x="13114" y="16393"/>
                  </a:lnTo>
                  <a:lnTo>
                    <a:pt x="18032" y="18033"/>
                  </a:lnTo>
                  <a:lnTo>
                    <a:pt x="22951" y="16393"/>
                  </a:lnTo>
                  <a:lnTo>
                    <a:pt x="26229" y="14754"/>
                  </a:lnTo>
                  <a:lnTo>
                    <a:pt x="29508" y="14754"/>
                  </a:lnTo>
                  <a:lnTo>
                    <a:pt x="34426" y="14754"/>
                  </a:lnTo>
                  <a:lnTo>
                    <a:pt x="37705" y="14754"/>
                  </a:lnTo>
                  <a:lnTo>
                    <a:pt x="40983" y="11475"/>
                  </a:lnTo>
                  <a:lnTo>
                    <a:pt x="45901" y="11475"/>
                  </a:lnTo>
                  <a:lnTo>
                    <a:pt x="49180" y="11475"/>
                  </a:lnTo>
                  <a:lnTo>
                    <a:pt x="45901" y="8197"/>
                  </a:lnTo>
                  <a:lnTo>
                    <a:pt x="40983" y="6557"/>
                  </a:lnTo>
                  <a:lnTo>
                    <a:pt x="37705" y="9836"/>
                  </a:lnTo>
                  <a:lnTo>
                    <a:pt x="34426" y="8197"/>
                  </a:lnTo>
                  <a:lnTo>
                    <a:pt x="29508" y="6557"/>
                  </a:lnTo>
                  <a:lnTo>
                    <a:pt x="32787" y="1639"/>
                  </a:lnTo>
                  <a:lnTo>
                    <a:pt x="27868" y="1639"/>
                  </a:lnTo>
                  <a:lnTo>
                    <a:pt x="22951" y="0"/>
                  </a:lnTo>
                  <a:lnTo>
                    <a:pt x="19672" y="0"/>
                  </a:lnTo>
                  <a:lnTo>
                    <a:pt x="16393" y="1639"/>
                  </a:lnTo>
                  <a:lnTo>
                    <a:pt x="11475" y="1639"/>
                  </a:lnTo>
                  <a:lnTo>
                    <a:pt x="8197" y="1639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7" name="Freeform 2696">
              <a:extLst>
                <a:ext uri="{FF2B5EF4-FFF2-40B4-BE49-F238E27FC236}">
                  <a16:creationId xmlns:a16="http://schemas.microsoft.com/office/drawing/2014/main" id="{FA2CE5D7-5850-8548-952F-BA3EDDE1AF72}"/>
                </a:ext>
              </a:extLst>
            </p:cNvPr>
            <p:cNvSpPr/>
            <p:nvPr/>
          </p:nvSpPr>
          <p:spPr>
            <a:xfrm>
              <a:off x="7348453" y="790322"/>
              <a:ext cx="37705" cy="4918"/>
            </a:xfrm>
            <a:custGeom>
              <a:avLst/>
              <a:gdLst>
                <a:gd name="connsiteX0" fmla="*/ 13115 w 37705"/>
                <a:gd name="connsiteY0" fmla="*/ 3279 h 4918"/>
                <a:gd name="connsiteX1" fmla="*/ 18033 w 37705"/>
                <a:gd name="connsiteY1" fmla="*/ 4918 h 4918"/>
                <a:gd name="connsiteX2" fmla="*/ 22951 w 37705"/>
                <a:gd name="connsiteY2" fmla="*/ 4918 h 4918"/>
                <a:gd name="connsiteX3" fmla="*/ 26229 w 37705"/>
                <a:gd name="connsiteY3" fmla="*/ 4918 h 4918"/>
                <a:gd name="connsiteX4" fmla="*/ 29508 w 37705"/>
                <a:gd name="connsiteY4" fmla="*/ 4918 h 4918"/>
                <a:gd name="connsiteX5" fmla="*/ 32787 w 37705"/>
                <a:gd name="connsiteY5" fmla="*/ 4918 h 4918"/>
                <a:gd name="connsiteX6" fmla="*/ 37705 w 37705"/>
                <a:gd name="connsiteY6" fmla="*/ 4918 h 4918"/>
                <a:gd name="connsiteX7" fmla="*/ 32787 w 37705"/>
                <a:gd name="connsiteY7" fmla="*/ 3279 h 4918"/>
                <a:gd name="connsiteX8" fmla="*/ 29508 w 37705"/>
                <a:gd name="connsiteY8" fmla="*/ 3279 h 4918"/>
                <a:gd name="connsiteX9" fmla="*/ 24590 w 37705"/>
                <a:gd name="connsiteY9" fmla="*/ 1639 h 4918"/>
                <a:gd name="connsiteX10" fmla="*/ 19672 w 37705"/>
                <a:gd name="connsiteY10" fmla="*/ 1639 h 4918"/>
                <a:gd name="connsiteX11" fmla="*/ 16393 w 37705"/>
                <a:gd name="connsiteY11" fmla="*/ 1639 h 4918"/>
                <a:gd name="connsiteX12" fmla="*/ 13115 w 37705"/>
                <a:gd name="connsiteY12" fmla="*/ 0 h 4918"/>
                <a:gd name="connsiteX13" fmla="*/ 8197 w 37705"/>
                <a:gd name="connsiteY13" fmla="*/ 0 h 4918"/>
                <a:gd name="connsiteX14" fmla="*/ 3279 w 37705"/>
                <a:gd name="connsiteY14" fmla="*/ 1639 h 4918"/>
                <a:gd name="connsiteX15" fmla="*/ 0 w 37705"/>
                <a:gd name="connsiteY15" fmla="*/ 0 h 4918"/>
                <a:gd name="connsiteX16" fmla="*/ 3279 w 37705"/>
                <a:gd name="connsiteY16" fmla="*/ 3279 h 4918"/>
                <a:gd name="connsiteX17" fmla="*/ 8197 w 37705"/>
                <a:gd name="connsiteY17" fmla="*/ 3279 h 4918"/>
                <a:gd name="connsiteX18" fmla="*/ 11476 w 37705"/>
                <a:gd name="connsiteY18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705" h="4918">
                  <a:moveTo>
                    <a:pt x="13115" y="3279"/>
                  </a:moveTo>
                  <a:lnTo>
                    <a:pt x="18033" y="4918"/>
                  </a:lnTo>
                  <a:lnTo>
                    <a:pt x="22951" y="4918"/>
                  </a:lnTo>
                  <a:lnTo>
                    <a:pt x="26229" y="4918"/>
                  </a:lnTo>
                  <a:lnTo>
                    <a:pt x="29508" y="4918"/>
                  </a:lnTo>
                  <a:lnTo>
                    <a:pt x="32787" y="4918"/>
                  </a:lnTo>
                  <a:lnTo>
                    <a:pt x="37705" y="4918"/>
                  </a:lnTo>
                  <a:lnTo>
                    <a:pt x="32787" y="3279"/>
                  </a:lnTo>
                  <a:lnTo>
                    <a:pt x="29508" y="3279"/>
                  </a:lnTo>
                  <a:lnTo>
                    <a:pt x="24590" y="1639"/>
                  </a:lnTo>
                  <a:lnTo>
                    <a:pt x="19672" y="1639"/>
                  </a:lnTo>
                  <a:lnTo>
                    <a:pt x="16393" y="1639"/>
                  </a:lnTo>
                  <a:lnTo>
                    <a:pt x="13115" y="0"/>
                  </a:lnTo>
                  <a:lnTo>
                    <a:pt x="8197" y="0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3279" y="3279"/>
                  </a:lnTo>
                  <a:lnTo>
                    <a:pt x="8197" y="3279"/>
                  </a:lnTo>
                  <a:lnTo>
                    <a:pt x="11476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8" name="Freeform 2697">
              <a:extLst>
                <a:ext uri="{FF2B5EF4-FFF2-40B4-BE49-F238E27FC236}">
                  <a16:creationId xmlns:a16="http://schemas.microsoft.com/office/drawing/2014/main" id="{7702D2D6-2E82-4B45-8329-EA2052C7B6D6}"/>
                </a:ext>
              </a:extLst>
            </p:cNvPr>
            <p:cNvSpPr/>
            <p:nvPr/>
          </p:nvSpPr>
          <p:spPr>
            <a:xfrm>
              <a:off x="7377961" y="998518"/>
              <a:ext cx="3278" cy="3278"/>
            </a:xfrm>
            <a:custGeom>
              <a:avLst/>
              <a:gdLst>
                <a:gd name="connsiteX0" fmla="*/ 0 w 3278"/>
                <a:gd name="connsiteY0" fmla="*/ 1639 h 3278"/>
                <a:gd name="connsiteX1" fmla="*/ 3278 w 3278"/>
                <a:gd name="connsiteY1" fmla="*/ 3279 h 3278"/>
                <a:gd name="connsiteX2" fmla="*/ 3278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1639"/>
                  </a:moveTo>
                  <a:lnTo>
                    <a:pt x="3278" y="3279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9" name="Freeform 2698">
              <a:extLst>
                <a:ext uri="{FF2B5EF4-FFF2-40B4-BE49-F238E27FC236}">
                  <a16:creationId xmlns:a16="http://schemas.microsoft.com/office/drawing/2014/main" id="{7ECD099B-67D9-6A4D-88E3-F10A2F22DCC4}"/>
                </a:ext>
              </a:extLst>
            </p:cNvPr>
            <p:cNvSpPr/>
            <p:nvPr/>
          </p:nvSpPr>
          <p:spPr>
            <a:xfrm>
              <a:off x="7384518" y="750978"/>
              <a:ext cx="31147" cy="4917"/>
            </a:xfrm>
            <a:custGeom>
              <a:avLst/>
              <a:gdLst>
                <a:gd name="connsiteX0" fmla="*/ 1639 w 31147"/>
                <a:gd name="connsiteY0" fmla="*/ 0 h 4917"/>
                <a:gd name="connsiteX1" fmla="*/ 0 w 31147"/>
                <a:gd name="connsiteY1" fmla="*/ 4918 h 4917"/>
                <a:gd name="connsiteX2" fmla="*/ 3278 w 31147"/>
                <a:gd name="connsiteY2" fmla="*/ 4918 h 4917"/>
                <a:gd name="connsiteX3" fmla="*/ 8197 w 31147"/>
                <a:gd name="connsiteY3" fmla="*/ 4918 h 4917"/>
                <a:gd name="connsiteX4" fmla="*/ 11475 w 31147"/>
                <a:gd name="connsiteY4" fmla="*/ 4918 h 4917"/>
                <a:gd name="connsiteX5" fmla="*/ 14754 w 31147"/>
                <a:gd name="connsiteY5" fmla="*/ 4918 h 4917"/>
                <a:gd name="connsiteX6" fmla="*/ 19672 w 31147"/>
                <a:gd name="connsiteY6" fmla="*/ 4918 h 4917"/>
                <a:gd name="connsiteX7" fmla="*/ 22951 w 31147"/>
                <a:gd name="connsiteY7" fmla="*/ 4918 h 4917"/>
                <a:gd name="connsiteX8" fmla="*/ 27868 w 31147"/>
                <a:gd name="connsiteY8" fmla="*/ 3279 h 4917"/>
                <a:gd name="connsiteX9" fmla="*/ 31147 w 31147"/>
                <a:gd name="connsiteY9" fmla="*/ 3279 h 4917"/>
                <a:gd name="connsiteX10" fmla="*/ 27868 w 31147"/>
                <a:gd name="connsiteY10" fmla="*/ 1639 h 4917"/>
                <a:gd name="connsiteX11" fmla="*/ 22951 w 31147"/>
                <a:gd name="connsiteY11" fmla="*/ 1639 h 4917"/>
                <a:gd name="connsiteX12" fmla="*/ 18033 w 31147"/>
                <a:gd name="connsiteY12" fmla="*/ 0 h 4917"/>
                <a:gd name="connsiteX13" fmla="*/ 14754 w 31147"/>
                <a:gd name="connsiteY13" fmla="*/ 0 h 4917"/>
                <a:gd name="connsiteX14" fmla="*/ 9836 w 31147"/>
                <a:gd name="connsiteY14" fmla="*/ 0 h 4917"/>
                <a:gd name="connsiteX15" fmla="*/ 6557 w 31147"/>
                <a:gd name="connsiteY15" fmla="*/ 0 h 4917"/>
                <a:gd name="connsiteX16" fmla="*/ 1639 w 31147"/>
                <a:gd name="connsiteY16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147" h="4917">
                  <a:moveTo>
                    <a:pt x="1639" y="0"/>
                  </a:moveTo>
                  <a:lnTo>
                    <a:pt x="0" y="4918"/>
                  </a:lnTo>
                  <a:lnTo>
                    <a:pt x="3278" y="4918"/>
                  </a:lnTo>
                  <a:lnTo>
                    <a:pt x="8197" y="4918"/>
                  </a:lnTo>
                  <a:lnTo>
                    <a:pt x="11475" y="4918"/>
                  </a:lnTo>
                  <a:lnTo>
                    <a:pt x="14754" y="4918"/>
                  </a:lnTo>
                  <a:lnTo>
                    <a:pt x="19672" y="4918"/>
                  </a:lnTo>
                  <a:lnTo>
                    <a:pt x="22951" y="4918"/>
                  </a:lnTo>
                  <a:lnTo>
                    <a:pt x="27868" y="3279"/>
                  </a:lnTo>
                  <a:lnTo>
                    <a:pt x="31147" y="3279"/>
                  </a:lnTo>
                  <a:lnTo>
                    <a:pt x="27868" y="1639"/>
                  </a:lnTo>
                  <a:lnTo>
                    <a:pt x="22951" y="1639"/>
                  </a:lnTo>
                  <a:lnTo>
                    <a:pt x="18033" y="0"/>
                  </a:lnTo>
                  <a:lnTo>
                    <a:pt x="14754" y="0"/>
                  </a:lnTo>
                  <a:lnTo>
                    <a:pt x="9836" y="0"/>
                  </a:lnTo>
                  <a:lnTo>
                    <a:pt x="6557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0" name="Freeform 2699">
              <a:extLst>
                <a:ext uri="{FF2B5EF4-FFF2-40B4-BE49-F238E27FC236}">
                  <a16:creationId xmlns:a16="http://schemas.microsoft.com/office/drawing/2014/main" id="{4F31012C-980E-0B41-8604-B7EE01E74E3F}"/>
                </a:ext>
              </a:extLst>
            </p:cNvPr>
            <p:cNvSpPr/>
            <p:nvPr/>
          </p:nvSpPr>
          <p:spPr>
            <a:xfrm>
              <a:off x="7436977" y="1023108"/>
              <a:ext cx="4918" cy="1639"/>
            </a:xfrm>
            <a:custGeom>
              <a:avLst/>
              <a:gdLst>
                <a:gd name="connsiteX0" fmla="*/ 0 w 4918"/>
                <a:gd name="connsiteY0" fmla="*/ 0 h 1639"/>
                <a:gd name="connsiteX1" fmla="*/ 0 w 4918"/>
                <a:gd name="connsiteY1" fmla="*/ 1639 h 1639"/>
                <a:gd name="connsiteX2" fmla="*/ 4918 w 491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0" y="0"/>
                  </a:moveTo>
                  <a:lnTo>
                    <a:pt x="0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1" name="Freeform 2700">
              <a:extLst>
                <a:ext uri="{FF2B5EF4-FFF2-40B4-BE49-F238E27FC236}">
                  <a16:creationId xmlns:a16="http://schemas.microsoft.com/office/drawing/2014/main" id="{76A20FBE-7E1E-0D40-81E4-D76773F9D3AC}"/>
                </a:ext>
              </a:extLst>
            </p:cNvPr>
            <p:cNvSpPr/>
            <p:nvPr/>
          </p:nvSpPr>
          <p:spPr>
            <a:xfrm>
              <a:off x="7455010" y="1241139"/>
              <a:ext cx="29508" cy="11475"/>
            </a:xfrm>
            <a:custGeom>
              <a:avLst/>
              <a:gdLst>
                <a:gd name="connsiteX0" fmla="*/ 24590 w 29508"/>
                <a:gd name="connsiteY0" fmla="*/ 3279 h 11475"/>
                <a:gd name="connsiteX1" fmla="*/ 19672 w 29508"/>
                <a:gd name="connsiteY1" fmla="*/ 1639 h 11475"/>
                <a:gd name="connsiteX2" fmla="*/ 16393 w 29508"/>
                <a:gd name="connsiteY2" fmla="*/ 1639 h 11475"/>
                <a:gd name="connsiteX3" fmla="*/ 11476 w 29508"/>
                <a:gd name="connsiteY3" fmla="*/ 3279 h 11475"/>
                <a:gd name="connsiteX4" fmla="*/ 8197 w 29508"/>
                <a:gd name="connsiteY4" fmla="*/ 0 h 11475"/>
                <a:gd name="connsiteX5" fmla="*/ 3279 w 29508"/>
                <a:gd name="connsiteY5" fmla="*/ 0 h 11475"/>
                <a:gd name="connsiteX6" fmla="*/ 0 w 29508"/>
                <a:gd name="connsiteY6" fmla="*/ 1639 h 11475"/>
                <a:gd name="connsiteX7" fmla="*/ 3279 w 29508"/>
                <a:gd name="connsiteY7" fmla="*/ 0 h 11475"/>
                <a:gd name="connsiteX8" fmla="*/ 8197 w 29508"/>
                <a:gd name="connsiteY8" fmla="*/ 1639 h 11475"/>
                <a:gd name="connsiteX9" fmla="*/ 11476 w 29508"/>
                <a:gd name="connsiteY9" fmla="*/ 4918 h 11475"/>
                <a:gd name="connsiteX10" fmla="*/ 14754 w 29508"/>
                <a:gd name="connsiteY10" fmla="*/ 8197 h 11475"/>
                <a:gd name="connsiteX11" fmla="*/ 19672 w 29508"/>
                <a:gd name="connsiteY11" fmla="*/ 9836 h 11475"/>
                <a:gd name="connsiteX12" fmla="*/ 24590 w 29508"/>
                <a:gd name="connsiteY12" fmla="*/ 11475 h 11475"/>
                <a:gd name="connsiteX13" fmla="*/ 27869 w 29508"/>
                <a:gd name="connsiteY13" fmla="*/ 11475 h 11475"/>
                <a:gd name="connsiteX14" fmla="*/ 29508 w 29508"/>
                <a:gd name="connsiteY14" fmla="*/ 9836 h 11475"/>
                <a:gd name="connsiteX15" fmla="*/ 27869 w 29508"/>
                <a:gd name="connsiteY15" fmla="*/ 4918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508" h="11475">
                  <a:moveTo>
                    <a:pt x="24590" y="3279"/>
                  </a:moveTo>
                  <a:lnTo>
                    <a:pt x="19672" y="1639"/>
                  </a:lnTo>
                  <a:lnTo>
                    <a:pt x="16393" y="1639"/>
                  </a:lnTo>
                  <a:lnTo>
                    <a:pt x="11476" y="3279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0"/>
                  </a:lnTo>
                  <a:lnTo>
                    <a:pt x="8197" y="1639"/>
                  </a:lnTo>
                  <a:lnTo>
                    <a:pt x="11476" y="4918"/>
                  </a:lnTo>
                  <a:lnTo>
                    <a:pt x="14754" y="8197"/>
                  </a:lnTo>
                  <a:lnTo>
                    <a:pt x="19672" y="9836"/>
                  </a:lnTo>
                  <a:lnTo>
                    <a:pt x="24590" y="11475"/>
                  </a:lnTo>
                  <a:lnTo>
                    <a:pt x="27869" y="11475"/>
                  </a:lnTo>
                  <a:lnTo>
                    <a:pt x="29508" y="9836"/>
                  </a:lnTo>
                  <a:lnTo>
                    <a:pt x="2786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2" name="Freeform 2701">
              <a:extLst>
                <a:ext uri="{FF2B5EF4-FFF2-40B4-BE49-F238E27FC236}">
                  <a16:creationId xmlns:a16="http://schemas.microsoft.com/office/drawing/2014/main" id="{F30AD8A1-7507-C749-B2C0-BD55423AA238}"/>
                </a:ext>
              </a:extLst>
            </p:cNvPr>
            <p:cNvSpPr/>
            <p:nvPr/>
          </p:nvSpPr>
          <p:spPr>
            <a:xfrm>
              <a:off x="7463206" y="1006714"/>
              <a:ext cx="18032" cy="9835"/>
            </a:xfrm>
            <a:custGeom>
              <a:avLst/>
              <a:gdLst>
                <a:gd name="connsiteX0" fmla="*/ 0 w 18032"/>
                <a:gd name="connsiteY0" fmla="*/ 4918 h 9835"/>
                <a:gd name="connsiteX1" fmla="*/ 0 w 18032"/>
                <a:gd name="connsiteY1" fmla="*/ 4918 h 9835"/>
                <a:gd name="connsiteX2" fmla="*/ 3279 w 18032"/>
                <a:gd name="connsiteY2" fmla="*/ 6557 h 9835"/>
                <a:gd name="connsiteX3" fmla="*/ 6557 w 18032"/>
                <a:gd name="connsiteY3" fmla="*/ 6557 h 9835"/>
                <a:gd name="connsiteX4" fmla="*/ 11476 w 18032"/>
                <a:gd name="connsiteY4" fmla="*/ 8197 h 9835"/>
                <a:gd name="connsiteX5" fmla="*/ 14754 w 18032"/>
                <a:gd name="connsiteY5" fmla="*/ 9836 h 9835"/>
                <a:gd name="connsiteX6" fmla="*/ 18033 w 18032"/>
                <a:gd name="connsiteY6" fmla="*/ 9836 h 9835"/>
                <a:gd name="connsiteX7" fmla="*/ 16393 w 18032"/>
                <a:gd name="connsiteY7" fmla="*/ 6557 h 9835"/>
                <a:gd name="connsiteX8" fmla="*/ 14754 w 18032"/>
                <a:gd name="connsiteY8" fmla="*/ 3279 h 9835"/>
                <a:gd name="connsiteX9" fmla="*/ 18033 w 18032"/>
                <a:gd name="connsiteY9" fmla="*/ 1639 h 9835"/>
                <a:gd name="connsiteX10" fmla="*/ 14754 w 18032"/>
                <a:gd name="connsiteY10" fmla="*/ 1639 h 9835"/>
                <a:gd name="connsiteX11" fmla="*/ 11476 w 18032"/>
                <a:gd name="connsiteY11" fmla="*/ 1639 h 9835"/>
                <a:gd name="connsiteX12" fmla="*/ 6557 w 18032"/>
                <a:gd name="connsiteY12" fmla="*/ 0 h 9835"/>
                <a:gd name="connsiteX13" fmla="*/ 3279 w 18032"/>
                <a:gd name="connsiteY13" fmla="*/ 1639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032" h="9835">
                  <a:moveTo>
                    <a:pt x="0" y="4918"/>
                  </a:moveTo>
                  <a:lnTo>
                    <a:pt x="0" y="4918"/>
                  </a:lnTo>
                  <a:lnTo>
                    <a:pt x="3279" y="6557"/>
                  </a:lnTo>
                  <a:lnTo>
                    <a:pt x="6557" y="6557"/>
                  </a:lnTo>
                  <a:lnTo>
                    <a:pt x="11476" y="8197"/>
                  </a:lnTo>
                  <a:lnTo>
                    <a:pt x="14754" y="9836"/>
                  </a:lnTo>
                  <a:lnTo>
                    <a:pt x="18033" y="9836"/>
                  </a:lnTo>
                  <a:lnTo>
                    <a:pt x="16393" y="6557"/>
                  </a:lnTo>
                  <a:lnTo>
                    <a:pt x="14754" y="3279"/>
                  </a:lnTo>
                  <a:lnTo>
                    <a:pt x="18033" y="1639"/>
                  </a:lnTo>
                  <a:lnTo>
                    <a:pt x="14754" y="1639"/>
                  </a:lnTo>
                  <a:lnTo>
                    <a:pt x="11476" y="1639"/>
                  </a:lnTo>
                  <a:lnTo>
                    <a:pt x="6557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3" name="Freeform 2702">
              <a:extLst>
                <a:ext uri="{FF2B5EF4-FFF2-40B4-BE49-F238E27FC236}">
                  <a16:creationId xmlns:a16="http://schemas.microsoft.com/office/drawing/2014/main" id="{9D2381B7-7890-E94B-AF9A-1FD94646CD21}"/>
                </a:ext>
              </a:extLst>
            </p:cNvPr>
            <p:cNvSpPr/>
            <p:nvPr/>
          </p:nvSpPr>
          <p:spPr>
            <a:xfrm>
              <a:off x="7474682" y="1242779"/>
              <a:ext cx="4917" cy="16393"/>
            </a:xfrm>
            <a:custGeom>
              <a:avLst/>
              <a:gdLst>
                <a:gd name="connsiteX0" fmla="*/ 3278 w 4917"/>
                <a:gd name="connsiteY0" fmla="*/ 0 h 16393"/>
                <a:gd name="connsiteX1" fmla="*/ 0 w 4917"/>
                <a:gd name="connsiteY1" fmla="*/ 0 h 16393"/>
                <a:gd name="connsiteX2" fmla="*/ 4918 w 4917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3">
                  <a:moveTo>
                    <a:pt x="3278" y="0"/>
                  </a:moveTo>
                  <a:lnTo>
                    <a:pt x="0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4" name="Freeform 2703">
              <a:extLst>
                <a:ext uri="{FF2B5EF4-FFF2-40B4-BE49-F238E27FC236}">
                  <a16:creationId xmlns:a16="http://schemas.microsoft.com/office/drawing/2014/main" id="{D75D6190-2F2A-E446-AC4D-93B5CCE27F2E}"/>
                </a:ext>
              </a:extLst>
            </p:cNvPr>
            <p:cNvSpPr/>
            <p:nvPr/>
          </p:nvSpPr>
          <p:spPr>
            <a:xfrm>
              <a:off x="7486157" y="991960"/>
              <a:ext cx="14754" cy="4918"/>
            </a:xfrm>
            <a:custGeom>
              <a:avLst/>
              <a:gdLst>
                <a:gd name="connsiteX0" fmla="*/ 0 w 14754"/>
                <a:gd name="connsiteY0" fmla="*/ 4918 h 4918"/>
                <a:gd name="connsiteX1" fmla="*/ 3279 w 14754"/>
                <a:gd name="connsiteY1" fmla="*/ 3279 h 4918"/>
                <a:gd name="connsiteX2" fmla="*/ 6558 w 14754"/>
                <a:gd name="connsiteY2" fmla="*/ 4918 h 4918"/>
                <a:gd name="connsiteX3" fmla="*/ 9836 w 14754"/>
                <a:gd name="connsiteY3" fmla="*/ 4918 h 4918"/>
                <a:gd name="connsiteX4" fmla="*/ 14754 w 14754"/>
                <a:gd name="connsiteY4" fmla="*/ 3279 h 4918"/>
                <a:gd name="connsiteX5" fmla="*/ 14754 w 14754"/>
                <a:gd name="connsiteY5" fmla="*/ 0 h 4918"/>
                <a:gd name="connsiteX6" fmla="*/ 11476 w 14754"/>
                <a:gd name="connsiteY6" fmla="*/ 0 h 4918"/>
                <a:gd name="connsiteX7" fmla="*/ 6558 w 14754"/>
                <a:gd name="connsiteY7" fmla="*/ 0 h 4918"/>
                <a:gd name="connsiteX8" fmla="*/ 3279 w 14754"/>
                <a:gd name="connsiteY8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4" h="4918">
                  <a:moveTo>
                    <a:pt x="0" y="4918"/>
                  </a:moveTo>
                  <a:lnTo>
                    <a:pt x="3279" y="3279"/>
                  </a:lnTo>
                  <a:lnTo>
                    <a:pt x="6558" y="4918"/>
                  </a:lnTo>
                  <a:lnTo>
                    <a:pt x="9836" y="4918"/>
                  </a:lnTo>
                  <a:lnTo>
                    <a:pt x="14754" y="3279"/>
                  </a:lnTo>
                  <a:lnTo>
                    <a:pt x="14754" y="0"/>
                  </a:lnTo>
                  <a:lnTo>
                    <a:pt x="11476" y="0"/>
                  </a:lnTo>
                  <a:lnTo>
                    <a:pt x="6558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5" name="Freeform 2704">
              <a:extLst>
                <a:ext uri="{FF2B5EF4-FFF2-40B4-BE49-F238E27FC236}">
                  <a16:creationId xmlns:a16="http://schemas.microsoft.com/office/drawing/2014/main" id="{0F28E39F-4168-364B-810C-CEA7FCFB64BD}"/>
                </a:ext>
              </a:extLst>
            </p:cNvPr>
            <p:cNvSpPr/>
            <p:nvPr/>
          </p:nvSpPr>
          <p:spPr>
            <a:xfrm>
              <a:off x="7489436" y="1244418"/>
              <a:ext cx="19672" cy="6557"/>
            </a:xfrm>
            <a:custGeom>
              <a:avLst/>
              <a:gdLst>
                <a:gd name="connsiteX0" fmla="*/ 6557 w 19672"/>
                <a:gd name="connsiteY0" fmla="*/ 0 h 6557"/>
                <a:gd name="connsiteX1" fmla="*/ 3279 w 19672"/>
                <a:gd name="connsiteY1" fmla="*/ 1639 h 6557"/>
                <a:gd name="connsiteX2" fmla="*/ 0 w 19672"/>
                <a:gd name="connsiteY2" fmla="*/ 1639 h 6557"/>
                <a:gd name="connsiteX3" fmla="*/ 3279 w 19672"/>
                <a:gd name="connsiteY3" fmla="*/ 4918 h 6557"/>
                <a:gd name="connsiteX4" fmla="*/ 6557 w 19672"/>
                <a:gd name="connsiteY4" fmla="*/ 6557 h 6557"/>
                <a:gd name="connsiteX5" fmla="*/ 11476 w 19672"/>
                <a:gd name="connsiteY5" fmla="*/ 6557 h 6557"/>
                <a:gd name="connsiteX6" fmla="*/ 14754 w 19672"/>
                <a:gd name="connsiteY6" fmla="*/ 6557 h 6557"/>
                <a:gd name="connsiteX7" fmla="*/ 19672 w 19672"/>
                <a:gd name="connsiteY7" fmla="*/ 6557 h 6557"/>
                <a:gd name="connsiteX8" fmla="*/ 14754 w 19672"/>
                <a:gd name="connsiteY8" fmla="*/ 3279 h 6557"/>
                <a:gd name="connsiteX9" fmla="*/ 11476 w 19672"/>
                <a:gd name="connsiteY9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2" h="6557">
                  <a:moveTo>
                    <a:pt x="6557" y="0"/>
                  </a:moveTo>
                  <a:lnTo>
                    <a:pt x="3279" y="1639"/>
                  </a:lnTo>
                  <a:lnTo>
                    <a:pt x="0" y="1639"/>
                  </a:lnTo>
                  <a:lnTo>
                    <a:pt x="3279" y="4918"/>
                  </a:lnTo>
                  <a:lnTo>
                    <a:pt x="6557" y="6557"/>
                  </a:lnTo>
                  <a:lnTo>
                    <a:pt x="11476" y="6557"/>
                  </a:lnTo>
                  <a:lnTo>
                    <a:pt x="14754" y="6557"/>
                  </a:lnTo>
                  <a:lnTo>
                    <a:pt x="19672" y="6557"/>
                  </a:lnTo>
                  <a:lnTo>
                    <a:pt x="14754" y="3279"/>
                  </a:lnTo>
                  <a:lnTo>
                    <a:pt x="11476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6" name="Freeform 2705">
              <a:extLst>
                <a:ext uri="{FF2B5EF4-FFF2-40B4-BE49-F238E27FC236}">
                  <a16:creationId xmlns:a16="http://schemas.microsoft.com/office/drawing/2014/main" id="{41844CC1-D25B-304F-902F-0DED3E7527E4}"/>
                </a:ext>
              </a:extLst>
            </p:cNvPr>
            <p:cNvSpPr/>
            <p:nvPr/>
          </p:nvSpPr>
          <p:spPr>
            <a:xfrm>
              <a:off x="7504190" y="993600"/>
              <a:ext cx="19672" cy="3278"/>
            </a:xfrm>
            <a:custGeom>
              <a:avLst/>
              <a:gdLst>
                <a:gd name="connsiteX0" fmla="*/ 0 w 19672"/>
                <a:gd name="connsiteY0" fmla="*/ 0 h 3278"/>
                <a:gd name="connsiteX1" fmla="*/ 0 w 19672"/>
                <a:gd name="connsiteY1" fmla="*/ 0 h 3278"/>
                <a:gd name="connsiteX2" fmla="*/ 3279 w 19672"/>
                <a:gd name="connsiteY2" fmla="*/ 0 h 3278"/>
                <a:gd name="connsiteX3" fmla="*/ 8197 w 19672"/>
                <a:gd name="connsiteY3" fmla="*/ 0 h 3278"/>
                <a:gd name="connsiteX4" fmla="*/ 11476 w 19672"/>
                <a:gd name="connsiteY4" fmla="*/ 1639 h 3278"/>
                <a:gd name="connsiteX5" fmla="*/ 16393 w 19672"/>
                <a:gd name="connsiteY5" fmla="*/ 1639 h 3278"/>
                <a:gd name="connsiteX6" fmla="*/ 19672 w 19672"/>
                <a:gd name="connsiteY6" fmla="*/ 3279 h 3278"/>
                <a:gd name="connsiteX7" fmla="*/ 16393 w 19672"/>
                <a:gd name="connsiteY7" fmla="*/ 1639 h 3278"/>
                <a:gd name="connsiteX8" fmla="*/ 11476 w 19672"/>
                <a:gd name="connsiteY8" fmla="*/ 1639 h 3278"/>
                <a:gd name="connsiteX9" fmla="*/ 8197 w 19672"/>
                <a:gd name="connsiteY9" fmla="*/ 0 h 3278"/>
                <a:gd name="connsiteX10" fmla="*/ 3279 w 19672"/>
                <a:gd name="connsiteY10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72" h="3278">
                  <a:moveTo>
                    <a:pt x="0" y="0"/>
                  </a:moveTo>
                  <a:lnTo>
                    <a:pt x="0" y="0"/>
                  </a:lnTo>
                  <a:lnTo>
                    <a:pt x="3279" y="0"/>
                  </a:lnTo>
                  <a:lnTo>
                    <a:pt x="8197" y="0"/>
                  </a:lnTo>
                  <a:lnTo>
                    <a:pt x="11476" y="1639"/>
                  </a:lnTo>
                  <a:lnTo>
                    <a:pt x="16393" y="1639"/>
                  </a:lnTo>
                  <a:lnTo>
                    <a:pt x="19672" y="3279"/>
                  </a:lnTo>
                  <a:lnTo>
                    <a:pt x="16393" y="1639"/>
                  </a:lnTo>
                  <a:lnTo>
                    <a:pt x="11476" y="1639"/>
                  </a:lnTo>
                  <a:lnTo>
                    <a:pt x="819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7" name="Freeform 2706">
              <a:extLst>
                <a:ext uri="{FF2B5EF4-FFF2-40B4-BE49-F238E27FC236}">
                  <a16:creationId xmlns:a16="http://schemas.microsoft.com/office/drawing/2014/main" id="{BE4D3CC2-ED5E-B949-9314-4742A51D31DE}"/>
                </a:ext>
              </a:extLst>
            </p:cNvPr>
            <p:cNvSpPr/>
            <p:nvPr/>
          </p:nvSpPr>
          <p:spPr>
            <a:xfrm>
              <a:off x="7515665" y="1005075"/>
              <a:ext cx="11475" cy="3278"/>
            </a:xfrm>
            <a:custGeom>
              <a:avLst/>
              <a:gdLst>
                <a:gd name="connsiteX0" fmla="*/ 0 w 11475"/>
                <a:gd name="connsiteY0" fmla="*/ 1639 h 3278"/>
                <a:gd name="connsiteX1" fmla="*/ 3278 w 11475"/>
                <a:gd name="connsiteY1" fmla="*/ 1639 h 3278"/>
                <a:gd name="connsiteX2" fmla="*/ 6557 w 11475"/>
                <a:gd name="connsiteY2" fmla="*/ 3279 h 3278"/>
                <a:gd name="connsiteX3" fmla="*/ 11475 w 11475"/>
                <a:gd name="connsiteY3" fmla="*/ 0 h 3278"/>
                <a:gd name="connsiteX4" fmla="*/ 6557 w 11475"/>
                <a:gd name="connsiteY4" fmla="*/ 0 h 3278"/>
                <a:gd name="connsiteX5" fmla="*/ 3278 w 11475"/>
                <a:gd name="connsiteY5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3278">
                  <a:moveTo>
                    <a:pt x="0" y="1639"/>
                  </a:moveTo>
                  <a:lnTo>
                    <a:pt x="3278" y="1639"/>
                  </a:lnTo>
                  <a:lnTo>
                    <a:pt x="6557" y="3279"/>
                  </a:lnTo>
                  <a:lnTo>
                    <a:pt x="11475" y="0"/>
                  </a:lnTo>
                  <a:lnTo>
                    <a:pt x="655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8" name="Freeform 2707">
              <a:extLst>
                <a:ext uri="{FF2B5EF4-FFF2-40B4-BE49-F238E27FC236}">
                  <a16:creationId xmlns:a16="http://schemas.microsoft.com/office/drawing/2014/main" id="{A99FEE55-6622-6D46-BB4F-C75A73298D04}"/>
                </a:ext>
              </a:extLst>
            </p:cNvPr>
            <p:cNvSpPr/>
            <p:nvPr/>
          </p:nvSpPr>
          <p:spPr>
            <a:xfrm>
              <a:off x="7553370" y="1024747"/>
              <a:ext cx="36065" cy="13114"/>
            </a:xfrm>
            <a:custGeom>
              <a:avLst/>
              <a:gdLst>
                <a:gd name="connsiteX0" fmla="*/ 0 w 36065"/>
                <a:gd name="connsiteY0" fmla="*/ 11475 h 13114"/>
                <a:gd name="connsiteX1" fmla="*/ 1639 w 36065"/>
                <a:gd name="connsiteY1" fmla="*/ 13115 h 13114"/>
                <a:gd name="connsiteX2" fmla="*/ 6557 w 36065"/>
                <a:gd name="connsiteY2" fmla="*/ 13115 h 13114"/>
                <a:gd name="connsiteX3" fmla="*/ 9836 w 36065"/>
                <a:gd name="connsiteY3" fmla="*/ 13115 h 13114"/>
                <a:gd name="connsiteX4" fmla="*/ 14754 w 36065"/>
                <a:gd name="connsiteY4" fmla="*/ 13115 h 13114"/>
                <a:gd name="connsiteX5" fmla="*/ 18033 w 36065"/>
                <a:gd name="connsiteY5" fmla="*/ 13115 h 13114"/>
                <a:gd name="connsiteX6" fmla="*/ 21312 w 36065"/>
                <a:gd name="connsiteY6" fmla="*/ 13115 h 13114"/>
                <a:gd name="connsiteX7" fmla="*/ 26229 w 36065"/>
                <a:gd name="connsiteY7" fmla="*/ 13115 h 13114"/>
                <a:gd name="connsiteX8" fmla="*/ 29508 w 36065"/>
                <a:gd name="connsiteY8" fmla="*/ 8197 h 13114"/>
                <a:gd name="connsiteX9" fmla="*/ 32787 w 36065"/>
                <a:gd name="connsiteY9" fmla="*/ 8197 h 13114"/>
                <a:gd name="connsiteX10" fmla="*/ 36066 w 36065"/>
                <a:gd name="connsiteY10" fmla="*/ 4918 h 13114"/>
                <a:gd name="connsiteX11" fmla="*/ 32787 w 36065"/>
                <a:gd name="connsiteY11" fmla="*/ 3279 h 13114"/>
                <a:gd name="connsiteX12" fmla="*/ 29508 w 36065"/>
                <a:gd name="connsiteY12" fmla="*/ 1639 h 13114"/>
                <a:gd name="connsiteX13" fmla="*/ 24590 w 36065"/>
                <a:gd name="connsiteY13" fmla="*/ 1639 h 13114"/>
                <a:gd name="connsiteX14" fmla="*/ 21312 w 36065"/>
                <a:gd name="connsiteY14" fmla="*/ 1639 h 13114"/>
                <a:gd name="connsiteX15" fmla="*/ 18033 w 36065"/>
                <a:gd name="connsiteY15" fmla="*/ 1639 h 13114"/>
                <a:gd name="connsiteX16" fmla="*/ 13115 w 36065"/>
                <a:gd name="connsiteY16" fmla="*/ 0 h 13114"/>
                <a:gd name="connsiteX17" fmla="*/ 9836 w 36065"/>
                <a:gd name="connsiteY17" fmla="*/ 1639 h 13114"/>
                <a:gd name="connsiteX18" fmla="*/ 6557 w 36065"/>
                <a:gd name="connsiteY18" fmla="*/ 6557 h 13114"/>
                <a:gd name="connsiteX19" fmla="*/ 3279 w 36065"/>
                <a:gd name="connsiteY19" fmla="*/ 819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065" h="13114">
                  <a:moveTo>
                    <a:pt x="0" y="11475"/>
                  </a:moveTo>
                  <a:lnTo>
                    <a:pt x="1639" y="13115"/>
                  </a:lnTo>
                  <a:lnTo>
                    <a:pt x="6557" y="13115"/>
                  </a:lnTo>
                  <a:lnTo>
                    <a:pt x="9836" y="13115"/>
                  </a:lnTo>
                  <a:lnTo>
                    <a:pt x="14754" y="13115"/>
                  </a:lnTo>
                  <a:lnTo>
                    <a:pt x="18033" y="13115"/>
                  </a:lnTo>
                  <a:lnTo>
                    <a:pt x="21312" y="13115"/>
                  </a:lnTo>
                  <a:lnTo>
                    <a:pt x="26229" y="13115"/>
                  </a:lnTo>
                  <a:lnTo>
                    <a:pt x="29508" y="8197"/>
                  </a:lnTo>
                  <a:lnTo>
                    <a:pt x="32787" y="8197"/>
                  </a:lnTo>
                  <a:lnTo>
                    <a:pt x="36066" y="4918"/>
                  </a:lnTo>
                  <a:lnTo>
                    <a:pt x="32787" y="3279"/>
                  </a:lnTo>
                  <a:lnTo>
                    <a:pt x="29508" y="1639"/>
                  </a:lnTo>
                  <a:lnTo>
                    <a:pt x="24590" y="1639"/>
                  </a:lnTo>
                  <a:lnTo>
                    <a:pt x="21312" y="1639"/>
                  </a:lnTo>
                  <a:lnTo>
                    <a:pt x="18033" y="1639"/>
                  </a:lnTo>
                  <a:lnTo>
                    <a:pt x="13115" y="0"/>
                  </a:lnTo>
                  <a:lnTo>
                    <a:pt x="9836" y="1639"/>
                  </a:lnTo>
                  <a:lnTo>
                    <a:pt x="6557" y="6557"/>
                  </a:lnTo>
                  <a:lnTo>
                    <a:pt x="327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9" name="Freeform 2708">
              <a:extLst>
                <a:ext uri="{FF2B5EF4-FFF2-40B4-BE49-F238E27FC236}">
                  <a16:creationId xmlns:a16="http://schemas.microsoft.com/office/drawing/2014/main" id="{F3614B98-34F5-4546-AA76-8F2DF056B55C}"/>
                </a:ext>
              </a:extLst>
            </p:cNvPr>
            <p:cNvSpPr/>
            <p:nvPr/>
          </p:nvSpPr>
          <p:spPr>
            <a:xfrm>
              <a:off x="7556649" y="857535"/>
              <a:ext cx="8196" cy="1639"/>
            </a:xfrm>
            <a:custGeom>
              <a:avLst/>
              <a:gdLst>
                <a:gd name="connsiteX0" fmla="*/ 0 w 8196"/>
                <a:gd name="connsiteY0" fmla="*/ 0 h 1639"/>
                <a:gd name="connsiteX1" fmla="*/ 3278 w 8196"/>
                <a:gd name="connsiteY1" fmla="*/ 1639 h 1639"/>
                <a:gd name="connsiteX2" fmla="*/ 8197 w 8196"/>
                <a:gd name="connsiteY2" fmla="*/ 1639 h 1639"/>
                <a:gd name="connsiteX3" fmla="*/ 3278 w 8196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0" y="0"/>
                  </a:moveTo>
                  <a:lnTo>
                    <a:pt x="3278" y="1639"/>
                  </a:lnTo>
                  <a:lnTo>
                    <a:pt x="8197" y="1639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0" name="Freeform 2709">
              <a:extLst>
                <a:ext uri="{FF2B5EF4-FFF2-40B4-BE49-F238E27FC236}">
                  <a16:creationId xmlns:a16="http://schemas.microsoft.com/office/drawing/2014/main" id="{FE3429D0-9E47-4C45-A746-CF765280AE52}"/>
                </a:ext>
              </a:extLst>
            </p:cNvPr>
            <p:cNvSpPr/>
            <p:nvPr/>
          </p:nvSpPr>
          <p:spPr>
            <a:xfrm>
              <a:off x="7558288" y="954256"/>
              <a:ext cx="11475" cy="4918"/>
            </a:xfrm>
            <a:custGeom>
              <a:avLst/>
              <a:gdLst>
                <a:gd name="connsiteX0" fmla="*/ 0 w 11475"/>
                <a:gd name="connsiteY0" fmla="*/ 1639 h 4918"/>
                <a:gd name="connsiteX1" fmla="*/ 4918 w 11475"/>
                <a:gd name="connsiteY1" fmla="*/ 3279 h 4918"/>
                <a:gd name="connsiteX2" fmla="*/ 8197 w 11475"/>
                <a:gd name="connsiteY2" fmla="*/ 4918 h 4918"/>
                <a:gd name="connsiteX3" fmla="*/ 11475 w 11475"/>
                <a:gd name="connsiteY3" fmla="*/ 4918 h 4918"/>
                <a:gd name="connsiteX4" fmla="*/ 8197 w 11475"/>
                <a:gd name="connsiteY4" fmla="*/ 1639 h 4918"/>
                <a:gd name="connsiteX5" fmla="*/ 3278 w 11475"/>
                <a:gd name="connsiteY5" fmla="*/ 1639 h 4918"/>
                <a:gd name="connsiteX6" fmla="*/ 0 w 11475"/>
                <a:gd name="connsiteY6" fmla="*/ 0 h 4918"/>
                <a:gd name="connsiteX7" fmla="*/ 4918 w 11475"/>
                <a:gd name="connsiteY7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4918">
                  <a:moveTo>
                    <a:pt x="0" y="1639"/>
                  </a:moveTo>
                  <a:lnTo>
                    <a:pt x="4918" y="3279"/>
                  </a:lnTo>
                  <a:lnTo>
                    <a:pt x="8197" y="4918"/>
                  </a:lnTo>
                  <a:lnTo>
                    <a:pt x="11475" y="4918"/>
                  </a:lnTo>
                  <a:lnTo>
                    <a:pt x="8197" y="1639"/>
                  </a:lnTo>
                  <a:lnTo>
                    <a:pt x="3278" y="1639"/>
                  </a:lnTo>
                  <a:lnTo>
                    <a:pt x="0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1" name="Freeform 2710">
              <a:extLst>
                <a:ext uri="{FF2B5EF4-FFF2-40B4-BE49-F238E27FC236}">
                  <a16:creationId xmlns:a16="http://schemas.microsoft.com/office/drawing/2014/main" id="{6B29687F-D8E7-2740-A417-16392D6AB906}"/>
                </a:ext>
              </a:extLst>
            </p:cNvPr>
            <p:cNvSpPr/>
            <p:nvPr/>
          </p:nvSpPr>
          <p:spPr>
            <a:xfrm>
              <a:off x="7587796" y="909993"/>
              <a:ext cx="14753" cy="3278"/>
            </a:xfrm>
            <a:custGeom>
              <a:avLst/>
              <a:gdLst>
                <a:gd name="connsiteX0" fmla="*/ 0 w 14753"/>
                <a:gd name="connsiteY0" fmla="*/ 0 h 3278"/>
                <a:gd name="connsiteX1" fmla="*/ 3279 w 14753"/>
                <a:gd name="connsiteY1" fmla="*/ 1639 h 3278"/>
                <a:gd name="connsiteX2" fmla="*/ 8197 w 14753"/>
                <a:gd name="connsiteY2" fmla="*/ 1639 h 3278"/>
                <a:gd name="connsiteX3" fmla="*/ 11476 w 14753"/>
                <a:gd name="connsiteY3" fmla="*/ 3279 h 3278"/>
                <a:gd name="connsiteX4" fmla="*/ 14754 w 14753"/>
                <a:gd name="connsiteY4" fmla="*/ 3279 h 3278"/>
                <a:gd name="connsiteX5" fmla="*/ 11476 w 14753"/>
                <a:gd name="connsiteY5" fmla="*/ 1639 h 3278"/>
                <a:gd name="connsiteX6" fmla="*/ 6557 w 14753"/>
                <a:gd name="connsiteY6" fmla="*/ 1639 h 3278"/>
                <a:gd name="connsiteX7" fmla="*/ 3279 w 14753"/>
                <a:gd name="connsiteY7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3" h="3278">
                  <a:moveTo>
                    <a:pt x="0" y="0"/>
                  </a:moveTo>
                  <a:lnTo>
                    <a:pt x="3279" y="1639"/>
                  </a:lnTo>
                  <a:lnTo>
                    <a:pt x="8197" y="1639"/>
                  </a:lnTo>
                  <a:lnTo>
                    <a:pt x="11476" y="3279"/>
                  </a:lnTo>
                  <a:lnTo>
                    <a:pt x="14754" y="3279"/>
                  </a:lnTo>
                  <a:lnTo>
                    <a:pt x="11476" y="1639"/>
                  </a:lnTo>
                  <a:lnTo>
                    <a:pt x="6557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2" name="Freeform 2711">
              <a:extLst>
                <a:ext uri="{FF2B5EF4-FFF2-40B4-BE49-F238E27FC236}">
                  <a16:creationId xmlns:a16="http://schemas.microsoft.com/office/drawing/2014/main" id="{C5C60CE8-CDA0-894E-B9CA-307C60A7F6DC}"/>
                </a:ext>
              </a:extLst>
            </p:cNvPr>
            <p:cNvSpPr/>
            <p:nvPr/>
          </p:nvSpPr>
          <p:spPr>
            <a:xfrm>
              <a:off x="7587796" y="1008354"/>
              <a:ext cx="26229" cy="14754"/>
            </a:xfrm>
            <a:custGeom>
              <a:avLst/>
              <a:gdLst>
                <a:gd name="connsiteX0" fmla="*/ 0 w 26229"/>
                <a:gd name="connsiteY0" fmla="*/ 8197 h 14754"/>
                <a:gd name="connsiteX1" fmla="*/ 1639 w 26229"/>
                <a:gd name="connsiteY1" fmla="*/ 9836 h 14754"/>
                <a:gd name="connsiteX2" fmla="*/ 4918 w 26229"/>
                <a:gd name="connsiteY2" fmla="*/ 11475 h 14754"/>
                <a:gd name="connsiteX3" fmla="*/ 9836 w 26229"/>
                <a:gd name="connsiteY3" fmla="*/ 13115 h 14754"/>
                <a:gd name="connsiteX4" fmla="*/ 13114 w 26229"/>
                <a:gd name="connsiteY4" fmla="*/ 13115 h 14754"/>
                <a:gd name="connsiteX5" fmla="*/ 18033 w 26229"/>
                <a:gd name="connsiteY5" fmla="*/ 13115 h 14754"/>
                <a:gd name="connsiteX6" fmla="*/ 21311 w 26229"/>
                <a:gd name="connsiteY6" fmla="*/ 14754 h 14754"/>
                <a:gd name="connsiteX7" fmla="*/ 24590 w 26229"/>
                <a:gd name="connsiteY7" fmla="*/ 14754 h 14754"/>
                <a:gd name="connsiteX8" fmla="*/ 26229 w 26229"/>
                <a:gd name="connsiteY8" fmla="*/ 9836 h 14754"/>
                <a:gd name="connsiteX9" fmla="*/ 22951 w 26229"/>
                <a:gd name="connsiteY9" fmla="*/ 6557 h 14754"/>
                <a:gd name="connsiteX10" fmla="*/ 18033 w 26229"/>
                <a:gd name="connsiteY10" fmla="*/ 4918 h 14754"/>
                <a:gd name="connsiteX11" fmla="*/ 14754 w 26229"/>
                <a:gd name="connsiteY11" fmla="*/ 3279 h 14754"/>
                <a:gd name="connsiteX12" fmla="*/ 11476 w 26229"/>
                <a:gd name="connsiteY12" fmla="*/ 0 h 14754"/>
                <a:gd name="connsiteX13" fmla="*/ 8197 w 26229"/>
                <a:gd name="connsiteY13" fmla="*/ 0 h 14754"/>
                <a:gd name="connsiteX14" fmla="*/ 3279 w 26229"/>
                <a:gd name="connsiteY14" fmla="*/ 4918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229" h="14754">
                  <a:moveTo>
                    <a:pt x="0" y="8197"/>
                  </a:moveTo>
                  <a:lnTo>
                    <a:pt x="1639" y="9836"/>
                  </a:lnTo>
                  <a:lnTo>
                    <a:pt x="4918" y="11475"/>
                  </a:lnTo>
                  <a:lnTo>
                    <a:pt x="9836" y="13115"/>
                  </a:lnTo>
                  <a:lnTo>
                    <a:pt x="13114" y="13115"/>
                  </a:lnTo>
                  <a:lnTo>
                    <a:pt x="18033" y="13115"/>
                  </a:lnTo>
                  <a:lnTo>
                    <a:pt x="21311" y="14754"/>
                  </a:lnTo>
                  <a:lnTo>
                    <a:pt x="24590" y="14754"/>
                  </a:lnTo>
                  <a:lnTo>
                    <a:pt x="26229" y="9836"/>
                  </a:lnTo>
                  <a:lnTo>
                    <a:pt x="22951" y="6557"/>
                  </a:lnTo>
                  <a:lnTo>
                    <a:pt x="18033" y="4918"/>
                  </a:lnTo>
                  <a:lnTo>
                    <a:pt x="14754" y="3279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3" name="Freeform 2712">
              <a:extLst>
                <a:ext uri="{FF2B5EF4-FFF2-40B4-BE49-F238E27FC236}">
                  <a16:creationId xmlns:a16="http://schemas.microsoft.com/office/drawing/2014/main" id="{FC0CB85A-F363-7A43-ABA2-0206A9663C51}"/>
                </a:ext>
              </a:extLst>
            </p:cNvPr>
            <p:cNvSpPr/>
            <p:nvPr/>
          </p:nvSpPr>
          <p:spPr>
            <a:xfrm>
              <a:off x="7602550" y="924748"/>
              <a:ext cx="16393" cy="11475"/>
            </a:xfrm>
            <a:custGeom>
              <a:avLst/>
              <a:gdLst>
                <a:gd name="connsiteX0" fmla="*/ 9836 w 16393"/>
                <a:gd name="connsiteY0" fmla="*/ 0 h 11475"/>
                <a:gd name="connsiteX1" fmla="*/ 6557 w 16393"/>
                <a:gd name="connsiteY1" fmla="*/ 0 h 11475"/>
                <a:gd name="connsiteX2" fmla="*/ 8197 w 16393"/>
                <a:gd name="connsiteY2" fmla="*/ 3279 h 11475"/>
                <a:gd name="connsiteX3" fmla="*/ 4918 w 16393"/>
                <a:gd name="connsiteY3" fmla="*/ 4918 h 11475"/>
                <a:gd name="connsiteX4" fmla="*/ 0 w 16393"/>
                <a:gd name="connsiteY4" fmla="*/ 1639 h 11475"/>
                <a:gd name="connsiteX5" fmla="*/ 0 w 16393"/>
                <a:gd name="connsiteY5" fmla="*/ 6557 h 11475"/>
                <a:gd name="connsiteX6" fmla="*/ 3279 w 16393"/>
                <a:gd name="connsiteY6" fmla="*/ 8197 h 11475"/>
                <a:gd name="connsiteX7" fmla="*/ 8197 w 16393"/>
                <a:gd name="connsiteY7" fmla="*/ 6557 h 11475"/>
                <a:gd name="connsiteX8" fmla="*/ 11476 w 16393"/>
                <a:gd name="connsiteY8" fmla="*/ 9836 h 11475"/>
                <a:gd name="connsiteX9" fmla="*/ 16393 w 16393"/>
                <a:gd name="connsiteY9" fmla="*/ 11475 h 11475"/>
                <a:gd name="connsiteX10" fmla="*/ 13115 w 16393"/>
                <a:gd name="connsiteY10" fmla="*/ 8197 h 11475"/>
                <a:gd name="connsiteX11" fmla="*/ 16393 w 16393"/>
                <a:gd name="connsiteY11" fmla="*/ 6557 h 11475"/>
                <a:gd name="connsiteX12" fmla="*/ 13115 w 16393"/>
                <a:gd name="connsiteY12" fmla="*/ 3279 h 11475"/>
                <a:gd name="connsiteX13" fmla="*/ 9836 w 16393"/>
                <a:gd name="connsiteY13" fmla="*/ 327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393" h="11475">
                  <a:moveTo>
                    <a:pt x="9836" y="0"/>
                  </a:moveTo>
                  <a:lnTo>
                    <a:pt x="6557" y="0"/>
                  </a:lnTo>
                  <a:lnTo>
                    <a:pt x="8197" y="3279"/>
                  </a:lnTo>
                  <a:lnTo>
                    <a:pt x="4918" y="4918"/>
                  </a:lnTo>
                  <a:lnTo>
                    <a:pt x="0" y="1639"/>
                  </a:lnTo>
                  <a:lnTo>
                    <a:pt x="0" y="6557"/>
                  </a:lnTo>
                  <a:lnTo>
                    <a:pt x="3279" y="8197"/>
                  </a:lnTo>
                  <a:lnTo>
                    <a:pt x="8197" y="6557"/>
                  </a:lnTo>
                  <a:lnTo>
                    <a:pt x="11476" y="9836"/>
                  </a:lnTo>
                  <a:lnTo>
                    <a:pt x="16393" y="11475"/>
                  </a:lnTo>
                  <a:lnTo>
                    <a:pt x="13115" y="8197"/>
                  </a:lnTo>
                  <a:lnTo>
                    <a:pt x="16393" y="6557"/>
                  </a:lnTo>
                  <a:lnTo>
                    <a:pt x="13115" y="3279"/>
                  </a:lnTo>
                  <a:lnTo>
                    <a:pt x="9836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4" name="Freeform 2713">
              <a:extLst>
                <a:ext uri="{FF2B5EF4-FFF2-40B4-BE49-F238E27FC236}">
                  <a16:creationId xmlns:a16="http://schemas.microsoft.com/office/drawing/2014/main" id="{F1FD43C6-DC99-A04B-89AB-36AD8B4FBEC5}"/>
                </a:ext>
              </a:extLst>
            </p:cNvPr>
            <p:cNvSpPr/>
            <p:nvPr/>
          </p:nvSpPr>
          <p:spPr>
            <a:xfrm>
              <a:off x="7605829" y="908354"/>
              <a:ext cx="22950" cy="3278"/>
            </a:xfrm>
            <a:custGeom>
              <a:avLst/>
              <a:gdLst>
                <a:gd name="connsiteX0" fmla="*/ 14754 w 22950"/>
                <a:gd name="connsiteY0" fmla="*/ 3279 h 3278"/>
                <a:gd name="connsiteX1" fmla="*/ 18033 w 22950"/>
                <a:gd name="connsiteY1" fmla="*/ 1639 h 3278"/>
                <a:gd name="connsiteX2" fmla="*/ 22951 w 22950"/>
                <a:gd name="connsiteY2" fmla="*/ 3279 h 3278"/>
                <a:gd name="connsiteX3" fmla="*/ 18033 w 22950"/>
                <a:gd name="connsiteY3" fmla="*/ 1639 h 3278"/>
                <a:gd name="connsiteX4" fmla="*/ 14754 w 22950"/>
                <a:gd name="connsiteY4" fmla="*/ 1639 h 3278"/>
                <a:gd name="connsiteX5" fmla="*/ 11475 w 22950"/>
                <a:gd name="connsiteY5" fmla="*/ 0 h 3278"/>
                <a:gd name="connsiteX6" fmla="*/ 6557 w 22950"/>
                <a:gd name="connsiteY6" fmla="*/ 0 h 3278"/>
                <a:gd name="connsiteX7" fmla="*/ 3278 w 22950"/>
                <a:gd name="connsiteY7" fmla="*/ 0 h 3278"/>
                <a:gd name="connsiteX8" fmla="*/ 0 w 22950"/>
                <a:gd name="connsiteY8" fmla="*/ 1639 h 3278"/>
                <a:gd name="connsiteX9" fmla="*/ 3278 w 22950"/>
                <a:gd name="connsiteY9" fmla="*/ 1639 h 3278"/>
                <a:gd name="connsiteX10" fmla="*/ 6557 w 22950"/>
                <a:gd name="connsiteY10" fmla="*/ 1639 h 3278"/>
                <a:gd name="connsiteX11" fmla="*/ 9836 w 22950"/>
                <a:gd name="connsiteY11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950" h="3278">
                  <a:moveTo>
                    <a:pt x="14754" y="3279"/>
                  </a:moveTo>
                  <a:lnTo>
                    <a:pt x="18033" y="1639"/>
                  </a:lnTo>
                  <a:lnTo>
                    <a:pt x="22951" y="3279"/>
                  </a:lnTo>
                  <a:lnTo>
                    <a:pt x="18033" y="1639"/>
                  </a:lnTo>
                  <a:lnTo>
                    <a:pt x="14754" y="1639"/>
                  </a:lnTo>
                  <a:lnTo>
                    <a:pt x="11475" y="0"/>
                  </a:lnTo>
                  <a:lnTo>
                    <a:pt x="6557" y="0"/>
                  </a:lnTo>
                  <a:lnTo>
                    <a:pt x="3278" y="0"/>
                  </a:lnTo>
                  <a:lnTo>
                    <a:pt x="0" y="1639"/>
                  </a:lnTo>
                  <a:lnTo>
                    <a:pt x="3278" y="1639"/>
                  </a:lnTo>
                  <a:lnTo>
                    <a:pt x="6557" y="1639"/>
                  </a:lnTo>
                  <a:lnTo>
                    <a:pt x="9836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5" name="Freeform 2714">
              <a:extLst>
                <a:ext uri="{FF2B5EF4-FFF2-40B4-BE49-F238E27FC236}">
                  <a16:creationId xmlns:a16="http://schemas.microsoft.com/office/drawing/2014/main" id="{5A795180-F272-8541-A19C-7DC1872A3D34}"/>
                </a:ext>
              </a:extLst>
            </p:cNvPr>
            <p:cNvSpPr/>
            <p:nvPr/>
          </p:nvSpPr>
          <p:spPr>
            <a:xfrm>
              <a:off x="7609107" y="991960"/>
              <a:ext cx="8196" cy="3278"/>
            </a:xfrm>
            <a:custGeom>
              <a:avLst/>
              <a:gdLst>
                <a:gd name="connsiteX0" fmla="*/ 8197 w 8196"/>
                <a:gd name="connsiteY0" fmla="*/ 3279 h 3278"/>
                <a:gd name="connsiteX1" fmla="*/ 4918 w 8196"/>
                <a:gd name="connsiteY1" fmla="*/ 0 h 3278"/>
                <a:gd name="connsiteX2" fmla="*/ 0 w 8196"/>
                <a:gd name="connsiteY2" fmla="*/ 0 h 3278"/>
                <a:gd name="connsiteX3" fmla="*/ 3279 w 8196"/>
                <a:gd name="connsiteY3" fmla="*/ 1639 h 3278"/>
                <a:gd name="connsiteX4" fmla="*/ 8197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3279"/>
                  </a:moveTo>
                  <a:lnTo>
                    <a:pt x="4918" y="0"/>
                  </a:lnTo>
                  <a:lnTo>
                    <a:pt x="0" y="0"/>
                  </a:lnTo>
                  <a:lnTo>
                    <a:pt x="3279" y="1639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6" name="Freeform 2715">
              <a:extLst>
                <a:ext uri="{FF2B5EF4-FFF2-40B4-BE49-F238E27FC236}">
                  <a16:creationId xmlns:a16="http://schemas.microsoft.com/office/drawing/2014/main" id="{F15774A6-D307-3941-A592-494F00DA3A6A}"/>
                </a:ext>
              </a:extLst>
            </p:cNvPr>
            <p:cNvSpPr/>
            <p:nvPr/>
          </p:nvSpPr>
          <p:spPr>
            <a:xfrm>
              <a:off x="7633697" y="744421"/>
              <a:ext cx="36065" cy="4917"/>
            </a:xfrm>
            <a:custGeom>
              <a:avLst/>
              <a:gdLst>
                <a:gd name="connsiteX0" fmla="*/ 0 w 36065"/>
                <a:gd name="connsiteY0" fmla="*/ 0 h 4917"/>
                <a:gd name="connsiteX1" fmla="*/ 4918 w 36065"/>
                <a:gd name="connsiteY1" fmla="*/ 3279 h 4917"/>
                <a:gd name="connsiteX2" fmla="*/ 8197 w 36065"/>
                <a:gd name="connsiteY2" fmla="*/ 3279 h 4917"/>
                <a:gd name="connsiteX3" fmla="*/ 13115 w 36065"/>
                <a:gd name="connsiteY3" fmla="*/ 3279 h 4917"/>
                <a:gd name="connsiteX4" fmla="*/ 16393 w 36065"/>
                <a:gd name="connsiteY4" fmla="*/ 3279 h 4917"/>
                <a:gd name="connsiteX5" fmla="*/ 19672 w 36065"/>
                <a:gd name="connsiteY5" fmla="*/ 4918 h 4917"/>
                <a:gd name="connsiteX6" fmla="*/ 24590 w 36065"/>
                <a:gd name="connsiteY6" fmla="*/ 4918 h 4917"/>
                <a:gd name="connsiteX7" fmla="*/ 29508 w 36065"/>
                <a:gd name="connsiteY7" fmla="*/ 4918 h 4917"/>
                <a:gd name="connsiteX8" fmla="*/ 32787 w 36065"/>
                <a:gd name="connsiteY8" fmla="*/ 4918 h 4917"/>
                <a:gd name="connsiteX9" fmla="*/ 36066 w 36065"/>
                <a:gd name="connsiteY9" fmla="*/ 3279 h 4917"/>
                <a:gd name="connsiteX10" fmla="*/ 32787 w 36065"/>
                <a:gd name="connsiteY10" fmla="*/ 0 h 4917"/>
                <a:gd name="connsiteX11" fmla="*/ 29508 w 36065"/>
                <a:gd name="connsiteY11" fmla="*/ 0 h 4917"/>
                <a:gd name="connsiteX12" fmla="*/ 24590 w 36065"/>
                <a:gd name="connsiteY12" fmla="*/ 0 h 4917"/>
                <a:gd name="connsiteX13" fmla="*/ 19672 w 36065"/>
                <a:gd name="connsiteY13" fmla="*/ 0 h 4917"/>
                <a:gd name="connsiteX14" fmla="*/ 16393 w 36065"/>
                <a:gd name="connsiteY14" fmla="*/ 0 h 4917"/>
                <a:gd name="connsiteX15" fmla="*/ 13115 w 36065"/>
                <a:gd name="connsiteY15" fmla="*/ 0 h 4917"/>
                <a:gd name="connsiteX16" fmla="*/ 8197 w 36065"/>
                <a:gd name="connsiteY16" fmla="*/ 0 h 4917"/>
                <a:gd name="connsiteX17" fmla="*/ 3279 w 36065"/>
                <a:gd name="connsiteY17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065" h="4917">
                  <a:moveTo>
                    <a:pt x="0" y="0"/>
                  </a:moveTo>
                  <a:lnTo>
                    <a:pt x="4918" y="3279"/>
                  </a:lnTo>
                  <a:lnTo>
                    <a:pt x="8197" y="3279"/>
                  </a:lnTo>
                  <a:lnTo>
                    <a:pt x="13115" y="3279"/>
                  </a:lnTo>
                  <a:lnTo>
                    <a:pt x="16393" y="3279"/>
                  </a:lnTo>
                  <a:lnTo>
                    <a:pt x="19672" y="4918"/>
                  </a:lnTo>
                  <a:lnTo>
                    <a:pt x="24590" y="4918"/>
                  </a:lnTo>
                  <a:lnTo>
                    <a:pt x="29508" y="4918"/>
                  </a:lnTo>
                  <a:lnTo>
                    <a:pt x="32787" y="4918"/>
                  </a:lnTo>
                  <a:lnTo>
                    <a:pt x="36066" y="3279"/>
                  </a:lnTo>
                  <a:lnTo>
                    <a:pt x="32787" y="0"/>
                  </a:lnTo>
                  <a:lnTo>
                    <a:pt x="29508" y="0"/>
                  </a:lnTo>
                  <a:lnTo>
                    <a:pt x="24590" y="0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3115" y="0"/>
                  </a:lnTo>
                  <a:lnTo>
                    <a:pt x="819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7" name="Freeform 2716">
              <a:extLst>
                <a:ext uri="{FF2B5EF4-FFF2-40B4-BE49-F238E27FC236}">
                  <a16:creationId xmlns:a16="http://schemas.microsoft.com/office/drawing/2014/main" id="{7B72A7B3-DCD3-DC45-8936-D4DBEC548484}"/>
                </a:ext>
              </a:extLst>
            </p:cNvPr>
            <p:cNvSpPr/>
            <p:nvPr/>
          </p:nvSpPr>
          <p:spPr>
            <a:xfrm>
              <a:off x="7655009" y="970649"/>
              <a:ext cx="8196" cy="4918"/>
            </a:xfrm>
            <a:custGeom>
              <a:avLst/>
              <a:gdLst>
                <a:gd name="connsiteX0" fmla="*/ 4918 w 8196"/>
                <a:gd name="connsiteY0" fmla="*/ 0 h 4918"/>
                <a:gd name="connsiteX1" fmla="*/ 0 w 8196"/>
                <a:gd name="connsiteY1" fmla="*/ 1639 h 4918"/>
                <a:gd name="connsiteX2" fmla="*/ 4918 w 8196"/>
                <a:gd name="connsiteY2" fmla="*/ 3279 h 4918"/>
                <a:gd name="connsiteX3" fmla="*/ 8197 w 8196"/>
                <a:gd name="connsiteY3" fmla="*/ 4918 h 4918"/>
                <a:gd name="connsiteX4" fmla="*/ 4918 w 8196"/>
                <a:gd name="connsiteY4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4918" y="0"/>
                  </a:moveTo>
                  <a:lnTo>
                    <a:pt x="0" y="1639"/>
                  </a:lnTo>
                  <a:lnTo>
                    <a:pt x="4918" y="3279"/>
                  </a:lnTo>
                  <a:lnTo>
                    <a:pt x="8197" y="4918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8" name="Freeform 2717">
              <a:extLst>
                <a:ext uri="{FF2B5EF4-FFF2-40B4-BE49-F238E27FC236}">
                  <a16:creationId xmlns:a16="http://schemas.microsoft.com/office/drawing/2014/main" id="{67FA8447-670B-7B4D-A6BF-37DC73DDDA25}"/>
                </a:ext>
              </a:extLst>
            </p:cNvPr>
            <p:cNvSpPr/>
            <p:nvPr/>
          </p:nvSpPr>
          <p:spPr>
            <a:xfrm>
              <a:off x="7668123" y="972288"/>
              <a:ext cx="19672" cy="3278"/>
            </a:xfrm>
            <a:custGeom>
              <a:avLst/>
              <a:gdLst>
                <a:gd name="connsiteX0" fmla="*/ 0 w 19672"/>
                <a:gd name="connsiteY0" fmla="*/ 1639 h 3278"/>
                <a:gd name="connsiteX1" fmla="*/ 3279 w 19672"/>
                <a:gd name="connsiteY1" fmla="*/ 1639 h 3278"/>
                <a:gd name="connsiteX2" fmla="*/ 8197 w 19672"/>
                <a:gd name="connsiteY2" fmla="*/ 1639 h 3278"/>
                <a:gd name="connsiteX3" fmla="*/ 11476 w 19672"/>
                <a:gd name="connsiteY3" fmla="*/ 3279 h 3278"/>
                <a:gd name="connsiteX4" fmla="*/ 14754 w 19672"/>
                <a:gd name="connsiteY4" fmla="*/ 3279 h 3278"/>
                <a:gd name="connsiteX5" fmla="*/ 19672 w 19672"/>
                <a:gd name="connsiteY5" fmla="*/ 1639 h 3278"/>
                <a:gd name="connsiteX6" fmla="*/ 14754 w 19672"/>
                <a:gd name="connsiteY6" fmla="*/ 0 h 3278"/>
                <a:gd name="connsiteX7" fmla="*/ 11476 w 19672"/>
                <a:gd name="connsiteY7" fmla="*/ 0 h 3278"/>
                <a:gd name="connsiteX8" fmla="*/ 8197 w 19672"/>
                <a:gd name="connsiteY8" fmla="*/ 0 h 3278"/>
                <a:gd name="connsiteX9" fmla="*/ 3279 w 19672"/>
                <a:gd name="connsiteY9" fmla="*/ 0 h 3278"/>
                <a:gd name="connsiteX10" fmla="*/ 0 w 19672"/>
                <a:gd name="connsiteY10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72" h="3278">
                  <a:moveTo>
                    <a:pt x="0" y="1639"/>
                  </a:moveTo>
                  <a:lnTo>
                    <a:pt x="3279" y="1639"/>
                  </a:lnTo>
                  <a:lnTo>
                    <a:pt x="8197" y="1639"/>
                  </a:lnTo>
                  <a:lnTo>
                    <a:pt x="11476" y="3279"/>
                  </a:lnTo>
                  <a:lnTo>
                    <a:pt x="14754" y="3279"/>
                  </a:lnTo>
                  <a:lnTo>
                    <a:pt x="19672" y="1639"/>
                  </a:lnTo>
                  <a:lnTo>
                    <a:pt x="14754" y="0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9" name="Freeform 2718">
              <a:extLst>
                <a:ext uri="{FF2B5EF4-FFF2-40B4-BE49-F238E27FC236}">
                  <a16:creationId xmlns:a16="http://schemas.microsoft.com/office/drawing/2014/main" id="{FBC858CC-2D1D-BE41-BB8C-DEF6F5ECE62D}"/>
                </a:ext>
              </a:extLst>
            </p:cNvPr>
            <p:cNvSpPr/>
            <p:nvPr/>
          </p:nvSpPr>
          <p:spPr>
            <a:xfrm>
              <a:off x="7692713" y="777207"/>
              <a:ext cx="70491" cy="13114"/>
            </a:xfrm>
            <a:custGeom>
              <a:avLst/>
              <a:gdLst>
                <a:gd name="connsiteX0" fmla="*/ 6557 w 70491"/>
                <a:gd name="connsiteY0" fmla="*/ 1639 h 13114"/>
                <a:gd name="connsiteX1" fmla="*/ 9836 w 70491"/>
                <a:gd name="connsiteY1" fmla="*/ 4918 h 13114"/>
                <a:gd name="connsiteX2" fmla="*/ 13115 w 70491"/>
                <a:gd name="connsiteY2" fmla="*/ 6557 h 13114"/>
                <a:gd name="connsiteX3" fmla="*/ 18033 w 70491"/>
                <a:gd name="connsiteY3" fmla="*/ 8197 h 13114"/>
                <a:gd name="connsiteX4" fmla="*/ 21312 w 70491"/>
                <a:gd name="connsiteY4" fmla="*/ 8197 h 13114"/>
                <a:gd name="connsiteX5" fmla="*/ 26229 w 70491"/>
                <a:gd name="connsiteY5" fmla="*/ 8197 h 13114"/>
                <a:gd name="connsiteX6" fmla="*/ 29508 w 70491"/>
                <a:gd name="connsiteY6" fmla="*/ 8197 h 13114"/>
                <a:gd name="connsiteX7" fmla="*/ 34426 w 70491"/>
                <a:gd name="connsiteY7" fmla="*/ 8197 h 13114"/>
                <a:gd name="connsiteX8" fmla="*/ 37705 w 70491"/>
                <a:gd name="connsiteY8" fmla="*/ 8197 h 13114"/>
                <a:gd name="connsiteX9" fmla="*/ 42623 w 70491"/>
                <a:gd name="connsiteY9" fmla="*/ 9836 h 13114"/>
                <a:gd name="connsiteX10" fmla="*/ 37705 w 70491"/>
                <a:gd name="connsiteY10" fmla="*/ 9836 h 13114"/>
                <a:gd name="connsiteX11" fmla="*/ 34426 w 70491"/>
                <a:gd name="connsiteY11" fmla="*/ 11475 h 13114"/>
                <a:gd name="connsiteX12" fmla="*/ 37705 w 70491"/>
                <a:gd name="connsiteY12" fmla="*/ 11475 h 13114"/>
                <a:gd name="connsiteX13" fmla="*/ 42623 w 70491"/>
                <a:gd name="connsiteY13" fmla="*/ 13115 h 13114"/>
                <a:gd name="connsiteX14" fmla="*/ 45902 w 70491"/>
                <a:gd name="connsiteY14" fmla="*/ 13115 h 13114"/>
                <a:gd name="connsiteX15" fmla="*/ 50820 w 70491"/>
                <a:gd name="connsiteY15" fmla="*/ 13115 h 13114"/>
                <a:gd name="connsiteX16" fmla="*/ 54098 w 70491"/>
                <a:gd name="connsiteY16" fmla="*/ 11475 h 13114"/>
                <a:gd name="connsiteX17" fmla="*/ 57377 w 70491"/>
                <a:gd name="connsiteY17" fmla="*/ 11475 h 13114"/>
                <a:gd name="connsiteX18" fmla="*/ 62295 w 70491"/>
                <a:gd name="connsiteY18" fmla="*/ 9836 h 13114"/>
                <a:gd name="connsiteX19" fmla="*/ 65573 w 70491"/>
                <a:gd name="connsiteY19" fmla="*/ 9836 h 13114"/>
                <a:gd name="connsiteX20" fmla="*/ 70492 w 70491"/>
                <a:gd name="connsiteY20" fmla="*/ 8197 h 13114"/>
                <a:gd name="connsiteX21" fmla="*/ 65573 w 70491"/>
                <a:gd name="connsiteY21" fmla="*/ 3279 h 13114"/>
                <a:gd name="connsiteX22" fmla="*/ 62295 w 70491"/>
                <a:gd name="connsiteY22" fmla="*/ 3279 h 13114"/>
                <a:gd name="connsiteX23" fmla="*/ 57377 w 70491"/>
                <a:gd name="connsiteY23" fmla="*/ 3279 h 13114"/>
                <a:gd name="connsiteX24" fmla="*/ 54098 w 70491"/>
                <a:gd name="connsiteY24" fmla="*/ 1639 h 13114"/>
                <a:gd name="connsiteX25" fmla="*/ 50820 w 70491"/>
                <a:gd name="connsiteY25" fmla="*/ 1639 h 13114"/>
                <a:gd name="connsiteX26" fmla="*/ 47541 w 70491"/>
                <a:gd name="connsiteY26" fmla="*/ 1639 h 13114"/>
                <a:gd name="connsiteX27" fmla="*/ 44262 w 70491"/>
                <a:gd name="connsiteY27" fmla="*/ 1639 h 13114"/>
                <a:gd name="connsiteX28" fmla="*/ 39344 w 70491"/>
                <a:gd name="connsiteY28" fmla="*/ 1639 h 13114"/>
                <a:gd name="connsiteX29" fmla="*/ 36066 w 70491"/>
                <a:gd name="connsiteY29" fmla="*/ 1639 h 13114"/>
                <a:gd name="connsiteX30" fmla="*/ 31147 w 70491"/>
                <a:gd name="connsiteY30" fmla="*/ 1639 h 13114"/>
                <a:gd name="connsiteX31" fmla="*/ 27869 w 70491"/>
                <a:gd name="connsiteY31" fmla="*/ 1639 h 13114"/>
                <a:gd name="connsiteX32" fmla="*/ 22951 w 70491"/>
                <a:gd name="connsiteY32" fmla="*/ 0 h 13114"/>
                <a:gd name="connsiteX33" fmla="*/ 19672 w 70491"/>
                <a:gd name="connsiteY33" fmla="*/ 0 h 13114"/>
                <a:gd name="connsiteX34" fmla="*/ 16393 w 70491"/>
                <a:gd name="connsiteY34" fmla="*/ 0 h 13114"/>
                <a:gd name="connsiteX35" fmla="*/ 11476 w 70491"/>
                <a:gd name="connsiteY35" fmla="*/ 0 h 13114"/>
                <a:gd name="connsiteX36" fmla="*/ 8197 w 70491"/>
                <a:gd name="connsiteY36" fmla="*/ 0 h 13114"/>
                <a:gd name="connsiteX37" fmla="*/ 3279 w 70491"/>
                <a:gd name="connsiteY37" fmla="*/ 0 h 13114"/>
                <a:gd name="connsiteX38" fmla="*/ 0 w 70491"/>
                <a:gd name="connsiteY38" fmla="*/ 0 h 13114"/>
                <a:gd name="connsiteX39" fmla="*/ 3279 w 70491"/>
                <a:gd name="connsiteY39" fmla="*/ 0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70491" h="13114">
                  <a:moveTo>
                    <a:pt x="6557" y="1639"/>
                  </a:moveTo>
                  <a:lnTo>
                    <a:pt x="9836" y="4918"/>
                  </a:lnTo>
                  <a:lnTo>
                    <a:pt x="13115" y="6557"/>
                  </a:lnTo>
                  <a:lnTo>
                    <a:pt x="18033" y="8197"/>
                  </a:lnTo>
                  <a:lnTo>
                    <a:pt x="21312" y="8197"/>
                  </a:lnTo>
                  <a:lnTo>
                    <a:pt x="26229" y="8197"/>
                  </a:lnTo>
                  <a:lnTo>
                    <a:pt x="29508" y="8197"/>
                  </a:lnTo>
                  <a:lnTo>
                    <a:pt x="34426" y="8197"/>
                  </a:lnTo>
                  <a:lnTo>
                    <a:pt x="37705" y="8197"/>
                  </a:lnTo>
                  <a:lnTo>
                    <a:pt x="42623" y="9836"/>
                  </a:lnTo>
                  <a:lnTo>
                    <a:pt x="37705" y="9836"/>
                  </a:lnTo>
                  <a:lnTo>
                    <a:pt x="34426" y="11475"/>
                  </a:lnTo>
                  <a:lnTo>
                    <a:pt x="37705" y="11475"/>
                  </a:lnTo>
                  <a:lnTo>
                    <a:pt x="42623" y="13115"/>
                  </a:lnTo>
                  <a:lnTo>
                    <a:pt x="45902" y="13115"/>
                  </a:lnTo>
                  <a:lnTo>
                    <a:pt x="50820" y="13115"/>
                  </a:lnTo>
                  <a:lnTo>
                    <a:pt x="54098" y="11475"/>
                  </a:lnTo>
                  <a:lnTo>
                    <a:pt x="57377" y="11475"/>
                  </a:lnTo>
                  <a:lnTo>
                    <a:pt x="62295" y="9836"/>
                  </a:lnTo>
                  <a:lnTo>
                    <a:pt x="65573" y="9836"/>
                  </a:lnTo>
                  <a:lnTo>
                    <a:pt x="70492" y="8197"/>
                  </a:lnTo>
                  <a:lnTo>
                    <a:pt x="65573" y="3279"/>
                  </a:lnTo>
                  <a:lnTo>
                    <a:pt x="62295" y="3279"/>
                  </a:lnTo>
                  <a:lnTo>
                    <a:pt x="57377" y="3279"/>
                  </a:lnTo>
                  <a:lnTo>
                    <a:pt x="54098" y="1639"/>
                  </a:lnTo>
                  <a:lnTo>
                    <a:pt x="50820" y="1639"/>
                  </a:lnTo>
                  <a:lnTo>
                    <a:pt x="47541" y="1639"/>
                  </a:lnTo>
                  <a:lnTo>
                    <a:pt x="44262" y="1639"/>
                  </a:lnTo>
                  <a:lnTo>
                    <a:pt x="39344" y="1639"/>
                  </a:lnTo>
                  <a:lnTo>
                    <a:pt x="36066" y="1639"/>
                  </a:lnTo>
                  <a:lnTo>
                    <a:pt x="31147" y="1639"/>
                  </a:lnTo>
                  <a:lnTo>
                    <a:pt x="27869" y="1639"/>
                  </a:lnTo>
                  <a:lnTo>
                    <a:pt x="22951" y="0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0" name="Freeform 2719">
              <a:extLst>
                <a:ext uri="{FF2B5EF4-FFF2-40B4-BE49-F238E27FC236}">
                  <a16:creationId xmlns:a16="http://schemas.microsoft.com/office/drawing/2014/main" id="{F21002A2-4A61-9549-98B9-3AB694EF72C0}"/>
                </a:ext>
              </a:extLst>
            </p:cNvPr>
            <p:cNvSpPr/>
            <p:nvPr/>
          </p:nvSpPr>
          <p:spPr>
            <a:xfrm>
              <a:off x="7695992" y="742781"/>
              <a:ext cx="139343" cy="36065"/>
            </a:xfrm>
            <a:custGeom>
              <a:avLst/>
              <a:gdLst>
                <a:gd name="connsiteX0" fmla="*/ 3278 w 139343"/>
                <a:gd name="connsiteY0" fmla="*/ 27869 h 36065"/>
                <a:gd name="connsiteX1" fmla="*/ 4918 w 139343"/>
                <a:gd name="connsiteY1" fmla="*/ 27869 h 36065"/>
                <a:gd name="connsiteX2" fmla="*/ 8197 w 139343"/>
                <a:gd name="connsiteY2" fmla="*/ 27869 h 36065"/>
                <a:gd name="connsiteX3" fmla="*/ 13114 w 139343"/>
                <a:gd name="connsiteY3" fmla="*/ 27869 h 36065"/>
                <a:gd name="connsiteX4" fmla="*/ 16393 w 139343"/>
                <a:gd name="connsiteY4" fmla="*/ 27869 h 36065"/>
                <a:gd name="connsiteX5" fmla="*/ 19672 w 139343"/>
                <a:gd name="connsiteY5" fmla="*/ 27869 h 36065"/>
                <a:gd name="connsiteX6" fmla="*/ 24590 w 139343"/>
                <a:gd name="connsiteY6" fmla="*/ 27869 h 36065"/>
                <a:gd name="connsiteX7" fmla="*/ 27868 w 139343"/>
                <a:gd name="connsiteY7" fmla="*/ 27869 h 36065"/>
                <a:gd name="connsiteX8" fmla="*/ 32787 w 139343"/>
                <a:gd name="connsiteY8" fmla="*/ 26229 h 36065"/>
                <a:gd name="connsiteX9" fmla="*/ 36065 w 139343"/>
                <a:gd name="connsiteY9" fmla="*/ 26229 h 36065"/>
                <a:gd name="connsiteX10" fmla="*/ 40983 w 139343"/>
                <a:gd name="connsiteY10" fmla="*/ 27869 h 36065"/>
                <a:gd name="connsiteX11" fmla="*/ 44262 w 139343"/>
                <a:gd name="connsiteY11" fmla="*/ 29508 h 36065"/>
                <a:gd name="connsiteX12" fmla="*/ 40983 w 139343"/>
                <a:gd name="connsiteY12" fmla="*/ 27869 h 36065"/>
                <a:gd name="connsiteX13" fmla="*/ 36065 w 139343"/>
                <a:gd name="connsiteY13" fmla="*/ 27869 h 36065"/>
                <a:gd name="connsiteX14" fmla="*/ 32787 w 139343"/>
                <a:gd name="connsiteY14" fmla="*/ 27869 h 36065"/>
                <a:gd name="connsiteX15" fmla="*/ 27868 w 139343"/>
                <a:gd name="connsiteY15" fmla="*/ 27869 h 36065"/>
                <a:gd name="connsiteX16" fmla="*/ 24590 w 139343"/>
                <a:gd name="connsiteY16" fmla="*/ 27869 h 36065"/>
                <a:gd name="connsiteX17" fmla="*/ 19672 w 139343"/>
                <a:gd name="connsiteY17" fmla="*/ 27869 h 36065"/>
                <a:gd name="connsiteX18" fmla="*/ 16393 w 139343"/>
                <a:gd name="connsiteY18" fmla="*/ 27869 h 36065"/>
                <a:gd name="connsiteX19" fmla="*/ 19672 w 139343"/>
                <a:gd name="connsiteY19" fmla="*/ 29508 h 36065"/>
                <a:gd name="connsiteX20" fmla="*/ 22951 w 139343"/>
                <a:gd name="connsiteY20" fmla="*/ 29508 h 36065"/>
                <a:gd name="connsiteX21" fmla="*/ 27868 w 139343"/>
                <a:gd name="connsiteY21" fmla="*/ 29508 h 36065"/>
                <a:gd name="connsiteX22" fmla="*/ 31147 w 139343"/>
                <a:gd name="connsiteY22" fmla="*/ 31147 h 36065"/>
                <a:gd name="connsiteX23" fmla="*/ 36065 w 139343"/>
                <a:gd name="connsiteY23" fmla="*/ 31147 h 36065"/>
                <a:gd name="connsiteX24" fmla="*/ 32787 w 139343"/>
                <a:gd name="connsiteY24" fmla="*/ 31147 h 36065"/>
                <a:gd name="connsiteX25" fmla="*/ 27868 w 139343"/>
                <a:gd name="connsiteY25" fmla="*/ 31147 h 36065"/>
                <a:gd name="connsiteX26" fmla="*/ 24590 w 139343"/>
                <a:gd name="connsiteY26" fmla="*/ 31147 h 36065"/>
                <a:gd name="connsiteX27" fmla="*/ 19672 w 139343"/>
                <a:gd name="connsiteY27" fmla="*/ 31147 h 36065"/>
                <a:gd name="connsiteX28" fmla="*/ 24590 w 139343"/>
                <a:gd name="connsiteY28" fmla="*/ 31147 h 36065"/>
                <a:gd name="connsiteX29" fmla="*/ 29508 w 139343"/>
                <a:gd name="connsiteY29" fmla="*/ 32787 h 36065"/>
                <a:gd name="connsiteX30" fmla="*/ 32787 w 139343"/>
                <a:gd name="connsiteY30" fmla="*/ 32787 h 36065"/>
                <a:gd name="connsiteX31" fmla="*/ 36065 w 139343"/>
                <a:gd name="connsiteY31" fmla="*/ 32787 h 36065"/>
                <a:gd name="connsiteX32" fmla="*/ 40983 w 139343"/>
                <a:gd name="connsiteY32" fmla="*/ 32787 h 36065"/>
                <a:gd name="connsiteX33" fmla="*/ 44262 w 139343"/>
                <a:gd name="connsiteY33" fmla="*/ 34426 h 36065"/>
                <a:gd name="connsiteX34" fmla="*/ 49180 w 139343"/>
                <a:gd name="connsiteY34" fmla="*/ 34426 h 36065"/>
                <a:gd name="connsiteX35" fmla="*/ 52458 w 139343"/>
                <a:gd name="connsiteY35" fmla="*/ 36065 h 36065"/>
                <a:gd name="connsiteX36" fmla="*/ 57377 w 139343"/>
                <a:gd name="connsiteY36" fmla="*/ 36065 h 36065"/>
                <a:gd name="connsiteX37" fmla="*/ 60655 w 139343"/>
                <a:gd name="connsiteY37" fmla="*/ 36065 h 36065"/>
                <a:gd name="connsiteX38" fmla="*/ 65573 w 139343"/>
                <a:gd name="connsiteY38" fmla="*/ 36065 h 36065"/>
                <a:gd name="connsiteX39" fmla="*/ 65573 w 139343"/>
                <a:gd name="connsiteY39" fmla="*/ 36065 h 36065"/>
                <a:gd name="connsiteX40" fmla="*/ 68852 w 139343"/>
                <a:gd name="connsiteY40" fmla="*/ 36065 h 36065"/>
                <a:gd name="connsiteX41" fmla="*/ 72131 w 139343"/>
                <a:gd name="connsiteY41" fmla="*/ 34426 h 36065"/>
                <a:gd name="connsiteX42" fmla="*/ 77049 w 139343"/>
                <a:gd name="connsiteY42" fmla="*/ 34426 h 36065"/>
                <a:gd name="connsiteX43" fmla="*/ 80327 w 139343"/>
                <a:gd name="connsiteY43" fmla="*/ 32787 h 36065"/>
                <a:gd name="connsiteX44" fmla="*/ 85245 w 139343"/>
                <a:gd name="connsiteY44" fmla="*/ 32787 h 36065"/>
                <a:gd name="connsiteX45" fmla="*/ 88524 w 139343"/>
                <a:gd name="connsiteY45" fmla="*/ 32787 h 36065"/>
                <a:gd name="connsiteX46" fmla="*/ 93442 w 139343"/>
                <a:gd name="connsiteY46" fmla="*/ 31147 h 36065"/>
                <a:gd name="connsiteX47" fmla="*/ 98360 w 139343"/>
                <a:gd name="connsiteY47" fmla="*/ 31147 h 36065"/>
                <a:gd name="connsiteX48" fmla="*/ 101639 w 139343"/>
                <a:gd name="connsiteY48" fmla="*/ 31147 h 36065"/>
                <a:gd name="connsiteX49" fmla="*/ 106557 w 139343"/>
                <a:gd name="connsiteY49" fmla="*/ 29508 h 36065"/>
                <a:gd name="connsiteX50" fmla="*/ 109835 w 139343"/>
                <a:gd name="connsiteY50" fmla="*/ 29508 h 36065"/>
                <a:gd name="connsiteX51" fmla="*/ 113114 w 139343"/>
                <a:gd name="connsiteY51" fmla="*/ 29508 h 36065"/>
                <a:gd name="connsiteX52" fmla="*/ 118032 w 139343"/>
                <a:gd name="connsiteY52" fmla="*/ 29508 h 36065"/>
                <a:gd name="connsiteX53" fmla="*/ 122950 w 139343"/>
                <a:gd name="connsiteY53" fmla="*/ 29508 h 36065"/>
                <a:gd name="connsiteX54" fmla="*/ 127868 w 139343"/>
                <a:gd name="connsiteY54" fmla="*/ 29508 h 36065"/>
                <a:gd name="connsiteX55" fmla="*/ 131147 w 139343"/>
                <a:gd name="connsiteY55" fmla="*/ 29508 h 36065"/>
                <a:gd name="connsiteX56" fmla="*/ 136065 w 139343"/>
                <a:gd name="connsiteY56" fmla="*/ 29508 h 36065"/>
                <a:gd name="connsiteX57" fmla="*/ 139344 w 139343"/>
                <a:gd name="connsiteY57" fmla="*/ 26229 h 36065"/>
                <a:gd name="connsiteX58" fmla="*/ 136065 w 139343"/>
                <a:gd name="connsiteY58" fmla="*/ 26229 h 36065"/>
                <a:gd name="connsiteX59" fmla="*/ 131147 w 139343"/>
                <a:gd name="connsiteY59" fmla="*/ 22951 h 36065"/>
                <a:gd name="connsiteX60" fmla="*/ 127868 w 139343"/>
                <a:gd name="connsiteY60" fmla="*/ 22951 h 36065"/>
                <a:gd name="connsiteX61" fmla="*/ 124590 w 139343"/>
                <a:gd name="connsiteY61" fmla="*/ 21311 h 36065"/>
                <a:gd name="connsiteX62" fmla="*/ 122950 w 139343"/>
                <a:gd name="connsiteY62" fmla="*/ 16393 h 36065"/>
                <a:gd name="connsiteX63" fmla="*/ 126229 w 139343"/>
                <a:gd name="connsiteY63" fmla="*/ 18033 h 36065"/>
                <a:gd name="connsiteX64" fmla="*/ 131147 w 139343"/>
                <a:gd name="connsiteY64" fmla="*/ 16393 h 36065"/>
                <a:gd name="connsiteX65" fmla="*/ 134425 w 139343"/>
                <a:gd name="connsiteY65" fmla="*/ 16393 h 36065"/>
                <a:gd name="connsiteX66" fmla="*/ 139344 w 139343"/>
                <a:gd name="connsiteY66" fmla="*/ 14754 h 36065"/>
                <a:gd name="connsiteX67" fmla="*/ 134425 w 139343"/>
                <a:gd name="connsiteY67" fmla="*/ 13115 h 36065"/>
                <a:gd name="connsiteX68" fmla="*/ 131147 w 139343"/>
                <a:gd name="connsiteY68" fmla="*/ 13115 h 36065"/>
                <a:gd name="connsiteX69" fmla="*/ 127868 w 139343"/>
                <a:gd name="connsiteY69" fmla="*/ 11475 h 36065"/>
                <a:gd name="connsiteX70" fmla="*/ 122950 w 139343"/>
                <a:gd name="connsiteY70" fmla="*/ 11475 h 36065"/>
                <a:gd name="connsiteX71" fmla="*/ 119671 w 139343"/>
                <a:gd name="connsiteY71" fmla="*/ 11475 h 36065"/>
                <a:gd name="connsiteX72" fmla="*/ 116393 w 139343"/>
                <a:gd name="connsiteY72" fmla="*/ 11475 h 36065"/>
                <a:gd name="connsiteX73" fmla="*/ 113114 w 139343"/>
                <a:gd name="connsiteY73" fmla="*/ 9836 h 36065"/>
                <a:gd name="connsiteX74" fmla="*/ 108196 w 139343"/>
                <a:gd name="connsiteY74" fmla="*/ 9836 h 36065"/>
                <a:gd name="connsiteX75" fmla="*/ 103278 w 139343"/>
                <a:gd name="connsiteY75" fmla="*/ 8197 h 36065"/>
                <a:gd name="connsiteX76" fmla="*/ 100000 w 139343"/>
                <a:gd name="connsiteY76" fmla="*/ 8197 h 36065"/>
                <a:gd name="connsiteX77" fmla="*/ 96721 w 139343"/>
                <a:gd name="connsiteY77" fmla="*/ 6557 h 36065"/>
                <a:gd name="connsiteX78" fmla="*/ 91803 w 139343"/>
                <a:gd name="connsiteY78" fmla="*/ 4918 h 36065"/>
                <a:gd name="connsiteX79" fmla="*/ 88524 w 139343"/>
                <a:gd name="connsiteY79" fmla="*/ 4918 h 36065"/>
                <a:gd name="connsiteX80" fmla="*/ 85245 w 139343"/>
                <a:gd name="connsiteY80" fmla="*/ 3279 h 36065"/>
                <a:gd name="connsiteX81" fmla="*/ 80327 w 139343"/>
                <a:gd name="connsiteY81" fmla="*/ 1639 h 36065"/>
                <a:gd name="connsiteX82" fmla="*/ 75410 w 139343"/>
                <a:gd name="connsiteY82" fmla="*/ 1639 h 36065"/>
                <a:gd name="connsiteX83" fmla="*/ 75410 w 139343"/>
                <a:gd name="connsiteY83" fmla="*/ 1639 h 36065"/>
                <a:gd name="connsiteX84" fmla="*/ 70491 w 139343"/>
                <a:gd name="connsiteY84" fmla="*/ 0 h 36065"/>
                <a:gd name="connsiteX85" fmla="*/ 67213 w 139343"/>
                <a:gd name="connsiteY85" fmla="*/ 0 h 36065"/>
                <a:gd name="connsiteX86" fmla="*/ 62295 w 139343"/>
                <a:gd name="connsiteY86" fmla="*/ 0 h 36065"/>
                <a:gd name="connsiteX87" fmla="*/ 57377 w 139343"/>
                <a:gd name="connsiteY87" fmla="*/ 0 h 36065"/>
                <a:gd name="connsiteX88" fmla="*/ 54098 w 139343"/>
                <a:gd name="connsiteY88" fmla="*/ 1639 h 36065"/>
                <a:gd name="connsiteX89" fmla="*/ 57377 w 139343"/>
                <a:gd name="connsiteY89" fmla="*/ 1639 h 36065"/>
                <a:gd name="connsiteX90" fmla="*/ 62295 w 139343"/>
                <a:gd name="connsiteY90" fmla="*/ 1639 h 36065"/>
                <a:gd name="connsiteX91" fmla="*/ 65573 w 139343"/>
                <a:gd name="connsiteY91" fmla="*/ 1639 h 36065"/>
                <a:gd name="connsiteX92" fmla="*/ 62295 w 139343"/>
                <a:gd name="connsiteY92" fmla="*/ 1639 h 36065"/>
                <a:gd name="connsiteX93" fmla="*/ 57377 w 139343"/>
                <a:gd name="connsiteY93" fmla="*/ 1639 h 36065"/>
                <a:gd name="connsiteX94" fmla="*/ 54098 w 139343"/>
                <a:gd name="connsiteY94" fmla="*/ 3279 h 36065"/>
                <a:gd name="connsiteX95" fmla="*/ 50820 w 139343"/>
                <a:gd name="connsiteY95" fmla="*/ 4918 h 36065"/>
                <a:gd name="connsiteX96" fmla="*/ 45901 w 139343"/>
                <a:gd name="connsiteY96" fmla="*/ 4918 h 36065"/>
                <a:gd name="connsiteX97" fmla="*/ 42623 w 139343"/>
                <a:gd name="connsiteY97" fmla="*/ 4918 h 36065"/>
                <a:gd name="connsiteX98" fmla="*/ 37705 w 139343"/>
                <a:gd name="connsiteY98" fmla="*/ 4918 h 36065"/>
                <a:gd name="connsiteX99" fmla="*/ 34426 w 139343"/>
                <a:gd name="connsiteY99" fmla="*/ 6557 h 36065"/>
                <a:gd name="connsiteX100" fmla="*/ 29508 w 139343"/>
                <a:gd name="connsiteY100" fmla="*/ 6557 h 36065"/>
                <a:gd name="connsiteX101" fmla="*/ 26229 w 139343"/>
                <a:gd name="connsiteY101" fmla="*/ 6557 h 36065"/>
                <a:gd name="connsiteX102" fmla="*/ 21311 w 139343"/>
                <a:gd name="connsiteY102" fmla="*/ 6557 h 36065"/>
                <a:gd name="connsiteX103" fmla="*/ 18033 w 139343"/>
                <a:gd name="connsiteY103" fmla="*/ 9836 h 36065"/>
                <a:gd name="connsiteX104" fmla="*/ 14754 w 139343"/>
                <a:gd name="connsiteY104" fmla="*/ 9836 h 36065"/>
                <a:gd name="connsiteX105" fmla="*/ 9836 w 139343"/>
                <a:gd name="connsiteY105" fmla="*/ 11475 h 36065"/>
                <a:gd name="connsiteX106" fmla="*/ 13114 w 139343"/>
                <a:gd name="connsiteY106" fmla="*/ 14754 h 36065"/>
                <a:gd name="connsiteX107" fmla="*/ 16393 w 139343"/>
                <a:gd name="connsiteY107" fmla="*/ 14754 h 36065"/>
                <a:gd name="connsiteX108" fmla="*/ 21311 w 139343"/>
                <a:gd name="connsiteY108" fmla="*/ 14754 h 36065"/>
                <a:gd name="connsiteX109" fmla="*/ 24590 w 139343"/>
                <a:gd name="connsiteY109" fmla="*/ 14754 h 36065"/>
                <a:gd name="connsiteX110" fmla="*/ 21311 w 139343"/>
                <a:gd name="connsiteY110" fmla="*/ 18033 h 36065"/>
                <a:gd name="connsiteX111" fmla="*/ 22951 w 139343"/>
                <a:gd name="connsiteY111" fmla="*/ 21311 h 36065"/>
                <a:gd name="connsiteX112" fmla="*/ 19672 w 139343"/>
                <a:gd name="connsiteY112" fmla="*/ 21311 h 36065"/>
                <a:gd name="connsiteX113" fmla="*/ 16393 w 139343"/>
                <a:gd name="connsiteY113" fmla="*/ 21311 h 36065"/>
                <a:gd name="connsiteX114" fmla="*/ 11475 w 139343"/>
                <a:gd name="connsiteY114" fmla="*/ 21311 h 36065"/>
                <a:gd name="connsiteX115" fmla="*/ 8197 w 139343"/>
                <a:gd name="connsiteY115" fmla="*/ 22951 h 36065"/>
                <a:gd name="connsiteX116" fmla="*/ 11475 w 139343"/>
                <a:gd name="connsiteY116" fmla="*/ 24590 h 36065"/>
                <a:gd name="connsiteX117" fmla="*/ 16393 w 139343"/>
                <a:gd name="connsiteY117" fmla="*/ 24590 h 36065"/>
                <a:gd name="connsiteX118" fmla="*/ 19672 w 139343"/>
                <a:gd name="connsiteY118" fmla="*/ 24590 h 36065"/>
                <a:gd name="connsiteX119" fmla="*/ 24590 w 139343"/>
                <a:gd name="connsiteY119" fmla="*/ 24590 h 36065"/>
                <a:gd name="connsiteX120" fmla="*/ 19672 w 139343"/>
                <a:gd name="connsiteY120" fmla="*/ 24590 h 36065"/>
                <a:gd name="connsiteX121" fmla="*/ 16393 w 139343"/>
                <a:gd name="connsiteY121" fmla="*/ 24590 h 36065"/>
                <a:gd name="connsiteX122" fmla="*/ 13114 w 139343"/>
                <a:gd name="connsiteY122" fmla="*/ 24590 h 36065"/>
                <a:gd name="connsiteX123" fmla="*/ 8197 w 139343"/>
                <a:gd name="connsiteY123" fmla="*/ 24590 h 36065"/>
                <a:gd name="connsiteX124" fmla="*/ 3278 w 139343"/>
                <a:gd name="connsiteY124" fmla="*/ 24590 h 36065"/>
                <a:gd name="connsiteX125" fmla="*/ 0 w 139343"/>
                <a:gd name="connsiteY125" fmla="*/ 27869 h 36065"/>
                <a:gd name="connsiteX126" fmla="*/ 3278 w 139343"/>
                <a:gd name="connsiteY126" fmla="*/ 27869 h 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139343" h="36065">
                  <a:moveTo>
                    <a:pt x="3278" y="27869"/>
                  </a:moveTo>
                  <a:lnTo>
                    <a:pt x="4918" y="27869"/>
                  </a:lnTo>
                  <a:lnTo>
                    <a:pt x="8197" y="27869"/>
                  </a:lnTo>
                  <a:lnTo>
                    <a:pt x="13114" y="27869"/>
                  </a:lnTo>
                  <a:lnTo>
                    <a:pt x="16393" y="27869"/>
                  </a:lnTo>
                  <a:lnTo>
                    <a:pt x="19672" y="27869"/>
                  </a:lnTo>
                  <a:lnTo>
                    <a:pt x="24590" y="27869"/>
                  </a:lnTo>
                  <a:lnTo>
                    <a:pt x="27868" y="27869"/>
                  </a:lnTo>
                  <a:lnTo>
                    <a:pt x="32787" y="26229"/>
                  </a:lnTo>
                  <a:lnTo>
                    <a:pt x="36065" y="26229"/>
                  </a:lnTo>
                  <a:lnTo>
                    <a:pt x="40983" y="27869"/>
                  </a:lnTo>
                  <a:lnTo>
                    <a:pt x="44262" y="29508"/>
                  </a:lnTo>
                  <a:lnTo>
                    <a:pt x="40983" y="27869"/>
                  </a:lnTo>
                  <a:lnTo>
                    <a:pt x="36065" y="27869"/>
                  </a:lnTo>
                  <a:lnTo>
                    <a:pt x="32787" y="27869"/>
                  </a:lnTo>
                  <a:lnTo>
                    <a:pt x="27868" y="27869"/>
                  </a:lnTo>
                  <a:lnTo>
                    <a:pt x="24590" y="27869"/>
                  </a:lnTo>
                  <a:lnTo>
                    <a:pt x="19672" y="27869"/>
                  </a:lnTo>
                  <a:lnTo>
                    <a:pt x="16393" y="27869"/>
                  </a:lnTo>
                  <a:lnTo>
                    <a:pt x="19672" y="29508"/>
                  </a:lnTo>
                  <a:lnTo>
                    <a:pt x="22951" y="29508"/>
                  </a:lnTo>
                  <a:lnTo>
                    <a:pt x="27868" y="29508"/>
                  </a:lnTo>
                  <a:lnTo>
                    <a:pt x="31147" y="31147"/>
                  </a:lnTo>
                  <a:lnTo>
                    <a:pt x="36065" y="31147"/>
                  </a:lnTo>
                  <a:lnTo>
                    <a:pt x="32787" y="31147"/>
                  </a:lnTo>
                  <a:lnTo>
                    <a:pt x="27868" y="31147"/>
                  </a:lnTo>
                  <a:lnTo>
                    <a:pt x="24590" y="31147"/>
                  </a:lnTo>
                  <a:lnTo>
                    <a:pt x="19672" y="31147"/>
                  </a:lnTo>
                  <a:lnTo>
                    <a:pt x="24590" y="31147"/>
                  </a:lnTo>
                  <a:lnTo>
                    <a:pt x="29508" y="32787"/>
                  </a:lnTo>
                  <a:lnTo>
                    <a:pt x="32787" y="32787"/>
                  </a:lnTo>
                  <a:lnTo>
                    <a:pt x="36065" y="32787"/>
                  </a:lnTo>
                  <a:lnTo>
                    <a:pt x="40983" y="32787"/>
                  </a:lnTo>
                  <a:lnTo>
                    <a:pt x="44262" y="34426"/>
                  </a:lnTo>
                  <a:lnTo>
                    <a:pt x="49180" y="34426"/>
                  </a:lnTo>
                  <a:lnTo>
                    <a:pt x="52458" y="36065"/>
                  </a:lnTo>
                  <a:lnTo>
                    <a:pt x="57377" y="36065"/>
                  </a:lnTo>
                  <a:lnTo>
                    <a:pt x="60655" y="36065"/>
                  </a:lnTo>
                  <a:lnTo>
                    <a:pt x="65573" y="36065"/>
                  </a:lnTo>
                  <a:lnTo>
                    <a:pt x="65573" y="36065"/>
                  </a:lnTo>
                  <a:lnTo>
                    <a:pt x="68852" y="36065"/>
                  </a:lnTo>
                  <a:lnTo>
                    <a:pt x="72131" y="34426"/>
                  </a:lnTo>
                  <a:lnTo>
                    <a:pt x="77049" y="34426"/>
                  </a:lnTo>
                  <a:lnTo>
                    <a:pt x="80327" y="32787"/>
                  </a:lnTo>
                  <a:lnTo>
                    <a:pt x="85245" y="32787"/>
                  </a:lnTo>
                  <a:lnTo>
                    <a:pt x="88524" y="32787"/>
                  </a:lnTo>
                  <a:lnTo>
                    <a:pt x="93442" y="31147"/>
                  </a:lnTo>
                  <a:lnTo>
                    <a:pt x="98360" y="31147"/>
                  </a:lnTo>
                  <a:lnTo>
                    <a:pt x="101639" y="31147"/>
                  </a:lnTo>
                  <a:lnTo>
                    <a:pt x="106557" y="29508"/>
                  </a:lnTo>
                  <a:lnTo>
                    <a:pt x="109835" y="29508"/>
                  </a:lnTo>
                  <a:lnTo>
                    <a:pt x="113114" y="29508"/>
                  </a:lnTo>
                  <a:lnTo>
                    <a:pt x="118032" y="29508"/>
                  </a:lnTo>
                  <a:lnTo>
                    <a:pt x="122950" y="29508"/>
                  </a:lnTo>
                  <a:lnTo>
                    <a:pt x="127868" y="29508"/>
                  </a:lnTo>
                  <a:lnTo>
                    <a:pt x="131147" y="29508"/>
                  </a:lnTo>
                  <a:lnTo>
                    <a:pt x="136065" y="29508"/>
                  </a:lnTo>
                  <a:lnTo>
                    <a:pt x="139344" y="26229"/>
                  </a:lnTo>
                  <a:lnTo>
                    <a:pt x="136065" y="26229"/>
                  </a:lnTo>
                  <a:lnTo>
                    <a:pt x="131147" y="22951"/>
                  </a:lnTo>
                  <a:lnTo>
                    <a:pt x="127868" y="22951"/>
                  </a:lnTo>
                  <a:lnTo>
                    <a:pt x="124590" y="21311"/>
                  </a:lnTo>
                  <a:lnTo>
                    <a:pt x="122950" y="16393"/>
                  </a:lnTo>
                  <a:lnTo>
                    <a:pt x="126229" y="18033"/>
                  </a:lnTo>
                  <a:lnTo>
                    <a:pt x="131147" y="16393"/>
                  </a:lnTo>
                  <a:lnTo>
                    <a:pt x="134425" y="16393"/>
                  </a:lnTo>
                  <a:lnTo>
                    <a:pt x="139344" y="14754"/>
                  </a:lnTo>
                  <a:lnTo>
                    <a:pt x="134425" y="13115"/>
                  </a:lnTo>
                  <a:lnTo>
                    <a:pt x="131147" y="13115"/>
                  </a:lnTo>
                  <a:lnTo>
                    <a:pt x="127868" y="11475"/>
                  </a:lnTo>
                  <a:lnTo>
                    <a:pt x="122950" y="11475"/>
                  </a:lnTo>
                  <a:lnTo>
                    <a:pt x="119671" y="11475"/>
                  </a:lnTo>
                  <a:lnTo>
                    <a:pt x="116393" y="11475"/>
                  </a:lnTo>
                  <a:lnTo>
                    <a:pt x="113114" y="9836"/>
                  </a:lnTo>
                  <a:lnTo>
                    <a:pt x="108196" y="9836"/>
                  </a:lnTo>
                  <a:lnTo>
                    <a:pt x="103278" y="8197"/>
                  </a:lnTo>
                  <a:lnTo>
                    <a:pt x="100000" y="8197"/>
                  </a:lnTo>
                  <a:lnTo>
                    <a:pt x="96721" y="6557"/>
                  </a:lnTo>
                  <a:lnTo>
                    <a:pt x="91803" y="4918"/>
                  </a:lnTo>
                  <a:lnTo>
                    <a:pt x="88524" y="4918"/>
                  </a:lnTo>
                  <a:lnTo>
                    <a:pt x="85245" y="3279"/>
                  </a:lnTo>
                  <a:lnTo>
                    <a:pt x="80327" y="1639"/>
                  </a:lnTo>
                  <a:lnTo>
                    <a:pt x="75410" y="1639"/>
                  </a:lnTo>
                  <a:lnTo>
                    <a:pt x="75410" y="1639"/>
                  </a:lnTo>
                  <a:lnTo>
                    <a:pt x="70491" y="0"/>
                  </a:lnTo>
                  <a:lnTo>
                    <a:pt x="67213" y="0"/>
                  </a:lnTo>
                  <a:lnTo>
                    <a:pt x="62295" y="0"/>
                  </a:lnTo>
                  <a:lnTo>
                    <a:pt x="57377" y="0"/>
                  </a:lnTo>
                  <a:lnTo>
                    <a:pt x="54098" y="1639"/>
                  </a:lnTo>
                  <a:lnTo>
                    <a:pt x="57377" y="1639"/>
                  </a:lnTo>
                  <a:lnTo>
                    <a:pt x="62295" y="1639"/>
                  </a:lnTo>
                  <a:lnTo>
                    <a:pt x="65573" y="1639"/>
                  </a:lnTo>
                  <a:lnTo>
                    <a:pt x="62295" y="1639"/>
                  </a:lnTo>
                  <a:lnTo>
                    <a:pt x="57377" y="1639"/>
                  </a:lnTo>
                  <a:lnTo>
                    <a:pt x="54098" y="3279"/>
                  </a:lnTo>
                  <a:lnTo>
                    <a:pt x="50820" y="4918"/>
                  </a:lnTo>
                  <a:lnTo>
                    <a:pt x="45901" y="4918"/>
                  </a:lnTo>
                  <a:lnTo>
                    <a:pt x="42623" y="4918"/>
                  </a:lnTo>
                  <a:lnTo>
                    <a:pt x="37705" y="4918"/>
                  </a:lnTo>
                  <a:lnTo>
                    <a:pt x="34426" y="6557"/>
                  </a:lnTo>
                  <a:lnTo>
                    <a:pt x="29508" y="6557"/>
                  </a:lnTo>
                  <a:lnTo>
                    <a:pt x="26229" y="6557"/>
                  </a:lnTo>
                  <a:lnTo>
                    <a:pt x="21311" y="6557"/>
                  </a:lnTo>
                  <a:lnTo>
                    <a:pt x="18033" y="9836"/>
                  </a:lnTo>
                  <a:lnTo>
                    <a:pt x="14754" y="9836"/>
                  </a:lnTo>
                  <a:lnTo>
                    <a:pt x="9836" y="11475"/>
                  </a:lnTo>
                  <a:lnTo>
                    <a:pt x="13114" y="14754"/>
                  </a:lnTo>
                  <a:lnTo>
                    <a:pt x="16393" y="14754"/>
                  </a:lnTo>
                  <a:lnTo>
                    <a:pt x="21311" y="14754"/>
                  </a:lnTo>
                  <a:lnTo>
                    <a:pt x="24590" y="14754"/>
                  </a:lnTo>
                  <a:lnTo>
                    <a:pt x="21311" y="18033"/>
                  </a:lnTo>
                  <a:lnTo>
                    <a:pt x="22951" y="21311"/>
                  </a:lnTo>
                  <a:lnTo>
                    <a:pt x="19672" y="21311"/>
                  </a:lnTo>
                  <a:lnTo>
                    <a:pt x="16393" y="21311"/>
                  </a:lnTo>
                  <a:lnTo>
                    <a:pt x="11475" y="21311"/>
                  </a:lnTo>
                  <a:lnTo>
                    <a:pt x="8197" y="22951"/>
                  </a:lnTo>
                  <a:lnTo>
                    <a:pt x="11475" y="24590"/>
                  </a:lnTo>
                  <a:lnTo>
                    <a:pt x="16393" y="24590"/>
                  </a:lnTo>
                  <a:lnTo>
                    <a:pt x="19672" y="24590"/>
                  </a:lnTo>
                  <a:lnTo>
                    <a:pt x="24590" y="24590"/>
                  </a:lnTo>
                  <a:lnTo>
                    <a:pt x="19672" y="24590"/>
                  </a:lnTo>
                  <a:lnTo>
                    <a:pt x="16393" y="24590"/>
                  </a:lnTo>
                  <a:lnTo>
                    <a:pt x="13114" y="24590"/>
                  </a:lnTo>
                  <a:lnTo>
                    <a:pt x="8197" y="24590"/>
                  </a:lnTo>
                  <a:lnTo>
                    <a:pt x="3278" y="24590"/>
                  </a:lnTo>
                  <a:lnTo>
                    <a:pt x="0" y="27869"/>
                  </a:lnTo>
                  <a:lnTo>
                    <a:pt x="3278" y="2786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1" name="Freeform 2720">
              <a:extLst>
                <a:ext uri="{FF2B5EF4-FFF2-40B4-BE49-F238E27FC236}">
                  <a16:creationId xmlns:a16="http://schemas.microsoft.com/office/drawing/2014/main" id="{090AFAB7-18EA-3549-843B-0E8F38A8E06E}"/>
                </a:ext>
              </a:extLst>
            </p:cNvPr>
            <p:cNvSpPr/>
            <p:nvPr/>
          </p:nvSpPr>
          <p:spPr>
            <a:xfrm>
              <a:off x="7699271" y="975567"/>
              <a:ext cx="13114" cy="3278"/>
            </a:xfrm>
            <a:custGeom>
              <a:avLst/>
              <a:gdLst>
                <a:gd name="connsiteX0" fmla="*/ 0 w 13114"/>
                <a:gd name="connsiteY0" fmla="*/ 0 h 3278"/>
                <a:gd name="connsiteX1" fmla="*/ 4918 w 13114"/>
                <a:gd name="connsiteY1" fmla="*/ 1639 h 3278"/>
                <a:gd name="connsiteX2" fmla="*/ 9836 w 13114"/>
                <a:gd name="connsiteY2" fmla="*/ 3279 h 3278"/>
                <a:gd name="connsiteX3" fmla="*/ 13115 w 13114"/>
                <a:gd name="connsiteY3" fmla="*/ 3279 h 3278"/>
                <a:gd name="connsiteX4" fmla="*/ 9836 w 13114"/>
                <a:gd name="connsiteY4" fmla="*/ 0 h 3278"/>
                <a:gd name="connsiteX5" fmla="*/ 6558 w 13114"/>
                <a:gd name="connsiteY5" fmla="*/ 1639 h 3278"/>
                <a:gd name="connsiteX6" fmla="*/ 1639 w 13114"/>
                <a:gd name="connsiteY6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14" h="3278">
                  <a:moveTo>
                    <a:pt x="0" y="0"/>
                  </a:moveTo>
                  <a:lnTo>
                    <a:pt x="4918" y="1639"/>
                  </a:lnTo>
                  <a:lnTo>
                    <a:pt x="9836" y="3279"/>
                  </a:lnTo>
                  <a:lnTo>
                    <a:pt x="13115" y="3279"/>
                  </a:lnTo>
                  <a:lnTo>
                    <a:pt x="9836" y="0"/>
                  </a:lnTo>
                  <a:lnTo>
                    <a:pt x="6558" y="163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2" name="Freeform 2721">
              <a:extLst>
                <a:ext uri="{FF2B5EF4-FFF2-40B4-BE49-F238E27FC236}">
                  <a16:creationId xmlns:a16="http://schemas.microsoft.com/office/drawing/2014/main" id="{B197A1D5-D52B-7A4F-9902-EB2C3FC93AB0}"/>
                </a:ext>
              </a:extLst>
            </p:cNvPr>
            <p:cNvSpPr/>
            <p:nvPr/>
          </p:nvSpPr>
          <p:spPr>
            <a:xfrm>
              <a:off x="7702550" y="959174"/>
              <a:ext cx="8196" cy="3278"/>
            </a:xfrm>
            <a:custGeom>
              <a:avLst/>
              <a:gdLst>
                <a:gd name="connsiteX0" fmla="*/ 3279 w 8196"/>
                <a:gd name="connsiteY0" fmla="*/ 0 h 3278"/>
                <a:gd name="connsiteX1" fmla="*/ 0 w 8196"/>
                <a:gd name="connsiteY1" fmla="*/ 1639 h 3278"/>
                <a:gd name="connsiteX2" fmla="*/ 3279 w 8196"/>
                <a:gd name="connsiteY2" fmla="*/ 3279 h 3278"/>
                <a:gd name="connsiteX3" fmla="*/ 8197 w 8196"/>
                <a:gd name="connsiteY3" fmla="*/ 3279 h 3278"/>
                <a:gd name="connsiteX4" fmla="*/ 3279 w 8196"/>
                <a:gd name="connsiteY4" fmla="*/ 1639 h 3278"/>
                <a:gd name="connsiteX5" fmla="*/ 8197 w 8196"/>
                <a:gd name="connsiteY5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3278">
                  <a:moveTo>
                    <a:pt x="3279" y="0"/>
                  </a:moveTo>
                  <a:lnTo>
                    <a:pt x="0" y="1639"/>
                  </a:lnTo>
                  <a:lnTo>
                    <a:pt x="3279" y="3279"/>
                  </a:lnTo>
                  <a:lnTo>
                    <a:pt x="8197" y="3279"/>
                  </a:lnTo>
                  <a:lnTo>
                    <a:pt x="3279" y="1639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3" name="Freeform 2722">
              <a:extLst>
                <a:ext uri="{FF2B5EF4-FFF2-40B4-BE49-F238E27FC236}">
                  <a16:creationId xmlns:a16="http://schemas.microsoft.com/office/drawing/2014/main" id="{A43CB716-FA45-A041-8AFC-476E6D81AD1C}"/>
                </a:ext>
              </a:extLst>
            </p:cNvPr>
            <p:cNvSpPr/>
            <p:nvPr/>
          </p:nvSpPr>
          <p:spPr>
            <a:xfrm>
              <a:off x="7707467" y="955895"/>
              <a:ext cx="4918" cy="1639"/>
            </a:xfrm>
            <a:custGeom>
              <a:avLst/>
              <a:gdLst>
                <a:gd name="connsiteX0" fmla="*/ 4918 w 4918"/>
                <a:gd name="connsiteY0" fmla="*/ 0 h 1639"/>
                <a:gd name="connsiteX1" fmla="*/ 0 w 4918"/>
                <a:gd name="connsiteY1" fmla="*/ 1639 h 1639"/>
                <a:gd name="connsiteX2" fmla="*/ 4918 w 491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4918" y="0"/>
                  </a:moveTo>
                  <a:lnTo>
                    <a:pt x="0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4" name="Freeform 2723">
              <a:extLst>
                <a:ext uri="{FF2B5EF4-FFF2-40B4-BE49-F238E27FC236}">
                  <a16:creationId xmlns:a16="http://schemas.microsoft.com/office/drawing/2014/main" id="{4741AB5F-6142-BD4F-85E8-0FD1D51A7378}"/>
                </a:ext>
              </a:extLst>
            </p:cNvPr>
            <p:cNvSpPr/>
            <p:nvPr/>
          </p:nvSpPr>
          <p:spPr>
            <a:xfrm>
              <a:off x="7709107" y="787043"/>
              <a:ext cx="16393" cy="3278"/>
            </a:xfrm>
            <a:custGeom>
              <a:avLst/>
              <a:gdLst>
                <a:gd name="connsiteX0" fmla="*/ 11476 w 16393"/>
                <a:gd name="connsiteY0" fmla="*/ 3279 h 3278"/>
                <a:gd name="connsiteX1" fmla="*/ 16393 w 16393"/>
                <a:gd name="connsiteY1" fmla="*/ 3279 h 3278"/>
                <a:gd name="connsiteX2" fmla="*/ 11476 w 16393"/>
                <a:gd name="connsiteY2" fmla="*/ 1639 h 3278"/>
                <a:gd name="connsiteX3" fmla="*/ 8197 w 16393"/>
                <a:gd name="connsiteY3" fmla="*/ 1639 h 3278"/>
                <a:gd name="connsiteX4" fmla="*/ 4918 w 16393"/>
                <a:gd name="connsiteY4" fmla="*/ 0 h 3278"/>
                <a:gd name="connsiteX5" fmla="*/ 0 w 16393"/>
                <a:gd name="connsiteY5" fmla="*/ 0 h 3278"/>
                <a:gd name="connsiteX6" fmla="*/ 3279 w 16393"/>
                <a:gd name="connsiteY6" fmla="*/ 1639 h 3278"/>
                <a:gd name="connsiteX7" fmla="*/ 8197 w 16393"/>
                <a:gd name="connsiteY7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3" h="3278">
                  <a:moveTo>
                    <a:pt x="11476" y="3279"/>
                  </a:moveTo>
                  <a:lnTo>
                    <a:pt x="16393" y="3279"/>
                  </a:lnTo>
                  <a:lnTo>
                    <a:pt x="11476" y="1639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3279" y="1639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5" name="Freeform 2724">
              <a:extLst>
                <a:ext uri="{FF2B5EF4-FFF2-40B4-BE49-F238E27FC236}">
                  <a16:creationId xmlns:a16="http://schemas.microsoft.com/office/drawing/2014/main" id="{7BA2DB7D-843A-1C4F-A047-A47D9BFE7481}"/>
                </a:ext>
              </a:extLst>
            </p:cNvPr>
            <p:cNvSpPr/>
            <p:nvPr/>
          </p:nvSpPr>
          <p:spPr>
            <a:xfrm>
              <a:off x="7710746" y="949338"/>
              <a:ext cx="14753" cy="3278"/>
            </a:xfrm>
            <a:custGeom>
              <a:avLst/>
              <a:gdLst>
                <a:gd name="connsiteX0" fmla="*/ 6557 w 14753"/>
                <a:gd name="connsiteY0" fmla="*/ 0 h 3278"/>
                <a:gd name="connsiteX1" fmla="*/ 3279 w 14753"/>
                <a:gd name="connsiteY1" fmla="*/ 0 h 3278"/>
                <a:gd name="connsiteX2" fmla="*/ 0 w 14753"/>
                <a:gd name="connsiteY2" fmla="*/ 1639 h 3278"/>
                <a:gd name="connsiteX3" fmla="*/ 3279 w 14753"/>
                <a:gd name="connsiteY3" fmla="*/ 1639 h 3278"/>
                <a:gd name="connsiteX4" fmla="*/ 6557 w 14753"/>
                <a:gd name="connsiteY4" fmla="*/ 1639 h 3278"/>
                <a:gd name="connsiteX5" fmla="*/ 11476 w 14753"/>
                <a:gd name="connsiteY5" fmla="*/ 3279 h 3278"/>
                <a:gd name="connsiteX6" fmla="*/ 14754 w 14753"/>
                <a:gd name="connsiteY6" fmla="*/ 3279 h 3278"/>
                <a:gd name="connsiteX7" fmla="*/ 11476 w 14753"/>
                <a:gd name="connsiteY7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3" h="3278">
                  <a:moveTo>
                    <a:pt x="6557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lnTo>
                    <a:pt x="6557" y="1639"/>
                  </a:lnTo>
                  <a:lnTo>
                    <a:pt x="11476" y="3279"/>
                  </a:lnTo>
                  <a:lnTo>
                    <a:pt x="14754" y="3279"/>
                  </a:lnTo>
                  <a:lnTo>
                    <a:pt x="11476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6" name="Freeform 2725">
              <a:extLst>
                <a:ext uri="{FF2B5EF4-FFF2-40B4-BE49-F238E27FC236}">
                  <a16:creationId xmlns:a16="http://schemas.microsoft.com/office/drawing/2014/main" id="{04FEBBAF-B865-674C-99C6-3289A9F9BC56}"/>
                </a:ext>
              </a:extLst>
            </p:cNvPr>
            <p:cNvSpPr/>
            <p:nvPr/>
          </p:nvSpPr>
          <p:spPr>
            <a:xfrm>
              <a:off x="7718943" y="955895"/>
              <a:ext cx="11475" cy="4917"/>
            </a:xfrm>
            <a:custGeom>
              <a:avLst/>
              <a:gdLst>
                <a:gd name="connsiteX0" fmla="*/ 11476 w 11475"/>
                <a:gd name="connsiteY0" fmla="*/ 1639 h 4917"/>
                <a:gd name="connsiteX1" fmla="*/ 6557 w 11475"/>
                <a:gd name="connsiteY1" fmla="*/ 1639 h 4917"/>
                <a:gd name="connsiteX2" fmla="*/ 3279 w 11475"/>
                <a:gd name="connsiteY2" fmla="*/ 0 h 4917"/>
                <a:gd name="connsiteX3" fmla="*/ 0 w 11475"/>
                <a:gd name="connsiteY3" fmla="*/ 1639 h 4917"/>
                <a:gd name="connsiteX4" fmla="*/ 3279 w 11475"/>
                <a:gd name="connsiteY4" fmla="*/ 4918 h 4917"/>
                <a:gd name="connsiteX5" fmla="*/ 6557 w 11475"/>
                <a:gd name="connsiteY5" fmla="*/ 4918 h 4917"/>
                <a:gd name="connsiteX6" fmla="*/ 11476 w 11475"/>
                <a:gd name="connsiteY6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4917">
                  <a:moveTo>
                    <a:pt x="11476" y="1639"/>
                  </a:moveTo>
                  <a:lnTo>
                    <a:pt x="6557" y="163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4918"/>
                  </a:lnTo>
                  <a:lnTo>
                    <a:pt x="6557" y="4918"/>
                  </a:lnTo>
                  <a:lnTo>
                    <a:pt x="11476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7" name="Freeform 2726">
              <a:extLst>
                <a:ext uri="{FF2B5EF4-FFF2-40B4-BE49-F238E27FC236}">
                  <a16:creationId xmlns:a16="http://schemas.microsoft.com/office/drawing/2014/main" id="{9C7420B4-DEC4-8141-BF8B-CCA3F1DCCDF9}"/>
                </a:ext>
              </a:extLst>
            </p:cNvPr>
            <p:cNvSpPr/>
            <p:nvPr/>
          </p:nvSpPr>
          <p:spPr>
            <a:xfrm>
              <a:off x="7722222" y="962452"/>
              <a:ext cx="6557" cy="16393"/>
            </a:xfrm>
            <a:custGeom>
              <a:avLst/>
              <a:gdLst>
                <a:gd name="connsiteX0" fmla="*/ 0 w 6557"/>
                <a:gd name="connsiteY0" fmla="*/ 0 h 16393"/>
                <a:gd name="connsiteX1" fmla="*/ 3278 w 6557"/>
                <a:gd name="connsiteY1" fmla="*/ 0 h 16393"/>
                <a:gd name="connsiteX2" fmla="*/ 6557 w 6557"/>
                <a:gd name="connsiteY2" fmla="*/ 0 h 16393"/>
                <a:gd name="connsiteX3" fmla="*/ 3278 w 6557"/>
                <a:gd name="connsiteY3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16393">
                  <a:moveTo>
                    <a:pt x="0" y="0"/>
                  </a:moveTo>
                  <a:lnTo>
                    <a:pt x="3278" y="0"/>
                  </a:lnTo>
                  <a:lnTo>
                    <a:pt x="655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8" name="Freeform 2727">
              <a:extLst>
                <a:ext uri="{FF2B5EF4-FFF2-40B4-BE49-F238E27FC236}">
                  <a16:creationId xmlns:a16="http://schemas.microsoft.com/office/drawing/2014/main" id="{2A9DA6D7-E628-7A40-ABC7-CD1B8AF9B2CE}"/>
                </a:ext>
              </a:extLst>
            </p:cNvPr>
            <p:cNvSpPr/>
            <p:nvPr/>
          </p:nvSpPr>
          <p:spPr>
            <a:xfrm>
              <a:off x="7733697" y="870649"/>
              <a:ext cx="4918" cy="3278"/>
            </a:xfrm>
            <a:custGeom>
              <a:avLst/>
              <a:gdLst>
                <a:gd name="connsiteX0" fmla="*/ 3279 w 4918"/>
                <a:gd name="connsiteY0" fmla="*/ 0 h 3278"/>
                <a:gd name="connsiteX1" fmla="*/ 0 w 4918"/>
                <a:gd name="connsiteY1" fmla="*/ 0 h 3278"/>
                <a:gd name="connsiteX2" fmla="*/ 0 w 4918"/>
                <a:gd name="connsiteY2" fmla="*/ 3279 h 3278"/>
                <a:gd name="connsiteX3" fmla="*/ 4918 w 491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3278">
                  <a:moveTo>
                    <a:pt x="3279" y="0"/>
                  </a:moveTo>
                  <a:lnTo>
                    <a:pt x="0" y="0"/>
                  </a:lnTo>
                  <a:lnTo>
                    <a:pt x="0" y="327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9" name="Freeform 2728">
              <a:extLst>
                <a:ext uri="{FF2B5EF4-FFF2-40B4-BE49-F238E27FC236}">
                  <a16:creationId xmlns:a16="http://schemas.microsoft.com/office/drawing/2014/main" id="{52463F8C-DDC8-804C-BFE3-17E3206BD294}"/>
                </a:ext>
              </a:extLst>
            </p:cNvPr>
            <p:cNvSpPr/>
            <p:nvPr/>
          </p:nvSpPr>
          <p:spPr>
            <a:xfrm>
              <a:off x="7733697" y="957534"/>
              <a:ext cx="8196" cy="3278"/>
            </a:xfrm>
            <a:custGeom>
              <a:avLst/>
              <a:gdLst>
                <a:gd name="connsiteX0" fmla="*/ 4918 w 8196"/>
                <a:gd name="connsiteY0" fmla="*/ 3279 h 3278"/>
                <a:gd name="connsiteX1" fmla="*/ 8197 w 8196"/>
                <a:gd name="connsiteY1" fmla="*/ 1639 h 3278"/>
                <a:gd name="connsiteX2" fmla="*/ 4918 w 8196"/>
                <a:gd name="connsiteY2" fmla="*/ 0 h 3278"/>
                <a:gd name="connsiteX3" fmla="*/ 1639 w 8196"/>
                <a:gd name="connsiteY3" fmla="*/ 0 h 3278"/>
                <a:gd name="connsiteX4" fmla="*/ 0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4918" y="3279"/>
                  </a:moveTo>
                  <a:lnTo>
                    <a:pt x="8197" y="1639"/>
                  </a:lnTo>
                  <a:lnTo>
                    <a:pt x="4918" y="0"/>
                  </a:ln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0" name="Freeform 2729">
              <a:extLst>
                <a:ext uri="{FF2B5EF4-FFF2-40B4-BE49-F238E27FC236}">
                  <a16:creationId xmlns:a16="http://schemas.microsoft.com/office/drawing/2014/main" id="{9FAA8AB1-5A4C-B547-A4A0-E67A35D89CDD}"/>
                </a:ext>
              </a:extLst>
            </p:cNvPr>
            <p:cNvSpPr/>
            <p:nvPr/>
          </p:nvSpPr>
          <p:spPr>
            <a:xfrm>
              <a:off x="7735336" y="970649"/>
              <a:ext cx="6557" cy="1639"/>
            </a:xfrm>
            <a:custGeom>
              <a:avLst/>
              <a:gdLst>
                <a:gd name="connsiteX0" fmla="*/ 6557 w 6557"/>
                <a:gd name="connsiteY0" fmla="*/ 0 h 1639"/>
                <a:gd name="connsiteX1" fmla="*/ 3279 w 6557"/>
                <a:gd name="connsiteY1" fmla="*/ 0 h 1639"/>
                <a:gd name="connsiteX2" fmla="*/ 0 w 6557"/>
                <a:gd name="connsiteY2" fmla="*/ 0 h 1639"/>
                <a:gd name="connsiteX3" fmla="*/ 3279 w 6557"/>
                <a:gd name="connsiteY3" fmla="*/ 0 h 1639"/>
                <a:gd name="connsiteX4" fmla="*/ 6557 w 6557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1639">
                  <a:moveTo>
                    <a:pt x="6557" y="0"/>
                  </a:moveTo>
                  <a:lnTo>
                    <a:pt x="3279" y="0"/>
                  </a:lnTo>
                  <a:lnTo>
                    <a:pt x="0" y="0"/>
                  </a:lnTo>
                  <a:lnTo>
                    <a:pt x="3279" y="0"/>
                  </a:lnTo>
                  <a:lnTo>
                    <a:pt x="655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1" name="Freeform 2730">
              <a:extLst>
                <a:ext uri="{FF2B5EF4-FFF2-40B4-BE49-F238E27FC236}">
                  <a16:creationId xmlns:a16="http://schemas.microsoft.com/office/drawing/2014/main" id="{B4D4E379-465D-9947-9D90-2EB4E13400FE}"/>
                </a:ext>
              </a:extLst>
            </p:cNvPr>
            <p:cNvSpPr/>
            <p:nvPr/>
          </p:nvSpPr>
          <p:spPr>
            <a:xfrm>
              <a:off x="7735336" y="796879"/>
              <a:ext cx="11475" cy="1639"/>
            </a:xfrm>
            <a:custGeom>
              <a:avLst/>
              <a:gdLst>
                <a:gd name="connsiteX0" fmla="*/ 0 w 11475"/>
                <a:gd name="connsiteY0" fmla="*/ 0 h 1639"/>
                <a:gd name="connsiteX1" fmla="*/ 3279 w 11475"/>
                <a:gd name="connsiteY1" fmla="*/ 1639 h 1639"/>
                <a:gd name="connsiteX2" fmla="*/ 8197 w 11475"/>
                <a:gd name="connsiteY2" fmla="*/ 1639 h 1639"/>
                <a:gd name="connsiteX3" fmla="*/ 11476 w 11475"/>
                <a:gd name="connsiteY3" fmla="*/ 0 h 1639"/>
                <a:gd name="connsiteX4" fmla="*/ 8197 w 11475"/>
                <a:gd name="connsiteY4" fmla="*/ 0 h 1639"/>
                <a:gd name="connsiteX5" fmla="*/ 3279 w 11475"/>
                <a:gd name="connsiteY5" fmla="*/ 0 h 1639"/>
                <a:gd name="connsiteX6" fmla="*/ 0 w 11475"/>
                <a:gd name="connsiteY6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1639">
                  <a:moveTo>
                    <a:pt x="0" y="0"/>
                  </a:moveTo>
                  <a:lnTo>
                    <a:pt x="3279" y="1639"/>
                  </a:lnTo>
                  <a:lnTo>
                    <a:pt x="8197" y="1639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2" name="Freeform 2731">
              <a:extLst>
                <a:ext uri="{FF2B5EF4-FFF2-40B4-BE49-F238E27FC236}">
                  <a16:creationId xmlns:a16="http://schemas.microsoft.com/office/drawing/2014/main" id="{C90E5018-A901-E34C-82F7-D57EB277F6A5}"/>
                </a:ext>
              </a:extLst>
            </p:cNvPr>
            <p:cNvSpPr/>
            <p:nvPr/>
          </p:nvSpPr>
          <p:spPr>
            <a:xfrm>
              <a:off x="7736976" y="942780"/>
              <a:ext cx="19671" cy="4918"/>
            </a:xfrm>
            <a:custGeom>
              <a:avLst/>
              <a:gdLst>
                <a:gd name="connsiteX0" fmla="*/ 16393 w 19671"/>
                <a:gd name="connsiteY0" fmla="*/ 0 h 4918"/>
                <a:gd name="connsiteX1" fmla="*/ 13114 w 19671"/>
                <a:gd name="connsiteY1" fmla="*/ 0 h 4918"/>
                <a:gd name="connsiteX2" fmla="*/ 8197 w 19671"/>
                <a:gd name="connsiteY2" fmla="*/ 1639 h 4918"/>
                <a:gd name="connsiteX3" fmla="*/ 4918 w 19671"/>
                <a:gd name="connsiteY3" fmla="*/ 0 h 4918"/>
                <a:gd name="connsiteX4" fmla="*/ 0 w 19671"/>
                <a:gd name="connsiteY4" fmla="*/ 3279 h 4918"/>
                <a:gd name="connsiteX5" fmla="*/ 3278 w 19671"/>
                <a:gd name="connsiteY5" fmla="*/ 4918 h 4918"/>
                <a:gd name="connsiteX6" fmla="*/ 8197 w 19671"/>
                <a:gd name="connsiteY6" fmla="*/ 4918 h 4918"/>
                <a:gd name="connsiteX7" fmla="*/ 11475 w 19671"/>
                <a:gd name="connsiteY7" fmla="*/ 4918 h 4918"/>
                <a:gd name="connsiteX8" fmla="*/ 16393 w 19671"/>
                <a:gd name="connsiteY8" fmla="*/ 4918 h 4918"/>
                <a:gd name="connsiteX9" fmla="*/ 11475 w 19671"/>
                <a:gd name="connsiteY9" fmla="*/ 3279 h 4918"/>
                <a:gd name="connsiteX10" fmla="*/ 16393 w 19671"/>
                <a:gd name="connsiteY10" fmla="*/ 3279 h 4918"/>
                <a:gd name="connsiteX11" fmla="*/ 19672 w 19671"/>
                <a:gd name="connsiteY11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71" h="4918">
                  <a:moveTo>
                    <a:pt x="16393" y="0"/>
                  </a:moveTo>
                  <a:lnTo>
                    <a:pt x="13114" y="0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3279"/>
                  </a:lnTo>
                  <a:lnTo>
                    <a:pt x="3278" y="4918"/>
                  </a:lnTo>
                  <a:lnTo>
                    <a:pt x="8197" y="4918"/>
                  </a:lnTo>
                  <a:lnTo>
                    <a:pt x="11475" y="4918"/>
                  </a:lnTo>
                  <a:lnTo>
                    <a:pt x="16393" y="4918"/>
                  </a:lnTo>
                  <a:lnTo>
                    <a:pt x="11475" y="3279"/>
                  </a:lnTo>
                  <a:lnTo>
                    <a:pt x="16393" y="3279"/>
                  </a:lnTo>
                  <a:lnTo>
                    <a:pt x="19672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3" name="Freeform 2732">
              <a:extLst>
                <a:ext uri="{FF2B5EF4-FFF2-40B4-BE49-F238E27FC236}">
                  <a16:creationId xmlns:a16="http://schemas.microsoft.com/office/drawing/2014/main" id="{8E92F8FA-5BAD-7D48-B54B-2A21EF712654}"/>
                </a:ext>
              </a:extLst>
            </p:cNvPr>
            <p:cNvSpPr/>
            <p:nvPr/>
          </p:nvSpPr>
          <p:spPr>
            <a:xfrm>
              <a:off x="7740254" y="864092"/>
              <a:ext cx="11475" cy="4918"/>
            </a:xfrm>
            <a:custGeom>
              <a:avLst/>
              <a:gdLst>
                <a:gd name="connsiteX0" fmla="*/ 1639 w 11475"/>
                <a:gd name="connsiteY0" fmla="*/ 4918 h 4918"/>
                <a:gd name="connsiteX1" fmla="*/ 4918 w 11475"/>
                <a:gd name="connsiteY1" fmla="*/ 4918 h 4918"/>
                <a:gd name="connsiteX2" fmla="*/ 8197 w 11475"/>
                <a:gd name="connsiteY2" fmla="*/ 4918 h 4918"/>
                <a:gd name="connsiteX3" fmla="*/ 11476 w 11475"/>
                <a:gd name="connsiteY3" fmla="*/ 1639 h 4918"/>
                <a:gd name="connsiteX4" fmla="*/ 8197 w 11475"/>
                <a:gd name="connsiteY4" fmla="*/ 0 h 4918"/>
                <a:gd name="connsiteX5" fmla="*/ 3279 w 11475"/>
                <a:gd name="connsiteY5" fmla="*/ 0 h 4918"/>
                <a:gd name="connsiteX6" fmla="*/ 0 w 11475"/>
                <a:gd name="connsiteY6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4918">
                  <a:moveTo>
                    <a:pt x="1639" y="4918"/>
                  </a:moveTo>
                  <a:lnTo>
                    <a:pt x="4918" y="4918"/>
                  </a:lnTo>
                  <a:lnTo>
                    <a:pt x="8197" y="4918"/>
                  </a:lnTo>
                  <a:lnTo>
                    <a:pt x="11476" y="1639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4" name="Freeform 2733">
              <a:extLst>
                <a:ext uri="{FF2B5EF4-FFF2-40B4-BE49-F238E27FC236}">
                  <a16:creationId xmlns:a16="http://schemas.microsoft.com/office/drawing/2014/main" id="{47BFDD39-27B5-CD44-AD58-3BA160DC3086}"/>
                </a:ext>
              </a:extLst>
            </p:cNvPr>
            <p:cNvSpPr/>
            <p:nvPr/>
          </p:nvSpPr>
          <p:spPr>
            <a:xfrm>
              <a:off x="7743533" y="949338"/>
              <a:ext cx="8196" cy="1639"/>
            </a:xfrm>
            <a:custGeom>
              <a:avLst/>
              <a:gdLst>
                <a:gd name="connsiteX0" fmla="*/ 0 w 8196"/>
                <a:gd name="connsiteY0" fmla="*/ 0 h 1639"/>
                <a:gd name="connsiteX1" fmla="*/ 4918 w 8196"/>
                <a:gd name="connsiteY1" fmla="*/ 1639 h 1639"/>
                <a:gd name="connsiteX2" fmla="*/ 8197 w 8196"/>
                <a:gd name="connsiteY2" fmla="*/ 1639 h 1639"/>
                <a:gd name="connsiteX3" fmla="*/ 3279 w 8196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0" y="0"/>
                  </a:moveTo>
                  <a:lnTo>
                    <a:pt x="4918" y="1639"/>
                  </a:lnTo>
                  <a:lnTo>
                    <a:pt x="8197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5" name="Freeform 2734">
              <a:extLst>
                <a:ext uri="{FF2B5EF4-FFF2-40B4-BE49-F238E27FC236}">
                  <a16:creationId xmlns:a16="http://schemas.microsoft.com/office/drawing/2014/main" id="{5E416D06-379B-2048-BEB7-B1666E976786}"/>
                </a:ext>
              </a:extLst>
            </p:cNvPr>
            <p:cNvSpPr/>
            <p:nvPr/>
          </p:nvSpPr>
          <p:spPr>
            <a:xfrm>
              <a:off x="7753369" y="796879"/>
              <a:ext cx="8196" cy="1639"/>
            </a:xfrm>
            <a:custGeom>
              <a:avLst/>
              <a:gdLst>
                <a:gd name="connsiteX0" fmla="*/ 0 w 8196"/>
                <a:gd name="connsiteY0" fmla="*/ 1639 h 1639"/>
                <a:gd name="connsiteX1" fmla="*/ 3278 w 8196"/>
                <a:gd name="connsiteY1" fmla="*/ 1639 h 1639"/>
                <a:gd name="connsiteX2" fmla="*/ 8197 w 8196"/>
                <a:gd name="connsiteY2" fmla="*/ 1639 h 1639"/>
                <a:gd name="connsiteX3" fmla="*/ 3278 w 8196"/>
                <a:gd name="connsiteY3" fmla="*/ 0 h 1639"/>
                <a:gd name="connsiteX4" fmla="*/ 0 w 8196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0" y="1639"/>
                  </a:moveTo>
                  <a:lnTo>
                    <a:pt x="3278" y="1639"/>
                  </a:lnTo>
                  <a:lnTo>
                    <a:pt x="8197" y="1639"/>
                  </a:lnTo>
                  <a:lnTo>
                    <a:pt x="327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6" name="Freeform 2735">
              <a:extLst>
                <a:ext uri="{FF2B5EF4-FFF2-40B4-BE49-F238E27FC236}">
                  <a16:creationId xmlns:a16="http://schemas.microsoft.com/office/drawing/2014/main" id="{B5C13837-8FE5-9942-90E7-66C077B07BE5}"/>
                </a:ext>
              </a:extLst>
            </p:cNvPr>
            <p:cNvSpPr/>
            <p:nvPr/>
          </p:nvSpPr>
          <p:spPr>
            <a:xfrm>
              <a:off x="7755008" y="773929"/>
              <a:ext cx="191802" cy="44262"/>
            </a:xfrm>
            <a:custGeom>
              <a:avLst/>
              <a:gdLst>
                <a:gd name="connsiteX0" fmla="*/ 27868 w 191802"/>
                <a:gd name="connsiteY0" fmla="*/ 4918 h 44262"/>
                <a:gd name="connsiteX1" fmla="*/ 24590 w 191802"/>
                <a:gd name="connsiteY1" fmla="*/ 6557 h 44262"/>
                <a:gd name="connsiteX2" fmla="*/ 19672 w 191802"/>
                <a:gd name="connsiteY2" fmla="*/ 8197 h 44262"/>
                <a:gd name="connsiteX3" fmla="*/ 24590 w 191802"/>
                <a:gd name="connsiteY3" fmla="*/ 8197 h 44262"/>
                <a:gd name="connsiteX4" fmla="*/ 27868 w 191802"/>
                <a:gd name="connsiteY4" fmla="*/ 9836 h 44262"/>
                <a:gd name="connsiteX5" fmla="*/ 31147 w 191802"/>
                <a:gd name="connsiteY5" fmla="*/ 11475 h 44262"/>
                <a:gd name="connsiteX6" fmla="*/ 27868 w 191802"/>
                <a:gd name="connsiteY6" fmla="*/ 11475 h 44262"/>
                <a:gd name="connsiteX7" fmla="*/ 24590 w 191802"/>
                <a:gd name="connsiteY7" fmla="*/ 13115 h 44262"/>
                <a:gd name="connsiteX8" fmla="*/ 19672 w 191802"/>
                <a:gd name="connsiteY8" fmla="*/ 13115 h 44262"/>
                <a:gd name="connsiteX9" fmla="*/ 16393 w 191802"/>
                <a:gd name="connsiteY9" fmla="*/ 16393 h 44262"/>
                <a:gd name="connsiteX10" fmla="*/ 11475 w 191802"/>
                <a:gd name="connsiteY10" fmla="*/ 18033 h 44262"/>
                <a:gd name="connsiteX11" fmla="*/ 8197 w 191802"/>
                <a:gd name="connsiteY11" fmla="*/ 19672 h 44262"/>
                <a:gd name="connsiteX12" fmla="*/ 4918 w 191802"/>
                <a:gd name="connsiteY12" fmla="*/ 19672 h 44262"/>
                <a:gd name="connsiteX13" fmla="*/ 0 w 191802"/>
                <a:gd name="connsiteY13" fmla="*/ 19672 h 44262"/>
                <a:gd name="connsiteX14" fmla="*/ 4918 w 191802"/>
                <a:gd name="connsiteY14" fmla="*/ 19672 h 44262"/>
                <a:gd name="connsiteX15" fmla="*/ 8197 w 191802"/>
                <a:gd name="connsiteY15" fmla="*/ 19672 h 44262"/>
                <a:gd name="connsiteX16" fmla="*/ 11475 w 191802"/>
                <a:gd name="connsiteY16" fmla="*/ 22951 h 44262"/>
                <a:gd name="connsiteX17" fmla="*/ 16393 w 191802"/>
                <a:gd name="connsiteY17" fmla="*/ 19672 h 44262"/>
                <a:gd name="connsiteX18" fmla="*/ 19672 w 191802"/>
                <a:gd name="connsiteY18" fmla="*/ 19672 h 44262"/>
                <a:gd name="connsiteX19" fmla="*/ 24590 w 191802"/>
                <a:gd name="connsiteY19" fmla="*/ 19672 h 44262"/>
                <a:gd name="connsiteX20" fmla="*/ 27868 w 191802"/>
                <a:gd name="connsiteY20" fmla="*/ 21311 h 44262"/>
                <a:gd name="connsiteX21" fmla="*/ 24590 w 191802"/>
                <a:gd name="connsiteY21" fmla="*/ 22951 h 44262"/>
                <a:gd name="connsiteX22" fmla="*/ 27868 w 191802"/>
                <a:gd name="connsiteY22" fmla="*/ 22951 h 44262"/>
                <a:gd name="connsiteX23" fmla="*/ 32787 w 191802"/>
                <a:gd name="connsiteY23" fmla="*/ 21311 h 44262"/>
                <a:gd name="connsiteX24" fmla="*/ 37705 w 191802"/>
                <a:gd name="connsiteY24" fmla="*/ 21311 h 44262"/>
                <a:gd name="connsiteX25" fmla="*/ 40983 w 191802"/>
                <a:gd name="connsiteY25" fmla="*/ 24590 h 44262"/>
                <a:gd name="connsiteX26" fmla="*/ 44262 w 191802"/>
                <a:gd name="connsiteY26" fmla="*/ 27869 h 44262"/>
                <a:gd name="connsiteX27" fmla="*/ 47541 w 191802"/>
                <a:gd name="connsiteY27" fmla="*/ 29508 h 44262"/>
                <a:gd name="connsiteX28" fmla="*/ 52458 w 191802"/>
                <a:gd name="connsiteY28" fmla="*/ 29508 h 44262"/>
                <a:gd name="connsiteX29" fmla="*/ 55737 w 191802"/>
                <a:gd name="connsiteY29" fmla="*/ 31147 h 44262"/>
                <a:gd name="connsiteX30" fmla="*/ 60655 w 191802"/>
                <a:gd name="connsiteY30" fmla="*/ 32787 h 44262"/>
                <a:gd name="connsiteX31" fmla="*/ 63934 w 191802"/>
                <a:gd name="connsiteY31" fmla="*/ 34426 h 44262"/>
                <a:gd name="connsiteX32" fmla="*/ 67212 w 191802"/>
                <a:gd name="connsiteY32" fmla="*/ 34426 h 44262"/>
                <a:gd name="connsiteX33" fmla="*/ 72131 w 191802"/>
                <a:gd name="connsiteY33" fmla="*/ 36065 h 44262"/>
                <a:gd name="connsiteX34" fmla="*/ 75409 w 191802"/>
                <a:gd name="connsiteY34" fmla="*/ 34426 h 44262"/>
                <a:gd name="connsiteX35" fmla="*/ 78688 w 191802"/>
                <a:gd name="connsiteY35" fmla="*/ 32787 h 44262"/>
                <a:gd name="connsiteX36" fmla="*/ 83606 w 191802"/>
                <a:gd name="connsiteY36" fmla="*/ 34426 h 44262"/>
                <a:gd name="connsiteX37" fmla="*/ 86885 w 191802"/>
                <a:gd name="connsiteY37" fmla="*/ 36065 h 44262"/>
                <a:gd name="connsiteX38" fmla="*/ 90164 w 191802"/>
                <a:gd name="connsiteY38" fmla="*/ 36065 h 44262"/>
                <a:gd name="connsiteX39" fmla="*/ 95081 w 191802"/>
                <a:gd name="connsiteY39" fmla="*/ 36065 h 44262"/>
                <a:gd name="connsiteX40" fmla="*/ 98360 w 191802"/>
                <a:gd name="connsiteY40" fmla="*/ 36065 h 44262"/>
                <a:gd name="connsiteX41" fmla="*/ 103278 w 191802"/>
                <a:gd name="connsiteY41" fmla="*/ 37705 h 44262"/>
                <a:gd name="connsiteX42" fmla="*/ 108196 w 191802"/>
                <a:gd name="connsiteY42" fmla="*/ 37705 h 44262"/>
                <a:gd name="connsiteX43" fmla="*/ 111475 w 191802"/>
                <a:gd name="connsiteY43" fmla="*/ 37705 h 44262"/>
                <a:gd name="connsiteX44" fmla="*/ 114754 w 191802"/>
                <a:gd name="connsiteY44" fmla="*/ 37705 h 44262"/>
                <a:gd name="connsiteX45" fmla="*/ 119671 w 191802"/>
                <a:gd name="connsiteY45" fmla="*/ 39344 h 44262"/>
                <a:gd name="connsiteX46" fmla="*/ 122950 w 191802"/>
                <a:gd name="connsiteY46" fmla="*/ 39344 h 44262"/>
                <a:gd name="connsiteX47" fmla="*/ 127868 w 191802"/>
                <a:gd name="connsiteY47" fmla="*/ 40983 h 44262"/>
                <a:gd name="connsiteX48" fmla="*/ 131147 w 191802"/>
                <a:gd name="connsiteY48" fmla="*/ 40983 h 44262"/>
                <a:gd name="connsiteX49" fmla="*/ 136065 w 191802"/>
                <a:gd name="connsiteY49" fmla="*/ 40983 h 44262"/>
                <a:gd name="connsiteX50" fmla="*/ 140983 w 191802"/>
                <a:gd name="connsiteY50" fmla="*/ 40983 h 44262"/>
                <a:gd name="connsiteX51" fmla="*/ 136065 w 191802"/>
                <a:gd name="connsiteY51" fmla="*/ 42623 h 44262"/>
                <a:gd name="connsiteX52" fmla="*/ 140983 w 191802"/>
                <a:gd name="connsiteY52" fmla="*/ 42623 h 44262"/>
                <a:gd name="connsiteX53" fmla="*/ 144261 w 191802"/>
                <a:gd name="connsiteY53" fmla="*/ 42623 h 44262"/>
                <a:gd name="connsiteX54" fmla="*/ 149179 w 191802"/>
                <a:gd name="connsiteY54" fmla="*/ 42623 h 44262"/>
                <a:gd name="connsiteX55" fmla="*/ 152458 w 191802"/>
                <a:gd name="connsiteY55" fmla="*/ 42623 h 44262"/>
                <a:gd name="connsiteX56" fmla="*/ 157376 w 191802"/>
                <a:gd name="connsiteY56" fmla="*/ 42623 h 44262"/>
                <a:gd name="connsiteX57" fmla="*/ 160655 w 191802"/>
                <a:gd name="connsiteY57" fmla="*/ 44262 h 44262"/>
                <a:gd name="connsiteX58" fmla="*/ 165573 w 191802"/>
                <a:gd name="connsiteY58" fmla="*/ 42623 h 44262"/>
                <a:gd name="connsiteX59" fmla="*/ 168851 w 191802"/>
                <a:gd name="connsiteY59" fmla="*/ 42623 h 44262"/>
                <a:gd name="connsiteX60" fmla="*/ 172130 w 191802"/>
                <a:gd name="connsiteY60" fmla="*/ 42623 h 44262"/>
                <a:gd name="connsiteX61" fmla="*/ 177048 w 191802"/>
                <a:gd name="connsiteY61" fmla="*/ 42623 h 44262"/>
                <a:gd name="connsiteX62" fmla="*/ 180327 w 191802"/>
                <a:gd name="connsiteY62" fmla="*/ 42623 h 44262"/>
                <a:gd name="connsiteX63" fmla="*/ 185245 w 191802"/>
                <a:gd name="connsiteY63" fmla="*/ 42623 h 44262"/>
                <a:gd name="connsiteX64" fmla="*/ 188524 w 191802"/>
                <a:gd name="connsiteY64" fmla="*/ 40983 h 44262"/>
                <a:gd name="connsiteX65" fmla="*/ 191802 w 191802"/>
                <a:gd name="connsiteY65" fmla="*/ 37705 h 44262"/>
                <a:gd name="connsiteX66" fmla="*/ 186884 w 191802"/>
                <a:gd name="connsiteY66" fmla="*/ 34426 h 44262"/>
                <a:gd name="connsiteX67" fmla="*/ 183605 w 191802"/>
                <a:gd name="connsiteY67" fmla="*/ 32787 h 44262"/>
                <a:gd name="connsiteX68" fmla="*/ 178688 w 191802"/>
                <a:gd name="connsiteY68" fmla="*/ 32787 h 44262"/>
                <a:gd name="connsiteX69" fmla="*/ 175409 w 191802"/>
                <a:gd name="connsiteY69" fmla="*/ 31147 h 44262"/>
                <a:gd name="connsiteX70" fmla="*/ 170491 w 191802"/>
                <a:gd name="connsiteY70" fmla="*/ 29508 h 44262"/>
                <a:gd name="connsiteX71" fmla="*/ 167212 w 191802"/>
                <a:gd name="connsiteY71" fmla="*/ 29508 h 44262"/>
                <a:gd name="connsiteX72" fmla="*/ 163934 w 191802"/>
                <a:gd name="connsiteY72" fmla="*/ 29508 h 44262"/>
                <a:gd name="connsiteX73" fmla="*/ 159015 w 191802"/>
                <a:gd name="connsiteY73" fmla="*/ 26229 h 44262"/>
                <a:gd name="connsiteX74" fmla="*/ 163934 w 191802"/>
                <a:gd name="connsiteY74" fmla="*/ 27869 h 44262"/>
                <a:gd name="connsiteX75" fmla="*/ 168851 w 191802"/>
                <a:gd name="connsiteY75" fmla="*/ 27869 h 44262"/>
                <a:gd name="connsiteX76" fmla="*/ 172130 w 191802"/>
                <a:gd name="connsiteY76" fmla="*/ 27869 h 44262"/>
                <a:gd name="connsiteX77" fmla="*/ 170491 w 191802"/>
                <a:gd name="connsiteY77" fmla="*/ 22951 h 44262"/>
                <a:gd name="connsiteX78" fmla="*/ 167212 w 191802"/>
                <a:gd name="connsiteY78" fmla="*/ 19672 h 44262"/>
                <a:gd name="connsiteX79" fmla="*/ 163934 w 191802"/>
                <a:gd name="connsiteY79" fmla="*/ 16393 h 44262"/>
                <a:gd name="connsiteX80" fmla="*/ 160655 w 191802"/>
                <a:gd name="connsiteY80" fmla="*/ 13115 h 44262"/>
                <a:gd name="connsiteX81" fmla="*/ 163934 w 191802"/>
                <a:gd name="connsiteY81" fmla="*/ 13115 h 44262"/>
                <a:gd name="connsiteX82" fmla="*/ 165573 w 191802"/>
                <a:gd name="connsiteY82" fmla="*/ 13115 h 44262"/>
                <a:gd name="connsiteX83" fmla="*/ 160655 w 191802"/>
                <a:gd name="connsiteY83" fmla="*/ 9836 h 44262"/>
                <a:gd name="connsiteX84" fmla="*/ 160655 w 191802"/>
                <a:gd name="connsiteY84" fmla="*/ 9836 h 44262"/>
                <a:gd name="connsiteX85" fmla="*/ 155737 w 191802"/>
                <a:gd name="connsiteY85" fmla="*/ 9836 h 44262"/>
                <a:gd name="connsiteX86" fmla="*/ 152458 w 191802"/>
                <a:gd name="connsiteY86" fmla="*/ 8197 h 44262"/>
                <a:gd name="connsiteX87" fmla="*/ 149179 w 191802"/>
                <a:gd name="connsiteY87" fmla="*/ 6557 h 44262"/>
                <a:gd name="connsiteX88" fmla="*/ 144261 w 191802"/>
                <a:gd name="connsiteY88" fmla="*/ 6557 h 44262"/>
                <a:gd name="connsiteX89" fmla="*/ 139344 w 191802"/>
                <a:gd name="connsiteY89" fmla="*/ 4918 h 44262"/>
                <a:gd name="connsiteX90" fmla="*/ 137704 w 191802"/>
                <a:gd name="connsiteY90" fmla="*/ 4918 h 44262"/>
                <a:gd name="connsiteX91" fmla="*/ 134425 w 191802"/>
                <a:gd name="connsiteY91" fmla="*/ 3279 h 44262"/>
                <a:gd name="connsiteX92" fmla="*/ 129508 w 191802"/>
                <a:gd name="connsiteY92" fmla="*/ 3279 h 44262"/>
                <a:gd name="connsiteX93" fmla="*/ 126229 w 191802"/>
                <a:gd name="connsiteY93" fmla="*/ 4918 h 44262"/>
                <a:gd name="connsiteX94" fmla="*/ 121311 w 191802"/>
                <a:gd name="connsiteY94" fmla="*/ 4918 h 44262"/>
                <a:gd name="connsiteX95" fmla="*/ 118032 w 191802"/>
                <a:gd name="connsiteY95" fmla="*/ 4918 h 44262"/>
                <a:gd name="connsiteX96" fmla="*/ 121311 w 191802"/>
                <a:gd name="connsiteY96" fmla="*/ 4918 h 44262"/>
                <a:gd name="connsiteX97" fmla="*/ 121311 w 191802"/>
                <a:gd name="connsiteY97" fmla="*/ 9836 h 44262"/>
                <a:gd name="connsiteX98" fmla="*/ 116393 w 191802"/>
                <a:gd name="connsiteY98" fmla="*/ 8197 h 44262"/>
                <a:gd name="connsiteX99" fmla="*/ 111475 w 191802"/>
                <a:gd name="connsiteY99" fmla="*/ 8197 h 44262"/>
                <a:gd name="connsiteX100" fmla="*/ 108196 w 191802"/>
                <a:gd name="connsiteY100" fmla="*/ 8197 h 44262"/>
                <a:gd name="connsiteX101" fmla="*/ 108196 w 191802"/>
                <a:gd name="connsiteY101" fmla="*/ 13115 h 44262"/>
                <a:gd name="connsiteX102" fmla="*/ 104917 w 191802"/>
                <a:gd name="connsiteY102" fmla="*/ 13115 h 44262"/>
                <a:gd name="connsiteX103" fmla="*/ 101639 w 191802"/>
                <a:gd name="connsiteY103" fmla="*/ 13115 h 44262"/>
                <a:gd name="connsiteX104" fmla="*/ 104917 w 191802"/>
                <a:gd name="connsiteY104" fmla="*/ 13115 h 44262"/>
                <a:gd name="connsiteX105" fmla="*/ 104917 w 191802"/>
                <a:gd name="connsiteY105" fmla="*/ 8197 h 44262"/>
                <a:gd name="connsiteX106" fmla="*/ 104917 w 191802"/>
                <a:gd name="connsiteY106" fmla="*/ 4918 h 44262"/>
                <a:gd name="connsiteX107" fmla="*/ 106557 w 191802"/>
                <a:gd name="connsiteY107" fmla="*/ 3279 h 44262"/>
                <a:gd name="connsiteX108" fmla="*/ 103278 w 191802"/>
                <a:gd name="connsiteY108" fmla="*/ 3279 h 44262"/>
                <a:gd name="connsiteX109" fmla="*/ 99999 w 191802"/>
                <a:gd name="connsiteY109" fmla="*/ 1639 h 44262"/>
                <a:gd name="connsiteX110" fmla="*/ 95081 w 191802"/>
                <a:gd name="connsiteY110" fmla="*/ 1639 h 44262"/>
                <a:gd name="connsiteX111" fmla="*/ 91802 w 191802"/>
                <a:gd name="connsiteY111" fmla="*/ 0 h 44262"/>
                <a:gd name="connsiteX112" fmla="*/ 86885 w 191802"/>
                <a:gd name="connsiteY112" fmla="*/ 0 h 44262"/>
                <a:gd name="connsiteX113" fmla="*/ 83606 w 191802"/>
                <a:gd name="connsiteY113" fmla="*/ 0 h 44262"/>
                <a:gd name="connsiteX114" fmla="*/ 78688 w 191802"/>
                <a:gd name="connsiteY114" fmla="*/ 0 h 44262"/>
                <a:gd name="connsiteX115" fmla="*/ 75409 w 191802"/>
                <a:gd name="connsiteY115" fmla="*/ 1639 h 44262"/>
                <a:gd name="connsiteX116" fmla="*/ 70491 w 191802"/>
                <a:gd name="connsiteY116" fmla="*/ 1639 h 44262"/>
                <a:gd name="connsiteX117" fmla="*/ 67212 w 191802"/>
                <a:gd name="connsiteY117" fmla="*/ 1639 h 44262"/>
                <a:gd name="connsiteX118" fmla="*/ 63934 w 191802"/>
                <a:gd name="connsiteY118" fmla="*/ 1639 h 44262"/>
                <a:gd name="connsiteX119" fmla="*/ 59016 w 191802"/>
                <a:gd name="connsiteY119" fmla="*/ 3279 h 44262"/>
                <a:gd name="connsiteX120" fmla="*/ 55737 w 191802"/>
                <a:gd name="connsiteY120" fmla="*/ 1639 h 44262"/>
                <a:gd name="connsiteX121" fmla="*/ 50819 w 191802"/>
                <a:gd name="connsiteY121" fmla="*/ 1639 h 44262"/>
                <a:gd name="connsiteX122" fmla="*/ 47541 w 191802"/>
                <a:gd name="connsiteY122" fmla="*/ 1639 h 44262"/>
                <a:gd name="connsiteX123" fmla="*/ 42622 w 191802"/>
                <a:gd name="connsiteY123" fmla="*/ 1639 h 44262"/>
                <a:gd name="connsiteX124" fmla="*/ 39344 w 191802"/>
                <a:gd name="connsiteY124" fmla="*/ 4918 h 44262"/>
                <a:gd name="connsiteX125" fmla="*/ 34426 w 191802"/>
                <a:gd name="connsiteY125" fmla="*/ 3279 h 44262"/>
                <a:gd name="connsiteX126" fmla="*/ 31147 w 191802"/>
                <a:gd name="connsiteY126" fmla="*/ 3279 h 44262"/>
                <a:gd name="connsiteX127" fmla="*/ 27868 w 191802"/>
                <a:gd name="connsiteY127" fmla="*/ 4918 h 44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191802" h="44262">
                  <a:moveTo>
                    <a:pt x="27868" y="4918"/>
                  </a:moveTo>
                  <a:lnTo>
                    <a:pt x="24590" y="6557"/>
                  </a:lnTo>
                  <a:lnTo>
                    <a:pt x="19672" y="8197"/>
                  </a:lnTo>
                  <a:lnTo>
                    <a:pt x="24590" y="8197"/>
                  </a:lnTo>
                  <a:lnTo>
                    <a:pt x="27868" y="9836"/>
                  </a:lnTo>
                  <a:lnTo>
                    <a:pt x="31147" y="11475"/>
                  </a:lnTo>
                  <a:lnTo>
                    <a:pt x="27868" y="11475"/>
                  </a:lnTo>
                  <a:lnTo>
                    <a:pt x="24590" y="13115"/>
                  </a:lnTo>
                  <a:lnTo>
                    <a:pt x="19672" y="13115"/>
                  </a:lnTo>
                  <a:lnTo>
                    <a:pt x="16393" y="16393"/>
                  </a:lnTo>
                  <a:lnTo>
                    <a:pt x="11475" y="18033"/>
                  </a:lnTo>
                  <a:lnTo>
                    <a:pt x="8197" y="19672"/>
                  </a:lnTo>
                  <a:lnTo>
                    <a:pt x="4918" y="19672"/>
                  </a:lnTo>
                  <a:lnTo>
                    <a:pt x="0" y="19672"/>
                  </a:lnTo>
                  <a:lnTo>
                    <a:pt x="4918" y="19672"/>
                  </a:lnTo>
                  <a:lnTo>
                    <a:pt x="8197" y="19672"/>
                  </a:lnTo>
                  <a:lnTo>
                    <a:pt x="11475" y="22951"/>
                  </a:lnTo>
                  <a:lnTo>
                    <a:pt x="16393" y="19672"/>
                  </a:lnTo>
                  <a:lnTo>
                    <a:pt x="19672" y="19672"/>
                  </a:lnTo>
                  <a:lnTo>
                    <a:pt x="24590" y="19672"/>
                  </a:lnTo>
                  <a:lnTo>
                    <a:pt x="27868" y="21311"/>
                  </a:lnTo>
                  <a:lnTo>
                    <a:pt x="24590" y="22951"/>
                  </a:lnTo>
                  <a:lnTo>
                    <a:pt x="27868" y="22951"/>
                  </a:lnTo>
                  <a:lnTo>
                    <a:pt x="32787" y="21311"/>
                  </a:lnTo>
                  <a:lnTo>
                    <a:pt x="37705" y="21311"/>
                  </a:lnTo>
                  <a:lnTo>
                    <a:pt x="40983" y="24590"/>
                  </a:lnTo>
                  <a:lnTo>
                    <a:pt x="44262" y="27869"/>
                  </a:lnTo>
                  <a:lnTo>
                    <a:pt x="47541" y="29508"/>
                  </a:lnTo>
                  <a:lnTo>
                    <a:pt x="52458" y="29508"/>
                  </a:lnTo>
                  <a:lnTo>
                    <a:pt x="55737" y="31147"/>
                  </a:lnTo>
                  <a:lnTo>
                    <a:pt x="60655" y="32787"/>
                  </a:lnTo>
                  <a:lnTo>
                    <a:pt x="63934" y="34426"/>
                  </a:lnTo>
                  <a:lnTo>
                    <a:pt x="67212" y="34426"/>
                  </a:lnTo>
                  <a:lnTo>
                    <a:pt x="72131" y="36065"/>
                  </a:lnTo>
                  <a:lnTo>
                    <a:pt x="75409" y="34426"/>
                  </a:lnTo>
                  <a:lnTo>
                    <a:pt x="78688" y="32787"/>
                  </a:lnTo>
                  <a:lnTo>
                    <a:pt x="83606" y="34426"/>
                  </a:lnTo>
                  <a:lnTo>
                    <a:pt x="86885" y="36065"/>
                  </a:lnTo>
                  <a:lnTo>
                    <a:pt x="90164" y="36065"/>
                  </a:lnTo>
                  <a:lnTo>
                    <a:pt x="95081" y="36065"/>
                  </a:lnTo>
                  <a:lnTo>
                    <a:pt x="98360" y="36065"/>
                  </a:lnTo>
                  <a:lnTo>
                    <a:pt x="103278" y="37705"/>
                  </a:lnTo>
                  <a:lnTo>
                    <a:pt x="108196" y="37705"/>
                  </a:lnTo>
                  <a:lnTo>
                    <a:pt x="111475" y="37705"/>
                  </a:lnTo>
                  <a:lnTo>
                    <a:pt x="114754" y="37705"/>
                  </a:lnTo>
                  <a:lnTo>
                    <a:pt x="119671" y="39344"/>
                  </a:lnTo>
                  <a:lnTo>
                    <a:pt x="122950" y="39344"/>
                  </a:lnTo>
                  <a:lnTo>
                    <a:pt x="127868" y="40983"/>
                  </a:lnTo>
                  <a:lnTo>
                    <a:pt x="131147" y="40983"/>
                  </a:lnTo>
                  <a:lnTo>
                    <a:pt x="136065" y="40983"/>
                  </a:lnTo>
                  <a:lnTo>
                    <a:pt x="140983" y="40983"/>
                  </a:lnTo>
                  <a:lnTo>
                    <a:pt x="136065" y="42623"/>
                  </a:lnTo>
                  <a:lnTo>
                    <a:pt x="140983" y="42623"/>
                  </a:lnTo>
                  <a:lnTo>
                    <a:pt x="144261" y="42623"/>
                  </a:lnTo>
                  <a:lnTo>
                    <a:pt x="149179" y="42623"/>
                  </a:lnTo>
                  <a:lnTo>
                    <a:pt x="152458" y="42623"/>
                  </a:lnTo>
                  <a:lnTo>
                    <a:pt x="157376" y="42623"/>
                  </a:lnTo>
                  <a:lnTo>
                    <a:pt x="160655" y="44262"/>
                  </a:lnTo>
                  <a:lnTo>
                    <a:pt x="165573" y="42623"/>
                  </a:lnTo>
                  <a:lnTo>
                    <a:pt x="168851" y="42623"/>
                  </a:lnTo>
                  <a:lnTo>
                    <a:pt x="172130" y="42623"/>
                  </a:lnTo>
                  <a:lnTo>
                    <a:pt x="177048" y="42623"/>
                  </a:lnTo>
                  <a:lnTo>
                    <a:pt x="180327" y="42623"/>
                  </a:lnTo>
                  <a:lnTo>
                    <a:pt x="185245" y="42623"/>
                  </a:lnTo>
                  <a:lnTo>
                    <a:pt x="188524" y="40983"/>
                  </a:lnTo>
                  <a:lnTo>
                    <a:pt x="191802" y="37705"/>
                  </a:lnTo>
                  <a:lnTo>
                    <a:pt x="186884" y="34426"/>
                  </a:lnTo>
                  <a:lnTo>
                    <a:pt x="183605" y="32787"/>
                  </a:lnTo>
                  <a:lnTo>
                    <a:pt x="178688" y="32787"/>
                  </a:lnTo>
                  <a:lnTo>
                    <a:pt x="175409" y="31147"/>
                  </a:lnTo>
                  <a:lnTo>
                    <a:pt x="170491" y="29508"/>
                  </a:lnTo>
                  <a:lnTo>
                    <a:pt x="167212" y="29508"/>
                  </a:lnTo>
                  <a:lnTo>
                    <a:pt x="163934" y="29508"/>
                  </a:lnTo>
                  <a:lnTo>
                    <a:pt x="159015" y="26229"/>
                  </a:lnTo>
                  <a:lnTo>
                    <a:pt x="163934" y="27869"/>
                  </a:lnTo>
                  <a:lnTo>
                    <a:pt x="168851" y="27869"/>
                  </a:lnTo>
                  <a:lnTo>
                    <a:pt x="172130" y="27869"/>
                  </a:lnTo>
                  <a:lnTo>
                    <a:pt x="170491" y="22951"/>
                  </a:lnTo>
                  <a:lnTo>
                    <a:pt x="167212" y="19672"/>
                  </a:lnTo>
                  <a:lnTo>
                    <a:pt x="163934" y="16393"/>
                  </a:lnTo>
                  <a:lnTo>
                    <a:pt x="160655" y="13115"/>
                  </a:lnTo>
                  <a:lnTo>
                    <a:pt x="163934" y="13115"/>
                  </a:lnTo>
                  <a:lnTo>
                    <a:pt x="165573" y="13115"/>
                  </a:lnTo>
                  <a:lnTo>
                    <a:pt x="160655" y="9836"/>
                  </a:lnTo>
                  <a:lnTo>
                    <a:pt x="160655" y="9836"/>
                  </a:lnTo>
                  <a:lnTo>
                    <a:pt x="155737" y="9836"/>
                  </a:lnTo>
                  <a:lnTo>
                    <a:pt x="152458" y="8197"/>
                  </a:lnTo>
                  <a:lnTo>
                    <a:pt x="149179" y="6557"/>
                  </a:lnTo>
                  <a:lnTo>
                    <a:pt x="144261" y="6557"/>
                  </a:lnTo>
                  <a:lnTo>
                    <a:pt x="139344" y="4918"/>
                  </a:lnTo>
                  <a:lnTo>
                    <a:pt x="137704" y="4918"/>
                  </a:lnTo>
                  <a:lnTo>
                    <a:pt x="134425" y="3279"/>
                  </a:lnTo>
                  <a:lnTo>
                    <a:pt x="129508" y="3279"/>
                  </a:lnTo>
                  <a:lnTo>
                    <a:pt x="126229" y="4918"/>
                  </a:lnTo>
                  <a:lnTo>
                    <a:pt x="121311" y="4918"/>
                  </a:lnTo>
                  <a:lnTo>
                    <a:pt x="118032" y="4918"/>
                  </a:lnTo>
                  <a:lnTo>
                    <a:pt x="121311" y="4918"/>
                  </a:lnTo>
                  <a:lnTo>
                    <a:pt x="121311" y="9836"/>
                  </a:lnTo>
                  <a:lnTo>
                    <a:pt x="116393" y="8197"/>
                  </a:lnTo>
                  <a:lnTo>
                    <a:pt x="111475" y="8197"/>
                  </a:lnTo>
                  <a:lnTo>
                    <a:pt x="108196" y="8197"/>
                  </a:lnTo>
                  <a:lnTo>
                    <a:pt x="108196" y="13115"/>
                  </a:lnTo>
                  <a:lnTo>
                    <a:pt x="104917" y="13115"/>
                  </a:lnTo>
                  <a:lnTo>
                    <a:pt x="101639" y="13115"/>
                  </a:lnTo>
                  <a:lnTo>
                    <a:pt x="104917" y="13115"/>
                  </a:lnTo>
                  <a:lnTo>
                    <a:pt x="104917" y="8197"/>
                  </a:lnTo>
                  <a:lnTo>
                    <a:pt x="104917" y="4918"/>
                  </a:lnTo>
                  <a:lnTo>
                    <a:pt x="106557" y="3279"/>
                  </a:lnTo>
                  <a:lnTo>
                    <a:pt x="103278" y="3279"/>
                  </a:lnTo>
                  <a:lnTo>
                    <a:pt x="99999" y="1639"/>
                  </a:lnTo>
                  <a:lnTo>
                    <a:pt x="95081" y="1639"/>
                  </a:lnTo>
                  <a:lnTo>
                    <a:pt x="91802" y="0"/>
                  </a:lnTo>
                  <a:lnTo>
                    <a:pt x="86885" y="0"/>
                  </a:lnTo>
                  <a:lnTo>
                    <a:pt x="83606" y="0"/>
                  </a:lnTo>
                  <a:lnTo>
                    <a:pt x="78688" y="0"/>
                  </a:lnTo>
                  <a:lnTo>
                    <a:pt x="75409" y="1639"/>
                  </a:lnTo>
                  <a:lnTo>
                    <a:pt x="70491" y="1639"/>
                  </a:lnTo>
                  <a:lnTo>
                    <a:pt x="67212" y="1639"/>
                  </a:lnTo>
                  <a:lnTo>
                    <a:pt x="63934" y="1639"/>
                  </a:lnTo>
                  <a:lnTo>
                    <a:pt x="59016" y="3279"/>
                  </a:lnTo>
                  <a:lnTo>
                    <a:pt x="55737" y="1639"/>
                  </a:lnTo>
                  <a:lnTo>
                    <a:pt x="50819" y="1639"/>
                  </a:lnTo>
                  <a:lnTo>
                    <a:pt x="47541" y="1639"/>
                  </a:lnTo>
                  <a:lnTo>
                    <a:pt x="42622" y="1639"/>
                  </a:lnTo>
                  <a:lnTo>
                    <a:pt x="39344" y="4918"/>
                  </a:lnTo>
                  <a:lnTo>
                    <a:pt x="34426" y="3279"/>
                  </a:lnTo>
                  <a:lnTo>
                    <a:pt x="31147" y="3279"/>
                  </a:lnTo>
                  <a:lnTo>
                    <a:pt x="2786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7" name="Freeform 2736">
              <a:extLst>
                <a:ext uri="{FF2B5EF4-FFF2-40B4-BE49-F238E27FC236}">
                  <a16:creationId xmlns:a16="http://schemas.microsoft.com/office/drawing/2014/main" id="{77099415-57A9-BA48-96A5-DE98B0B86B8D}"/>
                </a:ext>
              </a:extLst>
            </p:cNvPr>
            <p:cNvSpPr/>
            <p:nvPr/>
          </p:nvSpPr>
          <p:spPr>
            <a:xfrm>
              <a:off x="7759926" y="870649"/>
              <a:ext cx="9836" cy="16393"/>
            </a:xfrm>
            <a:custGeom>
              <a:avLst/>
              <a:gdLst>
                <a:gd name="connsiteX0" fmla="*/ 4918 w 9836"/>
                <a:gd name="connsiteY0" fmla="*/ 0 h 16393"/>
                <a:gd name="connsiteX1" fmla="*/ 0 w 9836"/>
                <a:gd name="connsiteY1" fmla="*/ 0 h 16393"/>
                <a:gd name="connsiteX2" fmla="*/ 4918 w 9836"/>
                <a:gd name="connsiteY2" fmla="*/ 0 h 16393"/>
                <a:gd name="connsiteX3" fmla="*/ 4918 w 9836"/>
                <a:gd name="connsiteY3" fmla="*/ 0 h 16393"/>
                <a:gd name="connsiteX4" fmla="*/ 9836 w 9836"/>
                <a:gd name="connsiteY4" fmla="*/ 0 h 16393"/>
                <a:gd name="connsiteX5" fmla="*/ 4918 w 9836"/>
                <a:gd name="connsiteY5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6" h="16393">
                  <a:moveTo>
                    <a:pt x="4918" y="0"/>
                  </a:moveTo>
                  <a:lnTo>
                    <a:pt x="0" y="0"/>
                  </a:lnTo>
                  <a:lnTo>
                    <a:pt x="4918" y="0"/>
                  </a:lnTo>
                  <a:lnTo>
                    <a:pt x="4918" y="0"/>
                  </a:lnTo>
                  <a:lnTo>
                    <a:pt x="9836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8" name="Freeform 2737">
              <a:extLst>
                <a:ext uri="{FF2B5EF4-FFF2-40B4-BE49-F238E27FC236}">
                  <a16:creationId xmlns:a16="http://schemas.microsoft.com/office/drawing/2014/main" id="{2CB58B2F-74D3-5342-B39E-66153BC91D83}"/>
                </a:ext>
              </a:extLst>
            </p:cNvPr>
            <p:cNvSpPr/>
            <p:nvPr/>
          </p:nvSpPr>
          <p:spPr>
            <a:xfrm>
              <a:off x="7761566" y="977206"/>
              <a:ext cx="8196" cy="3278"/>
            </a:xfrm>
            <a:custGeom>
              <a:avLst/>
              <a:gdLst>
                <a:gd name="connsiteX0" fmla="*/ 8197 w 8196"/>
                <a:gd name="connsiteY0" fmla="*/ 3279 h 3278"/>
                <a:gd name="connsiteX1" fmla="*/ 3278 w 8196"/>
                <a:gd name="connsiteY1" fmla="*/ 1639 h 3278"/>
                <a:gd name="connsiteX2" fmla="*/ 0 w 8196"/>
                <a:gd name="connsiteY2" fmla="*/ 0 h 3278"/>
                <a:gd name="connsiteX3" fmla="*/ 3278 w 8196"/>
                <a:gd name="connsiteY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8197" y="3279"/>
                  </a:moveTo>
                  <a:lnTo>
                    <a:pt x="3278" y="1639"/>
                  </a:lnTo>
                  <a:lnTo>
                    <a:pt x="0" y="0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9" name="Freeform 2738">
              <a:extLst>
                <a:ext uri="{FF2B5EF4-FFF2-40B4-BE49-F238E27FC236}">
                  <a16:creationId xmlns:a16="http://schemas.microsoft.com/office/drawing/2014/main" id="{47AF3E2B-F9E7-AB41-8EC5-C27A1298B95A}"/>
                </a:ext>
              </a:extLst>
            </p:cNvPr>
            <p:cNvSpPr/>
            <p:nvPr/>
          </p:nvSpPr>
          <p:spPr>
            <a:xfrm>
              <a:off x="7764844" y="778847"/>
              <a:ext cx="4918" cy="1639"/>
            </a:xfrm>
            <a:custGeom>
              <a:avLst/>
              <a:gdLst>
                <a:gd name="connsiteX0" fmla="*/ 0 w 4918"/>
                <a:gd name="connsiteY0" fmla="*/ 0 h 1639"/>
                <a:gd name="connsiteX1" fmla="*/ 4918 w 4918"/>
                <a:gd name="connsiteY1" fmla="*/ 1639 h 1639"/>
                <a:gd name="connsiteX2" fmla="*/ 4918 w 4918"/>
                <a:gd name="connsiteY2" fmla="*/ 0 h 1639"/>
                <a:gd name="connsiteX3" fmla="*/ 1639 w 4918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1639">
                  <a:moveTo>
                    <a:pt x="0" y="0"/>
                  </a:moveTo>
                  <a:lnTo>
                    <a:pt x="4918" y="1639"/>
                  </a:lnTo>
                  <a:lnTo>
                    <a:pt x="4918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0" name="Freeform 2739">
              <a:extLst>
                <a:ext uri="{FF2B5EF4-FFF2-40B4-BE49-F238E27FC236}">
                  <a16:creationId xmlns:a16="http://schemas.microsoft.com/office/drawing/2014/main" id="{D3234A5F-55D1-134E-B3FA-AA1453DFFD32}"/>
                </a:ext>
              </a:extLst>
            </p:cNvPr>
            <p:cNvSpPr/>
            <p:nvPr/>
          </p:nvSpPr>
          <p:spPr>
            <a:xfrm>
              <a:off x="7873040" y="913272"/>
              <a:ext cx="4918" cy="16393"/>
            </a:xfrm>
            <a:custGeom>
              <a:avLst/>
              <a:gdLst>
                <a:gd name="connsiteX0" fmla="*/ 4918 w 4918"/>
                <a:gd name="connsiteY0" fmla="*/ 0 h 16393"/>
                <a:gd name="connsiteX1" fmla="*/ 0 w 4918"/>
                <a:gd name="connsiteY1" fmla="*/ 0 h 16393"/>
                <a:gd name="connsiteX2" fmla="*/ 4918 w 491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3">
                  <a:moveTo>
                    <a:pt x="4918" y="0"/>
                  </a:moveTo>
                  <a:lnTo>
                    <a:pt x="0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1" name="Freeform 2740">
              <a:extLst>
                <a:ext uri="{FF2B5EF4-FFF2-40B4-BE49-F238E27FC236}">
                  <a16:creationId xmlns:a16="http://schemas.microsoft.com/office/drawing/2014/main" id="{C0527F79-6A5B-C64D-86EB-687BF01F6E26}"/>
                </a:ext>
              </a:extLst>
            </p:cNvPr>
            <p:cNvSpPr/>
            <p:nvPr/>
          </p:nvSpPr>
          <p:spPr>
            <a:xfrm>
              <a:off x="7902549" y="869010"/>
              <a:ext cx="27868" cy="6557"/>
            </a:xfrm>
            <a:custGeom>
              <a:avLst/>
              <a:gdLst>
                <a:gd name="connsiteX0" fmla="*/ 22951 w 27868"/>
                <a:gd name="connsiteY0" fmla="*/ 0 h 6557"/>
                <a:gd name="connsiteX1" fmla="*/ 19672 w 27868"/>
                <a:gd name="connsiteY1" fmla="*/ 1639 h 6557"/>
                <a:gd name="connsiteX2" fmla="*/ 16393 w 27868"/>
                <a:gd name="connsiteY2" fmla="*/ 1639 h 6557"/>
                <a:gd name="connsiteX3" fmla="*/ 11475 w 27868"/>
                <a:gd name="connsiteY3" fmla="*/ 3279 h 6557"/>
                <a:gd name="connsiteX4" fmla="*/ 8197 w 27868"/>
                <a:gd name="connsiteY4" fmla="*/ 3279 h 6557"/>
                <a:gd name="connsiteX5" fmla="*/ 3278 w 27868"/>
                <a:gd name="connsiteY5" fmla="*/ 3279 h 6557"/>
                <a:gd name="connsiteX6" fmla="*/ 0 w 27868"/>
                <a:gd name="connsiteY6" fmla="*/ 4918 h 6557"/>
                <a:gd name="connsiteX7" fmla="*/ 4918 w 27868"/>
                <a:gd name="connsiteY7" fmla="*/ 6557 h 6557"/>
                <a:gd name="connsiteX8" fmla="*/ 8197 w 27868"/>
                <a:gd name="connsiteY8" fmla="*/ 6557 h 6557"/>
                <a:gd name="connsiteX9" fmla="*/ 11475 w 27868"/>
                <a:gd name="connsiteY9" fmla="*/ 4918 h 6557"/>
                <a:gd name="connsiteX10" fmla="*/ 16393 w 27868"/>
                <a:gd name="connsiteY10" fmla="*/ 6557 h 6557"/>
                <a:gd name="connsiteX11" fmla="*/ 19672 w 27868"/>
                <a:gd name="connsiteY11" fmla="*/ 6557 h 6557"/>
                <a:gd name="connsiteX12" fmla="*/ 24590 w 27868"/>
                <a:gd name="connsiteY12" fmla="*/ 6557 h 6557"/>
                <a:gd name="connsiteX13" fmla="*/ 27868 w 27868"/>
                <a:gd name="connsiteY1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868" h="6557">
                  <a:moveTo>
                    <a:pt x="22951" y="0"/>
                  </a:moveTo>
                  <a:lnTo>
                    <a:pt x="19672" y="1639"/>
                  </a:lnTo>
                  <a:lnTo>
                    <a:pt x="16393" y="1639"/>
                  </a:lnTo>
                  <a:lnTo>
                    <a:pt x="11475" y="3279"/>
                  </a:lnTo>
                  <a:lnTo>
                    <a:pt x="8197" y="3279"/>
                  </a:lnTo>
                  <a:lnTo>
                    <a:pt x="3278" y="3279"/>
                  </a:lnTo>
                  <a:lnTo>
                    <a:pt x="0" y="4918"/>
                  </a:lnTo>
                  <a:lnTo>
                    <a:pt x="4918" y="6557"/>
                  </a:lnTo>
                  <a:lnTo>
                    <a:pt x="8197" y="6557"/>
                  </a:lnTo>
                  <a:lnTo>
                    <a:pt x="11475" y="4918"/>
                  </a:lnTo>
                  <a:lnTo>
                    <a:pt x="16393" y="6557"/>
                  </a:lnTo>
                  <a:lnTo>
                    <a:pt x="19672" y="6557"/>
                  </a:lnTo>
                  <a:lnTo>
                    <a:pt x="24590" y="6557"/>
                  </a:lnTo>
                  <a:lnTo>
                    <a:pt x="2786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2" name="Freeform 2741">
              <a:extLst>
                <a:ext uri="{FF2B5EF4-FFF2-40B4-BE49-F238E27FC236}">
                  <a16:creationId xmlns:a16="http://schemas.microsoft.com/office/drawing/2014/main" id="{BC846ECD-4AE9-8D41-9730-CB7ECDDF75DC}"/>
                </a:ext>
              </a:extLst>
            </p:cNvPr>
            <p:cNvSpPr/>
            <p:nvPr/>
          </p:nvSpPr>
          <p:spPr>
            <a:xfrm>
              <a:off x="7904188" y="885403"/>
              <a:ext cx="8196" cy="1639"/>
            </a:xfrm>
            <a:custGeom>
              <a:avLst/>
              <a:gdLst>
                <a:gd name="connsiteX0" fmla="*/ 3279 w 8196"/>
                <a:gd name="connsiteY0" fmla="*/ 0 h 1639"/>
                <a:gd name="connsiteX1" fmla="*/ 0 w 8196"/>
                <a:gd name="connsiteY1" fmla="*/ 0 h 1639"/>
                <a:gd name="connsiteX2" fmla="*/ 3279 w 8196"/>
                <a:gd name="connsiteY2" fmla="*/ 1639 h 1639"/>
                <a:gd name="connsiteX3" fmla="*/ 8197 w 8196"/>
                <a:gd name="connsiteY3" fmla="*/ 1639 h 1639"/>
                <a:gd name="connsiteX4" fmla="*/ 3279 w 8196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3279" y="0"/>
                  </a:moveTo>
                  <a:lnTo>
                    <a:pt x="0" y="0"/>
                  </a:lnTo>
                  <a:lnTo>
                    <a:pt x="3279" y="1639"/>
                  </a:lnTo>
                  <a:lnTo>
                    <a:pt x="8197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3" name="Freeform 2742">
              <a:extLst>
                <a:ext uri="{FF2B5EF4-FFF2-40B4-BE49-F238E27FC236}">
                  <a16:creationId xmlns:a16="http://schemas.microsoft.com/office/drawing/2014/main" id="{303FC3B6-C5E4-3342-B131-FFB76D7BB0CF}"/>
                </a:ext>
              </a:extLst>
            </p:cNvPr>
            <p:cNvSpPr/>
            <p:nvPr/>
          </p:nvSpPr>
          <p:spPr>
            <a:xfrm>
              <a:off x="7909106" y="900158"/>
              <a:ext cx="8196" cy="1639"/>
            </a:xfrm>
            <a:custGeom>
              <a:avLst/>
              <a:gdLst>
                <a:gd name="connsiteX0" fmla="*/ 3278 w 8196"/>
                <a:gd name="connsiteY0" fmla="*/ 0 h 1639"/>
                <a:gd name="connsiteX1" fmla="*/ 0 w 8196"/>
                <a:gd name="connsiteY1" fmla="*/ 0 h 1639"/>
                <a:gd name="connsiteX2" fmla="*/ 4918 w 8196"/>
                <a:gd name="connsiteY2" fmla="*/ 1639 h 1639"/>
                <a:gd name="connsiteX3" fmla="*/ 8197 w 8196"/>
                <a:gd name="connsiteY3" fmla="*/ 1639 h 1639"/>
                <a:gd name="connsiteX4" fmla="*/ 4918 w 8196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3278" y="0"/>
                  </a:moveTo>
                  <a:lnTo>
                    <a:pt x="0" y="0"/>
                  </a:lnTo>
                  <a:lnTo>
                    <a:pt x="4918" y="1639"/>
                  </a:lnTo>
                  <a:lnTo>
                    <a:pt x="8197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4" name="Freeform 2743">
              <a:extLst>
                <a:ext uri="{FF2B5EF4-FFF2-40B4-BE49-F238E27FC236}">
                  <a16:creationId xmlns:a16="http://schemas.microsoft.com/office/drawing/2014/main" id="{72C3AF2E-364B-8B4C-B21B-735B7D60BEE4}"/>
                </a:ext>
              </a:extLst>
            </p:cNvPr>
            <p:cNvSpPr/>
            <p:nvPr/>
          </p:nvSpPr>
          <p:spPr>
            <a:xfrm>
              <a:off x="7918942" y="885403"/>
              <a:ext cx="6557" cy="1639"/>
            </a:xfrm>
            <a:custGeom>
              <a:avLst/>
              <a:gdLst>
                <a:gd name="connsiteX0" fmla="*/ 3278 w 6557"/>
                <a:gd name="connsiteY0" fmla="*/ 0 h 1639"/>
                <a:gd name="connsiteX1" fmla="*/ 0 w 6557"/>
                <a:gd name="connsiteY1" fmla="*/ 0 h 1639"/>
                <a:gd name="connsiteX2" fmla="*/ 3278 w 6557"/>
                <a:gd name="connsiteY2" fmla="*/ 1639 h 1639"/>
                <a:gd name="connsiteX3" fmla="*/ 6557 w 6557"/>
                <a:gd name="connsiteY3" fmla="*/ 0 h 1639"/>
                <a:gd name="connsiteX4" fmla="*/ 3278 w 6557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1639">
                  <a:moveTo>
                    <a:pt x="3278" y="0"/>
                  </a:moveTo>
                  <a:lnTo>
                    <a:pt x="0" y="0"/>
                  </a:lnTo>
                  <a:lnTo>
                    <a:pt x="3278" y="1639"/>
                  </a:lnTo>
                  <a:lnTo>
                    <a:pt x="655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5" name="Freeform 2744">
              <a:extLst>
                <a:ext uri="{FF2B5EF4-FFF2-40B4-BE49-F238E27FC236}">
                  <a16:creationId xmlns:a16="http://schemas.microsoft.com/office/drawing/2014/main" id="{23D4FF2F-1D64-0743-B8FB-FA3F1C9F7918}"/>
                </a:ext>
              </a:extLst>
            </p:cNvPr>
            <p:cNvSpPr/>
            <p:nvPr/>
          </p:nvSpPr>
          <p:spPr>
            <a:xfrm>
              <a:off x="7920581" y="788683"/>
              <a:ext cx="8196" cy="3278"/>
            </a:xfrm>
            <a:custGeom>
              <a:avLst/>
              <a:gdLst>
                <a:gd name="connsiteX0" fmla="*/ 0 w 8196"/>
                <a:gd name="connsiteY0" fmla="*/ 0 h 3278"/>
                <a:gd name="connsiteX1" fmla="*/ 3279 w 8196"/>
                <a:gd name="connsiteY1" fmla="*/ 3279 h 3278"/>
                <a:gd name="connsiteX2" fmla="*/ 3279 w 8196"/>
                <a:gd name="connsiteY2" fmla="*/ 1639 h 3278"/>
                <a:gd name="connsiteX3" fmla="*/ 8197 w 8196"/>
                <a:gd name="connsiteY3" fmla="*/ 1639 h 3278"/>
                <a:gd name="connsiteX4" fmla="*/ 3279 w 8196"/>
                <a:gd name="connsiteY4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0" y="0"/>
                  </a:moveTo>
                  <a:lnTo>
                    <a:pt x="3279" y="3279"/>
                  </a:lnTo>
                  <a:lnTo>
                    <a:pt x="3279" y="1639"/>
                  </a:lnTo>
                  <a:lnTo>
                    <a:pt x="8197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6" name="Freeform 2745">
              <a:extLst>
                <a:ext uri="{FF2B5EF4-FFF2-40B4-BE49-F238E27FC236}">
                  <a16:creationId xmlns:a16="http://schemas.microsoft.com/office/drawing/2014/main" id="{13D792FC-5AE2-2B4B-8642-A91E2F59DD84}"/>
                </a:ext>
              </a:extLst>
            </p:cNvPr>
            <p:cNvSpPr/>
            <p:nvPr/>
          </p:nvSpPr>
          <p:spPr>
            <a:xfrm>
              <a:off x="7923860" y="877207"/>
              <a:ext cx="8196" cy="1639"/>
            </a:xfrm>
            <a:custGeom>
              <a:avLst/>
              <a:gdLst>
                <a:gd name="connsiteX0" fmla="*/ 8197 w 8196"/>
                <a:gd name="connsiteY0" fmla="*/ 0 h 1639"/>
                <a:gd name="connsiteX1" fmla="*/ 3279 w 8196"/>
                <a:gd name="connsiteY1" fmla="*/ 0 h 1639"/>
                <a:gd name="connsiteX2" fmla="*/ 0 w 8196"/>
                <a:gd name="connsiteY2" fmla="*/ 0 h 1639"/>
                <a:gd name="connsiteX3" fmla="*/ 4918 w 8196"/>
                <a:gd name="connsiteY3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8197" y="0"/>
                  </a:moveTo>
                  <a:lnTo>
                    <a:pt x="3279" y="0"/>
                  </a:lnTo>
                  <a:lnTo>
                    <a:pt x="0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7" name="Freeform 2746">
              <a:extLst>
                <a:ext uri="{FF2B5EF4-FFF2-40B4-BE49-F238E27FC236}">
                  <a16:creationId xmlns:a16="http://schemas.microsoft.com/office/drawing/2014/main" id="{7D2A8F6D-8003-234B-982D-3F38BC70D6A9}"/>
                </a:ext>
              </a:extLst>
            </p:cNvPr>
            <p:cNvSpPr/>
            <p:nvPr/>
          </p:nvSpPr>
          <p:spPr>
            <a:xfrm>
              <a:off x="7930417" y="885403"/>
              <a:ext cx="11475" cy="1639"/>
            </a:xfrm>
            <a:custGeom>
              <a:avLst/>
              <a:gdLst>
                <a:gd name="connsiteX0" fmla="*/ 11476 w 11475"/>
                <a:gd name="connsiteY0" fmla="*/ 0 h 1639"/>
                <a:gd name="connsiteX1" fmla="*/ 6557 w 11475"/>
                <a:gd name="connsiteY1" fmla="*/ 0 h 1639"/>
                <a:gd name="connsiteX2" fmla="*/ 3279 w 11475"/>
                <a:gd name="connsiteY2" fmla="*/ 0 h 1639"/>
                <a:gd name="connsiteX3" fmla="*/ 0 w 11475"/>
                <a:gd name="connsiteY3" fmla="*/ 0 h 1639"/>
                <a:gd name="connsiteX4" fmla="*/ 3279 w 11475"/>
                <a:gd name="connsiteY4" fmla="*/ 1639 h 1639"/>
                <a:gd name="connsiteX5" fmla="*/ 6557 w 11475"/>
                <a:gd name="connsiteY5" fmla="*/ 1639 h 1639"/>
                <a:gd name="connsiteX6" fmla="*/ 11476 w 11475"/>
                <a:gd name="connsiteY6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1639">
                  <a:moveTo>
                    <a:pt x="11476" y="0"/>
                  </a:moveTo>
                  <a:lnTo>
                    <a:pt x="6557" y="0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1639"/>
                  </a:lnTo>
                  <a:lnTo>
                    <a:pt x="6557" y="1639"/>
                  </a:lnTo>
                  <a:lnTo>
                    <a:pt x="11476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8" name="Freeform 2747">
              <a:extLst>
                <a:ext uri="{FF2B5EF4-FFF2-40B4-BE49-F238E27FC236}">
                  <a16:creationId xmlns:a16="http://schemas.microsoft.com/office/drawing/2014/main" id="{B2AD4749-7AE7-3444-B5B0-B1E37103A013}"/>
                </a:ext>
              </a:extLst>
            </p:cNvPr>
            <p:cNvSpPr/>
            <p:nvPr/>
          </p:nvSpPr>
          <p:spPr>
            <a:xfrm>
              <a:off x="7930417" y="898518"/>
              <a:ext cx="32786" cy="6557"/>
            </a:xfrm>
            <a:custGeom>
              <a:avLst/>
              <a:gdLst>
                <a:gd name="connsiteX0" fmla="*/ 29508 w 32786"/>
                <a:gd name="connsiteY0" fmla="*/ 6557 h 6557"/>
                <a:gd name="connsiteX1" fmla="*/ 24590 w 32786"/>
                <a:gd name="connsiteY1" fmla="*/ 3279 h 6557"/>
                <a:gd name="connsiteX2" fmla="*/ 27869 w 32786"/>
                <a:gd name="connsiteY2" fmla="*/ 1639 h 6557"/>
                <a:gd name="connsiteX3" fmla="*/ 32787 w 32786"/>
                <a:gd name="connsiteY3" fmla="*/ 4918 h 6557"/>
                <a:gd name="connsiteX4" fmla="*/ 31147 w 32786"/>
                <a:gd name="connsiteY4" fmla="*/ 1639 h 6557"/>
                <a:gd name="connsiteX5" fmla="*/ 26229 w 32786"/>
                <a:gd name="connsiteY5" fmla="*/ 0 h 6557"/>
                <a:gd name="connsiteX6" fmla="*/ 22951 w 32786"/>
                <a:gd name="connsiteY6" fmla="*/ 0 h 6557"/>
                <a:gd name="connsiteX7" fmla="*/ 18033 w 32786"/>
                <a:gd name="connsiteY7" fmla="*/ 0 h 6557"/>
                <a:gd name="connsiteX8" fmla="*/ 14754 w 32786"/>
                <a:gd name="connsiteY8" fmla="*/ 0 h 6557"/>
                <a:gd name="connsiteX9" fmla="*/ 11476 w 32786"/>
                <a:gd name="connsiteY9" fmla="*/ 1639 h 6557"/>
                <a:gd name="connsiteX10" fmla="*/ 6557 w 32786"/>
                <a:gd name="connsiteY10" fmla="*/ 0 h 6557"/>
                <a:gd name="connsiteX11" fmla="*/ 3279 w 32786"/>
                <a:gd name="connsiteY11" fmla="*/ 1639 h 6557"/>
                <a:gd name="connsiteX12" fmla="*/ 0 w 32786"/>
                <a:gd name="connsiteY12" fmla="*/ 0 h 6557"/>
                <a:gd name="connsiteX13" fmla="*/ 3279 w 32786"/>
                <a:gd name="connsiteY13" fmla="*/ 3279 h 6557"/>
                <a:gd name="connsiteX14" fmla="*/ 6557 w 32786"/>
                <a:gd name="connsiteY14" fmla="*/ 3279 h 6557"/>
                <a:gd name="connsiteX15" fmla="*/ 11476 w 32786"/>
                <a:gd name="connsiteY15" fmla="*/ 4918 h 6557"/>
                <a:gd name="connsiteX16" fmla="*/ 14754 w 32786"/>
                <a:gd name="connsiteY16" fmla="*/ 4918 h 6557"/>
                <a:gd name="connsiteX17" fmla="*/ 19672 w 32786"/>
                <a:gd name="connsiteY17" fmla="*/ 4918 h 6557"/>
                <a:gd name="connsiteX18" fmla="*/ 22951 w 32786"/>
                <a:gd name="connsiteY18" fmla="*/ 4918 h 6557"/>
                <a:gd name="connsiteX19" fmla="*/ 27869 w 32786"/>
                <a:gd name="connsiteY19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786" h="6557">
                  <a:moveTo>
                    <a:pt x="29508" y="6557"/>
                  </a:moveTo>
                  <a:lnTo>
                    <a:pt x="24590" y="3279"/>
                  </a:lnTo>
                  <a:lnTo>
                    <a:pt x="27869" y="1639"/>
                  </a:lnTo>
                  <a:lnTo>
                    <a:pt x="32787" y="4918"/>
                  </a:lnTo>
                  <a:lnTo>
                    <a:pt x="31147" y="1639"/>
                  </a:lnTo>
                  <a:lnTo>
                    <a:pt x="26229" y="0"/>
                  </a:lnTo>
                  <a:lnTo>
                    <a:pt x="22951" y="0"/>
                  </a:lnTo>
                  <a:lnTo>
                    <a:pt x="18033" y="0"/>
                  </a:lnTo>
                  <a:lnTo>
                    <a:pt x="14754" y="0"/>
                  </a:lnTo>
                  <a:lnTo>
                    <a:pt x="11476" y="1639"/>
                  </a:lnTo>
                  <a:lnTo>
                    <a:pt x="6557" y="0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3279" y="3279"/>
                  </a:lnTo>
                  <a:lnTo>
                    <a:pt x="6557" y="3279"/>
                  </a:lnTo>
                  <a:lnTo>
                    <a:pt x="11476" y="4918"/>
                  </a:lnTo>
                  <a:lnTo>
                    <a:pt x="14754" y="4918"/>
                  </a:lnTo>
                  <a:lnTo>
                    <a:pt x="19672" y="4918"/>
                  </a:lnTo>
                  <a:lnTo>
                    <a:pt x="22951" y="4918"/>
                  </a:lnTo>
                  <a:lnTo>
                    <a:pt x="2786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9" name="Freeform 2748">
              <a:extLst>
                <a:ext uri="{FF2B5EF4-FFF2-40B4-BE49-F238E27FC236}">
                  <a16:creationId xmlns:a16="http://schemas.microsoft.com/office/drawing/2014/main" id="{115DDE30-DC04-7540-94C8-80E8C2B6A6D2}"/>
                </a:ext>
              </a:extLst>
            </p:cNvPr>
            <p:cNvSpPr/>
            <p:nvPr/>
          </p:nvSpPr>
          <p:spPr>
            <a:xfrm>
              <a:off x="7953368" y="896879"/>
              <a:ext cx="6557" cy="1639"/>
            </a:xfrm>
            <a:custGeom>
              <a:avLst/>
              <a:gdLst>
                <a:gd name="connsiteX0" fmla="*/ 6558 w 6557"/>
                <a:gd name="connsiteY0" fmla="*/ 1639 h 1639"/>
                <a:gd name="connsiteX1" fmla="*/ 3279 w 6557"/>
                <a:gd name="connsiteY1" fmla="*/ 0 h 1639"/>
                <a:gd name="connsiteX2" fmla="*/ 0 w 6557"/>
                <a:gd name="connsiteY2" fmla="*/ 0 h 1639"/>
                <a:gd name="connsiteX3" fmla="*/ 3279 w 6557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1639">
                  <a:moveTo>
                    <a:pt x="6558" y="1639"/>
                  </a:moveTo>
                  <a:lnTo>
                    <a:pt x="3279" y="0"/>
                  </a:ln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0" name="Freeform 2749">
              <a:extLst>
                <a:ext uri="{FF2B5EF4-FFF2-40B4-BE49-F238E27FC236}">
                  <a16:creationId xmlns:a16="http://schemas.microsoft.com/office/drawing/2014/main" id="{98ACBFEC-DC12-AD40-A209-B7FDFE5556D4}"/>
                </a:ext>
              </a:extLst>
            </p:cNvPr>
            <p:cNvSpPr/>
            <p:nvPr/>
          </p:nvSpPr>
          <p:spPr>
            <a:xfrm>
              <a:off x="7958286" y="882125"/>
              <a:ext cx="6557" cy="1639"/>
            </a:xfrm>
            <a:custGeom>
              <a:avLst/>
              <a:gdLst>
                <a:gd name="connsiteX0" fmla="*/ 6557 w 6557"/>
                <a:gd name="connsiteY0" fmla="*/ 1639 h 1639"/>
                <a:gd name="connsiteX1" fmla="*/ 3278 w 6557"/>
                <a:gd name="connsiteY1" fmla="*/ 0 h 1639"/>
                <a:gd name="connsiteX2" fmla="*/ 0 w 6557"/>
                <a:gd name="connsiteY2" fmla="*/ 0 h 1639"/>
                <a:gd name="connsiteX3" fmla="*/ 3278 w 6557"/>
                <a:gd name="connsiteY3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1639">
                  <a:moveTo>
                    <a:pt x="6557" y="1639"/>
                  </a:moveTo>
                  <a:lnTo>
                    <a:pt x="3278" y="0"/>
                  </a:lnTo>
                  <a:lnTo>
                    <a:pt x="0" y="0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1" name="Freeform 2750">
              <a:extLst>
                <a:ext uri="{FF2B5EF4-FFF2-40B4-BE49-F238E27FC236}">
                  <a16:creationId xmlns:a16="http://schemas.microsoft.com/office/drawing/2014/main" id="{EC894F10-DB53-AB41-AD6A-9DE98C51FC4D}"/>
                </a:ext>
              </a:extLst>
            </p:cNvPr>
            <p:cNvSpPr/>
            <p:nvPr/>
          </p:nvSpPr>
          <p:spPr>
            <a:xfrm>
              <a:off x="7964843" y="896879"/>
              <a:ext cx="6557" cy="6557"/>
            </a:xfrm>
            <a:custGeom>
              <a:avLst/>
              <a:gdLst>
                <a:gd name="connsiteX0" fmla="*/ 1639 w 6557"/>
                <a:gd name="connsiteY0" fmla="*/ 6557 h 6557"/>
                <a:gd name="connsiteX1" fmla="*/ 6557 w 6557"/>
                <a:gd name="connsiteY1" fmla="*/ 3279 h 6557"/>
                <a:gd name="connsiteX2" fmla="*/ 1639 w 6557"/>
                <a:gd name="connsiteY2" fmla="*/ 4918 h 6557"/>
                <a:gd name="connsiteX3" fmla="*/ 4918 w 6557"/>
                <a:gd name="connsiteY3" fmla="*/ 0 h 6557"/>
                <a:gd name="connsiteX4" fmla="*/ 0 w 6557"/>
                <a:gd name="connsiteY4" fmla="*/ 0 h 6557"/>
                <a:gd name="connsiteX5" fmla="*/ 0 w 6557"/>
                <a:gd name="connsiteY5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6557">
                  <a:moveTo>
                    <a:pt x="1639" y="6557"/>
                  </a:moveTo>
                  <a:lnTo>
                    <a:pt x="6557" y="3279"/>
                  </a:lnTo>
                  <a:lnTo>
                    <a:pt x="1639" y="4918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2" name="Freeform 2751">
              <a:extLst>
                <a:ext uri="{FF2B5EF4-FFF2-40B4-BE49-F238E27FC236}">
                  <a16:creationId xmlns:a16="http://schemas.microsoft.com/office/drawing/2014/main" id="{26A92444-3134-6443-B81D-7862A4CCC886}"/>
                </a:ext>
              </a:extLst>
            </p:cNvPr>
            <p:cNvSpPr/>
            <p:nvPr/>
          </p:nvSpPr>
          <p:spPr>
            <a:xfrm>
              <a:off x="7964843" y="883764"/>
              <a:ext cx="8196" cy="4917"/>
            </a:xfrm>
            <a:custGeom>
              <a:avLst/>
              <a:gdLst>
                <a:gd name="connsiteX0" fmla="*/ 8197 w 8196"/>
                <a:gd name="connsiteY0" fmla="*/ 4918 h 4917"/>
                <a:gd name="connsiteX1" fmla="*/ 4918 w 8196"/>
                <a:gd name="connsiteY1" fmla="*/ 1639 h 4917"/>
                <a:gd name="connsiteX2" fmla="*/ 0 w 8196"/>
                <a:gd name="connsiteY2" fmla="*/ 0 h 4917"/>
                <a:gd name="connsiteX3" fmla="*/ 1639 w 8196"/>
                <a:gd name="connsiteY3" fmla="*/ 4918 h 4917"/>
                <a:gd name="connsiteX4" fmla="*/ 6557 w 8196"/>
                <a:gd name="connsiteY4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7">
                  <a:moveTo>
                    <a:pt x="8197" y="4918"/>
                  </a:moveTo>
                  <a:lnTo>
                    <a:pt x="4918" y="1639"/>
                  </a:lnTo>
                  <a:lnTo>
                    <a:pt x="0" y="0"/>
                  </a:lnTo>
                  <a:lnTo>
                    <a:pt x="1639" y="4918"/>
                  </a:lnTo>
                  <a:lnTo>
                    <a:pt x="655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3" name="Freeform 2752">
              <a:extLst>
                <a:ext uri="{FF2B5EF4-FFF2-40B4-BE49-F238E27FC236}">
                  <a16:creationId xmlns:a16="http://schemas.microsoft.com/office/drawing/2014/main" id="{40C038C2-1D0F-9C46-8BF9-B5A3C0C7C7B8}"/>
                </a:ext>
              </a:extLst>
            </p:cNvPr>
            <p:cNvSpPr/>
            <p:nvPr/>
          </p:nvSpPr>
          <p:spPr>
            <a:xfrm>
              <a:off x="7964843" y="796879"/>
              <a:ext cx="136064" cy="47540"/>
            </a:xfrm>
            <a:custGeom>
              <a:avLst/>
              <a:gdLst>
                <a:gd name="connsiteX0" fmla="*/ 4918 w 136064"/>
                <a:gd name="connsiteY0" fmla="*/ 32787 h 47540"/>
                <a:gd name="connsiteX1" fmla="*/ 6557 w 136064"/>
                <a:gd name="connsiteY1" fmla="*/ 32787 h 47540"/>
                <a:gd name="connsiteX2" fmla="*/ 8197 w 136064"/>
                <a:gd name="connsiteY2" fmla="*/ 34426 h 47540"/>
                <a:gd name="connsiteX3" fmla="*/ 4918 w 136064"/>
                <a:gd name="connsiteY3" fmla="*/ 36065 h 47540"/>
                <a:gd name="connsiteX4" fmla="*/ 1639 w 136064"/>
                <a:gd name="connsiteY4" fmla="*/ 40983 h 47540"/>
                <a:gd name="connsiteX5" fmla="*/ 0 w 136064"/>
                <a:gd name="connsiteY5" fmla="*/ 44262 h 47540"/>
                <a:gd name="connsiteX6" fmla="*/ 4918 w 136064"/>
                <a:gd name="connsiteY6" fmla="*/ 45901 h 47540"/>
                <a:gd name="connsiteX7" fmla="*/ 8197 w 136064"/>
                <a:gd name="connsiteY7" fmla="*/ 47541 h 47540"/>
                <a:gd name="connsiteX8" fmla="*/ 13114 w 136064"/>
                <a:gd name="connsiteY8" fmla="*/ 45901 h 47540"/>
                <a:gd name="connsiteX9" fmla="*/ 16393 w 136064"/>
                <a:gd name="connsiteY9" fmla="*/ 47541 h 47540"/>
                <a:gd name="connsiteX10" fmla="*/ 21311 w 136064"/>
                <a:gd name="connsiteY10" fmla="*/ 47541 h 47540"/>
                <a:gd name="connsiteX11" fmla="*/ 21311 w 136064"/>
                <a:gd name="connsiteY11" fmla="*/ 45901 h 47540"/>
                <a:gd name="connsiteX12" fmla="*/ 26229 w 136064"/>
                <a:gd name="connsiteY12" fmla="*/ 45901 h 47540"/>
                <a:gd name="connsiteX13" fmla="*/ 29508 w 136064"/>
                <a:gd name="connsiteY13" fmla="*/ 44262 h 47540"/>
                <a:gd name="connsiteX14" fmla="*/ 32787 w 136064"/>
                <a:gd name="connsiteY14" fmla="*/ 42623 h 47540"/>
                <a:gd name="connsiteX15" fmla="*/ 37705 w 136064"/>
                <a:gd name="connsiteY15" fmla="*/ 42623 h 47540"/>
                <a:gd name="connsiteX16" fmla="*/ 40983 w 136064"/>
                <a:gd name="connsiteY16" fmla="*/ 39344 h 47540"/>
                <a:gd name="connsiteX17" fmla="*/ 45901 w 136064"/>
                <a:gd name="connsiteY17" fmla="*/ 39344 h 47540"/>
                <a:gd name="connsiteX18" fmla="*/ 49180 w 136064"/>
                <a:gd name="connsiteY18" fmla="*/ 39344 h 47540"/>
                <a:gd name="connsiteX19" fmla="*/ 52459 w 136064"/>
                <a:gd name="connsiteY19" fmla="*/ 39344 h 47540"/>
                <a:gd name="connsiteX20" fmla="*/ 57377 w 136064"/>
                <a:gd name="connsiteY20" fmla="*/ 39344 h 47540"/>
                <a:gd name="connsiteX21" fmla="*/ 60656 w 136064"/>
                <a:gd name="connsiteY21" fmla="*/ 39344 h 47540"/>
                <a:gd name="connsiteX22" fmla="*/ 65573 w 136064"/>
                <a:gd name="connsiteY22" fmla="*/ 39344 h 47540"/>
                <a:gd name="connsiteX23" fmla="*/ 68852 w 136064"/>
                <a:gd name="connsiteY23" fmla="*/ 39344 h 47540"/>
                <a:gd name="connsiteX24" fmla="*/ 72131 w 136064"/>
                <a:gd name="connsiteY24" fmla="*/ 39344 h 47540"/>
                <a:gd name="connsiteX25" fmla="*/ 77049 w 136064"/>
                <a:gd name="connsiteY25" fmla="*/ 39344 h 47540"/>
                <a:gd name="connsiteX26" fmla="*/ 80327 w 136064"/>
                <a:gd name="connsiteY26" fmla="*/ 40983 h 47540"/>
                <a:gd name="connsiteX27" fmla="*/ 85246 w 136064"/>
                <a:gd name="connsiteY27" fmla="*/ 37705 h 47540"/>
                <a:gd name="connsiteX28" fmla="*/ 88524 w 136064"/>
                <a:gd name="connsiteY28" fmla="*/ 37705 h 47540"/>
                <a:gd name="connsiteX29" fmla="*/ 93442 w 136064"/>
                <a:gd name="connsiteY29" fmla="*/ 37705 h 47540"/>
                <a:gd name="connsiteX30" fmla="*/ 98360 w 136064"/>
                <a:gd name="connsiteY30" fmla="*/ 37705 h 47540"/>
                <a:gd name="connsiteX31" fmla="*/ 101639 w 136064"/>
                <a:gd name="connsiteY31" fmla="*/ 37705 h 47540"/>
                <a:gd name="connsiteX32" fmla="*/ 106557 w 136064"/>
                <a:gd name="connsiteY32" fmla="*/ 37705 h 47540"/>
                <a:gd name="connsiteX33" fmla="*/ 109836 w 136064"/>
                <a:gd name="connsiteY33" fmla="*/ 36065 h 47540"/>
                <a:gd name="connsiteX34" fmla="*/ 113115 w 136064"/>
                <a:gd name="connsiteY34" fmla="*/ 36065 h 47540"/>
                <a:gd name="connsiteX35" fmla="*/ 118032 w 136064"/>
                <a:gd name="connsiteY35" fmla="*/ 34426 h 47540"/>
                <a:gd name="connsiteX36" fmla="*/ 121311 w 136064"/>
                <a:gd name="connsiteY36" fmla="*/ 34426 h 47540"/>
                <a:gd name="connsiteX37" fmla="*/ 124589 w 136064"/>
                <a:gd name="connsiteY37" fmla="*/ 34426 h 47540"/>
                <a:gd name="connsiteX38" fmla="*/ 129508 w 136064"/>
                <a:gd name="connsiteY38" fmla="*/ 34426 h 47540"/>
                <a:gd name="connsiteX39" fmla="*/ 132786 w 136064"/>
                <a:gd name="connsiteY39" fmla="*/ 31147 h 47540"/>
                <a:gd name="connsiteX40" fmla="*/ 136065 w 136064"/>
                <a:gd name="connsiteY40" fmla="*/ 29508 h 47540"/>
                <a:gd name="connsiteX41" fmla="*/ 132786 w 136064"/>
                <a:gd name="connsiteY41" fmla="*/ 26229 h 47540"/>
                <a:gd name="connsiteX42" fmla="*/ 127868 w 136064"/>
                <a:gd name="connsiteY42" fmla="*/ 24590 h 47540"/>
                <a:gd name="connsiteX43" fmla="*/ 124589 w 136064"/>
                <a:gd name="connsiteY43" fmla="*/ 21311 h 47540"/>
                <a:gd name="connsiteX44" fmla="*/ 121311 w 136064"/>
                <a:gd name="connsiteY44" fmla="*/ 19672 h 47540"/>
                <a:gd name="connsiteX45" fmla="*/ 116393 w 136064"/>
                <a:gd name="connsiteY45" fmla="*/ 19672 h 47540"/>
                <a:gd name="connsiteX46" fmla="*/ 113115 w 136064"/>
                <a:gd name="connsiteY46" fmla="*/ 18033 h 47540"/>
                <a:gd name="connsiteX47" fmla="*/ 109836 w 136064"/>
                <a:gd name="connsiteY47" fmla="*/ 19672 h 47540"/>
                <a:gd name="connsiteX48" fmla="*/ 104918 w 136064"/>
                <a:gd name="connsiteY48" fmla="*/ 18033 h 47540"/>
                <a:gd name="connsiteX49" fmla="*/ 101639 w 136064"/>
                <a:gd name="connsiteY49" fmla="*/ 18033 h 47540"/>
                <a:gd name="connsiteX50" fmla="*/ 98360 w 136064"/>
                <a:gd name="connsiteY50" fmla="*/ 14754 h 47540"/>
                <a:gd name="connsiteX51" fmla="*/ 93442 w 136064"/>
                <a:gd name="connsiteY51" fmla="*/ 14754 h 47540"/>
                <a:gd name="connsiteX52" fmla="*/ 90164 w 136064"/>
                <a:gd name="connsiteY52" fmla="*/ 13115 h 47540"/>
                <a:gd name="connsiteX53" fmla="*/ 85246 w 136064"/>
                <a:gd name="connsiteY53" fmla="*/ 13115 h 47540"/>
                <a:gd name="connsiteX54" fmla="*/ 81967 w 136064"/>
                <a:gd name="connsiteY54" fmla="*/ 11475 h 47540"/>
                <a:gd name="connsiteX55" fmla="*/ 78688 w 136064"/>
                <a:gd name="connsiteY55" fmla="*/ 9836 h 47540"/>
                <a:gd name="connsiteX56" fmla="*/ 73770 w 136064"/>
                <a:gd name="connsiteY56" fmla="*/ 9836 h 47540"/>
                <a:gd name="connsiteX57" fmla="*/ 70491 w 136064"/>
                <a:gd name="connsiteY57" fmla="*/ 8197 h 47540"/>
                <a:gd name="connsiteX58" fmla="*/ 65573 w 136064"/>
                <a:gd name="connsiteY58" fmla="*/ 8197 h 47540"/>
                <a:gd name="connsiteX59" fmla="*/ 62295 w 136064"/>
                <a:gd name="connsiteY59" fmla="*/ 9836 h 47540"/>
                <a:gd name="connsiteX60" fmla="*/ 57377 w 136064"/>
                <a:gd name="connsiteY60" fmla="*/ 11475 h 47540"/>
                <a:gd name="connsiteX61" fmla="*/ 54098 w 136064"/>
                <a:gd name="connsiteY61" fmla="*/ 14754 h 47540"/>
                <a:gd name="connsiteX62" fmla="*/ 50820 w 136064"/>
                <a:gd name="connsiteY62" fmla="*/ 18033 h 47540"/>
                <a:gd name="connsiteX63" fmla="*/ 47541 w 136064"/>
                <a:gd name="connsiteY63" fmla="*/ 18033 h 47540"/>
                <a:gd name="connsiteX64" fmla="*/ 47541 w 136064"/>
                <a:gd name="connsiteY64" fmla="*/ 14754 h 47540"/>
                <a:gd name="connsiteX65" fmla="*/ 45901 w 136064"/>
                <a:gd name="connsiteY65" fmla="*/ 11475 h 47540"/>
                <a:gd name="connsiteX66" fmla="*/ 44262 w 136064"/>
                <a:gd name="connsiteY66" fmla="*/ 6557 h 47540"/>
                <a:gd name="connsiteX67" fmla="*/ 47541 w 136064"/>
                <a:gd name="connsiteY67" fmla="*/ 3279 h 47540"/>
                <a:gd name="connsiteX68" fmla="*/ 42623 w 136064"/>
                <a:gd name="connsiteY68" fmla="*/ 3279 h 47540"/>
                <a:gd name="connsiteX69" fmla="*/ 39344 w 136064"/>
                <a:gd name="connsiteY69" fmla="*/ 1639 h 47540"/>
                <a:gd name="connsiteX70" fmla="*/ 34426 w 136064"/>
                <a:gd name="connsiteY70" fmla="*/ 1639 h 47540"/>
                <a:gd name="connsiteX71" fmla="*/ 31147 w 136064"/>
                <a:gd name="connsiteY71" fmla="*/ 0 h 47540"/>
                <a:gd name="connsiteX72" fmla="*/ 27869 w 136064"/>
                <a:gd name="connsiteY72" fmla="*/ 0 h 47540"/>
                <a:gd name="connsiteX73" fmla="*/ 22951 w 136064"/>
                <a:gd name="connsiteY73" fmla="*/ 3279 h 47540"/>
                <a:gd name="connsiteX74" fmla="*/ 26229 w 136064"/>
                <a:gd name="connsiteY74" fmla="*/ 6557 h 47540"/>
                <a:gd name="connsiteX75" fmla="*/ 22951 w 136064"/>
                <a:gd name="connsiteY75" fmla="*/ 4918 h 47540"/>
                <a:gd name="connsiteX76" fmla="*/ 19672 w 136064"/>
                <a:gd name="connsiteY76" fmla="*/ 4918 h 47540"/>
                <a:gd name="connsiteX77" fmla="*/ 16393 w 136064"/>
                <a:gd name="connsiteY77" fmla="*/ 3279 h 47540"/>
                <a:gd name="connsiteX78" fmla="*/ 11476 w 136064"/>
                <a:gd name="connsiteY78" fmla="*/ 1639 h 47540"/>
                <a:gd name="connsiteX79" fmla="*/ 8197 w 136064"/>
                <a:gd name="connsiteY79" fmla="*/ 1639 h 47540"/>
                <a:gd name="connsiteX80" fmla="*/ 8197 w 136064"/>
                <a:gd name="connsiteY80" fmla="*/ 6557 h 47540"/>
                <a:gd name="connsiteX81" fmla="*/ 4918 w 136064"/>
                <a:gd name="connsiteY81" fmla="*/ 8197 h 47540"/>
                <a:gd name="connsiteX82" fmla="*/ 6557 w 136064"/>
                <a:gd name="connsiteY82" fmla="*/ 11475 h 47540"/>
                <a:gd name="connsiteX83" fmla="*/ 11476 w 136064"/>
                <a:gd name="connsiteY83" fmla="*/ 13115 h 47540"/>
                <a:gd name="connsiteX84" fmla="*/ 14754 w 136064"/>
                <a:gd name="connsiteY84" fmla="*/ 13115 h 47540"/>
                <a:gd name="connsiteX85" fmla="*/ 9836 w 136064"/>
                <a:gd name="connsiteY85" fmla="*/ 13115 h 47540"/>
                <a:gd name="connsiteX86" fmla="*/ 6557 w 136064"/>
                <a:gd name="connsiteY86" fmla="*/ 13115 h 47540"/>
                <a:gd name="connsiteX87" fmla="*/ 6557 w 136064"/>
                <a:gd name="connsiteY87" fmla="*/ 16393 h 47540"/>
                <a:gd name="connsiteX88" fmla="*/ 9836 w 136064"/>
                <a:gd name="connsiteY88" fmla="*/ 18033 h 47540"/>
                <a:gd name="connsiteX89" fmla="*/ 13114 w 136064"/>
                <a:gd name="connsiteY89" fmla="*/ 19672 h 47540"/>
                <a:gd name="connsiteX90" fmla="*/ 18033 w 136064"/>
                <a:gd name="connsiteY90" fmla="*/ 21311 h 47540"/>
                <a:gd name="connsiteX91" fmla="*/ 13114 w 136064"/>
                <a:gd name="connsiteY91" fmla="*/ 21311 h 47540"/>
                <a:gd name="connsiteX92" fmla="*/ 9836 w 136064"/>
                <a:gd name="connsiteY92" fmla="*/ 21311 h 47540"/>
                <a:gd name="connsiteX93" fmla="*/ 6557 w 136064"/>
                <a:gd name="connsiteY93" fmla="*/ 19672 h 47540"/>
                <a:gd name="connsiteX94" fmla="*/ 1639 w 136064"/>
                <a:gd name="connsiteY94" fmla="*/ 21311 h 47540"/>
                <a:gd name="connsiteX95" fmla="*/ 3279 w 136064"/>
                <a:gd name="connsiteY95" fmla="*/ 24590 h 47540"/>
                <a:gd name="connsiteX96" fmla="*/ 4918 w 136064"/>
                <a:gd name="connsiteY96" fmla="*/ 29508 h 4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136064" h="47540">
                  <a:moveTo>
                    <a:pt x="4918" y="32787"/>
                  </a:moveTo>
                  <a:lnTo>
                    <a:pt x="6557" y="32787"/>
                  </a:lnTo>
                  <a:lnTo>
                    <a:pt x="8197" y="34426"/>
                  </a:lnTo>
                  <a:lnTo>
                    <a:pt x="4918" y="36065"/>
                  </a:lnTo>
                  <a:lnTo>
                    <a:pt x="1639" y="40983"/>
                  </a:lnTo>
                  <a:lnTo>
                    <a:pt x="0" y="44262"/>
                  </a:lnTo>
                  <a:lnTo>
                    <a:pt x="4918" y="45901"/>
                  </a:lnTo>
                  <a:lnTo>
                    <a:pt x="8197" y="47541"/>
                  </a:lnTo>
                  <a:lnTo>
                    <a:pt x="13114" y="45901"/>
                  </a:lnTo>
                  <a:lnTo>
                    <a:pt x="16393" y="47541"/>
                  </a:lnTo>
                  <a:lnTo>
                    <a:pt x="21311" y="47541"/>
                  </a:lnTo>
                  <a:lnTo>
                    <a:pt x="21311" y="45901"/>
                  </a:lnTo>
                  <a:lnTo>
                    <a:pt x="26229" y="45901"/>
                  </a:lnTo>
                  <a:lnTo>
                    <a:pt x="29508" y="44262"/>
                  </a:lnTo>
                  <a:lnTo>
                    <a:pt x="32787" y="42623"/>
                  </a:lnTo>
                  <a:lnTo>
                    <a:pt x="37705" y="42623"/>
                  </a:lnTo>
                  <a:lnTo>
                    <a:pt x="40983" y="39344"/>
                  </a:lnTo>
                  <a:lnTo>
                    <a:pt x="45901" y="39344"/>
                  </a:lnTo>
                  <a:lnTo>
                    <a:pt x="49180" y="39344"/>
                  </a:lnTo>
                  <a:lnTo>
                    <a:pt x="52459" y="39344"/>
                  </a:lnTo>
                  <a:lnTo>
                    <a:pt x="57377" y="39344"/>
                  </a:lnTo>
                  <a:lnTo>
                    <a:pt x="60656" y="39344"/>
                  </a:lnTo>
                  <a:lnTo>
                    <a:pt x="65573" y="39344"/>
                  </a:lnTo>
                  <a:lnTo>
                    <a:pt x="68852" y="39344"/>
                  </a:lnTo>
                  <a:lnTo>
                    <a:pt x="72131" y="39344"/>
                  </a:lnTo>
                  <a:lnTo>
                    <a:pt x="77049" y="39344"/>
                  </a:lnTo>
                  <a:lnTo>
                    <a:pt x="80327" y="40983"/>
                  </a:lnTo>
                  <a:lnTo>
                    <a:pt x="85246" y="37705"/>
                  </a:lnTo>
                  <a:lnTo>
                    <a:pt x="88524" y="37705"/>
                  </a:lnTo>
                  <a:lnTo>
                    <a:pt x="93442" y="37705"/>
                  </a:lnTo>
                  <a:lnTo>
                    <a:pt x="98360" y="37705"/>
                  </a:lnTo>
                  <a:lnTo>
                    <a:pt x="101639" y="37705"/>
                  </a:lnTo>
                  <a:lnTo>
                    <a:pt x="106557" y="37705"/>
                  </a:lnTo>
                  <a:lnTo>
                    <a:pt x="109836" y="36065"/>
                  </a:lnTo>
                  <a:lnTo>
                    <a:pt x="113115" y="36065"/>
                  </a:lnTo>
                  <a:lnTo>
                    <a:pt x="118032" y="34426"/>
                  </a:lnTo>
                  <a:lnTo>
                    <a:pt x="121311" y="34426"/>
                  </a:lnTo>
                  <a:lnTo>
                    <a:pt x="124589" y="34426"/>
                  </a:lnTo>
                  <a:lnTo>
                    <a:pt x="129508" y="34426"/>
                  </a:lnTo>
                  <a:lnTo>
                    <a:pt x="132786" y="31147"/>
                  </a:lnTo>
                  <a:lnTo>
                    <a:pt x="136065" y="29508"/>
                  </a:lnTo>
                  <a:lnTo>
                    <a:pt x="132786" y="26229"/>
                  </a:lnTo>
                  <a:lnTo>
                    <a:pt x="127868" y="24590"/>
                  </a:lnTo>
                  <a:lnTo>
                    <a:pt x="124589" y="21311"/>
                  </a:lnTo>
                  <a:lnTo>
                    <a:pt x="121311" y="19672"/>
                  </a:lnTo>
                  <a:lnTo>
                    <a:pt x="116393" y="19672"/>
                  </a:lnTo>
                  <a:lnTo>
                    <a:pt x="113115" y="18033"/>
                  </a:lnTo>
                  <a:lnTo>
                    <a:pt x="109836" y="19672"/>
                  </a:lnTo>
                  <a:lnTo>
                    <a:pt x="104918" y="18033"/>
                  </a:lnTo>
                  <a:lnTo>
                    <a:pt x="101639" y="18033"/>
                  </a:lnTo>
                  <a:lnTo>
                    <a:pt x="98360" y="14754"/>
                  </a:lnTo>
                  <a:lnTo>
                    <a:pt x="93442" y="14754"/>
                  </a:lnTo>
                  <a:lnTo>
                    <a:pt x="90164" y="13115"/>
                  </a:lnTo>
                  <a:lnTo>
                    <a:pt x="85246" y="13115"/>
                  </a:lnTo>
                  <a:lnTo>
                    <a:pt x="81967" y="11475"/>
                  </a:lnTo>
                  <a:lnTo>
                    <a:pt x="78688" y="9836"/>
                  </a:lnTo>
                  <a:lnTo>
                    <a:pt x="73770" y="9836"/>
                  </a:lnTo>
                  <a:lnTo>
                    <a:pt x="70491" y="8197"/>
                  </a:lnTo>
                  <a:lnTo>
                    <a:pt x="65573" y="8197"/>
                  </a:lnTo>
                  <a:lnTo>
                    <a:pt x="62295" y="9836"/>
                  </a:lnTo>
                  <a:lnTo>
                    <a:pt x="57377" y="11475"/>
                  </a:lnTo>
                  <a:lnTo>
                    <a:pt x="54098" y="14754"/>
                  </a:lnTo>
                  <a:lnTo>
                    <a:pt x="50820" y="18033"/>
                  </a:lnTo>
                  <a:lnTo>
                    <a:pt x="47541" y="18033"/>
                  </a:lnTo>
                  <a:lnTo>
                    <a:pt x="47541" y="14754"/>
                  </a:lnTo>
                  <a:lnTo>
                    <a:pt x="45901" y="11475"/>
                  </a:lnTo>
                  <a:lnTo>
                    <a:pt x="44262" y="6557"/>
                  </a:lnTo>
                  <a:lnTo>
                    <a:pt x="47541" y="3279"/>
                  </a:lnTo>
                  <a:lnTo>
                    <a:pt x="42623" y="3279"/>
                  </a:lnTo>
                  <a:lnTo>
                    <a:pt x="39344" y="1639"/>
                  </a:lnTo>
                  <a:lnTo>
                    <a:pt x="34426" y="1639"/>
                  </a:lnTo>
                  <a:lnTo>
                    <a:pt x="31147" y="0"/>
                  </a:lnTo>
                  <a:lnTo>
                    <a:pt x="27869" y="0"/>
                  </a:lnTo>
                  <a:lnTo>
                    <a:pt x="22951" y="3279"/>
                  </a:lnTo>
                  <a:lnTo>
                    <a:pt x="26229" y="6557"/>
                  </a:lnTo>
                  <a:lnTo>
                    <a:pt x="22951" y="4918"/>
                  </a:lnTo>
                  <a:lnTo>
                    <a:pt x="19672" y="4918"/>
                  </a:lnTo>
                  <a:lnTo>
                    <a:pt x="16393" y="3279"/>
                  </a:lnTo>
                  <a:lnTo>
                    <a:pt x="11476" y="1639"/>
                  </a:lnTo>
                  <a:lnTo>
                    <a:pt x="8197" y="1639"/>
                  </a:lnTo>
                  <a:lnTo>
                    <a:pt x="8197" y="6557"/>
                  </a:lnTo>
                  <a:lnTo>
                    <a:pt x="4918" y="8197"/>
                  </a:lnTo>
                  <a:lnTo>
                    <a:pt x="6557" y="11475"/>
                  </a:lnTo>
                  <a:lnTo>
                    <a:pt x="11476" y="13115"/>
                  </a:lnTo>
                  <a:lnTo>
                    <a:pt x="14754" y="13115"/>
                  </a:lnTo>
                  <a:lnTo>
                    <a:pt x="9836" y="13115"/>
                  </a:lnTo>
                  <a:lnTo>
                    <a:pt x="6557" y="13115"/>
                  </a:lnTo>
                  <a:lnTo>
                    <a:pt x="6557" y="16393"/>
                  </a:lnTo>
                  <a:lnTo>
                    <a:pt x="9836" y="18033"/>
                  </a:lnTo>
                  <a:lnTo>
                    <a:pt x="13114" y="19672"/>
                  </a:lnTo>
                  <a:lnTo>
                    <a:pt x="18033" y="21311"/>
                  </a:lnTo>
                  <a:lnTo>
                    <a:pt x="13114" y="21311"/>
                  </a:lnTo>
                  <a:lnTo>
                    <a:pt x="9836" y="21311"/>
                  </a:lnTo>
                  <a:lnTo>
                    <a:pt x="6557" y="19672"/>
                  </a:lnTo>
                  <a:lnTo>
                    <a:pt x="1639" y="21311"/>
                  </a:lnTo>
                  <a:lnTo>
                    <a:pt x="3279" y="24590"/>
                  </a:lnTo>
                  <a:lnTo>
                    <a:pt x="4918" y="2950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4" name="Freeform 2753">
              <a:extLst>
                <a:ext uri="{FF2B5EF4-FFF2-40B4-BE49-F238E27FC236}">
                  <a16:creationId xmlns:a16="http://schemas.microsoft.com/office/drawing/2014/main" id="{AC761A78-44C6-4448-87AC-4AF8CC5300BA}"/>
                </a:ext>
              </a:extLst>
            </p:cNvPr>
            <p:cNvSpPr/>
            <p:nvPr/>
          </p:nvSpPr>
          <p:spPr>
            <a:xfrm>
              <a:off x="7973040" y="905075"/>
              <a:ext cx="11475" cy="3278"/>
            </a:xfrm>
            <a:custGeom>
              <a:avLst/>
              <a:gdLst>
                <a:gd name="connsiteX0" fmla="*/ 11476 w 11475"/>
                <a:gd name="connsiteY0" fmla="*/ 0 h 3278"/>
                <a:gd name="connsiteX1" fmla="*/ 6557 w 11475"/>
                <a:gd name="connsiteY1" fmla="*/ 0 h 3278"/>
                <a:gd name="connsiteX2" fmla="*/ 3279 w 11475"/>
                <a:gd name="connsiteY2" fmla="*/ 1639 h 3278"/>
                <a:gd name="connsiteX3" fmla="*/ 0 w 11475"/>
                <a:gd name="connsiteY3" fmla="*/ 1639 h 3278"/>
                <a:gd name="connsiteX4" fmla="*/ 3279 w 11475"/>
                <a:gd name="connsiteY4" fmla="*/ 3279 h 3278"/>
                <a:gd name="connsiteX5" fmla="*/ 8197 w 11475"/>
                <a:gd name="connsiteY5" fmla="*/ 3279 h 3278"/>
                <a:gd name="connsiteX6" fmla="*/ 11476 w 11475"/>
                <a:gd name="connsiteY6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11476" y="0"/>
                  </a:moveTo>
                  <a:lnTo>
                    <a:pt x="6557" y="0"/>
                  </a:lnTo>
                  <a:lnTo>
                    <a:pt x="3279" y="1639"/>
                  </a:lnTo>
                  <a:lnTo>
                    <a:pt x="0" y="1639"/>
                  </a:lnTo>
                  <a:lnTo>
                    <a:pt x="3279" y="3279"/>
                  </a:lnTo>
                  <a:lnTo>
                    <a:pt x="8197" y="3279"/>
                  </a:lnTo>
                  <a:lnTo>
                    <a:pt x="11476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5" name="Freeform 2754">
              <a:extLst>
                <a:ext uri="{FF2B5EF4-FFF2-40B4-BE49-F238E27FC236}">
                  <a16:creationId xmlns:a16="http://schemas.microsoft.com/office/drawing/2014/main" id="{314C9436-91CB-4F46-BCA6-6E4B3AFA46F5}"/>
                </a:ext>
              </a:extLst>
            </p:cNvPr>
            <p:cNvSpPr/>
            <p:nvPr/>
          </p:nvSpPr>
          <p:spPr>
            <a:xfrm>
              <a:off x="8123859" y="831305"/>
              <a:ext cx="13114" cy="4918"/>
            </a:xfrm>
            <a:custGeom>
              <a:avLst/>
              <a:gdLst>
                <a:gd name="connsiteX0" fmla="*/ 4918 w 13114"/>
                <a:gd name="connsiteY0" fmla="*/ 4918 h 4918"/>
                <a:gd name="connsiteX1" fmla="*/ 8197 w 13114"/>
                <a:gd name="connsiteY1" fmla="*/ 4918 h 4918"/>
                <a:gd name="connsiteX2" fmla="*/ 13114 w 13114"/>
                <a:gd name="connsiteY2" fmla="*/ 1639 h 4918"/>
                <a:gd name="connsiteX3" fmla="*/ 8197 w 13114"/>
                <a:gd name="connsiteY3" fmla="*/ 0 h 4918"/>
                <a:gd name="connsiteX4" fmla="*/ 4918 w 13114"/>
                <a:gd name="connsiteY4" fmla="*/ 3279 h 4918"/>
                <a:gd name="connsiteX5" fmla="*/ 0 w 13114"/>
                <a:gd name="connsiteY5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14" h="4918">
                  <a:moveTo>
                    <a:pt x="4918" y="4918"/>
                  </a:moveTo>
                  <a:lnTo>
                    <a:pt x="8197" y="4918"/>
                  </a:lnTo>
                  <a:lnTo>
                    <a:pt x="13114" y="1639"/>
                  </a:lnTo>
                  <a:lnTo>
                    <a:pt x="8197" y="0"/>
                  </a:lnTo>
                  <a:lnTo>
                    <a:pt x="4918" y="3279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6" name="Freeform 2755">
              <a:extLst>
                <a:ext uri="{FF2B5EF4-FFF2-40B4-BE49-F238E27FC236}">
                  <a16:creationId xmlns:a16="http://schemas.microsoft.com/office/drawing/2014/main" id="{F3629E1D-AC9D-E74A-9EF2-B2A12AC3AA31}"/>
                </a:ext>
              </a:extLst>
            </p:cNvPr>
            <p:cNvSpPr/>
            <p:nvPr/>
          </p:nvSpPr>
          <p:spPr>
            <a:xfrm>
              <a:off x="8136974" y="836223"/>
              <a:ext cx="32786" cy="4918"/>
            </a:xfrm>
            <a:custGeom>
              <a:avLst/>
              <a:gdLst>
                <a:gd name="connsiteX0" fmla="*/ 27869 w 32786"/>
                <a:gd name="connsiteY0" fmla="*/ 4918 h 4918"/>
                <a:gd name="connsiteX1" fmla="*/ 32787 w 32786"/>
                <a:gd name="connsiteY1" fmla="*/ 3279 h 4918"/>
                <a:gd name="connsiteX2" fmla="*/ 27869 w 32786"/>
                <a:gd name="connsiteY2" fmla="*/ 0 h 4918"/>
                <a:gd name="connsiteX3" fmla="*/ 24590 w 32786"/>
                <a:gd name="connsiteY3" fmla="*/ 0 h 4918"/>
                <a:gd name="connsiteX4" fmla="*/ 19672 w 32786"/>
                <a:gd name="connsiteY4" fmla="*/ 0 h 4918"/>
                <a:gd name="connsiteX5" fmla="*/ 16393 w 32786"/>
                <a:gd name="connsiteY5" fmla="*/ 1639 h 4918"/>
                <a:gd name="connsiteX6" fmla="*/ 11476 w 32786"/>
                <a:gd name="connsiteY6" fmla="*/ 1639 h 4918"/>
                <a:gd name="connsiteX7" fmla="*/ 8197 w 32786"/>
                <a:gd name="connsiteY7" fmla="*/ 0 h 4918"/>
                <a:gd name="connsiteX8" fmla="*/ 4918 w 32786"/>
                <a:gd name="connsiteY8" fmla="*/ 1639 h 4918"/>
                <a:gd name="connsiteX9" fmla="*/ 0 w 32786"/>
                <a:gd name="connsiteY9" fmla="*/ 1639 h 4918"/>
                <a:gd name="connsiteX10" fmla="*/ 4918 w 32786"/>
                <a:gd name="connsiteY10" fmla="*/ 3279 h 4918"/>
                <a:gd name="connsiteX11" fmla="*/ 9836 w 32786"/>
                <a:gd name="connsiteY11" fmla="*/ 3279 h 4918"/>
                <a:gd name="connsiteX12" fmla="*/ 13114 w 32786"/>
                <a:gd name="connsiteY12" fmla="*/ 3279 h 4918"/>
                <a:gd name="connsiteX13" fmla="*/ 18032 w 32786"/>
                <a:gd name="connsiteY13" fmla="*/ 3279 h 4918"/>
                <a:gd name="connsiteX14" fmla="*/ 21311 w 32786"/>
                <a:gd name="connsiteY14" fmla="*/ 3279 h 4918"/>
                <a:gd name="connsiteX15" fmla="*/ 24590 w 32786"/>
                <a:gd name="connsiteY15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786" h="4918">
                  <a:moveTo>
                    <a:pt x="27869" y="4918"/>
                  </a:moveTo>
                  <a:lnTo>
                    <a:pt x="32787" y="3279"/>
                  </a:lnTo>
                  <a:lnTo>
                    <a:pt x="27869" y="0"/>
                  </a:lnTo>
                  <a:lnTo>
                    <a:pt x="24590" y="0"/>
                  </a:lnTo>
                  <a:lnTo>
                    <a:pt x="19672" y="0"/>
                  </a:lnTo>
                  <a:lnTo>
                    <a:pt x="16393" y="1639"/>
                  </a:lnTo>
                  <a:lnTo>
                    <a:pt x="11476" y="1639"/>
                  </a:lnTo>
                  <a:lnTo>
                    <a:pt x="8197" y="0"/>
                  </a:lnTo>
                  <a:lnTo>
                    <a:pt x="4918" y="1639"/>
                  </a:lnTo>
                  <a:lnTo>
                    <a:pt x="0" y="1639"/>
                  </a:lnTo>
                  <a:lnTo>
                    <a:pt x="4918" y="3279"/>
                  </a:lnTo>
                  <a:lnTo>
                    <a:pt x="9836" y="3279"/>
                  </a:lnTo>
                  <a:lnTo>
                    <a:pt x="13114" y="3279"/>
                  </a:lnTo>
                  <a:lnTo>
                    <a:pt x="18032" y="3279"/>
                  </a:lnTo>
                  <a:lnTo>
                    <a:pt x="21311" y="3279"/>
                  </a:lnTo>
                  <a:lnTo>
                    <a:pt x="2459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7" name="Freeform 2756">
              <a:extLst>
                <a:ext uri="{FF2B5EF4-FFF2-40B4-BE49-F238E27FC236}">
                  <a16:creationId xmlns:a16="http://schemas.microsoft.com/office/drawing/2014/main" id="{41086882-BD18-3B4E-BA54-CB08F84F9297}"/>
                </a:ext>
              </a:extLst>
            </p:cNvPr>
            <p:cNvSpPr/>
            <p:nvPr/>
          </p:nvSpPr>
          <p:spPr>
            <a:xfrm>
              <a:off x="8168122" y="859174"/>
              <a:ext cx="8196" cy="3278"/>
            </a:xfrm>
            <a:custGeom>
              <a:avLst/>
              <a:gdLst>
                <a:gd name="connsiteX0" fmla="*/ 0 w 8196"/>
                <a:gd name="connsiteY0" fmla="*/ 3279 h 3278"/>
                <a:gd name="connsiteX1" fmla="*/ 4918 w 8196"/>
                <a:gd name="connsiteY1" fmla="*/ 3279 h 3278"/>
                <a:gd name="connsiteX2" fmla="*/ 8197 w 8196"/>
                <a:gd name="connsiteY2" fmla="*/ 1639 h 3278"/>
                <a:gd name="connsiteX3" fmla="*/ 3278 w 8196"/>
                <a:gd name="connsiteY3" fmla="*/ 0 h 3278"/>
                <a:gd name="connsiteX4" fmla="*/ 0 w 8196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0" y="3279"/>
                  </a:moveTo>
                  <a:lnTo>
                    <a:pt x="4918" y="3279"/>
                  </a:lnTo>
                  <a:lnTo>
                    <a:pt x="8197" y="1639"/>
                  </a:lnTo>
                  <a:lnTo>
                    <a:pt x="327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8" name="Freeform 2757">
              <a:extLst>
                <a:ext uri="{FF2B5EF4-FFF2-40B4-BE49-F238E27FC236}">
                  <a16:creationId xmlns:a16="http://schemas.microsoft.com/office/drawing/2014/main" id="{23BF5956-ED4A-354C-950D-F3971AF4B492}"/>
                </a:ext>
              </a:extLst>
            </p:cNvPr>
            <p:cNvSpPr/>
            <p:nvPr/>
          </p:nvSpPr>
          <p:spPr>
            <a:xfrm>
              <a:off x="8191072" y="864092"/>
              <a:ext cx="13114" cy="3278"/>
            </a:xfrm>
            <a:custGeom>
              <a:avLst/>
              <a:gdLst>
                <a:gd name="connsiteX0" fmla="*/ 4918 w 13114"/>
                <a:gd name="connsiteY0" fmla="*/ 3279 h 3278"/>
                <a:gd name="connsiteX1" fmla="*/ 8197 w 13114"/>
                <a:gd name="connsiteY1" fmla="*/ 3279 h 3278"/>
                <a:gd name="connsiteX2" fmla="*/ 13114 w 13114"/>
                <a:gd name="connsiteY2" fmla="*/ 1639 h 3278"/>
                <a:gd name="connsiteX3" fmla="*/ 8197 w 13114"/>
                <a:gd name="connsiteY3" fmla="*/ 0 h 3278"/>
                <a:gd name="connsiteX4" fmla="*/ 4918 w 13114"/>
                <a:gd name="connsiteY4" fmla="*/ 0 h 3278"/>
                <a:gd name="connsiteX5" fmla="*/ 0 w 13114"/>
                <a:gd name="connsiteY5" fmla="*/ 0 h 3278"/>
                <a:gd name="connsiteX6" fmla="*/ 4918 w 13114"/>
                <a:gd name="connsiteY6" fmla="*/ 1639 h 3278"/>
                <a:gd name="connsiteX7" fmla="*/ 0 w 13114"/>
                <a:gd name="connsiteY7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4" h="3278">
                  <a:moveTo>
                    <a:pt x="4918" y="3279"/>
                  </a:moveTo>
                  <a:lnTo>
                    <a:pt x="8197" y="3279"/>
                  </a:lnTo>
                  <a:lnTo>
                    <a:pt x="13114" y="1639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4918" y="1639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9" name="Freeform 2758">
              <a:extLst>
                <a:ext uri="{FF2B5EF4-FFF2-40B4-BE49-F238E27FC236}">
                  <a16:creationId xmlns:a16="http://schemas.microsoft.com/office/drawing/2014/main" id="{DCB0167A-D79E-D147-AAFF-F90764B11179}"/>
                </a:ext>
              </a:extLst>
            </p:cNvPr>
            <p:cNvSpPr/>
            <p:nvPr/>
          </p:nvSpPr>
          <p:spPr>
            <a:xfrm>
              <a:off x="8338612" y="887043"/>
              <a:ext cx="19672" cy="6557"/>
            </a:xfrm>
            <a:custGeom>
              <a:avLst/>
              <a:gdLst>
                <a:gd name="connsiteX0" fmla="*/ 0 w 19672"/>
                <a:gd name="connsiteY0" fmla="*/ 1639 h 6557"/>
                <a:gd name="connsiteX1" fmla="*/ 4918 w 19672"/>
                <a:gd name="connsiteY1" fmla="*/ 3279 h 6557"/>
                <a:gd name="connsiteX2" fmla="*/ 9837 w 19672"/>
                <a:gd name="connsiteY2" fmla="*/ 3279 h 6557"/>
                <a:gd name="connsiteX3" fmla="*/ 13114 w 19672"/>
                <a:gd name="connsiteY3" fmla="*/ 4918 h 6557"/>
                <a:gd name="connsiteX4" fmla="*/ 16393 w 19672"/>
                <a:gd name="connsiteY4" fmla="*/ 4918 h 6557"/>
                <a:gd name="connsiteX5" fmla="*/ 19672 w 19672"/>
                <a:gd name="connsiteY5" fmla="*/ 6557 h 6557"/>
                <a:gd name="connsiteX6" fmla="*/ 16393 w 19672"/>
                <a:gd name="connsiteY6" fmla="*/ 3279 h 6557"/>
                <a:gd name="connsiteX7" fmla="*/ 11476 w 19672"/>
                <a:gd name="connsiteY7" fmla="*/ 0 h 6557"/>
                <a:gd name="connsiteX8" fmla="*/ 8197 w 19672"/>
                <a:gd name="connsiteY8" fmla="*/ 0 h 6557"/>
                <a:gd name="connsiteX9" fmla="*/ 4918 w 19672"/>
                <a:gd name="connsiteY9" fmla="*/ 0 h 6557"/>
                <a:gd name="connsiteX10" fmla="*/ 0 w 19672"/>
                <a:gd name="connsiteY10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72" h="6557">
                  <a:moveTo>
                    <a:pt x="0" y="1639"/>
                  </a:moveTo>
                  <a:lnTo>
                    <a:pt x="4918" y="3279"/>
                  </a:lnTo>
                  <a:lnTo>
                    <a:pt x="9837" y="3279"/>
                  </a:lnTo>
                  <a:lnTo>
                    <a:pt x="13114" y="4918"/>
                  </a:lnTo>
                  <a:lnTo>
                    <a:pt x="16393" y="4918"/>
                  </a:lnTo>
                  <a:lnTo>
                    <a:pt x="19672" y="6557"/>
                  </a:lnTo>
                  <a:lnTo>
                    <a:pt x="16393" y="3279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0" name="Freeform 2759">
              <a:extLst>
                <a:ext uri="{FF2B5EF4-FFF2-40B4-BE49-F238E27FC236}">
                  <a16:creationId xmlns:a16="http://schemas.microsoft.com/office/drawing/2014/main" id="{ABA31293-7EA1-4F4A-97F2-7B98FA2E0AA1}"/>
                </a:ext>
              </a:extLst>
            </p:cNvPr>
            <p:cNvSpPr/>
            <p:nvPr/>
          </p:nvSpPr>
          <p:spPr>
            <a:xfrm>
              <a:off x="8359923" y="893600"/>
              <a:ext cx="3278" cy="1639"/>
            </a:xfrm>
            <a:custGeom>
              <a:avLst/>
              <a:gdLst>
                <a:gd name="connsiteX0" fmla="*/ 0 w 3278"/>
                <a:gd name="connsiteY0" fmla="*/ 1639 h 1639"/>
                <a:gd name="connsiteX1" fmla="*/ 3279 w 3278"/>
                <a:gd name="connsiteY1" fmla="*/ 1639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1639"/>
                  </a:move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1" name="Freeform 2760">
              <a:extLst>
                <a:ext uri="{FF2B5EF4-FFF2-40B4-BE49-F238E27FC236}">
                  <a16:creationId xmlns:a16="http://schemas.microsoft.com/office/drawing/2014/main" id="{1FB46CCD-A758-404C-B9BA-0CA487A44F18}"/>
                </a:ext>
              </a:extLst>
            </p:cNvPr>
            <p:cNvSpPr/>
            <p:nvPr/>
          </p:nvSpPr>
          <p:spPr>
            <a:xfrm>
              <a:off x="8376316" y="893600"/>
              <a:ext cx="8196" cy="3278"/>
            </a:xfrm>
            <a:custGeom>
              <a:avLst/>
              <a:gdLst>
                <a:gd name="connsiteX0" fmla="*/ 0 w 8196"/>
                <a:gd name="connsiteY0" fmla="*/ 1639 h 3278"/>
                <a:gd name="connsiteX1" fmla="*/ 4919 w 8196"/>
                <a:gd name="connsiteY1" fmla="*/ 3279 h 3278"/>
                <a:gd name="connsiteX2" fmla="*/ 8197 w 8196"/>
                <a:gd name="connsiteY2" fmla="*/ 3279 h 3278"/>
                <a:gd name="connsiteX3" fmla="*/ 4919 w 8196"/>
                <a:gd name="connsiteY3" fmla="*/ 1639 h 3278"/>
                <a:gd name="connsiteX4" fmla="*/ 0 w 8196"/>
                <a:gd name="connsiteY4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0" y="1639"/>
                  </a:moveTo>
                  <a:lnTo>
                    <a:pt x="4919" y="3279"/>
                  </a:lnTo>
                  <a:lnTo>
                    <a:pt x="8197" y="3279"/>
                  </a:lnTo>
                  <a:lnTo>
                    <a:pt x="491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2" name="Freeform 2761">
              <a:extLst>
                <a:ext uri="{FF2B5EF4-FFF2-40B4-BE49-F238E27FC236}">
                  <a16:creationId xmlns:a16="http://schemas.microsoft.com/office/drawing/2014/main" id="{5703B7D3-17EE-4942-BF5C-843705EB9252}"/>
                </a:ext>
              </a:extLst>
            </p:cNvPr>
            <p:cNvSpPr/>
            <p:nvPr/>
          </p:nvSpPr>
          <p:spPr>
            <a:xfrm>
              <a:off x="8414022" y="957534"/>
              <a:ext cx="47540" cy="16393"/>
            </a:xfrm>
            <a:custGeom>
              <a:avLst/>
              <a:gdLst>
                <a:gd name="connsiteX0" fmla="*/ 42622 w 47540"/>
                <a:gd name="connsiteY0" fmla="*/ 16393 h 16393"/>
                <a:gd name="connsiteX1" fmla="*/ 44261 w 47540"/>
                <a:gd name="connsiteY1" fmla="*/ 13115 h 16393"/>
                <a:gd name="connsiteX2" fmla="*/ 47540 w 47540"/>
                <a:gd name="connsiteY2" fmla="*/ 11475 h 16393"/>
                <a:gd name="connsiteX3" fmla="*/ 47540 w 47540"/>
                <a:gd name="connsiteY3" fmla="*/ 8197 h 16393"/>
                <a:gd name="connsiteX4" fmla="*/ 45901 w 47540"/>
                <a:gd name="connsiteY4" fmla="*/ 4918 h 16393"/>
                <a:gd name="connsiteX5" fmla="*/ 40983 w 47540"/>
                <a:gd name="connsiteY5" fmla="*/ 3279 h 16393"/>
                <a:gd name="connsiteX6" fmla="*/ 37705 w 47540"/>
                <a:gd name="connsiteY6" fmla="*/ 1639 h 16393"/>
                <a:gd name="connsiteX7" fmla="*/ 34426 w 47540"/>
                <a:gd name="connsiteY7" fmla="*/ 1639 h 16393"/>
                <a:gd name="connsiteX8" fmla="*/ 29508 w 47540"/>
                <a:gd name="connsiteY8" fmla="*/ 1639 h 16393"/>
                <a:gd name="connsiteX9" fmla="*/ 26229 w 47540"/>
                <a:gd name="connsiteY9" fmla="*/ 1639 h 16393"/>
                <a:gd name="connsiteX10" fmla="*/ 21311 w 47540"/>
                <a:gd name="connsiteY10" fmla="*/ 1639 h 16393"/>
                <a:gd name="connsiteX11" fmla="*/ 18032 w 47540"/>
                <a:gd name="connsiteY11" fmla="*/ 1639 h 16393"/>
                <a:gd name="connsiteX12" fmla="*/ 14753 w 47540"/>
                <a:gd name="connsiteY12" fmla="*/ 1639 h 16393"/>
                <a:gd name="connsiteX13" fmla="*/ 9836 w 47540"/>
                <a:gd name="connsiteY13" fmla="*/ 0 h 16393"/>
                <a:gd name="connsiteX14" fmla="*/ 6557 w 47540"/>
                <a:gd name="connsiteY14" fmla="*/ 0 h 16393"/>
                <a:gd name="connsiteX15" fmla="*/ 8197 w 47540"/>
                <a:gd name="connsiteY15" fmla="*/ 3279 h 16393"/>
                <a:gd name="connsiteX16" fmla="*/ 4918 w 47540"/>
                <a:gd name="connsiteY16" fmla="*/ 6557 h 16393"/>
                <a:gd name="connsiteX17" fmla="*/ 0 w 47540"/>
                <a:gd name="connsiteY17" fmla="*/ 6557 h 16393"/>
                <a:gd name="connsiteX18" fmla="*/ 3278 w 47540"/>
                <a:gd name="connsiteY18" fmla="*/ 9836 h 16393"/>
                <a:gd name="connsiteX19" fmla="*/ 8197 w 47540"/>
                <a:gd name="connsiteY19" fmla="*/ 11475 h 16393"/>
                <a:gd name="connsiteX20" fmla="*/ 11475 w 47540"/>
                <a:gd name="connsiteY20" fmla="*/ 11475 h 16393"/>
                <a:gd name="connsiteX21" fmla="*/ 16393 w 47540"/>
                <a:gd name="connsiteY21" fmla="*/ 11475 h 16393"/>
                <a:gd name="connsiteX22" fmla="*/ 19671 w 47540"/>
                <a:gd name="connsiteY22" fmla="*/ 13115 h 16393"/>
                <a:gd name="connsiteX23" fmla="*/ 22950 w 47540"/>
                <a:gd name="connsiteY23" fmla="*/ 14754 h 16393"/>
                <a:gd name="connsiteX24" fmla="*/ 27868 w 47540"/>
                <a:gd name="connsiteY24" fmla="*/ 14754 h 16393"/>
                <a:gd name="connsiteX25" fmla="*/ 31147 w 47540"/>
                <a:gd name="connsiteY25" fmla="*/ 14754 h 16393"/>
                <a:gd name="connsiteX26" fmla="*/ 36065 w 47540"/>
                <a:gd name="connsiteY26" fmla="*/ 16393 h 16393"/>
                <a:gd name="connsiteX27" fmla="*/ 39343 w 47540"/>
                <a:gd name="connsiteY27" fmla="*/ 16393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7540" h="16393">
                  <a:moveTo>
                    <a:pt x="42622" y="16393"/>
                  </a:moveTo>
                  <a:lnTo>
                    <a:pt x="44261" y="13115"/>
                  </a:lnTo>
                  <a:lnTo>
                    <a:pt x="47540" y="11475"/>
                  </a:lnTo>
                  <a:lnTo>
                    <a:pt x="47540" y="8197"/>
                  </a:lnTo>
                  <a:lnTo>
                    <a:pt x="45901" y="4918"/>
                  </a:lnTo>
                  <a:lnTo>
                    <a:pt x="40983" y="3279"/>
                  </a:lnTo>
                  <a:lnTo>
                    <a:pt x="37705" y="1639"/>
                  </a:lnTo>
                  <a:lnTo>
                    <a:pt x="34426" y="1639"/>
                  </a:lnTo>
                  <a:lnTo>
                    <a:pt x="29508" y="1639"/>
                  </a:lnTo>
                  <a:lnTo>
                    <a:pt x="26229" y="1639"/>
                  </a:lnTo>
                  <a:lnTo>
                    <a:pt x="21311" y="1639"/>
                  </a:lnTo>
                  <a:lnTo>
                    <a:pt x="18032" y="1639"/>
                  </a:lnTo>
                  <a:lnTo>
                    <a:pt x="14753" y="1639"/>
                  </a:lnTo>
                  <a:lnTo>
                    <a:pt x="9836" y="0"/>
                  </a:lnTo>
                  <a:lnTo>
                    <a:pt x="6557" y="0"/>
                  </a:lnTo>
                  <a:lnTo>
                    <a:pt x="8197" y="3279"/>
                  </a:lnTo>
                  <a:lnTo>
                    <a:pt x="4918" y="6557"/>
                  </a:lnTo>
                  <a:lnTo>
                    <a:pt x="0" y="6557"/>
                  </a:lnTo>
                  <a:lnTo>
                    <a:pt x="3278" y="9836"/>
                  </a:lnTo>
                  <a:lnTo>
                    <a:pt x="8197" y="11475"/>
                  </a:lnTo>
                  <a:lnTo>
                    <a:pt x="11475" y="11475"/>
                  </a:lnTo>
                  <a:lnTo>
                    <a:pt x="16393" y="11475"/>
                  </a:lnTo>
                  <a:lnTo>
                    <a:pt x="19671" y="13115"/>
                  </a:lnTo>
                  <a:lnTo>
                    <a:pt x="22950" y="14754"/>
                  </a:lnTo>
                  <a:lnTo>
                    <a:pt x="27868" y="14754"/>
                  </a:lnTo>
                  <a:lnTo>
                    <a:pt x="31147" y="14754"/>
                  </a:lnTo>
                  <a:lnTo>
                    <a:pt x="36065" y="16393"/>
                  </a:lnTo>
                  <a:lnTo>
                    <a:pt x="39343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3" name="Freeform 2762">
              <a:extLst>
                <a:ext uri="{FF2B5EF4-FFF2-40B4-BE49-F238E27FC236}">
                  <a16:creationId xmlns:a16="http://schemas.microsoft.com/office/drawing/2014/main" id="{5107550A-8ECD-9641-A1EB-299B7A4D3524}"/>
                </a:ext>
              </a:extLst>
            </p:cNvPr>
            <p:cNvSpPr/>
            <p:nvPr/>
          </p:nvSpPr>
          <p:spPr>
            <a:xfrm>
              <a:off x="8530415" y="964092"/>
              <a:ext cx="4917" cy="3278"/>
            </a:xfrm>
            <a:custGeom>
              <a:avLst/>
              <a:gdLst>
                <a:gd name="connsiteX0" fmla="*/ 0 w 4917"/>
                <a:gd name="connsiteY0" fmla="*/ 3279 h 3278"/>
                <a:gd name="connsiteX1" fmla="*/ 4918 w 4917"/>
                <a:gd name="connsiteY1" fmla="*/ 3279 h 3278"/>
                <a:gd name="connsiteX2" fmla="*/ 0 w 4917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0" y="3279"/>
                  </a:moveTo>
                  <a:lnTo>
                    <a:pt x="4918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4" name="Freeform 2763">
              <a:extLst>
                <a:ext uri="{FF2B5EF4-FFF2-40B4-BE49-F238E27FC236}">
                  <a16:creationId xmlns:a16="http://schemas.microsoft.com/office/drawing/2014/main" id="{64AB3C04-D0FB-D94A-B039-65E7B860217F}"/>
                </a:ext>
              </a:extLst>
            </p:cNvPr>
            <p:cNvSpPr/>
            <p:nvPr/>
          </p:nvSpPr>
          <p:spPr>
            <a:xfrm>
              <a:off x="8676316" y="1006714"/>
              <a:ext cx="14753" cy="4917"/>
            </a:xfrm>
            <a:custGeom>
              <a:avLst/>
              <a:gdLst>
                <a:gd name="connsiteX0" fmla="*/ 6557 w 14753"/>
                <a:gd name="connsiteY0" fmla="*/ 0 h 4917"/>
                <a:gd name="connsiteX1" fmla="*/ 3278 w 14753"/>
                <a:gd name="connsiteY1" fmla="*/ 0 h 4917"/>
                <a:gd name="connsiteX2" fmla="*/ 0 w 14753"/>
                <a:gd name="connsiteY2" fmla="*/ 1639 h 4917"/>
                <a:gd name="connsiteX3" fmla="*/ 3278 w 14753"/>
                <a:gd name="connsiteY3" fmla="*/ 4918 h 4917"/>
                <a:gd name="connsiteX4" fmla="*/ 6557 w 14753"/>
                <a:gd name="connsiteY4" fmla="*/ 4918 h 4917"/>
                <a:gd name="connsiteX5" fmla="*/ 11475 w 14753"/>
                <a:gd name="connsiteY5" fmla="*/ 3279 h 4917"/>
                <a:gd name="connsiteX6" fmla="*/ 14753 w 14753"/>
                <a:gd name="connsiteY6" fmla="*/ 1639 h 4917"/>
                <a:gd name="connsiteX7" fmla="*/ 11475 w 14753"/>
                <a:gd name="connsiteY7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3" h="4917">
                  <a:moveTo>
                    <a:pt x="6557" y="0"/>
                  </a:moveTo>
                  <a:lnTo>
                    <a:pt x="3278" y="0"/>
                  </a:lnTo>
                  <a:lnTo>
                    <a:pt x="0" y="1639"/>
                  </a:lnTo>
                  <a:lnTo>
                    <a:pt x="3278" y="4918"/>
                  </a:lnTo>
                  <a:lnTo>
                    <a:pt x="6557" y="4918"/>
                  </a:lnTo>
                  <a:lnTo>
                    <a:pt x="11475" y="3279"/>
                  </a:lnTo>
                  <a:lnTo>
                    <a:pt x="14753" y="1639"/>
                  </a:lnTo>
                  <a:lnTo>
                    <a:pt x="11475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5" name="Freeform 2764">
              <a:extLst>
                <a:ext uri="{FF2B5EF4-FFF2-40B4-BE49-F238E27FC236}">
                  <a16:creationId xmlns:a16="http://schemas.microsoft.com/office/drawing/2014/main" id="{C288D432-5640-DE44-8D7A-2317D3C747F6}"/>
                </a:ext>
              </a:extLst>
            </p:cNvPr>
            <p:cNvSpPr/>
            <p:nvPr/>
          </p:nvSpPr>
          <p:spPr>
            <a:xfrm>
              <a:off x="8766479" y="978846"/>
              <a:ext cx="8196" cy="3278"/>
            </a:xfrm>
            <a:custGeom>
              <a:avLst/>
              <a:gdLst>
                <a:gd name="connsiteX0" fmla="*/ 8197 w 8196"/>
                <a:gd name="connsiteY0" fmla="*/ 3279 h 3278"/>
                <a:gd name="connsiteX1" fmla="*/ 4918 w 8196"/>
                <a:gd name="connsiteY1" fmla="*/ 1639 h 3278"/>
                <a:gd name="connsiteX2" fmla="*/ 0 w 8196"/>
                <a:gd name="connsiteY2" fmla="*/ 0 h 3278"/>
                <a:gd name="connsiteX3" fmla="*/ 4918 w 8196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8197" y="3279"/>
                  </a:moveTo>
                  <a:lnTo>
                    <a:pt x="4918" y="1639"/>
                  </a:lnTo>
                  <a:lnTo>
                    <a:pt x="0" y="0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6" name="Freeform 2765">
              <a:extLst>
                <a:ext uri="{FF2B5EF4-FFF2-40B4-BE49-F238E27FC236}">
                  <a16:creationId xmlns:a16="http://schemas.microsoft.com/office/drawing/2014/main" id="{6763C987-A073-9840-87A1-0F32C6632EC0}"/>
                </a:ext>
              </a:extLst>
            </p:cNvPr>
            <p:cNvSpPr/>
            <p:nvPr/>
          </p:nvSpPr>
          <p:spPr>
            <a:xfrm>
              <a:off x="8817298" y="988682"/>
              <a:ext cx="4917" cy="4917"/>
            </a:xfrm>
            <a:custGeom>
              <a:avLst/>
              <a:gdLst>
                <a:gd name="connsiteX0" fmla="*/ 4918 w 4917"/>
                <a:gd name="connsiteY0" fmla="*/ 4918 h 4917"/>
                <a:gd name="connsiteX1" fmla="*/ 3279 w 4917"/>
                <a:gd name="connsiteY1" fmla="*/ 3279 h 4917"/>
                <a:gd name="connsiteX2" fmla="*/ 0 w 4917"/>
                <a:gd name="connsiteY2" fmla="*/ 0 h 4917"/>
                <a:gd name="connsiteX3" fmla="*/ 1639 w 4917"/>
                <a:gd name="connsiteY3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7">
                  <a:moveTo>
                    <a:pt x="4918" y="4918"/>
                  </a:moveTo>
                  <a:lnTo>
                    <a:pt x="3279" y="3279"/>
                  </a:lnTo>
                  <a:lnTo>
                    <a:pt x="0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7" name="Freeform 2766">
              <a:extLst>
                <a:ext uri="{FF2B5EF4-FFF2-40B4-BE49-F238E27FC236}">
                  <a16:creationId xmlns:a16="http://schemas.microsoft.com/office/drawing/2014/main" id="{54556FA6-E832-624F-AB90-4B1A68DC3057}"/>
                </a:ext>
              </a:extLst>
            </p:cNvPr>
            <p:cNvSpPr/>
            <p:nvPr/>
          </p:nvSpPr>
          <p:spPr>
            <a:xfrm>
              <a:off x="9018937" y="901797"/>
              <a:ext cx="224589" cy="52458"/>
            </a:xfrm>
            <a:custGeom>
              <a:avLst/>
              <a:gdLst>
                <a:gd name="connsiteX0" fmla="*/ 3279 w 224589"/>
                <a:gd name="connsiteY0" fmla="*/ 19672 h 52458"/>
                <a:gd name="connsiteX1" fmla="*/ 6558 w 224589"/>
                <a:gd name="connsiteY1" fmla="*/ 18033 h 52458"/>
                <a:gd name="connsiteX2" fmla="*/ 11476 w 224589"/>
                <a:gd name="connsiteY2" fmla="*/ 21311 h 52458"/>
                <a:gd name="connsiteX3" fmla="*/ 14754 w 224589"/>
                <a:gd name="connsiteY3" fmla="*/ 24590 h 52458"/>
                <a:gd name="connsiteX4" fmla="*/ 18033 w 224589"/>
                <a:gd name="connsiteY4" fmla="*/ 26229 h 52458"/>
                <a:gd name="connsiteX5" fmla="*/ 21311 w 224589"/>
                <a:gd name="connsiteY5" fmla="*/ 26229 h 52458"/>
                <a:gd name="connsiteX6" fmla="*/ 26230 w 224589"/>
                <a:gd name="connsiteY6" fmla="*/ 27869 h 52458"/>
                <a:gd name="connsiteX7" fmla="*/ 21311 w 224589"/>
                <a:gd name="connsiteY7" fmla="*/ 29508 h 52458"/>
                <a:gd name="connsiteX8" fmla="*/ 18033 w 224589"/>
                <a:gd name="connsiteY8" fmla="*/ 27869 h 52458"/>
                <a:gd name="connsiteX9" fmla="*/ 13114 w 224589"/>
                <a:gd name="connsiteY9" fmla="*/ 29508 h 52458"/>
                <a:gd name="connsiteX10" fmla="*/ 18033 w 224589"/>
                <a:gd name="connsiteY10" fmla="*/ 31147 h 52458"/>
                <a:gd name="connsiteX11" fmla="*/ 21311 w 224589"/>
                <a:gd name="connsiteY11" fmla="*/ 32787 h 52458"/>
                <a:gd name="connsiteX12" fmla="*/ 26230 w 224589"/>
                <a:gd name="connsiteY12" fmla="*/ 34426 h 52458"/>
                <a:gd name="connsiteX13" fmla="*/ 29508 w 224589"/>
                <a:gd name="connsiteY13" fmla="*/ 36065 h 52458"/>
                <a:gd name="connsiteX14" fmla="*/ 34427 w 224589"/>
                <a:gd name="connsiteY14" fmla="*/ 36065 h 52458"/>
                <a:gd name="connsiteX15" fmla="*/ 37705 w 224589"/>
                <a:gd name="connsiteY15" fmla="*/ 37705 h 52458"/>
                <a:gd name="connsiteX16" fmla="*/ 42623 w 224589"/>
                <a:gd name="connsiteY16" fmla="*/ 39344 h 52458"/>
                <a:gd name="connsiteX17" fmla="*/ 45901 w 224589"/>
                <a:gd name="connsiteY17" fmla="*/ 39344 h 52458"/>
                <a:gd name="connsiteX18" fmla="*/ 50820 w 224589"/>
                <a:gd name="connsiteY18" fmla="*/ 39344 h 52458"/>
                <a:gd name="connsiteX19" fmla="*/ 54098 w 224589"/>
                <a:gd name="connsiteY19" fmla="*/ 40983 h 52458"/>
                <a:gd name="connsiteX20" fmla="*/ 59017 w 224589"/>
                <a:gd name="connsiteY20" fmla="*/ 44262 h 52458"/>
                <a:gd name="connsiteX21" fmla="*/ 62295 w 224589"/>
                <a:gd name="connsiteY21" fmla="*/ 45901 h 52458"/>
                <a:gd name="connsiteX22" fmla="*/ 65573 w 224589"/>
                <a:gd name="connsiteY22" fmla="*/ 45901 h 52458"/>
                <a:gd name="connsiteX23" fmla="*/ 70491 w 224589"/>
                <a:gd name="connsiteY23" fmla="*/ 47541 h 52458"/>
                <a:gd name="connsiteX24" fmla="*/ 73770 w 224589"/>
                <a:gd name="connsiteY24" fmla="*/ 47541 h 52458"/>
                <a:gd name="connsiteX25" fmla="*/ 78688 w 224589"/>
                <a:gd name="connsiteY25" fmla="*/ 49180 h 52458"/>
                <a:gd name="connsiteX26" fmla="*/ 81967 w 224589"/>
                <a:gd name="connsiteY26" fmla="*/ 49180 h 52458"/>
                <a:gd name="connsiteX27" fmla="*/ 86885 w 224589"/>
                <a:gd name="connsiteY27" fmla="*/ 49180 h 52458"/>
                <a:gd name="connsiteX28" fmla="*/ 90164 w 224589"/>
                <a:gd name="connsiteY28" fmla="*/ 49180 h 52458"/>
                <a:gd name="connsiteX29" fmla="*/ 93442 w 224589"/>
                <a:gd name="connsiteY29" fmla="*/ 50819 h 52458"/>
                <a:gd name="connsiteX30" fmla="*/ 98360 w 224589"/>
                <a:gd name="connsiteY30" fmla="*/ 50819 h 52458"/>
                <a:gd name="connsiteX31" fmla="*/ 101639 w 224589"/>
                <a:gd name="connsiteY31" fmla="*/ 52459 h 52458"/>
                <a:gd name="connsiteX32" fmla="*/ 106557 w 224589"/>
                <a:gd name="connsiteY32" fmla="*/ 52459 h 52458"/>
                <a:gd name="connsiteX33" fmla="*/ 108197 w 224589"/>
                <a:gd name="connsiteY33" fmla="*/ 47541 h 52458"/>
                <a:gd name="connsiteX34" fmla="*/ 104918 w 224589"/>
                <a:gd name="connsiteY34" fmla="*/ 45901 h 52458"/>
                <a:gd name="connsiteX35" fmla="*/ 101639 w 224589"/>
                <a:gd name="connsiteY35" fmla="*/ 40983 h 52458"/>
                <a:gd name="connsiteX36" fmla="*/ 104918 w 224589"/>
                <a:gd name="connsiteY36" fmla="*/ 40983 h 52458"/>
                <a:gd name="connsiteX37" fmla="*/ 108197 w 224589"/>
                <a:gd name="connsiteY37" fmla="*/ 42623 h 52458"/>
                <a:gd name="connsiteX38" fmla="*/ 113115 w 224589"/>
                <a:gd name="connsiteY38" fmla="*/ 44262 h 52458"/>
                <a:gd name="connsiteX39" fmla="*/ 116394 w 224589"/>
                <a:gd name="connsiteY39" fmla="*/ 45901 h 52458"/>
                <a:gd name="connsiteX40" fmla="*/ 118032 w 224589"/>
                <a:gd name="connsiteY40" fmla="*/ 47541 h 52458"/>
                <a:gd name="connsiteX41" fmla="*/ 119671 w 224589"/>
                <a:gd name="connsiteY41" fmla="*/ 47541 h 52458"/>
                <a:gd name="connsiteX42" fmla="*/ 119671 w 224589"/>
                <a:gd name="connsiteY42" fmla="*/ 47541 h 52458"/>
                <a:gd name="connsiteX43" fmla="*/ 122950 w 224589"/>
                <a:gd name="connsiteY43" fmla="*/ 45901 h 52458"/>
                <a:gd name="connsiteX44" fmla="*/ 127868 w 224589"/>
                <a:gd name="connsiteY44" fmla="*/ 45901 h 52458"/>
                <a:gd name="connsiteX45" fmla="*/ 131147 w 224589"/>
                <a:gd name="connsiteY45" fmla="*/ 44262 h 52458"/>
                <a:gd name="connsiteX46" fmla="*/ 136065 w 224589"/>
                <a:gd name="connsiteY46" fmla="*/ 44262 h 52458"/>
                <a:gd name="connsiteX47" fmla="*/ 139344 w 224589"/>
                <a:gd name="connsiteY47" fmla="*/ 44262 h 52458"/>
                <a:gd name="connsiteX48" fmla="*/ 142623 w 224589"/>
                <a:gd name="connsiteY48" fmla="*/ 44262 h 52458"/>
                <a:gd name="connsiteX49" fmla="*/ 147540 w 224589"/>
                <a:gd name="connsiteY49" fmla="*/ 42623 h 52458"/>
                <a:gd name="connsiteX50" fmla="*/ 150819 w 224589"/>
                <a:gd name="connsiteY50" fmla="*/ 42623 h 52458"/>
                <a:gd name="connsiteX51" fmla="*/ 154098 w 224589"/>
                <a:gd name="connsiteY51" fmla="*/ 40983 h 52458"/>
                <a:gd name="connsiteX52" fmla="*/ 157377 w 224589"/>
                <a:gd name="connsiteY52" fmla="*/ 40983 h 52458"/>
                <a:gd name="connsiteX53" fmla="*/ 162295 w 224589"/>
                <a:gd name="connsiteY53" fmla="*/ 40983 h 52458"/>
                <a:gd name="connsiteX54" fmla="*/ 165574 w 224589"/>
                <a:gd name="connsiteY54" fmla="*/ 39344 h 52458"/>
                <a:gd name="connsiteX55" fmla="*/ 170491 w 224589"/>
                <a:gd name="connsiteY55" fmla="*/ 40983 h 52458"/>
                <a:gd name="connsiteX56" fmla="*/ 173770 w 224589"/>
                <a:gd name="connsiteY56" fmla="*/ 42623 h 52458"/>
                <a:gd name="connsiteX57" fmla="*/ 168851 w 224589"/>
                <a:gd name="connsiteY57" fmla="*/ 42623 h 52458"/>
                <a:gd name="connsiteX58" fmla="*/ 165574 w 224589"/>
                <a:gd name="connsiteY58" fmla="*/ 42623 h 52458"/>
                <a:gd name="connsiteX59" fmla="*/ 168851 w 224589"/>
                <a:gd name="connsiteY59" fmla="*/ 44262 h 52458"/>
                <a:gd name="connsiteX60" fmla="*/ 173770 w 224589"/>
                <a:gd name="connsiteY60" fmla="*/ 44262 h 52458"/>
                <a:gd name="connsiteX61" fmla="*/ 177048 w 224589"/>
                <a:gd name="connsiteY61" fmla="*/ 45901 h 52458"/>
                <a:gd name="connsiteX62" fmla="*/ 181967 w 224589"/>
                <a:gd name="connsiteY62" fmla="*/ 47541 h 52458"/>
                <a:gd name="connsiteX63" fmla="*/ 185245 w 224589"/>
                <a:gd name="connsiteY63" fmla="*/ 44262 h 52458"/>
                <a:gd name="connsiteX64" fmla="*/ 190164 w 224589"/>
                <a:gd name="connsiteY64" fmla="*/ 44262 h 52458"/>
                <a:gd name="connsiteX65" fmla="*/ 193442 w 224589"/>
                <a:gd name="connsiteY65" fmla="*/ 44262 h 52458"/>
                <a:gd name="connsiteX66" fmla="*/ 198360 w 224589"/>
                <a:gd name="connsiteY66" fmla="*/ 44262 h 52458"/>
                <a:gd name="connsiteX67" fmla="*/ 201638 w 224589"/>
                <a:gd name="connsiteY67" fmla="*/ 44262 h 52458"/>
                <a:gd name="connsiteX68" fmla="*/ 204917 w 224589"/>
                <a:gd name="connsiteY68" fmla="*/ 44262 h 52458"/>
                <a:gd name="connsiteX69" fmla="*/ 209835 w 224589"/>
                <a:gd name="connsiteY69" fmla="*/ 42623 h 52458"/>
                <a:gd name="connsiteX70" fmla="*/ 204917 w 224589"/>
                <a:gd name="connsiteY70" fmla="*/ 40983 h 52458"/>
                <a:gd name="connsiteX71" fmla="*/ 201638 w 224589"/>
                <a:gd name="connsiteY71" fmla="*/ 39344 h 52458"/>
                <a:gd name="connsiteX72" fmla="*/ 198360 w 224589"/>
                <a:gd name="connsiteY72" fmla="*/ 39344 h 52458"/>
                <a:gd name="connsiteX73" fmla="*/ 195081 w 224589"/>
                <a:gd name="connsiteY73" fmla="*/ 39344 h 52458"/>
                <a:gd name="connsiteX74" fmla="*/ 190164 w 224589"/>
                <a:gd name="connsiteY74" fmla="*/ 39344 h 52458"/>
                <a:gd name="connsiteX75" fmla="*/ 186885 w 224589"/>
                <a:gd name="connsiteY75" fmla="*/ 37705 h 52458"/>
                <a:gd name="connsiteX76" fmla="*/ 183606 w 224589"/>
                <a:gd name="connsiteY76" fmla="*/ 37705 h 52458"/>
                <a:gd name="connsiteX77" fmla="*/ 178688 w 224589"/>
                <a:gd name="connsiteY77" fmla="*/ 37705 h 52458"/>
                <a:gd name="connsiteX78" fmla="*/ 175409 w 224589"/>
                <a:gd name="connsiteY78" fmla="*/ 37705 h 52458"/>
                <a:gd name="connsiteX79" fmla="*/ 170491 w 224589"/>
                <a:gd name="connsiteY79" fmla="*/ 36065 h 52458"/>
                <a:gd name="connsiteX80" fmla="*/ 167213 w 224589"/>
                <a:gd name="connsiteY80" fmla="*/ 34426 h 52458"/>
                <a:gd name="connsiteX81" fmla="*/ 162295 w 224589"/>
                <a:gd name="connsiteY81" fmla="*/ 32787 h 52458"/>
                <a:gd name="connsiteX82" fmla="*/ 159016 w 224589"/>
                <a:gd name="connsiteY82" fmla="*/ 31147 h 52458"/>
                <a:gd name="connsiteX83" fmla="*/ 154098 w 224589"/>
                <a:gd name="connsiteY83" fmla="*/ 29508 h 52458"/>
                <a:gd name="connsiteX84" fmla="*/ 150819 w 224589"/>
                <a:gd name="connsiteY84" fmla="*/ 29508 h 52458"/>
                <a:gd name="connsiteX85" fmla="*/ 147540 w 224589"/>
                <a:gd name="connsiteY85" fmla="*/ 27869 h 52458"/>
                <a:gd name="connsiteX86" fmla="*/ 144261 w 224589"/>
                <a:gd name="connsiteY86" fmla="*/ 24590 h 52458"/>
                <a:gd name="connsiteX87" fmla="*/ 139344 w 224589"/>
                <a:gd name="connsiteY87" fmla="*/ 22951 h 52458"/>
                <a:gd name="connsiteX88" fmla="*/ 136065 w 224589"/>
                <a:gd name="connsiteY88" fmla="*/ 19672 h 52458"/>
                <a:gd name="connsiteX89" fmla="*/ 131147 w 224589"/>
                <a:gd name="connsiteY89" fmla="*/ 19672 h 52458"/>
                <a:gd name="connsiteX90" fmla="*/ 136065 w 224589"/>
                <a:gd name="connsiteY90" fmla="*/ 19672 h 52458"/>
                <a:gd name="connsiteX91" fmla="*/ 131147 w 224589"/>
                <a:gd name="connsiteY91" fmla="*/ 18033 h 52458"/>
                <a:gd name="connsiteX92" fmla="*/ 136065 w 224589"/>
                <a:gd name="connsiteY92" fmla="*/ 18033 h 52458"/>
                <a:gd name="connsiteX93" fmla="*/ 139344 w 224589"/>
                <a:gd name="connsiteY93" fmla="*/ 18033 h 52458"/>
                <a:gd name="connsiteX94" fmla="*/ 136065 w 224589"/>
                <a:gd name="connsiteY94" fmla="*/ 16393 h 52458"/>
                <a:gd name="connsiteX95" fmla="*/ 139344 w 224589"/>
                <a:gd name="connsiteY95" fmla="*/ 16393 h 52458"/>
                <a:gd name="connsiteX96" fmla="*/ 142623 w 224589"/>
                <a:gd name="connsiteY96" fmla="*/ 14754 h 52458"/>
                <a:gd name="connsiteX97" fmla="*/ 147540 w 224589"/>
                <a:gd name="connsiteY97" fmla="*/ 16393 h 52458"/>
                <a:gd name="connsiteX98" fmla="*/ 150819 w 224589"/>
                <a:gd name="connsiteY98" fmla="*/ 16393 h 52458"/>
                <a:gd name="connsiteX99" fmla="*/ 155737 w 224589"/>
                <a:gd name="connsiteY99" fmla="*/ 18033 h 52458"/>
                <a:gd name="connsiteX100" fmla="*/ 155737 w 224589"/>
                <a:gd name="connsiteY100" fmla="*/ 21311 h 52458"/>
                <a:gd name="connsiteX101" fmla="*/ 152458 w 224589"/>
                <a:gd name="connsiteY101" fmla="*/ 24590 h 52458"/>
                <a:gd name="connsiteX102" fmla="*/ 154098 w 224589"/>
                <a:gd name="connsiteY102" fmla="*/ 26229 h 52458"/>
                <a:gd name="connsiteX103" fmla="*/ 159016 w 224589"/>
                <a:gd name="connsiteY103" fmla="*/ 27869 h 52458"/>
                <a:gd name="connsiteX104" fmla="*/ 162295 w 224589"/>
                <a:gd name="connsiteY104" fmla="*/ 29508 h 52458"/>
                <a:gd name="connsiteX105" fmla="*/ 167213 w 224589"/>
                <a:gd name="connsiteY105" fmla="*/ 31147 h 52458"/>
                <a:gd name="connsiteX106" fmla="*/ 170491 w 224589"/>
                <a:gd name="connsiteY106" fmla="*/ 32787 h 52458"/>
                <a:gd name="connsiteX107" fmla="*/ 175409 w 224589"/>
                <a:gd name="connsiteY107" fmla="*/ 32787 h 52458"/>
                <a:gd name="connsiteX108" fmla="*/ 178688 w 224589"/>
                <a:gd name="connsiteY108" fmla="*/ 36065 h 52458"/>
                <a:gd name="connsiteX109" fmla="*/ 181967 w 224589"/>
                <a:gd name="connsiteY109" fmla="*/ 36065 h 52458"/>
                <a:gd name="connsiteX110" fmla="*/ 186885 w 224589"/>
                <a:gd name="connsiteY110" fmla="*/ 36065 h 52458"/>
                <a:gd name="connsiteX111" fmla="*/ 190164 w 224589"/>
                <a:gd name="connsiteY111" fmla="*/ 37705 h 52458"/>
                <a:gd name="connsiteX112" fmla="*/ 195081 w 224589"/>
                <a:gd name="connsiteY112" fmla="*/ 37705 h 52458"/>
                <a:gd name="connsiteX113" fmla="*/ 198360 w 224589"/>
                <a:gd name="connsiteY113" fmla="*/ 37705 h 52458"/>
                <a:gd name="connsiteX114" fmla="*/ 201638 w 224589"/>
                <a:gd name="connsiteY114" fmla="*/ 37705 h 52458"/>
                <a:gd name="connsiteX115" fmla="*/ 204917 w 224589"/>
                <a:gd name="connsiteY115" fmla="*/ 37705 h 52458"/>
                <a:gd name="connsiteX116" fmla="*/ 209835 w 224589"/>
                <a:gd name="connsiteY116" fmla="*/ 39344 h 52458"/>
                <a:gd name="connsiteX117" fmla="*/ 213114 w 224589"/>
                <a:gd name="connsiteY117" fmla="*/ 39344 h 52458"/>
                <a:gd name="connsiteX118" fmla="*/ 218032 w 224589"/>
                <a:gd name="connsiteY118" fmla="*/ 39344 h 52458"/>
                <a:gd name="connsiteX119" fmla="*/ 221310 w 224589"/>
                <a:gd name="connsiteY119" fmla="*/ 37705 h 52458"/>
                <a:gd name="connsiteX120" fmla="*/ 224589 w 224589"/>
                <a:gd name="connsiteY120" fmla="*/ 34426 h 52458"/>
                <a:gd name="connsiteX121" fmla="*/ 222950 w 224589"/>
                <a:gd name="connsiteY121" fmla="*/ 31147 h 52458"/>
                <a:gd name="connsiteX122" fmla="*/ 218032 w 224589"/>
                <a:gd name="connsiteY122" fmla="*/ 29508 h 52458"/>
                <a:gd name="connsiteX123" fmla="*/ 214754 w 224589"/>
                <a:gd name="connsiteY123" fmla="*/ 29508 h 52458"/>
                <a:gd name="connsiteX124" fmla="*/ 211475 w 224589"/>
                <a:gd name="connsiteY124" fmla="*/ 26229 h 52458"/>
                <a:gd name="connsiteX125" fmla="*/ 216393 w 224589"/>
                <a:gd name="connsiteY125" fmla="*/ 24590 h 52458"/>
                <a:gd name="connsiteX126" fmla="*/ 219672 w 224589"/>
                <a:gd name="connsiteY126" fmla="*/ 22951 h 52458"/>
                <a:gd name="connsiteX127" fmla="*/ 222950 w 224589"/>
                <a:gd name="connsiteY127" fmla="*/ 22951 h 52458"/>
                <a:gd name="connsiteX128" fmla="*/ 219672 w 224589"/>
                <a:gd name="connsiteY128" fmla="*/ 21311 h 52458"/>
                <a:gd name="connsiteX129" fmla="*/ 214754 w 224589"/>
                <a:gd name="connsiteY129" fmla="*/ 19672 h 52458"/>
                <a:gd name="connsiteX130" fmla="*/ 211475 w 224589"/>
                <a:gd name="connsiteY130" fmla="*/ 19672 h 52458"/>
                <a:gd name="connsiteX131" fmla="*/ 206557 w 224589"/>
                <a:gd name="connsiteY131" fmla="*/ 19672 h 52458"/>
                <a:gd name="connsiteX132" fmla="*/ 203278 w 224589"/>
                <a:gd name="connsiteY132" fmla="*/ 19672 h 52458"/>
                <a:gd name="connsiteX133" fmla="*/ 198360 w 224589"/>
                <a:gd name="connsiteY133" fmla="*/ 18033 h 52458"/>
                <a:gd name="connsiteX134" fmla="*/ 195081 w 224589"/>
                <a:gd name="connsiteY134" fmla="*/ 16393 h 52458"/>
                <a:gd name="connsiteX135" fmla="*/ 191803 w 224589"/>
                <a:gd name="connsiteY135" fmla="*/ 16393 h 52458"/>
                <a:gd name="connsiteX136" fmla="*/ 186885 w 224589"/>
                <a:gd name="connsiteY136" fmla="*/ 14754 h 52458"/>
                <a:gd name="connsiteX137" fmla="*/ 183606 w 224589"/>
                <a:gd name="connsiteY137" fmla="*/ 14754 h 52458"/>
                <a:gd name="connsiteX138" fmla="*/ 178688 w 224589"/>
                <a:gd name="connsiteY138" fmla="*/ 14754 h 52458"/>
                <a:gd name="connsiteX139" fmla="*/ 173770 w 224589"/>
                <a:gd name="connsiteY139" fmla="*/ 13115 h 52458"/>
                <a:gd name="connsiteX140" fmla="*/ 170491 w 224589"/>
                <a:gd name="connsiteY140" fmla="*/ 11475 h 52458"/>
                <a:gd name="connsiteX141" fmla="*/ 165574 w 224589"/>
                <a:gd name="connsiteY141" fmla="*/ 11475 h 52458"/>
                <a:gd name="connsiteX142" fmla="*/ 162295 w 224589"/>
                <a:gd name="connsiteY142" fmla="*/ 11475 h 52458"/>
                <a:gd name="connsiteX143" fmla="*/ 157377 w 224589"/>
                <a:gd name="connsiteY143" fmla="*/ 11475 h 52458"/>
                <a:gd name="connsiteX144" fmla="*/ 154098 w 224589"/>
                <a:gd name="connsiteY144" fmla="*/ 13115 h 52458"/>
                <a:gd name="connsiteX145" fmla="*/ 149180 w 224589"/>
                <a:gd name="connsiteY145" fmla="*/ 13115 h 52458"/>
                <a:gd name="connsiteX146" fmla="*/ 145901 w 224589"/>
                <a:gd name="connsiteY146" fmla="*/ 13115 h 52458"/>
                <a:gd name="connsiteX147" fmla="*/ 142623 w 224589"/>
                <a:gd name="connsiteY147" fmla="*/ 11475 h 52458"/>
                <a:gd name="connsiteX148" fmla="*/ 137705 w 224589"/>
                <a:gd name="connsiteY148" fmla="*/ 11475 h 52458"/>
                <a:gd name="connsiteX149" fmla="*/ 134426 w 224589"/>
                <a:gd name="connsiteY149" fmla="*/ 11475 h 52458"/>
                <a:gd name="connsiteX150" fmla="*/ 129508 w 224589"/>
                <a:gd name="connsiteY150" fmla="*/ 9836 h 52458"/>
                <a:gd name="connsiteX151" fmla="*/ 126229 w 224589"/>
                <a:gd name="connsiteY151" fmla="*/ 9836 h 52458"/>
                <a:gd name="connsiteX152" fmla="*/ 121311 w 224589"/>
                <a:gd name="connsiteY152" fmla="*/ 8197 h 52458"/>
                <a:gd name="connsiteX153" fmla="*/ 118032 w 224589"/>
                <a:gd name="connsiteY153" fmla="*/ 6557 h 52458"/>
                <a:gd name="connsiteX154" fmla="*/ 113115 w 224589"/>
                <a:gd name="connsiteY154" fmla="*/ 6557 h 52458"/>
                <a:gd name="connsiteX155" fmla="*/ 109836 w 224589"/>
                <a:gd name="connsiteY155" fmla="*/ 4918 h 52458"/>
                <a:gd name="connsiteX156" fmla="*/ 104918 w 224589"/>
                <a:gd name="connsiteY156" fmla="*/ 4918 h 52458"/>
                <a:gd name="connsiteX157" fmla="*/ 101639 w 224589"/>
                <a:gd name="connsiteY157" fmla="*/ 3279 h 52458"/>
                <a:gd name="connsiteX158" fmla="*/ 96721 w 224589"/>
                <a:gd name="connsiteY158" fmla="*/ 1639 h 52458"/>
                <a:gd name="connsiteX159" fmla="*/ 93442 w 224589"/>
                <a:gd name="connsiteY159" fmla="*/ 1639 h 52458"/>
                <a:gd name="connsiteX160" fmla="*/ 88525 w 224589"/>
                <a:gd name="connsiteY160" fmla="*/ 1639 h 52458"/>
                <a:gd name="connsiteX161" fmla="*/ 93442 w 224589"/>
                <a:gd name="connsiteY161" fmla="*/ 3279 h 52458"/>
                <a:gd name="connsiteX162" fmla="*/ 96721 w 224589"/>
                <a:gd name="connsiteY162" fmla="*/ 4918 h 52458"/>
                <a:gd name="connsiteX163" fmla="*/ 100000 w 224589"/>
                <a:gd name="connsiteY163" fmla="*/ 6557 h 52458"/>
                <a:gd name="connsiteX164" fmla="*/ 96721 w 224589"/>
                <a:gd name="connsiteY164" fmla="*/ 4918 h 52458"/>
                <a:gd name="connsiteX165" fmla="*/ 93442 w 224589"/>
                <a:gd name="connsiteY165" fmla="*/ 4918 h 52458"/>
                <a:gd name="connsiteX166" fmla="*/ 88525 w 224589"/>
                <a:gd name="connsiteY166" fmla="*/ 4918 h 52458"/>
                <a:gd name="connsiteX167" fmla="*/ 85246 w 224589"/>
                <a:gd name="connsiteY167" fmla="*/ 8197 h 52458"/>
                <a:gd name="connsiteX168" fmla="*/ 88525 w 224589"/>
                <a:gd name="connsiteY168" fmla="*/ 9836 h 52458"/>
                <a:gd name="connsiteX169" fmla="*/ 91803 w 224589"/>
                <a:gd name="connsiteY169" fmla="*/ 11475 h 52458"/>
                <a:gd name="connsiteX170" fmla="*/ 96721 w 224589"/>
                <a:gd name="connsiteY170" fmla="*/ 14754 h 52458"/>
                <a:gd name="connsiteX171" fmla="*/ 100000 w 224589"/>
                <a:gd name="connsiteY171" fmla="*/ 16393 h 52458"/>
                <a:gd name="connsiteX172" fmla="*/ 104918 w 224589"/>
                <a:gd name="connsiteY172" fmla="*/ 19672 h 52458"/>
                <a:gd name="connsiteX173" fmla="*/ 101639 w 224589"/>
                <a:gd name="connsiteY173" fmla="*/ 19672 h 52458"/>
                <a:gd name="connsiteX174" fmla="*/ 96721 w 224589"/>
                <a:gd name="connsiteY174" fmla="*/ 19672 h 52458"/>
                <a:gd name="connsiteX175" fmla="*/ 93442 w 224589"/>
                <a:gd name="connsiteY175" fmla="*/ 19672 h 52458"/>
                <a:gd name="connsiteX176" fmla="*/ 88525 w 224589"/>
                <a:gd name="connsiteY176" fmla="*/ 18033 h 52458"/>
                <a:gd name="connsiteX177" fmla="*/ 85246 w 224589"/>
                <a:gd name="connsiteY177" fmla="*/ 13115 h 52458"/>
                <a:gd name="connsiteX178" fmla="*/ 81967 w 224589"/>
                <a:gd name="connsiteY178" fmla="*/ 13115 h 52458"/>
                <a:gd name="connsiteX179" fmla="*/ 77049 w 224589"/>
                <a:gd name="connsiteY179" fmla="*/ 13115 h 52458"/>
                <a:gd name="connsiteX180" fmla="*/ 73770 w 224589"/>
                <a:gd name="connsiteY180" fmla="*/ 13115 h 52458"/>
                <a:gd name="connsiteX181" fmla="*/ 70491 w 224589"/>
                <a:gd name="connsiteY181" fmla="*/ 13115 h 52458"/>
                <a:gd name="connsiteX182" fmla="*/ 67213 w 224589"/>
                <a:gd name="connsiteY182" fmla="*/ 11475 h 52458"/>
                <a:gd name="connsiteX183" fmla="*/ 63935 w 224589"/>
                <a:gd name="connsiteY183" fmla="*/ 11475 h 52458"/>
                <a:gd name="connsiteX184" fmla="*/ 59017 w 224589"/>
                <a:gd name="connsiteY184" fmla="*/ 8197 h 52458"/>
                <a:gd name="connsiteX185" fmla="*/ 54098 w 224589"/>
                <a:gd name="connsiteY185" fmla="*/ 8197 h 52458"/>
                <a:gd name="connsiteX186" fmla="*/ 50820 w 224589"/>
                <a:gd name="connsiteY186" fmla="*/ 6557 h 52458"/>
                <a:gd name="connsiteX187" fmla="*/ 47541 w 224589"/>
                <a:gd name="connsiteY187" fmla="*/ 6557 h 52458"/>
                <a:gd name="connsiteX188" fmla="*/ 42623 w 224589"/>
                <a:gd name="connsiteY188" fmla="*/ 4918 h 52458"/>
                <a:gd name="connsiteX189" fmla="*/ 39344 w 224589"/>
                <a:gd name="connsiteY189" fmla="*/ 4918 h 52458"/>
                <a:gd name="connsiteX190" fmla="*/ 34427 w 224589"/>
                <a:gd name="connsiteY190" fmla="*/ 3279 h 52458"/>
                <a:gd name="connsiteX191" fmla="*/ 31148 w 224589"/>
                <a:gd name="connsiteY191" fmla="*/ 3279 h 52458"/>
                <a:gd name="connsiteX192" fmla="*/ 26230 w 224589"/>
                <a:gd name="connsiteY192" fmla="*/ 1639 h 52458"/>
                <a:gd name="connsiteX193" fmla="*/ 22951 w 224589"/>
                <a:gd name="connsiteY193" fmla="*/ 0 h 52458"/>
                <a:gd name="connsiteX194" fmla="*/ 18033 w 224589"/>
                <a:gd name="connsiteY194" fmla="*/ 0 h 52458"/>
                <a:gd name="connsiteX195" fmla="*/ 14754 w 224589"/>
                <a:gd name="connsiteY195" fmla="*/ 0 h 52458"/>
                <a:gd name="connsiteX196" fmla="*/ 16393 w 224589"/>
                <a:gd name="connsiteY196" fmla="*/ 4918 h 52458"/>
                <a:gd name="connsiteX197" fmla="*/ 13114 w 224589"/>
                <a:gd name="connsiteY197" fmla="*/ 1639 h 52458"/>
                <a:gd name="connsiteX198" fmla="*/ 8197 w 224589"/>
                <a:gd name="connsiteY198" fmla="*/ 1639 h 52458"/>
                <a:gd name="connsiteX199" fmla="*/ 8197 w 224589"/>
                <a:gd name="connsiteY199" fmla="*/ 6557 h 52458"/>
                <a:gd name="connsiteX200" fmla="*/ 4918 w 224589"/>
                <a:gd name="connsiteY200" fmla="*/ 6557 h 52458"/>
                <a:gd name="connsiteX201" fmla="*/ 0 w 224589"/>
                <a:gd name="connsiteY201" fmla="*/ 6557 h 52458"/>
                <a:gd name="connsiteX202" fmla="*/ 0 w 224589"/>
                <a:gd name="connsiteY202" fmla="*/ 9836 h 52458"/>
                <a:gd name="connsiteX203" fmla="*/ 4918 w 224589"/>
                <a:gd name="connsiteY203" fmla="*/ 11475 h 52458"/>
                <a:gd name="connsiteX204" fmla="*/ 8197 w 224589"/>
                <a:gd name="connsiteY204" fmla="*/ 13115 h 52458"/>
                <a:gd name="connsiteX205" fmla="*/ 13114 w 224589"/>
                <a:gd name="connsiteY205" fmla="*/ 14754 h 52458"/>
                <a:gd name="connsiteX206" fmla="*/ 8197 w 224589"/>
                <a:gd name="connsiteY206" fmla="*/ 14754 h 52458"/>
                <a:gd name="connsiteX207" fmla="*/ 4918 w 224589"/>
                <a:gd name="connsiteY207" fmla="*/ 14754 h 52458"/>
                <a:gd name="connsiteX208" fmla="*/ 0 w 224589"/>
                <a:gd name="connsiteY208" fmla="*/ 16393 h 52458"/>
                <a:gd name="connsiteX209" fmla="*/ 3279 w 224589"/>
                <a:gd name="connsiteY209" fmla="*/ 19672 h 5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224589" h="52458">
                  <a:moveTo>
                    <a:pt x="3279" y="19672"/>
                  </a:moveTo>
                  <a:lnTo>
                    <a:pt x="6558" y="18033"/>
                  </a:lnTo>
                  <a:lnTo>
                    <a:pt x="11476" y="21311"/>
                  </a:lnTo>
                  <a:lnTo>
                    <a:pt x="14754" y="24590"/>
                  </a:lnTo>
                  <a:lnTo>
                    <a:pt x="18033" y="26229"/>
                  </a:lnTo>
                  <a:lnTo>
                    <a:pt x="21311" y="26229"/>
                  </a:lnTo>
                  <a:lnTo>
                    <a:pt x="26230" y="27869"/>
                  </a:lnTo>
                  <a:lnTo>
                    <a:pt x="21311" y="29508"/>
                  </a:lnTo>
                  <a:lnTo>
                    <a:pt x="18033" y="27869"/>
                  </a:lnTo>
                  <a:lnTo>
                    <a:pt x="13114" y="29508"/>
                  </a:lnTo>
                  <a:lnTo>
                    <a:pt x="18033" y="31147"/>
                  </a:lnTo>
                  <a:lnTo>
                    <a:pt x="21311" y="32787"/>
                  </a:lnTo>
                  <a:lnTo>
                    <a:pt x="26230" y="34426"/>
                  </a:lnTo>
                  <a:lnTo>
                    <a:pt x="29508" y="36065"/>
                  </a:lnTo>
                  <a:lnTo>
                    <a:pt x="34427" y="36065"/>
                  </a:lnTo>
                  <a:lnTo>
                    <a:pt x="37705" y="37705"/>
                  </a:lnTo>
                  <a:lnTo>
                    <a:pt x="42623" y="39344"/>
                  </a:lnTo>
                  <a:lnTo>
                    <a:pt x="45901" y="39344"/>
                  </a:lnTo>
                  <a:lnTo>
                    <a:pt x="50820" y="39344"/>
                  </a:lnTo>
                  <a:lnTo>
                    <a:pt x="54098" y="40983"/>
                  </a:lnTo>
                  <a:lnTo>
                    <a:pt x="59017" y="44262"/>
                  </a:lnTo>
                  <a:lnTo>
                    <a:pt x="62295" y="45901"/>
                  </a:lnTo>
                  <a:lnTo>
                    <a:pt x="65573" y="45901"/>
                  </a:lnTo>
                  <a:lnTo>
                    <a:pt x="70491" y="47541"/>
                  </a:lnTo>
                  <a:lnTo>
                    <a:pt x="73770" y="47541"/>
                  </a:lnTo>
                  <a:lnTo>
                    <a:pt x="78688" y="49180"/>
                  </a:lnTo>
                  <a:lnTo>
                    <a:pt x="81967" y="49180"/>
                  </a:lnTo>
                  <a:lnTo>
                    <a:pt x="86885" y="49180"/>
                  </a:lnTo>
                  <a:lnTo>
                    <a:pt x="90164" y="49180"/>
                  </a:lnTo>
                  <a:lnTo>
                    <a:pt x="93442" y="50819"/>
                  </a:lnTo>
                  <a:lnTo>
                    <a:pt x="98360" y="50819"/>
                  </a:lnTo>
                  <a:lnTo>
                    <a:pt x="101639" y="52459"/>
                  </a:lnTo>
                  <a:lnTo>
                    <a:pt x="106557" y="52459"/>
                  </a:lnTo>
                  <a:lnTo>
                    <a:pt x="108197" y="47541"/>
                  </a:lnTo>
                  <a:lnTo>
                    <a:pt x="104918" y="45901"/>
                  </a:lnTo>
                  <a:lnTo>
                    <a:pt x="101639" y="40983"/>
                  </a:lnTo>
                  <a:lnTo>
                    <a:pt x="104918" y="40983"/>
                  </a:lnTo>
                  <a:lnTo>
                    <a:pt x="108197" y="42623"/>
                  </a:lnTo>
                  <a:lnTo>
                    <a:pt x="113115" y="44262"/>
                  </a:lnTo>
                  <a:lnTo>
                    <a:pt x="116394" y="45901"/>
                  </a:lnTo>
                  <a:lnTo>
                    <a:pt x="118032" y="47541"/>
                  </a:lnTo>
                  <a:lnTo>
                    <a:pt x="119671" y="47541"/>
                  </a:lnTo>
                  <a:lnTo>
                    <a:pt x="119671" y="47541"/>
                  </a:lnTo>
                  <a:lnTo>
                    <a:pt x="122950" y="45901"/>
                  </a:lnTo>
                  <a:lnTo>
                    <a:pt x="127868" y="45901"/>
                  </a:lnTo>
                  <a:lnTo>
                    <a:pt x="131147" y="44262"/>
                  </a:lnTo>
                  <a:lnTo>
                    <a:pt x="136065" y="44262"/>
                  </a:lnTo>
                  <a:lnTo>
                    <a:pt x="139344" y="44262"/>
                  </a:lnTo>
                  <a:lnTo>
                    <a:pt x="142623" y="44262"/>
                  </a:lnTo>
                  <a:lnTo>
                    <a:pt x="147540" y="42623"/>
                  </a:lnTo>
                  <a:lnTo>
                    <a:pt x="150819" y="42623"/>
                  </a:lnTo>
                  <a:lnTo>
                    <a:pt x="154098" y="40983"/>
                  </a:lnTo>
                  <a:lnTo>
                    <a:pt x="157377" y="40983"/>
                  </a:lnTo>
                  <a:lnTo>
                    <a:pt x="162295" y="40983"/>
                  </a:lnTo>
                  <a:lnTo>
                    <a:pt x="165574" y="39344"/>
                  </a:lnTo>
                  <a:lnTo>
                    <a:pt x="170491" y="40983"/>
                  </a:lnTo>
                  <a:lnTo>
                    <a:pt x="173770" y="42623"/>
                  </a:lnTo>
                  <a:lnTo>
                    <a:pt x="168851" y="42623"/>
                  </a:lnTo>
                  <a:lnTo>
                    <a:pt x="165574" y="42623"/>
                  </a:lnTo>
                  <a:lnTo>
                    <a:pt x="168851" y="44262"/>
                  </a:lnTo>
                  <a:lnTo>
                    <a:pt x="173770" y="44262"/>
                  </a:lnTo>
                  <a:lnTo>
                    <a:pt x="177048" y="45901"/>
                  </a:lnTo>
                  <a:lnTo>
                    <a:pt x="181967" y="47541"/>
                  </a:lnTo>
                  <a:lnTo>
                    <a:pt x="185245" y="44262"/>
                  </a:lnTo>
                  <a:lnTo>
                    <a:pt x="190164" y="44262"/>
                  </a:lnTo>
                  <a:lnTo>
                    <a:pt x="193442" y="44262"/>
                  </a:lnTo>
                  <a:lnTo>
                    <a:pt x="198360" y="44262"/>
                  </a:lnTo>
                  <a:lnTo>
                    <a:pt x="201638" y="44262"/>
                  </a:lnTo>
                  <a:lnTo>
                    <a:pt x="204917" y="44262"/>
                  </a:lnTo>
                  <a:lnTo>
                    <a:pt x="209835" y="42623"/>
                  </a:lnTo>
                  <a:lnTo>
                    <a:pt x="204917" y="40983"/>
                  </a:lnTo>
                  <a:lnTo>
                    <a:pt x="201638" y="39344"/>
                  </a:lnTo>
                  <a:lnTo>
                    <a:pt x="198360" y="39344"/>
                  </a:lnTo>
                  <a:lnTo>
                    <a:pt x="195081" y="39344"/>
                  </a:lnTo>
                  <a:lnTo>
                    <a:pt x="190164" y="39344"/>
                  </a:lnTo>
                  <a:lnTo>
                    <a:pt x="186885" y="37705"/>
                  </a:lnTo>
                  <a:lnTo>
                    <a:pt x="183606" y="37705"/>
                  </a:lnTo>
                  <a:lnTo>
                    <a:pt x="178688" y="37705"/>
                  </a:lnTo>
                  <a:lnTo>
                    <a:pt x="175409" y="37705"/>
                  </a:lnTo>
                  <a:lnTo>
                    <a:pt x="170491" y="36065"/>
                  </a:lnTo>
                  <a:lnTo>
                    <a:pt x="167213" y="34426"/>
                  </a:lnTo>
                  <a:lnTo>
                    <a:pt x="162295" y="32787"/>
                  </a:lnTo>
                  <a:lnTo>
                    <a:pt x="159016" y="31147"/>
                  </a:lnTo>
                  <a:lnTo>
                    <a:pt x="154098" y="29508"/>
                  </a:lnTo>
                  <a:lnTo>
                    <a:pt x="150819" y="29508"/>
                  </a:lnTo>
                  <a:lnTo>
                    <a:pt x="147540" y="27869"/>
                  </a:lnTo>
                  <a:lnTo>
                    <a:pt x="144261" y="24590"/>
                  </a:lnTo>
                  <a:lnTo>
                    <a:pt x="139344" y="22951"/>
                  </a:lnTo>
                  <a:lnTo>
                    <a:pt x="136065" y="19672"/>
                  </a:lnTo>
                  <a:lnTo>
                    <a:pt x="131147" y="19672"/>
                  </a:lnTo>
                  <a:lnTo>
                    <a:pt x="136065" y="19672"/>
                  </a:lnTo>
                  <a:lnTo>
                    <a:pt x="131147" y="18033"/>
                  </a:lnTo>
                  <a:lnTo>
                    <a:pt x="136065" y="18033"/>
                  </a:lnTo>
                  <a:lnTo>
                    <a:pt x="139344" y="18033"/>
                  </a:lnTo>
                  <a:lnTo>
                    <a:pt x="136065" y="16393"/>
                  </a:lnTo>
                  <a:lnTo>
                    <a:pt x="139344" y="16393"/>
                  </a:lnTo>
                  <a:lnTo>
                    <a:pt x="142623" y="14754"/>
                  </a:lnTo>
                  <a:lnTo>
                    <a:pt x="147540" y="16393"/>
                  </a:lnTo>
                  <a:lnTo>
                    <a:pt x="150819" y="16393"/>
                  </a:lnTo>
                  <a:lnTo>
                    <a:pt x="155737" y="18033"/>
                  </a:lnTo>
                  <a:lnTo>
                    <a:pt x="155737" y="21311"/>
                  </a:lnTo>
                  <a:lnTo>
                    <a:pt x="152458" y="24590"/>
                  </a:lnTo>
                  <a:lnTo>
                    <a:pt x="154098" y="26229"/>
                  </a:lnTo>
                  <a:lnTo>
                    <a:pt x="159016" y="27869"/>
                  </a:lnTo>
                  <a:lnTo>
                    <a:pt x="162295" y="29508"/>
                  </a:lnTo>
                  <a:lnTo>
                    <a:pt x="167213" y="31147"/>
                  </a:lnTo>
                  <a:lnTo>
                    <a:pt x="170491" y="32787"/>
                  </a:lnTo>
                  <a:lnTo>
                    <a:pt x="175409" y="32787"/>
                  </a:lnTo>
                  <a:lnTo>
                    <a:pt x="178688" y="36065"/>
                  </a:lnTo>
                  <a:lnTo>
                    <a:pt x="181967" y="36065"/>
                  </a:lnTo>
                  <a:lnTo>
                    <a:pt x="186885" y="36065"/>
                  </a:lnTo>
                  <a:lnTo>
                    <a:pt x="190164" y="37705"/>
                  </a:lnTo>
                  <a:lnTo>
                    <a:pt x="195081" y="37705"/>
                  </a:lnTo>
                  <a:lnTo>
                    <a:pt x="198360" y="37705"/>
                  </a:lnTo>
                  <a:lnTo>
                    <a:pt x="201638" y="37705"/>
                  </a:lnTo>
                  <a:lnTo>
                    <a:pt x="204917" y="37705"/>
                  </a:lnTo>
                  <a:lnTo>
                    <a:pt x="209835" y="39344"/>
                  </a:lnTo>
                  <a:lnTo>
                    <a:pt x="213114" y="39344"/>
                  </a:lnTo>
                  <a:lnTo>
                    <a:pt x="218032" y="39344"/>
                  </a:lnTo>
                  <a:lnTo>
                    <a:pt x="221310" y="37705"/>
                  </a:lnTo>
                  <a:lnTo>
                    <a:pt x="224589" y="34426"/>
                  </a:lnTo>
                  <a:lnTo>
                    <a:pt x="222950" y="31147"/>
                  </a:lnTo>
                  <a:lnTo>
                    <a:pt x="218032" y="29508"/>
                  </a:lnTo>
                  <a:lnTo>
                    <a:pt x="214754" y="29508"/>
                  </a:lnTo>
                  <a:lnTo>
                    <a:pt x="211475" y="26229"/>
                  </a:lnTo>
                  <a:lnTo>
                    <a:pt x="216393" y="24590"/>
                  </a:lnTo>
                  <a:lnTo>
                    <a:pt x="219672" y="22951"/>
                  </a:lnTo>
                  <a:lnTo>
                    <a:pt x="222950" y="22951"/>
                  </a:lnTo>
                  <a:lnTo>
                    <a:pt x="219672" y="21311"/>
                  </a:lnTo>
                  <a:lnTo>
                    <a:pt x="214754" y="19672"/>
                  </a:lnTo>
                  <a:lnTo>
                    <a:pt x="211475" y="19672"/>
                  </a:lnTo>
                  <a:lnTo>
                    <a:pt x="206557" y="19672"/>
                  </a:lnTo>
                  <a:lnTo>
                    <a:pt x="203278" y="19672"/>
                  </a:lnTo>
                  <a:lnTo>
                    <a:pt x="198360" y="18033"/>
                  </a:lnTo>
                  <a:lnTo>
                    <a:pt x="195081" y="16393"/>
                  </a:lnTo>
                  <a:lnTo>
                    <a:pt x="191803" y="16393"/>
                  </a:lnTo>
                  <a:lnTo>
                    <a:pt x="186885" y="14754"/>
                  </a:lnTo>
                  <a:lnTo>
                    <a:pt x="183606" y="14754"/>
                  </a:lnTo>
                  <a:lnTo>
                    <a:pt x="178688" y="14754"/>
                  </a:lnTo>
                  <a:lnTo>
                    <a:pt x="173770" y="13115"/>
                  </a:lnTo>
                  <a:lnTo>
                    <a:pt x="170491" y="11475"/>
                  </a:lnTo>
                  <a:lnTo>
                    <a:pt x="165574" y="11475"/>
                  </a:lnTo>
                  <a:lnTo>
                    <a:pt x="162295" y="11475"/>
                  </a:lnTo>
                  <a:lnTo>
                    <a:pt x="157377" y="11475"/>
                  </a:lnTo>
                  <a:lnTo>
                    <a:pt x="154098" y="13115"/>
                  </a:lnTo>
                  <a:lnTo>
                    <a:pt x="149180" y="13115"/>
                  </a:lnTo>
                  <a:lnTo>
                    <a:pt x="145901" y="13115"/>
                  </a:lnTo>
                  <a:lnTo>
                    <a:pt x="142623" y="11475"/>
                  </a:lnTo>
                  <a:lnTo>
                    <a:pt x="137705" y="11475"/>
                  </a:lnTo>
                  <a:lnTo>
                    <a:pt x="134426" y="11475"/>
                  </a:lnTo>
                  <a:lnTo>
                    <a:pt x="129508" y="9836"/>
                  </a:lnTo>
                  <a:lnTo>
                    <a:pt x="126229" y="9836"/>
                  </a:lnTo>
                  <a:lnTo>
                    <a:pt x="121311" y="8197"/>
                  </a:lnTo>
                  <a:lnTo>
                    <a:pt x="118032" y="6557"/>
                  </a:lnTo>
                  <a:lnTo>
                    <a:pt x="113115" y="6557"/>
                  </a:lnTo>
                  <a:lnTo>
                    <a:pt x="109836" y="4918"/>
                  </a:lnTo>
                  <a:lnTo>
                    <a:pt x="104918" y="4918"/>
                  </a:lnTo>
                  <a:lnTo>
                    <a:pt x="101639" y="3279"/>
                  </a:lnTo>
                  <a:lnTo>
                    <a:pt x="96721" y="1639"/>
                  </a:lnTo>
                  <a:lnTo>
                    <a:pt x="93442" y="1639"/>
                  </a:lnTo>
                  <a:lnTo>
                    <a:pt x="88525" y="1639"/>
                  </a:lnTo>
                  <a:lnTo>
                    <a:pt x="93442" y="3279"/>
                  </a:lnTo>
                  <a:lnTo>
                    <a:pt x="96721" y="4918"/>
                  </a:lnTo>
                  <a:lnTo>
                    <a:pt x="100000" y="6557"/>
                  </a:lnTo>
                  <a:lnTo>
                    <a:pt x="96721" y="4918"/>
                  </a:lnTo>
                  <a:lnTo>
                    <a:pt x="93442" y="4918"/>
                  </a:lnTo>
                  <a:lnTo>
                    <a:pt x="88525" y="4918"/>
                  </a:lnTo>
                  <a:lnTo>
                    <a:pt x="85246" y="8197"/>
                  </a:lnTo>
                  <a:lnTo>
                    <a:pt x="88525" y="9836"/>
                  </a:lnTo>
                  <a:lnTo>
                    <a:pt x="91803" y="11475"/>
                  </a:lnTo>
                  <a:lnTo>
                    <a:pt x="96721" y="14754"/>
                  </a:lnTo>
                  <a:lnTo>
                    <a:pt x="100000" y="16393"/>
                  </a:lnTo>
                  <a:lnTo>
                    <a:pt x="104918" y="19672"/>
                  </a:lnTo>
                  <a:lnTo>
                    <a:pt x="101639" y="19672"/>
                  </a:lnTo>
                  <a:lnTo>
                    <a:pt x="96721" y="19672"/>
                  </a:lnTo>
                  <a:lnTo>
                    <a:pt x="93442" y="19672"/>
                  </a:lnTo>
                  <a:lnTo>
                    <a:pt x="88525" y="18033"/>
                  </a:lnTo>
                  <a:lnTo>
                    <a:pt x="85246" y="13115"/>
                  </a:lnTo>
                  <a:lnTo>
                    <a:pt x="81967" y="13115"/>
                  </a:lnTo>
                  <a:lnTo>
                    <a:pt x="77049" y="13115"/>
                  </a:lnTo>
                  <a:lnTo>
                    <a:pt x="73770" y="13115"/>
                  </a:lnTo>
                  <a:lnTo>
                    <a:pt x="70491" y="13115"/>
                  </a:lnTo>
                  <a:lnTo>
                    <a:pt x="67213" y="11475"/>
                  </a:lnTo>
                  <a:lnTo>
                    <a:pt x="63935" y="11475"/>
                  </a:lnTo>
                  <a:lnTo>
                    <a:pt x="59017" y="8197"/>
                  </a:lnTo>
                  <a:lnTo>
                    <a:pt x="54098" y="8197"/>
                  </a:lnTo>
                  <a:lnTo>
                    <a:pt x="50820" y="6557"/>
                  </a:lnTo>
                  <a:lnTo>
                    <a:pt x="47541" y="6557"/>
                  </a:lnTo>
                  <a:lnTo>
                    <a:pt x="42623" y="4918"/>
                  </a:lnTo>
                  <a:lnTo>
                    <a:pt x="39344" y="4918"/>
                  </a:lnTo>
                  <a:lnTo>
                    <a:pt x="34427" y="3279"/>
                  </a:lnTo>
                  <a:lnTo>
                    <a:pt x="31148" y="3279"/>
                  </a:lnTo>
                  <a:lnTo>
                    <a:pt x="26230" y="1639"/>
                  </a:lnTo>
                  <a:lnTo>
                    <a:pt x="22951" y="0"/>
                  </a:lnTo>
                  <a:lnTo>
                    <a:pt x="18033" y="0"/>
                  </a:lnTo>
                  <a:lnTo>
                    <a:pt x="14754" y="0"/>
                  </a:lnTo>
                  <a:lnTo>
                    <a:pt x="16393" y="4918"/>
                  </a:lnTo>
                  <a:lnTo>
                    <a:pt x="13114" y="1639"/>
                  </a:lnTo>
                  <a:lnTo>
                    <a:pt x="8197" y="1639"/>
                  </a:lnTo>
                  <a:lnTo>
                    <a:pt x="8197" y="6557"/>
                  </a:lnTo>
                  <a:lnTo>
                    <a:pt x="4918" y="6557"/>
                  </a:lnTo>
                  <a:lnTo>
                    <a:pt x="0" y="6557"/>
                  </a:lnTo>
                  <a:lnTo>
                    <a:pt x="0" y="9836"/>
                  </a:lnTo>
                  <a:lnTo>
                    <a:pt x="4918" y="11475"/>
                  </a:lnTo>
                  <a:lnTo>
                    <a:pt x="8197" y="13115"/>
                  </a:lnTo>
                  <a:lnTo>
                    <a:pt x="13114" y="14754"/>
                  </a:lnTo>
                  <a:lnTo>
                    <a:pt x="8197" y="14754"/>
                  </a:lnTo>
                  <a:lnTo>
                    <a:pt x="4918" y="14754"/>
                  </a:lnTo>
                  <a:lnTo>
                    <a:pt x="0" y="16393"/>
                  </a:lnTo>
                  <a:lnTo>
                    <a:pt x="3279" y="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8" name="Freeform 2767">
              <a:extLst>
                <a:ext uri="{FF2B5EF4-FFF2-40B4-BE49-F238E27FC236}">
                  <a16:creationId xmlns:a16="http://schemas.microsoft.com/office/drawing/2014/main" id="{8A5C8245-3769-0C4A-9D50-FC366087C4AA}"/>
                </a:ext>
              </a:extLst>
            </p:cNvPr>
            <p:cNvSpPr/>
            <p:nvPr/>
          </p:nvSpPr>
          <p:spPr>
            <a:xfrm>
              <a:off x="9045167" y="969010"/>
              <a:ext cx="34425" cy="11475"/>
            </a:xfrm>
            <a:custGeom>
              <a:avLst/>
              <a:gdLst>
                <a:gd name="connsiteX0" fmla="*/ 0 w 34425"/>
                <a:gd name="connsiteY0" fmla="*/ 0 h 11475"/>
                <a:gd name="connsiteX1" fmla="*/ 3278 w 34425"/>
                <a:gd name="connsiteY1" fmla="*/ 1639 h 11475"/>
                <a:gd name="connsiteX2" fmla="*/ 8197 w 34425"/>
                <a:gd name="connsiteY2" fmla="*/ 3279 h 11475"/>
                <a:gd name="connsiteX3" fmla="*/ 11475 w 34425"/>
                <a:gd name="connsiteY3" fmla="*/ 3279 h 11475"/>
                <a:gd name="connsiteX4" fmla="*/ 14753 w 34425"/>
                <a:gd name="connsiteY4" fmla="*/ 6557 h 11475"/>
                <a:gd name="connsiteX5" fmla="*/ 18032 w 34425"/>
                <a:gd name="connsiteY5" fmla="*/ 6557 h 11475"/>
                <a:gd name="connsiteX6" fmla="*/ 22950 w 34425"/>
                <a:gd name="connsiteY6" fmla="*/ 8197 h 11475"/>
                <a:gd name="connsiteX7" fmla="*/ 26229 w 34425"/>
                <a:gd name="connsiteY7" fmla="*/ 9836 h 11475"/>
                <a:gd name="connsiteX8" fmla="*/ 31147 w 34425"/>
                <a:gd name="connsiteY8" fmla="*/ 9836 h 11475"/>
                <a:gd name="connsiteX9" fmla="*/ 34426 w 34425"/>
                <a:gd name="connsiteY9" fmla="*/ 11475 h 11475"/>
                <a:gd name="connsiteX10" fmla="*/ 32787 w 34425"/>
                <a:gd name="connsiteY10" fmla="*/ 8197 h 11475"/>
                <a:gd name="connsiteX11" fmla="*/ 29508 w 34425"/>
                <a:gd name="connsiteY11" fmla="*/ 6557 h 11475"/>
                <a:gd name="connsiteX12" fmla="*/ 24590 w 34425"/>
                <a:gd name="connsiteY12" fmla="*/ 4918 h 11475"/>
                <a:gd name="connsiteX13" fmla="*/ 21311 w 34425"/>
                <a:gd name="connsiteY13" fmla="*/ 4918 h 11475"/>
                <a:gd name="connsiteX14" fmla="*/ 18032 w 34425"/>
                <a:gd name="connsiteY14" fmla="*/ 3279 h 11475"/>
                <a:gd name="connsiteX15" fmla="*/ 13114 w 34425"/>
                <a:gd name="connsiteY15" fmla="*/ 3279 h 11475"/>
                <a:gd name="connsiteX16" fmla="*/ 9836 w 34425"/>
                <a:gd name="connsiteY16" fmla="*/ 1639 h 11475"/>
                <a:gd name="connsiteX17" fmla="*/ 6557 w 34425"/>
                <a:gd name="connsiteY17" fmla="*/ 0 h 11475"/>
                <a:gd name="connsiteX18" fmla="*/ 1639 w 34425"/>
                <a:gd name="connsiteY18" fmla="*/ 0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425" h="11475">
                  <a:moveTo>
                    <a:pt x="0" y="0"/>
                  </a:moveTo>
                  <a:lnTo>
                    <a:pt x="3278" y="1639"/>
                  </a:lnTo>
                  <a:lnTo>
                    <a:pt x="8197" y="3279"/>
                  </a:lnTo>
                  <a:lnTo>
                    <a:pt x="11475" y="3279"/>
                  </a:lnTo>
                  <a:lnTo>
                    <a:pt x="14753" y="6557"/>
                  </a:lnTo>
                  <a:lnTo>
                    <a:pt x="18032" y="6557"/>
                  </a:lnTo>
                  <a:lnTo>
                    <a:pt x="22950" y="8197"/>
                  </a:lnTo>
                  <a:lnTo>
                    <a:pt x="26229" y="9836"/>
                  </a:lnTo>
                  <a:lnTo>
                    <a:pt x="31147" y="9836"/>
                  </a:lnTo>
                  <a:lnTo>
                    <a:pt x="34426" y="11475"/>
                  </a:lnTo>
                  <a:lnTo>
                    <a:pt x="32787" y="8197"/>
                  </a:lnTo>
                  <a:lnTo>
                    <a:pt x="29508" y="6557"/>
                  </a:lnTo>
                  <a:lnTo>
                    <a:pt x="24590" y="4918"/>
                  </a:lnTo>
                  <a:lnTo>
                    <a:pt x="21311" y="4918"/>
                  </a:lnTo>
                  <a:lnTo>
                    <a:pt x="18032" y="3279"/>
                  </a:lnTo>
                  <a:lnTo>
                    <a:pt x="13114" y="3279"/>
                  </a:lnTo>
                  <a:lnTo>
                    <a:pt x="9836" y="1639"/>
                  </a:lnTo>
                  <a:lnTo>
                    <a:pt x="6557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9" name="Freeform 2768">
              <a:extLst>
                <a:ext uri="{FF2B5EF4-FFF2-40B4-BE49-F238E27FC236}">
                  <a16:creationId xmlns:a16="http://schemas.microsoft.com/office/drawing/2014/main" id="{3CAADF66-8465-2C4C-8149-C3F6FAAC8B4C}"/>
                </a:ext>
              </a:extLst>
            </p:cNvPr>
            <p:cNvSpPr/>
            <p:nvPr/>
          </p:nvSpPr>
          <p:spPr>
            <a:xfrm>
              <a:off x="9107461" y="918190"/>
              <a:ext cx="8196" cy="1639"/>
            </a:xfrm>
            <a:custGeom>
              <a:avLst/>
              <a:gdLst>
                <a:gd name="connsiteX0" fmla="*/ 8197 w 8196"/>
                <a:gd name="connsiteY0" fmla="*/ 1639 h 1639"/>
                <a:gd name="connsiteX1" fmla="*/ 4918 w 8196"/>
                <a:gd name="connsiteY1" fmla="*/ 0 h 1639"/>
                <a:gd name="connsiteX2" fmla="*/ 0 w 8196"/>
                <a:gd name="connsiteY2" fmla="*/ 0 h 1639"/>
                <a:gd name="connsiteX3" fmla="*/ 4918 w 8196"/>
                <a:gd name="connsiteY3" fmla="*/ 1639 h 1639"/>
                <a:gd name="connsiteX4" fmla="*/ 8197 w 8196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8197" y="1639"/>
                  </a:moveTo>
                  <a:lnTo>
                    <a:pt x="4918" y="0"/>
                  </a:lnTo>
                  <a:lnTo>
                    <a:pt x="0" y="0"/>
                  </a:lnTo>
                  <a:lnTo>
                    <a:pt x="4918" y="1639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0" name="Freeform 2769">
              <a:extLst>
                <a:ext uri="{FF2B5EF4-FFF2-40B4-BE49-F238E27FC236}">
                  <a16:creationId xmlns:a16="http://schemas.microsoft.com/office/drawing/2014/main" id="{4AA48CCC-7066-B84A-AD2B-F3FAE7203FCA}"/>
                </a:ext>
              </a:extLst>
            </p:cNvPr>
            <p:cNvSpPr/>
            <p:nvPr/>
          </p:nvSpPr>
          <p:spPr>
            <a:xfrm>
              <a:off x="9171395" y="967370"/>
              <a:ext cx="31147" cy="13114"/>
            </a:xfrm>
            <a:custGeom>
              <a:avLst/>
              <a:gdLst>
                <a:gd name="connsiteX0" fmla="*/ 21312 w 31147"/>
                <a:gd name="connsiteY0" fmla="*/ 13115 h 13114"/>
                <a:gd name="connsiteX1" fmla="*/ 24590 w 31147"/>
                <a:gd name="connsiteY1" fmla="*/ 11475 h 13114"/>
                <a:gd name="connsiteX2" fmla="*/ 27869 w 31147"/>
                <a:gd name="connsiteY2" fmla="*/ 9836 h 13114"/>
                <a:gd name="connsiteX3" fmla="*/ 31148 w 31147"/>
                <a:gd name="connsiteY3" fmla="*/ 8197 h 13114"/>
                <a:gd name="connsiteX4" fmla="*/ 27869 w 31147"/>
                <a:gd name="connsiteY4" fmla="*/ 4918 h 13114"/>
                <a:gd name="connsiteX5" fmla="*/ 24590 w 31147"/>
                <a:gd name="connsiteY5" fmla="*/ 1639 h 13114"/>
                <a:gd name="connsiteX6" fmla="*/ 19672 w 31147"/>
                <a:gd name="connsiteY6" fmla="*/ 1639 h 13114"/>
                <a:gd name="connsiteX7" fmla="*/ 16393 w 31147"/>
                <a:gd name="connsiteY7" fmla="*/ 0 h 13114"/>
                <a:gd name="connsiteX8" fmla="*/ 11476 w 31147"/>
                <a:gd name="connsiteY8" fmla="*/ 0 h 13114"/>
                <a:gd name="connsiteX9" fmla="*/ 8197 w 31147"/>
                <a:gd name="connsiteY9" fmla="*/ 0 h 13114"/>
                <a:gd name="connsiteX10" fmla="*/ 3279 w 31147"/>
                <a:gd name="connsiteY10" fmla="*/ 0 h 13114"/>
                <a:gd name="connsiteX11" fmla="*/ 0 w 31147"/>
                <a:gd name="connsiteY11" fmla="*/ 1639 h 13114"/>
                <a:gd name="connsiteX12" fmla="*/ 1640 w 31147"/>
                <a:gd name="connsiteY12" fmla="*/ 4918 h 13114"/>
                <a:gd name="connsiteX13" fmla="*/ 4919 w 31147"/>
                <a:gd name="connsiteY13" fmla="*/ 8197 h 13114"/>
                <a:gd name="connsiteX14" fmla="*/ 8197 w 31147"/>
                <a:gd name="connsiteY14" fmla="*/ 9836 h 13114"/>
                <a:gd name="connsiteX15" fmla="*/ 13115 w 31147"/>
                <a:gd name="connsiteY15" fmla="*/ 11475 h 13114"/>
                <a:gd name="connsiteX16" fmla="*/ 18033 w 31147"/>
                <a:gd name="connsiteY16" fmla="*/ 11475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147" h="13114">
                  <a:moveTo>
                    <a:pt x="21312" y="13115"/>
                  </a:moveTo>
                  <a:lnTo>
                    <a:pt x="24590" y="11475"/>
                  </a:lnTo>
                  <a:lnTo>
                    <a:pt x="27869" y="9836"/>
                  </a:lnTo>
                  <a:lnTo>
                    <a:pt x="31148" y="8197"/>
                  </a:lnTo>
                  <a:lnTo>
                    <a:pt x="27869" y="4918"/>
                  </a:lnTo>
                  <a:lnTo>
                    <a:pt x="24590" y="1639"/>
                  </a:lnTo>
                  <a:lnTo>
                    <a:pt x="19672" y="1639"/>
                  </a:lnTo>
                  <a:lnTo>
                    <a:pt x="16393" y="0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1640" y="4918"/>
                  </a:lnTo>
                  <a:lnTo>
                    <a:pt x="4919" y="8197"/>
                  </a:lnTo>
                  <a:lnTo>
                    <a:pt x="8197" y="9836"/>
                  </a:lnTo>
                  <a:lnTo>
                    <a:pt x="13115" y="11475"/>
                  </a:lnTo>
                  <a:lnTo>
                    <a:pt x="18033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1" name="Freeform 2770">
              <a:extLst>
                <a:ext uri="{FF2B5EF4-FFF2-40B4-BE49-F238E27FC236}">
                  <a16:creationId xmlns:a16="http://schemas.microsoft.com/office/drawing/2014/main" id="{8EE0951C-5152-A44F-826A-8584D7D075C6}"/>
                </a:ext>
              </a:extLst>
            </p:cNvPr>
            <p:cNvSpPr/>
            <p:nvPr/>
          </p:nvSpPr>
          <p:spPr>
            <a:xfrm>
              <a:off x="9194346" y="980485"/>
              <a:ext cx="111474" cy="24590"/>
            </a:xfrm>
            <a:custGeom>
              <a:avLst/>
              <a:gdLst>
                <a:gd name="connsiteX0" fmla="*/ 8197 w 111474"/>
                <a:gd name="connsiteY0" fmla="*/ 16393 h 24590"/>
                <a:gd name="connsiteX1" fmla="*/ 3279 w 111474"/>
                <a:gd name="connsiteY1" fmla="*/ 16393 h 24590"/>
                <a:gd name="connsiteX2" fmla="*/ 0 w 111474"/>
                <a:gd name="connsiteY2" fmla="*/ 16393 h 24590"/>
                <a:gd name="connsiteX3" fmla="*/ 3279 w 111474"/>
                <a:gd name="connsiteY3" fmla="*/ 18033 h 24590"/>
                <a:gd name="connsiteX4" fmla="*/ 8197 w 111474"/>
                <a:gd name="connsiteY4" fmla="*/ 19672 h 24590"/>
                <a:gd name="connsiteX5" fmla="*/ 11476 w 111474"/>
                <a:gd name="connsiteY5" fmla="*/ 19672 h 24590"/>
                <a:gd name="connsiteX6" fmla="*/ 13114 w 111474"/>
                <a:gd name="connsiteY6" fmla="*/ 19672 h 24590"/>
                <a:gd name="connsiteX7" fmla="*/ 16393 w 111474"/>
                <a:gd name="connsiteY7" fmla="*/ 18033 h 24590"/>
                <a:gd name="connsiteX8" fmla="*/ 19672 w 111474"/>
                <a:gd name="connsiteY8" fmla="*/ 16393 h 24590"/>
                <a:gd name="connsiteX9" fmla="*/ 22951 w 111474"/>
                <a:gd name="connsiteY9" fmla="*/ 16393 h 24590"/>
                <a:gd name="connsiteX10" fmla="*/ 27869 w 111474"/>
                <a:gd name="connsiteY10" fmla="*/ 16393 h 24590"/>
                <a:gd name="connsiteX11" fmla="*/ 31148 w 111474"/>
                <a:gd name="connsiteY11" fmla="*/ 16393 h 24590"/>
                <a:gd name="connsiteX12" fmla="*/ 36066 w 111474"/>
                <a:gd name="connsiteY12" fmla="*/ 16393 h 24590"/>
                <a:gd name="connsiteX13" fmla="*/ 39344 w 111474"/>
                <a:gd name="connsiteY13" fmla="*/ 18033 h 24590"/>
                <a:gd name="connsiteX14" fmla="*/ 44262 w 111474"/>
                <a:gd name="connsiteY14" fmla="*/ 18033 h 24590"/>
                <a:gd name="connsiteX15" fmla="*/ 47541 w 111474"/>
                <a:gd name="connsiteY15" fmla="*/ 18033 h 24590"/>
                <a:gd name="connsiteX16" fmla="*/ 52459 w 111474"/>
                <a:gd name="connsiteY16" fmla="*/ 19672 h 24590"/>
                <a:gd name="connsiteX17" fmla="*/ 55738 w 111474"/>
                <a:gd name="connsiteY17" fmla="*/ 21311 h 24590"/>
                <a:gd name="connsiteX18" fmla="*/ 59016 w 111474"/>
                <a:gd name="connsiteY18" fmla="*/ 21311 h 24590"/>
                <a:gd name="connsiteX19" fmla="*/ 63935 w 111474"/>
                <a:gd name="connsiteY19" fmla="*/ 21311 h 24590"/>
                <a:gd name="connsiteX20" fmla="*/ 67212 w 111474"/>
                <a:gd name="connsiteY20" fmla="*/ 21311 h 24590"/>
                <a:gd name="connsiteX21" fmla="*/ 72131 w 111474"/>
                <a:gd name="connsiteY21" fmla="*/ 21311 h 24590"/>
                <a:gd name="connsiteX22" fmla="*/ 75409 w 111474"/>
                <a:gd name="connsiteY22" fmla="*/ 21311 h 24590"/>
                <a:gd name="connsiteX23" fmla="*/ 80328 w 111474"/>
                <a:gd name="connsiteY23" fmla="*/ 22951 h 24590"/>
                <a:gd name="connsiteX24" fmla="*/ 83606 w 111474"/>
                <a:gd name="connsiteY24" fmla="*/ 22951 h 24590"/>
                <a:gd name="connsiteX25" fmla="*/ 88525 w 111474"/>
                <a:gd name="connsiteY25" fmla="*/ 22951 h 24590"/>
                <a:gd name="connsiteX26" fmla="*/ 91802 w 111474"/>
                <a:gd name="connsiteY26" fmla="*/ 22951 h 24590"/>
                <a:gd name="connsiteX27" fmla="*/ 96721 w 111474"/>
                <a:gd name="connsiteY27" fmla="*/ 22951 h 24590"/>
                <a:gd name="connsiteX28" fmla="*/ 99999 w 111474"/>
                <a:gd name="connsiteY28" fmla="*/ 24590 h 24590"/>
                <a:gd name="connsiteX29" fmla="*/ 103278 w 111474"/>
                <a:gd name="connsiteY29" fmla="*/ 24590 h 24590"/>
                <a:gd name="connsiteX30" fmla="*/ 108196 w 111474"/>
                <a:gd name="connsiteY30" fmla="*/ 24590 h 24590"/>
                <a:gd name="connsiteX31" fmla="*/ 111475 w 111474"/>
                <a:gd name="connsiteY31" fmla="*/ 22951 h 24590"/>
                <a:gd name="connsiteX32" fmla="*/ 108196 w 111474"/>
                <a:gd name="connsiteY32" fmla="*/ 21311 h 24590"/>
                <a:gd name="connsiteX33" fmla="*/ 104918 w 111474"/>
                <a:gd name="connsiteY33" fmla="*/ 19672 h 24590"/>
                <a:gd name="connsiteX34" fmla="*/ 99999 w 111474"/>
                <a:gd name="connsiteY34" fmla="*/ 14754 h 24590"/>
                <a:gd name="connsiteX35" fmla="*/ 96721 w 111474"/>
                <a:gd name="connsiteY35" fmla="*/ 13115 h 24590"/>
                <a:gd name="connsiteX36" fmla="*/ 91802 w 111474"/>
                <a:gd name="connsiteY36" fmla="*/ 11475 h 24590"/>
                <a:gd name="connsiteX37" fmla="*/ 88525 w 111474"/>
                <a:gd name="connsiteY37" fmla="*/ 11475 h 24590"/>
                <a:gd name="connsiteX38" fmla="*/ 85246 w 111474"/>
                <a:gd name="connsiteY38" fmla="*/ 9836 h 24590"/>
                <a:gd name="connsiteX39" fmla="*/ 80328 w 111474"/>
                <a:gd name="connsiteY39" fmla="*/ 8197 h 24590"/>
                <a:gd name="connsiteX40" fmla="*/ 77049 w 111474"/>
                <a:gd name="connsiteY40" fmla="*/ 8197 h 24590"/>
                <a:gd name="connsiteX41" fmla="*/ 72131 w 111474"/>
                <a:gd name="connsiteY41" fmla="*/ 6557 h 24590"/>
                <a:gd name="connsiteX42" fmla="*/ 68852 w 111474"/>
                <a:gd name="connsiteY42" fmla="*/ 4918 h 24590"/>
                <a:gd name="connsiteX43" fmla="*/ 63935 w 111474"/>
                <a:gd name="connsiteY43" fmla="*/ 4918 h 24590"/>
                <a:gd name="connsiteX44" fmla="*/ 60656 w 111474"/>
                <a:gd name="connsiteY44" fmla="*/ 3279 h 24590"/>
                <a:gd name="connsiteX45" fmla="*/ 55738 w 111474"/>
                <a:gd name="connsiteY45" fmla="*/ 1639 h 24590"/>
                <a:gd name="connsiteX46" fmla="*/ 52459 w 111474"/>
                <a:gd name="connsiteY46" fmla="*/ 1639 h 24590"/>
                <a:gd name="connsiteX47" fmla="*/ 47541 w 111474"/>
                <a:gd name="connsiteY47" fmla="*/ 1639 h 24590"/>
                <a:gd name="connsiteX48" fmla="*/ 44262 w 111474"/>
                <a:gd name="connsiteY48" fmla="*/ 0 h 24590"/>
                <a:gd name="connsiteX49" fmla="*/ 39344 w 111474"/>
                <a:gd name="connsiteY49" fmla="*/ 0 h 24590"/>
                <a:gd name="connsiteX50" fmla="*/ 36066 w 111474"/>
                <a:gd name="connsiteY50" fmla="*/ 0 h 24590"/>
                <a:gd name="connsiteX51" fmla="*/ 32787 w 111474"/>
                <a:gd name="connsiteY51" fmla="*/ 0 h 24590"/>
                <a:gd name="connsiteX52" fmla="*/ 27869 w 111474"/>
                <a:gd name="connsiteY52" fmla="*/ 0 h 24590"/>
                <a:gd name="connsiteX53" fmla="*/ 24590 w 111474"/>
                <a:gd name="connsiteY53" fmla="*/ 1639 h 24590"/>
                <a:gd name="connsiteX54" fmla="*/ 19672 w 111474"/>
                <a:gd name="connsiteY54" fmla="*/ 1639 h 24590"/>
                <a:gd name="connsiteX55" fmla="*/ 16393 w 111474"/>
                <a:gd name="connsiteY55" fmla="*/ 1639 h 24590"/>
                <a:gd name="connsiteX56" fmla="*/ 16393 w 111474"/>
                <a:gd name="connsiteY56" fmla="*/ 4918 h 24590"/>
                <a:gd name="connsiteX57" fmla="*/ 18032 w 111474"/>
                <a:gd name="connsiteY57" fmla="*/ 9836 h 24590"/>
                <a:gd name="connsiteX58" fmla="*/ 18032 w 111474"/>
                <a:gd name="connsiteY58" fmla="*/ 13115 h 24590"/>
                <a:gd name="connsiteX59" fmla="*/ 14754 w 111474"/>
                <a:gd name="connsiteY59" fmla="*/ 16393 h 24590"/>
                <a:gd name="connsiteX60" fmla="*/ 11476 w 111474"/>
                <a:gd name="connsiteY60" fmla="*/ 14754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11474" h="24590">
                  <a:moveTo>
                    <a:pt x="8197" y="16393"/>
                  </a:moveTo>
                  <a:lnTo>
                    <a:pt x="3279" y="16393"/>
                  </a:lnTo>
                  <a:lnTo>
                    <a:pt x="0" y="16393"/>
                  </a:lnTo>
                  <a:lnTo>
                    <a:pt x="3279" y="18033"/>
                  </a:lnTo>
                  <a:lnTo>
                    <a:pt x="8197" y="19672"/>
                  </a:lnTo>
                  <a:lnTo>
                    <a:pt x="11476" y="19672"/>
                  </a:lnTo>
                  <a:lnTo>
                    <a:pt x="13114" y="19672"/>
                  </a:lnTo>
                  <a:lnTo>
                    <a:pt x="16393" y="18033"/>
                  </a:lnTo>
                  <a:lnTo>
                    <a:pt x="19672" y="16393"/>
                  </a:lnTo>
                  <a:lnTo>
                    <a:pt x="22951" y="16393"/>
                  </a:lnTo>
                  <a:lnTo>
                    <a:pt x="27869" y="16393"/>
                  </a:lnTo>
                  <a:lnTo>
                    <a:pt x="31148" y="16393"/>
                  </a:lnTo>
                  <a:lnTo>
                    <a:pt x="36066" y="16393"/>
                  </a:lnTo>
                  <a:lnTo>
                    <a:pt x="39344" y="18033"/>
                  </a:lnTo>
                  <a:lnTo>
                    <a:pt x="44262" y="18033"/>
                  </a:lnTo>
                  <a:lnTo>
                    <a:pt x="47541" y="18033"/>
                  </a:lnTo>
                  <a:lnTo>
                    <a:pt x="52459" y="19672"/>
                  </a:lnTo>
                  <a:lnTo>
                    <a:pt x="55738" y="21311"/>
                  </a:lnTo>
                  <a:lnTo>
                    <a:pt x="59016" y="21311"/>
                  </a:lnTo>
                  <a:lnTo>
                    <a:pt x="63935" y="21311"/>
                  </a:lnTo>
                  <a:lnTo>
                    <a:pt x="67212" y="21311"/>
                  </a:lnTo>
                  <a:lnTo>
                    <a:pt x="72131" y="21311"/>
                  </a:lnTo>
                  <a:lnTo>
                    <a:pt x="75409" y="21311"/>
                  </a:lnTo>
                  <a:lnTo>
                    <a:pt x="80328" y="22951"/>
                  </a:lnTo>
                  <a:lnTo>
                    <a:pt x="83606" y="22951"/>
                  </a:lnTo>
                  <a:lnTo>
                    <a:pt x="88525" y="22951"/>
                  </a:lnTo>
                  <a:lnTo>
                    <a:pt x="91802" y="22951"/>
                  </a:lnTo>
                  <a:lnTo>
                    <a:pt x="96721" y="22951"/>
                  </a:lnTo>
                  <a:lnTo>
                    <a:pt x="99999" y="24590"/>
                  </a:lnTo>
                  <a:lnTo>
                    <a:pt x="103278" y="24590"/>
                  </a:lnTo>
                  <a:lnTo>
                    <a:pt x="108196" y="24590"/>
                  </a:lnTo>
                  <a:lnTo>
                    <a:pt x="111475" y="22951"/>
                  </a:lnTo>
                  <a:lnTo>
                    <a:pt x="108196" y="21311"/>
                  </a:lnTo>
                  <a:lnTo>
                    <a:pt x="104918" y="19672"/>
                  </a:lnTo>
                  <a:lnTo>
                    <a:pt x="99999" y="14754"/>
                  </a:lnTo>
                  <a:lnTo>
                    <a:pt x="96721" y="13115"/>
                  </a:lnTo>
                  <a:lnTo>
                    <a:pt x="91802" y="11475"/>
                  </a:lnTo>
                  <a:lnTo>
                    <a:pt x="88525" y="11475"/>
                  </a:lnTo>
                  <a:lnTo>
                    <a:pt x="85246" y="9836"/>
                  </a:lnTo>
                  <a:lnTo>
                    <a:pt x="80328" y="8197"/>
                  </a:lnTo>
                  <a:lnTo>
                    <a:pt x="77049" y="8197"/>
                  </a:lnTo>
                  <a:lnTo>
                    <a:pt x="72131" y="6557"/>
                  </a:lnTo>
                  <a:lnTo>
                    <a:pt x="68852" y="4918"/>
                  </a:lnTo>
                  <a:lnTo>
                    <a:pt x="63935" y="4918"/>
                  </a:lnTo>
                  <a:lnTo>
                    <a:pt x="60656" y="3279"/>
                  </a:lnTo>
                  <a:lnTo>
                    <a:pt x="55738" y="1639"/>
                  </a:lnTo>
                  <a:lnTo>
                    <a:pt x="52459" y="1639"/>
                  </a:lnTo>
                  <a:lnTo>
                    <a:pt x="47541" y="1639"/>
                  </a:lnTo>
                  <a:lnTo>
                    <a:pt x="44262" y="0"/>
                  </a:lnTo>
                  <a:lnTo>
                    <a:pt x="39344" y="0"/>
                  </a:lnTo>
                  <a:lnTo>
                    <a:pt x="36066" y="0"/>
                  </a:lnTo>
                  <a:lnTo>
                    <a:pt x="32787" y="0"/>
                  </a:lnTo>
                  <a:lnTo>
                    <a:pt x="27869" y="0"/>
                  </a:lnTo>
                  <a:lnTo>
                    <a:pt x="24590" y="1639"/>
                  </a:lnTo>
                  <a:lnTo>
                    <a:pt x="19672" y="1639"/>
                  </a:lnTo>
                  <a:lnTo>
                    <a:pt x="16393" y="1639"/>
                  </a:lnTo>
                  <a:lnTo>
                    <a:pt x="16393" y="4918"/>
                  </a:lnTo>
                  <a:lnTo>
                    <a:pt x="18032" y="9836"/>
                  </a:lnTo>
                  <a:lnTo>
                    <a:pt x="18032" y="13115"/>
                  </a:lnTo>
                  <a:lnTo>
                    <a:pt x="14754" y="16393"/>
                  </a:lnTo>
                  <a:lnTo>
                    <a:pt x="11476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2" name="Freeform 2771">
              <a:extLst>
                <a:ext uri="{FF2B5EF4-FFF2-40B4-BE49-F238E27FC236}">
                  <a16:creationId xmlns:a16="http://schemas.microsoft.com/office/drawing/2014/main" id="{62C0D9A6-EC00-954F-9D3F-EE009684D95A}"/>
                </a:ext>
              </a:extLst>
            </p:cNvPr>
            <p:cNvSpPr/>
            <p:nvPr/>
          </p:nvSpPr>
          <p:spPr>
            <a:xfrm>
              <a:off x="9210739" y="1062452"/>
              <a:ext cx="24590" cy="6557"/>
            </a:xfrm>
            <a:custGeom>
              <a:avLst/>
              <a:gdLst>
                <a:gd name="connsiteX0" fmla="*/ 24590 w 24590"/>
                <a:gd name="connsiteY0" fmla="*/ 3279 h 6557"/>
                <a:gd name="connsiteX1" fmla="*/ 21311 w 24590"/>
                <a:gd name="connsiteY1" fmla="*/ 1639 h 6557"/>
                <a:gd name="connsiteX2" fmla="*/ 16393 w 24590"/>
                <a:gd name="connsiteY2" fmla="*/ 0 h 6557"/>
                <a:gd name="connsiteX3" fmla="*/ 13114 w 24590"/>
                <a:gd name="connsiteY3" fmla="*/ 0 h 6557"/>
                <a:gd name="connsiteX4" fmla="*/ 8197 w 24590"/>
                <a:gd name="connsiteY4" fmla="*/ 0 h 6557"/>
                <a:gd name="connsiteX5" fmla="*/ 4918 w 24590"/>
                <a:gd name="connsiteY5" fmla="*/ 0 h 6557"/>
                <a:gd name="connsiteX6" fmla="*/ 0 w 24590"/>
                <a:gd name="connsiteY6" fmla="*/ 1639 h 6557"/>
                <a:gd name="connsiteX7" fmla="*/ 4918 w 24590"/>
                <a:gd name="connsiteY7" fmla="*/ 4918 h 6557"/>
                <a:gd name="connsiteX8" fmla="*/ 8197 w 24590"/>
                <a:gd name="connsiteY8" fmla="*/ 4918 h 6557"/>
                <a:gd name="connsiteX9" fmla="*/ 11476 w 24590"/>
                <a:gd name="connsiteY9" fmla="*/ 6557 h 6557"/>
                <a:gd name="connsiteX10" fmla="*/ 8197 w 24590"/>
                <a:gd name="connsiteY10" fmla="*/ 4918 h 6557"/>
                <a:gd name="connsiteX11" fmla="*/ 11476 w 24590"/>
                <a:gd name="connsiteY11" fmla="*/ 3279 h 6557"/>
                <a:gd name="connsiteX12" fmla="*/ 16393 w 24590"/>
                <a:gd name="connsiteY12" fmla="*/ 4918 h 6557"/>
                <a:gd name="connsiteX13" fmla="*/ 19672 w 24590"/>
                <a:gd name="connsiteY13" fmla="*/ 6557 h 6557"/>
                <a:gd name="connsiteX14" fmla="*/ 22951 w 24590"/>
                <a:gd name="connsiteY14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590" h="6557">
                  <a:moveTo>
                    <a:pt x="24590" y="3279"/>
                  </a:moveTo>
                  <a:lnTo>
                    <a:pt x="21311" y="1639"/>
                  </a:lnTo>
                  <a:lnTo>
                    <a:pt x="16393" y="0"/>
                  </a:lnTo>
                  <a:lnTo>
                    <a:pt x="13114" y="0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4918" y="4918"/>
                  </a:lnTo>
                  <a:lnTo>
                    <a:pt x="8197" y="4918"/>
                  </a:lnTo>
                  <a:lnTo>
                    <a:pt x="11476" y="6557"/>
                  </a:lnTo>
                  <a:lnTo>
                    <a:pt x="8197" y="4918"/>
                  </a:lnTo>
                  <a:lnTo>
                    <a:pt x="11476" y="3279"/>
                  </a:lnTo>
                  <a:lnTo>
                    <a:pt x="16393" y="4918"/>
                  </a:lnTo>
                  <a:lnTo>
                    <a:pt x="19672" y="6557"/>
                  </a:lnTo>
                  <a:lnTo>
                    <a:pt x="22951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3" name="Freeform 2772">
              <a:extLst>
                <a:ext uri="{FF2B5EF4-FFF2-40B4-BE49-F238E27FC236}">
                  <a16:creationId xmlns:a16="http://schemas.microsoft.com/office/drawing/2014/main" id="{D144A7F2-164F-2C48-A07B-6AEA8421CD4E}"/>
                </a:ext>
              </a:extLst>
            </p:cNvPr>
            <p:cNvSpPr/>
            <p:nvPr/>
          </p:nvSpPr>
          <p:spPr>
            <a:xfrm>
              <a:off x="9238608" y="1057534"/>
              <a:ext cx="8196" cy="3278"/>
            </a:xfrm>
            <a:custGeom>
              <a:avLst/>
              <a:gdLst>
                <a:gd name="connsiteX0" fmla="*/ 3279 w 8196"/>
                <a:gd name="connsiteY0" fmla="*/ 3279 h 3278"/>
                <a:gd name="connsiteX1" fmla="*/ 8197 w 8196"/>
                <a:gd name="connsiteY1" fmla="*/ 1639 h 3278"/>
                <a:gd name="connsiteX2" fmla="*/ 3279 w 8196"/>
                <a:gd name="connsiteY2" fmla="*/ 0 h 3278"/>
                <a:gd name="connsiteX3" fmla="*/ 0 w 8196"/>
                <a:gd name="connsiteY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3279" y="3279"/>
                  </a:moveTo>
                  <a:lnTo>
                    <a:pt x="8197" y="1639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4" name="Freeform 2773">
              <a:extLst>
                <a:ext uri="{FF2B5EF4-FFF2-40B4-BE49-F238E27FC236}">
                  <a16:creationId xmlns:a16="http://schemas.microsoft.com/office/drawing/2014/main" id="{1C6B8B26-7155-F743-8937-C40E4E59202B}"/>
                </a:ext>
              </a:extLst>
            </p:cNvPr>
            <p:cNvSpPr/>
            <p:nvPr/>
          </p:nvSpPr>
          <p:spPr>
            <a:xfrm>
              <a:off x="9259919" y="882125"/>
              <a:ext cx="19672" cy="4917"/>
            </a:xfrm>
            <a:custGeom>
              <a:avLst/>
              <a:gdLst>
                <a:gd name="connsiteX0" fmla="*/ 0 w 19672"/>
                <a:gd name="connsiteY0" fmla="*/ 3279 h 4917"/>
                <a:gd name="connsiteX1" fmla="*/ 0 w 19672"/>
                <a:gd name="connsiteY1" fmla="*/ 4918 h 4917"/>
                <a:gd name="connsiteX2" fmla="*/ 4918 w 19672"/>
                <a:gd name="connsiteY2" fmla="*/ 4918 h 4917"/>
                <a:gd name="connsiteX3" fmla="*/ 8197 w 19672"/>
                <a:gd name="connsiteY3" fmla="*/ 4918 h 4917"/>
                <a:gd name="connsiteX4" fmla="*/ 11476 w 19672"/>
                <a:gd name="connsiteY4" fmla="*/ 4918 h 4917"/>
                <a:gd name="connsiteX5" fmla="*/ 16393 w 19672"/>
                <a:gd name="connsiteY5" fmla="*/ 3279 h 4917"/>
                <a:gd name="connsiteX6" fmla="*/ 19672 w 19672"/>
                <a:gd name="connsiteY6" fmla="*/ 4918 h 4917"/>
                <a:gd name="connsiteX7" fmla="*/ 18032 w 19672"/>
                <a:gd name="connsiteY7" fmla="*/ 0 h 4917"/>
                <a:gd name="connsiteX8" fmla="*/ 14754 w 19672"/>
                <a:gd name="connsiteY8" fmla="*/ 1639 h 4917"/>
                <a:gd name="connsiteX9" fmla="*/ 9836 w 19672"/>
                <a:gd name="connsiteY9" fmla="*/ 1639 h 4917"/>
                <a:gd name="connsiteX10" fmla="*/ 6558 w 19672"/>
                <a:gd name="connsiteY10" fmla="*/ 1639 h 4917"/>
                <a:gd name="connsiteX11" fmla="*/ 3279 w 19672"/>
                <a:gd name="connsiteY11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72" h="4917">
                  <a:moveTo>
                    <a:pt x="0" y="3279"/>
                  </a:moveTo>
                  <a:lnTo>
                    <a:pt x="0" y="4918"/>
                  </a:lnTo>
                  <a:lnTo>
                    <a:pt x="4918" y="4918"/>
                  </a:lnTo>
                  <a:lnTo>
                    <a:pt x="8197" y="4918"/>
                  </a:lnTo>
                  <a:lnTo>
                    <a:pt x="11476" y="4918"/>
                  </a:lnTo>
                  <a:lnTo>
                    <a:pt x="16393" y="3279"/>
                  </a:lnTo>
                  <a:lnTo>
                    <a:pt x="19672" y="4918"/>
                  </a:lnTo>
                  <a:lnTo>
                    <a:pt x="18032" y="0"/>
                  </a:lnTo>
                  <a:lnTo>
                    <a:pt x="14754" y="1639"/>
                  </a:lnTo>
                  <a:lnTo>
                    <a:pt x="9836" y="1639"/>
                  </a:lnTo>
                  <a:lnTo>
                    <a:pt x="6558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5" name="Freeform 2774">
              <a:extLst>
                <a:ext uri="{FF2B5EF4-FFF2-40B4-BE49-F238E27FC236}">
                  <a16:creationId xmlns:a16="http://schemas.microsoft.com/office/drawing/2014/main" id="{A1DBB4FC-2222-2A43-AED2-B046771C645D}"/>
                </a:ext>
              </a:extLst>
            </p:cNvPr>
            <p:cNvSpPr/>
            <p:nvPr/>
          </p:nvSpPr>
          <p:spPr>
            <a:xfrm>
              <a:off x="9266477" y="923108"/>
              <a:ext cx="142621" cy="27868"/>
            </a:xfrm>
            <a:custGeom>
              <a:avLst/>
              <a:gdLst>
                <a:gd name="connsiteX0" fmla="*/ 113114 w 142621"/>
                <a:gd name="connsiteY0" fmla="*/ 27869 h 27868"/>
                <a:gd name="connsiteX1" fmla="*/ 114754 w 142621"/>
                <a:gd name="connsiteY1" fmla="*/ 27869 h 27868"/>
                <a:gd name="connsiteX2" fmla="*/ 118031 w 142621"/>
                <a:gd name="connsiteY2" fmla="*/ 27869 h 27868"/>
                <a:gd name="connsiteX3" fmla="*/ 122950 w 142621"/>
                <a:gd name="connsiteY3" fmla="*/ 27869 h 27868"/>
                <a:gd name="connsiteX4" fmla="*/ 127868 w 142621"/>
                <a:gd name="connsiteY4" fmla="*/ 26229 h 27868"/>
                <a:gd name="connsiteX5" fmla="*/ 131147 w 142621"/>
                <a:gd name="connsiteY5" fmla="*/ 24590 h 27868"/>
                <a:gd name="connsiteX6" fmla="*/ 134425 w 142621"/>
                <a:gd name="connsiteY6" fmla="*/ 24590 h 27868"/>
                <a:gd name="connsiteX7" fmla="*/ 139344 w 142621"/>
                <a:gd name="connsiteY7" fmla="*/ 22951 h 27868"/>
                <a:gd name="connsiteX8" fmla="*/ 142622 w 142621"/>
                <a:gd name="connsiteY8" fmla="*/ 21311 h 27868"/>
                <a:gd name="connsiteX9" fmla="*/ 139344 w 142621"/>
                <a:gd name="connsiteY9" fmla="*/ 18033 h 27868"/>
                <a:gd name="connsiteX10" fmla="*/ 139344 w 142621"/>
                <a:gd name="connsiteY10" fmla="*/ 14754 h 27868"/>
                <a:gd name="connsiteX11" fmla="*/ 136065 w 142621"/>
                <a:gd name="connsiteY11" fmla="*/ 13115 h 27868"/>
                <a:gd name="connsiteX12" fmla="*/ 131147 w 142621"/>
                <a:gd name="connsiteY12" fmla="*/ 14754 h 27868"/>
                <a:gd name="connsiteX13" fmla="*/ 127868 w 142621"/>
                <a:gd name="connsiteY13" fmla="*/ 14754 h 27868"/>
                <a:gd name="connsiteX14" fmla="*/ 124589 w 142621"/>
                <a:gd name="connsiteY14" fmla="*/ 14754 h 27868"/>
                <a:gd name="connsiteX15" fmla="*/ 119671 w 142621"/>
                <a:gd name="connsiteY15" fmla="*/ 13115 h 27868"/>
                <a:gd name="connsiteX16" fmla="*/ 116393 w 142621"/>
                <a:gd name="connsiteY16" fmla="*/ 11475 h 27868"/>
                <a:gd name="connsiteX17" fmla="*/ 111475 w 142621"/>
                <a:gd name="connsiteY17" fmla="*/ 11475 h 27868"/>
                <a:gd name="connsiteX18" fmla="*/ 108196 w 142621"/>
                <a:gd name="connsiteY18" fmla="*/ 11475 h 27868"/>
                <a:gd name="connsiteX19" fmla="*/ 103278 w 142621"/>
                <a:gd name="connsiteY19" fmla="*/ 11475 h 27868"/>
                <a:gd name="connsiteX20" fmla="*/ 99999 w 142621"/>
                <a:gd name="connsiteY20" fmla="*/ 9836 h 27868"/>
                <a:gd name="connsiteX21" fmla="*/ 95081 w 142621"/>
                <a:gd name="connsiteY21" fmla="*/ 9836 h 27868"/>
                <a:gd name="connsiteX22" fmla="*/ 91802 w 142621"/>
                <a:gd name="connsiteY22" fmla="*/ 9836 h 27868"/>
                <a:gd name="connsiteX23" fmla="*/ 86885 w 142621"/>
                <a:gd name="connsiteY23" fmla="*/ 9836 h 27868"/>
                <a:gd name="connsiteX24" fmla="*/ 83606 w 142621"/>
                <a:gd name="connsiteY24" fmla="*/ 11475 h 27868"/>
                <a:gd name="connsiteX25" fmla="*/ 80327 w 142621"/>
                <a:gd name="connsiteY25" fmla="*/ 11475 h 27868"/>
                <a:gd name="connsiteX26" fmla="*/ 77048 w 142621"/>
                <a:gd name="connsiteY26" fmla="*/ 11475 h 27868"/>
                <a:gd name="connsiteX27" fmla="*/ 72130 w 142621"/>
                <a:gd name="connsiteY27" fmla="*/ 11475 h 27868"/>
                <a:gd name="connsiteX28" fmla="*/ 68851 w 142621"/>
                <a:gd name="connsiteY28" fmla="*/ 9836 h 27868"/>
                <a:gd name="connsiteX29" fmla="*/ 63934 w 142621"/>
                <a:gd name="connsiteY29" fmla="*/ 6557 h 27868"/>
                <a:gd name="connsiteX30" fmla="*/ 60655 w 142621"/>
                <a:gd name="connsiteY30" fmla="*/ 4918 h 27868"/>
                <a:gd name="connsiteX31" fmla="*/ 55737 w 142621"/>
                <a:gd name="connsiteY31" fmla="*/ 4918 h 27868"/>
                <a:gd name="connsiteX32" fmla="*/ 52458 w 142621"/>
                <a:gd name="connsiteY32" fmla="*/ 4918 h 27868"/>
                <a:gd name="connsiteX33" fmla="*/ 47540 w 142621"/>
                <a:gd name="connsiteY33" fmla="*/ 4918 h 27868"/>
                <a:gd name="connsiteX34" fmla="*/ 44261 w 142621"/>
                <a:gd name="connsiteY34" fmla="*/ 4918 h 27868"/>
                <a:gd name="connsiteX35" fmla="*/ 40983 w 142621"/>
                <a:gd name="connsiteY35" fmla="*/ 4918 h 27868"/>
                <a:gd name="connsiteX36" fmla="*/ 36065 w 142621"/>
                <a:gd name="connsiteY36" fmla="*/ 4918 h 27868"/>
                <a:gd name="connsiteX37" fmla="*/ 32787 w 142621"/>
                <a:gd name="connsiteY37" fmla="*/ 8197 h 27868"/>
                <a:gd name="connsiteX38" fmla="*/ 29508 w 142621"/>
                <a:gd name="connsiteY38" fmla="*/ 8197 h 27868"/>
                <a:gd name="connsiteX39" fmla="*/ 24590 w 142621"/>
                <a:gd name="connsiteY39" fmla="*/ 6557 h 27868"/>
                <a:gd name="connsiteX40" fmla="*/ 21311 w 142621"/>
                <a:gd name="connsiteY40" fmla="*/ 6557 h 27868"/>
                <a:gd name="connsiteX41" fmla="*/ 16393 w 142621"/>
                <a:gd name="connsiteY41" fmla="*/ 4918 h 27868"/>
                <a:gd name="connsiteX42" fmla="*/ 11475 w 142621"/>
                <a:gd name="connsiteY42" fmla="*/ 1639 h 27868"/>
                <a:gd name="connsiteX43" fmla="*/ 8197 w 142621"/>
                <a:gd name="connsiteY43" fmla="*/ 0 h 27868"/>
                <a:gd name="connsiteX44" fmla="*/ 3278 w 142621"/>
                <a:gd name="connsiteY44" fmla="*/ 0 h 27868"/>
                <a:gd name="connsiteX45" fmla="*/ 0 w 142621"/>
                <a:gd name="connsiteY45" fmla="*/ 0 h 27868"/>
                <a:gd name="connsiteX46" fmla="*/ 3278 w 142621"/>
                <a:gd name="connsiteY46" fmla="*/ 3279 h 27868"/>
                <a:gd name="connsiteX47" fmla="*/ 3278 w 142621"/>
                <a:gd name="connsiteY47" fmla="*/ 6557 h 27868"/>
                <a:gd name="connsiteX48" fmla="*/ 8197 w 142621"/>
                <a:gd name="connsiteY48" fmla="*/ 9836 h 27868"/>
                <a:gd name="connsiteX49" fmla="*/ 13114 w 142621"/>
                <a:gd name="connsiteY49" fmla="*/ 11475 h 27868"/>
                <a:gd name="connsiteX50" fmla="*/ 16393 w 142621"/>
                <a:gd name="connsiteY50" fmla="*/ 13115 h 27868"/>
                <a:gd name="connsiteX51" fmla="*/ 19671 w 142621"/>
                <a:gd name="connsiteY51" fmla="*/ 13115 h 27868"/>
                <a:gd name="connsiteX52" fmla="*/ 24590 w 142621"/>
                <a:gd name="connsiteY52" fmla="*/ 14754 h 27868"/>
                <a:gd name="connsiteX53" fmla="*/ 27868 w 142621"/>
                <a:gd name="connsiteY53" fmla="*/ 14754 h 27868"/>
                <a:gd name="connsiteX54" fmla="*/ 32787 w 142621"/>
                <a:gd name="connsiteY54" fmla="*/ 14754 h 27868"/>
                <a:gd name="connsiteX55" fmla="*/ 36065 w 142621"/>
                <a:gd name="connsiteY55" fmla="*/ 16393 h 27868"/>
                <a:gd name="connsiteX56" fmla="*/ 40983 w 142621"/>
                <a:gd name="connsiteY56" fmla="*/ 18033 h 27868"/>
                <a:gd name="connsiteX57" fmla="*/ 45901 w 142621"/>
                <a:gd name="connsiteY57" fmla="*/ 18033 h 27868"/>
                <a:gd name="connsiteX58" fmla="*/ 49180 w 142621"/>
                <a:gd name="connsiteY58" fmla="*/ 19672 h 27868"/>
                <a:gd name="connsiteX59" fmla="*/ 52458 w 142621"/>
                <a:gd name="connsiteY59" fmla="*/ 19672 h 27868"/>
                <a:gd name="connsiteX60" fmla="*/ 57377 w 142621"/>
                <a:gd name="connsiteY60" fmla="*/ 19672 h 27868"/>
                <a:gd name="connsiteX61" fmla="*/ 60655 w 142621"/>
                <a:gd name="connsiteY61" fmla="*/ 19672 h 27868"/>
                <a:gd name="connsiteX62" fmla="*/ 65573 w 142621"/>
                <a:gd name="connsiteY62" fmla="*/ 21311 h 27868"/>
                <a:gd name="connsiteX63" fmla="*/ 68851 w 142621"/>
                <a:gd name="connsiteY63" fmla="*/ 22951 h 27868"/>
                <a:gd name="connsiteX64" fmla="*/ 73770 w 142621"/>
                <a:gd name="connsiteY64" fmla="*/ 22951 h 27868"/>
                <a:gd name="connsiteX65" fmla="*/ 77048 w 142621"/>
                <a:gd name="connsiteY65" fmla="*/ 24590 h 27868"/>
                <a:gd name="connsiteX66" fmla="*/ 80327 w 142621"/>
                <a:gd name="connsiteY66" fmla="*/ 24590 h 27868"/>
                <a:gd name="connsiteX67" fmla="*/ 85245 w 142621"/>
                <a:gd name="connsiteY67" fmla="*/ 26229 h 27868"/>
                <a:gd name="connsiteX68" fmla="*/ 90164 w 142621"/>
                <a:gd name="connsiteY68" fmla="*/ 26229 h 27868"/>
                <a:gd name="connsiteX69" fmla="*/ 93441 w 142621"/>
                <a:gd name="connsiteY69" fmla="*/ 26229 h 27868"/>
                <a:gd name="connsiteX70" fmla="*/ 96720 w 142621"/>
                <a:gd name="connsiteY70" fmla="*/ 26229 h 27868"/>
                <a:gd name="connsiteX71" fmla="*/ 101638 w 142621"/>
                <a:gd name="connsiteY71" fmla="*/ 27869 h 27868"/>
                <a:gd name="connsiteX72" fmla="*/ 104917 w 142621"/>
                <a:gd name="connsiteY72" fmla="*/ 27869 h 27868"/>
                <a:gd name="connsiteX73" fmla="*/ 109835 w 142621"/>
                <a:gd name="connsiteY73" fmla="*/ 27869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142621" h="27868">
                  <a:moveTo>
                    <a:pt x="113114" y="27869"/>
                  </a:moveTo>
                  <a:lnTo>
                    <a:pt x="114754" y="27869"/>
                  </a:lnTo>
                  <a:lnTo>
                    <a:pt x="118031" y="27869"/>
                  </a:lnTo>
                  <a:lnTo>
                    <a:pt x="122950" y="27869"/>
                  </a:lnTo>
                  <a:lnTo>
                    <a:pt x="127868" y="26229"/>
                  </a:lnTo>
                  <a:lnTo>
                    <a:pt x="131147" y="24590"/>
                  </a:lnTo>
                  <a:lnTo>
                    <a:pt x="134425" y="24590"/>
                  </a:lnTo>
                  <a:lnTo>
                    <a:pt x="139344" y="22951"/>
                  </a:lnTo>
                  <a:lnTo>
                    <a:pt x="142622" y="21311"/>
                  </a:lnTo>
                  <a:lnTo>
                    <a:pt x="139344" y="18033"/>
                  </a:lnTo>
                  <a:lnTo>
                    <a:pt x="139344" y="14754"/>
                  </a:lnTo>
                  <a:lnTo>
                    <a:pt x="136065" y="13115"/>
                  </a:lnTo>
                  <a:lnTo>
                    <a:pt x="131147" y="14754"/>
                  </a:lnTo>
                  <a:lnTo>
                    <a:pt x="127868" y="14754"/>
                  </a:lnTo>
                  <a:lnTo>
                    <a:pt x="124589" y="14754"/>
                  </a:lnTo>
                  <a:lnTo>
                    <a:pt x="119671" y="13115"/>
                  </a:lnTo>
                  <a:lnTo>
                    <a:pt x="116393" y="11475"/>
                  </a:lnTo>
                  <a:lnTo>
                    <a:pt x="111475" y="11475"/>
                  </a:lnTo>
                  <a:lnTo>
                    <a:pt x="108196" y="11475"/>
                  </a:lnTo>
                  <a:lnTo>
                    <a:pt x="103278" y="11475"/>
                  </a:lnTo>
                  <a:lnTo>
                    <a:pt x="99999" y="9836"/>
                  </a:lnTo>
                  <a:lnTo>
                    <a:pt x="95081" y="9836"/>
                  </a:lnTo>
                  <a:lnTo>
                    <a:pt x="91802" y="9836"/>
                  </a:lnTo>
                  <a:lnTo>
                    <a:pt x="86885" y="9836"/>
                  </a:lnTo>
                  <a:lnTo>
                    <a:pt x="83606" y="11475"/>
                  </a:lnTo>
                  <a:lnTo>
                    <a:pt x="80327" y="11475"/>
                  </a:lnTo>
                  <a:lnTo>
                    <a:pt x="77048" y="11475"/>
                  </a:lnTo>
                  <a:lnTo>
                    <a:pt x="72130" y="11475"/>
                  </a:lnTo>
                  <a:lnTo>
                    <a:pt x="68851" y="9836"/>
                  </a:lnTo>
                  <a:lnTo>
                    <a:pt x="63934" y="6557"/>
                  </a:lnTo>
                  <a:lnTo>
                    <a:pt x="60655" y="4918"/>
                  </a:lnTo>
                  <a:lnTo>
                    <a:pt x="55737" y="4918"/>
                  </a:lnTo>
                  <a:lnTo>
                    <a:pt x="52458" y="4918"/>
                  </a:lnTo>
                  <a:lnTo>
                    <a:pt x="47540" y="4918"/>
                  </a:lnTo>
                  <a:lnTo>
                    <a:pt x="44261" y="4918"/>
                  </a:lnTo>
                  <a:lnTo>
                    <a:pt x="40983" y="4918"/>
                  </a:lnTo>
                  <a:lnTo>
                    <a:pt x="36065" y="4918"/>
                  </a:lnTo>
                  <a:lnTo>
                    <a:pt x="32787" y="8197"/>
                  </a:lnTo>
                  <a:lnTo>
                    <a:pt x="29508" y="8197"/>
                  </a:lnTo>
                  <a:lnTo>
                    <a:pt x="24590" y="6557"/>
                  </a:lnTo>
                  <a:lnTo>
                    <a:pt x="21311" y="6557"/>
                  </a:lnTo>
                  <a:lnTo>
                    <a:pt x="16393" y="4918"/>
                  </a:lnTo>
                  <a:lnTo>
                    <a:pt x="11475" y="1639"/>
                  </a:lnTo>
                  <a:lnTo>
                    <a:pt x="8197" y="0"/>
                  </a:lnTo>
                  <a:lnTo>
                    <a:pt x="3278" y="0"/>
                  </a:lnTo>
                  <a:lnTo>
                    <a:pt x="0" y="0"/>
                  </a:lnTo>
                  <a:lnTo>
                    <a:pt x="3278" y="3279"/>
                  </a:lnTo>
                  <a:lnTo>
                    <a:pt x="3278" y="6557"/>
                  </a:lnTo>
                  <a:lnTo>
                    <a:pt x="8197" y="9836"/>
                  </a:lnTo>
                  <a:lnTo>
                    <a:pt x="13114" y="11475"/>
                  </a:lnTo>
                  <a:lnTo>
                    <a:pt x="16393" y="13115"/>
                  </a:lnTo>
                  <a:lnTo>
                    <a:pt x="19671" y="13115"/>
                  </a:lnTo>
                  <a:lnTo>
                    <a:pt x="24590" y="14754"/>
                  </a:lnTo>
                  <a:lnTo>
                    <a:pt x="27868" y="14754"/>
                  </a:lnTo>
                  <a:lnTo>
                    <a:pt x="32787" y="14754"/>
                  </a:lnTo>
                  <a:lnTo>
                    <a:pt x="36065" y="16393"/>
                  </a:lnTo>
                  <a:lnTo>
                    <a:pt x="40983" y="18033"/>
                  </a:lnTo>
                  <a:lnTo>
                    <a:pt x="45901" y="18033"/>
                  </a:lnTo>
                  <a:lnTo>
                    <a:pt x="49180" y="19672"/>
                  </a:lnTo>
                  <a:lnTo>
                    <a:pt x="52458" y="19672"/>
                  </a:lnTo>
                  <a:lnTo>
                    <a:pt x="57377" y="19672"/>
                  </a:lnTo>
                  <a:lnTo>
                    <a:pt x="60655" y="19672"/>
                  </a:lnTo>
                  <a:lnTo>
                    <a:pt x="65573" y="21311"/>
                  </a:lnTo>
                  <a:lnTo>
                    <a:pt x="68851" y="22951"/>
                  </a:lnTo>
                  <a:lnTo>
                    <a:pt x="73770" y="22951"/>
                  </a:lnTo>
                  <a:lnTo>
                    <a:pt x="77048" y="24590"/>
                  </a:lnTo>
                  <a:lnTo>
                    <a:pt x="80327" y="24590"/>
                  </a:lnTo>
                  <a:lnTo>
                    <a:pt x="85245" y="26229"/>
                  </a:lnTo>
                  <a:lnTo>
                    <a:pt x="90164" y="26229"/>
                  </a:lnTo>
                  <a:lnTo>
                    <a:pt x="93441" y="26229"/>
                  </a:lnTo>
                  <a:lnTo>
                    <a:pt x="96720" y="26229"/>
                  </a:lnTo>
                  <a:lnTo>
                    <a:pt x="101638" y="27869"/>
                  </a:lnTo>
                  <a:lnTo>
                    <a:pt x="104917" y="27869"/>
                  </a:lnTo>
                  <a:lnTo>
                    <a:pt x="109835" y="2786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6" name="Freeform 2775">
              <a:extLst>
                <a:ext uri="{FF2B5EF4-FFF2-40B4-BE49-F238E27FC236}">
                  <a16:creationId xmlns:a16="http://schemas.microsoft.com/office/drawing/2014/main" id="{4BE192AB-6B3B-D64F-8126-58041020072E}"/>
                </a:ext>
              </a:extLst>
            </p:cNvPr>
            <p:cNvSpPr/>
            <p:nvPr/>
          </p:nvSpPr>
          <p:spPr>
            <a:xfrm>
              <a:off x="9391066" y="901797"/>
              <a:ext cx="8196" cy="3278"/>
            </a:xfrm>
            <a:custGeom>
              <a:avLst/>
              <a:gdLst>
                <a:gd name="connsiteX0" fmla="*/ 3279 w 8196"/>
                <a:gd name="connsiteY0" fmla="*/ 1639 h 3278"/>
                <a:gd name="connsiteX1" fmla="*/ 8197 w 8196"/>
                <a:gd name="connsiteY1" fmla="*/ 3279 h 3278"/>
                <a:gd name="connsiteX2" fmla="*/ 3279 w 8196"/>
                <a:gd name="connsiteY2" fmla="*/ 0 h 3278"/>
                <a:gd name="connsiteX3" fmla="*/ 0 w 8196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3279" y="1639"/>
                  </a:moveTo>
                  <a:lnTo>
                    <a:pt x="8197" y="3279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7" name="Freeform 2776">
              <a:extLst>
                <a:ext uri="{FF2B5EF4-FFF2-40B4-BE49-F238E27FC236}">
                  <a16:creationId xmlns:a16="http://schemas.microsoft.com/office/drawing/2014/main" id="{8BB67300-BD2A-F74E-9B25-2B32856FCA76}"/>
                </a:ext>
              </a:extLst>
            </p:cNvPr>
            <p:cNvSpPr/>
            <p:nvPr/>
          </p:nvSpPr>
          <p:spPr>
            <a:xfrm>
              <a:off x="6946815" y="3593588"/>
              <a:ext cx="395080" cy="603275"/>
            </a:xfrm>
            <a:custGeom>
              <a:avLst/>
              <a:gdLst>
                <a:gd name="connsiteX0" fmla="*/ 0 w 395080"/>
                <a:gd name="connsiteY0" fmla="*/ 426228 h 603275"/>
                <a:gd name="connsiteX1" fmla="*/ 0 w 395080"/>
                <a:gd name="connsiteY1" fmla="*/ 426228 h 603275"/>
                <a:gd name="connsiteX2" fmla="*/ 0 w 395080"/>
                <a:gd name="connsiteY2" fmla="*/ 421309 h 603275"/>
                <a:gd name="connsiteX3" fmla="*/ 0 w 395080"/>
                <a:gd name="connsiteY3" fmla="*/ 414752 h 603275"/>
                <a:gd name="connsiteX4" fmla="*/ 0 w 395080"/>
                <a:gd name="connsiteY4" fmla="*/ 408195 h 603275"/>
                <a:gd name="connsiteX5" fmla="*/ 1639 w 395080"/>
                <a:gd name="connsiteY5" fmla="*/ 403277 h 603275"/>
                <a:gd name="connsiteX6" fmla="*/ 4918 w 395080"/>
                <a:gd name="connsiteY6" fmla="*/ 398359 h 603275"/>
                <a:gd name="connsiteX7" fmla="*/ 9836 w 395080"/>
                <a:gd name="connsiteY7" fmla="*/ 393441 h 603275"/>
                <a:gd name="connsiteX8" fmla="*/ 13115 w 395080"/>
                <a:gd name="connsiteY8" fmla="*/ 390162 h 603275"/>
                <a:gd name="connsiteX9" fmla="*/ 16393 w 395080"/>
                <a:gd name="connsiteY9" fmla="*/ 385244 h 603275"/>
                <a:gd name="connsiteX10" fmla="*/ 18033 w 395080"/>
                <a:gd name="connsiteY10" fmla="*/ 381966 h 603275"/>
                <a:gd name="connsiteX11" fmla="*/ 21312 w 395080"/>
                <a:gd name="connsiteY11" fmla="*/ 377048 h 603275"/>
                <a:gd name="connsiteX12" fmla="*/ 24590 w 395080"/>
                <a:gd name="connsiteY12" fmla="*/ 372129 h 603275"/>
                <a:gd name="connsiteX13" fmla="*/ 26229 w 395080"/>
                <a:gd name="connsiteY13" fmla="*/ 368851 h 603275"/>
                <a:gd name="connsiteX14" fmla="*/ 29508 w 395080"/>
                <a:gd name="connsiteY14" fmla="*/ 363933 h 603275"/>
                <a:gd name="connsiteX15" fmla="*/ 31147 w 395080"/>
                <a:gd name="connsiteY15" fmla="*/ 359015 h 603275"/>
                <a:gd name="connsiteX16" fmla="*/ 34426 w 395080"/>
                <a:gd name="connsiteY16" fmla="*/ 354097 h 603275"/>
                <a:gd name="connsiteX17" fmla="*/ 34426 w 395080"/>
                <a:gd name="connsiteY17" fmla="*/ 352458 h 603275"/>
                <a:gd name="connsiteX18" fmla="*/ 36066 w 395080"/>
                <a:gd name="connsiteY18" fmla="*/ 349179 h 603275"/>
                <a:gd name="connsiteX19" fmla="*/ 40983 w 395080"/>
                <a:gd name="connsiteY19" fmla="*/ 345900 h 603275"/>
                <a:gd name="connsiteX20" fmla="*/ 40983 w 395080"/>
                <a:gd name="connsiteY20" fmla="*/ 344261 h 603275"/>
                <a:gd name="connsiteX21" fmla="*/ 45902 w 395080"/>
                <a:gd name="connsiteY21" fmla="*/ 342622 h 603275"/>
                <a:gd name="connsiteX22" fmla="*/ 49180 w 395080"/>
                <a:gd name="connsiteY22" fmla="*/ 342622 h 603275"/>
                <a:gd name="connsiteX23" fmla="*/ 54098 w 395080"/>
                <a:gd name="connsiteY23" fmla="*/ 342622 h 603275"/>
                <a:gd name="connsiteX24" fmla="*/ 57377 w 395080"/>
                <a:gd name="connsiteY24" fmla="*/ 342622 h 603275"/>
                <a:gd name="connsiteX25" fmla="*/ 60656 w 395080"/>
                <a:gd name="connsiteY25" fmla="*/ 340982 h 603275"/>
                <a:gd name="connsiteX26" fmla="*/ 63934 w 395080"/>
                <a:gd name="connsiteY26" fmla="*/ 340982 h 603275"/>
                <a:gd name="connsiteX27" fmla="*/ 67213 w 395080"/>
                <a:gd name="connsiteY27" fmla="*/ 339343 h 603275"/>
                <a:gd name="connsiteX28" fmla="*/ 67213 w 395080"/>
                <a:gd name="connsiteY28" fmla="*/ 339343 h 603275"/>
                <a:gd name="connsiteX29" fmla="*/ 70492 w 395080"/>
                <a:gd name="connsiteY29" fmla="*/ 339343 h 603275"/>
                <a:gd name="connsiteX30" fmla="*/ 73770 w 395080"/>
                <a:gd name="connsiteY30" fmla="*/ 336064 h 603275"/>
                <a:gd name="connsiteX31" fmla="*/ 75410 w 395080"/>
                <a:gd name="connsiteY31" fmla="*/ 331146 h 603275"/>
                <a:gd name="connsiteX32" fmla="*/ 78688 w 395080"/>
                <a:gd name="connsiteY32" fmla="*/ 327868 h 603275"/>
                <a:gd name="connsiteX33" fmla="*/ 81967 w 395080"/>
                <a:gd name="connsiteY33" fmla="*/ 324589 h 603275"/>
                <a:gd name="connsiteX34" fmla="*/ 85246 w 395080"/>
                <a:gd name="connsiteY34" fmla="*/ 321310 h 603275"/>
                <a:gd name="connsiteX35" fmla="*/ 88524 w 395080"/>
                <a:gd name="connsiteY35" fmla="*/ 319671 h 603275"/>
                <a:gd name="connsiteX36" fmla="*/ 93442 w 395080"/>
                <a:gd name="connsiteY36" fmla="*/ 318031 h 603275"/>
                <a:gd name="connsiteX37" fmla="*/ 96721 w 395080"/>
                <a:gd name="connsiteY37" fmla="*/ 316392 h 603275"/>
                <a:gd name="connsiteX38" fmla="*/ 100000 w 395080"/>
                <a:gd name="connsiteY38" fmla="*/ 314753 h 603275"/>
                <a:gd name="connsiteX39" fmla="*/ 103279 w 395080"/>
                <a:gd name="connsiteY39" fmla="*/ 313113 h 603275"/>
                <a:gd name="connsiteX40" fmla="*/ 108196 w 395080"/>
                <a:gd name="connsiteY40" fmla="*/ 311474 h 603275"/>
                <a:gd name="connsiteX41" fmla="*/ 111475 w 395080"/>
                <a:gd name="connsiteY41" fmla="*/ 311474 h 603275"/>
                <a:gd name="connsiteX42" fmla="*/ 114754 w 395080"/>
                <a:gd name="connsiteY42" fmla="*/ 309835 h 603275"/>
                <a:gd name="connsiteX43" fmla="*/ 119672 w 395080"/>
                <a:gd name="connsiteY43" fmla="*/ 309835 h 603275"/>
                <a:gd name="connsiteX44" fmla="*/ 122950 w 395080"/>
                <a:gd name="connsiteY44" fmla="*/ 309835 h 603275"/>
                <a:gd name="connsiteX45" fmla="*/ 127869 w 395080"/>
                <a:gd name="connsiteY45" fmla="*/ 309835 h 603275"/>
                <a:gd name="connsiteX46" fmla="*/ 131147 w 395080"/>
                <a:gd name="connsiteY46" fmla="*/ 311474 h 603275"/>
                <a:gd name="connsiteX47" fmla="*/ 131147 w 395080"/>
                <a:gd name="connsiteY47" fmla="*/ 311474 h 603275"/>
                <a:gd name="connsiteX48" fmla="*/ 136065 w 395080"/>
                <a:gd name="connsiteY48" fmla="*/ 311474 h 603275"/>
                <a:gd name="connsiteX49" fmla="*/ 139344 w 395080"/>
                <a:gd name="connsiteY49" fmla="*/ 311474 h 603275"/>
                <a:gd name="connsiteX50" fmla="*/ 144262 w 395080"/>
                <a:gd name="connsiteY50" fmla="*/ 311474 h 603275"/>
                <a:gd name="connsiteX51" fmla="*/ 147540 w 395080"/>
                <a:gd name="connsiteY51" fmla="*/ 311474 h 603275"/>
                <a:gd name="connsiteX52" fmla="*/ 152459 w 395080"/>
                <a:gd name="connsiteY52" fmla="*/ 311474 h 603275"/>
                <a:gd name="connsiteX53" fmla="*/ 154098 w 395080"/>
                <a:gd name="connsiteY53" fmla="*/ 309835 h 603275"/>
                <a:gd name="connsiteX54" fmla="*/ 154098 w 395080"/>
                <a:gd name="connsiteY54" fmla="*/ 309835 h 603275"/>
                <a:gd name="connsiteX55" fmla="*/ 155737 w 395080"/>
                <a:gd name="connsiteY55" fmla="*/ 308195 h 603275"/>
                <a:gd name="connsiteX56" fmla="*/ 159016 w 395080"/>
                <a:gd name="connsiteY56" fmla="*/ 303278 h 603275"/>
                <a:gd name="connsiteX57" fmla="*/ 159016 w 395080"/>
                <a:gd name="connsiteY57" fmla="*/ 303278 h 603275"/>
                <a:gd name="connsiteX58" fmla="*/ 162294 w 395080"/>
                <a:gd name="connsiteY58" fmla="*/ 299999 h 603275"/>
                <a:gd name="connsiteX59" fmla="*/ 165573 w 395080"/>
                <a:gd name="connsiteY59" fmla="*/ 295081 h 603275"/>
                <a:gd name="connsiteX60" fmla="*/ 168852 w 395080"/>
                <a:gd name="connsiteY60" fmla="*/ 291802 h 603275"/>
                <a:gd name="connsiteX61" fmla="*/ 172130 w 395080"/>
                <a:gd name="connsiteY61" fmla="*/ 286884 h 603275"/>
                <a:gd name="connsiteX62" fmla="*/ 172130 w 395080"/>
                <a:gd name="connsiteY62" fmla="*/ 286884 h 603275"/>
                <a:gd name="connsiteX63" fmla="*/ 175409 w 395080"/>
                <a:gd name="connsiteY63" fmla="*/ 281966 h 603275"/>
                <a:gd name="connsiteX64" fmla="*/ 178688 w 395080"/>
                <a:gd name="connsiteY64" fmla="*/ 278687 h 603275"/>
                <a:gd name="connsiteX65" fmla="*/ 181966 w 395080"/>
                <a:gd name="connsiteY65" fmla="*/ 273769 h 603275"/>
                <a:gd name="connsiteX66" fmla="*/ 185245 w 395080"/>
                <a:gd name="connsiteY66" fmla="*/ 268851 h 603275"/>
                <a:gd name="connsiteX67" fmla="*/ 188524 w 395080"/>
                <a:gd name="connsiteY67" fmla="*/ 265573 h 603275"/>
                <a:gd name="connsiteX68" fmla="*/ 191803 w 395080"/>
                <a:gd name="connsiteY68" fmla="*/ 262294 h 603275"/>
                <a:gd name="connsiteX69" fmla="*/ 195081 w 395080"/>
                <a:gd name="connsiteY69" fmla="*/ 257376 h 603275"/>
                <a:gd name="connsiteX70" fmla="*/ 196720 w 395080"/>
                <a:gd name="connsiteY70" fmla="*/ 255736 h 603275"/>
                <a:gd name="connsiteX71" fmla="*/ 196720 w 395080"/>
                <a:gd name="connsiteY71" fmla="*/ 255736 h 603275"/>
                <a:gd name="connsiteX72" fmla="*/ 201639 w 395080"/>
                <a:gd name="connsiteY72" fmla="*/ 250819 h 603275"/>
                <a:gd name="connsiteX73" fmla="*/ 204917 w 395080"/>
                <a:gd name="connsiteY73" fmla="*/ 245901 h 603275"/>
                <a:gd name="connsiteX74" fmla="*/ 208196 w 395080"/>
                <a:gd name="connsiteY74" fmla="*/ 242622 h 603275"/>
                <a:gd name="connsiteX75" fmla="*/ 211474 w 395080"/>
                <a:gd name="connsiteY75" fmla="*/ 237704 h 603275"/>
                <a:gd name="connsiteX76" fmla="*/ 214753 w 395080"/>
                <a:gd name="connsiteY76" fmla="*/ 234425 h 603275"/>
                <a:gd name="connsiteX77" fmla="*/ 218032 w 395080"/>
                <a:gd name="connsiteY77" fmla="*/ 229507 h 603275"/>
                <a:gd name="connsiteX78" fmla="*/ 222950 w 395080"/>
                <a:gd name="connsiteY78" fmla="*/ 224589 h 603275"/>
                <a:gd name="connsiteX79" fmla="*/ 226229 w 395080"/>
                <a:gd name="connsiteY79" fmla="*/ 221311 h 603275"/>
                <a:gd name="connsiteX80" fmla="*/ 229507 w 395080"/>
                <a:gd name="connsiteY80" fmla="*/ 216392 h 603275"/>
                <a:gd name="connsiteX81" fmla="*/ 232786 w 395080"/>
                <a:gd name="connsiteY81" fmla="*/ 213114 h 603275"/>
                <a:gd name="connsiteX82" fmla="*/ 237704 w 395080"/>
                <a:gd name="connsiteY82" fmla="*/ 208196 h 603275"/>
                <a:gd name="connsiteX83" fmla="*/ 240983 w 395080"/>
                <a:gd name="connsiteY83" fmla="*/ 204917 h 603275"/>
                <a:gd name="connsiteX84" fmla="*/ 244261 w 395080"/>
                <a:gd name="connsiteY84" fmla="*/ 199999 h 603275"/>
                <a:gd name="connsiteX85" fmla="*/ 247540 w 395080"/>
                <a:gd name="connsiteY85" fmla="*/ 195081 h 603275"/>
                <a:gd name="connsiteX86" fmla="*/ 250819 w 395080"/>
                <a:gd name="connsiteY86" fmla="*/ 191802 h 603275"/>
                <a:gd name="connsiteX87" fmla="*/ 255737 w 395080"/>
                <a:gd name="connsiteY87" fmla="*/ 188524 h 603275"/>
                <a:gd name="connsiteX88" fmla="*/ 259016 w 395080"/>
                <a:gd name="connsiteY88" fmla="*/ 183606 h 603275"/>
                <a:gd name="connsiteX89" fmla="*/ 259016 w 395080"/>
                <a:gd name="connsiteY89" fmla="*/ 183606 h 603275"/>
                <a:gd name="connsiteX90" fmla="*/ 263933 w 395080"/>
                <a:gd name="connsiteY90" fmla="*/ 178688 h 603275"/>
                <a:gd name="connsiteX91" fmla="*/ 267212 w 395080"/>
                <a:gd name="connsiteY91" fmla="*/ 175409 h 603275"/>
                <a:gd name="connsiteX92" fmla="*/ 247540 w 395080"/>
                <a:gd name="connsiteY92" fmla="*/ 175409 h 603275"/>
                <a:gd name="connsiteX93" fmla="*/ 227868 w 395080"/>
                <a:gd name="connsiteY93" fmla="*/ 175409 h 603275"/>
                <a:gd name="connsiteX94" fmla="*/ 227868 w 395080"/>
                <a:gd name="connsiteY94" fmla="*/ 175409 h 603275"/>
                <a:gd name="connsiteX95" fmla="*/ 226229 w 395080"/>
                <a:gd name="connsiteY95" fmla="*/ 173770 h 603275"/>
                <a:gd name="connsiteX96" fmla="*/ 222950 w 395080"/>
                <a:gd name="connsiteY96" fmla="*/ 173770 h 603275"/>
                <a:gd name="connsiteX97" fmla="*/ 218032 w 395080"/>
                <a:gd name="connsiteY97" fmla="*/ 172131 h 603275"/>
                <a:gd name="connsiteX98" fmla="*/ 214753 w 395080"/>
                <a:gd name="connsiteY98" fmla="*/ 170491 h 603275"/>
                <a:gd name="connsiteX99" fmla="*/ 209835 w 395080"/>
                <a:gd name="connsiteY99" fmla="*/ 168852 h 603275"/>
                <a:gd name="connsiteX100" fmla="*/ 206557 w 395080"/>
                <a:gd name="connsiteY100" fmla="*/ 167212 h 603275"/>
                <a:gd name="connsiteX101" fmla="*/ 203278 w 395080"/>
                <a:gd name="connsiteY101" fmla="*/ 165573 h 603275"/>
                <a:gd name="connsiteX102" fmla="*/ 198360 w 395080"/>
                <a:gd name="connsiteY102" fmla="*/ 163934 h 603275"/>
                <a:gd name="connsiteX103" fmla="*/ 195081 w 395080"/>
                <a:gd name="connsiteY103" fmla="*/ 162294 h 603275"/>
                <a:gd name="connsiteX104" fmla="*/ 190163 w 395080"/>
                <a:gd name="connsiteY104" fmla="*/ 160655 h 603275"/>
                <a:gd name="connsiteX105" fmla="*/ 186884 w 395080"/>
                <a:gd name="connsiteY105" fmla="*/ 159016 h 603275"/>
                <a:gd name="connsiteX106" fmla="*/ 183606 w 395080"/>
                <a:gd name="connsiteY106" fmla="*/ 157376 h 603275"/>
                <a:gd name="connsiteX107" fmla="*/ 178688 w 395080"/>
                <a:gd name="connsiteY107" fmla="*/ 155737 h 603275"/>
                <a:gd name="connsiteX108" fmla="*/ 175409 w 395080"/>
                <a:gd name="connsiteY108" fmla="*/ 154098 h 603275"/>
                <a:gd name="connsiteX109" fmla="*/ 170491 w 395080"/>
                <a:gd name="connsiteY109" fmla="*/ 152458 h 603275"/>
                <a:gd name="connsiteX110" fmla="*/ 167213 w 395080"/>
                <a:gd name="connsiteY110" fmla="*/ 152458 h 603275"/>
                <a:gd name="connsiteX111" fmla="*/ 163934 w 395080"/>
                <a:gd name="connsiteY111" fmla="*/ 150819 h 603275"/>
                <a:gd name="connsiteX112" fmla="*/ 159016 w 395080"/>
                <a:gd name="connsiteY112" fmla="*/ 149179 h 603275"/>
                <a:gd name="connsiteX113" fmla="*/ 155737 w 395080"/>
                <a:gd name="connsiteY113" fmla="*/ 147541 h 603275"/>
                <a:gd name="connsiteX114" fmla="*/ 150819 w 395080"/>
                <a:gd name="connsiteY114" fmla="*/ 145901 h 603275"/>
                <a:gd name="connsiteX115" fmla="*/ 147540 w 395080"/>
                <a:gd name="connsiteY115" fmla="*/ 144262 h 603275"/>
                <a:gd name="connsiteX116" fmla="*/ 142623 w 395080"/>
                <a:gd name="connsiteY116" fmla="*/ 142622 h 603275"/>
                <a:gd name="connsiteX117" fmla="*/ 139344 w 395080"/>
                <a:gd name="connsiteY117" fmla="*/ 140983 h 603275"/>
                <a:gd name="connsiteX118" fmla="*/ 137704 w 395080"/>
                <a:gd name="connsiteY118" fmla="*/ 140983 h 603275"/>
                <a:gd name="connsiteX119" fmla="*/ 132786 w 395080"/>
                <a:gd name="connsiteY119" fmla="*/ 139344 h 603275"/>
                <a:gd name="connsiteX120" fmla="*/ 129508 w 395080"/>
                <a:gd name="connsiteY120" fmla="*/ 137704 h 603275"/>
                <a:gd name="connsiteX121" fmla="*/ 124590 w 395080"/>
                <a:gd name="connsiteY121" fmla="*/ 136065 h 603275"/>
                <a:gd name="connsiteX122" fmla="*/ 121311 w 395080"/>
                <a:gd name="connsiteY122" fmla="*/ 134426 h 603275"/>
                <a:gd name="connsiteX123" fmla="*/ 118032 w 395080"/>
                <a:gd name="connsiteY123" fmla="*/ 132786 h 603275"/>
                <a:gd name="connsiteX124" fmla="*/ 113114 w 395080"/>
                <a:gd name="connsiteY124" fmla="*/ 131147 h 603275"/>
                <a:gd name="connsiteX125" fmla="*/ 109836 w 395080"/>
                <a:gd name="connsiteY125" fmla="*/ 127868 h 603275"/>
                <a:gd name="connsiteX126" fmla="*/ 104917 w 395080"/>
                <a:gd name="connsiteY126" fmla="*/ 124589 h 603275"/>
                <a:gd name="connsiteX127" fmla="*/ 101639 w 395080"/>
                <a:gd name="connsiteY127" fmla="*/ 119672 h 603275"/>
                <a:gd name="connsiteX128" fmla="*/ 98360 w 395080"/>
                <a:gd name="connsiteY128" fmla="*/ 116393 h 603275"/>
                <a:gd name="connsiteX129" fmla="*/ 93442 w 395080"/>
                <a:gd name="connsiteY129" fmla="*/ 114754 h 603275"/>
                <a:gd name="connsiteX130" fmla="*/ 90164 w 395080"/>
                <a:gd name="connsiteY130" fmla="*/ 113114 h 603275"/>
                <a:gd name="connsiteX131" fmla="*/ 88524 w 395080"/>
                <a:gd name="connsiteY131" fmla="*/ 109836 h 603275"/>
                <a:gd name="connsiteX132" fmla="*/ 86885 w 395080"/>
                <a:gd name="connsiteY132" fmla="*/ 104918 h 603275"/>
                <a:gd name="connsiteX133" fmla="*/ 86885 w 395080"/>
                <a:gd name="connsiteY133" fmla="*/ 104918 h 603275"/>
                <a:gd name="connsiteX134" fmla="*/ 83606 w 395080"/>
                <a:gd name="connsiteY134" fmla="*/ 99999 h 603275"/>
                <a:gd name="connsiteX135" fmla="*/ 81967 w 395080"/>
                <a:gd name="connsiteY135" fmla="*/ 96721 h 603275"/>
                <a:gd name="connsiteX136" fmla="*/ 81967 w 395080"/>
                <a:gd name="connsiteY136" fmla="*/ 93442 h 603275"/>
                <a:gd name="connsiteX137" fmla="*/ 77049 w 395080"/>
                <a:gd name="connsiteY137" fmla="*/ 91803 h 603275"/>
                <a:gd name="connsiteX138" fmla="*/ 73770 w 395080"/>
                <a:gd name="connsiteY138" fmla="*/ 88524 h 603275"/>
                <a:gd name="connsiteX139" fmla="*/ 73770 w 395080"/>
                <a:gd name="connsiteY139" fmla="*/ 86885 h 603275"/>
                <a:gd name="connsiteX140" fmla="*/ 73770 w 395080"/>
                <a:gd name="connsiteY140" fmla="*/ 83606 h 603275"/>
                <a:gd name="connsiteX141" fmla="*/ 68852 w 395080"/>
                <a:gd name="connsiteY141" fmla="*/ 80328 h 603275"/>
                <a:gd name="connsiteX142" fmla="*/ 67213 w 395080"/>
                <a:gd name="connsiteY142" fmla="*/ 77049 h 603275"/>
                <a:gd name="connsiteX143" fmla="*/ 65573 w 395080"/>
                <a:gd name="connsiteY143" fmla="*/ 73770 h 603275"/>
                <a:gd name="connsiteX144" fmla="*/ 63934 w 395080"/>
                <a:gd name="connsiteY144" fmla="*/ 68852 h 603275"/>
                <a:gd name="connsiteX145" fmla="*/ 62295 w 395080"/>
                <a:gd name="connsiteY145" fmla="*/ 65574 h 603275"/>
                <a:gd name="connsiteX146" fmla="*/ 60656 w 395080"/>
                <a:gd name="connsiteY146" fmla="*/ 62295 h 603275"/>
                <a:gd name="connsiteX147" fmla="*/ 59016 w 395080"/>
                <a:gd name="connsiteY147" fmla="*/ 60655 h 603275"/>
                <a:gd name="connsiteX148" fmla="*/ 62295 w 395080"/>
                <a:gd name="connsiteY148" fmla="*/ 57377 h 603275"/>
                <a:gd name="connsiteX149" fmla="*/ 62295 w 395080"/>
                <a:gd name="connsiteY149" fmla="*/ 52459 h 603275"/>
                <a:gd name="connsiteX150" fmla="*/ 65573 w 395080"/>
                <a:gd name="connsiteY150" fmla="*/ 50819 h 603275"/>
                <a:gd name="connsiteX151" fmla="*/ 68852 w 395080"/>
                <a:gd name="connsiteY151" fmla="*/ 45901 h 603275"/>
                <a:gd name="connsiteX152" fmla="*/ 68852 w 395080"/>
                <a:gd name="connsiteY152" fmla="*/ 42623 h 603275"/>
                <a:gd name="connsiteX153" fmla="*/ 72131 w 395080"/>
                <a:gd name="connsiteY153" fmla="*/ 39344 h 603275"/>
                <a:gd name="connsiteX154" fmla="*/ 73770 w 395080"/>
                <a:gd name="connsiteY154" fmla="*/ 36065 h 603275"/>
                <a:gd name="connsiteX155" fmla="*/ 75410 w 395080"/>
                <a:gd name="connsiteY155" fmla="*/ 32787 h 603275"/>
                <a:gd name="connsiteX156" fmla="*/ 77049 w 395080"/>
                <a:gd name="connsiteY156" fmla="*/ 27869 h 603275"/>
                <a:gd name="connsiteX157" fmla="*/ 78688 w 395080"/>
                <a:gd name="connsiteY157" fmla="*/ 26229 h 603275"/>
                <a:gd name="connsiteX158" fmla="*/ 80327 w 395080"/>
                <a:gd name="connsiteY158" fmla="*/ 22951 h 603275"/>
                <a:gd name="connsiteX159" fmla="*/ 80327 w 395080"/>
                <a:gd name="connsiteY159" fmla="*/ 22951 h 603275"/>
                <a:gd name="connsiteX160" fmla="*/ 83606 w 395080"/>
                <a:gd name="connsiteY160" fmla="*/ 24590 h 603275"/>
                <a:gd name="connsiteX161" fmla="*/ 88524 w 395080"/>
                <a:gd name="connsiteY161" fmla="*/ 27869 h 603275"/>
                <a:gd name="connsiteX162" fmla="*/ 90164 w 395080"/>
                <a:gd name="connsiteY162" fmla="*/ 29508 h 603275"/>
                <a:gd name="connsiteX163" fmla="*/ 90164 w 395080"/>
                <a:gd name="connsiteY163" fmla="*/ 32787 h 603275"/>
                <a:gd name="connsiteX164" fmla="*/ 93442 w 395080"/>
                <a:gd name="connsiteY164" fmla="*/ 37705 h 603275"/>
                <a:gd name="connsiteX165" fmla="*/ 95082 w 395080"/>
                <a:gd name="connsiteY165" fmla="*/ 40984 h 603275"/>
                <a:gd name="connsiteX166" fmla="*/ 96721 w 395080"/>
                <a:gd name="connsiteY166" fmla="*/ 42623 h 603275"/>
                <a:gd name="connsiteX167" fmla="*/ 100000 w 395080"/>
                <a:gd name="connsiteY167" fmla="*/ 45901 h 603275"/>
                <a:gd name="connsiteX168" fmla="*/ 101639 w 395080"/>
                <a:gd name="connsiteY168" fmla="*/ 50819 h 603275"/>
                <a:gd name="connsiteX169" fmla="*/ 104917 w 395080"/>
                <a:gd name="connsiteY169" fmla="*/ 54098 h 603275"/>
                <a:gd name="connsiteX170" fmla="*/ 109836 w 395080"/>
                <a:gd name="connsiteY170" fmla="*/ 57377 h 603275"/>
                <a:gd name="connsiteX171" fmla="*/ 113114 w 395080"/>
                <a:gd name="connsiteY171" fmla="*/ 60655 h 603275"/>
                <a:gd name="connsiteX172" fmla="*/ 114754 w 395080"/>
                <a:gd name="connsiteY172" fmla="*/ 62295 h 603275"/>
                <a:gd name="connsiteX173" fmla="*/ 118032 w 395080"/>
                <a:gd name="connsiteY173" fmla="*/ 65574 h 603275"/>
                <a:gd name="connsiteX174" fmla="*/ 119672 w 395080"/>
                <a:gd name="connsiteY174" fmla="*/ 67213 h 603275"/>
                <a:gd name="connsiteX175" fmla="*/ 124590 w 395080"/>
                <a:gd name="connsiteY175" fmla="*/ 68852 h 603275"/>
                <a:gd name="connsiteX176" fmla="*/ 127869 w 395080"/>
                <a:gd name="connsiteY176" fmla="*/ 68852 h 603275"/>
                <a:gd name="connsiteX177" fmla="*/ 131147 w 395080"/>
                <a:gd name="connsiteY177" fmla="*/ 68852 h 603275"/>
                <a:gd name="connsiteX178" fmla="*/ 134426 w 395080"/>
                <a:gd name="connsiteY178" fmla="*/ 68852 h 603275"/>
                <a:gd name="connsiteX179" fmla="*/ 137704 w 395080"/>
                <a:gd name="connsiteY179" fmla="*/ 67213 h 603275"/>
                <a:gd name="connsiteX180" fmla="*/ 140983 w 395080"/>
                <a:gd name="connsiteY180" fmla="*/ 67213 h 603275"/>
                <a:gd name="connsiteX181" fmla="*/ 145901 w 395080"/>
                <a:gd name="connsiteY181" fmla="*/ 68852 h 603275"/>
                <a:gd name="connsiteX182" fmla="*/ 149180 w 395080"/>
                <a:gd name="connsiteY182" fmla="*/ 67213 h 603275"/>
                <a:gd name="connsiteX183" fmla="*/ 152459 w 395080"/>
                <a:gd name="connsiteY183" fmla="*/ 63934 h 603275"/>
                <a:gd name="connsiteX184" fmla="*/ 155737 w 395080"/>
                <a:gd name="connsiteY184" fmla="*/ 63934 h 603275"/>
                <a:gd name="connsiteX185" fmla="*/ 159016 w 395080"/>
                <a:gd name="connsiteY185" fmla="*/ 59016 h 603275"/>
                <a:gd name="connsiteX186" fmla="*/ 163934 w 395080"/>
                <a:gd name="connsiteY186" fmla="*/ 59016 h 603275"/>
                <a:gd name="connsiteX187" fmla="*/ 167213 w 395080"/>
                <a:gd name="connsiteY187" fmla="*/ 57377 h 603275"/>
                <a:gd name="connsiteX188" fmla="*/ 170491 w 395080"/>
                <a:gd name="connsiteY188" fmla="*/ 54098 h 603275"/>
                <a:gd name="connsiteX189" fmla="*/ 173770 w 395080"/>
                <a:gd name="connsiteY189" fmla="*/ 52459 h 603275"/>
                <a:gd name="connsiteX190" fmla="*/ 178688 w 395080"/>
                <a:gd name="connsiteY190" fmla="*/ 49180 h 603275"/>
                <a:gd name="connsiteX191" fmla="*/ 181966 w 395080"/>
                <a:gd name="connsiteY191" fmla="*/ 50819 h 603275"/>
                <a:gd name="connsiteX192" fmla="*/ 183606 w 395080"/>
                <a:gd name="connsiteY192" fmla="*/ 50819 h 603275"/>
                <a:gd name="connsiteX193" fmla="*/ 186884 w 395080"/>
                <a:gd name="connsiteY193" fmla="*/ 52459 h 603275"/>
                <a:gd name="connsiteX194" fmla="*/ 190163 w 395080"/>
                <a:gd name="connsiteY194" fmla="*/ 54098 h 603275"/>
                <a:gd name="connsiteX195" fmla="*/ 195081 w 395080"/>
                <a:gd name="connsiteY195" fmla="*/ 52459 h 603275"/>
                <a:gd name="connsiteX196" fmla="*/ 198360 w 395080"/>
                <a:gd name="connsiteY196" fmla="*/ 54098 h 603275"/>
                <a:gd name="connsiteX197" fmla="*/ 201639 w 395080"/>
                <a:gd name="connsiteY197" fmla="*/ 57377 h 603275"/>
                <a:gd name="connsiteX198" fmla="*/ 206557 w 395080"/>
                <a:gd name="connsiteY198" fmla="*/ 55738 h 603275"/>
                <a:gd name="connsiteX199" fmla="*/ 209835 w 395080"/>
                <a:gd name="connsiteY199" fmla="*/ 54098 h 603275"/>
                <a:gd name="connsiteX200" fmla="*/ 213114 w 395080"/>
                <a:gd name="connsiteY200" fmla="*/ 54098 h 603275"/>
                <a:gd name="connsiteX201" fmla="*/ 218032 w 395080"/>
                <a:gd name="connsiteY201" fmla="*/ 50819 h 603275"/>
                <a:gd name="connsiteX202" fmla="*/ 221310 w 395080"/>
                <a:gd name="connsiteY202" fmla="*/ 47541 h 603275"/>
                <a:gd name="connsiteX203" fmla="*/ 224589 w 395080"/>
                <a:gd name="connsiteY203" fmla="*/ 45901 h 603275"/>
                <a:gd name="connsiteX204" fmla="*/ 227868 w 395080"/>
                <a:gd name="connsiteY204" fmla="*/ 44262 h 603275"/>
                <a:gd name="connsiteX205" fmla="*/ 231147 w 395080"/>
                <a:gd name="connsiteY205" fmla="*/ 39344 h 603275"/>
                <a:gd name="connsiteX206" fmla="*/ 236064 w 395080"/>
                <a:gd name="connsiteY206" fmla="*/ 37705 h 603275"/>
                <a:gd name="connsiteX207" fmla="*/ 239343 w 395080"/>
                <a:gd name="connsiteY207" fmla="*/ 36065 h 603275"/>
                <a:gd name="connsiteX208" fmla="*/ 244261 w 395080"/>
                <a:gd name="connsiteY208" fmla="*/ 34426 h 603275"/>
                <a:gd name="connsiteX209" fmla="*/ 247540 w 395080"/>
                <a:gd name="connsiteY209" fmla="*/ 36065 h 603275"/>
                <a:gd name="connsiteX210" fmla="*/ 250819 w 395080"/>
                <a:gd name="connsiteY210" fmla="*/ 39344 h 603275"/>
                <a:gd name="connsiteX211" fmla="*/ 254097 w 395080"/>
                <a:gd name="connsiteY211" fmla="*/ 37705 h 603275"/>
                <a:gd name="connsiteX212" fmla="*/ 259016 w 395080"/>
                <a:gd name="connsiteY212" fmla="*/ 37705 h 603275"/>
                <a:gd name="connsiteX213" fmla="*/ 263933 w 395080"/>
                <a:gd name="connsiteY213" fmla="*/ 37705 h 603275"/>
                <a:gd name="connsiteX214" fmla="*/ 267212 w 395080"/>
                <a:gd name="connsiteY214" fmla="*/ 37705 h 603275"/>
                <a:gd name="connsiteX215" fmla="*/ 270491 w 395080"/>
                <a:gd name="connsiteY215" fmla="*/ 36065 h 603275"/>
                <a:gd name="connsiteX216" fmla="*/ 273769 w 395080"/>
                <a:gd name="connsiteY216" fmla="*/ 32787 h 603275"/>
                <a:gd name="connsiteX217" fmla="*/ 278687 w 395080"/>
                <a:gd name="connsiteY217" fmla="*/ 31148 h 603275"/>
                <a:gd name="connsiteX218" fmla="*/ 281966 w 395080"/>
                <a:gd name="connsiteY218" fmla="*/ 29508 h 603275"/>
                <a:gd name="connsiteX219" fmla="*/ 285245 w 395080"/>
                <a:gd name="connsiteY219" fmla="*/ 29508 h 603275"/>
                <a:gd name="connsiteX220" fmla="*/ 288523 w 395080"/>
                <a:gd name="connsiteY220" fmla="*/ 29508 h 603275"/>
                <a:gd name="connsiteX221" fmla="*/ 293441 w 395080"/>
                <a:gd name="connsiteY221" fmla="*/ 31148 h 603275"/>
                <a:gd name="connsiteX222" fmla="*/ 296720 w 395080"/>
                <a:gd name="connsiteY222" fmla="*/ 32787 h 603275"/>
                <a:gd name="connsiteX223" fmla="*/ 298360 w 395080"/>
                <a:gd name="connsiteY223" fmla="*/ 32787 h 603275"/>
                <a:gd name="connsiteX224" fmla="*/ 303277 w 395080"/>
                <a:gd name="connsiteY224" fmla="*/ 32787 h 603275"/>
                <a:gd name="connsiteX225" fmla="*/ 306556 w 395080"/>
                <a:gd name="connsiteY225" fmla="*/ 31148 h 603275"/>
                <a:gd name="connsiteX226" fmla="*/ 309835 w 395080"/>
                <a:gd name="connsiteY226" fmla="*/ 29508 h 603275"/>
                <a:gd name="connsiteX227" fmla="*/ 314753 w 395080"/>
                <a:gd name="connsiteY227" fmla="*/ 29508 h 603275"/>
                <a:gd name="connsiteX228" fmla="*/ 318031 w 395080"/>
                <a:gd name="connsiteY228" fmla="*/ 27869 h 603275"/>
                <a:gd name="connsiteX229" fmla="*/ 321310 w 395080"/>
                <a:gd name="connsiteY229" fmla="*/ 26229 h 603275"/>
                <a:gd name="connsiteX230" fmla="*/ 324589 w 395080"/>
                <a:gd name="connsiteY230" fmla="*/ 22951 h 603275"/>
                <a:gd name="connsiteX231" fmla="*/ 329507 w 395080"/>
                <a:gd name="connsiteY231" fmla="*/ 22951 h 603275"/>
                <a:gd name="connsiteX232" fmla="*/ 332786 w 395080"/>
                <a:gd name="connsiteY232" fmla="*/ 22951 h 603275"/>
                <a:gd name="connsiteX233" fmla="*/ 336064 w 395080"/>
                <a:gd name="connsiteY233" fmla="*/ 21311 h 603275"/>
                <a:gd name="connsiteX234" fmla="*/ 339343 w 395080"/>
                <a:gd name="connsiteY234" fmla="*/ 21311 h 603275"/>
                <a:gd name="connsiteX235" fmla="*/ 342621 w 395080"/>
                <a:gd name="connsiteY235" fmla="*/ 21311 h 603275"/>
                <a:gd name="connsiteX236" fmla="*/ 345900 w 395080"/>
                <a:gd name="connsiteY236" fmla="*/ 18033 h 603275"/>
                <a:gd name="connsiteX237" fmla="*/ 350818 w 395080"/>
                <a:gd name="connsiteY237" fmla="*/ 16393 h 603275"/>
                <a:gd name="connsiteX238" fmla="*/ 354097 w 395080"/>
                <a:gd name="connsiteY238" fmla="*/ 14754 h 603275"/>
                <a:gd name="connsiteX239" fmla="*/ 357376 w 395080"/>
                <a:gd name="connsiteY239" fmla="*/ 11475 h 603275"/>
                <a:gd name="connsiteX240" fmla="*/ 359015 w 395080"/>
                <a:gd name="connsiteY240" fmla="*/ 8197 h 603275"/>
                <a:gd name="connsiteX241" fmla="*/ 360654 w 395080"/>
                <a:gd name="connsiteY241" fmla="*/ 3279 h 603275"/>
                <a:gd name="connsiteX242" fmla="*/ 363933 w 395080"/>
                <a:gd name="connsiteY242" fmla="*/ 1639 h 603275"/>
                <a:gd name="connsiteX243" fmla="*/ 367211 w 395080"/>
                <a:gd name="connsiteY243" fmla="*/ 0 h 603275"/>
                <a:gd name="connsiteX244" fmla="*/ 372130 w 395080"/>
                <a:gd name="connsiteY244" fmla="*/ 1639 h 603275"/>
                <a:gd name="connsiteX245" fmla="*/ 373769 w 395080"/>
                <a:gd name="connsiteY245" fmla="*/ 1639 h 603275"/>
                <a:gd name="connsiteX246" fmla="*/ 378687 w 395080"/>
                <a:gd name="connsiteY246" fmla="*/ 4918 h 603275"/>
                <a:gd name="connsiteX247" fmla="*/ 381966 w 395080"/>
                <a:gd name="connsiteY247" fmla="*/ 4918 h 603275"/>
                <a:gd name="connsiteX248" fmla="*/ 385244 w 395080"/>
                <a:gd name="connsiteY248" fmla="*/ 6557 h 603275"/>
                <a:gd name="connsiteX249" fmla="*/ 386884 w 395080"/>
                <a:gd name="connsiteY249" fmla="*/ 9836 h 603275"/>
                <a:gd name="connsiteX250" fmla="*/ 386884 w 395080"/>
                <a:gd name="connsiteY250" fmla="*/ 13115 h 603275"/>
                <a:gd name="connsiteX251" fmla="*/ 385244 w 395080"/>
                <a:gd name="connsiteY251" fmla="*/ 16393 h 603275"/>
                <a:gd name="connsiteX252" fmla="*/ 381966 w 395080"/>
                <a:gd name="connsiteY252" fmla="*/ 21311 h 603275"/>
                <a:gd name="connsiteX253" fmla="*/ 381966 w 395080"/>
                <a:gd name="connsiteY253" fmla="*/ 24590 h 603275"/>
                <a:gd name="connsiteX254" fmla="*/ 381966 w 395080"/>
                <a:gd name="connsiteY254" fmla="*/ 27869 h 603275"/>
                <a:gd name="connsiteX255" fmla="*/ 381966 w 395080"/>
                <a:gd name="connsiteY255" fmla="*/ 32787 h 603275"/>
                <a:gd name="connsiteX256" fmla="*/ 381966 w 395080"/>
                <a:gd name="connsiteY256" fmla="*/ 36065 h 603275"/>
                <a:gd name="connsiteX257" fmla="*/ 383605 w 395080"/>
                <a:gd name="connsiteY257" fmla="*/ 39344 h 603275"/>
                <a:gd name="connsiteX258" fmla="*/ 383605 w 395080"/>
                <a:gd name="connsiteY258" fmla="*/ 42623 h 603275"/>
                <a:gd name="connsiteX259" fmla="*/ 383605 w 395080"/>
                <a:gd name="connsiteY259" fmla="*/ 45901 h 603275"/>
                <a:gd name="connsiteX260" fmla="*/ 383605 w 395080"/>
                <a:gd name="connsiteY260" fmla="*/ 49180 h 603275"/>
                <a:gd name="connsiteX261" fmla="*/ 383605 w 395080"/>
                <a:gd name="connsiteY261" fmla="*/ 52459 h 603275"/>
                <a:gd name="connsiteX262" fmla="*/ 383605 w 395080"/>
                <a:gd name="connsiteY262" fmla="*/ 57377 h 603275"/>
                <a:gd name="connsiteX263" fmla="*/ 385244 w 395080"/>
                <a:gd name="connsiteY263" fmla="*/ 60655 h 603275"/>
                <a:gd name="connsiteX264" fmla="*/ 383605 w 395080"/>
                <a:gd name="connsiteY264" fmla="*/ 63934 h 603275"/>
                <a:gd name="connsiteX265" fmla="*/ 380326 w 395080"/>
                <a:gd name="connsiteY265" fmla="*/ 68852 h 603275"/>
                <a:gd name="connsiteX266" fmla="*/ 380326 w 395080"/>
                <a:gd name="connsiteY266" fmla="*/ 68852 h 603275"/>
                <a:gd name="connsiteX267" fmla="*/ 385244 w 395080"/>
                <a:gd name="connsiteY267" fmla="*/ 68852 h 603275"/>
                <a:gd name="connsiteX268" fmla="*/ 388523 w 395080"/>
                <a:gd name="connsiteY268" fmla="*/ 67213 h 603275"/>
                <a:gd name="connsiteX269" fmla="*/ 386884 w 395080"/>
                <a:gd name="connsiteY269" fmla="*/ 63934 h 603275"/>
                <a:gd name="connsiteX270" fmla="*/ 391801 w 395080"/>
                <a:gd name="connsiteY270" fmla="*/ 65574 h 603275"/>
                <a:gd name="connsiteX271" fmla="*/ 395080 w 395080"/>
                <a:gd name="connsiteY271" fmla="*/ 67213 h 603275"/>
                <a:gd name="connsiteX272" fmla="*/ 393441 w 395080"/>
                <a:gd name="connsiteY272" fmla="*/ 70492 h 603275"/>
                <a:gd name="connsiteX273" fmla="*/ 390162 w 395080"/>
                <a:gd name="connsiteY273" fmla="*/ 68852 h 603275"/>
                <a:gd name="connsiteX274" fmla="*/ 385244 w 395080"/>
                <a:gd name="connsiteY274" fmla="*/ 68852 h 603275"/>
                <a:gd name="connsiteX275" fmla="*/ 381966 w 395080"/>
                <a:gd name="connsiteY275" fmla="*/ 68852 h 603275"/>
                <a:gd name="connsiteX276" fmla="*/ 378687 w 395080"/>
                <a:gd name="connsiteY276" fmla="*/ 72131 h 603275"/>
                <a:gd name="connsiteX277" fmla="*/ 377047 w 395080"/>
                <a:gd name="connsiteY277" fmla="*/ 72131 h 603275"/>
                <a:gd name="connsiteX278" fmla="*/ 375408 w 395080"/>
                <a:gd name="connsiteY278" fmla="*/ 75409 h 603275"/>
                <a:gd name="connsiteX279" fmla="*/ 375408 w 395080"/>
                <a:gd name="connsiteY279" fmla="*/ 80328 h 603275"/>
                <a:gd name="connsiteX280" fmla="*/ 375408 w 395080"/>
                <a:gd name="connsiteY280" fmla="*/ 83606 h 603275"/>
                <a:gd name="connsiteX281" fmla="*/ 375408 w 395080"/>
                <a:gd name="connsiteY281" fmla="*/ 86885 h 603275"/>
                <a:gd name="connsiteX282" fmla="*/ 375408 w 395080"/>
                <a:gd name="connsiteY282" fmla="*/ 90164 h 603275"/>
                <a:gd name="connsiteX283" fmla="*/ 375408 w 395080"/>
                <a:gd name="connsiteY283" fmla="*/ 93442 h 603275"/>
                <a:gd name="connsiteX284" fmla="*/ 373769 w 395080"/>
                <a:gd name="connsiteY284" fmla="*/ 96721 h 603275"/>
                <a:gd name="connsiteX285" fmla="*/ 373769 w 395080"/>
                <a:gd name="connsiteY285" fmla="*/ 101639 h 603275"/>
                <a:gd name="connsiteX286" fmla="*/ 373769 w 395080"/>
                <a:gd name="connsiteY286" fmla="*/ 104918 h 603275"/>
                <a:gd name="connsiteX287" fmla="*/ 373769 w 395080"/>
                <a:gd name="connsiteY287" fmla="*/ 106557 h 603275"/>
                <a:gd name="connsiteX288" fmla="*/ 373769 w 395080"/>
                <a:gd name="connsiteY288" fmla="*/ 109836 h 603275"/>
                <a:gd name="connsiteX289" fmla="*/ 373769 w 395080"/>
                <a:gd name="connsiteY289" fmla="*/ 114754 h 603275"/>
                <a:gd name="connsiteX290" fmla="*/ 372130 w 395080"/>
                <a:gd name="connsiteY290" fmla="*/ 118032 h 603275"/>
                <a:gd name="connsiteX291" fmla="*/ 368851 w 395080"/>
                <a:gd name="connsiteY291" fmla="*/ 121311 h 603275"/>
                <a:gd name="connsiteX292" fmla="*/ 367211 w 395080"/>
                <a:gd name="connsiteY292" fmla="*/ 124589 h 603275"/>
                <a:gd name="connsiteX293" fmla="*/ 367211 w 395080"/>
                <a:gd name="connsiteY293" fmla="*/ 127868 h 603275"/>
                <a:gd name="connsiteX294" fmla="*/ 363933 w 395080"/>
                <a:gd name="connsiteY294" fmla="*/ 131147 h 603275"/>
                <a:gd name="connsiteX295" fmla="*/ 360654 w 395080"/>
                <a:gd name="connsiteY295" fmla="*/ 136065 h 603275"/>
                <a:gd name="connsiteX296" fmla="*/ 359015 w 395080"/>
                <a:gd name="connsiteY296" fmla="*/ 137704 h 603275"/>
                <a:gd name="connsiteX297" fmla="*/ 359015 w 395080"/>
                <a:gd name="connsiteY297" fmla="*/ 142622 h 603275"/>
                <a:gd name="connsiteX298" fmla="*/ 357376 w 395080"/>
                <a:gd name="connsiteY298" fmla="*/ 145901 h 603275"/>
                <a:gd name="connsiteX299" fmla="*/ 355736 w 395080"/>
                <a:gd name="connsiteY299" fmla="*/ 149179 h 603275"/>
                <a:gd name="connsiteX300" fmla="*/ 355736 w 395080"/>
                <a:gd name="connsiteY300" fmla="*/ 152458 h 603275"/>
                <a:gd name="connsiteX301" fmla="*/ 352457 w 395080"/>
                <a:gd name="connsiteY301" fmla="*/ 157376 h 603275"/>
                <a:gd name="connsiteX302" fmla="*/ 350818 w 395080"/>
                <a:gd name="connsiteY302" fmla="*/ 160655 h 603275"/>
                <a:gd name="connsiteX303" fmla="*/ 349179 w 395080"/>
                <a:gd name="connsiteY303" fmla="*/ 162294 h 603275"/>
                <a:gd name="connsiteX304" fmla="*/ 349179 w 395080"/>
                <a:gd name="connsiteY304" fmla="*/ 165573 h 603275"/>
                <a:gd name="connsiteX305" fmla="*/ 345900 w 395080"/>
                <a:gd name="connsiteY305" fmla="*/ 170491 h 603275"/>
                <a:gd name="connsiteX306" fmla="*/ 344261 w 395080"/>
                <a:gd name="connsiteY306" fmla="*/ 170491 h 603275"/>
                <a:gd name="connsiteX307" fmla="*/ 340982 w 395080"/>
                <a:gd name="connsiteY307" fmla="*/ 173770 h 603275"/>
                <a:gd name="connsiteX308" fmla="*/ 337703 w 395080"/>
                <a:gd name="connsiteY308" fmla="*/ 177048 h 603275"/>
                <a:gd name="connsiteX309" fmla="*/ 336064 w 395080"/>
                <a:gd name="connsiteY309" fmla="*/ 181966 h 603275"/>
                <a:gd name="connsiteX310" fmla="*/ 336064 w 395080"/>
                <a:gd name="connsiteY310" fmla="*/ 183606 h 603275"/>
                <a:gd name="connsiteX311" fmla="*/ 337703 w 395080"/>
                <a:gd name="connsiteY311" fmla="*/ 186885 h 603275"/>
                <a:gd name="connsiteX312" fmla="*/ 334425 w 395080"/>
                <a:gd name="connsiteY312" fmla="*/ 190163 h 603275"/>
                <a:gd name="connsiteX313" fmla="*/ 334425 w 395080"/>
                <a:gd name="connsiteY313" fmla="*/ 195081 h 603275"/>
                <a:gd name="connsiteX314" fmla="*/ 332786 w 395080"/>
                <a:gd name="connsiteY314" fmla="*/ 198360 h 603275"/>
                <a:gd name="connsiteX315" fmla="*/ 331146 w 395080"/>
                <a:gd name="connsiteY315" fmla="*/ 201638 h 603275"/>
                <a:gd name="connsiteX316" fmla="*/ 331146 w 395080"/>
                <a:gd name="connsiteY316" fmla="*/ 203278 h 603275"/>
                <a:gd name="connsiteX317" fmla="*/ 327867 w 395080"/>
                <a:gd name="connsiteY317" fmla="*/ 206556 h 603275"/>
                <a:gd name="connsiteX318" fmla="*/ 326228 w 395080"/>
                <a:gd name="connsiteY318" fmla="*/ 209835 h 603275"/>
                <a:gd name="connsiteX319" fmla="*/ 324589 w 395080"/>
                <a:gd name="connsiteY319" fmla="*/ 214753 h 603275"/>
                <a:gd name="connsiteX320" fmla="*/ 321310 w 395080"/>
                <a:gd name="connsiteY320" fmla="*/ 218032 h 603275"/>
                <a:gd name="connsiteX321" fmla="*/ 319671 w 395080"/>
                <a:gd name="connsiteY321" fmla="*/ 221311 h 603275"/>
                <a:gd name="connsiteX322" fmla="*/ 318031 w 395080"/>
                <a:gd name="connsiteY322" fmla="*/ 224589 h 603275"/>
                <a:gd name="connsiteX323" fmla="*/ 316392 w 395080"/>
                <a:gd name="connsiteY323" fmla="*/ 229507 h 603275"/>
                <a:gd name="connsiteX324" fmla="*/ 314753 w 395080"/>
                <a:gd name="connsiteY324" fmla="*/ 232786 h 603275"/>
                <a:gd name="connsiteX325" fmla="*/ 313113 w 395080"/>
                <a:gd name="connsiteY325" fmla="*/ 236065 h 603275"/>
                <a:gd name="connsiteX326" fmla="*/ 311474 w 395080"/>
                <a:gd name="connsiteY326" fmla="*/ 240982 h 603275"/>
                <a:gd name="connsiteX327" fmla="*/ 309835 w 395080"/>
                <a:gd name="connsiteY327" fmla="*/ 244261 h 603275"/>
                <a:gd name="connsiteX328" fmla="*/ 309835 w 395080"/>
                <a:gd name="connsiteY328" fmla="*/ 247540 h 603275"/>
                <a:gd name="connsiteX329" fmla="*/ 309835 w 395080"/>
                <a:gd name="connsiteY329" fmla="*/ 250819 h 603275"/>
                <a:gd name="connsiteX330" fmla="*/ 309835 w 395080"/>
                <a:gd name="connsiteY330" fmla="*/ 255736 h 603275"/>
                <a:gd name="connsiteX331" fmla="*/ 308196 w 395080"/>
                <a:gd name="connsiteY331" fmla="*/ 259015 h 603275"/>
                <a:gd name="connsiteX332" fmla="*/ 306556 w 395080"/>
                <a:gd name="connsiteY332" fmla="*/ 262294 h 603275"/>
                <a:gd name="connsiteX333" fmla="*/ 304917 w 395080"/>
                <a:gd name="connsiteY333" fmla="*/ 267212 h 603275"/>
                <a:gd name="connsiteX334" fmla="*/ 301638 w 395080"/>
                <a:gd name="connsiteY334" fmla="*/ 270491 h 603275"/>
                <a:gd name="connsiteX335" fmla="*/ 299999 w 395080"/>
                <a:gd name="connsiteY335" fmla="*/ 273769 h 603275"/>
                <a:gd name="connsiteX336" fmla="*/ 298360 w 395080"/>
                <a:gd name="connsiteY336" fmla="*/ 278687 h 603275"/>
                <a:gd name="connsiteX337" fmla="*/ 296720 w 395080"/>
                <a:gd name="connsiteY337" fmla="*/ 281966 h 603275"/>
                <a:gd name="connsiteX338" fmla="*/ 295081 w 395080"/>
                <a:gd name="connsiteY338" fmla="*/ 285245 h 603275"/>
                <a:gd name="connsiteX339" fmla="*/ 291802 w 395080"/>
                <a:gd name="connsiteY339" fmla="*/ 290163 h 603275"/>
                <a:gd name="connsiteX340" fmla="*/ 290163 w 395080"/>
                <a:gd name="connsiteY340" fmla="*/ 293441 h 603275"/>
                <a:gd name="connsiteX341" fmla="*/ 286884 w 395080"/>
                <a:gd name="connsiteY341" fmla="*/ 296720 h 603275"/>
                <a:gd name="connsiteX342" fmla="*/ 285245 w 395080"/>
                <a:gd name="connsiteY342" fmla="*/ 299999 h 603275"/>
                <a:gd name="connsiteX343" fmla="*/ 281966 w 395080"/>
                <a:gd name="connsiteY343" fmla="*/ 304916 h 603275"/>
                <a:gd name="connsiteX344" fmla="*/ 280327 w 395080"/>
                <a:gd name="connsiteY344" fmla="*/ 308195 h 603275"/>
                <a:gd name="connsiteX345" fmla="*/ 278687 w 395080"/>
                <a:gd name="connsiteY345" fmla="*/ 309835 h 603275"/>
                <a:gd name="connsiteX346" fmla="*/ 277048 w 395080"/>
                <a:gd name="connsiteY346" fmla="*/ 313113 h 603275"/>
                <a:gd name="connsiteX347" fmla="*/ 275409 w 395080"/>
                <a:gd name="connsiteY347" fmla="*/ 316392 h 603275"/>
                <a:gd name="connsiteX348" fmla="*/ 273769 w 395080"/>
                <a:gd name="connsiteY348" fmla="*/ 321310 h 603275"/>
                <a:gd name="connsiteX349" fmla="*/ 272130 w 395080"/>
                <a:gd name="connsiteY349" fmla="*/ 324589 h 603275"/>
                <a:gd name="connsiteX350" fmla="*/ 270491 w 395080"/>
                <a:gd name="connsiteY350" fmla="*/ 327868 h 603275"/>
                <a:gd name="connsiteX351" fmla="*/ 267212 w 395080"/>
                <a:gd name="connsiteY351" fmla="*/ 332785 h 603275"/>
                <a:gd name="connsiteX352" fmla="*/ 267212 w 395080"/>
                <a:gd name="connsiteY352" fmla="*/ 332785 h 603275"/>
                <a:gd name="connsiteX353" fmla="*/ 265573 w 395080"/>
                <a:gd name="connsiteY353" fmla="*/ 334425 h 603275"/>
                <a:gd name="connsiteX354" fmla="*/ 262294 w 395080"/>
                <a:gd name="connsiteY354" fmla="*/ 339343 h 603275"/>
                <a:gd name="connsiteX355" fmla="*/ 260654 w 395080"/>
                <a:gd name="connsiteY355" fmla="*/ 342622 h 603275"/>
                <a:gd name="connsiteX356" fmla="*/ 257376 w 395080"/>
                <a:gd name="connsiteY356" fmla="*/ 345900 h 603275"/>
                <a:gd name="connsiteX357" fmla="*/ 254097 w 395080"/>
                <a:gd name="connsiteY357" fmla="*/ 350818 h 603275"/>
                <a:gd name="connsiteX358" fmla="*/ 252458 w 395080"/>
                <a:gd name="connsiteY358" fmla="*/ 354097 h 603275"/>
                <a:gd name="connsiteX359" fmla="*/ 249179 w 395080"/>
                <a:gd name="connsiteY359" fmla="*/ 357375 h 603275"/>
                <a:gd name="connsiteX360" fmla="*/ 245901 w 395080"/>
                <a:gd name="connsiteY360" fmla="*/ 360654 h 603275"/>
                <a:gd name="connsiteX361" fmla="*/ 242622 w 395080"/>
                <a:gd name="connsiteY361" fmla="*/ 363933 h 603275"/>
                <a:gd name="connsiteX362" fmla="*/ 239343 w 395080"/>
                <a:gd name="connsiteY362" fmla="*/ 368851 h 603275"/>
                <a:gd name="connsiteX363" fmla="*/ 236064 w 395080"/>
                <a:gd name="connsiteY363" fmla="*/ 372129 h 603275"/>
                <a:gd name="connsiteX364" fmla="*/ 234425 w 395080"/>
                <a:gd name="connsiteY364" fmla="*/ 375408 h 603275"/>
                <a:gd name="connsiteX365" fmla="*/ 231147 w 395080"/>
                <a:gd name="connsiteY365" fmla="*/ 378687 h 603275"/>
                <a:gd name="connsiteX366" fmla="*/ 227868 w 395080"/>
                <a:gd name="connsiteY366" fmla="*/ 381966 h 603275"/>
                <a:gd name="connsiteX367" fmla="*/ 226229 w 395080"/>
                <a:gd name="connsiteY367" fmla="*/ 385244 h 603275"/>
                <a:gd name="connsiteX368" fmla="*/ 222950 w 395080"/>
                <a:gd name="connsiteY368" fmla="*/ 390162 h 603275"/>
                <a:gd name="connsiteX369" fmla="*/ 219671 w 395080"/>
                <a:gd name="connsiteY369" fmla="*/ 393441 h 603275"/>
                <a:gd name="connsiteX370" fmla="*/ 216393 w 395080"/>
                <a:gd name="connsiteY370" fmla="*/ 396719 h 603275"/>
                <a:gd name="connsiteX371" fmla="*/ 213114 w 395080"/>
                <a:gd name="connsiteY371" fmla="*/ 399998 h 603275"/>
                <a:gd name="connsiteX372" fmla="*/ 209835 w 395080"/>
                <a:gd name="connsiteY372" fmla="*/ 404916 h 603275"/>
                <a:gd name="connsiteX373" fmla="*/ 204917 w 395080"/>
                <a:gd name="connsiteY373" fmla="*/ 408195 h 603275"/>
                <a:gd name="connsiteX374" fmla="*/ 201639 w 395080"/>
                <a:gd name="connsiteY374" fmla="*/ 411473 h 603275"/>
                <a:gd name="connsiteX375" fmla="*/ 198360 w 395080"/>
                <a:gd name="connsiteY375" fmla="*/ 414752 h 603275"/>
                <a:gd name="connsiteX376" fmla="*/ 196720 w 395080"/>
                <a:gd name="connsiteY376" fmla="*/ 419670 h 603275"/>
                <a:gd name="connsiteX377" fmla="*/ 193442 w 395080"/>
                <a:gd name="connsiteY377" fmla="*/ 422949 h 603275"/>
                <a:gd name="connsiteX378" fmla="*/ 188524 w 395080"/>
                <a:gd name="connsiteY378" fmla="*/ 426228 h 603275"/>
                <a:gd name="connsiteX379" fmla="*/ 185245 w 395080"/>
                <a:gd name="connsiteY379" fmla="*/ 427867 h 603275"/>
                <a:gd name="connsiteX380" fmla="*/ 181966 w 395080"/>
                <a:gd name="connsiteY380" fmla="*/ 431146 h 603275"/>
                <a:gd name="connsiteX381" fmla="*/ 178688 w 395080"/>
                <a:gd name="connsiteY381" fmla="*/ 432785 h 603275"/>
                <a:gd name="connsiteX382" fmla="*/ 175409 w 395080"/>
                <a:gd name="connsiteY382" fmla="*/ 434424 h 603275"/>
                <a:gd name="connsiteX383" fmla="*/ 172130 w 395080"/>
                <a:gd name="connsiteY383" fmla="*/ 437703 h 603275"/>
                <a:gd name="connsiteX384" fmla="*/ 167213 w 395080"/>
                <a:gd name="connsiteY384" fmla="*/ 439342 h 603275"/>
                <a:gd name="connsiteX385" fmla="*/ 163934 w 395080"/>
                <a:gd name="connsiteY385" fmla="*/ 442621 h 603275"/>
                <a:gd name="connsiteX386" fmla="*/ 160655 w 395080"/>
                <a:gd name="connsiteY386" fmla="*/ 444260 h 603275"/>
                <a:gd name="connsiteX387" fmla="*/ 159016 w 395080"/>
                <a:gd name="connsiteY387" fmla="*/ 444260 h 603275"/>
                <a:gd name="connsiteX388" fmla="*/ 155737 w 395080"/>
                <a:gd name="connsiteY388" fmla="*/ 445900 h 603275"/>
                <a:gd name="connsiteX389" fmla="*/ 154098 w 395080"/>
                <a:gd name="connsiteY389" fmla="*/ 447539 h 603275"/>
                <a:gd name="connsiteX390" fmla="*/ 150819 w 395080"/>
                <a:gd name="connsiteY390" fmla="*/ 450818 h 603275"/>
                <a:gd name="connsiteX391" fmla="*/ 147540 w 395080"/>
                <a:gd name="connsiteY391" fmla="*/ 452457 h 603275"/>
                <a:gd name="connsiteX392" fmla="*/ 144262 w 395080"/>
                <a:gd name="connsiteY392" fmla="*/ 455736 h 603275"/>
                <a:gd name="connsiteX393" fmla="*/ 139344 w 395080"/>
                <a:gd name="connsiteY393" fmla="*/ 459015 h 603275"/>
                <a:gd name="connsiteX394" fmla="*/ 136065 w 395080"/>
                <a:gd name="connsiteY394" fmla="*/ 462293 h 603275"/>
                <a:gd name="connsiteX395" fmla="*/ 132786 w 395080"/>
                <a:gd name="connsiteY395" fmla="*/ 465572 h 603275"/>
                <a:gd name="connsiteX396" fmla="*/ 127869 w 395080"/>
                <a:gd name="connsiteY396" fmla="*/ 468850 h 603275"/>
                <a:gd name="connsiteX397" fmla="*/ 124590 w 395080"/>
                <a:gd name="connsiteY397" fmla="*/ 473768 h 603275"/>
                <a:gd name="connsiteX398" fmla="*/ 121311 w 395080"/>
                <a:gd name="connsiteY398" fmla="*/ 477047 h 603275"/>
                <a:gd name="connsiteX399" fmla="*/ 118032 w 395080"/>
                <a:gd name="connsiteY399" fmla="*/ 480326 h 603275"/>
                <a:gd name="connsiteX400" fmla="*/ 114754 w 395080"/>
                <a:gd name="connsiteY400" fmla="*/ 483605 h 603275"/>
                <a:gd name="connsiteX401" fmla="*/ 111475 w 395080"/>
                <a:gd name="connsiteY401" fmla="*/ 485244 h 603275"/>
                <a:gd name="connsiteX402" fmla="*/ 108196 w 395080"/>
                <a:gd name="connsiteY402" fmla="*/ 488522 h 603275"/>
                <a:gd name="connsiteX403" fmla="*/ 104917 w 395080"/>
                <a:gd name="connsiteY403" fmla="*/ 493440 h 603275"/>
                <a:gd name="connsiteX404" fmla="*/ 101639 w 395080"/>
                <a:gd name="connsiteY404" fmla="*/ 496719 h 603275"/>
                <a:gd name="connsiteX405" fmla="*/ 96721 w 395080"/>
                <a:gd name="connsiteY405" fmla="*/ 499998 h 603275"/>
                <a:gd name="connsiteX406" fmla="*/ 96721 w 395080"/>
                <a:gd name="connsiteY406" fmla="*/ 501637 h 603275"/>
                <a:gd name="connsiteX407" fmla="*/ 93442 w 395080"/>
                <a:gd name="connsiteY407" fmla="*/ 504916 h 603275"/>
                <a:gd name="connsiteX408" fmla="*/ 90164 w 395080"/>
                <a:gd name="connsiteY408" fmla="*/ 509834 h 603275"/>
                <a:gd name="connsiteX409" fmla="*/ 86885 w 395080"/>
                <a:gd name="connsiteY409" fmla="*/ 513112 h 603275"/>
                <a:gd name="connsiteX410" fmla="*/ 86885 w 395080"/>
                <a:gd name="connsiteY410" fmla="*/ 513112 h 603275"/>
                <a:gd name="connsiteX411" fmla="*/ 83606 w 395080"/>
                <a:gd name="connsiteY411" fmla="*/ 516391 h 603275"/>
                <a:gd name="connsiteX412" fmla="*/ 80327 w 395080"/>
                <a:gd name="connsiteY412" fmla="*/ 521309 h 603275"/>
                <a:gd name="connsiteX413" fmla="*/ 77049 w 395080"/>
                <a:gd name="connsiteY413" fmla="*/ 524588 h 603275"/>
                <a:gd name="connsiteX414" fmla="*/ 73770 w 395080"/>
                <a:gd name="connsiteY414" fmla="*/ 527866 h 603275"/>
                <a:gd name="connsiteX415" fmla="*/ 72131 w 395080"/>
                <a:gd name="connsiteY415" fmla="*/ 532785 h 603275"/>
                <a:gd name="connsiteX416" fmla="*/ 68852 w 395080"/>
                <a:gd name="connsiteY416" fmla="*/ 536063 h 603275"/>
                <a:gd name="connsiteX417" fmla="*/ 63934 w 395080"/>
                <a:gd name="connsiteY417" fmla="*/ 539342 h 603275"/>
                <a:gd name="connsiteX418" fmla="*/ 62295 w 395080"/>
                <a:gd name="connsiteY418" fmla="*/ 542620 h 603275"/>
                <a:gd name="connsiteX419" fmla="*/ 59016 w 395080"/>
                <a:gd name="connsiteY419" fmla="*/ 545899 h 603275"/>
                <a:gd name="connsiteX420" fmla="*/ 57377 w 395080"/>
                <a:gd name="connsiteY420" fmla="*/ 549178 h 603275"/>
                <a:gd name="connsiteX421" fmla="*/ 54098 w 395080"/>
                <a:gd name="connsiteY421" fmla="*/ 554096 h 603275"/>
                <a:gd name="connsiteX422" fmla="*/ 50820 w 395080"/>
                <a:gd name="connsiteY422" fmla="*/ 557375 h 603275"/>
                <a:gd name="connsiteX423" fmla="*/ 49180 w 395080"/>
                <a:gd name="connsiteY423" fmla="*/ 560653 h 603275"/>
                <a:gd name="connsiteX424" fmla="*/ 45902 w 395080"/>
                <a:gd name="connsiteY424" fmla="*/ 563932 h 603275"/>
                <a:gd name="connsiteX425" fmla="*/ 42623 w 395080"/>
                <a:gd name="connsiteY425" fmla="*/ 568850 h 603275"/>
                <a:gd name="connsiteX426" fmla="*/ 39344 w 395080"/>
                <a:gd name="connsiteY426" fmla="*/ 572129 h 603275"/>
                <a:gd name="connsiteX427" fmla="*/ 37705 w 395080"/>
                <a:gd name="connsiteY427" fmla="*/ 568850 h 603275"/>
                <a:gd name="connsiteX428" fmla="*/ 37705 w 395080"/>
                <a:gd name="connsiteY428" fmla="*/ 572129 h 603275"/>
                <a:gd name="connsiteX429" fmla="*/ 37705 w 395080"/>
                <a:gd name="connsiteY429" fmla="*/ 575407 h 603275"/>
                <a:gd name="connsiteX430" fmla="*/ 36066 w 395080"/>
                <a:gd name="connsiteY430" fmla="*/ 580325 h 603275"/>
                <a:gd name="connsiteX431" fmla="*/ 34426 w 395080"/>
                <a:gd name="connsiteY431" fmla="*/ 583604 h 603275"/>
                <a:gd name="connsiteX432" fmla="*/ 32787 w 395080"/>
                <a:gd name="connsiteY432" fmla="*/ 586883 h 603275"/>
                <a:gd name="connsiteX433" fmla="*/ 29508 w 395080"/>
                <a:gd name="connsiteY433" fmla="*/ 590161 h 603275"/>
                <a:gd name="connsiteX434" fmla="*/ 27869 w 395080"/>
                <a:gd name="connsiteY434" fmla="*/ 595079 h 603275"/>
                <a:gd name="connsiteX435" fmla="*/ 26229 w 395080"/>
                <a:gd name="connsiteY435" fmla="*/ 598358 h 603275"/>
                <a:gd name="connsiteX436" fmla="*/ 22951 w 395080"/>
                <a:gd name="connsiteY436" fmla="*/ 601637 h 603275"/>
                <a:gd name="connsiteX437" fmla="*/ 22951 w 395080"/>
                <a:gd name="connsiteY437" fmla="*/ 603276 h 603275"/>
                <a:gd name="connsiteX438" fmla="*/ 22951 w 395080"/>
                <a:gd name="connsiteY438" fmla="*/ 599997 h 603275"/>
                <a:gd name="connsiteX439" fmla="*/ 21312 w 395080"/>
                <a:gd name="connsiteY439" fmla="*/ 596719 h 603275"/>
                <a:gd name="connsiteX440" fmla="*/ 18033 w 395080"/>
                <a:gd name="connsiteY440" fmla="*/ 591800 h 603275"/>
                <a:gd name="connsiteX441" fmla="*/ 14754 w 395080"/>
                <a:gd name="connsiteY441" fmla="*/ 586883 h 603275"/>
                <a:gd name="connsiteX442" fmla="*/ 13115 w 395080"/>
                <a:gd name="connsiteY442" fmla="*/ 583604 h 603275"/>
                <a:gd name="connsiteX443" fmla="*/ 9836 w 395080"/>
                <a:gd name="connsiteY443" fmla="*/ 580325 h 603275"/>
                <a:gd name="connsiteX444" fmla="*/ 6557 w 395080"/>
                <a:gd name="connsiteY444" fmla="*/ 575407 h 603275"/>
                <a:gd name="connsiteX445" fmla="*/ 4918 w 395080"/>
                <a:gd name="connsiteY445" fmla="*/ 570489 h 603275"/>
                <a:gd name="connsiteX446" fmla="*/ 1639 w 395080"/>
                <a:gd name="connsiteY446" fmla="*/ 567210 h 603275"/>
                <a:gd name="connsiteX447" fmla="*/ 1639 w 395080"/>
                <a:gd name="connsiteY447" fmla="*/ 527866 h 603275"/>
                <a:gd name="connsiteX448" fmla="*/ 1639 w 395080"/>
                <a:gd name="connsiteY448" fmla="*/ 521309 h 603275"/>
                <a:gd name="connsiteX449" fmla="*/ 1639 w 395080"/>
                <a:gd name="connsiteY449" fmla="*/ 511473 h 603275"/>
                <a:gd name="connsiteX450" fmla="*/ 1639 w 395080"/>
                <a:gd name="connsiteY450" fmla="*/ 508195 h 603275"/>
                <a:gd name="connsiteX451" fmla="*/ 1639 w 395080"/>
                <a:gd name="connsiteY451" fmla="*/ 506555 h 603275"/>
                <a:gd name="connsiteX452" fmla="*/ 1639 w 395080"/>
                <a:gd name="connsiteY452" fmla="*/ 498359 h 603275"/>
                <a:gd name="connsiteX453" fmla="*/ 1639 w 395080"/>
                <a:gd name="connsiteY453" fmla="*/ 491801 h 603275"/>
                <a:gd name="connsiteX454" fmla="*/ 1639 w 395080"/>
                <a:gd name="connsiteY454" fmla="*/ 488522 h 603275"/>
                <a:gd name="connsiteX455" fmla="*/ 1639 w 395080"/>
                <a:gd name="connsiteY455" fmla="*/ 483605 h 603275"/>
                <a:gd name="connsiteX456" fmla="*/ 1639 w 395080"/>
                <a:gd name="connsiteY456" fmla="*/ 480326 h 603275"/>
                <a:gd name="connsiteX457" fmla="*/ 1639 w 395080"/>
                <a:gd name="connsiteY457" fmla="*/ 477047 h 603275"/>
                <a:gd name="connsiteX458" fmla="*/ 1639 w 395080"/>
                <a:gd name="connsiteY458" fmla="*/ 470490 h 603275"/>
                <a:gd name="connsiteX459" fmla="*/ 1639 w 395080"/>
                <a:gd name="connsiteY459" fmla="*/ 470490 h 603275"/>
                <a:gd name="connsiteX460" fmla="*/ 1639 w 395080"/>
                <a:gd name="connsiteY460" fmla="*/ 465572 h 603275"/>
                <a:gd name="connsiteX461" fmla="*/ 1639 w 395080"/>
                <a:gd name="connsiteY461" fmla="*/ 462293 h 603275"/>
                <a:gd name="connsiteX462" fmla="*/ 1639 w 395080"/>
                <a:gd name="connsiteY462" fmla="*/ 459015 h 603275"/>
                <a:gd name="connsiteX463" fmla="*/ 1639 w 395080"/>
                <a:gd name="connsiteY463" fmla="*/ 455736 h 603275"/>
                <a:gd name="connsiteX464" fmla="*/ 0 w 395080"/>
                <a:gd name="connsiteY464" fmla="*/ 450818 h 603275"/>
                <a:gd name="connsiteX465" fmla="*/ 0 w 395080"/>
                <a:gd name="connsiteY465" fmla="*/ 447539 h 603275"/>
                <a:gd name="connsiteX466" fmla="*/ 0 w 395080"/>
                <a:gd name="connsiteY466" fmla="*/ 444260 h 603275"/>
                <a:gd name="connsiteX467" fmla="*/ 0 w 395080"/>
                <a:gd name="connsiteY467" fmla="*/ 440982 h 603275"/>
                <a:gd name="connsiteX468" fmla="*/ 0 w 395080"/>
                <a:gd name="connsiteY468" fmla="*/ 436063 h 603275"/>
                <a:gd name="connsiteX469" fmla="*/ 0 w 395080"/>
                <a:gd name="connsiteY469" fmla="*/ 432785 h 603275"/>
                <a:gd name="connsiteX470" fmla="*/ 0 w 395080"/>
                <a:gd name="connsiteY470" fmla="*/ 426228 h 603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</a:cxnLst>
              <a:rect l="l" t="t" r="r" b="b"/>
              <a:pathLst>
                <a:path w="395080" h="603275">
                  <a:moveTo>
                    <a:pt x="0" y="426228"/>
                  </a:moveTo>
                  <a:lnTo>
                    <a:pt x="0" y="426228"/>
                  </a:lnTo>
                  <a:lnTo>
                    <a:pt x="0" y="421309"/>
                  </a:lnTo>
                  <a:lnTo>
                    <a:pt x="0" y="414752"/>
                  </a:lnTo>
                  <a:lnTo>
                    <a:pt x="0" y="408195"/>
                  </a:lnTo>
                  <a:lnTo>
                    <a:pt x="1639" y="403277"/>
                  </a:lnTo>
                  <a:lnTo>
                    <a:pt x="4918" y="398359"/>
                  </a:lnTo>
                  <a:lnTo>
                    <a:pt x="9836" y="393441"/>
                  </a:lnTo>
                  <a:lnTo>
                    <a:pt x="13115" y="390162"/>
                  </a:lnTo>
                  <a:lnTo>
                    <a:pt x="16393" y="385244"/>
                  </a:lnTo>
                  <a:lnTo>
                    <a:pt x="18033" y="381966"/>
                  </a:lnTo>
                  <a:lnTo>
                    <a:pt x="21312" y="377048"/>
                  </a:lnTo>
                  <a:lnTo>
                    <a:pt x="24590" y="372129"/>
                  </a:lnTo>
                  <a:lnTo>
                    <a:pt x="26229" y="368851"/>
                  </a:lnTo>
                  <a:lnTo>
                    <a:pt x="29508" y="363933"/>
                  </a:lnTo>
                  <a:lnTo>
                    <a:pt x="31147" y="359015"/>
                  </a:lnTo>
                  <a:lnTo>
                    <a:pt x="34426" y="354097"/>
                  </a:lnTo>
                  <a:lnTo>
                    <a:pt x="34426" y="352458"/>
                  </a:lnTo>
                  <a:lnTo>
                    <a:pt x="36066" y="349179"/>
                  </a:lnTo>
                  <a:lnTo>
                    <a:pt x="40983" y="345900"/>
                  </a:lnTo>
                  <a:lnTo>
                    <a:pt x="40983" y="344261"/>
                  </a:lnTo>
                  <a:lnTo>
                    <a:pt x="45902" y="342622"/>
                  </a:lnTo>
                  <a:lnTo>
                    <a:pt x="49180" y="342622"/>
                  </a:lnTo>
                  <a:lnTo>
                    <a:pt x="54098" y="342622"/>
                  </a:lnTo>
                  <a:lnTo>
                    <a:pt x="57377" y="342622"/>
                  </a:lnTo>
                  <a:lnTo>
                    <a:pt x="60656" y="340982"/>
                  </a:lnTo>
                  <a:lnTo>
                    <a:pt x="63934" y="340982"/>
                  </a:lnTo>
                  <a:lnTo>
                    <a:pt x="67213" y="339343"/>
                  </a:lnTo>
                  <a:lnTo>
                    <a:pt x="67213" y="339343"/>
                  </a:lnTo>
                  <a:lnTo>
                    <a:pt x="70492" y="339343"/>
                  </a:lnTo>
                  <a:lnTo>
                    <a:pt x="73770" y="336064"/>
                  </a:lnTo>
                  <a:lnTo>
                    <a:pt x="75410" y="331146"/>
                  </a:lnTo>
                  <a:lnTo>
                    <a:pt x="78688" y="327868"/>
                  </a:lnTo>
                  <a:lnTo>
                    <a:pt x="81967" y="324589"/>
                  </a:lnTo>
                  <a:lnTo>
                    <a:pt x="85246" y="321310"/>
                  </a:lnTo>
                  <a:lnTo>
                    <a:pt x="88524" y="319671"/>
                  </a:lnTo>
                  <a:lnTo>
                    <a:pt x="93442" y="318031"/>
                  </a:lnTo>
                  <a:lnTo>
                    <a:pt x="96721" y="316392"/>
                  </a:lnTo>
                  <a:lnTo>
                    <a:pt x="100000" y="314753"/>
                  </a:lnTo>
                  <a:lnTo>
                    <a:pt x="103279" y="313113"/>
                  </a:lnTo>
                  <a:lnTo>
                    <a:pt x="108196" y="311474"/>
                  </a:lnTo>
                  <a:lnTo>
                    <a:pt x="111475" y="311474"/>
                  </a:lnTo>
                  <a:lnTo>
                    <a:pt x="114754" y="309835"/>
                  </a:lnTo>
                  <a:lnTo>
                    <a:pt x="119672" y="309835"/>
                  </a:lnTo>
                  <a:lnTo>
                    <a:pt x="122950" y="309835"/>
                  </a:lnTo>
                  <a:lnTo>
                    <a:pt x="127869" y="309835"/>
                  </a:lnTo>
                  <a:lnTo>
                    <a:pt x="131147" y="311474"/>
                  </a:lnTo>
                  <a:lnTo>
                    <a:pt x="131147" y="311474"/>
                  </a:lnTo>
                  <a:lnTo>
                    <a:pt x="136065" y="311474"/>
                  </a:lnTo>
                  <a:lnTo>
                    <a:pt x="139344" y="311474"/>
                  </a:lnTo>
                  <a:lnTo>
                    <a:pt x="144262" y="311474"/>
                  </a:lnTo>
                  <a:lnTo>
                    <a:pt x="147540" y="311474"/>
                  </a:lnTo>
                  <a:lnTo>
                    <a:pt x="152459" y="311474"/>
                  </a:lnTo>
                  <a:lnTo>
                    <a:pt x="154098" y="309835"/>
                  </a:lnTo>
                  <a:lnTo>
                    <a:pt x="154098" y="309835"/>
                  </a:lnTo>
                  <a:lnTo>
                    <a:pt x="155737" y="308195"/>
                  </a:lnTo>
                  <a:lnTo>
                    <a:pt x="159016" y="303278"/>
                  </a:lnTo>
                  <a:lnTo>
                    <a:pt x="159016" y="303278"/>
                  </a:lnTo>
                  <a:lnTo>
                    <a:pt x="162294" y="299999"/>
                  </a:lnTo>
                  <a:lnTo>
                    <a:pt x="165573" y="295081"/>
                  </a:lnTo>
                  <a:lnTo>
                    <a:pt x="168852" y="291802"/>
                  </a:lnTo>
                  <a:lnTo>
                    <a:pt x="172130" y="286884"/>
                  </a:lnTo>
                  <a:lnTo>
                    <a:pt x="172130" y="286884"/>
                  </a:lnTo>
                  <a:lnTo>
                    <a:pt x="175409" y="281966"/>
                  </a:lnTo>
                  <a:lnTo>
                    <a:pt x="178688" y="278687"/>
                  </a:lnTo>
                  <a:lnTo>
                    <a:pt x="181966" y="273769"/>
                  </a:lnTo>
                  <a:lnTo>
                    <a:pt x="185245" y="268851"/>
                  </a:lnTo>
                  <a:lnTo>
                    <a:pt x="188524" y="265573"/>
                  </a:lnTo>
                  <a:lnTo>
                    <a:pt x="191803" y="262294"/>
                  </a:lnTo>
                  <a:lnTo>
                    <a:pt x="195081" y="257376"/>
                  </a:lnTo>
                  <a:lnTo>
                    <a:pt x="196720" y="255736"/>
                  </a:lnTo>
                  <a:lnTo>
                    <a:pt x="196720" y="255736"/>
                  </a:lnTo>
                  <a:lnTo>
                    <a:pt x="201639" y="250819"/>
                  </a:lnTo>
                  <a:lnTo>
                    <a:pt x="204917" y="245901"/>
                  </a:lnTo>
                  <a:lnTo>
                    <a:pt x="208196" y="242622"/>
                  </a:lnTo>
                  <a:lnTo>
                    <a:pt x="211474" y="237704"/>
                  </a:lnTo>
                  <a:lnTo>
                    <a:pt x="214753" y="234425"/>
                  </a:lnTo>
                  <a:lnTo>
                    <a:pt x="218032" y="229507"/>
                  </a:lnTo>
                  <a:lnTo>
                    <a:pt x="222950" y="224589"/>
                  </a:lnTo>
                  <a:lnTo>
                    <a:pt x="226229" y="221311"/>
                  </a:lnTo>
                  <a:lnTo>
                    <a:pt x="229507" y="216392"/>
                  </a:lnTo>
                  <a:lnTo>
                    <a:pt x="232786" y="213114"/>
                  </a:lnTo>
                  <a:lnTo>
                    <a:pt x="237704" y="208196"/>
                  </a:lnTo>
                  <a:lnTo>
                    <a:pt x="240983" y="204917"/>
                  </a:lnTo>
                  <a:lnTo>
                    <a:pt x="244261" y="199999"/>
                  </a:lnTo>
                  <a:lnTo>
                    <a:pt x="247540" y="195081"/>
                  </a:lnTo>
                  <a:lnTo>
                    <a:pt x="250819" y="191802"/>
                  </a:lnTo>
                  <a:lnTo>
                    <a:pt x="255737" y="188524"/>
                  </a:lnTo>
                  <a:lnTo>
                    <a:pt x="259016" y="183606"/>
                  </a:lnTo>
                  <a:lnTo>
                    <a:pt x="259016" y="183606"/>
                  </a:lnTo>
                  <a:lnTo>
                    <a:pt x="263933" y="178688"/>
                  </a:lnTo>
                  <a:lnTo>
                    <a:pt x="267212" y="175409"/>
                  </a:lnTo>
                  <a:lnTo>
                    <a:pt x="247540" y="175409"/>
                  </a:lnTo>
                  <a:lnTo>
                    <a:pt x="227868" y="175409"/>
                  </a:lnTo>
                  <a:lnTo>
                    <a:pt x="227868" y="175409"/>
                  </a:lnTo>
                  <a:lnTo>
                    <a:pt x="226229" y="173770"/>
                  </a:lnTo>
                  <a:lnTo>
                    <a:pt x="222950" y="173770"/>
                  </a:lnTo>
                  <a:lnTo>
                    <a:pt x="218032" y="172131"/>
                  </a:lnTo>
                  <a:lnTo>
                    <a:pt x="214753" y="170491"/>
                  </a:lnTo>
                  <a:lnTo>
                    <a:pt x="209835" y="168852"/>
                  </a:lnTo>
                  <a:lnTo>
                    <a:pt x="206557" y="167212"/>
                  </a:lnTo>
                  <a:lnTo>
                    <a:pt x="203278" y="165573"/>
                  </a:lnTo>
                  <a:lnTo>
                    <a:pt x="198360" y="163934"/>
                  </a:lnTo>
                  <a:lnTo>
                    <a:pt x="195081" y="162294"/>
                  </a:lnTo>
                  <a:lnTo>
                    <a:pt x="190163" y="160655"/>
                  </a:lnTo>
                  <a:lnTo>
                    <a:pt x="186884" y="159016"/>
                  </a:lnTo>
                  <a:lnTo>
                    <a:pt x="183606" y="157376"/>
                  </a:lnTo>
                  <a:lnTo>
                    <a:pt x="178688" y="155737"/>
                  </a:lnTo>
                  <a:lnTo>
                    <a:pt x="175409" y="154098"/>
                  </a:lnTo>
                  <a:lnTo>
                    <a:pt x="170491" y="152458"/>
                  </a:lnTo>
                  <a:lnTo>
                    <a:pt x="167213" y="152458"/>
                  </a:lnTo>
                  <a:lnTo>
                    <a:pt x="163934" y="150819"/>
                  </a:lnTo>
                  <a:lnTo>
                    <a:pt x="159016" y="149179"/>
                  </a:lnTo>
                  <a:lnTo>
                    <a:pt x="155737" y="147541"/>
                  </a:lnTo>
                  <a:lnTo>
                    <a:pt x="150819" y="145901"/>
                  </a:lnTo>
                  <a:lnTo>
                    <a:pt x="147540" y="144262"/>
                  </a:lnTo>
                  <a:lnTo>
                    <a:pt x="142623" y="142622"/>
                  </a:lnTo>
                  <a:lnTo>
                    <a:pt x="139344" y="140983"/>
                  </a:lnTo>
                  <a:lnTo>
                    <a:pt x="137704" y="140983"/>
                  </a:lnTo>
                  <a:lnTo>
                    <a:pt x="132786" y="139344"/>
                  </a:lnTo>
                  <a:lnTo>
                    <a:pt x="129508" y="137704"/>
                  </a:lnTo>
                  <a:lnTo>
                    <a:pt x="124590" y="136065"/>
                  </a:lnTo>
                  <a:lnTo>
                    <a:pt x="121311" y="134426"/>
                  </a:lnTo>
                  <a:lnTo>
                    <a:pt x="118032" y="132786"/>
                  </a:lnTo>
                  <a:lnTo>
                    <a:pt x="113114" y="131147"/>
                  </a:lnTo>
                  <a:lnTo>
                    <a:pt x="109836" y="127868"/>
                  </a:lnTo>
                  <a:lnTo>
                    <a:pt x="104917" y="124589"/>
                  </a:lnTo>
                  <a:lnTo>
                    <a:pt x="101639" y="119672"/>
                  </a:lnTo>
                  <a:lnTo>
                    <a:pt x="98360" y="116393"/>
                  </a:lnTo>
                  <a:lnTo>
                    <a:pt x="93442" y="114754"/>
                  </a:lnTo>
                  <a:lnTo>
                    <a:pt x="90164" y="113114"/>
                  </a:lnTo>
                  <a:lnTo>
                    <a:pt x="88524" y="109836"/>
                  </a:lnTo>
                  <a:lnTo>
                    <a:pt x="86885" y="104918"/>
                  </a:lnTo>
                  <a:lnTo>
                    <a:pt x="86885" y="104918"/>
                  </a:lnTo>
                  <a:lnTo>
                    <a:pt x="83606" y="99999"/>
                  </a:lnTo>
                  <a:lnTo>
                    <a:pt x="81967" y="96721"/>
                  </a:lnTo>
                  <a:lnTo>
                    <a:pt x="81967" y="93442"/>
                  </a:lnTo>
                  <a:lnTo>
                    <a:pt x="77049" y="91803"/>
                  </a:lnTo>
                  <a:lnTo>
                    <a:pt x="73770" y="88524"/>
                  </a:lnTo>
                  <a:lnTo>
                    <a:pt x="73770" y="86885"/>
                  </a:lnTo>
                  <a:lnTo>
                    <a:pt x="73770" y="83606"/>
                  </a:lnTo>
                  <a:lnTo>
                    <a:pt x="68852" y="80328"/>
                  </a:lnTo>
                  <a:lnTo>
                    <a:pt x="67213" y="77049"/>
                  </a:lnTo>
                  <a:lnTo>
                    <a:pt x="65573" y="73770"/>
                  </a:lnTo>
                  <a:lnTo>
                    <a:pt x="63934" y="68852"/>
                  </a:lnTo>
                  <a:lnTo>
                    <a:pt x="62295" y="65574"/>
                  </a:lnTo>
                  <a:lnTo>
                    <a:pt x="60656" y="62295"/>
                  </a:lnTo>
                  <a:lnTo>
                    <a:pt x="59016" y="60655"/>
                  </a:lnTo>
                  <a:lnTo>
                    <a:pt x="62295" y="57377"/>
                  </a:lnTo>
                  <a:lnTo>
                    <a:pt x="62295" y="52459"/>
                  </a:lnTo>
                  <a:lnTo>
                    <a:pt x="65573" y="50819"/>
                  </a:lnTo>
                  <a:lnTo>
                    <a:pt x="68852" y="45901"/>
                  </a:lnTo>
                  <a:lnTo>
                    <a:pt x="68852" y="42623"/>
                  </a:lnTo>
                  <a:lnTo>
                    <a:pt x="72131" y="39344"/>
                  </a:lnTo>
                  <a:lnTo>
                    <a:pt x="73770" y="36065"/>
                  </a:lnTo>
                  <a:lnTo>
                    <a:pt x="75410" y="32787"/>
                  </a:lnTo>
                  <a:lnTo>
                    <a:pt x="77049" y="27869"/>
                  </a:lnTo>
                  <a:lnTo>
                    <a:pt x="78688" y="26229"/>
                  </a:lnTo>
                  <a:lnTo>
                    <a:pt x="80327" y="22951"/>
                  </a:lnTo>
                  <a:lnTo>
                    <a:pt x="80327" y="22951"/>
                  </a:lnTo>
                  <a:lnTo>
                    <a:pt x="83606" y="24590"/>
                  </a:lnTo>
                  <a:lnTo>
                    <a:pt x="88524" y="27869"/>
                  </a:lnTo>
                  <a:lnTo>
                    <a:pt x="90164" y="29508"/>
                  </a:lnTo>
                  <a:lnTo>
                    <a:pt x="90164" y="32787"/>
                  </a:lnTo>
                  <a:lnTo>
                    <a:pt x="93442" y="37705"/>
                  </a:lnTo>
                  <a:lnTo>
                    <a:pt x="95082" y="40984"/>
                  </a:lnTo>
                  <a:lnTo>
                    <a:pt x="96721" y="42623"/>
                  </a:lnTo>
                  <a:lnTo>
                    <a:pt x="100000" y="45901"/>
                  </a:lnTo>
                  <a:lnTo>
                    <a:pt x="101639" y="50819"/>
                  </a:lnTo>
                  <a:lnTo>
                    <a:pt x="104917" y="54098"/>
                  </a:lnTo>
                  <a:lnTo>
                    <a:pt x="109836" y="57377"/>
                  </a:lnTo>
                  <a:lnTo>
                    <a:pt x="113114" y="60655"/>
                  </a:lnTo>
                  <a:lnTo>
                    <a:pt x="114754" y="62295"/>
                  </a:lnTo>
                  <a:lnTo>
                    <a:pt x="118032" y="65574"/>
                  </a:lnTo>
                  <a:lnTo>
                    <a:pt x="119672" y="67213"/>
                  </a:lnTo>
                  <a:lnTo>
                    <a:pt x="124590" y="68852"/>
                  </a:lnTo>
                  <a:lnTo>
                    <a:pt x="127869" y="68852"/>
                  </a:lnTo>
                  <a:lnTo>
                    <a:pt x="131147" y="68852"/>
                  </a:lnTo>
                  <a:lnTo>
                    <a:pt x="134426" y="68852"/>
                  </a:lnTo>
                  <a:lnTo>
                    <a:pt x="137704" y="67213"/>
                  </a:lnTo>
                  <a:lnTo>
                    <a:pt x="140983" y="67213"/>
                  </a:lnTo>
                  <a:lnTo>
                    <a:pt x="145901" y="68852"/>
                  </a:lnTo>
                  <a:lnTo>
                    <a:pt x="149180" y="67213"/>
                  </a:lnTo>
                  <a:lnTo>
                    <a:pt x="152459" y="63934"/>
                  </a:lnTo>
                  <a:lnTo>
                    <a:pt x="155737" y="63934"/>
                  </a:lnTo>
                  <a:lnTo>
                    <a:pt x="159016" y="59016"/>
                  </a:lnTo>
                  <a:lnTo>
                    <a:pt x="163934" y="59016"/>
                  </a:lnTo>
                  <a:lnTo>
                    <a:pt x="167213" y="57377"/>
                  </a:lnTo>
                  <a:lnTo>
                    <a:pt x="170491" y="54098"/>
                  </a:lnTo>
                  <a:lnTo>
                    <a:pt x="173770" y="52459"/>
                  </a:lnTo>
                  <a:lnTo>
                    <a:pt x="178688" y="49180"/>
                  </a:lnTo>
                  <a:lnTo>
                    <a:pt x="181966" y="50819"/>
                  </a:lnTo>
                  <a:lnTo>
                    <a:pt x="183606" y="50819"/>
                  </a:lnTo>
                  <a:lnTo>
                    <a:pt x="186884" y="52459"/>
                  </a:lnTo>
                  <a:lnTo>
                    <a:pt x="190163" y="54098"/>
                  </a:lnTo>
                  <a:lnTo>
                    <a:pt x="195081" y="52459"/>
                  </a:lnTo>
                  <a:lnTo>
                    <a:pt x="198360" y="54098"/>
                  </a:lnTo>
                  <a:lnTo>
                    <a:pt x="201639" y="57377"/>
                  </a:lnTo>
                  <a:lnTo>
                    <a:pt x="206557" y="55738"/>
                  </a:lnTo>
                  <a:lnTo>
                    <a:pt x="209835" y="54098"/>
                  </a:lnTo>
                  <a:lnTo>
                    <a:pt x="213114" y="54098"/>
                  </a:lnTo>
                  <a:lnTo>
                    <a:pt x="218032" y="50819"/>
                  </a:lnTo>
                  <a:lnTo>
                    <a:pt x="221310" y="47541"/>
                  </a:lnTo>
                  <a:lnTo>
                    <a:pt x="224589" y="45901"/>
                  </a:lnTo>
                  <a:lnTo>
                    <a:pt x="227868" y="44262"/>
                  </a:lnTo>
                  <a:lnTo>
                    <a:pt x="231147" y="39344"/>
                  </a:lnTo>
                  <a:lnTo>
                    <a:pt x="236064" y="37705"/>
                  </a:lnTo>
                  <a:lnTo>
                    <a:pt x="239343" y="36065"/>
                  </a:lnTo>
                  <a:lnTo>
                    <a:pt x="244261" y="34426"/>
                  </a:lnTo>
                  <a:lnTo>
                    <a:pt x="247540" y="36065"/>
                  </a:lnTo>
                  <a:lnTo>
                    <a:pt x="250819" y="39344"/>
                  </a:lnTo>
                  <a:lnTo>
                    <a:pt x="254097" y="37705"/>
                  </a:lnTo>
                  <a:lnTo>
                    <a:pt x="259016" y="37705"/>
                  </a:lnTo>
                  <a:lnTo>
                    <a:pt x="263933" y="37705"/>
                  </a:lnTo>
                  <a:lnTo>
                    <a:pt x="267212" y="37705"/>
                  </a:lnTo>
                  <a:lnTo>
                    <a:pt x="270491" y="36065"/>
                  </a:lnTo>
                  <a:lnTo>
                    <a:pt x="273769" y="32787"/>
                  </a:lnTo>
                  <a:lnTo>
                    <a:pt x="278687" y="31148"/>
                  </a:lnTo>
                  <a:lnTo>
                    <a:pt x="281966" y="29508"/>
                  </a:lnTo>
                  <a:lnTo>
                    <a:pt x="285245" y="29508"/>
                  </a:lnTo>
                  <a:lnTo>
                    <a:pt x="288523" y="29508"/>
                  </a:lnTo>
                  <a:lnTo>
                    <a:pt x="293441" y="31148"/>
                  </a:lnTo>
                  <a:lnTo>
                    <a:pt x="296720" y="32787"/>
                  </a:lnTo>
                  <a:lnTo>
                    <a:pt x="298360" y="32787"/>
                  </a:lnTo>
                  <a:lnTo>
                    <a:pt x="303277" y="32787"/>
                  </a:lnTo>
                  <a:lnTo>
                    <a:pt x="306556" y="31148"/>
                  </a:lnTo>
                  <a:lnTo>
                    <a:pt x="309835" y="29508"/>
                  </a:lnTo>
                  <a:lnTo>
                    <a:pt x="314753" y="29508"/>
                  </a:lnTo>
                  <a:lnTo>
                    <a:pt x="318031" y="27869"/>
                  </a:lnTo>
                  <a:lnTo>
                    <a:pt x="321310" y="26229"/>
                  </a:lnTo>
                  <a:lnTo>
                    <a:pt x="324589" y="22951"/>
                  </a:lnTo>
                  <a:lnTo>
                    <a:pt x="329507" y="22951"/>
                  </a:lnTo>
                  <a:lnTo>
                    <a:pt x="332786" y="22951"/>
                  </a:lnTo>
                  <a:lnTo>
                    <a:pt x="336064" y="21311"/>
                  </a:lnTo>
                  <a:lnTo>
                    <a:pt x="339343" y="21311"/>
                  </a:lnTo>
                  <a:lnTo>
                    <a:pt x="342621" y="21311"/>
                  </a:lnTo>
                  <a:lnTo>
                    <a:pt x="345900" y="18033"/>
                  </a:lnTo>
                  <a:lnTo>
                    <a:pt x="350818" y="16393"/>
                  </a:lnTo>
                  <a:lnTo>
                    <a:pt x="354097" y="14754"/>
                  </a:lnTo>
                  <a:lnTo>
                    <a:pt x="357376" y="11475"/>
                  </a:lnTo>
                  <a:lnTo>
                    <a:pt x="359015" y="8197"/>
                  </a:lnTo>
                  <a:lnTo>
                    <a:pt x="360654" y="3279"/>
                  </a:lnTo>
                  <a:lnTo>
                    <a:pt x="363933" y="1639"/>
                  </a:lnTo>
                  <a:lnTo>
                    <a:pt x="367211" y="0"/>
                  </a:lnTo>
                  <a:lnTo>
                    <a:pt x="372130" y="1639"/>
                  </a:lnTo>
                  <a:lnTo>
                    <a:pt x="373769" y="1639"/>
                  </a:lnTo>
                  <a:lnTo>
                    <a:pt x="378687" y="4918"/>
                  </a:lnTo>
                  <a:lnTo>
                    <a:pt x="381966" y="4918"/>
                  </a:lnTo>
                  <a:lnTo>
                    <a:pt x="385244" y="6557"/>
                  </a:lnTo>
                  <a:lnTo>
                    <a:pt x="386884" y="9836"/>
                  </a:lnTo>
                  <a:lnTo>
                    <a:pt x="386884" y="13115"/>
                  </a:lnTo>
                  <a:lnTo>
                    <a:pt x="385244" y="16393"/>
                  </a:lnTo>
                  <a:lnTo>
                    <a:pt x="381966" y="21311"/>
                  </a:lnTo>
                  <a:lnTo>
                    <a:pt x="381966" y="24590"/>
                  </a:lnTo>
                  <a:lnTo>
                    <a:pt x="381966" y="27869"/>
                  </a:lnTo>
                  <a:lnTo>
                    <a:pt x="381966" y="32787"/>
                  </a:lnTo>
                  <a:lnTo>
                    <a:pt x="381966" y="36065"/>
                  </a:lnTo>
                  <a:lnTo>
                    <a:pt x="383605" y="39344"/>
                  </a:lnTo>
                  <a:lnTo>
                    <a:pt x="383605" y="42623"/>
                  </a:lnTo>
                  <a:lnTo>
                    <a:pt x="383605" y="45901"/>
                  </a:lnTo>
                  <a:lnTo>
                    <a:pt x="383605" y="49180"/>
                  </a:lnTo>
                  <a:lnTo>
                    <a:pt x="383605" y="52459"/>
                  </a:lnTo>
                  <a:lnTo>
                    <a:pt x="383605" y="57377"/>
                  </a:lnTo>
                  <a:lnTo>
                    <a:pt x="385244" y="60655"/>
                  </a:lnTo>
                  <a:lnTo>
                    <a:pt x="383605" y="63934"/>
                  </a:lnTo>
                  <a:lnTo>
                    <a:pt x="380326" y="68852"/>
                  </a:lnTo>
                  <a:lnTo>
                    <a:pt x="380326" y="68852"/>
                  </a:lnTo>
                  <a:lnTo>
                    <a:pt x="385244" y="68852"/>
                  </a:lnTo>
                  <a:lnTo>
                    <a:pt x="388523" y="67213"/>
                  </a:lnTo>
                  <a:lnTo>
                    <a:pt x="386884" y="63934"/>
                  </a:lnTo>
                  <a:lnTo>
                    <a:pt x="391801" y="65574"/>
                  </a:lnTo>
                  <a:lnTo>
                    <a:pt x="395080" y="67213"/>
                  </a:lnTo>
                  <a:lnTo>
                    <a:pt x="393441" y="70492"/>
                  </a:lnTo>
                  <a:lnTo>
                    <a:pt x="390162" y="68852"/>
                  </a:lnTo>
                  <a:lnTo>
                    <a:pt x="385244" y="68852"/>
                  </a:lnTo>
                  <a:lnTo>
                    <a:pt x="381966" y="68852"/>
                  </a:lnTo>
                  <a:lnTo>
                    <a:pt x="378687" y="72131"/>
                  </a:lnTo>
                  <a:lnTo>
                    <a:pt x="377047" y="72131"/>
                  </a:lnTo>
                  <a:lnTo>
                    <a:pt x="375408" y="75409"/>
                  </a:lnTo>
                  <a:lnTo>
                    <a:pt x="375408" y="80328"/>
                  </a:lnTo>
                  <a:lnTo>
                    <a:pt x="375408" y="83606"/>
                  </a:lnTo>
                  <a:lnTo>
                    <a:pt x="375408" y="86885"/>
                  </a:lnTo>
                  <a:lnTo>
                    <a:pt x="375408" y="90164"/>
                  </a:lnTo>
                  <a:lnTo>
                    <a:pt x="375408" y="93442"/>
                  </a:lnTo>
                  <a:lnTo>
                    <a:pt x="373769" y="96721"/>
                  </a:lnTo>
                  <a:lnTo>
                    <a:pt x="373769" y="101639"/>
                  </a:lnTo>
                  <a:lnTo>
                    <a:pt x="373769" y="104918"/>
                  </a:lnTo>
                  <a:lnTo>
                    <a:pt x="373769" y="106557"/>
                  </a:lnTo>
                  <a:lnTo>
                    <a:pt x="373769" y="109836"/>
                  </a:lnTo>
                  <a:lnTo>
                    <a:pt x="373769" y="114754"/>
                  </a:lnTo>
                  <a:lnTo>
                    <a:pt x="372130" y="118032"/>
                  </a:lnTo>
                  <a:lnTo>
                    <a:pt x="368851" y="121311"/>
                  </a:lnTo>
                  <a:lnTo>
                    <a:pt x="367211" y="124589"/>
                  </a:lnTo>
                  <a:lnTo>
                    <a:pt x="367211" y="127868"/>
                  </a:lnTo>
                  <a:lnTo>
                    <a:pt x="363933" y="131147"/>
                  </a:lnTo>
                  <a:lnTo>
                    <a:pt x="360654" y="136065"/>
                  </a:lnTo>
                  <a:lnTo>
                    <a:pt x="359015" y="137704"/>
                  </a:lnTo>
                  <a:lnTo>
                    <a:pt x="359015" y="142622"/>
                  </a:lnTo>
                  <a:lnTo>
                    <a:pt x="357376" y="145901"/>
                  </a:lnTo>
                  <a:lnTo>
                    <a:pt x="355736" y="149179"/>
                  </a:lnTo>
                  <a:lnTo>
                    <a:pt x="355736" y="152458"/>
                  </a:lnTo>
                  <a:lnTo>
                    <a:pt x="352457" y="157376"/>
                  </a:lnTo>
                  <a:lnTo>
                    <a:pt x="350818" y="160655"/>
                  </a:lnTo>
                  <a:lnTo>
                    <a:pt x="349179" y="162294"/>
                  </a:lnTo>
                  <a:lnTo>
                    <a:pt x="349179" y="165573"/>
                  </a:lnTo>
                  <a:lnTo>
                    <a:pt x="345900" y="170491"/>
                  </a:lnTo>
                  <a:lnTo>
                    <a:pt x="344261" y="170491"/>
                  </a:lnTo>
                  <a:lnTo>
                    <a:pt x="340982" y="173770"/>
                  </a:lnTo>
                  <a:lnTo>
                    <a:pt x="337703" y="177048"/>
                  </a:lnTo>
                  <a:lnTo>
                    <a:pt x="336064" y="181966"/>
                  </a:lnTo>
                  <a:lnTo>
                    <a:pt x="336064" y="183606"/>
                  </a:lnTo>
                  <a:lnTo>
                    <a:pt x="337703" y="186885"/>
                  </a:lnTo>
                  <a:lnTo>
                    <a:pt x="334425" y="190163"/>
                  </a:lnTo>
                  <a:lnTo>
                    <a:pt x="334425" y="195081"/>
                  </a:lnTo>
                  <a:lnTo>
                    <a:pt x="332786" y="198360"/>
                  </a:lnTo>
                  <a:lnTo>
                    <a:pt x="331146" y="201638"/>
                  </a:lnTo>
                  <a:lnTo>
                    <a:pt x="331146" y="203278"/>
                  </a:lnTo>
                  <a:lnTo>
                    <a:pt x="327867" y="206556"/>
                  </a:lnTo>
                  <a:lnTo>
                    <a:pt x="326228" y="209835"/>
                  </a:lnTo>
                  <a:lnTo>
                    <a:pt x="324589" y="214753"/>
                  </a:lnTo>
                  <a:lnTo>
                    <a:pt x="321310" y="218032"/>
                  </a:lnTo>
                  <a:lnTo>
                    <a:pt x="319671" y="221311"/>
                  </a:lnTo>
                  <a:lnTo>
                    <a:pt x="318031" y="224589"/>
                  </a:lnTo>
                  <a:lnTo>
                    <a:pt x="316392" y="229507"/>
                  </a:lnTo>
                  <a:lnTo>
                    <a:pt x="314753" y="232786"/>
                  </a:lnTo>
                  <a:lnTo>
                    <a:pt x="313113" y="236065"/>
                  </a:lnTo>
                  <a:lnTo>
                    <a:pt x="311474" y="240982"/>
                  </a:lnTo>
                  <a:lnTo>
                    <a:pt x="309835" y="244261"/>
                  </a:lnTo>
                  <a:lnTo>
                    <a:pt x="309835" y="247540"/>
                  </a:lnTo>
                  <a:lnTo>
                    <a:pt x="309835" y="250819"/>
                  </a:lnTo>
                  <a:lnTo>
                    <a:pt x="309835" y="255736"/>
                  </a:lnTo>
                  <a:lnTo>
                    <a:pt x="308196" y="259015"/>
                  </a:lnTo>
                  <a:lnTo>
                    <a:pt x="306556" y="262294"/>
                  </a:lnTo>
                  <a:lnTo>
                    <a:pt x="304917" y="267212"/>
                  </a:lnTo>
                  <a:lnTo>
                    <a:pt x="301638" y="270491"/>
                  </a:lnTo>
                  <a:lnTo>
                    <a:pt x="299999" y="273769"/>
                  </a:lnTo>
                  <a:lnTo>
                    <a:pt x="298360" y="278687"/>
                  </a:lnTo>
                  <a:lnTo>
                    <a:pt x="296720" y="281966"/>
                  </a:lnTo>
                  <a:lnTo>
                    <a:pt x="295081" y="285245"/>
                  </a:lnTo>
                  <a:lnTo>
                    <a:pt x="291802" y="290163"/>
                  </a:lnTo>
                  <a:lnTo>
                    <a:pt x="290163" y="293441"/>
                  </a:lnTo>
                  <a:lnTo>
                    <a:pt x="286884" y="296720"/>
                  </a:lnTo>
                  <a:lnTo>
                    <a:pt x="285245" y="299999"/>
                  </a:lnTo>
                  <a:lnTo>
                    <a:pt x="281966" y="304916"/>
                  </a:lnTo>
                  <a:lnTo>
                    <a:pt x="280327" y="308195"/>
                  </a:lnTo>
                  <a:lnTo>
                    <a:pt x="278687" y="309835"/>
                  </a:lnTo>
                  <a:lnTo>
                    <a:pt x="277048" y="313113"/>
                  </a:lnTo>
                  <a:lnTo>
                    <a:pt x="275409" y="316392"/>
                  </a:lnTo>
                  <a:lnTo>
                    <a:pt x="273769" y="321310"/>
                  </a:lnTo>
                  <a:lnTo>
                    <a:pt x="272130" y="324589"/>
                  </a:lnTo>
                  <a:lnTo>
                    <a:pt x="270491" y="327868"/>
                  </a:lnTo>
                  <a:lnTo>
                    <a:pt x="267212" y="332785"/>
                  </a:lnTo>
                  <a:lnTo>
                    <a:pt x="267212" y="332785"/>
                  </a:lnTo>
                  <a:lnTo>
                    <a:pt x="265573" y="334425"/>
                  </a:lnTo>
                  <a:lnTo>
                    <a:pt x="262294" y="339343"/>
                  </a:lnTo>
                  <a:lnTo>
                    <a:pt x="260654" y="342622"/>
                  </a:lnTo>
                  <a:lnTo>
                    <a:pt x="257376" y="345900"/>
                  </a:lnTo>
                  <a:lnTo>
                    <a:pt x="254097" y="350818"/>
                  </a:lnTo>
                  <a:lnTo>
                    <a:pt x="252458" y="354097"/>
                  </a:lnTo>
                  <a:lnTo>
                    <a:pt x="249179" y="357375"/>
                  </a:lnTo>
                  <a:lnTo>
                    <a:pt x="245901" y="360654"/>
                  </a:lnTo>
                  <a:lnTo>
                    <a:pt x="242622" y="363933"/>
                  </a:lnTo>
                  <a:lnTo>
                    <a:pt x="239343" y="368851"/>
                  </a:lnTo>
                  <a:lnTo>
                    <a:pt x="236064" y="372129"/>
                  </a:lnTo>
                  <a:lnTo>
                    <a:pt x="234425" y="375408"/>
                  </a:lnTo>
                  <a:lnTo>
                    <a:pt x="231147" y="378687"/>
                  </a:lnTo>
                  <a:lnTo>
                    <a:pt x="227868" y="381966"/>
                  </a:lnTo>
                  <a:lnTo>
                    <a:pt x="226229" y="385244"/>
                  </a:lnTo>
                  <a:lnTo>
                    <a:pt x="222950" y="390162"/>
                  </a:lnTo>
                  <a:lnTo>
                    <a:pt x="219671" y="393441"/>
                  </a:lnTo>
                  <a:lnTo>
                    <a:pt x="216393" y="396719"/>
                  </a:lnTo>
                  <a:lnTo>
                    <a:pt x="213114" y="399998"/>
                  </a:lnTo>
                  <a:lnTo>
                    <a:pt x="209835" y="404916"/>
                  </a:lnTo>
                  <a:lnTo>
                    <a:pt x="204917" y="408195"/>
                  </a:lnTo>
                  <a:lnTo>
                    <a:pt x="201639" y="411473"/>
                  </a:lnTo>
                  <a:lnTo>
                    <a:pt x="198360" y="414752"/>
                  </a:lnTo>
                  <a:lnTo>
                    <a:pt x="196720" y="419670"/>
                  </a:lnTo>
                  <a:lnTo>
                    <a:pt x="193442" y="422949"/>
                  </a:lnTo>
                  <a:lnTo>
                    <a:pt x="188524" y="426228"/>
                  </a:lnTo>
                  <a:lnTo>
                    <a:pt x="185245" y="427867"/>
                  </a:lnTo>
                  <a:lnTo>
                    <a:pt x="181966" y="431146"/>
                  </a:lnTo>
                  <a:lnTo>
                    <a:pt x="178688" y="432785"/>
                  </a:lnTo>
                  <a:lnTo>
                    <a:pt x="175409" y="434424"/>
                  </a:lnTo>
                  <a:lnTo>
                    <a:pt x="172130" y="437703"/>
                  </a:lnTo>
                  <a:lnTo>
                    <a:pt x="167213" y="439342"/>
                  </a:lnTo>
                  <a:lnTo>
                    <a:pt x="163934" y="442621"/>
                  </a:lnTo>
                  <a:lnTo>
                    <a:pt x="160655" y="444260"/>
                  </a:lnTo>
                  <a:lnTo>
                    <a:pt x="159016" y="444260"/>
                  </a:lnTo>
                  <a:lnTo>
                    <a:pt x="155737" y="445900"/>
                  </a:lnTo>
                  <a:lnTo>
                    <a:pt x="154098" y="447539"/>
                  </a:lnTo>
                  <a:lnTo>
                    <a:pt x="150819" y="450818"/>
                  </a:lnTo>
                  <a:lnTo>
                    <a:pt x="147540" y="452457"/>
                  </a:lnTo>
                  <a:lnTo>
                    <a:pt x="144262" y="455736"/>
                  </a:lnTo>
                  <a:lnTo>
                    <a:pt x="139344" y="459015"/>
                  </a:lnTo>
                  <a:lnTo>
                    <a:pt x="136065" y="462293"/>
                  </a:lnTo>
                  <a:lnTo>
                    <a:pt x="132786" y="465572"/>
                  </a:lnTo>
                  <a:lnTo>
                    <a:pt x="127869" y="468850"/>
                  </a:lnTo>
                  <a:lnTo>
                    <a:pt x="124590" y="473768"/>
                  </a:lnTo>
                  <a:lnTo>
                    <a:pt x="121311" y="477047"/>
                  </a:lnTo>
                  <a:lnTo>
                    <a:pt x="118032" y="480326"/>
                  </a:lnTo>
                  <a:lnTo>
                    <a:pt x="114754" y="483605"/>
                  </a:lnTo>
                  <a:lnTo>
                    <a:pt x="111475" y="485244"/>
                  </a:lnTo>
                  <a:lnTo>
                    <a:pt x="108196" y="488522"/>
                  </a:lnTo>
                  <a:lnTo>
                    <a:pt x="104917" y="493440"/>
                  </a:lnTo>
                  <a:lnTo>
                    <a:pt x="101639" y="496719"/>
                  </a:lnTo>
                  <a:lnTo>
                    <a:pt x="96721" y="499998"/>
                  </a:lnTo>
                  <a:lnTo>
                    <a:pt x="96721" y="501637"/>
                  </a:lnTo>
                  <a:lnTo>
                    <a:pt x="93442" y="504916"/>
                  </a:lnTo>
                  <a:lnTo>
                    <a:pt x="90164" y="509834"/>
                  </a:lnTo>
                  <a:lnTo>
                    <a:pt x="86885" y="513112"/>
                  </a:lnTo>
                  <a:lnTo>
                    <a:pt x="86885" y="513112"/>
                  </a:lnTo>
                  <a:lnTo>
                    <a:pt x="83606" y="516391"/>
                  </a:lnTo>
                  <a:lnTo>
                    <a:pt x="80327" y="521309"/>
                  </a:lnTo>
                  <a:lnTo>
                    <a:pt x="77049" y="524588"/>
                  </a:lnTo>
                  <a:lnTo>
                    <a:pt x="73770" y="527866"/>
                  </a:lnTo>
                  <a:lnTo>
                    <a:pt x="72131" y="532785"/>
                  </a:lnTo>
                  <a:lnTo>
                    <a:pt x="68852" y="536063"/>
                  </a:lnTo>
                  <a:lnTo>
                    <a:pt x="63934" y="539342"/>
                  </a:lnTo>
                  <a:lnTo>
                    <a:pt x="62295" y="542620"/>
                  </a:lnTo>
                  <a:lnTo>
                    <a:pt x="59016" y="545899"/>
                  </a:lnTo>
                  <a:lnTo>
                    <a:pt x="57377" y="549178"/>
                  </a:lnTo>
                  <a:lnTo>
                    <a:pt x="54098" y="554096"/>
                  </a:lnTo>
                  <a:lnTo>
                    <a:pt x="50820" y="557375"/>
                  </a:lnTo>
                  <a:lnTo>
                    <a:pt x="49180" y="560653"/>
                  </a:lnTo>
                  <a:lnTo>
                    <a:pt x="45902" y="563932"/>
                  </a:lnTo>
                  <a:lnTo>
                    <a:pt x="42623" y="568850"/>
                  </a:lnTo>
                  <a:lnTo>
                    <a:pt x="39344" y="572129"/>
                  </a:lnTo>
                  <a:lnTo>
                    <a:pt x="37705" y="568850"/>
                  </a:lnTo>
                  <a:lnTo>
                    <a:pt x="37705" y="572129"/>
                  </a:lnTo>
                  <a:lnTo>
                    <a:pt x="37705" y="575407"/>
                  </a:lnTo>
                  <a:lnTo>
                    <a:pt x="36066" y="580325"/>
                  </a:lnTo>
                  <a:lnTo>
                    <a:pt x="34426" y="583604"/>
                  </a:lnTo>
                  <a:lnTo>
                    <a:pt x="32787" y="586883"/>
                  </a:lnTo>
                  <a:lnTo>
                    <a:pt x="29508" y="590161"/>
                  </a:lnTo>
                  <a:lnTo>
                    <a:pt x="27869" y="595079"/>
                  </a:lnTo>
                  <a:lnTo>
                    <a:pt x="26229" y="598358"/>
                  </a:lnTo>
                  <a:lnTo>
                    <a:pt x="22951" y="601637"/>
                  </a:lnTo>
                  <a:lnTo>
                    <a:pt x="22951" y="603276"/>
                  </a:lnTo>
                  <a:lnTo>
                    <a:pt x="22951" y="599997"/>
                  </a:lnTo>
                  <a:lnTo>
                    <a:pt x="21312" y="596719"/>
                  </a:lnTo>
                  <a:lnTo>
                    <a:pt x="18033" y="591800"/>
                  </a:lnTo>
                  <a:lnTo>
                    <a:pt x="14754" y="586883"/>
                  </a:lnTo>
                  <a:lnTo>
                    <a:pt x="13115" y="583604"/>
                  </a:lnTo>
                  <a:lnTo>
                    <a:pt x="9836" y="580325"/>
                  </a:lnTo>
                  <a:lnTo>
                    <a:pt x="6557" y="575407"/>
                  </a:lnTo>
                  <a:lnTo>
                    <a:pt x="4918" y="570489"/>
                  </a:lnTo>
                  <a:lnTo>
                    <a:pt x="1639" y="567210"/>
                  </a:lnTo>
                  <a:lnTo>
                    <a:pt x="1639" y="527866"/>
                  </a:lnTo>
                  <a:lnTo>
                    <a:pt x="1639" y="521309"/>
                  </a:lnTo>
                  <a:lnTo>
                    <a:pt x="1639" y="511473"/>
                  </a:lnTo>
                  <a:lnTo>
                    <a:pt x="1639" y="508195"/>
                  </a:lnTo>
                  <a:lnTo>
                    <a:pt x="1639" y="506555"/>
                  </a:lnTo>
                  <a:lnTo>
                    <a:pt x="1639" y="498359"/>
                  </a:lnTo>
                  <a:lnTo>
                    <a:pt x="1639" y="491801"/>
                  </a:lnTo>
                  <a:lnTo>
                    <a:pt x="1639" y="488522"/>
                  </a:lnTo>
                  <a:lnTo>
                    <a:pt x="1639" y="483605"/>
                  </a:lnTo>
                  <a:lnTo>
                    <a:pt x="1639" y="480326"/>
                  </a:lnTo>
                  <a:lnTo>
                    <a:pt x="1639" y="477047"/>
                  </a:lnTo>
                  <a:lnTo>
                    <a:pt x="1639" y="470490"/>
                  </a:lnTo>
                  <a:lnTo>
                    <a:pt x="1639" y="470490"/>
                  </a:lnTo>
                  <a:lnTo>
                    <a:pt x="1639" y="465572"/>
                  </a:lnTo>
                  <a:lnTo>
                    <a:pt x="1639" y="462293"/>
                  </a:lnTo>
                  <a:lnTo>
                    <a:pt x="1639" y="459015"/>
                  </a:lnTo>
                  <a:lnTo>
                    <a:pt x="1639" y="455736"/>
                  </a:lnTo>
                  <a:lnTo>
                    <a:pt x="0" y="450818"/>
                  </a:lnTo>
                  <a:lnTo>
                    <a:pt x="0" y="447539"/>
                  </a:lnTo>
                  <a:lnTo>
                    <a:pt x="0" y="444260"/>
                  </a:lnTo>
                  <a:lnTo>
                    <a:pt x="0" y="440982"/>
                  </a:lnTo>
                  <a:lnTo>
                    <a:pt x="0" y="436063"/>
                  </a:lnTo>
                  <a:lnTo>
                    <a:pt x="0" y="432785"/>
                  </a:lnTo>
                  <a:lnTo>
                    <a:pt x="0" y="42622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8" name="Freeform 2777">
              <a:extLst>
                <a:ext uri="{FF2B5EF4-FFF2-40B4-BE49-F238E27FC236}">
                  <a16:creationId xmlns:a16="http://schemas.microsoft.com/office/drawing/2014/main" id="{27CC091C-9A36-8C44-83B2-349BC857B245}"/>
                </a:ext>
              </a:extLst>
            </p:cNvPr>
            <p:cNvSpPr/>
            <p:nvPr/>
          </p:nvSpPr>
          <p:spPr>
            <a:xfrm>
              <a:off x="7499272" y="1236222"/>
              <a:ext cx="24590" cy="13114"/>
            </a:xfrm>
            <a:custGeom>
              <a:avLst/>
              <a:gdLst>
                <a:gd name="connsiteX0" fmla="*/ 0 w 24590"/>
                <a:gd name="connsiteY0" fmla="*/ 6557 h 13114"/>
                <a:gd name="connsiteX1" fmla="*/ 1639 w 24590"/>
                <a:gd name="connsiteY1" fmla="*/ 4918 h 13114"/>
                <a:gd name="connsiteX2" fmla="*/ 4918 w 24590"/>
                <a:gd name="connsiteY2" fmla="*/ 3279 h 13114"/>
                <a:gd name="connsiteX3" fmla="*/ 8197 w 24590"/>
                <a:gd name="connsiteY3" fmla="*/ 3279 h 13114"/>
                <a:gd name="connsiteX4" fmla="*/ 13114 w 24590"/>
                <a:gd name="connsiteY4" fmla="*/ 1639 h 13114"/>
                <a:gd name="connsiteX5" fmla="*/ 16393 w 24590"/>
                <a:gd name="connsiteY5" fmla="*/ 0 h 13114"/>
                <a:gd name="connsiteX6" fmla="*/ 16393 w 24590"/>
                <a:gd name="connsiteY6" fmla="*/ 0 h 13114"/>
                <a:gd name="connsiteX7" fmla="*/ 19672 w 24590"/>
                <a:gd name="connsiteY7" fmla="*/ 3279 h 13114"/>
                <a:gd name="connsiteX8" fmla="*/ 22951 w 24590"/>
                <a:gd name="connsiteY8" fmla="*/ 6557 h 13114"/>
                <a:gd name="connsiteX9" fmla="*/ 24590 w 24590"/>
                <a:gd name="connsiteY9" fmla="*/ 9836 h 13114"/>
                <a:gd name="connsiteX10" fmla="*/ 21311 w 24590"/>
                <a:gd name="connsiteY10" fmla="*/ 9836 h 13114"/>
                <a:gd name="connsiteX11" fmla="*/ 16393 w 24590"/>
                <a:gd name="connsiteY11" fmla="*/ 9836 h 13114"/>
                <a:gd name="connsiteX12" fmla="*/ 13114 w 24590"/>
                <a:gd name="connsiteY12" fmla="*/ 13115 h 13114"/>
                <a:gd name="connsiteX13" fmla="*/ 9836 w 24590"/>
                <a:gd name="connsiteY13" fmla="*/ 13115 h 13114"/>
                <a:gd name="connsiteX14" fmla="*/ 6557 w 24590"/>
                <a:gd name="connsiteY14" fmla="*/ 11475 h 13114"/>
                <a:gd name="connsiteX15" fmla="*/ 1639 w 24590"/>
                <a:gd name="connsiteY15" fmla="*/ 9836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590" h="13114">
                  <a:moveTo>
                    <a:pt x="0" y="6557"/>
                  </a:moveTo>
                  <a:lnTo>
                    <a:pt x="1639" y="4918"/>
                  </a:lnTo>
                  <a:lnTo>
                    <a:pt x="4918" y="3279"/>
                  </a:lnTo>
                  <a:lnTo>
                    <a:pt x="8197" y="3279"/>
                  </a:lnTo>
                  <a:lnTo>
                    <a:pt x="13114" y="1639"/>
                  </a:lnTo>
                  <a:lnTo>
                    <a:pt x="16393" y="0"/>
                  </a:lnTo>
                  <a:lnTo>
                    <a:pt x="16393" y="0"/>
                  </a:lnTo>
                  <a:lnTo>
                    <a:pt x="19672" y="3279"/>
                  </a:lnTo>
                  <a:lnTo>
                    <a:pt x="22951" y="6557"/>
                  </a:lnTo>
                  <a:lnTo>
                    <a:pt x="24590" y="9836"/>
                  </a:lnTo>
                  <a:lnTo>
                    <a:pt x="21311" y="9836"/>
                  </a:lnTo>
                  <a:lnTo>
                    <a:pt x="16393" y="9836"/>
                  </a:lnTo>
                  <a:lnTo>
                    <a:pt x="13114" y="13115"/>
                  </a:lnTo>
                  <a:lnTo>
                    <a:pt x="9836" y="13115"/>
                  </a:lnTo>
                  <a:lnTo>
                    <a:pt x="6557" y="11475"/>
                  </a:lnTo>
                  <a:lnTo>
                    <a:pt x="1639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9" name="Freeform 2778">
              <a:extLst>
                <a:ext uri="{FF2B5EF4-FFF2-40B4-BE49-F238E27FC236}">
                  <a16:creationId xmlns:a16="http://schemas.microsoft.com/office/drawing/2014/main" id="{3F5CB3C8-5B73-A64A-B314-5C827D25C3AF}"/>
                </a:ext>
              </a:extLst>
            </p:cNvPr>
            <p:cNvSpPr/>
            <p:nvPr/>
          </p:nvSpPr>
          <p:spPr>
            <a:xfrm>
              <a:off x="7500911" y="1236222"/>
              <a:ext cx="14753" cy="4917"/>
            </a:xfrm>
            <a:custGeom>
              <a:avLst/>
              <a:gdLst>
                <a:gd name="connsiteX0" fmla="*/ 0 w 14753"/>
                <a:gd name="connsiteY0" fmla="*/ 4918 h 4917"/>
                <a:gd name="connsiteX1" fmla="*/ 3278 w 14753"/>
                <a:gd name="connsiteY1" fmla="*/ 3279 h 4917"/>
                <a:gd name="connsiteX2" fmla="*/ 6557 w 14753"/>
                <a:gd name="connsiteY2" fmla="*/ 3279 h 4917"/>
                <a:gd name="connsiteX3" fmla="*/ 11475 w 14753"/>
                <a:gd name="connsiteY3" fmla="*/ 1639 h 4917"/>
                <a:gd name="connsiteX4" fmla="*/ 14754 w 14753"/>
                <a:gd name="connsiteY4" fmla="*/ 0 h 4917"/>
                <a:gd name="connsiteX5" fmla="*/ 11475 w 14753"/>
                <a:gd name="connsiteY5" fmla="*/ 1639 h 4917"/>
                <a:gd name="connsiteX6" fmla="*/ 6557 w 14753"/>
                <a:gd name="connsiteY6" fmla="*/ 3279 h 4917"/>
                <a:gd name="connsiteX7" fmla="*/ 3278 w 14753"/>
                <a:gd name="connsiteY7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3" h="4917">
                  <a:moveTo>
                    <a:pt x="0" y="4918"/>
                  </a:moveTo>
                  <a:lnTo>
                    <a:pt x="3278" y="3279"/>
                  </a:lnTo>
                  <a:lnTo>
                    <a:pt x="6557" y="3279"/>
                  </a:lnTo>
                  <a:lnTo>
                    <a:pt x="11475" y="1639"/>
                  </a:lnTo>
                  <a:lnTo>
                    <a:pt x="14754" y="0"/>
                  </a:lnTo>
                  <a:lnTo>
                    <a:pt x="11475" y="1639"/>
                  </a:lnTo>
                  <a:lnTo>
                    <a:pt x="6557" y="3279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0" name="Freeform 2779">
              <a:extLst>
                <a:ext uri="{FF2B5EF4-FFF2-40B4-BE49-F238E27FC236}">
                  <a16:creationId xmlns:a16="http://schemas.microsoft.com/office/drawing/2014/main" id="{F1A751E2-059C-2C42-A19B-C6FE8E811AC3}"/>
                </a:ext>
              </a:extLst>
            </p:cNvPr>
            <p:cNvSpPr/>
            <p:nvPr/>
          </p:nvSpPr>
          <p:spPr>
            <a:xfrm>
              <a:off x="7595993" y="2424740"/>
              <a:ext cx="495079" cy="399998"/>
            </a:xfrm>
            <a:custGeom>
              <a:avLst/>
              <a:gdLst>
                <a:gd name="connsiteX0" fmla="*/ 0 w 495079"/>
                <a:gd name="connsiteY0" fmla="*/ 195081 h 399998"/>
                <a:gd name="connsiteX1" fmla="*/ 0 w 495079"/>
                <a:gd name="connsiteY1" fmla="*/ 193442 h 399998"/>
                <a:gd name="connsiteX2" fmla="*/ 0 w 495079"/>
                <a:gd name="connsiteY2" fmla="*/ 188524 h 399998"/>
                <a:gd name="connsiteX3" fmla="*/ 3279 w 495079"/>
                <a:gd name="connsiteY3" fmla="*/ 185245 h 399998"/>
                <a:gd name="connsiteX4" fmla="*/ 6557 w 495079"/>
                <a:gd name="connsiteY4" fmla="*/ 183606 h 399998"/>
                <a:gd name="connsiteX5" fmla="*/ 9836 w 495079"/>
                <a:gd name="connsiteY5" fmla="*/ 180327 h 399998"/>
                <a:gd name="connsiteX6" fmla="*/ 8197 w 495079"/>
                <a:gd name="connsiteY6" fmla="*/ 177048 h 399998"/>
                <a:gd name="connsiteX7" fmla="*/ 4918 w 495079"/>
                <a:gd name="connsiteY7" fmla="*/ 173770 h 399998"/>
                <a:gd name="connsiteX8" fmla="*/ 9836 w 495079"/>
                <a:gd name="connsiteY8" fmla="*/ 172130 h 399998"/>
                <a:gd name="connsiteX9" fmla="*/ 13114 w 495079"/>
                <a:gd name="connsiteY9" fmla="*/ 168852 h 399998"/>
                <a:gd name="connsiteX10" fmla="*/ 13114 w 495079"/>
                <a:gd name="connsiteY10" fmla="*/ 165573 h 399998"/>
                <a:gd name="connsiteX11" fmla="*/ 14754 w 495079"/>
                <a:gd name="connsiteY11" fmla="*/ 160655 h 399998"/>
                <a:gd name="connsiteX12" fmla="*/ 14754 w 495079"/>
                <a:gd name="connsiteY12" fmla="*/ 157376 h 399998"/>
                <a:gd name="connsiteX13" fmla="*/ 14754 w 495079"/>
                <a:gd name="connsiteY13" fmla="*/ 154098 h 399998"/>
                <a:gd name="connsiteX14" fmla="*/ 14754 w 495079"/>
                <a:gd name="connsiteY14" fmla="*/ 152458 h 399998"/>
                <a:gd name="connsiteX15" fmla="*/ 16393 w 495079"/>
                <a:gd name="connsiteY15" fmla="*/ 149180 h 399998"/>
                <a:gd name="connsiteX16" fmla="*/ 13114 w 495079"/>
                <a:gd name="connsiteY16" fmla="*/ 145901 h 399998"/>
                <a:gd name="connsiteX17" fmla="*/ 13114 w 495079"/>
                <a:gd name="connsiteY17" fmla="*/ 140983 h 399998"/>
                <a:gd name="connsiteX18" fmla="*/ 14754 w 495079"/>
                <a:gd name="connsiteY18" fmla="*/ 137704 h 399998"/>
                <a:gd name="connsiteX19" fmla="*/ 16393 w 495079"/>
                <a:gd name="connsiteY19" fmla="*/ 134426 h 399998"/>
                <a:gd name="connsiteX20" fmla="*/ 18033 w 495079"/>
                <a:gd name="connsiteY20" fmla="*/ 129508 h 399998"/>
                <a:gd name="connsiteX21" fmla="*/ 16393 w 495079"/>
                <a:gd name="connsiteY21" fmla="*/ 126229 h 399998"/>
                <a:gd name="connsiteX22" fmla="*/ 19672 w 495079"/>
                <a:gd name="connsiteY22" fmla="*/ 124590 h 399998"/>
                <a:gd name="connsiteX23" fmla="*/ 22951 w 495079"/>
                <a:gd name="connsiteY23" fmla="*/ 127868 h 399998"/>
                <a:gd name="connsiteX24" fmla="*/ 26229 w 495079"/>
                <a:gd name="connsiteY24" fmla="*/ 131147 h 399998"/>
                <a:gd name="connsiteX25" fmla="*/ 29508 w 495079"/>
                <a:gd name="connsiteY25" fmla="*/ 132786 h 399998"/>
                <a:gd name="connsiteX26" fmla="*/ 34426 w 495079"/>
                <a:gd name="connsiteY26" fmla="*/ 134426 h 399998"/>
                <a:gd name="connsiteX27" fmla="*/ 37705 w 495079"/>
                <a:gd name="connsiteY27" fmla="*/ 134426 h 399998"/>
                <a:gd name="connsiteX28" fmla="*/ 40983 w 495079"/>
                <a:gd name="connsiteY28" fmla="*/ 132786 h 399998"/>
                <a:gd name="connsiteX29" fmla="*/ 45901 w 495079"/>
                <a:gd name="connsiteY29" fmla="*/ 132786 h 399998"/>
                <a:gd name="connsiteX30" fmla="*/ 47541 w 495079"/>
                <a:gd name="connsiteY30" fmla="*/ 136065 h 399998"/>
                <a:gd name="connsiteX31" fmla="*/ 49180 w 495079"/>
                <a:gd name="connsiteY31" fmla="*/ 136065 h 399998"/>
                <a:gd name="connsiteX32" fmla="*/ 54098 w 495079"/>
                <a:gd name="connsiteY32" fmla="*/ 139344 h 399998"/>
                <a:gd name="connsiteX33" fmla="*/ 55737 w 495079"/>
                <a:gd name="connsiteY33" fmla="*/ 140983 h 399998"/>
                <a:gd name="connsiteX34" fmla="*/ 55737 w 495079"/>
                <a:gd name="connsiteY34" fmla="*/ 142622 h 399998"/>
                <a:gd name="connsiteX35" fmla="*/ 57377 w 495079"/>
                <a:gd name="connsiteY35" fmla="*/ 145901 h 399998"/>
                <a:gd name="connsiteX36" fmla="*/ 57377 w 495079"/>
                <a:gd name="connsiteY36" fmla="*/ 145901 h 399998"/>
                <a:gd name="connsiteX37" fmla="*/ 60656 w 495079"/>
                <a:gd name="connsiteY37" fmla="*/ 142622 h 399998"/>
                <a:gd name="connsiteX38" fmla="*/ 63934 w 495079"/>
                <a:gd name="connsiteY38" fmla="*/ 140983 h 399998"/>
                <a:gd name="connsiteX39" fmla="*/ 67213 w 495079"/>
                <a:gd name="connsiteY39" fmla="*/ 142622 h 399998"/>
                <a:gd name="connsiteX40" fmla="*/ 72131 w 495079"/>
                <a:gd name="connsiteY40" fmla="*/ 140983 h 399998"/>
                <a:gd name="connsiteX41" fmla="*/ 75410 w 495079"/>
                <a:gd name="connsiteY41" fmla="*/ 139344 h 399998"/>
                <a:gd name="connsiteX42" fmla="*/ 78688 w 495079"/>
                <a:gd name="connsiteY42" fmla="*/ 136065 h 399998"/>
                <a:gd name="connsiteX43" fmla="*/ 83606 w 495079"/>
                <a:gd name="connsiteY43" fmla="*/ 134426 h 399998"/>
                <a:gd name="connsiteX44" fmla="*/ 83606 w 495079"/>
                <a:gd name="connsiteY44" fmla="*/ 129508 h 399998"/>
                <a:gd name="connsiteX45" fmla="*/ 83606 w 495079"/>
                <a:gd name="connsiteY45" fmla="*/ 126229 h 399998"/>
                <a:gd name="connsiteX46" fmla="*/ 86885 w 495079"/>
                <a:gd name="connsiteY46" fmla="*/ 122950 h 399998"/>
                <a:gd name="connsiteX47" fmla="*/ 86885 w 495079"/>
                <a:gd name="connsiteY47" fmla="*/ 122950 h 399998"/>
                <a:gd name="connsiteX48" fmla="*/ 83606 w 495079"/>
                <a:gd name="connsiteY48" fmla="*/ 119672 h 399998"/>
                <a:gd name="connsiteX49" fmla="*/ 81967 w 495079"/>
                <a:gd name="connsiteY49" fmla="*/ 114754 h 399998"/>
                <a:gd name="connsiteX50" fmla="*/ 81967 w 495079"/>
                <a:gd name="connsiteY50" fmla="*/ 114754 h 399998"/>
                <a:gd name="connsiteX51" fmla="*/ 85246 w 495079"/>
                <a:gd name="connsiteY51" fmla="*/ 114754 h 399998"/>
                <a:gd name="connsiteX52" fmla="*/ 88524 w 495079"/>
                <a:gd name="connsiteY52" fmla="*/ 114754 h 399998"/>
                <a:gd name="connsiteX53" fmla="*/ 93442 w 495079"/>
                <a:gd name="connsiteY53" fmla="*/ 114754 h 399998"/>
                <a:gd name="connsiteX54" fmla="*/ 96721 w 495079"/>
                <a:gd name="connsiteY54" fmla="*/ 113114 h 399998"/>
                <a:gd name="connsiteX55" fmla="*/ 100000 w 495079"/>
                <a:gd name="connsiteY55" fmla="*/ 109836 h 399998"/>
                <a:gd name="connsiteX56" fmla="*/ 103278 w 495079"/>
                <a:gd name="connsiteY56" fmla="*/ 109836 h 399998"/>
                <a:gd name="connsiteX57" fmla="*/ 108196 w 495079"/>
                <a:gd name="connsiteY57" fmla="*/ 108196 h 399998"/>
                <a:gd name="connsiteX58" fmla="*/ 111475 w 495079"/>
                <a:gd name="connsiteY58" fmla="*/ 106557 h 399998"/>
                <a:gd name="connsiteX59" fmla="*/ 114754 w 495079"/>
                <a:gd name="connsiteY59" fmla="*/ 103278 h 399998"/>
                <a:gd name="connsiteX60" fmla="*/ 118032 w 495079"/>
                <a:gd name="connsiteY60" fmla="*/ 101639 h 399998"/>
                <a:gd name="connsiteX61" fmla="*/ 122950 w 495079"/>
                <a:gd name="connsiteY61" fmla="*/ 100000 h 399998"/>
                <a:gd name="connsiteX62" fmla="*/ 126229 w 495079"/>
                <a:gd name="connsiteY62" fmla="*/ 98360 h 399998"/>
                <a:gd name="connsiteX63" fmla="*/ 129508 w 495079"/>
                <a:gd name="connsiteY63" fmla="*/ 95082 h 399998"/>
                <a:gd name="connsiteX64" fmla="*/ 131147 w 495079"/>
                <a:gd name="connsiteY64" fmla="*/ 90164 h 399998"/>
                <a:gd name="connsiteX65" fmla="*/ 131147 w 495079"/>
                <a:gd name="connsiteY65" fmla="*/ 86885 h 399998"/>
                <a:gd name="connsiteX66" fmla="*/ 129508 w 495079"/>
                <a:gd name="connsiteY66" fmla="*/ 83606 h 399998"/>
                <a:gd name="connsiteX67" fmla="*/ 129508 w 495079"/>
                <a:gd name="connsiteY67" fmla="*/ 78688 h 399998"/>
                <a:gd name="connsiteX68" fmla="*/ 131147 w 495079"/>
                <a:gd name="connsiteY68" fmla="*/ 75410 h 399998"/>
                <a:gd name="connsiteX69" fmla="*/ 132786 w 495079"/>
                <a:gd name="connsiteY69" fmla="*/ 72131 h 399998"/>
                <a:gd name="connsiteX70" fmla="*/ 132786 w 495079"/>
                <a:gd name="connsiteY70" fmla="*/ 67213 h 399998"/>
                <a:gd name="connsiteX71" fmla="*/ 132786 w 495079"/>
                <a:gd name="connsiteY71" fmla="*/ 63934 h 399998"/>
                <a:gd name="connsiteX72" fmla="*/ 131147 w 495079"/>
                <a:gd name="connsiteY72" fmla="*/ 60656 h 399998"/>
                <a:gd name="connsiteX73" fmla="*/ 134426 w 495079"/>
                <a:gd name="connsiteY73" fmla="*/ 57377 h 399998"/>
                <a:gd name="connsiteX74" fmla="*/ 137704 w 495079"/>
                <a:gd name="connsiteY74" fmla="*/ 55738 h 399998"/>
                <a:gd name="connsiteX75" fmla="*/ 142623 w 495079"/>
                <a:gd name="connsiteY75" fmla="*/ 54098 h 399998"/>
                <a:gd name="connsiteX76" fmla="*/ 145901 w 495079"/>
                <a:gd name="connsiteY76" fmla="*/ 54098 h 399998"/>
                <a:gd name="connsiteX77" fmla="*/ 149180 w 495079"/>
                <a:gd name="connsiteY77" fmla="*/ 54098 h 399998"/>
                <a:gd name="connsiteX78" fmla="*/ 152458 w 495079"/>
                <a:gd name="connsiteY78" fmla="*/ 54098 h 399998"/>
                <a:gd name="connsiteX79" fmla="*/ 157376 w 495079"/>
                <a:gd name="connsiteY79" fmla="*/ 54098 h 399998"/>
                <a:gd name="connsiteX80" fmla="*/ 159016 w 495079"/>
                <a:gd name="connsiteY80" fmla="*/ 50820 h 399998"/>
                <a:gd name="connsiteX81" fmla="*/ 159016 w 495079"/>
                <a:gd name="connsiteY81" fmla="*/ 47541 h 399998"/>
                <a:gd name="connsiteX82" fmla="*/ 159016 w 495079"/>
                <a:gd name="connsiteY82" fmla="*/ 44262 h 399998"/>
                <a:gd name="connsiteX83" fmla="*/ 162294 w 495079"/>
                <a:gd name="connsiteY83" fmla="*/ 39344 h 399998"/>
                <a:gd name="connsiteX84" fmla="*/ 163934 w 495079"/>
                <a:gd name="connsiteY84" fmla="*/ 40983 h 399998"/>
                <a:gd name="connsiteX85" fmla="*/ 167213 w 495079"/>
                <a:gd name="connsiteY85" fmla="*/ 44262 h 399998"/>
                <a:gd name="connsiteX86" fmla="*/ 172130 w 495079"/>
                <a:gd name="connsiteY86" fmla="*/ 44262 h 399998"/>
                <a:gd name="connsiteX87" fmla="*/ 175409 w 495079"/>
                <a:gd name="connsiteY87" fmla="*/ 45901 h 399998"/>
                <a:gd name="connsiteX88" fmla="*/ 178688 w 495079"/>
                <a:gd name="connsiteY88" fmla="*/ 49180 h 399998"/>
                <a:gd name="connsiteX89" fmla="*/ 183606 w 495079"/>
                <a:gd name="connsiteY89" fmla="*/ 50820 h 399998"/>
                <a:gd name="connsiteX90" fmla="*/ 186884 w 495079"/>
                <a:gd name="connsiteY90" fmla="*/ 49180 h 399998"/>
                <a:gd name="connsiteX91" fmla="*/ 190163 w 495079"/>
                <a:gd name="connsiteY91" fmla="*/ 49180 h 399998"/>
                <a:gd name="connsiteX92" fmla="*/ 190163 w 495079"/>
                <a:gd name="connsiteY92" fmla="*/ 49180 h 399998"/>
                <a:gd name="connsiteX93" fmla="*/ 191803 w 495079"/>
                <a:gd name="connsiteY93" fmla="*/ 49180 h 399998"/>
                <a:gd name="connsiteX94" fmla="*/ 193442 w 495079"/>
                <a:gd name="connsiteY94" fmla="*/ 49180 h 399998"/>
                <a:gd name="connsiteX95" fmla="*/ 196720 w 495079"/>
                <a:gd name="connsiteY95" fmla="*/ 49180 h 399998"/>
                <a:gd name="connsiteX96" fmla="*/ 199999 w 495079"/>
                <a:gd name="connsiteY96" fmla="*/ 49180 h 399998"/>
                <a:gd name="connsiteX97" fmla="*/ 204917 w 495079"/>
                <a:gd name="connsiteY97" fmla="*/ 49180 h 399998"/>
                <a:gd name="connsiteX98" fmla="*/ 208196 w 495079"/>
                <a:gd name="connsiteY98" fmla="*/ 47541 h 399998"/>
                <a:gd name="connsiteX99" fmla="*/ 211474 w 495079"/>
                <a:gd name="connsiteY99" fmla="*/ 49180 h 399998"/>
                <a:gd name="connsiteX100" fmla="*/ 216393 w 495079"/>
                <a:gd name="connsiteY100" fmla="*/ 54098 h 399998"/>
                <a:gd name="connsiteX101" fmla="*/ 216393 w 495079"/>
                <a:gd name="connsiteY101" fmla="*/ 54098 h 399998"/>
                <a:gd name="connsiteX102" fmla="*/ 219671 w 495079"/>
                <a:gd name="connsiteY102" fmla="*/ 57377 h 399998"/>
                <a:gd name="connsiteX103" fmla="*/ 221310 w 495079"/>
                <a:gd name="connsiteY103" fmla="*/ 55738 h 399998"/>
                <a:gd name="connsiteX104" fmla="*/ 224589 w 495079"/>
                <a:gd name="connsiteY104" fmla="*/ 55738 h 399998"/>
                <a:gd name="connsiteX105" fmla="*/ 224589 w 495079"/>
                <a:gd name="connsiteY105" fmla="*/ 54098 h 399998"/>
                <a:gd name="connsiteX106" fmla="*/ 229507 w 495079"/>
                <a:gd name="connsiteY106" fmla="*/ 54098 h 399998"/>
                <a:gd name="connsiteX107" fmla="*/ 232786 w 495079"/>
                <a:gd name="connsiteY107" fmla="*/ 54098 h 399998"/>
                <a:gd name="connsiteX108" fmla="*/ 236064 w 495079"/>
                <a:gd name="connsiteY108" fmla="*/ 55738 h 399998"/>
                <a:gd name="connsiteX109" fmla="*/ 237704 w 495079"/>
                <a:gd name="connsiteY109" fmla="*/ 57377 h 399998"/>
                <a:gd name="connsiteX110" fmla="*/ 239343 w 495079"/>
                <a:gd name="connsiteY110" fmla="*/ 60656 h 399998"/>
                <a:gd name="connsiteX111" fmla="*/ 242622 w 495079"/>
                <a:gd name="connsiteY111" fmla="*/ 62295 h 399998"/>
                <a:gd name="connsiteX112" fmla="*/ 245901 w 495079"/>
                <a:gd name="connsiteY112" fmla="*/ 65573 h 399998"/>
                <a:gd name="connsiteX113" fmla="*/ 247540 w 495079"/>
                <a:gd name="connsiteY113" fmla="*/ 67213 h 399998"/>
                <a:gd name="connsiteX114" fmla="*/ 250818 w 495079"/>
                <a:gd name="connsiteY114" fmla="*/ 68852 h 399998"/>
                <a:gd name="connsiteX115" fmla="*/ 250818 w 495079"/>
                <a:gd name="connsiteY115" fmla="*/ 67213 h 399998"/>
                <a:gd name="connsiteX116" fmla="*/ 254097 w 495079"/>
                <a:gd name="connsiteY116" fmla="*/ 63934 h 399998"/>
                <a:gd name="connsiteX117" fmla="*/ 257376 w 495079"/>
                <a:gd name="connsiteY117" fmla="*/ 63934 h 399998"/>
                <a:gd name="connsiteX118" fmla="*/ 257376 w 495079"/>
                <a:gd name="connsiteY118" fmla="*/ 60656 h 399998"/>
                <a:gd name="connsiteX119" fmla="*/ 257376 w 495079"/>
                <a:gd name="connsiteY119" fmla="*/ 60656 h 399998"/>
                <a:gd name="connsiteX120" fmla="*/ 262294 w 495079"/>
                <a:gd name="connsiteY120" fmla="*/ 60656 h 399998"/>
                <a:gd name="connsiteX121" fmla="*/ 265573 w 495079"/>
                <a:gd name="connsiteY121" fmla="*/ 57377 h 399998"/>
                <a:gd name="connsiteX122" fmla="*/ 267212 w 495079"/>
                <a:gd name="connsiteY122" fmla="*/ 55738 h 399998"/>
                <a:gd name="connsiteX123" fmla="*/ 272130 w 495079"/>
                <a:gd name="connsiteY123" fmla="*/ 52459 h 399998"/>
                <a:gd name="connsiteX124" fmla="*/ 275408 w 495079"/>
                <a:gd name="connsiteY124" fmla="*/ 54098 h 399998"/>
                <a:gd name="connsiteX125" fmla="*/ 277048 w 495079"/>
                <a:gd name="connsiteY125" fmla="*/ 50820 h 399998"/>
                <a:gd name="connsiteX126" fmla="*/ 280327 w 495079"/>
                <a:gd name="connsiteY126" fmla="*/ 50820 h 399998"/>
                <a:gd name="connsiteX127" fmla="*/ 283605 w 495079"/>
                <a:gd name="connsiteY127" fmla="*/ 54098 h 399998"/>
                <a:gd name="connsiteX128" fmla="*/ 288523 w 495079"/>
                <a:gd name="connsiteY128" fmla="*/ 57377 h 399998"/>
                <a:gd name="connsiteX129" fmla="*/ 288523 w 495079"/>
                <a:gd name="connsiteY129" fmla="*/ 59016 h 399998"/>
                <a:gd name="connsiteX130" fmla="*/ 291802 w 495079"/>
                <a:gd name="connsiteY130" fmla="*/ 60656 h 399998"/>
                <a:gd name="connsiteX131" fmla="*/ 295081 w 495079"/>
                <a:gd name="connsiteY131" fmla="*/ 59016 h 399998"/>
                <a:gd name="connsiteX132" fmla="*/ 296720 w 495079"/>
                <a:gd name="connsiteY132" fmla="*/ 57377 h 399998"/>
                <a:gd name="connsiteX133" fmla="*/ 296720 w 495079"/>
                <a:gd name="connsiteY133" fmla="*/ 55738 h 399998"/>
                <a:gd name="connsiteX134" fmla="*/ 296720 w 495079"/>
                <a:gd name="connsiteY134" fmla="*/ 54098 h 399998"/>
                <a:gd name="connsiteX135" fmla="*/ 295081 w 495079"/>
                <a:gd name="connsiteY135" fmla="*/ 49180 h 399998"/>
                <a:gd name="connsiteX136" fmla="*/ 293441 w 495079"/>
                <a:gd name="connsiteY136" fmla="*/ 45901 h 399998"/>
                <a:gd name="connsiteX137" fmla="*/ 296720 w 495079"/>
                <a:gd name="connsiteY137" fmla="*/ 42623 h 399998"/>
                <a:gd name="connsiteX138" fmla="*/ 299998 w 495079"/>
                <a:gd name="connsiteY138" fmla="*/ 39344 h 399998"/>
                <a:gd name="connsiteX139" fmla="*/ 303277 w 495079"/>
                <a:gd name="connsiteY139" fmla="*/ 39344 h 399998"/>
                <a:gd name="connsiteX140" fmla="*/ 306556 w 495079"/>
                <a:gd name="connsiteY140" fmla="*/ 39344 h 399998"/>
                <a:gd name="connsiteX141" fmla="*/ 309835 w 495079"/>
                <a:gd name="connsiteY141" fmla="*/ 37705 h 399998"/>
                <a:gd name="connsiteX142" fmla="*/ 314753 w 495079"/>
                <a:gd name="connsiteY142" fmla="*/ 39344 h 399998"/>
                <a:gd name="connsiteX143" fmla="*/ 314753 w 495079"/>
                <a:gd name="connsiteY143" fmla="*/ 40983 h 399998"/>
                <a:gd name="connsiteX144" fmla="*/ 318031 w 495079"/>
                <a:gd name="connsiteY144" fmla="*/ 40983 h 399998"/>
                <a:gd name="connsiteX145" fmla="*/ 321310 w 495079"/>
                <a:gd name="connsiteY145" fmla="*/ 40983 h 399998"/>
                <a:gd name="connsiteX146" fmla="*/ 322950 w 495079"/>
                <a:gd name="connsiteY146" fmla="*/ 37705 h 399998"/>
                <a:gd name="connsiteX147" fmla="*/ 322950 w 495079"/>
                <a:gd name="connsiteY147" fmla="*/ 32787 h 399998"/>
                <a:gd name="connsiteX148" fmla="*/ 321310 w 495079"/>
                <a:gd name="connsiteY148" fmla="*/ 31148 h 399998"/>
                <a:gd name="connsiteX149" fmla="*/ 318031 w 495079"/>
                <a:gd name="connsiteY149" fmla="*/ 27869 h 399998"/>
                <a:gd name="connsiteX150" fmla="*/ 318031 w 495079"/>
                <a:gd name="connsiteY150" fmla="*/ 24590 h 399998"/>
                <a:gd name="connsiteX151" fmla="*/ 321310 w 495079"/>
                <a:gd name="connsiteY151" fmla="*/ 21311 h 399998"/>
                <a:gd name="connsiteX152" fmla="*/ 322950 w 495079"/>
                <a:gd name="connsiteY152" fmla="*/ 18033 h 399998"/>
                <a:gd name="connsiteX153" fmla="*/ 326228 w 495079"/>
                <a:gd name="connsiteY153" fmla="*/ 14754 h 399998"/>
                <a:gd name="connsiteX154" fmla="*/ 327867 w 495079"/>
                <a:gd name="connsiteY154" fmla="*/ 11476 h 399998"/>
                <a:gd name="connsiteX155" fmla="*/ 327867 w 495079"/>
                <a:gd name="connsiteY155" fmla="*/ 6557 h 399998"/>
                <a:gd name="connsiteX156" fmla="*/ 331146 w 495079"/>
                <a:gd name="connsiteY156" fmla="*/ 3279 h 399998"/>
                <a:gd name="connsiteX157" fmla="*/ 334425 w 495079"/>
                <a:gd name="connsiteY157" fmla="*/ 1639 h 399998"/>
                <a:gd name="connsiteX158" fmla="*/ 337703 w 495079"/>
                <a:gd name="connsiteY158" fmla="*/ 1639 h 399998"/>
                <a:gd name="connsiteX159" fmla="*/ 340982 w 495079"/>
                <a:gd name="connsiteY159" fmla="*/ 0 h 399998"/>
                <a:gd name="connsiteX160" fmla="*/ 345900 w 495079"/>
                <a:gd name="connsiteY160" fmla="*/ 3279 h 399998"/>
                <a:gd name="connsiteX161" fmla="*/ 349179 w 495079"/>
                <a:gd name="connsiteY161" fmla="*/ 4918 h 399998"/>
                <a:gd name="connsiteX162" fmla="*/ 352457 w 495079"/>
                <a:gd name="connsiteY162" fmla="*/ 8197 h 399998"/>
                <a:gd name="connsiteX163" fmla="*/ 357375 w 495079"/>
                <a:gd name="connsiteY163" fmla="*/ 9836 h 399998"/>
                <a:gd name="connsiteX164" fmla="*/ 357375 w 495079"/>
                <a:gd name="connsiteY164" fmla="*/ 13115 h 399998"/>
                <a:gd name="connsiteX165" fmla="*/ 357375 w 495079"/>
                <a:gd name="connsiteY165" fmla="*/ 16393 h 399998"/>
                <a:gd name="connsiteX166" fmla="*/ 357375 w 495079"/>
                <a:gd name="connsiteY166" fmla="*/ 21311 h 399998"/>
                <a:gd name="connsiteX167" fmla="*/ 357375 w 495079"/>
                <a:gd name="connsiteY167" fmla="*/ 24590 h 399998"/>
                <a:gd name="connsiteX168" fmla="*/ 360654 w 495079"/>
                <a:gd name="connsiteY168" fmla="*/ 24590 h 399998"/>
                <a:gd name="connsiteX169" fmla="*/ 363933 w 495079"/>
                <a:gd name="connsiteY169" fmla="*/ 22951 h 399998"/>
                <a:gd name="connsiteX170" fmla="*/ 367211 w 495079"/>
                <a:gd name="connsiteY170" fmla="*/ 24590 h 399998"/>
                <a:gd name="connsiteX171" fmla="*/ 368851 w 495079"/>
                <a:gd name="connsiteY171" fmla="*/ 27869 h 399998"/>
                <a:gd name="connsiteX172" fmla="*/ 367211 w 495079"/>
                <a:gd name="connsiteY172" fmla="*/ 32787 h 399998"/>
                <a:gd name="connsiteX173" fmla="*/ 368851 w 495079"/>
                <a:gd name="connsiteY173" fmla="*/ 36066 h 399998"/>
                <a:gd name="connsiteX174" fmla="*/ 368851 w 495079"/>
                <a:gd name="connsiteY174" fmla="*/ 39344 h 399998"/>
                <a:gd name="connsiteX175" fmla="*/ 370490 w 495079"/>
                <a:gd name="connsiteY175" fmla="*/ 42623 h 399998"/>
                <a:gd name="connsiteX176" fmla="*/ 370490 w 495079"/>
                <a:gd name="connsiteY176" fmla="*/ 47541 h 399998"/>
                <a:gd name="connsiteX177" fmla="*/ 370490 w 495079"/>
                <a:gd name="connsiteY177" fmla="*/ 50820 h 399998"/>
                <a:gd name="connsiteX178" fmla="*/ 370490 w 495079"/>
                <a:gd name="connsiteY178" fmla="*/ 54098 h 399998"/>
                <a:gd name="connsiteX179" fmla="*/ 370490 w 495079"/>
                <a:gd name="connsiteY179" fmla="*/ 59016 h 399998"/>
                <a:gd name="connsiteX180" fmla="*/ 370490 w 495079"/>
                <a:gd name="connsiteY180" fmla="*/ 62295 h 399998"/>
                <a:gd name="connsiteX181" fmla="*/ 373769 w 495079"/>
                <a:gd name="connsiteY181" fmla="*/ 65573 h 399998"/>
                <a:gd name="connsiteX182" fmla="*/ 375408 w 495079"/>
                <a:gd name="connsiteY182" fmla="*/ 70492 h 399998"/>
                <a:gd name="connsiteX183" fmla="*/ 377047 w 495079"/>
                <a:gd name="connsiteY183" fmla="*/ 73770 h 399998"/>
                <a:gd name="connsiteX184" fmla="*/ 380326 w 495079"/>
                <a:gd name="connsiteY184" fmla="*/ 77049 h 399998"/>
                <a:gd name="connsiteX185" fmla="*/ 383605 w 495079"/>
                <a:gd name="connsiteY185" fmla="*/ 78688 h 399998"/>
                <a:gd name="connsiteX186" fmla="*/ 386884 w 495079"/>
                <a:gd name="connsiteY186" fmla="*/ 78688 h 399998"/>
                <a:gd name="connsiteX187" fmla="*/ 390162 w 495079"/>
                <a:gd name="connsiteY187" fmla="*/ 77049 h 399998"/>
                <a:gd name="connsiteX188" fmla="*/ 393441 w 495079"/>
                <a:gd name="connsiteY188" fmla="*/ 73770 h 399998"/>
                <a:gd name="connsiteX189" fmla="*/ 398359 w 495079"/>
                <a:gd name="connsiteY189" fmla="*/ 70492 h 399998"/>
                <a:gd name="connsiteX190" fmla="*/ 401638 w 495079"/>
                <a:gd name="connsiteY190" fmla="*/ 67213 h 399998"/>
                <a:gd name="connsiteX191" fmla="*/ 404916 w 495079"/>
                <a:gd name="connsiteY191" fmla="*/ 65573 h 399998"/>
                <a:gd name="connsiteX192" fmla="*/ 408195 w 495079"/>
                <a:gd name="connsiteY192" fmla="*/ 65573 h 399998"/>
                <a:gd name="connsiteX193" fmla="*/ 411474 w 495079"/>
                <a:gd name="connsiteY193" fmla="*/ 63934 h 399998"/>
                <a:gd name="connsiteX194" fmla="*/ 416391 w 495079"/>
                <a:gd name="connsiteY194" fmla="*/ 63934 h 399998"/>
                <a:gd name="connsiteX195" fmla="*/ 416391 w 495079"/>
                <a:gd name="connsiteY195" fmla="*/ 62295 h 399998"/>
                <a:gd name="connsiteX196" fmla="*/ 418031 w 495079"/>
                <a:gd name="connsiteY196" fmla="*/ 59016 h 399998"/>
                <a:gd name="connsiteX197" fmla="*/ 419670 w 495079"/>
                <a:gd name="connsiteY197" fmla="*/ 54098 h 399998"/>
                <a:gd name="connsiteX198" fmla="*/ 424588 w 495079"/>
                <a:gd name="connsiteY198" fmla="*/ 52459 h 399998"/>
                <a:gd name="connsiteX199" fmla="*/ 427867 w 495079"/>
                <a:gd name="connsiteY199" fmla="*/ 50820 h 399998"/>
                <a:gd name="connsiteX200" fmla="*/ 429506 w 495079"/>
                <a:gd name="connsiteY200" fmla="*/ 47541 h 399998"/>
                <a:gd name="connsiteX201" fmla="*/ 432785 w 495079"/>
                <a:gd name="connsiteY201" fmla="*/ 45901 h 399998"/>
                <a:gd name="connsiteX202" fmla="*/ 437703 w 495079"/>
                <a:gd name="connsiteY202" fmla="*/ 45901 h 399998"/>
                <a:gd name="connsiteX203" fmla="*/ 440981 w 495079"/>
                <a:gd name="connsiteY203" fmla="*/ 44262 h 399998"/>
                <a:gd name="connsiteX204" fmla="*/ 444260 w 495079"/>
                <a:gd name="connsiteY204" fmla="*/ 45901 h 399998"/>
                <a:gd name="connsiteX205" fmla="*/ 447539 w 495079"/>
                <a:gd name="connsiteY205" fmla="*/ 45901 h 399998"/>
                <a:gd name="connsiteX206" fmla="*/ 452457 w 495079"/>
                <a:gd name="connsiteY206" fmla="*/ 45901 h 399998"/>
                <a:gd name="connsiteX207" fmla="*/ 452457 w 495079"/>
                <a:gd name="connsiteY207" fmla="*/ 45901 h 399998"/>
                <a:gd name="connsiteX208" fmla="*/ 452457 w 495079"/>
                <a:gd name="connsiteY208" fmla="*/ 50820 h 399998"/>
                <a:gd name="connsiteX209" fmla="*/ 450818 w 495079"/>
                <a:gd name="connsiteY209" fmla="*/ 54098 h 399998"/>
                <a:gd name="connsiteX210" fmla="*/ 454096 w 495079"/>
                <a:gd name="connsiteY210" fmla="*/ 54098 h 399998"/>
                <a:gd name="connsiteX211" fmla="*/ 457375 w 495079"/>
                <a:gd name="connsiteY211" fmla="*/ 52459 h 399998"/>
                <a:gd name="connsiteX212" fmla="*/ 460654 w 495079"/>
                <a:gd name="connsiteY212" fmla="*/ 52459 h 399998"/>
                <a:gd name="connsiteX213" fmla="*/ 465572 w 495079"/>
                <a:gd name="connsiteY213" fmla="*/ 50820 h 399998"/>
                <a:gd name="connsiteX214" fmla="*/ 468850 w 495079"/>
                <a:gd name="connsiteY214" fmla="*/ 49180 h 399998"/>
                <a:gd name="connsiteX215" fmla="*/ 472129 w 495079"/>
                <a:gd name="connsiteY215" fmla="*/ 45901 h 399998"/>
                <a:gd name="connsiteX216" fmla="*/ 475408 w 495079"/>
                <a:gd name="connsiteY216" fmla="*/ 47541 h 399998"/>
                <a:gd name="connsiteX217" fmla="*/ 480325 w 495079"/>
                <a:gd name="connsiteY217" fmla="*/ 47541 h 399998"/>
                <a:gd name="connsiteX218" fmla="*/ 480325 w 495079"/>
                <a:gd name="connsiteY218" fmla="*/ 47541 h 399998"/>
                <a:gd name="connsiteX219" fmla="*/ 480325 w 495079"/>
                <a:gd name="connsiteY219" fmla="*/ 47541 h 399998"/>
                <a:gd name="connsiteX220" fmla="*/ 485243 w 495079"/>
                <a:gd name="connsiteY220" fmla="*/ 47541 h 399998"/>
                <a:gd name="connsiteX221" fmla="*/ 486883 w 495079"/>
                <a:gd name="connsiteY221" fmla="*/ 49180 h 399998"/>
                <a:gd name="connsiteX222" fmla="*/ 491801 w 495079"/>
                <a:gd name="connsiteY222" fmla="*/ 50820 h 399998"/>
                <a:gd name="connsiteX223" fmla="*/ 495080 w 495079"/>
                <a:gd name="connsiteY223" fmla="*/ 54098 h 399998"/>
                <a:gd name="connsiteX224" fmla="*/ 491801 w 495079"/>
                <a:gd name="connsiteY224" fmla="*/ 55738 h 399998"/>
                <a:gd name="connsiteX225" fmla="*/ 486883 w 495079"/>
                <a:gd name="connsiteY225" fmla="*/ 52459 h 399998"/>
                <a:gd name="connsiteX226" fmla="*/ 483604 w 495079"/>
                <a:gd name="connsiteY226" fmla="*/ 54098 h 399998"/>
                <a:gd name="connsiteX227" fmla="*/ 480325 w 495079"/>
                <a:gd name="connsiteY227" fmla="*/ 55738 h 399998"/>
                <a:gd name="connsiteX228" fmla="*/ 480325 w 495079"/>
                <a:gd name="connsiteY228" fmla="*/ 60656 h 399998"/>
                <a:gd name="connsiteX229" fmla="*/ 483604 w 495079"/>
                <a:gd name="connsiteY229" fmla="*/ 63934 h 399998"/>
                <a:gd name="connsiteX230" fmla="*/ 485243 w 495079"/>
                <a:gd name="connsiteY230" fmla="*/ 63934 h 399998"/>
                <a:gd name="connsiteX231" fmla="*/ 481965 w 495079"/>
                <a:gd name="connsiteY231" fmla="*/ 63934 h 399998"/>
                <a:gd name="connsiteX232" fmla="*/ 478687 w 495079"/>
                <a:gd name="connsiteY232" fmla="*/ 65573 h 399998"/>
                <a:gd name="connsiteX233" fmla="*/ 475408 w 495079"/>
                <a:gd name="connsiteY233" fmla="*/ 68852 h 399998"/>
                <a:gd name="connsiteX234" fmla="*/ 470490 w 495079"/>
                <a:gd name="connsiteY234" fmla="*/ 68852 h 399998"/>
                <a:gd name="connsiteX235" fmla="*/ 467211 w 495079"/>
                <a:gd name="connsiteY235" fmla="*/ 73770 h 399998"/>
                <a:gd name="connsiteX236" fmla="*/ 463932 w 495079"/>
                <a:gd name="connsiteY236" fmla="*/ 70492 h 399998"/>
                <a:gd name="connsiteX237" fmla="*/ 460654 w 495079"/>
                <a:gd name="connsiteY237" fmla="*/ 68852 h 399998"/>
                <a:gd name="connsiteX238" fmla="*/ 455735 w 495079"/>
                <a:gd name="connsiteY238" fmla="*/ 68852 h 399998"/>
                <a:gd name="connsiteX239" fmla="*/ 452457 w 495079"/>
                <a:gd name="connsiteY239" fmla="*/ 68852 h 399998"/>
                <a:gd name="connsiteX240" fmla="*/ 452457 w 495079"/>
                <a:gd name="connsiteY240" fmla="*/ 68852 h 399998"/>
                <a:gd name="connsiteX241" fmla="*/ 449178 w 495079"/>
                <a:gd name="connsiteY241" fmla="*/ 70492 h 399998"/>
                <a:gd name="connsiteX242" fmla="*/ 444260 w 495079"/>
                <a:gd name="connsiteY242" fmla="*/ 70492 h 399998"/>
                <a:gd name="connsiteX243" fmla="*/ 440981 w 495079"/>
                <a:gd name="connsiteY243" fmla="*/ 70492 h 399998"/>
                <a:gd name="connsiteX244" fmla="*/ 437703 w 495079"/>
                <a:gd name="connsiteY244" fmla="*/ 70492 h 399998"/>
                <a:gd name="connsiteX245" fmla="*/ 434424 w 495079"/>
                <a:gd name="connsiteY245" fmla="*/ 70492 h 399998"/>
                <a:gd name="connsiteX246" fmla="*/ 429506 w 495079"/>
                <a:gd name="connsiteY246" fmla="*/ 72131 h 399998"/>
                <a:gd name="connsiteX247" fmla="*/ 426228 w 495079"/>
                <a:gd name="connsiteY247" fmla="*/ 72131 h 399998"/>
                <a:gd name="connsiteX248" fmla="*/ 422949 w 495079"/>
                <a:gd name="connsiteY248" fmla="*/ 72131 h 399998"/>
                <a:gd name="connsiteX249" fmla="*/ 418031 w 495079"/>
                <a:gd name="connsiteY249" fmla="*/ 72131 h 399998"/>
                <a:gd name="connsiteX250" fmla="*/ 414752 w 495079"/>
                <a:gd name="connsiteY250" fmla="*/ 72131 h 399998"/>
                <a:gd name="connsiteX251" fmla="*/ 411474 w 495079"/>
                <a:gd name="connsiteY251" fmla="*/ 75410 h 399998"/>
                <a:gd name="connsiteX252" fmla="*/ 406555 w 495079"/>
                <a:gd name="connsiteY252" fmla="*/ 75410 h 399998"/>
                <a:gd name="connsiteX253" fmla="*/ 403277 w 495079"/>
                <a:gd name="connsiteY253" fmla="*/ 77049 h 399998"/>
                <a:gd name="connsiteX254" fmla="*/ 399998 w 495079"/>
                <a:gd name="connsiteY254" fmla="*/ 80328 h 399998"/>
                <a:gd name="connsiteX255" fmla="*/ 396720 w 495079"/>
                <a:gd name="connsiteY255" fmla="*/ 83606 h 399998"/>
                <a:gd name="connsiteX256" fmla="*/ 393441 w 495079"/>
                <a:gd name="connsiteY256" fmla="*/ 86885 h 399998"/>
                <a:gd name="connsiteX257" fmla="*/ 391801 w 495079"/>
                <a:gd name="connsiteY257" fmla="*/ 90164 h 399998"/>
                <a:gd name="connsiteX258" fmla="*/ 388523 w 495079"/>
                <a:gd name="connsiteY258" fmla="*/ 90164 h 399998"/>
                <a:gd name="connsiteX259" fmla="*/ 383605 w 495079"/>
                <a:gd name="connsiteY259" fmla="*/ 88524 h 399998"/>
                <a:gd name="connsiteX260" fmla="*/ 383605 w 495079"/>
                <a:gd name="connsiteY260" fmla="*/ 93442 h 399998"/>
                <a:gd name="connsiteX261" fmla="*/ 380326 w 495079"/>
                <a:gd name="connsiteY261" fmla="*/ 96721 h 399998"/>
                <a:gd name="connsiteX262" fmla="*/ 377047 w 495079"/>
                <a:gd name="connsiteY262" fmla="*/ 100000 h 399998"/>
                <a:gd name="connsiteX263" fmla="*/ 373769 w 495079"/>
                <a:gd name="connsiteY263" fmla="*/ 103278 h 399998"/>
                <a:gd name="connsiteX264" fmla="*/ 372130 w 495079"/>
                <a:gd name="connsiteY264" fmla="*/ 106557 h 399998"/>
                <a:gd name="connsiteX265" fmla="*/ 375408 w 495079"/>
                <a:gd name="connsiteY265" fmla="*/ 109836 h 399998"/>
                <a:gd name="connsiteX266" fmla="*/ 378687 w 495079"/>
                <a:gd name="connsiteY266" fmla="*/ 111475 h 399998"/>
                <a:gd name="connsiteX267" fmla="*/ 381965 w 495079"/>
                <a:gd name="connsiteY267" fmla="*/ 114754 h 399998"/>
                <a:gd name="connsiteX268" fmla="*/ 385244 w 495079"/>
                <a:gd name="connsiteY268" fmla="*/ 118032 h 399998"/>
                <a:gd name="connsiteX269" fmla="*/ 388523 w 495079"/>
                <a:gd name="connsiteY269" fmla="*/ 121311 h 399998"/>
                <a:gd name="connsiteX270" fmla="*/ 388523 w 495079"/>
                <a:gd name="connsiteY270" fmla="*/ 124590 h 399998"/>
                <a:gd name="connsiteX271" fmla="*/ 391801 w 495079"/>
                <a:gd name="connsiteY271" fmla="*/ 127868 h 399998"/>
                <a:gd name="connsiteX272" fmla="*/ 393441 w 495079"/>
                <a:gd name="connsiteY272" fmla="*/ 131147 h 399998"/>
                <a:gd name="connsiteX273" fmla="*/ 395080 w 495079"/>
                <a:gd name="connsiteY273" fmla="*/ 134426 h 399998"/>
                <a:gd name="connsiteX274" fmla="*/ 391801 w 495079"/>
                <a:gd name="connsiteY274" fmla="*/ 139344 h 399998"/>
                <a:gd name="connsiteX275" fmla="*/ 391801 w 495079"/>
                <a:gd name="connsiteY275" fmla="*/ 139344 h 399998"/>
                <a:gd name="connsiteX276" fmla="*/ 393441 w 495079"/>
                <a:gd name="connsiteY276" fmla="*/ 140983 h 399998"/>
                <a:gd name="connsiteX277" fmla="*/ 396720 w 495079"/>
                <a:gd name="connsiteY277" fmla="*/ 144262 h 399998"/>
                <a:gd name="connsiteX278" fmla="*/ 395080 w 495079"/>
                <a:gd name="connsiteY278" fmla="*/ 147540 h 399998"/>
                <a:gd name="connsiteX279" fmla="*/ 393441 w 495079"/>
                <a:gd name="connsiteY279" fmla="*/ 150819 h 399998"/>
                <a:gd name="connsiteX280" fmla="*/ 393441 w 495079"/>
                <a:gd name="connsiteY280" fmla="*/ 152458 h 399998"/>
                <a:gd name="connsiteX281" fmla="*/ 393441 w 495079"/>
                <a:gd name="connsiteY281" fmla="*/ 154098 h 399998"/>
                <a:gd name="connsiteX282" fmla="*/ 393441 w 495079"/>
                <a:gd name="connsiteY282" fmla="*/ 155737 h 399998"/>
                <a:gd name="connsiteX283" fmla="*/ 388523 w 495079"/>
                <a:gd name="connsiteY283" fmla="*/ 157376 h 399998"/>
                <a:gd name="connsiteX284" fmla="*/ 386884 w 495079"/>
                <a:gd name="connsiteY284" fmla="*/ 160655 h 399998"/>
                <a:gd name="connsiteX285" fmla="*/ 385244 w 495079"/>
                <a:gd name="connsiteY285" fmla="*/ 163934 h 399998"/>
                <a:gd name="connsiteX286" fmla="*/ 381965 w 495079"/>
                <a:gd name="connsiteY286" fmla="*/ 168852 h 399998"/>
                <a:gd name="connsiteX287" fmla="*/ 381965 w 495079"/>
                <a:gd name="connsiteY287" fmla="*/ 172130 h 399998"/>
                <a:gd name="connsiteX288" fmla="*/ 378687 w 495079"/>
                <a:gd name="connsiteY288" fmla="*/ 172130 h 399998"/>
                <a:gd name="connsiteX289" fmla="*/ 378687 w 495079"/>
                <a:gd name="connsiteY289" fmla="*/ 175409 h 399998"/>
                <a:gd name="connsiteX290" fmla="*/ 383605 w 495079"/>
                <a:gd name="connsiteY290" fmla="*/ 180327 h 399998"/>
                <a:gd name="connsiteX291" fmla="*/ 386884 w 495079"/>
                <a:gd name="connsiteY291" fmla="*/ 181966 h 399998"/>
                <a:gd name="connsiteX292" fmla="*/ 386884 w 495079"/>
                <a:gd name="connsiteY292" fmla="*/ 186885 h 399998"/>
                <a:gd name="connsiteX293" fmla="*/ 386884 w 495079"/>
                <a:gd name="connsiteY293" fmla="*/ 186885 h 399998"/>
                <a:gd name="connsiteX294" fmla="*/ 386884 w 495079"/>
                <a:gd name="connsiteY294" fmla="*/ 191803 h 399998"/>
                <a:gd name="connsiteX295" fmla="*/ 385244 w 495079"/>
                <a:gd name="connsiteY295" fmla="*/ 195081 h 399998"/>
                <a:gd name="connsiteX296" fmla="*/ 380326 w 495079"/>
                <a:gd name="connsiteY296" fmla="*/ 196720 h 399998"/>
                <a:gd name="connsiteX297" fmla="*/ 377047 w 495079"/>
                <a:gd name="connsiteY297" fmla="*/ 198360 h 399998"/>
                <a:gd name="connsiteX298" fmla="*/ 373769 w 495079"/>
                <a:gd name="connsiteY298" fmla="*/ 198360 h 399998"/>
                <a:gd name="connsiteX299" fmla="*/ 370490 w 495079"/>
                <a:gd name="connsiteY299" fmla="*/ 199999 h 399998"/>
                <a:gd name="connsiteX300" fmla="*/ 365572 w 495079"/>
                <a:gd name="connsiteY300" fmla="*/ 199999 h 399998"/>
                <a:gd name="connsiteX301" fmla="*/ 362294 w 495079"/>
                <a:gd name="connsiteY301" fmla="*/ 198360 h 399998"/>
                <a:gd name="connsiteX302" fmla="*/ 359015 w 495079"/>
                <a:gd name="connsiteY302" fmla="*/ 198360 h 399998"/>
                <a:gd name="connsiteX303" fmla="*/ 354097 w 495079"/>
                <a:gd name="connsiteY303" fmla="*/ 196720 h 399998"/>
                <a:gd name="connsiteX304" fmla="*/ 350818 w 495079"/>
                <a:gd name="connsiteY304" fmla="*/ 196720 h 399998"/>
                <a:gd name="connsiteX305" fmla="*/ 347540 w 495079"/>
                <a:gd name="connsiteY305" fmla="*/ 195081 h 399998"/>
                <a:gd name="connsiteX306" fmla="*/ 344261 w 495079"/>
                <a:gd name="connsiteY306" fmla="*/ 195081 h 399998"/>
                <a:gd name="connsiteX307" fmla="*/ 344261 w 495079"/>
                <a:gd name="connsiteY307" fmla="*/ 196720 h 399998"/>
                <a:gd name="connsiteX308" fmla="*/ 342621 w 495079"/>
                <a:gd name="connsiteY308" fmla="*/ 199999 h 399998"/>
                <a:gd name="connsiteX309" fmla="*/ 345900 w 495079"/>
                <a:gd name="connsiteY309" fmla="*/ 203278 h 399998"/>
                <a:gd name="connsiteX310" fmla="*/ 347540 w 495079"/>
                <a:gd name="connsiteY310" fmla="*/ 204917 h 399998"/>
                <a:gd name="connsiteX311" fmla="*/ 349179 w 495079"/>
                <a:gd name="connsiteY311" fmla="*/ 208196 h 399998"/>
                <a:gd name="connsiteX312" fmla="*/ 354097 w 495079"/>
                <a:gd name="connsiteY312" fmla="*/ 209835 h 399998"/>
                <a:gd name="connsiteX313" fmla="*/ 357375 w 495079"/>
                <a:gd name="connsiteY313" fmla="*/ 213114 h 399998"/>
                <a:gd name="connsiteX314" fmla="*/ 357375 w 495079"/>
                <a:gd name="connsiteY314" fmla="*/ 216393 h 399998"/>
                <a:gd name="connsiteX315" fmla="*/ 359015 w 495079"/>
                <a:gd name="connsiteY315" fmla="*/ 219671 h 399998"/>
                <a:gd name="connsiteX316" fmla="*/ 360654 w 495079"/>
                <a:gd name="connsiteY316" fmla="*/ 221310 h 399998"/>
                <a:gd name="connsiteX317" fmla="*/ 363933 w 495079"/>
                <a:gd name="connsiteY317" fmla="*/ 226229 h 399998"/>
                <a:gd name="connsiteX318" fmla="*/ 362294 w 495079"/>
                <a:gd name="connsiteY318" fmla="*/ 229507 h 399998"/>
                <a:gd name="connsiteX319" fmla="*/ 359015 w 495079"/>
                <a:gd name="connsiteY319" fmla="*/ 232786 h 399998"/>
                <a:gd name="connsiteX320" fmla="*/ 355736 w 495079"/>
                <a:gd name="connsiteY320" fmla="*/ 236065 h 399998"/>
                <a:gd name="connsiteX321" fmla="*/ 354097 w 495079"/>
                <a:gd name="connsiteY321" fmla="*/ 236065 h 399998"/>
                <a:gd name="connsiteX322" fmla="*/ 350818 w 495079"/>
                <a:gd name="connsiteY322" fmla="*/ 237704 h 399998"/>
                <a:gd name="connsiteX323" fmla="*/ 347540 w 495079"/>
                <a:gd name="connsiteY323" fmla="*/ 236065 h 399998"/>
                <a:gd name="connsiteX324" fmla="*/ 344261 w 495079"/>
                <a:gd name="connsiteY324" fmla="*/ 237704 h 399998"/>
                <a:gd name="connsiteX325" fmla="*/ 339343 w 495079"/>
                <a:gd name="connsiteY325" fmla="*/ 237704 h 399998"/>
                <a:gd name="connsiteX326" fmla="*/ 339343 w 495079"/>
                <a:gd name="connsiteY326" fmla="*/ 237704 h 399998"/>
                <a:gd name="connsiteX327" fmla="*/ 337703 w 495079"/>
                <a:gd name="connsiteY327" fmla="*/ 242622 h 399998"/>
                <a:gd name="connsiteX328" fmla="*/ 339343 w 495079"/>
                <a:gd name="connsiteY328" fmla="*/ 245901 h 399998"/>
                <a:gd name="connsiteX329" fmla="*/ 337703 w 495079"/>
                <a:gd name="connsiteY329" fmla="*/ 249179 h 399998"/>
                <a:gd name="connsiteX330" fmla="*/ 337703 w 495079"/>
                <a:gd name="connsiteY330" fmla="*/ 254097 h 399998"/>
                <a:gd name="connsiteX331" fmla="*/ 337703 w 495079"/>
                <a:gd name="connsiteY331" fmla="*/ 257376 h 399998"/>
                <a:gd name="connsiteX332" fmla="*/ 334425 w 495079"/>
                <a:gd name="connsiteY332" fmla="*/ 260655 h 399998"/>
                <a:gd name="connsiteX333" fmla="*/ 332785 w 495079"/>
                <a:gd name="connsiteY333" fmla="*/ 265573 h 399998"/>
                <a:gd name="connsiteX334" fmla="*/ 334425 w 495079"/>
                <a:gd name="connsiteY334" fmla="*/ 268851 h 399998"/>
                <a:gd name="connsiteX335" fmla="*/ 336064 w 495079"/>
                <a:gd name="connsiteY335" fmla="*/ 272130 h 399998"/>
                <a:gd name="connsiteX336" fmla="*/ 336064 w 495079"/>
                <a:gd name="connsiteY336" fmla="*/ 277048 h 399998"/>
                <a:gd name="connsiteX337" fmla="*/ 336064 w 495079"/>
                <a:gd name="connsiteY337" fmla="*/ 280327 h 399998"/>
                <a:gd name="connsiteX338" fmla="*/ 337703 w 495079"/>
                <a:gd name="connsiteY338" fmla="*/ 283605 h 399998"/>
                <a:gd name="connsiteX339" fmla="*/ 339343 w 495079"/>
                <a:gd name="connsiteY339" fmla="*/ 288523 h 399998"/>
                <a:gd name="connsiteX340" fmla="*/ 337703 w 495079"/>
                <a:gd name="connsiteY340" fmla="*/ 290163 h 399998"/>
                <a:gd name="connsiteX341" fmla="*/ 334425 w 495079"/>
                <a:gd name="connsiteY341" fmla="*/ 293441 h 399998"/>
                <a:gd name="connsiteX342" fmla="*/ 334425 w 495079"/>
                <a:gd name="connsiteY342" fmla="*/ 296720 h 399998"/>
                <a:gd name="connsiteX343" fmla="*/ 329507 w 495079"/>
                <a:gd name="connsiteY343" fmla="*/ 301638 h 399998"/>
                <a:gd name="connsiteX344" fmla="*/ 326228 w 495079"/>
                <a:gd name="connsiteY344" fmla="*/ 301638 h 399998"/>
                <a:gd name="connsiteX345" fmla="*/ 322950 w 495079"/>
                <a:gd name="connsiteY345" fmla="*/ 303277 h 399998"/>
                <a:gd name="connsiteX346" fmla="*/ 319671 w 495079"/>
                <a:gd name="connsiteY346" fmla="*/ 298359 h 399998"/>
                <a:gd name="connsiteX347" fmla="*/ 318031 w 495079"/>
                <a:gd name="connsiteY347" fmla="*/ 295081 h 399998"/>
                <a:gd name="connsiteX348" fmla="*/ 314753 w 495079"/>
                <a:gd name="connsiteY348" fmla="*/ 295081 h 399998"/>
                <a:gd name="connsiteX349" fmla="*/ 311474 w 495079"/>
                <a:gd name="connsiteY349" fmla="*/ 293441 h 399998"/>
                <a:gd name="connsiteX350" fmla="*/ 309835 w 495079"/>
                <a:gd name="connsiteY350" fmla="*/ 296720 h 399998"/>
                <a:gd name="connsiteX351" fmla="*/ 306556 w 495079"/>
                <a:gd name="connsiteY351" fmla="*/ 295081 h 399998"/>
                <a:gd name="connsiteX352" fmla="*/ 303277 w 495079"/>
                <a:gd name="connsiteY352" fmla="*/ 295081 h 399998"/>
                <a:gd name="connsiteX353" fmla="*/ 298360 w 495079"/>
                <a:gd name="connsiteY353" fmla="*/ 293441 h 399998"/>
                <a:gd name="connsiteX354" fmla="*/ 296720 w 495079"/>
                <a:gd name="connsiteY354" fmla="*/ 296720 h 399998"/>
                <a:gd name="connsiteX355" fmla="*/ 293441 w 495079"/>
                <a:gd name="connsiteY355" fmla="*/ 299999 h 399998"/>
                <a:gd name="connsiteX356" fmla="*/ 290163 w 495079"/>
                <a:gd name="connsiteY356" fmla="*/ 301638 h 399998"/>
                <a:gd name="connsiteX357" fmla="*/ 285245 w 495079"/>
                <a:gd name="connsiteY357" fmla="*/ 304917 h 399998"/>
                <a:gd name="connsiteX358" fmla="*/ 281966 w 495079"/>
                <a:gd name="connsiteY358" fmla="*/ 306556 h 399998"/>
                <a:gd name="connsiteX359" fmla="*/ 278687 w 495079"/>
                <a:gd name="connsiteY359" fmla="*/ 306556 h 399998"/>
                <a:gd name="connsiteX360" fmla="*/ 280327 w 495079"/>
                <a:gd name="connsiteY360" fmla="*/ 309835 h 399998"/>
                <a:gd name="connsiteX361" fmla="*/ 283605 w 495079"/>
                <a:gd name="connsiteY361" fmla="*/ 311474 h 399998"/>
                <a:gd name="connsiteX362" fmla="*/ 286884 w 495079"/>
                <a:gd name="connsiteY362" fmla="*/ 314753 h 399998"/>
                <a:gd name="connsiteX363" fmla="*/ 286884 w 495079"/>
                <a:gd name="connsiteY363" fmla="*/ 314753 h 399998"/>
                <a:gd name="connsiteX364" fmla="*/ 283605 w 495079"/>
                <a:gd name="connsiteY364" fmla="*/ 316392 h 399998"/>
                <a:gd name="connsiteX365" fmla="*/ 280327 w 495079"/>
                <a:gd name="connsiteY365" fmla="*/ 318031 h 399998"/>
                <a:gd name="connsiteX366" fmla="*/ 277048 w 495079"/>
                <a:gd name="connsiteY366" fmla="*/ 318031 h 399998"/>
                <a:gd name="connsiteX367" fmla="*/ 272130 w 495079"/>
                <a:gd name="connsiteY367" fmla="*/ 319671 h 399998"/>
                <a:gd name="connsiteX368" fmla="*/ 268851 w 495079"/>
                <a:gd name="connsiteY368" fmla="*/ 319671 h 399998"/>
                <a:gd name="connsiteX369" fmla="*/ 265573 w 495079"/>
                <a:gd name="connsiteY369" fmla="*/ 319671 h 399998"/>
                <a:gd name="connsiteX370" fmla="*/ 263933 w 495079"/>
                <a:gd name="connsiteY370" fmla="*/ 319671 h 399998"/>
                <a:gd name="connsiteX371" fmla="*/ 260654 w 495079"/>
                <a:gd name="connsiteY371" fmla="*/ 318031 h 399998"/>
                <a:gd name="connsiteX372" fmla="*/ 260654 w 495079"/>
                <a:gd name="connsiteY372" fmla="*/ 314753 h 399998"/>
                <a:gd name="connsiteX373" fmla="*/ 255737 w 495079"/>
                <a:gd name="connsiteY373" fmla="*/ 316392 h 399998"/>
                <a:gd name="connsiteX374" fmla="*/ 252458 w 495079"/>
                <a:gd name="connsiteY374" fmla="*/ 318031 h 399998"/>
                <a:gd name="connsiteX375" fmla="*/ 252458 w 495079"/>
                <a:gd name="connsiteY375" fmla="*/ 319671 h 399998"/>
                <a:gd name="connsiteX376" fmla="*/ 249179 w 495079"/>
                <a:gd name="connsiteY376" fmla="*/ 322950 h 399998"/>
                <a:gd name="connsiteX377" fmla="*/ 247540 w 495079"/>
                <a:gd name="connsiteY377" fmla="*/ 327867 h 399998"/>
                <a:gd name="connsiteX378" fmla="*/ 244261 w 495079"/>
                <a:gd name="connsiteY378" fmla="*/ 331146 h 399998"/>
                <a:gd name="connsiteX379" fmla="*/ 239343 w 495079"/>
                <a:gd name="connsiteY379" fmla="*/ 331146 h 399998"/>
                <a:gd name="connsiteX380" fmla="*/ 239343 w 495079"/>
                <a:gd name="connsiteY380" fmla="*/ 331146 h 399998"/>
                <a:gd name="connsiteX381" fmla="*/ 237704 w 495079"/>
                <a:gd name="connsiteY381" fmla="*/ 336064 h 399998"/>
                <a:gd name="connsiteX382" fmla="*/ 237704 w 495079"/>
                <a:gd name="connsiteY382" fmla="*/ 339343 h 399998"/>
                <a:gd name="connsiteX383" fmla="*/ 237704 w 495079"/>
                <a:gd name="connsiteY383" fmla="*/ 342622 h 399998"/>
                <a:gd name="connsiteX384" fmla="*/ 237704 w 495079"/>
                <a:gd name="connsiteY384" fmla="*/ 347540 h 399998"/>
                <a:gd name="connsiteX385" fmla="*/ 237704 w 495079"/>
                <a:gd name="connsiteY385" fmla="*/ 350818 h 399998"/>
                <a:gd name="connsiteX386" fmla="*/ 240983 w 495079"/>
                <a:gd name="connsiteY386" fmla="*/ 354097 h 399998"/>
                <a:gd name="connsiteX387" fmla="*/ 240983 w 495079"/>
                <a:gd name="connsiteY387" fmla="*/ 359015 h 399998"/>
                <a:gd name="connsiteX388" fmla="*/ 240983 w 495079"/>
                <a:gd name="connsiteY388" fmla="*/ 362294 h 399998"/>
                <a:gd name="connsiteX389" fmla="*/ 239343 w 495079"/>
                <a:gd name="connsiteY389" fmla="*/ 365572 h 399998"/>
                <a:gd name="connsiteX390" fmla="*/ 239343 w 495079"/>
                <a:gd name="connsiteY390" fmla="*/ 370490 h 399998"/>
                <a:gd name="connsiteX391" fmla="*/ 242622 w 495079"/>
                <a:gd name="connsiteY391" fmla="*/ 373769 h 399998"/>
                <a:gd name="connsiteX392" fmla="*/ 242622 w 495079"/>
                <a:gd name="connsiteY392" fmla="*/ 377047 h 399998"/>
                <a:gd name="connsiteX393" fmla="*/ 239343 w 495079"/>
                <a:gd name="connsiteY393" fmla="*/ 380326 h 399998"/>
                <a:gd name="connsiteX394" fmla="*/ 236064 w 495079"/>
                <a:gd name="connsiteY394" fmla="*/ 381966 h 399998"/>
                <a:gd name="connsiteX395" fmla="*/ 232786 w 495079"/>
                <a:gd name="connsiteY395" fmla="*/ 383605 h 399998"/>
                <a:gd name="connsiteX396" fmla="*/ 229507 w 495079"/>
                <a:gd name="connsiteY396" fmla="*/ 383605 h 399998"/>
                <a:gd name="connsiteX397" fmla="*/ 224589 w 495079"/>
                <a:gd name="connsiteY397" fmla="*/ 385244 h 399998"/>
                <a:gd name="connsiteX398" fmla="*/ 222950 w 495079"/>
                <a:gd name="connsiteY398" fmla="*/ 385244 h 399998"/>
                <a:gd name="connsiteX399" fmla="*/ 222950 w 495079"/>
                <a:gd name="connsiteY399" fmla="*/ 385244 h 399998"/>
                <a:gd name="connsiteX400" fmla="*/ 218032 w 495079"/>
                <a:gd name="connsiteY400" fmla="*/ 386884 h 399998"/>
                <a:gd name="connsiteX401" fmla="*/ 214753 w 495079"/>
                <a:gd name="connsiteY401" fmla="*/ 388523 h 399998"/>
                <a:gd name="connsiteX402" fmla="*/ 211474 w 495079"/>
                <a:gd name="connsiteY402" fmla="*/ 388523 h 399998"/>
                <a:gd name="connsiteX403" fmla="*/ 208196 w 495079"/>
                <a:gd name="connsiteY403" fmla="*/ 390162 h 399998"/>
                <a:gd name="connsiteX404" fmla="*/ 203278 w 495079"/>
                <a:gd name="connsiteY404" fmla="*/ 391802 h 399998"/>
                <a:gd name="connsiteX405" fmla="*/ 199999 w 495079"/>
                <a:gd name="connsiteY405" fmla="*/ 393441 h 399998"/>
                <a:gd name="connsiteX406" fmla="*/ 196720 w 495079"/>
                <a:gd name="connsiteY406" fmla="*/ 393441 h 399998"/>
                <a:gd name="connsiteX407" fmla="*/ 195081 w 495079"/>
                <a:gd name="connsiteY407" fmla="*/ 393441 h 399998"/>
                <a:gd name="connsiteX408" fmla="*/ 193442 w 495079"/>
                <a:gd name="connsiteY408" fmla="*/ 391802 h 399998"/>
                <a:gd name="connsiteX409" fmla="*/ 191803 w 495079"/>
                <a:gd name="connsiteY409" fmla="*/ 391802 h 399998"/>
                <a:gd name="connsiteX410" fmla="*/ 186884 w 495079"/>
                <a:gd name="connsiteY410" fmla="*/ 391802 h 399998"/>
                <a:gd name="connsiteX411" fmla="*/ 186884 w 495079"/>
                <a:gd name="connsiteY411" fmla="*/ 391802 h 399998"/>
                <a:gd name="connsiteX412" fmla="*/ 183606 w 495079"/>
                <a:gd name="connsiteY412" fmla="*/ 391802 h 399998"/>
                <a:gd name="connsiteX413" fmla="*/ 180327 w 495079"/>
                <a:gd name="connsiteY413" fmla="*/ 391802 h 399998"/>
                <a:gd name="connsiteX414" fmla="*/ 175409 w 495079"/>
                <a:gd name="connsiteY414" fmla="*/ 391802 h 399998"/>
                <a:gd name="connsiteX415" fmla="*/ 172130 w 495079"/>
                <a:gd name="connsiteY415" fmla="*/ 393441 h 399998"/>
                <a:gd name="connsiteX416" fmla="*/ 168851 w 495079"/>
                <a:gd name="connsiteY416" fmla="*/ 395080 h 399998"/>
                <a:gd name="connsiteX417" fmla="*/ 165573 w 495079"/>
                <a:gd name="connsiteY417" fmla="*/ 398359 h 399998"/>
                <a:gd name="connsiteX418" fmla="*/ 162294 w 495079"/>
                <a:gd name="connsiteY418" fmla="*/ 399998 h 399998"/>
                <a:gd name="connsiteX419" fmla="*/ 157376 w 495079"/>
                <a:gd name="connsiteY419" fmla="*/ 398359 h 399998"/>
                <a:gd name="connsiteX420" fmla="*/ 154098 w 495079"/>
                <a:gd name="connsiteY420" fmla="*/ 396720 h 399998"/>
                <a:gd name="connsiteX421" fmla="*/ 150819 w 495079"/>
                <a:gd name="connsiteY421" fmla="*/ 396720 h 399998"/>
                <a:gd name="connsiteX422" fmla="*/ 145901 w 495079"/>
                <a:gd name="connsiteY422" fmla="*/ 396720 h 399998"/>
                <a:gd name="connsiteX423" fmla="*/ 142623 w 495079"/>
                <a:gd name="connsiteY423" fmla="*/ 395080 h 399998"/>
                <a:gd name="connsiteX424" fmla="*/ 139344 w 495079"/>
                <a:gd name="connsiteY424" fmla="*/ 396720 h 399998"/>
                <a:gd name="connsiteX425" fmla="*/ 134426 w 495079"/>
                <a:gd name="connsiteY425" fmla="*/ 396720 h 399998"/>
                <a:gd name="connsiteX426" fmla="*/ 131147 w 495079"/>
                <a:gd name="connsiteY426" fmla="*/ 396720 h 399998"/>
                <a:gd name="connsiteX427" fmla="*/ 129508 w 495079"/>
                <a:gd name="connsiteY427" fmla="*/ 396720 h 399998"/>
                <a:gd name="connsiteX428" fmla="*/ 126229 w 495079"/>
                <a:gd name="connsiteY428" fmla="*/ 396720 h 399998"/>
                <a:gd name="connsiteX429" fmla="*/ 121311 w 495079"/>
                <a:gd name="connsiteY429" fmla="*/ 398359 h 399998"/>
                <a:gd name="connsiteX430" fmla="*/ 118032 w 495079"/>
                <a:gd name="connsiteY430" fmla="*/ 398359 h 399998"/>
                <a:gd name="connsiteX431" fmla="*/ 114754 w 495079"/>
                <a:gd name="connsiteY431" fmla="*/ 398359 h 399998"/>
                <a:gd name="connsiteX432" fmla="*/ 109836 w 495079"/>
                <a:gd name="connsiteY432" fmla="*/ 399998 h 399998"/>
                <a:gd name="connsiteX433" fmla="*/ 106557 w 495079"/>
                <a:gd name="connsiteY433" fmla="*/ 399998 h 399998"/>
                <a:gd name="connsiteX434" fmla="*/ 103278 w 495079"/>
                <a:gd name="connsiteY434" fmla="*/ 399998 h 399998"/>
                <a:gd name="connsiteX435" fmla="*/ 98360 w 495079"/>
                <a:gd name="connsiteY435" fmla="*/ 398359 h 399998"/>
                <a:gd name="connsiteX436" fmla="*/ 95081 w 495079"/>
                <a:gd name="connsiteY436" fmla="*/ 396720 h 399998"/>
                <a:gd name="connsiteX437" fmla="*/ 90164 w 495079"/>
                <a:gd name="connsiteY437" fmla="*/ 395080 h 399998"/>
                <a:gd name="connsiteX438" fmla="*/ 86885 w 495079"/>
                <a:gd name="connsiteY438" fmla="*/ 395080 h 399998"/>
                <a:gd name="connsiteX439" fmla="*/ 83606 w 495079"/>
                <a:gd name="connsiteY439" fmla="*/ 393441 h 399998"/>
                <a:gd name="connsiteX440" fmla="*/ 80327 w 495079"/>
                <a:gd name="connsiteY440" fmla="*/ 391802 h 399998"/>
                <a:gd name="connsiteX441" fmla="*/ 75410 w 495079"/>
                <a:gd name="connsiteY441" fmla="*/ 390162 h 399998"/>
                <a:gd name="connsiteX442" fmla="*/ 72131 w 495079"/>
                <a:gd name="connsiteY442" fmla="*/ 390162 h 399998"/>
                <a:gd name="connsiteX443" fmla="*/ 67213 w 495079"/>
                <a:gd name="connsiteY443" fmla="*/ 388523 h 399998"/>
                <a:gd name="connsiteX444" fmla="*/ 63934 w 495079"/>
                <a:gd name="connsiteY444" fmla="*/ 386884 h 399998"/>
                <a:gd name="connsiteX445" fmla="*/ 60656 w 495079"/>
                <a:gd name="connsiteY445" fmla="*/ 385244 h 399998"/>
                <a:gd name="connsiteX446" fmla="*/ 55737 w 495079"/>
                <a:gd name="connsiteY446" fmla="*/ 385244 h 399998"/>
                <a:gd name="connsiteX447" fmla="*/ 52459 w 495079"/>
                <a:gd name="connsiteY447" fmla="*/ 383605 h 399998"/>
                <a:gd name="connsiteX448" fmla="*/ 49180 w 495079"/>
                <a:gd name="connsiteY448" fmla="*/ 381966 h 399998"/>
                <a:gd name="connsiteX449" fmla="*/ 45901 w 495079"/>
                <a:gd name="connsiteY449" fmla="*/ 380326 h 399998"/>
                <a:gd name="connsiteX450" fmla="*/ 40983 w 495079"/>
                <a:gd name="connsiteY450" fmla="*/ 380326 h 399998"/>
                <a:gd name="connsiteX451" fmla="*/ 42623 w 495079"/>
                <a:gd name="connsiteY451" fmla="*/ 377047 h 399998"/>
                <a:gd name="connsiteX452" fmla="*/ 45901 w 495079"/>
                <a:gd name="connsiteY452" fmla="*/ 373769 h 399998"/>
                <a:gd name="connsiteX453" fmla="*/ 45901 w 495079"/>
                <a:gd name="connsiteY453" fmla="*/ 372130 h 399998"/>
                <a:gd name="connsiteX454" fmla="*/ 49180 w 495079"/>
                <a:gd name="connsiteY454" fmla="*/ 368851 h 399998"/>
                <a:gd name="connsiteX455" fmla="*/ 49180 w 495079"/>
                <a:gd name="connsiteY455" fmla="*/ 367212 h 399998"/>
                <a:gd name="connsiteX456" fmla="*/ 50820 w 495079"/>
                <a:gd name="connsiteY456" fmla="*/ 363933 h 399998"/>
                <a:gd name="connsiteX457" fmla="*/ 54098 w 495079"/>
                <a:gd name="connsiteY457" fmla="*/ 360654 h 399998"/>
                <a:gd name="connsiteX458" fmla="*/ 57377 w 495079"/>
                <a:gd name="connsiteY458" fmla="*/ 357375 h 399998"/>
                <a:gd name="connsiteX459" fmla="*/ 59016 w 495079"/>
                <a:gd name="connsiteY459" fmla="*/ 352457 h 399998"/>
                <a:gd name="connsiteX460" fmla="*/ 62295 w 495079"/>
                <a:gd name="connsiteY460" fmla="*/ 349179 h 399998"/>
                <a:gd name="connsiteX461" fmla="*/ 63934 w 495079"/>
                <a:gd name="connsiteY461" fmla="*/ 345900 h 399998"/>
                <a:gd name="connsiteX462" fmla="*/ 67213 w 495079"/>
                <a:gd name="connsiteY462" fmla="*/ 340982 h 399998"/>
                <a:gd name="connsiteX463" fmla="*/ 68852 w 495079"/>
                <a:gd name="connsiteY463" fmla="*/ 337703 h 399998"/>
                <a:gd name="connsiteX464" fmla="*/ 68852 w 495079"/>
                <a:gd name="connsiteY464" fmla="*/ 336064 h 399998"/>
                <a:gd name="connsiteX465" fmla="*/ 68852 w 495079"/>
                <a:gd name="connsiteY465" fmla="*/ 332785 h 399998"/>
                <a:gd name="connsiteX466" fmla="*/ 68852 w 495079"/>
                <a:gd name="connsiteY466" fmla="*/ 331146 h 399998"/>
                <a:gd name="connsiteX467" fmla="*/ 70491 w 495079"/>
                <a:gd name="connsiteY467" fmla="*/ 331146 h 399998"/>
                <a:gd name="connsiteX468" fmla="*/ 70491 w 495079"/>
                <a:gd name="connsiteY468" fmla="*/ 329507 h 399998"/>
                <a:gd name="connsiteX469" fmla="*/ 70491 w 495079"/>
                <a:gd name="connsiteY469" fmla="*/ 326228 h 399998"/>
                <a:gd name="connsiteX470" fmla="*/ 67213 w 495079"/>
                <a:gd name="connsiteY470" fmla="*/ 322950 h 399998"/>
                <a:gd name="connsiteX471" fmla="*/ 65573 w 495079"/>
                <a:gd name="connsiteY471" fmla="*/ 318031 h 399998"/>
                <a:gd name="connsiteX472" fmla="*/ 65573 w 495079"/>
                <a:gd name="connsiteY472" fmla="*/ 318031 h 399998"/>
                <a:gd name="connsiteX473" fmla="*/ 65573 w 495079"/>
                <a:gd name="connsiteY473" fmla="*/ 314753 h 399998"/>
                <a:gd name="connsiteX474" fmla="*/ 63934 w 495079"/>
                <a:gd name="connsiteY474" fmla="*/ 314753 h 399998"/>
                <a:gd name="connsiteX475" fmla="*/ 62295 w 495079"/>
                <a:gd name="connsiteY475" fmla="*/ 313113 h 399998"/>
                <a:gd name="connsiteX476" fmla="*/ 59016 w 495079"/>
                <a:gd name="connsiteY476" fmla="*/ 311474 h 399998"/>
                <a:gd name="connsiteX477" fmla="*/ 55737 w 495079"/>
                <a:gd name="connsiteY477" fmla="*/ 311474 h 399998"/>
                <a:gd name="connsiteX478" fmla="*/ 52459 w 495079"/>
                <a:gd name="connsiteY478" fmla="*/ 311474 h 399998"/>
                <a:gd name="connsiteX479" fmla="*/ 50820 w 495079"/>
                <a:gd name="connsiteY479" fmla="*/ 311474 h 399998"/>
                <a:gd name="connsiteX480" fmla="*/ 45901 w 495079"/>
                <a:gd name="connsiteY480" fmla="*/ 309835 h 399998"/>
                <a:gd name="connsiteX481" fmla="*/ 42623 w 495079"/>
                <a:gd name="connsiteY481" fmla="*/ 309835 h 399998"/>
                <a:gd name="connsiteX482" fmla="*/ 39344 w 495079"/>
                <a:gd name="connsiteY482" fmla="*/ 309835 h 399998"/>
                <a:gd name="connsiteX483" fmla="*/ 37705 w 495079"/>
                <a:gd name="connsiteY483" fmla="*/ 308195 h 399998"/>
                <a:gd name="connsiteX484" fmla="*/ 32787 w 495079"/>
                <a:gd name="connsiteY484" fmla="*/ 308195 h 399998"/>
                <a:gd name="connsiteX485" fmla="*/ 29508 w 495079"/>
                <a:gd name="connsiteY485" fmla="*/ 304917 h 399998"/>
                <a:gd name="connsiteX486" fmla="*/ 27869 w 495079"/>
                <a:gd name="connsiteY486" fmla="*/ 301638 h 399998"/>
                <a:gd name="connsiteX487" fmla="*/ 27869 w 495079"/>
                <a:gd name="connsiteY487" fmla="*/ 296720 h 399998"/>
                <a:gd name="connsiteX488" fmla="*/ 27869 w 495079"/>
                <a:gd name="connsiteY488" fmla="*/ 293441 h 399998"/>
                <a:gd name="connsiteX489" fmla="*/ 26229 w 495079"/>
                <a:gd name="connsiteY489" fmla="*/ 290163 h 399998"/>
                <a:gd name="connsiteX490" fmla="*/ 26229 w 495079"/>
                <a:gd name="connsiteY490" fmla="*/ 285245 h 399998"/>
                <a:gd name="connsiteX491" fmla="*/ 24590 w 495079"/>
                <a:gd name="connsiteY491" fmla="*/ 283605 h 399998"/>
                <a:gd name="connsiteX492" fmla="*/ 26229 w 495079"/>
                <a:gd name="connsiteY492" fmla="*/ 280327 h 399998"/>
                <a:gd name="connsiteX493" fmla="*/ 26229 w 495079"/>
                <a:gd name="connsiteY493" fmla="*/ 275409 h 399998"/>
                <a:gd name="connsiteX494" fmla="*/ 24590 w 495079"/>
                <a:gd name="connsiteY494" fmla="*/ 272130 h 399998"/>
                <a:gd name="connsiteX495" fmla="*/ 22951 w 495079"/>
                <a:gd name="connsiteY495" fmla="*/ 268851 h 399998"/>
                <a:gd name="connsiteX496" fmla="*/ 21311 w 495079"/>
                <a:gd name="connsiteY496" fmla="*/ 263933 h 399998"/>
                <a:gd name="connsiteX497" fmla="*/ 19672 w 495079"/>
                <a:gd name="connsiteY497" fmla="*/ 260655 h 399998"/>
                <a:gd name="connsiteX498" fmla="*/ 18033 w 495079"/>
                <a:gd name="connsiteY498" fmla="*/ 257376 h 399998"/>
                <a:gd name="connsiteX499" fmla="*/ 16393 w 495079"/>
                <a:gd name="connsiteY499" fmla="*/ 252458 h 399998"/>
                <a:gd name="connsiteX500" fmla="*/ 14754 w 495079"/>
                <a:gd name="connsiteY500" fmla="*/ 249179 h 399998"/>
                <a:gd name="connsiteX501" fmla="*/ 13114 w 495079"/>
                <a:gd name="connsiteY501" fmla="*/ 245901 h 399998"/>
                <a:gd name="connsiteX502" fmla="*/ 11476 w 495079"/>
                <a:gd name="connsiteY502" fmla="*/ 240983 h 399998"/>
                <a:gd name="connsiteX503" fmla="*/ 9836 w 495079"/>
                <a:gd name="connsiteY503" fmla="*/ 237704 h 399998"/>
                <a:gd name="connsiteX504" fmla="*/ 9836 w 495079"/>
                <a:gd name="connsiteY504" fmla="*/ 234425 h 399998"/>
                <a:gd name="connsiteX505" fmla="*/ 11476 w 495079"/>
                <a:gd name="connsiteY505" fmla="*/ 229507 h 399998"/>
                <a:gd name="connsiteX506" fmla="*/ 14754 w 495079"/>
                <a:gd name="connsiteY506" fmla="*/ 226229 h 399998"/>
                <a:gd name="connsiteX507" fmla="*/ 18033 w 495079"/>
                <a:gd name="connsiteY507" fmla="*/ 222950 h 399998"/>
                <a:gd name="connsiteX508" fmla="*/ 19672 w 495079"/>
                <a:gd name="connsiteY508" fmla="*/ 219671 h 399998"/>
                <a:gd name="connsiteX509" fmla="*/ 16393 w 495079"/>
                <a:gd name="connsiteY509" fmla="*/ 216393 h 399998"/>
                <a:gd name="connsiteX510" fmla="*/ 13114 w 495079"/>
                <a:gd name="connsiteY510" fmla="*/ 216393 h 399998"/>
                <a:gd name="connsiteX511" fmla="*/ 11476 w 495079"/>
                <a:gd name="connsiteY511" fmla="*/ 216393 h 399998"/>
                <a:gd name="connsiteX512" fmla="*/ 11476 w 495079"/>
                <a:gd name="connsiteY512" fmla="*/ 216393 h 399998"/>
                <a:gd name="connsiteX513" fmla="*/ 6557 w 495079"/>
                <a:gd name="connsiteY513" fmla="*/ 214753 h 399998"/>
                <a:gd name="connsiteX514" fmla="*/ 3279 w 495079"/>
                <a:gd name="connsiteY514" fmla="*/ 213114 h 399998"/>
                <a:gd name="connsiteX515" fmla="*/ 3279 w 495079"/>
                <a:gd name="connsiteY515" fmla="*/ 208196 h 399998"/>
                <a:gd name="connsiteX516" fmla="*/ 3279 w 495079"/>
                <a:gd name="connsiteY516" fmla="*/ 204917 h 399998"/>
                <a:gd name="connsiteX517" fmla="*/ 3279 w 495079"/>
                <a:gd name="connsiteY517" fmla="*/ 201638 h 399998"/>
                <a:gd name="connsiteX518" fmla="*/ 1639 w 495079"/>
                <a:gd name="connsiteY518" fmla="*/ 198360 h 399998"/>
                <a:gd name="connsiteX519" fmla="*/ 0 w 495079"/>
                <a:gd name="connsiteY519" fmla="*/ 195081 h 399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</a:cxnLst>
              <a:rect l="l" t="t" r="r" b="b"/>
              <a:pathLst>
                <a:path w="495079" h="399998">
                  <a:moveTo>
                    <a:pt x="0" y="195081"/>
                  </a:moveTo>
                  <a:lnTo>
                    <a:pt x="0" y="193442"/>
                  </a:lnTo>
                  <a:lnTo>
                    <a:pt x="0" y="188524"/>
                  </a:lnTo>
                  <a:lnTo>
                    <a:pt x="3279" y="185245"/>
                  </a:lnTo>
                  <a:lnTo>
                    <a:pt x="6557" y="183606"/>
                  </a:lnTo>
                  <a:lnTo>
                    <a:pt x="9836" y="180327"/>
                  </a:lnTo>
                  <a:lnTo>
                    <a:pt x="8197" y="177048"/>
                  </a:lnTo>
                  <a:lnTo>
                    <a:pt x="4918" y="173770"/>
                  </a:lnTo>
                  <a:lnTo>
                    <a:pt x="9836" y="172130"/>
                  </a:lnTo>
                  <a:lnTo>
                    <a:pt x="13114" y="168852"/>
                  </a:lnTo>
                  <a:lnTo>
                    <a:pt x="13114" y="165573"/>
                  </a:lnTo>
                  <a:lnTo>
                    <a:pt x="14754" y="160655"/>
                  </a:lnTo>
                  <a:lnTo>
                    <a:pt x="14754" y="157376"/>
                  </a:lnTo>
                  <a:lnTo>
                    <a:pt x="14754" y="154098"/>
                  </a:lnTo>
                  <a:lnTo>
                    <a:pt x="14754" y="152458"/>
                  </a:lnTo>
                  <a:lnTo>
                    <a:pt x="16393" y="149180"/>
                  </a:lnTo>
                  <a:lnTo>
                    <a:pt x="13114" y="145901"/>
                  </a:lnTo>
                  <a:lnTo>
                    <a:pt x="13114" y="140983"/>
                  </a:lnTo>
                  <a:lnTo>
                    <a:pt x="14754" y="137704"/>
                  </a:lnTo>
                  <a:lnTo>
                    <a:pt x="16393" y="134426"/>
                  </a:lnTo>
                  <a:lnTo>
                    <a:pt x="18033" y="129508"/>
                  </a:lnTo>
                  <a:lnTo>
                    <a:pt x="16393" y="126229"/>
                  </a:lnTo>
                  <a:lnTo>
                    <a:pt x="19672" y="124590"/>
                  </a:lnTo>
                  <a:lnTo>
                    <a:pt x="22951" y="127868"/>
                  </a:lnTo>
                  <a:lnTo>
                    <a:pt x="26229" y="131147"/>
                  </a:lnTo>
                  <a:lnTo>
                    <a:pt x="29508" y="132786"/>
                  </a:lnTo>
                  <a:lnTo>
                    <a:pt x="34426" y="134426"/>
                  </a:lnTo>
                  <a:lnTo>
                    <a:pt x="37705" y="134426"/>
                  </a:lnTo>
                  <a:lnTo>
                    <a:pt x="40983" y="132786"/>
                  </a:lnTo>
                  <a:lnTo>
                    <a:pt x="45901" y="132786"/>
                  </a:lnTo>
                  <a:lnTo>
                    <a:pt x="47541" y="136065"/>
                  </a:lnTo>
                  <a:lnTo>
                    <a:pt x="49180" y="136065"/>
                  </a:lnTo>
                  <a:lnTo>
                    <a:pt x="54098" y="139344"/>
                  </a:lnTo>
                  <a:lnTo>
                    <a:pt x="55737" y="140983"/>
                  </a:lnTo>
                  <a:lnTo>
                    <a:pt x="55737" y="142622"/>
                  </a:lnTo>
                  <a:lnTo>
                    <a:pt x="57377" y="145901"/>
                  </a:lnTo>
                  <a:lnTo>
                    <a:pt x="57377" y="145901"/>
                  </a:lnTo>
                  <a:lnTo>
                    <a:pt x="60656" y="142622"/>
                  </a:lnTo>
                  <a:lnTo>
                    <a:pt x="63934" y="140983"/>
                  </a:lnTo>
                  <a:lnTo>
                    <a:pt x="67213" y="142622"/>
                  </a:lnTo>
                  <a:lnTo>
                    <a:pt x="72131" y="140983"/>
                  </a:lnTo>
                  <a:lnTo>
                    <a:pt x="75410" y="139344"/>
                  </a:lnTo>
                  <a:lnTo>
                    <a:pt x="78688" y="136065"/>
                  </a:lnTo>
                  <a:lnTo>
                    <a:pt x="83606" y="134426"/>
                  </a:lnTo>
                  <a:lnTo>
                    <a:pt x="83606" y="129508"/>
                  </a:lnTo>
                  <a:lnTo>
                    <a:pt x="83606" y="126229"/>
                  </a:lnTo>
                  <a:lnTo>
                    <a:pt x="86885" y="122950"/>
                  </a:lnTo>
                  <a:lnTo>
                    <a:pt x="86885" y="122950"/>
                  </a:lnTo>
                  <a:lnTo>
                    <a:pt x="83606" y="119672"/>
                  </a:lnTo>
                  <a:lnTo>
                    <a:pt x="81967" y="114754"/>
                  </a:lnTo>
                  <a:lnTo>
                    <a:pt x="81967" y="114754"/>
                  </a:lnTo>
                  <a:lnTo>
                    <a:pt x="85246" y="114754"/>
                  </a:lnTo>
                  <a:lnTo>
                    <a:pt x="88524" y="114754"/>
                  </a:lnTo>
                  <a:lnTo>
                    <a:pt x="93442" y="114754"/>
                  </a:lnTo>
                  <a:lnTo>
                    <a:pt x="96721" y="113114"/>
                  </a:lnTo>
                  <a:lnTo>
                    <a:pt x="100000" y="109836"/>
                  </a:lnTo>
                  <a:lnTo>
                    <a:pt x="103278" y="109836"/>
                  </a:lnTo>
                  <a:lnTo>
                    <a:pt x="108196" y="108196"/>
                  </a:lnTo>
                  <a:lnTo>
                    <a:pt x="111475" y="106557"/>
                  </a:lnTo>
                  <a:lnTo>
                    <a:pt x="114754" y="103278"/>
                  </a:lnTo>
                  <a:lnTo>
                    <a:pt x="118032" y="101639"/>
                  </a:lnTo>
                  <a:lnTo>
                    <a:pt x="122950" y="100000"/>
                  </a:lnTo>
                  <a:lnTo>
                    <a:pt x="126229" y="98360"/>
                  </a:lnTo>
                  <a:lnTo>
                    <a:pt x="129508" y="95082"/>
                  </a:lnTo>
                  <a:lnTo>
                    <a:pt x="131147" y="90164"/>
                  </a:lnTo>
                  <a:lnTo>
                    <a:pt x="131147" y="86885"/>
                  </a:lnTo>
                  <a:lnTo>
                    <a:pt x="129508" y="83606"/>
                  </a:lnTo>
                  <a:lnTo>
                    <a:pt x="129508" y="78688"/>
                  </a:lnTo>
                  <a:lnTo>
                    <a:pt x="131147" y="75410"/>
                  </a:lnTo>
                  <a:lnTo>
                    <a:pt x="132786" y="72131"/>
                  </a:lnTo>
                  <a:lnTo>
                    <a:pt x="132786" y="67213"/>
                  </a:lnTo>
                  <a:lnTo>
                    <a:pt x="132786" y="63934"/>
                  </a:lnTo>
                  <a:lnTo>
                    <a:pt x="131147" y="60656"/>
                  </a:lnTo>
                  <a:lnTo>
                    <a:pt x="134426" y="57377"/>
                  </a:lnTo>
                  <a:lnTo>
                    <a:pt x="137704" y="55738"/>
                  </a:lnTo>
                  <a:lnTo>
                    <a:pt x="142623" y="54098"/>
                  </a:lnTo>
                  <a:lnTo>
                    <a:pt x="145901" y="54098"/>
                  </a:lnTo>
                  <a:lnTo>
                    <a:pt x="149180" y="54098"/>
                  </a:lnTo>
                  <a:lnTo>
                    <a:pt x="152458" y="54098"/>
                  </a:lnTo>
                  <a:lnTo>
                    <a:pt x="157376" y="54098"/>
                  </a:lnTo>
                  <a:lnTo>
                    <a:pt x="159016" y="50820"/>
                  </a:lnTo>
                  <a:lnTo>
                    <a:pt x="159016" y="47541"/>
                  </a:lnTo>
                  <a:lnTo>
                    <a:pt x="159016" y="44262"/>
                  </a:lnTo>
                  <a:lnTo>
                    <a:pt x="162294" y="39344"/>
                  </a:lnTo>
                  <a:lnTo>
                    <a:pt x="163934" y="40983"/>
                  </a:lnTo>
                  <a:lnTo>
                    <a:pt x="167213" y="44262"/>
                  </a:lnTo>
                  <a:lnTo>
                    <a:pt x="172130" y="44262"/>
                  </a:lnTo>
                  <a:lnTo>
                    <a:pt x="175409" y="45901"/>
                  </a:lnTo>
                  <a:lnTo>
                    <a:pt x="178688" y="49180"/>
                  </a:lnTo>
                  <a:lnTo>
                    <a:pt x="183606" y="50820"/>
                  </a:lnTo>
                  <a:lnTo>
                    <a:pt x="186884" y="49180"/>
                  </a:lnTo>
                  <a:lnTo>
                    <a:pt x="190163" y="49180"/>
                  </a:lnTo>
                  <a:lnTo>
                    <a:pt x="190163" y="49180"/>
                  </a:lnTo>
                  <a:lnTo>
                    <a:pt x="191803" y="49180"/>
                  </a:lnTo>
                  <a:lnTo>
                    <a:pt x="193442" y="49180"/>
                  </a:lnTo>
                  <a:lnTo>
                    <a:pt x="196720" y="49180"/>
                  </a:lnTo>
                  <a:lnTo>
                    <a:pt x="199999" y="49180"/>
                  </a:lnTo>
                  <a:lnTo>
                    <a:pt x="204917" y="49180"/>
                  </a:lnTo>
                  <a:lnTo>
                    <a:pt x="208196" y="47541"/>
                  </a:lnTo>
                  <a:lnTo>
                    <a:pt x="211474" y="49180"/>
                  </a:lnTo>
                  <a:lnTo>
                    <a:pt x="216393" y="54098"/>
                  </a:lnTo>
                  <a:lnTo>
                    <a:pt x="216393" y="54098"/>
                  </a:lnTo>
                  <a:lnTo>
                    <a:pt x="219671" y="57377"/>
                  </a:lnTo>
                  <a:lnTo>
                    <a:pt x="221310" y="55738"/>
                  </a:lnTo>
                  <a:lnTo>
                    <a:pt x="224589" y="55738"/>
                  </a:lnTo>
                  <a:lnTo>
                    <a:pt x="224589" y="54098"/>
                  </a:lnTo>
                  <a:lnTo>
                    <a:pt x="229507" y="54098"/>
                  </a:lnTo>
                  <a:lnTo>
                    <a:pt x="232786" y="54098"/>
                  </a:lnTo>
                  <a:lnTo>
                    <a:pt x="236064" y="55738"/>
                  </a:lnTo>
                  <a:lnTo>
                    <a:pt x="237704" y="57377"/>
                  </a:lnTo>
                  <a:lnTo>
                    <a:pt x="239343" y="60656"/>
                  </a:lnTo>
                  <a:lnTo>
                    <a:pt x="242622" y="62295"/>
                  </a:lnTo>
                  <a:lnTo>
                    <a:pt x="245901" y="65573"/>
                  </a:lnTo>
                  <a:lnTo>
                    <a:pt x="247540" y="67213"/>
                  </a:lnTo>
                  <a:lnTo>
                    <a:pt x="250818" y="68852"/>
                  </a:lnTo>
                  <a:lnTo>
                    <a:pt x="250818" y="67213"/>
                  </a:lnTo>
                  <a:lnTo>
                    <a:pt x="254097" y="63934"/>
                  </a:lnTo>
                  <a:lnTo>
                    <a:pt x="257376" y="63934"/>
                  </a:lnTo>
                  <a:lnTo>
                    <a:pt x="257376" y="60656"/>
                  </a:lnTo>
                  <a:lnTo>
                    <a:pt x="257376" y="60656"/>
                  </a:lnTo>
                  <a:lnTo>
                    <a:pt x="262294" y="60656"/>
                  </a:lnTo>
                  <a:lnTo>
                    <a:pt x="265573" y="57377"/>
                  </a:lnTo>
                  <a:lnTo>
                    <a:pt x="267212" y="55738"/>
                  </a:lnTo>
                  <a:lnTo>
                    <a:pt x="272130" y="52459"/>
                  </a:lnTo>
                  <a:lnTo>
                    <a:pt x="275408" y="54098"/>
                  </a:lnTo>
                  <a:lnTo>
                    <a:pt x="277048" y="50820"/>
                  </a:lnTo>
                  <a:lnTo>
                    <a:pt x="280327" y="50820"/>
                  </a:lnTo>
                  <a:lnTo>
                    <a:pt x="283605" y="54098"/>
                  </a:lnTo>
                  <a:lnTo>
                    <a:pt x="288523" y="57377"/>
                  </a:lnTo>
                  <a:lnTo>
                    <a:pt x="288523" y="59016"/>
                  </a:lnTo>
                  <a:lnTo>
                    <a:pt x="291802" y="60656"/>
                  </a:lnTo>
                  <a:lnTo>
                    <a:pt x="295081" y="59016"/>
                  </a:lnTo>
                  <a:lnTo>
                    <a:pt x="296720" y="57377"/>
                  </a:lnTo>
                  <a:lnTo>
                    <a:pt x="296720" y="55738"/>
                  </a:lnTo>
                  <a:lnTo>
                    <a:pt x="296720" y="54098"/>
                  </a:lnTo>
                  <a:lnTo>
                    <a:pt x="295081" y="49180"/>
                  </a:lnTo>
                  <a:lnTo>
                    <a:pt x="293441" y="45901"/>
                  </a:lnTo>
                  <a:lnTo>
                    <a:pt x="296720" y="42623"/>
                  </a:lnTo>
                  <a:lnTo>
                    <a:pt x="299998" y="39344"/>
                  </a:lnTo>
                  <a:lnTo>
                    <a:pt x="303277" y="39344"/>
                  </a:lnTo>
                  <a:lnTo>
                    <a:pt x="306556" y="39344"/>
                  </a:lnTo>
                  <a:lnTo>
                    <a:pt x="309835" y="37705"/>
                  </a:lnTo>
                  <a:lnTo>
                    <a:pt x="314753" y="39344"/>
                  </a:lnTo>
                  <a:lnTo>
                    <a:pt x="314753" y="40983"/>
                  </a:lnTo>
                  <a:lnTo>
                    <a:pt x="318031" y="40983"/>
                  </a:lnTo>
                  <a:lnTo>
                    <a:pt x="321310" y="40983"/>
                  </a:lnTo>
                  <a:lnTo>
                    <a:pt x="322950" y="37705"/>
                  </a:lnTo>
                  <a:lnTo>
                    <a:pt x="322950" y="32787"/>
                  </a:lnTo>
                  <a:lnTo>
                    <a:pt x="321310" y="31148"/>
                  </a:lnTo>
                  <a:lnTo>
                    <a:pt x="318031" y="27869"/>
                  </a:lnTo>
                  <a:lnTo>
                    <a:pt x="318031" y="24590"/>
                  </a:lnTo>
                  <a:lnTo>
                    <a:pt x="321310" y="21311"/>
                  </a:lnTo>
                  <a:lnTo>
                    <a:pt x="322950" y="18033"/>
                  </a:lnTo>
                  <a:lnTo>
                    <a:pt x="326228" y="14754"/>
                  </a:lnTo>
                  <a:lnTo>
                    <a:pt x="327867" y="11476"/>
                  </a:lnTo>
                  <a:lnTo>
                    <a:pt x="327867" y="6557"/>
                  </a:lnTo>
                  <a:lnTo>
                    <a:pt x="331146" y="3279"/>
                  </a:lnTo>
                  <a:lnTo>
                    <a:pt x="334425" y="1639"/>
                  </a:lnTo>
                  <a:lnTo>
                    <a:pt x="337703" y="1639"/>
                  </a:lnTo>
                  <a:lnTo>
                    <a:pt x="340982" y="0"/>
                  </a:lnTo>
                  <a:lnTo>
                    <a:pt x="345900" y="3279"/>
                  </a:lnTo>
                  <a:lnTo>
                    <a:pt x="349179" y="4918"/>
                  </a:lnTo>
                  <a:lnTo>
                    <a:pt x="352457" y="8197"/>
                  </a:lnTo>
                  <a:lnTo>
                    <a:pt x="357375" y="9836"/>
                  </a:lnTo>
                  <a:lnTo>
                    <a:pt x="357375" y="13115"/>
                  </a:lnTo>
                  <a:lnTo>
                    <a:pt x="357375" y="16393"/>
                  </a:lnTo>
                  <a:lnTo>
                    <a:pt x="357375" y="21311"/>
                  </a:lnTo>
                  <a:lnTo>
                    <a:pt x="357375" y="24590"/>
                  </a:lnTo>
                  <a:lnTo>
                    <a:pt x="360654" y="24590"/>
                  </a:lnTo>
                  <a:lnTo>
                    <a:pt x="363933" y="22951"/>
                  </a:lnTo>
                  <a:lnTo>
                    <a:pt x="367211" y="24590"/>
                  </a:lnTo>
                  <a:lnTo>
                    <a:pt x="368851" y="27869"/>
                  </a:lnTo>
                  <a:lnTo>
                    <a:pt x="367211" y="32787"/>
                  </a:lnTo>
                  <a:lnTo>
                    <a:pt x="368851" y="36066"/>
                  </a:lnTo>
                  <a:lnTo>
                    <a:pt x="368851" y="39344"/>
                  </a:lnTo>
                  <a:lnTo>
                    <a:pt x="370490" y="42623"/>
                  </a:lnTo>
                  <a:lnTo>
                    <a:pt x="370490" y="47541"/>
                  </a:lnTo>
                  <a:lnTo>
                    <a:pt x="370490" y="50820"/>
                  </a:lnTo>
                  <a:lnTo>
                    <a:pt x="370490" y="54098"/>
                  </a:lnTo>
                  <a:lnTo>
                    <a:pt x="370490" y="59016"/>
                  </a:lnTo>
                  <a:lnTo>
                    <a:pt x="370490" y="62295"/>
                  </a:lnTo>
                  <a:lnTo>
                    <a:pt x="373769" y="65573"/>
                  </a:lnTo>
                  <a:lnTo>
                    <a:pt x="375408" y="70492"/>
                  </a:lnTo>
                  <a:lnTo>
                    <a:pt x="377047" y="73770"/>
                  </a:lnTo>
                  <a:lnTo>
                    <a:pt x="380326" y="77049"/>
                  </a:lnTo>
                  <a:lnTo>
                    <a:pt x="383605" y="78688"/>
                  </a:lnTo>
                  <a:lnTo>
                    <a:pt x="386884" y="78688"/>
                  </a:lnTo>
                  <a:lnTo>
                    <a:pt x="390162" y="77049"/>
                  </a:lnTo>
                  <a:lnTo>
                    <a:pt x="393441" y="73770"/>
                  </a:lnTo>
                  <a:lnTo>
                    <a:pt x="398359" y="70492"/>
                  </a:lnTo>
                  <a:lnTo>
                    <a:pt x="401638" y="67213"/>
                  </a:lnTo>
                  <a:lnTo>
                    <a:pt x="404916" y="65573"/>
                  </a:lnTo>
                  <a:lnTo>
                    <a:pt x="408195" y="65573"/>
                  </a:lnTo>
                  <a:lnTo>
                    <a:pt x="411474" y="63934"/>
                  </a:lnTo>
                  <a:lnTo>
                    <a:pt x="416391" y="63934"/>
                  </a:lnTo>
                  <a:lnTo>
                    <a:pt x="416391" y="62295"/>
                  </a:lnTo>
                  <a:lnTo>
                    <a:pt x="418031" y="59016"/>
                  </a:lnTo>
                  <a:lnTo>
                    <a:pt x="419670" y="54098"/>
                  </a:lnTo>
                  <a:lnTo>
                    <a:pt x="424588" y="52459"/>
                  </a:lnTo>
                  <a:lnTo>
                    <a:pt x="427867" y="50820"/>
                  </a:lnTo>
                  <a:lnTo>
                    <a:pt x="429506" y="47541"/>
                  </a:lnTo>
                  <a:lnTo>
                    <a:pt x="432785" y="45901"/>
                  </a:lnTo>
                  <a:lnTo>
                    <a:pt x="437703" y="45901"/>
                  </a:lnTo>
                  <a:lnTo>
                    <a:pt x="440981" y="44262"/>
                  </a:lnTo>
                  <a:lnTo>
                    <a:pt x="444260" y="45901"/>
                  </a:lnTo>
                  <a:lnTo>
                    <a:pt x="447539" y="45901"/>
                  </a:lnTo>
                  <a:lnTo>
                    <a:pt x="452457" y="45901"/>
                  </a:lnTo>
                  <a:lnTo>
                    <a:pt x="452457" y="45901"/>
                  </a:lnTo>
                  <a:lnTo>
                    <a:pt x="452457" y="50820"/>
                  </a:lnTo>
                  <a:lnTo>
                    <a:pt x="450818" y="54098"/>
                  </a:lnTo>
                  <a:lnTo>
                    <a:pt x="454096" y="54098"/>
                  </a:lnTo>
                  <a:lnTo>
                    <a:pt x="457375" y="52459"/>
                  </a:lnTo>
                  <a:lnTo>
                    <a:pt x="460654" y="52459"/>
                  </a:lnTo>
                  <a:lnTo>
                    <a:pt x="465572" y="50820"/>
                  </a:lnTo>
                  <a:lnTo>
                    <a:pt x="468850" y="49180"/>
                  </a:lnTo>
                  <a:lnTo>
                    <a:pt x="472129" y="45901"/>
                  </a:lnTo>
                  <a:lnTo>
                    <a:pt x="475408" y="47541"/>
                  </a:lnTo>
                  <a:lnTo>
                    <a:pt x="480325" y="47541"/>
                  </a:lnTo>
                  <a:lnTo>
                    <a:pt x="480325" y="47541"/>
                  </a:lnTo>
                  <a:lnTo>
                    <a:pt x="480325" y="47541"/>
                  </a:lnTo>
                  <a:lnTo>
                    <a:pt x="485243" y="47541"/>
                  </a:lnTo>
                  <a:lnTo>
                    <a:pt x="486883" y="49180"/>
                  </a:lnTo>
                  <a:lnTo>
                    <a:pt x="491801" y="50820"/>
                  </a:lnTo>
                  <a:lnTo>
                    <a:pt x="495080" y="54098"/>
                  </a:lnTo>
                  <a:lnTo>
                    <a:pt x="491801" y="55738"/>
                  </a:lnTo>
                  <a:lnTo>
                    <a:pt x="486883" y="52459"/>
                  </a:lnTo>
                  <a:lnTo>
                    <a:pt x="483604" y="54098"/>
                  </a:lnTo>
                  <a:lnTo>
                    <a:pt x="480325" y="55738"/>
                  </a:lnTo>
                  <a:lnTo>
                    <a:pt x="480325" y="60656"/>
                  </a:lnTo>
                  <a:lnTo>
                    <a:pt x="483604" y="63934"/>
                  </a:lnTo>
                  <a:lnTo>
                    <a:pt x="485243" y="63934"/>
                  </a:lnTo>
                  <a:lnTo>
                    <a:pt x="481965" y="63934"/>
                  </a:lnTo>
                  <a:lnTo>
                    <a:pt x="478687" y="65573"/>
                  </a:lnTo>
                  <a:lnTo>
                    <a:pt x="475408" y="68852"/>
                  </a:lnTo>
                  <a:lnTo>
                    <a:pt x="470490" y="68852"/>
                  </a:lnTo>
                  <a:lnTo>
                    <a:pt x="467211" y="73770"/>
                  </a:lnTo>
                  <a:lnTo>
                    <a:pt x="463932" y="70492"/>
                  </a:lnTo>
                  <a:lnTo>
                    <a:pt x="460654" y="68852"/>
                  </a:lnTo>
                  <a:lnTo>
                    <a:pt x="455735" y="68852"/>
                  </a:lnTo>
                  <a:lnTo>
                    <a:pt x="452457" y="68852"/>
                  </a:lnTo>
                  <a:lnTo>
                    <a:pt x="452457" y="68852"/>
                  </a:lnTo>
                  <a:lnTo>
                    <a:pt x="449178" y="70492"/>
                  </a:lnTo>
                  <a:lnTo>
                    <a:pt x="444260" y="70492"/>
                  </a:lnTo>
                  <a:lnTo>
                    <a:pt x="440981" y="70492"/>
                  </a:lnTo>
                  <a:lnTo>
                    <a:pt x="437703" y="70492"/>
                  </a:lnTo>
                  <a:lnTo>
                    <a:pt x="434424" y="70492"/>
                  </a:lnTo>
                  <a:lnTo>
                    <a:pt x="429506" y="72131"/>
                  </a:lnTo>
                  <a:lnTo>
                    <a:pt x="426228" y="72131"/>
                  </a:lnTo>
                  <a:lnTo>
                    <a:pt x="422949" y="72131"/>
                  </a:lnTo>
                  <a:lnTo>
                    <a:pt x="418031" y="72131"/>
                  </a:lnTo>
                  <a:lnTo>
                    <a:pt x="414752" y="72131"/>
                  </a:lnTo>
                  <a:lnTo>
                    <a:pt x="411474" y="75410"/>
                  </a:lnTo>
                  <a:lnTo>
                    <a:pt x="406555" y="75410"/>
                  </a:lnTo>
                  <a:lnTo>
                    <a:pt x="403277" y="77049"/>
                  </a:lnTo>
                  <a:lnTo>
                    <a:pt x="399998" y="80328"/>
                  </a:lnTo>
                  <a:lnTo>
                    <a:pt x="396720" y="83606"/>
                  </a:lnTo>
                  <a:lnTo>
                    <a:pt x="393441" y="86885"/>
                  </a:lnTo>
                  <a:lnTo>
                    <a:pt x="391801" y="90164"/>
                  </a:lnTo>
                  <a:lnTo>
                    <a:pt x="388523" y="90164"/>
                  </a:lnTo>
                  <a:lnTo>
                    <a:pt x="383605" y="88524"/>
                  </a:lnTo>
                  <a:lnTo>
                    <a:pt x="383605" y="93442"/>
                  </a:lnTo>
                  <a:lnTo>
                    <a:pt x="380326" y="96721"/>
                  </a:lnTo>
                  <a:lnTo>
                    <a:pt x="377047" y="100000"/>
                  </a:lnTo>
                  <a:lnTo>
                    <a:pt x="373769" y="103278"/>
                  </a:lnTo>
                  <a:lnTo>
                    <a:pt x="372130" y="106557"/>
                  </a:lnTo>
                  <a:lnTo>
                    <a:pt x="375408" y="109836"/>
                  </a:lnTo>
                  <a:lnTo>
                    <a:pt x="378687" y="111475"/>
                  </a:lnTo>
                  <a:lnTo>
                    <a:pt x="381965" y="114754"/>
                  </a:lnTo>
                  <a:lnTo>
                    <a:pt x="385244" y="118032"/>
                  </a:lnTo>
                  <a:lnTo>
                    <a:pt x="388523" y="121311"/>
                  </a:lnTo>
                  <a:lnTo>
                    <a:pt x="388523" y="124590"/>
                  </a:lnTo>
                  <a:lnTo>
                    <a:pt x="391801" y="127868"/>
                  </a:lnTo>
                  <a:lnTo>
                    <a:pt x="393441" y="131147"/>
                  </a:lnTo>
                  <a:lnTo>
                    <a:pt x="395080" y="134426"/>
                  </a:lnTo>
                  <a:lnTo>
                    <a:pt x="391801" y="139344"/>
                  </a:lnTo>
                  <a:lnTo>
                    <a:pt x="391801" y="139344"/>
                  </a:lnTo>
                  <a:lnTo>
                    <a:pt x="393441" y="140983"/>
                  </a:lnTo>
                  <a:lnTo>
                    <a:pt x="396720" y="144262"/>
                  </a:lnTo>
                  <a:lnTo>
                    <a:pt x="395080" y="147540"/>
                  </a:lnTo>
                  <a:lnTo>
                    <a:pt x="393441" y="150819"/>
                  </a:lnTo>
                  <a:lnTo>
                    <a:pt x="393441" y="152458"/>
                  </a:lnTo>
                  <a:lnTo>
                    <a:pt x="393441" y="154098"/>
                  </a:lnTo>
                  <a:lnTo>
                    <a:pt x="393441" y="155737"/>
                  </a:lnTo>
                  <a:lnTo>
                    <a:pt x="388523" y="157376"/>
                  </a:lnTo>
                  <a:lnTo>
                    <a:pt x="386884" y="160655"/>
                  </a:lnTo>
                  <a:lnTo>
                    <a:pt x="385244" y="163934"/>
                  </a:lnTo>
                  <a:lnTo>
                    <a:pt x="381965" y="168852"/>
                  </a:lnTo>
                  <a:lnTo>
                    <a:pt x="381965" y="172130"/>
                  </a:lnTo>
                  <a:lnTo>
                    <a:pt x="378687" y="172130"/>
                  </a:lnTo>
                  <a:lnTo>
                    <a:pt x="378687" y="175409"/>
                  </a:lnTo>
                  <a:lnTo>
                    <a:pt x="383605" y="180327"/>
                  </a:lnTo>
                  <a:lnTo>
                    <a:pt x="386884" y="181966"/>
                  </a:lnTo>
                  <a:lnTo>
                    <a:pt x="386884" y="186885"/>
                  </a:lnTo>
                  <a:lnTo>
                    <a:pt x="386884" y="186885"/>
                  </a:lnTo>
                  <a:lnTo>
                    <a:pt x="386884" y="191803"/>
                  </a:lnTo>
                  <a:lnTo>
                    <a:pt x="385244" y="195081"/>
                  </a:lnTo>
                  <a:lnTo>
                    <a:pt x="380326" y="196720"/>
                  </a:lnTo>
                  <a:lnTo>
                    <a:pt x="377047" y="198360"/>
                  </a:lnTo>
                  <a:lnTo>
                    <a:pt x="373769" y="198360"/>
                  </a:lnTo>
                  <a:lnTo>
                    <a:pt x="370490" y="199999"/>
                  </a:lnTo>
                  <a:lnTo>
                    <a:pt x="365572" y="199999"/>
                  </a:lnTo>
                  <a:lnTo>
                    <a:pt x="362294" y="198360"/>
                  </a:lnTo>
                  <a:lnTo>
                    <a:pt x="359015" y="198360"/>
                  </a:lnTo>
                  <a:lnTo>
                    <a:pt x="354097" y="196720"/>
                  </a:lnTo>
                  <a:lnTo>
                    <a:pt x="350818" y="196720"/>
                  </a:lnTo>
                  <a:lnTo>
                    <a:pt x="347540" y="195081"/>
                  </a:lnTo>
                  <a:lnTo>
                    <a:pt x="344261" y="195081"/>
                  </a:lnTo>
                  <a:lnTo>
                    <a:pt x="344261" y="196720"/>
                  </a:lnTo>
                  <a:lnTo>
                    <a:pt x="342621" y="199999"/>
                  </a:lnTo>
                  <a:lnTo>
                    <a:pt x="345900" y="203278"/>
                  </a:lnTo>
                  <a:lnTo>
                    <a:pt x="347540" y="204917"/>
                  </a:lnTo>
                  <a:lnTo>
                    <a:pt x="349179" y="208196"/>
                  </a:lnTo>
                  <a:lnTo>
                    <a:pt x="354097" y="209835"/>
                  </a:lnTo>
                  <a:lnTo>
                    <a:pt x="357375" y="213114"/>
                  </a:lnTo>
                  <a:lnTo>
                    <a:pt x="357375" y="216393"/>
                  </a:lnTo>
                  <a:lnTo>
                    <a:pt x="359015" y="219671"/>
                  </a:lnTo>
                  <a:lnTo>
                    <a:pt x="360654" y="221310"/>
                  </a:lnTo>
                  <a:lnTo>
                    <a:pt x="363933" y="226229"/>
                  </a:lnTo>
                  <a:lnTo>
                    <a:pt x="362294" y="229507"/>
                  </a:lnTo>
                  <a:lnTo>
                    <a:pt x="359015" y="232786"/>
                  </a:lnTo>
                  <a:lnTo>
                    <a:pt x="355736" y="236065"/>
                  </a:lnTo>
                  <a:lnTo>
                    <a:pt x="354097" y="236065"/>
                  </a:lnTo>
                  <a:lnTo>
                    <a:pt x="350818" y="237704"/>
                  </a:lnTo>
                  <a:lnTo>
                    <a:pt x="347540" y="236065"/>
                  </a:lnTo>
                  <a:lnTo>
                    <a:pt x="344261" y="237704"/>
                  </a:lnTo>
                  <a:lnTo>
                    <a:pt x="339343" y="237704"/>
                  </a:lnTo>
                  <a:lnTo>
                    <a:pt x="339343" y="237704"/>
                  </a:lnTo>
                  <a:lnTo>
                    <a:pt x="337703" y="242622"/>
                  </a:lnTo>
                  <a:lnTo>
                    <a:pt x="339343" y="245901"/>
                  </a:lnTo>
                  <a:lnTo>
                    <a:pt x="337703" y="249179"/>
                  </a:lnTo>
                  <a:lnTo>
                    <a:pt x="337703" y="254097"/>
                  </a:lnTo>
                  <a:lnTo>
                    <a:pt x="337703" y="257376"/>
                  </a:lnTo>
                  <a:lnTo>
                    <a:pt x="334425" y="260655"/>
                  </a:lnTo>
                  <a:lnTo>
                    <a:pt x="332785" y="265573"/>
                  </a:lnTo>
                  <a:lnTo>
                    <a:pt x="334425" y="268851"/>
                  </a:lnTo>
                  <a:lnTo>
                    <a:pt x="336064" y="272130"/>
                  </a:lnTo>
                  <a:lnTo>
                    <a:pt x="336064" y="277048"/>
                  </a:lnTo>
                  <a:lnTo>
                    <a:pt x="336064" y="280327"/>
                  </a:lnTo>
                  <a:lnTo>
                    <a:pt x="337703" y="283605"/>
                  </a:lnTo>
                  <a:lnTo>
                    <a:pt x="339343" y="288523"/>
                  </a:lnTo>
                  <a:lnTo>
                    <a:pt x="337703" y="290163"/>
                  </a:lnTo>
                  <a:lnTo>
                    <a:pt x="334425" y="293441"/>
                  </a:lnTo>
                  <a:lnTo>
                    <a:pt x="334425" y="296720"/>
                  </a:lnTo>
                  <a:lnTo>
                    <a:pt x="329507" y="301638"/>
                  </a:lnTo>
                  <a:lnTo>
                    <a:pt x="326228" y="301638"/>
                  </a:lnTo>
                  <a:lnTo>
                    <a:pt x="322950" y="303277"/>
                  </a:lnTo>
                  <a:lnTo>
                    <a:pt x="319671" y="298359"/>
                  </a:lnTo>
                  <a:lnTo>
                    <a:pt x="318031" y="295081"/>
                  </a:lnTo>
                  <a:lnTo>
                    <a:pt x="314753" y="295081"/>
                  </a:lnTo>
                  <a:lnTo>
                    <a:pt x="311474" y="293441"/>
                  </a:lnTo>
                  <a:lnTo>
                    <a:pt x="309835" y="296720"/>
                  </a:lnTo>
                  <a:lnTo>
                    <a:pt x="306556" y="295081"/>
                  </a:lnTo>
                  <a:lnTo>
                    <a:pt x="303277" y="295081"/>
                  </a:lnTo>
                  <a:lnTo>
                    <a:pt x="298360" y="293441"/>
                  </a:lnTo>
                  <a:lnTo>
                    <a:pt x="296720" y="296720"/>
                  </a:lnTo>
                  <a:lnTo>
                    <a:pt x="293441" y="299999"/>
                  </a:lnTo>
                  <a:lnTo>
                    <a:pt x="290163" y="301638"/>
                  </a:lnTo>
                  <a:lnTo>
                    <a:pt x="285245" y="304917"/>
                  </a:lnTo>
                  <a:lnTo>
                    <a:pt x="281966" y="306556"/>
                  </a:lnTo>
                  <a:lnTo>
                    <a:pt x="278687" y="306556"/>
                  </a:lnTo>
                  <a:lnTo>
                    <a:pt x="280327" y="309835"/>
                  </a:lnTo>
                  <a:lnTo>
                    <a:pt x="283605" y="311474"/>
                  </a:lnTo>
                  <a:lnTo>
                    <a:pt x="286884" y="314753"/>
                  </a:lnTo>
                  <a:lnTo>
                    <a:pt x="286884" y="314753"/>
                  </a:lnTo>
                  <a:lnTo>
                    <a:pt x="283605" y="316392"/>
                  </a:lnTo>
                  <a:lnTo>
                    <a:pt x="280327" y="318031"/>
                  </a:lnTo>
                  <a:lnTo>
                    <a:pt x="277048" y="318031"/>
                  </a:lnTo>
                  <a:lnTo>
                    <a:pt x="272130" y="319671"/>
                  </a:lnTo>
                  <a:lnTo>
                    <a:pt x="268851" y="319671"/>
                  </a:lnTo>
                  <a:lnTo>
                    <a:pt x="265573" y="319671"/>
                  </a:lnTo>
                  <a:lnTo>
                    <a:pt x="263933" y="319671"/>
                  </a:lnTo>
                  <a:lnTo>
                    <a:pt x="260654" y="318031"/>
                  </a:lnTo>
                  <a:lnTo>
                    <a:pt x="260654" y="314753"/>
                  </a:lnTo>
                  <a:lnTo>
                    <a:pt x="255737" y="316392"/>
                  </a:lnTo>
                  <a:lnTo>
                    <a:pt x="252458" y="318031"/>
                  </a:lnTo>
                  <a:lnTo>
                    <a:pt x="252458" y="319671"/>
                  </a:lnTo>
                  <a:lnTo>
                    <a:pt x="249179" y="322950"/>
                  </a:lnTo>
                  <a:lnTo>
                    <a:pt x="247540" y="327867"/>
                  </a:lnTo>
                  <a:lnTo>
                    <a:pt x="244261" y="331146"/>
                  </a:lnTo>
                  <a:lnTo>
                    <a:pt x="239343" y="331146"/>
                  </a:lnTo>
                  <a:lnTo>
                    <a:pt x="239343" y="331146"/>
                  </a:lnTo>
                  <a:lnTo>
                    <a:pt x="237704" y="336064"/>
                  </a:lnTo>
                  <a:lnTo>
                    <a:pt x="237704" y="339343"/>
                  </a:lnTo>
                  <a:lnTo>
                    <a:pt x="237704" y="342622"/>
                  </a:lnTo>
                  <a:lnTo>
                    <a:pt x="237704" y="347540"/>
                  </a:lnTo>
                  <a:lnTo>
                    <a:pt x="237704" y="350818"/>
                  </a:lnTo>
                  <a:lnTo>
                    <a:pt x="240983" y="354097"/>
                  </a:lnTo>
                  <a:lnTo>
                    <a:pt x="240983" y="359015"/>
                  </a:lnTo>
                  <a:lnTo>
                    <a:pt x="240983" y="362294"/>
                  </a:lnTo>
                  <a:lnTo>
                    <a:pt x="239343" y="365572"/>
                  </a:lnTo>
                  <a:lnTo>
                    <a:pt x="239343" y="370490"/>
                  </a:lnTo>
                  <a:lnTo>
                    <a:pt x="242622" y="373769"/>
                  </a:lnTo>
                  <a:lnTo>
                    <a:pt x="242622" y="377047"/>
                  </a:lnTo>
                  <a:lnTo>
                    <a:pt x="239343" y="380326"/>
                  </a:lnTo>
                  <a:lnTo>
                    <a:pt x="236064" y="381966"/>
                  </a:lnTo>
                  <a:lnTo>
                    <a:pt x="232786" y="383605"/>
                  </a:lnTo>
                  <a:lnTo>
                    <a:pt x="229507" y="383605"/>
                  </a:lnTo>
                  <a:lnTo>
                    <a:pt x="224589" y="385244"/>
                  </a:lnTo>
                  <a:lnTo>
                    <a:pt x="222950" y="385244"/>
                  </a:lnTo>
                  <a:lnTo>
                    <a:pt x="222950" y="385244"/>
                  </a:lnTo>
                  <a:lnTo>
                    <a:pt x="218032" y="386884"/>
                  </a:lnTo>
                  <a:lnTo>
                    <a:pt x="214753" y="388523"/>
                  </a:lnTo>
                  <a:lnTo>
                    <a:pt x="211474" y="388523"/>
                  </a:lnTo>
                  <a:lnTo>
                    <a:pt x="208196" y="390162"/>
                  </a:lnTo>
                  <a:lnTo>
                    <a:pt x="203278" y="391802"/>
                  </a:lnTo>
                  <a:lnTo>
                    <a:pt x="199999" y="393441"/>
                  </a:lnTo>
                  <a:lnTo>
                    <a:pt x="196720" y="393441"/>
                  </a:lnTo>
                  <a:lnTo>
                    <a:pt x="195081" y="393441"/>
                  </a:lnTo>
                  <a:lnTo>
                    <a:pt x="193442" y="391802"/>
                  </a:lnTo>
                  <a:lnTo>
                    <a:pt x="191803" y="391802"/>
                  </a:lnTo>
                  <a:lnTo>
                    <a:pt x="186884" y="391802"/>
                  </a:lnTo>
                  <a:lnTo>
                    <a:pt x="186884" y="391802"/>
                  </a:lnTo>
                  <a:lnTo>
                    <a:pt x="183606" y="391802"/>
                  </a:lnTo>
                  <a:lnTo>
                    <a:pt x="180327" y="391802"/>
                  </a:lnTo>
                  <a:lnTo>
                    <a:pt x="175409" y="391802"/>
                  </a:lnTo>
                  <a:lnTo>
                    <a:pt x="172130" y="393441"/>
                  </a:lnTo>
                  <a:lnTo>
                    <a:pt x="168851" y="395080"/>
                  </a:lnTo>
                  <a:lnTo>
                    <a:pt x="165573" y="398359"/>
                  </a:lnTo>
                  <a:lnTo>
                    <a:pt x="162294" y="399998"/>
                  </a:lnTo>
                  <a:lnTo>
                    <a:pt x="157376" y="398359"/>
                  </a:lnTo>
                  <a:lnTo>
                    <a:pt x="154098" y="396720"/>
                  </a:lnTo>
                  <a:lnTo>
                    <a:pt x="150819" y="396720"/>
                  </a:lnTo>
                  <a:lnTo>
                    <a:pt x="145901" y="396720"/>
                  </a:lnTo>
                  <a:lnTo>
                    <a:pt x="142623" y="395080"/>
                  </a:lnTo>
                  <a:lnTo>
                    <a:pt x="139344" y="396720"/>
                  </a:lnTo>
                  <a:lnTo>
                    <a:pt x="134426" y="396720"/>
                  </a:lnTo>
                  <a:lnTo>
                    <a:pt x="131147" y="396720"/>
                  </a:lnTo>
                  <a:lnTo>
                    <a:pt x="129508" y="396720"/>
                  </a:lnTo>
                  <a:lnTo>
                    <a:pt x="126229" y="396720"/>
                  </a:lnTo>
                  <a:lnTo>
                    <a:pt x="121311" y="398359"/>
                  </a:lnTo>
                  <a:lnTo>
                    <a:pt x="118032" y="398359"/>
                  </a:lnTo>
                  <a:lnTo>
                    <a:pt x="114754" y="398359"/>
                  </a:lnTo>
                  <a:lnTo>
                    <a:pt x="109836" y="399998"/>
                  </a:lnTo>
                  <a:lnTo>
                    <a:pt x="106557" y="399998"/>
                  </a:lnTo>
                  <a:lnTo>
                    <a:pt x="103278" y="399998"/>
                  </a:lnTo>
                  <a:lnTo>
                    <a:pt x="98360" y="398359"/>
                  </a:lnTo>
                  <a:lnTo>
                    <a:pt x="95081" y="396720"/>
                  </a:lnTo>
                  <a:lnTo>
                    <a:pt x="90164" y="395080"/>
                  </a:lnTo>
                  <a:lnTo>
                    <a:pt x="86885" y="395080"/>
                  </a:lnTo>
                  <a:lnTo>
                    <a:pt x="83606" y="393441"/>
                  </a:lnTo>
                  <a:lnTo>
                    <a:pt x="80327" y="391802"/>
                  </a:lnTo>
                  <a:lnTo>
                    <a:pt x="75410" y="390162"/>
                  </a:lnTo>
                  <a:lnTo>
                    <a:pt x="72131" y="390162"/>
                  </a:lnTo>
                  <a:lnTo>
                    <a:pt x="67213" y="388523"/>
                  </a:lnTo>
                  <a:lnTo>
                    <a:pt x="63934" y="386884"/>
                  </a:lnTo>
                  <a:lnTo>
                    <a:pt x="60656" y="385244"/>
                  </a:lnTo>
                  <a:lnTo>
                    <a:pt x="55737" y="385244"/>
                  </a:lnTo>
                  <a:lnTo>
                    <a:pt x="52459" y="383605"/>
                  </a:lnTo>
                  <a:lnTo>
                    <a:pt x="49180" y="381966"/>
                  </a:lnTo>
                  <a:lnTo>
                    <a:pt x="45901" y="380326"/>
                  </a:lnTo>
                  <a:lnTo>
                    <a:pt x="40983" y="380326"/>
                  </a:lnTo>
                  <a:lnTo>
                    <a:pt x="42623" y="377047"/>
                  </a:lnTo>
                  <a:lnTo>
                    <a:pt x="45901" y="373769"/>
                  </a:lnTo>
                  <a:lnTo>
                    <a:pt x="45901" y="372130"/>
                  </a:lnTo>
                  <a:lnTo>
                    <a:pt x="49180" y="368851"/>
                  </a:lnTo>
                  <a:lnTo>
                    <a:pt x="49180" y="367212"/>
                  </a:lnTo>
                  <a:lnTo>
                    <a:pt x="50820" y="363933"/>
                  </a:lnTo>
                  <a:lnTo>
                    <a:pt x="54098" y="360654"/>
                  </a:lnTo>
                  <a:lnTo>
                    <a:pt x="57377" y="357375"/>
                  </a:lnTo>
                  <a:lnTo>
                    <a:pt x="59016" y="352457"/>
                  </a:lnTo>
                  <a:lnTo>
                    <a:pt x="62295" y="349179"/>
                  </a:lnTo>
                  <a:lnTo>
                    <a:pt x="63934" y="345900"/>
                  </a:lnTo>
                  <a:lnTo>
                    <a:pt x="67213" y="340982"/>
                  </a:lnTo>
                  <a:lnTo>
                    <a:pt x="68852" y="337703"/>
                  </a:lnTo>
                  <a:lnTo>
                    <a:pt x="68852" y="336064"/>
                  </a:lnTo>
                  <a:lnTo>
                    <a:pt x="68852" y="332785"/>
                  </a:lnTo>
                  <a:lnTo>
                    <a:pt x="68852" y="331146"/>
                  </a:lnTo>
                  <a:lnTo>
                    <a:pt x="70491" y="331146"/>
                  </a:lnTo>
                  <a:lnTo>
                    <a:pt x="70491" y="329507"/>
                  </a:lnTo>
                  <a:lnTo>
                    <a:pt x="70491" y="326228"/>
                  </a:lnTo>
                  <a:lnTo>
                    <a:pt x="67213" y="322950"/>
                  </a:lnTo>
                  <a:lnTo>
                    <a:pt x="65573" y="318031"/>
                  </a:lnTo>
                  <a:lnTo>
                    <a:pt x="65573" y="318031"/>
                  </a:lnTo>
                  <a:lnTo>
                    <a:pt x="65573" y="314753"/>
                  </a:lnTo>
                  <a:lnTo>
                    <a:pt x="63934" y="314753"/>
                  </a:lnTo>
                  <a:lnTo>
                    <a:pt x="62295" y="313113"/>
                  </a:lnTo>
                  <a:lnTo>
                    <a:pt x="59016" y="311474"/>
                  </a:lnTo>
                  <a:lnTo>
                    <a:pt x="55737" y="311474"/>
                  </a:lnTo>
                  <a:lnTo>
                    <a:pt x="52459" y="311474"/>
                  </a:lnTo>
                  <a:lnTo>
                    <a:pt x="50820" y="311474"/>
                  </a:lnTo>
                  <a:lnTo>
                    <a:pt x="45901" y="309835"/>
                  </a:lnTo>
                  <a:lnTo>
                    <a:pt x="42623" y="309835"/>
                  </a:lnTo>
                  <a:lnTo>
                    <a:pt x="39344" y="309835"/>
                  </a:lnTo>
                  <a:lnTo>
                    <a:pt x="37705" y="308195"/>
                  </a:lnTo>
                  <a:lnTo>
                    <a:pt x="32787" y="308195"/>
                  </a:lnTo>
                  <a:lnTo>
                    <a:pt x="29508" y="304917"/>
                  </a:lnTo>
                  <a:lnTo>
                    <a:pt x="27869" y="301638"/>
                  </a:lnTo>
                  <a:lnTo>
                    <a:pt x="27869" y="296720"/>
                  </a:lnTo>
                  <a:lnTo>
                    <a:pt x="27869" y="293441"/>
                  </a:lnTo>
                  <a:lnTo>
                    <a:pt x="26229" y="290163"/>
                  </a:lnTo>
                  <a:lnTo>
                    <a:pt x="26229" y="285245"/>
                  </a:lnTo>
                  <a:lnTo>
                    <a:pt x="24590" y="283605"/>
                  </a:lnTo>
                  <a:lnTo>
                    <a:pt x="26229" y="280327"/>
                  </a:lnTo>
                  <a:lnTo>
                    <a:pt x="26229" y="275409"/>
                  </a:lnTo>
                  <a:lnTo>
                    <a:pt x="24590" y="272130"/>
                  </a:lnTo>
                  <a:lnTo>
                    <a:pt x="22951" y="268851"/>
                  </a:lnTo>
                  <a:lnTo>
                    <a:pt x="21311" y="263933"/>
                  </a:lnTo>
                  <a:lnTo>
                    <a:pt x="19672" y="260655"/>
                  </a:lnTo>
                  <a:lnTo>
                    <a:pt x="18033" y="257376"/>
                  </a:lnTo>
                  <a:lnTo>
                    <a:pt x="16393" y="252458"/>
                  </a:lnTo>
                  <a:lnTo>
                    <a:pt x="14754" y="249179"/>
                  </a:lnTo>
                  <a:lnTo>
                    <a:pt x="13114" y="245901"/>
                  </a:lnTo>
                  <a:lnTo>
                    <a:pt x="11476" y="240983"/>
                  </a:lnTo>
                  <a:lnTo>
                    <a:pt x="9836" y="237704"/>
                  </a:lnTo>
                  <a:lnTo>
                    <a:pt x="9836" y="234425"/>
                  </a:lnTo>
                  <a:lnTo>
                    <a:pt x="11476" y="229507"/>
                  </a:lnTo>
                  <a:lnTo>
                    <a:pt x="14754" y="226229"/>
                  </a:lnTo>
                  <a:lnTo>
                    <a:pt x="18033" y="222950"/>
                  </a:lnTo>
                  <a:lnTo>
                    <a:pt x="19672" y="219671"/>
                  </a:lnTo>
                  <a:lnTo>
                    <a:pt x="16393" y="216393"/>
                  </a:lnTo>
                  <a:lnTo>
                    <a:pt x="13114" y="216393"/>
                  </a:lnTo>
                  <a:lnTo>
                    <a:pt x="11476" y="216393"/>
                  </a:lnTo>
                  <a:lnTo>
                    <a:pt x="11476" y="216393"/>
                  </a:lnTo>
                  <a:lnTo>
                    <a:pt x="6557" y="214753"/>
                  </a:lnTo>
                  <a:lnTo>
                    <a:pt x="3279" y="213114"/>
                  </a:lnTo>
                  <a:lnTo>
                    <a:pt x="3279" y="208196"/>
                  </a:lnTo>
                  <a:lnTo>
                    <a:pt x="3279" y="204917"/>
                  </a:lnTo>
                  <a:lnTo>
                    <a:pt x="3279" y="201638"/>
                  </a:lnTo>
                  <a:lnTo>
                    <a:pt x="1639" y="198360"/>
                  </a:lnTo>
                  <a:lnTo>
                    <a:pt x="0" y="19508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1" name="Freeform 2780">
              <a:extLst>
                <a:ext uri="{FF2B5EF4-FFF2-40B4-BE49-F238E27FC236}">
                  <a16:creationId xmlns:a16="http://schemas.microsoft.com/office/drawing/2014/main" id="{E56159AB-3709-FB48-91B0-92907C686AB4}"/>
                </a:ext>
              </a:extLst>
            </p:cNvPr>
            <p:cNvSpPr/>
            <p:nvPr/>
          </p:nvSpPr>
          <p:spPr>
            <a:xfrm>
              <a:off x="7979597" y="809994"/>
              <a:ext cx="8196" cy="1639"/>
            </a:xfrm>
            <a:custGeom>
              <a:avLst/>
              <a:gdLst>
                <a:gd name="connsiteX0" fmla="*/ 0 w 8196"/>
                <a:gd name="connsiteY0" fmla="*/ 0 h 1639"/>
                <a:gd name="connsiteX1" fmla="*/ 3279 w 8196"/>
                <a:gd name="connsiteY1" fmla="*/ 0 h 1639"/>
                <a:gd name="connsiteX2" fmla="*/ 8197 w 8196"/>
                <a:gd name="connsiteY2" fmla="*/ 1639 h 1639"/>
                <a:gd name="connsiteX3" fmla="*/ 3279 w 8196"/>
                <a:gd name="connsiteY3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0" y="0"/>
                  </a:moveTo>
                  <a:lnTo>
                    <a:pt x="3279" y="0"/>
                  </a:lnTo>
                  <a:lnTo>
                    <a:pt x="8197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2" name="Freeform 2781">
              <a:extLst>
                <a:ext uri="{FF2B5EF4-FFF2-40B4-BE49-F238E27FC236}">
                  <a16:creationId xmlns:a16="http://schemas.microsoft.com/office/drawing/2014/main" id="{3A955A92-9858-FE4A-A6A8-9DFE0BFFB176}"/>
                </a:ext>
              </a:extLst>
            </p:cNvPr>
            <p:cNvSpPr/>
            <p:nvPr/>
          </p:nvSpPr>
          <p:spPr>
            <a:xfrm>
              <a:off x="9366476" y="4059159"/>
              <a:ext cx="13114" cy="8196"/>
            </a:xfrm>
            <a:custGeom>
              <a:avLst/>
              <a:gdLst>
                <a:gd name="connsiteX0" fmla="*/ 3279 w 13114"/>
                <a:gd name="connsiteY0" fmla="*/ 0 h 8196"/>
                <a:gd name="connsiteX1" fmla="*/ 0 w 13114"/>
                <a:gd name="connsiteY1" fmla="*/ 1639 h 8196"/>
                <a:gd name="connsiteX2" fmla="*/ 1639 w 13114"/>
                <a:gd name="connsiteY2" fmla="*/ 4918 h 8196"/>
                <a:gd name="connsiteX3" fmla="*/ 4918 w 13114"/>
                <a:gd name="connsiteY3" fmla="*/ 8197 h 8196"/>
                <a:gd name="connsiteX4" fmla="*/ 8197 w 13114"/>
                <a:gd name="connsiteY4" fmla="*/ 4918 h 8196"/>
                <a:gd name="connsiteX5" fmla="*/ 13114 w 13114"/>
                <a:gd name="connsiteY5" fmla="*/ 1639 h 8196"/>
                <a:gd name="connsiteX6" fmla="*/ 11476 w 13114"/>
                <a:gd name="connsiteY6" fmla="*/ 1639 h 8196"/>
                <a:gd name="connsiteX7" fmla="*/ 6558 w 13114"/>
                <a:gd name="connsiteY7" fmla="*/ 0 h 8196"/>
                <a:gd name="connsiteX8" fmla="*/ 3279 w 13114"/>
                <a:gd name="connsiteY8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14" h="8196">
                  <a:moveTo>
                    <a:pt x="3279" y="0"/>
                  </a:moveTo>
                  <a:lnTo>
                    <a:pt x="0" y="1639"/>
                  </a:lnTo>
                  <a:lnTo>
                    <a:pt x="1639" y="4918"/>
                  </a:lnTo>
                  <a:lnTo>
                    <a:pt x="4918" y="8197"/>
                  </a:lnTo>
                  <a:lnTo>
                    <a:pt x="8197" y="4918"/>
                  </a:lnTo>
                  <a:lnTo>
                    <a:pt x="13114" y="1639"/>
                  </a:lnTo>
                  <a:lnTo>
                    <a:pt x="11476" y="1639"/>
                  </a:lnTo>
                  <a:lnTo>
                    <a:pt x="6558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3" name="Freeform 2782">
              <a:extLst>
                <a:ext uri="{FF2B5EF4-FFF2-40B4-BE49-F238E27FC236}">
                  <a16:creationId xmlns:a16="http://schemas.microsoft.com/office/drawing/2014/main" id="{5AB79CE9-363E-B144-879F-AA049FAF0DB0}"/>
                </a:ext>
              </a:extLst>
            </p:cNvPr>
            <p:cNvSpPr/>
            <p:nvPr/>
          </p:nvSpPr>
          <p:spPr>
            <a:xfrm>
              <a:off x="9836966" y="1708350"/>
              <a:ext cx="11475" cy="8196"/>
            </a:xfrm>
            <a:custGeom>
              <a:avLst/>
              <a:gdLst>
                <a:gd name="connsiteX0" fmla="*/ 0 w 11475"/>
                <a:gd name="connsiteY0" fmla="*/ 4918 h 8196"/>
                <a:gd name="connsiteX1" fmla="*/ 0 w 11475"/>
                <a:gd name="connsiteY1" fmla="*/ 8197 h 8196"/>
                <a:gd name="connsiteX2" fmla="*/ 3279 w 11475"/>
                <a:gd name="connsiteY2" fmla="*/ 8197 h 8196"/>
                <a:gd name="connsiteX3" fmla="*/ 8197 w 11475"/>
                <a:gd name="connsiteY3" fmla="*/ 8197 h 8196"/>
                <a:gd name="connsiteX4" fmla="*/ 11476 w 11475"/>
                <a:gd name="connsiteY4" fmla="*/ 8197 h 8196"/>
                <a:gd name="connsiteX5" fmla="*/ 9836 w 11475"/>
                <a:gd name="connsiteY5" fmla="*/ 4918 h 8196"/>
                <a:gd name="connsiteX6" fmla="*/ 9836 w 11475"/>
                <a:gd name="connsiteY6" fmla="*/ 1639 h 8196"/>
                <a:gd name="connsiteX7" fmla="*/ 6557 w 11475"/>
                <a:gd name="connsiteY7" fmla="*/ 0 h 8196"/>
                <a:gd name="connsiteX8" fmla="*/ 1639 w 11475"/>
                <a:gd name="connsiteY8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75" h="8196">
                  <a:moveTo>
                    <a:pt x="0" y="4918"/>
                  </a:moveTo>
                  <a:lnTo>
                    <a:pt x="0" y="8197"/>
                  </a:lnTo>
                  <a:lnTo>
                    <a:pt x="3279" y="8197"/>
                  </a:lnTo>
                  <a:lnTo>
                    <a:pt x="8197" y="8197"/>
                  </a:lnTo>
                  <a:lnTo>
                    <a:pt x="11476" y="8197"/>
                  </a:lnTo>
                  <a:lnTo>
                    <a:pt x="9836" y="4918"/>
                  </a:lnTo>
                  <a:lnTo>
                    <a:pt x="9836" y="1639"/>
                  </a:lnTo>
                  <a:lnTo>
                    <a:pt x="6557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4" name="Freeform 2783">
              <a:extLst>
                <a:ext uri="{FF2B5EF4-FFF2-40B4-BE49-F238E27FC236}">
                  <a16:creationId xmlns:a16="http://schemas.microsoft.com/office/drawing/2014/main" id="{57ABC435-2CEF-2E43-B800-CEB0E92D166A}"/>
                </a:ext>
              </a:extLst>
            </p:cNvPr>
            <p:cNvSpPr/>
            <p:nvPr/>
          </p:nvSpPr>
          <p:spPr>
            <a:xfrm>
              <a:off x="9856638" y="1705072"/>
              <a:ext cx="26228" cy="22950"/>
            </a:xfrm>
            <a:custGeom>
              <a:avLst/>
              <a:gdLst>
                <a:gd name="connsiteX0" fmla="*/ 0 w 26228"/>
                <a:gd name="connsiteY0" fmla="*/ 8197 h 22950"/>
                <a:gd name="connsiteX1" fmla="*/ 0 w 26228"/>
                <a:gd name="connsiteY1" fmla="*/ 11475 h 22950"/>
                <a:gd name="connsiteX2" fmla="*/ 1639 w 26228"/>
                <a:gd name="connsiteY2" fmla="*/ 16393 h 22950"/>
                <a:gd name="connsiteX3" fmla="*/ 6557 w 26228"/>
                <a:gd name="connsiteY3" fmla="*/ 14754 h 22950"/>
                <a:gd name="connsiteX4" fmla="*/ 9836 w 26228"/>
                <a:gd name="connsiteY4" fmla="*/ 14754 h 22950"/>
                <a:gd name="connsiteX5" fmla="*/ 13114 w 26228"/>
                <a:gd name="connsiteY5" fmla="*/ 18033 h 22950"/>
                <a:gd name="connsiteX6" fmla="*/ 18032 w 26228"/>
                <a:gd name="connsiteY6" fmla="*/ 19672 h 22950"/>
                <a:gd name="connsiteX7" fmla="*/ 21311 w 26228"/>
                <a:gd name="connsiteY7" fmla="*/ 22951 h 22950"/>
                <a:gd name="connsiteX8" fmla="*/ 24590 w 26228"/>
                <a:gd name="connsiteY8" fmla="*/ 21311 h 22950"/>
                <a:gd name="connsiteX9" fmla="*/ 26229 w 26228"/>
                <a:gd name="connsiteY9" fmla="*/ 16393 h 22950"/>
                <a:gd name="connsiteX10" fmla="*/ 22950 w 26228"/>
                <a:gd name="connsiteY10" fmla="*/ 13115 h 22950"/>
                <a:gd name="connsiteX11" fmla="*/ 22950 w 26228"/>
                <a:gd name="connsiteY11" fmla="*/ 9836 h 22950"/>
                <a:gd name="connsiteX12" fmla="*/ 22950 w 26228"/>
                <a:gd name="connsiteY12" fmla="*/ 8197 h 22950"/>
                <a:gd name="connsiteX13" fmla="*/ 19671 w 26228"/>
                <a:gd name="connsiteY13" fmla="*/ 6557 h 22950"/>
                <a:gd name="connsiteX14" fmla="*/ 16393 w 26228"/>
                <a:gd name="connsiteY14" fmla="*/ 8197 h 22950"/>
                <a:gd name="connsiteX15" fmla="*/ 16393 w 26228"/>
                <a:gd name="connsiteY15" fmla="*/ 8197 h 22950"/>
                <a:gd name="connsiteX16" fmla="*/ 16393 w 26228"/>
                <a:gd name="connsiteY16" fmla="*/ 4918 h 22950"/>
                <a:gd name="connsiteX17" fmla="*/ 13114 w 26228"/>
                <a:gd name="connsiteY17" fmla="*/ 1639 h 22950"/>
                <a:gd name="connsiteX18" fmla="*/ 8197 w 26228"/>
                <a:gd name="connsiteY18" fmla="*/ 3279 h 22950"/>
                <a:gd name="connsiteX19" fmla="*/ 4918 w 26228"/>
                <a:gd name="connsiteY19" fmla="*/ 1639 h 22950"/>
                <a:gd name="connsiteX20" fmla="*/ 1639 w 26228"/>
                <a:gd name="connsiteY20" fmla="*/ 0 h 22950"/>
                <a:gd name="connsiteX21" fmla="*/ 0 w 26228"/>
                <a:gd name="connsiteY21" fmla="*/ 3279 h 22950"/>
                <a:gd name="connsiteX22" fmla="*/ 1639 w 26228"/>
                <a:gd name="connsiteY22" fmla="*/ 8197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6228" h="22950">
                  <a:moveTo>
                    <a:pt x="0" y="8197"/>
                  </a:moveTo>
                  <a:lnTo>
                    <a:pt x="0" y="11475"/>
                  </a:lnTo>
                  <a:lnTo>
                    <a:pt x="1639" y="16393"/>
                  </a:lnTo>
                  <a:lnTo>
                    <a:pt x="6557" y="14754"/>
                  </a:lnTo>
                  <a:lnTo>
                    <a:pt x="9836" y="14754"/>
                  </a:lnTo>
                  <a:lnTo>
                    <a:pt x="13114" y="18033"/>
                  </a:lnTo>
                  <a:lnTo>
                    <a:pt x="18032" y="19672"/>
                  </a:lnTo>
                  <a:lnTo>
                    <a:pt x="21311" y="22951"/>
                  </a:lnTo>
                  <a:lnTo>
                    <a:pt x="24590" y="21311"/>
                  </a:lnTo>
                  <a:lnTo>
                    <a:pt x="26229" y="16393"/>
                  </a:lnTo>
                  <a:lnTo>
                    <a:pt x="22950" y="13115"/>
                  </a:lnTo>
                  <a:lnTo>
                    <a:pt x="22950" y="9836"/>
                  </a:lnTo>
                  <a:lnTo>
                    <a:pt x="22950" y="8197"/>
                  </a:lnTo>
                  <a:lnTo>
                    <a:pt x="19671" y="6557"/>
                  </a:lnTo>
                  <a:lnTo>
                    <a:pt x="16393" y="8197"/>
                  </a:lnTo>
                  <a:lnTo>
                    <a:pt x="16393" y="8197"/>
                  </a:lnTo>
                  <a:lnTo>
                    <a:pt x="16393" y="4918"/>
                  </a:lnTo>
                  <a:lnTo>
                    <a:pt x="13114" y="1639"/>
                  </a:lnTo>
                  <a:lnTo>
                    <a:pt x="8197" y="3279"/>
                  </a:lnTo>
                  <a:lnTo>
                    <a:pt x="4918" y="1639"/>
                  </a:lnTo>
                  <a:lnTo>
                    <a:pt x="1639" y="0"/>
                  </a:lnTo>
                  <a:lnTo>
                    <a:pt x="0" y="3279"/>
                  </a:lnTo>
                  <a:lnTo>
                    <a:pt x="163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5" name="Freeform 2784">
              <a:extLst>
                <a:ext uri="{FF2B5EF4-FFF2-40B4-BE49-F238E27FC236}">
                  <a16:creationId xmlns:a16="http://schemas.microsoft.com/office/drawing/2014/main" id="{2F05350B-0F45-FB49-8C48-E25934A7DD72}"/>
                </a:ext>
              </a:extLst>
            </p:cNvPr>
            <p:cNvSpPr/>
            <p:nvPr/>
          </p:nvSpPr>
          <p:spPr>
            <a:xfrm>
              <a:off x="9879588" y="1731301"/>
              <a:ext cx="6557" cy="8196"/>
            </a:xfrm>
            <a:custGeom>
              <a:avLst/>
              <a:gdLst>
                <a:gd name="connsiteX0" fmla="*/ 6558 w 6557"/>
                <a:gd name="connsiteY0" fmla="*/ 8197 h 8196"/>
                <a:gd name="connsiteX1" fmla="*/ 3279 w 6557"/>
                <a:gd name="connsiteY1" fmla="*/ 3279 h 8196"/>
                <a:gd name="connsiteX2" fmla="*/ 0 w 6557"/>
                <a:gd name="connsiteY2" fmla="*/ 0 h 8196"/>
                <a:gd name="connsiteX3" fmla="*/ 1640 w 6557"/>
                <a:gd name="connsiteY3" fmla="*/ 4918 h 8196"/>
                <a:gd name="connsiteX4" fmla="*/ 4918 w 6557"/>
                <a:gd name="connsiteY4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8196">
                  <a:moveTo>
                    <a:pt x="6558" y="8197"/>
                  </a:moveTo>
                  <a:lnTo>
                    <a:pt x="3279" y="3279"/>
                  </a:lnTo>
                  <a:lnTo>
                    <a:pt x="0" y="0"/>
                  </a:lnTo>
                  <a:lnTo>
                    <a:pt x="1640" y="4918"/>
                  </a:lnTo>
                  <a:lnTo>
                    <a:pt x="491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6" name="Freeform 2785">
              <a:extLst>
                <a:ext uri="{FF2B5EF4-FFF2-40B4-BE49-F238E27FC236}">
                  <a16:creationId xmlns:a16="http://schemas.microsoft.com/office/drawing/2014/main" id="{EC60429B-A5F0-EE4B-A430-664A05618F18}"/>
                </a:ext>
              </a:extLst>
            </p:cNvPr>
            <p:cNvSpPr/>
            <p:nvPr/>
          </p:nvSpPr>
          <p:spPr>
            <a:xfrm>
              <a:off x="9889425" y="1734580"/>
              <a:ext cx="3277" cy="4918"/>
            </a:xfrm>
            <a:custGeom>
              <a:avLst/>
              <a:gdLst>
                <a:gd name="connsiteX0" fmla="*/ 0 w 3277"/>
                <a:gd name="connsiteY0" fmla="*/ 4918 h 4918"/>
                <a:gd name="connsiteX1" fmla="*/ 3278 w 3277"/>
                <a:gd name="connsiteY1" fmla="*/ 1639 h 4918"/>
                <a:gd name="connsiteX2" fmla="*/ 0 w 3277"/>
                <a:gd name="connsiteY2" fmla="*/ 0 h 4918"/>
                <a:gd name="connsiteX3" fmla="*/ 0 w 3277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7" h="4918">
                  <a:moveTo>
                    <a:pt x="0" y="4918"/>
                  </a:moveTo>
                  <a:lnTo>
                    <a:pt x="3278" y="1639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7" name="Freeform 2786">
              <a:extLst>
                <a:ext uri="{FF2B5EF4-FFF2-40B4-BE49-F238E27FC236}">
                  <a16:creationId xmlns:a16="http://schemas.microsoft.com/office/drawing/2014/main" id="{F3C63D5D-ACB2-314A-BBC2-E30582FE9051}"/>
                </a:ext>
              </a:extLst>
            </p:cNvPr>
            <p:cNvSpPr/>
            <p:nvPr/>
          </p:nvSpPr>
          <p:spPr>
            <a:xfrm>
              <a:off x="10041883" y="1737859"/>
              <a:ext cx="293440" cy="363932"/>
            </a:xfrm>
            <a:custGeom>
              <a:avLst/>
              <a:gdLst>
                <a:gd name="connsiteX0" fmla="*/ 19672 w 293440"/>
                <a:gd name="connsiteY0" fmla="*/ 18033 h 363932"/>
                <a:gd name="connsiteX1" fmla="*/ 22950 w 293440"/>
                <a:gd name="connsiteY1" fmla="*/ 19672 h 363932"/>
                <a:gd name="connsiteX2" fmla="*/ 26229 w 293440"/>
                <a:gd name="connsiteY2" fmla="*/ 22951 h 363932"/>
                <a:gd name="connsiteX3" fmla="*/ 27869 w 293440"/>
                <a:gd name="connsiteY3" fmla="*/ 26229 h 363932"/>
                <a:gd name="connsiteX4" fmla="*/ 32787 w 293440"/>
                <a:gd name="connsiteY4" fmla="*/ 26229 h 363932"/>
                <a:gd name="connsiteX5" fmla="*/ 36066 w 293440"/>
                <a:gd name="connsiteY5" fmla="*/ 29508 h 363932"/>
                <a:gd name="connsiteX6" fmla="*/ 31147 w 293440"/>
                <a:gd name="connsiteY6" fmla="*/ 31147 h 363932"/>
                <a:gd name="connsiteX7" fmla="*/ 27869 w 293440"/>
                <a:gd name="connsiteY7" fmla="*/ 31147 h 363932"/>
                <a:gd name="connsiteX8" fmla="*/ 29508 w 293440"/>
                <a:gd name="connsiteY8" fmla="*/ 34426 h 363932"/>
                <a:gd name="connsiteX9" fmla="*/ 34426 w 293440"/>
                <a:gd name="connsiteY9" fmla="*/ 36065 h 363932"/>
                <a:gd name="connsiteX10" fmla="*/ 37705 w 293440"/>
                <a:gd name="connsiteY10" fmla="*/ 37705 h 363932"/>
                <a:gd name="connsiteX11" fmla="*/ 36066 w 293440"/>
                <a:gd name="connsiteY11" fmla="*/ 40983 h 363932"/>
                <a:gd name="connsiteX12" fmla="*/ 32787 w 293440"/>
                <a:gd name="connsiteY12" fmla="*/ 44262 h 363932"/>
                <a:gd name="connsiteX13" fmla="*/ 27869 w 293440"/>
                <a:gd name="connsiteY13" fmla="*/ 42623 h 363932"/>
                <a:gd name="connsiteX14" fmla="*/ 26229 w 293440"/>
                <a:gd name="connsiteY14" fmla="*/ 39344 h 363932"/>
                <a:gd name="connsiteX15" fmla="*/ 21311 w 293440"/>
                <a:gd name="connsiteY15" fmla="*/ 37705 h 363932"/>
                <a:gd name="connsiteX16" fmla="*/ 18032 w 293440"/>
                <a:gd name="connsiteY16" fmla="*/ 39344 h 363932"/>
                <a:gd name="connsiteX17" fmla="*/ 14753 w 293440"/>
                <a:gd name="connsiteY17" fmla="*/ 42623 h 363932"/>
                <a:gd name="connsiteX18" fmla="*/ 16393 w 293440"/>
                <a:gd name="connsiteY18" fmla="*/ 45901 h 363932"/>
                <a:gd name="connsiteX19" fmla="*/ 21311 w 293440"/>
                <a:gd name="connsiteY19" fmla="*/ 50820 h 363932"/>
                <a:gd name="connsiteX20" fmla="*/ 22950 w 293440"/>
                <a:gd name="connsiteY20" fmla="*/ 52459 h 363932"/>
                <a:gd name="connsiteX21" fmla="*/ 26229 w 293440"/>
                <a:gd name="connsiteY21" fmla="*/ 55737 h 363932"/>
                <a:gd name="connsiteX22" fmla="*/ 29508 w 293440"/>
                <a:gd name="connsiteY22" fmla="*/ 59016 h 363932"/>
                <a:gd name="connsiteX23" fmla="*/ 32787 w 293440"/>
                <a:gd name="connsiteY23" fmla="*/ 62295 h 363932"/>
                <a:gd name="connsiteX24" fmla="*/ 34426 w 293440"/>
                <a:gd name="connsiteY24" fmla="*/ 65573 h 363932"/>
                <a:gd name="connsiteX25" fmla="*/ 36066 w 293440"/>
                <a:gd name="connsiteY25" fmla="*/ 68852 h 363932"/>
                <a:gd name="connsiteX26" fmla="*/ 39343 w 293440"/>
                <a:gd name="connsiteY26" fmla="*/ 73770 h 363932"/>
                <a:gd name="connsiteX27" fmla="*/ 42622 w 293440"/>
                <a:gd name="connsiteY27" fmla="*/ 77049 h 363932"/>
                <a:gd name="connsiteX28" fmla="*/ 44262 w 293440"/>
                <a:gd name="connsiteY28" fmla="*/ 81967 h 363932"/>
                <a:gd name="connsiteX29" fmla="*/ 42622 w 293440"/>
                <a:gd name="connsiteY29" fmla="*/ 85245 h 363932"/>
                <a:gd name="connsiteX30" fmla="*/ 45901 w 293440"/>
                <a:gd name="connsiteY30" fmla="*/ 88524 h 363932"/>
                <a:gd name="connsiteX31" fmla="*/ 47540 w 293440"/>
                <a:gd name="connsiteY31" fmla="*/ 91803 h 363932"/>
                <a:gd name="connsiteX32" fmla="*/ 52459 w 293440"/>
                <a:gd name="connsiteY32" fmla="*/ 96721 h 363932"/>
                <a:gd name="connsiteX33" fmla="*/ 54098 w 293440"/>
                <a:gd name="connsiteY33" fmla="*/ 100000 h 363932"/>
                <a:gd name="connsiteX34" fmla="*/ 57377 w 293440"/>
                <a:gd name="connsiteY34" fmla="*/ 103278 h 363932"/>
                <a:gd name="connsiteX35" fmla="*/ 60656 w 293440"/>
                <a:gd name="connsiteY35" fmla="*/ 106557 h 363932"/>
                <a:gd name="connsiteX36" fmla="*/ 63934 w 293440"/>
                <a:gd name="connsiteY36" fmla="*/ 108196 h 363932"/>
                <a:gd name="connsiteX37" fmla="*/ 67212 w 293440"/>
                <a:gd name="connsiteY37" fmla="*/ 109836 h 363932"/>
                <a:gd name="connsiteX38" fmla="*/ 68852 w 293440"/>
                <a:gd name="connsiteY38" fmla="*/ 114754 h 363932"/>
                <a:gd name="connsiteX39" fmla="*/ 72130 w 293440"/>
                <a:gd name="connsiteY39" fmla="*/ 116393 h 363932"/>
                <a:gd name="connsiteX40" fmla="*/ 77049 w 293440"/>
                <a:gd name="connsiteY40" fmla="*/ 118032 h 363932"/>
                <a:gd name="connsiteX41" fmla="*/ 80327 w 293440"/>
                <a:gd name="connsiteY41" fmla="*/ 121311 h 363932"/>
                <a:gd name="connsiteX42" fmla="*/ 83606 w 293440"/>
                <a:gd name="connsiteY42" fmla="*/ 122950 h 363932"/>
                <a:gd name="connsiteX43" fmla="*/ 86885 w 293440"/>
                <a:gd name="connsiteY43" fmla="*/ 124590 h 363932"/>
                <a:gd name="connsiteX44" fmla="*/ 91802 w 293440"/>
                <a:gd name="connsiteY44" fmla="*/ 127868 h 363932"/>
                <a:gd name="connsiteX45" fmla="*/ 95081 w 293440"/>
                <a:gd name="connsiteY45" fmla="*/ 131147 h 363932"/>
                <a:gd name="connsiteX46" fmla="*/ 98360 w 293440"/>
                <a:gd name="connsiteY46" fmla="*/ 134426 h 363932"/>
                <a:gd name="connsiteX47" fmla="*/ 101639 w 293440"/>
                <a:gd name="connsiteY47" fmla="*/ 136065 h 363932"/>
                <a:gd name="connsiteX48" fmla="*/ 106557 w 293440"/>
                <a:gd name="connsiteY48" fmla="*/ 140983 h 363932"/>
                <a:gd name="connsiteX49" fmla="*/ 106557 w 293440"/>
                <a:gd name="connsiteY49" fmla="*/ 144262 h 363932"/>
                <a:gd name="connsiteX50" fmla="*/ 106557 w 293440"/>
                <a:gd name="connsiteY50" fmla="*/ 147540 h 363932"/>
                <a:gd name="connsiteX51" fmla="*/ 108196 w 293440"/>
                <a:gd name="connsiteY51" fmla="*/ 152458 h 363932"/>
                <a:gd name="connsiteX52" fmla="*/ 111475 w 293440"/>
                <a:gd name="connsiteY52" fmla="*/ 155737 h 363932"/>
                <a:gd name="connsiteX53" fmla="*/ 113114 w 293440"/>
                <a:gd name="connsiteY53" fmla="*/ 160655 h 363932"/>
                <a:gd name="connsiteX54" fmla="*/ 114754 w 293440"/>
                <a:gd name="connsiteY54" fmla="*/ 163934 h 363932"/>
                <a:gd name="connsiteX55" fmla="*/ 119671 w 293440"/>
                <a:gd name="connsiteY55" fmla="*/ 167212 h 363932"/>
                <a:gd name="connsiteX56" fmla="*/ 122950 w 293440"/>
                <a:gd name="connsiteY56" fmla="*/ 170491 h 363932"/>
                <a:gd name="connsiteX57" fmla="*/ 126229 w 293440"/>
                <a:gd name="connsiteY57" fmla="*/ 173770 h 363932"/>
                <a:gd name="connsiteX58" fmla="*/ 129507 w 293440"/>
                <a:gd name="connsiteY58" fmla="*/ 177048 h 363932"/>
                <a:gd name="connsiteX59" fmla="*/ 132786 w 293440"/>
                <a:gd name="connsiteY59" fmla="*/ 181966 h 363932"/>
                <a:gd name="connsiteX60" fmla="*/ 136065 w 293440"/>
                <a:gd name="connsiteY60" fmla="*/ 185245 h 363932"/>
                <a:gd name="connsiteX61" fmla="*/ 136065 w 293440"/>
                <a:gd name="connsiteY61" fmla="*/ 186884 h 363932"/>
                <a:gd name="connsiteX62" fmla="*/ 137704 w 293440"/>
                <a:gd name="connsiteY62" fmla="*/ 190163 h 363932"/>
                <a:gd name="connsiteX63" fmla="*/ 140983 w 293440"/>
                <a:gd name="connsiteY63" fmla="*/ 193442 h 363932"/>
                <a:gd name="connsiteX64" fmla="*/ 144261 w 293440"/>
                <a:gd name="connsiteY64" fmla="*/ 198360 h 363932"/>
                <a:gd name="connsiteX65" fmla="*/ 147540 w 293440"/>
                <a:gd name="connsiteY65" fmla="*/ 201638 h 363932"/>
                <a:gd name="connsiteX66" fmla="*/ 149179 w 293440"/>
                <a:gd name="connsiteY66" fmla="*/ 204917 h 363932"/>
                <a:gd name="connsiteX67" fmla="*/ 150819 w 293440"/>
                <a:gd name="connsiteY67" fmla="*/ 208196 h 363932"/>
                <a:gd name="connsiteX68" fmla="*/ 152458 w 293440"/>
                <a:gd name="connsiteY68" fmla="*/ 213114 h 363932"/>
                <a:gd name="connsiteX69" fmla="*/ 154097 w 293440"/>
                <a:gd name="connsiteY69" fmla="*/ 216392 h 363932"/>
                <a:gd name="connsiteX70" fmla="*/ 157376 w 293440"/>
                <a:gd name="connsiteY70" fmla="*/ 219671 h 363932"/>
                <a:gd name="connsiteX71" fmla="*/ 157376 w 293440"/>
                <a:gd name="connsiteY71" fmla="*/ 222950 h 363932"/>
                <a:gd name="connsiteX72" fmla="*/ 160655 w 293440"/>
                <a:gd name="connsiteY72" fmla="*/ 226229 h 363932"/>
                <a:gd name="connsiteX73" fmla="*/ 162294 w 293440"/>
                <a:gd name="connsiteY73" fmla="*/ 229507 h 363932"/>
                <a:gd name="connsiteX74" fmla="*/ 162294 w 293440"/>
                <a:gd name="connsiteY74" fmla="*/ 234425 h 363932"/>
                <a:gd name="connsiteX75" fmla="*/ 163934 w 293440"/>
                <a:gd name="connsiteY75" fmla="*/ 237704 h 363932"/>
                <a:gd name="connsiteX76" fmla="*/ 163934 w 293440"/>
                <a:gd name="connsiteY76" fmla="*/ 240982 h 363932"/>
                <a:gd name="connsiteX77" fmla="*/ 168851 w 293440"/>
                <a:gd name="connsiteY77" fmla="*/ 244261 h 363932"/>
                <a:gd name="connsiteX78" fmla="*/ 172130 w 293440"/>
                <a:gd name="connsiteY78" fmla="*/ 247540 h 363932"/>
                <a:gd name="connsiteX79" fmla="*/ 175409 w 293440"/>
                <a:gd name="connsiteY79" fmla="*/ 250819 h 363932"/>
                <a:gd name="connsiteX80" fmla="*/ 180327 w 293440"/>
                <a:gd name="connsiteY80" fmla="*/ 252458 h 363932"/>
                <a:gd name="connsiteX81" fmla="*/ 183606 w 293440"/>
                <a:gd name="connsiteY81" fmla="*/ 255737 h 363932"/>
                <a:gd name="connsiteX82" fmla="*/ 186884 w 293440"/>
                <a:gd name="connsiteY82" fmla="*/ 260654 h 363932"/>
                <a:gd name="connsiteX83" fmla="*/ 190163 w 293440"/>
                <a:gd name="connsiteY83" fmla="*/ 263933 h 363932"/>
                <a:gd name="connsiteX84" fmla="*/ 193442 w 293440"/>
                <a:gd name="connsiteY84" fmla="*/ 267212 h 363932"/>
                <a:gd name="connsiteX85" fmla="*/ 196720 w 293440"/>
                <a:gd name="connsiteY85" fmla="*/ 270491 h 363932"/>
                <a:gd name="connsiteX86" fmla="*/ 198359 w 293440"/>
                <a:gd name="connsiteY86" fmla="*/ 275409 h 363932"/>
                <a:gd name="connsiteX87" fmla="*/ 198359 w 293440"/>
                <a:gd name="connsiteY87" fmla="*/ 278687 h 363932"/>
                <a:gd name="connsiteX88" fmla="*/ 199999 w 293440"/>
                <a:gd name="connsiteY88" fmla="*/ 281966 h 363932"/>
                <a:gd name="connsiteX89" fmla="*/ 199999 w 293440"/>
                <a:gd name="connsiteY89" fmla="*/ 286884 h 363932"/>
                <a:gd name="connsiteX90" fmla="*/ 201638 w 293440"/>
                <a:gd name="connsiteY90" fmla="*/ 290163 h 363932"/>
                <a:gd name="connsiteX91" fmla="*/ 203277 w 293440"/>
                <a:gd name="connsiteY91" fmla="*/ 293441 h 363932"/>
                <a:gd name="connsiteX92" fmla="*/ 206556 w 293440"/>
                <a:gd name="connsiteY92" fmla="*/ 298359 h 363932"/>
                <a:gd name="connsiteX93" fmla="*/ 209835 w 293440"/>
                <a:gd name="connsiteY93" fmla="*/ 301638 h 363932"/>
                <a:gd name="connsiteX94" fmla="*/ 213114 w 293440"/>
                <a:gd name="connsiteY94" fmla="*/ 304917 h 363932"/>
                <a:gd name="connsiteX95" fmla="*/ 216393 w 293440"/>
                <a:gd name="connsiteY95" fmla="*/ 308195 h 363932"/>
                <a:gd name="connsiteX96" fmla="*/ 219671 w 293440"/>
                <a:gd name="connsiteY96" fmla="*/ 313113 h 363932"/>
                <a:gd name="connsiteX97" fmla="*/ 221310 w 293440"/>
                <a:gd name="connsiteY97" fmla="*/ 316392 h 363932"/>
                <a:gd name="connsiteX98" fmla="*/ 221310 w 293440"/>
                <a:gd name="connsiteY98" fmla="*/ 319671 h 363932"/>
                <a:gd name="connsiteX99" fmla="*/ 222949 w 293440"/>
                <a:gd name="connsiteY99" fmla="*/ 322949 h 363932"/>
                <a:gd name="connsiteX100" fmla="*/ 222949 w 293440"/>
                <a:gd name="connsiteY100" fmla="*/ 327867 h 363932"/>
                <a:gd name="connsiteX101" fmla="*/ 224589 w 293440"/>
                <a:gd name="connsiteY101" fmla="*/ 331146 h 363932"/>
                <a:gd name="connsiteX102" fmla="*/ 226228 w 293440"/>
                <a:gd name="connsiteY102" fmla="*/ 334425 h 363932"/>
                <a:gd name="connsiteX103" fmla="*/ 229507 w 293440"/>
                <a:gd name="connsiteY103" fmla="*/ 339343 h 363932"/>
                <a:gd name="connsiteX104" fmla="*/ 232786 w 293440"/>
                <a:gd name="connsiteY104" fmla="*/ 342621 h 363932"/>
                <a:gd name="connsiteX105" fmla="*/ 236064 w 293440"/>
                <a:gd name="connsiteY105" fmla="*/ 345900 h 363932"/>
                <a:gd name="connsiteX106" fmla="*/ 239343 w 293440"/>
                <a:gd name="connsiteY106" fmla="*/ 350818 h 363932"/>
                <a:gd name="connsiteX107" fmla="*/ 242622 w 293440"/>
                <a:gd name="connsiteY107" fmla="*/ 354097 h 363932"/>
                <a:gd name="connsiteX108" fmla="*/ 245901 w 293440"/>
                <a:gd name="connsiteY108" fmla="*/ 357375 h 363932"/>
                <a:gd name="connsiteX109" fmla="*/ 249179 w 293440"/>
                <a:gd name="connsiteY109" fmla="*/ 360654 h 363932"/>
                <a:gd name="connsiteX110" fmla="*/ 250818 w 293440"/>
                <a:gd name="connsiteY110" fmla="*/ 360654 h 363932"/>
                <a:gd name="connsiteX111" fmla="*/ 254097 w 293440"/>
                <a:gd name="connsiteY111" fmla="*/ 363933 h 363932"/>
                <a:gd name="connsiteX112" fmla="*/ 252457 w 293440"/>
                <a:gd name="connsiteY112" fmla="*/ 359015 h 363932"/>
                <a:gd name="connsiteX113" fmla="*/ 252457 w 293440"/>
                <a:gd name="connsiteY113" fmla="*/ 355736 h 363932"/>
                <a:gd name="connsiteX114" fmla="*/ 250818 w 293440"/>
                <a:gd name="connsiteY114" fmla="*/ 352457 h 363932"/>
                <a:gd name="connsiteX115" fmla="*/ 249179 w 293440"/>
                <a:gd name="connsiteY115" fmla="*/ 347539 h 363932"/>
                <a:gd name="connsiteX116" fmla="*/ 247539 w 293440"/>
                <a:gd name="connsiteY116" fmla="*/ 344261 h 363932"/>
                <a:gd name="connsiteX117" fmla="*/ 247539 w 293440"/>
                <a:gd name="connsiteY117" fmla="*/ 340982 h 363932"/>
                <a:gd name="connsiteX118" fmla="*/ 247539 w 293440"/>
                <a:gd name="connsiteY118" fmla="*/ 336064 h 363932"/>
                <a:gd name="connsiteX119" fmla="*/ 245901 w 293440"/>
                <a:gd name="connsiteY119" fmla="*/ 332785 h 363932"/>
                <a:gd name="connsiteX120" fmla="*/ 245901 w 293440"/>
                <a:gd name="connsiteY120" fmla="*/ 329507 h 363932"/>
                <a:gd name="connsiteX121" fmla="*/ 250818 w 293440"/>
                <a:gd name="connsiteY121" fmla="*/ 327867 h 363932"/>
                <a:gd name="connsiteX122" fmla="*/ 254097 w 293440"/>
                <a:gd name="connsiteY122" fmla="*/ 329507 h 363932"/>
                <a:gd name="connsiteX123" fmla="*/ 257376 w 293440"/>
                <a:gd name="connsiteY123" fmla="*/ 332785 h 363932"/>
                <a:gd name="connsiteX124" fmla="*/ 262294 w 293440"/>
                <a:gd name="connsiteY124" fmla="*/ 332785 h 363932"/>
                <a:gd name="connsiteX125" fmla="*/ 265573 w 293440"/>
                <a:gd name="connsiteY125" fmla="*/ 332785 h 363932"/>
                <a:gd name="connsiteX126" fmla="*/ 268851 w 293440"/>
                <a:gd name="connsiteY126" fmla="*/ 332785 h 363932"/>
                <a:gd name="connsiteX127" fmla="*/ 272130 w 293440"/>
                <a:gd name="connsiteY127" fmla="*/ 334425 h 363932"/>
                <a:gd name="connsiteX128" fmla="*/ 277047 w 293440"/>
                <a:gd name="connsiteY128" fmla="*/ 336064 h 363932"/>
                <a:gd name="connsiteX129" fmla="*/ 280326 w 293440"/>
                <a:gd name="connsiteY129" fmla="*/ 336064 h 363932"/>
                <a:gd name="connsiteX130" fmla="*/ 281966 w 293440"/>
                <a:gd name="connsiteY130" fmla="*/ 339343 h 363932"/>
                <a:gd name="connsiteX131" fmla="*/ 285244 w 293440"/>
                <a:gd name="connsiteY131" fmla="*/ 342621 h 363932"/>
                <a:gd name="connsiteX132" fmla="*/ 288523 w 293440"/>
                <a:gd name="connsiteY132" fmla="*/ 347539 h 363932"/>
                <a:gd name="connsiteX133" fmla="*/ 291802 w 293440"/>
                <a:gd name="connsiteY133" fmla="*/ 350818 h 363932"/>
                <a:gd name="connsiteX134" fmla="*/ 293441 w 293440"/>
                <a:gd name="connsiteY134" fmla="*/ 354097 h 363932"/>
                <a:gd name="connsiteX135" fmla="*/ 293441 w 293440"/>
                <a:gd name="connsiteY135" fmla="*/ 350818 h 363932"/>
                <a:gd name="connsiteX136" fmla="*/ 293441 w 293440"/>
                <a:gd name="connsiteY136" fmla="*/ 347539 h 363932"/>
                <a:gd name="connsiteX137" fmla="*/ 291802 w 293440"/>
                <a:gd name="connsiteY137" fmla="*/ 344261 h 363932"/>
                <a:gd name="connsiteX138" fmla="*/ 290163 w 293440"/>
                <a:gd name="connsiteY138" fmla="*/ 339343 h 363932"/>
                <a:gd name="connsiteX139" fmla="*/ 285244 w 293440"/>
                <a:gd name="connsiteY139" fmla="*/ 336064 h 363932"/>
                <a:gd name="connsiteX140" fmla="*/ 283605 w 293440"/>
                <a:gd name="connsiteY140" fmla="*/ 332785 h 363932"/>
                <a:gd name="connsiteX141" fmla="*/ 280326 w 293440"/>
                <a:gd name="connsiteY141" fmla="*/ 327867 h 363932"/>
                <a:gd name="connsiteX142" fmla="*/ 277047 w 293440"/>
                <a:gd name="connsiteY142" fmla="*/ 324589 h 363932"/>
                <a:gd name="connsiteX143" fmla="*/ 273769 w 293440"/>
                <a:gd name="connsiteY143" fmla="*/ 322949 h 363932"/>
                <a:gd name="connsiteX144" fmla="*/ 268851 w 293440"/>
                <a:gd name="connsiteY144" fmla="*/ 324589 h 363932"/>
                <a:gd name="connsiteX145" fmla="*/ 265573 w 293440"/>
                <a:gd name="connsiteY145" fmla="*/ 322949 h 363932"/>
                <a:gd name="connsiteX146" fmla="*/ 268851 w 293440"/>
                <a:gd name="connsiteY146" fmla="*/ 324589 h 363932"/>
                <a:gd name="connsiteX147" fmla="*/ 273769 w 293440"/>
                <a:gd name="connsiteY147" fmla="*/ 326228 h 363932"/>
                <a:gd name="connsiteX148" fmla="*/ 268851 w 293440"/>
                <a:gd name="connsiteY148" fmla="*/ 327867 h 363932"/>
                <a:gd name="connsiteX149" fmla="*/ 265573 w 293440"/>
                <a:gd name="connsiteY149" fmla="*/ 326228 h 363932"/>
                <a:gd name="connsiteX150" fmla="*/ 262294 w 293440"/>
                <a:gd name="connsiteY150" fmla="*/ 322949 h 363932"/>
                <a:gd name="connsiteX151" fmla="*/ 260654 w 293440"/>
                <a:gd name="connsiteY151" fmla="*/ 319671 h 363932"/>
                <a:gd name="connsiteX152" fmla="*/ 257376 w 293440"/>
                <a:gd name="connsiteY152" fmla="*/ 316392 h 363932"/>
                <a:gd name="connsiteX153" fmla="*/ 252457 w 293440"/>
                <a:gd name="connsiteY153" fmla="*/ 313113 h 363932"/>
                <a:gd name="connsiteX154" fmla="*/ 250818 w 293440"/>
                <a:gd name="connsiteY154" fmla="*/ 308195 h 363932"/>
                <a:gd name="connsiteX155" fmla="*/ 247539 w 293440"/>
                <a:gd name="connsiteY155" fmla="*/ 304917 h 363932"/>
                <a:gd name="connsiteX156" fmla="*/ 245901 w 293440"/>
                <a:gd name="connsiteY156" fmla="*/ 303277 h 363932"/>
                <a:gd name="connsiteX157" fmla="*/ 242622 w 293440"/>
                <a:gd name="connsiteY157" fmla="*/ 301638 h 363932"/>
                <a:gd name="connsiteX158" fmla="*/ 237704 w 293440"/>
                <a:gd name="connsiteY158" fmla="*/ 298359 h 363932"/>
                <a:gd name="connsiteX159" fmla="*/ 234425 w 293440"/>
                <a:gd name="connsiteY159" fmla="*/ 296720 h 363932"/>
                <a:gd name="connsiteX160" fmla="*/ 231146 w 293440"/>
                <a:gd name="connsiteY160" fmla="*/ 295081 h 363932"/>
                <a:gd name="connsiteX161" fmla="*/ 226228 w 293440"/>
                <a:gd name="connsiteY161" fmla="*/ 291802 h 363932"/>
                <a:gd name="connsiteX162" fmla="*/ 222949 w 293440"/>
                <a:gd name="connsiteY162" fmla="*/ 288523 h 363932"/>
                <a:gd name="connsiteX163" fmla="*/ 219671 w 293440"/>
                <a:gd name="connsiteY163" fmla="*/ 285244 h 363932"/>
                <a:gd name="connsiteX164" fmla="*/ 216393 w 293440"/>
                <a:gd name="connsiteY164" fmla="*/ 281966 h 363932"/>
                <a:gd name="connsiteX165" fmla="*/ 213114 w 293440"/>
                <a:gd name="connsiteY165" fmla="*/ 278687 h 363932"/>
                <a:gd name="connsiteX166" fmla="*/ 211474 w 293440"/>
                <a:gd name="connsiteY166" fmla="*/ 275409 h 363932"/>
                <a:gd name="connsiteX167" fmla="*/ 208196 w 293440"/>
                <a:gd name="connsiteY167" fmla="*/ 270491 h 363932"/>
                <a:gd name="connsiteX168" fmla="*/ 206556 w 293440"/>
                <a:gd name="connsiteY168" fmla="*/ 267212 h 363932"/>
                <a:gd name="connsiteX169" fmla="*/ 206556 w 293440"/>
                <a:gd name="connsiteY169" fmla="*/ 263933 h 363932"/>
                <a:gd name="connsiteX170" fmla="*/ 204917 w 293440"/>
                <a:gd name="connsiteY170" fmla="*/ 260654 h 363932"/>
                <a:gd name="connsiteX171" fmla="*/ 203277 w 293440"/>
                <a:gd name="connsiteY171" fmla="*/ 255737 h 363932"/>
                <a:gd name="connsiteX172" fmla="*/ 201638 w 293440"/>
                <a:gd name="connsiteY172" fmla="*/ 252458 h 363932"/>
                <a:gd name="connsiteX173" fmla="*/ 199999 w 293440"/>
                <a:gd name="connsiteY173" fmla="*/ 249179 h 363932"/>
                <a:gd name="connsiteX174" fmla="*/ 199999 w 293440"/>
                <a:gd name="connsiteY174" fmla="*/ 244261 h 363932"/>
                <a:gd name="connsiteX175" fmla="*/ 198359 w 293440"/>
                <a:gd name="connsiteY175" fmla="*/ 240982 h 363932"/>
                <a:gd name="connsiteX176" fmla="*/ 198359 w 293440"/>
                <a:gd name="connsiteY176" fmla="*/ 236064 h 363932"/>
                <a:gd name="connsiteX177" fmla="*/ 196720 w 293440"/>
                <a:gd name="connsiteY177" fmla="*/ 232786 h 363932"/>
                <a:gd name="connsiteX178" fmla="*/ 193442 w 293440"/>
                <a:gd name="connsiteY178" fmla="*/ 229507 h 363932"/>
                <a:gd name="connsiteX179" fmla="*/ 191803 w 293440"/>
                <a:gd name="connsiteY179" fmla="*/ 224589 h 363932"/>
                <a:gd name="connsiteX180" fmla="*/ 191803 w 293440"/>
                <a:gd name="connsiteY180" fmla="*/ 221310 h 363932"/>
                <a:gd name="connsiteX181" fmla="*/ 193442 w 293440"/>
                <a:gd name="connsiteY181" fmla="*/ 219671 h 363932"/>
                <a:gd name="connsiteX182" fmla="*/ 196720 w 293440"/>
                <a:gd name="connsiteY182" fmla="*/ 218032 h 363932"/>
                <a:gd name="connsiteX183" fmla="*/ 199999 w 293440"/>
                <a:gd name="connsiteY183" fmla="*/ 216392 h 363932"/>
                <a:gd name="connsiteX184" fmla="*/ 203277 w 293440"/>
                <a:gd name="connsiteY184" fmla="*/ 216392 h 363932"/>
                <a:gd name="connsiteX185" fmla="*/ 208196 w 293440"/>
                <a:gd name="connsiteY185" fmla="*/ 216392 h 363932"/>
                <a:gd name="connsiteX186" fmla="*/ 204917 w 293440"/>
                <a:gd name="connsiteY186" fmla="*/ 216392 h 363932"/>
                <a:gd name="connsiteX187" fmla="*/ 201638 w 293440"/>
                <a:gd name="connsiteY187" fmla="*/ 214753 h 363932"/>
                <a:gd name="connsiteX188" fmla="*/ 196720 w 293440"/>
                <a:gd name="connsiteY188" fmla="*/ 216392 h 363932"/>
                <a:gd name="connsiteX189" fmla="*/ 193442 w 293440"/>
                <a:gd name="connsiteY189" fmla="*/ 214753 h 363932"/>
                <a:gd name="connsiteX190" fmla="*/ 196720 w 293440"/>
                <a:gd name="connsiteY190" fmla="*/ 213114 h 363932"/>
                <a:gd name="connsiteX191" fmla="*/ 199999 w 293440"/>
                <a:gd name="connsiteY191" fmla="*/ 214753 h 363932"/>
                <a:gd name="connsiteX192" fmla="*/ 204917 w 293440"/>
                <a:gd name="connsiteY192" fmla="*/ 214753 h 363932"/>
                <a:gd name="connsiteX193" fmla="*/ 208196 w 293440"/>
                <a:gd name="connsiteY193" fmla="*/ 214753 h 363932"/>
                <a:gd name="connsiteX194" fmla="*/ 211474 w 293440"/>
                <a:gd name="connsiteY194" fmla="*/ 216392 h 363932"/>
                <a:gd name="connsiteX195" fmla="*/ 214753 w 293440"/>
                <a:gd name="connsiteY195" fmla="*/ 218032 h 363932"/>
                <a:gd name="connsiteX196" fmla="*/ 219671 w 293440"/>
                <a:gd name="connsiteY196" fmla="*/ 218032 h 363932"/>
                <a:gd name="connsiteX197" fmla="*/ 222949 w 293440"/>
                <a:gd name="connsiteY197" fmla="*/ 218032 h 363932"/>
                <a:gd name="connsiteX198" fmla="*/ 227867 w 293440"/>
                <a:gd name="connsiteY198" fmla="*/ 221310 h 363932"/>
                <a:gd name="connsiteX199" fmla="*/ 231146 w 293440"/>
                <a:gd name="connsiteY199" fmla="*/ 222950 h 363932"/>
                <a:gd name="connsiteX200" fmla="*/ 234425 w 293440"/>
                <a:gd name="connsiteY200" fmla="*/ 224589 h 363932"/>
                <a:gd name="connsiteX201" fmla="*/ 237704 w 293440"/>
                <a:gd name="connsiteY201" fmla="*/ 227868 h 363932"/>
                <a:gd name="connsiteX202" fmla="*/ 242622 w 293440"/>
                <a:gd name="connsiteY202" fmla="*/ 229507 h 363932"/>
                <a:gd name="connsiteX203" fmla="*/ 245901 w 293440"/>
                <a:gd name="connsiteY203" fmla="*/ 231147 h 363932"/>
                <a:gd name="connsiteX204" fmla="*/ 249179 w 293440"/>
                <a:gd name="connsiteY204" fmla="*/ 232786 h 363932"/>
                <a:gd name="connsiteX205" fmla="*/ 254097 w 293440"/>
                <a:gd name="connsiteY205" fmla="*/ 236064 h 363932"/>
                <a:gd name="connsiteX206" fmla="*/ 257376 w 293440"/>
                <a:gd name="connsiteY206" fmla="*/ 239343 h 363932"/>
                <a:gd name="connsiteX207" fmla="*/ 260654 w 293440"/>
                <a:gd name="connsiteY207" fmla="*/ 242622 h 363932"/>
                <a:gd name="connsiteX208" fmla="*/ 263933 w 293440"/>
                <a:gd name="connsiteY208" fmla="*/ 244261 h 363932"/>
                <a:gd name="connsiteX209" fmla="*/ 260654 w 293440"/>
                <a:gd name="connsiteY209" fmla="*/ 242622 h 363932"/>
                <a:gd name="connsiteX210" fmla="*/ 259015 w 293440"/>
                <a:gd name="connsiteY210" fmla="*/ 237704 h 363932"/>
                <a:gd name="connsiteX211" fmla="*/ 254097 w 293440"/>
                <a:gd name="connsiteY211" fmla="*/ 234425 h 363932"/>
                <a:gd name="connsiteX212" fmla="*/ 250818 w 293440"/>
                <a:gd name="connsiteY212" fmla="*/ 232786 h 363932"/>
                <a:gd name="connsiteX213" fmla="*/ 247539 w 293440"/>
                <a:gd name="connsiteY213" fmla="*/ 231147 h 363932"/>
                <a:gd name="connsiteX214" fmla="*/ 242622 w 293440"/>
                <a:gd name="connsiteY214" fmla="*/ 227868 h 363932"/>
                <a:gd name="connsiteX215" fmla="*/ 239343 w 293440"/>
                <a:gd name="connsiteY215" fmla="*/ 226229 h 363932"/>
                <a:gd name="connsiteX216" fmla="*/ 236064 w 293440"/>
                <a:gd name="connsiteY216" fmla="*/ 222950 h 363932"/>
                <a:gd name="connsiteX217" fmla="*/ 231146 w 293440"/>
                <a:gd name="connsiteY217" fmla="*/ 219671 h 363932"/>
                <a:gd name="connsiteX218" fmla="*/ 227867 w 293440"/>
                <a:gd name="connsiteY218" fmla="*/ 216392 h 363932"/>
                <a:gd name="connsiteX219" fmla="*/ 224589 w 293440"/>
                <a:gd name="connsiteY219" fmla="*/ 211474 h 363932"/>
                <a:gd name="connsiteX220" fmla="*/ 221310 w 293440"/>
                <a:gd name="connsiteY220" fmla="*/ 208196 h 363932"/>
                <a:gd name="connsiteX221" fmla="*/ 218032 w 293440"/>
                <a:gd name="connsiteY221" fmla="*/ 204917 h 363932"/>
                <a:gd name="connsiteX222" fmla="*/ 213114 w 293440"/>
                <a:gd name="connsiteY222" fmla="*/ 201638 h 363932"/>
                <a:gd name="connsiteX223" fmla="*/ 209835 w 293440"/>
                <a:gd name="connsiteY223" fmla="*/ 198360 h 363932"/>
                <a:gd name="connsiteX224" fmla="*/ 206556 w 293440"/>
                <a:gd name="connsiteY224" fmla="*/ 195081 h 363932"/>
                <a:gd name="connsiteX225" fmla="*/ 203277 w 293440"/>
                <a:gd name="connsiteY225" fmla="*/ 191802 h 363932"/>
                <a:gd name="connsiteX226" fmla="*/ 199999 w 293440"/>
                <a:gd name="connsiteY226" fmla="*/ 188524 h 363932"/>
                <a:gd name="connsiteX227" fmla="*/ 198359 w 293440"/>
                <a:gd name="connsiteY227" fmla="*/ 186884 h 363932"/>
                <a:gd name="connsiteX228" fmla="*/ 195080 w 293440"/>
                <a:gd name="connsiteY228" fmla="*/ 183606 h 363932"/>
                <a:gd name="connsiteX229" fmla="*/ 190163 w 293440"/>
                <a:gd name="connsiteY229" fmla="*/ 180327 h 363932"/>
                <a:gd name="connsiteX230" fmla="*/ 186884 w 293440"/>
                <a:gd name="connsiteY230" fmla="*/ 178688 h 363932"/>
                <a:gd name="connsiteX231" fmla="*/ 183606 w 293440"/>
                <a:gd name="connsiteY231" fmla="*/ 175409 h 363932"/>
                <a:gd name="connsiteX232" fmla="*/ 180327 w 293440"/>
                <a:gd name="connsiteY232" fmla="*/ 172130 h 363932"/>
                <a:gd name="connsiteX233" fmla="*/ 175409 w 293440"/>
                <a:gd name="connsiteY233" fmla="*/ 168852 h 363932"/>
                <a:gd name="connsiteX234" fmla="*/ 172130 w 293440"/>
                <a:gd name="connsiteY234" fmla="*/ 163934 h 363932"/>
                <a:gd name="connsiteX235" fmla="*/ 168851 w 293440"/>
                <a:gd name="connsiteY235" fmla="*/ 160655 h 363932"/>
                <a:gd name="connsiteX236" fmla="*/ 165573 w 293440"/>
                <a:gd name="connsiteY236" fmla="*/ 157376 h 363932"/>
                <a:gd name="connsiteX237" fmla="*/ 162294 w 293440"/>
                <a:gd name="connsiteY237" fmla="*/ 152458 h 363932"/>
                <a:gd name="connsiteX238" fmla="*/ 157376 w 293440"/>
                <a:gd name="connsiteY238" fmla="*/ 149180 h 363932"/>
                <a:gd name="connsiteX239" fmla="*/ 154097 w 293440"/>
                <a:gd name="connsiteY239" fmla="*/ 145901 h 363932"/>
                <a:gd name="connsiteX240" fmla="*/ 150819 w 293440"/>
                <a:gd name="connsiteY240" fmla="*/ 142622 h 363932"/>
                <a:gd name="connsiteX241" fmla="*/ 147540 w 293440"/>
                <a:gd name="connsiteY241" fmla="*/ 139344 h 363932"/>
                <a:gd name="connsiteX242" fmla="*/ 144261 w 293440"/>
                <a:gd name="connsiteY242" fmla="*/ 134426 h 363932"/>
                <a:gd name="connsiteX243" fmla="*/ 139344 w 293440"/>
                <a:gd name="connsiteY243" fmla="*/ 131147 h 363932"/>
                <a:gd name="connsiteX244" fmla="*/ 142623 w 293440"/>
                <a:gd name="connsiteY244" fmla="*/ 134426 h 363932"/>
                <a:gd name="connsiteX245" fmla="*/ 139344 w 293440"/>
                <a:gd name="connsiteY245" fmla="*/ 131147 h 363932"/>
                <a:gd name="connsiteX246" fmla="*/ 134426 w 293440"/>
                <a:gd name="connsiteY246" fmla="*/ 129508 h 363932"/>
                <a:gd name="connsiteX247" fmla="*/ 134426 w 293440"/>
                <a:gd name="connsiteY247" fmla="*/ 126229 h 363932"/>
                <a:gd name="connsiteX248" fmla="*/ 131147 w 293440"/>
                <a:gd name="connsiteY248" fmla="*/ 122950 h 363932"/>
                <a:gd name="connsiteX249" fmla="*/ 127868 w 293440"/>
                <a:gd name="connsiteY249" fmla="*/ 119672 h 363932"/>
                <a:gd name="connsiteX250" fmla="*/ 122950 w 293440"/>
                <a:gd name="connsiteY250" fmla="*/ 118032 h 363932"/>
                <a:gd name="connsiteX251" fmla="*/ 126229 w 293440"/>
                <a:gd name="connsiteY251" fmla="*/ 121311 h 363932"/>
                <a:gd name="connsiteX252" fmla="*/ 122950 w 293440"/>
                <a:gd name="connsiteY252" fmla="*/ 121311 h 363932"/>
                <a:gd name="connsiteX253" fmla="*/ 119671 w 293440"/>
                <a:gd name="connsiteY253" fmla="*/ 118032 h 363932"/>
                <a:gd name="connsiteX254" fmla="*/ 119671 w 293440"/>
                <a:gd name="connsiteY254" fmla="*/ 113114 h 363932"/>
                <a:gd name="connsiteX255" fmla="*/ 116393 w 293440"/>
                <a:gd name="connsiteY255" fmla="*/ 109836 h 363932"/>
                <a:gd name="connsiteX256" fmla="*/ 111475 w 293440"/>
                <a:gd name="connsiteY256" fmla="*/ 106557 h 363932"/>
                <a:gd name="connsiteX257" fmla="*/ 111475 w 293440"/>
                <a:gd name="connsiteY257" fmla="*/ 108196 h 363932"/>
                <a:gd name="connsiteX258" fmla="*/ 108196 w 293440"/>
                <a:gd name="connsiteY258" fmla="*/ 104917 h 363932"/>
                <a:gd name="connsiteX259" fmla="*/ 104917 w 293440"/>
                <a:gd name="connsiteY259" fmla="*/ 101639 h 363932"/>
                <a:gd name="connsiteX260" fmla="*/ 101639 w 293440"/>
                <a:gd name="connsiteY260" fmla="*/ 96721 h 363932"/>
                <a:gd name="connsiteX261" fmla="*/ 98360 w 293440"/>
                <a:gd name="connsiteY261" fmla="*/ 93442 h 363932"/>
                <a:gd name="connsiteX262" fmla="*/ 96720 w 293440"/>
                <a:gd name="connsiteY262" fmla="*/ 90164 h 363932"/>
                <a:gd name="connsiteX263" fmla="*/ 93442 w 293440"/>
                <a:gd name="connsiteY263" fmla="*/ 86885 h 363932"/>
                <a:gd name="connsiteX264" fmla="*/ 91802 w 293440"/>
                <a:gd name="connsiteY264" fmla="*/ 83606 h 363932"/>
                <a:gd name="connsiteX265" fmla="*/ 90164 w 293440"/>
                <a:gd name="connsiteY265" fmla="*/ 80327 h 363932"/>
                <a:gd name="connsiteX266" fmla="*/ 91802 w 293440"/>
                <a:gd name="connsiteY266" fmla="*/ 83606 h 363932"/>
                <a:gd name="connsiteX267" fmla="*/ 95081 w 293440"/>
                <a:gd name="connsiteY267" fmla="*/ 86885 h 363932"/>
                <a:gd name="connsiteX268" fmla="*/ 95081 w 293440"/>
                <a:gd name="connsiteY268" fmla="*/ 83606 h 363932"/>
                <a:gd name="connsiteX269" fmla="*/ 93442 w 293440"/>
                <a:gd name="connsiteY269" fmla="*/ 80327 h 363932"/>
                <a:gd name="connsiteX270" fmla="*/ 90164 w 293440"/>
                <a:gd name="connsiteY270" fmla="*/ 75410 h 363932"/>
                <a:gd name="connsiteX271" fmla="*/ 86885 w 293440"/>
                <a:gd name="connsiteY271" fmla="*/ 72131 h 363932"/>
                <a:gd name="connsiteX272" fmla="*/ 83606 w 293440"/>
                <a:gd name="connsiteY272" fmla="*/ 68852 h 363932"/>
                <a:gd name="connsiteX273" fmla="*/ 80327 w 293440"/>
                <a:gd name="connsiteY273" fmla="*/ 65573 h 363932"/>
                <a:gd name="connsiteX274" fmla="*/ 77049 w 293440"/>
                <a:gd name="connsiteY274" fmla="*/ 63934 h 363932"/>
                <a:gd name="connsiteX275" fmla="*/ 73770 w 293440"/>
                <a:gd name="connsiteY275" fmla="*/ 60655 h 363932"/>
                <a:gd name="connsiteX276" fmla="*/ 68852 w 293440"/>
                <a:gd name="connsiteY276" fmla="*/ 59016 h 363932"/>
                <a:gd name="connsiteX277" fmla="*/ 65573 w 293440"/>
                <a:gd name="connsiteY277" fmla="*/ 55737 h 363932"/>
                <a:gd name="connsiteX278" fmla="*/ 62295 w 293440"/>
                <a:gd name="connsiteY278" fmla="*/ 50820 h 363932"/>
                <a:gd name="connsiteX279" fmla="*/ 59016 w 293440"/>
                <a:gd name="connsiteY279" fmla="*/ 47541 h 363932"/>
                <a:gd name="connsiteX280" fmla="*/ 57377 w 293440"/>
                <a:gd name="connsiteY280" fmla="*/ 44262 h 363932"/>
                <a:gd name="connsiteX281" fmla="*/ 60656 w 293440"/>
                <a:gd name="connsiteY281" fmla="*/ 45901 h 363932"/>
                <a:gd name="connsiteX282" fmla="*/ 63934 w 293440"/>
                <a:gd name="connsiteY282" fmla="*/ 49180 h 363932"/>
                <a:gd name="connsiteX283" fmla="*/ 67212 w 293440"/>
                <a:gd name="connsiteY283" fmla="*/ 50820 h 363932"/>
                <a:gd name="connsiteX284" fmla="*/ 70491 w 293440"/>
                <a:gd name="connsiteY284" fmla="*/ 54098 h 363932"/>
                <a:gd name="connsiteX285" fmla="*/ 75409 w 293440"/>
                <a:gd name="connsiteY285" fmla="*/ 59016 h 363932"/>
                <a:gd name="connsiteX286" fmla="*/ 81967 w 293440"/>
                <a:gd name="connsiteY286" fmla="*/ 65573 h 363932"/>
                <a:gd name="connsiteX287" fmla="*/ 78688 w 293440"/>
                <a:gd name="connsiteY287" fmla="*/ 60655 h 363932"/>
                <a:gd name="connsiteX288" fmla="*/ 73770 w 293440"/>
                <a:gd name="connsiteY288" fmla="*/ 57377 h 363932"/>
                <a:gd name="connsiteX289" fmla="*/ 70491 w 293440"/>
                <a:gd name="connsiteY289" fmla="*/ 54098 h 363932"/>
                <a:gd name="connsiteX290" fmla="*/ 67212 w 293440"/>
                <a:gd name="connsiteY290" fmla="*/ 50820 h 363932"/>
                <a:gd name="connsiteX291" fmla="*/ 63934 w 293440"/>
                <a:gd name="connsiteY291" fmla="*/ 45901 h 363932"/>
                <a:gd name="connsiteX292" fmla="*/ 59016 w 293440"/>
                <a:gd name="connsiteY292" fmla="*/ 44262 h 363932"/>
                <a:gd name="connsiteX293" fmla="*/ 55737 w 293440"/>
                <a:gd name="connsiteY293" fmla="*/ 42623 h 363932"/>
                <a:gd name="connsiteX294" fmla="*/ 52459 w 293440"/>
                <a:gd name="connsiteY294" fmla="*/ 37705 h 363932"/>
                <a:gd name="connsiteX295" fmla="*/ 49180 w 293440"/>
                <a:gd name="connsiteY295" fmla="*/ 36065 h 363932"/>
                <a:gd name="connsiteX296" fmla="*/ 45901 w 293440"/>
                <a:gd name="connsiteY296" fmla="*/ 32787 h 363932"/>
                <a:gd name="connsiteX297" fmla="*/ 42622 w 293440"/>
                <a:gd name="connsiteY297" fmla="*/ 31147 h 363932"/>
                <a:gd name="connsiteX298" fmla="*/ 37705 w 293440"/>
                <a:gd name="connsiteY298" fmla="*/ 27869 h 363932"/>
                <a:gd name="connsiteX299" fmla="*/ 34426 w 293440"/>
                <a:gd name="connsiteY299" fmla="*/ 24590 h 363932"/>
                <a:gd name="connsiteX300" fmla="*/ 37705 w 293440"/>
                <a:gd name="connsiteY300" fmla="*/ 26229 h 363932"/>
                <a:gd name="connsiteX301" fmla="*/ 40983 w 293440"/>
                <a:gd name="connsiteY301" fmla="*/ 29508 h 363932"/>
                <a:gd name="connsiteX302" fmla="*/ 37705 w 293440"/>
                <a:gd name="connsiteY302" fmla="*/ 26229 h 363932"/>
                <a:gd name="connsiteX303" fmla="*/ 34426 w 293440"/>
                <a:gd name="connsiteY303" fmla="*/ 22951 h 363932"/>
                <a:gd name="connsiteX304" fmla="*/ 31147 w 293440"/>
                <a:gd name="connsiteY304" fmla="*/ 21311 h 363932"/>
                <a:gd name="connsiteX305" fmla="*/ 29508 w 293440"/>
                <a:gd name="connsiteY305" fmla="*/ 18033 h 363932"/>
                <a:gd name="connsiteX306" fmla="*/ 29508 w 293440"/>
                <a:gd name="connsiteY306" fmla="*/ 14754 h 363932"/>
                <a:gd name="connsiteX307" fmla="*/ 24590 w 293440"/>
                <a:gd name="connsiteY307" fmla="*/ 11475 h 363932"/>
                <a:gd name="connsiteX308" fmla="*/ 21311 w 293440"/>
                <a:gd name="connsiteY308" fmla="*/ 8197 h 363932"/>
                <a:gd name="connsiteX309" fmla="*/ 16393 w 293440"/>
                <a:gd name="connsiteY309" fmla="*/ 4918 h 363932"/>
                <a:gd name="connsiteX310" fmla="*/ 13114 w 293440"/>
                <a:gd name="connsiteY310" fmla="*/ 3279 h 363932"/>
                <a:gd name="connsiteX311" fmla="*/ 9836 w 293440"/>
                <a:gd name="connsiteY311" fmla="*/ 0 h 363932"/>
                <a:gd name="connsiteX312" fmla="*/ 8197 w 293440"/>
                <a:gd name="connsiteY312" fmla="*/ 4918 h 363932"/>
                <a:gd name="connsiteX313" fmla="*/ 4918 w 293440"/>
                <a:gd name="connsiteY313" fmla="*/ 6557 h 363932"/>
                <a:gd name="connsiteX314" fmla="*/ 0 w 293440"/>
                <a:gd name="connsiteY314" fmla="*/ 4918 h 363932"/>
                <a:gd name="connsiteX315" fmla="*/ 4918 w 293440"/>
                <a:gd name="connsiteY315" fmla="*/ 8197 h 363932"/>
                <a:gd name="connsiteX316" fmla="*/ 8197 w 293440"/>
                <a:gd name="connsiteY316" fmla="*/ 9836 h 363932"/>
                <a:gd name="connsiteX317" fmla="*/ 11476 w 293440"/>
                <a:gd name="connsiteY317" fmla="*/ 13115 h 363932"/>
                <a:gd name="connsiteX318" fmla="*/ 16393 w 293440"/>
                <a:gd name="connsiteY318" fmla="*/ 14754 h 363932"/>
                <a:gd name="connsiteX319" fmla="*/ 19672 w 293440"/>
                <a:gd name="connsiteY319" fmla="*/ 16393 h 363932"/>
                <a:gd name="connsiteX320" fmla="*/ 19672 w 293440"/>
                <a:gd name="connsiteY320" fmla="*/ 18033 h 363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</a:cxnLst>
              <a:rect l="l" t="t" r="r" b="b"/>
              <a:pathLst>
                <a:path w="293440" h="363932">
                  <a:moveTo>
                    <a:pt x="19672" y="18033"/>
                  </a:moveTo>
                  <a:lnTo>
                    <a:pt x="22950" y="19672"/>
                  </a:lnTo>
                  <a:lnTo>
                    <a:pt x="26229" y="22951"/>
                  </a:lnTo>
                  <a:lnTo>
                    <a:pt x="27869" y="26229"/>
                  </a:lnTo>
                  <a:lnTo>
                    <a:pt x="32787" y="26229"/>
                  </a:lnTo>
                  <a:lnTo>
                    <a:pt x="36066" y="29508"/>
                  </a:lnTo>
                  <a:lnTo>
                    <a:pt x="31147" y="31147"/>
                  </a:lnTo>
                  <a:lnTo>
                    <a:pt x="27869" y="31147"/>
                  </a:lnTo>
                  <a:lnTo>
                    <a:pt x="29508" y="34426"/>
                  </a:lnTo>
                  <a:lnTo>
                    <a:pt x="34426" y="36065"/>
                  </a:lnTo>
                  <a:lnTo>
                    <a:pt x="37705" y="37705"/>
                  </a:lnTo>
                  <a:lnTo>
                    <a:pt x="36066" y="40983"/>
                  </a:lnTo>
                  <a:lnTo>
                    <a:pt x="32787" y="44262"/>
                  </a:lnTo>
                  <a:lnTo>
                    <a:pt x="27869" y="42623"/>
                  </a:lnTo>
                  <a:lnTo>
                    <a:pt x="26229" y="39344"/>
                  </a:lnTo>
                  <a:lnTo>
                    <a:pt x="21311" y="37705"/>
                  </a:lnTo>
                  <a:lnTo>
                    <a:pt x="18032" y="39344"/>
                  </a:lnTo>
                  <a:lnTo>
                    <a:pt x="14753" y="42623"/>
                  </a:lnTo>
                  <a:lnTo>
                    <a:pt x="16393" y="45901"/>
                  </a:lnTo>
                  <a:lnTo>
                    <a:pt x="21311" y="50820"/>
                  </a:lnTo>
                  <a:lnTo>
                    <a:pt x="22950" y="52459"/>
                  </a:lnTo>
                  <a:lnTo>
                    <a:pt x="26229" y="55737"/>
                  </a:lnTo>
                  <a:lnTo>
                    <a:pt x="29508" y="59016"/>
                  </a:lnTo>
                  <a:lnTo>
                    <a:pt x="32787" y="62295"/>
                  </a:lnTo>
                  <a:lnTo>
                    <a:pt x="34426" y="65573"/>
                  </a:lnTo>
                  <a:lnTo>
                    <a:pt x="36066" y="68852"/>
                  </a:lnTo>
                  <a:lnTo>
                    <a:pt x="39343" y="73770"/>
                  </a:lnTo>
                  <a:lnTo>
                    <a:pt x="42622" y="77049"/>
                  </a:lnTo>
                  <a:lnTo>
                    <a:pt x="44262" y="81967"/>
                  </a:lnTo>
                  <a:lnTo>
                    <a:pt x="42622" y="85245"/>
                  </a:lnTo>
                  <a:lnTo>
                    <a:pt x="45901" y="88524"/>
                  </a:lnTo>
                  <a:lnTo>
                    <a:pt x="47540" y="91803"/>
                  </a:lnTo>
                  <a:lnTo>
                    <a:pt x="52459" y="96721"/>
                  </a:lnTo>
                  <a:lnTo>
                    <a:pt x="54098" y="100000"/>
                  </a:lnTo>
                  <a:lnTo>
                    <a:pt x="57377" y="103278"/>
                  </a:lnTo>
                  <a:lnTo>
                    <a:pt x="60656" y="106557"/>
                  </a:lnTo>
                  <a:lnTo>
                    <a:pt x="63934" y="108196"/>
                  </a:lnTo>
                  <a:lnTo>
                    <a:pt x="67212" y="109836"/>
                  </a:lnTo>
                  <a:lnTo>
                    <a:pt x="68852" y="114754"/>
                  </a:lnTo>
                  <a:lnTo>
                    <a:pt x="72130" y="116393"/>
                  </a:lnTo>
                  <a:lnTo>
                    <a:pt x="77049" y="118032"/>
                  </a:lnTo>
                  <a:lnTo>
                    <a:pt x="80327" y="121311"/>
                  </a:lnTo>
                  <a:lnTo>
                    <a:pt x="83606" y="122950"/>
                  </a:lnTo>
                  <a:lnTo>
                    <a:pt x="86885" y="124590"/>
                  </a:lnTo>
                  <a:lnTo>
                    <a:pt x="91802" y="127868"/>
                  </a:lnTo>
                  <a:lnTo>
                    <a:pt x="95081" y="131147"/>
                  </a:lnTo>
                  <a:lnTo>
                    <a:pt x="98360" y="134426"/>
                  </a:lnTo>
                  <a:lnTo>
                    <a:pt x="101639" y="136065"/>
                  </a:lnTo>
                  <a:lnTo>
                    <a:pt x="106557" y="140983"/>
                  </a:lnTo>
                  <a:lnTo>
                    <a:pt x="106557" y="144262"/>
                  </a:lnTo>
                  <a:lnTo>
                    <a:pt x="106557" y="147540"/>
                  </a:lnTo>
                  <a:lnTo>
                    <a:pt x="108196" y="152458"/>
                  </a:lnTo>
                  <a:lnTo>
                    <a:pt x="111475" y="155737"/>
                  </a:lnTo>
                  <a:lnTo>
                    <a:pt x="113114" y="160655"/>
                  </a:lnTo>
                  <a:lnTo>
                    <a:pt x="114754" y="163934"/>
                  </a:lnTo>
                  <a:lnTo>
                    <a:pt x="119671" y="167212"/>
                  </a:lnTo>
                  <a:lnTo>
                    <a:pt x="122950" y="170491"/>
                  </a:lnTo>
                  <a:lnTo>
                    <a:pt x="126229" y="173770"/>
                  </a:lnTo>
                  <a:lnTo>
                    <a:pt x="129507" y="177048"/>
                  </a:lnTo>
                  <a:lnTo>
                    <a:pt x="132786" y="181966"/>
                  </a:lnTo>
                  <a:lnTo>
                    <a:pt x="136065" y="185245"/>
                  </a:lnTo>
                  <a:lnTo>
                    <a:pt x="136065" y="186884"/>
                  </a:lnTo>
                  <a:lnTo>
                    <a:pt x="137704" y="190163"/>
                  </a:lnTo>
                  <a:lnTo>
                    <a:pt x="140983" y="193442"/>
                  </a:lnTo>
                  <a:lnTo>
                    <a:pt x="144261" y="198360"/>
                  </a:lnTo>
                  <a:lnTo>
                    <a:pt x="147540" y="201638"/>
                  </a:lnTo>
                  <a:lnTo>
                    <a:pt x="149179" y="204917"/>
                  </a:lnTo>
                  <a:lnTo>
                    <a:pt x="150819" y="208196"/>
                  </a:lnTo>
                  <a:lnTo>
                    <a:pt x="152458" y="213114"/>
                  </a:lnTo>
                  <a:lnTo>
                    <a:pt x="154097" y="216392"/>
                  </a:lnTo>
                  <a:lnTo>
                    <a:pt x="157376" y="219671"/>
                  </a:lnTo>
                  <a:lnTo>
                    <a:pt x="157376" y="222950"/>
                  </a:lnTo>
                  <a:lnTo>
                    <a:pt x="160655" y="226229"/>
                  </a:lnTo>
                  <a:lnTo>
                    <a:pt x="162294" y="229507"/>
                  </a:lnTo>
                  <a:lnTo>
                    <a:pt x="162294" y="234425"/>
                  </a:lnTo>
                  <a:lnTo>
                    <a:pt x="163934" y="237704"/>
                  </a:lnTo>
                  <a:lnTo>
                    <a:pt x="163934" y="240982"/>
                  </a:lnTo>
                  <a:lnTo>
                    <a:pt x="168851" y="244261"/>
                  </a:lnTo>
                  <a:lnTo>
                    <a:pt x="172130" y="247540"/>
                  </a:lnTo>
                  <a:lnTo>
                    <a:pt x="175409" y="250819"/>
                  </a:lnTo>
                  <a:lnTo>
                    <a:pt x="180327" y="252458"/>
                  </a:lnTo>
                  <a:lnTo>
                    <a:pt x="183606" y="255737"/>
                  </a:lnTo>
                  <a:lnTo>
                    <a:pt x="186884" y="260654"/>
                  </a:lnTo>
                  <a:lnTo>
                    <a:pt x="190163" y="263933"/>
                  </a:lnTo>
                  <a:lnTo>
                    <a:pt x="193442" y="267212"/>
                  </a:lnTo>
                  <a:lnTo>
                    <a:pt x="196720" y="270491"/>
                  </a:lnTo>
                  <a:lnTo>
                    <a:pt x="198359" y="275409"/>
                  </a:lnTo>
                  <a:lnTo>
                    <a:pt x="198359" y="278687"/>
                  </a:lnTo>
                  <a:lnTo>
                    <a:pt x="199999" y="281966"/>
                  </a:lnTo>
                  <a:lnTo>
                    <a:pt x="199999" y="286884"/>
                  </a:lnTo>
                  <a:lnTo>
                    <a:pt x="201638" y="290163"/>
                  </a:lnTo>
                  <a:lnTo>
                    <a:pt x="203277" y="293441"/>
                  </a:lnTo>
                  <a:lnTo>
                    <a:pt x="206556" y="298359"/>
                  </a:lnTo>
                  <a:lnTo>
                    <a:pt x="209835" y="301638"/>
                  </a:lnTo>
                  <a:lnTo>
                    <a:pt x="213114" y="304917"/>
                  </a:lnTo>
                  <a:lnTo>
                    <a:pt x="216393" y="308195"/>
                  </a:lnTo>
                  <a:lnTo>
                    <a:pt x="219671" y="313113"/>
                  </a:lnTo>
                  <a:lnTo>
                    <a:pt x="221310" y="316392"/>
                  </a:lnTo>
                  <a:lnTo>
                    <a:pt x="221310" y="319671"/>
                  </a:lnTo>
                  <a:lnTo>
                    <a:pt x="222949" y="322949"/>
                  </a:lnTo>
                  <a:lnTo>
                    <a:pt x="222949" y="327867"/>
                  </a:lnTo>
                  <a:lnTo>
                    <a:pt x="224589" y="331146"/>
                  </a:lnTo>
                  <a:lnTo>
                    <a:pt x="226228" y="334425"/>
                  </a:lnTo>
                  <a:lnTo>
                    <a:pt x="229507" y="339343"/>
                  </a:lnTo>
                  <a:lnTo>
                    <a:pt x="232786" y="342621"/>
                  </a:lnTo>
                  <a:lnTo>
                    <a:pt x="236064" y="345900"/>
                  </a:lnTo>
                  <a:lnTo>
                    <a:pt x="239343" y="350818"/>
                  </a:lnTo>
                  <a:lnTo>
                    <a:pt x="242622" y="354097"/>
                  </a:lnTo>
                  <a:lnTo>
                    <a:pt x="245901" y="357375"/>
                  </a:lnTo>
                  <a:lnTo>
                    <a:pt x="249179" y="360654"/>
                  </a:lnTo>
                  <a:lnTo>
                    <a:pt x="250818" y="360654"/>
                  </a:lnTo>
                  <a:lnTo>
                    <a:pt x="254097" y="363933"/>
                  </a:lnTo>
                  <a:lnTo>
                    <a:pt x="252457" y="359015"/>
                  </a:lnTo>
                  <a:lnTo>
                    <a:pt x="252457" y="355736"/>
                  </a:lnTo>
                  <a:lnTo>
                    <a:pt x="250818" y="352457"/>
                  </a:lnTo>
                  <a:lnTo>
                    <a:pt x="249179" y="347539"/>
                  </a:lnTo>
                  <a:lnTo>
                    <a:pt x="247539" y="344261"/>
                  </a:lnTo>
                  <a:lnTo>
                    <a:pt x="247539" y="340982"/>
                  </a:lnTo>
                  <a:lnTo>
                    <a:pt x="247539" y="336064"/>
                  </a:lnTo>
                  <a:lnTo>
                    <a:pt x="245901" y="332785"/>
                  </a:lnTo>
                  <a:lnTo>
                    <a:pt x="245901" y="329507"/>
                  </a:lnTo>
                  <a:lnTo>
                    <a:pt x="250818" y="327867"/>
                  </a:lnTo>
                  <a:lnTo>
                    <a:pt x="254097" y="329507"/>
                  </a:lnTo>
                  <a:lnTo>
                    <a:pt x="257376" y="332785"/>
                  </a:lnTo>
                  <a:lnTo>
                    <a:pt x="262294" y="332785"/>
                  </a:lnTo>
                  <a:lnTo>
                    <a:pt x="265573" y="332785"/>
                  </a:lnTo>
                  <a:lnTo>
                    <a:pt x="268851" y="332785"/>
                  </a:lnTo>
                  <a:lnTo>
                    <a:pt x="272130" y="334425"/>
                  </a:lnTo>
                  <a:lnTo>
                    <a:pt x="277047" y="336064"/>
                  </a:lnTo>
                  <a:lnTo>
                    <a:pt x="280326" y="336064"/>
                  </a:lnTo>
                  <a:lnTo>
                    <a:pt x="281966" y="339343"/>
                  </a:lnTo>
                  <a:lnTo>
                    <a:pt x="285244" y="342621"/>
                  </a:lnTo>
                  <a:lnTo>
                    <a:pt x="288523" y="347539"/>
                  </a:lnTo>
                  <a:lnTo>
                    <a:pt x="291802" y="350818"/>
                  </a:lnTo>
                  <a:lnTo>
                    <a:pt x="293441" y="354097"/>
                  </a:lnTo>
                  <a:lnTo>
                    <a:pt x="293441" y="350818"/>
                  </a:lnTo>
                  <a:lnTo>
                    <a:pt x="293441" y="347539"/>
                  </a:lnTo>
                  <a:lnTo>
                    <a:pt x="291802" y="344261"/>
                  </a:lnTo>
                  <a:lnTo>
                    <a:pt x="290163" y="339343"/>
                  </a:lnTo>
                  <a:lnTo>
                    <a:pt x="285244" y="336064"/>
                  </a:lnTo>
                  <a:lnTo>
                    <a:pt x="283605" y="332785"/>
                  </a:lnTo>
                  <a:lnTo>
                    <a:pt x="280326" y="327867"/>
                  </a:lnTo>
                  <a:lnTo>
                    <a:pt x="277047" y="324589"/>
                  </a:lnTo>
                  <a:lnTo>
                    <a:pt x="273769" y="322949"/>
                  </a:lnTo>
                  <a:lnTo>
                    <a:pt x="268851" y="324589"/>
                  </a:lnTo>
                  <a:lnTo>
                    <a:pt x="265573" y="322949"/>
                  </a:lnTo>
                  <a:lnTo>
                    <a:pt x="268851" y="324589"/>
                  </a:lnTo>
                  <a:lnTo>
                    <a:pt x="273769" y="326228"/>
                  </a:lnTo>
                  <a:lnTo>
                    <a:pt x="268851" y="327867"/>
                  </a:lnTo>
                  <a:lnTo>
                    <a:pt x="265573" y="326228"/>
                  </a:lnTo>
                  <a:lnTo>
                    <a:pt x="262294" y="322949"/>
                  </a:lnTo>
                  <a:lnTo>
                    <a:pt x="260654" y="319671"/>
                  </a:lnTo>
                  <a:lnTo>
                    <a:pt x="257376" y="316392"/>
                  </a:lnTo>
                  <a:lnTo>
                    <a:pt x="252457" y="313113"/>
                  </a:lnTo>
                  <a:lnTo>
                    <a:pt x="250818" y="308195"/>
                  </a:lnTo>
                  <a:lnTo>
                    <a:pt x="247539" y="304917"/>
                  </a:lnTo>
                  <a:lnTo>
                    <a:pt x="245901" y="303277"/>
                  </a:lnTo>
                  <a:lnTo>
                    <a:pt x="242622" y="301638"/>
                  </a:lnTo>
                  <a:lnTo>
                    <a:pt x="237704" y="298359"/>
                  </a:lnTo>
                  <a:lnTo>
                    <a:pt x="234425" y="296720"/>
                  </a:lnTo>
                  <a:lnTo>
                    <a:pt x="231146" y="295081"/>
                  </a:lnTo>
                  <a:lnTo>
                    <a:pt x="226228" y="291802"/>
                  </a:lnTo>
                  <a:lnTo>
                    <a:pt x="222949" y="288523"/>
                  </a:lnTo>
                  <a:lnTo>
                    <a:pt x="219671" y="285244"/>
                  </a:lnTo>
                  <a:lnTo>
                    <a:pt x="216393" y="281966"/>
                  </a:lnTo>
                  <a:lnTo>
                    <a:pt x="213114" y="278687"/>
                  </a:lnTo>
                  <a:lnTo>
                    <a:pt x="211474" y="275409"/>
                  </a:lnTo>
                  <a:lnTo>
                    <a:pt x="208196" y="270491"/>
                  </a:lnTo>
                  <a:lnTo>
                    <a:pt x="206556" y="267212"/>
                  </a:lnTo>
                  <a:lnTo>
                    <a:pt x="206556" y="263933"/>
                  </a:lnTo>
                  <a:lnTo>
                    <a:pt x="204917" y="260654"/>
                  </a:lnTo>
                  <a:lnTo>
                    <a:pt x="203277" y="255737"/>
                  </a:lnTo>
                  <a:lnTo>
                    <a:pt x="201638" y="252458"/>
                  </a:lnTo>
                  <a:lnTo>
                    <a:pt x="199999" y="249179"/>
                  </a:lnTo>
                  <a:lnTo>
                    <a:pt x="199999" y="244261"/>
                  </a:lnTo>
                  <a:lnTo>
                    <a:pt x="198359" y="240982"/>
                  </a:lnTo>
                  <a:lnTo>
                    <a:pt x="198359" y="236064"/>
                  </a:lnTo>
                  <a:lnTo>
                    <a:pt x="196720" y="232786"/>
                  </a:lnTo>
                  <a:lnTo>
                    <a:pt x="193442" y="229507"/>
                  </a:lnTo>
                  <a:lnTo>
                    <a:pt x="191803" y="224589"/>
                  </a:lnTo>
                  <a:lnTo>
                    <a:pt x="191803" y="221310"/>
                  </a:lnTo>
                  <a:lnTo>
                    <a:pt x="193442" y="219671"/>
                  </a:lnTo>
                  <a:lnTo>
                    <a:pt x="196720" y="218032"/>
                  </a:lnTo>
                  <a:lnTo>
                    <a:pt x="199999" y="216392"/>
                  </a:lnTo>
                  <a:lnTo>
                    <a:pt x="203277" y="216392"/>
                  </a:lnTo>
                  <a:lnTo>
                    <a:pt x="208196" y="216392"/>
                  </a:lnTo>
                  <a:lnTo>
                    <a:pt x="204917" y="216392"/>
                  </a:lnTo>
                  <a:lnTo>
                    <a:pt x="201638" y="214753"/>
                  </a:lnTo>
                  <a:lnTo>
                    <a:pt x="196720" y="216392"/>
                  </a:lnTo>
                  <a:lnTo>
                    <a:pt x="193442" y="214753"/>
                  </a:lnTo>
                  <a:lnTo>
                    <a:pt x="196720" y="213114"/>
                  </a:lnTo>
                  <a:lnTo>
                    <a:pt x="199999" y="214753"/>
                  </a:lnTo>
                  <a:lnTo>
                    <a:pt x="204917" y="214753"/>
                  </a:lnTo>
                  <a:lnTo>
                    <a:pt x="208196" y="214753"/>
                  </a:lnTo>
                  <a:lnTo>
                    <a:pt x="211474" y="216392"/>
                  </a:lnTo>
                  <a:lnTo>
                    <a:pt x="214753" y="218032"/>
                  </a:lnTo>
                  <a:lnTo>
                    <a:pt x="219671" y="218032"/>
                  </a:lnTo>
                  <a:lnTo>
                    <a:pt x="222949" y="218032"/>
                  </a:lnTo>
                  <a:lnTo>
                    <a:pt x="227867" y="221310"/>
                  </a:lnTo>
                  <a:lnTo>
                    <a:pt x="231146" y="222950"/>
                  </a:lnTo>
                  <a:lnTo>
                    <a:pt x="234425" y="224589"/>
                  </a:lnTo>
                  <a:lnTo>
                    <a:pt x="237704" y="227868"/>
                  </a:lnTo>
                  <a:lnTo>
                    <a:pt x="242622" y="229507"/>
                  </a:lnTo>
                  <a:lnTo>
                    <a:pt x="245901" y="231147"/>
                  </a:lnTo>
                  <a:lnTo>
                    <a:pt x="249179" y="232786"/>
                  </a:lnTo>
                  <a:lnTo>
                    <a:pt x="254097" y="236064"/>
                  </a:lnTo>
                  <a:lnTo>
                    <a:pt x="257376" y="239343"/>
                  </a:lnTo>
                  <a:lnTo>
                    <a:pt x="260654" y="242622"/>
                  </a:lnTo>
                  <a:lnTo>
                    <a:pt x="263933" y="244261"/>
                  </a:lnTo>
                  <a:lnTo>
                    <a:pt x="260654" y="242622"/>
                  </a:lnTo>
                  <a:lnTo>
                    <a:pt x="259015" y="237704"/>
                  </a:lnTo>
                  <a:lnTo>
                    <a:pt x="254097" y="234425"/>
                  </a:lnTo>
                  <a:lnTo>
                    <a:pt x="250818" y="232786"/>
                  </a:lnTo>
                  <a:lnTo>
                    <a:pt x="247539" y="231147"/>
                  </a:lnTo>
                  <a:lnTo>
                    <a:pt x="242622" y="227868"/>
                  </a:lnTo>
                  <a:lnTo>
                    <a:pt x="239343" y="226229"/>
                  </a:lnTo>
                  <a:lnTo>
                    <a:pt x="236064" y="222950"/>
                  </a:lnTo>
                  <a:lnTo>
                    <a:pt x="231146" y="219671"/>
                  </a:lnTo>
                  <a:lnTo>
                    <a:pt x="227867" y="216392"/>
                  </a:lnTo>
                  <a:lnTo>
                    <a:pt x="224589" y="211474"/>
                  </a:lnTo>
                  <a:lnTo>
                    <a:pt x="221310" y="208196"/>
                  </a:lnTo>
                  <a:lnTo>
                    <a:pt x="218032" y="204917"/>
                  </a:lnTo>
                  <a:lnTo>
                    <a:pt x="213114" y="201638"/>
                  </a:lnTo>
                  <a:lnTo>
                    <a:pt x="209835" y="198360"/>
                  </a:lnTo>
                  <a:lnTo>
                    <a:pt x="206556" y="195081"/>
                  </a:lnTo>
                  <a:lnTo>
                    <a:pt x="203277" y="191802"/>
                  </a:lnTo>
                  <a:lnTo>
                    <a:pt x="199999" y="188524"/>
                  </a:lnTo>
                  <a:lnTo>
                    <a:pt x="198359" y="186884"/>
                  </a:lnTo>
                  <a:lnTo>
                    <a:pt x="195080" y="183606"/>
                  </a:lnTo>
                  <a:lnTo>
                    <a:pt x="190163" y="180327"/>
                  </a:lnTo>
                  <a:lnTo>
                    <a:pt x="186884" y="178688"/>
                  </a:lnTo>
                  <a:lnTo>
                    <a:pt x="183606" y="175409"/>
                  </a:lnTo>
                  <a:lnTo>
                    <a:pt x="180327" y="172130"/>
                  </a:lnTo>
                  <a:lnTo>
                    <a:pt x="175409" y="168852"/>
                  </a:lnTo>
                  <a:lnTo>
                    <a:pt x="172130" y="163934"/>
                  </a:lnTo>
                  <a:lnTo>
                    <a:pt x="168851" y="160655"/>
                  </a:lnTo>
                  <a:lnTo>
                    <a:pt x="165573" y="157376"/>
                  </a:lnTo>
                  <a:lnTo>
                    <a:pt x="162294" y="152458"/>
                  </a:lnTo>
                  <a:lnTo>
                    <a:pt x="157376" y="149180"/>
                  </a:lnTo>
                  <a:lnTo>
                    <a:pt x="154097" y="145901"/>
                  </a:lnTo>
                  <a:lnTo>
                    <a:pt x="150819" y="142622"/>
                  </a:lnTo>
                  <a:lnTo>
                    <a:pt x="147540" y="139344"/>
                  </a:lnTo>
                  <a:lnTo>
                    <a:pt x="144261" y="134426"/>
                  </a:lnTo>
                  <a:lnTo>
                    <a:pt x="139344" y="131147"/>
                  </a:lnTo>
                  <a:lnTo>
                    <a:pt x="142623" y="134426"/>
                  </a:lnTo>
                  <a:lnTo>
                    <a:pt x="139344" y="131147"/>
                  </a:lnTo>
                  <a:lnTo>
                    <a:pt x="134426" y="129508"/>
                  </a:lnTo>
                  <a:lnTo>
                    <a:pt x="134426" y="126229"/>
                  </a:lnTo>
                  <a:lnTo>
                    <a:pt x="131147" y="122950"/>
                  </a:lnTo>
                  <a:lnTo>
                    <a:pt x="127868" y="119672"/>
                  </a:lnTo>
                  <a:lnTo>
                    <a:pt x="122950" y="118032"/>
                  </a:lnTo>
                  <a:lnTo>
                    <a:pt x="126229" y="121311"/>
                  </a:lnTo>
                  <a:lnTo>
                    <a:pt x="122950" y="121311"/>
                  </a:lnTo>
                  <a:lnTo>
                    <a:pt x="119671" y="118032"/>
                  </a:lnTo>
                  <a:lnTo>
                    <a:pt x="119671" y="113114"/>
                  </a:lnTo>
                  <a:lnTo>
                    <a:pt x="116393" y="109836"/>
                  </a:lnTo>
                  <a:lnTo>
                    <a:pt x="111475" y="106557"/>
                  </a:lnTo>
                  <a:lnTo>
                    <a:pt x="111475" y="108196"/>
                  </a:lnTo>
                  <a:lnTo>
                    <a:pt x="108196" y="104917"/>
                  </a:lnTo>
                  <a:lnTo>
                    <a:pt x="104917" y="101639"/>
                  </a:lnTo>
                  <a:lnTo>
                    <a:pt x="101639" y="96721"/>
                  </a:lnTo>
                  <a:lnTo>
                    <a:pt x="98360" y="93442"/>
                  </a:lnTo>
                  <a:lnTo>
                    <a:pt x="96720" y="90164"/>
                  </a:lnTo>
                  <a:lnTo>
                    <a:pt x="93442" y="86885"/>
                  </a:lnTo>
                  <a:lnTo>
                    <a:pt x="91802" y="83606"/>
                  </a:lnTo>
                  <a:lnTo>
                    <a:pt x="90164" y="80327"/>
                  </a:lnTo>
                  <a:lnTo>
                    <a:pt x="91802" y="83606"/>
                  </a:lnTo>
                  <a:lnTo>
                    <a:pt x="95081" y="86885"/>
                  </a:lnTo>
                  <a:lnTo>
                    <a:pt x="95081" y="83606"/>
                  </a:lnTo>
                  <a:lnTo>
                    <a:pt x="93442" y="80327"/>
                  </a:lnTo>
                  <a:lnTo>
                    <a:pt x="90164" y="75410"/>
                  </a:lnTo>
                  <a:lnTo>
                    <a:pt x="86885" y="72131"/>
                  </a:lnTo>
                  <a:lnTo>
                    <a:pt x="83606" y="68852"/>
                  </a:lnTo>
                  <a:lnTo>
                    <a:pt x="80327" y="65573"/>
                  </a:lnTo>
                  <a:lnTo>
                    <a:pt x="77049" y="63934"/>
                  </a:lnTo>
                  <a:lnTo>
                    <a:pt x="73770" y="60655"/>
                  </a:lnTo>
                  <a:lnTo>
                    <a:pt x="68852" y="59016"/>
                  </a:lnTo>
                  <a:lnTo>
                    <a:pt x="65573" y="55737"/>
                  </a:lnTo>
                  <a:lnTo>
                    <a:pt x="62295" y="50820"/>
                  </a:lnTo>
                  <a:lnTo>
                    <a:pt x="59016" y="47541"/>
                  </a:lnTo>
                  <a:lnTo>
                    <a:pt x="57377" y="44262"/>
                  </a:lnTo>
                  <a:lnTo>
                    <a:pt x="60656" y="45901"/>
                  </a:lnTo>
                  <a:lnTo>
                    <a:pt x="63934" y="49180"/>
                  </a:lnTo>
                  <a:lnTo>
                    <a:pt x="67212" y="50820"/>
                  </a:lnTo>
                  <a:lnTo>
                    <a:pt x="70491" y="54098"/>
                  </a:lnTo>
                  <a:lnTo>
                    <a:pt x="75409" y="59016"/>
                  </a:lnTo>
                  <a:lnTo>
                    <a:pt x="81967" y="65573"/>
                  </a:lnTo>
                  <a:lnTo>
                    <a:pt x="78688" y="60655"/>
                  </a:lnTo>
                  <a:lnTo>
                    <a:pt x="73770" y="57377"/>
                  </a:lnTo>
                  <a:lnTo>
                    <a:pt x="70491" y="54098"/>
                  </a:lnTo>
                  <a:lnTo>
                    <a:pt x="67212" y="50820"/>
                  </a:lnTo>
                  <a:lnTo>
                    <a:pt x="63934" y="45901"/>
                  </a:lnTo>
                  <a:lnTo>
                    <a:pt x="59016" y="44262"/>
                  </a:lnTo>
                  <a:lnTo>
                    <a:pt x="55737" y="42623"/>
                  </a:lnTo>
                  <a:lnTo>
                    <a:pt x="52459" y="37705"/>
                  </a:lnTo>
                  <a:lnTo>
                    <a:pt x="49180" y="36065"/>
                  </a:lnTo>
                  <a:lnTo>
                    <a:pt x="45901" y="32787"/>
                  </a:lnTo>
                  <a:lnTo>
                    <a:pt x="42622" y="31147"/>
                  </a:lnTo>
                  <a:lnTo>
                    <a:pt x="37705" y="27869"/>
                  </a:lnTo>
                  <a:lnTo>
                    <a:pt x="34426" y="24590"/>
                  </a:lnTo>
                  <a:lnTo>
                    <a:pt x="37705" y="26229"/>
                  </a:lnTo>
                  <a:lnTo>
                    <a:pt x="40983" y="29508"/>
                  </a:lnTo>
                  <a:lnTo>
                    <a:pt x="37705" y="26229"/>
                  </a:lnTo>
                  <a:lnTo>
                    <a:pt x="34426" y="22951"/>
                  </a:lnTo>
                  <a:lnTo>
                    <a:pt x="31147" y="21311"/>
                  </a:lnTo>
                  <a:lnTo>
                    <a:pt x="29508" y="18033"/>
                  </a:lnTo>
                  <a:lnTo>
                    <a:pt x="29508" y="14754"/>
                  </a:lnTo>
                  <a:lnTo>
                    <a:pt x="24590" y="11475"/>
                  </a:lnTo>
                  <a:lnTo>
                    <a:pt x="21311" y="8197"/>
                  </a:lnTo>
                  <a:lnTo>
                    <a:pt x="16393" y="4918"/>
                  </a:lnTo>
                  <a:lnTo>
                    <a:pt x="13114" y="3279"/>
                  </a:lnTo>
                  <a:lnTo>
                    <a:pt x="9836" y="0"/>
                  </a:lnTo>
                  <a:lnTo>
                    <a:pt x="8197" y="4918"/>
                  </a:lnTo>
                  <a:lnTo>
                    <a:pt x="4918" y="6557"/>
                  </a:lnTo>
                  <a:lnTo>
                    <a:pt x="0" y="4918"/>
                  </a:lnTo>
                  <a:lnTo>
                    <a:pt x="4918" y="8197"/>
                  </a:lnTo>
                  <a:lnTo>
                    <a:pt x="8197" y="9836"/>
                  </a:lnTo>
                  <a:lnTo>
                    <a:pt x="11476" y="13115"/>
                  </a:lnTo>
                  <a:lnTo>
                    <a:pt x="16393" y="14754"/>
                  </a:lnTo>
                  <a:lnTo>
                    <a:pt x="19672" y="16393"/>
                  </a:lnTo>
                  <a:lnTo>
                    <a:pt x="19672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8" name="Freeform 2787">
              <a:extLst>
                <a:ext uri="{FF2B5EF4-FFF2-40B4-BE49-F238E27FC236}">
                  <a16:creationId xmlns:a16="http://schemas.microsoft.com/office/drawing/2014/main" id="{C2506202-2390-5049-821E-C50900945BAE}"/>
                </a:ext>
              </a:extLst>
            </p:cNvPr>
            <p:cNvSpPr/>
            <p:nvPr/>
          </p:nvSpPr>
          <p:spPr>
            <a:xfrm>
              <a:off x="10120571" y="1542778"/>
              <a:ext cx="4917" cy="4917"/>
            </a:xfrm>
            <a:custGeom>
              <a:avLst/>
              <a:gdLst>
                <a:gd name="connsiteX0" fmla="*/ 0 w 4917"/>
                <a:gd name="connsiteY0" fmla="*/ 4918 h 4917"/>
                <a:gd name="connsiteX1" fmla="*/ 3279 w 4917"/>
                <a:gd name="connsiteY1" fmla="*/ 4918 h 4917"/>
                <a:gd name="connsiteX2" fmla="*/ 4918 w 4917"/>
                <a:gd name="connsiteY2" fmla="*/ 1639 h 4917"/>
                <a:gd name="connsiteX3" fmla="*/ 1639 w 4917"/>
                <a:gd name="connsiteY3" fmla="*/ 0 h 4917"/>
                <a:gd name="connsiteX4" fmla="*/ 0 w 4917"/>
                <a:gd name="connsiteY4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4917">
                  <a:moveTo>
                    <a:pt x="0" y="4918"/>
                  </a:moveTo>
                  <a:lnTo>
                    <a:pt x="3279" y="4918"/>
                  </a:lnTo>
                  <a:lnTo>
                    <a:pt x="4918" y="1639"/>
                  </a:ln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9" name="Freeform 2788">
              <a:extLst>
                <a:ext uri="{FF2B5EF4-FFF2-40B4-BE49-F238E27FC236}">
                  <a16:creationId xmlns:a16="http://schemas.microsoft.com/office/drawing/2014/main" id="{4C56D554-47AE-A84A-B956-AEC123A625EC}"/>
                </a:ext>
              </a:extLst>
            </p:cNvPr>
            <p:cNvSpPr/>
            <p:nvPr/>
          </p:nvSpPr>
          <p:spPr>
            <a:xfrm>
              <a:off x="10356636" y="4621452"/>
              <a:ext cx="21311" cy="22950"/>
            </a:xfrm>
            <a:custGeom>
              <a:avLst/>
              <a:gdLst>
                <a:gd name="connsiteX0" fmla="*/ 16393 w 21311"/>
                <a:gd name="connsiteY0" fmla="*/ 22951 h 22950"/>
                <a:gd name="connsiteX1" fmla="*/ 18032 w 21311"/>
                <a:gd name="connsiteY1" fmla="*/ 22951 h 22950"/>
                <a:gd name="connsiteX2" fmla="*/ 21311 w 21311"/>
                <a:gd name="connsiteY2" fmla="*/ 21312 h 22950"/>
                <a:gd name="connsiteX3" fmla="*/ 19671 w 21311"/>
                <a:gd name="connsiteY3" fmla="*/ 18033 h 22950"/>
                <a:gd name="connsiteX4" fmla="*/ 14753 w 21311"/>
                <a:gd name="connsiteY4" fmla="*/ 16393 h 22950"/>
                <a:gd name="connsiteX5" fmla="*/ 14753 w 21311"/>
                <a:gd name="connsiteY5" fmla="*/ 11476 h 22950"/>
                <a:gd name="connsiteX6" fmla="*/ 13114 w 21311"/>
                <a:gd name="connsiteY6" fmla="*/ 8197 h 22950"/>
                <a:gd name="connsiteX7" fmla="*/ 13114 w 21311"/>
                <a:gd name="connsiteY7" fmla="*/ 4918 h 22950"/>
                <a:gd name="connsiteX8" fmla="*/ 13114 w 21311"/>
                <a:gd name="connsiteY8" fmla="*/ 0 h 22950"/>
                <a:gd name="connsiteX9" fmla="*/ 8197 w 21311"/>
                <a:gd name="connsiteY9" fmla="*/ 1639 h 22950"/>
                <a:gd name="connsiteX10" fmla="*/ 4918 w 21311"/>
                <a:gd name="connsiteY10" fmla="*/ 6557 h 22950"/>
                <a:gd name="connsiteX11" fmla="*/ 4918 w 21311"/>
                <a:gd name="connsiteY11" fmla="*/ 9836 h 22950"/>
                <a:gd name="connsiteX12" fmla="*/ 4918 w 21311"/>
                <a:gd name="connsiteY12" fmla="*/ 13115 h 22950"/>
                <a:gd name="connsiteX13" fmla="*/ 3278 w 21311"/>
                <a:gd name="connsiteY13" fmla="*/ 18033 h 22950"/>
                <a:gd name="connsiteX14" fmla="*/ 0 w 21311"/>
                <a:gd name="connsiteY14" fmla="*/ 18033 h 22950"/>
                <a:gd name="connsiteX15" fmla="*/ 0 w 21311"/>
                <a:gd name="connsiteY15" fmla="*/ 22951 h 22950"/>
                <a:gd name="connsiteX16" fmla="*/ 4918 w 21311"/>
                <a:gd name="connsiteY16" fmla="*/ 21312 h 22950"/>
                <a:gd name="connsiteX17" fmla="*/ 8197 w 21311"/>
                <a:gd name="connsiteY17" fmla="*/ 21312 h 22950"/>
                <a:gd name="connsiteX18" fmla="*/ 11475 w 21311"/>
                <a:gd name="connsiteY18" fmla="*/ 21312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311" h="22950">
                  <a:moveTo>
                    <a:pt x="16393" y="22951"/>
                  </a:moveTo>
                  <a:lnTo>
                    <a:pt x="18032" y="22951"/>
                  </a:lnTo>
                  <a:lnTo>
                    <a:pt x="21311" y="21312"/>
                  </a:lnTo>
                  <a:lnTo>
                    <a:pt x="19671" y="18033"/>
                  </a:lnTo>
                  <a:lnTo>
                    <a:pt x="14753" y="16393"/>
                  </a:lnTo>
                  <a:lnTo>
                    <a:pt x="14753" y="11476"/>
                  </a:lnTo>
                  <a:lnTo>
                    <a:pt x="13114" y="8197"/>
                  </a:lnTo>
                  <a:lnTo>
                    <a:pt x="13114" y="4918"/>
                  </a:lnTo>
                  <a:lnTo>
                    <a:pt x="13114" y="0"/>
                  </a:lnTo>
                  <a:lnTo>
                    <a:pt x="8197" y="1639"/>
                  </a:lnTo>
                  <a:lnTo>
                    <a:pt x="4918" y="6557"/>
                  </a:lnTo>
                  <a:lnTo>
                    <a:pt x="4918" y="9836"/>
                  </a:lnTo>
                  <a:lnTo>
                    <a:pt x="4918" y="13115"/>
                  </a:lnTo>
                  <a:lnTo>
                    <a:pt x="3278" y="18033"/>
                  </a:lnTo>
                  <a:lnTo>
                    <a:pt x="0" y="18033"/>
                  </a:lnTo>
                  <a:lnTo>
                    <a:pt x="0" y="22951"/>
                  </a:lnTo>
                  <a:lnTo>
                    <a:pt x="4918" y="21312"/>
                  </a:lnTo>
                  <a:lnTo>
                    <a:pt x="8197" y="21312"/>
                  </a:lnTo>
                  <a:lnTo>
                    <a:pt x="11475" y="213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0" name="Freeform 2789">
              <a:extLst>
                <a:ext uri="{FF2B5EF4-FFF2-40B4-BE49-F238E27FC236}">
                  <a16:creationId xmlns:a16="http://schemas.microsoft.com/office/drawing/2014/main" id="{FEB73677-24F0-C74C-8DBA-FF7E58DB7527}"/>
                </a:ext>
              </a:extLst>
            </p:cNvPr>
            <p:cNvSpPr/>
            <p:nvPr/>
          </p:nvSpPr>
          <p:spPr>
            <a:xfrm>
              <a:off x="10371390" y="4616534"/>
              <a:ext cx="42623" cy="31147"/>
            </a:xfrm>
            <a:custGeom>
              <a:avLst/>
              <a:gdLst>
                <a:gd name="connsiteX0" fmla="*/ 31148 w 42623"/>
                <a:gd name="connsiteY0" fmla="*/ 8197 h 31147"/>
                <a:gd name="connsiteX1" fmla="*/ 29508 w 42623"/>
                <a:gd name="connsiteY1" fmla="*/ 4918 h 31147"/>
                <a:gd name="connsiteX2" fmla="*/ 26230 w 42623"/>
                <a:gd name="connsiteY2" fmla="*/ 4918 h 31147"/>
                <a:gd name="connsiteX3" fmla="*/ 24590 w 42623"/>
                <a:gd name="connsiteY3" fmla="*/ 8197 h 31147"/>
                <a:gd name="connsiteX4" fmla="*/ 19672 w 42623"/>
                <a:gd name="connsiteY4" fmla="*/ 4918 h 31147"/>
                <a:gd name="connsiteX5" fmla="*/ 16393 w 42623"/>
                <a:gd name="connsiteY5" fmla="*/ 6557 h 31147"/>
                <a:gd name="connsiteX6" fmla="*/ 13114 w 42623"/>
                <a:gd name="connsiteY6" fmla="*/ 8197 h 31147"/>
                <a:gd name="connsiteX7" fmla="*/ 8197 w 42623"/>
                <a:gd name="connsiteY7" fmla="*/ 6557 h 31147"/>
                <a:gd name="connsiteX8" fmla="*/ 6558 w 42623"/>
                <a:gd name="connsiteY8" fmla="*/ 3278 h 31147"/>
                <a:gd name="connsiteX9" fmla="*/ 1640 w 42623"/>
                <a:gd name="connsiteY9" fmla="*/ 1639 h 31147"/>
                <a:gd name="connsiteX10" fmla="*/ 0 w 42623"/>
                <a:gd name="connsiteY10" fmla="*/ 4918 h 31147"/>
                <a:gd name="connsiteX11" fmla="*/ 0 w 42623"/>
                <a:gd name="connsiteY11" fmla="*/ 8197 h 31147"/>
                <a:gd name="connsiteX12" fmla="*/ 0 w 42623"/>
                <a:gd name="connsiteY12" fmla="*/ 13114 h 31147"/>
                <a:gd name="connsiteX13" fmla="*/ 1640 w 42623"/>
                <a:gd name="connsiteY13" fmla="*/ 16393 h 31147"/>
                <a:gd name="connsiteX14" fmla="*/ 1640 w 42623"/>
                <a:gd name="connsiteY14" fmla="*/ 19672 h 31147"/>
                <a:gd name="connsiteX15" fmla="*/ 6558 w 42623"/>
                <a:gd name="connsiteY15" fmla="*/ 22951 h 31147"/>
                <a:gd name="connsiteX16" fmla="*/ 9837 w 42623"/>
                <a:gd name="connsiteY16" fmla="*/ 26229 h 31147"/>
                <a:gd name="connsiteX17" fmla="*/ 13114 w 42623"/>
                <a:gd name="connsiteY17" fmla="*/ 29508 h 31147"/>
                <a:gd name="connsiteX18" fmla="*/ 18033 w 42623"/>
                <a:gd name="connsiteY18" fmla="*/ 31147 h 31147"/>
                <a:gd name="connsiteX19" fmla="*/ 21311 w 42623"/>
                <a:gd name="connsiteY19" fmla="*/ 31147 h 31147"/>
                <a:gd name="connsiteX20" fmla="*/ 24590 w 42623"/>
                <a:gd name="connsiteY20" fmla="*/ 27868 h 31147"/>
                <a:gd name="connsiteX21" fmla="*/ 27869 w 42623"/>
                <a:gd name="connsiteY21" fmla="*/ 26229 h 31147"/>
                <a:gd name="connsiteX22" fmla="*/ 32787 w 42623"/>
                <a:gd name="connsiteY22" fmla="*/ 22951 h 31147"/>
                <a:gd name="connsiteX23" fmla="*/ 34427 w 42623"/>
                <a:gd name="connsiteY23" fmla="*/ 19672 h 31147"/>
                <a:gd name="connsiteX24" fmla="*/ 39344 w 42623"/>
                <a:gd name="connsiteY24" fmla="*/ 18033 h 31147"/>
                <a:gd name="connsiteX25" fmla="*/ 39344 w 42623"/>
                <a:gd name="connsiteY25" fmla="*/ 14754 h 31147"/>
                <a:gd name="connsiteX26" fmla="*/ 42623 w 42623"/>
                <a:gd name="connsiteY26" fmla="*/ 9836 h 31147"/>
                <a:gd name="connsiteX27" fmla="*/ 40983 w 42623"/>
                <a:gd name="connsiteY27" fmla="*/ 6557 h 31147"/>
                <a:gd name="connsiteX28" fmla="*/ 39344 w 42623"/>
                <a:gd name="connsiteY28" fmla="*/ 3278 h 31147"/>
                <a:gd name="connsiteX29" fmla="*/ 36066 w 42623"/>
                <a:gd name="connsiteY29" fmla="*/ 1639 h 31147"/>
                <a:gd name="connsiteX30" fmla="*/ 32787 w 42623"/>
                <a:gd name="connsiteY30" fmla="*/ 0 h 31147"/>
                <a:gd name="connsiteX31" fmla="*/ 31148 w 42623"/>
                <a:gd name="connsiteY31" fmla="*/ 3278 h 31147"/>
                <a:gd name="connsiteX32" fmla="*/ 31148 w 42623"/>
                <a:gd name="connsiteY32" fmla="*/ 8197 h 3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2623" h="31147">
                  <a:moveTo>
                    <a:pt x="31148" y="8197"/>
                  </a:moveTo>
                  <a:lnTo>
                    <a:pt x="29508" y="4918"/>
                  </a:lnTo>
                  <a:lnTo>
                    <a:pt x="26230" y="4918"/>
                  </a:lnTo>
                  <a:lnTo>
                    <a:pt x="24590" y="8197"/>
                  </a:lnTo>
                  <a:lnTo>
                    <a:pt x="19672" y="4918"/>
                  </a:lnTo>
                  <a:lnTo>
                    <a:pt x="16393" y="6557"/>
                  </a:lnTo>
                  <a:lnTo>
                    <a:pt x="13114" y="8197"/>
                  </a:lnTo>
                  <a:lnTo>
                    <a:pt x="8197" y="6557"/>
                  </a:lnTo>
                  <a:lnTo>
                    <a:pt x="6558" y="3278"/>
                  </a:lnTo>
                  <a:lnTo>
                    <a:pt x="1640" y="1639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0" y="13114"/>
                  </a:lnTo>
                  <a:lnTo>
                    <a:pt x="1640" y="16393"/>
                  </a:lnTo>
                  <a:lnTo>
                    <a:pt x="1640" y="19672"/>
                  </a:lnTo>
                  <a:lnTo>
                    <a:pt x="6558" y="22951"/>
                  </a:lnTo>
                  <a:lnTo>
                    <a:pt x="9837" y="26229"/>
                  </a:lnTo>
                  <a:lnTo>
                    <a:pt x="13114" y="29508"/>
                  </a:lnTo>
                  <a:lnTo>
                    <a:pt x="18033" y="31147"/>
                  </a:lnTo>
                  <a:lnTo>
                    <a:pt x="21311" y="31147"/>
                  </a:lnTo>
                  <a:lnTo>
                    <a:pt x="24590" y="27868"/>
                  </a:lnTo>
                  <a:lnTo>
                    <a:pt x="27869" y="26229"/>
                  </a:lnTo>
                  <a:lnTo>
                    <a:pt x="32787" y="22951"/>
                  </a:lnTo>
                  <a:lnTo>
                    <a:pt x="34427" y="19672"/>
                  </a:lnTo>
                  <a:lnTo>
                    <a:pt x="39344" y="18033"/>
                  </a:lnTo>
                  <a:lnTo>
                    <a:pt x="39344" y="14754"/>
                  </a:lnTo>
                  <a:lnTo>
                    <a:pt x="42623" y="9836"/>
                  </a:lnTo>
                  <a:lnTo>
                    <a:pt x="40983" y="6557"/>
                  </a:lnTo>
                  <a:lnTo>
                    <a:pt x="39344" y="3278"/>
                  </a:lnTo>
                  <a:lnTo>
                    <a:pt x="36066" y="1639"/>
                  </a:lnTo>
                  <a:lnTo>
                    <a:pt x="32787" y="0"/>
                  </a:lnTo>
                  <a:lnTo>
                    <a:pt x="31148" y="3278"/>
                  </a:lnTo>
                  <a:lnTo>
                    <a:pt x="31148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1" name="Freeform 2790">
              <a:extLst>
                <a:ext uri="{FF2B5EF4-FFF2-40B4-BE49-F238E27FC236}">
                  <a16:creationId xmlns:a16="http://schemas.microsoft.com/office/drawing/2014/main" id="{01E4278D-7E4D-5E4E-BB84-81E75BA26445}"/>
                </a:ext>
              </a:extLst>
            </p:cNvPr>
            <p:cNvSpPr/>
            <p:nvPr/>
          </p:nvSpPr>
          <p:spPr>
            <a:xfrm>
              <a:off x="10381226" y="1444417"/>
              <a:ext cx="4917" cy="16393"/>
            </a:xfrm>
            <a:custGeom>
              <a:avLst/>
              <a:gdLst>
                <a:gd name="connsiteX0" fmla="*/ 0 w 4917"/>
                <a:gd name="connsiteY0" fmla="*/ 0 h 16393"/>
                <a:gd name="connsiteX1" fmla="*/ 4918 w 4917"/>
                <a:gd name="connsiteY1" fmla="*/ 0 h 16393"/>
                <a:gd name="connsiteX2" fmla="*/ 0 w 4917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3">
                  <a:moveTo>
                    <a:pt x="0" y="0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2" name="Freeform 2791">
              <a:extLst>
                <a:ext uri="{FF2B5EF4-FFF2-40B4-BE49-F238E27FC236}">
                  <a16:creationId xmlns:a16="http://schemas.microsoft.com/office/drawing/2014/main" id="{42EA0052-A206-6548-979F-5CAB092CB47B}"/>
                </a:ext>
              </a:extLst>
            </p:cNvPr>
            <p:cNvSpPr/>
            <p:nvPr/>
          </p:nvSpPr>
          <p:spPr>
            <a:xfrm>
              <a:off x="10451717" y="4608337"/>
              <a:ext cx="4917" cy="14753"/>
            </a:xfrm>
            <a:custGeom>
              <a:avLst/>
              <a:gdLst>
                <a:gd name="connsiteX0" fmla="*/ 3279 w 4917"/>
                <a:gd name="connsiteY0" fmla="*/ 14754 h 14753"/>
                <a:gd name="connsiteX1" fmla="*/ 4918 w 4917"/>
                <a:gd name="connsiteY1" fmla="*/ 11475 h 14753"/>
                <a:gd name="connsiteX2" fmla="*/ 4918 w 4917"/>
                <a:gd name="connsiteY2" fmla="*/ 6557 h 14753"/>
                <a:gd name="connsiteX3" fmla="*/ 4918 w 4917"/>
                <a:gd name="connsiteY3" fmla="*/ 3278 h 14753"/>
                <a:gd name="connsiteX4" fmla="*/ 3279 w 4917"/>
                <a:gd name="connsiteY4" fmla="*/ 0 h 14753"/>
                <a:gd name="connsiteX5" fmla="*/ 1639 w 4917"/>
                <a:gd name="connsiteY5" fmla="*/ 3278 h 14753"/>
                <a:gd name="connsiteX6" fmla="*/ 0 w 4917"/>
                <a:gd name="connsiteY6" fmla="*/ 6557 h 14753"/>
                <a:gd name="connsiteX7" fmla="*/ 1639 w 4917"/>
                <a:gd name="connsiteY7" fmla="*/ 9836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17" h="14753">
                  <a:moveTo>
                    <a:pt x="3279" y="14754"/>
                  </a:moveTo>
                  <a:lnTo>
                    <a:pt x="4918" y="11475"/>
                  </a:lnTo>
                  <a:lnTo>
                    <a:pt x="4918" y="6557"/>
                  </a:lnTo>
                  <a:lnTo>
                    <a:pt x="4918" y="3278"/>
                  </a:lnTo>
                  <a:lnTo>
                    <a:pt x="3279" y="0"/>
                  </a:lnTo>
                  <a:lnTo>
                    <a:pt x="1639" y="3278"/>
                  </a:lnTo>
                  <a:lnTo>
                    <a:pt x="0" y="6557"/>
                  </a:lnTo>
                  <a:lnTo>
                    <a:pt x="1639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3" name="Freeform 2792">
              <a:extLst>
                <a:ext uri="{FF2B5EF4-FFF2-40B4-BE49-F238E27FC236}">
                  <a16:creationId xmlns:a16="http://schemas.microsoft.com/office/drawing/2014/main" id="{0C1B9E63-2012-994C-B459-62C019E7E63F}"/>
                </a:ext>
              </a:extLst>
            </p:cNvPr>
            <p:cNvSpPr/>
            <p:nvPr/>
          </p:nvSpPr>
          <p:spPr>
            <a:xfrm>
              <a:off x="10468111" y="2160807"/>
              <a:ext cx="22950" cy="34425"/>
            </a:xfrm>
            <a:custGeom>
              <a:avLst/>
              <a:gdLst>
                <a:gd name="connsiteX0" fmla="*/ 6557 w 22950"/>
                <a:gd name="connsiteY0" fmla="*/ 0 h 34425"/>
                <a:gd name="connsiteX1" fmla="*/ 6557 w 22950"/>
                <a:gd name="connsiteY1" fmla="*/ 4918 h 34425"/>
                <a:gd name="connsiteX2" fmla="*/ 6557 w 22950"/>
                <a:gd name="connsiteY2" fmla="*/ 8197 h 34425"/>
                <a:gd name="connsiteX3" fmla="*/ 4918 w 22950"/>
                <a:gd name="connsiteY3" fmla="*/ 11475 h 34425"/>
                <a:gd name="connsiteX4" fmla="*/ 4918 w 22950"/>
                <a:gd name="connsiteY4" fmla="*/ 14754 h 34425"/>
                <a:gd name="connsiteX5" fmla="*/ 4918 w 22950"/>
                <a:gd name="connsiteY5" fmla="*/ 19672 h 34425"/>
                <a:gd name="connsiteX6" fmla="*/ 4918 w 22950"/>
                <a:gd name="connsiteY6" fmla="*/ 22951 h 34425"/>
                <a:gd name="connsiteX7" fmla="*/ 1639 w 22950"/>
                <a:gd name="connsiteY7" fmla="*/ 26229 h 34425"/>
                <a:gd name="connsiteX8" fmla="*/ 0 w 22950"/>
                <a:gd name="connsiteY8" fmla="*/ 31147 h 34425"/>
                <a:gd name="connsiteX9" fmla="*/ 3279 w 22950"/>
                <a:gd name="connsiteY9" fmla="*/ 34426 h 34425"/>
                <a:gd name="connsiteX10" fmla="*/ 8197 w 22950"/>
                <a:gd name="connsiteY10" fmla="*/ 34426 h 34425"/>
                <a:gd name="connsiteX11" fmla="*/ 6557 w 22950"/>
                <a:gd name="connsiteY11" fmla="*/ 31147 h 34425"/>
                <a:gd name="connsiteX12" fmla="*/ 6557 w 22950"/>
                <a:gd name="connsiteY12" fmla="*/ 26229 h 34425"/>
                <a:gd name="connsiteX13" fmla="*/ 9836 w 22950"/>
                <a:gd name="connsiteY13" fmla="*/ 22951 h 34425"/>
                <a:gd name="connsiteX14" fmla="*/ 9836 w 22950"/>
                <a:gd name="connsiteY14" fmla="*/ 19672 h 34425"/>
                <a:gd name="connsiteX15" fmla="*/ 11476 w 22950"/>
                <a:gd name="connsiteY15" fmla="*/ 14754 h 34425"/>
                <a:gd name="connsiteX16" fmla="*/ 13114 w 22950"/>
                <a:gd name="connsiteY16" fmla="*/ 11475 h 34425"/>
                <a:gd name="connsiteX17" fmla="*/ 16393 w 22950"/>
                <a:gd name="connsiteY17" fmla="*/ 9836 h 34425"/>
                <a:gd name="connsiteX18" fmla="*/ 19672 w 22950"/>
                <a:gd name="connsiteY18" fmla="*/ 6557 h 34425"/>
                <a:gd name="connsiteX19" fmla="*/ 22950 w 22950"/>
                <a:gd name="connsiteY19" fmla="*/ 6557 h 34425"/>
                <a:gd name="connsiteX20" fmla="*/ 22950 w 22950"/>
                <a:gd name="connsiteY20" fmla="*/ 3279 h 34425"/>
                <a:gd name="connsiteX21" fmla="*/ 19672 w 22950"/>
                <a:gd name="connsiteY21" fmla="*/ 3279 h 34425"/>
                <a:gd name="connsiteX22" fmla="*/ 14753 w 22950"/>
                <a:gd name="connsiteY22" fmla="*/ 3279 h 34425"/>
                <a:gd name="connsiteX23" fmla="*/ 11476 w 22950"/>
                <a:gd name="connsiteY23" fmla="*/ 3279 h 34425"/>
                <a:gd name="connsiteX24" fmla="*/ 8197 w 22950"/>
                <a:gd name="connsiteY24" fmla="*/ 0 h 3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2950" h="34425">
                  <a:moveTo>
                    <a:pt x="6557" y="0"/>
                  </a:moveTo>
                  <a:lnTo>
                    <a:pt x="6557" y="4918"/>
                  </a:lnTo>
                  <a:lnTo>
                    <a:pt x="6557" y="8197"/>
                  </a:lnTo>
                  <a:lnTo>
                    <a:pt x="4918" y="11475"/>
                  </a:lnTo>
                  <a:lnTo>
                    <a:pt x="4918" y="14754"/>
                  </a:lnTo>
                  <a:lnTo>
                    <a:pt x="4918" y="19672"/>
                  </a:lnTo>
                  <a:lnTo>
                    <a:pt x="4918" y="22951"/>
                  </a:lnTo>
                  <a:lnTo>
                    <a:pt x="1639" y="26229"/>
                  </a:lnTo>
                  <a:lnTo>
                    <a:pt x="0" y="31147"/>
                  </a:lnTo>
                  <a:lnTo>
                    <a:pt x="3279" y="34426"/>
                  </a:lnTo>
                  <a:lnTo>
                    <a:pt x="8197" y="34426"/>
                  </a:lnTo>
                  <a:lnTo>
                    <a:pt x="6557" y="31147"/>
                  </a:lnTo>
                  <a:lnTo>
                    <a:pt x="6557" y="26229"/>
                  </a:lnTo>
                  <a:lnTo>
                    <a:pt x="9836" y="22951"/>
                  </a:lnTo>
                  <a:lnTo>
                    <a:pt x="9836" y="19672"/>
                  </a:lnTo>
                  <a:lnTo>
                    <a:pt x="11476" y="14754"/>
                  </a:lnTo>
                  <a:lnTo>
                    <a:pt x="13114" y="11475"/>
                  </a:lnTo>
                  <a:lnTo>
                    <a:pt x="16393" y="9836"/>
                  </a:lnTo>
                  <a:lnTo>
                    <a:pt x="19672" y="6557"/>
                  </a:lnTo>
                  <a:lnTo>
                    <a:pt x="22950" y="6557"/>
                  </a:lnTo>
                  <a:lnTo>
                    <a:pt x="22950" y="3279"/>
                  </a:lnTo>
                  <a:lnTo>
                    <a:pt x="19672" y="3279"/>
                  </a:lnTo>
                  <a:lnTo>
                    <a:pt x="14753" y="3279"/>
                  </a:lnTo>
                  <a:lnTo>
                    <a:pt x="11476" y="3279"/>
                  </a:lnTo>
                  <a:lnTo>
                    <a:pt x="819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4" name="Freeform 2793">
              <a:extLst>
                <a:ext uri="{FF2B5EF4-FFF2-40B4-BE49-F238E27FC236}">
                  <a16:creationId xmlns:a16="http://schemas.microsoft.com/office/drawing/2014/main" id="{0CEE9215-2AE6-F946-9F60-0E50D1E508D4}"/>
                </a:ext>
              </a:extLst>
            </p:cNvPr>
            <p:cNvSpPr/>
            <p:nvPr/>
          </p:nvSpPr>
          <p:spPr>
            <a:xfrm>
              <a:off x="10484504" y="4634567"/>
              <a:ext cx="1638" cy="3278"/>
            </a:xfrm>
            <a:custGeom>
              <a:avLst/>
              <a:gdLst>
                <a:gd name="connsiteX0" fmla="*/ 0 w 1638"/>
                <a:gd name="connsiteY0" fmla="*/ 3278 h 3278"/>
                <a:gd name="connsiteX1" fmla="*/ 1639 w 1638"/>
                <a:gd name="connsiteY1" fmla="*/ 0 h 3278"/>
                <a:gd name="connsiteX2" fmla="*/ 0 w 163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0" y="3278"/>
                  </a:moveTo>
                  <a:lnTo>
                    <a:pt x="163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5" name="Freeform 2794">
              <a:extLst>
                <a:ext uri="{FF2B5EF4-FFF2-40B4-BE49-F238E27FC236}">
                  <a16:creationId xmlns:a16="http://schemas.microsoft.com/office/drawing/2014/main" id="{8836FE7A-111E-5945-9223-8C3BF3C90F55}"/>
                </a:ext>
              </a:extLst>
            </p:cNvPr>
            <p:cNvSpPr/>
            <p:nvPr/>
          </p:nvSpPr>
          <p:spPr>
            <a:xfrm>
              <a:off x="10495980" y="5914888"/>
              <a:ext cx="150818" cy="131146"/>
            </a:xfrm>
            <a:custGeom>
              <a:avLst/>
              <a:gdLst>
                <a:gd name="connsiteX0" fmla="*/ 67212 w 150818"/>
                <a:gd name="connsiteY0" fmla="*/ 93442 h 131146"/>
                <a:gd name="connsiteX1" fmla="*/ 67212 w 150818"/>
                <a:gd name="connsiteY1" fmla="*/ 96721 h 131146"/>
                <a:gd name="connsiteX2" fmla="*/ 67212 w 150818"/>
                <a:gd name="connsiteY2" fmla="*/ 101639 h 131146"/>
                <a:gd name="connsiteX3" fmla="*/ 63934 w 150818"/>
                <a:gd name="connsiteY3" fmla="*/ 103279 h 131146"/>
                <a:gd name="connsiteX4" fmla="*/ 67212 w 150818"/>
                <a:gd name="connsiteY4" fmla="*/ 103279 h 131146"/>
                <a:gd name="connsiteX5" fmla="*/ 70491 w 150818"/>
                <a:gd name="connsiteY5" fmla="*/ 100000 h 131146"/>
                <a:gd name="connsiteX6" fmla="*/ 72130 w 150818"/>
                <a:gd name="connsiteY6" fmla="*/ 96721 h 131146"/>
                <a:gd name="connsiteX7" fmla="*/ 77048 w 150818"/>
                <a:gd name="connsiteY7" fmla="*/ 95082 h 131146"/>
                <a:gd name="connsiteX8" fmla="*/ 80327 w 150818"/>
                <a:gd name="connsiteY8" fmla="*/ 98360 h 131146"/>
                <a:gd name="connsiteX9" fmla="*/ 80327 w 150818"/>
                <a:gd name="connsiteY9" fmla="*/ 101639 h 131146"/>
                <a:gd name="connsiteX10" fmla="*/ 77048 w 150818"/>
                <a:gd name="connsiteY10" fmla="*/ 104918 h 131146"/>
                <a:gd name="connsiteX11" fmla="*/ 77048 w 150818"/>
                <a:gd name="connsiteY11" fmla="*/ 101639 h 131146"/>
                <a:gd name="connsiteX12" fmla="*/ 73770 w 150818"/>
                <a:gd name="connsiteY12" fmla="*/ 103279 h 131146"/>
                <a:gd name="connsiteX13" fmla="*/ 70491 w 150818"/>
                <a:gd name="connsiteY13" fmla="*/ 106557 h 131146"/>
                <a:gd name="connsiteX14" fmla="*/ 70491 w 150818"/>
                <a:gd name="connsiteY14" fmla="*/ 109836 h 131146"/>
                <a:gd name="connsiteX15" fmla="*/ 73770 w 150818"/>
                <a:gd name="connsiteY15" fmla="*/ 111475 h 131146"/>
                <a:gd name="connsiteX16" fmla="*/ 77048 w 150818"/>
                <a:gd name="connsiteY16" fmla="*/ 108196 h 131146"/>
                <a:gd name="connsiteX17" fmla="*/ 77048 w 150818"/>
                <a:gd name="connsiteY17" fmla="*/ 113115 h 131146"/>
                <a:gd name="connsiteX18" fmla="*/ 81967 w 150818"/>
                <a:gd name="connsiteY18" fmla="*/ 109836 h 131146"/>
                <a:gd name="connsiteX19" fmla="*/ 81967 w 150818"/>
                <a:gd name="connsiteY19" fmla="*/ 106557 h 131146"/>
                <a:gd name="connsiteX20" fmla="*/ 85245 w 150818"/>
                <a:gd name="connsiteY20" fmla="*/ 101639 h 131146"/>
                <a:gd name="connsiteX21" fmla="*/ 88524 w 150818"/>
                <a:gd name="connsiteY21" fmla="*/ 98360 h 131146"/>
                <a:gd name="connsiteX22" fmla="*/ 83606 w 150818"/>
                <a:gd name="connsiteY22" fmla="*/ 98360 h 131146"/>
                <a:gd name="connsiteX23" fmla="*/ 86885 w 150818"/>
                <a:gd name="connsiteY23" fmla="*/ 95082 h 131146"/>
                <a:gd name="connsiteX24" fmla="*/ 90164 w 150818"/>
                <a:gd name="connsiteY24" fmla="*/ 91803 h 131146"/>
                <a:gd name="connsiteX25" fmla="*/ 93441 w 150818"/>
                <a:gd name="connsiteY25" fmla="*/ 88525 h 131146"/>
                <a:gd name="connsiteX26" fmla="*/ 93441 w 150818"/>
                <a:gd name="connsiteY26" fmla="*/ 83606 h 131146"/>
                <a:gd name="connsiteX27" fmla="*/ 98360 w 150818"/>
                <a:gd name="connsiteY27" fmla="*/ 81967 h 131146"/>
                <a:gd name="connsiteX28" fmla="*/ 101638 w 150818"/>
                <a:gd name="connsiteY28" fmla="*/ 78688 h 131146"/>
                <a:gd name="connsiteX29" fmla="*/ 103278 w 150818"/>
                <a:gd name="connsiteY29" fmla="*/ 75410 h 131146"/>
                <a:gd name="connsiteX30" fmla="*/ 104917 w 150818"/>
                <a:gd name="connsiteY30" fmla="*/ 70492 h 131146"/>
                <a:gd name="connsiteX31" fmla="*/ 109835 w 150818"/>
                <a:gd name="connsiteY31" fmla="*/ 68852 h 131146"/>
                <a:gd name="connsiteX32" fmla="*/ 111475 w 150818"/>
                <a:gd name="connsiteY32" fmla="*/ 63935 h 131146"/>
                <a:gd name="connsiteX33" fmla="*/ 116393 w 150818"/>
                <a:gd name="connsiteY33" fmla="*/ 63935 h 131146"/>
                <a:gd name="connsiteX34" fmla="*/ 118031 w 150818"/>
                <a:gd name="connsiteY34" fmla="*/ 59016 h 131146"/>
                <a:gd name="connsiteX35" fmla="*/ 118031 w 150818"/>
                <a:gd name="connsiteY35" fmla="*/ 63935 h 131146"/>
                <a:gd name="connsiteX36" fmla="*/ 118031 w 150818"/>
                <a:gd name="connsiteY36" fmla="*/ 67213 h 131146"/>
                <a:gd name="connsiteX37" fmla="*/ 116393 w 150818"/>
                <a:gd name="connsiteY37" fmla="*/ 70492 h 131146"/>
                <a:gd name="connsiteX38" fmla="*/ 119671 w 150818"/>
                <a:gd name="connsiteY38" fmla="*/ 68852 h 131146"/>
                <a:gd name="connsiteX39" fmla="*/ 121310 w 150818"/>
                <a:gd name="connsiteY39" fmla="*/ 65573 h 131146"/>
                <a:gd name="connsiteX40" fmla="*/ 121310 w 150818"/>
                <a:gd name="connsiteY40" fmla="*/ 60656 h 131146"/>
                <a:gd name="connsiteX41" fmla="*/ 124589 w 150818"/>
                <a:gd name="connsiteY41" fmla="*/ 57377 h 131146"/>
                <a:gd name="connsiteX42" fmla="*/ 126228 w 150818"/>
                <a:gd name="connsiteY42" fmla="*/ 52459 h 131146"/>
                <a:gd name="connsiteX43" fmla="*/ 127868 w 150818"/>
                <a:gd name="connsiteY43" fmla="*/ 49180 h 131146"/>
                <a:gd name="connsiteX44" fmla="*/ 131147 w 150818"/>
                <a:gd name="connsiteY44" fmla="*/ 45902 h 131146"/>
                <a:gd name="connsiteX45" fmla="*/ 134425 w 150818"/>
                <a:gd name="connsiteY45" fmla="*/ 42623 h 131146"/>
                <a:gd name="connsiteX46" fmla="*/ 134425 w 150818"/>
                <a:gd name="connsiteY46" fmla="*/ 37705 h 131146"/>
                <a:gd name="connsiteX47" fmla="*/ 137704 w 150818"/>
                <a:gd name="connsiteY47" fmla="*/ 34426 h 131146"/>
                <a:gd name="connsiteX48" fmla="*/ 140983 w 150818"/>
                <a:gd name="connsiteY48" fmla="*/ 31148 h 131146"/>
                <a:gd name="connsiteX49" fmla="*/ 142622 w 150818"/>
                <a:gd name="connsiteY49" fmla="*/ 26229 h 131146"/>
                <a:gd name="connsiteX50" fmla="*/ 144261 w 150818"/>
                <a:gd name="connsiteY50" fmla="*/ 22951 h 131146"/>
                <a:gd name="connsiteX51" fmla="*/ 147540 w 150818"/>
                <a:gd name="connsiteY51" fmla="*/ 19672 h 131146"/>
                <a:gd name="connsiteX52" fmla="*/ 150818 w 150818"/>
                <a:gd name="connsiteY52" fmla="*/ 14754 h 131146"/>
                <a:gd name="connsiteX53" fmla="*/ 150818 w 150818"/>
                <a:gd name="connsiteY53" fmla="*/ 11476 h 131146"/>
                <a:gd name="connsiteX54" fmla="*/ 147540 w 150818"/>
                <a:gd name="connsiteY54" fmla="*/ 8197 h 131146"/>
                <a:gd name="connsiteX55" fmla="*/ 144261 w 150818"/>
                <a:gd name="connsiteY55" fmla="*/ 4918 h 131146"/>
                <a:gd name="connsiteX56" fmla="*/ 140983 w 150818"/>
                <a:gd name="connsiteY56" fmla="*/ 8197 h 131146"/>
                <a:gd name="connsiteX57" fmla="*/ 136065 w 150818"/>
                <a:gd name="connsiteY57" fmla="*/ 9836 h 131146"/>
                <a:gd name="connsiteX58" fmla="*/ 132786 w 150818"/>
                <a:gd name="connsiteY58" fmla="*/ 9836 h 131146"/>
                <a:gd name="connsiteX59" fmla="*/ 129507 w 150818"/>
                <a:gd name="connsiteY59" fmla="*/ 8197 h 131146"/>
                <a:gd name="connsiteX60" fmla="*/ 124589 w 150818"/>
                <a:gd name="connsiteY60" fmla="*/ 11476 h 131146"/>
                <a:gd name="connsiteX61" fmla="*/ 121310 w 150818"/>
                <a:gd name="connsiteY61" fmla="*/ 14754 h 131146"/>
                <a:gd name="connsiteX62" fmla="*/ 118031 w 150818"/>
                <a:gd name="connsiteY62" fmla="*/ 16393 h 131146"/>
                <a:gd name="connsiteX63" fmla="*/ 114754 w 150818"/>
                <a:gd name="connsiteY63" fmla="*/ 13115 h 131146"/>
                <a:gd name="connsiteX64" fmla="*/ 109835 w 150818"/>
                <a:gd name="connsiteY64" fmla="*/ 16393 h 131146"/>
                <a:gd name="connsiteX65" fmla="*/ 106557 w 150818"/>
                <a:gd name="connsiteY65" fmla="*/ 14754 h 131146"/>
                <a:gd name="connsiteX66" fmla="*/ 103278 w 150818"/>
                <a:gd name="connsiteY66" fmla="*/ 14754 h 131146"/>
                <a:gd name="connsiteX67" fmla="*/ 98360 w 150818"/>
                <a:gd name="connsiteY67" fmla="*/ 16393 h 131146"/>
                <a:gd name="connsiteX68" fmla="*/ 95081 w 150818"/>
                <a:gd name="connsiteY68" fmla="*/ 18033 h 131146"/>
                <a:gd name="connsiteX69" fmla="*/ 96720 w 150818"/>
                <a:gd name="connsiteY69" fmla="*/ 21312 h 131146"/>
                <a:gd name="connsiteX70" fmla="*/ 96720 w 150818"/>
                <a:gd name="connsiteY70" fmla="*/ 22951 h 131146"/>
                <a:gd name="connsiteX71" fmla="*/ 93441 w 150818"/>
                <a:gd name="connsiteY71" fmla="*/ 22951 h 131146"/>
                <a:gd name="connsiteX72" fmla="*/ 93441 w 150818"/>
                <a:gd name="connsiteY72" fmla="*/ 19672 h 131146"/>
                <a:gd name="connsiteX73" fmla="*/ 90164 w 150818"/>
                <a:gd name="connsiteY73" fmla="*/ 19672 h 131146"/>
                <a:gd name="connsiteX74" fmla="*/ 86885 w 150818"/>
                <a:gd name="connsiteY74" fmla="*/ 21312 h 131146"/>
                <a:gd name="connsiteX75" fmla="*/ 81967 w 150818"/>
                <a:gd name="connsiteY75" fmla="*/ 21312 h 131146"/>
                <a:gd name="connsiteX76" fmla="*/ 80327 w 150818"/>
                <a:gd name="connsiteY76" fmla="*/ 22951 h 131146"/>
                <a:gd name="connsiteX77" fmla="*/ 77048 w 150818"/>
                <a:gd name="connsiteY77" fmla="*/ 22951 h 131146"/>
                <a:gd name="connsiteX78" fmla="*/ 77048 w 150818"/>
                <a:gd name="connsiteY78" fmla="*/ 22951 h 131146"/>
                <a:gd name="connsiteX79" fmla="*/ 73770 w 150818"/>
                <a:gd name="connsiteY79" fmla="*/ 22951 h 131146"/>
                <a:gd name="connsiteX80" fmla="*/ 68851 w 150818"/>
                <a:gd name="connsiteY80" fmla="*/ 21312 h 131146"/>
                <a:gd name="connsiteX81" fmla="*/ 65573 w 150818"/>
                <a:gd name="connsiteY81" fmla="*/ 18033 h 131146"/>
                <a:gd name="connsiteX82" fmla="*/ 62295 w 150818"/>
                <a:gd name="connsiteY82" fmla="*/ 18033 h 131146"/>
                <a:gd name="connsiteX83" fmla="*/ 60655 w 150818"/>
                <a:gd name="connsiteY83" fmla="*/ 13115 h 131146"/>
                <a:gd name="connsiteX84" fmla="*/ 55737 w 150818"/>
                <a:gd name="connsiteY84" fmla="*/ 11476 h 131146"/>
                <a:gd name="connsiteX85" fmla="*/ 52458 w 150818"/>
                <a:gd name="connsiteY85" fmla="*/ 9836 h 131146"/>
                <a:gd name="connsiteX86" fmla="*/ 49180 w 150818"/>
                <a:gd name="connsiteY86" fmla="*/ 8197 h 131146"/>
                <a:gd name="connsiteX87" fmla="*/ 49180 w 150818"/>
                <a:gd name="connsiteY87" fmla="*/ 4918 h 131146"/>
                <a:gd name="connsiteX88" fmla="*/ 45901 w 150818"/>
                <a:gd name="connsiteY88" fmla="*/ 6558 h 131146"/>
                <a:gd name="connsiteX89" fmla="*/ 40983 w 150818"/>
                <a:gd name="connsiteY89" fmla="*/ 8197 h 131146"/>
                <a:gd name="connsiteX90" fmla="*/ 37705 w 150818"/>
                <a:gd name="connsiteY90" fmla="*/ 4918 h 131146"/>
                <a:gd name="connsiteX91" fmla="*/ 34426 w 150818"/>
                <a:gd name="connsiteY91" fmla="*/ 4918 h 131146"/>
                <a:gd name="connsiteX92" fmla="*/ 31147 w 150818"/>
                <a:gd name="connsiteY92" fmla="*/ 0 h 131146"/>
                <a:gd name="connsiteX93" fmla="*/ 27868 w 150818"/>
                <a:gd name="connsiteY93" fmla="*/ 4918 h 131146"/>
                <a:gd name="connsiteX94" fmla="*/ 26229 w 150818"/>
                <a:gd name="connsiteY94" fmla="*/ 8197 h 131146"/>
                <a:gd name="connsiteX95" fmla="*/ 22950 w 150818"/>
                <a:gd name="connsiteY95" fmla="*/ 11476 h 131146"/>
                <a:gd name="connsiteX96" fmla="*/ 19671 w 150818"/>
                <a:gd name="connsiteY96" fmla="*/ 14754 h 131146"/>
                <a:gd name="connsiteX97" fmla="*/ 18032 w 150818"/>
                <a:gd name="connsiteY97" fmla="*/ 19672 h 131146"/>
                <a:gd name="connsiteX98" fmla="*/ 18032 w 150818"/>
                <a:gd name="connsiteY98" fmla="*/ 22951 h 131146"/>
                <a:gd name="connsiteX99" fmla="*/ 16393 w 150818"/>
                <a:gd name="connsiteY99" fmla="*/ 26229 h 131146"/>
                <a:gd name="connsiteX100" fmla="*/ 16393 w 150818"/>
                <a:gd name="connsiteY100" fmla="*/ 29508 h 131146"/>
                <a:gd name="connsiteX101" fmla="*/ 13114 w 150818"/>
                <a:gd name="connsiteY101" fmla="*/ 34426 h 131146"/>
                <a:gd name="connsiteX102" fmla="*/ 13114 w 150818"/>
                <a:gd name="connsiteY102" fmla="*/ 37705 h 131146"/>
                <a:gd name="connsiteX103" fmla="*/ 13114 w 150818"/>
                <a:gd name="connsiteY103" fmla="*/ 40983 h 131146"/>
                <a:gd name="connsiteX104" fmla="*/ 11475 w 150818"/>
                <a:gd name="connsiteY104" fmla="*/ 45902 h 131146"/>
                <a:gd name="connsiteX105" fmla="*/ 13114 w 150818"/>
                <a:gd name="connsiteY105" fmla="*/ 49180 h 131146"/>
                <a:gd name="connsiteX106" fmla="*/ 13114 w 150818"/>
                <a:gd name="connsiteY106" fmla="*/ 52459 h 131146"/>
                <a:gd name="connsiteX107" fmla="*/ 14753 w 150818"/>
                <a:gd name="connsiteY107" fmla="*/ 57377 h 131146"/>
                <a:gd name="connsiteX108" fmla="*/ 14753 w 150818"/>
                <a:gd name="connsiteY108" fmla="*/ 60656 h 131146"/>
                <a:gd name="connsiteX109" fmla="*/ 13114 w 150818"/>
                <a:gd name="connsiteY109" fmla="*/ 63935 h 131146"/>
                <a:gd name="connsiteX110" fmla="*/ 9836 w 150818"/>
                <a:gd name="connsiteY110" fmla="*/ 68852 h 131146"/>
                <a:gd name="connsiteX111" fmla="*/ 13114 w 150818"/>
                <a:gd name="connsiteY111" fmla="*/ 65573 h 131146"/>
                <a:gd name="connsiteX112" fmla="*/ 13114 w 150818"/>
                <a:gd name="connsiteY112" fmla="*/ 70492 h 131146"/>
                <a:gd name="connsiteX113" fmla="*/ 14753 w 150818"/>
                <a:gd name="connsiteY113" fmla="*/ 73770 h 131146"/>
                <a:gd name="connsiteX114" fmla="*/ 14753 w 150818"/>
                <a:gd name="connsiteY114" fmla="*/ 77049 h 131146"/>
                <a:gd name="connsiteX115" fmla="*/ 11475 w 150818"/>
                <a:gd name="connsiteY115" fmla="*/ 80328 h 131146"/>
                <a:gd name="connsiteX116" fmla="*/ 11475 w 150818"/>
                <a:gd name="connsiteY116" fmla="*/ 77049 h 131146"/>
                <a:gd name="connsiteX117" fmla="*/ 11475 w 150818"/>
                <a:gd name="connsiteY117" fmla="*/ 73770 h 131146"/>
                <a:gd name="connsiteX118" fmla="*/ 8197 w 150818"/>
                <a:gd name="connsiteY118" fmla="*/ 70492 h 131146"/>
                <a:gd name="connsiteX119" fmla="*/ 6557 w 150818"/>
                <a:gd name="connsiteY119" fmla="*/ 73770 h 131146"/>
                <a:gd name="connsiteX120" fmla="*/ 4918 w 150818"/>
                <a:gd name="connsiteY120" fmla="*/ 77049 h 131146"/>
                <a:gd name="connsiteX121" fmla="*/ 3278 w 150818"/>
                <a:gd name="connsiteY121" fmla="*/ 81967 h 131146"/>
                <a:gd name="connsiteX122" fmla="*/ 0 w 150818"/>
                <a:gd name="connsiteY122" fmla="*/ 85246 h 131146"/>
                <a:gd name="connsiteX123" fmla="*/ 1639 w 150818"/>
                <a:gd name="connsiteY123" fmla="*/ 88525 h 131146"/>
                <a:gd name="connsiteX124" fmla="*/ 0 w 150818"/>
                <a:gd name="connsiteY124" fmla="*/ 91803 h 131146"/>
                <a:gd name="connsiteX125" fmla="*/ 0 w 150818"/>
                <a:gd name="connsiteY125" fmla="*/ 96721 h 131146"/>
                <a:gd name="connsiteX126" fmla="*/ 0 w 150818"/>
                <a:gd name="connsiteY126" fmla="*/ 100000 h 131146"/>
                <a:gd name="connsiteX127" fmla="*/ 1639 w 150818"/>
                <a:gd name="connsiteY127" fmla="*/ 103279 h 131146"/>
                <a:gd name="connsiteX128" fmla="*/ 1639 w 150818"/>
                <a:gd name="connsiteY128" fmla="*/ 108196 h 131146"/>
                <a:gd name="connsiteX129" fmla="*/ 1639 w 150818"/>
                <a:gd name="connsiteY129" fmla="*/ 111475 h 131146"/>
                <a:gd name="connsiteX130" fmla="*/ 1639 w 150818"/>
                <a:gd name="connsiteY130" fmla="*/ 114754 h 131146"/>
                <a:gd name="connsiteX131" fmla="*/ 6557 w 150818"/>
                <a:gd name="connsiteY131" fmla="*/ 113115 h 131146"/>
                <a:gd name="connsiteX132" fmla="*/ 9836 w 150818"/>
                <a:gd name="connsiteY132" fmla="*/ 116393 h 131146"/>
                <a:gd name="connsiteX133" fmla="*/ 13114 w 150818"/>
                <a:gd name="connsiteY133" fmla="*/ 114754 h 131146"/>
                <a:gd name="connsiteX134" fmla="*/ 13114 w 150818"/>
                <a:gd name="connsiteY134" fmla="*/ 119672 h 131146"/>
                <a:gd name="connsiteX135" fmla="*/ 9836 w 150818"/>
                <a:gd name="connsiteY135" fmla="*/ 121311 h 131146"/>
                <a:gd name="connsiteX136" fmla="*/ 6557 w 150818"/>
                <a:gd name="connsiteY136" fmla="*/ 118032 h 131146"/>
                <a:gd name="connsiteX137" fmla="*/ 3278 w 150818"/>
                <a:gd name="connsiteY137" fmla="*/ 122950 h 131146"/>
                <a:gd name="connsiteX138" fmla="*/ 1639 w 150818"/>
                <a:gd name="connsiteY138" fmla="*/ 126229 h 131146"/>
                <a:gd name="connsiteX139" fmla="*/ 6557 w 150818"/>
                <a:gd name="connsiteY139" fmla="*/ 124590 h 131146"/>
                <a:gd name="connsiteX140" fmla="*/ 9836 w 150818"/>
                <a:gd name="connsiteY140" fmla="*/ 124590 h 131146"/>
                <a:gd name="connsiteX141" fmla="*/ 13114 w 150818"/>
                <a:gd name="connsiteY141" fmla="*/ 124590 h 131146"/>
                <a:gd name="connsiteX142" fmla="*/ 18032 w 150818"/>
                <a:gd name="connsiteY142" fmla="*/ 126229 h 131146"/>
                <a:gd name="connsiteX143" fmla="*/ 21311 w 150818"/>
                <a:gd name="connsiteY143" fmla="*/ 124590 h 131146"/>
                <a:gd name="connsiteX144" fmla="*/ 21311 w 150818"/>
                <a:gd name="connsiteY144" fmla="*/ 127869 h 131146"/>
                <a:gd name="connsiteX145" fmla="*/ 26229 w 150818"/>
                <a:gd name="connsiteY145" fmla="*/ 129508 h 131146"/>
                <a:gd name="connsiteX146" fmla="*/ 29508 w 150818"/>
                <a:gd name="connsiteY146" fmla="*/ 131147 h 131146"/>
                <a:gd name="connsiteX147" fmla="*/ 31147 w 150818"/>
                <a:gd name="connsiteY147" fmla="*/ 126229 h 131146"/>
                <a:gd name="connsiteX148" fmla="*/ 36065 w 150818"/>
                <a:gd name="connsiteY148" fmla="*/ 122950 h 131146"/>
                <a:gd name="connsiteX149" fmla="*/ 39343 w 150818"/>
                <a:gd name="connsiteY149" fmla="*/ 121311 h 131146"/>
                <a:gd name="connsiteX150" fmla="*/ 40983 w 150818"/>
                <a:gd name="connsiteY150" fmla="*/ 116393 h 131146"/>
                <a:gd name="connsiteX151" fmla="*/ 44261 w 150818"/>
                <a:gd name="connsiteY151" fmla="*/ 116393 h 131146"/>
                <a:gd name="connsiteX152" fmla="*/ 44261 w 150818"/>
                <a:gd name="connsiteY152" fmla="*/ 113115 h 131146"/>
                <a:gd name="connsiteX153" fmla="*/ 45901 w 150818"/>
                <a:gd name="connsiteY153" fmla="*/ 109836 h 131146"/>
                <a:gd name="connsiteX154" fmla="*/ 49180 w 150818"/>
                <a:gd name="connsiteY154" fmla="*/ 109836 h 131146"/>
                <a:gd name="connsiteX155" fmla="*/ 49180 w 150818"/>
                <a:gd name="connsiteY155" fmla="*/ 114754 h 131146"/>
                <a:gd name="connsiteX156" fmla="*/ 52458 w 150818"/>
                <a:gd name="connsiteY156" fmla="*/ 113115 h 131146"/>
                <a:gd name="connsiteX157" fmla="*/ 54098 w 150818"/>
                <a:gd name="connsiteY157" fmla="*/ 109836 h 131146"/>
                <a:gd name="connsiteX158" fmla="*/ 57377 w 150818"/>
                <a:gd name="connsiteY158" fmla="*/ 106557 h 131146"/>
                <a:gd name="connsiteX159" fmla="*/ 62295 w 150818"/>
                <a:gd name="connsiteY159" fmla="*/ 103279 h 131146"/>
                <a:gd name="connsiteX160" fmla="*/ 65573 w 150818"/>
                <a:gd name="connsiteY160" fmla="*/ 100000 h 131146"/>
                <a:gd name="connsiteX161" fmla="*/ 65573 w 150818"/>
                <a:gd name="connsiteY161" fmla="*/ 95082 h 131146"/>
                <a:gd name="connsiteX162" fmla="*/ 67212 w 150818"/>
                <a:gd name="connsiteY162" fmla="*/ 93442 h 131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150818" h="131146">
                  <a:moveTo>
                    <a:pt x="67212" y="93442"/>
                  </a:moveTo>
                  <a:lnTo>
                    <a:pt x="67212" y="96721"/>
                  </a:lnTo>
                  <a:lnTo>
                    <a:pt x="67212" y="101639"/>
                  </a:lnTo>
                  <a:lnTo>
                    <a:pt x="63934" y="103279"/>
                  </a:lnTo>
                  <a:lnTo>
                    <a:pt x="67212" y="103279"/>
                  </a:lnTo>
                  <a:lnTo>
                    <a:pt x="70491" y="100000"/>
                  </a:lnTo>
                  <a:lnTo>
                    <a:pt x="72130" y="96721"/>
                  </a:lnTo>
                  <a:lnTo>
                    <a:pt x="77048" y="95082"/>
                  </a:lnTo>
                  <a:lnTo>
                    <a:pt x="80327" y="98360"/>
                  </a:lnTo>
                  <a:lnTo>
                    <a:pt x="80327" y="101639"/>
                  </a:lnTo>
                  <a:lnTo>
                    <a:pt x="77048" y="104918"/>
                  </a:lnTo>
                  <a:lnTo>
                    <a:pt x="77048" y="101639"/>
                  </a:lnTo>
                  <a:lnTo>
                    <a:pt x="73770" y="103279"/>
                  </a:lnTo>
                  <a:lnTo>
                    <a:pt x="70491" y="106557"/>
                  </a:lnTo>
                  <a:lnTo>
                    <a:pt x="70491" y="109836"/>
                  </a:lnTo>
                  <a:lnTo>
                    <a:pt x="73770" y="111475"/>
                  </a:lnTo>
                  <a:lnTo>
                    <a:pt x="77048" y="108196"/>
                  </a:lnTo>
                  <a:lnTo>
                    <a:pt x="77048" y="113115"/>
                  </a:lnTo>
                  <a:lnTo>
                    <a:pt x="81967" y="109836"/>
                  </a:lnTo>
                  <a:lnTo>
                    <a:pt x="81967" y="106557"/>
                  </a:lnTo>
                  <a:lnTo>
                    <a:pt x="85245" y="101639"/>
                  </a:lnTo>
                  <a:lnTo>
                    <a:pt x="88524" y="98360"/>
                  </a:lnTo>
                  <a:lnTo>
                    <a:pt x="83606" y="98360"/>
                  </a:lnTo>
                  <a:lnTo>
                    <a:pt x="86885" y="95082"/>
                  </a:lnTo>
                  <a:lnTo>
                    <a:pt x="90164" y="91803"/>
                  </a:lnTo>
                  <a:lnTo>
                    <a:pt x="93441" y="88525"/>
                  </a:lnTo>
                  <a:lnTo>
                    <a:pt x="93441" y="83606"/>
                  </a:lnTo>
                  <a:lnTo>
                    <a:pt x="98360" y="81967"/>
                  </a:lnTo>
                  <a:lnTo>
                    <a:pt x="101638" y="78688"/>
                  </a:lnTo>
                  <a:lnTo>
                    <a:pt x="103278" y="75410"/>
                  </a:lnTo>
                  <a:lnTo>
                    <a:pt x="104917" y="70492"/>
                  </a:lnTo>
                  <a:lnTo>
                    <a:pt x="109835" y="68852"/>
                  </a:lnTo>
                  <a:lnTo>
                    <a:pt x="111475" y="63935"/>
                  </a:lnTo>
                  <a:lnTo>
                    <a:pt x="116393" y="63935"/>
                  </a:lnTo>
                  <a:lnTo>
                    <a:pt x="118031" y="59016"/>
                  </a:lnTo>
                  <a:lnTo>
                    <a:pt x="118031" y="63935"/>
                  </a:lnTo>
                  <a:lnTo>
                    <a:pt x="118031" y="67213"/>
                  </a:lnTo>
                  <a:lnTo>
                    <a:pt x="116393" y="70492"/>
                  </a:lnTo>
                  <a:lnTo>
                    <a:pt x="119671" y="68852"/>
                  </a:lnTo>
                  <a:lnTo>
                    <a:pt x="121310" y="65573"/>
                  </a:lnTo>
                  <a:lnTo>
                    <a:pt x="121310" y="60656"/>
                  </a:lnTo>
                  <a:lnTo>
                    <a:pt x="124589" y="57377"/>
                  </a:lnTo>
                  <a:lnTo>
                    <a:pt x="126228" y="52459"/>
                  </a:lnTo>
                  <a:lnTo>
                    <a:pt x="127868" y="49180"/>
                  </a:lnTo>
                  <a:lnTo>
                    <a:pt x="131147" y="45902"/>
                  </a:lnTo>
                  <a:lnTo>
                    <a:pt x="134425" y="42623"/>
                  </a:lnTo>
                  <a:lnTo>
                    <a:pt x="134425" y="37705"/>
                  </a:lnTo>
                  <a:lnTo>
                    <a:pt x="137704" y="34426"/>
                  </a:lnTo>
                  <a:lnTo>
                    <a:pt x="140983" y="31148"/>
                  </a:lnTo>
                  <a:lnTo>
                    <a:pt x="142622" y="26229"/>
                  </a:lnTo>
                  <a:lnTo>
                    <a:pt x="144261" y="22951"/>
                  </a:lnTo>
                  <a:lnTo>
                    <a:pt x="147540" y="19672"/>
                  </a:lnTo>
                  <a:lnTo>
                    <a:pt x="150818" y="14754"/>
                  </a:lnTo>
                  <a:lnTo>
                    <a:pt x="150818" y="11476"/>
                  </a:lnTo>
                  <a:lnTo>
                    <a:pt x="147540" y="8197"/>
                  </a:lnTo>
                  <a:lnTo>
                    <a:pt x="144261" y="4918"/>
                  </a:lnTo>
                  <a:lnTo>
                    <a:pt x="140983" y="8197"/>
                  </a:lnTo>
                  <a:lnTo>
                    <a:pt x="136065" y="9836"/>
                  </a:lnTo>
                  <a:lnTo>
                    <a:pt x="132786" y="9836"/>
                  </a:lnTo>
                  <a:lnTo>
                    <a:pt x="129507" y="8197"/>
                  </a:lnTo>
                  <a:lnTo>
                    <a:pt x="124589" y="11476"/>
                  </a:lnTo>
                  <a:lnTo>
                    <a:pt x="121310" y="14754"/>
                  </a:lnTo>
                  <a:lnTo>
                    <a:pt x="118031" y="16393"/>
                  </a:lnTo>
                  <a:lnTo>
                    <a:pt x="114754" y="13115"/>
                  </a:lnTo>
                  <a:lnTo>
                    <a:pt x="109835" y="16393"/>
                  </a:lnTo>
                  <a:lnTo>
                    <a:pt x="106557" y="14754"/>
                  </a:lnTo>
                  <a:lnTo>
                    <a:pt x="103278" y="14754"/>
                  </a:lnTo>
                  <a:lnTo>
                    <a:pt x="98360" y="16393"/>
                  </a:lnTo>
                  <a:lnTo>
                    <a:pt x="95081" y="18033"/>
                  </a:lnTo>
                  <a:lnTo>
                    <a:pt x="96720" y="21312"/>
                  </a:lnTo>
                  <a:lnTo>
                    <a:pt x="96720" y="22951"/>
                  </a:lnTo>
                  <a:lnTo>
                    <a:pt x="93441" y="22951"/>
                  </a:lnTo>
                  <a:lnTo>
                    <a:pt x="93441" y="19672"/>
                  </a:lnTo>
                  <a:lnTo>
                    <a:pt x="90164" y="19672"/>
                  </a:lnTo>
                  <a:lnTo>
                    <a:pt x="86885" y="21312"/>
                  </a:lnTo>
                  <a:lnTo>
                    <a:pt x="81967" y="21312"/>
                  </a:lnTo>
                  <a:lnTo>
                    <a:pt x="80327" y="22951"/>
                  </a:lnTo>
                  <a:lnTo>
                    <a:pt x="77048" y="22951"/>
                  </a:lnTo>
                  <a:lnTo>
                    <a:pt x="77048" y="22951"/>
                  </a:lnTo>
                  <a:lnTo>
                    <a:pt x="73770" y="22951"/>
                  </a:lnTo>
                  <a:lnTo>
                    <a:pt x="68851" y="21312"/>
                  </a:lnTo>
                  <a:lnTo>
                    <a:pt x="65573" y="18033"/>
                  </a:lnTo>
                  <a:lnTo>
                    <a:pt x="62295" y="18033"/>
                  </a:lnTo>
                  <a:lnTo>
                    <a:pt x="60655" y="13115"/>
                  </a:lnTo>
                  <a:lnTo>
                    <a:pt x="55737" y="11476"/>
                  </a:lnTo>
                  <a:lnTo>
                    <a:pt x="52458" y="9836"/>
                  </a:lnTo>
                  <a:lnTo>
                    <a:pt x="49180" y="8197"/>
                  </a:lnTo>
                  <a:lnTo>
                    <a:pt x="49180" y="4918"/>
                  </a:lnTo>
                  <a:lnTo>
                    <a:pt x="45901" y="6558"/>
                  </a:lnTo>
                  <a:lnTo>
                    <a:pt x="40983" y="8197"/>
                  </a:lnTo>
                  <a:lnTo>
                    <a:pt x="37705" y="4918"/>
                  </a:lnTo>
                  <a:lnTo>
                    <a:pt x="34426" y="4918"/>
                  </a:lnTo>
                  <a:lnTo>
                    <a:pt x="31147" y="0"/>
                  </a:lnTo>
                  <a:lnTo>
                    <a:pt x="27868" y="4918"/>
                  </a:lnTo>
                  <a:lnTo>
                    <a:pt x="26229" y="8197"/>
                  </a:lnTo>
                  <a:lnTo>
                    <a:pt x="22950" y="11476"/>
                  </a:lnTo>
                  <a:lnTo>
                    <a:pt x="19671" y="14754"/>
                  </a:lnTo>
                  <a:lnTo>
                    <a:pt x="18032" y="19672"/>
                  </a:lnTo>
                  <a:lnTo>
                    <a:pt x="18032" y="22951"/>
                  </a:lnTo>
                  <a:lnTo>
                    <a:pt x="16393" y="26229"/>
                  </a:lnTo>
                  <a:lnTo>
                    <a:pt x="16393" y="29508"/>
                  </a:lnTo>
                  <a:lnTo>
                    <a:pt x="13114" y="34426"/>
                  </a:lnTo>
                  <a:lnTo>
                    <a:pt x="13114" y="37705"/>
                  </a:lnTo>
                  <a:lnTo>
                    <a:pt x="13114" y="40983"/>
                  </a:lnTo>
                  <a:lnTo>
                    <a:pt x="11475" y="45902"/>
                  </a:lnTo>
                  <a:lnTo>
                    <a:pt x="13114" y="49180"/>
                  </a:lnTo>
                  <a:lnTo>
                    <a:pt x="13114" y="52459"/>
                  </a:lnTo>
                  <a:lnTo>
                    <a:pt x="14753" y="57377"/>
                  </a:lnTo>
                  <a:lnTo>
                    <a:pt x="14753" y="60656"/>
                  </a:lnTo>
                  <a:lnTo>
                    <a:pt x="13114" y="63935"/>
                  </a:lnTo>
                  <a:lnTo>
                    <a:pt x="9836" y="68852"/>
                  </a:lnTo>
                  <a:lnTo>
                    <a:pt x="13114" y="65573"/>
                  </a:lnTo>
                  <a:lnTo>
                    <a:pt x="13114" y="70492"/>
                  </a:lnTo>
                  <a:lnTo>
                    <a:pt x="14753" y="73770"/>
                  </a:lnTo>
                  <a:lnTo>
                    <a:pt x="14753" y="77049"/>
                  </a:lnTo>
                  <a:lnTo>
                    <a:pt x="11475" y="80328"/>
                  </a:lnTo>
                  <a:lnTo>
                    <a:pt x="11475" y="77049"/>
                  </a:lnTo>
                  <a:lnTo>
                    <a:pt x="11475" y="73770"/>
                  </a:lnTo>
                  <a:lnTo>
                    <a:pt x="8197" y="70492"/>
                  </a:lnTo>
                  <a:lnTo>
                    <a:pt x="6557" y="73770"/>
                  </a:lnTo>
                  <a:lnTo>
                    <a:pt x="4918" y="77049"/>
                  </a:lnTo>
                  <a:lnTo>
                    <a:pt x="3278" y="81967"/>
                  </a:lnTo>
                  <a:lnTo>
                    <a:pt x="0" y="85246"/>
                  </a:lnTo>
                  <a:lnTo>
                    <a:pt x="1639" y="88525"/>
                  </a:lnTo>
                  <a:lnTo>
                    <a:pt x="0" y="91803"/>
                  </a:lnTo>
                  <a:lnTo>
                    <a:pt x="0" y="96721"/>
                  </a:lnTo>
                  <a:lnTo>
                    <a:pt x="0" y="100000"/>
                  </a:lnTo>
                  <a:lnTo>
                    <a:pt x="1639" y="103279"/>
                  </a:lnTo>
                  <a:lnTo>
                    <a:pt x="1639" y="108196"/>
                  </a:lnTo>
                  <a:lnTo>
                    <a:pt x="1639" y="111475"/>
                  </a:lnTo>
                  <a:lnTo>
                    <a:pt x="1639" y="114754"/>
                  </a:lnTo>
                  <a:lnTo>
                    <a:pt x="6557" y="113115"/>
                  </a:lnTo>
                  <a:lnTo>
                    <a:pt x="9836" y="116393"/>
                  </a:lnTo>
                  <a:lnTo>
                    <a:pt x="13114" y="114754"/>
                  </a:lnTo>
                  <a:lnTo>
                    <a:pt x="13114" y="119672"/>
                  </a:lnTo>
                  <a:lnTo>
                    <a:pt x="9836" y="121311"/>
                  </a:lnTo>
                  <a:lnTo>
                    <a:pt x="6557" y="118032"/>
                  </a:lnTo>
                  <a:lnTo>
                    <a:pt x="3278" y="122950"/>
                  </a:lnTo>
                  <a:lnTo>
                    <a:pt x="1639" y="126229"/>
                  </a:lnTo>
                  <a:lnTo>
                    <a:pt x="6557" y="124590"/>
                  </a:lnTo>
                  <a:lnTo>
                    <a:pt x="9836" y="124590"/>
                  </a:lnTo>
                  <a:lnTo>
                    <a:pt x="13114" y="124590"/>
                  </a:lnTo>
                  <a:lnTo>
                    <a:pt x="18032" y="126229"/>
                  </a:lnTo>
                  <a:lnTo>
                    <a:pt x="21311" y="124590"/>
                  </a:lnTo>
                  <a:lnTo>
                    <a:pt x="21311" y="127869"/>
                  </a:lnTo>
                  <a:lnTo>
                    <a:pt x="26229" y="129508"/>
                  </a:lnTo>
                  <a:lnTo>
                    <a:pt x="29508" y="131147"/>
                  </a:lnTo>
                  <a:lnTo>
                    <a:pt x="31147" y="126229"/>
                  </a:lnTo>
                  <a:lnTo>
                    <a:pt x="36065" y="122950"/>
                  </a:lnTo>
                  <a:lnTo>
                    <a:pt x="39343" y="121311"/>
                  </a:lnTo>
                  <a:lnTo>
                    <a:pt x="40983" y="116393"/>
                  </a:lnTo>
                  <a:lnTo>
                    <a:pt x="44261" y="116393"/>
                  </a:lnTo>
                  <a:lnTo>
                    <a:pt x="44261" y="113115"/>
                  </a:lnTo>
                  <a:lnTo>
                    <a:pt x="45901" y="109836"/>
                  </a:lnTo>
                  <a:lnTo>
                    <a:pt x="49180" y="109836"/>
                  </a:lnTo>
                  <a:lnTo>
                    <a:pt x="49180" y="114754"/>
                  </a:lnTo>
                  <a:lnTo>
                    <a:pt x="52458" y="113115"/>
                  </a:lnTo>
                  <a:lnTo>
                    <a:pt x="54098" y="109836"/>
                  </a:lnTo>
                  <a:lnTo>
                    <a:pt x="57377" y="106557"/>
                  </a:lnTo>
                  <a:lnTo>
                    <a:pt x="62295" y="103279"/>
                  </a:lnTo>
                  <a:lnTo>
                    <a:pt x="65573" y="100000"/>
                  </a:lnTo>
                  <a:lnTo>
                    <a:pt x="65573" y="95082"/>
                  </a:lnTo>
                  <a:lnTo>
                    <a:pt x="67212" y="9344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6" name="Freeform 2795">
              <a:extLst>
                <a:ext uri="{FF2B5EF4-FFF2-40B4-BE49-F238E27FC236}">
                  <a16:creationId xmlns:a16="http://schemas.microsoft.com/office/drawing/2014/main" id="{D0809EFD-58BF-3646-911B-5ABF5DDD307E}"/>
                </a:ext>
              </a:extLst>
            </p:cNvPr>
            <p:cNvSpPr/>
            <p:nvPr/>
          </p:nvSpPr>
          <p:spPr>
            <a:xfrm>
              <a:off x="10499258" y="2118185"/>
              <a:ext cx="40983" cy="47540"/>
            </a:xfrm>
            <a:custGeom>
              <a:avLst/>
              <a:gdLst>
                <a:gd name="connsiteX0" fmla="*/ 37706 w 40983"/>
                <a:gd name="connsiteY0" fmla="*/ 0 h 47540"/>
                <a:gd name="connsiteX1" fmla="*/ 34427 w 40983"/>
                <a:gd name="connsiteY1" fmla="*/ 0 h 47540"/>
                <a:gd name="connsiteX2" fmla="*/ 31148 w 40983"/>
                <a:gd name="connsiteY2" fmla="*/ 3279 h 47540"/>
                <a:gd name="connsiteX3" fmla="*/ 29509 w 40983"/>
                <a:gd name="connsiteY3" fmla="*/ 6557 h 47540"/>
                <a:gd name="connsiteX4" fmla="*/ 26230 w 40983"/>
                <a:gd name="connsiteY4" fmla="*/ 9836 h 47540"/>
                <a:gd name="connsiteX5" fmla="*/ 22951 w 40983"/>
                <a:gd name="connsiteY5" fmla="*/ 9836 h 47540"/>
                <a:gd name="connsiteX6" fmla="*/ 18033 w 40983"/>
                <a:gd name="connsiteY6" fmla="*/ 9836 h 47540"/>
                <a:gd name="connsiteX7" fmla="*/ 14754 w 40983"/>
                <a:gd name="connsiteY7" fmla="*/ 6557 h 47540"/>
                <a:gd name="connsiteX8" fmla="*/ 11476 w 40983"/>
                <a:gd name="connsiteY8" fmla="*/ 3279 h 47540"/>
                <a:gd name="connsiteX9" fmla="*/ 11476 w 40983"/>
                <a:gd name="connsiteY9" fmla="*/ 6557 h 47540"/>
                <a:gd name="connsiteX10" fmla="*/ 14754 w 40983"/>
                <a:gd name="connsiteY10" fmla="*/ 9836 h 47540"/>
                <a:gd name="connsiteX11" fmla="*/ 11476 w 40983"/>
                <a:gd name="connsiteY11" fmla="*/ 14754 h 47540"/>
                <a:gd name="connsiteX12" fmla="*/ 11476 w 40983"/>
                <a:gd name="connsiteY12" fmla="*/ 18033 h 47540"/>
                <a:gd name="connsiteX13" fmla="*/ 8197 w 40983"/>
                <a:gd name="connsiteY13" fmla="*/ 18033 h 47540"/>
                <a:gd name="connsiteX14" fmla="*/ 8197 w 40983"/>
                <a:gd name="connsiteY14" fmla="*/ 21311 h 47540"/>
                <a:gd name="connsiteX15" fmla="*/ 6558 w 40983"/>
                <a:gd name="connsiteY15" fmla="*/ 24590 h 47540"/>
                <a:gd name="connsiteX16" fmla="*/ 3279 w 40983"/>
                <a:gd name="connsiteY16" fmla="*/ 29508 h 47540"/>
                <a:gd name="connsiteX17" fmla="*/ 1640 w 40983"/>
                <a:gd name="connsiteY17" fmla="*/ 32787 h 47540"/>
                <a:gd name="connsiteX18" fmla="*/ 6558 w 40983"/>
                <a:gd name="connsiteY18" fmla="*/ 36065 h 47540"/>
                <a:gd name="connsiteX19" fmla="*/ 1640 w 40983"/>
                <a:gd name="connsiteY19" fmla="*/ 37705 h 47540"/>
                <a:gd name="connsiteX20" fmla="*/ 1640 w 40983"/>
                <a:gd name="connsiteY20" fmla="*/ 40983 h 47540"/>
                <a:gd name="connsiteX21" fmla="*/ 0 w 40983"/>
                <a:gd name="connsiteY21" fmla="*/ 45901 h 47540"/>
                <a:gd name="connsiteX22" fmla="*/ 4919 w 40983"/>
                <a:gd name="connsiteY22" fmla="*/ 47541 h 47540"/>
                <a:gd name="connsiteX23" fmla="*/ 6558 w 40983"/>
                <a:gd name="connsiteY23" fmla="*/ 44262 h 47540"/>
                <a:gd name="connsiteX24" fmla="*/ 9837 w 40983"/>
                <a:gd name="connsiteY24" fmla="*/ 42623 h 47540"/>
                <a:gd name="connsiteX25" fmla="*/ 11476 w 40983"/>
                <a:gd name="connsiteY25" fmla="*/ 37705 h 47540"/>
                <a:gd name="connsiteX26" fmla="*/ 11476 w 40983"/>
                <a:gd name="connsiteY26" fmla="*/ 34426 h 47540"/>
                <a:gd name="connsiteX27" fmla="*/ 14754 w 40983"/>
                <a:gd name="connsiteY27" fmla="*/ 29508 h 47540"/>
                <a:gd name="connsiteX28" fmla="*/ 14754 w 40983"/>
                <a:gd name="connsiteY28" fmla="*/ 26229 h 47540"/>
                <a:gd name="connsiteX29" fmla="*/ 13115 w 40983"/>
                <a:gd name="connsiteY29" fmla="*/ 22951 h 47540"/>
                <a:gd name="connsiteX30" fmla="*/ 18033 w 40983"/>
                <a:gd name="connsiteY30" fmla="*/ 24590 h 47540"/>
                <a:gd name="connsiteX31" fmla="*/ 21312 w 40983"/>
                <a:gd name="connsiteY31" fmla="*/ 22951 h 47540"/>
                <a:gd name="connsiteX32" fmla="*/ 22951 w 40983"/>
                <a:gd name="connsiteY32" fmla="*/ 19672 h 47540"/>
                <a:gd name="connsiteX33" fmla="*/ 26230 w 40983"/>
                <a:gd name="connsiteY33" fmla="*/ 14754 h 47540"/>
                <a:gd name="connsiteX34" fmla="*/ 29509 w 40983"/>
                <a:gd name="connsiteY34" fmla="*/ 11475 h 47540"/>
                <a:gd name="connsiteX35" fmla="*/ 32787 w 40983"/>
                <a:gd name="connsiteY35" fmla="*/ 9836 h 47540"/>
                <a:gd name="connsiteX36" fmla="*/ 37706 w 40983"/>
                <a:gd name="connsiteY36" fmla="*/ 8197 h 47540"/>
                <a:gd name="connsiteX37" fmla="*/ 40983 w 40983"/>
                <a:gd name="connsiteY37" fmla="*/ 8197 h 47540"/>
                <a:gd name="connsiteX38" fmla="*/ 40983 w 40983"/>
                <a:gd name="connsiteY38" fmla="*/ 3279 h 47540"/>
                <a:gd name="connsiteX39" fmla="*/ 40983 w 40983"/>
                <a:gd name="connsiteY39" fmla="*/ 0 h 4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0983" h="47540">
                  <a:moveTo>
                    <a:pt x="37706" y="0"/>
                  </a:moveTo>
                  <a:lnTo>
                    <a:pt x="34427" y="0"/>
                  </a:lnTo>
                  <a:lnTo>
                    <a:pt x="31148" y="3279"/>
                  </a:lnTo>
                  <a:lnTo>
                    <a:pt x="29509" y="6557"/>
                  </a:lnTo>
                  <a:lnTo>
                    <a:pt x="26230" y="9836"/>
                  </a:lnTo>
                  <a:lnTo>
                    <a:pt x="22951" y="9836"/>
                  </a:lnTo>
                  <a:lnTo>
                    <a:pt x="18033" y="9836"/>
                  </a:lnTo>
                  <a:lnTo>
                    <a:pt x="14754" y="6557"/>
                  </a:lnTo>
                  <a:lnTo>
                    <a:pt x="11476" y="3279"/>
                  </a:lnTo>
                  <a:lnTo>
                    <a:pt x="11476" y="6557"/>
                  </a:lnTo>
                  <a:lnTo>
                    <a:pt x="14754" y="9836"/>
                  </a:lnTo>
                  <a:lnTo>
                    <a:pt x="11476" y="14754"/>
                  </a:lnTo>
                  <a:lnTo>
                    <a:pt x="11476" y="18033"/>
                  </a:lnTo>
                  <a:lnTo>
                    <a:pt x="8197" y="18033"/>
                  </a:lnTo>
                  <a:lnTo>
                    <a:pt x="8197" y="21311"/>
                  </a:lnTo>
                  <a:lnTo>
                    <a:pt x="6558" y="24590"/>
                  </a:lnTo>
                  <a:lnTo>
                    <a:pt x="3279" y="29508"/>
                  </a:lnTo>
                  <a:lnTo>
                    <a:pt x="1640" y="32787"/>
                  </a:lnTo>
                  <a:lnTo>
                    <a:pt x="6558" y="36065"/>
                  </a:lnTo>
                  <a:lnTo>
                    <a:pt x="1640" y="37705"/>
                  </a:lnTo>
                  <a:lnTo>
                    <a:pt x="1640" y="40983"/>
                  </a:lnTo>
                  <a:lnTo>
                    <a:pt x="0" y="45901"/>
                  </a:lnTo>
                  <a:lnTo>
                    <a:pt x="4919" y="47541"/>
                  </a:lnTo>
                  <a:lnTo>
                    <a:pt x="6558" y="44262"/>
                  </a:lnTo>
                  <a:lnTo>
                    <a:pt x="9837" y="42623"/>
                  </a:lnTo>
                  <a:lnTo>
                    <a:pt x="11476" y="37705"/>
                  </a:lnTo>
                  <a:lnTo>
                    <a:pt x="11476" y="34426"/>
                  </a:lnTo>
                  <a:lnTo>
                    <a:pt x="14754" y="29508"/>
                  </a:lnTo>
                  <a:lnTo>
                    <a:pt x="14754" y="26229"/>
                  </a:lnTo>
                  <a:lnTo>
                    <a:pt x="13115" y="22951"/>
                  </a:lnTo>
                  <a:lnTo>
                    <a:pt x="18033" y="24590"/>
                  </a:lnTo>
                  <a:lnTo>
                    <a:pt x="21312" y="22951"/>
                  </a:lnTo>
                  <a:lnTo>
                    <a:pt x="22951" y="19672"/>
                  </a:lnTo>
                  <a:lnTo>
                    <a:pt x="26230" y="14754"/>
                  </a:lnTo>
                  <a:lnTo>
                    <a:pt x="29509" y="11475"/>
                  </a:lnTo>
                  <a:lnTo>
                    <a:pt x="32787" y="9836"/>
                  </a:lnTo>
                  <a:lnTo>
                    <a:pt x="37706" y="8197"/>
                  </a:lnTo>
                  <a:lnTo>
                    <a:pt x="40983" y="8197"/>
                  </a:lnTo>
                  <a:lnTo>
                    <a:pt x="40983" y="3279"/>
                  </a:lnTo>
                  <a:lnTo>
                    <a:pt x="40983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7" name="Freeform 2796">
              <a:extLst>
                <a:ext uri="{FF2B5EF4-FFF2-40B4-BE49-F238E27FC236}">
                  <a16:creationId xmlns:a16="http://schemas.microsoft.com/office/drawing/2014/main" id="{C7EE29DA-317D-F643-8A38-57786DE22FDB}"/>
                </a:ext>
              </a:extLst>
            </p:cNvPr>
            <p:cNvSpPr/>
            <p:nvPr/>
          </p:nvSpPr>
          <p:spPr>
            <a:xfrm>
              <a:off x="10510733" y="2188676"/>
              <a:ext cx="8196" cy="6557"/>
            </a:xfrm>
            <a:custGeom>
              <a:avLst/>
              <a:gdLst>
                <a:gd name="connsiteX0" fmla="*/ 8197 w 8196"/>
                <a:gd name="connsiteY0" fmla="*/ 0 h 6557"/>
                <a:gd name="connsiteX1" fmla="*/ 3279 w 8196"/>
                <a:gd name="connsiteY1" fmla="*/ 0 h 6557"/>
                <a:gd name="connsiteX2" fmla="*/ 0 w 8196"/>
                <a:gd name="connsiteY2" fmla="*/ 3279 h 6557"/>
                <a:gd name="connsiteX3" fmla="*/ 3279 w 8196"/>
                <a:gd name="connsiteY3" fmla="*/ 6557 h 6557"/>
                <a:gd name="connsiteX4" fmla="*/ 8197 w 8196"/>
                <a:gd name="connsiteY4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6557">
                  <a:moveTo>
                    <a:pt x="8197" y="0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3279" y="6557"/>
                  </a:lnTo>
                  <a:lnTo>
                    <a:pt x="819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8" name="Freeform 2797">
              <a:extLst>
                <a:ext uri="{FF2B5EF4-FFF2-40B4-BE49-F238E27FC236}">
                  <a16:creationId xmlns:a16="http://schemas.microsoft.com/office/drawing/2014/main" id="{EC8C7F43-3B74-D94B-9E39-3C3EE19AB77A}"/>
                </a:ext>
              </a:extLst>
            </p:cNvPr>
            <p:cNvSpPr/>
            <p:nvPr/>
          </p:nvSpPr>
          <p:spPr>
            <a:xfrm>
              <a:off x="10538602" y="6024724"/>
              <a:ext cx="16393" cy="14753"/>
            </a:xfrm>
            <a:custGeom>
              <a:avLst/>
              <a:gdLst>
                <a:gd name="connsiteX0" fmla="*/ 13114 w 16393"/>
                <a:gd name="connsiteY0" fmla="*/ 4918 h 14753"/>
                <a:gd name="connsiteX1" fmla="*/ 16393 w 16393"/>
                <a:gd name="connsiteY1" fmla="*/ 3279 h 14753"/>
                <a:gd name="connsiteX2" fmla="*/ 16393 w 16393"/>
                <a:gd name="connsiteY2" fmla="*/ 0 h 14753"/>
                <a:gd name="connsiteX3" fmla="*/ 13114 w 16393"/>
                <a:gd name="connsiteY3" fmla="*/ 3279 h 14753"/>
                <a:gd name="connsiteX4" fmla="*/ 8197 w 16393"/>
                <a:gd name="connsiteY4" fmla="*/ 6557 h 14753"/>
                <a:gd name="connsiteX5" fmla="*/ 3279 w 16393"/>
                <a:gd name="connsiteY5" fmla="*/ 9836 h 14753"/>
                <a:gd name="connsiteX6" fmla="*/ 0 w 16393"/>
                <a:gd name="connsiteY6" fmla="*/ 11476 h 14753"/>
                <a:gd name="connsiteX7" fmla="*/ 0 w 16393"/>
                <a:gd name="connsiteY7" fmla="*/ 14754 h 14753"/>
                <a:gd name="connsiteX8" fmla="*/ 4918 w 16393"/>
                <a:gd name="connsiteY8" fmla="*/ 11476 h 14753"/>
                <a:gd name="connsiteX9" fmla="*/ 3279 w 16393"/>
                <a:gd name="connsiteY9" fmla="*/ 14754 h 14753"/>
                <a:gd name="connsiteX10" fmla="*/ 8197 w 16393"/>
                <a:gd name="connsiteY10" fmla="*/ 11476 h 14753"/>
                <a:gd name="connsiteX11" fmla="*/ 9836 w 16393"/>
                <a:gd name="connsiteY11" fmla="*/ 8197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93" h="14753">
                  <a:moveTo>
                    <a:pt x="13114" y="4918"/>
                  </a:moveTo>
                  <a:lnTo>
                    <a:pt x="16393" y="3279"/>
                  </a:lnTo>
                  <a:lnTo>
                    <a:pt x="16393" y="0"/>
                  </a:lnTo>
                  <a:lnTo>
                    <a:pt x="13114" y="3279"/>
                  </a:lnTo>
                  <a:lnTo>
                    <a:pt x="8197" y="6557"/>
                  </a:lnTo>
                  <a:lnTo>
                    <a:pt x="3279" y="9836"/>
                  </a:lnTo>
                  <a:lnTo>
                    <a:pt x="0" y="11476"/>
                  </a:lnTo>
                  <a:lnTo>
                    <a:pt x="0" y="14754"/>
                  </a:lnTo>
                  <a:lnTo>
                    <a:pt x="4918" y="11476"/>
                  </a:lnTo>
                  <a:lnTo>
                    <a:pt x="3279" y="14754"/>
                  </a:lnTo>
                  <a:lnTo>
                    <a:pt x="8197" y="11476"/>
                  </a:lnTo>
                  <a:lnTo>
                    <a:pt x="9836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9" name="Freeform 2798">
              <a:extLst>
                <a:ext uri="{FF2B5EF4-FFF2-40B4-BE49-F238E27FC236}">
                  <a16:creationId xmlns:a16="http://schemas.microsoft.com/office/drawing/2014/main" id="{EA59F30B-0BC9-2A44-9281-0518EF08F5FF}"/>
                </a:ext>
              </a:extLst>
            </p:cNvPr>
            <p:cNvSpPr/>
            <p:nvPr/>
          </p:nvSpPr>
          <p:spPr>
            <a:xfrm>
              <a:off x="10556634" y="2087037"/>
              <a:ext cx="19672" cy="27868"/>
            </a:xfrm>
            <a:custGeom>
              <a:avLst/>
              <a:gdLst>
                <a:gd name="connsiteX0" fmla="*/ 6558 w 19672"/>
                <a:gd name="connsiteY0" fmla="*/ 6557 h 27868"/>
                <a:gd name="connsiteX1" fmla="*/ 4919 w 19672"/>
                <a:gd name="connsiteY1" fmla="*/ 11475 h 27868"/>
                <a:gd name="connsiteX2" fmla="*/ 4919 w 19672"/>
                <a:gd name="connsiteY2" fmla="*/ 14754 h 27868"/>
                <a:gd name="connsiteX3" fmla="*/ 0 w 19672"/>
                <a:gd name="connsiteY3" fmla="*/ 16393 h 27868"/>
                <a:gd name="connsiteX4" fmla="*/ 1640 w 19672"/>
                <a:gd name="connsiteY4" fmla="*/ 19672 h 27868"/>
                <a:gd name="connsiteX5" fmla="*/ 0 w 19672"/>
                <a:gd name="connsiteY5" fmla="*/ 22951 h 27868"/>
                <a:gd name="connsiteX6" fmla="*/ 0 w 19672"/>
                <a:gd name="connsiteY6" fmla="*/ 27869 h 27868"/>
                <a:gd name="connsiteX7" fmla="*/ 4919 w 19672"/>
                <a:gd name="connsiteY7" fmla="*/ 27869 h 27868"/>
                <a:gd name="connsiteX8" fmla="*/ 8197 w 19672"/>
                <a:gd name="connsiteY8" fmla="*/ 24590 h 27868"/>
                <a:gd name="connsiteX9" fmla="*/ 9837 w 19672"/>
                <a:gd name="connsiteY9" fmla="*/ 19672 h 27868"/>
                <a:gd name="connsiteX10" fmla="*/ 13115 w 19672"/>
                <a:gd name="connsiteY10" fmla="*/ 16393 h 27868"/>
                <a:gd name="connsiteX11" fmla="*/ 16393 w 19672"/>
                <a:gd name="connsiteY11" fmla="*/ 13115 h 27868"/>
                <a:gd name="connsiteX12" fmla="*/ 16393 w 19672"/>
                <a:gd name="connsiteY12" fmla="*/ 9836 h 27868"/>
                <a:gd name="connsiteX13" fmla="*/ 18033 w 19672"/>
                <a:gd name="connsiteY13" fmla="*/ 4918 h 27868"/>
                <a:gd name="connsiteX14" fmla="*/ 19672 w 19672"/>
                <a:gd name="connsiteY14" fmla="*/ 1639 h 27868"/>
                <a:gd name="connsiteX15" fmla="*/ 16393 w 19672"/>
                <a:gd name="connsiteY15" fmla="*/ 0 h 27868"/>
                <a:gd name="connsiteX16" fmla="*/ 13115 w 19672"/>
                <a:gd name="connsiteY16" fmla="*/ 1639 h 27868"/>
                <a:gd name="connsiteX17" fmla="*/ 11476 w 19672"/>
                <a:gd name="connsiteY17" fmla="*/ 4918 h 27868"/>
                <a:gd name="connsiteX18" fmla="*/ 6558 w 19672"/>
                <a:gd name="connsiteY18" fmla="*/ 6557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672" h="27868">
                  <a:moveTo>
                    <a:pt x="6558" y="6557"/>
                  </a:moveTo>
                  <a:lnTo>
                    <a:pt x="4919" y="11475"/>
                  </a:lnTo>
                  <a:lnTo>
                    <a:pt x="4919" y="14754"/>
                  </a:lnTo>
                  <a:lnTo>
                    <a:pt x="0" y="16393"/>
                  </a:lnTo>
                  <a:lnTo>
                    <a:pt x="1640" y="19672"/>
                  </a:lnTo>
                  <a:lnTo>
                    <a:pt x="0" y="22951"/>
                  </a:lnTo>
                  <a:lnTo>
                    <a:pt x="0" y="27869"/>
                  </a:lnTo>
                  <a:lnTo>
                    <a:pt x="4919" y="27869"/>
                  </a:lnTo>
                  <a:lnTo>
                    <a:pt x="8197" y="24590"/>
                  </a:lnTo>
                  <a:lnTo>
                    <a:pt x="9837" y="19672"/>
                  </a:lnTo>
                  <a:lnTo>
                    <a:pt x="13115" y="16393"/>
                  </a:lnTo>
                  <a:lnTo>
                    <a:pt x="16393" y="13115"/>
                  </a:lnTo>
                  <a:lnTo>
                    <a:pt x="16393" y="9836"/>
                  </a:lnTo>
                  <a:lnTo>
                    <a:pt x="18033" y="4918"/>
                  </a:lnTo>
                  <a:lnTo>
                    <a:pt x="19672" y="1639"/>
                  </a:lnTo>
                  <a:lnTo>
                    <a:pt x="16393" y="0"/>
                  </a:lnTo>
                  <a:lnTo>
                    <a:pt x="13115" y="1639"/>
                  </a:lnTo>
                  <a:lnTo>
                    <a:pt x="11476" y="4918"/>
                  </a:lnTo>
                  <a:lnTo>
                    <a:pt x="655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0" name="Freeform 2799">
              <a:extLst>
                <a:ext uri="{FF2B5EF4-FFF2-40B4-BE49-F238E27FC236}">
                  <a16:creationId xmlns:a16="http://schemas.microsoft.com/office/drawing/2014/main" id="{0E744384-E599-ED48-A517-42325C183C21}"/>
                </a:ext>
              </a:extLst>
            </p:cNvPr>
            <p:cNvSpPr/>
            <p:nvPr/>
          </p:nvSpPr>
          <p:spPr>
            <a:xfrm>
              <a:off x="10587782" y="6000134"/>
              <a:ext cx="6557" cy="6557"/>
            </a:xfrm>
            <a:custGeom>
              <a:avLst/>
              <a:gdLst>
                <a:gd name="connsiteX0" fmla="*/ 0 w 6557"/>
                <a:gd name="connsiteY0" fmla="*/ 6557 h 6557"/>
                <a:gd name="connsiteX1" fmla="*/ 4918 w 6557"/>
                <a:gd name="connsiteY1" fmla="*/ 3279 h 6557"/>
                <a:gd name="connsiteX2" fmla="*/ 6558 w 6557"/>
                <a:gd name="connsiteY2" fmla="*/ 0 h 6557"/>
                <a:gd name="connsiteX3" fmla="*/ 3279 w 6557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6557">
                  <a:moveTo>
                    <a:pt x="0" y="6557"/>
                  </a:moveTo>
                  <a:lnTo>
                    <a:pt x="4918" y="3279"/>
                  </a:lnTo>
                  <a:lnTo>
                    <a:pt x="6558" y="0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1" name="Freeform 2800">
              <a:extLst>
                <a:ext uri="{FF2B5EF4-FFF2-40B4-BE49-F238E27FC236}">
                  <a16:creationId xmlns:a16="http://schemas.microsoft.com/office/drawing/2014/main" id="{4E71CE90-394E-B94B-9DDF-420B78D740AC}"/>
                </a:ext>
              </a:extLst>
            </p:cNvPr>
            <p:cNvSpPr/>
            <p:nvPr/>
          </p:nvSpPr>
          <p:spPr>
            <a:xfrm>
              <a:off x="10591061" y="4629648"/>
              <a:ext cx="9835" cy="8196"/>
            </a:xfrm>
            <a:custGeom>
              <a:avLst/>
              <a:gdLst>
                <a:gd name="connsiteX0" fmla="*/ 0 w 9835"/>
                <a:gd name="connsiteY0" fmla="*/ 8197 h 8196"/>
                <a:gd name="connsiteX1" fmla="*/ 3279 w 9835"/>
                <a:gd name="connsiteY1" fmla="*/ 6557 h 8196"/>
                <a:gd name="connsiteX2" fmla="*/ 6557 w 9835"/>
                <a:gd name="connsiteY2" fmla="*/ 4918 h 8196"/>
                <a:gd name="connsiteX3" fmla="*/ 9836 w 9835"/>
                <a:gd name="connsiteY3" fmla="*/ 0 h 8196"/>
                <a:gd name="connsiteX4" fmla="*/ 6557 w 9835"/>
                <a:gd name="connsiteY4" fmla="*/ 3279 h 8196"/>
                <a:gd name="connsiteX5" fmla="*/ 3279 w 9835"/>
                <a:gd name="connsiteY5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5" h="8196">
                  <a:moveTo>
                    <a:pt x="0" y="8197"/>
                  </a:moveTo>
                  <a:lnTo>
                    <a:pt x="3279" y="6557"/>
                  </a:lnTo>
                  <a:lnTo>
                    <a:pt x="6557" y="4918"/>
                  </a:lnTo>
                  <a:lnTo>
                    <a:pt x="9836" y="0"/>
                  </a:lnTo>
                  <a:lnTo>
                    <a:pt x="6557" y="3279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2" name="Freeform 2801">
              <a:extLst>
                <a:ext uri="{FF2B5EF4-FFF2-40B4-BE49-F238E27FC236}">
                  <a16:creationId xmlns:a16="http://schemas.microsoft.com/office/drawing/2014/main" id="{F99AE764-5D34-0C4F-93B5-B10FBEFE69B8}"/>
                </a:ext>
              </a:extLst>
            </p:cNvPr>
            <p:cNvSpPr/>
            <p:nvPr/>
          </p:nvSpPr>
          <p:spPr>
            <a:xfrm>
              <a:off x="10592700" y="1885399"/>
              <a:ext cx="8196" cy="4918"/>
            </a:xfrm>
            <a:custGeom>
              <a:avLst/>
              <a:gdLst>
                <a:gd name="connsiteX0" fmla="*/ 0 w 8196"/>
                <a:gd name="connsiteY0" fmla="*/ 1639 h 4918"/>
                <a:gd name="connsiteX1" fmla="*/ 3279 w 8196"/>
                <a:gd name="connsiteY1" fmla="*/ 3279 h 4918"/>
                <a:gd name="connsiteX2" fmla="*/ 8197 w 8196"/>
                <a:gd name="connsiteY2" fmla="*/ 4918 h 4918"/>
                <a:gd name="connsiteX3" fmla="*/ 6558 w 8196"/>
                <a:gd name="connsiteY3" fmla="*/ 1639 h 4918"/>
                <a:gd name="connsiteX4" fmla="*/ 1640 w 8196"/>
                <a:gd name="connsiteY4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0" y="1639"/>
                  </a:moveTo>
                  <a:lnTo>
                    <a:pt x="3279" y="3279"/>
                  </a:lnTo>
                  <a:lnTo>
                    <a:pt x="8197" y="4918"/>
                  </a:lnTo>
                  <a:lnTo>
                    <a:pt x="6558" y="1639"/>
                  </a:lnTo>
                  <a:lnTo>
                    <a:pt x="164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3" name="Freeform 2802">
              <a:extLst>
                <a:ext uri="{FF2B5EF4-FFF2-40B4-BE49-F238E27FC236}">
                  <a16:creationId xmlns:a16="http://schemas.microsoft.com/office/drawing/2014/main" id="{76145A7B-2060-FC40-A162-E74963C9AED1}"/>
                </a:ext>
              </a:extLst>
            </p:cNvPr>
            <p:cNvSpPr/>
            <p:nvPr/>
          </p:nvSpPr>
          <p:spPr>
            <a:xfrm>
              <a:off x="10597618" y="2047693"/>
              <a:ext cx="9836" cy="14754"/>
            </a:xfrm>
            <a:custGeom>
              <a:avLst/>
              <a:gdLst>
                <a:gd name="connsiteX0" fmla="*/ 8197 w 9836"/>
                <a:gd name="connsiteY0" fmla="*/ 0 h 14754"/>
                <a:gd name="connsiteX1" fmla="*/ 6558 w 9836"/>
                <a:gd name="connsiteY1" fmla="*/ 3279 h 14754"/>
                <a:gd name="connsiteX2" fmla="*/ 4919 w 9836"/>
                <a:gd name="connsiteY2" fmla="*/ 8197 h 14754"/>
                <a:gd name="connsiteX3" fmla="*/ 4919 w 9836"/>
                <a:gd name="connsiteY3" fmla="*/ 11476 h 14754"/>
                <a:gd name="connsiteX4" fmla="*/ 0 w 9836"/>
                <a:gd name="connsiteY4" fmla="*/ 11476 h 14754"/>
                <a:gd name="connsiteX5" fmla="*/ 3279 w 9836"/>
                <a:gd name="connsiteY5" fmla="*/ 14754 h 14754"/>
                <a:gd name="connsiteX6" fmla="*/ 6558 w 9836"/>
                <a:gd name="connsiteY6" fmla="*/ 11476 h 14754"/>
                <a:gd name="connsiteX7" fmla="*/ 9837 w 9836"/>
                <a:gd name="connsiteY7" fmla="*/ 8197 h 14754"/>
                <a:gd name="connsiteX8" fmla="*/ 9837 w 9836"/>
                <a:gd name="connsiteY8" fmla="*/ 3279 h 14754"/>
                <a:gd name="connsiteX9" fmla="*/ 9837 w 9836"/>
                <a:gd name="connsiteY9" fmla="*/ 0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836" h="14754">
                  <a:moveTo>
                    <a:pt x="8197" y="0"/>
                  </a:moveTo>
                  <a:lnTo>
                    <a:pt x="6558" y="3279"/>
                  </a:lnTo>
                  <a:lnTo>
                    <a:pt x="4919" y="8197"/>
                  </a:lnTo>
                  <a:lnTo>
                    <a:pt x="4919" y="11476"/>
                  </a:lnTo>
                  <a:lnTo>
                    <a:pt x="0" y="11476"/>
                  </a:lnTo>
                  <a:lnTo>
                    <a:pt x="3279" y="14754"/>
                  </a:lnTo>
                  <a:lnTo>
                    <a:pt x="6558" y="11476"/>
                  </a:lnTo>
                  <a:lnTo>
                    <a:pt x="9837" y="8197"/>
                  </a:lnTo>
                  <a:lnTo>
                    <a:pt x="9837" y="3279"/>
                  </a:lnTo>
                  <a:lnTo>
                    <a:pt x="983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4" name="Freeform 2803">
              <a:extLst>
                <a:ext uri="{FF2B5EF4-FFF2-40B4-BE49-F238E27FC236}">
                  <a16:creationId xmlns:a16="http://schemas.microsoft.com/office/drawing/2014/main" id="{DAA4EDF7-6CB2-F749-B353-E0C4841E3966}"/>
                </a:ext>
              </a:extLst>
            </p:cNvPr>
            <p:cNvSpPr/>
            <p:nvPr/>
          </p:nvSpPr>
          <p:spPr>
            <a:xfrm>
              <a:off x="10604176" y="4609977"/>
              <a:ext cx="11475" cy="18032"/>
            </a:xfrm>
            <a:custGeom>
              <a:avLst/>
              <a:gdLst>
                <a:gd name="connsiteX0" fmla="*/ 0 w 11475"/>
                <a:gd name="connsiteY0" fmla="*/ 18032 h 18032"/>
                <a:gd name="connsiteX1" fmla="*/ 1639 w 11475"/>
                <a:gd name="connsiteY1" fmla="*/ 18032 h 18032"/>
                <a:gd name="connsiteX2" fmla="*/ 4918 w 11475"/>
                <a:gd name="connsiteY2" fmla="*/ 14754 h 18032"/>
                <a:gd name="connsiteX3" fmla="*/ 6558 w 11475"/>
                <a:gd name="connsiteY3" fmla="*/ 9836 h 18032"/>
                <a:gd name="connsiteX4" fmla="*/ 9836 w 11475"/>
                <a:gd name="connsiteY4" fmla="*/ 6557 h 18032"/>
                <a:gd name="connsiteX5" fmla="*/ 11476 w 11475"/>
                <a:gd name="connsiteY5" fmla="*/ 3278 h 18032"/>
                <a:gd name="connsiteX6" fmla="*/ 11476 w 11475"/>
                <a:gd name="connsiteY6" fmla="*/ 0 h 18032"/>
                <a:gd name="connsiteX7" fmla="*/ 9836 w 11475"/>
                <a:gd name="connsiteY7" fmla="*/ 3278 h 18032"/>
                <a:gd name="connsiteX8" fmla="*/ 8197 w 11475"/>
                <a:gd name="connsiteY8" fmla="*/ 6557 h 18032"/>
                <a:gd name="connsiteX9" fmla="*/ 4918 w 11475"/>
                <a:gd name="connsiteY9" fmla="*/ 9836 h 18032"/>
                <a:gd name="connsiteX10" fmla="*/ 3279 w 11475"/>
                <a:gd name="connsiteY10" fmla="*/ 14754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75" h="18032">
                  <a:moveTo>
                    <a:pt x="0" y="18032"/>
                  </a:moveTo>
                  <a:lnTo>
                    <a:pt x="1639" y="18032"/>
                  </a:lnTo>
                  <a:lnTo>
                    <a:pt x="4918" y="14754"/>
                  </a:lnTo>
                  <a:lnTo>
                    <a:pt x="6558" y="9836"/>
                  </a:lnTo>
                  <a:lnTo>
                    <a:pt x="9836" y="6557"/>
                  </a:lnTo>
                  <a:lnTo>
                    <a:pt x="11476" y="3278"/>
                  </a:lnTo>
                  <a:lnTo>
                    <a:pt x="11476" y="0"/>
                  </a:lnTo>
                  <a:lnTo>
                    <a:pt x="9836" y="3278"/>
                  </a:lnTo>
                  <a:lnTo>
                    <a:pt x="8197" y="6557"/>
                  </a:lnTo>
                  <a:lnTo>
                    <a:pt x="4918" y="9836"/>
                  </a:lnTo>
                  <a:lnTo>
                    <a:pt x="3279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5" name="Freeform 2804">
              <a:extLst>
                <a:ext uri="{FF2B5EF4-FFF2-40B4-BE49-F238E27FC236}">
                  <a16:creationId xmlns:a16="http://schemas.microsoft.com/office/drawing/2014/main" id="{110B3E52-F4E4-BF4D-8D04-BE392DEFC80A}"/>
                </a:ext>
              </a:extLst>
            </p:cNvPr>
            <p:cNvSpPr/>
            <p:nvPr/>
          </p:nvSpPr>
          <p:spPr>
            <a:xfrm>
              <a:off x="10605814" y="1891956"/>
              <a:ext cx="22951" cy="32786"/>
            </a:xfrm>
            <a:custGeom>
              <a:avLst/>
              <a:gdLst>
                <a:gd name="connsiteX0" fmla="*/ 16393 w 22951"/>
                <a:gd name="connsiteY0" fmla="*/ 32787 h 32786"/>
                <a:gd name="connsiteX1" fmla="*/ 14754 w 22951"/>
                <a:gd name="connsiteY1" fmla="*/ 27869 h 32786"/>
                <a:gd name="connsiteX2" fmla="*/ 16393 w 22951"/>
                <a:gd name="connsiteY2" fmla="*/ 24590 h 32786"/>
                <a:gd name="connsiteX3" fmla="*/ 19672 w 22951"/>
                <a:gd name="connsiteY3" fmla="*/ 24590 h 32786"/>
                <a:gd name="connsiteX4" fmla="*/ 22951 w 22951"/>
                <a:gd name="connsiteY4" fmla="*/ 21311 h 32786"/>
                <a:gd name="connsiteX5" fmla="*/ 22951 w 22951"/>
                <a:gd name="connsiteY5" fmla="*/ 18033 h 32786"/>
                <a:gd name="connsiteX6" fmla="*/ 21312 w 22951"/>
                <a:gd name="connsiteY6" fmla="*/ 13115 h 32786"/>
                <a:gd name="connsiteX7" fmla="*/ 22951 w 22951"/>
                <a:gd name="connsiteY7" fmla="*/ 9836 h 32786"/>
                <a:gd name="connsiteX8" fmla="*/ 18033 w 22951"/>
                <a:gd name="connsiteY8" fmla="*/ 4918 h 32786"/>
                <a:gd name="connsiteX9" fmla="*/ 14754 w 22951"/>
                <a:gd name="connsiteY9" fmla="*/ 1639 h 32786"/>
                <a:gd name="connsiteX10" fmla="*/ 11476 w 22951"/>
                <a:gd name="connsiteY10" fmla="*/ 0 h 32786"/>
                <a:gd name="connsiteX11" fmla="*/ 8197 w 22951"/>
                <a:gd name="connsiteY11" fmla="*/ 3279 h 32786"/>
                <a:gd name="connsiteX12" fmla="*/ 9837 w 22951"/>
                <a:gd name="connsiteY12" fmla="*/ 6557 h 32786"/>
                <a:gd name="connsiteX13" fmla="*/ 11476 w 22951"/>
                <a:gd name="connsiteY13" fmla="*/ 9836 h 32786"/>
                <a:gd name="connsiteX14" fmla="*/ 11476 w 22951"/>
                <a:gd name="connsiteY14" fmla="*/ 14754 h 32786"/>
                <a:gd name="connsiteX15" fmla="*/ 8197 w 22951"/>
                <a:gd name="connsiteY15" fmla="*/ 16393 h 32786"/>
                <a:gd name="connsiteX16" fmla="*/ 4919 w 22951"/>
                <a:gd name="connsiteY16" fmla="*/ 16393 h 32786"/>
                <a:gd name="connsiteX17" fmla="*/ 0 w 22951"/>
                <a:gd name="connsiteY17" fmla="*/ 19672 h 32786"/>
                <a:gd name="connsiteX18" fmla="*/ 3279 w 22951"/>
                <a:gd name="connsiteY18" fmla="*/ 22951 h 32786"/>
                <a:gd name="connsiteX19" fmla="*/ 6558 w 22951"/>
                <a:gd name="connsiteY19" fmla="*/ 27869 h 32786"/>
                <a:gd name="connsiteX20" fmla="*/ 9837 w 22951"/>
                <a:gd name="connsiteY20" fmla="*/ 29508 h 32786"/>
                <a:gd name="connsiteX21" fmla="*/ 13115 w 22951"/>
                <a:gd name="connsiteY21" fmla="*/ 31148 h 3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951" h="32786">
                  <a:moveTo>
                    <a:pt x="16393" y="32787"/>
                  </a:moveTo>
                  <a:lnTo>
                    <a:pt x="14754" y="27869"/>
                  </a:lnTo>
                  <a:lnTo>
                    <a:pt x="16393" y="24590"/>
                  </a:lnTo>
                  <a:lnTo>
                    <a:pt x="19672" y="24590"/>
                  </a:lnTo>
                  <a:lnTo>
                    <a:pt x="22951" y="21311"/>
                  </a:lnTo>
                  <a:lnTo>
                    <a:pt x="22951" y="18033"/>
                  </a:lnTo>
                  <a:lnTo>
                    <a:pt x="21312" y="13115"/>
                  </a:lnTo>
                  <a:lnTo>
                    <a:pt x="22951" y="9836"/>
                  </a:lnTo>
                  <a:lnTo>
                    <a:pt x="18033" y="4918"/>
                  </a:lnTo>
                  <a:lnTo>
                    <a:pt x="14754" y="1639"/>
                  </a:lnTo>
                  <a:lnTo>
                    <a:pt x="11476" y="0"/>
                  </a:lnTo>
                  <a:lnTo>
                    <a:pt x="8197" y="3279"/>
                  </a:lnTo>
                  <a:lnTo>
                    <a:pt x="9837" y="6557"/>
                  </a:lnTo>
                  <a:lnTo>
                    <a:pt x="11476" y="9836"/>
                  </a:lnTo>
                  <a:lnTo>
                    <a:pt x="11476" y="14754"/>
                  </a:lnTo>
                  <a:lnTo>
                    <a:pt x="8197" y="16393"/>
                  </a:lnTo>
                  <a:lnTo>
                    <a:pt x="4919" y="16393"/>
                  </a:lnTo>
                  <a:lnTo>
                    <a:pt x="0" y="19672"/>
                  </a:lnTo>
                  <a:lnTo>
                    <a:pt x="3279" y="22951"/>
                  </a:lnTo>
                  <a:lnTo>
                    <a:pt x="6558" y="27869"/>
                  </a:lnTo>
                  <a:lnTo>
                    <a:pt x="9837" y="29508"/>
                  </a:lnTo>
                  <a:lnTo>
                    <a:pt x="13115" y="3114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6" name="Freeform 2805">
              <a:extLst>
                <a:ext uri="{FF2B5EF4-FFF2-40B4-BE49-F238E27FC236}">
                  <a16:creationId xmlns:a16="http://schemas.microsoft.com/office/drawing/2014/main" id="{69EE12AF-5412-F84A-BFCD-8505847FCE12}"/>
                </a:ext>
              </a:extLst>
            </p:cNvPr>
            <p:cNvSpPr/>
            <p:nvPr/>
          </p:nvSpPr>
          <p:spPr>
            <a:xfrm>
              <a:off x="10610733" y="2005070"/>
              <a:ext cx="3277" cy="3278"/>
            </a:xfrm>
            <a:custGeom>
              <a:avLst/>
              <a:gdLst>
                <a:gd name="connsiteX0" fmla="*/ 1639 w 3277"/>
                <a:gd name="connsiteY0" fmla="*/ 3279 h 3278"/>
                <a:gd name="connsiteX1" fmla="*/ 3278 w 3277"/>
                <a:gd name="connsiteY1" fmla="*/ 3279 h 3278"/>
                <a:gd name="connsiteX2" fmla="*/ 3278 w 3277"/>
                <a:gd name="connsiteY2" fmla="*/ 3279 h 3278"/>
                <a:gd name="connsiteX3" fmla="*/ 0 w 3277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7" h="3278">
                  <a:moveTo>
                    <a:pt x="1639" y="3279"/>
                  </a:moveTo>
                  <a:lnTo>
                    <a:pt x="3278" y="3279"/>
                  </a:lnTo>
                  <a:lnTo>
                    <a:pt x="3278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7" name="Freeform 2806">
              <a:extLst>
                <a:ext uri="{FF2B5EF4-FFF2-40B4-BE49-F238E27FC236}">
                  <a16:creationId xmlns:a16="http://schemas.microsoft.com/office/drawing/2014/main" id="{4D22C772-D87B-274B-AD65-31868252C08B}"/>
                </a:ext>
              </a:extLst>
            </p:cNvPr>
            <p:cNvSpPr/>
            <p:nvPr/>
          </p:nvSpPr>
          <p:spPr>
            <a:xfrm>
              <a:off x="10614011" y="2018185"/>
              <a:ext cx="3278" cy="4917"/>
            </a:xfrm>
            <a:custGeom>
              <a:avLst/>
              <a:gdLst>
                <a:gd name="connsiteX0" fmla="*/ 0 w 3278"/>
                <a:gd name="connsiteY0" fmla="*/ 3279 h 4917"/>
                <a:gd name="connsiteX1" fmla="*/ 3279 w 3278"/>
                <a:gd name="connsiteY1" fmla="*/ 4918 h 4917"/>
                <a:gd name="connsiteX2" fmla="*/ 0 w 3278"/>
                <a:gd name="connsiteY2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7">
                  <a:moveTo>
                    <a:pt x="0" y="3279"/>
                  </a:moveTo>
                  <a:lnTo>
                    <a:pt x="3279" y="49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8" name="Freeform 2807">
              <a:extLst>
                <a:ext uri="{FF2B5EF4-FFF2-40B4-BE49-F238E27FC236}">
                  <a16:creationId xmlns:a16="http://schemas.microsoft.com/office/drawing/2014/main" id="{0B40C1D8-7879-4B44-ABD4-0CF3E41DBC0F}"/>
                </a:ext>
              </a:extLst>
            </p:cNvPr>
            <p:cNvSpPr/>
            <p:nvPr/>
          </p:nvSpPr>
          <p:spPr>
            <a:xfrm>
              <a:off x="10614011" y="1939497"/>
              <a:ext cx="9836" cy="16393"/>
            </a:xfrm>
            <a:custGeom>
              <a:avLst/>
              <a:gdLst>
                <a:gd name="connsiteX0" fmla="*/ 3279 w 9836"/>
                <a:gd name="connsiteY0" fmla="*/ 14754 h 16393"/>
                <a:gd name="connsiteX1" fmla="*/ 8197 w 9836"/>
                <a:gd name="connsiteY1" fmla="*/ 16393 h 16393"/>
                <a:gd name="connsiteX2" fmla="*/ 9837 w 9836"/>
                <a:gd name="connsiteY2" fmla="*/ 13115 h 16393"/>
                <a:gd name="connsiteX3" fmla="*/ 6558 w 9836"/>
                <a:gd name="connsiteY3" fmla="*/ 9836 h 16393"/>
                <a:gd name="connsiteX4" fmla="*/ 4919 w 9836"/>
                <a:gd name="connsiteY4" fmla="*/ 4918 h 16393"/>
                <a:gd name="connsiteX5" fmla="*/ 3279 w 9836"/>
                <a:gd name="connsiteY5" fmla="*/ 1639 h 16393"/>
                <a:gd name="connsiteX6" fmla="*/ 0 w 9836"/>
                <a:gd name="connsiteY6" fmla="*/ 0 h 16393"/>
                <a:gd name="connsiteX7" fmla="*/ 1640 w 9836"/>
                <a:gd name="connsiteY7" fmla="*/ 3279 h 16393"/>
                <a:gd name="connsiteX8" fmla="*/ 1640 w 9836"/>
                <a:gd name="connsiteY8" fmla="*/ 8197 h 16393"/>
                <a:gd name="connsiteX9" fmla="*/ 1640 w 9836"/>
                <a:gd name="connsiteY9" fmla="*/ 11475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836" h="16393">
                  <a:moveTo>
                    <a:pt x="3279" y="14754"/>
                  </a:moveTo>
                  <a:lnTo>
                    <a:pt x="8197" y="16393"/>
                  </a:lnTo>
                  <a:lnTo>
                    <a:pt x="9837" y="13115"/>
                  </a:lnTo>
                  <a:lnTo>
                    <a:pt x="6558" y="9836"/>
                  </a:lnTo>
                  <a:lnTo>
                    <a:pt x="4919" y="4918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1640" y="3279"/>
                  </a:lnTo>
                  <a:lnTo>
                    <a:pt x="1640" y="8197"/>
                  </a:lnTo>
                  <a:lnTo>
                    <a:pt x="1640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9" name="Freeform 2808">
              <a:extLst>
                <a:ext uri="{FF2B5EF4-FFF2-40B4-BE49-F238E27FC236}">
                  <a16:creationId xmlns:a16="http://schemas.microsoft.com/office/drawing/2014/main" id="{3223C06E-99A0-FA4A-A896-608B37AD1B65}"/>
                </a:ext>
              </a:extLst>
            </p:cNvPr>
            <p:cNvSpPr/>
            <p:nvPr/>
          </p:nvSpPr>
          <p:spPr>
            <a:xfrm>
              <a:off x="10615651" y="1970644"/>
              <a:ext cx="3278" cy="8196"/>
            </a:xfrm>
            <a:custGeom>
              <a:avLst/>
              <a:gdLst>
                <a:gd name="connsiteX0" fmla="*/ 0 w 3278"/>
                <a:gd name="connsiteY0" fmla="*/ 8197 h 8196"/>
                <a:gd name="connsiteX1" fmla="*/ 3279 w 3278"/>
                <a:gd name="connsiteY1" fmla="*/ 3279 h 8196"/>
                <a:gd name="connsiteX2" fmla="*/ 1639 w 3278"/>
                <a:gd name="connsiteY2" fmla="*/ 0 h 8196"/>
                <a:gd name="connsiteX3" fmla="*/ 0 w 3278"/>
                <a:gd name="connsiteY3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8196">
                  <a:moveTo>
                    <a:pt x="0" y="8197"/>
                  </a:moveTo>
                  <a:lnTo>
                    <a:pt x="3279" y="3279"/>
                  </a:ln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0" name="Freeform 2809">
              <a:extLst>
                <a:ext uri="{FF2B5EF4-FFF2-40B4-BE49-F238E27FC236}">
                  <a16:creationId xmlns:a16="http://schemas.microsoft.com/office/drawing/2014/main" id="{AC744842-E1B7-2941-B5F1-AC1C3D8CB267}"/>
                </a:ext>
              </a:extLst>
            </p:cNvPr>
            <p:cNvSpPr/>
            <p:nvPr/>
          </p:nvSpPr>
          <p:spPr>
            <a:xfrm>
              <a:off x="10617290" y="1959169"/>
              <a:ext cx="4917" cy="4918"/>
            </a:xfrm>
            <a:custGeom>
              <a:avLst/>
              <a:gdLst>
                <a:gd name="connsiteX0" fmla="*/ 0 w 4917"/>
                <a:gd name="connsiteY0" fmla="*/ 0 h 4918"/>
                <a:gd name="connsiteX1" fmla="*/ 4918 w 4917"/>
                <a:gd name="connsiteY1" fmla="*/ 4918 h 4918"/>
                <a:gd name="connsiteX2" fmla="*/ 1640 w 4917"/>
                <a:gd name="connsiteY2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4918">
                  <a:moveTo>
                    <a:pt x="0" y="0"/>
                  </a:moveTo>
                  <a:lnTo>
                    <a:pt x="4918" y="4918"/>
                  </a:lnTo>
                  <a:lnTo>
                    <a:pt x="164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1" name="Freeform 2810">
              <a:extLst>
                <a:ext uri="{FF2B5EF4-FFF2-40B4-BE49-F238E27FC236}">
                  <a16:creationId xmlns:a16="http://schemas.microsoft.com/office/drawing/2014/main" id="{F0AF1F80-1278-2C47-A8F2-42A7F31B1688}"/>
                </a:ext>
              </a:extLst>
            </p:cNvPr>
            <p:cNvSpPr/>
            <p:nvPr/>
          </p:nvSpPr>
          <p:spPr>
            <a:xfrm>
              <a:off x="10620569" y="1887038"/>
              <a:ext cx="13114" cy="11475"/>
            </a:xfrm>
            <a:custGeom>
              <a:avLst/>
              <a:gdLst>
                <a:gd name="connsiteX0" fmla="*/ 6558 w 13114"/>
                <a:gd name="connsiteY0" fmla="*/ 0 h 11475"/>
                <a:gd name="connsiteX1" fmla="*/ 3279 w 13114"/>
                <a:gd name="connsiteY1" fmla="*/ 1639 h 11475"/>
                <a:gd name="connsiteX2" fmla="*/ 0 w 13114"/>
                <a:gd name="connsiteY2" fmla="*/ 4918 h 11475"/>
                <a:gd name="connsiteX3" fmla="*/ 3279 w 13114"/>
                <a:gd name="connsiteY3" fmla="*/ 8197 h 11475"/>
                <a:gd name="connsiteX4" fmla="*/ 8197 w 13114"/>
                <a:gd name="connsiteY4" fmla="*/ 9836 h 11475"/>
                <a:gd name="connsiteX5" fmla="*/ 11476 w 13114"/>
                <a:gd name="connsiteY5" fmla="*/ 9836 h 11475"/>
                <a:gd name="connsiteX6" fmla="*/ 13114 w 13114"/>
                <a:gd name="connsiteY6" fmla="*/ 11475 h 11475"/>
                <a:gd name="connsiteX7" fmla="*/ 11476 w 13114"/>
                <a:gd name="connsiteY7" fmla="*/ 6557 h 11475"/>
                <a:gd name="connsiteX8" fmla="*/ 9836 w 13114"/>
                <a:gd name="connsiteY8" fmla="*/ 327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14" h="11475">
                  <a:moveTo>
                    <a:pt x="6558" y="0"/>
                  </a:moveTo>
                  <a:lnTo>
                    <a:pt x="3279" y="1639"/>
                  </a:lnTo>
                  <a:lnTo>
                    <a:pt x="0" y="4918"/>
                  </a:lnTo>
                  <a:lnTo>
                    <a:pt x="3279" y="8197"/>
                  </a:lnTo>
                  <a:lnTo>
                    <a:pt x="8197" y="9836"/>
                  </a:lnTo>
                  <a:lnTo>
                    <a:pt x="11476" y="9836"/>
                  </a:lnTo>
                  <a:lnTo>
                    <a:pt x="13114" y="11475"/>
                  </a:lnTo>
                  <a:lnTo>
                    <a:pt x="11476" y="6557"/>
                  </a:lnTo>
                  <a:lnTo>
                    <a:pt x="9836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2" name="Freeform 2811">
              <a:extLst>
                <a:ext uri="{FF2B5EF4-FFF2-40B4-BE49-F238E27FC236}">
                  <a16:creationId xmlns:a16="http://schemas.microsoft.com/office/drawing/2014/main" id="{AB3D0263-7BF4-0041-B976-2D072764E9BC}"/>
                </a:ext>
              </a:extLst>
            </p:cNvPr>
            <p:cNvSpPr/>
            <p:nvPr/>
          </p:nvSpPr>
          <p:spPr>
            <a:xfrm>
              <a:off x="8677955" y="2947689"/>
              <a:ext cx="199999" cy="257375"/>
            </a:xfrm>
            <a:custGeom>
              <a:avLst/>
              <a:gdLst>
                <a:gd name="connsiteX0" fmla="*/ 4918 w 199999"/>
                <a:gd name="connsiteY0" fmla="*/ 4918 h 257375"/>
                <a:gd name="connsiteX1" fmla="*/ 4918 w 199999"/>
                <a:gd name="connsiteY1" fmla="*/ 1639 h 257375"/>
                <a:gd name="connsiteX2" fmla="*/ 6558 w 199999"/>
                <a:gd name="connsiteY2" fmla="*/ 0 h 257375"/>
                <a:gd name="connsiteX3" fmla="*/ 9836 w 199999"/>
                <a:gd name="connsiteY3" fmla="*/ 3279 h 257375"/>
                <a:gd name="connsiteX4" fmla="*/ 9836 w 199999"/>
                <a:gd name="connsiteY4" fmla="*/ 3279 h 257375"/>
                <a:gd name="connsiteX5" fmla="*/ 11476 w 199999"/>
                <a:gd name="connsiteY5" fmla="*/ 4918 h 257375"/>
                <a:gd name="connsiteX6" fmla="*/ 14754 w 199999"/>
                <a:gd name="connsiteY6" fmla="*/ 6557 h 257375"/>
                <a:gd name="connsiteX7" fmla="*/ 18032 w 199999"/>
                <a:gd name="connsiteY7" fmla="*/ 9836 h 257375"/>
                <a:gd name="connsiteX8" fmla="*/ 19672 w 199999"/>
                <a:gd name="connsiteY8" fmla="*/ 13115 h 257375"/>
                <a:gd name="connsiteX9" fmla="*/ 22951 w 199999"/>
                <a:gd name="connsiteY9" fmla="*/ 14754 h 257375"/>
                <a:gd name="connsiteX10" fmla="*/ 22951 w 199999"/>
                <a:gd name="connsiteY10" fmla="*/ 14754 h 257375"/>
                <a:gd name="connsiteX11" fmla="*/ 27869 w 199999"/>
                <a:gd name="connsiteY11" fmla="*/ 14754 h 257375"/>
                <a:gd name="connsiteX12" fmla="*/ 27869 w 199999"/>
                <a:gd name="connsiteY12" fmla="*/ 14754 h 257375"/>
                <a:gd name="connsiteX13" fmla="*/ 31148 w 199999"/>
                <a:gd name="connsiteY13" fmla="*/ 16393 h 257375"/>
                <a:gd name="connsiteX14" fmla="*/ 32787 w 199999"/>
                <a:gd name="connsiteY14" fmla="*/ 16393 h 257375"/>
                <a:gd name="connsiteX15" fmla="*/ 31148 w 199999"/>
                <a:gd name="connsiteY15" fmla="*/ 13115 h 257375"/>
                <a:gd name="connsiteX16" fmla="*/ 27869 w 199999"/>
                <a:gd name="connsiteY16" fmla="*/ 9836 h 257375"/>
                <a:gd name="connsiteX17" fmla="*/ 31148 w 199999"/>
                <a:gd name="connsiteY17" fmla="*/ 9836 h 257375"/>
                <a:gd name="connsiteX18" fmla="*/ 34426 w 199999"/>
                <a:gd name="connsiteY18" fmla="*/ 11475 h 257375"/>
                <a:gd name="connsiteX19" fmla="*/ 36066 w 199999"/>
                <a:gd name="connsiteY19" fmla="*/ 16393 h 257375"/>
                <a:gd name="connsiteX20" fmla="*/ 37705 w 199999"/>
                <a:gd name="connsiteY20" fmla="*/ 19672 h 257375"/>
                <a:gd name="connsiteX21" fmla="*/ 40983 w 199999"/>
                <a:gd name="connsiteY21" fmla="*/ 22951 h 257375"/>
                <a:gd name="connsiteX22" fmla="*/ 44262 w 199999"/>
                <a:gd name="connsiteY22" fmla="*/ 26229 h 257375"/>
                <a:gd name="connsiteX23" fmla="*/ 49180 w 199999"/>
                <a:gd name="connsiteY23" fmla="*/ 26229 h 257375"/>
                <a:gd name="connsiteX24" fmla="*/ 50819 w 199999"/>
                <a:gd name="connsiteY24" fmla="*/ 27869 h 257375"/>
                <a:gd name="connsiteX25" fmla="*/ 50819 w 199999"/>
                <a:gd name="connsiteY25" fmla="*/ 27869 h 257375"/>
                <a:gd name="connsiteX26" fmla="*/ 54098 w 199999"/>
                <a:gd name="connsiteY26" fmla="*/ 29508 h 257375"/>
                <a:gd name="connsiteX27" fmla="*/ 55738 w 199999"/>
                <a:gd name="connsiteY27" fmla="*/ 24590 h 257375"/>
                <a:gd name="connsiteX28" fmla="*/ 55738 w 199999"/>
                <a:gd name="connsiteY28" fmla="*/ 22951 h 257375"/>
                <a:gd name="connsiteX29" fmla="*/ 54098 w 199999"/>
                <a:gd name="connsiteY29" fmla="*/ 19672 h 257375"/>
                <a:gd name="connsiteX30" fmla="*/ 59016 w 199999"/>
                <a:gd name="connsiteY30" fmla="*/ 19672 h 257375"/>
                <a:gd name="connsiteX31" fmla="*/ 60656 w 199999"/>
                <a:gd name="connsiteY31" fmla="*/ 22951 h 257375"/>
                <a:gd name="connsiteX32" fmla="*/ 63935 w 199999"/>
                <a:gd name="connsiteY32" fmla="*/ 26229 h 257375"/>
                <a:gd name="connsiteX33" fmla="*/ 63935 w 199999"/>
                <a:gd name="connsiteY33" fmla="*/ 27869 h 257375"/>
                <a:gd name="connsiteX34" fmla="*/ 63935 w 199999"/>
                <a:gd name="connsiteY34" fmla="*/ 29508 h 257375"/>
                <a:gd name="connsiteX35" fmla="*/ 65573 w 199999"/>
                <a:gd name="connsiteY35" fmla="*/ 29508 h 257375"/>
                <a:gd name="connsiteX36" fmla="*/ 65573 w 199999"/>
                <a:gd name="connsiteY36" fmla="*/ 29508 h 257375"/>
                <a:gd name="connsiteX37" fmla="*/ 65573 w 199999"/>
                <a:gd name="connsiteY37" fmla="*/ 31147 h 257375"/>
                <a:gd name="connsiteX38" fmla="*/ 65573 w 199999"/>
                <a:gd name="connsiteY38" fmla="*/ 36065 h 257375"/>
                <a:gd name="connsiteX39" fmla="*/ 65573 w 199999"/>
                <a:gd name="connsiteY39" fmla="*/ 36065 h 257375"/>
                <a:gd name="connsiteX40" fmla="*/ 65573 w 199999"/>
                <a:gd name="connsiteY40" fmla="*/ 36065 h 257375"/>
                <a:gd name="connsiteX41" fmla="*/ 65573 w 199999"/>
                <a:gd name="connsiteY41" fmla="*/ 37705 h 257375"/>
                <a:gd name="connsiteX42" fmla="*/ 65573 w 199999"/>
                <a:gd name="connsiteY42" fmla="*/ 37705 h 257375"/>
                <a:gd name="connsiteX43" fmla="*/ 67212 w 199999"/>
                <a:gd name="connsiteY43" fmla="*/ 39344 h 257375"/>
                <a:gd name="connsiteX44" fmla="*/ 67212 w 199999"/>
                <a:gd name="connsiteY44" fmla="*/ 40983 h 257375"/>
                <a:gd name="connsiteX45" fmla="*/ 68852 w 199999"/>
                <a:gd name="connsiteY45" fmla="*/ 44262 h 257375"/>
                <a:gd name="connsiteX46" fmla="*/ 68852 w 199999"/>
                <a:gd name="connsiteY46" fmla="*/ 45901 h 257375"/>
                <a:gd name="connsiteX47" fmla="*/ 68852 w 199999"/>
                <a:gd name="connsiteY47" fmla="*/ 45901 h 257375"/>
                <a:gd name="connsiteX48" fmla="*/ 68852 w 199999"/>
                <a:gd name="connsiteY48" fmla="*/ 45901 h 257375"/>
                <a:gd name="connsiteX49" fmla="*/ 68852 w 199999"/>
                <a:gd name="connsiteY49" fmla="*/ 45901 h 257375"/>
                <a:gd name="connsiteX50" fmla="*/ 68852 w 199999"/>
                <a:gd name="connsiteY50" fmla="*/ 47541 h 257375"/>
                <a:gd name="connsiteX51" fmla="*/ 68852 w 199999"/>
                <a:gd name="connsiteY51" fmla="*/ 47541 h 257375"/>
                <a:gd name="connsiteX52" fmla="*/ 68852 w 199999"/>
                <a:gd name="connsiteY52" fmla="*/ 47541 h 257375"/>
                <a:gd name="connsiteX53" fmla="*/ 68852 w 199999"/>
                <a:gd name="connsiteY53" fmla="*/ 50819 h 257375"/>
                <a:gd name="connsiteX54" fmla="*/ 68852 w 199999"/>
                <a:gd name="connsiteY54" fmla="*/ 50819 h 257375"/>
                <a:gd name="connsiteX55" fmla="*/ 68852 w 199999"/>
                <a:gd name="connsiteY55" fmla="*/ 54098 h 257375"/>
                <a:gd name="connsiteX56" fmla="*/ 68852 w 199999"/>
                <a:gd name="connsiteY56" fmla="*/ 54098 h 257375"/>
                <a:gd name="connsiteX57" fmla="*/ 70491 w 199999"/>
                <a:gd name="connsiteY57" fmla="*/ 59016 h 257375"/>
                <a:gd name="connsiteX58" fmla="*/ 73770 w 199999"/>
                <a:gd name="connsiteY58" fmla="*/ 57377 h 257375"/>
                <a:gd name="connsiteX59" fmla="*/ 75409 w 199999"/>
                <a:gd name="connsiteY59" fmla="*/ 59016 h 257375"/>
                <a:gd name="connsiteX60" fmla="*/ 77049 w 199999"/>
                <a:gd name="connsiteY60" fmla="*/ 59016 h 257375"/>
                <a:gd name="connsiteX61" fmla="*/ 80328 w 199999"/>
                <a:gd name="connsiteY61" fmla="*/ 60655 h 257375"/>
                <a:gd name="connsiteX62" fmla="*/ 83606 w 199999"/>
                <a:gd name="connsiteY62" fmla="*/ 62295 h 257375"/>
                <a:gd name="connsiteX63" fmla="*/ 85246 w 199999"/>
                <a:gd name="connsiteY63" fmla="*/ 62295 h 257375"/>
                <a:gd name="connsiteX64" fmla="*/ 90164 w 199999"/>
                <a:gd name="connsiteY64" fmla="*/ 63934 h 257375"/>
                <a:gd name="connsiteX65" fmla="*/ 93442 w 199999"/>
                <a:gd name="connsiteY65" fmla="*/ 63934 h 257375"/>
                <a:gd name="connsiteX66" fmla="*/ 96721 w 199999"/>
                <a:gd name="connsiteY66" fmla="*/ 63934 h 257375"/>
                <a:gd name="connsiteX67" fmla="*/ 99999 w 199999"/>
                <a:gd name="connsiteY67" fmla="*/ 63934 h 257375"/>
                <a:gd name="connsiteX68" fmla="*/ 104918 w 199999"/>
                <a:gd name="connsiteY68" fmla="*/ 63934 h 257375"/>
                <a:gd name="connsiteX69" fmla="*/ 108196 w 199999"/>
                <a:gd name="connsiteY69" fmla="*/ 63934 h 257375"/>
                <a:gd name="connsiteX70" fmla="*/ 111475 w 199999"/>
                <a:gd name="connsiteY70" fmla="*/ 63934 h 257375"/>
                <a:gd name="connsiteX71" fmla="*/ 111475 w 199999"/>
                <a:gd name="connsiteY71" fmla="*/ 63934 h 257375"/>
                <a:gd name="connsiteX72" fmla="*/ 116393 w 199999"/>
                <a:gd name="connsiteY72" fmla="*/ 63934 h 257375"/>
                <a:gd name="connsiteX73" fmla="*/ 119671 w 199999"/>
                <a:gd name="connsiteY73" fmla="*/ 62295 h 257375"/>
                <a:gd name="connsiteX74" fmla="*/ 122950 w 199999"/>
                <a:gd name="connsiteY74" fmla="*/ 62295 h 257375"/>
                <a:gd name="connsiteX75" fmla="*/ 126229 w 199999"/>
                <a:gd name="connsiteY75" fmla="*/ 63934 h 257375"/>
                <a:gd name="connsiteX76" fmla="*/ 129508 w 199999"/>
                <a:gd name="connsiteY76" fmla="*/ 63934 h 257375"/>
                <a:gd name="connsiteX77" fmla="*/ 132786 w 199999"/>
                <a:gd name="connsiteY77" fmla="*/ 65573 h 257375"/>
                <a:gd name="connsiteX78" fmla="*/ 137705 w 199999"/>
                <a:gd name="connsiteY78" fmla="*/ 65573 h 257375"/>
                <a:gd name="connsiteX79" fmla="*/ 140983 w 199999"/>
                <a:gd name="connsiteY79" fmla="*/ 65573 h 257375"/>
                <a:gd name="connsiteX80" fmla="*/ 140983 w 199999"/>
                <a:gd name="connsiteY80" fmla="*/ 63934 h 257375"/>
                <a:gd name="connsiteX81" fmla="*/ 144261 w 199999"/>
                <a:gd name="connsiteY81" fmla="*/ 63934 h 257375"/>
                <a:gd name="connsiteX82" fmla="*/ 147540 w 199999"/>
                <a:gd name="connsiteY82" fmla="*/ 63934 h 257375"/>
                <a:gd name="connsiteX83" fmla="*/ 152458 w 199999"/>
                <a:gd name="connsiteY83" fmla="*/ 63934 h 257375"/>
                <a:gd name="connsiteX84" fmla="*/ 154098 w 199999"/>
                <a:gd name="connsiteY84" fmla="*/ 63934 h 257375"/>
                <a:gd name="connsiteX85" fmla="*/ 157376 w 199999"/>
                <a:gd name="connsiteY85" fmla="*/ 63934 h 257375"/>
                <a:gd name="connsiteX86" fmla="*/ 160655 w 199999"/>
                <a:gd name="connsiteY86" fmla="*/ 67213 h 257375"/>
                <a:gd name="connsiteX87" fmla="*/ 163934 w 199999"/>
                <a:gd name="connsiteY87" fmla="*/ 67213 h 257375"/>
                <a:gd name="connsiteX88" fmla="*/ 168851 w 199999"/>
                <a:gd name="connsiteY88" fmla="*/ 70492 h 257375"/>
                <a:gd name="connsiteX89" fmla="*/ 168851 w 199999"/>
                <a:gd name="connsiteY89" fmla="*/ 70492 h 257375"/>
                <a:gd name="connsiteX90" fmla="*/ 168851 w 199999"/>
                <a:gd name="connsiteY90" fmla="*/ 72131 h 257375"/>
                <a:gd name="connsiteX91" fmla="*/ 172130 w 199999"/>
                <a:gd name="connsiteY91" fmla="*/ 75409 h 257375"/>
                <a:gd name="connsiteX92" fmla="*/ 172130 w 199999"/>
                <a:gd name="connsiteY92" fmla="*/ 77049 h 257375"/>
                <a:gd name="connsiteX93" fmla="*/ 168851 w 199999"/>
                <a:gd name="connsiteY93" fmla="*/ 78688 h 257375"/>
                <a:gd name="connsiteX94" fmla="*/ 167213 w 199999"/>
                <a:gd name="connsiteY94" fmla="*/ 77049 h 257375"/>
                <a:gd name="connsiteX95" fmla="*/ 163934 w 199999"/>
                <a:gd name="connsiteY95" fmla="*/ 77049 h 257375"/>
                <a:gd name="connsiteX96" fmla="*/ 163934 w 199999"/>
                <a:gd name="connsiteY96" fmla="*/ 78688 h 257375"/>
                <a:gd name="connsiteX97" fmla="*/ 163934 w 199999"/>
                <a:gd name="connsiteY97" fmla="*/ 80327 h 257375"/>
                <a:gd name="connsiteX98" fmla="*/ 163934 w 199999"/>
                <a:gd name="connsiteY98" fmla="*/ 80327 h 257375"/>
                <a:gd name="connsiteX99" fmla="*/ 163934 w 199999"/>
                <a:gd name="connsiteY99" fmla="*/ 83606 h 257375"/>
                <a:gd name="connsiteX100" fmla="*/ 162295 w 199999"/>
                <a:gd name="connsiteY100" fmla="*/ 88524 h 257375"/>
                <a:gd name="connsiteX101" fmla="*/ 162295 w 199999"/>
                <a:gd name="connsiteY101" fmla="*/ 91803 h 257375"/>
                <a:gd name="connsiteX102" fmla="*/ 160655 w 199999"/>
                <a:gd name="connsiteY102" fmla="*/ 95082 h 257375"/>
                <a:gd name="connsiteX103" fmla="*/ 159016 w 199999"/>
                <a:gd name="connsiteY103" fmla="*/ 98360 h 257375"/>
                <a:gd name="connsiteX104" fmla="*/ 155737 w 199999"/>
                <a:gd name="connsiteY104" fmla="*/ 99999 h 257375"/>
                <a:gd name="connsiteX105" fmla="*/ 154098 w 199999"/>
                <a:gd name="connsiteY105" fmla="*/ 103278 h 257375"/>
                <a:gd name="connsiteX106" fmla="*/ 154098 w 199999"/>
                <a:gd name="connsiteY106" fmla="*/ 108196 h 257375"/>
                <a:gd name="connsiteX107" fmla="*/ 150819 w 199999"/>
                <a:gd name="connsiteY107" fmla="*/ 106557 h 257375"/>
                <a:gd name="connsiteX108" fmla="*/ 147540 w 199999"/>
                <a:gd name="connsiteY108" fmla="*/ 108196 h 257375"/>
                <a:gd name="connsiteX109" fmla="*/ 144261 w 199999"/>
                <a:gd name="connsiteY109" fmla="*/ 106557 h 257375"/>
                <a:gd name="connsiteX110" fmla="*/ 144261 w 199999"/>
                <a:gd name="connsiteY110" fmla="*/ 109836 h 257375"/>
                <a:gd name="connsiteX111" fmla="*/ 142623 w 199999"/>
                <a:gd name="connsiteY111" fmla="*/ 111475 h 257375"/>
                <a:gd name="connsiteX112" fmla="*/ 139344 w 199999"/>
                <a:gd name="connsiteY112" fmla="*/ 111475 h 257375"/>
                <a:gd name="connsiteX113" fmla="*/ 134426 w 199999"/>
                <a:gd name="connsiteY113" fmla="*/ 111475 h 257375"/>
                <a:gd name="connsiteX114" fmla="*/ 136065 w 199999"/>
                <a:gd name="connsiteY114" fmla="*/ 114754 h 257375"/>
                <a:gd name="connsiteX115" fmla="*/ 134426 w 199999"/>
                <a:gd name="connsiteY115" fmla="*/ 114754 h 257375"/>
                <a:gd name="connsiteX116" fmla="*/ 132786 w 199999"/>
                <a:gd name="connsiteY116" fmla="*/ 116393 h 257375"/>
                <a:gd name="connsiteX117" fmla="*/ 131147 w 199999"/>
                <a:gd name="connsiteY117" fmla="*/ 119672 h 257375"/>
                <a:gd name="connsiteX118" fmla="*/ 131147 w 199999"/>
                <a:gd name="connsiteY118" fmla="*/ 122950 h 257375"/>
                <a:gd name="connsiteX119" fmla="*/ 131147 w 199999"/>
                <a:gd name="connsiteY119" fmla="*/ 122950 h 257375"/>
                <a:gd name="connsiteX120" fmla="*/ 131147 w 199999"/>
                <a:gd name="connsiteY120" fmla="*/ 126229 h 257375"/>
                <a:gd name="connsiteX121" fmla="*/ 131147 w 199999"/>
                <a:gd name="connsiteY121" fmla="*/ 129508 h 257375"/>
                <a:gd name="connsiteX122" fmla="*/ 129508 w 199999"/>
                <a:gd name="connsiteY122" fmla="*/ 131147 h 257375"/>
                <a:gd name="connsiteX123" fmla="*/ 131147 w 199999"/>
                <a:gd name="connsiteY123" fmla="*/ 134426 h 257375"/>
                <a:gd name="connsiteX124" fmla="*/ 132786 w 199999"/>
                <a:gd name="connsiteY124" fmla="*/ 137704 h 257375"/>
                <a:gd name="connsiteX125" fmla="*/ 134426 w 199999"/>
                <a:gd name="connsiteY125" fmla="*/ 139344 h 257375"/>
                <a:gd name="connsiteX126" fmla="*/ 136065 w 199999"/>
                <a:gd name="connsiteY126" fmla="*/ 142622 h 257375"/>
                <a:gd name="connsiteX127" fmla="*/ 137705 w 199999"/>
                <a:gd name="connsiteY127" fmla="*/ 147540 h 257375"/>
                <a:gd name="connsiteX128" fmla="*/ 137705 w 199999"/>
                <a:gd name="connsiteY128" fmla="*/ 150819 h 257375"/>
                <a:gd name="connsiteX129" fmla="*/ 139344 w 199999"/>
                <a:gd name="connsiteY129" fmla="*/ 154098 h 257375"/>
                <a:gd name="connsiteX130" fmla="*/ 140983 w 199999"/>
                <a:gd name="connsiteY130" fmla="*/ 155737 h 257375"/>
                <a:gd name="connsiteX131" fmla="*/ 140983 w 199999"/>
                <a:gd name="connsiteY131" fmla="*/ 152458 h 257375"/>
                <a:gd name="connsiteX132" fmla="*/ 140983 w 199999"/>
                <a:gd name="connsiteY132" fmla="*/ 149179 h 257375"/>
                <a:gd name="connsiteX133" fmla="*/ 144261 w 199999"/>
                <a:gd name="connsiteY133" fmla="*/ 150819 h 257375"/>
                <a:gd name="connsiteX134" fmla="*/ 144261 w 199999"/>
                <a:gd name="connsiteY134" fmla="*/ 152458 h 257375"/>
                <a:gd name="connsiteX135" fmla="*/ 145901 w 199999"/>
                <a:gd name="connsiteY135" fmla="*/ 155737 h 257375"/>
                <a:gd name="connsiteX136" fmla="*/ 147540 w 199999"/>
                <a:gd name="connsiteY136" fmla="*/ 159016 h 257375"/>
                <a:gd name="connsiteX137" fmla="*/ 149179 w 199999"/>
                <a:gd name="connsiteY137" fmla="*/ 160655 h 257375"/>
                <a:gd name="connsiteX138" fmla="*/ 152458 w 199999"/>
                <a:gd name="connsiteY138" fmla="*/ 160655 h 257375"/>
                <a:gd name="connsiteX139" fmla="*/ 154098 w 199999"/>
                <a:gd name="connsiteY139" fmla="*/ 160655 h 257375"/>
                <a:gd name="connsiteX140" fmla="*/ 157376 w 199999"/>
                <a:gd name="connsiteY140" fmla="*/ 155737 h 257375"/>
                <a:gd name="connsiteX141" fmla="*/ 157376 w 199999"/>
                <a:gd name="connsiteY141" fmla="*/ 152458 h 257375"/>
                <a:gd name="connsiteX142" fmla="*/ 155737 w 199999"/>
                <a:gd name="connsiteY142" fmla="*/ 149179 h 257375"/>
                <a:gd name="connsiteX143" fmla="*/ 155737 w 199999"/>
                <a:gd name="connsiteY143" fmla="*/ 144262 h 257375"/>
                <a:gd name="connsiteX144" fmla="*/ 157376 w 199999"/>
                <a:gd name="connsiteY144" fmla="*/ 140983 h 257375"/>
                <a:gd name="connsiteX145" fmla="*/ 160655 w 199999"/>
                <a:gd name="connsiteY145" fmla="*/ 137704 h 257375"/>
                <a:gd name="connsiteX146" fmla="*/ 160655 w 199999"/>
                <a:gd name="connsiteY146" fmla="*/ 137704 h 257375"/>
                <a:gd name="connsiteX147" fmla="*/ 160655 w 199999"/>
                <a:gd name="connsiteY147" fmla="*/ 132786 h 257375"/>
                <a:gd name="connsiteX148" fmla="*/ 159016 w 199999"/>
                <a:gd name="connsiteY148" fmla="*/ 129508 h 257375"/>
                <a:gd name="connsiteX149" fmla="*/ 162295 w 199999"/>
                <a:gd name="connsiteY149" fmla="*/ 131147 h 257375"/>
                <a:gd name="connsiteX150" fmla="*/ 163934 w 199999"/>
                <a:gd name="connsiteY150" fmla="*/ 131147 h 257375"/>
                <a:gd name="connsiteX151" fmla="*/ 167213 w 199999"/>
                <a:gd name="connsiteY151" fmla="*/ 127868 h 257375"/>
                <a:gd name="connsiteX152" fmla="*/ 167213 w 199999"/>
                <a:gd name="connsiteY152" fmla="*/ 127868 h 257375"/>
                <a:gd name="connsiteX153" fmla="*/ 170491 w 199999"/>
                <a:gd name="connsiteY153" fmla="*/ 127868 h 257375"/>
                <a:gd name="connsiteX154" fmla="*/ 172130 w 199999"/>
                <a:gd name="connsiteY154" fmla="*/ 129508 h 257375"/>
                <a:gd name="connsiteX155" fmla="*/ 172130 w 199999"/>
                <a:gd name="connsiteY155" fmla="*/ 132786 h 257375"/>
                <a:gd name="connsiteX156" fmla="*/ 173769 w 199999"/>
                <a:gd name="connsiteY156" fmla="*/ 137704 h 257375"/>
                <a:gd name="connsiteX157" fmla="*/ 175409 w 199999"/>
                <a:gd name="connsiteY157" fmla="*/ 140983 h 257375"/>
                <a:gd name="connsiteX158" fmla="*/ 177048 w 199999"/>
                <a:gd name="connsiteY158" fmla="*/ 144262 h 257375"/>
                <a:gd name="connsiteX159" fmla="*/ 178688 w 199999"/>
                <a:gd name="connsiteY159" fmla="*/ 147540 h 257375"/>
                <a:gd name="connsiteX160" fmla="*/ 177048 w 199999"/>
                <a:gd name="connsiteY160" fmla="*/ 149179 h 257375"/>
                <a:gd name="connsiteX161" fmla="*/ 177048 w 199999"/>
                <a:gd name="connsiteY161" fmla="*/ 152458 h 257375"/>
                <a:gd name="connsiteX162" fmla="*/ 178688 w 199999"/>
                <a:gd name="connsiteY162" fmla="*/ 157376 h 257375"/>
                <a:gd name="connsiteX163" fmla="*/ 180327 w 199999"/>
                <a:gd name="connsiteY163" fmla="*/ 160655 h 257375"/>
                <a:gd name="connsiteX164" fmla="*/ 181966 w 199999"/>
                <a:gd name="connsiteY164" fmla="*/ 163934 h 257375"/>
                <a:gd name="connsiteX165" fmla="*/ 183606 w 199999"/>
                <a:gd name="connsiteY165" fmla="*/ 167212 h 257375"/>
                <a:gd name="connsiteX166" fmla="*/ 183606 w 199999"/>
                <a:gd name="connsiteY166" fmla="*/ 170491 h 257375"/>
                <a:gd name="connsiteX167" fmla="*/ 186885 w 199999"/>
                <a:gd name="connsiteY167" fmla="*/ 173770 h 257375"/>
                <a:gd name="connsiteX168" fmla="*/ 188524 w 199999"/>
                <a:gd name="connsiteY168" fmla="*/ 178688 h 257375"/>
                <a:gd name="connsiteX169" fmla="*/ 188524 w 199999"/>
                <a:gd name="connsiteY169" fmla="*/ 181966 h 257375"/>
                <a:gd name="connsiteX170" fmla="*/ 188524 w 199999"/>
                <a:gd name="connsiteY170" fmla="*/ 185245 h 257375"/>
                <a:gd name="connsiteX171" fmla="*/ 191803 w 199999"/>
                <a:gd name="connsiteY171" fmla="*/ 190163 h 257375"/>
                <a:gd name="connsiteX172" fmla="*/ 191803 w 199999"/>
                <a:gd name="connsiteY172" fmla="*/ 193442 h 257375"/>
                <a:gd name="connsiteX173" fmla="*/ 193442 w 199999"/>
                <a:gd name="connsiteY173" fmla="*/ 196720 h 257375"/>
                <a:gd name="connsiteX174" fmla="*/ 191803 w 199999"/>
                <a:gd name="connsiteY174" fmla="*/ 201638 h 257375"/>
                <a:gd name="connsiteX175" fmla="*/ 193442 w 199999"/>
                <a:gd name="connsiteY175" fmla="*/ 204917 h 257375"/>
                <a:gd name="connsiteX176" fmla="*/ 195081 w 199999"/>
                <a:gd name="connsiteY176" fmla="*/ 208196 h 257375"/>
                <a:gd name="connsiteX177" fmla="*/ 195081 w 199999"/>
                <a:gd name="connsiteY177" fmla="*/ 211474 h 257375"/>
                <a:gd name="connsiteX178" fmla="*/ 195081 w 199999"/>
                <a:gd name="connsiteY178" fmla="*/ 216392 h 257375"/>
                <a:gd name="connsiteX179" fmla="*/ 195081 w 199999"/>
                <a:gd name="connsiteY179" fmla="*/ 219671 h 257375"/>
                <a:gd name="connsiteX180" fmla="*/ 196720 w 199999"/>
                <a:gd name="connsiteY180" fmla="*/ 222950 h 257375"/>
                <a:gd name="connsiteX181" fmla="*/ 196720 w 199999"/>
                <a:gd name="connsiteY181" fmla="*/ 226229 h 257375"/>
                <a:gd name="connsiteX182" fmla="*/ 198359 w 199999"/>
                <a:gd name="connsiteY182" fmla="*/ 231146 h 257375"/>
                <a:gd name="connsiteX183" fmla="*/ 199999 w 199999"/>
                <a:gd name="connsiteY183" fmla="*/ 234425 h 257375"/>
                <a:gd name="connsiteX184" fmla="*/ 196720 w 199999"/>
                <a:gd name="connsiteY184" fmla="*/ 234425 h 257375"/>
                <a:gd name="connsiteX185" fmla="*/ 195081 w 199999"/>
                <a:gd name="connsiteY185" fmla="*/ 231146 h 257375"/>
                <a:gd name="connsiteX186" fmla="*/ 191803 w 199999"/>
                <a:gd name="connsiteY186" fmla="*/ 231146 h 257375"/>
                <a:gd name="connsiteX187" fmla="*/ 190163 w 199999"/>
                <a:gd name="connsiteY187" fmla="*/ 229507 h 257375"/>
                <a:gd name="connsiteX188" fmla="*/ 186885 w 199999"/>
                <a:gd name="connsiteY188" fmla="*/ 227868 h 257375"/>
                <a:gd name="connsiteX189" fmla="*/ 183606 w 199999"/>
                <a:gd name="connsiteY189" fmla="*/ 232786 h 257375"/>
                <a:gd name="connsiteX190" fmla="*/ 183606 w 199999"/>
                <a:gd name="connsiteY190" fmla="*/ 236064 h 257375"/>
                <a:gd name="connsiteX191" fmla="*/ 183606 w 199999"/>
                <a:gd name="connsiteY191" fmla="*/ 239343 h 257375"/>
                <a:gd name="connsiteX192" fmla="*/ 183606 w 199999"/>
                <a:gd name="connsiteY192" fmla="*/ 240982 h 257375"/>
                <a:gd name="connsiteX193" fmla="*/ 186885 w 199999"/>
                <a:gd name="connsiteY193" fmla="*/ 245901 h 257375"/>
                <a:gd name="connsiteX194" fmla="*/ 186885 w 199999"/>
                <a:gd name="connsiteY194" fmla="*/ 245901 h 257375"/>
                <a:gd name="connsiteX195" fmla="*/ 186885 w 199999"/>
                <a:gd name="connsiteY195" fmla="*/ 249179 h 257375"/>
                <a:gd name="connsiteX196" fmla="*/ 188524 w 199999"/>
                <a:gd name="connsiteY196" fmla="*/ 254097 h 257375"/>
                <a:gd name="connsiteX197" fmla="*/ 188524 w 199999"/>
                <a:gd name="connsiteY197" fmla="*/ 257376 h 257375"/>
                <a:gd name="connsiteX198" fmla="*/ 186885 w 199999"/>
                <a:gd name="connsiteY198" fmla="*/ 254097 h 257375"/>
                <a:gd name="connsiteX199" fmla="*/ 185245 w 199999"/>
                <a:gd name="connsiteY199" fmla="*/ 252458 h 257375"/>
                <a:gd name="connsiteX200" fmla="*/ 183606 w 199999"/>
                <a:gd name="connsiteY200" fmla="*/ 247540 h 257375"/>
                <a:gd name="connsiteX201" fmla="*/ 180327 w 199999"/>
                <a:gd name="connsiteY201" fmla="*/ 244261 h 257375"/>
                <a:gd name="connsiteX202" fmla="*/ 177048 w 199999"/>
                <a:gd name="connsiteY202" fmla="*/ 240982 h 257375"/>
                <a:gd name="connsiteX203" fmla="*/ 177048 w 199999"/>
                <a:gd name="connsiteY203" fmla="*/ 236064 h 257375"/>
                <a:gd name="connsiteX204" fmla="*/ 175409 w 199999"/>
                <a:gd name="connsiteY204" fmla="*/ 232786 h 257375"/>
                <a:gd name="connsiteX205" fmla="*/ 172130 w 199999"/>
                <a:gd name="connsiteY205" fmla="*/ 229507 h 257375"/>
                <a:gd name="connsiteX206" fmla="*/ 173769 w 199999"/>
                <a:gd name="connsiteY206" fmla="*/ 226229 h 257375"/>
                <a:gd name="connsiteX207" fmla="*/ 173769 w 199999"/>
                <a:gd name="connsiteY207" fmla="*/ 221310 h 257375"/>
                <a:gd name="connsiteX208" fmla="*/ 172130 w 199999"/>
                <a:gd name="connsiteY208" fmla="*/ 218032 h 257375"/>
                <a:gd name="connsiteX209" fmla="*/ 170491 w 199999"/>
                <a:gd name="connsiteY209" fmla="*/ 214753 h 257375"/>
                <a:gd name="connsiteX210" fmla="*/ 168851 w 199999"/>
                <a:gd name="connsiteY210" fmla="*/ 211474 h 257375"/>
                <a:gd name="connsiteX211" fmla="*/ 167213 w 199999"/>
                <a:gd name="connsiteY211" fmla="*/ 206556 h 257375"/>
                <a:gd name="connsiteX212" fmla="*/ 167213 w 199999"/>
                <a:gd name="connsiteY212" fmla="*/ 204917 h 257375"/>
                <a:gd name="connsiteX213" fmla="*/ 165573 w 199999"/>
                <a:gd name="connsiteY213" fmla="*/ 201638 h 257375"/>
                <a:gd name="connsiteX214" fmla="*/ 163934 w 199999"/>
                <a:gd name="connsiteY214" fmla="*/ 196720 h 257375"/>
                <a:gd name="connsiteX215" fmla="*/ 163934 w 199999"/>
                <a:gd name="connsiteY215" fmla="*/ 193442 h 257375"/>
                <a:gd name="connsiteX216" fmla="*/ 163934 w 199999"/>
                <a:gd name="connsiteY216" fmla="*/ 190163 h 257375"/>
                <a:gd name="connsiteX217" fmla="*/ 163934 w 199999"/>
                <a:gd name="connsiteY217" fmla="*/ 186884 h 257375"/>
                <a:gd name="connsiteX218" fmla="*/ 165573 w 199999"/>
                <a:gd name="connsiteY218" fmla="*/ 185245 h 257375"/>
                <a:gd name="connsiteX219" fmla="*/ 163934 w 199999"/>
                <a:gd name="connsiteY219" fmla="*/ 185245 h 257375"/>
                <a:gd name="connsiteX220" fmla="*/ 163934 w 199999"/>
                <a:gd name="connsiteY220" fmla="*/ 186884 h 257375"/>
                <a:gd name="connsiteX221" fmla="*/ 162295 w 199999"/>
                <a:gd name="connsiteY221" fmla="*/ 188524 h 257375"/>
                <a:gd name="connsiteX222" fmla="*/ 162295 w 199999"/>
                <a:gd name="connsiteY222" fmla="*/ 190163 h 257375"/>
                <a:gd name="connsiteX223" fmla="*/ 162295 w 199999"/>
                <a:gd name="connsiteY223" fmla="*/ 193442 h 257375"/>
                <a:gd name="connsiteX224" fmla="*/ 160655 w 199999"/>
                <a:gd name="connsiteY224" fmla="*/ 190163 h 257375"/>
                <a:gd name="connsiteX225" fmla="*/ 159016 w 199999"/>
                <a:gd name="connsiteY225" fmla="*/ 185245 h 257375"/>
                <a:gd name="connsiteX226" fmla="*/ 157376 w 199999"/>
                <a:gd name="connsiteY226" fmla="*/ 181966 h 257375"/>
                <a:gd name="connsiteX227" fmla="*/ 154098 w 199999"/>
                <a:gd name="connsiteY227" fmla="*/ 178688 h 257375"/>
                <a:gd name="connsiteX228" fmla="*/ 150819 w 199999"/>
                <a:gd name="connsiteY228" fmla="*/ 175409 h 257375"/>
                <a:gd name="connsiteX229" fmla="*/ 147540 w 199999"/>
                <a:gd name="connsiteY229" fmla="*/ 172130 h 257375"/>
                <a:gd name="connsiteX230" fmla="*/ 145901 w 199999"/>
                <a:gd name="connsiteY230" fmla="*/ 167212 h 257375"/>
                <a:gd name="connsiteX231" fmla="*/ 145901 w 199999"/>
                <a:gd name="connsiteY231" fmla="*/ 163934 h 257375"/>
                <a:gd name="connsiteX232" fmla="*/ 145901 w 199999"/>
                <a:gd name="connsiteY232" fmla="*/ 165573 h 257375"/>
                <a:gd name="connsiteX233" fmla="*/ 142623 w 199999"/>
                <a:gd name="connsiteY233" fmla="*/ 170491 h 257375"/>
                <a:gd name="connsiteX234" fmla="*/ 140983 w 199999"/>
                <a:gd name="connsiteY234" fmla="*/ 170491 h 257375"/>
                <a:gd name="connsiteX235" fmla="*/ 140983 w 199999"/>
                <a:gd name="connsiteY235" fmla="*/ 173770 h 257375"/>
                <a:gd name="connsiteX236" fmla="*/ 137705 w 199999"/>
                <a:gd name="connsiteY236" fmla="*/ 173770 h 257375"/>
                <a:gd name="connsiteX237" fmla="*/ 137705 w 199999"/>
                <a:gd name="connsiteY237" fmla="*/ 177048 h 257375"/>
                <a:gd name="connsiteX238" fmla="*/ 132786 w 199999"/>
                <a:gd name="connsiteY238" fmla="*/ 177048 h 257375"/>
                <a:gd name="connsiteX239" fmla="*/ 129508 w 199999"/>
                <a:gd name="connsiteY239" fmla="*/ 173770 h 257375"/>
                <a:gd name="connsiteX240" fmla="*/ 131147 w 199999"/>
                <a:gd name="connsiteY240" fmla="*/ 178688 h 257375"/>
                <a:gd name="connsiteX241" fmla="*/ 129508 w 199999"/>
                <a:gd name="connsiteY241" fmla="*/ 178688 h 257375"/>
                <a:gd name="connsiteX242" fmla="*/ 126229 w 199999"/>
                <a:gd name="connsiteY242" fmla="*/ 177048 h 257375"/>
                <a:gd name="connsiteX243" fmla="*/ 122950 w 199999"/>
                <a:gd name="connsiteY243" fmla="*/ 172130 h 257375"/>
                <a:gd name="connsiteX244" fmla="*/ 119671 w 199999"/>
                <a:gd name="connsiteY244" fmla="*/ 168852 h 257375"/>
                <a:gd name="connsiteX245" fmla="*/ 118032 w 199999"/>
                <a:gd name="connsiteY245" fmla="*/ 165573 h 257375"/>
                <a:gd name="connsiteX246" fmla="*/ 116393 w 199999"/>
                <a:gd name="connsiteY246" fmla="*/ 160655 h 257375"/>
                <a:gd name="connsiteX247" fmla="*/ 114754 w 199999"/>
                <a:gd name="connsiteY247" fmla="*/ 159016 h 257375"/>
                <a:gd name="connsiteX248" fmla="*/ 113115 w 199999"/>
                <a:gd name="connsiteY248" fmla="*/ 155737 h 257375"/>
                <a:gd name="connsiteX249" fmla="*/ 113115 w 199999"/>
                <a:gd name="connsiteY249" fmla="*/ 152458 h 257375"/>
                <a:gd name="connsiteX250" fmla="*/ 113115 w 199999"/>
                <a:gd name="connsiteY250" fmla="*/ 149179 h 257375"/>
                <a:gd name="connsiteX251" fmla="*/ 113115 w 199999"/>
                <a:gd name="connsiteY251" fmla="*/ 145901 h 257375"/>
                <a:gd name="connsiteX252" fmla="*/ 109836 w 199999"/>
                <a:gd name="connsiteY252" fmla="*/ 142622 h 257375"/>
                <a:gd name="connsiteX253" fmla="*/ 109836 w 199999"/>
                <a:gd name="connsiteY253" fmla="*/ 137704 h 257375"/>
                <a:gd name="connsiteX254" fmla="*/ 113115 w 199999"/>
                <a:gd name="connsiteY254" fmla="*/ 137704 h 257375"/>
                <a:gd name="connsiteX255" fmla="*/ 113115 w 199999"/>
                <a:gd name="connsiteY255" fmla="*/ 136065 h 257375"/>
                <a:gd name="connsiteX256" fmla="*/ 113115 w 199999"/>
                <a:gd name="connsiteY256" fmla="*/ 134426 h 257375"/>
                <a:gd name="connsiteX257" fmla="*/ 113115 w 199999"/>
                <a:gd name="connsiteY257" fmla="*/ 134426 h 257375"/>
                <a:gd name="connsiteX258" fmla="*/ 113115 w 199999"/>
                <a:gd name="connsiteY258" fmla="*/ 136065 h 257375"/>
                <a:gd name="connsiteX259" fmla="*/ 113115 w 199999"/>
                <a:gd name="connsiteY259" fmla="*/ 137704 h 257375"/>
                <a:gd name="connsiteX260" fmla="*/ 109836 w 199999"/>
                <a:gd name="connsiteY260" fmla="*/ 137704 h 257375"/>
                <a:gd name="connsiteX261" fmla="*/ 109836 w 199999"/>
                <a:gd name="connsiteY261" fmla="*/ 134426 h 257375"/>
                <a:gd name="connsiteX262" fmla="*/ 109836 w 199999"/>
                <a:gd name="connsiteY262" fmla="*/ 132786 h 257375"/>
                <a:gd name="connsiteX263" fmla="*/ 106557 w 199999"/>
                <a:gd name="connsiteY263" fmla="*/ 134426 h 257375"/>
                <a:gd name="connsiteX264" fmla="*/ 104918 w 199999"/>
                <a:gd name="connsiteY264" fmla="*/ 134426 h 257375"/>
                <a:gd name="connsiteX265" fmla="*/ 104918 w 199999"/>
                <a:gd name="connsiteY265" fmla="*/ 134426 h 257375"/>
                <a:gd name="connsiteX266" fmla="*/ 108196 w 199999"/>
                <a:gd name="connsiteY266" fmla="*/ 139344 h 257375"/>
                <a:gd name="connsiteX267" fmla="*/ 108196 w 199999"/>
                <a:gd name="connsiteY267" fmla="*/ 140983 h 257375"/>
                <a:gd name="connsiteX268" fmla="*/ 108196 w 199999"/>
                <a:gd name="connsiteY268" fmla="*/ 142622 h 257375"/>
                <a:gd name="connsiteX269" fmla="*/ 103278 w 199999"/>
                <a:gd name="connsiteY269" fmla="*/ 140983 h 257375"/>
                <a:gd name="connsiteX270" fmla="*/ 99999 w 199999"/>
                <a:gd name="connsiteY270" fmla="*/ 140983 h 257375"/>
                <a:gd name="connsiteX271" fmla="*/ 96721 w 199999"/>
                <a:gd name="connsiteY271" fmla="*/ 139344 h 257375"/>
                <a:gd name="connsiteX272" fmla="*/ 96721 w 199999"/>
                <a:gd name="connsiteY272" fmla="*/ 139344 h 257375"/>
                <a:gd name="connsiteX273" fmla="*/ 96721 w 199999"/>
                <a:gd name="connsiteY273" fmla="*/ 139344 h 257375"/>
                <a:gd name="connsiteX274" fmla="*/ 96721 w 199999"/>
                <a:gd name="connsiteY274" fmla="*/ 140983 h 257375"/>
                <a:gd name="connsiteX275" fmla="*/ 99999 w 199999"/>
                <a:gd name="connsiteY275" fmla="*/ 142622 h 257375"/>
                <a:gd name="connsiteX276" fmla="*/ 104918 w 199999"/>
                <a:gd name="connsiteY276" fmla="*/ 145901 h 257375"/>
                <a:gd name="connsiteX277" fmla="*/ 108196 w 199999"/>
                <a:gd name="connsiteY277" fmla="*/ 145901 h 257375"/>
                <a:gd name="connsiteX278" fmla="*/ 111475 w 199999"/>
                <a:gd name="connsiteY278" fmla="*/ 149179 h 257375"/>
                <a:gd name="connsiteX279" fmla="*/ 111475 w 199999"/>
                <a:gd name="connsiteY279" fmla="*/ 152458 h 257375"/>
                <a:gd name="connsiteX280" fmla="*/ 108196 w 199999"/>
                <a:gd name="connsiteY280" fmla="*/ 155737 h 257375"/>
                <a:gd name="connsiteX281" fmla="*/ 106557 w 199999"/>
                <a:gd name="connsiteY281" fmla="*/ 157376 h 257375"/>
                <a:gd name="connsiteX282" fmla="*/ 106557 w 199999"/>
                <a:gd name="connsiteY282" fmla="*/ 159016 h 257375"/>
                <a:gd name="connsiteX283" fmla="*/ 109836 w 199999"/>
                <a:gd name="connsiteY283" fmla="*/ 162294 h 257375"/>
                <a:gd name="connsiteX284" fmla="*/ 108196 w 199999"/>
                <a:gd name="connsiteY284" fmla="*/ 165573 h 257375"/>
                <a:gd name="connsiteX285" fmla="*/ 104918 w 199999"/>
                <a:gd name="connsiteY285" fmla="*/ 170491 h 257375"/>
                <a:gd name="connsiteX286" fmla="*/ 104918 w 199999"/>
                <a:gd name="connsiteY286" fmla="*/ 170491 h 257375"/>
                <a:gd name="connsiteX287" fmla="*/ 108196 w 199999"/>
                <a:gd name="connsiteY287" fmla="*/ 172130 h 257375"/>
                <a:gd name="connsiteX288" fmla="*/ 108196 w 199999"/>
                <a:gd name="connsiteY288" fmla="*/ 170491 h 257375"/>
                <a:gd name="connsiteX289" fmla="*/ 109836 w 199999"/>
                <a:gd name="connsiteY289" fmla="*/ 173770 h 257375"/>
                <a:gd name="connsiteX290" fmla="*/ 109836 w 199999"/>
                <a:gd name="connsiteY290" fmla="*/ 178688 h 257375"/>
                <a:gd name="connsiteX291" fmla="*/ 109836 w 199999"/>
                <a:gd name="connsiteY291" fmla="*/ 181966 h 257375"/>
                <a:gd name="connsiteX292" fmla="*/ 111475 w 199999"/>
                <a:gd name="connsiteY292" fmla="*/ 178688 h 257375"/>
                <a:gd name="connsiteX293" fmla="*/ 114754 w 199999"/>
                <a:gd name="connsiteY293" fmla="*/ 181966 h 257375"/>
                <a:gd name="connsiteX294" fmla="*/ 116393 w 199999"/>
                <a:gd name="connsiteY294" fmla="*/ 185245 h 257375"/>
                <a:gd name="connsiteX295" fmla="*/ 116393 w 199999"/>
                <a:gd name="connsiteY295" fmla="*/ 190163 h 257375"/>
                <a:gd name="connsiteX296" fmla="*/ 116393 w 199999"/>
                <a:gd name="connsiteY296" fmla="*/ 193442 h 257375"/>
                <a:gd name="connsiteX297" fmla="*/ 113115 w 199999"/>
                <a:gd name="connsiteY297" fmla="*/ 196720 h 257375"/>
                <a:gd name="connsiteX298" fmla="*/ 109836 w 199999"/>
                <a:gd name="connsiteY298" fmla="*/ 198360 h 257375"/>
                <a:gd name="connsiteX299" fmla="*/ 109836 w 199999"/>
                <a:gd name="connsiteY299" fmla="*/ 195081 h 257375"/>
                <a:gd name="connsiteX300" fmla="*/ 108196 w 199999"/>
                <a:gd name="connsiteY300" fmla="*/ 191802 h 257375"/>
                <a:gd name="connsiteX301" fmla="*/ 108196 w 199999"/>
                <a:gd name="connsiteY301" fmla="*/ 195081 h 257375"/>
                <a:gd name="connsiteX302" fmla="*/ 108196 w 199999"/>
                <a:gd name="connsiteY302" fmla="*/ 198360 h 257375"/>
                <a:gd name="connsiteX303" fmla="*/ 108196 w 199999"/>
                <a:gd name="connsiteY303" fmla="*/ 199999 h 257375"/>
                <a:gd name="connsiteX304" fmla="*/ 108196 w 199999"/>
                <a:gd name="connsiteY304" fmla="*/ 203278 h 257375"/>
                <a:gd name="connsiteX305" fmla="*/ 106557 w 199999"/>
                <a:gd name="connsiteY305" fmla="*/ 204917 h 257375"/>
                <a:gd name="connsiteX306" fmla="*/ 106557 w 199999"/>
                <a:gd name="connsiteY306" fmla="*/ 204917 h 257375"/>
                <a:gd name="connsiteX307" fmla="*/ 106557 w 199999"/>
                <a:gd name="connsiteY307" fmla="*/ 209835 h 257375"/>
                <a:gd name="connsiteX308" fmla="*/ 103278 w 199999"/>
                <a:gd name="connsiteY308" fmla="*/ 213114 h 257375"/>
                <a:gd name="connsiteX309" fmla="*/ 99999 w 199999"/>
                <a:gd name="connsiteY309" fmla="*/ 211474 h 257375"/>
                <a:gd name="connsiteX310" fmla="*/ 99999 w 199999"/>
                <a:gd name="connsiteY310" fmla="*/ 206556 h 257375"/>
                <a:gd name="connsiteX311" fmla="*/ 96721 w 199999"/>
                <a:gd name="connsiteY311" fmla="*/ 209835 h 257375"/>
                <a:gd name="connsiteX312" fmla="*/ 96721 w 199999"/>
                <a:gd name="connsiteY312" fmla="*/ 206556 h 257375"/>
                <a:gd name="connsiteX313" fmla="*/ 98360 w 199999"/>
                <a:gd name="connsiteY313" fmla="*/ 201638 h 257375"/>
                <a:gd name="connsiteX314" fmla="*/ 101639 w 199999"/>
                <a:gd name="connsiteY314" fmla="*/ 198360 h 257375"/>
                <a:gd name="connsiteX315" fmla="*/ 103278 w 199999"/>
                <a:gd name="connsiteY315" fmla="*/ 195081 h 257375"/>
                <a:gd name="connsiteX316" fmla="*/ 103278 w 199999"/>
                <a:gd name="connsiteY316" fmla="*/ 196720 h 257375"/>
                <a:gd name="connsiteX317" fmla="*/ 98360 w 199999"/>
                <a:gd name="connsiteY317" fmla="*/ 199999 h 257375"/>
                <a:gd name="connsiteX318" fmla="*/ 95081 w 199999"/>
                <a:gd name="connsiteY318" fmla="*/ 203278 h 257375"/>
                <a:gd name="connsiteX319" fmla="*/ 95081 w 199999"/>
                <a:gd name="connsiteY319" fmla="*/ 203278 h 257375"/>
                <a:gd name="connsiteX320" fmla="*/ 95081 w 199999"/>
                <a:gd name="connsiteY320" fmla="*/ 201638 h 257375"/>
                <a:gd name="connsiteX321" fmla="*/ 96721 w 199999"/>
                <a:gd name="connsiteY321" fmla="*/ 201638 h 257375"/>
                <a:gd name="connsiteX322" fmla="*/ 98360 w 199999"/>
                <a:gd name="connsiteY322" fmla="*/ 196720 h 257375"/>
                <a:gd name="connsiteX323" fmla="*/ 96721 w 199999"/>
                <a:gd name="connsiteY323" fmla="*/ 198360 h 257375"/>
                <a:gd name="connsiteX324" fmla="*/ 95081 w 199999"/>
                <a:gd name="connsiteY324" fmla="*/ 201638 h 257375"/>
                <a:gd name="connsiteX325" fmla="*/ 93442 w 199999"/>
                <a:gd name="connsiteY325" fmla="*/ 203278 h 257375"/>
                <a:gd name="connsiteX326" fmla="*/ 91802 w 199999"/>
                <a:gd name="connsiteY326" fmla="*/ 199999 h 257375"/>
                <a:gd name="connsiteX327" fmla="*/ 90164 w 199999"/>
                <a:gd name="connsiteY327" fmla="*/ 196720 h 257375"/>
                <a:gd name="connsiteX328" fmla="*/ 90164 w 199999"/>
                <a:gd name="connsiteY328" fmla="*/ 193442 h 257375"/>
                <a:gd name="connsiteX329" fmla="*/ 90164 w 199999"/>
                <a:gd name="connsiteY329" fmla="*/ 190163 h 257375"/>
                <a:gd name="connsiteX330" fmla="*/ 91802 w 199999"/>
                <a:gd name="connsiteY330" fmla="*/ 186884 h 257375"/>
                <a:gd name="connsiteX331" fmla="*/ 91802 w 199999"/>
                <a:gd name="connsiteY331" fmla="*/ 181966 h 257375"/>
                <a:gd name="connsiteX332" fmla="*/ 91802 w 199999"/>
                <a:gd name="connsiteY332" fmla="*/ 183606 h 257375"/>
                <a:gd name="connsiteX333" fmla="*/ 91802 w 199999"/>
                <a:gd name="connsiteY333" fmla="*/ 183606 h 257375"/>
                <a:gd name="connsiteX334" fmla="*/ 88525 w 199999"/>
                <a:gd name="connsiteY334" fmla="*/ 185245 h 257375"/>
                <a:gd name="connsiteX335" fmla="*/ 88525 w 199999"/>
                <a:gd name="connsiteY335" fmla="*/ 188524 h 257375"/>
                <a:gd name="connsiteX336" fmla="*/ 88525 w 199999"/>
                <a:gd name="connsiteY336" fmla="*/ 193442 h 257375"/>
                <a:gd name="connsiteX337" fmla="*/ 90164 w 199999"/>
                <a:gd name="connsiteY337" fmla="*/ 196720 h 257375"/>
                <a:gd name="connsiteX338" fmla="*/ 88525 w 199999"/>
                <a:gd name="connsiteY338" fmla="*/ 199999 h 257375"/>
                <a:gd name="connsiteX339" fmla="*/ 86885 w 199999"/>
                <a:gd name="connsiteY339" fmla="*/ 199999 h 257375"/>
                <a:gd name="connsiteX340" fmla="*/ 88525 w 199999"/>
                <a:gd name="connsiteY340" fmla="*/ 201638 h 257375"/>
                <a:gd name="connsiteX341" fmla="*/ 90164 w 199999"/>
                <a:gd name="connsiteY341" fmla="*/ 204917 h 257375"/>
                <a:gd name="connsiteX342" fmla="*/ 90164 w 199999"/>
                <a:gd name="connsiteY342" fmla="*/ 209835 h 257375"/>
                <a:gd name="connsiteX343" fmla="*/ 86885 w 199999"/>
                <a:gd name="connsiteY343" fmla="*/ 209835 h 257375"/>
                <a:gd name="connsiteX344" fmla="*/ 83606 w 199999"/>
                <a:gd name="connsiteY344" fmla="*/ 208196 h 257375"/>
                <a:gd name="connsiteX345" fmla="*/ 81967 w 199999"/>
                <a:gd name="connsiteY345" fmla="*/ 206556 h 257375"/>
                <a:gd name="connsiteX346" fmla="*/ 81967 w 199999"/>
                <a:gd name="connsiteY346" fmla="*/ 209835 h 257375"/>
                <a:gd name="connsiteX347" fmla="*/ 81967 w 199999"/>
                <a:gd name="connsiteY347" fmla="*/ 214753 h 257375"/>
                <a:gd name="connsiteX348" fmla="*/ 78688 w 199999"/>
                <a:gd name="connsiteY348" fmla="*/ 213114 h 257375"/>
                <a:gd name="connsiteX349" fmla="*/ 78688 w 199999"/>
                <a:gd name="connsiteY349" fmla="*/ 209835 h 257375"/>
                <a:gd name="connsiteX350" fmla="*/ 80328 w 199999"/>
                <a:gd name="connsiteY350" fmla="*/ 206556 h 257375"/>
                <a:gd name="connsiteX351" fmla="*/ 78688 w 199999"/>
                <a:gd name="connsiteY351" fmla="*/ 204917 h 257375"/>
                <a:gd name="connsiteX352" fmla="*/ 80328 w 199999"/>
                <a:gd name="connsiteY352" fmla="*/ 199999 h 257375"/>
                <a:gd name="connsiteX353" fmla="*/ 78688 w 199999"/>
                <a:gd name="connsiteY353" fmla="*/ 196720 h 257375"/>
                <a:gd name="connsiteX354" fmla="*/ 78688 w 199999"/>
                <a:gd name="connsiteY354" fmla="*/ 193442 h 257375"/>
                <a:gd name="connsiteX355" fmla="*/ 78688 w 199999"/>
                <a:gd name="connsiteY355" fmla="*/ 188524 h 257375"/>
                <a:gd name="connsiteX356" fmla="*/ 78688 w 199999"/>
                <a:gd name="connsiteY356" fmla="*/ 191802 h 257375"/>
                <a:gd name="connsiteX357" fmla="*/ 77049 w 199999"/>
                <a:gd name="connsiteY357" fmla="*/ 196720 h 257375"/>
                <a:gd name="connsiteX358" fmla="*/ 78688 w 199999"/>
                <a:gd name="connsiteY358" fmla="*/ 199999 h 257375"/>
                <a:gd name="connsiteX359" fmla="*/ 78688 w 199999"/>
                <a:gd name="connsiteY359" fmla="*/ 203278 h 257375"/>
                <a:gd name="connsiteX360" fmla="*/ 77049 w 199999"/>
                <a:gd name="connsiteY360" fmla="*/ 201638 h 257375"/>
                <a:gd name="connsiteX361" fmla="*/ 77049 w 199999"/>
                <a:gd name="connsiteY361" fmla="*/ 198360 h 257375"/>
                <a:gd name="connsiteX362" fmla="*/ 75409 w 199999"/>
                <a:gd name="connsiteY362" fmla="*/ 195081 h 257375"/>
                <a:gd name="connsiteX363" fmla="*/ 73770 w 199999"/>
                <a:gd name="connsiteY363" fmla="*/ 190163 h 257375"/>
                <a:gd name="connsiteX364" fmla="*/ 73770 w 199999"/>
                <a:gd name="connsiteY364" fmla="*/ 193442 h 257375"/>
                <a:gd name="connsiteX365" fmla="*/ 73770 w 199999"/>
                <a:gd name="connsiteY365" fmla="*/ 195081 h 257375"/>
                <a:gd name="connsiteX366" fmla="*/ 75409 w 199999"/>
                <a:gd name="connsiteY366" fmla="*/ 199999 h 257375"/>
                <a:gd name="connsiteX367" fmla="*/ 75409 w 199999"/>
                <a:gd name="connsiteY367" fmla="*/ 198360 h 257375"/>
                <a:gd name="connsiteX368" fmla="*/ 75409 w 199999"/>
                <a:gd name="connsiteY368" fmla="*/ 201638 h 257375"/>
                <a:gd name="connsiteX369" fmla="*/ 77049 w 199999"/>
                <a:gd name="connsiteY369" fmla="*/ 204917 h 257375"/>
                <a:gd name="connsiteX370" fmla="*/ 77049 w 199999"/>
                <a:gd name="connsiteY370" fmla="*/ 208196 h 257375"/>
                <a:gd name="connsiteX371" fmla="*/ 77049 w 199999"/>
                <a:gd name="connsiteY371" fmla="*/ 213114 h 257375"/>
                <a:gd name="connsiteX372" fmla="*/ 73770 w 199999"/>
                <a:gd name="connsiteY372" fmla="*/ 216392 h 257375"/>
                <a:gd name="connsiteX373" fmla="*/ 72131 w 199999"/>
                <a:gd name="connsiteY373" fmla="*/ 213114 h 257375"/>
                <a:gd name="connsiteX374" fmla="*/ 73770 w 199999"/>
                <a:gd name="connsiteY374" fmla="*/ 208196 h 257375"/>
                <a:gd name="connsiteX375" fmla="*/ 70491 w 199999"/>
                <a:gd name="connsiteY375" fmla="*/ 204917 h 257375"/>
                <a:gd name="connsiteX376" fmla="*/ 72131 w 199999"/>
                <a:gd name="connsiteY376" fmla="*/ 208196 h 257375"/>
                <a:gd name="connsiteX377" fmla="*/ 68852 w 199999"/>
                <a:gd name="connsiteY377" fmla="*/ 211474 h 257375"/>
                <a:gd name="connsiteX378" fmla="*/ 70491 w 199999"/>
                <a:gd name="connsiteY378" fmla="*/ 216392 h 257375"/>
                <a:gd name="connsiteX379" fmla="*/ 67212 w 199999"/>
                <a:gd name="connsiteY379" fmla="*/ 219671 h 257375"/>
                <a:gd name="connsiteX380" fmla="*/ 67212 w 199999"/>
                <a:gd name="connsiteY380" fmla="*/ 216392 h 257375"/>
                <a:gd name="connsiteX381" fmla="*/ 65573 w 199999"/>
                <a:gd name="connsiteY381" fmla="*/ 211474 h 257375"/>
                <a:gd name="connsiteX382" fmla="*/ 62295 w 199999"/>
                <a:gd name="connsiteY382" fmla="*/ 209835 h 257375"/>
                <a:gd name="connsiteX383" fmla="*/ 60656 w 199999"/>
                <a:gd name="connsiteY383" fmla="*/ 206556 h 257375"/>
                <a:gd name="connsiteX384" fmla="*/ 60656 w 199999"/>
                <a:gd name="connsiteY384" fmla="*/ 201638 h 257375"/>
                <a:gd name="connsiteX385" fmla="*/ 59016 w 199999"/>
                <a:gd name="connsiteY385" fmla="*/ 198360 h 257375"/>
                <a:gd name="connsiteX386" fmla="*/ 59016 w 199999"/>
                <a:gd name="connsiteY386" fmla="*/ 195081 h 257375"/>
                <a:gd name="connsiteX387" fmla="*/ 59016 w 199999"/>
                <a:gd name="connsiteY387" fmla="*/ 195081 h 257375"/>
                <a:gd name="connsiteX388" fmla="*/ 57377 w 199999"/>
                <a:gd name="connsiteY388" fmla="*/ 193442 h 257375"/>
                <a:gd name="connsiteX389" fmla="*/ 55738 w 199999"/>
                <a:gd name="connsiteY389" fmla="*/ 190163 h 257375"/>
                <a:gd name="connsiteX390" fmla="*/ 55738 w 199999"/>
                <a:gd name="connsiteY390" fmla="*/ 186884 h 257375"/>
                <a:gd name="connsiteX391" fmla="*/ 55738 w 199999"/>
                <a:gd name="connsiteY391" fmla="*/ 183606 h 257375"/>
                <a:gd name="connsiteX392" fmla="*/ 52459 w 199999"/>
                <a:gd name="connsiteY392" fmla="*/ 180327 h 257375"/>
                <a:gd name="connsiteX393" fmla="*/ 52459 w 199999"/>
                <a:gd name="connsiteY393" fmla="*/ 177048 h 257375"/>
                <a:gd name="connsiteX394" fmla="*/ 52459 w 199999"/>
                <a:gd name="connsiteY394" fmla="*/ 175409 h 257375"/>
                <a:gd name="connsiteX395" fmla="*/ 50819 w 199999"/>
                <a:gd name="connsiteY395" fmla="*/ 172130 h 257375"/>
                <a:gd name="connsiteX396" fmla="*/ 50819 w 199999"/>
                <a:gd name="connsiteY396" fmla="*/ 168852 h 257375"/>
                <a:gd name="connsiteX397" fmla="*/ 49180 w 199999"/>
                <a:gd name="connsiteY397" fmla="*/ 163934 h 257375"/>
                <a:gd name="connsiteX398" fmla="*/ 47541 w 199999"/>
                <a:gd name="connsiteY398" fmla="*/ 162294 h 257375"/>
                <a:gd name="connsiteX399" fmla="*/ 47541 w 199999"/>
                <a:gd name="connsiteY399" fmla="*/ 159016 h 257375"/>
                <a:gd name="connsiteX400" fmla="*/ 47541 w 199999"/>
                <a:gd name="connsiteY400" fmla="*/ 159016 h 257375"/>
                <a:gd name="connsiteX401" fmla="*/ 47541 w 199999"/>
                <a:gd name="connsiteY401" fmla="*/ 157376 h 257375"/>
                <a:gd name="connsiteX402" fmla="*/ 49180 w 199999"/>
                <a:gd name="connsiteY402" fmla="*/ 154098 h 257375"/>
                <a:gd name="connsiteX403" fmla="*/ 47541 w 199999"/>
                <a:gd name="connsiteY403" fmla="*/ 149179 h 257375"/>
                <a:gd name="connsiteX404" fmla="*/ 44262 w 199999"/>
                <a:gd name="connsiteY404" fmla="*/ 149179 h 257375"/>
                <a:gd name="connsiteX405" fmla="*/ 40983 w 199999"/>
                <a:gd name="connsiteY405" fmla="*/ 149179 h 257375"/>
                <a:gd name="connsiteX406" fmla="*/ 40983 w 199999"/>
                <a:gd name="connsiteY406" fmla="*/ 144262 h 257375"/>
                <a:gd name="connsiteX407" fmla="*/ 40983 w 199999"/>
                <a:gd name="connsiteY407" fmla="*/ 142622 h 257375"/>
                <a:gd name="connsiteX408" fmla="*/ 40983 w 199999"/>
                <a:gd name="connsiteY408" fmla="*/ 139344 h 257375"/>
                <a:gd name="connsiteX409" fmla="*/ 40983 w 199999"/>
                <a:gd name="connsiteY409" fmla="*/ 137704 h 257375"/>
                <a:gd name="connsiteX410" fmla="*/ 40983 w 199999"/>
                <a:gd name="connsiteY410" fmla="*/ 137704 h 257375"/>
                <a:gd name="connsiteX411" fmla="*/ 37705 w 199999"/>
                <a:gd name="connsiteY411" fmla="*/ 136065 h 257375"/>
                <a:gd name="connsiteX412" fmla="*/ 34426 w 199999"/>
                <a:gd name="connsiteY412" fmla="*/ 132786 h 257375"/>
                <a:gd name="connsiteX413" fmla="*/ 31148 w 199999"/>
                <a:gd name="connsiteY413" fmla="*/ 129508 h 257375"/>
                <a:gd name="connsiteX414" fmla="*/ 31148 w 199999"/>
                <a:gd name="connsiteY414" fmla="*/ 126229 h 257375"/>
                <a:gd name="connsiteX415" fmla="*/ 31148 w 199999"/>
                <a:gd name="connsiteY415" fmla="*/ 121311 h 257375"/>
                <a:gd name="connsiteX416" fmla="*/ 34426 w 199999"/>
                <a:gd name="connsiteY416" fmla="*/ 121311 h 257375"/>
                <a:gd name="connsiteX417" fmla="*/ 36066 w 199999"/>
                <a:gd name="connsiteY417" fmla="*/ 118032 h 257375"/>
                <a:gd name="connsiteX418" fmla="*/ 36066 w 199999"/>
                <a:gd name="connsiteY418" fmla="*/ 116393 h 257375"/>
                <a:gd name="connsiteX419" fmla="*/ 36066 w 199999"/>
                <a:gd name="connsiteY419" fmla="*/ 116393 h 257375"/>
                <a:gd name="connsiteX420" fmla="*/ 36066 w 199999"/>
                <a:gd name="connsiteY420" fmla="*/ 113114 h 257375"/>
                <a:gd name="connsiteX421" fmla="*/ 34426 w 199999"/>
                <a:gd name="connsiteY421" fmla="*/ 109836 h 257375"/>
                <a:gd name="connsiteX422" fmla="*/ 34426 w 199999"/>
                <a:gd name="connsiteY422" fmla="*/ 106557 h 257375"/>
                <a:gd name="connsiteX423" fmla="*/ 34426 w 199999"/>
                <a:gd name="connsiteY423" fmla="*/ 106557 h 257375"/>
                <a:gd name="connsiteX424" fmla="*/ 36066 w 199999"/>
                <a:gd name="connsiteY424" fmla="*/ 106557 h 257375"/>
                <a:gd name="connsiteX425" fmla="*/ 34426 w 199999"/>
                <a:gd name="connsiteY425" fmla="*/ 104917 h 257375"/>
                <a:gd name="connsiteX426" fmla="*/ 32787 w 199999"/>
                <a:gd name="connsiteY426" fmla="*/ 101639 h 257375"/>
                <a:gd name="connsiteX427" fmla="*/ 32787 w 199999"/>
                <a:gd name="connsiteY427" fmla="*/ 101639 h 257375"/>
                <a:gd name="connsiteX428" fmla="*/ 32787 w 199999"/>
                <a:gd name="connsiteY428" fmla="*/ 101639 h 257375"/>
                <a:gd name="connsiteX429" fmla="*/ 27869 w 199999"/>
                <a:gd name="connsiteY429" fmla="*/ 101639 h 257375"/>
                <a:gd name="connsiteX430" fmla="*/ 24590 w 199999"/>
                <a:gd name="connsiteY430" fmla="*/ 99999 h 257375"/>
                <a:gd name="connsiteX431" fmla="*/ 24590 w 199999"/>
                <a:gd name="connsiteY431" fmla="*/ 99999 h 257375"/>
                <a:gd name="connsiteX432" fmla="*/ 19672 w 199999"/>
                <a:gd name="connsiteY432" fmla="*/ 98360 h 257375"/>
                <a:gd name="connsiteX433" fmla="*/ 19672 w 199999"/>
                <a:gd name="connsiteY433" fmla="*/ 96721 h 257375"/>
                <a:gd name="connsiteX434" fmla="*/ 19672 w 199999"/>
                <a:gd name="connsiteY434" fmla="*/ 96721 h 257375"/>
                <a:gd name="connsiteX435" fmla="*/ 18032 w 199999"/>
                <a:gd name="connsiteY435" fmla="*/ 96721 h 257375"/>
                <a:gd name="connsiteX436" fmla="*/ 16393 w 199999"/>
                <a:gd name="connsiteY436" fmla="*/ 95082 h 257375"/>
                <a:gd name="connsiteX437" fmla="*/ 14754 w 199999"/>
                <a:gd name="connsiteY437" fmla="*/ 95082 h 257375"/>
                <a:gd name="connsiteX438" fmla="*/ 11476 w 199999"/>
                <a:gd name="connsiteY438" fmla="*/ 93442 h 257375"/>
                <a:gd name="connsiteX439" fmla="*/ 9836 w 199999"/>
                <a:gd name="connsiteY439" fmla="*/ 88524 h 257375"/>
                <a:gd name="connsiteX440" fmla="*/ 6558 w 199999"/>
                <a:gd name="connsiteY440" fmla="*/ 85245 h 257375"/>
                <a:gd name="connsiteX441" fmla="*/ 6558 w 199999"/>
                <a:gd name="connsiteY441" fmla="*/ 81967 h 257375"/>
                <a:gd name="connsiteX442" fmla="*/ 9836 w 199999"/>
                <a:gd name="connsiteY442" fmla="*/ 78688 h 257375"/>
                <a:gd name="connsiteX443" fmla="*/ 9836 w 199999"/>
                <a:gd name="connsiteY443" fmla="*/ 73770 h 257375"/>
                <a:gd name="connsiteX444" fmla="*/ 9836 w 199999"/>
                <a:gd name="connsiteY444" fmla="*/ 73770 h 257375"/>
                <a:gd name="connsiteX445" fmla="*/ 13114 w 199999"/>
                <a:gd name="connsiteY445" fmla="*/ 77049 h 257375"/>
                <a:gd name="connsiteX446" fmla="*/ 14754 w 199999"/>
                <a:gd name="connsiteY446" fmla="*/ 77049 h 257375"/>
                <a:gd name="connsiteX447" fmla="*/ 18032 w 199999"/>
                <a:gd name="connsiteY447" fmla="*/ 73770 h 257375"/>
                <a:gd name="connsiteX448" fmla="*/ 18032 w 199999"/>
                <a:gd name="connsiteY448" fmla="*/ 72131 h 257375"/>
                <a:gd name="connsiteX449" fmla="*/ 18032 w 199999"/>
                <a:gd name="connsiteY449" fmla="*/ 70492 h 257375"/>
                <a:gd name="connsiteX450" fmla="*/ 19672 w 199999"/>
                <a:gd name="connsiteY450" fmla="*/ 67213 h 257375"/>
                <a:gd name="connsiteX451" fmla="*/ 18032 w 199999"/>
                <a:gd name="connsiteY451" fmla="*/ 63934 h 257375"/>
                <a:gd name="connsiteX452" fmla="*/ 22951 w 199999"/>
                <a:gd name="connsiteY452" fmla="*/ 63934 h 257375"/>
                <a:gd name="connsiteX453" fmla="*/ 26229 w 199999"/>
                <a:gd name="connsiteY453" fmla="*/ 62295 h 257375"/>
                <a:gd name="connsiteX454" fmla="*/ 29508 w 199999"/>
                <a:gd name="connsiteY454" fmla="*/ 63934 h 257375"/>
                <a:gd name="connsiteX455" fmla="*/ 29508 w 199999"/>
                <a:gd name="connsiteY455" fmla="*/ 63934 h 257375"/>
                <a:gd name="connsiteX456" fmla="*/ 34426 w 199999"/>
                <a:gd name="connsiteY456" fmla="*/ 62295 h 257375"/>
                <a:gd name="connsiteX457" fmla="*/ 37705 w 199999"/>
                <a:gd name="connsiteY457" fmla="*/ 63934 h 257375"/>
                <a:gd name="connsiteX458" fmla="*/ 37705 w 199999"/>
                <a:gd name="connsiteY458" fmla="*/ 60655 h 257375"/>
                <a:gd name="connsiteX459" fmla="*/ 39344 w 199999"/>
                <a:gd name="connsiteY459" fmla="*/ 59016 h 257375"/>
                <a:gd name="connsiteX460" fmla="*/ 34426 w 199999"/>
                <a:gd name="connsiteY460" fmla="*/ 57377 h 257375"/>
                <a:gd name="connsiteX461" fmla="*/ 31148 w 199999"/>
                <a:gd name="connsiteY461" fmla="*/ 54098 h 257375"/>
                <a:gd name="connsiteX462" fmla="*/ 31148 w 199999"/>
                <a:gd name="connsiteY462" fmla="*/ 49180 h 257375"/>
                <a:gd name="connsiteX463" fmla="*/ 27869 w 199999"/>
                <a:gd name="connsiteY463" fmla="*/ 49180 h 257375"/>
                <a:gd name="connsiteX464" fmla="*/ 24590 w 199999"/>
                <a:gd name="connsiteY464" fmla="*/ 50819 h 257375"/>
                <a:gd name="connsiteX465" fmla="*/ 21311 w 199999"/>
                <a:gd name="connsiteY465" fmla="*/ 49180 h 257375"/>
                <a:gd name="connsiteX466" fmla="*/ 16393 w 199999"/>
                <a:gd name="connsiteY466" fmla="*/ 45901 h 257375"/>
                <a:gd name="connsiteX467" fmla="*/ 14754 w 199999"/>
                <a:gd name="connsiteY467" fmla="*/ 42623 h 257375"/>
                <a:gd name="connsiteX468" fmla="*/ 14754 w 199999"/>
                <a:gd name="connsiteY468" fmla="*/ 42623 h 257375"/>
                <a:gd name="connsiteX469" fmla="*/ 11476 w 199999"/>
                <a:gd name="connsiteY469" fmla="*/ 39344 h 257375"/>
                <a:gd name="connsiteX470" fmla="*/ 9836 w 199999"/>
                <a:gd name="connsiteY470" fmla="*/ 37705 h 257375"/>
                <a:gd name="connsiteX471" fmla="*/ 4918 w 199999"/>
                <a:gd name="connsiteY471" fmla="*/ 36065 h 257375"/>
                <a:gd name="connsiteX472" fmla="*/ 1639 w 199999"/>
                <a:gd name="connsiteY472" fmla="*/ 34426 h 257375"/>
                <a:gd name="connsiteX473" fmla="*/ 0 w 199999"/>
                <a:gd name="connsiteY473" fmla="*/ 31147 h 257375"/>
                <a:gd name="connsiteX474" fmla="*/ 1639 w 199999"/>
                <a:gd name="connsiteY474" fmla="*/ 27869 h 257375"/>
                <a:gd name="connsiteX475" fmla="*/ 1639 w 199999"/>
                <a:gd name="connsiteY475" fmla="*/ 22951 h 257375"/>
                <a:gd name="connsiteX476" fmla="*/ 3279 w 199999"/>
                <a:gd name="connsiteY476" fmla="*/ 19672 h 257375"/>
                <a:gd name="connsiteX477" fmla="*/ 4918 w 199999"/>
                <a:gd name="connsiteY477" fmla="*/ 18033 h 257375"/>
                <a:gd name="connsiteX478" fmla="*/ 6558 w 199999"/>
                <a:gd name="connsiteY478" fmla="*/ 14754 h 257375"/>
                <a:gd name="connsiteX479" fmla="*/ 8197 w 199999"/>
                <a:gd name="connsiteY479" fmla="*/ 13115 h 257375"/>
                <a:gd name="connsiteX480" fmla="*/ 11476 w 199999"/>
                <a:gd name="connsiteY480" fmla="*/ 11475 h 257375"/>
                <a:gd name="connsiteX481" fmla="*/ 13114 w 199999"/>
                <a:gd name="connsiteY481" fmla="*/ 11475 h 257375"/>
                <a:gd name="connsiteX482" fmla="*/ 11476 w 199999"/>
                <a:gd name="connsiteY482" fmla="*/ 6557 h 257375"/>
                <a:gd name="connsiteX483" fmla="*/ 6558 w 199999"/>
                <a:gd name="connsiteY483" fmla="*/ 6557 h 257375"/>
                <a:gd name="connsiteX484" fmla="*/ 4918 w 199999"/>
                <a:gd name="connsiteY484" fmla="*/ 4918 h 25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</a:cxnLst>
              <a:rect l="l" t="t" r="r" b="b"/>
              <a:pathLst>
                <a:path w="199999" h="257375">
                  <a:moveTo>
                    <a:pt x="4918" y="4918"/>
                  </a:moveTo>
                  <a:lnTo>
                    <a:pt x="4918" y="1639"/>
                  </a:lnTo>
                  <a:lnTo>
                    <a:pt x="6558" y="0"/>
                  </a:lnTo>
                  <a:lnTo>
                    <a:pt x="9836" y="3279"/>
                  </a:lnTo>
                  <a:lnTo>
                    <a:pt x="9836" y="3279"/>
                  </a:lnTo>
                  <a:lnTo>
                    <a:pt x="11476" y="4918"/>
                  </a:lnTo>
                  <a:lnTo>
                    <a:pt x="14754" y="6557"/>
                  </a:lnTo>
                  <a:lnTo>
                    <a:pt x="18032" y="9836"/>
                  </a:lnTo>
                  <a:lnTo>
                    <a:pt x="19672" y="13115"/>
                  </a:lnTo>
                  <a:lnTo>
                    <a:pt x="22951" y="14754"/>
                  </a:lnTo>
                  <a:lnTo>
                    <a:pt x="22951" y="14754"/>
                  </a:lnTo>
                  <a:lnTo>
                    <a:pt x="27869" y="14754"/>
                  </a:lnTo>
                  <a:lnTo>
                    <a:pt x="27869" y="14754"/>
                  </a:lnTo>
                  <a:lnTo>
                    <a:pt x="31148" y="16393"/>
                  </a:lnTo>
                  <a:lnTo>
                    <a:pt x="32787" y="16393"/>
                  </a:lnTo>
                  <a:lnTo>
                    <a:pt x="31148" y="13115"/>
                  </a:lnTo>
                  <a:lnTo>
                    <a:pt x="27869" y="9836"/>
                  </a:lnTo>
                  <a:lnTo>
                    <a:pt x="31148" y="9836"/>
                  </a:lnTo>
                  <a:lnTo>
                    <a:pt x="34426" y="11475"/>
                  </a:lnTo>
                  <a:lnTo>
                    <a:pt x="36066" y="16393"/>
                  </a:lnTo>
                  <a:lnTo>
                    <a:pt x="37705" y="19672"/>
                  </a:lnTo>
                  <a:lnTo>
                    <a:pt x="40983" y="22951"/>
                  </a:lnTo>
                  <a:lnTo>
                    <a:pt x="44262" y="26229"/>
                  </a:lnTo>
                  <a:lnTo>
                    <a:pt x="49180" y="26229"/>
                  </a:lnTo>
                  <a:lnTo>
                    <a:pt x="50819" y="27869"/>
                  </a:lnTo>
                  <a:lnTo>
                    <a:pt x="50819" y="27869"/>
                  </a:lnTo>
                  <a:lnTo>
                    <a:pt x="54098" y="29508"/>
                  </a:lnTo>
                  <a:lnTo>
                    <a:pt x="55738" y="24590"/>
                  </a:lnTo>
                  <a:lnTo>
                    <a:pt x="55738" y="22951"/>
                  </a:lnTo>
                  <a:lnTo>
                    <a:pt x="54098" y="19672"/>
                  </a:lnTo>
                  <a:lnTo>
                    <a:pt x="59016" y="19672"/>
                  </a:lnTo>
                  <a:lnTo>
                    <a:pt x="60656" y="22951"/>
                  </a:lnTo>
                  <a:lnTo>
                    <a:pt x="63935" y="26229"/>
                  </a:lnTo>
                  <a:lnTo>
                    <a:pt x="63935" y="27869"/>
                  </a:lnTo>
                  <a:lnTo>
                    <a:pt x="63935" y="29508"/>
                  </a:lnTo>
                  <a:lnTo>
                    <a:pt x="65573" y="29508"/>
                  </a:lnTo>
                  <a:lnTo>
                    <a:pt x="65573" y="29508"/>
                  </a:lnTo>
                  <a:lnTo>
                    <a:pt x="65573" y="31147"/>
                  </a:lnTo>
                  <a:lnTo>
                    <a:pt x="65573" y="36065"/>
                  </a:lnTo>
                  <a:lnTo>
                    <a:pt x="65573" y="36065"/>
                  </a:lnTo>
                  <a:lnTo>
                    <a:pt x="65573" y="36065"/>
                  </a:lnTo>
                  <a:lnTo>
                    <a:pt x="65573" y="37705"/>
                  </a:lnTo>
                  <a:lnTo>
                    <a:pt x="65573" y="37705"/>
                  </a:lnTo>
                  <a:lnTo>
                    <a:pt x="67212" y="39344"/>
                  </a:lnTo>
                  <a:lnTo>
                    <a:pt x="67212" y="40983"/>
                  </a:lnTo>
                  <a:lnTo>
                    <a:pt x="68852" y="44262"/>
                  </a:lnTo>
                  <a:lnTo>
                    <a:pt x="68852" y="45901"/>
                  </a:lnTo>
                  <a:lnTo>
                    <a:pt x="68852" y="45901"/>
                  </a:lnTo>
                  <a:lnTo>
                    <a:pt x="68852" y="45901"/>
                  </a:lnTo>
                  <a:lnTo>
                    <a:pt x="68852" y="45901"/>
                  </a:lnTo>
                  <a:lnTo>
                    <a:pt x="68852" y="47541"/>
                  </a:lnTo>
                  <a:lnTo>
                    <a:pt x="68852" y="47541"/>
                  </a:lnTo>
                  <a:lnTo>
                    <a:pt x="68852" y="47541"/>
                  </a:lnTo>
                  <a:lnTo>
                    <a:pt x="68852" y="50819"/>
                  </a:lnTo>
                  <a:lnTo>
                    <a:pt x="68852" y="50819"/>
                  </a:lnTo>
                  <a:lnTo>
                    <a:pt x="68852" y="54098"/>
                  </a:lnTo>
                  <a:lnTo>
                    <a:pt x="68852" y="54098"/>
                  </a:lnTo>
                  <a:lnTo>
                    <a:pt x="70491" y="59016"/>
                  </a:lnTo>
                  <a:lnTo>
                    <a:pt x="73770" y="57377"/>
                  </a:lnTo>
                  <a:lnTo>
                    <a:pt x="75409" y="59016"/>
                  </a:lnTo>
                  <a:lnTo>
                    <a:pt x="77049" y="59016"/>
                  </a:lnTo>
                  <a:lnTo>
                    <a:pt x="80328" y="60655"/>
                  </a:lnTo>
                  <a:lnTo>
                    <a:pt x="83606" y="62295"/>
                  </a:lnTo>
                  <a:lnTo>
                    <a:pt x="85246" y="62295"/>
                  </a:lnTo>
                  <a:lnTo>
                    <a:pt x="90164" y="63934"/>
                  </a:lnTo>
                  <a:lnTo>
                    <a:pt x="93442" y="63934"/>
                  </a:lnTo>
                  <a:lnTo>
                    <a:pt x="96721" y="63934"/>
                  </a:lnTo>
                  <a:lnTo>
                    <a:pt x="99999" y="63934"/>
                  </a:lnTo>
                  <a:lnTo>
                    <a:pt x="104918" y="63934"/>
                  </a:lnTo>
                  <a:lnTo>
                    <a:pt x="108196" y="63934"/>
                  </a:lnTo>
                  <a:lnTo>
                    <a:pt x="111475" y="63934"/>
                  </a:lnTo>
                  <a:lnTo>
                    <a:pt x="111475" y="63934"/>
                  </a:lnTo>
                  <a:lnTo>
                    <a:pt x="116393" y="63934"/>
                  </a:lnTo>
                  <a:lnTo>
                    <a:pt x="119671" y="62295"/>
                  </a:lnTo>
                  <a:lnTo>
                    <a:pt x="122950" y="62295"/>
                  </a:lnTo>
                  <a:lnTo>
                    <a:pt x="126229" y="63934"/>
                  </a:lnTo>
                  <a:lnTo>
                    <a:pt x="129508" y="63934"/>
                  </a:lnTo>
                  <a:lnTo>
                    <a:pt x="132786" y="65573"/>
                  </a:lnTo>
                  <a:lnTo>
                    <a:pt x="137705" y="65573"/>
                  </a:lnTo>
                  <a:lnTo>
                    <a:pt x="140983" y="65573"/>
                  </a:lnTo>
                  <a:lnTo>
                    <a:pt x="140983" y="63934"/>
                  </a:lnTo>
                  <a:lnTo>
                    <a:pt x="144261" y="63934"/>
                  </a:lnTo>
                  <a:lnTo>
                    <a:pt x="147540" y="63934"/>
                  </a:lnTo>
                  <a:lnTo>
                    <a:pt x="152458" y="63934"/>
                  </a:lnTo>
                  <a:lnTo>
                    <a:pt x="154098" y="63934"/>
                  </a:lnTo>
                  <a:lnTo>
                    <a:pt x="157376" y="63934"/>
                  </a:lnTo>
                  <a:lnTo>
                    <a:pt x="160655" y="67213"/>
                  </a:lnTo>
                  <a:lnTo>
                    <a:pt x="163934" y="67213"/>
                  </a:lnTo>
                  <a:lnTo>
                    <a:pt x="168851" y="70492"/>
                  </a:lnTo>
                  <a:lnTo>
                    <a:pt x="168851" y="70492"/>
                  </a:lnTo>
                  <a:lnTo>
                    <a:pt x="168851" y="72131"/>
                  </a:lnTo>
                  <a:lnTo>
                    <a:pt x="172130" y="75409"/>
                  </a:lnTo>
                  <a:lnTo>
                    <a:pt x="172130" y="77049"/>
                  </a:lnTo>
                  <a:lnTo>
                    <a:pt x="168851" y="78688"/>
                  </a:lnTo>
                  <a:lnTo>
                    <a:pt x="167213" y="77049"/>
                  </a:lnTo>
                  <a:lnTo>
                    <a:pt x="163934" y="77049"/>
                  </a:lnTo>
                  <a:lnTo>
                    <a:pt x="163934" y="78688"/>
                  </a:lnTo>
                  <a:lnTo>
                    <a:pt x="163934" y="80327"/>
                  </a:lnTo>
                  <a:lnTo>
                    <a:pt x="163934" y="80327"/>
                  </a:lnTo>
                  <a:lnTo>
                    <a:pt x="163934" y="83606"/>
                  </a:lnTo>
                  <a:lnTo>
                    <a:pt x="162295" y="88524"/>
                  </a:lnTo>
                  <a:lnTo>
                    <a:pt x="162295" y="91803"/>
                  </a:lnTo>
                  <a:lnTo>
                    <a:pt x="160655" y="95082"/>
                  </a:lnTo>
                  <a:lnTo>
                    <a:pt x="159016" y="98360"/>
                  </a:lnTo>
                  <a:lnTo>
                    <a:pt x="155737" y="99999"/>
                  </a:lnTo>
                  <a:lnTo>
                    <a:pt x="154098" y="103278"/>
                  </a:lnTo>
                  <a:lnTo>
                    <a:pt x="154098" y="108196"/>
                  </a:lnTo>
                  <a:lnTo>
                    <a:pt x="150819" y="106557"/>
                  </a:lnTo>
                  <a:lnTo>
                    <a:pt x="147540" y="108196"/>
                  </a:lnTo>
                  <a:lnTo>
                    <a:pt x="144261" y="106557"/>
                  </a:lnTo>
                  <a:lnTo>
                    <a:pt x="144261" y="109836"/>
                  </a:lnTo>
                  <a:lnTo>
                    <a:pt x="142623" y="111475"/>
                  </a:lnTo>
                  <a:lnTo>
                    <a:pt x="139344" y="111475"/>
                  </a:lnTo>
                  <a:lnTo>
                    <a:pt x="134426" y="111475"/>
                  </a:lnTo>
                  <a:lnTo>
                    <a:pt x="136065" y="114754"/>
                  </a:lnTo>
                  <a:lnTo>
                    <a:pt x="134426" y="114754"/>
                  </a:lnTo>
                  <a:lnTo>
                    <a:pt x="132786" y="116393"/>
                  </a:lnTo>
                  <a:lnTo>
                    <a:pt x="131147" y="119672"/>
                  </a:lnTo>
                  <a:lnTo>
                    <a:pt x="131147" y="122950"/>
                  </a:lnTo>
                  <a:lnTo>
                    <a:pt x="131147" y="122950"/>
                  </a:lnTo>
                  <a:lnTo>
                    <a:pt x="131147" y="126229"/>
                  </a:lnTo>
                  <a:lnTo>
                    <a:pt x="131147" y="129508"/>
                  </a:lnTo>
                  <a:lnTo>
                    <a:pt x="129508" y="131147"/>
                  </a:lnTo>
                  <a:lnTo>
                    <a:pt x="131147" y="134426"/>
                  </a:lnTo>
                  <a:lnTo>
                    <a:pt x="132786" y="137704"/>
                  </a:lnTo>
                  <a:lnTo>
                    <a:pt x="134426" y="139344"/>
                  </a:lnTo>
                  <a:lnTo>
                    <a:pt x="136065" y="142622"/>
                  </a:lnTo>
                  <a:lnTo>
                    <a:pt x="137705" y="147540"/>
                  </a:lnTo>
                  <a:lnTo>
                    <a:pt x="137705" y="150819"/>
                  </a:lnTo>
                  <a:lnTo>
                    <a:pt x="139344" y="154098"/>
                  </a:lnTo>
                  <a:lnTo>
                    <a:pt x="140983" y="155737"/>
                  </a:lnTo>
                  <a:lnTo>
                    <a:pt x="140983" y="152458"/>
                  </a:lnTo>
                  <a:lnTo>
                    <a:pt x="140983" y="149179"/>
                  </a:lnTo>
                  <a:lnTo>
                    <a:pt x="144261" y="150819"/>
                  </a:lnTo>
                  <a:lnTo>
                    <a:pt x="144261" y="152458"/>
                  </a:lnTo>
                  <a:lnTo>
                    <a:pt x="145901" y="155737"/>
                  </a:lnTo>
                  <a:lnTo>
                    <a:pt x="147540" y="159016"/>
                  </a:lnTo>
                  <a:lnTo>
                    <a:pt x="149179" y="160655"/>
                  </a:lnTo>
                  <a:lnTo>
                    <a:pt x="152458" y="160655"/>
                  </a:lnTo>
                  <a:lnTo>
                    <a:pt x="154098" y="160655"/>
                  </a:lnTo>
                  <a:lnTo>
                    <a:pt x="157376" y="155737"/>
                  </a:lnTo>
                  <a:lnTo>
                    <a:pt x="157376" y="152458"/>
                  </a:lnTo>
                  <a:lnTo>
                    <a:pt x="155737" y="149179"/>
                  </a:lnTo>
                  <a:lnTo>
                    <a:pt x="155737" y="144262"/>
                  </a:lnTo>
                  <a:lnTo>
                    <a:pt x="157376" y="140983"/>
                  </a:lnTo>
                  <a:lnTo>
                    <a:pt x="160655" y="137704"/>
                  </a:lnTo>
                  <a:lnTo>
                    <a:pt x="160655" y="137704"/>
                  </a:lnTo>
                  <a:lnTo>
                    <a:pt x="160655" y="132786"/>
                  </a:lnTo>
                  <a:lnTo>
                    <a:pt x="159016" y="129508"/>
                  </a:lnTo>
                  <a:lnTo>
                    <a:pt x="162295" y="131147"/>
                  </a:lnTo>
                  <a:lnTo>
                    <a:pt x="163934" y="131147"/>
                  </a:lnTo>
                  <a:lnTo>
                    <a:pt x="167213" y="127868"/>
                  </a:lnTo>
                  <a:lnTo>
                    <a:pt x="167213" y="127868"/>
                  </a:lnTo>
                  <a:lnTo>
                    <a:pt x="170491" y="127868"/>
                  </a:lnTo>
                  <a:lnTo>
                    <a:pt x="172130" y="129508"/>
                  </a:lnTo>
                  <a:lnTo>
                    <a:pt x="172130" y="132786"/>
                  </a:lnTo>
                  <a:lnTo>
                    <a:pt x="173769" y="137704"/>
                  </a:lnTo>
                  <a:lnTo>
                    <a:pt x="175409" y="140983"/>
                  </a:lnTo>
                  <a:lnTo>
                    <a:pt x="177048" y="144262"/>
                  </a:lnTo>
                  <a:lnTo>
                    <a:pt x="178688" y="147540"/>
                  </a:lnTo>
                  <a:lnTo>
                    <a:pt x="177048" y="149179"/>
                  </a:lnTo>
                  <a:lnTo>
                    <a:pt x="177048" y="152458"/>
                  </a:lnTo>
                  <a:lnTo>
                    <a:pt x="178688" y="157376"/>
                  </a:lnTo>
                  <a:lnTo>
                    <a:pt x="180327" y="160655"/>
                  </a:lnTo>
                  <a:lnTo>
                    <a:pt x="181966" y="163934"/>
                  </a:lnTo>
                  <a:lnTo>
                    <a:pt x="183606" y="167212"/>
                  </a:lnTo>
                  <a:lnTo>
                    <a:pt x="183606" y="170491"/>
                  </a:lnTo>
                  <a:lnTo>
                    <a:pt x="186885" y="173770"/>
                  </a:lnTo>
                  <a:lnTo>
                    <a:pt x="188524" y="178688"/>
                  </a:lnTo>
                  <a:lnTo>
                    <a:pt x="188524" y="181966"/>
                  </a:lnTo>
                  <a:lnTo>
                    <a:pt x="188524" y="185245"/>
                  </a:lnTo>
                  <a:lnTo>
                    <a:pt x="191803" y="190163"/>
                  </a:lnTo>
                  <a:lnTo>
                    <a:pt x="191803" y="193442"/>
                  </a:lnTo>
                  <a:lnTo>
                    <a:pt x="193442" y="196720"/>
                  </a:lnTo>
                  <a:lnTo>
                    <a:pt x="191803" y="201638"/>
                  </a:lnTo>
                  <a:lnTo>
                    <a:pt x="193442" y="204917"/>
                  </a:lnTo>
                  <a:lnTo>
                    <a:pt x="195081" y="208196"/>
                  </a:lnTo>
                  <a:lnTo>
                    <a:pt x="195081" y="211474"/>
                  </a:lnTo>
                  <a:lnTo>
                    <a:pt x="195081" y="216392"/>
                  </a:lnTo>
                  <a:lnTo>
                    <a:pt x="195081" y="219671"/>
                  </a:lnTo>
                  <a:lnTo>
                    <a:pt x="196720" y="222950"/>
                  </a:lnTo>
                  <a:lnTo>
                    <a:pt x="196720" y="226229"/>
                  </a:lnTo>
                  <a:lnTo>
                    <a:pt x="198359" y="231146"/>
                  </a:lnTo>
                  <a:lnTo>
                    <a:pt x="199999" y="234425"/>
                  </a:lnTo>
                  <a:lnTo>
                    <a:pt x="196720" y="234425"/>
                  </a:lnTo>
                  <a:lnTo>
                    <a:pt x="195081" y="231146"/>
                  </a:lnTo>
                  <a:lnTo>
                    <a:pt x="191803" y="231146"/>
                  </a:lnTo>
                  <a:lnTo>
                    <a:pt x="190163" y="229507"/>
                  </a:lnTo>
                  <a:lnTo>
                    <a:pt x="186885" y="227868"/>
                  </a:lnTo>
                  <a:lnTo>
                    <a:pt x="183606" y="232786"/>
                  </a:lnTo>
                  <a:lnTo>
                    <a:pt x="183606" y="236064"/>
                  </a:lnTo>
                  <a:lnTo>
                    <a:pt x="183606" y="239343"/>
                  </a:lnTo>
                  <a:lnTo>
                    <a:pt x="183606" y="240982"/>
                  </a:lnTo>
                  <a:lnTo>
                    <a:pt x="186885" y="245901"/>
                  </a:lnTo>
                  <a:lnTo>
                    <a:pt x="186885" y="245901"/>
                  </a:lnTo>
                  <a:lnTo>
                    <a:pt x="186885" y="249179"/>
                  </a:lnTo>
                  <a:lnTo>
                    <a:pt x="188524" y="254097"/>
                  </a:lnTo>
                  <a:lnTo>
                    <a:pt x="188524" y="257376"/>
                  </a:lnTo>
                  <a:lnTo>
                    <a:pt x="186885" y="254097"/>
                  </a:lnTo>
                  <a:lnTo>
                    <a:pt x="185245" y="252458"/>
                  </a:lnTo>
                  <a:lnTo>
                    <a:pt x="183606" y="247540"/>
                  </a:lnTo>
                  <a:lnTo>
                    <a:pt x="180327" y="244261"/>
                  </a:lnTo>
                  <a:lnTo>
                    <a:pt x="177048" y="240982"/>
                  </a:lnTo>
                  <a:lnTo>
                    <a:pt x="177048" y="236064"/>
                  </a:lnTo>
                  <a:lnTo>
                    <a:pt x="175409" y="232786"/>
                  </a:lnTo>
                  <a:lnTo>
                    <a:pt x="172130" y="229507"/>
                  </a:lnTo>
                  <a:lnTo>
                    <a:pt x="173769" y="226229"/>
                  </a:lnTo>
                  <a:lnTo>
                    <a:pt x="173769" y="221310"/>
                  </a:lnTo>
                  <a:lnTo>
                    <a:pt x="172130" y="218032"/>
                  </a:lnTo>
                  <a:lnTo>
                    <a:pt x="170491" y="214753"/>
                  </a:lnTo>
                  <a:lnTo>
                    <a:pt x="168851" y="211474"/>
                  </a:lnTo>
                  <a:lnTo>
                    <a:pt x="167213" y="206556"/>
                  </a:lnTo>
                  <a:lnTo>
                    <a:pt x="167213" y="204917"/>
                  </a:lnTo>
                  <a:lnTo>
                    <a:pt x="165573" y="201638"/>
                  </a:lnTo>
                  <a:lnTo>
                    <a:pt x="163934" y="196720"/>
                  </a:lnTo>
                  <a:lnTo>
                    <a:pt x="163934" y="193442"/>
                  </a:lnTo>
                  <a:lnTo>
                    <a:pt x="163934" y="190163"/>
                  </a:lnTo>
                  <a:lnTo>
                    <a:pt x="163934" y="186884"/>
                  </a:lnTo>
                  <a:lnTo>
                    <a:pt x="165573" y="185245"/>
                  </a:lnTo>
                  <a:lnTo>
                    <a:pt x="163934" y="185245"/>
                  </a:lnTo>
                  <a:lnTo>
                    <a:pt x="163934" y="186884"/>
                  </a:lnTo>
                  <a:lnTo>
                    <a:pt x="162295" y="188524"/>
                  </a:lnTo>
                  <a:lnTo>
                    <a:pt x="162295" y="190163"/>
                  </a:lnTo>
                  <a:lnTo>
                    <a:pt x="162295" y="193442"/>
                  </a:lnTo>
                  <a:lnTo>
                    <a:pt x="160655" y="190163"/>
                  </a:lnTo>
                  <a:lnTo>
                    <a:pt x="159016" y="185245"/>
                  </a:lnTo>
                  <a:lnTo>
                    <a:pt x="157376" y="181966"/>
                  </a:lnTo>
                  <a:lnTo>
                    <a:pt x="154098" y="178688"/>
                  </a:lnTo>
                  <a:lnTo>
                    <a:pt x="150819" y="175409"/>
                  </a:lnTo>
                  <a:lnTo>
                    <a:pt x="147540" y="172130"/>
                  </a:lnTo>
                  <a:lnTo>
                    <a:pt x="145901" y="167212"/>
                  </a:lnTo>
                  <a:lnTo>
                    <a:pt x="145901" y="163934"/>
                  </a:lnTo>
                  <a:lnTo>
                    <a:pt x="145901" y="165573"/>
                  </a:lnTo>
                  <a:lnTo>
                    <a:pt x="142623" y="170491"/>
                  </a:lnTo>
                  <a:lnTo>
                    <a:pt x="140983" y="170491"/>
                  </a:lnTo>
                  <a:lnTo>
                    <a:pt x="140983" y="173770"/>
                  </a:lnTo>
                  <a:lnTo>
                    <a:pt x="137705" y="173770"/>
                  </a:lnTo>
                  <a:lnTo>
                    <a:pt x="137705" y="177048"/>
                  </a:lnTo>
                  <a:lnTo>
                    <a:pt x="132786" y="177048"/>
                  </a:lnTo>
                  <a:lnTo>
                    <a:pt x="129508" y="173770"/>
                  </a:lnTo>
                  <a:lnTo>
                    <a:pt x="131147" y="178688"/>
                  </a:lnTo>
                  <a:lnTo>
                    <a:pt x="129508" y="178688"/>
                  </a:lnTo>
                  <a:lnTo>
                    <a:pt x="126229" y="177048"/>
                  </a:lnTo>
                  <a:lnTo>
                    <a:pt x="122950" y="172130"/>
                  </a:lnTo>
                  <a:lnTo>
                    <a:pt x="119671" y="168852"/>
                  </a:lnTo>
                  <a:lnTo>
                    <a:pt x="118032" y="165573"/>
                  </a:lnTo>
                  <a:lnTo>
                    <a:pt x="116393" y="160655"/>
                  </a:lnTo>
                  <a:lnTo>
                    <a:pt x="114754" y="159016"/>
                  </a:lnTo>
                  <a:lnTo>
                    <a:pt x="113115" y="155737"/>
                  </a:lnTo>
                  <a:lnTo>
                    <a:pt x="113115" y="152458"/>
                  </a:lnTo>
                  <a:lnTo>
                    <a:pt x="113115" y="149179"/>
                  </a:lnTo>
                  <a:lnTo>
                    <a:pt x="113115" y="145901"/>
                  </a:lnTo>
                  <a:lnTo>
                    <a:pt x="109836" y="142622"/>
                  </a:lnTo>
                  <a:lnTo>
                    <a:pt x="109836" y="137704"/>
                  </a:lnTo>
                  <a:lnTo>
                    <a:pt x="113115" y="137704"/>
                  </a:lnTo>
                  <a:lnTo>
                    <a:pt x="113115" y="136065"/>
                  </a:lnTo>
                  <a:lnTo>
                    <a:pt x="113115" y="134426"/>
                  </a:lnTo>
                  <a:lnTo>
                    <a:pt x="113115" y="134426"/>
                  </a:lnTo>
                  <a:lnTo>
                    <a:pt x="113115" y="136065"/>
                  </a:lnTo>
                  <a:lnTo>
                    <a:pt x="113115" y="137704"/>
                  </a:lnTo>
                  <a:lnTo>
                    <a:pt x="109836" y="137704"/>
                  </a:lnTo>
                  <a:lnTo>
                    <a:pt x="109836" y="134426"/>
                  </a:lnTo>
                  <a:lnTo>
                    <a:pt x="109836" y="132786"/>
                  </a:lnTo>
                  <a:lnTo>
                    <a:pt x="106557" y="134426"/>
                  </a:lnTo>
                  <a:lnTo>
                    <a:pt x="104918" y="134426"/>
                  </a:lnTo>
                  <a:lnTo>
                    <a:pt x="104918" y="134426"/>
                  </a:lnTo>
                  <a:lnTo>
                    <a:pt x="108196" y="139344"/>
                  </a:lnTo>
                  <a:lnTo>
                    <a:pt x="108196" y="140983"/>
                  </a:lnTo>
                  <a:lnTo>
                    <a:pt x="108196" y="142622"/>
                  </a:lnTo>
                  <a:lnTo>
                    <a:pt x="103278" y="140983"/>
                  </a:lnTo>
                  <a:lnTo>
                    <a:pt x="99999" y="140983"/>
                  </a:lnTo>
                  <a:lnTo>
                    <a:pt x="96721" y="139344"/>
                  </a:lnTo>
                  <a:lnTo>
                    <a:pt x="96721" y="139344"/>
                  </a:lnTo>
                  <a:lnTo>
                    <a:pt x="96721" y="139344"/>
                  </a:lnTo>
                  <a:lnTo>
                    <a:pt x="96721" y="140983"/>
                  </a:lnTo>
                  <a:lnTo>
                    <a:pt x="99999" y="142622"/>
                  </a:lnTo>
                  <a:lnTo>
                    <a:pt x="104918" y="145901"/>
                  </a:lnTo>
                  <a:lnTo>
                    <a:pt x="108196" y="145901"/>
                  </a:lnTo>
                  <a:lnTo>
                    <a:pt x="111475" y="149179"/>
                  </a:lnTo>
                  <a:lnTo>
                    <a:pt x="111475" y="152458"/>
                  </a:lnTo>
                  <a:lnTo>
                    <a:pt x="108196" y="155737"/>
                  </a:lnTo>
                  <a:lnTo>
                    <a:pt x="106557" y="157376"/>
                  </a:lnTo>
                  <a:lnTo>
                    <a:pt x="106557" y="159016"/>
                  </a:lnTo>
                  <a:lnTo>
                    <a:pt x="109836" y="162294"/>
                  </a:lnTo>
                  <a:lnTo>
                    <a:pt x="108196" y="165573"/>
                  </a:lnTo>
                  <a:lnTo>
                    <a:pt x="104918" y="170491"/>
                  </a:lnTo>
                  <a:lnTo>
                    <a:pt x="104918" y="170491"/>
                  </a:lnTo>
                  <a:lnTo>
                    <a:pt x="108196" y="172130"/>
                  </a:lnTo>
                  <a:lnTo>
                    <a:pt x="108196" y="170491"/>
                  </a:lnTo>
                  <a:lnTo>
                    <a:pt x="109836" y="173770"/>
                  </a:lnTo>
                  <a:lnTo>
                    <a:pt x="109836" y="178688"/>
                  </a:lnTo>
                  <a:lnTo>
                    <a:pt x="109836" y="181966"/>
                  </a:lnTo>
                  <a:lnTo>
                    <a:pt x="111475" y="178688"/>
                  </a:lnTo>
                  <a:lnTo>
                    <a:pt x="114754" y="181966"/>
                  </a:lnTo>
                  <a:lnTo>
                    <a:pt x="116393" y="185245"/>
                  </a:lnTo>
                  <a:lnTo>
                    <a:pt x="116393" y="190163"/>
                  </a:lnTo>
                  <a:lnTo>
                    <a:pt x="116393" y="193442"/>
                  </a:lnTo>
                  <a:lnTo>
                    <a:pt x="113115" y="196720"/>
                  </a:lnTo>
                  <a:lnTo>
                    <a:pt x="109836" y="198360"/>
                  </a:lnTo>
                  <a:lnTo>
                    <a:pt x="109836" y="195081"/>
                  </a:lnTo>
                  <a:lnTo>
                    <a:pt x="108196" y="191802"/>
                  </a:lnTo>
                  <a:lnTo>
                    <a:pt x="108196" y="195081"/>
                  </a:lnTo>
                  <a:lnTo>
                    <a:pt x="108196" y="198360"/>
                  </a:lnTo>
                  <a:lnTo>
                    <a:pt x="108196" y="199999"/>
                  </a:lnTo>
                  <a:lnTo>
                    <a:pt x="108196" y="203278"/>
                  </a:lnTo>
                  <a:lnTo>
                    <a:pt x="106557" y="204917"/>
                  </a:lnTo>
                  <a:lnTo>
                    <a:pt x="106557" y="204917"/>
                  </a:lnTo>
                  <a:lnTo>
                    <a:pt x="106557" y="209835"/>
                  </a:lnTo>
                  <a:lnTo>
                    <a:pt x="103278" y="213114"/>
                  </a:lnTo>
                  <a:lnTo>
                    <a:pt x="99999" y="211474"/>
                  </a:lnTo>
                  <a:lnTo>
                    <a:pt x="99999" y="206556"/>
                  </a:lnTo>
                  <a:lnTo>
                    <a:pt x="96721" y="209835"/>
                  </a:lnTo>
                  <a:lnTo>
                    <a:pt x="96721" y="206556"/>
                  </a:lnTo>
                  <a:lnTo>
                    <a:pt x="98360" y="201638"/>
                  </a:lnTo>
                  <a:lnTo>
                    <a:pt x="101639" y="198360"/>
                  </a:lnTo>
                  <a:lnTo>
                    <a:pt x="103278" y="195081"/>
                  </a:lnTo>
                  <a:lnTo>
                    <a:pt x="103278" y="196720"/>
                  </a:lnTo>
                  <a:lnTo>
                    <a:pt x="98360" y="199999"/>
                  </a:lnTo>
                  <a:lnTo>
                    <a:pt x="95081" y="203278"/>
                  </a:lnTo>
                  <a:lnTo>
                    <a:pt x="95081" y="203278"/>
                  </a:lnTo>
                  <a:lnTo>
                    <a:pt x="95081" y="201638"/>
                  </a:lnTo>
                  <a:lnTo>
                    <a:pt x="96721" y="201638"/>
                  </a:lnTo>
                  <a:lnTo>
                    <a:pt x="98360" y="196720"/>
                  </a:lnTo>
                  <a:lnTo>
                    <a:pt x="96721" y="198360"/>
                  </a:lnTo>
                  <a:lnTo>
                    <a:pt x="95081" y="201638"/>
                  </a:lnTo>
                  <a:lnTo>
                    <a:pt x="93442" y="203278"/>
                  </a:lnTo>
                  <a:lnTo>
                    <a:pt x="91802" y="199999"/>
                  </a:lnTo>
                  <a:lnTo>
                    <a:pt x="90164" y="196720"/>
                  </a:lnTo>
                  <a:lnTo>
                    <a:pt x="90164" y="193442"/>
                  </a:lnTo>
                  <a:lnTo>
                    <a:pt x="90164" y="190163"/>
                  </a:lnTo>
                  <a:lnTo>
                    <a:pt x="91802" y="186884"/>
                  </a:lnTo>
                  <a:lnTo>
                    <a:pt x="91802" y="181966"/>
                  </a:lnTo>
                  <a:lnTo>
                    <a:pt x="91802" y="183606"/>
                  </a:lnTo>
                  <a:lnTo>
                    <a:pt x="91802" y="183606"/>
                  </a:lnTo>
                  <a:lnTo>
                    <a:pt x="88525" y="185245"/>
                  </a:lnTo>
                  <a:lnTo>
                    <a:pt x="88525" y="188524"/>
                  </a:lnTo>
                  <a:lnTo>
                    <a:pt x="88525" y="193442"/>
                  </a:lnTo>
                  <a:lnTo>
                    <a:pt x="90164" y="196720"/>
                  </a:lnTo>
                  <a:lnTo>
                    <a:pt x="88525" y="199999"/>
                  </a:lnTo>
                  <a:lnTo>
                    <a:pt x="86885" y="199999"/>
                  </a:lnTo>
                  <a:lnTo>
                    <a:pt x="88525" y="201638"/>
                  </a:lnTo>
                  <a:lnTo>
                    <a:pt x="90164" y="204917"/>
                  </a:lnTo>
                  <a:lnTo>
                    <a:pt x="90164" y="209835"/>
                  </a:lnTo>
                  <a:lnTo>
                    <a:pt x="86885" y="209835"/>
                  </a:lnTo>
                  <a:lnTo>
                    <a:pt x="83606" y="208196"/>
                  </a:lnTo>
                  <a:lnTo>
                    <a:pt x="81967" y="206556"/>
                  </a:lnTo>
                  <a:lnTo>
                    <a:pt x="81967" y="209835"/>
                  </a:lnTo>
                  <a:lnTo>
                    <a:pt x="81967" y="214753"/>
                  </a:lnTo>
                  <a:lnTo>
                    <a:pt x="78688" y="213114"/>
                  </a:lnTo>
                  <a:lnTo>
                    <a:pt x="78688" y="209835"/>
                  </a:lnTo>
                  <a:lnTo>
                    <a:pt x="80328" y="206556"/>
                  </a:lnTo>
                  <a:lnTo>
                    <a:pt x="78688" y="204917"/>
                  </a:lnTo>
                  <a:lnTo>
                    <a:pt x="80328" y="199999"/>
                  </a:lnTo>
                  <a:lnTo>
                    <a:pt x="78688" y="196720"/>
                  </a:lnTo>
                  <a:lnTo>
                    <a:pt x="78688" y="193442"/>
                  </a:lnTo>
                  <a:lnTo>
                    <a:pt x="78688" y="188524"/>
                  </a:lnTo>
                  <a:lnTo>
                    <a:pt x="78688" y="191802"/>
                  </a:lnTo>
                  <a:lnTo>
                    <a:pt x="77049" y="196720"/>
                  </a:lnTo>
                  <a:lnTo>
                    <a:pt x="78688" y="199999"/>
                  </a:lnTo>
                  <a:lnTo>
                    <a:pt x="78688" y="203278"/>
                  </a:lnTo>
                  <a:lnTo>
                    <a:pt x="77049" y="201638"/>
                  </a:lnTo>
                  <a:lnTo>
                    <a:pt x="77049" y="198360"/>
                  </a:lnTo>
                  <a:lnTo>
                    <a:pt x="75409" y="195081"/>
                  </a:lnTo>
                  <a:lnTo>
                    <a:pt x="73770" y="190163"/>
                  </a:lnTo>
                  <a:lnTo>
                    <a:pt x="73770" y="193442"/>
                  </a:lnTo>
                  <a:lnTo>
                    <a:pt x="73770" y="195081"/>
                  </a:lnTo>
                  <a:lnTo>
                    <a:pt x="75409" y="199999"/>
                  </a:lnTo>
                  <a:lnTo>
                    <a:pt x="75409" y="198360"/>
                  </a:lnTo>
                  <a:lnTo>
                    <a:pt x="75409" y="201638"/>
                  </a:lnTo>
                  <a:lnTo>
                    <a:pt x="77049" y="204917"/>
                  </a:lnTo>
                  <a:lnTo>
                    <a:pt x="77049" y="208196"/>
                  </a:lnTo>
                  <a:lnTo>
                    <a:pt x="77049" y="213114"/>
                  </a:lnTo>
                  <a:lnTo>
                    <a:pt x="73770" y="216392"/>
                  </a:lnTo>
                  <a:lnTo>
                    <a:pt x="72131" y="213114"/>
                  </a:lnTo>
                  <a:lnTo>
                    <a:pt x="73770" y="208196"/>
                  </a:lnTo>
                  <a:lnTo>
                    <a:pt x="70491" y="204917"/>
                  </a:lnTo>
                  <a:lnTo>
                    <a:pt x="72131" y="208196"/>
                  </a:lnTo>
                  <a:lnTo>
                    <a:pt x="68852" y="211474"/>
                  </a:lnTo>
                  <a:lnTo>
                    <a:pt x="70491" y="216392"/>
                  </a:lnTo>
                  <a:lnTo>
                    <a:pt x="67212" y="219671"/>
                  </a:lnTo>
                  <a:lnTo>
                    <a:pt x="67212" y="216392"/>
                  </a:lnTo>
                  <a:lnTo>
                    <a:pt x="65573" y="211474"/>
                  </a:lnTo>
                  <a:lnTo>
                    <a:pt x="62295" y="209835"/>
                  </a:lnTo>
                  <a:lnTo>
                    <a:pt x="60656" y="206556"/>
                  </a:lnTo>
                  <a:lnTo>
                    <a:pt x="60656" y="201638"/>
                  </a:lnTo>
                  <a:lnTo>
                    <a:pt x="59016" y="198360"/>
                  </a:lnTo>
                  <a:lnTo>
                    <a:pt x="59016" y="195081"/>
                  </a:lnTo>
                  <a:lnTo>
                    <a:pt x="59016" y="195081"/>
                  </a:lnTo>
                  <a:lnTo>
                    <a:pt x="57377" y="193442"/>
                  </a:lnTo>
                  <a:lnTo>
                    <a:pt x="55738" y="190163"/>
                  </a:lnTo>
                  <a:lnTo>
                    <a:pt x="55738" y="186884"/>
                  </a:lnTo>
                  <a:lnTo>
                    <a:pt x="55738" y="183606"/>
                  </a:lnTo>
                  <a:lnTo>
                    <a:pt x="52459" y="180327"/>
                  </a:lnTo>
                  <a:lnTo>
                    <a:pt x="52459" y="177048"/>
                  </a:lnTo>
                  <a:lnTo>
                    <a:pt x="52459" y="175409"/>
                  </a:lnTo>
                  <a:lnTo>
                    <a:pt x="50819" y="172130"/>
                  </a:lnTo>
                  <a:lnTo>
                    <a:pt x="50819" y="168852"/>
                  </a:lnTo>
                  <a:lnTo>
                    <a:pt x="49180" y="163934"/>
                  </a:lnTo>
                  <a:lnTo>
                    <a:pt x="47541" y="162294"/>
                  </a:lnTo>
                  <a:lnTo>
                    <a:pt x="47541" y="159016"/>
                  </a:lnTo>
                  <a:lnTo>
                    <a:pt x="47541" y="159016"/>
                  </a:lnTo>
                  <a:lnTo>
                    <a:pt x="47541" y="157376"/>
                  </a:lnTo>
                  <a:lnTo>
                    <a:pt x="49180" y="154098"/>
                  </a:lnTo>
                  <a:lnTo>
                    <a:pt x="47541" y="149179"/>
                  </a:lnTo>
                  <a:lnTo>
                    <a:pt x="44262" y="149179"/>
                  </a:lnTo>
                  <a:lnTo>
                    <a:pt x="40983" y="149179"/>
                  </a:lnTo>
                  <a:lnTo>
                    <a:pt x="40983" y="144262"/>
                  </a:lnTo>
                  <a:lnTo>
                    <a:pt x="40983" y="142622"/>
                  </a:lnTo>
                  <a:lnTo>
                    <a:pt x="40983" y="139344"/>
                  </a:lnTo>
                  <a:lnTo>
                    <a:pt x="40983" y="137704"/>
                  </a:lnTo>
                  <a:lnTo>
                    <a:pt x="40983" y="137704"/>
                  </a:lnTo>
                  <a:lnTo>
                    <a:pt x="37705" y="136065"/>
                  </a:lnTo>
                  <a:lnTo>
                    <a:pt x="34426" y="132786"/>
                  </a:lnTo>
                  <a:lnTo>
                    <a:pt x="31148" y="129508"/>
                  </a:lnTo>
                  <a:lnTo>
                    <a:pt x="31148" y="126229"/>
                  </a:lnTo>
                  <a:lnTo>
                    <a:pt x="31148" y="121311"/>
                  </a:lnTo>
                  <a:lnTo>
                    <a:pt x="34426" y="121311"/>
                  </a:lnTo>
                  <a:lnTo>
                    <a:pt x="36066" y="118032"/>
                  </a:lnTo>
                  <a:lnTo>
                    <a:pt x="36066" y="116393"/>
                  </a:lnTo>
                  <a:lnTo>
                    <a:pt x="36066" y="116393"/>
                  </a:lnTo>
                  <a:lnTo>
                    <a:pt x="36066" y="113114"/>
                  </a:lnTo>
                  <a:lnTo>
                    <a:pt x="34426" y="109836"/>
                  </a:lnTo>
                  <a:lnTo>
                    <a:pt x="34426" y="106557"/>
                  </a:lnTo>
                  <a:lnTo>
                    <a:pt x="34426" y="106557"/>
                  </a:lnTo>
                  <a:lnTo>
                    <a:pt x="36066" y="106557"/>
                  </a:lnTo>
                  <a:lnTo>
                    <a:pt x="34426" y="104917"/>
                  </a:lnTo>
                  <a:lnTo>
                    <a:pt x="32787" y="101639"/>
                  </a:lnTo>
                  <a:lnTo>
                    <a:pt x="32787" y="101639"/>
                  </a:lnTo>
                  <a:lnTo>
                    <a:pt x="32787" y="101639"/>
                  </a:lnTo>
                  <a:lnTo>
                    <a:pt x="27869" y="101639"/>
                  </a:lnTo>
                  <a:lnTo>
                    <a:pt x="24590" y="99999"/>
                  </a:lnTo>
                  <a:lnTo>
                    <a:pt x="24590" y="99999"/>
                  </a:lnTo>
                  <a:lnTo>
                    <a:pt x="19672" y="98360"/>
                  </a:lnTo>
                  <a:lnTo>
                    <a:pt x="19672" y="96721"/>
                  </a:lnTo>
                  <a:lnTo>
                    <a:pt x="19672" y="96721"/>
                  </a:lnTo>
                  <a:lnTo>
                    <a:pt x="18032" y="96721"/>
                  </a:lnTo>
                  <a:lnTo>
                    <a:pt x="16393" y="95082"/>
                  </a:lnTo>
                  <a:lnTo>
                    <a:pt x="14754" y="95082"/>
                  </a:lnTo>
                  <a:lnTo>
                    <a:pt x="11476" y="93442"/>
                  </a:lnTo>
                  <a:lnTo>
                    <a:pt x="9836" y="88524"/>
                  </a:lnTo>
                  <a:lnTo>
                    <a:pt x="6558" y="85245"/>
                  </a:lnTo>
                  <a:lnTo>
                    <a:pt x="6558" y="81967"/>
                  </a:lnTo>
                  <a:lnTo>
                    <a:pt x="9836" y="78688"/>
                  </a:lnTo>
                  <a:lnTo>
                    <a:pt x="9836" y="73770"/>
                  </a:lnTo>
                  <a:lnTo>
                    <a:pt x="9836" y="73770"/>
                  </a:lnTo>
                  <a:lnTo>
                    <a:pt x="13114" y="77049"/>
                  </a:lnTo>
                  <a:lnTo>
                    <a:pt x="14754" y="77049"/>
                  </a:lnTo>
                  <a:lnTo>
                    <a:pt x="18032" y="73770"/>
                  </a:lnTo>
                  <a:lnTo>
                    <a:pt x="18032" y="72131"/>
                  </a:lnTo>
                  <a:lnTo>
                    <a:pt x="18032" y="70492"/>
                  </a:lnTo>
                  <a:lnTo>
                    <a:pt x="19672" y="67213"/>
                  </a:lnTo>
                  <a:lnTo>
                    <a:pt x="18032" y="63934"/>
                  </a:lnTo>
                  <a:lnTo>
                    <a:pt x="22951" y="63934"/>
                  </a:lnTo>
                  <a:lnTo>
                    <a:pt x="26229" y="62295"/>
                  </a:lnTo>
                  <a:lnTo>
                    <a:pt x="29508" y="63934"/>
                  </a:lnTo>
                  <a:lnTo>
                    <a:pt x="29508" y="63934"/>
                  </a:lnTo>
                  <a:lnTo>
                    <a:pt x="34426" y="62295"/>
                  </a:lnTo>
                  <a:lnTo>
                    <a:pt x="37705" y="63934"/>
                  </a:lnTo>
                  <a:lnTo>
                    <a:pt x="37705" y="60655"/>
                  </a:lnTo>
                  <a:lnTo>
                    <a:pt x="39344" y="59016"/>
                  </a:lnTo>
                  <a:lnTo>
                    <a:pt x="34426" y="57377"/>
                  </a:lnTo>
                  <a:lnTo>
                    <a:pt x="31148" y="54098"/>
                  </a:lnTo>
                  <a:lnTo>
                    <a:pt x="31148" y="49180"/>
                  </a:lnTo>
                  <a:lnTo>
                    <a:pt x="27869" y="49180"/>
                  </a:lnTo>
                  <a:lnTo>
                    <a:pt x="24590" y="50819"/>
                  </a:lnTo>
                  <a:lnTo>
                    <a:pt x="21311" y="49180"/>
                  </a:lnTo>
                  <a:lnTo>
                    <a:pt x="16393" y="45901"/>
                  </a:lnTo>
                  <a:lnTo>
                    <a:pt x="14754" y="42623"/>
                  </a:lnTo>
                  <a:lnTo>
                    <a:pt x="14754" y="42623"/>
                  </a:lnTo>
                  <a:lnTo>
                    <a:pt x="11476" y="39344"/>
                  </a:lnTo>
                  <a:lnTo>
                    <a:pt x="9836" y="37705"/>
                  </a:lnTo>
                  <a:lnTo>
                    <a:pt x="4918" y="36065"/>
                  </a:lnTo>
                  <a:lnTo>
                    <a:pt x="1639" y="34426"/>
                  </a:lnTo>
                  <a:lnTo>
                    <a:pt x="0" y="31147"/>
                  </a:lnTo>
                  <a:lnTo>
                    <a:pt x="1639" y="27869"/>
                  </a:lnTo>
                  <a:lnTo>
                    <a:pt x="1639" y="22951"/>
                  </a:lnTo>
                  <a:lnTo>
                    <a:pt x="3279" y="19672"/>
                  </a:lnTo>
                  <a:lnTo>
                    <a:pt x="4918" y="18033"/>
                  </a:lnTo>
                  <a:lnTo>
                    <a:pt x="6558" y="14754"/>
                  </a:lnTo>
                  <a:lnTo>
                    <a:pt x="8197" y="13115"/>
                  </a:lnTo>
                  <a:lnTo>
                    <a:pt x="11476" y="11475"/>
                  </a:lnTo>
                  <a:lnTo>
                    <a:pt x="13114" y="11475"/>
                  </a:lnTo>
                  <a:lnTo>
                    <a:pt x="11476" y="6557"/>
                  </a:lnTo>
                  <a:lnTo>
                    <a:pt x="6558" y="6557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3" name="Freeform 2812">
              <a:extLst>
                <a:ext uri="{FF2B5EF4-FFF2-40B4-BE49-F238E27FC236}">
                  <a16:creationId xmlns:a16="http://schemas.microsoft.com/office/drawing/2014/main" id="{9C7F6074-1D9C-364D-8C71-0FC613251855}"/>
                </a:ext>
              </a:extLst>
            </p:cNvPr>
            <p:cNvSpPr/>
            <p:nvPr/>
          </p:nvSpPr>
          <p:spPr>
            <a:xfrm>
              <a:off x="9877950" y="1087042"/>
              <a:ext cx="11475" cy="3278"/>
            </a:xfrm>
            <a:custGeom>
              <a:avLst/>
              <a:gdLst>
                <a:gd name="connsiteX0" fmla="*/ 11476 w 11475"/>
                <a:gd name="connsiteY0" fmla="*/ 3279 h 3278"/>
                <a:gd name="connsiteX1" fmla="*/ 8197 w 11475"/>
                <a:gd name="connsiteY1" fmla="*/ 1639 h 3278"/>
                <a:gd name="connsiteX2" fmla="*/ 4918 w 11475"/>
                <a:gd name="connsiteY2" fmla="*/ 0 h 3278"/>
                <a:gd name="connsiteX3" fmla="*/ 0 w 11475"/>
                <a:gd name="connsiteY3" fmla="*/ 0 h 3278"/>
                <a:gd name="connsiteX4" fmla="*/ 4918 w 11475"/>
                <a:gd name="connsiteY4" fmla="*/ 3279 h 3278"/>
                <a:gd name="connsiteX5" fmla="*/ 8197 w 11475"/>
                <a:gd name="connsiteY5" fmla="*/ 3279 h 3278"/>
                <a:gd name="connsiteX6" fmla="*/ 11476 w 11475"/>
                <a:gd name="connsiteY6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11476" y="3279"/>
                  </a:moveTo>
                  <a:lnTo>
                    <a:pt x="8197" y="1639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4918" y="3279"/>
                  </a:lnTo>
                  <a:lnTo>
                    <a:pt x="8197" y="3279"/>
                  </a:lnTo>
                  <a:lnTo>
                    <a:pt x="11476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4" name="Freeform 2813">
              <a:extLst>
                <a:ext uri="{FF2B5EF4-FFF2-40B4-BE49-F238E27FC236}">
                  <a16:creationId xmlns:a16="http://schemas.microsoft.com/office/drawing/2014/main" id="{59E080FA-EB25-FD45-A57F-DA74920A31B9}"/>
                </a:ext>
              </a:extLst>
            </p:cNvPr>
            <p:cNvSpPr/>
            <p:nvPr/>
          </p:nvSpPr>
          <p:spPr>
            <a:xfrm>
              <a:off x="10135326" y="1119829"/>
              <a:ext cx="52457" cy="16393"/>
            </a:xfrm>
            <a:custGeom>
              <a:avLst/>
              <a:gdLst>
                <a:gd name="connsiteX0" fmla="*/ 1639 w 52457"/>
                <a:gd name="connsiteY0" fmla="*/ 0 h 16393"/>
                <a:gd name="connsiteX1" fmla="*/ 0 w 52457"/>
                <a:gd name="connsiteY1" fmla="*/ 4918 h 16393"/>
                <a:gd name="connsiteX2" fmla="*/ 3278 w 52457"/>
                <a:gd name="connsiteY2" fmla="*/ 8197 h 16393"/>
                <a:gd name="connsiteX3" fmla="*/ 8197 w 52457"/>
                <a:gd name="connsiteY3" fmla="*/ 8197 h 16393"/>
                <a:gd name="connsiteX4" fmla="*/ 13114 w 52457"/>
                <a:gd name="connsiteY4" fmla="*/ 9836 h 16393"/>
                <a:gd name="connsiteX5" fmla="*/ 16393 w 52457"/>
                <a:gd name="connsiteY5" fmla="*/ 11475 h 16393"/>
                <a:gd name="connsiteX6" fmla="*/ 19671 w 52457"/>
                <a:gd name="connsiteY6" fmla="*/ 13115 h 16393"/>
                <a:gd name="connsiteX7" fmla="*/ 24590 w 52457"/>
                <a:gd name="connsiteY7" fmla="*/ 13115 h 16393"/>
                <a:gd name="connsiteX8" fmla="*/ 27868 w 52457"/>
                <a:gd name="connsiteY8" fmla="*/ 13115 h 16393"/>
                <a:gd name="connsiteX9" fmla="*/ 32787 w 52457"/>
                <a:gd name="connsiteY9" fmla="*/ 14754 h 16393"/>
                <a:gd name="connsiteX10" fmla="*/ 36065 w 52457"/>
                <a:gd name="connsiteY10" fmla="*/ 14754 h 16393"/>
                <a:gd name="connsiteX11" fmla="*/ 40983 w 52457"/>
                <a:gd name="connsiteY11" fmla="*/ 16393 h 16393"/>
                <a:gd name="connsiteX12" fmla="*/ 44261 w 52457"/>
                <a:gd name="connsiteY12" fmla="*/ 16393 h 16393"/>
                <a:gd name="connsiteX13" fmla="*/ 49180 w 52457"/>
                <a:gd name="connsiteY13" fmla="*/ 16393 h 16393"/>
                <a:gd name="connsiteX14" fmla="*/ 52458 w 52457"/>
                <a:gd name="connsiteY14" fmla="*/ 16393 h 16393"/>
                <a:gd name="connsiteX15" fmla="*/ 50819 w 52457"/>
                <a:gd name="connsiteY15" fmla="*/ 13115 h 16393"/>
                <a:gd name="connsiteX16" fmla="*/ 47540 w 52457"/>
                <a:gd name="connsiteY16" fmla="*/ 9836 h 16393"/>
                <a:gd name="connsiteX17" fmla="*/ 45901 w 52457"/>
                <a:gd name="connsiteY17" fmla="*/ 6557 h 16393"/>
                <a:gd name="connsiteX18" fmla="*/ 42622 w 52457"/>
                <a:gd name="connsiteY18" fmla="*/ 4918 h 16393"/>
                <a:gd name="connsiteX19" fmla="*/ 37705 w 52457"/>
                <a:gd name="connsiteY19" fmla="*/ 4918 h 16393"/>
                <a:gd name="connsiteX20" fmla="*/ 34426 w 52457"/>
                <a:gd name="connsiteY20" fmla="*/ 3279 h 16393"/>
                <a:gd name="connsiteX21" fmla="*/ 31147 w 52457"/>
                <a:gd name="connsiteY21" fmla="*/ 3279 h 16393"/>
                <a:gd name="connsiteX22" fmla="*/ 26229 w 52457"/>
                <a:gd name="connsiteY22" fmla="*/ 3279 h 16393"/>
                <a:gd name="connsiteX23" fmla="*/ 22950 w 52457"/>
                <a:gd name="connsiteY23" fmla="*/ 1639 h 16393"/>
                <a:gd name="connsiteX24" fmla="*/ 18032 w 52457"/>
                <a:gd name="connsiteY24" fmla="*/ 1639 h 16393"/>
                <a:gd name="connsiteX25" fmla="*/ 14753 w 52457"/>
                <a:gd name="connsiteY25" fmla="*/ 1639 h 16393"/>
                <a:gd name="connsiteX26" fmla="*/ 9836 w 52457"/>
                <a:gd name="connsiteY26" fmla="*/ 0 h 16393"/>
                <a:gd name="connsiteX27" fmla="*/ 6557 w 52457"/>
                <a:gd name="connsiteY27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2457" h="16393">
                  <a:moveTo>
                    <a:pt x="1639" y="0"/>
                  </a:moveTo>
                  <a:lnTo>
                    <a:pt x="0" y="4918"/>
                  </a:lnTo>
                  <a:lnTo>
                    <a:pt x="3278" y="8197"/>
                  </a:lnTo>
                  <a:lnTo>
                    <a:pt x="8197" y="8197"/>
                  </a:lnTo>
                  <a:lnTo>
                    <a:pt x="13114" y="9836"/>
                  </a:lnTo>
                  <a:lnTo>
                    <a:pt x="16393" y="11475"/>
                  </a:lnTo>
                  <a:lnTo>
                    <a:pt x="19671" y="13115"/>
                  </a:lnTo>
                  <a:lnTo>
                    <a:pt x="24590" y="13115"/>
                  </a:lnTo>
                  <a:lnTo>
                    <a:pt x="27868" y="13115"/>
                  </a:lnTo>
                  <a:lnTo>
                    <a:pt x="32787" y="14754"/>
                  </a:lnTo>
                  <a:lnTo>
                    <a:pt x="36065" y="14754"/>
                  </a:lnTo>
                  <a:lnTo>
                    <a:pt x="40983" y="16393"/>
                  </a:lnTo>
                  <a:lnTo>
                    <a:pt x="44261" y="16393"/>
                  </a:lnTo>
                  <a:lnTo>
                    <a:pt x="49180" y="16393"/>
                  </a:lnTo>
                  <a:lnTo>
                    <a:pt x="52458" y="16393"/>
                  </a:lnTo>
                  <a:lnTo>
                    <a:pt x="50819" y="13115"/>
                  </a:lnTo>
                  <a:lnTo>
                    <a:pt x="47540" y="9836"/>
                  </a:lnTo>
                  <a:lnTo>
                    <a:pt x="45901" y="6557"/>
                  </a:lnTo>
                  <a:lnTo>
                    <a:pt x="42622" y="4918"/>
                  </a:lnTo>
                  <a:lnTo>
                    <a:pt x="37705" y="4918"/>
                  </a:lnTo>
                  <a:lnTo>
                    <a:pt x="34426" y="3279"/>
                  </a:lnTo>
                  <a:lnTo>
                    <a:pt x="31147" y="3279"/>
                  </a:lnTo>
                  <a:lnTo>
                    <a:pt x="26229" y="3279"/>
                  </a:lnTo>
                  <a:lnTo>
                    <a:pt x="22950" y="1639"/>
                  </a:lnTo>
                  <a:lnTo>
                    <a:pt x="18032" y="1639"/>
                  </a:lnTo>
                  <a:lnTo>
                    <a:pt x="14753" y="1639"/>
                  </a:lnTo>
                  <a:lnTo>
                    <a:pt x="9836" y="0"/>
                  </a:lnTo>
                  <a:lnTo>
                    <a:pt x="65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5" name="Freeform 2814">
              <a:extLst>
                <a:ext uri="{FF2B5EF4-FFF2-40B4-BE49-F238E27FC236}">
                  <a16:creationId xmlns:a16="http://schemas.microsoft.com/office/drawing/2014/main" id="{964DC8C3-6885-6943-B241-AAE3E93E3534}"/>
                </a:ext>
              </a:extLst>
            </p:cNvPr>
            <p:cNvSpPr/>
            <p:nvPr/>
          </p:nvSpPr>
          <p:spPr>
            <a:xfrm>
              <a:off x="10366472" y="1062452"/>
              <a:ext cx="99999" cy="27868"/>
            </a:xfrm>
            <a:custGeom>
              <a:avLst/>
              <a:gdLst>
                <a:gd name="connsiteX0" fmla="*/ 11476 w 99999"/>
                <a:gd name="connsiteY0" fmla="*/ 1639 h 27868"/>
                <a:gd name="connsiteX1" fmla="*/ 6558 w 99999"/>
                <a:gd name="connsiteY1" fmla="*/ 4918 h 27868"/>
                <a:gd name="connsiteX2" fmla="*/ 3279 w 99999"/>
                <a:gd name="connsiteY2" fmla="*/ 8197 h 27868"/>
                <a:gd name="connsiteX3" fmla="*/ 0 w 99999"/>
                <a:gd name="connsiteY3" fmla="*/ 13115 h 27868"/>
                <a:gd name="connsiteX4" fmla="*/ 0 w 99999"/>
                <a:gd name="connsiteY4" fmla="*/ 16393 h 27868"/>
                <a:gd name="connsiteX5" fmla="*/ 1639 w 99999"/>
                <a:gd name="connsiteY5" fmla="*/ 19672 h 27868"/>
                <a:gd name="connsiteX6" fmla="*/ 6558 w 99999"/>
                <a:gd name="connsiteY6" fmla="*/ 21311 h 27868"/>
                <a:gd name="connsiteX7" fmla="*/ 9836 w 99999"/>
                <a:gd name="connsiteY7" fmla="*/ 22951 h 27868"/>
                <a:gd name="connsiteX8" fmla="*/ 13114 w 99999"/>
                <a:gd name="connsiteY8" fmla="*/ 24590 h 27868"/>
                <a:gd name="connsiteX9" fmla="*/ 18032 w 99999"/>
                <a:gd name="connsiteY9" fmla="*/ 27869 h 27868"/>
                <a:gd name="connsiteX10" fmla="*/ 21311 w 99999"/>
                <a:gd name="connsiteY10" fmla="*/ 27869 h 27868"/>
                <a:gd name="connsiteX11" fmla="*/ 26229 w 99999"/>
                <a:gd name="connsiteY11" fmla="*/ 26229 h 27868"/>
                <a:gd name="connsiteX12" fmla="*/ 29508 w 99999"/>
                <a:gd name="connsiteY12" fmla="*/ 24590 h 27868"/>
                <a:gd name="connsiteX13" fmla="*/ 34426 w 99999"/>
                <a:gd name="connsiteY13" fmla="*/ 26229 h 27868"/>
                <a:gd name="connsiteX14" fmla="*/ 37705 w 99999"/>
                <a:gd name="connsiteY14" fmla="*/ 26229 h 27868"/>
                <a:gd name="connsiteX15" fmla="*/ 40983 w 99999"/>
                <a:gd name="connsiteY15" fmla="*/ 21311 h 27868"/>
                <a:gd name="connsiteX16" fmla="*/ 42622 w 99999"/>
                <a:gd name="connsiteY16" fmla="*/ 21311 h 27868"/>
                <a:gd name="connsiteX17" fmla="*/ 44262 w 99999"/>
                <a:gd name="connsiteY17" fmla="*/ 21311 h 27868"/>
                <a:gd name="connsiteX18" fmla="*/ 49180 w 99999"/>
                <a:gd name="connsiteY18" fmla="*/ 22951 h 27868"/>
                <a:gd name="connsiteX19" fmla="*/ 52459 w 99999"/>
                <a:gd name="connsiteY19" fmla="*/ 22951 h 27868"/>
                <a:gd name="connsiteX20" fmla="*/ 57377 w 99999"/>
                <a:gd name="connsiteY20" fmla="*/ 24590 h 27868"/>
                <a:gd name="connsiteX21" fmla="*/ 60656 w 99999"/>
                <a:gd name="connsiteY21" fmla="*/ 24590 h 27868"/>
                <a:gd name="connsiteX22" fmla="*/ 65573 w 99999"/>
                <a:gd name="connsiteY22" fmla="*/ 24590 h 27868"/>
                <a:gd name="connsiteX23" fmla="*/ 68852 w 99999"/>
                <a:gd name="connsiteY23" fmla="*/ 24590 h 27868"/>
                <a:gd name="connsiteX24" fmla="*/ 73770 w 99999"/>
                <a:gd name="connsiteY24" fmla="*/ 24590 h 27868"/>
                <a:gd name="connsiteX25" fmla="*/ 77049 w 99999"/>
                <a:gd name="connsiteY25" fmla="*/ 22951 h 27868"/>
                <a:gd name="connsiteX26" fmla="*/ 81967 w 99999"/>
                <a:gd name="connsiteY26" fmla="*/ 22951 h 27868"/>
                <a:gd name="connsiteX27" fmla="*/ 85246 w 99999"/>
                <a:gd name="connsiteY27" fmla="*/ 21311 h 27868"/>
                <a:gd name="connsiteX28" fmla="*/ 90164 w 99999"/>
                <a:gd name="connsiteY28" fmla="*/ 21311 h 27868"/>
                <a:gd name="connsiteX29" fmla="*/ 93442 w 99999"/>
                <a:gd name="connsiteY29" fmla="*/ 19672 h 27868"/>
                <a:gd name="connsiteX30" fmla="*/ 96721 w 99999"/>
                <a:gd name="connsiteY30" fmla="*/ 19672 h 27868"/>
                <a:gd name="connsiteX31" fmla="*/ 99999 w 99999"/>
                <a:gd name="connsiteY31" fmla="*/ 16393 h 27868"/>
                <a:gd name="connsiteX32" fmla="*/ 96721 w 99999"/>
                <a:gd name="connsiteY32" fmla="*/ 13115 h 27868"/>
                <a:gd name="connsiteX33" fmla="*/ 93442 w 99999"/>
                <a:gd name="connsiteY33" fmla="*/ 11475 h 27868"/>
                <a:gd name="connsiteX34" fmla="*/ 90164 w 99999"/>
                <a:gd name="connsiteY34" fmla="*/ 11475 h 27868"/>
                <a:gd name="connsiteX35" fmla="*/ 85246 w 99999"/>
                <a:gd name="connsiteY35" fmla="*/ 9836 h 27868"/>
                <a:gd name="connsiteX36" fmla="*/ 81967 w 99999"/>
                <a:gd name="connsiteY36" fmla="*/ 8197 h 27868"/>
                <a:gd name="connsiteX37" fmla="*/ 77049 w 99999"/>
                <a:gd name="connsiteY37" fmla="*/ 6557 h 27868"/>
                <a:gd name="connsiteX38" fmla="*/ 72131 w 99999"/>
                <a:gd name="connsiteY38" fmla="*/ 6557 h 27868"/>
                <a:gd name="connsiteX39" fmla="*/ 68852 w 99999"/>
                <a:gd name="connsiteY39" fmla="*/ 4918 h 27868"/>
                <a:gd name="connsiteX40" fmla="*/ 63935 w 99999"/>
                <a:gd name="connsiteY40" fmla="*/ 3279 h 27868"/>
                <a:gd name="connsiteX41" fmla="*/ 59016 w 99999"/>
                <a:gd name="connsiteY41" fmla="*/ 3279 h 27868"/>
                <a:gd name="connsiteX42" fmla="*/ 55738 w 99999"/>
                <a:gd name="connsiteY42" fmla="*/ 1639 h 27868"/>
                <a:gd name="connsiteX43" fmla="*/ 50819 w 99999"/>
                <a:gd name="connsiteY43" fmla="*/ 1639 h 27868"/>
                <a:gd name="connsiteX44" fmla="*/ 47541 w 99999"/>
                <a:gd name="connsiteY44" fmla="*/ 0 h 27868"/>
                <a:gd name="connsiteX45" fmla="*/ 42622 w 99999"/>
                <a:gd name="connsiteY45" fmla="*/ 0 h 27868"/>
                <a:gd name="connsiteX46" fmla="*/ 39344 w 99999"/>
                <a:gd name="connsiteY46" fmla="*/ 0 h 27868"/>
                <a:gd name="connsiteX47" fmla="*/ 34426 w 99999"/>
                <a:gd name="connsiteY47" fmla="*/ 0 h 27868"/>
                <a:gd name="connsiteX48" fmla="*/ 31148 w 99999"/>
                <a:gd name="connsiteY48" fmla="*/ 1639 h 27868"/>
                <a:gd name="connsiteX49" fmla="*/ 26229 w 99999"/>
                <a:gd name="connsiteY49" fmla="*/ 1639 h 27868"/>
                <a:gd name="connsiteX50" fmla="*/ 22951 w 99999"/>
                <a:gd name="connsiteY50" fmla="*/ 1639 h 27868"/>
                <a:gd name="connsiteX51" fmla="*/ 18032 w 99999"/>
                <a:gd name="connsiteY51" fmla="*/ 0 h 27868"/>
                <a:gd name="connsiteX52" fmla="*/ 14754 w 99999"/>
                <a:gd name="connsiteY52" fmla="*/ 0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9999" h="27868">
                  <a:moveTo>
                    <a:pt x="11476" y="1639"/>
                  </a:moveTo>
                  <a:lnTo>
                    <a:pt x="6558" y="4918"/>
                  </a:lnTo>
                  <a:lnTo>
                    <a:pt x="3279" y="8197"/>
                  </a:lnTo>
                  <a:lnTo>
                    <a:pt x="0" y="13115"/>
                  </a:lnTo>
                  <a:lnTo>
                    <a:pt x="0" y="16393"/>
                  </a:lnTo>
                  <a:lnTo>
                    <a:pt x="1639" y="19672"/>
                  </a:lnTo>
                  <a:lnTo>
                    <a:pt x="6558" y="21311"/>
                  </a:lnTo>
                  <a:lnTo>
                    <a:pt x="9836" y="22951"/>
                  </a:lnTo>
                  <a:lnTo>
                    <a:pt x="13114" y="24590"/>
                  </a:lnTo>
                  <a:lnTo>
                    <a:pt x="18032" y="27869"/>
                  </a:lnTo>
                  <a:lnTo>
                    <a:pt x="21311" y="27869"/>
                  </a:lnTo>
                  <a:lnTo>
                    <a:pt x="26229" y="26229"/>
                  </a:lnTo>
                  <a:lnTo>
                    <a:pt x="29508" y="24590"/>
                  </a:lnTo>
                  <a:lnTo>
                    <a:pt x="34426" y="26229"/>
                  </a:lnTo>
                  <a:lnTo>
                    <a:pt x="37705" y="26229"/>
                  </a:lnTo>
                  <a:lnTo>
                    <a:pt x="40983" y="21311"/>
                  </a:lnTo>
                  <a:lnTo>
                    <a:pt x="42622" y="21311"/>
                  </a:lnTo>
                  <a:lnTo>
                    <a:pt x="44262" y="21311"/>
                  </a:lnTo>
                  <a:lnTo>
                    <a:pt x="49180" y="22951"/>
                  </a:lnTo>
                  <a:lnTo>
                    <a:pt x="52459" y="22951"/>
                  </a:lnTo>
                  <a:lnTo>
                    <a:pt x="57377" y="24590"/>
                  </a:lnTo>
                  <a:lnTo>
                    <a:pt x="60656" y="24590"/>
                  </a:lnTo>
                  <a:lnTo>
                    <a:pt x="65573" y="24590"/>
                  </a:lnTo>
                  <a:lnTo>
                    <a:pt x="68852" y="24590"/>
                  </a:lnTo>
                  <a:lnTo>
                    <a:pt x="73770" y="24590"/>
                  </a:lnTo>
                  <a:lnTo>
                    <a:pt x="77049" y="22951"/>
                  </a:lnTo>
                  <a:lnTo>
                    <a:pt x="81967" y="22951"/>
                  </a:lnTo>
                  <a:lnTo>
                    <a:pt x="85246" y="21311"/>
                  </a:lnTo>
                  <a:lnTo>
                    <a:pt x="90164" y="21311"/>
                  </a:lnTo>
                  <a:lnTo>
                    <a:pt x="93442" y="19672"/>
                  </a:lnTo>
                  <a:lnTo>
                    <a:pt x="96721" y="19672"/>
                  </a:lnTo>
                  <a:lnTo>
                    <a:pt x="99999" y="16393"/>
                  </a:lnTo>
                  <a:lnTo>
                    <a:pt x="96721" y="13115"/>
                  </a:lnTo>
                  <a:lnTo>
                    <a:pt x="93442" y="11475"/>
                  </a:lnTo>
                  <a:lnTo>
                    <a:pt x="90164" y="11475"/>
                  </a:lnTo>
                  <a:lnTo>
                    <a:pt x="85246" y="9836"/>
                  </a:lnTo>
                  <a:lnTo>
                    <a:pt x="81967" y="8197"/>
                  </a:lnTo>
                  <a:lnTo>
                    <a:pt x="77049" y="6557"/>
                  </a:lnTo>
                  <a:lnTo>
                    <a:pt x="72131" y="6557"/>
                  </a:lnTo>
                  <a:lnTo>
                    <a:pt x="68852" y="4918"/>
                  </a:lnTo>
                  <a:lnTo>
                    <a:pt x="63935" y="3279"/>
                  </a:lnTo>
                  <a:lnTo>
                    <a:pt x="59016" y="3279"/>
                  </a:lnTo>
                  <a:lnTo>
                    <a:pt x="55738" y="1639"/>
                  </a:lnTo>
                  <a:lnTo>
                    <a:pt x="50819" y="1639"/>
                  </a:lnTo>
                  <a:lnTo>
                    <a:pt x="47541" y="0"/>
                  </a:lnTo>
                  <a:lnTo>
                    <a:pt x="42622" y="0"/>
                  </a:lnTo>
                  <a:lnTo>
                    <a:pt x="39344" y="0"/>
                  </a:lnTo>
                  <a:lnTo>
                    <a:pt x="34426" y="0"/>
                  </a:lnTo>
                  <a:lnTo>
                    <a:pt x="31148" y="1639"/>
                  </a:lnTo>
                  <a:lnTo>
                    <a:pt x="26229" y="1639"/>
                  </a:lnTo>
                  <a:lnTo>
                    <a:pt x="22951" y="1639"/>
                  </a:lnTo>
                  <a:lnTo>
                    <a:pt x="18032" y="0"/>
                  </a:lnTo>
                  <a:lnTo>
                    <a:pt x="14754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6" name="Freeform 2815">
              <a:extLst>
                <a:ext uri="{FF2B5EF4-FFF2-40B4-BE49-F238E27FC236}">
                  <a16:creationId xmlns:a16="http://schemas.microsoft.com/office/drawing/2014/main" id="{F9CA4A63-4EA9-784A-B63C-B2DA5FB202E7}"/>
                </a:ext>
              </a:extLst>
            </p:cNvPr>
            <p:cNvSpPr/>
            <p:nvPr/>
          </p:nvSpPr>
          <p:spPr>
            <a:xfrm>
              <a:off x="9584508" y="4595222"/>
              <a:ext cx="1531140" cy="1254092"/>
            </a:xfrm>
            <a:custGeom>
              <a:avLst/>
              <a:gdLst>
                <a:gd name="connsiteX0" fmla="*/ 16393 w 1531140"/>
                <a:gd name="connsiteY0" fmla="*/ 1011471 h 1254092"/>
                <a:gd name="connsiteX1" fmla="*/ 19672 w 1531140"/>
                <a:gd name="connsiteY1" fmla="*/ 1011471 h 1254092"/>
                <a:gd name="connsiteX2" fmla="*/ 22951 w 1531140"/>
                <a:gd name="connsiteY2" fmla="*/ 1009832 h 1254092"/>
                <a:gd name="connsiteX3" fmla="*/ 27869 w 1531140"/>
                <a:gd name="connsiteY3" fmla="*/ 1006553 h 1254092"/>
                <a:gd name="connsiteX4" fmla="*/ 31148 w 1531140"/>
                <a:gd name="connsiteY4" fmla="*/ 1003274 h 1254092"/>
                <a:gd name="connsiteX5" fmla="*/ 34427 w 1531140"/>
                <a:gd name="connsiteY5" fmla="*/ 999995 h 1254092"/>
                <a:gd name="connsiteX6" fmla="*/ 37705 w 1531140"/>
                <a:gd name="connsiteY6" fmla="*/ 996717 h 1254092"/>
                <a:gd name="connsiteX7" fmla="*/ 39344 w 1531140"/>
                <a:gd name="connsiteY7" fmla="*/ 993438 h 1254092"/>
                <a:gd name="connsiteX8" fmla="*/ 39344 w 1531140"/>
                <a:gd name="connsiteY8" fmla="*/ 990160 h 1254092"/>
                <a:gd name="connsiteX9" fmla="*/ 40983 w 1531140"/>
                <a:gd name="connsiteY9" fmla="*/ 985241 h 1254092"/>
                <a:gd name="connsiteX10" fmla="*/ 42623 w 1531140"/>
                <a:gd name="connsiteY10" fmla="*/ 981963 h 1254092"/>
                <a:gd name="connsiteX11" fmla="*/ 42623 w 1531140"/>
                <a:gd name="connsiteY11" fmla="*/ 978684 h 1254092"/>
                <a:gd name="connsiteX12" fmla="*/ 42623 w 1531140"/>
                <a:gd name="connsiteY12" fmla="*/ 973766 h 1254092"/>
                <a:gd name="connsiteX13" fmla="*/ 44262 w 1531140"/>
                <a:gd name="connsiteY13" fmla="*/ 970488 h 1254092"/>
                <a:gd name="connsiteX14" fmla="*/ 45901 w 1531140"/>
                <a:gd name="connsiteY14" fmla="*/ 967209 h 1254092"/>
                <a:gd name="connsiteX15" fmla="*/ 49180 w 1531140"/>
                <a:gd name="connsiteY15" fmla="*/ 962291 h 1254092"/>
                <a:gd name="connsiteX16" fmla="*/ 45901 w 1531140"/>
                <a:gd name="connsiteY16" fmla="*/ 967209 h 1254092"/>
                <a:gd name="connsiteX17" fmla="*/ 45901 w 1531140"/>
                <a:gd name="connsiteY17" fmla="*/ 970488 h 1254092"/>
                <a:gd name="connsiteX18" fmla="*/ 47541 w 1531140"/>
                <a:gd name="connsiteY18" fmla="*/ 967209 h 1254092"/>
                <a:gd name="connsiteX19" fmla="*/ 50820 w 1531140"/>
                <a:gd name="connsiteY19" fmla="*/ 967209 h 1254092"/>
                <a:gd name="connsiteX20" fmla="*/ 50820 w 1531140"/>
                <a:gd name="connsiteY20" fmla="*/ 962291 h 1254092"/>
                <a:gd name="connsiteX21" fmla="*/ 52459 w 1531140"/>
                <a:gd name="connsiteY21" fmla="*/ 959012 h 1254092"/>
                <a:gd name="connsiteX22" fmla="*/ 52459 w 1531140"/>
                <a:gd name="connsiteY22" fmla="*/ 955734 h 1254092"/>
                <a:gd name="connsiteX23" fmla="*/ 52459 w 1531140"/>
                <a:gd name="connsiteY23" fmla="*/ 952455 h 1254092"/>
                <a:gd name="connsiteX24" fmla="*/ 55738 w 1531140"/>
                <a:gd name="connsiteY24" fmla="*/ 949176 h 1254092"/>
                <a:gd name="connsiteX25" fmla="*/ 57377 w 1531140"/>
                <a:gd name="connsiteY25" fmla="*/ 944258 h 1254092"/>
                <a:gd name="connsiteX26" fmla="*/ 57377 w 1531140"/>
                <a:gd name="connsiteY26" fmla="*/ 940980 h 1254092"/>
                <a:gd name="connsiteX27" fmla="*/ 59017 w 1531140"/>
                <a:gd name="connsiteY27" fmla="*/ 937701 h 1254092"/>
                <a:gd name="connsiteX28" fmla="*/ 60656 w 1531140"/>
                <a:gd name="connsiteY28" fmla="*/ 932783 h 1254092"/>
                <a:gd name="connsiteX29" fmla="*/ 60656 w 1531140"/>
                <a:gd name="connsiteY29" fmla="*/ 929504 h 1254092"/>
                <a:gd name="connsiteX30" fmla="*/ 60656 w 1531140"/>
                <a:gd name="connsiteY30" fmla="*/ 926225 h 1254092"/>
                <a:gd name="connsiteX31" fmla="*/ 60656 w 1531140"/>
                <a:gd name="connsiteY31" fmla="*/ 921307 h 1254092"/>
                <a:gd name="connsiteX32" fmla="*/ 59017 w 1531140"/>
                <a:gd name="connsiteY32" fmla="*/ 918029 h 1254092"/>
                <a:gd name="connsiteX33" fmla="*/ 59017 w 1531140"/>
                <a:gd name="connsiteY33" fmla="*/ 914750 h 1254092"/>
                <a:gd name="connsiteX34" fmla="*/ 57377 w 1531140"/>
                <a:gd name="connsiteY34" fmla="*/ 909832 h 1254092"/>
                <a:gd name="connsiteX35" fmla="*/ 57377 w 1531140"/>
                <a:gd name="connsiteY35" fmla="*/ 906554 h 1254092"/>
                <a:gd name="connsiteX36" fmla="*/ 57377 w 1531140"/>
                <a:gd name="connsiteY36" fmla="*/ 903275 h 1254092"/>
                <a:gd name="connsiteX37" fmla="*/ 57377 w 1531140"/>
                <a:gd name="connsiteY37" fmla="*/ 899996 h 1254092"/>
                <a:gd name="connsiteX38" fmla="*/ 55738 w 1531140"/>
                <a:gd name="connsiteY38" fmla="*/ 895078 h 1254092"/>
                <a:gd name="connsiteX39" fmla="*/ 55738 w 1531140"/>
                <a:gd name="connsiteY39" fmla="*/ 891800 h 1254092"/>
                <a:gd name="connsiteX40" fmla="*/ 54098 w 1531140"/>
                <a:gd name="connsiteY40" fmla="*/ 888521 h 1254092"/>
                <a:gd name="connsiteX41" fmla="*/ 54098 w 1531140"/>
                <a:gd name="connsiteY41" fmla="*/ 883603 h 1254092"/>
                <a:gd name="connsiteX42" fmla="*/ 54098 w 1531140"/>
                <a:gd name="connsiteY42" fmla="*/ 880324 h 1254092"/>
                <a:gd name="connsiteX43" fmla="*/ 52459 w 1531140"/>
                <a:gd name="connsiteY43" fmla="*/ 877045 h 1254092"/>
                <a:gd name="connsiteX44" fmla="*/ 52459 w 1531140"/>
                <a:gd name="connsiteY44" fmla="*/ 872127 h 1254092"/>
                <a:gd name="connsiteX45" fmla="*/ 54098 w 1531140"/>
                <a:gd name="connsiteY45" fmla="*/ 868848 h 1254092"/>
                <a:gd name="connsiteX46" fmla="*/ 54098 w 1531140"/>
                <a:gd name="connsiteY46" fmla="*/ 865570 h 1254092"/>
                <a:gd name="connsiteX47" fmla="*/ 54098 w 1531140"/>
                <a:gd name="connsiteY47" fmla="*/ 860652 h 1254092"/>
                <a:gd name="connsiteX48" fmla="*/ 55738 w 1531140"/>
                <a:gd name="connsiteY48" fmla="*/ 857373 h 1254092"/>
                <a:gd name="connsiteX49" fmla="*/ 54098 w 1531140"/>
                <a:gd name="connsiteY49" fmla="*/ 854095 h 1254092"/>
                <a:gd name="connsiteX50" fmla="*/ 55738 w 1531140"/>
                <a:gd name="connsiteY50" fmla="*/ 850816 h 1254092"/>
                <a:gd name="connsiteX51" fmla="*/ 57377 w 1531140"/>
                <a:gd name="connsiteY51" fmla="*/ 847537 h 1254092"/>
                <a:gd name="connsiteX52" fmla="*/ 57377 w 1531140"/>
                <a:gd name="connsiteY52" fmla="*/ 842619 h 1254092"/>
                <a:gd name="connsiteX53" fmla="*/ 57377 w 1531140"/>
                <a:gd name="connsiteY53" fmla="*/ 839341 h 1254092"/>
                <a:gd name="connsiteX54" fmla="*/ 59017 w 1531140"/>
                <a:gd name="connsiteY54" fmla="*/ 836062 h 1254092"/>
                <a:gd name="connsiteX55" fmla="*/ 60656 w 1531140"/>
                <a:gd name="connsiteY55" fmla="*/ 832783 h 1254092"/>
                <a:gd name="connsiteX56" fmla="*/ 62295 w 1531140"/>
                <a:gd name="connsiteY56" fmla="*/ 827865 h 1254092"/>
                <a:gd name="connsiteX57" fmla="*/ 62295 w 1531140"/>
                <a:gd name="connsiteY57" fmla="*/ 824587 h 1254092"/>
                <a:gd name="connsiteX58" fmla="*/ 62295 w 1531140"/>
                <a:gd name="connsiteY58" fmla="*/ 821308 h 1254092"/>
                <a:gd name="connsiteX59" fmla="*/ 62295 w 1531140"/>
                <a:gd name="connsiteY59" fmla="*/ 816390 h 1254092"/>
                <a:gd name="connsiteX60" fmla="*/ 62295 w 1531140"/>
                <a:gd name="connsiteY60" fmla="*/ 813111 h 1254092"/>
                <a:gd name="connsiteX61" fmla="*/ 60656 w 1531140"/>
                <a:gd name="connsiteY61" fmla="*/ 809833 h 1254092"/>
                <a:gd name="connsiteX62" fmla="*/ 59017 w 1531140"/>
                <a:gd name="connsiteY62" fmla="*/ 804914 h 1254092"/>
                <a:gd name="connsiteX63" fmla="*/ 57377 w 1531140"/>
                <a:gd name="connsiteY63" fmla="*/ 801636 h 1254092"/>
                <a:gd name="connsiteX64" fmla="*/ 55738 w 1531140"/>
                <a:gd name="connsiteY64" fmla="*/ 798357 h 1254092"/>
                <a:gd name="connsiteX65" fmla="*/ 55738 w 1531140"/>
                <a:gd name="connsiteY65" fmla="*/ 796718 h 1254092"/>
                <a:gd name="connsiteX66" fmla="*/ 57377 w 1531140"/>
                <a:gd name="connsiteY66" fmla="*/ 793439 h 1254092"/>
                <a:gd name="connsiteX67" fmla="*/ 57377 w 1531140"/>
                <a:gd name="connsiteY67" fmla="*/ 790161 h 1254092"/>
                <a:gd name="connsiteX68" fmla="*/ 57377 w 1531140"/>
                <a:gd name="connsiteY68" fmla="*/ 786882 h 1254092"/>
                <a:gd name="connsiteX69" fmla="*/ 55738 w 1531140"/>
                <a:gd name="connsiteY69" fmla="*/ 781964 h 1254092"/>
                <a:gd name="connsiteX70" fmla="*/ 54098 w 1531140"/>
                <a:gd name="connsiteY70" fmla="*/ 778685 h 1254092"/>
                <a:gd name="connsiteX71" fmla="*/ 52459 w 1531140"/>
                <a:gd name="connsiteY71" fmla="*/ 775407 h 1254092"/>
                <a:gd name="connsiteX72" fmla="*/ 49180 w 1531140"/>
                <a:gd name="connsiteY72" fmla="*/ 770488 h 1254092"/>
                <a:gd name="connsiteX73" fmla="*/ 47541 w 1531140"/>
                <a:gd name="connsiteY73" fmla="*/ 767210 h 1254092"/>
                <a:gd name="connsiteX74" fmla="*/ 47541 w 1531140"/>
                <a:gd name="connsiteY74" fmla="*/ 763931 h 1254092"/>
                <a:gd name="connsiteX75" fmla="*/ 47541 w 1531140"/>
                <a:gd name="connsiteY75" fmla="*/ 759013 h 1254092"/>
                <a:gd name="connsiteX76" fmla="*/ 47541 w 1531140"/>
                <a:gd name="connsiteY76" fmla="*/ 755734 h 1254092"/>
                <a:gd name="connsiteX77" fmla="*/ 49180 w 1531140"/>
                <a:gd name="connsiteY77" fmla="*/ 752456 h 1254092"/>
                <a:gd name="connsiteX78" fmla="*/ 52459 w 1531140"/>
                <a:gd name="connsiteY78" fmla="*/ 749177 h 1254092"/>
                <a:gd name="connsiteX79" fmla="*/ 52459 w 1531140"/>
                <a:gd name="connsiteY79" fmla="*/ 745898 h 1254092"/>
                <a:gd name="connsiteX80" fmla="*/ 52459 w 1531140"/>
                <a:gd name="connsiteY80" fmla="*/ 740980 h 1254092"/>
                <a:gd name="connsiteX81" fmla="*/ 50820 w 1531140"/>
                <a:gd name="connsiteY81" fmla="*/ 737702 h 1254092"/>
                <a:gd name="connsiteX82" fmla="*/ 50820 w 1531140"/>
                <a:gd name="connsiteY82" fmla="*/ 734423 h 1254092"/>
                <a:gd name="connsiteX83" fmla="*/ 49180 w 1531140"/>
                <a:gd name="connsiteY83" fmla="*/ 731144 h 1254092"/>
                <a:gd name="connsiteX84" fmla="*/ 49180 w 1531140"/>
                <a:gd name="connsiteY84" fmla="*/ 726226 h 1254092"/>
                <a:gd name="connsiteX85" fmla="*/ 47541 w 1531140"/>
                <a:gd name="connsiteY85" fmla="*/ 722948 h 1254092"/>
                <a:gd name="connsiteX86" fmla="*/ 45901 w 1531140"/>
                <a:gd name="connsiteY86" fmla="*/ 719669 h 1254092"/>
                <a:gd name="connsiteX87" fmla="*/ 45901 w 1531140"/>
                <a:gd name="connsiteY87" fmla="*/ 714751 h 1254092"/>
                <a:gd name="connsiteX88" fmla="*/ 44262 w 1531140"/>
                <a:gd name="connsiteY88" fmla="*/ 711473 h 1254092"/>
                <a:gd name="connsiteX89" fmla="*/ 42623 w 1531140"/>
                <a:gd name="connsiteY89" fmla="*/ 708194 h 1254092"/>
                <a:gd name="connsiteX90" fmla="*/ 40983 w 1531140"/>
                <a:gd name="connsiteY90" fmla="*/ 704915 h 1254092"/>
                <a:gd name="connsiteX91" fmla="*/ 39344 w 1531140"/>
                <a:gd name="connsiteY91" fmla="*/ 699997 h 1254092"/>
                <a:gd name="connsiteX92" fmla="*/ 37705 w 1531140"/>
                <a:gd name="connsiteY92" fmla="*/ 699997 h 1254092"/>
                <a:gd name="connsiteX93" fmla="*/ 34427 w 1531140"/>
                <a:gd name="connsiteY93" fmla="*/ 695079 h 1254092"/>
                <a:gd name="connsiteX94" fmla="*/ 32787 w 1531140"/>
                <a:gd name="connsiteY94" fmla="*/ 691800 h 1254092"/>
                <a:gd name="connsiteX95" fmla="*/ 32787 w 1531140"/>
                <a:gd name="connsiteY95" fmla="*/ 688521 h 1254092"/>
                <a:gd name="connsiteX96" fmla="*/ 31148 w 1531140"/>
                <a:gd name="connsiteY96" fmla="*/ 683604 h 1254092"/>
                <a:gd name="connsiteX97" fmla="*/ 34427 w 1531140"/>
                <a:gd name="connsiteY97" fmla="*/ 680325 h 1254092"/>
                <a:gd name="connsiteX98" fmla="*/ 36066 w 1531140"/>
                <a:gd name="connsiteY98" fmla="*/ 677046 h 1254092"/>
                <a:gd name="connsiteX99" fmla="*/ 36066 w 1531140"/>
                <a:gd name="connsiteY99" fmla="*/ 680325 h 1254092"/>
                <a:gd name="connsiteX100" fmla="*/ 36066 w 1531140"/>
                <a:gd name="connsiteY100" fmla="*/ 683604 h 1254092"/>
                <a:gd name="connsiteX101" fmla="*/ 34427 w 1531140"/>
                <a:gd name="connsiteY101" fmla="*/ 686882 h 1254092"/>
                <a:gd name="connsiteX102" fmla="*/ 37705 w 1531140"/>
                <a:gd name="connsiteY102" fmla="*/ 683604 h 1254092"/>
                <a:gd name="connsiteX103" fmla="*/ 37705 w 1531140"/>
                <a:gd name="connsiteY103" fmla="*/ 680325 h 1254092"/>
                <a:gd name="connsiteX104" fmla="*/ 39344 w 1531140"/>
                <a:gd name="connsiteY104" fmla="*/ 677046 h 1254092"/>
                <a:gd name="connsiteX105" fmla="*/ 39344 w 1531140"/>
                <a:gd name="connsiteY105" fmla="*/ 680325 h 1254092"/>
                <a:gd name="connsiteX106" fmla="*/ 39344 w 1531140"/>
                <a:gd name="connsiteY106" fmla="*/ 683604 h 1254092"/>
                <a:gd name="connsiteX107" fmla="*/ 40983 w 1531140"/>
                <a:gd name="connsiteY107" fmla="*/ 686882 h 1254092"/>
                <a:gd name="connsiteX108" fmla="*/ 39344 w 1531140"/>
                <a:gd name="connsiteY108" fmla="*/ 691800 h 1254092"/>
                <a:gd name="connsiteX109" fmla="*/ 40983 w 1531140"/>
                <a:gd name="connsiteY109" fmla="*/ 686882 h 1254092"/>
                <a:gd name="connsiteX110" fmla="*/ 42623 w 1531140"/>
                <a:gd name="connsiteY110" fmla="*/ 691800 h 1254092"/>
                <a:gd name="connsiteX111" fmla="*/ 40983 w 1531140"/>
                <a:gd name="connsiteY111" fmla="*/ 695079 h 1254092"/>
                <a:gd name="connsiteX112" fmla="*/ 40983 w 1531140"/>
                <a:gd name="connsiteY112" fmla="*/ 698358 h 1254092"/>
                <a:gd name="connsiteX113" fmla="*/ 44262 w 1531140"/>
                <a:gd name="connsiteY113" fmla="*/ 695079 h 1254092"/>
                <a:gd name="connsiteX114" fmla="*/ 42623 w 1531140"/>
                <a:gd name="connsiteY114" fmla="*/ 698358 h 1254092"/>
                <a:gd name="connsiteX115" fmla="*/ 44262 w 1531140"/>
                <a:gd name="connsiteY115" fmla="*/ 703276 h 1254092"/>
                <a:gd name="connsiteX116" fmla="*/ 47541 w 1531140"/>
                <a:gd name="connsiteY116" fmla="*/ 701636 h 1254092"/>
                <a:gd name="connsiteX117" fmla="*/ 50820 w 1531140"/>
                <a:gd name="connsiteY117" fmla="*/ 699997 h 1254092"/>
                <a:gd name="connsiteX118" fmla="*/ 54098 w 1531140"/>
                <a:gd name="connsiteY118" fmla="*/ 695079 h 1254092"/>
                <a:gd name="connsiteX119" fmla="*/ 54098 w 1531140"/>
                <a:gd name="connsiteY119" fmla="*/ 691800 h 1254092"/>
                <a:gd name="connsiteX120" fmla="*/ 54098 w 1531140"/>
                <a:gd name="connsiteY120" fmla="*/ 688521 h 1254092"/>
                <a:gd name="connsiteX121" fmla="*/ 52459 w 1531140"/>
                <a:gd name="connsiteY121" fmla="*/ 685243 h 1254092"/>
                <a:gd name="connsiteX122" fmla="*/ 47541 w 1531140"/>
                <a:gd name="connsiteY122" fmla="*/ 680325 h 1254092"/>
                <a:gd name="connsiteX123" fmla="*/ 45901 w 1531140"/>
                <a:gd name="connsiteY123" fmla="*/ 677046 h 1254092"/>
                <a:gd name="connsiteX124" fmla="*/ 45901 w 1531140"/>
                <a:gd name="connsiteY124" fmla="*/ 673768 h 1254092"/>
                <a:gd name="connsiteX125" fmla="*/ 45901 w 1531140"/>
                <a:gd name="connsiteY125" fmla="*/ 668850 h 1254092"/>
                <a:gd name="connsiteX126" fmla="*/ 44262 w 1531140"/>
                <a:gd name="connsiteY126" fmla="*/ 665571 h 1254092"/>
                <a:gd name="connsiteX127" fmla="*/ 42623 w 1531140"/>
                <a:gd name="connsiteY127" fmla="*/ 662292 h 1254092"/>
                <a:gd name="connsiteX128" fmla="*/ 44262 w 1531140"/>
                <a:gd name="connsiteY128" fmla="*/ 659014 h 1254092"/>
                <a:gd name="connsiteX129" fmla="*/ 47541 w 1531140"/>
                <a:gd name="connsiteY129" fmla="*/ 654096 h 1254092"/>
                <a:gd name="connsiteX130" fmla="*/ 50820 w 1531140"/>
                <a:gd name="connsiteY130" fmla="*/ 659014 h 1254092"/>
                <a:gd name="connsiteX131" fmla="*/ 50820 w 1531140"/>
                <a:gd name="connsiteY131" fmla="*/ 662292 h 1254092"/>
                <a:gd name="connsiteX132" fmla="*/ 54098 w 1531140"/>
                <a:gd name="connsiteY132" fmla="*/ 665571 h 1254092"/>
                <a:gd name="connsiteX133" fmla="*/ 54098 w 1531140"/>
                <a:gd name="connsiteY133" fmla="*/ 668850 h 1254092"/>
                <a:gd name="connsiteX134" fmla="*/ 52459 w 1531140"/>
                <a:gd name="connsiteY134" fmla="*/ 673768 h 1254092"/>
                <a:gd name="connsiteX135" fmla="*/ 50820 w 1531140"/>
                <a:gd name="connsiteY135" fmla="*/ 677046 h 1254092"/>
                <a:gd name="connsiteX136" fmla="*/ 50820 w 1531140"/>
                <a:gd name="connsiteY136" fmla="*/ 680325 h 1254092"/>
                <a:gd name="connsiteX137" fmla="*/ 50820 w 1531140"/>
                <a:gd name="connsiteY137" fmla="*/ 681964 h 1254092"/>
                <a:gd name="connsiteX138" fmla="*/ 54098 w 1531140"/>
                <a:gd name="connsiteY138" fmla="*/ 681964 h 1254092"/>
                <a:gd name="connsiteX139" fmla="*/ 57377 w 1531140"/>
                <a:gd name="connsiteY139" fmla="*/ 677046 h 1254092"/>
                <a:gd name="connsiteX140" fmla="*/ 57377 w 1531140"/>
                <a:gd name="connsiteY140" fmla="*/ 673768 h 1254092"/>
                <a:gd name="connsiteX141" fmla="*/ 59017 w 1531140"/>
                <a:gd name="connsiteY141" fmla="*/ 677046 h 1254092"/>
                <a:gd name="connsiteX142" fmla="*/ 59017 w 1531140"/>
                <a:gd name="connsiteY142" fmla="*/ 681964 h 1254092"/>
                <a:gd name="connsiteX143" fmla="*/ 59017 w 1531140"/>
                <a:gd name="connsiteY143" fmla="*/ 685243 h 1254092"/>
                <a:gd name="connsiteX144" fmla="*/ 59017 w 1531140"/>
                <a:gd name="connsiteY144" fmla="*/ 688521 h 1254092"/>
                <a:gd name="connsiteX145" fmla="*/ 60656 w 1531140"/>
                <a:gd name="connsiteY145" fmla="*/ 693440 h 1254092"/>
                <a:gd name="connsiteX146" fmla="*/ 63935 w 1531140"/>
                <a:gd name="connsiteY146" fmla="*/ 691800 h 1254092"/>
                <a:gd name="connsiteX147" fmla="*/ 68852 w 1531140"/>
                <a:gd name="connsiteY147" fmla="*/ 688521 h 1254092"/>
                <a:gd name="connsiteX148" fmla="*/ 67213 w 1531140"/>
                <a:gd name="connsiteY148" fmla="*/ 685243 h 1254092"/>
                <a:gd name="connsiteX149" fmla="*/ 68852 w 1531140"/>
                <a:gd name="connsiteY149" fmla="*/ 680325 h 1254092"/>
                <a:gd name="connsiteX150" fmla="*/ 70491 w 1531140"/>
                <a:gd name="connsiteY150" fmla="*/ 677046 h 1254092"/>
                <a:gd name="connsiteX151" fmla="*/ 73770 w 1531140"/>
                <a:gd name="connsiteY151" fmla="*/ 673768 h 1254092"/>
                <a:gd name="connsiteX152" fmla="*/ 73770 w 1531140"/>
                <a:gd name="connsiteY152" fmla="*/ 668850 h 1254092"/>
                <a:gd name="connsiteX153" fmla="*/ 70491 w 1531140"/>
                <a:gd name="connsiteY153" fmla="*/ 665571 h 1254092"/>
                <a:gd name="connsiteX154" fmla="*/ 70491 w 1531140"/>
                <a:gd name="connsiteY154" fmla="*/ 662292 h 1254092"/>
                <a:gd name="connsiteX155" fmla="*/ 67213 w 1531140"/>
                <a:gd name="connsiteY155" fmla="*/ 657374 h 1254092"/>
                <a:gd name="connsiteX156" fmla="*/ 67213 w 1531140"/>
                <a:gd name="connsiteY156" fmla="*/ 654096 h 1254092"/>
                <a:gd name="connsiteX157" fmla="*/ 65573 w 1531140"/>
                <a:gd name="connsiteY157" fmla="*/ 650817 h 1254092"/>
                <a:gd name="connsiteX158" fmla="*/ 65573 w 1531140"/>
                <a:gd name="connsiteY158" fmla="*/ 645899 h 1254092"/>
                <a:gd name="connsiteX159" fmla="*/ 63935 w 1531140"/>
                <a:gd name="connsiteY159" fmla="*/ 642620 h 1254092"/>
                <a:gd name="connsiteX160" fmla="*/ 63935 w 1531140"/>
                <a:gd name="connsiteY160" fmla="*/ 639341 h 1254092"/>
                <a:gd name="connsiteX161" fmla="*/ 60656 w 1531140"/>
                <a:gd name="connsiteY161" fmla="*/ 636063 h 1254092"/>
                <a:gd name="connsiteX162" fmla="*/ 59017 w 1531140"/>
                <a:gd name="connsiteY162" fmla="*/ 631145 h 1254092"/>
                <a:gd name="connsiteX163" fmla="*/ 60656 w 1531140"/>
                <a:gd name="connsiteY163" fmla="*/ 627866 h 1254092"/>
                <a:gd name="connsiteX164" fmla="*/ 59017 w 1531140"/>
                <a:gd name="connsiteY164" fmla="*/ 626227 h 1254092"/>
                <a:gd name="connsiteX165" fmla="*/ 59017 w 1531140"/>
                <a:gd name="connsiteY165" fmla="*/ 626227 h 1254092"/>
                <a:gd name="connsiteX166" fmla="*/ 59017 w 1531140"/>
                <a:gd name="connsiteY166" fmla="*/ 621309 h 1254092"/>
                <a:gd name="connsiteX167" fmla="*/ 59017 w 1531140"/>
                <a:gd name="connsiteY167" fmla="*/ 618030 h 1254092"/>
                <a:gd name="connsiteX168" fmla="*/ 57377 w 1531140"/>
                <a:gd name="connsiteY168" fmla="*/ 614751 h 1254092"/>
                <a:gd name="connsiteX169" fmla="*/ 55738 w 1531140"/>
                <a:gd name="connsiteY169" fmla="*/ 611473 h 1254092"/>
                <a:gd name="connsiteX170" fmla="*/ 54098 w 1531140"/>
                <a:gd name="connsiteY170" fmla="*/ 606555 h 1254092"/>
                <a:gd name="connsiteX171" fmla="*/ 54098 w 1531140"/>
                <a:gd name="connsiteY171" fmla="*/ 603276 h 1254092"/>
                <a:gd name="connsiteX172" fmla="*/ 55738 w 1531140"/>
                <a:gd name="connsiteY172" fmla="*/ 599997 h 1254092"/>
                <a:gd name="connsiteX173" fmla="*/ 55738 w 1531140"/>
                <a:gd name="connsiteY173" fmla="*/ 595080 h 1254092"/>
                <a:gd name="connsiteX174" fmla="*/ 57377 w 1531140"/>
                <a:gd name="connsiteY174" fmla="*/ 591801 h 1254092"/>
                <a:gd name="connsiteX175" fmla="*/ 57377 w 1531140"/>
                <a:gd name="connsiteY175" fmla="*/ 588522 h 1254092"/>
                <a:gd name="connsiteX176" fmla="*/ 60656 w 1531140"/>
                <a:gd name="connsiteY176" fmla="*/ 583604 h 1254092"/>
                <a:gd name="connsiteX177" fmla="*/ 62295 w 1531140"/>
                <a:gd name="connsiteY177" fmla="*/ 580326 h 1254092"/>
                <a:gd name="connsiteX178" fmla="*/ 63935 w 1531140"/>
                <a:gd name="connsiteY178" fmla="*/ 577047 h 1254092"/>
                <a:gd name="connsiteX179" fmla="*/ 67213 w 1531140"/>
                <a:gd name="connsiteY179" fmla="*/ 572129 h 1254092"/>
                <a:gd name="connsiteX180" fmla="*/ 68852 w 1531140"/>
                <a:gd name="connsiteY180" fmla="*/ 568850 h 1254092"/>
                <a:gd name="connsiteX181" fmla="*/ 73770 w 1531140"/>
                <a:gd name="connsiteY181" fmla="*/ 565571 h 1254092"/>
                <a:gd name="connsiteX182" fmla="*/ 75410 w 1531140"/>
                <a:gd name="connsiteY182" fmla="*/ 562293 h 1254092"/>
                <a:gd name="connsiteX183" fmla="*/ 77049 w 1531140"/>
                <a:gd name="connsiteY183" fmla="*/ 559014 h 1254092"/>
                <a:gd name="connsiteX184" fmla="*/ 77049 w 1531140"/>
                <a:gd name="connsiteY184" fmla="*/ 554096 h 1254092"/>
                <a:gd name="connsiteX185" fmla="*/ 77049 w 1531140"/>
                <a:gd name="connsiteY185" fmla="*/ 550817 h 1254092"/>
                <a:gd name="connsiteX186" fmla="*/ 78688 w 1531140"/>
                <a:gd name="connsiteY186" fmla="*/ 547539 h 1254092"/>
                <a:gd name="connsiteX187" fmla="*/ 80328 w 1531140"/>
                <a:gd name="connsiteY187" fmla="*/ 542621 h 1254092"/>
                <a:gd name="connsiteX188" fmla="*/ 80328 w 1531140"/>
                <a:gd name="connsiteY188" fmla="*/ 539342 h 1254092"/>
                <a:gd name="connsiteX189" fmla="*/ 80328 w 1531140"/>
                <a:gd name="connsiteY189" fmla="*/ 536063 h 1254092"/>
                <a:gd name="connsiteX190" fmla="*/ 80328 w 1531140"/>
                <a:gd name="connsiteY190" fmla="*/ 532784 h 1254092"/>
                <a:gd name="connsiteX191" fmla="*/ 77049 w 1531140"/>
                <a:gd name="connsiteY191" fmla="*/ 527867 h 1254092"/>
                <a:gd name="connsiteX192" fmla="*/ 77049 w 1531140"/>
                <a:gd name="connsiteY192" fmla="*/ 524588 h 1254092"/>
                <a:gd name="connsiteX193" fmla="*/ 80328 w 1531140"/>
                <a:gd name="connsiteY193" fmla="*/ 521309 h 1254092"/>
                <a:gd name="connsiteX194" fmla="*/ 81967 w 1531140"/>
                <a:gd name="connsiteY194" fmla="*/ 518031 h 1254092"/>
                <a:gd name="connsiteX195" fmla="*/ 83607 w 1531140"/>
                <a:gd name="connsiteY195" fmla="*/ 514752 h 1254092"/>
                <a:gd name="connsiteX196" fmla="*/ 86885 w 1531140"/>
                <a:gd name="connsiteY196" fmla="*/ 511473 h 1254092"/>
                <a:gd name="connsiteX197" fmla="*/ 88525 w 1531140"/>
                <a:gd name="connsiteY197" fmla="*/ 506555 h 1254092"/>
                <a:gd name="connsiteX198" fmla="*/ 90164 w 1531140"/>
                <a:gd name="connsiteY198" fmla="*/ 503277 h 1254092"/>
                <a:gd name="connsiteX199" fmla="*/ 91803 w 1531140"/>
                <a:gd name="connsiteY199" fmla="*/ 498359 h 1254092"/>
                <a:gd name="connsiteX200" fmla="*/ 93442 w 1531140"/>
                <a:gd name="connsiteY200" fmla="*/ 495080 h 1254092"/>
                <a:gd name="connsiteX201" fmla="*/ 96721 w 1531140"/>
                <a:gd name="connsiteY201" fmla="*/ 491801 h 1254092"/>
                <a:gd name="connsiteX202" fmla="*/ 100000 w 1531140"/>
                <a:gd name="connsiteY202" fmla="*/ 490162 h 1254092"/>
                <a:gd name="connsiteX203" fmla="*/ 101639 w 1531140"/>
                <a:gd name="connsiteY203" fmla="*/ 493440 h 1254092"/>
                <a:gd name="connsiteX204" fmla="*/ 100000 w 1531140"/>
                <a:gd name="connsiteY204" fmla="*/ 496719 h 1254092"/>
                <a:gd name="connsiteX205" fmla="*/ 98360 w 1531140"/>
                <a:gd name="connsiteY205" fmla="*/ 501637 h 1254092"/>
                <a:gd name="connsiteX206" fmla="*/ 96721 w 1531140"/>
                <a:gd name="connsiteY206" fmla="*/ 504916 h 1254092"/>
                <a:gd name="connsiteX207" fmla="*/ 96721 w 1531140"/>
                <a:gd name="connsiteY207" fmla="*/ 508194 h 1254092"/>
                <a:gd name="connsiteX208" fmla="*/ 96721 w 1531140"/>
                <a:gd name="connsiteY208" fmla="*/ 513113 h 1254092"/>
                <a:gd name="connsiteX209" fmla="*/ 96721 w 1531140"/>
                <a:gd name="connsiteY209" fmla="*/ 516391 h 1254092"/>
                <a:gd name="connsiteX210" fmla="*/ 96721 w 1531140"/>
                <a:gd name="connsiteY210" fmla="*/ 519670 h 1254092"/>
                <a:gd name="connsiteX211" fmla="*/ 100000 w 1531140"/>
                <a:gd name="connsiteY211" fmla="*/ 518031 h 1254092"/>
                <a:gd name="connsiteX212" fmla="*/ 103278 w 1531140"/>
                <a:gd name="connsiteY212" fmla="*/ 518031 h 1254092"/>
                <a:gd name="connsiteX213" fmla="*/ 106557 w 1531140"/>
                <a:gd name="connsiteY213" fmla="*/ 514752 h 1254092"/>
                <a:gd name="connsiteX214" fmla="*/ 109836 w 1531140"/>
                <a:gd name="connsiteY214" fmla="*/ 511473 h 1254092"/>
                <a:gd name="connsiteX215" fmla="*/ 111475 w 1531140"/>
                <a:gd name="connsiteY215" fmla="*/ 506555 h 1254092"/>
                <a:gd name="connsiteX216" fmla="*/ 113115 w 1531140"/>
                <a:gd name="connsiteY216" fmla="*/ 503277 h 1254092"/>
                <a:gd name="connsiteX217" fmla="*/ 113115 w 1531140"/>
                <a:gd name="connsiteY217" fmla="*/ 499998 h 1254092"/>
                <a:gd name="connsiteX218" fmla="*/ 116394 w 1531140"/>
                <a:gd name="connsiteY218" fmla="*/ 499998 h 1254092"/>
                <a:gd name="connsiteX219" fmla="*/ 118032 w 1531140"/>
                <a:gd name="connsiteY219" fmla="*/ 496719 h 1254092"/>
                <a:gd name="connsiteX220" fmla="*/ 119671 w 1531140"/>
                <a:gd name="connsiteY220" fmla="*/ 491801 h 1254092"/>
                <a:gd name="connsiteX221" fmla="*/ 124590 w 1531140"/>
                <a:gd name="connsiteY221" fmla="*/ 490162 h 1254092"/>
                <a:gd name="connsiteX222" fmla="*/ 127868 w 1531140"/>
                <a:gd name="connsiteY222" fmla="*/ 488523 h 1254092"/>
                <a:gd name="connsiteX223" fmla="*/ 131147 w 1531140"/>
                <a:gd name="connsiteY223" fmla="*/ 485244 h 1254092"/>
                <a:gd name="connsiteX224" fmla="*/ 132787 w 1531140"/>
                <a:gd name="connsiteY224" fmla="*/ 485244 h 1254092"/>
                <a:gd name="connsiteX225" fmla="*/ 136065 w 1531140"/>
                <a:gd name="connsiteY225" fmla="*/ 483604 h 1254092"/>
                <a:gd name="connsiteX226" fmla="*/ 139344 w 1531140"/>
                <a:gd name="connsiteY226" fmla="*/ 483604 h 1254092"/>
                <a:gd name="connsiteX227" fmla="*/ 142623 w 1531140"/>
                <a:gd name="connsiteY227" fmla="*/ 480326 h 1254092"/>
                <a:gd name="connsiteX228" fmla="*/ 147540 w 1531140"/>
                <a:gd name="connsiteY228" fmla="*/ 478687 h 1254092"/>
                <a:gd name="connsiteX229" fmla="*/ 150819 w 1531140"/>
                <a:gd name="connsiteY229" fmla="*/ 477047 h 1254092"/>
                <a:gd name="connsiteX230" fmla="*/ 154098 w 1531140"/>
                <a:gd name="connsiteY230" fmla="*/ 475408 h 1254092"/>
                <a:gd name="connsiteX231" fmla="*/ 157377 w 1531140"/>
                <a:gd name="connsiteY231" fmla="*/ 472129 h 1254092"/>
                <a:gd name="connsiteX232" fmla="*/ 160655 w 1531140"/>
                <a:gd name="connsiteY232" fmla="*/ 468850 h 1254092"/>
                <a:gd name="connsiteX233" fmla="*/ 165574 w 1531140"/>
                <a:gd name="connsiteY233" fmla="*/ 465572 h 1254092"/>
                <a:gd name="connsiteX234" fmla="*/ 168851 w 1531140"/>
                <a:gd name="connsiteY234" fmla="*/ 463933 h 1254092"/>
                <a:gd name="connsiteX235" fmla="*/ 172130 w 1531140"/>
                <a:gd name="connsiteY235" fmla="*/ 460654 h 1254092"/>
                <a:gd name="connsiteX236" fmla="*/ 175409 w 1531140"/>
                <a:gd name="connsiteY236" fmla="*/ 457375 h 1254092"/>
                <a:gd name="connsiteX237" fmla="*/ 178688 w 1531140"/>
                <a:gd name="connsiteY237" fmla="*/ 455736 h 1254092"/>
                <a:gd name="connsiteX238" fmla="*/ 181967 w 1531140"/>
                <a:gd name="connsiteY238" fmla="*/ 454096 h 1254092"/>
                <a:gd name="connsiteX239" fmla="*/ 185245 w 1531140"/>
                <a:gd name="connsiteY239" fmla="*/ 450818 h 1254092"/>
                <a:gd name="connsiteX240" fmla="*/ 186885 w 1531140"/>
                <a:gd name="connsiteY240" fmla="*/ 447539 h 1254092"/>
                <a:gd name="connsiteX241" fmla="*/ 190164 w 1531140"/>
                <a:gd name="connsiteY241" fmla="*/ 447539 h 1254092"/>
                <a:gd name="connsiteX242" fmla="*/ 193442 w 1531140"/>
                <a:gd name="connsiteY242" fmla="*/ 445900 h 1254092"/>
                <a:gd name="connsiteX243" fmla="*/ 196720 w 1531140"/>
                <a:gd name="connsiteY243" fmla="*/ 445900 h 1254092"/>
                <a:gd name="connsiteX244" fmla="*/ 201638 w 1531140"/>
                <a:gd name="connsiteY244" fmla="*/ 442621 h 1254092"/>
                <a:gd name="connsiteX245" fmla="*/ 204917 w 1531140"/>
                <a:gd name="connsiteY245" fmla="*/ 439343 h 1254092"/>
                <a:gd name="connsiteX246" fmla="*/ 206557 w 1531140"/>
                <a:gd name="connsiteY246" fmla="*/ 439343 h 1254092"/>
                <a:gd name="connsiteX247" fmla="*/ 209835 w 1531140"/>
                <a:gd name="connsiteY247" fmla="*/ 436064 h 1254092"/>
                <a:gd name="connsiteX248" fmla="*/ 209835 w 1531140"/>
                <a:gd name="connsiteY248" fmla="*/ 439343 h 1254092"/>
                <a:gd name="connsiteX249" fmla="*/ 214754 w 1531140"/>
                <a:gd name="connsiteY249" fmla="*/ 440982 h 1254092"/>
                <a:gd name="connsiteX250" fmla="*/ 218032 w 1531140"/>
                <a:gd name="connsiteY250" fmla="*/ 439343 h 1254092"/>
                <a:gd name="connsiteX251" fmla="*/ 221310 w 1531140"/>
                <a:gd name="connsiteY251" fmla="*/ 437703 h 1254092"/>
                <a:gd name="connsiteX252" fmla="*/ 224589 w 1531140"/>
                <a:gd name="connsiteY252" fmla="*/ 436064 h 1254092"/>
                <a:gd name="connsiteX253" fmla="*/ 226228 w 1531140"/>
                <a:gd name="connsiteY253" fmla="*/ 439343 h 1254092"/>
                <a:gd name="connsiteX254" fmla="*/ 229507 w 1531140"/>
                <a:gd name="connsiteY254" fmla="*/ 440982 h 1254092"/>
                <a:gd name="connsiteX255" fmla="*/ 234425 w 1531140"/>
                <a:gd name="connsiteY255" fmla="*/ 440982 h 1254092"/>
                <a:gd name="connsiteX256" fmla="*/ 237704 w 1531140"/>
                <a:gd name="connsiteY256" fmla="*/ 440982 h 1254092"/>
                <a:gd name="connsiteX257" fmla="*/ 240983 w 1531140"/>
                <a:gd name="connsiteY257" fmla="*/ 439343 h 1254092"/>
                <a:gd name="connsiteX258" fmla="*/ 245901 w 1531140"/>
                <a:gd name="connsiteY258" fmla="*/ 439343 h 1254092"/>
                <a:gd name="connsiteX259" fmla="*/ 249179 w 1531140"/>
                <a:gd name="connsiteY259" fmla="*/ 437703 h 1254092"/>
                <a:gd name="connsiteX260" fmla="*/ 252458 w 1531140"/>
                <a:gd name="connsiteY260" fmla="*/ 434424 h 1254092"/>
                <a:gd name="connsiteX261" fmla="*/ 257376 w 1531140"/>
                <a:gd name="connsiteY261" fmla="*/ 431146 h 1254092"/>
                <a:gd name="connsiteX262" fmla="*/ 259015 w 1531140"/>
                <a:gd name="connsiteY262" fmla="*/ 429506 h 1254092"/>
                <a:gd name="connsiteX263" fmla="*/ 262294 w 1531140"/>
                <a:gd name="connsiteY263" fmla="*/ 426228 h 1254092"/>
                <a:gd name="connsiteX264" fmla="*/ 267212 w 1531140"/>
                <a:gd name="connsiteY264" fmla="*/ 426228 h 1254092"/>
                <a:gd name="connsiteX265" fmla="*/ 270491 w 1531140"/>
                <a:gd name="connsiteY265" fmla="*/ 424589 h 1254092"/>
                <a:gd name="connsiteX266" fmla="*/ 273769 w 1531140"/>
                <a:gd name="connsiteY266" fmla="*/ 424589 h 1254092"/>
                <a:gd name="connsiteX267" fmla="*/ 277048 w 1531140"/>
                <a:gd name="connsiteY267" fmla="*/ 424589 h 1254092"/>
                <a:gd name="connsiteX268" fmla="*/ 280327 w 1531140"/>
                <a:gd name="connsiteY268" fmla="*/ 424589 h 1254092"/>
                <a:gd name="connsiteX269" fmla="*/ 283605 w 1531140"/>
                <a:gd name="connsiteY269" fmla="*/ 424589 h 1254092"/>
                <a:gd name="connsiteX270" fmla="*/ 286884 w 1531140"/>
                <a:gd name="connsiteY270" fmla="*/ 422949 h 1254092"/>
                <a:gd name="connsiteX271" fmla="*/ 291802 w 1531140"/>
                <a:gd name="connsiteY271" fmla="*/ 419670 h 1254092"/>
                <a:gd name="connsiteX272" fmla="*/ 293442 w 1531140"/>
                <a:gd name="connsiteY272" fmla="*/ 416392 h 1254092"/>
                <a:gd name="connsiteX273" fmla="*/ 296721 w 1531140"/>
                <a:gd name="connsiteY273" fmla="*/ 413113 h 1254092"/>
                <a:gd name="connsiteX274" fmla="*/ 301638 w 1531140"/>
                <a:gd name="connsiteY274" fmla="*/ 409834 h 1254092"/>
                <a:gd name="connsiteX275" fmla="*/ 301638 w 1531140"/>
                <a:gd name="connsiteY275" fmla="*/ 409834 h 1254092"/>
                <a:gd name="connsiteX276" fmla="*/ 304917 w 1531140"/>
                <a:gd name="connsiteY276" fmla="*/ 409834 h 1254092"/>
                <a:gd name="connsiteX277" fmla="*/ 304917 w 1531140"/>
                <a:gd name="connsiteY277" fmla="*/ 409834 h 1254092"/>
                <a:gd name="connsiteX278" fmla="*/ 304917 w 1531140"/>
                <a:gd name="connsiteY278" fmla="*/ 409834 h 1254092"/>
                <a:gd name="connsiteX279" fmla="*/ 308195 w 1531140"/>
                <a:gd name="connsiteY279" fmla="*/ 408195 h 1254092"/>
                <a:gd name="connsiteX280" fmla="*/ 313114 w 1531140"/>
                <a:gd name="connsiteY280" fmla="*/ 409834 h 1254092"/>
                <a:gd name="connsiteX281" fmla="*/ 313114 w 1531140"/>
                <a:gd name="connsiteY281" fmla="*/ 409834 h 1254092"/>
                <a:gd name="connsiteX282" fmla="*/ 318032 w 1531140"/>
                <a:gd name="connsiteY282" fmla="*/ 411474 h 1254092"/>
                <a:gd name="connsiteX283" fmla="*/ 321311 w 1531140"/>
                <a:gd name="connsiteY283" fmla="*/ 413113 h 1254092"/>
                <a:gd name="connsiteX284" fmla="*/ 324588 w 1531140"/>
                <a:gd name="connsiteY284" fmla="*/ 409834 h 1254092"/>
                <a:gd name="connsiteX285" fmla="*/ 326228 w 1531140"/>
                <a:gd name="connsiteY285" fmla="*/ 409834 h 1254092"/>
                <a:gd name="connsiteX286" fmla="*/ 329507 w 1531140"/>
                <a:gd name="connsiteY286" fmla="*/ 408195 h 1254092"/>
                <a:gd name="connsiteX287" fmla="*/ 334425 w 1531140"/>
                <a:gd name="connsiteY287" fmla="*/ 406556 h 1254092"/>
                <a:gd name="connsiteX288" fmla="*/ 337704 w 1531140"/>
                <a:gd name="connsiteY288" fmla="*/ 406556 h 1254092"/>
                <a:gd name="connsiteX289" fmla="*/ 340982 w 1531140"/>
                <a:gd name="connsiteY289" fmla="*/ 406556 h 1254092"/>
                <a:gd name="connsiteX290" fmla="*/ 344261 w 1531140"/>
                <a:gd name="connsiteY290" fmla="*/ 406556 h 1254092"/>
                <a:gd name="connsiteX291" fmla="*/ 349179 w 1531140"/>
                <a:gd name="connsiteY291" fmla="*/ 404916 h 1254092"/>
                <a:gd name="connsiteX292" fmla="*/ 352457 w 1531140"/>
                <a:gd name="connsiteY292" fmla="*/ 403277 h 1254092"/>
                <a:gd name="connsiteX293" fmla="*/ 355736 w 1531140"/>
                <a:gd name="connsiteY293" fmla="*/ 401637 h 1254092"/>
                <a:gd name="connsiteX294" fmla="*/ 360654 w 1531140"/>
                <a:gd name="connsiteY294" fmla="*/ 399999 h 1254092"/>
                <a:gd name="connsiteX295" fmla="*/ 363933 w 1531140"/>
                <a:gd name="connsiteY295" fmla="*/ 398359 h 1254092"/>
                <a:gd name="connsiteX296" fmla="*/ 367212 w 1531140"/>
                <a:gd name="connsiteY296" fmla="*/ 396720 h 1254092"/>
                <a:gd name="connsiteX297" fmla="*/ 370491 w 1531140"/>
                <a:gd name="connsiteY297" fmla="*/ 395080 h 1254092"/>
                <a:gd name="connsiteX298" fmla="*/ 375409 w 1531140"/>
                <a:gd name="connsiteY298" fmla="*/ 393441 h 1254092"/>
                <a:gd name="connsiteX299" fmla="*/ 378687 w 1531140"/>
                <a:gd name="connsiteY299" fmla="*/ 391802 h 1254092"/>
                <a:gd name="connsiteX300" fmla="*/ 381965 w 1531140"/>
                <a:gd name="connsiteY300" fmla="*/ 388523 h 1254092"/>
                <a:gd name="connsiteX301" fmla="*/ 386884 w 1531140"/>
                <a:gd name="connsiteY301" fmla="*/ 386884 h 1254092"/>
                <a:gd name="connsiteX302" fmla="*/ 390162 w 1531140"/>
                <a:gd name="connsiteY302" fmla="*/ 383605 h 1254092"/>
                <a:gd name="connsiteX303" fmla="*/ 393441 w 1531140"/>
                <a:gd name="connsiteY303" fmla="*/ 378687 h 1254092"/>
                <a:gd name="connsiteX304" fmla="*/ 396720 w 1531140"/>
                <a:gd name="connsiteY304" fmla="*/ 375409 h 1254092"/>
                <a:gd name="connsiteX305" fmla="*/ 399999 w 1531140"/>
                <a:gd name="connsiteY305" fmla="*/ 372130 h 1254092"/>
                <a:gd name="connsiteX306" fmla="*/ 401638 w 1531140"/>
                <a:gd name="connsiteY306" fmla="*/ 367212 h 1254092"/>
                <a:gd name="connsiteX307" fmla="*/ 403277 w 1531140"/>
                <a:gd name="connsiteY307" fmla="*/ 363933 h 1254092"/>
                <a:gd name="connsiteX308" fmla="*/ 406555 w 1531140"/>
                <a:gd name="connsiteY308" fmla="*/ 360654 h 1254092"/>
                <a:gd name="connsiteX309" fmla="*/ 408195 w 1531140"/>
                <a:gd name="connsiteY309" fmla="*/ 355736 h 1254092"/>
                <a:gd name="connsiteX310" fmla="*/ 408195 w 1531140"/>
                <a:gd name="connsiteY310" fmla="*/ 352457 h 1254092"/>
                <a:gd name="connsiteX311" fmla="*/ 411474 w 1531140"/>
                <a:gd name="connsiteY311" fmla="*/ 352457 h 1254092"/>
                <a:gd name="connsiteX312" fmla="*/ 413113 w 1531140"/>
                <a:gd name="connsiteY312" fmla="*/ 350818 h 1254092"/>
                <a:gd name="connsiteX313" fmla="*/ 413113 w 1531140"/>
                <a:gd name="connsiteY313" fmla="*/ 347540 h 1254092"/>
                <a:gd name="connsiteX314" fmla="*/ 416392 w 1531140"/>
                <a:gd name="connsiteY314" fmla="*/ 344261 h 1254092"/>
                <a:gd name="connsiteX315" fmla="*/ 419671 w 1531140"/>
                <a:gd name="connsiteY315" fmla="*/ 342622 h 1254092"/>
                <a:gd name="connsiteX316" fmla="*/ 422949 w 1531140"/>
                <a:gd name="connsiteY316" fmla="*/ 340982 h 1254092"/>
                <a:gd name="connsiteX317" fmla="*/ 426228 w 1531140"/>
                <a:gd name="connsiteY317" fmla="*/ 336064 h 1254092"/>
                <a:gd name="connsiteX318" fmla="*/ 431145 w 1531140"/>
                <a:gd name="connsiteY318" fmla="*/ 334425 h 1254092"/>
                <a:gd name="connsiteX319" fmla="*/ 434424 w 1531140"/>
                <a:gd name="connsiteY319" fmla="*/ 329507 h 1254092"/>
                <a:gd name="connsiteX320" fmla="*/ 437703 w 1531140"/>
                <a:gd name="connsiteY320" fmla="*/ 327867 h 1254092"/>
                <a:gd name="connsiteX321" fmla="*/ 440982 w 1531140"/>
                <a:gd name="connsiteY321" fmla="*/ 324589 h 1254092"/>
                <a:gd name="connsiteX322" fmla="*/ 440982 w 1531140"/>
                <a:gd name="connsiteY322" fmla="*/ 321310 h 1254092"/>
                <a:gd name="connsiteX323" fmla="*/ 437703 w 1531140"/>
                <a:gd name="connsiteY323" fmla="*/ 319671 h 1254092"/>
                <a:gd name="connsiteX324" fmla="*/ 436064 w 1531140"/>
                <a:gd name="connsiteY324" fmla="*/ 316392 h 1254092"/>
                <a:gd name="connsiteX325" fmla="*/ 436064 w 1531140"/>
                <a:gd name="connsiteY325" fmla="*/ 311474 h 1254092"/>
                <a:gd name="connsiteX326" fmla="*/ 437703 w 1531140"/>
                <a:gd name="connsiteY326" fmla="*/ 308196 h 1254092"/>
                <a:gd name="connsiteX327" fmla="*/ 436064 w 1531140"/>
                <a:gd name="connsiteY327" fmla="*/ 304917 h 1254092"/>
                <a:gd name="connsiteX328" fmla="*/ 436064 w 1531140"/>
                <a:gd name="connsiteY328" fmla="*/ 299999 h 1254092"/>
                <a:gd name="connsiteX329" fmla="*/ 436064 w 1531140"/>
                <a:gd name="connsiteY329" fmla="*/ 296720 h 1254092"/>
                <a:gd name="connsiteX330" fmla="*/ 437703 w 1531140"/>
                <a:gd name="connsiteY330" fmla="*/ 293442 h 1254092"/>
                <a:gd name="connsiteX331" fmla="*/ 439342 w 1531140"/>
                <a:gd name="connsiteY331" fmla="*/ 288523 h 1254092"/>
                <a:gd name="connsiteX332" fmla="*/ 440982 w 1531140"/>
                <a:gd name="connsiteY332" fmla="*/ 285245 h 1254092"/>
                <a:gd name="connsiteX333" fmla="*/ 444261 w 1531140"/>
                <a:gd name="connsiteY333" fmla="*/ 281966 h 1254092"/>
                <a:gd name="connsiteX334" fmla="*/ 447539 w 1531140"/>
                <a:gd name="connsiteY334" fmla="*/ 278687 h 1254092"/>
                <a:gd name="connsiteX335" fmla="*/ 450818 w 1531140"/>
                <a:gd name="connsiteY335" fmla="*/ 275409 h 1254092"/>
                <a:gd name="connsiteX336" fmla="*/ 452458 w 1531140"/>
                <a:gd name="connsiteY336" fmla="*/ 273769 h 1254092"/>
                <a:gd name="connsiteX337" fmla="*/ 457375 w 1531140"/>
                <a:gd name="connsiteY337" fmla="*/ 275409 h 1254092"/>
                <a:gd name="connsiteX338" fmla="*/ 455735 w 1531140"/>
                <a:gd name="connsiteY338" fmla="*/ 272130 h 1254092"/>
                <a:gd name="connsiteX339" fmla="*/ 457375 w 1531140"/>
                <a:gd name="connsiteY339" fmla="*/ 268852 h 1254092"/>
                <a:gd name="connsiteX340" fmla="*/ 460654 w 1531140"/>
                <a:gd name="connsiteY340" fmla="*/ 268852 h 1254092"/>
                <a:gd name="connsiteX341" fmla="*/ 463932 w 1531140"/>
                <a:gd name="connsiteY341" fmla="*/ 267212 h 1254092"/>
                <a:gd name="connsiteX342" fmla="*/ 463932 w 1531140"/>
                <a:gd name="connsiteY342" fmla="*/ 263933 h 1254092"/>
                <a:gd name="connsiteX343" fmla="*/ 465572 w 1531140"/>
                <a:gd name="connsiteY343" fmla="*/ 259016 h 1254092"/>
                <a:gd name="connsiteX344" fmla="*/ 470490 w 1531140"/>
                <a:gd name="connsiteY344" fmla="*/ 257376 h 1254092"/>
                <a:gd name="connsiteX345" fmla="*/ 472129 w 1531140"/>
                <a:gd name="connsiteY345" fmla="*/ 254097 h 1254092"/>
                <a:gd name="connsiteX346" fmla="*/ 475408 w 1531140"/>
                <a:gd name="connsiteY346" fmla="*/ 250819 h 1254092"/>
                <a:gd name="connsiteX347" fmla="*/ 477048 w 1531140"/>
                <a:gd name="connsiteY347" fmla="*/ 254097 h 1254092"/>
                <a:gd name="connsiteX348" fmla="*/ 473769 w 1531140"/>
                <a:gd name="connsiteY348" fmla="*/ 257376 h 1254092"/>
                <a:gd name="connsiteX349" fmla="*/ 473769 w 1531140"/>
                <a:gd name="connsiteY349" fmla="*/ 259016 h 1254092"/>
                <a:gd name="connsiteX350" fmla="*/ 475408 w 1531140"/>
                <a:gd name="connsiteY350" fmla="*/ 263933 h 1254092"/>
                <a:gd name="connsiteX351" fmla="*/ 478687 w 1531140"/>
                <a:gd name="connsiteY351" fmla="*/ 263933 h 1254092"/>
                <a:gd name="connsiteX352" fmla="*/ 477048 w 1531140"/>
                <a:gd name="connsiteY352" fmla="*/ 267212 h 1254092"/>
                <a:gd name="connsiteX353" fmla="*/ 478687 w 1531140"/>
                <a:gd name="connsiteY353" fmla="*/ 270491 h 1254092"/>
                <a:gd name="connsiteX354" fmla="*/ 480325 w 1531140"/>
                <a:gd name="connsiteY354" fmla="*/ 275409 h 1254092"/>
                <a:gd name="connsiteX355" fmla="*/ 481965 w 1531140"/>
                <a:gd name="connsiteY355" fmla="*/ 278687 h 1254092"/>
                <a:gd name="connsiteX356" fmla="*/ 481965 w 1531140"/>
                <a:gd name="connsiteY356" fmla="*/ 281966 h 1254092"/>
                <a:gd name="connsiteX357" fmla="*/ 483604 w 1531140"/>
                <a:gd name="connsiteY357" fmla="*/ 286884 h 1254092"/>
                <a:gd name="connsiteX358" fmla="*/ 485244 w 1531140"/>
                <a:gd name="connsiteY358" fmla="*/ 290163 h 1254092"/>
                <a:gd name="connsiteX359" fmla="*/ 486883 w 1531140"/>
                <a:gd name="connsiteY359" fmla="*/ 293442 h 1254092"/>
                <a:gd name="connsiteX360" fmla="*/ 488522 w 1531140"/>
                <a:gd name="connsiteY360" fmla="*/ 296720 h 1254092"/>
                <a:gd name="connsiteX361" fmla="*/ 490162 w 1531140"/>
                <a:gd name="connsiteY361" fmla="*/ 301638 h 1254092"/>
                <a:gd name="connsiteX362" fmla="*/ 490162 w 1531140"/>
                <a:gd name="connsiteY362" fmla="*/ 303277 h 1254092"/>
                <a:gd name="connsiteX363" fmla="*/ 491801 w 1531140"/>
                <a:gd name="connsiteY363" fmla="*/ 299999 h 1254092"/>
                <a:gd name="connsiteX364" fmla="*/ 490162 w 1531140"/>
                <a:gd name="connsiteY364" fmla="*/ 295081 h 1254092"/>
                <a:gd name="connsiteX365" fmla="*/ 493441 w 1531140"/>
                <a:gd name="connsiteY365" fmla="*/ 291802 h 1254092"/>
                <a:gd name="connsiteX366" fmla="*/ 493441 w 1531140"/>
                <a:gd name="connsiteY366" fmla="*/ 288523 h 1254092"/>
                <a:gd name="connsiteX367" fmla="*/ 495080 w 1531140"/>
                <a:gd name="connsiteY367" fmla="*/ 285245 h 1254092"/>
                <a:gd name="connsiteX368" fmla="*/ 493441 w 1531140"/>
                <a:gd name="connsiteY368" fmla="*/ 280327 h 1254092"/>
                <a:gd name="connsiteX369" fmla="*/ 495080 w 1531140"/>
                <a:gd name="connsiteY369" fmla="*/ 277048 h 1254092"/>
                <a:gd name="connsiteX370" fmla="*/ 498359 w 1531140"/>
                <a:gd name="connsiteY370" fmla="*/ 278687 h 1254092"/>
                <a:gd name="connsiteX371" fmla="*/ 501638 w 1531140"/>
                <a:gd name="connsiteY371" fmla="*/ 283606 h 1254092"/>
                <a:gd name="connsiteX372" fmla="*/ 503277 w 1531140"/>
                <a:gd name="connsiteY372" fmla="*/ 286884 h 1254092"/>
                <a:gd name="connsiteX373" fmla="*/ 504916 w 1531140"/>
                <a:gd name="connsiteY373" fmla="*/ 285245 h 1254092"/>
                <a:gd name="connsiteX374" fmla="*/ 503277 w 1531140"/>
                <a:gd name="connsiteY374" fmla="*/ 281966 h 1254092"/>
                <a:gd name="connsiteX375" fmla="*/ 501638 w 1531140"/>
                <a:gd name="connsiteY375" fmla="*/ 278687 h 1254092"/>
                <a:gd name="connsiteX376" fmla="*/ 504916 w 1531140"/>
                <a:gd name="connsiteY376" fmla="*/ 273769 h 1254092"/>
                <a:gd name="connsiteX377" fmla="*/ 508194 w 1531140"/>
                <a:gd name="connsiteY377" fmla="*/ 272130 h 1254092"/>
                <a:gd name="connsiteX378" fmla="*/ 504916 w 1531140"/>
                <a:gd name="connsiteY378" fmla="*/ 272130 h 1254092"/>
                <a:gd name="connsiteX379" fmla="*/ 501638 w 1531140"/>
                <a:gd name="connsiteY379" fmla="*/ 268852 h 1254092"/>
                <a:gd name="connsiteX380" fmla="*/ 499998 w 1531140"/>
                <a:gd name="connsiteY380" fmla="*/ 265573 h 1254092"/>
                <a:gd name="connsiteX381" fmla="*/ 495080 w 1531140"/>
                <a:gd name="connsiteY381" fmla="*/ 262294 h 1254092"/>
                <a:gd name="connsiteX382" fmla="*/ 498359 w 1531140"/>
                <a:gd name="connsiteY382" fmla="*/ 259016 h 1254092"/>
                <a:gd name="connsiteX383" fmla="*/ 493441 w 1531140"/>
                <a:gd name="connsiteY383" fmla="*/ 257376 h 1254092"/>
                <a:gd name="connsiteX384" fmla="*/ 493441 w 1531140"/>
                <a:gd name="connsiteY384" fmla="*/ 254097 h 1254092"/>
                <a:gd name="connsiteX385" fmla="*/ 496719 w 1531140"/>
                <a:gd name="connsiteY385" fmla="*/ 255737 h 1254092"/>
                <a:gd name="connsiteX386" fmla="*/ 496719 w 1531140"/>
                <a:gd name="connsiteY386" fmla="*/ 252458 h 1254092"/>
                <a:gd name="connsiteX387" fmla="*/ 501638 w 1531140"/>
                <a:gd name="connsiteY387" fmla="*/ 252458 h 1254092"/>
                <a:gd name="connsiteX388" fmla="*/ 503277 w 1531140"/>
                <a:gd name="connsiteY388" fmla="*/ 249179 h 1254092"/>
                <a:gd name="connsiteX389" fmla="*/ 499998 w 1531140"/>
                <a:gd name="connsiteY389" fmla="*/ 245901 h 1254092"/>
                <a:gd name="connsiteX390" fmla="*/ 498359 w 1531140"/>
                <a:gd name="connsiteY390" fmla="*/ 242622 h 1254092"/>
                <a:gd name="connsiteX391" fmla="*/ 501638 w 1531140"/>
                <a:gd name="connsiteY391" fmla="*/ 240983 h 1254092"/>
                <a:gd name="connsiteX392" fmla="*/ 504916 w 1531140"/>
                <a:gd name="connsiteY392" fmla="*/ 239343 h 1254092"/>
                <a:gd name="connsiteX393" fmla="*/ 508194 w 1531140"/>
                <a:gd name="connsiteY393" fmla="*/ 244262 h 1254092"/>
                <a:gd name="connsiteX394" fmla="*/ 504916 w 1531140"/>
                <a:gd name="connsiteY394" fmla="*/ 244262 h 1254092"/>
                <a:gd name="connsiteX395" fmla="*/ 508194 w 1531140"/>
                <a:gd name="connsiteY395" fmla="*/ 247540 h 1254092"/>
                <a:gd name="connsiteX396" fmla="*/ 508194 w 1531140"/>
                <a:gd name="connsiteY396" fmla="*/ 250819 h 1254092"/>
                <a:gd name="connsiteX397" fmla="*/ 511473 w 1531140"/>
                <a:gd name="connsiteY397" fmla="*/ 249179 h 1254092"/>
                <a:gd name="connsiteX398" fmla="*/ 513112 w 1531140"/>
                <a:gd name="connsiteY398" fmla="*/ 245901 h 1254092"/>
                <a:gd name="connsiteX399" fmla="*/ 518031 w 1531140"/>
                <a:gd name="connsiteY399" fmla="*/ 244262 h 1254092"/>
                <a:gd name="connsiteX400" fmla="*/ 521309 w 1531140"/>
                <a:gd name="connsiteY400" fmla="*/ 245901 h 1254092"/>
                <a:gd name="connsiteX401" fmla="*/ 521309 w 1531140"/>
                <a:gd name="connsiteY401" fmla="*/ 250819 h 1254092"/>
                <a:gd name="connsiteX402" fmla="*/ 526228 w 1531140"/>
                <a:gd name="connsiteY402" fmla="*/ 250819 h 1254092"/>
                <a:gd name="connsiteX403" fmla="*/ 529506 w 1531140"/>
                <a:gd name="connsiteY403" fmla="*/ 249179 h 1254092"/>
                <a:gd name="connsiteX404" fmla="*/ 532784 w 1531140"/>
                <a:gd name="connsiteY404" fmla="*/ 250819 h 1254092"/>
                <a:gd name="connsiteX405" fmla="*/ 537702 w 1531140"/>
                <a:gd name="connsiteY405" fmla="*/ 250819 h 1254092"/>
                <a:gd name="connsiteX406" fmla="*/ 540981 w 1531140"/>
                <a:gd name="connsiteY406" fmla="*/ 250819 h 1254092"/>
                <a:gd name="connsiteX407" fmla="*/ 544260 w 1531140"/>
                <a:gd name="connsiteY407" fmla="*/ 252458 h 1254092"/>
                <a:gd name="connsiteX408" fmla="*/ 540981 w 1531140"/>
                <a:gd name="connsiteY408" fmla="*/ 249179 h 1254092"/>
                <a:gd name="connsiteX409" fmla="*/ 537702 w 1531140"/>
                <a:gd name="connsiteY409" fmla="*/ 247540 h 1254092"/>
                <a:gd name="connsiteX410" fmla="*/ 534424 w 1531140"/>
                <a:gd name="connsiteY410" fmla="*/ 247540 h 1254092"/>
                <a:gd name="connsiteX411" fmla="*/ 529506 w 1531140"/>
                <a:gd name="connsiteY411" fmla="*/ 247540 h 1254092"/>
                <a:gd name="connsiteX412" fmla="*/ 529506 w 1531140"/>
                <a:gd name="connsiteY412" fmla="*/ 244262 h 1254092"/>
                <a:gd name="connsiteX413" fmla="*/ 531146 w 1531140"/>
                <a:gd name="connsiteY413" fmla="*/ 240983 h 1254092"/>
                <a:gd name="connsiteX414" fmla="*/ 532784 w 1531140"/>
                <a:gd name="connsiteY414" fmla="*/ 236065 h 1254092"/>
                <a:gd name="connsiteX415" fmla="*/ 534424 w 1531140"/>
                <a:gd name="connsiteY415" fmla="*/ 240983 h 1254092"/>
                <a:gd name="connsiteX416" fmla="*/ 539342 w 1531140"/>
                <a:gd name="connsiteY416" fmla="*/ 236065 h 1254092"/>
                <a:gd name="connsiteX417" fmla="*/ 539342 w 1531140"/>
                <a:gd name="connsiteY417" fmla="*/ 232786 h 1254092"/>
                <a:gd name="connsiteX418" fmla="*/ 540981 w 1531140"/>
                <a:gd name="connsiteY418" fmla="*/ 227868 h 1254092"/>
                <a:gd name="connsiteX419" fmla="*/ 544260 w 1531140"/>
                <a:gd name="connsiteY419" fmla="*/ 226229 h 1254092"/>
                <a:gd name="connsiteX420" fmla="*/ 540981 w 1531140"/>
                <a:gd name="connsiteY420" fmla="*/ 226229 h 1254092"/>
                <a:gd name="connsiteX421" fmla="*/ 537702 w 1531140"/>
                <a:gd name="connsiteY421" fmla="*/ 229507 h 1254092"/>
                <a:gd name="connsiteX422" fmla="*/ 534424 w 1531140"/>
                <a:gd name="connsiteY422" fmla="*/ 226229 h 1254092"/>
                <a:gd name="connsiteX423" fmla="*/ 532784 w 1531140"/>
                <a:gd name="connsiteY423" fmla="*/ 221310 h 1254092"/>
                <a:gd name="connsiteX424" fmla="*/ 532784 w 1531140"/>
                <a:gd name="connsiteY424" fmla="*/ 218032 h 1254092"/>
                <a:gd name="connsiteX425" fmla="*/ 534424 w 1531140"/>
                <a:gd name="connsiteY425" fmla="*/ 218032 h 1254092"/>
                <a:gd name="connsiteX426" fmla="*/ 534424 w 1531140"/>
                <a:gd name="connsiteY426" fmla="*/ 214753 h 1254092"/>
                <a:gd name="connsiteX427" fmla="*/ 537702 w 1531140"/>
                <a:gd name="connsiteY427" fmla="*/ 209835 h 1254092"/>
                <a:gd name="connsiteX428" fmla="*/ 540981 w 1531140"/>
                <a:gd name="connsiteY428" fmla="*/ 211475 h 1254092"/>
                <a:gd name="connsiteX429" fmla="*/ 544260 w 1531140"/>
                <a:gd name="connsiteY429" fmla="*/ 208196 h 1254092"/>
                <a:gd name="connsiteX430" fmla="*/ 549178 w 1531140"/>
                <a:gd name="connsiteY430" fmla="*/ 204917 h 1254092"/>
                <a:gd name="connsiteX431" fmla="*/ 545899 w 1531140"/>
                <a:gd name="connsiteY431" fmla="*/ 201639 h 1254092"/>
                <a:gd name="connsiteX432" fmla="*/ 550818 w 1531140"/>
                <a:gd name="connsiteY432" fmla="*/ 201639 h 1254092"/>
                <a:gd name="connsiteX433" fmla="*/ 554096 w 1531140"/>
                <a:gd name="connsiteY433" fmla="*/ 204917 h 1254092"/>
                <a:gd name="connsiteX434" fmla="*/ 557375 w 1531140"/>
                <a:gd name="connsiteY434" fmla="*/ 206557 h 1254092"/>
                <a:gd name="connsiteX435" fmla="*/ 559014 w 1531140"/>
                <a:gd name="connsiteY435" fmla="*/ 209835 h 1254092"/>
                <a:gd name="connsiteX436" fmla="*/ 562292 w 1531140"/>
                <a:gd name="connsiteY436" fmla="*/ 209835 h 1254092"/>
                <a:gd name="connsiteX437" fmla="*/ 565571 w 1531140"/>
                <a:gd name="connsiteY437" fmla="*/ 211475 h 1254092"/>
                <a:gd name="connsiteX438" fmla="*/ 560653 w 1531140"/>
                <a:gd name="connsiteY438" fmla="*/ 208196 h 1254092"/>
                <a:gd name="connsiteX439" fmla="*/ 562292 w 1531140"/>
                <a:gd name="connsiteY439" fmla="*/ 204917 h 1254092"/>
                <a:gd name="connsiteX440" fmla="*/ 559014 w 1531140"/>
                <a:gd name="connsiteY440" fmla="*/ 203278 h 1254092"/>
                <a:gd name="connsiteX441" fmla="*/ 555736 w 1531140"/>
                <a:gd name="connsiteY441" fmla="*/ 201639 h 1254092"/>
                <a:gd name="connsiteX442" fmla="*/ 557375 w 1531140"/>
                <a:gd name="connsiteY442" fmla="*/ 198360 h 1254092"/>
                <a:gd name="connsiteX443" fmla="*/ 562292 w 1531140"/>
                <a:gd name="connsiteY443" fmla="*/ 196720 h 1254092"/>
                <a:gd name="connsiteX444" fmla="*/ 557375 w 1531140"/>
                <a:gd name="connsiteY444" fmla="*/ 198360 h 1254092"/>
                <a:gd name="connsiteX445" fmla="*/ 554096 w 1531140"/>
                <a:gd name="connsiteY445" fmla="*/ 199999 h 1254092"/>
                <a:gd name="connsiteX446" fmla="*/ 555736 w 1531140"/>
                <a:gd name="connsiteY446" fmla="*/ 196720 h 1254092"/>
                <a:gd name="connsiteX447" fmla="*/ 559014 w 1531140"/>
                <a:gd name="connsiteY447" fmla="*/ 193442 h 1254092"/>
                <a:gd name="connsiteX448" fmla="*/ 560653 w 1531140"/>
                <a:gd name="connsiteY448" fmla="*/ 190163 h 1254092"/>
                <a:gd name="connsiteX449" fmla="*/ 563932 w 1531140"/>
                <a:gd name="connsiteY449" fmla="*/ 190163 h 1254092"/>
                <a:gd name="connsiteX450" fmla="*/ 565571 w 1531140"/>
                <a:gd name="connsiteY450" fmla="*/ 193442 h 1254092"/>
                <a:gd name="connsiteX451" fmla="*/ 567211 w 1531140"/>
                <a:gd name="connsiteY451" fmla="*/ 190163 h 1254092"/>
                <a:gd name="connsiteX452" fmla="*/ 570489 w 1531140"/>
                <a:gd name="connsiteY452" fmla="*/ 193442 h 1254092"/>
                <a:gd name="connsiteX453" fmla="*/ 572129 w 1531140"/>
                <a:gd name="connsiteY453" fmla="*/ 195081 h 1254092"/>
                <a:gd name="connsiteX454" fmla="*/ 577047 w 1531140"/>
                <a:gd name="connsiteY454" fmla="*/ 195081 h 1254092"/>
                <a:gd name="connsiteX455" fmla="*/ 573768 w 1531140"/>
                <a:gd name="connsiteY455" fmla="*/ 191803 h 1254092"/>
                <a:gd name="connsiteX456" fmla="*/ 572129 w 1531140"/>
                <a:gd name="connsiteY456" fmla="*/ 188524 h 1254092"/>
                <a:gd name="connsiteX457" fmla="*/ 573768 w 1531140"/>
                <a:gd name="connsiteY457" fmla="*/ 183606 h 1254092"/>
                <a:gd name="connsiteX458" fmla="*/ 568850 w 1531140"/>
                <a:gd name="connsiteY458" fmla="*/ 181966 h 1254092"/>
                <a:gd name="connsiteX459" fmla="*/ 568850 w 1531140"/>
                <a:gd name="connsiteY459" fmla="*/ 178688 h 1254092"/>
                <a:gd name="connsiteX460" fmla="*/ 570489 w 1531140"/>
                <a:gd name="connsiteY460" fmla="*/ 175409 h 1254092"/>
                <a:gd name="connsiteX461" fmla="*/ 573768 w 1531140"/>
                <a:gd name="connsiteY461" fmla="*/ 173770 h 1254092"/>
                <a:gd name="connsiteX462" fmla="*/ 575408 w 1531140"/>
                <a:gd name="connsiteY462" fmla="*/ 168852 h 1254092"/>
                <a:gd name="connsiteX463" fmla="*/ 578686 w 1531140"/>
                <a:gd name="connsiteY463" fmla="*/ 172130 h 1254092"/>
                <a:gd name="connsiteX464" fmla="*/ 581965 w 1531140"/>
                <a:gd name="connsiteY464" fmla="*/ 168852 h 1254092"/>
                <a:gd name="connsiteX465" fmla="*/ 585243 w 1531140"/>
                <a:gd name="connsiteY465" fmla="*/ 168852 h 1254092"/>
                <a:gd name="connsiteX466" fmla="*/ 586882 w 1531140"/>
                <a:gd name="connsiteY466" fmla="*/ 167213 h 1254092"/>
                <a:gd name="connsiteX467" fmla="*/ 586882 w 1531140"/>
                <a:gd name="connsiteY467" fmla="*/ 163934 h 1254092"/>
                <a:gd name="connsiteX468" fmla="*/ 586882 w 1531140"/>
                <a:gd name="connsiteY468" fmla="*/ 160655 h 1254092"/>
                <a:gd name="connsiteX469" fmla="*/ 586882 w 1531140"/>
                <a:gd name="connsiteY469" fmla="*/ 155737 h 1254092"/>
                <a:gd name="connsiteX470" fmla="*/ 591801 w 1531140"/>
                <a:gd name="connsiteY470" fmla="*/ 157376 h 1254092"/>
                <a:gd name="connsiteX471" fmla="*/ 590161 w 1531140"/>
                <a:gd name="connsiteY471" fmla="*/ 160655 h 1254092"/>
                <a:gd name="connsiteX472" fmla="*/ 590161 w 1531140"/>
                <a:gd name="connsiteY472" fmla="*/ 163934 h 1254092"/>
                <a:gd name="connsiteX473" fmla="*/ 588522 w 1531140"/>
                <a:gd name="connsiteY473" fmla="*/ 168852 h 1254092"/>
                <a:gd name="connsiteX474" fmla="*/ 586882 w 1531140"/>
                <a:gd name="connsiteY474" fmla="*/ 172130 h 1254092"/>
                <a:gd name="connsiteX475" fmla="*/ 590161 w 1531140"/>
                <a:gd name="connsiteY475" fmla="*/ 168852 h 1254092"/>
                <a:gd name="connsiteX476" fmla="*/ 591801 w 1531140"/>
                <a:gd name="connsiteY476" fmla="*/ 163934 h 1254092"/>
                <a:gd name="connsiteX477" fmla="*/ 595079 w 1531140"/>
                <a:gd name="connsiteY477" fmla="*/ 165573 h 1254092"/>
                <a:gd name="connsiteX478" fmla="*/ 595079 w 1531140"/>
                <a:gd name="connsiteY478" fmla="*/ 168852 h 1254092"/>
                <a:gd name="connsiteX479" fmla="*/ 596719 w 1531140"/>
                <a:gd name="connsiteY479" fmla="*/ 172130 h 1254092"/>
                <a:gd name="connsiteX480" fmla="*/ 598358 w 1531140"/>
                <a:gd name="connsiteY480" fmla="*/ 168852 h 1254092"/>
                <a:gd name="connsiteX481" fmla="*/ 601637 w 1531140"/>
                <a:gd name="connsiteY481" fmla="*/ 167213 h 1254092"/>
                <a:gd name="connsiteX482" fmla="*/ 603276 w 1531140"/>
                <a:gd name="connsiteY482" fmla="*/ 163934 h 1254092"/>
                <a:gd name="connsiteX483" fmla="*/ 604916 w 1531140"/>
                <a:gd name="connsiteY483" fmla="*/ 160655 h 1254092"/>
                <a:gd name="connsiteX484" fmla="*/ 604916 w 1531140"/>
                <a:gd name="connsiteY484" fmla="*/ 155737 h 1254092"/>
                <a:gd name="connsiteX485" fmla="*/ 609833 w 1531140"/>
                <a:gd name="connsiteY485" fmla="*/ 154098 h 1254092"/>
                <a:gd name="connsiteX486" fmla="*/ 609833 w 1531140"/>
                <a:gd name="connsiteY486" fmla="*/ 149180 h 1254092"/>
                <a:gd name="connsiteX487" fmla="*/ 608195 w 1531140"/>
                <a:gd name="connsiteY487" fmla="*/ 147540 h 1254092"/>
                <a:gd name="connsiteX488" fmla="*/ 604916 w 1531140"/>
                <a:gd name="connsiteY488" fmla="*/ 149180 h 1254092"/>
                <a:gd name="connsiteX489" fmla="*/ 603276 w 1531140"/>
                <a:gd name="connsiteY489" fmla="*/ 144262 h 1254092"/>
                <a:gd name="connsiteX490" fmla="*/ 608195 w 1531140"/>
                <a:gd name="connsiteY490" fmla="*/ 145901 h 1254092"/>
                <a:gd name="connsiteX491" fmla="*/ 606555 w 1531140"/>
                <a:gd name="connsiteY491" fmla="*/ 142622 h 1254092"/>
                <a:gd name="connsiteX492" fmla="*/ 611472 w 1531140"/>
                <a:gd name="connsiteY492" fmla="*/ 140983 h 1254092"/>
                <a:gd name="connsiteX493" fmla="*/ 608195 w 1531140"/>
                <a:gd name="connsiteY493" fmla="*/ 145901 h 1254092"/>
                <a:gd name="connsiteX494" fmla="*/ 613112 w 1531140"/>
                <a:gd name="connsiteY494" fmla="*/ 142622 h 1254092"/>
                <a:gd name="connsiteX495" fmla="*/ 611472 w 1531140"/>
                <a:gd name="connsiteY495" fmla="*/ 145901 h 1254092"/>
                <a:gd name="connsiteX496" fmla="*/ 611472 w 1531140"/>
                <a:gd name="connsiteY496" fmla="*/ 149180 h 1254092"/>
                <a:gd name="connsiteX497" fmla="*/ 613112 w 1531140"/>
                <a:gd name="connsiteY497" fmla="*/ 152459 h 1254092"/>
                <a:gd name="connsiteX498" fmla="*/ 616391 w 1531140"/>
                <a:gd name="connsiteY498" fmla="*/ 152459 h 1254092"/>
                <a:gd name="connsiteX499" fmla="*/ 616391 w 1531140"/>
                <a:gd name="connsiteY499" fmla="*/ 149180 h 1254092"/>
                <a:gd name="connsiteX500" fmla="*/ 619669 w 1531140"/>
                <a:gd name="connsiteY500" fmla="*/ 145901 h 1254092"/>
                <a:gd name="connsiteX501" fmla="*/ 622948 w 1531140"/>
                <a:gd name="connsiteY501" fmla="*/ 144262 h 1254092"/>
                <a:gd name="connsiteX502" fmla="*/ 621309 w 1531140"/>
                <a:gd name="connsiteY502" fmla="*/ 147540 h 1254092"/>
                <a:gd name="connsiteX503" fmla="*/ 622948 w 1531140"/>
                <a:gd name="connsiteY503" fmla="*/ 149180 h 1254092"/>
                <a:gd name="connsiteX504" fmla="*/ 624588 w 1531140"/>
                <a:gd name="connsiteY504" fmla="*/ 154098 h 1254092"/>
                <a:gd name="connsiteX505" fmla="*/ 629506 w 1531140"/>
                <a:gd name="connsiteY505" fmla="*/ 149180 h 1254092"/>
                <a:gd name="connsiteX506" fmla="*/ 632785 w 1531140"/>
                <a:gd name="connsiteY506" fmla="*/ 147540 h 1254092"/>
                <a:gd name="connsiteX507" fmla="*/ 636062 w 1531140"/>
                <a:gd name="connsiteY507" fmla="*/ 144262 h 1254092"/>
                <a:gd name="connsiteX508" fmla="*/ 637702 w 1531140"/>
                <a:gd name="connsiteY508" fmla="*/ 142622 h 1254092"/>
                <a:gd name="connsiteX509" fmla="*/ 634424 w 1531140"/>
                <a:gd name="connsiteY509" fmla="*/ 139344 h 1254092"/>
                <a:gd name="connsiteX510" fmla="*/ 637702 w 1531140"/>
                <a:gd name="connsiteY510" fmla="*/ 136065 h 1254092"/>
                <a:gd name="connsiteX511" fmla="*/ 640981 w 1531140"/>
                <a:gd name="connsiteY511" fmla="*/ 134426 h 1254092"/>
                <a:gd name="connsiteX512" fmla="*/ 642620 w 1531140"/>
                <a:gd name="connsiteY512" fmla="*/ 132786 h 1254092"/>
                <a:gd name="connsiteX513" fmla="*/ 644259 w 1531140"/>
                <a:gd name="connsiteY513" fmla="*/ 136065 h 1254092"/>
                <a:gd name="connsiteX514" fmla="*/ 647538 w 1531140"/>
                <a:gd name="connsiteY514" fmla="*/ 140983 h 1254092"/>
                <a:gd name="connsiteX515" fmla="*/ 650817 w 1531140"/>
                <a:gd name="connsiteY515" fmla="*/ 142622 h 1254092"/>
                <a:gd name="connsiteX516" fmla="*/ 654096 w 1531140"/>
                <a:gd name="connsiteY516" fmla="*/ 142622 h 1254092"/>
                <a:gd name="connsiteX517" fmla="*/ 659014 w 1531140"/>
                <a:gd name="connsiteY517" fmla="*/ 142622 h 1254092"/>
                <a:gd name="connsiteX518" fmla="*/ 660653 w 1531140"/>
                <a:gd name="connsiteY518" fmla="*/ 147540 h 1254092"/>
                <a:gd name="connsiteX519" fmla="*/ 663931 w 1531140"/>
                <a:gd name="connsiteY519" fmla="*/ 150819 h 1254092"/>
                <a:gd name="connsiteX520" fmla="*/ 667210 w 1531140"/>
                <a:gd name="connsiteY520" fmla="*/ 152459 h 1254092"/>
                <a:gd name="connsiteX521" fmla="*/ 668849 w 1531140"/>
                <a:gd name="connsiteY521" fmla="*/ 157376 h 1254092"/>
                <a:gd name="connsiteX522" fmla="*/ 670489 w 1531140"/>
                <a:gd name="connsiteY522" fmla="*/ 160655 h 1254092"/>
                <a:gd name="connsiteX523" fmla="*/ 672128 w 1531140"/>
                <a:gd name="connsiteY523" fmla="*/ 163934 h 1254092"/>
                <a:gd name="connsiteX524" fmla="*/ 675407 w 1531140"/>
                <a:gd name="connsiteY524" fmla="*/ 167213 h 1254092"/>
                <a:gd name="connsiteX525" fmla="*/ 678686 w 1531140"/>
                <a:gd name="connsiteY525" fmla="*/ 170491 h 1254092"/>
                <a:gd name="connsiteX526" fmla="*/ 681965 w 1531140"/>
                <a:gd name="connsiteY526" fmla="*/ 173770 h 1254092"/>
                <a:gd name="connsiteX527" fmla="*/ 683604 w 1531140"/>
                <a:gd name="connsiteY527" fmla="*/ 178688 h 1254092"/>
                <a:gd name="connsiteX528" fmla="*/ 683604 w 1531140"/>
                <a:gd name="connsiteY528" fmla="*/ 180327 h 1254092"/>
                <a:gd name="connsiteX529" fmla="*/ 681965 w 1531140"/>
                <a:gd name="connsiteY529" fmla="*/ 185245 h 1254092"/>
                <a:gd name="connsiteX530" fmla="*/ 680325 w 1531140"/>
                <a:gd name="connsiteY530" fmla="*/ 188524 h 1254092"/>
                <a:gd name="connsiteX531" fmla="*/ 678686 w 1531140"/>
                <a:gd name="connsiteY531" fmla="*/ 191803 h 1254092"/>
                <a:gd name="connsiteX532" fmla="*/ 677046 w 1531140"/>
                <a:gd name="connsiteY532" fmla="*/ 195081 h 1254092"/>
                <a:gd name="connsiteX533" fmla="*/ 677046 w 1531140"/>
                <a:gd name="connsiteY533" fmla="*/ 199999 h 1254092"/>
                <a:gd name="connsiteX534" fmla="*/ 675407 w 1531140"/>
                <a:gd name="connsiteY534" fmla="*/ 203278 h 1254092"/>
                <a:gd name="connsiteX535" fmla="*/ 675407 w 1531140"/>
                <a:gd name="connsiteY535" fmla="*/ 206557 h 1254092"/>
                <a:gd name="connsiteX536" fmla="*/ 673768 w 1531140"/>
                <a:gd name="connsiteY536" fmla="*/ 209835 h 1254092"/>
                <a:gd name="connsiteX537" fmla="*/ 677046 w 1531140"/>
                <a:gd name="connsiteY537" fmla="*/ 208196 h 1254092"/>
                <a:gd name="connsiteX538" fmla="*/ 678686 w 1531140"/>
                <a:gd name="connsiteY538" fmla="*/ 203278 h 1254092"/>
                <a:gd name="connsiteX539" fmla="*/ 678686 w 1531140"/>
                <a:gd name="connsiteY539" fmla="*/ 199999 h 1254092"/>
                <a:gd name="connsiteX540" fmla="*/ 681965 w 1531140"/>
                <a:gd name="connsiteY540" fmla="*/ 199999 h 1254092"/>
                <a:gd name="connsiteX541" fmla="*/ 683604 w 1531140"/>
                <a:gd name="connsiteY541" fmla="*/ 203278 h 1254092"/>
                <a:gd name="connsiteX542" fmla="*/ 683604 w 1531140"/>
                <a:gd name="connsiteY542" fmla="*/ 206557 h 1254092"/>
                <a:gd name="connsiteX543" fmla="*/ 685243 w 1531140"/>
                <a:gd name="connsiteY543" fmla="*/ 203278 h 1254092"/>
                <a:gd name="connsiteX544" fmla="*/ 683604 w 1531140"/>
                <a:gd name="connsiteY544" fmla="*/ 199999 h 1254092"/>
                <a:gd name="connsiteX545" fmla="*/ 683604 w 1531140"/>
                <a:gd name="connsiteY545" fmla="*/ 195081 h 1254092"/>
                <a:gd name="connsiteX546" fmla="*/ 681965 w 1531140"/>
                <a:gd name="connsiteY546" fmla="*/ 191803 h 1254092"/>
                <a:gd name="connsiteX547" fmla="*/ 685243 w 1531140"/>
                <a:gd name="connsiteY547" fmla="*/ 188524 h 1254092"/>
                <a:gd name="connsiteX548" fmla="*/ 688521 w 1531140"/>
                <a:gd name="connsiteY548" fmla="*/ 191803 h 1254092"/>
                <a:gd name="connsiteX549" fmla="*/ 691800 w 1531140"/>
                <a:gd name="connsiteY549" fmla="*/ 190163 h 1254092"/>
                <a:gd name="connsiteX550" fmla="*/ 693439 w 1531140"/>
                <a:gd name="connsiteY550" fmla="*/ 190163 h 1254092"/>
                <a:gd name="connsiteX551" fmla="*/ 691800 w 1531140"/>
                <a:gd name="connsiteY551" fmla="*/ 186885 h 1254092"/>
                <a:gd name="connsiteX552" fmla="*/ 691800 w 1531140"/>
                <a:gd name="connsiteY552" fmla="*/ 183606 h 1254092"/>
                <a:gd name="connsiteX553" fmla="*/ 693439 w 1531140"/>
                <a:gd name="connsiteY553" fmla="*/ 181966 h 1254092"/>
                <a:gd name="connsiteX554" fmla="*/ 696718 w 1531140"/>
                <a:gd name="connsiteY554" fmla="*/ 178688 h 1254092"/>
                <a:gd name="connsiteX555" fmla="*/ 699997 w 1531140"/>
                <a:gd name="connsiteY555" fmla="*/ 178688 h 1254092"/>
                <a:gd name="connsiteX556" fmla="*/ 704915 w 1531140"/>
                <a:gd name="connsiteY556" fmla="*/ 180327 h 1254092"/>
                <a:gd name="connsiteX557" fmla="*/ 708194 w 1531140"/>
                <a:gd name="connsiteY557" fmla="*/ 181966 h 1254092"/>
                <a:gd name="connsiteX558" fmla="*/ 711473 w 1531140"/>
                <a:gd name="connsiteY558" fmla="*/ 181966 h 1254092"/>
                <a:gd name="connsiteX559" fmla="*/ 714751 w 1531140"/>
                <a:gd name="connsiteY559" fmla="*/ 183606 h 1254092"/>
                <a:gd name="connsiteX560" fmla="*/ 718029 w 1531140"/>
                <a:gd name="connsiteY560" fmla="*/ 185245 h 1254092"/>
                <a:gd name="connsiteX561" fmla="*/ 721308 w 1531140"/>
                <a:gd name="connsiteY561" fmla="*/ 188524 h 1254092"/>
                <a:gd name="connsiteX562" fmla="*/ 719669 w 1531140"/>
                <a:gd name="connsiteY562" fmla="*/ 193442 h 1254092"/>
                <a:gd name="connsiteX563" fmla="*/ 719669 w 1531140"/>
                <a:gd name="connsiteY563" fmla="*/ 196720 h 1254092"/>
                <a:gd name="connsiteX564" fmla="*/ 722948 w 1531140"/>
                <a:gd name="connsiteY564" fmla="*/ 193442 h 1254092"/>
                <a:gd name="connsiteX565" fmla="*/ 722948 w 1531140"/>
                <a:gd name="connsiteY565" fmla="*/ 190163 h 1254092"/>
                <a:gd name="connsiteX566" fmla="*/ 722948 w 1531140"/>
                <a:gd name="connsiteY566" fmla="*/ 185245 h 1254092"/>
                <a:gd name="connsiteX567" fmla="*/ 722948 w 1531140"/>
                <a:gd name="connsiteY567" fmla="*/ 181966 h 1254092"/>
                <a:gd name="connsiteX568" fmla="*/ 726226 w 1531140"/>
                <a:gd name="connsiteY568" fmla="*/ 183606 h 1254092"/>
                <a:gd name="connsiteX569" fmla="*/ 731145 w 1531140"/>
                <a:gd name="connsiteY569" fmla="*/ 185245 h 1254092"/>
                <a:gd name="connsiteX570" fmla="*/ 732784 w 1531140"/>
                <a:gd name="connsiteY570" fmla="*/ 188524 h 1254092"/>
                <a:gd name="connsiteX571" fmla="*/ 736063 w 1531140"/>
                <a:gd name="connsiteY571" fmla="*/ 193442 h 1254092"/>
                <a:gd name="connsiteX572" fmla="*/ 734423 w 1531140"/>
                <a:gd name="connsiteY572" fmla="*/ 196720 h 1254092"/>
                <a:gd name="connsiteX573" fmla="*/ 739341 w 1531140"/>
                <a:gd name="connsiteY573" fmla="*/ 198360 h 1254092"/>
                <a:gd name="connsiteX574" fmla="*/ 740980 w 1531140"/>
                <a:gd name="connsiteY574" fmla="*/ 198360 h 1254092"/>
                <a:gd name="connsiteX575" fmla="*/ 739341 w 1531140"/>
                <a:gd name="connsiteY575" fmla="*/ 193442 h 1254092"/>
                <a:gd name="connsiteX576" fmla="*/ 737702 w 1531140"/>
                <a:gd name="connsiteY576" fmla="*/ 190163 h 1254092"/>
                <a:gd name="connsiteX577" fmla="*/ 737702 w 1531140"/>
                <a:gd name="connsiteY577" fmla="*/ 186885 h 1254092"/>
                <a:gd name="connsiteX578" fmla="*/ 739341 w 1531140"/>
                <a:gd name="connsiteY578" fmla="*/ 181966 h 1254092"/>
                <a:gd name="connsiteX579" fmla="*/ 742619 w 1531140"/>
                <a:gd name="connsiteY579" fmla="*/ 181966 h 1254092"/>
                <a:gd name="connsiteX580" fmla="*/ 747538 w 1531140"/>
                <a:gd name="connsiteY580" fmla="*/ 181966 h 1254092"/>
                <a:gd name="connsiteX581" fmla="*/ 750816 w 1531140"/>
                <a:gd name="connsiteY581" fmla="*/ 180327 h 1254092"/>
                <a:gd name="connsiteX582" fmla="*/ 747538 w 1531140"/>
                <a:gd name="connsiteY582" fmla="*/ 180327 h 1254092"/>
                <a:gd name="connsiteX583" fmla="*/ 742619 w 1531140"/>
                <a:gd name="connsiteY583" fmla="*/ 180327 h 1254092"/>
                <a:gd name="connsiteX584" fmla="*/ 740980 w 1531140"/>
                <a:gd name="connsiteY584" fmla="*/ 177049 h 1254092"/>
                <a:gd name="connsiteX585" fmla="*/ 737702 w 1531140"/>
                <a:gd name="connsiteY585" fmla="*/ 172130 h 1254092"/>
                <a:gd name="connsiteX586" fmla="*/ 742619 w 1531140"/>
                <a:gd name="connsiteY586" fmla="*/ 172130 h 1254092"/>
                <a:gd name="connsiteX587" fmla="*/ 745898 w 1531140"/>
                <a:gd name="connsiteY587" fmla="*/ 168852 h 1254092"/>
                <a:gd name="connsiteX588" fmla="*/ 742619 w 1531140"/>
                <a:gd name="connsiteY588" fmla="*/ 170491 h 1254092"/>
                <a:gd name="connsiteX589" fmla="*/ 737702 w 1531140"/>
                <a:gd name="connsiteY589" fmla="*/ 168852 h 1254092"/>
                <a:gd name="connsiteX590" fmla="*/ 734423 w 1531140"/>
                <a:gd name="connsiteY590" fmla="*/ 167213 h 1254092"/>
                <a:gd name="connsiteX591" fmla="*/ 731145 w 1531140"/>
                <a:gd name="connsiteY591" fmla="*/ 163934 h 1254092"/>
                <a:gd name="connsiteX592" fmla="*/ 731145 w 1531140"/>
                <a:gd name="connsiteY592" fmla="*/ 160655 h 1254092"/>
                <a:gd name="connsiteX593" fmla="*/ 734423 w 1531140"/>
                <a:gd name="connsiteY593" fmla="*/ 155737 h 1254092"/>
                <a:gd name="connsiteX594" fmla="*/ 737702 w 1531140"/>
                <a:gd name="connsiteY594" fmla="*/ 152459 h 1254092"/>
                <a:gd name="connsiteX595" fmla="*/ 737702 w 1531140"/>
                <a:gd name="connsiteY595" fmla="*/ 149180 h 1254092"/>
                <a:gd name="connsiteX596" fmla="*/ 739341 w 1531140"/>
                <a:gd name="connsiteY596" fmla="*/ 147540 h 1254092"/>
                <a:gd name="connsiteX597" fmla="*/ 744259 w 1531140"/>
                <a:gd name="connsiteY597" fmla="*/ 147540 h 1254092"/>
                <a:gd name="connsiteX598" fmla="*/ 747538 w 1531140"/>
                <a:gd name="connsiteY598" fmla="*/ 145901 h 1254092"/>
                <a:gd name="connsiteX599" fmla="*/ 749177 w 1531140"/>
                <a:gd name="connsiteY599" fmla="*/ 140983 h 1254092"/>
                <a:gd name="connsiteX600" fmla="*/ 749177 w 1531140"/>
                <a:gd name="connsiteY600" fmla="*/ 137705 h 1254092"/>
                <a:gd name="connsiteX601" fmla="*/ 752456 w 1531140"/>
                <a:gd name="connsiteY601" fmla="*/ 134426 h 1254092"/>
                <a:gd name="connsiteX602" fmla="*/ 750816 w 1531140"/>
                <a:gd name="connsiteY602" fmla="*/ 129508 h 1254092"/>
                <a:gd name="connsiteX603" fmla="*/ 754095 w 1531140"/>
                <a:gd name="connsiteY603" fmla="*/ 126229 h 1254092"/>
                <a:gd name="connsiteX604" fmla="*/ 755735 w 1531140"/>
                <a:gd name="connsiteY604" fmla="*/ 122950 h 1254092"/>
                <a:gd name="connsiteX605" fmla="*/ 759013 w 1531140"/>
                <a:gd name="connsiteY605" fmla="*/ 124590 h 1254092"/>
                <a:gd name="connsiteX606" fmla="*/ 760653 w 1531140"/>
                <a:gd name="connsiteY606" fmla="*/ 124590 h 1254092"/>
                <a:gd name="connsiteX607" fmla="*/ 763932 w 1531140"/>
                <a:gd name="connsiteY607" fmla="*/ 121311 h 1254092"/>
                <a:gd name="connsiteX608" fmla="*/ 767209 w 1531140"/>
                <a:gd name="connsiteY608" fmla="*/ 119672 h 1254092"/>
                <a:gd name="connsiteX609" fmla="*/ 772128 w 1531140"/>
                <a:gd name="connsiteY609" fmla="*/ 114754 h 1254092"/>
                <a:gd name="connsiteX610" fmla="*/ 773767 w 1531140"/>
                <a:gd name="connsiteY610" fmla="*/ 116393 h 1254092"/>
                <a:gd name="connsiteX611" fmla="*/ 770488 w 1531140"/>
                <a:gd name="connsiteY611" fmla="*/ 113115 h 1254092"/>
                <a:gd name="connsiteX612" fmla="*/ 768849 w 1531140"/>
                <a:gd name="connsiteY612" fmla="*/ 108196 h 1254092"/>
                <a:gd name="connsiteX613" fmla="*/ 767209 w 1531140"/>
                <a:gd name="connsiteY613" fmla="*/ 104918 h 1254092"/>
                <a:gd name="connsiteX614" fmla="*/ 768849 w 1531140"/>
                <a:gd name="connsiteY614" fmla="*/ 101639 h 1254092"/>
                <a:gd name="connsiteX615" fmla="*/ 768849 w 1531140"/>
                <a:gd name="connsiteY615" fmla="*/ 96721 h 1254092"/>
                <a:gd name="connsiteX616" fmla="*/ 772128 w 1531140"/>
                <a:gd name="connsiteY616" fmla="*/ 98360 h 1254092"/>
                <a:gd name="connsiteX617" fmla="*/ 775406 w 1531140"/>
                <a:gd name="connsiteY617" fmla="*/ 96721 h 1254092"/>
                <a:gd name="connsiteX618" fmla="*/ 777046 w 1531140"/>
                <a:gd name="connsiteY618" fmla="*/ 91803 h 1254092"/>
                <a:gd name="connsiteX619" fmla="*/ 778685 w 1531140"/>
                <a:gd name="connsiteY619" fmla="*/ 88525 h 1254092"/>
                <a:gd name="connsiteX620" fmla="*/ 781964 w 1531140"/>
                <a:gd name="connsiteY620" fmla="*/ 85246 h 1254092"/>
                <a:gd name="connsiteX621" fmla="*/ 785243 w 1531140"/>
                <a:gd name="connsiteY621" fmla="*/ 83606 h 1254092"/>
                <a:gd name="connsiteX622" fmla="*/ 786882 w 1531140"/>
                <a:gd name="connsiteY622" fmla="*/ 88525 h 1254092"/>
                <a:gd name="connsiteX623" fmla="*/ 790161 w 1531140"/>
                <a:gd name="connsiteY623" fmla="*/ 88525 h 1254092"/>
                <a:gd name="connsiteX624" fmla="*/ 786882 w 1531140"/>
                <a:gd name="connsiteY624" fmla="*/ 85246 h 1254092"/>
                <a:gd name="connsiteX625" fmla="*/ 788522 w 1531140"/>
                <a:gd name="connsiteY625" fmla="*/ 80328 h 1254092"/>
                <a:gd name="connsiteX626" fmla="*/ 788522 w 1531140"/>
                <a:gd name="connsiteY626" fmla="*/ 77049 h 1254092"/>
                <a:gd name="connsiteX627" fmla="*/ 790161 w 1531140"/>
                <a:gd name="connsiteY627" fmla="*/ 73770 h 1254092"/>
                <a:gd name="connsiteX628" fmla="*/ 793439 w 1531140"/>
                <a:gd name="connsiteY628" fmla="*/ 75410 h 1254092"/>
                <a:gd name="connsiteX629" fmla="*/ 795078 w 1531140"/>
                <a:gd name="connsiteY629" fmla="*/ 78688 h 1254092"/>
                <a:gd name="connsiteX630" fmla="*/ 798357 w 1531140"/>
                <a:gd name="connsiteY630" fmla="*/ 81967 h 1254092"/>
                <a:gd name="connsiteX631" fmla="*/ 801636 w 1531140"/>
                <a:gd name="connsiteY631" fmla="*/ 83606 h 1254092"/>
                <a:gd name="connsiteX632" fmla="*/ 799996 w 1531140"/>
                <a:gd name="connsiteY632" fmla="*/ 80328 h 1254092"/>
                <a:gd name="connsiteX633" fmla="*/ 799996 w 1531140"/>
                <a:gd name="connsiteY633" fmla="*/ 77049 h 1254092"/>
                <a:gd name="connsiteX634" fmla="*/ 798357 w 1531140"/>
                <a:gd name="connsiteY634" fmla="*/ 77049 h 1254092"/>
                <a:gd name="connsiteX635" fmla="*/ 798357 w 1531140"/>
                <a:gd name="connsiteY635" fmla="*/ 73770 h 1254092"/>
                <a:gd name="connsiteX636" fmla="*/ 801636 w 1531140"/>
                <a:gd name="connsiteY636" fmla="*/ 72131 h 1254092"/>
                <a:gd name="connsiteX637" fmla="*/ 804915 w 1531140"/>
                <a:gd name="connsiteY637" fmla="*/ 72131 h 1254092"/>
                <a:gd name="connsiteX638" fmla="*/ 806554 w 1531140"/>
                <a:gd name="connsiteY638" fmla="*/ 68852 h 1254092"/>
                <a:gd name="connsiteX639" fmla="*/ 804915 w 1531140"/>
                <a:gd name="connsiteY639" fmla="*/ 65573 h 1254092"/>
                <a:gd name="connsiteX640" fmla="*/ 809833 w 1531140"/>
                <a:gd name="connsiteY640" fmla="*/ 63935 h 1254092"/>
                <a:gd name="connsiteX641" fmla="*/ 813112 w 1531140"/>
                <a:gd name="connsiteY641" fmla="*/ 65573 h 1254092"/>
                <a:gd name="connsiteX642" fmla="*/ 816390 w 1531140"/>
                <a:gd name="connsiteY642" fmla="*/ 62295 h 1254092"/>
                <a:gd name="connsiteX643" fmla="*/ 818029 w 1531140"/>
                <a:gd name="connsiteY643" fmla="*/ 65573 h 1254092"/>
                <a:gd name="connsiteX644" fmla="*/ 821308 w 1531140"/>
                <a:gd name="connsiteY644" fmla="*/ 68852 h 1254092"/>
                <a:gd name="connsiteX645" fmla="*/ 826226 w 1531140"/>
                <a:gd name="connsiteY645" fmla="*/ 68852 h 1254092"/>
                <a:gd name="connsiteX646" fmla="*/ 829505 w 1531140"/>
                <a:gd name="connsiteY646" fmla="*/ 68852 h 1254092"/>
                <a:gd name="connsiteX647" fmla="*/ 832783 w 1531140"/>
                <a:gd name="connsiteY647" fmla="*/ 68852 h 1254092"/>
                <a:gd name="connsiteX648" fmla="*/ 837702 w 1531140"/>
                <a:gd name="connsiteY648" fmla="*/ 67213 h 1254092"/>
                <a:gd name="connsiteX649" fmla="*/ 840980 w 1531140"/>
                <a:gd name="connsiteY649" fmla="*/ 68852 h 1254092"/>
                <a:gd name="connsiteX650" fmla="*/ 844258 w 1531140"/>
                <a:gd name="connsiteY650" fmla="*/ 70492 h 1254092"/>
                <a:gd name="connsiteX651" fmla="*/ 847537 w 1531140"/>
                <a:gd name="connsiteY651" fmla="*/ 68852 h 1254092"/>
                <a:gd name="connsiteX652" fmla="*/ 852455 w 1531140"/>
                <a:gd name="connsiteY652" fmla="*/ 65573 h 1254092"/>
                <a:gd name="connsiteX653" fmla="*/ 855734 w 1531140"/>
                <a:gd name="connsiteY653" fmla="*/ 65573 h 1254092"/>
                <a:gd name="connsiteX654" fmla="*/ 859013 w 1531140"/>
                <a:gd name="connsiteY654" fmla="*/ 65573 h 1254092"/>
                <a:gd name="connsiteX655" fmla="*/ 859013 w 1531140"/>
                <a:gd name="connsiteY655" fmla="*/ 70492 h 1254092"/>
                <a:gd name="connsiteX656" fmla="*/ 860652 w 1531140"/>
                <a:gd name="connsiteY656" fmla="*/ 65573 h 1254092"/>
                <a:gd name="connsiteX657" fmla="*/ 863931 w 1531140"/>
                <a:gd name="connsiteY657" fmla="*/ 62295 h 1254092"/>
                <a:gd name="connsiteX658" fmla="*/ 867210 w 1531140"/>
                <a:gd name="connsiteY658" fmla="*/ 62295 h 1254092"/>
                <a:gd name="connsiteX659" fmla="*/ 870488 w 1531140"/>
                <a:gd name="connsiteY659" fmla="*/ 62295 h 1254092"/>
                <a:gd name="connsiteX660" fmla="*/ 868849 w 1531140"/>
                <a:gd name="connsiteY660" fmla="*/ 59016 h 1254092"/>
                <a:gd name="connsiteX661" fmla="*/ 868849 w 1531140"/>
                <a:gd name="connsiteY661" fmla="*/ 55738 h 1254092"/>
                <a:gd name="connsiteX662" fmla="*/ 870488 w 1531140"/>
                <a:gd name="connsiteY662" fmla="*/ 52459 h 1254092"/>
                <a:gd name="connsiteX663" fmla="*/ 868849 w 1531140"/>
                <a:gd name="connsiteY663" fmla="*/ 47541 h 1254092"/>
                <a:gd name="connsiteX664" fmla="*/ 872127 w 1531140"/>
                <a:gd name="connsiteY664" fmla="*/ 44262 h 1254092"/>
                <a:gd name="connsiteX665" fmla="*/ 870488 w 1531140"/>
                <a:gd name="connsiteY665" fmla="*/ 40983 h 1254092"/>
                <a:gd name="connsiteX666" fmla="*/ 870488 w 1531140"/>
                <a:gd name="connsiteY666" fmla="*/ 40983 h 1254092"/>
                <a:gd name="connsiteX667" fmla="*/ 870488 w 1531140"/>
                <a:gd name="connsiteY667" fmla="*/ 40983 h 1254092"/>
                <a:gd name="connsiteX668" fmla="*/ 868849 w 1531140"/>
                <a:gd name="connsiteY668" fmla="*/ 40983 h 1254092"/>
                <a:gd name="connsiteX669" fmla="*/ 867210 w 1531140"/>
                <a:gd name="connsiteY669" fmla="*/ 36066 h 1254092"/>
                <a:gd name="connsiteX670" fmla="*/ 865570 w 1531140"/>
                <a:gd name="connsiteY670" fmla="*/ 32787 h 1254092"/>
                <a:gd name="connsiteX671" fmla="*/ 862292 w 1531140"/>
                <a:gd name="connsiteY671" fmla="*/ 31148 h 1254092"/>
                <a:gd name="connsiteX672" fmla="*/ 857373 w 1531140"/>
                <a:gd name="connsiteY672" fmla="*/ 32787 h 1254092"/>
                <a:gd name="connsiteX673" fmla="*/ 854095 w 1531140"/>
                <a:gd name="connsiteY673" fmla="*/ 34426 h 1254092"/>
                <a:gd name="connsiteX674" fmla="*/ 850816 w 1531140"/>
                <a:gd name="connsiteY674" fmla="*/ 36066 h 1254092"/>
                <a:gd name="connsiteX675" fmla="*/ 849176 w 1531140"/>
                <a:gd name="connsiteY675" fmla="*/ 31148 h 1254092"/>
                <a:gd name="connsiteX676" fmla="*/ 845898 w 1531140"/>
                <a:gd name="connsiteY676" fmla="*/ 31148 h 1254092"/>
                <a:gd name="connsiteX677" fmla="*/ 845898 w 1531140"/>
                <a:gd name="connsiteY677" fmla="*/ 26229 h 1254092"/>
                <a:gd name="connsiteX678" fmla="*/ 840980 w 1531140"/>
                <a:gd name="connsiteY678" fmla="*/ 26229 h 1254092"/>
                <a:gd name="connsiteX679" fmla="*/ 840980 w 1531140"/>
                <a:gd name="connsiteY679" fmla="*/ 22951 h 1254092"/>
                <a:gd name="connsiteX680" fmla="*/ 845898 w 1531140"/>
                <a:gd name="connsiteY680" fmla="*/ 21312 h 1254092"/>
                <a:gd name="connsiteX681" fmla="*/ 847537 w 1531140"/>
                <a:gd name="connsiteY681" fmla="*/ 18033 h 1254092"/>
                <a:gd name="connsiteX682" fmla="*/ 850816 w 1531140"/>
                <a:gd name="connsiteY682" fmla="*/ 21312 h 1254092"/>
                <a:gd name="connsiteX683" fmla="*/ 852455 w 1531140"/>
                <a:gd name="connsiteY683" fmla="*/ 26229 h 1254092"/>
                <a:gd name="connsiteX684" fmla="*/ 854095 w 1531140"/>
                <a:gd name="connsiteY684" fmla="*/ 29508 h 1254092"/>
                <a:gd name="connsiteX685" fmla="*/ 855734 w 1531140"/>
                <a:gd name="connsiteY685" fmla="*/ 26229 h 1254092"/>
                <a:gd name="connsiteX686" fmla="*/ 855734 w 1531140"/>
                <a:gd name="connsiteY686" fmla="*/ 22951 h 1254092"/>
                <a:gd name="connsiteX687" fmla="*/ 854095 w 1531140"/>
                <a:gd name="connsiteY687" fmla="*/ 18033 h 1254092"/>
                <a:gd name="connsiteX688" fmla="*/ 857373 w 1531140"/>
                <a:gd name="connsiteY688" fmla="*/ 22951 h 1254092"/>
                <a:gd name="connsiteX689" fmla="*/ 862292 w 1531140"/>
                <a:gd name="connsiteY689" fmla="*/ 18033 h 1254092"/>
                <a:gd name="connsiteX690" fmla="*/ 863931 w 1531140"/>
                <a:gd name="connsiteY690" fmla="*/ 22951 h 1254092"/>
                <a:gd name="connsiteX691" fmla="*/ 867210 w 1531140"/>
                <a:gd name="connsiteY691" fmla="*/ 22951 h 1254092"/>
                <a:gd name="connsiteX692" fmla="*/ 868849 w 1531140"/>
                <a:gd name="connsiteY692" fmla="*/ 27869 h 1254092"/>
                <a:gd name="connsiteX693" fmla="*/ 868849 w 1531140"/>
                <a:gd name="connsiteY693" fmla="*/ 27869 h 1254092"/>
                <a:gd name="connsiteX694" fmla="*/ 872127 w 1531140"/>
                <a:gd name="connsiteY694" fmla="*/ 31148 h 1254092"/>
                <a:gd name="connsiteX695" fmla="*/ 873766 w 1531140"/>
                <a:gd name="connsiteY695" fmla="*/ 36066 h 1254092"/>
                <a:gd name="connsiteX696" fmla="*/ 878685 w 1531140"/>
                <a:gd name="connsiteY696" fmla="*/ 32787 h 1254092"/>
                <a:gd name="connsiteX697" fmla="*/ 881963 w 1531140"/>
                <a:gd name="connsiteY697" fmla="*/ 31148 h 1254092"/>
                <a:gd name="connsiteX698" fmla="*/ 881963 w 1531140"/>
                <a:gd name="connsiteY698" fmla="*/ 26229 h 1254092"/>
                <a:gd name="connsiteX699" fmla="*/ 885242 w 1531140"/>
                <a:gd name="connsiteY699" fmla="*/ 31148 h 1254092"/>
                <a:gd name="connsiteX700" fmla="*/ 886882 w 1531140"/>
                <a:gd name="connsiteY700" fmla="*/ 34426 h 1254092"/>
                <a:gd name="connsiteX701" fmla="*/ 888521 w 1531140"/>
                <a:gd name="connsiteY701" fmla="*/ 37705 h 1254092"/>
                <a:gd name="connsiteX702" fmla="*/ 890160 w 1531140"/>
                <a:gd name="connsiteY702" fmla="*/ 42623 h 1254092"/>
                <a:gd name="connsiteX703" fmla="*/ 893439 w 1531140"/>
                <a:gd name="connsiteY703" fmla="*/ 44262 h 1254092"/>
                <a:gd name="connsiteX704" fmla="*/ 896717 w 1531140"/>
                <a:gd name="connsiteY704" fmla="*/ 42623 h 1254092"/>
                <a:gd name="connsiteX705" fmla="*/ 901635 w 1531140"/>
                <a:gd name="connsiteY705" fmla="*/ 45902 h 1254092"/>
                <a:gd name="connsiteX706" fmla="*/ 904914 w 1531140"/>
                <a:gd name="connsiteY706" fmla="*/ 45902 h 1254092"/>
                <a:gd name="connsiteX707" fmla="*/ 904914 w 1531140"/>
                <a:gd name="connsiteY707" fmla="*/ 49180 h 1254092"/>
                <a:gd name="connsiteX708" fmla="*/ 908193 w 1531140"/>
                <a:gd name="connsiteY708" fmla="*/ 49180 h 1254092"/>
                <a:gd name="connsiteX709" fmla="*/ 911472 w 1531140"/>
                <a:gd name="connsiteY709" fmla="*/ 47541 h 1254092"/>
                <a:gd name="connsiteX710" fmla="*/ 916390 w 1531140"/>
                <a:gd name="connsiteY710" fmla="*/ 44262 h 1254092"/>
                <a:gd name="connsiteX711" fmla="*/ 919669 w 1531140"/>
                <a:gd name="connsiteY711" fmla="*/ 44262 h 1254092"/>
                <a:gd name="connsiteX712" fmla="*/ 916390 w 1531140"/>
                <a:gd name="connsiteY712" fmla="*/ 49180 h 1254092"/>
                <a:gd name="connsiteX713" fmla="*/ 918029 w 1531140"/>
                <a:gd name="connsiteY713" fmla="*/ 52459 h 1254092"/>
                <a:gd name="connsiteX714" fmla="*/ 922946 w 1531140"/>
                <a:gd name="connsiteY714" fmla="*/ 50820 h 1254092"/>
                <a:gd name="connsiteX715" fmla="*/ 926225 w 1531140"/>
                <a:gd name="connsiteY715" fmla="*/ 52459 h 1254092"/>
                <a:gd name="connsiteX716" fmla="*/ 927865 w 1531140"/>
                <a:gd name="connsiteY716" fmla="*/ 55738 h 1254092"/>
                <a:gd name="connsiteX717" fmla="*/ 927865 w 1531140"/>
                <a:gd name="connsiteY717" fmla="*/ 60656 h 1254092"/>
                <a:gd name="connsiteX718" fmla="*/ 931143 w 1531140"/>
                <a:gd name="connsiteY718" fmla="*/ 55738 h 1254092"/>
                <a:gd name="connsiteX719" fmla="*/ 932783 w 1531140"/>
                <a:gd name="connsiteY719" fmla="*/ 55738 h 1254092"/>
                <a:gd name="connsiteX720" fmla="*/ 936062 w 1531140"/>
                <a:gd name="connsiteY720" fmla="*/ 59016 h 1254092"/>
                <a:gd name="connsiteX721" fmla="*/ 940980 w 1531140"/>
                <a:gd name="connsiteY721" fmla="*/ 59016 h 1254092"/>
                <a:gd name="connsiteX722" fmla="*/ 944259 w 1531140"/>
                <a:gd name="connsiteY722" fmla="*/ 59016 h 1254092"/>
                <a:gd name="connsiteX723" fmla="*/ 947536 w 1531140"/>
                <a:gd name="connsiteY723" fmla="*/ 55738 h 1254092"/>
                <a:gd name="connsiteX724" fmla="*/ 950815 w 1531140"/>
                <a:gd name="connsiteY724" fmla="*/ 55738 h 1254092"/>
                <a:gd name="connsiteX725" fmla="*/ 952455 w 1531140"/>
                <a:gd name="connsiteY725" fmla="*/ 59016 h 1254092"/>
                <a:gd name="connsiteX726" fmla="*/ 954094 w 1531140"/>
                <a:gd name="connsiteY726" fmla="*/ 62295 h 1254092"/>
                <a:gd name="connsiteX727" fmla="*/ 957373 w 1531140"/>
                <a:gd name="connsiteY727" fmla="*/ 63935 h 1254092"/>
                <a:gd name="connsiteX728" fmla="*/ 960652 w 1531140"/>
                <a:gd name="connsiteY728" fmla="*/ 67213 h 1254092"/>
                <a:gd name="connsiteX729" fmla="*/ 963930 w 1531140"/>
                <a:gd name="connsiteY729" fmla="*/ 67213 h 1254092"/>
                <a:gd name="connsiteX730" fmla="*/ 967209 w 1531140"/>
                <a:gd name="connsiteY730" fmla="*/ 67213 h 1254092"/>
                <a:gd name="connsiteX731" fmla="*/ 972127 w 1531140"/>
                <a:gd name="connsiteY731" fmla="*/ 67213 h 1254092"/>
                <a:gd name="connsiteX732" fmla="*/ 970488 w 1531140"/>
                <a:gd name="connsiteY732" fmla="*/ 63935 h 1254092"/>
                <a:gd name="connsiteX733" fmla="*/ 973766 w 1531140"/>
                <a:gd name="connsiteY733" fmla="*/ 60656 h 1254092"/>
                <a:gd name="connsiteX734" fmla="*/ 977045 w 1531140"/>
                <a:gd name="connsiteY734" fmla="*/ 62295 h 1254092"/>
                <a:gd name="connsiteX735" fmla="*/ 981963 w 1531140"/>
                <a:gd name="connsiteY735" fmla="*/ 60656 h 1254092"/>
                <a:gd name="connsiteX736" fmla="*/ 985242 w 1531140"/>
                <a:gd name="connsiteY736" fmla="*/ 59016 h 1254092"/>
                <a:gd name="connsiteX737" fmla="*/ 981963 w 1531140"/>
                <a:gd name="connsiteY737" fmla="*/ 55738 h 1254092"/>
                <a:gd name="connsiteX738" fmla="*/ 986881 w 1531140"/>
                <a:gd name="connsiteY738" fmla="*/ 54098 h 1254092"/>
                <a:gd name="connsiteX739" fmla="*/ 990160 w 1531140"/>
                <a:gd name="connsiteY739" fmla="*/ 52459 h 1254092"/>
                <a:gd name="connsiteX740" fmla="*/ 993439 w 1531140"/>
                <a:gd name="connsiteY740" fmla="*/ 49180 h 1254092"/>
                <a:gd name="connsiteX741" fmla="*/ 995078 w 1531140"/>
                <a:gd name="connsiteY741" fmla="*/ 45902 h 1254092"/>
                <a:gd name="connsiteX742" fmla="*/ 996717 w 1531140"/>
                <a:gd name="connsiteY742" fmla="*/ 49180 h 1254092"/>
                <a:gd name="connsiteX743" fmla="*/ 991799 w 1531140"/>
                <a:gd name="connsiteY743" fmla="*/ 54098 h 1254092"/>
                <a:gd name="connsiteX744" fmla="*/ 988520 w 1531140"/>
                <a:gd name="connsiteY744" fmla="*/ 55738 h 1254092"/>
                <a:gd name="connsiteX745" fmla="*/ 991799 w 1531140"/>
                <a:gd name="connsiteY745" fmla="*/ 55738 h 1254092"/>
                <a:gd name="connsiteX746" fmla="*/ 988520 w 1531140"/>
                <a:gd name="connsiteY746" fmla="*/ 59016 h 1254092"/>
                <a:gd name="connsiteX747" fmla="*/ 985242 w 1531140"/>
                <a:gd name="connsiteY747" fmla="*/ 62295 h 1254092"/>
                <a:gd name="connsiteX748" fmla="*/ 985242 w 1531140"/>
                <a:gd name="connsiteY748" fmla="*/ 67213 h 1254092"/>
                <a:gd name="connsiteX749" fmla="*/ 986881 w 1531140"/>
                <a:gd name="connsiteY749" fmla="*/ 70492 h 1254092"/>
                <a:gd name="connsiteX750" fmla="*/ 988520 w 1531140"/>
                <a:gd name="connsiteY750" fmla="*/ 67213 h 1254092"/>
                <a:gd name="connsiteX751" fmla="*/ 993439 w 1531140"/>
                <a:gd name="connsiteY751" fmla="*/ 63935 h 1254092"/>
                <a:gd name="connsiteX752" fmla="*/ 996717 w 1531140"/>
                <a:gd name="connsiteY752" fmla="*/ 62295 h 1254092"/>
                <a:gd name="connsiteX753" fmla="*/ 995078 w 1531140"/>
                <a:gd name="connsiteY753" fmla="*/ 65573 h 1254092"/>
                <a:gd name="connsiteX754" fmla="*/ 998357 w 1531140"/>
                <a:gd name="connsiteY754" fmla="*/ 67213 h 1254092"/>
                <a:gd name="connsiteX755" fmla="*/ 998357 w 1531140"/>
                <a:gd name="connsiteY755" fmla="*/ 70492 h 1254092"/>
                <a:gd name="connsiteX756" fmla="*/ 996717 w 1531140"/>
                <a:gd name="connsiteY756" fmla="*/ 73770 h 1254092"/>
                <a:gd name="connsiteX757" fmla="*/ 999995 w 1531140"/>
                <a:gd name="connsiteY757" fmla="*/ 77049 h 1254092"/>
                <a:gd name="connsiteX758" fmla="*/ 1003274 w 1531140"/>
                <a:gd name="connsiteY758" fmla="*/ 77049 h 1254092"/>
                <a:gd name="connsiteX759" fmla="*/ 1008192 w 1531140"/>
                <a:gd name="connsiteY759" fmla="*/ 75410 h 1254092"/>
                <a:gd name="connsiteX760" fmla="*/ 1009832 w 1531140"/>
                <a:gd name="connsiteY760" fmla="*/ 70492 h 1254092"/>
                <a:gd name="connsiteX761" fmla="*/ 1011471 w 1531140"/>
                <a:gd name="connsiteY761" fmla="*/ 67213 h 1254092"/>
                <a:gd name="connsiteX762" fmla="*/ 1008192 w 1531140"/>
                <a:gd name="connsiteY762" fmla="*/ 65573 h 1254092"/>
                <a:gd name="connsiteX763" fmla="*/ 1006553 w 1531140"/>
                <a:gd name="connsiteY763" fmla="*/ 62295 h 1254092"/>
                <a:gd name="connsiteX764" fmla="*/ 1009832 w 1531140"/>
                <a:gd name="connsiteY764" fmla="*/ 59016 h 1254092"/>
                <a:gd name="connsiteX765" fmla="*/ 1013110 w 1531140"/>
                <a:gd name="connsiteY765" fmla="*/ 55738 h 1254092"/>
                <a:gd name="connsiteX766" fmla="*/ 1018029 w 1531140"/>
                <a:gd name="connsiteY766" fmla="*/ 54098 h 1254092"/>
                <a:gd name="connsiteX767" fmla="*/ 1021307 w 1531140"/>
                <a:gd name="connsiteY767" fmla="*/ 52459 h 1254092"/>
                <a:gd name="connsiteX768" fmla="*/ 1018029 w 1531140"/>
                <a:gd name="connsiteY768" fmla="*/ 55738 h 1254092"/>
                <a:gd name="connsiteX769" fmla="*/ 1019668 w 1531140"/>
                <a:gd name="connsiteY769" fmla="*/ 59016 h 1254092"/>
                <a:gd name="connsiteX770" fmla="*/ 1019668 w 1531140"/>
                <a:gd name="connsiteY770" fmla="*/ 62295 h 1254092"/>
                <a:gd name="connsiteX771" fmla="*/ 1021307 w 1531140"/>
                <a:gd name="connsiteY771" fmla="*/ 65573 h 1254092"/>
                <a:gd name="connsiteX772" fmla="*/ 1024585 w 1531140"/>
                <a:gd name="connsiteY772" fmla="*/ 68852 h 1254092"/>
                <a:gd name="connsiteX773" fmla="*/ 1024585 w 1531140"/>
                <a:gd name="connsiteY773" fmla="*/ 65573 h 1254092"/>
                <a:gd name="connsiteX774" fmla="*/ 1027864 w 1531140"/>
                <a:gd name="connsiteY774" fmla="*/ 65573 h 1254092"/>
                <a:gd name="connsiteX775" fmla="*/ 1031143 w 1531140"/>
                <a:gd name="connsiteY775" fmla="*/ 67213 h 1254092"/>
                <a:gd name="connsiteX776" fmla="*/ 1032782 w 1531140"/>
                <a:gd name="connsiteY776" fmla="*/ 72131 h 1254092"/>
                <a:gd name="connsiteX777" fmla="*/ 1029503 w 1531140"/>
                <a:gd name="connsiteY777" fmla="*/ 75410 h 1254092"/>
                <a:gd name="connsiteX778" fmla="*/ 1026225 w 1531140"/>
                <a:gd name="connsiteY778" fmla="*/ 78688 h 1254092"/>
                <a:gd name="connsiteX779" fmla="*/ 1022947 w 1531140"/>
                <a:gd name="connsiteY779" fmla="*/ 83606 h 1254092"/>
                <a:gd name="connsiteX780" fmla="*/ 1021307 w 1531140"/>
                <a:gd name="connsiteY780" fmla="*/ 86885 h 1254092"/>
                <a:gd name="connsiteX781" fmla="*/ 1018029 w 1531140"/>
                <a:gd name="connsiteY781" fmla="*/ 90164 h 1254092"/>
                <a:gd name="connsiteX782" fmla="*/ 1014750 w 1531140"/>
                <a:gd name="connsiteY782" fmla="*/ 93442 h 1254092"/>
                <a:gd name="connsiteX783" fmla="*/ 1013110 w 1531140"/>
                <a:gd name="connsiteY783" fmla="*/ 93442 h 1254092"/>
                <a:gd name="connsiteX784" fmla="*/ 1016389 w 1531140"/>
                <a:gd name="connsiteY784" fmla="*/ 96721 h 1254092"/>
                <a:gd name="connsiteX785" fmla="*/ 1018029 w 1531140"/>
                <a:gd name="connsiteY785" fmla="*/ 101639 h 1254092"/>
                <a:gd name="connsiteX786" fmla="*/ 1013110 w 1531140"/>
                <a:gd name="connsiteY786" fmla="*/ 98360 h 1254092"/>
                <a:gd name="connsiteX787" fmla="*/ 1013110 w 1531140"/>
                <a:gd name="connsiteY787" fmla="*/ 103279 h 1254092"/>
                <a:gd name="connsiteX788" fmla="*/ 1013110 w 1531140"/>
                <a:gd name="connsiteY788" fmla="*/ 106557 h 1254092"/>
                <a:gd name="connsiteX789" fmla="*/ 1009832 w 1531140"/>
                <a:gd name="connsiteY789" fmla="*/ 109836 h 1254092"/>
                <a:gd name="connsiteX790" fmla="*/ 1006553 w 1531140"/>
                <a:gd name="connsiteY790" fmla="*/ 113115 h 1254092"/>
                <a:gd name="connsiteX791" fmla="*/ 1006553 w 1531140"/>
                <a:gd name="connsiteY791" fmla="*/ 108196 h 1254092"/>
                <a:gd name="connsiteX792" fmla="*/ 1006553 w 1531140"/>
                <a:gd name="connsiteY792" fmla="*/ 104918 h 1254092"/>
                <a:gd name="connsiteX793" fmla="*/ 1003274 w 1531140"/>
                <a:gd name="connsiteY793" fmla="*/ 108196 h 1254092"/>
                <a:gd name="connsiteX794" fmla="*/ 999995 w 1531140"/>
                <a:gd name="connsiteY794" fmla="*/ 111475 h 1254092"/>
                <a:gd name="connsiteX795" fmla="*/ 998357 w 1531140"/>
                <a:gd name="connsiteY795" fmla="*/ 108196 h 1254092"/>
                <a:gd name="connsiteX796" fmla="*/ 995078 w 1531140"/>
                <a:gd name="connsiteY796" fmla="*/ 111475 h 1254092"/>
                <a:gd name="connsiteX797" fmla="*/ 993439 w 1531140"/>
                <a:gd name="connsiteY797" fmla="*/ 114754 h 1254092"/>
                <a:gd name="connsiteX798" fmla="*/ 991799 w 1531140"/>
                <a:gd name="connsiteY798" fmla="*/ 111475 h 1254092"/>
                <a:gd name="connsiteX799" fmla="*/ 988520 w 1531140"/>
                <a:gd name="connsiteY799" fmla="*/ 113115 h 1254092"/>
                <a:gd name="connsiteX800" fmla="*/ 986881 w 1531140"/>
                <a:gd name="connsiteY800" fmla="*/ 116393 h 1254092"/>
                <a:gd name="connsiteX801" fmla="*/ 988520 w 1531140"/>
                <a:gd name="connsiteY801" fmla="*/ 121311 h 1254092"/>
                <a:gd name="connsiteX802" fmla="*/ 985242 w 1531140"/>
                <a:gd name="connsiteY802" fmla="*/ 119672 h 1254092"/>
                <a:gd name="connsiteX803" fmla="*/ 985242 w 1531140"/>
                <a:gd name="connsiteY803" fmla="*/ 124590 h 1254092"/>
                <a:gd name="connsiteX804" fmla="*/ 983602 w 1531140"/>
                <a:gd name="connsiteY804" fmla="*/ 127869 h 1254092"/>
                <a:gd name="connsiteX805" fmla="*/ 985242 w 1531140"/>
                <a:gd name="connsiteY805" fmla="*/ 131147 h 1254092"/>
                <a:gd name="connsiteX806" fmla="*/ 988520 w 1531140"/>
                <a:gd name="connsiteY806" fmla="*/ 132786 h 1254092"/>
                <a:gd name="connsiteX807" fmla="*/ 991799 w 1531140"/>
                <a:gd name="connsiteY807" fmla="*/ 129508 h 1254092"/>
                <a:gd name="connsiteX808" fmla="*/ 990160 w 1531140"/>
                <a:gd name="connsiteY808" fmla="*/ 132786 h 1254092"/>
                <a:gd name="connsiteX809" fmla="*/ 988520 w 1531140"/>
                <a:gd name="connsiteY809" fmla="*/ 137705 h 1254092"/>
                <a:gd name="connsiteX810" fmla="*/ 986881 w 1531140"/>
                <a:gd name="connsiteY810" fmla="*/ 140983 h 1254092"/>
                <a:gd name="connsiteX811" fmla="*/ 983602 w 1531140"/>
                <a:gd name="connsiteY811" fmla="*/ 144262 h 1254092"/>
                <a:gd name="connsiteX812" fmla="*/ 983602 w 1531140"/>
                <a:gd name="connsiteY812" fmla="*/ 149180 h 1254092"/>
                <a:gd name="connsiteX813" fmla="*/ 981963 w 1531140"/>
                <a:gd name="connsiteY813" fmla="*/ 152459 h 1254092"/>
                <a:gd name="connsiteX814" fmla="*/ 978684 w 1531140"/>
                <a:gd name="connsiteY814" fmla="*/ 155737 h 1254092"/>
                <a:gd name="connsiteX815" fmla="*/ 975405 w 1531140"/>
                <a:gd name="connsiteY815" fmla="*/ 159016 h 1254092"/>
                <a:gd name="connsiteX816" fmla="*/ 972127 w 1531140"/>
                <a:gd name="connsiteY816" fmla="*/ 162295 h 1254092"/>
                <a:gd name="connsiteX817" fmla="*/ 968849 w 1531140"/>
                <a:gd name="connsiteY817" fmla="*/ 165573 h 1254092"/>
                <a:gd name="connsiteX818" fmla="*/ 965570 w 1531140"/>
                <a:gd name="connsiteY818" fmla="*/ 170491 h 1254092"/>
                <a:gd name="connsiteX819" fmla="*/ 965570 w 1531140"/>
                <a:gd name="connsiteY819" fmla="*/ 173770 h 1254092"/>
                <a:gd name="connsiteX820" fmla="*/ 962291 w 1531140"/>
                <a:gd name="connsiteY820" fmla="*/ 177049 h 1254092"/>
                <a:gd name="connsiteX821" fmla="*/ 959012 w 1531140"/>
                <a:gd name="connsiteY821" fmla="*/ 177049 h 1254092"/>
                <a:gd name="connsiteX822" fmla="*/ 959012 w 1531140"/>
                <a:gd name="connsiteY822" fmla="*/ 177049 h 1254092"/>
                <a:gd name="connsiteX823" fmla="*/ 959012 w 1531140"/>
                <a:gd name="connsiteY823" fmla="*/ 180327 h 1254092"/>
                <a:gd name="connsiteX824" fmla="*/ 960652 w 1531140"/>
                <a:gd name="connsiteY824" fmla="*/ 185245 h 1254092"/>
                <a:gd name="connsiteX825" fmla="*/ 962291 w 1531140"/>
                <a:gd name="connsiteY825" fmla="*/ 188524 h 1254092"/>
                <a:gd name="connsiteX826" fmla="*/ 965570 w 1531140"/>
                <a:gd name="connsiteY826" fmla="*/ 191803 h 1254092"/>
                <a:gd name="connsiteX827" fmla="*/ 970488 w 1531140"/>
                <a:gd name="connsiteY827" fmla="*/ 193442 h 1254092"/>
                <a:gd name="connsiteX828" fmla="*/ 973766 w 1531140"/>
                <a:gd name="connsiteY828" fmla="*/ 196720 h 1254092"/>
                <a:gd name="connsiteX829" fmla="*/ 977045 w 1531140"/>
                <a:gd name="connsiteY829" fmla="*/ 199999 h 1254092"/>
                <a:gd name="connsiteX830" fmla="*/ 980323 w 1531140"/>
                <a:gd name="connsiteY830" fmla="*/ 203278 h 1254092"/>
                <a:gd name="connsiteX831" fmla="*/ 985242 w 1531140"/>
                <a:gd name="connsiteY831" fmla="*/ 204917 h 1254092"/>
                <a:gd name="connsiteX832" fmla="*/ 988520 w 1531140"/>
                <a:gd name="connsiteY832" fmla="*/ 209835 h 1254092"/>
                <a:gd name="connsiteX833" fmla="*/ 988520 w 1531140"/>
                <a:gd name="connsiteY833" fmla="*/ 213114 h 1254092"/>
                <a:gd name="connsiteX834" fmla="*/ 991799 w 1531140"/>
                <a:gd name="connsiteY834" fmla="*/ 216393 h 1254092"/>
                <a:gd name="connsiteX835" fmla="*/ 995078 w 1531140"/>
                <a:gd name="connsiteY835" fmla="*/ 219672 h 1254092"/>
                <a:gd name="connsiteX836" fmla="*/ 998357 w 1531140"/>
                <a:gd name="connsiteY836" fmla="*/ 219672 h 1254092"/>
                <a:gd name="connsiteX837" fmla="*/ 999995 w 1531140"/>
                <a:gd name="connsiteY837" fmla="*/ 222950 h 1254092"/>
                <a:gd name="connsiteX838" fmla="*/ 1001635 w 1531140"/>
                <a:gd name="connsiteY838" fmla="*/ 226229 h 1254092"/>
                <a:gd name="connsiteX839" fmla="*/ 1001635 w 1531140"/>
                <a:gd name="connsiteY839" fmla="*/ 229507 h 1254092"/>
                <a:gd name="connsiteX840" fmla="*/ 1004913 w 1531140"/>
                <a:gd name="connsiteY840" fmla="*/ 229507 h 1254092"/>
                <a:gd name="connsiteX841" fmla="*/ 1009832 w 1531140"/>
                <a:gd name="connsiteY841" fmla="*/ 231147 h 1254092"/>
                <a:gd name="connsiteX842" fmla="*/ 1013110 w 1531140"/>
                <a:gd name="connsiteY842" fmla="*/ 227868 h 1254092"/>
                <a:gd name="connsiteX843" fmla="*/ 1016389 w 1531140"/>
                <a:gd name="connsiteY843" fmla="*/ 231147 h 1254092"/>
                <a:gd name="connsiteX844" fmla="*/ 1019668 w 1531140"/>
                <a:gd name="connsiteY844" fmla="*/ 232786 h 1254092"/>
                <a:gd name="connsiteX845" fmla="*/ 1019668 w 1531140"/>
                <a:gd name="connsiteY845" fmla="*/ 232786 h 1254092"/>
                <a:gd name="connsiteX846" fmla="*/ 1024585 w 1531140"/>
                <a:gd name="connsiteY846" fmla="*/ 237704 h 1254092"/>
                <a:gd name="connsiteX847" fmla="*/ 1027864 w 1531140"/>
                <a:gd name="connsiteY847" fmla="*/ 239343 h 1254092"/>
                <a:gd name="connsiteX848" fmla="*/ 1031143 w 1531140"/>
                <a:gd name="connsiteY848" fmla="*/ 240983 h 1254092"/>
                <a:gd name="connsiteX849" fmla="*/ 1036061 w 1531140"/>
                <a:gd name="connsiteY849" fmla="*/ 242622 h 1254092"/>
                <a:gd name="connsiteX850" fmla="*/ 1039340 w 1531140"/>
                <a:gd name="connsiteY850" fmla="*/ 245901 h 1254092"/>
                <a:gd name="connsiteX851" fmla="*/ 1040979 w 1531140"/>
                <a:gd name="connsiteY851" fmla="*/ 249179 h 1254092"/>
                <a:gd name="connsiteX852" fmla="*/ 1042619 w 1531140"/>
                <a:gd name="connsiteY852" fmla="*/ 252458 h 1254092"/>
                <a:gd name="connsiteX853" fmla="*/ 1045897 w 1531140"/>
                <a:gd name="connsiteY853" fmla="*/ 257376 h 1254092"/>
                <a:gd name="connsiteX854" fmla="*/ 1047537 w 1531140"/>
                <a:gd name="connsiteY854" fmla="*/ 257376 h 1254092"/>
                <a:gd name="connsiteX855" fmla="*/ 1049176 w 1531140"/>
                <a:gd name="connsiteY855" fmla="*/ 262294 h 1254092"/>
                <a:gd name="connsiteX856" fmla="*/ 1054093 w 1531140"/>
                <a:gd name="connsiteY856" fmla="*/ 263933 h 1254092"/>
                <a:gd name="connsiteX857" fmla="*/ 1057372 w 1531140"/>
                <a:gd name="connsiteY857" fmla="*/ 267212 h 1254092"/>
                <a:gd name="connsiteX858" fmla="*/ 1060651 w 1531140"/>
                <a:gd name="connsiteY858" fmla="*/ 267212 h 1254092"/>
                <a:gd name="connsiteX859" fmla="*/ 1065569 w 1531140"/>
                <a:gd name="connsiteY859" fmla="*/ 267212 h 1254092"/>
                <a:gd name="connsiteX860" fmla="*/ 1068848 w 1531140"/>
                <a:gd name="connsiteY860" fmla="*/ 267212 h 1254092"/>
                <a:gd name="connsiteX861" fmla="*/ 1072127 w 1531140"/>
                <a:gd name="connsiteY861" fmla="*/ 270491 h 1254092"/>
                <a:gd name="connsiteX862" fmla="*/ 1077044 w 1531140"/>
                <a:gd name="connsiteY862" fmla="*/ 272130 h 1254092"/>
                <a:gd name="connsiteX863" fmla="*/ 1080323 w 1531140"/>
                <a:gd name="connsiteY863" fmla="*/ 272130 h 1254092"/>
                <a:gd name="connsiteX864" fmla="*/ 1085241 w 1531140"/>
                <a:gd name="connsiteY864" fmla="*/ 275409 h 1254092"/>
                <a:gd name="connsiteX865" fmla="*/ 1086880 w 1531140"/>
                <a:gd name="connsiteY865" fmla="*/ 280327 h 1254092"/>
                <a:gd name="connsiteX866" fmla="*/ 1086880 w 1531140"/>
                <a:gd name="connsiteY866" fmla="*/ 283606 h 1254092"/>
                <a:gd name="connsiteX867" fmla="*/ 1086880 w 1531140"/>
                <a:gd name="connsiteY867" fmla="*/ 288523 h 1254092"/>
                <a:gd name="connsiteX868" fmla="*/ 1088520 w 1531140"/>
                <a:gd name="connsiteY868" fmla="*/ 291802 h 1254092"/>
                <a:gd name="connsiteX869" fmla="*/ 1090159 w 1531140"/>
                <a:gd name="connsiteY869" fmla="*/ 293442 h 1254092"/>
                <a:gd name="connsiteX870" fmla="*/ 1095077 w 1531140"/>
                <a:gd name="connsiteY870" fmla="*/ 293442 h 1254092"/>
                <a:gd name="connsiteX871" fmla="*/ 1098356 w 1531140"/>
                <a:gd name="connsiteY871" fmla="*/ 296720 h 1254092"/>
                <a:gd name="connsiteX872" fmla="*/ 1101635 w 1531140"/>
                <a:gd name="connsiteY872" fmla="*/ 299999 h 1254092"/>
                <a:gd name="connsiteX873" fmla="*/ 1104913 w 1531140"/>
                <a:gd name="connsiteY873" fmla="*/ 301638 h 1254092"/>
                <a:gd name="connsiteX874" fmla="*/ 1106552 w 1531140"/>
                <a:gd name="connsiteY874" fmla="*/ 303277 h 1254092"/>
                <a:gd name="connsiteX875" fmla="*/ 1109831 w 1531140"/>
                <a:gd name="connsiteY875" fmla="*/ 304917 h 1254092"/>
                <a:gd name="connsiteX876" fmla="*/ 1113110 w 1531140"/>
                <a:gd name="connsiteY876" fmla="*/ 308196 h 1254092"/>
                <a:gd name="connsiteX877" fmla="*/ 1114749 w 1531140"/>
                <a:gd name="connsiteY877" fmla="*/ 308196 h 1254092"/>
                <a:gd name="connsiteX878" fmla="*/ 1118028 w 1531140"/>
                <a:gd name="connsiteY878" fmla="*/ 309835 h 1254092"/>
                <a:gd name="connsiteX879" fmla="*/ 1121307 w 1531140"/>
                <a:gd name="connsiteY879" fmla="*/ 308196 h 1254092"/>
                <a:gd name="connsiteX880" fmla="*/ 1126225 w 1531140"/>
                <a:gd name="connsiteY880" fmla="*/ 308196 h 1254092"/>
                <a:gd name="connsiteX881" fmla="*/ 1129503 w 1531140"/>
                <a:gd name="connsiteY881" fmla="*/ 306556 h 1254092"/>
                <a:gd name="connsiteX882" fmla="*/ 1132782 w 1531140"/>
                <a:gd name="connsiteY882" fmla="*/ 304917 h 1254092"/>
                <a:gd name="connsiteX883" fmla="*/ 1136060 w 1531140"/>
                <a:gd name="connsiteY883" fmla="*/ 303277 h 1254092"/>
                <a:gd name="connsiteX884" fmla="*/ 1140979 w 1531140"/>
                <a:gd name="connsiteY884" fmla="*/ 301638 h 1254092"/>
                <a:gd name="connsiteX885" fmla="*/ 1144257 w 1531140"/>
                <a:gd name="connsiteY885" fmla="*/ 299999 h 1254092"/>
                <a:gd name="connsiteX886" fmla="*/ 1147536 w 1531140"/>
                <a:gd name="connsiteY886" fmla="*/ 296720 h 1254092"/>
                <a:gd name="connsiteX887" fmla="*/ 1150815 w 1531140"/>
                <a:gd name="connsiteY887" fmla="*/ 293442 h 1254092"/>
                <a:gd name="connsiteX888" fmla="*/ 1152454 w 1531140"/>
                <a:gd name="connsiteY888" fmla="*/ 290163 h 1254092"/>
                <a:gd name="connsiteX889" fmla="*/ 1152454 w 1531140"/>
                <a:gd name="connsiteY889" fmla="*/ 286884 h 1254092"/>
                <a:gd name="connsiteX890" fmla="*/ 1155732 w 1531140"/>
                <a:gd name="connsiteY890" fmla="*/ 281966 h 1254092"/>
                <a:gd name="connsiteX891" fmla="*/ 1155732 w 1531140"/>
                <a:gd name="connsiteY891" fmla="*/ 278687 h 1254092"/>
                <a:gd name="connsiteX892" fmla="*/ 1159011 w 1531140"/>
                <a:gd name="connsiteY892" fmla="*/ 275409 h 1254092"/>
                <a:gd name="connsiteX893" fmla="*/ 1160650 w 1531140"/>
                <a:gd name="connsiteY893" fmla="*/ 270491 h 1254092"/>
                <a:gd name="connsiteX894" fmla="*/ 1163929 w 1531140"/>
                <a:gd name="connsiteY894" fmla="*/ 267212 h 1254092"/>
                <a:gd name="connsiteX895" fmla="*/ 1167208 w 1531140"/>
                <a:gd name="connsiteY895" fmla="*/ 263933 h 1254092"/>
                <a:gd name="connsiteX896" fmla="*/ 1168847 w 1531140"/>
                <a:gd name="connsiteY896" fmla="*/ 263933 h 1254092"/>
                <a:gd name="connsiteX897" fmla="*/ 1170487 w 1531140"/>
                <a:gd name="connsiteY897" fmla="*/ 260655 h 1254092"/>
                <a:gd name="connsiteX898" fmla="*/ 1172126 w 1531140"/>
                <a:gd name="connsiteY898" fmla="*/ 255737 h 1254092"/>
                <a:gd name="connsiteX899" fmla="*/ 1173766 w 1531140"/>
                <a:gd name="connsiteY899" fmla="*/ 252458 h 1254092"/>
                <a:gd name="connsiteX900" fmla="*/ 1175405 w 1531140"/>
                <a:gd name="connsiteY900" fmla="*/ 249179 h 1254092"/>
                <a:gd name="connsiteX901" fmla="*/ 1177044 w 1531140"/>
                <a:gd name="connsiteY901" fmla="*/ 244262 h 1254092"/>
                <a:gd name="connsiteX902" fmla="*/ 1178684 w 1531140"/>
                <a:gd name="connsiteY902" fmla="*/ 240983 h 1254092"/>
                <a:gd name="connsiteX903" fmla="*/ 1180323 w 1531140"/>
                <a:gd name="connsiteY903" fmla="*/ 237704 h 1254092"/>
                <a:gd name="connsiteX904" fmla="*/ 1180323 w 1531140"/>
                <a:gd name="connsiteY904" fmla="*/ 236065 h 1254092"/>
                <a:gd name="connsiteX905" fmla="*/ 1180323 w 1531140"/>
                <a:gd name="connsiteY905" fmla="*/ 232786 h 1254092"/>
                <a:gd name="connsiteX906" fmla="*/ 1181962 w 1531140"/>
                <a:gd name="connsiteY906" fmla="*/ 227868 h 1254092"/>
                <a:gd name="connsiteX907" fmla="*/ 1181962 w 1531140"/>
                <a:gd name="connsiteY907" fmla="*/ 224589 h 1254092"/>
                <a:gd name="connsiteX908" fmla="*/ 1183601 w 1531140"/>
                <a:gd name="connsiteY908" fmla="*/ 221310 h 1254092"/>
                <a:gd name="connsiteX909" fmla="*/ 1185240 w 1531140"/>
                <a:gd name="connsiteY909" fmla="*/ 218032 h 1254092"/>
                <a:gd name="connsiteX910" fmla="*/ 1185240 w 1531140"/>
                <a:gd name="connsiteY910" fmla="*/ 213114 h 1254092"/>
                <a:gd name="connsiteX911" fmla="*/ 1186880 w 1531140"/>
                <a:gd name="connsiteY911" fmla="*/ 209835 h 1254092"/>
                <a:gd name="connsiteX912" fmla="*/ 1190159 w 1531140"/>
                <a:gd name="connsiteY912" fmla="*/ 206557 h 1254092"/>
                <a:gd name="connsiteX913" fmla="*/ 1191798 w 1531140"/>
                <a:gd name="connsiteY913" fmla="*/ 201639 h 1254092"/>
                <a:gd name="connsiteX914" fmla="*/ 1193437 w 1531140"/>
                <a:gd name="connsiteY914" fmla="*/ 198360 h 1254092"/>
                <a:gd name="connsiteX915" fmla="*/ 1193437 w 1531140"/>
                <a:gd name="connsiteY915" fmla="*/ 198360 h 1254092"/>
                <a:gd name="connsiteX916" fmla="*/ 1195077 w 1531140"/>
                <a:gd name="connsiteY916" fmla="*/ 195081 h 1254092"/>
                <a:gd name="connsiteX917" fmla="*/ 1196716 w 1531140"/>
                <a:gd name="connsiteY917" fmla="*/ 190163 h 1254092"/>
                <a:gd name="connsiteX918" fmla="*/ 1196716 w 1531140"/>
                <a:gd name="connsiteY918" fmla="*/ 186885 h 1254092"/>
                <a:gd name="connsiteX919" fmla="*/ 1196716 w 1531140"/>
                <a:gd name="connsiteY919" fmla="*/ 183606 h 1254092"/>
                <a:gd name="connsiteX920" fmla="*/ 1195077 w 1531140"/>
                <a:gd name="connsiteY920" fmla="*/ 178688 h 1254092"/>
                <a:gd name="connsiteX921" fmla="*/ 1195077 w 1531140"/>
                <a:gd name="connsiteY921" fmla="*/ 175409 h 1254092"/>
                <a:gd name="connsiteX922" fmla="*/ 1195077 w 1531140"/>
                <a:gd name="connsiteY922" fmla="*/ 172130 h 1254092"/>
                <a:gd name="connsiteX923" fmla="*/ 1195077 w 1531140"/>
                <a:gd name="connsiteY923" fmla="*/ 168852 h 1254092"/>
                <a:gd name="connsiteX924" fmla="*/ 1196716 w 1531140"/>
                <a:gd name="connsiteY924" fmla="*/ 163934 h 1254092"/>
                <a:gd name="connsiteX925" fmla="*/ 1196716 w 1531140"/>
                <a:gd name="connsiteY925" fmla="*/ 160655 h 1254092"/>
                <a:gd name="connsiteX926" fmla="*/ 1199995 w 1531140"/>
                <a:gd name="connsiteY926" fmla="*/ 157376 h 1254092"/>
                <a:gd name="connsiteX927" fmla="*/ 1199995 w 1531140"/>
                <a:gd name="connsiteY927" fmla="*/ 152459 h 1254092"/>
                <a:gd name="connsiteX928" fmla="*/ 1199995 w 1531140"/>
                <a:gd name="connsiteY928" fmla="*/ 149180 h 1254092"/>
                <a:gd name="connsiteX929" fmla="*/ 1198356 w 1531140"/>
                <a:gd name="connsiteY929" fmla="*/ 145901 h 1254092"/>
                <a:gd name="connsiteX930" fmla="*/ 1196716 w 1531140"/>
                <a:gd name="connsiteY930" fmla="*/ 140983 h 1254092"/>
                <a:gd name="connsiteX931" fmla="*/ 1196716 w 1531140"/>
                <a:gd name="connsiteY931" fmla="*/ 137705 h 1254092"/>
                <a:gd name="connsiteX932" fmla="*/ 1198356 w 1531140"/>
                <a:gd name="connsiteY932" fmla="*/ 134426 h 1254092"/>
                <a:gd name="connsiteX933" fmla="*/ 1199995 w 1531140"/>
                <a:gd name="connsiteY933" fmla="*/ 129508 h 1254092"/>
                <a:gd name="connsiteX934" fmla="*/ 1201634 w 1531140"/>
                <a:gd name="connsiteY934" fmla="*/ 126229 h 1254092"/>
                <a:gd name="connsiteX935" fmla="*/ 1203274 w 1531140"/>
                <a:gd name="connsiteY935" fmla="*/ 122950 h 1254092"/>
                <a:gd name="connsiteX936" fmla="*/ 1206552 w 1531140"/>
                <a:gd name="connsiteY936" fmla="*/ 118032 h 1254092"/>
                <a:gd name="connsiteX937" fmla="*/ 1206552 w 1531140"/>
                <a:gd name="connsiteY937" fmla="*/ 116393 h 1254092"/>
                <a:gd name="connsiteX938" fmla="*/ 1208191 w 1531140"/>
                <a:gd name="connsiteY938" fmla="*/ 116393 h 1254092"/>
                <a:gd name="connsiteX939" fmla="*/ 1209830 w 1531140"/>
                <a:gd name="connsiteY939" fmla="*/ 111475 h 1254092"/>
                <a:gd name="connsiteX940" fmla="*/ 1208191 w 1531140"/>
                <a:gd name="connsiteY940" fmla="*/ 108196 h 1254092"/>
                <a:gd name="connsiteX941" fmla="*/ 1208191 w 1531140"/>
                <a:gd name="connsiteY941" fmla="*/ 104918 h 1254092"/>
                <a:gd name="connsiteX942" fmla="*/ 1208191 w 1531140"/>
                <a:gd name="connsiteY942" fmla="*/ 101639 h 1254092"/>
                <a:gd name="connsiteX943" fmla="*/ 1208191 w 1531140"/>
                <a:gd name="connsiteY943" fmla="*/ 96721 h 1254092"/>
                <a:gd name="connsiteX944" fmla="*/ 1213109 w 1531140"/>
                <a:gd name="connsiteY944" fmla="*/ 95082 h 1254092"/>
                <a:gd name="connsiteX945" fmla="*/ 1214749 w 1531140"/>
                <a:gd name="connsiteY945" fmla="*/ 91803 h 1254092"/>
                <a:gd name="connsiteX946" fmla="*/ 1216388 w 1531140"/>
                <a:gd name="connsiteY946" fmla="*/ 86885 h 1254092"/>
                <a:gd name="connsiteX947" fmla="*/ 1219667 w 1531140"/>
                <a:gd name="connsiteY947" fmla="*/ 91803 h 1254092"/>
                <a:gd name="connsiteX948" fmla="*/ 1219667 w 1531140"/>
                <a:gd name="connsiteY948" fmla="*/ 95082 h 1254092"/>
                <a:gd name="connsiteX949" fmla="*/ 1221306 w 1531140"/>
                <a:gd name="connsiteY949" fmla="*/ 91803 h 1254092"/>
                <a:gd name="connsiteX950" fmla="*/ 1224585 w 1531140"/>
                <a:gd name="connsiteY950" fmla="*/ 88525 h 1254092"/>
                <a:gd name="connsiteX951" fmla="*/ 1221306 w 1531140"/>
                <a:gd name="connsiteY951" fmla="*/ 86885 h 1254092"/>
                <a:gd name="connsiteX952" fmla="*/ 1221306 w 1531140"/>
                <a:gd name="connsiteY952" fmla="*/ 83606 h 1254092"/>
                <a:gd name="connsiteX953" fmla="*/ 1216388 w 1531140"/>
                <a:gd name="connsiteY953" fmla="*/ 81967 h 1254092"/>
                <a:gd name="connsiteX954" fmla="*/ 1214749 w 1531140"/>
                <a:gd name="connsiteY954" fmla="*/ 78688 h 1254092"/>
                <a:gd name="connsiteX955" fmla="*/ 1211470 w 1531140"/>
                <a:gd name="connsiteY955" fmla="*/ 81967 h 1254092"/>
                <a:gd name="connsiteX956" fmla="*/ 1209830 w 1531140"/>
                <a:gd name="connsiteY956" fmla="*/ 78688 h 1254092"/>
                <a:gd name="connsiteX957" fmla="*/ 1213109 w 1531140"/>
                <a:gd name="connsiteY957" fmla="*/ 75410 h 1254092"/>
                <a:gd name="connsiteX958" fmla="*/ 1214749 w 1531140"/>
                <a:gd name="connsiteY958" fmla="*/ 72131 h 1254092"/>
                <a:gd name="connsiteX959" fmla="*/ 1216388 w 1531140"/>
                <a:gd name="connsiteY959" fmla="*/ 67213 h 1254092"/>
                <a:gd name="connsiteX960" fmla="*/ 1219667 w 1531140"/>
                <a:gd name="connsiteY960" fmla="*/ 67213 h 1254092"/>
                <a:gd name="connsiteX961" fmla="*/ 1218027 w 1531140"/>
                <a:gd name="connsiteY961" fmla="*/ 63935 h 1254092"/>
                <a:gd name="connsiteX962" fmla="*/ 1219667 w 1531140"/>
                <a:gd name="connsiteY962" fmla="*/ 59016 h 1254092"/>
                <a:gd name="connsiteX963" fmla="*/ 1222946 w 1531140"/>
                <a:gd name="connsiteY963" fmla="*/ 55738 h 1254092"/>
                <a:gd name="connsiteX964" fmla="*/ 1224585 w 1531140"/>
                <a:gd name="connsiteY964" fmla="*/ 59016 h 1254092"/>
                <a:gd name="connsiteX965" fmla="*/ 1227864 w 1531140"/>
                <a:gd name="connsiteY965" fmla="*/ 59016 h 1254092"/>
                <a:gd name="connsiteX966" fmla="*/ 1227864 w 1531140"/>
                <a:gd name="connsiteY966" fmla="*/ 55738 h 1254092"/>
                <a:gd name="connsiteX967" fmla="*/ 1226224 w 1531140"/>
                <a:gd name="connsiteY967" fmla="*/ 52459 h 1254092"/>
                <a:gd name="connsiteX968" fmla="*/ 1227864 w 1531140"/>
                <a:gd name="connsiteY968" fmla="*/ 49180 h 1254092"/>
                <a:gd name="connsiteX969" fmla="*/ 1229503 w 1531140"/>
                <a:gd name="connsiteY969" fmla="*/ 44262 h 1254092"/>
                <a:gd name="connsiteX970" fmla="*/ 1231143 w 1531140"/>
                <a:gd name="connsiteY970" fmla="*/ 40983 h 1254092"/>
                <a:gd name="connsiteX971" fmla="*/ 1232781 w 1531140"/>
                <a:gd name="connsiteY971" fmla="*/ 37705 h 1254092"/>
                <a:gd name="connsiteX972" fmla="*/ 1234420 w 1531140"/>
                <a:gd name="connsiteY972" fmla="*/ 32787 h 1254092"/>
                <a:gd name="connsiteX973" fmla="*/ 1236060 w 1531140"/>
                <a:gd name="connsiteY973" fmla="*/ 29508 h 1254092"/>
                <a:gd name="connsiteX974" fmla="*/ 1237699 w 1531140"/>
                <a:gd name="connsiteY974" fmla="*/ 26229 h 1254092"/>
                <a:gd name="connsiteX975" fmla="*/ 1237699 w 1531140"/>
                <a:gd name="connsiteY975" fmla="*/ 21312 h 1254092"/>
                <a:gd name="connsiteX976" fmla="*/ 1239339 w 1531140"/>
                <a:gd name="connsiteY976" fmla="*/ 18033 h 1254092"/>
                <a:gd name="connsiteX977" fmla="*/ 1239339 w 1531140"/>
                <a:gd name="connsiteY977" fmla="*/ 14754 h 1254092"/>
                <a:gd name="connsiteX978" fmla="*/ 1239339 w 1531140"/>
                <a:gd name="connsiteY978" fmla="*/ 9836 h 1254092"/>
                <a:gd name="connsiteX979" fmla="*/ 1242617 w 1531140"/>
                <a:gd name="connsiteY979" fmla="*/ 9836 h 1254092"/>
                <a:gd name="connsiteX980" fmla="*/ 1245896 w 1531140"/>
                <a:gd name="connsiteY980" fmla="*/ 8197 h 1254092"/>
                <a:gd name="connsiteX981" fmla="*/ 1249175 w 1531140"/>
                <a:gd name="connsiteY981" fmla="*/ 4918 h 1254092"/>
                <a:gd name="connsiteX982" fmla="*/ 1250814 w 1531140"/>
                <a:gd name="connsiteY982" fmla="*/ 1639 h 1254092"/>
                <a:gd name="connsiteX983" fmla="*/ 1254093 w 1531140"/>
                <a:gd name="connsiteY983" fmla="*/ 0 h 1254092"/>
                <a:gd name="connsiteX984" fmla="*/ 1259010 w 1531140"/>
                <a:gd name="connsiteY984" fmla="*/ 1639 h 1254092"/>
                <a:gd name="connsiteX985" fmla="*/ 1255733 w 1531140"/>
                <a:gd name="connsiteY985" fmla="*/ 4918 h 1254092"/>
                <a:gd name="connsiteX986" fmla="*/ 1254093 w 1531140"/>
                <a:gd name="connsiteY986" fmla="*/ 9836 h 1254092"/>
                <a:gd name="connsiteX987" fmla="*/ 1257372 w 1531140"/>
                <a:gd name="connsiteY987" fmla="*/ 6558 h 1254092"/>
                <a:gd name="connsiteX988" fmla="*/ 1259010 w 1531140"/>
                <a:gd name="connsiteY988" fmla="*/ 11476 h 1254092"/>
                <a:gd name="connsiteX989" fmla="*/ 1262289 w 1531140"/>
                <a:gd name="connsiteY989" fmla="*/ 14754 h 1254092"/>
                <a:gd name="connsiteX990" fmla="*/ 1263929 w 1531140"/>
                <a:gd name="connsiteY990" fmla="*/ 18033 h 1254092"/>
                <a:gd name="connsiteX991" fmla="*/ 1262289 w 1531140"/>
                <a:gd name="connsiteY991" fmla="*/ 21312 h 1254092"/>
                <a:gd name="connsiteX992" fmla="*/ 1263929 w 1531140"/>
                <a:gd name="connsiteY992" fmla="*/ 26229 h 1254092"/>
                <a:gd name="connsiteX993" fmla="*/ 1265568 w 1531140"/>
                <a:gd name="connsiteY993" fmla="*/ 29508 h 1254092"/>
                <a:gd name="connsiteX994" fmla="*/ 1262289 w 1531140"/>
                <a:gd name="connsiteY994" fmla="*/ 32787 h 1254092"/>
                <a:gd name="connsiteX995" fmla="*/ 1262289 w 1531140"/>
                <a:gd name="connsiteY995" fmla="*/ 37705 h 1254092"/>
                <a:gd name="connsiteX996" fmla="*/ 1262289 w 1531140"/>
                <a:gd name="connsiteY996" fmla="*/ 40983 h 1254092"/>
                <a:gd name="connsiteX997" fmla="*/ 1262289 w 1531140"/>
                <a:gd name="connsiteY997" fmla="*/ 44262 h 1254092"/>
                <a:gd name="connsiteX998" fmla="*/ 1262289 w 1531140"/>
                <a:gd name="connsiteY998" fmla="*/ 49180 h 1254092"/>
                <a:gd name="connsiteX999" fmla="*/ 1265568 w 1531140"/>
                <a:gd name="connsiteY999" fmla="*/ 52459 h 1254092"/>
                <a:gd name="connsiteX1000" fmla="*/ 1268847 w 1531140"/>
                <a:gd name="connsiteY1000" fmla="*/ 54098 h 1254092"/>
                <a:gd name="connsiteX1001" fmla="*/ 1272126 w 1531140"/>
                <a:gd name="connsiteY1001" fmla="*/ 54098 h 1254092"/>
                <a:gd name="connsiteX1002" fmla="*/ 1277044 w 1531140"/>
                <a:gd name="connsiteY1002" fmla="*/ 55738 h 1254092"/>
                <a:gd name="connsiteX1003" fmla="*/ 1272126 w 1531140"/>
                <a:gd name="connsiteY1003" fmla="*/ 59016 h 1254092"/>
                <a:gd name="connsiteX1004" fmla="*/ 1270486 w 1531140"/>
                <a:gd name="connsiteY1004" fmla="*/ 62295 h 1254092"/>
                <a:gd name="connsiteX1005" fmla="*/ 1268847 w 1531140"/>
                <a:gd name="connsiteY1005" fmla="*/ 65573 h 1254092"/>
                <a:gd name="connsiteX1006" fmla="*/ 1267207 w 1531140"/>
                <a:gd name="connsiteY1006" fmla="*/ 70492 h 1254092"/>
                <a:gd name="connsiteX1007" fmla="*/ 1272126 w 1531140"/>
                <a:gd name="connsiteY1007" fmla="*/ 72131 h 1254092"/>
                <a:gd name="connsiteX1008" fmla="*/ 1275404 w 1531140"/>
                <a:gd name="connsiteY1008" fmla="*/ 75410 h 1254092"/>
                <a:gd name="connsiteX1009" fmla="*/ 1273765 w 1531140"/>
                <a:gd name="connsiteY1009" fmla="*/ 78688 h 1254092"/>
                <a:gd name="connsiteX1010" fmla="*/ 1278683 w 1531140"/>
                <a:gd name="connsiteY1010" fmla="*/ 81967 h 1254092"/>
                <a:gd name="connsiteX1011" fmla="*/ 1278683 w 1531140"/>
                <a:gd name="connsiteY1011" fmla="*/ 86885 h 1254092"/>
                <a:gd name="connsiteX1012" fmla="*/ 1277044 w 1531140"/>
                <a:gd name="connsiteY1012" fmla="*/ 90164 h 1254092"/>
                <a:gd name="connsiteX1013" fmla="*/ 1275404 w 1531140"/>
                <a:gd name="connsiteY1013" fmla="*/ 93442 h 1254092"/>
                <a:gd name="connsiteX1014" fmla="*/ 1280323 w 1531140"/>
                <a:gd name="connsiteY1014" fmla="*/ 93442 h 1254092"/>
                <a:gd name="connsiteX1015" fmla="*/ 1280323 w 1531140"/>
                <a:gd name="connsiteY1015" fmla="*/ 98360 h 1254092"/>
                <a:gd name="connsiteX1016" fmla="*/ 1280323 w 1531140"/>
                <a:gd name="connsiteY1016" fmla="*/ 101639 h 1254092"/>
                <a:gd name="connsiteX1017" fmla="*/ 1280323 w 1531140"/>
                <a:gd name="connsiteY1017" fmla="*/ 106557 h 1254092"/>
                <a:gd name="connsiteX1018" fmla="*/ 1280323 w 1531140"/>
                <a:gd name="connsiteY1018" fmla="*/ 109836 h 1254092"/>
                <a:gd name="connsiteX1019" fmla="*/ 1278683 w 1531140"/>
                <a:gd name="connsiteY1019" fmla="*/ 113115 h 1254092"/>
                <a:gd name="connsiteX1020" fmla="*/ 1280323 w 1531140"/>
                <a:gd name="connsiteY1020" fmla="*/ 118032 h 1254092"/>
                <a:gd name="connsiteX1021" fmla="*/ 1280323 w 1531140"/>
                <a:gd name="connsiteY1021" fmla="*/ 121311 h 1254092"/>
                <a:gd name="connsiteX1022" fmla="*/ 1280323 w 1531140"/>
                <a:gd name="connsiteY1022" fmla="*/ 124590 h 1254092"/>
                <a:gd name="connsiteX1023" fmla="*/ 1278683 w 1531140"/>
                <a:gd name="connsiteY1023" fmla="*/ 129508 h 1254092"/>
                <a:gd name="connsiteX1024" fmla="*/ 1277044 w 1531140"/>
                <a:gd name="connsiteY1024" fmla="*/ 132786 h 1254092"/>
                <a:gd name="connsiteX1025" fmla="*/ 1277044 w 1531140"/>
                <a:gd name="connsiteY1025" fmla="*/ 136065 h 1254092"/>
                <a:gd name="connsiteX1026" fmla="*/ 1278683 w 1531140"/>
                <a:gd name="connsiteY1026" fmla="*/ 139344 h 1254092"/>
                <a:gd name="connsiteX1027" fmla="*/ 1278683 w 1531140"/>
                <a:gd name="connsiteY1027" fmla="*/ 142622 h 1254092"/>
                <a:gd name="connsiteX1028" fmla="*/ 1280323 w 1531140"/>
                <a:gd name="connsiteY1028" fmla="*/ 145901 h 1254092"/>
                <a:gd name="connsiteX1029" fmla="*/ 1280323 w 1531140"/>
                <a:gd name="connsiteY1029" fmla="*/ 149180 h 1254092"/>
                <a:gd name="connsiteX1030" fmla="*/ 1280323 w 1531140"/>
                <a:gd name="connsiteY1030" fmla="*/ 154098 h 1254092"/>
                <a:gd name="connsiteX1031" fmla="*/ 1280323 w 1531140"/>
                <a:gd name="connsiteY1031" fmla="*/ 157376 h 1254092"/>
                <a:gd name="connsiteX1032" fmla="*/ 1281962 w 1531140"/>
                <a:gd name="connsiteY1032" fmla="*/ 160655 h 1254092"/>
                <a:gd name="connsiteX1033" fmla="*/ 1283601 w 1531140"/>
                <a:gd name="connsiteY1033" fmla="*/ 165573 h 1254092"/>
                <a:gd name="connsiteX1034" fmla="*/ 1286879 w 1531140"/>
                <a:gd name="connsiteY1034" fmla="*/ 167213 h 1254092"/>
                <a:gd name="connsiteX1035" fmla="*/ 1290158 w 1531140"/>
                <a:gd name="connsiteY1035" fmla="*/ 165573 h 1254092"/>
                <a:gd name="connsiteX1036" fmla="*/ 1295076 w 1531140"/>
                <a:gd name="connsiteY1036" fmla="*/ 163934 h 1254092"/>
                <a:gd name="connsiteX1037" fmla="*/ 1298355 w 1531140"/>
                <a:gd name="connsiteY1037" fmla="*/ 160655 h 1254092"/>
                <a:gd name="connsiteX1038" fmla="*/ 1299994 w 1531140"/>
                <a:gd name="connsiteY1038" fmla="*/ 155737 h 1254092"/>
                <a:gd name="connsiteX1039" fmla="*/ 1303273 w 1531140"/>
                <a:gd name="connsiteY1039" fmla="*/ 159016 h 1254092"/>
                <a:gd name="connsiteX1040" fmla="*/ 1306552 w 1531140"/>
                <a:gd name="connsiteY1040" fmla="*/ 157376 h 1254092"/>
                <a:gd name="connsiteX1041" fmla="*/ 1309831 w 1531140"/>
                <a:gd name="connsiteY1041" fmla="*/ 154098 h 1254092"/>
                <a:gd name="connsiteX1042" fmla="*/ 1313109 w 1531140"/>
                <a:gd name="connsiteY1042" fmla="*/ 155737 h 1254092"/>
                <a:gd name="connsiteX1043" fmla="*/ 1313109 w 1531140"/>
                <a:gd name="connsiteY1043" fmla="*/ 160655 h 1254092"/>
                <a:gd name="connsiteX1044" fmla="*/ 1313109 w 1531140"/>
                <a:gd name="connsiteY1044" fmla="*/ 163934 h 1254092"/>
                <a:gd name="connsiteX1045" fmla="*/ 1314748 w 1531140"/>
                <a:gd name="connsiteY1045" fmla="*/ 167213 h 1254092"/>
                <a:gd name="connsiteX1046" fmla="*/ 1318027 w 1531140"/>
                <a:gd name="connsiteY1046" fmla="*/ 168852 h 1254092"/>
                <a:gd name="connsiteX1047" fmla="*/ 1322945 w 1531140"/>
                <a:gd name="connsiteY1047" fmla="*/ 172130 h 1254092"/>
                <a:gd name="connsiteX1048" fmla="*/ 1324584 w 1531140"/>
                <a:gd name="connsiteY1048" fmla="*/ 175409 h 1254092"/>
                <a:gd name="connsiteX1049" fmla="*/ 1327863 w 1531140"/>
                <a:gd name="connsiteY1049" fmla="*/ 180327 h 1254092"/>
                <a:gd name="connsiteX1050" fmla="*/ 1331142 w 1531140"/>
                <a:gd name="connsiteY1050" fmla="*/ 181966 h 1254092"/>
                <a:gd name="connsiteX1051" fmla="*/ 1334421 w 1531140"/>
                <a:gd name="connsiteY1051" fmla="*/ 181966 h 1254092"/>
                <a:gd name="connsiteX1052" fmla="*/ 1336060 w 1531140"/>
                <a:gd name="connsiteY1052" fmla="*/ 185245 h 1254092"/>
                <a:gd name="connsiteX1053" fmla="*/ 1339338 w 1531140"/>
                <a:gd name="connsiteY1053" fmla="*/ 186885 h 1254092"/>
                <a:gd name="connsiteX1054" fmla="*/ 1336060 w 1531140"/>
                <a:gd name="connsiteY1054" fmla="*/ 190163 h 1254092"/>
                <a:gd name="connsiteX1055" fmla="*/ 1332781 w 1531140"/>
                <a:gd name="connsiteY1055" fmla="*/ 193442 h 1254092"/>
                <a:gd name="connsiteX1056" fmla="*/ 1332781 w 1531140"/>
                <a:gd name="connsiteY1056" fmla="*/ 198360 h 1254092"/>
                <a:gd name="connsiteX1057" fmla="*/ 1336060 w 1531140"/>
                <a:gd name="connsiteY1057" fmla="*/ 199999 h 1254092"/>
                <a:gd name="connsiteX1058" fmla="*/ 1334421 w 1531140"/>
                <a:gd name="connsiteY1058" fmla="*/ 203278 h 1254092"/>
                <a:gd name="connsiteX1059" fmla="*/ 1331142 w 1531140"/>
                <a:gd name="connsiteY1059" fmla="*/ 208196 h 1254092"/>
                <a:gd name="connsiteX1060" fmla="*/ 1331142 w 1531140"/>
                <a:gd name="connsiteY1060" fmla="*/ 211475 h 1254092"/>
                <a:gd name="connsiteX1061" fmla="*/ 1332781 w 1531140"/>
                <a:gd name="connsiteY1061" fmla="*/ 214753 h 1254092"/>
                <a:gd name="connsiteX1062" fmla="*/ 1332781 w 1531140"/>
                <a:gd name="connsiteY1062" fmla="*/ 219672 h 1254092"/>
                <a:gd name="connsiteX1063" fmla="*/ 1332781 w 1531140"/>
                <a:gd name="connsiteY1063" fmla="*/ 222950 h 1254092"/>
                <a:gd name="connsiteX1064" fmla="*/ 1332781 w 1531140"/>
                <a:gd name="connsiteY1064" fmla="*/ 226229 h 1254092"/>
                <a:gd name="connsiteX1065" fmla="*/ 1332781 w 1531140"/>
                <a:gd name="connsiteY1065" fmla="*/ 231147 h 1254092"/>
                <a:gd name="connsiteX1066" fmla="*/ 1334421 w 1531140"/>
                <a:gd name="connsiteY1066" fmla="*/ 234425 h 1254092"/>
                <a:gd name="connsiteX1067" fmla="*/ 1334421 w 1531140"/>
                <a:gd name="connsiteY1067" fmla="*/ 237704 h 1254092"/>
                <a:gd name="connsiteX1068" fmla="*/ 1332781 w 1531140"/>
                <a:gd name="connsiteY1068" fmla="*/ 242622 h 1254092"/>
                <a:gd name="connsiteX1069" fmla="*/ 1332781 w 1531140"/>
                <a:gd name="connsiteY1069" fmla="*/ 245901 h 1254092"/>
                <a:gd name="connsiteX1070" fmla="*/ 1331142 w 1531140"/>
                <a:gd name="connsiteY1070" fmla="*/ 249179 h 1254092"/>
                <a:gd name="connsiteX1071" fmla="*/ 1329503 w 1531140"/>
                <a:gd name="connsiteY1071" fmla="*/ 252458 h 1254092"/>
                <a:gd name="connsiteX1072" fmla="*/ 1332781 w 1531140"/>
                <a:gd name="connsiteY1072" fmla="*/ 257376 h 1254092"/>
                <a:gd name="connsiteX1073" fmla="*/ 1334421 w 1531140"/>
                <a:gd name="connsiteY1073" fmla="*/ 260655 h 1254092"/>
                <a:gd name="connsiteX1074" fmla="*/ 1336060 w 1531140"/>
                <a:gd name="connsiteY1074" fmla="*/ 263933 h 1254092"/>
                <a:gd name="connsiteX1075" fmla="*/ 1339338 w 1531140"/>
                <a:gd name="connsiteY1075" fmla="*/ 268852 h 1254092"/>
                <a:gd name="connsiteX1076" fmla="*/ 1340977 w 1531140"/>
                <a:gd name="connsiteY1076" fmla="*/ 272130 h 1254092"/>
                <a:gd name="connsiteX1077" fmla="*/ 1339338 w 1531140"/>
                <a:gd name="connsiteY1077" fmla="*/ 275409 h 1254092"/>
                <a:gd name="connsiteX1078" fmla="*/ 1344256 w 1531140"/>
                <a:gd name="connsiteY1078" fmla="*/ 272130 h 1254092"/>
                <a:gd name="connsiteX1079" fmla="*/ 1347535 w 1531140"/>
                <a:gd name="connsiteY1079" fmla="*/ 272130 h 1254092"/>
                <a:gd name="connsiteX1080" fmla="*/ 1345896 w 1531140"/>
                <a:gd name="connsiteY1080" fmla="*/ 275409 h 1254092"/>
                <a:gd name="connsiteX1081" fmla="*/ 1342617 w 1531140"/>
                <a:gd name="connsiteY1081" fmla="*/ 278687 h 1254092"/>
                <a:gd name="connsiteX1082" fmla="*/ 1345896 w 1531140"/>
                <a:gd name="connsiteY1082" fmla="*/ 283606 h 1254092"/>
                <a:gd name="connsiteX1083" fmla="*/ 1345896 w 1531140"/>
                <a:gd name="connsiteY1083" fmla="*/ 286884 h 1254092"/>
                <a:gd name="connsiteX1084" fmla="*/ 1345896 w 1531140"/>
                <a:gd name="connsiteY1084" fmla="*/ 290163 h 1254092"/>
                <a:gd name="connsiteX1085" fmla="*/ 1347535 w 1531140"/>
                <a:gd name="connsiteY1085" fmla="*/ 293442 h 1254092"/>
                <a:gd name="connsiteX1086" fmla="*/ 1347535 w 1531140"/>
                <a:gd name="connsiteY1086" fmla="*/ 298359 h 1254092"/>
                <a:gd name="connsiteX1087" fmla="*/ 1347535 w 1531140"/>
                <a:gd name="connsiteY1087" fmla="*/ 301638 h 1254092"/>
                <a:gd name="connsiteX1088" fmla="*/ 1349174 w 1531140"/>
                <a:gd name="connsiteY1088" fmla="*/ 304917 h 1254092"/>
                <a:gd name="connsiteX1089" fmla="*/ 1345896 w 1531140"/>
                <a:gd name="connsiteY1089" fmla="*/ 309835 h 1254092"/>
                <a:gd name="connsiteX1090" fmla="*/ 1345896 w 1531140"/>
                <a:gd name="connsiteY1090" fmla="*/ 313113 h 1254092"/>
                <a:gd name="connsiteX1091" fmla="*/ 1344256 w 1531140"/>
                <a:gd name="connsiteY1091" fmla="*/ 316392 h 1254092"/>
                <a:gd name="connsiteX1092" fmla="*/ 1344256 w 1531140"/>
                <a:gd name="connsiteY1092" fmla="*/ 319671 h 1254092"/>
                <a:gd name="connsiteX1093" fmla="*/ 1340977 w 1531140"/>
                <a:gd name="connsiteY1093" fmla="*/ 324589 h 1254092"/>
                <a:gd name="connsiteX1094" fmla="*/ 1339338 w 1531140"/>
                <a:gd name="connsiteY1094" fmla="*/ 327867 h 1254092"/>
                <a:gd name="connsiteX1095" fmla="*/ 1339338 w 1531140"/>
                <a:gd name="connsiteY1095" fmla="*/ 331146 h 1254092"/>
                <a:gd name="connsiteX1096" fmla="*/ 1340977 w 1531140"/>
                <a:gd name="connsiteY1096" fmla="*/ 336064 h 1254092"/>
                <a:gd name="connsiteX1097" fmla="*/ 1344256 w 1531140"/>
                <a:gd name="connsiteY1097" fmla="*/ 339343 h 1254092"/>
                <a:gd name="connsiteX1098" fmla="*/ 1344256 w 1531140"/>
                <a:gd name="connsiteY1098" fmla="*/ 342622 h 1254092"/>
                <a:gd name="connsiteX1099" fmla="*/ 1347535 w 1531140"/>
                <a:gd name="connsiteY1099" fmla="*/ 344261 h 1254092"/>
                <a:gd name="connsiteX1100" fmla="*/ 1349174 w 1531140"/>
                <a:gd name="connsiteY1100" fmla="*/ 344261 h 1254092"/>
                <a:gd name="connsiteX1101" fmla="*/ 1347535 w 1531140"/>
                <a:gd name="connsiteY1101" fmla="*/ 349179 h 1254092"/>
                <a:gd name="connsiteX1102" fmla="*/ 1345896 w 1531140"/>
                <a:gd name="connsiteY1102" fmla="*/ 352457 h 1254092"/>
                <a:gd name="connsiteX1103" fmla="*/ 1344256 w 1531140"/>
                <a:gd name="connsiteY1103" fmla="*/ 355736 h 1254092"/>
                <a:gd name="connsiteX1104" fmla="*/ 1342617 w 1531140"/>
                <a:gd name="connsiteY1104" fmla="*/ 360654 h 1254092"/>
                <a:gd name="connsiteX1105" fmla="*/ 1344256 w 1531140"/>
                <a:gd name="connsiteY1105" fmla="*/ 363933 h 1254092"/>
                <a:gd name="connsiteX1106" fmla="*/ 1347535 w 1531140"/>
                <a:gd name="connsiteY1106" fmla="*/ 367212 h 1254092"/>
                <a:gd name="connsiteX1107" fmla="*/ 1350814 w 1531140"/>
                <a:gd name="connsiteY1107" fmla="*/ 370490 h 1254092"/>
                <a:gd name="connsiteX1108" fmla="*/ 1354093 w 1531140"/>
                <a:gd name="connsiteY1108" fmla="*/ 373769 h 1254092"/>
                <a:gd name="connsiteX1109" fmla="*/ 1359011 w 1531140"/>
                <a:gd name="connsiteY1109" fmla="*/ 373769 h 1254092"/>
                <a:gd name="connsiteX1110" fmla="*/ 1360650 w 1531140"/>
                <a:gd name="connsiteY1110" fmla="*/ 377047 h 1254092"/>
                <a:gd name="connsiteX1111" fmla="*/ 1363928 w 1531140"/>
                <a:gd name="connsiteY1111" fmla="*/ 378687 h 1254092"/>
                <a:gd name="connsiteX1112" fmla="*/ 1368846 w 1531140"/>
                <a:gd name="connsiteY1112" fmla="*/ 375409 h 1254092"/>
                <a:gd name="connsiteX1113" fmla="*/ 1368846 w 1531140"/>
                <a:gd name="connsiteY1113" fmla="*/ 378687 h 1254092"/>
                <a:gd name="connsiteX1114" fmla="*/ 1370486 w 1531140"/>
                <a:gd name="connsiteY1114" fmla="*/ 383605 h 1254092"/>
                <a:gd name="connsiteX1115" fmla="*/ 1373764 w 1531140"/>
                <a:gd name="connsiteY1115" fmla="*/ 383605 h 1254092"/>
                <a:gd name="connsiteX1116" fmla="*/ 1378683 w 1531140"/>
                <a:gd name="connsiteY1116" fmla="*/ 383605 h 1254092"/>
                <a:gd name="connsiteX1117" fmla="*/ 1381961 w 1531140"/>
                <a:gd name="connsiteY1117" fmla="*/ 383605 h 1254092"/>
                <a:gd name="connsiteX1118" fmla="*/ 1381961 w 1531140"/>
                <a:gd name="connsiteY1118" fmla="*/ 380326 h 1254092"/>
                <a:gd name="connsiteX1119" fmla="*/ 1383601 w 1531140"/>
                <a:gd name="connsiteY1119" fmla="*/ 383605 h 1254092"/>
                <a:gd name="connsiteX1120" fmla="*/ 1385240 w 1531140"/>
                <a:gd name="connsiteY1120" fmla="*/ 386884 h 1254092"/>
                <a:gd name="connsiteX1121" fmla="*/ 1385240 w 1531140"/>
                <a:gd name="connsiteY1121" fmla="*/ 391802 h 1254092"/>
                <a:gd name="connsiteX1122" fmla="*/ 1385240 w 1531140"/>
                <a:gd name="connsiteY1122" fmla="*/ 395080 h 1254092"/>
                <a:gd name="connsiteX1123" fmla="*/ 1385240 w 1531140"/>
                <a:gd name="connsiteY1123" fmla="*/ 395080 h 1254092"/>
                <a:gd name="connsiteX1124" fmla="*/ 1385240 w 1531140"/>
                <a:gd name="connsiteY1124" fmla="*/ 398359 h 1254092"/>
                <a:gd name="connsiteX1125" fmla="*/ 1385240 w 1531140"/>
                <a:gd name="connsiteY1125" fmla="*/ 399999 h 1254092"/>
                <a:gd name="connsiteX1126" fmla="*/ 1390157 w 1531140"/>
                <a:gd name="connsiteY1126" fmla="*/ 401637 h 1254092"/>
                <a:gd name="connsiteX1127" fmla="*/ 1390157 w 1531140"/>
                <a:gd name="connsiteY1127" fmla="*/ 398359 h 1254092"/>
                <a:gd name="connsiteX1128" fmla="*/ 1395076 w 1531140"/>
                <a:gd name="connsiteY1128" fmla="*/ 398359 h 1254092"/>
                <a:gd name="connsiteX1129" fmla="*/ 1393436 w 1531140"/>
                <a:gd name="connsiteY1129" fmla="*/ 401637 h 1254092"/>
                <a:gd name="connsiteX1130" fmla="*/ 1396715 w 1531140"/>
                <a:gd name="connsiteY1130" fmla="*/ 404916 h 1254092"/>
                <a:gd name="connsiteX1131" fmla="*/ 1399994 w 1531140"/>
                <a:gd name="connsiteY1131" fmla="*/ 404916 h 1254092"/>
                <a:gd name="connsiteX1132" fmla="*/ 1403273 w 1531140"/>
                <a:gd name="connsiteY1132" fmla="*/ 406556 h 1254092"/>
                <a:gd name="connsiteX1133" fmla="*/ 1406551 w 1531140"/>
                <a:gd name="connsiteY1133" fmla="*/ 408195 h 1254092"/>
                <a:gd name="connsiteX1134" fmla="*/ 1408191 w 1531140"/>
                <a:gd name="connsiteY1134" fmla="*/ 409834 h 1254092"/>
                <a:gd name="connsiteX1135" fmla="*/ 1406551 w 1531140"/>
                <a:gd name="connsiteY1135" fmla="*/ 413113 h 1254092"/>
                <a:gd name="connsiteX1136" fmla="*/ 1411470 w 1531140"/>
                <a:gd name="connsiteY1136" fmla="*/ 416392 h 1254092"/>
                <a:gd name="connsiteX1137" fmla="*/ 1414747 w 1531140"/>
                <a:gd name="connsiteY1137" fmla="*/ 416392 h 1254092"/>
                <a:gd name="connsiteX1138" fmla="*/ 1414747 w 1531140"/>
                <a:gd name="connsiteY1138" fmla="*/ 411474 h 1254092"/>
                <a:gd name="connsiteX1139" fmla="*/ 1418026 w 1531140"/>
                <a:gd name="connsiteY1139" fmla="*/ 411474 h 1254092"/>
                <a:gd name="connsiteX1140" fmla="*/ 1418026 w 1531140"/>
                <a:gd name="connsiteY1140" fmla="*/ 416392 h 1254092"/>
                <a:gd name="connsiteX1141" fmla="*/ 1421305 w 1531140"/>
                <a:gd name="connsiteY1141" fmla="*/ 419670 h 1254092"/>
                <a:gd name="connsiteX1142" fmla="*/ 1424584 w 1531140"/>
                <a:gd name="connsiteY1142" fmla="*/ 419670 h 1254092"/>
                <a:gd name="connsiteX1143" fmla="*/ 1426223 w 1531140"/>
                <a:gd name="connsiteY1143" fmla="*/ 422949 h 1254092"/>
                <a:gd name="connsiteX1144" fmla="*/ 1426223 w 1531140"/>
                <a:gd name="connsiteY1144" fmla="*/ 427867 h 1254092"/>
                <a:gd name="connsiteX1145" fmla="*/ 1427863 w 1531140"/>
                <a:gd name="connsiteY1145" fmla="*/ 429506 h 1254092"/>
                <a:gd name="connsiteX1146" fmla="*/ 1429502 w 1531140"/>
                <a:gd name="connsiteY1146" fmla="*/ 432785 h 1254092"/>
                <a:gd name="connsiteX1147" fmla="*/ 1426223 w 1531140"/>
                <a:gd name="connsiteY1147" fmla="*/ 429506 h 1254092"/>
                <a:gd name="connsiteX1148" fmla="*/ 1421305 w 1531140"/>
                <a:gd name="connsiteY1148" fmla="*/ 429506 h 1254092"/>
                <a:gd name="connsiteX1149" fmla="*/ 1419666 w 1531140"/>
                <a:gd name="connsiteY1149" fmla="*/ 434424 h 1254092"/>
                <a:gd name="connsiteX1150" fmla="*/ 1419666 w 1531140"/>
                <a:gd name="connsiteY1150" fmla="*/ 437703 h 1254092"/>
                <a:gd name="connsiteX1151" fmla="*/ 1419666 w 1531140"/>
                <a:gd name="connsiteY1151" fmla="*/ 440982 h 1254092"/>
                <a:gd name="connsiteX1152" fmla="*/ 1422944 w 1531140"/>
                <a:gd name="connsiteY1152" fmla="*/ 445900 h 1254092"/>
                <a:gd name="connsiteX1153" fmla="*/ 1421305 w 1531140"/>
                <a:gd name="connsiteY1153" fmla="*/ 449179 h 1254092"/>
                <a:gd name="connsiteX1154" fmla="*/ 1424584 w 1531140"/>
                <a:gd name="connsiteY1154" fmla="*/ 449179 h 1254092"/>
                <a:gd name="connsiteX1155" fmla="*/ 1429502 w 1531140"/>
                <a:gd name="connsiteY1155" fmla="*/ 449179 h 1254092"/>
                <a:gd name="connsiteX1156" fmla="*/ 1431141 w 1531140"/>
                <a:gd name="connsiteY1156" fmla="*/ 454096 h 1254092"/>
                <a:gd name="connsiteX1157" fmla="*/ 1434420 w 1531140"/>
                <a:gd name="connsiteY1157" fmla="*/ 457375 h 1254092"/>
                <a:gd name="connsiteX1158" fmla="*/ 1432781 w 1531140"/>
                <a:gd name="connsiteY1158" fmla="*/ 460654 h 1254092"/>
                <a:gd name="connsiteX1159" fmla="*/ 1432781 w 1531140"/>
                <a:gd name="connsiteY1159" fmla="*/ 463933 h 1254092"/>
                <a:gd name="connsiteX1160" fmla="*/ 1434420 w 1531140"/>
                <a:gd name="connsiteY1160" fmla="*/ 465572 h 1254092"/>
                <a:gd name="connsiteX1161" fmla="*/ 1434420 w 1531140"/>
                <a:gd name="connsiteY1161" fmla="*/ 468850 h 1254092"/>
                <a:gd name="connsiteX1162" fmla="*/ 1434420 w 1531140"/>
                <a:gd name="connsiteY1162" fmla="*/ 473769 h 1254092"/>
                <a:gd name="connsiteX1163" fmla="*/ 1436060 w 1531140"/>
                <a:gd name="connsiteY1163" fmla="*/ 477047 h 1254092"/>
                <a:gd name="connsiteX1164" fmla="*/ 1439338 w 1531140"/>
                <a:gd name="connsiteY1164" fmla="*/ 477047 h 1254092"/>
                <a:gd name="connsiteX1165" fmla="*/ 1437699 w 1531140"/>
                <a:gd name="connsiteY1165" fmla="*/ 481965 h 1254092"/>
                <a:gd name="connsiteX1166" fmla="*/ 1437699 w 1531140"/>
                <a:gd name="connsiteY1166" fmla="*/ 485244 h 1254092"/>
                <a:gd name="connsiteX1167" fmla="*/ 1436060 w 1531140"/>
                <a:gd name="connsiteY1167" fmla="*/ 488523 h 1254092"/>
                <a:gd name="connsiteX1168" fmla="*/ 1436060 w 1531140"/>
                <a:gd name="connsiteY1168" fmla="*/ 493440 h 1254092"/>
                <a:gd name="connsiteX1169" fmla="*/ 1436060 w 1531140"/>
                <a:gd name="connsiteY1169" fmla="*/ 496719 h 1254092"/>
                <a:gd name="connsiteX1170" fmla="*/ 1436060 w 1531140"/>
                <a:gd name="connsiteY1170" fmla="*/ 499998 h 1254092"/>
                <a:gd name="connsiteX1171" fmla="*/ 1437699 w 1531140"/>
                <a:gd name="connsiteY1171" fmla="*/ 504916 h 1254092"/>
                <a:gd name="connsiteX1172" fmla="*/ 1437699 w 1531140"/>
                <a:gd name="connsiteY1172" fmla="*/ 508194 h 1254092"/>
                <a:gd name="connsiteX1173" fmla="*/ 1437699 w 1531140"/>
                <a:gd name="connsiteY1173" fmla="*/ 511473 h 1254092"/>
                <a:gd name="connsiteX1174" fmla="*/ 1439338 w 1531140"/>
                <a:gd name="connsiteY1174" fmla="*/ 514752 h 1254092"/>
                <a:gd name="connsiteX1175" fmla="*/ 1437699 w 1531140"/>
                <a:gd name="connsiteY1175" fmla="*/ 519670 h 1254092"/>
                <a:gd name="connsiteX1176" fmla="*/ 1440977 w 1531140"/>
                <a:gd name="connsiteY1176" fmla="*/ 518031 h 1254092"/>
                <a:gd name="connsiteX1177" fmla="*/ 1444256 w 1531140"/>
                <a:gd name="connsiteY1177" fmla="*/ 516391 h 1254092"/>
                <a:gd name="connsiteX1178" fmla="*/ 1447534 w 1531140"/>
                <a:gd name="connsiteY1178" fmla="*/ 519670 h 1254092"/>
                <a:gd name="connsiteX1179" fmla="*/ 1449174 w 1531140"/>
                <a:gd name="connsiteY1179" fmla="*/ 522949 h 1254092"/>
                <a:gd name="connsiteX1180" fmla="*/ 1449174 w 1531140"/>
                <a:gd name="connsiteY1180" fmla="*/ 524588 h 1254092"/>
                <a:gd name="connsiteX1181" fmla="*/ 1450813 w 1531140"/>
                <a:gd name="connsiteY1181" fmla="*/ 521309 h 1254092"/>
                <a:gd name="connsiteX1182" fmla="*/ 1450813 w 1531140"/>
                <a:gd name="connsiteY1182" fmla="*/ 519670 h 1254092"/>
                <a:gd name="connsiteX1183" fmla="*/ 1449174 w 1531140"/>
                <a:gd name="connsiteY1183" fmla="*/ 516391 h 1254092"/>
                <a:gd name="connsiteX1184" fmla="*/ 1449174 w 1531140"/>
                <a:gd name="connsiteY1184" fmla="*/ 513113 h 1254092"/>
                <a:gd name="connsiteX1185" fmla="*/ 1450813 w 1531140"/>
                <a:gd name="connsiteY1185" fmla="*/ 508194 h 1254092"/>
                <a:gd name="connsiteX1186" fmla="*/ 1454092 w 1531140"/>
                <a:gd name="connsiteY1186" fmla="*/ 504916 h 1254092"/>
                <a:gd name="connsiteX1187" fmla="*/ 1454092 w 1531140"/>
                <a:gd name="connsiteY1187" fmla="*/ 504916 h 1254092"/>
                <a:gd name="connsiteX1188" fmla="*/ 1457371 w 1531140"/>
                <a:gd name="connsiteY1188" fmla="*/ 508194 h 1254092"/>
                <a:gd name="connsiteX1189" fmla="*/ 1459010 w 1531140"/>
                <a:gd name="connsiteY1189" fmla="*/ 513113 h 1254092"/>
                <a:gd name="connsiteX1190" fmla="*/ 1462289 w 1531140"/>
                <a:gd name="connsiteY1190" fmla="*/ 516391 h 1254092"/>
                <a:gd name="connsiteX1191" fmla="*/ 1465568 w 1531140"/>
                <a:gd name="connsiteY1191" fmla="*/ 519670 h 1254092"/>
                <a:gd name="connsiteX1192" fmla="*/ 1468846 w 1531140"/>
                <a:gd name="connsiteY1192" fmla="*/ 522949 h 1254092"/>
                <a:gd name="connsiteX1193" fmla="*/ 1470485 w 1531140"/>
                <a:gd name="connsiteY1193" fmla="*/ 518031 h 1254092"/>
                <a:gd name="connsiteX1194" fmla="*/ 1470485 w 1531140"/>
                <a:gd name="connsiteY1194" fmla="*/ 514752 h 1254092"/>
                <a:gd name="connsiteX1195" fmla="*/ 1475403 w 1531140"/>
                <a:gd name="connsiteY1195" fmla="*/ 513113 h 1254092"/>
                <a:gd name="connsiteX1196" fmla="*/ 1477043 w 1531140"/>
                <a:gd name="connsiteY1196" fmla="*/ 516391 h 1254092"/>
                <a:gd name="connsiteX1197" fmla="*/ 1477043 w 1531140"/>
                <a:gd name="connsiteY1197" fmla="*/ 521309 h 1254092"/>
                <a:gd name="connsiteX1198" fmla="*/ 1477043 w 1531140"/>
                <a:gd name="connsiteY1198" fmla="*/ 522949 h 1254092"/>
                <a:gd name="connsiteX1199" fmla="*/ 1478682 w 1531140"/>
                <a:gd name="connsiteY1199" fmla="*/ 526227 h 1254092"/>
                <a:gd name="connsiteX1200" fmla="*/ 1478682 w 1531140"/>
                <a:gd name="connsiteY1200" fmla="*/ 531146 h 1254092"/>
                <a:gd name="connsiteX1201" fmla="*/ 1477043 w 1531140"/>
                <a:gd name="connsiteY1201" fmla="*/ 534424 h 1254092"/>
                <a:gd name="connsiteX1202" fmla="*/ 1475403 w 1531140"/>
                <a:gd name="connsiteY1202" fmla="*/ 537703 h 1254092"/>
                <a:gd name="connsiteX1203" fmla="*/ 1473764 w 1531140"/>
                <a:gd name="connsiteY1203" fmla="*/ 542621 h 1254092"/>
                <a:gd name="connsiteX1204" fmla="*/ 1473764 w 1531140"/>
                <a:gd name="connsiteY1204" fmla="*/ 545899 h 1254092"/>
                <a:gd name="connsiteX1205" fmla="*/ 1472124 w 1531140"/>
                <a:gd name="connsiteY1205" fmla="*/ 549178 h 1254092"/>
                <a:gd name="connsiteX1206" fmla="*/ 1473764 w 1531140"/>
                <a:gd name="connsiteY1206" fmla="*/ 552457 h 1254092"/>
                <a:gd name="connsiteX1207" fmla="*/ 1472124 w 1531140"/>
                <a:gd name="connsiteY1207" fmla="*/ 557374 h 1254092"/>
                <a:gd name="connsiteX1208" fmla="*/ 1472124 w 1531140"/>
                <a:gd name="connsiteY1208" fmla="*/ 560653 h 1254092"/>
                <a:gd name="connsiteX1209" fmla="*/ 1470485 w 1531140"/>
                <a:gd name="connsiteY1209" fmla="*/ 563932 h 1254092"/>
                <a:gd name="connsiteX1210" fmla="*/ 1473764 w 1531140"/>
                <a:gd name="connsiteY1210" fmla="*/ 567211 h 1254092"/>
                <a:gd name="connsiteX1211" fmla="*/ 1478682 w 1531140"/>
                <a:gd name="connsiteY1211" fmla="*/ 567211 h 1254092"/>
                <a:gd name="connsiteX1212" fmla="*/ 1478682 w 1531140"/>
                <a:gd name="connsiteY1212" fmla="*/ 568850 h 1254092"/>
                <a:gd name="connsiteX1213" fmla="*/ 1478682 w 1531140"/>
                <a:gd name="connsiteY1213" fmla="*/ 565571 h 1254092"/>
                <a:gd name="connsiteX1214" fmla="*/ 1480321 w 1531140"/>
                <a:gd name="connsiteY1214" fmla="*/ 562293 h 1254092"/>
                <a:gd name="connsiteX1215" fmla="*/ 1483600 w 1531140"/>
                <a:gd name="connsiteY1215" fmla="*/ 563932 h 1254092"/>
                <a:gd name="connsiteX1216" fmla="*/ 1485240 w 1531140"/>
                <a:gd name="connsiteY1216" fmla="*/ 568850 h 1254092"/>
                <a:gd name="connsiteX1217" fmla="*/ 1486879 w 1531140"/>
                <a:gd name="connsiteY1217" fmla="*/ 572129 h 1254092"/>
                <a:gd name="connsiteX1218" fmla="*/ 1485240 w 1531140"/>
                <a:gd name="connsiteY1218" fmla="*/ 575407 h 1254092"/>
                <a:gd name="connsiteX1219" fmla="*/ 1483600 w 1531140"/>
                <a:gd name="connsiteY1219" fmla="*/ 577047 h 1254092"/>
                <a:gd name="connsiteX1220" fmla="*/ 1481961 w 1531140"/>
                <a:gd name="connsiteY1220" fmla="*/ 573768 h 1254092"/>
                <a:gd name="connsiteX1221" fmla="*/ 1480321 w 1531140"/>
                <a:gd name="connsiteY1221" fmla="*/ 570489 h 1254092"/>
                <a:gd name="connsiteX1222" fmla="*/ 1480321 w 1531140"/>
                <a:gd name="connsiteY1222" fmla="*/ 573768 h 1254092"/>
                <a:gd name="connsiteX1223" fmla="*/ 1481961 w 1531140"/>
                <a:gd name="connsiteY1223" fmla="*/ 578686 h 1254092"/>
                <a:gd name="connsiteX1224" fmla="*/ 1486879 w 1531140"/>
                <a:gd name="connsiteY1224" fmla="*/ 580326 h 1254092"/>
                <a:gd name="connsiteX1225" fmla="*/ 1488518 w 1531140"/>
                <a:gd name="connsiteY1225" fmla="*/ 583604 h 1254092"/>
                <a:gd name="connsiteX1226" fmla="*/ 1488518 w 1531140"/>
                <a:gd name="connsiteY1226" fmla="*/ 586883 h 1254092"/>
                <a:gd name="connsiteX1227" fmla="*/ 1490158 w 1531140"/>
                <a:gd name="connsiteY1227" fmla="*/ 585243 h 1254092"/>
                <a:gd name="connsiteX1228" fmla="*/ 1493436 w 1531140"/>
                <a:gd name="connsiteY1228" fmla="*/ 588522 h 1254092"/>
                <a:gd name="connsiteX1229" fmla="*/ 1496714 w 1531140"/>
                <a:gd name="connsiteY1229" fmla="*/ 588522 h 1254092"/>
                <a:gd name="connsiteX1230" fmla="*/ 1496714 w 1531140"/>
                <a:gd name="connsiteY1230" fmla="*/ 585243 h 1254092"/>
                <a:gd name="connsiteX1231" fmla="*/ 1501633 w 1531140"/>
                <a:gd name="connsiteY1231" fmla="*/ 588522 h 1254092"/>
                <a:gd name="connsiteX1232" fmla="*/ 1504911 w 1531140"/>
                <a:gd name="connsiteY1232" fmla="*/ 593440 h 1254092"/>
                <a:gd name="connsiteX1233" fmla="*/ 1504911 w 1531140"/>
                <a:gd name="connsiteY1233" fmla="*/ 595080 h 1254092"/>
                <a:gd name="connsiteX1234" fmla="*/ 1506551 w 1531140"/>
                <a:gd name="connsiteY1234" fmla="*/ 599997 h 1254092"/>
                <a:gd name="connsiteX1235" fmla="*/ 1506551 w 1531140"/>
                <a:gd name="connsiteY1235" fmla="*/ 603276 h 1254092"/>
                <a:gd name="connsiteX1236" fmla="*/ 1506551 w 1531140"/>
                <a:gd name="connsiteY1236" fmla="*/ 606555 h 1254092"/>
                <a:gd name="connsiteX1237" fmla="*/ 1508190 w 1531140"/>
                <a:gd name="connsiteY1237" fmla="*/ 611473 h 1254092"/>
                <a:gd name="connsiteX1238" fmla="*/ 1509830 w 1531140"/>
                <a:gd name="connsiteY1238" fmla="*/ 614751 h 1254092"/>
                <a:gd name="connsiteX1239" fmla="*/ 1513108 w 1531140"/>
                <a:gd name="connsiteY1239" fmla="*/ 618030 h 1254092"/>
                <a:gd name="connsiteX1240" fmla="*/ 1516387 w 1531140"/>
                <a:gd name="connsiteY1240" fmla="*/ 619670 h 1254092"/>
                <a:gd name="connsiteX1241" fmla="*/ 1518026 w 1531140"/>
                <a:gd name="connsiteY1241" fmla="*/ 619670 h 1254092"/>
                <a:gd name="connsiteX1242" fmla="*/ 1518026 w 1531140"/>
                <a:gd name="connsiteY1242" fmla="*/ 619670 h 1254092"/>
                <a:gd name="connsiteX1243" fmla="*/ 1519665 w 1531140"/>
                <a:gd name="connsiteY1243" fmla="*/ 622948 h 1254092"/>
                <a:gd name="connsiteX1244" fmla="*/ 1518026 w 1531140"/>
                <a:gd name="connsiteY1244" fmla="*/ 627866 h 1254092"/>
                <a:gd name="connsiteX1245" fmla="*/ 1518026 w 1531140"/>
                <a:gd name="connsiteY1245" fmla="*/ 631145 h 1254092"/>
                <a:gd name="connsiteX1246" fmla="*/ 1519665 w 1531140"/>
                <a:gd name="connsiteY1246" fmla="*/ 634424 h 1254092"/>
                <a:gd name="connsiteX1247" fmla="*/ 1519665 w 1531140"/>
                <a:gd name="connsiteY1247" fmla="*/ 639341 h 1254092"/>
                <a:gd name="connsiteX1248" fmla="*/ 1522944 w 1531140"/>
                <a:gd name="connsiteY1248" fmla="*/ 640981 h 1254092"/>
                <a:gd name="connsiteX1249" fmla="*/ 1527862 w 1531140"/>
                <a:gd name="connsiteY1249" fmla="*/ 640981 h 1254092"/>
                <a:gd name="connsiteX1250" fmla="*/ 1529501 w 1531140"/>
                <a:gd name="connsiteY1250" fmla="*/ 644260 h 1254092"/>
                <a:gd name="connsiteX1251" fmla="*/ 1529501 w 1531140"/>
                <a:gd name="connsiteY1251" fmla="*/ 649177 h 1254092"/>
                <a:gd name="connsiteX1252" fmla="*/ 1529501 w 1531140"/>
                <a:gd name="connsiteY1252" fmla="*/ 652456 h 1254092"/>
                <a:gd name="connsiteX1253" fmla="*/ 1524583 w 1531140"/>
                <a:gd name="connsiteY1253" fmla="*/ 655735 h 1254092"/>
                <a:gd name="connsiteX1254" fmla="*/ 1524583 w 1531140"/>
                <a:gd name="connsiteY1254" fmla="*/ 660653 h 1254092"/>
                <a:gd name="connsiteX1255" fmla="*/ 1526223 w 1531140"/>
                <a:gd name="connsiteY1255" fmla="*/ 663931 h 1254092"/>
                <a:gd name="connsiteX1256" fmla="*/ 1526223 w 1531140"/>
                <a:gd name="connsiteY1256" fmla="*/ 665571 h 1254092"/>
                <a:gd name="connsiteX1257" fmla="*/ 1526223 w 1531140"/>
                <a:gd name="connsiteY1257" fmla="*/ 668850 h 1254092"/>
                <a:gd name="connsiteX1258" fmla="*/ 1526223 w 1531140"/>
                <a:gd name="connsiteY1258" fmla="*/ 672128 h 1254092"/>
                <a:gd name="connsiteX1259" fmla="*/ 1529501 w 1531140"/>
                <a:gd name="connsiteY1259" fmla="*/ 668850 h 1254092"/>
                <a:gd name="connsiteX1260" fmla="*/ 1531141 w 1531140"/>
                <a:gd name="connsiteY1260" fmla="*/ 672128 h 1254092"/>
                <a:gd name="connsiteX1261" fmla="*/ 1529501 w 1531140"/>
                <a:gd name="connsiteY1261" fmla="*/ 677046 h 1254092"/>
                <a:gd name="connsiteX1262" fmla="*/ 1526223 w 1531140"/>
                <a:gd name="connsiteY1262" fmla="*/ 680325 h 1254092"/>
                <a:gd name="connsiteX1263" fmla="*/ 1524583 w 1531140"/>
                <a:gd name="connsiteY1263" fmla="*/ 683604 h 1254092"/>
                <a:gd name="connsiteX1264" fmla="*/ 1522944 w 1531140"/>
                <a:gd name="connsiteY1264" fmla="*/ 688521 h 1254092"/>
                <a:gd name="connsiteX1265" fmla="*/ 1524583 w 1531140"/>
                <a:gd name="connsiteY1265" fmla="*/ 691800 h 1254092"/>
                <a:gd name="connsiteX1266" fmla="*/ 1521304 w 1531140"/>
                <a:gd name="connsiteY1266" fmla="*/ 695079 h 1254092"/>
                <a:gd name="connsiteX1267" fmla="*/ 1521304 w 1531140"/>
                <a:gd name="connsiteY1267" fmla="*/ 699997 h 1254092"/>
                <a:gd name="connsiteX1268" fmla="*/ 1519665 w 1531140"/>
                <a:gd name="connsiteY1268" fmla="*/ 703276 h 1254092"/>
                <a:gd name="connsiteX1269" fmla="*/ 1519665 w 1531140"/>
                <a:gd name="connsiteY1269" fmla="*/ 706554 h 1254092"/>
                <a:gd name="connsiteX1270" fmla="*/ 1518026 w 1531140"/>
                <a:gd name="connsiteY1270" fmla="*/ 711473 h 1254092"/>
                <a:gd name="connsiteX1271" fmla="*/ 1518026 w 1531140"/>
                <a:gd name="connsiteY1271" fmla="*/ 714751 h 1254092"/>
                <a:gd name="connsiteX1272" fmla="*/ 1518026 w 1531140"/>
                <a:gd name="connsiteY1272" fmla="*/ 718030 h 1254092"/>
                <a:gd name="connsiteX1273" fmla="*/ 1518026 w 1531140"/>
                <a:gd name="connsiteY1273" fmla="*/ 722948 h 1254092"/>
                <a:gd name="connsiteX1274" fmla="*/ 1513108 w 1531140"/>
                <a:gd name="connsiteY1274" fmla="*/ 722948 h 1254092"/>
                <a:gd name="connsiteX1275" fmla="*/ 1509830 w 1531140"/>
                <a:gd name="connsiteY1275" fmla="*/ 726226 h 1254092"/>
                <a:gd name="connsiteX1276" fmla="*/ 1511469 w 1531140"/>
                <a:gd name="connsiteY1276" fmla="*/ 729505 h 1254092"/>
                <a:gd name="connsiteX1277" fmla="*/ 1509830 w 1531140"/>
                <a:gd name="connsiteY1277" fmla="*/ 732784 h 1254092"/>
                <a:gd name="connsiteX1278" fmla="*/ 1511469 w 1531140"/>
                <a:gd name="connsiteY1278" fmla="*/ 737702 h 1254092"/>
                <a:gd name="connsiteX1279" fmla="*/ 1513108 w 1531140"/>
                <a:gd name="connsiteY1279" fmla="*/ 740980 h 1254092"/>
                <a:gd name="connsiteX1280" fmla="*/ 1513108 w 1531140"/>
                <a:gd name="connsiteY1280" fmla="*/ 744259 h 1254092"/>
                <a:gd name="connsiteX1281" fmla="*/ 1513108 w 1531140"/>
                <a:gd name="connsiteY1281" fmla="*/ 747538 h 1254092"/>
                <a:gd name="connsiteX1282" fmla="*/ 1514748 w 1531140"/>
                <a:gd name="connsiteY1282" fmla="*/ 752456 h 1254092"/>
                <a:gd name="connsiteX1283" fmla="*/ 1514748 w 1531140"/>
                <a:gd name="connsiteY1283" fmla="*/ 755734 h 1254092"/>
                <a:gd name="connsiteX1284" fmla="*/ 1513108 w 1531140"/>
                <a:gd name="connsiteY1284" fmla="*/ 759013 h 1254092"/>
                <a:gd name="connsiteX1285" fmla="*/ 1513108 w 1531140"/>
                <a:gd name="connsiteY1285" fmla="*/ 763931 h 1254092"/>
                <a:gd name="connsiteX1286" fmla="*/ 1511469 w 1531140"/>
                <a:gd name="connsiteY1286" fmla="*/ 767210 h 1254092"/>
                <a:gd name="connsiteX1287" fmla="*/ 1513108 w 1531140"/>
                <a:gd name="connsiteY1287" fmla="*/ 768849 h 1254092"/>
                <a:gd name="connsiteX1288" fmla="*/ 1514748 w 1531140"/>
                <a:gd name="connsiteY1288" fmla="*/ 772128 h 1254092"/>
                <a:gd name="connsiteX1289" fmla="*/ 1513108 w 1531140"/>
                <a:gd name="connsiteY1289" fmla="*/ 775407 h 1254092"/>
                <a:gd name="connsiteX1290" fmla="*/ 1511469 w 1531140"/>
                <a:gd name="connsiteY1290" fmla="*/ 780324 h 1254092"/>
                <a:gd name="connsiteX1291" fmla="*/ 1509830 w 1531140"/>
                <a:gd name="connsiteY1291" fmla="*/ 783603 h 1254092"/>
                <a:gd name="connsiteX1292" fmla="*/ 1509830 w 1531140"/>
                <a:gd name="connsiteY1292" fmla="*/ 786882 h 1254092"/>
                <a:gd name="connsiteX1293" fmla="*/ 1509830 w 1531140"/>
                <a:gd name="connsiteY1293" fmla="*/ 791800 h 1254092"/>
                <a:gd name="connsiteX1294" fmla="*/ 1508190 w 1531140"/>
                <a:gd name="connsiteY1294" fmla="*/ 795078 h 1254092"/>
                <a:gd name="connsiteX1295" fmla="*/ 1506551 w 1531140"/>
                <a:gd name="connsiteY1295" fmla="*/ 799997 h 1254092"/>
                <a:gd name="connsiteX1296" fmla="*/ 1503272 w 1531140"/>
                <a:gd name="connsiteY1296" fmla="*/ 803275 h 1254092"/>
                <a:gd name="connsiteX1297" fmla="*/ 1499993 w 1531140"/>
                <a:gd name="connsiteY1297" fmla="*/ 806554 h 1254092"/>
                <a:gd name="connsiteX1298" fmla="*/ 1496714 w 1531140"/>
                <a:gd name="connsiteY1298" fmla="*/ 809833 h 1254092"/>
                <a:gd name="connsiteX1299" fmla="*/ 1495075 w 1531140"/>
                <a:gd name="connsiteY1299" fmla="*/ 813111 h 1254092"/>
                <a:gd name="connsiteX1300" fmla="*/ 1491796 w 1531140"/>
                <a:gd name="connsiteY1300" fmla="*/ 816390 h 1254092"/>
                <a:gd name="connsiteX1301" fmla="*/ 1488518 w 1531140"/>
                <a:gd name="connsiteY1301" fmla="*/ 821308 h 1254092"/>
                <a:gd name="connsiteX1302" fmla="*/ 1488518 w 1531140"/>
                <a:gd name="connsiteY1302" fmla="*/ 824587 h 1254092"/>
                <a:gd name="connsiteX1303" fmla="*/ 1486879 w 1531140"/>
                <a:gd name="connsiteY1303" fmla="*/ 827865 h 1254092"/>
                <a:gd name="connsiteX1304" fmla="*/ 1483600 w 1531140"/>
                <a:gd name="connsiteY1304" fmla="*/ 832783 h 1254092"/>
                <a:gd name="connsiteX1305" fmla="*/ 1481961 w 1531140"/>
                <a:gd name="connsiteY1305" fmla="*/ 836062 h 1254092"/>
                <a:gd name="connsiteX1306" fmla="*/ 1480321 w 1531140"/>
                <a:gd name="connsiteY1306" fmla="*/ 839341 h 1254092"/>
                <a:gd name="connsiteX1307" fmla="*/ 1478682 w 1531140"/>
                <a:gd name="connsiteY1307" fmla="*/ 844258 h 1254092"/>
                <a:gd name="connsiteX1308" fmla="*/ 1477043 w 1531140"/>
                <a:gd name="connsiteY1308" fmla="*/ 847537 h 1254092"/>
                <a:gd name="connsiteX1309" fmla="*/ 1473764 w 1531140"/>
                <a:gd name="connsiteY1309" fmla="*/ 850816 h 1254092"/>
                <a:gd name="connsiteX1310" fmla="*/ 1472124 w 1531140"/>
                <a:gd name="connsiteY1310" fmla="*/ 852455 h 1254092"/>
                <a:gd name="connsiteX1311" fmla="*/ 1470485 w 1531140"/>
                <a:gd name="connsiteY1311" fmla="*/ 855734 h 1254092"/>
                <a:gd name="connsiteX1312" fmla="*/ 1468846 w 1531140"/>
                <a:gd name="connsiteY1312" fmla="*/ 860652 h 1254092"/>
                <a:gd name="connsiteX1313" fmla="*/ 1465568 w 1531140"/>
                <a:gd name="connsiteY1313" fmla="*/ 863931 h 1254092"/>
                <a:gd name="connsiteX1314" fmla="*/ 1462289 w 1531140"/>
                <a:gd name="connsiteY1314" fmla="*/ 867210 h 1254092"/>
                <a:gd name="connsiteX1315" fmla="*/ 1460650 w 1531140"/>
                <a:gd name="connsiteY1315" fmla="*/ 870488 h 1254092"/>
                <a:gd name="connsiteX1316" fmla="*/ 1457371 w 1531140"/>
                <a:gd name="connsiteY1316" fmla="*/ 873767 h 1254092"/>
                <a:gd name="connsiteX1317" fmla="*/ 1455731 w 1531140"/>
                <a:gd name="connsiteY1317" fmla="*/ 878685 h 1254092"/>
                <a:gd name="connsiteX1318" fmla="*/ 1454092 w 1531140"/>
                <a:gd name="connsiteY1318" fmla="*/ 881963 h 1254092"/>
                <a:gd name="connsiteX1319" fmla="*/ 1450813 w 1531140"/>
                <a:gd name="connsiteY1319" fmla="*/ 885242 h 1254092"/>
                <a:gd name="connsiteX1320" fmla="*/ 1452453 w 1531140"/>
                <a:gd name="connsiteY1320" fmla="*/ 890160 h 1254092"/>
                <a:gd name="connsiteX1321" fmla="*/ 1450813 w 1531140"/>
                <a:gd name="connsiteY1321" fmla="*/ 893439 h 1254092"/>
                <a:gd name="connsiteX1322" fmla="*/ 1449174 w 1531140"/>
                <a:gd name="connsiteY1322" fmla="*/ 896717 h 1254092"/>
                <a:gd name="connsiteX1323" fmla="*/ 1445895 w 1531140"/>
                <a:gd name="connsiteY1323" fmla="*/ 901635 h 1254092"/>
                <a:gd name="connsiteX1324" fmla="*/ 1442616 w 1531140"/>
                <a:gd name="connsiteY1324" fmla="*/ 904914 h 1254092"/>
                <a:gd name="connsiteX1325" fmla="*/ 1442616 w 1531140"/>
                <a:gd name="connsiteY1325" fmla="*/ 909832 h 1254092"/>
                <a:gd name="connsiteX1326" fmla="*/ 1437699 w 1531140"/>
                <a:gd name="connsiteY1326" fmla="*/ 913111 h 1254092"/>
                <a:gd name="connsiteX1327" fmla="*/ 1437699 w 1531140"/>
                <a:gd name="connsiteY1327" fmla="*/ 916390 h 1254092"/>
                <a:gd name="connsiteX1328" fmla="*/ 1432781 w 1531140"/>
                <a:gd name="connsiteY1328" fmla="*/ 919668 h 1254092"/>
                <a:gd name="connsiteX1329" fmla="*/ 1431141 w 1531140"/>
                <a:gd name="connsiteY1329" fmla="*/ 922947 h 1254092"/>
                <a:gd name="connsiteX1330" fmla="*/ 1429502 w 1531140"/>
                <a:gd name="connsiteY1330" fmla="*/ 927865 h 1254092"/>
                <a:gd name="connsiteX1331" fmla="*/ 1424584 w 1531140"/>
                <a:gd name="connsiteY1331" fmla="*/ 931144 h 1254092"/>
                <a:gd name="connsiteX1332" fmla="*/ 1421305 w 1531140"/>
                <a:gd name="connsiteY1332" fmla="*/ 934422 h 1254092"/>
                <a:gd name="connsiteX1333" fmla="*/ 1418026 w 1531140"/>
                <a:gd name="connsiteY1333" fmla="*/ 936061 h 1254092"/>
                <a:gd name="connsiteX1334" fmla="*/ 1413109 w 1531140"/>
                <a:gd name="connsiteY1334" fmla="*/ 939340 h 1254092"/>
                <a:gd name="connsiteX1335" fmla="*/ 1409830 w 1531140"/>
                <a:gd name="connsiteY1335" fmla="*/ 944258 h 1254092"/>
                <a:gd name="connsiteX1336" fmla="*/ 1409830 w 1531140"/>
                <a:gd name="connsiteY1336" fmla="*/ 947537 h 1254092"/>
                <a:gd name="connsiteX1337" fmla="*/ 1408191 w 1531140"/>
                <a:gd name="connsiteY1337" fmla="*/ 950815 h 1254092"/>
                <a:gd name="connsiteX1338" fmla="*/ 1406551 w 1531140"/>
                <a:gd name="connsiteY1338" fmla="*/ 955734 h 1254092"/>
                <a:gd name="connsiteX1339" fmla="*/ 1404912 w 1531140"/>
                <a:gd name="connsiteY1339" fmla="*/ 959012 h 1254092"/>
                <a:gd name="connsiteX1340" fmla="*/ 1401633 w 1531140"/>
                <a:gd name="connsiteY1340" fmla="*/ 959012 h 1254092"/>
                <a:gd name="connsiteX1341" fmla="*/ 1398354 w 1531140"/>
                <a:gd name="connsiteY1341" fmla="*/ 962291 h 1254092"/>
                <a:gd name="connsiteX1342" fmla="*/ 1393436 w 1531140"/>
                <a:gd name="connsiteY1342" fmla="*/ 963930 h 1254092"/>
                <a:gd name="connsiteX1343" fmla="*/ 1390157 w 1531140"/>
                <a:gd name="connsiteY1343" fmla="*/ 965570 h 1254092"/>
                <a:gd name="connsiteX1344" fmla="*/ 1386880 w 1531140"/>
                <a:gd name="connsiteY1344" fmla="*/ 970488 h 1254092"/>
                <a:gd name="connsiteX1345" fmla="*/ 1383601 w 1531140"/>
                <a:gd name="connsiteY1345" fmla="*/ 970488 h 1254092"/>
                <a:gd name="connsiteX1346" fmla="*/ 1386880 w 1531140"/>
                <a:gd name="connsiteY1346" fmla="*/ 970488 h 1254092"/>
                <a:gd name="connsiteX1347" fmla="*/ 1383601 w 1531140"/>
                <a:gd name="connsiteY1347" fmla="*/ 973766 h 1254092"/>
                <a:gd name="connsiteX1348" fmla="*/ 1378683 w 1531140"/>
                <a:gd name="connsiteY1348" fmla="*/ 973766 h 1254092"/>
                <a:gd name="connsiteX1349" fmla="*/ 1375404 w 1531140"/>
                <a:gd name="connsiteY1349" fmla="*/ 975405 h 1254092"/>
                <a:gd name="connsiteX1350" fmla="*/ 1372125 w 1531140"/>
                <a:gd name="connsiteY1350" fmla="*/ 977045 h 1254092"/>
                <a:gd name="connsiteX1351" fmla="*/ 1367207 w 1531140"/>
                <a:gd name="connsiteY1351" fmla="*/ 980324 h 1254092"/>
                <a:gd name="connsiteX1352" fmla="*/ 1363928 w 1531140"/>
                <a:gd name="connsiteY1352" fmla="*/ 983602 h 1254092"/>
                <a:gd name="connsiteX1353" fmla="*/ 1360650 w 1531140"/>
                <a:gd name="connsiteY1353" fmla="*/ 986881 h 1254092"/>
                <a:gd name="connsiteX1354" fmla="*/ 1357371 w 1531140"/>
                <a:gd name="connsiteY1354" fmla="*/ 990160 h 1254092"/>
                <a:gd name="connsiteX1355" fmla="*/ 1354093 w 1531140"/>
                <a:gd name="connsiteY1355" fmla="*/ 993438 h 1254092"/>
                <a:gd name="connsiteX1356" fmla="*/ 1350814 w 1531140"/>
                <a:gd name="connsiteY1356" fmla="*/ 995078 h 1254092"/>
                <a:gd name="connsiteX1357" fmla="*/ 1345896 w 1531140"/>
                <a:gd name="connsiteY1357" fmla="*/ 998356 h 1254092"/>
                <a:gd name="connsiteX1358" fmla="*/ 1345896 w 1531140"/>
                <a:gd name="connsiteY1358" fmla="*/ 1003274 h 1254092"/>
                <a:gd name="connsiteX1359" fmla="*/ 1342617 w 1531140"/>
                <a:gd name="connsiteY1359" fmla="*/ 1006553 h 1254092"/>
                <a:gd name="connsiteX1360" fmla="*/ 1339338 w 1531140"/>
                <a:gd name="connsiteY1360" fmla="*/ 1008192 h 1254092"/>
                <a:gd name="connsiteX1361" fmla="*/ 1336060 w 1531140"/>
                <a:gd name="connsiteY1361" fmla="*/ 1008192 h 1254092"/>
                <a:gd name="connsiteX1362" fmla="*/ 1336060 w 1531140"/>
                <a:gd name="connsiteY1362" fmla="*/ 1011471 h 1254092"/>
                <a:gd name="connsiteX1363" fmla="*/ 1337699 w 1531140"/>
                <a:gd name="connsiteY1363" fmla="*/ 1011471 h 1254092"/>
                <a:gd name="connsiteX1364" fmla="*/ 1336060 w 1531140"/>
                <a:gd name="connsiteY1364" fmla="*/ 1014750 h 1254092"/>
                <a:gd name="connsiteX1365" fmla="*/ 1332781 w 1531140"/>
                <a:gd name="connsiteY1365" fmla="*/ 1018028 h 1254092"/>
                <a:gd name="connsiteX1366" fmla="*/ 1331142 w 1531140"/>
                <a:gd name="connsiteY1366" fmla="*/ 1022947 h 1254092"/>
                <a:gd name="connsiteX1367" fmla="*/ 1327863 w 1531140"/>
                <a:gd name="connsiteY1367" fmla="*/ 1026225 h 1254092"/>
                <a:gd name="connsiteX1368" fmla="*/ 1324584 w 1531140"/>
                <a:gd name="connsiteY1368" fmla="*/ 1026225 h 1254092"/>
                <a:gd name="connsiteX1369" fmla="*/ 1322945 w 1531140"/>
                <a:gd name="connsiteY1369" fmla="*/ 1029504 h 1254092"/>
                <a:gd name="connsiteX1370" fmla="*/ 1319666 w 1531140"/>
                <a:gd name="connsiteY1370" fmla="*/ 1032782 h 1254092"/>
                <a:gd name="connsiteX1371" fmla="*/ 1316387 w 1531140"/>
                <a:gd name="connsiteY1371" fmla="*/ 1036061 h 1254092"/>
                <a:gd name="connsiteX1372" fmla="*/ 1311469 w 1531140"/>
                <a:gd name="connsiteY1372" fmla="*/ 1039340 h 1254092"/>
                <a:gd name="connsiteX1373" fmla="*/ 1308191 w 1531140"/>
                <a:gd name="connsiteY1373" fmla="*/ 1042618 h 1254092"/>
                <a:gd name="connsiteX1374" fmla="*/ 1306552 w 1531140"/>
                <a:gd name="connsiteY1374" fmla="*/ 1045897 h 1254092"/>
                <a:gd name="connsiteX1375" fmla="*/ 1303273 w 1531140"/>
                <a:gd name="connsiteY1375" fmla="*/ 1049176 h 1254092"/>
                <a:gd name="connsiteX1376" fmla="*/ 1299994 w 1531140"/>
                <a:gd name="connsiteY1376" fmla="*/ 1050815 h 1254092"/>
                <a:gd name="connsiteX1377" fmla="*/ 1299994 w 1531140"/>
                <a:gd name="connsiteY1377" fmla="*/ 1054094 h 1254092"/>
                <a:gd name="connsiteX1378" fmla="*/ 1298355 w 1531140"/>
                <a:gd name="connsiteY1378" fmla="*/ 1059012 h 1254092"/>
                <a:gd name="connsiteX1379" fmla="*/ 1295076 w 1531140"/>
                <a:gd name="connsiteY1379" fmla="*/ 1062291 h 1254092"/>
                <a:gd name="connsiteX1380" fmla="*/ 1291797 w 1531140"/>
                <a:gd name="connsiteY1380" fmla="*/ 1063930 h 1254092"/>
                <a:gd name="connsiteX1381" fmla="*/ 1290158 w 1531140"/>
                <a:gd name="connsiteY1381" fmla="*/ 1067208 h 1254092"/>
                <a:gd name="connsiteX1382" fmla="*/ 1288519 w 1531140"/>
                <a:gd name="connsiteY1382" fmla="*/ 1072127 h 1254092"/>
                <a:gd name="connsiteX1383" fmla="*/ 1291797 w 1531140"/>
                <a:gd name="connsiteY1383" fmla="*/ 1072127 h 1254092"/>
                <a:gd name="connsiteX1384" fmla="*/ 1286879 w 1531140"/>
                <a:gd name="connsiteY1384" fmla="*/ 1075405 h 1254092"/>
                <a:gd name="connsiteX1385" fmla="*/ 1286879 w 1531140"/>
                <a:gd name="connsiteY1385" fmla="*/ 1072127 h 1254092"/>
                <a:gd name="connsiteX1386" fmla="*/ 1283601 w 1531140"/>
                <a:gd name="connsiteY1386" fmla="*/ 1075405 h 1254092"/>
                <a:gd name="connsiteX1387" fmla="*/ 1283601 w 1531140"/>
                <a:gd name="connsiteY1387" fmla="*/ 1080323 h 1254092"/>
                <a:gd name="connsiteX1388" fmla="*/ 1278683 w 1531140"/>
                <a:gd name="connsiteY1388" fmla="*/ 1080323 h 1254092"/>
                <a:gd name="connsiteX1389" fmla="*/ 1275404 w 1531140"/>
                <a:gd name="connsiteY1389" fmla="*/ 1081962 h 1254092"/>
                <a:gd name="connsiteX1390" fmla="*/ 1272126 w 1531140"/>
                <a:gd name="connsiteY1390" fmla="*/ 1085241 h 1254092"/>
                <a:gd name="connsiteX1391" fmla="*/ 1268847 w 1531140"/>
                <a:gd name="connsiteY1391" fmla="*/ 1090159 h 1254092"/>
                <a:gd name="connsiteX1392" fmla="*/ 1265568 w 1531140"/>
                <a:gd name="connsiteY1392" fmla="*/ 1091798 h 1254092"/>
                <a:gd name="connsiteX1393" fmla="*/ 1263929 w 1531140"/>
                <a:gd name="connsiteY1393" fmla="*/ 1096717 h 1254092"/>
                <a:gd name="connsiteX1394" fmla="*/ 1259010 w 1531140"/>
                <a:gd name="connsiteY1394" fmla="*/ 1099995 h 1254092"/>
                <a:gd name="connsiteX1395" fmla="*/ 1255733 w 1531140"/>
                <a:gd name="connsiteY1395" fmla="*/ 1103274 h 1254092"/>
                <a:gd name="connsiteX1396" fmla="*/ 1252454 w 1531140"/>
                <a:gd name="connsiteY1396" fmla="*/ 1104913 h 1254092"/>
                <a:gd name="connsiteX1397" fmla="*/ 1250814 w 1531140"/>
                <a:gd name="connsiteY1397" fmla="*/ 1109831 h 1254092"/>
                <a:gd name="connsiteX1398" fmla="*/ 1247536 w 1531140"/>
                <a:gd name="connsiteY1398" fmla="*/ 1111471 h 1254092"/>
                <a:gd name="connsiteX1399" fmla="*/ 1245896 w 1531140"/>
                <a:gd name="connsiteY1399" fmla="*/ 1114749 h 1254092"/>
                <a:gd name="connsiteX1400" fmla="*/ 1242617 w 1531140"/>
                <a:gd name="connsiteY1400" fmla="*/ 1119667 h 1254092"/>
                <a:gd name="connsiteX1401" fmla="*/ 1239339 w 1531140"/>
                <a:gd name="connsiteY1401" fmla="*/ 1122946 h 1254092"/>
                <a:gd name="connsiteX1402" fmla="*/ 1239339 w 1531140"/>
                <a:gd name="connsiteY1402" fmla="*/ 1126225 h 1254092"/>
                <a:gd name="connsiteX1403" fmla="*/ 1236060 w 1531140"/>
                <a:gd name="connsiteY1403" fmla="*/ 1131142 h 1254092"/>
                <a:gd name="connsiteX1404" fmla="*/ 1232781 w 1531140"/>
                <a:gd name="connsiteY1404" fmla="*/ 1134421 h 1254092"/>
                <a:gd name="connsiteX1405" fmla="*/ 1229503 w 1531140"/>
                <a:gd name="connsiteY1405" fmla="*/ 1137700 h 1254092"/>
                <a:gd name="connsiteX1406" fmla="*/ 1227864 w 1531140"/>
                <a:gd name="connsiteY1406" fmla="*/ 1142618 h 1254092"/>
                <a:gd name="connsiteX1407" fmla="*/ 1224585 w 1531140"/>
                <a:gd name="connsiteY1407" fmla="*/ 1145897 h 1254092"/>
                <a:gd name="connsiteX1408" fmla="*/ 1222946 w 1531140"/>
                <a:gd name="connsiteY1408" fmla="*/ 1147536 h 1254092"/>
                <a:gd name="connsiteX1409" fmla="*/ 1219667 w 1531140"/>
                <a:gd name="connsiteY1409" fmla="*/ 1150815 h 1254092"/>
                <a:gd name="connsiteX1410" fmla="*/ 1216388 w 1531140"/>
                <a:gd name="connsiteY1410" fmla="*/ 1154093 h 1254092"/>
                <a:gd name="connsiteX1411" fmla="*/ 1214749 w 1531140"/>
                <a:gd name="connsiteY1411" fmla="*/ 1159011 h 1254092"/>
                <a:gd name="connsiteX1412" fmla="*/ 1213109 w 1531140"/>
                <a:gd name="connsiteY1412" fmla="*/ 1162290 h 1254092"/>
                <a:gd name="connsiteX1413" fmla="*/ 1209830 w 1531140"/>
                <a:gd name="connsiteY1413" fmla="*/ 1163929 h 1254092"/>
                <a:gd name="connsiteX1414" fmla="*/ 1213109 w 1531140"/>
                <a:gd name="connsiteY1414" fmla="*/ 1167208 h 1254092"/>
                <a:gd name="connsiteX1415" fmla="*/ 1213109 w 1531140"/>
                <a:gd name="connsiteY1415" fmla="*/ 1167208 h 1254092"/>
                <a:gd name="connsiteX1416" fmla="*/ 1211470 w 1531140"/>
                <a:gd name="connsiteY1416" fmla="*/ 1170487 h 1254092"/>
                <a:gd name="connsiteX1417" fmla="*/ 1208191 w 1531140"/>
                <a:gd name="connsiteY1417" fmla="*/ 1175405 h 1254092"/>
                <a:gd name="connsiteX1418" fmla="*/ 1206552 w 1531140"/>
                <a:gd name="connsiteY1418" fmla="*/ 1178684 h 1254092"/>
                <a:gd name="connsiteX1419" fmla="*/ 1204913 w 1531140"/>
                <a:gd name="connsiteY1419" fmla="*/ 1181962 h 1254092"/>
                <a:gd name="connsiteX1420" fmla="*/ 1203274 w 1531140"/>
                <a:gd name="connsiteY1420" fmla="*/ 1183601 h 1254092"/>
                <a:gd name="connsiteX1421" fmla="*/ 1199995 w 1531140"/>
                <a:gd name="connsiteY1421" fmla="*/ 1183601 h 1254092"/>
                <a:gd name="connsiteX1422" fmla="*/ 1195077 w 1531140"/>
                <a:gd name="connsiteY1422" fmla="*/ 1183601 h 1254092"/>
                <a:gd name="connsiteX1423" fmla="*/ 1193437 w 1531140"/>
                <a:gd name="connsiteY1423" fmla="*/ 1186880 h 1254092"/>
                <a:gd name="connsiteX1424" fmla="*/ 1190159 w 1531140"/>
                <a:gd name="connsiteY1424" fmla="*/ 1190159 h 1254092"/>
                <a:gd name="connsiteX1425" fmla="*/ 1185240 w 1531140"/>
                <a:gd name="connsiteY1425" fmla="*/ 1191798 h 1254092"/>
                <a:gd name="connsiteX1426" fmla="*/ 1181962 w 1531140"/>
                <a:gd name="connsiteY1426" fmla="*/ 1193437 h 1254092"/>
                <a:gd name="connsiteX1427" fmla="*/ 1178684 w 1531140"/>
                <a:gd name="connsiteY1427" fmla="*/ 1195077 h 1254092"/>
                <a:gd name="connsiteX1428" fmla="*/ 1175405 w 1531140"/>
                <a:gd name="connsiteY1428" fmla="*/ 1195077 h 1254092"/>
                <a:gd name="connsiteX1429" fmla="*/ 1173766 w 1531140"/>
                <a:gd name="connsiteY1429" fmla="*/ 1195077 h 1254092"/>
                <a:gd name="connsiteX1430" fmla="*/ 1170487 w 1531140"/>
                <a:gd name="connsiteY1430" fmla="*/ 1195077 h 1254092"/>
                <a:gd name="connsiteX1431" fmla="*/ 1167208 w 1531140"/>
                <a:gd name="connsiteY1431" fmla="*/ 1195077 h 1254092"/>
                <a:gd name="connsiteX1432" fmla="*/ 1162290 w 1531140"/>
                <a:gd name="connsiteY1432" fmla="*/ 1195077 h 1254092"/>
                <a:gd name="connsiteX1433" fmla="*/ 1159011 w 1531140"/>
                <a:gd name="connsiteY1433" fmla="*/ 1195077 h 1254092"/>
                <a:gd name="connsiteX1434" fmla="*/ 1155732 w 1531140"/>
                <a:gd name="connsiteY1434" fmla="*/ 1195077 h 1254092"/>
                <a:gd name="connsiteX1435" fmla="*/ 1152454 w 1531140"/>
                <a:gd name="connsiteY1435" fmla="*/ 1195077 h 1254092"/>
                <a:gd name="connsiteX1436" fmla="*/ 1147536 w 1531140"/>
                <a:gd name="connsiteY1436" fmla="*/ 1195077 h 1254092"/>
                <a:gd name="connsiteX1437" fmla="*/ 1144257 w 1531140"/>
                <a:gd name="connsiteY1437" fmla="*/ 1195077 h 1254092"/>
                <a:gd name="connsiteX1438" fmla="*/ 1140979 w 1531140"/>
                <a:gd name="connsiteY1438" fmla="*/ 1196716 h 1254092"/>
                <a:gd name="connsiteX1439" fmla="*/ 1136060 w 1531140"/>
                <a:gd name="connsiteY1439" fmla="*/ 1196716 h 1254092"/>
                <a:gd name="connsiteX1440" fmla="*/ 1132782 w 1531140"/>
                <a:gd name="connsiteY1440" fmla="*/ 1196716 h 1254092"/>
                <a:gd name="connsiteX1441" fmla="*/ 1129503 w 1531140"/>
                <a:gd name="connsiteY1441" fmla="*/ 1198355 h 1254092"/>
                <a:gd name="connsiteX1442" fmla="*/ 1124586 w 1531140"/>
                <a:gd name="connsiteY1442" fmla="*/ 1198355 h 1254092"/>
                <a:gd name="connsiteX1443" fmla="*/ 1121307 w 1531140"/>
                <a:gd name="connsiteY1443" fmla="*/ 1199995 h 1254092"/>
                <a:gd name="connsiteX1444" fmla="*/ 1118028 w 1531140"/>
                <a:gd name="connsiteY1444" fmla="*/ 1201634 h 1254092"/>
                <a:gd name="connsiteX1445" fmla="*/ 1113110 w 1531140"/>
                <a:gd name="connsiteY1445" fmla="*/ 1203274 h 1254092"/>
                <a:gd name="connsiteX1446" fmla="*/ 1109831 w 1531140"/>
                <a:gd name="connsiteY1446" fmla="*/ 1204913 h 1254092"/>
                <a:gd name="connsiteX1447" fmla="*/ 1106552 w 1531140"/>
                <a:gd name="connsiteY1447" fmla="*/ 1206552 h 1254092"/>
                <a:gd name="connsiteX1448" fmla="*/ 1103273 w 1531140"/>
                <a:gd name="connsiteY1448" fmla="*/ 1209831 h 1254092"/>
                <a:gd name="connsiteX1449" fmla="*/ 1098356 w 1531140"/>
                <a:gd name="connsiteY1449" fmla="*/ 1211470 h 1254092"/>
                <a:gd name="connsiteX1450" fmla="*/ 1095077 w 1531140"/>
                <a:gd name="connsiteY1450" fmla="*/ 1213109 h 1254092"/>
                <a:gd name="connsiteX1451" fmla="*/ 1091799 w 1531140"/>
                <a:gd name="connsiteY1451" fmla="*/ 1216388 h 1254092"/>
                <a:gd name="connsiteX1452" fmla="*/ 1086880 w 1531140"/>
                <a:gd name="connsiteY1452" fmla="*/ 1218028 h 1254092"/>
                <a:gd name="connsiteX1453" fmla="*/ 1083602 w 1531140"/>
                <a:gd name="connsiteY1453" fmla="*/ 1221306 h 1254092"/>
                <a:gd name="connsiteX1454" fmla="*/ 1080323 w 1531140"/>
                <a:gd name="connsiteY1454" fmla="*/ 1224585 h 1254092"/>
                <a:gd name="connsiteX1455" fmla="*/ 1077044 w 1531140"/>
                <a:gd name="connsiteY1455" fmla="*/ 1226224 h 1254092"/>
                <a:gd name="connsiteX1456" fmla="*/ 1072127 w 1531140"/>
                <a:gd name="connsiteY1456" fmla="*/ 1229503 h 1254092"/>
                <a:gd name="connsiteX1457" fmla="*/ 1068848 w 1531140"/>
                <a:gd name="connsiteY1457" fmla="*/ 1231142 h 1254092"/>
                <a:gd name="connsiteX1458" fmla="*/ 1065569 w 1531140"/>
                <a:gd name="connsiteY1458" fmla="*/ 1234421 h 1254092"/>
                <a:gd name="connsiteX1459" fmla="*/ 1063930 w 1531140"/>
                <a:gd name="connsiteY1459" fmla="*/ 1232781 h 1254092"/>
                <a:gd name="connsiteX1460" fmla="*/ 1059012 w 1531140"/>
                <a:gd name="connsiteY1460" fmla="*/ 1234421 h 1254092"/>
                <a:gd name="connsiteX1461" fmla="*/ 1055733 w 1531140"/>
                <a:gd name="connsiteY1461" fmla="*/ 1234421 h 1254092"/>
                <a:gd name="connsiteX1462" fmla="*/ 1052454 w 1531140"/>
                <a:gd name="connsiteY1462" fmla="*/ 1234421 h 1254092"/>
                <a:gd name="connsiteX1463" fmla="*/ 1049176 w 1531140"/>
                <a:gd name="connsiteY1463" fmla="*/ 1236060 h 1254092"/>
                <a:gd name="connsiteX1464" fmla="*/ 1044258 w 1531140"/>
                <a:gd name="connsiteY1464" fmla="*/ 1234421 h 1254092"/>
                <a:gd name="connsiteX1465" fmla="*/ 1040979 w 1531140"/>
                <a:gd name="connsiteY1465" fmla="*/ 1236060 h 1254092"/>
                <a:gd name="connsiteX1466" fmla="*/ 1040979 w 1531140"/>
                <a:gd name="connsiteY1466" fmla="*/ 1239339 h 1254092"/>
                <a:gd name="connsiteX1467" fmla="*/ 1040979 w 1531140"/>
                <a:gd name="connsiteY1467" fmla="*/ 1244257 h 1254092"/>
                <a:gd name="connsiteX1468" fmla="*/ 1044258 w 1531140"/>
                <a:gd name="connsiteY1468" fmla="*/ 1240978 h 1254092"/>
                <a:gd name="connsiteX1469" fmla="*/ 1049176 w 1531140"/>
                <a:gd name="connsiteY1469" fmla="*/ 1239339 h 1254092"/>
                <a:gd name="connsiteX1470" fmla="*/ 1047537 w 1531140"/>
                <a:gd name="connsiteY1470" fmla="*/ 1244257 h 1254092"/>
                <a:gd name="connsiteX1471" fmla="*/ 1044258 w 1531140"/>
                <a:gd name="connsiteY1471" fmla="*/ 1247535 h 1254092"/>
                <a:gd name="connsiteX1472" fmla="*/ 1042619 w 1531140"/>
                <a:gd name="connsiteY1472" fmla="*/ 1250814 h 1254092"/>
                <a:gd name="connsiteX1473" fmla="*/ 1037700 w 1531140"/>
                <a:gd name="connsiteY1473" fmla="*/ 1254093 h 1254092"/>
                <a:gd name="connsiteX1474" fmla="*/ 1037700 w 1531140"/>
                <a:gd name="connsiteY1474" fmla="*/ 1250814 h 1254092"/>
                <a:gd name="connsiteX1475" fmla="*/ 1037700 w 1531140"/>
                <a:gd name="connsiteY1475" fmla="*/ 1247535 h 1254092"/>
                <a:gd name="connsiteX1476" fmla="*/ 1037700 w 1531140"/>
                <a:gd name="connsiteY1476" fmla="*/ 1244257 h 1254092"/>
                <a:gd name="connsiteX1477" fmla="*/ 1034422 w 1531140"/>
                <a:gd name="connsiteY1477" fmla="*/ 1239339 h 1254092"/>
                <a:gd name="connsiteX1478" fmla="*/ 1031143 w 1531140"/>
                <a:gd name="connsiteY1478" fmla="*/ 1242618 h 1254092"/>
                <a:gd name="connsiteX1479" fmla="*/ 1027864 w 1531140"/>
                <a:gd name="connsiteY1479" fmla="*/ 1242618 h 1254092"/>
                <a:gd name="connsiteX1480" fmla="*/ 1027864 w 1531140"/>
                <a:gd name="connsiteY1480" fmla="*/ 1239339 h 1254092"/>
                <a:gd name="connsiteX1481" fmla="*/ 1027864 w 1531140"/>
                <a:gd name="connsiteY1481" fmla="*/ 1236060 h 1254092"/>
                <a:gd name="connsiteX1482" fmla="*/ 1027864 w 1531140"/>
                <a:gd name="connsiteY1482" fmla="*/ 1231142 h 1254092"/>
                <a:gd name="connsiteX1483" fmla="*/ 1024585 w 1531140"/>
                <a:gd name="connsiteY1483" fmla="*/ 1232781 h 1254092"/>
                <a:gd name="connsiteX1484" fmla="*/ 1021307 w 1531140"/>
                <a:gd name="connsiteY1484" fmla="*/ 1232781 h 1254092"/>
                <a:gd name="connsiteX1485" fmla="*/ 1019668 w 1531140"/>
                <a:gd name="connsiteY1485" fmla="*/ 1229503 h 1254092"/>
                <a:gd name="connsiteX1486" fmla="*/ 1019668 w 1531140"/>
                <a:gd name="connsiteY1486" fmla="*/ 1226224 h 1254092"/>
                <a:gd name="connsiteX1487" fmla="*/ 1021307 w 1531140"/>
                <a:gd name="connsiteY1487" fmla="*/ 1221306 h 1254092"/>
                <a:gd name="connsiteX1488" fmla="*/ 1024585 w 1531140"/>
                <a:gd name="connsiteY1488" fmla="*/ 1221306 h 1254092"/>
                <a:gd name="connsiteX1489" fmla="*/ 1026225 w 1531140"/>
                <a:gd name="connsiteY1489" fmla="*/ 1218028 h 1254092"/>
                <a:gd name="connsiteX1490" fmla="*/ 1026225 w 1531140"/>
                <a:gd name="connsiteY1490" fmla="*/ 1213109 h 1254092"/>
                <a:gd name="connsiteX1491" fmla="*/ 1022947 w 1531140"/>
                <a:gd name="connsiteY1491" fmla="*/ 1213109 h 1254092"/>
                <a:gd name="connsiteX1492" fmla="*/ 1018029 w 1531140"/>
                <a:gd name="connsiteY1492" fmla="*/ 1214749 h 1254092"/>
                <a:gd name="connsiteX1493" fmla="*/ 1014750 w 1531140"/>
                <a:gd name="connsiteY1493" fmla="*/ 1218028 h 1254092"/>
                <a:gd name="connsiteX1494" fmla="*/ 1011471 w 1531140"/>
                <a:gd name="connsiteY1494" fmla="*/ 1221306 h 1254092"/>
                <a:gd name="connsiteX1495" fmla="*/ 1008192 w 1531140"/>
                <a:gd name="connsiteY1495" fmla="*/ 1222945 h 1254092"/>
                <a:gd name="connsiteX1496" fmla="*/ 1004913 w 1531140"/>
                <a:gd name="connsiteY1496" fmla="*/ 1226224 h 1254092"/>
                <a:gd name="connsiteX1497" fmla="*/ 1003274 w 1531140"/>
                <a:gd name="connsiteY1497" fmla="*/ 1226224 h 1254092"/>
                <a:gd name="connsiteX1498" fmla="*/ 999995 w 1531140"/>
                <a:gd name="connsiteY1498" fmla="*/ 1226224 h 1254092"/>
                <a:gd name="connsiteX1499" fmla="*/ 998357 w 1531140"/>
                <a:gd name="connsiteY1499" fmla="*/ 1221306 h 1254092"/>
                <a:gd name="connsiteX1500" fmla="*/ 996717 w 1531140"/>
                <a:gd name="connsiteY1500" fmla="*/ 1218028 h 1254092"/>
                <a:gd name="connsiteX1501" fmla="*/ 999995 w 1531140"/>
                <a:gd name="connsiteY1501" fmla="*/ 1221306 h 1254092"/>
                <a:gd name="connsiteX1502" fmla="*/ 1003274 w 1531140"/>
                <a:gd name="connsiteY1502" fmla="*/ 1219667 h 1254092"/>
                <a:gd name="connsiteX1503" fmla="*/ 1008192 w 1531140"/>
                <a:gd name="connsiteY1503" fmla="*/ 1216388 h 1254092"/>
                <a:gd name="connsiteX1504" fmla="*/ 1011471 w 1531140"/>
                <a:gd name="connsiteY1504" fmla="*/ 1213109 h 1254092"/>
                <a:gd name="connsiteX1505" fmla="*/ 1013110 w 1531140"/>
                <a:gd name="connsiteY1505" fmla="*/ 1213109 h 1254092"/>
                <a:gd name="connsiteX1506" fmla="*/ 1016389 w 1531140"/>
                <a:gd name="connsiteY1506" fmla="*/ 1208191 h 1254092"/>
                <a:gd name="connsiteX1507" fmla="*/ 1018029 w 1531140"/>
                <a:gd name="connsiteY1507" fmla="*/ 1204913 h 1254092"/>
                <a:gd name="connsiteX1508" fmla="*/ 1016389 w 1531140"/>
                <a:gd name="connsiteY1508" fmla="*/ 1201634 h 1254092"/>
                <a:gd name="connsiteX1509" fmla="*/ 1014750 w 1531140"/>
                <a:gd name="connsiteY1509" fmla="*/ 1198355 h 1254092"/>
                <a:gd name="connsiteX1510" fmla="*/ 1011471 w 1531140"/>
                <a:gd name="connsiteY1510" fmla="*/ 1198355 h 1254092"/>
                <a:gd name="connsiteX1511" fmla="*/ 1008192 w 1531140"/>
                <a:gd name="connsiteY1511" fmla="*/ 1201634 h 1254092"/>
                <a:gd name="connsiteX1512" fmla="*/ 1003274 w 1531140"/>
                <a:gd name="connsiteY1512" fmla="*/ 1203274 h 1254092"/>
                <a:gd name="connsiteX1513" fmla="*/ 999995 w 1531140"/>
                <a:gd name="connsiteY1513" fmla="*/ 1204913 h 1254092"/>
                <a:gd name="connsiteX1514" fmla="*/ 996717 w 1531140"/>
                <a:gd name="connsiteY1514" fmla="*/ 1206552 h 1254092"/>
                <a:gd name="connsiteX1515" fmla="*/ 993439 w 1531140"/>
                <a:gd name="connsiteY1515" fmla="*/ 1208191 h 1254092"/>
                <a:gd name="connsiteX1516" fmla="*/ 988520 w 1531140"/>
                <a:gd name="connsiteY1516" fmla="*/ 1211470 h 1254092"/>
                <a:gd name="connsiteX1517" fmla="*/ 993439 w 1531140"/>
                <a:gd name="connsiteY1517" fmla="*/ 1211470 h 1254092"/>
                <a:gd name="connsiteX1518" fmla="*/ 996717 w 1531140"/>
                <a:gd name="connsiteY1518" fmla="*/ 1211470 h 1254092"/>
                <a:gd name="connsiteX1519" fmla="*/ 999995 w 1531140"/>
                <a:gd name="connsiteY1519" fmla="*/ 1213109 h 1254092"/>
                <a:gd name="connsiteX1520" fmla="*/ 996717 w 1531140"/>
                <a:gd name="connsiteY1520" fmla="*/ 1216388 h 1254092"/>
                <a:gd name="connsiteX1521" fmla="*/ 993439 w 1531140"/>
                <a:gd name="connsiteY1521" fmla="*/ 1216388 h 1254092"/>
                <a:gd name="connsiteX1522" fmla="*/ 988520 w 1531140"/>
                <a:gd name="connsiteY1522" fmla="*/ 1216388 h 1254092"/>
                <a:gd name="connsiteX1523" fmla="*/ 985242 w 1531140"/>
                <a:gd name="connsiteY1523" fmla="*/ 1218028 h 1254092"/>
                <a:gd name="connsiteX1524" fmla="*/ 983602 w 1531140"/>
                <a:gd name="connsiteY1524" fmla="*/ 1218028 h 1254092"/>
                <a:gd name="connsiteX1525" fmla="*/ 980323 w 1531140"/>
                <a:gd name="connsiteY1525" fmla="*/ 1221306 h 1254092"/>
                <a:gd name="connsiteX1526" fmla="*/ 977045 w 1531140"/>
                <a:gd name="connsiteY1526" fmla="*/ 1221306 h 1254092"/>
                <a:gd name="connsiteX1527" fmla="*/ 972127 w 1531140"/>
                <a:gd name="connsiteY1527" fmla="*/ 1224585 h 1254092"/>
                <a:gd name="connsiteX1528" fmla="*/ 968849 w 1531140"/>
                <a:gd name="connsiteY1528" fmla="*/ 1226224 h 1254092"/>
                <a:gd name="connsiteX1529" fmla="*/ 965570 w 1531140"/>
                <a:gd name="connsiteY1529" fmla="*/ 1229503 h 1254092"/>
                <a:gd name="connsiteX1530" fmla="*/ 962291 w 1531140"/>
                <a:gd name="connsiteY1530" fmla="*/ 1231142 h 1254092"/>
                <a:gd name="connsiteX1531" fmla="*/ 957373 w 1531140"/>
                <a:gd name="connsiteY1531" fmla="*/ 1234421 h 1254092"/>
                <a:gd name="connsiteX1532" fmla="*/ 954094 w 1531140"/>
                <a:gd name="connsiteY1532" fmla="*/ 1234421 h 1254092"/>
                <a:gd name="connsiteX1533" fmla="*/ 950815 w 1531140"/>
                <a:gd name="connsiteY1533" fmla="*/ 1237699 h 1254092"/>
                <a:gd name="connsiteX1534" fmla="*/ 945898 w 1531140"/>
                <a:gd name="connsiteY1534" fmla="*/ 1239339 h 1254092"/>
                <a:gd name="connsiteX1535" fmla="*/ 942619 w 1531140"/>
                <a:gd name="connsiteY1535" fmla="*/ 1240978 h 1254092"/>
                <a:gd name="connsiteX1536" fmla="*/ 940980 w 1531140"/>
                <a:gd name="connsiteY1536" fmla="*/ 1239339 h 1254092"/>
                <a:gd name="connsiteX1537" fmla="*/ 937701 w 1531140"/>
                <a:gd name="connsiteY1537" fmla="*/ 1237699 h 1254092"/>
                <a:gd name="connsiteX1538" fmla="*/ 934422 w 1531140"/>
                <a:gd name="connsiteY1538" fmla="*/ 1236060 h 1254092"/>
                <a:gd name="connsiteX1539" fmla="*/ 931143 w 1531140"/>
                <a:gd name="connsiteY1539" fmla="*/ 1231142 h 1254092"/>
                <a:gd name="connsiteX1540" fmla="*/ 927865 w 1531140"/>
                <a:gd name="connsiteY1540" fmla="*/ 1231142 h 1254092"/>
                <a:gd name="connsiteX1541" fmla="*/ 922946 w 1531140"/>
                <a:gd name="connsiteY1541" fmla="*/ 1229503 h 1254092"/>
                <a:gd name="connsiteX1542" fmla="*/ 921307 w 1531140"/>
                <a:gd name="connsiteY1542" fmla="*/ 1224585 h 1254092"/>
                <a:gd name="connsiteX1543" fmla="*/ 918029 w 1531140"/>
                <a:gd name="connsiteY1543" fmla="*/ 1221306 h 1254092"/>
                <a:gd name="connsiteX1544" fmla="*/ 913111 w 1531140"/>
                <a:gd name="connsiteY1544" fmla="*/ 1219667 h 1254092"/>
                <a:gd name="connsiteX1545" fmla="*/ 909832 w 1531140"/>
                <a:gd name="connsiteY1545" fmla="*/ 1219667 h 1254092"/>
                <a:gd name="connsiteX1546" fmla="*/ 906553 w 1531140"/>
                <a:gd name="connsiteY1546" fmla="*/ 1221306 h 1254092"/>
                <a:gd name="connsiteX1547" fmla="*/ 901635 w 1531140"/>
                <a:gd name="connsiteY1547" fmla="*/ 1219667 h 1254092"/>
                <a:gd name="connsiteX1548" fmla="*/ 898356 w 1531140"/>
                <a:gd name="connsiteY1548" fmla="*/ 1216388 h 1254092"/>
                <a:gd name="connsiteX1549" fmla="*/ 895078 w 1531140"/>
                <a:gd name="connsiteY1549" fmla="*/ 1214749 h 1254092"/>
                <a:gd name="connsiteX1550" fmla="*/ 891800 w 1531140"/>
                <a:gd name="connsiteY1550" fmla="*/ 1216388 h 1254092"/>
                <a:gd name="connsiteX1551" fmla="*/ 886882 w 1531140"/>
                <a:gd name="connsiteY1551" fmla="*/ 1216388 h 1254092"/>
                <a:gd name="connsiteX1552" fmla="*/ 883603 w 1531140"/>
                <a:gd name="connsiteY1552" fmla="*/ 1221306 h 1254092"/>
                <a:gd name="connsiteX1553" fmla="*/ 880324 w 1531140"/>
                <a:gd name="connsiteY1553" fmla="*/ 1219667 h 1254092"/>
                <a:gd name="connsiteX1554" fmla="*/ 877045 w 1531140"/>
                <a:gd name="connsiteY1554" fmla="*/ 1221306 h 1254092"/>
                <a:gd name="connsiteX1555" fmla="*/ 878685 w 1531140"/>
                <a:gd name="connsiteY1555" fmla="*/ 1216388 h 1254092"/>
                <a:gd name="connsiteX1556" fmla="*/ 877045 w 1531140"/>
                <a:gd name="connsiteY1556" fmla="*/ 1213109 h 1254092"/>
                <a:gd name="connsiteX1557" fmla="*/ 873766 w 1531140"/>
                <a:gd name="connsiteY1557" fmla="*/ 1209831 h 1254092"/>
                <a:gd name="connsiteX1558" fmla="*/ 868849 w 1531140"/>
                <a:gd name="connsiteY1558" fmla="*/ 1206552 h 1254092"/>
                <a:gd name="connsiteX1559" fmla="*/ 868849 w 1531140"/>
                <a:gd name="connsiteY1559" fmla="*/ 1206552 h 1254092"/>
                <a:gd name="connsiteX1560" fmla="*/ 865570 w 1531140"/>
                <a:gd name="connsiteY1560" fmla="*/ 1206552 h 1254092"/>
                <a:gd name="connsiteX1561" fmla="*/ 860652 w 1531140"/>
                <a:gd name="connsiteY1561" fmla="*/ 1206552 h 1254092"/>
                <a:gd name="connsiteX1562" fmla="*/ 857373 w 1531140"/>
                <a:gd name="connsiteY1562" fmla="*/ 1204913 h 1254092"/>
                <a:gd name="connsiteX1563" fmla="*/ 854095 w 1531140"/>
                <a:gd name="connsiteY1563" fmla="*/ 1201634 h 1254092"/>
                <a:gd name="connsiteX1564" fmla="*/ 850816 w 1531140"/>
                <a:gd name="connsiteY1564" fmla="*/ 1196716 h 1254092"/>
                <a:gd name="connsiteX1565" fmla="*/ 850816 w 1531140"/>
                <a:gd name="connsiteY1565" fmla="*/ 1191798 h 1254092"/>
                <a:gd name="connsiteX1566" fmla="*/ 850816 w 1531140"/>
                <a:gd name="connsiteY1566" fmla="*/ 1188519 h 1254092"/>
                <a:gd name="connsiteX1567" fmla="*/ 849176 w 1531140"/>
                <a:gd name="connsiteY1567" fmla="*/ 1185241 h 1254092"/>
                <a:gd name="connsiteX1568" fmla="*/ 849176 w 1531140"/>
                <a:gd name="connsiteY1568" fmla="*/ 1181962 h 1254092"/>
                <a:gd name="connsiteX1569" fmla="*/ 845898 w 1531140"/>
                <a:gd name="connsiteY1569" fmla="*/ 1181962 h 1254092"/>
                <a:gd name="connsiteX1570" fmla="*/ 845898 w 1531140"/>
                <a:gd name="connsiteY1570" fmla="*/ 1180322 h 1254092"/>
                <a:gd name="connsiteX1571" fmla="*/ 844258 w 1531140"/>
                <a:gd name="connsiteY1571" fmla="*/ 1175405 h 1254092"/>
                <a:gd name="connsiteX1572" fmla="*/ 844258 w 1531140"/>
                <a:gd name="connsiteY1572" fmla="*/ 1172126 h 1254092"/>
                <a:gd name="connsiteX1573" fmla="*/ 842620 w 1531140"/>
                <a:gd name="connsiteY1573" fmla="*/ 1168847 h 1254092"/>
                <a:gd name="connsiteX1574" fmla="*/ 845898 w 1531140"/>
                <a:gd name="connsiteY1574" fmla="*/ 1163929 h 1254092"/>
                <a:gd name="connsiteX1575" fmla="*/ 845898 w 1531140"/>
                <a:gd name="connsiteY1575" fmla="*/ 1160651 h 1254092"/>
                <a:gd name="connsiteX1576" fmla="*/ 847537 w 1531140"/>
                <a:gd name="connsiteY1576" fmla="*/ 1157372 h 1254092"/>
                <a:gd name="connsiteX1577" fmla="*/ 850816 w 1531140"/>
                <a:gd name="connsiteY1577" fmla="*/ 1155732 h 1254092"/>
                <a:gd name="connsiteX1578" fmla="*/ 854095 w 1531140"/>
                <a:gd name="connsiteY1578" fmla="*/ 1152454 h 1254092"/>
                <a:gd name="connsiteX1579" fmla="*/ 855734 w 1531140"/>
                <a:gd name="connsiteY1579" fmla="*/ 1150815 h 1254092"/>
                <a:gd name="connsiteX1580" fmla="*/ 857373 w 1531140"/>
                <a:gd name="connsiteY1580" fmla="*/ 1145897 h 1254092"/>
                <a:gd name="connsiteX1581" fmla="*/ 859013 w 1531140"/>
                <a:gd name="connsiteY1581" fmla="*/ 1142618 h 1254092"/>
                <a:gd name="connsiteX1582" fmla="*/ 859013 w 1531140"/>
                <a:gd name="connsiteY1582" fmla="*/ 1139339 h 1254092"/>
                <a:gd name="connsiteX1583" fmla="*/ 859013 w 1531140"/>
                <a:gd name="connsiteY1583" fmla="*/ 1134421 h 1254092"/>
                <a:gd name="connsiteX1584" fmla="*/ 860652 w 1531140"/>
                <a:gd name="connsiteY1584" fmla="*/ 1131142 h 1254092"/>
                <a:gd name="connsiteX1585" fmla="*/ 860652 w 1531140"/>
                <a:gd name="connsiteY1585" fmla="*/ 1127864 h 1254092"/>
                <a:gd name="connsiteX1586" fmla="*/ 860652 w 1531140"/>
                <a:gd name="connsiteY1586" fmla="*/ 1122946 h 1254092"/>
                <a:gd name="connsiteX1587" fmla="*/ 859013 w 1531140"/>
                <a:gd name="connsiteY1587" fmla="*/ 1119667 h 1254092"/>
                <a:gd name="connsiteX1588" fmla="*/ 859013 w 1531140"/>
                <a:gd name="connsiteY1588" fmla="*/ 1116388 h 1254092"/>
                <a:gd name="connsiteX1589" fmla="*/ 857373 w 1531140"/>
                <a:gd name="connsiteY1589" fmla="*/ 1111471 h 1254092"/>
                <a:gd name="connsiteX1590" fmla="*/ 855734 w 1531140"/>
                <a:gd name="connsiteY1590" fmla="*/ 1108192 h 1254092"/>
                <a:gd name="connsiteX1591" fmla="*/ 852455 w 1531140"/>
                <a:gd name="connsiteY1591" fmla="*/ 1104913 h 1254092"/>
                <a:gd name="connsiteX1592" fmla="*/ 849176 w 1531140"/>
                <a:gd name="connsiteY1592" fmla="*/ 1099995 h 1254092"/>
                <a:gd name="connsiteX1593" fmla="*/ 845898 w 1531140"/>
                <a:gd name="connsiteY1593" fmla="*/ 1096717 h 1254092"/>
                <a:gd name="connsiteX1594" fmla="*/ 850816 w 1531140"/>
                <a:gd name="connsiteY1594" fmla="*/ 1099995 h 1254092"/>
                <a:gd name="connsiteX1595" fmla="*/ 852455 w 1531140"/>
                <a:gd name="connsiteY1595" fmla="*/ 1103274 h 1254092"/>
                <a:gd name="connsiteX1596" fmla="*/ 855734 w 1531140"/>
                <a:gd name="connsiteY1596" fmla="*/ 1108192 h 1254092"/>
                <a:gd name="connsiteX1597" fmla="*/ 857373 w 1531140"/>
                <a:gd name="connsiteY1597" fmla="*/ 1111471 h 1254092"/>
                <a:gd name="connsiteX1598" fmla="*/ 859013 w 1531140"/>
                <a:gd name="connsiteY1598" fmla="*/ 1114749 h 1254092"/>
                <a:gd name="connsiteX1599" fmla="*/ 860652 w 1531140"/>
                <a:gd name="connsiteY1599" fmla="*/ 1119667 h 1254092"/>
                <a:gd name="connsiteX1600" fmla="*/ 860652 w 1531140"/>
                <a:gd name="connsiteY1600" fmla="*/ 1121307 h 1254092"/>
                <a:gd name="connsiteX1601" fmla="*/ 860652 w 1531140"/>
                <a:gd name="connsiteY1601" fmla="*/ 1124585 h 1254092"/>
                <a:gd name="connsiteX1602" fmla="*/ 862292 w 1531140"/>
                <a:gd name="connsiteY1602" fmla="*/ 1121307 h 1254092"/>
                <a:gd name="connsiteX1603" fmla="*/ 862292 w 1531140"/>
                <a:gd name="connsiteY1603" fmla="*/ 1118028 h 1254092"/>
                <a:gd name="connsiteX1604" fmla="*/ 860652 w 1531140"/>
                <a:gd name="connsiteY1604" fmla="*/ 1114749 h 1254092"/>
                <a:gd name="connsiteX1605" fmla="*/ 859013 w 1531140"/>
                <a:gd name="connsiteY1605" fmla="*/ 1109831 h 1254092"/>
                <a:gd name="connsiteX1606" fmla="*/ 855734 w 1531140"/>
                <a:gd name="connsiteY1606" fmla="*/ 1106552 h 1254092"/>
                <a:gd name="connsiteX1607" fmla="*/ 854095 w 1531140"/>
                <a:gd name="connsiteY1607" fmla="*/ 1103274 h 1254092"/>
                <a:gd name="connsiteX1608" fmla="*/ 850816 w 1531140"/>
                <a:gd name="connsiteY1608" fmla="*/ 1098356 h 1254092"/>
                <a:gd name="connsiteX1609" fmla="*/ 852455 w 1531140"/>
                <a:gd name="connsiteY1609" fmla="*/ 1095077 h 1254092"/>
                <a:gd name="connsiteX1610" fmla="*/ 857373 w 1531140"/>
                <a:gd name="connsiteY1610" fmla="*/ 1095077 h 1254092"/>
                <a:gd name="connsiteX1611" fmla="*/ 855734 w 1531140"/>
                <a:gd name="connsiteY1611" fmla="*/ 1098356 h 1254092"/>
                <a:gd name="connsiteX1612" fmla="*/ 855734 w 1531140"/>
                <a:gd name="connsiteY1612" fmla="*/ 1101635 h 1254092"/>
                <a:gd name="connsiteX1613" fmla="*/ 860652 w 1531140"/>
                <a:gd name="connsiteY1613" fmla="*/ 1099995 h 1254092"/>
                <a:gd name="connsiteX1614" fmla="*/ 860652 w 1531140"/>
                <a:gd name="connsiteY1614" fmla="*/ 1096717 h 1254092"/>
                <a:gd name="connsiteX1615" fmla="*/ 860652 w 1531140"/>
                <a:gd name="connsiteY1615" fmla="*/ 1093438 h 1254092"/>
                <a:gd name="connsiteX1616" fmla="*/ 865570 w 1531140"/>
                <a:gd name="connsiteY1616" fmla="*/ 1091798 h 1254092"/>
                <a:gd name="connsiteX1617" fmla="*/ 865570 w 1531140"/>
                <a:gd name="connsiteY1617" fmla="*/ 1088520 h 1254092"/>
                <a:gd name="connsiteX1618" fmla="*/ 865570 w 1531140"/>
                <a:gd name="connsiteY1618" fmla="*/ 1088520 h 1254092"/>
                <a:gd name="connsiteX1619" fmla="*/ 862292 w 1531140"/>
                <a:gd name="connsiteY1619" fmla="*/ 1085241 h 1254092"/>
                <a:gd name="connsiteX1620" fmla="*/ 857373 w 1531140"/>
                <a:gd name="connsiteY1620" fmla="*/ 1088520 h 1254092"/>
                <a:gd name="connsiteX1621" fmla="*/ 854095 w 1531140"/>
                <a:gd name="connsiteY1621" fmla="*/ 1088520 h 1254092"/>
                <a:gd name="connsiteX1622" fmla="*/ 850816 w 1531140"/>
                <a:gd name="connsiteY1622" fmla="*/ 1090159 h 1254092"/>
                <a:gd name="connsiteX1623" fmla="*/ 850816 w 1531140"/>
                <a:gd name="connsiteY1623" fmla="*/ 1095077 h 1254092"/>
                <a:gd name="connsiteX1624" fmla="*/ 847537 w 1531140"/>
                <a:gd name="connsiteY1624" fmla="*/ 1093438 h 1254092"/>
                <a:gd name="connsiteX1625" fmla="*/ 844258 w 1531140"/>
                <a:gd name="connsiteY1625" fmla="*/ 1093438 h 1254092"/>
                <a:gd name="connsiteX1626" fmla="*/ 847537 w 1531140"/>
                <a:gd name="connsiteY1626" fmla="*/ 1096717 h 1254092"/>
                <a:gd name="connsiteX1627" fmla="*/ 844258 w 1531140"/>
                <a:gd name="connsiteY1627" fmla="*/ 1095077 h 1254092"/>
                <a:gd name="connsiteX1628" fmla="*/ 839341 w 1531140"/>
                <a:gd name="connsiteY1628" fmla="*/ 1095077 h 1254092"/>
                <a:gd name="connsiteX1629" fmla="*/ 836062 w 1531140"/>
                <a:gd name="connsiteY1629" fmla="*/ 1096717 h 1254092"/>
                <a:gd name="connsiteX1630" fmla="*/ 832783 w 1531140"/>
                <a:gd name="connsiteY1630" fmla="*/ 1099995 h 1254092"/>
                <a:gd name="connsiteX1631" fmla="*/ 829505 w 1531140"/>
                <a:gd name="connsiteY1631" fmla="*/ 1099995 h 1254092"/>
                <a:gd name="connsiteX1632" fmla="*/ 824586 w 1531140"/>
                <a:gd name="connsiteY1632" fmla="*/ 1099995 h 1254092"/>
                <a:gd name="connsiteX1633" fmla="*/ 821308 w 1531140"/>
                <a:gd name="connsiteY1633" fmla="*/ 1099995 h 1254092"/>
                <a:gd name="connsiteX1634" fmla="*/ 819668 w 1531140"/>
                <a:gd name="connsiteY1634" fmla="*/ 1101635 h 1254092"/>
                <a:gd name="connsiteX1635" fmla="*/ 814751 w 1531140"/>
                <a:gd name="connsiteY1635" fmla="*/ 1098356 h 1254092"/>
                <a:gd name="connsiteX1636" fmla="*/ 819668 w 1531140"/>
                <a:gd name="connsiteY1636" fmla="*/ 1095077 h 1254092"/>
                <a:gd name="connsiteX1637" fmla="*/ 822947 w 1531140"/>
                <a:gd name="connsiteY1637" fmla="*/ 1093438 h 1254092"/>
                <a:gd name="connsiteX1638" fmla="*/ 826226 w 1531140"/>
                <a:gd name="connsiteY1638" fmla="*/ 1091798 h 1254092"/>
                <a:gd name="connsiteX1639" fmla="*/ 829505 w 1531140"/>
                <a:gd name="connsiteY1639" fmla="*/ 1088520 h 1254092"/>
                <a:gd name="connsiteX1640" fmla="*/ 834423 w 1531140"/>
                <a:gd name="connsiteY1640" fmla="*/ 1086881 h 1254092"/>
                <a:gd name="connsiteX1641" fmla="*/ 836062 w 1531140"/>
                <a:gd name="connsiteY1641" fmla="*/ 1081962 h 1254092"/>
                <a:gd name="connsiteX1642" fmla="*/ 837702 w 1531140"/>
                <a:gd name="connsiteY1642" fmla="*/ 1078684 h 1254092"/>
                <a:gd name="connsiteX1643" fmla="*/ 839341 w 1531140"/>
                <a:gd name="connsiteY1643" fmla="*/ 1075405 h 1254092"/>
                <a:gd name="connsiteX1644" fmla="*/ 842620 w 1531140"/>
                <a:gd name="connsiteY1644" fmla="*/ 1070487 h 1254092"/>
                <a:gd name="connsiteX1645" fmla="*/ 844258 w 1531140"/>
                <a:gd name="connsiteY1645" fmla="*/ 1067208 h 1254092"/>
                <a:gd name="connsiteX1646" fmla="*/ 845898 w 1531140"/>
                <a:gd name="connsiteY1646" fmla="*/ 1063930 h 1254092"/>
                <a:gd name="connsiteX1647" fmla="*/ 847537 w 1531140"/>
                <a:gd name="connsiteY1647" fmla="*/ 1059012 h 1254092"/>
                <a:gd name="connsiteX1648" fmla="*/ 845898 w 1531140"/>
                <a:gd name="connsiteY1648" fmla="*/ 1055733 h 1254092"/>
                <a:gd name="connsiteX1649" fmla="*/ 845898 w 1531140"/>
                <a:gd name="connsiteY1649" fmla="*/ 1052454 h 1254092"/>
                <a:gd name="connsiteX1650" fmla="*/ 844258 w 1531140"/>
                <a:gd name="connsiteY1650" fmla="*/ 1047537 h 1254092"/>
                <a:gd name="connsiteX1651" fmla="*/ 844258 w 1531140"/>
                <a:gd name="connsiteY1651" fmla="*/ 1044258 h 1254092"/>
                <a:gd name="connsiteX1652" fmla="*/ 844258 w 1531140"/>
                <a:gd name="connsiteY1652" fmla="*/ 1040979 h 1254092"/>
                <a:gd name="connsiteX1653" fmla="*/ 844258 w 1531140"/>
                <a:gd name="connsiteY1653" fmla="*/ 1037700 h 1254092"/>
                <a:gd name="connsiteX1654" fmla="*/ 844258 w 1531140"/>
                <a:gd name="connsiteY1654" fmla="*/ 1032782 h 1254092"/>
                <a:gd name="connsiteX1655" fmla="*/ 839341 w 1531140"/>
                <a:gd name="connsiteY1655" fmla="*/ 1036061 h 1254092"/>
                <a:gd name="connsiteX1656" fmla="*/ 839341 w 1531140"/>
                <a:gd name="connsiteY1656" fmla="*/ 1040979 h 1254092"/>
                <a:gd name="connsiteX1657" fmla="*/ 834423 w 1531140"/>
                <a:gd name="connsiteY1657" fmla="*/ 1044258 h 1254092"/>
                <a:gd name="connsiteX1658" fmla="*/ 831144 w 1531140"/>
                <a:gd name="connsiteY1658" fmla="*/ 1047537 h 1254092"/>
                <a:gd name="connsiteX1659" fmla="*/ 827865 w 1531140"/>
                <a:gd name="connsiteY1659" fmla="*/ 1050815 h 1254092"/>
                <a:gd name="connsiteX1660" fmla="*/ 827865 w 1531140"/>
                <a:gd name="connsiteY1660" fmla="*/ 1054094 h 1254092"/>
                <a:gd name="connsiteX1661" fmla="*/ 827865 w 1531140"/>
                <a:gd name="connsiteY1661" fmla="*/ 1055733 h 1254092"/>
                <a:gd name="connsiteX1662" fmla="*/ 824586 w 1531140"/>
                <a:gd name="connsiteY1662" fmla="*/ 1059012 h 1254092"/>
                <a:gd name="connsiteX1663" fmla="*/ 822947 w 1531140"/>
                <a:gd name="connsiteY1663" fmla="*/ 1062291 h 1254092"/>
                <a:gd name="connsiteX1664" fmla="*/ 819668 w 1531140"/>
                <a:gd name="connsiteY1664" fmla="*/ 1067208 h 1254092"/>
                <a:gd name="connsiteX1665" fmla="*/ 816390 w 1531140"/>
                <a:gd name="connsiteY1665" fmla="*/ 1070487 h 1254092"/>
                <a:gd name="connsiteX1666" fmla="*/ 813112 w 1531140"/>
                <a:gd name="connsiteY1666" fmla="*/ 1073766 h 1254092"/>
                <a:gd name="connsiteX1667" fmla="*/ 811472 w 1531140"/>
                <a:gd name="connsiteY1667" fmla="*/ 1078684 h 1254092"/>
                <a:gd name="connsiteX1668" fmla="*/ 806554 w 1531140"/>
                <a:gd name="connsiteY1668" fmla="*/ 1078684 h 1254092"/>
                <a:gd name="connsiteX1669" fmla="*/ 803275 w 1531140"/>
                <a:gd name="connsiteY1669" fmla="*/ 1077044 h 1254092"/>
                <a:gd name="connsiteX1670" fmla="*/ 799996 w 1531140"/>
                <a:gd name="connsiteY1670" fmla="*/ 1077044 h 1254092"/>
                <a:gd name="connsiteX1671" fmla="*/ 795078 w 1531140"/>
                <a:gd name="connsiteY1671" fmla="*/ 1078684 h 1254092"/>
                <a:gd name="connsiteX1672" fmla="*/ 791799 w 1531140"/>
                <a:gd name="connsiteY1672" fmla="*/ 1080323 h 1254092"/>
                <a:gd name="connsiteX1673" fmla="*/ 788522 w 1531140"/>
                <a:gd name="connsiteY1673" fmla="*/ 1081962 h 1254092"/>
                <a:gd name="connsiteX1674" fmla="*/ 785243 w 1531140"/>
                <a:gd name="connsiteY1674" fmla="*/ 1081962 h 1254092"/>
                <a:gd name="connsiteX1675" fmla="*/ 780325 w 1531140"/>
                <a:gd name="connsiteY1675" fmla="*/ 1083602 h 1254092"/>
                <a:gd name="connsiteX1676" fmla="*/ 777046 w 1531140"/>
                <a:gd name="connsiteY1676" fmla="*/ 1083602 h 1254092"/>
                <a:gd name="connsiteX1677" fmla="*/ 778685 w 1531140"/>
                <a:gd name="connsiteY1677" fmla="*/ 1080323 h 1254092"/>
                <a:gd name="connsiteX1678" fmla="*/ 781964 w 1531140"/>
                <a:gd name="connsiteY1678" fmla="*/ 1078684 h 1254092"/>
                <a:gd name="connsiteX1679" fmla="*/ 785243 w 1531140"/>
                <a:gd name="connsiteY1679" fmla="*/ 1073766 h 1254092"/>
                <a:gd name="connsiteX1680" fmla="*/ 786882 w 1531140"/>
                <a:gd name="connsiteY1680" fmla="*/ 1070487 h 1254092"/>
                <a:gd name="connsiteX1681" fmla="*/ 790161 w 1531140"/>
                <a:gd name="connsiteY1681" fmla="*/ 1067208 h 1254092"/>
                <a:gd name="connsiteX1682" fmla="*/ 795078 w 1531140"/>
                <a:gd name="connsiteY1682" fmla="*/ 1068848 h 1254092"/>
                <a:gd name="connsiteX1683" fmla="*/ 798357 w 1531140"/>
                <a:gd name="connsiteY1683" fmla="*/ 1067208 h 1254092"/>
                <a:gd name="connsiteX1684" fmla="*/ 801636 w 1531140"/>
                <a:gd name="connsiteY1684" fmla="*/ 1068848 h 1254092"/>
                <a:gd name="connsiteX1685" fmla="*/ 804915 w 1531140"/>
                <a:gd name="connsiteY1685" fmla="*/ 1068848 h 1254092"/>
                <a:gd name="connsiteX1686" fmla="*/ 808193 w 1531140"/>
                <a:gd name="connsiteY1686" fmla="*/ 1063930 h 1254092"/>
                <a:gd name="connsiteX1687" fmla="*/ 809833 w 1531140"/>
                <a:gd name="connsiteY1687" fmla="*/ 1060651 h 1254092"/>
                <a:gd name="connsiteX1688" fmla="*/ 811472 w 1531140"/>
                <a:gd name="connsiteY1688" fmla="*/ 1055733 h 1254092"/>
                <a:gd name="connsiteX1689" fmla="*/ 813112 w 1531140"/>
                <a:gd name="connsiteY1689" fmla="*/ 1052454 h 1254092"/>
                <a:gd name="connsiteX1690" fmla="*/ 814751 w 1531140"/>
                <a:gd name="connsiteY1690" fmla="*/ 1049176 h 1254092"/>
                <a:gd name="connsiteX1691" fmla="*/ 816390 w 1531140"/>
                <a:gd name="connsiteY1691" fmla="*/ 1045897 h 1254092"/>
                <a:gd name="connsiteX1692" fmla="*/ 818029 w 1531140"/>
                <a:gd name="connsiteY1692" fmla="*/ 1040979 h 1254092"/>
                <a:gd name="connsiteX1693" fmla="*/ 819668 w 1531140"/>
                <a:gd name="connsiteY1693" fmla="*/ 1037700 h 1254092"/>
                <a:gd name="connsiteX1694" fmla="*/ 821308 w 1531140"/>
                <a:gd name="connsiteY1694" fmla="*/ 1034422 h 1254092"/>
                <a:gd name="connsiteX1695" fmla="*/ 824586 w 1531140"/>
                <a:gd name="connsiteY1695" fmla="*/ 1029504 h 1254092"/>
                <a:gd name="connsiteX1696" fmla="*/ 826226 w 1531140"/>
                <a:gd name="connsiteY1696" fmla="*/ 1026225 h 1254092"/>
                <a:gd name="connsiteX1697" fmla="*/ 829505 w 1531140"/>
                <a:gd name="connsiteY1697" fmla="*/ 1024585 h 1254092"/>
                <a:gd name="connsiteX1698" fmla="*/ 832783 w 1531140"/>
                <a:gd name="connsiteY1698" fmla="*/ 1019668 h 1254092"/>
                <a:gd name="connsiteX1699" fmla="*/ 836062 w 1531140"/>
                <a:gd name="connsiteY1699" fmla="*/ 1018028 h 1254092"/>
                <a:gd name="connsiteX1700" fmla="*/ 839341 w 1531140"/>
                <a:gd name="connsiteY1700" fmla="*/ 1014750 h 1254092"/>
                <a:gd name="connsiteX1701" fmla="*/ 844258 w 1531140"/>
                <a:gd name="connsiteY1701" fmla="*/ 1011471 h 1254092"/>
                <a:gd name="connsiteX1702" fmla="*/ 847537 w 1531140"/>
                <a:gd name="connsiteY1702" fmla="*/ 1009832 h 1254092"/>
                <a:gd name="connsiteX1703" fmla="*/ 849176 w 1531140"/>
                <a:gd name="connsiteY1703" fmla="*/ 1006553 h 1254092"/>
                <a:gd name="connsiteX1704" fmla="*/ 849176 w 1531140"/>
                <a:gd name="connsiteY1704" fmla="*/ 1001635 h 1254092"/>
                <a:gd name="connsiteX1705" fmla="*/ 850816 w 1531140"/>
                <a:gd name="connsiteY1705" fmla="*/ 998356 h 1254092"/>
                <a:gd name="connsiteX1706" fmla="*/ 849176 w 1531140"/>
                <a:gd name="connsiteY1706" fmla="*/ 995078 h 1254092"/>
                <a:gd name="connsiteX1707" fmla="*/ 852455 w 1531140"/>
                <a:gd name="connsiteY1707" fmla="*/ 991799 h 1254092"/>
                <a:gd name="connsiteX1708" fmla="*/ 857373 w 1531140"/>
                <a:gd name="connsiteY1708" fmla="*/ 990160 h 1254092"/>
                <a:gd name="connsiteX1709" fmla="*/ 860652 w 1531140"/>
                <a:gd name="connsiteY1709" fmla="*/ 986881 h 1254092"/>
                <a:gd name="connsiteX1710" fmla="*/ 859013 w 1531140"/>
                <a:gd name="connsiteY1710" fmla="*/ 983602 h 1254092"/>
                <a:gd name="connsiteX1711" fmla="*/ 859013 w 1531140"/>
                <a:gd name="connsiteY1711" fmla="*/ 980324 h 1254092"/>
                <a:gd name="connsiteX1712" fmla="*/ 860652 w 1531140"/>
                <a:gd name="connsiteY1712" fmla="*/ 975405 h 1254092"/>
                <a:gd name="connsiteX1713" fmla="*/ 862292 w 1531140"/>
                <a:gd name="connsiteY1713" fmla="*/ 972127 h 1254092"/>
                <a:gd name="connsiteX1714" fmla="*/ 860652 w 1531140"/>
                <a:gd name="connsiteY1714" fmla="*/ 968848 h 1254092"/>
                <a:gd name="connsiteX1715" fmla="*/ 860652 w 1531140"/>
                <a:gd name="connsiteY1715" fmla="*/ 963930 h 1254092"/>
                <a:gd name="connsiteX1716" fmla="*/ 859013 w 1531140"/>
                <a:gd name="connsiteY1716" fmla="*/ 963930 h 1254092"/>
                <a:gd name="connsiteX1717" fmla="*/ 857373 w 1531140"/>
                <a:gd name="connsiteY1717" fmla="*/ 967209 h 1254092"/>
                <a:gd name="connsiteX1718" fmla="*/ 857373 w 1531140"/>
                <a:gd name="connsiteY1718" fmla="*/ 972127 h 1254092"/>
                <a:gd name="connsiteX1719" fmla="*/ 857373 w 1531140"/>
                <a:gd name="connsiteY1719" fmla="*/ 975405 h 1254092"/>
                <a:gd name="connsiteX1720" fmla="*/ 854095 w 1531140"/>
                <a:gd name="connsiteY1720" fmla="*/ 980324 h 1254092"/>
                <a:gd name="connsiteX1721" fmla="*/ 849176 w 1531140"/>
                <a:gd name="connsiteY1721" fmla="*/ 981963 h 1254092"/>
                <a:gd name="connsiteX1722" fmla="*/ 845898 w 1531140"/>
                <a:gd name="connsiteY1722" fmla="*/ 983602 h 1254092"/>
                <a:gd name="connsiteX1723" fmla="*/ 842620 w 1531140"/>
                <a:gd name="connsiteY1723" fmla="*/ 986881 h 1254092"/>
                <a:gd name="connsiteX1724" fmla="*/ 839341 w 1531140"/>
                <a:gd name="connsiteY1724" fmla="*/ 988520 h 1254092"/>
                <a:gd name="connsiteX1725" fmla="*/ 836062 w 1531140"/>
                <a:gd name="connsiteY1725" fmla="*/ 993438 h 1254092"/>
                <a:gd name="connsiteX1726" fmla="*/ 832783 w 1531140"/>
                <a:gd name="connsiteY1726" fmla="*/ 996717 h 1254092"/>
                <a:gd name="connsiteX1727" fmla="*/ 831144 w 1531140"/>
                <a:gd name="connsiteY1727" fmla="*/ 999995 h 1254092"/>
                <a:gd name="connsiteX1728" fmla="*/ 827865 w 1531140"/>
                <a:gd name="connsiteY1728" fmla="*/ 1004914 h 1254092"/>
                <a:gd name="connsiteX1729" fmla="*/ 824586 w 1531140"/>
                <a:gd name="connsiteY1729" fmla="*/ 1008192 h 1254092"/>
                <a:gd name="connsiteX1730" fmla="*/ 821308 w 1531140"/>
                <a:gd name="connsiteY1730" fmla="*/ 1011471 h 1254092"/>
                <a:gd name="connsiteX1731" fmla="*/ 818029 w 1531140"/>
                <a:gd name="connsiteY1731" fmla="*/ 1014750 h 1254092"/>
                <a:gd name="connsiteX1732" fmla="*/ 813112 w 1531140"/>
                <a:gd name="connsiteY1732" fmla="*/ 1014750 h 1254092"/>
                <a:gd name="connsiteX1733" fmla="*/ 809833 w 1531140"/>
                <a:gd name="connsiteY1733" fmla="*/ 1013110 h 1254092"/>
                <a:gd name="connsiteX1734" fmla="*/ 808193 w 1531140"/>
                <a:gd name="connsiteY1734" fmla="*/ 1018028 h 1254092"/>
                <a:gd name="connsiteX1735" fmla="*/ 804915 w 1531140"/>
                <a:gd name="connsiteY1735" fmla="*/ 1019668 h 1254092"/>
                <a:gd name="connsiteX1736" fmla="*/ 801636 w 1531140"/>
                <a:gd name="connsiteY1736" fmla="*/ 1019668 h 1254092"/>
                <a:gd name="connsiteX1737" fmla="*/ 796718 w 1531140"/>
                <a:gd name="connsiteY1737" fmla="*/ 1022947 h 1254092"/>
                <a:gd name="connsiteX1738" fmla="*/ 793439 w 1531140"/>
                <a:gd name="connsiteY1738" fmla="*/ 1022947 h 1254092"/>
                <a:gd name="connsiteX1739" fmla="*/ 790161 w 1531140"/>
                <a:gd name="connsiteY1739" fmla="*/ 1026225 h 1254092"/>
                <a:gd name="connsiteX1740" fmla="*/ 785243 w 1531140"/>
                <a:gd name="connsiteY1740" fmla="*/ 1027864 h 1254092"/>
                <a:gd name="connsiteX1741" fmla="*/ 781964 w 1531140"/>
                <a:gd name="connsiteY1741" fmla="*/ 1029504 h 1254092"/>
                <a:gd name="connsiteX1742" fmla="*/ 778685 w 1531140"/>
                <a:gd name="connsiteY1742" fmla="*/ 1034422 h 1254092"/>
                <a:gd name="connsiteX1743" fmla="*/ 775406 w 1531140"/>
                <a:gd name="connsiteY1743" fmla="*/ 1037700 h 1254092"/>
                <a:gd name="connsiteX1744" fmla="*/ 772128 w 1531140"/>
                <a:gd name="connsiteY1744" fmla="*/ 1040979 h 1254092"/>
                <a:gd name="connsiteX1745" fmla="*/ 768849 w 1531140"/>
                <a:gd name="connsiteY1745" fmla="*/ 1042618 h 1254092"/>
                <a:gd name="connsiteX1746" fmla="*/ 765570 w 1531140"/>
                <a:gd name="connsiteY1746" fmla="*/ 1047537 h 1254092"/>
                <a:gd name="connsiteX1747" fmla="*/ 763932 w 1531140"/>
                <a:gd name="connsiteY1747" fmla="*/ 1050815 h 1254092"/>
                <a:gd name="connsiteX1748" fmla="*/ 760653 w 1531140"/>
                <a:gd name="connsiteY1748" fmla="*/ 1050815 h 1254092"/>
                <a:gd name="connsiteX1749" fmla="*/ 757374 w 1531140"/>
                <a:gd name="connsiteY1749" fmla="*/ 1052454 h 1254092"/>
                <a:gd name="connsiteX1750" fmla="*/ 754095 w 1531140"/>
                <a:gd name="connsiteY1750" fmla="*/ 1055733 h 1254092"/>
                <a:gd name="connsiteX1751" fmla="*/ 752456 w 1531140"/>
                <a:gd name="connsiteY1751" fmla="*/ 1060651 h 1254092"/>
                <a:gd name="connsiteX1752" fmla="*/ 749177 w 1531140"/>
                <a:gd name="connsiteY1752" fmla="*/ 1063930 h 1254092"/>
                <a:gd name="connsiteX1753" fmla="*/ 752456 w 1531140"/>
                <a:gd name="connsiteY1753" fmla="*/ 1062291 h 1254092"/>
                <a:gd name="connsiteX1754" fmla="*/ 755735 w 1531140"/>
                <a:gd name="connsiteY1754" fmla="*/ 1060651 h 1254092"/>
                <a:gd name="connsiteX1755" fmla="*/ 754095 w 1531140"/>
                <a:gd name="connsiteY1755" fmla="*/ 1065569 h 1254092"/>
                <a:gd name="connsiteX1756" fmla="*/ 752456 w 1531140"/>
                <a:gd name="connsiteY1756" fmla="*/ 1068848 h 1254092"/>
                <a:gd name="connsiteX1757" fmla="*/ 749177 w 1531140"/>
                <a:gd name="connsiteY1757" fmla="*/ 1072127 h 1254092"/>
                <a:gd name="connsiteX1758" fmla="*/ 749177 w 1531140"/>
                <a:gd name="connsiteY1758" fmla="*/ 1068848 h 1254092"/>
                <a:gd name="connsiteX1759" fmla="*/ 745898 w 1531140"/>
                <a:gd name="connsiteY1759" fmla="*/ 1065569 h 1254092"/>
                <a:gd name="connsiteX1760" fmla="*/ 742619 w 1531140"/>
                <a:gd name="connsiteY1760" fmla="*/ 1067208 h 1254092"/>
                <a:gd name="connsiteX1761" fmla="*/ 739341 w 1531140"/>
                <a:gd name="connsiteY1761" fmla="*/ 1065569 h 1254092"/>
                <a:gd name="connsiteX1762" fmla="*/ 737702 w 1531140"/>
                <a:gd name="connsiteY1762" fmla="*/ 1062291 h 1254092"/>
                <a:gd name="connsiteX1763" fmla="*/ 734423 w 1531140"/>
                <a:gd name="connsiteY1763" fmla="*/ 1059012 h 1254092"/>
                <a:gd name="connsiteX1764" fmla="*/ 734423 w 1531140"/>
                <a:gd name="connsiteY1764" fmla="*/ 1054094 h 1254092"/>
                <a:gd name="connsiteX1765" fmla="*/ 729505 w 1531140"/>
                <a:gd name="connsiteY1765" fmla="*/ 1052454 h 1254092"/>
                <a:gd name="connsiteX1766" fmla="*/ 726226 w 1531140"/>
                <a:gd name="connsiteY1766" fmla="*/ 1054094 h 1254092"/>
                <a:gd name="connsiteX1767" fmla="*/ 729505 w 1531140"/>
                <a:gd name="connsiteY1767" fmla="*/ 1049176 h 1254092"/>
                <a:gd name="connsiteX1768" fmla="*/ 732784 w 1531140"/>
                <a:gd name="connsiteY1768" fmla="*/ 1045897 h 1254092"/>
                <a:gd name="connsiteX1769" fmla="*/ 732784 w 1531140"/>
                <a:gd name="connsiteY1769" fmla="*/ 1050815 h 1254092"/>
                <a:gd name="connsiteX1770" fmla="*/ 737702 w 1531140"/>
                <a:gd name="connsiteY1770" fmla="*/ 1052454 h 1254092"/>
                <a:gd name="connsiteX1771" fmla="*/ 739341 w 1531140"/>
                <a:gd name="connsiteY1771" fmla="*/ 1049176 h 1254092"/>
                <a:gd name="connsiteX1772" fmla="*/ 739341 w 1531140"/>
                <a:gd name="connsiteY1772" fmla="*/ 1044258 h 1254092"/>
                <a:gd name="connsiteX1773" fmla="*/ 740980 w 1531140"/>
                <a:gd name="connsiteY1773" fmla="*/ 1040979 h 1254092"/>
                <a:gd name="connsiteX1774" fmla="*/ 740980 w 1531140"/>
                <a:gd name="connsiteY1774" fmla="*/ 1037700 h 1254092"/>
                <a:gd name="connsiteX1775" fmla="*/ 740980 w 1531140"/>
                <a:gd name="connsiteY1775" fmla="*/ 1032782 h 1254092"/>
                <a:gd name="connsiteX1776" fmla="*/ 742619 w 1531140"/>
                <a:gd name="connsiteY1776" fmla="*/ 1029504 h 1254092"/>
                <a:gd name="connsiteX1777" fmla="*/ 742619 w 1531140"/>
                <a:gd name="connsiteY1777" fmla="*/ 1026225 h 1254092"/>
                <a:gd name="connsiteX1778" fmla="*/ 742619 w 1531140"/>
                <a:gd name="connsiteY1778" fmla="*/ 1024585 h 1254092"/>
                <a:gd name="connsiteX1779" fmla="*/ 740980 w 1531140"/>
                <a:gd name="connsiteY1779" fmla="*/ 1021307 h 1254092"/>
                <a:gd name="connsiteX1780" fmla="*/ 737702 w 1531140"/>
                <a:gd name="connsiteY1780" fmla="*/ 1016389 h 1254092"/>
                <a:gd name="connsiteX1781" fmla="*/ 736063 w 1531140"/>
                <a:gd name="connsiteY1781" fmla="*/ 1013110 h 1254092"/>
                <a:gd name="connsiteX1782" fmla="*/ 734423 w 1531140"/>
                <a:gd name="connsiteY1782" fmla="*/ 1009832 h 1254092"/>
                <a:gd name="connsiteX1783" fmla="*/ 737702 w 1531140"/>
                <a:gd name="connsiteY1783" fmla="*/ 1004914 h 1254092"/>
                <a:gd name="connsiteX1784" fmla="*/ 737702 w 1531140"/>
                <a:gd name="connsiteY1784" fmla="*/ 1001635 h 1254092"/>
                <a:gd name="connsiteX1785" fmla="*/ 737702 w 1531140"/>
                <a:gd name="connsiteY1785" fmla="*/ 998356 h 1254092"/>
                <a:gd name="connsiteX1786" fmla="*/ 734423 w 1531140"/>
                <a:gd name="connsiteY1786" fmla="*/ 995078 h 1254092"/>
                <a:gd name="connsiteX1787" fmla="*/ 736063 w 1531140"/>
                <a:gd name="connsiteY1787" fmla="*/ 990160 h 1254092"/>
                <a:gd name="connsiteX1788" fmla="*/ 732784 w 1531140"/>
                <a:gd name="connsiteY1788" fmla="*/ 991799 h 1254092"/>
                <a:gd name="connsiteX1789" fmla="*/ 727866 w 1531140"/>
                <a:gd name="connsiteY1789" fmla="*/ 990160 h 1254092"/>
                <a:gd name="connsiteX1790" fmla="*/ 724587 w 1531140"/>
                <a:gd name="connsiteY1790" fmla="*/ 991799 h 1254092"/>
                <a:gd name="connsiteX1791" fmla="*/ 721308 w 1531140"/>
                <a:gd name="connsiteY1791" fmla="*/ 990160 h 1254092"/>
                <a:gd name="connsiteX1792" fmla="*/ 721308 w 1531140"/>
                <a:gd name="connsiteY1792" fmla="*/ 986881 h 1254092"/>
                <a:gd name="connsiteX1793" fmla="*/ 721308 w 1531140"/>
                <a:gd name="connsiteY1793" fmla="*/ 981963 h 1254092"/>
                <a:gd name="connsiteX1794" fmla="*/ 718029 w 1531140"/>
                <a:gd name="connsiteY1794" fmla="*/ 978684 h 1254092"/>
                <a:gd name="connsiteX1795" fmla="*/ 721308 w 1531140"/>
                <a:gd name="connsiteY1795" fmla="*/ 975405 h 1254092"/>
                <a:gd name="connsiteX1796" fmla="*/ 722948 w 1531140"/>
                <a:gd name="connsiteY1796" fmla="*/ 970488 h 1254092"/>
                <a:gd name="connsiteX1797" fmla="*/ 726226 w 1531140"/>
                <a:gd name="connsiteY1797" fmla="*/ 972127 h 1254092"/>
                <a:gd name="connsiteX1798" fmla="*/ 726226 w 1531140"/>
                <a:gd name="connsiteY1798" fmla="*/ 973766 h 1254092"/>
                <a:gd name="connsiteX1799" fmla="*/ 729505 w 1531140"/>
                <a:gd name="connsiteY1799" fmla="*/ 970488 h 1254092"/>
                <a:gd name="connsiteX1800" fmla="*/ 731145 w 1531140"/>
                <a:gd name="connsiteY1800" fmla="*/ 967209 h 1254092"/>
                <a:gd name="connsiteX1801" fmla="*/ 731145 w 1531140"/>
                <a:gd name="connsiteY1801" fmla="*/ 962291 h 1254092"/>
                <a:gd name="connsiteX1802" fmla="*/ 727866 w 1531140"/>
                <a:gd name="connsiteY1802" fmla="*/ 959012 h 1254092"/>
                <a:gd name="connsiteX1803" fmla="*/ 724587 w 1531140"/>
                <a:gd name="connsiteY1803" fmla="*/ 959012 h 1254092"/>
                <a:gd name="connsiteX1804" fmla="*/ 721308 w 1531140"/>
                <a:gd name="connsiteY1804" fmla="*/ 960651 h 1254092"/>
                <a:gd name="connsiteX1805" fmla="*/ 716390 w 1531140"/>
                <a:gd name="connsiteY1805" fmla="*/ 962291 h 1254092"/>
                <a:gd name="connsiteX1806" fmla="*/ 718029 w 1531140"/>
                <a:gd name="connsiteY1806" fmla="*/ 959012 h 1254092"/>
                <a:gd name="connsiteX1807" fmla="*/ 721308 w 1531140"/>
                <a:gd name="connsiteY1807" fmla="*/ 955734 h 1254092"/>
                <a:gd name="connsiteX1808" fmla="*/ 721308 w 1531140"/>
                <a:gd name="connsiteY1808" fmla="*/ 952455 h 1254092"/>
                <a:gd name="connsiteX1809" fmla="*/ 718029 w 1531140"/>
                <a:gd name="connsiteY1809" fmla="*/ 949176 h 1254092"/>
                <a:gd name="connsiteX1810" fmla="*/ 716390 w 1531140"/>
                <a:gd name="connsiteY1810" fmla="*/ 944258 h 1254092"/>
                <a:gd name="connsiteX1811" fmla="*/ 716390 w 1531140"/>
                <a:gd name="connsiteY1811" fmla="*/ 944258 h 1254092"/>
                <a:gd name="connsiteX1812" fmla="*/ 716390 w 1531140"/>
                <a:gd name="connsiteY1812" fmla="*/ 944258 h 1254092"/>
                <a:gd name="connsiteX1813" fmla="*/ 713112 w 1531140"/>
                <a:gd name="connsiteY1813" fmla="*/ 945897 h 1254092"/>
                <a:gd name="connsiteX1814" fmla="*/ 708194 w 1531140"/>
                <a:gd name="connsiteY1814" fmla="*/ 944258 h 1254092"/>
                <a:gd name="connsiteX1815" fmla="*/ 706555 w 1531140"/>
                <a:gd name="connsiteY1815" fmla="*/ 947537 h 1254092"/>
                <a:gd name="connsiteX1816" fmla="*/ 703276 w 1531140"/>
                <a:gd name="connsiteY1816" fmla="*/ 947537 h 1254092"/>
                <a:gd name="connsiteX1817" fmla="*/ 698358 w 1531140"/>
                <a:gd name="connsiteY1817" fmla="*/ 947537 h 1254092"/>
                <a:gd name="connsiteX1818" fmla="*/ 695079 w 1531140"/>
                <a:gd name="connsiteY1818" fmla="*/ 945897 h 1254092"/>
                <a:gd name="connsiteX1819" fmla="*/ 691800 w 1531140"/>
                <a:gd name="connsiteY1819" fmla="*/ 944258 h 1254092"/>
                <a:gd name="connsiteX1820" fmla="*/ 688521 w 1531140"/>
                <a:gd name="connsiteY1820" fmla="*/ 939340 h 1254092"/>
                <a:gd name="connsiteX1821" fmla="*/ 686883 w 1531140"/>
                <a:gd name="connsiteY1821" fmla="*/ 937701 h 1254092"/>
                <a:gd name="connsiteX1822" fmla="*/ 683604 w 1531140"/>
                <a:gd name="connsiteY1822" fmla="*/ 937701 h 1254092"/>
                <a:gd name="connsiteX1823" fmla="*/ 680325 w 1531140"/>
                <a:gd name="connsiteY1823" fmla="*/ 936061 h 1254092"/>
                <a:gd name="connsiteX1824" fmla="*/ 675407 w 1531140"/>
                <a:gd name="connsiteY1824" fmla="*/ 937701 h 1254092"/>
                <a:gd name="connsiteX1825" fmla="*/ 673768 w 1531140"/>
                <a:gd name="connsiteY1825" fmla="*/ 940980 h 1254092"/>
                <a:gd name="connsiteX1826" fmla="*/ 670489 w 1531140"/>
                <a:gd name="connsiteY1826" fmla="*/ 939340 h 1254092"/>
                <a:gd name="connsiteX1827" fmla="*/ 665571 w 1531140"/>
                <a:gd name="connsiteY1827" fmla="*/ 940980 h 1254092"/>
                <a:gd name="connsiteX1828" fmla="*/ 662292 w 1531140"/>
                <a:gd name="connsiteY1828" fmla="*/ 937701 h 1254092"/>
                <a:gd name="connsiteX1829" fmla="*/ 660653 w 1531140"/>
                <a:gd name="connsiteY1829" fmla="*/ 934422 h 1254092"/>
                <a:gd name="connsiteX1830" fmla="*/ 657375 w 1531140"/>
                <a:gd name="connsiteY1830" fmla="*/ 931144 h 1254092"/>
                <a:gd name="connsiteX1831" fmla="*/ 654096 w 1531140"/>
                <a:gd name="connsiteY1831" fmla="*/ 927865 h 1254092"/>
                <a:gd name="connsiteX1832" fmla="*/ 649178 w 1531140"/>
                <a:gd name="connsiteY1832" fmla="*/ 924586 h 1254092"/>
                <a:gd name="connsiteX1833" fmla="*/ 645899 w 1531140"/>
                <a:gd name="connsiteY1833" fmla="*/ 921307 h 1254092"/>
                <a:gd name="connsiteX1834" fmla="*/ 642620 w 1531140"/>
                <a:gd name="connsiteY1834" fmla="*/ 919668 h 1254092"/>
                <a:gd name="connsiteX1835" fmla="*/ 637702 w 1531140"/>
                <a:gd name="connsiteY1835" fmla="*/ 918029 h 1254092"/>
                <a:gd name="connsiteX1836" fmla="*/ 634424 w 1531140"/>
                <a:gd name="connsiteY1836" fmla="*/ 916390 h 1254092"/>
                <a:gd name="connsiteX1837" fmla="*/ 631145 w 1531140"/>
                <a:gd name="connsiteY1837" fmla="*/ 916390 h 1254092"/>
                <a:gd name="connsiteX1838" fmla="*/ 627866 w 1531140"/>
                <a:gd name="connsiteY1838" fmla="*/ 919668 h 1254092"/>
                <a:gd name="connsiteX1839" fmla="*/ 622948 w 1531140"/>
                <a:gd name="connsiteY1839" fmla="*/ 919668 h 1254092"/>
                <a:gd name="connsiteX1840" fmla="*/ 619669 w 1531140"/>
                <a:gd name="connsiteY1840" fmla="*/ 921307 h 1254092"/>
                <a:gd name="connsiteX1841" fmla="*/ 616391 w 1531140"/>
                <a:gd name="connsiteY1841" fmla="*/ 921307 h 1254092"/>
                <a:gd name="connsiteX1842" fmla="*/ 611472 w 1531140"/>
                <a:gd name="connsiteY1842" fmla="*/ 921307 h 1254092"/>
                <a:gd name="connsiteX1843" fmla="*/ 608195 w 1531140"/>
                <a:gd name="connsiteY1843" fmla="*/ 921307 h 1254092"/>
                <a:gd name="connsiteX1844" fmla="*/ 604916 w 1531140"/>
                <a:gd name="connsiteY1844" fmla="*/ 921307 h 1254092"/>
                <a:gd name="connsiteX1845" fmla="*/ 601637 w 1531140"/>
                <a:gd name="connsiteY1845" fmla="*/ 921307 h 1254092"/>
                <a:gd name="connsiteX1846" fmla="*/ 596719 w 1531140"/>
                <a:gd name="connsiteY1846" fmla="*/ 921307 h 1254092"/>
                <a:gd name="connsiteX1847" fmla="*/ 593440 w 1531140"/>
                <a:gd name="connsiteY1847" fmla="*/ 921307 h 1254092"/>
                <a:gd name="connsiteX1848" fmla="*/ 590161 w 1531140"/>
                <a:gd name="connsiteY1848" fmla="*/ 921307 h 1254092"/>
                <a:gd name="connsiteX1849" fmla="*/ 585243 w 1531140"/>
                <a:gd name="connsiteY1849" fmla="*/ 921307 h 1254092"/>
                <a:gd name="connsiteX1850" fmla="*/ 581965 w 1531140"/>
                <a:gd name="connsiteY1850" fmla="*/ 922947 h 1254092"/>
                <a:gd name="connsiteX1851" fmla="*/ 578686 w 1531140"/>
                <a:gd name="connsiteY1851" fmla="*/ 922947 h 1254092"/>
                <a:gd name="connsiteX1852" fmla="*/ 575408 w 1531140"/>
                <a:gd name="connsiteY1852" fmla="*/ 922947 h 1254092"/>
                <a:gd name="connsiteX1853" fmla="*/ 570489 w 1531140"/>
                <a:gd name="connsiteY1853" fmla="*/ 922947 h 1254092"/>
                <a:gd name="connsiteX1854" fmla="*/ 567211 w 1531140"/>
                <a:gd name="connsiteY1854" fmla="*/ 922947 h 1254092"/>
                <a:gd name="connsiteX1855" fmla="*/ 563932 w 1531140"/>
                <a:gd name="connsiteY1855" fmla="*/ 924586 h 1254092"/>
                <a:gd name="connsiteX1856" fmla="*/ 560653 w 1531140"/>
                <a:gd name="connsiteY1856" fmla="*/ 924586 h 1254092"/>
                <a:gd name="connsiteX1857" fmla="*/ 557375 w 1531140"/>
                <a:gd name="connsiteY1857" fmla="*/ 924586 h 1254092"/>
                <a:gd name="connsiteX1858" fmla="*/ 552457 w 1531140"/>
                <a:gd name="connsiteY1858" fmla="*/ 924586 h 1254092"/>
                <a:gd name="connsiteX1859" fmla="*/ 550818 w 1531140"/>
                <a:gd name="connsiteY1859" fmla="*/ 926225 h 1254092"/>
                <a:gd name="connsiteX1860" fmla="*/ 547539 w 1531140"/>
                <a:gd name="connsiteY1860" fmla="*/ 926225 h 1254092"/>
                <a:gd name="connsiteX1861" fmla="*/ 544260 w 1531140"/>
                <a:gd name="connsiteY1861" fmla="*/ 927865 h 1254092"/>
                <a:gd name="connsiteX1862" fmla="*/ 540981 w 1531140"/>
                <a:gd name="connsiteY1862" fmla="*/ 931144 h 1254092"/>
                <a:gd name="connsiteX1863" fmla="*/ 536063 w 1531140"/>
                <a:gd name="connsiteY1863" fmla="*/ 932783 h 1254092"/>
                <a:gd name="connsiteX1864" fmla="*/ 532784 w 1531140"/>
                <a:gd name="connsiteY1864" fmla="*/ 934422 h 1254092"/>
                <a:gd name="connsiteX1865" fmla="*/ 529506 w 1531140"/>
                <a:gd name="connsiteY1865" fmla="*/ 936061 h 1254092"/>
                <a:gd name="connsiteX1866" fmla="*/ 524588 w 1531140"/>
                <a:gd name="connsiteY1866" fmla="*/ 937701 h 1254092"/>
                <a:gd name="connsiteX1867" fmla="*/ 521309 w 1531140"/>
                <a:gd name="connsiteY1867" fmla="*/ 937701 h 1254092"/>
                <a:gd name="connsiteX1868" fmla="*/ 518031 w 1531140"/>
                <a:gd name="connsiteY1868" fmla="*/ 939340 h 1254092"/>
                <a:gd name="connsiteX1869" fmla="*/ 513112 w 1531140"/>
                <a:gd name="connsiteY1869" fmla="*/ 940980 h 1254092"/>
                <a:gd name="connsiteX1870" fmla="*/ 509834 w 1531140"/>
                <a:gd name="connsiteY1870" fmla="*/ 942619 h 1254092"/>
                <a:gd name="connsiteX1871" fmla="*/ 506555 w 1531140"/>
                <a:gd name="connsiteY1871" fmla="*/ 944258 h 1254092"/>
                <a:gd name="connsiteX1872" fmla="*/ 501638 w 1531140"/>
                <a:gd name="connsiteY1872" fmla="*/ 944258 h 1254092"/>
                <a:gd name="connsiteX1873" fmla="*/ 498359 w 1531140"/>
                <a:gd name="connsiteY1873" fmla="*/ 945897 h 1254092"/>
                <a:gd name="connsiteX1874" fmla="*/ 495080 w 1531140"/>
                <a:gd name="connsiteY1874" fmla="*/ 945897 h 1254092"/>
                <a:gd name="connsiteX1875" fmla="*/ 491801 w 1531140"/>
                <a:gd name="connsiteY1875" fmla="*/ 947537 h 1254092"/>
                <a:gd name="connsiteX1876" fmla="*/ 486883 w 1531140"/>
                <a:gd name="connsiteY1876" fmla="*/ 949176 h 1254092"/>
                <a:gd name="connsiteX1877" fmla="*/ 483604 w 1531140"/>
                <a:gd name="connsiteY1877" fmla="*/ 950815 h 1254092"/>
                <a:gd name="connsiteX1878" fmla="*/ 480325 w 1531140"/>
                <a:gd name="connsiteY1878" fmla="*/ 950815 h 1254092"/>
                <a:gd name="connsiteX1879" fmla="*/ 477048 w 1531140"/>
                <a:gd name="connsiteY1879" fmla="*/ 952455 h 1254092"/>
                <a:gd name="connsiteX1880" fmla="*/ 473769 w 1531140"/>
                <a:gd name="connsiteY1880" fmla="*/ 952455 h 1254092"/>
                <a:gd name="connsiteX1881" fmla="*/ 468851 w 1531140"/>
                <a:gd name="connsiteY1881" fmla="*/ 952455 h 1254092"/>
                <a:gd name="connsiteX1882" fmla="*/ 465572 w 1531140"/>
                <a:gd name="connsiteY1882" fmla="*/ 952455 h 1254092"/>
                <a:gd name="connsiteX1883" fmla="*/ 462293 w 1531140"/>
                <a:gd name="connsiteY1883" fmla="*/ 952455 h 1254092"/>
                <a:gd name="connsiteX1884" fmla="*/ 457375 w 1531140"/>
                <a:gd name="connsiteY1884" fmla="*/ 952455 h 1254092"/>
                <a:gd name="connsiteX1885" fmla="*/ 454096 w 1531140"/>
                <a:gd name="connsiteY1885" fmla="*/ 952455 h 1254092"/>
                <a:gd name="connsiteX1886" fmla="*/ 450818 w 1531140"/>
                <a:gd name="connsiteY1886" fmla="*/ 952455 h 1254092"/>
                <a:gd name="connsiteX1887" fmla="*/ 445900 w 1531140"/>
                <a:gd name="connsiteY1887" fmla="*/ 952455 h 1254092"/>
                <a:gd name="connsiteX1888" fmla="*/ 442621 w 1531140"/>
                <a:gd name="connsiteY1888" fmla="*/ 950815 h 1254092"/>
                <a:gd name="connsiteX1889" fmla="*/ 439342 w 1531140"/>
                <a:gd name="connsiteY1889" fmla="*/ 949176 h 1254092"/>
                <a:gd name="connsiteX1890" fmla="*/ 434424 w 1531140"/>
                <a:gd name="connsiteY1890" fmla="*/ 952455 h 1254092"/>
                <a:gd name="connsiteX1891" fmla="*/ 432785 w 1531140"/>
                <a:gd name="connsiteY1891" fmla="*/ 950815 h 1254092"/>
                <a:gd name="connsiteX1892" fmla="*/ 427868 w 1531140"/>
                <a:gd name="connsiteY1892" fmla="*/ 952455 h 1254092"/>
                <a:gd name="connsiteX1893" fmla="*/ 424589 w 1531140"/>
                <a:gd name="connsiteY1893" fmla="*/ 954094 h 1254092"/>
                <a:gd name="connsiteX1894" fmla="*/ 421310 w 1531140"/>
                <a:gd name="connsiteY1894" fmla="*/ 955734 h 1254092"/>
                <a:gd name="connsiteX1895" fmla="*/ 418031 w 1531140"/>
                <a:gd name="connsiteY1895" fmla="*/ 959012 h 1254092"/>
                <a:gd name="connsiteX1896" fmla="*/ 413113 w 1531140"/>
                <a:gd name="connsiteY1896" fmla="*/ 960651 h 1254092"/>
                <a:gd name="connsiteX1897" fmla="*/ 409834 w 1531140"/>
                <a:gd name="connsiteY1897" fmla="*/ 963930 h 1254092"/>
                <a:gd name="connsiteX1898" fmla="*/ 406555 w 1531140"/>
                <a:gd name="connsiteY1898" fmla="*/ 965570 h 1254092"/>
                <a:gd name="connsiteX1899" fmla="*/ 401638 w 1531140"/>
                <a:gd name="connsiteY1899" fmla="*/ 965570 h 1254092"/>
                <a:gd name="connsiteX1900" fmla="*/ 398359 w 1531140"/>
                <a:gd name="connsiteY1900" fmla="*/ 967209 h 1254092"/>
                <a:gd name="connsiteX1901" fmla="*/ 395081 w 1531140"/>
                <a:gd name="connsiteY1901" fmla="*/ 968848 h 1254092"/>
                <a:gd name="connsiteX1902" fmla="*/ 391802 w 1531140"/>
                <a:gd name="connsiteY1902" fmla="*/ 970488 h 1254092"/>
                <a:gd name="connsiteX1903" fmla="*/ 386884 w 1531140"/>
                <a:gd name="connsiteY1903" fmla="*/ 972127 h 1254092"/>
                <a:gd name="connsiteX1904" fmla="*/ 383605 w 1531140"/>
                <a:gd name="connsiteY1904" fmla="*/ 975405 h 1254092"/>
                <a:gd name="connsiteX1905" fmla="*/ 380326 w 1531140"/>
                <a:gd name="connsiteY1905" fmla="*/ 977045 h 1254092"/>
                <a:gd name="connsiteX1906" fmla="*/ 377047 w 1531140"/>
                <a:gd name="connsiteY1906" fmla="*/ 978684 h 1254092"/>
                <a:gd name="connsiteX1907" fmla="*/ 372130 w 1531140"/>
                <a:gd name="connsiteY1907" fmla="*/ 980324 h 1254092"/>
                <a:gd name="connsiteX1908" fmla="*/ 368851 w 1531140"/>
                <a:gd name="connsiteY1908" fmla="*/ 980324 h 1254092"/>
                <a:gd name="connsiteX1909" fmla="*/ 363933 w 1531140"/>
                <a:gd name="connsiteY1909" fmla="*/ 980324 h 1254092"/>
                <a:gd name="connsiteX1910" fmla="*/ 360654 w 1531140"/>
                <a:gd name="connsiteY1910" fmla="*/ 981963 h 1254092"/>
                <a:gd name="connsiteX1911" fmla="*/ 357375 w 1531140"/>
                <a:gd name="connsiteY1911" fmla="*/ 983602 h 1254092"/>
                <a:gd name="connsiteX1912" fmla="*/ 354097 w 1531140"/>
                <a:gd name="connsiteY1912" fmla="*/ 985241 h 1254092"/>
                <a:gd name="connsiteX1913" fmla="*/ 349179 w 1531140"/>
                <a:gd name="connsiteY1913" fmla="*/ 988520 h 1254092"/>
                <a:gd name="connsiteX1914" fmla="*/ 347540 w 1531140"/>
                <a:gd name="connsiteY1914" fmla="*/ 991799 h 1254092"/>
                <a:gd name="connsiteX1915" fmla="*/ 344261 w 1531140"/>
                <a:gd name="connsiteY1915" fmla="*/ 996717 h 1254092"/>
                <a:gd name="connsiteX1916" fmla="*/ 340982 w 1531140"/>
                <a:gd name="connsiteY1916" fmla="*/ 999995 h 1254092"/>
                <a:gd name="connsiteX1917" fmla="*/ 339343 w 1531140"/>
                <a:gd name="connsiteY1917" fmla="*/ 1004914 h 1254092"/>
                <a:gd name="connsiteX1918" fmla="*/ 337704 w 1531140"/>
                <a:gd name="connsiteY1918" fmla="*/ 1008192 h 1254092"/>
                <a:gd name="connsiteX1919" fmla="*/ 332785 w 1531140"/>
                <a:gd name="connsiteY1919" fmla="*/ 1009832 h 1254092"/>
                <a:gd name="connsiteX1920" fmla="*/ 329507 w 1531140"/>
                <a:gd name="connsiteY1920" fmla="*/ 1013110 h 1254092"/>
                <a:gd name="connsiteX1921" fmla="*/ 326228 w 1531140"/>
                <a:gd name="connsiteY1921" fmla="*/ 1016389 h 1254092"/>
                <a:gd name="connsiteX1922" fmla="*/ 322950 w 1531140"/>
                <a:gd name="connsiteY1922" fmla="*/ 1019668 h 1254092"/>
                <a:gd name="connsiteX1923" fmla="*/ 318032 w 1531140"/>
                <a:gd name="connsiteY1923" fmla="*/ 1022947 h 1254092"/>
                <a:gd name="connsiteX1924" fmla="*/ 314753 w 1531140"/>
                <a:gd name="connsiteY1924" fmla="*/ 1024585 h 1254092"/>
                <a:gd name="connsiteX1925" fmla="*/ 311474 w 1531140"/>
                <a:gd name="connsiteY1925" fmla="*/ 1022947 h 1254092"/>
                <a:gd name="connsiteX1926" fmla="*/ 308195 w 1531140"/>
                <a:gd name="connsiteY1926" fmla="*/ 1024585 h 1254092"/>
                <a:gd name="connsiteX1927" fmla="*/ 303277 w 1531140"/>
                <a:gd name="connsiteY1927" fmla="*/ 1026225 h 1254092"/>
                <a:gd name="connsiteX1928" fmla="*/ 299998 w 1531140"/>
                <a:gd name="connsiteY1928" fmla="*/ 1027864 h 1254092"/>
                <a:gd name="connsiteX1929" fmla="*/ 299998 w 1531140"/>
                <a:gd name="connsiteY1929" fmla="*/ 1024585 h 1254092"/>
                <a:gd name="connsiteX1930" fmla="*/ 296721 w 1531140"/>
                <a:gd name="connsiteY1930" fmla="*/ 1021307 h 1254092"/>
                <a:gd name="connsiteX1931" fmla="*/ 293442 w 1531140"/>
                <a:gd name="connsiteY1931" fmla="*/ 1022947 h 1254092"/>
                <a:gd name="connsiteX1932" fmla="*/ 290163 w 1531140"/>
                <a:gd name="connsiteY1932" fmla="*/ 1022947 h 1254092"/>
                <a:gd name="connsiteX1933" fmla="*/ 285245 w 1531140"/>
                <a:gd name="connsiteY1933" fmla="*/ 1022947 h 1254092"/>
                <a:gd name="connsiteX1934" fmla="*/ 281966 w 1531140"/>
                <a:gd name="connsiteY1934" fmla="*/ 1022947 h 1254092"/>
                <a:gd name="connsiteX1935" fmla="*/ 278687 w 1531140"/>
                <a:gd name="connsiteY1935" fmla="*/ 1024585 h 1254092"/>
                <a:gd name="connsiteX1936" fmla="*/ 273769 w 1531140"/>
                <a:gd name="connsiteY1936" fmla="*/ 1022947 h 1254092"/>
                <a:gd name="connsiteX1937" fmla="*/ 270491 w 1531140"/>
                <a:gd name="connsiteY1937" fmla="*/ 1024585 h 1254092"/>
                <a:gd name="connsiteX1938" fmla="*/ 267212 w 1531140"/>
                <a:gd name="connsiteY1938" fmla="*/ 1027864 h 1254092"/>
                <a:gd name="connsiteX1939" fmla="*/ 263934 w 1531140"/>
                <a:gd name="connsiteY1939" fmla="*/ 1027864 h 1254092"/>
                <a:gd name="connsiteX1940" fmla="*/ 262294 w 1531140"/>
                <a:gd name="connsiteY1940" fmla="*/ 1024585 h 1254092"/>
                <a:gd name="connsiteX1941" fmla="*/ 262294 w 1531140"/>
                <a:gd name="connsiteY1941" fmla="*/ 1021307 h 1254092"/>
                <a:gd name="connsiteX1942" fmla="*/ 257376 w 1531140"/>
                <a:gd name="connsiteY1942" fmla="*/ 1019668 h 1254092"/>
                <a:gd name="connsiteX1943" fmla="*/ 254097 w 1531140"/>
                <a:gd name="connsiteY1943" fmla="*/ 1022947 h 1254092"/>
                <a:gd name="connsiteX1944" fmla="*/ 250818 w 1531140"/>
                <a:gd name="connsiteY1944" fmla="*/ 1021307 h 1254092"/>
                <a:gd name="connsiteX1945" fmla="*/ 247540 w 1531140"/>
                <a:gd name="connsiteY1945" fmla="*/ 1022947 h 1254092"/>
                <a:gd name="connsiteX1946" fmla="*/ 244262 w 1531140"/>
                <a:gd name="connsiteY1946" fmla="*/ 1019668 h 1254092"/>
                <a:gd name="connsiteX1947" fmla="*/ 239344 w 1531140"/>
                <a:gd name="connsiteY1947" fmla="*/ 1019668 h 1254092"/>
                <a:gd name="connsiteX1948" fmla="*/ 236065 w 1531140"/>
                <a:gd name="connsiteY1948" fmla="*/ 1019668 h 1254092"/>
                <a:gd name="connsiteX1949" fmla="*/ 231147 w 1531140"/>
                <a:gd name="connsiteY1949" fmla="*/ 1019668 h 1254092"/>
                <a:gd name="connsiteX1950" fmla="*/ 227868 w 1531140"/>
                <a:gd name="connsiteY1950" fmla="*/ 1021307 h 1254092"/>
                <a:gd name="connsiteX1951" fmla="*/ 224589 w 1531140"/>
                <a:gd name="connsiteY1951" fmla="*/ 1021307 h 1254092"/>
                <a:gd name="connsiteX1952" fmla="*/ 221310 w 1531140"/>
                <a:gd name="connsiteY1952" fmla="*/ 1021307 h 1254092"/>
                <a:gd name="connsiteX1953" fmla="*/ 216393 w 1531140"/>
                <a:gd name="connsiteY1953" fmla="*/ 1021307 h 1254092"/>
                <a:gd name="connsiteX1954" fmla="*/ 213114 w 1531140"/>
                <a:gd name="connsiteY1954" fmla="*/ 1022947 h 1254092"/>
                <a:gd name="connsiteX1955" fmla="*/ 209835 w 1531140"/>
                <a:gd name="connsiteY1955" fmla="*/ 1022947 h 1254092"/>
                <a:gd name="connsiteX1956" fmla="*/ 206557 w 1531140"/>
                <a:gd name="connsiteY1956" fmla="*/ 1024585 h 1254092"/>
                <a:gd name="connsiteX1957" fmla="*/ 201638 w 1531140"/>
                <a:gd name="connsiteY1957" fmla="*/ 1026225 h 1254092"/>
                <a:gd name="connsiteX1958" fmla="*/ 198360 w 1531140"/>
                <a:gd name="connsiteY1958" fmla="*/ 1026225 h 1254092"/>
                <a:gd name="connsiteX1959" fmla="*/ 195081 w 1531140"/>
                <a:gd name="connsiteY1959" fmla="*/ 1024585 h 1254092"/>
                <a:gd name="connsiteX1960" fmla="*/ 190164 w 1531140"/>
                <a:gd name="connsiteY1960" fmla="*/ 1024585 h 1254092"/>
                <a:gd name="connsiteX1961" fmla="*/ 186885 w 1531140"/>
                <a:gd name="connsiteY1961" fmla="*/ 1024585 h 1254092"/>
                <a:gd name="connsiteX1962" fmla="*/ 186885 w 1531140"/>
                <a:gd name="connsiteY1962" fmla="*/ 1024585 h 1254092"/>
                <a:gd name="connsiteX1963" fmla="*/ 183606 w 1531140"/>
                <a:gd name="connsiteY1963" fmla="*/ 1026225 h 1254092"/>
                <a:gd name="connsiteX1964" fmla="*/ 178688 w 1531140"/>
                <a:gd name="connsiteY1964" fmla="*/ 1026225 h 1254092"/>
                <a:gd name="connsiteX1965" fmla="*/ 175409 w 1531140"/>
                <a:gd name="connsiteY1965" fmla="*/ 1029504 h 1254092"/>
                <a:gd name="connsiteX1966" fmla="*/ 170491 w 1531140"/>
                <a:gd name="connsiteY1966" fmla="*/ 1031143 h 1254092"/>
                <a:gd name="connsiteX1967" fmla="*/ 167213 w 1531140"/>
                <a:gd name="connsiteY1967" fmla="*/ 1032782 h 1254092"/>
                <a:gd name="connsiteX1968" fmla="*/ 163934 w 1531140"/>
                <a:gd name="connsiteY1968" fmla="*/ 1037700 h 1254092"/>
                <a:gd name="connsiteX1969" fmla="*/ 160655 w 1531140"/>
                <a:gd name="connsiteY1969" fmla="*/ 1040979 h 1254092"/>
                <a:gd name="connsiteX1970" fmla="*/ 160655 w 1531140"/>
                <a:gd name="connsiteY1970" fmla="*/ 1044258 h 1254092"/>
                <a:gd name="connsiteX1971" fmla="*/ 157377 w 1531140"/>
                <a:gd name="connsiteY1971" fmla="*/ 1044258 h 1254092"/>
                <a:gd name="connsiteX1972" fmla="*/ 155737 w 1531140"/>
                <a:gd name="connsiteY1972" fmla="*/ 1047537 h 1254092"/>
                <a:gd name="connsiteX1973" fmla="*/ 152458 w 1531140"/>
                <a:gd name="connsiteY1973" fmla="*/ 1047537 h 1254092"/>
                <a:gd name="connsiteX1974" fmla="*/ 147540 w 1531140"/>
                <a:gd name="connsiteY1974" fmla="*/ 1050815 h 1254092"/>
                <a:gd name="connsiteX1975" fmla="*/ 144261 w 1531140"/>
                <a:gd name="connsiteY1975" fmla="*/ 1047537 h 1254092"/>
                <a:gd name="connsiteX1976" fmla="*/ 140984 w 1531140"/>
                <a:gd name="connsiteY1976" fmla="*/ 1047537 h 1254092"/>
                <a:gd name="connsiteX1977" fmla="*/ 137705 w 1531140"/>
                <a:gd name="connsiteY1977" fmla="*/ 1047537 h 1254092"/>
                <a:gd name="connsiteX1978" fmla="*/ 132787 w 1531140"/>
                <a:gd name="connsiteY1978" fmla="*/ 1050815 h 1254092"/>
                <a:gd name="connsiteX1979" fmla="*/ 129508 w 1531140"/>
                <a:gd name="connsiteY1979" fmla="*/ 1052454 h 1254092"/>
                <a:gd name="connsiteX1980" fmla="*/ 126229 w 1531140"/>
                <a:gd name="connsiteY1980" fmla="*/ 1055733 h 1254092"/>
                <a:gd name="connsiteX1981" fmla="*/ 122950 w 1531140"/>
                <a:gd name="connsiteY1981" fmla="*/ 1057372 h 1254092"/>
                <a:gd name="connsiteX1982" fmla="*/ 119671 w 1531140"/>
                <a:gd name="connsiteY1982" fmla="*/ 1059012 h 1254092"/>
                <a:gd name="connsiteX1983" fmla="*/ 116394 w 1531140"/>
                <a:gd name="connsiteY1983" fmla="*/ 1060651 h 1254092"/>
                <a:gd name="connsiteX1984" fmla="*/ 113115 w 1531140"/>
                <a:gd name="connsiteY1984" fmla="*/ 1065569 h 1254092"/>
                <a:gd name="connsiteX1985" fmla="*/ 109836 w 1531140"/>
                <a:gd name="connsiteY1985" fmla="*/ 1067208 h 1254092"/>
                <a:gd name="connsiteX1986" fmla="*/ 104918 w 1531140"/>
                <a:gd name="connsiteY1986" fmla="*/ 1068848 h 1254092"/>
                <a:gd name="connsiteX1987" fmla="*/ 103278 w 1531140"/>
                <a:gd name="connsiteY1987" fmla="*/ 1072127 h 1254092"/>
                <a:gd name="connsiteX1988" fmla="*/ 100000 w 1531140"/>
                <a:gd name="connsiteY1988" fmla="*/ 1072127 h 1254092"/>
                <a:gd name="connsiteX1989" fmla="*/ 96721 w 1531140"/>
                <a:gd name="connsiteY1989" fmla="*/ 1072127 h 1254092"/>
                <a:gd name="connsiteX1990" fmla="*/ 91803 w 1531140"/>
                <a:gd name="connsiteY1990" fmla="*/ 1072127 h 1254092"/>
                <a:gd name="connsiteX1991" fmla="*/ 90164 w 1531140"/>
                <a:gd name="connsiteY1991" fmla="*/ 1072127 h 1254092"/>
                <a:gd name="connsiteX1992" fmla="*/ 93442 w 1531140"/>
                <a:gd name="connsiteY1992" fmla="*/ 1075405 h 1254092"/>
                <a:gd name="connsiteX1993" fmla="*/ 90164 w 1531140"/>
                <a:gd name="connsiteY1993" fmla="*/ 1077044 h 1254092"/>
                <a:gd name="connsiteX1994" fmla="*/ 88525 w 1531140"/>
                <a:gd name="connsiteY1994" fmla="*/ 1075405 h 1254092"/>
                <a:gd name="connsiteX1995" fmla="*/ 85246 w 1531140"/>
                <a:gd name="connsiteY1995" fmla="*/ 1073766 h 1254092"/>
                <a:gd name="connsiteX1996" fmla="*/ 81967 w 1531140"/>
                <a:gd name="connsiteY1996" fmla="*/ 1075405 h 1254092"/>
                <a:gd name="connsiteX1997" fmla="*/ 78688 w 1531140"/>
                <a:gd name="connsiteY1997" fmla="*/ 1075405 h 1254092"/>
                <a:gd name="connsiteX1998" fmla="*/ 73770 w 1531140"/>
                <a:gd name="connsiteY1998" fmla="*/ 1073766 h 1254092"/>
                <a:gd name="connsiteX1999" fmla="*/ 70491 w 1531140"/>
                <a:gd name="connsiteY1999" fmla="*/ 1073766 h 1254092"/>
                <a:gd name="connsiteX2000" fmla="*/ 67213 w 1531140"/>
                <a:gd name="connsiteY2000" fmla="*/ 1072127 h 1254092"/>
                <a:gd name="connsiteX2001" fmla="*/ 62295 w 1531140"/>
                <a:gd name="connsiteY2001" fmla="*/ 1073766 h 1254092"/>
                <a:gd name="connsiteX2002" fmla="*/ 59017 w 1531140"/>
                <a:gd name="connsiteY2002" fmla="*/ 1072127 h 1254092"/>
                <a:gd name="connsiteX2003" fmla="*/ 55738 w 1531140"/>
                <a:gd name="connsiteY2003" fmla="*/ 1073766 h 1254092"/>
                <a:gd name="connsiteX2004" fmla="*/ 52459 w 1531140"/>
                <a:gd name="connsiteY2004" fmla="*/ 1072127 h 1254092"/>
                <a:gd name="connsiteX2005" fmla="*/ 49180 w 1531140"/>
                <a:gd name="connsiteY2005" fmla="*/ 1072127 h 1254092"/>
                <a:gd name="connsiteX2006" fmla="*/ 44262 w 1531140"/>
                <a:gd name="connsiteY2006" fmla="*/ 1072127 h 1254092"/>
                <a:gd name="connsiteX2007" fmla="*/ 40983 w 1531140"/>
                <a:gd name="connsiteY2007" fmla="*/ 1072127 h 1254092"/>
                <a:gd name="connsiteX2008" fmla="*/ 42623 w 1531140"/>
                <a:gd name="connsiteY2008" fmla="*/ 1068848 h 1254092"/>
                <a:gd name="connsiteX2009" fmla="*/ 37705 w 1531140"/>
                <a:gd name="connsiteY2009" fmla="*/ 1068848 h 1254092"/>
                <a:gd name="connsiteX2010" fmla="*/ 34427 w 1531140"/>
                <a:gd name="connsiteY2010" fmla="*/ 1065569 h 1254092"/>
                <a:gd name="connsiteX2011" fmla="*/ 31148 w 1531140"/>
                <a:gd name="connsiteY2011" fmla="*/ 1065569 h 1254092"/>
                <a:gd name="connsiteX2012" fmla="*/ 26230 w 1531140"/>
                <a:gd name="connsiteY2012" fmla="*/ 1063930 h 1254092"/>
                <a:gd name="connsiteX2013" fmla="*/ 26230 w 1531140"/>
                <a:gd name="connsiteY2013" fmla="*/ 1060651 h 1254092"/>
                <a:gd name="connsiteX2014" fmla="*/ 24590 w 1531140"/>
                <a:gd name="connsiteY2014" fmla="*/ 1057372 h 1254092"/>
                <a:gd name="connsiteX2015" fmla="*/ 22951 w 1531140"/>
                <a:gd name="connsiteY2015" fmla="*/ 1052454 h 1254092"/>
                <a:gd name="connsiteX2016" fmla="*/ 19672 w 1531140"/>
                <a:gd name="connsiteY2016" fmla="*/ 1049176 h 1254092"/>
                <a:gd name="connsiteX2017" fmla="*/ 16393 w 1531140"/>
                <a:gd name="connsiteY2017" fmla="*/ 1045897 h 1254092"/>
                <a:gd name="connsiteX2018" fmla="*/ 13114 w 1531140"/>
                <a:gd name="connsiteY2018" fmla="*/ 1042618 h 1254092"/>
                <a:gd name="connsiteX2019" fmla="*/ 9837 w 1531140"/>
                <a:gd name="connsiteY2019" fmla="*/ 1040979 h 1254092"/>
                <a:gd name="connsiteX2020" fmla="*/ 4918 w 1531140"/>
                <a:gd name="connsiteY2020" fmla="*/ 1040979 h 1254092"/>
                <a:gd name="connsiteX2021" fmla="*/ 1640 w 1531140"/>
                <a:gd name="connsiteY2021" fmla="*/ 1044258 h 1254092"/>
                <a:gd name="connsiteX2022" fmla="*/ 0 w 1531140"/>
                <a:gd name="connsiteY2022" fmla="*/ 1039340 h 1254092"/>
                <a:gd name="connsiteX2023" fmla="*/ 0 w 1531140"/>
                <a:gd name="connsiteY2023" fmla="*/ 1036061 h 1254092"/>
                <a:gd name="connsiteX2024" fmla="*/ 0 w 1531140"/>
                <a:gd name="connsiteY2024" fmla="*/ 1032782 h 1254092"/>
                <a:gd name="connsiteX2025" fmla="*/ 1640 w 1531140"/>
                <a:gd name="connsiteY2025" fmla="*/ 1027864 h 1254092"/>
                <a:gd name="connsiteX2026" fmla="*/ 3279 w 1531140"/>
                <a:gd name="connsiteY2026" fmla="*/ 1024585 h 1254092"/>
                <a:gd name="connsiteX2027" fmla="*/ 3279 w 1531140"/>
                <a:gd name="connsiteY2027" fmla="*/ 1021307 h 1254092"/>
                <a:gd name="connsiteX2028" fmla="*/ 4918 w 1531140"/>
                <a:gd name="connsiteY2028" fmla="*/ 1016389 h 1254092"/>
                <a:gd name="connsiteX2029" fmla="*/ 6558 w 1531140"/>
                <a:gd name="connsiteY2029" fmla="*/ 1013110 h 1254092"/>
                <a:gd name="connsiteX2030" fmla="*/ 8197 w 1531140"/>
                <a:gd name="connsiteY2030" fmla="*/ 1009832 h 1254092"/>
                <a:gd name="connsiteX2031" fmla="*/ 13114 w 1531140"/>
                <a:gd name="connsiteY2031" fmla="*/ 1009832 h 1254092"/>
                <a:gd name="connsiteX2032" fmla="*/ 16393 w 1531140"/>
                <a:gd name="connsiteY2032" fmla="*/ 1011471 h 12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</a:cxnLst>
              <a:rect l="l" t="t" r="r" b="b"/>
              <a:pathLst>
                <a:path w="1531140" h="1254092">
                  <a:moveTo>
                    <a:pt x="16393" y="1011471"/>
                  </a:moveTo>
                  <a:lnTo>
                    <a:pt x="19672" y="1011471"/>
                  </a:lnTo>
                  <a:lnTo>
                    <a:pt x="22951" y="1009832"/>
                  </a:lnTo>
                  <a:lnTo>
                    <a:pt x="27869" y="1006553"/>
                  </a:lnTo>
                  <a:lnTo>
                    <a:pt x="31148" y="1003274"/>
                  </a:lnTo>
                  <a:lnTo>
                    <a:pt x="34427" y="999995"/>
                  </a:lnTo>
                  <a:lnTo>
                    <a:pt x="37705" y="996717"/>
                  </a:lnTo>
                  <a:lnTo>
                    <a:pt x="39344" y="993438"/>
                  </a:lnTo>
                  <a:lnTo>
                    <a:pt x="39344" y="990160"/>
                  </a:lnTo>
                  <a:lnTo>
                    <a:pt x="40983" y="985241"/>
                  </a:lnTo>
                  <a:lnTo>
                    <a:pt x="42623" y="981963"/>
                  </a:lnTo>
                  <a:lnTo>
                    <a:pt x="42623" y="978684"/>
                  </a:lnTo>
                  <a:lnTo>
                    <a:pt x="42623" y="973766"/>
                  </a:lnTo>
                  <a:lnTo>
                    <a:pt x="44262" y="970488"/>
                  </a:lnTo>
                  <a:lnTo>
                    <a:pt x="45901" y="967209"/>
                  </a:lnTo>
                  <a:lnTo>
                    <a:pt x="49180" y="962291"/>
                  </a:lnTo>
                  <a:lnTo>
                    <a:pt x="45901" y="967209"/>
                  </a:lnTo>
                  <a:lnTo>
                    <a:pt x="45901" y="970488"/>
                  </a:lnTo>
                  <a:lnTo>
                    <a:pt x="47541" y="967209"/>
                  </a:lnTo>
                  <a:lnTo>
                    <a:pt x="50820" y="967209"/>
                  </a:lnTo>
                  <a:lnTo>
                    <a:pt x="50820" y="962291"/>
                  </a:lnTo>
                  <a:lnTo>
                    <a:pt x="52459" y="959012"/>
                  </a:lnTo>
                  <a:lnTo>
                    <a:pt x="52459" y="955734"/>
                  </a:lnTo>
                  <a:lnTo>
                    <a:pt x="52459" y="952455"/>
                  </a:lnTo>
                  <a:lnTo>
                    <a:pt x="55738" y="949176"/>
                  </a:lnTo>
                  <a:lnTo>
                    <a:pt x="57377" y="944258"/>
                  </a:lnTo>
                  <a:lnTo>
                    <a:pt x="57377" y="940980"/>
                  </a:lnTo>
                  <a:lnTo>
                    <a:pt x="59017" y="937701"/>
                  </a:lnTo>
                  <a:lnTo>
                    <a:pt x="60656" y="932783"/>
                  </a:lnTo>
                  <a:lnTo>
                    <a:pt x="60656" y="929504"/>
                  </a:lnTo>
                  <a:lnTo>
                    <a:pt x="60656" y="926225"/>
                  </a:lnTo>
                  <a:lnTo>
                    <a:pt x="60656" y="921307"/>
                  </a:lnTo>
                  <a:lnTo>
                    <a:pt x="59017" y="918029"/>
                  </a:lnTo>
                  <a:lnTo>
                    <a:pt x="59017" y="914750"/>
                  </a:lnTo>
                  <a:lnTo>
                    <a:pt x="57377" y="909832"/>
                  </a:lnTo>
                  <a:lnTo>
                    <a:pt x="57377" y="906554"/>
                  </a:lnTo>
                  <a:lnTo>
                    <a:pt x="57377" y="903275"/>
                  </a:lnTo>
                  <a:lnTo>
                    <a:pt x="57377" y="899996"/>
                  </a:lnTo>
                  <a:lnTo>
                    <a:pt x="55738" y="895078"/>
                  </a:lnTo>
                  <a:lnTo>
                    <a:pt x="55738" y="891800"/>
                  </a:lnTo>
                  <a:lnTo>
                    <a:pt x="54098" y="888521"/>
                  </a:lnTo>
                  <a:lnTo>
                    <a:pt x="54098" y="883603"/>
                  </a:lnTo>
                  <a:lnTo>
                    <a:pt x="54098" y="880324"/>
                  </a:lnTo>
                  <a:lnTo>
                    <a:pt x="52459" y="877045"/>
                  </a:lnTo>
                  <a:lnTo>
                    <a:pt x="52459" y="872127"/>
                  </a:lnTo>
                  <a:lnTo>
                    <a:pt x="54098" y="868848"/>
                  </a:lnTo>
                  <a:lnTo>
                    <a:pt x="54098" y="865570"/>
                  </a:lnTo>
                  <a:lnTo>
                    <a:pt x="54098" y="860652"/>
                  </a:lnTo>
                  <a:lnTo>
                    <a:pt x="55738" y="857373"/>
                  </a:lnTo>
                  <a:lnTo>
                    <a:pt x="54098" y="854095"/>
                  </a:lnTo>
                  <a:lnTo>
                    <a:pt x="55738" y="850816"/>
                  </a:lnTo>
                  <a:lnTo>
                    <a:pt x="57377" y="847537"/>
                  </a:lnTo>
                  <a:lnTo>
                    <a:pt x="57377" y="842619"/>
                  </a:lnTo>
                  <a:lnTo>
                    <a:pt x="57377" y="839341"/>
                  </a:lnTo>
                  <a:lnTo>
                    <a:pt x="59017" y="836062"/>
                  </a:lnTo>
                  <a:lnTo>
                    <a:pt x="60656" y="832783"/>
                  </a:lnTo>
                  <a:lnTo>
                    <a:pt x="62295" y="827865"/>
                  </a:lnTo>
                  <a:lnTo>
                    <a:pt x="62295" y="824587"/>
                  </a:lnTo>
                  <a:lnTo>
                    <a:pt x="62295" y="821308"/>
                  </a:lnTo>
                  <a:lnTo>
                    <a:pt x="62295" y="816390"/>
                  </a:lnTo>
                  <a:lnTo>
                    <a:pt x="62295" y="813111"/>
                  </a:lnTo>
                  <a:lnTo>
                    <a:pt x="60656" y="809833"/>
                  </a:lnTo>
                  <a:lnTo>
                    <a:pt x="59017" y="804914"/>
                  </a:lnTo>
                  <a:lnTo>
                    <a:pt x="57377" y="801636"/>
                  </a:lnTo>
                  <a:lnTo>
                    <a:pt x="55738" y="798357"/>
                  </a:lnTo>
                  <a:lnTo>
                    <a:pt x="55738" y="796718"/>
                  </a:lnTo>
                  <a:lnTo>
                    <a:pt x="57377" y="793439"/>
                  </a:lnTo>
                  <a:lnTo>
                    <a:pt x="57377" y="790161"/>
                  </a:lnTo>
                  <a:lnTo>
                    <a:pt x="57377" y="786882"/>
                  </a:lnTo>
                  <a:lnTo>
                    <a:pt x="55738" y="781964"/>
                  </a:lnTo>
                  <a:lnTo>
                    <a:pt x="54098" y="778685"/>
                  </a:lnTo>
                  <a:lnTo>
                    <a:pt x="52459" y="775407"/>
                  </a:lnTo>
                  <a:lnTo>
                    <a:pt x="49180" y="770488"/>
                  </a:lnTo>
                  <a:lnTo>
                    <a:pt x="47541" y="767210"/>
                  </a:lnTo>
                  <a:lnTo>
                    <a:pt x="47541" y="763931"/>
                  </a:lnTo>
                  <a:lnTo>
                    <a:pt x="47541" y="759013"/>
                  </a:lnTo>
                  <a:lnTo>
                    <a:pt x="47541" y="755734"/>
                  </a:lnTo>
                  <a:lnTo>
                    <a:pt x="49180" y="752456"/>
                  </a:lnTo>
                  <a:lnTo>
                    <a:pt x="52459" y="749177"/>
                  </a:lnTo>
                  <a:lnTo>
                    <a:pt x="52459" y="745898"/>
                  </a:lnTo>
                  <a:lnTo>
                    <a:pt x="52459" y="740980"/>
                  </a:lnTo>
                  <a:lnTo>
                    <a:pt x="50820" y="737702"/>
                  </a:lnTo>
                  <a:lnTo>
                    <a:pt x="50820" y="734423"/>
                  </a:lnTo>
                  <a:lnTo>
                    <a:pt x="49180" y="731144"/>
                  </a:lnTo>
                  <a:lnTo>
                    <a:pt x="49180" y="726226"/>
                  </a:lnTo>
                  <a:lnTo>
                    <a:pt x="47541" y="722948"/>
                  </a:lnTo>
                  <a:lnTo>
                    <a:pt x="45901" y="719669"/>
                  </a:lnTo>
                  <a:lnTo>
                    <a:pt x="45901" y="714751"/>
                  </a:lnTo>
                  <a:lnTo>
                    <a:pt x="44262" y="711473"/>
                  </a:lnTo>
                  <a:lnTo>
                    <a:pt x="42623" y="708194"/>
                  </a:lnTo>
                  <a:lnTo>
                    <a:pt x="40983" y="704915"/>
                  </a:lnTo>
                  <a:lnTo>
                    <a:pt x="39344" y="699997"/>
                  </a:lnTo>
                  <a:lnTo>
                    <a:pt x="37705" y="699997"/>
                  </a:lnTo>
                  <a:lnTo>
                    <a:pt x="34427" y="695079"/>
                  </a:lnTo>
                  <a:lnTo>
                    <a:pt x="32787" y="691800"/>
                  </a:lnTo>
                  <a:lnTo>
                    <a:pt x="32787" y="688521"/>
                  </a:lnTo>
                  <a:lnTo>
                    <a:pt x="31148" y="683604"/>
                  </a:lnTo>
                  <a:lnTo>
                    <a:pt x="34427" y="680325"/>
                  </a:lnTo>
                  <a:lnTo>
                    <a:pt x="36066" y="677046"/>
                  </a:lnTo>
                  <a:lnTo>
                    <a:pt x="36066" y="680325"/>
                  </a:lnTo>
                  <a:lnTo>
                    <a:pt x="36066" y="683604"/>
                  </a:lnTo>
                  <a:lnTo>
                    <a:pt x="34427" y="686882"/>
                  </a:lnTo>
                  <a:lnTo>
                    <a:pt x="37705" y="683604"/>
                  </a:lnTo>
                  <a:lnTo>
                    <a:pt x="37705" y="680325"/>
                  </a:lnTo>
                  <a:lnTo>
                    <a:pt x="39344" y="677046"/>
                  </a:lnTo>
                  <a:lnTo>
                    <a:pt x="39344" y="680325"/>
                  </a:lnTo>
                  <a:lnTo>
                    <a:pt x="39344" y="683604"/>
                  </a:lnTo>
                  <a:lnTo>
                    <a:pt x="40983" y="686882"/>
                  </a:lnTo>
                  <a:lnTo>
                    <a:pt x="39344" y="691800"/>
                  </a:lnTo>
                  <a:lnTo>
                    <a:pt x="40983" y="686882"/>
                  </a:lnTo>
                  <a:lnTo>
                    <a:pt x="42623" y="691800"/>
                  </a:lnTo>
                  <a:lnTo>
                    <a:pt x="40983" y="695079"/>
                  </a:lnTo>
                  <a:lnTo>
                    <a:pt x="40983" y="698358"/>
                  </a:lnTo>
                  <a:lnTo>
                    <a:pt x="44262" y="695079"/>
                  </a:lnTo>
                  <a:lnTo>
                    <a:pt x="42623" y="698358"/>
                  </a:lnTo>
                  <a:lnTo>
                    <a:pt x="44262" y="703276"/>
                  </a:lnTo>
                  <a:lnTo>
                    <a:pt x="47541" y="701636"/>
                  </a:lnTo>
                  <a:lnTo>
                    <a:pt x="50820" y="699997"/>
                  </a:lnTo>
                  <a:lnTo>
                    <a:pt x="54098" y="695079"/>
                  </a:lnTo>
                  <a:lnTo>
                    <a:pt x="54098" y="691800"/>
                  </a:lnTo>
                  <a:lnTo>
                    <a:pt x="54098" y="688521"/>
                  </a:lnTo>
                  <a:lnTo>
                    <a:pt x="52459" y="685243"/>
                  </a:lnTo>
                  <a:lnTo>
                    <a:pt x="47541" y="680325"/>
                  </a:lnTo>
                  <a:lnTo>
                    <a:pt x="45901" y="677046"/>
                  </a:lnTo>
                  <a:lnTo>
                    <a:pt x="45901" y="673768"/>
                  </a:lnTo>
                  <a:lnTo>
                    <a:pt x="45901" y="668850"/>
                  </a:lnTo>
                  <a:lnTo>
                    <a:pt x="44262" y="665571"/>
                  </a:lnTo>
                  <a:lnTo>
                    <a:pt x="42623" y="662292"/>
                  </a:lnTo>
                  <a:lnTo>
                    <a:pt x="44262" y="659014"/>
                  </a:lnTo>
                  <a:lnTo>
                    <a:pt x="47541" y="654096"/>
                  </a:lnTo>
                  <a:lnTo>
                    <a:pt x="50820" y="659014"/>
                  </a:lnTo>
                  <a:lnTo>
                    <a:pt x="50820" y="662292"/>
                  </a:lnTo>
                  <a:lnTo>
                    <a:pt x="54098" y="665571"/>
                  </a:lnTo>
                  <a:lnTo>
                    <a:pt x="54098" y="668850"/>
                  </a:lnTo>
                  <a:lnTo>
                    <a:pt x="52459" y="673768"/>
                  </a:lnTo>
                  <a:lnTo>
                    <a:pt x="50820" y="677046"/>
                  </a:lnTo>
                  <a:lnTo>
                    <a:pt x="50820" y="680325"/>
                  </a:lnTo>
                  <a:lnTo>
                    <a:pt x="50820" y="681964"/>
                  </a:lnTo>
                  <a:lnTo>
                    <a:pt x="54098" y="681964"/>
                  </a:lnTo>
                  <a:lnTo>
                    <a:pt x="57377" y="677046"/>
                  </a:lnTo>
                  <a:lnTo>
                    <a:pt x="57377" y="673768"/>
                  </a:lnTo>
                  <a:lnTo>
                    <a:pt x="59017" y="677046"/>
                  </a:lnTo>
                  <a:lnTo>
                    <a:pt x="59017" y="681964"/>
                  </a:lnTo>
                  <a:lnTo>
                    <a:pt x="59017" y="685243"/>
                  </a:lnTo>
                  <a:lnTo>
                    <a:pt x="59017" y="688521"/>
                  </a:lnTo>
                  <a:lnTo>
                    <a:pt x="60656" y="693440"/>
                  </a:lnTo>
                  <a:lnTo>
                    <a:pt x="63935" y="691800"/>
                  </a:lnTo>
                  <a:lnTo>
                    <a:pt x="68852" y="688521"/>
                  </a:lnTo>
                  <a:lnTo>
                    <a:pt x="67213" y="685243"/>
                  </a:lnTo>
                  <a:lnTo>
                    <a:pt x="68852" y="680325"/>
                  </a:lnTo>
                  <a:lnTo>
                    <a:pt x="70491" y="677046"/>
                  </a:lnTo>
                  <a:lnTo>
                    <a:pt x="73770" y="673768"/>
                  </a:lnTo>
                  <a:lnTo>
                    <a:pt x="73770" y="668850"/>
                  </a:lnTo>
                  <a:lnTo>
                    <a:pt x="70491" y="665571"/>
                  </a:lnTo>
                  <a:lnTo>
                    <a:pt x="70491" y="662292"/>
                  </a:lnTo>
                  <a:lnTo>
                    <a:pt x="67213" y="657374"/>
                  </a:lnTo>
                  <a:lnTo>
                    <a:pt x="67213" y="654096"/>
                  </a:lnTo>
                  <a:lnTo>
                    <a:pt x="65573" y="650817"/>
                  </a:lnTo>
                  <a:lnTo>
                    <a:pt x="65573" y="645899"/>
                  </a:lnTo>
                  <a:lnTo>
                    <a:pt x="63935" y="642620"/>
                  </a:lnTo>
                  <a:lnTo>
                    <a:pt x="63935" y="639341"/>
                  </a:lnTo>
                  <a:lnTo>
                    <a:pt x="60656" y="636063"/>
                  </a:lnTo>
                  <a:lnTo>
                    <a:pt x="59017" y="631145"/>
                  </a:lnTo>
                  <a:lnTo>
                    <a:pt x="60656" y="627866"/>
                  </a:lnTo>
                  <a:lnTo>
                    <a:pt x="59017" y="626227"/>
                  </a:lnTo>
                  <a:lnTo>
                    <a:pt x="59017" y="626227"/>
                  </a:lnTo>
                  <a:lnTo>
                    <a:pt x="59017" y="621309"/>
                  </a:lnTo>
                  <a:lnTo>
                    <a:pt x="59017" y="618030"/>
                  </a:lnTo>
                  <a:lnTo>
                    <a:pt x="57377" y="614751"/>
                  </a:lnTo>
                  <a:lnTo>
                    <a:pt x="55738" y="611473"/>
                  </a:lnTo>
                  <a:lnTo>
                    <a:pt x="54098" y="606555"/>
                  </a:lnTo>
                  <a:lnTo>
                    <a:pt x="54098" y="603276"/>
                  </a:lnTo>
                  <a:lnTo>
                    <a:pt x="55738" y="599997"/>
                  </a:lnTo>
                  <a:lnTo>
                    <a:pt x="55738" y="595080"/>
                  </a:lnTo>
                  <a:lnTo>
                    <a:pt x="57377" y="591801"/>
                  </a:lnTo>
                  <a:lnTo>
                    <a:pt x="57377" y="588522"/>
                  </a:lnTo>
                  <a:lnTo>
                    <a:pt x="60656" y="583604"/>
                  </a:lnTo>
                  <a:lnTo>
                    <a:pt x="62295" y="580326"/>
                  </a:lnTo>
                  <a:lnTo>
                    <a:pt x="63935" y="577047"/>
                  </a:lnTo>
                  <a:lnTo>
                    <a:pt x="67213" y="572129"/>
                  </a:lnTo>
                  <a:lnTo>
                    <a:pt x="68852" y="568850"/>
                  </a:lnTo>
                  <a:lnTo>
                    <a:pt x="73770" y="565571"/>
                  </a:lnTo>
                  <a:lnTo>
                    <a:pt x="75410" y="562293"/>
                  </a:lnTo>
                  <a:lnTo>
                    <a:pt x="77049" y="559014"/>
                  </a:lnTo>
                  <a:lnTo>
                    <a:pt x="77049" y="554096"/>
                  </a:lnTo>
                  <a:lnTo>
                    <a:pt x="77049" y="550817"/>
                  </a:lnTo>
                  <a:lnTo>
                    <a:pt x="78688" y="547539"/>
                  </a:lnTo>
                  <a:lnTo>
                    <a:pt x="80328" y="542621"/>
                  </a:lnTo>
                  <a:lnTo>
                    <a:pt x="80328" y="539342"/>
                  </a:lnTo>
                  <a:lnTo>
                    <a:pt x="80328" y="536063"/>
                  </a:lnTo>
                  <a:lnTo>
                    <a:pt x="80328" y="532784"/>
                  </a:lnTo>
                  <a:lnTo>
                    <a:pt x="77049" y="527867"/>
                  </a:lnTo>
                  <a:lnTo>
                    <a:pt x="77049" y="524588"/>
                  </a:lnTo>
                  <a:lnTo>
                    <a:pt x="80328" y="521309"/>
                  </a:lnTo>
                  <a:lnTo>
                    <a:pt x="81967" y="518031"/>
                  </a:lnTo>
                  <a:lnTo>
                    <a:pt x="83607" y="514752"/>
                  </a:lnTo>
                  <a:lnTo>
                    <a:pt x="86885" y="511473"/>
                  </a:lnTo>
                  <a:lnTo>
                    <a:pt x="88525" y="506555"/>
                  </a:lnTo>
                  <a:lnTo>
                    <a:pt x="90164" y="503277"/>
                  </a:lnTo>
                  <a:lnTo>
                    <a:pt x="91803" y="498359"/>
                  </a:lnTo>
                  <a:lnTo>
                    <a:pt x="93442" y="495080"/>
                  </a:lnTo>
                  <a:lnTo>
                    <a:pt x="96721" y="491801"/>
                  </a:lnTo>
                  <a:lnTo>
                    <a:pt x="100000" y="490162"/>
                  </a:lnTo>
                  <a:lnTo>
                    <a:pt x="101639" y="493440"/>
                  </a:lnTo>
                  <a:lnTo>
                    <a:pt x="100000" y="496719"/>
                  </a:lnTo>
                  <a:lnTo>
                    <a:pt x="98360" y="501637"/>
                  </a:lnTo>
                  <a:lnTo>
                    <a:pt x="96721" y="504916"/>
                  </a:lnTo>
                  <a:lnTo>
                    <a:pt x="96721" y="508194"/>
                  </a:lnTo>
                  <a:lnTo>
                    <a:pt x="96721" y="513113"/>
                  </a:lnTo>
                  <a:lnTo>
                    <a:pt x="96721" y="516391"/>
                  </a:lnTo>
                  <a:lnTo>
                    <a:pt x="96721" y="519670"/>
                  </a:lnTo>
                  <a:lnTo>
                    <a:pt x="100000" y="518031"/>
                  </a:lnTo>
                  <a:lnTo>
                    <a:pt x="103278" y="518031"/>
                  </a:lnTo>
                  <a:lnTo>
                    <a:pt x="106557" y="514752"/>
                  </a:lnTo>
                  <a:lnTo>
                    <a:pt x="109836" y="511473"/>
                  </a:lnTo>
                  <a:lnTo>
                    <a:pt x="111475" y="506555"/>
                  </a:lnTo>
                  <a:lnTo>
                    <a:pt x="113115" y="503277"/>
                  </a:lnTo>
                  <a:lnTo>
                    <a:pt x="113115" y="499998"/>
                  </a:lnTo>
                  <a:lnTo>
                    <a:pt x="116394" y="499998"/>
                  </a:lnTo>
                  <a:lnTo>
                    <a:pt x="118032" y="496719"/>
                  </a:lnTo>
                  <a:lnTo>
                    <a:pt x="119671" y="491801"/>
                  </a:lnTo>
                  <a:lnTo>
                    <a:pt x="124590" y="490162"/>
                  </a:lnTo>
                  <a:lnTo>
                    <a:pt x="127868" y="488523"/>
                  </a:lnTo>
                  <a:lnTo>
                    <a:pt x="131147" y="485244"/>
                  </a:lnTo>
                  <a:lnTo>
                    <a:pt x="132787" y="485244"/>
                  </a:lnTo>
                  <a:lnTo>
                    <a:pt x="136065" y="483604"/>
                  </a:lnTo>
                  <a:lnTo>
                    <a:pt x="139344" y="483604"/>
                  </a:lnTo>
                  <a:lnTo>
                    <a:pt x="142623" y="480326"/>
                  </a:lnTo>
                  <a:lnTo>
                    <a:pt x="147540" y="478687"/>
                  </a:lnTo>
                  <a:lnTo>
                    <a:pt x="150819" y="477047"/>
                  </a:lnTo>
                  <a:lnTo>
                    <a:pt x="154098" y="475408"/>
                  </a:lnTo>
                  <a:lnTo>
                    <a:pt x="157377" y="472129"/>
                  </a:lnTo>
                  <a:lnTo>
                    <a:pt x="160655" y="468850"/>
                  </a:lnTo>
                  <a:lnTo>
                    <a:pt x="165574" y="465572"/>
                  </a:lnTo>
                  <a:lnTo>
                    <a:pt x="168851" y="463933"/>
                  </a:lnTo>
                  <a:lnTo>
                    <a:pt x="172130" y="460654"/>
                  </a:lnTo>
                  <a:lnTo>
                    <a:pt x="175409" y="457375"/>
                  </a:lnTo>
                  <a:lnTo>
                    <a:pt x="178688" y="455736"/>
                  </a:lnTo>
                  <a:lnTo>
                    <a:pt x="181967" y="454096"/>
                  </a:lnTo>
                  <a:lnTo>
                    <a:pt x="185245" y="450818"/>
                  </a:lnTo>
                  <a:lnTo>
                    <a:pt x="186885" y="447539"/>
                  </a:lnTo>
                  <a:lnTo>
                    <a:pt x="190164" y="447539"/>
                  </a:lnTo>
                  <a:lnTo>
                    <a:pt x="193442" y="445900"/>
                  </a:lnTo>
                  <a:lnTo>
                    <a:pt x="196720" y="445900"/>
                  </a:lnTo>
                  <a:lnTo>
                    <a:pt x="201638" y="442621"/>
                  </a:lnTo>
                  <a:lnTo>
                    <a:pt x="204917" y="439343"/>
                  </a:lnTo>
                  <a:lnTo>
                    <a:pt x="206557" y="439343"/>
                  </a:lnTo>
                  <a:lnTo>
                    <a:pt x="209835" y="436064"/>
                  </a:lnTo>
                  <a:lnTo>
                    <a:pt x="209835" y="439343"/>
                  </a:lnTo>
                  <a:lnTo>
                    <a:pt x="214754" y="440982"/>
                  </a:lnTo>
                  <a:lnTo>
                    <a:pt x="218032" y="439343"/>
                  </a:lnTo>
                  <a:lnTo>
                    <a:pt x="221310" y="437703"/>
                  </a:lnTo>
                  <a:lnTo>
                    <a:pt x="224589" y="436064"/>
                  </a:lnTo>
                  <a:lnTo>
                    <a:pt x="226228" y="439343"/>
                  </a:lnTo>
                  <a:lnTo>
                    <a:pt x="229507" y="440982"/>
                  </a:lnTo>
                  <a:lnTo>
                    <a:pt x="234425" y="440982"/>
                  </a:lnTo>
                  <a:lnTo>
                    <a:pt x="237704" y="440982"/>
                  </a:lnTo>
                  <a:lnTo>
                    <a:pt x="240983" y="439343"/>
                  </a:lnTo>
                  <a:lnTo>
                    <a:pt x="245901" y="439343"/>
                  </a:lnTo>
                  <a:lnTo>
                    <a:pt x="249179" y="437703"/>
                  </a:lnTo>
                  <a:lnTo>
                    <a:pt x="252458" y="434424"/>
                  </a:lnTo>
                  <a:lnTo>
                    <a:pt x="257376" y="431146"/>
                  </a:lnTo>
                  <a:lnTo>
                    <a:pt x="259015" y="429506"/>
                  </a:lnTo>
                  <a:lnTo>
                    <a:pt x="262294" y="426228"/>
                  </a:lnTo>
                  <a:lnTo>
                    <a:pt x="267212" y="426228"/>
                  </a:lnTo>
                  <a:lnTo>
                    <a:pt x="270491" y="424589"/>
                  </a:lnTo>
                  <a:lnTo>
                    <a:pt x="273769" y="424589"/>
                  </a:lnTo>
                  <a:lnTo>
                    <a:pt x="277048" y="424589"/>
                  </a:lnTo>
                  <a:lnTo>
                    <a:pt x="280327" y="424589"/>
                  </a:lnTo>
                  <a:lnTo>
                    <a:pt x="283605" y="424589"/>
                  </a:lnTo>
                  <a:lnTo>
                    <a:pt x="286884" y="422949"/>
                  </a:lnTo>
                  <a:lnTo>
                    <a:pt x="291802" y="419670"/>
                  </a:lnTo>
                  <a:lnTo>
                    <a:pt x="293442" y="416392"/>
                  </a:lnTo>
                  <a:lnTo>
                    <a:pt x="296721" y="413113"/>
                  </a:lnTo>
                  <a:lnTo>
                    <a:pt x="301638" y="409834"/>
                  </a:lnTo>
                  <a:lnTo>
                    <a:pt x="301638" y="409834"/>
                  </a:lnTo>
                  <a:lnTo>
                    <a:pt x="304917" y="409834"/>
                  </a:lnTo>
                  <a:lnTo>
                    <a:pt x="304917" y="409834"/>
                  </a:lnTo>
                  <a:lnTo>
                    <a:pt x="304917" y="409834"/>
                  </a:lnTo>
                  <a:lnTo>
                    <a:pt x="308195" y="408195"/>
                  </a:lnTo>
                  <a:lnTo>
                    <a:pt x="313114" y="409834"/>
                  </a:lnTo>
                  <a:lnTo>
                    <a:pt x="313114" y="409834"/>
                  </a:lnTo>
                  <a:lnTo>
                    <a:pt x="318032" y="411474"/>
                  </a:lnTo>
                  <a:lnTo>
                    <a:pt x="321311" y="413113"/>
                  </a:lnTo>
                  <a:lnTo>
                    <a:pt x="324588" y="409834"/>
                  </a:lnTo>
                  <a:lnTo>
                    <a:pt x="326228" y="409834"/>
                  </a:lnTo>
                  <a:lnTo>
                    <a:pt x="329507" y="408195"/>
                  </a:lnTo>
                  <a:lnTo>
                    <a:pt x="334425" y="406556"/>
                  </a:lnTo>
                  <a:lnTo>
                    <a:pt x="337704" y="406556"/>
                  </a:lnTo>
                  <a:lnTo>
                    <a:pt x="340982" y="406556"/>
                  </a:lnTo>
                  <a:lnTo>
                    <a:pt x="344261" y="406556"/>
                  </a:lnTo>
                  <a:lnTo>
                    <a:pt x="349179" y="404916"/>
                  </a:lnTo>
                  <a:lnTo>
                    <a:pt x="352457" y="403277"/>
                  </a:lnTo>
                  <a:lnTo>
                    <a:pt x="355736" y="401637"/>
                  </a:lnTo>
                  <a:lnTo>
                    <a:pt x="360654" y="399999"/>
                  </a:lnTo>
                  <a:lnTo>
                    <a:pt x="363933" y="398359"/>
                  </a:lnTo>
                  <a:lnTo>
                    <a:pt x="367212" y="396720"/>
                  </a:lnTo>
                  <a:lnTo>
                    <a:pt x="370491" y="395080"/>
                  </a:lnTo>
                  <a:lnTo>
                    <a:pt x="375409" y="393441"/>
                  </a:lnTo>
                  <a:lnTo>
                    <a:pt x="378687" y="391802"/>
                  </a:lnTo>
                  <a:lnTo>
                    <a:pt x="381965" y="388523"/>
                  </a:lnTo>
                  <a:lnTo>
                    <a:pt x="386884" y="386884"/>
                  </a:lnTo>
                  <a:lnTo>
                    <a:pt x="390162" y="383605"/>
                  </a:lnTo>
                  <a:lnTo>
                    <a:pt x="393441" y="378687"/>
                  </a:lnTo>
                  <a:lnTo>
                    <a:pt x="396720" y="375409"/>
                  </a:lnTo>
                  <a:lnTo>
                    <a:pt x="399999" y="372130"/>
                  </a:lnTo>
                  <a:lnTo>
                    <a:pt x="401638" y="367212"/>
                  </a:lnTo>
                  <a:lnTo>
                    <a:pt x="403277" y="363933"/>
                  </a:lnTo>
                  <a:lnTo>
                    <a:pt x="406555" y="360654"/>
                  </a:lnTo>
                  <a:lnTo>
                    <a:pt x="408195" y="355736"/>
                  </a:lnTo>
                  <a:lnTo>
                    <a:pt x="408195" y="352457"/>
                  </a:lnTo>
                  <a:lnTo>
                    <a:pt x="411474" y="352457"/>
                  </a:lnTo>
                  <a:lnTo>
                    <a:pt x="413113" y="350818"/>
                  </a:lnTo>
                  <a:lnTo>
                    <a:pt x="413113" y="347540"/>
                  </a:lnTo>
                  <a:lnTo>
                    <a:pt x="416392" y="344261"/>
                  </a:lnTo>
                  <a:lnTo>
                    <a:pt x="419671" y="342622"/>
                  </a:lnTo>
                  <a:lnTo>
                    <a:pt x="422949" y="340982"/>
                  </a:lnTo>
                  <a:lnTo>
                    <a:pt x="426228" y="336064"/>
                  </a:lnTo>
                  <a:lnTo>
                    <a:pt x="431145" y="334425"/>
                  </a:lnTo>
                  <a:lnTo>
                    <a:pt x="434424" y="329507"/>
                  </a:lnTo>
                  <a:lnTo>
                    <a:pt x="437703" y="327867"/>
                  </a:lnTo>
                  <a:lnTo>
                    <a:pt x="440982" y="324589"/>
                  </a:lnTo>
                  <a:lnTo>
                    <a:pt x="440982" y="321310"/>
                  </a:lnTo>
                  <a:lnTo>
                    <a:pt x="437703" y="319671"/>
                  </a:lnTo>
                  <a:lnTo>
                    <a:pt x="436064" y="316392"/>
                  </a:lnTo>
                  <a:lnTo>
                    <a:pt x="436064" y="311474"/>
                  </a:lnTo>
                  <a:lnTo>
                    <a:pt x="437703" y="308196"/>
                  </a:lnTo>
                  <a:lnTo>
                    <a:pt x="436064" y="304917"/>
                  </a:lnTo>
                  <a:lnTo>
                    <a:pt x="436064" y="299999"/>
                  </a:lnTo>
                  <a:lnTo>
                    <a:pt x="436064" y="296720"/>
                  </a:lnTo>
                  <a:lnTo>
                    <a:pt x="437703" y="293442"/>
                  </a:lnTo>
                  <a:lnTo>
                    <a:pt x="439342" y="288523"/>
                  </a:lnTo>
                  <a:lnTo>
                    <a:pt x="440982" y="285245"/>
                  </a:lnTo>
                  <a:lnTo>
                    <a:pt x="444261" y="281966"/>
                  </a:lnTo>
                  <a:lnTo>
                    <a:pt x="447539" y="278687"/>
                  </a:lnTo>
                  <a:lnTo>
                    <a:pt x="450818" y="275409"/>
                  </a:lnTo>
                  <a:lnTo>
                    <a:pt x="452458" y="273769"/>
                  </a:lnTo>
                  <a:lnTo>
                    <a:pt x="457375" y="275409"/>
                  </a:lnTo>
                  <a:lnTo>
                    <a:pt x="455735" y="272130"/>
                  </a:lnTo>
                  <a:lnTo>
                    <a:pt x="457375" y="268852"/>
                  </a:lnTo>
                  <a:lnTo>
                    <a:pt x="460654" y="268852"/>
                  </a:lnTo>
                  <a:lnTo>
                    <a:pt x="463932" y="267212"/>
                  </a:lnTo>
                  <a:lnTo>
                    <a:pt x="463932" y="263933"/>
                  </a:lnTo>
                  <a:lnTo>
                    <a:pt x="465572" y="259016"/>
                  </a:lnTo>
                  <a:lnTo>
                    <a:pt x="470490" y="257376"/>
                  </a:lnTo>
                  <a:lnTo>
                    <a:pt x="472129" y="254097"/>
                  </a:lnTo>
                  <a:lnTo>
                    <a:pt x="475408" y="250819"/>
                  </a:lnTo>
                  <a:lnTo>
                    <a:pt x="477048" y="254097"/>
                  </a:lnTo>
                  <a:lnTo>
                    <a:pt x="473769" y="257376"/>
                  </a:lnTo>
                  <a:lnTo>
                    <a:pt x="473769" y="259016"/>
                  </a:lnTo>
                  <a:lnTo>
                    <a:pt x="475408" y="263933"/>
                  </a:lnTo>
                  <a:lnTo>
                    <a:pt x="478687" y="263933"/>
                  </a:lnTo>
                  <a:lnTo>
                    <a:pt x="477048" y="267212"/>
                  </a:lnTo>
                  <a:lnTo>
                    <a:pt x="478687" y="270491"/>
                  </a:lnTo>
                  <a:lnTo>
                    <a:pt x="480325" y="275409"/>
                  </a:lnTo>
                  <a:lnTo>
                    <a:pt x="481965" y="278687"/>
                  </a:lnTo>
                  <a:lnTo>
                    <a:pt x="481965" y="281966"/>
                  </a:lnTo>
                  <a:lnTo>
                    <a:pt x="483604" y="286884"/>
                  </a:lnTo>
                  <a:lnTo>
                    <a:pt x="485244" y="290163"/>
                  </a:lnTo>
                  <a:lnTo>
                    <a:pt x="486883" y="293442"/>
                  </a:lnTo>
                  <a:lnTo>
                    <a:pt x="488522" y="296720"/>
                  </a:lnTo>
                  <a:lnTo>
                    <a:pt x="490162" y="301638"/>
                  </a:lnTo>
                  <a:lnTo>
                    <a:pt x="490162" y="303277"/>
                  </a:lnTo>
                  <a:lnTo>
                    <a:pt x="491801" y="299999"/>
                  </a:lnTo>
                  <a:lnTo>
                    <a:pt x="490162" y="295081"/>
                  </a:lnTo>
                  <a:lnTo>
                    <a:pt x="493441" y="291802"/>
                  </a:lnTo>
                  <a:lnTo>
                    <a:pt x="493441" y="288523"/>
                  </a:lnTo>
                  <a:lnTo>
                    <a:pt x="495080" y="285245"/>
                  </a:lnTo>
                  <a:lnTo>
                    <a:pt x="493441" y="280327"/>
                  </a:lnTo>
                  <a:lnTo>
                    <a:pt x="495080" y="277048"/>
                  </a:lnTo>
                  <a:lnTo>
                    <a:pt x="498359" y="278687"/>
                  </a:lnTo>
                  <a:lnTo>
                    <a:pt x="501638" y="283606"/>
                  </a:lnTo>
                  <a:lnTo>
                    <a:pt x="503277" y="286884"/>
                  </a:lnTo>
                  <a:lnTo>
                    <a:pt x="504916" y="285245"/>
                  </a:lnTo>
                  <a:lnTo>
                    <a:pt x="503277" y="281966"/>
                  </a:lnTo>
                  <a:lnTo>
                    <a:pt x="501638" y="278687"/>
                  </a:lnTo>
                  <a:lnTo>
                    <a:pt x="504916" y="273769"/>
                  </a:lnTo>
                  <a:lnTo>
                    <a:pt x="508194" y="272130"/>
                  </a:lnTo>
                  <a:lnTo>
                    <a:pt x="504916" y="272130"/>
                  </a:lnTo>
                  <a:lnTo>
                    <a:pt x="501638" y="268852"/>
                  </a:lnTo>
                  <a:lnTo>
                    <a:pt x="499998" y="265573"/>
                  </a:lnTo>
                  <a:lnTo>
                    <a:pt x="495080" y="262294"/>
                  </a:lnTo>
                  <a:lnTo>
                    <a:pt x="498359" y="259016"/>
                  </a:lnTo>
                  <a:lnTo>
                    <a:pt x="493441" y="257376"/>
                  </a:lnTo>
                  <a:lnTo>
                    <a:pt x="493441" y="254097"/>
                  </a:lnTo>
                  <a:lnTo>
                    <a:pt x="496719" y="255737"/>
                  </a:lnTo>
                  <a:lnTo>
                    <a:pt x="496719" y="252458"/>
                  </a:lnTo>
                  <a:lnTo>
                    <a:pt x="501638" y="252458"/>
                  </a:lnTo>
                  <a:lnTo>
                    <a:pt x="503277" y="249179"/>
                  </a:lnTo>
                  <a:lnTo>
                    <a:pt x="499998" y="245901"/>
                  </a:lnTo>
                  <a:lnTo>
                    <a:pt x="498359" y="242622"/>
                  </a:lnTo>
                  <a:lnTo>
                    <a:pt x="501638" y="240983"/>
                  </a:lnTo>
                  <a:lnTo>
                    <a:pt x="504916" y="239343"/>
                  </a:lnTo>
                  <a:lnTo>
                    <a:pt x="508194" y="244262"/>
                  </a:lnTo>
                  <a:lnTo>
                    <a:pt x="504916" y="244262"/>
                  </a:lnTo>
                  <a:lnTo>
                    <a:pt x="508194" y="247540"/>
                  </a:lnTo>
                  <a:lnTo>
                    <a:pt x="508194" y="250819"/>
                  </a:lnTo>
                  <a:lnTo>
                    <a:pt x="511473" y="249179"/>
                  </a:lnTo>
                  <a:lnTo>
                    <a:pt x="513112" y="245901"/>
                  </a:lnTo>
                  <a:lnTo>
                    <a:pt x="518031" y="244262"/>
                  </a:lnTo>
                  <a:lnTo>
                    <a:pt x="521309" y="245901"/>
                  </a:lnTo>
                  <a:lnTo>
                    <a:pt x="521309" y="250819"/>
                  </a:lnTo>
                  <a:lnTo>
                    <a:pt x="526228" y="250819"/>
                  </a:lnTo>
                  <a:lnTo>
                    <a:pt x="529506" y="249179"/>
                  </a:lnTo>
                  <a:lnTo>
                    <a:pt x="532784" y="250819"/>
                  </a:lnTo>
                  <a:lnTo>
                    <a:pt x="537702" y="250819"/>
                  </a:lnTo>
                  <a:lnTo>
                    <a:pt x="540981" y="250819"/>
                  </a:lnTo>
                  <a:lnTo>
                    <a:pt x="544260" y="252458"/>
                  </a:lnTo>
                  <a:lnTo>
                    <a:pt x="540981" y="249179"/>
                  </a:lnTo>
                  <a:lnTo>
                    <a:pt x="537702" y="247540"/>
                  </a:lnTo>
                  <a:lnTo>
                    <a:pt x="534424" y="247540"/>
                  </a:lnTo>
                  <a:lnTo>
                    <a:pt x="529506" y="247540"/>
                  </a:lnTo>
                  <a:lnTo>
                    <a:pt x="529506" y="244262"/>
                  </a:lnTo>
                  <a:lnTo>
                    <a:pt x="531146" y="240983"/>
                  </a:lnTo>
                  <a:lnTo>
                    <a:pt x="532784" y="236065"/>
                  </a:lnTo>
                  <a:lnTo>
                    <a:pt x="534424" y="240983"/>
                  </a:lnTo>
                  <a:lnTo>
                    <a:pt x="539342" y="236065"/>
                  </a:lnTo>
                  <a:lnTo>
                    <a:pt x="539342" y="232786"/>
                  </a:lnTo>
                  <a:lnTo>
                    <a:pt x="540981" y="227868"/>
                  </a:lnTo>
                  <a:lnTo>
                    <a:pt x="544260" y="226229"/>
                  </a:lnTo>
                  <a:lnTo>
                    <a:pt x="540981" y="226229"/>
                  </a:lnTo>
                  <a:lnTo>
                    <a:pt x="537702" y="229507"/>
                  </a:lnTo>
                  <a:lnTo>
                    <a:pt x="534424" y="226229"/>
                  </a:lnTo>
                  <a:lnTo>
                    <a:pt x="532784" y="221310"/>
                  </a:lnTo>
                  <a:lnTo>
                    <a:pt x="532784" y="218032"/>
                  </a:lnTo>
                  <a:lnTo>
                    <a:pt x="534424" y="218032"/>
                  </a:lnTo>
                  <a:lnTo>
                    <a:pt x="534424" y="214753"/>
                  </a:lnTo>
                  <a:lnTo>
                    <a:pt x="537702" y="209835"/>
                  </a:lnTo>
                  <a:lnTo>
                    <a:pt x="540981" y="211475"/>
                  </a:lnTo>
                  <a:lnTo>
                    <a:pt x="544260" y="208196"/>
                  </a:lnTo>
                  <a:lnTo>
                    <a:pt x="549178" y="204917"/>
                  </a:lnTo>
                  <a:lnTo>
                    <a:pt x="545899" y="201639"/>
                  </a:lnTo>
                  <a:lnTo>
                    <a:pt x="550818" y="201639"/>
                  </a:lnTo>
                  <a:lnTo>
                    <a:pt x="554096" y="204917"/>
                  </a:lnTo>
                  <a:lnTo>
                    <a:pt x="557375" y="206557"/>
                  </a:lnTo>
                  <a:lnTo>
                    <a:pt x="559014" y="209835"/>
                  </a:lnTo>
                  <a:lnTo>
                    <a:pt x="562292" y="209835"/>
                  </a:lnTo>
                  <a:lnTo>
                    <a:pt x="565571" y="211475"/>
                  </a:lnTo>
                  <a:lnTo>
                    <a:pt x="560653" y="208196"/>
                  </a:lnTo>
                  <a:lnTo>
                    <a:pt x="562292" y="204917"/>
                  </a:lnTo>
                  <a:lnTo>
                    <a:pt x="559014" y="203278"/>
                  </a:lnTo>
                  <a:lnTo>
                    <a:pt x="555736" y="201639"/>
                  </a:lnTo>
                  <a:lnTo>
                    <a:pt x="557375" y="198360"/>
                  </a:lnTo>
                  <a:lnTo>
                    <a:pt x="562292" y="196720"/>
                  </a:lnTo>
                  <a:lnTo>
                    <a:pt x="557375" y="198360"/>
                  </a:lnTo>
                  <a:lnTo>
                    <a:pt x="554096" y="199999"/>
                  </a:lnTo>
                  <a:lnTo>
                    <a:pt x="555736" y="196720"/>
                  </a:lnTo>
                  <a:lnTo>
                    <a:pt x="559014" y="193442"/>
                  </a:lnTo>
                  <a:lnTo>
                    <a:pt x="560653" y="190163"/>
                  </a:lnTo>
                  <a:lnTo>
                    <a:pt x="563932" y="190163"/>
                  </a:lnTo>
                  <a:lnTo>
                    <a:pt x="565571" y="193442"/>
                  </a:lnTo>
                  <a:lnTo>
                    <a:pt x="567211" y="190163"/>
                  </a:lnTo>
                  <a:lnTo>
                    <a:pt x="570489" y="193442"/>
                  </a:lnTo>
                  <a:lnTo>
                    <a:pt x="572129" y="195081"/>
                  </a:lnTo>
                  <a:lnTo>
                    <a:pt x="577047" y="195081"/>
                  </a:lnTo>
                  <a:lnTo>
                    <a:pt x="573768" y="191803"/>
                  </a:lnTo>
                  <a:lnTo>
                    <a:pt x="572129" y="188524"/>
                  </a:lnTo>
                  <a:lnTo>
                    <a:pt x="573768" y="183606"/>
                  </a:lnTo>
                  <a:lnTo>
                    <a:pt x="568850" y="181966"/>
                  </a:lnTo>
                  <a:lnTo>
                    <a:pt x="568850" y="178688"/>
                  </a:lnTo>
                  <a:lnTo>
                    <a:pt x="570489" y="175409"/>
                  </a:lnTo>
                  <a:lnTo>
                    <a:pt x="573768" y="173770"/>
                  </a:lnTo>
                  <a:lnTo>
                    <a:pt x="575408" y="168852"/>
                  </a:lnTo>
                  <a:lnTo>
                    <a:pt x="578686" y="172130"/>
                  </a:lnTo>
                  <a:lnTo>
                    <a:pt x="581965" y="168852"/>
                  </a:lnTo>
                  <a:lnTo>
                    <a:pt x="585243" y="168852"/>
                  </a:lnTo>
                  <a:lnTo>
                    <a:pt x="586882" y="167213"/>
                  </a:lnTo>
                  <a:lnTo>
                    <a:pt x="586882" y="163934"/>
                  </a:lnTo>
                  <a:lnTo>
                    <a:pt x="586882" y="160655"/>
                  </a:lnTo>
                  <a:lnTo>
                    <a:pt x="586882" y="155737"/>
                  </a:lnTo>
                  <a:lnTo>
                    <a:pt x="591801" y="157376"/>
                  </a:lnTo>
                  <a:lnTo>
                    <a:pt x="590161" y="160655"/>
                  </a:lnTo>
                  <a:lnTo>
                    <a:pt x="590161" y="163934"/>
                  </a:lnTo>
                  <a:lnTo>
                    <a:pt x="588522" y="168852"/>
                  </a:lnTo>
                  <a:lnTo>
                    <a:pt x="586882" y="172130"/>
                  </a:lnTo>
                  <a:lnTo>
                    <a:pt x="590161" y="168852"/>
                  </a:lnTo>
                  <a:lnTo>
                    <a:pt x="591801" y="163934"/>
                  </a:lnTo>
                  <a:lnTo>
                    <a:pt x="595079" y="165573"/>
                  </a:lnTo>
                  <a:lnTo>
                    <a:pt x="595079" y="168852"/>
                  </a:lnTo>
                  <a:lnTo>
                    <a:pt x="596719" y="172130"/>
                  </a:lnTo>
                  <a:lnTo>
                    <a:pt x="598358" y="168852"/>
                  </a:lnTo>
                  <a:lnTo>
                    <a:pt x="601637" y="167213"/>
                  </a:lnTo>
                  <a:lnTo>
                    <a:pt x="603276" y="163934"/>
                  </a:lnTo>
                  <a:lnTo>
                    <a:pt x="604916" y="160655"/>
                  </a:lnTo>
                  <a:lnTo>
                    <a:pt x="604916" y="155737"/>
                  </a:lnTo>
                  <a:lnTo>
                    <a:pt x="609833" y="154098"/>
                  </a:lnTo>
                  <a:lnTo>
                    <a:pt x="609833" y="149180"/>
                  </a:lnTo>
                  <a:lnTo>
                    <a:pt x="608195" y="147540"/>
                  </a:lnTo>
                  <a:lnTo>
                    <a:pt x="604916" y="149180"/>
                  </a:lnTo>
                  <a:lnTo>
                    <a:pt x="603276" y="144262"/>
                  </a:lnTo>
                  <a:lnTo>
                    <a:pt x="608195" y="145901"/>
                  </a:lnTo>
                  <a:lnTo>
                    <a:pt x="606555" y="142622"/>
                  </a:lnTo>
                  <a:lnTo>
                    <a:pt x="611472" y="140983"/>
                  </a:lnTo>
                  <a:lnTo>
                    <a:pt x="608195" y="145901"/>
                  </a:lnTo>
                  <a:lnTo>
                    <a:pt x="613112" y="142622"/>
                  </a:lnTo>
                  <a:lnTo>
                    <a:pt x="611472" y="145901"/>
                  </a:lnTo>
                  <a:lnTo>
                    <a:pt x="611472" y="149180"/>
                  </a:lnTo>
                  <a:lnTo>
                    <a:pt x="613112" y="152459"/>
                  </a:lnTo>
                  <a:lnTo>
                    <a:pt x="616391" y="152459"/>
                  </a:lnTo>
                  <a:lnTo>
                    <a:pt x="616391" y="149180"/>
                  </a:lnTo>
                  <a:lnTo>
                    <a:pt x="619669" y="145901"/>
                  </a:lnTo>
                  <a:lnTo>
                    <a:pt x="622948" y="144262"/>
                  </a:lnTo>
                  <a:lnTo>
                    <a:pt x="621309" y="147540"/>
                  </a:lnTo>
                  <a:lnTo>
                    <a:pt x="622948" y="149180"/>
                  </a:lnTo>
                  <a:lnTo>
                    <a:pt x="624588" y="154098"/>
                  </a:lnTo>
                  <a:lnTo>
                    <a:pt x="629506" y="149180"/>
                  </a:lnTo>
                  <a:lnTo>
                    <a:pt x="632785" y="147540"/>
                  </a:lnTo>
                  <a:lnTo>
                    <a:pt x="636062" y="144262"/>
                  </a:lnTo>
                  <a:lnTo>
                    <a:pt x="637702" y="142622"/>
                  </a:lnTo>
                  <a:lnTo>
                    <a:pt x="634424" y="139344"/>
                  </a:lnTo>
                  <a:lnTo>
                    <a:pt x="637702" y="136065"/>
                  </a:lnTo>
                  <a:lnTo>
                    <a:pt x="640981" y="134426"/>
                  </a:lnTo>
                  <a:lnTo>
                    <a:pt x="642620" y="132786"/>
                  </a:lnTo>
                  <a:lnTo>
                    <a:pt x="644259" y="136065"/>
                  </a:lnTo>
                  <a:lnTo>
                    <a:pt x="647538" y="140983"/>
                  </a:lnTo>
                  <a:lnTo>
                    <a:pt x="650817" y="142622"/>
                  </a:lnTo>
                  <a:lnTo>
                    <a:pt x="654096" y="142622"/>
                  </a:lnTo>
                  <a:lnTo>
                    <a:pt x="659014" y="142622"/>
                  </a:lnTo>
                  <a:lnTo>
                    <a:pt x="660653" y="147540"/>
                  </a:lnTo>
                  <a:lnTo>
                    <a:pt x="663931" y="150819"/>
                  </a:lnTo>
                  <a:lnTo>
                    <a:pt x="667210" y="152459"/>
                  </a:lnTo>
                  <a:lnTo>
                    <a:pt x="668849" y="157376"/>
                  </a:lnTo>
                  <a:lnTo>
                    <a:pt x="670489" y="160655"/>
                  </a:lnTo>
                  <a:lnTo>
                    <a:pt x="672128" y="163934"/>
                  </a:lnTo>
                  <a:lnTo>
                    <a:pt x="675407" y="167213"/>
                  </a:lnTo>
                  <a:lnTo>
                    <a:pt x="678686" y="170491"/>
                  </a:lnTo>
                  <a:lnTo>
                    <a:pt x="681965" y="173770"/>
                  </a:lnTo>
                  <a:lnTo>
                    <a:pt x="683604" y="178688"/>
                  </a:lnTo>
                  <a:lnTo>
                    <a:pt x="683604" y="180327"/>
                  </a:lnTo>
                  <a:lnTo>
                    <a:pt x="681965" y="185245"/>
                  </a:lnTo>
                  <a:lnTo>
                    <a:pt x="680325" y="188524"/>
                  </a:lnTo>
                  <a:lnTo>
                    <a:pt x="678686" y="191803"/>
                  </a:lnTo>
                  <a:lnTo>
                    <a:pt x="677046" y="195081"/>
                  </a:lnTo>
                  <a:lnTo>
                    <a:pt x="677046" y="199999"/>
                  </a:lnTo>
                  <a:lnTo>
                    <a:pt x="675407" y="203278"/>
                  </a:lnTo>
                  <a:lnTo>
                    <a:pt x="675407" y="206557"/>
                  </a:lnTo>
                  <a:lnTo>
                    <a:pt x="673768" y="209835"/>
                  </a:lnTo>
                  <a:lnTo>
                    <a:pt x="677046" y="208196"/>
                  </a:lnTo>
                  <a:lnTo>
                    <a:pt x="678686" y="203278"/>
                  </a:lnTo>
                  <a:lnTo>
                    <a:pt x="678686" y="199999"/>
                  </a:lnTo>
                  <a:lnTo>
                    <a:pt x="681965" y="199999"/>
                  </a:lnTo>
                  <a:lnTo>
                    <a:pt x="683604" y="203278"/>
                  </a:lnTo>
                  <a:lnTo>
                    <a:pt x="683604" y="206557"/>
                  </a:lnTo>
                  <a:lnTo>
                    <a:pt x="685243" y="203278"/>
                  </a:lnTo>
                  <a:lnTo>
                    <a:pt x="683604" y="199999"/>
                  </a:lnTo>
                  <a:lnTo>
                    <a:pt x="683604" y="195081"/>
                  </a:lnTo>
                  <a:lnTo>
                    <a:pt x="681965" y="191803"/>
                  </a:lnTo>
                  <a:lnTo>
                    <a:pt x="685243" y="188524"/>
                  </a:lnTo>
                  <a:lnTo>
                    <a:pt x="688521" y="191803"/>
                  </a:lnTo>
                  <a:lnTo>
                    <a:pt x="691800" y="190163"/>
                  </a:lnTo>
                  <a:lnTo>
                    <a:pt x="693439" y="190163"/>
                  </a:lnTo>
                  <a:lnTo>
                    <a:pt x="691800" y="186885"/>
                  </a:lnTo>
                  <a:lnTo>
                    <a:pt x="691800" y="183606"/>
                  </a:lnTo>
                  <a:lnTo>
                    <a:pt x="693439" y="181966"/>
                  </a:lnTo>
                  <a:lnTo>
                    <a:pt x="696718" y="178688"/>
                  </a:lnTo>
                  <a:lnTo>
                    <a:pt x="699997" y="178688"/>
                  </a:lnTo>
                  <a:lnTo>
                    <a:pt x="704915" y="180327"/>
                  </a:lnTo>
                  <a:lnTo>
                    <a:pt x="708194" y="181966"/>
                  </a:lnTo>
                  <a:lnTo>
                    <a:pt x="711473" y="181966"/>
                  </a:lnTo>
                  <a:lnTo>
                    <a:pt x="714751" y="183606"/>
                  </a:lnTo>
                  <a:lnTo>
                    <a:pt x="718029" y="185245"/>
                  </a:lnTo>
                  <a:lnTo>
                    <a:pt x="721308" y="188524"/>
                  </a:lnTo>
                  <a:lnTo>
                    <a:pt x="719669" y="193442"/>
                  </a:lnTo>
                  <a:lnTo>
                    <a:pt x="719669" y="196720"/>
                  </a:lnTo>
                  <a:lnTo>
                    <a:pt x="722948" y="193442"/>
                  </a:lnTo>
                  <a:lnTo>
                    <a:pt x="722948" y="190163"/>
                  </a:lnTo>
                  <a:lnTo>
                    <a:pt x="722948" y="185245"/>
                  </a:lnTo>
                  <a:lnTo>
                    <a:pt x="722948" y="181966"/>
                  </a:lnTo>
                  <a:lnTo>
                    <a:pt x="726226" y="183606"/>
                  </a:lnTo>
                  <a:lnTo>
                    <a:pt x="731145" y="185245"/>
                  </a:lnTo>
                  <a:lnTo>
                    <a:pt x="732784" y="188524"/>
                  </a:lnTo>
                  <a:lnTo>
                    <a:pt x="736063" y="193442"/>
                  </a:lnTo>
                  <a:lnTo>
                    <a:pt x="734423" y="196720"/>
                  </a:lnTo>
                  <a:lnTo>
                    <a:pt x="739341" y="198360"/>
                  </a:lnTo>
                  <a:lnTo>
                    <a:pt x="740980" y="198360"/>
                  </a:lnTo>
                  <a:lnTo>
                    <a:pt x="739341" y="193442"/>
                  </a:lnTo>
                  <a:lnTo>
                    <a:pt x="737702" y="190163"/>
                  </a:lnTo>
                  <a:lnTo>
                    <a:pt x="737702" y="186885"/>
                  </a:lnTo>
                  <a:lnTo>
                    <a:pt x="739341" y="181966"/>
                  </a:lnTo>
                  <a:lnTo>
                    <a:pt x="742619" y="181966"/>
                  </a:lnTo>
                  <a:lnTo>
                    <a:pt x="747538" y="181966"/>
                  </a:lnTo>
                  <a:lnTo>
                    <a:pt x="750816" y="180327"/>
                  </a:lnTo>
                  <a:lnTo>
                    <a:pt x="747538" y="180327"/>
                  </a:lnTo>
                  <a:lnTo>
                    <a:pt x="742619" y="180327"/>
                  </a:lnTo>
                  <a:lnTo>
                    <a:pt x="740980" y="177049"/>
                  </a:lnTo>
                  <a:lnTo>
                    <a:pt x="737702" y="172130"/>
                  </a:lnTo>
                  <a:lnTo>
                    <a:pt x="742619" y="172130"/>
                  </a:lnTo>
                  <a:lnTo>
                    <a:pt x="745898" y="168852"/>
                  </a:lnTo>
                  <a:lnTo>
                    <a:pt x="742619" y="170491"/>
                  </a:lnTo>
                  <a:lnTo>
                    <a:pt x="737702" y="168852"/>
                  </a:lnTo>
                  <a:lnTo>
                    <a:pt x="734423" y="167213"/>
                  </a:lnTo>
                  <a:lnTo>
                    <a:pt x="731145" y="163934"/>
                  </a:lnTo>
                  <a:lnTo>
                    <a:pt x="731145" y="160655"/>
                  </a:lnTo>
                  <a:lnTo>
                    <a:pt x="734423" y="155737"/>
                  </a:lnTo>
                  <a:lnTo>
                    <a:pt x="737702" y="152459"/>
                  </a:lnTo>
                  <a:lnTo>
                    <a:pt x="737702" y="149180"/>
                  </a:lnTo>
                  <a:lnTo>
                    <a:pt x="739341" y="147540"/>
                  </a:lnTo>
                  <a:lnTo>
                    <a:pt x="744259" y="147540"/>
                  </a:lnTo>
                  <a:lnTo>
                    <a:pt x="747538" y="145901"/>
                  </a:lnTo>
                  <a:lnTo>
                    <a:pt x="749177" y="140983"/>
                  </a:lnTo>
                  <a:lnTo>
                    <a:pt x="749177" y="137705"/>
                  </a:lnTo>
                  <a:lnTo>
                    <a:pt x="752456" y="134426"/>
                  </a:lnTo>
                  <a:lnTo>
                    <a:pt x="750816" y="129508"/>
                  </a:lnTo>
                  <a:lnTo>
                    <a:pt x="754095" y="126229"/>
                  </a:lnTo>
                  <a:lnTo>
                    <a:pt x="755735" y="122950"/>
                  </a:lnTo>
                  <a:lnTo>
                    <a:pt x="759013" y="124590"/>
                  </a:lnTo>
                  <a:lnTo>
                    <a:pt x="760653" y="124590"/>
                  </a:lnTo>
                  <a:lnTo>
                    <a:pt x="763932" y="121311"/>
                  </a:lnTo>
                  <a:lnTo>
                    <a:pt x="767209" y="119672"/>
                  </a:lnTo>
                  <a:lnTo>
                    <a:pt x="772128" y="114754"/>
                  </a:lnTo>
                  <a:lnTo>
                    <a:pt x="773767" y="116393"/>
                  </a:lnTo>
                  <a:lnTo>
                    <a:pt x="770488" y="113115"/>
                  </a:lnTo>
                  <a:lnTo>
                    <a:pt x="768849" y="108196"/>
                  </a:lnTo>
                  <a:lnTo>
                    <a:pt x="767209" y="104918"/>
                  </a:lnTo>
                  <a:lnTo>
                    <a:pt x="768849" y="101639"/>
                  </a:lnTo>
                  <a:lnTo>
                    <a:pt x="768849" y="96721"/>
                  </a:lnTo>
                  <a:lnTo>
                    <a:pt x="772128" y="98360"/>
                  </a:lnTo>
                  <a:lnTo>
                    <a:pt x="775406" y="96721"/>
                  </a:lnTo>
                  <a:lnTo>
                    <a:pt x="777046" y="91803"/>
                  </a:lnTo>
                  <a:lnTo>
                    <a:pt x="778685" y="88525"/>
                  </a:lnTo>
                  <a:lnTo>
                    <a:pt x="781964" y="85246"/>
                  </a:lnTo>
                  <a:lnTo>
                    <a:pt x="785243" y="83606"/>
                  </a:lnTo>
                  <a:lnTo>
                    <a:pt x="786882" y="88525"/>
                  </a:lnTo>
                  <a:lnTo>
                    <a:pt x="790161" y="88525"/>
                  </a:lnTo>
                  <a:lnTo>
                    <a:pt x="786882" y="85246"/>
                  </a:lnTo>
                  <a:lnTo>
                    <a:pt x="788522" y="80328"/>
                  </a:lnTo>
                  <a:lnTo>
                    <a:pt x="788522" y="77049"/>
                  </a:lnTo>
                  <a:lnTo>
                    <a:pt x="790161" y="73770"/>
                  </a:lnTo>
                  <a:lnTo>
                    <a:pt x="793439" y="75410"/>
                  </a:lnTo>
                  <a:lnTo>
                    <a:pt x="795078" y="78688"/>
                  </a:lnTo>
                  <a:lnTo>
                    <a:pt x="798357" y="81967"/>
                  </a:lnTo>
                  <a:lnTo>
                    <a:pt x="801636" y="83606"/>
                  </a:lnTo>
                  <a:lnTo>
                    <a:pt x="799996" y="80328"/>
                  </a:lnTo>
                  <a:lnTo>
                    <a:pt x="799996" y="77049"/>
                  </a:lnTo>
                  <a:lnTo>
                    <a:pt x="798357" y="77049"/>
                  </a:lnTo>
                  <a:lnTo>
                    <a:pt x="798357" y="73770"/>
                  </a:lnTo>
                  <a:lnTo>
                    <a:pt x="801636" y="72131"/>
                  </a:lnTo>
                  <a:lnTo>
                    <a:pt x="804915" y="72131"/>
                  </a:lnTo>
                  <a:lnTo>
                    <a:pt x="806554" y="68852"/>
                  </a:lnTo>
                  <a:lnTo>
                    <a:pt x="804915" y="65573"/>
                  </a:lnTo>
                  <a:lnTo>
                    <a:pt x="809833" y="63935"/>
                  </a:lnTo>
                  <a:lnTo>
                    <a:pt x="813112" y="65573"/>
                  </a:lnTo>
                  <a:lnTo>
                    <a:pt x="816390" y="62295"/>
                  </a:lnTo>
                  <a:lnTo>
                    <a:pt x="818029" y="65573"/>
                  </a:lnTo>
                  <a:lnTo>
                    <a:pt x="821308" y="68852"/>
                  </a:lnTo>
                  <a:lnTo>
                    <a:pt x="826226" y="68852"/>
                  </a:lnTo>
                  <a:lnTo>
                    <a:pt x="829505" y="68852"/>
                  </a:lnTo>
                  <a:lnTo>
                    <a:pt x="832783" y="68852"/>
                  </a:lnTo>
                  <a:lnTo>
                    <a:pt x="837702" y="67213"/>
                  </a:lnTo>
                  <a:lnTo>
                    <a:pt x="840980" y="68852"/>
                  </a:lnTo>
                  <a:lnTo>
                    <a:pt x="844258" y="70492"/>
                  </a:lnTo>
                  <a:lnTo>
                    <a:pt x="847537" y="68852"/>
                  </a:lnTo>
                  <a:lnTo>
                    <a:pt x="852455" y="65573"/>
                  </a:lnTo>
                  <a:lnTo>
                    <a:pt x="855734" y="65573"/>
                  </a:lnTo>
                  <a:lnTo>
                    <a:pt x="859013" y="65573"/>
                  </a:lnTo>
                  <a:lnTo>
                    <a:pt x="859013" y="70492"/>
                  </a:lnTo>
                  <a:lnTo>
                    <a:pt x="860652" y="65573"/>
                  </a:lnTo>
                  <a:lnTo>
                    <a:pt x="863931" y="62295"/>
                  </a:lnTo>
                  <a:lnTo>
                    <a:pt x="867210" y="62295"/>
                  </a:lnTo>
                  <a:lnTo>
                    <a:pt x="870488" y="62295"/>
                  </a:lnTo>
                  <a:lnTo>
                    <a:pt x="868849" y="59016"/>
                  </a:lnTo>
                  <a:lnTo>
                    <a:pt x="868849" y="55738"/>
                  </a:lnTo>
                  <a:lnTo>
                    <a:pt x="870488" y="52459"/>
                  </a:lnTo>
                  <a:lnTo>
                    <a:pt x="868849" y="47541"/>
                  </a:lnTo>
                  <a:lnTo>
                    <a:pt x="872127" y="44262"/>
                  </a:lnTo>
                  <a:lnTo>
                    <a:pt x="870488" y="40983"/>
                  </a:lnTo>
                  <a:lnTo>
                    <a:pt x="870488" y="40983"/>
                  </a:lnTo>
                  <a:lnTo>
                    <a:pt x="870488" y="40983"/>
                  </a:lnTo>
                  <a:lnTo>
                    <a:pt x="868849" y="40983"/>
                  </a:lnTo>
                  <a:lnTo>
                    <a:pt x="867210" y="36066"/>
                  </a:lnTo>
                  <a:lnTo>
                    <a:pt x="865570" y="32787"/>
                  </a:lnTo>
                  <a:lnTo>
                    <a:pt x="862292" y="31148"/>
                  </a:lnTo>
                  <a:lnTo>
                    <a:pt x="857373" y="32787"/>
                  </a:lnTo>
                  <a:lnTo>
                    <a:pt x="854095" y="34426"/>
                  </a:lnTo>
                  <a:lnTo>
                    <a:pt x="850816" y="36066"/>
                  </a:lnTo>
                  <a:lnTo>
                    <a:pt x="849176" y="31148"/>
                  </a:lnTo>
                  <a:lnTo>
                    <a:pt x="845898" y="31148"/>
                  </a:lnTo>
                  <a:lnTo>
                    <a:pt x="845898" y="26229"/>
                  </a:lnTo>
                  <a:lnTo>
                    <a:pt x="840980" y="26229"/>
                  </a:lnTo>
                  <a:lnTo>
                    <a:pt x="840980" y="22951"/>
                  </a:lnTo>
                  <a:lnTo>
                    <a:pt x="845898" y="21312"/>
                  </a:lnTo>
                  <a:lnTo>
                    <a:pt x="847537" y="18033"/>
                  </a:lnTo>
                  <a:lnTo>
                    <a:pt x="850816" y="21312"/>
                  </a:lnTo>
                  <a:lnTo>
                    <a:pt x="852455" y="26229"/>
                  </a:lnTo>
                  <a:lnTo>
                    <a:pt x="854095" y="29508"/>
                  </a:lnTo>
                  <a:lnTo>
                    <a:pt x="855734" y="26229"/>
                  </a:lnTo>
                  <a:lnTo>
                    <a:pt x="855734" y="22951"/>
                  </a:lnTo>
                  <a:lnTo>
                    <a:pt x="854095" y="18033"/>
                  </a:lnTo>
                  <a:lnTo>
                    <a:pt x="857373" y="22951"/>
                  </a:lnTo>
                  <a:lnTo>
                    <a:pt x="862292" y="18033"/>
                  </a:lnTo>
                  <a:lnTo>
                    <a:pt x="863931" y="22951"/>
                  </a:lnTo>
                  <a:lnTo>
                    <a:pt x="867210" y="22951"/>
                  </a:lnTo>
                  <a:lnTo>
                    <a:pt x="868849" y="27869"/>
                  </a:lnTo>
                  <a:lnTo>
                    <a:pt x="868849" y="27869"/>
                  </a:lnTo>
                  <a:lnTo>
                    <a:pt x="872127" y="31148"/>
                  </a:lnTo>
                  <a:lnTo>
                    <a:pt x="873766" y="36066"/>
                  </a:lnTo>
                  <a:lnTo>
                    <a:pt x="878685" y="32787"/>
                  </a:lnTo>
                  <a:lnTo>
                    <a:pt x="881963" y="31148"/>
                  </a:lnTo>
                  <a:lnTo>
                    <a:pt x="881963" y="26229"/>
                  </a:lnTo>
                  <a:lnTo>
                    <a:pt x="885242" y="31148"/>
                  </a:lnTo>
                  <a:lnTo>
                    <a:pt x="886882" y="34426"/>
                  </a:lnTo>
                  <a:lnTo>
                    <a:pt x="888521" y="37705"/>
                  </a:lnTo>
                  <a:lnTo>
                    <a:pt x="890160" y="42623"/>
                  </a:lnTo>
                  <a:lnTo>
                    <a:pt x="893439" y="44262"/>
                  </a:lnTo>
                  <a:lnTo>
                    <a:pt x="896717" y="42623"/>
                  </a:lnTo>
                  <a:lnTo>
                    <a:pt x="901635" y="45902"/>
                  </a:lnTo>
                  <a:lnTo>
                    <a:pt x="904914" y="45902"/>
                  </a:lnTo>
                  <a:lnTo>
                    <a:pt x="904914" y="49180"/>
                  </a:lnTo>
                  <a:lnTo>
                    <a:pt x="908193" y="49180"/>
                  </a:lnTo>
                  <a:lnTo>
                    <a:pt x="911472" y="47541"/>
                  </a:lnTo>
                  <a:lnTo>
                    <a:pt x="916390" y="44262"/>
                  </a:lnTo>
                  <a:lnTo>
                    <a:pt x="919669" y="44262"/>
                  </a:lnTo>
                  <a:lnTo>
                    <a:pt x="916390" y="49180"/>
                  </a:lnTo>
                  <a:lnTo>
                    <a:pt x="918029" y="52459"/>
                  </a:lnTo>
                  <a:lnTo>
                    <a:pt x="922946" y="50820"/>
                  </a:lnTo>
                  <a:lnTo>
                    <a:pt x="926225" y="52459"/>
                  </a:lnTo>
                  <a:lnTo>
                    <a:pt x="927865" y="55738"/>
                  </a:lnTo>
                  <a:lnTo>
                    <a:pt x="927865" y="60656"/>
                  </a:lnTo>
                  <a:lnTo>
                    <a:pt x="931143" y="55738"/>
                  </a:lnTo>
                  <a:lnTo>
                    <a:pt x="932783" y="55738"/>
                  </a:lnTo>
                  <a:lnTo>
                    <a:pt x="936062" y="59016"/>
                  </a:lnTo>
                  <a:lnTo>
                    <a:pt x="940980" y="59016"/>
                  </a:lnTo>
                  <a:lnTo>
                    <a:pt x="944259" y="59016"/>
                  </a:lnTo>
                  <a:lnTo>
                    <a:pt x="947536" y="55738"/>
                  </a:lnTo>
                  <a:lnTo>
                    <a:pt x="950815" y="55738"/>
                  </a:lnTo>
                  <a:lnTo>
                    <a:pt x="952455" y="59016"/>
                  </a:lnTo>
                  <a:lnTo>
                    <a:pt x="954094" y="62295"/>
                  </a:lnTo>
                  <a:lnTo>
                    <a:pt x="957373" y="63935"/>
                  </a:lnTo>
                  <a:lnTo>
                    <a:pt x="960652" y="67213"/>
                  </a:lnTo>
                  <a:lnTo>
                    <a:pt x="963930" y="67213"/>
                  </a:lnTo>
                  <a:lnTo>
                    <a:pt x="967209" y="67213"/>
                  </a:lnTo>
                  <a:lnTo>
                    <a:pt x="972127" y="67213"/>
                  </a:lnTo>
                  <a:lnTo>
                    <a:pt x="970488" y="63935"/>
                  </a:lnTo>
                  <a:lnTo>
                    <a:pt x="973766" y="60656"/>
                  </a:lnTo>
                  <a:lnTo>
                    <a:pt x="977045" y="62295"/>
                  </a:lnTo>
                  <a:lnTo>
                    <a:pt x="981963" y="60656"/>
                  </a:lnTo>
                  <a:lnTo>
                    <a:pt x="985242" y="59016"/>
                  </a:lnTo>
                  <a:lnTo>
                    <a:pt x="981963" y="55738"/>
                  </a:lnTo>
                  <a:lnTo>
                    <a:pt x="986881" y="54098"/>
                  </a:lnTo>
                  <a:lnTo>
                    <a:pt x="990160" y="52459"/>
                  </a:lnTo>
                  <a:lnTo>
                    <a:pt x="993439" y="49180"/>
                  </a:lnTo>
                  <a:lnTo>
                    <a:pt x="995078" y="45902"/>
                  </a:lnTo>
                  <a:lnTo>
                    <a:pt x="996717" y="49180"/>
                  </a:lnTo>
                  <a:lnTo>
                    <a:pt x="991799" y="54098"/>
                  </a:lnTo>
                  <a:lnTo>
                    <a:pt x="988520" y="55738"/>
                  </a:lnTo>
                  <a:lnTo>
                    <a:pt x="991799" y="55738"/>
                  </a:lnTo>
                  <a:lnTo>
                    <a:pt x="988520" y="59016"/>
                  </a:lnTo>
                  <a:lnTo>
                    <a:pt x="985242" y="62295"/>
                  </a:lnTo>
                  <a:lnTo>
                    <a:pt x="985242" y="67213"/>
                  </a:lnTo>
                  <a:lnTo>
                    <a:pt x="986881" y="70492"/>
                  </a:lnTo>
                  <a:lnTo>
                    <a:pt x="988520" y="67213"/>
                  </a:lnTo>
                  <a:lnTo>
                    <a:pt x="993439" y="63935"/>
                  </a:lnTo>
                  <a:lnTo>
                    <a:pt x="996717" y="62295"/>
                  </a:lnTo>
                  <a:lnTo>
                    <a:pt x="995078" y="65573"/>
                  </a:lnTo>
                  <a:lnTo>
                    <a:pt x="998357" y="67213"/>
                  </a:lnTo>
                  <a:lnTo>
                    <a:pt x="998357" y="70492"/>
                  </a:lnTo>
                  <a:lnTo>
                    <a:pt x="996717" y="73770"/>
                  </a:lnTo>
                  <a:lnTo>
                    <a:pt x="999995" y="77049"/>
                  </a:lnTo>
                  <a:lnTo>
                    <a:pt x="1003274" y="77049"/>
                  </a:lnTo>
                  <a:lnTo>
                    <a:pt x="1008192" y="75410"/>
                  </a:lnTo>
                  <a:lnTo>
                    <a:pt x="1009832" y="70492"/>
                  </a:lnTo>
                  <a:lnTo>
                    <a:pt x="1011471" y="67213"/>
                  </a:lnTo>
                  <a:lnTo>
                    <a:pt x="1008192" y="65573"/>
                  </a:lnTo>
                  <a:lnTo>
                    <a:pt x="1006553" y="62295"/>
                  </a:lnTo>
                  <a:lnTo>
                    <a:pt x="1009832" y="59016"/>
                  </a:lnTo>
                  <a:lnTo>
                    <a:pt x="1013110" y="55738"/>
                  </a:lnTo>
                  <a:lnTo>
                    <a:pt x="1018029" y="54098"/>
                  </a:lnTo>
                  <a:lnTo>
                    <a:pt x="1021307" y="52459"/>
                  </a:lnTo>
                  <a:lnTo>
                    <a:pt x="1018029" y="55738"/>
                  </a:lnTo>
                  <a:lnTo>
                    <a:pt x="1019668" y="59016"/>
                  </a:lnTo>
                  <a:lnTo>
                    <a:pt x="1019668" y="62295"/>
                  </a:lnTo>
                  <a:lnTo>
                    <a:pt x="1021307" y="65573"/>
                  </a:lnTo>
                  <a:lnTo>
                    <a:pt x="1024585" y="68852"/>
                  </a:lnTo>
                  <a:lnTo>
                    <a:pt x="1024585" y="65573"/>
                  </a:lnTo>
                  <a:lnTo>
                    <a:pt x="1027864" y="65573"/>
                  </a:lnTo>
                  <a:lnTo>
                    <a:pt x="1031143" y="67213"/>
                  </a:lnTo>
                  <a:lnTo>
                    <a:pt x="1032782" y="72131"/>
                  </a:lnTo>
                  <a:lnTo>
                    <a:pt x="1029503" y="75410"/>
                  </a:lnTo>
                  <a:lnTo>
                    <a:pt x="1026225" y="78688"/>
                  </a:lnTo>
                  <a:lnTo>
                    <a:pt x="1022947" y="83606"/>
                  </a:lnTo>
                  <a:lnTo>
                    <a:pt x="1021307" y="86885"/>
                  </a:lnTo>
                  <a:lnTo>
                    <a:pt x="1018029" y="90164"/>
                  </a:lnTo>
                  <a:lnTo>
                    <a:pt x="1014750" y="93442"/>
                  </a:lnTo>
                  <a:lnTo>
                    <a:pt x="1013110" y="93442"/>
                  </a:lnTo>
                  <a:lnTo>
                    <a:pt x="1016389" y="96721"/>
                  </a:lnTo>
                  <a:lnTo>
                    <a:pt x="1018029" y="101639"/>
                  </a:lnTo>
                  <a:lnTo>
                    <a:pt x="1013110" y="98360"/>
                  </a:lnTo>
                  <a:lnTo>
                    <a:pt x="1013110" y="103279"/>
                  </a:lnTo>
                  <a:lnTo>
                    <a:pt x="1013110" y="106557"/>
                  </a:lnTo>
                  <a:lnTo>
                    <a:pt x="1009832" y="109836"/>
                  </a:lnTo>
                  <a:lnTo>
                    <a:pt x="1006553" y="113115"/>
                  </a:lnTo>
                  <a:lnTo>
                    <a:pt x="1006553" y="108196"/>
                  </a:lnTo>
                  <a:lnTo>
                    <a:pt x="1006553" y="104918"/>
                  </a:lnTo>
                  <a:lnTo>
                    <a:pt x="1003274" y="108196"/>
                  </a:lnTo>
                  <a:lnTo>
                    <a:pt x="999995" y="111475"/>
                  </a:lnTo>
                  <a:lnTo>
                    <a:pt x="998357" y="108196"/>
                  </a:lnTo>
                  <a:lnTo>
                    <a:pt x="995078" y="111475"/>
                  </a:lnTo>
                  <a:lnTo>
                    <a:pt x="993439" y="114754"/>
                  </a:lnTo>
                  <a:lnTo>
                    <a:pt x="991799" y="111475"/>
                  </a:lnTo>
                  <a:lnTo>
                    <a:pt x="988520" y="113115"/>
                  </a:lnTo>
                  <a:lnTo>
                    <a:pt x="986881" y="116393"/>
                  </a:lnTo>
                  <a:lnTo>
                    <a:pt x="988520" y="121311"/>
                  </a:lnTo>
                  <a:lnTo>
                    <a:pt x="985242" y="119672"/>
                  </a:lnTo>
                  <a:lnTo>
                    <a:pt x="985242" y="124590"/>
                  </a:lnTo>
                  <a:lnTo>
                    <a:pt x="983602" y="127869"/>
                  </a:lnTo>
                  <a:lnTo>
                    <a:pt x="985242" y="131147"/>
                  </a:lnTo>
                  <a:lnTo>
                    <a:pt x="988520" y="132786"/>
                  </a:lnTo>
                  <a:lnTo>
                    <a:pt x="991799" y="129508"/>
                  </a:lnTo>
                  <a:lnTo>
                    <a:pt x="990160" y="132786"/>
                  </a:lnTo>
                  <a:lnTo>
                    <a:pt x="988520" y="137705"/>
                  </a:lnTo>
                  <a:lnTo>
                    <a:pt x="986881" y="140983"/>
                  </a:lnTo>
                  <a:lnTo>
                    <a:pt x="983602" y="144262"/>
                  </a:lnTo>
                  <a:lnTo>
                    <a:pt x="983602" y="149180"/>
                  </a:lnTo>
                  <a:lnTo>
                    <a:pt x="981963" y="152459"/>
                  </a:lnTo>
                  <a:lnTo>
                    <a:pt x="978684" y="155737"/>
                  </a:lnTo>
                  <a:lnTo>
                    <a:pt x="975405" y="159016"/>
                  </a:lnTo>
                  <a:lnTo>
                    <a:pt x="972127" y="162295"/>
                  </a:lnTo>
                  <a:lnTo>
                    <a:pt x="968849" y="165573"/>
                  </a:lnTo>
                  <a:lnTo>
                    <a:pt x="965570" y="170491"/>
                  </a:lnTo>
                  <a:lnTo>
                    <a:pt x="965570" y="173770"/>
                  </a:lnTo>
                  <a:lnTo>
                    <a:pt x="962291" y="177049"/>
                  </a:lnTo>
                  <a:lnTo>
                    <a:pt x="959012" y="177049"/>
                  </a:lnTo>
                  <a:lnTo>
                    <a:pt x="959012" y="177049"/>
                  </a:lnTo>
                  <a:lnTo>
                    <a:pt x="959012" y="180327"/>
                  </a:lnTo>
                  <a:lnTo>
                    <a:pt x="960652" y="185245"/>
                  </a:lnTo>
                  <a:lnTo>
                    <a:pt x="962291" y="188524"/>
                  </a:lnTo>
                  <a:lnTo>
                    <a:pt x="965570" y="191803"/>
                  </a:lnTo>
                  <a:lnTo>
                    <a:pt x="970488" y="193442"/>
                  </a:lnTo>
                  <a:lnTo>
                    <a:pt x="973766" y="196720"/>
                  </a:lnTo>
                  <a:lnTo>
                    <a:pt x="977045" y="199999"/>
                  </a:lnTo>
                  <a:lnTo>
                    <a:pt x="980323" y="203278"/>
                  </a:lnTo>
                  <a:lnTo>
                    <a:pt x="985242" y="204917"/>
                  </a:lnTo>
                  <a:lnTo>
                    <a:pt x="988520" y="209835"/>
                  </a:lnTo>
                  <a:lnTo>
                    <a:pt x="988520" y="213114"/>
                  </a:lnTo>
                  <a:lnTo>
                    <a:pt x="991799" y="216393"/>
                  </a:lnTo>
                  <a:lnTo>
                    <a:pt x="995078" y="219672"/>
                  </a:lnTo>
                  <a:lnTo>
                    <a:pt x="998357" y="219672"/>
                  </a:lnTo>
                  <a:lnTo>
                    <a:pt x="999995" y="222950"/>
                  </a:lnTo>
                  <a:lnTo>
                    <a:pt x="1001635" y="226229"/>
                  </a:lnTo>
                  <a:lnTo>
                    <a:pt x="1001635" y="229507"/>
                  </a:lnTo>
                  <a:lnTo>
                    <a:pt x="1004913" y="229507"/>
                  </a:lnTo>
                  <a:lnTo>
                    <a:pt x="1009832" y="231147"/>
                  </a:lnTo>
                  <a:lnTo>
                    <a:pt x="1013110" y="227868"/>
                  </a:lnTo>
                  <a:lnTo>
                    <a:pt x="1016389" y="231147"/>
                  </a:lnTo>
                  <a:lnTo>
                    <a:pt x="1019668" y="232786"/>
                  </a:lnTo>
                  <a:lnTo>
                    <a:pt x="1019668" y="232786"/>
                  </a:lnTo>
                  <a:lnTo>
                    <a:pt x="1024585" y="237704"/>
                  </a:lnTo>
                  <a:lnTo>
                    <a:pt x="1027864" y="239343"/>
                  </a:lnTo>
                  <a:lnTo>
                    <a:pt x="1031143" y="240983"/>
                  </a:lnTo>
                  <a:lnTo>
                    <a:pt x="1036061" y="242622"/>
                  </a:lnTo>
                  <a:lnTo>
                    <a:pt x="1039340" y="245901"/>
                  </a:lnTo>
                  <a:lnTo>
                    <a:pt x="1040979" y="249179"/>
                  </a:lnTo>
                  <a:lnTo>
                    <a:pt x="1042619" y="252458"/>
                  </a:lnTo>
                  <a:lnTo>
                    <a:pt x="1045897" y="257376"/>
                  </a:lnTo>
                  <a:lnTo>
                    <a:pt x="1047537" y="257376"/>
                  </a:lnTo>
                  <a:lnTo>
                    <a:pt x="1049176" y="262294"/>
                  </a:lnTo>
                  <a:lnTo>
                    <a:pt x="1054093" y="263933"/>
                  </a:lnTo>
                  <a:lnTo>
                    <a:pt x="1057372" y="267212"/>
                  </a:lnTo>
                  <a:lnTo>
                    <a:pt x="1060651" y="267212"/>
                  </a:lnTo>
                  <a:lnTo>
                    <a:pt x="1065569" y="267212"/>
                  </a:lnTo>
                  <a:lnTo>
                    <a:pt x="1068848" y="267212"/>
                  </a:lnTo>
                  <a:lnTo>
                    <a:pt x="1072127" y="270491"/>
                  </a:lnTo>
                  <a:lnTo>
                    <a:pt x="1077044" y="272130"/>
                  </a:lnTo>
                  <a:lnTo>
                    <a:pt x="1080323" y="272130"/>
                  </a:lnTo>
                  <a:lnTo>
                    <a:pt x="1085241" y="275409"/>
                  </a:lnTo>
                  <a:lnTo>
                    <a:pt x="1086880" y="280327"/>
                  </a:lnTo>
                  <a:lnTo>
                    <a:pt x="1086880" y="283606"/>
                  </a:lnTo>
                  <a:lnTo>
                    <a:pt x="1086880" y="288523"/>
                  </a:lnTo>
                  <a:lnTo>
                    <a:pt x="1088520" y="291802"/>
                  </a:lnTo>
                  <a:lnTo>
                    <a:pt x="1090159" y="293442"/>
                  </a:lnTo>
                  <a:lnTo>
                    <a:pt x="1095077" y="293442"/>
                  </a:lnTo>
                  <a:lnTo>
                    <a:pt x="1098356" y="296720"/>
                  </a:lnTo>
                  <a:lnTo>
                    <a:pt x="1101635" y="299999"/>
                  </a:lnTo>
                  <a:lnTo>
                    <a:pt x="1104913" y="301638"/>
                  </a:lnTo>
                  <a:lnTo>
                    <a:pt x="1106552" y="303277"/>
                  </a:lnTo>
                  <a:lnTo>
                    <a:pt x="1109831" y="304917"/>
                  </a:lnTo>
                  <a:lnTo>
                    <a:pt x="1113110" y="308196"/>
                  </a:lnTo>
                  <a:lnTo>
                    <a:pt x="1114749" y="308196"/>
                  </a:lnTo>
                  <a:lnTo>
                    <a:pt x="1118028" y="309835"/>
                  </a:lnTo>
                  <a:lnTo>
                    <a:pt x="1121307" y="308196"/>
                  </a:lnTo>
                  <a:lnTo>
                    <a:pt x="1126225" y="308196"/>
                  </a:lnTo>
                  <a:lnTo>
                    <a:pt x="1129503" y="306556"/>
                  </a:lnTo>
                  <a:lnTo>
                    <a:pt x="1132782" y="304917"/>
                  </a:lnTo>
                  <a:lnTo>
                    <a:pt x="1136060" y="303277"/>
                  </a:lnTo>
                  <a:lnTo>
                    <a:pt x="1140979" y="301638"/>
                  </a:lnTo>
                  <a:lnTo>
                    <a:pt x="1144257" y="299999"/>
                  </a:lnTo>
                  <a:lnTo>
                    <a:pt x="1147536" y="296720"/>
                  </a:lnTo>
                  <a:lnTo>
                    <a:pt x="1150815" y="293442"/>
                  </a:lnTo>
                  <a:lnTo>
                    <a:pt x="1152454" y="290163"/>
                  </a:lnTo>
                  <a:lnTo>
                    <a:pt x="1152454" y="286884"/>
                  </a:lnTo>
                  <a:lnTo>
                    <a:pt x="1155732" y="281966"/>
                  </a:lnTo>
                  <a:lnTo>
                    <a:pt x="1155732" y="278687"/>
                  </a:lnTo>
                  <a:lnTo>
                    <a:pt x="1159011" y="275409"/>
                  </a:lnTo>
                  <a:lnTo>
                    <a:pt x="1160650" y="270491"/>
                  </a:lnTo>
                  <a:lnTo>
                    <a:pt x="1163929" y="267212"/>
                  </a:lnTo>
                  <a:lnTo>
                    <a:pt x="1167208" y="263933"/>
                  </a:lnTo>
                  <a:lnTo>
                    <a:pt x="1168847" y="263933"/>
                  </a:lnTo>
                  <a:lnTo>
                    <a:pt x="1170487" y="260655"/>
                  </a:lnTo>
                  <a:lnTo>
                    <a:pt x="1172126" y="255737"/>
                  </a:lnTo>
                  <a:lnTo>
                    <a:pt x="1173766" y="252458"/>
                  </a:lnTo>
                  <a:lnTo>
                    <a:pt x="1175405" y="249179"/>
                  </a:lnTo>
                  <a:lnTo>
                    <a:pt x="1177044" y="244262"/>
                  </a:lnTo>
                  <a:lnTo>
                    <a:pt x="1178684" y="240983"/>
                  </a:lnTo>
                  <a:lnTo>
                    <a:pt x="1180323" y="237704"/>
                  </a:lnTo>
                  <a:lnTo>
                    <a:pt x="1180323" y="236065"/>
                  </a:lnTo>
                  <a:lnTo>
                    <a:pt x="1180323" y="232786"/>
                  </a:lnTo>
                  <a:lnTo>
                    <a:pt x="1181962" y="227868"/>
                  </a:lnTo>
                  <a:lnTo>
                    <a:pt x="1181962" y="224589"/>
                  </a:lnTo>
                  <a:lnTo>
                    <a:pt x="1183601" y="221310"/>
                  </a:lnTo>
                  <a:lnTo>
                    <a:pt x="1185240" y="218032"/>
                  </a:lnTo>
                  <a:lnTo>
                    <a:pt x="1185240" y="213114"/>
                  </a:lnTo>
                  <a:lnTo>
                    <a:pt x="1186880" y="209835"/>
                  </a:lnTo>
                  <a:lnTo>
                    <a:pt x="1190159" y="206557"/>
                  </a:lnTo>
                  <a:lnTo>
                    <a:pt x="1191798" y="201639"/>
                  </a:lnTo>
                  <a:lnTo>
                    <a:pt x="1193437" y="198360"/>
                  </a:lnTo>
                  <a:lnTo>
                    <a:pt x="1193437" y="198360"/>
                  </a:lnTo>
                  <a:lnTo>
                    <a:pt x="1195077" y="195081"/>
                  </a:lnTo>
                  <a:lnTo>
                    <a:pt x="1196716" y="190163"/>
                  </a:lnTo>
                  <a:lnTo>
                    <a:pt x="1196716" y="186885"/>
                  </a:lnTo>
                  <a:lnTo>
                    <a:pt x="1196716" y="183606"/>
                  </a:lnTo>
                  <a:lnTo>
                    <a:pt x="1195077" y="178688"/>
                  </a:lnTo>
                  <a:lnTo>
                    <a:pt x="1195077" y="175409"/>
                  </a:lnTo>
                  <a:lnTo>
                    <a:pt x="1195077" y="172130"/>
                  </a:lnTo>
                  <a:lnTo>
                    <a:pt x="1195077" y="168852"/>
                  </a:lnTo>
                  <a:lnTo>
                    <a:pt x="1196716" y="163934"/>
                  </a:lnTo>
                  <a:lnTo>
                    <a:pt x="1196716" y="160655"/>
                  </a:lnTo>
                  <a:lnTo>
                    <a:pt x="1199995" y="157376"/>
                  </a:lnTo>
                  <a:lnTo>
                    <a:pt x="1199995" y="152459"/>
                  </a:lnTo>
                  <a:lnTo>
                    <a:pt x="1199995" y="149180"/>
                  </a:lnTo>
                  <a:lnTo>
                    <a:pt x="1198356" y="145901"/>
                  </a:lnTo>
                  <a:lnTo>
                    <a:pt x="1196716" y="140983"/>
                  </a:lnTo>
                  <a:lnTo>
                    <a:pt x="1196716" y="137705"/>
                  </a:lnTo>
                  <a:lnTo>
                    <a:pt x="1198356" y="134426"/>
                  </a:lnTo>
                  <a:lnTo>
                    <a:pt x="1199995" y="129508"/>
                  </a:lnTo>
                  <a:lnTo>
                    <a:pt x="1201634" y="126229"/>
                  </a:lnTo>
                  <a:lnTo>
                    <a:pt x="1203274" y="122950"/>
                  </a:lnTo>
                  <a:lnTo>
                    <a:pt x="1206552" y="118032"/>
                  </a:lnTo>
                  <a:lnTo>
                    <a:pt x="1206552" y="116393"/>
                  </a:lnTo>
                  <a:lnTo>
                    <a:pt x="1208191" y="116393"/>
                  </a:lnTo>
                  <a:lnTo>
                    <a:pt x="1209830" y="111475"/>
                  </a:lnTo>
                  <a:lnTo>
                    <a:pt x="1208191" y="108196"/>
                  </a:lnTo>
                  <a:lnTo>
                    <a:pt x="1208191" y="104918"/>
                  </a:lnTo>
                  <a:lnTo>
                    <a:pt x="1208191" y="101639"/>
                  </a:lnTo>
                  <a:lnTo>
                    <a:pt x="1208191" y="96721"/>
                  </a:lnTo>
                  <a:lnTo>
                    <a:pt x="1213109" y="95082"/>
                  </a:lnTo>
                  <a:lnTo>
                    <a:pt x="1214749" y="91803"/>
                  </a:lnTo>
                  <a:lnTo>
                    <a:pt x="1216388" y="86885"/>
                  </a:lnTo>
                  <a:lnTo>
                    <a:pt x="1219667" y="91803"/>
                  </a:lnTo>
                  <a:lnTo>
                    <a:pt x="1219667" y="95082"/>
                  </a:lnTo>
                  <a:lnTo>
                    <a:pt x="1221306" y="91803"/>
                  </a:lnTo>
                  <a:lnTo>
                    <a:pt x="1224585" y="88525"/>
                  </a:lnTo>
                  <a:lnTo>
                    <a:pt x="1221306" y="86885"/>
                  </a:lnTo>
                  <a:lnTo>
                    <a:pt x="1221306" y="83606"/>
                  </a:lnTo>
                  <a:lnTo>
                    <a:pt x="1216388" y="81967"/>
                  </a:lnTo>
                  <a:lnTo>
                    <a:pt x="1214749" y="78688"/>
                  </a:lnTo>
                  <a:lnTo>
                    <a:pt x="1211470" y="81967"/>
                  </a:lnTo>
                  <a:lnTo>
                    <a:pt x="1209830" y="78688"/>
                  </a:lnTo>
                  <a:lnTo>
                    <a:pt x="1213109" y="75410"/>
                  </a:lnTo>
                  <a:lnTo>
                    <a:pt x="1214749" y="72131"/>
                  </a:lnTo>
                  <a:lnTo>
                    <a:pt x="1216388" y="67213"/>
                  </a:lnTo>
                  <a:lnTo>
                    <a:pt x="1219667" y="67213"/>
                  </a:lnTo>
                  <a:lnTo>
                    <a:pt x="1218027" y="63935"/>
                  </a:lnTo>
                  <a:lnTo>
                    <a:pt x="1219667" y="59016"/>
                  </a:lnTo>
                  <a:lnTo>
                    <a:pt x="1222946" y="55738"/>
                  </a:lnTo>
                  <a:lnTo>
                    <a:pt x="1224585" y="59016"/>
                  </a:lnTo>
                  <a:lnTo>
                    <a:pt x="1227864" y="59016"/>
                  </a:lnTo>
                  <a:lnTo>
                    <a:pt x="1227864" y="55738"/>
                  </a:lnTo>
                  <a:lnTo>
                    <a:pt x="1226224" y="52459"/>
                  </a:lnTo>
                  <a:lnTo>
                    <a:pt x="1227864" y="49180"/>
                  </a:lnTo>
                  <a:lnTo>
                    <a:pt x="1229503" y="44262"/>
                  </a:lnTo>
                  <a:lnTo>
                    <a:pt x="1231143" y="40983"/>
                  </a:lnTo>
                  <a:lnTo>
                    <a:pt x="1232781" y="37705"/>
                  </a:lnTo>
                  <a:lnTo>
                    <a:pt x="1234420" y="32787"/>
                  </a:lnTo>
                  <a:lnTo>
                    <a:pt x="1236060" y="29508"/>
                  </a:lnTo>
                  <a:lnTo>
                    <a:pt x="1237699" y="26229"/>
                  </a:lnTo>
                  <a:lnTo>
                    <a:pt x="1237699" y="21312"/>
                  </a:lnTo>
                  <a:lnTo>
                    <a:pt x="1239339" y="18033"/>
                  </a:lnTo>
                  <a:lnTo>
                    <a:pt x="1239339" y="14754"/>
                  </a:lnTo>
                  <a:lnTo>
                    <a:pt x="1239339" y="9836"/>
                  </a:lnTo>
                  <a:lnTo>
                    <a:pt x="1242617" y="9836"/>
                  </a:lnTo>
                  <a:lnTo>
                    <a:pt x="1245896" y="8197"/>
                  </a:lnTo>
                  <a:lnTo>
                    <a:pt x="1249175" y="4918"/>
                  </a:lnTo>
                  <a:lnTo>
                    <a:pt x="1250814" y="1639"/>
                  </a:lnTo>
                  <a:lnTo>
                    <a:pt x="1254093" y="0"/>
                  </a:lnTo>
                  <a:lnTo>
                    <a:pt x="1259010" y="1639"/>
                  </a:lnTo>
                  <a:lnTo>
                    <a:pt x="1255733" y="4918"/>
                  </a:lnTo>
                  <a:lnTo>
                    <a:pt x="1254093" y="9836"/>
                  </a:lnTo>
                  <a:lnTo>
                    <a:pt x="1257372" y="6558"/>
                  </a:lnTo>
                  <a:lnTo>
                    <a:pt x="1259010" y="11476"/>
                  </a:lnTo>
                  <a:lnTo>
                    <a:pt x="1262289" y="14754"/>
                  </a:lnTo>
                  <a:lnTo>
                    <a:pt x="1263929" y="18033"/>
                  </a:lnTo>
                  <a:lnTo>
                    <a:pt x="1262289" y="21312"/>
                  </a:lnTo>
                  <a:lnTo>
                    <a:pt x="1263929" y="26229"/>
                  </a:lnTo>
                  <a:lnTo>
                    <a:pt x="1265568" y="29508"/>
                  </a:lnTo>
                  <a:lnTo>
                    <a:pt x="1262289" y="32787"/>
                  </a:lnTo>
                  <a:lnTo>
                    <a:pt x="1262289" y="37705"/>
                  </a:lnTo>
                  <a:lnTo>
                    <a:pt x="1262289" y="40983"/>
                  </a:lnTo>
                  <a:lnTo>
                    <a:pt x="1262289" y="44262"/>
                  </a:lnTo>
                  <a:lnTo>
                    <a:pt x="1262289" y="49180"/>
                  </a:lnTo>
                  <a:lnTo>
                    <a:pt x="1265568" y="52459"/>
                  </a:lnTo>
                  <a:lnTo>
                    <a:pt x="1268847" y="54098"/>
                  </a:lnTo>
                  <a:lnTo>
                    <a:pt x="1272126" y="54098"/>
                  </a:lnTo>
                  <a:lnTo>
                    <a:pt x="1277044" y="55738"/>
                  </a:lnTo>
                  <a:lnTo>
                    <a:pt x="1272126" y="59016"/>
                  </a:lnTo>
                  <a:lnTo>
                    <a:pt x="1270486" y="62295"/>
                  </a:lnTo>
                  <a:lnTo>
                    <a:pt x="1268847" y="65573"/>
                  </a:lnTo>
                  <a:lnTo>
                    <a:pt x="1267207" y="70492"/>
                  </a:lnTo>
                  <a:lnTo>
                    <a:pt x="1272126" y="72131"/>
                  </a:lnTo>
                  <a:lnTo>
                    <a:pt x="1275404" y="75410"/>
                  </a:lnTo>
                  <a:lnTo>
                    <a:pt x="1273765" y="78688"/>
                  </a:lnTo>
                  <a:lnTo>
                    <a:pt x="1278683" y="81967"/>
                  </a:lnTo>
                  <a:lnTo>
                    <a:pt x="1278683" y="86885"/>
                  </a:lnTo>
                  <a:lnTo>
                    <a:pt x="1277044" y="90164"/>
                  </a:lnTo>
                  <a:lnTo>
                    <a:pt x="1275404" y="93442"/>
                  </a:lnTo>
                  <a:lnTo>
                    <a:pt x="1280323" y="93442"/>
                  </a:lnTo>
                  <a:lnTo>
                    <a:pt x="1280323" y="98360"/>
                  </a:lnTo>
                  <a:lnTo>
                    <a:pt x="1280323" y="101639"/>
                  </a:lnTo>
                  <a:lnTo>
                    <a:pt x="1280323" y="106557"/>
                  </a:lnTo>
                  <a:lnTo>
                    <a:pt x="1280323" y="109836"/>
                  </a:lnTo>
                  <a:lnTo>
                    <a:pt x="1278683" y="113115"/>
                  </a:lnTo>
                  <a:lnTo>
                    <a:pt x="1280323" y="118032"/>
                  </a:lnTo>
                  <a:lnTo>
                    <a:pt x="1280323" y="121311"/>
                  </a:lnTo>
                  <a:lnTo>
                    <a:pt x="1280323" y="124590"/>
                  </a:lnTo>
                  <a:lnTo>
                    <a:pt x="1278683" y="129508"/>
                  </a:lnTo>
                  <a:lnTo>
                    <a:pt x="1277044" y="132786"/>
                  </a:lnTo>
                  <a:lnTo>
                    <a:pt x="1277044" y="136065"/>
                  </a:lnTo>
                  <a:lnTo>
                    <a:pt x="1278683" y="139344"/>
                  </a:lnTo>
                  <a:lnTo>
                    <a:pt x="1278683" y="142622"/>
                  </a:lnTo>
                  <a:lnTo>
                    <a:pt x="1280323" y="145901"/>
                  </a:lnTo>
                  <a:lnTo>
                    <a:pt x="1280323" y="149180"/>
                  </a:lnTo>
                  <a:lnTo>
                    <a:pt x="1280323" y="154098"/>
                  </a:lnTo>
                  <a:lnTo>
                    <a:pt x="1280323" y="157376"/>
                  </a:lnTo>
                  <a:lnTo>
                    <a:pt x="1281962" y="160655"/>
                  </a:lnTo>
                  <a:lnTo>
                    <a:pt x="1283601" y="165573"/>
                  </a:lnTo>
                  <a:lnTo>
                    <a:pt x="1286879" y="167213"/>
                  </a:lnTo>
                  <a:lnTo>
                    <a:pt x="1290158" y="165573"/>
                  </a:lnTo>
                  <a:lnTo>
                    <a:pt x="1295076" y="163934"/>
                  </a:lnTo>
                  <a:lnTo>
                    <a:pt x="1298355" y="160655"/>
                  </a:lnTo>
                  <a:lnTo>
                    <a:pt x="1299994" y="155737"/>
                  </a:lnTo>
                  <a:lnTo>
                    <a:pt x="1303273" y="159016"/>
                  </a:lnTo>
                  <a:lnTo>
                    <a:pt x="1306552" y="157376"/>
                  </a:lnTo>
                  <a:lnTo>
                    <a:pt x="1309831" y="154098"/>
                  </a:lnTo>
                  <a:lnTo>
                    <a:pt x="1313109" y="155737"/>
                  </a:lnTo>
                  <a:lnTo>
                    <a:pt x="1313109" y="160655"/>
                  </a:lnTo>
                  <a:lnTo>
                    <a:pt x="1313109" y="163934"/>
                  </a:lnTo>
                  <a:lnTo>
                    <a:pt x="1314748" y="167213"/>
                  </a:lnTo>
                  <a:lnTo>
                    <a:pt x="1318027" y="168852"/>
                  </a:lnTo>
                  <a:lnTo>
                    <a:pt x="1322945" y="172130"/>
                  </a:lnTo>
                  <a:lnTo>
                    <a:pt x="1324584" y="175409"/>
                  </a:lnTo>
                  <a:lnTo>
                    <a:pt x="1327863" y="180327"/>
                  </a:lnTo>
                  <a:lnTo>
                    <a:pt x="1331142" y="181966"/>
                  </a:lnTo>
                  <a:lnTo>
                    <a:pt x="1334421" y="181966"/>
                  </a:lnTo>
                  <a:lnTo>
                    <a:pt x="1336060" y="185245"/>
                  </a:lnTo>
                  <a:lnTo>
                    <a:pt x="1339338" y="186885"/>
                  </a:lnTo>
                  <a:lnTo>
                    <a:pt x="1336060" y="190163"/>
                  </a:lnTo>
                  <a:lnTo>
                    <a:pt x="1332781" y="193442"/>
                  </a:lnTo>
                  <a:lnTo>
                    <a:pt x="1332781" y="198360"/>
                  </a:lnTo>
                  <a:lnTo>
                    <a:pt x="1336060" y="199999"/>
                  </a:lnTo>
                  <a:lnTo>
                    <a:pt x="1334421" y="203278"/>
                  </a:lnTo>
                  <a:lnTo>
                    <a:pt x="1331142" y="208196"/>
                  </a:lnTo>
                  <a:lnTo>
                    <a:pt x="1331142" y="211475"/>
                  </a:lnTo>
                  <a:lnTo>
                    <a:pt x="1332781" y="214753"/>
                  </a:lnTo>
                  <a:lnTo>
                    <a:pt x="1332781" y="219672"/>
                  </a:lnTo>
                  <a:lnTo>
                    <a:pt x="1332781" y="222950"/>
                  </a:lnTo>
                  <a:lnTo>
                    <a:pt x="1332781" y="226229"/>
                  </a:lnTo>
                  <a:lnTo>
                    <a:pt x="1332781" y="231147"/>
                  </a:lnTo>
                  <a:lnTo>
                    <a:pt x="1334421" y="234425"/>
                  </a:lnTo>
                  <a:lnTo>
                    <a:pt x="1334421" y="237704"/>
                  </a:lnTo>
                  <a:lnTo>
                    <a:pt x="1332781" y="242622"/>
                  </a:lnTo>
                  <a:lnTo>
                    <a:pt x="1332781" y="245901"/>
                  </a:lnTo>
                  <a:lnTo>
                    <a:pt x="1331142" y="249179"/>
                  </a:lnTo>
                  <a:lnTo>
                    <a:pt x="1329503" y="252458"/>
                  </a:lnTo>
                  <a:lnTo>
                    <a:pt x="1332781" y="257376"/>
                  </a:lnTo>
                  <a:lnTo>
                    <a:pt x="1334421" y="260655"/>
                  </a:lnTo>
                  <a:lnTo>
                    <a:pt x="1336060" y="263933"/>
                  </a:lnTo>
                  <a:lnTo>
                    <a:pt x="1339338" y="268852"/>
                  </a:lnTo>
                  <a:lnTo>
                    <a:pt x="1340977" y="272130"/>
                  </a:lnTo>
                  <a:lnTo>
                    <a:pt x="1339338" y="275409"/>
                  </a:lnTo>
                  <a:lnTo>
                    <a:pt x="1344256" y="272130"/>
                  </a:lnTo>
                  <a:lnTo>
                    <a:pt x="1347535" y="272130"/>
                  </a:lnTo>
                  <a:lnTo>
                    <a:pt x="1345896" y="275409"/>
                  </a:lnTo>
                  <a:lnTo>
                    <a:pt x="1342617" y="278687"/>
                  </a:lnTo>
                  <a:lnTo>
                    <a:pt x="1345896" y="283606"/>
                  </a:lnTo>
                  <a:lnTo>
                    <a:pt x="1345896" y="286884"/>
                  </a:lnTo>
                  <a:lnTo>
                    <a:pt x="1345896" y="290163"/>
                  </a:lnTo>
                  <a:lnTo>
                    <a:pt x="1347535" y="293442"/>
                  </a:lnTo>
                  <a:lnTo>
                    <a:pt x="1347535" y="298359"/>
                  </a:lnTo>
                  <a:lnTo>
                    <a:pt x="1347535" y="301638"/>
                  </a:lnTo>
                  <a:lnTo>
                    <a:pt x="1349174" y="304917"/>
                  </a:lnTo>
                  <a:lnTo>
                    <a:pt x="1345896" y="309835"/>
                  </a:lnTo>
                  <a:lnTo>
                    <a:pt x="1345896" y="313113"/>
                  </a:lnTo>
                  <a:lnTo>
                    <a:pt x="1344256" y="316392"/>
                  </a:lnTo>
                  <a:lnTo>
                    <a:pt x="1344256" y="319671"/>
                  </a:lnTo>
                  <a:lnTo>
                    <a:pt x="1340977" y="324589"/>
                  </a:lnTo>
                  <a:lnTo>
                    <a:pt x="1339338" y="327867"/>
                  </a:lnTo>
                  <a:lnTo>
                    <a:pt x="1339338" y="331146"/>
                  </a:lnTo>
                  <a:lnTo>
                    <a:pt x="1340977" y="336064"/>
                  </a:lnTo>
                  <a:lnTo>
                    <a:pt x="1344256" y="339343"/>
                  </a:lnTo>
                  <a:lnTo>
                    <a:pt x="1344256" y="342622"/>
                  </a:lnTo>
                  <a:lnTo>
                    <a:pt x="1347535" y="344261"/>
                  </a:lnTo>
                  <a:lnTo>
                    <a:pt x="1349174" y="344261"/>
                  </a:lnTo>
                  <a:lnTo>
                    <a:pt x="1347535" y="349179"/>
                  </a:lnTo>
                  <a:lnTo>
                    <a:pt x="1345896" y="352457"/>
                  </a:lnTo>
                  <a:lnTo>
                    <a:pt x="1344256" y="355736"/>
                  </a:lnTo>
                  <a:lnTo>
                    <a:pt x="1342617" y="360654"/>
                  </a:lnTo>
                  <a:lnTo>
                    <a:pt x="1344256" y="363933"/>
                  </a:lnTo>
                  <a:lnTo>
                    <a:pt x="1347535" y="367212"/>
                  </a:lnTo>
                  <a:lnTo>
                    <a:pt x="1350814" y="370490"/>
                  </a:lnTo>
                  <a:lnTo>
                    <a:pt x="1354093" y="373769"/>
                  </a:lnTo>
                  <a:lnTo>
                    <a:pt x="1359011" y="373769"/>
                  </a:lnTo>
                  <a:lnTo>
                    <a:pt x="1360650" y="377047"/>
                  </a:lnTo>
                  <a:lnTo>
                    <a:pt x="1363928" y="378687"/>
                  </a:lnTo>
                  <a:lnTo>
                    <a:pt x="1368846" y="375409"/>
                  </a:lnTo>
                  <a:lnTo>
                    <a:pt x="1368846" y="378687"/>
                  </a:lnTo>
                  <a:lnTo>
                    <a:pt x="1370486" y="383605"/>
                  </a:lnTo>
                  <a:lnTo>
                    <a:pt x="1373764" y="383605"/>
                  </a:lnTo>
                  <a:lnTo>
                    <a:pt x="1378683" y="383605"/>
                  </a:lnTo>
                  <a:lnTo>
                    <a:pt x="1381961" y="383605"/>
                  </a:lnTo>
                  <a:lnTo>
                    <a:pt x="1381961" y="380326"/>
                  </a:lnTo>
                  <a:lnTo>
                    <a:pt x="1383601" y="383605"/>
                  </a:lnTo>
                  <a:lnTo>
                    <a:pt x="1385240" y="386884"/>
                  </a:lnTo>
                  <a:lnTo>
                    <a:pt x="1385240" y="391802"/>
                  </a:lnTo>
                  <a:lnTo>
                    <a:pt x="1385240" y="395080"/>
                  </a:lnTo>
                  <a:lnTo>
                    <a:pt x="1385240" y="395080"/>
                  </a:lnTo>
                  <a:lnTo>
                    <a:pt x="1385240" y="398359"/>
                  </a:lnTo>
                  <a:lnTo>
                    <a:pt x="1385240" y="399999"/>
                  </a:lnTo>
                  <a:lnTo>
                    <a:pt x="1390157" y="401637"/>
                  </a:lnTo>
                  <a:lnTo>
                    <a:pt x="1390157" y="398359"/>
                  </a:lnTo>
                  <a:lnTo>
                    <a:pt x="1395076" y="398359"/>
                  </a:lnTo>
                  <a:lnTo>
                    <a:pt x="1393436" y="401637"/>
                  </a:lnTo>
                  <a:lnTo>
                    <a:pt x="1396715" y="404916"/>
                  </a:lnTo>
                  <a:lnTo>
                    <a:pt x="1399994" y="404916"/>
                  </a:lnTo>
                  <a:lnTo>
                    <a:pt x="1403273" y="406556"/>
                  </a:lnTo>
                  <a:lnTo>
                    <a:pt x="1406551" y="408195"/>
                  </a:lnTo>
                  <a:lnTo>
                    <a:pt x="1408191" y="409834"/>
                  </a:lnTo>
                  <a:lnTo>
                    <a:pt x="1406551" y="413113"/>
                  </a:lnTo>
                  <a:lnTo>
                    <a:pt x="1411470" y="416392"/>
                  </a:lnTo>
                  <a:lnTo>
                    <a:pt x="1414747" y="416392"/>
                  </a:lnTo>
                  <a:lnTo>
                    <a:pt x="1414747" y="411474"/>
                  </a:lnTo>
                  <a:lnTo>
                    <a:pt x="1418026" y="411474"/>
                  </a:lnTo>
                  <a:lnTo>
                    <a:pt x="1418026" y="416392"/>
                  </a:lnTo>
                  <a:lnTo>
                    <a:pt x="1421305" y="419670"/>
                  </a:lnTo>
                  <a:lnTo>
                    <a:pt x="1424584" y="419670"/>
                  </a:lnTo>
                  <a:lnTo>
                    <a:pt x="1426223" y="422949"/>
                  </a:lnTo>
                  <a:lnTo>
                    <a:pt x="1426223" y="427867"/>
                  </a:lnTo>
                  <a:lnTo>
                    <a:pt x="1427863" y="429506"/>
                  </a:lnTo>
                  <a:lnTo>
                    <a:pt x="1429502" y="432785"/>
                  </a:lnTo>
                  <a:lnTo>
                    <a:pt x="1426223" y="429506"/>
                  </a:lnTo>
                  <a:lnTo>
                    <a:pt x="1421305" y="429506"/>
                  </a:lnTo>
                  <a:lnTo>
                    <a:pt x="1419666" y="434424"/>
                  </a:lnTo>
                  <a:lnTo>
                    <a:pt x="1419666" y="437703"/>
                  </a:lnTo>
                  <a:lnTo>
                    <a:pt x="1419666" y="440982"/>
                  </a:lnTo>
                  <a:lnTo>
                    <a:pt x="1422944" y="445900"/>
                  </a:lnTo>
                  <a:lnTo>
                    <a:pt x="1421305" y="449179"/>
                  </a:lnTo>
                  <a:lnTo>
                    <a:pt x="1424584" y="449179"/>
                  </a:lnTo>
                  <a:lnTo>
                    <a:pt x="1429502" y="449179"/>
                  </a:lnTo>
                  <a:lnTo>
                    <a:pt x="1431141" y="454096"/>
                  </a:lnTo>
                  <a:lnTo>
                    <a:pt x="1434420" y="457375"/>
                  </a:lnTo>
                  <a:lnTo>
                    <a:pt x="1432781" y="460654"/>
                  </a:lnTo>
                  <a:lnTo>
                    <a:pt x="1432781" y="463933"/>
                  </a:lnTo>
                  <a:lnTo>
                    <a:pt x="1434420" y="465572"/>
                  </a:lnTo>
                  <a:lnTo>
                    <a:pt x="1434420" y="468850"/>
                  </a:lnTo>
                  <a:lnTo>
                    <a:pt x="1434420" y="473769"/>
                  </a:lnTo>
                  <a:lnTo>
                    <a:pt x="1436060" y="477047"/>
                  </a:lnTo>
                  <a:lnTo>
                    <a:pt x="1439338" y="477047"/>
                  </a:lnTo>
                  <a:lnTo>
                    <a:pt x="1437699" y="481965"/>
                  </a:lnTo>
                  <a:lnTo>
                    <a:pt x="1437699" y="485244"/>
                  </a:lnTo>
                  <a:lnTo>
                    <a:pt x="1436060" y="488523"/>
                  </a:lnTo>
                  <a:lnTo>
                    <a:pt x="1436060" y="493440"/>
                  </a:lnTo>
                  <a:lnTo>
                    <a:pt x="1436060" y="496719"/>
                  </a:lnTo>
                  <a:lnTo>
                    <a:pt x="1436060" y="499998"/>
                  </a:lnTo>
                  <a:lnTo>
                    <a:pt x="1437699" y="504916"/>
                  </a:lnTo>
                  <a:lnTo>
                    <a:pt x="1437699" y="508194"/>
                  </a:lnTo>
                  <a:lnTo>
                    <a:pt x="1437699" y="511473"/>
                  </a:lnTo>
                  <a:lnTo>
                    <a:pt x="1439338" y="514752"/>
                  </a:lnTo>
                  <a:lnTo>
                    <a:pt x="1437699" y="519670"/>
                  </a:lnTo>
                  <a:lnTo>
                    <a:pt x="1440977" y="518031"/>
                  </a:lnTo>
                  <a:lnTo>
                    <a:pt x="1444256" y="516391"/>
                  </a:lnTo>
                  <a:lnTo>
                    <a:pt x="1447534" y="519670"/>
                  </a:lnTo>
                  <a:lnTo>
                    <a:pt x="1449174" y="522949"/>
                  </a:lnTo>
                  <a:lnTo>
                    <a:pt x="1449174" y="524588"/>
                  </a:lnTo>
                  <a:lnTo>
                    <a:pt x="1450813" y="521309"/>
                  </a:lnTo>
                  <a:lnTo>
                    <a:pt x="1450813" y="519670"/>
                  </a:lnTo>
                  <a:lnTo>
                    <a:pt x="1449174" y="516391"/>
                  </a:lnTo>
                  <a:lnTo>
                    <a:pt x="1449174" y="513113"/>
                  </a:lnTo>
                  <a:lnTo>
                    <a:pt x="1450813" y="508194"/>
                  </a:lnTo>
                  <a:lnTo>
                    <a:pt x="1454092" y="504916"/>
                  </a:lnTo>
                  <a:lnTo>
                    <a:pt x="1454092" y="504916"/>
                  </a:lnTo>
                  <a:lnTo>
                    <a:pt x="1457371" y="508194"/>
                  </a:lnTo>
                  <a:lnTo>
                    <a:pt x="1459010" y="513113"/>
                  </a:lnTo>
                  <a:lnTo>
                    <a:pt x="1462289" y="516391"/>
                  </a:lnTo>
                  <a:lnTo>
                    <a:pt x="1465568" y="519670"/>
                  </a:lnTo>
                  <a:lnTo>
                    <a:pt x="1468846" y="522949"/>
                  </a:lnTo>
                  <a:lnTo>
                    <a:pt x="1470485" y="518031"/>
                  </a:lnTo>
                  <a:lnTo>
                    <a:pt x="1470485" y="514752"/>
                  </a:lnTo>
                  <a:lnTo>
                    <a:pt x="1475403" y="513113"/>
                  </a:lnTo>
                  <a:lnTo>
                    <a:pt x="1477043" y="516391"/>
                  </a:lnTo>
                  <a:lnTo>
                    <a:pt x="1477043" y="521309"/>
                  </a:lnTo>
                  <a:lnTo>
                    <a:pt x="1477043" y="522949"/>
                  </a:lnTo>
                  <a:lnTo>
                    <a:pt x="1478682" y="526227"/>
                  </a:lnTo>
                  <a:lnTo>
                    <a:pt x="1478682" y="531146"/>
                  </a:lnTo>
                  <a:lnTo>
                    <a:pt x="1477043" y="534424"/>
                  </a:lnTo>
                  <a:lnTo>
                    <a:pt x="1475403" y="537703"/>
                  </a:lnTo>
                  <a:lnTo>
                    <a:pt x="1473764" y="542621"/>
                  </a:lnTo>
                  <a:lnTo>
                    <a:pt x="1473764" y="545899"/>
                  </a:lnTo>
                  <a:lnTo>
                    <a:pt x="1472124" y="549178"/>
                  </a:lnTo>
                  <a:lnTo>
                    <a:pt x="1473764" y="552457"/>
                  </a:lnTo>
                  <a:lnTo>
                    <a:pt x="1472124" y="557374"/>
                  </a:lnTo>
                  <a:lnTo>
                    <a:pt x="1472124" y="560653"/>
                  </a:lnTo>
                  <a:lnTo>
                    <a:pt x="1470485" y="563932"/>
                  </a:lnTo>
                  <a:lnTo>
                    <a:pt x="1473764" y="567211"/>
                  </a:lnTo>
                  <a:lnTo>
                    <a:pt x="1478682" y="567211"/>
                  </a:lnTo>
                  <a:lnTo>
                    <a:pt x="1478682" y="568850"/>
                  </a:lnTo>
                  <a:lnTo>
                    <a:pt x="1478682" y="565571"/>
                  </a:lnTo>
                  <a:lnTo>
                    <a:pt x="1480321" y="562293"/>
                  </a:lnTo>
                  <a:lnTo>
                    <a:pt x="1483600" y="563932"/>
                  </a:lnTo>
                  <a:lnTo>
                    <a:pt x="1485240" y="568850"/>
                  </a:lnTo>
                  <a:lnTo>
                    <a:pt x="1486879" y="572129"/>
                  </a:lnTo>
                  <a:lnTo>
                    <a:pt x="1485240" y="575407"/>
                  </a:lnTo>
                  <a:lnTo>
                    <a:pt x="1483600" y="577047"/>
                  </a:lnTo>
                  <a:lnTo>
                    <a:pt x="1481961" y="573768"/>
                  </a:lnTo>
                  <a:lnTo>
                    <a:pt x="1480321" y="570489"/>
                  </a:lnTo>
                  <a:lnTo>
                    <a:pt x="1480321" y="573768"/>
                  </a:lnTo>
                  <a:lnTo>
                    <a:pt x="1481961" y="578686"/>
                  </a:lnTo>
                  <a:lnTo>
                    <a:pt x="1486879" y="580326"/>
                  </a:lnTo>
                  <a:lnTo>
                    <a:pt x="1488518" y="583604"/>
                  </a:lnTo>
                  <a:lnTo>
                    <a:pt x="1488518" y="586883"/>
                  </a:lnTo>
                  <a:lnTo>
                    <a:pt x="1490158" y="585243"/>
                  </a:lnTo>
                  <a:lnTo>
                    <a:pt x="1493436" y="588522"/>
                  </a:lnTo>
                  <a:lnTo>
                    <a:pt x="1496714" y="588522"/>
                  </a:lnTo>
                  <a:lnTo>
                    <a:pt x="1496714" y="585243"/>
                  </a:lnTo>
                  <a:lnTo>
                    <a:pt x="1501633" y="588522"/>
                  </a:lnTo>
                  <a:lnTo>
                    <a:pt x="1504911" y="593440"/>
                  </a:lnTo>
                  <a:lnTo>
                    <a:pt x="1504911" y="595080"/>
                  </a:lnTo>
                  <a:lnTo>
                    <a:pt x="1506551" y="599997"/>
                  </a:lnTo>
                  <a:lnTo>
                    <a:pt x="1506551" y="603276"/>
                  </a:lnTo>
                  <a:lnTo>
                    <a:pt x="1506551" y="606555"/>
                  </a:lnTo>
                  <a:lnTo>
                    <a:pt x="1508190" y="611473"/>
                  </a:lnTo>
                  <a:lnTo>
                    <a:pt x="1509830" y="614751"/>
                  </a:lnTo>
                  <a:lnTo>
                    <a:pt x="1513108" y="618030"/>
                  </a:lnTo>
                  <a:lnTo>
                    <a:pt x="1516387" y="619670"/>
                  </a:lnTo>
                  <a:lnTo>
                    <a:pt x="1518026" y="619670"/>
                  </a:lnTo>
                  <a:lnTo>
                    <a:pt x="1518026" y="619670"/>
                  </a:lnTo>
                  <a:lnTo>
                    <a:pt x="1519665" y="622948"/>
                  </a:lnTo>
                  <a:lnTo>
                    <a:pt x="1518026" y="627866"/>
                  </a:lnTo>
                  <a:lnTo>
                    <a:pt x="1518026" y="631145"/>
                  </a:lnTo>
                  <a:lnTo>
                    <a:pt x="1519665" y="634424"/>
                  </a:lnTo>
                  <a:lnTo>
                    <a:pt x="1519665" y="639341"/>
                  </a:lnTo>
                  <a:lnTo>
                    <a:pt x="1522944" y="640981"/>
                  </a:lnTo>
                  <a:lnTo>
                    <a:pt x="1527862" y="640981"/>
                  </a:lnTo>
                  <a:lnTo>
                    <a:pt x="1529501" y="644260"/>
                  </a:lnTo>
                  <a:lnTo>
                    <a:pt x="1529501" y="649177"/>
                  </a:lnTo>
                  <a:lnTo>
                    <a:pt x="1529501" y="652456"/>
                  </a:lnTo>
                  <a:lnTo>
                    <a:pt x="1524583" y="655735"/>
                  </a:lnTo>
                  <a:lnTo>
                    <a:pt x="1524583" y="660653"/>
                  </a:lnTo>
                  <a:lnTo>
                    <a:pt x="1526223" y="663931"/>
                  </a:lnTo>
                  <a:lnTo>
                    <a:pt x="1526223" y="665571"/>
                  </a:lnTo>
                  <a:lnTo>
                    <a:pt x="1526223" y="668850"/>
                  </a:lnTo>
                  <a:lnTo>
                    <a:pt x="1526223" y="672128"/>
                  </a:lnTo>
                  <a:lnTo>
                    <a:pt x="1529501" y="668850"/>
                  </a:lnTo>
                  <a:lnTo>
                    <a:pt x="1531141" y="672128"/>
                  </a:lnTo>
                  <a:lnTo>
                    <a:pt x="1529501" y="677046"/>
                  </a:lnTo>
                  <a:lnTo>
                    <a:pt x="1526223" y="680325"/>
                  </a:lnTo>
                  <a:lnTo>
                    <a:pt x="1524583" y="683604"/>
                  </a:lnTo>
                  <a:lnTo>
                    <a:pt x="1522944" y="688521"/>
                  </a:lnTo>
                  <a:lnTo>
                    <a:pt x="1524583" y="691800"/>
                  </a:lnTo>
                  <a:lnTo>
                    <a:pt x="1521304" y="695079"/>
                  </a:lnTo>
                  <a:lnTo>
                    <a:pt x="1521304" y="699997"/>
                  </a:lnTo>
                  <a:lnTo>
                    <a:pt x="1519665" y="703276"/>
                  </a:lnTo>
                  <a:lnTo>
                    <a:pt x="1519665" y="706554"/>
                  </a:lnTo>
                  <a:lnTo>
                    <a:pt x="1518026" y="711473"/>
                  </a:lnTo>
                  <a:lnTo>
                    <a:pt x="1518026" y="714751"/>
                  </a:lnTo>
                  <a:lnTo>
                    <a:pt x="1518026" y="718030"/>
                  </a:lnTo>
                  <a:lnTo>
                    <a:pt x="1518026" y="722948"/>
                  </a:lnTo>
                  <a:lnTo>
                    <a:pt x="1513108" y="722948"/>
                  </a:lnTo>
                  <a:lnTo>
                    <a:pt x="1509830" y="726226"/>
                  </a:lnTo>
                  <a:lnTo>
                    <a:pt x="1511469" y="729505"/>
                  </a:lnTo>
                  <a:lnTo>
                    <a:pt x="1509830" y="732784"/>
                  </a:lnTo>
                  <a:lnTo>
                    <a:pt x="1511469" y="737702"/>
                  </a:lnTo>
                  <a:lnTo>
                    <a:pt x="1513108" y="740980"/>
                  </a:lnTo>
                  <a:lnTo>
                    <a:pt x="1513108" y="744259"/>
                  </a:lnTo>
                  <a:lnTo>
                    <a:pt x="1513108" y="747538"/>
                  </a:lnTo>
                  <a:lnTo>
                    <a:pt x="1514748" y="752456"/>
                  </a:lnTo>
                  <a:lnTo>
                    <a:pt x="1514748" y="755734"/>
                  </a:lnTo>
                  <a:lnTo>
                    <a:pt x="1513108" y="759013"/>
                  </a:lnTo>
                  <a:lnTo>
                    <a:pt x="1513108" y="763931"/>
                  </a:lnTo>
                  <a:lnTo>
                    <a:pt x="1511469" y="767210"/>
                  </a:lnTo>
                  <a:lnTo>
                    <a:pt x="1513108" y="768849"/>
                  </a:lnTo>
                  <a:lnTo>
                    <a:pt x="1514748" y="772128"/>
                  </a:lnTo>
                  <a:lnTo>
                    <a:pt x="1513108" y="775407"/>
                  </a:lnTo>
                  <a:lnTo>
                    <a:pt x="1511469" y="780324"/>
                  </a:lnTo>
                  <a:lnTo>
                    <a:pt x="1509830" y="783603"/>
                  </a:lnTo>
                  <a:lnTo>
                    <a:pt x="1509830" y="786882"/>
                  </a:lnTo>
                  <a:lnTo>
                    <a:pt x="1509830" y="791800"/>
                  </a:lnTo>
                  <a:lnTo>
                    <a:pt x="1508190" y="795078"/>
                  </a:lnTo>
                  <a:lnTo>
                    <a:pt x="1506551" y="799997"/>
                  </a:lnTo>
                  <a:lnTo>
                    <a:pt x="1503272" y="803275"/>
                  </a:lnTo>
                  <a:lnTo>
                    <a:pt x="1499993" y="806554"/>
                  </a:lnTo>
                  <a:lnTo>
                    <a:pt x="1496714" y="809833"/>
                  </a:lnTo>
                  <a:lnTo>
                    <a:pt x="1495075" y="813111"/>
                  </a:lnTo>
                  <a:lnTo>
                    <a:pt x="1491796" y="816390"/>
                  </a:lnTo>
                  <a:lnTo>
                    <a:pt x="1488518" y="821308"/>
                  </a:lnTo>
                  <a:lnTo>
                    <a:pt x="1488518" y="824587"/>
                  </a:lnTo>
                  <a:lnTo>
                    <a:pt x="1486879" y="827865"/>
                  </a:lnTo>
                  <a:lnTo>
                    <a:pt x="1483600" y="832783"/>
                  </a:lnTo>
                  <a:lnTo>
                    <a:pt x="1481961" y="836062"/>
                  </a:lnTo>
                  <a:lnTo>
                    <a:pt x="1480321" y="839341"/>
                  </a:lnTo>
                  <a:lnTo>
                    <a:pt x="1478682" y="844258"/>
                  </a:lnTo>
                  <a:lnTo>
                    <a:pt x="1477043" y="847537"/>
                  </a:lnTo>
                  <a:lnTo>
                    <a:pt x="1473764" y="850816"/>
                  </a:lnTo>
                  <a:lnTo>
                    <a:pt x="1472124" y="852455"/>
                  </a:lnTo>
                  <a:lnTo>
                    <a:pt x="1470485" y="855734"/>
                  </a:lnTo>
                  <a:lnTo>
                    <a:pt x="1468846" y="860652"/>
                  </a:lnTo>
                  <a:lnTo>
                    <a:pt x="1465568" y="863931"/>
                  </a:lnTo>
                  <a:lnTo>
                    <a:pt x="1462289" y="867210"/>
                  </a:lnTo>
                  <a:lnTo>
                    <a:pt x="1460650" y="870488"/>
                  </a:lnTo>
                  <a:lnTo>
                    <a:pt x="1457371" y="873767"/>
                  </a:lnTo>
                  <a:lnTo>
                    <a:pt x="1455731" y="878685"/>
                  </a:lnTo>
                  <a:lnTo>
                    <a:pt x="1454092" y="881963"/>
                  </a:lnTo>
                  <a:lnTo>
                    <a:pt x="1450813" y="885242"/>
                  </a:lnTo>
                  <a:lnTo>
                    <a:pt x="1452453" y="890160"/>
                  </a:lnTo>
                  <a:lnTo>
                    <a:pt x="1450813" y="893439"/>
                  </a:lnTo>
                  <a:lnTo>
                    <a:pt x="1449174" y="896717"/>
                  </a:lnTo>
                  <a:lnTo>
                    <a:pt x="1445895" y="901635"/>
                  </a:lnTo>
                  <a:lnTo>
                    <a:pt x="1442616" y="904914"/>
                  </a:lnTo>
                  <a:lnTo>
                    <a:pt x="1442616" y="909832"/>
                  </a:lnTo>
                  <a:lnTo>
                    <a:pt x="1437699" y="913111"/>
                  </a:lnTo>
                  <a:lnTo>
                    <a:pt x="1437699" y="916390"/>
                  </a:lnTo>
                  <a:lnTo>
                    <a:pt x="1432781" y="919668"/>
                  </a:lnTo>
                  <a:lnTo>
                    <a:pt x="1431141" y="922947"/>
                  </a:lnTo>
                  <a:lnTo>
                    <a:pt x="1429502" y="927865"/>
                  </a:lnTo>
                  <a:lnTo>
                    <a:pt x="1424584" y="931144"/>
                  </a:lnTo>
                  <a:lnTo>
                    <a:pt x="1421305" y="934422"/>
                  </a:lnTo>
                  <a:lnTo>
                    <a:pt x="1418026" y="936061"/>
                  </a:lnTo>
                  <a:lnTo>
                    <a:pt x="1413109" y="939340"/>
                  </a:lnTo>
                  <a:lnTo>
                    <a:pt x="1409830" y="944258"/>
                  </a:lnTo>
                  <a:lnTo>
                    <a:pt x="1409830" y="947537"/>
                  </a:lnTo>
                  <a:lnTo>
                    <a:pt x="1408191" y="950815"/>
                  </a:lnTo>
                  <a:lnTo>
                    <a:pt x="1406551" y="955734"/>
                  </a:lnTo>
                  <a:lnTo>
                    <a:pt x="1404912" y="959012"/>
                  </a:lnTo>
                  <a:lnTo>
                    <a:pt x="1401633" y="959012"/>
                  </a:lnTo>
                  <a:lnTo>
                    <a:pt x="1398354" y="962291"/>
                  </a:lnTo>
                  <a:lnTo>
                    <a:pt x="1393436" y="963930"/>
                  </a:lnTo>
                  <a:lnTo>
                    <a:pt x="1390157" y="965570"/>
                  </a:lnTo>
                  <a:lnTo>
                    <a:pt x="1386880" y="970488"/>
                  </a:lnTo>
                  <a:lnTo>
                    <a:pt x="1383601" y="970488"/>
                  </a:lnTo>
                  <a:lnTo>
                    <a:pt x="1386880" y="970488"/>
                  </a:lnTo>
                  <a:lnTo>
                    <a:pt x="1383601" y="973766"/>
                  </a:lnTo>
                  <a:lnTo>
                    <a:pt x="1378683" y="973766"/>
                  </a:lnTo>
                  <a:lnTo>
                    <a:pt x="1375404" y="975405"/>
                  </a:lnTo>
                  <a:lnTo>
                    <a:pt x="1372125" y="977045"/>
                  </a:lnTo>
                  <a:lnTo>
                    <a:pt x="1367207" y="980324"/>
                  </a:lnTo>
                  <a:lnTo>
                    <a:pt x="1363928" y="983602"/>
                  </a:lnTo>
                  <a:lnTo>
                    <a:pt x="1360650" y="986881"/>
                  </a:lnTo>
                  <a:lnTo>
                    <a:pt x="1357371" y="990160"/>
                  </a:lnTo>
                  <a:lnTo>
                    <a:pt x="1354093" y="993438"/>
                  </a:lnTo>
                  <a:lnTo>
                    <a:pt x="1350814" y="995078"/>
                  </a:lnTo>
                  <a:lnTo>
                    <a:pt x="1345896" y="998356"/>
                  </a:lnTo>
                  <a:lnTo>
                    <a:pt x="1345896" y="1003274"/>
                  </a:lnTo>
                  <a:lnTo>
                    <a:pt x="1342617" y="1006553"/>
                  </a:lnTo>
                  <a:lnTo>
                    <a:pt x="1339338" y="1008192"/>
                  </a:lnTo>
                  <a:lnTo>
                    <a:pt x="1336060" y="1008192"/>
                  </a:lnTo>
                  <a:lnTo>
                    <a:pt x="1336060" y="1011471"/>
                  </a:lnTo>
                  <a:lnTo>
                    <a:pt x="1337699" y="1011471"/>
                  </a:lnTo>
                  <a:lnTo>
                    <a:pt x="1336060" y="1014750"/>
                  </a:lnTo>
                  <a:lnTo>
                    <a:pt x="1332781" y="1018028"/>
                  </a:lnTo>
                  <a:lnTo>
                    <a:pt x="1331142" y="1022947"/>
                  </a:lnTo>
                  <a:lnTo>
                    <a:pt x="1327863" y="1026225"/>
                  </a:lnTo>
                  <a:lnTo>
                    <a:pt x="1324584" y="1026225"/>
                  </a:lnTo>
                  <a:lnTo>
                    <a:pt x="1322945" y="1029504"/>
                  </a:lnTo>
                  <a:lnTo>
                    <a:pt x="1319666" y="1032782"/>
                  </a:lnTo>
                  <a:lnTo>
                    <a:pt x="1316387" y="1036061"/>
                  </a:lnTo>
                  <a:lnTo>
                    <a:pt x="1311469" y="1039340"/>
                  </a:lnTo>
                  <a:lnTo>
                    <a:pt x="1308191" y="1042618"/>
                  </a:lnTo>
                  <a:lnTo>
                    <a:pt x="1306552" y="1045897"/>
                  </a:lnTo>
                  <a:lnTo>
                    <a:pt x="1303273" y="1049176"/>
                  </a:lnTo>
                  <a:lnTo>
                    <a:pt x="1299994" y="1050815"/>
                  </a:lnTo>
                  <a:lnTo>
                    <a:pt x="1299994" y="1054094"/>
                  </a:lnTo>
                  <a:lnTo>
                    <a:pt x="1298355" y="1059012"/>
                  </a:lnTo>
                  <a:lnTo>
                    <a:pt x="1295076" y="1062291"/>
                  </a:lnTo>
                  <a:lnTo>
                    <a:pt x="1291797" y="1063930"/>
                  </a:lnTo>
                  <a:lnTo>
                    <a:pt x="1290158" y="1067208"/>
                  </a:lnTo>
                  <a:lnTo>
                    <a:pt x="1288519" y="1072127"/>
                  </a:lnTo>
                  <a:lnTo>
                    <a:pt x="1291797" y="1072127"/>
                  </a:lnTo>
                  <a:lnTo>
                    <a:pt x="1286879" y="1075405"/>
                  </a:lnTo>
                  <a:lnTo>
                    <a:pt x="1286879" y="1072127"/>
                  </a:lnTo>
                  <a:lnTo>
                    <a:pt x="1283601" y="1075405"/>
                  </a:lnTo>
                  <a:lnTo>
                    <a:pt x="1283601" y="1080323"/>
                  </a:lnTo>
                  <a:lnTo>
                    <a:pt x="1278683" y="1080323"/>
                  </a:lnTo>
                  <a:lnTo>
                    <a:pt x="1275404" y="1081962"/>
                  </a:lnTo>
                  <a:lnTo>
                    <a:pt x="1272126" y="1085241"/>
                  </a:lnTo>
                  <a:lnTo>
                    <a:pt x="1268847" y="1090159"/>
                  </a:lnTo>
                  <a:lnTo>
                    <a:pt x="1265568" y="1091798"/>
                  </a:lnTo>
                  <a:lnTo>
                    <a:pt x="1263929" y="1096717"/>
                  </a:lnTo>
                  <a:lnTo>
                    <a:pt x="1259010" y="1099995"/>
                  </a:lnTo>
                  <a:lnTo>
                    <a:pt x="1255733" y="1103274"/>
                  </a:lnTo>
                  <a:lnTo>
                    <a:pt x="1252454" y="1104913"/>
                  </a:lnTo>
                  <a:lnTo>
                    <a:pt x="1250814" y="1109831"/>
                  </a:lnTo>
                  <a:lnTo>
                    <a:pt x="1247536" y="1111471"/>
                  </a:lnTo>
                  <a:lnTo>
                    <a:pt x="1245896" y="1114749"/>
                  </a:lnTo>
                  <a:lnTo>
                    <a:pt x="1242617" y="1119667"/>
                  </a:lnTo>
                  <a:lnTo>
                    <a:pt x="1239339" y="1122946"/>
                  </a:lnTo>
                  <a:lnTo>
                    <a:pt x="1239339" y="1126225"/>
                  </a:lnTo>
                  <a:lnTo>
                    <a:pt x="1236060" y="1131142"/>
                  </a:lnTo>
                  <a:lnTo>
                    <a:pt x="1232781" y="1134421"/>
                  </a:lnTo>
                  <a:lnTo>
                    <a:pt x="1229503" y="1137700"/>
                  </a:lnTo>
                  <a:lnTo>
                    <a:pt x="1227864" y="1142618"/>
                  </a:lnTo>
                  <a:lnTo>
                    <a:pt x="1224585" y="1145897"/>
                  </a:lnTo>
                  <a:lnTo>
                    <a:pt x="1222946" y="1147536"/>
                  </a:lnTo>
                  <a:lnTo>
                    <a:pt x="1219667" y="1150815"/>
                  </a:lnTo>
                  <a:lnTo>
                    <a:pt x="1216388" y="1154093"/>
                  </a:lnTo>
                  <a:lnTo>
                    <a:pt x="1214749" y="1159011"/>
                  </a:lnTo>
                  <a:lnTo>
                    <a:pt x="1213109" y="1162290"/>
                  </a:lnTo>
                  <a:lnTo>
                    <a:pt x="1209830" y="1163929"/>
                  </a:lnTo>
                  <a:lnTo>
                    <a:pt x="1213109" y="1167208"/>
                  </a:lnTo>
                  <a:lnTo>
                    <a:pt x="1213109" y="1167208"/>
                  </a:lnTo>
                  <a:lnTo>
                    <a:pt x="1211470" y="1170487"/>
                  </a:lnTo>
                  <a:lnTo>
                    <a:pt x="1208191" y="1175405"/>
                  </a:lnTo>
                  <a:lnTo>
                    <a:pt x="1206552" y="1178684"/>
                  </a:lnTo>
                  <a:lnTo>
                    <a:pt x="1204913" y="1181962"/>
                  </a:lnTo>
                  <a:lnTo>
                    <a:pt x="1203274" y="1183601"/>
                  </a:lnTo>
                  <a:lnTo>
                    <a:pt x="1199995" y="1183601"/>
                  </a:lnTo>
                  <a:lnTo>
                    <a:pt x="1195077" y="1183601"/>
                  </a:lnTo>
                  <a:lnTo>
                    <a:pt x="1193437" y="1186880"/>
                  </a:lnTo>
                  <a:lnTo>
                    <a:pt x="1190159" y="1190159"/>
                  </a:lnTo>
                  <a:lnTo>
                    <a:pt x="1185240" y="1191798"/>
                  </a:lnTo>
                  <a:lnTo>
                    <a:pt x="1181962" y="1193437"/>
                  </a:lnTo>
                  <a:lnTo>
                    <a:pt x="1178684" y="1195077"/>
                  </a:lnTo>
                  <a:lnTo>
                    <a:pt x="1175405" y="1195077"/>
                  </a:lnTo>
                  <a:lnTo>
                    <a:pt x="1173766" y="1195077"/>
                  </a:lnTo>
                  <a:lnTo>
                    <a:pt x="1170487" y="1195077"/>
                  </a:lnTo>
                  <a:lnTo>
                    <a:pt x="1167208" y="1195077"/>
                  </a:lnTo>
                  <a:lnTo>
                    <a:pt x="1162290" y="1195077"/>
                  </a:lnTo>
                  <a:lnTo>
                    <a:pt x="1159011" y="1195077"/>
                  </a:lnTo>
                  <a:lnTo>
                    <a:pt x="1155732" y="1195077"/>
                  </a:lnTo>
                  <a:lnTo>
                    <a:pt x="1152454" y="1195077"/>
                  </a:lnTo>
                  <a:lnTo>
                    <a:pt x="1147536" y="1195077"/>
                  </a:lnTo>
                  <a:lnTo>
                    <a:pt x="1144257" y="1195077"/>
                  </a:lnTo>
                  <a:lnTo>
                    <a:pt x="1140979" y="1196716"/>
                  </a:lnTo>
                  <a:lnTo>
                    <a:pt x="1136060" y="1196716"/>
                  </a:lnTo>
                  <a:lnTo>
                    <a:pt x="1132782" y="1196716"/>
                  </a:lnTo>
                  <a:lnTo>
                    <a:pt x="1129503" y="1198355"/>
                  </a:lnTo>
                  <a:lnTo>
                    <a:pt x="1124586" y="1198355"/>
                  </a:lnTo>
                  <a:lnTo>
                    <a:pt x="1121307" y="1199995"/>
                  </a:lnTo>
                  <a:lnTo>
                    <a:pt x="1118028" y="1201634"/>
                  </a:lnTo>
                  <a:lnTo>
                    <a:pt x="1113110" y="1203274"/>
                  </a:lnTo>
                  <a:lnTo>
                    <a:pt x="1109831" y="1204913"/>
                  </a:lnTo>
                  <a:lnTo>
                    <a:pt x="1106552" y="1206552"/>
                  </a:lnTo>
                  <a:lnTo>
                    <a:pt x="1103273" y="1209831"/>
                  </a:lnTo>
                  <a:lnTo>
                    <a:pt x="1098356" y="1211470"/>
                  </a:lnTo>
                  <a:lnTo>
                    <a:pt x="1095077" y="1213109"/>
                  </a:lnTo>
                  <a:lnTo>
                    <a:pt x="1091799" y="1216388"/>
                  </a:lnTo>
                  <a:lnTo>
                    <a:pt x="1086880" y="1218028"/>
                  </a:lnTo>
                  <a:lnTo>
                    <a:pt x="1083602" y="1221306"/>
                  </a:lnTo>
                  <a:lnTo>
                    <a:pt x="1080323" y="1224585"/>
                  </a:lnTo>
                  <a:lnTo>
                    <a:pt x="1077044" y="1226224"/>
                  </a:lnTo>
                  <a:lnTo>
                    <a:pt x="1072127" y="1229503"/>
                  </a:lnTo>
                  <a:lnTo>
                    <a:pt x="1068848" y="1231142"/>
                  </a:lnTo>
                  <a:lnTo>
                    <a:pt x="1065569" y="1234421"/>
                  </a:lnTo>
                  <a:lnTo>
                    <a:pt x="1063930" y="1232781"/>
                  </a:lnTo>
                  <a:lnTo>
                    <a:pt x="1059012" y="1234421"/>
                  </a:lnTo>
                  <a:lnTo>
                    <a:pt x="1055733" y="1234421"/>
                  </a:lnTo>
                  <a:lnTo>
                    <a:pt x="1052454" y="1234421"/>
                  </a:lnTo>
                  <a:lnTo>
                    <a:pt x="1049176" y="1236060"/>
                  </a:lnTo>
                  <a:lnTo>
                    <a:pt x="1044258" y="1234421"/>
                  </a:lnTo>
                  <a:lnTo>
                    <a:pt x="1040979" y="1236060"/>
                  </a:lnTo>
                  <a:lnTo>
                    <a:pt x="1040979" y="1239339"/>
                  </a:lnTo>
                  <a:lnTo>
                    <a:pt x="1040979" y="1244257"/>
                  </a:lnTo>
                  <a:lnTo>
                    <a:pt x="1044258" y="1240978"/>
                  </a:lnTo>
                  <a:lnTo>
                    <a:pt x="1049176" y="1239339"/>
                  </a:lnTo>
                  <a:lnTo>
                    <a:pt x="1047537" y="1244257"/>
                  </a:lnTo>
                  <a:lnTo>
                    <a:pt x="1044258" y="1247535"/>
                  </a:lnTo>
                  <a:lnTo>
                    <a:pt x="1042619" y="1250814"/>
                  </a:lnTo>
                  <a:lnTo>
                    <a:pt x="1037700" y="1254093"/>
                  </a:lnTo>
                  <a:lnTo>
                    <a:pt x="1037700" y="1250814"/>
                  </a:lnTo>
                  <a:lnTo>
                    <a:pt x="1037700" y="1247535"/>
                  </a:lnTo>
                  <a:lnTo>
                    <a:pt x="1037700" y="1244257"/>
                  </a:lnTo>
                  <a:lnTo>
                    <a:pt x="1034422" y="1239339"/>
                  </a:lnTo>
                  <a:lnTo>
                    <a:pt x="1031143" y="1242618"/>
                  </a:lnTo>
                  <a:lnTo>
                    <a:pt x="1027864" y="1242618"/>
                  </a:lnTo>
                  <a:lnTo>
                    <a:pt x="1027864" y="1239339"/>
                  </a:lnTo>
                  <a:lnTo>
                    <a:pt x="1027864" y="1236060"/>
                  </a:lnTo>
                  <a:lnTo>
                    <a:pt x="1027864" y="1231142"/>
                  </a:lnTo>
                  <a:lnTo>
                    <a:pt x="1024585" y="1232781"/>
                  </a:lnTo>
                  <a:lnTo>
                    <a:pt x="1021307" y="1232781"/>
                  </a:lnTo>
                  <a:lnTo>
                    <a:pt x="1019668" y="1229503"/>
                  </a:lnTo>
                  <a:lnTo>
                    <a:pt x="1019668" y="1226224"/>
                  </a:lnTo>
                  <a:lnTo>
                    <a:pt x="1021307" y="1221306"/>
                  </a:lnTo>
                  <a:lnTo>
                    <a:pt x="1024585" y="1221306"/>
                  </a:lnTo>
                  <a:lnTo>
                    <a:pt x="1026225" y="1218028"/>
                  </a:lnTo>
                  <a:lnTo>
                    <a:pt x="1026225" y="1213109"/>
                  </a:lnTo>
                  <a:lnTo>
                    <a:pt x="1022947" y="1213109"/>
                  </a:lnTo>
                  <a:lnTo>
                    <a:pt x="1018029" y="1214749"/>
                  </a:lnTo>
                  <a:lnTo>
                    <a:pt x="1014750" y="1218028"/>
                  </a:lnTo>
                  <a:lnTo>
                    <a:pt x="1011471" y="1221306"/>
                  </a:lnTo>
                  <a:lnTo>
                    <a:pt x="1008192" y="1222945"/>
                  </a:lnTo>
                  <a:lnTo>
                    <a:pt x="1004913" y="1226224"/>
                  </a:lnTo>
                  <a:lnTo>
                    <a:pt x="1003274" y="1226224"/>
                  </a:lnTo>
                  <a:lnTo>
                    <a:pt x="999995" y="1226224"/>
                  </a:lnTo>
                  <a:lnTo>
                    <a:pt x="998357" y="1221306"/>
                  </a:lnTo>
                  <a:lnTo>
                    <a:pt x="996717" y="1218028"/>
                  </a:lnTo>
                  <a:lnTo>
                    <a:pt x="999995" y="1221306"/>
                  </a:lnTo>
                  <a:lnTo>
                    <a:pt x="1003274" y="1219667"/>
                  </a:lnTo>
                  <a:lnTo>
                    <a:pt x="1008192" y="1216388"/>
                  </a:lnTo>
                  <a:lnTo>
                    <a:pt x="1011471" y="1213109"/>
                  </a:lnTo>
                  <a:lnTo>
                    <a:pt x="1013110" y="1213109"/>
                  </a:lnTo>
                  <a:lnTo>
                    <a:pt x="1016389" y="1208191"/>
                  </a:lnTo>
                  <a:lnTo>
                    <a:pt x="1018029" y="1204913"/>
                  </a:lnTo>
                  <a:lnTo>
                    <a:pt x="1016389" y="1201634"/>
                  </a:lnTo>
                  <a:lnTo>
                    <a:pt x="1014750" y="1198355"/>
                  </a:lnTo>
                  <a:lnTo>
                    <a:pt x="1011471" y="1198355"/>
                  </a:lnTo>
                  <a:lnTo>
                    <a:pt x="1008192" y="1201634"/>
                  </a:lnTo>
                  <a:lnTo>
                    <a:pt x="1003274" y="1203274"/>
                  </a:lnTo>
                  <a:lnTo>
                    <a:pt x="999995" y="1204913"/>
                  </a:lnTo>
                  <a:lnTo>
                    <a:pt x="996717" y="1206552"/>
                  </a:lnTo>
                  <a:lnTo>
                    <a:pt x="993439" y="1208191"/>
                  </a:lnTo>
                  <a:lnTo>
                    <a:pt x="988520" y="1211470"/>
                  </a:lnTo>
                  <a:lnTo>
                    <a:pt x="993439" y="1211470"/>
                  </a:lnTo>
                  <a:lnTo>
                    <a:pt x="996717" y="1211470"/>
                  </a:lnTo>
                  <a:lnTo>
                    <a:pt x="999995" y="1213109"/>
                  </a:lnTo>
                  <a:lnTo>
                    <a:pt x="996717" y="1216388"/>
                  </a:lnTo>
                  <a:lnTo>
                    <a:pt x="993439" y="1216388"/>
                  </a:lnTo>
                  <a:lnTo>
                    <a:pt x="988520" y="1216388"/>
                  </a:lnTo>
                  <a:lnTo>
                    <a:pt x="985242" y="1218028"/>
                  </a:lnTo>
                  <a:lnTo>
                    <a:pt x="983602" y="1218028"/>
                  </a:lnTo>
                  <a:lnTo>
                    <a:pt x="980323" y="1221306"/>
                  </a:lnTo>
                  <a:lnTo>
                    <a:pt x="977045" y="1221306"/>
                  </a:lnTo>
                  <a:lnTo>
                    <a:pt x="972127" y="1224585"/>
                  </a:lnTo>
                  <a:lnTo>
                    <a:pt x="968849" y="1226224"/>
                  </a:lnTo>
                  <a:lnTo>
                    <a:pt x="965570" y="1229503"/>
                  </a:lnTo>
                  <a:lnTo>
                    <a:pt x="962291" y="1231142"/>
                  </a:lnTo>
                  <a:lnTo>
                    <a:pt x="957373" y="1234421"/>
                  </a:lnTo>
                  <a:lnTo>
                    <a:pt x="954094" y="1234421"/>
                  </a:lnTo>
                  <a:lnTo>
                    <a:pt x="950815" y="1237699"/>
                  </a:lnTo>
                  <a:lnTo>
                    <a:pt x="945898" y="1239339"/>
                  </a:lnTo>
                  <a:lnTo>
                    <a:pt x="942619" y="1240978"/>
                  </a:lnTo>
                  <a:lnTo>
                    <a:pt x="940980" y="1239339"/>
                  </a:lnTo>
                  <a:lnTo>
                    <a:pt x="937701" y="1237699"/>
                  </a:lnTo>
                  <a:lnTo>
                    <a:pt x="934422" y="1236060"/>
                  </a:lnTo>
                  <a:lnTo>
                    <a:pt x="931143" y="1231142"/>
                  </a:lnTo>
                  <a:lnTo>
                    <a:pt x="927865" y="1231142"/>
                  </a:lnTo>
                  <a:lnTo>
                    <a:pt x="922946" y="1229503"/>
                  </a:lnTo>
                  <a:lnTo>
                    <a:pt x="921307" y="1224585"/>
                  </a:lnTo>
                  <a:lnTo>
                    <a:pt x="918029" y="1221306"/>
                  </a:lnTo>
                  <a:lnTo>
                    <a:pt x="913111" y="1219667"/>
                  </a:lnTo>
                  <a:lnTo>
                    <a:pt x="909832" y="1219667"/>
                  </a:lnTo>
                  <a:lnTo>
                    <a:pt x="906553" y="1221306"/>
                  </a:lnTo>
                  <a:lnTo>
                    <a:pt x="901635" y="1219667"/>
                  </a:lnTo>
                  <a:lnTo>
                    <a:pt x="898356" y="1216388"/>
                  </a:lnTo>
                  <a:lnTo>
                    <a:pt x="895078" y="1214749"/>
                  </a:lnTo>
                  <a:lnTo>
                    <a:pt x="891800" y="1216388"/>
                  </a:lnTo>
                  <a:lnTo>
                    <a:pt x="886882" y="1216388"/>
                  </a:lnTo>
                  <a:lnTo>
                    <a:pt x="883603" y="1221306"/>
                  </a:lnTo>
                  <a:lnTo>
                    <a:pt x="880324" y="1219667"/>
                  </a:lnTo>
                  <a:lnTo>
                    <a:pt x="877045" y="1221306"/>
                  </a:lnTo>
                  <a:lnTo>
                    <a:pt x="878685" y="1216388"/>
                  </a:lnTo>
                  <a:lnTo>
                    <a:pt x="877045" y="1213109"/>
                  </a:lnTo>
                  <a:lnTo>
                    <a:pt x="873766" y="1209831"/>
                  </a:lnTo>
                  <a:lnTo>
                    <a:pt x="868849" y="1206552"/>
                  </a:lnTo>
                  <a:lnTo>
                    <a:pt x="868849" y="1206552"/>
                  </a:lnTo>
                  <a:lnTo>
                    <a:pt x="865570" y="1206552"/>
                  </a:lnTo>
                  <a:lnTo>
                    <a:pt x="860652" y="1206552"/>
                  </a:lnTo>
                  <a:lnTo>
                    <a:pt x="857373" y="1204913"/>
                  </a:lnTo>
                  <a:lnTo>
                    <a:pt x="854095" y="1201634"/>
                  </a:lnTo>
                  <a:lnTo>
                    <a:pt x="850816" y="1196716"/>
                  </a:lnTo>
                  <a:lnTo>
                    <a:pt x="850816" y="1191798"/>
                  </a:lnTo>
                  <a:lnTo>
                    <a:pt x="850816" y="1188519"/>
                  </a:lnTo>
                  <a:lnTo>
                    <a:pt x="849176" y="1185241"/>
                  </a:lnTo>
                  <a:lnTo>
                    <a:pt x="849176" y="1181962"/>
                  </a:lnTo>
                  <a:lnTo>
                    <a:pt x="845898" y="1181962"/>
                  </a:lnTo>
                  <a:lnTo>
                    <a:pt x="845898" y="1180322"/>
                  </a:lnTo>
                  <a:lnTo>
                    <a:pt x="844258" y="1175405"/>
                  </a:lnTo>
                  <a:lnTo>
                    <a:pt x="844258" y="1172126"/>
                  </a:lnTo>
                  <a:lnTo>
                    <a:pt x="842620" y="1168847"/>
                  </a:lnTo>
                  <a:lnTo>
                    <a:pt x="845898" y="1163929"/>
                  </a:lnTo>
                  <a:lnTo>
                    <a:pt x="845898" y="1160651"/>
                  </a:lnTo>
                  <a:lnTo>
                    <a:pt x="847537" y="1157372"/>
                  </a:lnTo>
                  <a:lnTo>
                    <a:pt x="850816" y="1155732"/>
                  </a:lnTo>
                  <a:lnTo>
                    <a:pt x="854095" y="1152454"/>
                  </a:lnTo>
                  <a:lnTo>
                    <a:pt x="855734" y="1150815"/>
                  </a:lnTo>
                  <a:lnTo>
                    <a:pt x="857373" y="1145897"/>
                  </a:lnTo>
                  <a:lnTo>
                    <a:pt x="859013" y="1142618"/>
                  </a:lnTo>
                  <a:lnTo>
                    <a:pt x="859013" y="1139339"/>
                  </a:lnTo>
                  <a:lnTo>
                    <a:pt x="859013" y="1134421"/>
                  </a:lnTo>
                  <a:lnTo>
                    <a:pt x="860652" y="1131142"/>
                  </a:lnTo>
                  <a:lnTo>
                    <a:pt x="860652" y="1127864"/>
                  </a:lnTo>
                  <a:lnTo>
                    <a:pt x="860652" y="1122946"/>
                  </a:lnTo>
                  <a:lnTo>
                    <a:pt x="859013" y="1119667"/>
                  </a:lnTo>
                  <a:lnTo>
                    <a:pt x="859013" y="1116388"/>
                  </a:lnTo>
                  <a:lnTo>
                    <a:pt x="857373" y="1111471"/>
                  </a:lnTo>
                  <a:lnTo>
                    <a:pt x="855734" y="1108192"/>
                  </a:lnTo>
                  <a:lnTo>
                    <a:pt x="852455" y="1104913"/>
                  </a:lnTo>
                  <a:lnTo>
                    <a:pt x="849176" y="1099995"/>
                  </a:lnTo>
                  <a:lnTo>
                    <a:pt x="845898" y="1096717"/>
                  </a:lnTo>
                  <a:lnTo>
                    <a:pt x="850816" y="1099995"/>
                  </a:lnTo>
                  <a:lnTo>
                    <a:pt x="852455" y="1103274"/>
                  </a:lnTo>
                  <a:lnTo>
                    <a:pt x="855734" y="1108192"/>
                  </a:lnTo>
                  <a:lnTo>
                    <a:pt x="857373" y="1111471"/>
                  </a:lnTo>
                  <a:lnTo>
                    <a:pt x="859013" y="1114749"/>
                  </a:lnTo>
                  <a:lnTo>
                    <a:pt x="860652" y="1119667"/>
                  </a:lnTo>
                  <a:lnTo>
                    <a:pt x="860652" y="1121307"/>
                  </a:lnTo>
                  <a:lnTo>
                    <a:pt x="860652" y="1124585"/>
                  </a:lnTo>
                  <a:lnTo>
                    <a:pt x="862292" y="1121307"/>
                  </a:lnTo>
                  <a:lnTo>
                    <a:pt x="862292" y="1118028"/>
                  </a:lnTo>
                  <a:lnTo>
                    <a:pt x="860652" y="1114749"/>
                  </a:lnTo>
                  <a:lnTo>
                    <a:pt x="859013" y="1109831"/>
                  </a:lnTo>
                  <a:lnTo>
                    <a:pt x="855734" y="1106552"/>
                  </a:lnTo>
                  <a:lnTo>
                    <a:pt x="854095" y="1103274"/>
                  </a:lnTo>
                  <a:lnTo>
                    <a:pt x="850816" y="1098356"/>
                  </a:lnTo>
                  <a:lnTo>
                    <a:pt x="852455" y="1095077"/>
                  </a:lnTo>
                  <a:lnTo>
                    <a:pt x="857373" y="1095077"/>
                  </a:lnTo>
                  <a:lnTo>
                    <a:pt x="855734" y="1098356"/>
                  </a:lnTo>
                  <a:lnTo>
                    <a:pt x="855734" y="1101635"/>
                  </a:lnTo>
                  <a:lnTo>
                    <a:pt x="860652" y="1099995"/>
                  </a:lnTo>
                  <a:lnTo>
                    <a:pt x="860652" y="1096717"/>
                  </a:lnTo>
                  <a:lnTo>
                    <a:pt x="860652" y="1093438"/>
                  </a:lnTo>
                  <a:lnTo>
                    <a:pt x="865570" y="1091798"/>
                  </a:lnTo>
                  <a:lnTo>
                    <a:pt x="865570" y="1088520"/>
                  </a:lnTo>
                  <a:lnTo>
                    <a:pt x="865570" y="1088520"/>
                  </a:lnTo>
                  <a:lnTo>
                    <a:pt x="862292" y="1085241"/>
                  </a:lnTo>
                  <a:lnTo>
                    <a:pt x="857373" y="1088520"/>
                  </a:lnTo>
                  <a:lnTo>
                    <a:pt x="854095" y="1088520"/>
                  </a:lnTo>
                  <a:lnTo>
                    <a:pt x="850816" y="1090159"/>
                  </a:lnTo>
                  <a:lnTo>
                    <a:pt x="850816" y="1095077"/>
                  </a:lnTo>
                  <a:lnTo>
                    <a:pt x="847537" y="1093438"/>
                  </a:lnTo>
                  <a:lnTo>
                    <a:pt x="844258" y="1093438"/>
                  </a:lnTo>
                  <a:lnTo>
                    <a:pt x="847537" y="1096717"/>
                  </a:lnTo>
                  <a:lnTo>
                    <a:pt x="844258" y="1095077"/>
                  </a:lnTo>
                  <a:lnTo>
                    <a:pt x="839341" y="1095077"/>
                  </a:lnTo>
                  <a:lnTo>
                    <a:pt x="836062" y="1096717"/>
                  </a:lnTo>
                  <a:lnTo>
                    <a:pt x="832783" y="1099995"/>
                  </a:lnTo>
                  <a:lnTo>
                    <a:pt x="829505" y="1099995"/>
                  </a:lnTo>
                  <a:lnTo>
                    <a:pt x="824586" y="1099995"/>
                  </a:lnTo>
                  <a:lnTo>
                    <a:pt x="821308" y="1099995"/>
                  </a:lnTo>
                  <a:lnTo>
                    <a:pt x="819668" y="1101635"/>
                  </a:lnTo>
                  <a:lnTo>
                    <a:pt x="814751" y="1098356"/>
                  </a:lnTo>
                  <a:lnTo>
                    <a:pt x="819668" y="1095077"/>
                  </a:lnTo>
                  <a:lnTo>
                    <a:pt x="822947" y="1093438"/>
                  </a:lnTo>
                  <a:lnTo>
                    <a:pt x="826226" y="1091798"/>
                  </a:lnTo>
                  <a:lnTo>
                    <a:pt x="829505" y="1088520"/>
                  </a:lnTo>
                  <a:lnTo>
                    <a:pt x="834423" y="1086881"/>
                  </a:lnTo>
                  <a:lnTo>
                    <a:pt x="836062" y="1081962"/>
                  </a:lnTo>
                  <a:lnTo>
                    <a:pt x="837702" y="1078684"/>
                  </a:lnTo>
                  <a:lnTo>
                    <a:pt x="839341" y="1075405"/>
                  </a:lnTo>
                  <a:lnTo>
                    <a:pt x="842620" y="1070487"/>
                  </a:lnTo>
                  <a:lnTo>
                    <a:pt x="844258" y="1067208"/>
                  </a:lnTo>
                  <a:lnTo>
                    <a:pt x="845898" y="1063930"/>
                  </a:lnTo>
                  <a:lnTo>
                    <a:pt x="847537" y="1059012"/>
                  </a:lnTo>
                  <a:lnTo>
                    <a:pt x="845898" y="1055733"/>
                  </a:lnTo>
                  <a:lnTo>
                    <a:pt x="845898" y="1052454"/>
                  </a:lnTo>
                  <a:lnTo>
                    <a:pt x="844258" y="1047537"/>
                  </a:lnTo>
                  <a:lnTo>
                    <a:pt x="844258" y="1044258"/>
                  </a:lnTo>
                  <a:lnTo>
                    <a:pt x="844258" y="1040979"/>
                  </a:lnTo>
                  <a:lnTo>
                    <a:pt x="844258" y="1037700"/>
                  </a:lnTo>
                  <a:lnTo>
                    <a:pt x="844258" y="1032782"/>
                  </a:lnTo>
                  <a:lnTo>
                    <a:pt x="839341" y="1036061"/>
                  </a:lnTo>
                  <a:lnTo>
                    <a:pt x="839341" y="1040979"/>
                  </a:lnTo>
                  <a:lnTo>
                    <a:pt x="834423" y="1044258"/>
                  </a:lnTo>
                  <a:lnTo>
                    <a:pt x="831144" y="1047537"/>
                  </a:lnTo>
                  <a:lnTo>
                    <a:pt x="827865" y="1050815"/>
                  </a:lnTo>
                  <a:lnTo>
                    <a:pt x="827865" y="1054094"/>
                  </a:lnTo>
                  <a:lnTo>
                    <a:pt x="827865" y="1055733"/>
                  </a:lnTo>
                  <a:lnTo>
                    <a:pt x="824586" y="1059012"/>
                  </a:lnTo>
                  <a:lnTo>
                    <a:pt x="822947" y="1062291"/>
                  </a:lnTo>
                  <a:lnTo>
                    <a:pt x="819668" y="1067208"/>
                  </a:lnTo>
                  <a:lnTo>
                    <a:pt x="816390" y="1070487"/>
                  </a:lnTo>
                  <a:lnTo>
                    <a:pt x="813112" y="1073766"/>
                  </a:lnTo>
                  <a:lnTo>
                    <a:pt x="811472" y="1078684"/>
                  </a:lnTo>
                  <a:lnTo>
                    <a:pt x="806554" y="1078684"/>
                  </a:lnTo>
                  <a:lnTo>
                    <a:pt x="803275" y="1077044"/>
                  </a:lnTo>
                  <a:lnTo>
                    <a:pt x="799996" y="1077044"/>
                  </a:lnTo>
                  <a:lnTo>
                    <a:pt x="795078" y="1078684"/>
                  </a:lnTo>
                  <a:lnTo>
                    <a:pt x="791799" y="1080323"/>
                  </a:lnTo>
                  <a:lnTo>
                    <a:pt x="788522" y="1081962"/>
                  </a:lnTo>
                  <a:lnTo>
                    <a:pt x="785243" y="1081962"/>
                  </a:lnTo>
                  <a:lnTo>
                    <a:pt x="780325" y="1083602"/>
                  </a:lnTo>
                  <a:lnTo>
                    <a:pt x="777046" y="1083602"/>
                  </a:lnTo>
                  <a:lnTo>
                    <a:pt x="778685" y="1080323"/>
                  </a:lnTo>
                  <a:lnTo>
                    <a:pt x="781964" y="1078684"/>
                  </a:lnTo>
                  <a:lnTo>
                    <a:pt x="785243" y="1073766"/>
                  </a:lnTo>
                  <a:lnTo>
                    <a:pt x="786882" y="1070487"/>
                  </a:lnTo>
                  <a:lnTo>
                    <a:pt x="790161" y="1067208"/>
                  </a:lnTo>
                  <a:lnTo>
                    <a:pt x="795078" y="1068848"/>
                  </a:lnTo>
                  <a:lnTo>
                    <a:pt x="798357" y="1067208"/>
                  </a:lnTo>
                  <a:lnTo>
                    <a:pt x="801636" y="1068848"/>
                  </a:lnTo>
                  <a:lnTo>
                    <a:pt x="804915" y="1068848"/>
                  </a:lnTo>
                  <a:lnTo>
                    <a:pt x="808193" y="1063930"/>
                  </a:lnTo>
                  <a:lnTo>
                    <a:pt x="809833" y="1060651"/>
                  </a:lnTo>
                  <a:lnTo>
                    <a:pt x="811472" y="1055733"/>
                  </a:lnTo>
                  <a:lnTo>
                    <a:pt x="813112" y="1052454"/>
                  </a:lnTo>
                  <a:lnTo>
                    <a:pt x="814751" y="1049176"/>
                  </a:lnTo>
                  <a:lnTo>
                    <a:pt x="816390" y="1045897"/>
                  </a:lnTo>
                  <a:lnTo>
                    <a:pt x="818029" y="1040979"/>
                  </a:lnTo>
                  <a:lnTo>
                    <a:pt x="819668" y="1037700"/>
                  </a:lnTo>
                  <a:lnTo>
                    <a:pt x="821308" y="1034422"/>
                  </a:lnTo>
                  <a:lnTo>
                    <a:pt x="824586" y="1029504"/>
                  </a:lnTo>
                  <a:lnTo>
                    <a:pt x="826226" y="1026225"/>
                  </a:lnTo>
                  <a:lnTo>
                    <a:pt x="829505" y="1024585"/>
                  </a:lnTo>
                  <a:lnTo>
                    <a:pt x="832783" y="1019668"/>
                  </a:lnTo>
                  <a:lnTo>
                    <a:pt x="836062" y="1018028"/>
                  </a:lnTo>
                  <a:lnTo>
                    <a:pt x="839341" y="1014750"/>
                  </a:lnTo>
                  <a:lnTo>
                    <a:pt x="844258" y="1011471"/>
                  </a:lnTo>
                  <a:lnTo>
                    <a:pt x="847537" y="1009832"/>
                  </a:lnTo>
                  <a:lnTo>
                    <a:pt x="849176" y="1006553"/>
                  </a:lnTo>
                  <a:lnTo>
                    <a:pt x="849176" y="1001635"/>
                  </a:lnTo>
                  <a:lnTo>
                    <a:pt x="850816" y="998356"/>
                  </a:lnTo>
                  <a:lnTo>
                    <a:pt x="849176" y="995078"/>
                  </a:lnTo>
                  <a:lnTo>
                    <a:pt x="852455" y="991799"/>
                  </a:lnTo>
                  <a:lnTo>
                    <a:pt x="857373" y="990160"/>
                  </a:lnTo>
                  <a:lnTo>
                    <a:pt x="860652" y="986881"/>
                  </a:lnTo>
                  <a:lnTo>
                    <a:pt x="859013" y="983602"/>
                  </a:lnTo>
                  <a:lnTo>
                    <a:pt x="859013" y="980324"/>
                  </a:lnTo>
                  <a:lnTo>
                    <a:pt x="860652" y="975405"/>
                  </a:lnTo>
                  <a:lnTo>
                    <a:pt x="862292" y="972127"/>
                  </a:lnTo>
                  <a:lnTo>
                    <a:pt x="860652" y="968848"/>
                  </a:lnTo>
                  <a:lnTo>
                    <a:pt x="860652" y="963930"/>
                  </a:lnTo>
                  <a:lnTo>
                    <a:pt x="859013" y="963930"/>
                  </a:lnTo>
                  <a:lnTo>
                    <a:pt x="857373" y="967209"/>
                  </a:lnTo>
                  <a:lnTo>
                    <a:pt x="857373" y="972127"/>
                  </a:lnTo>
                  <a:lnTo>
                    <a:pt x="857373" y="975405"/>
                  </a:lnTo>
                  <a:lnTo>
                    <a:pt x="854095" y="980324"/>
                  </a:lnTo>
                  <a:lnTo>
                    <a:pt x="849176" y="981963"/>
                  </a:lnTo>
                  <a:lnTo>
                    <a:pt x="845898" y="983602"/>
                  </a:lnTo>
                  <a:lnTo>
                    <a:pt x="842620" y="986881"/>
                  </a:lnTo>
                  <a:lnTo>
                    <a:pt x="839341" y="988520"/>
                  </a:lnTo>
                  <a:lnTo>
                    <a:pt x="836062" y="993438"/>
                  </a:lnTo>
                  <a:lnTo>
                    <a:pt x="832783" y="996717"/>
                  </a:lnTo>
                  <a:lnTo>
                    <a:pt x="831144" y="999995"/>
                  </a:lnTo>
                  <a:lnTo>
                    <a:pt x="827865" y="1004914"/>
                  </a:lnTo>
                  <a:lnTo>
                    <a:pt x="824586" y="1008192"/>
                  </a:lnTo>
                  <a:lnTo>
                    <a:pt x="821308" y="1011471"/>
                  </a:lnTo>
                  <a:lnTo>
                    <a:pt x="818029" y="1014750"/>
                  </a:lnTo>
                  <a:lnTo>
                    <a:pt x="813112" y="1014750"/>
                  </a:lnTo>
                  <a:lnTo>
                    <a:pt x="809833" y="1013110"/>
                  </a:lnTo>
                  <a:lnTo>
                    <a:pt x="808193" y="1018028"/>
                  </a:lnTo>
                  <a:lnTo>
                    <a:pt x="804915" y="1019668"/>
                  </a:lnTo>
                  <a:lnTo>
                    <a:pt x="801636" y="1019668"/>
                  </a:lnTo>
                  <a:lnTo>
                    <a:pt x="796718" y="1022947"/>
                  </a:lnTo>
                  <a:lnTo>
                    <a:pt x="793439" y="1022947"/>
                  </a:lnTo>
                  <a:lnTo>
                    <a:pt x="790161" y="1026225"/>
                  </a:lnTo>
                  <a:lnTo>
                    <a:pt x="785243" y="1027864"/>
                  </a:lnTo>
                  <a:lnTo>
                    <a:pt x="781964" y="1029504"/>
                  </a:lnTo>
                  <a:lnTo>
                    <a:pt x="778685" y="1034422"/>
                  </a:lnTo>
                  <a:lnTo>
                    <a:pt x="775406" y="1037700"/>
                  </a:lnTo>
                  <a:lnTo>
                    <a:pt x="772128" y="1040979"/>
                  </a:lnTo>
                  <a:lnTo>
                    <a:pt x="768849" y="1042618"/>
                  </a:lnTo>
                  <a:lnTo>
                    <a:pt x="765570" y="1047537"/>
                  </a:lnTo>
                  <a:lnTo>
                    <a:pt x="763932" y="1050815"/>
                  </a:lnTo>
                  <a:lnTo>
                    <a:pt x="760653" y="1050815"/>
                  </a:lnTo>
                  <a:lnTo>
                    <a:pt x="757374" y="1052454"/>
                  </a:lnTo>
                  <a:lnTo>
                    <a:pt x="754095" y="1055733"/>
                  </a:lnTo>
                  <a:lnTo>
                    <a:pt x="752456" y="1060651"/>
                  </a:lnTo>
                  <a:lnTo>
                    <a:pt x="749177" y="1063930"/>
                  </a:lnTo>
                  <a:lnTo>
                    <a:pt x="752456" y="1062291"/>
                  </a:lnTo>
                  <a:lnTo>
                    <a:pt x="755735" y="1060651"/>
                  </a:lnTo>
                  <a:lnTo>
                    <a:pt x="754095" y="1065569"/>
                  </a:lnTo>
                  <a:lnTo>
                    <a:pt x="752456" y="1068848"/>
                  </a:lnTo>
                  <a:lnTo>
                    <a:pt x="749177" y="1072127"/>
                  </a:lnTo>
                  <a:lnTo>
                    <a:pt x="749177" y="1068848"/>
                  </a:lnTo>
                  <a:lnTo>
                    <a:pt x="745898" y="1065569"/>
                  </a:lnTo>
                  <a:lnTo>
                    <a:pt x="742619" y="1067208"/>
                  </a:lnTo>
                  <a:lnTo>
                    <a:pt x="739341" y="1065569"/>
                  </a:lnTo>
                  <a:lnTo>
                    <a:pt x="737702" y="1062291"/>
                  </a:lnTo>
                  <a:lnTo>
                    <a:pt x="734423" y="1059012"/>
                  </a:lnTo>
                  <a:lnTo>
                    <a:pt x="734423" y="1054094"/>
                  </a:lnTo>
                  <a:lnTo>
                    <a:pt x="729505" y="1052454"/>
                  </a:lnTo>
                  <a:lnTo>
                    <a:pt x="726226" y="1054094"/>
                  </a:lnTo>
                  <a:lnTo>
                    <a:pt x="729505" y="1049176"/>
                  </a:lnTo>
                  <a:lnTo>
                    <a:pt x="732784" y="1045897"/>
                  </a:lnTo>
                  <a:lnTo>
                    <a:pt x="732784" y="1050815"/>
                  </a:lnTo>
                  <a:lnTo>
                    <a:pt x="737702" y="1052454"/>
                  </a:lnTo>
                  <a:lnTo>
                    <a:pt x="739341" y="1049176"/>
                  </a:lnTo>
                  <a:lnTo>
                    <a:pt x="739341" y="1044258"/>
                  </a:lnTo>
                  <a:lnTo>
                    <a:pt x="740980" y="1040979"/>
                  </a:lnTo>
                  <a:lnTo>
                    <a:pt x="740980" y="1037700"/>
                  </a:lnTo>
                  <a:lnTo>
                    <a:pt x="740980" y="1032782"/>
                  </a:lnTo>
                  <a:lnTo>
                    <a:pt x="742619" y="1029504"/>
                  </a:lnTo>
                  <a:lnTo>
                    <a:pt x="742619" y="1026225"/>
                  </a:lnTo>
                  <a:lnTo>
                    <a:pt x="742619" y="1024585"/>
                  </a:lnTo>
                  <a:lnTo>
                    <a:pt x="740980" y="1021307"/>
                  </a:lnTo>
                  <a:lnTo>
                    <a:pt x="737702" y="1016389"/>
                  </a:lnTo>
                  <a:lnTo>
                    <a:pt x="736063" y="1013110"/>
                  </a:lnTo>
                  <a:lnTo>
                    <a:pt x="734423" y="1009832"/>
                  </a:lnTo>
                  <a:lnTo>
                    <a:pt x="737702" y="1004914"/>
                  </a:lnTo>
                  <a:lnTo>
                    <a:pt x="737702" y="1001635"/>
                  </a:lnTo>
                  <a:lnTo>
                    <a:pt x="737702" y="998356"/>
                  </a:lnTo>
                  <a:lnTo>
                    <a:pt x="734423" y="995078"/>
                  </a:lnTo>
                  <a:lnTo>
                    <a:pt x="736063" y="990160"/>
                  </a:lnTo>
                  <a:lnTo>
                    <a:pt x="732784" y="991799"/>
                  </a:lnTo>
                  <a:lnTo>
                    <a:pt x="727866" y="990160"/>
                  </a:lnTo>
                  <a:lnTo>
                    <a:pt x="724587" y="991799"/>
                  </a:lnTo>
                  <a:lnTo>
                    <a:pt x="721308" y="990160"/>
                  </a:lnTo>
                  <a:lnTo>
                    <a:pt x="721308" y="986881"/>
                  </a:lnTo>
                  <a:lnTo>
                    <a:pt x="721308" y="981963"/>
                  </a:lnTo>
                  <a:lnTo>
                    <a:pt x="718029" y="978684"/>
                  </a:lnTo>
                  <a:lnTo>
                    <a:pt x="721308" y="975405"/>
                  </a:lnTo>
                  <a:lnTo>
                    <a:pt x="722948" y="970488"/>
                  </a:lnTo>
                  <a:lnTo>
                    <a:pt x="726226" y="972127"/>
                  </a:lnTo>
                  <a:lnTo>
                    <a:pt x="726226" y="973766"/>
                  </a:lnTo>
                  <a:lnTo>
                    <a:pt x="729505" y="970488"/>
                  </a:lnTo>
                  <a:lnTo>
                    <a:pt x="731145" y="967209"/>
                  </a:lnTo>
                  <a:lnTo>
                    <a:pt x="731145" y="962291"/>
                  </a:lnTo>
                  <a:lnTo>
                    <a:pt x="727866" y="959012"/>
                  </a:lnTo>
                  <a:lnTo>
                    <a:pt x="724587" y="959012"/>
                  </a:lnTo>
                  <a:lnTo>
                    <a:pt x="721308" y="960651"/>
                  </a:lnTo>
                  <a:lnTo>
                    <a:pt x="716390" y="962291"/>
                  </a:lnTo>
                  <a:lnTo>
                    <a:pt x="718029" y="959012"/>
                  </a:lnTo>
                  <a:lnTo>
                    <a:pt x="721308" y="955734"/>
                  </a:lnTo>
                  <a:lnTo>
                    <a:pt x="721308" y="952455"/>
                  </a:lnTo>
                  <a:lnTo>
                    <a:pt x="718029" y="949176"/>
                  </a:lnTo>
                  <a:lnTo>
                    <a:pt x="716390" y="944258"/>
                  </a:lnTo>
                  <a:lnTo>
                    <a:pt x="716390" y="944258"/>
                  </a:lnTo>
                  <a:lnTo>
                    <a:pt x="716390" y="944258"/>
                  </a:lnTo>
                  <a:lnTo>
                    <a:pt x="713112" y="945897"/>
                  </a:lnTo>
                  <a:lnTo>
                    <a:pt x="708194" y="944258"/>
                  </a:lnTo>
                  <a:lnTo>
                    <a:pt x="706555" y="947537"/>
                  </a:lnTo>
                  <a:lnTo>
                    <a:pt x="703276" y="947537"/>
                  </a:lnTo>
                  <a:lnTo>
                    <a:pt x="698358" y="947537"/>
                  </a:lnTo>
                  <a:lnTo>
                    <a:pt x="695079" y="945897"/>
                  </a:lnTo>
                  <a:lnTo>
                    <a:pt x="691800" y="944258"/>
                  </a:lnTo>
                  <a:lnTo>
                    <a:pt x="688521" y="939340"/>
                  </a:lnTo>
                  <a:lnTo>
                    <a:pt x="686883" y="937701"/>
                  </a:lnTo>
                  <a:lnTo>
                    <a:pt x="683604" y="937701"/>
                  </a:lnTo>
                  <a:lnTo>
                    <a:pt x="680325" y="936061"/>
                  </a:lnTo>
                  <a:lnTo>
                    <a:pt x="675407" y="937701"/>
                  </a:lnTo>
                  <a:lnTo>
                    <a:pt x="673768" y="940980"/>
                  </a:lnTo>
                  <a:lnTo>
                    <a:pt x="670489" y="939340"/>
                  </a:lnTo>
                  <a:lnTo>
                    <a:pt x="665571" y="940980"/>
                  </a:lnTo>
                  <a:lnTo>
                    <a:pt x="662292" y="937701"/>
                  </a:lnTo>
                  <a:lnTo>
                    <a:pt x="660653" y="934422"/>
                  </a:lnTo>
                  <a:lnTo>
                    <a:pt x="657375" y="931144"/>
                  </a:lnTo>
                  <a:lnTo>
                    <a:pt x="654096" y="927865"/>
                  </a:lnTo>
                  <a:lnTo>
                    <a:pt x="649178" y="924586"/>
                  </a:lnTo>
                  <a:lnTo>
                    <a:pt x="645899" y="921307"/>
                  </a:lnTo>
                  <a:lnTo>
                    <a:pt x="642620" y="919668"/>
                  </a:lnTo>
                  <a:lnTo>
                    <a:pt x="637702" y="918029"/>
                  </a:lnTo>
                  <a:lnTo>
                    <a:pt x="634424" y="916390"/>
                  </a:lnTo>
                  <a:lnTo>
                    <a:pt x="631145" y="916390"/>
                  </a:lnTo>
                  <a:lnTo>
                    <a:pt x="627866" y="919668"/>
                  </a:lnTo>
                  <a:lnTo>
                    <a:pt x="622948" y="919668"/>
                  </a:lnTo>
                  <a:lnTo>
                    <a:pt x="619669" y="921307"/>
                  </a:lnTo>
                  <a:lnTo>
                    <a:pt x="616391" y="921307"/>
                  </a:lnTo>
                  <a:lnTo>
                    <a:pt x="611472" y="921307"/>
                  </a:lnTo>
                  <a:lnTo>
                    <a:pt x="608195" y="921307"/>
                  </a:lnTo>
                  <a:lnTo>
                    <a:pt x="604916" y="921307"/>
                  </a:lnTo>
                  <a:lnTo>
                    <a:pt x="601637" y="921307"/>
                  </a:lnTo>
                  <a:lnTo>
                    <a:pt x="596719" y="921307"/>
                  </a:lnTo>
                  <a:lnTo>
                    <a:pt x="593440" y="921307"/>
                  </a:lnTo>
                  <a:lnTo>
                    <a:pt x="590161" y="921307"/>
                  </a:lnTo>
                  <a:lnTo>
                    <a:pt x="585243" y="921307"/>
                  </a:lnTo>
                  <a:lnTo>
                    <a:pt x="581965" y="922947"/>
                  </a:lnTo>
                  <a:lnTo>
                    <a:pt x="578686" y="922947"/>
                  </a:lnTo>
                  <a:lnTo>
                    <a:pt x="575408" y="922947"/>
                  </a:lnTo>
                  <a:lnTo>
                    <a:pt x="570489" y="922947"/>
                  </a:lnTo>
                  <a:lnTo>
                    <a:pt x="567211" y="922947"/>
                  </a:lnTo>
                  <a:lnTo>
                    <a:pt x="563932" y="924586"/>
                  </a:lnTo>
                  <a:lnTo>
                    <a:pt x="560653" y="924586"/>
                  </a:lnTo>
                  <a:lnTo>
                    <a:pt x="557375" y="924586"/>
                  </a:lnTo>
                  <a:lnTo>
                    <a:pt x="552457" y="924586"/>
                  </a:lnTo>
                  <a:lnTo>
                    <a:pt x="550818" y="926225"/>
                  </a:lnTo>
                  <a:lnTo>
                    <a:pt x="547539" y="926225"/>
                  </a:lnTo>
                  <a:lnTo>
                    <a:pt x="544260" y="927865"/>
                  </a:lnTo>
                  <a:lnTo>
                    <a:pt x="540981" y="931144"/>
                  </a:lnTo>
                  <a:lnTo>
                    <a:pt x="536063" y="932783"/>
                  </a:lnTo>
                  <a:lnTo>
                    <a:pt x="532784" y="934422"/>
                  </a:lnTo>
                  <a:lnTo>
                    <a:pt x="529506" y="936061"/>
                  </a:lnTo>
                  <a:lnTo>
                    <a:pt x="524588" y="937701"/>
                  </a:lnTo>
                  <a:lnTo>
                    <a:pt x="521309" y="937701"/>
                  </a:lnTo>
                  <a:lnTo>
                    <a:pt x="518031" y="939340"/>
                  </a:lnTo>
                  <a:lnTo>
                    <a:pt x="513112" y="940980"/>
                  </a:lnTo>
                  <a:lnTo>
                    <a:pt x="509834" y="942619"/>
                  </a:lnTo>
                  <a:lnTo>
                    <a:pt x="506555" y="944258"/>
                  </a:lnTo>
                  <a:lnTo>
                    <a:pt x="501638" y="944258"/>
                  </a:lnTo>
                  <a:lnTo>
                    <a:pt x="498359" y="945897"/>
                  </a:lnTo>
                  <a:lnTo>
                    <a:pt x="495080" y="945897"/>
                  </a:lnTo>
                  <a:lnTo>
                    <a:pt x="491801" y="947537"/>
                  </a:lnTo>
                  <a:lnTo>
                    <a:pt x="486883" y="949176"/>
                  </a:lnTo>
                  <a:lnTo>
                    <a:pt x="483604" y="950815"/>
                  </a:lnTo>
                  <a:lnTo>
                    <a:pt x="480325" y="950815"/>
                  </a:lnTo>
                  <a:lnTo>
                    <a:pt x="477048" y="952455"/>
                  </a:lnTo>
                  <a:lnTo>
                    <a:pt x="473769" y="952455"/>
                  </a:lnTo>
                  <a:lnTo>
                    <a:pt x="468851" y="952455"/>
                  </a:lnTo>
                  <a:lnTo>
                    <a:pt x="465572" y="952455"/>
                  </a:lnTo>
                  <a:lnTo>
                    <a:pt x="462293" y="952455"/>
                  </a:lnTo>
                  <a:lnTo>
                    <a:pt x="457375" y="952455"/>
                  </a:lnTo>
                  <a:lnTo>
                    <a:pt x="454096" y="952455"/>
                  </a:lnTo>
                  <a:lnTo>
                    <a:pt x="450818" y="952455"/>
                  </a:lnTo>
                  <a:lnTo>
                    <a:pt x="445900" y="952455"/>
                  </a:lnTo>
                  <a:lnTo>
                    <a:pt x="442621" y="950815"/>
                  </a:lnTo>
                  <a:lnTo>
                    <a:pt x="439342" y="949176"/>
                  </a:lnTo>
                  <a:lnTo>
                    <a:pt x="434424" y="952455"/>
                  </a:lnTo>
                  <a:lnTo>
                    <a:pt x="432785" y="950815"/>
                  </a:lnTo>
                  <a:lnTo>
                    <a:pt x="427868" y="952455"/>
                  </a:lnTo>
                  <a:lnTo>
                    <a:pt x="424589" y="954094"/>
                  </a:lnTo>
                  <a:lnTo>
                    <a:pt x="421310" y="955734"/>
                  </a:lnTo>
                  <a:lnTo>
                    <a:pt x="418031" y="959012"/>
                  </a:lnTo>
                  <a:lnTo>
                    <a:pt x="413113" y="960651"/>
                  </a:lnTo>
                  <a:lnTo>
                    <a:pt x="409834" y="963930"/>
                  </a:lnTo>
                  <a:lnTo>
                    <a:pt x="406555" y="965570"/>
                  </a:lnTo>
                  <a:lnTo>
                    <a:pt x="401638" y="965570"/>
                  </a:lnTo>
                  <a:lnTo>
                    <a:pt x="398359" y="967209"/>
                  </a:lnTo>
                  <a:lnTo>
                    <a:pt x="395081" y="968848"/>
                  </a:lnTo>
                  <a:lnTo>
                    <a:pt x="391802" y="970488"/>
                  </a:lnTo>
                  <a:lnTo>
                    <a:pt x="386884" y="972127"/>
                  </a:lnTo>
                  <a:lnTo>
                    <a:pt x="383605" y="975405"/>
                  </a:lnTo>
                  <a:lnTo>
                    <a:pt x="380326" y="977045"/>
                  </a:lnTo>
                  <a:lnTo>
                    <a:pt x="377047" y="978684"/>
                  </a:lnTo>
                  <a:lnTo>
                    <a:pt x="372130" y="980324"/>
                  </a:lnTo>
                  <a:lnTo>
                    <a:pt x="368851" y="980324"/>
                  </a:lnTo>
                  <a:lnTo>
                    <a:pt x="363933" y="980324"/>
                  </a:lnTo>
                  <a:lnTo>
                    <a:pt x="360654" y="981963"/>
                  </a:lnTo>
                  <a:lnTo>
                    <a:pt x="357375" y="983602"/>
                  </a:lnTo>
                  <a:lnTo>
                    <a:pt x="354097" y="985241"/>
                  </a:lnTo>
                  <a:lnTo>
                    <a:pt x="349179" y="988520"/>
                  </a:lnTo>
                  <a:lnTo>
                    <a:pt x="347540" y="991799"/>
                  </a:lnTo>
                  <a:lnTo>
                    <a:pt x="344261" y="996717"/>
                  </a:lnTo>
                  <a:lnTo>
                    <a:pt x="340982" y="999995"/>
                  </a:lnTo>
                  <a:lnTo>
                    <a:pt x="339343" y="1004914"/>
                  </a:lnTo>
                  <a:lnTo>
                    <a:pt x="337704" y="1008192"/>
                  </a:lnTo>
                  <a:lnTo>
                    <a:pt x="332785" y="1009832"/>
                  </a:lnTo>
                  <a:lnTo>
                    <a:pt x="329507" y="1013110"/>
                  </a:lnTo>
                  <a:lnTo>
                    <a:pt x="326228" y="1016389"/>
                  </a:lnTo>
                  <a:lnTo>
                    <a:pt x="322950" y="1019668"/>
                  </a:lnTo>
                  <a:lnTo>
                    <a:pt x="318032" y="1022947"/>
                  </a:lnTo>
                  <a:lnTo>
                    <a:pt x="314753" y="1024585"/>
                  </a:lnTo>
                  <a:lnTo>
                    <a:pt x="311474" y="1022947"/>
                  </a:lnTo>
                  <a:lnTo>
                    <a:pt x="308195" y="1024585"/>
                  </a:lnTo>
                  <a:lnTo>
                    <a:pt x="303277" y="1026225"/>
                  </a:lnTo>
                  <a:lnTo>
                    <a:pt x="299998" y="1027864"/>
                  </a:lnTo>
                  <a:lnTo>
                    <a:pt x="299998" y="1024585"/>
                  </a:lnTo>
                  <a:lnTo>
                    <a:pt x="296721" y="1021307"/>
                  </a:lnTo>
                  <a:lnTo>
                    <a:pt x="293442" y="1022947"/>
                  </a:lnTo>
                  <a:lnTo>
                    <a:pt x="290163" y="1022947"/>
                  </a:lnTo>
                  <a:lnTo>
                    <a:pt x="285245" y="1022947"/>
                  </a:lnTo>
                  <a:lnTo>
                    <a:pt x="281966" y="1022947"/>
                  </a:lnTo>
                  <a:lnTo>
                    <a:pt x="278687" y="1024585"/>
                  </a:lnTo>
                  <a:lnTo>
                    <a:pt x="273769" y="1022947"/>
                  </a:lnTo>
                  <a:lnTo>
                    <a:pt x="270491" y="1024585"/>
                  </a:lnTo>
                  <a:lnTo>
                    <a:pt x="267212" y="1027864"/>
                  </a:lnTo>
                  <a:lnTo>
                    <a:pt x="263934" y="1027864"/>
                  </a:lnTo>
                  <a:lnTo>
                    <a:pt x="262294" y="1024585"/>
                  </a:lnTo>
                  <a:lnTo>
                    <a:pt x="262294" y="1021307"/>
                  </a:lnTo>
                  <a:lnTo>
                    <a:pt x="257376" y="1019668"/>
                  </a:lnTo>
                  <a:lnTo>
                    <a:pt x="254097" y="1022947"/>
                  </a:lnTo>
                  <a:lnTo>
                    <a:pt x="250818" y="1021307"/>
                  </a:lnTo>
                  <a:lnTo>
                    <a:pt x="247540" y="1022947"/>
                  </a:lnTo>
                  <a:lnTo>
                    <a:pt x="244262" y="1019668"/>
                  </a:lnTo>
                  <a:lnTo>
                    <a:pt x="239344" y="1019668"/>
                  </a:lnTo>
                  <a:lnTo>
                    <a:pt x="236065" y="1019668"/>
                  </a:lnTo>
                  <a:lnTo>
                    <a:pt x="231147" y="1019668"/>
                  </a:lnTo>
                  <a:lnTo>
                    <a:pt x="227868" y="1021307"/>
                  </a:lnTo>
                  <a:lnTo>
                    <a:pt x="224589" y="1021307"/>
                  </a:lnTo>
                  <a:lnTo>
                    <a:pt x="221310" y="1021307"/>
                  </a:lnTo>
                  <a:lnTo>
                    <a:pt x="216393" y="1021307"/>
                  </a:lnTo>
                  <a:lnTo>
                    <a:pt x="213114" y="1022947"/>
                  </a:lnTo>
                  <a:lnTo>
                    <a:pt x="209835" y="1022947"/>
                  </a:lnTo>
                  <a:lnTo>
                    <a:pt x="206557" y="1024585"/>
                  </a:lnTo>
                  <a:lnTo>
                    <a:pt x="201638" y="1026225"/>
                  </a:lnTo>
                  <a:lnTo>
                    <a:pt x="198360" y="1026225"/>
                  </a:lnTo>
                  <a:lnTo>
                    <a:pt x="195081" y="1024585"/>
                  </a:lnTo>
                  <a:lnTo>
                    <a:pt x="190164" y="1024585"/>
                  </a:lnTo>
                  <a:lnTo>
                    <a:pt x="186885" y="1024585"/>
                  </a:lnTo>
                  <a:lnTo>
                    <a:pt x="186885" y="1024585"/>
                  </a:lnTo>
                  <a:lnTo>
                    <a:pt x="183606" y="1026225"/>
                  </a:lnTo>
                  <a:lnTo>
                    <a:pt x="178688" y="1026225"/>
                  </a:lnTo>
                  <a:lnTo>
                    <a:pt x="175409" y="1029504"/>
                  </a:lnTo>
                  <a:lnTo>
                    <a:pt x="170491" y="1031143"/>
                  </a:lnTo>
                  <a:lnTo>
                    <a:pt x="167213" y="1032782"/>
                  </a:lnTo>
                  <a:lnTo>
                    <a:pt x="163934" y="1037700"/>
                  </a:lnTo>
                  <a:lnTo>
                    <a:pt x="160655" y="1040979"/>
                  </a:lnTo>
                  <a:lnTo>
                    <a:pt x="160655" y="1044258"/>
                  </a:lnTo>
                  <a:lnTo>
                    <a:pt x="157377" y="1044258"/>
                  </a:lnTo>
                  <a:lnTo>
                    <a:pt x="155737" y="1047537"/>
                  </a:lnTo>
                  <a:lnTo>
                    <a:pt x="152458" y="1047537"/>
                  </a:lnTo>
                  <a:lnTo>
                    <a:pt x="147540" y="1050815"/>
                  </a:lnTo>
                  <a:lnTo>
                    <a:pt x="144261" y="1047537"/>
                  </a:lnTo>
                  <a:lnTo>
                    <a:pt x="140984" y="1047537"/>
                  </a:lnTo>
                  <a:lnTo>
                    <a:pt x="137705" y="1047537"/>
                  </a:lnTo>
                  <a:lnTo>
                    <a:pt x="132787" y="1050815"/>
                  </a:lnTo>
                  <a:lnTo>
                    <a:pt x="129508" y="1052454"/>
                  </a:lnTo>
                  <a:lnTo>
                    <a:pt x="126229" y="1055733"/>
                  </a:lnTo>
                  <a:lnTo>
                    <a:pt x="122950" y="1057372"/>
                  </a:lnTo>
                  <a:lnTo>
                    <a:pt x="119671" y="1059012"/>
                  </a:lnTo>
                  <a:lnTo>
                    <a:pt x="116394" y="1060651"/>
                  </a:lnTo>
                  <a:lnTo>
                    <a:pt x="113115" y="1065569"/>
                  </a:lnTo>
                  <a:lnTo>
                    <a:pt x="109836" y="1067208"/>
                  </a:lnTo>
                  <a:lnTo>
                    <a:pt x="104918" y="1068848"/>
                  </a:lnTo>
                  <a:lnTo>
                    <a:pt x="103278" y="1072127"/>
                  </a:lnTo>
                  <a:lnTo>
                    <a:pt x="100000" y="1072127"/>
                  </a:lnTo>
                  <a:lnTo>
                    <a:pt x="96721" y="1072127"/>
                  </a:lnTo>
                  <a:lnTo>
                    <a:pt x="91803" y="1072127"/>
                  </a:lnTo>
                  <a:lnTo>
                    <a:pt x="90164" y="1072127"/>
                  </a:lnTo>
                  <a:lnTo>
                    <a:pt x="93442" y="1075405"/>
                  </a:lnTo>
                  <a:lnTo>
                    <a:pt x="90164" y="1077044"/>
                  </a:lnTo>
                  <a:lnTo>
                    <a:pt x="88525" y="1075405"/>
                  </a:lnTo>
                  <a:lnTo>
                    <a:pt x="85246" y="1073766"/>
                  </a:lnTo>
                  <a:lnTo>
                    <a:pt x="81967" y="1075405"/>
                  </a:lnTo>
                  <a:lnTo>
                    <a:pt x="78688" y="1075405"/>
                  </a:lnTo>
                  <a:lnTo>
                    <a:pt x="73770" y="1073766"/>
                  </a:lnTo>
                  <a:lnTo>
                    <a:pt x="70491" y="1073766"/>
                  </a:lnTo>
                  <a:lnTo>
                    <a:pt x="67213" y="1072127"/>
                  </a:lnTo>
                  <a:lnTo>
                    <a:pt x="62295" y="1073766"/>
                  </a:lnTo>
                  <a:lnTo>
                    <a:pt x="59017" y="1072127"/>
                  </a:lnTo>
                  <a:lnTo>
                    <a:pt x="55738" y="1073766"/>
                  </a:lnTo>
                  <a:lnTo>
                    <a:pt x="52459" y="1072127"/>
                  </a:lnTo>
                  <a:lnTo>
                    <a:pt x="49180" y="1072127"/>
                  </a:lnTo>
                  <a:lnTo>
                    <a:pt x="44262" y="1072127"/>
                  </a:lnTo>
                  <a:lnTo>
                    <a:pt x="40983" y="1072127"/>
                  </a:lnTo>
                  <a:lnTo>
                    <a:pt x="42623" y="1068848"/>
                  </a:lnTo>
                  <a:lnTo>
                    <a:pt x="37705" y="1068848"/>
                  </a:lnTo>
                  <a:lnTo>
                    <a:pt x="34427" y="1065569"/>
                  </a:lnTo>
                  <a:lnTo>
                    <a:pt x="31148" y="1065569"/>
                  </a:lnTo>
                  <a:lnTo>
                    <a:pt x="26230" y="1063930"/>
                  </a:lnTo>
                  <a:lnTo>
                    <a:pt x="26230" y="1060651"/>
                  </a:lnTo>
                  <a:lnTo>
                    <a:pt x="24590" y="1057372"/>
                  </a:lnTo>
                  <a:lnTo>
                    <a:pt x="22951" y="1052454"/>
                  </a:lnTo>
                  <a:lnTo>
                    <a:pt x="19672" y="1049176"/>
                  </a:lnTo>
                  <a:lnTo>
                    <a:pt x="16393" y="1045897"/>
                  </a:lnTo>
                  <a:lnTo>
                    <a:pt x="13114" y="1042618"/>
                  </a:lnTo>
                  <a:lnTo>
                    <a:pt x="9837" y="1040979"/>
                  </a:lnTo>
                  <a:lnTo>
                    <a:pt x="4918" y="1040979"/>
                  </a:lnTo>
                  <a:lnTo>
                    <a:pt x="1640" y="1044258"/>
                  </a:lnTo>
                  <a:lnTo>
                    <a:pt x="0" y="1039340"/>
                  </a:lnTo>
                  <a:lnTo>
                    <a:pt x="0" y="1036061"/>
                  </a:lnTo>
                  <a:lnTo>
                    <a:pt x="0" y="1032782"/>
                  </a:lnTo>
                  <a:lnTo>
                    <a:pt x="1640" y="1027864"/>
                  </a:lnTo>
                  <a:lnTo>
                    <a:pt x="3279" y="1024585"/>
                  </a:lnTo>
                  <a:lnTo>
                    <a:pt x="3279" y="1021307"/>
                  </a:lnTo>
                  <a:lnTo>
                    <a:pt x="4918" y="1016389"/>
                  </a:lnTo>
                  <a:lnTo>
                    <a:pt x="6558" y="1013110"/>
                  </a:lnTo>
                  <a:lnTo>
                    <a:pt x="8197" y="1009832"/>
                  </a:lnTo>
                  <a:lnTo>
                    <a:pt x="13114" y="1009832"/>
                  </a:lnTo>
                  <a:lnTo>
                    <a:pt x="16393" y="101147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7" name="Freeform 2816">
              <a:extLst>
                <a:ext uri="{FF2B5EF4-FFF2-40B4-BE49-F238E27FC236}">
                  <a16:creationId xmlns:a16="http://schemas.microsoft.com/office/drawing/2014/main" id="{80A26C0D-45E9-2247-9266-72DEF4897C50}"/>
                </a:ext>
              </a:extLst>
            </p:cNvPr>
            <p:cNvSpPr/>
            <p:nvPr/>
          </p:nvSpPr>
          <p:spPr>
            <a:xfrm>
              <a:off x="10450077" y="4636206"/>
              <a:ext cx="4918" cy="3278"/>
            </a:xfrm>
            <a:custGeom>
              <a:avLst/>
              <a:gdLst>
                <a:gd name="connsiteX0" fmla="*/ 1640 w 4918"/>
                <a:gd name="connsiteY0" fmla="*/ 3279 h 3278"/>
                <a:gd name="connsiteX1" fmla="*/ 0 w 4918"/>
                <a:gd name="connsiteY1" fmla="*/ 0 h 3278"/>
                <a:gd name="connsiteX2" fmla="*/ 4919 w 4918"/>
                <a:gd name="connsiteY2" fmla="*/ 0 h 3278"/>
                <a:gd name="connsiteX3" fmla="*/ 4919 w 491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3278">
                  <a:moveTo>
                    <a:pt x="1640" y="3279"/>
                  </a:moveTo>
                  <a:lnTo>
                    <a:pt x="0" y="0"/>
                  </a:lnTo>
                  <a:lnTo>
                    <a:pt x="4919" y="0"/>
                  </a:lnTo>
                  <a:lnTo>
                    <a:pt x="491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8" name="Freeform 2817">
              <a:extLst>
                <a:ext uri="{FF2B5EF4-FFF2-40B4-BE49-F238E27FC236}">
                  <a16:creationId xmlns:a16="http://schemas.microsoft.com/office/drawing/2014/main" id="{988A3092-2C61-D24E-B2FD-FF6DDAD293C8}"/>
                </a:ext>
              </a:extLst>
            </p:cNvPr>
            <p:cNvSpPr/>
            <p:nvPr/>
          </p:nvSpPr>
          <p:spPr>
            <a:xfrm>
              <a:off x="10454996" y="4636206"/>
              <a:ext cx="16393" cy="16393"/>
            </a:xfrm>
            <a:custGeom>
              <a:avLst/>
              <a:gdLst>
                <a:gd name="connsiteX0" fmla="*/ 0 w 16393"/>
                <a:gd name="connsiteY0" fmla="*/ 0 h 16393"/>
                <a:gd name="connsiteX1" fmla="*/ 0 w 16393"/>
                <a:gd name="connsiteY1" fmla="*/ 0 h 16393"/>
                <a:gd name="connsiteX2" fmla="*/ 0 w 16393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163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9" name="Freeform 2818">
              <a:extLst>
                <a:ext uri="{FF2B5EF4-FFF2-40B4-BE49-F238E27FC236}">
                  <a16:creationId xmlns:a16="http://schemas.microsoft.com/office/drawing/2014/main" id="{F00B032B-FF40-A240-989F-452B3683A745}"/>
                </a:ext>
              </a:extLst>
            </p:cNvPr>
            <p:cNvSpPr/>
            <p:nvPr/>
          </p:nvSpPr>
          <p:spPr>
            <a:xfrm>
              <a:off x="10535323" y="1539499"/>
              <a:ext cx="31147" cy="29508"/>
            </a:xfrm>
            <a:custGeom>
              <a:avLst/>
              <a:gdLst>
                <a:gd name="connsiteX0" fmla="*/ 8197 w 31147"/>
                <a:gd name="connsiteY0" fmla="*/ 27869 h 29508"/>
                <a:gd name="connsiteX1" fmla="*/ 11476 w 31147"/>
                <a:gd name="connsiteY1" fmla="*/ 29508 h 29508"/>
                <a:gd name="connsiteX2" fmla="*/ 14754 w 31147"/>
                <a:gd name="connsiteY2" fmla="*/ 26229 h 29508"/>
                <a:gd name="connsiteX3" fmla="*/ 16393 w 31147"/>
                <a:gd name="connsiteY3" fmla="*/ 21311 h 29508"/>
                <a:gd name="connsiteX4" fmla="*/ 19672 w 31147"/>
                <a:gd name="connsiteY4" fmla="*/ 19672 h 29508"/>
                <a:gd name="connsiteX5" fmla="*/ 22951 w 31147"/>
                <a:gd name="connsiteY5" fmla="*/ 16393 h 29508"/>
                <a:gd name="connsiteX6" fmla="*/ 26230 w 31147"/>
                <a:gd name="connsiteY6" fmla="*/ 14754 h 29508"/>
                <a:gd name="connsiteX7" fmla="*/ 31148 w 31147"/>
                <a:gd name="connsiteY7" fmla="*/ 14754 h 29508"/>
                <a:gd name="connsiteX8" fmla="*/ 29508 w 31147"/>
                <a:gd name="connsiteY8" fmla="*/ 9836 h 29508"/>
                <a:gd name="connsiteX9" fmla="*/ 26230 w 31147"/>
                <a:gd name="connsiteY9" fmla="*/ 6557 h 29508"/>
                <a:gd name="connsiteX10" fmla="*/ 22951 w 31147"/>
                <a:gd name="connsiteY10" fmla="*/ 4918 h 29508"/>
                <a:gd name="connsiteX11" fmla="*/ 18033 w 31147"/>
                <a:gd name="connsiteY11" fmla="*/ 1639 h 29508"/>
                <a:gd name="connsiteX12" fmla="*/ 14754 w 31147"/>
                <a:gd name="connsiteY12" fmla="*/ 0 h 29508"/>
                <a:gd name="connsiteX13" fmla="*/ 11476 w 31147"/>
                <a:gd name="connsiteY13" fmla="*/ 3279 h 29508"/>
                <a:gd name="connsiteX14" fmla="*/ 8197 w 31147"/>
                <a:gd name="connsiteY14" fmla="*/ 6557 h 29508"/>
                <a:gd name="connsiteX15" fmla="*/ 4918 w 31147"/>
                <a:gd name="connsiteY15" fmla="*/ 8197 h 29508"/>
                <a:gd name="connsiteX16" fmla="*/ 0 w 31147"/>
                <a:gd name="connsiteY16" fmla="*/ 8197 h 29508"/>
                <a:gd name="connsiteX17" fmla="*/ 3279 w 31147"/>
                <a:gd name="connsiteY17" fmla="*/ 8197 h 29508"/>
                <a:gd name="connsiteX18" fmla="*/ 4918 w 31147"/>
                <a:gd name="connsiteY18" fmla="*/ 13115 h 29508"/>
                <a:gd name="connsiteX19" fmla="*/ 8197 w 31147"/>
                <a:gd name="connsiteY19" fmla="*/ 16393 h 29508"/>
                <a:gd name="connsiteX20" fmla="*/ 9837 w 31147"/>
                <a:gd name="connsiteY20" fmla="*/ 19672 h 29508"/>
                <a:gd name="connsiteX21" fmla="*/ 9837 w 31147"/>
                <a:gd name="connsiteY21" fmla="*/ 24590 h 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147" h="29508">
                  <a:moveTo>
                    <a:pt x="8197" y="27869"/>
                  </a:moveTo>
                  <a:lnTo>
                    <a:pt x="11476" y="29508"/>
                  </a:lnTo>
                  <a:lnTo>
                    <a:pt x="14754" y="26229"/>
                  </a:lnTo>
                  <a:lnTo>
                    <a:pt x="16393" y="21311"/>
                  </a:lnTo>
                  <a:lnTo>
                    <a:pt x="19672" y="19672"/>
                  </a:lnTo>
                  <a:lnTo>
                    <a:pt x="22951" y="16393"/>
                  </a:lnTo>
                  <a:lnTo>
                    <a:pt x="26230" y="14754"/>
                  </a:lnTo>
                  <a:lnTo>
                    <a:pt x="31148" y="14754"/>
                  </a:lnTo>
                  <a:lnTo>
                    <a:pt x="29508" y="9836"/>
                  </a:lnTo>
                  <a:lnTo>
                    <a:pt x="26230" y="6557"/>
                  </a:lnTo>
                  <a:lnTo>
                    <a:pt x="22951" y="4918"/>
                  </a:lnTo>
                  <a:lnTo>
                    <a:pt x="18033" y="1639"/>
                  </a:lnTo>
                  <a:lnTo>
                    <a:pt x="14754" y="0"/>
                  </a:lnTo>
                  <a:lnTo>
                    <a:pt x="11476" y="3279"/>
                  </a:lnTo>
                  <a:lnTo>
                    <a:pt x="8197" y="6557"/>
                  </a:lnTo>
                  <a:lnTo>
                    <a:pt x="4918" y="8197"/>
                  </a:lnTo>
                  <a:lnTo>
                    <a:pt x="0" y="8197"/>
                  </a:lnTo>
                  <a:lnTo>
                    <a:pt x="3279" y="8197"/>
                  </a:lnTo>
                  <a:lnTo>
                    <a:pt x="4918" y="13115"/>
                  </a:lnTo>
                  <a:lnTo>
                    <a:pt x="8197" y="16393"/>
                  </a:lnTo>
                  <a:lnTo>
                    <a:pt x="9837" y="19672"/>
                  </a:lnTo>
                  <a:lnTo>
                    <a:pt x="9837" y="2459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0" name="Freeform 2819">
              <a:extLst>
                <a:ext uri="{FF2B5EF4-FFF2-40B4-BE49-F238E27FC236}">
                  <a16:creationId xmlns:a16="http://schemas.microsoft.com/office/drawing/2014/main" id="{11A2E099-EE66-0041-865B-AA59AC72669F}"/>
                </a:ext>
              </a:extLst>
            </p:cNvPr>
            <p:cNvSpPr/>
            <p:nvPr/>
          </p:nvSpPr>
          <p:spPr>
            <a:xfrm>
              <a:off x="10761551" y="1698515"/>
              <a:ext cx="50820" cy="27868"/>
            </a:xfrm>
            <a:custGeom>
              <a:avLst/>
              <a:gdLst>
                <a:gd name="connsiteX0" fmla="*/ 11476 w 50820"/>
                <a:gd name="connsiteY0" fmla="*/ 1639 h 27868"/>
                <a:gd name="connsiteX1" fmla="*/ 6558 w 50820"/>
                <a:gd name="connsiteY1" fmla="*/ 1639 h 27868"/>
                <a:gd name="connsiteX2" fmla="*/ 3279 w 50820"/>
                <a:gd name="connsiteY2" fmla="*/ 0 h 27868"/>
                <a:gd name="connsiteX3" fmla="*/ 0 w 50820"/>
                <a:gd name="connsiteY3" fmla="*/ 1639 h 27868"/>
                <a:gd name="connsiteX4" fmla="*/ 3279 w 50820"/>
                <a:gd name="connsiteY4" fmla="*/ 4918 h 27868"/>
                <a:gd name="connsiteX5" fmla="*/ 6558 w 50820"/>
                <a:gd name="connsiteY5" fmla="*/ 6557 h 27868"/>
                <a:gd name="connsiteX6" fmla="*/ 11476 w 50820"/>
                <a:gd name="connsiteY6" fmla="*/ 8197 h 27868"/>
                <a:gd name="connsiteX7" fmla="*/ 14754 w 50820"/>
                <a:gd name="connsiteY7" fmla="*/ 9836 h 27868"/>
                <a:gd name="connsiteX8" fmla="*/ 19672 w 50820"/>
                <a:gd name="connsiteY8" fmla="*/ 13114 h 27868"/>
                <a:gd name="connsiteX9" fmla="*/ 22951 w 50820"/>
                <a:gd name="connsiteY9" fmla="*/ 16393 h 27868"/>
                <a:gd name="connsiteX10" fmla="*/ 27869 w 50820"/>
                <a:gd name="connsiteY10" fmla="*/ 18033 h 27868"/>
                <a:gd name="connsiteX11" fmla="*/ 31148 w 50820"/>
                <a:gd name="connsiteY11" fmla="*/ 19672 h 27868"/>
                <a:gd name="connsiteX12" fmla="*/ 34427 w 50820"/>
                <a:gd name="connsiteY12" fmla="*/ 21311 h 27868"/>
                <a:gd name="connsiteX13" fmla="*/ 39344 w 50820"/>
                <a:gd name="connsiteY13" fmla="*/ 21311 h 27868"/>
                <a:gd name="connsiteX14" fmla="*/ 42623 w 50820"/>
                <a:gd name="connsiteY14" fmla="*/ 24590 h 27868"/>
                <a:gd name="connsiteX15" fmla="*/ 45902 w 50820"/>
                <a:gd name="connsiteY15" fmla="*/ 26229 h 27868"/>
                <a:gd name="connsiteX16" fmla="*/ 50820 w 50820"/>
                <a:gd name="connsiteY16" fmla="*/ 27869 h 27868"/>
                <a:gd name="connsiteX17" fmla="*/ 47541 w 50820"/>
                <a:gd name="connsiteY17" fmla="*/ 24590 h 27868"/>
                <a:gd name="connsiteX18" fmla="*/ 42623 w 50820"/>
                <a:gd name="connsiteY18" fmla="*/ 19672 h 27868"/>
                <a:gd name="connsiteX19" fmla="*/ 39344 w 50820"/>
                <a:gd name="connsiteY19" fmla="*/ 18033 h 27868"/>
                <a:gd name="connsiteX20" fmla="*/ 36066 w 50820"/>
                <a:gd name="connsiteY20" fmla="*/ 18033 h 27868"/>
                <a:gd name="connsiteX21" fmla="*/ 31148 w 50820"/>
                <a:gd name="connsiteY21" fmla="*/ 16393 h 27868"/>
                <a:gd name="connsiteX22" fmla="*/ 27869 w 50820"/>
                <a:gd name="connsiteY22" fmla="*/ 13114 h 27868"/>
                <a:gd name="connsiteX23" fmla="*/ 24590 w 50820"/>
                <a:gd name="connsiteY23" fmla="*/ 11475 h 27868"/>
                <a:gd name="connsiteX24" fmla="*/ 19672 w 50820"/>
                <a:gd name="connsiteY24" fmla="*/ 9836 h 27868"/>
                <a:gd name="connsiteX25" fmla="*/ 16393 w 50820"/>
                <a:gd name="connsiteY25" fmla="*/ 6557 h 27868"/>
                <a:gd name="connsiteX26" fmla="*/ 13115 w 50820"/>
                <a:gd name="connsiteY26" fmla="*/ 3279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0820" h="27868">
                  <a:moveTo>
                    <a:pt x="11476" y="1639"/>
                  </a:moveTo>
                  <a:lnTo>
                    <a:pt x="6558" y="163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4918"/>
                  </a:lnTo>
                  <a:lnTo>
                    <a:pt x="6558" y="6557"/>
                  </a:lnTo>
                  <a:lnTo>
                    <a:pt x="11476" y="8197"/>
                  </a:lnTo>
                  <a:lnTo>
                    <a:pt x="14754" y="9836"/>
                  </a:lnTo>
                  <a:lnTo>
                    <a:pt x="19672" y="13114"/>
                  </a:lnTo>
                  <a:lnTo>
                    <a:pt x="22951" y="16393"/>
                  </a:lnTo>
                  <a:lnTo>
                    <a:pt x="27869" y="18033"/>
                  </a:lnTo>
                  <a:lnTo>
                    <a:pt x="31148" y="19672"/>
                  </a:lnTo>
                  <a:lnTo>
                    <a:pt x="34427" y="21311"/>
                  </a:lnTo>
                  <a:lnTo>
                    <a:pt x="39344" y="21311"/>
                  </a:lnTo>
                  <a:lnTo>
                    <a:pt x="42623" y="24590"/>
                  </a:lnTo>
                  <a:lnTo>
                    <a:pt x="45902" y="26229"/>
                  </a:lnTo>
                  <a:lnTo>
                    <a:pt x="50820" y="27869"/>
                  </a:lnTo>
                  <a:lnTo>
                    <a:pt x="47541" y="24590"/>
                  </a:lnTo>
                  <a:lnTo>
                    <a:pt x="42623" y="19672"/>
                  </a:lnTo>
                  <a:lnTo>
                    <a:pt x="39344" y="18033"/>
                  </a:lnTo>
                  <a:lnTo>
                    <a:pt x="36066" y="18033"/>
                  </a:lnTo>
                  <a:lnTo>
                    <a:pt x="31148" y="16393"/>
                  </a:lnTo>
                  <a:lnTo>
                    <a:pt x="27869" y="13114"/>
                  </a:lnTo>
                  <a:lnTo>
                    <a:pt x="24590" y="11475"/>
                  </a:lnTo>
                  <a:lnTo>
                    <a:pt x="19672" y="9836"/>
                  </a:lnTo>
                  <a:lnTo>
                    <a:pt x="16393" y="6557"/>
                  </a:lnTo>
                  <a:lnTo>
                    <a:pt x="13115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1" name="Freeform 2820">
              <a:extLst>
                <a:ext uri="{FF2B5EF4-FFF2-40B4-BE49-F238E27FC236}">
                  <a16:creationId xmlns:a16="http://schemas.microsoft.com/office/drawing/2014/main" id="{B606574D-35EE-AF4F-9695-5FC68297916C}"/>
                </a:ext>
              </a:extLst>
            </p:cNvPr>
            <p:cNvSpPr/>
            <p:nvPr/>
          </p:nvSpPr>
          <p:spPr>
            <a:xfrm>
              <a:off x="10830404" y="1718187"/>
              <a:ext cx="36065" cy="14753"/>
            </a:xfrm>
            <a:custGeom>
              <a:avLst/>
              <a:gdLst>
                <a:gd name="connsiteX0" fmla="*/ 0 w 36065"/>
                <a:gd name="connsiteY0" fmla="*/ 0 h 14753"/>
                <a:gd name="connsiteX1" fmla="*/ 3279 w 36065"/>
                <a:gd name="connsiteY1" fmla="*/ 3279 h 14753"/>
                <a:gd name="connsiteX2" fmla="*/ 8197 w 36065"/>
                <a:gd name="connsiteY2" fmla="*/ 4918 h 14753"/>
                <a:gd name="connsiteX3" fmla="*/ 11476 w 36065"/>
                <a:gd name="connsiteY3" fmla="*/ 6557 h 14753"/>
                <a:gd name="connsiteX4" fmla="*/ 16393 w 36065"/>
                <a:gd name="connsiteY4" fmla="*/ 8197 h 14753"/>
                <a:gd name="connsiteX5" fmla="*/ 19672 w 36065"/>
                <a:gd name="connsiteY5" fmla="*/ 9836 h 14753"/>
                <a:gd name="connsiteX6" fmla="*/ 22951 w 36065"/>
                <a:gd name="connsiteY6" fmla="*/ 11475 h 14753"/>
                <a:gd name="connsiteX7" fmla="*/ 27869 w 36065"/>
                <a:gd name="connsiteY7" fmla="*/ 11475 h 14753"/>
                <a:gd name="connsiteX8" fmla="*/ 31148 w 36065"/>
                <a:gd name="connsiteY8" fmla="*/ 14754 h 14753"/>
                <a:gd name="connsiteX9" fmla="*/ 36066 w 36065"/>
                <a:gd name="connsiteY9" fmla="*/ 14754 h 14753"/>
                <a:gd name="connsiteX10" fmla="*/ 31148 w 36065"/>
                <a:gd name="connsiteY10" fmla="*/ 13115 h 14753"/>
                <a:gd name="connsiteX11" fmla="*/ 27869 w 36065"/>
                <a:gd name="connsiteY11" fmla="*/ 11475 h 14753"/>
                <a:gd name="connsiteX12" fmla="*/ 24590 w 36065"/>
                <a:gd name="connsiteY12" fmla="*/ 9836 h 14753"/>
                <a:gd name="connsiteX13" fmla="*/ 19672 w 36065"/>
                <a:gd name="connsiteY13" fmla="*/ 8197 h 14753"/>
                <a:gd name="connsiteX14" fmla="*/ 16393 w 36065"/>
                <a:gd name="connsiteY14" fmla="*/ 6557 h 14753"/>
                <a:gd name="connsiteX15" fmla="*/ 13114 w 36065"/>
                <a:gd name="connsiteY15" fmla="*/ 4918 h 14753"/>
                <a:gd name="connsiteX16" fmla="*/ 8197 w 36065"/>
                <a:gd name="connsiteY16" fmla="*/ 3279 h 14753"/>
                <a:gd name="connsiteX17" fmla="*/ 4918 w 36065"/>
                <a:gd name="connsiteY17" fmla="*/ 1639 h 14753"/>
                <a:gd name="connsiteX18" fmla="*/ 0 w 36065"/>
                <a:gd name="connsiteY18" fmla="*/ 0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6065" h="14753">
                  <a:moveTo>
                    <a:pt x="0" y="0"/>
                  </a:moveTo>
                  <a:lnTo>
                    <a:pt x="3279" y="3279"/>
                  </a:lnTo>
                  <a:lnTo>
                    <a:pt x="8197" y="4918"/>
                  </a:lnTo>
                  <a:lnTo>
                    <a:pt x="11476" y="6557"/>
                  </a:lnTo>
                  <a:lnTo>
                    <a:pt x="16393" y="8197"/>
                  </a:lnTo>
                  <a:lnTo>
                    <a:pt x="19672" y="9836"/>
                  </a:lnTo>
                  <a:lnTo>
                    <a:pt x="22951" y="11475"/>
                  </a:lnTo>
                  <a:lnTo>
                    <a:pt x="27869" y="11475"/>
                  </a:lnTo>
                  <a:lnTo>
                    <a:pt x="31148" y="14754"/>
                  </a:lnTo>
                  <a:lnTo>
                    <a:pt x="36066" y="14754"/>
                  </a:lnTo>
                  <a:lnTo>
                    <a:pt x="31148" y="13115"/>
                  </a:lnTo>
                  <a:lnTo>
                    <a:pt x="27869" y="11475"/>
                  </a:lnTo>
                  <a:lnTo>
                    <a:pt x="24590" y="9836"/>
                  </a:lnTo>
                  <a:lnTo>
                    <a:pt x="19672" y="8197"/>
                  </a:lnTo>
                  <a:lnTo>
                    <a:pt x="16393" y="6557"/>
                  </a:lnTo>
                  <a:lnTo>
                    <a:pt x="13114" y="4918"/>
                  </a:lnTo>
                  <a:lnTo>
                    <a:pt x="8197" y="3279"/>
                  </a:lnTo>
                  <a:lnTo>
                    <a:pt x="4918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2" name="Freeform 2821">
              <a:extLst>
                <a:ext uri="{FF2B5EF4-FFF2-40B4-BE49-F238E27FC236}">
                  <a16:creationId xmlns:a16="http://schemas.microsoft.com/office/drawing/2014/main" id="{7D5E99E6-635E-A140-B8FC-37E98785532C}"/>
                </a:ext>
              </a:extLst>
            </p:cNvPr>
            <p:cNvSpPr/>
            <p:nvPr/>
          </p:nvSpPr>
          <p:spPr>
            <a:xfrm>
              <a:off x="10964830" y="1314910"/>
              <a:ext cx="13114" cy="6557"/>
            </a:xfrm>
            <a:custGeom>
              <a:avLst/>
              <a:gdLst>
                <a:gd name="connsiteX0" fmla="*/ 0 w 13114"/>
                <a:gd name="connsiteY0" fmla="*/ 4918 h 6557"/>
                <a:gd name="connsiteX1" fmla="*/ 4918 w 13114"/>
                <a:gd name="connsiteY1" fmla="*/ 6557 h 6557"/>
                <a:gd name="connsiteX2" fmla="*/ 8197 w 13114"/>
                <a:gd name="connsiteY2" fmla="*/ 4918 h 6557"/>
                <a:gd name="connsiteX3" fmla="*/ 13114 w 13114"/>
                <a:gd name="connsiteY3" fmla="*/ 3279 h 6557"/>
                <a:gd name="connsiteX4" fmla="*/ 8197 w 13114"/>
                <a:gd name="connsiteY4" fmla="*/ 1639 h 6557"/>
                <a:gd name="connsiteX5" fmla="*/ 4918 w 13114"/>
                <a:gd name="connsiteY5" fmla="*/ 0 h 6557"/>
                <a:gd name="connsiteX6" fmla="*/ 0 w 13114"/>
                <a:gd name="connsiteY6" fmla="*/ 0 h 6557"/>
                <a:gd name="connsiteX7" fmla="*/ 0 w 13114"/>
                <a:gd name="connsiteY7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4" h="6557">
                  <a:moveTo>
                    <a:pt x="0" y="4918"/>
                  </a:moveTo>
                  <a:lnTo>
                    <a:pt x="4918" y="6557"/>
                  </a:lnTo>
                  <a:lnTo>
                    <a:pt x="8197" y="4918"/>
                  </a:lnTo>
                  <a:lnTo>
                    <a:pt x="13114" y="3279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3" name="Freeform 2822">
              <a:extLst>
                <a:ext uri="{FF2B5EF4-FFF2-40B4-BE49-F238E27FC236}">
                  <a16:creationId xmlns:a16="http://schemas.microsoft.com/office/drawing/2014/main" id="{4E86A3A3-4338-0948-B2A7-EC296252F102}"/>
                </a:ext>
              </a:extLst>
            </p:cNvPr>
            <p:cNvSpPr/>
            <p:nvPr/>
          </p:nvSpPr>
          <p:spPr>
            <a:xfrm>
              <a:off x="10966469" y="1323106"/>
              <a:ext cx="8196" cy="1639"/>
            </a:xfrm>
            <a:custGeom>
              <a:avLst/>
              <a:gdLst>
                <a:gd name="connsiteX0" fmla="*/ 0 w 8196"/>
                <a:gd name="connsiteY0" fmla="*/ 0 h 1639"/>
                <a:gd name="connsiteX1" fmla="*/ 3279 w 8196"/>
                <a:gd name="connsiteY1" fmla="*/ 1639 h 1639"/>
                <a:gd name="connsiteX2" fmla="*/ 8197 w 8196"/>
                <a:gd name="connsiteY2" fmla="*/ 1639 h 1639"/>
                <a:gd name="connsiteX3" fmla="*/ 3279 w 8196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0" y="0"/>
                  </a:moveTo>
                  <a:lnTo>
                    <a:pt x="3279" y="1639"/>
                  </a:lnTo>
                  <a:lnTo>
                    <a:pt x="8197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4" name="Freeform 2823">
              <a:extLst>
                <a:ext uri="{FF2B5EF4-FFF2-40B4-BE49-F238E27FC236}">
                  <a16:creationId xmlns:a16="http://schemas.microsoft.com/office/drawing/2014/main" id="{F69065D0-6422-204E-ABAC-9477535CEC2A}"/>
                </a:ext>
              </a:extLst>
            </p:cNvPr>
            <p:cNvSpPr/>
            <p:nvPr/>
          </p:nvSpPr>
          <p:spPr>
            <a:xfrm>
              <a:off x="10504176" y="1509991"/>
              <a:ext cx="3277" cy="3278"/>
            </a:xfrm>
            <a:custGeom>
              <a:avLst/>
              <a:gdLst>
                <a:gd name="connsiteX0" fmla="*/ 0 w 3277"/>
                <a:gd name="connsiteY0" fmla="*/ 0 h 3278"/>
                <a:gd name="connsiteX1" fmla="*/ 3278 w 3277"/>
                <a:gd name="connsiteY1" fmla="*/ 3279 h 3278"/>
                <a:gd name="connsiteX2" fmla="*/ 0 w 3277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7" h="3278">
                  <a:moveTo>
                    <a:pt x="0" y="0"/>
                  </a:moveTo>
                  <a:lnTo>
                    <a:pt x="3278" y="327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5" name="Freeform 2824">
              <a:extLst>
                <a:ext uri="{FF2B5EF4-FFF2-40B4-BE49-F238E27FC236}">
                  <a16:creationId xmlns:a16="http://schemas.microsoft.com/office/drawing/2014/main" id="{8ABDB996-F80C-544F-AADF-3205754D085C}"/>
                </a:ext>
              </a:extLst>
            </p:cNvPr>
            <p:cNvSpPr/>
            <p:nvPr/>
          </p:nvSpPr>
          <p:spPr>
            <a:xfrm>
              <a:off x="10928764" y="4926368"/>
              <a:ext cx="4917" cy="11475"/>
            </a:xfrm>
            <a:custGeom>
              <a:avLst/>
              <a:gdLst>
                <a:gd name="connsiteX0" fmla="*/ 3279 w 4917"/>
                <a:gd name="connsiteY0" fmla="*/ 11476 h 11475"/>
                <a:gd name="connsiteX1" fmla="*/ 3279 w 4917"/>
                <a:gd name="connsiteY1" fmla="*/ 11476 h 11475"/>
                <a:gd name="connsiteX2" fmla="*/ 4918 w 4917"/>
                <a:gd name="connsiteY2" fmla="*/ 8197 h 11475"/>
                <a:gd name="connsiteX3" fmla="*/ 3279 w 4917"/>
                <a:gd name="connsiteY3" fmla="*/ 4918 h 11475"/>
                <a:gd name="connsiteX4" fmla="*/ 1640 w 4917"/>
                <a:gd name="connsiteY4" fmla="*/ 0 h 11475"/>
                <a:gd name="connsiteX5" fmla="*/ 0 w 4917"/>
                <a:gd name="connsiteY5" fmla="*/ 4918 h 11475"/>
                <a:gd name="connsiteX6" fmla="*/ 0 w 4917"/>
                <a:gd name="connsiteY6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17" h="11475">
                  <a:moveTo>
                    <a:pt x="3279" y="11476"/>
                  </a:moveTo>
                  <a:lnTo>
                    <a:pt x="3279" y="11476"/>
                  </a:lnTo>
                  <a:lnTo>
                    <a:pt x="4918" y="8197"/>
                  </a:lnTo>
                  <a:lnTo>
                    <a:pt x="3279" y="4918"/>
                  </a:lnTo>
                  <a:lnTo>
                    <a:pt x="1640" y="0"/>
                  </a:lnTo>
                  <a:lnTo>
                    <a:pt x="0" y="4918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6" name="Freeform 2825">
              <a:extLst>
                <a:ext uri="{FF2B5EF4-FFF2-40B4-BE49-F238E27FC236}">
                  <a16:creationId xmlns:a16="http://schemas.microsoft.com/office/drawing/2014/main" id="{0E0114D1-835D-2F44-85DB-76144D108822}"/>
                </a:ext>
              </a:extLst>
            </p:cNvPr>
            <p:cNvSpPr/>
            <p:nvPr/>
          </p:nvSpPr>
          <p:spPr>
            <a:xfrm>
              <a:off x="11017289" y="5011614"/>
              <a:ext cx="1638" cy="8196"/>
            </a:xfrm>
            <a:custGeom>
              <a:avLst/>
              <a:gdLst>
                <a:gd name="connsiteX0" fmla="*/ 0 w 1638"/>
                <a:gd name="connsiteY0" fmla="*/ 8197 h 8196"/>
                <a:gd name="connsiteX1" fmla="*/ 1639 w 1638"/>
                <a:gd name="connsiteY1" fmla="*/ 8197 h 8196"/>
                <a:gd name="connsiteX2" fmla="*/ 1639 w 1638"/>
                <a:gd name="connsiteY2" fmla="*/ 3278 h 8196"/>
                <a:gd name="connsiteX3" fmla="*/ 0 w 1638"/>
                <a:gd name="connsiteY3" fmla="*/ 0 h 8196"/>
                <a:gd name="connsiteX4" fmla="*/ 0 w 1638"/>
                <a:gd name="connsiteY4" fmla="*/ 327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8" h="8196">
                  <a:moveTo>
                    <a:pt x="0" y="8197"/>
                  </a:moveTo>
                  <a:lnTo>
                    <a:pt x="1639" y="8197"/>
                  </a:lnTo>
                  <a:lnTo>
                    <a:pt x="1639" y="3278"/>
                  </a:lnTo>
                  <a:lnTo>
                    <a:pt x="0" y="0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7" name="Freeform 2826">
              <a:extLst>
                <a:ext uri="{FF2B5EF4-FFF2-40B4-BE49-F238E27FC236}">
                  <a16:creationId xmlns:a16="http://schemas.microsoft.com/office/drawing/2014/main" id="{0EE42989-EA1D-AD4C-A867-E002C56894D5}"/>
                </a:ext>
              </a:extLst>
            </p:cNvPr>
            <p:cNvSpPr/>
            <p:nvPr/>
          </p:nvSpPr>
          <p:spPr>
            <a:xfrm>
              <a:off x="11033682" y="5095220"/>
              <a:ext cx="1638" cy="8196"/>
            </a:xfrm>
            <a:custGeom>
              <a:avLst/>
              <a:gdLst>
                <a:gd name="connsiteX0" fmla="*/ 0 w 1638"/>
                <a:gd name="connsiteY0" fmla="*/ 8197 h 8196"/>
                <a:gd name="connsiteX1" fmla="*/ 1639 w 1638"/>
                <a:gd name="connsiteY1" fmla="*/ 4918 h 8196"/>
                <a:gd name="connsiteX2" fmla="*/ 1639 w 1638"/>
                <a:gd name="connsiteY2" fmla="*/ 0 h 8196"/>
                <a:gd name="connsiteX3" fmla="*/ 0 w 1638"/>
                <a:gd name="connsiteY3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8" h="8196">
                  <a:moveTo>
                    <a:pt x="0" y="8197"/>
                  </a:moveTo>
                  <a:lnTo>
                    <a:pt x="1639" y="4918"/>
                  </a:lnTo>
                  <a:lnTo>
                    <a:pt x="1639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8" name="Freeform 2827">
              <a:extLst>
                <a:ext uri="{FF2B5EF4-FFF2-40B4-BE49-F238E27FC236}">
                  <a16:creationId xmlns:a16="http://schemas.microsoft.com/office/drawing/2014/main" id="{5CB57D23-DED0-A34B-8AA2-F8D744AF693B}"/>
                </a:ext>
              </a:extLst>
            </p:cNvPr>
            <p:cNvSpPr/>
            <p:nvPr/>
          </p:nvSpPr>
          <p:spPr>
            <a:xfrm>
              <a:off x="11054993" y="5105056"/>
              <a:ext cx="16393" cy="3278"/>
            </a:xfrm>
            <a:custGeom>
              <a:avLst/>
              <a:gdLst>
                <a:gd name="connsiteX0" fmla="*/ 0 w 16393"/>
                <a:gd name="connsiteY0" fmla="*/ 3279 h 3278"/>
                <a:gd name="connsiteX1" fmla="*/ 0 w 16393"/>
                <a:gd name="connsiteY1" fmla="*/ 3279 h 3278"/>
                <a:gd name="connsiteX2" fmla="*/ 0 w 16393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3278">
                  <a:moveTo>
                    <a:pt x="0" y="3279"/>
                  </a:moveTo>
                  <a:lnTo>
                    <a:pt x="0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9" name="Freeform 2828">
              <a:extLst>
                <a:ext uri="{FF2B5EF4-FFF2-40B4-BE49-F238E27FC236}">
                  <a16:creationId xmlns:a16="http://schemas.microsoft.com/office/drawing/2014/main" id="{D505AABF-E929-AA47-90C4-D18C16CD86C9}"/>
                </a:ext>
              </a:extLst>
            </p:cNvPr>
            <p:cNvSpPr/>
            <p:nvPr/>
          </p:nvSpPr>
          <p:spPr>
            <a:xfrm>
              <a:off x="11100894" y="5331285"/>
              <a:ext cx="6557" cy="14753"/>
            </a:xfrm>
            <a:custGeom>
              <a:avLst/>
              <a:gdLst>
                <a:gd name="connsiteX0" fmla="*/ 0 w 6557"/>
                <a:gd name="connsiteY0" fmla="*/ 14754 h 14753"/>
                <a:gd name="connsiteX1" fmla="*/ 3279 w 6557"/>
                <a:gd name="connsiteY1" fmla="*/ 11475 h 14753"/>
                <a:gd name="connsiteX2" fmla="*/ 4918 w 6557"/>
                <a:gd name="connsiteY2" fmla="*/ 6557 h 14753"/>
                <a:gd name="connsiteX3" fmla="*/ 6558 w 6557"/>
                <a:gd name="connsiteY3" fmla="*/ 3278 h 14753"/>
                <a:gd name="connsiteX4" fmla="*/ 4918 w 6557"/>
                <a:gd name="connsiteY4" fmla="*/ 0 h 14753"/>
                <a:gd name="connsiteX5" fmla="*/ 3279 w 6557"/>
                <a:gd name="connsiteY5" fmla="*/ 3278 h 14753"/>
                <a:gd name="connsiteX6" fmla="*/ 1640 w 6557"/>
                <a:gd name="connsiteY6" fmla="*/ 6557 h 14753"/>
                <a:gd name="connsiteX7" fmla="*/ 0 w 6557"/>
                <a:gd name="connsiteY7" fmla="*/ 11475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7" h="14753">
                  <a:moveTo>
                    <a:pt x="0" y="14754"/>
                  </a:moveTo>
                  <a:lnTo>
                    <a:pt x="3279" y="11475"/>
                  </a:lnTo>
                  <a:lnTo>
                    <a:pt x="4918" y="6557"/>
                  </a:lnTo>
                  <a:lnTo>
                    <a:pt x="6558" y="3278"/>
                  </a:lnTo>
                  <a:lnTo>
                    <a:pt x="4918" y="0"/>
                  </a:lnTo>
                  <a:lnTo>
                    <a:pt x="3279" y="3278"/>
                  </a:lnTo>
                  <a:lnTo>
                    <a:pt x="1640" y="6557"/>
                  </a:lnTo>
                  <a:lnTo>
                    <a:pt x="0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0" name="Freeform 2829">
              <a:extLst>
                <a:ext uri="{FF2B5EF4-FFF2-40B4-BE49-F238E27FC236}">
                  <a16:creationId xmlns:a16="http://schemas.microsoft.com/office/drawing/2014/main" id="{06F2F3F7-A3E4-4F44-9D8A-AE3F0F6BF10D}"/>
                </a:ext>
              </a:extLst>
            </p:cNvPr>
            <p:cNvSpPr/>
            <p:nvPr/>
          </p:nvSpPr>
          <p:spPr>
            <a:xfrm>
              <a:off x="11105812" y="5314891"/>
              <a:ext cx="4918" cy="14753"/>
            </a:xfrm>
            <a:custGeom>
              <a:avLst/>
              <a:gdLst>
                <a:gd name="connsiteX0" fmla="*/ 0 w 4918"/>
                <a:gd name="connsiteY0" fmla="*/ 14754 h 14753"/>
                <a:gd name="connsiteX1" fmla="*/ 1640 w 4918"/>
                <a:gd name="connsiteY1" fmla="*/ 11475 h 14753"/>
                <a:gd name="connsiteX2" fmla="*/ 1640 w 4918"/>
                <a:gd name="connsiteY2" fmla="*/ 8197 h 14753"/>
                <a:gd name="connsiteX3" fmla="*/ 4919 w 4918"/>
                <a:gd name="connsiteY3" fmla="*/ 3278 h 14753"/>
                <a:gd name="connsiteX4" fmla="*/ 4919 w 4918"/>
                <a:gd name="connsiteY4" fmla="*/ 0 h 14753"/>
                <a:gd name="connsiteX5" fmla="*/ 1640 w 4918"/>
                <a:gd name="connsiteY5" fmla="*/ 3278 h 14753"/>
                <a:gd name="connsiteX6" fmla="*/ 0 w 4918"/>
                <a:gd name="connsiteY6" fmla="*/ 6557 h 14753"/>
                <a:gd name="connsiteX7" fmla="*/ 0 w 4918"/>
                <a:gd name="connsiteY7" fmla="*/ 11475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18" h="14753">
                  <a:moveTo>
                    <a:pt x="0" y="14754"/>
                  </a:moveTo>
                  <a:lnTo>
                    <a:pt x="1640" y="11475"/>
                  </a:lnTo>
                  <a:lnTo>
                    <a:pt x="1640" y="8197"/>
                  </a:lnTo>
                  <a:lnTo>
                    <a:pt x="4919" y="3278"/>
                  </a:lnTo>
                  <a:lnTo>
                    <a:pt x="4919" y="0"/>
                  </a:lnTo>
                  <a:lnTo>
                    <a:pt x="1640" y="3278"/>
                  </a:lnTo>
                  <a:lnTo>
                    <a:pt x="0" y="6557"/>
                  </a:lnTo>
                  <a:lnTo>
                    <a:pt x="0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1" name="Freeform 2830">
              <a:extLst>
                <a:ext uri="{FF2B5EF4-FFF2-40B4-BE49-F238E27FC236}">
                  <a16:creationId xmlns:a16="http://schemas.microsoft.com/office/drawing/2014/main" id="{776B2A03-AEA1-934A-B8EA-2457D5372148}"/>
                </a:ext>
              </a:extLst>
            </p:cNvPr>
            <p:cNvSpPr/>
            <p:nvPr/>
          </p:nvSpPr>
          <p:spPr>
            <a:xfrm>
              <a:off x="11112370" y="5214892"/>
              <a:ext cx="22951" cy="45901"/>
            </a:xfrm>
            <a:custGeom>
              <a:avLst/>
              <a:gdLst>
                <a:gd name="connsiteX0" fmla="*/ 1639 w 22951"/>
                <a:gd name="connsiteY0" fmla="*/ 45901 h 45901"/>
                <a:gd name="connsiteX1" fmla="*/ 3279 w 22951"/>
                <a:gd name="connsiteY1" fmla="*/ 42623 h 45901"/>
                <a:gd name="connsiteX2" fmla="*/ 4918 w 22951"/>
                <a:gd name="connsiteY2" fmla="*/ 37705 h 45901"/>
                <a:gd name="connsiteX3" fmla="*/ 6558 w 22951"/>
                <a:gd name="connsiteY3" fmla="*/ 34426 h 45901"/>
                <a:gd name="connsiteX4" fmla="*/ 9836 w 22951"/>
                <a:gd name="connsiteY4" fmla="*/ 31147 h 45901"/>
                <a:gd name="connsiteX5" fmla="*/ 11476 w 22951"/>
                <a:gd name="connsiteY5" fmla="*/ 26229 h 45901"/>
                <a:gd name="connsiteX6" fmla="*/ 14754 w 22951"/>
                <a:gd name="connsiteY6" fmla="*/ 22951 h 45901"/>
                <a:gd name="connsiteX7" fmla="*/ 18032 w 22951"/>
                <a:gd name="connsiteY7" fmla="*/ 19672 h 45901"/>
                <a:gd name="connsiteX8" fmla="*/ 19672 w 22951"/>
                <a:gd name="connsiteY8" fmla="*/ 14754 h 45901"/>
                <a:gd name="connsiteX9" fmla="*/ 22951 w 22951"/>
                <a:gd name="connsiteY9" fmla="*/ 11475 h 45901"/>
                <a:gd name="connsiteX10" fmla="*/ 21311 w 22951"/>
                <a:gd name="connsiteY10" fmla="*/ 8197 h 45901"/>
                <a:gd name="connsiteX11" fmla="*/ 21311 w 22951"/>
                <a:gd name="connsiteY11" fmla="*/ 3278 h 45901"/>
                <a:gd name="connsiteX12" fmla="*/ 22951 w 22951"/>
                <a:gd name="connsiteY12" fmla="*/ 0 h 45901"/>
                <a:gd name="connsiteX13" fmla="*/ 18032 w 22951"/>
                <a:gd name="connsiteY13" fmla="*/ 0 h 45901"/>
                <a:gd name="connsiteX14" fmla="*/ 18032 w 22951"/>
                <a:gd name="connsiteY14" fmla="*/ 3278 h 45901"/>
                <a:gd name="connsiteX15" fmla="*/ 19672 w 22951"/>
                <a:gd name="connsiteY15" fmla="*/ 8197 h 45901"/>
                <a:gd name="connsiteX16" fmla="*/ 16393 w 22951"/>
                <a:gd name="connsiteY16" fmla="*/ 11475 h 45901"/>
                <a:gd name="connsiteX17" fmla="*/ 13114 w 22951"/>
                <a:gd name="connsiteY17" fmla="*/ 14754 h 45901"/>
                <a:gd name="connsiteX18" fmla="*/ 9836 w 22951"/>
                <a:gd name="connsiteY18" fmla="*/ 18033 h 45901"/>
                <a:gd name="connsiteX19" fmla="*/ 8197 w 22951"/>
                <a:gd name="connsiteY19" fmla="*/ 21311 h 45901"/>
                <a:gd name="connsiteX20" fmla="*/ 6558 w 22951"/>
                <a:gd name="connsiteY20" fmla="*/ 24590 h 45901"/>
                <a:gd name="connsiteX21" fmla="*/ 4918 w 22951"/>
                <a:gd name="connsiteY21" fmla="*/ 29508 h 45901"/>
                <a:gd name="connsiteX22" fmla="*/ 3279 w 22951"/>
                <a:gd name="connsiteY22" fmla="*/ 32787 h 45901"/>
                <a:gd name="connsiteX23" fmla="*/ 0 w 22951"/>
                <a:gd name="connsiteY23" fmla="*/ 36065 h 45901"/>
                <a:gd name="connsiteX24" fmla="*/ 0 w 22951"/>
                <a:gd name="connsiteY24" fmla="*/ 40983 h 45901"/>
                <a:gd name="connsiteX25" fmla="*/ 0 w 22951"/>
                <a:gd name="connsiteY25" fmla="*/ 44262 h 4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951" h="45901">
                  <a:moveTo>
                    <a:pt x="1639" y="45901"/>
                  </a:moveTo>
                  <a:lnTo>
                    <a:pt x="3279" y="42623"/>
                  </a:lnTo>
                  <a:lnTo>
                    <a:pt x="4918" y="37705"/>
                  </a:lnTo>
                  <a:lnTo>
                    <a:pt x="6558" y="34426"/>
                  </a:lnTo>
                  <a:lnTo>
                    <a:pt x="9836" y="31147"/>
                  </a:lnTo>
                  <a:lnTo>
                    <a:pt x="11476" y="26229"/>
                  </a:lnTo>
                  <a:lnTo>
                    <a:pt x="14754" y="22951"/>
                  </a:lnTo>
                  <a:lnTo>
                    <a:pt x="18032" y="19672"/>
                  </a:lnTo>
                  <a:lnTo>
                    <a:pt x="19672" y="14754"/>
                  </a:lnTo>
                  <a:lnTo>
                    <a:pt x="22951" y="11475"/>
                  </a:lnTo>
                  <a:lnTo>
                    <a:pt x="21311" y="8197"/>
                  </a:lnTo>
                  <a:lnTo>
                    <a:pt x="21311" y="3278"/>
                  </a:lnTo>
                  <a:lnTo>
                    <a:pt x="22951" y="0"/>
                  </a:lnTo>
                  <a:lnTo>
                    <a:pt x="18032" y="0"/>
                  </a:lnTo>
                  <a:lnTo>
                    <a:pt x="18032" y="3278"/>
                  </a:lnTo>
                  <a:lnTo>
                    <a:pt x="19672" y="8197"/>
                  </a:lnTo>
                  <a:lnTo>
                    <a:pt x="16393" y="11475"/>
                  </a:lnTo>
                  <a:lnTo>
                    <a:pt x="13114" y="14754"/>
                  </a:lnTo>
                  <a:lnTo>
                    <a:pt x="9836" y="18033"/>
                  </a:lnTo>
                  <a:lnTo>
                    <a:pt x="8197" y="21311"/>
                  </a:lnTo>
                  <a:lnTo>
                    <a:pt x="6558" y="24590"/>
                  </a:lnTo>
                  <a:lnTo>
                    <a:pt x="4918" y="29508"/>
                  </a:lnTo>
                  <a:lnTo>
                    <a:pt x="3279" y="32787"/>
                  </a:lnTo>
                  <a:lnTo>
                    <a:pt x="0" y="36065"/>
                  </a:lnTo>
                  <a:lnTo>
                    <a:pt x="0" y="40983"/>
                  </a:lnTo>
                  <a:lnTo>
                    <a:pt x="0" y="4426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2" name="Freeform 2831">
              <a:extLst>
                <a:ext uri="{FF2B5EF4-FFF2-40B4-BE49-F238E27FC236}">
                  <a16:creationId xmlns:a16="http://schemas.microsoft.com/office/drawing/2014/main" id="{E96FBFFD-D12A-6A4B-9798-D54E63088C2F}"/>
                </a:ext>
              </a:extLst>
            </p:cNvPr>
            <p:cNvSpPr/>
            <p:nvPr/>
          </p:nvSpPr>
          <p:spPr>
            <a:xfrm>
              <a:off x="2636999" y="3242770"/>
              <a:ext cx="139343" cy="103278"/>
            </a:xfrm>
            <a:custGeom>
              <a:avLst/>
              <a:gdLst>
                <a:gd name="connsiteX0" fmla="*/ 4918 w 139343"/>
                <a:gd name="connsiteY0" fmla="*/ 83606 h 103278"/>
                <a:gd name="connsiteX1" fmla="*/ 6557 w 139343"/>
                <a:gd name="connsiteY1" fmla="*/ 80327 h 103278"/>
                <a:gd name="connsiteX2" fmla="*/ 6557 w 139343"/>
                <a:gd name="connsiteY2" fmla="*/ 77049 h 103278"/>
                <a:gd name="connsiteX3" fmla="*/ 8197 w 139343"/>
                <a:gd name="connsiteY3" fmla="*/ 72131 h 103278"/>
                <a:gd name="connsiteX4" fmla="*/ 6557 w 139343"/>
                <a:gd name="connsiteY4" fmla="*/ 68852 h 103278"/>
                <a:gd name="connsiteX5" fmla="*/ 1639 w 139343"/>
                <a:gd name="connsiteY5" fmla="*/ 65573 h 103278"/>
                <a:gd name="connsiteX6" fmla="*/ 1639 w 139343"/>
                <a:gd name="connsiteY6" fmla="*/ 62295 h 103278"/>
                <a:gd name="connsiteX7" fmla="*/ 0 w 139343"/>
                <a:gd name="connsiteY7" fmla="*/ 59016 h 103278"/>
                <a:gd name="connsiteX8" fmla="*/ 3279 w 139343"/>
                <a:gd name="connsiteY8" fmla="*/ 59016 h 103278"/>
                <a:gd name="connsiteX9" fmla="*/ 6557 w 139343"/>
                <a:gd name="connsiteY9" fmla="*/ 55737 h 103278"/>
                <a:gd name="connsiteX10" fmla="*/ 9836 w 139343"/>
                <a:gd name="connsiteY10" fmla="*/ 52459 h 103278"/>
                <a:gd name="connsiteX11" fmla="*/ 11475 w 139343"/>
                <a:gd name="connsiteY11" fmla="*/ 49180 h 103278"/>
                <a:gd name="connsiteX12" fmla="*/ 9836 w 139343"/>
                <a:gd name="connsiteY12" fmla="*/ 44262 h 103278"/>
                <a:gd name="connsiteX13" fmla="*/ 6557 w 139343"/>
                <a:gd name="connsiteY13" fmla="*/ 44262 h 103278"/>
                <a:gd name="connsiteX14" fmla="*/ 6557 w 139343"/>
                <a:gd name="connsiteY14" fmla="*/ 42623 h 103278"/>
                <a:gd name="connsiteX15" fmla="*/ 6557 w 139343"/>
                <a:gd name="connsiteY15" fmla="*/ 42623 h 103278"/>
                <a:gd name="connsiteX16" fmla="*/ 9836 w 139343"/>
                <a:gd name="connsiteY16" fmla="*/ 40983 h 103278"/>
                <a:gd name="connsiteX17" fmla="*/ 14754 w 139343"/>
                <a:gd name="connsiteY17" fmla="*/ 36065 h 103278"/>
                <a:gd name="connsiteX18" fmla="*/ 14754 w 139343"/>
                <a:gd name="connsiteY18" fmla="*/ 36065 h 103278"/>
                <a:gd name="connsiteX19" fmla="*/ 16393 w 139343"/>
                <a:gd name="connsiteY19" fmla="*/ 32787 h 103278"/>
                <a:gd name="connsiteX20" fmla="*/ 13115 w 139343"/>
                <a:gd name="connsiteY20" fmla="*/ 29508 h 103278"/>
                <a:gd name="connsiteX21" fmla="*/ 13115 w 139343"/>
                <a:gd name="connsiteY21" fmla="*/ 24590 h 103278"/>
                <a:gd name="connsiteX22" fmla="*/ 14754 w 139343"/>
                <a:gd name="connsiteY22" fmla="*/ 21311 h 103278"/>
                <a:gd name="connsiteX23" fmla="*/ 16393 w 139343"/>
                <a:gd name="connsiteY23" fmla="*/ 18033 h 103278"/>
                <a:gd name="connsiteX24" fmla="*/ 14754 w 139343"/>
                <a:gd name="connsiteY24" fmla="*/ 13115 h 103278"/>
                <a:gd name="connsiteX25" fmla="*/ 14754 w 139343"/>
                <a:gd name="connsiteY25" fmla="*/ 9836 h 103278"/>
                <a:gd name="connsiteX26" fmla="*/ 14754 w 139343"/>
                <a:gd name="connsiteY26" fmla="*/ 6557 h 103278"/>
                <a:gd name="connsiteX27" fmla="*/ 18033 w 139343"/>
                <a:gd name="connsiteY27" fmla="*/ 4918 h 103278"/>
                <a:gd name="connsiteX28" fmla="*/ 21311 w 139343"/>
                <a:gd name="connsiteY28" fmla="*/ 1639 h 103278"/>
                <a:gd name="connsiteX29" fmla="*/ 26229 w 139343"/>
                <a:gd name="connsiteY29" fmla="*/ 1639 h 103278"/>
                <a:gd name="connsiteX30" fmla="*/ 29508 w 139343"/>
                <a:gd name="connsiteY30" fmla="*/ 3279 h 103278"/>
                <a:gd name="connsiteX31" fmla="*/ 32787 w 139343"/>
                <a:gd name="connsiteY31" fmla="*/ 4918 h 103278"/>
                <a:gd name="connsiteX32" fmla="*/ 36065 w 139343"/>
                <a:gd name="connsiteY32" fmla="*/ 3279 h 103278"/>
                <a:gd name="connsiteX33" fmla="*/ 40983 w 139343"/>
                <a:gd name="connsiteY33" fmla="*/ 1639 h 103278"/>
                <a:gd name="connsiteX34" fmla="*/ 44262 w 139343"/>
                <a:gd name="connsiteY34" fmla="*/ 0 h 103278"/>
                <a:gd name="connsiteX35" fmla="*/ 47541 w 139343"/>
                <a:gd name="connsiteY35" fmla="*/ 1639 h 103278"/>
                <a:gd name="connsiteX36" fmla="*/ 52459 w 139343"/>
                <a:gd name="connsiteY36" fmla="*/ 3279 h 103278"/>
                <a:gd name="connsiteX37" fmla="*/ 55737 w 139343"/>
                <a:gd name="connsiteY37" fmla="*/ 6557 h 103278"/>
                <a:gd name="connsiteX38" fmla="*/ 59016 w 139343"/>
                <a:gd name="connsiteY38" fmla="*/ 8197 h 103278"/>
                <a:gd name="connsiteX39" fmla="*/ 62295 w 139343"/>
                <a:gd name="connsiteY39" fmla="*/ 6557 h 103278"/>
                <a:gd name="connsiteX40" fmla="*/ 67213 w 139343"/>
                <a:gd name="connsiteY40" fmla="*/ 8197 h 103278"/>
                <a:gd name="connsiteX41" fmla="*/ 70492 w 139343"/>
                <a:gd name="connsiteY41" fmla="*/ 13115 h 103278"/>
                <a:gd name="connsiteX42" fmla="*/ 73770 w 139343"/>
                <a:gd name="connsiteY42" fmla="*/ 13115 h 103278"/>
                <a:gd name="connsiteX43" fmla="*/ 77049 w 139343"/>
                <a:gd name="connsiteY43" fmla="*/ 13115 h 103278"/>
                <a:gd name="connsiteX44" fmla="*/ 80327 w 139343"/>
                <a:gd name="connsiteY44" fmla="*/ 11475 h 103278"/>
                <a:gd name="connsiteX45" fmla="*/ 85245 w 139343"/>
                <a:gd name="connsiteY45" fmla="*/ 13115 h 103278"/>
                <a:gd name="connsiteX46" fmla="*/ 83606 w 139343"/>
                <a:gd name="connsiteY46" fmla="*/ 16393 h 103278"/>
                <a:gd name="connsiteX47" fmla="*/ 85245 w 139343"/>
                <a:gd name="connsiteY47" fmla="*/ 21311 h 103278"/>
                <a:gd name="connsiteX48" fmla="*/ 85245 w 139343"/>
                <a:gd name="connsiteY48" fmla="*/ 24590 h 103278"/>
                <a:gd name="connsiteX49" fmla="*/ 88524 w 139343"/>
                <a:gd name="connsiteY49" fmla="*/ 27869 h 103278"/>
                <a:gd name="connsiteX50" fmla="*/ 91803 w 139343"/>
                <a:gd name="connsiteY50" fmla="*/ 27869 h 103278"/>
                <a:gd name="connsiteX51" fmla="*/ 95082 w 139343"/>
                <a:gd name="connsiteY51" fmla="*/ 26229 h 103278"/>
                <a:gd name="connsiteX52" fmla="*/ 100000 w 139343"/>
                <a:gd name="connsiteY52" fmla="*/ 26229 h 103278"/>
                <a:gd name="connsiteX53" fmla="*/ 103278 w 139343"/>
                <a:gd name="connsiteY53" fmla="*/ 27869 h 103278"/>
                <a:gd name="connsiteX54" fmla="*/ 106557 w 139343"/>
                <a:gd name="connsiteY54" fmla="*/ 26229 h 103278"/>
                <a:gd name="connsiteX55" fmla="*/ 109836 w 139343"/>
                <a:gd name="connsiteY55" fmla="*/ 27869 h 103278"/>
                <a:gd name="connsiteX56" fmla="*/ 108196 w 139343"/>
                <a:gd name="connsiteY56" fmla="*/ 31147 h 103278"/>
                <a:gd name="connsiteX57" fmla="*/ 104917 w 139343"/>
                <a:gd name="connsiteY57" fmla="*/ 32787 h 103278"/>
                <a:gd name="connsiteX58" fmla="*/ 100000 w 139343"/>
                <a:gd name="connsiteY58" fmla="*/ 32787 h 103278"/>
                <a:gd name="connsiteX59" fmla="*/ 96721 w 139343"/>
                <a:gd name="connsiteY59" fmla="*/ 31147 h 103278"/>
                <a:gd name="connsiteX60" fmla="*/ 93442 w 139343"/>
                <a:gd name="connsiteY60" fmla="*/ 31147 h 103278"/>
                <a:gd name="connsiteX61" fmla="*/ 91803 w 139343"/>
                <a:gd name="connsiteY61" fmla="*/ 31147 h 103278"/>
                <a:gd name="connsiteX62" fmla="*/ 91803 w 139343"/>
                <a:gd name="connsiteY62" fmla="*/ 36065 h 103278"/>
                <a:gd name="connsiteX63" fmla="*/ 95082 w 139343"/>
                <a:gd name="connsiteY63" fmla="*/ 37705 h 103278"/>
                <a:gd name="connsiteX64" fmla="*/ 100000 w 139343"/>
                <a:gd name="connsiteY64" fmla="*/ 36065 h 103278"/>
                <a:gd name="connsiteX65" fmla="*/ 103278 w 139343"/>
                <a:gd name="connsiteY65" fmla="*/ 39344 h 103278"/>
                <a:gd name="connsiteX66" fmla="*/ 106557 w 139343"/>
                <a:gd name="connsiteY66" fmla="*/ 39344 h 103278"/>
                <a:gd name="connsiteX67" fmla="*/ 109836 w 139343"/>
                <a:gd name="connsiteY67" fmla="*/ 39344 h 103278"/>
                <a:gd name="connsiteX68" fmla="*/ 114754 w 139343"/>
                <a:gd name="connsiteY68" fmla="*/ 40983 h 103278"/>
                <a:gd name="connsiteX69" fmla="*/ 118032 w 139343"/>
                <a:gd name="connsiteY69" fmla="*/ 39344 h 103278"/>
                <a:gd name="connsiteX70" fmla="*/ 121311 w 139343"/>
                <a:gd name="connsiteY70" fmla="*/ 40983 h 103278"/>
                <a:gd name="connsiteX71" fmla="*/ 126229 w 139343"/>
                <a:gd name="connsiteY71" fmla="*/ 42623 h 103278"/>
                <a:gd name="connsiteX72" fmla="*/ 127868 w 139343"/>
                <a:gd name="connsiteY72" fmla="*/ 47541 h 103278"/>
                <a:gd name="connsiteX73" fmla="*/ 131147 w 139343"/>
                <a:gd name="connsiteY73" fmla="*/ 50819 h 103278"/>
                <a:gd name="connsiteX74" fmla="*/ 136065 w 139343"/>
                <a:gd name="connsiteY74" fmla="*/ 54098 h 103278"/>
                <a:gd name="connsiteX75" fmla="*/ 139344 w 139343"/>
                <a:gd name="connsiteY75" fmla="*/ 57377 h 103278"/>
                <a:gd name="connsiteX76" fmla="*/ 137704 w 139343"/>
                <a:gd name="connsiteY76" fmla="*/ 62295 h 103278"/>
                <a:gd name="connsiteX77" fmla="*/ 134426 w 139343"/>
                <a:gd name="connsiteY77" fmla="*/ 65573 h 103278"/>
                <a:gd name="connsiteX78" fmla="*/ 132786 w 139343"/>
                <a:gd name="connsiteY78" fmla="*/ 68852 h 103278"/>
                <a:gd name="connsiteX79" fmla="*/ 129508 w 139343"/>
                <a:gd name="connsiteY79" fmla="*/ 68852 h 103278"/>
                <a:gd name="connsiteX80" fmla="*/ 127868 w 139343"/>
                <a:gd name="connsiteY80" fmla="*/ 68852 h 103278"/>
                <a:gd name="connsiteX81" fmla="*/ 126229 w 139343"/>
                <a:gd name="connsiteY81" fmla="*/ 72131 h 103278"/>
                <a:gd name="connsiteX82" fmla="*/ 124590 w 139343"/>
                <a:gd name="connsiteY82" fmla="*/ 75409 h 103278"/>
                <a:gd name="connsiteX83" fmla="*/ 121311 w 139343"/>
                <a:gd name="connsiteY83" fmla="*/ 75409 h 103278"/>
                <a:gd name="connsiteX84" fmla="*/ 119672 w 139343"/>
                <a:gd name="connsiteY84" fmla="*/ 72131 h 103278"/>
                <a:gd name="connsiteX85" fmla="*/ 118032 w 139343"/>
                <a:gd name="connsiteY85" fmla="*/ 68852 h 103278"/>
                <a:gd name="connsiteX86" fmla="*/ 114754 w 139343"/>
                <a:gd name="connsiteY86" fmla="*/ 67213 h 103278"/>
                <a:gd name="connsiteX87" fmla="*/ 109836 w 139343"/>
                <a:gd name="connsiteY87" fmla="*/ 67213 h 103278"/>
                <a:gd name="connsiteX88" fmla="*/ 106557 w 139343"/>
                <a:gd name="connsiteY88" fmla="*/ 67213 h 103278"/>
                <a:gd name="connsiteX89" fmla="*/ 103278 w 139343"/>
                <a:gd name="connsiteY89" fmla="*/ 65573 h 103278"/>
                <a:gd name="connsiteX90" fmla="*/ 100000 w 139343"/>
                <a:gd name="connsiteY90" fmla="*/ 65573 h 103278"/>
                <a:gd name="connsiteX91" fmla="*/ 96721 w 139343"/>
                <a:gd name="connsiteY91" fmla="*/ 65573 h 103278"/>
                <a:gd name="connsiteX92" fmla="*/ 93442 w 139343"/>
                <a:gd name="connsiteY92" fmla="*/ 67213 h 103278"/>
                <a:gd name="connsiteX93" fmla="*/ 90164 w 139343"/>
                <a:gd name="connsiteY93" fmla="*/ 65573 h 103278"/>
                <a:gd name="connsiteX94" fmla="*/ 85245 w 139343"/>
                <a:gd name="connsiteY94" fmla="*/ 65573 h 103278"/>
                <a:gd name="connsiteX95" fmla="*/ 81967 w 139343"/>
                <a:gd name="connsiteY95" fmla="*/ 65573 h 103278"/>
                <a:gd name="connsiteX96" fmla="*/ 78688 w 139343"/>
                <a:gd name="connsiteY96" fmla="*/ 63934 h 103278"/>
                <a:gd name="connsiteX97" fmla="*/ 75410 w 139343"/>
                <a:gd name="connsiteY97" fmla="*/ 67213 h 103278"/>
                <a:gd name="connsiteX98" fmla="*/ 73770 w 139343"/>
                <a:gd name="connsiteY98" fmla="*/ 67213 h 103278"/>
                <a:gd name="connsiteX99" fmla="*/ 73770 w 139343"/>
                <a:gd name="connsiteY99" fmla="*/ 67213 h 103278"/>
                <a:gd name="connsiteX100" fmla="*/ 72131 w 139343"/>
                <a:gd name="connsiteY100" fmla="*/ 70492 h 103278"/>
                <a:gd name="connsiteX101" fmla="*/ 68852 w 139343"/>
                <a:gd name="connsiteY101" fmla="*/ 73770 h 103278"/>
                <a:gd name="connsiteX102" fmla="*/ 63934 w 139343"/>
                <a:gd name="connsiteY102" fmla="*/ 75409 h 103278"/>
                <a:gd name="connsiteX103" fmla="*/ 60655 w 139343"/>
                <a:gd name="connsiteY103" fmla="*/ 75409 h 103278"/>
                <a:gd name="connsiteX104" fmla="*/ 55737 w 139343"/>
                <a:gd name="connsiteY104" fmla="*/ 75409 h 103278"/>
                <a:gd name="connsiteX105" fmla="*/ 52459 w 139343"/>
                <a:gd name="connsiteY105" fmla="*/ 75409 h 103278"/>
                <a:gd name="connsiteX106" fmla="*/ 50820 w 139343"/>
                <a:gd name="connsiteY106" fmla="*/ 73770 h 103278"/>
                <a:gd name="connsiteX107" fmla="*/ 52459 w 139343"/>
                <a:gd name="connsiteY107" fmla="*/ 68852 h 103278"/>
                <a:gd name="connsiteX108" fmla="*/ 49180 w 139343"/>
                <a:gd name="connsiteY108" fmla="*/ 65573 h 103278"/>
                <a:gd name="connsiteX109" fmla="*/ 45901 w 139343"/>
                <a:gd name="connsiteY109" fmla="*/ 68852 h 103278"/>
                <a:gd name="connsiteX110" fmla="*/ 42623 w 139343"/>
                <a:gd name="connsiteY110" fmla="*/ 70492 h 103278"/>
                <a:gd name="connsiteX111" fmla="*/ 39344 w 139343"/>
                <a:gd name="connsiteY111" fmla="*/ 73770 h 103278"/>
                <a:gd name="connsiteX112" fmla="*/ 34426 w 139343"/>
                <a:gd name="connsiteY112" fmla="*/ 72131 h 103278"/>
                <a:gd name="connsiteX113" fmla="*/ 32787 w 139343"/>
                <a:gd name="connsiteY113" fmla="*/ 72131 h 103278"/>
                <a:gd name="connsiteX114" fmla="*/ 32787 w 139343"/>
                <a:gd name="connsiteY114" fmla="*/ 77049 h 103278"/>
                <a:gd name="connsiteX115" fmla="*/ 31147 w 139343"/>
                <a:gd name="connsiteY115" fmla="*/ 80327 h 103278"/>
                <a:gd name="connsiteX116" fmla="*/ 29508 w 139343"/>
                <a:gd name="connsiteY116" fmla="*/ 83606 h 103278"/>
                <a:gd name="connsiteX117" fmla="*/ 26229 w 139343"/>
                <a:gd name="connsiteY117" fmla="*/ 88524 h 103278"/>
                <a:gd name="connsiteX118" fmla="*/ 22951 w 139343"/>
                <a:gd name="connsiteY118" fmla="*/ 91803 h 103278"/>
                <a:gd name="connsiteX119" fmla="*/ 19672 w 139343"/>
                <a:gd name="connsiteY119" fmla="*/ 95082 h 103278"/>
                <a:gd name="connsiteX120" fmla="*/ 19672 w 139343"/>
                <a:gd name="connsiteY120" fmla="*/ 98360 h 103278"/>
                <a:gd name="connsiteX121" fmla="*/ 16393 w 139343"/>
                <a:gd name="connsiteY121" fmla="*/ 103278 h 103278"/>
                <a:gd name="connsiteX122" fmla="*/ 14754 w 139343"/>
                <a:gd name="connsiteY122" fmla="*/ 98360 h 103278"/>
                <a:gd name="connsiteX123" fmla="*/ 9836 w 139343"/>
                <a:gd name="connsiteY123" fmla="*/ 95082 h 103278"/>
                <a:gd name="connsiteX124" fmla="*/ 9836 w 139343"/>
                <a:gd name="connsiteY124" fmla="*/ 91803 h 103278"/>
                <a:gd name="connsiteX125" fmla="*/ 8197 w 139343"/>
                <a:gd name="connsiteY125" fmla="*/ 88524 h 103278"/>
                <a:gd name="connsiteX126" fmla="*/ 6557 w 139343"/>
                <a:gd name="connsiteY126" fmla="*/ 85245 h 103278"/>
                <a:gd name="connsiteX127" fmla="*/ 4918 w 139343"/>
                <a:gd name="connsiteY127" fmla="*/ 83606 h 10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139343" h="103278">
                  <a:moveTo>
                    <a:pt x="4918" y="83606"/>
                  </a:moveTo>
                  <a:lnTo>
                    <a:pt x="6557" y="80327"/>
                  </a:lnTo>
                  <a:lnTo>
                    <a:pt x="6557" y="77049"/>
                  </a:lnTo>
                  <a:lnTo>
                    <a:pt x="8197" y="72131"/>
                  </a:lnTo>
                  <a:lnTo>
                    <a:pt x="6557" y="68852"/>
                  </a:lnTo>
                  <a:lnTo>
                    <a:pt x="1639" y="65573"/>
                  </a:lnTo>
                  <a:lnTo>
                    <a:pt x="1639" y="62295"/>
                  </a:lnTo>
                  <a:lnTo>
                    <a:pt x="0" y="59016"/>
                  </a:lnTo>
                  <a:lnTo>
                    <a:pt x="3279" y="59016"/>
                  </a:lnTo>
                  <a:lnTo>
                    <a:pt x="6557" y="55737"/>
                  </a:lnTo>
                  <a:lnTo>
                    <a:pt x="9836" y="52459"/>
                  </a:lnTo>
                  <a:lnTo>
                    <a:pt x="11475" y="49180"/>
                  </a:lnTo>
                  <a:lnTo>
                    <a:pt x="9836" y="44262"/>
                  </a:lnTo>
                  <a:lnTo>
                    <a:pt x="6557" y="44262"/>
                  </a:lnTo>
                  <a:lnTo>
                    <a:pt x="6557" y="42623"/>
                  </a:lnTo>
                  <a:lnTo>
                    <a:pt x="6557" y="42623"/>
                  </a:lnTo>
                  <a:lnTo>
                    <a:pt x="9836" y="40983"/>
                  </a:lnTo>
                  <a:lnTo>
                    <a:pt x="14754" y="36065"/>
                  </a:lnTo>
                  <a:lnTo>
                    <a:pt x="14754" y="36065"/>
                  </a:lnTo>
                  <a:lnTo>
                    <a:pt x="16393" y="32787"/>
                  </a:lnTo>
                  <a:lnTo>
                    <a:pt x="13115" y="29508"/>
                  </a:lnTo>
                  <a:lnTo>
                    <a:pt x="13115" y="24590"/>
                  </a:lnTo>
                  <a:lnTo>
                    <a:pt x="14754" y="21311"/>
                  </a:lnTo>
                  <a:lnTo>
                    <a:pt x="16393" y="18033"/>
                  </a:lnTo>
                  <a:lnTo>
                    <a:pt x="14754" y="13115"/>
                  </a:lnTo>
                  <a:lnTo>
                    <a:pt x="14754" y="9836"/>
                  </a:lnTo>
                  <a:lnTo>
                    <a:pt x="14754" y="6557"/>
                  </a:lnTo>
                  <a:lnTo>
                    <a:pt x="18033" y="4918"/>
                  </a:lnTo>
                  <a:lnTo>
                    <a:pt x="21311" y="1639"/>
                  </a:lnTo>
                  <a:lnTo>
                    <a:pt x="26229" y="1639"/>
                  </a:lnTo>
                  <a:lnTo>
                    <a:pt x="29508" y="3279"/>
                  </a:lnTo>
                  <a:lnTo>
                    <a:pt x="32787" y="4918"/>
                  </a:lnTo>
                  <a:lnTo>
                    <a:pt x="36065" y="3279"/>
                  </a:lnTo>
                  <a:lnTo>
                    <a:pt x="40983" y="1639"/>
                  </a:lnTo>
                  <a:lnTo>
                    <a:pt x="44262" y="0"/>
                  </a:lnTo>
                  <a:lnTo>
                    <a:pt x="47541" y="1639"/>
                  </a:lnTo>
                  <a:lnTo>
                    <a:pt x="52459" y="3279"/>
                  </a:lnTo>
                  <a:lnTo>
                    <a:pt x="55737" y="6557"/>
                  </a:lnTo>
                  <a:lnTo>
                    <a:pt x="59016" y="8197"/>
                  </a:lnTo>
                  <a:lnTo>
                    <a:pt x="62295" y="6557"/>
                  </a:lnTo>
                  <a:lnTo>
                    <a:pt x="67213" y="8197"/>
                  </a:lnTo>
                  <a:lnTo>
                    <a:pt x="70492" y="13115"/>
                  </a:lnTo>
                  <a:lnTo>
                    <a:pt x="73770" y="13115"/>
                  </a:lnTo>
                  <a:lnTo>
                    <a:pt x="77049" y="13115"/>
                  </a:lnTo>
                  <a:lnTo>
                    <a:pt x="80327" y="11475"/>
                  </a:lnTo>
                  <a:lnTo>
                    <a:pt x="85245" y="13115"/>
                  </a:lnTo>
                  <a:lnTo>
                    <a:pt x="83606" y="16393"/>
                  </a:lnTo>
                  <a:lnTo>
                    <a:pt x="85245" y="21311"/>
                  </a:lnTo>
                  <a:lnTo>
                    <a:pt x="85245" y="24590"/>
                  </a:lnTo>
                  <a:lnTo>
                    <a:pt x="88524" y="27869"/>
                  </a:lnTo>
                  <a:lnTo>
                    <a:pt x="91803" y="27869"/>
                  </a:lnTo>
                  <a:lnTo>
                    <a:pt x="95082" y="26229"/>
                  </a:lnTo>
                  <a:lnTo>
                    <a:pt x="100000" y="26229"/>
                  </a:lnTo>
                  <a:lnTo>
                    <a:pt x="103278" y="27869"/>
                  </a:lnTo>
                  <a:lnTo>
                    <a:pt x="106557" y="26229"/>
                  </a:lnTo>
                  <a:lnTo>
                    <a:pt x="109836" y="27869"/>
                  </a:lnTo>
                  <a:lnTo>
                    <a:pt x="108196" y="31147"/>
                  </a:lnTo>
                  <a:lnTo>
                    <a:pt x="104917" y="32787"/>
                  </a:lnTo>
                  <a:lnTo>
                    <a:pt x="100000" y="32787"/>
                  </a:lnTo>
                  <a:lnTo>
                    <a:pt x="96721" y="31147"/>
                  </a:lnTo>
                  <a:lnTo>
                    <a:pt x="93442" y="31147"/>
                  </a:lnTo>
                  <a:lnTo>
                    <a:pt x="91803" y="31147"/>
                  </a:lnTo>
                  <a:lnTo>
                    <a:pt x="91803" y="36065"/>
                  </a:lnTo>
                  <a:lnTo>
                    <a:pt x="95082" y="37705"/>
                  </a:lnTo>
                  <a:lnTo>
                    <a:pt x="100000" y="36065"/>
                  </a:lnTo>
                  <a:lnTo>
                    <a:pt x="103278" y="39344"/>
                  </a:lnTo>
                  <a:lnTo>
                    <a:pt x="106557" y="39344"/>
                  </a:lnTo>
                  <a:lnTo>
                    <a:pt x="109836" y="39344"/>
                  </a:lnTo>
                  <a:lnTo>
                    <a:pt x="114754" y="40983"/>
                  </a:lnTo>
                  <a:lnTo>
                    <a:pt x="118032" y="39344"/>
                  </a:lnTo>
                  <a:lnTo>
                    <a:pt x="121311" y="40983"/>
                  </a:lnTo>
                  <a:lnTo>
                    <a:pt x="126229" y="42623"/>
                  </a:lnTo>
                  <a:lnTo>
                    <a:pt x="127868" y="47541"/>
                  </a:lnTo>
                  <a:lnTo>
                    <a:pt x="131147" y="50819"/>
                  </a:lnTo>
                  <a:lnTo>
                    <a:pt x="136065" y="54098"/>
                  </a:lnTo>
                  <a:lnTo>
                    <a:pt x="139344" y="57377"/>
                  </a:lnTo>
                  <a:lnTo>
                    <a:pt x="137704" y="62295"/>
                  </a:lnTo>
                  <a:lnTo>
                    <a:pt x="134426" y="65573"/>
                  </a:lnTo>
                  <a:lnTo>
                    <a:pt x="132786" y="68852"/>
                  </a:lnTo>
                  <a:lnTo>
                    <a:pt x="129508" y="68852"/>
                  </a:lnTo>
                  <a:lnTo>
                    <a:pt x="127868" y="68852"/>
                  </a:lnTo>
                  <a:lnTo>
                    <a:pt x="126229" y="72131"/>
                  </a:lnTo>
                  <a:lnTo>
                    <a:pt x="124590" y="75409"/>
                  </a:lnTo>
                  <a:lnTo>
                    <a:pt x="121311" y="75409"/>
                  </a:lnTo>
                  <a:lnTo>
                    <a:pt x="119672" y="72131"/>
                  </a:lnTo>
                  <a:lnTo>
                    <a:pt x="118032" y="68852"/>
                  </a:lnTo>
                  <a:lnTo>
                    <a:pt x="114754" y="67213"/>
                  </a:lnTo>
                  <a:lnTo>
                    <a:pt x="109836" y="67213"/>
                  </a:lnTo>
                  <a:lnTo>
                    <a:pt x="106557" y="67213"/>
                  </a:lnTo>
                  <a:lnTo>
                    <a:pt x="103278" y="65573"/>
                  </a:lnTo>
                  <a:lnTo>
                    <a:pt x="100000" y="65573"/>
                  </a:lnTo>
                  <a:lnTo>
                    <a:pt x="96721" y="65573"/>
                  </a:lnTo>
                  <a:lnTo>
                    <a:pt x="93442" y="67213"/>
                  </a:lnTo>
                  <a:lnTo>
                    <a:pt x="90164" y="65573"/>
                  </a:lnTo>
                  <a:lnTo>
                    <a:pt x="85245" y="65573"/>
                  </a:lnTo>
                  <a:lnTo>
                    <a:pt x="81967" y="65573"/>
                  </a:lnTo>
                  <a:lnTo>
                    <a:pt x="78688" y="63934"/>
                  </a:lnTo>
                  <a:lnTo>
                    <a:pt x="75410" y="67213"/>
                  </a:lnTo>
                  <a:lnTo>
                    <a:pt x="73770" y="67213"/>
                  </a:lnTo>
                  <a:lnTo>
                    <a:pt x="73770" y="67213"/>
                  </a:lnTo>
                  <a:lnTo>
                    <a:pt x="72131" y="70492"/>
                  </a:lnTo>
                  <a:lnTo>
                    <a:pt x="68852" y="73770"/>
                  </a:lnTo>
                  <a:lnTo>
                    <a:pt x="63934" y="75409"/>
                  </a:lnTo>
                  <a:lnTo>
                    <a:pt x="60655" y="75409"/>
                  </a:lnTo>
                  <a:lnTo>
                    <a:pt x="55737" y="75409"/>
                  </a:lnTo>
                  <a:lnTo>
                    <a:pt x="52459" y="75409"/>
                  </a:lnTo>
                  <a:lnTo>
                    <a:pt x="50820" y="73770"/>
                  </a:lnTo>
                  <a:lnTo>
                    <a:pt x="52459" y="68852"/>
                  </a:lnTo>
                  <a:lnTo>
                    <a:pt x="49180" y="65573"/>
                  </a:lnTo>
                  <a:lnTo>
                    <a:pt x="45901" y="68852"/>
                  </a:lnTo>
                  <a:lnTo>
                    <a:pt x="42623" y="70492"/>
                  </a:lnTo>
                  <a:lnTo>
                    <a:pt x="39344" y="73770"/>
                  </a:lnTo>
                  <a:lnTo>
                    <a:pt x="34426" y="72131"/>
                  </a:lnTo>
                  <a:lnTo>
                    <a:pt x="32787" y="72131"/>
                  </a:lnTo>
                  <a:lnTo>
                    <a:pt x="32787" y="77049"/>
                  </a:lnTo>
                  <a:lnTo>
                    <a:pt x="31147" y="80327"/>
                  </a:lnTo>
                  <a:lnTo>
                    <a:pt x="29508" y="83606"/>
                  </a:lnTo>
                  <a:lnTo>
                    <a:pt x="26229" y="88524"/>
                  </a:lnTo>
                  <a:lnTo>
                    <a:pt x="22951" y="91803"/>
                  </a:lnTo>
                  <a:lnTo>
                    <a:pt x="19672" y="95082"/>
                  </a:lnTo>
                  <a:lnTo>
                    <a:pt x="19672" y="98360"/>
                  </a:lnTo>
                  <a:lnTo>
                    <a:pt x="16393" y="103278"/>
                  </a:lnTo>
                  <a:lnTo>
                    <a:pt x="14754" y="98360"/>
                  </a:lnTo>
                  <a:lnTo>
                    <a:pt x="9836" y="95082"/>
                  </a:lnTo>
                  <a:lnTo>
                    <a:pt x="9836" y="91803"/>
                  </a:lnTo>
                  <a:lnTo>
                    <a:pt x="8197" y="88524"/>
                  </a:lnTo>
                  <a:lnTo>
                    <a:pt x="6557" y="85245"/>
                  </a:lnTo>
                  <a:lnTo>
                    <a:pt x="4918" y="8360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3" name="Freeform 2832">
              <a:extLst>
                <a:ext uri="{FF2B5EF4-FFF2-40B4-BE49-F238E27FC236}">
                  <a16:creationId xmlns:a16="http://schemas.microsoft.com/office/drawing/2014/main" id="{E1F2C1AE-E7E9-484E-92F2-EC1061B37727}"/>
                </a:ext>
              </a:extLst>
            </p:cNvPr>
            <p:cNvSpPr/>
            <p:nvPr/>
          </p:nvSpPr>
          <p:spPr>
            <a:xfrm>
              <a:off x="2756671" y="3319818"/>
              <a:ext cx="6557" cy="3278"/>
            </a:xfrm>
            <a:custGeom>
              <a:avLst/>
              <a:gdLst>
                <a:gd name="connsiteX0" fmla="*/ 6557 w 6557"/>
                <a:gd name="connsiteY0" fmla="*/ 3279 h 3278"/>
                <a:gd name="connsiteX1" fmla="*/ 3279 w 6557"/>
                <a:gd name="connsiteY1" fmla="*/ 3279 h 3278"/>
                <a:gd name="connsiteX2" fmla="*/ 0 w 6557"/>
                <a:gd name="connsiteY2" fmla="*/ 1639 h 3278"/>
                <a:gd name="connsiteX3" fmla="*/ 3279 w 6557"/>
                <a:gd name="connsiteY3" fmla="*/ 0 h 3278"/>
                <a:gd name="connsiteX4" fmla="*/ 6557 w 6557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6557" y="3279"/>
                  </a:moveTo>
                  <a:lnTo>
                    <a:pt x="3279" y="3279"/>
                  </a:lnTo>
                  <a:lnTo>
                    <a:pt x="0" y="1639"/>
                  </a:lnTo>
                  <a:lnTo>
                    <a:pt x="3279" y="0"/>
                  </a:lnTo>
                  <a:lnTo>
                    <a:pt x="655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4" name="Freeform 2833">
              <a:extLst>
                <a:ext uri="{FF2B5EF4-FFF2-40B4-BE49-F238E27FC236}">
                  <a16:creationId xmlns:a16="http://schemas.microsoft.com/office/drawing/2014/main" id="{0516C7FD-6BE4-6341-B395-863DEDABB70A}"/>
                </a:ext>
              </a:extLst>
            </p:cNvPr>
            <p:cNvSpPr/>
            <p:nvPr/>
          </p:nvSpPr>
          <p:spPr>
            <a:xfrm>
              <a:off x="6561571" y="2547691"/>
              <a:ext cx="81966" cy="49180"/>
            </a:xfrm>
            <a:custGeom>
              <a:avLst/>
              <a:gdLst>
                <a:gd name="connsiteX0" fmla="*/ 1639 w 81966"/>
                <a:gd name="connsiteY0" fmla="*/ 29508 h 49180"/>
                <a:gd name="connsiteX1" fmla="*/ 0 w 81966"/>
                <a:gd name="connsiteY1" fmla="*/ 26229 h 49180"/>
                <a:gd name="connsiteX2" fmla="*/ 4918 w 81966"/>
                <a:gd name="connsiteY2" fmla="*/ 27869 h 49180"/>
                <a:gd name="connsiteX3" fmla="*/ 8197 w 81966"/>
                <a:gd name="connsiteY3" fmla="*/ 26229 h 49180"/>
                <a:gd name="connsiteX4" fmla="*/ 9836 w 81966"/>
                <a:gd name="connsiteY4" fmla="*/ 22951 h 49180"/>
                <a:gd name="connsiteX5" fmla="*/ 11476 w 81966"/>
                <a:gd name="connsiteY5" fmla="*/ 22951 h 49180"/>
                <a:gd name="connsiteX6" fmla="*/ 11476 w 81966"/>
                <a:gd name="connsiteY6" fmla="*/ 22951 h 49180"/>
                <a:gd name="connsiteX7" fmla="*/ 11476 w 81966"/>
                <a:gd name="connsiteY7" fmla="*/ 22951 h 49180"/>
                <a:gd name="connsiteX8" fmla="*/ 13115 w 81966"/>
                <a:gd name="connsiteY8" fmla="*/ 22951 h 49180"/>
                <a:gd name="connsiteX9" fmla="*/ 13115 w 81966"/>
                <a:gd name="connsiteY9" fmla="*/ 21311 h 49180"/>
                <a:gd name="connsiteX10" fmla="*/ 14754 w 81966"/>
                <a:gd name="connsiteY10" fmla="*/ 22951 h 49180"/>
                <a:gd name="connsiteX11" fmla="*/ 16393 w 81966"/>
                <a:gd name="connsiteY11" fmla="*/ 22951 h 49180"/>
                <a:gd name="connsiteX12" fmla="*/ 19672 w 81966"/>
                <a:gd name="connsiteY12" fmla="*/ 22951 h 49180"/>
                <a:gd name="connsiteX13" fmla="*/ 22951 w 81966"/>
                <a:gd name="connsiteY13" fmla="*/ 21311 h 49180"/>
                <a:gd name="connsiteX14" fmla="*/ 24590 w 81966"/>
                <a:gd name="connsiteY14" fmla="*/ 18033 h 49180"/>
                <a:gd name="connsiteX15" fmla="*/ 22951 w 81966"/>
                <a:gd name="connsiteY15" fmla="*/ 14754 h 49180"/>
                <a:gd name="connsiteX16" fmla="*/ 27869 w 81966"/>
                <a:gd name="connsiteY16" fmla="*/ 14754 h 49180"/>
                <a:gd name="connsiteX17" fmla="*/ 31147 w 81966"/>
                <a:gd name="connsiteY17" fmla="*/ 14754 h 49180"/>
                <a:gd name="connsiteX18" fmla="*/ 34426 w 81966"/>
                <a:gd name="connsiteY18" fmla="*/ 14754 h 49180"/>
                <a:gd name="connsiteX19" fmla="*/ 37705 w 81966"/>
                <a:gd name="connsiteY19" fmla="*/ 14754 h 49180"/>
                <a:gd name="connsiteX20" fmla="*/ 42623 w 81966"/>
                <a:gd name="connsiteY20" fmla="*/ 14754 h 49180"/>
                <a:gd name="connsiteX21" fmla="*/ 45902 w 81966"/>
                <a:gd name="connsiteY21" fmla="*/ 14754 h 49180"/>
                <a:gd name="connsiteX22" fmla="*/ 49180 w 81966"/>
                <a:gd name="connsiteY22" fmla="*/ 14754 h 49180"/>
                <a:gd name="connsiteX23" fmla="*/ 52459 w 81966"/>
                <a:gd name="connsiteY23" fmla="*/ 13115 h 49180"/>
                <a:gd name="connsiteX24" fmla="*/ 57377 w 81966"/>
                <a:gd name="connsiteY24" fmla="*/ 11476 h 49180"/>
                <a:gd name="connsiteX25" fmla="*/ 60656 w 81966"/>
                <a:gd name="connsiteY25" fmla="*/ 11476 h 49180"/>
                <a:gd name="connsiteX26" fmla="*/ 63934 w 81966"/>
                <a:gd name="connsiteY26" fmla="*/ 8197 h 49180"/>
                <a:gd name="connsiteX27" fmla="*/ 68852 w 81966"/>
                <a:gd name="connsiteY27" fmla="*/ 6557 h 49180"/>
                <a:gd name="connsiteX28" fmla="*/ 68852 w 81966"/>
                <a:gd name="connsiteY28" fmla="*/ 6557 h 49180"/>
                <a:gd name="connsiteX29" fmla="*/ 73770 w 81966"/>
                <a:gd name="connsiteY29" fmla="*/ 4918 h 49180"/>
                <a:gd name="connsiteX30" fmla="*/ 77049 w 81966"/>
                <a:gd name="connsiteY30" fmla="*/ 1639 h 49180"/>
                <a:gd name="connsiteX31" fmla="*/ 80327 w 81966"/>
                <a:gd name="connsiteY31" fmla="*/ 0 h 49180"/>
                <a:gd name="connsiteX32" fmla="*/ 81967 w 81966"/>
                <a:gd name="connsiteY32" fmla="*/ 0 h 49180"/>
                <a:gd name="connsiteX33" fmla="*/ 78688 w 81966"/>
                <a:gd name="connsiteY33" fmla="*/ 3279 h 49180"/>
                <a:gd name="connsiteX34" fmla="*/ 75410 w 81966"/>
                <a:gd name="connsiteY34" fmla="*/ 6557 h 49180"/>
                <a:gd name="connsiteX35" fmla="*/ 70492 w 81966"/>
                <a:gd name="connsiteY35" fmla="*/ 9836 h 49180"/>
                <a:gd name="connsiteX36" fmla="*/ 67213 w 81966"/>
                <a:gd name="connsiteY36" fmla="*/ 11476 h 49180"/>
                <a:gd name="connsiteX37" fmla="*/ 65573 w 81966"/>
                <a:gd name="connsiteY37" fmla="*/ 14754 h 49180"/>
                <a:gd name="connsiteX38" fmla="*/ 60656 w 81966"/>
                <a:gd name="connsiteY38" fmla="*/ 16393 h 49180"/>
                <a:gd name="connsiteX39" fmla="*/ 59016 w 81966"/>
                <a:gd name="connsiteY39" fmla="*/ 19672 h 49180"/>
                <a:gd name="connsiteX40" fmla="*/ 60656 w 81966"/>
                <a:gd name="connsiteY40" fmla="*/ 22951 h 49180"/>
                <a:gd name="connsiteX41" fmla="*/ 62295 w 81966"/>
                <a:gd name="connsiteY41" fmla="*/ 26229 h 49180"/>
                <a:gd name="connsiteX42" fmla="*/ 63934 w 81966"/>
                <a:gd name="connsiteY42" fmla="*/ 27869 h 49180"/>
                <a:gd name="connsiteX43" fmla="*/ 65573 w 81966"/>
                <a:gd name="connsiteY43" fmla="*/ 29508 h 49180"/>
                <a:gd name="connsiteX44" fmla="*/ 62295 w 81966"/>
                <a:gd name="connsiteY44" fmla="*/ 31148 h 49180"/>
                <a:gd name="connsiteX45" fmla="*/ 60656 w 81966"/>
                <a:gd name="connsiteY45" fmla="*/ 31148 h 49180"/>
                <a:gd name="connsiteX46" fmla="*/ 55737 w 81966"/>
                <a:gd name="connsiteY46" fmla="*/ 31148 h 49180"/>
                <a:gd name="connsiteX47" fmla="*/ 52459 w 81966"/>
                <a:gd name="connsiteY47" fmla="*/ 31148 h 49180"/>
                <a:gd name="connsiteX48" fmla="*/ 50820 w 81966"/>
                <a:gd name="connsiteY48" fmla="*/ 34426 h 49180"/>
                <a:gd name="connsiteX49" fmla="*/ 47541 w 81966"/>
                <a:gd name="connsiteY49" fmla="*/ 39344 h 49180"/>
                <a:gd name="connsiteX50" fmla="*/ 44262 w 81966"/>
                <a:gd name="connsiteY50" fmla="*/ 40983 h 49180"/>
                <a:gd name="connsiteX51" fmla="*/ 39344 w 81966"/>
                <a:gd name="connsiteY51" fmla="*/ 42623 h 49180"/>
                <a:gd name="connsiteX52" fmla="*/ 37705 w 81966"/>
                <a:gd name="connsiteY52" fmla="*/ 42623 h 49180"/>
                <a:gd name="connsiteX53" fmla="*/ 34426 w 81966"/>
                <a:gd name="connsiteY53" fmla="*/ 42623 h 49180"/>
                <a:gd name="connsiteX54" fmla="*/ 31147 w 81966"/>
                <a:gd name="connsiteY54" fmla="*/ 44262 h 49180"/>
                <a:gd name="connsiteX55" fmla="*/ 29508 w 81966"/>
                <a:gd name="connsiteY55" fmla="*/ 45901 h 49180"/>
                <a:gd name="connsiteX56" fmla="*/ 29508 w 81966"/>
                <a:gd name="connsiteY56" fmla="*/ 49180 h 49180"/>
                <a:gd name="connsiteX57" fmla="*/ 26229 w 81966"/>
                <a:gd name="connsiteY57" fmla="*/ 47541 h 49180"/>
                <a:gd name="connsiteX58" fmla="*/ 24590 w 81966"/>
                <a:gd name="connsiteY58" fmla="*/ 45901 h 49180"/>
                <a:gd name="connsiteX59" fmla="*/ 21312 w 81966"/>
                <a:gd name="connsiteY59" fmla="*/ 44262 h 49180"/>
                <a:gd name="connsiteX60" fmla="*/ 19672 w 81966"/>
                <a:gd name="connsiteY60" fmla="*/ 45901 h 49180"/>
                <a:gd name="connsiteX61" fmla="*/ 16393 w 81966"/>
                <a:gd name="connsiteY61" fmla="*/ 45901 h 49180"/>
                <a:gd name="connsiteX62" fmla="*/ 14754 w 81966"/>
                <a:gd name="connsiteY62" fmla="*/ 45901 h 49180"/>
                <a:gd name="connsiteX63" fmla="*/ 11476 w 81966"/>
                <a:gd name="connsiteY63" fmla="*/ 44262 h 49180"/>
                <a:gd name="connsiteX64" fmla="*/ 9836 w 81966"/>
                <a:gd name="connsiteY64" fmla="*/ 42623 h 49180"/>
                <a:gd name="connsiteX65" fmla="*/ 6557 w 81966"/>
                <a:gd name="connsiteY65" fmla="*/ 40983 h 49180"/>
                <a:gd name="connsiteX66" fmla="*/ 4918 w 81966"/>
                <a:gd name="connsiteY66" fmla="*/ 37705 h 49180"/>
                <a:gd name="connsiteX67" fmla="*/ 3279 w 81966"/>
                <a:gd name="connsiteY67" fmla="*/ 32787 h 4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81966" h="49180">
                  <a:moveTo>
                    <a:pt x="1639" y="29508"/>
                  </a:moveTo>
                  <a:lnTo>
                    <a:pt x="0" y="26229"/>
                  </a:lnTo>
                  <a:lnTo>
                    <a:pt x="4918" y="27869"/>
                  </a:lnTo>
                  <a:lnTo>
                    <a:pt x="8197" y="26229"/>
                  </a:lnTo>
                  <a:lnTo>
                    <a:pt x="9836" y="22951"/>
                  </a:lnTo>
                  <a:lnTo>
                    <a:pt x="11476" y="22951"/>
                  </a:lnTo>
                  <a:lnTo>
                    <a:pt x="11476" y="22951"/>
                  </a:lnTo>
                  <a:lnTo>
                    <a:pt x="11476" y="22951"/>
                  </a:lnTo>
                  <a:lnTo>
                    <a:pt x="13115" y="22951"/>
                  </a:lnTo>
                  <a:lnTo>
                    <a:pt x="13115" y="21311"/>
                  </a:lnTo>
                  <a:lnTo>
                    <a:pt x="14754" y="22951"/>
                  </a:lnTo>
                  <a:lnTo>
                    <a:pt x="16393" y="22951"/>
                  </a:lnTo>
                  <a:lnTo>
                    <a:pt x="19672" y="22951"/>
                  </a:lnTo>
                  <a:lnTo>
                    <a:pt x="22951" y="21311"/>
                  </a:lnTo>
                  <a:lnTo>
                    <a:pt x="24590" y="18033"/>
                  </a:lnTo>
                  <a:lnTo>
                    <a:pt x="22951" y="14754"/>
                  </a:lnTo>
                  <a:lnTo>
                    <a:pt x="27869" y="14754"/>
                  </a:lnTo>
                  <a:lnTo>
                    <a:pt x="31147" y="14754"/>
                  </a:lnTo>
                  <a:lnTo>
                    <a:pt x="34426" y="14754"/>
                  </a:lnTo>
                  <a:lnTo>
                    <a:pt x="37705" y="14754"/>
                  </a:lnTo>
                  <a:lnTo>
                    <a:pt x="42623" y="14754"/>
                  </a:lnTo>
                  <a:lnTo>
                    <a:pt x="45902" y="14754"/>
                  </a:lnTo>
                  <a:lnTo>
                    <a:pt x="49180" y="14754"/>
                  </a:lnTo>
                  <a:lnTo>
                    <a:pt x="52459" y="13115"/>
                  </a:lnTo>
                  <a:lnTo>
                    <a:pt x="57377" y="11476"/>
                  </a:lnTo>
                  <a:lnTo>
                    <a:pt x="60656" y="11476"/>
                  </a:lnTo>
                  <a:lnTo>
                    <a:pt x="63934" y="8197"/>
                  </a:lnTo>
                  <a:lnTo>
                    <a:pt x="68852" y="6557"/>
                  </a:lnTo>
                  <a:lnTo>
                    <a:pt x="68852" y="6557"/>
                  </a:lnTo>
                  <a:lnTo>
                    <a:pt x="73770" y="4918"/>
                  </a:lnTo>
                  <a:lnTo>
                    <a:pt x="77049" y="1639"/>
                  </a:lnTo>
                  <a:lnTo>
                    <a:pt x="80327" y="0"/>
                  </a:lnTo>
                  <a:lnTo>
                    <a:pt x="81967" y="0"/>
                  </a:lnTo>
                  <a:lnTo>
                    <a:pt x="78688" y="3279"/>
                  </a:lnTo>
                  <a:lnTo>
                    <a:pt x="75410" y="6557"/>
                  </a:lnTo>
                  <a:lnTo>
                    <a:pt x="70492" y="9836"/>
                  </a:lnTo>
                  <a:lnTo>
                    <a:pt x="67213" y="11476"/>
                  </a:lnTo>
                  <a:lnTo>
                    <a:pt x="65573" y="14754"/>
                  </a:lnTo>
                  <a:lnTo>
                    <a:pt x="60656" y="16393"/>
                  </a:lnTo>
                  <a:lnTo>
                    <a:pt x="59016" y="19672"/>
                  </a:lnTo>
                  <a:lnTo>
                    <a:pt x="60656" y="22951"/>
                  </a:lnTo>
                  <a:lnTo>
                    <a:pt x="62295" y="26229"/>
                  </a:lnTo>
                  <a:lnTo>
                    <a:pt x="63934" y="27869"/>
                  </a:lnTo>
                  <a:lnTo>
                    <a:pt x="65573" y="29508"/>
                  </a:lnTo>
                  <a:lnTo>
                    <a:pt x="62295" y="31148"/>
                  </a:lnTo>
                  <a:lnTo>
                    <a:pt x="60656" y="31148"/>
                  </a:lnTo>
                  <a:lnTo>
                    <a:pt x="55737" y="31148"/>
                  </a:lnTo>
                  <a:lnTo>
                    <a:pt x="52459" y="31148"/>
                  </a:lnTo>
                  <a:lnTo>
                    <a:pt x="50820" y="34426"/>
                  </a:lnTo>
                  <a:lnTo>
                    <a:pt x="47541" y="39344"/>
                  </a:lnTo>
                  <a:lnTo>
                    <a:pt x="44262" y="40983"/>
                  </a:lnTo>
                  <a:lnTo>
                    <a:pt x="39344" y="42623"/>
                  </a:lnTo>
                  <a:lnTo>
                    <a:pt x="37705" y="42623"/>
                  </a:lnTo>
                  <a:lnTo>
                    <a:pt x="34426" y="42623"/>
                  </a:lnTo>
                  <a:lnTo>
                    <a:pt x="31147" y="44262"/>
                  </a:lnTo>
                  <a:lnTo>
                    <a:pt x="29508" y="45901"/>
                  </a:lnTo>
                  <a:lnTo>
                    <a:pt x="29508" y="49180"/>
                  </a:lnTo>
                  <a:lnTo>
                    <a:pt x="26229" y="47541"/>
                  </a:lnTo>
                  <a:lnTo>
                    <a:pt x="24590" y="45901"/>
                  </a:lnTo>
                  <a:lnTo>
                    <a:pt x="21312" y="44262"/>
                  </a:lnTo>
                  <a:lnTo>
                    <a:pt x="19672" y="45901"/>
                  </a:lnTo>
                  <a:lnTo>
                    <a:pt x="16393" y="45901"/>
                  </a:lnTo>
                  <a:lnTo>
                    <a:pt x="14754" y="45901"/>
                  </a:lnTo>
                  <a:lnTo>
                    <a:pt x="11476" y="44262"/>
                  </a:lnTo>
                  <a:lnTo>
                    <a:pt x="9836" y="42623"/>
                  </a:lnTo>
                  <a:lnTo>
                    <a:pt x="6557" y="40983"/>
                  </a:lnTo>
                  <a:lnTo>
                    <a:pt x="4918" y="37705"/>
                  </a:lnTo>
                  <a:lnTo>
                    <a:pt x="3279" y="327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5" name="Freeform 2834">
              <a:extLst>
                <a:ext uri="{FF2B5EF4-FFF2-40B4-BE49-F238E27FC236}">
                  <a16:creationId xmlns:a16="http://schemas.microsoft.com/office/drawing/2014/main" id="{A27F523B-B1FD-7540-8EE3-DBF01980C137}"/>
                </a:ext>
              </a:extLst>
            </p:cNvPr>
            <p:cNvSpPr/>
            <p:nvPr/>
          </p:nvSpPr>
          <p:spPr>
            <a:xfrm>
              <a:off x="6668128" y="2705067"/>
              <a:ext cx="809832" cy="695078"/>
            </a:xfrm>
            <a:custGeom>
              <a:avLst/>
              <a:gdLst>
                <a:gd name="connsiteX0" fmla="*/ 334425 w 809832"/>
                <a:gd name="connsiteY0" fmla="*/ 693439 h 695078"/>
                <a:gd name="connsiteX1" fmla="*/ 334425 w 809832"/>
                <a:gd name="connsiteY1" fmla="*/ 690161 h 695078"/>
                <a:gd name="connsiteX2" fmla="*/ 332786 w 809832"/>
                <a:gd name="connsiteY2" fmla="*/ 686882 h 695078"/>
                <a:gd name="connsiteX3" fmla="*/ 331146 w 809832"/>
                <a:gd name="connsiteY3" fmla="*/ 683603 h 695078"/>
                <a:gd name="connsiteX4" fmla="*/ 331146 w 809832"/>
                <a:gd name="connsiteY4" fmla="*/ 678685 h 695078"/>
                <a:gd name="connsiteX5" fmla="*/ 329507 w 809832"/>
                <a:gd name="connsiteY5" fmla="*/ 675407 h 695078"/>
                <a:gd name="connsiteX6" fmla="*/ 324589 w 809832"/>
                <a:gd name="connsiteY6" fmla="*/ 672128 h 695078"/>
                <a:gd name="connsiteX7" fmla="*/ 324589 w 809832"/>
                <a:gd name="connsiteY7" fmla="*/ 668849 h 695078"/>
                <a:gd name="connsiteX8" fmla="*/ 324589 w 809832"/>
                <a:gd name="connsiteY8" fmla="*/ 665571 h 695078"/>
                <a:gd name="connsiteX9" fmla="*/ 319671 w 809832"/>
                <a:gd name="connsiteY9" fmla="*/ 663931 h 695078"/>
                <a:gd name="connsiteX10" fmla="*/ 319671 w 809832"/>
                <a:gd name="connsiteY10" fmla="*/ 662292 h 695078"/>
                <a:gd name="connsiteX11" fmla="*/ 316392 w 809832"/>
                <a:gd name="connsiteY11" fmla="*/ 659013 h 695078"/>
                <a:gd name="connsiteX12" fmla="*/ 316392 w 809832"/>
                <a:gd name="connsiteY12" fmla="*/ 662292 h 695078"/>
                <a:gd name="connsiteX13" fmla="*/ 316392 w 809832"/>
                <a:gd name="connsiteY13" fmla="*/ 659013 h 695078"/>
                <a:gd name="connsiteX14" fmla="*/ 314753 w 809832"/>
                <a:gd name="connsiteY14" fmla="*/ 654095 h 695078"/>
                <a:gd name="connsiteX15" fmla="*/ 314753 w 809832"/>
                <a:gd name="connsiteY15" fmla="*/ 650817 h 695078"/>
                <a:gd name="connsiteX16" fmla="*/ 314753 w 809832"/>
                <a:gd name="connsiteY16" fmla="*/ 647538 h 695078"/>
                <a:gd name="connsiteX17" fmla="*/ 311474 w 809832"/>
                <a:gd name="connsiteY17" fmla="*/ 644259 h 695078"/>
                <a:gd name="connsiteX18" fmla="*/ 308196 w 809832"/>
                <a:gd name="connsiteY18" fmla="*/ 640981 h 695078"/>
                <a:gd name="connsiteX19" fmla="*/ 304917 w 809832"/>
                <a:gd name="connsiteY19" fmla="*/ 637702 h 695078"/>
                <a:gd name="connsiteX20" fmla="*/ 299999 w 809832"/>
                <a:gd name="connsiteY20" fmla="*/ 634423 h 695078"/>
                <a:gd name="connsiteX21" fmla="*/ 296720 w 809832"/>
                <a:gd name="connsiteY21" fmla="*/ 629505 h 695078"/>
                <a:gd name="connsiteX22" fmla="*/ 293441 w 809832"/>
                <a:gd name="connsiteY22" fmla="*/ 627866 h 695078"/>
                <a:gd name="connsiteX23" fmla="*/ 288523 w 809832"/>
                <a:gd name="connsiteY23" fmla="*/ 624587 h 695078"/>
                <a:gd name="connsiteX24" fmla="*/ 288523 w 809832"/>
                <a:gd name="connsiteY24" fmla="*/ 619669 h 695078"/>
                <a:gd name="connsiteX25" fmla="*/ 286884 w 809832"/>
                <a:gd name="connsiteY25" fmla="*/ 616391 h 695078"/>
                <a:gd name="connsiteX26" fmla="*/ 285245 w 809832"/>
                <a:gd name="connsiteY26" fmla="*/ 616391 h 695078"/>
                <a:gd name="connsiteX27" fmla="*/ 281966 w 809832"/>
                <a:gd name="connsiteY27" fmla="*/ 611473 h 695078"/>
                <a:gd name="connsiteX28" fmla="*/ 280327 w 809832"/>
                <a:gd name="connsiteY28" fmla="*/ 608194 h 695078"/>
                <a:gd name="connsiteX29" fmla="*/ 280327 w 809832"/>
                <a:gd name="connsiteY29" fmla="*/ 604915 h 695078"/>
                <a:gd name="connsiteX30" fmla="*/ 278687 w 809832"/>
                <a:gd name="connsiteY30" fmla="*/ 599997 h 695078"/>
                <a:gd name="connsiteX31" fmla="*/ 275409 w 809832"/>
                <a:gd name="connsiteY31" fmla="*/ 596718 h 695078"/>
                <a:gd name="connsiteX32" fmla="*/ 272130 w 809832"/>
                <a:gd name="connsiteY32" fmla="*/ 595079 h 695078"/>
                <a:gd name="connsiteX33" fmla="*/ 270491 w 809832"/>
                <a:gd name="connsiteY33" fmla="*/ 591801 h 695078"/>
                <a:gd name="connsiteX34" fmla="*/ 270491 w 809832"/>
                <a:gd name="connsiteY34" fmla="*/ 588522 h 695078"/>
                <a:gd name="connsiteX35" fmla="*/ 270491 w 809832"/>
                <a:gd name="connsiteY35" fmla="*/ 585243 h 695078"/>
                <a:gd name="connsiteX36" fmla="*/ 267212 w 809832"/>
                <a:gd name="connsiteY36" fmla="*/ 581965 h 695078"/>
                <a:gd name="connsiteX37" fmla="*/ 267212 w 809832"/>
                <a:gd name="connsiteY37" fmla="*/ 577046 h 695078"/>
                <a:gd name="connsiteX38" fmla="*/ 267212 w 809832"/>
                <a:gd name="connsiteY38" fmla="*/ 573768 h 695078"/>
                <a:gd name="connsiteX39" fmla="*/ 263933 w 809832"/>
                <a:gd name="connsiteY39" fmla="*/ 570489 h 695078"/>
                <a:gd name="connsiteX40" fmla="*/ 262294 w 809832"/>
                <a:gd name="connsiteY40" fmla="*/ 567211 h 695078"/>
                <a:gd name="connsiteX41" fmla="*/ 259016 w 809832"/>
                <a:gd name="connsiteY41" fmla="*/ 562293 h 695078"/>
                <a:gd name="connsiteX42" fmla="*/ 259016 w 809832"/>
                <a:gd name="connsiteY42" fmla="*/ 559014 h 695078"/>
                <a:gd name="connsiteX43" fmla="*/ 257376 w 809832"/>
                <a:gd name="connsiteY43" fmla="*/ 555735 h 695078"/>
                <a:gd name="connsiteX44" fmla="*/ 254097 w 809832"/>
                <a:gd name="connsiteY44" fmla="*/ 554096 h 695078"/>
                <a:gd name="connsiteX45" fmla="*/ 252458 w 809832"/>
                <a:gd name="connsiteY45" fmla="*/ 550817 h 695078"/>
                <a:gd name="connsiteX46" fmla="*/ 252458 w 809832"/>
                <a:gd name="connsiteY46" fmla="*/ 545899 h 695078"/>
                <a:gd name="connsiteX47" fmla="*/ 247540 w 809832"/>
                <a:gd name="connsiteY47" fmla="*/ 542621 h 695078"/>
                <a:gd name="connsiteX48" fmla="*/ 244261 w 809832"/>
                <a:gd name="connsiteY48" fmla="*/ 540981 h 695078"/>
                <a:gd name="connsiteX49" fmla="*/ 242622 w 809832"/>
                <a:gd name="connsiteY49" fmla="*/ 537703 h 695078"/>
                <a:gd name="connsiteX50" fmla="*/ 239343 w 809832"/>
                <a:gd name="connsiteY50" fmla="*/ 534424 h 695078"/>
                <a:gd name="connsiteX51" fmla="*/ 236064 w 809832"/>
                <a:gd name="connsiteY51" fmla="*/ 531145 h 695078"/>
                <a:gd name="connsiteX52" fmla="*/ 232786 w 809832"/>
                <a:gd name="connsiteY52" fmla="*/ 529506 h 695078"/>
                <a:gd name="connsiteX53" fmla="*/ 229507 w 809832"/>
                <a:gd name="connsiteY53" fmla="*/ 524588 h 695078"/>
                <a:gd name="connsiteX54" fmla="*/ 224589 w 809832"/>
                <a:gd name="connsiteY54" fmla="*/ 521309 h 695078"/>
                <a:gd name="connsiteX55" fmla="*/ 221310 w 809832"/>
                <a:gd name="connsiteY55" fmla="*/ 521309 h 695078"/>
                <a:gd name="connsiteX56" fmla="*/ 219671 w 809832"/>
                <a:gd name="connsiteY56" fmla="*/ 521309 h 695078"/>
                <a:gd name="connsiteX57" fmla="*/ 216393 w 809832"/>
                <a:gd name="connsiteY57" fmla="*/ 519670 h 695078"/>
                <a:gd name="connsiteX58" fmla="*/ 211474 w 809832"/>
                <a:gd name="connsiteY58" fmla="*/ 518031 h 695078"/>
                <a:gd name="connsiteX59" fmla="*/ 209835 w 809832"/>
                <a:gd name="connsiteY59" fmla="*/ 514752 h 695078"/>
                <a:gd name="connsiteX60" fmla="*/ 206557 w 809832"/>
                <a:gd name="connsiteY60" fmla="*/ 511473 h 695078"/>
                <a:gd name="connsiteX61" fmla="*/ 203278 w 809832"/>
                <a:gd name="connsiteY61" fmla="*/ 506555 h 695078"/>
                <a:gd name="connsiteX62" fmla="*/ 201639 w 809832"/>
                <a:gd name="connsiteY62" fmla="*/ 503276 h 695078"/>
                <a:gd name="connsiteX63" fmla="*/ 198360 w 809832"/>
                <a:gd name="connsiteY63" fmla="*/ 499998 h 695078"/>
                <a:gd name="connsiteX64" fmla="*/ 196720 w 809832"/>
                <a:gd name="connsiteY64" fmla="*/ 496719 h 695078"/>
                <a:gd name="connsiteX65" fmla="*/ 195081 w 809832"/>
                <a:gd name="connsiteY65" fmla="*/ 493440 h 695078"/>
                <a:gd name="connsiteX66" fmla="*/ 191803 w 809832"/>
                <a:gd name="connsiteY66" fmla="*/ 490162 h 695078"/>
                <a:gd name="connsiteX67" fmla="*/ 188524 w 809832"/>
                <a:gd name="connsiteY67" fmla="*/ 485244 h 695078"/>
                <a:gd name="connsiteX68" fmla="*/ 188524 w 809832"/>
                <a:gd name="connsiteY68" fmla="*/ 481965 h 695078"/>
                <a:gd name="connsiteX69" fmla="*/ 185245 w 809832"/>
                <a:gd name="connsiteY69" fmla="*/ 478686 h 695078"/>
                <a:gd name="connsiteX70" fmla="*/ 185245 w 809832"/>
                <a:gd name="connsiteY70" fmla="*/ 473768 h 695078"/>
                <a:gd name="connsiteX71" fmla="*/ 186884 w 809832"/>
                <a:gd name="connsiteY71" fmla="*/ 470490 h 695078"/>
                <a:gd name="connsiteX72" fmla="*/ 185245 w 809832"/>
                <a:gd name="connsiteY72" fmla="*/ 467211 h 695078"/>
                <a:gd name="connsiteX73" fmla="*/ 183606 w 809832"/>
                <a:gd name="connsiteY73" fmla="*/ 462293 h 695078"/>
                <a:gd name="connsiteX74" fmla="*/ 183606 w 809832"/>
                <a:gd name="connsiteY74" fmla="*/ 459014 h 695078"/>
                <a:gd name="connsiteX75" fmla="*/ 181966 w 809832"/>
                <a:gd name="connsiteY75" fmla="*/ 455736 h 695078"/>
                <a:gd name="connsiteX76" fmla="*/ 180327 w 809832"/>
                <a:gd name="connsiteY76" fmla="*/ 452457 h 695078"/>
                <a:gd name="connsiteX77" fmla="*/ 180327 w 809832"/>
                <a:gd name="connsiteY77" fmla="*/ 447539 h 695078"/>
                <a:gd name="connsiteX78" fmla="*/ 180327 w 809832"/>
                <a:gd name="connsiteY78" fmla="*/ 444260 h 695078"/>
                <a:gd name="connsiteX79" fmla="*/ 180327 w 809832"/>
                <a:gd name="connsiteY79" fmla="*/ 440981 h 695078"/>
                <a:gd name="connsiteX80" fmla="*/ 180327 w 809832"/>
                <a:gd name="connsiteY80" fmla="*/ 436064 h 695078"/>
                <a:gd name="connsiteX81" fmla="*/ 181966 w 809832"/>
                <a:gd name="connsiteY81" fmla="*/ 432785 h 695078"/>
                <a:gd name="connsiteX82" fmla="*/ 181966 w 809832"/>
                <a:gd name="connsiteY82" fmla="*/ 429506 h 695078"/>
                <a:gd name="connsiteX83" fmla="*/ 181966 w 809832"/>
                <a:gd name="connsiteY83" fmla="*/ 424588 h 695078"/>
                <a:gd name="connsiteX84" fmla="*/ 181966 w 809832"/>
                <a:gd name="connsiteY84" fmla="*/ 421309 h 695078"/>
                <a:gd name="connsiteX85" fmla="*/ 181966 w 809832"/>
                <a:gd name="connsiteY85" fmla="*/ 419670 h 695078"/>
                <a:gd name="connsiteX86" fmla="*/ 178688 w 809832"/>
                <a:gd name="connsiteY86" fmla="*/ 416391 h 695078"/>
                <a:gd name="connsiteX87" fmla="*/ 177049 w 809832"/>
                <a:gd name="connsiteY87" fmla="*/ 413113 h 695078"/>
                <a:gd name="connsiteX88" fmla="*/ 175409 w 809832"/>
                <a:gd name="connsiteY88" fmla="*/ 408195 h 695078"/>
                <a:gd name="connsiteX89" fmla="*/ 172130 w 809832"/>
                <a:gd name="connsiteY89" fmla="*/ 404916 h 695078"/>
                <a:gd name="connsiteX90" fmla="*/ 177049 w 809832"/>
                <a:gd name="connsiteY90" fmla="*/ 406556 h 695078"/>
                <a:gd name="connsiteX91" fmla="*/ 173770 w 809832"/>
                <a:gd name="connsiteY91" fmla="*/ 403277 h 695078"/>
                <a:gd name="connsiteX92" fmla="*/ 170491 w 809832"/>
                <a:gd name="connsiteY92" fmla="*/ 401637 h 695078"/>
                <a:gd name="connsiteX93" fmla="*/ 170491 w 809832"/>
                <a:gd name="connsiteY93" fmla="*/ 398359 h 695078"/>
                <a:gd name="connsiteX94" fmla="*/ 168852 w 809832"/>
                <a:gd name="connsiteY94" fmla="*/ 393441 h 695078"/>
                <a:gd name="connsiteX95" fmla="*/ 165573 w 809832"/>
                <a:gd name="connsiteY95" fmla="*/ 390162 h 695078"/>
                <a:gd name="connsiteX96" fmla="*/ 165573 w 809832"/>
                <a:gd name="connsiteY96" fmla="*/ 386884 h 695078"/>
                <a:gd name="connsiteX97" fmla="*/ 165573 w 809832"/>
                <a:gd name="connsiteY97" fmla="*/ 383605 h 695078"/>
                <a:gd name="connsiteX98" fmla="*/ 162294 w 809832"/>
                <a:gd name="connsiteY98" fmla="*/ 378687 h 695078"/>
                <a:gd name="connsiteX99" fmla="*/ 159016 w 809832"/>
                <a:gd name="connsiteY99" fmla="*/ 375408 h 695078"/>
                <a:gd name="connsiteX100" fmla="*/ 157376 w 809832"/>
                <a:gd name="connsiteY100" fmla="*/ 372129 h 695078"/>
                <a:gd name="connsiteX101" fmla="*/ 155737 w 809832"/>
                <a:gd name="connsiteY101" fmla="*/ 367211 h 695078"/>
                <a:gd name="connsiteX102" fmla="*/ 152459 w 809832"/>
                <a:gd name="connsiteY102" fmla="*/ 363933 h 695078"/>
                <a:gd name="connsiteX103" fmla="*/ 149180 w 809832"/>
                <a:gd name="connsiteY103" fmla="*/ 360654 h 695078"/>
                <a:gd name="connsiteX104" fmla="*/ 144262 w 809832"/>
                <a:gd name="connsiteY104" fmla="*/ 357375 h 695078"/>
                <a:gd name="connsiteX105" fmla="*/ 144262 w 809832"/>
                <a:gd name="connsiteY105" fmla="*/ 357375 h 695078"/>
                <a:gd name="connsiteX106" fmla="*/ 140983 w 809832"/>
                <a:gd name="connsiteY106" fmla="*/ 355736 h 695078"/>
                <a:gd name="connsiteX107" fmla="*/ 137704 w 809832"/>
                <a:gd name="connsiteY107" fmla="*/ 352457 h 695078"/>
                <a:gd name="connsiteX108" fmla="*/ 136065 w 809832"/>
                <a:gd name="connsiteY108" fmla="*/ 349179 h 695078"/>
                <a:gd name="connsiteX109" fmla="*/ 131147 w 809832"/>
                <a:gd name="connsiteY109" fmla="*/ 349179 h 695078"/>
                <a:gd name="connsiteX110" fmla="*/ 131147 w 809832"/>
                <a:gd name="connsiteY110" fmla="*/ 349179 h 695078"/>
                <a:gd name="connsiteX111" fmla="*/ 127869 w 809832"/>
                <a:gd name="connsiteY111" fmla="*/ 345900 h 695078"/>
                <a:gd name="connsiteX112" fmla="*/ 122950 w 809832"/>
                <a:gd name="connsiteY112" fmla="*/ 345900 h 695078"/>
                <a:gd name="connsiteX113" fmla="*/ 119672 w 809832"/>
                <a:gd name="connsiteY113" fmla="*/ 345900 h 695078"/>
                <a:gd name="connsiteX114" fmla="*/ 116393 w 809832"/>
                <a:gd name="connsiteY114" fmla="*/ 340982 h 695078"/>
                <a:gd name="connsiteX115" fmla="*/ 116393 w 809832"/>
                <a:gd name="connsiteY115" fmla="*/ 337703 h 695078"/>
                <a:gd name="connsiteX116" fmla="*/ 114754 w 809832"/>
                <a:gd name="connsiteY116" fmla="*/ 334425 h 695078"/>
                <a:gd name="connsiteX117" fmla="*/ 113114 w 809832"/>
                <a:gd name="connsiteY117" fmla="*/ 332785 h 695078"/>
                <a:gd name="connsiteX118" fmla="*/ 109836 w 809832"/>
                <a:gd name="connsiteY118" fmla="*/ 327867 h 695078"/>
                <a:gd name="connsiteX119" fmla="*/ 108196 w 809832"/>
                <a:gd name="connsiteY119" fmla="*/ 324589 h 695078"/>
                <a:gd name="connsiteX120" fmla="*/ 104917 w 809832"/>
                <a:gd name="connsiteY120" fmla="*/ 319671 h 695078"/>
                <a:gd name="connsiteX121" fmla="*/ 108196 w 809832"/>
                <a:gd name="connsiteY121" fmla="*/ 318031 h 695078"/>
                <a:gd name="connsiteX122" fmla="*/ 108196 w 809832"/>
                <a:gd name="connsiteY122" fmla="*/ 313113 h 695078"/>
                <a:gd name="connsiteX123" fmla="*/ 108196 w 809832"/>
                <a:gd name="connsiteY123" fmla="*/ 311474 h 695078"/>
                <a:gd name="connsiteX124" fmla="*/ 108196 w 809832"/>
                <a:gd name="connsiteY124" fmla="*/ 306556 h 695078"/>
                <a:gd name="connsiteX125" fmla="*/ 104917 w 809832"/>
                <a:gd name="connsiteY125" fmla="*/ 303277 h 695078"/>
                <a:gd name="connsiteX126" fmla="*/ 101639 w 809832"/>
                <a:gd name="connsiteY126" fmla="*/ 299999 h 695078"/>
                <a:gd name="connsiteX127" fmla="*/ 100000 w 809832"/>
                <a:gd name="connsiteY127" fmla="*/ 295081 h 695078"/>
                <a:gd name="connsiteX128" fmla="*/ 98360 w 809832"/>
                <a:gd name="connsiteY128" fmla="*/ 291802 h 695078"/>
                <a:gd name="connsiteX129" fmla="*/ 96721 w 809832"/>
                <a:gd name="connsiteY129" fmla="*/ 288523 h 695078"/>
                <a:gd name="connsiteX130" fmla="*/ 93442 w 809832"/>
                <a:gd name="connsiteY130" fmla="*/ 283605 h 695078"/>
                <a:gd name="connsiteX131" fmla="*/ 88524 w 809832"/>
                <a:gd name="connsiteY131" fmla="*/ 281966 h 695078"/>
                <a:gd name="connsiteX132" fmla="*/ 85246 w 809832"/>
                <a:gd name="connsiteY132" fmla="*/ 277048 h 695078"/>
                <a:gd name="connsiteX133" fmla="*/ 83606 w 809832"/>
                <a:gd name="connsiteY133" fmla="*/ 273769 h 695078"/>
                <a:gd name="connsiteX134" fmla="*/ 85246 w 809832"/>
                <a:gd name="connsiteY134" fmla="*/ 272130 h 695078"/>
                <a:gd name="connsiteX135" fmla="*/ 83606 w 809832"/>
                <a:gd name="connsiteY135" fmla="*/ 267212 h 695078"/>
                <a:gd name="connsiteX136" fmla="*/ 80327 w 809832"/>
                <a:gd name="connsiteY136" fmla="*/ 267212 h 695078"/>
                <a:gd name="connsiteX137" fmla="*/ 77049 w 809832"/>
                <a:gd name="connsiteY137" fmla="*/ 262294 h 695078"/>
                <a:gd name="connsiteX138" fmla="*/ 75410 w 809832"/>
                <a:gd name="connsiteY138" fmla="*/ 259015 h 695078"/>
                <a:gd name="connsiteX139" fmla="*/ 72131 w 809832"/>
                <a:gd name="connsiteY139" fmla="*/ 254097 h 695078"/>
                <a:gd name="connsiteX140" fmla="*/ 70492 w 809832"/>
                <a:gd name="connsiteY140" fmla="*/ 250819 h 695078"/>
                <a:gd name="connsiteX141" fmla="*/ 68852 w 809832"/>
                <a:gd name="connsiteY141" fmla="*/ 247540 h 695078"/>
                <a:gd name="connsiteX142" fmla="*/ 67213 w 809832"/>
                <a:gd name="connsiteY142" fmla="*/ 242622 h 695078"/>
                <a:gd name="connsiteX143" fmla="*/ 63934 w 809832"/>
                <a:gd name="connsiteY143" fmla="*/ 239343 h 695078"/>
                <a:gd name="connsiteX144" fmla="*/ 60656 w 809832"/>
                <a:gd name="connsiteY144" fmla="*/ 236064 h 695078"/>
                <a:gd name="connsiteX145" fmla="*/ 59016 w 809832"/>
                <a:gd name="connsiteY145" fmla="*/ 231147 h 695078"/>
                <a:gd name="connsiteX146" fmla="*/ 55737 w 809832"/>
                <a:gd name="connsiteY146" fmla="*/ 227868 h 695078"/>
                <a:gd name="connsiteX147" fmla="*/ 52459 w 809832"/>
                <a:gd name="connsiteY147" fmla="*/ 224589 h 695078"/>
                <a:gd name="connsiteX148" fmla="*/ 49180 w 809832"/>
                <a:gd name="connsiteY148" fmla="*/ 219671 h 695078"/>
                <a:gd name="connsiteX149" fmla="*/ 49180 w 809832"/>
                <a:gd name="connsiteY149" fmla="*/ 216392 h 695078"/>
                <a:gd name="connsiteX150" fmla="*/ 45902 w 809832"/>
                <a:gd name="connsiteY150" fmla="*/ 213114 h 695078"/>
                <a:gd name="connsiteX151" fmla="*/ 42623 w 809832"/>
                <a:gd name="connsiteY151" fmla="*/ 209835 h 695078"/>
                <a:gd name="connsiteX152" fmla="*/ 39344 w 809832"/>
                <a:gd name="connsiteY152" fmla="*/ 206557 h 695078"/>
                <a:gd name="connsiteX153" fmla="*/ 36066 w 809832"/>
                <a:gd name="connsiteY153" fmla="*/ 201638 h 695078"/>
                <a:gd name="connsiteX154" fmla="*/ 36066 w 809832"/>
                <a:gd name="connsiteY154" fmla="*/ 198360 h 695078"/>
                <a:gd name="connsiteX155" fmla="*/ 32787 w 809832"/>
                <a:gd name="connsiteY155" fmla="*/ 195081 h 695078"/>
                <a:gd name="connsiteX156" fmla="*/ 29508 w 809832"/>
                <a:gd name="connsiteY156" fmla="*/ 190163 h 695078"/>
                <a:gd name="connsiteX157" fmla="*/ 29508 w 809832"/>
                <a:gd name="connsiteY157" fmla="*/ 186884 h 695078"/>
                <a:gd name="connsiteX158" fmla="*/ 24590 w 809832"/>
                <a:gd name="connsiteY158" fmla="*/ 183606 h 695078"/>
                <a:gd name="connsiteX159" fmla="*/ 24590 w 809832"/>
                <a:gd name="connsiteY159" fmla="*/ 181966 h 695078"/>
                <a:gd name="connsiteX160" fmla="*/ 24590 w 809832"/>
                <a:gd name="connsiteY160" fmla="*/ 178688 h 695078"/>
                <a:gd name="connsiteX161" fmla="*/ 19672 w 809832"/>
                <a:gd name="connsiteY161" fmla="*/ 177048 h 695078"/>
                <a:gd name="connsiteX162" fmla="*/ 16393 w 809832"/>
                <a:gd name="connsiteY162" fmla="*/ 177048 h 695078"/>
                <a:gd name="connsiteX163" fmla="*/ 14754 w 809832"/>
                <a:gd name="connsiteY163" fmla="*/ 177048 h 695078"/>
                <a:gd name="connsiteX164" fmla="*/ 11476 w 809832"/>
                <a:gd name="connsiteY164" fmla="*/ 177048 h 695078"/>
                <a:gd name="connsiteX165" fmla="*/ 8197 w 809832"/>
                <a:gd name="connsiteY165" fmla="*/ 177048 h 695078"/>
                <a:gd name="connsiteX166" fmla="*/ 3279 w 809832"/>
                <a:gd name="connsiteY166" fmla="*/ 177048 h 695078"/>
                <a:gd name="connsiteX167" fmla="*/ 3279 w 809832"/>
                <a:gd name="connsiteY167" fmla="*/ 180327 h 695078"/>
                <a:gd name="connsiteX168" fmla="*/ 0 w 809832"/>
                <a:gd name="connsiteY168" fmla="*/ 177048 h 695078"/>
                <a:gd name="connsiteX169" fmla="*/ 1639 w 809832"/>
                <a:gd name="connsiteY169" fmla="*/ 173770 h 695078"/>
                <a:gd name="connsiteX170" fmla="*/ 3279 w 809832"/>
                <a:gd name="connsiteY170" fmla="*/ 170491 h 695078"/>
                <a:gd name="connsiteX171" fmla="*/ 4918 w 809832"/>
                <a:gd name="connsiteY171" fmla="*/ 167212 h 695078"/>
                <a:gd name="connsiteX172" fmla="*/ 6557 w 809832"/>
                <a:gd name="connsiteY172" fmla="*/ 163934 h 695078"/>
                <a:gd name="connsiteX173" fmla="*/ 6557 w 809832"/>
                <a:gd name="connsiteY173" fmla="*/ 160655 h 695078"/>
                <a:gd name="connsiteX174" fmla="*/ 8197 w 809832"/>
                <a:gd name="connsiteY174" fmla="*/ 155737 h 695078"/>
                <a:gd name="connsiteX175" fmla="*/ 8197 w 809832"/>
                <a:gd name="connsiteY175" fmla="*/ 154098 h 695078"/>
                <a:gd name="connsiteX176" fmla="*/ 6557 w 809832"/>
                <a:gd name="connsiteY176" fmla="*/ 149180 h 695078"/>
                <a:gd name="connsiteX177" fmla="*/ 8197 w 809832"/>
                <a:gd name="connsiteY177" fmla="*/ 145901 h 695078"/>
                <a:gd name="connsiteX178" fmla="*/ 8197 w 809832"/>
                <a:gd name="connsiteY178" fmla="*/ 142622 h 695078"/>
                <a:gd name="connsiteX179" fmla="*/ 8197 w 809832"/>
                <a:gd name="connsiteY179" fmla="*/ 139344 h 695078"/>
                <a:gd name="connsiteX180" fmla="*/ 8197 w 809832"/>
                <a:gd name="connsiteY180" fmla="*/ 136065 h 695078"/>
                <a:gd name="connsiteX181" fmla="*/ 9836 w 809832"/>
                <a:gd name="connsiteY181" fmla="*/ 132786 h 695078"/>
                <a:gd name="connsiteX182" fmla="*/ 9836 w 809832"/>
                <a:gd name="connsiteY182" fmla="*/ 129508 h 695078"/>
                <a:gd name="connsiteX183" fmla="*/ 9836 w 809832"/>
                <a:gd name="connsiteY183" fmla="*/ 124590 h 695078"/>
                <a:gd name="connsiteX184" fmla="*/ 11476 w 809832"/>
                <a:gd name="connsiteY184" fmla="*/ 121311 h 695078"/>
                <a:gd name="connsiteX185" fmla="*/ 11476 w 809832"/>
                <a:gd name="connsiteY185" fmla="*/ 121311 h 695078"/>
                <a:gd name="connsiteX186" fmla="*/ 13115 w 809832"/>
                <a:gd name="connsiteY186" fmla="*/ 121311 h 695078"/>
                <a:gd name="connsiteX187" fmla="*/ 16393 w 809832"/>
                <a:gd name="connsiteY187" fmla="*/ 122950 h 695078"/>
                <a:gd name="connsiteX188" fmla="*/ 19672 w 809832"/>
                <a:gd name="connsiteY188" fmla="*/ 122950 h 695078"/>
                <a:gd name="connsiteX189" fmla="*/ 24590 w 809832"/>
                <a:gd name="connsiteY189" fmla="*/ 122950 h 695078"/>
                <a:gd name="connsiteX190" fmla="*/ 27869 w 809832"/>
                <a:gd name="connsiteY190" fmla="*/ 124590 h 695078"/>
                <a:gd name="connsiteX191" fmla="*/ 31147 w 809832"/>
                <a:gd name="connsiteY191" fmla="*/ 124590 h 695078"/>
                <a:gd name="connsiteX192" fmla="*/ 34426 w 809832"/>
                <a:gd name="connsiteY192" fmla="*/ 126229 h 695078"/>
                <a:gd name="connsiteX193" fmla="*/ 37705 w 809832"/>
                <a:gd name="connsiteY193" fmla="*/ 126229 h 695078"/>
                <a:gd name="connsiteX194" fmla="*/ 42623 w 809832"/>
                <a:gd name="connsiteY194" fmla="*/ 126229 h 695078"/>
                <a:gd name="connsiteX195" fmla="*/ 45902 w 809832"/>
                <a:gd name="connsiteY195" fmla="*/ 127868 h 695078"/>
                <a:gd name="connsiteX196" fmla="*/ 49180 w 809832"/>
                <a:gd name="connsiteY196" fmla="*/ 127868 h 695078"/>
                <a:gd name="connsiteX197" fmla="*/ 52459 w 809832"/>
                <a:gd name="connsiteY197" fmla="*/ 129508 h 695078"/>
                <a:gd name="connsiteX198" fmla="*/ 52459 w 809832"/>
                <a:gd name="connsiteY198" fmla="*/ 129508 h 695078"/>
                <a:gd name="connsiteX199" fmla="*/ 57377 w 809832"/>
                <a:gd name="connsiteY199" fmla="*/ 126229 h 695078"/>
                <a:gd name="connsiteX200" fmla="*/ 60656 w 809832"/>
                <a:gd name="connsiteY200" fmla="*/ 122950 h 695078"/>
                <a:gd name="connsiteX201" fmla="*/ 63934 w 809832"/>
                <a:gd name="connsiteY201" fmla="*/ 119672 h 695078"/>
                <a:gd name="connsiteX202" fmla="*/ 67213 w 809832"/>
                <a:gd name="connsiteY202" fmla="*/ 116393 h 695078"/>
                <a:gd name="connsiteX203" fmla="*/ 70492 w 809832"/>
                <a:gd name="connsiteY203" fmla="*/ 111475 h 695078"/>
                <a:gd name="connsiteX204" fmla="*/ 72131 w 809832"/>
                <a:gd name="connsiteY204" fmla="*/ 108196 h 695078"/>
                <a:gd name="connsiteX205" fmla="*/ 73770 w 809832"/>
                <a:gd name="connsiteY205" fmla="*/ 104917 h 695078"/>
                <a:gd name="connsiteX206" fmla="*/ 75410 w 809832"/>
                <a:gd name="connsiteY206" fmla="*/ 101639 h 695078"/>
                <a:gd name="connsiteX207" fmla="*/ 78688 w 809832"/>
                <a:gd name="connsiteY207" fmla="*/ 98360 h 695078"/>
                <a:gd name="connsiteX208" fmla="*/ 81967 w 809832"/>
                <a:gd name="connsiteY208" fmla="*/ 98360 h 695078"/>
                <a:gd name="connsiteX209" fmla="*/ 86885 w 809832"/>
                <a:gd name="connsiteY209" fmla="*/ 96721 h 695078"/>
                <a:gd name="connsiteX210" fmla="*/ 90164 w 809832"/>
                <a:gd name="connsiteY210" fmla="*/ 96721 h 695078"/>
                <a:gd name="connsiteX211" fmla="*/ 93442 w 809832"/>
                <a:gd name="connsiteY211" fmla="*/ 95082 h 695078"/>
                <a:gd name="connsiteX212" fmla="*/ 96721 w 809832"/>
                <a:gd name="connsiteY212" fmla="*/ 95082 h 695078"/>
                <a:gd name="connsiteX213" fmla="*/ 101639 w 809832"/>
                <a:gd name="connsiteY213" fmla="*/ 93442 h 695078"/>
                <a:gd name="connsiteX214" fmla="*/ 104917 w 809832"/>
                <a:gd name="connsiteY214" fmla="*/ 91803 h 695078"/>
                <a:gd name="connsiteX215" fmla="*/ 108196 w 809832"/>
                <a:gd name="connsiteY215" fmla="*/ 78688 h 695078"/>
                <a:gd name="connsiteX216" fmla="*/ 119672 w 809832"/>
                <a:gd name="connsiteY216" fmla="*/ 72131 h 695078"/>
                <a:gd name="connsiteX217" fmla="*/ 101639 w 809832"/>
                <a:gd name="connsiteY217" fmla="*/ 50820 h 695078"/>
                <a:gd name="connsiteX218" fmla="*/ 103279 w 809832"/>
                <a:gd name="connsiteY218" fmla="*/ 50820 h 695078"/>
                <a:gd name="connsiteX219" fmla="*/ 100000 w 809832"/>
                <a:gd name="connsiteY219" fmla="*/ 47541 h 695078"/>
                <a:gd name="connsiteX220" fmla="*/ 96721 w 809832"/>
                <a:gd name="connsiteY220" fmla="*/ 44262 h 695078"/>
                <a:gd name="connsiteX221" fmla="*/ 93442 w 809832"/>
                <a:gd name="connsiteY221" fmla="*/ 40983 h 695078"/>
                <a:gd name="connsiteX222" fmla="*/ 81967 w 809832"/>
                <a:gd name="connsiteY222" fmla="*/ 27869 h 695078"/>
                <a:gd name="connsiteX223" fmla="*/ 118032 w 809832"/>
                <a:gd name="connsiteY223" fmla="*/ 14754 h 695078"/>
                <a:gd name="connsiteX224" fmla="*/ 122950 w 809832"/>
                <a:gd name="connsiteY224" fmla="*/ 13115 h 695078"/>
                <a:gd name="connsiteX225" fmla="*/ 124590 w 809832"/>
                <a:gd name="connsiteY225" fmla="*/ 13115 h 695078"/>
                <a:gd name="connsiteX226" fmla="*/ 124590 w 809832"/>
                <a:gd name="connsiteY226" fmla="*/ 13115 h 695078"/>
                <a:gd name="connsiteX227" fmla="*/ 127869 w 809832"/>
                <a:gd name="connsiteY227" fmla="*/ 11475 h 695078"/>
                <a:gd name="connsiteX228" fmla="*/ 131147 w 809832"/>
                <a:gd name="connsiteY228" fmla="*/ 11475 h 695078"/>
                <a:gd name="connsiteX229" fmla="*/ 134426 w 809832"/>
                <a:gd name="connsiteY229" fmla="*/ 9836 h 695078"/>
                <a:gd name="connsiteX230" fmla="*/ 139344 w 809832"/>
                <a:gd name="connsiteY230" fmla="*/ 8197 h 695078"/>
                <a:gd name="connsiteX231" fmla="*/ 142623 w 809832"/>
                <a:gd name="connsiteY231" fmla="*/ 8197 h 695078"/>
                <a:gd name="connsiteX232" fmla="*/ 145901 w 809832"/>
                <a:gd name="connsiteY232" fmla="*/ 6557 h 695078"/>
                <a:gd name="connsiteX233" fmla="*/ 147540 w 809832"/>
                <a:gd name="connsiteY233" fmla="*/ 6557 h 695078"/>
                <a:gd name="connsiteX234" fmla="*/ 150819 w 809832"/>
                <a:gd name="connsiteY234" fmla="*/ 4918 h 695078"/>
                <a:gd name="connsiteX235" fmla="*/ 154098 w 809832"/>
                <a:gd name="connsiteY235" fmla="*/ 1639 h 695078"/>
                <a:gd name="connsiteX236" fmla="*/ 157376 w 809832"/>
                <a:gd name="connsiteY236" fmla="*/ 0 h 695078"/>
                <a:gd name="connsiteX237" fmla="*/ 162294 w 809832"/>
                <a:gd name="connsiteY237" fmla="*/ 0 h 695078"/>
                <a:gd name="connsiteX238" fmla="*/ 167213 w 809832"/>
                <a:gd name="connsiteY238" fmla="*/ 1639 h 695078"/>
                <a:gd name="connsiteX239" fmla="*/ 168852 w 809832"/>
                <a:gd name="connsiteY239" fmla="*/ 1639 h 695078"/>
                <a:gd name="connsiteX240" fmla="*/ 173770 w 809832"/>
                <a:gd name="connsiteY240" fmla="*/ 1639 h 695078"/>
                <a:gd name="connsiteX241" fmla="*/ 178688 w 809832"/>
                <a:gd name="connsiteY241" fmla="*/ 3279 h 695078"/>
                <a:gd name="connsiteX242" fmla="*/ 181966 w 809832"/>
                <a:gd name="connsiteY242" fmla="*/ 3279 h 695078"/>
                <a:gd name="connsiteX243" fmla="*/ 188524 w 809832"/>
                <a:gd name="connsiteY243" fmla="*/ 4918 h 695078"/>
                <a:gd name="connsiteX244" fmla="*/ 190163 w 809832"/>
                <a:gd name="connsiteY244" fmla="*/ 4918 h 695078"/>
                <a:gd name="connsiteX245" fmla="*/ 195081 w 809832"/>
                <a:gd name="connsiteY245" fmla="*/ 6557 h 695078"/>
                <a:gd name="connsiteX246" fmla="*/ 199999 w 809832"/>
                <a:gd name="connsiteY246" fmla="*/ 6557 h 695078"/>
                <a:gd name="connsiteX247" fmla="*/ 203278 w 809832"/>
                <a:gd name="connsiteY247" fmla="*/ 8197 h 695078"/>
                <a:gd name="connsiteX248" fmla="*/ 209835 w 809832"/>
                <a:gd name="connsiteY248" fmla="*/ 11475 h 695078"/>
                <a:gd name="connsiteX249" fmla="*/ 216393 w 809832"/>
                <a:gd name="connsiteY249" fmla="*/ 14754 h 695078"/>
                <a:gd name="connsiteX250" fmla="*/ 222950 w 809832"/>
                <a:gd name="connsiteY250" fmla="*/ 19672 h 695078"/>
                <a:gd name="connsiteX251" fmla="*/ 229507 w 809832"/>
                <a:gd name="connsiteY251" fmla="*/ 22951 h 695078"/>
                <a:gd name="connsiteX252" fmla="*/ 236064 w 809832"/>
                <a:gd name="connsiteY252" fmla="*/ 27869 h 695078"/>
                <a:gd name="connsiteX253" fmla="*/ 242622 w 809832"/>
                <a:gd name="connsiteY253" fmla="*/ 32787 h 695078"/>
                <a:gd name="connsiteX254" fmla="*/ 244261 w 809832"/>
                <a:gd name="connsiteY254" fmla="*/ 32787 h 695078"/>
                <a:gd name="connsiteX255" fmla="*/ 247540 w 809832"/>
                <a:gd name="connsiteY255" fmla="*/ 36065 h 695078"/>
                <a:gd name="connsiteX256" fmla="*/ 252458 w 809832"/>
                <a:gd name="connsiteY256" fmla="*/ 36065 h 695078"/>
                <a:gd name="connsiteX257" fmla="*/ 252458 w 809832"/>
                <a:gd name="connsiteY257" fmla="*/ 37705 h 695078"/>
                <a:gd name="connsiteX258" fmla="*/ 255737 w 809832"/>
                <a:gd name="connsiteY258" fmla="*/ 39344 h 695078"/>
                <a:gd name="connsiteX259" fmla="*/ 260654 w 809832"/>
                <a:gd name="connsiteY259" fmla="*/ 40983 h 695078"/>
                <a:gd name="connsiteX260" fmla="*/ 263933 w 809832"/>
                <a:gd name="connsiteY260" fmla="*/ 42623 h 695078"/>
                <a:gd name="connsiteX261" fmla="*/ 267212 w 809832"/>
                <a:gd name="connsiteY261" fmla="*/ 44262 h 695078"/>
                <a:gd name="connsiteX262" fmla="*/ 273769 w 809832"/>
                <a:gd name="connsiteY262" fmla="*/ 49180 h 695078"/>
                <a:gd name="connsiteX263" fmla="*/ 280327 w 809832"/>
                <a:gd name="connsiteY263" fmla="*/ 54098 h 695078"/>
                <a:gd name="connsiteX264" fmla="*/ 285245 w 809832"/>
                <a:gd name="connsiteY264" fmla="*/ 59016 h 695078"/>
                <a:gd name="connsiteX265" fmla="*/ 290163 w 809832"/>
                <a:gd name="connsiteY265" fmla="*/ 63934 h 695078"/>
                <a:gd name="connsiteX266" fmla="*/ 298360 w 809832"/>
                <a:gd name="connsiteY266" fmla="*/ 68852 h 695078"/>
                <a:gd name="connsiteX267" fmla="*/ 301638 w 809832"/>
                <a:gd name="connsiteY267" fmla="*/ 72131 h 695078"/>
                <a:gd name="connsiteX268" fmla="*/ 304917 w 809832"/>
                <a:gd name="connsiteY268" fmla="*/ 75410 h 695078"/>
                <a:gd name="connsiteX269" fmla="*/ 311474 w 809832"/>
                <a:gd name="connsiteY269" fmla="*/ 78688 h 695078"/>
                <a:gd name="connsiteX270" fmla="*/ 314753 w 809832"/>
                <a:gd name="connsiteY270" fmla="*/ 81967 h 695078"/>
                <a:gd name="connsiteX271" fmla="*/ 319671 w 809832"/>
                <a:gd name="connsiteY271" fmla="*/ 85245 h 695078"/>
                <a:gd name="connsiteX272" fmla="*/ 322950 w 809832"/>
                <a:gd name="connsiteY272" fmla="*/ 88524 h 695078"/>
                <a:gd name="connsiteX273" fmla="*/ 327867 w 809832"/>
                <a:gd name="connsiteY273" fmla="*/ 93442 h 695078"/>
                <a:gd name="connsiteX274" fmla="*/ 329507 w 809832"/>
                <a:gd name="connsiteY274" fmla="*/ 93442 h 695078"/>
                <a:gd name="connsiteX275" fmla="*/ 329507 w 809832"/>
                <a:gd name="connsiteY275" fmla="*/ 93442 h 695078"/>
                <a:gd name="connsiteX276" fmla="*/ 332786 w 809832"/>
                <a:gd name="connsiteY276" fmla="*/ 96721 h 695078"/>
                <a:gd name="connsiteX277" fmla="*/ 337703 w 809832"/>
                <a:gd name="connsiteY277" fmla="*/ 100000 h 695078"/>
                <a:gd name="connsiteX278" fmla="*/ 337703 w 809832"/>
                <a:gd name="connsiteY278" fmla="*/ 100000 h 695078"/>
                <a:gd name="connsiteX279" fmla="*/ 342621 w 809832"/>
                <a:gd name="connsiteY279" fmla="*/ 103278 h 695078"/>
                <a:gd name="connsiteX280" fmla="*/ 347540 w 809832"/>
                <a:gd name="connsiteY280" fmla="*/ 108196 h 695078"/>
                <a:gd name="connsiteX281" fmla="*/ 354097 w 809832"/>
                <a:gd name="connsiteY281" fmla="*/ 113114 h 695078"/>
                <a:gd name="connsiteX282" fmla="*/ 360654 w 809832"/>
                <a:gd name="connsiteY282" fmla="*/ 118032 h 695078"/>
                <a:gd name="connsiteX283" fmla="*/ 365572 w 809832"/>
                <a:gd name="connsiteY283" fmla="*/ 121311 h 695078"/>
                <a:gd name="connsiteX284" fmla="*/ 368851 w 809832"/>
                <a:gd name="connsiteY284" fmla="*/ 124590 h 695078"/>
                <a:gd name="connsiteX285" fmla="*/ 373769 w 809832"/>
                <a:gd name="connsiteY285" fmla="*/ 127868 h 695078"/>
                <a:gd name="connsiteX286" fmla="*/ 378687 w 809832"/>
                <a:gd name="connsiteY286" fmla="*/ 129508 h 695078"/>
                <a:gd name="connsiteX287" fmla="*/ 381966 w 809832"/>
                <a:gd name="connsiteY287" fmla="*/ 129508 h 695078"/>
                <a:gd name="connsiteX288" fmla="*/ 383605 w 809832"/>
                <a:gd name="connsiteY288" fmla="*/ 129508 h 695078"/>
                <a:gd name="connsiteX289" fmla="*/ 388523 w 809832"/>
                <a:gd name="connsiteY289" fmla="*/ 129508 h 695078"/>
                <a:gd name="connsiteX290" fmla="*/ 395080 w 809832"/>
                <a:gd name="connsiteY290" fmla="*/ 129508 h 695078"/>
                <a:gd name="connsiteX291" fmla="*/ 401638 w 809832"/>
                <a:gd name="connsiteY291" fmla="*/ 131147 h 695078"/>
                <a:gd name="connsiteX292" fmla="*/ 406556 w 809832"/>
                <a:gd name="connsiteY292" fmla="*/ 131147 h 695078"/>
                <a:gd name="connsiteX293" fmla="*/ 413113 w 809832"/>
                <a:gd name="connsiteY293" fmla="*/ 132786 h 695078"/>
                <a:gd name="connsiteX294" fmla="*/ 418031 w 809832"/>
                <a:gd name="connsiteY294" fmla="*/ 132786 h 695078"/>
                <a:gd name="connsiteX295" fmla="*/ 426228 w 809832"/>
                <a:gd name="connsiteY295" fmla="*/ 132786 h 695078"/>
                <a:gd name="connsiteX296" fmla="*/ 432785 w 809832"/>
                <a:gd name="connsiteY296" fmla="*/ 134426 h 695078"/>
                <a:gd name="connsiteX297" fmla="*/ 437703 w 809832"/>
                <a:gd name="connsiteY297" fmla="*/ 134426 h 695078"/>
                <a:gd name="connsiteX298" fmla="*/ 440981 w 809832"/>
                <a:gd name="connsiteY298" fmla="*/ 132786 h 695078"/>
                <a:gd name="connsiteX299" fmla="*/ 440981 w 809832"/>
                <a:gd name="connsiteY299" fmla="*/ 132786 h 695078"/>
                <a:gd name="connsiteX300" fmla="*/ 442621 w 809832"/>
                <a:gd name="connsiteY300" fmla="*/ 132786 h 695078"/>
                <a:gd name="connsiteX301" fmla="*/ 447539 w 809832"/>
                <a:gd name="connsiteY301" fmla="*/ 132786 h 695078"/>
                <a:gd name="connsiteX302" fmla="*/ 449178 w 809832"/>
                <a:gd name="connsiteY302" fmla="*/ 134426 h 695078"/>
                <a:gd name="connsiteX303" fmla="*/ 452457 w 809832"/>
                <a:gd name="connsiteY303" fmla="*/ 134426 h 695078"/>
                <a:gd name="connsiteX304" fmla="*/ 457375 w 809832"/>
                <a:gd name="connsiteY304" fmla="*/ 134426 h 695078"/>
                <a:gd name="connsiteX305" fmla="*/ 460654 w 809832"/>
                <a:gd name="connsiteY305" fmla="*/ 136065 h 695078"/>
                <a:gd name="connsiteX306" fmla="*/ 463933 w 809832"/>
                <a:gd name="connsiteY306" fmla="*/ 136065 h 695078"/>
                <a:gd name="connsiteX307" fmla="*/ 468850 w 809832"/>
                <a:gd name="connsiteY307" fmla="*/ 136065 h 695078"/>
                <a:gd name="connsiteX308" fmla="*/ 472129 w 809832"/>
                <a:gd name="connsiteY308" fmla="*/ 136065 h 695078"/>
                <a:gd name="connsiteX309" fmla="*/ 475408 w 809832"/>
                <a:gd name="connsiteY309" fmla="*/ 137704 h 695078"/>
                <a:gd name="connsiteX310" fmla="*/ 478687 w 809832"/>
                <a:gd name="connsiteY310" fmla="*/ 142622 h 695078"/>
                <a:gd name="connsiteX311" fmla="*/ 478687 w 809832"/>
                <a:gd name="connsiteY311" fmla="*/ 142622 h 695078"/>
                <a:gd name="connsiteX312" fmla="*/ 480326 w 809832"/>
                <a:gd name="connsiteY312" fmla="*/ 145901 h 695078"/>
                <a:gd name="connsiteX313" fmla="*/ 481965 w 809832"/>
                <a:gd name="connsiteY313" fmla="*/ 149180 h 695078"/>
                <a:gd name="connsiteX314" fmla="*/ 483604 w 809832"/>
                <a:gd name="connsiteY314" fmla="*/ 154098 h 695078"/>
                <a:gd name="connsiteX315" fmla="*/ 486883 w 809832"/>
                <a:gd name="connsiteY315" fmla="*/ 157376 h 695078"/>
                <a:gd name="connsiteX316" fmla="*/ 488523 w 809832"/>
                <a:gd name="connsiteY316" fmla="*/ 157376 h 695078"/>
                <a:gd name="connsiteX317" fmla="*/ 491801 w 809832"/>
                <a:gd name="connsiteY317" fmla="*/ 157376 h 695078"/>
                <a:gd name="connsiteX318" fmla="*/ 496719 w 809832"/>
                <a:gd name="connsiteY318" fmla="*/ 157376 h 695078"/>
                <a:gd name="connsiteX319" fmla="*/ 498358 w 809832"/>
                <a:gd name="connsiteY319" fmla="*/ 157376 h 695078"/>
                <a:gd name="connsiteX320" fmla="*/ 501637 w 809832"/>
                <a:gd name="connsiteY320" fmla="*/ 157376 h 695078"/>
                <a:gd name="connsiteX321" fmla="*/ 504916 w 809832"/>
                <a:gd name="connsiteY321" fmla="*/ 157376 h 695078"/>
                <a:gd name="connsiteX322" fmla="*/ 508194 w 809832"/>
                <a:gd name="connsiteY322" fmla="*/ 157376 h 695078"/>
                <a:gd name="connsiteX323" fmla="*/ 513113 w 809832"/>
                <a:gd name="connsiteY323" fmla="*/ 157376 h 695078"/>
                <a:gd name="connsiteX324" fmla="*/ 513113 w 809832"/>
                <a:gd name="connsiteY324" fmla="*/ 157376 h 695078"/>
                <a:gd name="connsiteX325" fmla="*/ 516391 w 809832"/>
                <a:gd name="connsiteY325" fmla="*/ 160655 h 695078"/>
                <a:gd name="connsiteX326" fmla="*/ 518031 w 809832"/>
                <a:gd name="connsiteY326" fmla="*/ 163934 h 695078"/>
                <a:gd name="connsiteX327" fmla="*/ 518031 w 809832"/>
                <a:gd name="connsiteY327" fmla="*/ 167212 h 695078"/>
                <a:gd name="connsiteX328" fmla="*/ 521309 w 809832"/>
                <a:gd name="connsiteY328" fmla="*/ 170491 h 695078"/>
                <a:gd name="connsiteX329" fmla="*/ 521309 w 809832"/>
                <a:gd name="connsiteY329" fmla="*/ 173770 h 695078"/>
                <a:gd name="connsiteX330" fmla="*/ 522948 w 809832"/>
                <a:gd name="connsiteY330" fmla="*/ 178688 h 695078"/>
                <a:gd name="connsiteX331" fmla="*/ 526227 w 809832"/>
                <a:gd name="connsiteY331" fmla="*/ 180327 h 695078"/>
                <a:gd name="connsiteX332" fmla="*/ 527867 w 809832"/>
                <a:gd name="connsiteY332" fmla="*/ 180327 h 695078"/>
                <a:gd name="connsiteX333" fmla="*/ 527867 w 809832"/>
                <a:gd name="connsiteY333" fmla="*/ 183606 h 695078"/>
                <a:gd name="connsiteX334" fmla="*/ 529506 w 809832"/>
                <a:gd name="connsiteY334" fmla="*/ 183606 h 695078"/>
                <a:gd name="connsiteX335" fmla="*/ 532784 w 809832"/>
                <a:gd name="connsiteY335" fmla="*/ 188524 h 695078"/>
                <a:gd name="connsiteX336" fmla="*/ 532784 w 809832"/>
                <a:gd name="connsiteY336" fmla="*/ 188524 h 695078"/>
                <a:gd name="connsiteX337" fmla="*/ 532784 w 809832"/>
                <a:gd name="connsiteY337" fmla="*/ 191802 h 695078"/>
                <a:gd name="connsiteX338" fmla="*/ 532784 w 809832"/>
                <a:gd name="connsiteY338" fmla="*/ 190163 h 695078"/>
                <a:gd name="connsiteX339" fmla="*/ 531145 w 809832"/>
                <a:gd name="connsiteY339" fmla="*/ 188524 h 695078"/>
                <a:gd name="connsiteX340" fmla="*/ 529506 w 809832"/>
                <a:gd name="connsiteY340" fmla="*/ 193442 h 695078"/>
                <a:gd name="connsiteX341" fmla="*/ 529506 w 809832"/>
                <a:gd name="connsiteY341" fmla="*/ 193442 h 695078"/>
                <a:gd name="connsiteX342" fmla="*/ 529506 w 809832"/>
                <a:gd name="connsiteY342" fmla="*/ 195081 h 695078"/>
                <a:gd name="connsiteX343" fmla="*/ 531145 w 809832"/>
                <a:gd name="connsiteY343" fmla="*/ 193442 h 695078"/>
                <a:gd name="connsiteX344" fmla="*/ 532784 w 809832"/>
                <a:gd name="connsiteY344" fmla="*/ 195081 h 695078"/>
                <a:gd name="connsiteX345" fmla="*/ 532784 w 809832"/>
                <a:gd name="connsiteY345" fmla="*/ 198360 h 695078"/>
                <a:gd name="connsiteX346" fmla="*/ 532784 w 809832"/>
                <a:gd name="connsiteY346" fmla="*/ 198360 h 695078"/>
                <a:gd name="connsiteX347" fmla="*/ 532784 w 809832"/>
                <a:gd name="connsiteY347" fmla="*/ 198360 h 695078"/>
                <a:gd name="connsiteX348" fmla="*/ 532784 w 809832"/>
                <a:gd name="connsiteY348" fmla="*/ 198360 h 695078"/>
                <a:gd name="connsiteX349" fmla="*/ 532784 w 809832"/>
                <a:gd name="connsiteY349" fmla="*/ 198360 h 695078"/>
                <a:gd name="connsiteX350" fmla="*/ 532784 w 809832"/>
                <a:gd name="connsiteY350" fmla="*/ 198360 h 695078"/>
                <a:gd name="connsiteX351" fmla="*/ 532784 w 809832"/>
                <a:gd name="connsiteY351" fmla="*/ 198360 h 695078"/>
                <a:gd name="connsiteX352" fmla="*/ 534424 w 809832"/>
                <a:gd name="connsiteY352" fmla="*/ 198360 h 695078"/>
                <a:gd name="connsiteX353" fmla="*/ 534424 w 809832"/>
                <a:gd name="connsiteY353" fmla="*/ 198360 h 695078"/>
                <a:gd name="connsiteX354" fmla="*/ 537703 w 809832"/>
                <a:gd name="connsiteY354" fmla="*/ 198360 h 695078"/>
                <a:gd name="connsiteX355" fmla="*/ 539342 w 809832"/>
                <a:gd name="connsiteY355" fmla="*/ 199999 h 695078"/>
                <a:gd name="connsiteX356" fmla="*/ 540981 w 809832"/>
                <a:gd name="connsiteY356" fmla="*/ 201638 h 695078"/>
                <a:gd name="connsiteX357" fmla="*/ 540981 w 809832"/>
                <a:gd name="connsiteY357" fmla="*/ 201638 h 695078"/>
                <a:gd name="connsiteX358" fmla="*/ 542621 w 809832"/>
                <a:gd name="connsiteY358" fmla="*/ 201638 h 695078"/>
                <a:gd name="connsiteX359" fmla="*/ 547538 w 809832"/>
                <a:gd name="connsiteY359" fmla="*/ 201638 h 695078"/>
                <a:gd name="connsiteX360" fmla="*/ 550817 w 809832"/>
                <a:gd name="connsiteY360" fmla="*/ 204917 h 695078"/>
                <a:gd name="connsiteX361" fmla="*/ 547538 w 809832"/>
                <a:gd name="connsiteY361" fmla="*/ 208196 h 695078"/>
                <a:gd name="connsiteX362" fmla="*/ 550817 w 809832"/>
                <a:gd name="connsiteY362" fmla="*/ 209835 h 695078"/>
                <a:gd name="connsiteX363" fmla="*/ 552457 w 809832"/>
                <a:gd name="connsiteY363" fmla="*/ 214753 h 695078"/>
                <a:gd name="connsiteX364" fmla="*/ 552457 w 809832"/>
                <a:gd name="connsiteY364" fmla="*/ 214753 h 695078"/>
                <a:gd name="connsiteX365" fmla="*/ 555735 w 809832"/>
                <a:gd name="connsiteY365" fmla="*/ 216392 h 695078"/>
                <a:gd name="connsiteX366" fmla="*/ 555735 w 809832"/>
                <a:gd name="connsiteY366" fmla="*/ 219671 h 695078"/>
                <a:gd name="connsiteX367" fmla="*/ 557375 w 809832"/>
                <a:gd name="connsiteY367" fmla="*/ 219671 h 695078"/>
                <a:gd name="connsiteX368" fmla="*/ 559014 w 809832"/>
                <a:gd name="connsiteY368" fmla="*/ 219671 h 695078"/>
                <a:gd name="connsiteX369" fmla="*/ 560653 w 809832"/>
                <a:gd name="connsiteY369" fmla="*/ 219671 h 695078"/>
                <a:gd name="connsiteX370" fmla="*/ 562293 w 809832"/>
                <a:gd name="connsiteY370" fmla="*/ 216392 h 695078"/>
                <a:gd name="connsiteX371" fmla="*/ 560653 w 809832"/>
                <a:gd name="connsiteY371" fmla="*/ 219671 h 695078"/>
                <a:gd name="connsiteX372" fmla="*/ 563932 w 809832"/>
                <a:gd name="connsiteY372" fmla="*/ 222950 h 695078"/>
                <a:gd name="connsiteX373" fmla="*/ 565571 w 809832"/>
                <a:gd name="connsiteY373" fmla="*/ 224589 h 695078"/>
                <a:gd name="connsiteX374" fmla="*/ 565571 w 809832"/>
                <a:gd name="connsiteY374" fmla="*/ 224589 h 695078"/>
                <a:gd name="connsiteX375" fmla="*/ 565571 w 809832"/>
                <a:gd name="connsiteY375" fmla="*/ 224589 h 695078"/>
                <a:gd name="connsiteX376" fmla="*/ 568850 w 809832"/>
                <a:gd name="connsiteY376" fmla="*/ 229507 h 695078"/>
                <a:gd name="connsiteX377" fmla="*/ 570490 w 809832"/>
                <a:gd name="connsiteY377" fmla="*/ 229507 h 695078"/>
                <a:gd name="connsiteX378" fmla="*/ 573768 w 809832"/>
                <a:gd name="connsiteY378" fmla="*/ 231147 h 695078"/>
                <a:gd name="connsiteX379" fmla="*/ 575407 w 809832"/>
                <a:gd name="connsiteY379" fmla="*/ 231147 h 695078"/>
                <a:gd name="connsiteX380" fmla="*/ 577047 w 809832"/>
                <a:gd name="connsiteY380" fmla="*/ 232786 h 695078"/>
                <a:gd name="connsiteX381" fmla="*/ 578686 w 809832"/>
                <a:gd name="connsiteY381" fmla="*/ 232786 h 695078"/>
                <a:gd name="connsiteX382" fmla="*/ 578686 w 809832"/>
                <a:gd name="connsiteY382" fmla="*/ 232786 h 695078"/>
                <a:gd name="connsiteX383" fmla="*/ 578686 w 809832"/>
                <a:gd name="connsiteY383" fmla="*/ 234425 h 695078"/>
                <a:gd name="connsiteX384" fmla="*/ 580325 w 809832"/>
                <a:gd name="connsiteY384" fmla="*/ 234425 h 695078"/>
                <a:gd name="connsiteX385" fmla="*/ 581965 w 809832"/>
                <a:gd name="connsiteY385" fmla="*/ 237704 h 695078"/>
                <a:gd name="connsiteX386" fmla="*/ 585243 w 809832"/>
                <a:gd name="connsiteY386" fmla="*/ 240982 h 695078"/>
                <a:gd name="connsiteX387" fmla="*/ 581965 w 809832"/>
                <a:gd name="connsiteY387" fmla="*/ 239343 h 695078"/>
                <a:gd name="connsiteX388" fmla="*/ 581965 w 809832"/>
                <a:gd name="connsiteY388" fmla="*/ 239343 h 695078"/>
                <a:gd name="connsiteX389" fmla="*/ 580325 w 809832"/>
                <a:gd name="connsiteY389" fmla="*/ 239343 h 695078"/>
                <a:gd name="connsiteX390" fmla="*/ 580325 w 809832"/>
                <a:gd name="connsiteY390" fmla="*/ 236064 h 695078"/>
                <a:gd name="connsiteX391" fmla="*/ 578686 w 809832"/>
                <a:gd name="connsiteY391" fmla="*/ 239343 h 695078"/>
                <a:gd name="connsiteX392" fmla="*/ 580325 w 809832"/>
                <a:gd name="connsiteY392" fmla="*/ 240982 h 695078"/>
                <a:gd name="connsiteX393" fmla="*/ 580325 w 809832"/>
                <a:gd name="connsiteY393" fmla="*/ 240982 h 695078"/>
                <a:gd name="connsiteX394" fmla="*/ 580325 w 809832"/>
                <a:gd name="connsiteY394" fmla="*/ 242622 h 695078"/>
                <a:gd name="connsiteX395" fmla="*/ 580325 w 809832"/>
                <a:gd name="connsiteY395" fmla="*/ 244261 h 695078"/>
                <a:gd name="connsiteX396" fmla="*/ 580325 w 809832"/>
                <a:gd name="connsiteY396" fmla="*/ 245901 h 695078"/>
                <a:gd name="connsiteX397" fmla="*/ 581965 w 809832"/>
                <a:gd name="connsiteY397" fmla="*/ 249179 h 695078"/>
                <a:gd name="connsiteX398" fmla="*/ 586883 w 809832"/>
                <a:gd name="connsiteY398" fmla="*/ 250819 h 695078"/>
                <a:gd name="connsiteX399" fmla="*/ 586883 w 809832"/>
                <a:gd name="connsiteY399" fmla="*/ 250819 h 695078"/>
                <a:gd name="connsiteX400" fmla="*/ 586883 w 809832"/>
                <a:gd name="connsiteY400" fmla="*/ 250819 h 695078"/>
                <a:gd name="connsiteX401" fmla="*/ 588522 w 809832"/>
                <a:gd name="connsiteY401" fmla="*/ 255737 h 695078"/>
                <a:gd name="connsiteX402" fmla="*/ 590161 w 809832"/>
                <a:gd name="connsiteY402" fmla="*/ 259015 h 695078"/>
                <a:gd name="connsiteX403" fmla="*/ 590161 w 809832"/>
                <a:gd name="connsiteY403" fmla="*/ 259015 h 695078"/>
                <a:gd name="connsiteX404" fmla="*/ 588522 w 809832"/>
                <a:gd name="connsiteY404" fmla="*/ 262294 h 695078"/>
                <a:gd name="connsiteX405" fmla="*/ 585243 w 809832"/>
                <a:gd name="connsiteY405" fmla="*/ 263933 h 695078"/>
                <a:gd name="connsiteX406" fmla="*/ 581965 w 809832"/>
                <a:gd name="connsiteY406" fmla="*/ 262294 h 695078"/>
                <a:gd name="connsiteX407" fmla="*/ 581965 w 809832"/>
                <a:gd name="connsiteY407" fmla="*/ 265573 h 695078"/>
                <a:gd name="connsiteX408" fmla="*/ 581965 w 809832"/>
                <a:gd name="connsiteY408" fmla="*/ 267212 h 695078"/>
                <a:gd name="connsiteX409" fmla="*/ 581965 w 809832"/>
                <a:gd name="connsiteY409" fmla="*/ 268851 h 695078"/>
                <a:gd name="connsiteX410" fmla="*/ 581965 w 809832"/>
                <a:gd name="connsiteY410" fmla="*/ 270491 h 695078"/>
                <a:gd name="connsiteX411" fmla="*/ 581965 w 809832"/>
                <a:gd name="connsiteY411" fmla="*/ 270491 h 695078"/>
                <a:gd name="connsiteX412" fmla="*/ 586883 w 809832"/>
                <a:gd name="connsiteY412" fmla="*/ 270491 h 695078"/>
                <a:gd name="connsiteX413" fmla="*/ 586883 w 809832"/>
                <a:gd name="connsiteY413" fmla="*/ 273769 h 695078"/>
                <a:gd name="connsiteX414" fmla="*/ 588522 w 809832"/>
                <a:gd name="connsiteY414" fmla="*/ 277048 h 695078"/>
                <a:gd name="connsiteX415" fmla="*/ 591801 w 809832"/>
                <a:gd name="connsiteY415" fmla="*/ 281966 h 695078"/>
                <a:gd name="connsiteX416" fmla="*/ 591801 w 809832"/>
                <a:gd name="connsiteY416" fmla="*/ 285244 h 695078"/>
                <a:gd name="connsiteX417" fmla="*/ 588522 w 809832"/>
                <a:gd name="connsiteY417" fmla="*/ 281966 h 695078"/>
                <a:gd name="connsiteX418" fmla="*/ 591801 w 809832"/>
                <a:gd name="connsiteY418" fmla="*/ 285244 h 695078"/>
                <a:gd name="connsiteX419" fmla="*/ 593440 w 809832"/>
                <a:gd name="connsiteY419" fmla="*/ 288523 h 695078"/>
                <a:gd name="connsiteX420" fmla="*/ 598358 w 809832"/>
                <a:gd name="connsiteY420" fmla="*/ 291802 h 695078"/>
                <a:gd name="connsiteX421" fmla="*/ 601637 w 809832"/>
                <a:gd name="connsiteY421" fmla="*/ 295081 h 695078"/>
                <a:gd name="connsiteX422" fmla="*/ 603276 w 809832"/>
                <a:gd name="connsiteY422" fmla="*/ 298359 h 695078"/>
                <a:gd name="connsiteX423" fmla="*/ 604915 w 809832"/>
                <a:gd name="connsiteY423" fmla="*/ 301638 h 695078"/>
                <a:gd name="connsiteX424" fmla="*/ 604915 w 809832"/>
                <a:gd name="connsiteY424" fmla="*/ 304917 h 695078"/>
                <a:gd name="connsiteX425" fmla="*/ 606555 w 809832"/>
                <a:gd name="connsiteY425" fmla="*/ 309835 h 695078"/>
                <a:gd name="connsiteX426" fmla="*/ 609833 w 809832"/>
                <a:gd name="connsiteY426" fmla="*/ 313113 h 695078"/>
                <a:gd name="connsiteX427" fmla="*/ 611473 w 809832"/>
                <a:gd name="connsiteY427" fmla="*/ 316392 h 695078"/>
                <a:gd name="connsiteX428" fmla="*/ 613112 w 809832"/>
                <a:gd name="connsiteY428" fmla="*/ 319671 h 695078"/>
                <a:gd name="connsiteX429" fmla="*/ 614751 w 809832"/>
                <a:gd name="connsiteY429" fmla="*/ 324589 h 695078"/>
                <a:gd name="connsiteX430" fmla="*/ 618030 w 809832"/>
                <a:gd name="connsiteY430" fmla="*/ 324589 h 695078"/>
                <a:gd name="connsiteX431" fmla="*/ 618030 w 809832"/>
                <a:gd name="connsiteY431" fmla="*/ 324589 h 695078"/>
                <a:gd name="connsiteX432" fmla="*/ 619670 w 809832"/>
                <a:gd name="connsiteY432" fmla="*/ 326228 h 695078"/>
                <a:gd name="connsiteX433" fmla="*/ 621309 w 809832"/>
                <a:gd name="connsiteY433" fmla="*/ 329507 h 695078"/>
                <a:gd name="connsiteX434" fmla="*/ 624587 w 809832"/>
                <a:gd name="connsiteY434" fmla="*/ 332785 h 695078"/>
                <a:gd name="connsiteX435" fmla="*/ 629505 w 809832"/>
                <a:gd name="connsiteY435" fmla="*/ 332785 h 695078"/>
                <a:gd name="connsiteX436" fmla="*/ 629505 w 809832"/>
                <a:gd name="connsiteY436" fmla="*/ 332785 h 695078"/>
                <a:gd name="connsiteX437" fmla="*/ 632784 w 809832"/>
                <a:gd name="connsiteY437" fmla="*/ 329507 h 695078"/>
                <a:gd name="connsiteX438" fmla="*/ 636063 w 809832"/>
                <a:gd name="connsiteY438" fmla="*/ 331146 h 695078"/>
                <a:gd name="connsiteX439" fmla="*/ 636063 w 809832"/>
                <a:gd name="connsiteY439" fmla="*/ 334425 h 695078"/>
                <a:gd name="connsiteX440" fmla="*/ 639341 w 809832"/>
                <a:gd name="connsiteY440" fmla="*/ 331146 h 695078"/>
                <a:gd name="connsiteX441" fmla="*/ 642620 w 809832"/>
                <a:gd name="connsiteY441" fmla="*/ 332785 h 695078"/>
                <a:gd name="connsiteX442" fmla="*/ 639341 w 809832"/>
                <a:gd name="connsiteY442" fmla="*/ 336064 h 695078"/>
                <a:gd name="connsiteX443" fmla="*/ 636063 w 809832"/>
                <a:gd name="connsiteY443" fmla="*/ 340982 h 695078"/>
                <a:gd name="connsiteX444" fmla="*/ 639341 w 809832"/>
                <a:gd name="connsiteY444" fmla="*/ 344261 h 695078"/>
                <a:gd name="connsiteX445" fmla="*/ 640981 w 809832"/>
                <a:gd name="connsiteY445" fmla="*/ 344261 h 695078"/>
                <a:gd name="connsiteX446" fmla="*/ 645899 w 809832"/>
                <a:gd name="connsiteY446" fmla="*/ 345900 h 695078"/>
                <a:gd name="connsiteX447" fmla="*/ 645899 w 809832"/>
                <a:gd name="connsiteY447" fmla="*/ 345900 h 695078"/>
                <a:gd name="connsiteX448" fmla="*/ 647538 w 809832"/>
                <a:gd name="connsiteY448" fmla="*/ 349179 h 695078"/>
                <a:gd name="connsiteX449" fmla="*/ 647538 w 809832"/>
                <a:gd name="connsiteY449" fmla="*/ 352457 h 695078"/>
                <a:gd name="connsiteX450" fmla="*/ 647538 w 809832"/>
                <a:gd name="connsiteY450" fmla="*/ 352457 h 695078"/>
                <a:gd name="connsiteX451" fmla="*/ 652456 w 809832"/>
                <a:gd name="connsiteY451" fmla="*/ 357375 h 695078"/>
                <a:gd name="connsiteX452" fmla="*/ 659014 w 809832"/>
                <a:gd name="connsiteY452" fmla="*/ 367211 h 695078"/>
                <a:gd name="connsiteX453" fmla="*/ 662292 w 809832"/>
                <a:gd name="connsiteY453" fmla="*/ 368851 h 695078"/>
                <a:gd name="connsiteX454" fmla="*/ 665571 w 809832"/>
                <a:gd name="connsiteY454" fmla="*/ 373769 h 695078"/>
                <a:gd name="connsiteX455" fmla="*/ 675407 w 809832"/>
                <a:gd name="connsiteY455" fmla="*/ 388523 h 695078"/>
                <a:gd name="connsiteX456" fmla="*/ 678685 w 809832"/>
                <a:gd name="connsiteY456" fmla="*/ 391801 h 695078"/>
                <a:gd name="connsiteX457" fmla="*/ 683604 w 809832"/>
                <a:gd name="connsiteY457" fmla="*/ 398359 h 695078"/>
                <a:gd name="connsiteX458" fmla="*/ 690161 w 809832"/>
                <a:gd name="connsiteY458" fmla="*/ 404916 h 695078"/>
                <a:gd name="connsiteX459" fmla="*/ 699997 w 809832"/>
                <a:gd name="connsiteY459" fmla="*/ 406556 h 695078"/>
                <a:gd name="connsiteX460" fmla="*/ 718030 w 809832"/>
                <a:gd name="connsiteY460" fmla="*/ 408195 h 695078"/>
                <a:gd name="connsiteX461" fmla="*/ 726227 w 809832"/>
                <a:gd name="connsiteY461" fmla="*/ 409834 h 695078"/>
                <a:gd name="connsiteX462" fmla="*/ 737702 w 809832"/>
                <a:gd name="connsiteY462" fmla="*/ 411474 h 695078"/>
                <a:gd name="connsiteX463" fmla="*/ 750817 w 809832"/>
                <a:gd name="connsiteY463" fmla="*/ 413113 h 695078"/>
                <a:gd name="connsiteX464" fmla="*/ 750817 w 809832"/>
                <a:gd name="connsiteY464" fmla="*/ 413113 h 695078"/>
                <a:gd name="connsiteX465" fmla="*/ 760652 w 809832"/>
                <a:gd name="connsiteY465" fmla="*/ 414752 h 695078"/>
                <a:gd name="connsiteX466" fmla="*/ 778685 w 809832"/>
                <a:gd name="connsiteY466" fmla="*/ 416391 h 695078"/>
                <a:gd name="connsiteX467" fmla="*/ 780324 w 809832"/>
                <a:gd name="connsiteY467" fmla="*/ 416391 h 695078"/>
                <a:gd name="connsiteX468" fmla="*/ 786882 w 809832"/>
                <a:gd name="connsiteY468" fmla="*/ 418031 h 695078"/>
                <a:gd name="connsiteX469" fmla="*/ 788521 w 809832"/>
                <a:gd name="connsiteY469" fmla="*/ 414752 h 695078"/>
                <a:gd name="connsiteX470" fmla="*/ 809832 w 809832"/>
                <a:gd name="connsiteY470" fmla="*/ 444260 h 695078"/>
                <a:gd name="connsiteX471" fmla="*/ 790161 w 809832"/>
                <a:gd name="connsiteY471" fmla="*/ 534424 h 695078"/>
                <a:gd name="connsiteX472" fmla="*/ 680325 w 809832"/>
                <a:gd name="connsiteY472" fmla="*/ 577046 h 695078"/>
                <a:gd name="connsiteX473" fmla="*/ 680325 w 809832"/>
                <a:gd name="connsiteY473" fmla="*/ 578686 h 695078"/>
                <a:gd name="connsiteX474" fmla="*/ 634424 w 809832"/>
                <a:gd name="connsiteY474" fmla="*/ 585243 h 695078"/>
                <a:gd name="connsiteX475" fmla="*/ 570490 w 809832"/>
                <a:gd name="connsiteY475" fmla="*/ 593440 h 695078"/>
                <a:gd name="connsiteX476" fmla="*/ 537703 w 809832"/>
                <a:gd name="connsiteY476" fmla="*/ 613112 h 695078"/>
                <a:gd name="connsiteX477" fmla="*/ 516391 w 809832"/>
                <a:gd name="connsiteY477" fmla="*/ 645899 h 695078"/>
                <a:gd name="connsiteX478" fmla="*/ 511473 w 809832"/>
                <a:gd name="connsiteY478" fmla="*/ 660653 h 695078"/>
                <a:gd name="connsiteX479" fmla="*/ 501637 w 809832"/>
                <a:gd name="connsiteY479" fmla="*/ 667210 h 695078"/>
                <a:gd name="connsiteX480" fmla="*/ 495080 w 809832"/>
                <a:gd name="connsiteY480" fmla="*/ 667210 h 695078"/>
                <a:gd name="connsiteX481" fmla="*/ 483604 w 809832"/>
                <a:gd name="connsiteY481" fmla="*/ 652456 h 695078"/>
                <a:gd name="connsiteX482" fmla="*/ 470490 w 809832"/>
                <a:gd name="connsiteY482" fmla="*/ 655735 h 695078"/>
                <a:gd name="connsiteX483" fmla="*/ 460654 w 809832"/>
                <a:gd name="connsiteY483" fmla="*/ 654095 h 695078"/>
                <a:gd name="connsiteX484" fmla="*/ 432785 w 809832"/>
                <a:gd name="connsiteY484" fmla="*/ 650817 h 695078"/>
                <a:gd name="connsiteX485" fmla="*/ 426228 w 809832"/>
                <a:gd name="connsiteY485" fmla="*/ 645899 h 695078"/>
                <a:gd name="connsiteX486" fmla="*/ 404916 w 809832"/>
                <a:gd name="connsiteY486" fmla="*/ 645899 h 695078"/>
                <a:gd name="connsiteX487" fmla="*/ 401638 w 809832"/>
                <a:gd name="connsiteY487" fmla="*/ 647538 h 695078"/>
                <a:gd name="connsiteX488" fmla="*/ 398359 w 809832"/>
                <a:gd name="connsiteY488" fmla="*/ 647538 h 695078"/>
                <a:gd name="connsiteX489" fmla="*/ 388523 w 809832"/>
                <a:gd name="connsiteY489" fmla="*/ 650817 h 695078"/>
                <a:gd name="connsiteX490" fmla="*/ 388523 w 809832"/>
                <a:gd name="connsiteY490" fmla="*/ 650817 h 695078"/>
                <a:gd name="connsiteX491" fmla="*/ 385244 w 809832"/>
                <a:gd name="connsiteY491" fmla="*/ 652456 h 695078"/>
                <a:gd name="connsiteX492" fmla="*/ 380326 w 809832"/>
                <a:gd name="connsiteY492" fmla="*/ 652456 h 695078"/>
                <a:gd name="connsiteX493" fmla="*/ 377047 w 809832"/>
                <a:gd name="connsiteY493" fmla="*/ 652456 h 695078"/>
                <a:gd name="connsiteX494" fmla="*/ 373769 w 809832"/>
                <a:gd name="connsiteY494" fmla="*/ 652456 h 695078"/>
                <a:gd name="connsiteX495" fmla="*/ 370490 w 809832"/>
                <a:gd name="connsiteY495" fmla="*/ 650817 h 695078"/>
                <a:gd name="connsiteX496" fmla="*/ 367211 w 809832"/>
                <a:gd name="connsiteY496" fmla="*/ 647538 h 695078"/>
                <a:gd name="connsiteX497" fmla="*/ 363933 w 809832"/>
                <a:gd name="connsiteY497" fmla="*/ 645899 h 695078"/>
                <a:gd name="connsiteX498" fmla="*/ 359015 w 809832"/>
                <a:gd name="connsiteY498" fmla="*/ 644259 h 695078"/>
                <a:gd name="connsiteX499" fmla="*/ 355736 w 809832"/>
                <a:gd name="connsiteY499" fmla="*/ 647538 h 695078"/>
                <a:gd name="connsiteX500" fmla="*/ 355736 w 809832"/>
                <a:gd name="connsiteY500" fmla="*/ 647538 h 695078"/>
                <a:gd name="connsiteX501" fmla="*/ 352457 w 809832"/>
                <a:gd name="connsiteY501" fmla="*/ 650817 h 695078"/>
                <a:gd name="connsiteX502" fmla="*/ 352457 w 809832"/>
                <a:gd name="connsiteY502" fmla="*/ 654095 h 695078"/>
                <a:gd name="connsiteX503" fmla="*/ 350818 w 809832"/>
                <a:gd name="connsiteY503" fmla="*/ 657374 h 695078"/>
                <a:gd name="connsiteX504" fmla="*/ 349179 w 809832"/>
                <a:gd name="connsiteY504" fmla="*/ 662292 h 695078"/>
                <a:gd name="connsiteX505" fmla="*/ 349179 w 809832"/>
                <a:gd name="connsiteY505" fmla="*/ 665571 h 695078"/>
                <a:gd name="connsiteX506" fmla="*/ 349179 w 809832"/>
                <a:gd name="connsiteY506" fmla="*/ 668849 h 695078"/>
                <a:gd name="connsiteX507" fmla="*/ 349179 w 809832"/>
                <a:gd name="connsiteY507" fmla="*/ 673768 h 695078"/>
                <a:gd name="connsiteX508" fmla="*/ 352457 w 809832"/>
                <a:gd name="connsiteY508" fmla="*/ 677046 h 695078"/>
                <a:gd name="connsiteX509" fmla="*/ 350818 w 809832"/>
                <a:gd name="connsiteY509" fmla="*/ 680325 h 695078"/>
                <a:gd name="connsiteX510" fmla="*/ 347540 w 809832"/>
                <a:gd name="connsiteY510" fmla="*/ 681964 h 695078"/>
                <a:gd name="connsiteX511" fmla="*/ 347540 w 809832"/>
                <a:gd name="connsiteY511" fmla="*/ 685243 h 695078"/>
                <a:gd name="connsiteX512" fmla="*/ 347540 w 809832"/>
                <a:gd name="connsiteY512" fmla="*/ 688521 h 695078"/>
                <a:gd name="connsiteX513" fmla="*/ 344261 w 809832"/>
                <a:gd name="connsiteY513" fmla="*/ 690161 h 695078"/>
                <a:gd name="connsiteX514" fmla="*/ 340982 w 809832"/>
                <a:gd name="connsiteY514" fmla="*/ 693439 h 695078"/>
                <a:gd name="connsiteX515" fmla="*/ 337703 w 809832"/>
                <a:gd name="connsiteY515" fmla="*/ 695079 h 695078"/>
                <a:gd name="connsiteX516" fmla="*/ 334425 w 809832"/>
                <a:gd name="connsiteY516" fmla="*/ 695079 h 69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</a:cxnLst>
              <a:rect l="l" t="t" r="r" b="b"/>
              <a:pathLst>
                <a:path w="809832" h="695078">
                  <a:moveTo>
                    <a:pt x="334425" y="693439"/>
                  </a:moveTo>
                  <a:lnTo>
                    <a:pt x="334425" y="690161"/>
                  </a:lnTo>
                  <a:lnTo>
                    <a:pt x="332786" y="686882"/>
                  </a:lnTo>
                  <a:lnTo>
                    <a:pt x="331146" y="683603"/>
                  </a:lnTo>
                  <a:lnTo>
                    <a:pt x="331146" y="678685"/>
                  </a:lnTo>
                  <a:lnTo>
                    <a:pt x="329507" y="675407"/>
                  </a:lnTo>
                  <a:lnTo>
                    <a:pt x="324589" y="672128"/>
                  </a:lnTo>
                  <a:lnTo>
                    <a:pt x="324589" y="668849"/>
                  </a:lnTo>
                  <a:lnTo>
                    <a:pt x="324589" y="665571"/>
                  </a:lnTo>
                  <a:lnTo>
                    <a:pt x="319671" y="663931"/>
                  </a:lnTo>
                  <a:lnTo>
                    <a:pt x="319671" y="662292"/>
                  </a:lnTo>
                  <a:lnTo>
                    <a:pt x="316392" y="659013"/>
                  </a:lnTo>
                  <a:lnTo>
                    <a:pt x="316392" y="662292"/>
                  </a:lnTo>
                  <a:lnTo>
                    <a:pt x="316392" y="659013"/>
                  </a:lnTo>
                  <a:lnTo>
                    <a:pt x="314753" y="654095"/>
                  </a:lnTo>
                  <a:lnTo>
                    <a:pt x="314753" y="650817"/>
                  </a:lnTo>
                  <a:lnTo>
                    <a:pt x="314753" y="647538"/>
                  </a:lnTo>
                  <a:lnTo>
                    <a:pt x="311474" y="644259"/>
                  </a:lnTo>
                  <a:lnTo>
                    <a:pt x="308196" y="640981"/>
                  </a:lnTo>
                  <a:lnTo>
                    <a:pt x="304917" y="637702"/>
                  </a:lnTo>
                  <a:lnTo>
                    <a:pt x="299999" y="634423"/>
                  </a:lnTo>
                  <a:lnTo>
                    <a:pt x="296720" y="629505"/>
                  </a:lnTo>
                  <a:lnTo>
                    <a:pt x="293441" y="627866"/>
                  </a:lnTo>
                  <a:lnTo>
                    <a:pt x="288523" y="624587"/>
                  </a:lnTo>
                  <a:lnTo>
                    <a:pt x="288523" y="619669"/>
                  </a:lnTo>
                  <a:lnTo>
                    <a:pt x="286884" y="616391"/>
                  </a:lnTo>
                  <a:lnTo>
                    <a:pt x="285245" y="616391"/>
                  </a:lnTo>
                  <a:lnTo>
                    <a:pt x="281966" y="611473"/>
                  </a:lnTo>
                  <a:lnTo>
                    <a:pt x="280327" y="608194"/>
                  </a:lnTo>
                  <a:lnTo>
                    <a:pt x="280327" y="604915"/>
                  </a:lnTo>
                  <a:lnTo>
                    <a:pt x="278687" y="599997"/>
                  </a:lnTo>
                  <a:lnTo>
                    <a:pt x="275409" y="596718"/>
                  </a:lnTo>
                  <a:lnTo>
                    <a:pt x="272130" y="595079"/>
                  </a:lnTo>
                  <a:lnTo>
                    <a:pt x="270491" y="591801"/>
                  </a:lnTo>
                  <a:lnTo>
                    <a:pt x="270491" y="588522"/>
                  </a:lnTo>
                  <a:lnTo>
                    <a:pt x="270491" y="585243"/>
                  </a:lnTo>
                  <a:lnTo>
                    <a:pt x="267212" y="581965"/>
                  </a:lnTo>
                  <a:lnTo>
                    <a:pt x="267212" y="577046"/>
                  </a:lnTo>
                  <a:lnTo>
                    <a:pt x="267212" y="573768"/>
                  </a:lnTo>
                  <a:lnTo>
                    <a:pt x="263933" y="570489"/>
                  </a:lnTo>
                  <a:lnTo>
                    <a:pt x="262294" y="567211"/>
                  </a:lnTo>
                  <a:lnTo>
                    <a:pt x="259016" y="562293"/>
                  </a:lnTo>
                  <a:lnTo>
                    <a:pt x="259016" y="559014"/>
                  </a:lnTo>
                  <a:lnTo>
                    <a:pt x="257376" y="555735"/>
                  </a:lnTo>
                  <a:lnTo>
                    <a:pt x="254097" y="554096"/>
                  </a:lnTo>
                  <a:lnTo>
                    <a:pt x="252458" y="550817"/>
                  </a:lnTo>
                  <a:lnTo>
                    <a:pt x="252458" y="545899"/>
                  </a:lnTo>
                  <a:lnTo>
                    <a:pt x="247540" y="542621"/>
                  </a:lnTo>
                  <a:lnTo>
                    <a:pt x="244261" y="540981"/>
                  </a:lnTo>
                  <a:lnTo>
                    <a:pt x="242622" y="537703"/>
                  </a:lnTo>
                  <a:lnTo>
                    <a:pt x="239343" y="534424"/>
                  </a:lnTo>
                  <a:lnTo>
                    <a:pt x="236064" y="531145"/>
                  </a:lnTo>
                  <a:lnTo>
                    <a:pt x="232786" y="529506"/>
                  </a:lnTo>
                  <a:lnTo>
                    <a:pt x="229507" y="524588"/>
                  </a:lnTo>
                  <a:lnTo>
                    <a:pt x="224589" y="521309"/>
                  </a:lnTo>
                  <a:lnTo>
                    <a:pt x="221310" y="521309"/>
                  </a:lnTo>
                  <a:lnTo>
                    <a:pt x="219671" y="521309"/>
                  </a:lnTo>
                  <a:lnTo>
                    <a:pt x="216393" y="519670"/>
                  </a:lnTo>
                  <a:lnTo>
                    <a:pt x="211474" y="518031"/>
                  </a:lnTo>
                  <a:lnTo>
                    <a:pt x="209835" y="514752"/>
                  </a:lnTo>
                  <a:lnTo>
                    <a:pt x="206557" y="511473"/>
                  </a:lnTo>
                  <a:lnTo>
                    <a:pt x="203278" y="506555"/>
                  </a:lnTo>
                  <a:lnTo>
                    <a:pt x="201639" y="503276"/>
                  </a:lnTo>
                  <a:lnTo>
                    <a:pt x="198360" y="499998"/>
                  </a:lnTo>
                  <a:lnTo>
                    <a:pt x="196720" y="496719"/>
                  </a:lnTo>
                  <a:lnTo>
                    <a:pt x="195081" y="493440"/>
                  </a:lnTo>
                  <a:lnTo>
                    <a:pt x="191803" y="490162"/>
                  </a:lnTo>
                  <a:lnTo>
                    <a:pt x="188524" y="485244"/>
                  </a:lnTo>
                  <a:lnTo>
                    <a:pt x="188524" y="481965"/>
                  </a:lnTo>
                  <a:lnTo>
                    <a:pt x="185245" y="478686"/>
                  </a:lnTo>
                  <a:lnTo>
                    <a:pt x="185245" y="473768"/>
                  </a:lnTo>
                  <a:lnTo>
                    <a:pt x="186884" y="470490"/>
                  </a:lnTo>
                  <a:lnTo>
                    <a:pt x="185245" y="467211"/>
                  </a:lnTo>
                  <a:lnTo>
                    <a:pt x="183606" y="462293"/>
                  </a:lnTo>
                  <a:lnTo>
                    <a:pt x="183606" y="459014"/>
                  </a:lnTo>
                  <a:lnTo>
                    <a:pt x="181966" y="455736"/>
                  </a:lnTo>
                  <a:lnTo>
                    <a:pt x="180327" y="452457"/>
                  </a:lnTo>
                  <a:lnTo>
                    <a:pt x="180327" y="447539"/>
                  </a:lnTo>
                  <a:lnTo>
                    <a:pt x="180327" y="444260"/>
                  </a:lnTo>
                  <a:lnTo>
                    <a:pt x="180327" y="440981"/>
                  </a:lnTo>
                  <a:lnTo>
                    <a:pt x="180327" y="436064"/>
                  </a:lnTo>
                  <a:lnTo>
                    <a:pt x="181966" y="432785"/>
                  </a:lnTo>
                  <a:lnTo>
                    <a:pt x="181966" y="429506"/>
                  </a:lnTo>
                  <a:lnTo>
                    <a:pt x="181966" y="424588"/>
                  </a:lnTo>
                  <a:lnTo>
                    <a:pt x="181966" y="421309"/>
                  </a:lnTo>
                  <a:lnTo>
                    <a:pt x="181966" y="419670"/>
                  </a:lnTo>
                  <a:lnTo>
                    <a:pt x="178688" y="416391"/>
                  </a:lnTo>
                  <a:lnTo>
                    <a:pt x="177049" y="413113"/>
                  </a:lnTo>
                  <a:lnTo>
                    <a:pt x="175409" y="408195"/>
                  </a:lnTo>
                  <a:lnTo>
                    <a:pt x="172130" y="404916"/>
                  </a:lnTo>
                  <a:lnTo>
                    <a:pt x="177049" y="406556"/>
                  </a:lnTo>
                  <a:lnTo>
                    <a:pt x="173770" y="403277"/>
                  </a:lnTo>
                  <a:lnTo>
                    <a:pt x="170491" y="401637"/>
                  </a:lnTo>
                  <a:lnTo>
                    <a:pt x="170491" y="398359"/>
                  </a:lnTo>
                  <a:lnTo>
                    <a:pt x="168852" y="393441"/>
                  </a:lnTo>
                  <a:lnTo>
                    <a:pt x="165573" y="390162"/>
                  </a:lnTo>
                  <a:lnTo>
                    <a:pt x="165573" y="386884"/>
                  </a:lnTo>
                  <a:lnTo>
                    <a:pt x="165573" y="383605"/>
                  </a:lnTo>
                  <a:lnTo>
                    <a:pt x="162294" y="378687"/>
                  </a:lnTo>
                  <a:lnTo>
                    <a:pt x="159016" y="375408"/>
                  </a:lnTo>
                  <a:lnTo>
                    <a:pt x="157376" y="372129"/>
                  </a:lnTo>
                  <a:lnTo>
                    <a:pt x="155737" y="367211"/>
                  </a:lnTo>
                  <a:lnTo>
                    <a:pt x="152459" y="363933"/>
                  </a:lnTo>
                  <a:lnTo>
                    <a:pt x="149180" y="360654"/>
                  </a:lnTo>
                  <a:lnTo>
                    <a:pt x="144262" y="357375"/>
                  </a:lnTo>
                  <a:lnTo>
                    <a:pt x="144262" y="357375"/>
                  </a:lnTo>
                  <a:lnTo>
                    <a:pt x="140983" y="355736"/>
                  </a:lnTo>
                  <a:lnTo>
                    <a:pt x="137704" y="352457"/>
                  </a:lnTo>
                  <a:lnTo>
                    <a:pt x="136065" y="349179"/>
                  </a:lnTo>
                  <a:lnTo>
                    <a:pt x="131147" y="349179"/>
                  </a:lnTo>
                  <a:lnTo>
                    <a:pt x="131147" y="349179"/>
                  </a:lnTo>
                  <a:lnTo>
                    <a:pt x="127869" y="345900"/>
                  </a:lnTo>
                  <a:lnTo>
                    <a:pt x="122950" y="345900"/>
                  </a:lnTo>
                  <a:lnTo>
                    <a:pt x="119672" y="345900"/>
                  </a:lnTo>
                  <a:lnTo>
                    <a:pt x="116393" y="340982"/>
                  </a:lnTo>
                  <a:lnTo>
                    <a:pt x="116393" y="337703"/>
                  </a:lnTo>
                  <a:lnTo>
                    <a:pt x="114754" y="334425"/>
                  </a:lnTo>
                  <a:lnTo>
                    <a:pt x="113114" y="332785"/>
                  </a:lnTo>
                  <a:lnTo>
                    <a:pt x="109836" y="327867"/>
                  </a:lnTo>
                  <a:lnTo>
                    <a:pt x="108196" y="324589"/>
                  </a:lnTo>
                  <a:lnTo>
                    <a:pt x="104917" y="319671"/>
                  </a:lnTo>
                  <a:lnTo>
                    <a:pt x="108196" y="318031"/>
                  </a:lnTo>
                  <a:lnTo>
                    <a:pt x="108196" y="313113"/>
                  </a:lnTo>
                  <a:lnTo>
                    <a:pt x="108196" y="311474"/>
                  </a:lnTo>
                  <a:lnTo>
                    <a:pt x="108196" y="306556"/>
                  </a:lnTo>
                  <a:lnTo>
                    <a:pt x="104917" y="303277"/>
                  </a:lnTo>
                  <a:lnTo>
                    <a:pt x="101639" y="299999"/>
                  </a:lnTo>
                  <a:lnTo>
                    <a:pt x="100000" y="295081"/>
                  </a:lnTo>
                  <a:lnTo>
                    <a:pt x="98360" y="291802"/>
                  </a:lnTo>
                  <a:lnTo>
                    <a:pt x="96721" y="288523"/>
                  </a:lnTo>
                  <a:lnTo>
                    <a:pt x="93442" y="283605"/>
                  </a:lnTo>
                  <a:lnTo>
                    <a:pt x="88524" y="281966"/>
                  </a:lnTo>
                  <a:lnTo>
                    <a:pt x="85246" y="277048"/>
                  </a:lnTo>
                  <a:lnTo>
                    <a:pt x="83606" y="273769"/>
                  </a:lnTo>
                  <a:lnTo>
                    <a:pt x="85246" y="272130"/>
                  </a:lnTo>
                  <a:lnTo>
                    <a:pt x="83606" y="267212"/>
                  </a:lnTo>
                  <a:lnTo>
                    <a:pt x="80327" y="267212"/>
                  </a:lnTo>
                  <a:lnTo>
                    <a:pt x="77049" y="262294"/>
                  </a:lnTo>
                  <a:lnTo>
                    <a:pt x="75410" y="259015"/>
                  </a:lnTo>
                  <a:lnTo>
                    <a:pt x="72131" y="254097"/>
                  </a:lnTo>
                  <a:lnTo>
                    <a:pt x="70492" y="250819"/>
                  </a:lnTo>
                  <a:lnTo>
                    <a:pt x="68852" y="247540"/>
                  </a:lnTo>
                  <a:lnTo>
                    <a:pt x="67213" y="242622"/>
                  </a:lnTo>
                  <a:lnTo>
                    <a:pt x="63934" y="239343"/>
                  </a:lnTo>
                  <a:lnTo>
                    <a:pt x="60656" y="236064"/>
                  </a:lnTo>
                  <a:lnTo>
                    <a:pt x="59016" y="231147"/>
                  </a:lnTo>
                  <a:lnTo>
                    <a:pt x="55737" y="227868"/>
                  </a:lnTo>
                  <a:lnTo>
                    <a:pt x="52459" y="224589"/>
                  </a:lnTo>
                  <a:lnTo>
                    <a:pt x="49180" y="219671"/>
                  </a:lnTo>
                  <a:lnTo>
                    <a:pt x="49180" y="216392"/>
                  </a:lnTo>
                  <a:lnTo>
                    <a:pt x="45902" y="213114"/>
                  </a:lnTo>
                  <a:lnTo>
                    <a:pt x="42623" y="209835"/>
                  </a:lnTo>
                  <a:lnTo>
                    <a:pt x="39344" y="206557"/>
                  </a:lnTo>
                  <a:lnTo>
                    <a:pt x="36066" y="201638"/>
                  </a:lnTo>
                  <a:lnTo>
                    <a:pt x="36066" y="198360"/>
                  </a:lnTo>
                  <a:lnTo>
                    <a:pt x="32787" y="195081"/>
                  </a:lnTo>
                  <a:lnTo>
                    <a:pt x="29508" y="190163"/>
                  </a:lnTo>
                  <a:lnTo>
                    <a:pt x="29508" y="186884"/>
                  </a:lnTo>
                  <a:lnTo>
                    <a:pt x="24590" y="183606"/>
                  </a:lnTo>
                  <a:lnTo>
                    <a:pt x="24590" y="181966"/>
                  </a:lnTo>
                  <a:lnTo>
                    <a:pt x="24590" y="178688"/>
                  </a:lnTo>
                  <a:lnTo>
                    <a:pt x="19672" y="177048"/>
                  </a:lnTo>
                  <a:lnTo>
                    <a:pt x="16393" y="177048"/>
                  </a:lnTo>
                  <a:lnTo>
                    <a:pt x="14754" y="177048"/>
                  </a:lnTo>
                  <a:lnTo>
                    <a:pt x="11476" y="177048"/>
                  </a:lnTo>
                  <a:lnTo>
                    <a:pt x="8197" y="177048"/>
                  </a:lnTo>
                  <a:lnTo>
                    <a:pt x="3279" y="177048"/>
                  </a:lnTo>
                  <a:lnTo>
                    <a:pt x="3279" y="180327"/>
                  </a:lnTo>
                  <a:lnTo>
                    <a:pt x="0" y="177048"/>
                  </a:lnTo>
                  <a:lnTo>
                    <a:pt x="1639" y="173770"/>
                  </a:lnTo>
                  <a:lnTo>
                    <a:pt x="3279" y="170491"/>
                  </a:lnTo>
                  <a:lnTo>
                    <a:pt x="4918" y="167212"/>
                  </a:lnTo>
                  <a:lnTo>
                    <a:pt x="6557" y="163934"/>
                  </a:lnTo>
                  <a:lnTo>
                    <a:pt x="6557" y="160655"/>
                  </a:lnTo>
                  <a:lnTo>
                    <a:pt x="8197" y="155737"/>
                  </a:lnTo>
                  <a:lnTo>
                    <a:pt x="8197" y="154098"/>
                  </a:lnTo>
                  <a:lnTo>
                    <a:pt x="6557" y="149180"/>
                  </a:lnTo>
                  <a:lnTo>
                    <a:pt x="8197" y="145901"/>
                  </a:lnTo>
                  <a:lnTo>
                    <a:pt x="8197" y="142622"/>
                  </a:lnTo>
                  <a:lnTo>
                    <a:pt x="8197" y="139344"/>
                  </a:lnTo>
                  <a:lnTo>
                    <a:pt x="8197" y="136065"/>
                  </a:lnTo>
                  <a:lnTo>
                    <a:pt x="9836" y="132786"/>
                  </a:lnTo>
                  <a:lnTo>
                    <a:pt x="9836" y="129508"/>
                  </a:lnTo>
                  <a:lnTo>
                    <a:pt x="9836" y="124590"/>
                  </a:lnTo>
                  <a:lnTo>
                    <a:pt x="11476" y="121311"/>
                  </a:lnTo>
                  <a:lnTo>
                    <a:pt x="11476" y="121311"/>
                  </a:lnTo>
                  <a:lnTo>
                    <a:pt x="13115" y="121311"/>
                  </a:lnTo>
                  <a:lnTo>
                    <a:pt x="16393" y="122950"/>
                  </a:lnTo>
                  <a:lnTo>
                    <a:pt x="19672" y="122950"/>
                  </a:lnTo>
                  <a:lnTo>
                    <a:pt x="24590" y="122950"/>
                  </a:lnTo>
                  <a:lnTo>
                    <a:pt x="27869" y="124590"/>
                  </a:lnTo>
                  <a:lnTo>
                    <a:pt x="31147" y="124590"/>
                  </a:lnTo>
                  <a:lnTo>
                    <a:pt x="34426" y="126229"/>
                  </a:lnTo>
                  <a:lnTo>
                    <a:pt x="37705" y="126229"/>
                  </a:lnTo>
                  <a:lnTo>
                    <a:pt x="42623" y="126229"/>
                  </a:lnTo>
                  <a:lnTo>
                    <a:pt x="45902" y="127868"/>
                  </a:lnTo>
                  <a:lnTo>
                    <a:pt x="49180" y="127868"/>
                  </a:lnTo>
                  <a:lnTo>
                    <a:pt x="52459" y="129508"/>
                  </a:lnTo>
                  <a:lnTo>
                    <a:pt x="52459" y="129508"/>
                  </a:lnTo>
                  <a:lnTo>
                    <a:pt x="57377" y="126229"/>
                  </a:lnTo>
                  <a:lnTo>
                    <a:pt x="60656" y="122950"/>
                  </a:lnTo>
                  <a:lnTo>
                    <a:pt x="63934" y="119672"/>
                  </a:lnTo>
                  <a:lnTo>
                    <a:pt x="67213" y="116393"/>
                  </a:lnTo>
                  <a:lnTo>
                    <a:pt x="70492" y="111475"/>
                  </a:lnTo>
                  <a:lnTo>
                    <a:pt x="72131" y="108196"/>
                  </a:lnTo>
                  <a:lnTo>
                    <a:pt x="73770" y="104917"/>
                  </a:lnTo>
                  <a:lnTo>
                    <a:pt x="75410" y="101639"/>
                  </a:lnTo>
                  <a:lnTo>
                    <a:pt x="78688" y="98360"/>
                  </a:lnTo>
                  <a:lnTo>
                    <a:pt x="81967" y="98360"/>
                  </a:lnTo>
                  <a:lnTo>
                    <a:pt x="86885" y="96721"/>
                  </a:lnTo>
                  <a:lnTo>
                    <a:pt x="90164" y="96721"/>
                  </a:lnTo>
                  <a:lnTo>
                    <a:pt x="93442" y="95082"/>
                  </a:lnTo>
                  <a:lnTo>
                    <a:pt x="96721" y="95082"/>
                  </a:lnTo>
                  <a:lnTo>
                    <a:pt x="101639" y="93442"/>
                  </a:lnTo>
                  <a:lnTo>
                    <a:pt x="104917" y="91803"/>
                  </a:lnTo>
                  <a:lnTo>
                    <a:pt x="108196" y="78688"/>
                  </a:lnTo>
                  <a:lnTo>
                    <a:pt x="119672" y="72131"/>
                  </a:lnTo>
                  <a:lnTo>
                    <a:pt x="101639" y="50820"/>
                  </a:lnTo>
                  <a:lnTo>
                    <a:pt x="103279" y="50820"/>
                  </a:lnTo>
                  <a:lnTo>
                    <a:pt x="100000" y="47541"/>
                  </a:lnTo>
                  <a:lnTo>
                    <a:pt x="96721" y="44262"/>
                  </a:lnTo>
                  <a:lnTo>
                    <a:pt x="93442" y="40983"/>
                  </a:lnTo>
                  <a:lnTo>
                    <a:pt x="81967" y="27869"/>
                  </a:lnTo>
                  <a:lnTo>
                    <a:pt x="118032" y="14754"/>
                  </a:lnTo>
                  <a:lnTo>
                    <a:pt x="122950" y="13115"/>
                  </a:lnTo>
                  <a:lnTo>
                    <a:pt x="124590" y="13115"/>
                  </a:lnTo>
                  <a:lnTo>
                    <a:pt x="124590" y="13115"/>
                  </a:lnTo>
                  <a:lnTo>
                    <a:pt x="127869" y="11475"/>
                  </a:lnTo>
                  <a:lnTo>
                    <a:pt x="131147" y="11475"/>
                  </a:lnTo>
                  <a:lnTo>
                    <a:pt x="134426" y="9836"/>
                  </a:lnTo>
                  <a:lnTo>
                    <a:pt x="139344" y="8197"/>
                  </a:lnTo>
                  <a:lnTo>
                    <a:pt x="142623" y="8197"/>
                  </a:lnTo>
                  <a:lnTo>
                    <a:pt x="145901" y="6557"/>
                  </a:lnTo>
                  <a:lnTo>
                    <a:pt x="147540" y="6557"/>
                  </a:lnTo>
                  <a:lnTo>
                    <a:pt x="150819" y="4918"/>
                  </a:lnTo>
                  <a:lnTo>
                    <a:pt x="154098" y="1639"/>
                  </a:lnTo>
                  <a:lnTo>
                    <a:pt x="157376" y="0"/>
                  </a:lnTo>
                  <a:lnTo>
                    <a:pt x="162294" y="0"/>
                  </a:lnTo>
                  <a:lnTo>
                    <a:pt x="167213" y="1639"/>
                  </a:lnTo>
                  <a:lnTo>
                    <a:pt x="168852" y="1639"/>
                  </a:lnTo>
                  <a:lnTo>
                    <a:pt x="173770" y="1639"/>
                  </a:lnTo>
                  <a:lnTo>
                    <a:pt x="178688" y="3279"/>
                  </a:lnTo>
                  <a:lnTo>
                    <a:pt x="181966" y="3279"/>
                  </a:lnTo>
                  <a:lnTo>
                    <a:pt x="188524" y="4918"/>
                  </a:lnTo>
                  <a:lnTo>
                    <a:pt x="190163" y="4918"/>
                  </a:lnTo>
                  <a:lnTo>
                    <a:pt x="195081" y="6557"/>
                  </a:lnTo>
                  <a:lnTo>
                    <a:pt x="199999" y="6557"/>
                  </a:lnTo>
                  <a:lnTo>
                    <a:pt x="203278" y="8197"/>
                  </a:lnTo>
                  <a:lnTo>
                    <a:pt x="209835" y="11475"/>
                  </a:lnTo>
                  <a:lnTo>
                    <a:pt x="216393" y="14754"/>
                  </a:lnTo>
                  <a:lnTo>
                    <a:pt x="222950" y="19672"/>
                  </a:lnTo>
                  <a:lnTo>
                    <a:pt x="229507" y="22951"/>
                  </a:lnTo>
                  <a:lnTo>
                    <a:pt x="236064" y="27869"/>
                  </a:lnTo>
                  <a:lnTo>
                    <a:pt x="242622" y="32787"/>
                  </a:lnTo>
                  <a:lnTo>
                    <a:pt x="244261" y="32787"/>
                  </a:lnTo>
                  <a:lnTo>
                    <a:pt x="247540" y="36065"/>
                  </a:lnTo>
                  <a:lnTo>
                    <a:pt x="252458" y="36065"/>
                  </a:lnTo>
                  <a:lnTo>
                    <a:pt x="252458" y="37705"/>
                  </a:lnTo>
                  <a:lnTo>
                    <a:pt x="255737" y="39344"/>
                  </a:lnTo>
                  <a:lnTo>
                    <a:pt x="260654" y="40983"/>
                  </a:lnTo>
                  <a:lnTo>
                    <a:pt x="263933" y="42623"/>
                  </a:lnTo>
                  <a:lnTo>
                    <a:pt x="267212" y="44262"/>
                  </a:lnTo>
                  <a:lnTo>
                    <a:pt x="273769" y="49180"/>
                  </a:lnTo>
                  <a:lnTo>
                    <a:pt x="280327" y="54098"/>
                  </a:lnTo>
                  <a:lnTo>
                    <a:pt x="285245" y="59016"/>
                  </a:lnTo>
                  <a:lnTo>
                    <a:pt x="290163" y="63934"/>
                  </a:lnTo>
                  <a:lnTo>
                    <a:pt x="298360" y="68852"/>
                  </a:lnTo>
                  <a:lnTo>
                    <a:pt x="301638" y="72131"/>
                  </a:lnTo>
                  <a:lnTo>
                    <a:pt x="304917" y="75410"/>
                  </a:lnTo>
                  <a:lnTo>
                    <a:pt x="311474" y="78688"/>
                  </a:lnTo>
                  <a:lnTo>
                    <a:pt x="314753" y="81967"/>
                  </a:lnTo>
                  <a:lnTo>
                    <a:pt x="319671" y="85245"/>
                  </a:lnTo>
                  <a:lnTo>
                    <a:pt x="322950" y="88524"/>
                  </a:lnTo>
                  <a:lnTo>
                    <a:pt x="327867" y="93442"/>
                  </a:lnTo>
                  <a:lnTo>
                    <a:pt x="329507" y="93442"/>
                  </a:lnTo>
                  <a:lnTo>
                    <a:pt x="329507" y="93442"/>
                  </a:lnTo>
                  <a:lnTo>
                    <a:pt x="332786" y="96721"/>
                  </a:lnTo>
                  <a:lnTo>
                    <a:pt x="337703" y="100000"/>
                  </a:lnTo>
                  <a:lnTo>
                    <a:pt x="337703" y="100000"/>
                  </a:lnTo>
                  <a:lnTo>
                    <a:pt x="342621" y="103278"/>
                  </a:lnTo>
                  <a:lnTo>
                    <a:pt x="347540" y="108196"/>
                  </a:lnTo>
                  <a:lnTo>
                    <a:pt x="354097" y="113114"/>
                  </a:lnTo>
                  <a:lnTo>
                    <a:pt x="360654" y="118032"/>
                  </a:lnTo>
                  <a:lnTo>
                    <a:pt x="365572" y="121311"/>
                  </a:lnTo>
                  <a:lnTo>
                    <a:pt x="368851" y="124590"/>
                  </a:lnTo>
                  <a:lnTo>
                    <a:pt x="373769" y="127868"/>
                  </a:lnTo>
                  <a:lnTo>
                    <a:pt x="378687" y="129508"/>
                  </a:lnTo>
                  <a:lnTo>
                    <a:pt x="381966" y="129508"/>
                  </a:lnTo>
                  <a:lnTo>
                    <a:pt x="383605" y="129508"/>
                  </a:lnTo>
                  <a:lnTo>
                    <a:pt x="388523" y="129508"/>
                  </a:lnTo>
                  <a:lnTo>
                    <a:pt x="395080" y="129508"/>
                  </a:lnTo>
                  <a:lnTo>
                    <a:pt x="401638" y="131147"/>
                  </a:lnTo>
                  <a:lnTo>
                    <a:pt x="406556" y="131147"/>
                  </a:lnTo>
                  <a:lnTo>
                    <a:pt x="413113" y="132786"/>
                  </a:lnTo>
                  <a:lnTo>
                    <a:pt x="418031" y="132786"/>
                  </a:lnTo>
                  <a:lnTo>
                    <a:pt x="426228" y="132786"/>
                  </a:lnTo>
                  <a:lnTo>
                    <a:pt x="432785" y="134426"/>
                  </a:lnTo>
                  <a:lnTo>
                    <a:pt x="437703" y="134426"/>
                  </a:lnTo>
                  <a:lnTo>
                    <a:pt x="440981" y="132786"/>
                  </a:lnTo>
                  <a:lnTo>
                    <a:pt x="440981" y="132786"/>
                  </a:lnTo>
                  <a:lnTo>
                    <a:pt x="442621" y="132786"/>
                  </a:lnTo>
                  <a:lnTo>
                    <a:pt x="447539" y="132786"/>
                  </a:lnTo>
                  <a:lnTo>
                    <a:pt x="449178" y="134426"/>
                  </a:lnTo>
                  <a:lnTo>
                    <a:pt x="452457" y="134426"/>
                  </a:lnTo>
                  <a:lnTo>
                    <a:pt x="457375" y="134426"/>
                  </a:lnTo>
                  <a:lnTo>
                    <a:pt x="460654" y="136065"/>
                  </a:lnTo>
                  <a:lnTo>
                    <a:pt x="463933" y="136065"/>
                  </a:lnTo>
                  <a:lnTo>
                    <a:pt x="468850" y="136065"/>
                  </a:lnTo>
                  <a:lnTo>
                    <a:pt x="472129" y="136065"/>
                  </a:lnTo>
                  <a:lnTo>
                    <a:pt x="475408" y="137704"/>
                  </a:lnTo>
                  <a:lnTo>
                    <a:pt x="478687" y="142622"/>
                  </a:lnTo>
                  <a:lnTo>
                    <a:pt x="478687" y="142622"/>
                  </a:lnTo>
                  <a:lnTo>
                    <a:pt x="480326" y="145901"/>
                  </a:lnTo>
                  <a:lnTo>
                    <a:pt x="481965" y="149180"/>
                  </a:lnTo>
                  <a:lnTo>
                    <a:pt x="483604" y="154098"/>
                  </a:lnTo>
                  <a:lnTo>
                    <a:pt x="486883" y="157376"/>
                  </a:lnTo>
                  <a:lnTo>
                    <a:pt x="488523" y="157376"/>
                  </a:lnTo>
                  <a:lnTo>
                    <a:pt x="491801" y="157376"/>
                  </a:lnTo>
                  <a:lnTo>
                    <a:pt x="496719" y="157376"/>
                  </a:lnTo>
                  <a:lnTo>
                    <a:pt x="498358" y="157376"/>
                  </a:lnTo>
                  <a:lnTo>
                    <a:pt x="501637" y="157376"/>
                  </a:lnTo>
                  <a:lnTo>
                    <a:pt x="504916" y="157376"/>
                  </a:lnTo>
                  <a:lnTo>
                    <a:pt x="508194" y="157376"/>
                  </a:lnTo>
                  <a:lnTo>
                    <a:pt x="513113" y="157376"/>
                  </a:lnTo>
                  <a:lnTo>
                    <a:pt x="513113" y="157376"/>
                  </a:lnTo>
                  <a:lnTo>
                    <a:pt x="516391" y="160655"/>
                  </a:lnTo>
                  <a:lnTo>
                    <a:pt x="518031" y="163934"/>
                  </a:lnTo>
                  <a:lnTo>
                    <a:pt x="518031" y="167212"/>
                  </a:lnTo>
                  <a:lnTo>
                    <a:pt x="521309" y="170491"/>
                  </a:lnTo>
                  <a:lnTo>
                    <a:pt x="521309" y="173770"/>
                  </a:lnTo>
                  <a:lnTo>
                    <a:pt x="522948" y="178688"/>
                  </a:lnTo>
                  <a:lnTo>
                    <a:pt x="526227" y="180327"/>
                  </a:lnTo>
                  <a:lnTo>
                    <a:pt x="527867" y="180327"/>
                  </a:lnTo>
                  <a:lnTo>
                    <a:pt x="527867" y="183606"/>
                  </a:lnTo>
                  <a:lnTo>
                    <a:pt x="529506" y="183606"/>
                  </a:lnTo>
                  <a:lnTo>
                    <a:pt x="532784" y="188524"/>
                  </a:lnTo>
                  <a:lnTo>
                    <a:pt x="532784" y="188524"/>
                  </a:lnTo>
                  <a:lnTo>
                    <a:pt x="532784" y="191802"/>
                  </a:lnTo>
                  <a:lnTo>
                    <a:pt x="532784" y="190163"/>
                  </a:lnTo>
                  <a:lnTo>
                    <a:pt x="531145" y="188524"/>
                  </a:lnTo>
                  <a:lnTo>
                    <a:pt x="529506" y="193442"/>
                  </a:lnTo>
                  <a:lnTo>
                    <a:pt x="529506" y="193442"/>
                  </a:lnTo>
                  <a:lnTo>
                    <a:pt x="529506" y="195081"/>
                  </a:lnTo>
                  <a:lnTo>
                    <a:pt x="531145" y="193442"/>
                  </a:lnTo>
                  <a:lnTo>
                    <a:pt x="532784" y="195081"/>
                  </a:lnTo>
                  <a:lnTo>
                    <a:pt x="532784" y="198360"/>
                  </a:lnTo>
                  <a:lnTo>
                    <a:pt x="532784" y="198360"/>
                  </a:lnTo>
                  <a:lnTo>
                    <a:pt x="532784" y="198360"/>
                  </a:lnTo>
                  <a:lnTo>
                    <a:pt x="532784" y="198360"/>
                  </a:lnTo>
                  <a:lnTo>
                    <a:pt x="532784" y="198360"/>
                  </a:lnTo>
                  <a:lnTo>
                    <a:pt x="532784" y="198360"/>
                  </a:lnTo>
                  <a:lnTo>
                    <a:pt x="532784" y="198360"/>
                  </a:lnTo>
                  <a:lnTo>
                    <a:pt x="534424" y="198360"/>
                  </a:lnTo>
                  <a:lnTo>
                    <a:pt x="534424" y="198360"/>
                  </a:lnTo>
                  <a:lnTo>
                    <a:pt x="537703" y="198360"/>
                  </a:lnTo>
                  <a:lnTo>
                    <a:pt x="539342" y="199999"/>
                  </a:lnTo>
                  <a:lnTo>
                    <a:pt x="540981" y="201638"/>
                  </a:lnTo>
                  <a:lnTo>
                    <a:pt x="540981" y="201638"/>
                  </a:lnTo>
                  <a:lnTo>
                    <a:pt x="542621" y="201638"/>
                  </a:lnTo>
                  <a:lnTo>
                    <a:pt x="547538" y="201638"/>
                  </a:lnTo>
                  <a:lnTo>
                    <a:pt x="550817" y="204917"/>
                  </a:lnTo>
                  <a:lnTo>
                    <a:pt x="547538" y="208196"/>
                  </a:lnTo>
                  <a:lnTo>
                    <a:pt x="550817" y="209835"/>
                  </a:lnTo>
                  <a:lnTo>
                    <a:pt x="552457" y="214753"/>
                  </a:lnTo>
                  <a:lnTo>
                    <a:pt x="552457" y="214753"/>
                  </a:lnTo>
                  <a:lnTo>
                    <a:pt x="555735" y="216392"/>
                  </a:lnTo>
                  <a:lnTo>
                    <a:pt x="555735" y="219671"/>
                  </a:lnTo>
                  <a:lnTo>
                    <a:pt x="557375" y="219671"/>
                  </a:lnTo>
                  <a:lnTo>
                    <a:pt x="559014" y="219671"/>
                  </a:lnTo>
                  <a:lnTo>
                    <a:pt x="560653" y="219671"/>
                  </a:lnTo>
                  <a:lnTo>
                    <a:pt x="562293" y="216392"/>
                  </a:lnTo>
                  <a:lnTo>
                    <a:pt x="560653" y="219671"/>
                  </a:lnTo>
                  <a:lnTo>
                    <a:pt x="563932" y="222950"/>
                  </a:lnTo>
                  <a:lnTo>
                    <a:pt x="565571" y="224589"/>
                  </a:lnTo>
                  <a:lnTo>
                    <a:pt x="565571" y="224589"/>
                  </a:lnTo>
                  <a:lnTo>
                    <a:pt x="565571" y="224589"/>
                  </a:lnTo>
                  <a:lnTo>
                    <a:pt x="568850" y="229507"/>
                  </a:lnTo>
                  <a:lnTo>
                    <a:pt x="570490" y="229507"/>
                  </a:lnTo>
                  <a:lnTo>
                    <a:pt x="573768" y="231147"/>
                  </a:lnTo>
                  <a:lnTo>
                    <a:pt x="575407" y="231147"/>
                  </a:lnTo>
                  <a:lnTo>
                    <a:pt x="577047" y="232786"/>
                  </a:lnTo>
                  <a:lnTo>
                    <a:pt x="578686" y="232786"/>
                  </a:lnTo>
                  <a:lnTo>
                    <a:pt x="578686" y="232786"/>
                  </a:lnTo>
                  <a:lnTo>
                    <a:pt x="578686" y="234425"/>
                  </a:lnTo>
                  <a:lnTo>
                    <a:pt x="580325" y="234425"/>
                  </a:lnTo>
                  <a:lnTo>
                    <a:pt x="581965" y="237704"/>
                  </a:lnTo>
                  <a:lnTo>
                    <a:pt x="585243" y="240982"/>
                  </a:lnTo>
                  <a:lnTo>
                    <a:pt x="581965" y="239343"/>
                  </a:lnTo>
                  <a:lnTo>
                    <a:pt x="581965" y="239343"/>
                  </a:lnTo>
                  <a:lnTo>
                    <a:pt x="580325" y="239343"/>
                  </a:lnTo>
                  <a:lnTo>
                    <a:pt x="580325" y="236064"/>
                  </a:lnTo>
                  <a:lnTo>
                    <a:pt x="578686" y="239343"/>
                  </a:lnTo>
                  <a:lnTo>
                    <a:pt x="580325" y="240982"/>
                  </a:lnTo>
                  <a:lnTo>
                    <a:pt x="580325" y="240982"/>
                  </a:lnTo>
                  <a:lnTo>
                    <a:pt x="580325" y="242622"/>
                  </a:lnTo>
                  <a:lnTo>
                    <a:pt x="580325" y="244261"/>
                  </a:lnTo>
                  <a:lnTo>
                    <a:pt x="580325" y="245901"/>
                  </a:lnTo>
                  <a:lnTo>
                    <a:pt x="581965" y="249179"/>
                  </a:lnTo>
                  <a:lnTo>
                    <a:pt x="586883" y="250819"/>
                  </a:lnTo>
                  <a:lnTo>
                    <a:pt x="586883" y="250819"/>
                  </a:lnTo>
                  <a:lnTo>
                    <a:pt x="586883" y="250819"/>
                  </a:lnTo>
                  <a:lnTo>
                    <a:pt x="588522" y="255737"/>
                  </a:lnTo>
                  <a:lnTo>
                    <a:pt x="590161" y="259015"/>
                  </a:lnTo>
                  <a:lnTo>
                    <a:pt x="590161" y="259015"/>
                  </a:lnTo>
                  <a:lnTo>
                    <a:pt x="588522" y="262294"/>
                  </a:lnTo>
                  <a:lnTo>
                    <a:pt x="585243" y="263933"/>
                  </a:lnTo>
                  <a:lnTo>
                    <a:pt x="581965" y="262294"/>
                  </a:lnTo>
                  <a:lnTo>
                    <a:pt x="581965" y="265573"/>
                  </a:lnTo>
                  <a:lnTo>
                    <a:pt x="581965" y="267212"/>
                  </a:lnTo>
                  <a:lnTo>
                    <a:pt x="581965" y="268851"/>
                  </a:lnTo>
                  <a:lnTo>
                    <a:pt x="581965" y="270491"/>
                  </a:lnTo>
                  <a:lnTo>
                    <a:pt x="581965" y="270491"/>
                  </a:lnTo>
                  <a:lnTo>
                    <a:pt x="586883" y="270491"/>
                  </a:lnTo>
                  <a:lnTo>
                    <a:pt x="586883" y="273769"/>
                  </a:lnTo>
                  <a:lnTo>
                    <a:pt x="588522" y="277048"/>
                  </a:lnTo>
                  <a:lnTo>
                    <a:pt x="591801" y="281966"/>
                  </a:lnTo>
                  <a:lnTo>
                    <a:pt x="591801" y="285244"/>
                  </a:lnTo>
                  <a:lnTo>
                    <a:pt x="588522" y="281966"/>
                  </a:lnTo>
                  <a:lnTo>
                    <a:pt x="591801" y="285244"/>
                  </a:lnTo>
                  <a:lnTo>
                    <a:pt x="593440" y="288523"/>
                  </a:lnTo>
                  <a:lnTo>
                    <a:pt x="598358" y="291802"/>
                  </a:lnTo>
                  <a:lnTo>
                    <a:pt x="601637" y="295081"/>
                  </a:lnTo>
                  <a:lnTo>
                    <a:pt x="603276" y="298359"/>
                  </a:lnTo>
                  <a:lnTo>
                    <a:pt x="604915" y="301638"/>
                  </a:lnTo>
                  <a:lnTo>
                    <a:pt x="604915" y="304917"/>
                  </a:lnTo>
                  <a:lnTo>
                    <a:pt x="606555" y="309835"/>
                  </a:lnTo>
                  <a:lnTo>
                    <a:pt x="609833" y="313113"/>
                  </a:lnTo>
                  <a:lnTo>
                    <a:pt x="611473" y="316392"/>
                  </a:lnTo>
                  <a:lnTo>
                    <a:pt x="613112" y="319671"/>
                  </a:lnTo>
                  <a:lnTo>
                    <a:pt x="614751" y="324589"/>
                  </a:lnTo>
                  <a:lnTo>
                    <a:pt x="618030" y="324589"/>
                  </a:lnTo>
                  <a:lnTo>
                    <a:pt x="618030" y="324589"/>
                  </a:lnTo>
                  <a:lnTo>
                    <a:pt x="619670" y="326228"/>
                  </a:lnTo>
                  <a:lnTo>
                    <a:pt x="621309" y="329507"/>
                  </a:lnTo>
                  <a:lnTo>
                    <a:pt x="624587" y="332785"/>
                  </a:lnTo>
                  <a:lnTo>
                    <a:pt x="629505" y="332785"/>
                  </a:lnTo>
                  <a:lnTo>
                    <a:pt x="629505" y="332785"/>
                  </a:lnTo>
                  <a:lnTo>
                    <a:pt x="632784" y="329507"/>
                  </a:lnTo>
                  <a:lnTo>
                    <a:pt x="636063" y="331146"/>
                  </a:lnTo>
                  <a:lnTo>
                    <a:pt x="636063" y="334425"/>
                  </a:lnTo>
                  <a:lnTo>
                    <a:pt x="639341" y="331146"/>
                  </a:lnTo>
                  <a:lnTo>
                    <a:pt x="642620" y="332785"/>
                  </a:lnTo>
                  <a:lnTo>
                    <a:pt x="639341" y="336064"/>
                  </a:lnTo>
                  <a:lnTo>
                    <a:pt x="636063" y="340982"/>
                  </a:lnTo>
                  <a:lnTo>
                    <a:pt x="639341" y="344261"/>
                  </a:lnTo>
                  <a:lnTo>
                    <a:pt x="640981" y="344261"/>
                  </a:lnTo>
                  <a:lnTo>
                    <a:pt x="645899" y="345900"/>
                  </a:lnTo>
                  <a:lnTo>
                    <a:pt x="645899" y="345900"/>
                  </a:lnTo>
                  <a:lnTo>
                    <a:pt x="647538" y="349179"/>
                  </a:lnTo>
                  <a:lnTo>
                    <a:pt x="647538" y="352457"/>
                  </a:lnTo>
                  <a:lnTo>
                    <a:pt x="647538" y="352457"/>
                  </a:lnTo>
                  <a:lnTo>
                    <a:pt x="652456" y="357375"/>
                  </a:lnTo>
                  <a:lnTo>
                    <a:pt x="659014" y="367211"/>
                  </a:lnTo>
                  <a:lnTo>
                    <a:pt x="662292" y="368851"/>
                  </a:lnTo>
                  <a:lnTo>
                    <a:pt x="665571" y="373769"/>
                  </a:lnTo>
                  <a:lnTo>
                    <a:pt x="675407" y="388523"/>
                  </a:lnTo>
                  <a:lnTo>
                    <a:pt x="678685" y="391801"/>
                  </a:lnTo>
                  <a:lnTo>
                    <a:pt x="683604" y="398359"/>
                  </a:lnTo>
                  <a:lnTo>
                    <a:pt x="690161" y="404916"/>
                  </a:lnTo>
                  <a:lnTo>
                    <a:pt x="699997" y="406556"/>
                  </a:lnTo>
                  <a:lnTo>
                    <a:pt x="718030" y="408195"/>
                  </a:lnTo>
                  <a:lnTo>
                    <a:pt x="726227" y="409834"/>
                  </a:lnTo>
                  <a:lnTo>
                    <a:pt x="737702" y="411474"/>
                  </a:lnTo>
                  <a:lnTo>
                    <a:pt x="750817" y="413113"/>
                  </a:lnTo>
                  <a:lnTo>
                    <a:pt x="750817" y="413113"/>
                  </a:lnTo>
                  <a:lnTo>
                    <a:pt x="760652" y="414752"/>
                  </a:lnTo>
                  <a:lnTo>
                    <a:pt x="778685" y="416391"/>
                  </a:lnTo>
                  <a:lnTo>
                    <a:pt x="780324" y="416391"/>
                  </a:lnTo>
                  <a:lnTo>
                    <a:pt x="786882" y="418031"/>
                  </a:lnTo>
                  <a:lnTo>
                    <a:pt x="788521" y="414752"/>
                  </a:lnTo>
                  <a:lnTo>
                    <a:pt x="809832" y="444260"/>
                  </a:lnTo>
                  <a:lnTo>
                    <a:pt x="790161" y="534424"/>
                  </a:lnTo>
                  <a:lnTo>
                    <a:pt x="680325" y="577046"/>
                  </a:lnTo>
                  <a:lnTo>
                    <a:pt x="680325" y="578686"/>
                  </a:lnTo>
                  <a:lnTo>
                    <a:pt x="634424" y="585243"/>
                  </a:lnTo>
                  <a:lnTo>
                    <a:pt x="570490" y="593440"/>
                  </a:lnTo>
                  <a:lnTo>
                    <a:pt x="537703" y="613112"/>
                  </a:lnTo>
                  <a:lnTo>
                    <a:pt x="516391" y="645899"/>
                  </a:lnTo>
                  <a:lnTo>
                    <a:pt x="511473" y="660653"/>
                  </a:lnTo>
                  <a:lnTo>
                    <a:pt x="501637" y="667210"/>
                  </a:lnTo>
                  <a:lnTo>
                    <a:pt x="495080" y="667210"/>
                  </a:lnTo>
                  <a:lnTo>
                    <a:pt x="483604" y="652456"/>
                  </a:lnTo>
                  <a:lnTo>
                    <a:pt x="470490" y="655735"/>
                  </a:lnTo>
                  <a:lnTo>
                    <a:pt x="460654" y="654095"/>
                  </a:lnTo>
                  <a:lnTo>
                    <a:pt x="432785" y="650817"/>
                  </a:lnTo>
                  <a:lnTo>
                    <a:pt x="426228" y="645899"/>
                  </a:lnTo>
                  <a:lnTo>
                    <a:pt x="404916" y="645899"/>
                  </a:lnTo>
                  <a:lnTo>
                    <a:pt x="401638" y="647538"/>
                  </a:lnTo>
                  <a:lnTo>
                    <a:pt x="398359" y="647538"/>
                  </a:lnTo>
                  <a:lnTo>
                    <a:pt x="388523" y="650817"/>
                  </a:lnTo>
                  <a:lnTo>
                    <a:pt x="388523" y="650817"/>
                  </a:lnTo>
                  <a:lnTo>
                    <a:pt x="385244" y="652456"/>
                  </a:lnTo>
                  <a:lnTo>
                    <a:pt x="380326" y="652456"/>
                  </a:lnTo>
                  <a:lnTo>
                    <a:pt x="377047" y="652456"/>
                  </a:lnTo>
                  <a:lnTo>
                    <a:pt x="373769" y="652456"/>
                  </a:lnTo>
                  <a:lnTo>
                    <a:pt x="370490" y="650817"/>
                  </a:lnTo>
                  <a:lnTo>
                    <a:pt x="367211" y="647538"/>
                  </a:lnTo>
                  <a:lnTo>
                    <a:pt x="363933" y="645899"/>
                  </a:lnTo>
                  <a:lnTo>
                    <a:pt x="359015" y="644259"/>
                  </a:lnTo>
                  <a:lnTo>
                    <a:pt x="355736" y="647538"/>
                  </a:lnTo>
                  <a:lnTo>
                    <a:pt x="355736" y="647538"/>
                  </a:lnTo>
                  <a:lnTo>
                    <a:pt x="352457" y="650817"/>
                  </a:lnTo>
                  <a:lnTo>
                    <a:pt x="352457" y="654095"/>
                  </a:lnTo>
                  <a:lnTo>
                    <a:pt x="350818" y="657374"/>
                  </a:lnTo>
                  <a:lnTo>
                    <a:pt x="349179" y="662292"/>
                  </a:lnTo>
                  <a:lnTo>
                    <a:pt x="349179" y="665571"/>
                  </a:lnTo>
                  <a:lnTo>
                    <a:pt x="349179" y="668849"/>
                  </a:lnTo>
                  <a:lnTo>
                    <a:pt x="349179" y="673768"/>
                  </a:lnTo>
                  <a:lnTo>
                    <a:pt x="352457" y="677046"/>
                  </a:lnTo>
                  <a:lnTo>
                    <a:pt x="350818" y="680325"/>
                  </a:lnTo>
                  <a:lnTo>
                    <a:pt x="347540" y="681964"/>
                  </a:lnTo>
                  <a:lnTo>
                    <a:pt x="347540" y="685243"/>
                  </a:lnTo>
                  <a:lnTo>
                    <a:pt x="347540" y="688521"/>
                  </a:lnTo>
                  <a:lnTo>
                    <a:pt x="344261" y="690161"/>
                  </a:lnTo>
                  <a:lnTo>
                    <a:pt x="340982" y="693439"/>
                  </a:lnTo>
                  <a:lnTo>
                    <a:pt x="337703" y="695079"/>
                  </a:lnTo>
                  <a:lnTo>
                    <a:pt x="334425" y="6950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6" name="Freeform 2835">
              <a:extLst>
                <a:ext uri="{FF2B5EF4-FFF2-40B4-BE49-F238E27FC236}">
                  <a16:creationId xmlns:a16="http://schemas.microsoft.com/office/drawing/2014/main" id="{EF6D9CBE-E88D-934B-AC9B-F7861877F237}"/>
                </a:ext>
              </a:extLst>
            </p:cNvPr>
            <p:cNvSpPr/>
            <p:nvPr/>
          </p:nvSpPr>
          <p:spPr>
            <a:xfrm>
              <a:off x="6712390" y="5072269"/>
              <a:ext cx="3278" cy="11475"/>
            </a:xfrm>
            <a:custGeom>
              <a:avLst/>
              <a:gdLst>
                <a:gd name="connsiteX0" fmla="*/ 1639 w 3278"/>
                <a:gd name="connsiteY0" fmla="*/ 11476 h 11475"/>
                <a:gd name="connsiteX1" fmla="*/ 1639 w 3278"/>
                <a:gd name="connsiteY1" fmla="*/ 8197 h 11475"/>
                <a:gd name="connsiteX2" fmla="*/ 3278 w 3278"/>
                <a:gd name="connsiteY2" fmla="*/ 3279 h 11475"/>
                <a:gd name="connsiteX3" fmla="*/ 3278 w 3278"/>
                <a:gd name="connsiteY3" fmla="*/ 0 h 11475"/>
                <a:gd name="connsiteX4" fmla="*/ 1639 w 3278"/>
                <a:gd name="connsiteY4" fmla="*/ 3279 h 11475"/>
                <a:gd name="connsiteX5" fmla="*/ 0 w 3278"/>
                <a:gd name="connsiteY5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8" h="11475">
                  <a:moveTo>
                    <a:pt x="1639" y="11476"/>
                  </a:moveTo>
                  <a:lnTo>
                    <a:pt x="1639" y="8197"/>
                  </a:lnTo>
                  <a:lnTo>
                    <a:pt x="3278" y="3279"/>
                  </a:lnTo>
                  <a:lnTo>
                    <a:pt x="3278" y="0"/>
                  </a:lnTo>
                  <a:lnTo>
                    <a:pt x="1639" y="3279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7" name="Freeform 2836">
              <a:extLst>
                <a:ext uri="{FF2B5EF4-FFF2-40B4-BE49-F238E27FC236}">
                  <a16:creationId xmlns:a16="http://schemas.microsoft.com/office/drawing/2014/main" id="{193DA65A-7CF8-A84A-822E-B4FE35DA2FD0}"/>
                </a:ext>
              </a:extLst>
            </p:cNvPr>
            <p:cNvSpPr/>
            <p:nvPr/>
          </p:nvSpPr>
          <p:spPr>
            <a:xfrm>
              <a:off x="6750095" y="4952598"/>
              <a:ext cx="3278" cy="3278"/>
            </a:xfrm>
            <a:custGeom>
              <a:avLst/>
              <a:gdLst>
                <a:gd name="connsiteX0" fmla="*/ 1639 w 3278"/>
                <a:gd name="connsiteY0" fmla="*/ 3278 h 3278"/>
                <a:gd name="connsiteX1" fmla="*/ 3279 w 3278"/>
                <a:gd name="connsiteY1" fmla="*/ 0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1639" y="3278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8" name="Freeform 2837">
              <a:extLst>
                <a:ext uri="{FF2B5EF4-FFF2-40B4-BE49-F238E27FC236}">
                  <a16:creationId xmlns:a16="http://schemas.microsoft.com/office/drawing/2014/main" id="{26B0DBC2-EBA9-4D49-941A-7ED95BAB5358}"/>
                </a:ext>
              </a:extLst>
            </p:cNvPr>
            <p:cNvSpPr/>
            <p:nvPr/>
          </p:nvSpPr>
          <p:spPr>
            <a:xfrm>
              <a:off x="6923865" y="4667353"/>
              <a:ext cx="1639" cy="3278"/>
            </a:xfrm>
            <a:custGeom>
              <a:avLst/>
              <a:gdLst>
                <a:gd name="connsiteX0" fmla="*/ 1639 w 1639"/>
                <a:gd name="connsiteY0" fmla="*/ 0 h 3278"/>
                <a:gd name="connsiteX1" fmla="*/ 0 w 1639"/>
                <a:gd name="connsiteY1" fmla="*/ 0 h 3278"/>
                <a:gd name="connsiteX2" fmla="*/ 1639 w 1639"/>
                <a:gd name="connsiteY2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1639" y="0"/>
                  </a:moveTo>
                  <a:lnTo>
                    <a:pt x="0" y="0"/>
                  </a:lnTo>
                  <a:lnTo>
                    <a:pt x="1639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9" name="Freeform 2838">
              <a:extLst>
                <a:ext uri="{FF2B5EF4-FFF2-40B4-BE49-F238E27FC236}">
                  <a16:creationId xmlns:a16="http://schemas.microsoft.com/office/drawing/2014/main" id="{09E3B056-2773-B64A-BFF1-9DE560DD8F3F}"/>
                </a:ext>
              </a:extLst>
            </p:cNvPr>
            <p:cNvSpPr/>
            <p:nvPr/>
          </p:nvSpPr>
          <p:spPr>
            <a:xfrm>
              <a:off x="5797640" y="1577203"/>
              <a:ext cx="13114" cy="8196"/>
            </a:xfrm>
            <a:custGeom>
              <a:avLst/>
              <a:gdLst>
                <a:gd name="connsiteX0" fmla="*/ 8197 w 13114"/>
                <a:gd name="connsiteY0" fmla="*/ 1639 h 8196"/>
                <a:gd name="connsiteX1" fmla="*/ 3279 w 13114"/>
                <a:gd name="connsiteY1" fmla="*/ 3279 h 8196"/>
                <a:gd name="connsiteX2" fmla="*/ 0 w 13114"/>
                <a:gd name="connsiteY2" fmla="*/ 4918 h 8196"/>
                <a:gd name="connsiteX3" fmla="*/ 3279 w 13114"/>
                <a:gd name="connsiteY3" fmla="*/ 8197 h 8196"/>
                <a:gd name="connsiteX4" fmla="*/ 8197 w 13114"/>
                <a:gd name="connsiteY4" fmla="*/ 8197 h 8196"/>
                <a:gd name="connsiteX5" fmla="*/ 11476 w 13114"/>
                <a:gd name="connsiteY5" fmla="*/ 6557 h 8196"/>
                <a:gd name="connsiteX6" fmla="*/ 13115 w 13114"/>
                <a:gd name="connsiteY6" fmla="*/ 3279 h 8196"/>
                <a:gd name="connsiteX7" fmla="*/ 9836 w 13114"/>
                <a:gd name="connsiteY7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4" h="8196">
                  <a:moveTo>
                    <a:pt x="8197" y="1639"/>
                  </a:moveTo>
                  <a:lnTo>
                    <a:pt x="3279" y="3279"/>
                  </a:lnTo>
                  <a:lnTo>
                    <a:pt x="0" y="4918"/>
                  </a:lnTo>
                  <a:lnTo>
                    <a:pt x="3279" y="8197"/>
                  </a:lnTo>
                  <a:lnTo>
                    <a:pt x="8197" y="8197"/>
                  </a:lnTo>
                  <a:lnTo>
                    <a:pt x="11476" y="6557"/>
                  </a:lnTo>
                  <a:lnTo>
                    <a:pt x="13115" y="3279"/>
                  </a:lnTo>
                  <a:lnTo>
                    <a:pt x="9836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0" name="Freeform 2839">
              <a:extLst>
                <a:ext uri="{FF2B5EF4-FFF2-40B4-BE49-F238E27FC236}">
                  <a16:creationId xmlns:a16="http://schemas.microsoft.com/office/drawing/2014/main" id="{8068EA27-1212-0945-AE83-69C42FBFA810}"/>
                </a:ext>
              </a:extLst>
            </p:cNvPr>
            <p:cNvSpPr/>
            <p:nvPr/>
          </p:nvSpPr>
          <p:spPr>
            <a:xfrm>
              <a:off x="5800919" y="1587040"/>
              <a:ext cx="6557" cy="3278"/>
            </a:xfrm>
            <a:custGeom>
              <a:avLst/>
              <a:gdLst>
                <a:gd name="connsiteX0" fmla="*/ 3279 w 6557"/>
                <a:gd name="connsiteY0" fmla="*/ 0 h 3278"/>
                <a:gd name="connsiteX1" fmla="*/ 0 w 6557"/>
                <a:gd name="connsiteY1" fmla="*/ 3279 h 3278"/>
                <a:gd name="connsiteX2" fmla="*/ 4918 w 6557"/>
                <a:gd name="connsiteY2" fmla="*/ 3279 h 3278"/>
                <a:gd name="connsiteX3" fmla="*/ 6557 w 6557"/>
                <a:gd name="connsiteY3" fmla="*/ 0 h 3278"/>
                <a:gd name="connsiteX4" fmla="*/ 3279 w 6557"/>
                <a:gd name="connsiteY4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3279" y="0"/>
                  </a:moveTo>
                  <a:lnTo>
                    <a:pt x="0" y="3279"/>
                  </a:lnTo>
                  <a:lnTo>
                    <a:pt x="4918" y="3279"/>
                  </a:lnTo>
                  <a:lnTo>
                    <a:pt x="655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1" name="Freeform 2840">
              <a:extLst>
                <a:ext uri="{FF2B5EF4-FFF2-40B4-BE49-F238E27FC236}">
                  <a16:creationId xmlns:a16="http://schemas.microsoft.com/office/drawing/2014/main" id="{FDD33F5F-7373-AE4A-AF90-1A4353D7E752}"/>
                </a:ext>
              </a:extLst>
            </p:cNvPr>
            <p:cNvSpPr/>
            <p:nvPr/>
          </p:nvSpPr>
          <p:spPr>
            <a:xfrm>
              <a:off x="5955016" y="1616548"/>
              <a:ext cx="22950" cy="44262"/>
            </a:xfrm>
            <a:custGeom>
              <a:avLst/>
              <a:gdLst>
                <a:gd name="connsiteX0" fmla="*/ 1639 w 22950"/>
                <a:gd name="connsiteY0" fmla="*/ 37705 h 44262"/>
                <a:gd name="connsiteX1" fmla="*/ 1639 w 22950"/>
                <a:gd name="connsiteY1" fmla="*/ 40983 h 44262"/>
                <a:gd name="connsiteX2" fmla="*/ 1639 w 22950"/>
                <a:gd name="connsiteY2" fmla="*/ 44262 h 44262"/>
                <a:gd name="connsiteX3" fmla="*/ 4918 w 22950"/>
                <a:gd name="connsiteY3" fmla="*/ 42623 h 44262"/>
                <a:gd name="connsiteX4" fmla="*/ 6557 w 22950"/>
                <a:gd name="connsiteY4" fmla="*/ 37705 h 44262"/>
                <a:gd name="connsiteX5" fmla="*/ 8197 w 22950"/>
                <a:gd name="connsiteY5" fmla="*/ 34426 h 44262"/>
                <a:gd name="connsiteX6" fmla="*/ 9836 w 22950"/>
                <a:gd name="connsiteY6" fmla="*/ 31147 h 44262"/>
                <a:gd name="connsiteX7" fmla="*/ 11476 w 22950"/>
                <a:gd name="connsiteY7" fmla="*/ 27869 h 44262"/>
                <a:gd name="connsiteX8" fmla="*/ 13115 w 22950"/>
                <a:gd name="connsiteY8" fmla="*/ 22951 h 44262"/>
                <a:gd name="connsiteX9" fmla="*/ 14754 w 22950"/>
                <a:gd name="connsiteY9" fmla="*/ 18033 h 44262"/>
                <a:gd name="connsiteX10" fmla="*/ 16393 w 22950"/>
                <a:gd name="connsiteY10" fmla="*/ 14754 h 44262"/>
                <a:gd name="connsiteX11" fmla="*/ 18033 w 22950"/>
                <a:gd name="connsiteY11" fmla="*/ 11475 h 44262"/>
                <a:gd name="connsiteX12" fmla="*/ 19672 w 22950"/>
                <a:gd name="connsiteY12" fmla="*/ 8197 h 44262"/>
                <a:gd name="connsiteX13" fmla="*/ 21312 w 22950"/>
                <a:gd name="connsiteY13" fmla="*/ 3279 h 44262"/>
                <a:gd name="connsiteX14" fmla="*/ 22951 w 22950"/>
                <a:gd name="connsiteY14" fmla="*/ 0 h 44262"/>
                <a:gd name="connsiteX15" fmla="*/ 19672 w 22950"/>
                <a:gd name="connsiteY15" fmla="*/ 0 h 44262"/>
                <a:gd name="connsiteX16" fmla="*/ 18033 w 22950"/>
                <a:gd name="connsiteY16" fmla="*/ 3279 h 44262"/>
                <a:gd name="connsiteX17" fmla="*/ 16393 w 22950"/>
                <a:gd name="connsiteY17" fmla="*/ 8197 h 44262"/>
                <a:gd name="connsiteX18" fmla="*/ 14754 w 22950"/>
                <a:gd name="connsiteY18" fmla="*/ 11475 h 44262"/>
                <a:gd name="connsiteX19" fmla="*/ 11476 w 22950"/>
                <a:gd name="connsiteY19" fmla="*/ 14754 h 44262"/>
                <a:gd name="connsiteX20" fmla="*/ 8197 w 22950"/>
                <a:gd name="connsiteY20" fmla="*/ 19672 h 44262"/>
                <a:gd name="connsiteX21" fmla="*/ 4918 w 22950"/>
                <a:gd name="connsiteY21" fmla="*/ 22951 h 44262"/>
                <a:gd name="connsiteX22" fmla="*/ 3279 w 22950"/>
                <a:gd name="connsiteY22" fmla="*/ 26229 h 44262"/>
                <a:gd name="connsiteX23" fmla="*/ 1639 w 22950"/>
                <a:gd name="connsiteY23" fmla="*/ 31147 h 44262"/>
                <a:gd name="connsiteX24" fmla="*/ 0 w 22950"/>
                <a:gd name="connsiteY24" fmla="*/ 34426 h 44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2950" h="44262">
                  <a:moveTo>
                    <a:pt x="1639" y="37705"/>
                  </a:moveTo>
                  <a:lnTo>
                    <a:pt x="1639" y="40983"/>
                  </a:lnTo>
                  <a:lnTo>
                    <a:pt x="1639" y="44262"/>
                  </a:lnTo>
                  <a:lnTo>
                    <a:pt x="4918" y="42623"/>
                  </a:lnTo>
                  <a:lnTo>
                    <a:pt x="6557" y="37705"/>
                  </a:lnTo>
                  <a:lnTo>
                    <a:pt x="8197" y="34426"/>
                  </a:lnTo>
                  <a:lnTo>
                    <a:pt x="9836" y="31147"/>
                  </a:lnTo>
                  <a:lnTo>
                    <a:pt x="11476" y="27869"/>
                  </a:lnTo>
                  <a:lnTo>
                    <a:pt x="13115" y="22951"/>
                  </a:lnTo>
                  <a:lnTo>
                    <a:pt x="14754" y="18033"/>
                  </a:lnTo>
                  <a:lnTo>
                    <a:pt x="16393" y="14754"/>
                  </a:lnTo>
                  <a:lnTo>
                    <a:pt x="18033" y="11475"/>
                  </a:lnTo>
                  <a:lnTo>
                    <a:pt x="19672" y="8197"/>
                  </a:lnTo>
                  <a:lnTo>
                    <a:pt x="21312" y="3279"/>
                  </a:lnTo>
                  <a:lnTo>
                    <a:pt x="22951" y="0"/>
                  </a:lnTo>
                  <a:lnTo>
                    <a:pt x="19672" y="0"/>
                  </a:lnTo>
                  <a:lnTo>
                    <a:pt x="18033" y="3279"/>
                  </a:lnTo>
                  <a:lnTo>
                    <a:pt x="16393" y="8197"/>
                  </a:lnTo>
                  <a:lnTo>
                    <a:pt x="14754" y="11475"/>
                  </a:lnTo>
                  <a:lnTo>
                    <a:pt x="11476" y="14754"/>
                  </a:lnTo>
                  <a:lnTo>
                    <a:pt x="8197" y="19672"/>
                  </a:lnTo>
                  <a:lnTo>
                    <a:pt x="4918" y="22951"/>
                  </a:lnTo>
                  <a:lnTo>
                    <a:pt x="3279" y="26229"/>
                  </a:lnTo>
                  <a:lnTo>
                    <a:pt x="1639" y="31147"/>
                  </a:lnTo>
                  <a:lnTo>
                    <a:pt x="0" y="344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2" name="Freeform 2841">
              <a:extLst>
                <a:ext uri="{FF2B5EF4-FFF2-40B4-BE49-F238E27FC236}">
                  <a16:creationId xmlns:a16="http://schemas.microsoft.com/office/drawing/2014/main" id="{2CD907DB-B217-114F-82B1-AEB4AC8F5170}"/>
                </a:ext>
              </a:extLst>
            </p:cNvPr>
            <p:cNvSpPr/>
            <p:nvPr/>
          </p:nvSpPr>
          <p:spPr>
            <a:xfrm>
              <a:off x="6004197" y="1547695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3" name="Freeform 2842">
              <a:extLst>
                <a:ext uri="{FF2B5EF4-FFF2-40B4-BE49-F238E27FC236}">
                  <a16:creationId xmlns:a16="http://schemas.microsoft.com/office/drawing/2014/main" id="{2C2E05C0-3EA2-6E40-BE34-EA2E3B6449CE}"/>
                </a:ext>
              </a:extLst>
            </p:cNvPr>
            <p:cNvSpPr/>
            <p:nvPr/>
          </p:nvSpPr>
          <p:spPr>
            <a:xfrm>
              <a:off x="6007475" y="1591958"/>
              <a:ext cx="27868" cy="42622"/>
            </a:xfrm>
            <a:custGeom>
              <a:avLst/>
              <a:gdLst>
                <a:gd name="connsiteX0" fmla="*/ 9836 w 27868"/>
                <a:gd name="connsiteY0" fmla="*/ 37705 h 42622"/>
                <a:gd name="connsiteX1" fmla="*/ 8197 w 27868"/>
                <a:gd name="connsiteY1" fmla="*/ 36065 h 42622"/>
                <a:gd name="connsiteX2" fmla="*/ 13114 w 27868"/>
                <a:gd name="connsiteY2" fmla="*/ 31147 h 42622"/>
                <a:gd name="connsiteX3" fmla="*/ 16393 w 27868"/>
                <a:gd name="connsiteY3" fmla="*/ 29508 h 42622"/>
                <a:gd name="connsiteX4" fmla="*/ 19672 w 27868"/>
                <a:gd name="connsiteY4" fmla="*/ 27869 h 42622"/>
                <a:gd name="connsiteX5" fmla="*/ 21311 w 27868"/>
                <a:gd name="connsiteY5" fmla="*/ 24590 h 42622"/>
                <a:gd name="connsiteX6" fmla="*/ 24590 w 27868"/>
                <a:gd name="connsiteY6" fmla="*/ 19672 h 42622"/>
                <a:gd name="connsiteX7" fmla="*/ 21311 w 27868"/>
                <a:gd name="connsiteY7" fmla="*/ 18033 h 42622"/>
                <a:gd name="connsiteX8" fmla="*/ 21311 w 27868"/>
                <a:gd name="connsiteY8" fmla="*/ 14754 h 42622"/>
                <a:gd name="connsiteX9" fmla="*/ 21311 w 27868"/>
                <a:gd name="connsiteY9" fmla="*/ 11475 h 42622"/>
                <a:gd name="connsiteX10" fmla="*/ 24590 w 27868"/>
                <a:gd name="connsiteY10" fmla="*/ 8197 h 42622"/>
                <a:gd name="connsiteX11" fmla="*/ 27868 w 27868"/>
                <a:gd name="connsiteY11" fmla="*/ 4918 h 42622"/>
                <a:gd name="connsiteX12" fmla="*/ 27868 w 27868"/>
                <a:gd name="connsiteY12" fmla="*/ 1639 h 42622"/>
                <a:gd name="connsiteX13" fmla="*/ 24590 w 27868"/>
                <a:gd name="connsiteY13" fmla="*/ 0 h 42622"/>
                <a:gd name="connsiteX14" fmla="*/ 21311 w 27868"/>
                <a:gd name="connsiteY14" fmla="*/ 1639 h 42622"/>
                <a:gd name="connsiteX15" fmla="*/ 16393 w 27868"/>
                <a:gd name="connsiteY15" fmla="*/ 1639 h 42622"/>
                <a:gd name="connsiteX16" fmla="*/ 13114 w 27868"/>
                <a:gd name="connsiteY16" fmla="*/ 4918 h 42622"/>
                <a:gd name="connsiteX17" fmla="*/ 9836 w 27868"/>
                <a:gd name="connsiteY17" fmla="*/ 6557 h 42622"/>
                <a:gd name="connsiteX18" fmla="*/ 6557 w 27868"/>
                <a:gd name="connsiteY18" fmla="*/ 9836 h 42622"/>
                <a:gd name="connsiteX19" fmla="*/ 3278 w 27868"/>
                <a:gd name="connsiteY19" fmla="*/ 13114 h 42622"/>
                <a:gd name="connsiteX20" fmla="*/ 0 w 27868"/>
                <a:gd name="connsiteY20" fmla="*/ 18033 h 42622"/>
                <a:gd name="connsiteX21" fmla="*/ 1639 w 27868"/>
                <a:gd name="connsiteY21" fmla="*/ 21311 h 42622"/>
                <a:gd name="connsiteX22" fmla="*/ 3278 w 27868"/>
                <a:gd name="connsiteY22" fmla="*/ 24590 h 42622"/>
                <a:gd name="connsiteX23" fmla="*/ 3278 w 27868"/>
                <a:gd name="connsiteY23" fmla="*/ 27869 h 42622"/>
                <a:gd name="connsiteX24" fmla="*/ 3278 w 27868"/>
                <a:gd name="connsiteY24" fmla="*/ 32787 h 42622"/>
                <a:gd name="connsiteX25" fmla="*/ 8197 w 27868"/>
                <a:gd name="connsiteY25" fmla="*/ 34426 h 42622"/>
                <a:gd name="connsiteX26" fmla="*/ 4918 w 27868"/>
                <a:gd name="connsiteY26" fmla="*/ 37705 h 42622"/>
                <a:gd name="connsiteX27" fmla="*/ 3278 w 27868"/>
                <a:gd name="connsiteY27" fmla="*/ 42623 h 42622"/>
                <a:gd name="connsiteX28" fmla="*/ 6557 w 27868"/>
                <a:gd name="connsiteY28" fmla="*/ 42623 h 42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7868" h="42622">
                  <a:moveTo>
                    <a:pt x="9836" y="37705"/>
                  </a:moveTo>
                  <a:lnTo>
                    <a:pt x="8197" y="36065"/>
                  </a:lnTo>
                  <a:lnTo>
                    <a:pt x="13114" y="31147"/>
                  </a:lnTo>
                  <a:lnTo>
                    <a:pt x="16393" y="29508"/>
                  </a:lnTo>
                  <a:lnTo>
                    <a:pt x="19672" y="27869"/>
                  </a:lnTo>
                  <a:lnTo>
                    <a:pt x="21311" y="24590"/>
                  </a:lnTo>
                  <a:lnTo>
                    <a:pt x="24590" y="19672"/>
                  </a:lnTo>
                  <a:lnTo>
                    <a:pt x="21311" y="18033"/>
                  </a:lnTo>
                  <a:lnTo>
                    <a:pt x="21311" y="14754"/>
                  </a:lnTo>
                  <a:lnTo>
                    <a:pt x="21311" y="11475"/>
                  </a:lnTo>
                  <a:lnTo>
                    <a:pt x="24590" y="8197"/>
                  </a:lnTo>
                  <a:lnTo>
                    <a:pt x="27868" y="4918"/>
                  </a:lnTo>
                  <a:lnTo>
                    <a:pt x="27868" y="1639"/>
                  </a:lnTo>
                  <a:lnTo>
                    <a:pt x="24590" y="0"/>
                  </a:lnTo>
                  <a:lnTo>
                    <a:pt x="21311" y="1639"/>
                  </a:lnTo>
                  <a:lnTo>
                    <a:pt x="16393" y="1639"/>
                  </a:lnTo>
                  <a:lnTo>
                    <a:pt x="13114" y="4918"/>
                  </a:lnTo>
                  <a:lnTo>
                    <a:pt x="9836" y="6557"/>
                  </a:lnTo>
                  <a:lnTo>
                    <a:pt x="6557" y="9836"/>
                  </a:lnTo>
                  <a:lnTo>
                    <a:pt x="3278" y="13114"/>
                  </a:lnTo>
                  <a:lnTo>
                    <a:pt x="0" y="18033"/>
                  </a:lnTo>
                  <a:lnTo>
                    <a:pt x="1639" y="21311"/>
                  </a:lnTo>
                  <a:lnTo>
                    <a:pt x="3278" y="24590"/>
                  </a:lnTo>
                  <a:lnTo>
                    <a:pt x="3278" y="27869"/>
                  </a:lnTo>
                  <a:lnTo>
                    <a:pt x="3278" y="32787"/>
                  </a:lnTo>
                  <a:lnTo>
                    <a:pt x="8197" y="34426"/>
                  </a:lnTo>
                  <a:lnTo>
                    <a:pt x="4918" y="37705"/>
                  </a:lnTo>
                  <a:lnTo>
                    <a:pt x="3278" y="42623"/>
                  </a:lnTo>
                  <a:lnTo>
                    <a:pt x="6557" y="4262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4" name="Freeform 2843">
              <a:extLst>
                <a:ext uri="{FF2B5EF4-FFF2-40B4-BE49-F238E27FC236}">
                  <a16:creationId xmlns:a16="http://schemas.microsoft.com/office/drawing/2014/main" id="{91CEFBEE-D05A-9E4D-8247-980FBFCFAFE5}"/>
                </a:ext>
              </a:extLst>
            </p:cNvPr>
            <p:cNvSpPr/>
            <p:nvPr/>
          </p:nvSpPr>
          <p:spPr>
            <a:xfrm>
              <a:off x="6009115" y="1488679"/>
              <a:ext cx="6557" cy="4917"/>
            </a:xfrm>
            <a:custGeom>
              <a:avLst/>
              <a:gdLst>
                <a:gd name="connsiteX0" fmla="*/ 1639 w 6557"/>
                <a:gd name="connsiteY0" fmla="*/ 3279 h 4917"/>
                <a:gd name="connsiteX1" fmla="*/ 3278 w 6557"/>
                <a:gd name="connsiteY1" fmla="*/ 4918 h 4917"/>
                <a:gd name="connsiteX2" fmla="*/ 6557 w 6557"/>
                <a:gd name="connsiteY2" fmla="*/ 4918 h 4917"/>
                <a:gd name="connsiteX3" fmla="*/ 3278 w 6557"/>
                <a:gd name="connsiteY3" fmla="*/ 1639 h 4917"/>
                <a:gd name="connsiteX4" fmla="*/ 0 w 6557"/>
                <a:gd name="connsiteY4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7">
                  <a:moveTo>
                    <a:pt x="1639" y="3279"/>
                  </a:moveTo>
                  <a:lnTo>
                    <a:pt x="3278" y="4918"/>
                  </a:lnTo>
                  <a:lnTo>
                    <a:pt x="6557" y="4918"/>
                  </a:lnTo>
                  <a:lnTo>
                    <a:pt x="3278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5" name="Freeform 2844">
              <a:extLst>
                <a:ext uri="{FF2B5EF4-FFF2-40B4-BE49-F238E27FC236}">
                  <a16:creationId xmlns:a16="http://schemas.microsoft.com/office/drawing/2014/main" id="{CFE9F014-322E-C14D-BBEE-25C0BC3289A3}"/>
                </a:ext>
              </a:extLst>
            </p:cNvPr>
            <p:cNvSpPr/>
            <p:nvPr/>
          </p:nvSpPr>
          <p:spPr>
            <a:xfrm>
              <a:off x="6012393" y="1544417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0 w 3278"/>
                <a:gd name="connsiteY1" fmla="*/ 3279 h 3278"/>
                <a:gd name="connsiteX2" fmla="*/ 3279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0" y="327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6" name="Freeform 2845">
              <a:extLst>
                <a:ext uri="{FF2B5EF4-FFF2-40B4-BE49-F238E27FC236}">
                  <a16:creationId xmlns:a16="http://schemas.microsoft.com/office/drawing/2014/main" id="{F01C8768-762C-E844-9A20-DE6F649D6FC8}"/>
                </a:ext>
              </a:extLst>
            </p:cNvPr>
            <p:cNvSpPr/>
            <p:nvPr/>
          </p:nvSpPr>
          <p:spPr>
            <a:xfrm>
              <a:off x="6017312" y="1526384"/>
              <a:ext cx="4917" cy="4918"/>
            </a:xfrm>
            <a:custGeom>
              <a:avLst/>
              <a:gdLst>
                <a:gd name="connsiteX0" fmla="*/ 1639 w 4917"/>
                <a:gd name="connsiteY0" fmla="*/ 3279 h 4918"/>
                <a:gd name="connsiteX1" fmla="*/ 4918 w 4917"/>
                <a:gd name="connsiteY1" fmla="*/ 1639 h 4918"/>
                <a:gd name="connsiteX2" fmla="*/ 1639 w 4917"/>
                <a:gd name="connsiteY2" fmla="*/ 0 h 4918"/>
                <a:gd name="connsiteX3" fmla="*/ 0 w 4917"/>
                <a:gd name="connsiteY3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8">
                  <a:moveTo>
                    <a:pt x="1639" y="3279"/>
                  </a:moveTo>
                  <a:lnTo>
                    <a:pt x="4918" y="1639"/>
                  </a:lnTo>
                  <a:lnTo>
                    <a:pt x="1639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7" name="Freeform 2846">
              <a:extLst>
                <a:ext uri="{FF2B5EF4-FFF2-40B4-BE49-F238E27FC236}">
                  <a16:creationId xmlns:a16="http://schemas.microsoft.com/office/drawing/2014/main" id="{CD182E5C-BB52-7C42-88AC-A0CA64089ECD}"/>
                </a:ext>
              </a:extLst>
            </p:cNvPr>
            <p:cNvSpPr/>
            <p:nvPr/>
          </p:nvSpPr>
          <p:spPr>
            <a:xfrm>
              <a:off x="6036983" y="1588679"/>
              <a:ext cx="6557" cy="4918"/>
            </a:xfrm>
            <a:custGeom>
              <a:avLst/>
              <a:gdLst>
                <a:gd name="connsiteX0" fmla="*/ 0 w 6557"/>
                <a:gd name="connsiteY0" fmla="*/ 4918 h 4918"/>
                <a:gd name="connsiteX1" fmla="*/ 3279 w 6557"/>
                <a:gd name="connsiteY1" fmla="*/ 4918 h 4918"/>
                <a:gd name="connsiteX2" fmla="*/ 6557 w 6557"/>
                <a:gd name="connsiteY2" fmla="*/ 3279 h 4918"/>
                <a:gd name="connsiteX3" fmla="*/ 3279 w 6557"/>
                <a:gd name="connsiteY3" fmla="*/ 0 h 4918"/>
                <a:gd name="connsiteX4" fmla="*/ 0 w 6557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8">
                  <a:moveTo>
                    <a:pt x="0" y="4918"/>
                  </a:moveTo>
                  <a:lnTo>
                    <a:pt x="3279" y="4918"/>
                  </a:lnTo>
                  <a:lnTo>
                    <a:pt x="6557" y="3279"/>
                  </a:ln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8" name="Freeform 2847">
              <a:extLst>
                <a:ext uri="{FF2B5EF4-FFF2-40B4-BE49-F238E27FC236}">
                  <a16:creationId xmlns:a16="http://schemas.microsoft.com/office/drawing/2014/main" id="{BF89E121-04AE-2244-BCA7-AD9FE8FB1173}"/>
                </a:ext>
              </a:extLst>
            </p:cNvPr>
            <p:cNvSpPr/>
            <p:nvPr/>
          </p:nvSpPr>
          <p:spPr>
            <a:xfrm>
              <a:off x="6040262" y="1573925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3278 w 3278"/>
                <a:gd name="connsiteY1" fmla="*/ 1639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3278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9" name="Freeform 2848">
              <a:extLst>
                <a:ext uri="{FF2B5EF4-FFF2-40B4-BE49-F238E27FC236}">
                  <a16:creationId xmlns:a16="http://schemas.microsoft.com/office/drawing/2014/main" id="{5C6BCC60-73CA-6E41-AD8B-38AE98C29531}"/>
                </a:ext>
              </a:extLst>
            </p:cNvPr>
            <p:cNvSpPr/>
            <p:nvPr/>
          </p:nvSpPr>
          <p:spPr>
            <a:xfrm>
              <a:off x="6109114" y="1288680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0 w 3278"/>
                <a:gd name="connsiteY1" fmla="*/ 0 h 1639"/>
                <a:gd name="connsiteX2" fmla="*/ 3279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0" name="Freeform 2849">
              <a:extLst>
                <a:ext uri="{FF2B5EF4-FFF2-40B4-BE49-F238E27FC236}">
                  <a16:creationId xmlns:a16="http://schemas.microsoft.com/office/drawing/2014/main" id="{949131F2-7E5D-F948-B415-B45E0F42F108}"/>
                </a:ext>
              </a:extLst>
            </p:cNvPr>
            <p:cNvSpPr/>
            <p:nvPr/>
          </p:nvSpPr>
          <p:spPr>
            <a:xfrm>
              <a:off x="2546835" y="3583752"/>
              <a:ext cx="519669" cy="509833"/>
            </a:xfrm>
            <a:custGeom>
              <a:avLst/>
              <a:gdLst>
                <a:gd name="connsiteX0" fmla="*/ 0 w 519669"/>
                <a:gd name="connsiteY0" fmla="*/ 134425 h 509833"/>
                <a:gd name="connsiteX1" fmla="*/ 3279 w 519669"/>
                <a:gd name="connsiteY1" fmla="*/ 129508 h 509833"/>
                <a:gd name="connsiteX2" fmla="*/ 4918 w 519669"/>
                <a:gd name="connsiteY2" fmla="*/ 126229 h 509833"/>
                <a:gd name="connsiteX3" fmla="*/ 6557 w 519669"/>
                <a:gd name="connsiteY3" fmla="*/ 122950 h 509833"/>
                <a:gd name="connsiteX4" fmla="*/ 8197 w 519669"/>
                <a:gd name="connsiteY4" fmla="*/ 119671 h 509833"/>
                <a:gd name="connsiteX5" fmla="*/ 13115 w 519669"/>
                <a:gd name="connsiteY5" fmla="*/ 114754 h 509833"/>
                <a:gd name="connsiteX6" fmla="*/ 13115 w 519669"/>
                <a:gd name="connsiteY6" fmla="*/ 111475 h 509833"/>
                <a:gd name="connsiteX7" fmla="*/ 16393 w 519669"/>
                <a:gd name="connsiteY7" fmla="*/ 108196 h 509833"/>
                <a:gd name="connsiteX8" fmla="*/ 18033 w 519669"/>
                <a:gd name="connsiteY8" fmla="*/ 103278 h 509833"/>
                <a:gd name="connsiteX9" fmla="*/ 18033 w 519669"/>
                <a:gd name="connsiteY9" fmla="*/ 100000 h 509833"/>
                <a:gd name="connsiteX10" fmla="*/ 18033 w 519669"/>
                <a:gd name="connsiteY10" fmla="*/ 96721 h 509833"/>
                <a:gd name="connsiteX11" fmla="*/ 19672 w 519669"/>
                <a:gd name="connsiteY11" fmla="*/ 93442 h 509833"/>
                <a:gd name="connsiteX12" fmla="*/ 19672 w 519669"/>
                <a:gd name="connsiteY12" fmla="*/ 90164 h 509833"/>
                <a:gd name="connsiteX13" fmla="*/ 19672 w 519669"/>
                <a:gd name="connsiteY13" fmla="*/ 85245 h 509833"/>
                <a:gd name="connsiteX14" fmla="*/ 21311 w 519669"/>
                <a:gd name="connsiteY14" fmla="*/ 81967 h 509833"/>
                <a:gd name="connsiteX15" fmla="*/ 21311 w 519669"/>
                <a:gd name="connsiteY15" fmla="*/ 78688 h 509833"/>
                <a:gd name="connsiteX16" fmla="*/ 24590 w 519669"/>
                <a:gd name="connsiteY16" fmla="*/ 73770 h 509833"/>
                <a:gd name="connsiteX17" fmla="*/ 26229 w 519669"/>
                <a:gd name="connsiteY17" fmla="*/ 70491 h 509833"/>
                <a:gd name="connsiteX18" fmla="*/ 27869 w 519669"/>
                <a:gd name="connsiteY18" fmla="*/ 67213 h 509833"/>
                <a:gd name="connsiteX19" fmla="*/ 29508 w 519669"/>
                <a:gd name="connsiteY19" fmla="*/ 63934 h 509833"/>
                <a:gd name="connsiteX20" fmla="*/ 32787 w 519669"/>
                <a:gd name="connsiteY20" fmla="*/ 59016 h 509833"/>
                <a:gd name="connsiteX21" fmla="*/ 36065 w 519669"/>
                <a:gd name="connsiteY21" fmla="*/ 55737 h 509833"/>
                <a:gd name="connsiteX22" fmla="*/ 37705 w 519669"/>
                <a:gd name="connsiteY22" fmla="*/ 52458 h 509833"/>
                <a:gd name="connsiteX23" fmla="*/ 39344 w 519669"/>
                <a:gd name="connsiteY23" fmla="*/ 47541 h 509833"/>
                <a:gd name="connsiteX24" fmla="*/ 42623 w 519669"/>
                <a:gd name="connsiteY24" fmla="*/ 45901 h 509833"/>
                <a:gd name="connsiteX25" fmla="*/ 47541 w 519669"/>
                <a:gd name="connsiteY25" fmla="*/ 45901 h 509833"/>
                <a:gd name="connsiteX26" fmla="*/ 50820 w 519669"/>
                <a:gd name="connsiteY26" fmla="*/ 42623 h 509833"/>
                <a:gd name="connsiteX27" fmla="*/ 52459 w 519669"/>
                <a:gd name="connsiteY27" fmla="*/ 37705 h 509833"/>
                <a:gd name="connsiteX28" fmla="*/ 54098 w 519669"/>
                <a:gd name="connsiteY28" fmla="*/ 36065 h 509833"/>
                <a:gd name="connsiteX29" fmla="*/ 55737 w 519669"/>
                <a:gd name="connsiteY29" fmla="*/ 31147 h 509833"/>
                <a:gd name="connsiteX30" fmla="*/ 59016 w 519669"/>
                <a:gd name="connsiteY30" fmla="*/ 27869 h 509833"/>
                <a:gd name="connsiteX31" fmla="*/ 60655 w 519669"/>
                <a:gd name="connsiteY31" fmla="*/ 24590 h 509833"/>
                <a:gd name="connsiteX32" fmla="*/ 63934 w 519669"/>
                <a:gd name="connsiteY32" fmla="*/ 22951 h 509833"/>
                <a:gd name="connsiteX33" fmla="*/ 68852 w 519669"/>
                <a:gd name="connsiteY33" fmla="*/ 22951 h 509833"/>
                <a:gd name="connsiteX34" fmla="*/ 72131 w 519669"/>
                <a:gd name="connsiteY34" fmla="*/ 21311 h 509833"/>
                <a:gd name="connsiteX35" fmla="*/ 75410 w 519669"/>
                <a:gd name="connsiteY35" fmla="*/ 19672 h 509833"/>
                <a:gd name="connsiteX36" fmla="*/ 80327 w 519669"/>
                <a:gd name="connsiteY36" fmla="*/ 18033 h 509833"/>
                <a:gd name="connsiteX37" fmla="*/ 83606 w 519669"/>
                <a:gd name="connsiteY37" fmla="*/ 16393 h 509833"/>
                <a:gd name="connsiteX38" fmla="*/ 86885 w 519669"/>
                <a:gd name="connsiteY38" fmla="*/ 14754 h 509833"/>
                <a:gd name="connsiteX39" fmla="*/ 85245 w 519669"/>
                <a:gd name="connsiteY39" fmla="*/ 19672 h 509833"/>
                <a:gd name="connsiteX40" fmla="*/ 80327 w 519669"/>
                <a:gd name="connsiteY40" fmla="*/ 21311 h 509833"/>
                <a:gd name="connsiteX41" fmla="*/ 77049 w 519669"/>
                <a:gd name="connsiteY41" fmla="*/ 22951 h 509833"/>
                <a:gd name="connsiteX42" fmla="*/ 73770 w 519669"/>
                <a:gd name="connsiteY42" fmla="*/ 22951 h 509833"/>
                <a:gd name="connsiteX43" fmla="*/ 68852 w 519669"/>
                <a:gd name="connsiteY43" fmla="*/ 24590 h 509833"/>
                <a:gd name="connsiteX44" fmla="*/ 65573 w 519669"/>
                <a:gd name="connsiteY44" fmla="*/ 24590 h 509833"/>
                <a:gd name="connsiteX45" fmla="*/ 62295 w 519669"/>
                <a:gd name="connsiteY45" fmla="*/ 26229 h 509833"/>
                <a:gd name="connsiteX46" fmla="*/ 60655 w 519669"/>
                <a:gd name="connsiteY46" fmla="*/ 29508 h 509833"/>
                <a:gd name="connsiteX47" fmla="*/ 60655 w 519669"/>
                <a:gd name="connsiteY47" fmla="*/ 34426 h 509833"/>
                <a:gd name="connsiteX48" fmla="*/ 62295 w 519669"/>
                <a:gd name="connsiteY48" fmla="*/ 37705 h 509833"/>
                <a:gd name="connsiteX49" fmla="*/ 63934 w 519669"/>
                <a:gd name="connsiteY49" fmla="*/ 40983 h 509833"/>
                <a:gd name="connsiteX50" fmla="*/ 65573 w 519669"/>
                <a:gd name="connsiteY50" fmla="*/ 45901 h 509833"/>
                <a:gd name="connsiteX51" fmla="*/ 67213 w 519669"/>
                <a:gd name="connsiteY51" fmla="*/ 49180 h 509833"/>
                <a:gd name="connsiteX52" fmla="*/ 72131 w 519669"/>
                <a:gd name="connsiteY52" fmla="*/ 50820 h 509833"/>
                <a:gd name="connsiteX53" fmla="*/ 67213 w 519669"/>
                <a:gd name="connsiteY53" fmla="*/ 52458 h 509833"/>
                <a:gd name="connsiteX54" fmla="*/ 67213 w 519669"/>
                <a:gd name="connsiteY54" fmla="*/ 52458 h 509833"/>
                <a:gd name="connsiteX55" fmla="*/ 68852 w 519669"/>
                <a:gd name="connsiteY55" fmla="*/ 55737 h 509833"/>
                <a:gd name="connsiteX56" fmla="*/ 68852 w 519669"/>
                <a:gd name="connsiteY56" fmla="*/ 60655 h 509833"/>
                <a:gd name="connsiteX57" fmla="*/ 70492 w 519669"/>
                <a:gd name="connsiteY57" fmla="*/ 63934 h 509833"/>
                <a:gd name="connsiteX58" fmla="*/ 72131 w 519669"/>
                <a:gd name="connsiteY58" fmla="*/ 63934 h 509833"/>
                <a:gd name="connsiteX59" fmla="*/ 72131 w 519669"/>
                <a:gd name="connsiteY59" fmla="*/ 63934 h 509833"/>
                <a:gd name="connsiteX60" fmla="*/ 73770 w 519669"/>
                <a:gd name="connsiteY60" fmla="*/ 67213 h 509833"/>
                <a:gd name="connsiteX61" fmla="*/ 72131 w 519669"/>
                <a:gd name="connsiteY61" fmla="*/ 72131 h 509833"/>
                <a:gd name="connsiteX62" fmla="*/ 72131 w 519669"/>
                <a:gd name="connsiteY62" fmla="*/ 72131 h 509833"/>
                <a:gd name="connsiteX63" fmla="*/ 70492 w 519669"/>
                <a:gd name="connsiteY63" fmla="*/ 75410 h 509833"/>
                <a:gd name="connsiteX64" fmla="*/ 70492 w 519669"/>
                <a:gd name="connsiteY64" fmla="*/ 77049 h 509833"/>
                <a:gd name="connsiteX65" fmla="*/ 65573 w 519669"/>
                <a:gd name="connsiteY65" fmla="*/ 80327 h 509833"/>
                <a:gd name="connsiteX66" fmla="*/ 63934 w 519669"/>
                <a:gd name="connsiteY66" fmla="*/ 83606 h 509833"/>
                <a:gd name="connsiteX67" fmla="*/ 62295 w 519669"/>
                <a:gd name="connsiteY67" fmla="*/ 88524 h 509833"/>
                <a:gd name="connsiteX68" fmla="*/ 60655 w 519669"/>
                <a:gd name="connsiteY68" fmla="*/ 88524 h 509833"/>
                <a:gd name="connsiteX69" fmla="*/ 60655 w 519669"/>
                <a:gd name="connsiteY69" fmla="*/ 88524 h 509833"/>
                <a:gd name="connsiteX70" fmla="*/ 57377 w 519669"/>
                <a:gd name="connsiteY70" fmla="*/ 91803 h 509833"/>
                <a:gd name="connsiteX71" fmla="*/ 55737 w 519669"/>
                <a:gd name="connsiteY71" fmla="*/ 96721 h 509833"/>
                <a:gd name="connsiteX72" fmla="*/ 55737 w 519669"/>
                <a:gd name="connsiteY72" fmla="*/ 96721 h 509833"/>
                <a:gd name="connsiteX73" fmla="*/ 52459 w 519669"/>
                <a:gd name="connsiteY73" fmla="*/ 101639 h 509833"/>
                <a:gd name="connsiteX74" fmla="*/ 50820 w 519669"/>
                <a:gd name="connsiteY74" fmla="*/ 104917 h 509833"/>
                <a:gd name="connsiteX75" fmla="*/ 50820 w 519669"/>
                <a:gd name="connsiteY75" fmla="*/ 108196 h 509833"/>
                <a:gd name="connsiteX76" fmla="*/ 54098 w 519669"/>
                <a:gd name="connsiteY76" fmla="*/ 111475 h 509833"/>
                <a:gd name="connsiteX77" fmla="*/ 55737 w 519669"/>
                <a:gd name="connsiteY77" fmla="*/ 116393 h 509833"/>
                <a:gd name="connsiteX78" fmla="*/ 55737 w 519669"/>
                <a:gd name="connsiteY78" fmla="*/ 119671 h 509833"/>
                <a:gd name="connsiteX79" fmla="*/ 59016 w 519669"/>
                <a:gd name="connsiteY79" fmla="*/ 121311 h 509833"/>
                <a:gd name="connsiteX80" fmla="*/ 62295 w 519669"/>
                <a:gd name="connsiteY80" fmla="*/ 124590 h 509833"/>
                <a:gd name="connsiteX81" fmla="*/ 63934 w 519669"/>
                <a:gd name="connsiteY81" fmla="*/ 124590 h 509833"/>
                <a:gd name="connsiteX82" fmla="*/ 63934 w 519669"/>
                <a:gd name="connsiteY82" fmla="*/ 127868 h 509833"/>
                <a:gd name="connsiteX83" fmla="*/ 62295 w 519669"/>
                <a:gd name="connsiteY83" fmla="*/ 131147 h 509833"/>
                <a:gd name="connsiteX84" fmla="*/ 62295 w 519669"/>
                <a:gd name="connsiteY84" fmla="*/ 134425 h 509833"/>
                <a:gd name="connsiteX85" fmla="*/ 65573 w 519669"/>
                <a:gd name="connsiteY85" fmla="*/ 139344 h 509833"/>
                <a:gd name="connsiteX86" fmla="*/ 68852 w 519669"/>
                <a:gd name="connsiteY86" fmla="*/ 139344 h 509833"/>
                <a:gd name="connsiteX87" fmla="*/ 72131 w 519669"/>
                <a:gd name="connsiteY87" fmla="*/ 139344 h 509833"/>
                <a:gd name="connsiteX88" fmla="*/ 77049 w 519669"/>
                <a:gd name="connsiteY88" fmla="*/ 137704 h 509833"/>
                <a:gd name="connsiteX89" fmla="*/ 80327 w 519669"/>
                <a:gd name="connsiteY89" fmla="*/ 136065 h 509833"/>
                <a:gd name="connsiteX90" fmla="*/ 80327 w 519669"/>
                <a:gd name="connsiteY90" fmla="*/ 136065 h 509833"/>
                <a:gd name="connsiteX91" fmla="*/ 83606 w 519669"/>
                <a:gd name="connsiteY91" fmla="*/ 134425 h 509833"/>
                <a:gd name="connsiteX92" fmla="*/ 83606 w 519669"/>
                <a:gd name="connsiteY92" fmla="*/ 132786 h 509833"/>
                <a:gd name="connsiteX93" fmla="*/ 86885 w 519669"/>
                <a:gd name="connsiteY93" fmla="*/ 127868 h 509833"/>
                <a:gd name="connsiteX94" fmla="*/ 90164 w 519669"/>
                <a:gd name="connsiteY94" fmla="*/ 126229 h 509833"/>
                <a:gd name="connsiteX95" fmla="*/ 90164 w 519669"/>
                <a:gd name="connsiteY95" fmla="*/ 121311 h 509833"/>
                <a:gd name="connsiteX96" fmla="*/ 90164 w 519669"/>
                <a:gd name="connsiteY96" fmla="*/ 121311 h 509833"/>
                <a:gd name="connsiteX97" fmla="*/ 88524 w 519669"/>
                <a:gd name="connsiteY97" fmla="*/ 116393 h 509833"/>
                <a:gd name="connsiteX98" fmla="*/ 90164 w 519669"/>
                <a:gd name="connsiteY98" fmla="*/ 114754 h 509833"/>
                <a:gd name="connsiteX99" fmla="*/ 90164 w 519669"/>
                <a:gd name="connsiteY99" fmla="*/ 109835 h 509833"/>
                <a:gd name="connsiteX100" fmla="*/ 90164 w 519669"/>
                <a:gd name="connsiteY100" fmla="*/ 106557 h 509833"/>
                <a:gd name="connsiteX101" fmla="*/ 90164 w 519669"/>
                <a:gd name="connsiteY101" fmla="*/ 103278 h 509833"/>
                <a:gd name="connsiteX102" fmla="*/ 90164 w 519669"/>
                <a:gd name="connsiteY102" fmla="*/ 101639 h 509833"/>
                <a:gd name="connsiteX103" fmla="*/ 86885 w 519669"/>
                <a:gd name="connsiteY103" fmla="*/ 98360 h 509833"/>
                <a:gd name="connsiteX104" fmla="*/ 85245 w 519669"/>
                <a:gd name="connsiteY104" fmla="*/ 96721 h 509833"/>
                <a:gd name="connsiteX105" fmla="*/ 85245 w 519669"/>
                <a:gd name="connsiteY105" fmla="*/ 93442 h 509833"/>
                <a:gd name="connsiteX106" fmla="*/ 83606 w 519669"/>
                <a:gd name="connsiteY106" fmla="*/ 90164 h 509833"/>
                <a:gd name="connsiteX107" fmla="*/ 81967 w 519669"/>
                <a:gd name="connsiteY107" fmla="*/ 88524 h 509833"/>
                <a:gd name="connsiteX108" fmla="*/ 81967 w 519669"/>
                <a:gd name="connsiteY108" fmla="*/ 88524 h 509833"/>
                <a:gd name="connsiteX109" fmla="*/ 81967 w 519669"/>
                <a:gd name="connsiteY109" fmla="*/ 88524 h 509833"/>
                <a:gd name="connsiteX110" fmla="*/ 80327 w 519669"/>
                <a:gd name="connsiteY110" fmla="*/ 85245 h 509833"/>
                <a:gd name="connsiteX111" fmla="*/ 78688 w 519669"/>
                <a:gd name="connsiteY111" fmla="*/ 83606 h 509833"/>
                <a:gd name="connsiteX112" fmla="*/ 77049 w 519669"/>
                <a:gd name="connsiteY112" fmla="*/ 80327 h 509833"/>
                <a:gd name="connsiteX113" fmla="*/ 77049 w 519669"/>
                <a:gd name="connsiteY113" fmla="*/ 77049 h 509833"/>
                <a:gd name="connsiteX114" fmla="*/ 75410 w 519669"/>
                <a:gd name="connsiteY114" fmla="*/ 73770 h 509833"/>
                <a:gd name="connsiteX115" fmla="*/ 73770 w 519669"/>
                <a:gd name="connsiteY115" fmla="*/ 72131 h 509833"/>
                <a:gd name="connsiteX116" fmla="*/ 75410 w 519669"/>
                <a:gd name="connsiteY116" fmla="*/ 67213 h 509833"/>
                <a:gd name="connsiteX117" fmla="*/ 75410 w 519669"/>
                <a:gd name="connsiteY117" fmla="*/ 63934 h 509833"/>
                <a:gd name="connsiteX118" fmla="*/ 75410 w 519669"/>
                <a:gd name="connsiteY118" fmla="*/ 63934 h 509833"/>
                <a:gd name="connsiteX119" fmla="*/ 75410 w 519669"/>
                <a:gd name="connsiteY119" fmla="*/ 63934 h 509833"/>
                <a:gd name="connsiteX120" fmla="*/ 73770 w 519669"/>
                <a:gd name="connsiteY120" fmla="*/ 62295 h 509833"/>
                <a:gd name="connsiteX121" fmla="*/ 77049 w 519669"/>
                <a:gd name="connsiteY121" fmla="*/ 62295 h 509833"/>
                <a:gd name="connsiteX122" fmla="*/ 78688 w 519669"/>
                <a:gd name="connsiteY122" fmla="*/ 57377 h 509833"/>
                <a:gd name="connsiteX123" fmla="*/ 80327 w 519669"/>
                <a:gd name="connsiteY123" fmla="*/ 57377 h 509833"/>
                <a:gd name="connsiteX124" fmla="*/ 83606 w 519669"/>
                <a:gd name="connsiteY124" fmla="*/ 54098 h 509833"/>
                <a:gd name="connsiteX125" fmla="*/ 85245 w 519669"/>
                <a:gd name="connsiteY125" fmla="*/ 54098 h 509833"/>
                <a:gd name="connsiteX126" fmla="*/ 90164 w 519669"/>
                <a:gd name="connsiteY126" fmla="*/ 52458 h 509833"/>
                <a:gd name="connsiteX127" fmla="*/ 93442 w 519669"/>
                <a:gd name="connsiteY127" fmla="*/ 49180 h 509833"/>
                <a:gd name="connsiteX128" fmla="*/ 96721 w 519669"/>
                <a:gd name="connsiteY128" fmla="*/ 47541 h 509833"/>
                <a:gd name="connsiteX129" fmla="*/ 100000 w 519669"/>
                <a:gd name="connsiteY129" fmla="*/ 45901 h 509833"/>
                <a:gd name="connsiteX130" fmla="*/ 104917 w 519669"/>
                <a:gd name="connsiteY130" fmla="*/ 44262 h 509833"/>
                <a:gd name="connsiteX131" fmla="*/ 108196 w 519669"/>
                <a:gd name="connsiteY131" fmla="*/ 42623 h 509833"/>
                <a:gd name="connsiteX132" fmla="*/ 111475 w 519669"/>
                <a:gd name="connsiteY132" fmla="*/ 42623 h 509833"/>
                <a:gd name="connsiteX133" fmla="*/ 116393 w 519669"/>
                <a:gd name="connsiteY133" fmla="*/ 42623 h 509833"/>
                <a:gd name="connsiteX134" fmla="*/ 119672 w 519669"/>
                <a:gd name="connsiteY134" fmla="*/ 40983 h 509833"/>
                <a:gd name="connsiteX135" fmla="*/ 122950 w 519669"/>
                <a:gd name="connsiteY135" fmla="*/ 39344 h 509833"/>
                <a:gd name="connsiteX136" fmla="*/ 126229 w 519669"/>
                <a:gd name="connsiteY136" fmla="*/ 37705 h 509833"/>
                <a:gd name="connsiteX137" fmla="*/ 129508 w 519669"/>
                <a:gd name="connsiteY137" fmla="*/ 36065 h 509833"/>
                <a:gd name="connsiteX138" fmla="*/ 129508 w 519669"/>
                <a:gd name="connsiteY138" fmla="*/ 32787 h 509833"/>
                <a:gd name="connsiteX139" fmla="*/ 134426 w 519669"/>
                <a:gd name="connsiteY139" fmla="*/ 32787 h 509833"/>
                <a:gd name="connsiteX140" fmla="*/ 132786 w 519669"/>
                <a:gd name="connsiteY140" fmla="*/ 29508 h 509833"/>
                <a:gd name="connsiteX141" fmla="*/ 131147 w 519669"/>
                <a:gd name="connsiteY141" fmla="*/ 27869 h 509833"/>
                <a:gd name="connsiteX142" fmla="*/ 136065 w 519669"/>
                <a:gd name="connsiteY142" fmla="*/ 29508 h 509833"/>
                <a:gd name="connsiteX143" fmla="*/ 136065 w 519669"/>
                <a:gd name="connsiteY143" fmla="*/ 31147 h 509833"/>
                <a:gd name="connsiteX144" fmla="*/ 137704 w 519669"/>
                <a:gd name="connsiteY144" fmla="*/ 31147 h 509833"/>
                <a:gd name="connsiteX145" fmla="*/ 139344 w 519669"/>
                <a:gd name="connsiteY145" fmla="*/ 32787 h 509833"/>
                <a:gd name="connsiteX146" fmla="*/ 142622 w 519669"/>
                <a:gd name="connsiteY146" fmla="*/ 34426 h 509833"/>
                <a:gd name="connsiteX147" fmla="*/ 145901 w 519669"/>
                <a:gd name="connsiteY147" fmla="*/ 31147 h 509833"/>
                <a:gd name="connsiteX148" fmla="*/ 145901 w 519669"/>
                <a:gd name="connsiteY148" fmla="*/ 26229 h 509833"/>
                <a:gd name="connsiteX149" fmla="*/ 144262 w 519669"/>
                <a:gd name="connsiteY149" fmla="*/ 22951 h 509833"/>
                <a:gd name="connsiteX150" fmla="*/ 140983 w 519669"/>
                <a:gd name="connsiteY150" fmla="*/ 24590 h 509833"/>
                <a:gd name="connsiteX151" fmla="*/ 136065 w 519669"/>
                <a:gd name="connsiteY151" fmla="*/ 24590 h 509833"/>
                <a:gd name="connsiteX152" fmla="*/ 132786 w 519669"/>
                <a:gd name="connsiteY152" fmla="*/ 24590 h 509833"/>
                <a:gd name="connsiteX153" fmla="*/ 131147 w 519669"/>
                <a:gd name="connsiteY153" fmla="*/ 26229 h 509833"/>
                <a:gd name="connsiteX154" fmla="*/ 129508 w 519669"/>
                <a:gd name="connsiteY154" fmla="*/ 26229 h 509833"/>
                <a:gd name="connsiteX155" fmla="*/ 127868 w 519669"/>
                <a:gd name="connsiteY155" fmla="*/ 26229 h 509833"/>
                <a:gd name="connsiteX156" fmla="*/ 129508 w 519669"/>
                <a:gd name="connsiteY156" fmla="*/ 22951 h 509833"/>
                <a:gd name="connsiteX157" fmla="*/ 129508 w 519669"/>
                <a:gd name="connsiteY157" fmla="*/ 19672 h 509833"/>
                <a:gd name="connsiteX158" fmla="*/ 127868 w 519669"/>
                <a:gd name="connsiteY158" fmla="*/ 19672 h 509833"/>
                <a:gd name="connsiteX159" fmla="*/ 126229 w 519669"/>
                <a:gd name="connsiteY159" fmla="*/ 14754 h 509833"/>
                <a:gd name="connsiteX160" fmla="*/ 127868 w 519669"/>
                <a:gd name="connsiteY160" fmla="*/ 11475 h 509833"/>
                <a:gd name="connsiteX161" fmla="*/ 129508 w 519669"/>
                <a:gd name="connsiteY161" fmla="*/ 8197 h 509833"/>
                <a:gd name="connsiteX162" fmla="*/ 129508 w 519669"/>
                <a:gd name="connsiteY162" fmla="*/ 4918 h 509833"/>
                <a:gd name="connsiteX163" fmla="*/ 134426 w 519669"/>
                <a:gd name="connsiteY163" fmla="*/ 3279 h 509833"/>
                <a:gd name="connsiteX164" fmla="*/ 137704 w 519669"/>
                <a:gd name="connsiteY164" fmla="*/ 0 h 509833"/>
                <a:gd name="connsiteX165" fmla="*/ 139344 w 519669"/>
                <a:gd name="connsiteY165" fmla="*/ 0 h 509833"/>
                <a:gd name="connsiteX166" fmla="*/ 142622 w 519669"/>
                <a:gd name="connsiteY166" fmla="*/ 3279 h 509833"/>
                <a:gd name="connsiteX167" fmla="*/ 144262 w 519669"/>
                <a:gd name="connsiteY167" fmla="*/ 6557 h 509833"/>
                <a:gd name="connsiteX168" fmla="*/ 144262 w 519669"/>
                <a:gd name="connsiteY168" fmla="*/ 9836 h 509833"/>
                <a:gd name="connsiteX169" fmla="*/ 144262 w 519669"/>
                <a:gd name="connsiteY169" fmla="*/ 14754 h 509833"/>
                <a:gd name="connsiteX170" fmla="*/ 144262 w 519669"/>
                <a:gd name="connsiteY170" fmla="*/ 18033 h 509833"/>
                <a:gd name="connsiteX171" fmla="*/ 145901 w 519669"/>
                <a:gd name="connsiteY171" fmla="*/ 21311 h 509833"/>
                <a:gd name="connsiteX172" fmla="*/ 147540 w 519669"/>
                <a:gd name="connsiteY172" fmla="*/ 26229 h 509833"/>
                <a:gd name="connsiteX173" fmla="*/ 149180 w 519669"/>
                <a:gd name="connsiteY173" fmla="*/ 29508 h 509833"/>
                <a:gd name="connsiteX174" fmla="*/ 152458 w 519669"/>
                <a:gd name="connsiteY174" fmla="*/ 32787 h 509833"/>
                <a:gd name="connsiteX175" fmla="*/ 155737 w 519669"/>
                <a:gd name="connsiteY175" fmla="*/ 31147 h 509833"/>
                <a:gd name="connsiteX176" fmla="*/ 159016 w 519669"/>
                <a:gd name="connsiteY176" fmla="*/ 31147 h 509833"/>
                <a:gd name="connsiteX177" fmla="*/ 163934 w 519669"/>
                <a:gd name="connsiteY177" fmla="*/ 29508 h 509833"/>
                <a:gd name="connsiteX178" fmla="*/ 167212 w 519669"/>
                <a:gd name="connsiteY178" fmla="*/ 31147 h 509833"/>
                <a:gd name="connsiteX179" fmla="*/ 170491 w 519669"/>
                <a:gd name="connsiteY179" fmla="*/ 31147 h 509833"/>
                <a:gd name="connsiteX180" fmla="*/ 175409 w 519669"/>
                <a:gd name="connsiteY180" fmla="*/ 34426 h 509833"/>
                <a:gd name="connsiteX181" fmla="*/ 175409 w 519669"/>
                <a:gd name="connsiteY181" fmla="*/ 32787 h 509833"/>
                <a:gd name="connsiteX182" fmla="*/ 178688 w 519669"/>
                <a:gd name="connsiteY182" fmla="*/ 32787 h 509833"/>
                <a:gd name="connsiteX183" fmla="*/ 180327 w 519669"/>
                <a:gd name="connsiteY183" fmla="*/ 32787 h 509833"/>
                <a:gd name="connsiteX184" fmla="*/ 183606 w 519669"/>
                <a:gd name="connsiteY184" fmla="*/ 37705 h 509833"/>
                <a:gd name="connsiteX185" fmla="*/ 188524 w 519669"/>
                <a:gd name="connsiteY185" fmla="*/ 39344 h 509833"/>
                <a:gd name="connsiteX186" fmla="*/ 191802 w 519669"/>
                <a:gd name="connsiteY186" fmla="*/ 40983 h 509833"/>
                <a:gd name="connsiteX187" fmla="*/ 195081 w 519669"/>
                <a:gd name="connsiteY187" fmla="*/ 44262 h 509833"/>
                <a:gd name="connsiteX188" fmla="*/ 198360 w 519669"/>
                <a:gd name="connsiteY188" fmla="*/ 49180 h 509833"/>
                <a:gd name="connsiteX189" fmla="*/ 198360 w 519669"/>
                <a:gd name="connsiteY189" fmla="*/ 49180 h 509833"/>
                <a:gd name="connsiteX190" fmla="*/ 199999 w 519669"/>
                <a:gd name="connsiteY190" fmla="*/ 54098 h 509833"/>
                <a:gd name="connsiteX191" fmla="*/ 199999 w 519669"/>
                <a:gd name="connsiteY191" fmla="*/ 57377 h 509833"/>
                <a:gd name="connsiteX192" fmla="*/ 198360 w 519669"/>
                <a:gd name="connsiteY192" fmla="*/ 60655 h 509833"/>
                <a:gd name="connsiteX193" fmla="*/ 198360 w 519669"/>
                <a:gd name="connsiteY193" fmla="*/ 65573 h 509833"/>
                <a:gd name="connsiteX194" fmla="*/ 199999 w 519669"/>
                <a:gd name="connsiteY194" fmla="*/ 67213 h 509833"/>
                <a:gd name="connsiteX195" fmla="*/ 199999 w 519669"/>
                <a:gd name="connsiteY195" fmla="*/ 70491 h 509833"/>
                <a:gd name="connsiteX196" fmla="*/ 199999 w 519669"/>
                <a:gd name="connsiteY196" fmla="*/ 70491 h 509833"/>
                <a:gd name="connsiteX197" fmla="*/ 203278 w 519669"/>
                <a:gd name="connsiteY197" fmla="*/ 75410 h 509833"/>
                <a:gd name="connsiteX198" fmla="*/ 206557 w 519669"/>
                <a:gd name="connsiteY198" fmla="*/ 75410 h 509833"/>
                <a:gd name="connsiteX199" fmla="*/ 211474 w 519669"/>
                <a:gd name="connsiteY199" fmla="*/ 75410 h 509833"/>
                <a:gd name="connsiteX200" fmla="*/ 214753 w 519669"/>
                <a:gd name="connsiteY200" fmla="*/ 77049 h 509833"/>
                <a:gd name="connsiteX201" fmla="*/ 214753 w 519669"/>
                <a:gd name="connsiteY201" fmla="*/ 77049 h 509833"/>
                <a:gd name="connsiteX202" fmla="*/ 219671 w 519669"/>
                <a:gd name="connsiteY202" fmla="*/ 75410 h 509833"/>
                <a:gd name="connsiteX203" fmla="*/ 222950 w 519669"/>
                <a:gd name="connsiteY203" fmla="*/ 75410 h 509833"/>
                <a:gd name="connsiteX204" fmla="*/ 226229 w 519669"/>
                <a:gd name="connsiteY204" fmla="*/ 73770 h 509833"/>
                <a:gd name="connsiteX205" fmla="*/ 229507 w 519669"/>
                <a:gd name="connsiteY205" fmla="*/ 73770 h 509833"/>
                <a:gd name="connsiteX206" fmla="*/ 232786 w 519669"/>
                <a:gd name="connsiteY206" fmla="*/ 73770 h 509833"/>
                <a:gd name="connsiteX207" fmla="*/ 234425 w 519669"/>
                <a:gd name="connsiteY207" fmla="*/ 73770 h 509833"/>
                <a:gd name="connsiteX208" fmla="*/ 237704 w 519669"/>
                <a:gd name="connsiteY208" fmla="*/ 73770 h 509833"/>
                <a:gd name="connsiteX209" fmla="*/ 240982 w 519669"/>
                <a:gd name="connsiteY209" fmla="*/ 72131 h 509833"/>
                <a:gd name="connsiteX210" fmla="*/ 245901 w 519669"/>
                <a:gd name="connsiteY210" fmla="*/ 72131 h 509833"/>
                <a:gd name="connsiteX211" fmla="*/ 249179 w 519669"/>
                <a:gd name="connsiteY211" fmla="*/ 70491 h 509833"/>
                <a:gd name="connsiteX212" fmla="*/ 252458 w 519669"/>
                <a:gd name="connsiteY212" fmla="*/ 70491 h 509833"/>
                <a:gd name="connsiteX213" fmla="*/ 255737 w 519669"/>
                <a:gd name="connsiteY213" fmla="*/ 70491 h 509833"/>
                <a:gd name="connsiteX214" fmla="*/ 260654 w 519669"/>
                <a:gd name="connsiteY214" fmla="*/ 70491 h 509833"/>
                <a:gd name="connsiteX215" fmla="*/ 263933 w 519669"/>
                <a:gd name="connsiteY215" fmla="*/ 70491 h 509833"/>
                <a:gd name="connsiteX216" fmla="*/ 267212 w 519669"/>
                <a:gd name="connsiteY216" fmla="*/ 68852 h 509833"/>
                <a:gd name="connsiteX217" fmla="*/ 270491 w 519669"/>
                <a:gd name="connsiteY217" fmla="*/ 70491 h 509833"/>
                <a:gd name="connsiteX218" fmla="*/ 275409 w 519669"/>
                <a:gd name="connsiteY218" fmla="*/ 70491 h 509833"/>
                <a:gd name="connsiteX219" fmla="*/ 275409 w 519669"/>
                <a:gd name="connsiteY219" fmla="*/ 70491 h 509833"/>
                <a:gd name="connsiteX220" fmla="*/ 278687 w 519669"/>
                <a:gd name="connsiteY220" fmla="*/ 68852 h 509833"/>
                <a:gd name="connsiteX221" fmla="*/ 283605 w 519669"/>
                <a:gd name="connsiteY221" fmla="*/ 70491 h 509833"/>
                <a:gd name="connsiteX222" fmla="*/ 281966 w 519669"/>
                <a:gd name="connsiteY222" fmla="*/ 75410 h 509833"/>
                <a:gd name="connsiteX223" fmla="*/ 283605 w 519669"/>
                <a:gd name="connsiteY223" fmla="*/ 77049 h 509833"/>
                <a:gd name="connsiteX224" fmla="*/ 286884 w 519669"/>
                <a:gd name="connsiteY224" fmla="*/ 80327 h 509833"/>
                <a:gd name="connsiteX225" fmla="*/ 290163 w 519669"/>
                <a:gd name="connsiteY225" fmla="*/ 83606 h 509833"/>
                <a:gd name="connsiteX226" fmla="*/ 293441 w 519669"/>
                <a:gd name="connsiteY226" fmla="*/ 86885 h 509833"/>
                <a:gd name="connsiteX227" fmla="*/ 296720 w 519669"/>
                <a:gd name="connsiteY227" fmla="*/ 86885 h 509833"/>
                <a:gd name="connsiteX228" fmla="*/ 301638 w 519669"/>
                <a:gd name="connsiteY228" fmla="*/ 88524 h 509833"/>
                <a:gd name="connsiteX229" fmla="*/ 304917 w 519669"/>
                <a:gd name="connsiteY229" fmla="*/ 90164 h 509833"/>
                <a:gd name="connsiteX230" fmla="*/ 308195 w 519669"/>
                <a:gd name="connsiteY230" fmla="*/ 91803 h 509833"/>
                <a:gd name="connsiteX231" fmla="*/ 311474 w 519669"/>
                <a:gd name="connsiteY231" fmla="*/ 91803 h 509833"/>
                <a:gd name="connsiteX232" fmla="*/ 316392 w 519669"/>
                <a:gd name="connsiteY232" fmla="*/ 91803 h 509833"/>
                <a:gd name="connsiteX233" fmla="*/ 319671 w 519669"/>
                <a:gd name="connsiteY233" fmla="*/ 93442 h 509833"/>
                <a:gd name="connsiteX234" fmla="*/ 318031 w 519669"/>
                <a:gd name="connsiteY234" fmla="*/ 93442 h 509833"/>
                <a:gd name="connsiteX235" fmla="*/ 321310 w 519669"/>
                <a:gd name="connsiteY235" fmla="*/ 95081 h 509833"/>
                <a:gd name="connsiteX236" fmla="*/ 326228 w 519669"/>
                <a:gd name="connsiteY236" fmla="*/ 93442 h 509833"/>
                <a:gd name="connsiteX237" fmla="*/ 329507 w 519669"/>
                <a:gd name="connsiteY237" fmla="*/ 93442 h 509833"/>
                <a:gd name="connsiteX238" fmla="*/ 332785 w 519669"/>
                <a:gd name="connsiteY238" fmla="*/ 93442 h 509833"/>
                <a:gd name="connsiteX239" fmla="*/ 336064 w 519669"/>
                <a:gd name="connsiteY239" fmla="*/ 90164 h 509833"/>
                <a:gd name="connsiteX240" fmla="*/ 339343 w 519669"/>
                <a:gd name="connsiteY240" fmla="*/ 86885 h 509833"/>
                <a:gd name="connsiteX241" fmla="*/ 342621 w 519669"/>
                <a:gd name="connsiteY241" fmla="*/ 86885 h 509833"/>
                <a:gd name="connsiteX242" fmla="*/ 345900 w 519669"/>
                <a:gd name="connsiteY242" fmla="*/ 85245 h 509833"/>
                <a:gd name="connsiteX243" fmla="*/ 349179 w 519669"/>
                <a:gd name="connsiteY243" fmla="*/ 81967 h 509833"/>
                <a:gd name="connsiteX244" fmla="*/ 352457 w 519669"/>
                <a:gd name="connsiteY244" fmla="*/ 78688 h 509833"/>
                <a:gd name="connsiteX245" fmla="*/ 355736 w 519669"/>
                <a:gd name="connsiteY245" fmla="*/ 77049 h 509833"/>
                <a:gd name="connsiteX246" fmla="*/ 360654 w 519669"/>
                <a:gd name="connsiteY246" fmla="*/ 77049 h 509833"/>
                <a:gd name="connsiteX247" fmla="*/ 363933 w 519669"/>
                <a:gd name="connsiteY247" fmla="*/ 77049 h 509833"/>
                <a:gd name="connsiteX248" fmla="*/ 367211 w 519669"/>
                <a:gd name="connsiteY248" fmla="*/ 77049 h 509833"/>
                <a:gd name="connsiteX249" fmla="*/ 370490 w 519669"/>
                <a:gd name="connsiteY249" fmla="*/ 77049 h 509833"/>
                <a:gd name="connsiteX250" fmla="*/ 375408 w 519669"/>
                <a:gd name="connsiteY250" fmla="*/ 77049 h 509833"/>
                <a:gd name="connsiteX251" fmla="*/ 370490 w 519669"/>
                <a:gd name="connsiteY251" fmla="*/ 73770 h 509833"/>
                <a:gd name="connsiteX252" fmla="*/ 367211 w 519669"/>
                <a:gd name="connsiteY252" fmla="*/ 73770 h 509833"/>
                <a:gd name="connsiteX253" fmla="*/ 363933 w 519669"/>
                <a:gd name="connsiteY253" fmla="*/ 72131 h 509833"/>
                <a:gd name="connsiteX254" fmla="*/ 359015 w 519669"/>
                <a:gd name="connsiteY254" fmla="*/ 72131 h 509833"/>
                <a:gd name="connsiteX255" fmla="*/ 355736 w 519669"/>
                <a:gd name="connsiteY255" fmla="*/ 73770 h 509833"/>
                <a:gd name="connsiteX256" fmla="*/ 352457 w 519669"/>
                <a:gd name="connsiteY256" fmla="*/ 68852 h 509833"/>
                <a:gd name="connsiteX257" fmla="*/ 355736 w 519669"/>
                <a:gd name="connsiteY257" fmla="*/ 68852 h 509833"/>
                <a:gd name="connsiteX258" fmla="*/ 360654 w 519669"/>
                <a:gd name="connsiteY258" fmla="*/ 68852 h 509833"/>
                <a:gd name="connsiteX259" fmla="*/ 363933 w 519669"/>
                <a:gd name="connsiteY259" fmla="*/ 68852 h 509833"/>
                <a:gd name="connsiteX260" fmla="*/ 367211 w 519669"/>
                <a:gd name="connsiteY260" fmla="*/ 68852 h 509833"/>
                <a:gd name="connsiteX261" fmla="*/ 370490 w 519669"/>
                <a:gd name="connsiteY261" fmla="*/ 67213 h 509833"/>
                <a:gd name="connsiteX262" fmla="*/ 375408 w 519669"/>
                <a:gd name="connsiteY262" fmla="*/ 68852 h 509833"/>
                <a:gd name="connsiteX263" fmla="*/ 378687 w 519669"/>
                <a:gd name="connsiteY263" fmla="*/ 68852 h 509833"/>
                <a:gd name="connsiteX264" fmla="*/ 381966 w 519669"/>
                <a:gd name="connsiteY264" fmla="*/ 68852 h 509833"/>
                <a:gd name="connsiteX265" fmla="*/ 386884 w 519669"/>
                <a:gd name="connsiteY265" fmla="*/ 67213 h 509833"/>
                <a:gd name="connsiteX266" fmla="*/ 390162 w 519669"/>
                <a:gd name="connsiteY266" fmla="*/ 67213 h 509833"/>
                <a:gd name="connsiteX267" fmla="*/ 393441 w 519669"/>
                <a:gd name="connsiteY267" fmla="*/ 67213 h 509833"/>
                <a:gd name="connsiteX268" fmla="*/ 396719 w 519669"/>
                <a:gd name="connsiteY268" fmla="*/ 67213 h 509833"/>
                <a:gd name="connsiteX269" fmla="*/ 401638 w 519669"/>
                <a:gd name="connsiteY269" fmla="*/ 65573 h 509833"/>
                <a:gd name="connsiteX270" fmla="*/ 404916 w 519669"/>
                <a:gd name="connsiteY270" fmla="*/ 67213 h 509833"/>
                <a:gd name="connsiteX271" fmla="*/ 408195 w 519669"/>
                <a:gd name="connsiteY271" fmla="*/ 65573 h 509833"/>
                <a:gd name="connsiteX272" fmla="*/ 413113 w 519669"/>
                <a:gd name="connsiteY272" fmla="*/ 63934 h 509833"/>
                <a:gd name="connsiteX273" fmla="*/ 416391 w 519669"/>
                <a:gd name="connsiteY273" fmla="*/ 63934 h 509833"/>
                <a:gd name="connsiteX274" fmla="*/ 419670 w 519669"/>
                <a:gd name="connsiteY274" fmla="*/ 63934 h 509833"/>
                <a:gd name="connsiteX275" fmla="*/ 422949 w 519669"/>
                <a:gd name="connsiteY275" fmla="*/ 65573 h 509833"/>
                <a:gd name="connsiteX276" fmla="*/ 427867 w 519669"/>
                <a:gd name="connsiteY276" fmla="*/ 65573 h 509833"/>
                <a:gd name="connsiteX277" fmla="*/ 431146 w 519669"/>
                <a:gd name="connsiteY277" fmla="*/ 67213 h 509833"/>
                <a:gd name="connsiteX278" fmla="*/ 434424 w 519669"/>
                <a:gd name="connsiteY278" fmla="*/ 67213 h 509833"/>
                <a:gd name="connsiteX279" fmla="*/ 439342 w 519669"/>
                <a:gd name="connsiteY279" fmla="*/ 65573 h 509833"/>
                <a:gd name="connsiteX280" fmla="*/ 442621 w 519669"/>
                <a:gd name="connsiteY280" fmla="*/ 65573 h 509833"/>
                <a:gd name="connsiteX281" fmla="*/ 445900 w 519669"/>
                <a:gd name="connsiteY281" fmla="*/ 63934 h 509833"/>
                <a:gd name="connsiteX282" fmla="*/ 442621 w 519669"/>
                <a:gd name="connsiteY282" fmla="*/ 68852 h 509833"/>
                <a:gd name="connsiteX283" fmla="*/ 439342 w 519669"/>
                <a:gd name="connsiteY283" fmla="*/ 68852 h 509833"/>
                <a:gd name="connsiteX284" fmla="*/ 436064 w 519669"/>
                <a:gd name="connsiteY284" fmla="*/ 68852 h 509833"/>
                <a:gd name="connsiteX285" fmla="*/ 431146 w 519669"/>
                <a:gd name="connsiteY285" fmla="*/ 68852 h 509833"/>
                <a:gd name="connsiteX286" fmla="*/ 429506 w 519669"/>
                <a:gd name="connsiteY286" fmla="*/ 73770 h 509833"/>
                <a:gd name="connsiteX287" fmla="*/ 426228 w 519669"/>
                <a:gd name="connsiteY287" fmla="*/ 73770 h 509833"/>
                <a:gd name="connsiteX288" fmla="*/ 421310 w 519669"/>
                <a:gd name="connsiteY288" fmla="*/ 73770 h 509833"/>
                <a:gd name="connsiteX289" fmla="*/ 418031 w 519669"/>
                <a:gd name="connsiteY289" fmla="*/ 72131 h 509833"/>
                <a:gd name="connsiteX290" fmla="*/ 413113 w 519669"/>
                <a:gd name="connsiteY290" fmla="*/ 72131 h 509833"/>
                <a:gd name="connsiteX291" fmla="*/ 409834 w 519669"/>
                <a:gd name="connsiteY291" fmla="*/ 73770 h 509833"/>
                <a:gd name="connsiteX292" fmla="*/ 406556 w 519669"/>
                <a:gd name="connsiteY292" fmla="*/ 73770 h 509833"/>
                <a:gd name="connsiteX293" fmla="*/ 403277 w 519669"/>
                <a:gd name="connsiteY293" fmla="*/ 77049 h 509833"/>
                <a:gd name="connsiteX294" fmla="*/ 406556 w 519669"/>
                <a:gd name="connsiteY294" fmla="*/ 73770 h 509833"/>
                <a:gd name="connsiteX295" fmla="*/ 408195 w 519669"/>
                <a:gd name="connsiteY295" fmla="*/ 77049 h 509833"/>
                <a:gd name="connsiteX296" fmla="*/ 404916 w 519669"/>
                <a:gd name="connsiteY296" fmla="*/ 78688 h 509833"/>
                <a:gd name="connsiteX297" fmla="*/ 403277 w 519669"/>
                <a:gd name="connsiteY297" fmla="*/ 81967 h 509833"/>
                <a:gd name="connsiteX298" fmla="*/ 406556 w 519669"/>
                <a:gd name="connsiteY298" fmla="*/ 80327 h 509833"/>
                <a:gd name="connsiteX299" fmla="*/ 409834 w 519669"/>
                <a:gd name="connsiteY299" fmla="*/ 80327 h 509833"/>
                <a:gd name="connsiteX300" fmla="*/ 413113 w 519669"/>
                <a:gd name="connsiteY300" fmla="*/ 83606 h 509833"/>
                <a:gd name="connsiteX301" fmla="*/ 414752 w 519669"/>
                <a:gd name="connsiteY301" fmla="*/ 86885 h 509833"/>
                <a:gd name="connsiteX302" fmla="*/ 414752 w 519669"/>
                <a:gd name="connsiteY302" fmla="*/ 90164 h 509833"/>
                <a:gd name="connsiteX303" fmla="*/ 411474 w 519669"/>
                <a:gd name="connsiteY303" fmla="*/ 95081 h 509833"/>
                <a:gd name="connsiteX304" fmla="*/ 408195 w 519669"/>
                <a:gd name="connsiteY304" fmla="*/ 95081 h 509833"/>
                <a:gd name="connsiteX305" fmla="*/ 403277 w 519669"/>
                <a:gd name="connsiteY305" fmla="*/ 93442 h 509833"/>
                <a:gd name="connsiteX306" fmla="*/ 399998 w 519669"/>
                <a:gd name="connsiteY306" fmla="*/ 93442 h 509833"/>
                <a:gd name="connsiteX307" fmla="*/ 403277 w 519669"/>
                <a:gd name="connsiteY307" fmla="*/ 96721 h 509833"/>
                <a:gd name="connsiteX308" fmla="*/ 403277 w 519669"/>
                <a:gd name="connsiteY308" fmla="*/ 96721 h 509833"/>
                <a:gd name="connsiteX309" fmla="*/ 403277 w 519669"/>
                <a:gd name="connsiteY309" fmla="*/ 96721 h 509833"/>
                <a:gd name="connsiteX310" fmla="*/ 408195 w 519669"/>
                <a:gd name="connsiteY310" fmla="*/ 95081 h 509833"/>
                <a:gd name="connsiteX311" fmla="*/ 408195 w 519669"/>
                <a:gd name="connsiteY311" fmla="*/ 96721 h 509833"/>
                <a:gd name="connsiteX312" fmla="*/ 409834 w 519669"/>
                <a:gd name="connsiteY312" fmla="*/ 96721 h 509833"/>
                <a:gd name="connsiteX313" fmla="*/ 413113 w 519669"/>
                <a:gd name="connsiteY313" fmla="*/ 95081 h 509833"/>
                <a:gd name="connsiteX314" fmla="*/ 416391 w 519669"/>
                <a:gd name="connsiteY314" fmla="*/ 91803 h 509833"/>
                <a:gd name="connsiteX315" fmla="*/ 416391 w 519669"/>
                <a:gd name="connsiteY315" fmla="*/ 86885 h 509833"/>
                <a:gd name="connsiteX316" fmla="*/ 419670 w 519669"/>
                <a:gd name="connsiteY316" fmla="*/ 88524 h 509833"/>
                <a:gd name="connsiteX317" fmla="*/ 421310 w 519669"/>
                <a:gd name="connsiteY317" fmla="*/ 93442 h 509833"/>
                <a:gd name="connsiteX318" fmla="*/ 422949 w 519669"/>
                <a:gd name="connsiteY318" fmla="*/ 96721 h 509833"/>
                <a:gd name="connsiteX319" fmla="*/ 422949 w 519669"/>
                <a:gd name="connsiteY319" fmla="*/ 96721 h 509833"/>
                <a:gd name="connsiteX320" fmla="*/ 422949 w 519669"/>
                <a:gd name="connsiteY320" fmla="*/ 100000 h 509833"/>
                <a:gd name="connsiteX321" fmla="*/ 426228 w 519669"/>
                <a:gd name="connsiteY321" fmla="*/ 103278 h 509833"/>
                <a:gd name="connsiteX322" fmla="*/ 426228 w 519669"/>
                <a:gd name="connsiteY322" fmla="*/ 108196 h 509833"/>
                <a:gd name="connsiteX323" fmla="*/ 426228 w 519669"/>
                <a:gd name="connsiteY323" fmla="*/ 109835 h 509833"/>
                <a:gd name="connsiteX324" fmla="*/ 426228 w 519669"/>
                <a:gd name="connsiteY324" fmla="*/ 109835 h 509833"/>
                <a:gd name="connsiteX325" fmla="*/ 426228 w 519669"/>
                <a:gd name="connsiteY325" fmla="*/ 109835 h 509833"/>
                <a:gd name="connsiteX326" fmla="*/ 426228 w 519669"/>
                <a:gd name="connsiteY326" fmla="*/ 109835 h 509833"/>
                <a:gd name="connsiteX327" fmla="*/ 429506 w 519669"/>
                <a:gd name="connsiteY327" fmla="*/ 106557 h 509833"/>
                <a:gd name="connsiteX328" fmla="*/ 429506 w 519669"/>
                <a:gd name="connsiteY328" fmla="*/ 101639 h 509833"/>
                <a:gd name="connsiteX329" fmla="*/ 429506 w 519669"/>
                <a:gd name="connsiteY329" fmla="*/ 98360 h 509833"/>
                <a:gd name="connsiteX330" fmla="*/ 431146 w 519669"/>
                <a:gd name="connsiteY330" fmla="*/ 101639 h 509833"/>
                <a:gd name="connsiteX331" fmla="*/ 432785 w 519669"/>
                <a:gd name="connsiteY331" fmla="*/ 106557 h 509833"/>
                <a:gd name="connsiteX332" fmla="*/ 432785 w 519669"/>
                <a:gd name="connsiteY332" fmla="*/ 109835 h 509833"/>
                <a:gd name="connsiteX333" fmla="*/ 431146 w 519669"/>
                <a:gd name="connsiteY333" fmla="*/ 113114 h 509833"/>
                <a:gd name="connsiteX334" fmla="*/ 431146 w 519669"/>
                <a:gd name="connsiteY334" fmla="*/ 113114 h 509833"/>
                <a:gd name="connsiteX335" fmla="*/ 432785 w 519669"/>
                <a:gd name="connsiteY335" fmla="*/ 109835 h 509833"/>
                <a:gd name="connsiteX336" fmla="*/ 432785 w 519669"/>
                <a:gd name="connsiteY336" fmla="*/ 104917 h 509833"/>
                <a:gd name="connsiteX337" fmla="*/ 432785 w 519669"/>
                <a:gd name="connsiteY337" fmla="*/ 101639 h 509833"/>
                <a:gd name="connsiteX338" fmla="*/ 436064 w 519669"/>
                <a:gd name="connsiteY338" fmla="*/ 101639 h 509833"/>
                <a:gd name="connsiteX339" fmla="*/ 437703 w 519669"/>
                <a:gd name="connsiteY339" fmla="*/ 103278 h 509833"/>
                <a:gd name="connsiteX340" fmla="*/ 434424 w 519669"/>
                <a:gd name="connsiteY340" fmla="*/ 100000 h 509833"/>
                <a:gd name="connsiteX341" fmla="*/ 431146 w 519669"/>
                <a:gd name="connsiteY341" fmla="*/ 98360 h 509833"/>
                <a:gd name="connsiteX342" fmla="*/ 431146 w 519669"/>
                <a:gd name="connsiteY342" fmla="*/ 96721 h 509833"/>
                <a:gd name="connsiteX343" fmla="*/ 434424 w 519669"/>
                <a:gd name="connsiteY343" fmla="*/ 96721 h 509833"/>
                <a:gd name="connsiteX344" fmla="*/ 437703 w 519669"/>
                <a:gd name="connsiteY344" fmla="*/ 98360 h 509833"/>
                <a:gd name="connsiteX345" fmla="*/ 440981 w 519669"/>
                <a:gd name="connsiteY345" fmla="*/ 101639 h 509833"/>
                <a:gd name="connsiteX346" fmla="*/ 444260 w 519669"/>
                <a:gd name="connsiteY346" fmla="*/ 106557 h 509833"/>
                <a:gd name="connsiteX347" fmla="*/ 445900 w 519669"/>
                <a:gd name="connsiteY347" fmla="*/ 108196 h 509833"/>
                <a:gd name="connsiteX348" fmla="*/ 444260 w 519669"/>
                <a:gd name="connsiteY348" fmla="*/ 111475 h 509833"/>
                <a:gd name="connsiteX349" fmla="*/ 444260 w 519669"/>
                <a:gd name="connsiteY349" fmla="*/ 113114 h 509833"/>
                <a:gd name="connsiteX350" fmla="*/ 445900 w 519669"/>
                <a:gd name="connsiteY350" fmla="*/ 108196 h 509833"/>
                <a:gd name="connsiteX351" fmla="*/ 447539 w 519669"/>
                <a:gd name="connsiteY351" fmla="*/ 109835 h 509833"/>
                <a:gd name="connsiteX352" fmla="*/ 447539 w 519669"/>
                <a:gd name="connsiteY352" fmla="*/ 106557 h 509833"/>
                <a:gd name="connsiteX353" fmla="*/ 450818 w 519669"/>
                <a:gd name="connsiteY353" fmla="*/ 106557 h 509833"/>
                <a:gd name="connsiteX354" fmla="*/ 454096 w 519669"/>
                <a:gd name="connsiteY354" fmla="*/ 106557 h 509833"/>
                <a:gd name="connsiteX355" fmla="*/ 455736 w 519669"/>
                <a:gd name="connsiteY355" fmla="*/ 106557 h 509833"/>
                <a:gd name="connsiteX356" fmla="*/ 452457 w 519669"/>
                <a:gd name="connsiteY356" fmla="*/ 103278 h 509833"/>
                <a:gd name="connsiteX357" fmla="*/ 457375 w 519669"/>
                <a:gd name="connsiteY357" fmla="*/ 103278 h 509833"/>
                <a:gd name="connsiteX358" fmla="*/ 460654 w 519669"/>
                <a:gd name="connsiteY358" fmla="*/ 106557 h 509833"/>
                <a:gd name="connsiteX359" fmla="*/ 462293 w 519669"/>
                <a:gd name="connsiteY359" fmla="*/ 111475 h 509833"/>
                <a:gd name="connsiteX360" fmla="*/ 465572 w 519669"/>
                <a:gd name="connsiteY360" fmla="*/ 114754 h 509833"/>
                <a:gd name="connsiteX361" fmla="*/ 468850 w 519669"/>
                <a:gd name="connsiteY361" fmla="*/ 116393 h 509833"/>
                <a:gd name="connsiteX362" fmla="*/ 468850 w 519669"/>
                <a:gd name="connsiteY362" fmla="*/ 116393 h 509833"/>
                <a:gd name="connsiteX363" fmla="*/ 472129 w 519669"/>
                <a:gd name="connsiteY363" fmla="*/ 116393 h 509833"/>
                <a:gd name="connsiteX364" fmla="*/ 477047 w 519669"/>
                <a:gd name="connsiteY364" fmla="*/ 116393 h 509833"/>
                <a:gd name="connsiteX365" fmla="*/ 480326 w 519669"/>
                <a:gd name="connsiteY365" fmla="*/ 119671 h 509833"/>
                <a:gd name="connsiteX366" fmla="*/ 483604 w 519669"/>
                <a:gd name="connsiteY366" fmla="*/ 122950 h 509833"/>
                <a:gd name="connsiteX367" fmla="*/ 485244 w 519669"/>
                <a:gd name="connsiteY367" fmla="*/ 127868 h 509833"/>
                <a:gd name="connsiteX368" fmla="*/ 480326 w 519669"/>
                <a:gd name="connsiteY368" fmla="*/ 131147 h 509833"/>
                <a:gd name="connsiteX369" fmla="*/ 477047 w 519669"/>
                <a:gd name="connsiteY369" fmla="*/ 132786 h 509833"/>
                <a:gd name="connsiteX370" fmla="*/ 473768 w 519669"/>
                <a:gd name="connsiteY370" fmla="*/ 134425 h 509833"/>
                <a:gd name="connsiteX371" fmla="*/ 472129 w 519669"/>
                <a:gd name="connsiteY371" fmla="*/ 139344 h 509833"/>
                <a:gd name="connsiteX372" fmla="*/ 475408 w 519669"/>
                <a:gd name="connsiteY372" fmla="*/ 136065 h 509833"/>
                <a:gd name="connsiteX373" fmla="*/ 475408 w 519669"/>
                <a:gd name="connsiteY373" fmla="*/ 139344 h 509833"/>
                <a:gd name="connsiteX374" fmla="*/ 472129 w 519669"/>
                <a:gd name="connsiteY374" fmla="*/ 142622 h 509833"/>
                <a:gd name="connsiteX375" fmla="*/ 472129 w 519669"/>
                <a:gd name="connsiteY375" fmla="*/ 144261 h 509833"/>
                <a:gd name="connsiteX376" fmla="*/ 470490 w 519669"/>
                <a:gd name="connsiteY376" fmla="*/ 145901 h 509833"/>
                <a:gd name="connsiteX377" fmla="*/ 470490 w 519669"/>
                <a:gd name="connsiteY377" fmla="*/ 147540 h 509833"/>
                <a:gd name="connsiteX378" fmla="*/ 468850 w 519669"/>
                <a:gd name="connsiteY378" fmla="*/ 152458 h 509833"/>
                <a:gd name="connsiteX379" fmla="*/ 467211 w 519669"/>
                <a:gd name="connsiteY379" fmla="*/ 155737 h 509833"/>
                <a:gd name="connsiteX380" fmla="*/ 467211 w 519669"/>
                <a:gd name="connsiteY380" fmla="*/ 159015 h 509833"/>
                <a:gd name="connsiteX381" fmla="*/ 462293 w 519669"/>
                <a:gd name="connsiteY381" fmla="*/ 159015 h 509833"/>
                <a:gd name="connsiteX382" fmla="*/ 459014 w 519669"/>
                <a:gd name="connsiteY382" fmla="*/ 159015 h 509833"/>
                <a:gd name="connsiteX383" fmla="*/ 455736 w 519669"/>
                <a:gd name="connsiteY383" fmla="*/ 159015 h 509833"/>
                <a:gd name="connsiteX384" fmla="*/ 452457 w 519669"/>
                <a:gd name="connsiteY384" fmla="*/ 157376 h 509833"/>
                <a:gd name="connsiteX385" fmla="*/ 450818 w 519669"/>
                <a:gd name="connsiteY385" fmla="*/ 157376 h 509833"/>
                <a:gd name="connsiteX386" fmla="*/ 449178 w 519669"/>
                <a:gd name="connsiteY386" fmla="*/ 159015 h 509833"/>
                <a:gd name="connsiteX387" fmla="*/ 454096 w 519669"/>
                <a:gd name="connsiteY387" fmla="*/ 162294 h 509833"/>
                <a:gd name="connsiteX388" fmla="*/ 457375 w 519669"/>
                <a:gd name="connsiteY388" fmla="*/ 163934 h 509833"/>
                <a:gd name="connsiteX389" fmla="*/ 460654 w 519669"/>
                <a:gd name="connsiteY389" fmla="*/ 163934 h 509833"/>
                <a:gd name="connsiteX390" fmla="*/ 463932 w 519669"/>
                <a:gd name="connsiteY390" fmla="*/ 167212 h 509833"/>
                <a:gd name="connsiteX391" fmla="*/ 467211 w 519669"/>
                <a:gd name="connsiteY391" fmla="*/ 163934 h 509833"/>
                <a:gd name="connsiteX392" fmla="*/ 470490 w 519669"/>
                <a:gd name="connsiteY392" fmla="*/ 163934 h 509833"/>
                <a:gd name="connsiteX393" fmla="*/ 470490 w 519669"/>
                <a:gd name="connsiteY393" fmla="*/ 167212 h 509833"/>
                <a:gd name="connsiteX394" fmla="*/ 473768 w 519669"/>
                <a:gd name="connsiteY394" fmla="*/ 163934 h 509833"/>
                <a:gd name="connsiteX395" fmla="*/ 477047 w 519669"/>
                <a:gd name="connsiteY395" fmla="*/ 160655 h 509833"/>
                <a:gd name="connsiteX396" fmla="*/ 478686 w 519669"/>
                <a:gd name="connsiteY396" fmla="*/ 159015 h 509833"/>
                <a:gd name="connsiteX397" fmla="*/ 483604 w 519669"/>
                <a:gd name="connsiteY397" fmla="*/ 159015 h 509833"/>
                <a:gd name="connsiteX398" fmla="*/ 486883 w 519669"/>
                <a:gd name="connsiteY398" fmla="*/ 159015 h 509833"/>
                <a:gd name="connsiteX399" fmla="*/ 490162 w 519669"/>
                <a:gd name="connsiteY399" fmla="*/ 160655 h 509833"/>
                <a:gd name="connsiteX400" fmla="*/ 493440 w 519669"/>
                <a:gd name="connsiteY400" fmla="*/ 162294 h 509833"/>
                <a:gd name="connsiteX401" fmla="*/ 495080 w 519669"/>
                <a:gd name="connsiteY401" fmla="*/ 162294 h 509833"/>
                <a:gd name="connsiteX402" fmla="*/ 496719 w 519669"/>
                <a:gd name="connsiteY402" fmla="*/ 160655 h 509833"/>
                <a:gd name="connsiteX403" fmla="*/ 499998 w 519669"/>
                <a:gd name="connsiteY403" fmla="*/ 157376 h 509833"/>
                <a:gd name="connsiteX404" fmla="*/ 504916 w 519669"/>
                <a:gd name="connsiteY404" fmla="*/ 157376 h 509833"/>
                <a:gd name="connsiteX405" fmla="*/ 508194 w 519669"/>
                <a:gd name="connsiteY405" fmla="*/ 159015 h 509833"/>
                <a:gd name="connsiteX406" fmla="*/ 511473 w 519669"/>
                <a:gd name="connsiteY406" fmla="*/ 160655 h 509833"/>
                <a:gd name="connsiteX407" fmla="*/ 513112 w 519669"/>
                <a:gd name="connsiteY407" fmla="*/ 162294 h 509833"/>
                <a:gd name="connsiteX408" fmla="*/ 513112 w 519669"/>
                <a:gd name="connsiteY408" fmla="*/ 162294 h 509833"/>
                <a:gd name="connsiteX409" fmla="*/ 514752 w 519669"/>
                <a:gd name="connsiteY409" fmla="*/ 163934 h 509833"/>
                <a:gd name="connsiteX410" fmla="*/ 518031 w 519669"/>
                <a:gd name="connsiteY410" fmla="*/ 168851 h 509833"/>
                <a:gd name="connsiteX411" fmla="*/ 519670 w 519669"/>
                <a:gd name="connsiteY411" fmla="*/ 172130 h 509833"/>
                <a:gd name="connsiteX412" fmla="*/ 518031 w 519669"/>
                <a:gd name="connsiteY412" fmla="*/ 175409 h 509833"/>
                <a:gd name="connsiteX413" fmla="*/ 514752 w 519669"/>
                <a:gd name="connsiteY413" fmla="*/ 177048 h 509833"/>
                <a:gd name="connsiteX414" fmla="*/ 514752 w 519669"/>
                <a:gd name="connsiteY414" fmla="*/ 177048 h 509833"/>
                <a:gd name="connsiteX415" fmla="*/ 513112 w 519669"/>
                <a:gd name="connsiteY415" fmla="*/ 180327 h 509833"/>
                <a:gd name="connsiteX416" fmla="*/ 509834 w 519669"/>
                <a:gd name="connsiteY416" fmla="*/ 183605 h 509833"/>
                <a:gd name="connsiteX417" fmla="*/ 506555 w 519669"/>
                <a:gd name="connsiteY417" fmla="*/ 186884 h 509833"/>
                <a:gd name="connsiteX418" fmla="*/ 501637 w 519669"/>
                <a:gd name="connsiteY418" fmla="*/ 188524 h 509833"/>
                <a:gd name="connsiteX419" fmla="*/ 498358 w 519669"/>
                <a:gd name="connsiteY419" fmla="*/ 191802 h 509833"/>
                <a:gd name="connsiteX420" fmla="*/ 498358 w 519669"/>
                <a:gd name="connsiteY420" fmla="*/ 193442 h 509833"/>
                <a:gd name="connsiteX421" fmla="*/ 495080 w 519669"/>
                <a:gd name="connsiteY421" fmla="*/ 193442 h 509833"/>
                <a:gd name="connsiteX422" fmla="*/ 491801 w 519669"/>
                <a:gd name="connsiteY422" fmla="*/ 193442 h 509833"/>
                <a:gd name="connsiteX423" fmla="*/ 490162 w 519669"/>
                <a:gd name="connsiteY423" fmla="*/ 198360 h 509833"/>
                <a:gd name="connsiteX424" fmla="*/ 488522 w 519669"/>
                <a:gd name="connsiteY424" fmla="*/ 201638 h 509833"/>
                <a:gd name="connsiteX425" fmla="*/ 485244 w 519669"/>
                <a:gd name="connsiteY425" fmla="*/ 204917 h 509833"/>
                <a:gd name="connsiteX426" fmla="*/ 483604 w 519669"/>
                <a:gd name="connsiteY426" fmla="*/ 208195 h 509833"/>
                <a:gd name="connsiteX427" fmla="*/ 486883 w 519669"/>
                <a:gd name="connsiteY427" fmla="*/ 213114 h 509833"/>
                <a:gd name="connsiteX428" fmla="*/ 488522 w 519669"/>
                <a:gd name="connsiteY428" fmla="*/ 216392 h 509833"/>
                <a:gd name="connsiteX429" fmla="*/ 486883 w 519669"/>
                <a:gd name="connsiteY429" fmla="*/ 219671 h 509833"/>
                <a:gd name="connsiteX430" fmla="*/ 490162 w 519669"/>
                <a:gd name="connsiteY430" fmla="*/ 224589 h 509833"/>
                <a:gd name="connsiteX431" fmla="*/ 493440 w 519669"/>
                <a:gd name="connsiteY431" fmla="*/ 221310 h 509833"/>
                <a:gd name="connsiteX432" fmla="*/ 498358 w 519669"/>
                <a:gd name="connsiteY432" fmla="*/ 222950 h 509833"/>
                <a:gd name="connsiteX433" fmla="*/ 499998 w 519669"/>
                <a:gd name="connsiteY433" fmla="*/ 224589 h 509833"/>
                <a:gd name="connsiteX434" fmla="*/ 498358 w 519669"/>
                <a:gd name="connsiteY434" fmla="*/ 229507 h 509833"/>
                <a:gd name="connsiteX435" fmla="*/ 496719 w 519669"/>
                <a:gd name="connsiteY435" fmla="*/ 232786 h 509833"/>
                <a:gd name="connsiteX436" fmla="*/ 493440 w 519669"/>
                <a:gd name="connsiteY436" fmla="*/ 232786 h 509833"/>
                <a:gd name="connsiteX437" fmla="*/ 490162 w 519669"/>
                <a:gd name="connsiteY437" fmla="*/ 236064 h 509833"/>
                <a:gd name="connsiteX438" fmla="*/ 486883 w 519669"/>
                <a:gd name="connsiteY438" fmla="*/ 236064 h 509833"/>
                <a:gd name="connsiteX439" fmla="*/ 481965 w 519669"/>
                <a:gd name="connsiteY439" fmla="*/ 240982 h 509833"/>
                <a:gd name="connsiteX440" fmla="*/ 478686 w 519669"/>
                <a:gd name="connsiteY440" fmla="*/ 239343 h 509833"/>
                <a:gd name="connsiteX441" fmla="*/ 475408 w 519669"/>
                <a:gd name="connsiteY441" fmla="*/ 237704 h 509833"/>
                <a:gd name="connsiteX442" fmla="*/ 473768 w 519669"/>
                <a:gd name="connsiteY442" fmla="*/ 242622 h 509833"/>
                <a:gd name="connsiteX443" fmla="*/ 470490 w 519669"/>
                <a:gd name="connsiteY443" fmla="*/ 242622 h 509833"/>
                <a:gd name="connsiteX444" fmla="*/ 465572 w 519669"/>
                <a:gd name="connsiteY444" fmla="*/ 242622 h 509833"/>
                <a:gd name="connsiteX445" fmla="*/ 463932 w 519669"/>
                <a:gd name="connsiteY445" fmla="*/ 244261 h 509833"/>
                <a:gd name="connsiteX446" fmla="*/ 463932 w 519669"/>
                <a:gd name="connsiteY446" fmla="*/ 249179 h 509833"/>
                <a:gd name="connsiteX447" fmla="*/ 465572 w 519669"/>
                <a:gd name="connsiteY447" fmla="*/ 252458 h 509833"/>
                <a:gd name="connsiteX448" fmla="*/ 465572 w 519669"/>
                <a:gd name="connsiteY448" fmla="*/ 255737 h 509833"/>
                <a:gd name="connsiteX449" fmla="*/ 465572 w 519669"/>
                <a:gd name="connsiteY449" fmla="*/ 260654 h 509833"/>
                <a:gd name="connsiteX450" fmla="*/ 467211 w 519669"/>
                <a:gd name="connsiteY450" fmla="*/ 263933 h 509833"/>
                <a:gd name="connsiteX451" fmla="*/ 463932 w 519669"/>
                <a:gd name="connsiteY451" fmla="*/ 267212 h 509833"/>
                <a:gd name="connsiteX452" fmla="*/ 459014 w 519669"/>
                <a:gd name="connsiteY452" fmla="*/ 270491 h 509833"/>
                <a:gd name="connsiteX453" fmla="*/ 459014 w 519669"/>
                <a:gd name="connsiteY453" fmla="*/ 272130 h 509833"/>
                <a:gd name="connsiteX454" fmla="*/ 455736 w 519669"/>
                <a:gd name="connsiteY454" fmla="*/ 275408 h 509833"/>
                <a:gd name="connsiteX455" fmla="*/ 455736 w 519669"/>
                <a:gd name="connsiteY455" fmla="*/ 277048 h 509833"/>
                <a:gd name="connsiteX456" fmla="*/ 459014 w 519669"/>
                <a:gd name="connsiteY456" fmla="*/ 281966 h 509833"/>
                <a:gd name="connsiteX457" fmla="*/ 462293 w 519669"/>
                <a:gd name="connsiteY457" fmla="*/ 285244 h 509833"/>
                <a:gd name="connsiteX458" fmla="*/ 463932 w 519669"/>
                <a:gd name="connsiteY458" fmla="*/ 288523 h 509833"/>
                <a:gd name="connsiteX459" fmla="*/ 467211 w 519669"/>
                <a:gd name="connsiteY459" fmla="*/ 293441 h 509833"/>
                <a:gd name="connsiteX460" fmla="*/ 470490 w 519669"/>
                <a:gd name="connsiteY460" fmla="*/ 296720 h 509833"/>
                <a:gd name="connsiteX461" fmla="*/ 473768 w 519669"/>
                <a:gd name="connsiteY461" fmla="*/ 301638 h 509833"/>
                <a:gd name="connsiteX462" fmla="*/ 477047 w 519669"/>
                <a:gd name="connsiteY462" fmla="*/ 304917 h 509833"/>
                <a:gd name="connsiteX463" fmla="*/ 480326 w 519669"/>
                <a:gd name="connsiteY463" fmla="*/ 308195 h 509833"/>
                <a:gd name="connsiteX464" fmla="*/ 483604 w 519669"/>
                <a:gd name="connsiteY464" fmla="*/ 313113 h 509833"/>
                <a:gd name="connsiteX465" fmla="*/ 483604 w 519669"/>
                <a:gd name="connsiteY465" fmla="*/ 316392 h 509833"/>
                <a:gd name="connsiteX466" fmla="*/ 485244 w 519669"/>
                <a:gd name="connsiteY466" fmla="*/ 318031 h 509833"/>
                <a:gd name="connsiteX467" fmla="*/ 483604 w 519669"/>
                <a:gd name="connsiteY467" fmla="*/ 321310 h 509833"/>
                <a:gd name="connsiteX468" fmla="*/ 481965 w 519669"/>
                <a:gd name="connsiteY468" fmla="*/ 324588 h 509833"/>
                <a:gd name="connsiteX469" fmla="*/ 478686 w 519669"/>
                <a:gd name="connsiteY469" fmla="*/ 327867 h 509833"/>
                <a:gd name="connsiteX470" fmla="*/ 473768 w 519669"/>
                <a:gd name="connsiteY470" fmla="*/ 331146 h 509833"/>
                <a:gd name="connsiteX471" fmla="*/ 470490 w 519669"/>
                <a:gd name="connsiteY471" fmla="*/ 334425 h 509833"/>
                <a:gd name="connsiteX472" fmla="*/ 470490 w 519669"/>
                <a:gd name="connsiteY472" fmla="*/ 337703 h 509833"/>
                <a:gd name="connsiteX473" fmla="*/ 465572 w 519669"/>
                <a:gd name="connsiteY473" fmla="*/ 339342 h 509833"/>
                <a:gd name="connsiteX474" fmla="*/ 462293 w 519669"/>
                <a:gd name="connsiteY474" fmla="*/ 340982 h 509833"/>
                <a:gd name="connsiteX475" fmla="*/ 460654 w 519669"/>
                <a:gd name="connsiteY475" fmla="*/ 339342 h 509833"/>
                <a:gd name="connsiteX476" fmla="*/ 457375 w 519669"/>
                <a:gd name="connsiteY476" fmla="*/ 339342 h 509833"/>
                <a:gd name="connsiteX477" fmla="*/ 455736 w 519669"/>
                <a:gd name="connsiteY477" fmla="*/ 342621 h 509833"/>
                <a:gd name="connsiteX478" fmla="*/ 452457 w 519669"/>
                <a:gd name="connsiteY478" fmla="*/ 342621 h 509833"/>
                <a:gd name="connsiteX479" fmla="*/ 449178 w 519669"/>
                <a:gd name="connsiteY479" fmla="*/ 344261 h 509833"/>
                <a:gd name="connsiteX480" fmla="*/ 449178 w 519669"/>
                <a:gd name="connsiteY480" fmla="*/ 347539 h 509833"/>
                <a:gd name="connsiteX481" fmla="*/ 444260 w 519669"/>
                <a:gd name="connsiteY481" fmla="*/ 350818 h 509833"/>
                <a:gd name="connsiteX482" fmla="*/ 440981 w 519669"/>
                <a:gd name="connsiteY482" fmla="*/ 350818 h 509833"/>
                <a:gd name="connsiteX483" fmla="*/ 437703 w 519669"/>
                <a:gd name="connsiteY483" fmla="*/ 352457 h 509833"/>
                <a:gd name="connsiteX484" fmla="*/ 434424 w 519669"/>
                <a:gd name="connsiteY484" fmla="*/ 355736 h 509833"/>
                <a:gd name="connsiteX485" fmla="*/ 429506 w 519669"/>
                <a:gd name="connsiteY485" fmla="*/ 354097 h 509833"/>
                <a:gd name="connsiteX486" fmla="*/ 426228 w 519669"/>
                <a:gd name="connsiteY486" fmla="*/ 357375 h 509833"/>
                <a:gd name="connsiteX487" fmla="*/ 422949 w 519669"/>
                <a:gd name="connsiteY487" fmla="*/ 357375 h 509833"/>
                <a:gd name="connsiteX488" fmla="*/ 418031 w 519669"/>
                <a:gd name="connsiteY488" fmla="*/ 355736 h 509833"/>
                <a:gd name="connsiteX489" fmla="*/ 414752 w 519669"/>
                <a:gd name="connsiteY489" fmla="*/ 354097 h 509833"/>
                <a:gd name="connsiteX490" fmla="*/ 411474 w 519669"/>
                <a:gd name="connsiteY490" fmla="*/ 355736 h 509833"/>
                <a:gd name="connsiteX491" fmla="*/ 408195 w 519669"/>
                <a:gd name="connsiteY491" fmla="*/ 359015 h 509833"/>
                <a:gd name="connsiteX492" fmla="*/ 404916 w 519669"/>
                <a:gd name="connsiteY492" fmla="*/ 360654 h 509833"/>
                <a:gd name="connsiteX493" fmla="*/ 401638 w 519669"/>
                <a:gd name="connsiteY493" fmla="*/ 360654 h 509833"/>
                <a:gd name="connsiteX494" fmla="*/ 399998 w 519669"/>
                <a:gd name="connsiteY494" fmla="*/ 363932 h 509833"/>
                <a:gd name="connsiteX495" fmla="*/ 399998 w 519669"/>
                <a:gd name="connsiteY495" fmla="*/ 367211 h 509833"/>
                <a:gd name="connsiteX496" fmla="*/ 399998 w 519669"/>
                <a:gd name="connsiteY496" fmla="*/ 372129 h 509833"/>
                <a:gd name="connsiteX497" fmla="*/ 399998 w 519669"/>
                <a:gd name="connsiteY497" fmla="*/ 375408 h 509833"/>
                <a:gd name="connsiteX498" fmla="*/ 398359 w 519669"/>
                <a:gd name="connsiteY498" fmla="*/ 378687 h 509833"/>
                <a:gd name="connsiteX499" fmla="*/ 395080 w 519669"/>
                <a:gd name="connsiteY499" fmla="*/ 381965 h 509833"/>
                <a:gd name="connsiteX500" fmla="*/ 391801 w 519669"/>
                <a:gd name="connsiteY500" fmla="*/ 380326 h 509833"/>
                <a:gd name="connsiteX501" fmla="*/ 388523 w 519669"/>
                <a:gd name="connsiteY501" fmla="*/ 377047 h 509833"/>
                <a:gd name="connsiteX502" fmla="*/ 385244 w 519669"/>
                <a:gd name="connsiteY502" fmla="*/ 372129 h 509833"/>
                <a:gd name="connsiteX503" fmla="*/ 381966 w 519669"/>
                <a:gd name="connsiteY503" fmla="*/ 368851 h 509833"/>
                <a:gd name="connsiteX504" fmla="*/ 380326 w 519669"/>
                <a:gd name="connsiteY504" fmla="*/ 365572 h 509833"/>
                <a:gd name="connsiteX505" fmla="*/ 375408 w 519669"/>
                <a:gd name="connsiteY505" fmla="*/ 363932 h 509833"/>
                <a:gd name="connsiteX506" fmla="*/ 373769 w 519669"/>
                <a:gd name="connsiteY506" fmla="*/ 367211 h 509833"/>
                <a:gd name="connsiteX507" fmla="*/ 368851 w 519669"/>
                <a:gd name="connsiteY507" fmla="*/ 367211 h 509833"/>
                <a:gd name="connsiteX508" fmla="*/ 365572 w 519669"/>
                <a:gd name="connsiteY508" fmla="*/ 363932 h 509833"/>
                <a:gd name="connsiteX509" fmla="*/ 362294 w 519669"/>
                <a:gd name="connsiteY509" fmla="*/ 365572 h 509833"/>
                <a:gd name="connsiteX510" fmla="*/ 357375 w 519669"/>
                <a:gd name="connsiteY510" fmla="*/ 363932 h 509833"/>
                <a:gd name="connsiteX511" fmla="*/ 354097 w 519669"/>
                <a:gd name="connsiteY511" fmla="*/ 365572 h 509833"/>
                <a:gd name="connsiteX512" fmla="*/ 350818 w 519669"/>
                <a:gd name="connsiteY512" fmla="*/ 367211 h 509833"/>
                <a:gd name="connsiteX513" fmla="*/ 349179 w 519669"/>
                <a:gd name="connsiteY513" fmla="*/ 362294 h 509833"/>
                <a:gd name="connsiteX514" fmla="*/ 347539 w 519669"/>
                <a:gd name="connsiteY514" fmla="*/ 359015 h 509833"/>
                <a:gd name="connsiteX515" fmla="*/ 344261 w 519669"/>
                <a:gd name="connsiteY515" fmla="*/ 355736 h 509833"/>
                <a:gd name="connsiteX516" fmla="*/ 340982 w 519669"/>
                <a:gd name="connsiteY516" fmla="*/ 355736 h 509833"/>
                <a:gd name="connsiteX517" fmla="*/ 336064 w 519669"/>
                <a:gd name="connsiteY517" fmla="*/ 355736 h 509833"/>
                <a:gd name="connsiteX518" fmla="*/ 332785 w 519669"/>
                <a:gd name="connsiteY518" fmla="*/ 355736 h 509833"/>
                <a:gd name="connsiteX519" fmla="*/ 329507 w 519669"/>
                <a:gd name="connsiteY519" fmla="*/ 357375 h 509833"/>
                <a:gd name="connsiteX520" fmla="*/ 327867 w 519669"/>
                <a:gd name="connsiteY520" fmla="*/ 352457 h 509833"/>
                <a:gd name="connsiteX521" fmla="*/ 327867 w 519669"/>
                <a:gd name="connsiteY521" fmla="*/ 352457 h 509833"/>
                <a:gd name="connsiteX522" fmla="*/ 322949 w 519669"/>
                <a:gd name="connsiteY522" fmla="*/ 349179 h 509833"/>
                <a:gd name="connsiteX523" fmla="*/ 321310 w 519669"/>
                <a:gd name="connsiteY523" fmla="*/ 352457 h 509833"/>
                <a:gd name="connsiteX524" fmla="*/ 324589 w 519669"/>
                <a:gd name="connsiteY524" fmla="*/ 357375 h 509833"/>
                <a:gd name="connsiteX525" fmla="*/ 326228 w 519669"/>
                <a:gd name="connsiteY525" fmla="*/ 360654 h 509833"/>
                <a:gd name="connsiteX526" fmla="*/ 329507 w 519669"/>
                <a:gd name="connsiteY526" fmla="*/ 363932 h 509833"/>
                <a:gd name="connsiteX527" fmla="*/ 331146 w 519669"/>
                <a:gd name="connsiteY527" fmla="*/ 367211 h 509833"/>
                <a:gd name="connsiteX528" fmla="*/ 334425 w 519669"/>
                <a:gd name="connsiteY528" fmla="*/ 372129 h 509833"/>
                <a:gd name="connsiteX529" fmla="*/ 339343 w 519669"/>
                <a:gd name="connsiteY529" fmla="*/ 373769 h 509833"/>
                <a:gd name="connsiteX530" fmla="*/ 342621 w 519669"/>
                <a:gd name="connsiteY530" fmla="*/ 377047 h 509833"/>
                <a:gd name="connsiteX531" fmla="*/ 344261 w 519669"/>
                <a:gd name="connsiteY531" fmla="*/ 381965 h 509833"/>
                <a:gd name="connsiteX532" fmla="*/ 342621 w 519669"/>
                <a:gd name="connsiteY532" fmla="*/ 385244 h 509833"/>
                <a:gd name="connsiteX533" fmla="*/ 342621 w 519669"/>
                <a:gd name="connsiteY533" fmla="*/ 388523 h 509833"/>
                <a:gd name="connsiteX534" fmla="*/ 342621 w 519669"/>
                <a:gd name="connsiteY534" fmla="*/ 391801 h 509833"/>
                <a:gd name="connsiteX535" fmla="*/ 342621 w 519669"/>
                <a:gd name="connsiteY535" fmla="*/ 396719 h 509833"/>
                <a:gd name="connsiteX536" fmla="*/ 342621 w 519669"/>
                <a:gd name="connsiteY536" fmla="*/ 399998 h 509833"/>
                <a:gd name="connsiteX537" fmla="*/ 344261 w 519669"/>
                <a:gd name="connsiteY537" fmla="*/ 403277 h 509833"/>
                <a:gd name="connsiteX538" fmla="*/ 345900 w 519669"/>
                <a:gd name="connsiteY538" fmla="*/ 408195 h 509833"/>
                <a:gd name="connsiteX539" fmla="*/ 347539 w 519669"/>
                <a:gd name="connsiteY539" fmla="*/ 411474 h 509833"/>
                <a:gd name="connsiteX540" fmla="*/ 350818 w 519669"/>
                <a:gd name="connsiteY540" fmla="*/ 414752 h 509833"/>
                <a:gd name="connsiteX541" fmla="*/ 350818 w 519669"/>
                <a:gd name="connsiteY541" fmla="*/ 419670 h 509833"/>
                <a:gd name="connsiteX542" fmla="*/ 350818 w 519669"/>
                <a:gd name="connsiteY542" fmla="*/ 422949 h 509833"/>
                <a:gd name="connsiteX543" fmla="*/ 349179 w 519669"/>
                <a:gd name="connsiteY543" fmla="*/ 426228 h 509833"/>
                <a:gd name="connsiteX544" fmla="*/ 352457 w 519669"/>
                <a:gd name="connsiteY544" fmla="*/ 429506 h 509833"/>
                <a:gd name="connsiteX545" fmla="*/ 357375 w 519669"/>
                <a:gd name="connsiteY545" fmla="*/ 431145 h 509833"/>
                <a:gd name="connsiteX546" fmla="*/ 360654 w 519669"/>
                <a:gd name="connsiteY546" fmla="*/ 431145 h 509833"/>
                <a:gd name="connsiteX547" fmla="*/ 363933 w 519669"/>
                <a:gd name="connsiteY547" fmla="*/ 431145 h 509833"/>
                <a:gd name="connsiteX548" fmla="*/ 367211 w 519669"/>
                <a:gd name="connsiteY548" fmla="*/ 431145 h 509833"/>
                <a:gd name="connsiteX549" fmla="*/ 372129 w 519669"/>
                <a:gd name="connsiteY549" fmla="*/ 431145 h 509833"/>
                <a:gd name="connsiteX550" fmla="*/ 375408 w 519669"/>
                <a:gd name="connsiteY550" fmla="*/ 432785 h 509833"/>
                <a:gd name="connsiteX551" fmla="*/ 375408 w 519669"/>
                <a:gd name="connsiteY551" fmla="*/ 436064 h 509833"/>
                <a:gd name="connsiteX552" fmla="*/ 373769 w 519669"/>
                <a:gd name="connsiteY552" fmla="*/ 439342 h 509833"/>
                <a:gd name="connsiteX553" fmla="*/ 373769 w 519669"/>
                <a:gd name="connsiteY553" fmla="*/ 440981 h 509833"/>
                <a:gd name="connsiteX554" fmla="*/ 373769 w 519669"/>
                <a:gd name="connsiteY554" fmla="*/ 444260 h 509833"/>
                <a:gd name="connsiteX555" fmla="*/ 368851 w 519669"/>
                <a:gd name="connsiteY555" fmla="*/ 444260 h 509833"/>
                <a:gd name="connsiteX556" fmla="*/ 365572 w 519669"/>
                <a:gd name="connsiteY556" fmla="*/ 445899 h 509833"/>
                <a:gd name="connsiteX557" fmla="*/ 362294 w 519669"/>
                <a:gd name="connsiteY557" fmla="*/ 449178 h 509833"/>
                <a:gd name="connsiteX558" fmla="*/ 357375 w 519669"/>
                <a:gd name="connsiteY558" fmla="*/ 452457 h 509833"/>
                <a:gd name="connsiteX559" fmla="*/ 354097 w 519669"/>
                <a:gd name="connsiteY559" fmla="*/ 450818 h 509833"/>
                <a:gd name="connsiteX560" fmla="*/ 350818 w 519669"/>
                <a:gd name="connsiteY560" fmla="*/ 452457 h 509833"/>
                <a:gd name="connsiteX561" fmla="*/ 347539 w 519669"/>
                <a:gd name="connsiteY561" fmla="*/ 455735 h 509833"/>
                <a:gd name="connsiteX562" fmla="*/ 347539 w 519669"/>
                <a:gd name="connsiteY562" fmla="*/ 459014 h 509833"/>
                <a:gd name="connsiteX563" fmla="*/ 347539 w 519669"/>
                <a:gd name="connsiteY563" fmla="*/ 463932 h 509833"/>
                <a:gd name="connsiteX564" fmla="*/ 345900 w 519669"/>
                <a:gd name="connsiteY564" fmla="*/ 467211 h 509833"/>
                <a:gd name="connsiteX565" fmla="*/ 342621 w 519669"/>
                <a:gd name="connsiteY565" fmla="*/ 470489 h 509833"/>
                <a:gd name="connsiteX566" fmla="*/ 339343 w 519669"/>
                <a:gd name="connsiteY566" fmla="*/ 473768 h 509833"/>
                <a:gd name="connsiteX567" fmla="*/ 336064 w 519669"/>
                <a:gd name="connsiteY567" fmla="*/ 477047 h 509833"/>
                <a:gd name="connsiteX568" fmla="*/ 336064 w 519669"/>
                <a:gd name="connsiteY568" fmla="*/ 473768 h 509833"/>
                <a:gd name="connsiteX569" fmla="*/ 332785 w 519669"/>
                <a:gd name="connsiteY569" fmla="*/ 473768 h 509833"/>
                <a:gd name="connsiteX570" fmla="*/ 329507 w 519669"/>
                <a:gd name="connsiteY570" fmla="*/ 475408 h 509833"/>
                <a:gd name="connsiteX571" fmla="*/ 327867 w 519669"/>
                <a:gd name="connsiteY571" fmla="*/ 480325 h 509833"/>
                <a:gd name="connsiteX572" fmla="*/ 322949 w 519669"/>
                <a:gd name="connsiteY572" fmla="*/ 481965 h 509833"/>
                <a:gd name="connsiteX573" fmla="*/ 319671 w 519669"/>
                <a:gd name="connsiteY573" fmla="*/ 483604 h 509833"/>
                <a:gd name="connsiteX574" fmla="*/ 316392 w 519669"/>
                <a:gd name="connsiteY574" fmla="*/ 483604 h 509833"/>
                <a:gd name="connsiteX575" fmla="*/ 313113 w 519669"/>
                <a:gd name="connsiteY575" fmla="*/ 486883 h 509833"/>
                <a:gd name="connsiteX576" fmla="*/ 311474 w 519669"/>
                <a:gd name="connsiteY576" fmla="*/ 486883 h 509833"/>
                <a:gd name="connsiteX577" fmla="*/ 306556 w 519669"/>
                <a:gd name="connsiteY577" fmla="*/ 488522 h 509833"/>
                <a:gd name="connsiteX578" fmla="*/ 304917 w 519669"/>
                <a:gd name="connsiteY578" fmla="*/ 491801 h 509833"/>
                <a:gd name="connsiteX579" fmla="*/ 304917 w 519669"/>
                <a:gd name="connsiteY579" fmla="*/ 495079 h 509833"/>
                <a:gd name="connsiteX580" fmla="*/ 301638 w 519669"/>
                <a:gd name="connsiteY580" fmla="*/ 498358 h 509833"/>
                <a:gd name="connsiteX581" fmla="*/ 296720 w 519669"/>
                <a:gd name="connsiteY581" fmla="*/ 499998 h 509833"/>
                <a:gd name="connsiteX582" fmla="*/ 295081 w 519669"/>
                <a:gd name="connsiteY582" fmla="*/ 504916 h 509833"/>
                <a:gd name="connsiteX583" fmla="*/ 293441 w 519669"/>
                <a:gd name="connsiteY583" fmla="*/ 508194 h 509833"/>
                <a:gd name="connsiteX584" fmla="*/ 290163 w 519669"/>
                <a:gd name="connsiteY584" fmla="*/ 509834 h 509833"/>
                <a:gd name="connsiteX585" fmla="*/ 288523 w 519669"/>
                <a:gd name="connsiteY585" fmla="*/ 506555 h 509833"/>
                <a:gd name="connsiteX586" fmla="*/ 290163 w 519669"/>
                <a:gd name="connsiteY586" fmla="*/ 501637 h 509833"/>
                <a:gd name="connsiteX587" fmla="*/ 291802 w 519669"/>
                <a:gd name="connsiteY587" fmla="*/ 498358 h 509833"/>
                <a:gd name="connsiteX588" fmla="*/ 286884 w 519669"/>
                <a:gd name="connsiteY588" fmla="*/ 495079 h 509833"/>
                <a:gd name="connsiteX589" fmla="*/ 283605 w 519669"/>
                <a:gd name="connsiteY589" fmla="*/ 495079 h 509833"/>
                <a:gd name="connsiteX590" fmla="*/ 280327 w 519669"/>
                <a:gd name="connsiteY590" fmla="*/ 496719 h 509833"/>
                <a:gd name="connsiteX591" fmla="*/ 277048 w 519669"/>
                <a:gd name="connsiteY591" fmla="*/ 499998 h 509833"/>
                <a:gd name="connsiteX592" fmla="*/ 273769 w 519669"/>
                <a:gd name="connsiteY592" fmla="*/ 503276 h 509833"/>
                <a:gd name="connsiteX593" fmla="*/ 268851 w 519669"/>
                <a:gd name="connsiteY593" fmla="*/ 504916 h 509833"/>
                <a:gd name="connsiteX594" fmla="*/ 265573 w 519669"/>
                <a:gd name="connsiteY594" fmla="*/ 504916 h 509833"/>
                <a:gd name="connsiteX595" fmla="*/ 262294 w 519669"/>
                <a:gd name="connsiteY595" fmla="*/ 504916 h 509833"/>
                <a:gd name="connsiteX596" fmla="*/ 259015 w 519669"/>
                <a:gd name="connsiteY596" fmla="*/ 503276 h 509833"/>
                <a:gd name="connsiteX597" fmla="*/ 254097 w 519669"/>
                <a:gd name="connsiteY597" fmla="*/ 499998 h 509833"/>
                <a:gd name="connsiteX598" fmla="*/ 250819 w 519669"/>
                <a:gd name="connsiteY598" fmla="*/ 496719 h 509833"/>
                <a:gd name="connsiteX599" fmla="*/ 245901 w 519669"/>
                <a:gd name="connsiteY599" fmla="*/ 491801 h 509833"/>
                <a:gd name="connsiteX600" fmla="*/ 242622 w 519669"/>
                <a:gd name="connsiteY600" fmla="*/ 488522 h 509833"/>
                <a:gd name="connsiteX601" fmla="*/ 239343 w 519669"/>
                <a:gd name="connsiteY601" fmla="*/ 485244 h 509833"/>
                <a:gd name="connsiteX602" fmla="*/ 239343 w 519669"/>
                <a:gd name="connsiteY602" fmla="*/ 485244 h 509833"/>
                <a:gd name="connsiteX603" fmla="*/ 237704 w 519669"/>
                <a:gd name="connsiteY603" fmla="*/ 480325 h 509833"/>
                <a:gd name="connsiteX604" fmla="*/ 237704 w 519669"/>
                <a:gd name="connsiteY604" fmla="*/ 477047 h 509833"/>
                <a:gd name="connsiteX605" fmla="*/ 236064 w 519669"/>
                <a:gd name="connsiteY605" fmla="*/ 473768 h 509833"/>
                <a:gd name="connsiteX606" fmla="*/ 236064 w 519669"/>
                <a:gd name="connsiteY606" fmla="*/ 470489 h 509833"/>
                <a:gd name="connsiteX607" fmla="*/ 234425 w 519669"/>
                <a:gd name="connsiteY607" fmla="*/ 465572 h 509833"/>
                <a:gd name="connsiteX608" fmla="*/ 234425 w 519669"/>
                <a:gd name="connsiteY608" fmla="*/ 462293 h 509833"/>
                <a:gd name="connsiteX609" fmla="*/ 232786 w 519669"/>
                <a:gd name="connsiteY609" fmla="*/ 459014 h 509833"/>
                <a:gd name="connsiteX610" fmla="*/ 231147 w 519669"/>
                <a:gd name="connsiteY610" fmla="*/ 454096 h 509833"/>
                <a:gd name="connsiteX611" fmla="*/ 229507 w 519669"/>
                <a:gd name="connsiteY611" fmla="*/ 450818 h 509833"/>
                <a:gd name="connsiteX612" fmla="*/ 229507 w 519669"/>
                <a:gd name="connsiteY612" fmla="*/ 449178 h 509833"/>
                <a:gd name="connsiteX613" fmla="*/ 229507 w 519669"/>
                <a:gd name="connsiteY613" fmla="*/ 445899 h 509833"/>
                <a:gd name="connsiteX614" fmla="*/ 227868 w 519669"/>
                <a:gd name="connsiteY614" fmla="*/ 440981 h 509833"/>
                <a:gd name="connsiteX615" fmla="*/ 226229 w 519669"/>
                <a:gd name="connsiteY615" fmla="*/ 437703 h 509833"/>
                <a:gd name="connsiteX616" fmla="*/ 227868 w 519669"/>
                <a:gd name="connsiteY616" fmla="*/ 434424 h 509833"/>
                <a:gd name="connsiteX617" fmla="*/ 224589 w 519669"/>
                <a:gd name="connsiteY617" fmla="*/ 431145 h 509833"/>
                <a:gd name="connsiteX618" fmla="*/ 221310 w 519669"/>
                <a:gd name="connsiteY618" fmla="*/ 427867 h 509833"/>
                <a:gd name="connsiteX619" fmla="*/ 218032 w 519669"/>
                <a:gd name="connsiteY619" fmla="*/ 422949 h 509833"/>
                <a:gd name="connsiteX620" fmla="*/ 214753 w 519669"/>
                <a:gd name="connsiteY620" fmla="*/ 419670 h 509833"/>
                <a:gd name="connsiteX621" fmla="*/ 213114 w 519669"/>
                <a:gd name="connsiteY621" fmla="*/ 416391 h 509833"/>
                <a:gd name="connsiteX622" fmla="*/ 208196 w 519669"/>
                <a:gd name="connsiteY622" fmla="*/ 414752 h 509833"/>
                <a:gd name="connsiteX623" fmla="*/ 204917 w 519669"/>
                <a:gd name="connsiteY623" fmla="*/ 413113 h 509833"/>
                <a:gd name="connsiteX624" fmla="*/ 203278 w 519669"/>
                <a:gd name="connsiteY624" fmla="*/ 414752 h 509833"/>
                <a:gd name="connsiteX625" fmla="*/ 203278 w 519669"/>
                <a:gd name="connsiteY625" fmla="*/ 411474 h 509833"/>
                <a:gd name="connsiteX626" fmla="*/ 206557 w 519669"/>
                <a:gd name="connsiteY626" fmla="*/ 406555 h 509833"/>
                <a:gd name="connsiteX627" fmla="*/ 211474 w 519669"/>
                <a:gd name="connsiteY627" fmla="*/ 403277 h 509833"/>
                <a:gd name="connsiteX628" fmla="*/ 216392 w 519669"/>
                <a:gd name="connsiteY628" fmla="*/ 398359 h 509833"/>
                <a:gd name="connsiteX629" fmla="*/ 219671 w 519669"/>
                <a:gd name="connsiteY629" fmla="*/ 395080 h 509833"/>
                <a:gd name="connsiteX630" fmla="*/ 221310 w 519669"/>
                <a:gd name="connsiteY630" fmla="*/ 395080 h 509833"/>
                <a:gd name="connsiteX631" fmla="*/ 222950 w 519669"/>
                <a:gd name="connsiteY631" fmla="*/ 390162 h 509833"/>
                <a:gd name="connsiteX632" fmla="*/ 224589 w 519669"/>
                <a:gd name="connsiteY632" fmla="*/ 386884 h 509833"/>
                <a:gd name="connsiteX633" fmla="*/ 221310 w 519669"/>
                <a:gd name="connsiteY633" fmla="*/ 383605 h 509833"/>
                <a:gd name="connsiteX634" fmla="*/ 219671 w 519669"/>
                <a:gd name="connsiteY634" fmla="*/ 380326 h 509833"/>
                <a:gd name="connsiteX635" fmla="*/ 218032 w 519669"/>
                <a:gd name="connsiteY635" fmla="*/ 377047 h 509833"/>
                <a:gd name="connsiteX636" fmla="*/ 214753 w 519669"/>
                <a:gd name="connsiteY636" fmla="*/ 373769 h 509833"/>
                <a:gd name="connsiteX637" fmla="*/ 211474 w 519669"/>
                <a:gd name="connsiteY637" fmla="*/ 370490 h 509833"/>
                <a:gd name="connsiteX638" fmla="*/ 209835 w 519669"/>
                <a:gd name="connsiteY638" fmla="*/ 367211 h 509833"/>
                <a:gd name="connsiteX639" fmla="*/ 209835 w 519669"/>
                <a:gd name="connsiteY639" fmla="*/ 362294 h 509833"/>
                <a:gd name="connsiteX640" fmla="*/ 209835 w 519669"/>
                <a:gd name="connsiteY640" fmla="*/ 360654 h 509833"/>
                <a:gd name="connsiteX641" fmla="*/ 208196 w 519669"/>
                <a:gd name="connsiteY641" fmla="*/ 359015 h 509833"/>
                <a:gd name="connsiteX642" fmla="*/ 206557 w 519669"/>
                <a:gd name="connsiteY642" fmla="*/ 354097 h 509833"/>
                <a:gd name="connsiteX643" fmla="*/ 204917 w 519669"/>
                <a:gd name="connsiteY643" fmla="*/ 350818 h 509833"/>
                <a:gd name="connsiteX644" fmla="*/ 206557 w 519669"/>
                <a:gd name="connsiteY644" fmla="*/ 347539 h 509833"/>
                <a:gd name="connsiteX645" fmla="*/ 206557 w 519669"/>
                <a:gd name="connsiteY645" fmla="*/ 342621 h 509833"/>
                <a:gd name="connsiteX646" fmla="*/ 203278 w 519669"/>
                <a:gd name="connsiteY646" fmla="*/ 339342 h 509833"/>
                <a:gd name="connsiteX647" fmla="*/ 204917 w 519669"/>
                <a:gd name="connsiteY647" fmla="*/ 336064 h 509833"/>
                <a:gd name="connsiteX648" fmla="*/ 204917 w 519669"/>
                <a:gd name="connsiteY648" fmla="*/ 331146 h 509833"/>
                <a:gd name="connsiteX649" fmla="*/ 206557 w 519669"/>
                <a:gd name="connsiteY649" fmla="*/ 327867 h 509833"/>
                <a:gd name="connsiteX650" fmla="*/ 206557 w 519669"/>
                <a:gd name="connsiteY650" fmla="*/ 324588 h 509833"/>
                <a:gd name="connsiteX651" fmla="*/ 206557 w 519669"/>
                <a:gd name="connsiteY651" fmla="*/ 321310 h 509833"/>
                <a:gd name="connsiteX652" fmla="*/ 206557 w 519669"/>
                <a:gd name="connsiteY652" fmla="*/ 318031 h 509833"/>
                <a:gd name="connsiteX653" fmla="*/ 206557 w 519669"/>
                <a:gd name="connsiteY653" fmla="*/ 314752 h 509833"/>
                <a:gd name="connsiteX654" fmla="*/ 206557 w 519669"/>
                <a:gd name="connsiteY654" fmla="*/ 311474 h 509833"/>
                <a:gd name="connsiteX655" fmla="*/ 206557 w 519669"/>
                <a:gd name="connsiteY655" fmla="*/ 309835 h 509833"/>
                <a:gd name="connsiteX656" fmla="*/ 206557 w 519669"/>
                <a:gd name="connsiteY656" fmla="*/ 306556 h 509833"/>
                <a:gd name="connsiteX657" fmla="*/ 206557 w 519669"/>
                <a:gd name="connsiteY657" fmla="*/ 301638 h 509833"/>
                <a:gd name="connsiteX658" fmla="*/ 206557 w 519669"/>
                <a:gd name="connsiteY658" fmla="*/ 301638 h 509833"/>
                <a:gd name="connsiteX659" fmla="*/ 209835 w 519669"/>
                <a:gd name="connsiteY659" fmla="*/ 298359 h 509833"/>
                <a:gd name="connsiteX660" fmla="*/ 214753 w 519669"/>
                <a:gd name="connsiteY660" fmla="*/ 295081 h 509833"/>
                <a:gd name="connsiteX661" fmla="*/ 214753 w 519669"/>
                <a:gd name="connsiteY661" fmla="*/ 291802 h 509833"/>
                <a:gd name="connsiteX662" fmla="*/ 213114 w 519669"/>
                <a:gd name="connsiteY662" fmla="*/ 286884 h 509833"/>
                <a:gd name="connsiteX663" fmla="*/ 214753 w 519669"/>
                <a:gd name="connsiteY663" fmla="*/ 283605 h 509833"/>
                <a:gd name="connsiteX664" fmla="*/ 218032 w 519669"/>
                <a:gd name="connsiteY664" fmla="*/ 280327 h 509833"/>
                <a:gd name="connsiteX665" fmla="*/ 221310 w 519669"/>
                <a:gd name="connsiteY665" fmla="*/ 275408 h 509833"/>
                <a:gd name="connsiteX666" fmla="*/ 222950 w 519669"/>
                <a:gd name="connsiteY666" fmla="*/ 272130 h 509833"/>
                <a:gd name="connsiteX667" fmla="*/ 221310 w 519669"/>
                <a:gd name="connsiteY667" fmla="*/ 268851 h 509833"/>
                <a:gd name="connsiteX668" fmla="*/ 222950 w 519669"/>
                <a:gd name="connsiteY668" fmla="*/ 265572 h 509833"/>
                <a:gd name="connsiteX669" fmla="*/ 221310 w 519669"/>
                <a:gd name="connsiteY669" fmla="*/ 265572 h 509833"/>
                <a:gd name="connsiteX670" fmla="*/ 216392 w 519669"/>
                <a:gd name="connsiteY670" fmla="*/ 262294 h 509833"/>
                <a:gd name="connsiteX671" fmla="*/ 213114 w 519669"/>
                <a:gd name="connsiteY671" fmla="*/ 260654 h 509833"/>
                <a:gd name="connsiteX672" fmla="*/ 209835 w 519669"/>
                <a:gd name="connsiteY672" fmla="*/ 260654 h 509833"/>
                <a:gd name="connsiteX673" fmla="*/ 206557 w 519669"/>
                <a:gd name="connsiteY673" fmla="*/ 260654 h 509833"/>
                <a:gd name="connsiteX674" fmla="*/ 201638 w 519669"/>
                <a:gd name="connsiteY674" fmla="*/ 263933 h 509833"/>
                <a:gd name="connsiteX675" fmla="*/ 198360 w 519669"/>
                <a:gd name="connsiteY675" fmla="*/ 263933 h 509833"/>
                <a:gd name="connsiteX676" fmla="*/ 195081 w 519669"/>
                <a:gd name="connsiteY676" fmla="*/ 263933 h 509833"/>
                <a:gd name="connsiteX677" fmla="*/ 190163 w 519669"/>
                <a:gd name="connsiteY677" fmla="*/ 265572 h 509833"/>
                <a:gd name="connsiteX678" fmla="*/ 186884 w 519669"/>
                <a:gd name="connsiteY678" fmla="*/ 265572 h 509833"/>
                <a:gd name="connsiteX679" fmla="*/ 183606 w 519669"/>
                <a:gd name="connsiteY679" fmla="*/ 265572 h 509833"/>
                <a:gd name="connsiteX680" fmla="*/ 180327 w 519669"/>
                <a:gd name="connsiteY680" fmla="*/ 267212 h 509833"/>
                <a:gd name="connsiteX681" fmla="*/ 175409 w 519669"/>
                <a:gd name="connsiteY681" fmla="*/ 267212 h 509833"/>
                <a:gd name="connsiteX682" fmla="*/ 172130 w 519669"/>
                <a:gd name="connsiteY682" fmla="*/ 265572 h 509833"/>
                <a:gd name="connsiteX683" fmla="*/ 168852 w 519669"/>
                <a:gd name="connsiteY683" fmla="*/ 265572 h 509833"/>
                <a:gd name="connsiteX684" fmla="*/ 165573 w 519669"/>
                <a:gd name="connsiteY684" fmla="*/ 265572 h 509833"/>
                <a:gd name="connsiteX685" fmla="*/ 160655 w 519669"/>
                <a:gd name="connsiteY685" fmla="*/ 263933 h 509833"/>
                <a:gd name="connsiteX686" fmla="*/ 157376 w 519669"/>
                <a:gd name="connsiteY686" fmla="*/ 267212 h 509833"/>
                <a:gd name="connsiteX687" fmla="*/ 154098 w 519669"/>
                <a:gd name="connsiteY687" fmla="*/ 270491 h 509833"/>
                <a:gd name="connsiteX688" fmla="*/ 149180 w 519669"/>
                <a:gd name="connsiteY688" fmla="*/ 267212 h 509833"/>
                <a:gd name="connsiteX689" fmla="*/ 145901 w 519669"/>
                <a:gd name="connsiteY689" fmla="*/ 268851 h 509833"/>
                <a:gd name="connsiteX690" fmla="*/ 142622 w 519669"/>
                <a:gd name="connsiteY690" fmla="*/ 265572 h 509833"/>
                <a:gd name="connsiteX691" fmla="*/ 142622 w 519669"/>
                <a:gd name="connsiteY691" fmla="*/ 263933 h 509833"/>
                <a:gd name="connsiteX692" fmla="*/ 139344 w 519669"/>
                <a:gd name="connsiteY692" fmla="*/ 259015 h 509833"/>
                <a:gd name="connsiteX693" fmla="*/ 137704 w 519669"/>
                <a:gd name="connsiteY693" fmla="*/ 255737 h 509833"/>
                <a:gd name="connsiteX694" fmla="*/ 134426 w 519669"/>
                <a:gd name="connsiteY694" fmla="*/ 250818 h 509833"/>
                <a:gd name="connsiteX695" fmla="*/ 132786 w 519669"/>
                <a:gd name="connsiteY695" fmla="*/ 247540 h 509833"/>
                <a:gd name="connsiteX696" fmla="*/ 129508 w 519669"/>
                <a:gd name="connsiteY696" fmla="*/ 244261 h 509833"/>
                <a:gd name="connsiteX697" fmla="*/ 126229 w 519669"/>
                <a:gd name="connsiteY697" fmla="*/ 239343 h 509833"/>
                <a:gd name="connsiteX698" fmla="*/ 124590 w 519669"/>
                <a:gd name="connsiteY698" fmla="*/ 237704 h 509833"/>
                <a:gd name="connsiteX699" fmla="*/ 122950 w 519669"/>
                <a:gd name="connsiteY699" fmla="*/ 232786 h 509833"/>
                <a:gd name="connsiteX700" fmla="*/ 121311 w 519669"/>
                <a:gd name="connsiteY700" fmla="*/ 231147 h 509833"/>
                <a:gd name="connsiteX701" fmla="*/ 119672 w 519669"/>
                <a:gd name="connsiteY701" fmla="*/ 231147 h 509833"/>
                <a:gd name="connsiteX702" fmla="*/ 116393 w 519669"/>
                <a:gd name="connsiteY702" fmla="*/ 231147 h 509833"/>
                <a:gd name="connsiteX703" fmla="*/ 113114 w 519669"/>
                <a:gd name="connsiteY703" fmla="*/ 232786 h 509833"/>
                <a:gd name="connsiteX704" fmla="*/ 109836 w 519669"/>
                <a:gd name="connsiteY704" fmla="*/ 229507 h 509833"/>
                <a:gd name="connsiteX705" fmla="*/ 104917 w 519669"/>
                <a:gd name="connsiteY705" fmla="*/ 227868 h 509833"/>
                <a:gd name="connsiteX706" fmla="*/ 101639 w 519669"/>
                <a:gd name="connsiteY706" fmla="*/ 226228 h 509833"/>
                <a:gd name="connsiteX707" fmla="*/ 98360 w 519669"/>
                <a:gd name="connsiteY707" fmla="*/ 226228 h 509833"/>
                <a:gd name="connsiteX708" fmla="*/ 93442 w 519669"/>
                <a:gd name="connsiteY708" fmla="*/ 226228 h 509833"/>
                <a:gd name="connsiteX709" fmla="*/ 90164 w 519669"/>
                <a:gd name="connsiteY709" fmla="*/ 227868 h 509833"/>
                <a:gd name="connsiteX710" fmla="*/ 86885 w 519669"/>
                <a:gd name="connsiteY710" fmla="*/ 229507 h 509833"/>
                <a:gd name="connsiteX711" fmla="*/ 81967 w 519669"/>
                <a:gd name="connsiteY711" fmla="*/ 229507 h 509833"/>
                <a:gd name="connsiteX712" fmla="*/ 78688 w 519669"/>
                <a:gd name="connsiteY712" fmla="*/ 229507 h 509833"/>
                <a:gd name="connsiteX713" fmla="*/ 75410 w 519669"/>
                <a:gd name="connsiteY713" fmla="*/ 229507 h 509833"/>
                <a:gd name="connsiteX714" fmla="*/ 70492 w 519669"/>
                <a:gd name="connsiteY714" fmla="*/ 227868 h 509833"/>
                <a:gd name="connsiteX715" fmla="*/ 67213 w 519669"/>
                <a:gd name="connsiteY715" fmla="*/ 229507 h 509833"/>
                <a:gd name="connsiteX716" fmla="*/ 62295 w 519669"/>
                <a:gd name="connsiteY716" fmla="*/ 226228 h 509833"/>
                <a:gd name="connsiteX717" fmla="*/ 59016 w 519669"/>
                <a:gd name="connsiteY717" fmla="*/ 227868 h 509833"/>
                <a:gd name="connsiteX718" fmla="*/ 55737 w 519669"/>
                <a:gd name="connsiteY718" fmla="*/ 229507 h 509833"/>
                <a:gd name="connsiteX719" fmla="*/ 50820 w 519669"/>
                <a:gd name="connsiteY719" fmla="*/ 229507 h 509833"/>
                <a:gd name="connsiteX720" fmla="*/ 50820 w 519669"/>
                <a:gd name="connsiteY720" fmla="*/ 229507 h 509833"/>
                <a:gd name="connsiteX721" fmla="*/ 45901 w 519669"/>
                <a:gd name="connsiteY721" fmla="*/ 226228 h 509833"/>
                <a:gd name="connsiteX722" fmla="*/ 45901 w 519669"/>
                <a:gd name="connsiteY722" fmla="*/ 226228 h 509833"/>
                <a:gd name="connsiteX723" fmla="*/ 44262 w 519669"/>
                <a:gd name="connsiteY723" fmla="*/ 222950 h 509833"/>
                <a:gd name="connsiteX724" fmla="*/ 42623 w 519669"/>
                <a:gd name="connsiteY724" fmla="*/ 219671 h 509833"/>
                <a:gd name="connsiteX725" fmla="*/ 42623 w 519669"/>
                <a:gd name="connsiteY725" fmla="*/ 218032 h 509833"/>
                <a:gd name="connsiteX726" fmla="*/ 42623 w 519669"/>
                <a:gd name="connsiteY726" fmla="*/ 214753 h 509833"/>
                <a:gd name="connsiteX727" fmla="*/ 39344 w 519669"/>
                <a:gd name="connsiteY727" fmla="*/ 211474 h 509833"/>
                <a:gd name="connsiteX728" fmla="*/ 36065 w 519669"/>
                <a:gd name="connsiteY728" fmla="*/ 211474 h 509833"/>
                <a:gd name="connsiteX729" fmla="*/ 34426 w 519669"/>
                <a:gd name="connsiteY729" fmla="*/ 211474 h 509833"/>
                <a:gd name="connsiteX730" fmla="*/ 31147 w 519669"/>
                <a:gd name="connsiteY730" fmla="*/ 208195 h 509833"/>
                <a:gd name="connsiteX731" fmla="*/ 32787 w 519669"/>
                <a:gd name="connsiteY731" fmla="*/ 204917 h 509833"/>
                <a:gd name="connsiteX732" fmla="*/ 31147 w 519669"/>
                <a:gd name="connsiteY732" fmla="*/ 199999 h 509833"/>
                <a:gd name="connsiteX733" fmla="*/ 32787 w 519669"/>
                <a:gd name="connsiteY733" fmla="*/ 196720 h 509833"/>
                <a:gd name="connsiteX734" fmla="*/ 32787 w 519669"/>
                <a:gd name="connsiteY734" fmla="*/ 193442 h 509833"/>
                <a:gd name="connsiteX735" fmla="*/ 32787 w 519669"/>
                <a:gd name="connsiteY735" fmla="*/ 190163 h 509833"/>
                <a:gd name="connsiteX736" fmla="*/ 34426 w 519669"/>
                <a:gd name="connsiteY736" fmla="*/ 186884 h 509833"/>
                <a:gd name="connsiteX737" fmla="*/ 37705 w 519669"/>
                <a:gd name="connsiteY737" fmla="*/ 183605 h 509833"/>
                <a:gd name="connsiteX738" fmla="*/ 37705 w 519669"/>
                <a:gd name="connsiteY738" fmla="*/ 180327 h 509833"/>
                <a:gd name="connsiteX739" fmla="*/ 36065 w 519669"/>
                <a:gd name="connsiteY739" fmla="*/ 175409 h 509833"/>
                <a:gd name="connsiteX740" fmla="*/ 36065 w 519669"/>
                <a:gd name="connsiteY740" fmla="*/ 172130 h 509833"/>
                <a:gd name="connsiteX741" fmla="*/ 36065 w 519669"/>
                <a:gd name="connsiteY741" fmla="*/ 168851 h 509833"/>
                <a:gd name="connsiteX742" fmla="*/ 34426 w 519669"/>
                <a:gd name="connsiteY742" fmla="*/ 168851 h 509833"/>
                <a:gd name="connsiteX743" fmla="*/ 31147 w 519669"/>
                <a:gd name="connsiteY743" fmla="*/ 163934 h 509833"/>
                <a:gd name="connsiteX744" fmla="*/ 29508 w 519669"/>
                <a:gd name="connsiteY744" fmla="*/ 160655 h 509833"/>
                <a:gd name="connsiteX745" fmla="*/ 26229 w 519669"/>
                <a:gd name="connsiteY745" fmla="*/ 157376 h 509833"/>
                <a:gd name="connsiteX746" fmla="*/ 26229 w 519669"/>
                <a:gd name="connsiteY746" fmla="*/ 157376 h 509833"/>
                <a:gd name="connsiteX747" fmla="*/ 26229 w 519669"/>
                <a:gd name="connsiteY747" fmla="*/ 154098 h 509833"/>
                <a:gd name="connsiteX748" fmla="*/ 24590 w 519669"/>
                <a:gd name="connsiteY748" fmla="*/ 149180 h 509833"/>
                <a:gd name="connsiteX749" fmla="*/ 24590 w 519669"/>
                <a:gd name="connsiteY749" fmla="*/ 145901 h 509833"/>
                <a:gd name="connsiteX750" fmla="*/ 22951 w 519669"/>
                <a:gd name="connsiteY750" fmla="*/ 142622 h 509833"/>
                <a:gd name="connsiteX751" fmla="*/ 22951 w 519669"/>
                <a:gd name="connsiteY751" fmla="*/ 137704 h 509833"/>
                <a:gd name="connsiteX752" fmla="*/ 22951 w 519669"/>
                <a:gd name="connsiteY752" fmla="*/ 137704 h 509833"/>
                <a:gd name="connsiteX753" fmla="*/ 22951 w 519669"/>
                <a:gd name="connsiteY753" fmla="*/ 136065 h 509833"/>
                <a:gd name="connsiteX754" fmla="*/ 19672 w 519669"/>
                <a:gd name="connsiteY754" fmla="*/ 134425 h 509833"/>
                <a:gd name="connsiteX755" fmla="*/ 16393 w 519669"/>
                <a:gd name="connsiteY755" fmla="*/ 136065 h 509833"/>
                <a:gd name="connsiteX756" fmla="*/ 16393 w 519669"/>
                <a:gd name="connsiteY756" fmla="*/ 131147 h 509833"/>
                <a:gd name="connsiteX757" fmla="*/ 14754 w 519669"/>
                <a:gd name="connsiteY757" fmla="*/ 127868 h 509833"/>
                <a:gd name="connsiteX758" fmla="*/ 11475 w 519669"/>
                <a:gd name="connsiteY758" fmla="*/ 131147 h 509833"/>
                <a:gd name="connsiteX759" fmla="*/ 6557 w 519669"/>
                <a:gd name="connsiteY759" fmla="*/ 132786 h 509833"/>
                <a:gd name="connsiteX760" fmla="*/ 3279 w 519669"/>
                <a:gd name="connsiteY760" fmla="*/ 134425 h 509833"/>
                <a:gd name="connsiteX761" fmla="*/ 0 w 519669"/>
                <a:gd name="connsiteY761" fmla="*/ 134425 h 509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</a:cxnLst>
              <a:rect l="l" t="t" r="r" b="b"/>
              <a:pathLst>
                <a:path w="519669" h="509833">
                  <a:moveTo>
                    <a:pt x="0" y="134425"/>
                  </a:moveTo>
                  <a:lnTo>
                    <a:pt x="3279" y="129508"/>
                  </a:lnTo>
                  <a:lnTo>
                    <a:pt x="4918" y="126229"/>
                  </a:lnTo>
                  <a:lnTo>
                    <a:pt x="6557" y="122950"/>
                  </a:lnTo>
                  <a:lnTo>
                    <a:pt x="8197" y="119671"/>
                  </a:lnTo>
                  <a:lnTo>
                    <a:pt x="13115" y="114754"/>
                  </a:lnTo>
                  <a:lnTo>
                    <a:pt x="13115" y="111475"/>
                  </a:lnTo>
                  <a:lnTo>
                    <a:pt x="16393" y="108196"/>
                  </a:lnTo>
                  <a:lnTo>
                    <a:pt x="18033" y="103278"/>
                  </a:lnTo>
                  <a:lnTo>
                    <a:pt x="18033" y="100000"/>
                  </a:lnTo>
                  <a:lnTo>
                    <a:pt x="18033" y="96721"/>
                  </a:lnTo>
                  <a:lnTo>
                    <a:pt x="19672" y="93442"/>
                  </a:lnTo>
                  <a:lnTo>
                    <a:pt x="19672" y="90164"/>
                  </a:lnTo>
                  <a:lnTo>
                    <a:pt x="19672" y="85245"/>
                  </a:lnTo>
                  <a:lnTo>
                    <a:pt x="21311" y="81967"/>
                  </a:lnTo>
                  <a:lnTo>
                    <a:pt x="21311" y="78688"/>
                  </a:lnTo>
                  <a:lnTo>
                    <a:pt x="24590" y="73770"/>
                  </a:lnTo>
                  <a:lnTo>
                    <a:pt x="26229" y="70491"/>
                  </a:lnTo>
                  <a:lnTo>
                    <a:pt x="27869" y="67213"/>
                  </a:lnTo>
                  <a:lnTo>
                    <a:pt x="29508" y="63934"/>
                  </a:lnTo>
                  <a:lnTo>
                    <a:pt x="32787" y="59016"/>
                  </a:lnTo>
                  <a:lnTo>
                    <a:pt x="36065" y="55737"/>
                  </a:lnTo>
                  <a:lnTo>
                    <a:pt x="37705" y="52458"/>
                  </a:lnTo>
                  <a:lnTo>
                    <a:pt x="39344" y="47541"/>
                  </a:lnTo>
                  <a:lnTo>
                    <a:pt x="42623" y="45901"/>
                  </a:lnTo>
                  <a:lnTo>
                    <a:pt x="47541" y="45901"/>
                  </a:lnTo>
                  <a:lnTo>
                    <a:pt x="50820" y="42623"/>
                  </a:lnTo>
                  <a:lnTo>
                    <a:pt x="52459" y="37705"/>
                  </a:lnTo>
                  <a:lnTo>
                    <a:pt x="54098" y="36065"/>
                  </a:lnTo>
                  <a:lnTo>
                    <a:pt x="55737" y="31147"/>
                  </a:lnTo>
                  <a:lnTo>
                    <a:pt x="59016" y="27869"/>
                  </a:lnTo>
                  <a:lnTo>
                    <a:pt x="60655" y="24590"/>
                  </a:lnTo>
                  <a:lnTo>
                    <a:pt x="63934" y="22951"/>
                  </a:lnTo>
                  <a:lnTo>
                    <a:pt x="68852" y="22951"/>
                  </a:lnTo>
                  <a:lnTo>
                    <a:pt x="72131" y="21311"/>
                  </a:lnTo>
                  <a:lnTo>
                    <a:pt x="75410" y="19672"/>
                  </a:lnTo>
                  <a:lnTo>
                    <a:pt x="80327" y="18033"/>
                  </a:lnTo>
                  <a:lnTo>
                    <a:pt x="83606" y="16393"/>
                  </a:lnTo>
                  <a:lnTo>
                    <a:pt x="86885" y="14754"/>
                  </a:lnTo>
                  <a:lnTo>
                    <a:pt x="85245" y="19672"/>
                  </a:lnTo>
                  <a:lnTo>
                    <a:pt x="80327" y="21311"/>
                  </a:lnTo>
                  <a:lnTo>
                    <a:pt x="77049" y="22951"/>
                  </a:lnTo>
                  <a:lnTo>
                    <a:pt x="73770" y="22951"/>
                  </a:lnTo>
                  <a:lnTo>
                    <a:pt x="68852" y="24590"/>
                  </a:lnTo>
                  <a:lnTo>
                    <a:pt x="65573" y="24590"/>
                  </a:lnTo>
                  <a:lnTo>
                    <a:pt x="62295" y="26229"/>
                  </a:lnTo>
                  <a:lnTo>
                    <a:pt x="60655" y="29508"/>
                  </a:lnTo>
                  <a:lnTo>
                    <a:pt x="60655" y="34426"/>
                  </a:lnTo>
                  <a:lnTo>
                    <a:pt x="62295" y="37705"/>
                  </a:lnTo>
                  <a:lnTo>
                    <a:pt x="63934" y="40983"/>
                  </a:lnTo>
                  <a:lnTo>
                    <a:pt x="65573" y="45901"/>
                  </a:lnTo>
                  <a:lnTo>
                    <a:pt x="67213" y="49180"/>
                  </a:lnTo>
                  <a:lnTo>
                    <a:pt x="72131" y="50820"/>
                  </a:lnTo>
                  <a:lnTo>
                    <a:pt x="67213" y="52458"/>
                  </a:lnTo>
                  <a:lnTo>
                    <a:pt x="67213" y="52458"/>
                  </a:lnTo>
                  <a:lnTo>
                    <a:pt x="68852" y="55737"/>
                  </a:lnTo>
                  <a:lnTo>
                    <a:pt x="68852" y="60655"/>
                  </a:lnTo>
                  <a:lnTo>
                    <a:pt x="70492" y="63934"/>
                  </a:lnTo>
                  <a:lnTo>
                    <a:pt x="72131" y="63934"/>
                  </a:lnTo>
                  <a:lnTo>
                    <a:pt x="72131" y="63934"/>
                  </a:lnTo>
                  <a:lnTo>
                    <a:pt x="73770" y="67213"/>
                  </a:lnTo>
                  <a:lnTo>
                    <a:pt x="72131" y="72131"/>
                  </a:lnTo>
                  <a:lnTo>
                    <a:pt x="72131" y="72131"/>
                  </a:lnTo>
                  <a:lnTo>
                    <a:pt x="70492" y="75410"/>
                  </a:lnTo>
                  <a:lnTo>
                    <a:pt x="70492" y="77049"/>
                  </a:lnTo>
                  <a:lnTo>
                    <a:pt x="65573" y="80327"/>
                  </a:lnTo>
                  <a:lnTo>
                    <a:pt x="63934" y="83606"/>
                  </a:lnTo>
                  <a:lnTo>
                    <a:pt x="62295" y="88524"/>
                  </a:lnTo>
                  <a:lnTo>
                    <a:pt x="60655" y="88524"/>
                  </a:lnTo>
                  <a:lnTo>
                    <a:pt x="60655" y="88524"/>
                  </a:lnTo>
                  <a:lnTo>
                    <a:pt x="57377" y="91803"/>
                  </a:lnTo>
                  <a:lnTo>
                    <a:pt x="55737" y="96721"/>
                  </a:lnTo>
                  <a:lnTo>
                    <a:pt x="55737" y="96721"/>
                  </a:lnTo>
                  <a:lnTo>
                    <a:pt x="52459" y="101639"/>
                  </a:lnTo>
                  <a:lnTo>
                    <a:pt x="50820" y="104917"/>
                  </a:lnTo>
                  <a:lnTo>
                    <a:pt x="50820" y="108196"/>
                  </a:lnTo>
                  <a:lnTo>
                    <a:pt x="54098" y="111475"/>
                  </a:lnTo>
                  <a:lnTo>
                    <a:pt x="55737" y="116393"/>
                  </a:lnTo>
                  <a:lnTo>
                    <a:pt x="55737" y="119671"/>
                  </a:lnTo>
                  <a:lnTo>
                    <a:pt x="59016" y="121311"/>
                  </a:lnTo>
                  <a:lnTo>
                    <a:pt x="62295" y="124590"/>
                  </a:lnTo>
                  <a:lnTo>
                    <a:pt x="63934" y="124590"/>
                  </a:lnTo>
                  <a:lnTo>
                    <a:pt x="63934" y="127868"/>
                  </a:lnTo>
                  <a:lnTo>
                    <a:pt x="62295" y="131147"/>
                  </a:lnTo>
                  <a:lnTo>
                    <a:pt x="62295" y="134425"/>
                  </a:lnTo>
                  <a:lnTo>
                    <a:pt x="65573" y="139344"/>
                  </a:lnTo>
                  <a:lnTo>
                    <a:pt x="68852" y="139344"/>
                  </a:lnTo>
                  <a:lnTo>
                    <a:pt x="72131" y="139344"/>
                  </a:lnTo>
                  <a:lnTo>
                    <a:pt x="77049" y="137704"/>
                  </a:lnTo>
                  <a:lnTo>
                    <a:pt x="80327" y="136065"/>
                  </a:lnTo>
                  <a:lnTo>
                    <a:pt x="80327" y="136065"/>
                  </a:lnTo>
                  <a:lnTo>
                    <a:pt x="83606" y="134425"/>
                  </a:lnTo>
                  <a:lnTo>
                    <a:pt x="83606" y="132786"/>
                  </a:lnTo>
                  <a:lnTo>
                    <a:pt x="86885" y="127868"/>
                  </a:lnTo>
                  <a:lnTo>
                    <a:pt x="90164" y="126229"/>
                  </a:lnTo>
                  <a:lnTo>
                    <a:pt x="90164" y="121311"/>
                  </a:lnTo>
                  <a:lnTo>
                    <a:pt x="90164" y="121311"/>
                  </a:lnTo>
                  <a:lnTo>
                    <a:pt x="88524" y="116393"/>
                  </a:lnTo>
                  <a:lnTo>
                    <a:pt x="90164" y="114754"/>
                  </a:lnTo>
                  <a:lnTo>
                    <a:pt x="90164" y="109835"/>
                  </a:lnTo>
                  <a:lnTo>
                    <a:pt x="90164" y="106557"/>
                  </a:lnTo>
                  <a:lnTo>
                    <a:pt x="90164" y="103278"/>
                  </a:lnTo>
                  <a:lnTo>
                    <a:pt x="90164" y="101639"/>
                  </a:lnTo>
                  <a:lnTo>
                    <a:pt x="86885" y="98360"/>
                  </a:lnTo>
                  <a:lnTo>
                    <a:pt x="85245" y="96721"/>
                  </a:lnTo>
                  <a:lnTo>
                    <a:pt x="85245" y="93442"/>
                  </a:lnTo>
                  <a:lnTo>
                    <a:pt x="83606" y="90164"/>
                  </a:lnTo>
                  <a:lnTo>
                    <a:pt x="81967" y="88524"/>
                  </a:lnTo>
                  <a:lnTo>
                    <a:pt x="81967" y="88524"/>
                  </a:lnTo>
                  <a:lnTo>
                    <a:pt x="81967" y="88524"/>
                  </a:lnTo>
                  <a:lnTo>
                    <a:pt x="80327" y="85245"/>
                  </a:lnTo>
                  <a:lnTo>
                    <a:pt x="78688" y="83606"/>
                  </a:lnTo>
                  <a:lnTo>
                    <a:pt x="77049" y="80327"/>
                  </a:lnTo>
                  <a:lnTo>
                    <a:pt x="77049" y="77049"/>
                  </a:lnTo>
                  <a:lnTo>
                    <a:pt x="75410" y="73770"/>
                  </a:lnTo>
                  <a:lnTo>
                    <a:pt x="73770" y="72131"/>
                  </a:lnTo>
                  <a:lnTo>
                    <a:pt x="75410" y="67213"/>
                  </a:lnTo>
                  <a:lnTo>
                    <a:pt x="75410" y="63934"/>
                  </a:lnTo>
                  <a:lnTo>
                    <a:pt x="75410" y="63934"/>
                  </a:lnTo>
                  <a:lnTo>
                    <a:pt x="75410" y="63934"/>
                  </a:lnTo>
                  <a:lnTo>
                    <a:pt x="73770" y="62295"/>
                  </a:lnTo>
                  <a:lnTo>
                    <a:pt x="77049" y="62295"/>
                  </a:lnTo>
                  <a:lnTo>
                    <a:pt x="78688" y="57377"/>
                  </a:lnTo>
                  <a:lnTo>
                    <a:pt x="80327" y="57377"/>
                  </a:lnTo>
                  <a:lnTo>
                    <a:pt x="83606" y="54098"/>
                  </a:lnTo>
                  <a:lnTo>
                    <a:pt x="85245" y="54098"/>
                  </a:lnTo>
                  <a:lnTo>
                    <a:pt x="90164" y="52458"/>
                  </a:lnTo>
                  <a:lnTo>
                    <a:pt x="93442" y="49180"/>
                  </a:lnTo>
                  <a:lnTo>
                    <a:pt x="96721" y="47541"/>
                  </a:lnTo>
                  <a:lnTo>
                    <a:pt x="100000" y="45901"/>
                  </a:lnTo>
                  <a:lnTo>
                    <a:pt x="104917" y="44262"/>
                  </a:lnTo>
                  <a:lnTo>
                    <a:pt x="108196" y="42623"/>
                  </a:lnTo>
                  <a:lnTo>
                    <a:pt x="111475" y="42623"/>
                  </a:lnTo>
                  <a:lnTo>
                    <a:pt x="116393" y="42623"/>
                  </a:lnTo>
                  <a:lnTo>
                    <a:pt x="119672" y="40983"/>
                  </a:lnTo>
                  <a:lnTo>
                    <a:pt x="122950" y="39344"/>
                  </a:lnTo>
                  <a:lnTo>
                    <a:pt x="126229" y="37705"/>
                  </a:lnTo>
                  <a:lnTo>
                    <a:pt x="129508" y="36065"/>
                  </a:lnTo>
                  <a:lnTo>
                    <a:pt x="129508" y="32787"/>
                  </a:lnTo>
                  <a:lnTo>
                    <a:pt x="134426" y="32787"/>
                  </a:lnTo>
                  <a:lnTo>
                    <a:pt x="132786" y="29508"/>
                  </a:lnTo>
                  <a:lnTo>
                    <a:pt x="131147" y="27869"/>
                  </a:lnTo>
                  <a:lnTo>
                    <a:pt x="136065" y="29508"/>
                  </a:lnTo>
                  <a:lnTo>
                    <a:pt x="136065" y="31147"/>
                  </a:lnTo>
                  <a:lnTo>
                    <a:pt x="137704" y="31147"/>
                  </a:lnTo>
                  <a:lnTo>
                    <a:pt x="139344" y="32787"/>
                  </a:lnTo>
                  <a:lnTo>
                    <a:pt x="142622" y="34426"/>
                  </a:lnTo>
                  <a:lnTo>
                    <a:pt x="145901" y="31147"/>
                  </a:lnTo>
                  <a:lnTo>
                    <a:pt x="145901" y="26229"/>
                  </a:lnTo>
                  <a:lnTo>
                    <a:pt x="144262" y="22951"/>
                  </a:lnTo>
                  <a:lnTo>
                    <a:pt x="140983" y="24590"/>
                  </a:lnTo>
                  <a:lnTo>
                    <a:pt x="136065" y="24590"/>
                  </a:lnTo>
                  <a:lnTo>
                    <a:pt x="132786" y="24590"/>
                  </a:lnTo>
                  <a:lnTo>
                    <a:pt x="131147" y="26229"/>
                  </a:lnTo>
                  <a:lnTo>
                    <a:pt x="129508" y="26229"/>
                  </a:lnTo>
                  <a:lnTo>
                    <a:pt x="127868" y="26229"/>
                  </a:lnTo>
                  <a:lnTo>
                    <a:pt x="129508" y="22951"/>
                  </a:lnTo>
                  <a:lnTo>
                    <a:pt x="129508" y="19672"/>
                  </a:lnTo>
                  <a:lnTo>
                    <a:pt x="127868" y="19672"/>
                  </a:lnTo>
                  <a:lnTo>
                    <a:pt x="126229" y="14754"/>
                  </a:lnTo>
                  <a:lnTo>
                    <a:pt x="127868" y="11475"/>
                  </a:lnTo>
                  <a:lnTo>
                    <a:pt x="129508" y="8197"/>
                  </a:lnTo>
                  <a:lnTo>
                    <a:pt x="129508" y="4918"/>
                  </a:lnTo>
                  <a:lnTo>
                    <a:pt x="134426" y="3279"/>
                  </a:lnTo>
                  <a:lnTo>
                    <a:pt x="137704" y="0"/>
                  </a:lnTo>
                  <a:lnTo>
                    <a:pt x="139344" y="0"/>
                  </a:lnTo>
                  <a:lnTo>
                    <a:pt x="142622" y="3279"/>
                  </a:lnTo>
                  <a:lnTo>
                    <a:pt x="144262" y="6557"/>
                  </a:lnTo>
                  <a:lnTo>
                    <a:pt x="144262" y="9836"/>
                  </a:lnTo>
                  <a:lnTo>
                    <a:pt x="144262" y="14754"/>
                  </a:lnTo>
                  <a:lnTo>
                    <a:pt x="144262" y="18033"/>
                  </a:lnTo>
                  <a:lnTo>
                    <a:pt x="145901" y="21311"/>
                  </a:lnTo>
                  <a:lnTo>
                    <a:pt x="147540" y="26229"/>
                  </a:lnTo>
                  <a:lnTo>
                    <a:pt x="149180" y="29508"/>
                  </a:lnTo>
                  <a:lnTo>
                    <a:pt x="152458" y="32787"/>
                  </a:lnTo>
                  <a:lnTo>
                    <a:pt x="155737" y="31147"/>
                  </a:lnTo>
                  <a:lnTo>
                    <a:pt x="159016" y="31147"/>
                  </a:lnTo>
                  <a:lnTo>
                    <a:pt x="163934" y="29508"/>
                  </a:lnTo>
                  <a:lnTo>
                    <a:pt x="167212" y="31147"/>
                  </a:lnTo>
                  <a:lnTo>
                    <a:pt x="170491" y="31147"/>
                  </a:lnTo>
                  <a:lnTo>
                    <a:pt x="175409" y="34426"/>
                  </a:lnTo>
                  <a:lnTo>
                    <a:pt x="175409" y="32787"/>
                  </a:lnTo>
                  <a:lnTo>
                    <a:pt x="178688" y="32787"/>
                  </a:lnTo>
                  <a:lnTo>
                    <a:pt x="180327" y="32787"/>
                  </a:lnTo>
                  <a:lnTo>
                    <a:pt x="183606" y="37705"/>
                  </a:lnTo>
                  <a:lnTo>
                    <a:pt x="188524" y="39344"/>
                  </a:lnTo>
                  <a:lnTo>
                    <a:pt x="191802" y="40983"/>
                  </a:lnTo>
                  <a:lnTo>
                    <a:pt x="195081" y="44262"/>
                  </a:lnTo>
                  <a:lnTo>
                    <a:pt x="198360" y="49180"/>
                  </a:lnTo>
                  <a:lnTo>
                    <a:pt x="198360" y="49180"/>
                  </a:lnTo>
                  <a:lnTo>
                    <a:pt x="199999" y="54098"/>
                  </a:lnTo>
                  <a:lnTo>
                    <a:pt x="199999" y="57377"/>
                  </a:lnTo>
                  <a:lnTo>
                    <a:pt x="198360" y="60655"/>
                  </a:lnTo>
                  <a:lnTo>
                    <a:pt x="198360" y="65573"/>
                  </a:lnTo>
                  <a:lnTo>
                    <a:pt x="199999" y="67213"/>
                  </a:lnTo>
                  <a:lnTo>
                    <a:pt x="199999" y="70491"/>
                  </a:lnTo>
                  <a:lnTo>
                    <a:pt x="199999" y="70491"/>
                  </a:lnTo>
                  <a:lnTo>
                    <a:pt x="203278" y="75410"/>
                  </a:lnTo>
                  <a:lnTo>
                    <a:pt x="206557" y="75410"/>
                  </a:lnTo>
                  <a:lnTo>
                    <a:pt x="211474" y="75410"/>
                  </a:lnTo>
                  <a:lnTo>
                    <a:pt x="214753" y="77049"/>
                  </a:lnTo>
                  <a:lnTo>
                    <a:pt x="214753" y="77049"/>
                  </a:lnTo>
                  <a:lnTo>
                    <a:pt x="219671" y="75410"/>
                  </a:lnTo>
                  <a:lnTo>
                    <a:pt x="222950" y="75410"/>
                  </a:lnTo>
                  <a:lnTo>
                    <a:pt x="226229" y="73770"/>
                  </a:lnTo>
                  <a:lnTo>
                    <a:pt x="229507" y="73770"/>
                  </a:lnTo>
                  <a:lnTo>
                    <a:pt x="232786" y="73770"/>
                  </a:lnTo>
                  <a:lnTo>
                    <a:pt x="234425" y="73770"/>
                  </a:lnTo>
                  <a:lnTo>
                    <a:pt x="237704" y="73770"/>
                  </a:lnTo>
                  <a:lnTo>
                    <a:pt x="240982" y="72131"/>
                  </a:lnTo>
                  <a:lnTo>
                    <a:pt x="245901" y="72131"/>
                  </a:lnTo>
                  <a:lnTo>
                    <a:pt x="249179" y="70491"/>
                  </a:lnTo>
                  <a:lnTo>
                    <a:pt x="252458" y="70491"/>
                  </a:lnTo>
                  <a:lnTo>
                    <a:pt x="255737" y="70491"/>
                  </a:lnTo>
                  <a:lnTo>
                    <a:pt x="260654" y="70491"/>
                  </a:lnTo>
                  <a:lnTo>
                    <a:pt x="263933" y="70491"/>
                  </a:lnTo>
                  <a:lnTo>
                    <a:pt x="267212" y="68852"/>
                  </a:lnTo>
                  <a:lnTo>
                    <a:pt x="270491" y="70491"/>
                  </a:lnTo>
                  <a:lnTo>
                    <a:pt x="275409" y="70491"/>
                  </a:lnTo>
                  <a:lnTo>
                    <a:pt x="275409" y="70491"/>
                  </a:lnTo>
                  <a:lnTo>
                    <a:pt x="278687" y="68852"/>
                  </a:lnTo>
                  <a:lnTo>
                    <a:pt x="283605" y="70491"/>
                  </a:lnTo>
                  <a:lnTo>
                    <a:pt x="281966" y="75410"/>
                  </a:lnTo>
                  <a:lnTo>
                    <a:pt x="283605" y="77049"/>
                  </a:lnTo>
                  <a:lnTo>
                    <a:pt x="286884" y="80327"/>
                  </a:lnTo>
                  <a:lnTo>
                    <a:pt x="290163" y="83606"/>
                  </a:lnTo>
                  <a:lnTo>
                    <a:pt x="293441" y="86885"/>
                  </a:lnTo>
                  <a:lnTo>
                    <a:pt x="296720" y="86885"/>
                  </a:lnTo>
                  <a:lnTo>
                    <a:pt x="301638" y="88524"/>
                  </a:lnTo>
                  <a:lnTo>
                    <a:pt x="304917" y="90164"/>
                  </a:lnTo>
                  <a:lnTo>
                    <a:pt x="308195" y="91803"/>
                  </a:lnTo>
                  <a:lnTo>
                    <a:pt x="311474" y="91803"/>
                  </a:lnTo>
                  <a:lnTo>
                    <a:pt x="316392" y="91803"/>
                  </a:lnTo>
                  <a:lnTo>
                    <a:pt x="319671" y="93442"/>
                  </a:lnTo>
                  <a:lnTo>
                    <a:pt x="318031" y="93442"/>
                  </a:lnTo>
                  <a:lnTo>
                    <a:pt x="321310" y="95081"/>
                  </a:lnTo>
                  <a:lnTo>
                    <a:pt x="326228" y="93442"/>
                  </a:lnTo>
                  <a:lnTo>
                    <a:pt x="329507" y="93442"/>
                  </a:lnTo>
                  <a:lnTo>
                    <a:pt x="332785" y="93442"/>
                  </a:lnTo>
                  <a:lnTo>
                    <a:pt x="336064" y="90164"/>
                  </a:lnTo>
                  <a:lnTo>
                    <a:pt x="339343" y="86885"/>
                  </a:lnTo>
                  <a:lnTo>
                    <a:pt x="342621" y="86885"/>
                  </a:lnTo>
                  <a:lnTo>
                    <a:pt x="345900" y="85245"/>
                  </a:lnTo>
                  <a:lnTo>
                    <a:pt x="349179" y="81967"/>
                  </a:lnTo>
                  <a:lnTo>
                    <a:pt x="352457" y="78688"/>
                  </a:lnTo>
                  <a:lnTo>
                    <a:pt x="355736" y="77049"/>
                  </a:lnTo>
                  <a:lnTo>
                    <a:pt x="360654" y="77049"/>
                  </a:lnTo>
                  <a:lnTo>
                    <a:pt x="363933" y="77049"/>
                  </a:lnTo>
                  <a:lnTo>
                    <a:pt x="367211" y="77049"/>
                  </a:lnTo>
                  <a:lnTo>
                    <a:pt x="370490" y="77049"/>
                  </a:lnTo>
                  <a:lnTo>
                    <a:pt x="375408" y="77049"/>
                  </a:lnTo>
                  <a:lnTo>
                    <a:pt x="370490" y="73770"/>
                  </a:lnTo>
                  <a:lnTo>
                    <a:pt x="367211" y="73770"/>
                  </a:lnTo>
                  <a:lnTo>
                    <a:pt x="363933" y="72131"/>
                  </a:lnTo>
                  <a:lnTo>
                    <a:pt x="359015" y="72131"/>
                  </a:lnTo>
                  <a:lnTo>
                    <a:pt x="355736" y="73770"/>
                  </a:lnTo>
                  <a:lnTo>
                    <a:pt x="352457" y="68852"/>
                  </a:lnTo>
                  <a:lnTo>
                    <a:pt x="355736" y="68852"/>
                  </a:lnTo>
                  <a:lnTo>
                    <a:pt x="360654" y="68852"/>
                  </a:lnTo>
                  <a:lnTo>
                    <a:pt x="363933" y="68852"/>
                  </a:lnTo>
                  <a:lnTo>
                    <a:pt x="367211" y="68852"/>
                  </a:lnTo>
                  <a:lnTo>
                    <a:pt x="370490" y="67213"/>
                  </a:lnTo>
                  <a:lnTo>
                    <a:pt x="375408" y="68852"/>
                  </a:lnTo>
                  <a:lnTo>
                    <a:pt x="378687" y="68852"/>
                  </a:lnTo>
                  <a:lnTo>
                    <a:pt x="381966" y="68852"/>
                  </a:lnTo>
                  <a:lnTo>
                    <a:pt x="386884" y="67213"/>
                  </a:lnTo>
                  <a:lnTo>
                    <a:pt x="390162" y="67213"/>
                  </a:lnTo>
                  <a:lnTo>
                    <a:pt x="393441" y="67213"/>
                  </a:lnTo>
                  <a:lnTo>
                    <a:pt x="396719" y="67213"/>
                  </a:lnTo>
                  <a:lnTo>
                    <a:pt x="401638" y="65573"/>
                  </a:lnTo>
                  <a:lnTo>
                    <a:pt x="404916" y="67213"/>
                  </a:lnTo>
                  <a:lnTo>
                    <a:pt x="408195" y="65573"/>
                  </a:lnTo>
                  <a:lnTo>
                    <a:pt x="413113" y="63934"/>
                  </a:lnTo>
                  <a:lnTo>
                    <a:pt x="416391" y="63934"/>
                  </a:lnTo>
                  <a:lnTo>
                    <a:pt x="419670" y="63934"/>
                  </a:lnTo>
                  <a:lnTo>
                    <a:pt x="422949" y="65573"/>
                  </a:lnTo>
                  <a:lnTo>
                    <a:pt x="427867" y="65573"/>
                  </a:lnTo>
                  <a:lnTo>
                    <a:pt x="431146" y="67213"/>
                  </a:lnTo>
                  <a:lnTo>
                    <a:pt x="434424" y="67213"/>
                  </a:lnTo>
                  <a:lnTo>
                    <a:pt x="439342" y="65573"/>
                  </a:lnTo>
                  <a:lnTo>
                    <a:pt x="442621" y="65573"/>
                  </a:lnTo>
                  <a:lnTo>
                    <a:pt x="445900" y="63934"/>
                  </a:lnTo>
                  <a:lnTo>
                    <a:pt x="442621" y="68852"/>
                  </a:lnTo>
                  <a:lnTo>
                    <a:pt x="439342" y="68852"/>
                  </a:lnTo>
                  <a:lnTo>
                    <a:pt x="436064" y="68852"/>
                  </a:lnTo>
                  <a:lnTo>
                    <a:pt x="431146" y="68852"/>
                  </a:lnTo>
                  <a:lnTo>
                    <a:pt x="429506" y="73770"/>
                  </a:lnTo>
                  <a:lnTo>
                    <a:pt x="426228" y="73770"/>
                  </a:lnTo>
                  <a:lnTo>
                    <a:pt x="421310" y="73770"/>
                  </a:lnTo>
                  <a:lnTo>
                    <a:pt x="418031" y="72131"/>
                  </a:lnTo>
                  <a:lnTo>
                    <a:pt x="413113" y="72131"/>
                  </a:lnTo>
                  <a:lnTo>
                    <a:pt x="409834" y="73770"/>
                  </a:lnTo>
                  <a:lnTo>
                    <a:pt x="406556" y="73770"/>
                  </a:lnTo>
                  <a:lnTo>
                    <a:pt x="403277" y="77049"/>
                  </a:lnTo>
                  <a:lnTo>
                    <a:pt x="406556" y="73770"/>
                  </a:lnTo>
                  <a:lnTo>
                    <a:pt x="408195" y="77049"/>
                  </a:lnTo>
                  <a:lnTo>
                    <a:pt x="404916" y="78688"/>
                  </a:lnTo>
                  <a:lnTo>
                    <a:pt x="403277" y="81967"/>
                  </a:lnTo>
                  <a:lnTo>
                    <a:pt x="406556" y="80327"/>
                  </a:lnTo>
                  <a:lnTo>
                    <a:pt x="409834" y="80327"/>
                  </a:lnTo>
                  <a:lnTo>
                    <a:pt x="413113" y="83606"/>
                  </a:lnTo>
                  <a:lnTo>
                    <a:pt x="414752" y="86885"/>
                  </a:lnTo>
                  <a:lnTo>
                    <a:pt x="414752" y="90164"/>
                  </a:lnTo>
                  <a:lnTo>
                    <a:pt x="411474" y="95081"/>
                  </a:lnTo>
                  <a:lnTo>
                    <a:pt x="408195" y="95081"/>
                  </a:lnTo>
                  <a:lnTo>
                    <a:pt x="403277" y="93442"/>
                  </a:lnTo>
                  <a:lnTo>
                    <a:pt x="399998" y="93442"/>
                  </a:lnTo>
                  <a:lnTo>
                    <a:pt x="403277" y="96721"/>
                  </a:lnTo>
                  <a:lnTo>
                    <a:pt x="403277" y="96721"/>
                  </a:lnTo>
                  <a:lnTo>
                    <a:pt x="403277" y="96721"/>
                  </a:lnTo>
                  <a:lnTo>
                    <a:pt x="408195" y="95081"/>
                  </a:lnTo>
                  <a:lnTo>
                    <a:pt x="408195" y="96721"/>
                  </a:lnTo>
                  <a:lnTo>
                    <a:pt x="409834" y="96721"/>
                  </a:lnTo>
                  <a:lnTo>
                    <a:pt x="413113" y="95081"/>
                  </a:lnTo>
                  <a:lnTo>
                    <a:pt x="416391" y="91803"/>
                  </a:lnTo>
                  <a:lnTo>
                    <a:pt x="416391" y="86885"/>
                  </a:lnTo>
                  <a:lnTo>
                    <a:pt x="419670" y="88524"/>
                  </a:lnTo>
                  <a:lnTo>
                    <a:pt x="421310" y="93442"/>
                  </a:lnTo>
                  <a:lnTo>
                    <a:pt x="422949" y="96721"/>
                  </a:lnTo>
                  <a:lnTo>
                    <a:pt x="422949" y="96721"/>
                  </a:lnTo>
                  <a:lnTo>
                    <a:pt x="422949" y="100000"/>
                  </a:lnTo>
                  <a:lnTo>
                    <a:pt x="426228" y="103278"/>
                  </a:lnTo>
                  <a:lnTo>
                    <a:pt x="426228" y="108196"/>
                  </a:lnTo>
                  <a:lnTo>
                    <a:pt x="426228" y="109835"/>
                  </a:lnTo>
                  <a:lnTo>
                    <a:pt x="426228" y="109835"/>
                  </a:lnTo>
                  <a:lnTo>
                    <a:pt x="426228" y="109835"/>
                  </a:lnTo>
                  <a:lnTo>
                    <a:pt x="426228" y="109835"/>
                  </a:lnTo>
                  <a:lnTo>
                    <a:pt x="429506" y="106557"/>
                  </a:lnTo>
                  <a:lnTo>
                    <a:pt x="429506" y="101639"/>
                  </a:lnTo>
                  <a:lnTo>
                    <a:pt x="429506" y="98360"/>
                  </a:lnTo>
                  <a:lnTo>
                    <a:pt x="431146" y="101639"/>
                  </a:lnTo>
                  <a:lnTo>
                    <a:pt x="432785" y="106557"/>
                  </a:lnTo>
                  <a:lnTo>
                    <a:pt x="432785" y="109835"/>
                  </a:lnTo>
                  <a:lnTo>
                    <a:pt x="431146" y="113114"/>
                  </a:lnTo>
                  <a:lnTo>
                    <a:pt x="431146" y="113114"/>
                  </a:lnTo>
                  <a:lnTo>
                    <a:pt x="432785" y="109835"/>
                  </a:lnTo>
                  <a:lnTo>
                    <a:pt x="432785" y="104917"/>
                  </a:lnTo>
                  <a:lnTo>
                    <a:pt x="432785" y="101639"/>
                  </a:lnTo>
                  <a:lnTo>
                    <a:pt x="436064" y="101639"/>
                  </a:lnTo>
                  <a:lnTo>
                    <a:pt x="437703" y="103278"/>
                  </a:lnTo>
                  <a:lnTo>
                    <a:pt x="434424" y="100000"/>
                  </a:lnTo>
                  <a:lnTo>
                    <a:pt x="431146" y="98360"/>
                  </a:lnTo>
                  <a:lnTo>
                    <a:pt x="431146" y="96721"/>
                  </a:lnTo>
                  <a:lnTo>
                    <a:pt x="434424" y="96721"/>
                  </a:lnTo>
                  <a:lnTo>
                    <a:pt x="437703" y="98360"/>
                  </a:lnTo>
                  <a:lnTo>
                    <a:pt x="440981" y="101639"/>
                  </a:lnTo>
                  <a:lnTo>
                    <a:pt x="444260" y="106557"/>
                  </a:lnTo>
                  <a:lnTo>
                    <a:pt x="445900" y="108196"/>
                  </a:lnTo>
                  <a:lnTo>
                    <a:pt x="444260" y="111475"/>
                  </a:lnTo>
                  <a:lnTo>
                    <a:pt x="444260" y="113114"/>
                  </a:lnTo>
                  <a:lnTo>
                    <a:pt x="445900" y="108196"/>
                  </a:lnTo>
                  <a:lnTo>
                    <a:pt x="447539" y="109835"/>
                  </a:lnTo>
                  <a:lnTo>
                    <a:pt x="447539" y="106557"/>
                  </a:lnTo>
                  <a:lnTo>
                    <a:pt x="450818" y="106557"/>
                  </a:lnTo>
                  <a:lnTo>
                    <a:pt x="454096" y="106557"/>
                  </a:lnTo>
                  <a:lnTo>
                    <a:pt x="455736" y="106557"/>
                  </a:lnTo>
                  <a:lnTo>
                    <a:pt x="452457" y="103278"/>
                  </a:lnTo>
                  <a:lnTo>
                    <a:pt x="457375" y="103278"/>
                  </a:lnTo>
                  <a:lnTo>
                    <a:pt x="460654" y="106557"/>
                  </a:lnTo>
                  <a:lnTo>
                    <a:pt x="462293" y="111475"/>
                  </a:lnTo>
                  <a:lnTo>
                    <a:pt x="465572" y="114754"/>
                  </a:lnTo>
                  <a:lnTo>
                    <a:pt x="468850" y="116393"/>
                  </a:lnTo>
                  <a:lnTo>
                    <a:pt x="468850" y="116393"/>
                  </a:lnTo>
                  <a:lnTo>
                    <a:pt x="472129" y="116393"/>
                  </a:lnTo>
                  <a:lnTo>
                    <a:pt x="477047" y="116393"/>
                  </a:lnTo>
                  <a:lnTo>
                    <a:pt x="480326" y="119671"/>
                  </a:lnTo>
                  <a:lnTo>
                    <a:pt x="483604" y="122950"/>
                  </a:lnTo>
                  <a:lnTo>
                    <a:pt x="485244" y="127868"/>
                  </a:lnTo>
                  <a:lnTo>
                    <a:pt x="480326" y="131147"/>
                  </a:lnTo>
                  <a:lnTo>
                    <a:pt x="477047" y="132786"/>
                  </a:lnTo>
                  <a:lnTo>
                    <a:pt x="473768" y="134425"/>
                  </a:lnTo>
                  <a:lnTo>
                    <a:pt x="472129" y="139344"/>
                  </a:lnTo>
                  <a:lnTo>
                    <a:pt x="475408" y="136065"/>
                  </a:lnTo>
                  <a:lnTo>
                    <a:pt x="475408" y="139344"/>
                  </a:lnTo>
                  <a:lnTo>
                    <a:pt x="472129" y="142622"/>
                  </a:lnTo>
                  <a:lnTo>
                    <a:pt x="472129" y="144261"/>
                  </a:lnTo>
                  <a:lnTo>
                    <a:pt x="470490" y="145901"/>
                  </a:lnTo>
                  <a:lnTo>
                    <a:pt x="470490" y="147540"/>
                  </a:lnTo>
                  <a:lnTo>
                    <a:pt x="468850" y="152458"/>
                  </a:lnTo>
                  <a:lnTo>
                    <a:pt x="467211" y="155737"/>
                  </a:lnTo>
                  <a:lnTo>
                    <a:pt x="467211" y="159015"/>
                  </a:lnTo>
                  <a:lnTo>
                    <a:pt x="462293" y="159015"/>
                  </a:lnTo>
                  <a:lnTo>
                    <a:pt x="459014" y="159015"/>
                  </a:lnTo>
                  <a:lnTo>
                    <a:pt x="455736" y="159015"/>
                  </a:lnTo>
                  <a:lnTo>
                    <a:pt x="452457" y="157376"/>
                  </a:lnTo>
                  <a:lnTo>
                    <a:pt x="450818" y="157376"/>
                  </a:lnTo>
                  <a:lnTo>
                    <a:pt x="449178" y="159015"/>
                  </a:lnTo>
                  <a:lnTo>
                    <a:pt x="454096" y="162294"/>
                  </a:lnTo>
                  <a:lnTo>
                    <a:pt x="457375" y="163934"/>
                  </a:lnTo>
                  <a:lnTo>
                    <a:pt x="460654" y="163934"/>
                  </a:lnTo>
                  <a:lnTo>
                    <a:pt x="463932" y="167212"/>
                  </a:lnTo>
                  <a:lnTo>
                    <a:pt x="467211" y="163934"/>
                  </a:lnTo>
                  <a:lnTo>
                    <a:pt x="470490" y="163934"/>
                  </a:lnTo>
                  <a:lnTo>
                    <a:pt x="470490" y="167212"/>
                  </a:lnTo>
                  <a:lnTo>
                    <a:pt x="473768" y="163934"/>
                  </a:lnTo>
                  <a:lnTo>
                    <a:pt x="477047" y="160655"/>
                  </a:lnTo>
                  <a:lnTo>
                    <a:pt x="478686" y="159015"/>
                  </a:lnTo>
                  <a:lnTo>
                    <a:pt x="483604" y="159015"/>
                  </a:lnTo>
                  <a:lnTo>
                    <a:pt x="486883" y="159015"/>
                  </a:lnTo>
                  <a:lnTo>
                    <a:pt x="490162" y="160655"/>
                  </a:lnTo>
                  <a:lnTo>
                    <a:pt x="493440" y="162294"/>
                  </a:lnTo>
                  <a:lnTo>
                    <a:pt x="495080" y="162294"/>
                  </a:lnTo>
                  <a:lnTo>
                    <a:pt x="496719" y="160655"/>
                  </a:lnTo>
                  <a:lnTo>
                    <a:pt x="499998" y="157376"/>
                  </a:lnTo>
                  <a:lnTo>
                    <a:pt x="504916" y="157376"/>
                  </a:lnTo>
                  <a:lnTo>
                    <a:pt x="508194" y="159015"/>
                  </a:lnTo>
                  <a:lnTo>
                    <a:pt x="511473" y="160655"/>
                  </a:lnTo>
                  <a:lnTo>
                    <a:pt x="513112" y="162294"/>
                  </a:lnTo>
                  <a:lnTo>
                    <a:pt x="513112" y="162294"/>
                  </a:lnTo>
                  <a:lnTo>
                    <a:pt x="514752" y="163934"/>
                  </a:lnTo>
                  <a:lnTo>
                    <a:pt x="518031" y="168851"/>
                  </a:lnTo>
                  <a:lnTo>
                    <a:pt x="519670" y="172130"/>
                  </a:lnTo>
                  <a:lnTo>
                    <a:pt x="518031" y="175409"/>
                  </a:lnTo>
                  <a:lnTo>
                    <a:pt x="514752" y="177048"/>
                  </a:lnTo>
                  <a:lnTo>
                    <a:pt x="514752" y="177048"/>
                  </a:lnTo>
                  <a:lnTo>
                    <a:pt x="513112" y="180327"/>
                  </a:lnTo>
                  <a:lnTo>
                    <a:pt x="509834" y="183605"/>
                  </a:lnTo>
                  <a:lnTo>
                    <a:pt x="506555" y="186884"/>
                  </a:lnTo>
                  <a:lnTo>
                    <a:pt x="501637" y="188524"/>
                  </a:lnTo>
                  <a:lnTo>
                    <a:pt x="498358" y="191802"/>
                  </a:lnTo>
                  <a:lnTo>
                    <a:pt x="498358" y="193442"/>
                  </a:lnTo>
                  <a:lnTo>
                    <a:pt x="495080" y="193442"/>
                  </a:lnTo>
                  <a:lnTo>
                    <a:pt x="491801" y="193442"/>
                  </a:lnTo>
                  <a:lnTo>
                    <a:pt x="490162" y="198360"/>
                  </a:lnTo>
                  <a:lnTo>
                    <a:pt x="488522" y="201638"/>
                  </a:lnTo>
                  <a:lnTo>
                    <a:pt x="485244" y="204917"/>
                  </a:lnTo>
                  <a:lnTo>
                    <a:pt x="483604" y="208195"/>
                  </a:lnTo>
                  <a:lnTo>
                    <a:pt x="486883" y="213114"/>
                  </a:lnTo>
                  <a:lnTo>
                    <a:pt x="488522" y="216392"/>
                  </a:lnTo>
                  <a:lnTo>
                    <a:pt x="486883" y="219671"/>
                  </a:lnTo>
                  <a:lnTo>
                    <a:pt x="490162" y="224589"/>
                  </a:lnTo>
                  <a:lnTo>
                    <a:pt x="493440" y="221310"/>
                  </a:lnTo>
                  <a:lnTo>
                    <a:pt x="498358" y="222950"/>
                  </a:lnTo>
                  <a:lnTo>
                    <a:pt x="499998" y="224589"/>
                  </a:lnTo>
                  <a:lnTo>
                    <a:pt x="498358" y="229507"/>
                  </a:lnTo>
                  <a:lnTo>
                    <a:pt x="496719" y="232786"/>
                  </a:lnTo>
                  <a:lnTo>
                    <a:pt x="493440" y="232786"/>
                  </a:lnTo>
                  <a:lnTo>
                    <a:pt x="490162" y="236064"/>
                  </a:lnTo>
                  <a:lnTo>
                    <a:pt x="486883" y="236064"/>
                  </a:lnTo>
                  <a:lnTo>
                    <a:pt x="481965" y="240982"/>
                  </a:lnTo>
                  <a:lnTo>
                    <a:pt x="478686" y="239343"/>
                  </a:lnTo>
                  <a:lnTo>
                    <a:pt x="475408" y="237704"/>
                  </a:lnTo>
                  <a:lnTo>
                    <a:pt x="473768" y="242622"/>
                  </a:lnTo>
                  <a:lnTo>
                    <a:pt x="470490" y="242622"/>
                  </a:lnTo>
                  <a:lnTo>
                    <a:pt x="465572" y="242622"/>
                  </a:lnTo>
                  <a:lnTo>
                    <a:pt x="463932" y="244261"/>
                  </a:lnTo>
                  <a:lnTo>
                    <a:pt x="463932" y="249179"/>
                  </a:lnTo>
                  <a:lnTo>
                    <a:pt x="465572" y="252458"/>
                  </a:lnTo>
                  <a:lnTo>
                    <a:pt x="465572" y="255737"/>
                  </a:lnTo>
                  <a:lnTo>
                    <a:pt x="465572" y="260654"/>
                  </a:lnTo>
                  <a:lnTo>
                    <a:pt x="467211" y="263933"/>
                  </a:lnTo>
                  <a:lnTo>
                    <a:pt x="463932" y="267212"/>
                  </a:lnTo>
                  <a:lnTo>
                    <a:pt x="459014" y="270491"/>
                  </a:lnTo>
                  <a:lnTo>
                    <a:pt x="459014" y="272130"/>
                  </a:lnTo>
                  <a:lnTo>
                    <a:pt x="455736" y="275408"/>
                  </a:lnTo>
                  <a:lnTo>
                    <a:pt x="455736" y="277048"/>
                  </a:lnTo>
                  <a:lnTo>
                    <a:pt x="459014" y="281966"/>
                  </a:lnTo>
                  <a:lnTo>
                    <a:pt x="462293" y="285244"/>
                  </a:lnTo>
                  <a:lnTo>
                    <a:pt x="463932" y="288523"/>
                  </a:lnTo>
                  <a:lnTo>
                    <a:pt x="467211" y="293441"/>
                  </a:lnTo>
                  <a:lnTo>
                    <a:pt x="470490" y="296720"/>
                  </a:lnTo>
                  <a:lnTo>
                    <a:pt x="473768" y="301638"/>
                  </a:lnTo>
                  <a:lnTo>
                    <a:pt x="477047" y="304917"/>
                  </a:lnTo>
                  <a:lnTo>
                    <a:pt x="480326" y="308195"/>
                  </a:lnTo>
                  <a:lnTo>
                    <a:pt x="483604" y="313113"/>
                  </a:lnTo>
                  <a:lnTo>
                    <a:pt x="483604" y="316392"/>
                  </a:lnTo>
                  <a:lnTo>
                    <a:pt x="485244" y="318031"/>
                  </a:lnTo>
                  <a:lnTo>
                    <a:pt x="483604" y="321310"/>
                  </a:lnTo>
                  <a:lnTo>
                    <a:pt x="481965" y="324588"/>
                  </a:lnTo>
                  <a:lnTo>
                    <a:pt x="478686" y="327867"/>
                  </a:lnTo>
                  <a:lnTo>
                    <a:pt x="473768" y="331146"/>
                  </a:lnTo>
                  <a:lnTo>
                    <a:pt x="470490" y="334425"/>
                  </a:lnTo>
                  <a:lnTo>
                    <a:pt x="470490" y="337703"/>
                  </a:lnTo>
                  <a:lnTo>
                    <a:pt x="465572" y="339342"/>
                  </a:lnTo>
                  <a:lnTo>
                    <a:pt x="462293" y="340982"/>
                  </a:lnTo>
                  <a:lnTo>
                    <a:pt x="460654" y="339342"/>
                  </a:lnTo>
                  <a:lnTo>
                    <a:pt x="457375" y="339342"/>
                  </a:lnTo>
                  <a:lnTo>
                    <a:pt x="455736" y="342621"/>
                  </a:lnTo>
                  <a:lnTo>
                    <a:pt x="452457" y="342621"/>
                  </a:lnTo>
                  <a:lnTo>
                    <a:pt x="449178" y="344261"/>
                  </a:lnTo>
                  <a:lnTo>
                    <a:pt x="449178" y="347539"/>
                  </a:lnTo>
                  <a:lnTo>
                    <a:pt x="444260" y="350818"/>
                  </a:lnTo>
                  <a:lnTo>
                    <a:pt x="440981" y="350818"/>
                  </a:lnTo>
                  <a:lnTo>
                    <a:pt x="437703" y="352457"/>
                  </a:lnTo>
                  <a:lnTo>
                    <a:pt x="434424" y="355736"/>
                  </a:lnTo>
                  <a:lnTo>
                    <a:pt x="429506" y="354097"/>
                  </a:lnTo>
                  <a:lnTo>
                    <a:pt x="426228" y="357375"/>
                  </a:lnTo>
                  <a:lnTo>
                    <a:pt x="422949" y="357375"/>
                  </a:lnTo>
                  <a:lnTo>
                    <a:pt x="418031" y="355736"/>
                  </a:lnTo>
                  <a:lnTo>
                    <a:pt x="414752" y="354097"/>
                  </a:lnTo>
                  <a:lnTo>
                    <a:pt x="411474" y="355736"/>
                  </a:lnTo>
                  <a:lnTo>
                    <a:pt x="408195" y="359015"/>
                  </a:lnTo>
                  <a:lnTo>
                    <a:pt x="404916" y="360654"/>
                  </a:lnTo>
                  <a:lnTo>
                    <a:pt x="401638" y="360654"/>
                  </a:lnTo>
                  <a:lnTo>
                    <a:pt x="399998" y="363932"/>
                  </a:lnTo>
                  <a:lnTo>
                    <a:pt x="399998" y="367211"/>
                  </a:lnTo>
                  <a:lnTo>
                    <a:pt x="399998" y="372129"/>
                  </a:lnTo>
                  <a:lnTo>
                    <a:pt x="399998" y="375408"/>
                  </a:lnTo>
                  <a:lnTo>
                    <a:pt x="398359" y="378687"/>
                  </a:lnTo>
                  <a:lnTo>
                    <a:pt x="395080" y="381965"/>
                  </a:lnTo>
                  <a:lnTo>
                    <a:pt x="391801" y="380326"/>
                  </a:lnTo>
                  <a:lnTo>
                    <a:pt x="388523" y="377047"/>
                  </a:lnTo>
                  <a:lnTo>
                    <a:pt x="385244" y="372129"/>
                  </a:lnTo>
                  <a:lnTo>
                    <a:pt x="381966" y="368851"/>
                  </a:lnTo>
                  <a:lnTo>
                    <a:pt x="380326" y="365572"/>
                  </a:lnTo>
                  <a:lnTo>
                    <a:pt x="375408" y="363932"/>
                  </a:lnTo>
                  <a:lnTo>
                    <a:pt x="373769" y="367211"/>
                  </a:lnTo>
                  <a:lnTo>
                    <a:pt x="368851" y="367211"/>
                  </a:lnTo>
                  <a:lnTo>
                    <a:pt x="365572" y="363932"/>
                  </a:lnTo>
                  <a:lnTo>
                    <a:pt x="362294" y="365572"/>
                  </a:lnTo>
                  <a:lnTo>
                    <a:pt x="357375" y="363932"/>
                  </a:lnTo>
                  <a:lnTo>
                    <a:pt x="354097" y="365572"/>
                  </a:lnTo>
                  <a:lnTo>
                    <a:pt x="350818" y="367211"/>
                  </a:lnTo>
                  <a:lnTo>
                    <a:pt x="349179" y="362294"/>
                  </a:lnTo>
                  <a:lnTo>
                    <a:pt x="347539" y="359015"/>
                  </a:lnTo>
                  <a:lnTo>
                    <a:pt x="344261" y="355736"/>
                  </a:lnTo>
                  <a:lnTo>
                    <a:pt x="340982" y="355736"/>
                  </a:lnTo>
                  <a:lnTo>
                    <a:pt x="336064" y="355736"/>
                  </a:lnTo>
                  <a:lnTo>
                    <a:pt x="332785" y="355736"/>
                  </a:lnTo>
                  <a:lnTo>
                    <a:pt x="329507" y="357375"/>
                  </a:lnTo>
                  <a:lnTo>
                    <a:pt x="327867" y="352457"/>
                  </a:lnTo>
                  <a:lnTo>
                    <a:pt x="327867" y="352457"/>
                  </a:lnTo>
                  <a:lnTo>
                    <a:pt x="322949" y="349179"/>
                  </a:lnTo>
                  <a:lnTo>
                    <a:pt x="321310" y="352457"/>
                  </a:lnTo>
                  <a:lnTo>
                    <a:pt x="324589" y="357375"/>
                  </a:lnTo>
                  <a:lnTo>
                    <a:pt x="326228" y="360654"/>
                  </a:lnTo>
                  <a:lnTo>
                    <a:pt x="329507" y="363932"/>
                  </a:lnTo>
                  <a:lnTo>
                    <a:pt x="331146" y="367211"/>
                  </a:lnTo>
                  <a:lnTo>
                    <a:pt x="334425" y="372129"/>
                  </a:lnTo>
                  <a:lnTo>
                    <a:pt x="339343" y="373769"/>
                  </a:lnTo>
                  <a:lnTo>
                    <a:pt x="342621" y="377047"/>
                  </a:lnTo>
                  <a:lnTo>
                    <a:pt x="344261" y="381965"/>
                  </a:lnTo>
                  <a:lnTo>
                    <a:pt x="342621" y="385244"/>
                  </a:lnTo>
                  <a:lnTo>
                    <a:pt x="342621" y="388523"/>
                  </a:lnTo>
                  <a:lnTo>
                    <a:pt x="342621" y="391801"/>
                  </a:lnTo>
                  <a:lnTo>
                    <a:pt x="342621" y="396719"/>
                  </a:lnTo>
                  <a:lnTo>
                    <a:pt x="342621" y="399998"/>
                  </a:lnTo>
                  <a:lnTo>
                    <a:pt x="344261" y="403277"/>
                  </a:lnTo>
                  <a:lnTo>
                    <a:pt x="345900" y="408195"/>
                  </a:lnTo>
                  <a:lnTo>
                    <a:pt x="347539" y="411474"/>
                  </a:lnTo>
                  <a:lnTo>
                    <a:pt x="350818" y="414752"/>
                  </a:lnTo>
                  <a:lnTo>
                    <a:pt x="350818" y="419670"/>
                  </a:lnTo>
                  <a:lnTo>
                    <a:pt x="350818" y="422949"/>
                  </a:lnTo>
                  <a:lnTo>
                    <a:pt x="349179" y="426228"/>
                  </a:lnTo>
                  <a:lnTo>
                    <a:pt x="352457" y="429506"/>
                  </a:lnTo>
                  <a:lnTo>
                    <a:pt x="357375" y="431145"/>
                  </a:lnTo>
                  <a:lnTo>
                    <a:pt x="360654" y="431145"/>
                  </a:lnTo>
                  <a:lnTo>
                    <a:pt x="363933" y="431145"/>
                  </a:lnTo>
                  <a:lnTo>
                    <a:pt x="367211" y="431145"/>
                  </a:lnTo>
                  <a:lnTo>
                    <a:pt x="372129" y="431145"/>
                  </a:lnTo>
                  <a:lnTo>
                    <a:pt x="375408" y="432785"/>
                  </a:lnTo>
                  <a:lnTo>
                    <a:pt x="375408" y="436064"/>
                  </a:lnTo>
                  <a:lnTo>
                    <a:pt x="373769" y="439342"/>
                  </a:lnTo>
                  <a:lnTo>
                    <a:pt x="373769" y="440981"/>
                  </a:lnTo>
                  <a:lnTo>
                    <a:pt x="373769" y="444260"/>
                  </a:lnTo>
                  <a:lnTo>
                    <a:pt x="368851" y="444260"/>
                  </a:lnTo>
                  <a:lnTo>
                    <a:pt x="365572" y="445899"/>
                  </a:lnTo>
                  <a:lnTo>
                    <a:pt x="362294" y="449178"/>
                  </a:lnTo>
                  <a:lnTo>
                    <a:pt x="357375" y="452457"/>
                  </a:lnTo>
                  <a:lnTo>
                    <a:pt x="354097" y="450818"/>
                  </a:lnTo>
                  <a:lnTo>
                    <a:pt x="350818" y="452457"/>
                  </a:lnTo>
                  <a:lnTo>
                    <a:pt x="347539" y="455735"/>
                  </a:lnTo>
                  <a:lnTo>
                    <a:pt x="347539" y="459014"/>
                  </a:lnTo>
                  <a:lnTo>
                    <a:pt x="347539" y="463932"/>
                  </a:lnTo>
                  <a:lnTo>
                    <a:pt x="345900" y="467211"/>
                  </a:lnTo>
                  <a:lnTo>
                    <a:pt x="342621" y="470489"/>
                  </a:lnTo>
                  <a:lnTo>
                    <a:pt x="339343" y="473768"/>
                  </a:lnTo>
                  <a:lnTo>
                    <a:pt x="336064" y="477047"/>
                  </a:lnTo>
                  <a:lnTo>
                    <a:pt x="336064" y="473768"/>
                  </a:lnTo>
                  <a:lnTo>
                    <a:pt x="332785" y="473768"/>
                  </a:lnTo>
                  <a:lnTo>
                    <a:pt x="329507" y="475408"/>
                  </a:lnTo>
                  <a:lnTo>
                    <a:pt x="327867" y="480325"/>
                  </a:lnTo>
                  <a:lnTo>
                    <a:pt x="322949" y="481965"/>
                  </a:lnTo>
                  <a:lnTo>
                    <a:pt x="319671" y="483604"/>
                  </a:lnTo>
                  <a:lnTo>
                    <a:pt x="316392" y="483604"/>
                  </a:lnTo>
                  <a:lnTo>
                    <a:pt x="313113" y="486883"/>
                  </a:lnTo>
                  <a:lnTo>
                    <a:pt x="311474" y="486883"/>
                  </a:lnTo>
                  <a:lnTo>
                    <a:pt x="306556" y="488522"/>
                  </a:lnTo>
                  <a:lnTo>
                    <a:pt x="304917" y="491801"/>
                  </a:lnTo>
                  <a:lnTo>
                    <a:pt x="304917" y="495079"/>
                  </a:lnTo>
                  <a:lnTo>
                    <a:pt x="301638" y="498358"/>
                  </a:lnTo>
                  <a:lnTo>
                    <a:pt x="296720" y="499998"/>
                  </a:lnTo>
                  <a:lnTo>
                    <a:pt x="295081" y="504916"/>
                  </a:lnTo>
                  <a:lnTo>
                    <a:pt x="293441" y="508194"/>
                  </a:lnTo>
                  <a:lnTo>
                    <a:pt x="290163" y="509834"/>
                  </a:lnTo>
                  <a:lnTo>
                    <a:pt x="288523" y="506555"/>
                  </a:lnTo>
                  <a:lnTo>
                    <a:pt x="290163" y="501637"/>
                  </a:lnTo>
                  <a:lnTo>
                    <a:pt x="291802" y="498358"/>
                  </a:lnTo>
                  <a:lnTo>
                    <a:pt x="286884" y="495079"/>
                  </a:lnTo>
                  <a:lnTo>
                    <a:pt x="283605" y="495079"/>
                  </a:lnTo>
                  <a:lnTo>
                    <a:pt x="280327" y="496719"/>
                  </a:lnTo>
                  <a:lnTo>
                    <a:pt x="277048" y="499998"/>
                  </a:lnTo>
                  <a:lnTo>
                    <a:pt x="273769" y="503276"/>
                  </a:lnTo>
                  <a:lnTo>
                    <a:pt x="268851" y="504916"/>
                  </a:lnTo>
                  <a:lnTo>
                    <a:pt x="265573" y="504916"/>
                  </a:lnTo>
                  <a:lnTo>
                    <a:pt x="262294" y="504916"/>
                  </a:lnTo>
                  <a:lnTo>
                    <a:pt x="259015" y="503276"/>
                  </a:lnTo>
                  <a:lnTo>
                    <a:pt x="254097" y="499998"/>
                  </a:lnTo>
                  <a:lnTo>
                    <a:pt x="250819" y="496719"/>
                  </a:lnTo>
                  <a:lnTo>
                    <a:pt x="245901" y="491801"/>
                  </a:lnTo>
                  <a:lnTo>
                    <a:pt x="242622" y="488522"/>
                  </a:lnTo>
                  <a:lnTo>
                    <a:pt x="239343" y="485244"/>
                  </a:lnTo>
                  <a:lnTo>
                    <a:pt x="239343" y="485244"/>
                  </a:lnTo>
                  <a:lnTo>
                    <a:pt x="237704" y="480325"/>
                  </a:lnTo>
                  <a:lnTo>
                    <a:pt x="237704" y="477047"/>
                  </a:lnTo>
                  <a:lnTo>
                    <a:pt x="236064" y="473768"/>
                  </a:lnTo>
                  <a:lnTo>
                    <a:pt x="236064" y="470489"/>
                  </a:lnTo>
                  <a:lnTo>
                    <a:pt x="234425" y="465572"/>
                  </a:lnTo>
                  <a:lnTo>
                    <a:pt x="234425" y="462293"/>
                  </a:lnTo>
                  <a:lnTo>
                    <a:pt x="232786" y="459014"/>
                  </a:lnTo>
                  <a:lnTo>
                    <a:pt x="231147" y="454096"/>
                  </a:lnTo>
                  <a:lnTo>
                    <a:pt x="229507" y="450818"/>
                  </a:lnTo>
                  <a:lnTo>
                    <a:pt x="229507" y="449178"/>
                  </a:lnTo>
                  <a:lnTo>
                    <a:pt x="229507" y="445899"/>
                  </a:lnTo>
                  <a:lnTo>
                    <a:pt x="227868" y="440981"/>
                  </a:lnTo>
                  <a:lnTo>
                    <a:pt x="226229" y="437703"/>
                  </a:lnTo>
                  <a:lnTo>
                    <a:pt x="227868" y="434424"/>
                  </a:lnTo>
                  <a:lnTo>
                    <a:pt x="224589" y="431145"/>
                  </a:lnTo>
                  <a:lnTo>
                    <a:pt x="221310" y="427867"/>
                  </a:lnTo>
                  <a:lnTo>
                    <a:pt x="218032" y="422949"/>
                  </a:lnTo>
                  <a:lnTo>
                    <a:pt x="214753" y="419670"/>
                  </a:lnTo>
                  <a:lnTo>
                    <a:pt x="213114" y="416391"/>
                  </a:lnTo>
                  <a:lnTo>
                    <a:pt x="208196" y="414752"/>
                  </a:lnTo>
                  <a:lnTo>
                    <a:pt x="204917" y="413113"/>
                  </a:lnTo>
                  <a:lnTo>
                    <a:pt x="203278" y="414752"/>
                  </a:lnTo>
                  <a:lnTo>
                    <a:pt x="203278" y="411474"/>
                  </a:lnTo>
                  <a:lnTo>
                    <a:pt x="206557" y="406555"/>
                  </a:lnTo>
                  <a:lnTo>
                    <a:pt x="211474" y="403277"/>
                  </a:lnTo>
                  <a:lnTo>
                    <a:pt x="216392" y="398359"/>
                  </a:lnTo>
                  <a:lnTo>
                    <a:pt x="219671" y="395080"/>
                  </a:lnTo>
                  <a:lnTo>
                    <a:pt x="221310" y="395080"/>
                  </a:lnTo>
                  <a:lnTo>
                    <a:pt x="222950" y="390162"/>
                  </a:lnTo>
                  <a:lnTo>
                    <a:pt x="224589" y="386884"/>
                  </a:lnTo>
                  <a:lnTo>
                    <a:pt x="221310" y="383605"/>
                  </a:lnTo>
                  <a:lnTo>
                    <a:pt x="219671" y="380326"/>
                  </a:lnTo>
                  <a:lnTo>
                    <a:pt x="218032" y="377047"/>
                  </a:lnTo>
                  <a:lnTo>
                    <a:pt x="214753" y="373769"/>
                  </a:lnTo>
                  <a:lnTo>
                    <a:pt x="211474" y="370490"/>
                  </a:lnTo>
                  <a:lnTo>
                    <a:pt x="209835" y="367211"/>
                  </a:lnTo>
                  <a:lnTo>
                    <a:pt x="209835" y="362294"/>
                  </a:lnTo>
                  <a:lnTo>
                    <a:pt x="209835" y="360654"/>
                  </a:lnTo>
                  <a:lnTo>
                    <a:pt x="208196" y="359015"/>
                  </a:lnTo>
                  <a:lnTo>
                    <a:pt x="206557" y="354097"/>
                  </a:lnTo>
                  <a:lnTo>
                    <a:pt x="204917" y="350818"/>
                  </a:lnTo>
                  <a:lnTo>
                    <a:pt x="206557" y="347539"/>
                  </a:lnTo>
                  <a:lnTo>
                    <a:pt x="206557" y="342621"/>
                  </a:lnTo>
                  <a:lnTo>
                    <a:pt x="203278" y="339342"/>
                  </a:lnTo>
                  <a:lnTo>
                    <a:pt x="204917" y="336064"/>
                  </a:lnTo>
                  <a:lnTo>
                    <a:pt x="204917" y="331146"/>
                  </a:lnTo>
                  <a:lnTo>
                    <a:pt x="206557" y="327867"/>
                  </a:lnTo>
                  <a:lnTo>
                    <a:pt x="206557" y="324588"/>
                  </a:lnTo>
                  <a:lnTo>
                    <a:pt x="206557" y="321310"/>
                  </a:lnTo>
                  <a:lnTo>
                    <a:pt x="206557" y="318031"/>
                  </a:lnTo>
                  <a:lnTo>
                    <a:pt x="206557" y="314752"/>
                  </a:lnTo>
                  <a:lnTo>
                    <a:pt x="206557" y="311474"/>
                  </a:lnTo>
                  <a:lnTo>
                    <a:pt x="206557" y="309835"/>
                  </a:lnTo>
                  <a:lnTo>
                    <a:pt x="206557" y="306556"/>
                  </a:lnTo>
                  <a:lnTo>
                    <a:pt x="206557" y="301638"/>
                  </a:lnTo>
                  <a:lnTo>
                    <a:pt x="206557" y="301638"/>
                  </a:lnTo>
                  <a:lnTo>
                    <a:pt x="209835" y="298359"/>
                  </a:lnTo>
                  <a:lnTo>
                    <a:pt x="214753" y="295081"/>
                  </a:lnTo>
                  <a:lnTo>
                    <a:pt x="214753" y="291802"/>
                  </a:lnTo>
                  <a:lnTo>
                    <a:pt x="213114" y="286884"/>
                  </a:lnTo>
                  <a:lnTo>
                    <a:pt x="214753" y="283605"/>
                  </a:lnTo>
                  <a:lnTo>
                    <a:pt x="218032" y="280327"/>
                  </a:lnTo>
                  <a:lnTo>
                    <a:pt x="221310" y="275408"/>
                  </a:lnTo>
                  <a:lnTo>
                    <a:pt x="222950" y="272130"/>
                  </a:lnTo>
                  <a:lnTo>
                    <a:pt x="221310" y="268851"/>
                  </a:lnTo>
                  <a:lnTo>
                    <a:pt x="222950" y="265572"/>
                  </a:lnTo>
                  <a:lnTo>
                    <a:pt x="221310" y="265572"/>
                  </a:lnTo>
                  <a:lnTo>
                    <a:pt x="216392" y="262294"/>
                  </a:lnTo>
                  <a:lnTo>
                    <a:pt x="213114" y="260654"/>
                  </a:lnTo>
                  <a:lnTo>
                    <a:pt x="209835" y="260654"/>
                  </a:lnTo>
                  <a:lnTo>
                    <a:pt x="206557" y="260654"/>
                  </a:lnTo>
                  <a:lnTo>
                    <a:pt x="201638" y="263933"/>
                  </a:lnTo>
                  <a:lnTo>
                    <a:pt x="198360" y="263933"/>
                  </a:lnTo>
                  <a:lnTo>
                    <a:pt x="195081" y="263933"/>
                  </a:lnTo>
                  <a:lnTo>
                    <a:pt x="190163" y="265572"/>
                  </a:lnTo>
                  <a:lnTo>
                    <a:pt x="186884" y="265572"/>
                  </a:lnTo>
                  <a:lnTo>
                    <a:pt x="183606" y="265572"/>
                  </a:lnTo>
                  <a:lnTo>
                    <a:pt x="180327" y="267212"/>
                  </a:lnTo>
                  <a:lnTo>
                    <a:pt x="175409" y="267212"/>
                  </a:lnTo>
                  <a:lnTo>
                    <a:pt x="172130" y="265572"/>
                  </a:lnTo>
                  <a:lnTo>
                    <a:pt x="168852" y="265572"/>
                  </a:lnTo>
                  <a:lnTo>
                    <a:pt x="165573" y="265572"/>
                  </a:lnTo>
                  <a:lnTo>
                    <a:pt x="160655" y="263933"/>
                  </a:lnTo>
                  <a:lnTo>
                    <a:pt x="157376" y="267212"/>
                  </a:lnTo>
                  <a:lnTo>
                    <a:pt x="154098" y="270491"/>
                  </a:lnTo>
                  <a:lnTo>
                    <a:pt x="149180" y="267212"/>
                  </a:lnTo>
                  <a:lnTo>
                    <a:pt x="145901" y="268851"/>
                  </a:lnTo>
                  <a:lnTo>
                    <a:pt x="142622" y="265572"/>
                  </a:lnTo>
                  <a:lnTo>
                    <a:pt x="142622" y="263933"/>
                  </a:lnTo>
                  <a:lnTo>
                    <a:pt x="139344" y="259015"/>
                  </a:lnTo>
                  <a:lnTo>
                    <a:pt x="137704" y="255737"/>
                  </a:lnTo>
                  <a:lnTo>
                    <a:pt x="134426" y="250818"/>
                  </a:lnTo>
                  <a:lnTo>
                    <a:pt x="132786" y="247540"/>
                  </a:lnTo>
                  <a:lnTo>
                    <a:pt x="129508" y="244261"/>
                  </a:lnTo>
                  <a:lnTo>
                    <a:pt x="126229" y="239343"/>
                  </a:lnTo>
                  <a:lnTo>
                    <a:pt x="124590" y="237704"/>
                  </a:lnTo>
                  <a:lnTo>
                    <a:pt x="122950" y="232786"/>
                  </a:lnTo>
                  <a:lnTo>
                    <a:pt x="121311" y="231147"/>
                  </a:lnTo>
                  <a:lnTo>
                    <a:pt x="119672" y="231147"/>
                  </a:lnTo>
                  <a:lnTo>
                    <a:pt x="116393" y="231147"/>
                  </a:lnTo>
                  <a:lnTo>
                    <a:pt x="113114" y="232786"/>
                  </a:lnTo>
                  <a:lnTo>
                    <a:pt x="109836" y="229507"/>
                  </a:lnTo>
                  <a:lnTo>
                    <a:pt x="104917" y="227868"/>
                  </a:lnTo>
                  <a:lnTo>
                    <a:pt x="101639" y="226228"/>
                  </a:lnTo>
                  <a:lnTo>
                    <a:pt x="98360" y="226228"/>
                  </a:lnTo>
                  <a:lnTo>
                    <a:pt x="93442" y="226228"/>
                  </a:lnTo>
                  <a:lnTo>
                    <a:pt x="90164" y="227868"/>
                  </a:lnTo>
                  <a:lnTo>
                    <a:pt x="86885" y="229507"/>
                  </a:lnTo>
                  <a:lnTo>
                    <a:pt x="81967" y="229507"/>
                  </a:lnTo>
                  <a:lnTo>
                    <a:pt x="78688" y="229507"/>
                  </a:lnTo>
                  <a:lnTo>
                    <a:pt x="75410" y="229507"/>
                  </a:lnTo>
                  <a:lnTo>
                    <a:pt x="70492" y="227868"/>
                  </a:lnTo>
                  <a:lnTo>
                    <a:pt x="67213" y="229507"/>
                  </a:lnTo>
                  <a:lnTo>
                    <a:pt x="62295" y="226228"/>
                  </a:lnTo>
                  <a:lnTo>
                    <a:pt x="59016" y="227868"/>
                  </a:lnTo>
                  <a:lnTo>
                    <a:pt x="55737" y="229507"/>
                  </a:lnTo>
                  <a:lnTo>
                    <a:pt x="50820" y="229507"/>
                  </a:lnTo>
                  <a:lnTo>
                    <a:pt x="50820" y="229507"/>
                  </a:lnTo>
                  <a:lnTo>
                    <a:pt x="45901" y="226228"/>
                  </a:lnTo>
                  <a:lnTo>
                    <a:pt x="45901" y="226228"/>
                  </a:lnTo>
                  <a:lnTo>
                    <a:pt x="44262" y="222950"/>
                  </a:lnTo>
                  <a:lnTo>
                    <a:pt x="42623" y="219671"/>
                  </a:lnTo>
                  <a:lnTo>
                    <a:pt x="42623" y="218032"/>
                  </a:lnTo>
                  <a:lnTo>
                    <a:pt x="42623" y="214753"/>
                  </a:lnTo>
                  <a:lnTo>
                    <a:pt x="39344" y="211474"/>
                  </a:lnTo>
                  <a:lnTo>
                    <a:pt x="36065" y="211474"/>
                  </a:lnTo>
                  <a:lnTo>
                    <a:pt x="34426" y="211474"/>
                  </a:lnTo>
                  <a:lnTo>
                    <a:pt x="31147" y="208195"/>
                  </a:lnTo>
                  <a:lnTo>
                    <a:pt x="32787" y="204917"/>
                  </a:lnTo>
                  <a:lnTo>
                    <a:pt x="31147" y="199999"/>
                  </a:lnTo>
                  <a:lnTo>
                    <a:pt x="32787" y="196720"/>
                  </a:lnTo>
                  <a:lnTo>
                    <a:pt x="32787" y="193442"/>
                  </a:lnTo>
                  <a:lnTo>
                    <a:pt x="32787" y="190163"/>
                  </a:lnTo>
                  <a:lnTo>
                    <a:pt x="34426" y="186884"/>
                  </a:lnTo>
                  <a:lnTo>
                    <a:pt x="37705" y="183605"/>
                  </a:lnTo>
                  <a:lnTo>
                    <a:pt x="37705" y="180327"/>
                  </a:lnTo>
                  <a:lnTo>
                    <a:pt x="36065" y="175409"/>
                  </a:lnTo>
                  <a:lnTo>
                    <a:pt x="36065" y="172130"/>
                  </a:lnTo>
                  <a:lnTo>
                    <a:pt x="36065" y="168851"/>
                  </a:lnTo>
                  <a:lnTo>
                    <a:pt x="34426" y="168851"/>
                  </a:lnTo>
                  <a:lnTo>
                    <a:pt x="31147" y="163934"/>
                  </a:lnTo>
                  <a:lnTo>
                    <a:pt x="29508" y="160655"/>
                  </a:lnTo>
                  <a:lnTo>
                    <a:pt x="26229" y="157376"/>
                  </a:lnTo>
                  <a:lnTo>
                    <a:pt x="26229" y="157376"/>
                  </a:lnTo>
                  <a:lnTo>
                    <a:pt x="26229" y="154098"/>
                  </a:lnTo>
                  <a:lnTo>
                    <a:pt x="24590" y="149180"/>
                  </a:lnTo>
                  <a:lnTo>
                    <a:pt x="24590" y="145901"/>
                  </a:lnTo>
                  <a:lnTo>
                    <a:pt x="22951" y="142622"/>
                  </a:lnTo>
                  <a:lnTo>
                    <a:pt x="22951" y="137704"/>
                  </a:lnTo>
                  <a:lnTo>
                    <a:pt x="22951" y="137704"/>
                  </a:lnTo>
                  <a:lnTo>
                    <a:pt x="22951" y="136065"/>
                  </a:lnTo>
                  <a:lnTo>
                    <a:pt x="19672" y="134425"/>
                  </a:lnTo>
                  <a:lnTo>
                    <a:pt x="16393" y="136065"/>
                  </a:lnTo>
                  <a:lnTo>
                    <a:pt x="16393" y="131147"/>
                  </a:lnTo>
                  <a:lnTo>
                    <a:pt x="14754" y="127868"/>
                  </a:lnTo>
                  <a:lnTo>
                    <a:pt x="11475" y="131147"/>
                  </a:lnTo>
                  <a:lnTo>
                    <a:pt x="6557" y="132786"/>
                  </a:lnTo>
                  <a:lnTo>
                    <a:pt x="3279" y="134425"/>
                  </a:lnTo>
                  <a:lnTo>
                    <a:pt x="0" y="13442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1" name="Freeform 2850">
              <a:extLst>
                <a:ext uri="{FF2B5EF4-FFF2-40B4-BE49-F238E27FC236}">
                  <a16:creationId xmlns:a16="http://schemas.microsoft.com/office/drawing/2014/main" id="{519B855E-680A-8848-9C6C-73B59870796D}"/>
                </a:ext>
              </a:extLst>
            </p:cNvPr>
            <p:cNvSpPr/>
            <p:nvPr/>
          </p:nvSpPr>
          <p:spPr>
            <a:xfrm>
              <a:off x="3000932" y="3744406"/>
              <a:ext cx="11475" cy="3278"/>
            </a:xfrm>
            <a:custGeom>
              <a:avLst/>
              <a:gdLst>
                <a:gd name="connsiteX0" fmla="*/ 11475 w 11475"/>
                <a:gd name="connsiteY0" fmla="*/ 3279 h 3278"/>
                <a:gd name="connsiteX1" fmla="*/ 6557 w 11475"/>
                <a:gd name="connsiteY1" fmla="*/ 3279 h 3278"/>
                <a:gd name="connsiteX2" fmla="*/ 3279 w 11475"/>
                <a:gd name="connsiteY2" fmla="*/ 1639 h 3278"/>
                <a:gd name="connsiteX3" fmla="*/ 0 w 11475"/>
                <a:gd name="connsiteY3" fmla="*/ 1639 h 3278"/>
                <a:gd name="connsiteX4" fmla="*/ 3279 w 11475"/>
                <a:gd name="connsiteY4" fmla="*/ 0 h 3278"/>
                <a:gd name="connsiteX5" fmla="*/ 8197 w 11475"/>
                <a:gd name="connsiteY5" fmla="*/ 0 h 3278"/>
                <a:gd name="connsiteX6" fmla="*/ 11475 w 11475"/>
                <a:gd name="connsiteY6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11475" y="3279"/>
                  </a:moveTo>
                  <a:lnTo>
                    <a:pt x="6557" y="3279"/>
                  </a:lnTo>
                  <a:lnTo>
                    <a:pt x="3279" y="1639"/>
                  </a:lnTo>
                  <a:lnTo>
                    <a:pt x="0" y="1639"/>
                  </a:lnTo>
                  <a:lnTo>
                    <a:pt x="3279" y="0"/>
                  </a:lnTo>
                  <a:lnTo>
                    <a:pt x="8197" y="0"/>
                  </a:lnTo>
                  <a:lnTo>
                    <a:pt x="11475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2" name="Freeform 2851">
              <a:extLst>
                <a:ext uri="{FF2B5EF4-FFF2-40B4-BE49-F238E27FC236}">
                  <a16:creationId xmlns:a16="http://schemas.microsoft.com/office/drawing/2014/main" id="{72DCDD69-9872-7648-9DA7-F02AC6FC2510}"/>
                </a:ext>
              </a:extLst>
            </p:cNvPr>
            <p:cNvSpPr/>
            <p:nvPr/>
          </p:nvSpPr>
          <p:spPr>
            <a:xfrm>
              <a:off x="3015686" y="3732931"/>
              <a:ext cx="9835" cy="6557"/>
            </a:xfrm>
            <a:custGeom>
              <a:avLst/>
              <a:gdLst>
                <a:gd name="connsiteX0" fmla="*/ 0 w 9835"/>
                <a:gd name="connsiteY0" fmla="*/ 6557 h 6557"/>
                <a:gd name="connsiteX1" fmla="*/ 1639 w 9835"/>
                <a:gd name="connsiteY1" fmla="*/ 3278 h 6557"/>
                <a:gd name="connsiteX2" fmla="*/ 6557 w 9835"/>
                <a:gd name="connsiteY2" fmla="*/ 0 h 6557"/>
                <a:gd name="connsiteX3" fmla="*/ 9836 w 9835"/>
                <a:gd name="connsiteY3" fmla="*/ 0 h 6557"/>
                <a:gd name="connsiteX4" fmla="*/ 8197 w 9835"/>
                <a:gd name="connsiteY4" fmla="*/ 4918 h 6557"/>
                <a:gd name="connsiteX5" fmla="*/ 3279 w 9835"/>
                <a:gd name="connsiteY5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5" h="6557">
                  <a:moveTo>
                    <a:pt x="0" y="6557"/>
                  </a:moveTo>
                  <a:lnTo>
                    <a:pt x="1639" y="3278"/>
                  </a:lnTo>
                  <a:lnTo>
                    <a:pt x="6557" y="0"/>
                  </a:lnTo>
                  <a:lnTo>
                    <a:pt x="9836" y="0"/>
                  </a:lnTo>
                  <a:lnTo>
                    <a:pt x="8197" y="4918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3" name="Freeform 2852">
              <a:extLst>
                <a:ext uri="{FF2B5EF4-FFF2-40B4-BE49-F238E27FC236}">
                  <a16:creationId xmlns:a16="http://schemas.microsoft.com/office/drawing/2014/main" id="{A5DCE1D2-336C-A145-9B39-D2877EEE449D}"/>
                </a:ext>
              </a:extLst>
            </p:cNvPr>
            <p:cNvSpPr/>
            <p:nvPr/>
          </p:nvSpPr>
          <p:spPr>
            <a:xfrm>
              <a:off x="3014046" y="3742767"/>
              <a:ext cx="6557" cy="4918"/>
            </a:xfrm>
            <a:custGeom>
              <a:avLst/>
              <a:gdLst>
                <a:gd name="connsiteX0" fmla="*/ 3279 w 6557"/>
                <a:gd name="connsiteY0" fmla="*/ 4918 h 4918"/>
                <a:gd name="connsiteX1" fmla="*/ 0 w 6557"/>
                <a:gd name="connsiteY1" fmla="*/ 1639 h 4918"/>
                <a:gd name="connsiteX2" fmla="*/ 3279 w 6557"/>
                <a:gd name="connsiteY2" fmla="*/ 0 h 4918"/>
                <a:gd name="connsiteX3" fmla="*/ 6557 w 6557"/>
                <a:gd name="connsiteY3" fmla="*/ 0 h 4918"/>
                <a:gd name="connsiteX4" fmla="*/ 6557 w 6557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8">
                  <a:moveTo>
                    <a:pt x="3279" y="4918"/>
                  </a:moveTo>
                  <a:lnTo>
                    <a:pt x="0" y="1639"/>
                  </a:lnTo>
                  <a:lnTo>
                    <a:pt x="3279" y="0"/>
                  </a:lnTo>
                  <a:lnTo>
                    <a:pt x="6557" y="0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4" name="Freeform 2853">
              <a:extLst>
                <a:ext uri="{FF2B5EF4-FFF2-40B4-BE49-F238E27FC236}">
                  <a16:creationId xmlns:a16="http://schemas.microsoft.com/office/drawing/2014/main" id="{E91A99ED-1124-6245-9177-6AC9F3076DBD}"/>
                </a:ext>
              </a:extLst>
            </p:cNvPr>
            <p:cNvSpPr/>
            <p:nvPr/>
          </p:nvSpPr>
          <p:spPr>
            <a:xfrm>
              <a:off x="3015686" y="3737849"/>
              <a:ext cx="8196" cy="3278"/>
            </a:xfrm>
            <a:custGeom>
              <a:avLst/>
              <a:gdLst>
                <a:gd name="connsiteX0" fmla="*/ 4918 w 8196"/>
                <a:gd name="connsiteY0" fmla="*/ 3279 h 3278"/>
                <a:gd name="connsiteX1" fmla="*/ 0 w 8196"/>
                <a:gd name="connsiteY1" fmla="*/ 1639 h 3278"/>
                <a:gd name="connsiteX2" fmla="*/ 4918 w 8196"/>
                <a:gd name="connsiteY2" fmla="*/ 0 h 3278"/>
                <a:gd name="connsiteX3" fmla="*/ 8197 w 8196"/>
                <a:gd name="connsiteY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4918" y="3279"/>
                  </a:moveTo>
                  <a:lnTo>
                    <a:pt x="0" y="1639"/>
                  </a:lnTo>
                  <a:lnTo>
                    <a:pt x="4918" y="0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5" name="Freeform 2854">
              <a:extLst>
                <a:ext uri="{FF2B5EF4-FFF2-40B4-BE49-F238E27FC236}">
                  <a16:creationId xmlns:a16="http://schemas.microsoft.com/office/drawing/2014/main" id="{1027A7DD-71FC-2C44-9E8D-C97DF0CD5067}"/>
                </a:ext>
              </a:extLst>
            </p:cNvPr>
            <p:cNvSpPr/>
            <p:nvPr/>
          </p:nvSpPr>
          <p:spPr>
            <a:xfrm>
              <a:off x="3023883" y="3739489"/>
              <a:ext cx="4917" cy="3278"/>
            </a:xfrm>
            <a:custGeom>
              <a:avLst/>
              <a:gdLst>
                <a:gd name="connsiteX0" fmla="*/ 0 w 4917"/>
                <a:gd name="connsiteY0" fmla="*/ 3278 h 3278"/>
                <a:gd name="connsiteX1" fmla="*/ 0 w 4917"/>
                <a:gd name="connsiteY1" fmla="*/ 0 h 3278"/>
                <a:gd name="connsiteX2" fmla="*/ 4918 w 4917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0" y="3278"/>
                  </a:moveTo>
                  <a:lnTo>
                    <a:pt x="0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6" name="Freeform 2855">
              <a:extLst>
                <a:ext uri="{FF2B5EF4-FFF2-40B4-BE49-F238E27FC236}">
                  <a16:creationId xmlns:a16="http://schemas.microsoft.com/office/drawing/2014/main" id="{8F077A0F-AF5B-D04C-BC59-C725EEA5F844}"/>
                </a:ext>
              </a:extLst>
            </p:cNvPr>
            <p:cNvSpPr/>
            <p:nvPr/>
          </p:nvSpPr>
          <p:spPr>
            <a:xfrm>
              <a:off x="3022243" y="3726374"/>
              <a:ext cx="6557" cy="3278"/>
            </a:xfrm>
            <a:custGeom>
              <a:avLst/>
              <a:gdLst>
                <a:gd name="connsiteX0" fmla="*/ 3279 w 6557"/>
                <a:gd name="connsiteY0" fmla="*/ 3279 h 3278"/>
                <a:gd name="connsiteX1" fmla="*/ 0 w 6557"/>
                <a:gd name="connsiteY1" fmla="*/ 3279 h 3278"/>
                <a:gd name="connsiteX2" fmla="*/ 1639 w 6557"/>
                <a:gd name="connsiteY2" fmla="*/ 0 h 3278"/>
                <a:gd name="connsiteX3" fmla="*/ 6557 w 6557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3279" y="3279"/>
                  </a:moveTo>
                  <a:lnTo>
                    <a:pt x="0" y="3279"/>
                  </a:lnTo>
                  <a:lnTo>
                    <a:pt x="1639" y="0"/>
                  </a:lnTo>
                  <a:lnTo>
                    <a:pt x="65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7" name="Freeform 2856">
              <a:extLst>
                <a:ext uri="{FF2B5EF4-FFF2-40B4-BE49-F238E27FC236}">
                  <a16:creationId xmlns:a16="http://schemas.microsoft.com/office/drawing/2014/main" id="{AEAAEB3D-6B0E-D04F-B02B-29DB5484BD6C}"/>
                </a:ext>
              </a:extLst>
            </p:cNvPr>
            <p:cNvSpPr/>
            <p:nvPr/>
          </p:nvSpPr>
          <p:spPr>
            <a:xfrm>
              <a:off x="3025522" y="3716538"/>
              <a:ext cx="3278" cy="3278"/>
            </a:xfrm>
            <a:custGeom>
              <a:avLst/>
              <a:gdLst>
                <a:gd name="connsiteX0" fmla="*/ 1639 w 3278"/>
                <a:gd name="connsiteY0" fmla="*/ 3278 h 3278"/>
                <a:gd name="connsiteX1" fmla="*/ 0 w 3278"/>
                <a:gd name="connsiteY1" fmla="*/ 1639 h 3278"/>
                <a:gd name="connsiteX2" fmla="*/ 3279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1639" y="3278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8" name="Freeform 2857">
              <a:extLst>
                <a:ext uri="{FF2B5EF4-FFF2-40B4-BE49-F238E27FC236}">
                  <a16:creationId xmlns:a16="http://schemas.microsoft.com/office/drawing/2014/main" id="{D0C49CD4-C268-1A4C-9285-CC69389F2C24}"/>
                </a:ext>
              </a:extLst>
            </p:cNvPr>
            <p:cNvSpPr/>
            <p:nvPr/>
          </p:nvSpPr>
          <p:spPr>
            <a:xfrm>
              <a:off x="3018964" y="3721456"/>
              <a:ext cx="9835" cy="8196"/>
            </a:xfrm>
            <a:custGeom>
              <a:avLst/>
              <a:gdLst>
                <a:gd name="connsiteX0" fmla="*/ 9836 w 9835"/>
                <a:gd name="connsiteY0" fmla="*/ 0 h 8196"/>
                <a:gd name="connsiteX1" fmla="*/ 6557 w 9835"/>
                <a:gd name="connsiteY1" fmla="*/ 1639 h 8196"/>
                <a:gd name="connsiteX2" fmla="*/ 3279 w 9835"/>
                <a:gd name="connsiteY2" fmla="*/ 4918 h 8196"/>
                <a:gd name="connsiteX3" fmla="*/ 0 w 9835"/>
                <a:gd name="connsiteY3" fmla="*/ 8197 h 8196"/>
                <a:gd name="connsiteX4" fmla="*/ 1639 w 9835"/>
                <a:gd name="connsiteY4" fmla="*/ 4918 h 8196"/>
                <a:gd name="connsiteX5" fmla="*/ 4918 w 9835"/>
                <a:gd name="connsiteY5" fmla="*/ 163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5" h="8196">
                  <a:moveTo>
                    <a:pt x="9836" y="0"/>
                  </a:moveTo>
                  <a:lnTo>
                    <a:pt x="6557" y="1639"/>
                  </a:lnTo>
                  <a:lnTo>
                    <a:pt x="3279" y="4918"/>
                  </a:lnTo>
                  <a:lnTo>
                    <a:pt x="0" y="8197"/>
                  </a:lnTo>
                  <a:lnTo>
                    <a:pt x="1639" y="4918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9" name="Freeform 2858">
              <a:extLst>
                <a:ext uri="{FF2B5EF4-FFF2-40B4-BE49-F238E27FC236}">
                  <a16:creationId xmlns:a16="http://schemas.microsoft.com/office/drawing/2014/main" id="{BFF84C91-265E-F340-8687-4B77350CE1EE}"/>
                </a:ext>
              </a:extLst>
            </p:cNvPr>
            <p:cNvSpPr/>
            <p:nvPr/>
          </p:nvSpPr>
          <p:spPr>
            <a:xfrm>
              <a:off x="3028800" y="3716538"/>
              <a:ext cx="3278" cy="3278"/>
            </a:xfrm>
            <a:custGeom>
              <a:avLst/>
              <a:gdLst>
                <a:gd name="connsiteX0" fmla="*/ 0 w 3278"/>
                <a:gd name="connsiteY0" fmla="*/ 3278 h 3278"/>
                <a:gd name="connsiteX1" fmla="*/ 0 w 3278"/>
                <a:gd name="connsiteY1" fmla="*/ 1639 h 3278"/>
                <a:gd name="connsiteX2" fmla="*/ 3279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3278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0" name="Freeform 2859">
              <a:extLst>
                <a:ext uri="{FF2B5EF4-FFF2-40B4-BE49-F238E27FC236}">
                  <a16:creationId xmlns:a16="http://schemas.microsoft.com/office/drawing/2014/main" id="{52AD7689-7853-254F-8A39-013360184618}"/>
                </a:ext>
              </a:extLst>
            </p:cNvPr>
            <p:cNvSpPr/>
            <p:nvPr/>
          </p:nvSpPr>
          <p:spPr>
            <a:xfrm>
              <a:off x="4738629" y="3613260"/>
              <a:ext cx="3278" cy="1639"/>
            </a:xfrm>
            <a:custGeom>
              <a:avLst/>
              <a:gdLst>
                <a:gd name="connsiteX0" fmla="*/ 3278 w 3278"/>
                <a:gd name="connsiteY0" fmla="*/ 1639 h 1639"/>
                <a:gd name="connsiteX1" fmla="*/ 3278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8" y="1639"/>
                  </a:moveTo>
                  <a:lnTo>
                    <a:pt x="327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1" name="Freeform 2860">
              <a:extLst>
                <a:ext uri="{FF2B5EF4-FFF2-40B4-BE49-F238E27FC236}">
                  <a16:creationId xmlns:a16="http://schemas.microsoft.com/office/drawing/2014/main" id="{0843685A-4C07-4A4F-845D-01CD4B318D40}"/>
                </a:ext>
              </a:extLst>
            </p:cNvPr>
            <p:cNvSpPr/>
            <p:nvPr/>
          </p:nvSpPr>
          <p:spPr>
            <a:xfrm>
              <a:off x="4743547" y="3596866"/>
              <a:ext cx="3278" cy="3278"/>
            </a:xfrm>
            <a:custGeom>
              <a:avLst/>
              <a:gdLst>
                <a:gd name="connsiteX0" fmla="*/ 1639 w 3278"/>
                <a:gd name="connsiteY0" fmla="*/ 3279 h 3278"/>
                <a:gd name="connsiteX1" fmla="*/ 3279 w 3278"/>
                <a:gd name="connsiteY1" fmla="*/ 1639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1639" y="3279"/>
                  </a:move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2" name="Freeform 2861">
              <a:extLst>
                <a:ext uri="{FF2B5EF4-FFF2-40B4-BE49-F238E27FC236}">
                  <a16:creationId xmlns:a16="http://schemas.microsoft.com/office/drawing/2014/main" id="{03F7221D-A5D0-974F-9BB8-5208969F2207}"/>
                </a:ext>
              </a:extLst>
            </p:cNvPr>
            <p:cNvSpPr/>
            <p:nvPr/>
          </p:nvSpPr>
          <p:spPr>
            <a:xfrm>
              <a:off x="4745186" y="3629653"/>
              <a:ext cx="6557" cy="6557"/>
            </a:xfrm>
            <a:custGeom>
              <a:avLst/>
              <a:gdLst>
                <a:gd name="connsiteX0" fmla="*/ 3278 w 6557"/>
                <a:gd name="connsiteY0" fmla="*/ 6557 h 6557"/>
                <a:gd name="connsiteX1" fmla="*/ 3278 w 6557"/>
                <a:gd name="connsiteY1" fmla="*/ 4918 h 6557"/>
                <a:gd name="connsiteX2" fmla="*/ 6557 w 6557"/>
                <a:gd name="connsiteY2" fmla="*/ 3279 h 6557"/>
                <a:gd name="connsiteX3" fmla="*/ 3278 w 6557"/>
                <a:gd name="connsiteY3" fmla="*/ 0 h 6557"/>
                <a:gd name="connsiteX4" fmla="*/ 0 w 6557"/>
                <a:gd name="connsiteY4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6557">
                  <a:moveTo>
                    <a:pt x="3278" y="6557"/>
                  </a:moveTo>
                  <a:lnTo>
                    <a:pt x="3278" y="4918"/>
                  </a:lnTo>
                  <a:lnTo>
                    <a:pt x="6557" y="3279"/>
                  </a:lnTo>
                  <a:lnTo>
                    <a:pt x="327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3" name="Freeform 2862">
              <a:extLst>
                <a:ext uri="{FF2B5EF4-FFF2-40B4-BE49-F238E27FC236}">
                  <a16:creationId xmlns:a16="http://schemas.microsoft.com/office/drawing/2014/main" id="{A47099B3-F02B-BD43-8CC8-574A83962CB5}"/>
                </a:ext>
              </a:extLst>
            </p:cNvPr>
            <p:cNvSpPr/>
            <p:nvPr/>
          </p:nvSpPr>
          <p:spPr>
            <a:xfrm>
              <a:off x="4748465" y="3598506"/>
              <a:ext cx="6557" cy="3278"/>
            </a:xfrm>
            <a:custGeom>
              <a:avLst/>
              <a:gdLst>
                <a:gd name="connsiteX0" fmla="*/ 6558 w 6557"/>
                <a:gd name="connsiteY0" fmla="*/ 0 h 3278"/>
                <a:gd name="connsiteX1" fmla="*/ 3279 w 6557"/>
                <a:gd name="connsiteY1" fmla="*/ 0 h 3278"/>
                <a:gd name="connsiteX2" fmla="*/ 0 w 6557"/>
                <a:gd name="connsiteY2" fmla="*/ 0 h 3278"/>
                <a:gd name="connsiteX3" fmla="*/ 1639 w 6557"/>
                <a:gd name="connsiteY3" fmla="*/ 3279 h 3278"/>
                <a:gd name="connsiteX4" fmla="*/ 6558 w 6557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6558" y="0"/>
                  </a:moveTo>
                  <a:lnTo>
                    <a:pt x="3279" y="0"/>
                  </a:lnTo>
                  <a:lnTo>
                    <a:pt x="0" y="0"/>
                  </a:lnTo>
                  <a:lnTo>
                    <a:pt x="1639" y="3279"/>
                  </a:lnTo>
                  <a:lnTo>
                    <a:pt x="655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4" name="Freeform 2863">
              <a:extLst>
                <a:ext uri="{FF2B5EF4-FFF2-40B4-BE49-F238E27FC236}">
                  <a16:creationId xmlns:a16="http://schemas.microsoft.com/office/drawing/2014/main" id="{59F3027A-F4A6-7A4B-A287-01035CC73102}"/>
                </a:ext>
              </a:extLst>
            </p:cNvPr>
            <p:cNvSpPr/>
            <p:nvPr/>
          </p:nvSpPr>
          <p:spPr>
            <a:xfrm>
              <a:off x="4751743" y="3613260"/>
              <a:ext cx="6557" cy="4918"/>
            </a:xfrm>
            <a:custGeom>
              <a:avLst/>
              <a:gdLst>
                <a:gd name="connsiteX0" fmla="*/ 1639 w 6557"/>
                <a:gd name="connsiteY0" fmla="*/ 0 h 4918"/>
                <a:gd name="connsiteX1" fmla="*/ 0 w 6557"/>
                <a:gd name="connsiteY1" fmla="*/ 4918 h 4918"/>
                <a:gd name="connsiteX2" fmla="*/ 4918 w 6557"/>
                <a:gd name="connsiteY2" fmla="*/ 4918 h 4918"/>
                <a:gd name="connsiteX3" fmla="*/ 6557 w 6557"/>
                <a:gd name="connsiteY3" fmla="*/ 1639 h 4918"/>
                <a:gd name="connsiteX4" fmla="*/ 3279 w 6557"/>
                <a:gd name="connsiteY4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8">
                  <a:moveTo>
                    <a:pt x="1639" y="0"/>
                  </a:moveTo>
                  <a:lnTo>
                    <a:pt x="0" y="4918"/>
                  </a:lnTo>
                  <a:lnTo>
                    <a:pt x="4918" y="4918"/>
                  </a:lnTo>
                  <a:lnTo>
                    <a:pt x="6557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5" name="Freeform 2864">
              <a:extLst>
                <a:ext uri="{FF2B5EF4-FFF2-40B4-BE49-F238E27FC236}">
                  <a16:creationId xmlns:a16="http://schemas.microsoft.com/office/drawing/2014/main" id="{303FAFA3-FB59-6D43-B327-D1B00AA84104}"/>
                </a:ext>
              </a:extLst>
            </p:cNvPr>
            <p:cNvSpPr/>
            <p:nvPr/>
          </p:nvSpPr>
          <p:spPr>
            <a:xfrm>
              <a:off x="4763219" y="3623096"/>
              <a:ext cx="4917" cy="6557"/>
            </a:xfrm>
            <a:custGeom>
              <a:avLst/>
              <a:gdLst>
                <a:gd name="connsiteX0" fmla="*/ 0 w 4917"/>
                <a:gd name="connsiteY0" fmla="*/ 6557 h 6557"/>
                <a:gd name="connsiteX1" fmla="*/ 3278 w 4917"/>
                <a:gd name="connsiteY1" fmla="*/ 3279 h 6557"/>
                <a:gd name="connsiteX2" fmla="*/ 4918 w 4917"/>
                <a:gd name="connsiteY2" fmla="*/ 0 h 6557"/>
                <a:gd name="connsiteX3" fmla="*/ 0 w 4917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6557">
                  <a:moveTo>
                    <a:pt x="0" y="6557"/>
                  </a:moveTo>
                  <a:lnTo>
                    <a:pt x="3278" y="3279"/>
                  </a:lnTo>
                  <a:lnTo>
                    <a:pt x="491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6" name="Freeform 2865">
              <a:extLst>
                <a:ext uri="{FF2B5EF4-FFF2-40B4-BE49-F238E27FC236}">
                  <a16:creationId xmlns:a16="http://schemas.microsoft.com/office/drawing/2014/main" id="{C101DA82-9A27-2B47-870E-98A378B2D22A}"/>
                </a:ext>
              </a:extLst>
            </p:cNvPr>
            <p:cNvSpPr/>
            <p:nvPr/>
          </p:nvSpPr>
          <p:spPr>
            <a:xfrm>
              <a:off x="4777973" y="3626374"/>
              <a:ext cx="3278" cy="3278"/>
            </a:xfrm>
            <a:custGeom>
              <a:avLst/>
              <a:gdLst>
                <a:gd name="connsiteX0" fmla="*/ 3278 w 3278"/>
                <a:gd name="connsiteY0" fmla="*/ 3279 h 3278"/>
                <a:gd name="connsiteX1" fmla="*/ 3278 w 3278"/>
                <a:gd name="connsiteY1" fmla="*/ 0 h 3278"/>
                <a:gd name="connsiteX2" fmla="*/ 0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8" y="3279"/>
                  </a:moveTo>
                  <a:lnTo>
                    <a:pt x="327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7" name="Freeform 2866">
              <a:extLst>
                <a:ext uri="{FF2B5EF4-FFF2-40B4-BE49-F238E27FC236}">
                  <a16:creationId xmlns:a16="http://schemas.microsoft.com/office/drawing/2014/main" id="{BB4580C7-FF3B-EB4D-A940-C1864446A442}"/>
                </a:ext>
              </a:extLst>
            </p:cNvPr>
            <p:cNvSpPr/>
            <p:nvPr/>
          </p:nvSpPr>
          <p:spPr>
            <a:xfrm>
              <a:off x="4728793" y="3562440"/>
              <a:ext cx="116393" cy="77048"/>
            </a:xfrm>
            <a:custGeom>
              <a:avLst/>
              <a:gdLst>
                <a:gd name="connsiteX0" fmla="*/ 0 w 116393"/>
                <a:gd name="connsiteY0" fmla="*/ 16393 h 77048"/>
                <a:gd name="connsiteX1" fmla="*/ 0 w 116393"/>
                <a:gd name="connsiteY1" fmla="*/ 16393 h 77048"/>
                <a:gd name="connsiteX2" fmla="*/ 3278 w 116393"/>
                <a:gd name="connsiteY2" fmla="*/ 14754 h 77048"/>
                <a:gd name="connsiteX3" fmla="*/ 6557 w 116393"/>
                <a:gd name="connsiteY3" fmla="*/ 14754 h 77048"/>
                <a:gd name="connsiteX4" fmla="*/ 9836 w 116393"/>
                <a:gd name="connsiteY4" fmla="*/ 14754 h 77048"/>
                <a:gd name="connsiteX5" fmla="*/ 14754 w 116393"/>
                <a:gd name="connsiteY5" fmla="*/ 13115 h 77048"/>
                <a:gd name="connsiteX6" fmla="*/ 18033 w 116393"/>
                <a:gd name="connsiteY6" fmla="*/ 9836 h 77048"/>
                <a:gd name="connsiteX7" fmla="*/ 19672 w 116393"/>
                <a:gd name="connsiteY7" fmla="*/ 9836 h 77048"/>
                <a:gd name="connsiteX8" fmla="*/ 22951 w 116393"/>
                <a:gd name="connsiteY8" fmla="*/ 9836 h 77048"/>
                <a:gd name="connsiteX9" fmla="*/ 27868 w 116393"/>
                <a:gd name="connsiteY9" fmla="*/ 11475 h 77048"/>
                <a:gd name="connsiteX10" fmla="*/ 31147 w 116393"/>
                <a:gd name="connsiteY10" fmla="*/ 11475 h 77048"/>
                <a:gd name="connsiteX11" fmla="*/ 32787 w 116393"/>
                <a:gd name="connsiteY11" fmla="*/ 11475 h 77048"/>
                <a:gd name="connsiteX12" fmla="*/ 36065 w 116393"/>
                <a:gd name="connsiteY12" fmla="*/ 11475 h 77048"/>
                <a:gd name="connsiteX13" fmla="*/ 40983 w 116393"/>
                <a:gd name="connsiteY13" fmla="*/ 9836 h 77048"/>
                <a:gd name="connsiteX14" fmla="*/ 45901 w 116393"/>
                <a:gd name="connsiteY14" fmla="*/ 8197 h 77048"/>
                <a:gd name="connsiteX15" fmla="*/ 49180 w 116393"/>
                <a:gd name="connsiteY15" fmla="*/ 6557 h 77048"/>
                <a:gd name="connsiteX16" fmla="*/ 52458 w 116393"/>
                <a:gd name="connsiteY16" fmla="*/ 3279 h 77048"/>
                <a:gd name="connsiteX17" fmla="*/ 52458 w 116393"/>
                <a:gd name="connsiteY17" fmla="*/ 3279 h 77048"/>
                <a:gd name="connsiteX18" fmla="*/ 57377 w 116393"/>
                <a:gd name="connsiteY18" fmla="*/ 0 h 77048"/>
                <a:gd name="connsiteX19" fmla="*/ 62295 w 116393"/>
                <a:gd name="connsiteY19" fmla="*/ 0 h 77048"/>
                <a:gd name="connsiteX20" fmla="*/ 65573 w 116393"/>
                <a:gd name="connsiteY20" fmla="*/ 0 h 77048"/>
                <a:gd name="connsiteX21" fmla="*/ 67213 w 116393"/>
                <a:gd name="connsiteY21" fmla="*/ 0 h 77048"/>
                <a:gd name="connsiteX22" fmla="*/ 70491 w 116393"/>
                <a:gd name="connsiteY22" fmla="*/ 0 h 77048"/>
                <a:gd name="connsiteX23" fmla="*/ 70491 w 116393"/>
                <a:gd name="connsiteY23" fmla="*/ 0 h 77048"/>
                <a:gd name="connsiteX24" fmla="*/ 73770 w 116393"/>
                <a:gd name="connsiteY24" fmla="*/ 0 h 77048"/>
                <a:gd name="connsiteX25" fmla="*/ 78688 w 116393"/>
                <a:gd name="connsiteY25" fmla="*/ 0 h 77048"/>
                <a:gd name="connsiteX26" fmla="*/ 81967 w 116393"/>
                <a:gd name="connsiteY26" fmla="*/ 0 h 77048"/>
                <a:gd name="connsiteX27" fmla="*/ 86885 w 116393"/>
                <a:gd name="connsiteY27" fmla="*/ 0 h 77048"/>
                <a:gd name="connsiteX28" fmla="*/ 90164 w 116393"/>
                <a:gd name="connsiteY28" fmla="*/ 0 h 77048"/>
                <a:gd name="connsiteX29" fmla="*/ 91803 w 116393"/>
                <a:gd name="connsiteY29" fmla="*/ 0 h 77048"/>
                <a:gd name="connsiteX30" fmla="*/ 95081 w 116393"/>
                <a:gd name="connsiteY30" fmla="*/ 0 h 77048"/>
                <a:gd name="connsiteX31" fmla="*/ 100000 w 116393"/>
                <a:gd name="connsiteY31" fmla="*/ 0 h 77048"/>
                <a:gd name="connsiteX32" fmla="*/ 103278 w 116393"/>
                <a:gd name="connsiteY32" fmla="*/ 0 h 77048"/>
                <a:gd name="connsiteX33" fmla="*/ 108196 w 116393"/>
                <a:gd name="connsiteY33" fmla="*/ 0 h 77048"/>
                <a:gd name="connsiteX34" fmla="*/ 109835 w 116393"/>
                <a:gd name="connsiteY34" fmla="*/ 0 h 77048"/>
                <a:gd name="connsiteX35" fmla="*/ 114754 w 116393"/>
                <a:gd name="connsiteY35" fmla="*/ 0 h 77048"/>
                <a:gd name="connsiteX36" fmla="*/ 114754 w 116393"/>
                <a:gd name="connsiteY36" fmla="*/ 3279 h 77048"/>
                <a:gd name="connsiteX37" fmla="*/ 116393 w 116393"/>
                <a:gd name="connsiteY37" fmla="*/ 6557 h 77048"/>
                <a:gd name="connsiteX38" fmla="*/ 116393 w 116393"/>
                <a:gd name="connsiteY38" fmla="*/ 11475 h 77048"/>
                <a:gd name="connsiteX39" fmla="*/ 116393 w 116393"/>
                <a:gd name="connsiteY39" fmla="*/ 13115 h 77048"/>
                <a:gd name="connsiteX40" fmla="*/ 114754 w 116393"/>
                <a:gd name="connsiteY40" fmla="*/ 18033 h 77048"/>
                <a:gd name="connsiteX41" fmla="*/ 111475 w 116393"/>
                <a:gd name="connsiteY41" fmla="*/ 19672 h 77048"/>
                <a:gd name="connsiteX42" fmla="*/ 106557 w 116393"/>
                <a:gd name="connsiteY42" fmla="*/ 19672 h 77048"/>
                <a:gd name="connsiteX43" fmla="*/ 104917 w 116393"/>
                <a:gd name="connsiteY43" fmla="*/ 21311 h 77048"/>
                <a:gd name="connsiteX44" fmla="*/ 104917 w 116393"/>
                <a:gd name="connsiteY44" fmla="*/ 22951 h 77048"/>
                <a:gd name="connsiteX45" fmla="*/ 104917 w 116393"/>
                <a:gd name="connsiteY45" fmla="*/ 22951 h 77048"/>
                <a:gd name="connsiteX46" fmla="*/ 109835 w 116393"/>
                <a:gd name="connsiteY46" fmla="*/ 26229 h 77048"/>
                <a:gd name="connsiteX47" fmla="*/ 113114 w 116393"/>
                <a:gd name="connsiteY47" fmla="*/ 29508 h 77048"/>
                <a:gd name="connsiteX48" fmla="*/ 113114 w 116393"/>
                <a:gd name="connsiteY48" fmla="*/ 32787 h 77048"/>
                <a:gd name="connsiteX49" fmla="*/ 113114 w 116393"/>
                <a:gd name="connsiteY49" fmla="*/ 36065 h 77048"/>
                <a:gd name="connsiteX50" fmla="*/ 114754 w 116393"/>
                <a:gd name="connsiteY50" fmla="*/ 40983 h 77048"/>
                <a:gd name="connsiteX51" fmla="*/ 111475 w 116393"/>
                <a:gd name="connsiteY51" fmla="*/ 44262 h 77048"/>
                <a:gd name="connsiteX52" fmla="*/ 106557 w 116393"/>
                <a:gd name="connsiteY52" fmla="*/ 44262 h 77048"/>
                <a:gd name="connsiteX53" fmla="*/ 103278 w 116393"/>
                <a:gd name="connsiteY53" fmla="*/ 45901 h 77048"/>
                <a:gd name="connsiteX54" fmla="*/ 100000 w 116393"/>
                <a:gd name="connsiteY54" fmla="*/ 45901 h 77048"/>
                <a:gd name="connsiteX55" fmla="*/ 96721 w 116393"/>
                <a:gd name="connsiteY55" fmla="*/ 45901 h 77048"/>
                <a:gd name="connsiteX56" fmla="*/ 93442 w 116393"/>
                <a:gd name="connsiteY56" fmla="*/ 44262 h 77048"/>
                <a:gd name="connsiteX57" fmla="*/ 90164 w 116393"/>
                <a:gd name="connsiteY57" fmla="*/ 47541 h 77048"/>
                <a:gd name="connsiteX58" fmla="*/ 86885 w 116393"/>
                <a:gd name="connsiteY58" fmla="*/ 49180 h 77048"/>
                <a:gd name="connsiteX59" fmla="*/ 81967 w 116393"/>
                <a:gd name="connsiteY59" fmla="*/ 52459 h 77048"/>
                <a:gd name="connsiteX60" fmla="*/ 78688 w 116393"/>
                <a:gd name="connsiteY60" fmla="*/ 52459 h 77048"/>
                <a:gd name="connsiteX61" fmla="*/ 75410 w 116393"/>
                <a:gd name="connsiteY61" fmla="*/ 52459 h 77048"/>
                <a:gd name="connsiteX62" fmla="*/ 72131 w 116393"/>
                <a:gd name="connsiteY62" fmla="*/ 57377 h 77048"/>
                <a:gd name="connsiteX63" fmla="*/ 70491 w 116393"/>
                <a:gd name="connsiteY63" fmla="*/ 60655 h 77048"/>
                <a:gd name="connsiteX64" fmla="*/ 70491 w 116393"/>
                <a:gd name="connsiteY64" fmla="*/ 63934 h 77048"/>
                <a:gd name="connsiteX65" fmla="*/ 67213 w 116393"/>
                <a:gd name="connsiteY65" fmla="*/ 67213 h 77048"/>
                <a:gd name="connsiteX66" fmla="*/ 65573 w 116393"/>
                <a:gd name="connsiteY66" fmla="*/ 72131 h 77048"/>
                <a:gd name="connsiteX67" fmla="*/ 63934 w 116393"/>
                <a:gd name="connsiteY67" fmla="*/ 75409 h 77048"/>
                <a:gd name="connsiteX68" fmla="*/ 62295 w 116393"/>
                <a:gd name="connsiteY68" fmla="*/ 75409 h 77048"/>
                <a:gd name="connsiteX69" fmla="*/ 60655 w 116393"/>
                <a:gd name="connsiteY69" fmla="*/ 77049 h 77048"/>
                <a:gd name="connsiteX70" fmla="*/ 60655 w 116393"/>
                <a:gd name="connsiteY70" fmla="*/ 73770 h 77048"/>
                <a:gd name="connsiteX71" fmla="*/ 60655 w 116393"/>
                <a:gd name="connsiteY71" fmla="*/ 70492 h 77048"/>
                <a:gd name="connsiteX72" fmla="*/ 55737 w 116393"/>
                <a:gd name="connsiteY72" fmla="*/ 67213 h 77048"/>
                <a:gd name="connsiteX73" fmla="*/ 55737 w 116393"/>
                <a:gd name="connsiteY73" fmla="*/ 63934 h 77048"/>
                <a:gd name="connsiteX74" fmla="*/ 52458 w 116393"/>
                <a:gd name="connsiteY74" fmla="*/ 63934 h 77048"/>
                <a:gd name="connsiteX75" fmla="*/ 49180 w 116393"/>
                <a:gd name="connsiteY75" fmla="*/ 62295 h 77048"/>
                <a:gd name="connsiteX76" fmla="*/ 50820 w 116393"/>
                <a:gd name="connsiteY76" fmla="*/ 57377 h 77048"/>
                <a:gd name="connsiteX77" fmla="*/ 47541 w 116393"/>
                <a:gd name="connsiteY77" fmla="*/ 59016 h 77048"/>
                <a:gd name="connsiteX78" fmla="*/ 45901 w 116393"/>
                <a:gd name="connsiteY78" fmla="*/ 55737 h 77048"/>
                <a:gd name="connsiteX79" fmla="*/ 49180 w 116393"/>
                <a:gd name="connsiteY79" fmla="*/ 52459 h 77048"/>
                <a:gd name="connsiteX80" fmla="*/ 54098 w 116393"/>
                <a:gd name="connsiteY80" fmla="*/ 47541 h 77048"/>
                <a:gd name="connsiteX81" fmla="*/ 57377 w 116393"/>
                <a:gd name="connsiteY81" fmla="*/ 47541 h 77048"/>
                <a:gd name="connsiteX82" fmla="*/ 60655 w 116393"/>
                <a:gd name="connsiteY82" fmla="*/ 49180 h 77048"/>
                <a:gd name="connsiteX83" fmla="*/ 59016 w 116393"/>
                <a:gd name="connsiteY83" fmla="*/ 45901 h 77048"/>
                <a:gd name="connsiteX84" fmla="*/ 54098 w 116393"/>
                <a:gd name="connsiteY84" fmla="*/ 45901 h 77048"/>
                <a:gd name="connsiteX85" fmla="*/ 52458 w 116393"/>
                <a:gd name="connsiteY85" fmla="*/ 47541 h 77048"/>
                <a:gd name="connsiteX86" fmla="*/ 49180 w 116393"/>
                <a:gd name="connsiteY86" fmla="*/ 49180 h 77048"/>
                <a:gd name="connsiteX87" fmla="*/ 45901 w 116393"/>
                <a:gd name="connsiteY87" fmla="*/ 45901 h 77048"/>
                <a:gd name="connsiteX88" fmla="*/ 44262 w 116393"/>
                <a:gd name="connsiteY88" fmla="*/ 42623 h 77048"/>
                <a:gd name="connsiteX89" fmla="*/ 49180 w 116393"/>
                <a:gd name="connsiteY89" fmla="*/ 39344 h 77048"/>
                <a:gd name="connsiteX90" fmla="*/ 52458 w 116393"/>
                <a:gd name="connsiteY90" fmla="*/ 36065 h 77048"/>
                <a:gd name="connsiteX91" fmla="*/ 55737 w 116393"/>
                <a:gd name="connsiteY91" fmla="*/ 36065 h 77048"/>
                <a:gd name="connsiteX92" fmla="*/ 59016 w 116393"/>
                <a:gd name="connsiteY92" fmla="*/ 36065 h 77048"/>
                <a:gd name="connsiteX93" fmla="*/ 62295 w 116393"/>
                <a:gd name="connsiteY93" fmla="*/ 39344 h 77048"/>
                <a:gd name="connsiteX94" fmla="*/ 63934 w 116393"/>
                <a:gd name="connsiteY94" fmla="*/ 40983 h 77048"/>
                <a:gd name="connsiteX95" fmla="*/ 67213 w 116393"/>
                <a:gd name="connsiteY95" fmla="*/ 40983 h 77048"/>
                <a:gd name="connsiteX96" fmla="*/ 63934 w 116393"/>
                <a:gd name="connsiteY96" fmla="*/ 39344 h 77048"/>
                <a:gd name="connsiteX97" fmla="*/ 63934 w 116393"/>
                <a:gd name="connsiteY97" fmla="*/ 34426 h 77048"/>
                <a:gd name="connsiteX98" fmla="*/ 65573 w 116393"/>
                <a:gd name="connsiteY98" fmla="*/ 32787 h 77048"/>
                <a:gd name="connsiteX99" fmla="*/ 65573 w 116393"/>
                <a:gd name="connsiteY99" fmla="*/ 32787 h 77048"/>
                <a:gd name="connsiteX100" fmla="*/ 65573 w 116393"/>
                <a:gd name="connsiteY100" fmla="*/ 31147 h 77048"/>
                <a:gd name="connsiteX101" fmla="*/ 63934 w 116393"/>
                <a:gd name="connsiteY101" fmla="*/ 31147 h 77048"/>
                <a:gd name="connsiteX102" fmla="*/ 59016 w 116393"/>
                <a:gd name="connsiteY102" fmla="*/ 32787 h 77048"/>
                <a:gd name="connsiteX103" fmla="*/ 55737 w 116393"/>
                <a:gd name="connsiteY103" fmla="*/ 34426 h 77048"/>
                <a:gd name="connsiteX104" fmla="*/ 52458 w 116393"/>
                <a:gd name="connsiteY104" fmla="*/ 32787 h 77048"/>
                <a:gd name="connsiteX105" fmla="*/ 47541 w 116393"/>
                <a:gd name="connsiteY105" fmla="*/ 32787 h 77048"/>
                <a:gd name="connsiteX106" fmla="*/ 44262 w 116393"/>
                <a:gd name="connsiteY106" fmla="*/ 34426 h 77048"/>
                <a:gd name="connsiteX107" fmla="*/ 40983 w 116393"/>
                <a:gd name="connsiteY107" fmla="*/ 37705 h 77048"/>
                <a:gd name="connsiteX108" fmla="*/ 39344 w 116393"/>
                <a:gd name="connsiteY108" fmla="*/ 39344 h 77048"/>
                <a:gd name="connsiteX109" fmla="*/ 34426 w 116393"/>
                <a:gd name="connsiteY109" fmla="*/ 40983 h 77048"/>
                <a:gd name="connsiteX110" fmla="*/ 31147 w 116393"/>
                <a:gd name="connsiteY110" fmla="*/ 40983 h 77048"/>
                <a:gd name="connsiteX111" fmla="*/ 27868 w 116393"/>
                <a:gd name="connsiteY111" fmla="*/ 42623 h 77048"/>
                <a:gd name="connsiteX112" fmla="*/ 27868 w 116393"/>
                <a:gd name="connsiteY112" fmla="*/ 37705 h 77048"/>
                <a:gd name="connsiteX113" fmla="*/ 31147 w 116393"/>
                <a:gd name="connsiteY113" fmla="*/ 34426 h 77048"/>
                <a:gd name="connsiteX114" fmla="*/ 34426 w 116393"/>
                <a:gd name="connsiteY114" fmla="*/ 31147 h 77048"/>
                <a:gd name="connsiteX115" fmla="*/ 37705 w 116393"/>
                <a:gd name="connsiteY115" fmla="*/ 29508 h 77048"/>
                <a:gd name="connsiteX116" fmla="*/ 34426 w 116393"/>
                <a:gd name="connsiteY116" fmla="*/ 29508 h 77048"/>
                <a:gd name="connsiteX117" fmla="*/ 29508 w 116393"/>
                <a:gd name="connsiteY117" fmla="*/ 31147 h 77048"/>
                <a:gd name="connsiteX118" fmla="*/ 26229 w 116393"/>
                <a:gd name="connsiteY118" fmla="*/ 34426 h 77048"/>
                <a:gd name="connsiteX119" fmla="*/ 21311 w 116393"/>
                <a:gd name="connsiteY119" fmla="*/ 34426 h 77048"/>
                <a:gd name="connsiteX120" fmla="*/ 18033 w 116393"/>
                <a:gd name="connsiteY120" fmla="*/ 34426 h 77048"/>
                <a:gd name="connsiteX121" fmla="*/ 14754 w 116393"/>
                <a:gd name="connsiteY121" fmla="*/ 31147 h 77048"/>
                <a:gd name="connsiteX122" fmla="*/ 13114 w 116393"/>
                <a:gd name="connsiteY122" fmla="*/ 29508 h 77048"/>
                <a:gd name="connsiteX123" fmla="*/ 13114 w 116393"/>
                <a:gd name="connsiteY123" fmla="*/ 27869 h 77048"/>
                <a:gd name="connsiteX124" fmla="*/ 13114 w 116393"/>
                <a:gd name="connsiteY124" fmla="*/ 22951 h 77048"/>
                <a:gd name="connsiteX125" fmla="*/ 18033 w 116393"/>
                <a:gd name="connsiteY125" fmla="*/ 19672 h 77048"/>
                <a:gd name="connsiteX126" fmla="*/ 21311 w 116393"/>
                <a:gd name="connsiteY126" fmla="*/ 16393 h 77048"/>
                <a:gd name="connsiteX127" fmla="*/ 18033 w 116393"/>
                <a:gd name="connsiteY127" fmla="*/ 18033 h 77048"/>
                <a:gd name="connsiteX128" fmla="*/ 14754 w 116393"/>
                <a:gd name="connsiteY128" fmla="*/ 18033 h 77048"/>
                <a:gd name="connsiteX129" fmla="*/ 11475 w 116393"/>
                <a:gd name="connsiteY129" fmla="*/ 21311 h 77048"/>
                <a:gd name="connsiteX130" fmla="*/ 9836 w 116393"/>
                <a:gd name="connsiteY130" fmla="*/ 21311 h 77048"/>
                <a:gd name="connsiteX131" fmla="*/ 6557 w 116393"/>
                <a:gd name="connsiteY131" fmla="*/ 19672 h 77048"/>
                <a:gd name="connsiteX132" fmla="*/ 3278 w 116393"/>
                <a:gd name="connsiteY132" fmla="*/ 18033 h 77048"/>
                <a:gd name="connsiteX133" fmla="*/ 0 w 116393"/>
                <a:gd name="connsiteY133" fmla="*/ 16393 h 7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</a:cxnLst>
              <a:rect l="l" t="t" r="r" b="b"/>
              <a:pathLst>
                <a:path w="116393" h="77048">
                  <a:moveTo>
                    <a:pt x="0" y="16393"/>
                  </a:moveTo>
                  <a:lnTo>
                    <a:pt x="0" y="16393"/>
                  </a:lnTo>
                  <a:lnTo>
                    <a:pt x="3278" y="14754"/>
                  </a:lnTo>
                  <a:lnTo>
                    <a:pt x="6557" y="14754"/>
                  </a:lnTo>
                  <a:lnTo>
                    <a:pt x="9836" y="14754"/>
                  </a:lnTo>
                  <a:lnTo>
                    <a:pt x="14754" y="13115"/>
                  </a:lnTo>
                  <a:lnTo>
                    <a:pt x="18033" y="9836"/>
                  </a:lnTo>
                  <a:lnTo>
                    <a:pt x="19672" y="9836"/>
                  </a:lnTo>
                  <a:lnTo>
                    <a:pt x="22951" y="9836"/>
                  </a:lnTo>
                  <a:lnTo>
                    <a:pt x="27868" y="11475"/>
                  </a:lnTo>
                  <a:lnTo>
                    <a:pt x="31147" y="11475"/>
                  </a:lnTo>
                  <a:lnTo>
                    <a:pt x="32787" y="11475"/>
                  </a:lnTo>
                  <a:lnTo>
                    <a:pt x="36065" y="11475"/>
                  </a:lnTo>
                  <a:lnTo>
                    <a:pt x="40983" y="9836"/>
                  </a:lnTo>
                  <a:lnTo>
                    <a:pt x="45901" y="8197"/>
                  </a:lnTo>
                  <a:lnTo>
                    <a:pt x="49180" y="6557"/>
                  </a:lnTo>
                  <a:lnTo>
                    <a:pt x="52458" y="3279"/>
                  </a:lnTo>
                  <a:lnTo>
                    <a:pt x="52458" y="3279"/>
                  </a:lnTo>
                  <a:lnTo>
                    <a:pt x="57377" y="0"/>
                  </a:lnTo>
                  <a:lnTo>
                    <a:pt x="62295" y="0"/>
                  </a:lnTo>
                  <a:lnTo>
                    <a:pt x="65573" y="0"/>
                  </a:lnTo>
                  <a:lnTo>
                    <a:pt x="67213" y="0"/>
                  </a:lnTo>
                  <a:lnTo>
                    <a:pt x="70491" y="0"/>
                  </a:lnTo>
                  <a:lnTo>
                    <a:pt x="70491" y="0"/>
                  </a:lnTo>
                  <a:lnTo>
                    <a:pt x="73770" y="0"/>
                  </a:lnTo>
                  <a:lnTo>
                    <a:pt x="78688" y="0"/>
                  </a:lnTo>
                  <a:lnTo>
                    <a:pt x="81967" y="0"/>
                  </a:lnTo>
                  <a:lnTo>
                    <a:pt x="86885" y="0"/>
                  </a:lnTo>
                  <a:lnTo>
                    <a:pt x="90164" y="0"/>
                  </a:lnTo>
                  <a:lnTo>
                    <a:pt x="91803" y="0"/>
                  </a:lnTo>
                  <a:lnTo>
                    <a:pt x="95081" y="0"/>
                  </a:lnTo>
                  <a:lnTo>
                    <a:pt x="100000" y="0"/>
                  </a:lnTo>
                  <a:lnTo>
                    <a:pt x="103278" y="0"/>
                  </a:lnTo>
                  <a:lnTo>
                    <a:pt x="108196" y="0"/>
                  </a:lnTo>
                  <a:lnTo>
                    <a:pt x="109835" y="0"/>
                  </a:lnTo>
                  <a:lnTo>
                    <a:pt x="114754" y="0"/>
                  </a:lnTo>
                  <a:lnTo>
                    <a:pt x="114754" y="3279"/>
                  </a:lnTo>
                  <a:lnTo>
                    <a:pt x="116393" y="6557"/>
                  </a:lnTo>
                  <a:lnTo>
                    <a:pt x="116393" y="11475"/>
                  </a:lnTo>
                  <a:lnTo>
                    <a:pt x="116393" y="13115"/>
                  </a:lnTo>
                  <a:lnTo>
                    <a:pt x="114754" y="18033"/>
                  </a:lnTo>
                  <a:lnTo>
                    <a:pt x="111475" y="19672"/>
                  </a:lnTo>
                  <a:lnTo>
                    <a:pt x="106557" y="19672"/>
                  </a:lnTo>
                  <a:lnTo>
                    <a:pt x="104917" y="21311"/>
                  </a:lnTo>
                  <a:lnTo>
                    <a:pt x="104917" y="22951"/>
                  </a:lnTo>
                  <a:lnTo>
                    <a:pt x="104917" y="22951"/>
                  </a:lnTo>
                  <a:lnTo>
                    <a:pt x="109835" y="26229"/>
                  </a:lnTo>
                  <a:lnTo>
                    <a:pt x="113114" y="29508"/>
                  </a:lnTo>
                  <a:lnTo>
                    <a:pt x="113114" y="32787"/>
                  </a:lnTo>
                  <a:lnTo>
                    <a:pt x="113114" y="36065"/>
                  </a:lnTo>
                  <a:lnTo>
                    <a:pt x="114754" y="40983"/>
                  </a:lnTo>
                  <a:lnTo>
                    <a:pt x="111475" y="44262"/>
                  </a:lnTo>
                  <a:lnTo>
                    <a:pt x="106557" y="44262"/>
                  </a:lnTo>
                  <a:lnTo>
                    <a:pt x="103278" y="45901"/>
                  </a:lnTo>
                  <a:lnTo>
                    <a:pt x="100000" y="45901"/>
                  </a:lnTo>
                  <a:lnTo>
                    <a:pt x="96721" y="45901"/>
                  </a:lnTo>
                  <a:lnTo>
                    <a:pt x="93442" y="44262"/>
                  </a:lnTo>
                  <a:lnTo>
                    <a:pt x="90164" y="47541"/>
                  </a:lnTo>
                  <a:lnTo>
                    <a:pt x="86885" y="49180"/>
                  </a:lnTo>
                  <a:lnTo>
                    <a:pt x="81967" y="52459"/>
                  </a:lnTo>
                  <a:lnTo>
                    <a:pt x="78688" y="52459"/>
                  </a:lnTo>
                  <a:lnTo>
                    <a:pt x="75410" y="52459"/>
                  </a:lnTo>
                  <a:lnTo>
                    <a:pt x="72131" y="57377"/>
                  </a:lnTo>
                  <a:lnTo>
                    <a:pt x="70491" y="60655"/>
                  </a:lnTo>
                  <a:lnTo>
                    <a:pt x="70491" y="63934"/>
                  </a:lnTo>
                  <a:lnTo>
                    <a:pt x="67213" y="67213"/>
                  </a:lnTo>
                  <a:lnTo>
                    <a:pt x="65573" y="72131"/>
                  </a:lnTo>
                  <a:lnTo>
                    <a:pt x="63934" y="75409"/>
                  </a:lnTo>
                  <a:lnTo>
                    <a:pt x="62295" y="75409"/>
                  </a:lnTo>
                  <a:lnTo>
                    <a:pt x="60655" y="77049"/>
                  </a:lnTo>
                  <a:lnTo>
                    <a:pt x="60655" y="73770"/>
                  </a:lnTo>
                  <a:lnTo>
                    <a:pt x="60655" y="70492"/>
                  </a:lnTo>
                  <a:lnTo>
                    <a:pt x="55737" y="67213"/>
                  </a:lnTo>
                  <a:lnTo>
                    <a:pt x="55737" y="63934"/>
                  </a:lnTo>
                  <a:lnTo>
                    <a:pt x="52458" y="63934"/>
                  </a:lnTo>
                  <a:lnTo>
                    <a:pt x="49180" y="62295"/>
                  </a:lnTo>
                  <a:lnTo>
                    <a:pt x="50820" y="57377"/>
                  </a:lnTo>
                  <a:lnTo>
                    <a:pt x="47541" y="59016"/>
                  </a:lnTo>
                  <a:lnTo>
                    <a:pt x="45901" y="55737"/>
                  </a:lnTo>
                  <a:lnTo>
                    <a:pt x="49180" y="52459"/>
                  </a:lnTo>
                  <a:lnTo>
                    <a:pt x="54098" y="47541"/>
                  </a:lnTo>
                  <a:lnTo>
                    <a:pt x="57377" y="47541"/>
                  </a:lnTo>
                  <a:lnTo>
                    <a:pt x="60655" y="49180"/>
                  </a:lnTo>
                  <a:lnTo>
                    <a:pt x="59016" y="45901"/>
                  </a:lnTo>
                  <a:lnTo>
                    <a:pt x="54098" y="45901"/>
                  </a:lnTo>
                  <a:lnTo>
                    <a:pt x="52458" y="47541"/>
                  </a:lnTo>
                  <a:lnTo>
                    <a:pt x="49180" y="49180"/>
                  </a:lnTo>
                  <a:lnTo>
                    <a:pt x="45901" y="45901"/>
                  </a:lnTo>
                  <a:lnTo>
                    <a:pt x="44262" y="42623"/>
                  </a:lnTo>
                  <a:lnTo>
                    <a:pt x="49180" y="39344"/>
                  </a:lnTo>
                  <a:lnTo>
                    <a:pt x="52458" y="36065"/>
                  </a:lnTo>
                  <a:lnTo>
                    <a:pt x="55737" y="36065"/>
                  </a:lnTo>
                  <a:lnTo>
                    <a:pt x="59016" y="36065"/>
                  </a:lnTo>
                  <a:lnTo>
                    <a:pt x="62295" y="39344"/>
                  </a:lnTo>
                  <a:lnTo>
                    <a:pt x="63934" y="40983"/>
                  </a:lnTo>
                  <a:lnTo>
                    <a:pt x="67213" y="40983"/>
                  </a:lnTo>
                  <a:lnTo>
                    <a:pt x="63934" y="39344"/>
                  </a:lnTo>
                  <a:lnTo>
                    <a:pt x="63934" y="34426"/>
                  </a:lnTo>
                  <a:lnTo>
                    <a:pt x="65573" y="32787"/>
                  </a:lnTo>
                  <a:lnTo>
                    <a:pt x="65573" y="32787"/>
                  </a:lnTo>
                  <a:lnTo>
                    <a:pt x="65573" y="31147"/>
                  </a:lnTo>
                  <a:lnTo>
                    <a:pt x="63934" y="31147"/>
                  </a:lnTo>
                  <a:lnTo>
                    <a:pt x="59016" y="32787"/>
                  </a:lnTo>
                  <a:lnTo>
                    <a:pt x="55737" y="34426"/>
                  </a:lnTo>
                  <a:lnTo>
                    <a:pt x="52458" y="32787"/>
                  </a:lnTo>
                  <a:lnTo>
                    <a:pt x="47541" y="32787"/>
                  </a:lnTo>
                  <a:lnTo>
                    <a:pt x="44262" y="34426"/>
                  </a:lnTo>
                  <a:lnTo>
                    <a:pt x="40983" y="37705"/>
                  </a:lnTo>
                  <a:lnTo>
                    <a:pt x="39344" y="39344"/>
                  </a:lnTo>
                  <a:lnTo>
                    <a:pt x="34426" y="40983"/>
                  </a:lnTo>
                  <a:lnTo>
                    <a:pt x="31147" y="40983"/>
                  </a:lnTo>
                  <a:lnTo>
                    <a:pt x="27868" y="42623"/>
                  </a:lnTo>
                  <a:lnTo>
                    <a:pt x="27868" y="37705"/>
                  </a:lnTo>
                  <a:lnTo>
                    <a:pt x="31147" y="34426"/>
                  </a:lnTo>
                  <a:lnTo>
                    <a:pt x="34426" y="31147"/>
                  </a:lnTo>
                  <a:lnTo>
                    <a:pt x="37705" y="29508"/>
                  </a:lnTo>
                  <a:lnTo>
                    <a:pt x="34426" y="29508"/>
                  </a:lnTo>
                  <a:lnTo>
                    <a:pt x="29508" y="31147"/>
                  </a:lnTo>
                  <a:lnTo>
                    <a:pt x="26229" y="34426"/>
                  </a:lnTo>
                  <a:lnTo>
                    <a:pt x="21311" y="34426"/>
                  </a:lnTo>
                  <a:lnTo>
                    <a:pt x="18033" y="34426"/>
                  </a:lnTo>
                  <a:lnTo>
                    <a:pt x="14754" y="31147"/>
                  </a:lnTo>
                  <a:lnTo>
                    <a:pt x="13114" y="29508"/>
                  </a:lnTo>
                  <a:lnTo>
                    <a:pt x="13114" y="27869"/>
                  </a:lnTo>
                  <a:lnTo>
                    <a:pt x="13114" y="22951"/>
                  </a:lnTo>
                  <a:lnTo>
                    <a:pt x="18033" y="19672"/>
                  </a:lnTo>
                  <a:lnTo>
                    <a:pt x="21311" y="16393"/>
                  </a:lnTo>
                  <a:lnTo>
                    <a:pt x="18033" y="18033"/>
                  </a:lnTo>
                  <a:lnTo>
                    <a:pt x="14754" y="18033"/>
                  </a:lnTo>
                  <a:lnTo>
                    <a:pt x="11475" y="21311"/>
                  </a:lnTo>
                  <a:lnTo>
                    <a:pt x="9836" y="21311"/>
                  </a:lnTo>
                  <a:lnTo>
                    <a:pt x="6557" y="19672"/>
                  </a:lnTo>
                  <a:lnTo>
                    <a:pt x="3278" y="18033"/>
                  </a:lnTo>
                  <a:lnTo>
                    <a:pt x="0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8" name="Freeform 2867">
              <a:extLst>
                <a:ext uri="{FF2B5EF4-FFF2-40B4-BE49-F238E27FC236}">
                  <a16:creationId xmlns:a16="http://schemas.microsoft.com/office/drawing/2014/main" id="{15C84980-9523-9A41-B9FA-FA88968935A5}"/>
                </a:ext>
              </a:extLst>
            </p:cNvPr>
            <p:cNvSpPr/>
            <p:nvPr/>
          </p:nvSpPr>
          <p:spPr>
            <a:xfrm>
              <a:off x="5055021" y="2264086"/>
              <a:ext cx="126229" cy="224589"/>
            </a:xfrm>
            <a:custGeom>
              <a:avLst/>
              <a:gdLst>
                <a:gd name="connsiteX0" fmla="*/ 6557 w 126229"/>
                <a:gd name="connsiteY0" fmla="*/ 124589 h 224589"/>
                <a:gd name="connsiteX1" fmla="*/ 4918 w 126229"/>
                <a:gd name="connsiteY1" fmla="*/ 121311 h 224589"/>
                <a:gd name="connsiteX2" fmla="*/ 9836 w 126229"/>
                <a:gd name="connsiteY2" fmla="*/ 119671 h 224589"/>
                <a:gd name="connsiteX3" fmla="*/ 13114 w 126229"/>
                <a:gd name="connsiteY3" fmla="*/ 116393 h 224589"/>
                <a:gd name="connsiteX4" fmla="*/ 16393 w 126229"/>
                <a:gd name="connsiteY4" fmla="*/ 113114 h 224589"/>
                <a:gd name="connsiteX5" fmla="*/ 18033 w 126229"/>
                <a:gd name="connsiteY5" fmla="*/ 108196 h 224589"/>
                <a:gd name="connsiteX6" fmla="*/ 19672 w 126229"/>
                <a:gd name="connsiteY6" fmla="*/ 104917 h 224589"/>
                <a:gd name="connsiteX7" fmla="*/ 21311 w 126229"/>
                <a:gd name="connsiteY7" fmla="*/ 101639 h 224589"/>
                <a:gd name="connsiteX8" fmla="*/ 22951 w 126229"/>
                <a:gd name="connsiteY8" fmla="*/ 96721 h 224589"/>
                <a:gd name="connsiteX9" fmla="*/ 24590 w 126229"/>
                <a:gd name="connsiteY9" fmla="*/ 93442 h 224589"/>
                <a:gd name="connsiteX10" fmla="*/ 24590 w 126229"/>
                <a:gd name="connsiteY10" fmla="*/ 91803 h 224589"/>
                <a:gd name="connsiteX11" fmla="*/ 26229 w 126229"/>
                <a:gd name="connsiteY11" fmla="*/ 88524 h 224589"/>
                <a:gd name="connsiteX12" fmla="*/ 26229 w 126229"/>
                <a:gd name="connsiteY12" fmla="*/ 86885 h 224589"/>
                <a:gd name="connsiteX13" fmla="*/ 26229 w 126229"/>
                <a:gd name="connsiteY13" fmla="*/ 83606 h 224589"/>
                <a:gd name="connsiteX14" fmla="*/ 27869 w 126229"/>
                <a:gd name="connsiteY14" fmla="*/ 80327 h 224589"/>
                <a:gd name="connsiteX15" fmla="*/ 29508 w 126229"/>
                <a:gd name="connsiteY15" fmla="*/ 75409 h 224589"/>
                <a:gd name="connsiteX16" fmla="*/ 31147 w 126229"/>
                <a:gd name="connsiteY16" fmla="*/ 72131 h 224589"/>
                <a:gd name="connsiteX17" fmla="*/ 31147 w 126229"/>
                <a:gd name="connsiteY17" fmla="*/ 70491 h 224589"/>
                <a:gd name="connsiteX18" fmla="*/ 31147 w 126229"/>
                <a:gd name="connsiteY18" fmla="*/ 67213 h 224589"/>
                <a:gd name="connsiteX19" fmla="*/ 34426 w 126229"/>
                <a:gd name="connsiteY19" fmla="*/ 65573 h 224589"/>
                <a:gd name="connsiteX20" fmla="*/ 36066 w 126229"/>
                <a:gd name="connsiteY20" fmla="*/ 63934 h 224589"/>
                <a:gd name="connsiteX21" fmla="*/ 36066 w 126229"/>
                <a:gd name="connsiteY21" fmla="*/ 59016 h 224589"/>
                <a:gd name="connsiteX22" fmla="*/ 34426 w 126229"/>
                <a:gd name="connsiteY22" fmla="*/ 63934 h 224589"/>
                <a:gd name="connsiteX23" fmla="*/ 34426 w 126229"/>
                <a:gd name="connsiteY23" fmla="*/ 59016 h 224589"/>
                <a:gd name="connsiteX24" fmla="*/ 36066 w 126229"/>
                <a:gd name="connsiteY24" fmla="*/ 55737 h 224589"/>
                <a:gd name="connsiteX25" fmla="*/ 36066 w 126229"/>
                <a:gd name="connsiteY25" fmla="*/ 52459 h 224589"/>
                <a:gd name="connsiteX26" fmla="*/ 37705 w 126229"/>
                <a:gd name="connsiteY26" fmla="*/ 49180 h 224589"/>
                <a:gd name="connsiteX27" fmla="*/ 37705 w 126229"/>
                <a:gd name="connsiteY27" fmla="*/ 45901 h 224589"/>
                <a:gd name="connsiteX28" fmla="*/ 37705 w 126229"/>
                <a:gd name="connsiteY28" fmla="*/ 44262 h 224589"/>
                <a:gd name="connsiteX29" fmla="*/ 36066 w 126229"/>
                <a:gd name="connsiteY29" fmla="*/ 40983 h 224589"/>
                <a:gd name="connsiteX30" fmla="*/ 34426 w 126229"/>
                <a:gd name="connsiteY30" fmla="*/ 37705 h 224589"/>
                <a:gd name="connsiteX31" fmla="*/ 34426 w 126229"/>
                <a:gd name="connsiteY31" fmla="*/ 34426 h 224589"/>
                <a:gd name="connsiteX32" fmla="*/ 34426 w 126229"/>
                <a:gd name="connsiteY32" fmla="*/ 31147 h 224589"/>
                <a:gd name="connsiteX33" fmla="*/ 34426 w 126229"/>
                <a:gd name="connsiteY33" fmla="*/ 29508 h 224589"/>
                <a:gd name="connsiteX34" fmla="*/ 34426 w 126229"/>
                <a:gd name="connsiteY34" fmla="*/ 26229 h 224589"/>
                <a:gd name="connsiteX35" fmla="*/ 32787 w 126229"/>
                <a:gd name="connsiteY35" fmla="*/ 22951 h 224589"/>
                <a:gd name="connsiteX36" fmla="*/ 32787 w 126229"/>
                <a:gd name="connsiteY36" fmla="*/ 19672 h 224589"/>
                <a:gd name="connsiteX37" fmla="*/ 34426 w 126229"/>
                <a:gd name="connsiteY37" fmla="*/ 19672 h 224589"/>
                <a:gd name="connsiteX38" fmla="*/ 36066 w 126229"/>
                <a:gd name="connsiteY38" fmla="*/ 19672 h 224589"/>
                <a:gd name="connsiteX39" fmla="*/ 32787 w 126229"/>
                <a:gd name="connsiteY39" fmla="*/ 19672 h 224589"/>
                <a:gd name="connsiteX40" fmla="*/ 32787 w 126229"/>
                <a:gd name="connsiteY40" fmla="*/ 19672 h 224589"/>
                <a:gd name="connsiteX41" fmla="*/ 31147 w 126229"/>
                <a:gd name="connsiteY41" fmla="*/ 16393 h 224589"/>
                <a:gd name="connsiteX42" fmla="*/ 32787 w 126229"/>
                <a:gd name="connsiteY42" fmla="*/ 13114 h 224589"/>
                <a:gd name="connsiteX43" fmla="*/ 36066 w 126229"/>
                <a:gd name="connsiteY43" fmla="*/ 9836 h 224589"/>
                <a:gd name="connsiteX44" fmla="*/ 37705 w 126229"/>
                <a:gd name="connsiteY44" fmla="*/ 8197 h 224589"/>
                <a:gd name="connsiteX45" fmla="*/ 40983 w 126229"/>
                <a:gd name="connsiteY45" fmla="*/ 4918 h 224589"/>
                <a:gd name="connsiteX46" fmla="*/ 40983 w 126229"/>
                <a:gd name="connsiteY46" fmla="*/ 4918 h 224589"/>
                <a:gd name="connsiteX47" fmla="*/ 44262 w 126229"/>
                <a:gd name="connsiteY47" fmla="*/ 3279 h 224589"/>
                <a:gd name="connsiteX48" fmla="*/ 49180 w 126229"/>
                <a:gd name="connsiteY48" fmla="*/ 3279 h 224589"/>
                <a:gd name="connsiteX49" fmla="*/ 52459 w 126229"/>
                <a:gd name="connsiteY49" fmla="*/ 1639 h 224589"/>
                <a:gd name="connsiteX50" fmla="*/ 55737 w 126229"/>
                <a:gd name="connsiteY50" fmla="*/ 0 h 224589"/>
                <a:gd name="connsiteX51" fmla="*/ 57377 w 126229"/>
                <a:gd name="connsiteY51" fmla="*/ 0 h 224589"/>
                <a:gd name="connsiteX52" fmla="*/ 57377 w 126229"/>
                <a:gd name="connsiteY52" fmla="*/ 3279 h 224589"/>
                <a:gd name="connsiteX53" fmla="*/ 60656 w 126229"/>
                <a:gd name="connsiteY53" fmla="*/ 3279 h 224589"/>
                <a:gd name="connsiteX54" fmla="*/ 57377 w 126229"/>
                <a:gd name="connsiteY54" fmla="*/ 8197 h 224589"/>
                <a:gd name="connsiteX55" fmla="*/ 55737 w 126229"/>
                <a:gd name="connsiteY55" fmla="*/ 11475 h 224589"/>
                <a:gd name="connsiteX56" fmla="*/ 55737 w 126229"/>
                <a:gd name="connsiteY56" fmla="*/ 11475 h 224589"/>
                <a:gd name="connsiteX57" fmla="*/ 57377 w 126229"/>
                <a:gd name="connsiteY57" fmla="*/ 11475 h 224589"/>
                <a:gd name="connsiteX58" fmla="*/ 57377 w 126229"/>
                <a:gd name="connsiteY58" fmla="*/ 14754 h 224589"/>
                <a:gd name="connsiteX59" fmla="*/ 60656 w 126229"/>
                <a:gd name="connsiteY59" fmla="*/ 14754 h 224589"/>
                <a:gd name="connsiteX60" fmla="*/ 65573 w 126229"/>
                <a:gd name="connsiteY60" fmla="*/ 11475 h 224589"/>
                <a:gd name="connsiteX61" fmla="*/ 68852 w 126229"/>
                <a:gd name="connsiteY61" fmla="*/ 11475 h 224589"/>
                <a:gd name="connsiteX62" fmla="*/ 72131 w 126229"/>
                <a:gd name="connsiteY62" fmla="*/ 11475 h 224589"/>
                <a:gd name="connsiteX63" fmla="*/ 77049 w 126229"/>
                <a:gd name="connsiteY63" fmla="*/ 11475 h 224589"/>
                <a:gd name="connsiteX64" fmla="*/ 80327 w 126229"/>
                <a:gd name="connsiteY64" fmla="*/ 13114 h 224589"/>
                <a:gd name="connsiteX65" fmla="*/ 83606 w 126229"/>
                <a:gd name="connsiteY65" fmla="*/ 14754 h 224589"/>
                <a:gd name="connsiteX66" fmla="*/ 86885 w 126229"/>
                <a:gd name="connsiteY66" fmla="*/ 13114 h 224589"/>
                <a:gd name="connsiteX67" fmla="*/ 90164 w 126229"/>
                <a:gd name="connsiteY67" fmla="*/ 11475 h 224589"/>
                <a:gd name="connsiteX68" fmla="*/ 91803 w 126229"/>
                <a:gd name="connsiteY68" fmla="*/ 11475 h 224589"/>
                <a:gd name="connsiteX69" fmla="*/ 91803 w 126229"/>
                <a:gd name="connsiteY69" fmla="*/ 8197 h 224589"/>
                <a:gd name="connsiteX70" fmla="*/ 95081 w 126229"/>
                <a:gd name="connsiteY70" fmla="*/ 8197 h 224589"/>
                <a:gd name="connsiteX71" fmla="*/ 98360 w 126229"/>
                <a:gd name="connsiteY71" fmla="*/ 8197 h 224589"/>
                <a:gd name="connsiteX72" fmla="*/ 100000 w 126229"/>
                <a:gd name="connsiteY72" fmla="*/ 8197 h 224589"/>
                <a:gd name="connsiteX73" fmla="*/ 104917 w 126229"/>
                <a:gd name="connsiteY73" fmla="*/ 8197 h 224589"/>
                <a:gd name="connsiteX74" fmla="*/ 108196 w 126229"/>
                <a:gd name="connsiteY74" fmla="*/ 9836 h 224589"/>
                <a:gd name="connsiteX75" fmla="*/ 111475 w 126229"/>
                <a:gd name="connsiteY75" fmla="*/ 8197 h 224589"/>
                <a:gd name="connsiteX76" fmla="*/ 114754 w 126229"/>
                <a:gd name="connsiteY76" fmla="*/ 11475 h 224589"/>
                <a:gd name="connsiteX77" fmla="*/ 114754 w 126229"/>
                <a:gd name="connsiteY77" fmla="*/ 16393 h 224589"/>
                <a:gd name="connsiteX78" fmla="*/ 113114 w 126229"/>
                <a:gd name="connsiteY78" fmla="*/ 18033 h 224589"/>
                <a:gd name="connsiteX79" fmla="*/ 118032 w 126229"/>
                <a:gd name="connsiteY79" fmla="*/ 19672 h 224589"/>
                <a:gd name="connsiteX80" fmla="*/ 121311 w 126229"/>
                <a:gd name="connsiteY80" fmla="*/ 19672 h 224589"/>
                <a:gd name="connsiteX81" fmla="*/ 124590 w 126229"/>
                <a:gd name="connsiteY81" fmla="*/ 22951 h 224589"/>
                <a:gd name="connsiteX82" fmla="*/ 126229 w 126229"/>
                <a:gd name="connsiteY82" fmla="*/ 24590 h 224589"/>
                <a:gd name="connsiteX83" fmla="*/ 122950 w 126229"/>
                <a:gd name="connsiteY83" fmla="*/ 27869 h 224589"/>
                <a:gd name="connsiteX84" fmla="*/ 121311 w 126229"/>
                <a:gd name="connsiteY84" fmla="*/ 32787 h 224589"/>
                <a:gd name="connsiteX85" fmla="*/ 116393 w 126229"/>
                <a:gd name="connsiteY85" fmla="*/ 34426 h 224589"/>
                <a:gd name="connsiteX86" fmla="*/ 114754 w 126229"/>
                <a:gd name="connsiteY86" fmla="*/ 37705 h 224589"/>
                <a:gd name="connsiteX87" fmla="*/ 111475 w 126229"/>
                <a:gd name="connsiteY87" fmla="*/ 39344 h 224589"/>
                <a:gd name="connsiteX88" fmla="*/ 108196 w 126229"/>
                <a:gd name="connsiteY88" fmla="*/ 40983 h 224589"/>
                <a:gd name="connsiteX89" fmla="*/ 104917 w 126229"/>
                <a:gd name="connsiteY89" fmla="*/ 44262 h 224589"/>
                <a:gd name="connsiteX90" fmla="*/ 101639 w 126229"/>
                <a:gd name="connsiteY90" fmla="*/ 47541 h 224589"/>
                <a:gd name="connsiteX91" fmla="*/ 101639 w 126229"/>
                <a:gd name="connsiteY91" fmla="*/ 47541 h 224589"/>
                <a:gd name="connsiteX92" fmla="*/ 98360 w 126229"/>
                <a:gd name="connsiteY92" fmla="*/ 47541 h 224589"/>
                <a:gd name="connsiteX93" fmla="*/ 98360 w 126229"/>
                <a:gd name="connsiteY93" fmla="*/ 49180 h 224589"/>
                <a:gd name="connsiteX94" fmla="*/ 98360 w 126229"/>
                <a:gd name="connsiteY94" fmla="*/ 49180 h 224589"/>
                <a:gd name="connsiteX95" fmla="*/ 98360 w 126229"/>
                <a:gd name="connsiteY95" fmla="*/ 49180 h 224589"/>
                <a:gd name="connsiteX96" fmla="*/ 98360 w 126229"/>
                <a:gd name="connsiteY96" fmla="*/ 49180 h 224589"/>
                <a:gd name="connsiteX97" fmla="*/ 100000 w 126229"/>
                <a:gd name="connsiteY97" fmla="*/ 54098 h 224589"/>
                <a:gd name="connsiteX98" fmla="*/ 101639 w 126229"/>
                <a:gd name="connsiteY98" fmla="*/ 55737 h 224589"/>
                <a:gd name="connsiteX99" fmla="*/ 101639 w 126229"/>
                <a:gd name="connsiteY99" fmla="*/ 60655 h 224589"/>
                <a:gd name="connsiteX100" fmla="*/ 101639 w 126229"/>
                <a:gd name="connsiteY100" fmla="*/ 63934 h 224589"/>
                <a:gd name="connsiteX101" fmla="*/ 100000 w 126229"/>
                <a:gd name="connsiteY101" fmla="*/ 67213 h 224589"/>
                <a:gd name="connsiteX102" fmla="*/ 100000 w 126229"/>
                <a:gd name="connsiteY102" fmla="*/ 67213 h 224589"/>
                <a:gd name="connsiteX103" fmla="*/ 100000 w 126229"/>
                <a:gd name="connsiteY103" fmla="*/ 72131 h 224589"/>
                <a:gd name="connsiteX104" fmla="*/ 100000 w 126229"/>
                <a:gd name="connsiteY104" fmla="*/ 75409 h 224589"/>
                <a:gd name="connsiteX105" fmla="*/ 100000 w 126229"/>
                <a:gd name="connsiteY105" fmla="*/ 80327 h 224589"/>
                <a:gd name="connsiteX106" fmla="*/ 98360 w 126229"/>
                <a:gd name="connsiteY106" fmla="*/ 81967 h 224589"/>
                <a:gd name="connsiteX107" fmla="*/ 95081 w 126229"/>
                <a:gd name="connsiteY107" fmla="*/ 81967 h 224589"/>
                <a:gd name="connsiteX108" fmla="*/ 91803 w 126229"/>
                <a:gd name="connsiteY108" fmla="*/ 86885 h 224589"/>
                <a:gd name="connsiteX109" fmla="*/ 95081 w 126229"/>
                <a:gd name="connsiteY109" fmla="*/ 90164 h 224589"/>
                <a:gd name="connsiteX110" fmla="*/ 96721 w 126229"/>
                <a:gd name="connsiteY110" fmla="*/ 93442 h 224589"/>
                <a:gd name="connsiteX111" fmla="*/ 95081 w 126229"/>
                <a:gd name="connsiteY111" fmla="*/ 98360 h 224589"/>
                <a:gd name="connsiteX112" fmla="*/ 93442 w 126229"/>
                <a:gd name="connsiteY112" fmla="*/ 101639 h 224589"/>
                <a:gd name="connsiteX113" fmla="*/ 91803 w 126229"/>
                <a:gd name="connsiteY113" fmla="*/ 101639 h 224589"/>
                <a:gd name="connsiteX114" fmla="*/ 91803 w 126229"/>
                <a:gd name="connsiteY114" fmla="*/ 101639 h 224589"/>
                <a:gd name="connsiteX115" fmla="*/ 91803 w 126229"/>
                <a:gd name="connsiteY115" fmla="*/ 104917 h 224589"/>
                <a:gd name="connsiteX116" fmla="*/ 90164 w 126229"/>
                <a:gd name="connsiteY116" fmla="*/ 108196 h 224589"/>
                <a:gd name="connsiteX117" fmla="*/ 90164 w 126229"/>
                <a:gd name="connsiteY117" fmla="*/ 108196 h 224589"/>
                <a:gd name="connsiteX118" fmla="*/ 85246 w 126229"/>
                <a:gd name="connsiteY118" fmla="*/ 108196 h 224589"/>
                <a:gd name="connsiteX119" fmla="*/ 81967 w 126229"/>
                <a:gd name="connsiteY119" fmla="*/ 108196 h 224589"/>
                <a:gd name="connsiteX120" fmla="*/ 77049 w 126229"/>
                <a:gd name="connsiteY120" fmla="*/ 108196 h 224589"/>
                <a:gd name="connsiteX121" fmla="*/ 73770 w 126229"/>
                <a:gd name="connsiteY121" fmla="*/ 108196 h 224589"/>
                <a:gd name="connsiteX122" fmla="*/ 72131 w 126229"/>
                <a:gd name="connsiteY122" fmla="*/ 108196 h 224589"/>
                <a:gd name="connsiteX123" fmla="*/ 73770 w 126229"/>
                <a:gd name="connsiteY123" fmla="*/ 111475 h 224589"/>
                <a:gd name="connsiteX124" fmla="*/ 77049 w 126229"/>
                <a:gd name="connsiteY124" fmla="*/ 116393 h 224589"/>
                <a:gd name="connsiteX125" fmla="*/ 80327 w 126229"/>
                <a:gd name="connsiteY125" fmla="*/ 116393 h 224589"/>
                <a:gd name="connsiteX126" fmla="*/ 78688 w 126229"/>
                <a:gd name="connsiteY126" fmla="*/ 121311 h 224589"/>
                <a:gd name="connsiteX127" fmla="*/ 80327 w 126229"/>
                <a:gd name="connsiteY127" fmla="*/ 121311 h 224589"/>
                <a:gd name="connsiteX128" fmla="*/ 81967 w 126229"/>
                <a:gd name="connsiteY128" fmla="*/ 126229 h 224589"/>
                <a:gd name="connsiteX129" fmla="*/ 81967 w 126229"/>
                <a:gd name="connsiteY129" fmla="*/ 126229 h 224589"/>
                <a:gd name="connsiteX130" fmla="*/ 83606 w 126229"/>
                <a:gd name="connsiteY130" fmla="*/ 129508 h 224589"/>
                <a:gd name="connsiteX131" fmla="*/ 86885 w 126229"/>
                <a:gd name="connsiteY131" fmla="*/ 132786 h 224589"/>
                <a:gd name="connsiteX132" fmla="*/ 88524 w 126229"/>
                <a:gd name="connsiteY132" fmla="*/ 132786 h 224589"/>
                <a:gd name="connsiteX133" fmla="*/ 90164 w 126229"/>
                <a:gd name="connsiteY133" fmla="*/ 136065 h 224589"/>
                <a:gd name="connsiteX134" fmla="*/ 90164 w 126229"/>
                <a:gd name="connsiteY134" fmla="*/ 136065 h 224589"/>
                <a:gd name="connsiteX135" fmla="*/ 91803 w 126229"/>
                <a:gd name="connsiteY135" fmla="*/ 136065 h 224589"/>
                <a:gd name="connsiteX136" fmla="*/ 88524 w 126229"/>
                <a:gd name="connsiteY136" fmla="*/ 140983 h 224589"/>
                <a:gd name="connsiteX137" fmla="*/ 88524 w 126229"/>
                <a:gd name="connsiteY137" fmla="*/ 140983 h 224589"/>
                <a:gd name="connsiteX138" fmla="*/ 88524 w 126229"/>
                <a:gd name="connsiteY138" fmla="*/ 142622 h 224589"/>
                <a:gd name="connsiteX139" fmla="*/ 86885 w 126229"/>
                <a:gd name="connsiteY139" fmla="*/ 144261 h 224589"/>
                <a:gd name="connsiteX140" fmla="*/ 81967 w 126229"/>
                <a:gd name="connsiteY140" fmla="*/ 147540 h 224589"/>
                <a:gd name="connsiteX141" fmla="*/ 81967 w 126229"/>
                <a:gd name="connsiteY141" fmla="*/ 149179 h 224589"/>
                <a:gd name="connsiteX142" fmla="*/ 78688 w 126229"/>
                <a:gd name="connsiteY142" fmla="*/ 152458 h 224589"/>
                <a:gd name="connsiteX143" fmla="*/ 78688 w 126229"/>
                <a:gd name="connsiteY143" fmla="*/ 155737 h 224589"/>
                <a:gd name="connsiteX144" fmla="*/ 77049 w 126229"/>
                <a:gd name="connsiteY144" fmla="*/ 159016 h 224589"/>
                <a:gd name="connsiteX145" fmla="*/ 77049 w 126229"/>
                <a:gd name="connsiteY145" fmla="*/ 160655 h 224589"/>
                <a:gd name="connsiteX146" fmla="*/ 77049 w 126229"/>
                <a:gd name="connsiteY146" fmla="*/ 160655 h 224589"/>
                <a:gd name="connsiteX147" fmla="*/ 77049 w 126229"/>
                <a:gd name="connsiteY147" fmla="*/ 162294 h 224589"/>
                <a:gd name="connsiteX148" fmla="*/ 78688 w 126229"/>
                <a:gd name="connsiteY148" fmla="*/ 163934 h 224589"/>
                <a:gd name="connsiteX149" fmla="*/ 80327 w 126229"/>
                <a:gd name="connsiteY149" fmla="*/ 168851 h 224589"/>
                <a:gd name="connsiteX150" fmla="*/ 83606 w 126229"/>
                <a:gd name="connsiteY150" fmla="*/ 172130 h 224589"/>
                <a:gd name="connsiteX151" fmla="*/ 83606 w 126229"/>
                <a:gd name="connsiteY151" fmla="*/ 173770 h 224589"/>
                <a:gd name="connsiteX152" fmla="*/ 86885 w 126229"/>
                <a:gd name="connsiteY152" fmla="*/ 172130 h 224589"/>
                <a:gd name="connsiteX153" fmla="*/ 90164 w 126229"/>
                <a:gd name="connsiteY153" fmla="*/ 172130 h 224589"/>
                <a:gd name="connsiteX154" fmla="*/ 88524 w 126229"/>
                <a:gd name="connsiteY154" fmla="*/ 175409 h 224589"/>
                <a:gd name="connsiteX155" fmla="*/ 86885 w 126229"/>
                <a:gd name="connsiteY155" fmla="*/ 180327 h 224589"/>
                <a:gd name="connsiteX156" fmla="*/ 83606 w 126229"/>
                <a:gd name="connsiteY156" fmla="*/ 178688 h 224589"/>
                <a:gd name="connsiteX157" fmla="*/ 78688 w 126229"/>
                <a:gd name="connsiteY157" fmla="*/ 181966 h 224589"/>
                <a:gd name="connsiteX158" fmla="*/ 77049 w 126229"/>
                <a:gd name="connsiteY158" fmla="*/ 183606 h 224589"/>
                <a:gd name="connsiteX159" fmla="*/ 77049 w 126229"/>
                <a:gd name="connsiteY159" fmla="*/ 185245 h 224589"/>
                <a:gd name="connsiteX160" fmla="*/ 75410 w 126229"/>
                <a:gd name="connsiteY160" fmla="*/ 188524 h 224589"/>
                <a:gd name="connsiteX161" fmla="*/ 72131 w 126229"/>
                <a:gd name="connsiteY161" fmla="*/ 191802 h 224589"/>
                <a:gd name="connsiteX162" fmla="*/ 68852 w 126229"/>
                <a:gd name="connsiteY162" fmla="*/ 195081 h 224589"/>
                <a:gd name="connsiteX163" fmla="*/ 67213 w 126229"/>
                <a:gd name="connsiteY163" fmla="*/ 199999 h 224589"/>
                <a:gd name="connsiteX164" fmla="*/ 67213 w 126229"/>
                <a:gd name="connsiteY164" fmla="*/ 201638 h 224589"/>
                <a:gd name="connsiteX165" fmla="*/ 67213 w 126229"/>
                <a:gd name="connsiteY165" fmla="*/ 201638 h 224589"/>
                <a:gd name="connsiteX166" fmla="*/ 68852 w 126229"/>
                <a:gd name="connsiteY166" fmla="*/ 206556 h 224589"/>
                <a:gd name="connsiteX167" fmla="*/ 68852 w 126229"/>
                <a:gd name="connsiteY167" fmla="*/ 209835 h 224589"/>
                <a:gd name="connsiteX168" fmla="*/ 68852 w 126229"/>
                <a:gd name="connsiteY168" fmla="*/ 214753 h 224589"/>
                <a:gd name="connsiteX169" fmla="*/ 68852 w 126229"/>
                <a:gd name="connsiteY169" fmla="*/ 214753 h 224589"/>
                <a:gd name="connsiteX170" fmla="*/ 68852 w 126229"/>
                <a:gd name="connsiteY170" fmla="*/ 216392 h 224589"/>
                <a:gd name="connsiteX171" fmla="*/ 65573 w 126229"/>
                <a:gd name="connsiteY171" fmla="*/ 218032 h 224589"/>
                <a:gd name="connsiteX172" fmla="*/ 62295 w 126229"/>
                <a:gd name="connsiteY172" fmla="*/ 221310 h 224589"/>
                <a:gd name="connsiteX173" fmla="*/ 57377 w 126229"/>
                <a:gd name="connsiteY173" fmla="*/ 222950 h 224589"/>
                <a:gd name="connsiteX174" fmla="*/ 55737 w 126229"/>
                <a:gd name="connsiteY174" fmla="*/ 224589 h 224589"/>
                <a:gd name="connsiteX175" fmla="*/ 50820 w 126229"/>
                <a:gd name="connsiteY175" fmla="*/ 224589 h 224589"/>
                <a:gd name="connsiteX176" fmla="*/ 47541 w 126229"/>
                <a:gd name="connsiteY176" fmla="*/ 224589 h 224589"/>
                <a:gd name="connsiteX177" fmla="*/ 44262 w 126229"/>
                <a:gd name="connsiteY177" fmla="*/ 222950 h 224589"/>
                <a:gd name="connsiteX178" fmla="*/ 40983 w 126229"/>
                <a:gd name="connsiteY178" fmla="*/ 221310 h 224589"/>
                <a:gd name="connsiteX179" fmla="*/ 36066 w 126229"/>
                <a:gd name="connsiteY179" fmla="*/ 221310 h 224589"/>
                <a:gd name="connsiteX180" fmla="*/ 32787 w 126229"/>
                <a:gd name="connsiteY180" fmla="*/ 221310 h 224589"/>
                <a:gd name="connsiteX181" fmla="*/ 29508 w 126229"/>
                <a:gd name="connsiteY181" fmla="*/ 219671 h 224589"/>
                <a:gd name="connsiteX182" fmla="*/ 29508 w 126229"/>
                <a:gd name="connsiteY182" fmla="*/ 219671 h 224589"/>
                <a:gd name="connsiteX183" fmla="*/ 29508 w 126229"/>
                <a:gd name="connsiteY183" fmla="*/ 219671 h 224589"/>
                <a:gd name="connsiteX184" fmla="*/ 29508 w 126229"/>
                <a:gd name="connsiteY184" fmla="*/ 219671 h 224589"/>
                <a:gd name="connsiteX185" fmla="*/ 24590 w 126229"/>
                <a:gd name="connsiteY185" fmla="*/ 219671 h 224589"/>
                <a:gd name="connsiteX186" fmla="*/ 21311 w 126229"/>
                <a:gd name="connsiteY186" fmla="*/ 221310 h 224589"/>
                <a:gd name="connsiteX187" fmla="*/ 18033 w 126229"/>
                <a:gd name="connsiteY187" fmla="*/ 222950 h 224589"/>
                <a:gd name="connsiteX188" fmla="*/ 13114 w 126229"/>
                <a:gd name="connsiteY188" fmla="*/ 224589 h 224589"/>
                <a:gd name="connsiteX189" fmla="*/ 13114 w 126229"/>
                <a:gd name="connsiteY189" fmla="*/ 221310 h 224589"/>
                <a:gd name="connsiteX190" fmla="*/ 14754 w 126229"/>
                <a:gd name="connsiteY190" fmla="*/ 218032 h 224589"/>
                <a:gd name="connsiteX191" fmla="*/ 18033 w 126229"/>
                <a:gd name="connsiteY191" fmla="*/ 214753 h 224589"/>
                <a:gd name="connsiteX192" fmla="*/ 18033 w 126229"/>
                <a:gd name="connsiteY192" fmla="*/ 209835 h 224589"/>
                <a:gd name="connsiteX193" fmla="*/ 19672 w 126229"/>
                <a:gd name="connsiteY193" fmla="*/ 206556 h 224589"/>
                <a:gd name="connsiteX194" fmla="*/ 19672 w 126229"/>
                <a:gd name="connsiteY194" fmla="*/ 206556 h 224589"/>
                <a:gd name="connsiteX195" fmla="*/ 21311 w 126229"/>
                <a:gd name="connsiteY195" fmla="*/ 201638 h 224589"/>
                <a:gd name="connsiteX196" fmla="*/ 19672 w 126229"/>
                <a:gd name="connsiteY196" fmla="*/ 198360 h 224589"/>
                <a:gd name="connsiteX197" fmla="*/ 21311 w 126229"/>
                <a:gd name="connsiteY197" fmla="*/ 195081 h 224589"/>
                <a:gd name="connsiteX198" fmla="*/ 22951 w 126229"/>
                <a:gd name="connsiteY198" fmla="*/ 193442 h 224589"/>
                <a:gd name="connsiteX199" fmla="*/ 21311 w 126229"/>
                <a:gd name="connsiteY199" fmla="*/ 190163 h 224589"/>
                <a:gd name="connsiteX200" fmla="*/ 21311 w 126229"/>
                <a:gd name="connsiteY200" fmla="*/ 185245 h 224589"/>
                <a:gd name="connsiteX201" fmla="*/ 19672 w 126229"/>
                <a:gd name="connsiteY201" fmla="*/ 183606 h 224589"/>
                <a:gd name="connsiteX202" fmla="*/ 21311 w 126229"/>
                <a:gd name="connsiteY202" fmla="*/ 180327 h 224589"/>
                <a:gd name="connsiteX203" fmla="*/ 22951 w 126229"/>
                <a:gd name="connsiteY203" fmla="*/ 175409 h 224589"/>
                <a:gd name="connsiteX204" fmla="*/ 22951 w 126229"/>
                <a:gd name="connsiteY204" fmla="*/ 172130 h 224589"/>
                <a:gd name="connsiteX205" fmla="*/ 22951 w 126229"/>
                <a:gd name="connsiteY205" fmla="*/ 168851 h 224589"/>
                <a:gd name="connsiteX206" fmla="*/ 22951 w 126229"/>
                <a:gd name="connsiteY206" fmla="*/ 163934 h 224589"/>
                <a:gd name="connsiteX207" fmla="*/ 21311 w 126229"/>
                <a:gd name="connsiteY207" fmla="*/ 160655 h 224589"/>
                <a:gd name="connsiteX208" fmla="*/ 22951 w 126229"/>
                <a:gd name="connsiteY208" fmla="*/ 163934 h 224589"/>
                <a:gd name="connsiteX209" fmla="*/ 26229 w 126229"/>
                <a:gd name="connsiteY209" fmla="*/ 160655 h 224589"/>
                <a:gd name="connsiteX210" fmla="*/ 26229 w 126229"/>
                <a:gd name="connsiteY210" fmla="*/ 157376 h 224589"/>
                <a:gd name="connsiteX211" fmla="*/ 24590 w 126229"/>
                <a:gd name="connsiteY211" fmla="*/ 157376 h 224589"/>
                <a:gd name="connsiteX212" fmla="*/ 22951 w 126229"/>
                <a:gd name="connsiteY212" fmla="*/ 160655 h 224589"/>
                <a:gd name="connsiteX213" fmla="*/ 19672 w 126229"/>
                <a:gd name="connsiteY213" fmla="*/ 159016 h 224589"/>
                <a:gd name="connsiteX214" fmla="*/ 16393 w 126229"/>
                <a:gd name="connsiteY214" fmla="*/ 160655 h 224589"/>
                <a:gd name="connsiteX215" fmla="*/ 11476 w 126229"/>
                <a:gd name="connsiteY215" fmla="*/ 162294 h 224589"/>
                <a:gd name="connsiteX216" fmla="*/ 8197 w 126229"/>
                <a:gd name="connsiteY216" fmla="*/ 163934 h 224589"/>
                <a:gd name="connsiteX217" fmla="*/ 9836 w 126229"/>
                <a:gd name="connsiteY217" fmla="*/ 159016 h 224589"/>
                <a:gd name="connsiteX218" fmla="*/ 9836 w 126229"/>
                <a:gd name="connsiteY218" fmla="*/ 155737 h 224589"/>
                <a:gd name="connsiteX219" fmla="*/ 9836 w 126229"/>
                <a:gd name="connsiteY219" fmla="*/ 152458 h 224589"/>
                <a:gd name="connsiteX220" fmla="*/ 9836 w 126229"/>
                <a:gd name="connsiteY220" fmla="*/ 152458 h 224589"/>
                <a:gd name="connsiteX221" fmla="*/ 14754 w 126229"/>
                <a:gd name="connsiteY221" fmla="*/ 154098 h 224589"/>
                <a:gd name="connsiteX222" fmla="*/ 16393 w 126229"/>
                <a:gd name="connsiteY222" fmla="*/ 149179 h 224589"/>
                <a:gd name="connsiteX223" fmla="*/ 19672 w 126229"/>
                <a:gd name="connsiteY223" fmla="*/ 147540 h 224589"/>
                <a:gd name="connsiteX224" fmla="*/ 19672 w 126229"/>
                <a:gd name="connsiteY224" fmla="*/ 144261 h 224589"/>
                <a:gd name="connsiteX225" fmla="*/ 18033 w 126229"/>
                <a:gd name="connsiteY225" fmla="*/ 140983 h 224589"/>
                <a:gd name="connsiteX226" fmla="*/ 18033 w 126229"/>
                <a:gd name="connsiteY226" fmla="*/ 139344 h 224589"/>
                <a:gd name="connsiteX227" fmla="*/ 16393 w 126229"/>
                <a:gd name="connsiteY227" fmla="*/ 144261 h 224589"/>
                <a:gd name="connsiteX228" fmla="*/ 13114 w 126229"/>
                <a:gd name="connsiteY228" fmla="*/ 147540 h 224589"/>
                <a:gd name="connsiteX229" fmla="*/ 9836 w 126229"/>
                <a:gd name="connsiteY229" fmla="*/ 150819 h 224589"/>
                <a:gd name="connsiteX230" fmla="*/ 6557 w 126229"/>
                <a:gd name="connsiteY230" fmla="*/ 150819 h 224589"/>
                <a:gd name="connsiteX231" fmla="*/ 3279 w 126229"/>
                <a:gd name="connsiteY231" fmla="*/ 150819 h 224589"/>
                <a:gd name="connsiteX232" fmla="*/ 0 w 126229"/>
                <a:gd name="connsiteY232" fmla="*/ 147540 h 224589"/>
                <a:gd name="connsiteX233" fmla="*/ 1639 w 126229"/>
                <a:gd name="connsiteY233" fmla="*/ 144261 h 224589"/>
                <a:gd name="connsiteX234" fmla="*/ 3279 w 126229"/>
                <a:gd name="connsiteY234" fmla="*/ 139344 h 224589"/>
                <a:gd name="connsiteX235" fmla="*/ 3279 w 126229"/>
                <a:gd name="connsiteY235" fmla="*/ 136065 h 224589"/>
                <a:gd name="connsiteX236" fmla="*/ 4918 w 126229"/>
                <a:gd name="connsiteY236" fmla="*/ 131147 h 224589"/>
                <a:gd name="connsiteX237" fmla="*/ 6557 w 126229"/>
                <a:gd name="connsiteY237" fmla="*/ 127868 h 224589"/>
                <a:gd name="connsiteX238" fmla="*/ 6557 w 126229"/>
                <a:gd name="connsiteY238" fmla="*/ 124589 h 224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</a:cxnLst>
              <a:rect l="l" t="t" r="r" b="b"/>
              <a:pathLst>
                <a:path w="126229" h="224589">
                  <a:moveTo>
                    <a:pt x="6557" y="124589"/>
                  </a:moveTo>
                  <a:lnTo>
                    <a:pt x="4918" y="121311"/>
                  </a:lnTo>
                  <a:lnTo>
                    <a:pt x="9836" y="119671"/>
                  </a:lnTo>
                  <a:lnTo>
                    <a:pt x="13114" y="116393"/>
                  </a:lnTo>
                  <a:lnTo>
                    <a:pt x="16393" y="113114"/>
                  </a:lnTo>
                  <a:lnTo>
                    <a:pt x="18033" y="108196"/>
                  </a:lnTo>
                  <a:lnTo>
                    <a:pt x="19672" y="104917"/>
                  </a:lnTo>
                  <a:lnTo>
                    <a:pt x="21311" y="101639"/>
                  </a:lnTo>
                  <a:lnTo>
                    <a:pt x="22951" y="96721"/>
                  </a:lnTo>
                  <a:lnTo>
                    <a:pt x="24590" y="93442"/>
                  </a:lnTo>
                  <a:lnTo>
                    <a:pt x="24590" y="91803"/>
                  </a:lnTo>
                  <a:lnTo>
                    <a:pt x="26229" y="88524"/>
                  </a:lnTo>
                  <a:lnTo>
                    <a:pt x="26229" y="86885"/>
                  </a:lnTo>
                  <a:lnTo>
                    <a:pt x="26229" y="83606"/>
                  </a:lnTo>
                  <a:lnTo>
                    <a:pt x="27869" y="80327"/>
                  </a:lnTo>
                  <a:lnTo>
                    <a:pt x="29508" y="75409"/>
                  </a:lnTo>
                  <a:lnTo>
                    <a:pt x="31147" y="72131"/>
                  </a:lnTo>
                  <a:lnTo>
                    <a:pt x="31147" y="70491"/>
                  </a:lnTo>
                  <a:lnTo>
                    <a:pt x="31147" y="67213"/>
                  </a:lnTo>
                  <a:lnTo>
                    <a:pt x="34426" y="65573"/>
                  </a:lnTo>
                  <a:lnTo>
                    <a:pt x="36066" y="63934"/>
                  </a:lnTo>
                  <a:lnTo>
                    <a:pt x="36066" y="59016"/>
                  </a:lnTo>
                  <a:lnTo>
                    <a:pt x="34426" y="63934"/>
                  </a:lnTo>
                  <a:lnTo>
                    <a:pt x="34426" y="59016"/>
                  </a:lnTo>
                  <a:lnTo>
                    <a:pt x="36066" y="55737"/>
                  </a:lnTo>
                  <a:lnTo>
                    <a:pt x="36066" y="52459"/>
                  </a:lnTo>
                  <a:lnTo>
                    <a:pt x="37705" y="49180"/>
                  </a:lnTo>
                  <a:lnTo>
                    <a:pt x="37705" y="45901"/>
                  </a:lnTo>
                  <a:lnTo>
                    <a:pt x="37705" y="44262"/>
                  </a:lnTo>
                  <a:lnTo>
                    <a:pt x="36066" y="40983"/>
                  </a:lnTo>
                  <a:lnTo>
                    <a:pt x="34426" y="37705"/>
                  </a:lnTo>
                  <a:lnTo>
                    <a:pt x="34426" y="34426"/>
                  </a:lnTo>
                  <a:lnTo>
                    <a:pt x="34426" y="31147"/>
                  </a:lnTo>
                  <a:lnTo>
                    <a:pt x="34426" y="29508"/>
                  </a:lnTo>
                  <a:lnTo>
                    <a:pt x="34426" y="26229"/>
                  </a:lnTo>
                  <a:lnTo>
                    <a:pt x="32787" y="22951"/>
                  </a:lnTo>
                  <a:lnTo>
                    <a:pt x="32787" y="19672"/>
                  </a:lnTo>
                  <a:lnTo>
                    <a:pt x="34426" y="19672"/>
                  </a:lnTo>
                  <a:lnTo>
                    <a:pt x="36066" y="19672"/>
                  </a:lnTo>
                  <a:lnTo>
                    <a:pt x="32787" y="19672"/>
                  </a:lnTo>
                  <a:lnTo>
                    <a:pt x="32787" y="19672"/>
                  </a:lnTo>
                  <a:lnTo>
                    <a:pt x="31147" y="16393"/>
                  </a:lnTo>
                  <a:lnTo>
                    <a:pt x="32787" y="13114"/>
                  </a:lnTo>
                  <a:lnTo>
                    <a:pt x="36066" y="9836"/>
                  </a:lnTo>
                  <a:lnTo>
                    <a:pt x="37705" y="8197"/>
                  </a:lnTo>
                  <a:lnTo>
                    <a:pt x="40983" y="4918"/>
                  </a:lnTo>
                  <a:lnTo>
                    <a:pt x="40983" y="4918"/>
                  </a:lnTo>
                  <a:lnTo>
                    <a:pt x="44262" y="3279"/>
                  </a:lnTo>
                  <a:lnTo>
                    <a:pt x="49180" y="3279"/>
                  </a:lnTo>
                  <a:lnTo>
                    <a:pt x="52459" y="1639"/>
                  </a:lnTo>
                  <a:lnTo>
                    <a:pt x="55737" y="0"/>
                  </a:lnTo>
                  <a:lnTo>
                    <a:pt x="57377" y="0"/>
                  </a:lnTo>
                  <a:lnTo>
                    <a:pt x="57377" y="3279"/>
                  </a:lnTo>
                  <a:lnTo>
                    <a:pt x="60656" y="3279"/>
                  </a:lnTo>
                  <a:lnTo>
                    <a:pt x="57377" y="8197"/>
                  </a:lnTo>
                  <a:lnTo>
                    <a:pt x="55737" y="11475"/>
                  </a:lnTo>
                  <a:lnTo>
                    <a:pt x="55737" y="11475"/>
                  </a:lnTo>
                  <a:lnTo>
                    <a:pt x="57377" y="11475"/>
                  </a:lnTo>
                  <a:lnTo>
                    <a:pt x="57377" y="14754"/>
                  </a:lnTo>
                  <a:lnTo>
                    <a:pt x="60656" y="14754"/>
                  </a:lnTo>
                  <a:lnTo>
                    <a:pt x="65573" y="11475"/>
                  </a:lnTo>
                  <a:lnTo>
                    <a:pt x="68852" y="11475"/>
                  </a:lnTo>
                  <a:lnTo>
                    <a:pt x="72131" y="11475"/>
                  </a:lnTo>
                  <a:lnTo>
                    <a:pt x="77049" y="11475"/>
                  </a:lnTo>
                  <a:lnTo>
                    <a:pt x="80327" y="13114"/>
                  </a:lnTo>
                  <a:lnTo>
                    <a:pt x="83606" y="14754"/>
                  </a:lnTo>
                  <a:lnTo>
                    <a:pt x="86885" y="13114"/>
                  </a:lnTo>
                  <a:lnTo>
                    <a:pt x="90164" y="11475"/>
                  </a:lnTo>
                  <a:lnTo>
                    <a:pt x="91803" y="11475"/>
                  </a:lnTo>
                  <a:lnTo>
                    <a:pt x="91803" y="8197"/>
                  </a:lnTo>
                  <a:lnTo>
                    <a:pt x="95081" y="8197"/>
                  </a:lnTo>
                  <a:lnTo>
                    <a:pt x="98360" y="8197"/>
                  </a:lnTo>
                  <a:lnTo>
                    <a:pt x="100000" y="8197"/>
                  </a:lnTo>
                  <a:lnTo>
                    <a:pt x="104917" y="8197"/>
                  </a:lnTo>
                  <a:lnTo>
                    <a:pt x="108196" y="9836"/>
                  </a:lnTo>
                  <a:lnTo>
                    <a:pt x="111475" y="8197"/>
                  </a:lnTo>
                  <a:lnTo>
                    <a:pt x="114754" y="11475"/>
                  </a:lnTo>
                  <a:lnTo>
                    <a:pt x="114754" y="16393"/>
                  </a:lnTo>
                  <a:lnTo>
                    <a:pt x="113114" y="18033"/>
                  </a:lnTo>
                  <a:lnTo>
                    <a:pt x="118032" y="19672"/>
                  </a:lnTo>
                  <a:lnTo>
                    <a:pt x="121311" y="19672"/>
                  </a:lnTo>
                  <a:lnTo>
                    <a:pt x="124590" y="22951"/>
                  </a:lnTo>
                  <a:lnTo>
                    <a:pt x="126229" y="24590"/>
                  </a:lnTo>
                  <a:lnTo>
                    <a:pt x="122950" y="27869"/>
                  </a:lnTo>
                  <a:lnTo>
                    <a:pt x="121311" y="32787"/>
                  </a:lnTo>
                  <a:lnTo>
                    <a:pt x="116393" y="34426"/>
                  </a:lnTo>
                  <a:lnTo>
                    <a:pt x="114754" y="37705"/>
                  </a:lnTo>
                  <a:lnTo>
                    <a:pt x="111475" y="39344"/>
                  </a:lnTo>
                  <a:lnTo>
                    <a:pt x="108196" y="40983"/>
                  </a:lnTo>
                  <a:lnTo>
                    <a:pt x="104917" y="44262"/>
                  </a:lnTo>
                  <a:lnTo>
                    <a:pt x="101639" y="47541"/>
                  </a:lnTo>
                  <a:lnTo>
                    <a:pt x="101639" y="47541"/>
                  </a:lnTo>
                  <a:lnTo>
                    <a:pt x="98360" y="47541"/>
                  </a:lnTo>
                  <a:lnTo>
                    <a:pt x="98360" y="49180"/>
                  </a:lnTo>
                  <a:lnTo>
                    <a:pt x="98360" y="49180"/>
                  </a:lnTo>
                  <a:lnTo>
                    <a:pt x="98360" y="49180"/>
                  </a:lnTo>
                  <a:lnTo>
                    <a:pt x="98360" y="49180"/>
                  </a:lnTo>
                  <a:lnTo>
                    <a:pt x="100000" y="54098"/>
                  </a:lnTo>
                  <a:lnTo>
                    <a:pt x="101639" y="55737"/>
                  </a:lnTo>
                  <a:lnTo>
                    <a:pt x="101639" y="60655"/>
                  </a:lnTo>
                  <a:lnTo>
                    <a:pt x="101639" y="63934"/>
                  </a:lnTo>
                  <a:lnTo>
                    <a:pt x="100000" y="67213"/>
                  </a:lnTo>
                  <a:lnTo>
                    <a:pt x="100000" y="67213"/>
                  </a:lnTo>
                  <a:lnTo>
                    <a:pt x="100000" y="72131"/>
                  </a:lnTo>
                  <a:lnTo>
                    <a:pt x="100000" y="75409"/>
                  </a:lnTo>
                  <a:lnTo>
                    <a:pt x="100000" y="80327"/>
                  </a:lnTo>
                  <a:lnTo>
                    <a:pt x="98360" y="81967"/>
                  </a:lnTo>
                  <a:lnTo>
                    <a:pt x="95081" y="81967"/>
                  </a:lnTo>
                  <a:lnTo>
                    <a:pt x="91803" y="86885"/>
                  </a:lnTo>
                  <a:lnTo>
                    <a:pt x="95081" y="90164"/>
                  </a:lnTo>
                  <a:lnTo>
                    <a:pt x="96721" y="93442"/>
                  </a:lnTo>
                  <a:lnTo>
                    <a:pt x="95081" y="98360"/>
                  </a:lnTo>
                  <a:lnTo>
                    <a:pt x="93442" y="101639"/>
                  </a:lnTo>
                  <a:lnTo>
                    <a:pt x="91803" y="101639"/>
                  </a:lnTo>
                  <a:lnTo>
                    <a:pt x="91803" y="101639"/>
                  </a:lnTo>
                  <a:lnTo>
                    <a:pt x="91803" y="104917"/>
                  </a:lnTo>
                  <a:lnTo>
                    <a:pt x="90164" y="108196"/>
                  </a:lnTo>
                  <a:lnTo>
                    <a:pt x="90164" y="108196"/>
                  </a:lnTo>
                  <a:lnTo>
                    <a:pt x="85246" y="108196"/>
                  </a:lnTo>
                  <a:lnTo>
                    <a:pt x="81967" y="108196"/>
                  </a:lnTo>
                  <a:lnTo>
                    <a:pt x="77049" y="108196"/>
                  </a:lnTo>
                  <a:lnTo>
                    <a:pt x="73770" y="108196"/>
                  </a:lnTo>
                  <a:lnTo>
                    <a:pt x="72131" y="108196"/>
                  </a:lnTo>
                  <a:lnTo>
                    <a:pt x="73770" y="111475"/>
                  </a:lnTo>
                  <a:lnTo>
                    <a:pt x="77049" y="116393"/>
                  </a:lnTo>
                  <a:lnTo>
                    <a:pt x="80327" y="116393"/>
                  </a:lnTo>
                  <a:lnTo>
                    <a:pt x="78688" y="121311"/>
                  </a:lnTo>
                  <a:lnTo>
                    <a:pt x="80327" y="121311"/>
                  </a:lnTo>
                  <a:lnTo>
                    <a:pt x="81967" y="126229"/>
                  </a:lnTo>
                  <a:lnTo>
                    <a:pt x="81967" y="126229"/>
                  </a:lnTo>
                  <a:lnTo>
                    <a:pt x="83606" y="129508"/>
                  </a:lnTo>
                  <a:lnTo>
                    <a:pt x="86885" y="132786"/>
                  </a:lnTo>
                  <a:lnTo>
                    <a:pt x="88524" y="132786"/>
                  </a:lnTo>
                  <a:lnTo>
                    <a:pt x="90164" y="136065"/>
                  </a:lnTo>
                  <a:lnTo>
                    <a:pt x="90164" y="136065"/>
                  </a:lnTo>
                  <a:lnTo>
                    <a:pt x="91803" y="136065"/>
                  </a:lnTo>
                  <a:lnTo>
                    <a:pt x="88524" y="140983"/>
                  </a:lnTo>
                  <a:lnTo>
                    <a:pt x="88524" y="140983"/>
                  </a:lnTo>
                  <a:lnTo>
                    <a:pt x="88524" y="142622"/>
                  </a:lnTo>
                  <a:lnTo>
                    <a:pt x="86885" y="144261"/>
                  </a:lnTo>
                  <a:lnTo>
                    <a:pt x="81967" y="147540"/>
                  </a:lnTo>
                  <a:lnTo>
                    <a:pt x="81967" y="149179"/>
                  </a:lnTo>
                  <a:lnTo>
                    <a:pt x="78688" y="152458"/>
                  </a:lnTo>
                  <a:lnTo>
                    <a:pt x="78688" y="155737"/>
                  </a:lnTo>
                  <a:lnTo>
                    <a:pt x="77049" y="159016"/>
                  </a:lnTo>
                  <a:lnTo>
                    <a:pt x="77049" y="160655"/>
                  </a:lnTo>
                  <a:lnTo>
                    <a:pt x="77049" y="160655"/>
                  </a:lnTo>
                  <a:lnTo>
                    <a:pt x="77049" y="162294"/>
                  </a:lnTo>
                  <a:lnTo>
                    <a:pt x="78688" y="163934"/>
                  </a:lnTo>
                  <a:lnTo>
                    <a:pt x="80327" y="168851"/>
                  </a:lnTo>
                  <a:lnTo>
                    <a:pt x="83606" y="172130"/>
                  </a:lnTo>
                  <a:lnTo>
                    <a:pt x="83606" y="173770"/>
                  </a:lnTo>
                  <a:lnTo>
                    <a:pt x="86885" y="172130"/>
                  </a:lnTo>
                  <a:lnTo>
                    <a:pt x="90164" y="172130"/>
                  </a:lnTo>
                  <a:lnTo>
                    <a:pt x="88524" y="175409"/>
                  </a:lnTo>
                  <a:lnTo>
                    <a:pt x="86885" y="180327"/>
                  </a:lnTo>
                  <a:lnTo>
                    <a:pt x="83606" y="178688"/>
                  </a:lnTo>
                  <a:lnTo>
                    <a:pt x="78688" y="181966"/>
                  </a:lnTo>
                  <a:lnTo>
                    <a:pt x="77049" y="183606"/>
                  </a:lnTo>
                  <a:lnTo>
                    <a:pt x="77049" y="185245"/>
                  </a:lnTo>
                  <a:lnTo>
                    <a:pt x="75410" y="188524"/>
                  </a:lnTo>
                  <a:lnTo>
                    <a:pt x="72131" y="191802"/>
                  </a:lnTo>
                  <a:lnTo>
                    <a:pt x="68852" y="195081"/>
                  </a:lnTo>
                  <a:lnTo>
                    <a:pt x="67213" y="199999"/>
                  </a:lnTo>
                  <a:lnTo>
                    <a:pt x="67213" y="201638"/>
                  </a:lnTo>
                  <a:lnTo>
                    <a:pt x="67213" y="201638"/>
                  </a:lnTo>
                  <a:lnTo>
                    <a:pt x="68852" y="206556"/>
                  </a:lnTo>
                  <a:lnTo>
                    <a:pt x="68852" y="209835"/>
                  </a:lnTo>
                  <a:lnTo>
                    <a:pt x="68852" y="214753"/>
                  </a:lnTo>
                  <a:lnTo>
                    <a:pt x="68852" y="214753"/>
                  </a:lnTo>
                  <a:lnTo>
                    <a:pt x="68852" y="216392"/>
                  </a:lnTo>
                  <a:lnTo>
                    <a:pt x="65573" y="218032"/>
                  </a:lnTo>
                  <a:lnTo>
                    <a:pt x="62295" y="221310"/>
                  </a:lnTo>
                  <a:lnTo>
                    <a:pt x="57377" y="222950"/>
                  </a:lnTo>
                  <a:lnTo>
                    <a:pt x="55737" y="224589"/>
                  </a:lnTo>
                  <a:lnTo>
                    <a:pt x="50820" y="224589"/>
                  </a:lnTo>
                  <a:lnTo>
                    <a:pt x="47541" y="224589"/>
                  </a:lnTo>
                  <a:lnTo>
                    <a:pt x="44262" y="222950"/>
                  </a:lnTo>
                  <a:lnTo>
                    <a:pt x="40983" y="221310"/>
                  </a:lnTo>
                  <a:lnTo>
                    <a:pt x="36066" y="221310"/>
                  </a:lnTo>
                  <a:lnTo>
                    <a:pt x="32787" y="221310"/>
                  </a:lnTo>
                  <a:lnTo>
                    <a:pt x="29508" y="219671"/>
                  </a:lnTo>
                  <a:lnTo>
                    <a:pt x="29508" y="219671"/>
                  </a:lnTo>
                  <a:lnTo>
                    <a:pt x="29508" y="219671"/>
                  </a:lnTo>
                  <a:lnTo>
                    <a:pt x="29508" y="219671"/>
                  </a:lnTo>
                  <a:lnTo>
                    <a:pt x="24590" y="219671"/>
                  </a:lnTo>
                  <a:lnTo>
                    <a:pt x="21311" y="221310"/>
                  </a:lnTo>
                  <a:lnTo>
                    <a:pt x="18033" y="222950"/>
                  </a:lnTo>
                  <a:lnTo>
                    <a:pt x="13114" y="224589"/>
                  </a:lnTo>
                  <a:lnTo>
                    <a:pt x="13114" y="221310"/>
                  </a:lnTo>
                  <a:lnTo>
                    <a:pt x="14754" y="218032"/>
                  </a:lnTo>
                  <a:lnTo>
                    <a:pt x="18033" y="214753"/>
                  </a:lnTo>
                  <a:lnTo>
                    <a:pt x="18033" y="209835"/>
                  </a:lnTo>
                  <a:lnTo>
                    <a:pt x="19672" y="206556"/>
                  </a:lnTo>
                  <a:lnTo>
                    <a:pt x="19672" y="206556"/>
                  </a:lnTo>
                  <a:lnTo>
                    <a:pt x="21311" y="201638"/>
                  </a:lnTo>
                  <a:lnTo>
                    <a:pt x="19672" y="198360"/>
                  </a:lnTo>
                  <a:lnTo>
                    <a:pt x="21311" y="195081"/>
                  </a:lnTo>
                  <a:lnTo>
                    <a:pt x="22951" y="193442"/>
                  </a:lnTo>
                  <a:lnTo>
                    <a:pt x="21311" y="190163"/>
                  </a:lnTo>
                  <a:lnTo>
                    <a:pt x="21311" y="185245"/>
                  </a:lnTo>
                  <a:lnTo>
                    <a:pt x="19672" y="183606"/>
                  </a:lnTo>
                  <a:lnTo>
                    <a:pt x="21311" y="180327"/>
                  </a:lnTo>
                  <a:lnTo>
                    <a:pt x="22951" y="175409"/>
                  </a:lnTo>
                  <a:lnTo>
                    <a:pt x="22951" y="172130"/>
                  </a:lnTo>
                  <a:lnTo>
                    <a:pt x="22951" y="168851"/>
                  </a:lnTo>
                  <a:lnTo>
                    <a:pt x="22951" y="163934"/>
                  </a:lnTo>
                  <a:lnTo>
                    <a:pt x="21311" y="160655"/>
                  </a:lnTo>
                  <a:lnTo>
                    <a:pt x="22951" y="163934"/>
                  </a:lnTo>
                  <a:lnTo>
                    <a:pt x="26229" y="160655"/>
                  </a:lnTo>
                  <a:lnTo>
                    <a:pt x="26229" y="157376"/>
                  </a:lnTo>
                  <a:lnTo>
                    <a:pt x="24590" y="157376"/>
                  </a:lnTo>
                  <a:lnTo>
                    <a:pt x="22951" y="160655"/>
                  </a:lnTo>
                  <a:lnTo>
                    <a:pt x="19672" y="159016"/>
                  </a:lnTo>
                  <a:lnTo>
                    <a:pt x="16393" y="160655"/>
                  </a:lnTo>
                  <a:lnTo>
                    <a:pt x="11476" y="162294"/>
                  </a:lnTo>
                  <a:lnTo>
                    <a:pt x="8197" y="163934"/>
                  </a:lnTo>
                  <a:lnTo>
                    <a:pt x="9836" y="159016"/>
                  </a:lnTo>
                  <a:lnTo>
                    <a:pt x="9836" y="155737"/>
                  </a:lnTo>
                  <a:lnTo>
                    <a:pt x="9836" y="152458"/>
                  </a:lnTo>
                  <a:lnTo>
                    <a:pt x="9836" y="152458"/>
                  </a:lnTo>
                  <a:lnTo>
                    <a:pt x="14754" y="154098"/>
                  </a:lnTo>
                  <a:lnTo>
                    <a:pt x="16393" y="149179"/>
                  </a:lnTo>
                  <a:lnTo>
                    <a:pt x="19672" y="147540"/>
                  </a:lnTo>
                  <a:lnTo>
                    <a:pt x="19672" y="144261"/>
                  </a:lnTo>
                  <a:lnTo>
                    <a:pt x="18033" y="140983"/>
                  </a:lnTo>
                  <a:lnTo>
                    <a:pt x="18033" y="139344"/>
                  </a:lnTo>
                  <a:lnTo>
                    <a:pt x="16393" y="144261"/>
                  </a:lnTo>
                  <a:lnTo>
                    <a:pt x="13114" y="147540"/>
                  </a:lnTo>
                  <a:lnTo>
                    <a:pt x="9836" y="150819"/>
                  </a:lnTo>
                  <a:lnTo>
                    <a:pt x="6557" y="150819"/>
                  </a:lnTo>
                  <a:lnTo>
                    <a:pt x="3279" y="150819"/>
                  </a:lnTo>
                  <a:lnTo>
                    <a:pt x="0" y="147540"/>
                  </a:lnTo>
                  <a:lnTo>
                    <a:pt x="1639" y="144261"/>
                  </a:lnTo>
                  <a:lnTo>
                    <a:pt x="3279" y="139344"/>
                  </a:lnTo>
                  <a:lnTo>
                    <a:pt x="3279" y="136065"/>
                  </a:lnTo>
                  <a:lnTo>
                    <a:pt x="4918" y="131147"/>
                  </a:lnTo>
                  <a:lnTo>
                    <a:pt x="6557" y="127868"/>
                  </a:lnTo>
                  <a:lnTo>
                    <a:pt x="6557" y="12458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9" name="Freeform 2868">
              <a:extLst>
                <a:ext uri="{FF2B5EF4-FFF2-40B4-BE49-F238E27FC236}">
                  <a16:creationId xmlns:a16="http://schemas.microsoft.com/office/drawing/2014/main" id="{6C16657F-4CF2-9B4F-9191-C4F10907BBD7}"/>
                </a:ext>
              </a:extLst>
            </p:cNvPr>
            <p:cNvSpPr/>
            <p:nvPr/>
          </p:nvSpPr>
          <p:spPr>
            <a:xfrm>
              <a:off x="5241905" y="3629653"/>
              <a:ext cx="170490" cy="283605"/>
            </a:xfrm>
            <a:custGeom>
              <a:avLst/>
              <a:gdLst>
                <a:gd name="connsiteX0" fmla="*/ 3279 w 170490"/>
                <a:gd name="connsiteY0" fmla="*/ 216393 h 283605"/>
                <a:gd name="connsiteX1" fmla="*/ 1639 w 170490"/>
                <a:gd name="connsiteY1" fmla="*/ 213114 h 283605"/>
                <a:gd name="connsiteX2" fmla="*/ 1639 w 170490"/>
                <a:gd name="connsiteY2" fmla="*/ 208196 h 283605"/>
                <a:gd name="connsiteX3" fmla="*/ 1639 w 170490"/>
                <a:gd name="connsiteY3" fmla="*/ 204917 h 283605"/>
                <a:gd name="connsiteX4" fmla="*/ 0 w 170490"/>
                <a:gd name="connsiteY4" fmla="*/ 201639 h 283605"/>
                <a:gd name="connsiteX5" fmla="*/ 1639 w 170490"/>
                <a:gd name="connsiteY5" fmla="*/ 198360 h 283605"/>
                <a:gd name="connsiteX6" fmla="*/ 1639 w 170490"/>
                <a:gd name="connsiteY6" fmla="*/ 193442 h 283605"/>
                <a:gd name="connsiteX7" fmla="*/ 1639 w 170490"/>
                <a:gd name="connsiteY7" fmla="*/ 190163 h 283605"/>
                <a:gd name="connsiteX8" fmla="*/ 3279 w 170490"/>
                <a:gd name="connsiteY8" fmla="*/ 186884 h 283605"/>
                <a:gd name="connsiteX9" fmla="*/ 4918 w 170490"/>
                <a:gd name="connsiteY9" fmla="*/ 181966 h 283605"/>
                <a:gd name="connsiteX10" fmla="*/ 6557 w 170490"/>
                <a:gd name="connsiteY10" fmla="*/ 181966 h 283605"/>
                <a:gd name="connsiteX11" fmla="*/ 9836 w 170490"/>
                <a:gd name="connsiteY11" fmla="*/ 177049 h 283605"/>
                <a:gd name="connsiteX12" fmla="*/ 11476 w 170490"/>
                <a:gd name="connsiteY12" fmla="*/ 173770 h 283605"/>
                <a:gd name="connsiteX13" fmla="*/ 11476 w 170490"/>
                <a:gd name="connsiteY13" fmla="*/ 168852 h 283605"/>
                <a:gd name="connsiteX14" fmla="*/ 11476 w 170490"/>
                <a:gd name="connsiteY14" fmla="*/ 165573 h 283605"/>
                <a:gd name="connsiteX15" fmla="*/ 13115 w 170490"/>
                <a:gd name="connsiteY15" fmla="*/ 160655 h 283605"/>
                <a:gd name="connsiteX16" fmla="*/ 13115 w 170490"/>
                <a:gd name="connsiteY16" fmla="*/ 157376 h 283605"/>
                <a:gd name="connsiteX17" fmla="*/ 14754 w 170490"/>
                <a:gd name="connsiteY17" fmla="*/ 152459 h 283605"/>
                <a:gd name="connsiteX18" fmla="*/ 14754 w 170490"/>
                <a:gd name="connsiteY18" fmla="*/ 150819 h 283605"/>
                <a:gd name="connsiteX19" fmla="*/ 18033 w 170490"/>
                <a:gd name="connsiteY19" fmla="*/ 147540 h 283605"/>
                <a:gd name="connsiteX20" fmla="*/ 18033 w 170490"/>
                <a:gd name="connsiteY20" fmla="*/ 142622 h 283605"/>
                <a:gd name="connsiteX21" fmla="*/ 19672 w 170490"/>
                <a:gd name="connsiteY21" fmla="*/ 142622 h 283605"/>
                <a:gd name="connsiteX22" fmla="*/ 21312 w 170490"/>
                <a:gd name="connsiteY22" fmla="*/ 140983 h 283605"/>
                <a:gd name="connsiteX23" fmla="*/ 21312 w 170490"/>
                <a:gd name="connsiteY23" fmla="*/ 139344 h 283605"/>
                <a:gd name="connsiteX24" fmla="*/ 26229 w 170490"/>
                <a:gd name="connsiteY24" fmla="*/ 137704 h 283605"/>
                <a:gd name="connsiteX25" fmla="*/ 24590 w 170490"/>
                <a:gd name="connsiteY25" fmla="*/ 134426 h 283605"/>
                <a:gd name="connsiteX26" fmla="*/ 29508 w 170490"/>
                <a:gd name="connsiteY26" fmla="*/ 131147 h 283605"/>
                <a:gd name="connsiteX27" fmla="*/ 29508 w 170490"/>
                <a:gd name="connsiteY27" fmla="*/ 127869 h 283605"/>
                <a:gd name="connsiteX28" fmla="*/ 27869 w 170490"/>
                <a:gd name="connsiteY28" fmla="*/ 122950 h 283605"/>
                <a:gd name="connsiteX29" fmla="*/ 27869 w 170490"/>
                <a:gd name="connsiteY29" fmla="*/ 119672 h 283605"/>
                <a:gd name="connsiteX30" fmla="*/ 27869 w 170490"/>
                <a:gd name="connsiteY30" fmla="*/ 116393 h 283605"/>
                <a:gd name="connsiteX31" fmla="*/ 27869 w 170490"/>
                <a:gd name="connsiteY31" fmla="*/ 111475 h 283605"/>
                <a:gd name="connsiteX32" fmla="*/ 26229 w 170490"/>
                <a:gd name="connsiteY32" fmla="*/ 108196 h 283605"/>
                <a:gd name="connsiteX33" fmla="*/ 26229 w 170490"/>
                <a:gd name="connsiteY33" fmla="*/ 104917 h 283605"/>
                <a:gd name="connsiteX34" fmla="*/ 24590 w 170490"/>
                <a:gd name="connsiteY34" fmla="*/ 104917 h 283605"/>
                <a:gd name="connsiteX35" fmla="*/ 26229 w 170490"/>
                <a:gd name="connsiteY35" fmla="*/ 101639 h 283605"/>
                <a:gd name="connsiteX36" fmla="*/ 24590 w 170490"/>
                <a:gd name="connsiteY36" fmla="*/ 98360 h 283605"/>
                <a:gd name="connsiteX37" fmla="*/ 22951 w 170490"/>
                <a:gd name="connsiteY37" fmla="*/ 95082 h 283605"/>
                <a:gd name="connsiteX38" fmla="*/ 19672 w 170490"/>
                <a:gd name="connsiteY38" fmla="*/ 91803 h 283605"/>
                <a:gd name="connsiteX39" fmla="*/ 21312 w 170490"/>
                <a:gd name="connsiteY39" fmla="*/ 88524 h 283605"/>
                <a:gd name="connsiteX40" fmla="*/ 22951 w 170490"/>
                <a:gd name="connsiteY40" fmla="*/ 85246 h 283605"/>
                <a:gd name="connsiteX41" fmla="*/ 21312 w 170490"/>
                <a:gd name="connsiteY41" fmla="*/ 81967 h 283605"/>
                <a:gd name="connsiteX42" fmla="*/ 22951 w 170490"/>
                <a:gd name="connsiteY42" fmla="*/ 77049 h 283605"/>
                <a:gd name="connsiteX43" fmla="*/ 22951 w 170490"/>
                <a:gd name="connsiteY43" fmla="*/ 73770 h 283605"/>
                <a:gd name="connsiteX44" fmla="*/ 22951 w 170490"/>
                <a:gd name="connsiteY44" fmla="*/ 73770 h 283605"/>
                <a:gd name="connsiteX45" fmla="*/ 19672 w 170490"/>
                <a:gd name="connsiteY45" fmla="*/ 70492 h 283605"/>
                <a:gd name="connsiteX46" fmla="*/ 19672 w 170490"/>
                <a:gd name="connsiteY46" fmla="*/ 67213 h 283605"/>
                <a:gd name="connsiteX47" fmla="*/ 18033 w 170490"/>
                <a:gd name="connsiteY47" fmla="*/ 62295 h 283605"/>
                <a:gd name="connsiteX48" fmla="*/ 21312 w 170490"/>
                <a:gd name="connsiteY48" fmla="*/ 59016 h 283605"/>
                <a:gd name="connsiteX49" fmla="*/ 19672 w 170490"/>
                <a:gd name="connsiteY49" fmla="*/ 55737 h 283605"/>
                <a:gd name="connsiteX50" fmla="*/ 19672 w 170490"/>
                <a:gd name="connsiteY50" fmla="*/ 50820 h 283605"/>
                <a:gd name="connsiteX51" fmla="*/ 19672 w 170490"/>
                <a:gd name="connsiteY51" fmla="*/ 49180 h 283605"/>
                <a:gd name="connsiteX52" fmla="*/ 18033 w 170490"/>
                <a:gd name="connsiteY52" fmla="*/ 45902 h 283605"/>
                <a:gd name="connsiteX53" fmla="*/ 18033 w 170490"/>
                <a:gd name="connsiteY53" fmla="*/ 42623 h 283605"/>
                <a:gd name="connsiteX54" fmla="*/ 18033 w 170490"/>
                <a:gd name="connsiteY54" fmla="*/ 39344 h 283605"/>
                <a:gd name="connsiteX55" fmla="*/ 18033 w 170490"/>
                <a:gd name="connsiteY55" fmla="*/ 36066 h 283605"/>
                <a:gd name="connsiteX56" fmla="*/ 16393 w 170490"/>
                <a:gd name="connsiteY56" fmla="*/ 31147 h 283605"/>
                <a:gd name="connsiteX57" fmla="*/ 14754 w 170490"/>
                <a:gd name="connsiteY57" fmla="*/ 27869 h 283605"/>
                <a:gd name="connsiteX58" fmla="*/ 13115 w 170490"/>
                <a:gd name="connsiteY58" fmla="*/ 24590 h 283605"/>
                <a:gd name="connsiteX59" fmla="*/ 13115 w 170490"/>
                <a:gd name="connsiteY59" fmla="*/ 19672 h 283605"/>
                <a:gd name="connsiteX60" fmla="*/ 14754 w 170490"/>
                <a:gd name="connsiteY60" fmla="*/ 18033 h 283605"/>
                <a:gd name="connsiteX61" fmla="*/ 16393 w 170490"/>
                <a:gd name="connsiteY61" fmla="*/ 14754 h 283605"/>
                <a:gd name="connsiteX62" fmla="*/ 18033 w 170490"/>
                <a:gd name="connsiteY62" fmla="*/ 11476 h 283605"/>
                <a:gd name="connsiteX63" fmla="*/ 18033 w 170490"/>
                <a:gd name="connsiteY63" fmla="*/ 6557 h 283605"/>
                <a:gd name="connsiteX64" fmla="*/ 21312 w 170490"/>
                <a:gd name="connsiteY64" fmla="*/ 6557 h 283605"/>
                <a:gd name="connsiteX65" fmla="*/ 24590 w 170490"/>
                <a:gd name="connsiteY65" fmla="*/ 8197 h 283605"/>
                <a:gd name="connsiteX66" fmla="*/ 27869 w 170490"/>
                <a:gd name="connsiteY66" fmla="*/ 6557 h 283605"/>
                <a:gd name="connsiteX67" fmla="*/ 31147 w 170490"/>
                <a:gd name="connsiteY67" fmla="*/ 6557 h 283605"/>
                <a:gd name="connsiteX68" fmla="*/ 36066 w 170490"/>
                <a:gd name="connsiteY68" fmla="*/ 6557 h 283605"/>
                <a:gd name="connsiteX69" fmla="*/ 39344 w 170490"/>
                <a:gd name="connsiteY69" fmla="*/ 6557 h 283605"/>
                <a:gd name="connsiteX70" fmla="*/ 42623 w 170490"/>
                <a:gd name="connsiteY70" fmla="*/ 6557 h 283605"/>
                <a:gd name="connsiteX71" fmla="*/ 45902 w 170490"/>
                <a:gd name="connsiteY71" fmla="*/ 6557 h 283605"/>
                <a:gd name="connsiteX72" fmla="*/ 49180 w 170490"/>
                <a:gd name="connsiteY72" fmla="*/ 6557 h 283605"/>
                <a:gd name="connsiteX73" fmla="*/ 52459 w 170490"/>
                <a:gd name="connsiteY73" fmla="*/ 6557 h 283605"/>
                <a:gd name="connsiteX74" fmla="*/ 55737 w 170490"/>
                <a:gd name="connsiteY74" fmla="*/ 6557 h 283605"/>
                <a:gd name="connsiteX75" fmla="*/ 60656 w 170490"/>
                <a:gd name="connsiteY75" fmla="*/ 6557 h 283605"/>
                <a:gd name="connsiteX76" fmla="*/ 63934 w 170490"/>
                <a:gd name="connsiteY76" fmla="*/ 6557 h 283605"/>
                <a:gd name="connsiteX77" fmla="*/ 67213 w 170490"/>
                <a:gd name="connsiteY77" fmla="*/ 6557 h 283605"/>
                <a:gd name="connsiteX78" fmla="*/ 72131 w 170490"/>
                <a:gd name="connsiteY78" fmla="*/ 6557 h 283605"/>
                <a:gd name="connsiteX79" fmla="*/ 72131 w 170490"/>
                <a:gd name="connsiteY79" fmla="*/ 6557 h 283605"/>
                <a:gd name="connsiteX80" fmla="*/ 75410 w 170490"/>
                <a:gd name="connsiteY80" fmla="*/ 6557 h 283605"/>
                <a:gd name="connsiteX81" fmla="*/ 80327 w 170490"/>
                <a:gd name="connsiteY81" fmla="*/ 6557 h 283605"/>
                <a:gd name="connsiteX82" fmla="*/ 83606 w 170490"/>
                <a:gd name="connsiteY82" fmla="*/ 6557 h 283605"/>
                <a:gd name="connsiteX83" fmla="*/ 85246 w 170490"/>
                <a:gd name="connsiteY83" fmla="*/ 6557 h 283605"/>
                <a:gd name="connsiteX84" fmla="*/ 88524 w 170490"/>
                <a:gd name="connsiteY84" fmla="*/ 6557 h 283605"/>
                <a:gd name="connsiteX85" fmla="*/ 91803 w 170490"/>
                <a:gd name="connsiteY85" fmla="*/ 8197 h 283605"/>
                <a:gd name="connsiteX86" fmla="*/ 96721 w 170490"/>
                <a:gd name="connsiteY86" fmla="*/ 6557 h 283605"/>
                <a:gd name="connsiteX87" fmla="*/ 100000 w 170490"/>
                <a:gd name="connsiteY87" fmla="*/ 6557 h 283605"/>
                <a:gd name="connsiteX88" fmla="*/ 101639 w 170490"/>
                <a:gd name="connsiteY88" fmla="*/ 11476 h 283605"/>
                <a:gd name="connsiteX89" fmla="*/ 103279 w 170490"/>
                <a:gd name="connsiteY89" fmla="*/ 11476 h 283605"/>
                <a:gd name="connsiteX90" fmla="*/ 106557 w 170490"/>
                <a:gd name="connsiteY90" fmla="*/ 6557 h 283605"/>
                <a:gd name="connsiteX91" fmla="*/ 108196 w 170490"/>
                <a:gd name="connsiteY91" fmla="*/ 6557 h 283605"/>
                <a:gd name="connsiteX92" fmla="*/ 113114 w 170490"/>
                <a:gd name="connsiteY92" fmla="*/ 3279 h 283605"/>
                <a:gd name="connsiteX93" fmla="*/ 114754 w 170490"/>
                <a:gd name="connsiteY93" fmla="*/ 1639 h 283605"/>
                <a:gd name="connsiteX94" fmla="*/ 116393 w 170490"/>
                <a:gd name="connsiteY94" fmla="*/ 0 h 283605"/>
                <a:gd name="connsiteX95" fmla="*/ 121311 w 170490"/>
                <a:gd name="connsiteY95" fmla="*/ 1639 h 283605"/>
                <a:gd name="connsiteX96" fmla="*/ 122950 w 170490"/>
                <a:gd name="connsiteY96" fmla="*/ 3279 h 283605"/>
                <a:gd name="connsiteX97" fmla="*/ 126229 w 170490"/>
                <a:gd name="connsiteY97" fmla="*/ 3279 h 283605"/>
                <a:gd name="connsiteX98" fmla="*/ 127869 w 170490"/>
                <a:gd name="connsiteY98" fmla="*/ 3279 h 283605"/>
                <a:gd name="connsiteX99" fmla="*/ 127869 w 170490"/>
                <a:gd name="connsiteY99" fmla="*/ 8197 h 283605"/>
                <a:gd name="connsiteX100" fmla="*/ 126229 w 170490"/>
                <a:gd name="connsiteY100" fmla="*/ 8197 h 283605"/>
                <a:gd name="connsiteX101" fmla="*/ 126229 w 170490"/>
                <a:gd name="connsiteY101" fmla="*/ 13115 h 283605"/>
                <a:gd name="connsiteX102" fmla="*/ 124590 w 170490"/>
                <a:gd name="connsiteY102" fmla="*/ 16393 h 283605"/>
                <a:gd name="connsiteX103" fmla="*/ 122950 w 170490"/>
                <a:gd name="connsiteY103" fmla="*/ 19672 h 283605"/>
                <a:gd name="connsiteX104" fmla="*/ 122950 w 170490"/>
                <a:gd name="connsiteY104" fmla="*/ 21312 h 283605"/>
                <a:gd name="connsiteX105" fmla="*/ 126229 w 170490"/>
                <a:gd name="connsiteY105" fmla="*/ 24590 h 283605"/>
                <a:gd name="connsiteX106" fmla="*/ 127869 w 170490"/>
                <a:gd name="connsiteY106" fmla="*/ 24590 h 283605"/>
                <a:gd name="connsiteX107" fmla="*/ 131147 w 170490"/>
                <a:gd name="connsiteY107" fmla="*/ 27869 h 283605"/>
                <a:gd name="connsiteX108" fmla="*/ 131147 w 170490"/>
                <a:gd name="connsiteY108" fmla="*/ 29508 h 283605"/>
                <a:gd name="connsiteX109" fmla="*/ 134426 w 170490"/>
                <a:gd name="connsiteY109" fmla="*/ 34426 h 283605"/>
                <a:gd name="connsiteX110" fmla="*/ 137704 w 170490"/>
                <a:gd name="connsiteY110" fmla="*/ 36066 h 283605"/>
                <a:gd name="connsiteX111" fmla="*/ 140983 w 170490"/>
                <a:gd name="connsiteY111" fmla="*/ 37705 h 283605"/>
                <a:gd name="connsiteX112" fmla="*/ 140983 w 170490"/>
                <a:gd name="connsiteY112" fmla="*/ 39344 h 283605"/>
                <a:gd name="connsiteX113" fmla="*/ 139344 w 170490"/>
                <a:gd name="connsiteY113" fmla="*/ 42623 h 283605"/>
                <a:gd name="connsiteX114" fmla="*/ 139344 w 170490"/>
                <a:gd name="connsiteY114" fmla="*/ 45902 h 283605"/>
                <a:gd name="connsiteX115" fmla="*/ 140983 w 170490"/>
                <a:gd name="connsiteY115" fmla="*/ 49180 h 283605"/>
                <a:gd name="connsiteX116" fmla="*/ 140983 w 170490"/>
                <a:gd name="connsiteY116" fmla="*/ 49180 h 283605"/>
                <a:gd name="connsiteX117" fmla="*/ 139344 w 170490"/>
                <a:gd name="connsiteY117" fmla="*/ 50820 h 283605"/>
                <a:gd name="connsiteX118" fmla="*/ 139344 w 170490"/>
                <a:gd name="connsiteY118" fmla="*/ 55737 h 283605"/>
                <a:gd name="connsiteX119" fmla="*/ 139344 w 170490"/>
                <a:gd name="connsiteY119" fmla="*/ 59016 h 283605"/>
                <a:gd name="connsiteX120" fmla="*/ 137704 w 170490"/>
                <a:gd name="connsiteY120" fmla="*/ 62295 h 283605"/>
                <a:gd name="connsiteX121" fmla="*/ 139344 w 170490"/>
                <a:gd name="connsiteY121" fmla="*/ 67213 h 283605"/>
                <a:gd name="connsiteX122" fmla="*/ 139344 w 170490"/>
                <a:gd name="connsiteY122" fmla="*/ 70492 h 283605"/>
                <a:gd name="connsiteX123" fmla="*/ 136065 w 170490"/>
                <a:gd name="connsiteY123" fmla="*/ 70492 h 283605"/>
                <a:gd name="connsiteX124" fmla="*/ 136065 w 170490"/>
                <a:gd name="connsiteY124" fmla="*/ 73770 h 283605"/>
                <a:gd name="connsiteX125" fmla="*/ 134426 w 170490"/>
                <a:gd name="connsiteY125" fmla="*/ 77049 h 283605"/>
                <a:gd name="connsiteX126" fmla="*/ 137704 w 170490"/>
                <a:gd name="connsiteY126" fmla="*/ 77049 h 283605"/>
                <a:gd name="connsiteX127" fmla="*/ 140983 w 170490"/>
                <a:gd name="connsiteY127" fmla="*/ 73770 h 283605"/>
                <a:gd name="connsiteX128" fmla="*/ 145901 w 170490"/>
                <a:gd name="connsiteY128" fmla="*/ 75410 h 283605"/>
                <a:gd name="connsiteX129" fmla="*/ 147540 w 170490"/>
                <a:gd name="connsiteY129" fmla="*/ 78688 h 283605"/>
                <a:gd name="connsiteX130" fmla="*/ 145901 w 170490"/>
                <a:gd name="connsiteY130" fmla="*/ 83606 h 283605"/>
                <a:gd name="connsiteX131" fmla="*/ 145901 w 170490"/>
                <a:gd name="connsiteY131" fmla="*/ 86885 h 283605"/>
                <a:gd name="connsiteX132" fmla="*/ 144262 w 170490"/>
                <a:gd name="connsiteY132" fmla="*/ 90164 h 283605"/>
                <a:gd name="connsiteX133" fmla="*/ 142623 w 170490"/>
                <a:gd name="connsiteY133" fmla="*/ 95082 h 283605"/>
                <a:gd name="connsiteX134" fmla="*/ 144262 w 170490"/>
                <a:gd name="connsiteY134" fmla="*/ 98360 h 283605"/>
                <a:gd name="connsiteX135" fmla="*/ 145901 w 170490"/>
                <a:gd name="connsiteY135" fmla="*/ 101639 h 283605"/>
                <a:gd name="connsiteX136" fmla="*/ 144262 w 170490"/>
                <a:gd name="connsiteY136" fmla="*/ 103279 h 283605"/>
                <a:gd name="connsiteX137" fmla="*/ 144262 w 170490"/>
                <a:gd name="connsiteY137" fmla="*/ 104917 h 283605"/>
                <a:gd name="connsiteX138" fmla="*/ 140983 w 170490"/>
                <a:gd name="connsiteY138" fmla="*/ 106557 h 283605"/>
                <a:gd name="connsiteX139" fmla="*/ 140983 w 170490"/>
                <a:gd name="connsiteY139" fmla="*/ 108196 h 283605"/>
                <a:gd name="connsiteX140" fmla="*/ 142623 w 170490"/>
                <a:gd name="connsiteY140" fmla="*/ 111475 h 283605"/>
                <a:gd name="connsiteX141" fmla="*/ 145901 w 170490"/>
                <a:gd name="connsiteY141" fmla="*/ 114754 h 283605"/>
                <a:gd name="connsiteX142" fmla="*/ 149180 w 170490"/>
                <a:gd name="connsiteY142" fmla="*/ 118032 h 283605"/>
                <a:gd name="connsiteX143" fmla="*/ 150819 w 170490"/>
                <a:gd name="connsiteY143" fmla="*/ 121311 h 283605"/>
                <a:gd name="connsiteX144" fmla="*/ 154098 w 170490"/>
                <a:gd name="connsiteY144" fmla="*/ 124590 h 283605"/>
                <a:gd name="connsiteX145" fmla="*/ 150819 w 170490"/>
                <a:gd name="connsiteY145" fmla="*/ 129508 h 283605"/>
                <a:gd name="connsiteX146" fmla="*/ 149180 w 170490"/>
                <a:gd name="connsiteY146" fmla="*/ 132786 h 283605"/>
                <a:gd name="connsiteX147" fmla="*/ 149180 w 170490"/>
                <a:gd name="connsiteY147" fmla="*/ 136065 h 283605"/>
                <a:gd name="connsiteX148" fmla="*/ 149180 w 170490"/>
                <a:gd name="connsiteY148" fmla="*/ 140983 h 283605"/>
                <a:gd name="connsiteX149" fmla="*/ 149180 w 170490"/>
                <a:gd name="connsiteY149" fmla="*/ 144262 h 283605"/>
                <a:gd name="connsiteX150" fmla="*/ 149180 w 170490"/>
                <a:gd name="connsiteY150" fmla="*/ 145901 h 283605"/>
                <a:gd name="connsiteX151" fmla="*/ 149180 w 170490"/>
                <a:gd name="connsiteY151" fmla="*/ 150819 h 283605"/>
                <a:gd name="connsiteX152" fmla="*/ 147540 w 170490"/>
                <a:gd name="connsiteY152" fmla="*/ 154098 h 283605"/>
                <a:gd name="connsiteX153" fmla="*/ 145901 w 170490"/>
                <a:gd name="connsiteY153" fmla="*/ 157376 h 283605"/>
                <a:gd name="connsiteX154" fmla="*/ 145901 w 170490"/>
                <a:gd name="connsiteY154" fmla="*/ 159016 h 283605"/>
                <a:gd name="connsiteX155" fmla="*/ 145901 w 170490"/>
                <a:gd name="connsiteY155" fmla="*/ 162294 h 283605"/>
                <a:gd name="connsiteX156" fmla="*/ 147540 w 170490"/>
                <a:gd name="connsiteY156" fmla="*/ 165573 h 283605"/>
                <a:gd name="connsiteX157" fmla="*/ 150819 w 170490"/>
                <a:gd name="connsiteY157" fmla="*/ 167213 h 283605"/>
                <a:gd name="connsiteX158" fmla="*/ 150819 w 170490"/>
                <a:gd name="connsiteY158" fmla="*/ 170491 h 283605"/>
                <a:gd name="connsiteX159" fmla="*/ 149180 w 170490"/>
                <a:gd name="connsiteY159" fmla="*/ 175409 h 283605"/>
                <a:gd name="connsiteX160" fmla="*/ 149180 w 170490"/>
                <a:gd name="connsiteY160" fmla="*/ 178688 h 283605"/>
                <a:gd name="connsiteX161" fmla="*/ 149180 w 170490"/>
                <a:gd name="connsiteY161" fmla="*/ 181966 h 283605"/>
                <a:gd name="connsiteX162" fmla="*/ 144262 w 170490"/>
                <a:gd name="connsiteY162" fmla="*/ 185245 h 283605"/>
                <a:gd name="connsiteX163" fmla="*/ 147540 w 170490"/>
                <a:gd name="connsiteY163" fmla="*/ 186884 h 283605"/>
                <a:gd name="connsiteX164" fmla="*/ 145901 w 170490"/>
                <a:gd name="connsiteY164" fmla="*/ 191803 h 283605"/>
                <a:gd name="connsiteX165" fmla="*/ 147540 w 170490"/>
                <a:gd name="connsiteY165" fmla="*/ 195081 h 283605"/>
                <a:gd name="connsiteX166" fmla="*/ 150819 w 170490"/>
                <a:gd name="connsiteY166" fmla="*/ 198360 h 283605"/>
                <a:gd name="connsiteX167" fmla="*/ 150819 w 170490"/>
                <a:gd name="connsiteY167" fmla="*/ 201639 h 283605"/>
                <a:gd name="connsiteX168" fmla="*/ 152459 w 170490"/>
                <a:gd name="connsiteY168" fmla="*/ 204917 h 283605"/>
                <a:gd name="connsiteX169" fmla="*/ 154098 w 170490"/>
                <a:gd name="connsiteY169" fmla="*/ 206557 h 283605"/>
                <a:gd name="connsiteX170" fmla="*/ 157376 w 170490"/>
                <a:gd name="connsiteY170" fmla="*/ 209835 h 283605"/>
                <a:gd name="connsiteX171" fmla="*/ 160655 w 170490"/>
                <a:gd name="connsiteY171" fmla="*/ 213114 h 283605"/>
                <a:gd name="connsiteX172" fmla="*/ 163934 w 170490"/>
                <a:gd name="connsiteY172" fmla="*/ 216393 h 283605"/>
                <a:gd name="connsiteX173" fmla="*/ 167213 w 170490"/>
                <a:gd name="connsiteY173" fmla="*/ 221310 h 283605"/>
                <a:gd name="connsiteX174" fmla="*/ 170491 w 170490"/>
                <a:gd name="connsiteY174" fmla="*/ 221310 h 283605"/>
                <a:gd name="connsiteX175" fmla="*/ 170491 w 170490"/>
                <a:gd name="connsiteY175" fmla="*/ 221310 h 283605"/>
                <a:gd name="connsiteX176" fmla="*/ 170491 w 170490"/>
                <a:gd name="connsiteY176" fmla="*/ 222950 h 283605"/>
                <a:gd name="connsiteX177" fmla="*/ 170491 w 170490"/>
                <a:gd name="connsiteY177" fmla="*/ 222950 h 283605"/>
                <a:gd name="connsiteX178" fmla="*/ 167213 w 170490"/>
                <a:gd name="connsiteY178" fmla="*/ 226229 h 283605"/>
                <a:gd name="connsiteX179" fmla="*/ 163934 w 170490"/>
                <a:gd name="connsiteY179" fmla="*/ 229507 h 283605"/>
                <a:gd name="connsiteX180" fmla="*/ 163934 w 170490"/>
                <a:gd name="connsiteY180" fmla="*/ 232786 h 283605"/>
                <a:gd name="connsiteX181" fmla="*/ 162294 w 170490"/>
                <a:gd name="connsiteY181" fmla="*/ 237704 h 283605"/>
                <a:gd name="connsiteX182" fmla="*/ 157376 w 170490"/>
                <a:gd name="connsiteY182" fmla="*/ 237704 h 283605"/>
                <a:gd name="connsiteX183" fmla="*/ 155737 w 170490"/>
                <a:gd name="connsiteY183" fmla="*/ 239343 h 283605"/>
                <a:gd name="connsiteX184" fmla="*/ 150819 w 170490"/>
                <a:gd name="connsiteY184" fmla="*/ 237704 h 283605"/>
                <a:gd name="connsiteX185" fmla="*/ 150819 w 170490"/>
                <a:gd name="connsiteY185" fmla="*/ 234425 h 283605"/>
                <a:gd name="connsiteX186" fmla="*/ 150819 w 170490"/>
                <a:gd name="connsiteY186" fmla="*/ 232786 h 283605"/>
                <a:gd name="connsiteX187" fmla="*/ 149180 w 170490"/>
                <a:gd name="connsiteY187" fmla="*/ 229507 h 283605"/>
                <a:gd name="connsiteX188" fmla="*/ 147540 w 170490"/>
                <a:gd name="connsiteY188" fmla="*/ 227868 h 283605"/>
                <a:gd name="connsiteX189" fmla="*/ 144262 w 170490"/>
                <a:gd name="connsiteY189" fmla="*/ 226229 h 283605"/>
                <a:gd name="connsiteX190" fmla="*/ 144262 w 170490"/>
                <a:gd name="connsiteY190" fmla="*/ 224589 h 283605"/>
                <a:gd name="connsiteX191" fmla="*/ 140983 w 170490"/>
                <a:gd name="connsiteY191" fmla="*/ 224589 h 283605"/>
                <a:gd name="connsiteX192" fmla="*/ 140983 w 170490"/>
                <a:gd name="connsiteY192" fmla="*/ 224589 h 283605"/>
                <a:gd name="connsiteX193" fmla="*/ 136065 w 170490"/>
                <a:gd name="connsiteY193" fmla="*/ 224589 h 283605"/>
                <a:gd name="connsiteX194" fmla="*/ 134426 w 170490"/>
                <a:gd name="connsiteY194" fmla="*/ 224589 h 283605"/>
                <a:gd name="connsiteX195" fmla="*/ 134426 w 170490"/>
                <a:gd name="connsiteY195" fmla="*/ 224589 h 283605"/>
                <a:gd name="connsiteX196" fmla="*/ 132786 w 170490"/>
                <a:gd name="connsiteY196" fmla="*/ 224589 h 283605"/>
                <a:gd name="connsiteX197" fmla="*/ 134426 w 170490"/>
                <a:gd name="connsiteY197" fmla="*/ 224589 h 283605"/>
                <a:gd name="connsiteX198" fmla="*/ 137704 w 170490"/>
                <a:gd name="connsiteY198" fmla="*/ 226229 h 283605"/>
                <a:gd name="connsiteX199" fmla="*/ 137704 w 170490"/>
                <a:gd name="connsiteY199" fmla="*/ 226229 h 283605"/>
                <a:gd name="connsiteX200" fmla="*/ 140983 w 170490"/>
                <a:gd name="connsiteY200" fmla="*/ 224589 h 283605"/>
                <a:gd name="connsiteX201" fmla="*/ 144262 w 170490"/>
                <a:gd name="connsiteY201" fmla="*/ 227868 h 283605"/>
                <a:gd name="connsiteX202" fmla="*/ 149180 w 170490"/>
                <a:gd name="connsiteY202" fmla="*/ 231147 h 283605"/>
                <a:gd name="connsiteX203" fmla="*/ 149180 w 170490"/>
                <a:gd name="connsiteY203" fmla="*/ 234425 h 283605"/>
                <a:gd name="connsiteX204" fmla="*/ 147540 w 170490"/>
                <a:gd name="connsiteY204" fmla="*/ 237704 h 283605"/>
                <a:gd name="connsiteX205" fmla="*/ 144262 w 170490"/>
                <a:gd name="connsiteY205" fmla="*/ 237704 h 283605"/>
                <a:gd name="connsiteX206" fmla="*/ 139344 w 170490"/>
                <a:gd name="connsiteY206" fmla="*/ 237704 h 283605"/>
                <a:gd name="connsiteX207" fmla="*/ 136065 w 170490"/>
                <a:gd name="connsiteY207" fmla="*/ 237704 h 283605"/>
                <a:gd name="connsiteX208" fmla="*/ 132786 w 170490"/>
                <a:gd name="connsiteY208" fmla="*/ 239343 h 283605"/>
                <a:gd name="connsiteX209" fmla="*/ 127869 w 170490"/>
                <a:gd name="connsiteY209" fmla="*/ 242622 h 283605"/>
                <a:gd name="connsiteX210" fmla="*/ 124590 w 170490"/>
                <a:gd name="connsiteY210" fmla="*/ 244261 h 283605"/>
                <a:gd name="connsiteX211" fmla="*/ 122950 w 170490"/>
                <a:gd name="connsiteY211" fmla="*/ 245901 h 283605"/>
                <a:gd name="connsiteX212" fmla="*/ 118032 w 170490"/>
                <a:gd name="connsiteY212" fmla="*/ 247540 h 283605"/>
                <a:gd name="connsiteX213" fmla="*/ 114754 w 170490"/>
                <a:gd name="connsiteY213" fmla="*/ 249179 h 283605"/>
                <a:gd name="connsiteX214" fmla="*/ 111475 w 170490"/>
                <a:gd name="connsiteY214" fmla="*/ 250819 h 283605"/>
                <a:gd name="connsiteX215" fmla="*/ 109836 w 170490"/>
                <a:gd name="connsiteY215" fmla="*/ 250819 h 283605"/>
                <a:gd name="connsiteX216" fmla="*/ 106557 w 170490"/>
                <a:gd name="connsiteY216" fmla="*/ 254097 h 283605"/>
                <a:gd name="connsiteX217" fmla="*/ 103279 w 170490"/>
                <a:gd name="connsiteY217" fmla="*/ 255737 h 283605"/>
                <a:gd name="connsiteX218" fmla="*/ 100000 w 170490"/>
                <a:gd name="connsiteY218" fmla="*/ 257376 h 283605"/>
                <a:gd name="connsiteX219" fmla="*/ 95082 w 170490"/>
                <a:gd name="connsiteY219" fmla="*/ 260654 h 283605"/>
                <a:gd name="connsiteX220" fmla="*/ 93442 w 170490"/>
                <a:gd name="connsiteY220" fmla="*/ 262294 h 283605"/>
                <a:gd name="connsiteX221" fmla="*/ 90164 w 170490"/>
                <a:gd name="connsiteY221" fmla="*/ 263933 h 283605"/>
                <a:gd name="connsiteX222" fmla="*/ 86885 w 170490"/>
                <a:gd name="connsiteY222" fmla="*/ 263933 h 283605"/>
                <a:gd name="connsiteX223" fmla="*/ 81967 w 170490"/>
                <a:gd name="connsiteY223" fmla="*/ 263933 h 283605"/>
                <a:gd name="connsiteX224" fmla="*/ 78688 w 170490"/>
                <a:gd name="connsiteY224" fmla="*/ 267212 h 283605"/>
                <a:gd name="connsiteX225" fmla="*/ 75410 w 170490"/>
                <a:gd name="connsiteY225" fmla="*/ 268851 h 283605"/>
                <a:gd name="connsiteX226" fmla="*/ 72131 w 170490"/>
                <a:gd name="connsiteY226" fmla="*/ 268851 h 283605"/>
                <a:gd name="connsiteX227" fmla="*/ 68852 w 170490"/>
                <a:gd name="connsiteY227" fmla="*/ 270491 h 283605"/>
                <a:gd name="connsiteX228" fmla="*/ 63934 w 170490"/>
                <a:gd name="connsiteY228" fmla="*/ 270491 h 283605"/>
                <a:gd name="connsiteX229" fmla="*/ 62295 w 170490"/>
                <a:gd name="connsiteY229" fmla="*/ 272130 h 283605"/>
                <a:gd name="connsiteX230" fmla="*/ 59016 w 170490"/>
                <a:gd name="connsiteY230" fmla="*/ 273769 h 283605"/>
                <a:gd name="connsiteX231" fmla="*/ 55737 w 170490"/>
                <a:gd name="connsiteY231" fmla="*/ 278687 h 283605"/>
                <a:gd name="connsiteX232" fmla="*/ 52459 w 170490"/>
                <a:gd name="connsiteY232" fmla="*/ 280327 h 283605"/>
                <a:gd name="connsiteX233" fmla="*/ 47541 w 170490"/>
                <a:gd name="connsiteY233" fmla="*/ 283606 h 283605"/>
                <a:gd name="connsiteX234" fmla="*/ 44262 w 170490"/>
                <a:gd name="connsiteY234" fmla="*/ 283606 h 283605"/>
                <a:gd name="connsiteX235" fmla="*/ 40983 w 170490"/>
                <a:gd name="connsiteY235" fmla="*/ 280327 h 283605"/>
                <a:gd name="connsiteX236" fmla="*/ 37705 w 170490"/>
                <a:gd name="connsiteY236" fmla="*/ 277048 h 283605"/>
                <a:gd name="connsiteX237" fmla="*/ 34426 w 170490"/>
                <a:gd name="connsiteY237" fmla="*/ 275409 h 283605"/>
                <a:gd name="connsiteX238" fmla="*/ 31147 w 170490"/>
                <a:gd name="connsiteY238" fmla="*/ 275409 h 283605"/>
                <a:gd name="connsiteX239" fmla="*/ 27869 w 170490"/>
                <a:gd name="connsiteY239" fmla="*/ 273769 h 283605"/>
                <a:gd name="connsiteX240" fmla="*/ 24590 w 170490"/>
                <a:gd name="connsiteY240" fmla="*/ 272130 h 283605"/>
                <a:gd name="connsiteX241" fmla="*/ 19672 w 170490"/>
                <a:gd name="connsiteY241" fmla="*/ 272130 h 283605"/>
                <a:gd name="connsiteX242" fmla="*/ 16393 w 170490"/>
                <a:gd name="connsiteY242" fmla="*/ 270491 h 283605"/>
                <a:gd name="connsiteX243" fmla="*/ 13115 w 170490"/>
                <a:gd name="connsiteY243" fmla="*/ 270491 h 283605"/>
                <a:gd name="connsiteX244" fmla="*/ 8197 w 170490"/>
                <a:gd name="connsiteY244" fmla="*/ 268851 h 283605"/>
                <a:gd name="connsiteX245" fmla="*/ 4918 w 170490"/>
                <a:gd name="connsiteY245" fmla="*/ 268851 h 283605"/>
                <a:gd name="connsiteX246" fmla="*/ 4918 w 170490"/>
                <a:gd name="connsiteY246" fmla="*/ 267212 h 283605"/>
                <a:gd name="connsiteX247" fmla="*/ 8197 w 170490"/>
                <a:gd name="connsiteY247" fmla="*/ 267212 h 283605"/>
                <a:gd name="connsiteX248" fmla="*/ 11476 w 170490"/>
                <a:gd name="connsiteY248" fmla="*/ 267212 h 283605"/>
                <a:gd name="connsiteX249" fmla="*/ 11476 w 170490"/>
                <a:gd name="connsiteY249" fmla="*/ 267212 h 283605"/>
                <a:gd name="connsiteX250" fmla="*/ 13115 w 170490"/>
                <a:gd name="connsiteY250" fmla="*/ 267212 h 283605"/>
                <a:gd name="connsiteX251" fmla="*/ 14754 w 170490"/>
                <a:gd name="connsiteY251" fmla="*/ 267212 h 283605"/>
                <a:gd name="connsiteX252" fmla="*/ 19672 w 170490"/>
                <a:gd name="connsiteY252" fmla="*/ 267212 h 283605"/>
                <a:gd name="connsiteX253" fmla="*/ 18033 w 170490"/>
                <a:gd name="connsiteY253" fmla="*/ 262294 h 283605"/>
                <a:gd name="connsiteX254" fmla="*/ 18033 w 170490"/>
                <a:gd name="connsiteY254" fmla="*/ 259016 h 283605"/>
                <a:gd name="connsiteX255" fmla="*/ 19672 w 170490"/>
                <a:gd name="connsiteY255" fmla="*/ 257376 h 283605"/>
                <a:gd name="connsiteX256" fmla="*/ 19672 w 170490"/>
                <a:gd name="connsiteY256" fmla="*/ 254097 h 283605"/>
                <a:gd name="connsiteX257" fmla="*/ 18033 w 170490"/>
                <a:gd name="connsiteY257" fmla="*/ 249179 h 283605"/>
                <a:gd name="connsiteX258" fmla="*/ 18033 w 170490"/>
                <a:gd name="connsiteY258" fmla="*/ 245901 h 283605"/>
                <a:gd name="connsiteX259" fmla="*/ 14754 w 170490"/>
                <a:gd name="connsiteY259" fmla="*/ 244261 h 283605"/>
                <a:gd name="connsiteX260" fmla="*/ 11476 w 170490"/>
                <a:gd name="connsiteY260" fmla="*/ 244261 h 283605"/>
                <a:gd name="connsiteX261" fmla="*/ 11476 w 170490"/>
                <a:gd name="connsiteY261" fmla="*/ 240983 h 283605"/>
                <a:gd name="connsiteX262" fmla="*/ 8197 w 170490"/>
                <a:gd name="connsiteY262" fmla="*/ 236064 h 283605"/>
                <a:gd name="connsiteX263" fmla="*/ 8197 w 170490"/>
                <a:gd name="connsiteY263" fmla="*/ 231147 h 283605"/>
                <a:gd name="connsiteX264" fmla="*/ 6557 w 170490"/>
                <a:gd name="connsiteY264" fmla="*/ 227868 h 283605"/>
                <a:gd name="connsiteX265" fmla="*/ 6557 w 170490"/>
                <a:gd name="connsiteY265" fmla="*/ 222950 h 283605"/>
                <a:gd name="connsiteX266" fmla="*/ 4918 w 170490"/>
                <a:gd name="connsiteY266" fmla="*/ 219671 h 283605"/>
                <a:gd name="connsiteX267" fmla="*/ 3279 w 170490"/>
                <a:gd name="connsiteY267" fmla="*/ 216393 h 283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</a:cxnLst>
              <a:rect l="l" t="t" r="r" b="b"/>
              <a:pathLst>
                <a:path w="170490" h="283605">
                  <a:moveTo>
                    <a:pt x="3279" y="216393"/>
                  </a:moveTo>
                  <a:lnTo>
                    <a:pt x="1639" y="213114"/>
                  </a:lnTo>
                  <a:lnTo>
                    <a:pt x="1639" y="208196"/>
                  </a:lnTo>
                  <a:lnTo>
                    <a:pt x="1639" y="204917"/>
                  </a:lnTo>
                  <a:lnTo>
                    <a:pt x="0" y="201639"/>
                  </a:lnTo>
                  <a:lnTo>
                    <a:pt x="1639" y="198360"/>
                  </a:lnTo>
                  <a:lnTo>
                    <a:pt x="1639" y="193442"/>
                  </a:lnTo>
                  <a:lnTo>
                    <a:pt x="1639" y="190163"/>
                  </a:lnTo>
                  <a:lnTo>
                    <a:pt x="3279" y="186884"/>
                  </a:lnTo>
                  <a:lnTo>
                    <a:pt x="4918" y="181966"/>
                  </a:lnTo>
                  <a:lnTo>
                    <a:pt x="6557" y="181966"/>
                  </a:lnTo>
                  <a:lnTo>
                    <a:pt x="9836" y="177049"/>
                  </a:lnTo>
                  <a:lnTo>
                    <a:pt x="11476" y="173770"/>
                  </a:lnTo>
                  <a:lnTo>
                    <a:pt x="11476" y="168852"/>
                  </a:lnTo>
                  <a:lnTo>
                    <a:pt x="11476" y="165573"/>
                  </a:lnTo>
                  <a:lnTo>
                    <a:pt x="13115" y="160655"/>
                  </a:lnTo>
                  <a:lnTo>
                    <a:pt x="13115" y="157376"/>
                  </a:lnTo>
                  <a:lnTo>
                    <a:pt x="14754" y="152459"/>
                  </a:lnTo>
                  <a:lnTo>
                    <a:pt x="14754" y="150819"/>
                  </a:lnTo>
                  <a:lnTo>
                    <a:pt x="18033" y="147540"/>
                  </a:lnTo>
                  <a:lnTo>
                    <a:pt x="18033" y="142622"/>
                  </a:lnTo>
                  <a:lnTo>
                    <a:pt x="19672" y="142622"/>
                  </a:lnTo>
                  <a:lnTo>
                    <a:pt x="21312" y="140983"/>
                  </a:lnTo>
                  <a:lnTo>
                    <a:pt x="21312" y="139344"/>
                  </a:lnTo>
                  <a:lnTo>
                    <a:pt x="26229" y="137704"/>
                  </a:lnTo>
                  <a:lnTo>
                    <a:pt x="24590" y="134426"/>
                  </a:lnTo>
                  <a:lnTo>
                    <a:pt x="29508" y="131147"/>
                  </a:lnTo>
                  <a:lnTo>
                    <a:pt x="29508" y="127869"/>
                  </a:lnTo>
                  <a:lnTo>
                    <a:pt x="27869" y="122950"/>
                  </a:lnTo>
                  <a:lnTo>
                    <a:pt x="27869" y="119672"/>
                  </a:lnTo>
                  <a:lnTo>
                    <a:pt x="27869" y="116393"/>
                  </a:lnTo>
                  <a:lnTo>
                    <a:pt x="27869" y="111475"/>
                  </a:lnTo>
                  <a:lnTo>
                    <a:pt x="26229" y="108196"/>
                  </a:lnTo>
                  <a:lnTo>
                    <a:pt x="26229" y="104917"/>
                  </a:lnTo>
                  <a:lnTo>
                    <a:pt x="24590" y="104917"/>
                  </a:lnTo>
                  <a:lnTo>
                    <a:pt x="26229" y="101639"/>
                  </a:lnTo>
                  <a:lnTo>
                    <a:pt x="24590" y="98360"/>
                  </a:lnTo>
                  <a:lnTo>
                    <a:pt x="22951" y="95082"/>
                  </a:lnTo>
                  <a:lnTo>
                    <a:pt x="19672" y="91803"/>
                  </a:lnTo>
                  <a:lnTo>
                    <a:pt x="21312" y="88524"/>
                  </a:lnTo>
                  <a:lnTo>
                    <a:pt x="22951" y="85246"/>
                  </a:lnTo>
                  <a:lnTo>
                    <a:pt x="21312" y="81967"/>
                  </a:lnTo>
                  <a:lnTo>
                    <a:pt x="22951" y="77049"/>
                  </a:lnTo>
                  <a:lnTo>
                    <a:pt x="22951" y="73770"/>
                  </a:lnTo>
                  <a:lnTo>
                    <a:pt x="22951" y="73770"/>
                  </a:lnTo>
                  <a:lnTo>
                    <a:pt x="19672" y="70492"/>
                  </a:lnTo>
                  <a:lnTo>
                    <a:pt x="19672" y="67213"/>
                  </a:lnTo>
                  <a:lnTo>
                    <a:pt x="18033" y="62295"/>
                  </a:lnTo>
                  <a:lnTo>
                    <a:pt x="21312" y="59016"/>
                  </a:lnTo>
                  <a:lnTo>
                    <a:pt x="19672" y="55737"/>
                  </a:lnTo>
                  <a:lnTo>
                    <a:pt x="19672" y="50820"/>
                  </a:lnTo>
                  <a:lnTo>
                    <a:pt x="19672" y="49180"/>
                  </a:lnTo>
                  <a:lnTo>
                    <a:pt x="18033" y="45902"/>
                  </a:lnTo>
                  <a:lnTo>
                    <a:pt x="18033" y="42623"/>
                  </a:lnTo>
                  <a:lnTo>
                    <a:pt x="18033" y="39344"/>
                  </a:lnTo>
                  <a:lnTo>
                    <a:pt x="18033" y="36066"/>
                  </a:lnTo>
                  <a:lnTo>
                    <a:pt x="16393" y="31147"/>
                  </a:lnTo>
                  <a:lnTo>
                    <a:pt x="14754" y="27869"/>
                  </a:lnTo>
                  <a:lnTo>
                    <a:pt x="13115" y="24590"/>
                  </a:lnTo>
                  <a:lnTo>
                    <a:pt x="13115" y="19672"/>
                  </a:lnTo>
                  <a:lnTo>
                    <a:pt x="14754" y="18033"/>
                  </a:lnTo>
                  <a:lnTo>
                    <a:pt x="16393" y="14754"/>
                  </a:lnTo>
                  <a:lnTo>
                    <a:pt x="18033" y="11476"/>
                  </a:lnTo>
                  <a:lnTo>
                    <a:pt x="18033" y="6557"/>
                  </a:lnTo>
                  <a:lnTo>
                    <a:pt x="21312" y="6557"/>
                  </a:lnTo>
                  <a:lnTo>
                    <a:pt x="24590" y="8197"/>
                  </a:lnTo>
                  <a:lnTo>
                    <a:pt x="27869" y="6557"/>
                  </a:lnTo>
                  <a:lnTo>
                    <a:pt x="31147" y="6557"/>
                  </a:lnTo>
                  <a:lnTo>
                    <a:pt x="36066" y="6557"/>
                  </a:lnTo>
                  <a:lnTo>
                    <a:pt x="39344" y="6557"/>
                  </a:lnTo>
                  <a:lnTo>
                    <a:pt x="42623" y="6557"/>
                  </a:lnTo>
                  <a:lnTo>
                    <a:pt x="45902" y="6557"/>
                  </a:lnTo>
                  <a:lnTo>
                    <a:pt x="49180" y="6557"/>
                  </a:lnTo>
                  <a:lnTo>
                    <a:pt x="52459" y="6557"/>
                  </a:lnTo>
                  <a:lnTo>
                    <a:pt x="55737" y="6557"/>
                  </a:lnTo>
                  <a:lnTo>
                    <a:pt x="60656" y="6557"/>
                  </a:lnTo>
                  <a:lnTo>
                    <a:pt x="63934" y="6557"/>
                  </a:lnTo>
                  <a:lnTo>
                    <a:pt x="67213" y="6557"/>
                  </a:lnTo>
                  <a:lnTo>
                    <a:pt x="72131" y="6557"/>
                  </a:lnTo>
                  <a:lnTo>
                    <a:pt x="72131" y="6557"/>
                  </a:lnTo>
                  <a:lnTo>
                    <a:pt x="75410" y="6557"/>
                  </a:lnTo>
                  <a:lnTo>
                    <a:pt x="80327" y="6557"/>
                  </a:lnTo>
                  <a:lnTo>
                    <a:pt x="83606" y="6557"/>
                  </a:lnTo>
                  <a:lnTo>
                    <a:pt x="85246" y="6557"/>
                  </a:lnTo>
                  <a:lnTo>
                    <a:pt x="88524" y="6557"/>
                  </a:lnTo>
                  <a:lnTo>
                    <a:pt x="91803" y="8197"/>
                  </a:lnTo>
                  <a:lnTo>
                    <a:pt x="96721" y="6557"/>
                  </a:lnTo>
                  <a:lnTo>
                    <a:pt x="100000" y="6557"/>
                  </a:lnTo>
                  <a:lnTo>
                    <a:pt x="101639" y="11476"/>
                  </a:lnTo>
                  <a:lnTo>
                    <a:pt x="103279" y="11476"/>
                  </a:lnTo>
                  <a:lnTo>
                    <a:pt x="106557" y="6557"/>
                  </a:lnTo>
                  <a:lnTo>
                    <a:pt x="108196" y="6557"/>
                  </a:lnTo>
                  <a:lnTo>
                    <a:pt x="113114" y="3279"/>
                  </a:lnTo>
                  <a:lnTo>
                    <a:pt x="114754" y="1639"/>
                  </a:lnTo>
                  <a:lnTo>
                    <a:pt x="116393" y="0"/>
                  </a:lnTo>
                  <a:lnTo>
                    <a:pt x="121311" y="1639"/>
                  </a:lnTo>
                  <a:lnTo>
                    <a:pt x="122950" y="3279"/>
                  </a:lnTo>
                  <a:lnTo>
                    <a:pt x="126229" y="3279"/>
                  </a:lnTo>
                  <a:lnTo>
                    <a:pt x="127869" y="3279"/>
                  </a:lnTo>
                  <a:lnTo>
                    <a:pt x="127869" y="8197"/>
                  </a:lnTo>
                  <a:lnTo>
                    <a:pt x="126229" y="8197"/>
                  </a:lnTo>
                  <a:lnTo>
                    <a:pt x="126229" y="13115"/>
                  </a:lnTo>
                  <a:lnTo>
                    <a:pt x="124590" y="16393"/>
                  </a:lnTo>
                  <a:lnTo>
                    <a:pt x="122950" y="19672"/>
                  </a:lnTo>
                  <a:lnTo>
                    <a:pt x="122950" y="21312"/>
                  </a:lnTo>
                  <a:lnTo>
                    <a:pt x="126229" y="24590"/>
                  </a:lnTo>
                  <a:lnTo>
                    <a:pt x="127869" y="24590"/>
                  </a:lnTo>
                  <a:lnTo>
                    <a:pt x="131147" y="27869"/>
                  </a:lnTo>
                  <a:lnTo>
                    <a:pt x="131147" y="29508"/>
                  </a:lnTo>
                  <a:lnTo>
                    <a:pt x="134426" y="34426"/>
                  </a:lnTo>
                  <a:lnTo>
                    <a:pt x="137704" y="36066"/>
                  </a:lnTo>
                  <a:lnTo>
                    <a:pt x="140983" y="37705"/>
                  </a:lnTo>
                  <a:lnTo>
                    <a:pt x="140983" y="39344"/>
                  </a:lnTo>
                  <a:lnTo>
                    <a:pt x="139344" y="42623"/>
                  </a:lnTo>
                  <a:lnTo>
                    <a:pt x="139344" y="45902"/>
                  </a:lnTo>
                  <a:lnTo>
                    <a:pt x="140983" y="49180"/>
                  </a:lnTo>
                  <a:lnTo>
                    <a:pt x="140983" y="49180"/>
                  </a:lnTo>
                  <a:lnTo>
                    <a:pt x="139344" y="50820"/>
                  </a:lnTo>
                  <a:lnTo>
                    <a:pt x="139344" y="55737"/>
                  </a:lnTo>
                  <a:lnTo>
                    <a:pt x="139344" y="59016"/>
                  </a:lnTo>
                  <a:lnTo>
                    <a:pt x="137704" y="62295"/>
                  </a:lnTo>
                  <a:lnTo>
                    <a:pt x="139344" y="67213"/>
                  </a:lnTo>
                  <a:lnTo>
                    <a:pt x="139344" y="70492"/>
                  </a:lnTo>
                  <a:lnTo>
                    <a:pt x="136065" y="70492"/>
                  </a:lnTo>
                  <a:lnTo>
                    <a:pt x="136065" y="73770"/>
                  </a:lnTo>
                  <a:lnTo>
                    <a:pt x="134426" y="77049"/>
                  </a:lnTo>
                  <a:lnTo>
                    <a:pt x="137704" y="77049"/>
                  </a:lnTo>
                  <a:lnTo>
                    <a:pt x="140983" y="73770"/>
                  </a:lnTo>
                  <a:lnTo>
                    <a:pt x="145901" y="75410"/>
                  </a:lnTo>
                  <a:lnTo>
                    <a:pt x="147540" y="78688"/>
                  </a:lnTo>
                  <a:lnTo>
                    <a:pt x="145901" y="83606"/>
                  </a:lnTo>
                  <a:lnTo>
                    <a:pt x="145901" y="86885"/>
                  </a:lnTo>
                  <a:lnTo>
                    <a:pt x="144262" y="90164"/>
                  </a:lnTo>
                  <a:lnTo>
                    <a:pt x="142623" y="95082"/>
                  </a:lnTo>
                  <a:lnTo>
                    <a:pt x="144262" y="98360"/>
                  </a:lnTo>
                  <a:lnTo>
                    <a:pt x="145901" y="101639"/>
                  </a:lnTo>
                  <a:lnTo>
                    <a:pt x="144262" y="103279"/>
                  </a:lnTo>
                  <a:lnTo>
                    <a:pt x="144262" y="104917"/>
                  </a:lnTo>
                  <a:lnTo>
                    <a:pt x="140983" y="106557"/>
                  </a:lnTo>
                  <a:lnTo>
                    <a:pt x="140983" y="108196"/>
                  </a:lnTo>
                  <a:lnTo>
                    <a:pt x="142623" y="111475"/>
                  </a:lnTo>
                  <a:lnTo>
                    <a:pt x="145901" y="114754"/>
                  </a:lnTo>
                  <a:lnTo>
                    <a:pt x="149180" y="118032"/>
                  </a:lnTo>
                  <a:lnTo>
                    <a:pt x="150819" y="121311"/>
                  </a:lnTo>
                  <a:lnTo>
                    <a:pt x="154098" y="124590"/>
                  </a:lnTo>
                  <a:lnTo>
                    <a:pt x="150819" y="129508"/>
                  </a:lnTo>
                  <a:lnTo>
                    <a:pt x="149180" y="132786"/>
                  </a:lnTo>
                  <a:lnTo>
                    <a:pt x="149180" y="136065"/>
                  </a:lnTo>
                  <a:lnTo>
                    <a:pt x="149180" y="140983"/>
                  </a:lnTo>
                  <a:lnTo>
                    <a:pt x="149180" y="144262"/>
                  </a:lnTo>
                  <a:lnTo>
                    <a:pt x="149180" y="145901"/>
                  </a:lnTo>
                  <a:lnTo>
                    <a:pt x="149180" y="150819"/>
                  </a:lnTo>
                  <a:lnTo>
                    <a:pt x="147540" y="154098"/>
                  </a:lnTo>
                  <a:lnTo>
                    <a:pt x="145901" y="157376"/>
                  </a:lnTo>
                  <a:lnTo>
                    <a:pt x="145901" y="159016"/>
                  </a:lnTo>
                  <a:lnTo>
                    <a:pt x="145901" y="162294"/>
                  </a:lnTo>
                  <a:lnTo>
                    <a:pt x="147540" y="165573"/>
                  </a:lnTo>
                  <a:lnTo>
                    <a:pt x="150819" y="167213"/>
                  </a:lnTo>
                  <a:lnTo>
                    <a:pt x="150819" y="170491"/>
                  </a:lnTo>
                  <a:lnTo>
                    <a:pt x="149180" y="175409"/>
                  </a:lnTo>
                  <a:lnTo>
                    <a:pt x="149180" y="178688"/>
                  </a:lnTo>
                  <a:lnTo>
                    <a:pt x="149180" y="181966"/>
                  </a:lnTo>
                  <a:lnTo>
                    <a:pt x="144262" y="185245"/>
                  </a:lnTo>
                  <a:lnTo>
                    <a:pt x="147540" y="186884"/>
                  </a:lnTo>
                  <a:lnTo>
                    <a:pt x="145901" y="191803"/>
                  </a:lnTo>
                  <a:lnTo>
                    <a:pt x="147540" y="195081"/>
                  </a:lnTo>
                  <a:lnTo>
                    <a:pt x="150819" y="198360"/>
                  </a:lnTo>
                  <a:lnTo>
                    <a:pt x="150819" y="201639"/>
                  </a:lnTo>
                  <a:lnTo>
                    <a:pt x="152459" y="204917"/>
                  </a:lnTo>
                  <a:lnTo>
                    <a:pt x="154098" y="206557"/>
                  </a:lnTo>
                  <a:lnTo>
                    <a:pt x="157376" y="209835"/>
                  </a:lnTo>
                  <a:lnTo>
                    <a:pt x="160655" y="213114"/>
                  </a:lnTo>
                  <a:lnTo>
                    <a:pt x="163934" y="216393"/>
                  </a:lnTo>
                  <a:lnTo>
                    <a:pt x="167213" y="221310"/>
                  </a:lnTo>
                  <a:lnTo>
                    <a:pt x="170491" y="221310"/>
                  </a:lnTo>
                  <a:lnTo>
                    <a:pt x="170491" y="221310"/>
                  </a:lnTo>
                  <a:lnTo>
                    <a:pt x="170491" y="222950"/>
                  </a:lnTo>
                  <a:lnTo>
                    <a:pt x="170491" y="222950"/>
                  </a:lnTo>
                  <a:lnTo>
                    <a:pt x="167213" y="226229"/>
                  </a:lnTo>
                  <a:lnTo>
                    <a:pt x="163934" y="229507"/>
                  </a:lnTo>
                  <a:lnTo>
                    <a:pt x="163934" y="232786"/>
                  </a:lnTo>
                  <a:lnTo>
                    <a:pt x="162294" y="237704"/>
                  </a:lnTo>
                  <a:lnTo>
                    <a:pt x="157376" y="237704"/>
                  </a:lnTo>
                  <a:lnTo>
                    <a:pt x="155737" y="239343"/>
                  </a:lnTo>
                  <a:lnTo>
                    <a:pt x="150819" y="237704"/>
                  </a:lnTo>
                  <a:lnTo>
                    <a:pt x="150819" y="234425"/>
                  </a:lnTo>
                  <a:lnTo>
                    <a:pt x="150819" y="232786"/>
                  </a:lnTo>
                  <a:lnTo>
                    <a:pt x="149180" y="229507"/>
                  </a:lnTo>
                  <a:lnTo>
                    <a:pt x="147540" y="227868"/>
                  </a:lnTo>
                  <a:lnTo>
                    <a:pt x="144262" y="226229"/>
                  </a:lnTo>
                  <a:lnTo>
                    <a:pt x="144262" y="224589"/>
                  </a:lnTo>
                  <a:lnTo>
                    <a:pt x="140983" y="224589"/>
                  </a:lnTo>
                  <a:lnTo>
                    <a:pt x="140983" y="224589"/>
                  </a:lnTo>
                  <a:lnTo>
                    <a:pt x="136065" y="224589"/>
                  </a:lnTo>
                  <a:lnTo>
                    <a:pt x="134426" y="224589"/>
                  </a:lnTo>
                  <a:lnTo>
                    <a:pt x="134426" y="224589"/>
                  </a:lnTo>
                  <a:lnTo>
                    <a:pt x="132786" y="224589"/>
                  </a:lnTo>
                  <a:lnTo>
                    <a:pt x="134426" y="224589"/>
                  </a:lnTo>
                  <a:lnTo>
                    <a:pt x="137704" y="226229"/>
                  </a:lnTo>
                  <a:lnTo>
                    <a:pt x="137704" y="226229"/>
                  </a:lnTo>
                  <a:lnTo>
                    <a:pt x="140983" y="224589"/>
                  </a:lnTo>
                  <a:lnTo>
                    <a:pt x="144262" y="227868"/>
                  </a:lnTo>
                  <a:lnTo>
                    <a:pt x="149180" y="231147"/>
                  </a:lnTo>
                  <a:lnTo>
                    <a:pt x="149180" y="234425"/>
                  </a:lnTo>
                  <a:lnTo>
                    <a:pt x="147540" y="237704"/>
                  </a:lnTo>
                  <a:lnTo>
                    <a:pt x="144262" y="237704"/>
                  </a:lnTo>
                  <a:lnTo>
                    <a:pt x="139344" y="237704"/>
                  </a:lnTo>
                  <a:lnTo>
                    <a:pt x="136065" y="237704"/>
                  </a:lnTo>
                  <a:lnTo>
                    <a:pt x="132786" y="239343"/>
                  </a:lnTo>
                  <a:lnTo>
                    <a:pt x="127869" y="242622"/>
                  </a:lnTo>
                  <a:lnTo>
                    <a:pt x="124590" y="244261"/>
                  </a:lnTo>
                  <a:lnTo>
                    <a:pt x="122950" y="245901"/>
                  </a:lnTo>
                  <a:lnTo>
                    <a:pt x="118032" y="247540"/>
                  </a:lnTo>
                  <a:lnTo>
                    <a:pt x="114754" y="249179"/>
                  </a:lnTo>
                  <a:lnTo>
                    <a:pt x="111475" y="250819"/>
                  </a:lnTo>
                  <a:lnTo>
                    <a:pt x="109836" y="250819"/>
                  </a:lnTo>
                  <a:lnTo>
                    <a:pt x="106557" y="254097"/>
                  </a:lnTo>
                  <a:lnTo>
                    <a:pt x="103279" y="255737"/>
                  </a:lnTo>
                  <a:lnTo>
                    <a:pt x="100000" y="257376"/>
                  </a:lnTo>
                  <a:lnTo>
                    <a:pt x="95082" y="260654"/>
                  </a:lnTo>
                  <a:lnTo>
                    <a:pt x="93442" y="262294"/>
                  </a:lnTo>
                  <a:lnTo>
                    <a:pt x="90164" y="263933"/>
                  </a:lnTo>
                  <a:lnTo>
                    <a:pt x="86885" y="263933"/>
                  </a:lnTo>
                  <a:lnTo>
                    <a:pt x="81967" y="263933"/>
                  </a:lnTo>
                  <a:lnTo>
                    <a:pt x="78688" y="267212"/>
                  </a:lnTo>
                  <a:lnTo>
                    <a:pt x="75410" y="268851"/>
                  </a:lnTo>
                  <a:lnTo>
                    <a:pt x="72131" y="268851"/>
                  </a:lnTo>
                  <a:lnTo>
                    <a:pt x="68852" y="270491"/>
                  </a:lnTo>
                  <a:lnTo>
                    <a:pt x="63934" y="270491"/>
                  </a:lnTo>
                  <a:lnTo>
                    <a:pt x="62295" y="272130"/>
                  </a:lnTo>
                  <a:lnTo>
                    <a:pt x="59016" y="273769"/>
                  </a:lnTo>
                  <a:lnTo>
                    <a:pt x="55737" y="278687"/>
                  </a:lnTo>
                  <a:lnTo>
                    <a:pt x="52459" y="280327"/>
                  </a:lnTo>
                  <a:lnTo>
                    <a:pt x="47541" y="283606"/>
                  </a:lnTo>
                  <a:lnTo>
                    <a:pt x="44262" y="283606"/>
                  </a:lnTo>
                  <a:lnTo>
                    <a:pt x="40983" y="280327"/>
                  </a:lnTo>
                  <a:lnTo>
                    <a:pt x="37705" y="277048"/>
                  </a:lnTo>
                  <a:lnTo>
                    <a:pt x="34426" y="275409"/>
                  </a:lnTo>
                  <a:lnTo>
                    <a:pt x="31147" y="275409"/>
                  </a:lnTo>
                  <a:lnTo>
                    <a:pt x="27869" y="273769"/>
                  </a:lnTo>
                  <a:lnTo>
                    <a:pt x="24590" y="272130"/>
                  </a:lnTo>
                  <a:lnTo>
                    <a:pt x="19672" y="272130"/>
                  </a:lnTo>
                  <a:lnTo>
                    <a:pt x="16393" y="270491"/>
                  </a:lnTo>
                  <a:lnTo>
                    <a:pt x="13115" y="270491"/>
                  </a:lnTo>
                  <a:lnTo>
                    <a:pt x="8197" y="268851"/>
                  </a:lnTo>
                  <a:lnTo>
                    <a:pt x="4918" y="268851"/>
                  </a:lnTo>
                  <a:lnTo>
                    <a:pt x="4918" y="267212"/>
                  </a:lnTo>
                  <a:lnTo>
                    <a:pt x="8197" y="267212"/>
                  </a:lnTo>
                  <a:lnTo>
                    <a:pt x="11476" y="267212"/>
                  </a:lnTo>
                  <a:lnTo>
                    <a:pt x="11476" y="267212"/>
                  </a:lnTo>
                  <a:lnTo>
                    <a:pt x="13115" y="267212"/>
                  </a:lnTo>
                  <a:lnTo>
                    <a:pt x="14754" y="267212"/>
                  </a:lnTo>
                  <a:lnTo>
                    <a:pt x="19672" y="267212"/>
                  </a:lnTo>
                  <a:lnTo>
                    <a:pt x="18033" y="262294"/>
                  </a:lnTo>
                  <a:lnTo>
                    <a:pt x="18033" y="259016"/>
                  </a:lnTo>
                  <a:lnTo>
                    <a:pt x="19672" y="257376"/>
                  </a:lnTo>
                  <a:lnTo>
                    <a:pt x="19672" y="254097"/>
                  </a:lnTo>
                  <a:lnTo>
                    <a:pt x="18033" y="249179"/>
                  </a:lnTo>
                  <a:lnTo>
                    <a:pt x="18033" y="245901"/>
                  </a:lnTo>
                  <a:lnTo>
                    <a:pt x="14754" y="244261"/>
                  </a:lnTo>
                  <a:lnTo>
                    <a:pt x="11476" y="244261"/>
                  </a:lnTo>
                  <a:lnTo>
                    <a:pt x="11476" y="240983"/>
                  </a:lnTo>
                  <a:lnTo>
                    <a:pt x="8197" y="236064"/>
                  </a:lnTo>
                  <a:lnTo>
                    <a:pt x="8197" y="231147"/>
                  </a:lnTo>
                  <a:lnTo>
                    <a:pt x="6557" y="227868"/>
                  </a:lnTo>
                  <a:lnTo>
                    <a:pt x="6557" y="222950"/>
                  </a:lnTo>
                  <a:lnTo>
                    <a:pt x="4918" y="219671"/>
                  </a:lnTo>
                  <a:lnTo>
                    <a:pt x="3279" y="2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0" name="Freeform 2869">
              <a:extLst>
                <a:ext uri="{FF2B5EF4-FFF2-40B4-BE49-F238E27FC236}">
                  <a16:creationId xmlns:a16="http://schemas.microsoft.com/office/drawing/2014/main" id="{A98E99CE-D59C-5648-B352-4D5A44AC155E}"/>
                </a:ext>
              </a:extLst>
            </p:cNvPr>
            <p:cNvSpPr/>
            <p:nvPr/>
          </p:nvSpPr>
          <p:spPr>
            <a:xfrm>
              <a:off x="5736985" y="1965726"/>
              <a:ext cx="259015" cy="113114"/>
            </a:xfrm>
            <a:custGeom>
              <a:avLst/>
              <a:gdLst>
                <a:gd name="connsiteX0" fmla="*/ 0 w 259015"/>
                <a:gd name="connsiteY0" fmla="*/ 75410 h 113114"/>
                <a:gd name="connsiteX1" fmla="*/ 1639 w 259015"/>
                <a:gd name="connsiteY1" fmla="*/ 72131 h 113114"/>
                <a:gd name="connsiteX2" fmla="*/ 1639 w 259015"/>
                <a:gd name="connsiteY2" fmla="*/ 72131 h 113114"/>
                <a:gd name="connsiteX3" fmla="*/ 3278 w 259015"/>
                <a:gd name="connsiteY3" fmla="*/ 68852 h 113114"/>
                <a:gd name="connsiteX4" fmla="*/ 3278 w 259015"/>
                <a:gd name="connsiteY4" fmla="*/ 68852 h 113114"/>
                <a:gd name="connsiteX5" fmla="*/ 3278 w 259015"/>
                <a:gd name="connsiteY5" fmla="*/ 67213 h 113114"/>
                <a:gd name="connsiteX6" fmla="*/ 0 w 259015"/>
                <a:gd name="connsiteY6" fmla="*/ 65573 h 113114"/>
                <a:gd name="connsiteX7" fmla="*/ 0 w 259015"/>
                <a:gd name="connsiteY7" fmla="*/ 63934 h 113114"/>
                <a:gd name="connsiteX8" fmla="*/ 3278 w 259015"/>
                <a:gd name="connsiteY8" fmla="*/ 63934 h 113114"/>
                <a:gd name="connsiteX9" fmla="*/ 6557 w 259015"/>
                <a:gd name="connsiteY9" fmla="*/ 63934 h 113114"/>
                <a:gd name="connsiteX10" fmla="*/ 6557 w 259015"/>
                <a:gd name="connsiteY10" fmla="*/ 63934 h 113114"/>
                <a:gd name="connsiteX11" fmla="*/ 6557 w 259015"/>
                <a:gd name="connsiteY11" fmla="*/ 63934 h 113114"/>
                <a:gd name="connsiteX12" fmla="*/ 9836 w 259015"/>
                <a:gd name="connsiteY12" fmla="*/ 63934 h 113114"/>
                <a:gd name="connsiteX13" fmla="*/ 13114 w 259015"/>
                <a:gd name="connsiteY13" fmla="*/ 63934 h 113114"/>
                <a:gd name="connsiteX14" fmla="*/ 14754 w 259015"/>
                <a:gd name="connsiteY14" fmla="*/ 65573 h 113114"/>
                <a:gd name="connsiteX15" fmla="*/ 14754 w 259015"/>
                <a:gd name="connsiteY15" fmla="*/ 67213 h 113114"/>
                <a:gd name="connsiteX16" fmla="*/ 18033 w 259015"/>
                <a:gd name="connsiteY16" fmla="*/ 70492 h 113114"/>
                <a:gd name="connsiteX17" fmla="*/ 21311 w 259015"/>
                <a:gd name="connsiteY17" fmla="*/ 70492 h 113114"/>
                <a:gd name="connsiteX18" fmla="*/ 21311 w 259015"/>
                <a:gd name="connsiteY18" fmla="*/ 75410 h 113114"/>
                <a:gd name="connsiteX19" fmla="*/ 21311 w 259015"/>
                <a:gd name="connsiteY19" fmla="*/ 75410 h 113114"/>
                <a:gd name="connsiteX20" fmla="*/ 24590 w 259015"/>
                <a:gd name="connsiteY20" fmla="*/ 75410 h 113114"/>
                <a:gd name="connsiteX21" fmla="*/ 27868 w 259015"/>
                <a:gd name="connsiteY21" fmla="*/ 70492 h 113114"/>
                <a:gd name="connsiteX22" fmla="*/ 31147 w 259015"/>
                <a:gd name="connsiteY22" fmla="*/ 67213 h 113114"/>
                <a:gd name="connsiteX23" fmla="*/ 29508 w 259015"/>
                <a:gd name="connsiteY23" fmla="*/ 65573 h 113114"/>
                <a:gd name="connsiteX24" fmla="*/ 31147 w 259015"/>
                <a:gd name="connsiteY24" fmla="*/ 62295 h 113114"/>
                <a:gd name="connsiteX25" fmla="*/ 34426 w 259015"/>
                <a:gd name="connsiteY25" fmla="*/ 63934 h 113114"/>
                <a:gd name="connsiteX26" fmla="*/ 34426 w 259015"/>
                <a:gd name="connsiteY26" fmla="*/ 63934 h 113114"/>
                <a:gd name="connsiteX27" fmla="*/ 37705 w 259015"/>
                <a:gd name="connsiteY27" fmla="*/ 63934 h 113114"/>
                <a:gd name="connsiteX28" fmla="*/ 37705 w 259015"/>
                <a:gd name="connsiteY28" fmla="*/ 63934 h 113114"/>
                <a:gd name="connsiteX29" fmla="*/ 42623 w 259015"/>
                <a:gd name="connsiteY29" fmla="*/ 65573 h 113114"/>
                <a:gd name="connsiteX30" fmla="*/ 45901 w 259015"/>
                <a:gd name="connsiteY30" fmla="*/ 65573 h 113114"/>
                <a:gd name="connsiteX31" fmla="*/ 44262 w 259015"/>
                <a:gd name="connsiteY31" fmla="*/ 65573 h 113114"/>
                <a:gd name="connsiteX32" fmla="*/ 45901 w 259015"/>
                <a:gd name="connsiteY32" fmla="*/ 67213 h 113114"/>
                <a:gd name="connsiteX33" fmla="*/ 45901 w 259015"/>
                <a:gd name="connsiteY33" fmla="*/ 67213 h 113114"/>
                <a:gd name="connsiteX34" fmla="*/ 50820 w 259015"/>
                <a:gd name="connsiteY34" fmla="*/ 70492 h 113114"/>
                <a:gd name="connsiteX35" fmla="*/ 54098 w 259015"/>
                <a:gd name="connsiteY35" fmla="*/ 68852 h 113114"/>
                <a:gd name="connsiteX36" fmla="*/ 57377 w 259015"/>
                <a:gd name="connsiteY36" fmla="*/ 70492 h 113114"/>
                <a:gd name="connsiteX37" fmla="*/ 57377 w 259015"/>
                <a:gd name="connsiteY37" fmla="*/ 70492 h 113114"/>
                <a:gd name="connsiteX38" fmla="*/ 62295 w 259015"/>
                <a:gd name="connsiteY38" fmla="*/ 67213 h 113114"/>
                <a:gd name="connsiteX39" fmla="*/ 63934 w 259015"/>
                <a:gd name="connsiteY39" fmla="*/ 65573 h 113114"/>
                <a:gd name="connsiteX40" fmla="*/ 67213 w 259015"/>
                <a:gd name="connsiteY40" fmla="*/ 65573 h 113114"/>
                <a:gd name="connsiteX41" fmla="*/ 70491 w 259015"/>
                <a:gd name="connsiteY41" fmla="*/ 62295 h 113114"/>
                <a:gd name="connsiteX42" fmla="*/ 73770 w 259015"/>
                <a:gd name="connsiteY42" fmla="*/ 62295 h 113114"/>
                <a:gd name="connsiteX43" fmla="*/ 77049 w 259015"/>
                <a:gd name="connsiteY43" fmla="*/ 62295 h 113114"/>
                <a:gd name="connsiteX44" fmla="*/ 81967 w 259015"/>
                <a:gd name="connsiteY44" fmla="*/ 60656 h 113114"/>
                <a:gd name="connsiteX45" fmla="*/ 85245 w 259015"/>
                <a:gd name="connsiteY45" fmla="*/ 60656 h 113114"/>
                <a:gd name="connsiteX46" fmla="*/ 88524 w 259015"/>
                <a:gd name="connsiteY46" fmla="*/ 60656 h 113114"/>
                <a:gd name="connsiteX47" fmla="*/ 90164 w 259015"/>
                <a:gd name="connsiteY47" fmla="*/ 60656 h 113114"/>
                <a:gd name="connsiteX48" fmla="*/ 90164 w 259015"/>
                <a:gd name="connsiteY48" fmla="*/ 60656 h 113114"/>
                <a:gd name="connsiteX49" fmla="*/ 90164 w 259015"/>
                <a:gd name="connsiteY49" fmla="*/ 60656 h 113114"/>
                <a:gd name="connsiteX50" fmla="*/ 88524 w 259015"/>
                <a:gd name="connsiteY50" fmla="*/ 57377 h 113114"/>
                <a:gd name="connsiteX51" fmla="*/ 93442 w 259015"/>
                <a:gd name="connsiteY51" fmla="*/ 57377 h 113114"/>
                <a:gd name="connsiteX52" fmla="*/ 96721 w 259015"/>
                <a:gd name="connsiteY52" fmla="*/ 57377 h 113114"/>
                <a:gd name="connsiteX53" fmla="*/ 100000 w 259015"/>
                <a:gd name="connsiteY53" fmla="*/ 60656 h 113114"/>
                <a:gd name="connsiteX54" fmla="*/ 101639 w 259015"/>
                <a:gd name="connsiteY54" fmla="*/ 60656 h 113114"/>
                <a:gd name="connsiteX55" fmla="*/ 104917 w 259015"/>
                <a:gd name="connsiteY55" fmla="*/ 57377 h 113114"/>
                <a:gd name="connsiteX56" fmla="*/ 108196 w 259015"/>
                <a:gd name="connsiteY56" fmla="*/ 59016 h 113114"/>
                <a:gd name="connsiteX57" fmla="*/ 109835 w 259015"/>
                <a:gd name="connsiteY57" fmla="*/ 62295 h 113114"/>
                <a:gd name="connsiteX58" fmla="*/ 113114 w 259015"/>
                <a:gd name="connsiteY58" fmla="*/ 65573 h 113114"/>
                <a:gd name="connsiteX59" fmla="*/ 114754 w 259015"/>
                <a:gd name="connsiteY59" fmla="*/ 65573 h 113114"/>
                <a:gd name="connsiteX60" fmla="*/ 118032 w 259015"/>
                <a:gd name="connsiteY60" fmla="*/ 67213 h 113114"/>
                <a:gd name="connsiteX61" fmla="*/ 119671 w 259015"/>
                <a:gd name="connsiteY61" fmla="*/ 65573 h 113114"/>
                <a:gd name="connsiteX62" fmla="*/ 118032 w 259015"/>
                <a:gd name="connsiteY62" fmla="*/ 62295 h 113114"/>
                <a:gd name="connsiteX63" fmla="*/ 119671 w 259015"/>
                <a:gd name="connsiteY63" fmla="*/ 59016 h 113114"/>
                <a:gd name="connsiteX64" fmla="*/ 116393 w 259015"/>
                <a:gd name="connsiteY64" fmla="*/ 57377 h 113114"/>
                <a:gd name="connsiteX65" fmla="*/ 114754 w 259015"/>
                <a:gd name="connsiteY65" fmla="*/ 54098 h 113114"/>
                <a:gd name="connsiteX66" fmla="*/ 116393 w 259015"/>
                <a:gd name="connsiteY66" fmla="*/ 50820 h 113114"/>
                <a:gd name="connsiteX67" fmla="*/ 116393 w 259015"/>
                <a:gd name="connsiteY67" fmla="*/ 50820 h 113114"/>
                <a:gd name="connsiteX68" fmla="*/ 118032 w 259015"/>
                <a:gd name="connsiteY68" fmla="*/ 50820 h 113114"/>
                <a:gd name="connsiteX69" fmla="*/ 114754 w 259015"/>
                <a:gd name="connsiteY69" fmla="*/ 47541 h 113114"/>
                <a:gd name="connsiteX70" fmla="*/ 111475 w 259015"/>
                <a:gd name="connsiteY70" fmla="*/ 44262 h 113114"/>
                <a:gd name="connsiteX71" fmla="*/ 108196 w 259015"/>
                <a:gd name="connsiteY71" fmla="*/ 40983 h 113114"/>
                <a:gd name="connsiteX72" fmla="*/ 111475 w 259015"/>
                <a:gd name="connsiteY72" fmla="*/ 37705 h 113114"/>
                <a:gd name="connsiteX73" fmla="*/ 114754 w 259015"/>
                <a:gd name="connsiteY73" fmla="*/ 36066 h 113114"/>
                <a:gd name="connsiteX74" fmla="*/ 118032 w 259015"/>
                <a:gd name="connsiteY74" fmla="*/ 32787 h 113114"/>
                <a:gd name="connsiteX75" fmla="*/ 118032 w 259015"/>
                <a:gd name="connsiteY75" fmla="*/ 32787 h 113114"/>
                <a:gd name="connsiteX76" fmla="*/ 122950 w 259015"/>
                <a:gd name="connsiteY76" fmla="*/ 31148 h 113114"/>
                <a:gd name="connsiteX77" fmla="*/ 126229 w 259015"/>
                <a:gd name="connsiteY77" fmla="*/ 31148 h 113114"/>
                <a:gd name="connsiteX78" fmla="*/ 129508 w 259015"/>
                <a:gd name="connsiteY78" fmla="*/ 29508 h 113114"/>
                <a:gd name="connsiteX79" fmla="*/ 131147 w 259015"/>
                <a:gd name="connsiteY79" fmla="*/ 26229 h 113114"/>
                <a:gd name="connsiteX80" fmla="*/ 131147 w 259015"/>
                <a:gd name="connsiteY80" fmla="*/ 24590 h 113114"/>
                <a:gd name="connsiteX81" fmla="*/ 131147 w 259015"/>
                <a:gd name="connsiteY81" fmla="*/ 21311 h 113114"/>
                <a:gd name="connsiteX82" fmla="*/ 131147 w 259015"/>
                <a:gd name="connsiteY82" fmla="*/ 19672 h 113114"/>
                <a:gd name="connsiteX83" fmla="*/ 131147 w 259015"/>
                <a:gd name="connsiteY83" fmla="*/ 19672 h 113114"/>
                <a:gd name="connsiteX84" fmla="*/ 132786 w 259015"/>
                <a:gd name="connsiteY84" fmla="*/ 19672 h 113114"/>
                <a:gd name="connsiteX85" fmla="*/ 134425 w 259015"/>
                <a:gd name="connsiteY85" fmla="*/ 19672 h 113114"/>
                <a:gd name="connsiteX86" fmla="*/ 137704 w 259015"/>
                <a:gd name="connsiteY86" fmla="*/ 19672 h 113114"/>
                <a:gd name="connsiteX87" fmla="*/ 140983 w 259015"/>
                <a:gd name="connsiteY87" fmla="*/ 21311 h 113114"/>
                <a:gd name="connsiteX88" fmla="*/ 144261 w 259015"/>
                <a:gd name="connsiteY88" fmla="*/ 18033 h 113114"/>
                <a:gd name="connsiteX89" fmla="*/ 144261 w 259015"/>
                <a:gd name="connsiteY89" fmla="*/ 14754 h 113114"/>
                <a:gd name="connsiteX90" fmla="*/ 144261 w 259015"/>
                <a:gd name="connsiteY90" fmla="*/ 11476 h 113114"/>
                <a:gd name="connsiteX91" fmla="*/ 147540 w 259015"/>
                <a:gd name="connsiteY91" fmla="*/ 13115 h 113114"/>
                <a:gd name="connsiteX92" fmla="*/ 152458 w 259015"/>
                <a:gd name="connsiteY92" fmla="*/ 14754 h 113114"/>
                <a:gd name="connsiteX93" fmla="*/ 155737 w 259015"/>
                <a:gd name="connsiteY93" fmla="*/ 18033 h 113114"/>
                <a:gd name="connsiteX94" fmla="*/ 159015 w 259015"/>
                <a:gd name="connsiteY94" fmla="*/ 19672 h 113114"/>
                <a:gd name="connsiteX95" fmla="*/ 163934 w 259015"/>
                <a:gd name="connsiteY95" fmla="*/ 19672 h 113114"/>
                <a:gd name="connsiteX96" fmla="*/ 163934 w 259015"/>
                <a:gd name="connsiteY96" fmla="*/ 18033 h 113114"/>
                <a:gd name="connsiteX97" fmla="*/ 165573 w 259015"/>
                <a:gd name="connsiteY97" fmla="*/ 16393 h 113114"/>
                <a:gd name="connsiteX98" fmla="*/ 170491 w 259015"/>
                <a:gd name="connsiteY98" fmla="*/ 18033 h 113114"/>
                <a:gd name="connsiteX99" fmla="*/ 173770 w 259015"/>
                <a:gd name="connsiteY99" fmla="*/ 19672 h 113114"/>
                <a:gd name="connsiteX100" fmla="*/ 173770 w 259015"/>
                <a:gd name="connsiteY100" fmla="*/ 19672 h 113114"/>
                <a:gd name="connsiteX101" fmla="*/ 173770 w 259015"/>
                <a:gd name="connsiteY101" fmla="*/ 14754 h 113114"/>
                <a:gd name="connsiteX102" fmla="*/ 177048 w 259015"/>
                <a:gd name="connsiteY102" fmla="*/ 11476 h 113114"/>
                <a:gd name="connsiteX103" fmla="*/ 180327 w 259015"/>
                <a:gd name="connsiteY103" fmla="*/ 11476 h 113114"/>
                <a:gd name="connsiteX104" fmla="*/ 183605 w 259015"/>
                <a:gd name="connsiteY104" fmla="*/ 11476 h 113114"/>
                <a:gd name="connsiteX105" fmla="*/ 181966 w 259015"/>
                <a:gd name="connsiteY105" fmla="*/ 8197 h 113114"/>
                <a:gd name="connsiteX106" fmla="*/ 183605 w 259015"/>
                <a:gd name="connsiteY106" fmla="*/ 4918 h 113114"/>
                <a:gd name="connsiteX107" fmla="*/ 183605 w 259015"/>
                <a:gd name="connsiteY107" fmla="*/ 1639 h 113114"/>
                <a:gd name="connsiteX108" fmla="*/ 183605 w 259015"/>
                <a:gd name="connsiteY108" fmla="*/ 0 h 113114"/>
                <a:gd name="connsiteX109" fmla="*/ 186884 w 259015"/>
                <a:gd name="connsiteY109" fmla="*/ 1639 h 113114"/>
                <a:gd name="connsiteX110" fmla="*/ 191802 w 259015"/>
                <a:gd name="connsiteY110" fmla="*/ 3279 h 113114"/>
                <a:gd name="connsiteX111" fmla="*/ 195081 w 259015"/>
                <a:gd name="connsiteY111" fmla="*/ 1639 h 113114"/>
                <a:gd name="connsiteX112" fmla="*/ 196720 w 259015"/>
                <a:gd name="connsiteY112" fmla="*/ 3279 h 113114"/>
                <a:gd name="connsiteX113" fmla="*/ 199999 w 259015"/>
                <a:gd name="connsiteY113" fmla="*/ 3279 h 113114"/>
                <a:gd name="connsiteX114" fmla="*/ 201638 w 259015"/>
                <a:gd name="connsiteY114" fmla="*/ 4918 h 113114"/>
                <a:gd name="connsiteX115" fmla="*/ 204917 w 259015"/>
                <a:gd name="connsiteY115" fmla="*/ 6557 h 113114"/>
                <a:gd name="connsiteX116" fmla="*/ 208195 w 259015"/>
                <a:gd name="connsiteY116" fmla="*/ 8197 h 113114"/>
                <a:gd name="connsiteX117" fmla="*/ 211474 w 259015"/>
                <a:gd name="connsiteY117" fmla="*/ 6557 h 113114"/>
                <a:gd name="connsiteX118" fmla="*/ 211474 w 259015"/>
                <a:gd name="connsiteY118" fmla="*/ 8197 h 113114"/>
                <a:gd name="connsiteX119" fmla="*/ 216392 w 259015"/>
                <a:gd name="connsiteY119" fmla="*/ 8197 h 113114"/>
                <a:gd name="connsiteX120" fmla="*/ 218032 w 259015"/>
                <a:gd name="connsiteY120" fmla="*/ 11476 h 113114"/>
                <a:gd name="connsiteX121" fmla="*/ 219671 w 259015"/>
                <a:gd name="connsiteY121" fmla="*/ 11476 h 113114"/>
                <a:gd name="connsiteX122" fmla="*/ 224589 w 259015"/>
                <a:gd name="connsiteY122" fmla="*/ 11476 h 113114"/>
                <a:gd name="connsiteX123" fmla="*/ 227868 w 259015"/>
                <a:gd name="connsiteY123" fmla="*/ 13115 h 113114"/>
                <a:gd name="connsiteX124" fmla="*/ 229507 w 259015"/>
                <a:gd name="connsiteY124" fmla="*/ 13115 h 113114"/>
                <a:gd name="connsiteX125" fmla="*/ 229507 w 259015"/>
                <a:gd name="connsiteY125" fmla="*/ 13115 h 113114"/>
                <a:gd name="connsiteX126" fmla="*/ 232786 w 259015"/>
                <a:gd name="connsiteY126" fmla="*/ 9836 h 113114"/>
                <a:gd name="connsiteX127" fmla="*/ 232786 w 259015"/>
                <a:gd name="connsiteY127" fmla="*/ 9836 h 113114"/>
                <a:gd name="connsiteX128" fmla="*/ 237704 w 259015"/>
                <a:gd name="connsiteY128" fmla="*/ 9836 h 113114"/>
                <a:gd name="connsiteX129" fmla="*/ 239343 w 259015"/>
                <a:gd name="connsiteY129" fmla="*/ 11476 h 113114"/>
                <a:gd name="connsiteX130" fmla="*/ 242622 w 259015"/>
                <a:gd name="connsiteY130" fmla="*/ 13115 h 113114"/>
                <a:gd name="connsiteX131" fmla="*/ 245901 w 259015"/>
                <a:gd name="connsiteY131" fmla="*/ 13115 h 113114"/>
                <a:gd name="connsiteX132" fmla="*/ 247540 w 259015"/>
                <a:gd name="connsiteY132" fmla="*/ 13115 h 113114"/>
                <a:gd name="connsiteX133" fmla="*/ 247540 w 259015"/>
                <a:gd name="connsiteY133" fmla="*/ 13115 h 113114"/>
                <a:gd name="connsiteX134" fmla="*/ 249179 w 259015"/>
                <a:gd name="connsiteY134" fmla="*/ 16393 h 113114"/>
                <a:gd name="connsiteX135" fmla="*/ 250818 w 259015"/>
                <a:gd name="connsiteY135" fmla="*/ 18033 h 113114"/>
                <a:gd name="connsiteX136" fmla="*/ 250818 w 259015"/>
                <a:gd name="connsiteY136" fmla="*/ 21311 h 113114"/>
                <a:gd name="connsiteX137" fmla="*/ 247540 w 259015"/>
                <a:gd name="connsiteY137" fmla="*/ 24590 h 113114"/>
                <a:gd name="connsiteX138" fmla="*/ 247540 w 259015"/>
                <a:gd name="connsiteY138" fmla="*/ 29508 h 113114"/>
                <a:gd name="connsiteX139" fmla="*/ 250818 w 259015"/>
                <a:gd name="connsiteY139" fmla="*/ 32787 h 113114"/>
                <a:gd name="connsiteX140" fmla="*/ 250818 w 259015"/>
                <a:gd name="connsiteY140" fmla="*/ 32787 h 113114"/>
                <a:gd name="connsiteX141" fmla="*/ 250818 w 259015"/>
                <a:gd name="connsiteY141" fmla="*/ 34426 h 113114"/>
                <a:gd name="connsiteX142" fmla="*/ 250818 w 259015"/>
                <a:gd name="connsiteY142" fmla="*/ 36066 h 113114"/>
                <a:gd name="connsiteX143" fmla="*/ 254097 w 259015"/>
                <a:gd name="connsiteY143" fmla="*/ 37705 h 113114"/>
                <a:gd name="connsiteX144" fmla="*/ 254097 w 259015"/>
                <a:gd name="connsiteY144" fmla="*/ 39344 h 113114"/>
                <a:gd name="connsiteX145" fmla="*/ 254097 w 259015"/>
                <a:gd name="connsiteY145" fmla="*/ 39344 h 113114"/>
                <a:gd name="connsiteX146" fmla="*/ 255737 w 259015"/>
                <a:gd name="connsiteY146" fmla="*/ 39344 h 113114"/>
                <a:gd name="connsiteX147" fmla="*/ 259015 w 259015"/>
                <a:gd name="connsiteY147" fmla="*/ 44262 h 113114"/>
                <a:gd name="connsiteX148" fmla="*/ 255737 w 259015"/>
                <a:gd name="connsiteY148" fmla="*/ 47541 h 113114"/>
                <a:gd name="connsiteX149" fmla="*/ 255737 w 259015"/>
                <a:gd name="connsiteY149" fmla="*/ 47541 h 113114"/>
                <a:gd name="connsiteX150" fmla="*/ 254097 w 259015"/>
                <a:gd name="connsiteY150" fmla="*/ 49180 h 113114"/>
                <a:gd name="connsiteX151" fmla="*/ 254097 w 259015"/>
                <a:gd name="connsiteY151" fmla="*/ 54098 h 113114"/>
                <a:gd name="connsiteX152" fmla="*/ 252458 w 259015"/>
                <a:gd name="connsiteY152" fmla="*/ 57377 h 113114"/>
                <a:gd name="connsiteX153" fmla="*/ 249179 w 259015"/>
                <a:gd name="connsiteY153" fmla="*/ 57377 h 113114"/>
                <a:gd name="connsiteX154" fmla="*/ 247540 w 259015"/>
                <a:gd name="connsiteY154" fmla="*/ 57377 h 113114"/>
                <a:gd name="connsiteX155" fmla="*/ 245901 w 259015"/>
                <a:gd name="connsiteY155" fmla="*/ 57377 h 113114"/>
                <a:gd name="connsiteX156" fmla="*/ 242622 w 259015"/>
                <a:gd name="connsiteY156" fmla="*/ 55738 h 113114"/>
                <a:gd name="connsiteX157" fmla="*/ 240982 w 259015"/>
                <a:gd name="connsiteY157" fmla="*/ 55738 h 113114"/>
                <a:gd name="connsiteX158" fmla="*/ 237704 w 259015"/>
                <a:gd name="connsiteY158" fmla="*/ 55738 h 113114"/>
                <a:gd name="connsiteX159" fmla="*/ 237704 w 259015"/>
                <a:gd name="connsiteY159" fmla="*/ 57377 h 113114"/>
                <a:gd name="connsiteX160" fmla="*/ 236064 w 259015"/>
                <a:gd name="connsiteY160" fmla="*/ 57377 h 113114"/>
                <a:gd name="connsiteX161" fmla="*/ 237704 w 259015"/>
                <a:gd name="connsiteY161" fmla="*/ 59016 h 113114"/>
                <a:gd name="connsiteX162" fmla="*/ 240982 w 259015"/>
                <a:gd name="connsiteY162" fmla="*/ 60656 h 113114"/>
                <a:gd name="connsiteX163" fmla="*/ 242622 w 259015"/>
                <a:gd name="connsiteY163" fmla="*/ 62295 h 113114"/>
                <a:gd name="connsiteX164" fmla="*/ 240982 w 259015"/>
                <a:gd name="connsiteY164" fmla="*/ 65573 h 113114"/>
                <a:gd name="connsiteX165" fmla="*/ 240982 w 259015"/>
                <a:gd name="connsiteY165" fmla="*/ 67213 h 113114"/>
                <a:gd name="connsiteX166" fmla="*/ 240982 w 259015"/>
                <a:gd name="connsiteY166" fmla="*/ 68852 h 113114"/>
                <a:gd name="connsiteX167" fmla="*/ 237704 w 259015"/>
                <a:gd name="connsiteY167" fmla="*/ 68852 h 113114"/>
                <a:gd name="connsiteX168" fmla="*/ 234425 w 259015"/>
                <a:gd name="connsiteY168" fmla="*/ 72131 h 113114"/>
                <a:gd name="connsiteX169" fmla="*/ 236064 w 259015"/>
                <a:gd name="connsiteY169" fmla="*/ 75410 h 113114"/>
                <a:gd name="connsiteX170" fmla="*/ 236064 w 259015"/>
                <a:gd name="connsiteY170" fmla="*/ 80328 h 113114"/>
                <a:gd name="connsiteX171" fmla="*/ 236064 w 259015"/>
                <a:gd name="connsiteY171" fmla="*/ 83606 h 113114"/>
                <a:gd name="connsiteX172" fmla="*/ 237704 w 259015"/>
                <a:gd name="connsiteY172" fmla="*/ 86885 h 113114"/>
                <a:gd name="connsiteX173" fmla="*/ 232786 w 259015"/>
                <a:gd name="connsiteY173" fmla="*/ 86885 h 113114"/>
                <a:gd name="connsiteX174" fmla="*/ 229507 w 259015"/>
                <a:gd name="connsiteY174" fmla="*/ 88524 h 113114"/>
                <a:gd name="connsiteX175" fmla="*/ 227868 w 259015"/>
                <a:gd name="connsiteY175" fmla="*/ 88524 h 113114"/>
                <a:gd name="connsiteX176" fmla="*/ 227868 w 259015"/>
                <a:gd name="connsiteY176" fmla="*/ 88524 h 113114"/>
                <a:gd name="connsiteX177" fmla="*/ 226228 w 259015"/>
                <a:gd name="connsiteY177" fmla="*/ 90164 h 113114"/>
                <a:gd name="connsiteX178" fmla="*/ 224589 w 259015"/>
                <a:gd name="connsiteY178" fmla="*/ 93442 h 113114"/>
                <a:gd name="connsiteX179" fmla="*/ 221310 w 259015"/>
                <a:gd name="connsiteY179" fmla="*/ 95082 h 113114"/>
                <a:gd name="connsiteX180" fmla="*/ 219671 w 259015"/>
                <a:gd name="connsiteY180" fmla="*/ 98360 h 113114"/>
                <a:gd name="connsiteX181" fmla="*/ 221310 w 259015"/>
                <a:gd name="connsiteY181" fmla="*/ 101639 h 113114"/>
                <a:gd name="connsiteX182" fmla="*/ 221310 w 259015"/>
                <a:gd name="connsiteY182" fmla="*/ 101639 h 113114"/>
                <a:gd name="connsiteX183" fmla="*/ 219671 w 259015"/>
                <a:gd name="connsiteY183" fmla="*/ 101639 h 113114"/>
                <a:gd name="connsiteX184" fmla="*/ 216392 w 259015"/>
                <a:gd name="connsiteY184" fmla="*/ 100000 h 113114"/>
                <a:gd name="connsiteX185" fmla="*/ 211474 w 259015"/>
                <a:gd name="connsiteY185" fmla="*/ 100000 h 113114"/>
                <a:gd name="connsiteX186" fmla="*/ 208195 w 259015"/>
                <a:gd name="connsiteY186" fmla="*/ 100000 h 113114"/>
                <a:gd name="connsiteX187" fmla="*/ 208195 w 259015"/>
                <a:gd name="connsiteY187" fmla="*/ 101639 h 113114"/>
                <a:gd name="connsiteX188" fmla="*/ 204917 w 259015"/>
                <a:gd name="connsiteY188" fmla="*/ 103278 h 113114"/>
                <a:gd name="connsiteX189" fmla="*/ 201638 w 259015"/>
                <a:gd name="connsiteY189" fmla="*/ 103278 h 113114"/>
                <a:gd name="connsiteX190" fmla="*/ 199999 w 259015"/>
                <a:gd name="connsiteY190" fmla="*/ 103278 h 113114"/>
                <a:gd name="connsiteX191" fmla="*/ 195081 w 259015"/>
                <a:gd name="connsiteY191" fmla="*/ 103278 h 113114"/>
                <a:gd name="connsiteX192" fmla="*/ 191802 w 259015"/>
                <a:gd name="connsiteY192" fmla="*/ 103278 h 113114"/>
                <a:gd name="connsiteX193" fmla="*/ 190163 w 259015"/>
                <a:gd name="connsiteY193" fmla="*/ 103278 h 113114"/>
                <a:gd name="connsiteX194" fmla="*/ 188524 w 259015"/>
                <a:gd name="connsiteY194" fmla="*/ 103278 h 113114"/>
                <a:gd name="connsiteX195" fmla="*/ 185245 w 259015"/>
                <a:gd name="connsiteY195" fmla="*/ 103278 h 113114"/>
                <a:gd name="connsiteX196" fmla="*/ 185245 w 259015"/>
                <a:gd name="connsiteY196" fmla="*/ 103278 h 113114"/>
                <a:gd name="connsiteX197" fmla="*/ 185245 w 259015"/>
                <a:gd name="connsiteY197" fmla="*/ 104918 h 113114"/>
                <a:gd name="connsiteX198" fmla="*/ 185245 w 259015"/>
                <a:gd name="connsiteY198" fmla="*/ 103278 h 113114"/>
                <a:gd name="connsiteX199" fmla="*/ 183605 w 259015"/>
                <a:gd name="connsiteY199" fmla="*/ 103278 h 113114"/>
                <a:gd name="connsiteX200" fmla="*/ 180327 w 259015"/>
                <a:gd name="connsiteY200" fmla="*/ 106557 h 113114"/>
                <a:gd name="connsiteX201" fmla="*/ 177048 w 259015"/>
                <a:gd name="connsiteY201" fmla="*/ 109836 h 113114"/>
                <a:gd name="connsiteX202" fmla="*/ 175409 w 259015"/>
                <a:gd name="connsiteY202" fmla="*/ 111475 h 113114"/>
                <a:gd name="connsiteX203" fmla="*/ 172130 w 259015"/>
                <a:gd name="connsiteY203" fmla="*/ 113114 h 113114"/>
                <a:gd name="connsiteX204" fmla="*/ 167212 w 259015"/>
                <a:gd name="connsiteY204" fmla="*/ 113114 h 113114"/>
                <a:gd name="connsiteX205" fmla="*/ 163934 w 259015"/>
                <a:gd name="connsiteY205" fmla="*/ 111475 h 113114"/>
                <a:gd name="connsiteX206" fmla="*/ 160655 w 259015"/>
                <a:gd name="connsiteY206" fmla="*/ 111475 h 113114"/>
                <a:gd name="connsiteX207" fmla="*/ 160655 w 259015"/>
                <a:gd name="connsiteY207" fmla="*/ 111475 h 113114"/>
                <a:gd name="connsiteX208" fmla="*/ 157376 w 259015"/>
                <a:gd name="connsiteY208" fmla="*/ 109836 h 113114"/>
                <a:gd name="connsiteX209" fmla="*/ 152458 w 259015"/>
                <a:gd name="connsiteY209" fmla="*/ 109836 h 113114"/>
                <a:gd name="connsiteX210" fmla="*/ 152458 w 259015"/>
                <a:gd name="connsiteY210" fmla="*/ 109836 h 113114"/>
                <a:gd name="connsiteX211" fmla="*/ 149180 w 259015"/>
                <a:gd name="connsiteY211" fmla="*/ 108196 h 113114"/>
                <a:gd name="connsiteX212" fmla="*/ 144261 w 259015"/>
                <a:gd name="connsiteY212" fmla="*/ 108196 h 113114"/>
                <a:gd name="connsiteX213" fmla="*/ 142622 w 259015"/>
                <a:gd name="connsiteY213" fmla="*/ 108196 h 113114"/>
                <a:gd name="connsiteX214" fmla="*/ 139344 w 259015"/>
                <a:gd name="connsiteY214" fmla="*/ 106557 h 113114"/>
                <a:gd name="connsiteX215" fmla="*/ 139344 w 259015"/>
                <a:gd name="connsiteY215" fmla="*/ 106557 h 113114"/>
                <a:gd name="connsiteX216" fmla="*/ 137704 w 259015"/>
                <a:gd name="connsiteY216" fmla="*/ 106557 h 113114"/>
                <a:gd name="connsiteX217" fmla="*/ 134425 w 259015"/>
                <a:gd name="connsiteY217" fmla="*/ 106557 h 113114"/>
                <a:gd name="connsiteX218" fmla="*/ 131147 w 259015"/>
                <a:gd name="connsiteY218" fmla="*/ 106557 h 113114"/>
                <a:gd name="connsiteX219" fmla="*/ 127868 w 259015"/>
                <a:gd name="connsiteY219" fmla="*/ 106557 h 113114"/>
                <a:gd name="connsiteX220" fmla="*/ 124590 w 259015"/>
                <a:gd name="connsiteY220" fmla="*/ 104918 h 113114"/>
                <a:gd name="connsiteX221" fmla="*/ 119671 w 259015"/>
                <a:gd name="connsiteY221" fmla="*/ 104918 h 113114"/>
                <a:gd name="connsiteX222" fmla="*/ 116393 w 259015"/>
                <a:gd name="connsiteY222" fmla="*/ 104918 h 113114"/>
                <a:gd name="connsiteX223" fmla="*/ 113114 w 259015"/>
                <a:gd name="connsiteY223" fmla="*/ 104918 h 113114"/>
                <a:gd name="connsiteX224" fmla="*/ 108196 w 259015"/>
                <a:gd name="connsiteY224" fmla="*/ 103278 h 113114"/>
                <a:gd name="connsiteX225" fmla="*/ 106557 w 259015"/>
                <a:gd name="connsiteY225" fmla="*/ 101639 h 113114"/>
                <a:gd name="connsiteX226" fmla="*/ 103278 w 259015"/>
                <a:gd name="connsiteY226" fmla="*/ 101639 h 113114"/>
                <a:gd name="connsiteX227" fmla="*/ 100000 w 259015"/>
                <a:gd name="connsiteY227" fmla="*/ 101639 h 113114"/>
                <a:gd name="connsiteX228" fmla="*/ 100000 w 259015"/>
                <a:gd name="connsiteY228" fmla="*/ 101639 h 113114"/>
                <a:gd name="connsiteX229" fmla="*/ 96721 w 259015"/>
                <a:gd name="connsiteY229" fmla="*/ 98360 h 113114"/>
                <a:gd name="connsiteX230" fmla="*/ 96721 w 259015"/>
                <a:gd name="connsiteY230" fmla="*/ 98360 h 113114"/>
                <a:gd name="connsiteX231" fmla="*/ 95081 w 259015"/>
                <a:gd name="connsiteY231" fmla="*/ 98360 h 113114"/>
                <a:gd name="connsiteX232" fmla="*/ 95081 w 259015"/>
                <a:gd name="connsiteY232" fmla="*/ 98360 h 113114"/>
                <a:gd name="connsiteX233" fmla="*/ 93442 w 259015"/>
                <a:gd name="connsiteY233" fmla="*/ 93442 h 113114"/>
                <a:gd name="connsiteX234" fmla="*/ 90164 w 259015"/>
                <a:gd name="connsiteY234" fmla="*/ 91803 h 113114"/>
                <a:gd name="connsiteX235" fmla="*/ 88524 w 259015"/>
                <a:gd name="connsiteY235" fmla="*/ 88524 h 113114"/>
                <a:gd name="connsiteX236" fmla="*/ 91803 w 259015"/>
                <a:gd name="connsiteY236" fmla="*/ 83606 h 113114"/>
                <a:gd name="connsiteX237" fmla="*/ 88524 w 259015"/>
                <a:gd name="connsiteY237" fmla="*/ 83606 h 113114"/>
                <a:gd name="connsiteX238" fmla="*/ 85245 w 259015"/>
                <a:gd name="connsiteY238" fmla="*/ 85246 h 113114"/>
                <a:gd name="connsiteX239" fmla="*/ 81967 w 259015"/>
                <a:gd name="connsiteY239" fmla="*/ 85246 h 113114"/>
                <a:gd name="connsiteX240" fmla="*/ 77049 w 259015"/>
                <a:gd name="connsiteY240" fmla="*/ 86885 h 113114"/>
                <a:gd name="connsiteX241" fmla="*/ 73770 w 259015"/>
                <a:gd name="connsiteY241" fmla="*/ 88524 h 113114"/>
                <a:gd name="connsiteX242" fmla="*/ 70491 w 259015"/>
                <a:gd name="connsiteY242" fmla="*/ 86885 h 113114"/>
                <a:gd name="connsiteX243" fmla="*/ 65573 w 259015"/>
                <a:gd name="connsiteY243" fmla="*/ 86885 h 113114"/>
                <a:gd name="connsiteX244" fmla="*/ 65573 w 259015"/>
                <a:gd name="connsiteY244" fmla="*/ 86885 h 113114"/>
                <a:gd name="connsiteX245" fmla="*/ 62295 w 259015"/>
                <a:gd name="connsiteY245" fmla="*/ 88524 h 113114"/>
                <a:gd name="connsiteX246" fmla="*/ 59016 w 259015"/>
                <a:gd name="connsiteY246" fmla="*/ 88524 h 113114"/>
                <a:gd name="connsiteX247" fmla="*/ 54098 w 259015"/>
                <a:gd name="connsiteY247" fmla="*/ 90164 h 113114"/>
                <a:gd name="connsiteX248" fmla="*/ 52458 w 259015"/>
                <a:gd name="connsiteY248" fmla="*/ 93442 h 113114"/>
                <a:gd name="connsiteX249" fmla="*/ 49180 w 259015"/>
                <a:gd name="connsiteY249" fmla="*/ 96721 h 113114"/>
                <a:gd name="connsiteX250" fmla="*/ 44262 w 259015"/>
                <a:gd name="connsiteY250" fmla="*/ 96721 h 113114"/>
                <a:gd name="connsiteX251" fmla="*/ 44262 w 259015"/>
                <a:gd name="connsiteY251" fmla="*/ 96721 h 113114"/>
                <a:gd name="connsiteX252" fmla="*/ 39344 w 259015"/>
                <a:gd name="connsiteY252" fmla="*/ 95082 h 113114"/>
                <a:gd name="connsiteX253" fmla="*/ 36065 w 259015"/>
                <a:gd name="connsiteY253" fmla="*/ 93442 h 113114"/>
                <a:gd name="connsiteX254" fmla="*/ 32787 w 259015"/>
                <a:gd name="connsiteY254" fmla="*/ 93442 h 113114"/>
                <a:gd name="connsiteX255" fmla="*/ 31147 w 259015"/>
                <a:gd name="connsiteY255" fmla="*/ 93442 h 113114"/>
                <a:gd name="connsiteX256" fmla="*/ 31147 w 259015"/>
                <a:gd name="connsiteY256" fmla="*/ 91803 h 113114"/>
                <a:gd name="connsiteX257" fmla="*/ 31147 w 259015"/>
                <a:gd name="connsiteY257" fmla="*/ 90164 h 113114"/>
                <a:gd name="connsiteX258" fmla="*/ 31147 w 259015"/>
                <a:gd name="connsiteY258" fmla="*/ 90164 h 113114"/>
                <a:gd name="connsiteX259" fmla="*/ 27868 w 259015"/>
                <a:gd name="connsiteY259" fmla="*/ 86885 h 113114"/>
                <a:gd name="connsiteX260" fmla="*/ 24590 w 259015"/>
                <a:gd name="connsiteY260" fmla="*/ 90164 h 113114"/>
                <a:gd name="connsiteX261" fmla="*/ 21311 w 259015"/>
                <a:gd name="connsiteY261" fmla="*/ 93442 h 113114"/>
                <a:gd name="connsiteX262" fmla="*/ 19672 w 259015"/>
                <a:gd name="connsiteY262" fmla="*/ 93442 h 113114"/>
                <a:gd name="connsiteX263" fmla="*/ 14754 w 259015"/>
                <a:gd name="connsiteY263" fmla="*/ 91803 h 113114"/>
                <a:gd name="connsiteX264" fmla="*/ 14754 w 259015"/>
                <a:gd name="connsiteY264" fmla="*/ 91803 h 113114"/>
                <a:gd name="connsiteX265" fmla="*/ 11475 w 259015"/>
                <a:gd name="connsiteY265" fmla="*/ 90164 h 113114"/>
                <a:gd name="connsiteX266" fmla="*/ 11475 w 259015"/>
                <a:gd name="connsiteY266" fmla="*/ 86885 h 113114"/>
                <a:gd name="connsiteX267" fmla="*/ 6557 w 259015"/>
                <a:gd name="connsiteY267" fmla="*/ 85246 h 113114"/>
                <a:gd name="connsiteX268" fmla="*/ 3278 w 259015"/>
                <a:gd name="connsiteY268" fmla="*/ 85246 h 113114"/>
                <a:gd name="connsiteX269" fmla="*/ 1639 w 259015"/>
                <a:gd name="connsiteY269" fmla="*/ 85246 h 113114"/>
                <a:gd name="connsiteX270" fmla="*/ 1639 w 259015"/>
                <a:gd name="connsiteY270" fmla="*/ 80328 h 113114"/>
                <a:gd name="connsiteX271" fmla="*/ 0 w 259015"/>
                <a:gd name="connsiteY271" fmla="*/ 78688 h 113114"/>
                <a:gd name="connsiteX272" fmla="*/ 0 w 259015"/>
                <a:gd name="connsiteY272" fmla="*/ 78688 h 113114"/>
                <a:gd name="connsiteX273" fmla="*/ 0 w 259015"/>
                <a:gd name="connsiteY273" fmla="*/ 75410 h 1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</a:cxnLst>
              <a:rect l="l" t="t" r="r" b="b"/>
              <a:pathLst>
                <a:path w="259015" h="113114">
                  <a:moveTo>
                    <a:pt x="0" y="75410"/>
                  </a:moveTo>
                  <a:lnTo>
                    <a:pt x="1639" y="72131"/>
                  </a:lnTo>
                  <a:lnTo>
                    <a:pt x="1639" y="72131"/>
                  </a:lnTo>
                  <a:lnTo>
                    <a:pt x="3278" y="68852"/>
                  </a:lnTo>
                  <a:lnTo>
                    <a:pt x="3278" y="68852"/>
                  </a:lnTo>
                  <a:lnTo>
                    <a:pt x="3278" y="67213"/>
                  </a:lnTo>
                  <a:lnTo>
                    <a:pt x="0" y="65573"/>
                  </a:lnTo>
                  <a:lnTo>
                    <a:pt x="0" y="63934"/>
                  </a:lnTo>
                  <a:lnTo>
                    <a:pt x="3278" y="63934"/>
                  </a:lnTo>
                  <a:lnTo>
                    <a:pt x="6557" y="63934"/>
                  </a:lnTo>
                  <a:lnTo>
                    <a:pt x="6557" y="63934"/>
                  </a:lnTo>
                  <a:lnTo>
                    <a:pt x="6557" y="63934"/>
                  </a:lnTo>
                  <a:lnTo>
                    <a:pt x="9836" y="63934"/>
                  </a:lnTo>
                  <a:lnTo>
                    <a:pt x="13114" y="63934"/>
                  </a:lnTo>
                  <a:lnTo>
                    <a:pt x="14754" y="65573"/>
                  </a:lnTo>
                  <a:lnTo>
                    <a:pt x="14754" y="67213"/>
                  </a:lnTo>
                  <a:lnTo>
                    <a:pt x="18033" y="70492"/>
                  </a:lnTo>
                  <a:lnTo>
                    <a:pt x="21311" y="70492"/>
                  </a:lnTo>
                  <a:lnTo>
                    <a:pt x="21311" y="75410"/>
                  </a:lnTo>
                  <a:lnTo>
                    <a:pt x="21311" y="75410"/>
                  </a:lnTo>
                  <a:lnTo>
                    <a:pt x="24590" y="75410"/>
                  </a:lnTo>
                  <a:lnTo>
                    <a:pt x="27868" y="70492"/>
                  </a:lnTo>
                  <a:lnTo>
                    <a:pt x="31147" y="67213"/>
                  </a:lnTo>
                  <a:lnTo>
                    <a:pt x="29508" y="65573"/>
                  </a:lnTo>
                  <a:lnTo>
                    <a:pt x="31147" y="62295"/>
                  </a:lnTo>
                  <a:lnTo>
                    <a:pt x="34426" y="63934"/>
                  </a:lnTo>
                  <a:lnTo>
                    <a:pt x="34426" y="63934"/>
                  </a:lnTo>
                  <a:lnTo>
                    <a:pt x="37705" y="63934"/>
                  </a:lnTo>
                  <a:lnTo>
                    <a:pt x="37705" y="63934"/>
                  </a:lnTo>
                  <a:lnTo>
                    <a:pt x="42623" y="65573"/>
                  </a:lnTo>
                  <a:lnTo>
                    <a:pt x="45901" y="65573"/>
                  </a:lnTo>
                  <a:lnTo>
                    <a:pt x="44262" y="65573"/>
                  </a:lnTo>
                  <a:lnTo>
                    <a:pt x="45901" y="67213"/>
                  </a:lnTo>
                  <a:lnTo>
                    <a:pt x="45901" y="67213"/>
                  </a:lnTo>
                  <a:lnTo>
                    <a:pt x="50820" y="70492"/>
                  </a:lnTo>
                  <a:lnTo>
                    <a:pt x="54098" y="68852"/>
                  </a:lnTo>
                  <a:lnTo>
                    <a:pt x="57377" y="70492"/>
                  </a:lnTo>
                  <a:lnTo>
                    <a:pt x="57377" y="70492"/>
                  </a:lnTo>
                  <a:lnTo>
                    <a:pt x="62295" y="67213"/>
                  </a:lnTo>
                  <a:lnTo>
                    <a:pt x="63934" y="65573"/>
                  </a:lnTo>
                  <a:lnTo>
                    <a:pt x="67213" y="65573"/>
                  </a:lnTo>
                  <a:lnTo>
                    <a:pt x="70491" y="62295"/>
                  </a:lnTo>
                  <a:lnTo>
                    <a:pt x="73770" y="62295"/>
                  </a:lnTo>
                  <a:lnTo>
                    <a:pt x="77049" y="62295"/>
                  </a:lnTo>
                  <a:lnTo>
                    <a:pt x="81967" y="60656"/>
                  </a:lnTo>
                  <a:lnTo>
                    <a:pt x="85245" y="60656"/>
                  </a:lnTo>
                  <a:lnTo>
                    <a:pt x="88524" y="60656"/>
                  </a:lnTo>
                  <a:lnTo>
                    <a:pt x="90164" y="60656"/>
                  </a:lnTo>
                  <a:lnTo>
                    <a:pt x="90164" y="60656"/>
                  </a:lnTo>
                  <a:lnTo>
                    <a:pt x="90164" y="60656"/>
                  </a:lnTo>
                  <a:lnTo>
                    <a:pt x="88524" y="57377"/>
                  </a:lnTo>
                  <a:lnTo>
                    <a:pt x="93442" y="57377"/>
                  </a:lnTo>
                  <a:lnTo>
                    <a:pt x="96721" y="57377"/>
                  </a:lnTo>
                  <a:lnTo>
                    <a:pt x="100000" y="60656"/>
                  </a:lnTo>
                  <a:lnTo>
                    <a:pt x="101639" y="60656"/>
                  </a:lnTo>
                  <a:lnTo>
                    <a:pt x="104917" y="57377"/>
                  </a:lnTo>
                  <a:lnTo>
                    <a:pt x="108196" y="59016"/>
                  </a:lnTo>
                  <a:lnTo>
                    <a:pt x="109835" y="62295"/>
                  </a:lnTo>
                  <a:lnTo>
                    <a:pt x="113114" y="65573"/>
                  </a:lnTo>
                  <a:lnTo>
                    <a:pt x="114754" y="65573"/>
                  </a:lnTo>
                  <a:lnTo>
                    <a:pt x="118032" y="67213"/>
                  </a:lnTo>
                  <a:lnTo>
                    <a:pt x="119671" y="65573"/>
                  </a:lnTo>
                  <a:lnTo>
                    <a:pt x="118032" y="62295"/>
                  </a:lnTo>
                  <a:lnTo>
                    <a:pt x="119671" y="59016"/>
                  </a:lnTo>
                  <a:lnTo>
                    <a:pt x="116393" y="57377"/>
                  </a:lnTo>
                  <a:lnTo>
                    <a:pt x="114754" y="54098"/>
                  </a:lnTo>
                  <a:lnTo>
                    <a:pt x="116393" y="50820"/>
                  </a:lnTo>
                  <a:lnTo>
                    <a:pt x="116393" y="50820"/>
                  </a:lnTo>
                  <a:lnTo>
                    <a:pt x="118032" y="50820"/>
                  </a:lnTo>
                  <a:lnTo>
                    <a:pt x="114754" y="47541"/>
                  </a:lnTo>
                  <a:lnTo>
                    <a:pt x="111475" y="44262"/>
                  </a:lnTo>
                  <a:lnTo>
                    <a:pt x="108196" y="40983"/>
                  </a:lnTo>
                  <a:lnTo>
                    <a:pt x="111475" y="37705"/>
                  </a:lnTo>
                  <a:lnTo>
                    <a:pt x="114754" y="36066"/>
                  </a:lnTo>
                  <a:lnTo>
                    <a:pt x="118032" y="32787"/>
                  </a:lnTo>
                  <a:lnTo>
                    <a:pt x="118032" y="32787"/>
                  </a:lnTo>
                  <a:lnTo>
                    <a:pt x="122950" y="31148"/>
                  </a:lnTo>
                  <a:lnTo>
                    <a:pt x="126229" y="31148"/>
                  </a:lnTo>
                  <a:lnTo>
                    <a:pt x="129508" y="29508"/>
                  </a:lnTo>
                  <a:lnTo>
                    <a:pt x="131147" y="26229"/>
                  </a:lnTo>
                  <a:lnTo>
                    <a:pt x="131147" y="24590"/>
                  </a:lnTo>
                  <a:lnTo>
                    <a:pt x="131147" y="21311"/>
                  </a:lnTo>
                  <a:lnTo>
                    <a:pt x="131147" y="19672"/>
                  </a:lnTo>
                  <a:lnTo>
                    <a:pt x="131147" y="19672"/>
                  </a:lnTo>
                  <a:lnTo>
                    <a:pt x="132786" y="19672"/>
                  </a:lnTo>
                  <a:lnTo>
                    <a:pt x="134425" y="19672"/>
                  </a:lnTo>
                  <a:lnTo>
                    <a:pt x="137704" y="19672"/>
                  </a:lnTo>
                  <a:lnTo>
                    <a:pt x="140983" y="21311"/>
                  </a:lnTo>
                  <a:lnTo>
                    <a:pt x="144261" y="18033"/>
                  </a:lnTo>
                  <a:lnTo>
                    <a:pt x="144261" y="14754"/>
                  </a:lnTo>
                  <a:lnTo>
                    <a:pt x="144261" y="11476"/>
                  </a:lnTo>
                  <a:lnTo>
                    <a:pt x="147540" y="13115"/>
                  </a:lnTo>
                  <a:lnTo>
                    <a:pt x="152458" y="14754"/>
                  </a:lnTo>
                  <a:lnTo>
                    <a:pt x="155737" y="18033"/>
                  </a:lnTo>
                  <a:lnTo>
                    <a:pt x="159015" y="19672"/>
                  </a:lnTo>
                  <a:lnTo>
                    <a:pt x="163934" y="19672"/>
                  </a:lnTo>
                  <a:lnTo>
                    <a:pt x="163934" y="18033"/>
                  </a:lnTo>
                  <a:lnTo>
                    <a:pt x="165573" y="16393"/>
                  </a:lnTo>
                  <a:lnTo>
                    <a:pt x="170491" y="18033"/>
                  </a:lnTo>
                  <a:lnTo>
                    <a:pt x="173770" y="19672"/>
                  </a:lnTo>
                  <a:lnTo>
                    <a:pt x="173770" y="19672"/>
                  </a:lnTo>
                  <a:lnTo>
                    <a:pt x="173770" y="14754"/>
                  </a:lnTo>
                  <a:lnTo>
                    <a:pt x="177048" y="11476"/>
                  </a:lnTo>
                  <a:lnTo>
                    <a:pt x="180327" y="11476"/>
                  </a:lnTo>
                  <a:lnTo>
                    <a:pt x="183605" y="11476"/>
                  </a:lnTo>
                  <a:lnTo>
                    <a:pt x="181966" y="8197"/>
                  </a:lnTo>
                  <a:lnTo>
                    <a:pt x="183605" y="4918"/>
                  </a:lnTo>
                  <a:lnTo>
                    <a:pt x="183605" y="1639"/>
                  </a:lnTo>
                  <a:lnTo>
                    <a:pt x="183605" y="0"/>
                  </a:lnTo>
                  <a:lnTo>
                    <a:pt x="186884" y="1639"/>
                  </a:lnTo>
                  <a:lnTo>
                    <a:pt x="191802" y="3279"/>
                  </a:lnTo>
                  <a:lnTo>
                    <a:pt x="195081" y="1639"/>
                  </a:lnTo>
                  <a:lnTo>
                    <a:pt x="196720" y="3279"/>
                  </a:lnTo>
                  <a:lnTo>
                    <a:pt x="199999" y="3279"/>
                  </a:lnTo>
                  <a:lnTo>
                    <a:pt x="201638" y="4918"/>
                  </a:lnTo>
                  <a:lnTo>
                    <a:pt x="204917" y="6557"/>
                  </a:lnTo>
                  <a:lnTo>
                    <a:pt x="208195" y="8197"/>
                  </a:lnTo>
                  <a:lnTo>
                    <a:pt x="211474" y="6557"/>
                  </a:lnTo>
                  <a:lnTo>
                    <a:pt x="211474" y="8197"/>
                  </a:lnTo>
                  <a:lnTo>
                    <a:pt x="216392" y="8197"/>
                  </a:lnTo>
                  <a:lnTo>
                    <a:pt x="218032" y="11476"/>
                  </a:lnTo>
                  <a:lnTo>
                    <a:pt x="219671" y="11476"/>
                  </a:lnTo>
                  <a:lnTo>
                    <a:pt x="224589" y="11476"/>
                  </a:lnTo>
                  <a:lnTo>
                    <a:pt x="227868" y="13115"/>
                  </a:lnTo>
                  <a:lnTo>
                    <a:pt x="229507" y="13115"/>
                  </a:lnTo>
                  <a:lnTo>
                    <a:pt x="229507" y="13115"/>
                  </a:lnTo>
                  <a:lnTo>
                    <a:pt x="232786" y="9836"/>
                  </a:lnTo>
                  <a:lnTo>
                    <a:pt x="232786" y="9836"/>
                  </a:lnTo>
                  <a:lnTo>
                    <a:pt x="237704" y="9836"/>
                  </a:lnTo>
                  <a:lnTo>
                    <a:pt x="239343" y="11476"/>
                  </a:lnTo>
                  <a:lnTo>
                    <a:pt x="242622" y="13115"/>
                  </a:lnTo>
                  <a:lnTo>
                    <a:pt x="245901" y="13115"/>
                  </a:lnTo>
                  <a:lnTo>
                    <a:pt x="247540" y="13115"/>
                  </a:lnTo>
                  <a:lnTo>
                    <a:pt x="247540" y="13115"/>
                  </a:lnTo>
                  <a:lnTo>
                    <a:pt x="249179" y="16393"/>
                  </a:lnTo>
                  <a:lnTo>
                    <a:pt x="250818" y="18033"/>
                  </a:lnTo>
                  <a:lnTo>
                    <a:pt x="250818" y="21311"/>
                  </a:lnTo>
                  <a:lnTo>
                    <a:pt x="247540" y="24590"/>
                  </a:lnTo>
                  <a:lnTo>
                    <a:pt x="247540" y="29508"/>
                  </a:lnTo>
                  <a:lnTo>
                    <a:pt x="250818" y="32787"/>
                  </a:lnTo>
                  <a:lnTo>
                    <a:pt x="250818" y="32787"/>
                  </a:lnTo>
                  <a:lnTo>
                    <a:pt x="250818" y="34426"/>
                  </a:lnTo>
                  <a:lnTo>
                    <a:pt x="250818" y="36066"/>
                  </a:lnTo>
                  <a:lnTo>
                    <a:pt x="254097" y="37705"/>
                  </a:lnTo>
                  <a:lnTo>
                    <a:pt x="254097" y="39344"/>
                  </a:lnTo>
                  <a:lnTo>
                    <a:pt x="254097" y="39344"/>
                  </a:lnTo>
                  <a:lnTo>
                    <a:pt x="255737" y="39344"/>
                  </a:lnTo>
                  <a:lnTo>
                    <a:pt x="259015" y="44262"/>
                  </a:lnTo>
                  <a:lnTo>
                    <a:pt x="255737" y="47541"/>
                  </a:lnTo>
                  <a:lnTo>
                    <a:pt x="255737" y="47541"/>
                  </a:lnTo>
                  <a:lnTo>
                    <a:pt x="254097" y="49180"/>
                  </a:lnTo>
                  <a:lnTo>
                    <a:pt x="254097" y="54098"/>
                  </a:lnTo>
                  <a:lnTo>
                    <a:pt x="252458" y="57377"/>
                  </a:lnTo>
                  <a:lnTo>
                    <a:pt x="249179" y="57377"/>
                  </a:lnTo>
                  <a:lnTo>
                    <a:pt x="247540" y="57377"/>
                  </a:lnTo>
                  <a:lnTo>
                    <a:pt x="245901" y="57377"/>
                  </a:lnTo>
                  <a:lnTo>
                    <a:pt x="242622" y="55738"/>
                  </a:lnTo>
                  <a:lnTo>
                    <a:pt x="240982" y="55738"/>
                  </a:lnTo>
                  <a:lnTo>
                    <a:pt x="237704" y="55738"/>
                  </a:lnTo>
                  <a:lnTo>
                    <a:pt x="237704" y="57377"/>
                  </a:lnTo>
                  <a:lnTo>
                    <a:pt x="236064" y="57377"/>
                  </a:lnTo>
                  <a:lnTo>
                    <a:pt x="237704" y="59016"/>
                  </a:lnTo>
                  <a:lnTo>
                    <a:pt x="240982" y="60656"/>
                  </a:lnTo>
                  <a:lnTo>
                    <a:pt x="242622" y="62295"/>
                  </a:lnTo>
                  <a:lnTo>
                    <a:pt x="240982" y="65573"/>
                  </a:lnTo>
                  <a:lnTo>
                    <a:pt x="240982" y="67213"/>
                  </a:lnTo>
                  <a:lnTo>
                    <a:pt x="240982" y="68852"/>
                  </a:lnTo>
                  <a:lnTo>
                    <a:pt x="237704" y="68852"/>
                  </a:lnTo>
                  <a:lnTo>
                    <a:pt x="234425" y="72131"/>
                  </a:lnTo>
                  <a:lnTo>
                    <a:pt x="236064" y="75410"/>
                  </a:lnTo>
                  <a:lnTo>
                    <a:pt x="236064" y="80328"/>
                  </a:lnTo>
                  <a:lnTo>
                    <a:pt x="236064" y="83606"/>
                  </a:lnTo>
                  <a:lnTo>
                    <a:pt x="237704" y="86885"/>
                  </a:lnTo>
                  <a:lnTo>
                    <a:pt x="232786" y="86885"/>
                  </a:lnTo>
                  <a:lnTo>
                    <a:pt x="229507" y="88524"/>
                  </a:lnTo>
                  <a:lnTo>
                    <a:pt x="227868" y="88524"/>
                  </a:lnTo>
                  <a:lnTo>
                    <a:pt x="227868" y="88524"/>
                  </a:lnTo>
                  <a:lnTo>
                    <a:pt x="226228" y="90164"/>
                  </a:lnTo>
                  <a:lnTo>
                    <a:pt x="224589" y="93442"/>
                  </a:lnTo>
                  <a:lnTo>
                    <a:pt x="221310" y="95082"/>
                  </a:lnTo>
                  <a:lnTo>
                    <a:pt x="219671" y="98360"/>
                  </a:lnTo>
                  <a:lnTo>
                    <a:pt x="221310" y="101639"/>
                  </a:lnTo>
                  <a:lnTo>
                    <a:pt x="221310" y="101639"/>
                  </a:lnTo>
                  <a:lnTo>
                    <a:pt x="219671" y="101639"/>
                  </a:lnTo>
                  <a:lnTo>
                    <a:pt x="216392" y="100000"/>
                  </a:lnTo>
                  <a:lnTo>
                    <a:pt x="211474" y="100000"/>
                  </a:lnTo>
                  <a:lnTo>
                    <a:pt x="208195" y="100000"/>
                  </a:lnTo>
                  <a:lnTo>
                    <a:pt x="208195" y="101639"/>
                  </a:lnTo>
                  <a:lnTo>
                    <a:pt x="204917" y="103278"/>
                  </a:lnTo>
                  <a:lnTo>
                    <a:pt x="201638" y="103278"/>
                  </a:lnTo>
                  <a:lnTo>
                    <a:pt x="199999" y="103278"/>
                  </a:lnTo>
                  <a:lnTo>
                    <a:pt x="195081" y="103278"/>
                  </a:lnTo>
                  <a:lnTo>
                    <a:pt x="191802" y="103278"/>
                  </a:lnTo>
                  <a:lnTo>
                    <a:pt x="190163" y="103278"/>
                  </a:lnTo>
                  <a:lnTo>
                    <a:pt x="188524" y="103278"/>
                  </a:lnTo>
                  <a:lnTo>
                    <a:pt x="185245" y="103278"/>
                  </a:lnTo>
                  <a:lnTo>
                    <a:pt x="185245" y="103278"/>
                  </a:lnTo>
                  <a:lnTo>
                    <a:pt x="185245" y="104918"/>
                  </a:lnTo>
                  <a:lnTo>
                    <a:pt x="185245" y="103278"/>
                  </a:lnTo>
                  <a:lnTo>
                    <a:pt x="183605" y="103278"/>
                  </a:lnTo>
                  <a:lnTo>
                    <a:pt x="180327" y="106557"/>
                  </a:lnTo>
                  <a:lnTo>
                    <a:pt x="177048" y="109836"/>
                  </a:lnTo>
                  <a:lnTo>
                    <a:pt x="175409" y="111475"/>
                  </a:lnTo>
                  <a:lnTo>
                    <a:pt x="172130" y="113114"/>
                  </a:lnTo>
                  <a:lnTo>
                    <a:pt x="167212" y="113114"/>
                  </a:lnTo>
                  <a:lnTo>
                    <a:pt x="163934" y="111475"/>
                  </a:lnTo>
                  <a:lnTo>
                    <a:pt x="160655" y="111475"/>
                  </a:lnTo>
                  <a:lnTo>
                    <a:pt x="160655" y="111475"/>
                  </a:lnTo>
                  <a:lnTo>
                    <a:pt x="157376" y="109836"/>
                  </a:lnTo>
                  <a:lnTo>
                    <a:pt x="152458" y="109836"/>
                  </a:lnTo>
                  <a:lnTo>
                    <a:pt x="152458" y="109836"/>
                  </a:lnTo>
                  <a:lnTo>
                    <a:pt x="149180" y="108196"/>
                  </a:lnTo>
                  <a:lnTo>
                    <a:pt x="144261" y="108196"/>
                  </a:lnTo>
                  <a:lnTo>
                    <a:pt x="142622" y="108196"/>
                  </a:lnTo>
                  <a:lnTo>
                    <a:pt x="139344" y="106557"/>
                  </a:lnTo>
                  <a:lnTo>
                    <a:pt x="139344" y="106557"/>
                  </a:lnTo>
                  <a:lnTo>
                    <a:pt x="137704" y="106557"/>
                  </a:lnTo>
                  <a:lnTo>
                    <a:pt x="134425" y="106557"/>
                  </a:lnTo>
                  <a:lnTo>
                    <a:pt x="131147" y="106557"/>
                  </a:lnTo>
                  <a:lnTo>
                    <a:pt x="127868" y="106557"/>
                  </a:lnTo>
                  <a:lnTo>
                    <a:pt x="124590" y="104918"/>
                  </a:lnTo>
                  <a:lnTo>
                    <a:pt x="119671" y="104918"/>
                  </a:lnTo>
                  <a:lnTo>
                    <a:pt x="116393" y="104918"/>
                  </a:lnTo>
                  <a:lnTo>
                    <a:pt x="113114" y="104918"/>
                  </a:lnTo>
                  <a:lnTo>
                    <a:pt x="108196" y="103278"/>
                  </a:lnTo>
                  <a:lnTo>
                    <a:pt x="106557" y="101639"/>
                  </a:lnTo>
                  <a:lnTo>
                    <a:pt x="103278" y="101639"/>
                  </a:lnTo>
                  <a:lnTo>
                    <a:pt x="100000" y="101639"/>
                  </a:lnTo>
                  <a:lnTo>
                    <a:pt x="100000" y="101639"/>
                  </a:lnTo>
                  <a:lnTo>
                    <a:pt x="96721" y="98360"/>
                  </a:lnTo>
                  <a:lnTo>
                    <a:pt x="96721" y="98360"/>
                  </a:lnTo>
                  <a:lnTo>
                    <a:pt x="95081" y="98360"/>
                  </a:lnTo>
                  <a:lnTo>
                    <a:pt x="95081" y="98360"/>
                  </a:lnTo>
                  <a:lnTo>
                    <a:pt x="93442" y="93442"/>
                  </a:lnTo>
                  <a:lnTo>
                    <a:pt x="90164" y="91803"/>
                  </a:lnTo>
                  <a:lnTo>
                    <a:pt x="88524" y="88524"/>
                  </a:lnTo>
                  <a:lnTo>
                    <a:pt x="91803" y="83606"/>
                  </a:lnTo>
                  <a:lnTo>
                    <a:pt x="88524" y="83606"/>
                  </a:lnTo>
                  <a:lnTo>
                    <a:pt x="85245" y="85246"/>
                  </a:lnTo>
                  <a:lnTo>
                    <a:pt x="81967" y="85246"/>
                  </a:lnTo>
                  <a:lnTo>
                    <a:pt x="77049" y="86885"/>
                  </a:lnTo>
                  <a:lnTo>
                    <a:pt x="73770" y="88524"/>
                  </a:lnTo>
                  <a:lnTo>
                    <a:pt x="70491" y="86885"/>
                  </a:lnTo>
                  <a:lnTo>
                    <a:pt x="65573" y="86885"/>
                  </a:lnTo>
                  <a:lnTo>
                    <a:pt x="65573" y="86885"/>
                  </a:lnTo>
                  <a:lnTo>
                    <a:pt x="62295" y="88524"/>
                  </a:lnTo>
                  <a:lnTo>
                    <a:pt x="59016" y="88524"/>
                  </a:lnTo>
                  <a:lnTo>
                    <a:pt x="54098" y="90164"/>
                  </a:lnTo>
                  <a:lnTo>
                    <a:pt x="52458" y="93442"/>
                  </a:lnTo>
                  <a:lnTo>
                    <a:pt x="49180" y="96721"/>
                  </a:lnTo>
                  <a:lnTo>
                    <a:pt x="44262" y="96721"/>
                  </a:lnTo>
                  <a:lnTo>
                    <a:pt x="44262" y="96721"/>
                  </a:lnTo>
                  <a:lnTo>
                    <a:pt x="39344" y="95082"/>
                  </a:lnTo>
                  <a:lnTo>
                    <a:pt x="36065" y="93442"/>
                  </a:lnTo>
                  <a:lnTo>
                    <a:pt x="32787" y="93442"/>
                  </a:lnTo>
                  <a:lnTo>
                    <a:pt x="31147" y="93442"/>
                  </a:lnTo>
                  <a:lnTo>
                    <a:pt x="31147" y="91803"/>
                  </a:lnTo>
                  <a:lnTo>
                    <a:pt x="31147" y="90164"/>
                  </a:lnTo>
                  <a:lnTo>
                    <a:pt x="31147" y="90164"/>
                  </a:lnTo>
                  <a:lnTo>
                    <a:pt x="27868" y="86885"/>
                  </a:lnTo>
                  <a:lnTo>
                    <a:pt x="24590" y="90164"/>
                  </a:lnTo>
                  <a:lnTo>
                    <a:pt x="21311" y="93442"/>
                  </a:lnTo>
                  <a:lnTo>
                    <a:pt x="19672" y="93442"/>
                  </a:lnTo>
                  <a:lnTo>
                    <a:pt x="14754" y="91803"/>
                  </a:lnTo>
                  <a:lnTo>
                    <a:pt x="14754" y="91803"/>
                  </a:lnTo>
                  <a:lnTo>
                    <a:pt x="11475" y="90164"/>
                  </a:lnTo>
                  <a:lnTo>
                    <a:pt x="11475" y="86885"/>
                  </a:lnTo>
                  <a:lnTo>
                    <a:pt x="6557" y="85246"/>
                  </a:lnTo>
                  <a:lnTo>
                    <a:pt x="3278" y="85246"/>
                  </a:lnTo>
                  <a:lnTo>
                    <a:pt x="1639" y="85246"/>
                  </a:lnTo>
                  <a:lnTo>
                    <a:pt x="1639" y="80328"/>
                  </a:lnTo>
                  <a:lnTo>
                    <a:pt x="0" y="78688"/>
                  </a:lnTo>
                  <a:lnTo>
                    <a:pt x="0" y="78688"/>
                  </a:lnTo>
                  <a:lnTo>
                    <a:pt x="0" y="7541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1" name="Freeform 2870">
              <a:extLst>
                <a:ext uri="{FF2B5EF4-FFF2-40B4-BE49-F238E27FC236}">
                  <a16:creationId xmlns:a16="http://schemas.microsoft.com/office/drawing/2014/main" id="{04F08905-EF3E-CD43-A82F-6674AF2A70BE}"/>
                </a:ext>
              </a:extLst>
            </p:cNvPr>
            <p:cNvSpPr/>
            <p:nvPr/>
          </p:nvSpPr>
          <p:spPr>
            <a:xfrm>
              <a:off x="5787804" y="1155894"/>
              <a:ext cx="377047" cy="544259"/>
            </a:xfrm>
            <a:custGeom>
              <a:avLst/>
              <a:gdLst>
                <a:gd name="connsiteX0" fmla="*/ 3278 w 377047"/>
                <a:gd name="connsiteY0" fmla="*/ 388523 h 544259"/>
                <a:gd name="connsiteX1" fmla="*/ 4918 w 377047"/>
                <a:gd name="connsiteY1" fmla="*/ 388523 h 544259"/>
                <a:gd name="connsiteX2" fmla="*/ 6557 w 377047"/>
                <a:gd name="connsiteY2" fmla="*/ 390162 h 544259"/>
                <a:gd name="connsiteX3" fmla="*/ 9836 w 377047"/>
                <a:gd name="connsiteY3" fmla="*/ 393441 h 544259"/>
                <a:gd name="connsiteX4" fmla="*/ 13114 w 377047"/>
                <a:gd name="connsiteY4" fmla="*/ 396719 h 544259"/>
                <a:gd name="connsiteX5" fmla="*/ 16393 w 377047"/>
                <a:gd name="connsiteY5" fmla="*/ 396719 h 544259"/>
                <a:gd name="connsiteX6" fmla="*/ 16393 w 377047"/>
                <a:gd name="connsiteY6" fmla="*/ 395080 h 544259"/>
                <a:gd name="connsiteX7" fmla="*/ 18032 w 377047"/>
                <a:gd name="connsiteY7" fmla="*/ 390162 h 544259"/>
                <a:gd name="connsiteX8" fmla="*/ 19672 w 377047"/>
                <a:gd name="connsiteY8" fmla="*/ 386884 h 544259"/>
                <a:gd name="connsiteX9" fmla="*/ 21311 w 377047"/>
                <a:gd name="connsiteY9" fmla="*/ 383605 h 544259"/>
                <a:gd name="connsiteX10" fmla="*/ 21311 w 377047"/>
                <a:gd name="connsiteY10" fmla="*/ 381966 h 544259"/>
                <a:gd name="connsiteX11" fmla="*/ 21311 w 377047"/>
                <a:gd name="connsiteY11" fmla="*/ 380326 h 544259"/>
                <a:gd name="connsiteX12" fmla="*/ 21311 w 377047"/>
                <a:gd name="connsiteY12" fmla="*/ 378687 h 544259"/>
                <a:gd name="connsiteX13" fmla="*/ 19672 w 377047"/>
                <a:gd name="connsiteY13" fmla="*/ 377047 h 544259"/>
                <a:gd name="connsiteX14" fmla="*/ 18032 w 377047"/>
                <a:gd name="connsiteY14" fmla="*/ 372129 h 544259"/>
                <a:gd name="connsiteX15" fmla="*/ 16393 w 377047"/>
                <a:gd name="connsiteY15" fmla="*/ 370490 h 544259"/>
                <a:gd name="connsiteX16" fmla="*/ 19672 w 377047"/>
                <a:gd name="connsiteY16" fmla="*/ 365572 h 544259"/>
                <a:gd name="connsiteX17" fmla="*/ 22951 w 377047"/>
                <a:gd name="connsiteY17" fmla="*/ 363933 h 544259"/>
                <a:gd name="connsiteX18" fmla="*/ 22951 w 377047"/>
                <a:gd name="connsiteY18" fmla="*/ 360654 h 544259"/>
                <a:gd name="connsiteX19" fmla="*/ 22951 w 377047"/>
                <a:gd name="connsiteY19" fmla="*/ 357375 h 544259"/>
                <a:gd name="connsiteX20" fmla="*/ 26229 w 377047"/>
                <a:gd name="connsiteY20" fmla="*/ 355736 h 544259"/>
                <a:gd name="connsiteX21" fmla="*/ 29508 w 377047"/>
                <a:gd name="connsiteY21" fmla="*/ 355736 h 544259"/>
                <a:gd name="connsiteX22" fmla="*/ 32787 w 377047"/>
                <a:gd name="connsiteY22" fmla="*/ 354097 h 544259"/>
                <a:gd name="connsiteX23" fmla="*/ 34426 w 377047"/>
                <a:gd name="connsiteY23" fmla="*/ 354097 h 544259"/>
                <a:gd name="connsiteX24" fmla="*/ 37705 w 377047"/>
                <a:gd name="connsiteY24" fmla="*/ 350818 h 544259"/>
                <a:gd name="connsiteX25" fmla="*/ 39344 w 377047"/>
                <a:gd name="connsiteY25" fmla="*/ 349179 h 544259"/>
                <a:gd name="connsiteX26" fmla="*/ 42622 w 377047"/>
                <a:gd name="connsiteY26" fmla="*/ 345900 h 544259"/>
                <a:gd name="connsiteX27" fmla="*/ 42622 w 377047"/>
                <a:gd name="connsiteY27" fmla="*/ 342621 h 544259"/>
                <a:gd name="connsiteX28" fmla="*/ 42622 w 377047"/>
                <a:gd name="connsiteY28" fmla="*/ 339343 h 544259"/>
                <a:gd name="connsiteX29" fmla="*/ 44262 w 377047"/>
                <a:gd name="connsiteY29" fmla="*/ 334425 h 544259"/>
                <a:gd name="connsiteX30" fmla="*/ 44262 w 377047"/>
                <a:gd name="connsiteY30" fmla="*/ 331146 h 544259"/>
                <a:gd name="connsiteX31" fmla="*/ 40983 w 377047"/>
                <a:gd name="connsiteY31" fmla="*/ 326228 h 544259"/>
                <a:gd name="connsiteX32" fmla="*/ 39344 w 377047"/>
                <a:gd name="connsiteY32" fmla="*/ 322949 h 544259"/>
                <a:gd name="connsiteX33" fmla="*/ 36065 w 377047"/>
                <a:gd name="connsiteY33" fmla="*/ 319671 h 544259"/>
                <a:gd name="connsiteX34" fmla="*/ 36065 w 377047"/>
                <a:gd name="connsiteY34" fmla="*/ 314753 h 544259"/>
                <a:gd name="connsiteX35" fmla="*/ 36065 w 377047"/>
                <a:gd name="connsiteY35" fmla="*/ 311474 h 544259"/>
                <a:gd name="connsiteX36" fmla="*/ 39344 w 377047"/>
                <a:gd name="connsiteY36" fmla="*/ 309835 h 544259"/>
                <a:gd name="connsiteX37" fmla="*/ 42622 w 377047"/>
                <a:gd name="connsiteY37" fmla="*/ 309835 h 544259"/>
                <a:gd name="connsiteX38" fmla="*/ 44262 w 377047"/>
                <a:gd name="connsiteY38" fmla="*/ 309835 h 544259"/>
                <a:gd name="connsiteX39" fmla="*/ 47541 w 377047"/>
                <a:gd name="connsiteY39" fmla="*/ 309835 h 544259"/>
                <a:gd name="connsiteX40" fmla="*/ 47541 w 377047"/>
                <a:gd name="connsiteY40" fmla="*/ 309835 h 544259"/>
                <a:gd name="connsiteX41" fmla="*/ 49180 w 377047"/>
                <a:gd name="connsiteY41" fmla="*/ 304917 h 544259"/>
                <a:gd name="connsiteX42" fmla="*/ 50819 w 377047"/>
                <a:gd name="connsiteY42" fmla="*/ 301638 h 544259"/>
                <a:gd name="connsiteX43" fmla="*/ 52458 w 377047"/>
                <a:gd name="connsiteY43" fmla="*/ 296720 h 544259"/>
                <a:gd name="connsiteX44" fmla="*/ 47541 w 377047"/>
                <a:gd name="connsiteY44" fmla="*/ 291802 h 544259"/>
                <a:gd name="connsiteX45" fmla="*/ 42622 w 377047"/>
                <a:gd name="connsiteY45" fmla="*/ 288523 h 544259"/>
                <a:gd name="connsiteX46" fmla="*/ 37705 w 377047"/>
                <a:gd name="connsiteY46" fmla="*/ 288523 h 544259"/>
                <a:gd name="connsiteX47" fmla="*/ 34426 w 377047"/>
                <a:gd name="connsiteY47" fmla="*/ 285245 h 544259"/>
                <a:gd name="connsiteX48" fmla="*/ 29508 w 377047"/>
                <a:gd name="connsiteY48" fmla="*/ 281966 h 544259"/>
                <a:gd name="connsiteX49" fmla="*/ 31147 w 377047"/>
                <a:gd name="connsiteY49" fmla="*/ 277048 h 544259"/>
                <a:gd name="connsiteX50" fmla="*/ 32787 w 377047"/>
                <a:gd name="connsiteY50" fmla="*/ 272130 h 544259"/>
                <a:gd name="connsiteX51" fmla="*/ 32787 w 377047"/>
                <a:gd name="connsiteY51" fmla="*/ 270491 h 544259"/>
                <a:gd name="connsiteX52" fmla="*/ 32787 w 377047"/>
                <a:gd name="connsiteY52" fmla="*/ 265573 h 544259"/>
                <a:gd name="connsiteX53" fmla="*/ 34426 w 377047"/>
                <a:gd name="connsiteY53" fmla="*/ 260655 h 544259"/>
                <a:gd name="connsiteX54" fmla="*/ 34426 w 377047"/>
                <a:gd name="connsiteY54" fmla="*/ 259015 h 544259"/>
                <a:gd name="connsiteX55" fmla="*/ 32787 w 377047"/>
                <a:gd name="connsiteY55" fmla="*/ 259015 h 544259"/>
                <a:gd name="connsiteX56" fmla="*/ 32787 w 377047"/>
                <a:gd name="connsiteY56" fmla="*/ 257376 h 544259"/>
                <a:gd name="connsiteX57" fmla="*/ 29508 w 377047"/>
                <a:gd name="connsiteY57" fmla="*/ 252458 h 544259"/>
                <a:gd name="connsiteX58" fmla="*/ 27868 w 377047"/>
                <a:gd name="connsiteY58" fmla="*/ 245901 h 544259"/>
                <a:gd name="connsiteX59" fmla="*/ 27868 w 377047"/>
                <a:gd name="connsiteY59" fmla="*/ 239343 h 544259"/>
                <a:gd name="connsiteX60" fmla="*/ 27868 w 377047"/>
                <a:gd name="connsiteY60" fmla="*/ 236065 h 544259"/>
                <a:gd name="connsiteX61" fmla="*/ 31147 w 377047"/>
                <a:gd name="connsiteY61" fmla="*/ 231146 h 544259"/>
                <a:gd name="connsiteX62" fmla="*/ 29508 w 377047"/>
                <a:gd name="connsiteY62" fmla="*/ 227868 h 544259"/>
                <a:gd name="connsiteX63" fmla="*/ 26229 w 377047"/>
                <a:gd name="connsiteY63" fmla="*/ 224589 h 544259"/>
                <a:gd name="connsiteX64" fmla="*/ 26229 w 377047"/>
                <a:gd name="connsiteY64" fmla="*/ 218032 h 544259"/>
                <a:gd name="connsiteX65" fmla="*/ 26229 w 377047"/>
                <a:gd name="connsiteY65" fmla="*/ 218032 h 544259"/>
                <a:gd name="connsiteX66" fmla="*/ 31147 w 377047"/>
                <a:gd name="connsiteY66" fmla="*/ 213114 h 544259"/>
                <a:gd name="connsiteX67" fmla="*/ 29508 w 377047"/>
                <a:gd name="connsiteY67" fmla="*/ 208196 h 544259"/>
                <a:gd name="connsiteX68" fmla="*/ 34426 w 377047"/>
                <a:gd name="connsiteY68" fmla="*/ 204917 h 544259"/>
                <a:gd name="connsiteX69" fmla="*/ 34426 w 377047"/>
                <a:gd name="connsiteY69" fmla="*/ 203278 h 544259"/>
                <a:gd name="connsiteX70" fmla="*/ 39344 w 377047"/>
                <a:gd name="connsiteY70" fmla="*/ 199999 h 544259"/>
                <a:gd name="connsiteX71" fmla="*/ 42622 w 377047"/>
                <a:gd name="connsiteY71" fmla="*/ 196720 h 544259"/>
                <a:gd name="connsiteX72" fmla="*/ 45901 w 377047"/>
                <a:gd name="connsiteY72" fmla="*/ 193442 h 544259"/>
                <a:gd name="connsiteX73" fmla="*/ 50819 w 377047"/>
                <a:gd name="connsiteY73" fmla="*/ 190163 h 544259"/>
                <a:gd name="connsiteX74" fmla="*/ 55737 w 377047"/>
                <a:gd name="connsiteY74" fmla="*/ 190163 h 544259"/>
                <a:gd name="connsiteX75" fmla="*/ 60655 w 377047"/>
                <a:gd name="connsiteY75" fmla="*/ 188524 h 544259"/>
                <a:gd name="connsiteX76" fmla="*/ 67212 w 377047"/>
                <a:gd name="connsiteY76" fmla="*/ 190163 h 544259"/>
                <a:gd name="connsiteX77" fmla="*/ 72131 w 377047"/>
                <a:gd name="connsiteY77" fmla="*/ 190163 h 544259"/>
                <a:gd name="connsiteX78" fmla="*/ 83606 w 377047"/>
                <a:gd name="connsiteY78" fmla="*/ 190163 h 544259"/>
                <a:gd name="connsiteX79" fmla="*/ 85245 w 377047"/>
                <a:gd name="connsiteY79" fmla="*/ 188524 h 544259"/>
                <a:gd name="connsiteX80" fmla="*/ 85245 w 377047"/>
                <a:gd name="connsiteY80" fmla="*/ 188524 h 544259"/>
                <a:gd name="connsiteX81" fmla="*/ 86885 w 377047"/>
                <a:gd name="connsiteY81" fmla="*/ 185245 h 544259"/>
                <a:gd name="connsiteX82" fmla="*/ 86885 w 377047"/>
                <a:gd name="connsiteY82" fmla="*/ 178688 h 544259"/>
                <a:gd name="connsiteX83" fmla="*/ 85245 w 377047"/>
                <a:gd name="connsiteY83" fmla="*/ 173770 h 544259"/>
                <a:gd name="connsiteX84" fmla="*/ 80327 w 377047"/>
                <a:gd name="connsiteY84" fmla="*/ 173770 h 544259"/>
                <a:gd name="connsiteX85" fmla="*/ 75409 w 377047"/>
                <a:gd name="connsiteY85" fmla="*/ 170491 h 544259"/>
                <a:gd name="connsiteX86" fmla="*/ 72131 w 377047"/>
                <a:gd name="connsiteY86" fmla="*/ 170491 h 544259"/>
                <a:gd name="connsiteX87" fmla="*/ 75409 w 377047"/>
                <a:gd name="connsiteY87" fmla="*/ 165573 h 544259"/>
                <a:gd name="connsiteX88" fmla="*/ 83606 w 377047"/>
                <a:gd name="connsiteY88" fmla="*/ 157376 h 544259"/>
                <a:gd name="connsiteX89" fmla="*/ 88524 w 377047"/>
                <a:gd name="connsiteY89" fmla="*/ 152458 h 544259"/>
                <a:gd name="connsiteX90" fmla="*/ 91802 w 377047"/>
                <a:gd name="connsiteY90" fmla="*/ 149180 h 544259"/>
                <a:gd name="connsiteX91" fmla="*/ 93442 w 377047"/>
                <a:gd name="connsiteY91" fmla="*/ 144262 h 544259"/>
                <a:gd name="connsiteX92" fmla="*/ 96721 w 377047"/>
                <a:gd name="connsiteY92" fmla="*/ 142622 h 544259"/>
                <a:gd name="connsiteX93" fmla="*/ 96721 w 377047"/>
                <a:gd name="connsiteY93" fmla="*/ 136065 h 544259"/>
                <a:gd name="connsiteX94" fmla="*/ 96721 w 377047"/>
                <a:gd name="connsiteY94" fmla="*/ 131147 h 544259"/>
                <a:gd name="connsiteX95" fmla="*/ 96721 w 377047"/>
                <a:gd name="connsiteY95" fmla="*/ 127868 h 544259"/>
                <a:gd name="connsiteX96" fmla="*/ 99999 w 377047"/>
                <a:gd name="connsiteY96" fmla="*/ 122950 h 544259"/>
                <a:gd name="connsiteX97" fmla="*/ 98360 w 377047"/>
                <a:gd name="connsiteY97" fmla="*/ 118032 h 544259"/>
                <a:gd name="connsiteX98" fmla="*/ 96721 w 377047"/>
                <a:gd name="connsiteY98" fmla="*/ 114754 h 544259"/>
                <a:gd name="connsiteX99" fmla="*/ 96721 w 377047"/>
                <a:gd name="connsiteY99" fmla="*/ 109836 h 544259"/>
                <a:gd name="connsiteX100" fmla="*/ 101639 w 377047"/>
                <a:gd name="connsiteY100" fmla="*/ 109836 h 544259"/>
                <a:gd name="connsiteX101" fmla="*/ 109835 w 377047"/>
                <a:gd name="connsiteY101" fmla="*/ 109836 h 544259"/>
                <a:gd name="connsiteX102" fmla="*/ 109835 w 377047"/>
                <a:gd name="connsiteY102" fmla="*/ 109836 h 544259"/>
                <a:gd name="connsiteX103" fmla="*/ 116393 w 377047"/>
                <a:gd name="connsiteY103" fmla="*/ 106557 h 544259"/>
                <a:gd name="connsiteX104" fmla="*/ 122950 w 377047"/>
                <a:gd name="connsiteY104" fmla="*/ 104918 h 544259"/>
                <a:gd name="connsiteX105" fmla="*/ 122950 w 377047"/>
                <a:gd name="connsiteY105" fmla="*/ 101639 h 544259"/>
                <a:gd name="connsiteX106" fmla="*/ 121311 w 377047"/>
                <a:gd name="connsiteY106" fmla="*/ 96721 h 544259"/>
                <a:gd name="connsiteX107" fmla="*/ 126229 w 377047"/>
                <a:gd name="connsiteY107" fmla="*/ 93442 h 544259"/>
                <a:gd name="connsiteX108" fmla="*/ 132786 w 377047"/>
                <a:gd name="connsiteY108" fmla="*/ 86885 h 544259"/>
                <a:gd name="connsiteX109" fmla="*/ 132786 w 377047"/>
                <a:gd name="connsiteY109" fmla="*/ 86885 h 544259"/>
                <a:gd name="connsiteX110" fmla="*/ 139344 w 377047"/>
                <a:gd name="connsiteY110" fmla="*/ 80328 h 544259"/>
                <a:gd name="connsiteX111" fmla="*/ 144261 w 377047"/>
                <a:gd name="connsiteY111" fmla="*/ 77049 h 544259"/>
                <a:gd name="connsiteX112" fmla="*/ 149179 w 377047"/>
                <a:gd name="connsiteY112" fmla="*/ 75409 h 544259"/>
                <a:gd name="connsiteX113" fmla="*/ 149179 w 377047"/>
                <a:gd name="connsiteY113" fmla="*/ 68852 h 544259"/>
                <a:gd name="connsiteX114" fmla="*/ 145901 w 377047"/>
                <a:gd name="connsiteY114" fmla="*/ 65573 h 544259"/>
                <a:gd name="connsiteX115" fmla="*/ 139344 w 377047"/>
                <a:gd name="connsiteY115" fmla="*/ 60655 h 544259"/>
                <a:gd name="connsiteX116" fmla="*/ 147540 w 377047"/>
                <a:gd name="connsiteY116" fmla="*/ 57377 h 544259"/>
                <a:gd name="connsiteX117" fmla="*/ 152458 w 377047"/>
                <a:gd name="connsiteY117" fmla="*/ 52459 h 544259"/>
                <a:gd name="connsiteX118" fmla="*/ 154098 w 377047"/>
                <a:gd name="connsiteY118" fmla="*/ 49180 h 544259"/>
                <a:gd name="connsiteX119" fmla="*/ 155737 w 377047"/>
                <a:gd name="connsiteY119" fmla="*/ 44262 h 544259"/>
                <a:gd name="connsiteX120" fmla="*/ 162294 w 377047"/>
                <a:gd name="connsiteY120" fmla="*/ 40983 h 544259"/>
                <a:gd name="connsiteX121" fmla="*/ 165573 w 377047"/>
                <a:gd name="connsiteY121" fmla="*/ 39344 h 544259"/>
                <a:gd name="connsiteX122" fmla="*/ 165573 w 377047"/>
                <a:gd name="connsiteY122" fmla="*/ 39344 h 544259"/>
                <a:gd name="connsiteX123" fmla="*/ 170491 w 377047"/>
                <a:gd name="connsiteY123" fmla="*/ 36065 h 544259"/>
                <a:gd name="connsiteX124" fmla="*/ 177048 w 377047"/>
                <a:gd name="connsiteY124" fmla="*/ 36065 h 544259"/>
                <a:gd name="connsiteX125" fmla="*/ 181966 w 377047"/>
                <a:gd name="connsiteY125" fmla="*/ 37705 h 544259"/>
                <a:gd name="connsiteX126" fmla="*/ 186884 w 377047"/>
                <a:gd name="connsiteY126" fmla="*/ 39344 h 544259"/>
                <a:gd name="connsiteX127" fmla="*/ 190163 w 377047"/>
                <a:gd name="connsiteY127" fmla="*/ 39344 h 544259"/>
                <a:gd name="connsiteX128" fmla="*/ 196720 w 377047"/>
                <a:gd name="connsiteY128" fmla="*/ 31147 h 544259"/>
                <a:gd name="connsiteX129" fmla="*/ 195081 w 377047"/>
                <a:gd name="connsiteY129" fmla="*/ 24590 h 544259"/>
                <a:gd name="connsiteX130" fmla="*/ 195081 w 377047"/>
                <a:gd name="connsiteY130" fmla="*/ 22951 h 544259"/>
                <a:gd name="connsiteX131" fmla="*/ 195081 w 377047"/>
                <a:gd name="connsiteY131" fmla="*/ 22951 h 544259"/>
                <a:gd name="connsiteX132" fmla="*/ 195081 w 377047"/>
                <a:gd name="connsiteY132" fmla="*/ 19672 h 544259"/>
                <a:gd name="connsiteX133" fmla="*/ 203278 w 377047"/>
                <a:gd name="connsiteY133" fmla="*/ 18033 h 544259"/>
                <a:gd name="connsiteX134" fmla="*/ 209835 w 377047"/>
                <a:gd name="connsiteY134" fmla="*/ 19672 h 544259"/>
                <a:gd name="connsiteX135" fmla="*/ 218032 w 377047"/>
                <a:gd name="connsiteY135" fmla="*/ 19672 h 544259"/>
                <a:gd name="connsiteX136" fmla="*/ 231146 w 377047"/>
                <a:gd name="connsiteY136" fmla="*/ 22951 h 544259"/>
                <a:gd name="connsiteX137" fmla="*/ 245901 w 377047"/>
                <a:gd name="connsiteY137" fmla="*/ 26229 h 544259"/>
                <a:gd name="connsiteX138" fmla="*/ 250818 w 377047"/>
                <a:gd name="connsiteY138" fmla="*/ 22951 h 544259"/>
                <a:gd name="connsiteX139" fmla="*/ 254097 w 377047"/>
                <a:gd name="connsiteY139" fmla="*/ 21311 h 544259"/>
                <a:gd name="connsiteX140" fmla="*/ 250818 w 377047"/>
                <a:gd name="connsiteY140" fmla="*/ 19672 h 544259"/>
                <a:gd name="connsiteX141" fmla="*/ 245901 w 377047"/>
                <a:gd name="connsiteY141" fmla="*/ 18033 h 544259"/>
                <a:gd name="connsiteX142" fmla="*/ 252458 w 377047"/>
                <a:gd name="connsiteY142" fmla="*/ 14754 h 544259"/>
                <a:gd name="connsiteX143" fmla="*/ 255736 w 377047"/>
                <a:gd name="connsiteY143" fmla="*/ 9836 h 544259"/>
                <a:gd name="connsiteX144" fmla="*/ 255736 w 377047"/>
                <a:gd name="connsiteY144" fmla="*/ 8197 h 544259"/>
                <a:gd name="connsiteX145" fmla="*/ 255736 w 377047"/>
                <a:gd name="connsiteY145" fmla="*/ 4918 h 544259"/>
                <a:gd name="connsiteX146" fmla="*/ 250818 w 377047"/>
                <a:gd name="connsiteY146" fmla="*/ 1639 h 544259"/>
                <a:gd name="connsiteX147" fmla="*/ 254097 w 377047"/>
                <a:gd name="connsiteY147" fmla="*/ 0 h 544259"/>
                <a:gd name="connsiteX148" fmla="*/ 259015 w 377047"/>
                <a:gd name="connsiteY148" fmla="*/ 0 h 544259"/>
                <a:gd name="connsiteX149" fmla="*/ 262294 w 377047"/>
                <a:gd name="connsiteY149" fmla="*/ 0 h 544259"/>
                <a:gd name="connsiteX150" fmla="*/ 267212 w 377047"/>
                <a:gd name="connsiteY150" fmla="*/ 1639 h 544259"/>
                <a:gd name="connsiteX151" fmla="*/ 268851 w 377047"/>
                <a:gd name="connsiteY151" fmla="*/ 1639 h 544259"/>
                <a:gd name="connsiteX152" fmla="*/ 270491 w 377047"/>
                <a:gd name="connsiteY152" fmla="*/ 1639 h 544259"/>
                <a:gd name="connsiteX153" fmla="*/ 270491 w 377047"/>
                <a:gd name="connsiteY153" fmla="*/ 4918 h 544259"/>
                <a:gd name="connsiteX154" fmla="*/ 275408 w 377047"/>
                <a:gd name="connsiteY154" fmla="*/ 6557 h 544259"/>
                <a:gd name="connsiteX155" fmla="*/ 278687 w 377047"/>
                <a:gd name="connsiteY155" fmla="*/ 8197 h 544259"/>
                <a:gd name="connsiteX156" fmla="*/ 283605 w 377047"/>
                <a:gd name="connsiteY156" fmla="*/ 9836 h 544259"/>
                <a:gd name="connsiteX157" fmla="*/ 286884 w 377047"/>
                <a:gd name="connsiteY157" fmla="*/ 11475 h 544259"/>
                <a:gd name="connsiteX158" fmla="*/ 291802 w 377047"/>
                <a:gd name="connsiteY158" fmla="*/ 14754 h 544259"/>
                <a:gd name="connsiteX159" fmla="*/ 295081 w 377047"/>
                <a:gd name="connsiteY159" fmla="*/ 14754 h 544259"/>
                <a:gd name="connsiteX160" fmla="*/ 299998 w 377047"/>
                <a:gd name="connsiteY160" fmla="*/ 16393 h 544259"/>
                <a:gd name="connsiteX161" fmla="*/ 303277 w 377047"/>
                <a:gd name="connsiteY161" fmla="*/ 19672 h 544259"/>
                <a:gd name="connsiteX162" fmla="*/ 306556 w 377047"/>
                <a:gd name="connsiteY162" fmla="*/ 21311 h 544259"/>
                <a:gd name="connsiteX163" fmla="*/ 311474 w 377047"/>
                <a:gd name="connsiteY163" fmla="*/ 21311 h 544259"/>
                <a:gd name="connsiteX164" fmla="*/ 311474 w 377047"/>
                <a:gd name="connsiteY164" fmla="*/ 21311 h 544259"/>
                <a:gd name="connsiteX165" fmla="*/ 313113 w 377047"/>
                <a:gd name="connsiteY165" fmla="*/ 22951 h 544259"/>
                <a:gd name="connsiteX166" fmla="*/ 316392 w 377047"/>
                <a:gd name="connsiteY166" fmla="*/ 22951 h 544259"/>
                <a:gd name="connsiteX167" fmla="*/ 321310 w 377047"/>
                <a:gd name="connsiteY167" fmla="*/ 22951 h 544259"/>
                <a:gd name="connsiteX168" fmla="*/ 324588 w 377047"/>
                <a:gd name="connsiteY168" fmla="*/ 24590 h 544259"/>
                <a:gd name="connsiteX169" fmla="*/ 327867 w 377047"/>
                <a:gd name="connsiteY169" fmla="*/ 26229 h 544259"/>
                <a:gd name="connsiteX170" fmla="*/ 332785 w 377047"/>
                <a:gd name="connsiteY170" fmla="*/ 26229 h 544259"/>
                <a:gd name="connsiteX171" fmla="*/ 336064 w 377047"/>
                <a:gd name="connsiteY171" fmla="*/ 29508 h 544259"/>
                <a:gd name="connsiteX172" fmla="*/ 337703 w 377047"/>
                <a:gd name="connsiteY172" fmla="*/ 32787 h 544259"/>
                <a:gd name="connsiteX173" fmla="*/ 342621 w 377047"/>
                <a:gd name="connsiteY173" fmla="*/ 32787 h 544259"/>
                <a:gd name="connsiteX174" fmla="*/ 344261 w 377047"/>
                <a:gd name="connsiteY174" fmla="*/ 37705 h 544259"/>
                <a:gd name="connsiteX175" fmla="*/ 349179 w 377047"/>
                <a:gd name="connsiteY175" fmla="*/ 39344 h 544259"/>
                <a:gd name="connsiteX176" fmla="*/ 352457 w 377047"/>
                <a:gd name="connsiteY176" fmla="*/ 40983 h 544259"/>
                <a:gd name="connsiteX177" fmla="*/ 352457 w 377047"/>
                <a:gd name="connsiteY177" fmla="*/ 42623 h 544259"/>
                <a:gd name="connsiteX178" fmla="*/ 347539 w 377047"/>
                <a:gd name="connsiteY178" fmla="*/ 44262 h 544259"/>
                <a:gd name="connsiteX179" fmla="*/ 349179 w 377047"/>
                <a:gd name="connsiteY179" fmla="*/ 49180 h 544259"/>
                <a:gd name="connsiteX180" fmla="*/ 349179 w 377047"/>
                <a:gd name="connsiteY180" fmla="*/ 52459 h 544259"/>
                <a:gd name="connsiteX181" fmla="*/ 349179 w 377047"/>
                <a:gd name="connsiteY181" fmla="*/ 55737 h 544259"/>
                <a:gd name="connsiteX182" fmla="*/ 350818 w 377047"/>
                <a:gd name="connsiteY182" fmla="*/ 60655 h 544259"/>
                <a:gd name="connsiteX183" fmla="*/ 354096 w 377047"/>
                <a:gd name="connsiteY183" fmla="*/ 60655 h 544259"/>
                <a:gd name="connsiteX184" fmla="*/ 357375 w 377047"/>
                <a:gd name="connsiteY184" fmla="*/ 60655 h 544259"/>
                <a:gd name="connsiteX185" fmla="*/ 359015 w 377047"/>
                <a:gd name="connsiteY185" fmla="*/ 65573 h 544259"/>
                <a:gd name="connsiteX186" fmla="*/ 354096 w 377047"/>
                <a:gd name="connsiteY186" fmla="*/ 67213 h 544259"/>
                <a:gd name="connsiteX187" fmla="*/ 352457 w 377047"/>
                <a:gd name="connsiteY187" fmla="*/ 70492 h 544259"/>
                <a:gd name="connsiteX188" fmla="*/ 357375 w 377047"/>
                <a:gd name="connsiteY188" fmla="*/ 73770 h 544259"/>
                <a:gd name="connsiteX189" fmla="*/ 360654 w 377047"/>
                <a:gd name="connsiteY189" fmla="*/ 77049 h 544259"/>
                <a:gd name="connsiteX190" fmla="*/ 365572 w 377047"/>
                <a:gd name="connsiteY190" fmla="*/ 81967 h 544259"/>
                <a:gd name="connsiteX191" fmla="*/ 367211 w 377047"/>
                <a:gd name="connsiteY191" fmla="*/ 83606 h 544259"/>
                <a:gd name="connsiteX192" fmla="*/ 363932 w 377047"/>
                <a:gd name="connsiteY192" fmla="*/ 88524 h 544259"/>
                <a:gd name="connsiteX193" fmla="*/ 363932 w 377047"/>
                <a:gd name="connsiteY193" fmla="*/ 91803 h 544259"/>
                <a:gd name="connsiteX194" fmla="*/ 360654 w 377047"/>
                <a:gd name="connsiteY194" fmla="*/ 96721 h 544259"/>
                <a:gd name="connsiteX195" fmla="*/ 360654 w 377047"/>
                <a:gd name="connsiteY195" fmla="*/ 100000 h 544259"/>
                <a:gd name="connsiteX196" fmla="*/ 360654 w 377047"/>
                <a:gd name="connsiteY196" fmla="*/ 103278 h 544259"/>
                <a:gd name="connsiteX197" fmla="*/ 363932 w 377047"/>
                <a:gd name="connsiteY197" fmla="*/ 108196 h 544259"/>
                <a:gd name="connsiteX198" fmla="*/ 368851 w 377047"/>
                <a:gd name="connsiteY198" fmla="*/ 109836 h 544259"/>
                <a:gd name="connsiteX199" fmla="*/ 370490 w 377047"/>
                <a:gd name="connsiteY199" fmla="*/ 114754 h 544259"/>
                <a:gd name="connsiteX200" fmla="*/ 373769 w 377047"/>
                <a:gd name="connsiteY200" fmla="*/ 118032 h 544259"/>
                <a:gd name="connsiteX201" fmla="*/ 375408 w 377047"/>
                <a:gd name="connsiteY201" fmla="*/ 121311 h 544259"/>
                <a:gd name="connsiteX202" fmla="*/ 375408 w 377047"/>
                <a:gd name="connsiteY202" fmla="*/ 121311 h 544259"/>
                <a:gd name="connsiteX203" fmla="*/ 377047 w 377047"/>
                <a:gd name="connsiteY203" fmla="*/ 122950 h 544259"/>
                <a:gd name="connsiteX204" fmla="*/ 372129 w 377047"/>
                <a:gd name="connsiteY204" fmla="*/ 122950 h 544259"/>
                <a:gd name="connsiteX205" fmla="*/ 368851 w 377047"/>
                <a:gd name="connsiteY205" fmla="*/ 124590 h 544259"/>
                <a:gd name="connsiteX206" fmla="*/ 363932 w 377047"/>
                <a:gd name="connsiteY206" fmla="*/ 122950 h 544259"/>
                <a:gd name="connsiteX207" fmla="*/ 360654 w 377047"/>
                <a:gd name="connsiteY207" fmla="*/ 122950 h 544259"/>
                <a:gd name="connsiteX208" fmla="*/ 357375 w 377047"/>
                <a:gd name="connsiteY208" fmla="*/ 122950 h 544259"/>
                <a:gd name="connsiteX209" fmla="*/ 354096 w 377047"/>
                <a:gd name="connsiteY209" fmla="*/ 124590 h 544259"/>
                <a:gd name="connsiteX210" fmla="*/ 349179 w 377047"/>
                <a:gd name="connsiteY210" fmla="*/ 122950 h 544259"/>
                <a:gd name="connsiteX211" fmla="*/ 347539 w 377047"/>
                <a:gd name="connsiteY211" fmla="*/ 121311 h 544259"/>
                <a:gd name="connsiteX212" fmla="*/ 350818 w 377047"/>
                <a:gd name="connsiteY212" fmla="*/ 124590 h 544259"/>
                <a:gd name="connsiteX213" fmla="*/ 347539 w 377047"/>
                <a:gd name="connsiteY213" fmla="*/ 124590 h 544259"/>
                <a:gd name="connsiteX214" fmla="*/ 342621 w 377047"/>
                <a:gd name="connsiteY214" fmla="*/ 124590 h 544259"/>
                <a:gd name="connsiteX215" fmla="*/ 339342 w 377047"/>
                <a:gd name="connsiteY215" fmla="*/ 122950 h 544259"/>
                <a:gd name="connsiteX216" fmla="*/ 334425 w 377047"/>
                <a:gd name="connsiteY216" fmla="*/ 121311 h 544259"/>
                <a:gd name="connsiteX217" fmla="*/ 334425 w 377047"/>
                <a:gd name="connsiteY217" fmla="*/ 124590 h 544259"/>
                <a:gd name="connsiteX218" fmla="*/ 331146 w 377047"/>
                <a:gd name="connsiteY218" fmla="*/ 122950 h 544259"/>
                <a:gd name="connsiteX219" fmla="*/ 327867 w 377047"/>
                <a:gd name="connsiteY219" fmla="*/ 121311 h 544259"/>
                <a:gd name="connsiteX220" fmla="*/ 322949 w 377047"/>
                <a:gd name="connsiteY220" fmla="*/ 122950 h 544259"/>
                <a:gd name="connsiteX221" fmla="*/ 322949 w 377047"/>
                <a:gd name="connsiteY221" fmla="*/ 126229 h 544259"/>
                <a:gd name="connsiteX222" fmla="*/ 326228 w 377047"/>
                <a:gd name="connsiteY222" fmla="*/ 129508 h 544259"/>
                <a:gd name="connsiteX223" fmla="*/ 326228 w 377047"/>
                <a:gd name="connsiteY223" fmla="*/ 132786 h 544259"/>
                <a:gd name="connsiteX224" fmla="*/ 322949 w 377047"/>
                <a:gd name="connsiteY224" fmla="*/ 132786 h 544259"/>
                <a:gd name="connsiteX225" fmla="*/ 318031 w 377047"/>
                <a:gd name="connsiteY225" fmla="*/ 131147 h 544259"/>
                <a:gd name="connsiteX226" fmla="*/ 316392 w 377047"/>
                <a:gd name="connsiteY226" fmla="*/ 129508 h 544259"/>
                <a:gd name="connsiteX227" fmla="*/ 316392 w 377047"/>
                <a:gd name="connsiteY227" fmla="*/ 131147 h 544259"/>
                <a:gd name="connsiteX228" fmla="*/ 319671 w 377047"/>
                <a:gd name="connsiteY228" fmla="*/ 132786 h 544259"/>
                <a:gd name="connsiteX229" fmla="*/ 316392 w 377047"/>
                <a:gd name="connsiteY229" fmla="*/ 134426 h 544259"/>
                <a:gd name="connsiteX230" fmla="*/ 311474 w 377047"/>
                <a:gd name="connsiteY230" fmla="*/ 132786 h 544259"/>
                <a:gd name="connsiteX231" fmla="*/ 316392 w 377047"/>
                <a:gd name="connsiteY231" fmla="*/ 136065 h 544259"/>
                <a:gd name="connsiteX232" fmla="*/ 311474 w 377047"/>
                <a:gd name="connsiteY232" fmla="*/ 137704 h 544259"/>
                <a:gd name="connsiteX233" fmla="*/ 308195 w 377047"/>
                <a:gd name="connsiteY233" fmla="*/ 139344 h 544259"/>
                <a:gd name="connsiteX234" fmla="*/ 304916 w 377047"/>
                <a:gd name="connsiteY234" fmla="*/ 139344 h 544259"/>
                <a:gd name="connsiteX235" fmla="*/ 299998 w 377047"/>
                <a:gd name="connsiteY235" fmla="*/ 139344 h 544259"/>
                <a:gd name="connsiteX236" fmla="*/ 301638 w 377047"/>
                <a:gd name="connsiteY236" fmla="*/ 140983 h 544259"/>
                <a:gd name="connsiteX237" fmla="*/ 304916 w 377047"/>
                <a:gd name="connsiteY237" fmla="*/ 140983 h 544259"/>
                <a:gd name="connsiteX238" fmla="*/ 306556 w 377047"/>
                <a:gd name="connsiteY238" fmla="*/ 144262 h 544259"/>
                <a:gd name="connsiteX239" fmla="*/ 304916 w 377047"/>
                <a:gd name="connsiteY239" fmla="*/ 149180 h 544259"/>
                <a:gd name="connsiteX240" fmla="*/ 303277 w 377047"/>
                <a:gd name="connsiteY240" fmla="*/ 150819 h 544259"/>
                <a:gd name="connsiteX241" fmla="*/ 299998 w 377047"/>
                <a:gd name="connsiteY241" fmla="*/ 154098 h 544259"/>
                <a:gd name="connsiteX242" fmla="*/ 299998 w 377047"/>
                <a:gd name="connsiteY242" fmla="*/ 154098 h 544259"/>
                <a:gd name="connsiteX243" fmla="*/ 295081 w 377047"/>
                <a:gd name="connsiteY243" fmla="*/ 155737 h 544259"/>
                <a:gd name="connsiteX244" fmla="*/ 293441 w 377047"/>
                <a:gd name="connsiteY244" fmla="*/ 160655 h 544259"/>
                <a:gd name="connsiteX245" fmla="*/ 290162 w 377047"/>
                <a:gd name="connsiteY245" fmla="*/ 159016 h 544259"/>
                <a:gd name="connsiteX246" fmla="*/ 293441 w 377047"/>
                <a:gd name="connsiteY246" fmla="*/ 162294 h 544259"/>
                <a:gd name="connsiteX247" fmla="*/ 296720 w 377047"/>
                <a:gd name="connsiteY247" fmla="*/ 163934 h 544259"/>
                <a:gd name="connsiteX248" fmla="*/ 293441 w 377047"/>
                <a:gd name="connsiteY248" fmla="*/ 165573 h 544259"/>
                <a:gd name="connsiteX249" fmla="*/ 293441 w 377047"/>
                <a:gd name="connsiteY249" fmla="*/ 165573 h 544259"/>
                <a:gd name="connsiteX250" fmla="*/ 296720 w 377047"/>
                <a:gd name="connsiteY250" fmla="*/ 168852 h 544259"/>
                <a:gd name="connsiteX251" fmla="*/ 299998 w 377047"/>
                <a:gd name="connsiteY251" fmla="*/ 168852 h 544259"/>
                <a:gd name="connsiteX252" fmla="*/ 304916 w 377047"/>
                <a:gd name="connsiteY252" fmla="*/ 172130 h 544259"/>
                <a:gd name="connsiteX253" fmla="*/ 308195 w 377047"/>
                <a:gd name="connsiteY253" fmla="*/ 175409 h 544259"/>
                <a:gd name="connsiteX254" fmla="*/ 303277 w 377047"/>
                <a:gd name="connsiteY254" fmla="*/ 178688 h 544259"/>
                <a:gd name="connsiteX255" fmla="*/ 299998 w 377047"/>
                <a:gd name="connsiteY255" fmla="*/ 180327 h 544259"/>
                <a:gd name="connsiteX256" fmla="*/ 296720 w 377047"/>
                <a:gd name="connsiteY256" fmla="*/ 181966 h 544259"/>
                <a:gd name="connsiteX257" fmla="*/ 291802 w 377047"/>
                <a:gd name="connsiteY257" fmla="*/ 183606 h 544259"/>
                <a:gd name="connsiteX258" fmla="*/ 288523 w 377047"/>
                <a:gd name="connsiteY258" fmla="*/ 188524 h 544259"/>
                <a:gd name="connsiteX259" fmla="*/ 288523 w 377047"/>
                <a:gd name="connsiteY259" fmla="*/ 191802 h 544259"/>
                <a:gd name="connsiteX260" fmla="*/ 285245 w 377047"/>
                <a:gd name="connsiteY260" fmla="*/ 196720 h 544259"/>
                <a:gd name="connsiteX261" fmla="*/ 281966 w 377047"/>
                <a:gd name="connsiteY261" fmla="*/ 198360 h 544259"/>
                <a:gd name="connsiteX262" fmla="*/ 277048 w 377047"/>
                <a:gd name="connsiteY262" fmla="*/ 201638 h 544259"/>
                <a:gd name="connsiteX263" fmla="*/ 273769 w 377047"/>
                <a:gd name="connsiteY263" fmla="*/ 201638 h 544259"/>
                <a:gd name="connsiteX264" fmla="*/ 273769 w 377047"/>
                <a:gd name="connsiteY264" fmla="*/ 206556 h 544259"/>
                <a:gd name="connsiteX265" fmla="*/ 272130 w 377047"/>
                <a:gd name="connsiteY265" fmla="*/ 201638 h 544259"/>
                <a:gd name="connsiteX266" fmla="*/ 268851 w 377047"/>
                <a:gd name="connsiteY266" fmla="*/ 206556 h 544259"/>
                <a:gd name="connsiteX267" fmla="*/ 263933 w 377047"/>
                <a:gd name="connsiteY267" fmla="*/ 206556 h 544259"/>
                <a:gd name="connsiteX268" fmla="*/ 262294 w 377047"/>
                <a:gd name="connsiteY268" fmla="*/ 208196 h 544259"/>
                <a:gd name="connsiteX269" fmla="*/ 257376 w 377047"/>
                <a:gd name="connsiteY269" fmla="*/ 209835 h 544259"/>
                <a:gd name="connsiteX270" fmla="*/ 255736 w 377047"/>
                <a:gd name="connsiteY270" fmla="*/ 213114 h 544259"/>
                <a:gd name="connsiteX271" fmla="*/ 252458 w 377047"/>
                <a:gd name="connsiteY271" fmla="*/ 214753 h 544259"/>
                <a:gd name="connsiteX272" fmla="*/ 247539 w 377047"/>
                <a:gd name="connsiteY272" fmla="*/ 211474 h 544259"/>
                <a:gd name="connsiteX273" fmla="*/ 249179 w 377047"/>
                <a:gd name="connsiteY273" fmla="*/ 214753 h 544259"/>
                <a:gd name="connsiteX274" fmla="*/ 244261 w 377047"/>
                <a:gd name="connsiteY274" fmla="*/ 214753 h 544259"/>
                <a:gd name="connsiteX275" fmla="*/ 240982 w 377047"/>
                <a:gd name="connsiteY275" fmla="*/ 213114 h 544259"/>
                <a:gd name="connsiteX276" fmla="*/ 240982 w 377047"/>
                <a:gd name="connsiteY276" fmla="*/ 218032 h 544259"/>
                <a:gd name="connsiteX277" fmla="*/ 237704 w 377047"/>
                <a:gd name="connsiteY277" fmla="*/ 219671 h 544259"/>
                <a:gd name="connsiteX278" fmla="*/ 236064 w 377047"/>
                <a:gd name="connsiteY278" fmla="*/ 222950 h 544259"/>
                <a:gd name="connsiteX279" fmla="*/ 232786 w 377047"/>
                <a:gd name="connsiteY279" fmla="*/ 224589 h 544259"/>
                <a:gd name="connsiteX280" fmla="*/ 231146 w 377047"/>
                <a:gd name="connsiteY280" fmla="*/ 222950 h 544259"/>
                <a:gd name="connsiteX281" fmla="*/ 227868 w 377047"/>
                <a:gd name="connsiteY281" fmla="*/ 224589 h 544259"/>
                <a:gd name="connsiteX282" fmla="*/ 222949 w 377047"/>
                <a:gd name="connsiteY282" fmla="*/ 224589 h 544259"/>
                <a:gd name="connsiteX283" fmla="*/ 219671 w 377047"/>
                <a:gd name="connsiteY283" fmla="*/ 227868 h 544259"/>
                <a:gd name="connsiteX284" fmla="*/ 216392 w 377047"/>
                <a:gd name="connsiteY284" fmla="*/ 229507 h 544259"/>
                <a:gd name="connsiteX285" fmla="*/ 211474 w 377047"/>
                <a:gd name="connsiteY285" fmla="*/ 231146 h 544259"/>
                <a:gd name="connsiteX286" fmla="*/ 216392 w 377047"/>
                <a:gd name="connsiteY286" fmla="*/ 232786 h 544259"/>
                <a:gd name="connsiteX287" fmla="*/ 219671 w 377047"/>
                <a:gd name="connsiteY287" fmla="*/ 232786 h 544259"/>
                <a:gd name="connsiteX288" fmla="*/ 219671 w 377047"/>
                <a:gd name="connsiteY288" fmla="*/ 236065 h 544259"/>
                <a:gd name="connsiteX289" fmla="*/ 214753 w 377047"/>
                <a:gd name="connsiteY289" fmla="*/ 237704 h 544259"/>
                <a:gd name="connsiteX290" fmla="*/ 211474 w 377047"/>
                <a:gd name="connsiteY290" fmla="*/ 236065 h 544259"/>
                <a:gd name="connsiteX291" fmla="*/ 209835 w 377047"/>
                <a:gd name="connsiteY291" fmla="*/ 240982 h 544259"/>
                <a:gd name="connsiteX292" fmla="*/ 204917 w 377047"/>
                <a:gd name="connsiteY292" fmla="*/ 239343 h 544259"/>
                <a:gd name="connsiteX293" fmla="*/ 209835 w 377047"/>
                <a:gd name="connsiteY293" fmla="*/ 239343 h 544259"/>
                <a:gd name="connsiteX294" fmla="*/ 204917 w 377047"/>
                <a:gd name="connsiteY294" fmla="*/ 237704 h 544259"/>
                <a:gd name="connsiteX295" fmla="*/ 201638 w 377047"/>
                <a:gd name="connsiteY295" fmla="*/ 237704 h 544259"/>
                <a:gd name="connsiteX296" fmla="*/ 201638 w 377047"/>
                <a:gd name="connsiteY296" fmla="*/ 236065 h 544259"/>
                <a:gd name="connsiteX297" fmla="*/ 198359 w 377047"/>
                <a:gd name="connsiteY297" fmla="*/ 232786 h 544259"/>
                <a:gd name="connsiteX298" fmla="*/ 196720 w 377047"/>
                <a:gd name="connsiteY298" fmla="*/ 229507 h 544259"/>
                <a:gd name="connsiteX299" fmla="*/ 196720 w 377047"/>
                <a:gd name="connsiteY299" fmla="*/ 227868 h 544259"/>
                <a:gd name="connsiteX300" fmla="*/ 196720 w 377047"/>
                <a:gd name="connsiteY300" fmla="*/ 232786 h 544259"/>
                <a:gd name="connsiteX301" fmla="*/ 199999 w 377047"/>
                <a:gd name="connsiteY301" fmla="*/ 236065 h 544259"/>
                <a:gd name="connsiteX302" fmla="*/ 199999 w 377047"/>
                <a:gd name="connsiteY302" fmla="*/ 236065 h 544259"/>
                <a:gd name="connsiteX303" fmla="*/ 201638 w 377047"/>
                <a:gd name="connsiteY303" fmla="*/ 237704 h 544259"/>
                <a:gd name="connsiteX304" fmla="*/ 203278 w 377047"/>
                <a:gd name="connsiteY304" fmla="*/ 242622 h 544259"/>
                <a:gd name="connsiteX305" fmla="*/ 203278 w 377047"/>
                <a:gd name="connsiteY305" fmla="*/ 245901 h 544259"/>
                <a:gd name="connsiteX306" fmla="*/ 201638 w 377047"/>
                <a:gd name="connsiteY306" fmla="*/ 250819 h 544259"/>
                <a:gd name="connsiteX307" fmla="*/ 198359 w 377047"/>
                <a:gd name="connsiteY307" fmla="*/ 252458 h 544259"/>
                <a:gd name="connsiteX308" fmla="*/ 195081 w 377047"/>
                <a:gd name="connsiteY308" fmla="*/ 254097 h 544259"/>
                <a:gd name="connsiteX309" fmla="*/ 190163 w 377047"/>
                <a:gd name="connsiteY309" fmla="*/ 252458 h 544259"/>
                <a:gd name="connsiteX310" fmla="*/ 188524 w 377047"/>
                <a:gd name="connsiteY310" fmla="*/ 250819 h 544259"/>
                <a:gd name="connsiteX311" fmla="*/ 186884 w 377047"/>
                <a:gd name="connsiteY311" fmla="*/ 252458 h 544259"/>
                <a:gd name="connsiteX312" fmla="*/ 186884 w 377047"/>
                <a:gd name="connsiteY312" fmla="*/ 254097 h 544259"/>
                <a:gd name="connsiteX313" fmla="*/ 186884 w 377047"/>
                <a:gd name="connsiteY313" fmla="*/ 257376 h 544259"/>
                <a:gd name="connsiteX314" fmla="*/ 186884 w 377047"/>
                <a:gd name="connsiteY314" fmla="*/ 259015 h 544259"/>
                <a:gd name="connsiteX315" fmla="*/ 191802 w 377047"/>
                <a:gd name="connsiteY315" fmla="*/ 262294 h 544259"/>
                <a:gd name="connsiteX316" fmla="*/ 195081 w 377047"/>
                <a:gd name="connsiteY316" fmla="*/ 262294 h 544259"/>
                <a:gd name="connsiteX317" fmla="*/ 191802 w 377047"/>
                <a:gd name="connsiteY317" fmla="*/ 263933 h 544259"/>
                <a:gd name="connsiteX318" fmla="*/ 191802 w 377047"/>
                <a:gd name="connsiteY318" fmla="*/ 265573 h 544259"/>
                <a:gd name="connsiteX319" fmla="*/ 190163 w 377047"/>
                <a:gd name="connsiteY319" fmla="*/ 270491 h 544259"/>
                <a:gd name="connsiteX320" fmla="*/ 188524 w 377047"/>
                <a:gd name="connsiteY320" fmla="*/ 273769 h 544259"/>
                <a:gd name="connsiteX321" fmla="*/ 186884 w 377047"/>
                <a:gd name="connsiteY321" fmla="*/ 277048 h 544259"/>
                <a:gd name="connsiteX322" fmla="*/ 188524 w 377047"/>
                <a:gd name="connsiteY322" fmla="*/ 281966 h 544259"/>
                <a:gd name="connsiteX323" fmla="*/ 191802 w 377047"/>
                <a:gd name="connsiteY323" fmla="*/ 283605 h 544259"/>
                <a:gd name="connsiteX324" fmla="*/ 191802 w 377047"/>
                <a:gd name="connsiteY324" fmla="*/ 286884 h 544259"/>
                <a:gd name="connsiteX325" fmla="*/ 188524 w 377047"/>
                <a:gd name="connsiteY325" fmla="*/ 283605 h 544259"/>
                <a:gd name="connsiteX326" fmla="*/ 185245 w 377047"/>
                <a:gd name="connsiteY326" fmla="*/ 281966 h 544259"/>
                <a:gd name="connsiteX327" fmla="*/ 180327 w 377047"/>
                <a:gd name="connsiteY327" fmla="*/ 283605 h 544259"/>
                <a:gd name="connsiteX328" fmla="*/ 185245 w 377047"/>
                <a:gd name="connsiteY328" fmla="*/ 285245 h 544259"/>
                <a:gd name="connsiteX329" fmla="*/ 180327 w 377047"/>
                <a:gd name="connsiteY329" fmla="*/ 286884 h 544259"/>
                <a:gd name="connsiteX330" fmla="*/ 185245 w 377047"/>
                <a:gd name="connsiteY330" fmla="*/ 286884 h 544259"/>
                <a:gd name="connsiteX331" fmla="*/ 180327 w 377047"/>
                <a:gd name="connsiteY331" fmla="*/ 286884 h 544259"/>
                <a:gd name="connsiteX332" fmla="*/ 183605 w 377047"/>
                <a:gd name="connsiteY332" fmla="*/ 290163 h 544259"/>
                <a:gd name="connsiteX333" fmla="*/ 180327 w 377047"/>
                <a:gd name="connsiteY333" fmla="*/ 290163 h 544259"/>
                <a:gd name="connsiteX334" fmla="*/ 181966 w 377047"/>
                <a:gd name="connsiteY334" fmla="*/ 291802 h 544259"/>
                <a:gd name="connsiteX335" fmla="*/ 183605 w 377047"/>
                <a:gd name="connsiteY335" fmla="*/ 295081 h 544259"/>
                <a:gd name="connsiteX336" fmla="*/ 180327 w 377047"/>
                <a:gd name="connsiteY336" fmla="*/ 295081 h 544259"/>
                <a:gd name="connsiteX337" fmla="*/ 183605 w 377047"/>
                <a:gd name="connsiteY337" fmla="*/ 298359 h 544259"/>
                <a:gd name="connsiteX338" fmla="*/ 183605 w 377047"/>
                <a:gd name="connsiteY338" fmla="*/ 301638 h 544259"/>
                <a:gd name="connsiteX339" fmla="*/ 181966 w 377047"/>
                <a:gd name="connsiteY339" fmla="*/ 303277 h 544259"/>
                <a:gd name="connsiteX340" fmla="*/ 183605 w 377047"/>
                <a:gd name="connsiteY340" fmla="*/ 306556 h 544259"/>
                <a:gd name="connsiteX341" fmla="*/ 183605 w 377047"/>
                <a:gd name="connsiteY341" fmla="*/ 311474 h 544259"/>
                <a:gd name="connsiteX342" fmla="*/ 183605 w 377047"/>
                <a:gd name="connsiteY342" fmla="*/ 314753 h 544259"/>
                <a:gd name="connsiteX343" fmla="*/ 186884 w 377047"/>
                <a:gd name="connsiteY343" fmla="*/ 318031 h 544259"/>
                <a:gd name="connsiteX344" fmla="*/ 190163 w 377047"/>
                <a:gd name="connsiteY344" fmla="*/ 321310 h 544259"/>
                <a:gd name="connsiteX345" fmla="*/ 185245 w 377047"/>
                <a:gd name="connsiteY345" fmla="*/ 322949 h 544259"/>
                <a:gd name="connsiteX346" fmla="*/ 190163 w 377047"/>
                <a:gd name="connsiteY346" fmla="*/ 324589 h 544259"/>
                <a:gd name="connsiteX347" fmla="*/ 190163 w 377047"/>
                <a:gd name="connsiteY347" fmla="*/ 326228 h 544259"/>
                <a:gd name="connsiteX348" fmla="*/ 193442 w 377047"/>
                <a:gd name="connsiteY348" fmla="*/ 326228 h 544259"/>
                <a:gd name="connsiteX349" fmla="*/ 196720 w 377047"/>
                <a:gd name="connsiteY349" fmla="*/ 326228 h 544259"/>
                <a:gd name="connsiteX350" fmla="*/ 198359 w 377047"/>
                <a:gd name="connsiteY350" fmla="*/ 329507 h 544259"/>
                <a:gd name="connsiteX351" fmla="*/ 201638 w 377047"/>
                <a:gd name="connsiteY351" fmla="*/ 331146 h 544259"/>
                <a:gd name="connsiteX352" fmla="*/ 206556 w 377047"/>
                <a:gd name="connsiteY352" fmla="*/ 327867 h 544259"/>
                <a:gd name="connsiteX353" fmla="*/ 209835 w 377047"/>
                <a:gd name="connsiteY353" fmla="*/ 327867 h 544259"/>
                <a:gd name="connsiteX354" fmla="*/ 209835 w 377047"/>
                <a:gd name="connsiteY354" fmla="*/ 331146 h 544259"/>
                <a:gd name="connsiteX355" fmla="*/ 213114 w 377047"/>
                <a:gd name="connsiteY355" fmla="*/ 334425 h 544259"/>
                <a:gd name="connsiteX356" fmla="*/ 216392 w 377047"/>
                <a:gd name="connsiteY356" fmla="*/ 336064 h 544259"/>
                <a:gd name="connsiteX357" fmla="*/ 221310 w 377047"/>
                <a:gd name="connsiteY357" fmla="*/ 337703 h 544259"/>
                <a:gd name="connsiteX358" fmla="*/ 224589 w 377047"/>
                <a:gd name="connsiteY358" fmla="*/ 337703 h 544259"/>
                <a:gd name="connsiteX359" fmla="*/ 227868 w 377047"/>
                <a:gd name="connsiteY359" fmla="*/ 340982 h 544259"/>
                <a:gd name="connsiteX360" fmla="*/ 224589 w 377047"/>
                <a:gd name="connsiteY360" fmla="*/ 342621 h 544259"/>
                <a:gd name="connsiteX361" fmla="*/ 227868 w 377047"/>
                <a:gd name="connsiteY361" fmla="*/ 345900 h 544259"/>
                <a:gd name="connsiteX362" fmla="*/ 227868 w 377047"/>
                <a:gd name="connsiteY362" fmla="*/ 345900 h 544259"/>
                <a:gd name="connsiteX363" fmla="*/ 232786 w 377047"/>
                <a:gd name="connsiteY363" fmla="*/ 347539 h 544259"/>
                <a:gd name="connsiteX364" fmla="*/ 236064 w 377047"/>
                <a:gd name="connsiteY364" fmla="*/ 347539 h 544259"/>
                <a:gd name="connsiteX365" fmla="*/ 237704 w 377047"/>
                <a:gd name="connsiteY365" fmla="*/ 352457 h 544259"/>
                <a:gd name="connsiteX366" fmla="*/ 239343 w 377047"/>
                <a:gd name="connsiteY366" fmla="*/ 354097 h 544259"/>
                <a:gd name="connsiteX367" fmla="*/ 242622 w 377047"/>
                <a:gd name="connsiteY367" fmla="*/ 357375 h 544259"/>
                <a:gd name="connsiteX368" fmla="*/ 239343 w 377047"/>
                <a:gd name="connsiteY368" fmla="*/ 355736 h 544259"/>
                <a:gd name="connsiteX369" fmla="*/ 242622 w 377047"/>
                <a:gd name="connsiteY369" fmla="*/ 359015 h 544259"/>
                <a:gd name="connsiteX370" fmla="*/ 244261 w 377047"/>
                <a:gd name="connsiteY370" fmla="*/ 363933 h 544259"/>
                <a:gd name="connsiteX371" fmla="*/ 240982 w 377047"/>
                <a:gd name="connsiteY371" fmla="*/ 363933 h 544259"/>
                <a:gd name="connsiteX372" fmla="*/ 240982 w 377047"/>
                <a:gd name="connsiteY372" fmla="*/ 363933 h 544259"/>
                <a:gd name="connsiteX373" fmla="*/ 239343 w 377047"/>
                <a:gd name="connsiteY373" fmla="*/ 363933 h 544259"/>
                <a:gd name="connsiteX374" fmla="*/ 236064 w 377047"/>
                <a:gd name="connsiteY374" fmla="*/ 365572 h 544259"/>
                <a:gd name="connsiteX375" fmla="*/ 234425 w 377047"/>
                <a:gd name="connsiteY375" fmla="*/ 365572 h 544259"/>
                <a:gd name="connsiteX376" fmla="*/ 231146 w 377047"/>
                <a:gd name="connsiteY376" fmla="*/ 368851 h 544259"/>
                <a:gd name="connsiteX377" fmla="*/ 227868 w 377047"/>
                <a:gd name="connsiteY377" fmla="*/ 372129 h 544259"/>
                <a:gd name="connsiteX378" fmla="*/ 222949 w 377047"/>
                <a:gd name="connsiteY378" fmla="*/ 373769 h 544259"/>
                <a:gd name="connsiteX379" fmla="*/ 219671 w 377047"/>
                <a:gd name="connsiteY379" fmla="*/ 375408 h 544259"/>
                <a:gd name="connsiteX380" fmla="*/ 222949 w 377047"/>
                <a:gd name="connsiteY380" fmla="*/ 377047 h 544259"/>
                <a:gd name="connsiteX381" fmla="*/ 219671 w 377047"/>
                <a:gd name="connsiteY381" fmla="*/ 377047 h 544259"/>
                <a:gd name="connsiteX382" fmla="*/ 216392 w 377047"/>
                <a:gd name="connsiteY382" fmla="*/ 375408 h 544259"/>
                <a:gd name="connsiteX383" fmla="*/ 216392 w 377047"/>
                <a:gd name="connsiteY383" fmla="*/ 378687 h 544259"/>
                <a:gd name="connsiteX384" fmla="*/ 219671 w 377047"/>
                <a:gd name="connsiteY384" fmla="*/ 378687 h 544259"/>
                <a:gd name="connsiteX385" fmla="*/ 224589 w 377047"/>
                <a:gd name="connsiteY385" fmla="*/ 378687 h 544259"/>
                <a:gd name="connsiteX386" fmla="*/ 227868 w 377047"/>
                <a:gd name="connsiteY386" fmla="*/ 378687 h 544259"/>
                <a:gd name="connsiteX387" fmla="*/ 227868 w 377047"/>
                <a:gd name="connsiteY387" fmla="*/ 375408 h 544259"/>
                <a:gd name="connsiteX388" fmla="*/ 231146 w 377047"/>
                <a:gd name="connsiteY388" fmla="*/ 378687 h 544259"/>
                <a:gd name="connsiteX389" fmla="*/ 231146 w 377047"/>
                <a:gd name="connsiteY389" fmla="*/ 381966 h 544259"/>
                <a:gd name="connsiteX390" fmla="*/ 227868 w 377047"/>
                <a:gd name="connsiteY390" fmla="*/ 381966 h 544259"/>
                <a:gd name="connsiteX391" fmla="*/ 231146 w 377047"/>
                <a:gd name="connsiteY391" fmla="*/ 383605 h 544259"/>
                <a:gd name="connsiteX392" fmla="*/ 229507 w 377047"/>
                <a:gd name="connsiteY392" fmla="*/ 383605 h 544259"/>
                <a:gd name="connsiteX393" fmla="*/ 226228 w 377047"/>
                <a:gd name="connsiteY393" fmla="*/ 381966 h 544259"/>
                <a:gd name="connsiteX394" fmla="*/ 222949 w 377047"/>
                <a:gd name="connsiteY394" fmla="*/ 380326 h 544259"/>
                <a:gd name="connsiteX395" fmla="*/ 224589 w 377047"/>
                <a:gd name="connsiteY395" fmla="*/ 385244 h 544259"/>
                <a:gd name="connsiteX396" fmla="*/ 227868 w 377047"/>
                <a:gd name="connsiteY396" fmla="*/ 386884 h 544259"/>
                <a:gd name="connsiteX397" fmla="*/ 224589 w 377047"/>
                <a:gd name="connsiteY397" fmla="*/ 388523 h 544259"/>
                <a:gd name="connsiteX398" fmla="*/ 219671 w 377047"/>
                <a:gd name="connsiteY398" fmla="*/ 388523 h 544259"/>
                <a:gd name="connsiteX399" fmla="*/ 218032 w 377047"/>
                <a:gd name="connsiteY399" fmla="*/ 390162 h 544259"/>
                <a:gd name="connsiteX400" fmla="*/ 214753 w 377047"/>
                <a:gd name="connsiteY400" fmla="*/ 390162 h 544259"/>
                <a:gd name="connsiteX401" fmla="*/ 213114 w 377047"/>
                <a:gd name="connsiteY401" fmla="*/ 395080 h 544259"/>
                <a:gd name="connsiteX402" fmla="*/ 211474 w 377047"/>
                <a:gd name="connsiteY402" fmla="*/ 398359 h 544259"/>
                <a:gd name="connsiteX403" fmla="*/ 206556 w 377047"/>
                <a:gd name="connsiteY403" fmla="*/ 398359 h 544259"/>
                <a:gd name="connsiteX404" fmla="*/ 206556 w 377047"/>
                <a:gd name="connsiteY404" fmla="*/ 393441 h 544259"/>
                <a:gd name="connsiteX405" fmla="*/ 204917 w 377047"/>
                <a:gd name="connsiteY405" fmla="*/ 390162 h 544259"/>
                <a:gd name="connsiteX406" fmla="*/ 201638 w 377047"/>
                <a:gd name="connsiteY406" fmla="*/ 390162 h 544259"/>
                <a:gd name="connsiteX407" fmla="*/ 204917 w 377047"/>
                <a:gd name="connsiteY407" fmla="*/ 393441 h 544259"/>
                <a:gd name="connsiteX408" fmla="*/ 204917 w 377047"/>
                <a:gd name="connsiteY408" fmla="*/ 396719 h 544259"/>
                <a:gd name="connsiteX409" fmla="*/ 201638 w 377047"/>
                <a:gd name="connsiteY409" fmla="*/ 395080 h 544259"/>
                <a:gd name="connsiteX410" fmla="*/ 201638 w 377047"/>
                <a:gd name="connsiteY410" fmla="*/ 395080 h 544259"/>
                <a:gd name="connsiteX411" fmla="*/ 201638 w 377047"/>
                <a:gd name="connsiteY411" fmla="*/ 398359 h 544259"/>
                <a:gd name="connsiteX412" fmla="*/ 196720 w 377047"/>
                <a:gd name="connsiteY412" fmla="*/ 398359 h 544259"/>
                <a:gd name="connsiteX413" fmla="*/ 199999 w 377047"/>
                <a:gd name="connsiteY413" fmla="*/ 401637 h 544259"/>
                <a:gd name="connsiteX414" fmla="*/ 195081 w 377047"/>
                <a:gd name="connsiteY414" fmla="*/ 403277 h 544259"/>
                <a:gd name="connsiteX415" fmla="*/ 191802 w 377047"/>
                <a:gd name="connsiteY415" fmla="*/ 404916 h 544259"/>
                <a:gd name="connsiteX416" fmla="*/ 188524 w 377047"/>
                <a:gd name="connsiteY416" fmla="*/ 403277 h 544259"/>
                <a:gd name="connsiteX417" fmla="*/ 183605 w 377047"/>
                <a:gd name="connsiteY417" fmla="*/ 403277 h 544259"/>
                <a:gd name="connsiteX418" fmla="*/ 188524 w 377047"/>
                <a:gd name="connsiteY418" fmla="*/ 406556 h 544259"/>
                <a:gd name="connsiteX419" fmla="*/ 183605 w 377047"/>
                <a:gd name="connsiteY419" fmla="*/ 408195 h 544259"/>
                <a:gd name="connsiteX420" fmla="*/ 180327 w 377047"/>
                <a:gd name="connsiteY420" fmla="*/ 408195 h 544259"/>
                <a:gd name="connsiteX421" fmla="*/ 177048 w 377047"/>
                <a:gd name="connsiteY421" fmla="*/ 408195 h 544259"/>
                <a:gd name="connsiteX422" fmla="*/ 173769 w 377047"/>
                <a:gd name="connsiteY422" fmla="*/ 408195 h 544259"/>
                <a:gd name="connsiteX423" fmla="*/ 168851 w 377047"/>
                <a:gd name="connsiteY423" fmla="*/ 408195 h 544259"/>
                <a:gd name="connsiteX424" fmla="*/ 165573 w 377047"/>
                <a:gd name="connsiteY424" fmla="*/ 406556 h 544259"/>
                <a:gd name="connsiteX425" fmla="*/ 162294 w 377047"/>
                <a:gd name="connsiteY425" fmla="*/ 408195 h 544259"/>
                <a:gd name="connsiteX426" fmla="*/ 165573 w 377047"/>
                <a:gd name="connsiteY426" fmla="*/ 408195 h 544259"/>
                <a:gd name="connsiteX427" fmla="*/ 170491 w 377047"/>
                <a:gd name="connsiteY427" fmla="*/ 408195 h 544259"/>
                <a:gd name="connsiteX428" fmla="*/ 173769 w 377047"/>
                <a:gd name="connsiteY428" fmla="*/ 409834 h 544259"/>
                <a:gd name="connsiteX429" fmla="*/ 177048 w 377047"/>
                <a:gd name="connsiteY429" fmla="*/ 411474 h 544259"/>
                <a:gd name="connsiteX430" fmla="*/ 180327 w 377047"/>
                <a:gd name="connsiteY430" fmla="*/ 414752 h 544259"/>
                <a:gd name="connsiteX431" fmla="*/ 177048 w 377047"/>
                <a:gd name="connsiteY431" fmla="*/ 416391 h 544259"/>
                <a:gd name="connsiteX432" fmla="*/ 173769 w 377047"/>
                <a:gd name="connsiteY432" fmla="*/ 416391 h 544259"/>
                <a:gd name="connsiteX433" fmla="*/ 168851 w 377047"/>
                <a:gd name="connsiteY433" fmla="*/ 414752 h 544259"/>
                <a:gd name="connsiteX434" fmla="*/ 165573 w 377047"/>
                <a:gd name="connsiteY434" fmla="*/ 414752 h 544259"/>
                <a:gd name="connsiteX435" fmla="*/ 168851 w 377047"/>
                <a:gd name="connsiteY435" fmla="*/ 414752 h 544259"/>
                <a:gd name="connsiteX436" fmla="*/ 172130 w 377047"/>
                <a:gd name="connsiteY436" fmla="*/ 416391 h 544259"/>
                <a:gd name="connsiteX437" fmla="*/ 175409 w 377047"/>
                <a:gd name="connsiteY437" fmla="*/ 421309 h 544259"/>
                <a:gd name="connsiteX438" fmla="*/ 178688 w 377047"/>
                <a:gd name="connsiteY438" fmla="*/ 424588 h 544259"/>
                <a:gd name="connsiteX439" fmla="*/ 178688 w 377047"/>
                <a:gd name="connsiteY439" fmla="*/ 427867 h 544259"/>
                <a:gd name="connsiteX440" fmla="*/ 177048 w 377047"/>
                <a:gd name="connsiteY440" fmla="*/ 431146 h 544259"/>
                <a:gd name="connsiteX441" fmla="*/ 173769 w 377047"/>
                <a:gd name="connsiteY441" fmla="*/ 434424 h 544259"/>
                <a:gd name="connsiteX442" fmla="*/ 173769 w 377047"/>
                <a:gd name="connsiteY442" fmla="*/ 434424 h 544259"/>
                <a:gd name="connsiteX443" fmla="*/ 177048 w 377047"/>
                <a:gd name="connsiteY443" fmla="*/ 434424 h 544259"/>
                <a:gd name="connsiteX444" fmla="*/ 177048 w 377047"/>
                <a:gd name="connsiteY444" fmla="*/ 439342 h 544259"/>
                <a:gd name="connsiteX445" fmla="*/ 175409 w 377047"/>
                <a:gd name="connsiteY445" fmla="*/ 437703 h 544259"/>
                <a:gd name="connsiteX446" fmla="*/ 172130 w 377047"/>
                <a:gd name="connsiteY446" fmla="*/ 437703 h 544259"/>
                <a:gd name="connsiteX447" fmla="*/ 168851 w 377047"/>
                <a:gd name="connsiteY447" fmla="*/ 437703 h 544259"/>
                <a:gd name="connsiteX448" fmla="*/ 170491 w 377047"/>
                <a:gd name="connsiteY448" fmla="*/ 439342 h 544259"/>
                <a:gd name="connsiteX449" fmla="*/ 173769 w 377047"/>
                <a:gd name="connsiteY449" fmla="*/ 442621 h 544259"/>
                <a:gd name="connsiteX450" fmla="*/ 173769 w 377047"/>
                <a:gd name="connsiteY450" fmla="*/ 442621 h 544259"/>
                <a:gd name="connsiteX451" fmla="*/ 175409 w 377047"/>
                <a:gd name="connsiteY451" fmla="*/ 445900 h 544259"/>
                <a:gd name="connsiteX452" fmla="*/ 172130 w 377047"/>
                <a:gd name="connsiteY452" fmla="*/ 447539 h 544259"/>
                <a:gd name="connsiteX453" fmla="*/ 172130 w 377047"/>
                <a:gd name="connsiteY453" fmla="*/ 450818 h 544259"/>
                <a:gd name="connsiteX454" fmla="*/ 175409 w 377047"/>
                <a:gd name="connsiteY454" fmla="*/ 454096 h 544259"/>
                <a:gd name="connsiteX455" fmla="*/ 175409 w 377047"/>
                <a:gd name="connsiteY455" fmla="*/ 457375 h 544259"/>
                <a:gd name="connsiteX456" fmla="*/ 172130 w 377047"/>
                <a:gd name="connsiteY456" fmla="*/ 460654 h 544259"/>
                <a:gd name="connsiteX457" fmla="*/ 168851 w 377047"/>
                <a:gd name="connsiteY457" fmla="*/ 463932 h 544259"/>
                <a:gd name="connsiteX458" fmla="*/ 170491 w 377047"/>
                <a:gd name="connsiteY458" fmla="*/ 463932 h 544259"/>
                <a:gd name="connsiteX459" fmla="*/ 170491 w 377047"/>
                <a:gd name="connsiteY459" fmla="*/ 468850 h 544259"/>
                <a:gd name="connsiteX460" fmla="*/ 170491 w 377047"/>
                <a:gd name="connsiteY460" fmla="*/ 468850 h 544259"/>
                <a:gd name="connsiteX461" fmla="*/ 172130 w 377047"/>
                <a:gd name="connsiteY461" fmla="*/ 470490 h 544259"/>
                <a:gd name="connsiteX462" fmla="*/ 172130 w 377047"/>
                <a:gd name="connsiteY462" fmla="*/ 473768 h 544259"/>
                <a:gd name="connsiteX463" fmla="*/ 168851 w 377047"/>
                <a:gd name="connsiteY463" fmla="*/ 475408 h 544259"/>
                <a:gd name="connsiteX464" fmla="*/ 168851 w 377047"/>
                <a:gd name="connsiteY464" fmla="*/ 478686 h 544259"/>
                <a:gd name="connsiteX465" fmla="*/ 168851 w 377047"/>
                <a:gd name="connsiteY465" fmla="*/ 481965 h 544259"/>
                <a:gd name="connsiteX466" fmla="*/ 167212 w 377047"/>
                <a:gd name="connsiteY466" fmla="*/ 485244 h 544259"/>
                <a:gd name="connsiteX467" fmla="*/ 163934 w 377047"/>
                <a:gd name="connsiteY467" fmla="*/ 490162 h 544259"/>
                <a:gd name="connsiteX468" fmla="*/ 162294 w 377047"/>
                <a:gd name="connsiteY468" fmla="*/ 493440 h 544259"/>
                <a:gd name="connsiteX469" fmla="*/ 160655 w 377047"/>
                <a:gd name="connsiteY469" fmla="*/ 495080 h 544259"/>
                <a:gd name="connsiteX470" fmla="*/ 159015 w 377047"/>
                <a:gd name="connsiteY470" fmla="*/ 498358 h 544259"/>
                <a:gd name="connsiteX471" fmla="*/ 157376 w 377047"/>
                <a:gd name="connsiteY471" fmla="*/ 501637 h 544259"/>
                <a:gd name="connsiteX472" fmla="*/ 157376 w 377047"/>
                <a:gd name="connsiteY472" fmla="*/ 503276 h 544259"/>
                <a:gd name="connsiteX473" fmla="*/ 157376 w 377047"/>
                <a:gd name="connsiteY473" fmla="*/ 506555 h 544259"/>
                <a:gd name="connsiteX474" fmla="*/ 154098 w 377047"/>
                <a:gd name="connsiteY474" fmla="*/ 509834 h 544259"/>
                <a:gd name="connsiteX475" fmla="*/ 149179 w 377047"/>
                <a:gd name="connsiteY475" fmla="*/ 509834 h 544259"/>
                <a:gd name="connsiteX476" fmla="*/ 145901 w 377047"/>
                <a:gd name="connsiteY476" fmla="*/ 508194 h 544259"/>
                <a:gd name="connsiteX477" fmla="*/ 142622 w 377047"/>
                <a:gd name="connsiteY477" fmla="*/ 508194 h 544259"/>
                <a:gd name="connsiteX478" fmla="*/ 139344 w 377047"/>
                <a:gd name="connsiteY478" fmla="*/ 508194 h 544259"/>
                <a:gd name="connsiteX479" fmla="*/ 134425 w 377047"/>
                <a:gd name="connsiteY479" fmla="*/ 509834 h 544259"/>
                <a:gd name="connsiteX480" fmla="*/ 131147 w 377047"/>
                <a:gd name="connsiteY480" fmla="*/ 509834 h 544259"/>
                <a:gd name="connsiteX481" fmla="*/ 127868 w 377047"/>
                <a:gd name="connsiteY481" fmla="*/ 509834 h 544259"/>
                <a:gd name="connsiteX482" fmla="*/ 122950 w 377047"/>
                <a:gd name="connsiteY482" fmla="*/ 509834 h 544259"/>
                <a:gd name="connsiteX483" fmla="*/ 119671 w 377047"/>
                <a:gd name="connsiteY483" fmla="*/ 509834 h 544259"/>
                <a:gd name="connsiteX484" fmla="*/ 116393 w 377047"/>
                <a:gd name="connsiteY484" fmla="*/ 509834 h 544259"/>
                <a:gd name="connsiteX485" fmla="*/ 114754 w 377047"/>
                <a:gd name="connsiteY485" fmla="*/ 511473 h 544259"/>
                <a:gd name="connsiteX486" fmla="*/ 116393 w 377047"/>
                <a:gd name="connsiteY486" fmla="*/ 514752 h 544259"/>
                <a:gd name="connsiteX487" fmla="*/ 113114 w 377047"/>
                <a:gd name="connsiteY487" fmla="*/ 516391 h 544259"/>
                <a:gd name="connsiteX488" fmla="*/ 109835 w 377047"/>
                <a:gd name="connsiteY488" fmla="*/ 513112 h 544259"/>
                <a:gd name="connsiteX489" fmla="*/ 106557 w 377047"/>
                <a:gd name="connsiteY489" fmla="*/ 516391 h 544259"/>
                <a:gd name="connsiteX490" fmla="*/ 103278 w 377047"/>
                <a:gd name="connsiteY490" fmla="*/ 518031 h 544259"/>
                <a:gd name="connsiteX491" fmla="*/ 99999 w 377047"/>
                <a:gd name="connsiteY491" fmla="*/ 521309 h 544259"/>
                <a:gd name="connsiteX492" fmla="*/ 99999 w 377047"/>
                <a:gd name="connsiteY492" fmla="*/ 524588 h 544259"/>
                <a:gd name="connsiteX493" fmla="*/ 101639 w 377047"/>
                <a:gd name="connsiteY493" fmla="*/ 529506 h 544259"/>
                <a:gd name="connsiteX494" fmla="*/ 103278 w 377047"/>
                <a:gd name="connsiteY494" fmla="*/ 532784 h 544259"/>
                <a:gd name="connsiteX495" fmla="*/ 103278 w 377047"/>
                <a:gd name="connsiteY495" fmla="*/ 536063 h 544259"/>
                <a:gd name="connsiteX496" fmla="*/ 99999 w 377047"/>
                <a:gd name="connsiteY496" fmla="*/ 540981 h 544259"/>
                <a:gd name="connsiteX497" fmla="*/ 99999 w 377047"/>
                <a:gd name="connsiteY497" fmla="*/ 540981 h 544259"/>
                <a:gd name="connsiteX498" fmla="*/ 99999 w 377047"/>
                <a:gd name="connsiteY498" fmla="*/ 540981 h 544259"/>
                <a:gd name="connsiteX499" fmla="*/ 95081 w 377047"/>
                <a:gd name="connsiteY499" fmla="*/ 540981 h 544259"/>
                <a:gd name="connsiteX500" fmla="*/ 91802 w 377047"/>
                <a:gd name="connsiteY500" fmla="*/ 539342 h 544259"/>
                <a:gd name="connsiteX501" fmla="*/ 86885 w 377047"/>
                <a:gd name="connsiteY501" fmla="*/ 539342 h 544259"/>
                <a:gd name="connsiteX502" fmla="*/ 86885 w 377047"/>
                <a:gd name="connsiteY502" fmla="*/ 539342 h 544259"/>
                <a:gd name="connsiteX503" fmla="*/ 81967 w 377047"/>
                <a:gd name="connsiteY503" fmla="*/ 540981 h 544259"/>
                <a:gd name="connsiteX504" fmla="*/ 78688 w 377047"/>
                <a:gd name="connsiteY504" fmla="*/ 540981 h 544259"/>
                <a:gd name="connsiteX505" fmla="*/ 75409 w 377047"/>
                <a:gd name="connsiteY505" fmla="*/ 542621 h 544259"/>
                <a:gd name="connsiteX506" fmla="*/ 70491 w 377047"/>
                <a:gd name="connsiteY506" fmla="*/ 544260 h 544259"/>
                <a:gd name="connsiteX507" fmla="*/ 67212 w 377047"/>
                <a:gd name="connsiteY507" fmla="*/ 542621 h 544259"/>
                <a:gd name="connsiteX508" fmla="*/ 63934 w 377047"/>
                <a:gd name="connsiteY508" fmla="*/ 542621 h 544259"/>
                <a:gd name="connsiteX509" fmla="*/ 59016 w 377047"/>
                <a:gd name="connsiteY509" fmla="*/ 540981 h 544259"/>
                <a:gd name="connsiteX510" fmla="*/ 55737 w 377047"/>
                <a:gd name="connsiteY510" fmla="*/ 540981 h 544259"/>
                <a:gd name="connsiteX511" fmla="*/ 59016 w 377047"/>
                <a:gd name="connsiteY511" fmla="*/ 539342 h 544259"/>
                <a:gd name="connsiteX512" fmla="*/ 57377 w 377047"/>
                <a:gd name="connsiteY512" fmla="*/ 536063 h 544259"/>
                <a:gd name="connsiteX513" fmla="*/ 60655 w 377047"/>
                <a:gd name="connsiteY513" fmla="*/ 531145 h 544259"/>
                <a:gd name="connsiteX514" fmla="*/ 62295 w 377047"/>
                <a:gd name="connsiteY514" fmla="*/ 527866 h 544259"/>
                <a:gd name="connsiteX515" fmla="*/ 57377 w 377047"/>
                <a:gd name="connsiteY515" fmla="*/ 524588 h 544259"/>
                <a:gd name="connsiteX516" fmla="*/ 57377 w 377047"/>
                <a:gd name="connsiteY516" fmla="*/ 521309 h 544259"/>
                <a:gd name="connsiteX517" fmla="*/ 54098 w 377047"/>
                <a:gd name="connsiteY517" fmla="*/ 518031 h 544259"/>
                <a:gd name="connsiteX518" fmla="*/ 50819 w 377047"/>
                <a:gd name="connsiteY518" fmla="*/ 514752 h 544259"/>
                <a:gd name="connsiteX519" fmla="*/ 49180 w 377047"/>
                <a:gd name="connsiteY519" fmla="*/ 511473 h 544259"/>
                <a:gd name="connsiteX520" fmla="*/ 45901 w 377047"/>
                <a:gd name="connsiteY520" fmla="*/ 508194 h 544259"/>
                <a:gd name="connsiteX521" fmla="*/ 45901 w 377047"/>
                <a:gd name="connsiteY521" fmla="*/ 503276 h 544259"/>
                <a:gd name="connsiteX522" fmla="*/ 50819 w 377047"/>
                <a:gd name="connsiteY522" fmla="*/ 504916 h 544259"/>
                <a:gd name="connsiteX523" fmla="*/ 54098 w 377047"/>
                <a:gd name="connsiteY523" fmla="*/ 506555 h 544259"/>
                <a:gd name="connsiteX524" fmla="*/ 54098 w 377047"/>
                <a:gd name="connsiteY524" fmla="*/ 503276 h 544259"/>
                <a:gd name="connsiteX525" fmla="*/ 50819 w 377047"/>
                <a:gd name="connsiteY525" fmla="*/ 499998 h 544259"/>
                <a:gd name="connsiteX526" fmla="*/ 50819 w 377047"/>
                <a:gd name="connsiteY526" fmla="*/ 496719 h 544259"/>
                <a:gd name="connsiteX527" fmla="*/ 54098 w 377047"/>
                <a:gd name="connsiteY527" fmla="*/ 496719 h 544259"/>
                <a:gd name="connsiteX528" fmla="*/ 57377 w 377047"/>
                <a:gd name="connsiteY528" fmla="*/ 496719 h 544259"/>
                <a:gd name="connsiteX529" fmla="*/ 57377 w 377047"/>
                <a:gd name="connsiteY529" fmla="*/ 493440 h 544259"/>
                <a:gd name="connsiteX530" fmla="*/ 59016 w 377047"/>
                <a:gd name="connsiteY530" fmla="*/ 491801 h 544259"/>
                <a:gd name="connsiteX531" fmla="*/ 55737 w 377047"/>
                <a:gd name="connsiteY531" fmla="*/ 488522 h 544259"/>
                <a:gd name="connsiteX532" fmla="*/ 50819 w 377047"/>
                <a:gd name="connsiteY532" fmla="*/ 488522 h 544259"/>
                <a:gd name="connsiteX533" fmla="*/ 47541 w 377047"/>
                <a:gd name="connsiteY533" fmla="*/ 485244 h 544259"/>
                <a:gd name="connsiteX534" fmla="*/ 45901 w 377047"/>
                <a:gd name="connsiteY534" fmla="*/ 481965 h 544259"/>
                <a:gd name="connsiteX535" fmla="*/ 44262 w 377047"/>
                <a:gd name="connsiteY535" fmla="*/ 478686 h 544259"/>
                <a:gd name="connsiteX536" fmla="*/ 42622 w 377047"/>
                <a:gd name="connsiteY536" fmla="*/ 478686 h 544259"/>
                <a:gd name="connsiteX537" fmla="*/ 39344 w 377047"/>
                <a:gd name="connsiteY537" fmla="*/ 475408 h 544259"/>
                <a:gd name="connsiteX538" fmla="*/ 36065 w 377047"/>
                <a:gd name="connsiteY538" fmla="*/ 472129 h 544259"/>
                <a:gd name="connsiteX539" fmla="*/ 36065 w 377047"/>
                <a:gd name="connsiteY539" fmla="*/ 468850 h 544259"/>
                <a:gd name="connsiteX540" fmla="*/ 32787 w 377047"/>
                <a:gd name="connsiteY540" fmla="*/ 463932 h 544259"/>
                <a:gd name="connsiteX541" fmla="*/ 32787 w 377047"/>
                <a:gd name="connsiteY541" fmla="*/ 460654 h 544259"/>
                <a:gd name="connsiteX542" fmla="*/ 29508 w 377047"/>
                <a:gd name="connsiteY542" fmla="*/ 457375 h 544259"/>
                <a:gd name="connsiteX543" fmla="*/ 24590 w 377047"/>
                <a:gd name="connsiteY543" fmla="*/ 457375 h 544259"/>
                <a:gd name="connsiteX544" fmla="*/ 26229 w 377047"/>
                <a:gd name="connsiteY544" fmla="*/ 454096 h 544259"/>
                <a:gd name="connsiteX545" fmla="*/ 26229 w 377047"/>
                <a:gd name="connsiteY545" fmla="*/ 450818 h 544259"/>
                <a:gd name="connsiteX546" fmla="*/ 24590 w 377047"/>
                <a:gd name="connsiteY546" fmla="*/ 449178 h 544259"/>
                <a:gd name="connsiteX547" fmla="*/ 22951 w 377047"/>
                <a:gd name="connsiteY547" fmla="*/ 445900 h 544259"/>
                <a:gd name="connsiteX548" fmla="*/ 19672 w 377047"/>
                <a:gd name="connsiteY548" fmla="*/ 444260 h 544259"/>
                <a:gd name="connsiteX549" fmla="*/ 22951 w 377047"/>
                <a:gd name="connsiteY549" fmla="*/ 440981 h 544259"/>
                <a:gd name="connsiteX550" fmla="*/ 19672 w 377047"/>
                <a:gd name="connsiteY550" fmla="*/ 442621 h 544259"/>
                <a:gd name="connsiteX551" fmla="*/ 18032 w 377047"/>
                <a:gd name="connsiteY551" fmla="*/ 437703 h 544259"/>
                <a:gd name="connsiteX552" fmla="*/ 19672 w 377047"/>
                <a:gd name="connsiteY552" fmla="*/ 434424 h 544259"/>
                <a:gd name="connsiteX553" fmla="*/ 22951 w 377047"/>
                <a:gd name="connsiteY553" fmla="*/ 431146 h 544259"/>
                <a:gd name="connsiteX554" fmla="*/ 22951 w 377047"/>
                <a:gd name="connsiteY554" fmla="*/ 427867 h 544259"/>
                <a:gd name="connsiteX555" fmla="*/ 22951 w 377047"/>
                <a:gd name="connsiteY555" fmla="*/ 422949 h 544259"/>
                <a:gd name="connsiteX556" fmla="*/ 22951 w 377047"/>
                <a:gd name="connsiteY556" fmla="*/ 419670 h 544259"/>
                <a:gd name="connsiteX557" fmla="*/ 19672 w 377047"/>
                <a:gd name="connsiteY557" fmla="*/ 419670 h 544259"/>
                <a:gd name="connsiteX558" fmla="*/ 16393 w 377047"/>
                <a:gd name="connsiteY558" fmla="*/ 422949 h 544259"/>
                <a:gd name="connsiteX559" fmla="*/ 11475 w 377047"/>
                <a:gd name="connsiteY559" fmla="*/ 422949 h 544259"/>
                <a:gd name="connsiteX560" fmla="*/ 14754 w 377047"/>
                <a:gd name="connsiteY560" fmla="*/ 419670 h 544259"/>
                <a:gd name="connsiteX561" fmla="*/ 18032 w 377047"/>
                <a:gd name="connsiteY561" fmla="*/ 414752 h 544259"/>
                <a:gd name="connsiteX562" fmla="*/ 14754 w 377047"/>
                <a:gd name="connsiteY562" fmla="*/ 414752 h 544259"/>
                <a:gd name="connsiteX563" fmla="*/ 14754 w 377047"/>
                <a:gd name="connsiteY563" fmla="*/ 418031 h 544259"/>
                <a:gd name="connsiteX564" fmla="*/ 9836 w 377047"/>
                <a:gd name="connsiteY564" fmla="*/ 421309 h 544259"/>
                <a:gd name="connsiteX565" fmla="*/ 8197 w 377047"/>
                <a:gd name="connsiteY565" fmla="*/ 418031 h 544259"/>
                <a:gd name="connsiteX566" fmla="*/ 4918 w 377047"/>
                <a:gd name="connsiteY566" fmla="*/ 419670 h 544259"/>
                <a:gd name="connsiteX567" fmla="*/ 4918 w 377047"/>
                <a:gd name="connsiteY567" fmla="*/ 414752 h 544259"/>
                <a:gd name="connsiteX568" fmla="*/ 4918 w 377047"/>
                <a:gd name="connsiteY568" fmla="*/ 411474 h 544259"/>
                <a:gd name="connsiteX569" fmla="*/ 4918 w 377047"/>
                <a:gd name="connsiteY569" fmla="*/ 408195 h 544259"/>
                <a:gd name="connsiteX570" fmla="*/ 4918 w 377047"/>
                <a:gd name="connsiteY570" fmla="*/ 403277 h 544259"/>
                <a:gd name="connsiteX571" fmla="*/ 3278 w 377047"/>
                <a:gd name="connsiteY571" fmla="*/ 399998 h 544259"/>
                <a:gd name="connsiteX572" fmla="*/ 3278 w 377047"/>
                <a:gd name="connsiteY572" fmla="*/ 396719 h 544259"/>
                <a:gd name="connsiteX573" fmla="*/ 0 w 377047"/>
                <a:gd name="connsiteY573" fmla="*/ 391801 h 544259"/>
                <a:gd name="connsiteX574" fmla="*/ 3278 w 377047"/>
                <a:gd name="connsiteY574" fmla="*/ 388523 h 544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</a:cxnLst>
              <a:rect l="l" t="t" r="r" b="b"/>
              <a:pathLst>
                <a:path w="377047" h="544259">
                  <a:moveTo>
                    <a:pt x="3278" y="388523"/>
                  </a:moveTo>
                  <a:lnTo>
                    <a:pt x="4918" y="388523"/>
                  </a:lnTo>
                  <a:lnTo>
                    <a:pt x="6557" y="390162"/>
                  </a:lnTo>
                  <a:lnTo>
                    <a:pt x="9836" y="393441"/>
                  </a:lnTo>
                  <a:lnTo>
                    <a:pt x="13114" y="396719"/>
                  </a:lnTo>
                  <a:lnTo>
                    <a:pt x="16393" y="396719"/>
                  </a:lnTo>
                  <a:lnTo>
                    <a:pt x="16393" y="395080"/>
                  </a:lnTo>
                  <a:lnTo>
                    <a:pt x="18032" y="390162"/>
                  </a:lnTo>
                  <a:lnTo>
                    <a:pt x="19672" y="386884"/>
                  </a:lnTo>
                  <a:lnTo>
                    <a:pt x="21311" y="383605"/>
                  </a:lnTo>
                  <a:lnTo>
                    <a:pt x="21311" y="381966"/>
                  </a:lnTo>
                  <a:lnTo>
                    <a:pt x="21311" y="380326"/>
                  </a:lnTo>
                  <a:lnTo>
                    <a:pt x="21311" y="378687"/>
                  </a:lnTo>
                  <a:lnTo>
                    <a:pt x="19672" y="377047"/>
                  </a:lnTo>
                  <a:lnTo>
                    <a:pt x="18032" y="372129"/>
                  </a:lnTo>
                  <a:lnTo>
                    <a:pt x="16393" y="370490"/>
                  </a:lnTo>
                  <a:lnTo>
                    <a:pt x="19672" y="365572"/>
                  </a:lnTo>
                  <a:lnTo>
                    <a:pt x="22951" y="363933"/>
                  </a:lnTo>
                  <a:lnTo>
                    <a:pt x="22951" y="360654"/>
                  </a:lnTo>
                  <a:lnTo>
                    <a:pt x="22951" y="357375"/>
                  </a:lnTo>
                  <a:lnTo>
                    <a:pt x="26229" y="355736"/>
                  </a:lnTo>
                  <a:lnTo>
                    <a:pt x="29508" y="355736"/>
                  </a:lnTo>
                  <a:lnTo>
                    <a:pt x="32787" y="354097"/>
                  </a:lnTo>
                  <a:lnTo>
                    <a:pt x="34426" y="354097"/>
                  </a:lnTo>
                  <a:lnTo>
                    <a:pt x="37705" y="350818"/>
                  </a:lnTo>
                  <a:lnTo>
                    <a:pt x="39344" y="349179"/>
                  </a:lnTo>
                  <a:lnTo>
                    <a:pt x="42622" y="345900"/>
                  </a:lnTo>
                  <a:lnTo>
                    <a:pt x="42622" y="342621"/>
                  </a:lnTo>
                  <a:lnTo>
                    <a:pt x="42622" y="339343"/>
                  </a:lnTo>
                  <a:lnTo>
                    <a:pt x="44262" y="334425"/>
                  </a:lnTo>
                  <a:lnTo>
                    <a:pt x="44262" y="331146"/>
                  </a:lnTo>
                  <a:lnTo>
                    <a:pt x="40983" y="326228"/>
                  </a:lnTo>
                  <a:lnTo>
                    <a:pt x="39344" y="322949"/>
                  </a:lnTo>
                  <a:lnTo>
                    <a:pt x="36065" y="319671"/>
                  </a:lnTo>
                  <a:lnTo>
                    <a:pt x="36065" y="314753"/>
                  </a:lnTo>
                  <a:lnTo>
                    <a:pt x="36065" y="311474"/>
                  </a:lnTo>
                  <a:lnTo>
                    <a:pt x="39344" y="309835"/>
                  </a:lnTo>
                  <a:lnTo>
                    <a:pt x="42622" y="309835"/>
                  </a:lnTo>
                  <a:lnTo>
                    <a:pt x="44262" y="309835"/>
                  </a:lnTo>
                  <a:lnTo>
                    <a:pt x="47541" y="309835"/>
                  </a:lnTo>
                  <a:lnTo>
                    <a:pt x="47541" y="309835"/>
                  </a:lnTo>
                  <a:lnTo>
                    <a:pt x="49180" y="304917"/>
                  </a:lnTo>
                  <a:lnTo>
                    <a:pt x="50819" y="301638"/>
                  </a:lnTo>
                  <a:lnTo>
                    <a:pt x="52458" y="296720"/>
                  </a:lnTo>
                  <a:lnTo>
                    <a:pt x="47541" y="291802"/>
                  </a:lnTo>
                  <a:lnTo>
                    <a:pt x="42622" y="288523"/>
                  </a:lnTo>
                  <a:lnTo>
                    <a:pt x="37705" y="288523"/>
                  </a:lnTo>
                  <a:lnTo>
                    <a:pt x="34426" y="285245"/>
                  </a:lnTo>
                  <a:lnTo>
                    <a:pt x="29508" y="281966"/>
                  </a:lnTo>
                  <a:lnTo>
                    <a:pt x="31147" y="277048"/>
                  </a:lnTo>
                  <a:lnTo>
                    <a:pt x="32787" y="272130"/>
                  </a:lnTo>
                  <a:lnTo>
                    <a:pt x="32787" y="270491"/>
                  </a:lnTo>
                  <a:lnTo>
                    <a:pt x="32787" y="265573"/>
                  </a:lnTo>
                  <a:lnTo>
                    <a:pt x="34426" y="260655"/>
                  </a:lnTo>
                  <a:lnTo>
                    <a:pt x="34426" y="259015"/>
                  </a:lnTo>
                  <a:lnTo>
                    <a:pt x="32787" y="259015"/>
                  </a:lnTo>
                  <a:lnTo>
                    <a:pt x="32787" y="257376"/>
                  </a:lnTo>
                  <a:lnTo>
                    <a:pt x="29508" y="252458"/>
                  </a:lnTo>
                  <a:lnTo>
                    <a:pt x="27868" y="245901"/>
                  </a:lnTo>
                  <a:lnTo>
                    <a:pt x="27868" y="239343"/>
                  </a:lnTo>
                  <a:lnTo>
                    <a:pt x="27868" y="236065"/>
                  </a:lnTo>
                  <a:lnTo>
                    <a:pt x="31147" y="231146"/>
                  </a:lnTo>
                  <a:lnTo>
                    <a:pt x="29508" y="227868"/>
                  </a:lnTo>
                  <a:lnTo>
                    <a:pt x="26229" y="224589"/>
                  </a:lnTo>
                  <a:lnTo>
                    <a:pt x="26229" y="218032"/>
                  </a:lnTo>
                  <a:lnTo>
                    <a:pt x="26229" y="218032"/>
                  </a:lnTo>
                  <a:lnTo>
                    <a:pt x="31147" y="213114"/>
                  </a:lnTo>
                  <a:lnTo>
                    <a:pt x="29508" y="208196"/>
                  </a:lnTo>
                  <a:lnTo>
                    <a:pt x="34426" y="204917"/>
                  </a:lnTo>
                  <a:lnTo>
                    <a:pt x="34426" y="203278"/>
                  </a:lnTo>
                  <a:lnTo>
                    <a:pt x="39344" y="199999"/>
                  </a:lnTo>
                  <a:lnTo>
                    <a:pt x="42622" y="196720"/>
                  </a:lnTo>
                  <a:lnTo>
                    <a:pt x="45901" y="193442"/>
                  </a:lnTo>
                  <a:lnTo>
                    <a:pt x="50819" y="190163"/>
                  </a:lnTo>
                  <a:lnTo>
                    <a:pt x="55737" y="190163"/>
                  </a:lnTo>
                  <a:lnTo>
                    <a:pt x="60655" y="188524"/>
                  </a:lnTo>
                  <a:lnTo>
                    <a:pt x="67212" y="190163"/>
                  </a:lnTo>
                  <a:lnTo>
                    <a:pt x="72131" y="190163"/>
                  </a:lnTo>
                  <a:lnTo>
                    <a:pt x="83606" y="190163"/>
                  </a:lnTo>
                  <a:lnTo>
                    <a:pt x="85245" y="188524"/>
                  </a:lnTo>
                  <a:lnTo>
                    <a:pt x="85245" y="188524"/>
                  </a:lnTo>
                  <a:lnTo>
                    <a:pt x="86885" y="185245"/>
                  </a:lnTo>
                  <a:lnTo>
                    <a:pt x="86885" y="178688"/>
                  </a:lnTo>
                  <a:lnTo>
                    <a:pt x="85245" y="173770"/>
                  </a:lnTo>
                  <a:lnTo>
                    <a:pt x="80327" y="173770"/>
                  </a:lnTo>
                  <a:lnTo>
                    <a:pt x="75409" y="170491"/>
                  </a:lnTo>
                  <a:lnTo>
                    <a:pt x="72131" y="170491"/>
                  </a:lnTo>
                  <a:lnTo>
                    <a:pt x="75409" y="165573"/>
                  </a:lnTo>
                  <a:lnTo>
                    <a:pt x="83606" y="157376"/>
                  </a:lnTo>
                  <a:lnTo>
                    <a:pt x="88524" y="152458"/>
                  </a:lnTo>
                  <a:lnTo>
                    <a:pt x="91802" y="149180"/>
                  </a:lnTo>
                  <a:lnTo>
                    <a:pt x="93442" y="144262"/>
                  </a:lnTo>
                  <a:lnTo>
                    <a:pt x="96721" y="142622"/>
                  </a:lnTo>
                  <a:lnTo>
                    <a:pt x="96721" y="136065"/>
                  </a:lnTo>
                  <a:lnTo>
                    <a:pt x="96721" y="131147"/>
                  </a:lnTo>
                  <a:lnTo>
                    <a:pt x="96721" y="127868"/>
                  </a:lnTo>
                  <a:lnTo>
                    <a:pt x="99999" y="122950"/>
                  </a:lnTo>
                  <a:lnTo>
                    <a:pt x="98360" y="118032"/>
                  </a:lnTo>
                  <a:lnTo>
                    <a:pt x="96721" y="114754"/>
                  </a:lnTo>
                  <a:lnTo>
                    <a:pt x="96721" y="109836"/>
                  </a:lnTo>
                  <a:lnTo>
                    <a:pt x="101639" y="109836"/>
                  </a:lnTo>
                  <a:lnTo>
                    <a:pt x="109835" y="109836"/>
                  </a:lnTo>
                  <a:lnTo>
                    <a:pt x="109835" y="109836"/>
                  </a:lnTo>
                  <a:lnTo>
                    <a:pt x="116393" y="106557"/>
                  </a:lnTo>
                  <a:lnTo>
                    <a:pt x="122950" y="104918"/>
                  </a:lnTo>
                  <a:lnTo>
                    <a:pt x="122950" y="101639"/>
                  </a:lnTo>
                  <a:lnTo>
                    <a:pt x="121311" y="96721"/>
                  </a:lnTo>
                  <a:lnTo>
                    <a:pt x="126229" y="93442"/>
                  </a:lnTo>
                  <a:lnTo>
                    <a:pt x="132786" y="86885"/>
                  </a:lnTo>
                  <a:lnTo>
                    <a:pt x="132786" y="86885"/>
                  </a:lnTo>
                  <a:lnTo>
                    <a:pt x="139344" y="80328"/>
                  </a:lnTo>
                  <a:lnTo>
                    <a:pt x="144261" y="77049"/>
                  </a:lnTo>
                  <a:lnTo>
                    <a:pt x="149179" y="75409"/>
                  </a:lnTo>
                  <a:lnTo>
                    <a:pt x="149179" y="68852"/>
                  </a:lnTo>
                  <a:lnTo>
                    <a:pt x="145901" y="65573"/>
                  </a:lnTo>
                  <a:lnTo>
                    <a:pt x="139344" y="60655"/>
                  </a:lnTo>
                  <a:lnTo>
                    <a:pt x="147540" y="57377"/>
                  </a:lnTo>
                  <a:lnTo>
                    <a:pt x="152458" y="52459"/>
                  </a:lnTo>
                  <a:lnTo>
                    <a:pt x="154098" y="49180"/>
                  </a:lnTo>
                  <a:lnTo>
                    <a:pt x="155737" y="44262"/>
                  </a:lnTo>
                  <a:lnTo>
                    <a:pt x="162294" y="40983"/>
                  </a:lnTo>
                  <a:lnTo>
                    <a:pt x="165573" y="39344"/>
                  </a:lnTo>
                  <a:lnTo>
                    <a:pt x="165573" y="39344"/>
                  </a:lnTo>
                  <a:lnTo>
                    <a:pt x="170491" y="36065"/>
                  </a:lnTo>
                  <a:lnTo>
                    <a:pt x="177048" y="36065"/>
                  </a:lnTo>
                  <a:lnTo>
                    <a:pt x="181966" y="37705"/>
                  </a:lnTo>
                  <a:lnTo>
                    <a:pt x="186884" y="39344"/>
                  </a:lnTo>
                  <a:lnTo>
                    <a:pt x="190163" y="39344"/>
                  </a:lnTo>
                  <a:lnTo>
                    <a:pt x="196720" y="31147"/>
                  </a:lnTo>
                  <a:lnTo>
                    <a:pt x="195081" y="24590"/>
                  </a:lnTo>
                  <a:lnTo>
                    <a:pt x="195081" y="22951"/>
                  </a:lnTo>
                  <a:lnTo>
                    <a:pt x="195081" y="22951"/>
                  </a:lnTo>
                  <a:lnTo>
                    <a:pt x="195081" y="19672"/>
                  </a:lnTo>
                  <a:lnTo>
                    <a:pt x="203278" y="18033"/>
                  </a:lnTo>
                  <a:lnTo>
                    <a:pt x="209835" y="19672"/>
                  </a:lnTo>
                  <a:lnTo>
                    <a:pt x="218032" y="19672"/>
                  </a:lnTo>
                  <a:lnTo>
                    <a:pt x="231146" y="22951"/>
                  </a:lnTo>
                  <a:lnTo>
                    <a:pt x="245901" y="26229"/>
                  </a:lnTo>
                  <a:lnTo>
                    <a:pt x="250818" y="22951"/>
                  </a:lnTo>
                  <a:lnTo>
                    <a:pt x="254097" y="21311"/>
                  </a:lnTo>
                  <a:lnTo>
                    <a:pt x="250818" y="19672"/>
                  </a:lnTo>
                  <a:lnTo>
                    <a:pt x="245901" y="18033"/>
                  </a:lnTo>
                  <a:lnTo>
                    <a:pt x="252458" y="14754"/>
                  </a:lnTo>
                  <a:lnTo>
                    <a:pt x="255736" y="9836"/>
                  </a:lnTo>
                  <a:lnTo>
                    <a:pt x="255736" y="8197"/>
                  </a:lnTo>
                  <a:lnTo>
                    <a:pt x="255736" y="4918"/>
                  </a:lnTo>
                  <a:lnTo>
                    <a:pt x="250818" y="1639"/>
                  </a:lnTo>
                  <a:lnTo>
                    <a:pt x="254097" y="0"/>
                  </a:lnTo>
                  <a:lnTo>
                    <a:pt x="259015" y="0"/>
                  </a:lnTo>
                  <a:lnTo>
                    <a:pt x="262294" y="0"/>
                  </a:lnTo>
                  <a:lnTo>
                    <a:pt x="267212" y="1639"/>
                  </a:lnTo>
                  <a:lnTo>
                    <a:pt x="268851" y="1639"/>
                  </a:lnTo>
                  <a:lnTo>
                    <a:pt x="270491" y="1639"/>
                  </a:lnTo>
                  <a:lnTo>
                    <a:pt x="270491" y="4918"/>
                  </a:lnTo>
                  <a:lnTo>
                    <a:pt x="275408" y="6557"/>
                  </a:lnTo>
                  <a:lnTo>
                    <a:pt x="278687" y="8197"/>
                  </a:lnTo>
                  <a:lnTo>
                    <a:pt x="283605" y="9836"/>
                  </a:lnTo>
                  <a:lnTo>
                    <a:pt x="286884" y="11475"/>
                  </a:lnTo>
                  <a:lnTo>
                    <a:pt x="291802" y="14754"/>
                  </a:lnTo>
                  <a:lnTo>
                    <a:pt x="295081" y="14754"/>
                  </a:lnTo>
                  <a:lnTo>
                    <a:pt x="299998" y="16393"/>
                  </a:lnTo>
                  <a:lnTo>
                    <a:pt x="303277" y="19672"/>
                  </a:lnTo>
                  <a:lnTo>
                    <a:pt x="306556" y="21311"/>
                  </a:lnTo>
                  <a:lnTo>
                    <a:pt x="311474" y="21311"/>
                  </a:lnTo>
                  <a:lnTo>
                    <a:pt x="311474" y="21311"/>
                  </a:lnTo>
                  <a:lnTo>
                    <a:pt x="313113" y="22951"/>
                  </a:lnTo>
                  <a:lnTo>
                    <a:pt x="316392" y="22951"/>
                  </a:lnTo>
                  <a:lnTo>
                    <a:pt x="321310" y="22951"/>
                  </a:lnTo>
                  <a:lnTo>
                    <a:pt x="324588" y="24590"/>
                  </a:lnTo>
                  <a:lnTo>
                    <a:pt x="327867" y="26229"/>
                  </a:lnTo>
                  <a:lnTo>
                    <a:pt x="332785" y="26229"/>
                  </a:lnTo>
                  <a:lnTo>
                    <a:pt x="336064" y="29508"/>
                  </a:lnTo>
                  <a:lnTo>
                    <a:pt x="337703" y="32787"/>
                  </a:lnTo>
                  <a:lnTo>
                    <a:pt x="342621" y="32787"/>
                  </a:lnTo>
                  <a:lnTo>
                    <a:pt x="344261" y="37705"/>
                  </a:lnTo>
                  <a:lnTo>
                    <a:pt x="349179" y="39344"/>
                  </a:lnTo>
                  <a:lnTo>
                    <a:pt x="352457" y="40983"/>
                  </a:lnTo>
                  <a:lnTo>
                    <a:pt x="352457" y="42623"/>
                  </a:lnTo>
                  <a:lnTo>
                    <a:pt x="347539" y="44262"/>
                  </a:lnTo>
                  <a:lnTo>
                    <a:pt x="349179" y="49180"/>
                  </a:lnTo>
                  <a:lnTo>
                    <a:pt x="349179" y="52459"/>
                  </a:lnTo>
                  <a:lnTo>
                    <a:pt x="349179" y="55737"/>
                  </a:lnTo>
                  <a:lnTo>
                    <a:pt x="350818" y="60655"/>
                  </a:lnTo>
                  <a:lnTo>
                    <a:pt x="354096" y="60655"/>
                  </a:lnTo>
                  <a:lnTo>
                    <a:pt x="357375" y="60655"/>
                  </a:lnTo>
                  <a:lnTo>
                    <a:pt x="359015" y="65573"/>
                  </a:lnTo>
                  <a:lnTo>
                    <a:pt x="354096" y="67213"/>
                  </a:lnTo>
                  <a:lnTo>
                    <a:pt x="352457" y="70492"/>
                  </a:lnTo>
                  <a:lnTo>
                    <a:pt x="357375" y="73770"/>
                  </a:lnTo>
                  <a:lnTo>
                    <a:pt x="360654" y="77049"/>
                  </a:lnTo>
                  <a:lnTo>
                    <a:pt x="365572" y="81967"/>
                  </a:lnTo>
                  <a:lnTo>
                    <a:pt x="367211" y="83606"/>
                  </a:lnTo>
                  <a:lnTo>
                    <a:pt x="363932" y="88524"/>
                  </a:lnTo>
                  <a:lnTo>
                    <a:pt x="363932" y="91803"/>
                  </a:lnTo>
                  <a:lnTo>
                    <a:pt x="360654" y="96721"/>
                  </a:lnTo>
                  <a:lnTo>
                    <a:pt x="360654" y="100000"/>
                  </a:lnTo>
                  <a:lnTo>
                    <a:pt x="360654" y="103278"/>
                  </a:lnTo>
                  <a:lnTo>
                    <a:pt x="363932" y="108196"/>
                  </a:lnTo>
                  <a:lnTo>
                    <a:pt x="368851" y="109836"/>
                  </a:lnTo>
                  <a:lnTo>
                    <a:pt x="370490" y="114754"/>
                  </a:lnTo>
                  <a:lnTo>
                    <a:pt x="373769" y="118032"/>
                  </a:lnTo>
                  <a:lnTo>
                    <a:pt x="375408" y="121311"/>
                  </a:lnTo>
                  <a:lnTo>
                    <a:pt x="375408" y="121311"/>
                  </a:lnTo>
                  <a:lnTo>
                    <a:pt x="377047" y="122950"/>
                  </a:lnTo>
                  <a:lnTo>
                    <a:pt x="372129" y="122950"/>
                  </a:lnTo>
                  <a:lnTo>
                    <a:pt x="368851" y="124590"/>
                  </a:lnTo>
                  <a:lnTo>
                    <a:pt x="363932" y="122950"/>
                  </a:lnTo>
                  <a:lnTo>
                    <a:pt x="360654" y="122950"/>
                  </a:lnTo>
                  <a:lnTo>
                    <a:pt x="357375" y="122950"/>
                  </a:lnTo>
                  <a:lnTo>
                    <a:pt x="354096" y="124590"/>
                  </a:lnTo>
                  <a:lnTo>
                    <a:pt x="349179" y="122950"/>
                  </a:lnTo>
                  <a:lnTo>
                    <a:pt x="347539" y="121311"/>
                  </a:lnTo>
                  <a:lnTo>
                    <a:pt x="350818" y="124590"/>
                  </a:lnTo>
                  <a:lnTo>
                    <a:pt x="347539" y="124590"/>
                  </a:lnTo>
                  <a:lnTo>
                    <a:pt x="342621" y="124590"/>
                  </a:lnTo>
                  <a:lnTo>
                    <a:pt x="339342" y="122950"/>
                  </a:lnTo>
                  <a:lnTo>
                    <a:pt x="334425" y="121311"/>
                  </a:lnTo>
                  <a:lnTo>
                    <a:pt x="334425" y="124590"/>
                  </a:lnTo>
                  <a:lnTo>
                    <a:pt x="331146" y="122950"/>
                  </a:lnTo>
                  <a:lnTo>
                    <a:pt x="327867" y="121311"/>
                  </a:lnTo>
                  <a:lnTo>
                    <a:pt x="322949" y="122950"/>
                  </a:lnTo>
                  <a:lnTo>
                    <a:pt x="322949" y="126229"/>
                  </a:lnTo>
                  <a:lnTo>
                    <a:pt x="326228" y="129508"/>
                  </a:lnTo>
                  <a:lnTo>
                    <a:pt x="326228" y="132786"/>
                  </a:lnTo>
                  <a:lnTo>
                    <a:pt x="322949" y="132786"/>
                  </a:lnTo>
                  <a:lnTo>
                    <a:pt x="318031" y="131147"/>
                  </a:lnTo>
                  <a:lnTo>
                    <a:pt x="316392" y="129508"/>
                  </a:lnTo>
                  <a:lnTo>
                    <a:pt x="316392" y="131147"/>
                  </a:lnTo>
                  <a:lnTo>
                    <a:pt x="319671" y="132786"/>
                  </a:lnTo>
                  <a:lnTo>
                    <a:pt x="316392" y="134426"/>
                  </a:lnTo>
                  <a:lnTo>
                    <a:pt x="311474" y="132786"/>
                  </a:lnTo>
                  <a:lnTo>
                    <a:pt x="316392" y="136065"/>
                  </a:lnTo>
                  <a:lnTo>
                    <a:pt x="311474" y="137704"/>
                  </a:lnTo>
                  <a:lnTo>
                    <a:pt x="308195" y="139344"/>
                  </a:lnTo>
                  <a:lnTo>
                    <a:pt x="304916" y="139344"/>
                  </a:lnTo>
                  <a:lnTo>
                    <a:pt x="299998" y="139344"/>
                  </a:lnTo>
                  <a:lnTo>
                    <a:pt x="301638" y="140983"/>
                  </a:lnTo>
                  <a:lnTo>
                    <a:pt x="304916" y="140983"/>
                  </a:lnTo>
                  <a:lnTo>
                    <a:pt x="306556" y="144262"/>
                  </a:lnTo>
                  <a:lnTo>
                    <a:pt x="304916" y="149180"/>
                  </a:lnTo>
                  <a:lnTo>
                    <a:pt x="303277" y="150819"/>
                  </a:lnTo>
                  <a:lnTo>
                    <a:pt x="299998" y="154098"/>
                  </a:lnTo>
                  <a:lnTo>
                    <a:pt x="299998" y="154098"/>
                  </a:lnTo>
                  <a:lnTo>
                    <a:pt x="295081" y="155737"/>
                  </a:lnTo>
                  <a:lnTo>
                    <a:pt x="293441" y="160655"/>
                  </a:lnTo>
                  <a:lnTo>
                    <a:pt x="290162" y="159016"/>
                  </a:lnTo>
                  <a:lnTo>
                    <a:pt x="293441" y="162294"/>
                  </a:lnTo>
                  <a:lnTo>
                    <a:pt x="296720" y="163934"/>
                  </a:lnTo>
                  <a:lnTo>
                    <a:pt x="293441" y="165573"/>
                  </a:lnTo>
                  <a:lnTo>
                    <a:pt x="293441" y="165573"/>
                  </a:lnTo>
                  <a:lnTo>
                    <a:pt x="296720" y="168852"/>
                  </a:lnTo>
                  <a:lnTo>
                    <a:pt x="299998" y="168852"/>
                  </a:lnTo>
                  <a:lnTo>
                    <a:pt x="304916" y="172130"/>
                  </a:lnTo>
                  <a:lnTo>
                    <a:pt x="308195" y="175409"/>
                  </a:lnTo>
                  <a:lnTo>
                    <a:pt x="303277" y="178688"/>
                  </a:lnTo>
                  <a:lnTo>
                    <a:pt x="299998" y="180327"/>
                  </a:lnTo>
                  <a:lnTo>
                    <a:pt x="296720" y="181966"/>
                  </a:lnTo>
                  <a:lnTo>
                    <a:pt x="291802" y="183606"/>
                  </a:lnTo>
                  <a:lnTo>
                    <a:pt x="288523" y="188524"/>
                  </a:lnTo>
                  <a:lnTo>
                    <a:pt x="288523" y="191802"/>
                  </a:lnTo>
                  <a:lnTo>
                    <a:pt x="285245" y="196720"/>
                  </a:lnTo>
                  <a:lnTo>
                    <a:pt x="281966" y="198360"/>
                  </a:lnTo>
                  <a:lnTo>
                    <a:pt x="277048" y="201638"/>
                  </a:lnTo>
                  <a:lnTo>
                    <a:pt x="273769" y="201638"/>
                  </a:lnTo>
                  <a:lnTo>
                    <a:pt x="273769" y="206556"/>
                  </a:lnTo>
                  <a:lnTo>
                    <a:pt x="272130" y="201638"/>
                  </a:lnTo>
                  <a:lnTo>
                    <a:pt x="268851" y="206556"/>
                  </a:lnTo>
                  <a:lnTo>
                    <a:pt x="263933" y="206556"/>
                  </a:lnTo>
                  <a:lnTo>
                    <a:pt x="262294" y="208196"/>
                  </a:lnTo>
                  <a:lnTo>
                    <a:pt x="257376" y="209835"/>
                  </a:lnTo>
                  <a:lnTo>
                    <a:pt x="255736" y="213114"/>
                  </a:lnTo>
                  <a:lnTo>
                    <a:pt x="252458" y="214753"/>
                  </a:lnTo>
                  <a:lnTo>
                    <a:pt x="247539" y="211474"/>
                  </a:lnTo>
                  <a:lnTo>
                    <a:pt x="249179" y="214753"/>
                  </a:lnTo>
                  <a:lnTo>
                    <a:pt x="244261" y="214753"/>
                  </a:lnTo>
                  <a:lnTo>
                    <a:pt x="240982" y="213114"/>
                  </a:lnTo>
                  <a:lnTo>
                    <a:pt x="240982" y="218032"/>
                  </a:lnTo>
                  <a:lnTo>
                    <a:pt x="237704" y="219671"/>
                  </a:lnTo>
                  <a:lnTo>
                    <a:pt x="236064" y="222950"/>
                  </a:lnTo>
                  <a:lnTo>
                    <a:pt x="232786" y="224589"/>
                  </a:lnTo>
                  <a:lnTo>
                    <a:pt x="231146" y="222950"/>
                  </a:lnTo>
                  <a:lnTo>
                    <a:pt x="227868" y="224589"/>
                  </a:lnTo>
                  <a:lnTo>
                    <a:pt x="222949" y="224589"/>
                  </a:lnTo>
                  <a:lnTo>
                    <a:pt x="219671" y="227868"/>
                  </a:lnTo>
                  <a:lnTo>
                    <a:pt x="216392" y="229507"/>
                  </a:lnTo>
                  <a:lnTo>
                    <a:pt x="211474" y="231146"/>
                  </a:lnTo>
                  <a:lnTo>
                    <a:pt x="216392" y="232786"/>
                  </a:lnTo>
                  <a:lnTo>
                    <a:pt x="219671" y="232786"/>
                  </a:lnTo>
                  <a:lnTo>
                    <a:pt x="219671" y="236065"/>
                  </a:lnTo>
                  <a:lnTo>
                    <a:pt x="214753" y="237704"/>
                  </a:lnTo>
                  <a:lnTo>
                    <a:pt x="211474" y="236065"/>
                  </a:lnTo>
                  <a:lnTo>
                    <a:pt x="209835" y="240982"/>
                  </a:lnTo>
                  <a:lnTo>
                    <a:pt x="204917" y="239343"/>
                  </a:lnTo>
                  <a:lnTo>
                    <a:pt x="209835" y="239343"/>
                  </a:lnTo>
                  <a:lnTo>
                    <a:pt x="204917" y="237704"/>
                  </a:lnTo>
                  <a:lnTo>
                    <a:pt x="201638" y="237704"/>
                  </a:lnTo>
                  <a:lnTo>
                    <a:pt x="201638" y="236065"/>
                  </a:lnTo>
                  <a:lnTo>
                    <a:pt x="198359" y="232786"/>
                  </a:lnTo>
                  <a:lnTo>
                    <a:pt x="196720" y="229507"/>
                  </a:lnTo>
                  <a:lnTo>
                    <a:pt x="196720" y="227868"/>
                  </a:lnTo>
                  <a:lnTo>
                    <a:pt x="196720" y="232786"/>
                  </a:lnTo>
                  <a:lnTo>
                    <a:pt x="199999" y="236065"/>
                  </a:lnTo>
                  <a:lnTo>
                    <a:pt x="199999" y="236065"/>
                  </a:lnTo>
                  <a:lnTo>
                    <a:pt x="201638" y="237704"/>
                  </a:lnTo>
                  <a:lnTo>
                    <a:pt x="203278" y="242622"/>
                  </a:lnTo>
                  <a:lnTo>
                    <a:pt x="203278" y="245901"/>
                  </a:lnTo>
                  <a:lnTo>
                    <a:pt x="201638" y="250819"/>
                  </a:lnTo>
                  <a:lnTo>
                    <a:pt x="198359" y="252458"/>
                  </a:lnTo>
                  <a:lnTo>
                    <a:pt x="195081" y="254097"/>
                  </a:lnTo>
                  <a:lnTo>
                    <a:pt x="190163" y="252458"/>
                  </a:lnTo>
                  <a:lnTo>
                    <a:pt x="188524" y="250819"/>
                  </a:lnTo>
                  <a:lnTo>
                    <a:pt x="186884" y="252458"/>
                  </a:lnTo>
                  <a:lnTo>
                    <a:pt x="186884" y="254097"/>
                  </a:lnTo>
                  <a:lnTo>
                    <a:pt x="186884" y="257376"/>
                  </a:lnTo>
                  <a:lnTo>
                    <a:pt x="186884" y="259015"/>
                  </a:lnTo>
                  <a:lnTo>
                    <a:pt x="191802" y="262294"/>
                  </a:lnTo>
                  <a:lnTo>
                    <a:pt x="195081" y="262294"/>
                  </a:lnTo>
                  <a:lnTo>
                    <a:pt x="191802" y="263933"/>
                  </a:lnTo>
                  <a:lnTo>
                    <a:pt x="191802" y="265573"/>
                  </a:lnTo>
                  <a:lnTo>
                    <a:pt x="190163" y="270491"/>
                  </a:lnTo>
                  <a:lnTo>
                    <a:pt x="188524" y="273769"/>
                  </a:lnTo>
                  <a:lnTo>
                    <a:pt x="186884" y="277048"/>
                  </a:lnTo>
                  <a:lnTo>
                    <a:pt x="188524" y="281966"/>
                  </a:lnTo>
                  <a:lnTo>
                    <a:pt x="191802" y="283605"/>
                  </a:lnTo>
                  <a:lnTo>
                    <a:pt x="191802" y="286884"/>
                  </a:lnTo>
                  <a:lnTo>
                    <a:pt x="188524" y="283605"/>
                  </a:lnTo>
                  <a:lnTo>
                    <a:pt x="185245" y="281966"/>
                  </a:lnTo>
                  <a:lnTo>
                    <a:pt x="180327" y="283605"/>
                  </a:lnTo>
                  <a:lnTo>
                    <a:pt x="185245" y="285245"/>
                  </a:lnTo>
                  <a:lnTo>
                    <a:pt x="180327" y="286884"/>
                  </a:lnTo>
                  <a:lnTo>
                    <a:pt x="185245" y="286884"/>
                  </a:lnTo>
                  <a:lnTo>
                    <a:pt x="180327" y="286884"/>
                  </a:lnTo>
                  <a:lnTo>
                    <a:pt x="183605" y="290163"/>
                  </a:lnTo>
                  <a:lnTo>
                    <a:pt x="180327" y="290163"/>
                  </a:lnTo>
                  <a:lnTo>
                    <a:pt x="181966" y="291802"/>
                  </a:lnTo>
                  <a:lnTo>
                    <a:pt x="183605" y="295081"/>
                  </a:lnTo>
                  <a:lnTo>
                    <a:pt x="180327" y="295081"/>
                  </a:lnTo>
                  <a:lnTo>
                    <a:pt x="183605" y="298359"/>
                  </a:lnTo>
                  <a:lnTo>
                    <a:pt x="183605" y="301638"/>
                  </a:lnTo>
                  <a:lnTo>
                    <a:pt x="181966" y="303277"/>
                  </a:lnTo>
                  <a:lnTo>
                    <a:pt x="183605" y="306556"/>
                  </a:lnTo>
                  <a:lnTo>
                    <a:pt x="183605" y="311474"/>
                  </a:lnTo>
                  <a:lnTo>
                    <a:pt x="183605" y="314753"/>
                  </a:lnTo>
                  <a:lnTo>
                    <a:pt x="186884" y="318031"/>
                  </a:lnTo>
                  <a:lnTo>
                    <a:pt x="190163" y="321310"/>
                  </a:lnTo>
                  <a:lnTo>
                    <a:pt x="185245" y="322949"/>
                  </a:lnTo>
                  <a:lnTo>
                    <a:pt x="190163" y="324589"/>
                  </a:lnTo>
                  <a:lnTo>
                    <a:pt x="190163" y="326228"/>
                  </a:lnTo>
                  <a:lnTo>
                    <a:pt x="193442" y="326228"/>
                  </a:lnTo>
                  <a:lnTo>
                    <a:pt x="196720" y="326228"/>
                  </a:lnTo>
                  <a:lnTo>
                    <a:pt x="198359" y="329507"/>
                  </a:lnTo>
                  <a:lnTo>
                    <a:pt x="201638" y="331146"/>
                  </a:lnTo>
                  <a:lnTo>
                    <a:pt x="206556" y="327867"/>
                  </a:lnTo>
                  <a:lnTo>
                    <a:pt x="209835" y="327867"/>
                  </a:lnTo>
                  <a:lnTo>
                    <a:pt x="209835" y="331146"/>
                  </a:lnTo>
                  <a:lnTo>
                    <a:pt x="213114" y="334425"/>
                  </a:lnTo>
                  <a:lnTo>
                    <a:pt x="216392" y="336064"/>
                  </a:lnTo>
                  <a:lnTo>
                    <a:pt x="221310" y="337703"/>
                  </a:lnTo>
                  <a:lnTo>
                    <a:pt x="224589" y="337703"/>
                  </a:lnTo>
                  <a:lnTo>
                    <a:pt x="227868" y="340982"/>
                  </a:lnTo>
                  <a:lnTo>
                    <a:pt x="224589" y="342621"/>
                  </a:lnTo>
                  <a:lnTo>
                    <a:pt x="227868" y="345900"/>
                  </a:lnTo>
                  <a:lnTo>
                    <a:pt x="227868" y="345900"/>
                  </a:lnTo>
                  <a:lnTo>
                    <a:pt x="232786" y="347539"/>
                  </a:lnTo>
                  <a:lnTo>
                    <a:pt x="236064" y="347539"/>
                  </a:lnTo>
                  <a:lnTo>
                    <a:pt x="237704" y="352457"/>
                  </a:lnTo>
                  <a:lnTo>
                    <a:pt x="239343" y="354097"/>
                  </a:lnTo>
                  <a:lnTo>
                    <a:pt x="242622" y="357375"/>
                  </a:lnTo>
                  <a:lnTo>
                    <a:pt x="239343" y="355736"/>
                  </a:lnTo>
                  <a:lnTo>
                    <a:pt x="242622" y="359015"/>
                  </a:lnTo>
                  <a:lnTo>
                    <a:pt x="244261" y="363933"/>
                  </a:lnTo>
                  <a:lnTo>
                    <a:pt x="240982" y="363933"/>
                  </a:lnTo>
                  <a:lnTo>
                    <a:pt x="240982" y="363933"/>
                  </a:lnTo>
                  <a:lnTo>
                    <a:pt x="239343" y="363933"/>
                  </a:lnTo>
                  <a:lnTo>
                    <a:pt x="236064" y="365572"/>
                  </a:lnTo>
                  <a:lnTo>
                    <a:pt x="234425" y="365572"/>
                  </a:lnTo>
                  <a:lnTo>
                    <a:pt x="231146" y="368851"/>
                  </a:lnTo>
                  <a:lnTo>
                    <a:pt x="227868" y="372129"/>
                  </a:lnTo>
                  <a:lnTo>
                    <a:pt x="222949" y="373769"/>
                  </a:lnTo>
                  <a:lnTo>
                    <a:pt x="219671" y="375408"/>
                  </a:lnTo>
                  <a:lnTo>
                    <a:pt x="222949" y="377047"/>
                  </a:lnTo>
                  <a:lnTo>
                    <a:pt x="219671" y="377047"/>
                  </a:lnTo>
                  <a:lnTo>
                    <a:pt x="216392" y="375408"/>
                  </a:lnTo>
                  <a:lnTo>
                    <a:pt x="216392" y="378687"/>
                  </a:lnTo>
                  <a:lnTo>
                    <a:pt x="219671" y="378687"/>
                  </a:lnTo>
                  <a:lnTo>
                    <a:pt x="224589" y="378687"/>
                  </a:lnTo>
                  <a:lnTo>
                    <a:pt x="227868" y="378687"/>
                  </a:lnTo>
                  <a:lnTo>
                    <a:pt x="227868" y="375408"/>
                  </a:lnTo>
                  <a:lnTo>
                    <a:pt x="231146" y="378687"/>
                  </a:lnTo>
                  <a:lnTo>
                    <a:pt x="231146" y="381966"/>
                  </a:lnTo>
                  <a:lnTo>
                    <a:pt x="227868" y="381966"/>
                  </a:lnTo>
                  <a:lnTo>
                    <a:pt x="231146" y="383605"/>
                  </a:lnTo>
                  <a:lnTo>
                    <a:pt x="229507" y="383605"/>
                  </a:lnTo>
                  <a:lnTo>
                    <a:pt x="226228" y="381966"/>
                  </a:lnTo>
                  <a:lnTo>
                    <a:pt x="222949" y="380326"/>
                  </a:lnTo>
                  <a:lnTo>
                    <a:pt x="224589" y="385244"/>
                  </a:lnTo>
                  <a:lnTo>
                    <a:pt x="227868" y="386884"/>
                  </a:lnTo>
                  <a:lnTo>
                    <a:pt x="224589" y="388523"/>
                  </a:lnTo>
                  <a:lnTo>
                    <a:pt x="219671" y="388523"/>
                  </a:lnTo>
                  <a:lnTo>
                    <a:pt x="218032" y="390162"/>
                  </a:lnTo>
                  <a:lnTo>
                    <a:pt x="214753" y="390162"/>
                  </a:lnTo>
                  <a:lnTo>
                    <a:pt x="213114" y="395080"/>
                  </a:lnTo>
                  <a:lnTo>
                    <a:pt x="211474" y="398359"/>
                  </a:lnTo>
                  <a:lnTo>
                    <a:pt x="206556" y="398359"/>
                  </a:lnTo>
                  <a:lnTo>
                    <a:pt x="206556" y="393441"/>
                  </a:lnTo>
                  <a:lnTo>
                    <a:pt x="204917" y="390162"/>
                  </a:lnTo>
                  <a:lnTo>
                    <a:pt x="201638" y="390162"/>
                  </a:lnTo>
                  <a:lnTo>
                    <a:pt x="204917" y="393441"/>
                  </a:lnTo>
                  <a:lnTo>
                    <a:pt x="204917" y="396719"/>
                  </a:lnTo>
                  <a:lnTo>
                    <a:pt x="201638" y="395080"/>
                  </a:lnTo>
                  <a:lnTo>
                    <a:pt x="201638" y="395080"/>
                  </a:lnTo>
                  <a:lnTo>
                    <a:pt x="201638" y="398359"/>
                  </a:lnTo>
                  <a:lnTo>
                    <a:pt x="196720" y="398359"/>
                  </a:lnTo>
                  <a:lnTo>
                    <a:pt x="199999" y="401637"/>
                  </a:lnTo>
                  <a:lnTo>
                    <a:pt x="195081" y="403277"/>
                  </a:lnTo>
                  <a:lnTo>
                    <a:pt x="191802" y="404916"/>
                  </a:lnTo>
                  <a:lnTo>
                    <a:pt x="188524" y="403277"/>
                  </a:lnTo>
                  <a:lnTo>
                    <a:pt x="183605" y="403277"/>
                  </a:lnTo>
                  <a:lnTo>
                    <a:pt x="188524" y="406556"/>
                  </a:lnTo>
                  <a:lnTo>
                    <a:pt x="183605" y="408195"/>
                  </a:lnTo>
                  <a:lnTo>
                    <a:pt x="180327" y="408195"/>
                  </a:lnTo>
                  <a:lnTo>
                    <a:pt x="177048" y="408195"/>
                  </a:lnTo>
                  <a:lnTo>
                    <a:pt x="173769" y="408195"/>
                  </a:lnTo>
                  <a:lnTo>
                    <a:pt x="168851" y="408195"/>
                  </a:lnTo>
                  <a:lnTo>
                    <a:pt x="165573" y="406556"/>
                  </a:lnTo>
                  <a:lnTo>
                    <a:pt x="162294" y="408195"/>
                  </a:lnTo>
                  <a:lnTo>
                    <a:pt x="165573" y="408195"/>
                  </a:lnTo>
                  <a:lnTo>
                    <a:pt x="170491" y="408195"/>
                  </a:lnTo>
                  <a:lnTo>
                    <a:pt x="173769" y="409834"/>
                  </a:lnTo>
                  <a:lnTo>
                    <a:pt x="177048" y="411474"/>
                  </a:lnTo>
                  <a:lnTo>
                    <a:pt x="180327" y="414752"/>
                  </a:lnTo>
                  <a:lnTo>
                    <a:pt x="177048" y="416391"/>
                  </a:lnTo>
                  <a:lnTo>
                    <a:pt x="173769" y="416391"/>
                  </a:lnTo>
                  <a:lnTo>
                    <a:pt x="168851" y="414752"/>
                  </a:lnTo>
                  <a:lnTo>
                    <a:pt x="165573" y="414752"/>
                  </a:lnTo>
                  <a:lnTo>
                    <a:pt x="168851" y="414752"/>
                  </a:lnTo>
                  <a:lnTo>
                    <a:pt x="172130" y="416391"/>
                  </a:lnTo>
                  <a:lnTo>
                    <a:pt x="175409" y="421309"/>
                  </a:lnTo>
                  <a:lnTo>
                    <a:pt x="178688" y="424588"/>
                  </a:lnTo>
                  <a:lnTo>
                    <a:pt x="178688" y="427867"/>
                  </a:lnTo>
                  <a:lnTo>
                    <a:pt x="177048" y="431146"/>
                  </a:lnTo>
                  <a:lnTo>
                    <a:pt x="173769" y="434424"/>
                  </a:lnTo>
                  <a:lnTo>
                    <a:pt x="173769" y="434424"/>
                  </a:lnTo>
                  <a:lnTo>
                    <a:pt x="177048" y="434424"/>
                  </a:lnTo>
                  <a:lnTo>
                    <a:pt x="177048" y="439342"/>
                  </a:lnTo>
                  <a:lnTo>
                    <a:pt x="175409" y="437703"/>
                  </a:lnTo>
                  <a:lnTo>
                    <a:pt x="172130" y="437703"/>
                  </a:lnTo>
                  <a:lnTo>
                    <a:pt x="168851" y="437703"/>
                  </a:lnTo>
                  <a:lnTo>
                    <a:pt x="170491" y="439342"/>
                  </a:lnTo>
                  <a:lnTo>
                    <a:pt x="173769" y="442621"/>
                  </a:lnTo>
                  <a:lnTo>
                    <a:pt x="173769" y="442621"/>
                  </a:lnTo>
                  <a:lnTo>
                    <a:pt x="175409" y="445900"/>
                  </a:lnTo>
                  <a:lnTo>
                    <a:pt x="172130" y="447539"/>
                  </a:lnTo>
                  <a:lnTo>
                    <a:pt x="172130" y="450818"/>
                  </a:lnTo>
                  <a:lnTo>
                    <a:pt x="175409" y="454096"/>
                  </a:lnTo>
                  <a:lnTo>
                    <a:pt x="175409" y="457375"/>
                  </a:lnTo>
                  <a:lnTo>
                    <a:pt x="172130" y="460654"/>
                  </a:lnTo>
                  <a:lnTo>
                    <a:pt x="168851" y="463932"/>
                  </a:lnTo>
                  <a:lnTo>
                    <a:pt x="170491" y="463932"/>
                  </a:lnTo>
                  <a:lnTo>
                    <a:pt x="170491" y="468850"/>
                  </a:lnTo>
                  <a:lnTo>
                    <a:pt x="170491" y="468850"/>
                  </a:lnTo>
                  <a:lnTo>
                    <a:pt x="172130" y="470490"/>
                  </a:lnTo>
                  <a:lnTo>
                    <a:pt x="172130" y="473768"/>
                  </a:lnTo>
                  <a:lnTo>
                    <a:pt x="168851" y="475408"/>
                  </a:lnTo>
                  <a:lnTo>
                    <a:pt x="168851" y="478686"/>
                  </a:lnTo>
                  <a:lnTo>
                    <a:pt x="168851" y="481965"/>
                  </a:lnTo>
                  <a:lnTo>
                    <a:pt x="167212" y="485244"/>
                  </a:lnTo>
                  <a:lnTo>
                    <a:pt x="163934" y="490162"/>
                  </a:lnTo>
                  <a:lnTo>
                    <a:pt x="162294" y="493440"/>
                  </a:lnTo>
                  <a:lnTo>
                    <a:pt x="160655" y="495080"/>
                  </a:lnTo>
                  <a:lnTo>
                    <a:pt x="159015" y="498358"/>
                  </a:lnTo>
                  <a:lnTo>
                    <a:pt x="157376" y="501637"/>
                  </a:lnTo>
                  <a:lnTo>
                    <a:pt x="157376" y="503276"/>
                  </a:lnTo>
                  <a:lnTo>
                    <a:pt x="157376" y="506555"/>
                  </a:lnTo>
                  <a:lnTo>
                    <a:pt x="154098" y="509834"/>
                  </a:lnTo>
                  <a:lnTo>
                    <a:pt x="149179" y="509834"/>
                  </a:lnTo>
                  <a:lnTo>
                    <a:pt x="145901" y="508194"/>
                  </a:lnTo>
                  <a:lnTo>
                    <a:pt x="142622" y="508194"/>
                  </a:lnTo>
                  <a:lnTo>
                    <a:pt x="139344" y="508194"/>
                  </a:lnTo>
                  <a:lnTo>
                    <a:pt x="134425" y="509834"/>
                  </a:lnTo>
                  <a:lnTo>
                    <a:pt x="131147" y="509834"/>
                  </a:lnTo>
                  <a:lnTo>
                    <a:pt x="127868" y="509834"/>
                  </a:lnTo>
                  <a:lnTo>
                    <a:pt x="122950" y="509834"/>
                  </a:lnTo>
                  <a:lnTo>
                    <a:pt x="119671" y="509834"/>
                  </a:lnTo>
                  <a:lnTo>
                    <a:pt x="116393" y="509834"/>
                  </a:lnTo>
                  <a:lnTo>
                    <a:pt x="114754" y="511473"/>
                  </a:lnTo>
                  <a:lnTo>
                    <a:pt x="116393" y="514752"/>
                  </a:lnTo>
                  <a:lnTo>
                    <a:pt x="113114" y="516391"/>
                  </a:lnTo>
                  <a:lnTo>
                    <a:pt x="109835" y="513112"/>
                  </a:lnTo>
                  <a:lnTo>
                    <a:pt x="106557" y="516391"/>
                  </a:lnTo>
                  <a:lnTo>
                    <a:pt x="103278" y="518031"/>
                  </a:lnTo>
                  <a:lnTo>
                    <a:pt x="99999" y="521309"/>
                  </a:lnTo>
                  <a:lnTo>
                    <a:pt x="99999" y="524588"/>
                  </a:lnTo>
                  <a:lnTo>
                    <a:pt x="101639" y="529506"/>
                  </a:lnTo>
                  <a:lnTo>
                    <a:pt x="103278" y="532784"/>
                  </a:lnTo>
                  <a:lnTo>
                    <a:pt x="103278" y="536063"/>
                  </a:lnTo>
                  <a:lnTo>
                    <a:pt x="99999" y="540981"/>
                  </a:lnTo>
                  <a:lnTo>
                    <a:pt x="99999" y="540981"/>
                  </a:lnTo>
                  <a:lnTo>
                    <a:pt x="99999" y="540981"/>
                  </a:lnTo>
                  <a:lnTo>
                    <a:pt x="95081" y="540981"/>
                  </a:lnTo>
                  <a:lnTo>
                    <a:pt x="91802" y="539342"/>
                  </a:lnTo>
                  <a:lnTo>
                    <a:pt x="86885" y="539342"/>
                  </a:lnTo>
                  <a:lnTo>
                    <a:pt x="86885" y="539342"/>
                  </a:lnTo>
                  <a:lnTo>
                    <a:pt x="81967" y="540981"/>
                  </a:lnTo>
                  <a:lnTo>
                    <a:pt x="78688" y="540981"/>
                  </a:lnTo>
                  <a:lnTo>
                    <a:pt x="75409" y="542621"/>
                  </a:lnTo>
                  <a:lnTo>
                    <a:pt x="70491" y="544260"/>
                  </a:lnTo>
                  <a:lnTo>
                    <a:pt x="67212" y="542621"/>
                  </a:lnTo>
                  <a:lnTo>
                    <a:pt x="63934" y="542621"/>
                  </a:lnTo>
                  <a:lnTo>
                    <a:pt x="59016" y="540981"/>
                  </a:lnTo>
                  <a:lnTo>
                    <a:pt x="55737" y="540981"/>
                  </a:lnTo>
                  <a:lnTo>
                    <a:pt x="59016" y="539342"/>
                  </a:lnTo>
                  <a:lnTo>
                    <a:pt x="57377" y="536063"/>
                  </a:lnTo>
                  <a:lnTo>
                    <a:pt x="60655" y="531145"/>
                  </a:lnTo>
                  <a:lnTo>
                    <a:pt x="62295" y="527866"/>
                  </a:lnTo>
                  <a:lnTo>
                    <a:pt x="57377" y="524588"/>
                  </a:lnTo>
                  <a:lnTo>
                    <a:pt x="57377" y="521309"/>
                  </a:lnTo>
                  <a:lnTo>
                    <a:pt x="54098" y="518031"/>
                  </a:lnTo>
                  <a:lnTo>
                    <a:pt x="50819" y="514752"/>
                  </a:lnTo>
                  <a:lnTo>
                    <a:pt x="49180" y="511473"/>
                  </a:lnTo>
                  <a:lnTo>
                    <a:pt x="45901" y="508194"/>
                  </a:lnTo>
                  <a:lnTo>
                    <a:pt x="45901" y="503276"/>
                  </a:lnTo>
                  <a:lnTo>
                    <a:pt x="50819" y="504916"/>
                  </a:lnTo>
                  <a:lnTo>
                    <a:pt x="54098" y="506555"/>
                  </a:lnTo>
                  <a:lnTo>
                    <a:pt x="54098" y="503276"/>
                  </a:lnTo>
                  <a:lnTo>
                    <a:pt x="50819" y="499998"/>
                  </a:lnTo>
                  <a:lnTo>
                    <a:pt x="50819" y="496719"/>
                  </a:lnTo>
                  <a:lnTo>
                    <a:pt x="54098" y="496719"/>
                  </a:lnTo>
                  <a:lnTo>
                    <a:pt x="57377" y="496719"/>
                  </a:lnTo>
                  <a:lnTo>
                    <a:pt x="57377" y="493440"/>
                  </a:lnTo>
                  <a:lnTo>
                    <a:pt x="59016" y="491801"/>
                  </a:lnTo>
                  <a:lnTo>
                    <a:pt x="55737" y="488522"/>
                  </a:lnTo>
                  <a:lnTo>
                    <a:pt x="50819" y="488522"/>
                  </a:lnTo>
                  <a:lnTo>
                    <a:pt x="47541" y="485244"/>
                  </a:lnTo>
                  <a:lnTo>
                    <a:pt x="45901" y="481965"/>
                  </a:lnTo>
                  <a:lnTo>
                    <a:pt x="44262" y="478686"/>
                  </a:lnTo>
                  <a:lnTo>
                    <a:pt x="42622" y="478686"/>
                  </a:lnTo>
                  <a:lnTo>
                    <a:pt x="39344" y="475408"/>
                  </a:lnTo>
                  <a:lnTo>
                    <a:pt x="36065" y="472129"/>
                  </a:lnTo>
                  <a:lnTo>
                    <a:pt x="36065" y="468850"/>
                  </a:lnTo>
                  <a:lnTo>
                    <a:pt x="32787" y="463932"/>
                  </a:lnTo>
                  <a:lnTo>
                    <a:pt x="32787" y="460654"/>
                  </a:lnTo>
                  <a:lnTo>
                    <a:pt x="29508" y="457375"/>
                  </a:lnTo>
                  <a:lnTo>
                    <a:pt x="24590" y="457375"/>
                  </a:lnTo>
                  <a:lnTo>
                    <a:pt x="26229" y="454096"/>
                  </a:lnTo>
                  <a:lnTo>
                    <a:pt x="26229" y="450818"/>
                  </a:lnTo>
                  <a:lnTo>
                    <a:pt x="24590" y="449178"/>
                  </a:lnTo>
                  <a:lnTo>
                    <a:pt x="22951" y="445900"/>
                  </a:lnTo>
                  <a:lnTo>
                    <a:pt x="19672" y="444260"/>
                  </a:lnTo>
                  <a:lnTo>
                    <a:pt x="22951" y="440981"/>
                  </a:lnTo>
                  <a:lnTo>
                    <a:pt x="19672" y="442621"/>
                  </a:lnTo>
                  <a:lnTo>
                    <a:pt x="18032" y="437703"/>
                  </a:lnTo>
                  <a:lnTo>
                    <a:pt x="19672" y="434424"/>
                  </a:lnTo>
                  <a:lnTo>
                    <a:pt x="22951" y="431146"/>
                  </a:lnTo>
                  <a:lnTo>
                    <a:pt x="22951" y="427867"/>
                  </a:lnTo>
                  <a:lnTo>
                    <a:pt x="22951" y="422949"/>
                  </a:lnTo>
                  <a:lnTo>
                    <a:pt x="22951" y="419670"/>
                  </a:lnTo>
                  <a:lnTo>
                    <a:pt x="19672" y="419670"/>
                  </a:lnTo>
                  <a:lnTo>
                    <a:pt x="16393" y="422949"/>
                  </a:lnTo>
                  <a:lnTo>
                    <a:pt x="11475" y="422949"/>
                  </a:lnTo>
                  <a:lnTo>
                    <a:pt x="14754" y="419670"/>
                  </a:lnTo>
                  <a:lnTo>
                    <a:pt x="18032" y="414752"/>
                  </a:lnTo>
                  <a:lnTo>
                    <a:pt x="14754" y="414752"/>
                  </a:lnTo>
                  <a:lnTo>
                    <a:pt x="14754" y="418031"/>
                  </a:lnTo>
                  <a:lnTo>
                    <a:pt x="9836" y="421309"/>
                  </a:lnTo>
                  <a:lnTo>
                    <a:pt x="8197" y="418031"/>
                  </a:lnTo>
                  <a:lnTo>
                    <a:pt x="4918" y="419670"/>
                  </a:lnTo>
                  <a:lnTo>
                    <a:pt x="4918" y="414752"/>
                  </a:lnTo>
                  <a:lnTo>
                    <a:pt x="4918" y="411474"/>
                  </a:lnTo>
                  <a:lnTo>
                    <a:pt x="4918" y="408195"/>
                  </a:lnTo>
                  <a:lnTo>
                    <a:pt x="4918" y="403277"/>
                  </a:lnTo>
                  <a:lnTo>
                    <a:pt x="3278" y="399998"/>
                  </a:lnTo>
                  <a:lnTo>
                    <a:pt x="3278" y="396719"/>
                  </a:lnTo>
                  <a:lnTo>
                    <a:pt x="0" y="391801"/>
                  </a:lnTo>
                  <a:lnTo>
                    <a:pt x="3278" y="38852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2" name="Freeform 2871">
              <a:extLst>
                <a:ext uri="{FF2B5EF4-FFF2-40B4-BE49-F238E27FC236}">
                  <a16:creationId xmlns:a16="http://schemas.microsoft.com/office/drawing/2014/main" id="{CA291DE2-2397-8642-95AA-677413B32B78}"/>
                </a:ext>
              </a:extLst>
            </p:cNvPr>
            <p:cNvSpPr/>
            <p:nvPr/>
          </p:nvSpPr>
          <p:spPr>
            <a:xfrm>
              <a:off x="5974689" y="1408352"/>
              <a:ext cx="1639" cy="4917"/>
            </a:xfrm>
            <a:custGeom>
              <a:avLst/>
              <a:gdLst>
                <a:gd name="connsiteX0" fmla="*/ 0 w 1639"/>
                <a:gd name="connsiteY0" fmla="*/ 0 h 4917"/>
                <a:gd name="connsiteX1" fmla="*/ 1639 w 1639"/>
                <a:gd name="connsiteY1" fmla="*/ 0 h 4917"/>
                <a:gd name="connsiteX2" fmla="*/ 1639 w 1639"/>
                <a:gd name="connsiteY2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4917">
                  <a:moveTo>
                    <a:pt x="0" y="0"/>
                  </a:moveTo>
                  <a:lnTo>
                    <a:pt x="1639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3" name="Freeform 2872">
              <a:extLst>
                <a:ext uri="{FF2B5EF4-FFF2-40B4-BE49-F238E27FC236}">
                  <a16:creationId xmlns:a16="http://schemas.microsoft.com/office/drawing/2014/main" id="{88189FB4-E4BF-D942-8F48-973B6F4749B9}"/>
                </a:ext>
              </a:extLst>
            </p:cNvPr>
            <p:cNvSpPr/>
            <p:nvPr/>
          </p:nvSpPr>
          <p:spPr>
            <a:xfrm>
              <a:off x="6320589" y="2265725"/>
              <a:ext cx="104917" cy="90163"/>
            </a:xfrm>
            <a:custGeom>
              <a:avLst/>
              <a:gdLst>
                <a:gd name="connsiteX0" fmla="*/ 0 w 104917"/>
                <a:gd name="connsiteY0" fmla="*/ 60655 h 90163"/>
                <a:gd name="connsiteX1" fmla="*/ 3278 w 104917"/>
                <a:gd name="connsiteY1" fmla="*/ 57377 h 90163"/>
                <a:gd name="connsiteX2" fmla="*/ 4918 w 104917"/>
                <a:gd name="connsiteY2" fmla="*/ 54098 h 90163"/>
                <a:gd name="connsiteX3" fmla="*/ 9836 w 104917"/>
                <a:gd name="connsiteY3" fmla="*/ 50820 h 90163"/>
                <a:gd name="connsiteX4" fmla="*/ 9836 w 104917"/>
                <a:gd name="connsiteY4" fmla="*/ 47541 h 90163"/>
                <a:gd name="connsiteX5" fmla="*/ 8197 w 104917"/>
                <a:gd name="connsiteY5" fmla="*/ 44262 h 90163"/>
                <a:gd name="connsiteX6" fmla="*/ 8197 w 104917"/>
                <a:gd name="connsiteY6" fmla="*/ 40983 h 90163"/>
                <a:gd name="connsiteX7" fmla="*/ 11475 w 104917"/>
                <a:gd name="connsiteY7" fmla="*/ 36065 h 90163"/>
                <a:gd name="connsiteX8" fmla="*/ 14754 w 104917"/>
                <a:gd name="connsiteY8" fmla="*/ 32787 h 90163"/>
                <a:gd name="connsiteX9" fmla="*/ 19672 w 104917"/>
                <a:gd name="connsiteY9" fmla="*/ 32787 h 90163"/>
                <a:gd name="connsiteX10" fmla="*/ 18032 w 104917"/>
                <a:gd name="connsiteY10" fmla="*/ 29508 h 90163"/>
                <a:gd name="connsiteX11" fmla="*/ 18032 w 104917"/>
                <a:gd name="connsiteY11" fmla="*/ 24590 h 90163"/>
                <a:gd name="connsiteX12" fmla="*/ 16393 w 104917"/>
                <a:gd name="connsiteY12" fmla="*/ 21311 h 90163"/>
                <a:gd name="connsiteX13" fmla="*/ 14754 w 104917"/>
                <a:gd name="connsiteY13" fmla="*/ 21311 h 90163"/>
                <a:gd name="connsiteX14" fmla="*/ 13114 w 104917"/>
                <a:gd name="connsiteY14" fmla="*/ 19672 h 90163"/>
                <a:gd name="connsiteX15" fmla="*/ 13114 w 104917"/>
                <a:gd name="connsiteY15" fmla="*/ 19672 h 90163"/>
                <a:gd name="connsiteX16" fmla="*/ 11475 w 104917"/>
                <a:gd name="connsiteY16" fmla="*/ 18033 h 90163"/>
                <a:gd name="connsiteX17" fmla="*/ 8197 w 104917"/>
                <a:gd name="connsiteY17" fmla="*/ 18033 h 90163"/>
                <a:gd name="connsiteX18" fmla="*/ 8197 w 104917"/>
                <a:gd name="connsiteY18" fmla="*/ 16393 h 90163"/>
                <a:gd name="connsiteX19" fmla="*/ 8197 w 104917"/>
                <a:gd name="connsiteY19" fmla="*/ 16393 h 90163"/>
                <a:gd name="connsiteX20" fmla="*/ 8197 w 104917"/>
                <a:gd name="connsiteY20" fmla="*/ 13115 h 90163"/>
                <a:gd name="connsiteX21" fmla="*/ 11475 w 104917"/>
                <a:gd name="connsiteY21" fmla="*/ 11475 h 90163"/>
                <a:gd name="connsiteX22" fmla="*/ 14754 w 104917"/>
                <a:gd name="connsiteY22" fmla="*/ 11475 h 90163"/>
                <a:gd name="connsiteX23" fmla="*/ 14754 w 104917"/>
                <a:gd name="connsiteY23" fmla="*/ 8197 h 90163"/>
                <a:gd name="connsiteX24" fmla="*/ 14754 w 104917"/>
                <a:gd name="connsiteY24" fmla="*/ 8197 h 90163"/>
                <a:gd name="connsiteX25" fmla="*/ 18032 w 104917"/>
                <a:gd name="connsiteY25" fmla="*/ 4918 h 90163"/>
                <a:gd name="connsiteX26" fmla="*/ 21311 w 104917"/>
                <a:gd name="connsiteY26" fmla="*/ 6557 h 90163"/>
                <a:gd name="connsiteX27" fmla="*/ 24590 w 104917"/>
                <a:gd name="connsiteY27" fmla="*/ 4918 h 90163"/>
                <a:gd name="connsiteX28" fmla="*/ 27868 w 104917"/>
                <a:gd name="connsiteY28" fmla="*/ 4918 h 90163"/>
                <a:gd name="connsiteX29" fmla="*/ 29508 w 104917"/>
                <a:gd name="connsiteY29" fmla="*/ 3279 h 90163"/>
                <a:gd name="connsiteX30" fmla="*/ 31147 w 104917"/>
                <a:gd name="connsiteY30" fmla="*/ 0 h 90163"/>
                <a:gd name="connsiteX31" fmla="*/ 34426 w 104917"/>
                <a:gd name="connsiteY31" fmla="*/ 1639 h 90163"/>
                <a:gd name="connsiteX32" fmla="*/ 39344 w 104917"/>
                <a:gd name="connsiteY32" fmla="*/ 0 h 90163"/>
                <a:gd name="connsiteX33" fmla="*/ 42622 w 104917"/>
                <a:gd name="connsiteY33" fmla="*/ 1639 h 90163"/>
                <a:gd name="connsiteX34" fmla="*/ 45901 w 104917"/>
                <a:gd name="connsiteY34" fmla="*/ 4918 h 90163"/>
                <a:gd name="connsiteX35" fmla="*/ 47541 w 104917"/>
                <a:gd name="connsiteY35" fmla="*/ 6557 h 90163"/>
                <a:gd name="connsiteX36" fmla="*/ 50819 w 104917"/>
                <a:gd name="connsiteY36" fmla="*/ 8197 h 90163"/>
                <a:gd name="connsiteX37" fmla="*/ 54098 w 104917"/>
                <a:gd name="connsiteY37" fmla="*/ 4918 h 90163"/>
                <a:gd name="connsiteX38" fmla="*/ 57377 w 104917"/>
                <a:gd name="connsiteY38" fmla="*/ 6557 h 90163"/>
                <a:gd name="connsiteX39" fmla="*/ 62295 w 104917"/>
                <a:gd name="connsiteY39" fmla="*/ 4918 h 90163"/>
                <a:gd name="connsiteX40" fmla="*/ 65573 w 104917"/>
                <a:gd name="connsiteY40" fmla="*/ 4918 h 90163"/>
                <a:gd name="connsiteX41" fmla="*/ 67212 w 104917"/>
                <a:gd name="connsiteY41" fmla="*/ 9836 h 90163"/>
                <a:gd name="connsiteX42" fmla="*/ 65573 w 104917"/>
                <a:gd name="connsiteY42" fmla="*/ 13115 h 90163"/>
                <a:gd name="connsiteX43" fmla="*/ 67212 w 104917"/>
                <a:gd name="connsiteY43" fmla="*/ 16393 h 90163"/>
                <a:gd name="connsiteX44" fmla="*/ 68852 w 104917"/>
                <a:gd name="connsiteY44" fmla="*/ 21311 h 90163"/>
                <a:gd name="connsiteX45" fmla="*/ 72131 w 104917"/>
                <a:gd name="connsiteY45" fmla="*/ 24590 h 90163"/>
                <a:gd name="connsiteX46" fmla="*/ 73770 w 104917"/>
                <a:gd name="connsiteY46" fmla="*/ 24590 h 90163"/>
                <a:gd name="connsiteX47" fmla="*/ 77049 w 104917"/>
                <a:gd name="connsiteY47" fmla="*/ 27869 h 90163"/>
                <a:gd name="connsiteX48" fmla="*/ 80327 w 104917"/>
                <a:gd name="connsiteY48" fmla="*/ 29508 h 90163"/>
                <a:gd name="connsiteX49" fmla="*/ 85245 w 104917"/>
                <a:gd name="connsiteY49" fmla="*/ 31148 h 90163"/>
                <a:gd name="connsiteX50" fmla="*/ 88524 w 104917"/>
                <a:gd name="connsiteY50" fmla="*/ 32787 h 90163"/>
                <a:gd name="connsiteX51" fmla="*/ 91802 w 104917"/>
                <a:gd name="connsiteY51" fmla="*/ 34426 h 90163"/>
                <a:gd name="connsiteX52" fmla="*/ 95081 w 104917"/>
                <a:gd name="connsiteY52" fmla="*/ 36065 h 90163"/>
                <a:gd name="connsiteX53" fmla="*/ 99999 w 104917"/>
                <a:gd name="connsiteY53" fmla="*/ 36065 h 90163"/>
                <a:gd name="connsiteX54" fmla="*/ 103278 w 104917"/>
                <a:gd name="connsiteY54" fmla="*/ 37705 h 90163"/>
                <a:gd name="connsiteX55" fmla="*/ 104917 w 104917"/>
                <a:gd name="connsiteY55" fmla="*/ 40983 h 90163"/>
                <a:gd name="connsiteX56" fmla="*/ 104917 w 104917"/>
                <a:gd name="connsiteY56" fmla="*/ 44262 h 90163"/>
                <a:gd name="connsiteX57" fmla="*/ 101639 w 104917"/>
                <a:gd name="connsiteY57" fmla="*/ 47541 h 90163"/>
                <a:gd name="connsiteX58" fmla="*/ 98360 w 104917"/>
                <a:gd name="connsiteY58" fmla="*/ 49180 h 90163"/>
                <a:gd name="connsiteX59" fmla="*/ 95081 w 104917"/>
                <a:gd name="connsiteY59" fmla="*/ 49180 h 90163"/>
                <a:gd name="connsiteX60" fmla="*/ 90164 w 104917"/>
                <a:gd name="connsiteY60" fmla="*/ 49180 h 90163"/>
                <a:gd name="connsiteX61" fmla="*/ 88524 w 104917"/>
                <a:gd name="connsiteY61" fmla="*/ 45901 h 90163"/>
                <a:gd name="connsiteX62" fmla="*/ 88524 w 104917"/>
                <a:gd name="connsiteY62" fmla="*/ 47541 h 90163"/>
                <a:gd name="connsiteX63" fmla="*/ 83606 w 104917"/>
                <a:gd name="connsiteY63" fmla="*/ 47541 h 90163"/>
                <a:gd name="connsiteX64" fmla="*/ 80327 w 104917"/>
                <a:gd name="connsiteY64" fmla="*/ 45901 h 90163"/>
                <a:gd name="connsiteX65" fmla="*/ 77049 w 104917"/>
                <a:gd name="connsiteY65" fmla="*/ 45901 h 90163"/>
                <a:gd name="connsiteX66" fmla="*/ 73770 w 104917"/>
                <a:gd name="connsiteY66" fmla="*/ 44262 h 90163"/>
                <a:gd name="connsiteX67" fmla="*/ 68852 w 104917"/>
                <a:gd name="connsiteY67" fmla="*/ 45901 h 90163"/>
                <a:gd name="connsiteX68" fmla="*/ 68852 w 104917"/>
                <a:gd name="connsiteY68" fmla="*/ 45901 h 90163"/>
                <a:gd name="connsiteX69" fmla="*/ 65573 w 104917"/>
                <a:gd name="connsiteY69" fmla="*/ 49180 h 90163"/>
                <a:gd name="connsiteX70" fmla="*/ 60655 w 104917"/>
                <a:gd name="connsiteY70" fmla="*/ 47541 h 90163"/>
                <a:gd name="connsiteX71" fmla="*/ 57377 w 104917"/>
                <a:gd name="connsiteY71" fmla="*/ 47541 h 90163"/>
                <a:gd name="connsiteX72" fmla="*/ 54098 w 104917"/>
                <a:gd name="connsiteY72" fmla="*/ 49180 h 90163"/>
                <a:gd name="connsiteX73" fmla="*/ 50819 w 104917"/>
                <a:gd name="connsiteY73" fmla="*/ 49180 h 90163"/>
                <a:gd name="connsiteX74" fmla="*/ 49180 w 104917"/>
                <a:gd name="connsiteY74" fmla="*/ 54098 h 90163"/>
                <a:gd name="connsiteX75" fmla="*/ 45901 w 104917"/>
                <a:gd name="connsiteY75" fmla="*/ 57377 h 90163"/>
                <a:gd name="connsiteX76" fmla="*/ 44262 w 104917"/>
                <a:gd name="connsiteY76" fmla="*/ 60655 h 90163"/>
                <a:gd name="connsiteX77" fmla="*/ 40983 w 104917"/>
                <a:gd name="connsiteY77" fmla="*/ 63934 h 90163"/>
                <a:gd name="connsiteX78" fmla="*/ 37705 w 104917"/>
                <a:gd name="connsiteY78" fmla="*/ 65573 h 90163"/>
                <a:gd name="connsiteX79" fmla="*/ 32787 w 104917"/>
                <a:gd name="connsiteY79" fmla="*/ 67213 h 90163"/>
                <a:gd name="connsiteX80" fmla="*/ 29508 w 104917"/>
                <a:gd name="connsiteY80" fmla="*/ 68852 h 90163"/>
                <a:gd name="connsiteX81" fmla="*/ 26229 w 104917"/>
                <a:gd name="connsiteY81" fmla="*/ 70492 h 90163"/>
                <a:gd name="connsiteX82" fmla="*/ 22951 w 104917"/>
                <a:gd name="connsiteY82" fmla="*/ 73770 h 90163"/>
                <a:gd name="connsiteX83" fmla="*/ 19672 w 104917"/>
                <a:gd name="connsiteY83" fmla="*/ 78688 h 90163"/>
                <a:gd name="connsiteX84" fmla="*/ 16393 w 104917"/>
                <a:gd name="connsiteY84" fmla="*/ 81967 h 90163"/>
                <a:gd name="connsiteX85" fmla="*/ 11475 w 104917"/>
                <a:gd name="connsiteY85" fmla="*/ 83606 h 90163"/>
                <a:gd name="connsiteX86" fmla="*/ 11475 w 104917"/>
                <a:gd name="connsiteY86" fmla="*/ 86885 h 90163"/>
                <a:gd name="connsiteX87" fmla="*/ 8197 w 104917"/>
                <a:gd name="connsiteY87" fmla="*/ 90164 h 90163"/>
                <a:gd name="connsiteX88" fmla="*/ 8197 w 104917"/>
                <a:gd name="connsiteY88" fmla="*/ 85245 h 90163"/>
                <a:gd name="connsiteX89" fmla="*/ 9836 w 104917"/>
                <a:gd name="connsiteY89" fmla="*/ 81967 h 90163"/>
                <a:gd name="connsiteX90" fmla="*/ 8197 w 104917"/>
                <a:gd name="connsiteY90" fmla="*/ 78688 h 90163"/>
                <a:gd name="connsiteX91" fmla="*/ 11475 w 104917"/>
                <a:gd name="connsiteY91" fmla="*/ 75410 h 90163"/>
                <a:gd name="connsiteX92" fmla="*/ 14754 w 104917"/>
                <a:gd name="connsiteY92" fmla="*/ 72131 h 90163"/>
                <a:gd name="connsiteX93" fmla="*/ 18032 w 104917"/>
                <a:gd name="connsiteY93" fmla="*/ 70492 h 90163"/>
                <a:gd name="connsiteX94" fmla="*/ 22951 w 104917"/>
                <a:gd name="connsiteY94" fmla="*/ 70492 h 90163"/>
                <a:gd name="connsiteX95" fmla="*/ 26229 w 104917"/>
                <a:gd name="connsiteY95" fmla="*/ 67213 h 90163"/>
                <a:gd name="connsiteX96" fmla="*/ 26229 w 104917"/>
                <a:gd name="connsiteY96" fmla="*/ 63934 h 90163"/>
                <a:gd name="connsiteX97" fmla="*/ 24590 w 104917"/>
                <a:gd name="connsiteY97" fmla="*/ 63934 h 90163"/>
                <a:gd name="connsiteX98" fmla="*/ 21311 w 104917"/>
                <a:gd name="connsiteY98" fmla="*/ 63934 h 90163"/>
                <a:gd name="connsiteX99" fmla="*/ 18032 w 104917"/>
                <a:gd name="connsiteY99" fmla="*/ 65573 h 90163"/>
                <a:gd name="connsiteX100" fmla="*/ 14754 w 104917"/>
                <a:gd name="connsiteY100" fmla="*/ 65573 h 90163"/>
                <a:gd name="connsiteX101" fmla="*/ 11475 w 104917"/>
                <a:gd name="connsiteY101" fmla="*/ 65573 h 90163"/>
                <a:gd name="connsiteX102" fmla="*/ 6557 w 104917"/>
                <a:gd name="connsiteY102" fmla="*/ 65573 h 90163"/>
                <a:gd name="connsiteX103" fmla="*/ 3278 w 104917"/>
                <a:gd name="connsiteY103" fmla="*/ 65573 h 90163"/>
                <a:gd name="connsiteX104" fmla="*/ 0 w 104917"/>
                <a:gd name="connsiteY104" fmla="*/ 62295 h 90163"/>
                <a:gd name="connsiteX105" fmla="*/ 0 w 104917"/>
                <a:gd name="connsiteY105" fmla="*/ 60655 h 90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104917" h="90163">
                  <a:moveTo>
                    <a:pt x="0" y="60655"/>
                  </a:moveTo>
                  <a:lnTo>
                    <a:pt x="3278" y="57377"/>
                  </a:lnTo>
                  <a:lnTo>
                    <a:pt x="4918" y="54098"/>
                  </a:lnTo>
                  <a:lnTo>
                    <a:pt x="9836" y="50820"/>
                  </a:lnTo>
                  <a:lnTo>
                    <a:pt x="9836" y="47541"/>
                  </a:lnTo>
                  <a:lnTo>
                    <a:pt x="8197" y="44262"/>
                  </a:lnTo>
                  <a:lnTo>
                    <a:pt x="8197" y="40983"/>
                  </a:lnTo>
                  <a:lnTo>
                    <a:pt x="11475" y="36065"/>
                  </a:lnTo>
                  <a:lnTo>
                    <a:pt x="14754" y="32787"/>
                  </a:lnTo>
                  <a:lnTo>
                    <a:pt x="19672" y="32787"/>
                  </a:lnTo>
                  <a:lnTo>
                    <a:pt x="18032" y="29508"/>
                  </a:lnTo>
                  <a:lnTo>
                    <a:pt x="18032" y="24590"/>
                  </a:lnTo>
                  <a:lnTo>
                    <a:pt x="16393" y="21311"/>
                  </a:lnTo>
                  <a:lnTo>
                    <a:pt x="14754" y="21311"/>
                  </a:lnTo>
                  <a:lnTo>
                    <a:pt x="13114" y="19672"/>
                  </a:lnTo>
                  <a:lnTo>
                    <a:pt x="13114" y="19672"/>
                  </a:lnTo>
                  <a:lnTo>
                    <a:pt x="11475" y="18033"/>
                  </a:lnTo>
                  <a:lnTo>
                    <a:pt x="8197" y="18033"/>
                  </a:lnTo>
                  <a:lnTo>
                    <a:pt x="8197" y="16393"/>
                  </a:lnTo>
                  <a:lnTo>
                    <a:pt x="8197" y="16393"/>
                  </a:lnTo>
                  <a:lnTo>
                    <a:pt x="8197" y="13115"/>
                  </a:lnTo>
                  <a:lnTo>
                    <a:pt x="11475" y="11475"/>
                  </a:lnTo>
                  <a:lnTo>
                    <a:pt x="14754" y="11475"/>
                  </a:lnTo>
                  <a:lnTo>
                    <a:pt x="14754" y="8197"/>
                  </a:lnTo>
                  <a:lnTo>
                    <a:pt x="14754" y="8197"/>
                  </a:lnTo>
                  <a:lnTo>
                    <a:pt x="18032" y="4918"/>
                  </a:lnTo>
                  <a:lnTo>
                    <a:pt x="21311" y="6557"/>
                  </a:lnTo>
                  <a:lnTo>
                    <a:pt x="24590" y="4918"/>
                  </a:lnTo>
                  <a:lnTo>
                    <a:pt x="27868" y="4918"/>
                  </a:lnTo>
                  <a:lnTo>
                    <a:pt x="29508" y="3279"/>
                  </a:lnTo>
                  <a:lnTo>
                    <a:pt x="31147" y="0"/>
                  </a:lnTo>
                  <a:lnTo>
                    <a:pt x="34426" y="1639"/>
                  </a:lnTo>
                  <a:lnTo>
                    <a:pt x="39344" y="0"/>
                  </a:lnTo>
                  <a:lnTo>
                    <a:pt x="42622" y="1639"/>
                  </a:lnTo>
                  <a:lnTo>
                    <a:pt x="45901" y="4918"/>
                  </a:lnTo>
                  <a:lnTo>
                    <a:pt x="47541" y="6557"/>
                  </a:lnTo>
                  <a:lnTo>
                    <a:pt x="50819" y="8197"/>
                  </a:lnTo>
                  <a:lnTo>
                    <a:pt x="54098" y="4918"/>
                  </a:lnTo>
                  <a:lnTo>
                    <a:pt x="57377" y="6557"/>
                  </a:lnTo>
                  <a:lnTo>
                    <a:pt x="62295" y="4918"/>
                  </a:lnTo>
                  <a:lnTo>
                    <a:pt x="65573" y="4918"/>
                  </a:lnTo>
                  <a:lnTo>
                    <a:pt x="67212" y="9836"/>
                  </a:lnTo>
                  <a:lnTo>
                    <a:pt x="65573" y="13115"/>
                  </a:lnTo>
                  <a:lnTo>
                    <a:pt x="67212" y="16393"/>
                  </a:lnTo>
                  <a:lnTo>
                    <a:pt x="68852" y="21311"/>
                  </a:lnTo>
                  <a:lnTo>
                    <a:pt x="72131" y="24590"/>
                  </a:lnTo>
                  <a:lnTo>
                    <a:pt x="73770" y="24590"/>
                  </a:lnTo>
                  <a:lnTo>
                    <a:pt x="77049" y="27869"/>
                  </a:lnTo>
                  <a:lnTo>
                    <a:pt x="80327" y="29508"/>
                  </a:lnTo>
                  <a:lnTo>
                    <a:pt x="85245" y="31148"/>
                  </a:lnTo>
                  <a:lnTo>
                    <a:pt x="88524" y="32787"/>
                  </a:lnTo>
                  <a:lnTo>
                    <a:pt x="91802" y="34426"/>
                  </a:lnTo>
                  <a:lnTo>
                    <a:pt x="95081" y="36065"/>
                  </a:lnTo>
                  <a:lnTo>
                    <a:pt x="99999" y="36065"/>
                  </a:lnTo>
                  <a:lnTo>
                    <a:pt x="103278" y="37705"/>
                  </a:lnTo>
                  <a:lnTo>
                    <a:pt x="104917" y="40983"/>
                  </a:lnTo>
                  <a:lnTo>
                    <a:pt x="104917" y="44262"/>
                  </a:lnTo>
                  <a:lnTo>
                    <a:pt x="101639" y="47541"/>
                  </a:lnTo>
                  <a:lnTo>
                    <a:pt x="98360" y="49180"/>
                  </a:lnTo>
                  <a:lnTo>
                    <a:pt x="95081" y="49180"/>
                  </a:lnTo>
                  <a:lnTo>
                    <a:pt x="90164" y="49180"/>
                  </a:lnTo>
                  <a:lnTo>
                    <a:pt x="88524" y="45901"/>
                  </a:lnTo>
                  <a:lnTo>
                    <a:pt x="88524" y="47541"/>
                  </a:lnTo>
                  <a:lnTo>
                    <a:pt x="83606" y="47541"/>
                  </a:lnTo>
                  <a:lnTo>
                    <a:pt x="80327" y="45901"/>
                  </a:lnTo>
                  <a:lnTo>
                    <a:pt x="77049" y="45901"/>
                  </a:lnTo>
                  <a:lnTo>
                    <a:pt x="73770" y="44262"/>
                  </a:lnTo>
                  <a:lnTo>
                    <a:pt x="68852" y="45901"/>
                  </a:lnTo>
                  <a:lnTo>
                    <a:pt x="68852" y="45901"/>
                  </a:lnTo>
                  <a:lnTo>
                    <a:pt x="65573" y="49180"/>
                  </a:lnTo>
                  <a:lnTo>
                    <a:pt x="60655" y="47541"/>
                  </a:lnTo>
                  <a:lnTo>
                    <a:pt x="57377" y="47541"/>
                  </a:lnTo>
                  <a:lnTo>
                    <a:pt x="54098" y="49180"/>
                  </a:lnTo>
                  <a:lnTo>
                    <a:pt x="50819" y="49180"/>
                  </a:lnTo>
                  <a:lnTo>
                    <a:pt x="49180" y="54098"/>
                  </a:lnTo>
                  <a:lnTo>
                    <a:pt x="45901" y="57377"/>
                  </a:lnTo>
                  <a:lnTo>
                    <a:pt x="44262" y="60655"/>
                  </a:lnTo>
                  <a:lnTo>
                    <a:pt x="40983" y="63934"/>
                  </a:lnTo>
                  <a:lnTo>
                    <a:pt x="37705" y="65573"/>
                  </a:lnTo>
                  <a:lnTo>
                    <a:pt x="32787" y="67213"/>
                  </a:lnTo>
                  <a:lnTo>
                    <a:pt x="29508" y="68852"/>
                  </a:lnTo>
                  <a:lnTo>
                    <a:pt x="26229" y="70492"/>
                  </a:lnTo>
                  <a:lnTo>
                    <a:pt x="22951" y="73770"/>
                  </a:lnTo>
                  <a:lnTo>
                    <a:pt x="19672" y="78688"/>
                  </a:lnTo>
                  <a:lnTo>
                    <a:pt x="16393" y="81967"/>
                  </a:lnTo>
                  <a:lnTo>
                    <a:pt x="11475" y="83606"/>
                  </a:lnTo>
                  <a:lnTo>
                    <a:pt x="11475" y="86885"/>
                  </a:lnTo>
                  <a:lnTo>
                    <a:pt x="8197" y="90164"/>
                  </a:lnTo>
                  <a:lnTo>
                    <a:pt x="8197" y="85245"/>
                  </a:lnTo>
                  <a:lnTo>
                    <a:pt x="9836" y="81967"/>
                  </a:lnTo>
                  <a:lnTo>
                    <a:pt x="8197" y="78688"/>
                  </a:lnTo>
                  <a:lnTo>
                    <a:pt x="11475" y="75410"/>
                  </a:lnTo>
                  <a:lnTo>
                    <a:pt x="14754" y="72131"/>
                  </a:lnTo>
                  <a:lnTo>
                    <a:pt x="18032" y="70492"/>
                  </a:lnTo>
                  <a:lnTo>
                    <a:pt x="22951" y="70492"/>
                  </a:lnTo>
                  <a:lnTo>
                    <a:pt x="26229" y="67213"/>
                  </a:lnTo>
                  <a:lnTo>
                    <a:pt x="26229" y="63934"/>
                  </a:lnTo>
                  <a:lnTo>
                    <a:pt x="24590" y="63934"/>
                  </a:lnTo>
                  <a:lnTo>
                    <a:pt x="21311" y="63934"/>
                  </a:lnTo>
                  <a:lnTo>
                    <a:pt x="18032" y="65573"/>
                  </a:lnTo>
                  <a:lnTo>
                    <a:pt x="14754" y="65573"/>
                  </a:lnTo>
                  <a:lnTo>
                    <a:pt x="11475" y="65573"/>
                  </a:lnTo>
                  <a:lnTo>
                    <a:pt x="6557" y="65573"/>
                  </a:lnTo>
                  <a:lnTo>
                    <a:pt x="3278" y="65573"/>
                  </a:lnTo>
                  <a:lnTo>
                    <a:pt x="0" y="62295"/>
                  </a:lnTo>
                  <a:lnTo>
                    <a:pt x="0" y="6065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4" name="Freeform 2873">
              <a:extLst>
                <a:ext uri="{FF2B5EF4-FFF2-40B4-BE49-F238E27FC236}">
                  <a16:creationId xmlns:a16="http://schemas.microsoft.com/office/drawing/2014/main" id="{2422482F-F5BE-BA4A-9A8B-72A163A9BB6E}"/>
                </a:ext>
              </a:extLst>
            </p:cNvPr>
            <p:cNvSpPr/>
            <p:nvPr/>
          </p:nvSpPr>
          <p:spPr>
            <a:xfrm>
              <a:off x="6325507" y="2265725"/>
              <a:ext cx="680324" cy="275408"/>
            </a:xfrm>
            <a:custGeom>
              <a:avLst/>
              <a:gdLst>
                <a:gd name="connsiteX0" fmla="*/ 0 w 680324"/>
                <a:gd name="connsiteY0" fmla="*/ 114754 h 275408"/>
                <a:gd name="connsiteX1" fmla="*/ 0 w 680324"/>
                <a:gd name="connsiteY1" fmla="*/ 111475 h 275408"/>
                <a:gd name="connsiteX2" fmla="*/ 1639 w 680324"/>
                <a:gd name="connsiteY2" fmla="*/ 108196 h 275408"/>
                <a:gd name="connsiteX3" fmla="*/ 1639 w 680324"/>
                <a:gd name="connsiteY3" fmla="*/ 103278 h 275408"/>
                <a:gd name="connsiteX4" fmla="*/ 1639 w 680324"/>
                <a:gd name="connsiteY4" fmla="*/ 100000 h 275408"/>
                <a:gd name="connsiteX5" fmla="*/ 1639 w 680324"/>
                <a:gd name="connsiteY5" fmla="*/ 96721 h 275408"/>
                <a:gd name="connsiteX6" fmla="*/ 1639 w 680324"/>
                <a:gd name="connsiteY6" fmla="*/ 93442 h 275408"/>
                <a:gd name="connsiteX7" fmla="*/ 1639 w 680324"/>
                <a:gd name="connsiteY7" fmla="*/ 91803 h 275408"/>
                <a:gd name="connsiteX8" fmla="*/ 3279 w 680324"/>
                <a:gd name="connsiteY8" fmla="*/ 91803 h 275408"/>
                <a:gd name="connsiteX9" fmla="*/ 4918 w 680324"/>
                <a:gd name="connsiteY9" fmla="*/ 91803 h 275408"/>
                <a:gd name="connsiteX10" fmla="*/ 8197 w 680324"/>
                <a:gd name="connsiteY10" fmla="*/ 88524 h 275408"/>
                <a:gd name="connsiteX11" fmla="*/ 9836 w 680324"/>
                <a:gd name="connsiteY11" fmla="*/ 85245 h 275408"/>
                <a:gd name="connsiteX12" fmla="*/ 13114 w 680324"/>
                <a:gd name="connsiteY12" fmla="*/ 81967 h 275408"/>
                <a:gd name="connsiteX13" fmla="*/ 16393 w 680324"/>
                <a:gd name="connsiteY13" fmla="*/ 78688 h 275408"/>
                <a:gd name="connsiteX14" fmla="*/ 19672 w 680324"/>
                <a:gd name="connsiteY14" fmla="*/ 75410 h 275408"/>
                <a:gd name="connsiteX15" fmla="*/ 22951 w 680324"/>
                <a:gd name="connsiteY15" fmla="*/ 75410 h 275408"/>
                <a:gd name="connsiteX16" fmla="*/ 27869 w 680324"/>
                <a:gd name="connsiteY16" fmla="*/ 75410 h 275408"/>
                <a:gd name="connsiteX17" fmla="*/ 31147 w 680324"/>
                <a:gd name="connsiteY17" fmla="*/ 75410 h 275408"/>
                <a:gd name="connsiteX18" fmla="*/ 34426 w 680324"/>
                <a:gd name="connsiteY18" fmla="*/ 72131 h 275408"/>
                <a:gd name="connsiteX19" fmla="*/ 37705 w 680324"/>
                <a:gd name="connsiteY19" fmla="*/ 72131 h 275408"/>
                <a:gd name="connsiteX20" fmla="*/ 40983 w 680324"/>
                <a:gd name="connsiteY20" fmla="*/ 75410 h 275408"/>
                <a:gd name="connsiteX21" fmla="*/ 40983 w 680324"/>
                <a:gd name="connsiteY21" fmla="*/ 75410 h 275408"/>
                <a:gd name="connsiteX22" fmla="*/ 44262 w 680324"/>
                <a:gd name="connsiteY22" fmla="*/ 77049 h 275408"/>
                <a:gd name="connsiteX23" fmla="*/ 47541 w 680324"/>
                <a:gd name="connsiteY23" fmla="*/ 78688 h 275408"/>
                <a:gd name="connsiteX24" fmla="*/ 50820 w 680324"/>
                <a:gd name="connsiteY24" fmla="*/ 78688 h 275408"/>
                <a:gd name="connsiteX25" fmla="*/ 54098 w 680324"/>
                <a:gd name="connsiteY25" fmla="*/ 78688 h 275408"/>
                <a:gd name="connsiteX26" fmla="*/ 57377 w 680324"/>
                <a:gd name="connsiteY26" fmla="*/ 78688 h 275408"/>
                <a:gd name="connsiteX27" fmla="*/ 57377 w 680324"/>
                <a:gd name="connsiteY27" fmla="*/ 75410 h 275408"/>
                <a:gd name="connsiteX28" fmla="*/ 54098 w 680324"/>
                <a:gd name="connsiteY28" fmla="*/ 70492 h 275408"/>
                <a:gd name="connsiteX29" fmla="*/ 57377 w 680324"/>
                <a:gd name="connsiteY29" fmla="*/ 70492 h 275408"/>
                <a:gd name="connsiteX30" fmla="*/ 60656 w 680324"/>
                <a:gd name="connsiteY30" fmla="*/ 70492 h 275408"/>
                <a:gd name="connsiteX31" fmla="*/ 65573 w 680324"/>
                <a:gd name="connsiteY31" fmla="*/ 70492 h 275408"/>
                <a:gd name="connsiteX32" fmla="*/ 62295 w 680324"/>
                <a:gd name="connsiteY32" fmla="*/ 73770 h 275408"/>
                <a:gd name="connsiteX33" fmla="*/ 63934 w 680324"/>
                <a:gd name="connsiteY33" fmla="*/ 77049 h 275408"/>
                <a:gd name="connsiteX34" fmla="*/ 67213 w 680324"/>
                <a:gd name="connsiteY34" fmla="*/ 75410 h 275408"/>
                <a:gd name="connsiteX35" fmla="*/ 72131 w 680324"/>
                <a:gd name="connsiteY35" fmla="*/ 75410 h 275408"/>
                <a:gd name="connsiteX36" fmla="*/ 72131 w 680324"/>
                <a:gd name="connsiteY36" fmla="*/ 75410 h 275408"/>
                <a:gd name="connsiteX37" fmla="*/ 77049 w 680324"/>
                <a:gd name="connsiteY37" fmla="*/ 75410 h 275408"/>
                <a:gd name="connsiteX38" fmla="*/ 80327 w 680324"/>
                <a:gd name="connsiteY38" fmla="*/ 75410 h 275408"/>
                <a:gd name="connsiteX39" fmla="*/ 83606 w 680324"/>
                <a:gd name="connsiteY39" fmla="*/ 75410 h 275408"/>
                <a:gd name="connsiteX40" fmla="*/ 86885 w 680324"/>
                <a:gd name="connsiteY40" fmla="*/ 75410 h 275408"/>
                <a:gd name="connsiteX41" fmla="*/ 90164 w 680324"/>
                <a:gd name="connsiteY41" fmla="*/ 75410 h 275408"/>
                <a:gd name="connsiteX42" fmla="*/ 95081 w 680324"/>
                <a:gd name="connsiteY42" fmla="*/ 75410 h 275408"/>
                <a:gd name="connsiteX43" fmla="*/ 98360 w 680324"/>
                <a:gd name="connsiteY43" fmla="*/ 77049 h 275408"/>
                <a:gd name="connsiteX44" fmla="*/ 101639 w 680324"/>
                <a:gd name="connsiteY44" fmla="*/ 75410 h 275408"/>
                <a:gd name="connsiteX45" fmla="*/ 104917 w 680324"/>
                <a:gd name="connsiteY45" fmla="*/ 73770 h 275408"/>
                <a:gd name="connsiteX46" fmla="*/ 106557 w 680324"/>
                <a:gd name="connsiteY46" fmla="*/ 73770 h 275408"/>
                <a:gd name="connsiteX47" fmla="*/ 103278 w 680324"/>
                <a:gd name="connsiteY47" fmla="*/ 70492 h 275408"/>
                <a:gd name="connsiteX48" fmla="*/ 98360 w 680324"/>
                <a:gd name="connsiteY48" fmla="*/ 72131 h 275408"/>
                <a:gd name="connsiteX49" fmla="*/ 95081 w 680324"/>
                <a:gd name="connsiteY49" fmla="*/ 70492 h 275408"/>
                <a:gd name="connsiteX50" fmla="*/ 96721 w 680324"/>
                <a:gd name="connsiteY50" fmla="*/ 65573 h 275408"/>
                <a:gd name="connsiteX51" fmla="*/ 100000 w 680324"/>
                <a:gd name="connsiteY51" fmla="*/ 63934 h 275408"/>
                <a:gd name="connsiteX52" fmla="*/ 104917 w 680324"/>
                <a:gd name="connsiteY52" fmla="*/ 63934 h 275408"/>
                <a:gd name="connsiteX53" fmla="*/ 108196 w 680324"/>
                <a:gd name="connsiteY53" fmla="*/ 63934 h 275408"/>
                <a:gd name="connsiteX54" fmla="*/ 111475 w 680324"/>
                <a:gd name="connsiteY54" fmla="*/ 62295 h 275408"/>
                <a:gd name="connsiteX55" fmla="*/ 114754 w 680324"/>
                <a:gd name="connsiteY55" fmla="*/ 62295 h 275408"/>
                <a:gd name="connsiteX56" fmla="*/ 118032 w 680324"/>
                <a:gd name="connsiteY56" fmla="*/ 60655 h 275408"/>
                <a:gd name="connsiteX57" fmla="*/ 121311 w 680324"/>
                <a:gd name="connsiteY57" fmla="*/ 60655 h 275408"/>
                <a:gd name="connsiteX58" fmla="*/ 126229 w 680324"/>
                <a:gd name="connsiteY58" fmla="*/ 60655 h 275408"/>
                <a:gd name="connsiteX59" fmla="*/ 129508 w 680324"/>
                <a:gd name="connsiteY59" fmla="*/ 60655 h 275408"/>
                <a:gd name="connsiteX60" fmla="*/ 126229 w 680324"/>
                <a:gd name="connsiteY60" fmla="*/ 59016 h 275408"/>
                <a:gd name="connsiteX61" fmla="*/ 121311 w 680324"/>
                <a:gd name="connsiteY61" fmla="*/ 57377 h 275408"/>
                <a:gd name="connsiteX62" fmla="*/ 118032 w 680324"/>
                <a:gd name="connsiteY62" fmla="*/ 59016 h 275408"/>
                <a:gd name="connsiteX63" fmla="*/ 114754 w 680324"/>
                <a:gd name="connsiteY63" fmla="*/ 57377 h 275408"/>
                <a:gd name="connsiteX64" fmla="*/ 111475 w 680324"/>
                <a:gd name="connsiteY64" fmla="*/ 57377 h 275408"/>
                <a:gd name="connsiteX65" fmla="*/ 109836 w 680324"/>
                <a:gd name="connsiteY65" fmla="*/ 55738 h 275408"/>
                <a:gd name="connsiteX66" fmla="*/ 108196 w 680324"/>
                <a:gd name="connsiteY66" fmla="*/ 54098 h 275408"/>
                <a:gd name="connsiteX67" fmla="*/ 104917 w 680324"/>
                <a:gd name="connsiteY67" fmla="*/ 52459 h 275408"/>
                <a:gd name="connsiteX68" fmla="*/ 101639 w 680324"/>
                <a:gd name="connsiteY68" fmla="*/ 49180 h 275408"/>
                <a:gd name="connsiteX69" fmla="*/ 100000 w 680324"/>
                <a:gd name="connsiteY69" fmla="*/ 45901 h 275408"/>
                <a:gd name="connsiteX70" fmla="*/ 100000 w 680324"/>
                <a:gd name="connsiteY70" fmla="*/ 44262 h 275408"/>
                <a:gd name="connsiteX71" fmla="*/ 101639 w 680324"/>
                <a:gd name="connsiteY71" fmla="*/ 40983 h 275408"/>
                <a:gd name="connsiteX72" fmla="*/ 104917 w 680324"/>
                <a:gd name="connsiteY72" fmla="*/ 37705 h 275408"/>
                <a:gd name="connsiteX73" fmla="*/ 104917 w 680324"/>
                <a:gd name="connsiteY73" fmla="*/ 37705 h 275408"/>
                <a:gd name="connsiteX74" fmla="*/ 109836 w 680324"/>
                <a:gd name="connsiteY74" fmla="*/ 39344 h 275408"/>
                <a:gd name="connsiteX75" fmla="*/ 113114 w 680324"/>
                <a:gd name="connsiteY75" fmla="*/ 39344 h 275408"/>
                <a:gd name="connsiteX76" fmla="*/ 116393 w 680324"/>
                <a:gd name="connsiteY76" fmla="*/ 39344 h 275408"/>
                <a:gd name="connsiteX77" fmla="*/ 119671 w 680324"/>
                <a:gd name="connsiteY77" fmla="*/ 40983 h 275408"/>
                <a:gd name="connsiteX78" fmla="*/ 124590 w 680324"/>
                <a:gd name="connsiteY78" fmla="*/ 40983 h 275408"/>
                <a:gd name="connsiteX79" fmla="*/ 127868 w 680324"/>
                <a:gd name="connsiteY79" fmla="*/ 42623 h 275408"/>
                <a:gd name="connsiteX80" fmla="*/ 127868 w 680324"/>
                <a:gd name="connsiteY80" fmla="*/ 42623 h 275408"/>
                <a:gd name="connsiteX81" fmla="*/ 132786 w 680324"/>
                <a:gd name="connsiteY81" fmla="*/ 42623 h 275408"/>
                <a:gd name="connsiteX82" fmla="*/ 134426 w 680324"/>
                <a:gd name="connsiteY82" fmla="*/ 42623 h 275408"/>
                <a:gd name="connsiteX83" fmla="*/ 137704 w 680324"/>
                <a:gd name="connsiteY83" fmla="*/ 42623 h 275408"/>
                <a:gd name="connsiteX84" fmla="*/ 140983 w 680324"/>
                <a:gd name="connsiteY84" fmla="*/ 40983 h 275408"/>
                <a:gd name="connsiteX85" fmla="*/ 144261 w 680324"/>
                <a:gd name="connsiteY85" fmla="*/ 39344 h 275408"/>
                <a:gd name="connsiteX86" fmla="*/ 147540 w 680324"/>
                <a:gd name="connsiteY86" fmla="*/ 40983 h 275408"/>
                <a:gd name="connsiteX87" fmla="*/ 149180 w 680324"/>
                <a:gd name="connsiteY87" fmla="*/ 40983 h 275408"/>
                <a:gd name="connsiteX88" fmla="*/ 152458 w 680324"/>
                <a:gd name="connsiteY88" fmla="*/ 42623 h 275408"/>
                <a:gd name="connsiteX89" fmla="*/ 155737 w 680324"/>
                <a:gd name="connsiteY89" fmla="*/ 42623 h 275408"/>
                <a:gd name="connsiteX90" fmla="*/ 155737 w 680324"/>
                <a:gd name="connsiteY90" fmla="*/ 42623 h 275408"/>
                <a:gd name="connsiteX91" fmla="*/ 160655 w 680324"/>
                <a:gd name="connsiteY91" fmla="*/ 44262 h 275408"/>
                <a:gd name="connsiteX92" fmla="*/ 163934 w 680324"/>
                <a:gd name="connsiteY92" fmla="*/ 44262 h 275408"/>
                <a:gd name="connsiteX93" fmla="*/ 167213 w 680324"/>
                <a:gd name="connsiteY93" fmla="*/ 45901 h 275408"/>
                <a:gd name="connsiteX94" fmla="*/ 172130 w 680324"/>
                <a:gd name="connsiteY94" fmla="*/ 44262 h 275408"/>
                <a:gd name="connsiteX95" fmla="*/ 175409 w 680324"/>
                <a:gd name="connsiteY95" fmla="*/ 44262 h 275408"/>
                <a:gd name="connsiteX96" fmla="*/ 178688 w 680324"/>
                <a:gd name="connsiteY96" fmla="*/ 44262 h 275408"/>
                <a:gd name="connsiteX97" fmla="*/ 180327 w 680324"/>
                <a:gd name="connsiteY97" fmla="*/ 42623 h 275408"/>
                <a:gd name="connsiteX98" fmla="*/ 183606 w 680324"/>
                <a:gd name="connsiteY98" fmla="*/ 37705 h 275408"/>
                <a:gd name="connsiteX99" fmla="*/ 181966 w 680324"/>
                <a:gd name="connsiteY99" fmla="*/ 34426 h 275408"/>
                <a:gd name="connsiteX100" fmla="*/ 186884 w 680324"/>
                <a:gd name="connsiteY100" fmla="*/ 32787 h 275408"/>
                <a:gd name="connsiteX101" fmla="*/ 190163 w 680324"/>
                <a:gd name="connsiteY101" fmla="*/ 31148 h 275408"/>
                <a:gd name="connsiteX102" fmla="*/ 193442 w 680324"/>
                <a:gd name="connsiteY102" fmla="*/ 29508 h 275408"/>
                <a:gd name="connsiteX103" fmla="*/ 196720 w 680324"/>
                <a:gd name="connsiteY103" fmla="*/ 26229 h 275408"/>
                <a:gd name="connsiteX104" fmla="*/ 201638 w 680324"/>
                <a:gd name="connsiteY104" fmla="*/ 24590 h 275408"/>
                <a:gd name="connsiteX105" fmla="*/ 204917 w 680324"/>
                <a:gd name="connsiteY105" fmla="*/ 22951 h 275408"/>
                <a:gd name="connsiteX106" fmla="*/ 208196 w 680324"/>
                <a:gd name="connsiteY106" fmla="*/ 21311 h 275408"/>
                <a:gd name="connsiteX107" fmla="*/ 209835 w 680324"/>
                <a:gd name="connsiteY107" fmla="*/ 19672 h 275408"/>
                <a:gd name="connsiteX108" fmla="*/ 213114 w 680324"/>
                <a:gd name="connsiteY108" fmla="*/ 16393 h 275408"/>
                <a:gd name="connsiteX109" fmla="*/ 216393 w 680324"/>
                <a:gd name="connsiteY109" fmla="*/ 14754 h 275408"/>
                <a:gd name="connsiteX110" fmla="*/ 221310 w 680324"/>
                <a:gd name="connsiteY110" fmla="*/ 13115 h 275408"/>
                <a:gd name="connsiteX111" fmla="*/ 224589 w 680324"/>
                <a:gd name="connsiteY111" fmla="*/ 11475 h 275408"/>
                <a:gd name="connsiteX112" fmla="*/ 226228 w 680324"/>
                <a:gd name="connsiteY112" fmla="*/ 11475 h 275408"/>
                <a:gd name="connsiteX113" fmla="*/ 229507 w 680324"/>
                <a:gd name="connsiteY113" fmla="*/ 11475 h 275408"/>
                <a:gd name="connsiteX114" fmla="*/ 232786 w 680324"/>
                <a:gd name="connsiteY114" fmla="*/ 9836 h 275408"/>
                <a:gd name="connsiteX115" fmla="*/ 236064 w 680324"/>
                <a:gd name="connsiteY115" fmla="*/ 8197 h 275408"/>
                <a:gd name="connsiteX116" fmla="*/ 240983 w 680324"/>
                <a:gd name="connsiteY116" fmla="*/ 6557 h 275408"/>
                <a:gd name="connsiteX117" fmla="*/ 244261 w 680324"/>
                <a:gd name="connsiteY117" fmla="*/ 4918 h 275408"/>
                <a:gd name="connsiteX118" fmla="*/ 247540 w 680324"/>
                <a:gd name="connsiteY118" fmla="*/ 3279 h 275408"/>
                <a:gd name="connsiteX119" fmla="*/ 250818 w 680324"/>
                <a:gd name="connsiteY119" fmla="*/ 3279 h 275408"/>
                <a:gd name="connsiteX120" fmla="*/ 255737 w 680324"/>
                <a:gd name="connsiteY120" fmla="*/ 4918 h 275408"/>
                <a:gd name="connsiteX121" fmla="*/ 259015 w 680324"/>
                <a:gd name="connsiteY121" fmla="*/ 4918 h 275408"/>
                <a:gd name="connsiteX122" fmla="*/ 262294 w 680324"/>
                <a:gd name="connsiteY122" fmla="*/ 4918 h 275408"/>
                <a:gd name="connsiteX123" fmla="*/ 267212 w 680324"/>
                <a:gd name="connsiteY123" fmla="*/ 4918 h 275408"/>
                <a:gd name="connsiteX124" fmla="*/ 270491 w 680324"/>
                <a:gd name="connsiteY124" fmla="*/ 4918 h 275408"/>
                <a:gd name="connsiteX125" fmla="*/ 273769 w 680324"/>
                <a:gd name="connsiteY125" fmla="*/ 4918 h 275408"/>
                <a:gd name="connsiteX126" fmla="*/ 277048 w 680324"/>
                <a:gd name="connsiteY126" fmla="*/ 6557 h 275408"/>
                <a:gd name="connsiteX127" fmla="*/ 278687 w 680324"/>
                <a:gd name="connsiteY127" fmla="*/ 6557 h 275408"/>
                <a:gd name="connsiteX128" fmla="*/ 281966 w 680324"/>
                <a:gd name="connsiteY128" fmla="*/ 6557 h 275408"/>
                <a:gd name="connsiteX129" fmla="*/ 285245 w 680324"/>
                <a:gd name="connsiteY129" fmla="*/ 6557 h 275408"/>
                <a:gd name="connsiteX130" fmla="*/ 290163 w 680324"/>
                <a:gd name="connsiteY130" fmla="*/ 6557 h 275408"/>
                <a:gd name="connsiteX131" fmla="*/ 293441 w 680324"/>
                <a:gd name="connsiteY131" fmla="*/ 8197 h 275408"/>
                <a:gd name="connsiteX132" fmla="*/ 296720 w 680324"/>
                <a:gd name="connsiteY132" fmla="*/ 6557 h 275408"/>
                <a:gd name="connsiteX133" fmla="*/ 301638 w 680324"/>
                <a:gd name="connsiteY133" fmla="*/ 4918 h 275408"/>
                <a:gd name="connsiteX134" fmla="*/ 303277 w 680324"/>
                <a:gd name="connsiteY134" fmla="*/ 1639 h 275408"/>
                <a:gd name="connsiteX135" fmla="*/ 306556 w 680324"/>
                <a:gd name="connsiteY135" fmla="*/ 0 h 275408"/>
                <a:gd name="connsiteX136" fmla="*/ 308195 w 680324"/>
                <a:gd name="connsiteY136" fmla="*/ 3279 h 275408"/>
                <a:gd name="connsiteX137" fmla="*/ 311474 w 680324"/>
                <a:gd name="connsiteY137" fmla="*/ 3279 h 275408"/>
                <a:gd name="connsiteX138" fmla="*/ 309835 w 680324"/>
                <a:gd name="connsiteY138" fmla="*/ 6557 h 275408"/>
                <a:gd name="connsiteX139" fmla="*/ 311474 w 680324"/>
                <a:gd name="connsiteY139" fmla="*/ 11475 h 275408"/>
                <a:gd name="connsiteX140" fmla="*/ 314753 w 680324"/>
                <a:gd name="connsiteY140" fmla="*/ 14754 h 275408"/>
                <a:gd name="connsiteX141" fmla="*/ 318031 w 680324"/>
                <a:gd name="connsiteY141" fmla="*/ 18033 h 275408"/>
                <a:gd name="connsiteX142" fmla="*/ 321310 w 680324"/>
                <a:gd name="connsiteY142" fmla="*/ 18033 h 275408"/>
                <a:gd name="connsiteX143" fmla="*/ 324588 w 680324"/>
                <a:gd name="connsiteY143" fmla="*/ 19672 h 275408"/>
                <a:gd name="connsiteX144" fmla="*/ 329507 w 680324"/>
                <a:gd name="connsiteY144" fmla="*/ 21311 h 275408"/>
                <a:gd name="connsiteX145" fmla="*/ 332785 w 680324"/>
                <a:gd name="connsiteY145" fmla="*/ 19672 h 275408"/>
                <a:gd name="connsiteX146" fmla="*/ 336064 w 680324"/>
                <a:gd name="connsiteY146" fmla="*/ 18033 h 275408"/>
                <a:gd name="connsiteX147" fmla="*/ 340982 w 680324"/>
                <a:gd name="connsiteY147" fmla="*/ 16393 h 275408"/>
                <a:gd name="connsiteX148" fmla="*/ 340982 w 680324"/>
                <a:gd name="connsiteY148" fmla="*/ 19672 h 275408"/>
                <a:gd name="connsiteX149" fmla="*/ 340982 w 680324"/>
                <a:gd name="connsiteY149" fmla="*/ 16393 h 275408"/>
                <a:gd name="connsiteX150" fmla="*/ 345900 w 680324"/>
                <a:gd name="connsiteY150" fmla="*/ 18033 h 275408"/>
                <a:gd name="connsiteX151" fmla="*/ 347540 w 680324"/>
                <a:gd name="connsiteY151" fmla="*/ 22951 h 275408"/>
                <a:gd name="connsiteX152" fmla="*/ 347540 w 680324"/>
                <a:gd name="connsiteY152" fmla="*/ 26229 h 275408"/>
                <a:gd name="connsiteX153" fmla="*/ 347540 w 680324"/>
                <a:gd name="connsiteY153" fmla="*/ 27869 h 275408"/>
                <a:gd name="connsiteX154" fmla="*/ 352457 w 680324"/>
                <a:gd name="connsiteY154" fmla="*/ 31148 h 275408"/>
                <a:gd name="connsiteX155" fmla="*/ 355736 w 680324"/>
                <a:gd name="connsiteY155" fmla="*/ 34426 h 275408"/>
                <a:gd name="connsiteX156" fmla="*/ 359015 w 680324"/>
                <a:gd name="connsiteY156" fmla="*/ 37705 h 275408"/>
                <a:gd name="connsiteX157" fmla="*/ 363933 w 680324"/>
                <a:gd name="connsiteY157" fmla="*/ 37705 h 275408"/>
                <a:gd name="connsiteX158" fmla="*/ 365572 w 680324"/>
                <a:gd name="connsiteY158" fmla="*/ 32787 h 275408"/>
                <a:gd name="connsiteX159" fmla="*/ 367211 w 680324"/>
                <a:gd name="connsiteY159" fmla="*/ 32787 h 275408"/>
                <a:gd name="connsiteX160" fmla="*/ 372130 w 680324"/>
                <a:gd name="connsiteY160" fmla="*/ 32787 h 275408"/>
                <a:gd name="connsiteX161" fmla="*/ 375408 w 680324"/>
                <a:gd name="connsiteY161" fmla="*/ 32787 h 275408"/>
                <a:gd name="connsiteX162" fmla="*/ 378687 w 680324"/>
                <a:gd name="connsiteY162" fmla="*/ 36065 h 275408"/>
                <a:gd name="connsiteX163" fmla="*/ 381965 w 680324"/>
                <a:gd name="connsiteY163" fmla="*/ 39344 h 275408"/>
                <a:gd name="connsiteX164" fmla="*/ 385244 w 680324"/>
                <a:gd name="connsiteY164" fmla="*/ 42623 h 275408"/>
                <a:gd name="connsiteX165" fmla="*/ 386884 w 680324"/>
                <a:gd name="connsiteY165" fmla="*/ 42623 h 275408"/>
                <a:gd name="connsiteX166" fmla="*/ 390162 w 680324"/>
                <a:gd name="connsiteY166" fmla="*/ 42623 h 275408"/>
                <a:gd name="connsiteX167" fmla="*/ 393441 w 680324"/>
                <a:gd name="connsiteY167" fmla="*/ 42623 h 275408"/>
                <a:gd name="connsiteX168" fmla="*/ 398359 w 680324"/>
                <a:gd name="connsiteY168" fmla="*/ 45901 h 275408"/>
                <a:gd name="connsiteX169" fmla="*/ 401638 w 680324"/>
                <a:gd name="connsiteY169" fmla="*/ 47541 h 275408"/>
                <a:gd name="connsiteX170" fmla="*/ 404916 w 680324"/>
                <a:gd name="connsiteY170" fmla="*/ 42623 h 275408"/>
                <a:gd name="connsiteX171" fmla="*/ 408195 w 680324"/>
                <a:gd name="connsiteY171" fmla="*/ 42623 h 275408"/>
                <a:gd name="connsiteX172" fmla="*/ 409834 w 680324"/>
                <a:gd name="connsiteY172" fmla="*/ 45901 h 275408"/>
                <a:gd name="connsiteX173" fmla="*/ 414752 w 680324"/>
                <a:gd name="connsiteY173" fmla="*/ 49180 h 275408"/>
                <a:gd name="connsiteX174" fmla="*/ 414752 w 680324"/>
                <a:gd name="connsiteY174" fmla="*/ 49180 h 275408"/>
                <a:gd name="connsiteX175" fmla="*/ 418031 w 680324"/>
                <a:gd name="connsiteY175" fmla="*/ 49180 h 275408"/>
                <a:gd name="connsiteX176" fmla="*/ 421310 w 680324"/>
                <a:gd name="connsiteY176" fmla="*/ 50820 h 275408"/>
                <a:gd name="connsiteX177" fmla="*/ 424588 w 680324"/>
                <a:gd name="connsiteY177" fmla="*/ 50820 h 275408"/>
                <a:gd name="connsiteX178" fmla="*/ 429506 w 680324"/>
                <a:gd name="connsiteY178" fmla="*/ 52459 h 275408"/>
                <a:gd name="connsiteX179" fmla="*/ 432785 w 680324"/>
                <a:gd name="connsiteY179" fmla="*/ 52459 h 275408"/>
                <a:gd name="connsiteX180" fmla="*/ 436064 w 680324"/>
                <a:gd name="connsiteY180" fmla="*/ 52459 h 275408"/>
                <a:gd name="connsiteX181" fmla="*/ 439342 w 680324"/>
                <a:gd name="connsiteY181" fmla="*/ 49180 h 275408"/>
                <a:gd name="connsiteX182" fmla="*/ 444260 w 680324"/>
                <a:gd name="connsiteY182" fmla="*/ 49180 h 275408"/>
                <a:gd name="connsiteX183" fmla="*/ 447539 w 680324"/>
                <a:gd name="connsiteY183" fmla="*/ 47541 h 275408"/>
                <a:gd name="connsiteX184" fmla="*/ 450818 w 680324"/>
                <a:gd name="connsiteY184" fmla="*/ 45901 h 275408"/>
                <a:gd name="connsiteX185" fmla="*/ 454096 w 680324"/>
                <a:gd name="connsiteY185" fmla="*/ 45901 h 275408"/>
                <a:gd name="connsiteX186" fmla="*/ 457375 w 680324"/>
                <a:gd name="connsiteY186" fmla="*/ 45901 h 275408"/>
                <a:gd name="connsiteX187" fmla="*/ 460654 w 680324"/>
                <a:gd name="connsiteY187" fmla="*/ 45901 h 275408"/>
                <a:gd name="connsiteX188" fmla="*/ 465572 w 680324"/>
                <a:gd name="connsiteY188" fmla="*/ 44262 h 275408"/>
                <a:gd name="connsiteX189" fmla="*/ 468850 w 680324"/>
                <a:gd name="connsiteY189" fmla="*/ 44262 h 275408"/>
                <a:gd name="connsiteX190" fmla="*/ 472129 w 680324"/>
                <a:gd name="connsiteY190" fmla="*/ 47541 h 275408"/>
                <a:gd name="connsiteX191" fmla="*/ 475408 w 680324"/>
                <a:gd name="connsiteY191" fmla="*/ 49180 h 275408"/>
                <a:gd name="connsiteX192" fmla="*/ 480325 w 680324"/>
                <a:gd name="connsiteY192" fmla="*/ 47541 h 275408"/>
                <a:gd name="connsiteX193" fmla="*/ 483604 w 680324"/>
                <a:gd name="connsiteY193" fmla="*/ 50820 h 275408"/>
                <a:gd name="connsiteX194" fmla="*/ 486883 w 680324"/>
                <a:gd name="connsiteY194" fmla="*/ 49180 h 275408"/>
                <a:gd name="connsiteX195" fmla="*/ 488522 w 680324"/>
                <a:gd name="connsiteY195" fmla="*/ 49180 h 275408"/>
                <a:gd name="connsiteX196" fmla="*/ 488522 w 680324"/>
                <a:gd name="connsiteY196" fmla="*/ 49180 h 275408"/>
                <a:gd name="connsiteX197" fmla="*/ 491801 w 680324"/>
                <a:gd name="connsiteY197" fmla="*/ 52459 h 275408"/>
                <a:gd name="connsiteX198" fmla="*/ 496719 w 680324"/>
                <a:gd name="connsiteY198" fmla="*/ 50820 h 275408"/>
                <a:gd name="connsiteX199" fmla="*/ 499998 w 680324"/>
                <a:gd name="connsiteY199" fmla="*/ 49180 h 275408"/>
                <a:gd name="connsiteX200" fmla="*/ 499998 w 680324"/>
                <a:gd name="connsiteY200" fmla="*/ 49180 h 275408"/>
                <a:gd name="connsiteX201" fmla="*/ 501637 w 680324"/>
                <a:gd name="connsiteY201" fmla="*/ 47541 h 275408"/>
                <a:gd name="connsiteX202" fmla="*/ 506555 w 680324"/>
                <a:gd name="connsiteY202" fmla="*/ 47541 h 275408"/>
                <a:gd name="connsiteX203" fmla="*/ 509834 w 680324"/>
                <a:gd name="connsiteY203" fmla="*/ 44262 h 275408"/>
                <a:gd name="connsiteX204" fmla="*/ 514752 w 680324"/>
                <a:gd name="connsiteY204" fmla="*/ 40983 h 275408"/>
                <a:gd name="connsiteX205" fmla="*/ 518031 w 680324"/>
                <a:gd name="connsiteY205" fmla="*/ 39344 h 275408"/>
                <a:gd name="connsiteX206" fmla="*/ 521309 w 680324"/>
                <a:gd name="connsiteY206" fmla="*/ 39344 h 275408"/>
                <a:gd name="connsiteX207" fmla="*/ 524588 w 680324"/>
                <a:gd name="connsiteY207" fmla="*/ 36065 h 275408"/>
                <a:gd name="connsiteX208" fmla="*/ 529506 w 680324"/>
                <a:gd name="connsiteY208" fmla="*/ 34426 h 275408"/>
                <a:gd name="connsiteX209" fmla="*/ 532784 w 680324"/>
                <a:gd name="connsiteY209" fmla="*/ 32787 h 275408"/>
                <a:gd name="connsiteX210" fmla="*/ 536063 w 680324"/>
                <a:gd name="connsiteY210" fmla="*/ 29508 h 275408"/>
                <a:gd name="connsiteX211" fmla="*/ 539342 w 680324"/>
                <a:gd name="connsiteY211" fmla="*/ 24590 h 275408"/>
                <a:gd name="connsiteX212" fmla="*/ 540981 w 680324"/>
                <a:gd name="connsiteY212" fmla="*/ 26229 h 275408"/>
                <a:gd name="connsiteX213" fmla="*/ 544260 w 680324"/>
                <a:gd name="connsiteY213" fmla="*/ 27869 h 275408"/>
                <a:gd name="connsiteX214" fmla="*/ 545899 w 680324"/>
                <a:gd name="connsiteY214" fmla="*/ 27869 h 275408"/>
                <a:gd name="connsiteX215" fmla="*/ 549178 w 680324"/>
                <a:gd name="connsiteY215" fmla="*/ 29508 h 275408"/>
                <a:gd name="connsiteX216" fmla="*/ 554096 w 680324"/>
                <a:gd name="connsiteY216" fmla="*/ 26229 h 275408"/>
                <a:gd name="connsiteX217" fmla="*/ 557375 w 680324"/>
                <a:gd name="connsiteY217" fmla="*/ 26229 h 275408"/>
                <a:gd name="connsiteX218" fmla="*/ 560653 w 680324"/>
                <a:gd name="connsiteY218" fmla="*/ 26229 h 275408"/>
                <a:gd name="connsiteX219" fmla="*/ 565571 w 680324"/>
                <a:gd name="connsiteY219" fmla="*/ 26229 h 275408"/>
                <a:gd name="connsiteX220" fmla="*/ 568850 w 680324"/>
                <a:gd name="connsiteY220" fmla="*/ 27869 h 275408"/>
                <a:gd name="connsiteX221" fmla="*/ 572128 w 680324"/>
                <a:gd name="connsiteY221" fmla="*/ 29508 h 275408"/>
                <a:gd name="connsiteX222" fmla="*/ 572128 w 680324"/>
                <a:gd name="connsiteY222" fmla="*/ 29508 h 275408"/>
                <a:gd name="connsiteX223" fmla="*/ 575407 w 680324"/>
                <a:gd name="connsiteY223" fmla="*/ 24590 h 275408"/>
                <a:gd name="connsiteX224" fmla="*/ 575407 w 680324"/>
                <a:gd name="connsiteY224" fmla="*/ 22951 h 275408"/>
                <a:gd name="connsiteX225" fmla="*/ 575407 w 680324"/>
                <a:gd name="connsiteY225" fmla="*/ 22951 h 275408"/>
                <a:gd name="connsiteX226" fmla="*/ 580325 w 680324"/>
                <a:gd name="connsiteY226" fmla="*/ 22951 h 275408"/>
                <a:gd name="connsiteX227" fmla="*/ 583604 w 680324"/>
                <a:gd name="connsiteY227" fmla="*/ 22951 h 275408"/>
                <a:gd name="connsiteX228" fmla="*/ 585243 w 680324"/>
                <a:gd name="connsiteY228" fmla="*/ 22951 h 275408"/>
                <a:gd name="connsiteX229" fmla="*/ 583604 w 680324"/>
                <a:gd name="connsiteY229" fmla="*/ 26229 h 275408"/>
                <a:gd name="connsiteX230" fmla="*/ 586882 w 680324"/>
                <a:gd name="connsiteY230" fmla="*/ 26229 h 275408"/>
                <a:gd name="connsiteX231" fmla="*/ 591801 w 680324"/>
                <a:gd name="connsiteY231" fmla="*/ 29508 h 275408"/>
                <a:gd name="connsiteX232" fmla="*/ 595079 w 680324"/>
                <a:gd name="connsiteY232" fmla="*/ 32787 h 275408"/>
                <a:gd name="connsiteX233" fmla="*/ 598358 w 680324"/>
                <a:gd name="connsiteY233" fmla="*/ 34426 h 275408"/>
                <a:gd name="connsiteX234" fmla="*/ 599997 w 680324"/>
                <a:gd name="connsiteY234" fmla="*/ 36065 h 275408"/>
                <a:gd name="connsiteX235" fmla="*/ 598358 w 680324"/>
                <a:gd name="connsiteY235" fmla="*/ 37705 h 275408"/>
                <a:gd name="connsiteX236" fmla="*/ 601637 w 680324"/>
                <a:gd name="connsiteY236" fmla="*/ 40983 h 275408"/>
                <a:gd name="connsiteX237" fmla="*/ 604915 w 680324"/>
                <a:gd name="connsiteY237" fmla="*/ 39344 h 275408"/>
                <a:gd name="connsiteX238" fmla="*/ 609833 w 680324"/>
                <a:gd name="connsiteY238" fmla="*/ 40983 h 275408"/>
                <a:gd name="connsiteX239" fmla="*/ 609833 w 680324"/>
                <a:gd name="connsiteY239" fmla="*/ 42623 h 275408"/>
                <a:gd name="connsiteX240" fmla="*/ 611472 w 680324"/>
                <a:gd name="connsiteY240" fmla="*/ 47541 h 275408"/>
                <a:gd name="connsiteX241" fmla="*/ 614751 w 680324"/>
                <a:gd name="connsiteY241" fmla="*/ 49180 h 275408"/>
                <a:gd name="connsiteX242" fmla="*/ 618030 w 680324"/>
                <a:gd name="connsiteY242" fmla="*/ 50820 h 275408"/>
                <a:gd name="connsiteX243" fmla="*/ 619669 w 680324"/>
                <a:gd name="connsiteY243" fmla="*/ 55738 h 275408"/>
                <a:gd name="connsiteX244" fmla="*/ 621309 w 680324"/>
                <a:gd name="connsiteY244" fmla="*/ 59016 h 275408"/>
                <a:gd name="connsiteX245" fmla="*/ 622948 w 680324"/>
                <a:gd name="connsiteY245" fmla="*/ 60655 h 275408"/>
                <a:gd name="connsiteX246" fmla="*/ 622948 w 680324"/>
                <a:gd name="connsiteY246" fmla="*/ 62295 h 275408"/>
                <a:gd name="connsiteX247" fmla="*/ 621309 w 680324"/>
                <a:gd name="connsiteY247" fmla="*/ 65573 h 275408"/>
                <a:gd name="connsiteX248" fmla="*/ 621309 w 680324"/>
                <a:gd name="connsiteY248" fmla="*/ 65573 h 275408"/>
                <a:gd name="connsiteX249" fmla="*/ 618030 w 680324"/>
                <a:gd name="connsiteY249" fmla="*/ 70492 h 275408"/>
                <a:gd name="connsiteX250" fmla="*/ 619669 w 680324"/>
                <a:gd name="connsiteY250" fmla="*/ 73770 h 275408"/>
                <a:gd name="connsiteX251" fmla="*/ 619669 w 680324"/>
                <a:gd name="connsiteY251" fmla="*/ 77049 h 275408"/>
                <a:gd name="connsiteX252" fmla="*/ 622948 w 680324"/>
                <a:gd name="connsiteY252" fmla="*/ 80328 h 275408"/>
                <a:gd name="connsiteX253" fmla="*/ 624587 w 680324"/>
                <a:gd name="connsiteY253" fmla="*/ 85245 h 275408"/>
                <a:gd name="connsiteX254" fmla="*/ 622948 w 680324"/>
                <a:gd name="connsiteY254" fmla="*/ 86885 h 275408"/>
                <a:gd name="connsiteX255" fmla="*/ 626227 w 680324"/>
                <a:gd name="connsiteY255" fmla="*/ 88524 h 275408"/>
                <a:gd name="connsiteX256" fmla="*/ 629505 w 680324"/>
                <a:gd name="connsiteY256" fmla="*/ 90164 h 275408"/>
                <a:gd name="connsiteX257" fmla="*/ 632784 w 680324"/>
                <a:gd name="connsiteY257" fmla="*/ 91803 h 275408"/>
                <a:gd name="connsiteX258" fmla="*/ 636062 w 680324"/>
                <a:gd name="connsiteY258" fmla="*/ 91803 h 275408"/>
                <a:gd name="connsiteX259" fmla="*/ 640981 w 680324"/>
                <a:gd name="connsiteY259" fmla="*/ 91803 h 275408"/>
                <a:gd name="connsiteX260" fmla="*/ 642620 w 680324"/>
                <a:gd name="connsiteY260" fmla="*/ 90164 h 275408"/>
                <a:gd name="connsiteX261" fmla="*/ 645899 w 680324"/>
                <a:gd name="connsiteY261" fmla="*/ 90164 h 275408"/>
                <a:gd name="connsiteX262" fmla="*/ 649177 w 680324"/>
                <a:gd name="connsiteY262" fmla="*/ 91803 h 275408"/>
                <a:gd name="connsiteX263" fmla="*/ 649177 w 680324"/>
                <a:gd name="connsiteY263" fmla="*/ 91803 h 275408"/>
                <a:gd name="connsiteX264" fmla="*/ 654095 w 680324"/>
                <a:gd name="connsiteY264" fmla="*/ 95082 h 275408"/>
                <a:gd name="connsiteX265" fmla="*/ 657374 w 680324"/>
                <a:gd name="connsiteY265" fmla="*/ 98360 h 275408"/>
                <a:gd name="connsiteX266" fmla="*/ 660653 w 680324"/>
                <a:gd name="connsiteY266" fmla="*/ 101639 h 275408"/>
                <a:gd name="connsiteX267" fmla="*/ 663931 w 680324"/>
                <a:gd name="connsiteY267" fmla="*/ 104918 h 275408"/>
                <a:gd name="connsiteX268" fmla="*/ 665571 w 680324"/>
                <a:gd name="connsiteY268" fmla="*/ 104918 h 275408"/>
                <a:gd name="connsiteX269" fmla="*/ 667210 w 680324"/>
                <a:gd name="connsiteY269" fmla="*/ 108196 h 275408"/>
                <a:gd name="connsiteX270" fmla="*/ 665571 w 680324"/>
                <a:gd name="connsiteY270" fmla="*/ 106557 h 275408"/>
                <a:gd name="connsiteX271" fmla="*/ 662292 w 680324"/>
                <a:gd name="connsiteY271" fmla="*/ 104918 h 275408"/>
                <a:gd name="connsiteX272" fmla="*/ 657374 w 680324"/>
                <a:gd name="connsiteY272" fmla="*/ 101639 h 275408"/>
                <a:gd name="connsiteX273" fmla="*/ 654095 w 680324"/>
                <a:gd name="connsiteY273" fmla="*/ 104918 h 275408"/>
                <a:gd name="connsiteX274" fmla="*/ 654095 w 680324"/>
                <a:gd name="connsiteY274" fmla="*/ 106557 h 275408"/>
                <a:gd name="connsiteX275" fmla="*/ 654095 w 680324"/>
                <a:gd name="connsiteY275" fmla="*/ 109836 h 275408"/>
                <a:gd name="connsiteX276" fmla="*/ 654095 w 680324"/>
                <a:gd name="connsiteY276" fmla="*/ 114754 h 275408"/>
                <a:gd name="connsiteX277" fmla="*/ 652456 w 680324"/>
                <a:gd name="connsiteY277" fmla="*/ 118032 h 275408"/>
                <a:gd name="connsiteX278" fmla="*/ 652456 w 680324"/>
                <a:gd name="connsiteY278" fmla="*/ 118032 h 275408"/>
                <a:gd name="connsiteX279" fmla="*/ 647538 w 680324"/>
                <a:gd name="connsiteY279" fmla="*/ 118032 h 275408"/>
                <a:gd name="connsiteX280" fmla="*/ 644259 w 680324"/>
                <a:gd name="connsiteY280" fmla="*/ 118032 h 275408"/>
                <a:gd name="connsiteX281" fmla="*/ 640981 w 680324"/>
                <a:gd name="connsiteY281" fmla="*/ 119672 h 275408"/>
                <a:gd name="connsiteX282" fmla="*/ 640981 w 680324"/>
                <a:gd name="connsiteY282" fmla="*/ 119672 h 275408"/>
                <a:gd name="connsiteX283" fmla="*/ 642620 w 680324"/>
                <a:gd name="connsiteY283" fmla="*/ 124590 h 275408"/>
                <a:gd name="connsiteX284" fmla="*/ 644259 w 680324"/>
                <a:gd name="connsiteY284" fmla="*/ 127868 h 275408"/>
                <a:gd name="connsiteX285" fmla="*/ 649177 w 680324"/>
                <a:gd name="connsiteY285" fmla="*/ 131147 h 275408"/>
                <a:gd name="connsiteX286" fmla="*/ 649177 w 680324"/>
                <a:gd name="connsiteY286" fmla="*/ 134426 h 275408"/>
                <a:gd name="connsiteX287" fmla="*/ 647538 w 680324"/>
                <a:gd name="connsiteY287" fmla="*/ 136065 h 275408"/>
                <a:gd name="connsiteX288" fmla="*/ 649177 w 680324"/>
                <a:gd name="connsiteY288" fmla="*/ 139344 h 275408"/>
                <a:gd name="connsiteX289" fmla="*/ 652456 w 680324"/>
                <a:gd name="connsiteY289" fmla="*/ 142622 h 275408"/>
                <a:gd name="connsiteX290" fmla="*/ 652456 w 680324"/>
                <a:gd name="connsiteY290" fmla="*/ 145901 h 275408"/>
                <a:gd name="connsiteX291" fmla="*/ 652456 w 680324"/>
                <a:gd name="connsiteY291" fmla="*/ 150819 h 275408"/>
                <a:gd name="connsiteX292" fmla="*/ 655735 w 680324"/>
                <a:gd name="connsiteY292" fmla="*/ 154098 h 275408"/>
                <a:gd name="connsiteX293" fmla="*/ 655735 w 680324"/>
                <a:gd name="connsiteY293" fmla="*/ 157376 h 275408"/>
                <a:gd name="connsiteX294" fmla="*/ 655735 w 680324"/>
                <a:gd name="connsiteY294" fmla="*/ 159016 h 275408"/>
                <a:gd name="connsiteX295" fmla="*/ 655735 w 680324"/>
                <a:gd name="connsiteY295" fmla="*/ 159016 h 275408"/>
                <a:gd name="connsiteX296" fmla="*/ 659014 w 680324"/>
                <a:gd name="connsiteY296" fmla="*/ 163934 h 275408"/>
                <a:gd name="connsiteX297" fmla="*/ 662292 w 680324"/>
                <a:gd name="connsiteY297" fmla="*/ 165573 h 275408"/>
                <a:gd name="connsiteX298" fmla="*/ 660653 w 680324"/>
                <a:gd name="connsiteY298" fmla="*/ 168852 h 275408"/>
                <a:gd name="connsiteX299" fmla="*/ 660653 w 680324"/>
                <a:gd name="connsiteY299" fmla="*/ 173770 h 275408"/>
                <a:gd name="connsiteX300" fmla="*/ 657374 w 680324"/>
                <a:gd name="connsiteY300" fmla="*/ 177048 h 275408"/>
                <a:gd name="connsiteX301" fmla="*/ 655735 w 680324"/>
                <a:gd name="connsiteY301" fmla="*/ 180327 h 275408"/>
                <a:gd name="connsiteX302" fmla="*/ 655735 w 680324"/>
                <a:gd name="connsiteY302" fmla="*/ 183606 h 275408"/>
                <a:gd name="connsiteX303" fmla="*/ 655735 w 680324"/>
                <a:gd name="connsiteY303" fmla="*/ 185245 h 275408"/>
                <a:gd name="connsiteX304" fmla="*/ 659014 w 680324"/>
                <a:gd name="connsiteY304" fmla="*/ 185245 h 275408"/>
                <a:gd name="connsiteX305" fmla="*/ 663931 w 680324"/>
                <a:gd name="connsiteY305" fmla="*/ 188524 h 275408"/>
                <a:gd name="connsiteX306" fmla="*/ 667210 w 680324"/>
                <a:gd name="connsiteY306" fmla="*/ 190163 h 275408"/>
                <a:gd name="connsiteX307" fmla="*/ 670489 w 680324"/>
                <a:gd name="connsiteY307" fmla="*/ 191802 h 275408"/>
                <a:gd name="connsiteX308" fmla="*/ 670489 w 680324"/>
                <a:gd name="connsiteY308" fmla="*/ 193442 h 275408"/>
                <a:gd name="connsiteX309" fmla="*/ 672128 w 680324"/>
                <a:gd name="connsiteY309" fmla="*/ 196720 h 275408"/>
                <a:gd name="connsiteX310" fmla="*/ 672128 w 680324"/>
                <a:gd name="connsiteY310" fmla="*/ 201638 h 275408"/>
                <a:gd name="connsiteX311" fmla="*/ 672128 w 680324"/>
                <a:gd name="connsiteY311" fmla="*/ 204917 h 275408"/>
                <a:gd name="connsiteX312" fmla="*/ 677046 w 680324"/>
                <a:gd name="connsiteY312" fmla="*/ 206557 h 275408"/>
                <a:gd name="connsiteX313" fmla="*/ 680325 w 680324"/>
                <a:gd name="connsiteY313" fmla="*/ 209835 h 275408"/>
                <a:gd name="connsiteX314" fmla="*/ 678685 w 680324"/>
                <a:gd name="connsiteY314" fmla="*/ 213114 h 275408"/>
                <a:gd name="connsiteX315" fmla="*/ 680325 w 680324"/>
                <a:gd name="connsiteY315" fmla="*/ 218032 h 275408"/>
                <a:gd name="connsiteX316" fmla="*/ 678685 w 680324"/>
                <a:gd name="connsiteY316" fmla="*/ 216392 h 275408"/>
                <a:gd name="connsiteX317" fmla="*/ 675407 w 680324"/>
                <a:gd name="connsiteY317" fmla="*/ 216392 h 275408"/>
                <a:gd name="connsiteX318" fmla="*/ 670489 w 680324"/>
                <a:gd name="connsiteY318" fmla="*/ 219671 h 275408"/>
                <a:gd name="connsiteX319" fmla="*/ 667210 w 680324"/>
                <a:gd name="connsiteY319" fmla="*/ 221310 h 275408"/>
                <a:gd name="connsiteX320" fmla="*/ 663931 w 680324"/>
                <a:gd name="connsiteY320" fmla="*/ 224589 h 275408"/>
                <a:gd name="connsiteX321" fmla="*/ 660653 w 680324"/>
                <a:gd name="connsiteY321" fmla="*/ 222950 h 275408"/>
                <a:gd name="connsiteX322" fmla="*/ 659014 w 680324"/>
                <a:gd name="connsiteY322" fmla="*/ 218032 h 275408"/>
                <a:gd name="connsiteX323" fmla="*/ 660653 w 680324"/>
                <a:gd name="connsiteY323" fmla="*/ 214753 h 275408"/>
                <a:gd name="connsiteX324" fmla="*/ 657374 w 680324"/>
                <a:gd name="connsiteY324" fmla="*/ 211475 h 275408"/>
                <a:gd name="connsiteX325" fmla="*/ 654095 w 680324"/>
                <a:gd name="connsiteY325" fmla="*/ 209835 h 275408"/>
                <a:gd name="connsiteX326" fmla="*/ 650817 w 680324"/>
                <a:gd name="connsiteY326" fmla="*/ 211475 h 275408"/>
                <a:gd name="connsiteX327" fmla="*/ 647538 w 680324"/>
                <a:gd name="connsiteY327" fmla="*/ 214753 h 275408"/>
                <a:gd name="connsiteX328" fmla="*/ 642620 w 680324"/>
                <a:gd name="connsiteY328" fmla="*/ 213114 h 275408"/>
                <a:gd name="connsiteX329" fmla="*/ 639341 w 680324"/>
                <a:gd name="connsiteY329" fmla="*/ 213114 h 275408"/>
                <a:gd name="connsiteX330" fmla="*/ 636062 w 680324"/>
                <a:gd name="connsiteY330" fmla="*/ 213114 h 275408"/>
                <a:gd name="connsiteX331" fmla="*/ 632784 w 680324"/>
                <a:gd name="connsiteY331" fmla="*/ 213114 h 275408"/>
                <a:gd name="connsiteX332" fmla="*/ 627866 w 680324"/>
                <a:gd name="connsiteY332" fmla="*/ 209835 h 275408"/>
                <a:gd name="connsiteX333" fmla="*/ 624587 w 680324"/>
                <a:gd name="connsiteY333" fmla="*/ 209835 h 275408"/>
                <a:gd name="connsiteX334" fmla="*/ 621309 w 680324"/>
                <a:gd name="connsiteY334" fmla="*/ 208196 h 275408"/>
                <a:gd name="connsiteX335" fmla="*/ 618030 w 680324"/>
                <a:gd name="connsiteY335" fmla="*/ 208196 h 275408"/>
                <a:gd name="connsiteX336" fmla="*/ 614751 w 680324"/>
                <a:gd name="connsiteY336" fmla="*/ 209835 h 275408"/>
                <a:gd name="connsiteX337" fmla="*/ 609833 w 680324"/>
                <a:gd name="connsiteY337" fmla="*/ 208196 h 275408"/>
                <a:gd name="connsiteX338" fmla="*/ 606555 w 680324"/>
                <a:gd name="connsiteY338" fmla="*/ 208196 h 275408"/>
                <a:gd name="connsiteX339" fmla="*/ 604915 w 680324"/>
                <a:gd name="connsiteY339" fmla="*/ 209835 h 275408"/>
                <a:gd name="connsiteX340" fmla="*/ 603276 w 680324"/>
                <a:gd name="connsiteY340" fmla="*/ 213114 h 275408"/>
                <a:gd name="connsiteX341" fmla="*/ 601637 w 680324"/>
                <a:gd name="connsiteY341" fmla="*/ 216392 h 275408"/>
                <a:gd name="connsiteX342" fmla="*/ 598358 w 680324"/>
                <a:gd name="connsiteY342" fmla="*/ 218032 h 275408"/>
                <a:gd name="connsiteX343" fmla="*/ 595079 w 680324"/>
                <a:gd name="connsiteY343" fmla="*/ 219671 h 275408"/>
                <a:gd name="connsiteX344" fmla="*/ 593440 w 680324"/>
                <a:gd name="connsiteY344" fmla="*/ 219671 h 275408"/>
                <a:gd name="connsiteX345" fmla="*/ 591801 w 680324"/>
                <a:gd name="connsiteY345" fmla="*/ 216392 h 275408"/>
                <a:gd name="connsiteX346" fmla="*/ 590161 w 680324"/>
                <a:gd name="connsiteY346" fmla="*/ 213114 h 275408"/>
                <a:gd name="connsiteX347" fmla="*/ 586882 w 680324"/>
                <a:gd name="connsiteY347" fmla="*/ 209835 h 275408"/>
                <a:gd name="connsiteX348" fmla="*/ 583604 w 680324"/>
                <a:gd name="connsiteY348" fmla="*/ 213114 h 275408"/>
                <a:gd name="connsiteX349" fmla="*/ 580325 w 680324"/>
                <a:gd name="connsiteY349" fmla="*/ 216392 h 275408"/>
                <a:gd name="connsiteX350" fmla="*/ 577047 w 680324"/>
                <a:gd name="connsiteY350" fmla="*/ 218032 h 275408"/>
                <a:gd name="connsiteX351" fmla="*/ 572128 w 680324"/>
                <a:gd name="connsiteY351" fmla="*/ 218032 h 275408"/>
                <a:gd name="connsiteX352" fmla="*/ 568850 w 680324"/>
                <a:gd name="connsiteY352" fmla="*/ 219671 h 275408"/>
                <a:gd name="connsiteX353" fmla="*/ 568850 w 680324"/>
                <a:gd name="connsiteY353" fmla="*/ 218032 h 275408"/>
                <a:gd name="connsiteX354" fmla="*/ 567211 w 680324"/>
                <a:gd name="connsiteY354" fmla="*/ 219671 h 275408"/>
                <a:gd name="connsiteX355" fmla="*/ 565571 w 680324"/>
                <a:gd name="connsiteY355" fmla="*/ 219671 h 275408"/>
                <a:gd name="connsiteX356" fmla="*/ 562292 w 680324"/>
                <a:gd name="connsiteY356" fmla="*/ 219671 h 275408"/>
                <a:gd name="connsiteX357" fmla="*/ 559014 w 680324"/>
                <a:gd name="connsiteY357" fmla="*/ 219671 h 275408"/>
                <a:gd name="connsiteX358" fmla="*/ 555735 w 680324"/>
                <a:gd name="connsiteY358" fmla="*/ 221310 h 275408"/>
                <a:gd name="connsiteX359" fmla="*/ 555735 w 680324"/>
                <a:gd name="connsiteY359" fmla="*/ 221310 h 275408"/>
                <a:gd name="connsiteX360" fmla="*/ 552457 w 680324"/>
                <a:gd name="connsiteY360" fmla="*/ 221310 h 275408"/>
                <a:gd name="connsiteX361" fmla="*/ 552457 w 680324"/>
                <a:gd name="connsiteY361" fmla="*/ 221310 h 275408"/>
                <a:gd name="connsiteX362" fmla="*/ 549178 w 680324"/>
                <a:gd name="connsiteY362" fmla="*/ 219671 h 275408"/>
                <a:gd name="connsiteX363" fmla="*/ 545899 w 680324"/>
                <a:gd name="connsiteY363" fmla="*/ 219671 h 275408"/>
                <a:gd name="connsiteX364" fmla="*/ 542621 w 680324"/>
                <a:gd name="connsiteY364" fmla="*/ 218032 h 275408"/>
                <a:gd name="connsiteX365" fmla="*/ 539342 w 680324"/>
                <a:gd name="connsiteY365" fmla="*/ 219671 h 275408"/>
                <a:gd name="connsiteX366" fmla="*/ 534424 w 680324"/>
                <a:gd name="connsiteY366" fmla="*/ 219671 h 275408"/>
                <a:gd name="connsiteX367" fmla="*/ 532784 w 680324"/>
                <a:gd name="connsiteY367" fmla="*/ 219671 h 275408"/>
                <a:gd name="connsiteX368" fmla="*/ 527867 w 680324"/>
                <a:gd name="connsiteY368" fmla="*/ 222950 h 275408"/>
                <a:gd name="connsiteX369" fmla="*/ 524588 w 680324"/>
                <a:gd name="connsiteY369" fmla="*/ 222950 h 275408"/>
                <a:gd name="connsiteX370" fmla="*/ 521309 w 680324"/>
                <a:gd name="connsiteY370" fmla="*/ 226229 h 275408"/>
                <a:gd name="connsiteX371" fmla="*/ 518031 w 680324"/>
                <a:gd name="connsiteY371" fmla="*/ 227868 h 275408"/>
                <a:gd name="connsiteX372" fmla="*/ 514752 w 680324"/>
                <a:gd name="connsiteY372" fmla="*/ 229507 h 275408"/>
                <a:gd name="connsiteX373" fmla="*/ 514752 w 680324"/>
                <a:gd name="connsiteY373" fmla="*/ 229507 h 275408"/>
                <a:gd name="connsiteX374" fmla="*/ 511473 w 680324"/>
                <a:gd name="connsiteY374" fmla="*/ 231147 h 275408"/>
                <a:gd name="connsiteX375" fmla="*/ 511473 w 680324"/>
                <a:gd name="connsiteY375" fmla="*/ 231147 h 275408"/>
                <a:gd name="connsiteX376" fmla="*/ 509834 w 680324"/>
                <a:gd name="connsiteY376" fmla="*/ 232786 h 275408"/>
                <a:gd name="connsiteX377" fmla="*/ 506555 w 680324"/>
                <a:gd name="connsiteY377" fmla="*/ 234425 h 275408"/>
                <a:gd name="connsiteX378" fmla="*/ 501637 w 680324"/>
                <a:gd name="connsiteY378" fmla="*/ 234425 h 275408"/>
                <a:gd name="connsiteX379" fmla="*/ 498358 w 680324"/>
                <a:gd name="connsiteY379" fmla="*/ 236065 h 275408"/>
                <a:gd name="connsiteX380" fmla="*/ 495080 w 680324"/>
                <a:gd name="connsiteY380" fmla="*/ 236065 h 275408"/>
                <a:gd name="connsiteX381" fmla="*/ 491801 w 680324"/>
                <a:gd name="connsiteY381" fmla="*/ 237704 h 275408"/>
                <a:gd name="connsiteX382" fmla="*/ 490162 w 680324"/>
                <a:gd name="connsiteY382" fmla="*/ 237704 h 275408"/>
                <a:gd name="connsiteX383" fmla="*/ 485244 w 680324"/>
                <a:gd name="connsiteY383" fmla="*/ 237704 h 275408"/>
                <a:gd name="connsiteX384" fmla="*/ 481965 w 680324"/>
                <a:gd name="connsiteY384" fmla="*/ 239343 h 275408"/>
                <a:gd name="connsiteX385" fmla="*/ 478687 w 680324"/>
                <a:gd name="connsiteY385" fmla="*/ 237704 h 275408"/>
                <a:gd name="connsiteX386" fmla="*/ 475408 w 680324"/>
                <a:gd name="connsiteY386" fmla="*/ 237704 h 275408"/>
                <a:gd name="connsiteX387" fmla="*/ 473768 w 680324"/>
                <a:gd name="connsiteY387" fmla="*/ 237704 h 275408"/>
                <a:gd name="connsiteX388" fmla="*/ 472129 w 680324"/>
                <a:gd name="connsiteY388" fmla="*/ 237704 h 275408"/>
                <a:gd name="connsiteX389" fmla="*/ 468850 w 680324"/>
                <a:gd name="connsiteY389" fmla="*/ 237704 h 275408"/>
                <a:gd name="connsiteX390" fmla="*/ 465572 w 680324"/>
                <a:gd name="connsiteY390" fmla="*/ 237704 h 275408"/>
                <a:gd name="connsiteX391" fmla="*/ 460654 w 680324"/>
                <a:gd name="connsiteY391" fmla="*/ 234425 h 275408"/>
                <a:gd name="connsiteX392" fmla="*/ 460654 w 680324"/>
                <a:gd name="connsiteY392" fmla="*/ 234425 h 275408"/>
                <a:gd name="connsiteX393" fmla="*/ 455735 w 680324"/>
                <a:gd name="connsiteY393" fmla="*/ 231147 h 275408"/>
                <a:gd name="connsiteX394" fmla="*/ 452457 w 680324"/>
                <a:gd name="connsiteY394" fmla="*/ 229507 h 275408"/>
                <a:gd name="connsiteX395" fmla="*/ 449178 w 680324"/>
                <a:gd name="connsiteY395" fmla="*/ 227868 h 275408"/>
                <a:gd name="connsiteX396" fmla="*/ 445900 w 680324"/>
                <a:gd name="connsiteY396" fmla="*/ 227868 h 275408"/>
                <a:gd name="connsiteX397" fmla="*/ 440981 w 680324"/>
                <a:gd name="connsiteY397" fmla="*/ 229507 h 275408"/>
                <a:gd name="connsiteX398" fmla="*/ 437703 w 680324"/>
                <a:gd name="connsiteY398" fmla="*/ 231147 h 275408"/>
                <a:gd name="connsiteX399" fmla="*/ 437703 w 680324"/>
                <a:gd name="connsiteY399" fmla="*/ 231147 h 275408"/>
                <a:gd name="connsiteX400" fmla="*/ 434424 w 680324"/>
                <a:gd name="connsiteY400" fmla="*/ 232786 h 275408"/>
                <a:gd name="connsiteX401" fmla="*/ 431145 w 680324"/>
                <a:gd name="connsiteY401" fmla="*/ 234425 h 275408"/>
                <a:gd name="connsiteX402" fmla="*/ 426228 w 680324"/>
                <a:gd name="connsiteY402" fmla="*/ 236065 h 275408"/>
                <a:gd name="connsiteX403" fmla="*/ 422949 w 680324"/>
                <a:gd name="connsiteY403" fmla="*/ 237704 h 275408"/>
                <a:gd name="connsiteX404" fmla="*/ 419670 w 680324"/>
                <a:gd name="connsiteY404" fmla="*/ 239343 h 275408"/>
                <a:gd name="connsiteX405" fmla="*/ 419670 w 680324"/>
                <a:gd name="connsiteY405" fmla="*/ 239343 h 275408"/>
                <a:gd name="connsiteX406" fmla="*/ 416391 w 680324"/>
                <a:gd name="connsiteY406" fmla="*/ 239343 h 275408"/>
                <a:gd name="connsiteX407" fmla="*/ 411474 w 680324"/>
                <a:gd name="connsiteY407" fmla="*/ 239343 h 275408"/>
                <a:gd name="connsiteX408" fmla="*/ 408195 w 680324"/>
                <a:gd name="connsiteY408" fmla="*/ 239343 h 275408"/>
                <a:gd name="connsiteX409" fmla="*/ 404916 w 680324"/>
                <a:gd name="connsiteY409" fmla="*/ 240982 h 275408"/>
                <a:gd name="connsiteX410" fmla="*/ 403277 w 680324"/>
                <a:gd name="connsiteY410" fmla="*/ 236065 h 275408"/>
                <a:gd name="connsiteX411" fmla="*/ 399998 w 680324"/>
                <a:gd name="connsiteY411" fmla="*/ 234425 h 275408"/>
                <a:gd name="connsiteX412" fmla="*/ 398359 w 680324"/>
                <a:gd name="connsiteY412" fmla="*/ 234425 h 275408"/>
                <a:gd name="connsiteX413" fmla="*/ 395080 w 680324"/>
                <a:gd name="connsiteY413" fmla="*/ 232786 h 275408"/>
                <a:gd name="connsiteX414" fmla="*/ 391801 w 680324"/>
                <a:gd name="connsiteY414" fmla="*/ 231147 h 275408"/>
                <a:gd name="connsiteX415" fmla="*/ 390162 w 680324"/>
                <a:gd name="connsiteY415" fmla="*/ 231147 h 275408"/>
                <a:gd name="connsiteX416" fmla="*/ 388523 w 680324"/>
                <a:gd name="connsiteY416" fmla="*/ 231147 h 275408"/>
                <a:gd name="connsiteX417" fmla="*/ 388523 w 680324"/>
                <a:gd name="connsiteY417" fmla="*/ 234425 h 275408"/>
                <a:gd name="connsiteX418" fmla="*/ 386884 w 680324"/>
                <a:gd name="connsiteY418" fmla="*/ 239343 h 275408"/>
                <a:gd name="connsiteX419" fmla="*/ 386884 w 680324"/>
                <a:gd name="connsiteY419" fmla="*/ 242622 h 275408"/>
                <a:gd name="connsiteX420" fmla="*/ 386884 w 680324"/>
                <a:gd name="connsiteY420" fmla="*/ 245901 h 275408"/>
                <a:gd name="connsiteX421" fmla="*/ 386884 w 680324"/>
                <a:gd name="connsiteY421" fmla="*/ 250819 h 275408"/>
                <a:gd name="connsiteX422" fmla="*/ 388523 w 680324"/>
                <a:gd name="connsiteY422" fmla="*/ 250819 h 275408"/>
                <a:gd name="connsiteX423" fmla="*/ 388523 w 680324"/>
                <a:gd name="connsiteY423" fmla="*/ 254097 h 275408"/>
                <a:gd name="connsiteX424" fmla="*/ 391801 w 680324"/>
                <a:gd name="connsiteY424" fmla="*/ 254097 h 275408"/>
                <a:gd name="connsiteX425" fmla="*/ 391801 w 680324"/>
                <a:gd name="connsiteY425" fmla="*/ 257376 h 275408"/>
                <a:gd name="connsiteX426" fmla="*/ 388523 w 680324"/>
                <a:gd name="connsiteY426" fmla="*/ 257376 h 275408"/>
                <a:gd name="connsiteX427" fmla="*/ 386884 w 680324"/>
                <a:gd name="connsiteY427" fmla="*/ 257376 h 275408"/>
                <a:gd name="connsiteX428" fmla="*/ 381965 w 680324"/>
                <a:gd name="connsiteY428" fmla="*/ 259015 h 275408"/>
                <a:gd name="connsiteX429" fmla="*/ 381965 w 680324"/>
                <a:gd name="connsiteY429" fmla="*/ 257376 h 275408"/>
                <a:gd name="connsiteX430" fmla="*/ 381965 w 680324"/>
                <a:gd name="connsiteY430" fmla="*/ 259015 h 275408"/>
                <a:gd name="connsiteX431" fmla="*/ 381965 w 680324"/>
                <a:gd name="connsiteY431" fmla="*/ 259015 h 275408"/>
                <a:gd name="connsiteX432" fmla="*/ 381965 w 680324"/>
                <a:gd name="connsiteY432" fmla="*/ 263933 h 275408"/>
                <a:gd name="connsiteX433" fmla="*/ 381965 w 680324"/>
                <a:gd name="connsiteY433" fmla="*/ 267212 h 275408"/>
                <a:gd name="connsiteX434" fmla="*/ 381965 w 680324"/>
                <a:gd name="connsiteY434" fmla="*/ 268851 h 275408"/>
                <a:gd name="connsiteX435" fmla="*/ 378687 w 680324"/>
                <a:gd name="connsiteY435" fmla="*/ 270491 h 275408"/>
                <a:gd name="connsiteX436" fmla="*/ 375408 w 680324"/>
                <a:gd name="connsiteY436" fmla="*/ 273769 h 275408"/>
                <a:gd name="connsiteX437" fmla="*/ 375408 w 680324"/>
                <a:gd name="connsiteY437" fmla="*/ 275409 h 275408"/>
                <a:gd name="connsiteX438" fmla="*/ 370490 w 680324"/>
                <a:gd name="connsiteY438" fmla="*/ 273769 h 275408"/>
                <a:gd name="connsiteX439" fmla="*/ 368851 w 680324"/>
                <a:gd name="connsiteY439" fmla="*/ 272130 h 275408"/>
                <a:gd name="connsiteX440" fmla="*/ 365572 w 680324"/>
                <a:gd name="connsiteY440" fmla="*/ 270491 h 275408"/>
                <a:gd name="connsiteX441" fmla="*/ 367211 w 680324"/>
                <a:gd name="connsiteY441" fmla="*/ 268851 h 275408"/>
                <a:gd name="connsiteX442" fmla="*/ 367211 w 680324"/>
                <a:gd name="connsiteY442" fmla="*/ 265573 h 275408"/>
                <a:gd name="connsiteX443" fmla="*/ 365572 w 680324"/>
                <a:gd name="connsiteY443" fmla="*/ 262294 h 275408"/>
                <a:gd name="connsiteX444" fmla="*/ 362294 w 680324"/>
                <a:gd name="connsiteY444" fmla="*/ 259015 h 275408"/>
                <a:gd name="connsiteX445" fmla="*/ 359015 w 680324"/>
                <a:gd name="connsiteY445" fmla="*/ 255737 h 275408"/>
                <a:gd name="connsiteX446" fmla="*/ 362294 w 680324"/>
                <a:gd name="connsiteY446" fmla="*/ 250819 h 275408"/>
                <a:gd name="connsiteX447" fmla="*/ 365572 w 680324"/>
                <a:gd name="connsiteY447" fmla="*/ 247540 h 275408"/>
                <a:gd name="connsiteX448" fmla="*/ 368851 w 680324"/>
                <a:gd name="connsiteY448" fmla="*/ 244261 h 275408"/>
                <a:gd name="connsiteX449" fmla="*/ 373769 w 680324"/>
                <a:gd name="connsiteY449" fmla="*/ 240982 h 275408"/>
                <a:gd name="connsiteX450" fmla="*/ 372130 w 680324"/>
                <a:gd name="connsiteY450" fmla="*/ 236065 h 275408"/>
                <a:gd name="connsiteX451" fmla="*/ 372130 w 680324"/>
                <a:gd name="connsiteY451" fmla="*/ 232786 h 275408"/>
                <a:gd name="connsiteX452" fmla="*/ 367211 w 680324"/>
                <a:gd name="connsiteY452" fmla="*/ 229507 h 275408"/>
                <a:gd name="connsiteX453" fmla="*/ 363933 w 680324"/>
                <a:gd name="connsiteY453" fmla="*/ 227868 h 275408"/>
                <a:gd name="connsiteX454" fmla="*/ 362294 w 680324"/>
                <a:gd name="connsiteY454" fmla="*/ 229507 h 275408"/>
                <a:gd name="connsiteX455" fmla="*/ 359015 w 680324"/>
                <a:gd name="connsiteY455" fmla="*/ 232786 h 275408"/>
                <a:gd name="connsiteX456" fmla="*/ 355736 w 680324"/>
                <a:gd name="connsiteY456" fmla="*/ 234425 h 275408"/>
                <a:gd name="connsiteX457" fmla="*/ 352457 w 680324"/>
                <a:gd name="connsiteY457" fmla="*/ 236065 h 275408"/>
                <a:gd name="connsiteX458" fmla="*/ 350818 w 680324"/>
                <a:gd name="connsiteY458" fmla="*/ 237704 h 275408"/>
                <a:gd name="connsiteX459" fmla="*/ 354097 w 680324"/>
                <a:gd name="connsiteY459" fmla="*/ 236065 h 275408"/>
                <a:gd name="connsiteX460" fmla="*/ 352457 w 680324"/>
                <a:gd name="connsiteY460" fmla="*/ 240982 h 275408"/>
                <a:gd name="connsiteX461" fmla="*/ 350818 w 680324"/>
                <a:gd name="connsiteY461" fmla="*/ 242622 h 275408"/>
                <a:gd name="connsiteX462" fmla="*/ 345900 w 680324"/>
                <a:gd name="connsiteY462" fmla="*/ 242622 h 275408"/>
                <a:gd name="connsiteX463" fmla="*/ 344261 w 680324"/>
                <a:gd name="connsiteY463" fmla="*/ 242622 h 275408"/>
                <a:gd name="connsiteX464" fmla="*/ 340982 w 680324"/>
                <a:gd name="connsiteY464" fmla="*/ 242622 h 275408"/>
                <a:gd name="connsiteX465" fmla="*/ 337703 w 680324"/>
                <a:gd name="connsiteY465" fmla="*/ 240982 h 275408"/>
                <a:gd name="connsiteX466" fmla="*/ 334425 w 680324"/>
                <a:gd name="connsiteY466" fmla="*/ 239343 h 275408"/>
                <a:gd name="connsiteX467" fmla="*/ 329507 w 680324"/>
                <a:gd name="connsiteY467" fmla="*/ 237704 h 275408"/>
                <a:gd name="connsiteX468" fmla="*/ 329507 w 680324"/>
                <a:gd name="connsiteY468" fmla="*/ 236065 h 275408"/>
                <a:gd name="connsiteX469" fmla="*/ 326228 w 680324"/>
                <a:gd name="connsiteY469" fmla="*/ 236065 h 275408"/>
                <a:gd name="connsiteX470" fmla="*/ 324588 w 680324"/>
                <a:gd name="connsiteY470" fmla="*/ 234425 h 275408"/>
                <a:gd name="connsiteX471" fmla="*/ 319671 w 680324"/>
                <a:gd name="connsiteY471" fmla="*/ 232786 h 275408"/>
                <a:gd name="connsiteX472" fmla="*/ 316392 w 680324"/>
                <a:gd name="connsiteY472" fmla="*/ 232786 h 275408"/>
                <a:gd name="connsiteX473" fmla="*/ 314753 w 680324"/>
                <a:gd name="connsiteY473" fmla="*/ 232786 h 275408"/>
                <a:gd name="connsiteX474" fmla="*/ 311474 w 680324"/>
                <a:gd name="connsiteY474" fmla="*/ 236065 h 275408"/>
                <a:gd name="connsiteX475" fmla="*/ 311474 w 680324"/>
                <a:gd name="connsiteY475" fmla="*/ 236065 h 275408"/>
                <a:gd name="connsiteX476" fmla="*/ 308195 w 680324"/>
                <a:gd name="connsiteY476" fmla="*/ 239343 h 275408"/>
                <a:gd name="connsiteX477" fmla="*/ 304917 w 680324"/>
                <a:gd name="connsiteY477" fmla="*/ 242622 h 275408"/>
                <a:gd name="connsiteX478" fmla="*/ 301638 w 680324"/>
                <a:gd name="connsiteY478" fmla="*/ 245901 h 275408"/>
                <a:gd name="connsiteX479" fmla="*/ 298360 w 680324"/>
                <a:gd name="connsiteY479" fmla="*/ 249179 h 275408"/>
                <a:gd name="connsiteX480" fmla="*/ 298360 w 680324"/>
                <a:gd name="connsiteY480" fmla="*/ 252458 h 275408"/>
                <a:gd name="connsiteX481" fmla="*/ 296720 w 680324"/>
                <a:gd name="connsiteY481" fmla="*/ 254097 h 275408"/>
                <a:gd name="connsiteX482" fmla="*/ 293441 w 680324"/>
                <a:gd name="connsiteY482" fmla="*/ 259015 h 275408"/>
                <a:gd name="connsiteX483" fmla="*/ 290163 w 680324"/>
                <a:gd name="connsiteY483" fmla="*/ 254097 h 275408"/>
                <a:gd name="connsiteX484" fmla="*/ 286884 w 680324"/>
                <a:gd name="connsiteY484" fmla="*/ 259015 h 275408"/>
                <a:gd name="connsiteX485" fmla="*/ 285245 w 680324"/>
                <a:gd name="connsiteY485" fmla="*/ 262294 h 275408"/>
                <a:gd name="connsiteX486" fmla="*/ 280327 w 680324"/>
                <a:gd name="connsiteY486" fmla="*/ 260655 h 275408"/>
                <a:gd name="connsiteX487" fmla="*/ 277048 w 680324"/>
                <a:gd name="connsiteY487" fmla="*/ 262294 h 275408"/>
                <a:gd name="connsiteX488" fmla="*/ 273769 w 680324"/>
                <a:gd name="connsiteY488" fmla="*/ 262294 h 275408"/>
                <a:gd name="connsiteX489" fmla="*/ 270491 w 680324"/>
                <a:gd name="connsiteY489" fmla="*/ 262294 h 275408"/>
                <a:gd name="connsiteX490" fmla="*/ 265573 w 680324"/>
                <a:gd name="connsiteY490" fmla="*/ 262294 h 275408"/>
                <a:gd name="connsiteX491" fmla="*/ 262294 w 680324"/>
                <a:gd name="connsiteY491" fmla="*/ 263933 h 275408"/>
                <a:gd name="connsiteX492" fmla="*/ 259015 w 680324"/>
                <a:gd name="connsiteY492" fmla="*/ 263933 h 275408"/>
                <a:gd name="connsiteX493" fmla="*/ 254097 w 680324"/>
                <a:gd name="connsiteY493" fmla="*/ 265573 h 275408"/>
                <a:gd name="connsiteX494" fmla="*/ 252458 w 680324"/>
                <a:gd name="connsiteY494" fmla="*/ 267212 h 275408"/>
                <a:gd name="connsiteX495" fmla="*/ 249179 w 680324"/>
                <a:gd name="connsiteY495" fmla="*/ 265573 h 275408"/>
                <a:gd name="connsiteX496" fmla="*/ 244261 w 680324"/>
                <a:gd name="connsiteY496" fmla="*/ 265573 h 275408"/>
                <a:gd name="connsiteX497" fmla="*/ 244261 w 680324"/>
                <a:gd name="connsiteY497" fmla="*/ 263933 h 275408"/>
                <a:gd name="connsiteX498" fmla="*/ 239343 w 680324"/>
                <a:gd name="connsiteY498" fmla="*/ 262294 h 275408"/>
                <a:gd name="connsiteX499" fmla="*/ 236064 w 680324"/>
                <a:gd name="connsiteY499" fmla="*/ 260655 h 275408"/>
                <a:gd name="connsiteX500" fmla="*/ 232786 w 680324"/>
                <a:gd name="connsiteY500" fmla="*/ 257376 h 275408"/>
                <a:gd name="connsiteX501" fmla="*/ 229507 w 680324"/>
                <a:gd name="connsiteY501" fmla="*/ 252458 h 275408"/>
                <a:gd name="connsiteX502" fmla="*/ 227868 w 680324"/>
                <a:gd name="connsiteY502" fmla="*/ 249179 h 275408"/>
                <a:gd name="connsiteX503" fmla="*/ 224589 w 680324"/>
                <a:gd name="connsiteY503" fmla="*/ 245901 h 275408"/>
                <a:gd name="connsiteX504" fmla="*/ 221310 w 680324"/>
                <a:gd name="connsiteY504" fmla="*/ 244261 h 275408"/>
                <a:gd name="connsiteX505" fmla="*/ 218032 w 680324"/>
                <a:gd name="connsiteY505" fmla="*/ 242622 h 275408"/>
                <a:gd name="connsiteX506" fmla="*/ 213114 w 680324"/>
                <a:gd name="connsiteY506" fmla="*/ 240982 h 275408"/>
                <a:gd name="connsiteX507" fmla="*/ 209835 w 680324"/>
                <a:gd name="connsiteY507" fmla="*/ 239343 h 275408"/>
                <a:gd name="connsiteX508" fmla="*/ 208196 w 680324"/>
                <a:gd name="connsiteY508" fmla="*/ 239343 h 275408"/>
                <a:gd name="connsiteX509" fmla="*/ 204917 w 680324"/>
                <a:gd name="connsiteY509" fmla="*/ 237704 h 275408"/>
                <a:gd name="connsiteX510" fmla="*/ 201638 w 680324"/>
                <a:gd name="connsiteY510" fmla="*/ 234425 h 275408"/>
                <a:gd name="connsiteX511" fmla="*/ 196720 w 680324"/>
                <a:gd name="connsiteY511" fmla="*/ 232786 h 275408"/>
                <a:gd name="connsiteX512" fmla="*/ 193442 w 680324"/>
                <a:gd name="connsiteY512" fmla="*/ 231147 h 275408"/>
                <a:gd name="connsiteX513" fmla="*/ 190163 w 680324"/>
                <a:gd name="connsiteY513" fmla="*/ 231147 h 275408"/>
                <a:gd name="connsiteX514" fmla="*/ 188524 w 680324"/>
                <a:gd name="connsiteY514" fmla="*/ 231147 h 275408"/>
                <a:gd name="connsiteX515" fmla="*/ 183606 w 680324"/>
                <a:gd name="connsiteY515" fmla="*/ 229507 h 275408"/>
                <a:gd name="connsiteX516" fmla="*/ 181966 w 680324"/>
                <a:gd name="connsiteY516" fmla="*/ 229507 h 275408"/>
                <a:gd name="connsiteX517" fmla="*/ 177048 w 680324"/>
                <a:gd name="connsiteY517" fmla="*/ 231147 h 275408"/>
                <a:gd name="connsiteX518" fmla="*/ 173770 w 680324"/>
                <a:gd name="connsiteY518" fmla="*/ 229507 h 275408"/>
                <a:gd name="connsiteX519" fmla="*/ 170491 w 680324"/>
                <a:gd name="connsiteY519" fmla="*/ 231147 h 275408"/>
                <a:gd name="connsiteX520" fmla="*/ 168851 w 680324"/>
                <a:gd name="connsiteY520" fmla="*/ 234425 h 275408"/>
                <a:gd name="connsiteX521" fmla="*/ 168851 w 680324"/>
                <a:gd name="connsiteY521" fmla="*/ 239343 h 275408"/>
                <a:gd name="connsiteX522" fmla="*/ 170491 w 680324"/>
                <a:gd name="connsiteY522" fmla="*/ 242622 h 275408"/>
                <a:gd name="connsiteX523" fmla="*/ 168851 w 680324"/>
                <a:gd name="connsiteY523" fmla="*/ 245901 h 275408"/>
                <a:gd name="connsiteX524" fmla="*/ 167213 w 680324"/>
                <a:gd name="connsiteY524" fmla="*/ 249179 h 275408"/>
                <a:gd name="connsiteX525" fmla="*/ 168851 w 680324"/>
                <a:gd name="connsiteY525" fmla="*/ 254097 h 275408"/>
                <a:gd name="connsiteX526" fmla="*/ 167213 w 680324"/>
                <a:gd name="connsiteY526" fmla="*/ 257376 h 275408"/>
                <a:gd name="connsiteX527" fmla="*/ 165573 w 680324"/>
                <a:gd name="connsiteY527" fmla="*/ 259015 h 275408"/>
                <a:gd name="connsiteX528" fmla="*/ 160655 w 680324"/>
                <a:gd name="connsiteY528" fmla="*/ 255737 h 275408"/>
                <a:gd name="connsiteX529" fmla="*/ 157376 w 680324"/>
                <a:gd name="connsiteY529" fmla="*/ 254097 h 275408"/>
                <a:gd name="connsiteX530" fmla="*/ 155737 w 680324"/>
                <a:gd name="connsiteY530" fmla="*/ 255737 h 275408"/>
                <a:gd name="connsiteX531" fmla="*/ 150819 w 680324"/>
                <a:gd name="connsiteY531" fmla="*/ 257376 h 275408"/>
                <a:gd name="connsiteX532" fmla="*/ 150819 w 680324"/>
                <a:gd name="connsiteY532" fmla="*/ 259015 h 275408"/>
                <a:gd name="connsiteX533" fmla="*/ 147540 w 680324"/>
                <a:gd name="connsiteY533" fmla="*/ 259015 h 275408"/>
                <a:gd name="connsiteX534" fmla="*/ 142623 w 680324"/>
                <a:gd name="connsiteY534" fmla="*/ 262294 h 275408"/>
                <a:gd name="connsiteX535" fmla="*/ 139344 w 680324"/>
                <a:gd name="connsiteY535" fmla="*/ 262294 h 275408"/>
                <a:gd name="connsiteX536" fmla="*/ 136065 w 680324"/>
                <a:gd name="connsiteY536" fmla="*/ 260655 h 275408"/>
                <a:gd name="connsiteX537" fmla="*/ 131147 w 680324"/>
                <a:gd name="connsiteY537" fmla="*/ 259015 h 275408"/>
                <a:gd name="connsiteX538" fmla="*/ 127868 w 680324"/>
                <a:gd name="connsiteY538" fmla="*/ 255737 h 275408"/>
                <a:gd name="connsiteX539" fmla="*/ 124590 w 680324"/>
                <a:gd name="connsiteY539" fmla="*/ 255737 h 275408"/>
                <a:gd name="connsiteX540" fmla="*/ 122950 w 680324"/>
                <a:gd name="connsiteY540" fmla="*/ 255737 h 275408"/>
                <a:gd name="connsiteX541" fmla="*/ 119671 w 680324"/>
                <a:gd name="connsiteY541" fmla="*/ 252458 h 275408"/>
                <a:gd name="connsiteX542" fmla="*/ 118032 w 680324"/>
                <a:gd name="connsiteY542" fmla="*/ 249179 h 275408"/>
                <a:gd name="connsiteX543" fmla="*/ 118032 w 680324"/>
                <a:gd name="connsiteY543" fmla="*/ 245901 h 275408"/>
                <a:gd name="connsiteX544" fmla="*/ 114754 w 680324"/>
                <a:gd name="connsiteY544" fmla="*/ 244261 h 275408"/>
                <a:gd name="connsiteX545" fmla="*/ 114754 w 680324"/>
                <a:gd name="connsiteY545" fmla="*/ 240982 h 275408"/>
                <a:gd name="connsiteX546" fmla="*/ 113114 w 680324"/>
                <a:gd name="connsiteY546" fmla="*/ 236065 h 275408"/>
                <a:gd name="connsiteX547" fmla="*/ 109836 w 680324"/>
                <a:gd name="connsiteY547" fmla="*/ 236065 h 275408"/>
                <a:gd name="connsiteX548" fmla="*/ 108196 w 680324"/>
                <a:gd name="connsiteY548" fmla="*/ 239343 h 275408"/>
                <a:gd name="connsiteX549" fmla="*/ 103278 w 680324"/>
                <a:gd name="connsiteY549" fmla="*/ 237704 h 275408"/>
                <a:gd name="connsiteX550" fmla="*/ 103278 w 680324"/>
                <a:gd name="connsiteY550" fmla="*/ 237704 h 275408"/>
                <a:gd name="connsiteX551" fmla="*/ 100000 w 680324"/>
                <a:gd name="connsiteY551" fmla="*/ 237704 h 275408"/>
                <a:gd name="connsiteX552" fmla="*/ 98360 w 680324"/>
                <a:gd name="connsiteY552" fmla="*/ 234425 h 275408"/>
                <a:gd name="connsiteX553" fmla="*/ 98360 w 680324"/>
                <a:gd name="connsiteY553" fmla="*/ 232786 h 275408"/>
                <a:gd name="connsiteX554" fmla="*/ 95081 w 680324"/>
                <a:gd name="connsiteY554" fmla="*/ 232786 h 275408"/>
                <a:gd name="connsiteX555" fmla="*/ 93442 w 680324"/>
                <a:gd name="connsiteY555" fmla="*/ 229507 h 275408"/>
                <a:gd name="connsiteX556" fmla="*/ 90164 w 680324"/>
                <a:gd name="connsiteY556" fmla="*/ 232786 h 275408"/>
                <a:gd name="connsiteX557" fmla="*/ 86885 w 680324"/>
                <a:gd name="connsiteY557" fmla="*/ 232786 h 275408"/>
                <a:gd name="connsiteX558" fmla="*/ 85246 w 680324"/>
                <a:gd name="connsiteY558" fmla="*/ 237704 h 275408"/>
                <a:gd name="connsiteX559" fmla="*/ 81967 w 680324"/>
                <a:gd name="connsiteY559" fmla="*/ 240982 h 275408"/>
                <a:gd name="connsiteX560" fmla="*/ 78688 w 680324"/>
                <a:gd name="connsiteY560" fmla="*/ 242622 h 275408"/>
                <a:gd name="connsiteX561" fmla="*/ 78688 w 680324"/>
                <a:gd name="connsiteY561" fmla="*/ 240982 h 275408"/>
                <a:gd name="connsiteX562" fmla="*/ 75410 w 680324"/>
                <a:gd name="connsiteY562" fmla="*/ 237704 h 275408"/>
                <a:gd name="connsiteX563" fmla="*/ 78688 w 680324"/>
                <a:gd name="connsiteY563" fmla="*/ 236065 h 275408"/>
                <a:gd name="connsiteX564" fmla="*/ 80327 w 680324"/>
                <a:gd name="connsiteY564" fmla="*/ 232786 h 275408"/>
                <a:gd name="connsiteX565" fmla="*/ 77049 w 680324"/>
                <a:gd name="connsiteY565" fmla="*/ 234425 h 275408"/>
                <a:gd name="connsiteX566" fmla="*/ 73770 w 680324"/>
                <a:gd name="connsiteY566" fmla="*/ 234425 h 275408"/>
                <a:gd name="connsiteX567" fmla="*/ 68852 w 680324"/>
                <a:gd name="connsiteY567" fmla="*/ 234425 h 275408"/>
                <a:gd name="connsiteX568" fmla="*/ 65573 w 680324"/>
                <a:gd name="connsiteY568" fmla="*/ 236065 h 275408"/>
                <a:gd name="connsiteX569" fmla="*/ 62295 w 680324"/>
                <a:gd name="connsiteY569" fmla="*/ 237704 h 275408"/>
                <a:gd name="connsiteX570" fmla="*/ 59016 w 680324"/>
                <a:gd name="connsiteY570" fmla="*/ 239343 h 275408"/>
                <a:gd name="connsiteX571" fmla="*/ 54098 w 680324"/>
                <a:gd name="connsiteY571" fmla="*/ 237704 h 275408"/>
                <a:gd name="connsiteX572" fmla="*/ 57377 w 680324"/>
                <a:gd name="connsiteY572" fmla="*/ 234425 h 275408"/>
                <a:gd name="connsiteX573" fmla="*/ 62295 w 680324"/>
                <a:gd name="connsiteY573" fmla="*/ 234425 h 275408"/>
                <a:gd name="connsiteX574" fmla="*/ 62295 w 680324"/>
                <a:gd name="connsiteY574" fmla="*/ 234425 h 275408"/>
                <a:gd name="connsiteX575" fmla="*/ 65573 w 680324"/>
                <a:gd name="connsiteY575" fmla="*/ 234425 h 275408"/>
                <a:gd name="connsiteX576" fmla="*/ 70491 w 680324"/>
                <a:gd name="connsiteY576" fmla="*/ 232786 h 275408"/>
                <a:gd name="connsiteX577" fmla="*/ 73770 w 680324"/>
                <a:gd name="connsiteY577" fmla="*/ 232786 h 275408"/>
                <a:gd name="connsiteX578" fmla="*/ 77049 w 680324"/>
                <a:gd name="connsiteY578" fmla="*/ 234425 h 275408"/>
                <a:gd name="connsiteX579" fmla="*/ 77049 w 680324"/>
                <a:gd name="connsiteY579" fmla="*/ 229507 h 275408"/>
                <a:gd name="connsiteX580" fmla="*/ 81967 w 680324"/>
                <a:gd name="connsiteY580" fmla="*/ 227868 h 275408"/>
                <a:gd name="connsiteX581" fmla="*/ 85246 w 680324"/>
                <a:gd name="connsiteY581" fmla="*/ 222950 h 275408"/>
                <a:gd name="connsiteX582" fmla="*/ 81967 w 680324"/>
                <a:gd name="connsiteY582" fmla="*/ 222950 h 275408"/>
                <a:gd name="connsiteX583" fmla="*/ 77049 w 680324"/>
                <a:gd name="connsiteY583" fmla="*/ 222950 h 275408"/>
                <a:gd name="connsiteX584" fmla="*/ 73770 w 680324"/>
                <a:gd name="connsiteY584" fmla="*/ 222950 h 275408"/>
                <a:gd name="connsiteX585" fmla="*/ 70491 w 680324"/>
                <a:gd name="connsiteY585" fmla="*/ 222950 h 275408"/>
                <a:gd name="connsiteX586" fmla="*/ 67213 w 680324"/>
                <a:gd name="connsiteY586" fmla="*/ 224589 h 275408"/>
                <a:gd name="connsiteX587" fmla="*/ 65573 w 680324"/>
                <a:gd name="connsiteY587" fmla="*/ 224589 h 275408"/>
                <a:gd name="connsiteX588" fmla="*/ 62295 w 680324"/>
                <a:gd name="connsiteY588" fmla="*/ 224589 h 275408"/>
                <a:gd name="connsiteX589" fmla="*/ 57377 w 680324"/>
                <a:gd name="connsiteY589" fmla="*/ 224589 h 275408"/>
                <a:gd name="connsiteX590" fmla="*/ 54098 w 680324"/>
                <a:gd name="connsiteY590" fmla="*/ 222950 h 275408"/>
                <a:gd name="connsiteX591" fmla="*/ 50820 w 680324"/>
                <a:gd name="connsiteY591" fmla="*/ 226229 h 275408"/>
                <a:gd name="connsiteX592" fmla="*/ 49180 w 680324"/>
                <a:gd name="connsiteY592" fmla="*/ 226229 h 275408"/>
                <a:gd name="connsiteX593" fmla="*/ 47541 w 680324"/>
                <a:gd name="connsiteY593" fmla="*/ 222950 h 275408"/>
                <a:gd name="connsiteX594" fmla="*/ 49180 w 680324"/>
                <a:gd name="connsiteY594" fmla="*/ 218032 h 275408"/>
                <a:gd name="connsiteX595" fmla="*/ 52459 w 680324"/>
                <a:gd name="connsiteY595" fmla="*/ 218032 h 275408"/>
                <a:gd name="connsiteX596" fmla="*/ 55737 w 680324"/>
                <a:gd name="connsiteY596" fmla="*/ 219671 h 275408"/>
                <a:gd name="connsiteX597" fmla="*/ 60656 w 680324"/>
                <a:gd name="connsiteY597" fmla="*/ 218032 h 275408"/>
                <a:gd name="connsiteX598" fmla="*/ 60656 w 680324"/>
                <a:gd name="connsiteY598" fmla="*/ 214753 h 275408"/>
                <a:gd name="connsiteX599" fmla="*/ 57377 w 680324"/>
                <a:gd name="connsiteY599" fmla="*/ 213114 h 275408"/>
                <a:gd name="connsiteX600" fmla="*/ 57377 w 680324"/>
                <a:gd name="connsiteY600" fmla="*/ 209835 h 275408"/>
                <a:gd name="connsiteX601" fmla="*/ 52459 w 680324"/>
                <a:gd name="connsiteY601" fmla="*/ 209835 h 275408"/>
                <a:gd name="connsiteX602" fmla="*/ 54098 w 680324"/>
                <a:gd name="connsiteY602" fmla="*/ 206557 h 275408"/>
                <a:gd name="connsiteX603" fmla="*/ 50820 w 680324"/>
                <a:gd name="connsiteY603" fmla="*/ 208196 h 275408"/>
                <a:gd name="connsiteX604" fmla="*/ 45901 w 680324"/>
                <a:gd name="connsiteY604" fmla="*/ 208196 h 275408"/>
                <a:gd name="connsiteX605" fmla="*/ 45901 w 680324"/>
                <a:gd name="connsiteY605" fmla="*/ 204917 h 275408"/>
                <a:gd name="connsiteX606" fmla="*/ 45901 w 680324"/>
                <a:gd name="connsiteY606" fmla="*/ 203278 h 275408"/>
                <a:gd name="connsiteX607" fmla="*/ 44262 w 680324"/>
                <a:gd name="connsiteY607" fmla="*/ 199999 h 275408"/>
                <a:gd name="connsiteX608" fmla="*/ 42623 w 680324"/>
                <a:gd name="connsiteY608" fmla="*/ 196720 h 275408"/>
                <a:gd name="connsiteX609" fmla="*/ 39344 w 680324"/>
                <a:gd name="connsiteY609" fmla="*/ 195081 h 275408"/>
                <a:gd name="connsiteX610" fmla="*/ 42623 w 680324"/>
                <a:gd name="connsiteY610" fmla="*/ 193442 h 275408"/>
                <a:gd name="connsiteX611" fmla="*/ 45901 w 680324"/>
                <a:gd name="connsiteY611" fmla="*/ 191802 h 275408"/>
                <a:gd name="connsiteX612" fmla="*/ 47541 w 680324"/>
                <a:gd name="connsiteY612" fmla="*/ 188524 h 275408"/>
                <a:gd name="connsiteX613" fmla="*/ 45901 w 680324"/>
                <a:gd name="connsiteY613" fmla="*/ 185245 h 275408"/>
                <a:gd name="connsiteX614" fmla="*/ 45901 w 680324"/>
                <a:gd name="connsiteY614" fmla="*/ 181966 h 275408"/>
                <a:gd name="connsiteX615" fmla="*/ 42623 w 680324"/>
                <a:gd name="connsiteY615" fmla="*/ 180327 h 275408"/>
                <a:gd name="connsiteX616" fmla="*/ 39344 w 680324"/>
                <a:gd name="connsiteY616" fmla="*/ 178688 h 275408"/>
                <a:gd name="connsiteX617" fmla="*/ 36066 w 680324"/>
                <a:gd name="connsiteY617" fmla="*/ 177048 h 275408"/>
                <a:gd name="connsiteX618" fmla="*/ 31147 w 680324"/>
                <a:gd name="connsiteY618" fmla="*/ 178688 h 275408"/>
                <a:gd name="connsiteX619" fmla="*/ 31147 w 680324"/>
                <a:gd name="connsiteY619" fmla="*/ 173770 h 275408"/>
                <a:gd name="connsiteX620" fmla="*/ 27869 w 680324"/>
                <a:gd name="connsiteY620" fmla="*/ 170491 h 275408"/>
                <a:gd name="connsiteX621" fmla="*/ 24590 w 680324"/>
                <a:gd name="connsiteY621" fmla="*/ 170491 h 275408"/>
                <a:gd name="connsiteX622" fmla="*/ 22951 w 680324"/>
                <a:gd name="connsiteY622" fmla="*/ 175409 h 275408"/>
                <a:gd name="connsiteX623" fmla="*/ 19672 w 680324"/>
                <a:gd name="connsiteY623" fmla="*/ 173770 h 275408"/>
                <a:gd name="connsiteX624" fmla="*/ 14754 w 680324"/>
                <a:gd name="connsiteY624" fmla="*/ 170491 h 275408"/>
                <a:gd name="connsiteX625" fmla="*/ 11476 w 680324"/>
                <a:gd name="connsiteY625" fmla="*/ 170491 h 275408"/>
                <a:gd name="connsiteX626" fmla="*/ 9836 w 680324"/>
                <a:gd name="connsiteY626" fmla="*/ 165573 h 275408"/>
                <a:gd name="connsiteX627" fmla="*/ 14754 w 680324"/>
                <a:gd name="connsiteY627" fmla="*/ 165573 h 275408"/>
                <a:gd name="connsiteX628" fmla="*/ 16393 w 680324"/>
                <a:gd name="connsiteY628" fmla="*/ 162294 h 275408"/>
                <a:gd name="connsiteX629" fmla="*/ 14754 w 680324"/>
                <a:gd name="connsiteY629" fmla="*/ 159016 h 275408"/>
                <a:gd name="connsiteX630" fmla="*/ 13114 w 680324"/>
                <a:gd name="connsiteY630" fmla="*/ 155737 h 275408"/>
                <a:gd name="connsiteX631" fmla="*/ 11476 w 680324"/>
                <a:gd name="connsiteY631" fmla="*/ 150819 h 275408"/>
                <a:gd name="connsiteX632" fmla="*/ 16393 w 680324"/>
                <a:gd name="connsiteY632" fmla="*/ 150819 h 275408"/>
                <a:gd name="connsiteX633" fmla="*/ 19672 w 680324"/>
                <a:gd name="connsiteY633" fmla="*/ 154098 h 275408"/>
                <a:gd name="connsiteX634" fmla="*/ 21311 w 680324"/>
                <a:gd name="connsiteY634" fmla="*/ 157376 h 275408"/>
                <a:gd name="connsiteX635" fmla="*/ 21311 w 680324"/>
                <a:gd name="connsiteY635" fmla="*/ 160655 h 275408"/>
                <a:gd name="connsiteX636" fmla="*/ 22951 w 680324"/>
                <a:gd name="connsiteY636" fmla="*/ 165573 h 275408"/>
                <a:gd name="connsiteX637" fmla="*/ 24590 w 680324"/>
                <a:gd name="connsiteY637" fmla="*/ 167212 h 275408"/>
                <a:gd name="connsiteX638" fmla="*/ 24590 w 680324"/>
                <a:gd name="connsiteY638" fmla="*/ 162294 h 275408"/>
                <a:gd name="connsiteX639" fmla="*/ 27869 w 680324"/>
                <a:gd name="connsiteY639" fmla="*/ 163934 h 275408"/>
                <a:gd name="connsiteX640" fmla="*/ 31147 w 680324"/>
                <a:gd name="connsiteY640" fmla="*/ 163934 h 275408"/>
                <a:gd name="connsiteX641" fmla="*/ 34426 w 680324"/>
                <a:gd name="connsiteY641" fmla="*/ 162294 h 275408"/>
                <a:gd name="connsiteX642" fmla="*/ 39344 w 680324"/>
                <a:gd name="connsiteY642" fmla="*/ 162294 h 275408"/>
                <a:gd name="connsiteX643" fmla="*/ 39344 w 680324"/>
                <a:gd name="connsiteY643" fmla="*/ 160655 h 275408"/>
                <a:gd name="connsiteX644" fmla="*/ 36066 w 680324"/>
                <a:gd name="connsiteY644" fmla="*/ 159016 h 275408"/>
                <a:gd name="connsiteX645" fmla="*/ 32787 w 680324"/>
                <a:gd name="connsiteY645" fmla="*/ 159016 h 275408"/>
                <a:gd name="connsiteX646" fmla="*/ 32787 w 680324"/>
                <a:gd name="connsiteY646" fmla="*/ 159016 h 275408"/>
                <a:gd name="connsiteX647" fmla="*/ 29508 w 680324"/>
                <a:gd name="connsiteY647" fmla="*/ 155737 h 275408"/>
                <a:gd name="connsiteX648" fmla="*/ 27869 w 680324"/>
                <a:gd name="connsiteY648" fmla="*/ 154098 h 275408"/>
                <a:gd name="connsiteX649" fmla="*/ 26229 w 680324"/>
                <a:gd name="connsiteY649" fmla="*/ 150819 h 275408"/>
                <a:gd name="connsiteX650" fmla="*/ 29508 w 680324"/>
                <a:gd name="connsiteY650" fmla="*/ 147540 h 275408"/>
                <a:gd name="connsiteX651" fmla="*/ 31147 w 680324"/>
                <a:gd name="connsiteY651" fmla="*/ 144262 h 275408"/>
                <a:gd name="connsiteX652" fmla="*/ 36066 w 680324"/>
                <a:gd name="connsiteY652" fmla="*/ 142622 h 275408"/>
                <a:gd name="connsiteX653" fmla="*/ 32787 w 680324"/>
                <a:gd name="connsiteY653" fmla="*/ 139344 h 275408"/>
                <a:gd name="connsiteX654" fmla="*/ 29508 w 680324"/>
                <a:gd name="connsiteY654" fmla="*/ 139344 h 275408"/>
                <a:gd name="connsiteX655" fmla="*/ 27869 w 680324"/>
                <a:gd name="connsiteY655" fmla="*/ 137704 h 275408"/>
                <a:gd name="connsiteX656" fmla="*/ 27869 w 680324"/>
                <a:gd name="connsiteY656" fmla="*/ 134426 h 275408"/>
                <a:gd name="connsiteX657" fmla="*/ 27869 w 680324"/>
                <a:gd name="connsiteY657" fmla="*/ 131147 h 275408"/>
                <a:gd name="connsiteX658" fmla="*/ 24590 w 680324"/>
                <a:gd name="connsiteY658" fmla="*/ 127868 h 275408"/>
                <a:gd name="connsiteX659" fmla="*/ 24590 w 680324"/>
                <a:gd name="connsiteY659" fmla="*/ 127868 h 275408"/>
                <a:gd name="connsiteX660" fmla="*/ 19672 w 680324"/>
                <a:gd name="connsiteY660" fmla="*/ 124590 h 275408"/>
                <a:gd name="connsiteX661" fmla="*/ 22951 w 680324"/>
                <a:gd name="connsiteY661" fmla="*/ 121311 h 275408"/>
                <a:gd name="connsiteX662" fmla="*/ 27869 w 680324"/>
                <a:gd name="connsiteY662" fmla="*/ 116393 h 275408"/>
                <a:gd name="connsiteX663" fmla="*/ 29508 w 680324"/>
                <a:gd name="connsiteY663" fmla="*/ 113114 h 275408"/>
                <a:gd name="connsiteX664" fmla="*/ 26229 w 680324"/>
                <a:gd name="connsiteY664" fmla="*/ 111475 h 275408"/>
                <a:gd name="connsiteX665" fmla="*/ 22951 w 680324"/>
                <a:gd name="connsiteY665" fmla="*/ 111475 h 275408"/>
                <a:gd name="connsiteX666" fmla="*/ 21311 w 680324"/>
                <a:gd name="connsiteY666" fmla="*/ 111475 h 275408"/>
                <a:gd name="connsiteX667" fmla="*/ 16393 w 680324"/>
                <a:gd name="connsiteY667" fmla="*/ 113114 h 275408"/>
                <a:gd name="connsiteX668" fmla="*/ 13114 w 680324"/>
                <a:gd name="connsiteY668" fmla="*/ 113114 h 275408"/>
                <a:gd name="connsiteX669" fmla="*/ 9836 w 680324"/>
                <a:gd name="connsiteY669" fmla="*/ 114754 h 275408"/>
                <a:gd name="connsiteX670" fmla="*/ 6557 w 680324"/>
                <a:gd name="connsiteY670" fmla="*/ 116393 h 275408"/>
                <a:gd name="connsiteX671" fmla="*/ 1639 w 680324"/>
                <a:gd name="connsiteY671" fmla="*/ 116393 h 275408"/>
                <a:gd name="connsiteX672" fmla="*/ 0 w 680324"/>
                <a:gd name="connsiteY672" fmla="*/ 114754 h 275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</a:cxnLst>
              <a:rect l="l" t="t" r="r" b="b"/>
              <a:pathLst>
                <a:path w="680324" h="275408">
                  <a:moveTo>
                    <a:pt x="0" y="114754"/>
                  </a:moveTo>
                  <a:lnTo>
                    <a:pt x="0" y="111475"/>
                  </a:lnTo>
                  <a:lnTo>
                    <a:pt x="1639" y="108196"/>
                  </a:lnTo>
                  <a:lnTo>
                    <a:pt x="1639" y="103278"/>
                  </a:lnTo>
                  <a:lnTo>
                    <a:pt x="1639" y="100000"/>
                  </a:lnTo>
                  <a:lnTo>
                    <a:pt x="1639" y="96721"/>
                  </a:lnTo>
                  <a:lnTo>
                    <a:pt x="1639" y="93442"/>
                  </a:lnTo>
                  <a:lnTo>
                    <a:pt x="1639" y="91803"/>
                  </a:lnTo>
                  <a:lnTo>
                    <a:pt x="3279" y="91803"/>
                  </a:lnTo>
                  <a:lnTo>
                    <a:pt x="4918" y="91803"/>
                  </a:lnTo>
                  <a:lnTo>
                    <a:pt x="8197" y="88524"/>
                  </a:lnTo>
                  <a:lnTo>
                    <a:pt x="9836" y="85245"/>
                  </a:lnTo>
                  <a:lnTo>
                    <a:pt x="13114" y="81967"/>
                  </a:lnTo>
                  <a:lnTo>
                    <a:pt x="16393" y="78688"/>
                  </a:lnTo>
                  <a:lnTo>
                    <a:pt x="19672" y="75410"/>
                  </a:lnTo>
                  <a:lnTo>
                    <a:pt x="22951" y="75410"/>
                  </a:lnTo>
                  <a:lnTo>
                    <a:pt x="27869" y="75410"/>
                  </a:lnTo>
                  <a:lnTo>
                    <a:pt x="31147" y="75410"/>
                  </a:lnTo>
                  <a:lnTo>
                    <a:pt x="34426" y="72131"/>
                  </a:lnTo>
                  <a:lnTo>
                    <a:pt x="37705" y="72131"/>
                  </a:lnTo>
                  <a:lnTo>
                    <a:pt x="40983" y="75410"/>
                  </a:lnTo>
                  <a:lnTo>
                    <a:pt x="40983" y="75410"/>
                  </a:lnTo>
                  <a:lnTo>
                    <a:pt x="44262" y="77049"/>
                  </a:lnTo>
                  <a:lnTo>
                    <a:pt x="47541" y="78688"/>
                  </a:lnTo>
                  <a:lnTo>
                    <a:pt x="50820" y="78688"/>
                  </a:lnTo>
                  <a:lnTo>
                    <a:pt x="54098" y="78688"/>
                  </a:lnTo>
                  <a:lnTo>
                    <a:pt x="57377" y="78688"/>
                  </a:lnTo>
                  <a:lnTo>
                    <a:pt x="57377" y="75410"/>
                  </a:lnTo>
                  <a:lnTo>
                    <a:pt x="54098" y="70492"/>
                  </a:lnTo>
                  <a:lnTo>
                    <a:pt x="57377" y="70492"/>
                  </a:lnTo>
                  <a:lnTo>
                    <a:pt x="60656" y="70492"/>
                  </a:lnTo>
                  <a:lnTo>
                    <a:pt x="65573" y="70492"/>
                  </a:lnTo>
                  <a:lnTo>
                    <a:pt x="62295" y="73770"/>
                  </a:lnTo>
                  <a:lnTo>
                    <a:pt x="63934" y="77049"/>
                  </a:lnTo>
                  <a:lnTo>
                    <a:pt x="67213" y="75410"/>
                  </a:lnTo>
                  <a:lnTo>
                    <a:pt x="72131" y="75410"/>
                  </a:lnTo>
                  <a:lnTo>
                    <a:pt x="72131" y="75410"/>
                  </a:lnTo>
                  <a:lnTo>
                    <a:pt x="77049" y="75410"/>
                  </a:lnTo>
                  <a:lnTo>
                    <a:pt x="80327" y="75410"/>
                  </a:lnTo>
                  <a:lnTo>
                    <a:pt x="83606" y="75410"/>
                  </a:lnTo>
                  <a:lnTo>
                    <a:pt x="86885" y="75410"/>
                  </a:lnTo>
                  <a:lnTo>
                    <a:pt x="90164" y="75410"/>
                  </a:lnTo>
                  <a:lnTo>
                    <a:pt x="95081" y="75410"/>
                  </a:lnTo>
                  <a:lnTo>
                    <a:pt x="98360" y="77049"/>
                  </a:lnTo>
                  <a:lnTo>
                    <a:pt x="101639" y="75410"/>
                  </a:lnTo>
                  <a:lnTo>
                    <a:pt x="104917" y="73770"/>
                  </a:lnTo>
                  <a:lnTo>
                    <a:pt x="106557" y="73770"/>
                  </a:lnTo>
                  <a:lnTo>
                    <a:pt x="103278" y="70492"/>
                  </a:lnTo>
                  <a:lnTo>
                    <a:pt x="98360" y="72131"/>
                  </a:lnTo>
                  <a:lnTo>
                    <a:pt x="95081" y="70492"/>
                  </a:lnTo>
                  <a:lnTo>
                    <a:pt x="96721" y="65573"/>
                  </a:lnTo>
                  <a:lnTo>
                    <a:pt x="100000" y="63934"/>
                  </a:lnTo>
                  <a:lnTo>
                    <a:pt x="104917" y="63934"/>
                  </a:lnTo>
                  <a:lnTo>
                    <a:pt x="108196" y="63934"/>
                  </a:lnTo>
                  <a:lnTo>
                    <a:pt x="111475" y="62295"/>
                  </a:lnTo>
                  <a:lnTo>
                    <a:pt x="114754" y="62295"/>
                  </a:lnTo>
                  <a:lnTo>
                    <a:pt x="118032" y="60655"/>
                  </a:lnTo>
                  <a:lnTo>
                    <a:pt x="121311" y="60655"/>
                  </a:lnTo>
                  <a:lnTo>
                    <a:pt x="126229" y="60655"/>
                  </a:lnTo>
                  <a:lnTo>
                    <a:pt x="129508" y="60655"/>
                  </a:lnTo>
                  <a:lnTo>
                    <a:pt x="126229" y="59016"/>
                  </a:lnTo>
                  <a:lnTo>
                    <a:pt x="121311" y="57377"/>
                  </a:lnTo>
                  <a:lnTo>
                    <a:pt x="118032" y="59016"/>
                  </a:lnTo>
                  <a:lnTo>
                    <a:pt x="114754" y="57377"/>
                  </a:lnTo>
                  <a:lnTo>
                    <a:pt x="111475" y="57377"/>
                  </a:lnTo>
                  <a:lnTo>
                    <a:pt x="109836" y="55738"/>
                  </a:lnTo>
                  <a:lnTo>
                    <a:pt x="108196" y="54098"/>
                  </a:lnTo>
                  <a:lnTo>
                    <a:pt x="104917" y="52459"/>
                  </a:lnTo>
                  <a:lnTo>
                    <a:pt x="101639" y="49180"/>
                  </a:lnTo>
                  <a:lnTo>
                    <a:pt x="100000" y="45901"/>
                  </a:lnTo>
                  <a:lnTo>
                    <a:pt x="100000" y="44262"/>
                  </a:lnTo>
                  <a:lnTo>
                    <a:pt x="101639" y="40983"/>
                  </a:lnTo>
                  <a:lnTo>
                    <a:pt x="104917" y="37705"/>
                  </a:lnTo>
                  <a:lnTo>
                    <a:pt x="104917" y="37705"/>
                  </a:lnTo>
                  <a:lnTo>
                    <a:pt x="109836" y="39344"/>
                  </a:lnTo>
                  <a:lnTo>
                    <a:pt x="113114" y="39344"/>
                  </a:lnTo>
                  <a:lnTo>
                    <a:pt x="116393" y="39344"/>
                  </a:lnTo>
                  <a:lnTo>
                    <a:pt x="119671" y="40983"/>
                  </a:lnTo>
                  <a:lnTo>
                    <a:pt x="124590" y="40983"/>
                  </a:lnTo>
                  <a:lnTo>
                    <a:pt x="127868" y="42623"/>
                  </a:lnTo>
                  <a:lnTo>
                    <a:pt x="127868" y="42623"/>
                  </a:lnTo>
                  <a:lnTo>
                    <a:pt x="132786" y="42623"/>
                  </a:lnTo>
                  <a:lnTo>
                    <a:pt x="134426" y="42623"/>
                  </a:lnTo>
                  <a:lnTo>
                    <a:pt x="137704" y="42623"/>
                  </a:lnTo>
                  <a:lnTo>
                    <a:pt x="140983" y="40983"/>
                  </a:lnTo>
                  <a:lnTo>
                    <a:pt x="144261" y="39344"/>
                  </a:lnTo>
                  <a:lnTo>
                    <a:pt x="147540" y="40983"/>
                  </a:lnTo>
                  <a:lnTo>
                    <a:pt x="149180" y="40983"/>
                  </a:lnTo>
                  <a:lnTo>
                    <a:pt x="152458" y="42623"/>
                  </a:lnTo>
                  <a:lnTo>
                    <a:pt x="155737" y="42623"/>
                  </a:lnTo>
                  <a:lnTo>
                    <a:pt x="155737" y="42623"/>
                  </a:lnTo>
                  <a:lnTo>
                    <a:pt x="160655" y="44262"/>
                  </a:lnTo>
                  <a:lnTo>
                    <a:pt x="163934" y="44262"/>
                  </a:lnTo>
                  <a:lnTo>
                    <a:pt x="167213" y="45901"/>
                  </a:lnTo>
                  <a:lnTo>
                    <a:pt x="172130" y="44262"/>
                  </a:lnTo>
                  <a:lnTo>
                    <a:pt x="175409" y="44262"/>
                  </a:lnTo>
                  <a:lnTo>
                    <a:pt x="178688" y="44262"/>
                  </a:lnTo>
                  <a:lnTo>
                    <a:pt x="180327" y="42623"/>
                  </a:lnTo>
                  <a:lnTo>
                    <a:pt x="183606" y="37705"/>
                  </a:lnTo>
                  <a:lnTo>
                    <a:pt x="181966" y="34426"/>
                  </a:lnTo>
                  <a:lnTo>
                    <a:pt x="186884" y="32787"/>
                  </a:lnTo>
                  <a:lnTo>
                    <a:pt x="190163" y="31148"/>
                  </a:lnTo>
                  <a:lnTo>
                    <a:pt x="193442" y="29508"/>
                  </a:lnTo>
                  <a:lnTo>
                    <a:pt x="196720" y="26229"/>
                  </a:lnTo>
                  <a:lnTo>
                    <a:pt x="201638" y="24590"/>
                  </a:lnTo>
                  <a:lnTo>
                    <a:pt x="204917" y="22951"/>
                  </a:lnTo>
                  <a:lnTo>
                    <a:pt x="208196" y="21311"/>
                  </a:lnTo>
                  <a:lnTo>
                    <a:pt x="209835" y="19672"/>
                  </a:lnTo>
                  <a:lnTo>
                    <a:pt x="213114" y="16393"/>
                  </a:lnTo>
                  <a:lnTo>
                    <a:pt x="216393" y="14754"/>
                  </a:lnTo>
                  <a:lnTo>
                    <a:pt x="221310" y="13115"/>
                  </a:lnTo>
                  <a:lnTo>
                    <a:pt x="224589" y="11475"/>
                  </a:lnTo>
                  <a:lnTo>
                    <a:pt x="226228" y="11475"/>
                  </a:lnTo>
                  <a:lnTo>
                    <a:pt x="229507" y="11475"/>
                  </a:lnTo>
                  <a:lnTo>
                    <a:pt x="232786" y="9836"/>
                  </a:lnTo>
                  <a:lnTo>
                    <a:pt x="236064" y="8197"/>
                  </a:lnTo>
                  <a:lnTo>
                    <a:pt x="240983" y="6557"/>
                  </a:lnTo>
                  <a:lnTo>
                    <a:pt x="244261" y="4918"/>
                  </a:lnTo>
                  <a:lnTo>
                    <a:pt x="247540" y="3279"/>
                  </a:lnTo>
                  <a:lnTo>
                    <a:pt x="250818" y="3279"/>
                  </a:lnTo>
                  <a:lnTo>
                    <a:pt x="255737" y="4918"/>
                  </a:lnTo>
                  <a:lnTo>
                    <a:pt x="259015" y="4918"/>
                  </a:lnTo>
                  <a:lnTo>
                    <a:pt x="262294" y="4918"/>
                  </a:lnTo>
                  <a:lnTo>
                    <a:pt x="267212" y="4918"/>
                  </a:lnTo>
                  <a:lnTo>
                    <a:pt x="270491" y="4918"/>
                  </a:lnTo>
                  <a:lnTo>
                    <a:pt x="273769" y="4918"/>
                  </a:lnTo>
                  <a:lnTo>
                    <a:pt x="277048" y="6557"/>
                  </a:lnTo>
                  <a:lnTo>
                    <a:pt x="278687" y="6557"/>
                  </a:lnTo>
                  <a:lnTo>
                    <a:pt x="281966" y="6557"/>
                  </a:lnTo>
                  <a:lnTo>
                    <a:pt x="285245" y="6557"/>
                  </a:lnTo>
                  <a:lnTo>
                    <a:pt x="290163" y="6557"/>
                  </a:lnTo>
                  <a:lnTo>
                    <a:pt x="293441" y="8197"/>
                  </a:lnTo>
                  <a:lnTo>
                    <a:pt x="296720" y="6557"/>
                  </a:lnTo>
                  <a:lnTo>
                    <a:pt x="301638" y="4918"/>
                  </a:lnTo>
                  <a:lnTo>
                    <a:pt x="303277" y="1639"/>
                  </a:lnTo>
                  <a:lnTo>
                    <a:pt x="306556" y="0"/>
                  </a:lnTo>
                  <a:lnTo>
                    <a:pt x="308195" y="3279"/>
                  </a:lnTo>
                  <a:lnTo>
                    <a:pt x="311474" y="3279"/>
                  </a:lnTo>
                  <a:lnTo>
                    <a:pt x="309835" y="6557"/>
                  </a:lnTo>
                  <a:lnTo>
                    <a:pt x="311474" y="11475"/>
                  </a:lnTo>
                  <a:lnTo>
                    <a:pt x="314753" y="14754"/>
                  </a:lnTo>
                  <a:lnTo>
                    <a:pt x="318031" y="18033"/>
                  </a:lnTo>
                  <a:lnTo>
                    <a:pt x="321310" y="18033"/>
                  </a:lnTo>
                  <a:lnTo>
                    <a:pt x="324588" y="19672"/>
                  </a:lnTo>
                  <a:lnTo>
                    <a:pt x="329507" y="21311"/>
                  </a:lnTo>
                  <a:lnTo>
                    <a:pt x="332785" y="19672"/>
                  </a:lnTo>
                  <a:lnTo>
                    <a:pt x="336064" y="18033"/>
                  </a:lnTo>
                  <a:lnTo>
                    <a:pt x="340982" y="16393"/>
                  </a:lnTo>
                  <a:lnTo>
                    <a:pt x="340982" y="19672"/>
                  </a:lnTo>
                  <a:lnTo>
                    <a:pt x="340982" y="16393"/>
                  </a:lnTo>
                  <a:lnTo>
                    <a:pt x="345900" y="18033"/>
                  </a:lnTo>
                  <a:lnTo>
                    <a:pt x="347540" y="22951"/>
                  </a:lnTo>
                  <a:lnTo>
                    <a:pt x="347540" y="26229"/>
                  </a:lnTo>
                  <a:lnTo>
                    <a:pt x="347540" y="27869"/>
                  </a:lnTo>
                  <a:lnTo>
                    <a:pt x="352457" y="31148"/>
                  </a:lnTo>
                  <a:lnTo>
                    <a:pt x="355736" y="34426"/>
                  </a:lnTo>
                  <a:lnTo>
                    <a:pt x="359015" y="37705"/>
                  </a:lnTo>
                  <a:lnTo>
                    <a:pt x="363933" y="37705"/>
                  </a:lnTo>
                  <a:lnTo>
                    <a:pt x="365572" y="32787"/>
                  </a:lnTo>
                  <a:lnTo>
                    <a:pt x="367211" y="32787"/>
                  </a:lnTo>
                  <a:lnTo>
                    <a:pt x="372130" y="32787"/>
                  </a:lnTo>
                  <a:lnTo>
                    <a:pt x="375408" y="32787"/>
                  </a:lnTo>
                  <a:lnTo>
                    <a:pt x="378687" y="36065"/>
                  </a:lnTo>
                  <a:lnTo>
                    <a:pt x="381965" y="39344"/>
                  </a:lnTo>
                  <a:lnTo>
                    <a:pt x="385244" y="42623"/>
                  </a:lnTo>
                  <a:lnTo>
                    <a:pt x="386884" y="42623"/>
                  </a:lnTo>
                  <a:lnTo>
                    <a:pt x="390162" y="42623"/>
                  </a:lnTo>
                  <a:lnTo>
                    <a:pt x="393441" y="42623"/>
                  </a:lnTo>
                  <a:lnTo>
                    <a:pt x="398359" y="45901"/>
                  </a:lnTo>
                  <a:lnTo>
                    <a:pt x="401638" y="47541"/>
                  </a:lnTo>
                  <a:lnTo>
                    <a:pt x="404916" y="42623"/>
                  </a:lnTo>
                  <a:lnTo>
                    <a:pt x="408195" y="42623"/>
                  </a:lnTo>
                  <a:lnTo>
                    <a:pt x="409834" y="45901"/>
                  </a:lnTo>
                  <a:lnTo>
                    <a:pt x="414752" y="49180"/>
                  </a:lnTo>
                  <a:lnTo>
                    <a:pt x="414752" y="49180"/>
                  </a:lnTo>
                  <a:lnTo>
                    <a:pt x="418031" y="49180"/>
                  </a:lnTo>
                  <a:lnTo>
                    <a:pt x="421310" y="50820"/>
                  </a:lnTo>
                  <a:lnTo>
                    <a:pt x="424588" y="50820"/>
                  </a:lnTo>
                  <a:lnTo>
                    <a:pt x="429506" y="52459"/>
                  </a:lnTo>
                  <a:lnTo>
                    <a:pt x="432785" y="52459"/>
                  </a:lnTo>
                  <a:lnTo>
                    <a:pt x="436064" y="52459"/>
                  </a:lnTo>
                  <a:lnTo>
                    <a:pt x="439342" y="49180"/>
                  </a:lnTo>
                  <a:lnTo>
                    <a:pt x="444260" y="49180"/>
                  </a:lnTo>
                  <a:lnTo>
                    <a:pt x="447539" y="47541"/>
                  </a:lnTo>
                  <a:lnTo>
                    <a:pt x="450818" y="45901"/>
                  </a:lnTo>
                  <a:lnTo>
                    <a:pt x="454096" y="45901"/>
                  </a:lnTo>
                  <a:lnTo>
                    <a:pt x="457375" y="45901"/>
                  </a:lnTo>
                  <a:lnTo>
                    <a:pt x="460654" y="45901"/>
                  </a:lnTo>
                  <a:lnTo>
                    <a:pt x="465572" y="44262"/>
                  </a:lnTo>
                  <a:lnTo>
                    <a:pt x="468850" y="44262"/>
                  </a:lnTo>
                  <a:lnTo>
                    <a:pt x="472129" y="47541"/>
                  </a:lnTo>
                  <a:lnTo>
                    <a:pt x="475408" y="49180"/>
                  </a:lnTo>
                  <a:lnTo>
                    <a:pt x="480325" y="47541"/>
                  </a:lnTo>
                  <a:lnTo>
                    <a:pt x="483604" y="50820"/>
                  </a:lnTo>
                  <a:lnTo>
                    <a:pt x="486883" y="49180"/>
                  </a:lnTo>
                  <a:lnTo>
                    <a:pt x="488522" y="49180"/>
                  </a:lnTo>
                  <a:lnTo>
                    <a:pt x="488522" y="49180"/>
                  </a:lnTo>
                  <a:lnTo>
                    <a:pt x="491801" y="52459"/>
                  </a:lnTo>
                  <a:lnTo>
                    <a:pt x="496719" y="50820"/>
                  </a:lnTo>
                  <a:lnTo>
                    <a:pt x="499998" y="49180"/>
                  </a:lnTo>
                  <a:lnTo>
                    <a:pt x="499998" y="49180"/>
                  </a:lnTo>
                  <a:lnTo>
                    <a:pt x="501637" y="47541"/>
                  </a:lnTo>
                  <a:lnTo>
                    <a:pt x="506555" y="47541"/>
                  </a:lnTo>
                  <a:lnTo>
                    <a:pt x="509834" y="44262"/>
                  </a:lnTo>
                  <a:lnTo>
                    <a:pt x="514752" y="40983"/>
                  </a:lnTo>
                  <a:lnTo>
                    <a:pt x="518031" y="39344"/>
                  </a:lnTo>
                  <a:lnTo>
                    <a:pt x="521309" y="39344"/>
                  </a:lnTo>
                  <a:lnTo>
                    <a:pt x="524588" y="36065"/>
                  </a:lnTo>
                  <a:lnTo>
                    <a:pt x="529506" y="34426"/>
                  </a:lnTo>
                  <a:lnTo>
                    <a:pt x="532784" y="32787"/>
                  </a:lnTo>
                  <a:lnTo>
                    <a:pt x="536063" y="29508"/>
                  </a:lnTo>
                  <a:lnTo>
                    <a:pt x="539342" y="24590"/>
                  </a:lnTo>
                  <a:lnTo>
                    <a:pt x="540981" y="26229"/>
                  </a:lnTo>
                  <a:lnTo>
                    <a:pt x="544260" y="27869"/>
                  </a:lnTo>
                  <a:lnTo>
                    <a:pt x="545899" y="27869"/>
                  </a:lnTo>
                  <a:lnTo>
                    <a:pt x="549178" y="29508"/>
                  </a:lnTo>
                  <a:lnTo>
                    <a:pt x="554096" y="26229"/>
                  </a:lnTo>
                  <a:lnTo>
                    <a:pt x="557375" y="26229"/>
                  </a:lnTo>
                  <a:lnTo>
                    <a:pt x="560653" y="26229"/>
                  </a:lnTo>
                  <a:lnTo>
                    <a:pt x="565571" y="26229"/>
                  </a:lnTo>
                  <a:lnTo>
                    <a:pt x="568850" y="27869"/>
                  </a:lnTo>
                  <a:lnTo>
                    <a:pt x="572128" y="29508"/>
                  </a:lnTo>
                  <a:lnTo>
                    <a:pt x="572128" y="29508"/>
                  </a:lnTo>
                  <a:lnTo>
                    <a:pt x="575407" y="24590"/>
                  </a:lnTo>
                  <a:lnTo>
                    <a:pt x="575407" y="22951"/>
                  </a:lnTo>
                  <a:lnTo>
                    <a:pt x="575407" y="22951"/>
                  </a:lnTo>
                  <a:lnTo>
                    <a:pt x="580325" y="22951"/>
                  </a:lnTo>
                  <a:lnTo>
                    <a:pt x="583604" y="22951"/>
                  </a:lnTo>
                  <a:lnTo>
                    <a:pt x="585243" y="22951"/>
                  </a:lnTo>
                  <a:lnTo>
                    <a:pt x="583604" y="26229"/>
                  </a:lnTo>
                  <a:lnTo>
                    <a:pt x="586882" y="26229"/>
                  </a:lnTo>
                  <a:lnTo>
                    <a:pt x="591801" y="29508"/>
                  </a:lnTo>
                  <a:lnTo>
                    <a:pt x="595079" y="32787"/>
                  </a:lnTo>
                  <a:lnTo>
                    <a:pt x="598358" y="34426"/>
                  </a:lnTo>
                  <a:lnTo>
                    <a:pt x="599997" y="36065"/>
                  </a:lnTo>
                  <a:lnTo>
                    <a:pt x="598358" y="37705"/>
                  </a:lnTo>
                  <a:lnTo>
                    <a:pt x="601637" y="40983"/>
                  </a:lnTo>
                  <a:lnTo>
                    <a:pt x="604915" y="39344"/>
                  </a:lnTo>
                  <a:lnTo>
                    <a:pt x="609833" y="40983"/>
                  </a:lnTo>
                  <a:lnTo>
                    <a:pt x="609833" y="42623"/>
                  </a:lnTo>
                  <a:lnTo>
                    <a:pt x="611472" y="47541"/>
                  </a:lnTo>
                  <a:lnTo>
                    <a:pt x="614751" y="49180"/>
                  </a:lnTo>
                  <a:lnTo>
                    <a:pt x="618030" y="50820"/>
                  </a:lnTo>
                  <a:lnTo>
                    <a:pt x="619669" y="55738"/>
                  </a:lnTo>
                  <a:lnTo>
                    <a:pt x="621309" y="59016"/>
                  </a:lnTo>
                  <a:lnTo>
                    <a:pt x="622948" y="60655"/>
                  </a:lnTo>
                  <a:lnTo>
                    <a:pt x="622948" y="62295"/>
                  </a:lnTo>
                  <a:lnTo>
                    <a:pt x="621309" y="65573"/>
                  </a:lnTo>
                  <a:lnTo>
                    <a:pt x="621309" y="65573"/>
                  </a:lnTo>
                  <a:lnTo>
                    <a:pt x="618030" y="70492"/>
                  </a:lnTo>
                  <a:lnTo>
                    <a:pt x="619669" y="73770"/>
                  </a:lnTo>
                  <a:lnTo>
                    <a:pt x="619669" y="77049"/>
                  </a:lnTo>
                  <a:lnTo>
                    <a:pt x="622948" y="80328"/>
                  </a:lnTo>
                  <a:lnTo>
                    <a:pt x="624587" y="85245"/>
                  </a:lnTo>
                  <a:lnTo>
                    <a:pt x="622948" y="86885"/>
                  </a:lnTo>
                  <a:lnTo>
                    <a:pt x="626227" y="88524"/>
                  </a:lnTo>
                  <a:lnTo>
                    <a:pt x="629505" y="90164"/>
                  </a:lnTo>
                  <a:lnTo>
                    <a:pt x="632784" y="91803"/>
                  </a:lnTo>
                  <a:lnTo>
                    <a:pt x="636062" y="91803"/>
                  </a:lnTo>
                  <a:lnTo>
                    <a:pt x="640981" y="91803"/>
                  </a:lnTo>
                  <a:lnTo>
                    <a:pt x="642620" y="90164"/>
                  </a:lnTo>
                  <a:lnTo>
                    <a:pt x="645899" y="90164"/>
                  </a:lnTo>
                  <a:lnTo>
                    <a:pt x="649177" y="91803"/>
                  </a:lnTo>
                  <a:lnTo>
                    <a:pt x="649177" y="91803"/>
                  </a:lnTo>
                  <a:lnTo>
                    <a:pt x="654095" y="95082"/>
                  </a:lnTo>
                  <a:lnTo>
                    <a:pt x="657374" y="98360"/>
                  </a:lnTo>
                  <a:lnTo>
                    <a:pt x="660653" y="101639"/>
                  </a:lnTo>
                  <a:lnTo>
                    <a:pt x="663931" y="104918"/>
                  </a:lnTo>
                  <a:lnTo>
                    <a:pt x="665571" y="104918"/>
                  </a:lnTo>
                  <a:lnTo>
                    <a:pt x="667210" y="108196"/>
                  </a:lnTo>
                  <a:lnTo>
                    <a:pt x="665571" y="106557"/>
                  </a:lnTo>
                  <a:lnTo>
                    <a:pt x="662292" y="104918"/>
                  </a:lnTo>
                  <a:lnTo>
                    <a:pt x="657374" y="101639"/>
                  </a:lnTo>
                  <a:lnTo>
                    <a:pt x="654095" y="104918"/>
                  </a:lnTo>
                  <a:lnTo>
                    <a:pt x="654095" y="106557"/>
                  </a:lnTo>
                  <a:lnTo>
                    <a:pt x="654095" y="109836"/>
                  </a:lnTo>
                  <a:lnTo>
                    <a:pt x="654095" y="114754"/>
                  </a:lnTo>
                  <a:lnTo>
                    <a:pt x="652456" y="118032"/>
                  </a:lnTo>
                  <a:lnTo>
                    <a:pt x="652456" y="118032"/>
                  </a:lnTo>
                  <a:lnTo>
                    <a:pt x="647538" y="118032"/>
                  </a:lnTo>
                  <a:lnTo>
                    <a:pt x="644259" y="118032"/>
                  </a:lnTo>
                  <a:lnTo>
                    <a:pt x="640981" y="119672"/>
                  </a:lnTo>
                  <a:lnTo>
                    <a:pt x="640981" y="119672"/>
                  </a:lnTo>
                  <a:lnTo>
                    <a:pt x="642620" y="124590"/>
                  </a:lnTo>
                  <a:lnTo>
                    <a:pt x="644259" y="127868"/>
                  </a:lnTo>
                  <a:lnTo>
                    <a:pt x="649177" y="131147"/>
                  </a:lnTo>
                  <a:lnTo>
                    <a:pt x="649177" y="134426"/>
                  </a:lnTo>
                  <a:lnTo>
                    <a:pt x="647538" y="136065"/>
                  </a:lnTo>
                  <a:lnTo>
                    <a:pt x="649177" y="139344"/>
                  </a:lnTo>
                  <a:lnTo>
                    <a:pt x="652456" y="142622"/>
                  </a:lnTo>
                  <a:lnTo>
                    <a:pt x="652456" y="145901"/>
                  </a:lnTo>
                  <a:lnTo>
                    <a:pt x="652456" y="150819"/>
                  </a:lnTo>
                  <a:lnTo>
                    <a:pt x="655735" y="154098"/>
                  </a:lnTo>
                  <a:lnTo>
                    <a:pt x="655735" y="157376"/>
                  </a:lnTo>
                  <a:lnTo>
                    <a:pt x="655735" y="159016"/>
                  </a:lnTo>
                  <a:lnTo>
                    <a:pt x="655735" y="159016"/>
                  </a:lnTo>
                  <a:lnTo>
                    <a:pt x="659014" y="163934"/>
                  </a:lnTo>
                  <a:lnTo>
                    <a:pt x="662292" y="165573"/>
                  </a:lnTo>
                  <a:lnTo>
                    <a:pt x="660653" y="168852"/>
                  </a:lnTo>
                  <a:lnTo>
                    <a:pt x="660653" y="173770"/>
                  </a:lnTo>
                  <a:lnTo>
                    <a:pt x="657374" y="177048"/>
                  </a:lnTo>
                  <a:lnTo>
                    <a:pt x="655735" y="180327"/>
                  </a:lnTo>
                  <a:lnTo>
                    <a:pt x="655735" y="183606"/>
                  </a:lnTo>
                  <a:lnTo>
                    <a:pt x="655735" y="185245"/>
                  </a:lnTo>
                  <a:lnTo>
                    <a:pt x="659014" y="185245"/>
                  </a:lnTo>
                  <a:lnTo>
                    <a:pt x="663931" y="188524"/>
                  </a:lnTo>
                  <a:lnTo>
                    <a:pt x="667210" y="190163"/>
                  </a:lnTo>
                  <a:lnTo>
                    <a:pt x="670489" y="191802"/>
                  </a:lnTo>
                  <a:lnTo>
                    <a:pt x="670489" y="193442"/>
                  </a:lnTo>
                  <a:lnTo>
                    <a:pt x="672128" y="196720"/>
                  </a:lnTo>
                  <a:lnTo>
                    <a:pt x="672128" y="201638"/>
                  </a:lnTo>
                  <a:lnTo>
                    <a:pt x="672128" y="204917"/>
                  </a:lnTo>
                  <a:lnTo>
                    <a:pt x="677046" y="206557"/>
                  </a:lnTo>
                  <a:lnTo>
                    <a:pt x="680325" y="209835"/>
                  </a:lnTo>
                  <a:lnTo>
                    <a:pt x="678685" y="213114"/>
                  </a:lnTo>
                  <a:lnTo>
                    <a:pt x="680325" y="218032"/>
                  </a:lnTo>
                  <a:lnTo>
                    <a:pt x="678685" y="216392"/>
                  </a:lnTo>
                  <a:lnTo>
                    <a:pt x="675407" y="216392"/>
                  </a:lnTo>
                  <a:lnTo>
                    <a:pt x="670489" y="219671"/>
                  </a:lnTo>
                  <a:lnTo>
                    <a:pt x="667210" y="221310"/>
                  </a:lnTo>
                  <a:lnTo>
                    <a:pt x="663931" y="224589"/>
                  </a:lnTo>
                  <a:lnTo>
                    <a:pt x="660653" y="222950"/>
                  </a:lnTo>
                  <a:lnTo>
                    <a:pt x="659014" y="218032"/>
                  </a:lnTo>
                  <a:lnTo>
                    <a:pt x="660653" y="214753"/>
                  </a:lnTo>
                  <a:lnTo>
                    <a:pt x="657374" y="211475"/>
                  </a:lnTo>
                  <a:lnTo>
                    <a:pt x="654095" y="209835"/>
                  </a:lnTo>
                  <a:lnTo>
                    <a:pt x="650817" y="211475"/>
                  </a:lnTo>
                  <a:lnTo>
                    <a:pt x="647538" y="214753"/>
                  </a:lnTo>
                  <a:lnTo>
                    <a:pt x="642620" y="213114"/>
                  </a:lnTo>
                  <a:lnTo>
                    <a:pt x="639341" y="213114"/>
                  </a:lnTo>
                  <a:lnTo>
                    <a:pt x="636062" y="213114"/>
                  </a:lnTo>
                  <a:lnTo>
                    <a:pt x="632784" y="213114"/>
                  </a:lnTo>
                  <a:lnTo>
                    <a:pt x="627866" y="209835"/>
                  </a:lnTo>
                  <a:lnTo>
                    <a:pt x="624587" y="209835"/>
                  </a:lnTo>
                  <a:lnTo>
                    <a:pt x="621309" y="208196"/>
                  </a:lnTo>
                  <a:lnTo>
                    <a:pt x="618030" y="208196"/>
                  </a:lnTo>
                  <a:lnTo>
                    <a:pt x="614751" y="209835"/>
                  </a:lnTo>
                  <a:lnTo>
                    <a:pt x="609833" y="208196"/>
                  </a:lnTo>
                  <a:lnTo>
                    <a:pt x="606555" y="208196"/>
                  </a:lnTo>
                  <a:lnTo>
                    <a:pt x="604915" y="209835"/>
                  </a:lnTo>
                  <a:lnTo>
                    <a:pt x="603276" y="213114"/>
                  </a:lnTo>
                  <a:lnTo>
                    <a:pt x="601637" y="216392"/>
                  </a:lnTo>
                  <a:lnTo>
                    <a:pt x="598358" y="218032"/>
                  </a:lnTo>
                  <a:lnTo>
                    <a:pt x="595079" y="219671"/>
                  </a:lnTo>
                  <a:lnTo>
                    <a:pt x="593440" y="219671"/>
                  </a:lnTo>
                  <a:lnTo>
                    <a:pt x="591801" y="216392"/>
                  </a:lnTo>
                  <a:lnTo>
                    <a:pt x="590161" y="213114"/>
                  </a:lnTo>
                  <a:lnTo>
                    <a:pt x="586882" y="209835"/>
                  </a:lnTo>
                  <a:lnTo>
                    <a:pt x="583604" y="213114"/>
                  </a:lnTo>
                  <a:lnTo>
                    <a:pt x="580325" y="216392"/>
                  </a:lnTo>
                  <a:lnTo>
                    <a:pt x="577047" y="218032"/>
                  </a:lnTo>
                  <a:lnTo>
                    <a:pt x="572128" y="218032"/>
                  </a:lnTo>
                  <a:lnTo>
                    <a:pt x="568850" y="219671"/>
                  </a:lnTo>
                  <a:lnTo>
                    <a:pt x="568850" y="218032"/>
                  </a:lnTo>
                  <a:lnTo>
                    <a:pt x="567211" y="219671"/>
                  </a:lnTo>
                  <a:lnTo>
                    <a:pt x="565571" y="219671"/>
                  </a:lnTo>
                  <a:lnTo>
                    <a:pt x="562292" y="219671"/>
                  </a:lnTo>
                  <a:lnTo>
                    <a:pt x="559014" y="219671"/>
                  </a:lnTo>
                  <a:lnTo>
                    <a:pt x="555735" y="221310"/>
                  </a:lnTo>
                  <a:lnTo>
                    <a:pt x="555735" y="221310"/>
                  </a:lnTo>
                  <a:lnTo>
                    <a:pt x="552457" y="221310"/>
                  </a:lnTo>
                  <a:lnTo>
                    <a:pt x="552457" y="221310"/>
                  </a:lnTo>
                  <a:lnTo>
                    <a:pt x="549178" y="219671"/>
                  </a:lnTo>
                  <a:lnTo>
                    <a:pt x="545899" y="219671"/>
                  </a:lnTo>
                  <a:lnTo>
                    <a:pt x="542621" y="218032"/>
                  </a:lnTo>
                  <a:lnTo>
                    <a:pt x="539342" y="219671"/>
                  </a:lnTo>
                  <a:lnTo>
                    <a:pt x="534424" y="219671"/>
                  </a:lnTo>
                  <a:lnTo>
                    <a:pt x="532784" y="219671"/>
                  </a:lnTo>
                  <a:lnTo>
                    <a:pt x="527867" y="222950"/>
                  </a:lnTo>
                  <a:lnTo>
                    <a:pt x="524588" y="222950"/>
                  </a:lnTo>
                  <a:lnTo>
                    <a:pt x="521309" y="226229"/>
                  </a:lnTo>
                  <a:lnTo>
                    <a:pt x="518031" y="227868"/>
                  </a:lnTo>
                  <a:lnTo>
                    <a:pt x="514752" y="229507"/>
                  </a:lnTo>
                  <a:lnTo>
                    <a:pt x="514752" y="229507"/>
                  </a:lnTo>
                  <a:lnTo>
                    <a:pt x="511473" y="231147"/>
                  </a:lnTo>
                  <a:lnTo>
                    <a:pt x="511473" y="231147"/>
                  </a:lnTo>
                  <a:lnTo>
                    <a:pt x="509834" y="232786"/>
                  </a:lnTo>
                  <a:lnTo>
                    <a:pt x="506555" y="234425"/>
                  </a:lnTo>
                  <a:lnTo>
                    <a:pt x="501637" y="234425"/>
                  </a:lnTo>
                  <a:lnTo>
                    <a:pt x="498358" y="236065"/>
                  </a:lnTo>
                  <a:lnTo>
                    <a:pt x="495080" y="236065"/>
                  </a:lnTo>
                  <a:lnTo>
                    <a:pt x="491801" y="237704"/>
                  </a:lnTo>
                  <a:lnTo>
                    <a:pt x="490162" y="237704"/>
                  </a:lnTo>
                  <a:lnTo>
                    <a:pt x="485244" y="237704"/>
                  </a:lnTo>
                  <a:lnTo>
                    <a:pt x="481965" y="239343"/>
                  </a:lnTo>
                  <a:lnTo>
                    <a:pt x="478687" y="237704"/>
                  </a:lnTo>
                  <a:lnTo>
                    <a:pt x="475408" y="237704"/>
                  </a:lnTo>
                  <a:lnTo>
                    <a:pt x="473768" y="237704"/>
                  </a:lnTo>
                  <a:lnTo>
                    <a:pt x="472129" y="237704"/>
                  </a:lnTo>
                  <a:lnTo>
                    <a:pt x="468850" y="237704"/>
                  </a:lnTo>
                  <a:lnTo>
                    <a:pt x="465572" y="237704"/>
                  </a:lnTo>
                  <a:lnTo>
                    <a:pt x="460654" y="234425"/>
                  </a:lnTo>
                  <a:lnTo>
                    <a:pt x="460654" y="234425"/>
                  </a:lnTo>
                  <a:lnTo>
                    <a:pt x="455735" y="231147"/>
                  </a:lnTo>
                  <a:lnTo>
                    <a:pt x="452457" y="229507"/>
                  </a:lnTo>
                  <a:lnTo>
                    <a:pt x="449178" y="227868"/>
                  </a:lnTo>
                  <a:lnTo>
                    <a:pt x="445900" y="227868"/>
                  </a:lnTo>
                  <a:lnTo>
                    <a:pt x="440981" y="229507"/>
                  </a:lnTo>
                  <a:lnTo>
                    <a:pt x="437703" y="231147"/>
                  </a:lnTo>
                  <a:lnTo>
                    <a:pt x="437703" y="231147"/>
                  </a:lnTo>
                  <a:lnTo>
                    <a:pt x="434424" y="232786"/>
                  </a:lnTo>
                  <a:lnTo>
                    <a:pt x="431145" y="234425"/>
                  </a:lnTo>
                  <a:lnTo>
                    <a:pt x="426228" y="236065"/>
                  </a:lnTo>
                  <a:lnTo>
                    <a:pt x="422949" y="237704"/>
                  </a:lnTo>
                  <a:lnTo>
                    <a:pt x="419670" y="239343"/>
                  </a:lnTo>
                  <a:lnTo>
                    <a:pt x="419670" y="239343"/>
                  </a:lnTo>
                  <a:lnTo>
                    <a:pt x="416391" y="239343"/>
                  </a:lnTo>
                  <a:lnTo>
                    <a:pt x="411474" y="239343"/>
                  </a:lnTo>
                  <a:lnTo>
                    <a:pt x="408195" y="239343"/>
                  </a:lnTo>
                  <a:lnTo>
                    <a:pt x="404916" y="240982"/>
                  </a:lnTo>
                  <a:lnTo>
                    <a:pt x="403277" y="236065"/>
                  </a:lnTo>
                  <a:lnTo>
                    <a:pt x="399998" y="234425"/>
                  </a:lnTo>
                  <a:lnTo>
                    <a:pt x="398359" y="234425"/>
                  </a:lnTo>
                  <a:lnTo>
                    <a:pt x="395080" y="232786"/>
                  </a:lnTo>
                  <a:lnTo>
                    <a:pt x="391801" y="231147"/>
                  </a:lnTo>
                  <a:lnTo>
                    <a:pt x="390162" y="231147"/>
                  </a:lnTo>
                  <a:lnTo>
                    <a:pt x="388523" y="231147"/>
                  </a:lnTo>
                  <a:lnTo>
                    <a:pt x="388523" y="234425"/>
                  </a:lnTo>
                  <a:lnTo>
                    <a:pt x="386884" y="239343"/>
                  </a:lnTo>
                  <a:lnTo>
                    <a:pt x="386884" y="242622"/>
                  </a:lnTo>
                  <a:lnTo>
                    <a:pt x="386884" y="245901"/>
                  </a:lnTo>
                  <a:lnTo>
                    <a:pt x="386884" y="250819"/>
                  </a:lnTo>
                  <a:lnTo>
                    <a:pt x="388523" y="250819"/>
                  </a:lnTo>
                  <a:lnTo>
                    <a:pt x="388523" y="254097"/>
                  </a:lnTo>
                  <a:lnTo>
                    <a:pt x="391801" y="254097"/>
                  </a:lnTo>
                  <a:lnTo>
                    <a:pt x="391801" y="257376"/>
                  </a:lnTo>
                  <a:lnTo>
                    <a:pt x="388523" y="257376"/>
                  </a:lnTo>
                  <a:lnTo>
                    <a:pt x="386884" y="257376"/>
                  </a:lnTo>
                  <a:lnTo>
                    <a:pt x="381965" y="259015"/>
                  </a:lnTo>
                  <a:lnTo>
                    <a:pt x="381965" y="257376"/>
                  </a:lnTo>
                  <a:lnTo>
                    <a:pt x="381965" y="259015"/>
                  </a:lnTo>
                  <a:lnTo>
                    <a:pt x="381965" y="259015"/>
                  </a:lnTo>
                  <a:lnTo>
                    <a:pt x="381965" y="263933"/>
                  </a:lnTo>
                  <a:lnTo>
                    <a:pt x="381965" y="267212"/>
                  </a:lnTo>
                  <a:lnTo>
                    <a:pt x="381965" y="268851"/>
                  </a:lnTo>
                  <a:lnTo>
                    <a:pt x="378687" y="270491"/>
                  </a:lnTo>
                  <a:lnTo>
                    <a:pt x="375408" y="273769"/>
                  </a:lnTo>
                  <a:lnTo>
                    <a:pt x="375408" y="275409"/>
                  </a:lnTo>
                  <a:lnTo>
                    <a:pt x="370490" y="273769"/>
                  </a:lnTo>
                  <a:lnTo>
                    <a:pt x="368851" y="272130"/>
                  </a:lnTo>
                  <a:lnTo>
                    <a:pt x="365572" y="270491"/>
                  </a:lnTo>
                  <a:lnTo>
                    <a:pt x="367211" y="268851"/>
                  </a:lnTo>
                  <a:lnTo>
                    <a:pt x="367211" y="265573"/>
                  </a:lnTo>
                  <a:lnTo>
                    <a:pt x="365572" y="262294"/>
                  </a:lnTo>
                  <a:lnTo>
                    <a:pt x="362294" y="259015"/>
                  </a:lnTo>
                  <a:lnTo>
                    <a:pt x="359015" y="255737"/>
                  </a:lnTo>
                  <a:lnTo>
                    <a:pt x="362294" y="250819"/>
                  </a:lnTo>
                  <a:lnTo>
                    <a:pt x="365572" y="247540"/>
                  </a:lnTo>
                  <a:lnTo>
                    <a:pt x="368851" y="244261"/>
                  </a:lnTo>
                  <a:lnTo>
                    <a:pt x="373769" y="240982"/>
                  </a:lnTo>
                  <a:lnTo>
                    <a:pt x="372130" y="236065"/>
                  </a:lnTo>
                  <a:lnTo>
                    <a:pt x="372130" y="232786"/>
                  </a:lnTo>
                  <a:lnTo>
                    <a:pt x="367211" y="229507"/>
                  </a:lnTo>
                  <a:lnTo>
                    <a:pt x="363933" y="227868"/>
                  </a:lnTo>
                  <a:lnTo>
                    <a:pt x="362294" y="229507"/>
                  </a:lnTo>
                  <a:lnTo>
                    <a:pt x="359015" y="232786"/>
                  </a:lnTo>
                  <a:lnTo>
                    <a:pt x="355736" y="234425"/>
                  </a:lnTo>
                  <a:lnTo>
                    <a:pt x="352457" y="236065"/>
                  </a:lnTo>
                  <a:lnTo>
                    <a:pt x="350818" y="237704"/>
                  </a:lnTo>
                  <a:lnTo>
                    <a:pt x="354097" y="236065"/>
                  </a:lnTo>
                  <a:lnTo>
                    <a:pt x="352457" y="240982"/>
                  </a:lnTo>
                  <a:lnTo>
                    <a:pt x="350818" y="242622"/>
                  </a:lnTo>
                  <a:lnTo>
                    <a:pt x="345900" y="242622"/>
                  </a:lnTo>
                  <a:lnTo>
                    <a:pt x="344261" y="242622"/>
                  </a:lnTo>
                  <a:lnTo>
                    <a:pt x="340982" y="242622"/>
                  </a:lnTo>
                  <a:lnTo>
                    <a:pt x="337703" y="240982"/>
                  </a:lnTo>
                  <a:lnTo>
                    <a:pt x="334425" y="239343"/>
                  </a:lnTo>
                  <a:lnTo>
                    <a:pt x="329507" y="237704"/>
                  </a:lnTo>
                  <a:lnTo>
                    <a:pt x="329507" y="236065"/>
                  </a:lnTo>
                  <a:lnTo>
                    <a:pt x="326228" y="236065"/>
                  </a:lnTo>
                  <a:lnTo>
                    <a:pt x="324588" y="234425"/>
                  </a:lnTo>
                  <a:lnTo>
                    <a:pt x="319671" y="232786"/>
                  </a:lnTo>
                  <a:lnTo>
                    <a:pt x="316392" y="232786"/>
                  </a:lnTo>
                  <a:lnTo>
                    <a:pt x="314753" y="232786"/>
                  </a:lnTo>
                  <a:lnTo>
                    <a:pt x="311474" y="236065"/>
                  </a:lnTo>
                  <a:lnTo>
                    <a:pt x="311474" y="236065"/>
                  </a:lnTo>
                  <a:lnTo>
                    <a:pt x="308195" y="239343"/>
                  </a:lnTo>
                  <a:lnTo>
                    <a:pt x="304917" y="242622"/>
                  </a:lnTo>
                  <a:lnTo>
                    <a:pt x="301638" y="245901"/>
                  </a:lnTo>
                  <a:lnTo>
                    <a:pt x="298360" y="249179"/>
                  </a:lnTo>
                  <a:lnTo>
                    <a:pt x="298360" y="252458"/>
                  </a:lnTo>
                  <a:lnTo>
                    <a:pt x="296720" y="254097"/>
                  </a:lnTo>
                  <a:lnTo>
                    <a:pt x="293441" y="259015"/>
                  </a:lnTo>
                  <a:lnTo>
                    <a:pt x="290163" y="254097"/>
                  </a:lnTo>
                  <a:lnTo>
                    <a:pt x="286884" y="259015"/>
                  </a:lnTo>
                  <a:lnTo>
                    <a:pt x="285245" y="262294"/>
                  </a:lnTo>
                  <a:lnTo>
                    <a:pt x="280327" y="260655"/>
                  </a:lnTo>
                  <a:lnTo>
                    <a:pt x="277048" y="262294"/>
                  </a:lnTo>
                  <a:lnTo>
                    <a:pt x="273769" y="262294"/>
                  </a:lnTo>
                  <a:lnTo>
                    <a:pt x="270491" y="262294"/>
                  </a:lnTo>
                  <a:lnTo>
                    <a:pt x="265573" y="262294"/>
                  </a:lnTo>
                  <a:lnTo>
                    <a:pt x="262294" y="263933"/>
                  </a:lnTo>
                  <a:lnTo>
                    <a:pt x="259015" y="263933"/>
                  </a:lnTo>
                  <a:lnTo>
                    <a:pt x="254097" y="265573"/>
                  </a:lnTo>
                  <a:lnTo>
                    <a:pt x="252458" y="267212"/>
                  </a:lnTo>
                  <a:lnTo>
                    <a:pt x="249179" y="265573"/>
                  </a:lnTo>
                  <a:lnTo>
                    <a:pt x="244261" y="265573"/>
                  </a:lnTo>
                  <a:lnTo>
                    <a:pt x="244261" y="263933"/>
                  </a:lnTo>
                  <a:lnTo>
                    <a:pt x="239343" y="262294"/>
                  </a:lnTo>
                  <a:lnTo>
                    <a:pt x="236064" y="260655"/>
                  </a:lnTo>
                  <a:lnTo>
                    <a:pt x="232786" y="257376"/>
                  </a:lnTo>
                  <a:lnTo>
                    <a:pt x="229507" y="252458"/>
                  </a:lnTo>
                  <a:lnTo>
                    <a:pt x="227868" y="249179"/>
                  </a:lnTo>
                  <a:lnTo>
                    <a:pt x="224589" y="245901"/>
                  </a:lnTo>
                  <a:lnTo>
                    <a:pt x="221310" y="244261"/>
                  </a:lnTo>
                  <a:lnTo>
                    <a:pt x="218032" y="242622"/>
                  </a:lnTo>
                  <a:lnTo>
                    <a:pt x="213114" y="240982"/>
                  </a:lnTo>
                  <a:lnTo>
                    <a:pt x="209835" y="239343"/>
                  </a:lnTo>
                  <a:lnTo>
                    <a:pt x="208196" y="239343"/>
                  </a:lnTo>
                  <a:lnTo>
                    <a:pt x="204917" y="237704"/>
                  </a:lnTo>
                  <a:lnTo>
                    <a:pt x="201638" y="234425"/>
                  </a:lnTo>
                  <a:lnTo>
                    <a:pt x="196720" y="232786"/>
                  </a:lnTo>
                  <a:lnTo>
                    <a:pt x="193442" y="231147"/>
                  </a:lnTo>
                  <a:lnTo>
                    <a:pt x="190163" y="231147"/>
                  </a:lnTo>
                  <a:lnTo>
                    <a:pt x="188524" y="231147"/>
                  </a:lnTo>
                  <a:lnTo>
                    <a:pt x="183606" y="229507"/>
                  </a:lnTo>
                  <a:lnTo>
                    <a:pt x="181966" y="229507"/>
                  </a:lnTo>
                  <a:lnTo>
                    <a:pt x="177048" y="231147"/>
                  </a:lnTo>
                  <a:lnTo>
                    <a:pt x="173770" y="229507"/>
                  </a:lnTo>
                  <a:lnTo>
                    <a:pt x="170491" y="231147"/>
                  </a:lnTo>
                  <a:lnTo>
                    <a:pt x="168851" y="234425"/>
                  </a:lnTo>
                  <a:lnTo>
                    <a:pt x="168851" y="239343"/>
                  </a:lnTo>
                  <a:lnTo>
                    <a:pt x="170491" y="242622"/>
                  </a:lnTo>
                  <a:lnTo>
                    <a:pt x="168851" y="245901"/>
                  </a:lnTo>
                  <a:lnTo>
                    <a:pt x="167213" y="249179"/>
                  </a:lnTo>
                  <a:lnTo>
                    <a:pt x="168851" y="254097"/>
                  </a:lnTo>
                  <a:lnTo>
                    <a:pt x="167213" y="257376"/>
                  </a:lnTo>
                  <a:lnTo>
                    <a:pt x="165573" y="259015"/>
                  </a:lnTo>
                  <a:lnTo>
                    <a:pt x="160655" y="255737"/>
                  </a:lnTo>
                  <a:lnTo>
                    <a:pt x="157376" y="254097"/>
                  </a:lnTo>
                  <a:lnTo>
                    <a:pt x="155737" y="255737"/>
                  </a:lnTo>
                  <a:lnTo>
                    <a:pt x="150819" y="257376"/>
                  </a:lnTo>
                  <a:lnTo>
                    <a:pt x="150819" y="259015"/>
                  </a:lnTo>
                  <a:lnTo>
                    <a:pt x="147540" y="259015"/>
                  </a:lnTo>
                  <a:lnTo>
                    <a:pt x="142623" y="262294"/>
                  </a:lnTo>
                  <a:lnTo>
                    <a:pt x="139344" y="262294"/>
                  </a:lnTo>
                  <a:lnTo>
                    <a:pt x="136065" y="260655"/>
                  </a:lnTo>
                  <a:lnTo>
                    <a:pt x="131147" y="259015"/>
                  </a:lnTo>
                  <a:lnTo>
                    <a:pt x="127868" y="255737"/>
                  </a:lnTo>
                  <a:lnTo>
                    <a:pt x="124590" y="255737"/>
                  </a:lnTo>
                  <a:lnTo>
                    <a:pt x="122950" y="255737"/>
                  </a:lnTo>
                  <a:lnTo>
                    <a:pt x="119671" y="252458"/>
                  </a:lnTo>
                  <a:lnTo>
                    <a:pt x="118032" y="249179"/>
                  </a:lnTo>
                  <a:lnTo>
                    <a:pt x="118032" y="245901"/>
                  </a:lnTo>
                  <a:lnTo>
                    <a:pt x="114754" y="244261"/>
                  </a:lnTo>
                  <a:lnTo>
                    <a:pt x="114754" y="240982"/>
                  </a:lnTo>
                  <a:lnTo>
                    <a:pt x="113114" y="236065"/>
                  </a:lnTo>
                  <a:lnTo>
                    <a:pt x="109836" y="236065"/>
                  </a:lnTo>
                  <a:lnTo>
                    <a:pt x="108196" y="239343"/>
                  </a:lnTo>
                  <a:lnTo>
                    <a:pt x="103278" y="237704"/>
                  </a:lnTo>
                  <a:lnTo>
                    <a:pt x="103278" y="237704"/>
                  </a:lnTo>
                  <a:lnTo>
                    <a:pt x="100000" y="237704"/>
                  </a:lnTo>
                  <a:lnTo>
                    <a:pt x="98360" y="234425"/>
                  </a:lnTo>
                  <a:lnTo>
                    <a:pt x="98360" y="232786"/>
                  </a:lnTo>
                  <a:lnTo>
                    <a:pt x="95081" y="232786"/>
                  </a:lnTo>
                  <a:lnTo>
                    <a:pt x="93442" y="229507"/>
                  </a:lnTo>
                  <a:lnTo>
                    <a:pt x="90164" y="232786"/>
                  </a:lnTo>
                  <a:lnTo>
                    <a:pt x="86885" y="232786"/>
                  </a:lnTo>
                  <a:lnTo>
                    <a:pt x="85246" y="237704"/>
                  </a:lnTo>
                  <a:lnTo>
                    <a:pt x="81967" y="240982"/>
                  </a:lnTo>
                  <a:lnTo>
                    <a:pt x="78688" y="242622"/>
                  </a:lnTo>
                  <a:lnTo>
                    <a:pt x="78688" y="240982"/>
                  </a:lnTo>
                  <a:lnTo>
                    <a:pt x="75410" y="237704"/>
                  </a:lnTo>
                  <a:lnTo>
                    <a:pt x="78688" y="236065"/>
                  </a:lnTo>
                  <a:lnTo>
                    <a:pt x="80327" y="232786"/>
                  </a:lnTo>
                  <a:lnTo>
                    <a:pt x="77049" y="234425"/>
                  </a:lnTo>
                  <a:lnTo>
                    <a:pt x="73770" y="234425"/>
                  </a:lnTo>
                  <a:lnTo>
                    <a:pt x="68852" y="234425"/>
                  </a:lnTo>
                  <a:lnTo>
                    <a:pt x="65573" y="236065"/>
                  </a:lnTo>
                  <a:lnTo>
                    <a:pt x="62295" y="237704"/>
                  </a:lnTo>
                  <a:lnTo>
                    <a:pt x="59016" y="239343"/>
                  </a:lnTo>
                  <a:lnTo>
                    <a:pt x="54098" y="237704"/>
                  </a:lnTo>
                  <a:lnTo>
                    <a:pt x="57377" y="234425"/>
                  </a:lnTo>
                  <a:lnTo>
                    <a:pt x="62295" y="234425"/>
                  </a:lnTo>
                  <a:lnTo>
                    <a:pt x="62295" y="234425"/>
                  </a:lnTo>
                  <a:lnTo>
                    <a:pt x="65573" y="234425"/>
                  </a:lnTo>
                  <a:lnTo>
                    <a:pt x="70491" y="232786"/>
                  </a:lnTo>
                  <a:lnTo>
                    <a:pt x="73770" y="232786"/>
                  </a:lnTo>
                  <a:lnTo>
                    <a:pt x="77049" y="234425"/>
                  </a:lnTo>
                  <a:lnTo>
                    <a:pt x="77049" y="229507"/>
                  </a:lnTo>
                  <a:lnTo>
                    <a:pt x="81967" y="227868"/>
                  </a:lnTo>
                  <a:lnTo>
                    <a:pt x="85246" y="222950"/>
                  </a:lnTo>
                  <a:lnTo>
                    <a:pt x="81967" y="222950"/>
                  </a:lnTo>
                  <a:lnTo>
                    <a:pt x="77049" y="222950"/>
                  </a:lnTo>
                  <a:lnTo>
                    <a:pt x="73770" y="222950"/>
                  </a:lnTo>
                  <a:lnTo>
                    <a:pt x="70491" y="222950"/>
                  </a:lnTo>
                  <a:lnTo>
                    <a:pt x="67213" y="224589"/>
                  </a:lnTo>
                  <a:lnTo>
                    <a:pt x="65573" y="224589"/>
                  </a:lnTo>
                  <a:lnTo>
                    <a:pt x="62295" y="224589"/>
                  </a:lnTo>
                  <a:lnTo>
                    <a:pt x="57377" y="224589"/>
                  </a:lnTo>
                  <a:lnTo>
                    <a:pt x="54098" y="222950"/>
                  </a:lnTo>
                  <a:lnTo>
                    <a:pt x="50820" y="226229"/>
                  </a:lnTo>
                  <a:lnTo>
                    <a:pt x="49180" y="226229"/>
                  </a:lnTo>
                  <a:lnTo>
                    <a:pt x="47541" y="222950"/>
                  </a:lnTo>
                  <a:lnTo>
                    <a:pt x="49180" y="218032"/>
                  </a:lnTo>
                  <a:lnTo>
                    <a:pt x="52459" y="218032"/>
                  </a:lnTo>
                  <a:lnTo>
                    <a:pt x="55737" y="219671"/>
                  </a:lnTo>
                  <a:lnTo>
                    <a:pt x="60656" y="218032"/>
                  </a:lnTo>
                  <a:lnTo>
                    <a:pt x="60656" y="214753"/>
                  </a:lnTo>
                  <a:lnTo>
                    <a:pt x="57377" y="213114"/>
                  </a:lnTo>
                  <a:lnTo>
                    <a:pt x="57377" y="209835"/>
                  </a:lnTo>
                  <a:lnTo>
                    <a:pt x="52459" y="209835"/>
                  </a:lnTo>
                  <a:lnTo>
                    <a:pt x="54098" y="206557"/>
                  </a:lnTo>
                  <a:lnTo>
                    <a:pt x="50820" y="208196"/>
                  </a:lnTo>
                  <a:lnTo>
                    <a:pt x="45901" y="208196"/>
                  </a:lnTo>
                  <a:lnTo>
                    <a:pt x="45901" y="204917"/>
                  </a:lnTo>
                  <a:lnTo>
                    <a:pt x="45901" y="203278"/>
                  </a:lnTo>
                  <a:lnTo>
                    <a:pt x="44262" y="199999"/>
                  </a:lnTo>
                  <a:lnTo>
                    <a:pt x="42623" y="196720"/>
                  </a:lnTo>
                  <a:lnTo>
                    <a:pt x="39344" y="195081"/>
                  </a:lnTo>
                  <a:lnTo>
                    <a:pt x="42623" y="193442"/>
                  </a:lnTo>
                  <a:lnTo>
                    <a:pt x="45901" y="191802"/>
                  </a:lnTo>
                  <a:lnTo>
                    <a:pt x="47541" y="188524"/>
                  </a:lnTo>
                  <a:lnTo>
                    <a:pt x="45901" y="185245"/>
                  </a:lnTo>
                  <a:lnTo>
                    <a:pt x="45901" y="181966"/>
                  </a:lnTo>
                  <a:lnTo>
                    <a:pt x="42623" y="180327"/>
                  </a:lnTo>
                  <a:lnTo>
                    <a:pt x="39344" y="178688"/>
                  </a:lnTo>
                  <a:lnTo>
                    <a:pt x="36066" y="177048"/>
                  </a:lnTo>
                  <a:lnTo>
                    <a:pt x="31147" y="178688"/>
                  </a:lnTo>
                  <a:lnTo>
                    <a:pt x="31147" y="173770"/>
                  </a:lnTo>
                  <a:lnTo>
                    <a:pt x="27869" y="170491"/>
                  </a:lnTo>
                  <a:lnTo>
                    <a:pt x="24590" y="170491"/>
                  </a:lnTo>
                  <a:lnTo>
                    <a:pt x="22951" y="175409"/>
                  </a:lnTo>
                  <a:lnTo>
                    <a:pt x="19672" y="173770"/>
                  </a:lnTo>
                  <a:lnTo>
                    <a:pt x="14754" y="170491"/>
                  </a:lnTo>
                  <a:lnTo>
                    <a:pt x="11476" y="170491"/>
                  </a:lnTo>
                  <a:lnTo>
                    <a:pt x="9836" y="165573"/>
                  </a:lnTo>
                  <a:lnTo>
                    <a:pt x="14754" y="165573"/>
                  </a:lnTo>
                  <a:lnTo>
                    <a:pt x="16393" y="162294"/>
                  </a:lnTo>
                  <a:lnTo>
                    <a:pt x="14754" y="159016"/>
                  </a:lnTo>
                  <a:lnTo>
                    <a:pt x="13114" y="155737"/>
                  </a:lnTo>
                  <a:lnTo>
                    <a:pt x="11476" y="150819"/>
                  </a:lnTo>
                  <a:lnTo>
                    <a:pt x="16393" y="150819"/>
                  </a:lnTo>
                  <a:lnTo>
                    <a:pt x="19672" y="154098"/>
                  </a:lnTo>
                  <a:lnTo>
                    <a:pt x="21311" y="157376"/>
                  </a:lnTo>
                  <a:lnTo>
                    <a:pt x="21311" y="160655"/>
                  </a:lnTo>
                  <a:lnTo>
                    <a:pt x="22951" y="165573"/>
                  </a:lnTo>
                  <a:lnTo>
                    <a:pt x="24590" y="167212"/>
                  </a:lnTo>
                  <a:lnTo>
                    <a:pt x="24590" y="162294"/>
                  </a:lnTo>
                  <a:lnTo>
                    <a:pt x="27869" y="163934"/>
                  </a:lnTo>
                  <a:lnTo>
                    <a:pt x="31147" y="163934"/>
                  </a:lnTo>
                  <a:lnTo>
                    <a:pt x="34426" y="162294"/>
                  </a:lnTo>
                  <a:lnTo>
                    <a:pt x="39344" y="162294"/>
                  </a:lnTo>
                  <a:lnTo>
                    <a:pt x="39344" y="160655"/>
                  </a:lnTo>
                  <a:lnTo>
                    <a:pt x="36066" y="159016"/>
                  </a:lnTo>
                  <a:lnTo>
                    <a:pt x="32787" y="159016"/>
                  </a:lnTo>
                  <a:lnTo>
                    <a:pt x="32787" y="159016"/>
                  </a:lnTo>
                  <a:lnTo>
                    <a:pt x="29508" y="155737"/>
                  </a:lnTo>
                  <a:lnTo>
                    <a:pt x="27869" y="154098"/>
                  </a:lnTo>
                  <a:lnTo>
                    <a:pt x="26229" y="150819"/>
                  </a:lnTo>
                  <a:lnTo>
                    <a:pt x="29508" y="147540"/>
                  </a:lnTo>
                  <a:lnTo>
                    <a:pt x="31147" y="144262"/>
                  </a:lnTo>
                  <a:lnTo>
                    <a:pt x="36066" y="142622"/>
                  </a:lnTo>
                  <a:lnTo>
                    <a:pt x="32787" y="139344"/>
                  </a:lnTo>
                  <a:lnTo>
                    <a:pt x="29508" y="139344"/>
                  </a:lnTo>
                  <a:lnTo>
                    <a:pt x="27869" y="137704"/>
                  </a:lnTo>
                  <a:lnTo>
                    <a:pt x="27869" y="134426"/>
                  </a:lnTo>
                  <a:lnTo>
                    <a:pt x="27869" y="131147"/>
                  </a:lnTo>
                  <a:lnTo>
                    <a:pt x="24590" y="127868"/>
                  </a:lnTo>
                  <a:lnTo>
                    <a:pt x="24590" y="127868"/>
                  </a:lnTo>
                  <a:lnTo>
                    <a:pt x="19672" y="124590"/>
                  </a:lnTo>
                  <a:lnTo>
                    <a:pt x="22951" y="121311"/>
                  </a:lnTo>
                  <a:lnTo>
                    <a:pt x="27869" y="116393"/>
                  </a:lnTo>
                  <a:lnTo>
                    <a:pt x="29508" y="113114"/>
                  </a:lnTo>
                  <a:lnTo>
                    <a:pt x="26229" y="111475"/>
                  </a:lnTo>
                  <a:lnTo>
                    <a:pt x="22951" y="111475"/>
                  </a:lnTo>
                  <a:lnTo>
                    <a:pt x="21311" y="111475"/>
                  </a:lnTo>
                  <a:lnTo>
                    <a:pt x="16393" y="113114"/>
                  </a:lnTo>
                  <a:lnTo>
                    <a:pt x="13114" y="113114"/>
                  </a:lnTo>
                  <a:lnTo>
                    <a:pt x="9836" y="114754"/>
                  </a:lnTo>
                  <a:lnTo>
                    <a:pt x="6557" y="116393"/>
                  </a:lnTo>
                  <a:lnTo>
                    <a:pt x="1639" y="116393"/>
                  </a:lnTo>
                  <a:lnTo>
                    <a:pt x="0" y="1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5" name="Freeform 2874">
              <a:extLst>
                <a:ext uri="{FF2B5EF4-FFF2-40B4-BE49-F238E27FC236}">
                  <a16:creationId xmlns:a16="http://schemas.microsoft.com/office/drawing/2014/main" id="{82DDF43F-F535-7440-B26D-24BA1ECBF915}"/>
                </a:ext>
              </a:extLst>
            </p:cNvPr>
            <p:cNvSpPr/>
            <p:nvPr/>
          </p:nvSpPr>
          <p:spPr>
            <a:xfrm>
              <a:off x="6507473" y="3936209"/>
              <a:ext cx="209834" cy="250818"/>
            </a:xfrm>
            <a:custGeom>
              <a:avLst/>
              <a:gdLst>
                <a:gd name="connsiteX0" fmla="*/ 0 w 209834"/>
                <a:gd name="connsiteY0" fmla="*/ 237704 h 250818"/>
                <a:gd name="connsiteX1" fmla="*/ 0 w 209834"/>
                <a:gd name="connsiteY1" fmla="*/ 234425 h 250818"/>
                <a:gd name="connsiteX2" fmla="*/ 0 w 209834"/>
                <a:gd name="connsiteY2" fmla="*/ 229507 h 250818"/>
                <a:gd name="connsiteX3" fmla="*/ 0 w 209834"/>
                <a:gd name="connsiteY3" fmla="*/ 226228 h 250818"/>
                <a:gd name="connsiteX4" fmla="*/ 1639 w 209834"/>
                <a:gd name="connsiteY4" fmla="*/ 222950 h 250818"/>
                <a:gd name="connsiteX5" fmla="*/ 1639 w 209834"/>
                <a:gd name="connsiteY5" fmla="*/ 219671 h 250818"/>
                <a:gd name="connsiteX6" fmla="*/ 1639 w 209834"/>
                <a:gd name="connsiteY6" fmla="*/ 218032 h 250818"/>
                <a:gd name="connsiteX7" fmla="*/ 1639 w 209834"/>
                <a:gd name="connsiteY7" fmla="*/ 214753 h 250818"/>
                <a:gd name="connsiteX8" fmla="*/ 3278 w 209834"/>
                <a:gd name="connsiteY8" fmla="*/ 211474 h 250818"/>
                <a:gd name="connsiteX9" fmla="*/ 3278 w 209834"/>
                <a:gd name="connsiteY9" fmla="*/ 206557 h 250818"/>
                <a:gd name="connsiteX10" fmla="*/ 3278 w 209834"/>
                <a:gd name="connsiteY10" fmla="*/ 203278 h 250818"/>
                <a:gd name="connsiteX11" fmla="*/ 3278 w 209834"/>
                <a:gd name="connsiteY11" fmla="*/ 199999 h 250818"/>
                <a:gd name="connsiteX12" fmla="*/ 3278 w 209834"/>
                <a:gd name="connsiteY12" fmla="*/ 198360 h 250818"/>
                <a:gd name="connsiteX13" fmla="*/ 4918 w 209834"/>
                <a:gd name="connsiteY13" fmla="*/ 195081 h 250818"/>
                <a:gd name="connsiteX14" fmla="*/ 4918 w 209834"/>
                <a:gd name="connsiteY14" fmla="*/ 193442 h 250818"/>
                <a:gd name="connsiteX15" fmla="*/ 4918 w 209834"/>
                <a:gd name="connsiteY15" fmla="*/ 188524 h 250818"/>
                <a:gd name="connsiteX16" fmla="*/ 6557 w 209834"/>
                <a:gd name="connsiteY16" fmla="*/ 185245 h 250818"/>
                <a:gd name="connsiteX17" fmla="*/ 4918 w 209834"/>
                <a:gd name="connsiteY17" fmla="*/ 183605 h 250818"/>
                <a:gd name="connsiteX18" fmla="*/ 4918 w 209834"/>
                <a:gd name="connsiteY18" fmla="*/ 181966 h 250818"/>
                <a:gd name="connsiteX19" fmla="*/ 9836 w 209834"/>
                <a:gd name="connsiteY19" fmla="*/ 178688 h 250818"/>
                <a:gd name="connsiteX20" fmla="*/ 9836 w 209834"/>
                <a:gd name="connsiteY20" fmla="*/ 175409 h 250818"/>
                <a:gd name="connsiteX21" fmla="*/ 11475 w 209834"/>
                <a:gd name="connsiteY21" fmla="*/ 170491 h 250818"/>
                <a:gd name="connsiteX22" fmla="*/ 13114 w 209834"/>
                <a:gd name="connsiteY22" fmla="*/ 167212 h 250818"/>
                <a:gd name="connsiteX23" fmla="*/ 14754 w 209834"/>
                <a:gd name="connsiteY23" fmla="*/ 163934 h 250818"/>
                <a:gd name="connsiteX24" fmla="*/ 14754 w 209834"/>
                <a:gd name="connsiteY24" fmla="*/ 160655 h 250818"/>
                <a:gd name="connsiteX25" fmla="*/ 14754 w 209834"/>
                <a:gd name="connsiteY25" fmla="*/ 157376 h 250818"/>
                <a:gd name="connsiteX26" fmla="*/ 14754 w 209834"/>
                <a:gd name="connsiteY26" fmla="*/ 152458 h 250818"/>
                <a:gd name="connsiteX27" fmla="*/ 14754 w 209834"/>
                <a:gd name="connsiteY27" fmla="*/ 149180 h 250818"/>
                <a:gd name="connsiteX28" fmla="*/ 16393 w 209834"/>
                <a:gd name="connsiteY28" fmla="*/ 149180 h 250818"/>
                <a:gd name="connsiteX29" fmla="*/ 16393 w 209834"/>
                <a:gd name="connsiteY29" fmla="*/ 149180 h 250818"/>
                <a:gd name="connsiteX30" fmla="*/ 19672 w 209834"/>
                <a:gd name="connsiteY30" fmla="*/ 145901 h 250818"/>
                <a:gd name="connsiteX31" fmla="*/ 22951 w 209834"/>
                <a:gd name="connsiteY31" fmla="*/ 142622 h 250818"/>
                <a:gd name="connsiteX32" fmla="*/ 24590 w 209834"/>
                <a:gd name="connsiteY32" fmla="*/ 140983 h 250818"/>
                <a:gd name="connsiteX33" fmla="*/ 24590 w 209834"/>
                <a:gd name="connsiteY33" fmla="*/ 136065 h 250818"/>
                <a:gd name="connsiteX34" fmla="*/ 27868 w 209834"/>
                <a:gd name="connsiteY34" fmla="*/ 134425 h 250818"/>
                <a:gd name="connsiteX35" fmla="*/ 32787 w 209834"/>
                <a:gd name="connsiteY35" fmla="*/ 132786 h 250818"/>
                <a:gd name="connsiteX36" fmla="*/ 34426 w 209834"/>
                <a:gd name="connsiteY36" fmla="*/ 131147 h 250818"/>
                <a:gd name="connsiteX37" fmla="*/ 37705 w 209834"/>
                <a:gd name="connsiteY37" fmla="*/ 127868 h 250818"/>
                <a:gd name="connsiteX38" fmla="*/ 37705 w 209834"/>
                <a:gd name="connsiteY38" fmla="*/ 127868 h 250818"/>
                <a:gd name="connsiteX39" fmla="*/ 40983 w 209834"/>
                <a:gd name="connsiteY39" fmla="*/ 122950 h 250818"/>
                <a:gd name="connsiteX40" fmla="*/ 42623 w 209834"/>
                <a:gd name="connsiteY40" fmla="*/ 119671 h 250818"/>
                <a:gd name="connsiteX41" fmla="*/ 47541 w 209834"/>
                <a:gd name="connsiteY41" fmla="*/ 116393 h 250818"/>
                <a:gd name="connsiteX42" fmla="*/ 50820 w 209834"/>
                <a:gd name="connsiteY42" fmla="*/ 113114 h 250818"/>
                <a:gd name="connsiteX43" fmla="*/ 55737 w 209834"/>
                <a:gd name="connsiteY43" fmla="*/ 109835 h 250818"/>
                <a:gd name="connsiteX44" fmla="*/ 57377 w 209834"/>
                <a:gd name="connsiteY44" fmla="*/ 104917 h 250818"/>
                <a:gd name="connsiteX45" fmla="*/ 60655 w 209834"/>
                <a:gd name="connsiteY45" fmla="*/ 101639 h 250818"/>
                <a:gd name="connsiteX46" fmla="*/ 62295 w 209834"/>
                <a:gd name="connsiteY46" fmla="*/ 98360 h 250818"/>
                <a:gd name="connsiteX47" fmla="*/ 65573 w 209834"/>
                <a:gd name="connsiteY47" fmla="*/ 95081 h 250818"/>
                <a:gd name="connsiteX48" fmla="*/ 65573 w 209834"/>
                <a:gd name="connsiteY48" fmla="*/ 90164 h 250818"/>
                <a:gd name="connsiteX49" fmla="*/ 65573 w 209834"/>
                <a:gd name="connsiteY49" fmla="*/ 90164 h 250818"/>
                <a:gd name="connsiteX50" fmla="*/ 63934 w 209834"/>
                <a:gd name="connsiteY50" fmla="*/ 88524 h 250818"/>
                <a:gd name="connsiteX51" fmla="*/ 59016 w 209834"/>
                <a:gd name="connsiteY51" fmla="*/ 85245 h 250818"/>
                <a:gd name="connsiteX52" fmla="*/ 55737 w 209834"/>
                <a:gd name="connsiteY52" fmla="*/ 81967 h 250818"/>
                <a:gd name="connsiteX53" fmla="*/ 55737 w 209834"/>
                <a:gd name="connsiteY53" fmla="*/ 80327 h 250818"/>
                <a:gd name="connsiteX54" fmla="*/ 52458 w 209834"/>
                <a:gd name="connsiteY54" fmla="*/ 81967 h 250818"/>
                <a:gd name="connsiteX55" fmla="*/ 47541 w 209834"/>
                <a:gd name="connsiteY55" fmla="*/ 80327 h 250818"/>
                <a:gd name="connsiteX56" fmla="*/ 44262 w 209834"/>
                <a:gd name="connsiteY56" fmla="*/ 77049 h 250818"/>
                <a:gd name="connsiteX57" fmla="*/ 45901 w 209834"/>
                <a:gd name="connsiteY57" fmla="*/ 72131 h 250818"/>
                <a:gd name="connsiteX58" fmla="*/ 45901 w 209834"/>
                <a:gd name="connsiteY58" fmla="*/ 68852 h 250818"/>
                <a:gd name="connsiteX59" fmla="*/ 47541 w 209834"/>
                <a:gd name="connsiteY59" fmla="*/ 67213 h 250818"/>
                <a:gd name="connsiteX60" fmla="*/ 49180 w 209834"/>
                <a:gd name="connsiteY60" fmla="*/ 63934 h 250818"/>
                <a:gd name="connsiteX61" fmla="*/ 49180 w 209834"/>
                <a:gd name="connsiteY61" fmla="*/ 59016 h 250818"/>
                <a:gd name="connsiteX62" fmla="*/ 49180 w 209834"/>
                <a:gd name="connsiteY62" fmla="*/ 57377 h 250818"/>
                <a:gd name="connsiteX63" fmla="*/ 47541 w 209834"/>
                <a:gd name="connsiteY63" fmla="*/ 54098 h 250818"/>
                <a:gd name="connsiteX64" fmla="*/ 45901 w 209834"/>
                <a:gd name="connsiteY64" fmla="*/ 50820 h 250818"/>
                <a:gd name="connsiteX65" fmla="*/ 45901 w 209834"/>
                <a:gd name="connsiteY65" fmla="*/ 47541 h 250818"/>
                <a:gd name="connsiteX66" fmla="*/ 47541 w 209834"/>
                <a:gd name="connsiteY66" fmla="*/ 42623 h 250818"/>
                <a:gd name="connsiteX67" fmla="*/ 49180 w 209834"/>
                <a:gd name="connsiteY67" fmla="*/ 39344 h 250818"/>
                <a:gd name="connsiteX68" fmla="*/ 52458 w 209834"/>
                <a:gd name="connsiteY68" fmla="*/ 36065 h 250818"/>
                <a:gd name="connsiteX69" fmla="*/ 49180 w 209834"/>
                <a:gd name="connsiteY69" fmla="*/ 32787 h 250818"/>
                <a:gd name="connsiteX70" fmla="*/ 49180 w 209834"/>
                <a:gd name="connsiteY70" fmla="*/ 29508 h 250818"/>
                <a:gd name="connsiteX71" fmla="*/ 52458 w 209834"/>
                <a:gd name="connsiteY71" fmla="*/ 26229 h 250818"/>
                <a:gd name="connsiteX72" fmla="*/ 55737 w 209834"/>
                <a:gd name="connsiteY72" fmla="*/ 22951 h 250818"/>
                <a:gd name="connsiteX73" fmla="*/ 59016 w 209834"/>
                <a:gd name="connsiteY73" fmla="*/ 19672 h 250818"/>
                <a:gd name="connsiteX74" fmla="*/ 63934 w 209834"/>
                <a:gd name="connsiteY74" fmla="*/ 18033 h 250818"/>
                <a:gd name="connsiteX75" fmla="*/ 67213 w 209834"/>
                <a:gd name="connsiteY75" fmla="*/ 19672 h 250818"/>
                <a:gd name="connsiteX76" fmla="*/ 70491 w 209834"/>
                <a:gd name="connsiteY76" fmla="*/ 21311 h 250818"/>
                <a:gd name="connsiteX77" fmla="*/ 75410 w 209834"/>
                <a:gd name="connsiteY77" fmla="*/ 24590 h 250818"/>
                <a:gd name="connsiteX78" fmla="*/ 78688 w 209834"/>
                <a:gd name="connsiteY78" fmla="*/ 22951 h 250818"/>
                <a:gd name="connsiteX79" fmla="*/ 80327 w 209834"/>
                <a:gd name="connsiteY79" fmla="*/ 22951 h 250818"/>
                <a:gd name="connsiteX80" fmla="*/ 83606 w 209834"/>
                <a:gd name="connsiteY80" fmla="*/ 19672 h 250818"/>
                <a:gd name="connsiteX81" fmla="*/ 86885 w 209834"/>
                <a:gd name="connsiteY81" fmla="*/ 19672 h 250818"/>
                <a:gd name="connsiteX82" fmla="*/ 90164 w 209834"/>
                <a:gd name="connsiteY82" fmla="*/ 22951 h 250818"/>
                <a:gd name="connsiteX83" fmla="*/ 91803 w 209834"/>
                <a:gd name="connsiteY83" fmla="*/ 27868 h 250818"/>
                <a:gd name="connsiteX84" fmla="*/ 93442 w 209834"/>
                <a:gd name="connsiteY84" fmla="*/ 27868 h 250818"/>
                <a:gd name="connsiteX85" fmla="*/ 95081 w 209834"/>
                <a:gd name="connsiteY85" fmla="*/ 27868 h 250818"/>
                <a:gd name="connsiteX86" fmla="*/ 95081 w 209834"/>
                <a:gd name="connsiteY86" fmla="*/ 27868 h 250818"/>
                <a:gd name="connsiteX87" fmla="*/ 100000 w 209834"/>
                <a:gd name="connsiteY87" fmla="*/ 31147 h 250818"/>
                <a:gd name="connsiteX88" fmla="*/ 100000 w 209834"/>
                <a:gd name="connsiteY88" fmla="*/ 31147 h 250818"/>
                <a:gd name="connsiteX89" fmla="*/ 100000 w 209834"/>
                <a:gd name="connsiteY89" fmla="*/ 27868 h 250818"/>
                <a:gd name="connsiteX90" fmla="*/ 100000 w 209834"/>
                <a:gd name="connsiteY90" fmla="*/ 26229 h 250818"/>
                <a:gd name="connsiteX91" fmla="*/ 103278 w 209834"/>
                <a:gd name="connsiteY91" fmla="*/ 24590 h 250818"/>
                <a:gd name="connsiteX92" fmla="*/ 108196 w 209834"/>
                <a:gd name="connsiteY92" fmla="*/ 21311 h 250818"/>
                <a:gd name="connsiteX93" fmla="*/ 111475 w 209834"/>
                <a:gd name="connsiteY93" fmla="*/ 21311 h 250818"/>
                <a:gd name="connsiteX94" fmla="*/ 114754 w 209834"/>
                <a:gd name="connsiteY94" fmla="*/ 21311 h 250818"/>
                <a:gd name="connsiteX95" fmla="*/ 119671 w 209834"/>
                <a:gd name="connsiteY95" fmla="*/ 19672 h 250818"/>
                <a:gd name="connsiteX96" fmla="*/ 122950 w 209834"/>
                <a:gd name="connsiteY96" fmla="*/ 19672 h 250818"/>
                <a:gd name="connsiteX97" fmla="*/ 126229 w 209834"/>
                <a:gd name="connsiteY97" fmla="*/ 18033 h 250818"/>
                <a:gd name="connsiteX98" fmla="*/ 129508 w 209834"/>
                <a:gd name="connsiteY98" fmla="*/ 16393 h 250818"/>
                <a:gd name="connsiteX99" fmla="*/ 134425 w 209834"/>
                <a:gd name="connsiteY99" fmla="*/ 16393 h 250818"/>
                <a:gd name="connsiteX100" fmla="*/ 137704 w 209834"/>
                <a:gd name="connsiteY100" fmla="*/ 19672 h 250818"/>
                <a:gd name="connsiteX101" fmla="*/ 137704 w 209834"/>
                <a:gd name="connsiteY101" fmla="*/ 19672 h 250818"/>
                <a:gd name="connsiteX102" fmla="*/ 142622 w 209834"/>
                <a:gd name="connsiteY102" fmla="*/ 19672 h 250818"/>
                <a:gd name="connsiteX103" fmla="*/ 145901 w 209834"/>
                <a:gd name="connsiteY103" fmla="*/ 19672 h 250818"/>
                <a:gd name="connsiteX104" fmla="*/ 149180 w 209834"/>
                <a:gd name="connsiteY104" fmla="*/ 19672 h 250818"/>
                <a:gd name="connsiteX105" fmla="*/ 150819 w 209834"/>
                <a:gd name="connsiteY105" fmla="*/ 21311 h 250818"/>
                <a:gd name="connsiteX106" fmla="*/ 154098 w 209834"/>
                <a:gd name="connsiteY106" fmla="*/ 16393 h 250818"/>
                <a:gd name="connsiteX107" fmla="*/ 157376 w 209834"/>
                <a:gd name="connsiteY107" fmla="*/ 13114 h 250818"/>
                <a:gd name="connsiteX108" fmla="*/ 160655 w 209834"/>
                <a:gd name="connsiteY108" fmla="*/ 9836 h 250818"/>
                <a:gd name="connsiteX109" fmla="*/ 163934 w 209834"/>
                <a:gd name="connsiteY109" fmla="*/ 4918 h 250818"/>
                <a:gd name="connsiteX110" fmla="*/ 167212 w 209834"/>
                <a:gd name="connsiteY110" fmla="*/ 1639 h 250818"/>
                <a:gd name="connsiteX111" fmla="*/ 168851 w 209834"/>
                <a:gd name="connsiteY111" fmla="*/ 0 h 250818"/>
                <a:gd name="connsiteX112" fmla="*/ 172130 w 209834"/>
                <a:gd name="connsiteY112" fmla="*/ 3278 h 250818"/>
                <a:gd name="connsiteX113" fmla="*/ 173770 w 209834"/>
                <a:gd name="connsiteY113" fmla="*/ 8197 h 250818"/>
                <a:gd name="connsiteX114" fmla="*/ 175409 w 209834"/>
                <a:gd name="connsiteY114" fmla="*/ 11475 h 250818"/>
                <a:gd name="connsiteX115" fmla="*/ 173770 w 209834"/>
                <a:gd name="connsiteY115" fmla="*/ 14754 h 250818"/>
                <a:gd name="connsiteX116" fmla="*/ 177048 w 209834"/>
                <a:gd name="connsiteY116" fmla="*/ 14754 h 250818"/>
                <a:gd name="connsiteX117" fmla="*/ 177048 w 209834"/>
                <a:gd name="connsiteY117" fmla="*/ 18033 h 250818"/>
                <a:gd name="connsiteX118" fmla="*/ 181966 w 209834"/>
                <a:gd name="connsiteY118" fmla="*/ 21311 h 250818"/>
                <a:gd name="connsiteX119" fmla="*/ 185245 w 209834"/>
                <a:gd name="connsiteY119" fmla="*/ 21311 h 250818"/>
                <a:gd name="connsiteX120" fmla="*/ 188524 w 209834"/>
                <a:gd name="connsiteY120" fmla="*/ 26229 h 250818"/>
                <a:gd name="connsiteX121" fmla="*/ 186884 w 209834"/>
                <a:gd name="connsiteY121" fmla="*/ 29508 h 250818"/>
                <a:gd name="connsiteX122" fmla="*/ 185245 w 209834"/>
                <a:gd name="connsiteY122" fmla="*/ 32787 h 250818"/>
                <a:gd name="connsiteX123" fmla="*/ 185245 w 209834"/>
                <a:gd name="connsiteY123" fmla="*/ 36065 h 250818"/>
                <a:gd name="connsiteX124" fmla="*/ 186884 w 209834"/>
                <a:gd name="connsiteY124" fmla="*/ 40983 h 250818"/>
                <a:gd name="connsiteX125" fmla="*/ 186884 w 209834"/>
                <a:gd name="connsiteY125" fmla="*/ 44262 h 250818"/>
                <a:gd name="connsiteX126" fmla="*/ 190163 w 209834"/>
                <a:gd name="connsiteY126" fmla="*/ 47541 h 250818"/>
                <a:gd name="connsiteX127" fmla="*/ 191802 w 209834"/>
                <a:gd name="connsiteY127" fmla="*/ 49180 h 250818"/>
                <a:gd name="connsiteX128" fmla="*/ 191802 w 209834"/>
                <a:gd name="connsiteY128" fmla="*/ 52458 h 250818"/>
                <a:gd name="connsiteX129" fmla="*/ 193442 w 209834"/>
                <a:gd name="connsiteY129" fmla="*/ 55737 h 250818"/>
                <a:gd name="connsiteX130" fmla="*/ 196720 w 209834"/>
                <a:gd name="connsiteY130" fmla="*/ 59016 h 250818"/>
                <a:gd name="connsiteX131" fmla="*/ 199999 w 209834"/>
                <a:gd name="connsiteY131" fmla="*/ 62295 h 250818"/>
                <a:gd name="connsiteX132" fmla="*/ 199999 w 209834"/>
                <a:gd name="connsiteY132" fmla="*/ 67213 h 250818"/>
                <a:gd name="connsiteX133" fmla="*/ 201638 w 209834"/>
                <a:gd name="connsiteY133" fmla="*/ 70491 h 250818"/>
                <a:gd name="connsiteX134" fmla="*/ 204917 w 209834"/>
                <a:gd name="connsiteY134" fmla="*/ 73770 h 250818"/>
                <a:gd name="connsiteX135" fmla="*/ 206557 w 209834"/>
                <a:gd name="connsiteY135" fmla="*/ 75410 h 250818"/>
                <a:gd name="connsiteX136" fmla="*/ 204917 w 209834"/>
                <a:gd name="connsiteY136" fmla="*/ 78688 h 250818"/>
                <a:gd name="connsiteX137" fmla="*/ 204917 w 209834"/>
                <a:gd name="connsiteY137" fmla="*/ 80327 h 250818"/>
                <a:gd name="connsiteX138" fmla="*/ 204917 w 209834"/>
                <a:gd name="connsiteY138" fmla="*/ 85245 h 250818"/>
                <a:gd name="connsiteX139" fmla="*/ 206557 w 209834"/>
                <a:gd name="connsiteY139" fmla="*/ 88524 h 250818"/>
                <a:gd name="connsiteX140" fmla="*/ 208195 w 209834"/>
                <a:gd name="connsiteY140" fmla="*/ 91803 h 250818"/>
                <a:gd name="connsiteX141" fmla="*/ 208195 w 209834"/>
                <a:gd name="connsiteY141" fmla="*/ 96721 h 250818"/>
                <a:gd name="connsiteX142" fmla="*/ 208195 w 209834"/>
                <a:gd name="connsiteY142" fmla="*/ 100000 h 250818"/>
                <a:gd name="connsiteX143" fmla="*/ 209835 w 209834"/>
                <a:gd name="connsiteY143" fmla="*/ 100000 h 250818"/>
                <a:gd name="connsiteX144" fmla="*/ 209835 w 209834"/>
                <a:gd name="connsiteY144" fmla="*/ 103278 h 250818"/>
                <a:gd name="connsiteX145" fmla="*/ 209835 w 209834"/>
                <a:gd name="connsiteY145" fmla="*/ 104917 h 250818"/>
                <a:gd name="connsiteX146" fmla="*/ 209835 w 209834"/>
                <a:gd name="connsiteY146" fmla="*/ 108196 h 250818"/>
                <a:gd name="connsiteX147" fmla="*/ 209835 w 209834"/>
                <a:gd name="connsiteY147" fmla="*/ 108196 h 250818"/>
                <a:gd name="connsiteX148" fmla="*/ 209835 w 209834"/>
                <a:gd name="connsiteY148" fmla="*/ 109835 h 250818"/>
                <a:gd name="connsiteX149" fmla="*/ 208195 w 209834"/>
                <a:gd name="connsiteY149" fmla="*/ 113114 h 250818"/>
                <a:gd name="connsiteX150" fmla="*/ 206557 w 209834"/>
                <a:gd name="connsiteY150" fmla="*/ 116393 h 250818"/>
                <a:gd name="connsiteX151" fmla="*/ 203278 w 209834"/>
                <a:gd name="connsiteY151" fmla="*/ 121311 h 250818"/>
                <a:gd name="connsiteX152" fmla="*/ 201638 w 209834"/>
                <a:gd name="connsiteY152" fmla="*/ 124590 h 250818"/>
                <a:gd name="connsiteX153" fmla="*/ 201638 w 209834"/>
                <a:gd name="connsiteY153" fmla="*/ 124590 h 250818"/>
                <a:gd name="connsiteX154" fmla="*/ 201638 w 209834"/>
                <a:gd name="connsiteY154" fmla="*/ 127868 h 250818"/>
                <a:gd name="connsiteX155" fmla="*/ 203278 w 209834"/>
                <a:gd name="connsiteY155" fmla="*/ 127868 h 250818"/>
                <a:gd name="connsiteX156" fmla="*/ 201638 w 209834"/>
                <a:gd name="connsiteY156" fmla="*/ 132786 h 250818"/>
                <a:gd name="connsiteX157" fmla="*/ 199999 w 209834"/>
                <a:gd name="connsiteY157" fmla="*/ 132786 h 250818"/>
                <a:gd name="connsiteX158" fmla="*/ 196720 w 209834"/>
                <a:gd name="connsiteY158" fmla="*/ 134425 h 250818"/>
                <a:gd name="connsiteX159" fmla="*/ 193442 w 209834"/>
                <a:gd name="connsiteY159" fmla="*/ 137704 h 250818"/>
                <a:gd name="connsiteX160" fmla="*/ 193442 w 209834"/>
                <a:gd name="connsiteY160" fmla="*/ 137704 h 250818"/>
                <a:gd name="connsiteX161" fmla="*/ 190163 w 209834"/>
                <a:gd name="connsiteY161" fmla="*/ 137704 h 250818"/>
                <a:gd name="connsiteX162" fmla="*/ 190163 w 209834"/>
                <a:gd name="connsiteY162" fmla="*/ 137704 h 250818"/>
                <a:gd name="connsiteX163" fmla="*/ 188524 w 209834"/>
                <a:gd name="connsiteY163" fmla="*/ 140983 h 250818"/>
                <a:gd name="connsiteX164" fmla="*/ 188524 w 209834"/>
                <a:gd name="connsiteY164" fmla="*/ 144261 h 250818"/>
                <a:gd name="connsiteX165" fmla="*/ 186884 w 209834"/>
                <a:gd name="connsiteY165" fmla="*/ 149180 h 250818"/>
                <a:gd name="connsiteX166" fmla="*/ 185245 w 209834"/>
                <a:gd name="connsiteY166" fmla="*/ 150819 h 250818"/>
                <a:gd name="connsiteX167" fmla="*/ 183605 w 209834"/>
                <a:gd name="connsiteY167" fmla="*/ 152458 h 250818"/>
                <a:gd name="connsiteX168" fmla="*/ 181966 w 209834"/>
                <a:gd name="connsiteY168" fmla="*/ 154098 h 250818"/>
                <a:gd name="connsiteX169" fmla="*/ 181966 w 209834"/>
                <a:gd name="connsiteY169" fmla="*/ 157376 h 250818"/>
                <a:gd name="connsiteX170" fmla="*/ 180327 w 209834"/>
                <a:gd name="connsiteY170" fmla="*/ 157376 h 250818"/>
                <a:gd name="connsiteX171" fmla="*/ 177048 w 209834"/>
                <a:gd name="connsiteY171" fmla="*/ 159015 h 250818"/>
                <a:gd name="connsiteX172" fmla="*/ 177048 w 209834"/>
                <a:gd name="connsiteY172" fmla="*/ 159015 h 250818"/>
                <a:gd name="connsiteX173" fmla="*/ 175409 w 209834"/>
                <a:gd name="connsiteY173" fmla="*/ 163934 h 250818"/>
                <a:gd name="connsiteX174" fmla="*/ 175409 w 209834"/>
                <a:gd name="connsiteY174" fmla="*/ 165573 h 250818"/>
                <a:gd name="connsiteX175" fmla="*/ 175409 w 209834"/>
                <a:gd name="connsiteY175" fmla="*/ 168851 h 250818"/>
                <a:gd name="connsiteX176" fmla="*/ 172130 w 209834"/>
                <a:gd name="connsiteY176" fmla="*/ 173770 h 250818"/>
                <a:gd name="connsiteX177" fmla="*/ 170491 w 209834"/>
                <a:gd name="connsiteY177" fmla="*/ 175409 h 250818"/>
                <a:gd name="connsiteX178" fmla="*/ 170491 w 209834"/>
                <a:gd name="connsiteY178" fmla="*/ 177048 h 250818"/>
                <a:gd name="connsiteX179" fmla="*/ 167212 w 209834"/>
                <a:gd name="connsiteY179" fmla="*/ 180327 h 250818"/>
                <a:gd name="connsiteX180" fmla="*/ 167212 w 209834"/>
                <a:gd name="connsiteY180" fmla="*/ 183605 h 250818"/>
                <a:gd name="connsiteX181" fmla="*/ 168851 w 209834"/>
                <a:gd name="connsiteY181" fmla="*/ 185245 h 250818"/>
                <a:gd name="connsiteX182" fmla="*/ 168851 w 209834"/>
                <a:gd name="connsiteY182" fmla="*/ 188524 h 250818"/>
                <a:gd name="connsiteX183" fmla="*/ 170491 w 209834"/>
                <a:gd name="connsiteY183" fmla="*/ 191802 h 250818"/>
                <a:gd name="connsiteX184" fmla="*/ 168851 w 209834"/>
                <a:gd name="connsiteY184" fmla="*/ 195081 h 250818"/>
                <a:gd name="connsiteX185" fmla="*/ 168851 w 209834"/>
                <a:gd name="connsiteY185" fmla="*/ 199999 h 250818"/>
                <a:gd name="connsiteX186" fmla="*/ 167212 w 209834"/>
                <a:gd name="connsiteY186" fmla="*/ 203278 h 250818"/>
                <a:gd name="connsiteX187" fmla="*/ 167212 w 209834"/>
                <a:gd name="connsiteY187" fmla="*/ 208195 h 250818"/>
                <a:gd name="connsiteX188" fmla="*/ 167212 w 209834"/>
                <a:gd name="connsiteY188" fmla="*/ 211474 h 250818"/>
                <a:gd name="connsiteX189" fmla="*/ 167212 w 209834"/>
                <a:gd name="connsiteY189" fmla="*/ 214753 h 250818"/>
                <a:gd name="connsiteX190" fmla="*/ 167212 w 209834"/>
                <a:gd name="connsiteY190" fmla="*/ 219671 h 250818"/>
                <a:gd name="connsiteX191" fmla="*/ 167212 w 209834"/>
                <a:gd name="connsiteY191" fmla="*/ 222950 h 250818"/>
                <a:gd name="connsiteX192" fmla="*/ 167212 w 209834"/>
                <a:gd name="connsiteY192" fmla="*/ 227868 h 250818"/>
                <a:gd name="connsiteX193" fmla="*/ 167212 w 209834"/>
                <a:gd name="connsiteY193" fmla="*/ 229507 h 250818"/>
                <a:gd name="connsiteX194" fmla="*/ 165573 w 209834"/>
                <a:gd name="connsiteY194" fmla="*/ 229507 h 250818"/>
                <a:gd name="connsiteX195" fmla="*/ 162294 w 209834"/>
                <a:gd name="connsiteY195" fmla="*/ 229507 h 250818"/>
                <a:gd name="connsiteX196" fmla="*/ 157376 w 209834"/>
                <a:gd name="connsiteY196" fmla="*/ 229507 h 250818"/>
                <a:gd name="connsiteX197" fmla="*/ 152458 w 209834"/>
                <a:gd name="connsiteY197" fmla="*/ 229507 h 250818"/>
                <a:gd name="connsiteX198" fmla="*/ 149180 w 209834"/>
                <a:gd name="connsiteY198" fmla="*/ 229507 h 250818"/>
                <a:gd name="connsiteX199" fmla="*/ 147540 w 209834"/>
                <a:gd name="connsiteY199" fmla="*/ 229507 h 250818"/>
                <a:gd name="connsiteX200" fmla="*/ 142622 w 209834"/>
                <a:gd name="connsiteY200" fmla="*/ 229507 h 250818"/>
                <a:gd name="connsiteX201" fmla="*/ 139344 w 209834"/>
                <a:gd name="connsiteY201" fmla="*/ 229507 h 250818"/>
                <a:gd name="connsiteX202" fmla="*/ 136065 w 209834"/>
                <a:gd name="connsiteY202" fmla="*/ 229507 h 250818"/>
                <a:gd name="connsiteX203" fmla="*/ 131147 w 209834"/>
                <a:gd name="connsiteY203" fmla="*/ 229507 h 250818"/>
                <a:gd name="connsiteX204" fmla="*/ 127868 w 209834"/>
                <a:gd name="connsiteY204" fmla="*/ 229507 h 250818"/>
                <a:gd name="connsiteX205" fmla="*/ 126229 w 209834"/>
                <a:gd name="connsiteY205" fmla="*/ 229507 h 250818"/>
                <a:gd name="connsiteX206" fmla="*/ 122950 w 209834"/>
                <a:gd name="connsiteY206" fmla="*/ 229507 h 250818"/>
                <a:gd name="connsiteX207" fmla="*/ 119671 w 209834"/>
                <a:gd name="connsiteY207" fmla="*/ 229507 h 250818"/>
                <a:gd name="connsiteX208" fmla="*/ 116393 w 209834"/>
                <a:gd name="connsiteY208" fmla="*/ 229507 h 250818"/>
                <a:gd name="connsiteX209" fmla="*/ 113114 w 209834"/>
                <a:gd name="connsiteY209" fmla="*/ 229507 h 250818"/>
                <a:gd name="connsiteX210" fmla="*/ 108196 w 209834"/>
                <a:gd name="connsiteY210" fmla="*/ 229507 h 250818"/>
                <a:gd name="connsiteX211" fmla="*/ 104917 w 209834"/>
                <a:gd name="connsiteY211" fmla="*/ 229507 h 250818"/>
                <a:gd name="connsiteX212" fmla="*/ 101639 w 209834"/>
                <a:gd name="connsiteY212" fmla="*/ 229507 h 250818"/>
                <a:gd name="connsiteX213" fmla="*/ 96721 w 209834"/>
                <a:gd name="connsiteY213" fmla="*/ 229507 h 250818"/>
                <a:gd name="connsiteX214" fmla="*/ 93442 w 209834"/>
                <a:gd name="connsiteY214" fmla="*/ 229507 h 250818"/>
                <a:gd name="connsiteX215" fmla="*/ 91803 w 209834"/>
                <a:gd name="connsiteY215" fmla="*/ 229507 h 250818"/>
                <a:gd name="connsiteX216" fmla="*/ 86885 w 209834"/>
                <a:gd name="connsiteY216" fmla="*/ 229507 h 250818"/>
                <a:gd name="connsiteX217" fmla="*/ 86885 w 209834"/>
                <a:gd name="connsiteY217" fmla="*/ 229507 h 250818"/>
                <a:gd name="connsiteX218" fmla="*/ 85245 w 209834"/>
                <a:gd name="connsiteY218" fmla="*/ 229507 h 250818"/>
                <a:gd name="connsiteX219" fmla="*/ 83606 w 209834"/>
                <a:gd name="connsiteY219" fmla="*/ 229507 h 250818"/>
                <a:gd name="connsiteX220" fmla="*/ 80327 w 209834"/>
                <a:gd name="connsiteY220" fmla="*/ 229507 h 250818"/>
                <a:gd name="connsiteX221" fmla="*/ 75410 w 209834"/>
                <a:gd name="connsiteY221" fmla="*/ 229507 h 250818"/>
                <a:gd name="connsiteX222" fmla="*/ 70491 w 209834"/>
                <a:gd name="connsiteY222" fmla="*/ 229507 h 250818"/>
                <a:gd name="connsiteX223" fmla="*/ 65573 w 209834"/>
                <a:gd name="connsiteY223" fmla="*/ 229507 h 250818"/>
                <a:gd name="connsiteX224" fmla="*/ 60655 w 209834"/>
                <a:gd name="connsiteY224" fmla="*/ 229507 h 250818"/>
                <a:gd name="connsiteX225" fmla="*/ 55737 w 209834"/>
                <a:gd name="connsiteY225" fmla="*/ 229507 h 250818"/>
                <a:gd name="connsiteX226" fmla="*/ 52458 w 209834"/>
                <a:gd name="connsiteY226" fmla="*/ 229507 h 250818"/>
                <a:gd name="connsiteX227" fmla="*/ 47541 w 209834"/>
                <a:gd name="connsiteY227" fmla="*/ 229507 h 250818"/>
                <a:gd name="connsiteX228" fmla="*/ 45901 w 209834"/>
                <a:gd name="connsiteY228" fmla="*/ 229507 h 250818"/>
                <a:gd name="connsiteX229" fmla="*/ 42623 w 209834"/>
                <a:gd name="connsiteY229" fmla="*/ 231147 h 250818"/>
                <a:gd name="connsiteX230" fmla="*/ 39344 w 209834"/>
                <a:gd name="connsiteY230" fmla="*/ 232786 h 250818"/>
                <a:gd name="connsiteX231" fmla="*/ 34426 w 209834"/>
                <a:gd name="connsiteY231" fmla="*/ 232786 h 250818"/>
                <a:gd name="connsiteX232" fmla="*/ 34426 w 209834"/>
                <a:gd name="connsiteY232" fmla="*/ 232786 h 250818"/>
                <a:gd name="connsiteX233" fmla="*/ 31147 w 209834"/>
                <a:gd name="connsiteY233" fmla="*/ 232786 h 250818"/>
                <a:gd name="connsiteX234" fmla="*/ 29508 w 209834"/>
                <a:gd name="connsiteY234" fmla="*/ 236064 h 250818"/>
                <a:gd name="connsiteX235" fmla="*/ 27868 w 209834"/>
                <a:gd name="connsiteY235" fmla="*/ 236064 h 250818"/>
                <a:gd name="connsiteX236" fmla="*/ 26229 w 209834"/>
                <a:gd name="connsiteY236" fmla="*/ 239343 h 250818"/>
                <a:gd name="connsiteX237" fmla="*/ 22951 w 209834"/>
                <a:gd name="connsiteY237" fmla="*/ 242622 h 250818"/>
                <a:gd name="connsiteX238" fmla="*/ 19672 w 209834"/>
                <a:gd name="connsiteY238" fmla="*/ 245901 h 250818"/>
                <a:gd name="connsiteX239" fmla="*/ 16393 w 209834"/>
                <a:gd name="connsiteY239" fmla="*/ 249179 h 250818"/>
                <a:gd name="connsiteX240" fmla="*/ 14754 w 209834"/>
                <a:gd name="connsiteY240" fmla="*/ 250818 h 250818"/>
                <a:gd name="connsiteX241" fmla="*/ 11475 w 209834"/>
                <a:gd name="connsiteY241" fmla="*/ 247540 h 250818"/>
                <a:gd name="connsiteX242" fmla="*/ 9836 w 209834"/>
                <a:gd name="connsiteY242" fmla="*/ 244261 h 250818"/>
                <a:gd name="connsiteX243" fmla="*/ 6557 w 209834"/>
                <a:gd name="connsiteY243" fmla="*/ 245901 h 250818"/>
                <a:gd name="connsiteX244" fmla="*/ 4918 w 209834"/>
                <a:gd name="connsiteY244" fmla="*/ 247540 h 250818"/>
                <a:gd name="connsiteX245" fmla="*/ 1639 w 209834"/>
                <a:gd name="connsiteY245" fmla="*/ 247540 h 250818"/>
                <a:gd name="connsiteX246" fmla="*/ 1639 w 209834"/>
                <a:gd name="connsiteY246" fmla="*/ 244261 h 250818"/>
                <a:gd name="connsiteX247" fmla="*/ 1639 w 209834"/>
                <a:gd name="connsiteY247" fmla="*/ 240982 h 250818"/>
                <a:gd name="connsiteX248" fmla="*/ 0 w 209834"/>
                <a:gd name="connsiteY248" fmla="*/ 237704 h 250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</a:cxnLst>
              <a:rect l="l" t="t" r="r" b="b"/>
              <a:pathLst>
                <a:path w="209834" h="250818">
                  <a:moveTo>
                    <a:pt x="0" y="237704"/>
                  </a:moveTo>
                  <a:lnTo>
                    <a:pt x="0" y="234425"/>
                  </a:lnTo>
                  <a:lnTo>
                    <a:pt x="0" y="229507"/>
                  </a:lnTo>
                  <a:lnTo>
                    <a:pt x="0" y="226228"/>
                  </a:lnTo>
                  <a:lnTo>
                    <a:pt x="1639" y="222950"/>
                  </a:lnTo>
                  <a:lnTo>
                    <a:pt x="1639" y="219671"/>
                  </a:lnTo>
                  <a:lnTo>
                    <a:pt x="1639" y="218032"/>
                  </a:lnTo>
                  <a:lnTo>
                    <a:pt x="1639" y="214753"/>
                  </a:lnTo>
                  <a:lnTo>
                    <a:pt x="3278" y="211474"/>
                  </a:lnTo>
                  <a:lnTo>
                    <a:pt x="3278" y="206557"/>
                  </a:lnTo>
                  <a:lnTo>
                    <a:pt x="3278" y="203278"/>
                  </a:lnTo>
                  <a:lnTo>
                    <a:pt x="3278" y="199999"/>
                  </a:lnTo>
                  <a:lnTo>
                    <a:pt x="3278" y="198360"/>
                  </a:lnTo>
                  <a:lnTo>
                    <a:pt x="4918" y="195081"/>
                  </a:lnTo>
                  <a:lnTo>
                    <a:pt x="4918" y="193442"/>
                  </a:lnTo>
                  <a:lnTo>
                    <a:pt x="4918" y="188524"/>
                  </a:lnTo>
                  <a:lnTo>
                    <a:pt x="6557" y="185245"/>
                  </a:lnTo>
                  <a:lnTo>
                    <a:pt x="4918" y="183605"/>
                  </a:lnTo>
                  <a:lnTo>
                    <a:pt x="4918" y="181966"/>
                  </a:lnTo>
                  <a:lnTo>
                    <a:pt x="9836" y="178688"/>
                  </a:lnTo>
                  <a:lnTo>
                    <a:pt x="9836" y="175409"/>
                  </a:lnTo>
                  <a:lnTo>
                    <a:pt x="11475" y="170491"/>
                  </a:lnTo>
                  <a:lnTo>
                    <a:pt x="13114" y="167212"/>
                  </a:lnTo>
                  <a:lnTo>
                    <a:pt x="14754" y="163934"/>
                  </a:lnTo>
                  <a:lnTo>
                    <a:pt x="14754" y="160655"/>
                  </a:lnTo>
                  <a:lnTo>
                    <a:pt x="14754" y="157376"/>
                  </a:lnTo>
                  <a:lnTo>
                    <a:pt x="14754" y="152458"/>
                  </a:lnTo>
                  <a:lnTo>
                    <a:pt x="14754" y="149180"/>
                  </a:lnTo>
                  <a:lnTo>
                    <a:pt x="16393" y="149180"/>
                  </a:lnTo>
                  <a:lnTo>
                    <a:pt x="16393" y="149180"/>
                  </a:lnTo>
                  <a:lnTo>
                    <a:pt x="19672" y="145901"/>
                  </a:lnTo>
                  <a:lnTo>
                    <a:pt x="22951" y="142622"/>
                  </a:lnTo>
                  <a:lnTo>
                    <a:pt x="24590" y="140983"/>
                  </a:lnTo>
                  <a:lnTo>
                    <a:pt x="24590" y="136065"/>
                  </a:lnTo>
                  <a:lnTo>
                    <a:pt x="27868" y="134425"/>
                  </a:lnTo>
                  <a:lnTo>
                    <a:pt x="32787" y="132786"/>
                  </a:lnTo>
                  <a:lnTo>
                    <a:pt x="34426" y="131147"/>
                  </a:lnTo>
                  <a:lnTo>
                    <a:pt x="37705" y="127868"/>
                  </a:lnTo>
                  <a:lnTo>
                    <a:pt x="37705" y="127868"/>
                  </a:lnTo>
                  <a:lnTo>
                    <a:pt x="40983" y="122950"/>
                  </a:lnTo>
                  <a:lnTo>
                    <a:pt x="42623" y="119671"/>
                  </a:lnTo>
                  <a:lnTo>
                    <a:pt x="47541" y="116393"/>
                  </a:lnTo>
                  <a:lnTo>
                    <a:pt x="50820" y="113114"/>
                  </a:lnTo>
                  <a:lnTo>
                    <a:pt x="55737" y="109835"/>
                  </a:lnTo>
                  <a:lnTo>
                    <a:pt x="57377" y="104917"/>
                  </a:lnTo>
                  <a:lnTo>
                    <a:pt x="60655" y="101639"/>
                  </a:lnTo>
                  <a:lnTo>
                    <a:pt x="62295" y="98360"/>
                  </a:lnTo>
                  <a:lnTo>
                    <a:pt x="65573" y="95081"/>
                  </a:lnTo>
                  <a:lnTo>
                    <a:pt x="65573" y="90164"/>
                  </a:lnTo>
                  <a:lnTo>
                    <a:pt x="65573" y="90164"/>
                  </a:lnTo>
                  <a:lnTo>
                    <a:pt x="63934" y="88524"/>
                  </a:lnTo>
                  <a:lnTo>
                    <a:pt x="59016" y="85245"/>
                  </a:lnTo>
                  <a:lnTo>
                    <a:pt x="55737" y="81967"/>
                  </a:lnTo>
                  <a:lnTo>
                    <a:pt x="55737" y="80327"/>
                  </a:lnTo>
                  <a:lnTo>
                    <a:pt x="52458" y="81967"/>
                  </a:lnTo>
                  <a:lnTo>
                    <a:pt x="47541" y="80327"/>
                  </a:lnTo>
                  <a:lnTo>
                    <a:pt x="44262" y="77049"/>
                  </a:lnTo>
                  <a:lnTo>
                    <a:pt x="45901" y="72131"/>
                  </a:lnTo>
                  <a:lnTo>
                    <a:pt x="45901" y="68852"/>
                  </a:lnTo>
                  <a:lnTo>
                    <a:pt x="47541" y="67213"/>
                  </a:lnTo>
                  <a:lnTo>
                    <a:pt x="49180" y="63934"/>
                  </a:lnTo>
                  <a:lnTo>
                    <a:pt x="49180" y="59016"/>
                  </a:lnTo>
                  <a:lnTo>
                    <a:pt x="49180" y="57377"/>
                  </a:lnTo>
                  <a:lnTo>
                    <a:pt x="47541" y="54098"/>
                  </a:lnTo>
                  <a:lnTo>
                    <a:pt x="45901" y="50820"/>
                  </a:lnTo>
                  <a:lnTo>
                    <a:pt x="45901" y="47541"/>
                  </a:lnTo>
                  <a:lnTo>
                    <a:pt x="47541" y="42623"/>
                  </a:lnTo>
                  <a:lnTo>
                    <a:pt x="49180" y="39344"/>
                  </a:lnTo>
                  <a:lnTo>
                    <a:pt x="52458" y="36065"/>
                  </a:lnTo>
                  <a:lnTo>
                    <a:pt x="49180" y="32787"/>
                  </a:lnTo>
                  <a:lnTo>
                    <a:pt x="49180" y="29508"/>
                  </a:lnTo>
                  <a:lnTo>
                    <a:pt x="52458" y="26229"/>
                  </a:lnTo>
                  <a:lnTo>
                    <a:pt x="55737" y="22951"/>
                  </a:lnTo>
                  <a:lnTo>
                    <a:pt x="59016" y="19672"/>
                  </a:lnTo>
                  <a:lnTo>
                    <a:pt x="63934" y="18033"/>
                  </a:lnTo>
                  <a:lnTo>
                    <a:pt x="67213" y="19672"/>
                  </a:lnTo>
                  <a:lnTo>
                    <a:pt x="70491" y="21311"/>
                  </a:lnTo>
                  <a:lnTo>
                    <a:pt x="75410" y="24590"/>
                  </a:lnTo>
                  <a:lnTo>
                    <a:pt x="78688" y="22951"/>
                  </a:lnTo>
                  <a:lnTo>
                    <a:pt x="80327" y="22951"/>
                  </a:lnTo>
                  <a:lnTo>
                    <a:pt x="83606" y="19672"/>
                  </a:lnTo>
                  <a:lnTo>
                    <a:pt x="86885" y="19672"/>
                  </a:lnTo>
                  <a:lnTo>
                    <a:pt x="90164" y="22951"/>
                  </a:lnTo>
                  <a:lnTo>
                    <a:pt x="91803" y="27868"/>
                  </a:lnTo>
                  <a:lnTo>
                    <a:pt x="93442" y="27868"/>
                  </a:lnTo>
                  <a:lnTo>
                    <a:pt x="95081" y="27868"/>
                  </a:lnTo>
                  <a:lnTo>
                    <a:pt x="95081" y="27868"/>
                  </a:lnTo>
                  <a:lnTo>
                    <a:pt x="100000" y="31147"/>
                  </a:lnTo>
                  <a:lnTo>
                    <a:pt x="100000" y="31147"/>
                  </a:lnTo>
                  <a:lnTo>
                    <a:pt x="100000" y="27868"/>
                  </a:lnTo>
                  <a:lnTo>
                    <a:pt x="100000" y="26229"/>
                  </a:lnTo>
                  <a:lnTo>
                    <a:pt x="103278" y="24590"/>
                  </a:lnTo>
                  <a:lnTo>
                    <a:pt x="108196" y="21311"/>
                  </a:lnTo>
                  <a:lnTo>
                    <a:pt x="111475" y="21311"/>
                  </a:lnTo>
                  <a:lnTo>
                    <a:pt x="114754" y="21311"/>
                  </a:lnTo>
                  <a:lnTo>
                    <a:pt x="119671" y="19672"/>
                  </a:lnTo>
                  <a:lnTo>
                    <a:pt x="122950" y="19672"/>
                  </a:lnTo>
                  <a:lnTo>
                    <a:pt x="126229" y="18033"/>
                  </a:lnTo>
                  <a:lnTo>
                    <a:pt x="129508" y="16393"/>
                  </a:lnTo>
                  <a:lnTo>
                    <a:pt x="134425" y="16393"/>
                  </a:lnTo>
                  <a:lnTo>
                    <a:pt x="137704" y="19672"/>
                  </a:lnTo>
                  <a:lnTo>
                    <a:pt x="137704" y="19672"/>
                  </a:lnTo>
                  <a:lnTo>
                    <a:pt x="142622" y="19672"/>
                  </a:lnTo>
                  <a:lnTo>
                    <a:pt x="145901" y="19672"/>
                  </a:lnTo>
                  <a:lnTo>
                    <a:pt x="149180" y="19672"/>
                  </a:lnTo>
                  <a:lnTo>
                    <a:pt x="150819" y="21311"/>
                  </a:lnTo>
                  <a:lnTo>
                    <a:pt x="154098" y="16393"/>
                  </a:lnTo>
                  <a:lnTo>
                    <a:pt x="157376" y="13114"/>
                  </a:lnTo>
                  <a:lnTo>
                    <a:pt x="160655" y="9836"/>
                  </a:lnTo>
                  <a:lnTo>
                    <a:pt x="163934" y="4918"/>
                  </a:lnTo>
                  <a:lnTo>
                    <a:pt x="167212" y="1639"/>
                  </a:lnTo>
                  <a:lnTo>
                    <a:pt x="168851" y="0"/>
                  </a:lnTo>
                  <a:lnTo>
                    <a:pt x="172130" y="3278"/>
                  </a:lnTo>
                  <a:lnTo>
                    <a:pt x="173770" y="8197"/>
                  </a:lnTo>
                  <a:lnTo>
                    <a:pt x="175409" y="11475"/>
                  </a:lnTo>
                  <a:lnTo>
                    <a:pt x="173770" y="14754"/>
                  </a:lnTo>
                  <a:lnTo>
                    <a:pt x="177048" y="14754"/>
                  </a:lnTo>
                  <a:lnTo>
                    <a:pt x="177048" y="18033"/>
                  </a:lnTo>
                  <a:lnTo>
                    <a:pt x="181966" y="21311"/>
                  </a:lnTo>
                  <a:lnTo>
                    <a:pt x="185245" y="21311"/>
                  </a:lnTo>
                  <a:lnTo>
                    <a:pt x="188524" y="26229"/>
                  </a:lnTo>
                  <a:lnTo>
                    <a:pt x="186884" y="29508"/>
                  </a:lnTo>
                  <a:lnTo>
                    <a:pt x="185245" y="32787"/>
                  </a:lnTo>
                  <a:lnTo>
                    <a:pt x="185245" y="36065"/>
                  </a:lnTo>
                  <a:lnTo>
                    <a:pt x="186884" y="40983"/>
                  </a:lnTo>
                  <a:lnTo>
                    <a:pt x="186884" y="44262"/>
                  </a:lnTo>
                  <a:lnTo>
                    <a:pt x="190163" y="47541"/>
                  </a:lnTo>
                  <a:lnTo>
                    <a:pt x="191802" y="49180"/>
                  </a:lnTo>
                  <a:lnTo>
                    <a:pt x="191802" y="52458"/>
                  </a:lnTo>
                  <a:lnTo>
                    <a:pt x="193442" y="55737"/>
                  </a:lnTo>
                  <a:lnTo>
                    <a:pt x="196720" y="59016"/>
                  </a:lnTo>
                  <a:lnTo>
                    <a:pt x="199999" y="62295"/>
                  </a:lnTo>
                  <a:lnTo>
                    <a:pt x="199999" y="67213"/>
                  </a:lnTo>
                  <a:lnTo>
                    <a:pt x="201638" y="70491"/>
                  </a:lnTo>
                  <a:lnTo>
                    <a:pt x="204917" y="73770"/>
                  </a:lnTo>
                  <a:lnTo>
                    <a:pt x="206557" y="75410"/>
                  </a:lnTo>
                  <a:lnTo>
                    <a:pt x="204917" y="78688"/>
                  </a:lnTo>
                  <a:lnTo>
                    <a:pt x="204917" y="80327"/>
                  </a:lnTo>
                  <a:lnTo>
                    <a:pt x="204917" y="85245"/>
                  </a:lnTo>
                  <a:lnTo>
                    <a:pt x="206557" y="88524"/>
                  </a:lnTo>
                  <a:lnTo>
                    <a:pt x="208195" y="91803"/>
                  </a:lnTo>
                  <a:lnTo>
                    <a:pt x="208195" y="96721"/>
                  </a:lnTo>
                  <a:lnTo>
                    <a:pt x="208195" y="100000"/>
                  </a:lnTo>
                  <a:lnTo>
                    <a:pt x="209835" y="100000"/>
                  </a:lnTo>
                  <a:lnTo>
                    <a:pt x="209835" y="103278"/>
                  </a:lnTo>
                  <a:lnTo>
                    <a:pt x="209835" y="104917"/>
                  </a:lnTo>
                  <a:lnTo>
                    <a:pt x="209835" y="108196"/>
                  </a:lnTo>
                  <a:lnTo>
                    <a:pt x="209835" y="108196"/>
                  </a:lnTo>
                  <a:lnTo>
                    <a:pt x="209835" y="109835"/>
                  </a:lnTo>
                  <a:lnTo>
                    <a:pt x="208195" y="113114"/>
                  </a:lnTo>
                  <a:lnTo>
                    <a:pt x="206557" y="116393"/>
                  </a:lnTo>
                  <a:lnTo>
                    <a:pt x="203278" y="121311"/>
                  </a:lnTo>
                  <a:lnTo>
                    <a:pt x="201638" y="124590"/>
                  </a:lnTo>
                  <a:lnTo>
                    <a:pt x="201638" y="124590"/>
                  </a:lnTo>
                  <a:lnTo>
                    <a:pt x="201638" y="127868"/>
                  </a:lnTo>
                  <a:lnTo>
                    <a:pt x="203278" y="127868"/>
                  </a:lnTo>
                  <a:lnTo>
                    <a:pt x="201638" y="132786"/>
                  </a:lnTo>
                  <a:lnTo>
                    <a:pt x="199999" y="132786"/>
                  </a:lnTo>
                  <a:lnTo>
                    <a:pt x="196720" y="134425"/>
                  </a:lnTo>
                  <a:lnTo>
                    <a:pt x="193442" y="137704"/>
                  </a:lnTo>
                  <a:lnTo>
                    <a:pt x="193442" y="137704"/>
                  </a:lnTo>
                  <a:lnTo>
                    <a:pt x="190163" y="137704"/>
                  </a:lnTo>
                  <a:lnTo>
                    <a:pt x="190163" y="137704"/>
                  </a:lnTo>
                  <a:lnTo>
                    <a:pt x="188524" y="140983"/>
                  </a:lnTo>
                  <a:lnTo>
                    <a:pt x="188524" y="144261"/>
                  </a:lnTo>
                  <a:lnTo>
                    <a:pt x="186884" y="149180"/>
                  </a:lnTo>
                  <a:lnTo>
                    <a:pt x="185245" y="150819"/>
                  </a:lnTo>
                  <a:lnTo>
                    <a:pt x="183605" y="152458"/>
                  </a:lnTo>
                  <a:lnTo>
                    <a:pt x="181966" y="154098"/>
                  </a:lnTo>
                  <a:lnTo>
                    <a:pt x="181966" y="157376"/>
                  </a:lnTo>
                  <a:lnTo>
                    <a:pt x="180327" y="157376"/>
                  </a:lnTo>
                  <a:lnTo>
                    <a:pt x="177048" y="159015"/>
                  </a:lnTo>
                  <a:lnTo>
                    <a:pt x="177048" y="159015"/>
                  </a:lnTo>
                  <a:lnTo>
                    <a:pt x="175409" y="163934"/>
                  </a:lnTo>
                  <a:lnTo>
                    <a:pt x="175409" y="165573"/>
                  </a:lnTo>
                  <a:lnTo>
                    <a:pt x="175409" y="168851"/>
                  </a:lnTo>
                  <a:lnTo>
                    <a:pt x="172130" y="173770"/>
                  </a:lnTo>
                  <a:lnTo>
                    <a:pt x="170491" y="175409"/>
                  </a:lnTo>
                  <a:lnTo>
                    <a:pt x="170491" y="177048"/>
                  </a:lnTo>
                  <a:lnTo>
                    <a:pt x="167212" y="180327"/>
                  </a:lnTo>
                  <a:lnTo>
                    <a:pt x="167212" y="183605"/>
                  </a:lnTo>
                  <a:lnTo>
                    <a:pt x="168851" y="185245"/>
                  </a:lnTo>
                  <a:lnTo>
                    <a:pt x="168851" y="188524"/>
                  </a:lnTo>
                  <a:lnTo>
                    <a:pt x="170491" y="191802"/>
                  </a:lnTo>
                  <a:lnTo>
                    <a:pt x="168851" y="195081"/>
                  </a:lnTo>
                  <a:lnTo>
                    <a:pt x="168851" y="199999"/>
                  </a:lnTo>
                  <a:lnTo>
                    <a:pt x="167212" y="203278"/>
                  </a:lnTo>
                  <a:lnTo>
                    <a:pt x="167212" y="208195"/>
                  </a:lnTo>
                  <a:lnTo>
                    <a:pt x="167212" y="211474"/>
                  </a:lnTo>
                  <a:lnTo>
                    <a:pt x="167212" y="214753"/>
                  </a:lnTo>
                  <a:lnTo>
                    <a:pt x="167212" y="219671"/>
                  </a:lnTo>
                  <a:lnTo>
                    <a:pt x="167212" y="222950"/>
                  </a:lnTo>
                  <a:lnTo>
                    <a:pt x="167212" y="227868"/>
                  </a:lnTo>
                  <a:lnTo>
                    <a:pt x="167212" y="229507"/>
                  </a:lnTo>
                  <a:lnTo>
                    <a:pt x="165573" y="229507"/>
                  </a:lnTo>
                  <a:lnTo>
                    <a:pt x="162294" y="229507"/>
                  </a:lnTo>
                  <a:lnTo>
                    <a:pt x="157376" y="229507"/>
                  </a:lnTo>
                  <a:lnTo>
                    <a:pt x="152458" y="229507"/>
                  </a:lnTo>
                  <a:lnTo>
                    <a:pt x="149180" y="229507"/>
                  </a:lnTo>
                  <a:lnTo>
                    <a:pt x="147540" y="229507"/>
                  </a:lnTo>
                  <a:lnTo>
                    <a:pt x="142622" y="229507"/>
                  </a:lnTo>
                  <a:lnTo>
                    <a:pt x="139344" y="229507"/>
                  </a:lnTo>
                  <a:lnTo>
                    <a:pt x="136065" y="229507"/>
                  </a:lnTo>
                  <a:lnTo>
                    <a:pt x="131147" y="229507"/>
                  </a:lnTo>
                  <a:lnTo>
                    <a:pt x="127868" y="229507"/>
                  </a:lnTo>
                  <a:lnTo>
                    <a:pt x="126229" y="229507"/>
                  </a:lnTo>
                  <a:lnTo>
                    <a:pt x="122950" y="229507"/>
                  </a:lnTo>
                  <a:lnTo>
                    <a:pt x="119671" y="229507"/>
                  </a:lnTo>
                  <a:lnTo>
                    <a:pt x="116393" y="229507"/>
                  </a:lnTo>
                  <a:lnTo>
                    <a:pt x="113114" y="229507"/>
                  </a:lnTo>
                  <a:lnTo>
                    <a:pt x="108196" y="229507"/>
                  </a:lnTo>
                  <a:lnTo>
                    <a:pt x="104917" y="229507"/>
                  </a:lnTo>
                  <a:lnTo>
                    <a:pt x="101639" y="229507"/>
                  </a:lnTo>
                  <a:lnTo>
                    <a:pt x="96721" y="229507"/>
                  </a:lnTo>
                  <a:lnTo>
                    <a:pt x="93442" y="229507"/>
                  </a:lnTo>
                  <a:lnTo>
                    <a:pt x="91803" y="229507"/>
                  </a:lnTo>
                  <a:lnTo>
                    <a:pt x="86885" y="229507"/>
                  </a:lnTo>
                  <a:lnTo>
                    <a:pt x="86885" y="229507"/>
                  </a:lnTo>
                  <a:lnTo>
                    <a:pt x="85245" y="229507"/>
                  </a:lnTo>
                  <a:lnTo>
                    <a:pt x="83606" y="229507"/>
                  </a:lnTo>
                  <a:lnTo>
                    <a:pt x="80327" y="229507"/>
                  </a:lnTo>
                  <a:lnTo>
                    <a:pt x="75410" y="229507"/>
                  </a:lnTo>
                  <a:lnTo>
                    <a:pt x="70491" y="229507"/>
                  </a:lnTo>
                  <a:lnTo>
                    <a:pt x="65573" y="229507"/>
                  </a:lnTo>
                  <a:lnTo>
                    <a:pt x="60655" y="229507"/>
                  </a:lnTo>
                  <a:lnTo>
                    <a:pt x="55737" y="229507"/>
                  </a:lnTo>
                  <a:lnTo>
                    <a:pt x="52458" y="229507"/>
                  </a:lnTo>
                  <a:lnTo>
                    <a:pt x="47541" y="229507"/>
                  </a:lnTo>
                  <a:lnTo>
                    <a:pt x="45901" y="229507"/>
                  </a:lnTo>
                  <a:lnTo>
                    <a:pt x="42623" y="231147"/>
                  </a:lnTo>
                  <a:lnTo>
                    <a:pt x="39344" y="232786"/>
                  </a:lnTo>
                  <a:lnTo>
                    <a:pt x="34426" y="232786"/>
                  </a:lnTo>
                  <a:lnTo>
                    <a:pt x="34426" y="232786"/>
                  </a:lnTo>
                  <a:lnTo>
                    <a:pt x="31147" y="232786"/>
                  </a:lnTo>
                  <a:lnTo>
                    <a:pt x="29508" y="236064"/>
                  </a:lnTo>
                  <a:lnTo>
                    <a:pt x="27868" y="236064"/>
                  </a:lnTo>
                  <a:lnTo>
                    <a:pt x="26229" y="239343"/>
                  </a:lnTo>
                  <a:lnTo>
                    <a:pt x="22951" y="242622"/>
                  </a:lnTo>
                  <a:lnTo>
                    <a:pt x="19672" y="245901"/>
                  </a:lnTo>
                  <a:lnTo>
                    <a:pt x="16393" y="249179"/>
                  </a:lnTo>
                  <a:lnTo>
                    <a:pt x="14754" y="250818"/>
                  </a:lnTo>
                  <a:lnTo>
                    <a:pt x="11475" y="247540"/>
                  </a:lnTo>
                  <a:lnTo>
                    <a:pt x="9836" y="244261"/>
                  </a:lnTo>
                  <a:lnTo>
                    <a:pt x="6557" y="245901"/>
                  </a:lnTo>
                  <a:lnTo>
                    <a:pt x="4918" y="247540"/>
                  </a:lnTo>
                  <a:lnTo>
                    <a:pt x="1639" y="247540"/>
                  </a:lnTo>
                  <a:lnTo>
                    <a:pt x="1639" y="244261"/>
                  </a:lnTo>
                  <a:lnTo>
                    <a:pt x="1639" y="240982"/>
                  </a:lnTo>
                  <a:lnTo>
                    <a:pt x="0" y="23770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6" name="Freeform 2875">
              <a:extLst>
                <a:ext uri="{FF2B5EF4-FFF2-40B4-BE49-F238E27FC236}">
                  <a16:creationId xmlns:a16="http://schemas.microsoft.com/office/drawing/2014/main" id="{D80C3BF7-6F9D-D449-AC5E-8B26B00E4E0F}"/>
                </a:ext>
              </a:extLst>
            </p:cNvPr>
            <p:cNvSpPr/>
            <p:nvPr/>
          </p:nvSpPr>
          <p:spPr>
            <a:xfrm>
              <a:off x="6523866" y="4585387"/>
              <a:ext cx="406555" cy="721308"/>
            </a:xfrm>
            <a:custGeom>
              <a:avLst/>
              <a:gdLst>
                <a:gd name="connsiteX0" fmla="*/ 0 w 406555"/>
                <a:gd name="connsiteY0" fmla="*/ 198359 h 721308"/>
                <a:gd name="connsiteX1" fmla="*/ 0 w 406555"/>
                <a:gd name="connsiteY1" fmla="*/ 198359 h 721308"/>
                <a:gd name="connsiteX2" fmla="*/ 3278 w 406555"/>
                <a:gd name="connsiteY2" fmla="*/ 198359 h 721308"/>
                <a:gd name="connsiteX3" fmla="*/ 8197 w 406555"/>
                <a:gd name="connsiteY3" fmla="*/ 195081 h 721308"/>
                <a:gd name="connsiteX4" fmla="*/ 11475 w 406555"/>
                <a:gd name="connsiteY4" fmla="*/ 193442 h 721308"/>
                <a:gd name="connsiteX5" fmla="*/ 14754 w 406555"/>
                <a:gd name="connsiteY5" fmla="*/ 191802 h 721308"/>
                <a:gd name="connsiteX6" fmla="*/ 19672 w 406555"/>
                <a:gd name="connsiteY6" fmla="*/ 190163 h 721308"/>
                <a:gd name="connsiteX7" fmla="*/ 22951 w 406555"/>
                <a:gd name="connsiteY7" fmla="*/ 188524 h 721308"/>
                <a:gd name="connsiteX8" fmla="*/ 26229 w 406555"/>
                <a:gd name="connsiteY8" fmla="*/ 188524 h 721308"/>
                <a:gd name="connsiteX9" fmla="*/ 31147 w 406555"/>
                <a:gd name="connsiteY9" fmla="*/ 186884 h 721308"/>
                <a:gd name="connsiteX10" fmla="*/ 34426 w 406555"/>
                <a:gd name="connsiteY10" fmla="*/ 185245 h 721308"/>
                <a:gd name="connsiteX11" fmla="*/ 37705 w 406555"/>
                <a:gd name="connsiteY11" fmla="*/ 185245 h 721308"/>
                <a:gd name="connsiteX12" fmla="*/ 42623 w 406555"/>
                <a:gd name="connsiteY12" fmla="*/ 183605 h 721308"/>
                <a:gd name="connsiteX13" fmla="*/ 45901 w 406555"/>
                <a:gd name="connsiteY13" fmla="*/ 183605 h 721308"/>
                <a:gd name="connsiteX14" fmla="*/ 49180 w 406555"/>
                <a:gd name="connsiteY14" fmla="*/ 181966 h 721308"/>
                <a:gd name="connsiteX15" fmla="*/ 52458 w 406555"/>
                <a:gd name="connsiteY15" fmla="*/ 180327 h 721308"/>
                <a:gd name="connsiteX16" fmla="*/ 55737 w 406555"/>
                <a:gd name="connsiteY16" fmla="*/ 178688 h 721308"/>
                <a:gd name="connsiteX17" fmla="*/ 59016 w 406555"/>
                <a:gd name="connsiteY17" fmla="*/ 177048 h 721308"/>
                <a:gd name="connsiteX18" fmla="*/ 62295 w 406555"/>
                <a:gd name="connsiteY18" fmla="*/ 175409 h 721308"/>
                <a:gd name="connsiteX19" fmla="*/ 67213 w 406555"/>
                <a:gd name="connsiteY19" fmla="*/ 173769 h 721308"/>
                <a:gd name="connsiteX20" fmla="*/ 70491 w 406555"/>
                <a:gd name="connsiteY20" fmla="*/ 172130 h 721308"/>
                <a:gd name="connsiteX21" fmla="*/ 73770 w 406555"/>
                <a:gd name="connsiteY21" fmla="*/ 170491 h 721308"/>
                <a:gd name="connsiteX22" fmla="*/ 78688 w 406555"/>
                <a:gd name="connsiteY22" fmla="*/ 170491 h 721308"/>
                <a:gd name="connsiteX23" fmla="*/ 81967 w 406555"/>
                <a:gd name="connsiteY23" fmla="*/ 168851 h 721308"/>
                <a:gd name="connsiteX24" fmla="*/ 81967 w 406555"/>
                <a:gd name="connsiteY24" fmla="*/ 168851 h 721308"/>
                <a:gd name="connsiteX25" fmla="*/ 86885 w 406555"/>
                <a:gd name="connsiteY25" fmla="*/ 167212 h 721308"/>
                <a:gd name="connsiteX26" fmla="*/ 90164 w 406555"/>
                <a:gd name="connsiteY26" fmla="*/ 165573 h 721308"/>
                <a:gd name="connsiteX27" fmla="*/ 95081 w 406555"/>
                <a:gd name="connsiteY27" fmla="*/ 163934 h 721308"/>
                <a:gd name="connsiteX28" fmla="*/ 100000 w 406555"/>
                <a:gd name="connsiteY28" fmla="*/ 162294 h 721308"/>
                <a:gd name="connsiteX29" fmla="*/ 103278 w 406555"/>
                <a:gd name="connsiteY29" fmla="*/ 160655 h 721308"/>
                <a:gd name="connsiteX30" fmla="*/ 108196 w 406555"/>
                <a:gd name="connsiteY30" fmla="*/ 159015 h 721308"/>
                <a:gd name="connsiteX31" fmla="*/ 111475 w 406555"/>
                <a:gd name="connsiteY31" fmla="*/ 157376 h 721308"/>
                <a:gd name="connsiteX32" fmla="*/ 116393 w 406555"/>
                <a:gd name="connsiteY32" fmla="*/ 155737 h 721308"/>
                <a:gd name="connsiteX33" fmla="*/ 119671 w 406555"/>
                <a:gd name="connsiteY33" fmla="*/ 157376 h 721308"/>
                <a:gd name="connsiteX34" fmla="*/ 119671 w 406555"/>
                <a:gd name="connsiteY34" fmla="*/ 162294 h 721308"/>
                <a:gd name="connsiteX35" fmla="*/ 122950 w 406555"/>
                <a:gd name="connsiteY35" fmla="*/ 165573 h 721308"/>
                <a:gd name="connsiteX36" fmla="*/ 124590 w 406555"/>
                <a:gd name="connsiteY36" fmla="*/ 168851 h 721308"/>
                <a:gd name="connsiteX37" fmla="*/ 126229 w 406555"/>
                <a:gd name="connsiteY37" fmla="*/ 173769 h 721308"/>
                <a:gd name="connsiteX38" fmla="*/ 129508 w 406555"/>
                <a:gd name="connsiteY38" fmla="*/ 177048 h 721308"/>
                <a:gd name="connsiteX39" fmla="*/ 134425 w 406555"/>
                <a:gd name="connsiteY39" fmla="*/ 180327 h 721308"/>
                <a:gd name="connsiteX40" fmla="*/ 134425 w 406555"/>
                <a:gd name="connsiteY40" fmla="*/ 177048 h 721308"/>
                <a:gd name="connsiteX41" fmla="*/ 139344 w 406555"/>
                <a:gd name="connsiteY41" fmla="*/ 178688 h 721308"/>
                <a:gd name="connsiteX42" fmla="*/ 142622 w 406555"/>
                <a:gd name="connsiteY42" fmla="*/ 175409 h 721308"/>
                <a:gd name="connsiteX43" fmla="*/ 145901 w 406555"/>
                <a:gd name="connsiteY43" fmla="*/ 175409 h 721308"/>
                <a:gd name="connsiteX44" fmla="*/ 150819 w 406555"/>
                <a:gd name="connsiteY44" fmla="*/ 173769 h 721308"/>
                <a:gd name="connsiteX45" fmla="*/ 154098 w 406555"/>
                <a:gd name="connsiteY45" fmla="*/ 173769 h 721308"/>
                <a:gd name="connsiteX46" fmla="*/ 159015 w 406555"/>
                <a:gd name="connsiteY46" fmla="*/ 172130 h 721308"/>
                <a:gd name="connsiteX47" fmla="*/ 162294 w 406555"/>
                <a:gd name="connsiteY47" fmla="*/ 175409 h 721308"/>
                <a:gd name="connsiteX48" fmla="*/ 163934 w 406555"/>
                <a:gd name="connsiteY48" fmla="*/ 178688 h 721308"/>
                <a:gd name="connsiteX49" fmla="*/ 165573 w 406555"/>
                <a:gd name="connsiteY49" fmla="*/ 181966 h 721308"/>
                <a:gd name="connsiteX50" fmla="*/ 165573 w 406555"/>
                <a:gd name="connsiteY50" fmla="*/ 186884 h 721308"/>
                <a:gd name="connsiteX51" fmla="*/ 167212 w 406555"/>
                <a:gd name="connsiteY51" fmla="*/ 190163 h 721308"/>
                <a:gd name="connsiteX52" fmla="*/ 167212 w 406555"/>
                <a:gd name="connsiteY52" fmla="*/ 195081 h 721308"/>
                <a:gd name="connsiteX53" fmla="*/ 168851 w 406555"/>
                <a:gd name="connsiteY53" fmla="*/ 198359 h 721308"/>
                <a:gd name="connsiteX54" fmla="*/ 167212 w 406555"/>
                <a:gd name="connsiteY54" fmla="*/ 201638 h 721308"/>
                <a:gd name="connsiteX55" fmla="*/ 167212 w 406555"/>
                <a:gd name="connsiteY55" fmla="*/ 204917 h 721308"/>
                <a:gd name="connsiteX56" fmla="*/ 167212 w 406555"/>
                <a:gd name="connsiteY56" fmla="*/ 208195 h 721308"/>
                <a:gd name="connsiteX57" fmla="*/ 167212 w 406555"/>
                <a:gd name="connsiteY57" fmla="*/ 211474 h 721308"/>
                <a:gd name="connsiteX58" fmla="*/ 163934 w 406555"/>
                <a:gd name="connsiteY58" fmla="*/ 216392 h 721308"/>
                <a:gd name="connsiteX59" fmla="*/ 160655 w 406555"/>
                <a:gd name="connsiteY59" fmla="*/ 219671 h 721308"/>
                <a:gd name="connsiteX60" fmla="*/ 160655 w 406555"/>
                <a:gd name="connsiteY60" fmla="*/ 224589 h 721308"/>
                <a:gd name="connsiteX61" fmla="*/ 160655 w 406555"/>
                <a:gd name="connsiteY61" fmla="*/ 224589 h 721308"/>
                <a:gd name="connsiteX62" fmla="*/ 159015 w 406555"/>
                <a:gd name="connsiteY62" fmla="*/ 229507 h 721308"/>
                <a:gd name="connsiteX63" fmla="*/ 155737 w 406555"/>
                <a:gd name="connsiteY63" fmla="*/ 232786 h 721308"/>
                <a:gd name="connsiteX64" fmla="*/ 154098 w 406555"/>
                <a:gd name="connsiteY64" fmla="*/ 236064 h 721308"/>
                <a:gd name="connsiteX65" fmla="*/ 155737 w 406555"/>
                <a:gd name="connsiteY65" fmla="*/ 240982 h 721308"/>
                <a:gd name="connsiteX66" fmla="*/ 159015 w 406555"/>
                <a:gd name="connsiteY66" fmla="*/ 244261 h 721308"/>
                <a:gd name="connsiteX67" fmla="*/ 159015 w 406555"/>
                <a:gd name="connsiteY67" fmla="*/ 247539 h 721308"/>
                <a:gd name="connsiteX68" fmla="*/ 159015 w 406555"/>
                <a:gd name="connsiteY68" fmla="*/ 252458 h 721308"/>
                <a:gd name="connsiteX69" fmla="*/ 162294 w 406555"/>
                <a:gd name="connsiteY69" fmla="*/ 255736 h 721308"/>
                <a:gd name="connsiteX70" fmla="*/ 165573 w 406555"/>
                <a:gd name="connsiteY70" fmla="*/ 259015 h 721308"/>
                <a:gd name="connsiteX71" fmla="*/ 168851 w 406555"/>
                <a:gd name="connsiteY71" fmla="*/ 262294 h 721308"/>
                <a:gd name="connsiteX72" fmla="*/ 172130 w 406555"/>
                <a:gd name="connsiteY72" fmla="*/ 267212 h 721308"/>
                <a:gd name="connsiteX73" fmla="*/ 175409 w 406555"/>
                <a:gd name="connsiteY73" fmla="*/ 270491 h 721308"/>
                <a:gd name="connsiteX74" fmla="*/ 178688 w 406555"/>
                <a:gd name="connsiteY74" fmla="*/ 273769 h 721308"/>
                <a:gd name="connsiteX75" fmla="*/ 180327 w 406555"/>
                <a:gd name="connsiteY75" fmla="*/ 278687 h 721308"/>
                <a:gd name="connsiteX76" fmla="*/ 181966 w 406555"/>
                <a:gd name="connsiteY76" fmla="*/ 278687 h 721308"/>
                <a:gd name="connsiteX77" fmla="*/ 186884 w 406555"/>
                <a:gd name="connsiteY77" fmla="*/ 281966 h 721308"/>
                <a:gd name="connsiteX78" fmla="*/ 185245 w 406555"/>
                <a:gd name="connsiteY78" fmla="*/ 285244 h 721308"/>
                <a:gd name="connsiteX79" fmla="*/ 181966 w 406555"/>
                <a:gd name="connsiteY79" fmla="*/ 288523 h 721308"/>
                <a:gd name="connsiteX80" fmla="*/ 183605 w 406555"/>
                <a:gd name="connsiteY80" fmla="*/ 293441 h 721308"/>
                <a:gd name="connsiteX81" fmla="*/ 188524 w 406555"/>
                <a:gd name="connsiteY81" fmla="*/ 293441 h 721308"/>
                <a:gd name="connsiteX82" fmla="*/ 190163 w 406555"/>
                <a:gd name="connsiteY82" fmla="*/ 293441 h 721308"/>
                <a:gd name="connsiteX83" fmla="*/ 191802 w 406555"/>
                <a:gd name="connsiteY83" fmla="*/ 293441 h 721308"/>
                <a:gd name="connsiteX84" fmla="*/ 191802 w 406555"/>
                <a:gd name="connsiteY84" fmla="*/ 290162 h 721308"/>
                <a:gd name="connsiteX85" fmla="*/ 191802 w 406555"/>
                <a:gd name="connsiteY85" fmla="*/ 286884 h 721308"/>
                <a:gd name="connsiteX86" fmla="*/ 191802 w 406555"/>
                <a:gd name="connsiteY86" fmla="*/ 283605 h 721308"/>
                <a:gd name="connsiteX87" fmla="*/ 191802 w 406555"/>
                <a:gd name="connsiteY87" fmla="*/ 278687 h 721308"/>
                <a:gd name="connsiteX88" fmla="*/ 191802 w 406555"/>
                <a:gd name="connsiteY88" fmla="*/ 275408 h 721308"/>
                <a:gd name="connsiteX89" fmla="*/ 190163 w 406555"/>
                <a:gd name="connsiteY89" fmla="*/ 272130 h 721308"/>
                <a:gd name="connsiteX90" fmla="*/ 186884 w 406555"/>
                <a:gd name="connsiteY90" fmla="*/ 267212 h 721308"/>
                <a:gd name="connsiteX91" fmla="*/ 186884 w 406555"/>
                <a:gd name="connsiteY91" fmla="*/ 267212 h 721308"/>
                <a:gd name="connsiteX92" fmla="*/ 186884 w 406555"/>
                <a:gd name="connsiteY92" fmla="*/ 267212 h 721308"/>
                <a:gd name="connsiteX93" fmla="*/ 186884 w 406555"/>
                <a:gd name="connsiteY93" fmla="*/ 267212 h 721308"/>
                <a:gd name="connsiteX94" fmla="*/ 186884 w 406555"/>
                <a:gd name="connsiteY94" fmla="*/ 267212 h 721308"/>
                <a:gd name="connsiteX95" fmla="*/ 188524 w 406555"/>
                <a:gd name="connsiteY95" fmla="*/ 265572 h 721308"/>
                <a:gd name="connsiteX96" fmla="*/ 190163 w 406555"/>
                <a:gd name="connsiteY96" fmla="*/ 262294 h 721308"/>
                <a:gd name="connsiteX97" fmla="*/ 191802 w 406555"/>
                <a:gd name="connsiteY97" fmla="*/ 259015 h 721308"/>
                <a:gd name="connsiteX98" fmla="*/ 191802 w 406555"/>
                <a:gd name="connsiteY98" fmla="*/ 254097 h 721308"/>
                <a:gd name="connsiteX99" fmla="*/ 195081 w 406555"/>
                <a:gd name="connsiteY99" fmla="*/ 250818 h 721308"/>
                <a:gd name="connsiteX100" fmla="*/ 199999 w 406555"/>
                <a:gd name="connsiteY100" fmla="*/ 249179 h 721308"/>
                <a:gd name="connsiteX101" fmla="*/ 203278 w 406555"/>
                <a:gd name="connsiteY101" fmla="*/ 249179 h 721308"/>
                <a:gd name="connsiteX102" fmla="*/ 206557 w 406555"/>
                <a:gd name="connsiteY102" fmla="*/ 247539 h 721308"/>
                <a:gd name="connsiteX103" fmla="*/ 209835 w 406555"/>
                <a:gd name="connsiteY103" fmla="*/ 245901 h 721308"/>
                <a:gd name="connsiteX104" fmla="*/ 211474 w 406555"/>
                <a:gd name="connsiteY104" fmla="*/ 245901 h 721308"/>
                <a:gd name="connsiteX105" fmla="*/ 211474 w 406555"/>
                <a:gd name="connsiteY105" fmla="*/ 245901 h 721308"/>
                <a:gd name="connsiteX106" fmla="*/ 213114 w 406555"/>
                <a:gd name="connsiteY106" fmla="*/ 240982 h 721308"/>
                <a:gd name="connsiteX107" fmla="*/ 213114 w 406555"/>
                <a:gd name="connsiteY107" fmla="*/ 237704 h 721308"/>
                <a:gd name="connsiteX108" fmla="*/ 214753 w 406555"/>
                <a:gd name="connsiteY108" fmla="*/ 234425 h 721308"/>
                <a:gd name="connsiteX109" fmla="*/ 214753 w 406555"/>
                <a:gd name="connsiteY109" fmla="*/ 231146 h 721308"/>
                <a:gd name="connsiteX110" fmla="*/ 214753 w 406555"/>
                <a:gd name="connsiteY110" fmla="*/ 226228 h 721308"/>
                <a:gd name="connsiteX111" fmla="*/ 214753 w 406555"/>
                <a:gd name="connsiteY111" fmla="*/ 222949 h 721308"/>
                <a:gd name="connsiteX112" fmla="*/ 216392 w 406555"/>
                <a:gd name="connsiteY112" fmla="*/ 219671 h 721308"/>
                <a:gd name="connsiteX113" fmla="*/ 214753 w 406555"/>
                <a:gd name="connsiteY113" fmla="*/ 214753 h 721308"/>
                <a:gd name="connsiteX114" fmla="*/ 214753 w 406555"/>
                <a:gd name="connsiteY114" fmla="*/ 213114 h 721308"/>
                <a:gd name="connsiteX115" fmla="*/ 214753 w 406555"/>
                <a:gd name="connsiteY115" fmla="*/ 209835 h 721308"/>
                <a:gd name="connsiteX116" fmla="*/ 213114 w 406555"/>
                <a:gd name="connsiteY116" fmla="*/ 206556 h 721308"/>
                <a:gd name="connsiteX117" fmla="*/ 214753 w 406555"/>
                <a:gd name="connsiteY117" fmla="*/ 203278 h 721308"/>
                <a:gd name="connsiteX118" fmla="*/ 216392 w 406555"/>
                <a:gd name="connsiteY118" fmla="*/ 198359 h 721308"/>
                <a:gd name="connsiteX119" fmla="*/ 218032 w 406555"/>
                <a:gd name="connsiteY119" fmla="*/ 196720 h 721308"/>
                <a:gd name="connsiteX120" fmla="*/ 216392 w 406555"/>
                <a:gd name="connsiteY120" fmla="*/ 193442 h 721308"/>
                <a:gd name="connsiteX121" fmla="*/ 216392 w 406555"/>
                <a:gd name="connsiteY121" fmla="*/ 188524 h 721308"/>
                <a:gd name="connsiteX122" fmla="*/ 216392 w 406555"/>
                <a:gd name="connsiteY122" fmla="*/ 186884 h 721308"/>
                <a:gd name="connsiteX123" fmla="*/ 216392 w 406555"/>
                <a:gd name="connsiteY123" fmla="*/ 183605 h 721308"/>
                <a:gd name="connsiteX124" fmla="*/ 216392 w 406555"/>
                <a:gd name="connsiteY124" fmla="*/ 181966 h 721308"/>
                <a:gd name="connsiteX125" fmla="*/ 213114 w 406555"/>
                <a:gd name="connsiteY125" fmla="*/ 178688 h 721308"/>
                <a:gd name="connsiteX126" fmla="*/ 209835 w 406555"/>
                <a:gd name="connsiteY126" fmla="*/ 175409 h 721308"/>
                <a:gd name="connsiteX127" fmla="*/ 208195 w 406555"/>
                <a:gd name="connsiteY127" fmla="*/ 170491 h 721308"/>
                <a:gd name="connsiteX128" fmla="*/ 206557 w 406555"/>
                <a:gd name="connsiteY128" fmla="*/ 170491 h 721308"/>
                <a:gd name="connsiteX129" fmla="*/ 204917 w 406555"/>
                <a:gd name="connsiteY129" fmla="*/ 165573 h 721308"/>
                <a:gd name="connsiteX130" fmla="*/ 203278 w 406555"/>
                <a:gd name="connsiteY130" fmla="*/ 160655 h 721308"/>
                <a:gd name="connsiteX131" fmla="*/ 199999 w 406555"/>
                <a:gd name="connsiteY131" fmla="*/ 157376 h 721308"/>
                <a:gd name="connsiteX132" fmla="*/ 196720 w 406555"/>
                <a:gd name="connsiteY132" fmla="*/ 152458 h 721308"/>
                <a:gd name="connsiteX133" fmla="*/ 193442 w 406555"/>
                <a:gd name="connsiteY133" fmla="*/ 149179 h 721308"/>
                <a:gd name="connsiteX134" fmla="*/ 191802 w 406555"/>
                <a:gd name="connsiteY134" fmla="*/ 145901 h 721308"/>
                <a:gd name="connsiteX135" fmla="*/ 188524 w 406555"/>
                <a:gd name="connsiteY135" fmla="*/ 140983 h 721308"/>
                <a:gd name="connsiteX136" fmla="*/ 185245 w 406555"/>
                <a:gd name="connsiteY136" fmla="*/ 137704 h 721308"/>
                <a:gd name="connsiteX137" fmla="*/ 183605 w 406555"/>
                <a:gd name="connsiteY137" fmla="*/ 136065 h 721308"/>
                <a:gd name="connsiteX138" fmla="*/ 180327 w 406555"/>
                <a:gd name="connsiteY138" fmla="*/ 132786 h 721308"/>
                <a:gd name="connsiteX139" fmla="*/ 178688 w 406555"/>
                <a:gd name="connsiteY139" fmla="*/ 132786 h 721308"/>
                <a:gd name="connsiteX140" fmla="*/ 175409 w 406555"/>
                <a:gd name="connsiteY140" fmla="*/ 132786 h 721308"/>
                <a:gd name="connsiteX141" fmla="*/ 170491 w 406555"/>
                <a:gd name="connsiteY141" fmla="*/ 129508 h 721308"/>
                <a:gd name="connsiteX142" fmla="*/ 168851 w 406555"/>
                <a:gd name="connsiteY142" fmla="*/ 126229 h 721308"/>
                <a:gd name="connsiteX143" fmla="*/ 168851 w 406555"/>
                <a:gd name="connsiteY143" fmla="*/ 122950 h 721308"/>
                <a:gd name="connsiteX144" fmla="*/ 168851 w 406555"/>
                <a:gd name="connsiteY144" fmla="*/ 118032 h 721308"/>
                <a:gd name="connsiteX145" fmla="*/ 168851 w 406555"/>
                <a:gd name="connsiteY145" fmla="*/ 114754 h 721308"/>
                <a:gd name="connsiteX146" fmla="*/ 168851 w 406555"/>
                <a:gd name="connsiteY146" fmla="*/ 111475 h 721308"/>
                <a:gd name="connsiteX147" fmla="*/ 168851 w 406555"/>
                <a:gd name="connsiteY147" fmla="*/ 106557 h 721308"/>
                <a:gd name="connsiteX148" fmla="*/ 168851 w 406555"/>
                <a:gd name="connsiteY148" fmla="*/ 103278 h 721308"/>
                <a:gd name="connsiteX149" fmla="*/ 167212 w 406555"/>
                <a:gd name="connsiteY149" fmla="*/ 99999 h 721308"/>
                <a:gd name="connsiteX150" fmla="*/ 167212 w 406555"/>
                <a:gd name="connsiteY150" fmla="*/ 96721 h 721308"/>
                <a:gd name="connsiteX151" fmla="*/ 165573 w 406555"/>
                <a:gd name="connsiteY151" fmla="*/ 91802 h 721308"/>
                <a:gd name="connsiteX152" fmla="*/ 165573 w 406555"/>
                <a:gd name="connsiteY152" fmla="*/ 88524 h 721308"/>
                <a:gd name="connsiteX153" fmla="*/ 163934 w 406555"/>
                <a:gd name="connsiteY153" fmla="*/ 85245 h 721308"/>
                <a:gd name="connsiteX154" fmla="*/ 163934 w 406555"/>
                <a:gd name="connsiteY154" fmla="*/ 81967 h 721308"/>
                <a:gd name="connsiteX155" fmla="*/ 162294 w 406555"/>
                <a:gd name="connsiteY155" fmla="*/ 77049 h 721308"/>
                <a:gd name="connsiteX156" fmla="*/ 162294 w 406555"/>
                <a:gd name="connsiteY156" fmla="*/ 73770 h 721308"/>
                <a:gd name="connsiteX157" fmla="*/ 163934 w 406555"/>
                <a:gd name="connsiteY157" fmla="*/ 70491 h 721308"/>
                <a:gd name="connsiteX158" fmla="*/ 165573 w 406555"/>
                <a:gd name="connsiteY158" fmla="*/ 67212 h 721308"/>
                <a:gd name="connsiteX159" fmla="*/ 168851 w 406555"/>
                <a:gd name="connsiteY159" fmla="*/ 62295 h 721308"/>
                <a:gd name="connsiteX160" fmla="*/ 170491 w 406555"/>
                <a:gd name="connsiteY160" fmla="*/ 59016 h 721308"/>
                <a:gd name="connsiteX161" fmla="*/ 172130 w 406555"/>
                <a:gd name="connsiteY161" fmla="*/ 55737 h 721308"/>
                <a:gd name="connsiteX162" fmla="*/ 172130 w 406555"/>
                <a:gd name="connsiteY162" fmla="*/ 50819 h 721308"/>
                <a:gd name="connsiteX163" fmla="*/ 173770 w 406555"/>
                <a:gd name="connsiteY163" fmla="*/ 47541 h 721308"/>
                <a:gd name="connsiteX164" fmla="*/ 178688 w 406555"/>
                <a:gd name="connsiteY164" fmla="*/ 47541 h 721308"/>
                <a:gd name="connsiteX165" fmla="*/ 181966 w 406555"/>
                <a:gd name="connsiteY165" fmla="*/ 47541 h 721308"/>
                <a:gd name="connsiteX166" fmla="*/ 185245 w 406555"/>
                <a:gd name="connsiteY166" fmla="*/ 47541 h 721308"/>
                <a:gd name="connsiteX167" fmla="*/ 186884 w 406555"/>
                <a:gd name="connsiteY167" fmla="*/ 47541 h 721308"/>
                <a:gd name="connsiteX168" fmla="*/ 190163 w 406555"/>
                <a:gd name="connsiteY168" fmla="*/ 47541 h 721308"/>
                <a:gd name="connsiteX169" fmla="*/ 195081 w 406555"/>
                <a:gd name="connsiteY169" fmla="*/ 47541 h 721308"/>
                <a:gd name="connsiteX170" fmla="*/ 199999 w 406555"/>
                <a:gd name="connsiteY170" fmla="*/ 47541 h 721308"/>
                <a:gd name="connsiteX171" fmla="*/ 203278 w 406555"/>
                <a:gd name="connsiteY171" fmla="*/ 47541 h 721308"/>
                <a:gd name="connsiteX172" fmla="*/ 206557 w 406555"/>
                <a:gd name="connsiteY172" fmla="*/ 49180 h 721308"/>
                <a:gd name="connsiteX173" fmla="*/ 209835 w 406555"/>
                <a:gd name="connsiteY173" fmla="*/ 49180 h 721308"/>
                <a:gd name="connsiteX174" fmla="*/ 213114 w 406555"/>
                <a:gd name="connsiteY174" fmla="*/ 44262 h 721308"/>
                <a:gd name="connsiteX175" fmla="*/ 218032 w 406555"/>
                <a:gd name="connsiteY175" fmla="*/ 42622 h 721308"/>
                <a:gd name="connsiteX176" fmla="*/ 221310 w 406555"/>
                <a:gd name="connsiteY176" fmla="*/ 40983 h 721308"/>
                <a:gd name="connsiteX177" fmla="*/ 224589 w 406555"/>
                <a:gd name="connsiteY177" fmla="*/ 44262 h 721308"/>
                <a:gd name="connsiteX178" fmla="*/ 229507 w 406555"/>
                <a:gd name="connsiteY178" fmla="*/ 45901 h 721308"/>
                <a:gd name="connsiteX179" fmla="*/ 232786 w 406555"/>
                <a:gd name="connsiteY179" fmla="*/ 50819 h 721308"/>
                <a:gd name="connsiteX180" fmla="*/ 236064 w 406555"/>
                <a:gd name="connsiteY180" fmla="*/ 54098 h 721308"/>
                <a:gd name="connsiteX181" fmla="*/ 239343 w 406555"/>
                <a:gd name="connsiteY181" fmla="*/ 52458 h 721308"/>
                <a:gd name="connsiteX182" fmla="*/ 242622 w 406555"/>
                <a:gd name="connsiteY182" fmla="*/ 52458 h 721308"/>
                <a:gd name="connsiteX183" fmla="*/ 245901 w 406555"/>
                <a:gd name="connsiteY183" fmla="*/ 54098 h 721308"/>
                <a:gd name="connsiteX184" fmla="*/ 250818 w 406555"/>
                <a:gd name="connsiteY184" fmla="*/ 54098 h 721308"/>
                <a:gd name="connsiteX185" fmla="*/ 254097 w 406555"/>
                <a:gd name="connsiteY185" fmla="*/ 50819 h 721308"/>
                <a:gd name="connsiteX186" fmla="*/ 257376 w 406555"/>
                <a:gd name="connsiteY186" fmla="*/ 47541 h 721308"/>
                <a:gd name="connsiteX187" fmla="*/ 260654 w 406555"/>
                <a:gd name="connsiteY187" fmla="*/ 47541 h 721308"/>
                <a:gd name="connsiteX188" fmla="*/ 263933 w 406555"/>
                <a:gd name="connsiteY188" fmla="*/ 47541 h 721308"/>
                <a:gd name="connsiteX189" fmla="*/ 267212 w 406555"/>
                <a:gd name="connsiteY189" fmla="*/ 50819 h 721308"/>
                <a:gd name="connsiteX190" fmla="*/ 272130 w 406555"/>
                <a:gd name="connsiteY190" fmla="*/ 52458 h 721308"/>
                <a:gd name="connsiteX191" fmla="*/ 275408 w 406555"/>
                <a:gd name="connsiteY191" fmla="*/ 54098 h 721308"/>
                <a:gd name="connsiteX192" fmla="*/ 278687 w 406555"/>
                <a:gd name="connsiteY192" fmla="*/ 54098 h 721308"/>
                <a:gd name="connsiteX193" fmla="*/ 281966 w 406555"/>
                <a:gd name="connsiteY193" fmla="*/ 54098 h 721308"/>
                <a:gd name="connsiteX194" fmla="*/ 285245 w 406555"/>
                <a:gd name="connsiteY194" fmla="*/ 50819 h 721308"/>
                <a:gd name="connsiteX195" fmla="*/ 288523 w 406555"/>
                <a:gd name="connsiteY195" fmla="*/ 50819 h 721308"/>
                <a:gd name="connsiteX196" fmla="*/ 291802 w 406555"/>
                <a:gd name="connsiteY196" fmla="*/ 47541 h 721308"/>
                <a:gd name="connsiteX197" fmla="*/ 295081 w 406555"/>
                <a:gd name="connsiteY197" fmla="*/ 44262 h 721308"/>
                <a:gd name="connsiteX198" fmla="*/ 296720 w 406555"/>
                <a:gd name="connsiteY198" fmla="*/ 40983 h 721308"/>
                <a:gd name="connsiteX199" fmla="*/ 298359 w 406555"/>
                <a:gd name="connsiteY199" fmla="*/ 36065 h 721308"/>
                <a:gd name="connsiteX200" fmla="*/ 301638 w 406555"/>
                <a:gd name="connsiteY200" fmla="*/ 34426 h 721308"/>
                <a:gd name="connsiteX201" fmla="*/ 304917 w 406555"/>
                <a:gd name="connsiteY201" fmla="*/ 34426 h 721308"/>
                <a:gd name="connsiteX202" fmla="*/ 306556 w 406555"/>
                <a:gd name="connsiteY202" fmla="*/ 32787 h 721308"/>
                <a:gd name="connsiteX203" fmla="*/ 309835 w 406555"/>
                <a:gd name="connsiteY203" fmla="*/ 34426 h 721308"/>
                <a:gd name="connsiteX204" fmla="*/ 313113 w 406555"/>
                <a:gd name="connsiteY204" fmla="*/ 36065 h 721308"/>
                <a:gd name="connsiteX205" fmla="*/ 318031 w 406555"/>
                <a:gd name="connsiteY205" fmla="*/ 39344 h 721308"/>
                <a:gd name="connsiteX206" fmla="*/ 321310 w 406555"/>
                <a:gd name="connsiteY206" fmla="*/ 40983 h 721308"/>
                <a:gd name="connsiteX207" fmla="*/ 324588 w 406555"/>
                <a:gd name="connsiteY207" fmla="*/ 37705 h 721308"/>
                <a:gd name="connsiteX208" fmla="*/ 329507 w 406555"/>
                <a:gd name="connsiteY208" fmla="*/ 34426 h 721308"/>
                <a:gd name="connsiteX209" fmla="*/ 332785 w 406555"/>
                <a:gd name="connsiteY209" fmla="*/ 32787 h 721308"/>
                <a:gd name="connsiteX210" fmla="*/ 336064 w 406555"/>
                <a:gd name="connsiteY210" fmla="*/ 31147 h 721308"/>
                <a:gd name="connsiteX211" fmla="*/ 339342 w 406555"/>
                <a:gd name="connsiteY211" fmla="*/ 29508 h 721308"/>
                <a:gd name="connsiteX212" fmla="*/ 342621 w 406555"/>
                <a:gd name="connsiteY212" fmla="*/ 29508 h 721308"/>
                <a:gd name="connsiteX213" fmla="*/ 347539 w 406555"/>
                <a:gd name="connsiteY213" fmla="*/ 29508 h 721308"/>
                <a:gd name="connsiteX214" fmla="*/ 350818 w 406555"/>
                <a:gd name="connsiteY214" fmla="*/ 29508 h 721308"/>
                <a:gd name="connsiteX215" fmla="*/ 354097 w 406555"/>
                <a:gd name="connsiteY215" fmla="*/ 26229 h 721308"/>
                <a:gd name="connsiteX216" fmla="*/ 359015 w 406555"/>
                <a:gd name="connsiteY216" fmla="*/ 24590 h 721308"/>
                <a:gd name="connsiteX217" fmla="*/ 362294 w 406555"/>
                <a:gd name="connsiteY217" fmla="*/ 21311 h 721308"/>
                <a:gd name="connsiteX218" fmla="*/ 365572 w 406555"/>
                <a:gd name="connsiteY218" fmla="*/ 19672 h 721308"/>
                <a:gd name="connsiteX219" fmla="*/ 370490 w 406555"/>
                <a:gd name="connsiteY219" fmla="*/ 19672 h 721308"/>
                <a:gd name="connsiteX220" fmla="*/ 373769 w 406555"/>
                <a:gd name="connsiteY220" fmla="*/ 16393 h 721308"/>
                <a:gd name="connsiteX221" fmla="*/ 377047 w 406555"/>
                <a:gd name="connsiteY221" fmla="*/ 14754 h 721308"/>
                <a:gd name="connsiteX222" fmla="*/ 380326 w 406555"/>
                <a:gd name="connsiteY222" fmla="*/ 13114 h 721308"/>
                <a:gd name="connsiteX223" fmla="*/ 383605 w 406555"/>
                <a:gd name="connsiteY223" fmla="*/ 9836 h 721308"/>
                <a:gd name="connsiteX224" fmla="*/ 386884 w 406555"/>
                <a:gd name="connsiteY224" fmla="*/ 6557 h 721308"/>
                <a:gd name="connsiteX225" fmla="*/ 390162 w 406555"/>
                <a:gd name="connsiteY225" fmla="*/ 3278 h 721308"/>
                <a:gd name="connsiteX226" fmla="*/ 395080 w 406555"/>
                <a:gd name="connsiteY226" fmla="*/ 1639 h 721308"/>
                <a:gd name="connsiteX227" fmla="*/ 396719 w 406555"/>
                <a:gd name="connsiteY227" fmla="*/ 0 h 721308"/>
                <a:gd name="connsiteX228" fmla="*/ 399998 w 406555"/>
                <a:gd name="connsiteY228" fmla="*/ 1639 h 721308"/>
                <a:gd name="connsiteX229" fmla="*/ 401638 w 406555"/>
                <a:gd name="connsiteY229" fmla="*/ 4918 h 721308"/>
                <a:gd name="connsiteX230" fmla="*/ 403277 w 406555"/>
                <a:gd name="connsiteY230" fmla="*/ 8197 h 721308"/>
                <a:gd name="connsiteX231" fmla="*/ 398359 w 406555"/>
                <a:gd name="connsiteY231" fmla="*/ 11475 h 721308"/>
                <a:gd name="connsiteX232" fmla="*/ 401638 w 406555"/>
                <a:gd name="connsiteY232" fmla="*/ 14754 h 721308"/>
                <a:gd name="connsiteX233" fmla="*/ 399998 w 406555"/>
                <a:gd name="connsiteY233" fmla="*/ 18032 h 721308"/>
                <a:gd name="connsiteX234" fmla="*/ 398359 w 406555"/>
                <a:gd name="connsiteY234" fmla="*/ 21311 h 721308"/>
                <a:gd name="connsiteX235" fmla="*/ 399998 w 406555"/>
                <a:gd name="connsiteY235" fmla="*/ 26229 h 721308"/>
                <a:gd name="connsiteX236" fmla="*/ 398359 w 406555"/>
                <a:gd name="connsiteY236" fmla="*/ 29508 h 721308"/>
                <a:gd name="connsiteX237" fmla="*/ 395080 w 406555"/>
                <a:gd name="connsiteY237" fmla="*/ 32787 h 721308"/>
                <a:gd name="connsiteX238" fmla="*/ 393441 w 406555"/>
                <a:gd name="connsiteY238" fmla="*/ 37705 h 721308"/>
                <a:gd name="connsiteX239" fmla="*/ 393441 w 406555"/>
                <a:gd name="connsiteY239" fmla="*/ 37705 h 721308"/>
                <a:gd name="connsiteX240" fmla="*/ 396719 w 406555"/>
                <a:gd name="connsiteY240" fmla="*/ 40983 h 721308"/>
                <a:gd name="connsiteX241" fmla="*/ 396719 w 406555"/>
                <a:gd name="connsiteY241" fmla="*/ 44262 h 721308"/>
                <a:gd name="connsiteX242" fmla="*/ 396719 w 406555"/>
                <a:gd name="connsiteY242" fmla="*/ 49180 h 721308"/>
                <a:gd name="connsiteX243" fmla="*/ 395080 w 406555"/>
                <a:gd name="connsiteY243" fmla="*/ 52458 h 721308"/>
                <a:gd name="connsiteX244" fmla="*/ 395080 w 406555"/>
                <a:gd name="connsiteY244" fmla="*/ 54098 h 721308"/>
                <a:gd name="connsiteX245" fmla="*/ 396719 w 406555"/>
                <a:gd name="connsiteY245" fmla="*/ 57377 h 721308"/>
                <a:gd name="connsiteX246" fmla="*/ 396719 w 406555"/>
                <a:gd name="connsiteY246" fmla="*/ 62295 h 721308"/>
                <a:gd name="connsiteX247" fmla="*/ 398359 w 406555"/>
                <a:gd name="connsiteY247" fmla="*/ 65573 h 721308"/>
                <a:gd name="connsiteX248" fmla="*/ 398359 w 406555"/>
                <a:gd name="connsiteY248" fmla="*/ 68852 h 721308"/>
                <a:gd name="connsiteX249" fmla="*/ 396719 w 406555"/>
                <a:gd name="connsiteY249" fmla="*/ 73770 h 721308"/>
                <a:gd name="connsiteX250" fmla="*/ 396719 w 406555"/>
                <a:gd name="connsiteY250" fmla="*/ 77049 h 721308"/>
                <a:gd name="connsiteX251" fmla="*/ 395080 w 406555"/>
                <a:gd name="connsiteY251" fmla="*/ 77049 h 721308"/>
                <a:gd name="connsiteX252" fmla="*/ 398359 w 406555"/>
                <a:gd name="connsiteY252" fmla="*/ 81967 h 721308"/>
                <a:gd name="connsiteX253" fmla="*/ 398359 w 406555"/>
                <a:gd name="connsiteY253" fmla="*/ 85245 h 721308"/>
                <a:gd name="connsiteX254" fmla="*/ 395080 w 406555"/>
                <a:gd name="connsiteY254" fmla="*/ 88524 h 721308"/>
                <a:gd name="connsiteX255" fmla="*/ 398359 w 406555"/>
                <a:gd name="connsiteY255" fmla="*/ 93442 h 721308"/>
                <a:gd name="connsiteX256" fmla="*/ 399998 w 406555"/>
                <a:gd name="connsiteY256" fmla="*/ 96721 h 721308"/>
                <a:gd name="connsiteX257" fmla="*/ 399998 w 406555"/>
                <a:gd name="connsiteY257" fmla="*/ 99999 h 721308"/>
                <a:gd name="connsiteX258" fmla="*/ 398359 w 406555"/>
                <a:gd name="connsiteY258" fmla="*/ 104917 h 721308"/>
                <a:gd name="connsiteX259" fmla="*/ 396719 w 406555"/>
                <a:gd name="connsiteY259" fmla="*/ 108196 h 721308"/>
                <a:gd name="connsiteX260" fmla="*/ 399998 w 406555"/>
                <a:gd name="connsiteY260" fmla="*/ 109835 h 721308"/>
                <a:gd name="connsiteX261" fmla="*/ 398359 w 406555"/>
                <a:gd name="connsiteY261" fmla="*/ 114754 h 721308"/>
                <a:gd name="connsiteX262" fmla="*/ 398359 w 406555"/>
                <a:gd name="connsiteY262" fmla="*/ 118032 h 721308"/>
                <a:gd name="connsiteX263" fmla="*/ 398359 w 406555"/>
                <a:gd name="connsiteY263" fmla="*/ 121311 h 721308"/>
                <a:gd name="connsiteX264" fmla="*/ 398359 w 406555"/>
                <a:gd name="connsiteY264" fmla="*/ 126229 h 721308"/>
                <a:gd name="connsiteX265" fmla="*/ 396719 w 406555"/>
                <a:gd name="connsiteY265" fmla="*/ 129508 h 721308"/>
                <a:gd name="connsiteX266" fmla="*/ 396719 w 406555"/>
                <a:gd name="connsiteY266" fmla="*/ 132786 h 721308"/>
                <a:gd name="connsiteX267" fmla="*/ 396719 w 406555"/>
                <a:gd name="connsiteY267" fmla="*/ 134425 h 721308"/>
                <a:gd name="connsiteX268" fmla="*/ 396719 w 406555"/>
                <a:gd name="connsiteY268" fmla="*/ 137704 h 721308"/>
                <a:gd name="connsiteX269" fmla="*/ 398359 w 406555"/>
                <a:gd name="connsiteY269" fmla="*/ 140983 h 721308"/>
                <a:gd name="connsiteX270" fmla="*/ 398359 w 406555"/>
                <a:gd name="connsiteY270" fmla="*/ 145901 h 721308"/>
                <a:gd name="connsiteX271" fmla="*/ 398359 w 406555"/>
                <a:gd name="connsiteY271" fmla="*/ 149179 h 721308"/>
                <a:gd name="connsiteX272" fmla="*/ 399998 w 406555"/>
                <a:gd name="connsiteY272" fmla="*/ 152458 h 721308"/>
                <a:gd name="connsiteX273" fmla="*/ 399998 w 406555"/>
                <a:gd name="connsiteY273" fmla="*/ 157376 h 721308"/>
                <a:gd name="connsiteX274" fmla="*/ 398359 w 406555"/>
                <a:gd name="connsiteY274" fmla="*/ 160655 h 721308"/>
                <a:gd name="connsiteX275" fmla="*/ 399998 w 406555"/>
                <a:gd name="connsiteY275" fmla="*/ 163934 h 721308"/>
                <a:gd name="connsiteX276" fmla="*/ 403277 w 406555"/>
                <a:gd name="connsiteY276" fmla="*/ 163934 h 721308"/>
                <a:gd name="connsiteX277" fmla="*/ 403277 w 406555"/>
                <a:gd name="connsiteY277" fmla="*/ 167212 h 721308"/>
                <a:gd name="connsiteX278" fmla="*/ 399998 w 406555"/>
                <a:gd name="connsiteY278" fmla="*/ 170491 h 721308"/>
                <a:gd name="connsiteX279" fmla="*/ 398359 w 406555"/>
                <a:gd name="connsiteY279" fmla="*/ 175409 h 721308"/>
                <a:gd name="connsiteX280" fmla="*/ 399998 w 406555"/>
                <a:gd name="connsiteY280" fmla="*/ 178688 h 721308"/>
                <a:gd name="connsiteX281" fmla="*/ 399998 w 406555"/>
                <a:gd name="connsiteY281" fmla="*/ 177048 h 721308"/>
                <a:gd name="connsiteX282" fmla="*/ 403277 w 406555"/>
                <a:gd name="connsiteY282" fmla="*/ 173769 h 721308"/>
                <a:gd name="connsiteX283" fmla="*/ 406555 w 406555"/>
                <a:gd name="connsiteY283" fmla="*/ 175409 h 721308"/>
                <a:gd name="connsiteX284" fmla="*/ 406555 w 406555"/>
                <a:gd name="connsiteY284" fmla="*/ 178688 h 721308"/>
                <a:gd name="connsiteX285" fmla="*/ 406555 w 406555"/>
                <a:gd name="connsiteY285" fmla="*/ 181966 h 721308"/>
                <a:gd name="connsiteX286" fmla="*/ 406555 w 406555"/>
                <a:gd name="connsiteY286" fmla="*/ 186884 h 721308"/>
                <a:gd name="connsiteX287" fmla="*/ 406555 w 406555"/>
                <a:gd name="connsiteY287" fmla="*/ 190163 h 721308"/>
                <a:gd name="connsiteX288" fmla="*/ 403277 w 406555"/>
                <a:gd name="connsiteY288" fmla="*/ 193442 h 721308"/>
                <a:gd name="connsiteX289" fmla="*/ 399998 w 406555"/>
                <a:gd name="connsiteY289" fmla="*/ 195081 h 721308"/>
                <a:gd name="connsiteX290" fmla="*/ 403277 w 406555"/>
                <a:gd name="connsiteY290" fmla="*/ 198359 h 721308"/>
                <a:gd name="connsiteX291" fmla="*/ 399998 w 406555"/>
                <a:gd name="connsiteY291" fmla="*/ 198359 h 721308"/>
                <a:gd name="connsiteX292" fmla="*/ 401638 w 406555"/>
                <a:gd name="connsiteY292" fmla="*/ 201638 h 721308"/>
                <a:gd name="connsiteX293" fmla="*/ 396719 w 406555"/>
                <a:gd name="connsiteY293" fmla="*/ 203278 h 721308"/>
                <a:gd name="connsiteX294" fmla="*/ 395080 w 406555"/>
                <a:gd name="connsiteY294" fmla="*/ 206556 h 721308"/>
                <a:gd name="connsiteX295" fmla="*/ 399998 w 406555"/>
                <a:gd name="connsiteY295" fmla="*/ 206556 h 721308"/>
                <a:gd name="connsiteX296" fmla="*/ 399998 w 406555"/>
                <a:gd name="connsiteY296" fmla="*/ 209835 h 721308"/>
                <a:gd name="connsiteX297" fmla="*/ 396719 w 406555"/>
                <a:gd name="connsiteY297" fmla="*/ 214753 h 721308"/>
                <a:gd name="connsiteX298" fmla="*/ 395080 w 406555"/>
                <a:gd name="connsiteY298" fmla="*/ 218032 h 721308"/>
                <a:gd name="connsiteX299" fmla="*/ 393441 w 406555"/>
                <a:gd name="connsiteY299" fmla="*/ 222949 h 721308"/>
                <a:gd name="connsiteX300" fmla="*/ 390162 w 406555"/>
                <a:gd name="connsiteY300" fmla="*/ 224589 h 721308"/>
                <a:gd name="connsiteX301" fmla="*/ 388523 w 406555"/>
                <a:gd name="connsiteY301" fmla="*/ 229507 h 721308"/>
                <a:gd name="connsiteX302" fmla="*/ 385244 w 406555"/>
                <a:gd name="connsiteY302" fmla="*/ 232786 h 721308"/>
                <a:gd name="connsiteX303" fmla="*/ 381965 w 406555"/>
                <a:gd name="connsiteY303" fmla="*/ 236064 h 721308"/>
                <a:gd name="connsiteX304" fmla="*/ 377047 w 406555"/>
                <a:gd name="connsiteY304" fmla="*/ 240982 h 721308"/>
                <a:gd name="connsiteX305" fmla="*/ 377047 w 406555"/>
                <a:gd name="connsiteY305" fmla="*/ 244261 h 721308"/>
                <a:gd name="connsiteX306" fmla="*/ 373769 w 406555"/>
                <a:gd name="connsiteY306" fmla="*/ 249179 h 721308"/>
                <a:gd name="connsiteX307" fmla="*/ 372129 w 406555"/>
                <a:gd name="connsiteY307" fmla="*/ 252458 h 721308"/>
                <a:gd name="connsiteX308" fmla="*/ 368851 w 406555"/>
                <a:gd name="connsiteY308" fmla="*/ 254097 h 721308"/>
                <a:gd name="connsiteX309" fmla="*/ 365572 w 406555"/>
                <a:gd name="connsiteY309" fmla="*/ 255736 h 721308"/>
                <a:gd name="connsiteX310" fmla="*/ 365572 w 406555"/>
                <a:gd name="connsiteY310" fmla="*/ 257376 h 721308"/>
                <a:gd name="connsiteX311" fmla="*/ 363932 w 406555"/>
                <a:gd name="connsiteY311" fmla="*/ 259015 h 721308"/>
                <a:gd name="connsiteX312" fmla="*/ 363932 w 406555"/>
                <a:gd name="connsiteY312" fmla="*/ 262294 h 721308"/>
                <a:gd name="connsiteX313" fmla="*/ 360654 w 406555"/>
                <a:gd name="connsiteY313" fmla="*/ 267212 h 721308"/>
                <a:gd name="connsiteX314" fmla="*/ 357375 w 406555"/>
                <a:gd name="connsiteY314" fmla="*/ 268851 h 721308"/>
                <a:gd name="connsiteX315" fmla="*/ 352457 w 406555"/>
                <a:gd name="connsiteY315" fmla="*/ 272130 h 721308"/>
                <a:gd name="connsiteX316" fmla="*/ 349179 w 406555"/>
                <a:gd name="connsiteY316" fmla="*/ 273769 h 721308"/>
                <a:gd name="connsiteX317" fmla="*/ 345900 w 406555"/>
                <a:gd name="connsiteY317" fmla="*/ 275408 h 721308"/>
                <a:gd name="connsiteX318" fmla="*/ 342621 w 406555"/>
                <a:gd name="connsiteY318" fmla="*/ 278687 h 721308"/>
                <a:gd name="connsiteX319" fmla="*/ 337703 w 406555"/>
                <a:gd name="connsiteY319" fmla="*/ 281966 h 721308"/>
                <a:gd name="connsiteX320" fmla="*/ 337703 w 406555"/>
                <a:gd name="connsiteY320" fmla="*/ 281966 h 721308"/>
                <a:gd name="connsiteX321" fmla="*/ 336064 w 406555"/>
                <a:gd name="connsiteY321" fmla="*/ 286884 h 721308"/>
                <a:gd name="connsiteX322" fmla="*/ 332785 w 406555"/>
                <a:gd name="connsiteY322" fmla="*/ 286884 h 721308"/>
                <a:gd name="connsiteX323" fmla="*/ 331146 w 406555"/>
                <a:gd name="connsiteY323" fmla="*/ 286884 h 721308"/>
                <a:gd name="connsiteX324" fmla="*/ 327867 w 406555"/>
                <a:gd name="connsiteY324" fmla="*/ 288523 h 721308"/>
                <a:gd name="connsiteX325" fmla="*/ 324588 w 406555"/>
                <a:gd name="connsiteY325" fmla="*/ 290162 h 721308"/>
                <a:gd name="connsiteX326" fmla="*/ 319671 w 406555"/>
                <a:gd name="connsiteY326" fmla="*/ 288523 h 721308"/>
                <a:gd name="connsiteX327" fmla="*/ 319671 w 406555"/>
                <a:gd name="connsiteY327" fmla="*/ 291802 h 721308"/>
                <a:gd name="connsiteX328" fmla="*/ 314752 w 406555"/>
                <a:gd name="connsiteY328" fmla="*/ 293441 h 721308"/>
                <a:gd name="connsiteX329" fmla="*/ 311474 w 406555"/>
                <a:gd name="connsiteY329" fmla="*/ 295081 h 721308"/>
                <a:gd name="connsiteX330" fmla="*/ 308195 w 406555"/>
                <a:gd name="connsiteY330" fmla="*/ 295081 h 721308"/>
                <a:gd name="connsiteX331" fmla="*/ 303277 w 406555"/>
                <a:gd name="connsiteY331" fmla="*/ 298359 h 721308"/>
                <a:gd name="connsiteX332" fmla="*/ 299998 w 406555"/>
                <a:gd name="connsiteY332" fmla="*/ 298359 h 721308"/>
                <a:gd name="connsiteX333" fmla="*/ 298359 w 406555"/>
                <a:gd name="connsiteY333" fmla="*/ 296720 h 721308"/>
                <a:gd name="connsiteX334" fmla="*/ 296720 w 406555"/>
                <a:gd name="connsiteY334" fmla="*/ 301638 h 721308"/>
                <a:gd name="connsiteX335" fmla="*/ 293441 w 406555"/>
                <a:gd name="connsiteY335" fmla="*/ 301638 h 721308"/>
                <a:gd name="connsiteX336" fmla="*/ 288523 w 406555"/>
                <a:gd name="connsiteY336" fmla="*/ 303277 h 721308"/>
                <a:gd name="connsiteX337" fmla="*/ 285245 w 406555"/>
                <a:gd name="connsiteY337" fmla="*/ 306556 h 721308"/>
                <a:gd name="connsiteX338" fmla="*/ 281966 w 406555"/>
                <a:gd name="connsiteY338" fmla="*/ 308195 h 721308"/>
                <a:gd name="connsiteX339" fmla="*/ 277048 w 406555"/>
                <a:gd name="connsiteY339" fmla="*/ 309835 h 721308"/>
                <a:gd name="connsiteX340" fmla="*/ 277048 w 406555"/>
                <a:gd name="connsiteY340" fmla="*/ 311474 h 721308"/>
                <a:gd name="connsiteX341" fmla="*/ 272130 w 406555"/>
                <a:gd name="connsiteY341" fmla="*/ 313113 h 721308"/>
                <a:gd name="connsiteX342" fmla="*/ 268851 w 406555"/>
                <a:gd name="connsiteY342" fmla="*/ 316392 h 721308"/>
                <a:gd name="connsiteX343" fmla="*/ 267212 w 406555"/>
                <a:gd name="connsiteY343" fmla="*/ 318031 h 721308"/>
                <a:gd name="connsiteX344" fmla="*/ 262294 w 406555"/>
                <a:gd name="connsiteY344" fmla="*/ 321310 h 721308"/>
                <a:gd name="connsiteX345" fmla="*/ 262294 w 406555"/>
                <a:gd name="connsiteY345" fmla="*/ 321310 h 721308"/>
                <a:gd name="connsiteX346" fmla="*/ 257376 w 406555"/>
                <a:gd name="connsiteY346" fmla="*/ 326228 h 721308"/>
                <a:gd name="connsiteX347" fmla="*/ 255737 w 406555"/>
                <a:gd name="connsiteY347" fmla="*/ 329506 h 721308"/>
                <a:gd name="connsiteX348" fmla="*/ 252458 w 406555"/>
                <a:gd name="connsiteY348" fmla="*/ 329506 h 721308"/>
                <a:gd name="connsiteX349" fmla="*/ 249179 w 406555"/>
                <a:gd name="connsiteY349" fmla="*/ 326228 h 721308"/>
                <a:gd name="connsiteX350" fmla="*/ 250818 w 406555"/>
                <a:gd name="connsiteY350" fmla="*/ 329506 h 721308"/>
                <a:gd name="connsiteX351" fmla="*/ 254097 w 406555"/>
                <a:gd name="connsiteY351" fmla="*/ 334425 h 721308"/>
                <a:gd name="connsiteX352" fmla="*/ 250818 w 406555"/>
                <a:gd name="connsiteY352" fmla="*/ 337703 h 721308"/>
                <a:gd name="connsiteX353" fmla="*/ 247540 w 406555"/>
                <a:gd name="connsiteY353" fmla="*/ 342621 h 721308"/>
                <a:gd name="connsiteX354" fmla="*/ 244261 w 406555"/>
                <a:gd name="connsiteY354" fmla="*/ 345900 h 721308"/>
                <a:gd name="connsiteX355" fmla="*/ 240982 w 406555"/>
                <a:gd name="connsiteY355" fmla="*/ 349179 h 721308"/>
                <a:gd name="connsiteX356" fmla="*/ 237704 w 406555"/>
                <a:gd name="connsiteY356" fmla="*/ 352457 h 721308"/>
                <a:gd name="connsiteX357" fmla="*/ 234425 w 406555"/>
                <a:gd name="connsiteY357" fmla="*/ 355736 h 721308"/>
                <a:gd name="connsiteX358" fmla="*/ 232786 w 406555"/>
                <a:gd name="connsiteY358" fmla="*/ 359015 h 721308"/>
                <a:gd name="connsiteX359" fmla="*/ 231147 w 406555"/>
                <a:gd name="connsiteY359" fmla="*/ 362293 h 721308"/>
                <a:gd name="connsiteX360" fmla="*/ 231147 w 406555"/>
                <a:gd name="connsiteY360" fmla="*/ 365572 h 721308"/>
                <a:gd name="connsiteX361" fmla="*/ 226228 w 406555"/>
                <a:gd name="connsiteY361" fmla="*/ 365572 h 721308"/>
                <a:gd name="connsiteX362" fmla="*/ 224589 w 406555"/>
                <a:gd name="connsiteY362" fmla="*/ 362293 h 721308"/>
                <a:gd name="connsiteX363" fmla="*/ 224589 w 406555"/>
                <a:gd name="connsiteY363" fmla="*/ 362293 h 721308"/>
                <a:gd name="connsiteX364" fmla="*/ 224589 w 406555"/>
                <a:gd name="connsiteY364" fmla="*/ 365572 h 721308"/>
                <a:gd name="connsiteX365" fmla="*/ 224589 w 406555"/>
                <a:gd name="connsiteY365" fmla="*/ 368851 h 721308"/>
                <a:gd name="connsiteX366" fmla="*/ 224589 w 406555"/>
                <a:gd name="connsiteY366" fmla="*/ 370490 h 721308"/>
                <a:gd name="connsiteX367" fmla="*/ 219671 w 406555"/>
                <a:gd name="connsiteY367" fmla="*/ 370490 h 721308"/>
                <a:gd name="connsiteX368" fmla="*/ 221310 w 406555"/>
                <a:gd name="connsiteY368" fmla="*/ 367211 h 721308"/>
                <a:gd name="connsiteX369" fmla="*/ 219671 w 406555"/>
                <a:gd name="connsiteY369" fmla="*/ 367211 h 721308"/>
                <a:gd name="connsiteX370" fmla="*/ 216392 w 406555"/>
                <a:gd name="connsiteY370" fmla="*/ 370490 h 721308"/>
                <a:gd name="connsiteX371" fmla="*/ 213114 w 406555"/>
                <a:gd name="connsiteY371" fmla="*/ 372129 h 721308"/>
                <a:gd name="connsiteX372" fmla="*/ 209835 w 406555"/>
                <a:gd name="connsiteY372" fmla="*/ 375408 h 721308"/>
                <a:gd name="connsiteX373" fmla="*/ 206557 w 406555"/>
                <a:gd name="connsiteY373" fmla="*/ 378686 h 721308"/>
                <a:gd name="connsiteX374" fmla="*/ 201638 w 406555"/>
                <a:gd name="connsiteY374" fmla="*/ 381965 h 721308"/>
                <a:gd name="connsiteX375" fmla="*/ 199999 w 406555"/>
                <a:gd name="connsiteY375" fmla="*/ 385244 h 721308"/>
                <a:gd name="connsiteX376" fmla="*/ 196720 w 406555"/>
                <a:gd name="connsiteY376" fmla="*/ 388523 h 721308"/>
                <a:gd name="connsiteX377" fmla="*/ 193442 w 406555"/>
                <a:gd name="connsiteY377" fmla="*/ 393441 h 721308"/>
                <a:gd name="connsiteX378" fmla="*/ 190163 w 406555"/>
                <a:gd name="connsiteY378" fmla="*/ 396719 h 721308"/>
                <a:gd name="connsiteX379" fmla="*/ 186884 w 406555"/>
                <a:gd name="connsiteY379" fmla="*/ 399998 h 721308"/>
                <a:gd name="connsiteX380" fmla="*/ 183605 w 406555"/>
                <a:gd name="connsiteY380" fmla="*/ 403276 h 721308"/>
                <a:gd name="connsiteX381" fmla="*/ 180327 w 406555"/>
                <a:gd name="connsiteY381" fmla="*/ 406555 h 721308"/>
                <a:gd name="connsiteX382" fmla="*/ 175409 w 406555"/>
                <a:gd name="connsiteY382" fmla="*/ 409834 h 721308"/>
                <a:gd name="connsiteX383" fmla="*/ 173770 w 406555"/>
                <a:gd name="connsiteY383" fmla="*/ 411473 h 721308"/>
                <a:gd name="connsiteX384" fmla="*/ 170491 w 406555"/>
                <a:gd name="connsiteY384" fmla="*/ 413113 h 721308"/>
                <a:gd name="connsiteX385" fmla="*/ 168851 w 406555"/>
                <a:gd name="connsiteY385" fmla="*/ 411473 h 721308"/>
                <a:gd name="connsiteX386" fmla="*/ 167212 w 406555"/>
                <a:gd name="connsiteY386" fmla="*/ 408195 h 721308"/>
                <a:gd name="connsiteX387" fmla="*/ 163934 w 406555"/>
                <a:gd name="connsiteY387" fmla="*/ 404916 h 721308"/>
                <a:gd name="connsiteX388" fmla="*/ 162294 w 406555"/>
                <a:gd name="connsiteY388" fmla="*/ 401637 h 721308"/>
                <a:gd name="connsiteX389" fmla="*/ 159015 w 406555"/>
                <a:gd name="connsiteY389" fmla="*/ 403276 h 721308"/>
                <a:gd name="connsiteX390" fmla="*/ 162294 w 406555"/>
                <a:gd name="connsiteY390" fmla="*/ 403276 h 721308"/>
                <a:gd name="connsiteX391" fmla="*/ 163934 w 406555"/>
                <a:gd name="connsiteY391" fmla="*/ 406555 h 721308"/>
                <a:gd name="connsiteX392" fmla="*/ 167212 w 406555"/>
                <a:gd name="connsiteY392" fmla="*/ 411473 h 721308"/>
                <a:gd name="connsiteX393" fmla="*/ 165573 w 406555"/>
                <a:gd name="connsiteY393" fmla="*/ 414752 h 721308"/>
                <a:gd name="connsiteX394" fmla="*/ 167212 w 406555"/>
                <a:gd name="connsiteY394" fmla="*/ 414752 h 721308"/>
                <a:gd name="connsiteX395" fmla="*/ 167212 w 406555"/>
                <a:gd name="connsiteY395" fmla="*/ 419670 h 721308"/>
                <a:gd name="connsiteX396" fmla="*/ 165573 w 406555"/>
                <a:gd name="connsiteY396" fmla="*/ 422949 h 721308"/>
                <a:gd name="connsiteX397" fmla="*/ 167212 w 406555"/>
                <a:gd name="connsiteY397" fmla="*/ 426228 h 721308"/>
                <a:gd name="connsiteX398" fmla="*/ 163934 w 406555"/>
                <a:gd name="connsiteY398" fmla="*/ 427866 h 721308"/>
                <a:gd name="connsiteX399" fmla="*/ 165573 w 406555"/>
                <a:gd name="connsiteY399" fmla="*/ 431145 h 721308"/>
                <a:gd name="connsiteX400" fmla="*/ 163934 w 406555"/>
                <a:gd name="connsiteY400" fmla="*/ 436063 h 721308"/>
                <a:gd name="connsiteX401" fmla="*/ 163934 w 406555"/>
                <a:gd name="connsiteY401" fmla="*/ 439342 h 721308"/>
                <a:gd name="connsiteX402" fmla="*/ 163934 w 406555"/>
                <a:gd name="connsiteY402" fmla="*/ 442621 h 721308"/>
                <a:gd name="connsiteX403" fmla="*/ 167212 w 406555"/>
                <a:gd name="connsiteY403" fmla="*/ 445899 h 721308"/>
                <a:gd name="connsiteX404" fmla="*/ 168851 w 406555"/>
                <a:gd name="connsiteY404" fmla="*/ 449178 h 721308"/>
                <a:gd name="connsiteX405" fmla="*/ 173770 w 406555"/>
                <a:gd name="connsiteY405" fmla="*/ 450818 h 721308"/>
                <a:gd name="connsiteX406" fmla="*/ 175409 w 406555"/>
                <a:gd name="connsiteY406" fmla="*/ 454096 h 721308"/>
                <a:gd name="connsiteX407" fmla="*/ 175409 w 406555"/>
                <a:gd name="connsiteY407" fmla="*/ 457375 h 721308"/>
                <a:gd name="connsiteX408" fmla="*/ 178688 w 406555"/>
                <a:gd name="connsiteY408" fmla="*/ 462293 h 721308"/>
                <a:gd name="connsiteX409" fmla="*/ 178688 w 406555"/>
                <a:gd name="connsiteY409" fmla="*/ 462293 h 721308"/>
                <a:gd name="connsiteX410" fmla="*/ 177048 w 406555"/>
                <a:gd name="connsiteY410" fmla="*/ 465572 h 721308"/>
                <a:gd name="connsiteX411" fmla="*/ 175409 w 406555"/>
                <a:gd name="connsiteY411" fmla="*/ 468850 h 721308"/>
                <a:gd name="connsiteX412" fmla="*/ 177048 w 406555"/>
                <a:gd name="connsiteY412" fmla="*/ 473768 h 721308"/>
                <a:gd name="connsiteX413" fmla="*/ 177048 w 406555"/>
                <a:gd name="connsiteY413" fmla="*/ 477047 h 721308"/>
                <a:gd name="connsiteX414" fmla="*/ 178688 w 406555"/>
                <a:gd name="connsiteY414" fmla="*/ 473768 h 721308"/>
                <a:gd name="connsiteX415" fmla="*/ 178688 w 406555"/>
                <a:gd name="connsiteY415" fmla="*/ 477047 h 721308"/>
                <a:gd name="connsiteX416" fmla="*/ 178688 w 406555"/>
                <a:gd name="connsiteY416" fmla="*/ 480325 h 721308"/>
                <a:gd name="connsiteX417" fmla="*/ 178688 w 406555"/>
                <a:gd name="connsiteY417" fmla="*/ 485243 h 721308"/>
                <a:gd name="connsiteX418" fmla="*/ 181966 w 406555"/>
                <a:gd name="connsiteY418" fmla="*/ 488522 h 721308"/>
                <a:gd name="connsiteX419" fmla="*/ 183605 w 406555"/>
                <a:gd name="connsiteY419" fmla="*/ 491801 h 721308"/>
                <a:gd name="connsiteX420" fmla="*/ 183605 w 406555"/>
                <a:gd name="connsiteY420" fmla="*/ 495079 h 721308"/>
                <a:gd name="connsiteX421" fmla="*/ 183605 w 406555"/>
                <a:gd name="connsiteY421" fmla="*/ 499998 h 721308"/>
                <a:gd name="connsiteX422" fmla="*/ 183605 w 406555"/>
                <a:gd name="connsiteY422" fmla="*/ 503276 h 721308"/>
                <a:gd name="connsiteX423" fmla="*/ 185245 w 406555"/>
                <a:gd name="connsiteY423" fmla="*/ 506555 h 721308"/>
                <a:gd name="connsiteX424" fmla="*/ 183605 w 406555"/>
                <a:gd name="connsiteY424" fmla="*/ 509833 h 721308"/>
                <a:gd name="connsiteX425" fmla="*/ 185245 w 406555"/>
                <a:gd name="connsiteY425" fmla="*/ 513112 h 721308"/>
                <a:gd name="connsiteX426" fmla="*/ 183605 w 406555"/>
                <a:gd name="connsiteY426" fmla="*/ 518030 h 721308"/>
                <a:gd name="connsiteX427" fmla="*/ 183605 w 406555"/>
                <a:gd name="connsiteY427" fmla="*/ 521309 h 721308"/>
                <a:gd name="connsiteX428" fmla="*/ 183605 w 406555"/>
                <a:gd name="connsiteY428" fmla="*/ 524588 h 721308"/>
                <a:gd name="connsiteX429" fmla="*/ 186884 w 406555"/>
                <a:gd name="connsiteY429" fmla="*/ 527866 h 721308"/>
                <a:gd name="connsiteX430" fmla="*/ 186884 w 406555"/>
                <a:gd name="connsiteY430" fmla="*/ 524588 h 721308"/>
                <a:gd name="connsiteX431" fmla="*/ 186884 w 406555"/>
                <a:gd name="connsiteY431" fmla="*/ 521309 h 721308"/>
                <a:gd name="connsiteX432" fmla="*/ 188524 w 406555"/>
                <a:gd name="connsiteY432" fmla="*/ 516391 h 721308"/>
                <a:gd name="connsiteX433" fmla="*/ 190163 w 406555"/>
                <a:gd name="connsiteY433" fmla="*/ 513112 h 721308"/>
                <a:gd name="connsiteX434" fmla="*/ 190163 w 406555"/>
                <a:gd name="connsiteY434" fmla="*/ 516391 h 721308"/>
                <a:gd name="connsiteX435" fmla="*/ 191802 w 406555"/>
                <a:gd name="connsiteY435" fmla="*/ 521309 h 721308"/>
                <a:gd name="connsiteX436" fmla="*/ 193442 w 406555"/>
                <a:gd name="connsiteY436" fmla="*/ 516391 h 721308"/>
                <a:gd name="connsiteX437" fmla="*/ 191802 w 406555"/>
                <a:gd name="connsiteY437" fmla="*/ 521309 h 721308"/>
                <a:gd name="connsiteX438" fmla="*/ 191802 w 406555"/>
                <a:gd name="connsiteY438" fmla="*/ 522948 h 721308"/>
                <a:gd name="connsiteX439" fmla="*/ 191802 w 406555"/>
                <a:gd name="connsiteY439" fmla="*/ 526227 h 721308"/>
                <a:gd name="connsiteX440" fmla="*/ 190163 w 406555"/>
                <a:gd name="connsiteY440" fmla="*/ 529506 h 721308"/>
                <a:gd name="connsiteX441" fmla="*/ 190163 w 406555"/>
                <a:gd name="connsiteY441" fmla="*/ 534423 h 721308"/>
                <a:gd name="connsiteX442" fmla="*/ 190163 w 406555"/>
                <a:gd name="connsiteY442" fmla="*/ 537702 h 721308"/>
                <a:gd name="connsiteX443" fmla="*/ 190163 w 406555"/>
                <a:gd name="connsiteY443" fmla="*/ 540981 h 721308"/>
                <a:gd name="connsiteX444" fmla="*/ 190163 w 406555"/>
                <a:gd name="connsiteY444" fmla="*/ 545899 h 721308"/>
                <a:gd name="connsiteX445" fmla="*/ 193442 w 406555"/>
                <a:gd name="connsiteY445" fmla="*/ 549178 h 721308"/>
                <a:gd name="connsiteX446" fmla="*/ 191802 w 406555"/>
                <a:gd name="connsiteY446" fmla="*/ 552456 h 721308"/>
                <a:gd name="connsiteX447" fmla="*/ 190163 w 406555"/>
                <a:gd name="connsiteY447" fmla="*/ 555735 h 721308"/>
                <a:gd name="connsiteX448" fmla="*/ 188524 w 406555"/>
                <a:gd name="connsiteY448" fmla="*/ 559013 h 721308"/>
                <a:gd name="connsiteX449" fmla="*/ 188524 w 406555"/>
                <a:gd name="connsiteY449" fmla="*/ 563932 h 721308"/>
                <a:gd name="connsiteX450" fmla="*/ 186884 w 406555"/>
                <a:gd name="connsiteY450" fmla="*/ 567210 h 721308"/>
                <a:gd name="connsiteX451" fmla="*/ 186884 w 406555"/>
                <a:gd name="connsiteY451" fmla="*/ 570489 h 721308"/>
                <a:gd name="connsiteX452" fmla="*/ 185245 w 406555"/>
                <a:gd name="connsiteY452" fmla="*/ 575407 h 721308"/>
                <a:gd name="connsiteX453" fmla="*/ 185245 w 406555"/>
                <a:gd name="connsiteY453" fmla="*/ 578686 h 721308"/>
                <a:gd name="connsiteX454" fmla="*/ 183605 w 406555"/>
                <a:gd name="connsiteY454" fmla="*/ 581965 h 721308"/>
                <a:gd name="connsiteX455" fmla="*/ 181966 w 406555"/>
                <a:gd name="connsiteY455" fmla="*/ 586882 h 721308"/>
                <a:gd name="connsiteX456" fmla="*/ 181966 w 406555"/>
                <a:gd name="connsiteY456" fmla="*/ 590161 h 721308"/>
                <a:gd name="connsiteX457" fmla="*/ 181966 w 406555"/>
                <a:gd name="connsiteY457" fmla="*/ 593440 h 721308"/>
                <a:gd name="connsiteX458" fmla="*/ 183605 w 406555"/>
                <a:gd name="connsiteY458" fmla="*/ 590161 h 721308"/>
                <a:gd name="connsiteX459" fmla="*/ 186884 w 406555"/>
                <a:gd name="connsiteY459" fmla="*/ 590161 h 721308"/>
                <a:gd name="connsiteX460" fmla="*/ 186884 w 406555"/>
                <a:gd name="connsiteY460" fmla="*/ 586882 h 721308"/>
                <a:gd name="connsiteX461" fmla="*/ 188524 w 406555"/>
                <a:gd name="connsiteY461" fmla="*/ 590161 h 721308"/>
                <a:gd name="connsiteX462" fmla="*/ 188524 w 406555"/>
                <a:gd name="connsiteY462" fmla="*/ 591800 h 721308"/>
                <a:gd name="connsiteX463" fmla="*/ 186884 w 406555"/>
                <a:gd name="connsiteY463" fmla="*/ 596718 h 721308"/>
                <a:gd name="connsiteX464" fmla="*/ 186884 w 406555"/>
                <a:gd name="connsiteY464" fmla="*/ 598358 h 721308"/>
                <a:gd name="connsiteX465" fmla="*/ 186884 w 406555"/>
                <a:gd name="connsiteY465" fmla="*/ 601636 h 721308"/>
                <a:gd name="connsiteX466" fmla="*/ 183605 w 406555"/>
                <a:gd name="connsiteY466" fmla="*/ 604915 h 721308"/>
                <a:gd name="connsiteX467" fmla="*/ 181966 w 406555"/>
                <a:gd name="connsiteY467" fmla="*/ 608194 h 721308"/>
                <a:gd name="connsiteX468" fmla="*/ 178688 w 406555"/>
                <a:gd name="connsiteY468" fmla="*/ 613112 h 721308"/>
                <a:gd name="connsiteX469" fmla="*/ 175409 w 406555"/>
                <a:gd name="connsiteY469" fmla="*/ 616390 h 721308"/>
                <a:gd name="connsiteX470" fmla="*/ 173770 w 406555"/>
                <a:gd name="connsiteY470" fmla="*/ 619669 h 721308"/>
                <a:gd name="connsiteX471" fmla="*/ 170491 w 406555"/>
                <a:gd name="connsiteY471" fmla="*/ 622948 h 721308"/>
                <a:gd name="connsiteX472" fmla="*/ 165573 w 406555"/>
                <a:gd name="connsiteY472" fmla="*/ 626226 h 721308"/>
                <a:gd name="connsiteX473" fmla="*/ 162294 w 406555"/>
                <a:gd name="connsiteY473" fmla="*/ 627866 h 721308"/>
                <a:gd name="connsiteX474" fmla="*/ 159015 w 406555"/>
                <a:gd name="connsiteY474" fmla="*/ 629505 h 721308"/>
                <a:gd name="connsiteX475" fmla="*/ 155737 w 406555"/>
                <a:gd name="connsiteY475" fmla="*/ 631145 h 721308"/>
                <a:gd name="connsiteX476" fmla="*/ 150819 w 406555"/>
                <a:gd name="connsiteY476" fmla="*/ 632784 h 721308"/>
                <a:gd name="connsiteX477" fmla="*/ 147540 w 406555"/>
                <a:gd name="connsiteY477" fmla="*/ 632784 h 721308"/>
                <a:gd name="connsiteX478" fmla="*/ 144261 w 406555"/>
                <a:gd name="connsiteY478" fmla="*/ 634423 h 721308"/>
                <a:gd name="connsiteX479" fmla="*/ 142622 w 406555"/>
                <a:gd name="connsiteY479" fmla="*/ 636062 h 721308"/>
                <a:gd name="connsiteX480" fmla="*/ 139344 w 406555"/>
                <a:gd name="connsiteY480" fmla="*/ 637702 h 721308"/>
                <a:gd name="connsiteX481" fmla="*/ 136065 w 406555"/>
                <a:gd name="connsiteY481" fmla="*/ 639341 h 721308"/>
                <a:gd name="connsiteX482" fmla="*/ 131147 w 406555"/>
                <a:gd name="connsiteY482" fmla="*/ 640980 h 721308"/>
                <a:gd name="connsiteX483" fmla="*/ 129508 w 406555"/>
                <a:gd name="connsiteY483" fmla="*/ 640980 h 721308"/>
                <a:gd name="connsiteX484" fmla="*/ 126229 w 406555"/>
                <a:gd name="connsiteY484" fmla="*/ 642620 h 721308"/>
                <a:gd name="connsiteX485" fmla="*/ 122950 w 406555"/>
                <a:gd name="connsiteY485" fmla="*/ 644259 h 721308"/>
                <a:gd name="connsiteX486" fmla="*/ 118032 w 406555"/>
                <a:gd name="connsiteY486" fmla="*/ 644259 h 721308"/>
                <a:gd name="connsiteX487" fmla="*/ 114754 w 406555"/>
                <a:gd name="connsiteY487" fmla="*/ 647538 h 721308"/>
                <a:gd name="connsiteX488" fmla="*/ 111475 w 406555"/>
                <a:gd name="connsiteY488" fmla="*/ 649177 h 721308"/>
                <a:gd name="connsiteX489" fmla="*/ 108196 w 406555"/>
                <a:gd name="connsiteY489" fmla="*/ 649177 h 721308"/>
                <a:gd name="connsiteX490" fmla="*/ 104917 w 406555"/>
                <a:gd name="connsiteY490" fmla="*/ 652456 h 721308"/>
                <a:gd name="connsiteX491" fmla="*/ 100000 w 406555"/>
                <a:gd name="connsiteY491" fmla="*/ 652456 h 721308"/>
                <a:gd name="connsiteX492" fmla="*/ 100000 w 406555"/>
                <a:gd name="connsiteY492" fmla="*/ 654095 h 721308"/>
                <a:gd name="connsiteX493" fmla="*/ 96721 w 406555"/>
                <a:gd name="connsiteY493" fmla="*/ 657374 h 721308"/>
                <a:gd name="connsiteX494" fmla="*/ 96721 w 406555"/>
                <a:gd name="connsiteY494" fmla="*/ 657374 h 721308"/>
                <a:gd name="connsiteX495" fmla="*/ 93442 w 406555"/>
                <a:gd name="connsiteY495" fmla="*/ 659013 h 721308"/>
                <a:gd name="connsiteX496" fmla="*/ 88524 w 406555"/>
                <a:gd name="connsiteY496" fmla="*/ 662292 h 721308"/>
                <a:gd name="connsiteX497" fmla="*/ 85245 w 406555"/>
                <a:gd name="connsiteY497" fmla="*/ 663931 h 721308"/>
                <a:gd name="connsiteX498" fmla="*/ 83606 w 406555"/>
                <a:gd name="connsiteY498" fmla="*/ 668849 h 721308"/>
                <a:gd name="connsiteX499" fmla="*/ 81967 w 406555"/>
                <a:gd name="connsiteY499" fmla="*/ 672128 h 721308"/>
                <a:gd name="connsiteX500" fmla="*/ 80327 w 406555"/>
                <a:gd name="connsiteY500" fmla="*/ 675406 h 721308"/>
                <a:gd name="connsiteX501" fmla="*/ 78688 w 406555"/>
                <a:gd name="connsiteY501" fmla="*/ 677046 h 721308"/>
                <a:gd name="connsiteX502" fmla="*/ 77049 w 406555"/>
                <a:gd name="connsiteY502" fmla="*/ 680325 h 721308"/>
                <a:gd name="connsiteX503" fmla="*/ 73770 w 406555"/>
                <a:gd name="connsiteY503" fmla="*/ 683603 h 721308"/>
                <a:gd name="connsiteX504" fmla="*/ 70491 w 406555"/>
                <a:gd name="connsiteY504" fmla="*/ 683603 h 721308"/>
                <a:gd name="connsiteX505" fmla="*/ 70491 w 406555"/>
                <a:gd name="connsiteY505" fmla="*/ 685243 h 721308"/>
                <a:gd name="connsiteX506" fmla="*/ 73770 w 406555"/>
                <a:gd name="connsiteY506" fmla="*/ 685243 h 721308"/>
                <a:gd name="connsiteX507" fmla="*/ 77049 w 406555"/>
                <a:gd name="connsiteY507" fmla="*/ 688521 h 721308"/>
                <a:gd name="connsiteX508" fmla="*/ 77049 w 406555"/>
                <a:gd name="connsiteY508" fmla="*/ 693439 h 721308"/>
                <a:gd name="connsiteX509" fmla="*/ 80327 w 406555"/>
                <a:gd name="connsiteY509" fmla="*/ 693439 h 721308"/>
                <a:gd name="connsiteX510" fmla="*/ 83606 w 406555"/>
                <a:gd name="connsiteY510" fmla="*/ 695079 h 721308"/>
                <a:gd name="connsiteX511" fmla="*/ 86885 w 406555"/>
                <a:gd name="connsiteY511" fmla="*/ 691800 h 721308"/>
                <a:gd name="connsiteX512" fmla="*/ 86885 w 406555"/>
                <a:gd name="connsiteY512" fmla="*/ 695079 h 721308"/>
                <a:gd name="connsiteX513" fmla="*/ 86885 w 406555"/>
                <a:gd name="connsiteY513" fmla="*/ 698357 h 721308"/>
                <a:gd name="connsiteX514" fmla="*/ 85245 w 406555"/>
                <a:gd name="connsiteY514" fmla="*/ 703275 h 721308"/>
                <a:gd name="connsiteX515" fmla="*/ 85245 w 406555"/>
                <a:gd name="connsiteY515" fmla="*/ 706554 h 721308"/>
                <a:gd name="connsiteX516" fmla="*/ 85245 w 406555"/>
                <a:gd name="connsiteY516" fmla="*/ 709833 h 721308"/>
                <a:gd name="connsiteX517" fmla="*/ 83606 w 406555"/>
                <a:gd name="connsiteY517" fmla="*/ 714750 h 721308"/>
                <a:gd name="connsiteX518" fmla="*/ 83606 w 406555"/>
                <a:gd name="connsiteY518" fmla="*/ 718029 h 721308"/>
                <a:gd name="connsiteX519" fmla="*/ 83606 w 406555"/>
                <a:gd name="connsiteY519" fmla="*/ 721308 h 721308"/>
                <a:gd name="connsiteX520" fmla="*/ 80327 w 406555"/>
                <a:gd name="connsiteY520" fmla="*/ 721308 h 721308"/>
                <a:gd name="connsiteX521" fmla="*/ 75410 w 406555"/>
                <a:gd name="connsiteY521" fmla="*/ 721308 h 721308"/>
                <a:gd name="connsiteX522" fmla="*/ 72131 w 406555"/>
                <a:gd name="connsiteY522" fmla="*/ 721308 h 721308"/>
                <a:gd name="connsiteX523" fmla="*/ 67213 w 406555"/>
                <a:gd name="connsiteY523" fmla="*/ 721308 h 721308"/>
                <a:gd name="connsiteX524" fmla="*/ 63934 w 406555"/>
                <a:gd name="connsiteY524" fmla="*/ 721308 h 721308"/>
                <a:gd name="connsiteX525" fmla="*/ 62295 w 406555"/>
                <a:gd name="connsiteY525" fmla="*/ 721308 h 721308"/>
                <a:gd name="connsiteX526" fmla="*/ 59016 w 406555"/>
                <a:gd name="connsiteY526" fmla="*/ 721308 h 721308"/>
                <a:gd name="connsiteX527" fmla="*/ 55737 w 406555"/>
                <a:gd name="connsiteY527" fmla="*/ 721308 h 721308"/>
                <a:gd name="connsiteX528" fmla="*/ 55737 w 406555"/>
                <a:gd name="connsiteY528" fmla="*/ 718029 h 721308"/>
                <a:gd name="connsiteX529" fmla="*/ 55737 w 406555"/>
                <a:gd name="connsiteY529" fmla="*/ 713111 h 721308"/>
                <a:gd name="connsiteX530" fmla="*/ 55737 w 406555"/>
                <a:gd name="connsiteY530" fmla="*/ 708193 h 721308"/>
                <a:gd name="connsiteX531" fmla="*/ 55737 w 406555"/>
                <a:gd name="connsiteY531" fmla="*/ 704915 h 721308"/>
                <a:gd name="connsiteX532" fmla="*/ 54098 w 406555"/>
                <a:gd name="connsiteY532" fmla="*/ 701636 h 721308"/>
                <a:gd name="connsiteX533" fmla="*/ 54098 w 406555"/>
                <a:gd name="connsiteY533" fmla="*/ 696718 h 721308"/>
                <a:gd name="connsiteX534" fmla="*/ 55737 w 406555"/>
                <a:gd name="connsiteY534" fmla="*/ 693439 h 721308"/>
                <a:gd name="connsiteX535" fmla="*/ 55737 w 406555"/>
                <a:gd name="connsiteY535" fmla="*/ 691800 h 721308"/>
                <a:gd name="connsiteX536" fmla="*/ 55737 w 406555"/>
                <a:gd name="connsiteY536" fmla="*/ 688521 h 721308"/>
                <a:gd name="connsiteX537" fmla="*/ 55737 w 406555"/>
                <a:gd name="connsiteY537" fmla="*/ 685243 h 721308"/>
                <a:gd name="connsiteX538" fmla="*/ 52458 w 406555"/>
                <a:gd name="connsiteY538" fmla="*/ 683603 h 721308"/>
                <a:gd name="connsiteX539" fmla="*/ 50820 w 406555"/>
                <a:gd name="connsiteY539" fmla="*/ 681964 h 721308"/>
                <a:gd name="connsiteX540" fmla="*/ 50820 w 406555"/>
                <a:gd name="connsiteY540" fmla="*/ 678685 h 721308"/>
                <a:gd name="connsiteX541" fmla="*/ 50820 w 406555"/>
                <a:gd name="connsiteY541" fmla="*/ 673767 h 721308"/>
                <a:gd name="connsiteX542" fmla="*/ 52458 w 406555"/>
                <a:gd name="connsiteY542" fmla="*/ 670489 h 721308"/>
                <a:gd name="connsiteX543" fmla="*/ 54098 w 406555"/>
                <a:gd name="connsiteY543" fmla="*/ 668849 h 721308"/>
                <a:gd name="connsiteX544" fmla="*/ 52458 w 406555"/>
                <a:gd name="connsiteY544" fmla="*/ 665570 h 721308"/>
                <a:gd name="connsiteX545" fmla="*/ 52458 w 406555"/>
                <a:gd name="connsiteY545" fmla="*/ 660653 h 721308"/>
                <a:gd name="connsiteX546" fmla="*/ 52458 w 406555"/>
                <a:gd name="connsiteY546" fmla="*/ 660653 h 721308"/>
                <a:gd name="connsiteX547" fmla="*/ 52458 w 406555"/>
                <a:gd name="connsiteY547" fmla="*/ 659013 h 721308"/>
                <a:gd name="connsiteX548" fmla="*/ 54098 w 406555"/>
                <a:gd name="connsiteY548" fmla="*/ 655735 h 721308"/>
                <a:gd name="connsiteX549" fmla="*/ 54098 w 406555"/>
                <a:gd name="connsiteY549" fmla="*/ 650816 h 721308"/>
                <a:gd name="connsiteX550" fmla="*/ 54098 w 406555"/>
                <a:gd name="connsiteY550" fmla="*/ 647538 h 721308"/>
                <a:gd name="connsiteX551" fmla="*/ 54098 w 406555"/>
                <a:gd name="connsiteY551" fmla="*/ 644259 h 721308"/>
                <a:gd name="connsiteX552" fmla="*/ 54098 w 406555"/>
                <a:gd name="connsiteY552" fmla="*/ 640980 h 721308"/>
                <a:gd name="connsiteX553" fmla="*/ 54098 w 406555"/>
                <a:gd name="connsiteY553" fmla="*/ 636062 h 721308"/>
                <a:gd name="connsiteX554" fmla="*/ 54098 w 406555"/>
                <a:gd name="connsiteY554" fmla="*/ 631145 h 721308"/>
                <a:gd name="connsiteX555" fmla="*/ 54098 w 406555"/>
                <a:gd name="connsiteY555" fmla="*/ 627866 h 721308"/>
                <a:gd name="connsiteX556" fmla="*/ 54098 w 406555"/>
                <a:gd name="connsiteY556" fmla="*/ 622948 h 721308"/>
                <a:gd name="connsiteX557" fmla="*/ 55737 w 406555"/>
                <a:gd name="connsiteY557" fmla="*/ 619669 h 721308"/>
                <a:gd name="connsiteX558" fmla="*/ 55737 w 406555"/>
                <a:gd name="connsiteY558" fmla="*/ 616390 h 721308"/>
                <a:gd name="connsiteX559" fmla="*/ 55737 w 406555"/>
                <a:gd name="connsiteY559" fmla="*/ 616390 h 721308"/>
                <a:gd name="connsiteX560" fmla="*/ 54098 w 406555"/>
                <a:gd name="connsiteY560" fmla="*/ 611472 h 721308"/>
                <a:gd name="connsiteX561" fmla="*/ 52458 w 406555"/>
                <a:gd name="connsiteY561" fmla="*/ 608194 h 721308"/>
                <a:gd name="connsiteX562" fmla="*/ 52458 w 406555"/>
                <a:gd name="connsiteY562" fmla="*/ 604915 h 721308"/>
                <a:gd name="connsiteX563" fmla="*/ 50820 w 406555"/>
                <a:gd name="connsiteY563" fmla="*/ 599997 h 721308"/>
                <a:gd name="connsiteX564" fmla="*/ 50820 w 406555"/>
                <a:gd name="connsiteY564" fmla="*/ 596718 h 721308"/>
                <a:gd name="connsiteX565" fmla="*/ 50820 w 406555"/>
                <a:gd name="connsiteY565" fmla="*/ 593440 h 721308"/>
                <a:gd name="connsiteX566" fmla="*/ 47541 w 406555"/>
                <a:gd name="connsiteY566" fmla="*/ 590161 h 721308"/>
                <a:gd name="connsiteX567" fmla="*/ 45901 w 406555"/>
                <a:gd name="connsiteY567" fmla="*/ 586882 h 721308"/>
                <a:gd name="connsiteX568" fmla="*/ 44262 w 406555"/>
                <a:gd name="connsiteY568" fmla="*/ 581965 h 721308"/>
                <a:gd name="connsiteX569" fmla="*/ 44262 w 406555"/>
                <a:gd name="connsiteY569" fmla="*/ 577046 h 721308"/>
                <a:gd name="connsiteX570" fmla="*/ 40983 w 406555"/>
                <a:gd name="connsiteY570" fmla="*/ 573768 h 721308"/>
                <a:gd name="connsiteX571" fmla="*/ 39344 w 406555"/>
                <a:gd name="connsiteY571" fmla="*/ 570489 h 721308"/>
                <a:gd name="connsiteX572" fmla="*/ 39344 w 406555"/>
                <a:gd name="connsiteY572" fmla="*/ 565571 h 721308"/>
                <a:gd name="connsiteX573" fmla="*/ 40983 w 406555"/>
                <a:gd name="connsiteY573" fmla="*/ 562292 h 721308"/>
                <a:gd name="connsiteX574" fmla="*/ 39344 w 406555"/>
                <a:gd name="connsiteY574" fmla="*/ 559013 h 721308"/>
                <a:gd name="connsiteX575" fmla="*/ 39344 w 406555"/>
                <a:gd name="connsiteY575" fmla="*/ 554096 h 721308"/>
                <a:gd name="connsiteX576" fmla="*/ 37705 w 406555"/>
                <a:gd name="connsiteY576" fmla="*/ 549178 h 721308"/>
                <a:gd name="connsiteX577" fmla="*/ 36065 w 406555"/>
                <a:gd name="connsiteY577" fmla="*/ 545899 h 721308"/>
                <a:gd name="connsiteX578" fmla="*/ 36065 w 406555"/>
                <a:gd name="connsiteY578" fmla="*/ 540981 h 721308"/>
                <a:gd name="connsiteX579" fmla="*/ 34426 w 406555"/>
                <a:gd name="connsiteY579" fmla="*/ 537702 h 721308"/>
                <a:gd name="connsiteX580" fmla="*/ 34426 w 406555"/>
                <a:gd name="connsiteY580" fmla="*/ 532784 h 721308"/>
                <a:gd name="connsiteX581" fmla="*/ 32787 w 406555"/>
                <a:gd name="connsiteY581" fmla="*/ 529506 h 721308"/>
                <a:gd name="connsiteX582" fmla="*/ 32787 w 406555"/>
                <a:gd name="connsiteY582" fmla="*/ 527866 h 721308"/>
                <a:gd name="connsiteX583" fmla="*/ 32787 w 406555"/>
                <a:gd name="connsiteY583" fmla="*/ 526227 h 721308"/>
                <a:gd name="connsiteX584" fmla="*/ 36065 w 406555"/>
                <a:gd name="connsiteY584" fmla="*/ 522948 h 721308"/>
                <a:gd name="connsiteX585" fmla="*/ 37705 w 406555"/>
                <a:gd name="connsiteY585" fmla="*/ 521309 h 721308"/>
                <a:gd name="connsiteX586" fmla="*/ 40983 w 406555"/>
                <a:gd name="connsiteY586" fmla="*/ 518030 h 721308"/>
                <a:gd name="connsiteX587" fmla="*/ 44262 w 406555"/>
                <a:gd name="connsiteY587" fmla="*/ 513112 h 721308"/>
                <a:gd name="connsiteX588" fmla="*/ 45901 w 406555"/>
                <a:gd name="connsiteY588" fmla="*/ 509833 h 721308"/>
                <a:gd name="connsiteX589" fmla="*/ 47541 w 406555"/>
                <a:gd name="connsiteY589" fmla="*/ 509833 h 721308"/>
                <a:gd name="connsiteX590" fmla="*/ 50820 w 406555"/>
                <a:gd name="connsiteY590" fmla="*/ 506555 h 721308"/>
                <a:gd name="connsiteX591" fmla="*/ 54098 w 406555"/>
                <a:gd name="connsiteY591" fmla="*/ 503276 h 721308"/>
                <a:gd name="connsiteX592" fmla="*/ 57377 w 406555"/>
                <a:gd name="connsiteY592" fmla="*/ 498358 h 721308"/>
                <a:gd name="connsiteX593" fmla="*/ 60655 w 406555"/>
                <a:gd name="connsiteY593" fmla="*/ 495079 h 721308"/>
                <a:gd name="connsiteX594" fmla="*/ 63934 w 406555"/>
                <a:gd name="connsiteY594" fmla="*/ 491801 h 721308"/>
                <a:gd name="connsiteX595" fmla="*/ 67213 w 406555"/>
                <a:gd name="connsiteY595" fmla="*/ 486883 h 721308"/>
                <a:gd name="connsiteX596" fmla="*/ 70491 w 406555"/>
                <a:gd name="connsiteY596" fmla="*/ 483604 h 721308"/>
                <a:gd name="connsiteX597" fmla="*/ 73770 w 406555"/>
                <a:gd name="connsiteY597" fmla="*/ 480325 h 721308"/>
                <a:gd name="connsiteX598" fmla="*/ 75410 w 406555"/>
                <a:gd name="connsiteY598" fmla="*/ 477047 h 721308"/>
                <a:gd name="connsiteX599" fmla="*/ 78688 w 406555"/>
                <a:gd name="connsiteY599" fmla="*/ 478686 h 721308"/>
                <a:gd name="connsiteX600" fmla="*/ 77049 w 406555"/>
                <a:gd name="connsiteY600" fmla="*/ 475408 h 721308"/>
                <a:gd name="connsiteX601" fmla="*/ 75410 w 406555"/>
                <a:gd name="connsiteY601" fmla="*/ 470489 h 721308"/>
                <a:gd name="connsiteX602" fmla="*/ 75410 w 406555"/>
                <a:gd name="connsiteY602" fmla="*/ 467211 h 721308"/>
                <a:gd name="connsiteX603" fmla="*/ 78688 w 406555"/>
                <a:gd name="connsiteY603" fmla="*/ 463932 h 721308"/>
                <a:gd name="connsiteX604" fmla="*/ 80327 w 406555"/>
                <a:gd name="connsiteY604" fmla="*/ 459014 h 721308"/>
                <a:gd name="connsiteX605" fmla="*/ 80327 w 406555"/>
                <a:gd name="connsiteY605" fmla="*/ 455735 h 721308"/>
                <a:gd name="connsiteX606" fmla="*/ 80327 w 406555"/>
                <a:gd name="connsiteY606" fmla="*/ 450818 h 721308"/>
                <a:gd name="connsiteX607" fmla="*/ 80327 w 406555"/>
                <a:gd name="connsiteY607" fmla="*/ 447539 h 721308"/>
                <a:gd name="connsiteX608" fmla="*/ 83606 w 406555"/>
                <a:gd name="connsiteY608" fmla="*/ 444260 h 721308"/>
                <a:gd name="connsiteX609" fmla="*/ 86885 w 406555"/>
                <a:gd name="connsiteY609" fmla="*/ 442621 h 721308"/>
                <a:gd name="connsiteX610" fmla="*/ 90164 w 406555"/>
                <a:gd name="connsiteY610" fmla="*/ 437703 h 721308"/>
                <a:gd name="connsiteX611" fmla="*/ 90164 w 406555"/>
                <a:gd name="connsiteY611" fmla="*/ 437703 h 721308"/>
                <a:gd name="connsiteX612" fmla="*/ 93442 w 406555"/>
                <a:gd name="connsiteY612" fmla="*/ 434424 h 721308"/>
                <a:gd name="connsiteX613" fmla="*/ 93442 w 406555"/>
                <a:gd name="connsiteY613" fmla="*/ 434424 h 721308"/>
                <a:gd name="connsiteX614" fmla="*/ 95081 w 406555"/>
                <a:gd name="connsiteY614" fmla="*/ 429506 h 721308"/>
                <a:gd name="connsiteX615" fmla="*/ 95081 w 406555"/>
                <a:gd name="connsiteY615" fmla="*/ 426228 h 721308"/>
                <a:gd name="connsiteX616" fmla="*/ 98360 w 406555"/>
                <a:gd name="connsiteY616" fmla="*/ 422949 h 721308"/>
                <a:gd name="connsiteX617" fmla="*/ 100000 w 406555"/>
                <a:gd name="connsiteY617" fmla="*/ 419670 h 721308"/>
                <a:gd name="connsiteX618" fmla="*/ 100000 w 406555"/>
                <a:gd name="connsiteY618" fmla="*/ 416391 h 721308"/>
                <a:gd name="connsiteX619" fmla="*/ 101639 w 406555"/>
                <a:gd name="connsiteY619" fmla="*/ 411473 h 721308"/>
                <a:gd name="connsiteX620" fmla="*/ 100000 w 406555"/>
                <a:gd name="connsiteY620" fmla="*/ 408195 h 721308"/>
                <a:gd name="connsiteX621" fmla="*/ 100000 w 406555"/>
                <a:gd name="connsiteY621" fmla="*/ 404916 h 721308"/>
                <a:gd name="connsiteX622" fmla="*/ 95081 w 406555"/>
                <a:gd name="connsiteY622" fmla="*/ 404916 h 721308"/>
                <a:gd name="connsiteX623" fmla="*/ 95081 w 406555"/>
                <a:gd name="connsiteY623" fmla="*/ 401637 h 721308"/>
                <a:gd name="connsiteX624" fmla="*/ 95081 w 406555"/>
                <a:gd name="connsiteY624" fmla="*/ 398359 h 721308"/>
                <a:gd name="connsiteX625" fmla="*/ 91803 w 406555"/>
                <a:gd name="connsiteY625" fmla="*/ 395080 h 721308"/>
                <a:gd name="connsiteX626" fmla="*/ 93442 w 406555"/>
                <a:gd name="connsiteY626" fmla="*/ 391801 h 721308"/>
                <a:gd name="connsiteX627" fmla="*/ 95081 w 406555"/>
                <a:gd name="connsiteY627" fmla="*/ 386883 h 721308"/>
                <a:gd name="connsiteX628" fmla="*/ 95081 w 406555"/>
                <a:gd name="connsiteY628" fmla="*/ 383605 h 721308"/>
                <a:gd name="connsiteX629" fmla="*/ 96721 w 406555"/>
                <a:gd name="connsiteY629" fmla="*/ 380326 h 721308"/>
                <a:gd name="connsiteX630" fmla="*/ 93442 w 406555"/>
                <a:gd name="connsiteY630" fmla="*/ 375408 h 721308"/>
                <a:gd name="connsiteX631" fmla="*/ 90164 w 406555"/>
                <a:gd name="connsiteY631" fmla="*/ 375408 h 721308"/>
                <a:gd name="connsiteX632" fmla="*/ 90164 w 406555"/>
                <a:gd name="connsiteY632" fmla="*/ 375408 h 721308"/>
                <a:gd name="connsiteX633" fmla="*/ 91803 w 406555"/>
                <a:gd name="connsiteY633" fmla="*/ 372129 h 721308"/>
                <a:gd name="connsiteX634" fmla="*/ 90164 w 406555"/>
                <a:gd name="connsiteY634" fmla="*/ 370490 h 721308"/>
                <a:gd name="connsiteX635" fmla="*/ 91803 w 406555"/>
                <a:gd name="connsiteY635" fmla="*/ 367211 h 721308"/>
                <a:gd name="connsiteX636" fmla="*/ 95081 w 406555"/>
                <a:gd name="connsiteY636" fmla="*/ 365572 h 721308"/>
                <a:gd name="connsiteX637" fmla="*/ 98360 w 406555"/>
                <a:gd name="connsiteY637" fmla="*/ 365572 h 721308"/>
                <a:gd name="connsiteX638" fmla="*/ 100000 w 406555"/>
                <a:gd name="connsiteY638" fmla="*/ 362293 h 721308"/>
                <a:gd name="connsiteX639" fmla="*/ 98360 w 406555"/>
                <a:gd name="connsiteY639" fmla="*/ 357375 h 721308"/>
                <a:gd name="connsiteX640" fmla="*/ 98360 w 406555"/>
                <a:gd name="connsiteY640" fmla="*/ 354096 h 721308"/>
                <a:gd name="connsiteX641" fmla="*/ 101639 w 406555"/>
                <a:gd name="connsiteY641" fmla="*/ 352457 h 721308"/>
                <a:gd name="connsiteX642" fmla="*/ 103278 w 406555"/>
                <a:gd name="connsiteY642" fmla="*/ 349179 h 721308"/>
                <a:gd name="connsiteX643" fmla="*/ 103278 w 406555"/>
                <a:gd name="connsiteY643" fmla="*/ 349179 h 721308"/>
                <a:gd name="connsiteX644" fmla="*/ 104917 w 406555"/>
                <a:gd name="connsiteY644" fmla="*/ 345900 h 721308"/>
                <a:gd name="connsiteX645" fmla="*/ 101639 w 406555"/>
                <a:gd name="connsiteY645" fmla="*/ 344261 h 721308"/>
                <a:gd name="connsiteX646" fmla="*/ 103278 w 406555"/>
                <a:gd name="connsiteY646" fmla="*/ 339342 h 721308"/>
                <a:gd name="connsiteX647" fmla="*/ 101639 w 406555"/>
                <a:gd name="connsiteY647" fmla="*/ 336064 h 721308"/>
                <a:gd name="connsiteX648" fmla="*/ 101639 w 406555"/>
                <a:gd name="connsiteY648" fmla="*/ 332785 h 721308"/>
                <a:gd name="connsiteX649" fmla="*/ 101639 w 406555"/>
                <a:gd name="connsiteY649" fmla="*/ 327867 h 721308"/>
                <a:gd name="connsiteX650" fmla="*/ 101639 w 406555"/>
                <a:gd name="connsiteY650" fmla="*/ 324588 h 721308"/>
                <a:gd name="connsiteX651" fmla="*/ 104917 w 406555"/>
                <a:gd name="connsiteY651" fmla="*/ 319671 h 721308"/>
                <a:gd name="connsiteX652" fmla="*/ 104917 w 406555"/>
                <a:gd name="connsiteY652" fmla="*/ 316392 h 721308"/>
                <a:gd name="connsiteX653" fmla="*/ 104917 w 406555"/>
                <a:gd name="connsiteY653" fmla="*/ 313113 h 721308"/>
                <a:gd name="connsiteX654" fmla="*/ 101639 w 406555"/>
                <a:gd name="connsiteY654" fmla="*/ 309835 h 721308"/>
                <a:gd name="connsiteX655" fmla="*/ 103278 w 406555"/>
                <a:gd name="connsiteY655" fmla="*/ 304916 h 721308"/>
                <a:gd name="connsiteX656" fmla="*/ 104917 w 406555"/>
                <a:gd name="connsiteY656" fmla="*/ 303277 h 721308"/>
                <a:gd name="connsiteX657" fmla="*/ 104917 w 406555"/>
                <a:gd name="connsiteY657" fmla="*/ 303277 h 721308"/>
                <a:gd name="connsiteX658" fmla="*/ 103278 w 406555"/>
                <a:gd name="connsiteY658" fmla="*/ 298359 h 721308"/>
                <a:gd name="connsiteX659" fmla="*/ 103278 w 406555"/>
                <a:gd name="connsiteY659" fmla="*/ 296720 h 721308"/>
                <a:gd name="connsiteX660" fmla="*/ 103278 w 406555"/>
                <a:gd name="connsiteY660" fmla="*/ 293441 h 721308"/>
                <a:gd name="connsiteX661" fmla="*/ 100000 w 406555"/>
                <a:gd name="connsiteY661" fmla="*/ 288523 h 721308"/>
                <a:gd name="connsiteX662" fmla="*/ 98360 w 406555"/>
                <a:gd name="connsiteY662" fmla="*/ 285244 h 721308"/>
                <a:gd name="connsiteX663" fmla="*/ 100000 w 406555"/>
                <a:gd name="connsiteY663" fmla="*/ 281966 h 721308"/>
                <a:gd name="connsiteX664" fmla="*/ 103278 w 406555"/>
                <a:gd name="connsiteY664" fmla="*/ 278687 h 721308"/>
                <a:gd name="connsiteX665" fmla="*/ 103278 w 406555"/>
                <a:gd name="connsiteY665" fmla="*/ 273769 h 721308"/>
                <a:gd name="connsiteX666" fmla="*/ 103278 w 406555"/>
                <a:gd name="connsiteY666" fmla="*/ 273769 h 721308"/>
                <a:gd name="connsiteX667" fmla="*/ 100000 w 406555"/>
                <a:gd name="connsiteY667" fmla="*/ 275408 h 721308"/>
                <a:gd name="connsiteX668" fmla="*/ 95081 w 406555"/>
                <a:gd name="connsiteY668" fmla="*/ 275408 h 721308"/>
                <a:gd name="connsiteX669" fmla="*/ 93442 w 406555"/>
                <a:gd name="connsiteY669" fmla="*/ 273769 h 721308"/>
                <a:gd name="connsiteX670" fmla="*/ 93442 w 406555"/>
                <a:gd name="connsiteY670" fmla="*/ 268851 h 721308"/>
                <a:gd name="connsiteX671" fmla="*/ 88524 w 406555"/>
                <a:gd name="connsiteY671" fmla="*/ 267212 h 721308"/>
                <a:gd name="connsiteX672" fmla="*/ 85245 w 406555"/>
                <a:gd name="connsiteY672" fmla="*/ 265572 h 721308"/>
                <a:gd name="connsiteX673" fmla="*/ 81967 w 406555"/>
                <a:gd name="connsiteY673" fmla="*/ 263933 h 721308"/>
                <a:gd name="connsiteX674" fmla="*/ 78688 w 406555"/>
                <a:gd name="connsiteY674" fmla="*/ 262294 h 721308"/>
                <a:gd name="connsiteX675" fmla="*/ 73770 w 406555"/>
                <a:gd name="connsiteY675" fmla="*/ 262294 h 721308"/>
                <a:gd name="connsiteX676" fmla="*/ 70491 w 406555"/>
                <a:gd name="connsiteY676" fmla="*/ 262294 h 721308"/>
                <a:gd name="connsiteX677" fmla="*/ 67213 w 406555"/>
                <a:gd name="connsiteY677" fmla="*/ 262294 h 721308"/>
                <a:gd name="connsiteX678" fmla="*/ 62295 w 406555"/>
                <a:gd name="connsiteY678" fmla="*/ 259015 h 721308"/>
                <a:gd name="connsiteX679" fmla="*/ 59016 w 406555"/>
                <a:gd name="connsiteY679" fmla="*/ 255736 h 721308"/>
                <a:gd name="connsiteX680" fmla="*/ 55737 w 406555"/>
                <a:gd name="connsiteY680" fmla="*/ 252458 h 721308"/>
                <a:gd name="connsiteX681" fmla="*/ 52458 w 406555"/>
                <a:gd name="connsiteY681" fmla="*/ 252458 h 721308"/>
                <a:gd name="connsiteX682" fmla="*/ 47541 w 406555"/>
                <a:gd name="connsiteY682" fmla="*/ 250818 h 721308"/>
                <a:gd name="connsiteX683" fmla="*/ 44262 w 406555"/>
                <a:gd name="connsiteY683" fmla="*/ 249179 h 721308"/>
                <a:gd name="connsiteX684" fmla="*/ 40983 w 406555"/>
                <a:gd name="connsiteY684" fmla="*/ 245901 h 721308"/>
                <a:gd name="connsiteX685" fmla="*/ 37705 w 406555"/>
                <a:gd name="connsiteY685" fmla="*/ 244261 h 721308"/>
                <a:gd name="connsiteX686" fmla="*/ 34426 w 406555"/>
                <a:gd name="connsiteY686" fmla="*/ 242622 h 721308"/>
                <a:gd name="connsiteX687" fmla="*/ 29508 w 406555"/>
                <a:gd name="connsiteY687" fmla="*/ 245901 h 721308"/>
                <a:gd name="connsiteX688" fmla="*/ 26229 w 406555"/>
                <a:gd name="connsiteY688" fmla="*/ 242622 h 721308"/>
                <a:gd name="connsiteX689" fmla="*/ 13114 w 406555"/>
                <a:gd name="connsiteY689" fmla="*/ 242622 h 721308"/>
                <a:gd name="connsiteX690" fmla="*/ 6557 w 406555"/>
                <a:gd name="connsiteY690" fmla="*/ 242622 h 721308"/>
                <a:gd name="connsiteX691" fmla="*/ 6557 w 406555"/>
                <a:gd name="connsiteY691" fmla="*/ 237704 h 721308"/>
                <a:gd name="connsiteX692" fmla="*/ 6557 w 406555"/>
                <a:gd name="connsiteY692" fmla="*/ 234425 h 721308"/>
                <a:gd name="connsiteX693" fmla="*/ 6557 w 406555"/>
                <a:gd name="connsiteY693" fmla="*/ 231146 h 721308"/>
                <a:gd name="connsiteX694" fmla="*/ 6557 w 406555"/>
                <a:gd name="connsiteY694" fmla="*/ 226228 h 721308"/>
                <a:gd name="connsiteX695" fmla="*/ 6557 w 406555"/>
                <a:gd name="connsiteY695" fmla="*/ 224589 h 721308"/>
                <a:gd name="connsiteX696" fmla="*/ 6557 w 406555"/>
                <a:gd name="connsiteY696" fmla="*/ 221310 h 721308"/>
                <a:gd name="connsiteX697" fmla="*/ 6557 w 406555"/>
                <a:gd name="connsiteY697" fmla="*/ 218032 h 721308"/>
                <a:gd name="connsiteX698" fmla="*/ 4918 w 406555"/>
                <a:gd name="connsiteY698" fmla="*/ 213114 h 721308"/>
                <a:gd name="connsiteX699" fmla="*/ 1639 w 406555"/>
                <a:gd name="connsiteY699" fmla="*/ 209835 h 721308"/>
                <a:gd name="connsiteX700" fmla="*/ 1639 w 406555"/>
                <a:gd name="connsiteY700" fmla="*/ 206556 h 721308"/>
                <a:gd name="connsiteX701" fmla="*/ 0 w 406555"/>
                <a:gd name="connsiteY701" fmla="*/ 203278 h 721308"/>
                <a:gd name="connsiteX702" fmla="*/ 0 w 406555"/>
                <a:gd name="connsiteY702" fmla="*/ 198359 h 721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</a:cxnLst>
              <a:rect l="l" t="t" r="r" b="b"/>
              <a:pathLst>
                <a:path w="406555" h="721308">
                  <a:moveTo>
                    <a:pt x="0" y="198359"/>
                  </a:moveTo>
                  <a:lnTo>
                    <a:pt x="0" y="198359"/>
                  </a:lnTo>
                  <a:lnTo>
                    <a:pt x="3278" y="198359"/>
                  </a:lnTo>
                  <a:lnTo>
                    <a:pt x="8197" y="195081"/>
                  </a:lnTo>
                  <a:lnTo>
                    <a:pt x="11475" y="193442"/>
                  </a:lnTo>
                  <a:lnTo>
                    <a:pt x="14754" y="191802"/>
                  </a:lnTo>
                  <a:lnTo>
                    <a:pt x="19672" y="190163"/>
                  </a:lnTo>
                  <a:lnTo>
                    <a:pt x="22951" y="188524"/>
                  </a:lnTo>
                  <a:lnTo>
                    <a:pt x="26229" y="188524"/>
                  </a:lnTo>
                  <a:lnTo>
                    <a:pt x="31147" y="186884"/>
                  </a:lnTo>
                  <a:lnTo>
                    <a:pt x="34426" y="185245"/>
                  </a:lnTo>
                  <a:lnTo>
                    <a:pt x="37705" y="185245"/>
                  </a:lnTo>
                  <a:lnTo>
                    <a:pt x="42623" y="183605"/>
                  </a:lnTo>
                  <a:lnTo>
                    <a:pt x="45901" y="183605"/>
                  </a:lnTo>
                  <a:lnTo>
                    <a:pt x="49180" y="181966"/>
                  </a:lnTo>
                  <a:lnTo>
                    <a:pt x="52458" y="180327"/>
                  </a:lnTo>
                  <a:lnTo>
                    <a:pt x="55737" y="178688"/>
                  </a:lnTo>
                  <a:lnTo>
                    <a:pt x="59016" y="177048"/>
                  </a:lnTo>
                  <a:lnTo>
                    <a:pt x="62295" y="175409"/>
                  </a:lnTo>
                  <a:lnTo>
                    <a:pt x="67213" y="173769"/>
                  </a:lnTo>
                  <a:lnTo>
                    <a:pt x="70491" y="172130"/>
                  </a:lnTo>
                  <a:lnTo>
                    <a:pt x="73770" y="170491"/>
                  </a:lnTo>
                  <a:lnTo>
                    <a:pt x="78688" y="170491"/>
                  </a:lnTo>
                  <a:lnTo>
                    <a:pt x="81967" y="168851"/>
                  </a:lnTo>
                  <a:lnTo>
                    <a:pt x="81967" y="168851"/>
                  </a:lnTo>
                  <a:lnTo>
                    <a:pt x="86885" y="167212"/>
                  </a:lnTo>
                  <a:lnTo>
                    <a:pt x="90164" y="165573"/>
                  </a:lnTo>
                  <a:lnTo>
                    <a:pt x="95081" y="163934"/>
                  </a:lnTo>
                  <a:lnTo>
                    <a:pt x="100000" y="162294"/>
                  </a:lnTo>
                  <a:lnTo>
                    <a:pt x="103278" y="160655"/>
                  </a:lnTo>
                  <a:lnTo>
                    <a:pt x="108196" y="159015"/>
                  </a:lnTo>
                  <a:lnTo>
                    <a:pt x="111475" y="157376"/>
                  </a:lnTo>
                  <a:lnTo>
                    <a:pt x="116393" y="155737"/>
                  </a:lnTo>
                  <a:lnTo>
                    <a:pt x="119671" y="157376"/>
                  </a:lnTo>
                  <a:lnTo>
                    <a:pt x="119671" y="162294"/>
                  </a:lnTo>
                  <a:lnTo>
                    <a:pt x="122950" y="165573"/>
                  </a:lnTo>
                  <a:lnTo>
                    <a:pt x="124590" y="168851"/>
                  </a:lnTo>
                  <a:lnTo>
                    <a:pt x="126229" y="173769"/>
                  </a:lnTo>
                  <a:lnTo>
                    <a:pt x="129508" y="177048"/>
                  </a:lnTo>
                  <a:lnTo>
                    <a:pt x="134425" y="180327"/>
                  </a:lnTo>
                  <a:lnTo>
                    <a:pt x="134425" y="177048"/>
                  </a:lnTo>
                  <a:lnTo>
                    <a:pt x="139344" y="178688"/>
                  </a:lnTo>
                  <a:lnTo>
                    <a:pt x="142622" y="175409"/>
                  </a:lnTo>
                  <a:lnTo>
                    <a:pt x="145901" y="175409"/>
                  </a:lnTo>
                  <a:lnTo>
                    <a:pt x="150819" y="173769"/>
                  </a:lnTo>
                  <a:lnTo>
                    <a:pt x="154098" y="173769"/>
                  </a:lnTo>
                  <a:lnTo>
                    <a:pt x="159015" y="172130"/>
                  </a:lnTo>
                  <a:lnTo>
                    <a:pt x="162294" y="175409"/>
                  </a:lnTo>
                  <a:lnTo>
                    <a:pt x="163934" y="178688"/>
                  </a:lnTo>
                  <a:lnTo>
                    <a:pt x="165573" y="181966"/>
                  </a:lnTo>
                  <a:lnTo>
                    <a:pt x="165573" y="186884"/>
                  </a:lnTo>
                  <a:lnTo>
                    <a:pt x="167212" y="190163"/>
                  </a:lnTo>
                  <a:lnTo>
                    <a:pt x="167212" y="195081"/>
                  </a:lnTo>
                  <a:lnTo>
                    <a:pt x="168851" y="198359"/>
                  </a:lnTo>
                  <a:lnTo>
                    <a:pt x="167212" y="201638"/>
                  </a:lnTo>
                  <a:lnTo>
                    <a:pt x="167212" y="204917"/>
                  </a:lnTo>
                  <a:lnTo>
                    <a:pt x="167212" y="208195"/>
                  </a:lnTo>
                  <a:lnTo>
                    <a:pt x="167212" y="211474"/>
                  </a:lnTo>
                  <a:lnTo>
                    <a:pt x="163934" y="216392"/>
                  </a:lnTo>
                  <a:lnTo>
                    <a:pt x="160655" y="219671"/>
                  </a:lnTo>
                  <a:lnTo>
                    <a:pt x="160655" y="224589"/>
                  </a:lnTo>
                  <a:lnTo>
                    <a:pt x="160655" y="224589"/>
                  </a:lnTo>
                  <a:lnTo>
                    <a:pt x="159015" y="229507"/>
                  </a:lnTo>
                  <a:lnTo>
                    <a:pt x="155737" y="232786"/>
                  </a:lnTo>
                  <a:lnTo>
                    <a:pt x="154098" y="236064"/>
                  </a:lnTo>
                  <a:lnTo>
                    <a:pt x="155737" y="240982"/>
                  </a:lnTo>
                  <a:lnTo>
                    <a:pt x="159015" y="244261"/>
                  </a:lnTo>
                  <a:lnTo>
                    <a:pt x="159015" y="247539"/>
                  </a:lnTo>
                  <a:lnTo>
                    <a:pt x="159015" y="252458"/>
                  </a:lnTo>
                  <a:lnTo>
                    <a:pt x="162294" y="255736"/>
                  </a:lnTo>
                  <a:lnTo>
                    <a:pt x="165573" y="259015"/>
                  </a:lnTo>
                  <a:lnTo>
                    <a:pt x="168851" y="262294"/>
                  </a:lnTo>
                  <a:lnTo>
                    <a:pt x="172130" y="267212"/>
                  </a:lnTo>
                  <a:lnTo>
                    <a:pt x="175409" y="270491"/>
                  </a:lnTo>
                  <a:lnTo>
                    <a:pt x="178688" y="273769"/>
                  </a:lnTo>
                  <a:lnTo>
                    <a:pt x="180327" y="278687"/>
                  </a:lnTo>
                  <a:lnTo>
                    <a:pt x="181966" y="278687"/>
                  </a:lnTo>
                  <a:lnTo>
                    <a:pt x="186884" y="281966"/>
                  </a:lnTo>
                  <a:lnTo>
                    <a:pt x="185245" y="285244"/>
                  </a:lnTo>
                  <a:lnTo>
                    <a:pt x="181966" y="288523"/>
                  </a:lnTo>
                  <a:lnTo>
                    <a:pt x="183605" y="293441"/>
                  </a:lnTo>
                  <a:lnTo>
                    <a:pt x="188524" y="293441"/>
                  </a:lnTo>
                  <a:lnTo>
                    <a:pt x="190163" y="293441"/>
                  </a:lnTo>
                  <a:lnTo>
                    <a:pt x="191802" y="293441"/>
                  </a:lnTo>
                  <a:lnTo>
                    <a:pt x="191802" y="290162"/>
                  </a:lnTo>
                  <a:lnTo>
                    <a:pt x="191802" y="286884"/>
                  </a:lnTo>
                  <a:lnTo>
                    <a:pt x="191802" y="283605"/>
                  </a:lnTo>
                  <a:lnTo>
                    <a:pt x="191802" y="278687"/>
                  </a:lnTo>
                  <a:lnTo>
                    <a:pt x="191802" y="275408"/>
                  </a:lnTo>
                  <a:lnTo>
                    <a:pt x="190163" y="272130"/>
                  </a:lnTo>
                  <a:lnTo>
                    <a:pt x="186884" y="267212"/>
                  </a:lnTo>
                  <a:lnTo>
                    <a:pt x="186884" y="267212"/>
                  </a:lnTo>
                  <a:lnTo>
                    <a:pt x="186884" y="267212"/>
                  </a:lnTo>
                  <a:lnTo>
                    <a:pt x="186884" y="267212"/>
                  </a:lnTo>
                  <a:lnTo>
                    <a:pt x="186884" y="267212"/>
                  </a:lnTo>
                  <a:lnTo>
                    <a:pt x="188524" y="265572"/>
                  </a:lnTo>
                  <a:lnTo>
                    <a:pt x="190163" y="262294"/>
                  </a:lnTo>
                  <a:lnTo>
                    <a:pt x="191802" y="259015"/>
                  </a:lnTo>
                  <a:lnTo>
                    <a:pt x="191802" y="254097"/>
                  </a:lnTo>
                  <a:lnTo>
                    <a:pt x="195081" y="250818"/>
                  </a:lnTo>
                  <a:lnTo>
                    <a:pt x="199999" y="249179"/>
                  </a:lnTo>
                  <a:lnTo>
                    <a:pt x="203278" y="249179"/>
                  </a:lnTo>
                  <a:lnTo>
                    <a:pt x="206557" y="247539"/>
                  </a:lnTo>
                  <a:lnTo>
                    <a:pt x="209835" y="245901"/>
                  </a:lnTo>
                  <a:lnTo>
                    <a:pt x="211474" y="245901"/>
                  </a:lnTo>
                  <a:lnTo>
                    <a:pt x="211474" y="245901"/>
                  </a:lnTo>
                  <a:lnTo>
                    <a:pt x="213114" y="240982"/>
                  </a:lnTo>
                  <a:lnTo>
                    <a:pt x="213114" y="237704"/>
                  </a:lnTo>
                  <a:lnTo>
                    <a:pt x="214753" y="234425"/>
                  </a:lnTo>
                  <a:lnTo>
                    <a:pt x="214753" y="231146"/>
                  </a:lnTo>
                  <a:lnTo>
                    <a:pt x="214753" y="226228"/>
                  </a:lnTo>
                  <a:lnTo>
                    <a:pt x="214753" y="222949"/>
                  </a:lnTo>
                  <a:lnTo>
                    <a:pt x="216392" y="219671"/>
                  </a:lnTo>
                  <a:lnTo>
                    <a:pt x="214753" y="214753"/>
                  </a:lnTo>
                  <a:lnTo>
                    <a:pt x="214753" y="213114"/>
                  </a:lnTo>
                  <a:lnTo>
                    <a:pt x="214753" y="209835"/>
                  </a:lnTo>
                  <a:lnTo>
                    <a:pt x="213114" y="206556"/>
                  </a:lnTo>
                  <a:lnTo>
                    <a:pt x="214753" y="203278"/>
                  </a:lnTo>
                  <a:lnTo>
                    <a:pt x="216392" y="198359"/>
                  </a:lnTo>
                  <a:lnTo>
                    <a:pt x="218032" y="196720"/>
                  </a:lnTo>
                  <a:lnTo>
                    <a:pt x="216392" y="193442"/>
                  </a:lnTo>
                  <a:lnTo>
                    <a:pt x="216392" y="188524"/>
                  </a:lnTo>
                  <a:lnTo>
                    <a:pt x="216392" y="186884"/>
                  </a:lnTo>
                  <a:lnTo>
                    <a:pt x="216392" y="183605"/>
                  </a:lnTo>
                  <a:lnTo>
                    <a:pt x="216392" y="181966"/>
                  </a:lnTo>
                  <a:lnTo>
                    <a:pt x="213114" y="178688"/>
                  </a:lnTo>
                  <a:lnTo>
                    <a:pt x="209835" y="175409"/>
                  </a:lnTo>
                  <a:lnTo>
                    <a:pt x="208195" y="170491"/>
                  </a:lnTo>
                  <a:lnTo>
                    <a:pt x="206557" y="170491"/>
                  </a:lnTo>
                  <a:lnTo>
                    <a:pt x="204917" y="165573"/>
                  </a:lnTo>
                  <a:lnTo>
                    <a:pt x="203278" y="160655"/>
                  </a:lnTo>
                  <a:lnTo>
                    <a:pt x="199999" y="157376"/>
                  </a:lnTo>
                  <a:lnTo>
                    <a:pt x="196720" y="152458"/>
                  </a:lnTo>
                  <a:lnTo>
                    <a:pt x="193442" y="149179"/>
                  </a:lnTo>
                  <a:lnTo>
                    <a:pt x="191802" y="145901"/>
                  </a:lnTo>
                  <a:lnTo>
                    <a:pt x="188524" y="140983"/>
                  </a:lnTo>
                  <a:lnTo>
                    <a:pt x="185245" y="137704"/>
                  </a:lnTo>
                  <a:lnTo>
                    <a:pt x="183605" y="136065"/>
                  </a:lnTo>
                  <a:lnTo>
                    <a:pt x="180327" y="132786"/>
                  </a:lnTo>
                  <a:lnTo>
                    <a:pt x="178688" y="132786"/>
                  </a:lnTo>
                  <a:lnTo>
                    <a:pt x="175409" y="132786"/>
                  </a:lnTo>
                  <a:lnTo>
                    <a:pt x="170491" y="129508"/>
                  </a:lnTo>
                  <a:lnTo>
                    <a:pt x="168851" y="126229"/>
                  </a:lnTo>
                  <a:lnTo>
                    <a:pt x="168851" y="122950"/>
                  </a:lnTo>
                  <a:lnTo>
                    <a:pt x="168851" y="118032"/>
                  </a:lnTo>
                  <a:lnTo>
                    <a:pt x="168851" y="114754"/>
                  </a:lnTo>
                  <a:lnTo>
                    <a:pt x="168851" y="111475"/>
                  </a:lnTo>
                  <a:lnTo>
                    <a:pt x="168851" y="106557"/>
                  </a:lnTo>
                  <a:lnTo>
                    <a:pt x="168851" y="103278"/>
                  </a:lnTo>
                  <a:lnTo>
                    <a:pt x="167212" y="99999"/>
                  </a:lnTo>
                  <a:lnTo>
                    <a:pt x="167212" y="96721"/>
                  </a:lnTo>
                  <a:lnTo>
                    <a:pt x="165573" y="91802"/>
                  </a:lnTo>
                  <a:lnTo>
                    <a:pt x="165573" y="88524"/>
                  </a:lnTo>
                  <a:lnTo>
                    <a:pt x="163934" y="85245"/>
                  </a:lnTo>
                  <a:lnTo>
                    <a:pt x="163934" y="81967"/>
                  </a:lnTo>
                  <a:lnTo>
                    <a:pt x="162294" y="77049"/>
                  </a:lnTo>
                  <a:lnTo>
                    <a:pt x="162294" y="73770"/>
                  </a:lnTo>
                  <a:lnTo>
                    <a:pt x="163934" y="70491"/>
                  </a:lnTo>
                  <a:lnTo>
                    <a:pt x="165573" y="67212"/>
                  </a:lnTo>
                  <a:lnTo>
                    <a:pt x="168851" y="62295"/>
                  </a:lnTo>
                  <a:lnTo>
                    <a:pt x="170491" y="59016"/>
                  </a:lnTo>
                  <a:lnTo>
                    <a:pt x="172130" y="55737"/>
                  </a:lnTo>
                  <a:lnTo>
                    <a:pt x="172130" y="50819"/>
                  </a:lnTo>
                  <a:lnTo>
                    <a:pt x="173770" y="47541"/>
                  </a:lnTo>
                  <a:lnTo>
                    <a:pt x="178688" y="47541"/>
                  </a:lnTo>
                  <a:lnTo>
                    <a:pt x="181966" y="47541"/>
                  </a:lnTo>
                  <a:lnTo>
                    <a:pt x="185245" y="47541"/>
                  </a:lnTo>
                  <a:lnTo>
                    <a:pt x="186884" y="47541"/>
                  </a:lnTo>
                  <a:lnTo>
                    <a:pt x="190163" y="47541"/>
                  </a:lnTo>
                  <a:lnTo>
                    <a:pt x="195081" y="47541"/>
                  </a:lnTo>
                  <a:lnTo>
                    <a:pt x="199999" y="47541"/>
                  </a:lnTo>
                  <a:lnTo>
                    <a:pt x="203278" y="47541"/>
                  </a:lnTo>
                  <a:lnTo>
                    <a:pt x="206557" y="49180"/>
                  </a:lnTo>
                  <a:lnTo>
                    <a:pt x="209835" y="49180"/>
                  </a:lnTo>
                  <a:lnTo>
                    <a:pt x="213114" y="44262"/>
                  </a:lnTo>
                  <a:lnTo>
                    <a:pt x="218032" y="42622"/>
                  </a:lnTo>
                  <a:lnTo>
                    <a:pt x="221310" y="40983"/>
                  </a:lnTo>
                  <a:lnTo>
                    <a:pt x="224589" y="44262"/>
                  </a:lnTo>
                  <a:lnTo>
                    <a:pt x="229507" y="45901"/>
                  </a:lnTo>
                  <a:lnTo>
                    <a:pt x="232786" y="50819"/>
                  </a:lnTo>
                  <a:lnTo>
                    <a:pt x="236064" y="54098"/>
                  </a:lnTo>
                  <a:lnTo>
                    <a:pt x="239343" y="52458"/>
                  </a:lnTo>
                  <a:lnTo>
                    <a:pt x="242622" y="52458"/>
                  </a:lnTo>
                  <a:lnTo>
                    <a:pt x="245901" y="54098"/>
                  </a:lnTo>
                  <a:lnTo>
                    <a:pt x="250818" y="54098"/>
                  </a:lnTo>
                  <a:lnTo>
                    <a:pt x="254097" y="50819"/>
                  </a:lnTo>
                  <a:lnTo>
                    <a:pt x="257376" y="47541"/>
                  </a:lnTo>
                  <a:lnTo>
                    <a:pt x="260654" y="47541"/>
                  </a:lnTo>
                  <a:lnTo>
                    <a:pt x="263933" y="47541"/>
                  </a:lnTo>
                  <a:lnTo>
                    <a:pt x="267212" y="50819"/>
                  </a:lnTo>
                  <a:lnTo>
                    <a:pt x="272130" y="52458"/>
                  </a:lnTo>
                  <a:lnTo>
                    <a:pt x="275408" y="54098"/>
                  </a:lnTo>
                  <a:lnTo>
                    <a:pt x="278687" y="54098"/>
                  </a:lnTo>
                  <a:lnTo>
                    <a:pt x="281966" y="54098"/>
                  </a:lnTo>
                  <a:lnTo>
                    <a:pt x="285245" y="50819"/>
                  </a:lnTo>
                  <a:lnTo>
                    <a:pt x="288523" y="50819"/>
                  </a:lnTo>
                  <a:lnTo>
                    <a:pt x="291802" y="47541"/>
                  </a:lnTo>
                  <a:lnTo>
                    <a:pt x="295081" y="44262"/>
                  </a:lnTo>
                  <a:lnTo>
                    <a:pt x="296720" y="40983"/>
                  </a:lnTo>
                  <a:lnTo>
                    <a:pt x="298359" y="36065"/>
                  </a:lnTo>
                  <a:lnTo>
                    <a:pt x="301638" y="34426"/>
                  </a:lnTo>
                  <a:lnTo>
                    <a:pt x="304917" y="34426"/>
                  </a:lnTo>
                  <a:lnTo>
                    <a:pt x="306556" y="32787"/>
                  </a:lnTo>
                  <a:lnTo>
                    <a:pt x="309835" y="34426"/>
                  </a:lnTo>
                  <a:lnTo>
                    <a:pt x="313113" y="36065"/>
                  </a:lnTo>
                  <a:lnTo>
                    <a:pt x="318031" y="39344"/>
                  </a:lnTo>
                  <a:lnTo>
                    <a:pt x="321310" y="40983"/>
                  </a:lnTo>
                  <a:lnTo>
                    <a:pt x="324588" y="37705"/>
                  </a:lnTo>
                  <a:lnTo>
                    <a:pt x="329507" y="34426"/>
                  </a:lnTo>
                  <a:lnTo>
                    <a:pt x="332785" y="32787"/>
                  </a:lnTo>
                  <a:lnTo>
                    <a:pt x="336064" y="31147"/>
                  </a:lnTo>
                  <a:lnTo>
                    <a:pt x="339342" y="29508"/>
                  </a:lnTo>
                  <a:lnTo>
                    <a:pt x="342621" y="29508"/>
                  </a:lnTo>
                  <a:lnTo>
                    <a:pt x="347539" y="29508"/>
                  </a:lnTo>
                  <a:lnTo>
                    <a:pt x="350818" y="29508"/>
                  </a:lnTo>
                  <a:lnTo>
                    <a:pt x="354097" y="26229"/>
                  </a:lnTo>
                  <a:lnTo>
                    <a:pt x="359015" y="24590"/>
                  </a:lnTo>
                  <a:lnTo>
                    <a:pt x="362294" y="21311"/>
                  </a:lnTo>
                  <a:lnTo>
                    <a:pt x="365572" y="19672"/>
                  </a:lnTo>
                  <a:lnTo>
                    <a:pt x="370490" y="19672"/>
                  </a:lnTo>
                  <a:lnTo>
                    <a:pt x="373769" y="16393"/>
                  </a:lnTo>
                  <a:lnTo>
                    <a:pt x="377047" y="14754"/>
                  </a:lnTo>
                  <a:lnTo>
                    <a:pt x="380326" y="13114"/>
                  </a:lnTo>
                  <a:lnTo>
                    <a:pt x="383605" y="9836"/>
                  </a:lnTo>
                  <a:lnTo>
                    <a:pt x="386884" y="6557"/>
                  </a:lnTo>
                  <a:lnTo>
                    <a:pt x="390162" y="3278"/>
                  </a:lnTo>
                  <a:lnTo>
                    <a:pt x="395080" y="1639"/>
                  </a:lnTo>
                  <a:lnTo>
                    <a:pt x="396719" y="0"/>
                  </a:lnTo>
                  <a:lnTo>
                    <a:pt x="399998" y="1639"/>
                  </a:lnTo>
                  <a:lnTo>
                    <a:pt x="401638" y="4918"/>
                  </a:lnTo>
                  <a:lnTo>
                    <a:pt x="403277" y="8197"/>
                  </a:lnTo>
                  <a:lnTo>
                    <a:pt x="398359" y="11475"/>
                  </a:lnTo>
                  <a:lnTo>
                    <a:pt x="401638" y="14754"/>
                  </a:lnTo>
                  <a:lnTo>
                    <a:pt x="399998" y="18032"/>
                  </a:lnTo>
                  <a:lnTo>
                    <a:pt x="398359" y="21311"/>
                  </a:lnTo>
                  <a:lnTo>
                    <a:pt x="399998" y="26229"/>
                  </a:lnTo>
                  <a:lnTo>
                    <a:pt x="398359" y="29508"/>
                  </a:lnTo>
                  <a:lnTo>
                    <a:pt x="395080" y="32787"/>
                  </a:lnTo>
                  <a:lnTo>
                    <a:pt x="393441" y="37705"/>
                  </a:lnTo>
                  <a:lnTo>
                    <a:pt x="393441" y="37705"/>
                  </a:lnTo>
                  <a:lnTo>
                    <a:pt x="396719" y="40983"/>
                  </a:lnTo>
                  <a:lnTo>
                    <a:pt x="396719" y="44262"/>
                  </a:lnTo>
                  <a:lnTo>
                    <a:pt x="396719" y="49180"/>
                  </a:lnTo>
                  <a:lnTo>
                    <a:pt x="395080" y="52458"/>
                  </a:lnTo>
                  <a:lnTo>
                    <a:pt x="395080" y="54098"/>
                  </a:lnTo>
                  <a:lnTo>
                    <a:pt x="396719" y="57377"/>
                  </a:lnTo>
                  <a:lnTo>
                    <a:pt x="396719" y="62295"/>
                  </a:lnTo>
                  <a:lnTo>
                    <a:pt x="398359" y="65573"/>
                  </a:lnTo>
                  <a:lnTo>
                    <a:pt x="398359" y="68852"/>
                  </a:lnTo>
                  <a:lnTo>
                    <a:pt x="396719" y="73770"/>
                  </a:lnTo>
                  <a:lnTo>
                    <a:pt x="396719" y="77049"/>
                  </a:lnTo>
                  <a:lnTo>
                    <a:pt x="395080" y="77049"/>
                  </a:lnTo>
                  <a:lnTo>
                    <a:pt x="398359" y="81967"/>
                  </a:lnTo>
                  <a:lnTo>
                    <a:pt x="398359" y="85245"/>
                  </a:lnTo>
                  <a:lnTo>
                    <a:pt x="395080" y="88524"/>
                  </a:lnTo>
                  <a:lnTo>
                    <a:pt x="398359" y="93442"/>
                  </a:lnTo>
                  <a:lnTo>
                    <a:pt x="399998" y="96721"/>
                  </a:lnTo>
                  <a:lnTo>
                    <a:pt x="399998" y="99999"/>
                  </a:lnTo>
                  <a:lnTo>
                    <a:pt x="398359" y="104917"/>
                  </a:lnTo>
                  <a:lnTo>
                    <a:pt x="396719" y="108196"/>
                  </a:lnTo>
                  <a:lnTo>
                    <a:pt x="399998" y="109835"/>
                  </a:lnTo>
                  <a:lnTo>
                    <a:pt x="398359" y="114754"/>
                  </a:lnTo>
                  <a:lnTo>
                    <a:pt x="398359" y="118032"/>
                  </a:lnTo>
                  <a:lnTo>
                    <a:pt x="398359" y="121311"/>
                  </a:lnTo>
                  <a:lnTo>
                    <a:pt x="398359" y="126229"/>
                  </a:lnTo>
                  <a:lnTo>
                    <a:pt x="396719" y="129508"/>
                  </a:lnTo>
                  <a:lnTo>
                    <a:pt x="396719" y="132786"/>
                  </a:lnTo>
                  <a:lnTo>
                    <a:pt x="396719" y="134425"/>
                  </a:lnTo>
                  <a:lnTo>
                    <a:pt x="396719" y="137704"/>
                  </a:lnTo>
                  <a:lnTo>
                    <a:pt x="398359" y="140983"/>
                  </a:lnTo>
                  <a:lnTo>
                    <a:pt x="398359" y="145901"/>
                  </a:lnTo>
                  <a:lnTo>
                    <a:pt x="398359" y="149179"/>
                  </a:lnTo>
                  <a:lnTo>
                    <a:pt x="399998" y="152458"/>
                  </a:lnTo>
                  <a:lnTo>
                    <a:pt x="399998" y="157376"/>
                  </a:lnTo>
                  <a:lnTo>
                    <a:pt x="398359" y="160655"/>
                  </a:lnTo>
                  <a:lnTo>
                    <a:pt x="399998" y="163934"/>
                  </a:lnTo>
                  <a:lnTo>
                    <a:pt x="403277" y="163934"/>
                  </a:lnTo>
                  <a:lnTo>
                    <a:pt x="403277" y="167212"/>
                  </a:lnTo>
                  <a:lnTo>
                    <a:pt x="399998" y="170491"/>
                  </a:lnTo>
                  <a:lnTo>
                    <a:pt x="398359" y="175409"/>
                  </a:lnTo>
                  <a:lnTo>
                    <a:pt x="399998" y="178688"/>
                  </a:lnTo>
                  <a:lnTo>
                    <a:pt x="399998" y="177048"/>
                  </a:lnTo>
                  <a:lnTo>
                    <a:pt x="403277" y="173769"/>
                  </a:lnTo>
                  <a:lnTo>
                    <a:pt x="406555" y="175409"/>
                  </a:lnTo>
                  <a:lnTo>
                    <a:pt x="406555" y="178688"/>
                  </a:lnTo>
                  <a:lnTo>
                    <a:pt x="406555" y="181966"/>
                  </a:lnTo>
                  <a:lnTo>
                    <a:pt x="406555" y="186884"/>
                  </a:lnTo>
                  <a:lnTo>
                    <a:pt x="406555" y="190163"/>
                  </a:lnTo>
                  <a:lnTo>
                    <a:pt x="403277" y="193442"/>
                  </a:lnTo>
                  <a:lnTo>
                    <a:pt x="399998" y="195081"/>
                  </a:lnTo>
                  <a:lnTo>
                    <a:pt x="403277" y="198359"/>
                  </a:lnTo>
                  <a:lnTo>
                    <a:pt x="399998" y="198359"/>
                  </a:lnTo>
                  <a:lnTo>
                    <a:pt x="401638" y="201638"/>
                  </a:lnTo>
                  <a:lnTo>
                    <a:pt x="396719" y="203278"/>
                  </a:lnTo>
                  <a:lnTo>
                    <a:pt x="395080" y="206556"/>
                  </a:lnTo>
                  <a:lnTo>
                    <a:pt x="399998" y="206556"/>
                  </a:lnTo>
                  <a:lnTo>
                    <a:pt x="399998" y="209835"/>
                  </a:lnTo>
                  <a:lnTo>
                    <a:pt x="396719" y="214753"/>
                  </a:lnTo>
                  <a:lnTo>
                    <a:pt x="395080" y="218032"/>
                  </a:lnTo>
                  <a:lnTo>
                    <a:pt x="393441" y="222949"/>
                  </a:lnTo>
                  <a:lnTo>
                    <a:pt x="390162" y="224589"/>
                  </a:lnTo>
                  <a:lnTo>
                    <a:pt x="388523" y="229507"/>
                  </a:lnTo>
                  <a:lnTo>
                    <a:pt x="385244" y="232786"/>
                  </a:lnTo>
                  <a:lnTo>
                    <a:pt x="381965" y="236064"/>
                  </a:lnTo>
                  <a:lnTo>
                    <a:pt x="377047" y="240982"/>
                  </a:lnTo>
                  <a:lnTo>
                    <a:pt x="377047" y="244261"/>
                  </a:lnTo>
                  <a:lnTo>
                    <a:pt x="373769" y="249179"/>
                  </a:lnTo>
                  <a:lnTo>
                    <a:pt x="372129" y="252458"/>
                  </a:lnTo>
                  <a:lnTo>
                    <a:pt x="368851" y="254097"/>
                  </a:lnTo>
                  <a:lnTo>
                    <a:pt x="365572" y="255736"/>
                  </a:lnTo>
                  <a:lnTo>
                    <a:pt x="365572" y="257376"/>
                  </a:lnTo>
                  <a:lnTo>
                    <a:pt x="363932" y="259015"/>
                  </a:lnTo>
                  <a:lnTo>
                    <a:pt x="363932" y="262294"/>
                  </a:lnTo>
                  <a:lnTo>
                    <a:pt x="360654" y="267212"/>
                  </a:lnTo>
                  <a:lnTo>
                    <a:pt x="357375" y="268851"/>
                  </a:lnTo>
                  <a:lnTo>
                    <a:pt x="352457" y="272130"/>
                  </a:lnTo>
                  <a:lnTo>
                    <a:pt x="349179" y="273769"/>
                  </a:lnTo>
                  <a:lnTo>
                    <a:pt x="345900" y="275408"/>
                  </a:lnTo>
                  <a:lnTo>
                    <a:pt x="342621" y="278687"/>
                  </a:lnTo>
                  <a:lnTo>
                    <a:pt x="337703" y="281966"/>
                  </a:lnTo>
                  <a:lnTo>
                    <a:pt x="337703" y="281966"/>
                  </a:lnTo>
                  <a:lnTo>
                    <a:pt x="336064" y="286884"/>
                  </a:lnTo>
                  <a:lnTo>
                    <a:pt x="332785" y="286884"/>
                  </a:lnTo>
                  <a:lnTo>
                    <a:pt x="331146" y="286884"/>
                  </a:lnTo>
                  <a:lnTo>
                    <a:pt x="327867" y="288523"/>
                  </a:lnTo>
                  <a:lnTo>
                    <a:pt x="324588" y="290162"/>
                  </a:lnTo>
                  <a:lnTo>
                    <a:pt x="319671" y="288523"/>
                  </a:lnTo>
                  <a:lnTo>
                    <a:pt x="319671" y="291802"/>
                  </a:lnTo>
                  <a:lnTo>
                    <a:pt x="314752" y="293441"/>
                  </a:lnTo>
                  <a:lnTo>
                    <a:pt x="311474" y="295081"/>
                  </a:lnTo>
                  <a:lnTo>
                    <a:pt x="308195" y="295081"/>
                  </a:lnTo>
                  <a:lnTo>
                    <a:pt x="303277" y="298359"/>
                  </a:lnTo>
                  <a:lnTo>
                    <a:pt x="299998" y="298359"/>
                  </a:lnTo>
                  <a:lnTo>
                    <a:pt x="298359" y="296720"/>
                  </a:lnTo>
                  <a:lnTo>
                    <a:pt x="296720" y="301638"/>
                  </a:lnTo>
                  <a:lnTo>
                    <a:pt x="293441" y="301638"/>
                  </a:lnTo>
                  <a:lnTo>
                    <a:pt x="288523" y="303277"/>
                  </a:lnTo>
                  <a:lnTo>
                    <a:pt x="285245" y="306556"/>
                  </a:lnTo>
                  <a:lnTo>
                    <a:pt x="281966" y="308195"/>
                  </a:lnTo>
                  <a:lnTo>
                    <a:pt x="277048" y="309835"/>
                  </a:lnTo>
                  <a:lnTo>
                    <a:pt x="277048" y="311474"/>
                  </a:lnTo>
                  <a:lnTo>
                    <a:pt x="272130" y="313113"/>
                  </a:lnTo>
                  <a:lnTo>
                    <a:pt x="268851" y="316392"/>
                  </a:lnTo>
                  <a:lnTo>
                    <a:pt x="267212" y="318031"/>
                  </a:lnTo>
                  <a:lnTo>
                    <a:pt x="262294" y="321310"/>
                  </a:lnTo>
                  <a:lnTo>
                    <a:pt x="262294" y="321310"/>
                  </a:lnTo>
                  <a:lnTo>
                    <a:pt x="257376" y="326228"/>
                  </a:lnTo>
                  <a:lnTo>
                    <a:pt x="255737" y="329506"/>
                  </a:lnTo>
                  <a:lnTo>
                    <a:pt x="252458" y="329506"/>
                  </a:lnTo>
                  <a:lnTo>
                    <a:pt x="249179" y="326228"/>
                  </a:lnTo>
                  <a:lnTo>
                    <a:pt x="250818" y="329506"/>
                  </a:lnTo>
                  <a:lnTo>
                    <a:pt x="254097" y="334425"/>
                  </a:lnTo>
                  <a:lnTo>
                    <a:pt x="250818" y="337703"/>
                  </a:lnTo>
                  <a:lnTo>
                    <a:pt x="247540" y="342621"/>
                  </a:lnTo>
                  <a:lnTo>
                    <a:pt x="244261" y="345900"/>
                  </a:lnTo>
                  <a:lnTo>
                    <a:pt x="240982" y="349179"/>
                  </a:lnTo>
                  <a:lnTo>
                    <a:pt x="237704" y="352457"/>
                  </a:lnTo>
                  <a:lnTo>
                    <a:pt x="234425" y="355736"/>
                  </a:lnTo>
                  <a:lnTo>
                    <a:pt x="232786" y="359015"/>
                  </a:lnTo>
                  <a:lnTo>
                    <a:pt x="231147" y="362293"/>
                  </a:lnTo>
                  <a:lnTo>
                    <a:pt x="231147" y="365572"/>
                  </a:lnTo>
                  <a:lnTo>
                    <a:pt x="226228" y="365572"/>
                  </a:lnTo>
                  <a:lnTo>
                    <a:pt x="224589" y="362293"/>
                  </a:lnTo>
                  <a:lnTo>
                    <a:pt x="224589" y="362293"/>
                  </a:lnTo>
                  <a:lnTo>
                    <a:pt x="224589" y="365572"/>
                  </a:lnTo>
                  <a:lnTo>
                    <a:pt x="224589" y="368851"/>
                  </a:lnTo>
                  <a:lnTo>
                    <a:pt x="224589" y="370490"/>
                  </a:lnTo>
                  <a:lnTo>
                    <a:pt x="219671" y="370490"/>
                  </a:lnTo>
                  <a:lnTo>
                    <a:pt x="221310" y="367211"/>
                  </a:lnTo>
                  <a:lnTo>
                    <a:pt x="219671" y="367211"/>
                  </a:lnTo>
                  <a:lnTo>
                    <a:pt x="216392" y="370490"/>
                  </a:lnTo>
                  <a:lnTo>
                    <a:pt x="213114" y="372129"/>
                  </a:lnTo>
                  <a:lnTo>
                    <a:pt x="209835" y="375408"/>
                  </a:lnTo>
                  <a:lnTo>
                    <a:pt x="206557" y="378686"/>
                  </a:lnTo>
                  <a:lnTo>
                    <a:pt x="201638" y="381965"/>
                  </a:lnTo>
                  <a:lnTo>
                    <a:pt x="199999" y="385244"/>
                  </a:lnTo>
                  <a:lnTo>
                    <a:pt x="196720" y="388523"/>
                  </a:lnTo>
                  <a:lnTo>
                    <a:pt x="193442" y="393441"/>
                  </a:lnTo>
                  <a:lnTo>
                    <a:pt x="190163" y="396719"/>
                  </a:lnTo>
                  <a:lnTo>
                    <a:pt x="186884" y="399998"/>
                  </a:lnTo>
                  <a:lnTo>
                    <a:pt x="183605" y="403276"/>
                  </a:lnTo>
                  <a:lnTo>
                    <a:pt x="180327" y="406555"/>
                  </a:lnTo>
                  <a:lnTo>
                    <a:pt x="175409" y="409834"/>
                  </a:lnTo>
                  <a:lnTo>
                    <a:pt x="173770" y="411473"/>
                  </a:lnTo>
                  <a:lnTo>
                    <a:pt x="170491" y="413113"/>
                  </a:lnTo>
                  <a:lnTo>
                    <a:pt x="168851" y="411473"/>
                  </a:lnTo>
                  <a:lnTo>
                    <a:pt x="167212" y="408195"/>
                  </a:lnTo>
                  <a:lnTo>
                    <a:pt x="163934" y="404916"/>
                  </a:lnTo>
                  <a:lnTo>
                    <a:pt x="162294" y="401637"/>
                  </a:lnTo>
                  <a:lnTo>
                    <a:pt x="159015" y="403276"/>
                  </a:lnTo>
                  <a:lnTo>
                    <a:pt x="162294" y="403276"/>
                  </a:lnTo>
                  <a:lnTo>
                    <a:pt x="163934" y="406555"/>
                  </a:lnTo>
                  <a:lnTo>
                    <a:pt x="167212" y="411473"/>
                  </a:lnTo>
                  <a:lnTo>
                    <a:pt x="165573" y="414752"/>
                  </a:lnTo>
                  <a:lnTo>
                    <a:pt x="167212" y="414752"/>
                  </a:lnTo>
                  <a:lnTo>
                    <a:pt x="167212" y="419670"/>
                  </a:lnTo>
                  <a:lnTo>
                    <a:pt x="165573" y="422949"/>
                  </a:lnTo>
                  <a:lnTo>
                    <a:pt x="167212" y="426228"/>
                  </a:lnTo>
                  <a:lnTo>
                    <a:pt x="163934" y="427866"/>
                  </a:lnTo>
                  <a:lnTo>
                    <a:pt x="165573" y="431145"/>
                  </a:lnTo>
                  <a:lnTo>
                    <a:pt x="163934" y="436063"/>
                  </a:lnTo>
                  <a:lnTo>
                    <a:pt x="163934" y="439342"/>
                  </a:lnTo>
                  <a:lnTo>
                    <a:pt x="163934" y="442621"/>
                  </a:lnTo>
                  <a:lnTo>
                    <a:pt x="167212" y="445899"/>
                  </a:lnTo>
                  <a:lnTo>
                    <a:pt x="168851" y="449178"/>
                  </a:lnTo>
                  <a:lnTo>
                    <a:pt x="173770" y="450818"/>
                  </a:lnTo>
                  <a:lnTo>
                    <a:pt x="175409" y="454096"/>
                  </a:lnTo>
                  <a:lnTo>
                    <a:pt x="175409" y="457375"/>
                  </a:lnTo>
                  <a:lnTo>
                    <a:pt x="178688" y="462293"/>
                  </a:lnTo>
                  <a:lnTo>
                    <a:pt x="178688" y="462293"/>
                  </a:lnTo>
                  <a:lnTo>
                    <a:pt x="177048" y="465572"/>
                  </a:lnTo>
                  <a:lnTo>
                    <a:pt x="175409" y="468850"/>
                  </a:lnTo>
                  <a:lnTo>
                    <a:pt x="177048" y="473768"/>
                  </a:lnTo>
                  <a:lnTo>
                    <a:pt x="177048" y="477047"/>
                  </a:lnTo>
                  <a:lnTo>
                    <a:pt x="178688" y="473768"/>
                  </a:lnTo>
                  <a:lnTo>
                    <a:pt x="178688" y="477047"/>
                  </a:lnTo>
                  <a:lnTo>
                    <a:pt x="178688" y="480325"/>
                  </a:lnTo>
                  <a:lnTo>
                    <a:pt x="178688" y="485243"/>
                  </a:lnTo>
                  <a:lnTo>
                    <a:pt x="181966" y="488522"/>
                  </a:lnTo>
                  <a:lnTo>
                    <a:pt x="183605" y="491801"/>
                  </a:lnTo>
                  <a:lnTo>
                    <a:pt x="183605" y="495079"/>
                  </a:lnTo>
                  <a:lnTo>
                    <a:pt x="183605" y="499998"/>
                  </a:lnTo>
                  <a:lnTo>
                    <a:pt x="183605" y="503276"/>
                  </a:lnTo>
                  <a:lnTo>
                    <a:pt x="185245" y="506555"/>
                  </a:lnTo>
                  <a:lnTo>
                    <a:pt x="183605" y="509833"/>
                  </a:lnTo>
                  <a:lnTo>
                    <a:pt x="185245" y="513112"/>
                  </a:lnTo>
                  <a:lnTo>
                    <a:pt x="183605" y="518030"/>
                  </a:lnTo>
                  <a:lnTo>
                    <a:pt x="183605" y="521309"/>
                  </a:lnTo>
                  <a:lnTo>
                    <a:pt x="183605" y="524588"/>
                  </a:lnTo>
                  <a:lnTo>
                    <a:pt x="186884" y="527866"/>
                  </a:lnTo>
                  <a:lnTo>
                    <a:pt x="186884" y="524588"/>
                  </a:lnTo>
                  <a:lnTo>
                    <a:pt x="186884" y="521309"/>
                  </a:lnTo>
                  <a:lnTo>
                    <a:pt x="188524" y="516391"/>
                  </a:lnTo>
                  <a:lnTo>
                    <a:pt x="190163" y="513112"/>
                  </a:lnTo>
                  <a:lnTo>
                    <a:pt x="190163" y="516391"/>
                  </a:lnTo>
                  <a:lnTo>
                    <a:pt x="191802" y="521309"/>
                  </a:lnTo>
                  <a:lnTo>
                    <a:pt x="193442" y="516391"/>
                  </a:lnTo>
                  <a:lnTo>
                    <a:pt x="191802" y="521309"/>
                  </a:lnTo>
                  <a:lnTo>
                    <a:pt x="191802" y="522948"/>
                  </a:lnTo>
                  <a:lnTo>
                    <a:pt x="191802" y="526227"/>
                  </a:lnTo>
                  <a:lnTo>
                    <a:pt x="190163" y="529506"/>
                  </a:lnTo>
                  <a:lnTo>
                    <a:pt x="190163" y="534423"/>
                  </a:lnTo>
                  <a:lnTo>
                    <a:pt x="190163" y="537702"/>
                  </a:lnTo>
                  <a:lnTo>
                    <a:pt x="190163" y="540981"/>
                  </a:lnTo>
                  <a:lnTo>
                    <a:pt x="190163" y="545899"/>
                  </a:lnTo>
                  <a:lnTo>
                    <a:pt x="193442" y="549178"/>
                  </a:lnTo>
                  <a:lnTo>
                    <a:pt x="191802" y="552456"/>
                  </a:lnTo>
                  <a:lnTo>
                    <a:pt x="190163" y="555735"/>
                  </a:lnTo>
                  <a:lnTo>
                    <a:pt x="188524" y="559013"/>
                  </a:lnTo>
                  <a:lnTo>
                    <a:pt x="188524" y="563932"/>
                  </a:lnTo>
                  <a:lnTo>
                    <a:pt x="186884" y="567210"/>
                  </a:lnTo>
                  <a:lnTo>
                    <a:pt x="186884" y="570489"/>
                  </a:lnTo>
                  <a:lnTo>
                    <a:pt x="185245" y="575407"/>
                  </a:lnTo>
                  <a:lnTo>
                    <a:pt x="185245" y="578686"/>
                  </a:lnTo>
                  <a:lnTo>
                    <a:pt x="183605" y="581965"/>
                  </a:lnTo>
                  <a:lnTo>
                    <a:pt x="181966" y="586882"/>
                  </a:lnTo>
                  <a:lnTo>
                    <a:pt x="181966" y="590161"/>
                  </a:lnTo>
                  <a:lnTo>
                    <a:pt x="181966" y="593440"/>
                  </a:lnTo>
                  <a:lnTo>
                    <a:pt x="183605" y="590161"/>
                  </a:lnTo>
                  <a:lnTo>
                    <a:pt x="186884" y="590161"/>
                  </a:lnTo>
                  <a:lnTo>
                    <a:pt x="186884" y="586882"/>
                  </a:lnTo>
                  <a:lnTo>
                    <a:pt x="188524" y="590161"/>
                  </a:lnTo>
                  <a:lnTo>
                    <a:pt x="188524" y="591800"/>
                  </a:lnTo>
                  <a:lnTo>
                    <a:pt x="186884" y="596718"/>
                  </a:lnTo>
                  <a:lnTo>
                    <a:pt x="186884" y="598358"/>
                  </a:lnTo>
                  <a:lnTo>
                    <a:pt x="186884" y="601636"/>
                  </a:lnTo>
                  <a:lnTo>
                    <a:pt x="183605" y="604915"/>
                  </a:lnTo>
                  <a:lnTo>
                    <a:pt x="181966" y="608194"/>
                  </a:lnTo>
                  <a:lnTo>
                    <a:pt x="178688" y="613112"/>
                  </a:lnTo>
                  <a:lnTo>
                    <a:pt x="175409" y="616390"/>
                  </a:lnTo>
                  <a:lnTo>
                    <a:pt x="173770" y="619669"/>
                  </a:lnTo>
                  <a:lnTo>
                    <a:pt x="170491" y="622948"/>
                  </a:lnTo>
                  <a:lnTo>
                    <a:pt x="165573" y="626226"/>
                  </a:lnTo>
                  <a:lnTo>
                    <a:pt x="162294" y="627866"/>
                  </a:lnTo>
                  <a:lnTo>
                    <a:pt x="159015" y="629505"/>
                  </a:lnTo>
                  <a:lnTo>
                    <a:pt x="155737" y="631145"/>
                  </a:lnTo>
                  <a:lnTo>
                    <a:pt x="150819" y="632784"/>
                  </a:lnTo>
                  <a:lnTo>
                    <a:pt x="147540" y="632784"/>
                  </a:lnTo>
                  <a:lnTo>
                    <a:pt x="144261" y="634423"/>
                  </a:lnTo>
                  <a:lnTo>
                    <a:pt x="142622" y="636062"/>
                  </a:lnTo>
                  <a:lnTo>
                    <a:pt x="139344" y="637702"/>
                  </a:lnTo>
                  <a:lnTo>
                    <a:pt x="136065" y="639341"/>
                  </a:lnTo>
                  <a:lnTo>
                    <a:pt x="131147" y="640980"/>
                  </a:lnTo>
                  <a:lnTo>
                    <a:pt x="129508" y="640980"/>
                  </a:lnTo>
                  <a:lnTo>
                    <a:pt x="126229" y="642620"/>
                  </a:lnTo>
                  <a:lnTo>
                    <a:pt x="122950" y="644259"/>
                  </a:lnTo>
                  <a:lnTo>
                    <a:pt x="118032" y="644259"/>
                  </a:lnTo>
                  <a:lnTo>
                    <a:pt x="114754" y="647538"/>
                  </a:lnTo>
                  <a:lnTo>
                    <a:pt x="111475" y="649177"/>
                  </a:lnTo>
                  <a:lnTo>
                    <a:pt x="108196" y="649177"/>
                  </a:lnTo>
                  <a:lnTo>
                    <a:pt x="104917" y="652456"/>
                  </a:lnTo>
                  <a:lnTo>
                    <a:pt x="100000" y="652456"/>
                  </a:lnTo>
                  <a:lnTo>
                    <a:pt x="100000" y="654095"/>
                  </a:lnTo>
                  <a:lnTo>
                    <a:pt x="96721" y="657374"/>
                  </a:lnTo>
                  <a:lnTo>
                    <a:pt x="96721" y="657374"/>
                  </a:lnTo>
                  <a:lnTo>
                    <a:pt x="93442" y="659013"/>
                  </a:lnTo>
                  <a:lnTo>
                    <a:pt x="88524" y="662292"/>
                  </a:lnTo>
                  <a:lnTo>
                    <a:pt x="85245" y="663931"/>
                  </a:lnTo>
                  <a:lnTo>
                    <a:pt x="83606" y="668849"/>
                  </a:lnTo>
                  <a:lnTo>
                    <a:pt x="81967" y="672128"/>
                  </a:lnTo>
                  <a:lnTo>
                    <a:pt x="80327" y="675406"/>
                  </a:lnTo>
                  <a:lnTo>
                    <a:pt x="78688" y="677046"/>
                  </a:lnTo>
                  <a:lnTo>
                    <a:pt x="77049" y="680325"/>
                  </a:lnTo>
                  <a:lnTo>
                    <a:pt x="73770" y="683603"/>
                  </a:lnTo>
                  <a:lnTo>
                    <a:pt x="70491" y="683603"/>
                  </a:lnTo>
                  <a:lnTo>
                    <a:pt x="70491" y="685243"/>
                  </a:lnTo>
                  <a:lnTo>
                    <a:pt x="73770" y="685243"/>
                  </a:lnTo>
                  <a:lnTo>
                    <a:pt x="77049" y="688521"/>
                  </a:lnTo>
                  <a:lnTo>
                    <a:pt x="77049" y="693439"/>
                  </a:lnTo>
                  <a:lnTo>
                    <a:pt x="80327" y="693439"/>
                  </a:lnTo>
                  <a:lnTo>
                    <a:pt x="83606" y="695079"/>
                  </a:lnTo>
                  <a:lnTo>
                    <a:pt x="86885" y="691800"/>
                  </a:lnTo>
                  <a:lnTo>
                    <a:pt x="86885" y="695079"/>
                  </a:lnTo>
                  <a:lnTo>
                    <a:pt x="86885" y="698357"/>
                  </a:lnTo>
                  <a:lnTo>
                    <a:pt x="85245" y="703275"/>
                  </a:lnTo>
                  <a:lnTo>
                    <a:pt x="85245" y="706554"/>
                  </a:lnTo>
                  <a:lnTo>
                    <a:pt x="85245" y="709833"/>
                  </a:lnTo>
                  <a:lnTo>
                    <a:pt x="83606" y="714750"/>
                  </a:lnTo>
                  <a:lnTo>
                    <a:pt x="83606" y="718029"/>
                  </a:lnTo>
                  <a:lnTo>
                    <a:pt x="83606" y="721308"/>
                  </a:lnTo>
                  <a:lnTo>
                    <a:pt x="80327" y="721308"/>
                  </a:lnTo>
                  <a:lnTo>
                    <a:pt x="75410" y="721308"/>
                  </a:lnTo>
                  <a:lnTo>
                    <a:pt x="72131" y="721308"/>
                  </a:lnTo>
                  <a:lnTo>
                    <a:pt x="67213" y="721308"/>
                  </a:lnTo>
                  <a:lnTo>
                    <a:pt x="63934" y="721308"/>
                  </a:lnTo>
                  <a:lnTo>
                    <a:pt x="62295" y="721308"/>
                  </a:lnTo>
                  <a:lnTo>
                    <a:pt x="59016" y="721308"/>
                  </a:lnTo>
                  <a:lnTo>
                    <a:pt x="55737" y="721308"/>
                  </a:lnTo>
                  <a:lnTo>
                    <a:pt x="55737" y="718029"/>
                  </a:lnTo>
                  <a:lnTo>
                    <a:pt x="55737" y="713111"/>
                  </a:lnTo>
                  <a:lnTo>
                    <a:pt x="55737" y="708193"/>
                  </a:lnTo>
                  <a:lnTo>
                    <a:pt x="55737" y="704915"/>
                  </a:lnTo>
                  <a:lnTo>
                    <a:pt x="54098" y="701636"/>
                  </a:lnTo>
                  <a:lnTo>
                    <a:pt x="54098" y="696718"/>
                  </a:lnTo>
                  <a:lnTo>
                    <a:pt x="55737" y="693439"/>
                  </a:lnTo>
                  <a:lnTo>
                    <a:pt x="55737" y="691800"/>
                  </a:lnTo>
                  <a:lnTo>
                    <a:pt x="55737" y="688521"/>
                  </a:lnTo>
                  <a:lnTo>
                    <a:pt x="55737" y="685243"/>
                  </a:lnTo>
                  <a:lnTo>
                    <a:pt x="52458" y="683603"/>
                  </a:lnTo>
                  <a:lnTo>
                    <a:pt x="50820" y="681964"/>
                  </a:lnTo>
                  <a:lnTo>
                    <a:pt x="50820" y="678685"/>
                  </a:lnTo>
                  <a:lnTo>
                    <a:pt x="50820" y="673767"/>
                  </a:lnTo>
                  <a:lnTo>
                    <a:pt x="52458" y="670489"/>
                  </a:lnTo>
                  <a:lnTo>
                    <a:pt x="54098" y="668849"/>
                  </a:lnTo>
                  <a:lnTo>
                    <a:pt x="52458" y="665570"/>
                  </a:lnTo>
                  <a:lnTo>
                    <a:pt x="52458" y="660653"/>
                  </a:lnTo>
                  <a:lnTo>
                    <a:pt x="52458" y="660653"/>
                  </a:lnTo>
                  <a:lnTo>
                    <a:pt x="52458" y="659013"/>
                  </a:lnTo>
                  <a:lnTo>
                    <a:pt x="54098" y="655735"/>
                  </a:lnTo>
                  <a:lnTo>
                    <a:pt x="54098" y="650816"/>
                  </a:lnTo>
                  <a:lnTo>
                    <a:pt x="54098" y="647538"/>
                  </a:lnTo>
                  <a:lnTo>
                    <a:pt x="54098" y="644259"/>
                  </a:lnTo>
                  <a:lnTo>
                    <a:pt x="54098" y="640980"/>
                  </a:lnTo>
                  <a:lnTo>
                    <a:pt x="54098" y="636062"/>
                  </a:lnTo>
                  <a:lnTo>
                    <a:pt x="54098" y="631145"/>
                  </a:lnTo>
                  <a:lnTo>
                    <a:pt x="54098" y="627866"/>
                  </a:lnTo>
                  <a:lnTo>
                    <a:pt x="54098" y="622948"/>
                  </a:lnTo>
                  <a:lnTo>
                    <a:pt x="55737" y="619669"/>
                  </a:lnTo>
                  <a:lnTo>
                    <a:pt x="55737" y="616390"/>
                  </a:lnTo>
                  <a:lnTo>
                    <a:pt x="55737" y="616390"/>
                  </a:lnTo>
                  <a:lnTo>
                    <a:pt x="54098" y="611472"/>
                  </a:lnTo>
                  <a:lnTo>
                    <a:pt x="52458" y="608194"/>
                  </a:lnTo>
                  <a:lnTo>
                    <a:pt x="52458" y="604915"/>
                  </a:lnTo>
                  <a:lnTo>
                    <a:pt x="50820" y="599997"/>
                  </a:lnTo>
                  <a:lnTo>
                    <a:pt x="50820" y="596718"/>
                  </a:lnTo>
                  <a:lnTo>
                    <a:pt x="50820" y="593440"/>
                  </a:lnTo>
                  <a:lnTo>
                    <a:pt x="47541" y="590161"/>
                  </a:lnTo>
                  <a:lnTo>
                    <a:pt x="45901" y="586882"/>
                  </a:lnTo>
                  <a:lnTo>
                    <a:pt x="44262" y="581965"/>
                  </a:lnTo>
                  <a:lnTo>
                    <a:pt x="44262" y="577046"/>
                  </a:lnTo>
                  <a:lnTo>
                    <a:pt x="40983" y="573768"/>
                  </a:lnTo>
                  <a:lnTo>
                    <a:pt x="39344" y="570489"/>
                  </a:lnTo>
                  <a:lnTo>
                    <a:pt x="39344" y="565571"/>
                  </a:lnTo>
                  <a:lnTo>
                    <a:pt x="40983" y="562292"/>
                  </a:lnTo>
                  <a:lnTo>
                    <a:pt x="39344" y="559013"/>
                  </a:lnTo>
                  <a:lnTo>
                    <a:pt x="39344" y="554096"/>
                  </a:lnTo>
                  <a:lnTo>
                    <a:pt x="37705" y="549178"/>
                  </a:lnTo>
                  <a:lnTo>
                    <a:pt x="36065" y="545899"/>
                  </a:lnTo>
                  <a:lnTo>
                    <a:pt x="36065" y="540981"/>
                  </a:lnTo>
                  <a:lnTo>
                    <a:pt x="34426" y="537702"/>
                  </a:lnTo>
                  <a:lnTo>
                    <a:pt x="34426" y="532784"/>
                  </a:lnTo>
                  <a:lnTo>
                    <a:pt x="32787" y="529506"/>
                  </a:lnTo>
                  <a:lnTo>
                    <a:pt x="32787" y="527866"/>
                  </a:lnTo>
                  <a:lnTo>
                    <a:pt x="32787" y="526227"/>
                  </a:lnTo>
                  <a:lnTo>
                    <a:pt x="36065" y="522948"/>
                  </a:lnTo>
                  <a:lnTo>
                    <a:pt x="37705" y="521309"/>
                  </a:lnTo>
                  <a:lnTo>
                    <a:pt x="40983" y="518030"/>
                  </a:lnTo>
                  <a:lnTo>
                    <a:pt x="44262" y="513112"/>
                  </a:lnTo>
                  <a:lnTo>
                    <a:pt x="45901" y="509833"/>
                  </a:lnTo>
                  <a:lnTo>
                    <a:pt x="47541" y="509833"/>
                  </a:lnTo>
                  <a:lnTo>
                    <a:pt x="50820" y="506555"/>
                  </a:lnTo>
                  <a:lnTo>
                    <a:pt x="54098" y="503276"/>
                  </a:lnTo>
                  <a:lnTo>
                    <a:pt x="57377" y="498358"/>
                  </a:lnTo>
                  <a:lnTo>
                    <a:pt x="60655" y="495079"/>
                  </a:lnTo>
                  <a:lnTo>
                    <a:pt x="63934" y="491801"/>
                  </a:lnTo>
                  <a:lnTo>
                    <a:pt x="67213" y="486883"/>
                  </a:lnTo>
                  <a:lnTo>
                    <a:pt x="70491" y="483604"/>
                  </a:lnTo>
                  <a:lnTo>
                    <a:pt x="73770" y="480325"/>
                  </a:lnTo>
                  <a:lnTo>
                    <a:pt x="75410" y="477047"/>
                  </a:lnTo>
                  <a:lnTo>
                    <a:pt x="78688" y="478686"/>
                  </a:lnTo>
                  <a:lnTo>
                    <a:pt x="77049" y="475408"/>
                  </a:lnTo>
                  <a:lnTo>
                    <a:pt x="75410" y="470489"/>
                  </a:lnTo>
                  <a:lnTo>
                    <a:pt x="75410" y="467211"/>
                  </a:lnTo>
                  <a:lnTo>
                    <a:pt x="78688" y="463932"/>
                  </a:lnTo>
                  <a:lnTo>
                    <a:pt x="80327" y="459014"/>
                  </a:lnTo>
                  <a:lnTo>
                    <a:pt x="80327" y="455735"/>
                  </a:lnTo>
                  <a:lnTo>
                    <a:pt x="80327" y="450818"/>
                  </a:lnTo>
                  <a:lnTo>
                    <a:pt x="80327" y="447539"/>
                  </a:lnTo>
                  <a:lnTo>
                    <a:pt x="83606" y="444260"/>
                  </a:lnTo>
                  <a:lnTo>
                    <a:pt x="86885" y="442621"/>
                  </a:lnTo>
                  <a:lnTo>
                    <a:pt x="90164" y="437703"/>
                  </a:lnTo>
                  <a:lnTo>
                    <a:pt x="90164" y="437703"/>
                  </a:lnTo>
                  <a:lnTo>
                    <a:pt x="93442" y="434424"/>
                  </a:lnTo>
                  <a:lnTo>
                    <a:pt x="93442" y="434424"/>
                  </a:lnTo>
                  <a:lnTo>
                    <a:pt x="95081" y="429506"/>
                  </a:lnTo>
                  <a:lnTo>
                    <a:pt x="95081" y="426228"/>
                  </a:lnTo>
                  <a:lnTo>
                    <a:pt x="98360" y="422949"/>
                  </a:lnTo>
                  <a:lnTo>
                    <a:pt x="100000" y="419670"/>
                  </a:lnTo>
                  <a:lnTo>
                    <a:pt x="100000" y="416391"/>
                  </a:lnTo>
                  <a:lnTo>
                    <a:pt x="101639" y="411473"/>
                  </a:lnTo>
                  <a:lnTo>
                    <a:pt x="100000" y="408195"/>
                  </a:lnTo>
                  <a:lnTo>
                    <a:pt x="100000" y="404916"/>
                  </a:lnTo>
                  <a:lnTo>
                    <a:pt x="95081" y="404916"/>
                  </a:lnTo>
                  <a:lnTo>
                    <a:pt x="95081" y="401637"/>
                  </a:lnTo>
                  <a:lnTo>
                    <a:pt x="95081" y="398359"/>
                  </a:lnTo>
                  <a:lnTo>
                    <a:pt x="91803" y="395080"/>
                  </a:lnTo>
                  <a:lnTo>
                    <a:pt x="93442" y="391801"/>
                  </a:lnTo>
                  <a:lnTo>
                    <a:pt x="95081" y="386883"/>
                  </a:lnTo>
                  <a:lnTo>
                    <a:pt x="95081" y="383605"/>
                  </a:lnTo>
                  <a:lnTo>
                    <a:pt x="96721" y="380326"/>
                  </a:lnTo>
                  <a:lnTo>
                    <a:pt x="93442" y="375408"/>
                  </a:lnTo>
                  <a:lnTo>
                    <a:pt x="90164" y="375408"/>
                  </a:lnTo>
                  <a:lnTo>
                    <a:pt x="90164" y="375408"/>
                  </a:lnTo>
                  <a:lnTo>
                    <a:pt x="91803" y="372129"/>
                  </a:lnTo>
                  <a:lnTo>
                    <a:pt x="90164" y="370490"/>
                  </a:lnTo>
                  <a:lnTo>
                    <a:pt x="91803" y="367211"/>
                  </a:lnTo>
                  <a:lnTo>
                    <a:pt x="95081" y="365572"/>
                  </a:lnTo>
                  <a:lnTo>
                    <a:pt x="98360" y="365572"/>
                  </a:lnTo>
                  <a:lnTo>
                    <a:pt x="100000" y="362293"/>
                  </a:lnTo>
                  <a:lnTo>
                    <a:pt x="98360" y="357375"/>
                  </a:lnTo>
                  <a:lnTo>
                    <a:pt x="98360" y="354096"/>
                  </a:lnTo>
                  <a:lnTo>
                    <a:pt x="101639" y="352457"/>
                  </a:lnTo>
                  <a:lnTo>
                    <a:pt x="103278" y="349179"/>
                  </a:lnTo>
                  <a:lnTo>
                    <a:pt x="103278" y="349179"/>
                  </a:lnTo>
                  <a:lnTo>
                    <a:pt x="104917" y="345900"/>
                  </a:lnTo>
                  <a:lnTo>
                    <a:pt x="101639" y="344261"/>
                  </a:lnTo>
                  <a:lnTo>
                    <a:pt x="103278" y="339342"/>
                  </a:lnTo>
                  <a:lnTo>
                    <a:pt x="101639" y="336064"/>
                  </a:lnTo>
                  <a:lnTo>
                    <a:pt x="101639" y="332785"/>
                  </a:lnTo>
                  <a:lnTo>
                    <a:pt x="101639" y="327867"/>
                  </a:lnTo>
                  <a:lnTo>
                    <a:pt x="101639" y="324588"/>
                  </a:lnTo>
                  <a:lnTo>
                    <a:pt x="104917" y="319671"/>
                  </a:lnTo>
                  <a:lnTo>
                    <a:pt x="104917" y="316392"/>
                  </a:lnTo>
                  <a:lnTo>
                    <a:pt x="104917" y="313113"/>
                  </a:lnTo>
                  <a:lnTo>
                    <a:pt x="101639" y="309835"/>
                  </a:lnTo>
                  <a:lnTo>
                    <a:pt x="103278" y="304916"/>
                  </a:lnTo>
                  <a:lnTo>
                    <a:pt x="104917" y="303277"/>
                  </a:lnTo>
                  <a:lnTo>
                    <a:pt x="104917" y="303277"/>
                  </a:lnTo>
                  <a:lnTo>
                    <a:pt x="103278" y="298359"/>
                  </a:lnTo>
                  <a:lnTo>
                    <a:pt x="103278" y="296720"/>
                  </a:lnTo>
                  <a:lnTo>
                    <a:pt x="103278" y="293441"/>
                  </a:lnTo>
                  <a:lnTo>
                    <a:pt x="100000" y="288523"/>
                  </a:lnTo>
                  <a:lnTo>
                    <a:pt x="98360" y="285244"/>
                  </a:lnTo>
                  <a:lnTo>
                    <a:pt x="100000" y="281966"/>
                  </a:lnTo>
                  <a:lnTo>
                    <a:pt x="103278" y="278687"/>
                  </a:lnTo>
                  <a:lnTo>
                    <a:pt x="103278" y="273769"/>
                  </a:lnTo>
                  <a:lnTo>
                    <a:pt x="103278" y="273769"/>
                  </a:lnTo>
                  <a:lnTo>
                    <a:pt x="100000" y="275408"/>
                  </a:lnTo>
                  <a:lnTo>
                    <a:pt x="95081" y="275408"/>
                  </a:lnTo>
                  <a:lnTo>
                    <a:pt x="93442" y="273769"/>
                  </a:lnTo>
                  <a:lnTo>
                    <a:pt x="93442" y="268851"/>
                  </a:lnTo>
                  <a:lnTo>
                    <a:pt x="88524" y="267212"/>
                  </a:lnTo>
                  <a:lnTo>
                    <a:pt x="85245" y="265572"/>
                  </a:lnTo>
                  <a:lnTo>
                    <a:pt x="81967" y="263933"/>
                  </a:lnTo>
                  <a:lnTo>
                    <a:pt x="78688" y="262294"/>
                  </a:lnTo>
                  <a:lnTo>
                    <a:pt x="73770" y="262294"/>
                  </a:lnTo>
                  <a:lnTo>
                    <a:pt x="70491" y="262294"/>
                  </a:lnTo>
                  <a:lnTo>
                    <a:pt x="67213" y="262294"/>
                  </a:lnTo>
                  <a:lnTo>
                    <a:pt x="62295" y="259015"/>
                  </a:lnTo>
                  <a:lnTo>
                    <a:pt x="59016" y="255736"/>
                  </a:lnTo>
                  <a:lnTo>
                    <a:pt x="55737" y="252458"/>
                  </a:lnTo>
                  <a:lnTo>
                    <a:pt x="52458" y="252458"/>
                  </a:lnTo>
                  <a:lnTo>
                    <a:pt x="47541" y="250818"/>
                  </a:lnTo>
                  <a:lnTo>
                    <a:pt x="44262" y="249179"/>
                  </a:lnTo>
                  <a:lnTo>
                    <a:pt x="40983" y="245901"/>
                  </a:lnTo>
                  <a:lnTo>
                    <a:pt x="37705" y="244261"/>
                  </a:lnTo>
                  <a:lnTo>
                    <a:pt x="34426" y="242622"/>
                  </a:lnTo>
                  <a:lnTo>
                    <a:pt x="29508" y="245901"/>
                  </a:lnTo>
                  <a:lnTo>
                    <a:pt x="26229" y="242622"/>
                  </a:lnTo>
                  <a:lnTo>
                    <a:pt x="13114" y="242622"/>
                  </a:lnTo>
                  <a:lnTo>
                    <a:pt x="6557" y="242622"/>
                  </a:lnTo>
                  <a:lnTo>
                    <a:pt x="6557" y="237704"/>
                  </a:lnTo>
                  <a:lnTo>
                    <a:pt x="6557" y="234425"/>
                  </a:lnTo>
                  <a:lnTo>
                    <a:pt x="6557" y="231146"/>
                  </a:lnTo>
                  <a:lnTo>
                    <a:pt x="6557" y="226228"/>
                  </a:lnTo>
                  <a:lnTo>
                    <a:pt x="6557" y="224589"/>
                  </a:lnTo>
                  <a:lnTo>
                    <a:pt x="6557" y="221310"/>
                  </a:lnTo>
                  <a:lnTo>
                    <a:pt x="6557" y="218032"/>
                  </a:lnTo>
                  <a:lnTo>
                    <a:pt x="4918" y="213114"/>
                  </a:lnTo>
                  <a:lnTo>
                    <a:pt x="1639" y="209835"/>
                  </a:lnTo>
                  <a:lnTo>
                    <a:pt x="1639" y="206556"/>
                  </a:lnTo>
                  <a:lnTo>
                    <a:pt x="0" y="203278"/>
                  </a:lnTo>
                  <a:lnTo>
                    <a:pt x="0" y="19835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7" name="Freeform 2876">
              <a:extLst>
                <a:ext uri="{FF2B5EF4-FFF2-40B4-BE49-F238E27FC236}">
                  <a16:creationId xmlns:a16="http://schemas.microsoft.com/office/drawing/2014/main" id="{82EC9FE2-3C9F-4341-937D-1B756BE83B63}"/>
                </a:ext>
              </a:extLst>
            </p:cNvPr>
            <p:cNvSpPr/>
            <p:nvPr/>
          </p:nvSpPr>
          <p:spPr>
            <a:xfrm>
              <a:off x="6889438" y="4841123"/>
              <a:ext cx="3278" cy="4918"/>
            </a:xfrm>
            <a:custGeom>
              <a:avLst/>
              <a:gdLst>
                <a:gd name="connsiteX0" fmla="*/ 0 w 3278"/>
                <a:gd name="connsiteY0" fmla="*/ 1639 h 4918"/>
                <a:gd name="connsiteX1" fmla="*/ 3279 w 3278"/>
                <a:gd name="connsiteY1" fmla="*/ 0 h 4918"/>
                <a:gd name="connsiteX2" fmla="*/ 3279 w 3278"/>
                <a:gd name="connsiteY2" fmla="*/ 3279 h 4918"/>
                <a:gd name="connsiteX3" fmla="*/ 1639 w 3278"/>
                <a:gd name="connsiteY3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0" y="1639"/>
                  </a:moveTo>
                  <a:lnTo>
                    <a:pt x="3279" y="0"/>
                  </a:lnTo>
                  <a:lnTo>
                    <a:pt x="3279" y="3279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8" name="Freeform 2877">
              <a:extLst>
                <a:ext uri="{FF2B5EF4-FFF2-40B4-BE49-F238E27FC236}">
                  <a16:creationId xmlns:a16="http://schemas.microsoft.com/office/drawing/2014/main" id="{AFF01476-420E-DF47-90B9-B85B3886723F}"/>
                </a:ext>
              </a:extLst>
            </p:cNvPr>
            <p:cNvSpPr/>
            <p:nvPr/>
          </p:nvSpPr>
          <p:spPr>
            <a:xfrm>
              <a:off x="7281240" y="2969000"/>
              <a:ext cx="32786" cy="70491"/>
            </a:xfrm>
            <a:custGeom>
              <a:avLst/>
              <a:gdLst>
                <a:gd name="connsiteX0" fmla="*/ 0 w 32786"/>
                <a:gd name="connsiteY0" fmla="*/ 37705 h 70491"/>
                <a:gd name="connsiteX1" fmla="*/ 0 w 32786"/>
                <a:gd name="connsiteY1" fmla="*/ 34426 h 70491"/>
                <a:gd name="connsiteX2" fmla="*/ 0 w 32786"/>
                <a:gd name="connsiteY2" fmla="*/ 31147 h 70491"/>
                <a:gd name="connsiteX3" fmla="*/ 0 w 32786"/>
                <a:gd name="connsiteY3" fmla="*/ 27869 h 70491"/>
                <a:gd name="connsiteX4" fmla="*/ 1639 w 32786"/>
                <a:gd name="connsiteY4" fmla="*/ 27869 h 70491"/>
                <a:gd name="connsiteX5" fmla="*/ 1639 w 32786"/>
                <a:gd name="connsiteY5" fmla="*/ 27869 h 70491"/>
                <a:gd name="connsiteX6" fmla="*/ 3279 w 32786"/>
                <a:gd name="connsiteY6" fmla="*/ 29508 h 70491"/>
                <a:gd name="connsiteX7" fmla="*/ 1639 w 32786"/>
                <a:gd name="connsiteY7" fmla="*/ 24590 h 70491"/>
                <a:gd name="connsiteX8" fmla="*/ 3279 w 32786"/>
                <a:gd name="connsiteY8" fmla="*/ 21311 h 70491"/>
                <a:gd name="connsiteX9" fmla="*/ 4918 w 32786"/>
                <a:gd name="connsiteY9" fmla="*/ 24590 h 70491"/>
                <a:gd name="connsiteX10" fmla="*/ 4918 w 32786"/>
                <a:gd name="connsiteY10" fmla="*/ 21311 h 70491"/>
                <a:gd name="connsiteX11" fmla="*/ 3279 w 32786"/>
                <a:gd name="connsiteY11" fmla="*/ 18033 h 70491"/>
                <a:gd name="connsiteX12" fmla="*/ 6558 w 32786"/>
                <a:gd name="connsiteY12" fmla="*/ 14754 h 70491"/>
                <a:gd name="connsiteX13" fmla="*/ 6558 w 32786"/>
                <a:gd name="connsiteY13" fmla="*/ 9836 h 70491"/>
                <a:gd name="connsiteX14" fmla="*/ 6558 w 32786"/>
                <a:gd name="connsiteY14" fmla="*/ 6557 h 70491"/>
                <a:gd name="connsiteX15" fmla="*/ 9836 w 32786"/>
                <a:gd name="connsiteY15" fmla="*/ 3279 h 70491"/>
                <a:gd name="connsiteX16" fmla="*/ 11476 w 32786"/>
                <a:gd name="connsiteY16" fmla="*/ 1639 h 70491"/>
                <a:gd name="connsiteX17" fmla="*/ 16393 w 32786"/>
                <a:gd name="connsiteY17" fmla="*/ 0 h 70491"/>
                <a:gd name="connsiteX18" fmla="*/ 19672 w 32786"/>
                <a:gd name="connsiteY18" fmla="*/ 1639 h 70491"/>
                <a:gd name="connsiteX19" fmla="*/ 19672 w 32786"/>
                <a:gd name="connsiteY19" fmla="*/ 4918 h 70491"/>
                <a:gd name="connsiteX20" fmla="*/ 24590 w 32786"/>
                <a:gd name="connsiteY20" fmla="*/ 8197 h 70491"/>
                <a:gd name="connsiteX21" fmla="*/ 26229 w 32786"/>
                <a:gd name="connsiteY21" fmla="*/ 8197 h 70491"/>
                <a:gd name="connsiteX22" fmla="*/ 27869 w 32786"/>
                <a:gd name="connsiteY22" fmla="*/ 9836 h 70491"/>
                <a:gd name="connsiteX23" fmla="*/ 27869 w 32786"/>
                <a:gd name="connsiteY23" fmla="*/ 9836 h 70491"/>
                <a:gd name="connsiteX24" fmla="*/ 27869 w 32786"/>
                <a:gd name="connsiteY24" fmla="*/ 11475 h 70491"/>
                <a:gd name="connsiteX25" fmla="*/ 29508 w 32786"/>
                <a:gd name="connsiteY25" fmla="*/ 14754 h 70491"/>
                <a:gd name="connsiteX26" fmla="*/ 29508 w 32786"/>
                <a:gd name="connsiteY26" fmla="*/ 18033 h 70491"/>
                <a:gd name="connsiteX27" fmla="*/ 29508 w 32786"/>
                <a:gd name="connsiteY27" fmla="*/ 19672 h 70491"/>
                <a:gd name="connsiteX28" fmla="*/ 27869 w 32786"/>
                <a:gd name="connsiteY28" fmla="*/ 22951 h 70491"/>
                <a:gd name="connsiteX29" fmla="*/ 26229 w 32786"/>
                <a:gd name="connsiteY29" fmla="*/ 26229 h 70491"/>
                <a:gd name="connsiteX30" fmla="*/ 27869 w 32786"/>
                <a:gd name="connsiteY30" fmla="*/ 29508 h 70491"/>
                <a:gd name="connsiteX31" fmla="*/ 27869 w 32786"/>
                <a:gd name="connsiteY31" fmla="*/ 32787 h 70491"/>
                <a:gd name="connsiteX32" fmla="*/ 27869 w 32786"/>
                <a:gd name="connsiteY32" fmla="*/ 37705 h 70491"/>
                <a:gd name="connsiteX33" fmla="*/ 32787 w 32786"/>
                <a:gd name="connsiteY33" fmla="*/ 40983 h 70491"/>
                <a:gd name="connsiteX34" fmla="*/ 32787 w 32786"/>
                <a:gd name="connsiteY34" fmla="*/ 44262 h 70491"/>
                <a:gd name="connsiteX35" fmla="*/ 32787 w 32786"/>
                <a:gd name="connsiteY35" fmla="*/ 45901 h 70491"/>
                <a:gd name="connsiteX36" fmla="*/ 32787 w 32786"/>
                <a:gd name="connsiteY36" fmla="*/ 47541 h 70491"/>
                <a:gd name="connsiteX37" fmla="*/ 32787 w 32786"/>
                <a:gd name="connsiteY37" fmla="*/ 49180 h 70491"/>
                <a:gd name="connsiteX38" fmla="*/ 32787 w 32786"/>
                <a:gd name="connsiteY38" fmla="*/ 50819 h 70491"/>
                <a:gd name="connsiteX39" fmla="*/ 31148 w 32786"/>
                <a:gd name="connsiteY39" fmla="*/ 54098 h 70491"/>
                <a:gd name="connsiteX40" fmla="*/ 29508 w 32786"/>
                <a:gd name="connsiteY40" fmla="*/ 57377 h 70491"/>
                <a:gd name="connsiteX41" fmla="*/ 27869 w 32786"/>
                <a:gd name="connsiteY41" fmla="*/ 62295 h 70491"/>
                <a:gd name="connsiteX42" fmla="*/ 26229 w 32786"/>
                <a:gd name="connsiteY42" fmla="*/ 65573 h 70491"/>
                <a:gd name="connsiteX43" fmla="*/ 22951 w 32786"/>
                <a:gd name="connsiteY43" fmla="*/ 65573 h 70491"/>
                <a:gd name="connsiteX44" fmla="*/ 19672 w 32786"/>
                <a:gd name="connsiteY44" fmla="*/ 67213 h 70491"/>
                <a:gd name="connsiteX45" fmla="*/ 16393 w 32786"/>
                <a:gd name="connsiteY45" fmla="*/ 68852 h 70491"/>
                <a:gd name="connsiteX46" fmla="*/ 16393 w 32786"/>
                <a:gd name="connsiteY46" fmla="*/ 70491 h 70491"/>
                <a:gd name="connsiteX47" fmla="*/ 11476 w 32786"/>
                <a:gd name="connsiteY47" fmla="*/ 68852 h 70491"/>
                <a:gd name="connsiteX48" fmla="*/ 8197 w 32786"/>
                <a:gd name="connsiteY48" fmla="*/ 65573 h 70491"/>
                <a:gd name="connsiteX49" fmla="*/ 6558 w 32786"/>
                <a:gd name="connsiteY49" fmla="*/ 63934 h 70491"/>
                <a:gd name="connsiteX50" fmla="*/ 4918 w 32786"/>
                <a:gd name="connsiteY50" fmla="*/ 62295 h 70491"/>
                <a:gd name="connsiteX51" fmla="*/ 4918 w 32786"/>
                <a:gd name="connsiteY51" fmla="*/ 60655 h 70491"/>
                <a:gd name="connsiteX52" fmla="*/ 4918 w 32786"/>
                <a:gd name="connsiteY52" fmla="*/ 60655 h 70491"/>
                <a:gd name="connsiteX53" fmla="*/ 4918 w 32786"/>
                <a:gd name="connsiteY53" fmla="*/ 57377 h 70491"/>
                <a:gd name="connsiteX54" fmla="*/ 4918 w 32786"/>
                <a:gd name="connsiteY54" fmla="*/ 54098 h 70491"/>
                <a:gd name="connsiteX55" fmla="*/ 3279 w 32786"/>
                <a:gd name="connsiteY55" fmla="*/ 49180 h 70491"/>
                <a:gd name="connsiteX56" fmla="*/ 3279 w 32786"/>
                <a:gd name="connsiteY56" fmla="*/ 49180 h 70491"/>
                <a:gd name="connsiteX57" fmla="*/ 1639 w 32786"/>
                <a:gd name="connsiteY57" fmla="*/ 44262 h 70491"/>
                <a:gd name="connsiteX58" fmla="*/ 0 w 32786"/>
                <a:gd name="connsiteY58" fmla="*/ 40983 h 7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2786" h="70491">
                  <a:moveTo>
                    <a:pt x="0" y="37705"/>
                  </a:moveTo>
                  <a:lnTo>
                    <a:pt x="0" y="34426"/>
                  </a:lnTo>
                  <a:lnTo>
                    <a:pt x="0" y="31147"/>
                  </a:lnTo>
                  <a:lnTo>
                    <a:pt x="0" y="27869"/>
                  </a:lnTo>
                  <a:lnTo>
                    <a:pt x="1639" y="27869"/>
                  </a:lnTo>
                  <a:lnTo>
                    <a:pt x="1639" y="27869"/>
                  </a:lnTo>
                  <a:lnTo>
                    <a:pt x="3279" y="29508"/>
                  </a:lnTo>
                  <a:lnTo>
                    <a:pt x="1639" y="24590"/>
                  </a:lnTo>
                  <a:lnTo>
                    <a:pt x="3279" y="21311"/>
                  </a:lnTo>
                  <a:lnTo>
                    <a:pt x="4918" y="24590"/>
                  </a:lnTo>
                  <a:lnTo>
                    <a:pt x="4918" y="21311"/>
                  </a:lnTo>
                  <a:lnTo>
                    <a:pt x="3279" y="18033"/>
                  </a:lnTo>
                  <a:lnTo>
                    <a:pt x="6558" y="14754"/>
                  </a:lnTo>
                  <a:lnTo>
                    <a:pt x="6558" y="9836"/>
                  </a:lnTo>
                  <a:lnTo>
                    <a:pt x="6558" y="6557"/>
                  </a:lnTo>
                  <a:lnTo>
                    <a:pt x="9836" y="3279"/>
                  </a:lnTo>
                  <a:lnTo>
                    <a:pt x="11476" y="1639"/>
                  </a:lnTo>
                  <a:lnTo>
                    <a:pt x="16393" y="0"/>
                  </a:lnTo>
                  <a:lnTo>
                    <a:pt x="19672" y="1639"/>
                  </a:lnTo>
                  <a:lnTo>
                    <a:pt x="19672" y="4918"/>
                  </a:lnTo>
                  <a:lnTo>
                    <a:pt x="24590" y="8197"/>
                  </a:lnTo>
                  <a:lnTo>
                    <a:pt x="26229" y="8197"/>
                  </a:lnTo>
                  <a:lnTo>
                    <a:pt x="27869" y="9836"/>
                  </a:lnTo>
                  <a:lnTo>
                    <a:pt x="27869" y="9836"/>
                  </a:lnTo>
                  <a:lnTo>
                    <a:pt x="27869" y="11475"/>
                  </a:lnTo>
                  <a:lnTo>
                    <a:pt x="29508" y="14754"/>
                  </a:lnTo>
                  <a:lnTo>
                    <a:pt x="29508" y="18033"/>
                  </a:lnTo>
                  <a:lnTo>
                    <a:pt x="29508" y="19672"/>
                  </a:lnTo>
                  <a:lnTo>
                    <a:pt x="27869" y="22951"/>
                  </a:lnTo>
                  <a:lnTo>
                    <a:pt x="26229" y="26229"/>
                  </a:lnTo>
                  <a:lnTo>
                    <a:pt x="27869" y="29508"/>
                  </a:lnTo>
                  <a:lnTo>
                    <a:pt x="27869" y="32787"/>
                  </a:lnTo>
                  <a:lnTo>
                    <a:pt x="27869" y="37705"/>
                  </a:lnTo>
                  <a:lnTo>
                    <a:pt x="32787" y="40983"/>
                  </a:lnTo>
                  <a:lnTo>
                    <a:pt x="32787" y="44262"/>
                  </a:lnTo>
                  <a:lnTo>
                    <a:pt x="32787" y="45901"/>
                  </a:lnTo>
                  <a:lnTo>
                    <a:pt x="32787" y="47541"/>
                  </a:lnTo>
                  <a:lnTo>
                    <a:pt x="32787" y="49180"/>
                  </a:lnTo>
                  <a:lnTo>
                    <a:pt x="32787" y="50819"/>
                  </a:lnTo>
                  <a:lnTo>
                    <a:pt x="31148" y="54098"/>
                  </a:lnTo>
                  <a:lnTo>
                    <a:pt x="29508" y="57377"/>
                  </a:lnTo>
                  <a:lnTo>
                    <a:pt x="27869" y="62295"/>
                  </a:lnTo>
                  <a:lnTo>
                    <a:pt x="26229" y="65573"/>
                  </a:lnTo>
                  <a:lnTo>
                    <a:pt x="22951" y="65573"/>
                  </a:lnTo>
                  <a:lnTo>
                    <a:pt x="19672" y="67213"/>
                  </a:lnTo>
                  <a:lnTo>
                    <a:pt x="16393" y="68852"/>
                  </a:lnTo>
                  <a:lnTo>
                    <a:pt x="16393" y="70491"/>
                  </a:lnTo>
                  <a:lnTo>
                    <a:pt x="11476" y="68852"/>
                  </a:lnTo>
                  <a:lnTo>
                    <a:pt x="8197" y="65573"/>
                  </a:lnTo>
                  <a:lnTo>
                    <a:pt x="6558" y="63934"/>
                  </a:lnTo>
                  <a:lnTo>
                    <a:pt x="4918" y="62295"/>
                  </a:lnTo>
                  <a:lnTo>
                    <a:pt x="4918" y="60655"/>
                  </a:lnTo>
                  <a:lnTo>
                    <a:pt x="4918" y="60655"/>
                  </a:lnTo>
                  <a:lnTo>
                    <a:pt x="4918" y="57377"/>
                  </a:lnTo>
                  <a:lnTo>
                    <a:pt x="4918" y="54098"/>
                  </a:lnTo>
                  <a:lnTo>
                    <a:pt x="3279" y="49180"/>
                  </a:lnTo>
                  <a:lnTo>
                    <a:pt x="3279" y="49180"/>
                  </a:lnTo>
                  <a:lnTo>
                    <a:pt x="1639" y="44262"/>
                  </a:lnTo>
                  <a:lnTo>
                    <a:pt x="0" y="4098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9" name="Freeform 2878">
              <a:extLst>
                <a:ext uri="{FF2B5EF4-FFF2-40B4-BE49-F238E27FC236}">
                  <a16:creationId xmlns:a16="http://schemas.microsoft.com/office/drawing/2014/main" id="{F165FD38-B1C3-2F4B-A11E-7DDE331B5E01}"/>
                </a:ext>
              </a:extLst>
            </p:cNvPr>
            <p:cNvSpPr/>
            <p:nvPr/>
          </p:nvSpPr>
          <p:spPr>
            <a:xfrm>
              <a:off x="7341895" y="2114906"/>
              <a:ext cx="645898" cy="367211"/>
            </a:xfrm>
            <a:custGeom>
              <a:avLst/>
              <a:gdLst>
                <a:gd name="connsiteX0" fmla="*/ 0 w 645898"/>
                <a:gd name="connsiteY0" fmla="*/ 24590 h 367211"/>
                <a:gd name="connsiteX1" fmla="*/ 1639 w 645898"/>
                <a:gd name="connsiteY1" fmla="*/ 24590 h 367211"/>
                <a:gd name="connsiteX2" fmla="*/ 4918 w 645898"/>
                <a:gd name="connsiteY2" fmla="*/ 22951 h 367211"/>
                <a:gd name="connsiteX3" fmla="*/ 9836 w 645898"/>
                <a:gd name="connsiteY3" fmla="*/ 21311 h 367211"/>
                <a:gd name="connsiteX4" fmla="*/ 13114 w 645898"/>
                <a:gd name="connsiteY4" fmla="*/ 21311 h 367211"/>
                <a:gd name="connsiteX5" fmla="*/ 18033 w 645898"/>
                <a:gd name="connsiteY5" fmla="*/ 19672 h 367211"/>
                <a:gd name="connsiteX6" fmla="*/ 21311 w 645898"/>
                <a:gd name="connsiteY6" fmla="*/ 18033 h 367211"/>
                <a:gd name="connsiteX7" fmla="*/ 24590 w 645898"/>
                <a:gd name="connsiteY7" fmla="*/ 16393 h 367211"/>
                <a:gd name="connsiteX8" fmla="*/ 27869 w 645898"/>
                <a:gd name="connsiteY8" fmla="*/ 16393 h 367211"/>
                <a:gd name="connsiteX9" fmla="*/ 32787 w 645898"/>
                <a:gd name="connsiteY9" fmla="*/ 14754 h 367211"/>
                <a:gd name="connsiteX10" fmla="*/ 36066 w 645898"/>
                <a:gd name="connsiteY10" fmla="*/ 13115 h 367211"/>
                <a:gd name="connsiteX11" fmla="*/ 40983 w 645898"/>
                <a:gd name="connsiteY11" fmla="*/ 13115 h 367211"/>
                <a:gd name="connsiteX12" fmla="*/ 44262 w 645898"/>
                <a:gd name="connsiteY12" fmla="*/ 11475 h 367211"/>
                <a:gd name="connsiteX13" fmla="*/ 49180 w 645898"/>
                <a:gd name="connsiteY13" fmla="*/ 9836 h 367211"/>
                <a:gd name="connsiteX14" fmla="*/ 52459 w 645898"/>
                <a:gd name="connsiteY14" fmla="*/ 8197 h 367211"/>
                <a:gd name="connsiteX15" fmla="*/ 57377 w 645898"/>
                <a:gd name="connsiteY15" fmla="*/ 8197 h 367211"/>
                <a:gd name="connsiteX16" fmla="*/ 62295 w 645898"/>
                <a:gd name="connsiteY16" fmla="*/ 6557 h 367211"/>
                <a:gd name="connsiteX17" fmla="*/ 65573 w 645898"/>
                <a:gd name="connsiteY17" fmla="*/ 4918 h 367211"/>
                <a:gd name="connsiteX18" fmla="*/ 68852 w 645898"/>
                <a:gd name="connsiteY18" fmla="*/ 3279 h 367211"/>
                <a:gd name="connsiteX19" fmla="*/ 73770 w 645898"/>
                <a:gd name="connsiteY19" fmla="*/ 3279 h 367211"/>
                <a:gd name="connsiteX20" fmla="*/ 77049 w 645898"/>
                <a:gd name="connsiteY20" fmla="*/ 1639 h 367211"/>
                <a:gd name="connsiteX21" fmla="*/ 81967 w 645898"/>
                <a:gd name="connsiteY21" fmla="*/ 0 h 367211"/>
                <a:gd name="connsiteX22" fmla="*/ 83606 w 645898"/>
                <a:gd name="connsiteY22" fmla="*/ 0 h 367211"/>
                <a:gd name="connsiteX23" fmla="*/ 85246 w 645898"/>
                <a:gd name="connsiteY23" fmla="*/ 0 h 367211"/>
                <a:gd name="connsiteX24" fmla="*/ 85246 w 645898"/>
                <a:gd name="connsiteY24" fmla="*/ 0 h 367211"/>
                <a:gd name="connsiteX25" fmla="*/ 90164 w 645898"/>
                <a:gd name="connsiteY25" fmla="*/ 3279 h 367211"/>
                <a:gd name="connsiteX26" fmla="*/ 93442 w 645898"/>
                <a:gd name="connsiteY26" fmla="*/ 4918 h 367211"/>
                <a:gd name="connsiteX27" fmla="*/ 96721 w 645898"/>
                <a:gd name="connsiteY27" fmla="*/ 6557 h 367211"/>
                <a:gd name="connsiteX28" fmla="*/ 98360 w 645898"/>
                <a:gd name="connsiteY28" fmla="*/ 8197 h 367211"/>
                <a:gd name="connsiteX29" fmla="*/ 103278 w 645898"/>
                <a:gd name="connsiteY29" fmla="*/ 9836 h 367211"/>
                <a:gd name="connsiteX30" fmla="*/ 106557 w 645898"/>
                <a:gd name="connsiteY30" fmla="*/ 11475 h 367211"/>
                <a:gd name="connsiteX31" fmla="*/ 111475 w 645898"/>
                <a:gd name="connsiteY31" fmla="*/ 13115 h 367211"/>
                <a:gd name="connsiteX32" fmla="*/ 113114 w 645898"/>
                <a:gd name="connsiteY32" fmla="*/ 14754 h 367211"/>
                <a:gd name="connsiteX33" fmla="*/ 113114 w 645898"/>
                <a:gd name="connsiteY33" fmla="*/ 14754 h 367211"/>
                <a:gd name="connsiteX34" fmla="*/ 116393 w 645898"/>
                <a:gd name="connsiteY34" fmla="*/ 16393 h 367211"/>
                <a:gd name="connsiteX35" fmla="*/ 118032 w 645898"/>
                <a:gd name="connsiteY35" fmla="*/ 18033 h 367211"/>
                <a:gd name="connsiteX36" fmla="*/ 121311 w 645898"/>
                <a:gd name="connsiteY36" fmla="*/ 19672 h 367211"/>
                <a:gd name="connsiteX37" fmla="*/ 132786 w 645898"/>
                <a:gd name="connsiteY37" fmla="*/ 24590 h 367211"/>
                <a:gd name="connsiteX38" fmla="*/ 150819 w 645898"/>
                <a:gd name="connsiteY38" fmla="*/ 34426 h 367211"/>
                <a:gd name="connsiteX39" fmla="*/ 168851 w 645898"/>
                <a:gd name="connsiteY39" fmla="*/ 44262 h 367211"/>
                <a:gd name="connsiteX40" fmla="*/ 170491 w 645898"/>
                <a:gd name="connsiteY40" fmla="*/ 44262 h 367211"/>
                <a:gd name="connsiteX41" fmla="*/ 175409 w 645898"/>
                <a:gd name="connsiteY41" fmla="*/ 47541 h 367211"/>
                <a:gd name="connsiteX42" fmla="*/ 178688 w 645898"/>
                <a:gd name="connsiteY42" fmla="*/ 49180 h 367211"/>
                <a:gd name="connsiteX43" fmla="*/ 183606 w 645898"/>
                <a:gd name="connsiteY43" fmla="*/ 50820 h 367211"/>
                <a:gd name="connsiteX44" fmla="*/ 185245 w 645898"/>
                <a:gd name="connsiteY44" fmla="*/ 55737 h 367211"/>
                <a:gd name="connsiteX45" fmla="*/ 186884 w 645898"/>
                <a:gd name="connsiteY45" fmla="*/ 59016 h 367211"/>
                <a:gd name="connsiteX46" fmla="*/ 190163 w 645898"/>
                <a:gd name="connsiteY46" fmla="*/ 62295 h 367211"/>
                <a:gd name="connsiteX47" fmla="*/ 195081 w 645898"/>
                <a:gd name="connsiteY47" fmla="*/ 65573 h 367211"/>
                <a:gd name="connsiteX48" fmla="*/ 198360 w 645898"/>
                <a:gd name="connsiteY48" fmla="*/ 67213 h 367211"/>
                <a:gd name="connsiteX49" fmla="*/ 201638 w 645898"/>
                <a:gd name="connsiteY49" fmla="*/ 70492 h 367211"/>
                <a:gd name="connsiteX50" fmla="*/ 206557 w 645898"/>
                <a:gd name="connsiteY50" fmla="*/ 73770 h 367211"/>
                <a:gd name="connsiteX51" fmla="*/ 209835 w 645898"/>
                <a:gd name="connsiteY51" fmla="*/ 77049 h 367211"/>
                <a:gd name="connsiteX52" fmla="*/ 213114 w 645898"/>
                <a:gd name="connsiteY52" fmla="*/ 80327 h 367211"/>
                <a:gd name="connsiteX53" fmla="*/ 216393 w 645898"/>
                <a:gd name="connsiteY53" fmla="*/ 83606 h 367211"/>
                <a:gd name="connsiteX54" fmla="*/ 221310 w 645898"/>
                <a:gd name="connsiteY54" fmla="*/ 86885 h 367211"/>
                <a:gd name="connsiteX55" fmla="*/ 224589 w 645898"/>
                <a:gd name="connsiteY55" fmla="*/ 90164 h 367211"/>
                <a:gd name="connsiteX56" fmla="*/ 226228 w 645898"/>
                <a:gd name="connsiteY56" fmla="*/ 90164 h 367211"/>
                <a:gd name="connsiteX57" fmla="*/ 229507 w 645898"/>
                <a:gd name="connsiteY57" fmla="*/ 90164 h 367211"/>
                <a:gd name="connsiteX58" fmla="*/ 232786 w 645898"/>
                <a:gd name="connsiteY58" fmla="*/ 88524 h 367211"/>
                <a:gd name="connsiteX59" fmla="*/ 237704 w 645898"/>
                <a:gd name="connsiteY59" fmla="*/ 88524 h 367211"/>
                <a:gd name="connsiteX60" fmla="*/ 242622 w 645898"/>
                <a:gd name="connsiteY60" fmla="*/ 88524 h 367211"/>
                <a:gd name="connsiteX61" fmla="*/ 245901 w 645898"/>
                <a:gd name="connsiteY61" fmla="*/ 86885 h 367211"/>
                <a:gd name="connsiteX62" fmla="*/ 250818 w 645898"/>
                <a:gd name="connsiteY62" fmla="*/ 86885 h 367211"/>
                <a:gd name="connsiteX63" fmla="*/ 254097 w 645898"/>
                <a:gd name="connsiteY63" fmla="*/ 85245 h 367211"/>
                <a:gd name="connsiteX64" fmla="*/ 259015 w 645898"/>
                <a:gd name="connsiteY64" fmla="*/ 85245 h 367211"/>
                <a:gd name="connsiteX65" fmla="*/ 262294 w 645898"/>
                <a:gd name="connsiteY65" fmla="*/ 83606 h 367211"/>
                <a:gd name="connsiteX66" fmla="*/ 265573 w 645898"/>
                <a:gd name="connsiteY66" fmla="*/ 83606 h 367211"/>
                <a:gd name="connsiteX67" fmla="*/ 270491 w 645898"/>
                <a:gd name="connsiteY67" fmla="*/ 83606 h 367211"/>
                <a:gd name="connsiteX68" fmla="*/ 273769 w 645898"/>
                <a:gd name="connsiteY68" fmla="*/ 85245 h 367211"/>
                <a:gd name="connsiteX69" fmla="*/ 278687 w 645898"/>
                <a:gd name="connsiteY69" fmla="*/ 85245 h 367211"/>
                <a:gd name="connsiteX70" fmla="*/ 281966 w 645898"/>
                <a:gd name="connsiteY70" fmla="*/ 85245 h 367211"/>
                <a:gd name="connsiteX71" fmla="*/ 286884 w 645898"/>
                <a:gd name="connsiteY71" fmla="*/ 86885 h 367211"/>
                <a:gd name="connsiteX72" fmla="*/ 290163 w 645898"/>
                <a:gd name="connsiteY72" fmla="*/ 86885 h 367211"/>
                <a:gd name="connsiteX73" fmla="*/ 295081 w 645898"/>
                <a:gd name="connsiteY73" fmla="*/ 86885 h 367211"/>
                <a:gd name="connsiteX74" fmla="*/ 299998 w 645898"/>
                <a:gd name="connsiteY74" fmla="*/ 86885 h 367211"/>
                <a:gd name="connsiteX75" fmla="*/ 303277 w 645898"/>
                <a:gd name="connsiteY75" fmla="*/ 88524 h 367211"/>
                <a:gd name="connsiteX76" fmla="*/ 308195 w 645898"/>
                <a:gd name="connsiteY76" fmla="*/ 88524 h 367211"/>
                <a:gd name="connsiteX77" fmla="*/ 311474 w 645898"/>
                <a:gd name="connsiteY77" fmla="*/ 86885 h 367211"/>
                <a:gd name="connsiteX78" fmla="*/ 316392 w 645898"/>
                <a:gd name="connsiteY78" fmla="*/ 83606 h 367211"/>
                <a:gd name="connsiteX79" fmla="*/ 319671 w 645898"/>
                <a:gd name="connsiteY79" fmla="*/ 81967 h 367211"/>
                <a:gd name="connsiteX80" fmla="*/ 322950 w 645898"/>
                <a:gd name="connsiteY80" fmla="*/ 80327 h 367211"/>
                <a:gd name="connsiteX81" fmla="*/ 327867 w 645898"/>
                <a:gd name="connsiteY81" fmla="*/ 81967 h 367211"/>
                <a:gd name="connsiteX82" fmla="*/ 331146 w 645898"/>
                <a:gd name="connsiteY82" fmla="*/ 85245 h 367211"/>
                <a:gd name="connsiteX83" fmla="*/ 334425 w 645898"/>
                <a:gd name="connsiteY83" fmla="*/ 88524 h 367211"/>
                <a:gd name="connsiteX84" fmla="*/ 337703 w 645898"/>
                <a:gd name="connsiteY84" fmla="*/ 91803 h 367211"/>
                <a:gd name="connsiteX85" fmla="*/ 340982 w 645898"/>
                <a:gd name="connsiteY85" fmla="*/ 93442 h 367211"/>
                <a:gd name="connsiteX86" fmla="*/ 345900 w 645898"/>
                <a:gd name="connsiteY86" fmla="*/ 95082 h 367211"/>
                <a:gd name="connsiteX87" fmla="*/ 349179 w 645898"/>
                <a:gd name="connsiteY87" fmla="*/ 98360 h 367211"/>
                <a:gd name="connsiteX88" fmla="*/ 352457 w 645898"/>
                <a:gd name="connsiteY88" fmla="*/ 101639 h 367211"/>
                <a:gd name="connsiteX89" fmla="*/ 355736 w 645898"/>
                <a:gd name="connsiteY89" fmla="*/ 104917 h 367211"/>
                <a:gd name="connsiteX90" fmla="*/ 359015 w 645898"/>
                <a:gd name="connsiteY90" fmla="*/ 109836 h 367211"/>
                <a:gd name="connsiteX91" fmla="*/ 362294 w 645898"/>
                <a:gd name="connsiteY91" fmla="*/ 114754 h 367211"/>
                <a:gd name="connsiteX92" fmla="*/ 367211 w 645898"/>
                <a:gd name="connsiteY92" fmla="*/ 116393 h 367211"/>
                <a:gd name="connsiteX93" fmla="*/ 370490 w 645898"/>
                <a:gd name="connsiteY93" fmla="*/ 113114 h 367211"/>
                <a:gd name="connsiteX94" fmla="*/ 373769 w 645898"/>
                <a:gd name="connsiteY94" fmla="*/ 113114 h 367211"/>
                <a:gd name="connsiteX95" fmla="*/ 375408 w 645898"/>
                <a:gd name="connsiteY95" fmla="*/ 116393 h 367211"/>
                <a:gd name="connsiteX96" fmla="*/ 377047 w 645898"/>
                <a:gd name="connsiteY96" fmla="*/ 121311 h 367211"/>
                <a:gd name="connsiteX97" fmla="*/ 377047 w 645898"/>
                <a:gd name="connsiteY97" fmla="*/ 124590 h 367211"/>
                <a:gd name="connsiteX98" fmla="*/ 377047 w 645898"/>
                <a:gd name="connsiteY98" fmla="*/ 127868 h 367211"/>
                <a:gd name="connsiteX99" fmla="*/ 378687 w 645898"/>
                <a:gd name="connsiteY99" fmla="*/ 132786 h 367211"/>
                <a:gd name="connsiteX100" fmla="*/ 378687 w 645898"/>
                <a:gd name="connsiteY100" fmla="*/ 137704 h 367211"/>
                <a:gd name="connsiteX101" fmla="*/ 378687 w 645898"/>
                <a:gd name="connsiteY101" fmla="*/ 140983 h 367211"/>
                <a:gd name="connsiteX102" fmla="*/ 378687 w 645898"/>
                <a:gd name="connsiteY102" fmla="*/ 144262 h 367211"/>
                <a:gd name="connsiteX103" fmla="*/ 380326 w 645898"/>
                <a:gd name="connsiteY103" fmla="*/ 147540 h 367211"/>
                <a:gd name="connsiteX104" fmla="*/ 380326 w 645898"/>
                <a:gd name="connsiteY104" fmla="*/ 152458 h 367211"/>
                <a:gd name="connsiteX105" fmla="*/ 385244 w 645898"/>
                <a:gd name="connsiteY105" fmla="*/ 155737 h 367211"/>
                <a:gd name="connsiteX106" fmla="*/ 390162 w 645898"/>
                <a:gd name="connsiteY106" fmla="*/ 155737 h 367211"/>
                <a:gd name="connsiteX107" fmla="*/ 393441 w 645898"/>
                <a:gd name="connsiteY107" fmla="*/ 155737 h 367211"/>
                <a:gd name="connsiteX108" fmla="*/ 398359 w 645898"/>
                <a:gd name="connsiteY108" fmla="*/ 155737 h 367211"/>
                <a:gd name="connsiteX109" fmla="*/ 399998 w 645898"/>
                <a:gd name="connsiteY109" fmla="*/ 159016 h 367211"/>
                <a:gd name="connsiteX110" fmla="*/ 401638 w 645898"/>
                <a:gd name="connsiteY110" fmla="*/ 163934 h 367211"/>
                <a:gd name="connsiteX111" fmla="*/ 403277 w 645898"/>
                <a:gd name="connsiteY111" fmla="*/ 167212 h 367211"/>
                <a:gd name="connsiteX112" fmla="*/ 404916 w 645898"/>
                <a:gd name="connsiteY112" fmla="*/ 172130 h 367211"/>
                <a:gd name="connsiteX113" fmla="*/ 408195 w 645898"/>
                <a:gd name="connsiteY113" fmla="*/ 175409 h 367211"/>
                <a:gd name="connsiteX114" fmla="*/ 409834 w 645898"/>
                <a:gd name="connsiteY114" fmla="*/ 180327 h 367211"/>
                <a:gd name="connsiteX115" fmla="*/ 411474 w 645898"/>
                <a:gd name="connsiteY115" fmla="*/ 183606 h 367211"/>
                <a:gd name="connsiteX116" fmla="*/ 413113 w 645898"/>
                <a:gd name="connsiteY116" fmla="*/ 186884 h 367211"/>
                <a:gd name="connsiteX117" fmla="*/ 414752 w 645898"/>
                <a:gd name="connsiteY117" fmla="*/ 191802 h 367211"/>
                <a:gd name="connsiteX118" fmla="*/ 416391 w 645898"/>
                <a:gd name="connsiteY118" fmla="*/ 191802 h 367211"/>
                <a:gd name="connsiteX119" fmla="*/ 421310 w 645898"/>
                <a:gd name="connsiteY119" fmla="*/ 191802 h 367211"/>
                <a:gd name="connsiteX120" fmla="*/ 424588 w 645898"/>
                <a:gd name="connsiteY120" fmla="*/ 193442 h 367211"/>
                <a:gd name="connsiteX121" fmla="*/ 427867 w 645898"/>
                <a:gd name="connsiteY121" fmla="*/ 193442 h 367211"/>
                <a:gd name="connsiteX122" fmla="*/ 432785 w 645898"/>
                <a:gd name="connsiteY122" fmla="*/ 193442 h 367211"/>
                <a:gd name="connsiteX123" fmla="*/ 436064 w 645898"/>
                <a:gd name="connsiteY123" fmla="*/ 193442 h 367211"/>
                <a:gd name="connsiteX124" fmla="*/ 439342 w 645898"/>
                <a:gd name="connsiteY124" fmla="*/ 191802 h 367211"/>
                <a:gd name="connsiteX125" fmla="*/ 444260 w 645898"/>
                <a:gd name="connsiteY125" fmla="*/ 191802 h 367211"/>
                <a:gd name="connsiteX126" fmla="*/ 447539 w 645898"/>
                <a:gd name="connsiteY126" fmla="*/ 191802 h 367211"/>
                <a:gd name="connsiteX127" fmla="*/ 450818 w 645898"/>
                <a:gd name="connsiteY127" fmla="*/ 190163 h 367211"/>
                <a:gd name="connsiteX128" fmla="*/ 454096 w 645898"/>
                <a:gd name="connsiteY128" fmla="*/ 191802 h 367211"/>
                <a:gd name="connsiteX129" fmla="*/ 455735 w 645898"/>
                <a:gd name="connsiteY129" fmla="*/ 191802 h 367211"/>
                <a:gd name="connsiteX130" fmla="*/ 457375 w 645898"/>
                <a:gd name="connsiteY130" fmla="*/ 190163 h 367211"/>
                <a:gd name="connsiteX131" fmla="*/ 457375 w 645898"/>
                <a:gd name="connsiteY131" fmla="*/ 190163 h 367211"/>
                <a:gd name="connsiteX132" fmla="*/ 460654 w 645898"/>
                <a:gd name="connsiteY132" fmla="*/ 195081 h 367211"/>
                <a:gd name="connsiteX133" fmla="*/ 465572 w 645898"/>
                <a:gd name="connsiteY133" fmla="*/ 196720 h 367211"/>
                <a:gd name="connsiteX134" fmla="*/ 467211 w 645898"/>
                <a:gd name="connsiteY134" fmla="*/ 196720 h 367211"/>
                <a:gd name="connsiteX135" fmla="*/ 467211 w 645898"/>
                <a:gd name="connsiteY135" fmla="*/ 199999 h 367211"/>
                <a:gd name="connsiteX136" fmla="*/ 467211 w 645898"/>
                <a:gd name="connsiteY136" fmla="*/ 201638 h 367211"/>
                <a:gd name="connsiteX137" fmla="*/ 467211 w 645898"/>
                <a:gd name="connsiteY137" fmla="*/ 203278 h 367211"/>
                <a:gd name="connsiteX138" fmla="*/ 467211 w 645898"/>
                <a:gd name="connsiteY138" fmla="*/ 204917 h 367211"/>
                <a:gd name="connsiteX139" fmla="*/ 467211 w 645898"/>
                <a:gd name="connsiteY139" fmla="*/ 208196 h 367211"/>
                <a:gd name="connsiteX140" fmla="*/ 470490 w 645898"/>
                <a:gd name="connsiteY140" fmla="*/ 211474 h 367211"/>
                <a:gd name="connsiteX141" fmla="*/ 473768 w 645898"/>
                <a:gd name="connsiteY141" fmla="*/ 211474 h 367211"/>
                <a:gd name="connsiteX142" fmla="*/ 475408 w 645898"/>
                <a:gd name="connsiteY142" fmla="*/ 213114 h 367211"/>
                <a:gd name="connsiteX143" fmla="*/ 478687 w 645898"/>
                <a:gd name="connsiteY143" fmla="*/ 214753 h 367211"/>
                <a:gd name="connsiteX144" fmla="*/ 481965 w 645898"/>
                <a:gd name="connsiteY144" fmla="*/ 216392 h 367211"/>
                <a:gd name="connsiteX145" fmla="*/ 485244 w 645898"/>
                <a:gd name="connsiteY145" fmla="*/ 214753 h 367211"/>
                <a:gd name="connsiteX146" fmla="*/ 488522 w 645898"/>
                <a:gd name="connsiteY146" fmla="*/ 216392 h 367211"/>
                <a:gd name="connsiteX147" fmla="*/ 488522 w 645898"/>
                <a:gd name="connsiteY147" fmla="*/ 211474 h 367211"/>
                <a:gd name="connsiteX148" fmla="*/ 485244 w 645898"/>
                <a:gd name="connsiteY148" fmla="*/ 208196 h 367211"/>
                <a:gd name="connsiteX149" fmla="*/ 485244 w 645898"/>
                <a:gd name="connsiteY149" fmla="*/ 208196 h 367211"/>
                <a:gd name="connsiteX150" fmla="*/ 483604 w 645898"/>
                <a:gd name="connsiteY150" fmla="*/ 206557 h 367211"/>
                <a:gd name="connsiteX151" fmla="*/ 485244 w 645898"/>
                <a:gd name="connsiteY151" fmla="*/ 201638 h 367211"/>
                <a:gd name="connsiteX152" fmla="*/ 485244 w 645898"/>
                <a:gd name="connsiteY152" fmla="*/ 201638 h 367211"/>
                <a:gd name="connsiteX153" fmla="*/ 488522 w 645898"/>
                <a:gd name="connsiteY153" fmla="*/ 199999 h 367211"/>
                <a:gd name="connsiteX154" fmla="*/ 488522 w 645898"/>
                <a:gd name="connsiteY154" fmla="*/ 196720 h 367211"/>
                <a:gd name="connsiteX155" fmla="*/ 491801 w 645898"/>
                <a:gd name="connsiteY155" fmla="*/ 191802 h 367211"/>
                <a:gd name="connsiteX156" fmla="*/ 495080 w 645898"/>
                <a:gd name="connsiteY156" fmla="*/ 190163 h 367211"/>
                <a:gd name="connsiteX157" fmla="*/ 496719 w 645898"/>
                <a:gd name="connsiteY157" fmla="*/ 186884 h 367211"/>
                <a:gd name="connsiteX158" fmla="*/ 495080 w 645898"/>
                <a:gd name="connsiteY158" fmla="*/ 183606 h 367211"/>
                <a:gd name="connsiteX159" fmla="*/ 498358 w 645898"/>
                <a:gd name="connsiteY159" fmla="*/ 180327 h 367211"/>
                <a:gd name="connsiteX160" fmla="*/ 503277 w 645898"/>
                <a:gd name="connsiteY160" fmla="*/ 178688 h 367211"/>
                <a:gd name="connsiteX161" fmla="*/ 504916 w 645898"/>
                <a:gd name="connsiteY161" fmla="*/ 178688 h 367211"/>
                <a:gd name="connsiteX162" fmla="*/ 506555 w 645898"/>
                <a:gd name="connsiteY162" fmla="*/ 173770 h 367211"/>
                <a:gd name="connsiteX163" fmla="*/ 511473 w 645898"/>
                <a:gd name="connsiteY163" fmla="*/ 172130 h 367211"/>
                <a:gd name="connsiteX164" fmla="*/ 514752 w 645898"/>
                <a:gd name="connsiteY164" fmla="*/ 168852 h 367211"/>
                <a:gd name="connsiteX165" fmla="*/ 518031 w 645898"/>
                <a:gd name="connsiteY165" fmla="*/ 168852 h 367211"/>
                <a:gd name="connsiteX166" fmla="*/ 521309 w 645898"/>
                <a:gd name="connsiteY166" fmla="*/ 168852 h 367211"/>
                <a:gd name="connsiteX167" fmla="*/ 524588 w 645898"/>
                <a:gd name="connsiteY167" fmla="*/ 165573 h 367211"/>
                <a:gd name="connsiteX168" fmla="*/ 524588 w 645898"/>
                <a:gd name="connsiteY168" fmla="*/ 165573 h 367211"/>
                <a:gd name="connsiteX169" fmla="*/ 529506 w 645898"/>
                <a:gd name="connsiteY169" fmla="*/ 162294 h 367211"/>
                <a:gd name="connsiteX170" fmla="*/ 531145 w 645898"/>
                <a:gd name="connsiteY170" fmla="*/ 157376 h 367211"/>
                <a:gd name="connsiteX171" fmla="*/ 532784 w 645898"/>
                <a:gd name="connsiteY171" fmla="*/ 154098 h 367211"/>
                <a:gd name="connsiteX172" fmla="*/ 536063 w 645898"/>
                <a:gd name="connsiteY172" fmla="*/ 150819 h 367211"/>
                <a:gd name="connsiteX173" fmla="*/ 540981 w 645898"/>
                <a:gd name="connsiteY173" fmla="*/ 154098 h 367211"/>
                <a:gd name="connsiteX174" fmla="*/ 544260 w 645898"/>
                <a:gd name="connsiteY174" fmla="*/ 152458 h 367211"/>
                <a:gd name="connsiteX175" fmla="*/ 545899 w 645898"/>
                <a:gd name="connsiteY175" fmla="*/ 149180 h 367211"/>
                <a:gd name="connsiteX176" fmla="*/ 549178 w 645898"/>
                <a:gd name="connsiteY176" fmla="*/ 147540 h 367211"/>
                <a:gd name="connsiteX177" fmla="*/ 552457 w 645898"/>
                <a:gd name="connsiteY177" fmla="*/ 144262 h 367211"/>
                <a:gd name="connsiteX178" fmla="*/ 557375 w 645898"/>
                <a:gd name="connsiteY178" fmla="*/ 142622 h 367211"/>
                <a:gd name="connsiteX179" fmla="*/ 560653 w 645898"/>
                <a:gd name="connsiteY179" fmla="*/ 144262 h 367211"/>
                <a:gd name="connsiteX180" fmla="*/ 563932 w 645898"/>
                <a:gd name="connsiteY180" fmla="*/ 145901 h 367211"/>
                <a:gd name="connsiteX181" fmla="*/ 560653 w 645898"/>
                <a:gd name="connsiteY181" fmla="*/ 149180 h 367211"/>
                <a:gd name="connsiteX182" fmla="*/ 557375 w 645898"/>
                <a:gd name="connsiteY182" fmla="*/ 152458 h 367211"/>
                <a:gd name="connsiteX183" fmla="*/ 552457 w 645898"/>
                <a:gd name="connsiteY183" fmla="*/ 154098 h 367211"/>
                <a:gd name="connsiteX184" fmla="*/ 552457 w 645898"/>
                <a:gd name="connsiteY184" fmla="*/ 157376 h 367211"/>
                <a:gd name="connsiteX185" fmla="*/ 549178 w 645898"/>
                <a:gd name="connsiteY185" fmla="*/ 159016 h 367211"/>
                <a:gd name="connsiteX186" fmla="*/ 544260 w 645898"/>
                <a:gd name="connsiteY186" fmla="*/ 162294 h 367211"/>
                <a:gd name="connsiteX187" fmla="*/ 542621 w 645898"/>
                <a:gd name="connsiteY187" fmla="*/ 165573 h 367211"/>
                <a:gd name="connsiteX188" fmla="*/ 539342 w 645898"/>
                <a:gd name="connsiteY188" fmla="*/ 168852 h 367211"/>
                <a:gd name="connsiteX189" fmla="*/ 534424 w 645898"/>
                <a:gd name="connsiteY189" fmla="*/ 172130 h 367211"/>
                <a:gd name="connsiteX190" fmla="*/ 534424 w 645898"/>
                <a:gd name="connsiteY190" fmla="*/ 175409 h 367211"/>
                <a:gd name="connsiteX191" fmla="*/ 534424 w 645898"/>
                <a:gd name="connsiteY191" fmla="*/ 177048 h 367211"/>
                <a:gd name="connsiteX192" fmla="*/ 537702 w 645898"/>
                <a:gd name="connsiteY192" fmla="*/ 177048 h 367211"/>
                <a:gd name="connsiteX193" fmla="*/ 540981 w 645898"/>
                <a:gd name="connsiteY193" fmla="*/ 178688 h 367211"/>
                <a:gd name="connsiteX194" fmla="*/ 545899 w 645898"/>
                <a:gd name="connsiteY194" fmla="*/ 180327 h 367211"/>
                <a:gd name="connsiteX195" fmla="*/ 549178 w 645898"/>
                <a:gd name="connsiteY195" fmla="*/ 180327 h 367211"/>
                <a:gd name="connsiteX196" fmla="*/ 552457 w 645898"/>
                <a:gd name="connsiteY196" fmla="*/ 178688 h 367211"/>
                <a:gd name="connsiteX197" fmla="*/ 555735 w 645898"/>
                <a:gd name="connsiteY197" fmla="*/ 181966 h 367211"/>
                <a:gd name="connsiteX198" fmla="*/ 557375 w 645898"/>
                <a:gd name="connsiteY198" fmla="*/ 185245 h 367211"/>
                <a:gd name="connsiteX199" fmla="*/ 560653 w 645898"/>
                <a:gd name="connsiteY199" fmla="*/ 188524 h 367211"/>
                <a:gd name="connsiteX200" fmla="*/ 565571 w 645898"/>
                <a:gd name="connsiteY200" fmla="*/ 190163 h 367211"/>
                <a:gd name="connsiteX201" fmla="*/ 568850 w 645898"/>
                <a:gd name="connsiteY201" fmla="*/ 190163 h 367211"/>
                <a:gd name="connsiteX202" fmla="*/ 572128 w 645898"/>
                <a:gd name="connsiteY202" fmla="*/ 191802 h 367211"/>
                <a:gd name="connsiteX203" fmla="*/ 575407 w 645898"/>
                <a:gd name="connsiteY203" fmla="*/ 191802 h 367211"/>
                <a:gd name="connsiteX204" fmla="*/ 580325 w 645898"/>
                <a:gd name="connsiteY204" fmla="*/ 191802 h 367211"/>
                <a:gd name="connsiteX205" fmla="*/ 580325 w 645898"/>
                <a:gd name="connsiteY205" fmla="*/ 193442 h 367211"/>
                <a:gd name="connsiteX206" fmla="*/ 581965 w 645898"/>
                <a:gd name="connsiteY206" fmla="*/ 190163 h 367211"/>
                <a:gd name="connsiteX207" fmla="*/ 580325 w 645898"/>
                <a:gd name="connsiteY207" fmla="*/ 186884 h 367211"/>
                <a:gd name="connsiteX208" fmla="*/ 585243 w 645898"/>
                <a:gd name="connsiteY208" fmla="*/ 186884 h 367211"/>
                <a:gd name="connsiteX209" fmla="*/ 586882 w 645898"/>
                <a:gd name="connsiteY209" fmla="*/ 181966 h 367211"/>
                <a:gd name="connsiteX210" fmla="*/ 585243 w 645898"/>
                <a:gd name="connsiteY210" fmla="*/ 178688 h 367211"/>
                <a:gd name="connsiteX211" fmla="*/ 585243 w 645898"/>
                <a:gd name="connsiteY211" fmla="*/ 175409 h 367211"/>
                <a:gd name="connsiteX212" fmla="*/ 588522 w 645898"/>
                <a:gd name="connsiteY212" fmla="*/ 178688 h 367211"/>
                <a:gd name="connsiteX213" fmla="*/ 588522 w 645898"/>
                <a:gd name="connsiteY213" fmla="*/ 180327 h 367211"/>
                <a:gd name="connsiteX214" fmla="*/ 590161 w 645898"/>
                <a:gd name="connsiteY214" fmla="*/ 178688 h 367211"/>
                <a:gd name="connsiteX215" fmla="*/ 593440 w 645898"/>
                <a:gd name="connsiteY215" fmla="*/ 183606 h 367211"/>
                <a:gd name="connsiteX216" fmla="*/ 595079 w 645898"/>
                <a:gd name="connsiteY216" fmla="*/ 183606 h 367211"/>
                <a:gd name="connsiteX217" fmla="*/ 596719 w 645898"/>
                <a:gd name="connsiteY217" fmla="*/ 186884 h 367211"/>
                <a:gd name="connsiteX218" fmla="*/ 599997 w 645898"/>
                <a:gd name="connsiteY218" fmla="*/ 190163 h 367211"/>
                <a:gd name="connsiteX219" fmla="*/ 601637 w 645898"/>
                <a:gd name="connsiteY219" fmla="*/ 190163 h 367211"/>
                <a:gd name="connsiteX220" fmla="*/ 604915 w 645898"/>
                <a:gd name="connsiteY220" fmla="*/ 191802 h 367211"/>
                <a:gd name="connsiteX221" fmla="*/ 606555 w 645898"/>
                <a:gd name="connsiteY221" fmla="*/ 190163 h 367211"/>
                <a:gd name="connsiteX222" fmla="*/ 608194 w 645898"/>
                <a:gd name="connsiteY222" fmla="*/ 190163 h 367211"/>
                <a:gd name="connsiteX223" fmla="*/ 608194 w 645898"/>
                <a:gd name="connsiteY223" fmla="*/ 191802 h 367211"/>
                <a:gd name="connsiteX224" fmla="*/ 609833 w 645898"/>
                <a:gd name="connsiteY224" fmla="*/ 195081 h 367211"/>
                <a:gd name="connsiteX225" fmla="*/ 611472 w 645898"/>
                <a:gd name="connsiteY225" fmla="*/ 196720 h 367211"/>
                <a:gd name="connsiteX226" fmla="*/ 611472 w 645898"/>
                <a:gd name="connsiteY226" fmla="*/ 198360 h 367211"/>
                <a:gd name="connsiteX227" fmla="*/ 614751 w 645898"/>
                <a:gd name="connsiteY227" fmla="*/ 198360 h 367211"/>
                <a:gd name="connsiteX228" fmla="*/ 614751 w 645898"/>
                <a:gd name="connsiteY228" fmla="*/ 196720 h 367211"/>
                <a:gd name="connsiteX229" fmla="*/ 618030 w 645898"/>
                <a:gd name="connsiteY229" fmla="*/ 198360 h 367211"/>
                <a:gd name="connsiteX230" fmla="*/ 621309 w 645898"/>
                <a:gd name="connsiteY230" fmla="*/ 198360 h 367211"/>
                <a:gd name="connsiteX231" fmla="*/ 624587 w 645898"/>
                <a:gd name="connsiteY231" fmla="*/ 201638 h 367211"/>
                <a:gd name="connsiteX232" fmla="*/ 629505 w 645898"/>
                <a:gd name="connsiteY232" fmla="*/ 204917 h 367211"/>
                <a:gd name="connsiteX233" fmla="*/ 632784 w 645898"/>
                <a:gd name="connsiteY233" fmla="*/ 204917 h 367211"/>
                <a:gd name="connsiteX234" fmla="*/ 636062 w 645898"/>
                <a:gd name="connsiteY234" fmla="*/ 204917 h 367211"/>
                <a:gd name="connsiteX235" fmla="*/ 637702 w 645898"/>
                <a:gd name="connsiteY235" fmla="*/ 206557 h 367211"/>
                <a:gd name="connsiteX236" fmla="*/ 637702 w 645898"/>
                <a:gd name="connsiteY236" fmla="*/ 206557 h 367211"/>
                <a:gd name="connsiteX237" fmla="*/ 639341 w 645898"/>
                <a:gd name="connsiteY237" fmla="*/ 204917 h 367211"/>
                <a:gd name="connsiteX238" fmla="*/ 640981 w 645898"/>
                <a:gd name="connsiteY238" fmla="*/ 204917 h 367211"/>
                <a:gd name="connsiteX239" fmla="*/ 644259 w 645898"/>
                <a:gd name="connsiteY239" fmla="*/ 206557 h 367211"/>
                <a:gd name="connsiteX240" fmla="*/ 645899 w 645898"/>
                <a:gd name="connsiteY240" fmla="*/ 209835 h 367211"/>
                <a:gd name="connsiteX241" fmla="*/ 640981 w 645898"/>
                <a:gd name="connsiteY241" fmla="*/ 211474 h 367211"/>
                <a:gd name="connsiteX242" fmla="*/ 640981 w 645898"/>
                <a:gd name="connsiteY242" fmla="*/ 211474 h 367211"/>
                <a:gd name="connsiteX243" fmla="*/ 637702 w 645898"/>
                <a:gd name="connsiteY243" fmla="*/ 213114 h 367211"/>
                <a:gd name="connsiteX244" fmla="*/ 637702 w 645898"/>
                <a:gd name="connsiteY244" fmla="*/ 213114 h 367211"/>
                <a:gd name="connsiteX245" fmla="*/ 636062 w 645898"/>
                <a:gd name="connsiteY245" fmla="*/ 216392 h 367211"/>
                <a:gd name="connsiteX246" fmla="*/ 634424 w 645898"/>
                <a:gd name="connsiteY246" fmla="*/ 218032 h 367211"/>
                <a:gd name="connsiteX247" fmla="*/ 631145 w 645898"/>
                <a:gd name="connsiteY247" fmla="*/ 219671 h 367211"/>
                <a:gd name="connsiteX248" fmla="*/ 627866 w 645898"/>
                <a:gd name="connsiteY248" fmla="*/ 218032 h 367211"/>
                <a:gd name="connsiteX249" fmla="*/ 622948 w 645898"/>
                <a:gd name="connsiteY249" fmla="*/ 216392 h 367211"/>
                <a:gd name="connsiteX250" fmla="*/ 622948 w 645898"/>
                <a:gd name="connsiteY250" fmla="*/ 219671 h 367211"/>
                <a:gd name="connsiteX251" fmla="*/ 624587 w 645898"/>
                <a:gd name="connsiteY251" fmla="*/ 221310 h 367211"/>
                <a:gd name="connsiteX252" fmla="*/ 626227 w 645898"/>
                <a:gd name="connsiteY252" fmla="*/ 224589 h 367211"/>
                <a:gd name="connsiteX253" fmla="*/ 622948 w 645898"/>
                <a:gd name="connsiteY253" fmla="*/ 224589 h 367211"/>
                <a:gd name="connsiteX254" fmla="*/ 618030 w 645898"/>
                <a:gd name="connsiteY254" fmla="*/ 224589 h 367211"/>
                <a:gd name="connsiteX255" fmla="*/ 618030 w 645898"/>
                <a:gd name="connsiteY255" fmla="*/ 222950 h 367211"/>
                <a:gd name="connsiteX256" fmla="*/ 614751 w 645898"/>
                <a:gd name="connsiteY256" fmla="*/ 224589 h 367211"/>
                <a:gd name="connsiteX257" fmla="*/ 613112 w 645898"/>
                <a:gd name="connsiteY257" fmla="*/ 227868 h 367211"/>
                <a:gd name="connsiteX258" fmla="*/ 611472 w 645898"/>
                <a:gd name="connsiteY258" fmla="*/ 229507 h 367211"/>
                <a:gd name="connsiteX259" fmla="*/ 613112 w 645898"/>
                <a:gd name="connsiteY259" fmla="*/ 232786 h 367211"/>
                <a:gd name="connsiteX260" fmla="*/ 611472 w 645898"/>
                <a:gd name="connsiteY260" fmla="*/ 232786 h 367211"/>
                <a:gd name="connsiteX261" fmla="*/ 611472 w 645898"/>
                <a:gd name="connsiteY261" fmla="*/ 232786 h 367211"/>
                <a:gd name="connsiteX262" fmla="*/ 609833 w 645898"/>
                <a:gd name="connsiteY262" fmla="*/ 232786 h 367211"/>
                <a:gd name="connsiteX263" fmla="*/ 606555 w 645898"/>
                <a:gd name="connsiteY263" fmla="*/ 232786 h 367211"/>
                <a:gd name="connsiteX264" fmla="*/ 606555 w 645898"/>
                <a:gd name="connsiteY264" fmla="*/ 234425 h 367211"/>
                <a:gd name="connsiteX265" fmla="*/ 604915 w 645898"/>
                <a:gd name="connsiteY265" fmla="*/ 236064 h 367211"/>
                <a:gd name="connsiteX266" fmla="*/ 604915 w 645898"/>
                <a:gd name="connsiteY266" fmla="*/ 236064 h 367211"/>
                <a:gd name="connsiteX267" fmla="*/ 601637 w 645898"/>
                <a:gd name="connsiteY267" fmla="*/ 232786 h 367211"/>
                <a:gd name="connsiteX268" fmla="*/ 596719 w 645898"/>
                <a:gd name="connsiteY268" fmla="*/ 234425 h 367211"/>
                <a:gd name="connsiteX269" fmla="*/ 593440 w 645898"/>
                <a:gd name="connsiteY269" fmla="*/ 231147 h 367211"/>
                <a:gd name="connsiteX270" fmla="*/ 590161 w 645898"/>
                <a:gd name="connsiteY270" fmla="*/ 229507 h 367211"/>
                <a:gd name="connsiteX271" fmla="*/ 585243 w 645898"/>
                <a:gd name="connsiteY271" fmla="*/ 227868 h 367211"/>
                <a:gd name="connsiteX272" fmla="*/ 581965 w 645898"/>
                <a:gd name="connsiteY272" fmla="*/ 231147 h 367211"/>
                <a:gd name="connsiteX273" fmla="*/ 581965 w 645898"/>
                <a:gd name="connsiteY273" fmla="*/ 231147 h 367211"/>
                <a:gd name="connsiteX274" fmla="*/ 578686 w 645898"/>
                <a:gd name="connsiteY274" fmla="*/ 231147 h 367211"/>
                <a:gd name="connsiteX275" fmla="*/ 575407 w 645898"/>
                <a:gd name="connsiteY275" fmla="*/ 232786 h 367211"/>
                <a:gd name="connsiteX276" fmla="*/ 572128 w 645898"/>
                <a:gd name="connsiteY276" fmla="*/ 232786 h 367211"/>
                <a:gd name="connsiteX277" fmla="*/ 568850 w 645898"/>
                <a:gd name="connsiteY277" fmla="*/ 232786 h 367211"/>
                <a:gd name="connsiteX278" fmla="*/ 565571 w 645898"/>
                <a:gd name="connsiteY278" fmla="*/ 234425 h 367211"/>
                <a:gd name="connsiteX279" fmla="*/ 562292 w 645898"/>
                <a:gd name="connsiteY279" fmla="*/ 231147 h 367211"/>
                <a:gd name="connsiteX280" fmla="*/ 557375 w 645898"/>
                <a:gd name="connsiteY280" fmla="*/ 227868 h 367211"/>
                <a:gd name="connsiteX281" fmla="*/ 557375 w 645898"/>
                <a:gd name="connsiteY281" fmla="*/ 227868 h 367211"/>
                <a:gd name="connsiteX282" fmla="*/ 555735 w 645898"/>
                <a:gd name="connsiteY282" fmla="*/ 227868 h 367211"/>
                <a:gd name="connsiteX283" fmla="*/ 554096 w 645898"/>
                <a:gd name="connsiteY283" fmla="*/ 226229 h 367211"/>
                <a:gd name="connsiteX284" fmla="*/ 552457 w 645898"/>
                <a:gd name="connsiteY284" fmla="*/ 224589 h 367211"/>
                <a:gd name="connsiteX285" fmla="*/ 552457 w 645898"/>
                <a:gd name="connsiteY285" fmla="*/ 221310 h 367211"/>
                <a:gd name="connsiteX286" fmla="*/ 555735 w 645898"/>
                <a:gd name="connsiteY286" fmla="*/ 219671 h 367211"/>
                <a:gd name="connsiteX287" fmla="*/ 557375 w 645898"/>
                <a:gd name="connsiteY287" fmla="*/ 218032 h 367211"/>
                <a:gd name="connsiteX288" fmla="*/ 560653 w 645898"/>
                <a:gd name="connsiteY288" fmla="*/ 214753 h 367211"/>
                <a:gd name="connsiteX289" fmla="*/ 563932 w 645898"/>
                <a:gd name="connsiteY289" fmla="*/ 211474 h 367211"/>
                <a:gd name="connsiteX290" fmla="*/ 563932 w 645898"/>
                <a:gd name="connsiteY290" fmla="*/ 209835 h 367211"/>
                <a:gd name="connsiteX291" fmla="*/ 560653 w 645898"/>
                <a:gd name="connsiteY291" fmla="*/ 209835 h 367211"/>
                <a:gd name="connsiteX292" fmla="*/ 559014 w 645898"/>
                <a:gd name="connsiteY292" fmla="*/ 204917 h 367211"/>
                <a:gd name="connsiteX293" fmla="*/ 554096 w 645898"/>
                <a:gd name="connsiteY293" fmla="*/ 201638 h 367211"/>
                <a:gd name="connsiteX294" fmla="*/ 550817 w 645898"/>
                <a:gd name="connsiteY294" fmla="*/ 198360 h 367211"/>
                <a:gd name="connsiteX295" fmla="*/ 549178 w 645898"/>
                <a:gd name="connsiteY295" fmla="*/ 196720 h 367211"/>
                <a:gd name="connsiteX296" fmla="*/ 547538 w 645898"/>
                <a:gd name="connsiteY296" fmla="*/ 201638 h 367211"/>
                <a:gd name="connsiteX297" fmla="*/ 544260 w 645898"/>
                <a:gd name="connsiteY297" fmla="*/ 204917 h 367211"/>
                <a:gd name="connsiteX298" fmla="*/ 540981 w 645898"/>
                <a:gd name="connsiteY298" fmla="*/ 206557 h 367211"/>
                <a:gd name="connsiteX299" fmla="*/ 536063 w 645898"/>
                <a:gd name="connsiteY299" fmla="*/ 209835 h 367211"/>
                <a:gd name="connsiteX300" fmla="*/ 536063 w 645898"/>
                <a:gd name="connsiteY300" fmla="*/ 209835 h 367211"/>
                <a:gd name="connsiteX301" fmla="*/ 536063 w 645898"/>
                <a:gd name="connsiteY301" fmla="*/ 209835 h 367211"/>
                <a:gd name="connsiteX302" fmla="*/ 531145 w 645898"/>
                <a:gd name="connsiteY302" fmla="*/ 211474 h 367211"/>
                <a:gd name="connsiteX303" fmla="*/ 527867 w 645898"/>
                <a:gd name="connsiteY303" fmla="*/ 214753 h 367211"/>
                <a:gd name="connsiteX304" fmla="*/ 524588 w 645898"/>
                <a:gd name="connsiteY304" fmla="*/ 213114 h 367211"/>
                <a:gd name="connsiteX305" fmla="*/ 521309 w 645898"/>
                <a:gd name="connsiteY305" fmla="*/ 209835 h 367211"/>
                <a:gd name="connsiteX306" fmla="*/ 519670 w 645898"/>
                <a:gd name="connsiteY306" fmla="*/ 209835 h 367211"/>
                <a:gd name="connsiteX307" fmla="*/ 516391 w 645898"/>
                <a:gd name="connsiteY307" fmla="*/ 208196 h 367211"/>
                <a:gd name="connsiteX308" fmla="*/ 513112 w 645898"/>
                <a:gd name="connsiteY308" fmla="*/ 209835 h 367211"/>
                <a:gd name="connsiteX309" fmla="*/ 513112 w 645898"/>
                <a:gd name="connsiteY309" fmla="*/ 213114 h 367211"/>
                <a:gd name="connsiteX310" fmla="*/ 509834 w 645898"/>
                <a:gd name="connsiteY310" fmla="*/ 218032 h 367211"/>
                <a:gd name="connsiteX311" fmla="*/ 513112 w 645898"/>
                <a:gd name="connsiteY311" fmla="*/ 221310 h 367211"/>
                <a:gd name="connsiteX312" fmla="*/ 514752 w 645898"/>
                <a:gd name="connsiteY312" fmla="*/ 224589 h 367211"/>
                <a:gd name="connsiteX313" fmla="*/ 516391 w 645898"/>
                <a:gd name="connsiteY313" fmla="*/ 226229 h 367211"/>
                <a:gd name="connsiteX314" fmla="*/ 516391 w 645898"/>
                <a:gd name="connsiteY314" fmla="*/ 229507 h 367211"/>
                <a:gd name="connsiteX315" fmla="*/ 514752 w 645898"/>
                <a:gd name="connsiteY315" fmla="*/ 229507 h 367211"/>
                <a:gd name="connsiteX316" fmla="*/ 514752 w 645898"/>
                <a:gd name="connsiteY316" fmla="*/ 232786 h 367211"/>
                <a:gd name="connsiteX317" fmla="*/ 516391 w 645898"/>
                <a:gd name="connsiteY317" fmla="*/ 232786 h 367211"/>
                <a:gd name="connsiteX318" fmla="*/ 518031 w 645898"/>
                <a:gd name="connsiteY318" fmla="*/ 234425 h 367211"/>
                <a:gd name="connsiteX319" fmla="*/ 516391 w 645898"/>
                <a:gd name="connsiteY319" fmla="*/ 234425 h 367211"/>
                <a:gd name="connsiteX320" fmla="*/ 514752 w 645898"/>
                <a:gd name="connsiteY320" fmla="*/ 234425 h 367211"/>
                <a:gd name="connsiteX321" fmla="*/ 514752 w 645898"/>
                <a:gd name="connsiteY321" fmla="*/ 234425 h 367211"/>
                <a:gd name="connsiteX322" fmla="*/ 511473 w 645898"/>
                <a:gd name="connsiteY322" fmla="*/ 234425 h 367211"/>
                <a:gd name="connsiteX323" fmla="*/ 508194 w 645898"/>
                <a:gd name="connsiteY323" fmla="*/ 232786 h 367211"/>
                <a:gd name="connsiteX324" fmla="*/ 508194 w 645898"/>
                <a:gd name="connsiteY324" fmla="*/ 232786 h 367211"/>
                <a:gd name="connsiteX325" fmla="*/ 506555 w 645898"/>
                <a:gd name="connsiteY325" fmla="*/ 232786 h 367211"/>
                <a:gd name="connsiteX326" fmla="*/ 504916 w 645898"/>
                <a:gd name="connsiteY326" fmla="*/ 232786 h 367211"/>
                <a:gd name="connsiteX327" fmla="*/ 499998 w 645898"/>
                <a:gd name="connsiteY327" fmla="*/ 234425 h 367211"/>
                <a:gd name="connsiteX328" fmla="*/ 498358 w 645898"/>
                <a:gd name="connsiteY328" fmla="*/ 234425 h 367211"/>
                <a:gd name="connsiteX329" fmla="*/ 498358 w 645898"/>
                <a:gd name="connsiteY329" fmla="*/ 234425 h 367211"/>
                <a:gd name="connsiteX330" fmla="*/ 493440 w 645898"/>
                <a:gd name="connsiteY330" fmla="*/ 234425 h 367211"/>
                <a:gd name="connsiteX331" fmla="*/ 493440 w 645898"/>
                <a:gd name="connsiteY331" fmla="*/ 236064 h 367211"/>
                <a:gd name="connsiteX332" fmla="*/ 493440 w 645898"/>
                <a:gd name="connsiteY332" fmla="*/ 236064 h 367211"/>
                <a:gd name="connsiteX333" fmla="*/ 496719 w 645898"/>
                <a:gd name="connsiteY333" fmla="*/ 237704 h 367211"/>
                <a:gd name="connsiteX334" fmla="*/ 498358 w 645898"/>
                <a:gd name="connsiteY334" fmla="*/ 237704 h 367211"/>
                <a:gd name="connsiteX335" fmla="*/ 501637 w 645898"/>
                <a:gd name="connsiteY335" fmla="*/ 236064 h 367211"/>
                <a:gd name="connsiteX336" fmla="*/ 503277 w 645898"/>
                <a:gd name="connsiteY336" fmla="*/ 236064 h 367211"/>
                <a:gd name="connsiteX337" fmla="*/ 504916 w 645898"/>
                <a:gd name="connsiteY337" fmla="*/ 239343 h 367211"/>
                <a:gd name="connsiteX338" fmla="*/ 504916 w 645898"/>
                <a:gd name="connsiteY338" fmla="*/ 239343 h 367211"/>
                <a:gd name="connsiteX339" fmla="*/ 499998 w 645898"/>
                <a:gd name="connsiteY339" fmla="*/ 239343 h 367211"/>
                <a:gd name="connsiteX340" fmla="*/ 501637 w 645898"/>
                <a:gd name="connsiteY340" fmla="*/ 242622 h 367211"/>
                <a:gd name="connsiteX341" fmla="*/ 504916 w 645898"/>
                <a:gd name="connsiteY341" fmla="*/ 247540 h 367211"/>
                <a:gd name="connsiteX342" fmla="*/ 501637 w 645898"/>
                <a:gd name="connsiteY342" fmla="*/ 244261 h 367211"/>
                <a:gd name="connsiteX343" fmla="*/ 503277 w 645898"/>
                <a:gd name="connsiteY343" fmla="*/ 247540 h 367211"/>
                <a:gd name="connsiteX344" fmla="*/ 499998 w 645898"/>
                <a:gd name="connsiteY344" fmla="*/ 249179 h 367211"/>
                <a:gd name="connsiteX345" fmla="*/ 496719 w 645898"/>
                <a:gd name="connsiteY345" fmla="*/ 249179 h 367211"/>
                <a:gd name="connsiteX346" fmla="*/ 498358 w 645898"/>
                <a:gd name="connsiteY346" fmla="*/ 252458 h 367211"/>
                <a:gd name="connsiteX347" fmla="*/ 498358 w 645898"/>
                <a:gd name="connsiteY347" fmla="*/ 257376 h 367211"/>
                <a:gd name="connsiteX348" fmla="*/ 496719 w 645898"/>
                <a:gd name="connsiteY348" fmla="*/ 262294 h 367211"/>
                <a:gd name="connsiteX349" fmla="*/ 491801 w 645898"/>
                <a:gd name="connsiteY349" fmla="*/ 263933 h 367211"/>
                <a:gd name="connsiteX350" fmla="*/ 488522 w 645898"/>
                <a:gd name="connsiteY350" fmla="*/ 262294 h 367211"/>
                <a:gd name="connsiteX351" fmla="*/ 485244 w 645898"/>
                <a:gd name="connsiteY351" fmla="*/ 262294 h 367211"/>
                <a:gd name="connsiteX352" fmla="*/ 480325 w 645898"/>
                <a:gd name="connsiteY352" fmla="*/ 262294 h 367211"/>
                <a:gd name="connsiteX353" fmla="*/ 477047 w 645898"/>
                <a:gd name="connsiteY353" fmla="*/ 260654 h 367211"/>
                <a:gd name="connsiteX354" fmla="*/ 473768 w 645898"/>
                <a:gd name="connsiteY354" fmla="*/ 260654 h 367211"/>
                <a:gd name="connsiteX355" fmla="*/ 470490 w 645898"/>
                <a:gd name="connsiteY355" fmla="*/ 259015 h 367211"/>
                <a:gd name="connsiteX356" fmla="*/ 465572 w 645898"/>
                <a:gd name="connsiteY356" fmla="*/ 259015 h 367211"/>
                <a:gd name="connsiteX357" fmla="*/ 462293 w 645898"/>
                <a:gd name="connsiteY357" fmla="*/ 262294 h 367211"/>
                <a:gd name="connsiteX358" fmla="*/ 460654 w 645898"/>
                <a:gd name="connsiteY358" fmla="*/ 263933 h 367211"/>
                <a:gd name="connsiteX359" fmla="*/ 459014 w 645898"/>
                <a:gd name="connsiteY359" fmla="*/ 265573 h 367211"/>
                <a:gd name="connsiteX360" fmla="*/ 457375 w 645898"/>
                <a:gd name="connsiteY360" fmla="*/ 265573 h 367211"/>
                <a:gd name="connsiteX361" fmla="*/ 459014 w 645898"/>
                <a:gd name="connsiteY361" fmla="*/ 267212 h 367211"/>
                <a:gd name="connsiteX362" fmla="*/ 459014 w 645898"/>
                <a:gd name="connsiteY362" fmla="*/ 270491 h 367211"/>
                <a:gd name="connsiteX363" fmla="*/ 457375 w 645898"/>
                <a:gd name="connsiteY363" fmla="*/ 273769 h 367211"/>
                <a:gd name="connsiteX364" fmla="*/ 460654 w 645898"/>
                <a:gd name="connsiteY364" fmla="*/ 278687 h 367211"/>
                <a:gd name="connsiteX365" fmla="*/ 463932 w 645898"/>
                <a:gd name="connsiteY365" fmla="*/ 278687 h 367211"/>
                <a:gd name="connsiteX366" fmla="*/ 467211 w 645898"/>
                <a:gd name="connsiteY366" fmla="*/ 278687 h 367211"/>
                <a:gd name="connsiteX367" fmla="*/ 470490 w 645898"/>
                <a:gd name="connsiteY367" fmla="*/ 281966 h 367211"/>
                <a:gd name="connsiteX368" fmla="*/ 472129 w 645898"/>
                <a:gd name="connsiteY368" fmla="*/ 285244 h 367211"/>
                <a:gd name="connsiteX369" fmla="*/ 475408 w 645898"/>
                <a:gd name="connsiteY369" fmla="*/ 286884 h 367211"/>
                <a:gd name="connsiteX370" fmla="*/ 480325 w 645898"/>
                <a:gd name="connsiteY370" fmla="*/ 286884 h 367211"/>
                <a:gd name="connsiteX371" fmla="*/ 483604 w 645898"/>
                <a:gd name="connsiteY371" fmla="*/ 286884 h 367211"/>
                <a:gd name="connsiteX372" fmla="*/ 486883 w 645898"/>
                <a:gd name="connsiteY372" fmla="*/ 286884 h 367211"/>
                <a:gd name="connsiteX373" fmla="*/ 490162 w 645898"/>
                <a:gd name="connsiteY373" fmla="*/ 290163 h 367211"/>
                <a:gd name="connsiteX374" fmla="*/ 490162 w 645898"/>
                <a:gd name="connsiteY374" fmla="*/ 291802 h 367211"/>
                <a:gd name="connsiteX375" fmla="*/ 491801 w 645898"/>
                <a:gd name="connsiteY375" fmla="*/ 295081 h 367211"/>
                <a:gd name="connsiteX376" fmla="*/ 488522 w 645898"/>
                <a:gd name="connsiteY376" fmla="*/ 298359 h 367211"/>
                <a:gd name="connsiteX377" fmla="*/ 488522 w 645898"/>
                <a:gd name="connsiteY377" fmla="*/ 301638 h 367211"/>
                <a:gd name="connsiteX378" fmla="*/ 490162 w 645898"/>
                <a:gd name="connsiteY378" fmla="*/ 306556 h 367211"/>
                <a:gd name="connsiteX379" fmla="*/ 491801 w 645898"/>
                <a:gd name="connsiteY379" fmla="*/ 309835 h 367211"/>
                <a:gd name="connsiteX380" fmla="*/ 491801 w 645898"/>
                <a:gd name="connsiteY380" fmla="*/ 311474 h 367211"/>
                <a:gd name="connsiteX381" fmla="*/ 493440 w 645898"/>
                <a:gd name="connsiteY381" fmla="*/ 313113 h 367211"/>
                <a:gd name="connsiteX382" fmla="*/ 496719 w 645898"/>
                <a:gd name="connsiteY382" fmla="*/ 316392 h 367211"/>
                <a:gd name="connsiteX383" fmla="*/ 501637 w 645898"/>
                <a:gd name="connsiteY383" fmla="*/ 318031 h 367211"/>
                <a:gd name="connsiteX384" fmla="*/ 504916 w 645898"/>
                <a:gd name="connsiteY384" fmla="*/ 321310 h 367211"/>
                <a:gd name="connsiteX385" fmla="*/ 504916 w 645898"/>
                <a:gd name="connsiteY385" fmla="*/ 327867 h 367211"/>
                <a:gd name="connsiteX386" fmla="*/ 504916 w 645898"/>
                <a:gd name="connsiteY386" fmla="*/ 327867 h 367211"/>
                <a:gd name="connsiteX387" fmla="*/ 503277 w 645898"/>
                <a:gd name="connsiteY387" fmla="*/ 332785 h 367211"/>
                <a:gd name="connsiteX388" fmla="*/ 501637 w 645898"/>
                <a:gd name="connsiteY388" fmla="*/ 332785 h 367211"/>
                <a:gd name="connsiteX389" fmla="*/ 498358 w 645898"/>
                <a:gd name="connsiteY389" fmla="*/ 337703 h 367211"/>
                <a:gd name="connsiteX390" fmla="*/ 498358 w 645898"/>
                <a:gd name="connsiteY390" fmla="*/ 340982 h 367211"/>
                <a:gd name="connsiteX391" fmla="*/ 495080 w 645898"/>
                <a:gd name="connsiteY391" fmla="*/ 344261 h 367211"/>
                <a:gd name="connsiteX392" fmla="*/ 493440 w 645898"/>
                <a:gd name="connsiteY392" fmla="*/ 349179 h 367211"/>
                <a:gd name="connsiteX393" fmla="*/ 491801 w 645898"/>
                <a:gd name="connsiteY393" fmla="*/ 352457 h 367211"/>
                <a:gd name="connsiteX394" fmla="*/ 491801 w 645898"/>
                <a:gd name="connsiteY394" fmla="*/ 355736 h 367211"/>
                <a:gd name="connsiteX395" fmla="*/ 493440 w 645898"/>
                <a:gd name="connsiteY395" fmla="*/ 359015 h 367211"/>
                <a:gd name="connsiteX396" fmla="*/ 493440 w 645898"/>
                <a:gd name="connsiteY396" fmla="*/ 363933 h 367211"/>
                <a:gd name="connsiteX397" fmla="*/ 493440 w 645898"/>
                <a:gd name="connsiteY397" fmla="*/ 365572 h 367211"/>
                <a:gd name="connsiteX398" fmla="*/ 493440 w 645898"/>
                <a:gd name="connsiteY398" fmla="*/ 365572 h 367211"/>
                <a:gd name="connsiteX399" fmla="*/ 491801 w 645898"/>
                <a:gd name="connsiteY399" fmla="*/ 367211 h 367211"/>
                <a:gd name="connsiteX400" fmla="*/ 490162 w 645898"/>
                <a:gd name="connsiteY400" fmla="*/ 365572 h 367211"/>
                <a:gd name="connsiteX401" fmla="*/ 486883 w 645898"/>
                <a:gd name="connsiteY401" fmla="*/ 363933 h 367211"/>
                <a:gd name="connsiteX402" fmla="*/ 483604 w 645898"/>
                <a:gd name="connsiteY402" fmla="*/ 363933 h 367211"/>
                <a:gd name="connsiteX403" fmla="*/ 478687 w 645898"/>
                <a:gd name="connsiteY403" fmla="*/ 363933 h 367211"/>
                <a:gd name="connsiteX404" fmla="*/ 478687 w 645898"/>
                <a:gd name="connsiteY404" fmla="*/ 365572 h 367211"/>
                <a:gd name="connsiteX405" fmla="*/ 475408 w 645898"/>
                <a:gd name="connsiteY405" fmla="*/ 365572 h 367211"/>
                <a:gd name="connsiteX406" fmla="*/ 473768 w 645898"/>
                <a:gd name="connsiteY406" fmla="*/ 367211 h 367211"/>
                <a:gd name="connsiteX407" fmla="*/ 470490 w 645898"/>
                <a:gd name="connsiteY407" fmla="*/ 363933 h 367211"/>
                <a:gd name="connsiteX408" fmla="*/ 470490 w 645898"/>
                <a:gd name="connsiteY408" fmla="*/ 363933 h 367211"/>
                <a:gd name="connsiteX409" fmla="*/ 465572 w 645898"/>
                <a:gd name="connsiteY409" fmla="*/ 359015 h 367211"/>
                <a:gd name="connsiteX410" fmla="*/ 462293 w 645898"/>
                <a:gd name="connsiteY410" fmla="*/ 357375 h 367211"/>
                <a:gd name="connsiteX411" fmla="*/ 459014 w 645898"/>
                <a:gd name="connsiteY411" fmla="*/ 359015 h 367211"/>
                <a:gd name="connsiteX412" fmla="*/ 454096 w 645898"/>
                <a:gd name="connsiteY412" fmla="*/ 359015 h 367211"/>
                <a:gd name="connsiteX413" fmla="*/ 450818 w 645898"/>
                <a:gd name="connsiteY413" fmla="*/ 359015 h 367211"/>
                <a:gd name="connsiteX414" fmla="*/ 447539 w 645898"/>
                <a:gd name="connsiteY414" fmla="*/ 359015 h 367211"/>
                <a:gd name="connsiteX415" fmla="*/ 445900 w 645898"/>
                <a:gd name="connsiteY415" fmla="*/ 359015 h 367211"/>
                <a:gd name="connsiteX416" fmla="*/ 445900 w 645898"/>
                <a:gd name="connsiteY416" fmla="*/ 357375 h 367211"/>
                <a:gd name="connsiteX417" fmla="*/ 445900 w 645898"/>
                <a:gd name="connsiteY417" fmla="*/ 354097 h 367211"/>
                <a:gd name="connsiteX418" fmla="*/ 444260 w 645898"/>
                <a:gd name="connsiteY418" fmla="*/ 350818 h 367211"/>
                <a:gd name="connsiteX419" fmla="*/ 444260 w 645898"/>
                <a:gd name="connsiteY419" fmla="*/ 345900 h 367211"/>
                <a:gd name="connsiteX420" fmla="*/ 442621 w 645898"/>
                <a:gd name="connsiteY420" fmla="*/ 342621 h 367211"/>
                <a:gd name="connsiteX421" fmla="*/ 442621 w 645898"/>
                <a:gd name="connsiteY421" fmla="*/ 339343 h 367211"/>
                <a:gd name="connsiteX422" fmla="*/ 444260 w 645898"/>
                <a:gd name="connsiteY422" fmla="*/ 334425 h 367211"/>
                <a:gd name="connsiteX423" fmla="*/ 444260 w 645898"/>
                <a:gd name="connsiteY423" fmla="*/ 331146 h 367211"/>
                <a:gd name="connsiteX424" fmla="*/ 444260 w 645898"/>
                <a:gd name="connsiteY424" fmla="*/ 331146 h 367211"/>
                <a:gd name="connsiteX425" fmla="*/ 440981 w 645898"/>
                <a:gd name="connsiteY425" fmla="*/ 329507 h 367211"/>
                <a:gd name="connsiteX426" fmla="*/ 436064 w 645898"/>
                <a:gd name="connsiteY426" fmla="*/ 329507 h 367211"/>
                <a:gd name="connsiteX427" fmla="*/ 432785 w 645898"/>
                <a:gd name="connsiteY427" fmla="*/ 327867 h 367211"/>
                <a:gd name="connsiteX428" fmla="*/ 429506 w 645898"/>
                <a:gd name="connsiteY428" fmla="*/ 324589 h 367211"/>
                <a:gd name="connsiteX429" fmla="*/ 424588 w 645898"/>
                <a:gd name="connsiteY429" fmla="*/ 322949 h 367211"/>
                <a:gd name="connsiteX430" fmla="*/ 421310 w 645898"/>
                <a:gd name="connsiteY430" fmla="*/ 321310 h 367211"/>
                <a:gd name="connsiteX431" fmla="*/ 418031 w 645898"/>
                <a:gd name="connsiteY431" fmla="*/ 319671 h 367211"/>
                <a:gd name="connsiteX432" fmla="*/ 413113 w 645898"/>
                <a:gd name="connsiteY432" fmla="*/ 318031 h 367211"/>
                <a:gd name="connsiteX433" fmla="*/ 409834 w 645898"/>
                <a:gd name="connsiteY433" fmla="*/ 321310 h 367211"/>
                <a:gd name="connsiteX434" fmla="*/ 406555 w 645898"/>
                <a:gd name="connsiteY434" fmla="*/ 319671 h 367211"/>
                <a:gd name="connsiteX435" fmla="*/ 401638 w 645898"/>
                <a:gd name="connsiteY435" fmla="*/ 318031 h 367211"/>
                <a:gd name="connsiteX436" fmla="*/ 399998 w 645898"/>
                <a:gd name="connsiteY436" fmla="*/ 318031 h 367211"/>
                <a:gd name="connsiteX437" fmla="*/ 398359 w 645898"/>
                <a:gd name="connsiteY437" fmla="*/ 316392 h 367211"/>
                <a:gd name="connsiteX438" fmla="*/ 395080 w 645898"/>
                <a:gd name="connsiteY438" fmla="*/ 314753 h 367211"/>
                <a:gd name="connsiteX439" fmla="*/ 390162 w 645898"/>
                <a:gd name="connsiteY439" fmla="*/ 311474 h 367211"/>
                <a:gd name="connsiteX440" fmla="*/ 386884 w 645898"/>
                <a:gd name="connsiteY440" fmla="*/ 309835 h 367211"/>
                <a:gd name="connsiteX441" fmla="*/ 383605 w 645898"/>
                <a:gd name="connsiteY441" fmla="*/ 306556 h 367211"/>
                <a:gd name="connsiteX442" fmla="*/ 378687 w 645898"/>
                <a:gd name="connsiteY442" fmla="*/ 303277 h 367211"/>
                <a:gd name="connsiteX443" fmla="*/ 377047 w 645898"/>
                <a:gd name="connsiteY443" fmla="*/ 303277 h 367211"/>
                <a:gd name="connsiteX444" fmla="*/ 373769 w 645898"/>
                <a:gd name="connsiteY444" fmla="*/ 301638 h 367211"/>
                <a:gd name="connsiteX445" fmla="*/ 370490 w 645898"/>
                <a:gd name="connsiteY445" fmla="*/ 299999 h 367211"/>
                <a:gd name="connsiteX446" fmla="*/ 365572 w 645898"/>
                <a:gd name="connsiteY446" fmla="*/ 298359 h 367211"/>
                <a:gd name="connsiteX447" fmla="*/ 362294 w 645898"/>
                <a:gd name="connsiteY447" fmla="*/ 295081 h 367211"/>
                <a:gd name="connsiteX448" fmla="*/ 359015 w 645898"/>
                <a:gd name="connsiteY448" fmla="*/ 293441 h 367211"/>
                <a:gd name="connsiteX449" fmla="*/ 354097 w 645898"/>
                <a:gd name="connsiteY449" fmla="*/ 290163 h 367211"/>
                <a:gd name="connsiteX450" fmla="*/ 354097 w 645898"/>
                <a:gd name="connsiteY450" fmla="*/ 288523 h 367211"/>
                <a:gd name="connsiteX451" fmla="*/ 350818 w 645898"/>
                <a:gd name="connsiteY451" fmla="*/ 286884 h 367211"/>
                <a:gd name="connsiteX452" fmla="*/ 347540 w 645898"/>
                <a:gd name="connsiteY452" fmla="*/ 288523 h 367211"/>
                <a:gd name="connsiteX453" fmla="*/ 344261 w 645898"/>
                <a:gd name="connsiteY453" fmla="*/ 286884 h 367211"/>
                <a:gd name="connsiteX454" fmla="*/ 340982 w 645898"/>
                <a:gd name="connsiteY454" fmla="*/ 285244 h 367211"/>
                <a:gd name="connsiteX455" fmla="*/ 336064 w 645898"/>
                <a:gd name="connsiteY455" fmla="*/ 281966 h 367211"/>
                <a:gd name="connsiteX456" fmla="*/ 332785 w 645898"/>
                <a:gd name="connsiteY456" fmla="*/ 280327 h 367211"/>
                <a:gd name="connsiteX457" fmla="*/ 327867 w 645898"/>
                <a:gd name="connsiteY457" fmla="*/ 278687 h 367211"/>
                <a:gd name="connsiteX458" fmla="*/ 327867 w 645898"/>
                <a:gd name="connsiteY458" fmla="*/ 278687 h 367211"/>
                <a:gd name="connsiteX459" fmla="*/ 326228 w 645898"/>
                <a:gd name="connsiteY459" fmla="*/ 275409 h 367211"/>
                <a:gd name="connsiteX460" fmla="*/ 324588 w 645898"/>
                <a:gd name="connsiteY460" fmla="*/ 275409 h 367211"/>
                <a:gd name="connsiteX461" fmla="*/ 321310 w 645898"/>
                <a:gd name="connsiteY461" fmla="*/ 272130 h 367211"/>
                <a:gd name="connsiteX462" fmla="*/ 318031 w 645898"/>
                <a:gd name="connsiteY462" fmla="*/ 268851 h 367211"/>
                <a:gd name="connsiteX463" fmla="*/ 314753 w 645898"/>
                <a:gd name="connsiteY463" fmla="*/ 267212 h 367211"/>
                <a:gd name="connsiteX464" fmla="*/ 311474 w 645898"/>
                <a:gd name="connsiteY464" fmla="*/ 263933 h 367211"/>
                <a:gd name="connsiteX465" fmla="*/ 306556 w 645898"/>
                <a:gd name="connsiteY465" fmla="*/ 262294 h 367211"/>
                <a:gd name="connsiteX466" fmla="*/ 303277 w 645898"/>
                <a:gd name="connsiteY466" fmla="*/ 260654 h 367211"/>
                <a:gd name="connsiteX467" fmla="*/ 299998 w 645898"/>
                <a:gd name="connsiteY467" fmla="*/ 257376 h 367211"/>
                <a:gd name="connsiteX468" fmla="*/ 295081 w 645898"/>
                <a:gd name="connsiteY468" fmla="*/ 255737 h 367211"/>
                <a:gd name="connsiteX469" fmla="*/ 291802 w 645898"/>
                <a:gd name="connsiteY469" fmla="*/ 252458 h 367211"/>
                <a:gd name="connsiteX470" fmla="*/ 288523 w 645898"/>
                <a:gd name="connsiteY470" fmla="*/ 250819 h 367211"/>
                <a:gd name="connsiteX471" fmla="*/ 283605 w 645898"/>
                <a:gd name="connsiteY471" fmla="*/ 249179 h 367211"/>
                <a:gd name="connsiteX472" fmla="*/ 280327 w 645898"/>
                <a:gd name="connsiteY472" fmla="*/ 245901 h 367211"/>
                <a:gd name="connsiteX473" fmla="*/ 277048 w 645898"/>
                <a:gd name="connsiteY473" fmla="*/ 242622 h 367211"/>
                <a:gd name="connsiteX474" fmla="*/ 275408 w 645898"/>
                <a:gd name="connsiteY474" fmla="*/ 240982 h 367211"/>
                <a:gd name="connsiteX475" fmla="*/ 273769 w 645898"/>
                <a:gd name="connsiteY475" fmla="*/ 237704 h 367211"/>
                <a:gd name="connsiteX476" fmla="*/ 273769 w 645898"/>
                <a:gd name="connsiteY476" fmla="*/ 234425 h 367211"/>
                <a:gd name="connsiteX477" fmla="*/ 270491 w 645898"/>
                <a:gd name="connsiteY477" fmla="*/ 229507 h 367211"/>
                <a:gd name="connsiteX478" fmla="*/ 268851 w 645898"/>
                <a:gd name="connsiteY478" fmla="*/ 226229 h 367211"/>
                <a:gd name="connsiteX479" fmla="*/ 265573 w 645898"/>
                <a:gd name="connsiteY479" fmla="*/ 222950 h 367211"/>
                <a:gd name="connsiteX480" fmla="*/ 262294 w 645898"/>
                <a:gd name="connsiteY480" fmla="*/ 221310 h 367211"/>
                <a:gd name="connsiteX481" fmla="*/ 260654 w 645898"/>
                <a:gd name="connsiteY481" fmla="*/ 221310 h 367211"/>
                <a:gd name="connsiteX482" fmla="*/ 257376 w 645898"/>
                <a:gd name="connsiteY482" fmla="*/ 216392 h 367211"/>
                <a:gd name="connsiteX483" fmla="*/ 255737 w 645898"/>
                <a:gd name="connsiteY483" fmla="*/ 213114 h 367211"/>
                <a:gd name="connsiteX484" fmla="*/ 254097 w 645898"/>
                <a:gd name="connsiteY484" fmla="*/ 209835 h 367211"/>
                <a:gd name="connsiteX485" fmla="*/ 250818 w 645898"/>
                <a:gd name="connsiteY485" fmla="*/ 204917 h 367211"/>
                <a:gd name="connsiteX486" fmla="*/ 250818 w 645898"/>
                <a:gd name="connsiteY486" fmla="*/ 201638 h 367211"/>
                <a:gd name="connsiteX487" fmla="*/ 247540 w 645898"/>
                <a:gd name="connsiteY487" fmla="*/ 198360 h 367211"/>
                <a:gd name="connsiteX488" fmla="*/ 247540 w 645898"/>
                <a:gd name="connsiteY488" fmla="*/ 196720 h 367211"/>
                <a:gd name="connsiteX489" fmla="*/ 242622 w 645898"/>
                <a:gd name="connsiteY489" fmla="*/ 193442 h 367211"/>
                <a:gd name="connsiteX490" fmla="*/ 239343 w 645898"/>
                <a:gd name="connsiteY490" fmla="*/ 190163 h 367211"/>
                <a:gd name="connsiteX491" fmla="*/ 236064 w 645898"/>
                <a:gd name="connsiteY491" fmla="*/ 188524 h 367211"/>
                <a:gd name="connsiteX492" fmla="*/ 231147 w 645898"/>
                <a:gd name="connsiteY492" fmla="*/ 186884 h 367211"/>
                <a:gd name="connsiteX493" fmla="*/ 227868 w 645898"/>
                <a:gd name="connsiteY493" fmla="*/ 186884 h 367211"/>
                <a:gd name="connsiteX494" fmla="*/ 226228 w 645898"/>
                <a:gd name="connsiteY494" fmla="*/ 188524 h 367211"/>
                <a:gd name="connsiteX495" fmla="*/ 226228 w 645898"/>
                <a:gd name="connsiteY495" fmla="*/ 190163 h 367211"/>
                <a:gd name="connsiteX496" fmla="*/ 224589 w 645898"/>
                <a:gd name="connsiteY496" fmla="*/ 191802 h 367211"/>
                <a:gd name="connsiteX497" fmla="*/ 221310 w 645898"/>
                <a:gd name="connsiteY497" fmla="*/ 191802 h 367211"/>
                <a:gd name="connsiteX498" fmla="*/ 218032 w 645898"/>
                <a:gd name="connsiteY498" fmla="*/ 188524 h 367211"/>
                <a:gd name="connsiteX499" fmla="*/ 214753 w 645898"/>
                <a:gd name="connsiteY499" fmla="*/ 190163 h 367211"/>
                <a:gd name="connsiteX500" fmla="*/ 213114 w 645898"/>
                <a:gd name="connsiteY500" fmla="*/ 190163 h 367211"/>
                <a:gd name="connsiteX501" fmla="*/ 209835 w 645898"/>
                <a:gd name="connsiteY501" fmla="*/ 188524 h 367211"/>
                <a:gd name="connsiteX502" fmla="*/ 204917 w 645898"/>
                <a:gd name="connsiteY502" fmla="*/ 188524 h 367211"/>
                <a:gd name="connsiteX503" fmla="*/ 201638 w 645898"/>
                <a:gd name="connsiteY503" fmla="*/ 188524 h 367211"/>
                <a:gd name="connsiteX504" fmla="*/ 198360 w 645898"/>
                <a:gd name="connsiteY504" fmla="*/ 188524 h 367211"/>
                <a:gd name="connsiteX505" fmla="*/ 193442 w 645898"/>
                <a:gd name="connsiteY505" fmla="*/ 190163 h 367211"/>
                <a:gd name="connsiteX506" fmla="*/ 190163 w 645898"/>
                <a:gd name="connsiteY506" fmla="*/ 186884 h 367211"/>
                <a:gd name="connsiteX507" fmla="*/ 186884 w 645898"/>
                <a:gd name="connsiteY507" fmla="*/ 185245 h 367211"/>
                <a:gd name="connsiteX508" fmla="*/ 183606 w 645898"/>
                <a:gd name="connsiteY508" fmla="*/ 183606 h 367211"/>
                <a:gd name="connsiteX509" fmla="*/ 178688 w 645898"/>
                <a:gd name="connsiteY509" fmla="*/ 181966 h 367211"/>
                <a:gd name="connsiteX510" fmla="*/ 177048 w 645898"/>
                <a:gd name="connsiteY510" fmla="*/ 177048 h 367211"/>
                <a:gd name="connsiteX511" fmla="*/ 180327 w 645898"/>
                <a:gd name="connsiteY511" fmla="*/ 173770 h 367211"/>
                <a:gd name="connsiteX512" fmla="*/ 177048 w 645898"/>
                <a:gd name="connsiteY512" fmla="*/ 170491 h 367211"/>
                <a:gd name="connsiteX513" fmla="*/ 173770 w 645898"/>
                <a:gd name="connsiteY513" fmla="*/ 165573 h 367211"/>
                <a:gd name="connsiteX514" fmla="*/ 173770 w 645898"/>
                <a:gd name="connsiteY514" fmla="*/ 165573 h 367211"/>
                <a:gd name="connsiteX515" fmla="*/ 175409 w 645898"/>
                <a:gd name="connsiteY515" fmla="*/ 163934 h 367211"/>
                <a:gd name="connsiteX516" fmla="*/ 178688 w 645898"/>
                <a:gd name="connsiteY516" fmla="*/ 163934 h 367211"/>
                <a:gd name="connsiteX517" fmla="*/ 177048 w 645898"/>
                <a:gd name="connsiteY517" fmla="*/ 160655 h 367211"/>
                <a:gd name="connsiteX518" fmla="*/ 177048 w 645898"/>
                <a:gd name="connsiteY518" fmla="*/ 160655 h 367211"/>
                <a:gd name="connsiteX519" fmla="*/ 172130 w 645898"/>
                <a:gd name="connsiteY519" fmla="*/ 159016 h 367211"/>
                <a:gd name="connsiteX520" fmla="*/ 172130 w 645898"/>
                <a:gd name="connsiteY520" fmla="*/ 157376 h 367211"/>
                <a:gd name="connsiteX521" fmla="*/ 170491 w 645898"/>
                <a:gd name="connsiteY521" fmla="*/ 157376 h 367211"/>
                <a:gd name="connsiteX522" fmla="*/ 170491 w 645898"/>
                <a:gd name="connsiteY522" fmla="*/ 155737 h 367211"/>
                <a:gd name="connsiteX523" fmla="*/ 168851 w 645898"/>
                <a:gd name="connsiteY523" fmla="*/ 150819 h 367211"/>
                <a:gd name="connsiteX524" fmla="*/ 168851 w 645898"/>
                <a:gd name="connsiteY524" fmla="*/ 150819 h 367211"/>
                <a:gd name="connsiteX525" fmla="*/ 168851 w 645898"/>
                <a:gd name="connsiteY525" fmla="*/ 150819 h 367211"/>
                <a:gd name="connsiteX526" fmla="*/ 168851 w 645898"/>
                <a:gd name="connsiteY526" fmla="*/ 149180 h 367211"/>
                <a:gd name="connsiteX527" fmla="*/ 167213 w 645898"/>
                <a:gd name="connsiteY527" fmla="*/ 145901 h 367211"/>
                <a:gd name="connsiteX528" fmla="*/ 165573 w 645898"/>
                <a:gd name="connsiteY528" fmla="*/ 144262 h 367211"/>
                <a:gd name="connsiteX529" fmla="*/ 160655 w 645898"/>
                <a:gd name="connsiteY529" fmla="*/ 140983 h 367211"/>
                <a:gd name="connsiteX530" fmla="*/ 157376 w 645898"/>
                <a:gd name="connsiteY530" fmla="*/ 140983 h 367211"/>
                <a:gd name="connsiteX531" fmla="*/ 155737 w 645898"/>
                <a:gd name="connsiteY531" fmla="*/ 140983 h 367211"/>
                <a:gd name="connsiteX532" fmla="*/ 152458 w 645898"/>
                <a:gd name="connsiteY532" fmla="*/ 142622 h 367211"/>
                <a:gd name="connsiteX533" fmla="*/ 150819 w 645898"/>
                <a:gd name="connsiteY533" fmla="*/ 142622 h 367211"/>
                <a:gd name="connsiteX534" fmla="*/ 147540 w 645898"/>
                <a:gd name="connsiteY534" fmla="*/ 142622 h 367211"/>
                <a:gd name="connsiteX535" fmla="*/ 144261 w 645898"/>
                <a:gd name="connsiteY535" fmla="*/ 140983 h 367211"/>
                <a:gd name="connsiteX536" fmla="*/ 140983 w 645898"/>
                <a:gd name="connsiteY536" fmla="*/ 139344 h 367211"/>
                <a:gd name="connsiteX537" fmla="*/ 140983 w 645898"/>
                <a:gd name="connsiteY537" fmla="*/ 139344 h 367211"/>
                <a:gd name="connsiteX538" fmla="*/ 139344 w 645898"/>
                <a:gd name="connsiteY538" fmla="*/ 136065 h 367211"/>
                <a:gd name="connsiteX539" fmla="*/ 136065 w 645898"/>
                <a:gd name="connsiteY539" fmla="*/ 132786 h 367211"/>
                <a:gd name="connsiteX540" fmla="*/ 132786 w 645898"/>
                <a:gd name="connsiteY540" fmla="*/ 132786 h 367211"/>
                <a:gd name="connsiteX541" fmla="*/ 127868 w 645898"/>
                <a:gd name="connsiteY541" fmla="*/ 132786 h 367211"/>
                <a:gd name="connsiteX542" fmla="*/ 124590 w 645898"/>
                <a:gd name="connsiteY542" fmla="*/ 129508 h 367211"/>
                <a:gd name="connsiteX543" fmla="*/ 121311 w 645898"/>
                <a:gd name="connsiteY543" fmla="*/ 126229 h 367211"/>
                <a:gd name="connsiteX544" fmla="*/ 116393 w 645898"/>
                <a:gd name="connsiteY544" fmla="*/ 122950 h 367211"/>
                <a:gd name="connsiteX545" fmla="*/ 113114 w 645898"/>
                <a:gd name="connsiteY545" fmla="*/ 122950 h 367211"/>
                <a:gd name="connsiteX546" fmla="*/ 111475 w 645898"/>
                <a:gd name="connsiteY546" fmla="*/ 126229 h 367211"/>
                <a:gd name="connsiteX547" fmla="*/ 108196 w 645898"/>
                <a:gd name="connsiteY547" fmla="*/ 126229 h 367211"/>
                <a:gd name="connsiteX548" fmla="*/ 104917 w 645898"/>
                <a:gd name="connsiteY548" fmla="*/ 126229 h 367211"/>
                <a:gd name="connsiteX549" fmla="*/ 100000 w 645898"/>
                <a:gd name="connsiteY549" fmla="*/ 126229 h 367211"/>
                <a:gd name="connsiteX550" fmla="*/ 100000 w 645898"/>
                <a:gd name="connsiteY550" fmla="*/ 129508 h 367211"/>
                <a:gd name="connsiteX551" fmla="*/ 104917 w 645898"/>
                <a:gd name="connsiteY551" fmla="*/ 131147 h 367211"/>
                <a:gd name="connsiteX552" fmla="*/ 108196 w 645898"/>
                <a:gd name="connsiteY552" fmla="*/ 134426 h 367211"/>
                <a:gd name="connsiteX553" fmla="*/ 111475 w 645898"/>
                <a:gd name="connsiteY553" fmla="*/ 139344 h 367211"/>
                <a:gd name="connsiteX554" fmla="*/ 114754 w 645898"/>
                <a:gd name="connsiteY554" fmla="*/ 142622 h 367211"/>
                <a:gd name="connsiteX555" fmla="*/ 109836 w 645898"/>
                <a:gd name="connsiteY555" fmla="*/ 140983 h 367211"/>
                <a:gd name="connsiteX556" fmla="*/ 108196 w 645898"/>
                <a:gd name="connsiteY556" fmla="*/ 136065 h 367211"/>
                <a:gd name="connsiteX557" fmla="*/ 104917 w 645898"/>
                <a:gd name="connsiteY557" fmla="*/ 134426 h 367211"/>
                <a:gd name="connsiteX558" fmla="*/ 100000 w 645898"/>
                <a:gd name="connsiteY558" fmla="*/ 136065 h 367211"/>
                <a:gd name="connsiteX559" fmla="*/ 96721 w 645898"/>
                <a:gd name="connsiteY559" fmla="*/ 132786 h 367211"/>
                <a:gd name="connsiteX560" fmla="*/ 93442 w 645898"/>
                <a:gd name="connsiteY560" fmla="*/ 136065 h 367211"/>
                <a:gd name="connsiteX561" fmla="*/ 95081 w 645898"/>
                <a:gd name="connsiteY561" fmla="*/ 139344 h 367211"/>
                <a:gd name="connsiteX562" fmla="*/ 93442 w 645898"/>
                <a:gd name="connsiteY562" fmla="*/ 144262 h 367211"/>
                <a:gd name="connsiteX563" fmla="*/ 91803 w 645898"/>
                <a:gd name="connsiteY563" fmla="*/ 147540 h 367211"/>
                <a:gd name="connsiteX564" fmla="*/ 86885 w 645898"/>
                <a:gd name="connsiteY564" fmla="*/ 147540 h 367211"/>
                <a:gd name="connsiteX565" fmla="*/ 83606 w 645898"/>
                <a:gd name="connsiteY565" fmla="*/ 149180 h 367211"/>
                <a:gd name="connsiteX566" fmla="*/ 80327 w 645898"/>
                <a:gd name="connsiteY566" fmla="*/ 147540 h 367211"/>
                <a:gd name="connsiteX567" fmla="*/ 75410 w 645898"/>
                <a:gd name="connsiteY567" fmla="*/ 149180 h 367211"/>
                <a:gd name="connsiteX568" fmla="*/ 72131 w 645898"/>
                <a:gd name="connsiteY568" fmla="*/ 150819 h 367211"/>
                <a:gd name="connsiteX569" fmla="*/ 70491 w 645898"/>
                <a:gd name="connsiteY569" fmla="*/ 154098 h 367211"/>
                <a:gd name="connsiteX570" fmla="*/ 67213 w 645898"/>
                <a:gd name="connsiteY570" fmla="*/ 159016 h 367211"/>
                <a:gd name="connsiteX571" fmla="*/ 63934 w 645898"/>
                <a:gd name="connsiteY571" fmla="*/ 162294 h 367211"/>
                <a:gd name="connsiteX572" fmla="*/ 65573 w 645898"/>
                <a:gd name="connsiteY572" fmla="*/ 165573 h 367211"/>
                <a:gd name="connsiteX573" fmla="*/ 65573 w 645898"/>
                <a:gd name="connsiteY573" fmla="*/ 168852 h 367211"/>
                <a:gd name="connsiteX574" fmla="*/ 68852 w 645898"/>
                <a:gd name="connsiteY574" fmla="*/ 172130 h 367211"/>
                <a:gd name="connsiteX575" fmla="*/ 70491 w 645898"/>
                <a:gd name="connsiteY575" fmla="*/ 177048 h 367211"/>
                <a:gd name="connsiteX576" fmla="*/ 72131 w 645898"/>
                <a:gd name="connsiteY576" fmla="*/ 180327 h 367211"/>
                <a:gd name="connsiteX577" fmla="*/ 75410 w 645898"/>
                <a:gd name="connsiteY577" fmla="*/ 183606 h 367211"/>
                <a:gd name="connsiteX578" fmla="*/ 72131 w 645898"/>
                <a:gd name="connsiteY578" fmla="*/ 186884 h 367211"/>
                <a:gd name="connsiteX579" fmla="*/ 68852 w 645898"/>
                <a:gd name="connsiteY579" fmla="*/ 186884 h 367211"/>
                <a:gd name="connsiteX580" fmla="*/ 65573 w 645898"/>
                <a:gd name="connsiteY580" fmla="*/ 186884 h 367211"/>
                <a:gd name="connsiteX581" fmla="*/ 60656 w 645898"/>
                <a:gd name="connsiteY581" fmla="*/ 186884 h 367211"/>
                <a:gd name="connsiteX582" fmla="*/ 57377 w 645898"/>
                <a:gd name="connsiteY582" fmla="*/ 186884 h 367211"/>
                <a:gd name="connsiteX583" fmla="*/ 54098 w 645898"/>
                <a:gd name="connsiteY583" fmla="*/ 186884 h 367211"/>
                <a:gd name="connsiteX584" fmla="*/ 49180 w 645898"/>
                <a:gd name="connsiteY584" fmla="*/ 185245 h 367211"/>
                <a:gd name="connsiteX585" fmla="*/ 45901 w 645898"/>
                <a:gd name="connsiteY585" fmla="*/ 185245 h 367211"/>
                <a:gd name="connsiteX586" fmla="*/ 42623 w 645898"/>
                <a:gd name="connsiteY586" fmla="*/ 185245 h 367211"/>
                <a:gd name="connsiteX587" fmla="*/ 37705 w 645898"/>
                <a:gd name="connsiteY587" fmla="*/ 185245 h 367211"/>
                <a:gd name="connsiteX588" fmla="*/ 34426 w 645898"/>
                <a:gd name="connsiteY588" fmla="*/ 185245 h 367211"/>
                <a:gd name="connsiteX589" fmla="*/ 32787 w 645898"/>
                <a:gd name="connsiteY589" fmla="*/ 177048 h 367211"/>
                <a:gd name="connsiteX590" fmla="*/ 32787 w 645898"/>
                <a:gd name="connsiteY590" fmla="*/ 172130 h 367211"/>
                <a:gd name="connsiteX591" fmla="*/ 31147 w 645898"/>
                <a:gd name="connsiteY591" fmla="*/ 167212 h 367211"/>
                <a:gd name="connsiteX592" fmla="*/ 31147 w 645898"/>
                <a:gd name="connsiteY592" fmla="*/ 163934 h 367211"/>
                <a:gd name="connsiteX593" fmla="*/ 29508 w 645898"/>
                <a:gd name="connsiteY593" fmla="*/ 159016 h 367211"/>
                <a:gd name="connsiteX594" fmla="*/ 29508 w 645898"/>
                <a:gd name="connsiteY594" fmla="*/ 155737 h 367211"/>
                <a:gd name="connsiteX595" fmla="*/ 27869 w 645898"/>
                <a:gd name="connsiteY595" fmla="*/ 150819 h 367211"/>
                <a:gd name="connsiteX596" fmla="*/ 26229 w 645898"/>
                <a:gd name="connsiteY596" fmla="*/ 142622 h 367211"/>
                <a:gd name="connsiteX597" fmla="*/ 26229 w 645898"/>
                <a:gd name="connsiteY597" fmla="*/ 139344 h 367211"/>
                <a:gd name="connsiteX598" fmla="*/ 24590 w 645898"/>
                <a:gd name="connsiteY598" fmla="*/ 134426 h 367211"/>
                <a:gd name="connsiteX599" fmla="*/ 22951 w 645898"/>
                <a:gd name="connsiteY599" fmla="*/ 129508 h 367211"/>
                <a:gd name="connsiteX600" fmla="*/ 22951 w 645898"/>
                <a:gd name="connsiteY600" fmla="*/ 126229 h 367211"/>
                <a:gd name="connsiteX601" fmla="*/ 21311 w 645898"/>
                <a:gd name="connsiteY601" fmla="*/ 121311 h 367211"/>
                <a:gd name="connsiteX602" fmla="*/ 21311 w 645898"/>
                <a:gd name="connsiteY602" fmla="*/ 118032 h 367211"/>
                <a:gd name="connsiteX603" fmla="*/ 19672 w 645898"/>
                <a:gd name="connsiteY603" fmla="*/ 113114 h 367211"/>
                <a:gd name="connsiteX604" fmla="*/ 19672 w 645898"/>
                <a:gd name="connsiteY604" fmla="*/ 109836 h 367211"/>
                <a:gd name="connsiteX605" fmla="*/ 18033 w 645898"/>
                <a:gd name="connsiteY605" fmla="*/ 104917 h 367211"/>
                <a:gd name="connsiteX606" fmla="*/ 18033 w 645898"/>
                <a:gd name="connsiteY606" fmla="*/ 101639 h 367211"/>
                <a:gd name="connsiteX607" fmla="*/ 16393 w 645898"/>
                <a:gd name="connsiteY607" fmla="*/ 96721 h 367211"/>
                <a:gd name="connsiteX608" fmla="*/ 16393 w 645898"/>
                <a:gd name="connsiteY608" fmla="*/ 91803 h 367211"/>
                <a:gd name="connsiteX609" fmla="*/ 14754 w 645898"/>
                <a:gd name="connsiteY609" fmla="*/ 88524 h 367211"/>
                <a:gd name="connsiteX610" fmla="*/ 13114 w 645898"/>
                <a:gd name="connsiteY610" fmla="*/ 83606 h 367211"/>
                <a:gd name="connsiteX611" fmla="*/ 13114 w 645898"/>
                <a:gd name="connsiteY611" fmla="*/ 80327 h 367211"/>
                <a:gd name="connsiteX612" fmla="*/ 13114 w 645898"/>
                <a:gd name="connsiteY612" fmla="*/ 80327 h 367211"/>
                <a:gd name="connsiteX613" fmla="*/ 11476 w 645898"/>
                <a:gd name="connsiteY613" fmla="*/ 75410 h 367211"/>
                <a:gd name="connsiteX614" fmla="*/ 11476 w 645898"/>
                <a:gd name="connsiteY614" fmla="*/ 70492 h 367211"/>
                <a:gd name="connsiteX615" fmla="*/ 9836 w 645898"/>
                <a:gd name="connsiteY615" fmla="*/ 67213 h 367211"/>
                <a:gd name="connsiteX616" fmla="*/ 9836 w 645898"/>
                <a:gd name="connsiteY616" fmla="*/ 62295 h 367211"/>
                <a:gd name="connsiteX617" fmla="*/ 8197 w 645898"/>
                <a:gd name="connsiteY617" fmla="*/ 59016 h 367211"/>
                <a:gd name="connsiteX618" fmla="*/ 6557 w 645898"/>
                <a:gd name="connsiteY618" fmla="*/ 54098 h 367211"/>
                <a:gd name="connsiteX619" fmla="*/ 6557 w 645898"/>
                <a:gd name="connsiteY619" fmla="*/ 49180 h 367211"/>
                <a:gd name="connsiteX620" fmla="*/ 4918 w 645898"/>
                <a:gd name="connsiteY620" fmla="*/ 45901 h 367211"/>
                <a:gd name="connsiteX621" fmla="*/ 4918 w 645898"/>
                <a:gd name="connsiteY621" fmla="*/ 40983 h 367211"/>
                <a:gd name="connsiteX622" fmla="*/ 3279 w 645898"/>
                <a:gd name="connsiteY622" fmla="*/ 37705 h 367211"/>
                <a:gd name="connsiteX623" fmla="*/ 3279 w 645898"/>
                <a:gd name="connsiteY623" fmla="*/ 32787 h 367211"/>
                <a:gd name="connsiteX624" fmla="*/ 1639 w 645898"/>
                <a:gd name="connsiteY624" fmla="*/ 27869 h 367211"/>
                <a:gd name="connsiteX625" fmla="*/ 0 w 645898"/>
                <a:gd name="connsiteY625" fmla="*/ 24590 h 367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</a:cxnLst>
              <a:rect l="l" t="t" r="r" b="b"/>
              <a:pathLst>
                <a:path w="645898" h="367211">
                  <a:moveTo>
                    <a:pt x="0" y="24590"/>
                  </a:moveTo>
                  <a:lnTo>
                    <a:pt x="1639" y="24590"/>
                  </a:lnTo>
                  <a:lnTo>
                    <a:pt x="4918" y="22951"/>
                  </a:lnTo>
                  <a:lnTo>
                    <a:pt x="9836" y="21311"/>
                  </a:lnTo>
                  <a:lnTo>
                    <a:pt x="13114" y="21311"/>
                  </a:lnTo>
                  <a:lnTo>
                    <a:pt x="18033" y="19672"/>
                  </a:lnTo>
                  <a:lnTo>
                    <a:pt x="21311" y="18033"/>
                  </a:lnTo>
                  <a:lnTo>
                    <a:pt x="24590" y="16393"/>
                  </a:lnTo>
                  <a:lnTo>
                    <a:pt x="27869" y="16393"/>
                  </a:lnTo>
                  <a:lnTo>
                    <a:pt x="32787" y="14754"/>
                  </a:lnTo>
                  <a:lnTo>
                    <a:pt x="36066" y="13115"/>
                  </a:lnTo>
                  <a:lnTo>
                    <a:pt x="40983" y="13115"/>
                  </a:lnTo>
                  <a:lnTo>
                    <a:pt x="44262" y="11475"/>
                  </a:lnTo>
                  <a:lnTo>
                    <a:pt x="49180" y="9836"/>
                  </a:lnTo>
                  <a:lnTo>
                    <a:pt x="52459" y="8197"/>
                  </a:lnTo>
                  <a:lnTo>
                    <a:pt x="57377" y="8197"/>
                  </a:lnTo>
                  <a:lnTo>
                    <a:pt x="62295" y="6557"/>
                  </a:lnTo>
                  <a:lnTo>
                    <a:pt x="65573" y="4918"/>
                  </a:lnTo>
                  <a:lnTo>
                    <a:pt x="68852" y="3279"/>
                  </a:lnTo>
                  <a:lnTo>
                    <a:pt x="73770" y="3279"/>
                  </a:lnTo>
                  <a:lnTo>
                    <a:pt x="77049" y="1639"/>
                  </a:lnTo>
                  <a:lnTo>
                    <a:pt x="81967" y="0"/>
                  </a:lnTo>
                  <a:lnTo>
                    <a:pt x="83606" y="0"/>
                  </a:lnTo>
                  <a:lnTo>
                    <a:pt x="85246" y="0"/>
                  </a:lnTo>
                  <a:lnTo>
                    <a:pt x="85246" y="0"/>
                  </a:lnTo>
                  <a:lnTo>
                    <a:pt x="90164" y="3279"/>
                  </a:lnTo>
                  <a:lnTo>
                    <a:pt x="93442" y="4918"/>
                  </a:lnTo>
                  <a:lnTo>
                    <a:pt x="96721" y="6557"/>
                  </a:lnTo>
                  <a:lnTo>
                    <a:pt x="98360" y="8197"/>
                  </a:lnTo>
                  <a:lnTo>
                    <a:pt x="103278" y="9836"/>
                  </a:lnTo>
                  <a:lnTo>
                    <a:pt x="106557" y="11475"/>
                  </a:lnTo>
                  <a:lnTo>
                    <a:pt x="111475" y="13115"/>
                  </a:lnTo>
                  <a:lnTo>
                    <a:pt x="113114" y="14754"/>
                  </a:lnTo>
                  <a:lnTo>
                    <a:pt x="113114" y="14754"/>
                  </a:lnTo>
                  <a:lnTo>
                    <a:pt x="116393" y="16393"/>
                  </a:lnTo>
                  <a:lnTo>
                    <a:pt x="118032" y="18033"/>
                  </a:lnTo>
                  <a:lnTo>
                    <a:pt x="121311" y="19672"/>
                  </a:lnTo>
                  <a:lnTo>
                    <a:pt x="132786" y="24590"/>
                  </a:lnTo>
                  <a:lnTo>
                    <a:pt x="150819" y="34426"/>
                  </a:lnTo>
                  <a:lnTo>
                    <a:pt x="168851" y="44262"/>
                  </a:lnTo>
                  <a:lnTo>
                    <a:pt x="170491" y="44262"/>
                  </a:lnTo>
                  <a:lnTo>
                    <a:pt x="175409" y="47541"/>
                  </a:lnTo>
                  <a:lnTo>
                    <a:pt x="178688" y="49180"/>
                  </a:lnTo>
                  <a:lnTo>
                    <a:pt x="183606" y="50820"/>
                  </a:lnTo>
                  <a:lnTo>
                    <a:pt x="185245" y="55737"/>
                  </a:lnTo>
                  <a:lnTo>
                    <a:pt x="186884" y="59016"/>
                  </a:lnTo>
                  <a:lnTo>
                    <a:pt x="190163" y="62295"/>
                  </a:lnTo>
                  <a:lnTo>
                    <a:pt x="195081" y="65573"/>
                  </a:lnTo>
                  <a:lnTo>
                    <a:pt x="198360" y="67213"/>
                  </a:lnTo>
                  <a:lnTo>
                    <a:pt x="201638" y="70492"/>
                  </a:lnTo>
                  <a:lnTo>
                    <a:pt x="206557" y="73770"/>
                  </a:lnTo>
                  <a:lnTo>
                    <a:pt x="209835" y="77049"/>
                  </a:lnTo>
                  <a:lnTo>
                    <a:pt x="213114" y="80327"/>
                  </a:lnTo>
                  <a:lnTo>
                    <a:pt x="216393" y="83606"/>
                  </a:lnTo>
                  <a:lnTo>
                    <a:pt x="221310" y="86885"/>
                  </a:lnTo>
                  <a:lnTo>
                    <a:pt x="224589" y="90164"/>
                  </a:lnTo>
                  <a:lnTo>
                    <a:pt x="226228" y="90164"/>
                  </a:lnTo>
                  <a:lnTo>
                    <a:pt x="229507" y="90164"/>
                  </a:lnTo>
                  <a:lnTo>
                    <a:pt x="232786" y="88524"/>
                  </a:lnTo>
                  <a:lnTo>
                    <a:pt x="237704" y="88524"/>
                  </a:lnTo>
                  <a:lnTo>
                    <a:pt x="242622" y="88524"/>
                  </a:lnTo>
                  <a:lnTo>
                    <a:pt x="245901" y="86885"/>
                  </a:lnTo>
                  <a:lnTo>
                    <a:pt x="250818" y="86885"/>
                  </a:lnTo>
                  <a:lnTo>
                    <a:pt x="254097" y="85245"/>
                  </a:lnTo>
                  <a:lnTo>
                    <a:pt x="259015" y="85245"/>
                  </a:lnTo>
                  <a:lnTo>
                    <a:pt x="262294" y="83606"/>
                  </a:lnTo>
                  <a:lnTo>
                    <a:pt x="265573" y="83606"/>
                  </a:lnTo>
                  <a:lnTo>
                    <a:pt x="270491" y="83606"/>
                  </a:lnTo>
                  <a:lnTo>
                    <a:pt x="273769" y="85245"/>
                  </a:lnTo>
                  <a:lnTo>
                    <a:pt x="278687" y="85245"/>
                  </a:lnTo>
                  <a:lnTo>
                    <a:pt x="281966" y="85245"/>
                  </a:lnTo>
                  <a:lnTo>
                    <a:pt x="286884" y="86885"/>
                  </a:lnTo>
                  <a:lnTo>
                    <a:pt x="290163" y="86885"/>
                  </a:lnTo>
                  <a:lnTo>
                    <a:pt x="295081" y="86885"/>
                  </a:lnTo>
                  <a:lnTo>
                    <a:pt x="299998" y="86885"/>
                  </a:lnTo>
                  <a:lnTo>
                    <a:pt x="303277" y="88524"/>
                  </a:lnTo>
                  <a:lnTo>
                    <a:pt x="308195" y="88524"/>
                  </a:lnTo>
                  <a:lnTo>
                    <a:pt x="311474" y="86885"/>
                  </a:lnTo>
                  <a:lnTo>
                    <a:pt x="316392" y="83606"/>
                  </a:lnTo>
                  <a:lnTo>
                    <a:pt x="319671" y="81967"/>
                  </a:lnTo>
                  <a:lnTo>
                    <a:pt x="322950" y="80327"/>
                  </a:lnTo>
                  <a:lnTo>
                    <a:pt x="327867" y="81967"/>
                  </a:lnTo>
                  <a:lnTo>
                    <a:pt x="331146" y="85245"/>
                  </a:lnTo>
                  <a:lnTo>
                    <a:pt x="334425" y="88524"/>
                  </a:lnTo>
                  <a:lnTo>
                    <a:pt x="337703" y="91803"/>
                  </a:lnTo>
                  <a:lnTo>
                    <a:pt x="340982" y="93442"/>
                  </a:lnTo>
                  <a:lnTo>
                    <a:pt x="345900" y="95082"/>
                  </a:lnTo>
                  <a:lnTo>
                    <a:pt x="349179" y="98360"/>
                  </a:lnTo>
                  <a:lnTo>
                    <a:pt x="352457" y="101639"/>
                  </a:lnTo>
                  <a:lnTo>
                    <a:pt x="355736" y="104917"/>
                  </a:lnTo>
                  <a:lnTo>
                    <a:pt x="359015" y="109836"/>
                  </a:lnTo>
                  <a:lnTo>
                    <a:pt x="362294" y="114754"/>
                  </a:lnTo>
                  <a:lnTo>
                    <a:pt x="367211" y="116393"/>
                  </a:lnTo>
                  <a:lnTo>
                    <a:pt x="370490" y="113114"/>
                  </a:lnTo>
                  <a:lnTo>
                    <a:pt x="373769" y="113114"/>
                  </a:lnTo>
                  <a:lnTo>
                    <a:pt x="375408" y="116393"/>
                  </a:lnTo>
                  <a:lnTo>
                    <a:pt x="377047" y="121311"/>
                  </a:lnTo>
                  <a:lnTo>
                    <a:pt x="377047" y="124590"/>
                  </a:lnTo>
                  <a:lnTo>
                    <a:pt x="377047" y="127868"/>
                  </a:lnTo>
                  <a:lnTo>
                    <a:pt x="378687" y="132786"/>
                  </a:lnTo>
                  <a:lnTo>
                    <a:pt x="378687" y="137704"/>
                  </a:lnTo>
                  <a:lnTo>
                    <a:pt x="378687" y="140983"/>
                  </a:lnTo>
                  <a:lnTo>
                    <a:pt x="378687" y="144262"/>
                  </a:lnTo>
                  <a:lnTo>
                    <a:pt x="380326" y="147540"/>
                  </a:lnTo>
                  <a:lnTo>
                    <a:pt x="380326" y="152458"/>
                  </a:lnTo>
                  <a:lnTo>
                    <a:pt x="385244" y="155737"/>
                  </a:lnTo>
                  <a:lnTo>
                    <a:pt x="390162" y="155737"/>
                  </a:lnTo>
                  <a:lnTo>
                    <a:pt x="393441" y="155737"/>
                  </a:lnTo>
                  <a:lnTo>
                    <a:pt x="398359" y="155737"/>
                  </a:lnTo>
                  <a:lnTo>
                    <a:pt x="399998" y="159016"/>
                  </a:lnTo>
                  <a:lnTo>
                    <a:pt x="401638" y="163934"/>
                  </a:lnTo>
                  <a:lnTo>
                    <a:pt x="403277" y="167212"/>
                  </a:lnTo>
                  <a:lnTo>
                    <a:pt x="404916" y="172130"/>
                  </a:lnTo>
                  <a:lnTo>
                    <a:pt x="408195" y="175409"/>
                  </a:lnTo>
                  <a:lnTo>
                    <a:pt x="409834" y="180327"/>
                  </a:lnTo>
                  <a:lnTo>
                    <a:pt x="411474" y="183606"/>
                  </a:lnTo>
                  <a:lnTo>
                    <a:pt x="413113" y="186884"/>
                  </a:lnTo>
                  <a:lnTo>
                    <a:pt x="414752" y="191802"/>
                  </a:lnTo>
                  <a:lnTo>
                    <a:pt x="416391" y="191802"/>
                  </a:lnTo>
                  <a:lnTo>
                    <a:pt x="421310" y="191802"/>
                  </a:lnTo>
                  <a:lnTo>
                    <a:pt x="424588" y="193442"/>
                  </a:lnTo>
                  <a:lnTo>
                    <a:pt x="427867" y="193442"/>
                  </a:lnTo>
                  <a:lnTo>
                    <a:pt x="432785" y="193442"/>
                  </a:lnTo>
                  <a:lnTo>
                    <a:pt x="436064" y="193442"/>
                  </a:lnTo>
                  <a:lnTo>
                    <a:pt x="439342" y="191802"/>
                  </a:lnTo>
                  <a:lnTo>
                    <a:pt x="444260" y="191802"/>
                  </a:lnTo>
                  <a:lnTo>
                    <a:pt x="447539" y="191802"/>
                  </a:lnTo>
                  <a:lnTo>
                    <a:pt x="450818" y="190163"/>
                  </a:lnTo>
                  <a:lnTo>
                    <a:pt x="454096" y="191802"/>
                  </a:lnTo>
                  <a:lnTo>
                    <a:pt x="455735" y="191802"/>
                  </a:lnTo>
                  <a:lnTo>
                    <a:pt x="457375" y="190163"/>
                  </a:lnTo>
                  <a:lnTo>
                    <a:pt x="457375" y="190163"/>
                  </a:lnTo>
                  <a:lnTo>
                    <a:pt x="460654" y="195081"/>
                  </a:lnTo>
                  <a:lnTo>
                    <a:pt x="465572" y="196720"/>
                  </a:lnTo>
                  <a:lnTo>
                    <a:pt x="467211" y="196720"/>
                  </a:lnTo>
                  <a:lnTo>
                    <a:pt x="467211" y="199999"/>
                  </a:lnTo>
                  <a:lnTo>
                    <a:pt x="467211" y="201638"/>
                  </a:lnTo>
                  <a:lnTo>
                    <a:pt x="467211" y="203278"/>
                  </a:lnTo>
                  <a:lnTo>
                    <a:pt x="467211" y="204917"/>
                  </a:lnTo>
                  <a:lnTo>
                    <a:pt x="467211" y="208196"/>
                  </a:lnTo>
                  <a:lnTo>
                    <a:pt x="470490" y="211474"/>
                  </a:lnTo>
                  <a:lnTo>
                    <a:pt x="473768" y="211474"/>
                  </a:lnTo>
                  <a:lnTo>
                    <a:pt x="475408" y="213114"/>
                  </a:lnTo>
                  <a:lnTo>
                    <a:pt x="478687" y="214753"/>
                  </a:lnTo>
                  <a:lnTo>
                    <a:pt x="481965" y="216392"/>
                  </a:lnTo>
                  <a:lnTo>
                    <a:pt x="485244" y="214753"/>
                  </a:lnTo>
                  <a:lnTo>
                    <a:pt x="488522" y="216392"/>
                  </a:lnTo>
                  <a:lnTo>
                    <a:pt x="488522" y="211474"/>
                  </a:lnTo>
                  <a:lnTo>
                    <a:pt x="485244" y="208196"/>
                  </a:lnTo>
                  <a:lnTo>
                    <a:pt x="485244" y="208196"/>
                  </a:lnTo>
                  <a:lnTo>
                    <a:pt x="483604" y="206557"/>
                  </a:lnTo>
                  <a:lnTo>
                    <a:pt x="485244" y="201638"/>
                  </a:lnTo>
                  <a:lnTo>
                    <a:pt x="485244" y="201638"/>
                  </a:lnTo>
                  <a:lnTo>
                    <a:pt x="488522" y="199999"/>
                  </a:lnTo>
                  <a:lnTo>
                    <a:pt x="488522" y="196720"/>
                  </a:lnTo>
                  <a:lnTo>
                    <a:pt x="491801" y="191802"/>
                  </a:lnTo>
                  <a:lnTo>
                    <a:pt x="495080" y="190163"/>
                  </a:lnTo>
                  <a:lnTo>
                    <a:pt x="496719" y="186884"/>
                  </a:lnTo>
                  <a:lnTo>
                    <a:pt x="495080" y="183606"/>
                  </a:lnTo>
                  <a:lnTo>
                    <a:pt x="498358" y="180327"/>
                  </a:lnTo>
                  <a:lnTo>
                    <a:pt x="503277" y="178688"/>
                  </a:lnTo>
                  <a:lnTo>
                    <a:pt x="504916" y="178688"/>
                  </a:lnTo>
                  <a:lnTo>
                    <a:pt x="506555" y="173770"/>
                  </a:lnTo>
                  <a:lnTo>
                    <a:pt x="511473" y="172130"/>
                  </a:lnTo>
                  <a:lnTo>
                    <a:pt x="514752" y="168852"/>
                  </a:lnTo>
                  <a:lnTo>
                    <a:pt x="518031" y="168852"/>
                  </a:lnTo>
                  <a:lnTo>
                    <a:pt x="521309" y="168852"/>
                  </a:lnTo>
                  <a:lnTo>
                    <a:pt x="524588" y="165573"/>
                  </a:lnTo>
                  <a:lnTo>
                    <a:pt x="524588" y="165573"/>
                  </a:lnTo>
                  <a:lnTo>
                    <a:pt x="529506" y="162294"/>
                  </a:lnTo>
                  <a:lnTo>
                    <a:pt x="531145" y="157376"/>
                  </a:lnTo>
                  <a:lnTo>
                    <a:pt x="532784" y="154098"/>
                  </a:lnTo>
                  <a:lnTo>
                    <a:pt x="536063" y="150819"/>
                  </a:lnTo>
                  <a:lnTo>
                    <a:pt x="540981" y="154098"/>
                  </a:lnTo>
                  <a:lnTo>
                    <a:pt x="544260" y="152458"/>
                  </a:lnTo>
                  <a:lnTo>
                    <a:pt x="545899" y="149180"/>
                  </a:lnTo>
                  <a:lnTo>
                    <a:pt x="549178" y="147540"/>
                  </a:lnTo>
                  <a:lnTo>
                    <a:pt x="552457" y="144262"/>
                  </a:lnTo>
                  <a:lnTo>
                    <a:pt x="557375" y="142622"/>
                  </a:lnTo>
                  <a:lnTo>
                    <a:pt x="560653" y="144262"/>
                  </a:lnTo>
                  <a:lnTo>
                    <a:pt x="563932" y="145901"/>
                  </a:lnTo>
                  <a:lnTo>
                    <a:pt x="560653" y="149180"/>
                  </a:lnTo>
                  <a:lnTo>
                    <a:pt x="557375" y="152458"/>
                  </a:lnTo>
                  <a:lnTo>
                    <a:pt x="552457" y="154098"/>
                  </a:lnTo>
                  <a:lnTo>
                    <a:pt x="552457" y="157376"/>
                  </a:lnTo>
                  <a:lnTo>
                    <a:pt x="549178" y="159016"/>
                  </a:lnTo>
                  <a:lnTo>
                    <a:pt x="544260" y="162294"/>
                  </a:lnTo>
                  <a:lnTo>
                    <a:pt x="542621" y="165573"/>
                  </a:lnTo>
                  <a:lnTo>
                    <a:pt x="539342" y="168852"/>
                  </a:lnTo>
                  <a:lnTo>
                    <a:pt x="534424" y="172130"/>
                  </a:lnTo>
                  <a:lnTo>
                    <a:pt x="534424" y="175409"/>
                  </a:lnTo>
                  <a:lnTo>
                    <a:pt x="534424" y="177048"/>
                  </a:lnTo>
                  <a:lnTo>
                    <a:pt x="537702" y="177048"/>
                  </a:lnTo>
                  <a:lnTo>
                    <a:pt x="540981" y="178688"/>
                  </a:lnTo>
                  <a:lnTo>
                    <a:pt x="545899" y="180327"/>
                  </a:lnTo>
                  <a:lnTo>
                    <a:pt x="549178" y="180327"/>
                  </a:lnTo>
                  <a:lnTo>
                    <a:pt x="552457" y="178688"/>
                  </a:lnTo>
                  <a:lnTo>
                    <a:pt x="555735" y="181966"/>
                  </a:lnTo>
                  <a:lnTo>
                    <a:pt x="557375" y="185245"/>
                  </a:lnTo>
                  <a:lnTo>
                    <a:pt x="560653" y="188524"/>
                  </a:lnTo>
                  <a:lnTo>
                    <a:pt x="565571" y="190163"/>
                  </a:lnTo>
                  <a:lnTo>
                    <a:pt x="568850" y="190163"/>
                  </a:lnTo>
                  <a:lnTo>
                    <a:pt x="572128" y="191802"/>
                  </a:lnTo>
                  <a:lnTo>
                    <a:pt x="575407" y="191802"/>
                  </a:lnTo>
                  <a:lnTo>
                    <a:pt x="580325" y="191802"/>
                  </a:lnTo>
                  <a:lnTo>
                    <a:pt x="580325" y="193442"/>
                  </a:lnTo>
                  <a:lnTo>
                    <a:pt x="581965" y="190163"/>
                  </a:lnTo>
                  <a:lnTo>
                    <a:pt x="580325" y="186884"/>
                  </a:lnTo>
                  <a:lnTo>
                    <a:pt x="585243" y="186884"/>
                  </a:lnTo>
                  <a:lnTo>
                    <a:pt x="586882" y="181966"/>
                  </a:lnTo>
                  <a:lnTo>
                    <a:pt x="585243" y="178688"/>
                  </a:lnTo>
                  <a:lnTo>
                    <a:pt x="585243" y="175409"/>
                  </a:lnTo>
                  <a:lnTo>
                    <a:pt x="588522" y="178688"/>
                  </a:lnTo>
                  <a:lnTo>
                    <a:pt x="588522" y="180327"/>
                  </a:lnTo>
                  <a:lnTo>
                    <a:pt x="590161" y="178688"/>
                  </a:lnTo>
                  <a:lnTo>
                    <a:pt x="593440" y="183606"/>
                  </a:lnTo>
                  <a:lnTo>
                    <a:pt x="595079" y="183606"/>
                  </a:lnTo>
                  <a:lnTo>
                    <a:pt x="596719" y="186884"/>
                  </a:lnTo>
                  <a:lnTo>
                    <a:pt x="599997" y="190163"/>
                  </a:lnTo>
                  <a:lnTo>
                    <a:pt x="601637" y="190163"/>
                  </a:lnTo>
                  <a:lnTo>
                    <a:pt x="604915" y="191802"/>
                  </a:lnTo>
                  <a:lnTo>
                    <a:pt x="606555" y="190163"/>
                  </a:lnTo>
                  <a:lnTo>
                    <a:pt x="608194" y="190163"/>
                  </a:lnTo>
                  <a:lnTo>
                    <a:pt x="608194" y="191802"/>
                  </a:lnTo>
                  <a:lnTo>
                    <a:pt x="609833" y="195081"/>
                  </a:lnTo>
                  <a:lnTo>
                    <a:pt x="611472" y="196720"/>
                  </a:lnTo>
                  <a:lnTo>
                    <a:pt x="611472" y="198360"/>
                  </a:lnTo>
                  <a:lnTo>
                    <a:pt x="614751" y="198360"/>
                  </a:lnTo>
                  <a:lnTo>
                    <a:pt x="614751" y="196720"/>
                  </a:lnTo>
                  <a:lnTo>
                    <a:pt x="618030" y="198360"/>
                  </a:lnTo>
                  <a:lnTo>
                    <a:pt x="621309" y="198360"/>
                  </a:lnTo>
                  <a:lnTo>
                    <a:pt x="624587" y="201638"/>
                  </a:lnTo>
                  <a:lnTo>
                    <a:pt x="629505" y="204917"/>
                  </a:lnTo>
                  <a:lnTo>
                    <a:pt x="632784" y="204917"/>
                  </a:lnTo>
                  <a:lnTo>
                    <a:pt x="636062" y="204917"/>
                  </a:lnTo>
                  <a:lnTo>
                    <a:pt x="637702" y="206557"/>
                  </a:lnTo>
                  <a:lnTo>
                    <a:pt x="637702" y="206557"/>
                  </a:lnTo>
                  <a:lnTo>
                    <a:pt x="639341" y="204917"/>
                  </a:lnTo>
                  <a:lnTo>
                    <a:pt x="640981" y="204917"/>
                  </a:lnTo>
                  <a:lnTo>
                    <a:pt x="644259" y="206557"/>
                  </a:lnTo>
                  <a:lnTo>
                    <a:pt x="645899" y="209835"/>
                  </a:lnTo>
                  <a:lnTo>
                    <a:pt x="640981" y="211474"/>
                  </a:lnTo>
                  <a:lnTo>
                    <a:pt x="640981" y="211474"/>
                  </a:lnTo>
                  <a:lnTo>
                    <a:pt x="637702" y="213114"/>
                  </a:lnTo>
                  <a:lnTo>
                    <a:pt x="637702" y="213114"/>
                  </a:lnTo>
                  <a:lnTo>
                    <a:pt x="636062" y="216392"/>
                  </a:lnTo>
                  <a:lnTo>
                    <a:pt x="634424" y="218032"/>
                  </a:lnTo>
                  <a:lnTo>
                    <a:pt x="631145" y="219671"/>
                  </a:lnTo>
                  <a:lnTo>
                    <a:pt x="627866" y="218032"/>
                  </a:lnTo>
                  <a:lnTo>
                    <a:pt x="622948" y="216392"/>
                  </a:lnTo>
                  <a:lnTo>
                    <a:pt x="622948" y="219671"/>
                  </a:lnTo>
                  <a:lnTo>
                    <a:pt x="624587" y="221310"/>
                  </a:lnTo>
                  <a:lnTo>
                    <a:pt x="626227" y="224589"/>
                  </a:lnTo>
                  <a:lnTo>
                    <a:pt x="622948" y="224589"/>
                  </a:lnTo>
                  <a:lnTo>
                    <a:pt x="618030" y="224589"/>
                  </a:lnTo>
                  <a:lnTo>
                    <a:pt x="618030" y="222950"/>
                  </a:lnTo>
                  <a:lnTo>
                    <a:pt x="614751" y="224589"/>
                  </a:lnTo>
                  <a:lnTo>
                    <a:pt x="613112" y="227868"/>
                  </a:lnTo>
                  <a:lnTo>
                    <a:pt x="611472" y="229507"/>
                  </a:lnTo>
                  <a:lnTo>
                    <a:pt x="613112" y="232786"/>
                  </a:lnTo>
                  <a:lnTo>
                    <a:pt x="611472" y="232786"/>
                  </a:lnTo>
                  <a:lnTo>
                    <a:pt x="611472" y="232786"/>
                  </a:lnTo>
                  <a:lnTo>
                    <a:pt x="609833" y="232786"/>
                  </a:lnTo>
                  <a:lnTo>
                    <a:pt x="606555" y="232786"/>
                  </a:lnTo>
                  <a:lnTo>
                    <a:pt x="606555" y="234425"/>
                  </a:lnTo>
                  <a:lnTo>
                    <a:pt x="604915" y="236064"/>
                  </a:lnTo>
                  <a:lnTo>
                    <a:pt x="604915" y="236064"/>
                  </a:lnTo>
                  <a:lnTo>
                    <a:pt x="601637" y="232786"/>
                  </a:lnTo>
                  <a:lnTo>
                    <a:pt x="596719" y="234425"/>
                  </a:lnTo>
                  <a:lnTo>
                    <a:pt x="593440" y="231147"/>
                  </a:lnTo>
                  <a:lnTo>
                    <a:pt x="590161" y="229507"/>
                  </a:lnTo>
                  <a:lnTo>
                    <a:pt x="585243" y="227868"/>
                  </a:lnTo>
                  <a:lnTo>
                    <a:pt x="581965" y="231147"/>
                  </a:lnTo>
                  <a:lnTo>
                    <a:pt x="581965" y="231147"/>
                  </a:lnTo>
                  <a:lnTo>
                    <a:pt x="578686" y="231147"/>
                  </a:lnTo>
                  <a:lnTo>
                    <a:pt x="575407" y="232786"/>
                  </a:lnTo>
                  <a:lnTo>
                    <a:pt x="572128" y="232786"/>
                  </a:lnTo>
                  <a:lnTo>
                    <a:pt x="568850" y="232786"/>
                  </a:lnTo>
                  <a:lnTo>
                    <a:pt x="565571" y="234425"/>
                  </a:lnTo>
                  <a:lnTo>
                    <a:pt x="562292" y="231147"/>
                  </a:lnTo>
                  <a:lnTo>
                    <a:pt x="557375" y="227868"/>
                  </a:lnTo>
                  <a:lnTo>
                    <a:pt x="557375" y="227868"/>
                  </a:lnTo>
                  <a:lnTo>
                    <a:pt x="555735" y="227868"/>
                  </a:lnTo>
                  <a:lnTo>
                    <a:pt x="554096" y="226229"/>
                  </a:lnTo>
                  <a:lnTo>
                    <a:pt x="552457" y="224589"/>
                  </a:lnTo>
                  <a:lnTo>
                    <a:pt x="552457" y="221310"/>
                  </a:lnTo>
                  <a:lnTo>
                    <a:pt x="555735" y="219671"/>
                  </a:lnTo>
                  <a:lnTo>
                    <a:pt x="557375" y="218032"/>
                  </a:lnTo>
                  <a:lnTo>
                    <a:pt x="560653" y="214753"/>
                  </a:lnTo>
                  <a:lnTo>
                    <a:pt x="563932" y="211474"/>
                  </a:lnTo>
                  <a:lnTo>
                    <a:pt x="563932" y="209835"/>
                  </a:lnTo>
                  <a:lnTo>
                    <a:pt x="560653" y="209835"/>
                  </a:lnTo>
                  <a:lnTo>
                    <a:pt x="559014" y="204917"/>
                  </a:lnTo>
                  <a:lnTo>
                    <a:pt x="554096" y="201638"/>
                  </a:lnTo>
                  <a:lnTo>
                    <a:pt x="550817" y="198360"/>
                  </a:lnTo>
                  <a:lnTo>
                    <a:pt x="549178" y="196720"/>
                  </a:lnTo>
                  <a:lnTo>
                    <a:pt x="547538" y="201638"/>
                  </a:lnTo>
                  <a:lnTo>
                    <a:pt x="544260" y="204917"/>
                  </a:lnTo>
                  <a:lnTo>
                    <a:pt x="540981" y="206557"/>
                  </a:lnTo>
                  <a:lnTo>
                    <a:pt x="536063" y="209835"/>
                  </a:lnTo>
                  <a:lnTo>
                    <a:pt x="536063" y="209835"/>
                  </a:lnTo>
                  <a:lnTo>
                    <a:pt x="536063" y="209835"/>
                  </a:lnTo>
                  <a:lnTo>
                    <a:pt x="531145" y="211474"/>
                  </a:lnTo>
                  <a:lnTo>
                    <a:pt x="527867" y="214753"/>
                  </a:lnTo>
                  <a:lnTo>
                    <a:pt x="524588" y="213114"/>
                  </a:lnTo>
                  <a:lnTo>
                    <a:pt x="521309" y="209835"/>
                  </a:lnTo>
                  <a:lnTo>
                    <a:pt x="519670" y="209835"/>
                  </a:lnTo>
                  <a:lnTo>
                    <a:pt x="516391" y="208196"/>
                  </a:lnTo>
                  <a:lnTo>
                    <a:pt x="513112" y="209835"/>
                  </a:lnTo>
                  <a:lnTo>
                    <a:pt x="513112" y="213114"/>
                  </a:lnTo>
                  <a:lnTo>
                    <a:pt x="509834" y="218032"/>
                  </a:lnTo>
                  <a:lnTo>
                    <a:pt x="513112" y="221310"/>
                  </a:lnTo>
                  <a:lnTo>
                    <a:pt x="514752" y="224589"/>
                  </a:lnTo>
                  <a:lnTo>
                    <a:pt x="516391" y="226229"/>
                  </a:lnTo>
                  <a:lnTo>
                    <a:pt x="516391" y="229507"/>
                  </a:lnTo>
                  <a:lnTo>
                    <a:pt x="514752" y="229507"/>
                  </a:lnTo>
                  <a:lnTo>
                    <a:pt x="514752" y="232786"/>
                  </a:lnTo>
                  <a:lnTo>
                    <a:pt x="516391" y="232786"/>
                  </a:lnTo>
                  <a:lnTo>
                    <a:pt x="518031" y="234425"/>
                  </a:lnTo>
                  <a:lnTo>
                    <a:pt x="516391" y="234425"/>
                  </a:lnTo>
                  <a:lnTo>
                    <a:pt x="514752" y="234425"/>
                  </a:lnTo>
                  <a:lnTo>
                    <a:pt x="514752" y="234425"/>
                  </a:lnTo>
                  <a:lnTo>
                    <a:pt x="511473" y="234425"/>
                  </a:lnTo>
                  <a:lnTo>
                    <a:pt x="508194" y="232786"/>
                  </a:lnTo>
                  <a:lnTo>
                    <a:pt x="508194" y="232786"/>
                  </a:lnTo>
                  <a:lnTo>
                    <a:pt x="506555" y="232786"/>
                  </a:lnTo>
                  <a:lnTo>
                    <a:pt x="504916" y="232786"/>
                  </a:lnTo>
                  <a:lnTo>
                    <a:pt x="499998" y="234425"/>
                  </a:lnTo>
                  <a:lnTo>
                    <a:pt x="498358" y="234425"/>
                  </a:lnTo>
                  <a:lnTo>
                    <a:pt x="498358" y="234425"/>
                  </a:lnTo>
                  <a:lnTo>
                    <a:pt x="493440" y="234425"/>
                  </a:lnTo>
                  <a:lnTo>
                    <a:pt x="493440" y="236064"/>
                  </a:lnTo>
                  <a:lnTo>
                    <a:pt x="493440" y="236064"/>
                  </a:lnTo>
                  <a:lnTo>
                    <a:pt x="496719" y="237704"/>
                  </a:lnTo>
                  <a:lnTo>
                    <a:pt x="498358" y="237704"/>
                  </a:lnTo>
                  <a:lnTo>
                    <a:pt x="501637" y="236064"/>
                  </a:lnTo>
                  <a:lnTo>
                    <a:pt x="503277" y="236064"/>
                  </a:lnTo>
                  <a:lnTo>
                    <a:pt x="504916" y="239343"/>
                  </a:lnTo>
                  <a:lnTo>
                    <a:pt x="504916" y="239343"/>
                  </a:lnTo>
                  <a:lnTo>
                    <a:pt x="499998" y="239343"/>
                  </a:lnTo>
                  <a:lnTo>
                    <a:pt x="501637" y="242622"/>
                  </a:lnTo>
                  <a:lnTo>
                    <a:pt x="504916" y="247540"/>
                  </a:lnTo>
                  <a:lnTo>
                    <a:pt x="501637" y="244261"/>
                  </a:lnTo>
                  <a:lnTo>
                    <a:pt x="503277" y="247540"/>
                  </a:lnTo>
                  <a:lnTo>
                    <a:pt x="499998" y="249179"/>
                  </a:lnTo>
                  <a:lnTo>
                    <a:pt x="496719" y="249179"/>
                  </a:lnTo>
                  <a:lnTo>
                    <a:pt x="498358" y="252458"/>
                  </a:lnTo>
                  <a:lnTo>
                    <a:pt x="498358" y="257376"/>
                  </a:lnTo>
                  <a:lnTo>
                    <a:pt x="496719" y="262294"/>
                  </a:lnTo>
                  <a:lnTo>
                    <a:pt x="491801" y="263933"/>
                  </a:lnTo>
                  <a:lnTo>
                    <a:pt x="488522" y="262294"/>
                  </a:lnTo>
                  <a:lnTo>
                    <a:pt x="485244" y="262294"/>
                  </a:lnTo>
                  <a:lnTo>
                    <a:pt x="480325" y="262294"/>
                  </a:lnTo>
                  <a:lnTo>
                    <a:pt x="477047" y="260654"/>
                  </a:lnTo>
                  <a:lnTo>
                    <a:pt x="473768" y="260654"/>
                  </a:lnTo>
                  <a:lnTo>
                    <a:pt x="470490" y="259015"/>
                  </a:lnTo>
                  <a:lnTo>
                    <a:pt x="465572" y="259015"/>
                  </a:lnTo>
                  <a:lnTo>
                    <a:pt x="462293" y="262294"/>
                  </a:lnTo>
                  <a:lnTo>
                    <a:pt x="460654" y="263933"/>
                  </a:lnTo>
                  <a:lnTo>
                    <a:pt x="459014" y="265573"/>
                  </a:lnTo>
                  <a:lnTo>
                    <a:pt x="457375" y="265573"/>
                  </a:lnTo>
                  <a:lnTo>
                    <a:pt x="459014" y="267212"/>
                  </a:lnTo>
                  <a:lnTo>
                    <a:pt x="459014" y="270491"/>
                  </a:lnTo>
                  <a:lnTo>
                    <a:pt x="457375" y="273769"/>
                  </a:lnTo>
                  <a:lnTo>
                    <a:pt x="460654" y="278687"/>
                  </a:lnTo>
                  <a:lnTo>
                    <a:pt x="463932" y="278687"/>
                  </a:lnTo>
                  <a:lnTo>
                    <a:pt x="467211" y="278687"/>
                  </a:lnTo>
                  <a:lnTo>
                    <a:pt x="470490" y="281966"/>
                  </a:lnTo>
                  <a:lnTo>
                    <a:pt x="472129" y="285244"/>
                  </a:lnTo>
                  <a:lnTo>
                    <a:pt x="475408" y="286884"/>
                  </a:lnTo>
                  <a:lnTo>
                    <a:pt x="480325" y="286884"/>
                  </a:lnTo>
                  <a:lnTo>
                    <a:pt x="483604" y="286884"/>
                  </a:lnTo>
                  <a:lnTo>
                    <a:pt x="486883" y="286884"/>
                  </a:lnTo>
                  <a:lnTo>
                    <a:pt x="490162" y="290163"/>
                  </a:lnTo>
                  <a:lnTo>
                    <a:pt x="490162" y="291802"/>
                  </a:lnTo>
                  <a:lnTo>
                    <a:pt x="491801" y="295081"/>
                  </a:lnTo>
                  <a:lnTo>
                    <a:pt x="488522" y="298359"/>
                  </a:lnTo>
                  <a:lnTo>
                    <a:pt x="488522" y="301638"/>
                  </a:lnTo>
                  <a:lnTo>
                    <a:pt x="490162" y="306556"/>
                  </a:lnTo>
                  <a:lnTo>
                    <a:pt x="491801" y="309835"/>
                  </a:lnTo>
                  <a:lnTo>
                    <a:pt x="491801" y="311474"/>
                  </a:lnTo>
                  <a:lnTo>
                    <a:pt x="493440" y="313113"/>
                  </a:lnTo>
                  <a:lnTo>
                    <a:pt x="496719" y="316392"/>
                  </a:lnTo>
                  <a:lnTo>
                    <a:pt x="501637" y="318031"/>
                  </a:lnTo>
                  <a:lnTo>
                    <a:pt x="504916" y="321310"/>
                  </a:lnTo>
                  <a:lnTo>
                    <a:pt x="504916" y="327867"/>
                  </a:lnTo>
                  <a:lnTo>
                    <a:pt x="504916" y="327867"/>
                  </a:lnTo>
                  <a:lnTo>
                    <a:pt x="503277" y="332785"/>
                  </a:lnTo>
                  <a:lnTo>
                    <a:pt x="501637" y="332785"/>
                  </a:lnTo>
                  <a:lnTo>
                    <a:pt x="498358" y="337703"/>
                  </a:lnTo>
                  <a:lnTo>
                    <a:pt x="498358" y="340982"/>
                  </a:lnTo>
                  <a:lnTo>
                    <a:pt x="495080" y="344261"/>
                  </a:lnTo>
                  <a:lnTo>
                    <a:pt x="493440" y="349179"/>
                  </a:lnTo>
                  <a:lnTo>
                    <a:pt x="491801" y="352457"/>
                  </a:lnTo>
                  <a:lnTo>
                    <a:pt x="491801" y="355736"/>
                  </a:lnTo>
                  <a:lnTo>
                    <a:pt x="493440" y="359015"/>
                  </a:lnTo>
                  <a:lnTo>
                    <a:pt x="493440" y="363933"/>
                  </a:lnTo>
                  <a:lnTo>
                    <a:pt x="493440" y="365572"/>
                  </a:lnTo>
                  <a:lnTo>
                    <a:pt x="493440" y="365572"/>
                  </a:lnTo>
                  <a:lnTo>
                    <a:pt x="491801" y="367211"/>
                  </a:lnTo>
                  <a:lnTo>
                    <a:pt x="490162" y="365572"/>
                  </a:lnTo>
                  <a:lnTo>
                    <a:pt x="486883" y="363933"/>
                  </a:lnTo>
                  <a:lnTo>
                    <a:pt x="483604" y="363933"/>
                  </a:lnTo>
                  <a:lnTo>
                    <a:pt x="478687" y="363933"/>
                  </a:lnTo>
                  <a:lnTo>
                    <a:pt x="478687" y="365572"/>
                  </a:lnTo>
                  <a:lnTo>
                    <a:pt x="475408" y="365572"/>
                  </a:lnTo>
                  <a:lnTo>
                    <a:pt x="473768" y="367211"/>
                  </a:lnTo>
                  <a:lnTo>
                    <a:pt x="470490" y="363933"/>
                  </a:lnTo>
                  <a:lnTo>
                    <a:pt x="470490" y="363933"/>
                  </a:lnTo>
                  <a:lnTo>
                    <a:pt x="465572" y="359015"/>
                  </a:lnTo>
                  <a:lnTo>
                    <a:pt x="462293" y="357375"/>
                  </a:lnTo>
                  <a:lnTo>
                    <a:pt x="459014" y="359015"/>
                  </a:lnTo>
                  <a:lnTo>
                    <a:pt x="454096" y="359015"/>
                  </a:lnTo>
                  <a:lnTo>
                    <a:pt x="450818" y="359015"/>
                  </a:lnTo>
                  <a:lnTo>
                    <a:pt x="447539" y="359015"/>
                  </a:lnTo>
                  <a:lnTo>
                    <a:pt x="445900" y="359015"/>
                  </a:lnTo>
                  <a:lnTo>
                    <a:pt x="445900" y="357375"/>
                  </a:lnTo>
                  <a:lnTo>
                    <a:pt x="445900" y="354097"/>
                  </a:lnTo>
                  <a:lnTo>
                    <a:pt x="444260" y="350818"/>
                  </a:lnTo>
                  <a:lnTo>
                    <a:pt x="444260" y="345900"/>
                  </a:lnTo>
                  <a:lnTo>
                    <a:pt x="442621" y="342621"/>
                  </a:lnTo>
                  <a:lnTo>
                    <a:pt x="442621" y="339343"/>
                  </a:lnTo>
                  <a:lnTo>
                    <a:pt x="444260" y="334425"/>
                  </a:lnTo>
                  <a:lnTo>
                    <a:pt x="444260" y="331146"/>
                  </a:lnTo>
                  <a:lnTo>
                    <a:pt x="444260" y="331146"/>
                  </a:lnTo>
                  <a:lnTo>
                    <a:pt x="440981" y="329507"/>
                  </a:lnTo>
                  <a:lnTo>
                    <a:pt x="436064" y="329507"/>
                  </a:lnTo>
                  <a:lnTo>
                    <a:pt x="432785" y="327867"/>
                  </a:lnTo>
                  <a:lnTo>
                    <a:pt x="429506" y="324589"/>
                  </a:lnTo>
                  <a:lnTo>
                    <a:pt x="424588" y="322949"/>
                  </a:lnTo>
                  <a:lnTo>
                    <a:pt x="421310" y="321310"/>
                  </a:lnTo>
                  <a:lnTo>
                    <a:pt x="418031" y="319671"/>
                  </a:lnTo>
                  <a:lnTo>
                    <a:pt x="413113" y="318031"/>
                  </a:lnTo>
                  <a:lnTo>
                    <a:pt x="409834" y="321310"/>
                  </a:lnTo>
                  <a:lnTo>
                    <a:pt x="406555" y="319671"/>
                  </a:lnTo>
                  <a:lnTo>
                    <a:pt x="401638" y="318031"/>
                  </a:lnTo>
                  <a:lnTo>
                    <a:pt x="399998" y="318031"/>
                  </a:lnTo>
                  <a:lnTo>
                    <a:pt x="398359" y="316392"/>
                  </a:lnTo>
                  <a:lnTo>
                    <a:pt x="395080" y="314753"/>
                  </a:lnTo>
                  <a:lnTo>
                    <a:pt x="390162" y="311474"/>
                  </a:lnTo>
                  <a:lnTo>
                    <a:pt x="386884" y="309835"/>
                  </a:lnTo>
                  <a:lnTo>
                    <a:pt x="383605" y="306556"/>
                  </a:lnTo>
                  <a:lnTo>
                    <a:pt x="378687" y="303277"/>
                  </a:lnTo>
                  <a:lnTo>
                    <a:pt x="377047" y="303277"/>
                  </a:lnTo>
                  <a:lnTo>
                    <a:pt x="373769" y="301638"/>
                  </a:lnTo>
                  <a:lnTo>
                    <a:pt x="370490" y="299999"/>
                  </a:lnTo>
                  <a:lnTo>
                    <a:pt x="365572" y="298359"/>
                  </a:lnTo>
                  <a:lnTo>
                    <a:pt x="362294" y="295081"/>
                  </a:lnTo>
                  <a:lnTo>
                    <a:pt x="359015" y="293441"/>
                  </a:lnTo>
                  <a:lnTo>
                    <a:pt x="354097" y="290163"/>
                  </a:lnTo>
                  <a:lnTo>
                    <a:pt x="354097" y="288523"/>
                  </a:lnTo>
                  <a:lnTo>
                    <a:pt x="350818" y="286884"/>
                  </a:lnTo>
                  <a:lnTo>
                    <a:pt x="347540" y="288523"/>
                  </a:lnTo>
                  <a:lnTo>
                    <a:pt x="344261" y="286884"/>
                  </a:lnTo>
                  <a:lnTo>
                    <a:pt x="340982" y="285244"/>
                  </a:lnTo>
                  <a:lnTo>
                    <a:pt x="336064" y="281966"/>
                  </a:lnTo>
                  <a:lnTo>
                    <a:pt x="332785" y="280327"/>
                  </a:lnTo>
                  <a:lnTo>
                    <a:pt x="327867" y="278687"/>
                  </a:lnTo>
                  <a:lnTo>
                    <a:pt x="327867" y="278687"/>
                  </a:lnTo>
                  <a:lnTo>
                    <a:pt x="326228" y="275409"/>
                  </a:lnTo>
                  <a:lnTo>
                    <a:pt x="324588" y="275409"/>
                  </a:lnTo>
                  <a:lnTo>
                    <a:pt x="321310" y="272130"/>
                  </a:lnTo>
                  <a:lnTo>
                    <a:pt x="318031" y="268851"/>
                  </a:lnTo>
                  <a:lnTo>
                    <a:pt x="314753" y="267212"/>
                  </a:lnTo>
                  <a:lnTo>
                    <a:pt x="311474" y="263933"/>
                  </a:lnTo>
                  <a:lnTo>
                    <a:pt x="306556" y="262294"/>
                  </a:lnTo>
                  <a:lnTo>
                    <a:pt x="303277" y="260654"/>
                  </a:lnTo>
                  <a:lnTo>
                    <a:pt x="299998" y="257376"/>
                  </a:lnTo>
                  <a:lnTo>
                    <a:pt x="295081" y="255737"/>
                  </a:lnTo>
                  <a:lnTo>
                    <a:pt x="291802" y="252458"/>
                  </a:lnTo>
                  <a:lnTo>
                    <a:pt x="288523" y="250819"/>
                  </a:lnTo>
                  <a:lnTo>
                    <a:pt x="283605" y="249179"/>
                  </a:lnTo>
                  <a:lnTo>
                    <a:pt x="280327" y="245901"/>
                  </a:lnTo>
                  <a:lnTo>
                    <a:pt x="277048" y="242622"/>
                  </a:lnTo>
                  <a:lnTo>
                    <a:pt x="275408" y="240982"/>
                  </a:lnTo>
                  <a:lnTo>
                    <a:pt x="273769" y="237704"/>
                  </a:lnTo>
                  <a:lnTo>
                    <a:pt x="273769" y="234425"/>
                  </a:lnTo>
                  <a:lnTo>
                    <a:pt x="270491" y="229507"/>
                  </a:lnTo>
                  <a:lnTo>
                    <a:pt x="268851" y="226229"/>
                  </a:lnTo>
                  <a:lnTo>
                    <a:pt x="265573" y="222950"/>
                  </a:lnTo>
                  <a:lnTo>
                    <a:pt x="262294" y="221310"/>
                  </a:lnTo>
                  <a:lnTo>
                    <a:pt x="260654" y="221310"/>
                  </a:lnTo>
                  <a:lnTo>
                    <a:pt x="257376" y="216392"/>
                  </a:lnTo>
                  <a:lnTo>
                    <a:pt x="255737" y="213114"/>
                  </a:lnTo>
                  <a:lnTo>
                    <a:pt x="254097" y="209835"/>
                  </a:lnTo>
                  <a:lnTo>
                    <a:pt x="250818" y="204917"/>
                  </a:lnTo>
                  <a:lnTo>
                    <a:pt x="250818" y="201638"/>
                  </a:lnTo>
                  <a:lnTo>
                    <a:pt x="247540" y="198360"/>
                  </a:lnTo>
                  <a:lnTo>
                    <a:pt x="247540" y="196720"/>
                  </a:lnTo>
                  <a:lnTo>
                    <a:pt x="242622" y="193442"/>
                  </a:lnTo>
                  <a:lnTo>
                    <a:pt x="239343" y="190163"/>
                  </a:lnTo>
                  <a:lnTo>
                    <a:pt x="236064" y="188524"/>
                  </a:lnTo>
                  <a:lnTo>
                    <a:pt x="231147" y="186884"/>
                  </a:lnTo>
                  <a:lnTo>
                    <a:pt x="227868" y="186884"/>
                  </a:lnTo>
                  <a:lnTo>
                    <a:pt x="226228" y="188524"/>
                  </a:lnTo>
                  <a:lnTo>
                    <a:pt x="226228" y="190163"/>
                  </a:lnTo>
                  <a:lnTo>
                    <a:pt x="224589" y="191802"/>
                  </a:lnTo>
                  <a:lnTo>
                    <a:pt x="221310" y="191802"/>
                  </a:lnTo>
                  <a:lnTo>
                    <a:pt x="218032" y="188524"/>
                  </a:lnTo>
                  <a:lnTo>
                    <a:pt x="214753" y="190163"/>
                  </a:lnTo>
                  <a:lnTo>
                    <a:pt x="213114" y="190163"/>
                  </a:lnTo>
                  <a:lnTo>
                    <a:pt x="209835" y="188524"/>
                  </a:lnTo>
                  <a:lnTo>
                    <a:pt x="204917" y="188524"/>
                  </a:lnTo>
                  <a:lnTo>
                    <a:pt x="201638" y="188524"/>
                  </a:lnTo>
                  <a:lnTo>
                    <a:pt x="198360" y="188524"/>
                  </a:lnTo>
                  <a:lnTo>
                    <a:pt x="193442" y="190163"/>
                  </a:lnTo>
                  <a:lnTo>
                    <a:pt x="190163" y="186884"/>
                  </a:lnTo>
                  <a:lnTo>
                    <a:pt x="186884" y="185245"/>
                  </a:lnTo>
                  <a:lnTo>
                    <a:pt x="183606" y="183606"/>
                  </a:lnTo>
                  <a:lnTo>
                    <a:pt x="178688" y="181966"/>
                  </a:lnTo>
                  <a:lnTo>
                    <a:pt x="177048" y="177048"/>
                  </a:lnTo>
                  <a:lnTo>
                    <a:pt x="180327" y="173770"/>
                  </a:lnTo>
                  <a:lnTo>
                    <a:pt x="177048" y="170491"/>
                  </a:lnTo>
                  <a:lnTo>
                    <a:pt x="173770" y="165573"/>
                  </a:lnTo>
                  <a:lnTo>
                    <a:pt x="173770" y="165573"/>
                  </a:lnTo>
                  <a:lnTo>
                    <a:pt x="175409" y="163934"/>
                  </a:lnTo>
                  <a:lnTo>
                    <a:pt x="178688" y="163934"/>
                  </a:lnTo>
                  <a:lnTo>
                    <a:pt x="177048" y="160655"/>
                  </a:lnTo>
                  <a:lnTo>
                    <a:pt x="177048" y="160655"/>
                  </a:lnTo>
                  <a:lnTo>
                    <a:pt x="172130" y="159016"/>
                  </a:lnTo>
                  <a:lnTo>
                    <a:pt x="172130" y="157376"/>
                  </a:lnTo>
                  <a:lnTo>
                    <a:pt x="170491" y="157376"/>
                  </a:lnTo>
                  <a:lnTo>
                    <a:pt x="170491" y="155737"/>
                  </a:lnTo>
                  <a:lnTo>
                    <a:pt x="168851" y="150819"/>
                  </a:lnTo>
                  <a:lnTo>
                    <a:pt x="168851" y="150819"/>
                  </a:lnTo>
                  <a:lnTo>
                    <a:pt x="168851" y="150819"/>
                  </a:lnTo>
                  <a:lnTo>
                    <a:pt x="168851" y="149180"/>
                  </a:lnTo>
                  <a:lnTo>
                    <a:pt x="167213" y="145901"/>
                  </a:lnTo>
                  <a:lnTo>
                    <a:pt x="165573" y="144262"/>
                  </a:lnTo>
                  <a:lnTo>
                    <a:pt x="160655" y="140983"/>
                  </a:lnTo>
                  <a:lnTo>
                    <a:pt x="157376" y="140983"/>
                  </a:lnTo>
                  <a:lnTo>
                    <a:pt x="155737" y="140983"/>
                  </a:lnTo>
                  <a:lnTo>
                    <a:pt x="152458" y="142622"/>
                  </a:lnTo>
                  <a:lnTo>
                    <a:pt x="150819" y="142622"/>
                  </a:lnTo>
                  <a:lnTo>
                    <a:pt x="147540" y="142622"/>
                  </a:lnTo>
                  <a:lnTo>
                    <a:pt x="144261" y="140983"/>
                  </a:lnTo>
                  <a:lnTo>
                    <a:pt x="140983" y="139344"/>
                  </a:lnTo>
                  <a:lnTo>
                    <a:pt x="140983" y="139344"/>
                  </a:lnTo>
                  <a:lnTo>
                    <a:pt x="139344" y="136065"/>
                  </a:lnTo>
                  <a:lnTo>
                    <a:pt x="136065" y="132786"/>
                  </a:lnTo>
                  <a:lnTo>
                    <a:pt x="132786" y="132786"/>
                  </a:lnTo>
                  <a:lnTo>
                    <a:pt x="127868" y="132786"/>
                  </a:lnTo>
                  <a:lnTo>
                    <a:pt x="124590" y="129508"/>
                  </a:lnTo>
                  <a:lnTo>
                    <a:pt x="121311" y="126229"/>
                  </a:lnTo>
                  <a:lnTo>
                    <a:pt x="116393" y="122950"/>
                  </a:lnTo>
                  <a:lnTo>
                    <a:pt x="113114" y="122950"/>
                  </a:lnTo>
                  <a:lnTo>
                    <a:pt x="111475" y="126229"/>
                  </a:lnTo>
                  <a:lnTo>
                    <a:pt x="108196" y="126229"/>
                  </a:lnTo>
                  <a:lnTo>
                    <a:pt x="104917" y="126229"/>
                  </a:lnTo>
                  <a:lnTo>
                    <a:pt x="100000" y="126229"/>
                  </a:lnTo>
                  <a:lnTo>
                    <a:pt x="100000" y="129508"/>
                  </a:lnTo>
                  <a:lnTo>
                    <a:pt x="104917" y="131147"/>
                  </a:lnTo>
                  <a:lnTo>
                    <a:pt x="108196" y="134426"/>
                  </a:lnTo>
                  <a:lnTo>
                    <a:pt x="111475" y="139344"/>
                  </a:lnTo>
                  <a:lnTo>
                    <a:pt x="114754" y="142622"/>
                  </a:lnTo>
                  <a:lnTo>
                    <a:pt x="109836" y="140983"/>
                  </a:lnTo>
                  <a:lnTo>
                    <a:pt x="108196" y="136065"/>
                  </a:lnTo>
                  <a:lnTo>
                    <a:pt x="104917" y="134426"/>
                  </a:lnTo>
                  <a:lnTo>
                    <a:pt x="100000" y="136065"/>
                  </a:lnTo>
                  <a:lnTo>
                    <a:pt x="96721" y="132786"/>
                  </a:lnTo>
                  <a:lnTo>
                    <a:pt x="93442" y="136065"/>
                  </a:lnTo>
                  <a:lnTo>
                    <a:pt x="95081" y="139344"/>
                  </a:lnTo>
                  <a:lnTo>
                    <a:pt x="93442" y="144262"/>
                  </a:lnTo>
                  <a:lnTo>
                    <a:pt x="91803" y="147540"/>
                  </a:lnTo>
                  <a:lnTo>
                    <a:pt x="86885" y="147540"/>
                  </a:lnTo>
                  <a:lnTo>
                    <a:pt x="83606" y="149180"/>
                  </a:lnTo>
                  <a:lnTo>
                    <a:pt x="80327" y="147540"/>
                  </a:lnTo>
                  <a:lnTo>
                    <a:pt x="75410" y="149180"/>
                  </a:lnTo>
                  <a:lnTo>
                    <a:pt x="72131" y="150819"/>
                  </a:lnTo>
                  <a:lnTo>
                    <a:pt x="70491" y="154098"/>
                  </a:lnTo>
                  <a:lnTo>
                    <a:pt x="67213" y="159016"/>
                  </a:lnTo>
                  <a:lnTo>
                    <a:pt x="63934" y="162294"/>
                  </a:lnTo>
                  <a:lnTo>
                    <a:pt x="65573" y="165573"/>
                  </a:lnTo>
                  <a:lnTo>
                    <a:pt x="65573" y="168852"/>
                  </a:lnTo>
                  <a:lnTo>
                    <a:pt x="68852" y="172130"/>
                  </a:lnTo>
                  <a:lnTo>
                    <a:pt x="70491" y="177048"/>
                  </a:lnTo>
                  <a:lnTo>
                    <a:pt x="72131" y="180327"/>
                  </a:lnTo>
                  <a:lnTo>
                    <a:pt x="75410" y="183606"/>
                  </a:lnTo>
                  <a:lnTo>
                    <a:pt x="72131" y="186884"/>
                  </a:lnTo>
                  <a:lnTo>
                    <a:pt x="68852" y="186884"/>
                  </a:lnTo>
                  <a:lnTo>
                    <a:pt x="65573" y="186884"/>
                  </a:lnTo>
                  <a:lnTo>
                    <a:pt x="60656" y="186884"/>
                  </a:lnTo>
                  <a:lnTo>
                    <a:pt x="57377" y="186884"/>
                  </a:lnTo>
                  <a:lnTo>
                    <a:pt x="54098" y="186884"/>
                  </a:lnTo>
                  <a:lnTo>
                    <a:pt x="49180" y="185245"/>
                  </a:lnTo>
                  <a:lnTo>
                    <a:pt x="45901" y="185245"/>
                  </a:lnTo>
                  <a:lnTo>
                    <a:pt x="42623" y="185245"/>
                  </a:lnTo>
                  <a:lnTo>
                    <a:pt x="37705" y="185245"/>
                  </a:lnTo>
                  <a:lnTo>
                    <a:pt x="34426" y="185245"/>
                  </a:lnTo>
                  <a:lnTo>
                    <a:pt x="32787" y="177048"/>
                  </a:lnTo>
                  <a:lnTo>
                    <a:pt x="32787" y="172130"/>
                  </a:lnTo>
                  <a:lnTo>
                    <a:pt x="31147" y="167212"/>
                  </a:lnTo>
                  <a:lnTo>
                    <a:pt x="31147" y="163934"/>
                  </a:lnTo>
                  <a:lnTo>
                    <a:pt x="29508" y="159016"/>
                  </a:lnTo>
                  <a:lnTo>
                    <a:pt x="29508" y="155737"/>
                  </a:lnTo>
                  <a:lnTo>
                    <a:pt x="27869" y="150819"/>
                  </a:lnTo>
                  <a:lnTo>
                    <a:pt x="26229" y="142622"/>
                  </a:lnTo>
                  <a:lnTo>
                    <a:pt x="26229" y="139344"/>
                  </a:lnTo>
                  <a:lnTo>
                    <a:pt x="24590" y="134426"/>
                  </a:lnTo>
                  <a:lnTo>
                    <a:pt x="22951" y="129508"/>
                  </a:lnTo>
                  <a:lnTo>
                    <a:pt x="22951" y="126229"/>
                  </a:lnTo>
                  <a:lnTo>
                    <a:pt x="21311" y="121311"/>
                  </a:lnTo>
                  <a:lnTo>
                    <a:pt x="21311" y="118032"/>
                  </a:lnTo>
                  <a:lnTo>
                    <a:pt x="19672" y="113114"/>
                  </a:lnTo>
                  <a:lnTo>
                    <a:pt x="19672" y="109836"/>
                  </a:lnTo>
                  <a:lnTo>
                    <a:pt x="18033" y="104917"/>
                  </a:lnTo>
                  <a:lnTo>
                    <a:pt x="18033" y="101639"/>
                  </a:lnTo>
                  <a:lnTo>
                    <a:pt x="16393" y="96721"/>
                  </a:lnTo>
                  <a:lnTo>
                    <a:pt x="16393" y="91803"/>
                  </a:lnTo>
                  <a:lnTo>
                    <a:pt x="14754" y="88524"/>
                  </a:lnTo>
                  <a:lnTo>
                    <a:pt x="13114" y="83606"/>
                  </a:lnTo>
                  <a:lnTo>
                    <a:pt x="13114" y="80327"/>
                  </a:lnTo>
                  <a:lnTo>
                    <a:pt x="13114" y="80327"/>
                  </a:lnTo>
                  <a:lnTo>
                    <a:pt x="11476" y="75410"/>
                  </a:lnTo>
                  <a:lnTo>
                    <a:pt x="11476" y="70492"/>
                  </a:lnTo>
                  <a:lnTo>
                    <a:pt x="9836" y="67213"/>
                  </a:lnTo>
                  <a:lnTo>
                    <a:pt x="9836" y="62295"/>
                  </a:lnTo>
                  <a:lnTo>
                    <a:pt x="8197" y="59016"/>
                  </a:lnTo>
                  <a:lnTo>
                    <a:pt x="6557" y="54098"/>
                  </a:lnTo>
                  <a:lnTo>
                    <a:pt x="6557" y="49180"/>
                  </a:lnTo>
                  <a:lnTo>
                    <a:pt x="4918" y="45901"/>
                  </a:lnTo>
                  <a:lnTo>
                    <a:pt x="4918" y="40983"/>
                  </a:lnTo>
                  <a:lnTo>
                    <a:pt x="3279" y="37705"/>
                  </a:lnTo>
                  <a:lnTo>
                    <a:pt x="3279" y="32787"/>
                  </a:lnTo>
                  <a:lnTo>
                    <a:pt x="1639" y="27869"/>
                  </a:lnTo>
                  <a:lnTo>
                    <a:pt x="0" y="2459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80" name="Freeform 2879">
              <a:extLst>
                <a:ext uri="{FF2B5EF4-FFF2-40B4-BE49-F238E27FC236}">
                  <a16:creationId xmlns:a16="http://schemas.microsoft.com/office/drawing/2014/main" id="{C69714BC-C18D-1D44-856A-52EF98BDCB2E}"/>
                </a:ext>
              </a:extLst>
            </p:cNvPr>
            <p:cNvSpPr/>
            <p:nvPr/>
          </p:nvSpPr>
          <p:spPr>
            <a:xfrm>
              <a:off x="9355001" y="3660800"/>
              <a:ext cx="9836" cy="19672"/>
            </a:xfrm>
            <a:custGeom>
              <a:avLst/>
              <a:gdLst>
                <a:gd name="connsiteX0" fmla="*/ 6558 w 9836"/>
                <a:gd name="connsiteY0" fmla="*/ 0 h 19672"/>
                <a:gd name="connsiteX1" fmla="*/ 4918 w 9836"/>
                <a:gd name="connsiteY1" fmla="*/ 3279 h 19672"/>
                <a:gd name="connsiteX2" fmla="*/ 0 w 9836"/>
                <a:gd name="connsiteY2" fmla="*/ 4918 h 19672"/>
                <a:gd name="connsiteX3" fmla="*/ 4918 w 9836"/>
                <a:gd name="connsiteY3" fmla="*/ 8197 h 19672"/>
                <a:gd name="connsiteX4" fmla="*/ 6558 w 9836"/>
                <a:gd name="connsiteY4" fmla="*/ 11476 h 19672"/>
                <a:gd name="connsiteX5" fmla="*/ 6558 w 9836"/>
                <a:gd name="connsiteY5" fmla="*/ 14754 h 19672"/>
                <a:gd name="connsiteX6" fmla="*/ 9837 w 9836"/>
                <a:gd name="connsiteY6" fmla="*/ 19672 h 19672"/>
                <a:gd name="connsiteX7" fmla="*/ 8197 w 9836"/>
                <a:gd name="connsiteY7" fmla="*/ 16393 h 19672"/>
                <a:gd name="connsiteX8" fmla="*/ 9837 w 9836"/>
                <a:gd name="connsiteY8" fmla="*/ 11476 h 19672"/>
                <a:gd name="connsiteX9" fmla="*/ 9837 w 9836"/>
                <a:gd name="connsiteY9" fmla="*/ 8197 h 19672"/>
                <a:gd name="connsiteX10" fmla="*/ 9837 w 9836"/>
                <a:gd name="connsiteY10" fmla="*/ 4918 h 19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836" h="19672">
                  <a:moveTo>
                    <a:pt x="6558" y="0"/>
                  </a:moveTo>
                  <a:lnTo>
                    <a:pt x="4918" y="3279"/>
                  </a:lnTo>
                  <a:lnTo>
                    <a:pt x="0" y="4918"/>
                  </a:lnTo>
                  <a:lnTo>
                    <a:pt x="4918" y="8197"/>
                  </a:lnTo>
                  <a:lnTo>
                    <a:pt x="6558" y="11476"/>
                  </a:lnTo>
                  <a:lnTo>
                    <a:pt x="6558" y="14754"/>
                  </a:lnTo>
                  <a:lnTo>
                    <a:pt x="9837" y="19672"/>
                  </a:lnTo>
                  <a:lnTo>
                    <a:pt x="8197" y="16393"/>
                  </a:lnTo>
                  <a:lnTo>
                    <a:pt x="9837" y="11476"/>
                  </a:lnTo>
                  <a:lnTo>
                    <a:pt x="9837" y="8197"/>
                  </a:lnTo>
                  <a:lnTo>
                    <a:pt x="983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81" name="Freeform 2880">
              <a:extLst>
                <a:ext uri="{FF2B5EF4-FFF2-40B4-BE49-F238E27FC236}">
                  <a16:creationId xmlns:a16="http://schemas.microsoft.com/office/drawing/2014/main" id="{334F2311-C436-D84C-825E-9C56EAB480B0}"/>
                </a:ext>
              </a:extLst>
            </p:cNvPr>
            <p:cNvSpPr/>
            <p:nvPr/>
          </p:nvSpPr>
          <p:spPr>
            <a:xfrm>
              <a:off x="9443525" y="3691948"/>
              <a:ext cx="8196" cy="9835"/>
            </a:xfrm>
            <a:custGeom>
              <a:avLst/>
              <a:gdLst>
                <a:gd name="connsiteX0" fmla="*/ 0 w 8196"/>
                <a:gd name="connsiteY0" fmla="*/ 0 h 9835"/>
                <a:gd name="connsiteX1" fmla="*/ 1639 w 8196"/>
                <a:gd name="connsiteY1" fmla="*/ 3278 h 9835"/>
                <a:gd name="connsiteX2" fmla="*/ 4918 w 8196"/>
                <a:gd name="connsiteY2" fmla="*/ 8197 h 9835"/>
                <a:gd name="connsiteX3" fmla="*/ 8197 w 8196"/>
                <a:gd name="connsiteY3" fmla="*/ 9836 h 9835"/>
                <a:gd name="connsiteX4" fmla="*/ 4918 w 8196"/>
                <a:gd name="connsiteY4" fmla="*/ 4918 h 9835"/>
                <a:gd name="connsiteX5" fmla="*/ 1639 w 8196"/>
                <a:gd name="connsiteY5" fmla="*/ 1639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9835">
                  <a:moveTo>
                    <a:pt x="0" y="0"/>
                  </a:moveTo>
                  <a:lnTo>
                    <a:pt x="1639" y="3278"/>
                  </a:lnTo>
                  <a:lnTo>
                    <a:pt x="4918" y="8197"/>
                  </a:lnTo>
                  <a:lnTo>
                    <a:pt x="8197" y="9836"/>
                  </a:lnTo>
                  <a:lnTo>
                    <a:pt x="4918" y="4918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82" name="Freeform 2881">
              <a:extLst>
                <a:ext uri="{FF2B5EF4-FFF2-40B4-BE49-F238E27FC236}">
                  <a16:creationId xmlns:a16="http://schemas.microsoft.com/office/drawing/2014/main" id="{41C1FB6B-B0A1-994E-B548-8C5154C01572}"/>
                </a:ext>
              </a:extLst>
            </p:cNvPr>
            <p:cNvSpPr/>
            <p:nvPr/>
          </p:nvSpPr>
          <p:spPr>
            <a:xfrm>
              <a:off x="9466475" y="3650965"/>
              <a:ext cx="4918" cy="11475"/>
            </a:xfrm>
            <a:custGeom>
              <a:avLst/>
              <a:gdLst>
                <a:gd name="connsiteX0" fmla="*/ 1640 w 4918"/>
                <a:gd name="connsiteY0" fmla="*/ 0 h 11475"/>
                <a:gd name="connsiteX1" fmla="*/ 1640 w 4918"/>
                <a:gd name="connsiteY1" fmla="*/ 4918 h 11475"/>
                <a:gd name="connsiteX2" fmla="*/ 0 w 4918"/>
                <a:gd name="connsiteY2" fmla="*/ 8197 h 11475"/>
                <a:gd name="connsiteX3" fmla="*/ 3279 w 4918"/>
                <a:gd name="connsiteY3" fmla="*/ 11475 h 11475"/>
                <a:gd name="connsiteX4" fmla="*/ 4919 w 4918"/>
                <a:gd name="connsiteY4" fmla="*/ 8197 h 11475"/>
                <a:gd name="connsiteX5" fmla="*/ 3279 w 4918"/>
                <a:gd name="connsiteY5" fmla="*/ 4918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8" h="11475">
                  <a:moveTo>
                    <a:pt x="1640" y="0"/>
                  </a:moveTo>
                  <a:lnTo>
                    <a:pt x="1640" y="4918"/>
                  </a:lnTo>
                  <a:lnTo>
                    <a:pt x="0" y="8197"/>
                  </a:lnTo>
                  <a:lnTo>
                    <a:pt x="3279" y="11475"/>
                  </a:lnTo>
                  <a:lnTo>
                    <a:pt x="4919" y="8197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83" name="Freeform 2882">
              <a:extLst>
                <a:ext uri="{FF2B5EF4-FFF2-40B4-BE49-F238E27FC236}">
                  <a16:creationId xmlns:a16="http://schemas.microsoft.com/office/drawing/2014/main" id="{BB7803CD-6205-864E-B768-F164B23C6825}"/>
                </a:ext>
              </a:extLst>
            </p:cNvPr>
            <p:cNvSpPr/>
            <p:nvPr/>
          </p:nvSpPr>
          <p:spPr>
            <a:xfrm>
              <a:off x="9473033" y="3657522"/>
              <a:ext cx="16393" cy="4917"/>
            </a:xfrm>
            <a:custGeom>
              <a:avLst/>
              <a:gdLst>
                <a:gd name="connsiteX0" fmla="*/ 0 w 16393"/>
                <a:gd name="connsiteY0" fmla="*/ 0 h 4917"/>
                <a:gd name="connsiteX1" fmla="*/ 0 w 16393"/>
                <a:gd name="connsiteY1" fmla="*/ 0 h 4917"/>
                <a:gd name="connsiteX2" fmla="*/ 0 w 16393"/>
                <a:gd name="connsiteY2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4917">
                  <a:moveTo>
                    <a:pt x="0" y="0"/>
                  </a:moveTo>
                  <a:lnTo>
                    <a:pt x="0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84" name="Freeform 2883">
              <a:extLst>
                <a:ext uri="{FF2B5EF4-FFF2-40B4-BE49-F238E27FC236}">
                  <a16:creationId xmlns:a16="http://schemas.microsoft.com/office/drawing/2014/main" id="{204E3166-7E56-9E43-A89C-C6C0B055FBD2}"/>
                </a:ext>
              </a:extLst>
            </p:cNvPr>
            <p:cNvSpPr/>
            <p:nvPr/>
          </p:nvSpPr>
          <p:spPr>
            <a:xfrm>
              <a:off x="9558279" y="3564079"/>
              <a:ext cx="3278" cy="3278"/>
            </a:xfrm>
            <a:custGeom>
              <a:avLst/>
              <a:gdLst>
                <a:gd name="connsiteX0" fmla="*/ 0 w 3278"/>
                <a:gd name="connsiteY0" fmla="*/ 0 h 3278"/>
                <a:gd name="connsiteX1" fmla="*/ 0 w 3278"/>
                <a:gd name="connsiteY1" fmla="*/ 1639 h 3278"/>
                <a:gd name="connsiteX2" fmla="*/ 327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0"/>
                  </a:move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85" name="Freeform 2884">
              <a:extLst>
                <a:ext uri="{FF2B5EF4-FFF2-40B4-BE49-F238E27FC236}">
                  <a16:creationId xmlns:a16="http://schemas.microsoft.com/office/drawing/2014/main" id="{248ADB07-B9B3-7547-955A-A5313CEDC3A4}"/>
                </a:ext>
              </a:extLst>
            </p:cNvPr>
            <p:cNvSpPr/>
            <p:nvPr/>
          </p:nvSpPr>
          <p:spPr>
            <a:xfrm>
              <a:off x="10027129" y="3046049"/>
              <a:ext cx="8196" cy="4918"/>
            </a:xfrm>
            <a:custGeom>
              <a:avLst/>
              <a:gdLst>
                <a:gd name="connsiteX0" fmla="*/ 3279 w 8196"/>
                <a:gd name="connsiteY0" fmla="*/ 0 h 4918"/>
                <a:gd name="connsiteX1" fmla="*/ 1640 w 8196"/>
                <a:gd name="connsiteY1" fmla="*/ 1639 h 4918"/>
                <a:gd name="connsiteX2" fmla="*/ 0 w 8196"/>
                <a:gd name="connsiteY2" fmla="*/ 4918 h 4918"/>
                <a:gd name="connsiteX3" fmla="*/ 4918 w 8196"/>
                <a:gd name="connsiteY3" fmla="*/ 4918 h 4918"/>
                <a:gd name="connsiteX4" fmla="*/ 8197 w 8196"/>
                <a:gd name="connsiteY4" fmla="*/ 4918 h 4918"/>
                <a:gd name="connsiteX5" fmla="*/ 6558 w 8196"/>
                <a:gd name="connsiteY5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4918">
                  <a:moveTo>
                    <a:pt x="3279" y="0"/>
                  </a:moveTo>
                  <a:lnTo>
                    <a:pt x="1640" y="1639"/>
                  </a:lnTo>
                  <a:lnTo>
                    <a:pt x="0" y="4918"/>
                  </a:lnTo>
                  <a:lnTo>
                    <a:pt x="4918" y="4918"/>
                  </a:lnTo>
                  <a:lnTo>
                    <a:pt x="8197" y="4918"/>
                  </a:lnTo>
                  <a:lnTo>
                    <a:pt x="655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86" name="Freeform 2885">
              <a:extLst>
                <a:ext uri="{FF2B5EF4-FFF2-40B4-BE49-F238E27FC236}">
                  <a16:creationId xmlns:a16="http://schemas.microsoft.com/office/drawing/2014/main" id="{676F5274-7174-404A-B7F4-8606E7FA540A}"/>
                </a:ext>
              </a:extLst>
            </p:cNvPr>
            <p:cNvSpPr/>
            <p:nvPr/>
          </p:nvSpPr>
          <p:spPr>
            <a:xfrm>
              <a:off x="10040243" y="3039492"/>
              <a:ext cx="6557" cy="8196"/>
            </a:xfrm>
            <a:custGeom>
              <a:avLst/>
              <a:gdLst>
                <a:gd name="connsiteX0" fmla="*/ 0 w 6557"/>
                <a:gd name="connsiteY0" fmla="*/ 4918 h 8196"/>
                <a:gd name="connsiteX1" fmla="*/ 0 w 6557"/>
                <a:gd name="connsiteY1" fmla="*/ 4918 h 8196"/>
                <a:gd name="connsiteX2" fmla="*/ 3279 w 6557"/>
                <a:gd name="connsiteY2" fmla="*/ 8197 h 8196"/>
                <a:gd name="connsiteX3" fmla="*/ 6558 w 6557"/>
                <a:gd name="connsiteY3" fmla="*/ 8197 h 8196"/>
                <a:gd name="connsiteX4" fmla="*/ 6558 w 6557"/>
                <a:gd name="connsiteY4" fmla="*/ 4918 h 8196"/>
                <a:gd name="connsiteX5" fmla="*/ 6558 w 6557"/>
                <a:gd name="connsiteY5" fmla="*/ 0 h 8196"/>
                <a:gd name="connsiteX6" fmla="*/ 4919 w 6557"/>
                <a:gd name="connsiteY6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57" h="8196">
                  <a:moveTo>
                    <a:pt x="0" y="4918"/>
                  </a:moveTo>
                  <a:lnTo>
                    <a:pt x="0" y="4918"/>
                  </a:lnTo>
                  <a:lnTo>
                    <a:pt x="3279" y="8197"/>
                  </a:lnTo>
                  <a:lnTo>
                    <a:pt x="6558" y="8197"/>
                  </a:lnTo>
                  <a:lnTo>
                    <a:pt x="6558" y="4918"/>
                  </a:lnTo>
                  <a:lnTo>
                    <a:pt x="6558" y="0"/>
                  </a:lnTo>
                  <a:lnTo>
                    <a:pt x="491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87" name="Freeform 2886">
              <a:extLst>
                <a:ext uri="{FF2B5EF4-FFF2-40B4-BE49-F238E27FC236}">
                  <a16:creationId xmlns:a16="http://schemas.microsoft.com/office/drawing/2014/main" id="{B652ED83-6923-5F47-AB3F-EA8F585EA5B1}"/>
                </a:ext>
              </a:extLst>
            </p:cNvPr>
            <p:cNvSpPr/>
            <p:nvPr/>
          </p:nvSpPr>
          <p:spPr>
            <a:xfrm>
              <a:off x="10081227" y="3024738"/>
              <a:ext cx="8196" cy="6557"/>
            </a:xfrm>
            <a:custGeom>
              <a:avLst/>
              <a:gdLst>
                <a:gd name="connsiteX0" fmla="*/ 1640 w 8196"/>
                <a:gd name="connsiteY0" fmla="*/ 0 h 6557"/>
                <a:gd name="connsiteX1" fmla="*/ 0 w 8196"/>
                <a:gd name="connsiteY1" fmla="*/ 0 h 6557"/>
                <a:gd name="connsiteX2" fmla="*/ 0 w 8196"/>
                <a:gd name="connsiteY2" fmla="*/ 4918 h 6557"/>
                <a:gd name="connsiteX3" fmla="*/ 3279 w 8196"/>
                <a:gd name="connsiteY3" fmla="*/ 6557 h 6557"/>
                <a:gd name="connsiteX4" fmla="*/ 8197 w 8196"/>
                <a:gd name="connsiteY4" fmla="*/ 4918 h 6557"/>
                <a:gd name="connsiteX5" fmla="*/ 3279 w 8196"/>
                <a:gd name="connsiteY5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6557">
                  <a:moveTo>
                    <a:pt x="1640" y="0"/>
                  </a:moveTo>
                  <a:lnTo>
                    <a:pt x="0" y="0"/>
                  </a:lnTo>
                  <a:lnTo>
                    <a:pt x="0" y="4918"/>
                  </a:lnTo>
                  <a:lnTo>
                    <a:pt x="3279" y="6557"/>
                  </a:lnTo>
                  <a:lnTo>
                    <a:pt x="8197" y="4918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88" name="Freeform 2887">
              <a:extLst>
                <a:ext uri="{FF2B5EF4-FFF2-40B4-BE49-F238E27FC236}">
                  <a16:creationId xmlns:a16="http://schemas.microsoft.com/office/drawing/2014/main" id="{FE3A3575-5376-E542-BBA1-0EACDC87E5A6}"/>
                </a:ext>
              </a:extLst>
            </p:cNvPr>
            <p:cNvSpPr/>
            <p:nvPr/>
          </p:nvSpPr>
          <p:spPr>
            <a:xfrm>
              <a:off x="10099260" y="2591953"/>
              <a:ext cx="8196" cy="14753"/>
            </a:xfrm>
            <a:custGeom>
              <a:avLst/>
              <a:gdLst>
                <a:gd name="connsiteX0" fmla="*/ 4918 w 8196"/>
                <a:gd name="connsiteY0" fmla="*/ 0 h 14753"/>
                <a:gd name="connsiteX1" fmla="*/ 4918 w 8196"/>
                <a:gd name="connsiteY1" fmla="*/ 0 h 14753"/>
                <a:gd name="connsiteX2" fmla="*/ 0 w 8196"/>
                <a:gd name="connsiteY2" fmla="*/ 1639 h 14753"/>
                <a:gd name="connsiteX3" fmla="*/ 1639 w 8196"/>
                <a:gd name="connsiteY3" fmla="*/ 6557 h 14753"/>
                <a:gd name="connsiteX4" fmla="*/ 1639 w 8196"/>
                <a:gd name="connsiteY4" fmla="*/ 9836 h 14753"/>
                <a:gd name="connsiteX5" fmla="*/ 3279 w 8196"/>
                <a:gd name="connsiteY5" fmla="*/ 13114 h 14753"/>
                <a:gd name="connsiteX6" fmla="*/ 8197 w 8196"/>
                <a:gd name="connsiteY6" fmla="*/ 14754 h 14753"/>
                <a:gd name="connsiteX7" fmla="*/ 6557 w 8196"/>
                <a:gd name="connsiteY7" fmla="*/ 11475 h 14753"/>
                <a:gd name="connsiteX8" fmla="*/ 6557 w 8196"/>
                <a:gd name="connsiteY8" fmla="*/ 6557 h 14753"/>
                <a:gd name="connsiteX9" fmla="*/ 6557 w 8196"/>
                <a:gd name="connsiteY9" fmla="*/ 3279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6" h="14753">
                  <a:moveTo>
                    <a:pt x="4918" y="0"/>
                  </a:moveTo>
                  <a:lnTo>
                    <a:pt x="4918" y="0"/>
                  </a:lnTo>
                  <a:lnTo>
                    <a:pt x="0" y="1639"/>
                  </a:lnTo>
                  <a:lnTo>
                    <a:pt x="1639" y="6557"/>
                  </a:lnTo>
                  <a:lnTo>
                    <a:pt x="1639" y="9836"/>
                  </a:lnTo>
                  <a:lnTo>
                    <a:pt x="3279" y="13114"/>
                  </a:lnTo>
                  <a:lnTo>
                    <a:pt x="8197" y="14754"/>
                  </a:lnTo>
                  <a:lnTo>
                    <a:pt x="6557" y="11475"/>
                  </a:lnTo>
                  <a:lnTo>
                    <a:pt x="6557" y="6557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89" name="Freeform 2888">
              <a:extLst>
                <a:ext uri="{FF2B5EF4-FFF2-40B4-BE49-F238E27FC236}">
                  <a16:creationId xmlns:a16="http://schemas.microsoft.com/office/drawing/2014/main" id="{22C869C1-158B-934A-B91D-320987680706}"/>
                </a:ext>
              </a:extLst>
            </p:cNvPr>
            <p:cNvSpPr/>
            <p:nvPr/>
          </p:nvSpPr>
          <p:spPr>
            <a:xfrm>
              <a:off x="10100899" y="2609986"/>
              <a:ext cx="6557" cy="6557"/>
            </a:xfrm>
            <a:custGeom>
              <a:avLst/>
              <a:gdLst>
                <a:gd name="connsiteX0" fmla="*/ 4918 w 6557"/>
                <a:gd name="connsiteY0" fmla="*/ 1639 h 6557"/>
                <a:gd name="connsiteX1" fmla="*/ 4918 w 6557"/>
                <a:gd name="connsiteY1" fmla="*/ 0 h 6557"/>
                <a:gd name="connsiteX2" fmla="*/ 0 w 6557"/>
                <a:gd name="connsiteY2" fmla="*/ 0 h 6557"/>
                <a:gd name="connsiteX3" fmla="*/ 1640 w 6557"/>
                <a:gd name="connsiteY3" fmla="*/ 3279 h 6557"/>
                <a:gd name="connsiteX4" fmla="*/ 3279 w 6557"/>
                <a:gd name="connsiteY4" fmla="*/ 6557 h 6557"/>
                <a:gd name="connsiteX5" fmla="*/ 6558 w 6557"/>
                <a:gd name="connsiteY5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6557">
                  <a:moveTo>
                    <a:pt x="4918" y="1639"/>
                  </a:moveTo>
                  <a:lnTo>
                    <a:pt x="4918" y="0"/>
                  </a:lnTo>
                  <a:lnTo>
                    <a:pt x="0" y="0"/>
                  </a:lnTo>
                  <a:lnTo>
                    <a:pt x="1640" y="3279"/>
                  </a:lnTo>
                  <a:lnTo>
                    <a:pt x="3279" y="6557"/>
                  </a:lnTo>
                  <a:lnTo>
                    <a:pt x="655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90" name="Freeform 2889">
              <a:extLst>
                <a:ext uri="{FF2B5EF4-FFF2-40B4-BE49-F238E27FC236}">
                  <a16:creationId xmlns:a16="http://schemas.microsoft.com/office/drawing/2014/main" id="{DE475037-AC20-4848-B450-2235AA3A33C6}"/>
                </a:ext>
              </a:extLst>
            </p:cNvPr>
            <p:cNvSpPr/>
            <p:nvPr/>
          </p:nvSpPr>
          <p:spPr>
            <a:xfrm>
              <a:off x="10105817" y="2675559"/>
              <a:ext cx="11475" cy="8196"/>
            </a:xfrm>
            <a:custGeom>
              <a:avLst/>
              <a:gdLst>
                <a:gd name="connsiteX0" fmla="*/ 1640 w 11475"/>
                <a:gd name="connsiteY0" fmla="*/ 3279 h 8196"/>
                <a:gd name="connsiteX1" fmla="*/ 1640 w 11475"/>
                <a:gd name="connsiteY1" fmla="*/ 4918 h 8196"/>
                <a:gd name="connsiteX2" fmla="*/ 3279 w 11475"/>
                <a:gd name="connsiteY2" fmla="*/ 8197 h 8196"/>
                <a:gd name="connsiteX3" fmla="*/ 6558 w 11475"/>
                <a:gd name="connsiteY3" fmla="*/ 6557 h 8196"/>
                <a:gd name="connsiteX4" fmla="*/ 11476 w 11475"/>
                <a:gd name="connsiteY4" fmla="*/ 4918 h 8196"/>
                <a:gd name="connsiteX5" fmla="*/ 8197 w 11475"/>
                <a:gd name="connsiteY5" fmla="*/ 1639 h 8196"/>
                <a:gd name="connsiteX6" fmla="*/ 3279 w 11475"/>
                <a:gd name="connsiteY6" fmla="*/ 1639 h 8196"/>
                <a:gd name="connsiteX7" fmla="*/ 0 w 11475"/>
                <a:gd name="connsiteY7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8196">
                  <a:moveTo>
                    <a:pt x="1640" y="3279"/>
                  </a:moveTo>
                  <a:lnTo>
                    <a:pt x="1640" y="4918"/>
                  </a:lnTo>
                  <a:lnTo>
                    <a:pt x="3279" y="8197"/>
                  </a:lnTo>
                  <a:lnTo>
                    <a:pt x="6558" y="6557"/>
                  </a:lnTo>
                  <a:lnTo>
                    <a:pt x="11476" y="4918"/>
                  </a:lnTo>
                  <a:lnTo>
                    <a:pt x="8197" y="1639"/>
                  </a:ln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91" name="Freeform 2890">
              <a:extLst>
                <a:ext uri="{FF2B5EF4-FFF2-40B4-BE49-F238E27FC236}">
                  <a16:creationId xmlns:a16="http://schemas.microsoft.com/office/drawing/2014/main" id="{417ACCE7-BAFA-D748-9914-3E0C0C6EABE9}"/>
                </a:ext>
              </a:extLst>
            </p:cNvPr>
            <p:cNvSpPr/>
            <p:nvPr/>
          </p:nvSpPr>
          <p:spPr>
            <a:xfrm>
              <a:off x="10117292" y="2660805"/>
              <a:ext cx="3278" cy="9835"/>
            </a:xfrm>
            <a:custGeom>
              <a:avLst/>
              <a:gdLst>
                <a:gd name="connsiteX0" fmla="*/ 1640 w 3278"/>
                <a:gd name="connsiteY0" fmla="*/ 1639 h 9835"/>
                <a:gd name="connsiteX1" fmla="*/ 0 w 3278"/>
                <a:gd name="connsiteY1" fmla="*/ 0 h 9835"/>
                <a:gd name="connsiteX2" fmla="*/ 0 w 3278"/>
                <a:gd name="connsiteY2" fmla="*/ 4918 h 9835"/>
                <a:gd name="connsiteX3" fmla="*/ 0 w 3278"/>
                <a:gd name="connsiteY3" fmla="*/ 8197 h 9835"/>
                <a:gd name="connsiteX4" fmla="*/ 3279 w 3278"/>
                <a:gd name="connsiteY4" fmla="*/ 9836 h 9835"/>
                <a:gd name="connsiteX5" fmla="*/ 1640 w 3278"/>
                <a:gd name="connsiteY5" fmla="*/ 6557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8" h="9835">
                  <a:moveTo>
                    <a:pt x="1640" y="1639"/>
                  </a:moveTo>
                  <a:lnTo>
                    <a:pt x="0" y="0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3279" y="9836"/>
                  </a:lnTo>
                  <a:lnTo>
                    <a:pt x="164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92" name="Freeform 2891">
              <a:extLst>
                <a:ext uri="{FF2B5EF4-FFF2-40B4-BE49-F238E27FC236}">
                  <a16:creationId xmlns:a16="http://schemas.microsoft.com/office/drawing/2014/main" id="{7A718078-4923-004D-A471-22A69C4432F4}"/>
                </a:ext>
              </a:extLst>
            </p:cNvPr>
            <p:cNvSpPr/>
            <p:nvPr/>
          </p:nvSpPr>
          <p:spPr>
            <a:xfrm>
              <a:off x="9864835" y="2521461"/>
              <a:ext cx="3277" cy="3278"/>
            </a:xfrm>
            <a:custGeom>
              <a:avLst/>
              <a:gdLst>
                <a:gd name="connsiteX0" fmla="*/ 1639 w 3277"/>
                <a:gd name="connsiteY0" fmla="*/ 0 h 3278"/>
                <a:gd name="connsiteX1" fmla="*/ 0 w 3277"/>
                <a:gd name="connsiteY1" fmla="*/ 1639 h 3278"/>
                <a:gd name="connsiteX2" fmla="*/ 3278 w 3277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7" h="3278">
                  <a:moveTo>
                    <a:pt x="1639" y="0"/>
                  </a:moveTo>
                  <a:lnTo>
                    <a:pt x="0" y="1639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93" name="Freeform 2892">
              <a:extLst>
                <a:ext uri="{FF2B5EF4-FFF2-40B4-BE49-F238E27FC236}">
                  <a16:creationId xmlns:a16="http://schemas.microsoft.com/office/drawing/2014/main" id="{47431FA1-FA36-A847-A1AF-FAC521403B90}"/>
                </a:ext>
              </a:extLst>
            </p:cNvPr>
            <p:cNvSpPr/>
            <p:nvPr/>
          </p:nvSpPr>
          <p:spPr>
            <a:xfrm>
              <a:off x="10125489" y="2650969"/>
              <a:ext cx="4917" cy="8196"/>
            </a:xfrm>
            <a:custGeom>
              <a:avLst/>
              <a:gdLst>
                <a:gd name="connsiteX0" fmla="*/ 4918 w 4917"/>
                <a:gd name="connsiteY0" fmla="*/ 1639 h 8196"/>
                <a:gd name="connsiteX1" fmla="*/ 1640 w 4917"/>
                <a:gd name="connsiteY1" fmla="*/ 0 h 8196"/>
                <a:gd name="connsiteX2" fmla="*/ 0 w 4917"/>
                <a:gd name="connsiteY2" fmla="*/ 3279 h 8196"/>
                <a:gd name="connsiteX3" fmla="*/ 0 w 4917"/>
                <a:gd name="connsiteY3" fmla="*/ 8197 h 8196"/>
                <a:gd name="connsiteX4" fmla="*/ 4918 w 4917"/>
                <a:gd name="connsiteY4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8196">
                  <a:moveTo>
                    <a:pt x="4918" y="1639"/>
                  </a:moveTo>
                  <a:lnTo>
                    <a:pt x="1640" y="0"/>
                  </a:lnTo>
                  <a:lnTo>
                    <a:pt x="0" y="3279"/>
                  </a:lnTo>
                  <a:lnTo>
                    <a:pt x="0" y="8197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94" name="Freeform 2893">
              <a:extLst>
                <a:ext uri="{FF2B5EF4-FFF2-40B4-BE49-F238E27FC236}">
                  <a16:creationId xmlns:a16="http://schemas.microsoft.com/office/drawing/2014/main" id="{90C11FE2-3F47-1641-AC85-E6BFFA8C24F3}"/>
                </a:ext>
              </a:extLst>
            </p:cNvPr>
            <p:cNvSpPr/>
            <p:nvPr/>
          </p:nvSpPr>
          <p:spPr>
            <a:xfrm>
              <a:off x="10127129" y="2629658"/>
              <a:ext cx="4917" cy="3278"/>
            </a:xfrm>
            <a:custGeom>
              <a:avLst/>
              <a:gdLst>
                <a:gd name="connsiteX0" fmla="*/ 3278 w 4917"/>
                <a:gd name="connsiteY0" fmla="*/ 0 h 3278"/>
                <a:gd name="connsiteX1" fmla="*/ 0 w 4917"/>
                <a:gd name="connsiteY1" fmla="*/ 0 h 3278"/>
                <a:gd name="connsiteX2" fmla="*/ 1639 w 4917"/>
                <a:gd name="connsiteY2" fmla="*/ 3279 h 3278"/>
                <a:gd name="connsiteX3" fmla="*/ 4918 w 491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3278">
                  <a:moveTo>
                    <a:pt x="3278" y="0"/>
                  </a:moveTo>
                  <a:lnTo>
                    <a:pt x="0" y="0"/>
                  </a:lnTo>
                  <a:lnTo>
                    <a:pt x="1639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95" name="Freeform 2894">
              <a:extLst>
                <a:ext uri="{FF2B5EF4-FFF2-40B4-BE49-F238E27FC236}">
                  <a16:creationId xmlns:a16="http://schemas.microsoft.com/office/drawing/2014/main" id="{AA9D9655-2A7B-7041-AC61-96939C11E2CC}"/>
                </a:ext>
              </a:extLst>
            </p:cNvPr>
            <p:cNvSpPr/>
            <p:nvPr/>
          </p:nvSpPr>
          <p:spPr>
            <a:xfrm>
              <a:off x="10132047" y="2624740"/>
              <a:ext cx="96720" cy="129507"/>
            </a:xfrm>
            <a:custGeom>
              <a:avLst/>
              <a:gdLst>
                <a:gd name="connsiteX0" fmla="*/ 8197 w 96720"/>
                <a:gd name="connsiteY0" fmla="*/ 26229 h 129507"/>
                <a:gd name="connsiteX1" fmla="*/ 6557 w 96720"/>
                <a:gd name="connsiteY1" fmla="*/ 26229 h 129507"/>
                <a:gd name="connsiteX2" fmla="*/ 3279 w 96720"/>
                <a:gd name="connsiteY2" fmla="*/ 26229 h 129507"/>
                <a:gd name="connsiteX3" fmla="*/ 0 w 96720"/>
                <a:gd name="connsiteY3" fmla="*/ 27869 h 129507"/>
                <a:gd name="connsiteX4" fmla="*/ 0 w 96720"/>
                <a:gd name="connsiteY4" fmla="*/ 31147 h 129507"/>
                <a:gd name="connsiteX5" fmla="*/ 3279 w 96720"/>
                <a:gd name="connsiteY5" fmla="*/ 32787 h 129507"/>
                <a:gd name="connsiteX6" fmla="*/ 6557 w 96720"/>
                <a:gd name="connsiteY6" fmla="*/ 37705 h 129507"/>
                <a:gd name="connsiteX7" fmla="*/ 9836 w 96720"/>
                <a:gd name="connsiteY7" fmla="*/ 37705 h 129507"/>
                <a:gd name="connsiteX8" fmla="*/ 13114 w 96720"/>
                <a:gd name="connsiteY8" fmla="*/ 39344 h 129507"/>
                <a:gd name="connsiteX9" fmla="*/ 18032 w 96720"/>
                <a:gd name="connsiteY9" fmla="*/ 40983 h 129507"/>
                <a:gd name="connsiteX10" fmla="*/ 19672 w 96720"/>
                <a:gd name="connsiteY10" fmla="*/ 44262 h 129507"/>
                <a:gd name="connsiteX11" fmla="*/ 22950 w 96720"/>
                <a:gd name="connsiteY11" fmla="*/ 49180 h 129507"/>
                <a:gd name="connsiteX12" fmla="*/ 22950 w 96720"/>
                <a:gd name="connsiteY12" fmla="*/ 49180 h 129507"/>
                <a:gd name="connsiteX13" fmla="*/ 19672 w 96720"/>
                <a:gd name="connsiteY13" fmla="*/ 47541 h 129507"/>
                <a:gd name="connsiteX14" fmla="*/ 14753 w 96720"/>
                <a:gd name="connsiteY14" fmla="*/ 47541 h 129507"/>
                <a:gd name="connsiteX15" fmla="*/ 13114 w 96720"/>
                <a:gd name="connsiteY15" fmla="*/ 44262 h 129507"/>
                <a:gd name="connsiteX16" fmla="*/ 9836 w 96720"/>
                <a:gd name="connsiteY16" fmla="*/ 40983 h 129507"/>
                <a:gd name="connsiteX17" fmla="*/ 8197 w 96720"/>
                <a:gd name="connsiteY17" fmla="*/ 44262 h 129507"/>
                <a:gd name="connsiteX18" fmla="*/ 11476 w 96720"/>
                <a:gd name="connsiteY18" fmla="*/ 47541 h 129507"/>
                <a:gd name="connsiteX19" fmla="*/ 14753 w 96720"/>
                <a:gd name="connsiteY19" fmla="*/ 49180 h 129507"/>
                <a:gd name="connsiteX20" fmla="*/ 18032 w 96720"/>
                <a:gd name="connsiteY20" fmla="*/ 54098 h 129507"/>
                <a:gd name="connsiteX21" fmla="*/ 19672 w 96720"/>
                <a:gd name="connsiteY21" fmla="*/ 57377 h 129507"/>
                <a:gd name="connsiteX22" fmla="*/ 21311 w 96720"/>
                <a:gd name="connsiteY22" fmla="*/ 52459 h 129507"/>
                <a:gd name="connsiteX23" fmla="*/ 24590 w 96720"/>
                <a:gd name="connsiteY23" fmla="*/ 52459 h 129507"/>
                <a:gd name="connsiteX24" fmla="*/ 27869 w 96720"/>
                <a:gd name="connsiteY24" fmla="*/ 50819 h 129507"/>
                <a:gd name="connsiteX25" fmla="*/ 31147 w 96720"/>
                <a:gd name="connsiteY25" fmla="*/ 52459 h 129507"/>
                <a:gd name="connsiteX26" fmla="*/ 31147 w 96720"/>
                <a:gd name="connsiteY26" fmla="*/ 57377 h 129507"/>
                <a:gd name="connsiteX27" fmla="*/ 34426 w 96720"/>
                <a:gd name="connsiteY27" fmla="*/ 59016 h 129507"/>
                <a:gd name="connsiteX28" fmla="*/ 37705 w 96720"/>
                <a:gd name="connsiteY28" fmla="*/ 55737 h 129507"/>
                <a:gd name="connsiteX29" fmla="*/ 37705 w 96720"/>
                <a:gd name="connsiteY29" fmla="*/ 52459 h 129507"/>
                <a:gd name="connsiteX30" fmla="*/ 34426 w 96720"/>
                <a:gd name="connsiteY30" fmla="*/ 47541 h 129507"/>
                <a:gd name="connsiteX31" fmla="*/ 31147 w 96720"/>
                <a:gd name="connsiteY31" fmla="*/ 47541 h 129507"/>
                <a:gd name="connsiteX32" fmla="*/ 27869 w 96720"/>
                <a:gd name="connsiteY32" fmla="*/ 49180 h 129507"/>
                <a:gd name="connsiteX33" fmla="*/ 27869 w 96720"/>
                <a:gd name="connsiteY33" fmla="*/ 44262 h 129507"/>
                <a:gd name="connsiteX34" fmla="*/ 27869 w 96720"/>
                <a:gd name="connsiteY34" fmla="*/ 44262 h 129507"/>
                <a:gd name="connsiteX35" fmla="*/ 26229 w 96720"/>
                <a:gd name="connsiteY35" fmla="*/ 39344 h 129507"/>
                <a:gd name="connsiteX36" fmla="*/ 21311 w 96720"/>
                <a:gd name="connsiteY36" fmla="*/ 36065 h 129507"/>
                <a:gd name="connsiteX37" fmla="*/ 26229 w 96720"/>
                <a:gd name="connsiteY37" fmla="*/ 32787 h 129507"/>
                <a:gd name="connsiteX38" fmla="*/ 29508 w 96720"/>
                <a:gd name="connsiteY38" fmla="*/ 34426 h 129507"/>
                <a:gd name="connsiteX39" fmla="*/ 31147 w 96720"/>
                <a:gd name="connsiteY39" fmla="*/ 34426 h 129507"/>
                <a:gd name="connsiteX40" fmla="*/ 34426 w 96720"/>
                <a:gd name="connsiteY40" fmla="*/ 37705 h 129507"/>
                <a:gd name="connsiteX41" fmla="*/ 36066 w 96720"/>
                <a:gd name="connsiteY41" fmla="*/ 40983 h 129507"/>
                <a:gd name="connsiteX42" fmla="*/ 36066 w 96720"/>
                <a:gd name="connsiteY42" fmla="*/ 42623 h 129507"/>
                <a:gd name="connsiteX43" fmla="*/ 39343 w 96720"/>
                <a:gd name="connsiteY43" fmla="*/ 45901 h 129507"/>
                <a:gd name="connsiteX44" fmla="*/ 42622 w 96720"/>
                <a:gd name="connsiteY44" fmla="*/ 47541 h 129507"/>
                <a:gd name="connsiteX45" fmla="*/ 45901 w 96720"/>
                <a:gd name="connsiteY45" fmla="*/ 52459 h 129507"/>
                <a:gd name="connsiteX46" fmla="*/ 45901 w 96720"/>
                <a:gd name="connsiteY46" fmla="*/ 55737 h 129507"/>
                <a:gd name="connsiteX47" fmla="*/ 49180 w 96720"/>
                <a:gd name="connsiteY47" fmla="*/ 57377 h 129507"/>
                <a:gd name="connsiteX48" fmla="*/ 47540 w 96720"/>
                <a:gd name="connsiteY48" fmla="*/ 60655 h 129507"/>
                <a:gd name="connsiteX49" fmla="*/ 49180 w 96720"/>
                <a:gd name="connsiteY49" fmla="*/ 63934 h 129507"/>
                <a:gd name="connsiteX50" fmla="*/ 49180 w 96720"/>
                <a:gd name="connsiteY50" fmla="*/ 67213 h 129507"/>
                <a:gd name="connsiteX51" fmla="*/ 49180 w 96720"/>
                <a:gd name="connsiteY51" fmla="*/ 70491 h 129507"/>
                <a:gd name="connsiteX52" fmla="*/ 47540 w 96720"/>
                <a:gd name="connsiteY52" fmla="*/ 75409 h 129507"/>
                <a:gd name="connsiteX53" fmla="*/ 45901 w 96720"/>
                <a:gd name="connsiteY53" fmla="*/ 78688 h 129507"/>
                <a:gd name="connsiteX54" fmla="*/ 42622 w 96720"/>
                <a:gd name="connsiteY54" fmla="*/ 80327 h 129507"/>
                <a:gd name="connsiteX55" fmla="*/ 42622 w 96720"/>
                <a:gd name="connsiteY55" fmla="*/ 83606 h 129507"/>
                <a:gd name="connsiteX56" fmla="*/ 44262 w 96720"/>
                <a:gd name="connsiteY56" fmla="*/ 86885 h 129507"/>
                <a:gd name="connsiteX57" fmla="*/ 44262 w 96720"/>
                <a:gd name="connsiteY57" fmla="*/ 91803 h 129507"/>
                <a:gd name="connsiteX58" fmla="*/ 47540 w 96720"/>
                <a:gd name="connsiteY58" fmla="*/ 93442 h 129507"/>
                <a:gd name="connsiteX59" fmla="*/ 49180 w 96720"/>
                <a:gd name="connsiteY59" fmla="*/ 96721 h 129507"/>
                <a:gd name="connsiteX60" fmla="*/ 52459 w 96720"/>
                <a:gd name="connsiteY60" fmla="*/ 99999 h 129507"/>
                <a:gd name="connsiteX61" fmla="*/ 54098 w 96720"/>
                <a:gd name="connsiteY61" fmla="*/ 104917 h 129507"/>
                <a:gd name="connsiteX62" fmla="*/ 55737 w 96720"/>
                <a:gd name="connsiteY62" fmla="*/ 108196 h 129507"/>
                <a:gd name="connsiteX63" fmla="*/ 54098 w 96720"/>
                <a:gd name="connsiteY63" fmla="*/ 111475 h 129507"/>
                <a:gd name="connsiteX64" fmla="*/ 50819 w 96720"/>
                <a:gd name="connsiteY64" fmla="*/ 111475 h 129507"/>
                <a:gd name="connsiteX65" fmla="*/ 54098 w 96720"/>
                <a:gd name="connsiteY65" fmla="*/ 114754 h 129507"/>
                <a:gd name="connsiteX66" fmla="*/ 57377 w 96720"/>
                <a:gd name="connsiteY66" fmla="*/ 118032 h 129507"/>
                <a:gd name="connsiteX67" fmla="*/ 60656 w 96720"/>
                <a:gd name="connsiteY67" fmla="*/ 118032 h 129507"/>
                <a:gd name="connsiteX68" fmla="*/ 63934 w 96720"/>
                <a:gd name="connsiteY68" fmla="*/ 119671 h 129507"/>
                <a:gd name="connsiteX69" fmla="*/ 67212 w 96720"/>
                <a:gd name="connsiteY69" fmla="*/ 122950 h 129507"/>
                <a:gd name="connsiteX70" fmla="*/ 72130 w 96720"/>
                <a:gd name="connsiteY70" fmla="*/ 121311 h 129507"/>
                <a:gd name="connsiteX71" fmla="*/ 72130 w 96720"/>
                <a:gd name="connsiteY71" fmla="*/ 118032 h 129507"/>
                <a:gd name="connsiteX72" fmla="*/ 67212 w 96720"/>
                <a:gd name="connsiteY72" fmla="*/ 116393 h 129507"/>
                <a:gd name="connsiteX73" fmla="*/ 65573 w 96720"/>
                <a:gd name="connsiteY73" fmla="*/ 111475 h 129507"/>
                <a:gd name="connsiteX74" fmla="*/ 63934 w 96720"/>
                <a:gd name="connsiteY74" fmla="*/ 108196 h 129507"/>
                <a:gd name="connsiteX75" fmla="*/ 63934 w 96720"/>
                <a:gd name="connsiteY75" fmla="*/ 104917 h 129507"/>
                <a:gd name="connsiteX76" fmla="*/ 63934 w 96720"/>
                <a:gd name="connsiteY76" fmla="*/ 101639 h 129507"/>
                <a:gd name="connsiteX77" fmla="*/ 63934 w 96720"/>
                <a:gd name="connsiteY77" fmla="*/ 99999 h 129507"/>
                <a:gd name="connsiteX78" fmla="*/ 67212 w 96720"/>
                <a:gd name="connsiteY78" fmla="*/ 98360 h 129507"/>
                <a:gd name="connsiteX79" fmla="*/ 70491 w 96720"/>
                <a:gd name="connsiteY79" fmla="*/ 99999 h 129507"/>
                <a:gd name="connsiteX80" fmla="*/ 70491 w 96720"/>
                <a:gd name="connsiteY80" fmla="*/ 103278 h 129507"/>
                <a:gd name="connsiteX81" fmla="*/ 67212 w 96720"/>
                <a:gd name="connsiteY81" fmla="*/ 101639 h 129507"/>
                <a:gd name="connsiteX82" fmla="*/ 68852 w 96720"/>
                <a:gd name="connsiteY82" fmla="*/ 106557 h 129507"/>
                <a:gd name="connsiteX83" fmla="*/ 72130 w 96720"/>
                <a:gd name="connsiteY83" fmla="*/ 109836 h 129507"/>
                <a:gd name="connsiteX84" fmla="*/ 73770 w 96720"/>
                <a:gd name="connsiteY84" fmla="*/ 113114 h 129507"/>
                <a:gd name="connsiteX85" fmla="*/ 77049 w 96720"/>
                <a:gd name="connsiteY85" fmla="*/ 118032 h 129507"/>
                <a:gd name="connsiteX86" fmla="*/ 77049 w 96720"/>
                <a:gd name="connsiteY86" fmla="*/ 121311 h 129507"/>
                <a:gd name="connsiteX87" fmla="*/ 75409 w 96720"/>
                <a:gd name="connsiteY87" fmla="*/ 124589 h 129507"/>
                <a:gd name="connsiteX88" fmla="*/ 75409 w 96720"/>
                <a:gd name="connsiteY88" fmla="*/ 129508 h 129507"/>
                <a:gd name="connsiteX89" fmla="*/ 80327 w 96720"/>
                <a:gd name="connsiteY89" fmla="*/ 126229 h 129507"/>
                <a:gd name="connsiteX90" fmla="*/ 83606 w 96720"/>
                <a:gd name="connsiteY90" fmla="*/ 124589 h 129507"/>
                <a:gd name="connsiteX91" fmla="*/ 85246 w 96720"/>
                <a:gd name="connsiteY91" fmla="*/ 121311 h 129507"/>
                <a:gd name="connsiteX92" fmla="*/ 88524 w 96720"/>
                <a:gd name="connsiteY92" fmla="*/ 118032 h 129507"/>
                <a:gd name="connsiteX93" fmla="*/ 85246 w 96720"/>
                <a:gd name="connsiteY93" fmla="*/ 114754 h 129507"/>
                <a:gd name="connsiteX94" fmla="*/ 83606 w 96720"/>
                <a:gd name="connsiteY94" fmla="*/ 111475 h 129507"/>
                <a:gd name="connsiteX95" fmla="*/ 86885 w 96720"/>
                <a:gd name="connsiteY95" fmla="*/ 108196 h 129507"/>
                <a:gd name="connsiteX96" fmla="*/ 90164 w 96720"/>
                <a:gd name="connsiteY96" fmla="*/ 111475 h 129507"/>
                <a:gd name="connsiteX97" fmla="*/ 93442 w 96720"/>
                <a:gd name="connsiteY97" fmla="*/ 113114 h 129507"/>
                <a:gd name="connsiteX98" fmla="*/ 95081 w 96720"/>
                <a:gd name="connsiteY98" fmla="*/ 108196 h 129507"/>
                <a:gd name="connsiteX99" fmla="*/ 93442 w 96720"/>
                <a:gd name="connsiteY99" fmla="*/ 104917 h 129507"/>
                <a:gd name="connsiteX100" fmla="*/ 95081 w 96720"/>
                <a:gd name="connsiteY100" fmla="*/ 101639 h 129507"/>
                <a:gd name="connsiteX101" fmla="*/ 93442 w 96720"/>
                <a:gd name="connsiteY101" fmla="*/ 98360 h 129507"/>
                <a:gd name="connsiteX102" fmla="*/ 93442 w 96720"/>
                <a:gd name="connsiteY102" fmla="*/ 93442 h 129507"/>
                <a:gd name="connsiteX103" fmla="*/ 90164 w 96720"/>
                <a:gd name="connsiteY103" fmla="*/ 90164 h 129507"/>
                <a:gd name="connsiteX104" fmla="*/ 90164 w 96720"/>
                <a:gd name="connsiteY104" fmla="*/ 90164 h 129507"/>
                <a:gd name="connsiteX105" fmla="*/ 90164 w 96720"/>
                <a:gd name="connsiteY105" fmla="*/ 86885 h 129507"/>
                <a:gd name="connsiteX106" fmla="*/ 90164 w 96720"/>
                <a:gd name="connsiteY106" fmla="*/ 81967 h 129507"/>
                <a:gd name="connsiteX107" fmla="*/ 90164 w 96720"/>
                <a:gd name="connsiteY107" fmla="*/ 78688 h 129507"/>
                <a:gd name="connsiteX108" fmla="*/ 90164 w 96720"/>
                <a:gd name="connsiteY108" fmla="*/ 75409 h 129507"/>
                <a:gd name="connsiteX109" fmla="*/ 90164 w 96720"/>
                <a:gd name="connsiteY109" fmla="*/ 70491 h 129507"/>
                <a:gd name="connsiteX110" fmla="*/ 90164 w 96720"/>
                <a:gd name="connsiteY110" fmla="*/ 67213 h 129507"/>
                <a:gd name="connsiteX111" fmla="*/ 91802 w 96720"/>
                <a:gd name="connsiteY111" fmla="*/ 63934 h 129507"/>
                <a:gd name="connsiteX112" fmla="*/ 88524 w 96720"/>
                <a:gd name="connsiteY112" fmla="*/ 59016 h 129507"/>
                <a:gd name="connsiteX113" fmla="*/ 91802 w 96720"/>
                <a:gd name="connsiteY113" fmla="*/ 55737 h 129507"/>
                <a:gd name="connsiteX114" fmla="*/ 93442 w 96720"/>
                <a:gd name="connsiteY114" fmla="*/ 52459 h 129507"/>
                <a:gd name="connsiteX115" fmla="*/ 96720 w 96720"/>
                <a:gd name="connsiteY115" fmla="*/ 49180 h 129507"/>
                <a:gd name="connsiteX116" fmla="*/ 93442 w 96720"/>
                <a:gd name="connsiteY116" fmla="*/ 45901 h 129507"/>
                <a:gd name="connsiteX117" fmla="*/ 90164 w 96720"/>
                <a:gd name="connsiteY117" fmla="*/ 42623 h 129507"/>
                <a:gd name="connsiteX118" fmla="*/ 93442 w 96720"/>
                <a:gd name="connsiteY118" fmla="*/ 39344 h 129507"/>
                <a:gd name="connsiteX119" fmla="*/ 90164 w 96720"/>
                <a:gd name="connsiteY119" fmla="*/ 39344 h 129507"/>
                <a:gd name="connsiteX120" fmla="*/ 85246 w 96720"/>
                <a:gd name="connsiteY120" fmla="*/ 36065 h 129507"/>
                <a:gd name="connsiteX121" fmla="*/ 85246 w 96720"/>
                <a:gd name="connsiteY121" fmla="*/ 32787 h 129507"/>
                <a:gd name="connsiteX122" fmla="*/ 80327 w 96720"/>
                <a:gd name="connsiteY122" fmla="*/ 31147 h 129507"/>
                <a:gd name="connsiteX123" fmla="*/ 77049 w 96720"/>
                <a:gd name="connsiteY123" fmla="*/ 29508 h 129507"/>
                <a:gd name="connsiteX124" fmla="*/ 73770 w 96720"/>
                <a:gd name="connsiteY124" fmla="*/ 29508 h 129507"/>
                <a:gd name="connsiteX125" fmla="*/ 70491 w 96720"/>
                <a:gd name="connsiteY125" fmla="*/ 27869 h 129507"/>
                <a:gd name="connsiteX126" fmla="*/ 73770 w 96720"/>
                <a:gd name="connsiteY126" fmla="*/ 24590 h 129507"/>
                <a:gd name="connsiteX127" fmla="*/ 75409 w 96720"/>
                <a:gd name="connsiteY127" fmla="*/ 21311 h 129507"/>
                <a:gd name="connsiteX128" fmla="*/ 73770 w 96720"/>
                <a:gd name="connsiteY128" fmla="*/ 18033 h 129507"/>
                <a:gd name="connsiteX129" fmla="*/ 70491 w 96720"/>
                <a:gd name="connsiteY129" fmla="*/ 13114 h 129507"/>
                <a:gd name="connsiteX130" fmla="*/ 67212 w 96720"/>
                <a:gd name="connsiteY130" fmla="*/ 11475 h 129507"/>
                <a:gd name="connsiteX131" fmla="*/ 63934 w 96720"/>
                <a:gd name="connsiteY131" fmla="*/ 13114 h 129507"/>
                <a:gd name="connsiteX132" fmla="*/ 60656 w 96720"/>
                <a:gd name="connsiteY132" fmla="*/ 16393 h 129507"/>
                <a:gd name="connsiteX133" fmla="*/ 55737 w 96720"/>
                <a:gd name="connsiteY133" fmla="*/ 16393 h 129507"/>
                <a:gd name="connsiteX134" fmla="*/ 54098 w 96720"/>
                <a:gd name="connsiteY134" fmla="*/ 14754 h 129507"/>
                <a:gd name="connsiteX135" fmla="*/ 49180 w 96720"/>
                <a:gd name="connsiteY135" fmla="*/ 14754 h 129507"/>
                <a:gd name="connsiteX136" fmla="*/ 45901 w 96720"/>
                <a:gd name="connsiteY136" fmla="*/ 11475 h 129507"/>
                <a:gd name="connsiteX137" fmla="*/ 44262 w 96720"/>
                <a:gd name="connsiteY137" fmla="*/ 6557 h 129507"/>
                <a:gd name="connsiteX138" fmla="*/ 40983 w 96720"/>
                <a:gd name="connsiteY138" fmla="*/ 3279 h 129507"/>
                <a:gd name="connsiteX139" fmla="*/ 40983 w 96720"/>
                <a:gd name="connsiteY139" fmla="*/ 0 h 129507"/>
                <a:gd name="connsiteX140" fmla="*/ 39343 w 96720"/>
                <a:gd name="connsiteY140" fmla="*/ 0 h 129507"/>
                <a:gd name="connsiteX141" fmla="*/ 39343 w 96720"/>
                <a:gd name="connsiteY141" fmla="*/ 1639 h 129507"/>
                <a:gd name="connsiteX142" fmla="*/ 36066 w 96720"/>
                <a:gd name="connsiteY142" fmla="*/ 1639 h 129507"/>
                <a:gd name="connsiteX143" fmla="*/ 31147 w 96720"/>
                <a:gd name="connsiteY143" fmla="*/ 0 h 129507"/>
                <a:gd name="connsiteX144" fmla="*/ 27869 w 96720"/>
                <a:gd name="connsiteY144" fmla="*/ 3279 h 129507"/>
                <a:gd name="connsiteX145" fmla="*/ 24590 w 96720"/>
                <a:gd name="connsiteY145" fmla="*/ 3279 h 129507"/>
                <a:gd name="connsiteX146" fmla="*/ 24590 w 96720"/>
                <a:gd name="connsiteY146" fmla="*/ 8197 h 129507"/>
                <a:gd name="connsiteX147" fmla="*/ 22950 w 96720"/>
                <a:gd name="connsiteY147" fmla="*/ 11475 h 129507"/>
                <a:gd name="connsiteX148" fmla="*/ 22950 w 96720"/>
                <a:gd name="connsiteY148" fmla="*/ 14754 h 129507"/>
                <a:gd name="connsiteX149" fmla="*/ 19672 w 96720"/>
                <a:gd name="connsiteY149" fmla="*/ 14754 h 129507"/>
                <a:gd name="connsiteX150" fmla="*/ 16393 w 96720"/>
                <a:gd name="connsiteY150" fmla="*/ 13114 h 129507"/>
                <a:gd name="connsiteX151" fmla="*/ 14753 w 96720"/>
                <a:gd name="connsiteY151" fmla="*/ 18033 h 129507"/>
                <a:gd name="connsiteX152" fmla="*/ 13114 w 96720"/>
                <a:gd name="connsiteY152" fmla="*/ 21311 h 129507"/>
                <a:gd name="connsiteX153" fmla="*/ 13114 w 96720"/>
                <a:gd name="connsiteY153" fmla="*/ 21311 h 129507"/>
                <a:gd name="connsiteX154" fmla="*/ 9836 w 96720"/>
                <a:gd name="connsiteY154" fmla="*/ 18033 h 129507"/>
                <a:gd name="connsiteX155" fmla="*/ 6557 w 96720"/>
                <a:gd name="connsiteY155" fmla="*/ 19672 h 129507"/>
                <a:gd name="connsiteX156" fmla="*/ 6557 w 96720"/>
                <a:gd name="connsiteY156" fmla="*/ 22951 h 129507"/>
                <a:gd name="connsiteX157" fmla="*/ 8197 w 96720"/>
                <a:gd name="connsiteY157" fmla="*/ 26229 h 129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</a:cxnLst>
              <a:rect l="l" t="t" r="r" b="b"/>
              <a:pathLst>
                <a:path w="96720" h="129507">
                  <a:moveTo>
                    <a:pt x="8197" y="26229"/>
                  </a:moveTo>
                  <a:lnTo>
                    <a:pt x="6557" y="26229"/>
                  </a:lnTo>
                  <a:lnTo>
                    <a:pt x="3279" y="26229"/>
                  </a:lnTo>
                  <a:lnTo>
                    <a:pt x="0" y="27869"/>
                  </a:lnTo>
                  <a:lnTo>
                    <a:pt x="0" y="31147"/>
                  </a:lnTo>
                  <a:lnTo>
                    <a:pt x="3279" y="32787"/>
                  </a:lnTo>
                  <a:lnTo>
                    <a:pt x="6557" y="37705"/>
                  </a:lnTo>
                  <a:lnTo>
                    <a:pt x="9836" y="37705"/>
                  </a:lnTo>
                  <a:lnTo>
                    <a:pt x="13114" y="39344"/>
                  </a:lnTo>
                  <a:lnTo>
                    <a:pt x="18032" y="40983"/>
                  </a:lnTo>
                  <a:lnTo>
                    <a:pt x="19672" y="44262"/>
                  </a:lnTo>
                  <a:lnTo>
                    <a:pt x="22950" y="49180"/>
                  </a:lnTo>
                  <a:lnTo>
                    <a:pt x="22950" y="49180"/>
                  </a:lnTo>
                  <a:lnTo>
                    <a:pt x="19672" y="47541"/>
                  </a:lnTo>
                  <a:lnTo>
                    <a:pt x="14753" y="47541"/>
                  </a:lnTo>
                  <a:lnTo>
                    <a:pt x="13114" y="44262"/>
                  </a:lnTo>
                  <a:lnTo>
                    <a:pt x="9836" y="40983"/>
                  </a:lnTo>
                  <a:lnTo>
                    <a:pt x="8197" y="44262"/>
                  </a:lnTo>
                  <a:lnTo>
                    <a:pt x="11476" y="47541"/>
                  </a:lnTo>
                  <a:lnTo>
                    <a:pt x="14753" y="49180"/>
                  </a:lnTo>
                  <a:lnTo>
                    <a:pt x="18032" y="54098"/>
                  </a:lnTo>
                  <a:lnTo>
                    <a:pt x="19672" y="57377"/>
                  </a:lnTo>
                  <a:lnTo>
                    <a:pt x="21311" y="52459"/>
                  </a:lnTo>
                  <a:lnTo>
                    <a:pt x="24590" y="52459"/>
                  </a:lnTo>
                  <a:lnTo>
                    <a:pt x="27869" y="50819"/>
                  </a:lnTo>
                  <a:lnTo>
                    <a:pt x="31147" y="52459"/>
                  </a:lnTo>
                  <a:lnTo>
                    <a:pt x="31147" y="57377"/>
                  </a:lnTo>
                  <a:lnTo>
                    <a:pt x="34426" y="59016"/>
                  </a:lnTo>
                  <a:lnTo>
                    <a:pt x="37705" y="55737"/>
                  </a:lnTo>
                  <a:lnTo>
                    <a:pt x="37705" y="52459"/>
                  </a:lnTo>
                  <a:lnTo>
                    <a:pt x="34426" y="47541"/>
                  </a:lnTo>
                  <a:lnTo>
                    <a:pt x="31147" y="47541"/>
                  </a:lnTo>
                  <a:lnTo>
                    <a:pt x="27869" y="49180"/>
                  </a:lnTo>
                  <a:lnTo>
                    <a:pt x="27869" y="44262"/>
                  </a:lnTo>
                  <a:lnTo>
                    <a:pt x="27869" y="44262"/>
                  </a:lnTo>
                  <a:lnTo>
                    <a:pt x="26229" y="39344"/>
                  </a:lnTo>
                  <a:lnTo>
                    <a:pt x="21311" y="36065"/>
                  </a:lnTo>
                  <a:lnTo>
                    <a:pt x="26229" y="32787"/>
                  </a:lnTo>
                  <a:lnTo>
                    <a:pt x="29508" y="34426"/>
                  </a:lnTo>
                  <a:lnTo>
                    <a:pt x="31147" y="34426"/>
                  </a:lnTo>
                  <a:lnTo>
                    <a:pt x="34426" y="37705"/>
                  </a:lnTo>
                  <a:lnTo>
                    <a:pt x="36066" y="40983"/>
                  </a:lnTo>
                  <a:lnTo>
                    <a:pt x="36066" y="42623"/>
                  </a:lnTo>
                  <a:lnTo>
                    <a:pt x="39343" y="45901"/>
                  </a:lnTo>
                  <a:lnTo>
                    <a:pt x="42622" y="47541"/>
                  </a:lnTo>
                  <a:lnTo>
                    <a:pt x="45901" y="52459"/>
                  </a:lnTo>
                  <a:lnTo>
                    <a:pt x="45901" y="55737"/>
                  </a:lnTo>
                  <a:lnTo>
                    <a:pt x="49180" y="57377"/>
                  </a:lnTo>
                  <a:lnTo>
                    <a:pt x="47540" y="60655"/>
                  </a:lnTo>
                  <a:lnTo>
                    <a:pt x="49180" y="63934"/>
                  </a:lnTo>
                  <a:lnTo>
                    <a:pt x="49180" y="67213"/>
                  </a:lnTo>
                  <a:lnTo>
                    <a:pt x="49180" y="70491"/>
                  </a:lnTo>
                  <a:lnTo>
                    <a:pt x="47540" y="75409"/>
                  </a:lnTo>
                  <a:lnTo>
                    <a:pt x="45901" y="78688"/>
                  </a:lnTo>
                  <a:lnTo>
                    <a:pt x="42622" y="80327"/>
                  </a:lnTo>
                  <a:lnTo>
                    <a:pt x="42622" y="83606"/>
                  </a:lnTo>
                  <a:lnTo>
                    <a:pt x="44262" y="86885"/>
                  </a:lnTo>
                  <a:lnTo>
                    <a:pt x="44262" y="91803"/>
                  </a:lnTo>
                  <a:lnTo>
                    <a:pt x="47540" y="93442"/>
                  </a:lnTo>
                  <a:lnTo>
                    <a:pt x="49180" y="96721"/>
                  </a:lnTo>
                  <a:lnTo>
                    <a:pt x="52459" y="99999"/>
                  </a:lnTo>
                  <a:lnTo>
                    <a:pt x="54098" y="104917"/>
                  </a:lnTo>
                  <a:lnTo>
                    <a:pt x="55737" y="108196"/>
                  </a:lnTo>
                  <a:lnTo>
                    <a:pt x="54098" y="111475"/>
                  </a:lnTo>
                  <a:lnTo>
                    <a:pt x="50819" y="111475"/>
                  </a:lnTo>
                  <a:lnTo>
                    <a:pt x="54098" y="114754"/>
                  </a:lnTo>
                  <a:lnTo>
                    <a:pt x="57377" y="118032"/>
                  </a:lnTo>
                  <a:lnTo>
                    <a:pt x="60656" y="118032"/>
                  </a:lnTo>
                  <a:lnTo>
                    <a:pt x="63934" y="119671"/>
                  </a:lnTo>
                  <a:lnTo>
                    <a:pt x="67212" y="122950"/>
                  </a:lnTo>
                  <a:lnTo>
                    <a:pt x="72130" y="121311"/>
                  </a:lnTo>
                  <a:lnTo>
                    <a:pt x="72130" y="118032"/>
                  </a:lnTo>
                  <a:lnTo>
                    <a:pt x="67212" y="116393"/>
                  </a:lnTo>
                  <a:lnTo>
                    <a:pt x="65573" y="111475"/>
                  </a:lnTo>
                  <a:lnTo>
                    <a:pt x="63934" y="108196"/>
                  </a:lnTo>
                  <a:lnTo>
                    <a:pt x="63934" y="104917"/>
                  </a:lnTo>
                  <a:lnTo>
                    <a:pt x="63934" y="101639"/>
                  </a:lnTo>
                  <a:lnTo>
                    <a:pt x="63934" y="99999"/>
                  </a:lnTo>
                  <a:lnTo>
                    <a:pt x="67212" y="98360"/>
                  </a:lnTo>
                  <a:lnTo>
                    <a:pt x="70491" y="99999"/>
                  </a:lnTo>
                  <a:lnTo>
                    <a:pt x="70491" y="103278"/>
                  </a:lnTo>
                  <a:lnTo>
                    <a:pt x="67212" y="101639"/>
                  </a:lnTo>
                  <a:lnTo>
                    <a:pt x="68852" y="106557"/>
                  </a:lnTo>
                  <a:lnTo>
                    <a:pt x="72130" y="109836"/>
                  </a:lnTo>
                  <a:lnTo>
                    <a:pt x="73770" y="113114"/>
                  </a:lnTo>
                  <a:lnTo>
                    <a:pt x="77049" y="118032"/>
                  </a:lnTo>
                  <a:lnTo>
                    <a:pt x="77049" y="121311"/>
                  </a:lnTo>
                  <a:lnTo>
                    <a:pt x="75409" y="124589"/>
                  </a:lnTo>
                  <a:lnTo>
                    <a:pt x="75409" y="129508"/>
                  </a:lnTo>
                  <a:lnTo>
                    <a:pt x="80327" y="126229"/>
                  </a:lnTo>
                  <a:lnTo>
                    <a:pt x="83606" y="124589"/>
                  </a:lnTo>
                  <a:lnTo>
                    <a:pt x="85246" y="121311"/>
                  </a:lnTo>
                  <a:lnTo>
                    <a:pt x="88524" y="118032"/>
                  </a:lnTo>
                  <a:lnTo>
                    <a:pt x="85246" y="114754"/>
                  </a:lnTo>
                  <a:lnTo>
                    <a:pt x="83606" y="111475"/>
                  </a:lnTo>
                  <a:lnTo>
                    <a:pt x="86885" y="108196"/>
                  </a:lnTo>
                  <a:lnTo>
                    <a:pt x="90164" y="111475"/>
                  </a:lnTo>
                  <a:lnTo>
                    <a:pt x="93442" y="113114"/>
                  </a:lnTo>
                  <a:lnTo>
                    <a:pt x="95081" y="108196"/>
                  </a:lnTo>
                  <a:lnTo>
                    <a:pt x="93442" y="104917"/>
                  </a:lnTo>
                  <a:lnTo>
                    <a:pt x="95081" y="101639"/>
                  </a:lnTo>
                  <a:lnTo>
                    <a:pt x="93442" y="98360"/>
                  </a:lnTo>
                  <a:lnTo>
                    <a:pt x="93442" y="93442"/>
                  </a:lnTo>
                  <a:lnTo>
                    <a:pt x="90164" y="90164"/>
                  </a:lnTo>
                  <a:lnTo>
                    <a:pt x="90164" y="90164"/>
                  </a:lnTo>
                  <a:lnTo>
                    <a:pt x="90164" y="86885"/>
                  </a:lnTo>
                  <a:lnTo>
                    <a:pt x="90164" y="81967"/>
                  </a:lnTo>
                  <a:lnTo>
                    <a:pt x="90164" y="78688"/>
                  </a:lnTo>
                  <a:lnTo>
                    <a:pt x="90164" y="75409"/>
                  </a:lnTo>
                  <a:lnTo>
                    <a:pt x="90164" y="70491"/>
                  </a:lnTo>
                  <a:lnTo>
                    <a:pt x="90164" y="67213"/>
                  </a:lnTo>
                  <a:lnTo>
                    <a:pt x="91802" y="63934"/>
                  </a:lnTo>
                  <a:lnTo>
                    <a:pt x="88524" y="59016"/>
                  </a:lnTo>
                  <a:lnTo>
                    <a:pt x="91802" y="55737"/>
                  </a:lnTo>
                  <a:lnTo>
                    <a:pt x="93442" y="52459"/>
                  </a:lnTo>
                  <a:lnTo>
                    <a:pt x="96720" y="49180"/>
                  </a:lnTo>
                  <a:lnTo>
                    <a:pt x="93442" y="45901"/>
                  </a:lnTo>
                  <a:lnTo>
                    <a:pt x="90164" y="42623"/>
                  </a:lnTo>
                  <a:lnTo>
                    <a:pt x="93442" y="39344"/>
                  </a:lnTo>
                  <a:lnTo>
                    <a:pt x="90164" y="39344"/>
                  </a:lnTo>
                  <a:lnTo>
                    <a:pt x="85246" y="36065"/>
                  </a:lnTo>
                  <a:lnTo>
                    <a:pt x="85246" y="32787"/>
                  </a:lnTo>
                  <a:lnTo>
                    <a:pt x="80327" y="31147"/>
                  </a:lnTo>
                  <a:lnTo>
                    <a:pt x="77049" y="29508"/>
                  </a:lnTo>
                  <a:lnTo>
                    <a:pt x="73770" y="29508"/>
                  </a:lnTo>
                  <a:lnTo>
                    <a:pt x="70491" y="27869"/>
                  </a:lnTo>
                  <a:lnTo>
                    <a:pt x="73770" y="24590"/>
                  </a:lnTo>
                  <a:lnTo>
                    <a:pt x="75409" y="21311"/>
                  </a:lnTo>
                  <a:lnTo>
                    <a:pt x="73770" y="18033"/>
                  </a:lnTo>
                  <a:lnTo>
                    <a:pt x="70491" y="13114"/>
                  </a:lnTo>
                  <a:lnTo>
                    <a:pt x="67212" y="11475"/>
                  </a:lnTo>
                  <a:lnTo>
                    <a:pt x="63934" y="13114"/>
                  </a:lnTo>
                  <a:lnTo>
                    <a:pt x="60656" y="16393"/>
                  </a:lnTo>
                  <a:lnTo>
                    <a:pt x="55737" y="16393"/>
                  </a:lnTo>
                  <a:lnTo>
                    <a:pt x="54098" y="14754"/>
                  </a:lnTo>
                  <a:lnTo>
                    <a:pt x="49180" y="14754"/>
                  </a:lnTo>
                  <a:lnTo>
                    <a:pt x="45901" y="11475"/>
                  </a:lnTo>
                  <a:lnTo>
                    <a:pt x="44262" y="6557"/>
                  </a:lnTo>
                  <a:lnTo>
                    <a:pt x="40983" y="3279"/>
                  </a:lnTo>
                  <a:lnTo>
                    <a:pt x="40983" y="0"/>
                  </a:lnTo>
                  <a:lnTo>
                    <a:pt x="39343" y="0"/>
                  </a:lnTo>
                  <a:lnTo>
                    <a:pt x="39343" y="1639"/>
                  </a:lnTo>
                  <a:lnTo>
                    <a:pt x="36066" y="1639"/>
                  </a:lnTo>
                  <a:lnTo>
                    <a:pt x="31147" y="0"/>
                  </a:lnTo>
                  <a:lnTo>
                    <a:pt x="27869" y="3279"/>
                  </a:lnTo>
                  <a:lnTo>
                    <a:pt x="24590" y="3279"/>
                  </a:lnTo>
                  <a:lnTo>
                    <a:pt x="24590" y="8197"/>
                  </a:lnTo>
                  <a:lnTo>
                    <a:pt x="22950" y="11475"/>
                  </a:lnTo>
                  <a:lnTo>
                    <a:pt x="22950" y="14754"/>
                  </a:lnTo>
                  <a:lnTo>
                    <a:pt x="19672" y="14754"/>
                  </a:lnTo>
                  <a:lnTo>
                    <a:pt x="16393" y="13114"/>
                  </a:lnTo>
                  <a:lnTo>
                    <a:pt x="14753" y="18033"/>
                  </a:lnTo>
                  <a:lnTo>
                    <a:pt x="13114" y="21311"/>
                  </a:lnTo>
                  <a:lnTo>
                    <a:pt x="13114" y="21311"/>
                  </a:lnTo>
                  <a:lnTo>
                    <a:pt x="9836" y="18033"/>
                  </a:lnTo>
                  <a:lnTo>
                    <a:pt x="6557" y="19672"/>
                  </a:lnTo>
                  <a:lnTo>
                    <a:pt x="6557" y="22951"/>
                  </a:lnTo>
                  <a:lnTo>
                    <a:pt x="8197" y="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96" name="Freeform 2895">
              <a:extLst>
                <a:ext uri="{FF2B5EF4-FFF2-40B4-BE49-F238E27FC236}">
                  <a16:creationId xmlns:a16="http://schemas.microsoft.com/office/drawing/2014/main" id="{D4E7B636-4116-854B-AFC7-F54D88785427}"/>
                </a:ext>
              </a:extLst>
            </p:cNvPr>
            <p:cNvSpPr/>
            <p:nvPr/>
          </p:nvSpPr>
          <p:spPr>
            <a:xfrm>
              <a:off x="10156637" y="2937853"/>
              <a:ext cx="19672" cy="34426"/>
            </a:xfrm>
            <a:custGeom>
              <a:avLst/>
              <a:gdLst>
                <a:gd name="connsiteX0" fmla="*/ 3279 w 19672"/>
                <a:gd name="connsiteY0" fmla="*/ 34426 h 34426"/>
                <a:gd name="connsiteX1" fmla="*/ 6557 w 19672"/>
                <a:gd name="connsiteY1" fmla="*/ 31148 h 34426"/>
                <a:gd name="connsiteX2" fmla="*/ 4918 w 19672"/>
                <a:gd name="connsiteY2" fmla="*/ 27869 h 34426"/>
                <a:gd name="connsiteX3" fmla="*/ 4918 w 19672"/>
                <a:gd name="connsiteY3" fmla="*/ 24590 h 34426"/>
                <a:gd name="connsiteX4" fmla="*/ 6557 w 19672"/>
                <a:gd name="connsiteY4" fmla="*/ 19672 h 34426"/>
                <a:gd name="connsiteX5" fmla="*/ 9836 w 19672"/>
                <a:gd name="connsiteY5" fmla="*/ 16393 h 34426"/>
                <a:gd name="connsiteX6" fmla="*/ 13114 w 19672"/>
                <a:gd name="connsiteY6" fmla="*/ 13115 h 34426"/>
                <a:gd name="connsiteX7" fmla="*/ 14753 w 19672"/>
                <a:gd name="connsiteY7" fmla="*/ 9836 h 34426"/>
                <a:gd name="connsiteX8" fmla="*/ 18032 w 19672"/>
                <a:gd name="connsiteY8" fmla="*/ 8197 h 34426"/>
                <a:gd name="connsiteX9" fmla="*/ 19672 w 19672"/>
                <a:gd name="connsiteY9" fmla="*/ 4918 h 34426"/>
                <a:gd name="connsiteX10" fmla="*/ 18032 w 19672"/>
                <a:gd name="connsiteY10" fmla="*/ 0 h 34426"/>
                <a:gd name="connsiteX11" fmla="*/ 14753 w 19672"/>
                <a:gd name="connsiteY11" fmla="*/ 1639 h 34426"/>
                <a:gd name="connsiteX12" fmla="*/ 11476 w 19672"/>
                <a:gd name="connsiteY12" fmla="*/ 6557 h 34426"/>
                <a:gd name="connsiteX13" fmla="*/ 8197 w 19672"/>
                <a:gd name="connsiteY13" fmla="*/ 9836 h 34426"/>
                <a:gd name="connsiteX14" fmla="*/ 4918 w 19672"/>
                <a:gd name="connsiteY14" fmla="*/ 6557 h 34426"/>
                <a:gd name="connsiteX15" fmla="*/ 4918 w 19672"/>
                <a:gd name="connsiteY15" fmla="*/ 9836 h 34426"/>
                <a:gd name="connsiteX16" fmla="*/ 6557 w 19672"/>
                <a:gd name="connsiteY16" fmla="*/ 14754 h 34426"/>
                <a:gd name="connsiteX17" fmla="*/ 3279 w 19672"/>
                <a:gd name="connsiteY17" fmla="*/ 18033 h 34426"/>
                <a:gd name="connsiteX18" fmla="*/ 1639 w 19672"/>
                <a:gd name="connsiteY18" fmla="*/ 21311 h 34426"/>
                <a:gd name="connsiteX19" fmla="*/ 1639 w 19672"/>
                <a:gd name="connsiteY19" fmla="*/ 24590 h 34426"/>
                <a:gd name="connsiteX20" fmla="*/ 0 w 19672"/>
                <a:gd name="connsiteY20" fmla="*/ 27869 h 34426"/>
                <a:gd name="connsiteX21" fmla="*/ 1639 w 19672"/>
                <a:gd name="connsiteY21" fmla="*/ 32787 h 3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672" h="34426">
                  <a:moveTo>
                    <a:pt x="3279" y="34426"/>
                  </a:moveTo>
                  <a:lnTo>
                    <a:pt x="6557" y="31148"/>
                  </a:lnTo>
                  <a:lnTo>
                    <a:pt x="4918" y="27869"/>
                  </a:lnTo>
                  <a:lnTo>
                    <a:pt x="4918" y="24590"/>
                  </a:lnTo>
                  <a:lnTo>
                    <a:pt x="6557" y="19672"/>
                  </a:lnTo>
                  <a:lnTo>
                    <a:pt x="9836" y="16393"/>
                  </a:lnTo>
                  <a:lnTo>
                    <a:pt x="13114" y="13115"/>
                  </a:lnTo>
                  <a:lnTo>
                    <a:pt x="14753" y="9836"/>
                  </a:lnTo>
                  <a:lnTo>
                    <a:pt x="18032" y="8197"/>
                  </a:lnTo>
                  <a:lnTo>
                    <a:pt x="19672" y="4918"/>
                  </a:lnTo>
                  <a:lnTo>
                    <a:pt x="18032" y="0"/>
                  </a:lnTo>
                  <a:lnTo>
                    <a:pt x="14753" y="1639"/>
                  </a:lnTo>
                  <a:lnTo>
                    <a:pt x="11476" y="6557"/>
                  </a:lnTo>
                  <a:lnTo>
                    <a:pt x="8197" y="9836"/>
                  </a:lnTo>
                  <a:lnTo>
                    <a:pt x="4918" y="6557"/>
                  </a:lnTo>
                  <a:lnTo>
                    <a:pt x="4918" y="9836"/>
                  </a:lnTo>
                  <a:lnTo>
                    <a:pt x="6557" y="14754"/>
                  </a:lnTo>
                  <a:lnTo>
                    <a:pt x="3279" y="18033"/>
                  </a:lnTo>
                  <a:lnTo>
                    <a:pt x="1639" y="21311"/>
                  </a:lnTo>
                  <a:lnTo>
                    <a:pt x="1639" y="24590"/>
                  </a:lnTo>
                  <a:lnTo>
                    <a:pt x="0" y="27869"/>
                  </a:lnTo>
                  <a:lnTo>
                    <a:pt x="1639" y="327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97" name="Freeform 2896">
              <a:extLst>
                <a:ext uri="{FF2B5EF4-FFF2-40B4-BE49-F238E27FC236}">
                  <a16:creationId xmlns:a16="http://schemas.microsoft.com/office/drawing/2014/main" id="{DD5D359D-2DEF-3048-8383-20A86AF987A4}"/>
                </a:ext>
              </a:extLst>
            </p:cNvPr>
            <p:cNvSpPr/>
            <p:nvPr/>
          </p:nvSpPr>
          <p:spPr>
            <a:xfrm>
              <a:off x="10159916" y="2687034"/>
              <a:ext cx="9835" cy="14754"/>
            </a:xfrm>
            <a:custGeom>
              <a:avLst/>
              <a:gdLst>
                <a:gd name="connsiteX0" fmla="*/ 1639 w 9835"/>
                <a:gd name="connsiteY0" fmla="*/ 3279 h 14754"/>
                <a:gd name="connsiteX1" fmla="*/ 1639 w 9835"/>
                <a:gd name="connsiteY1" fmla="*/ 6557 h 14754"/>
                <a:gd name="connsiteX2" fmla="*/ 3278 w 9835"/>
                <a:gd name="connsiteY2" fmla="*/ 9836 h 14754"/>
                <a:gd name="connsiteX3" fmla="*/ 3278 w 9835"/>
                <a:gd name="connsiteY3" fmla="*/ 9836 h 14754"/>
                <a:gd name="connsiteX4" fmla="*/ 3278 w 9835"/>
                <a:gd name="connsiteY4" fmla="*/ 13115 h 14754"/>
                <a:gd name="connsiteX5" fmla="*/ 4918 w 9835"/>
                <a:gd name="connsiteY5" fmla="*/ 13115 h 14754"/>
                <a:gd name="connsiteX6" fmla="*/ 4918 w 9835"/>
                <a:gd name="connsiteY6" fmla="*/ 14754 h 14754"/>
                <a:gd name="connsiteX7" fmla="*/ 6557 w 9835"/>
                <a:gd name="connsiteY7" fmla="*/ 13115 h 14754"/>
                <a:gd name="connsiteX8" fmla="*/ 8197 w 9835"/>
                <a:gd name="connsiteY8" fmla="*/ 9836 h 14754"/>
                <a:gd name="connsiteX9" fmla="*/ 9836 w 9835"/>
                <a:gd name="connsiteY9" fmla="*/ 6557 h 14754"/>
                <a:gd name="connsiteX10" fmla="*/ 8197 w 9835"/>
                <a:gd name="connsiteY10" fmla="*/ 1639 h 14754"/>
                <a:gd name="connsiteX11" fmla="*/ 3278 w 9835"/>
                <a:gd name="connsiteY11" fmla="*/ 0 h 14754"/>
                <a:gd name="connsiteX12" fmla="*/ 0 w 9835"/>
                <a:gd name="connsiteY12" fmla="*/ 0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835" h="14754">
                  <a:moveTo>
                    <a:pt x="1639" y="3279"/>
                  </a:moveTo>
                  <a:lnTo>
                    <a:pt x="1639" y="6557"/>
                  </a:lnTo>
                  <a:lnTo>
                    <a:pt x="3278" y="9836"/>
                  </a:lnTo>
                  <a:lnTo>
                    <a:pt x="3278" y="9836"/>
                  </a:lnTo>
                  <a:lnTo>
                    <a:pt x="3278" y="13115"/>
                  </a:lnTo>
                  <a:lnTo>
                    <a:pt x="4918" y="13115"/>
                  </a:lnTo>
                  <a:lnTo>
                    <a:pt x="4918" y="14754"/>
                  </a:lnTo>
                  <a:lnTo>
                    <a:pt x="6557" y="13115"/>
                  </a:lnTo>
                  <a:lnTo>
                    <a:pt x="8197" y="9836"/>
                  </a:lnTo>
                  <a:lnTo>
                    <a:pt x="9836" y="6557"/>
                  </a:lnTo>
                  <a:lnTo>
                    <a:pt x="8197" y="1639"/>
                  </a:lnTo>
                  <a:lnTo>
                    <a:pt x="327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98" name="Freeform 2897">
              <a:extLst>
                <a:ext uri="{FF2B5EF4-FFF2-40B4-BE49-F238E27FC236}">
                  <a16:creationId xmlns:a16="http://schemas.microsoft.com/office/drawing/2014/main" id="{7EB4A902-8BE1-3A4C-A146-A2A0768E3E8B}"/>
                </a:ext>
              </a:extLst>
            </p:cNvPr>
            <p:cNvSpPr/>
            <p:nvPr/>
          </p:nvSpPr>
          <p:spPr>
            <a:xfrm>
              <a:off x="10161555" y="2721461"/>
              <a:ext cx="1638" cy="3278"/>
            </a:xfrm>
            <a:custGeom>
              <a:avLst/>
              <a:gdLst>
                <a:gd name="connsiteX0" fmla="*/ 0 w 1638"/>
                <a:gd name="connsiteY0" fmla="*/ 3279 h 3278"/>
                <a:gd name="connsiteX1" fmla="*/ 1639 w 1638"/>
                <a:gd name="connsiteY1" fmla="*/ 3279 h 3278"/>
                <a:gd name="connsiteX2" fmla="*/ 1639 w 163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0" y="3279"/>
                  </a:moveTo>
                  <a:lnTo>
                    <a:pt x="1639" y="327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99" name="Freeform 2898">
              <a:extLst>
                <a:ext uri="{FF2B5EF4-FFF2-40B4-BE49-F238E27FC236}">
                  <a16:creationId xmlns:a16="http://schemas.microsoft.com/office/drawing/2014/main" id="{CD78F76C-781A-5D43-A090-94A965571636}"/>
                </a:ext>
              </a:extLst>
            </p:cNvPr>
            <p:cNvSpPr/>
            <p:nvPr/>
          </p:nvSpPr>
          <p:spPr>
            <a:xfrm>
              <a:off x="10161555" y="2293594"/>
              <a:ext cx="337702" cy="354096"/>
            </a:xfrm>
            <a:custGeom>
              <a:avLst/>
              <a:gdLst>
                <a:gd name="connsiteX0" fmla="*/ 8197 w 337702"/>
                <a:gd name="connsiteY0" fmla="*/ 331146 h 354096"/>
                <a:gd name="connsiteX1" fmla="*/ 9836 w 337702"/>
                <a:gd name="connsiteY1" fmla="*/ 329507 h 354096"/>
                <a:gd name="connsiteX2" fmla="*/ 9836 w 337702"/>
                <a:gd name="connsiteY2" fmla="*/ 327867 h 354096"/>
                <a:gd name="connsiteX3" fmla="*/ 13114 w 337702"/>
                <a:gd name="connsiteY3" fmla="*/ 327867 h 354096"/>
                <a:gd name="connsiteX4" fmla="*/ 18032 w 337702"/>
                <a:gd name="connsiteY4" fmla="*/ 331146 h 354096"/>
                <a:gd name="connsiteX5" fmla="*/ 21311 w 337702"/>
                <a:gd name="connsiteY5" fmla="*/ 331146 h 354096"/>
                <a:gd name="connsiteX6" fmla="*/ 24590 w 337702"/>
                <a:gd name="connsiteY6" fmla="*/ 329507 h 354096"/>
                <a:gd name="connsiteX7" fmla="*/ 29508 w 337702"/>
                <a:gd name="connsiteY7" fmla="*/ 327867 h 354096"/>
                <a:gd name="connsiteX8" fmla="*/ 32787 w 337702"/>
                <a:gd name="connsiteY8" fmla="*/ 327867 h 354096"/>
                <a:gd name="connsiteX9" fmla="*/ 36066 w 337702"/>
                <a:gd name="connsiteY9" fmla="*/ 326228 h 354096"/>
                <a:gd name="connsiteX10" fmla="*/ 40983 w 337702"/>
                <a:gd name="connsiteY10" fmla="*/ 329507 h 354096"/>
                <a:gd name="connsiteX11" fmla="*/ 44262 w 337702"/>
                <a:gd name="connsiteY11" fmla="*/ 329507 h 354096"/>
                <a:gd name="connsiteX12" fmla="*/ 47541 w 337702"/>
                <a:gd name="connsiteY12" fmla="*/ 332785 h 354096"/>
                <a:gd name="connsiteX13" fmla="*/ 50819 w 337702"/>
                <a:gd name="connsiteY13" fmla="*/ 332785 h 354096"/>
                <a:gd name="connsiteX14" fmla="*/ 55738 w 337702"/>
                <a:gd name="connsiteY14" fmla="*/ 336064 h 354096"/>
                <a:gd name="connsiteX15" fmla="*/ 52459 w 337702"/>
                <a:gd name="connsiteY15" fmla="*/ 331146 h 354096"/>
                <a:gd name="connsiteX16" fmla="*/ 54098 w 337702"/>
                <a:gd name="connsiteY16" fmla="*/ 327867 h 354096"/>
                <a:gd name="connsiteX17" fmla="*/ 52459 w 337702"/>
                <a:gd name="connsiteY17" fmla="*/ 322950 h 354096"/>
                <a:gd name="connsiteX18" fmla="*/ 50819 w 337702"/>
                <a:gd name="connsiteY18" fmla="*/ 319671 h 354096"/>
                <a:gd name="connsiteX19" fmla="*/ 50819 w 337702"/>
                <a:gd name="connsiteY19" fmla="*/ 318031 h 354096"/>
                <a:gd name="connsiteX20" fmla="*/ 52459 w 337702"/>
                <a:gd name="connsiteY20" fmla="*/ 314753 h 354096"/>
                <a:gd name="connsiteX21" fmla="*/ 55738 w 337702"/>
                <a:gd name="connsiteY21" fmla="*/ 313113 h 354096"/>
                <a:gd name="connsiteX22" fmla="*/ 59016 w 337702"/>
                <a:gd name="connsiteY22" fmla="*/ 314753 h 354096"/>
                <a:gd name="connsiteX23" fmla="*/ 63935 w 337702"/>
                <a:gd name="connsiteY23" fmla="*/ 318031 h 354096"/>
                <a:gd name="connsiteX24" fmla="*/ 63935 w 337702"/>
                <a:gd name="connsiteY24" fmla="*/ 318031 h 354096"/>
                <a:gd name="connsiteX25" fmla="*/ 68852 w 337702"/>
                <a:gd name="connsiteY25" fmla="*/ 318031 h 354096"/>
                <a:gd name="connsiteX26" fmla="*/ 70491 w 337702"/>
                <a:gd name="connsiteY26" fmla="*/ 314753 h 354096"/>
                <a:gd name="connsiteX27" fmla="*/ 73770 w 337702"/>
                <a:gd name="connsiteY27" fmla="*/ 314753 h 354096"/>
                <a:gd name="connsiteX28" fmla="*/ 78688 w 337702"/>
                <a:gd name="connsiteY28" fmla="*/ 314753 h 354096"/>
                <a:gd name="connsiteX29" fmla="*/ 81967 w 337702"/>
                <a:gd name="connsiteY29" fmla="*/ 311474 h 354096"/>
                <a:gd name="connsiteX30" fmla="*/ 81967 w 337702"/>
                <a:gd name="connsiteY30" fmla="*/ 314753 h 354096"/>
                <a:gd name="connsiteX31" fmla="*/ 83606 w 337702"/>
                <a:gd name="connsiteY31" fmla="*/ 314753 h 354096"/>
                <a:gd name="connsiteX32" fmla="*/ 85246 w 337702"/>
                <a:gd name="connsiteY32" fmla="*/ 314753 h 354096"/>
                <a:gd name="connsiteX33" fmla="*/ 85246 w 337702"/>
                <a:gd name="connsiteY33" fmla="*/ 309835 h 354096"/>
                <a:gd name="connsiteX34" fmla="*/ 86885 w 337702"/>
                <a:gd name="connsiteY34" fmla="*/ 311474 h 354096"/>
                <a:gd name="connsiteX35" fmla="*/ 90164 w 337702"/>
                <a:gd name="connsiteY35" fmla="*/ 311474 h 354096"/>
                <a:gd name="connsiteX36" fmla="*/ 90164 w 337702"/>
                <a:gd name="connsiteY36" fmla="*/ 308195 h 354096"/>
                <a:gd name="connsiteX37" fmla="*/ 95081 w 337702"/>
                <a:gd name="connsiteY37" fmla="*/ 308195 h 354096"/>
                <a:gd name="connsiteX38" fmla="*/ 98360 w 337702"/>
                <a:gd name="connsiteY38" fmla="*/ 304917 h 354096"/>
                <a:gd name="connsiteX39" fmla="*/ 101639 w 337702"/>
                <a:gd name="connsiteY39" fmla="*/ 306556 h 354096"/>
                <a:gd name="connsiteX40" fmla="*/ 104918 w 337702"/>
                <a:gd name="connsiteY40" fmla="*/ 308195 h 354096"/>
                <a:gd name="connsiteX41" fmla="*/ 109836 w 337702"/>
                <a:gd name="connsiteY41" fmla="*/ 306556 h 354096"/>
                <a:gd name="connsiteX42" fmla="*/ 109836 w 337702"/>
                <a:gd name="connsiteY42" fmla="*/ 306556 h 354096"/>
                <a:gd name="connsiteX43" fmla="*/ 109836 w 337702"/>
                <a:gd name="connsiteY43" fmla="*/ 301638 h 354096"/>
                <a:gd name="connsiteX44" fmla="*/ 106557 w 337702"/>
                <a:gd name="connsiteY44" fmla="*/ 303277 h 354096"/>
                <a:gd name="connsiteX45" fmla="*/ 109836 w 337702"/>
                <a:gd name="connsiteY45" fmla="*/ 301638 h 354096"/>
                <a:gd name="connsiteX46" fmla="*/ 114754 w 337702"/>
                <a:gd name="connsiteY46" fmla="*/ 299999 h 354096"/>
                <a:gd name="connsiteX47" fmla="*/ 116393 w 337702"/>
                <a:gd name="connsiteY47" fmla="*/ 296720 h 354096"/>
                <a:gd name="connsiteX48" fmla="*/ 118032 w 337702"/>
                <a:gd name="connsiteY48" fmla="*/ 296720 h 354096"/>
                <a:gd name="connsiteX49" fmla="*/ 118032 w 337702"/>
                <a:gd name="connsiteY49" fmla="*/ 296720 h 354096"/>
                <a:gd name="connsiteX50" fmla="*/ 119671 w 337702"/>
                <a:gd name="connsiteY50" fmla="*/ 296720 h 354096"/>
                <a:gd name="connsiteX51" fmla="*/ 121311 w 337702"/>
                <a:gd name="connsiteY51" fmla="*/ 296720 h 354096"/>
                <a:gd name="connsiteX52" fmla="*/ 124589 w 337702"/>
                <a:gd name="connsiteY52" fmla="*/ 295081 h 354096"/>
                <a:gd name="connsiteX53" fmla="*/ 127868 w 337702"/>
                <a:gd name="connsiteY53" fmla="*/ 293441 h 354096"/>
                <a:gd name="connsiteX54" fmla="*/ 132786 w 337702"/>
                <a:gd name="connsiteY54" fmla="*/ 293441 h 354096"/>
                <a:gd name="connsiteX55" fmla="*/ 136065 w 337702"/>
                <a:gd name="connsiteY55" fmla="*/ 296720 h 354096"/>
                <a:gd name="connsiteX56" fmla="*/ 139344 w 337702"/>
                <a:gd name="connsiteY56" fmla="*/ 298359 h 354096"/>
                <a:gd name="connsiteX57" fmla="*/ 144261 w 337702"/>
                <a:gd name="connsiteY57" fmla="*/ 299999 h 354096"/>
                <a:gd name="connsiteX58" fmla="*/ 147540 w 337702"/>
                <a:gd name="connsiteY58" fmla="*/ 301638 h 354096"/>
                <a:gd name="connsiteX59" fmla="*/ 150819 w 337702"/>
                <a:gd name="connsiteY59" fmla="*/ 298359 h 354096"/>
                <a:gd name="connsiteX60" fmla="*/ 155737 w 337702"/>
                <a:gd name="connsiteY60" fmla="*/ 296720 h 354096"/>
                <a:gd name="connsiteX61" fmla="*/ 159016 w 337702"/>
                <a:gd name="connsiteY61" fmla="*/ 298359 h 354096"/>
                <a:gd name="connsiteX62" fmla="*/ 159016 w 337702"/>
                <a:gd name="connsiteY62" fmla="*/ 298359 h 354096"/>
                <a:gd name="connsiteX63" fmla="*/ 160655 w 337702"/>
                <a:gd name="connsiteY63" fmla="*/ 301638 h 354096"/>
                <a:gd name="connsiteX64" fmla="*/ 162295 w 337702"/>
                <a:gd name="connsiteY64" fmla="*/ 304917 h 354096"/>
                <a:gd name="connsiteX65" fmla="*/ 160655 w 337702"/>
                <a:gd name="connsiteY65" fmla="*/ 309835 h 354096"/>
                <a:gd name="connsiteX66" fmla="*/ 157376 w 337702"/>
                <a:gd name="connsiteY66" fmla="*/ 313113 h 354096"/>
                <a:gd name="connsiteX67" fmla="*/ 154098 w 337702"/>
                <a:gd name="connsiteY67" fmla="*/ 314753 h 354096"/>
                <a:gd name="connsiteX68" fmla="*/ 154098 w 337702"/>
                <a:gd name="connsiteY68" fmla="*/ 314753 h 354096"/>
                <a:gd name="connsiteX69" fmla="*/ 157376 w 337702"/>
                <a:gd name="connsiteY69" fmla="*/ 318031 h 354096"/>
                <a:gd name="connsiteX70" fmla="*/ 160655 w 337702"/>
                <a:gd name="connsiteY70" fmla="*/ 322950 h 354096"/>
                <a:gd name="connsiteX71" fmla="*/ 160655 w 337702"/>
                <a:gd name="connsiteY71" fmla="*/ 326228 h 354096"/>
                <a:gd name="connsiteX72" fmla="*/ 160655 w 337702"/>
                <a:gd name="connsiteY72" fmla="*/ 329507 h 354096"/>
                <a:gd name="connsiteX73" fmla="*/ 162295 w 337702"/>
                <a:gd name="connsiteY73" fmla="*/ 334425 h 354096"/>
                <a:gd name="connsiteX74" fmla="*/ 167213 w 337702"/>
                <a:gd name="connsiteY74" fmla="*/ 336064 h 354096"/>
                <a:gd name="connsiteX75" fmla="*/ 170491 w 337702"/>
                <a:gd name="connsiteY75" fmla="*/ 337703 h 354096"/>
                <a:gd name="connsiteX76" fmla="*/ 173769 w 337702"/>
                <a:gd name="connsiteY76" fmla="*/ 339343 h 354096"/>
                <a:gd name="connsiteX77" fmla="*/ 175409 w 337702"/>
                <a:gd name="connsiteY77" fmla="*/ 344261 h 354096"/>
                <a:gd name="connsiteX78" fmla="*/ 178688 w 337702"/>
                <a:gd name="connsiteY78" fmla="*/ 347540 h 354096"/>
                <a:gd name="connsiteX79" fmla="*/ 183606 w 337702"/>
                <a:gd name="connsiteY79" fmla="*/ 349179 h 354096"/>
                <a:gd name="connsiteX80" fmla="*/ 186885 w 337702"/>
                <a:gd name="connsiteY80" fmla="*/ 350818 h 354096"/>
                <a:gd name="connsiteX81" fmla="*/ 190163 w 337702"/>
                <a:gd name="connsiteY81" fmla="*/ 350818 h 354096"/>
                <a:gd name="connsiteX82" fmla="*/ 195081 w 337702"/>
                <a:gd name="connsiteY82" fmla="*/ 354097 h 354096"/>
                <a:gd name="connsiteX83" fmla="*/ 196720 w 337702"/>
                <a:gd name="connsiteY83" fmla="*/ 349179 h 354096"/>
                <a:gd name="connsiteX84" fmla="*/ 198359 w 337702"/>
                <a:gd name="connsiteY84" fmla="*/ 345900 h 354096"/>
                <a:gd name="connsiteX85" fmla="*/ 198359 w 337702"/>
                <a:gd name="connsiteY85" fmla="*/ 342622 h 354096"/>
                <a:gd name="connsiteX86" fmla="*/ 198359 w 337702"/>
                <a:gd name="connsiteY86" fmla="*/ 342622 h 354096"/>
                <a:gd name="connsiteX87" fmla="*/ 198359 w 337702"/>
                <a:gd name="connsiteY87" fmla="*/ 337703 h 354096"/>
                <a:gd name="connsiteX88" fmla="*/ 198359 w 337702"/>
                <a:gd name="connsiteY88" fmla="*/ 334425 h 354096"/>
                <a:gd name="connsiteX89" fmla="*/ 201638 w 337702"/>
                <a:gd name="connsiteY89" fmla="*/ 331146 h 354096"/>
                <a:gd name="connsiteX90" fmla="*/ 201638 w 337702"/>
                <a:gd name="connsiteY90" fmla="*/ 327867 h 354096"/>
                <a:gd name="connsiteX91" fmla="*/ 201638 w 337702"/>
                <a:gd name="connsiteY91" fmla="*/ 322950 h 354096"/>
                <a:gd name="connsiteX92" fmla="*/ 201638 w 337702"/>
                <a:gd name="connsiteY92" fmla="*/ 319671 h 354096"/>
                <a:gd name="connsiteX93" fmla="*/ 204917 w 337702"/>
                <a:gd name="connsiteY93" fmla="*/ 318031 h 354096"/>
                <a:gd name="connsiteX94" fmla="*/ 209835 w 337702"/>
                <a:gd name="connsiteY94" fmla="*/ 316392 h 354096"/>
                <a:gd name="connsiteX95" fmla="*/ 213114 w 337702"/>
                <a:gd name="connsiteY95" fmla="*/ 314753 h 354096"/>
                <a:gd name="connsiteX96" fmla="*/ 216393 w 337702"/>
                <a:gd name="connsiteY96" fmla="*/ 316392 h 354096"/>
                <a:gd name="connsiteX97" fmla="*/ 221310 w 337702"/>
                <a:gd name="connsiteY97" fmla="*/ 316392 h 354096"/>
                <a:gd name="connsiteX98" fmla="*/ 218032 w 337702"/>
                <a:gd name="connsiteY98" fmla="*/ 311474 h 354096"/>
                <a:gd name="connsiteX99" fmla="*/ 216393 w 337702"/>
                <a:gd name="connsiteY99" fmla="*/ 308195 h 354096"/>
                <a:gd name="connsiteX100" fmla="*/ 213114 w 337702"/>
                <a:gd name="connsiteY100" fmla="*/ 306556 h 354096"/>
                <a:gd name="connsiteX101" fmla="*/ 208196 w 337702"/>
                <a:gd name="connsiteY101" fmla="*/ 304917 h 354096"/>
                <a:gd name="connsiteX102" fmla="*/ 204917 w 337702"/>
                <a:gd name="connsiteY102" fmla="*/ 301638 h 354096"/>
                <a:gd name="connsiteX103" fmla="*/ 201638 w 337702"/>
                <a:gd name="connsiteY103" fmla="*/ 301638 h 354096"/>
                <a:gd name="connsiteX104" fmla="*/ 198359 w 337702"/>
                <a:gd name="connsiteY104" fmla="*/ 298359 h 354096"/>
                <a:gd name="connsiteX105" fmla="*/ 198359 w 337702"/>
                <a:gd name="connsiteY105" fmla="*/ 295081 h 354096"/>
                <a:gd name="connsiteX106" fmla="*/ 199999 w 337702"/>
                <a:gd name="connsiteY106" fmla="*/ 290163 h 354096"/>
                <a:gd name="connsiteX107" fmla="*/ 198359 w 337702"/>
                <a:gd name="connsiteY107" fmla="*/ 286884 h 354096"/>
                <a:gd name="connsiteX108" fmla="*/ 199999 w 337702"/>
                <a:gd name="connsiteY108" fmla="*/ 283605 h 354096"/>
                <a:gd name="connsiteX109" fmla="*/ 201638 w 337702"/>
                <a:gd name="connsiteY109" fmla="*/ 283605 h 354096"/>
                <a:gd name="connsiteX110" fmla="*/ 203278 w 337702"/>
                <a:gd name="connsiteY110" fmla="*/ 281966 h 354096"/>
                <a:gd name="connsiteX111" fmla="*/ 206556 w 337702"/>
                <a:gd name="connsiteY111" fmla="*/ 283605 h 354096"/>
                <a:gd name="connsiteX112" fmla="*/ 204917 w 337702"/>
                <a:gd name="connsiteY112" fmla="*/ 286884 h 354096"/>
                <a:gd name="connsiteX113" fmla="*/ 208196 w 337702"/>
                <a:gd name="connsiteY113" fmla="*/ 291802 h 354096"/>
                <a:gd name="connsiteX114" fmla="*/ 209835 w 337702"/>
                <a:gd name="connsiteY114" fmla="*/ 295081 h 354096"/>
                <a:gd name="connsiteX115" fmla="*/ 213114 w 337702"/>
                <a:gd name="connsiteY115" fmla="*/ 295081 h 354096"/>
                <a:gd name="connsiteX116" fmla="*/ 211475 w 337702"/>
                <a:gd name="connsiteY116" fmla="*/ 291802 h 354096"/>
                <a:gd name="connsiteX117" fmla="*/ 211475 w 337702"/>
                <a:gd name="connsiteY117" fmla="*/ 288523 h 354096"/>
                <a:gd name="connsiteX118" fmla="*/ 213114 w 337702"/>
                <a:gd name="connsiteY118" fmla="*/ 291802 h 354096"/>
                <a:gd name="connsiteX119" fmla="*/ 218032 w 337702"/>
                <a:gd name="connsiteY119" fmla="*/ 295081 h 354096"/>
                <a:gd name="connsiteX120" fmla="*/ 221310 w 337702"/>
                <a:gd name="connsiteY120" fmla="*/ 295081 h 354096"/>
                <a:gd name="connsiteX121" fmla="*/ 221310 w 337702"/>
                <a:gd name="connsiteY121" fmla="*/ 295081 h 354096"/>
                <a:gd name="connsiteX122" fmla="*/ 224589 w 337702"/>
                <a:gd name="connsiteY122" fmla="*/ 293441 h 354096"/>
                <a:gd name="connsiteX123" fmla="*/ 227868 w 337702"/>
                <a:gd name="connsiteY123" fmla="*/ 296720 h 354096"/>
                <a:gd name="connsiteX124" fmla="*/ 224589 w 337702"/>
                <a:gd name="connsiteY124" fmla="*/ 299999 h 354096"/>
                <a:gd name="connsiteX125" fmla="*/ 222949 w 337702"/>
                <a:gd name="connsiteY125" fmla="*/ 303277 h 354096"/>
                <a:gd name="connsiteX126" fmla="*/ 226228 w 337702"/>
                <a:gd name="connsiteY126" fmla="*/ 301638 h 354096"/>
                <a:gd name="connsiteX127" fmla="*/ 231146 w 337702"/>
                <a:gd name="connsiteY127" fmla="*/ 299999 h 354096"/>
                <a:gd name="connsiteX128" fmla="*/ 234425 w 337702"/>
                <a:gd name="connsiteY128" fmla="*/ 299999 h 354096"/>
                <a:gd name="connsiteX129" fmla="*/ 234425 w 337702"/>
                <a:gd name="connsiteY129" fmla="*/ 299999 h 354096"/>
                <a:gd name="connsiteX130" fmla="*/ 237704 w 337702"/>
                <a:gd name="connsiteY130" fmla="*/ 298359 h 354096"/>
                <a:gd name="connsiteX131" fmla="*/ 239343 w 337702"/>
                <a:gd name="connsiteY131" fmla="*/ 298359 h 354096"/>
                <a:gd name="connsiteX132" fmla="*/ 242622 w 337702"/>
                <a:gd name="connsiteY132" fmla="*/ 299999 h 354096"/>
                <a:gd name="connsiteX133" fmla="*/ 245901 w 337702"/>
                <a:gd name="connsiteY133" fmla="*/ 299999 h 354096"/>
                <a:gd name="connsiteX134" fmla="*/ 247539 w 337702"/>
                <a:gd name="connsiteY134" fmla="*/ 299999 h 354096"/>
                <a:gd name="connsiteX135" fmla="*/ 252458 w 337702"/>
                <a:gd name="connsiteY135" fmla="*/ 299999 h 354096"/>
                <a:gd name="connsiteX136" fmla="*/ 255736 w 337702"/>
                <a:gd name="connsiteY136" fmla="*/ 299999 h 354096"/>
                <a:gd name="connsiteX137" fmla="*/ 259015 w 337702"/>
                <a:gd name="connsiteY137" fmla="*/ 301638 h 354096"/>
                <a:gd name="connsiteX138" fmla="*/ 262294 w 337702"/>
                <a:gd name="connsiteY138" fmla="*/ 301638 h 354096"/>
                <a:gd name="connsiteX139" fmla="*/ 260655 w 337702"/>
                <a:gd name="connsiteY139" fmla="*/ 298359 h 354096"/>
                <a:gd name="connsiteX140" fmla="*/ 262294 w 337702"/>
                <a:gd name="connsiteY140" fmla="*/ 295081 h 354096"/>
                <a:gd name="connsiteX141" fmla="*/ 262294 w 337702"/>
                <a:gd name="connsiteY141" fmla="*/ 291802 h 354096"/>
                <a:gd name="connsiteX142" fmla="*/ 263933 w 337702"/>
                <a:gd name="connsiteY142" fmla="*/ 286884 h 354096"/>
                <a:gd name="connsiteX143" fmla="*/ 265573 w 337702"/>
                <a:gd name="connsiteY143" fmla="*/ 283605 h 354096"/>
                <a:gd name="connsiteX144" fmla="*/ 267212 w 337702"/>
                <a:gd name="connsiteY144" fmla="*/ 280327 h 354096"/>
                <a:gd name="connsiteX145" fmla="*/ 272130 w 337702"/>
                <a:gd name="connsiteY145" fmla="*/ 278687 h 354096"/>
                <a:gd name="connsiteX146" fmla="*/ 275408 w 337702"/>
                <a:gd name="connsiteY146" fmla="*/ 280327 h 354096"/>
                <a:gd name="connsiteX147" fmla="*/ 278687 w 337702"/>
                <a:gd name="connsiteY147" fmla="*/ 283605 h 354096"/>
                <a:gd name="connsiteX148" fmla="*/ 275408 w 337702"/>
                <a:gd name="connsiteY148" fmla="*/ 285245 h 354096"/>
                <a:gd name="connsiteX149" fmla="*/ 277048 w 337702"/>
                <a:gd name="connsiteY149" fmla="*/ 288523 h 354096"/>
                <a:gd name="connsiteX150" fmla="*/ 278687 w 337702"/>
                <a:gd name="connsiteY150" fmla="*/ 293441 h 354096"/>
                <a:gd name="connsiteX151" fmla="*/ 280326 w 337702"/>
                <a:gd name="connsiteY151" fmla="*/ 296720 h 354096"/>
                <a:gd name="connsiteX152" fmla="*/ 281966 w 337702"/>
                <a:gd name="connsiteY152" fmla="*/ 299999 h 354096"/>
                <a:gd name="connsiteX153" fmla="*/ 286884 w 337702"/>
                <a:gd name="connsiteY153" fmla="*/ 301638 h 354096"/>
                <a:gd name="connsiteX154" fmla="*/ 288523 w 337702"/>
                <a:gd name="connsiteY154" fmla="*/ 298359 h 354096"/>
                <a:gd name="connsiteX155" fmla="*/ 290163 w 337702"/>
                <a:gd name="connsiteY155" fmla="*/ 293441 h 354096"/>
                <a:gd name="connsiteX156" fmla="*/ 290163 w 337702"/>
                <a:gd name="connsiteY156" fmla="*/ 290163 h 354096"/>
                <a:gd name="connsiteX157" fmla="*/ 290163 w 337702"/>
                <a:gd name="connsiteY157" fmla="*/ 286884 h 354096"/>
                <a:gd name="connsiteX158" fmla="*/ 286884 w 337702"/>
                <a:gd name="connsiteY158" fmla="*/ 283605 h 354096"/>
                <a:gd name="connsiteX159" fmla="*/ 285245 w 337702"/>
                <a:gd name="connsiteY159" fmla="*/ 278687 h 354096"/>
                <a:gd name="connsiteX160" fmla="*/ 285245 w 337702"/>
                <a:gd name="connsiteY160" fmla="*/ 277048 h 354096"/>
                <a:gd name="connsiteX161" fmla="*/ 285245 w 337702"/>
                <a:gd name="connsiteY161" fmla="*/ 272130 h 354096"/>
                <a:gd name="connsiteX162" fmla="*/ 288523 w 337702"/>
                <a:gd name="connsiteY162" fmla="*/ 270491 h 354096"/>
                <a:gd name="connsiteX163" fmla="*/ 293442 w 337702"/>
                <a:gd name="connsiteY163" fmla="*/ 270491 h 354096"/>
                <a:gd name="connsiteX164" fmla="*/ 296720 w 337702"/>
                <a:gd name="connsiteY164" fmla="*/ 272130 h 354096"/>
                <a:gd name="connsiteX165" fmla="*/ 299998 w 337702"/>
                <a:gd name="connsiteY165" fmla="*/ 273769 h 354096"/>
                <a:gd name="connsiteX166" fmla="*/ 304916 w 337702"/>
                <a:gd name="connsiteY166" fmla="*/ 277048 h 354096"/>
                <a:gd name="connsiteX167" fmla="*/ 304916 w 337702"/>
                <a:gd name="connsiteY167" fmla="*/ 272130 h 354096"/>
                <a:gd name="connsiteX168" fmla="*/ 301638 w 337702"/>
                <a:gd name="connsiteY168" fmla="*/ 270491 h 354096"/>
                <a:gd name="connsiteX169" fmla="*/ 299998 w 337702"/>
                <a:gd name="connsiteY169" fmla="*/ 267212 h 354096"/>
                <a:gd name="connsiteX170" fmla="*/ 298360 w 337702"/>
                <a:gd name="connsiteY170" fmla="*/ 263933 h 354096"/>
                <a:gd name="connsiteX171" fmla="*/ 301638 w 337702"/>
                <a:gd name="connsiteY171" fmla="*/ 262294 h 354096"/>
                <a:gd name="connsiteX172" fmla="*/ 299998 w 337702"/>
                <a:gd name="connsiteY172" fmla="*/ 260655 h 354096"/>
                <a:gd name="connsiteX173" fmla="*/ 301638 w 337702"/>
                <a:gd name="connsiteY173" fmla="*/ 255737 h 354096"/>
                <a:gd name="connsiteX174" fmla="*/ 303277 w 337702"/>
                <a:gd name="connsiteY174" fmla="*/ 257376 h 354096"/>
                <a:gd name="connsiteX175" fmla="*/ 306556 w 337702"/>
                <a:gd name="connsiteY175" fmla="*/ 255737 h 354096"/>
                <a:gd name="connsiteX176" fmla="*/ 309835 w 337702"/>
                <a:gd name="connsiteY176" fmla="*/ 255737 h 354096"/>
                <a:gd name="connsiteX177" fmla="*/ 313113 w 337702"/>
                <a:gd name="connsiteY177" fmla="*/ 260655 h 354096"/>
                <a:gd name="connsiteX178" fmla="*/ 311474 w 337702"/>
                <a:gd name="connsiteY178" fmla="*/ 263933 h 354096"/>
                <a:gd name="connsiteX179" fmla="*/ 309835 w 337702"/>
                <a:gd name="connsiteY179" fmla="*/ 267212 h 354096"/>
                <a:gd name="connsiteX180" fmla="*/ 308195 w 337702"/>
                <a:gd name="connsiteY180" fmla="*/ 272130 h 354096"/>
                <a:gd name="connsiteX181" fmla="*/ 311474 w 337702"/>
                <a:gd name="connsiteY181" fmla="*/ 275409 h 354096"/>
                <a:gd name="connsiteX182" fmla="*/ 311474 w 337702"/>
                <a:gd name="connsiteY182" fmla="*/ 278687 h 354096"/>
                <a:gd name="connsiteX183" fmla="*/ 313113 w 337702"/>
                <a:gd name="connsiteY183" fmla="*/ 281966 h 354096"/>
                <a:gd name="connsiteX184" fmla="*/ 311474 w 337702"/>
                <a:gd name="connsiteY184" fmla="*/ 286884 h 354096"/>
                <a:gd name="connsiteX185" fmla="*/ 316392 w 337702"/>
                <a:gd name="connsiteY185" fmla="*/ 288523 h 354096"/>
                <a:gd name="connsiteX186" fmla="*/ 319671 w 337702"/>
                <a:gd name="connsiteY186" fmla="*/ 286884 h 354096"/>
                <a:gd name="connsiteX187" fmla="*/ 319671 w 337702"/>
                <a:gd name="connsiteY187" fmla="*/ 283605 h 354096"/>
                <a:gd name="connsiteX188" fmla="*/ 321310 w 337702"/>
                <a:gd name="connsiteY188" fmla="*/ 281966 h 354096"/>
                <a:gd name="connsiteX189" fmla="*/ 324588 w 337702"/>
                <a:gd name="connsiteY189" fmla="*/ 280327 h 354096"/>
                <a:gd name="connsiteX190" fmla="*/ 327867 w 337702"/>
                <a:gd name="connsiteY190" fmla="*/ 278687 h 354096"/>
                <a:gd name="connsiteX191" fmla="*/ 331146 w 337702"/>
                <a:gd name="connsiteY191" fmla="*/ 275409 h 354096"/>
                <a:gd name="connsiteX192" fmla="*/ 329506 w 337702"/>
                <a:gd name="connsiteY192" fmla="*/ 270491 h 354096"/>
                <a:gd name="connsiteX193" fmla="*/ 326228 w 337702"/>
                <a:gd name="connsiteY193" fmla="*/ 267212 h 354096"/>
                <a:gd name="connsiteX194" fmla="*/ 326228 w 337702"/>
                <a:gd name="connsiteY194" fmla="*/ 263933 h 354096"/>
                <a:gd name="connsiteX195" fmla="*/ 327867 w 337702"/>
                <a:gd name="connsiteY195" fmla="*/ 259015 h 354096"/>
                <a:gd name="connsiteX196" fmla="*/ 329506 w 337702"/>
                <a:gd name="connsiteY196" fmla="*/ 255737 h 354096"/>
                <a:gd name="connsiteX197" fmla="*/ 332785 w 337702"/>
                <a:gd name="connsiteY197" fmla="*/ 254097 h 354096"/>
                <a:gd name="connsiteX198" fmla="*/ 337703 w 337702"/>
                <a:gd name="connsiteY198" fmla="*/ 252458 h 354096"/>
                <a:gd name="connsiteX199" fmla="*/ 336064 w 337702"/>
                <a:gd name="connsiteY199" fmla="*/ 252458 h 354096"/>
                <a:gd name="connsiteX200" fmla="*/ 332785 w 337702"/>
                <a:gd name="connsiteY200" fmla="*/ 247540 h 354096"/>
                <a:gd name="connsiteX201" fmla="*/ 327867 w 337702"/>
                <a:gd name="connsiteY201" fmla="*/ 244261 h 354096"/>
                <a:gd name="connsiteX202" fmla="*/ 324588 w 337702"/>
                <a:gd name="connsiteY202" fmla="*/ 240983 h 354096"/>
                <a:gd name="connsiteX203" fmla="*/ 321310 w 337702"/>
                <a:gd name="connsiteY203" fmla="*/ 237704 h 354096"/>
                <a:gd name="connsiteX204" fmla="*/ 318032 w 337702"/>
                <a:gd name="connsiteY204" fmla="*/ 234425 h 354096"/>
                <a:gd name="connsiteX205" fmla="*/ 316392 w 337702"/>
                <a:gd name="connsiteY205" fmla="*/ 229507 h 354096"/>
                <a:gd name="connsiteX206" fmla="*/ 314753 w 337702"/>
                <a:gd name="connsiteY206" fmla="*/ 226229 h 354096"/>
                <a:gd name="connsiteX207" fmla="*/ 313113 w 337702"/>
                <a:gd name="connsiteY207" fmla="*/ 221310 h 354096"/>
                <a:gd name="connsiteX208" fmla="*/ 313113 w 337702"/>
                <a:gd name="connsiteY208" fmla="*/ 218032 h 354096"/>
                <a:gd name="connsiteX209" fmla="*/ 313113 w 337702"/>
                <a:gd name="connsiteY209" fmla="*/ 214753 h 354096"/>
                <a:gd name="connsiteX210" fmla="*/ 311474 w 337702"/>
                <a:gd name="connsiteY210" fmla="*/ 209835 h 354096"/>
                <a:gd name="connsiteX211" fmla="*/ 311474 w 337702"/>
                <a:gd name="connsiteY211" fmla="*/ 206557 h 354096"/>
                <a:gd name="connsiteX212" fmla="*/ 311474 w 337702"/>
                <a:gd name="connsiteY212" fmla="*/ 203278 h 354096"/>
                <a:gd name="connsiteX213" fmla="*/ 311474 w 337702"/>
                <a:gd name="connsiteY213" fmla="*/ 201638 h 354096"/>
                <a:gd name="connsiteX214" fmla="*/ 314753 w 337702"/>
                <a:gd name="connsiteY214" fmla="*/ 198360 h 354096"/>
                <a:gd name="connsiteX215" fmla="*/ 314753 w 337702"/>
                <a:gd name="connsiteY215" fmla="*/ 195081 h 354096"/>
                <a:gd name="connsiteX216" fmla="*/ 313113 w 337702"/>
                <a:gd name="connsiteY216" fmla="*/ 190163 h 354096"/>
                <a:gd name="connsiteX217" fmla="*/ 311474 w 337702"/>
                <a:gd name="connsiteY217" fmla="*/ 186885 h 354096"/>
                <a:gd name="connsiteX218" fmla="*/ 309835 w 337702"/>
                <a:gd name="connsiteY218" fmla="*/ 183606 h 354096"/>
                <a:gd name="connsiteX219" fmla="*/ 308195 w 337702"/>
                <a:gd name="connsiteY219" fmla="*/ 178688 h 354096"/>
                <a:gd name="connsiteX220" fmla="*/ 306556 w 337702"/>
                <a:gd name="connsiteY220" fmla="*/ 175409 h 354096"/>
                <a:gd name="connsiteX221" fmla="*/ 304916 w 337702"/>
                <a:gd name="connsiteY221" fmla="*/ 170491 h 354096"/>
                <a:gd name="connsiteX222" fmla="*/ 303277 w 337702"/>
                <a:gd name="connsiteY222" fmla="*/ 167213 h 354096"/>
                <a:gd name="connsiteX223" fmla="*/ 301638 w 337702"/>
                <a:gd name="connsiteY223" fmla="*/ 163934 h 354096"/>
                <a:gd name="connsiteX224" fmla="*/ 296720 w 337702"/>
                <a:gd name="connsiteY224" fmla="*/ 160655 h 354096"/>
                <a:gd name="connsiteX225" fmla="*/ 293442 w 337702"/>
                <a:gd name="connsiteY225" fmla="*/ 157376 h 354096"/>
                <a:gd name="connsiteX226" fmla="*/ 293442 w 337702"/>
                <a:gd name="connsiteY226" fmla="*/ 155737 h 354096"/>
                <a:gd name="connsiteX227" fmla="*/ 291802 w 337702"/>
                <a:gd name="connsiteY227" fmla="*/ 150819 h 354096"/>
                <a:gd name="connsiteX228" fmla="*/ 290163 w 337702"/>
                <a:gd name="connsiteY228" fmla="*/ 147540 h 354096"/>
                <a:gd name="connsiteX229" fmla="*/ 288523 w 337702"/>
                <a:gd name="connsiteY229" fmla="*/ 144262 h 354096"/>
                <a:gd name="connsiteX230" fmla="*/ 290163 w 337702"/>
                <a:gd name="connsiteY230" fmla="*/ 139344 h 354096"/>
                <a:gd name="connsiteX231" fmla="*/ 290163 w 337702"/>
                <a:gd name="connsiteY231" fmla="*/ 136065 h 354096"/>
                <a:gd name="connsiteX232" fmla="*/ 293442 w 337702"/>
                <a:gd name="connsiteY232" fmla="*/ 136065 h 354096"/>
                <a:gd name="connsiteX233" fmla="*/ 296720 w 337702"/>
                <a:gd name="connsiteY233" fmla="*/ 134426 h 354096"/>
                <a:gd name="connsiteX234" fmla="*/ 298360 w 337702"/>
                <a:gd name="connsiteY234" fmla="*/ 134426 h 354096"/>
                <a:gd name="connsiteX235" fmla="*/ 299998 w 337702"/>
                <a:gd name="connsiteY235" fmla="*/ 136065 h 354096"/>
                <a:gd name="connsiteX236" fmla="*/ 303277 w 337702"/>
                <a:gd name="connsiteY236" fmla="*/ 137704 h 354096"/>
                <a:gd name="connsiteX237" fmla="*/ 306556 w 337702"/>
                <a:gd name="connsiteY237" fmla="*/ 139344 h 354096"/>
                <a:gd name="connsiteX238" fmla="*/ 304916 w 337702"/>
                <a:gd name="connsiteY238" fmla="*/ 136065 h 354096"/>
                <a:gd name="connsiteX239" fmla="*/ 301638 w 337702"/>
                <a:gd name="connsiteY239" fmla="*/ 131147 h 354096"/>
                <a:gd name="connsiteX240" fmla="*/ 299998 w 337702"/>
                <a:gd name="connsiteY240" fmla="*/ 127868 h 354096"/>
                <a:gd name="connsiteX241" fmla="*/ 299998 w 337702"/>
                <a:gd name="connsiteY241" fmla="*/ 124590 h 354096"/>
                <a:gd name="connsiteX242" fmla="*/ 298360 w 337702"/>
                <a:gd name="connsiteY242" fmla="*/ 121311 h 354096"/>
                <a:gd name="connsiteX243" fmla="*/ 296720 w 337702"/>
                <a:gd name="connsiteY243" fmla="*/ 118032 h 354096"/>
                <a:gd name="connsiteX244" fmla="*/ 298360 w 337702"/>
                <a:gd name="connsiteY244" fmla="*/ 113114 h 354096"/>
                <a:gd name="connsiteX245" fmla="*/ 295081 w 337702"/>
                <a:gd name="connsiteY245" fmla="*/ 109836 h 354096"/>
                <a:gd name="connsiteX246" fmla="*/ 298360 w 337702"/>
                <a:gd name="connsiteY246" fmla="*/ 106557 h 354096"/>
                <a:gd name="connsiteX247" fmla="*/ 301638 w 337702"/>
                <a:gd name="connsiteY247" fmla="*/ 104918 h 354096"/>
                <a:gd name="connsiteX248" fmla="*/ 299998 w 337702"/>
                <a:gd name="connsiteY248" fmla="*/ 101639 h 354096"/>
                <a:gd name="connsiteX249" fmla="*/ 301638 w 337702"/>
                <a:gd name="connsiteY249" fmla="*/ 98360 h 354096"/>
                <a:gd name="connsiteX250" fmla="*/ 299998 w 337702"/>
                <a:gd name="connsiteY250" fmla="*/ 95082 h 354096"/>
                <a:gd name="connsiteX251" fmla="*/ 298360 w 337702"/>
                <a:gd name="connsiteY251" fmla="*/ 90164 h 354096"/>
                <a:gd name="connsiteX252" fmla="*/ 296720 w 337702"/>
                <a:gd name="connsiteY252" fmla="*/ 86885 h 354096"/>
                <a:gd name="connsiteX253" fmla="*/ 295081 w 337702"/>
                <a:gd name="connsiteY253" fmla="*/ 83606 h 354096"/>
                <a:gd name="connsiteX254" fmla="*/ 291802 w 337702"/>
                <a:gd name="connsiteY254" fmla="*/ 78688 h 354096"/>
                <a:gd name="connsiteX255" fmla="*/ 291802 w 337702"/>
                <a:gd name="connsiteY255" fmla="*/ 75410 h 354096"/>
                <a:gd name="connsiteX256" fmla="*/ 288523 w 337702"/>
                <a:gd name="connsiteY256" fmla="*/ 72131 h 354096"/>
                <a:gd name="connsiteX257" fmla="*/ 285245 w 337702"/>
                <a:gd name="connsiteY257" fmla="*/ 68852 h 354096"/>
                <a:gd name="connsiteX258" fmla="*/ 281966 w 337702"/>
                <a:gd name="connsiteY258" fmla="*/ 63934 h 354096"/>
                <a:gd name="connsiteX259" fmla="*/ 281966 w 337702"/>
                <a:gd name="connsiteY259" fmla="*/ 63934 h 354096"/>
                <a:gd name="connsiteX260" fmla="*/ 278687 w 337702"/>
                <a:gd name="connsiteY260" fmla="*/ 62295 h 354096"/>
                <a:gd name="connsiteX261" fmla="*/ 277048 w 337702"/>
                <a:gd name="connsiteY261" fmla="*/ 57377 h 354096"/>
                <a:gd name="connsiteX262" fmla="*/ 273769 w 337702"/>
                <a:gd name="connsiteY262" fmla="*/ 54098 h 354096"/>
                <a:gd name="connsiteX263" fmla="*/ 270491 w 337702"/>
                <a:gd name="connsiteY263" fmla="*/ 50820 h 354096"/>
                <a:gd name="connsiteX264" fmla="*/ 265573 w 337702"/>
                <a:gd name="connsiteY264" fmla="*/ 47541 h 354096"/>
                <a:gd name="connsiteX265" fmla="*/ 262294 w 337702"/>
                <a:gd name="connsiteY265" fmla="*/ 44262 h 354096"/>
                <a:gd name="connsiteX266" fmla="*/ 260655 w 337702"/>
                <a:gd name="connsiteY266" fmla="*/ 42623 h 354096"/>
                <a:gd name="connsiteX267" fmla="*/ 257376 w 337702"/>
                <a:gd name="connsiteY267" fmla="*/ 40983 h 354096"/>
                <a:gd name="connsiteX268" fmla="*/ 252458 w 337702"/>
                <a:gd name="connsiteY268" fmla="*/ 39344 h 354096"/>
                <a:gd name="connsiteX269" fmla="*/ 250818 w 337702"/>
                <a:gd name="connsiteY269" fmla="*/ 36066 h 354096"/>
                <a:gd name="connsiteX270" fmla="*/ 247539 w 337702"/>
                <a:gd name="connsiteY270" fmla="*/ 32787 h 354096"/>
                <a:gd name="connsiteX271" fmla="*/ 244262 w 337702"/>
                <a:gd name="connsiteY271" fmla="*/ 29508 h 354096"/>
                <a:gd name="connsiteX272" fmla="*/ 242622 w 337702"/>
                <a:gd name="connsiteY272" fmla="*/ 24590 h 354096"/>
                <a:gd name="connsiteX273" fmla="*/ 240983 w 337702"/>
                <a:gd name="connsiteY273" fmla="*/ 22951 h 354096"/>
                <a:gd name="connsiteX274" fmla="*/ 239343 w 337702"/>
                <a:gd name="connsiteY274" fmla="*/ 18033 h 354096"/>
                <a:gd name="connsiteX275" fmla="*/ 236065 w 337702"/>
                <a:gd name="connsiteY275" fmla="*/ 14754 h 354096"/>
                <a:gd name="connsiteX276" fmla="*/ 234425 w 337702"/>
                <a:gd name="connsiteY276" fmla="*/ 11476 h 354096"/>
                <a:gd name="connsiteX277" fmla="*/ 234425 w 337702"/>
                <a:gd name="connsiteY277" fmla="*/ 6557 h 354096"/>
                <a:gd name="connsiteX278" fmla="*/ 232786 w 337702"/>
                <a:gd name="connsiteY278" fmla="*/ 3279 h 354096"/>
                <a:gd name="connsiteX279" fmla="*/ 229507 w 337702"/>
                <a:gd name="connsiteY279" fmla="*/ 4918 h 354096"/>
                <a:gd name="connsiteX280" fmla="*/ 224589 w 337702"/>
                <a:gd name="connsiteY280" fmla="*/ 4918 h 354096"/>
                <a:gd name="connsiteX281" fmla="*/ 221310 w 337702"/>
                <a:gd name="connsiteY281" fmla="*/ 3279 h 354096"/>
                <a:gd name="connsiteX282" fmla="*/ 218032 w 337702"/>
                <a:gd name="connsiteY282" fmla="*/ 0 h 354096"/>
                <a:gd name="connsiteX283" fmla="*/ 214753 w 337702"/>
                <a:gd name="connsiteY283" fmla="*/ 0 h 354096"/>
                <a:gd name="connsiteX284" fmla="*/ 209835 w 337702"/>
                <a:gd name="connsiteY284" fmla="*/ 0 h 354096"/>
                <a:gd name="connsiteX285" fmla="*/ 209835 w 337702"/>
                <a:gd name="connsiteY285" fmla="*/ 3279 h 354096"/>
                <a:gd name="connsiteX286" fmla="*/ 211475 w 337702"/>
                <a:gd name="connsiteY286" fmla="*/ 8197 h 354096"/>
                <a:gd name="connsiteX287" fmla="*/ 213114 w 337702"/>
                <a:gd name="connsiteY287" fmla="*/ 11476 h 354096"/>
                <a:gd name="connsiteX288" fmla="*/ 216393 w 337702"/>
                <a:gd name="connsiteY288" fmla="*/ 14754 h 354096"/>
                <a:gd name="connsiteX289" fmla="*/ 219672 w 337702"/>
                <a:gd name="connsiteY289" fmla="*/ 13115 h 354096"/>
                <a:gd name="connsiteX290" fmla="*/ 222949 w 337702"/>
                <a:gd name="connsiteY290" fmla="*/ 13115 h 354096"/>
                <a:gd name="connsiteX291" fmla="*/ 224589 w 337702"/>
                <a:gd name="connsiteY291" fmla="*/ 8197 h 354096"/>
                <a:gd name="connsiteX292" fmla="*/ 229507 w 337702"/>
                <a:gd name="connsiteY292" fmla="*/ 11476 h 354096"/>
                <a:gd name="connsiteX293" fmla="*/ 232786 w 337702"/>
                <a:gd name="connsiteY293" fmla="*/ 14754 h 354096"/>
                <a:gd name="connsiteX294" fmla="*/ 232786 w 337702"/>
                <a:gd name="connsiteY294" fmla="*/ 19672 h 354096"/>
                <a:gd name="connsiteX295" fmla="*/ 234425 w 337702"/>
                <a:gd name="connsiteY295" fmla="*/ 22951 h 354096"/>
                <a:gd name="connsiteX296" fmla="*/ 232786 w 337702"/>
                <a:gd name="connsiteY296" fmla="*/ 26229 h 354096"/>
                <a:gd name="connsiteX297" fmla="*/ 229507 w 337702"/>
                <a:gd name="connsiteY297" fmla="*/ 24590 h 354096"/>
                <a:gd name="connsiteX298" fmla="*/ 226228 w 337702"/>
                <a:gd name="connsiteY298" fmla="*/ 22951 h 354096"/>
                <a:gd name="connsiteX299" fmla="*/ 221310 w 337702"/>
                <a:gd name="connsiteY299" fmla="*/ 21311 h 354096"/>
                <a:gd name="connsiteX300" fmla="*/ 222949 w 337702"/>
                <a:gd name="connsiteY300" fmla="*/ 24590 h 354096"/>
                <a:gd name="connsiteX301" fmla="*/ 221310 w 337702"/>
                <a:gd name="connsiteY301" fmla="*/ 27869 h 354096"/>
                <a:gd name="connsiteX302" fmla="*/ 218032 w 337702"/>
                <a:gd name="connsiteY302" fmla="*/ 27869 h 354096"/>
                <a:gd name="connsiteX303" fmla="*/ 214753 w 337702"/>
                <a:gd name="connsiteY303" fmla="*/ 22951 h 354096"/>
                <a:gd name="connsiteX304" fmla="*/ 213114 w 337702"/>
                <a:gd name="connsiteY304" fmla="*/ 19672 h 354096"/>
                <a:gd name="connsiteX305" fmla="*/ 209835 w 337702"/>
                <a:gd name="connsiteY305" fmla="*/ 16393 h 354096"/>
                <a:gd name="connsiteX306" fmla="*/ 208196 w 337702"/>
                <a:gd name="connsiteY306" fmla="*/ 11476 h 354096"/>
                <a:gd name="connsiteX307" fmla="*/ 204917 w 337702"/>
                <a:gd name="connsiteY307" fmla="*/ 11476 h 354096"/>
                <a:gd name="connsiteX308" fmla="*/ 199999 w 337702"/>
                <a:gd name="connsiteY308" fmla="*/ 11476 h 354096"/>
                <a:gd name="connsiteX309" fmla="*/ 196720 w 337702"/>
                <a:gd name="connsiteY309" fmla="*/ 9836 h 354096"/>
                <a:gd name="connsiteX310" fmla="*/ 196720 w 337702"/>
                <a:gd name="connsiteY310" fmla="*/ 11476 h 354096"/>
                <a:gd name="connsiteX311" fmla="*/ 196720 w 337702"/>
                <a:gd name="connsiteY311" fmla="*/ 14754 h 354096"/>
                <a:gd name="connsiteX312" fmla="*/ 199999 w 337702"/>
                <a:gd name="connsiteY312" fmla="*/ 18033 h 354096"/>
                <a:gd name="connsiteX313" fmla="*/ 201638 w 337702"/>
                <a:gd name="connsiteY313" fmla="*/ 21311 h 354096"/>
                <a:gd name="connsiteX314" fmla="*/ 203278 w 337702"/>
                <a:gd name="connsiteY314" fmla="*/ 26229 h 354096"/>
                <a:gd name="connsiteX315" fmla="*/ 204917 w 337702"/>
                <a:gd name="connsiteY315" fmla="*/ 29508 h 354096"/>
                <a:gd name="connsiteX316" fmla="*/ 199999 w 337702"/>
                <a:gd name="connsiteY316" fmla="*/ 32787 h 354096"/>
                <a:gd name="connsiteX317" fmla="*/ 196720 w 337702"/>
                <a:gd name="connsiteY317" fmla="*/ 32787 h 354096"/>
                <a:gd name="connsiteX318" fmla="*/ 196720 w 337702"/>
                <a:gd name="connsiteY318" fmla="*/ 36066 h 354096"/>
                <a:gd name="connsiteX319" fmla="*/ 195081 w 337702"/>
                <a:gd name="connsiteY319" fmla="*/ 39344 h 354096"/>
                <a:gd name="connsiteX320" fmla="*/ 199999 w 337702"/>
                <a:gd name="connsiteY320" fmla="*/ 40983 h 354096"/>
                <a:gd name="connsiteX321" fmla="*/ 201638 w 337702"/>
                <a:gd name="connsiteY321" fmla="*/ 45901 h 354096"/>
                <a:gd name="connsiteX322" fmla="*/ 204917 w 337702"/>
                <a:gd name="connsiteY322" fmla="*/ 49180 h 354096"/>
                <a:gd name="connsiteX323" fmla="*/ 204917 w 337702"/>
                <a:gd name="connsiteY323" fmla="*/ 49180 h 354096"/>
                <a:gd name="connsiteX324" fmla="*/ 208196 w 337702"/>
                <a:gd name="connsiteY324" fmla="*/ 52459 h 354096"/>
                <a:gd name="connsiteX325" fmla="*/ 209835 w 337702"/>
                <a:gd name="connsiteY325" fmla="*/ 55738 h 354096"/>
                <a:gd name="connsiteX326" fmla="*/ 209835 w 337702"/>
                <a:gd name="connsiteY326" fmla="*/ 60656 h 354096"/>
                <a:gd name="connsiteX327" fmla="*/ 209835 w 337702"/>
                <a:gd name="connsiteY327" fmla="*/ 63934 h 354096"/>
                <a:gd name="connsiteX328" fmla="*/ 206556 w 337702"/>
                <a:gd name="connsiteY328" fmla="*/ 65573 h 354096"/>
                <a:gd name="connsiteX329" fmla="*/ 203278 w 337702"/>
                <a:gd name="connsiteY329" fmla="*/ 63934 h 354096"/>
                <a:gd name="connsiteX330" fmla="*/ 204917 w 337702"/>
                <a:gd name="connsiteY330" fmla="*/ 68852 h 354096"/>
                <a:gd name="connsiteX331" fmla="*/ 209835 w 337702"/>
                <a:gd name="connsiteY331" fmla="*/ 70492 h 354096"/>
                <a:gd name="connsiteX332" fmla="*/ 213114 w 337702"/>
                <a:gd name="connsiteY332" fmla="*/ 68852 h 354096"/>
                <a:gd name="connsiteX333" fmla="*/ 218032 w 337702"/>
                <a:gd name="connsiteY333" fmla="*/ 70492 h 354096"/>
                <a:gd name="connsiteX334" fmla="*/ 218032 w 337702"/>
                <a:gd name="connsiteY334" fmla="*/ 72131 h 354096"/>
                <a:gd name="connsiteX335" fmla="*/ 221310 w 337702"/>
                <a:gd name="connsiteY335" fmla="*/ 75410 h 354096"/>
                <a:gd name="connsiteX336" fmla="*/ 224589 w 337702"/>
                <a:gd name="connsiteY336" fmla="*/ 78688 h 354096"/>
                <a:gd name="connsiteX337" fmla="*/ 226228 w 337702"/>
                <a:gd name="connsiteY337" fmla="*/ 83606 h 354096"/>
                <a:gd name="connsiteX338" fmla="*/ 227868 w 337702"/>
                <a:gd name="connsiteY338" fmla="*/ 85246 h 354096"/>
                <a:gd name="connsiteX339" fmla="*/ 227868 w 337702"/>
                <a:gd name="connsiteY339" fmla="*/ 90164 h 354096"/>
                <a:gd name="connsiteX340" fmla="*/ 229507 w 337702"/>
                <a:gd name="connsiteY340" fmla="*/ 93442 h 354096"/>
                <a:gd name="connsiteX341" fmla="*/ 227868 w 337702"/>
                <a:gd name="connsiteY341" fmla="*/ 95082 h 354096"/>
                <a:gd name="connsiteX342" fmla="*/ 227868 w 337702"/>
                <a:gd name="connsiteY342" fmla="*/ 100000 h 354096"/>
                <a:gd name="connsiteX343" fmla="*/ 229507 w 337702"/>
                <a:gd name="connsiteY343" fmla="*/ 103278 h 354096"/>
                <a:gd name="connsiteX344" fmla="*/ 231146 w 337702"/>
                <a:gd name="connsiteY344" fmla="*/ 104918 h 354096"/>
                <a:gd name="connsiteX345" fmla="*/ 231146 w 337702"/>
                <a:gd name="connsiteY345" fmla="*/ 108196 h 354096"/>
                <a:gd name="connsiteX346" fmla="*/ 231146 w 337702"/>
                <a:gd name="connsiteY346" fmla="*/ 111475 h 354096"/>
                <a:gd name="connsiteX347" fmla="*/ 232786 w 337702"/>
                <a:gd name="connsiteY347" fmla="*/ 113114 h 354096"/>
                <a:gd name="connsiteX348" fmla="*/ 232786 w 337702"/>
                <a:gd name="connsiteY348" fmla="*/ 116393 h 354096"/>
                <a:gd name="connsiteX349" fmla="*/ 231146 w 337702"/>
                <a:gd name="connsiteY349" fmla="*/ 121311 h 354096"/>
                <a:gd name="connsiteX350" fmla="*/ 231146 w 337702"/>
                <a:gd name="connsiteY350" fmla="*/ 124590 h 354096"/>
                <a:gd name="connsiteX351" fmla="*/ 231146 w 337702"/>
                <a:gd name="connsiteY351" fmla="*/ 127868 h 354096"/>
                <a:gd name="connsiteX352" fmla="*/ 231146 w 337702"/>
                <a:gd name="connsiteY352" fmla="*/ 131147 h 354096"/>
                <a:gd name="connsiteX353" fmla="*/ 231146 w 337702"/>
                <a:gd name="connsiteY353" fmla="*/ 134426 h 354096"/>
                <a:gd name="connsiteX354" fmla="*/ 231146 w 337702"/>
                <a:gd name="connsiteY354" fmla="*/ 137704 h 354096"/>
                <a:gd name="connsiteX355" fmla="*/ 234425 w 337702"/>
                <a:gd name="connsiteY355" fmla="*/ 142622 h 354096"/>
                <a:gd name="connsiteX356" fmla="*/ 234425 w 337702"/>
                <a:gd name="connsiteY356" fmla="*/ 145901 h 354096"/>
                <a:gd name="connsiteX357" fmla="*/ 232786 w 337702"/>
                <a:gd name="connsiteY357" fmla="*/ 149180 h 354096"/>
                <a:gd name="connsiteX358" fmla="*/ 229507 w 337702"/>
                <a:gd name="connsiteY358" fmla="*/ 152458 h 354096"/>
                <a:gd name="connsiteX359" fmla="*/ 226228 w 337702"/>
                <a:gd name="connsiteY359" fmla="*/ 155737 h 354096"/>
                <a:gd name="connsiteX360" fmla="*/ 226228 w 337702"/>
                <a:gd name="connsiteY360" fmla="*/ 155737 h 354096"/>
                <a:gd name="connsiteX361" fmla="*/ 224589 w 337702"/>
                <a:gd name="connsiteY361" fmla="*/ 155737 h 354096"/>
                <a:gd name="connsiteX362" fmla="*/ 221310 w 337702"/>
                <a:gd name="connsiteY362" fmla="*/ 159016 h 354096"/>
                <a:gd name="connsiteX363" fmla="*/ 221310 w 337702"/>
                <a:gd name="connsiteY363" fmla="*/ 163934 h 354096"/>
                <a:gd name="connsiteX364" fmla="*/ 221310 w 337702"/>
                <a:gd name="connsiteY364" fmla="*/ 167213 h 354096"/>
                <a:gd name="connsiteX365" fmla="*/ 221310 w 337702"/>
                <a:gd name="connsiteY365" fmla="*/ 168852 h 354096"/>
                <a:gd name="connsiteX366" fmla="*/ 221310 w 337702"/>
                <a:gd name="connsiteY366" fmla="*/ 173770 h 354096"/>
                <a:gd name="connsiteX367" fmla="*/ 219672 w 337702"/>
                <a:gd name="connsiteY367" fmla="*/ 177048 h 354096"/>
                <a:gd name="connsiteX368" fmla="*/ 218032 w 337702"/>
                <a:gd name="connsiteY368" fmla="*/ 180327 h 354096"/>
                <a:gd name="connsiteX369" fmla="*/ 216393 w 337702"/>
                <a:gd name="connsiteY369" fmla="*/ 185245 h 354096"/>
                <a:gd name="connsiteX370" fmla="*/ 213114 w 337702"/>
                <a:gd name="connsiteY370" fmla="*/ 188524 h 354096"/>
                <a:gd name="connsiteX371" fmla="*/ 209835 w 337702"/>
                <a:gd name="connsiteY371" fmla="*/ 188524 h 354096"/>
                <a:gd name="connsiteX372" fmla="*/ 204917 w 337702"/>
                <a:gd name="connsiteY372" fmla="*/ 191803 h 354096"/>
                <a:gd name="connsiteX373" fmla="*/ 201638 w 337702"/>
                <a:gd name="connsiteY373" fmla="*/ 195081 h 354096"/>
                <a:gd name="connsiteX374" fmla="*/ 198359 w 337702"/>
                <a:gd name="connsiteY374" fmla="*/ 195081 h 354096"/>
                <a:gd name="connsiteX375" fmla="*/ 195081 w 337702"/>
                <a:gd name="connsiteY375" fmla="*/ 196720 h 354096"/>
                <a:gd name="connsiteX376" fmla="*/ 193442 w 337702"/>
                <a:gd name="connsiteY376" fmla="*/ 198360 h 354096"/>
                <a:gd name="connsiteX377" fmla="*/ 190163 w 337702"/>
                <a:gd name="connsiteY377" fmla="*/ 198360 h 354096"/>
                <a:gd name="connsiteX378" fmla="*/ 190163 w 337702"/>
                <a:gd name="connsiteY378" fmla="*/ 201638 h 354096"/>
                <a:gd name="connsiteX379" fmla="*/ 188524 w 337702"/>
                <a:gd name="connsiteY379" fmla="*/ 206557 h 354096"/>
                <a:gd name="connsiteX380" fmla="*/ 185245 w 337702"/>
                <a:gd name="connsiteY380" fmla="*/ 206557 h 354096"/>
                <a:gd name="connsiteX381" fmla="*/ 181966 w 337702"/>
                <a:gd name="connsiteY381" fmla="*/ 206557 h 354096"/>
                <a:gd name="connsiteX382" fmla="*/ 178688 w 337702"/>
                <a:gd name="connsiteY382" fmla="*/ 204917 h 354096"/>
                <a:gd name="connsiteX383" fmla="*/ 173769 w 337702"/>
                <a:gd name="connsiteY383" fmla="*/ 201638 h 354096"/>
                <a:gd name="connsiteX384" fmla="*/ 173769 w 337702"/>
                <a:gd name="connsiteY384" fmla="*/ 198360 h 354096"/>
                <a:gd name="connsiteX385" fmla="*/ 172130 w 337702"/>
                <a:gd name="connsiteY385" fmla="*/ 195081 h 354096"/>
                <a:gd name="connsiteX386" fmla="*/ 168851 w 337702"/>
                <a:gd name="connsiteY386" fmla="*/ 193442 h 354096"/>
                <a:gd name="connsiteX387" fmla="*/ 165573 w 337702"/>
                <a:gd name="connsiteY387" fmla="*/ 191803 h 354096"/>
                <a:gd name="connsiteX388" fmla="*/ 165573 w 337702"/>
                <a:gd name="connsiteY388" fmla="*/ 188524 h 354096"/>
                <a:gd name="connsiteX389" fmla="*/ 170491 w 337702"/>
                <a:gd name="connsiteY389" fmla="*/ 186885 h 354096"/>
                <a:gd name="connsiteX390" fmla="*/ 170491 w 337702"/>
                <a:gd name="connsiteY390" fmla="*/ 183606 h 354096"/>
                <a:gd name="connsiteX391" fmla="*/ 173769 w 337702"/>
                <a:gd name="connsiteY391" fmla="*/ 180327 h 354096"/>
                <a:gd name="connsiteX392" fmla="*/ 172130 w 337702"/>
                <a:gd name="connsiteY392" fmla="*/ 177048 h 354096"/>
                <a:gd name="connsiteX393" fmla="*/ 173769 w 337702"/>
                <a:gd name="connsiteY393" fmla="*/ 173770 h 354096"/>
                <a:gd name="connsiteX394" fmla="*/ 170491 w 337702"/>
                <a:gd name="connsiteY394" fmla="*/ 173770 h 354096"/>
                <a:gd name="connsiteX395" fmla="*/ 165573 w 337702"/>
                <a:gd name="connsiteY395" fmla="*/ 175409 h 354096"/>
                <a:gd name="connsiteX396" fmla="*/ 162295 w 337702"/>
                <a:gd name="connsiteY396" fmla="*/ 177048 h 354096"/>
                <a:gd name="connsiteX397" fmla="*/ 159016 w 337702"/>
                <a:gd name="connsiteY397" fmla="*/ 178688 h 354096"/>
                <a:gd name="connsiteX398" fmla="*/ 155737 w 337702"/>
                <a:gd name="connsiteY398" fmla="*/ 181966 h 354096"/>
                <a:gd name="connsiteX399" fmla="*/ 155737 w 337702"/>
                <a:gd name="connsiteY399" fmla="*/ 186885 h 354096"/>
                <a:gd name="connsiteX400" fmla="*/ 159016 w 337702"/>
                <a:gd name="connsiteY400" fmla="*/ 190163 h 354096"/>
                <a:gd name="connsiteX401" fmla="*/ 160655 w 337702"/>
                <a:gd name="connsiteY401" fmla="*/ 193442 h 354096"/>
                <a:gd name="connsiteX402" fmla="*/ 163934 w 337702"/>
                <a:gd name="connsiteY402" fmla="*/ 198360 h 354096"/>
                <a:gd name="connsiteX403" fmla="*/ 165573 w 337702"/>
                <a:gd name="connsiteY403" fmla="*/ 201638 h 354096"/>
                <a:gd name="connsiteX404" fmla="*/ 165573 w 337702"/>
                <a:gd name="connsiteY404" fmla="*/ 206557 h 354096"/>
                <a:gd name="connsiteX405" fmla="*/ 165573 w 337702"/>
                <a:gd name="connsiteY405" fmla="*/ 209835 h 354096"/>
                <a:gd name="connsiteX406" fmla="*/ 165573 w 337702"/>
                <a:gd name="connsiteY406" fmla="*/ 213114 h 354096"/>
                <a:gd name="connsiteX407" fmla="*/ 163934 w 337702"/>
                <a:gd name="connsiteY407" fmla="*/ 216393 h 354096"/>
                <a:gd name="connsiteX408" fmla="*/ 162295 w 337702"/>
                <a:gd name="connsiteY408" fmla="*/ 221310 h 354096"/>
                <a:gd name="connsiteX409" fmla="*/ 160655 w 337702"/>
                <a:gd name="connsiteY409" fmla="*/ 224589 h 354096"/>
                <a:gd name="connsiteX410" fmla="*/ 159016 w 337702"/>
                <a:gd name="connsiteY410" fmla="*/ 227868 h 354096"/>
                <a:gd name="connsiteX411" fmla="*/ 155737 w 337702"/>
                <a:gd name="connsiteY411" fmla="*/ 229507 h 354096"/>
                <a:gd name="connsiteX412" fmla="*/ 155737 w 337702"/>
                <a:gd name="connsiteY412" fmla="*/ 234425 h 354096"/>
                <a:gd name="connsiteX413" fmla="*/ 154098 w 337702"/>
                <a:gd name="connsiteY413" fmla="*/ 237704 h 354096"/>
                <a:gd name="connsiteX414" fmla="*/ 154098 w 337702"/>
                <a:gd name="connsiteY414" fmla="*/ 240983 h 354096"/>
                <a:gd name="connsiteX415" fmla="*/ 157376 w 337702"/>
                <a:gd name="connsiteY415" fmla="*/ 244261 h 354096"/>
                <a:gd name="connsiteX416" fmla="*/ 160655 w 337702"/>
                <a:gd name="connsiteY416" fmla="*/ 247540 h 354096"/>
                <a:gd name="connsiteX417" fmla="*/ 163934 w 337702"/>
                <a:gd name="connsiteY417" fmla="*/ 252458 h 354096"/>
                <a:gd name="connsiteX418" fmla="*/ 163934 w 337702"/>
                <a:gd name="connsiteY418" fmla="*/ 255737 h 354096"/>
                <a:gd name="connsiteX419" fmla="*/ 160655 w 337702"/>
                <a:gd name="connsiteY419" fmla="*/ 254097 h 354096"/>
                <a:gd name="connsiteX420" fmla="*/ 160655 w 337702"/>
                <a:gd name="connsiteY420" fmla="*/ 257376 h 354096"/>
                <a:gd name="connsiteX421" fmla="*/ 155737 w 337702"/>
                <a:gd name="connsiteY421" fmla="*/ 257376 h 354096"/>
                <a:gd name="connsiteX422" fmla="*/ 155737 w 337702"/>
                <a:gd name="connsiteY422" fmla="*/ 260655 h 354096"/>
                <a:gd name="connsiteX423" fmla="*/ 152458 w 337702"/>
                <a:gd name="connsiteY423" fmla="*/ 262294 h 354096"/>
                <a:gd name="connsiteX424" fmla="*/ 149179 w 337702"/>
                <a:gd name="connsiteY424" fmla="*/ 262294 h 354096"/>
                <a:gd name="connsiteX425" fmla="*/ 144261 w 337702"/>
                <a:gd name="connsiteY425" fmla="*/ 260655 h 354096"/>
                <a:gd name="connsiteX426" fmla="*/ 144261 w 337702"/>
                <a:gd name="connsiteY426" fmla="*/ 260655 h 354096"/>
                <a:gd name="connsiteX427" fmla="*/ 140983 w 337702"/>
                <a:gd name="connsiteY427" fmla="*/ 260655 h 354096"/>
                <a:gd name="connsiteX428" fmla="*/ 142623 w 337702"/>
                <a:gd name="connsiteY428" fmla="*/ 263933 h 354096"/>
                <a:gd name="connsiteX429" fmla="*/ 139344 w 337702"/>
                <a:gd name="connsiteY429" fmla="*/ 262294 h 354096"/>
                <a:gd name="connsiteX430" fmla="*/ 136065 w 337702"/>
                <a:gd name="connsiteY430" fmla="*/ 260655 h 354096"/>
                <a:gd name="connsiteX431" fmla="*/ 134426 w 337702"/>
                <a:gd name="connsiteY431" fmla="*/ 257376 h 354096"/>
                <a:gd name="connsiteX432" fmla="*/ 136065 w 337702"/>
                <a:gd name="connsiteY432" fmla="*/ 254097 h 354096"/>
                <a:gd name="connsiteX433" fmla="*/ 131147 w 337702"/>
                <a:gd name="connsiteY433" fmla="*/ 250819 h 354096"/>
                <a:gd name="connsiteX434" fmla="*/ 127868 w 337702"/>
                <a:gd name="connsiteY434" fmla="*/ 252458 h 354096"/>
                <a:gd name="connsiteX435" fmla="*/ 124589 w 337702"/>
                <a:gd name="connsiteY435" fmla="*/ 254097 h 354096"/>
                <a:gd name="connsiteX436" fmla="*/ 121311 w 337702"/>
                <a:gd name="connsiteY436" fmla="*/ 255737 h 354096"/>
                <a:gd name="connsiteX437" fmla="*/ 118032 w 337702"/>
                <a:gd name="connsiteY437" fmla="*/ 255737 h 354096"/>
                <a:gd name="connsiteX438" fmla="*/ 114754 w 337702"/>
                <a:gd name="connsiteY438" fmla="*/ 255737 h 354096"/>
                <a:gd name="connsiteX439" fmla="*/ 111475 w 337702"/>
                <a:gd name="connsiteY439" fmla="*/ 255737 h 354096"/>
                <a:gd name="connsiteX440" fmla="*/ 108196 w 337702"/>
                <a:gd name="connsiteY440" fmla="*/ 255737 h 354096"/>
                <a:gd name="connsiteX441" fmla="*/ 103278 w 337702"/>
                <a:gd name="connsiteY441" fmla="*/ 257376 h 354096"/>
                <a:gd name="connsiteX442" fmla="*/ 101639 w 337702"/>
                <a:gd name="connsiteY442" fmla="*/ 259015 h 354096"/>
                <a:gd name="connsiteX443" fmla="*/ 98360 w 337702"/>
                <a:gd name="connsiteY443" fmla="*/ 260655 h 354096"/>
                <a:gd name="connsiteX444" fmla="*/ 95081 w 337702"/>
                <a:gd name="connsiteY444" fmla="*/ 262294 h 354096"/>
                <a:gd name="connsiteX445" fmla="*/ 90164 w 337702"/>
                <a:gd name="connsiteY445" fmla="*/ 262294 h 354096"/>
                <a:gd name="connsiteX446" fmla="*/ 86885 w 337702"/>
                <a:gd name="connsiteY446" fmla="*/ 262294 h 354096"/>
                <a:gd name="connsiteX447" fmla="*/ 83606 w 337702"/>
                <a:gd name="connsiteY447" fmla="*/ 262294 h 354096"/>
                <a:gd name="connsiteX448" fmla="*/ 80328 w 337702"/>
                <a:gd name="connsiteY448" fmla="*/ 262294 h 354096"/>
                <a:gd name="connsiteX449" fmla="*/ 75409 w 337702"/>
                <a:gd name="connsiteY449" fmla="*/ 262294 h 354096"/>
                <a:gd name="connsiteX450" fmla="*/ 72131 w 337702"/>
                <a:gd name="connsiteY450" fmla="*/ 263933 h 354096"/>
                <a:gd name="connsiteX451" fmla="*/ 68852 w 337702"/>
                <a:gd name="connsiteY451" fmla="*/ 263933 h 354096"/>
                <a:gd name="connsiteX452" fmla="*/ 63935 w 337702"/>
                <a:gd name="connsiteY452" fmla="*/ 260655 h 354096"/>
                <a:gd name="connsiteX453" fmla="*/ 63935 w 337702"/>
                <a:gd name="connsiteY453" fmla="*/ 259015 h 354096"/>
                <a:gd name="connsiteX454" fmla="*/ 60656 w 337702"/>
                <a:gd name="connsiteY454" fmla="*/ 259015 h 354096"/>
                <a:gd name="connsiteX455" fmla="*/ 55738 w 337702"/>
                <a:gd name="connsiteY455" fmla="*/ 260655 h 354096"/>
                <a:gd name="connsiteX456" fmla="*/ 52459 w 337702"/>
                <a:gd name="connsiteY456" fmla="*/ 262294 h 354096"/>
                <a:gd name="connsiteX457" fmla="*/ 49180 w 337702"/>
                <a:gd name="connsiteY457" fmla="*/ 263933 h 354096"/>
                <a:gd name="connsiteX458" fmla="*/ 44262 w 337702"/>
                <a:gd name="connsiteY458" fmla="*/ 265573 h 354096"/>
                <a:gd name="connsiteX459" fmla="*/ 47541 w 337702"/>
                <a:gd name="connsiteY459" fmla="*/ 268851 h 354096"/>
                <a:gd name="connsiteX460" fmla="*/ 44262 w 337702"/>
                <a:gd name="connsiteY460" fmla="*/ 272130 h 354096"/>
                <a:gd name="connsiteX461" fmla="*/ 40983 w 337702"/>
                <a:gd name="connsiteY461" fmla="*/ 277048 h 354096"/>
                <a:gd name="connsiteX462" fmla="*/ 39344 w 337702"/>
                <a:gd name="connsiteY462" fmla="*/ 280327 h 354096"/>
                <a:gd name="connsiteX463" fmla="*/ 36066 w 337702"/>
                <a:gd name="connsiteY463" fmla="*/ 283605 h 354096"/>
                <a:gd name="connsiteX464" fmla="*/ 34426 w 337702"/>
                <a:gd name="connsiteY464" fmla="*/ 286884 h 354096"/>
                <a:gd name="connsiteX465" fmla="*/ 31148 w 337702"/>
                <a:gd name="connsiteY465" fmla="*/ 290163 h 354096"/>
                <a:gd name="connsiteX466" fmla="*/ 29508 w 337702"/>
                <a:gd name="connsiteY466" fmla="*/ 293441 h 354096"/>
                <a:gd name="connsiteX467" fmla="*/ 26229 w 337702"/>
                <a:gd name="connsiteY467" fmla="*/ 298359 h 354096"/>
                <a:gd name="connsiteX468" fmla="*/ 22951 w 337702"/>
                <a:gd name="connsiteY468" fmla="*/ 298359 h 354096"/>
                <a:gd name="connsiteX469" fmla="*/ 19672 w 337702"/>
                <a:gd name="connsiteY469" fmla="*/ 301638 h 354096"/>
                <a:gd name="connsiteX470" fmla="*/ 18032 w 337702"/>
                <a:gd name="connsiteY470" fmla="*/ 306556 h 354096"/>
                <a:gd name="connsiteX471" fmla="*/ 16393 w 337702"/>
                <a:gd name="connsiteY471" fmla="*/ 309835 h 354096"/>
                <a:gd name="connsiteX472" fmla="*/ 13114 w 337702"/>
                <a:gd name="connsiteY472" fmla="*/ 311474 h 354096"/>
                <a:gd name="connsiteX473" fmla="*/ 9836 w 337702"/>
                <a:gd name="connsiteY473" fmla="*/ 311474 h 354096"/>
                <a:gd name="connsiteX474" fmla="*/ 6558 w 337702"/>
                <a:gd name="connsiteY474" fmla="*/ 309835 h 354096"/>
                <a:gd name="connsiteX475" fmla="*/ 1639 w 337702"/>
                <a:gd name="connsiteY475" fmla="*/ 313113 h 354096"/>
                <a:gd name="connsiteX476" fmla="*/ 0 w 337702"/>
                <a:gd name="connsiteY476" fmla="*/ 316392 h 354096"/>
                <a:gd name="connsiteX477" fmla="*/ 4918 w 337702"/>
                <a:gd name="connsiteY477" fmla="*/ 319671 h 354096"/>
                <a:gd name="connsiteX478" fmla="*/ 3279 w 337702"/>
                <a:gd name="connsiteY478" fmla="*/ 324589 h 354096"/>
                <a:gd name="connsiteX479" fmla="*/ 6558 w 337702"/>
                <a:gd name="connsiteY479" fmla="*/ 327867 h 354096"/>
                <a:gd name="connsiteX480" fmla="*/ 8197 w 337702"/>
                <a:gd name="connsiteY480" fmla="*/ 331146 h 35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</a:cxnLst>
              <a:rect l="l" t="t" r="r" b="b"/>
              <a:pathLst>
                <a:path w="337702" h="354096">
                  <a:moveTo>
                    <a:pt x="8197" y="331146"/>
                  </a:moveTo>
                  <a:lnTo>
                    <a:pt x="9836" y="329507"/>
                  </a:lnTo>
                  <a:lnTo>
                    <a:pt x="9836" y="327867"/>
                  </a:lnTo>
                  <a:lnTo>
                    <a:pt x="13114" y="327867"/>
                  </a:lnTo>
                  <a:lnTo>
                    <a:pt x="18032" y="331146"/>
                  </a:lnTo>
                  <a:lnTo>
                    <a:pt x="21311" y="331146"/>
                  </a:lnTo>
                  <a:lnTo>
                    <a:pt x="24590" y="329507"/>
                  </a:lnTo>
                  <a:lnTo>
                    <a:pt x="29508" y="327867"/>
                  </a:lnTo>
                  <a:lnTo>
                    <a:pt x="32787" y="327867"/>
                  </a:lnTo>
                  <a:lnTo>
                    <a:pt x="36066" y="326228"/>
                  </a:lnTo>
                  <a:lnTo>
                    <a:pt x="40983" y="329507"/>
                  </a:lnTo>
                  <a:lnTo>
                    <a:pt x="44262" y="329507"/>
                  </a:lnTo>
                  <a:lnTo>
                    <a:pt x="47541" y="332785"/>
                  </a:lnTo>
                  <a:lnTo>
                    <a:pt x="50819" y="332785"/>
                  </a:lnTo>
                  <a:lnTo>
                    <a:pt x="55738" y="336064"/>
                  </a:lnTo>
                  <a:lnTo>
                    <a:pt x="52459" y="331146"/>
                  </a:lnTo>
                  <a:lnTo>
                    <a:pt x="54098" y="327867"/>
                  </a:lnTo>
                  <a:lnTo>
                    <a:pt x="52459" y="322950"/>
                  </a:lnTo>
                  <a:lnTo>
                    <a:pt x="50819" y="319671"/>
                  </a:lnTo>
                  <a:lnTo>
                    <a:pt x="50819" y="318031"/>
                  </a:lnTo>
                  <a:lnTo>
                    <a:pt x="52459" y="314753"/>
                  </a:lnTo>
                  <a:lnTo>
                    <a:pt x="55738" y="313113"/>
                  </a:lnTo>
                  <a:lnTo>
                    <a:pt x="59016" y="314753"/>
                  </a:lnTo>
                  <a:lnTo>
                    <a:pt x="63935" y="318031"/>
                  </a:lnTo>
                  <a:lnTo>
                    <a:pt x="63935" y="318031"/>
                  </a:lnTo>
                  <a:lnTo>
                    <a:pt x="68852" y="318031"/>
                  </a:lnTo>
                  <a:lnTo>
                    <a:pt x="70491" y="314753"/>
                  </a:lnTo>
                  <a:lnTo>
                    <a:pt x="73770" y="314753"/>
                  </a:lnTo>
                  <a:lnTo>
                    <a:pt x="78688" y="314753"/>
                  </a:lnTo>
                  <a:lnTo>
                    <a:pt x="81967" y="311474"/>
                  </a:lnTo>
                  <a:lnTo>
                    <a:pt x="81967" y="314753"/>
                  </a:lnTo>
                  <a:lnTo>
                    <a:pt x="83606" y="314753"/>
                  </a:lnTo>
                  <a:lnTo>
                    <a:pt x="85246" y="314753"/>
                  </a:lnTo>
                  <a:lnTo>
                    <a:pt x="85246" y="309835"/>
                  </a:lnTo>
                  <a:lnTo>
                    <a:pt x="86885" y="311474"/>
                  </a:lnTo>
                  <a:lnTo>
                    <a:pt x="90164" y="311474"/>
                  </a:lnTo>
                  <a:lnTo>
                    <a:pt x="90164" y="308195"/>
                  </a:lnTo>
                  <a:lnTo>
                    <a:pt x="95081" y="308195"/>
                  </a:lnTo>
                  <a:lnTo>
                    <a:pt x="98360" y="304917"/>
                  </a:lnTo>
                  <a:lnTo>
                    <a:pt x="101639" y="306556"/>
                  </a:lnTo>
                  <a:lnTo>
                    <a:pt x="104918" y="308195"/>
                  </a:lnTo>
                  <a:lnTo>
                    <a:pt x="109836" y="306556"/>
                  </a:lnTo>
                  <a:lnTo>
                    <a:pt x="109836" y="306556"/>
                  </a:lnTo>
                  <a:lnTo>
                    <a:pt x="109836" y="301638"/>
                  </a:lnTo>
                  <a:lnTo>
                    <a:pt x="106557" y="303277"/>
                  </a:lnTo>
                  <a:lnTo>
                    <a:pt x="109836" y="301638"/>
                  </a:lnTo>
                  <a:lnTo>
                    <a:pt x="114754" y="299999"/>
                  </a:lnTo>
                  <a:lnTo>
                    <a:pt x="116393" y="296720"/>
                  </a:lnTo>
                  <a:lnTo>
                    <a:pt x="118032" y="296720"/>
                  </a:lnTo>
                  <a:lnTo>
                    <a:pt x="118032" y="296720"/>
                  </a:lnTo>
                  <a:lnTo>
                    <a:pt x="119671" y="296720"/>
                  </a:lnTo>
                  <a:lnTo>
                    <a:pt x="121311" y="296720"/>
                  </a:lnTo>
                  <a:lnTo>
                    <a:pt x="124589" y="295081"/>
                  </a:lnTo>
                  <a:lnTo>
                    <a:pt x="127868" y="293441"/>
                  </a:lnTo>
                  <a:lnTo>
                    <a:pt x="132786" y="293441"/>
                  </a:lnTo>
                  <a:lnTo>
                    <a:pt x="136065" y="296720"/>
                  </a:lnTo>
                  <a:lnTo>
                    <a:pt x="139344" y="298359"/>
                  </a:lnTo>
                  <a:lnTo>
                    <a:pt x="144261" y="299999"/>
                  </a:lnTo>
                  <a:lnTo>
                    <a:pt x="147540" y="301638"/>
                  </a:lnTo>
                  <a:lnTo>
                    <a:pt x="150819" y="298359"/>
                  </a:lnTo>
                  <a:lnTo>
                    <a:pt x="155737" y="296720"/>
                  </a:lnTo>
                  <a:lnTo>
                    <a:pt x="159016" y="298359"/>
                  </a:lnTo>
                  <a:lnTo>
                    <a:pt x="159016" y="298359"/>
                  </a:lnTo>
                  <a:lnTo>
                    <a:pt x="160655" y="301638"/>
                  </a:lnTo>
                  <a:lnTo>
                    <a:pt x="162295" y="304917"/>
                  </a:lnTo>
                  <a:lnTo>
                    <a:pt x="160655" y="309835"/>
                  </a:lnTo>
                  <a:lnTo>
                    <a:pt x="157376" y="313113"/>
                  </a:lnTo>
                  <a:lnTo>
                    <a:pt x="154098" y="314753"/>
                  </a:lnTo>
                  <a:lnTo>
                    <a:pt x="154098" y="314753"/>
                  </a:lnTo>
                  <a:lnTo>
                    <a:pt x="157376" y="318031"/>
                  </a:lnTo>
                  <a:lnTo>
                    <a:pt x="160655" y="322950"/>
                  </a:lnTo>
                  <a:lnTo>
                    <a:pt x="160655" y="326228"/>
                  </a:lnTo>
                  <a:lnTo>
                    <a:pt x="160655" y="329507"/>
                  </a:lnTo>
                  <a:lnTo>
                    <a:pt x="162295" y="334425"/>
                  </a:lnTo>
                  <a:lnTo>
                    <a:pt x="167213" y="336064"/>
                  </a:lnTo>
                  <a:lnTo>
                    <a:pt x="170491" y="337703"/>
                  </a:lnTo>
                  <a:lnTo>
                    <a:pt x="173769" y="339343"/>
                  </a:lnTo>
                  <a:lnTo>
                    <a:pt x="175409" y="344261"/>
                  </a:lnTo>
                  <a:lnTo>
                    <a:pt x="178688" y="347540"/>
                  </a:lnTo>
                  <a:lnTo>
                    <a:pt x="183606" y="349179"/>
                  </a:lnTo>
                  <a:lnTo>
                    <a:pt x="186885" y="350818"/>
                  </a:lnTo>
                  <a:lnTo>
                    <a:pt x="190163" y="350818"/>
                  </a:lnTo>
                  <a:lnTo>
                    <a:pt x="195081" y="354097"/>
                  </a:lnTo>
                  <a:lnTo>
                    <a:pt x="196720" y="349179"/>
                  </a:lnTo>
                  <a:lnTo>
                    <a:pt x="198359" y="345900"/>
                  </a:lnTo>
                  <a:lnTo>
                    <a:pt x="198359" y="342622"/>
                  </a:lnTo>
                  <a:lnTo>
                    <a:pt x="198359" y="342622"/>
                  </a:lnTo>
                  <a:lnTo>
                    <a:pt x="198359" y="337703"/>
                  </a:lnTo>
                  <a:lnTo>
                    <a:pt x="198359" y="334425"/>
                  </a:lnTo>
                  <a:lnTo>
                    <a:pt x="201638" y="331146"/>
                  </a:lnTo>
                  <a:lnTo>
                    <a:pt x="201638" y="327867"/>
                  </a:lnTo>
                  <a:lnTo>
                    <a:pt x="201638" y="322950"/>
                  </a:lnTo>
                  <a:lnTo>
                    <a:pt x="201638" y="319671"/>
                  </a:lnTo>
                  <a:lnTo>
                    <a:pt x="204917" y="318031"/>
                  </a:lnTo>
                  <a:lnTo>
                    <a:pt x="209835" y="316392"/>
                  </a:lnTo>
                  <a:lnTo>
                    <a:pt x="213114" y="314753"/>
                  </a:lnTo>
                  <a:lnTo>
                    <a:pt x="216393" y="316392"/>
                  </a:lnTo>
                  <a:lnTo>
                    <a:pt x="221310" y="316392"/>
                  </a:lnTo>
                  <a:lnTo>
                    <a:pt x="218032" y="311474"/>
                  </a:lnTo>
                  <a:lnTo>
                    <a:pt x="216393" y="308195"/>
                  </a:lnTo>
                  <a:lnTo>
                    <a:pt x="213114" y="306556"/>
                  </a:lnTo>
                  <a:lnTo>
                    <a:pt x="208196" y="304917"/>
                  </a:lnTo>
                  <a:lnTo>
                    <a:pt x="204917" y="301638"/>
                  </a:lnTo>
                  <a:lnTo>
                    <a:pt x="201638" y="301638"/>
                  </a:lnTo>
                  <a:lnTo>
                    <a:pt x="198359" y="298359"/>
                  </a:lnTo>
                  <a:lnTo>
                    <a:pt x="198359" y="295081"/>
                  </a:lnTo>
                  <a:lnTo>
                    <a:pt x="199999" y="290163"/>
                  </a:lnTo>
                  <a:lnTo>
                    <a:pt x="198359" y="286884"/>
                  </a:lnTo>
                  <a:lnTo>
                    <a:pt x="199999" y="283605"/>
                  </a:lnTo>
                  <a:lnTo>
                    <a:pt x="201638" y="283605"/>
                  </a:lnTo>
                  <a:lnTo>
                    <a:pt x="203278" y="281966"/>
                  </a:lnTo>
                  <a:lnTo>
                    <a:pt x="206556" y="283605"/>
                  </a:lnTo>
                  <a:lnTo>
                    <a:pt x="204917" y="286884"/>
                  </a:lnTo>
                  <a:lnTo>
                    <a:pt x="208196" y="291802"/>
                  </a:lnTo>
                  <a:lnTo>
                    <a:pt x="209835" y="295081"/>
                  </a:lnTo>
                  <a:lnTo>
                    <a:pt x="213114" y="295081"/>
                  </a:lnTo>
                  <a:lnTo>
                    <a:pt x="211475" y="291802"/>
                  </a:lnTo>
                  <a:lnTo>
                    <a:pt x="211475" y="288523"/>
                  </a:lnTo>
                  <a:lnTo>
                    <a:pt x="213114" y="291802"/>
                  </a:lnTo>
                  <a:lnTo>
                    <a:pt x="218032" y="295081"/>
                  </a:lnTo>
                  <a:lnTo>
                    <a:pt x="221310" y="295081"/>
                  </a:lnTo>
                  <a:lnTo>
                    <a:pt x="221310" y="295081"/>
                  </a:lnTo>
                  <a:lnTo>
                    <a:pt x="224589" y="293441"/>
                  </a:lnTo>
                  <a:lnTo>
                    <a:pt x="227868" y="296720"/>
                  </a:lnTo>
                  <a:lnTo>
                    <a:pt x="224589" y="299999"/>
                  </a:lnTo>
                  <a:lnTo>
                    <a:pt x="222949" y="303277"/>
                  </a:lnTo>
                  <a:lnTo>
                    <a:pt x="226228" y="301638"/>
                  </a:lnTo>
                  <a:lnTo>
                    <a:pt x="231146" y="299999"/>
                  </a:lnTo>
                  <a:lnTo>
                    <a:pt x="234425" y="299999"/>
                  </a:lnTo>
                  <a:lnTo>
                    <a:pt x="234425" y="299999"/>
                  </a:lnTo>
                  <a:lnTo>
                    <a:pt x="237704" y="298359"/>
                  </a:lnTo>
                  <a:lnTo>
                    <a:pt x="239343" y="298359"/>
                  </a:lnTo>
                  <a:lnTo>
                    <a:pt x="242622" y="299999"/>
                  </a:lnTo>
                  <a:lnTo>
                    <a:pt x="245901" y="299999"/>
                  </a:lnTo>
                  <a:lnTo>
                    <a:pt x="247539" y="299999"/>
                  </a:lnTo>
                  <a:lnTo>
                    <a:pt x="252458" y="299999"/>
                  </a:lnTo>
                  <a:lnTo>
                    <a:pt x="255736" y="299999"/>
                  </a:lnTo>
                  <a:lnTo>
                    <a:pt x="259015" y="301638"/>
                  </a:lnTo>
                  <a:lnTo>
                    <a:pt x="262294" y="301638"/>
                  </a:lnTo>
                  <a:lnTo>
                    <a:pt x="260655" y="298359"/>
                  </a:lnTo>
                  <a:lnTo>
                    <a:pt x="262294" y="295081"/>
                  </a:lnTo>
                  <a:lnTo>
                    <a:pt x="262294" y="291802"/>
                  </a:lnTo>
                  <a:lnTo>
                    <a:pt x="263933" y="286884"/>
                  </a:lnTo>
                  <a:lnTo>
                    <a:pt x="265573" y="283605"/>
                  </a:lnTo>
                  <a:lnTo>
                    <a:pt x="267212" y="280327"/>
                  </a:lnTo>
                  <a:lnTo>
                    <a:pt x="272130" y="278687"/>
                  </a:lnTo>
                  <a:lnTo>
                    <a:pt x="275408" y="280327"/>
                  </a:lnTo>
                  <a:lnTo>
                    <a:pt x="278687" y="283605"/>
                  </a:lnTo>
                  <a:lnTo>
                    <a:pt x="275408" y="285245"/>
                  </a:lnTo>
                  <a:lnTo>
                    <a:pt x="277048" y="288523"/>
                  </a:lnTo>
                  <a:lnTo>
                    <a:pt x="278687" y="293441"/>
                  </a:lnTo>
                  <a:lnTo>
                    <a:pt x="280326" y="296720"/>
                  </a:lnTo>
                  <a:lnTo>
                    <a:pt x="281966" y="299999"/>
                  </a:lnTo>
                  <a:lnTo>
                    <a:pt x="286884" y="301638"/>
                  </a:lnTo>
                  <a:lnTo>
                    <a:pt x="288523" y="298359"/>
                  </a:lnTo>
                  <a:lnTo>
                    <a:pt x="290163" y="293441"/>
                  </a:lnTo>
                  <a:lnTo>
                    <a:pt x="290163" y="290163"/>
                  </a:lnTo>
                  <a:lnTo>
                    <a:pt x="290163" y="286884"/>
                  </a:lnTo>
                  <a:lnTo>
                    <a:pt x="286884" y="283605"/>
                  </a:lnTo>
                  <a:lnTo>
                    <a:pt x="285245" y="278687"/>
                  </a:lnTo>
                  <a:lnTo>
                    <a:pt x="285245" y="277048"/>
                  </a:lnTo>
                  <a:lnTo>
                    <a:pt x="285245" y="272130"/>
                  </a:lnTo>
                  <a:lnTo>
                    <a:pt x="288523" y="270491"/>
                  </a:lnTo>
                  <a:lnTo>
                    <a:pt x="293442" y="270491"/>
                  </a:lnTo>
                  <a:lnTo>
                    <a:pt x="296720" y="272130"/>
                  </a:lnTo>
                  <a:lnTo>
                    <a:pt x="299998" y="273769"/>
                  </a:lnTo>
                  <a:lnTo>
                    <a:pt x="304916" y="277048"/>
                  </a:lnTo>
                  <a:lnTo>
                    <a:pt x="304916" y="272130"/>
                  </a:lnTo>
                  <a:lnTo>
                    <a:pt x="301638" y="270491"/>
                  </a:lnTo>
                  <a:lnTo>
                    <a:pt x="299998" y="267212"/>
                  </a:lnTo>
                  <a:lnTo>
                    <a:pt x="298360" y="263933"/>
                  </a:lnTo>
                  <a:lnTo>
                    <a:pt x="301638" y="262294"/>
                  </a:lnTo>
                  <a:lnTo>
                    <a:pt x="299998" y="260655"/>
                  </a:lnTo>
                  <a:lnTo>
                    <a:pt x="301638" y="255737"/>
                  </a:lnTo>
                  <a:lnTo>
                    <a:pt x="303277" y="257376"/>
                  </a:lnTo>
                  <a:lnTo>
                    <a:pt x="306556" y="255737"/>
                  </a:lnTo>
                  <a:lnTo>
                    <a:pt x="309835" y="255737"/>
                  </a:lnTo>
                  <a:lnTo>
                    <a:pt x="313113" y="260655"/>
                  </a:lnTo>
                  <a:lnTo>
                    <a:pt x="311474" y="263933"/>
                  </a:lnTo>
                  <a:lnTo>
                    <a:pt x="309835" y="267212"/>
                  </a:lnTo>
                  <a:lnTo>
                    <a:pt x="308195" y="272130"/>
                  </a:lnTo>
                  <a:lnTo>
                    <a:pt x="311474" y="275409"/>
                  </a:lnTo>
                  <a:lnTo>
                    <a:pt x="311474" y="278687"/>
                  </a:lnTo>
                  <a:lnTo>
                    <a:pt x="313113" y="281966"/>
                  </a:lnTo>
                  <a:lnTo>
                    <a:pt x="311474" y="286884"/>
                  </a:lnTo>
                  <a:lnTo>
                    <a:pt x="316392" y="288523"/>
                  </a:lnTo>
                  <a:lnTo>
                    <a:pt x="319671" y="286884"/>
                  </a:lnTo>
                  <a:lnTo>
                    <a:pt x="319671" y="283605"/>
                  </a:lnTo>
                  <a:lnTo>
                    <a:pt x="321310" y="281966"/>
                  </a:lnTo>
                  <a:lnTo>
                    <a:pt x="324588" y="280327"/>
                  </a:lnTo>
                  <a:lnTo>
                    <a:pt x="327867" y="278687"/>
                  </a:lnTo>
                  <a:lnTo>
                    <a:pt x="331146" y="275409"/>
                  </a:lnTo>
                  <a:lnTo>
                    <a:pt x="329506" y="270491"/>
                  </a:lnTo>
                  <a:lnTo>
                    <a:pt x="326228" y="267212"/>
                  </a:lnTo>
                  <a:lnTo>
                    <a:pt x="326228" y="263933"/>
                  </a:lnTo>
                  <a:lnTo>
                    <a:pt x="327867" y="259015"/>
                  </a:lnTo>
                  <a:lnTo>
                    <a:pt x="329506" y="255737"/>
                  </a:lnTo>
                  <a:lnTo>
                    <a:pt x="332785" y="254097"/>
                  </a:lnTo>
                  <a:lnTo>
                    <a:pt x="337703" y="252458"/>
                  </a:lnTo>
                  <a:lnTo>
                    <a:pt x="336064" y="252458"/>
                  </a:lnTo>
                  <a:lnTo>
                    <a:pt x="332785" y="247540"/>
                  </a:lnTo>
                  <a:lnTo>
                    <a:pt x="327867" y="244261"/>
                  </a:lnTo>
                  <a:lnTo>
                    <a:pt x="324588" y="240983"/>
                  </a:lnTo>
                  <a:lnTo>
                    <a:pt x="321310" y="237704"/>
                  </a:lnTo>
                  <a:lnTo>
                    <a:pt x="318032" y="234425"/>
                  </a:lnTo>
                  <a:lnTo>
                    <a:pt x="316392" y="229507"/>
                  </a:lnTo>
                  <a:lnTo>
                    <a:pt x="314753" y="226229"/>
                  </a:lnTo>
                  <a:lnTo>
                    <a:pt x="313113" y="221310"/>
                  </a:lnTo>
                  <a:lnTo>
                    <a:pt x="313113" y="218032"/>
                  </a:lnTo>
                  <a:lnTo>
                    <a:pt x="313113" y="214753"/>
                  </a:lnTo>
                  <a:lnTo>
                    <a:pt x="311474" y="209835"/>
                  </a:lnTo>
                  <a:lnTo>
                    <a:pt x="311474" y="206557"/>
                  </a:lnTo>
                  <a:lnTo>
                    <a:pt x="311474" y="203278"/>
                  </a:lnTo>
                  <a:lnTo>
                    <a:pt x="311474" y="201638"/>
                  </a:lnTo>
                  <a:lnTo>
                    <a:pt x="314753" y="198360"/>
                  </a:lnTo>
                  <a:lnTo>
                    <a:pt x="314753" y="195081"/>
                  </a:lnTo>
                  <a:lnTo>
                    <a:pt x="313113" y="190163"/>
                  </a:lnTo>
                  <a:lnTo>
                    <a:pt x="311474" y="186885"/>
                  </a:lnTo>
                  <a:lnTo>
                    <a:pt x="309835" y="183606"/>
                  </a:lnTo>
                  <a:lnTo>
                    <a:pt x="308195" y="178688"/>
                  </a:lnTo>
                  <a:lnTo>
                    <a:pt x="306556" y="175409"/>
                  </a:lnTo>
                  <a:lnTo>
                    <a:pt x="304916" y="170491"/>
                  </a:lnTo>
                  <a:lnTo>
                    <a:pt x="303277" y="167213"/>
                  </a:lnTo>
                  <a:lnTo>
                    <a:pt x="301638" y="163934"/>
                  </a:lnTo>
                  <a:lnTo>
                    <a:pt x="296720" y="160655"/>
                  </a:lnTo>
                  <a:lnTo>
                    <a:pt x="293442" y="157376"/>
                  </a:lnTo>
                  <a:lnTo>
                    <a:pt x="293442" y="155737"/>
                  </a:lnTo>
                  <a:lnTo>
                    <a:pt x="291802" y="150819"/>
                  </a:lnTo>
                  <a:lnTo>
                    <a:pt x="290163" y="147540"/>
                  </a:lnTo>
                  <a:lnTo>
                    <a:pt x="288523" y="144262"/>
                  </a:lnTo>
                  <a:lnTo>
                    <a:pt x="290163" y="139344"/>
                  </a:lnTo>
                  <a:lnTo>
                    <a:pt x="290163" y="136065"/>
                  </a:lnTo>
                  <a:lnTo>
                    <a:pt x="293442" y="136065"/>
                  </a:lnTo>
                  <a:lnTo>
                    <a:pt x="296720" y="134426"/>
                  </a:lnTo>
                  <a:lnTo>
                    <a:pt x="298360" y="134426"/>
                  </a:lnTo>
                  <a:lnTo>
                    <a:pt x="299998" y="136065"/>
                  </a:lnTo>
                  <a:lnTo>
                    <a:pt x="303277" y="137704"/>
                  </a:lnTo>
                  <a:lnTo>
                    <a:pt x="306556" y="139344"/>
                  </a:lnTo>
                  <a:lnTo>
                    <a:pt x="304916" y="136065"/>
                  </a:lnTo>
                  <a:lnTo>
                    <a:pt x="301638" y="131147"/>
                  </a:lnTo>
                  <a:lnTo>
                    <a:pt x="299998" y="127868"/>
                  </a:lnTo>
                  <a:lnTo>
                    <a:pt x="299998" y="124590"/>
                  </a:lnTo>
                  <a:lnTo>
                    <a:pt x="298360" y="121311"/>
                  </a:lnTo>
                  <a:lnTo>
                    <a:pt x="296720" y="118032"/>
                  </a:lnTo>
                  <a:lnTo>
                    <a:pt x="298360" y="113114"/>
                  </a:lnTo>
                  <a:lnTo>
                    <a:pt x="295081" y="109836"/>
                  </a:lnTo>
                  <a:lnTo>
                    <a:pt x="298360" y="106557"/>
                  </a:lnTo>
                  <a:lnTo>
                    <a:pt x="301638" y="104918"/>
                  </a:lnTo>
                  <a:lnTo>
                    <a:pt x="299998" y="101639"/>
                  </a:lnTo>
                  <a:lnTo>
                    <a:pt x="301638" y="98360"/>
                  </a:lnTo>
                  <a:lnTo>
                    <a:pt x="299998" y="95082"/>
                  </a:lnTo>
                  <a:lnTo>
                    <a:pt x="298360" y="90164"/>
                  </a:lnTo>
                  <a:lnTo>
                    <a:pt x="296720" y="86885"/>
                  </a:lnTo>
                  <a:lnTo>
                    <a:pt x="295081" y="83606"/>
                  </a:lnTo>
                  <a:lnTo>
                    <a:pt x="291802" y="78688"/>
                  </a:lnTo>
                  <a:lnTo>
                    <a:pt x="291802" y="75410"/>
                  </a:lnTo>
                  <a:lnTo>
                    <a:pt x="288523" y="72131"/>
                  </a:lnTo>
                  <a:lnTo>
                    <a:pt x="285245" y="68852"/>
                  </a:lnTo>
                  <a:lnTo>
                    <a:pt x="281966" y="63934"/>
                  </a:lnTo>
                  <a:lnTo>
                    <a:pt x="281966" y="63934"/>
                  </a:lnTo>
                  <a:lnTo>
                    <a:pt x="278687" y="62295"/>
                  </a:lnTo>
                  <a:lnTo>
                    <a:pt x="277048" y="57377"/>
                  </a:lnTo>
                  <a:lnTo>
                    <a:pt x="273769" y="54098"/>
                  </a:lnTo>
                  <a:lnTo>
                    <a:pt x="270491" y="50820"/>
                  </a:lnTo>
                  <a:lnTo>
                    <a:pt x="265573" y="47541"/>
                  </a:lnTo>
                  <a:lnTo>
                    <a:pt x="262294" y="44262"/>
                  </a:lnTo>
                  <a:lnTo>
                    <a:pt x="260655" y="42623"/>
                  </a:lnTo>
                  <a:lnTo>
                    <a:pt x="257376" y="40983"/>
                  </a:lnTo>
                  <a:lnTo>
                    <a:pt x="252458" y="39344"/>
                  </a:lnTo>
                  <a:lnTo>
                    <a:pt x="250818" y="36066"/>
                  </a:lnTo>
                  <a:lnTo>
                    <a:pt x="247539" y="32787"/>
                  </a:lnTo>
                  <a:lnTo>
                    <a:pt x="244262" y="29508"/>
                  </a:lnTo>
                  <a:lnTo>
                    <a:pt x="242622" y="24590"/>
                  </a:lnTo>
                  <a:lnTo>
                    <a:pt x="240983" y="22951"/>
                  </a:lnTo>
                  <a:lnTo>
                    <a:pt x="239343" y="18033"/>
                  </a:lnTo>
                  <a:lnTo>
                    <a:pt x="236065" y="14754"/>
                  </a:lnTo>
                  <a:lnTo>
                    <a:pt x="234425" y="11476"/>
                  </a:lnTo>
                  <a:lnTo>
                    <a:pt x="234425" y="6557"/>
                  </a:lnTo>
                  <a:lnTo>
                    <a:pt x="232786" y="3279"/>
                  </a:lnTo>
                  <a:lnTo>
                    <a:pt x="229507" y="4918"/>
                  </a:lnTo>
                  <a:lnTo>
                    <a:pt x="224589" y="4918"/>
                  </a:lnTo>
                  <a:lnTo>
                    <a:pt x="221310" y="3279"/>
                  </a:lnTo>
                  <a:lnTo>
                    <a:pt x="218032" y="0"/>
                  </a:lnTo>
                  <a:lnTo>
                    <a:pt x="214753" y="0"/>
                  </a:lnTo>
                  <a:lnTo>
                    <a:pt x="209835" y="0"/>
                  </a:lnTo>
                  <a:lnTo>
                    <a:pt x="209835" y="3279"/>
                  </a:lnTo>
                  <a:lnTo>
                    <a:pt x="211475" y="8197"/>
                  </a:lnTo>
                  <a:lnTo>
                    <a:pt x="213114" y="11476"/>
                  </a:lnTo>
                  <a:lnTo>
                    <a:pt x="216393" y="14754"/>
                  </a:lnTo>
                  <a:lnTo>
                    <a:pt x="219672" y="13115"/>
                  </a:lnTo>
                  <a:lnTo>
                    <a:pt x="222949" y="13115"/>
                  </a:lnTo>
                  <a:lnTo>
                    <a:pt x="224589" y="8197"/>
                  </a:lnTo>
                  <a:lnTo>
                    <a:pt x="229507" y="11476"/>
                  </a:lnTo>
                  <a:lnTo>
                    <a:pt x="232786" y="14754"/>
                  </a:lnTo>
                  <a:lnTo>
                    <a:pt x="232786" y="19672"/>
                  </a:lnTo>
                  <a:lnTo>
                    <a:pt x="234425" y="22951"/>
                  </a:lnTo>
                  <a:lnTo>
                    <a:pt x="232786" y="26229"/>
                  </a:lnTo>
                  <a:lnTo>
                    <a:pt x="229507" y="24590"/>
                  </a:lnTo>
                  <a:lnTo>
                    <a:pt x="226228" y="22951"/>
                  </a:lnTo>
                  <a:lnTo>
                    <a:pt x="221310" y="21311"/>
                  </a:lnTo>
                  <a:lnTo>
                    <a:pt x="222949" y="24590"/>
                  </a:lnTo>
                  <a:lnTo>
                    <a:pt x="221310" y="27869"/>
                  </a:lnTo>
                  <a:lnTo>
                    <a:pt x="218032" y="27869"/>
                  </a:lnTo>
                  <a:lnTo>
                    <a:pt x="214753" y="22951"/>
                  </a:lnTo>
                  <a:lnTo>
                    <a:pt x="213114" y="19672"/>
                  </a:lnTo>
                  <a:lnTo>
                    <a:pt x="209835" y="16393"/>
                  </a:lnTo>
                  <a:lnTo>
                    <a:pt x="208196" y="11476"/>
                  </a:lnTo>
                  <a:lnTo>
                    <a:pt x="204917" y="11476"/>
                  </a:lnTo>
                  <a:lnTo>
                    <a:pt x="199999" y="11476"/>
                  </a:lnTo>
                  <a:lnTo>
                    <a:pt x="196720" y="9836"/>
                  </a:lnTo>
                  <a:lnTo>
                    <a:pt x="196720" y="11476"/>
                  </a:lnTo>
                  <a:lnTo>
                    <a:pt x="196720" y="14754"/>
                  </a:lnTo>
                  <a:lnTo>
                    <a:pt x="199999" y="18033"/>
                  </a:lnTo>
                  <a:lnTo>
                    <a:pt x="201638" y="21311"/>
                  </a:lnTo>
                  <a:lnTo>
                    <a:pt x="203278" y="26229"/>
                  </a:lnTo>
                  <a:lnTo>
                    <a:pt x="204917" y="29508"/>
                  </a:lnTo>
                  <a:lnTo>
                    <a:pt x="199999" y="32787"/>
                  </a:lnTo>
                  <a:lnTo>
                    <a:pt x="196720" y="32787"/>
                  </a:lnTo>
                  <a:lnTo>
                    <a:pt x="196720" y="36066"/>
                  </a:lnTo>
                  <a:lnTo>
                    <a:pt x="195081" y="39344"/>
                  </a:lnTo>
                  <a:lnTo>
                    <a:pt x="199999" y="40983"/>
                  </a:lnTo>
                  <a:lnTo>
                    <a:pt x="201638" y="45901"/>
                  </a:lnTo>
                  <a:lnTo>
                    <a:pt x="204917" y="49180"/>
                  </a:lnTo>
                  <a:lnTo>
                    <a:pt x="204917" y="49180"/>
                  </a:lnTo>
                  <a:lnTo>
                    <a:pt x="208196" y="52459"/>
                  </a:lnTo>
                  <a:lnTo>
                    <a:pt x="209835" y="55738"/>
                  </a:lnTo>
                  <a:lnTo>
                    <a:pt x="209835" y="60656"/>
                  </a:lnTo>
                  <a:lnTo>
                    <a:pt x="209835" y="63934"/>
                  </a:lnTo>
                  <a:lnTo>
                    <a:pt x="206556" y="65573"/>
                  </a:lnTo>
                  <a:lnTo>
                    <a:pt x="203278" y="63934"/>
                  </a:lnTo>
                  <a:lnTo>
                    <a:pt x="204917" y="68852"/>
                  </a:lnTo>
                  <a:lnTo>
                    <a:pt x="209835" y="70492"/>
                  </a:lnTo>
                  <a:lnTo>
                    <a:pt x="213114" y="68852"/>
                  </a:lnTo>
                  <a:lnTo>
                    <a:pt x="218032" y="70492"/>
                  </a:lnTo>
                  <a:lnTo>
                    <a:pt x="218032" y="72131"/>
                  </a:lnTo>
                  <a:lnTo>
                    <a:pt x="221310" y="75410"/>
                  </a:lnTo>
                  <a:lnTo>
                    <a:pt x="224589" y="78688"/>
                  </a:lnTo>
                  <a:lnTo>
                    <a:pt x="226228" y="83606"/>
                  </a:lnTo>
                  <a:lnTo>
                    <a:pt x="227868" y="85246"/>
                  </a:lnTo>
                  <a:lnTo>
                    <a:pt x="227868" y="90164"/>
                  </a:lnTo>
                  <a:lnTo>
                    <a:pt x="229507" y="93442"/>
                  </a:lnTo>
                  <a:lnTo>
                    <a:pt x="227868" y="95082"/>
                  </a:lnTo>
                  <a:lnTo>
                    <a:pt x="227868" y="100000"/>
                  </a:lnTo>
                  <a:lnTo>
                    <a:pt x="229507" y="103278"/>
                  </a:lnTo>
                  <a:lnTo>
                    <a:pt x="231146" y="104918"/>
                  </a:lnTo>
                  <a:lnTo>
                    <a:pt x="231146" y="108196"/>
                  </a:lnTo>
                  <a:lnTo>
                    <a:pt x="231146" y="111475"/>
                  </a:lnTo>
                  <a:lnTo>
                    <a:pt x="232786" y="113114"/>
                  </a:lnTo>
                  <a:lnTo>
                    <a:pt x="232786" y="116393"/>
                  </a:lnTo>
                  <a:lnTo>
                    <a:pt x="231146" y="121311"/>
                  </a:lnTo>
                  <a:lnTo>
                    <a:pt x="231146" y="124590"/>
                  </a:lnTo>
                  <a:lnTo>
                    <a:pt x="231146" y="127868"/>
                  </a:lnTo>
                  <a:lnTo>
                    <a:pt x="231146" y="131147"/>
                  </a:lnTo>
                  <a:lnTo>
                    <a:pt x="231146" y="134426"/>
                  </a:lnTo>
                  <a:lnTo>
                    <a:pt x="231146" y="137704"/>
                  </a:lnTo>
                  <a:lnTo>
                    <a:pt x="234425" y="142622"/>
                  </a:lnTo>
                  <a:lnTo>
                    <a:pt x="234425" y="145901"/>
                  </a:lnTo>
                  <a:lnTo>
                    <a:pt x="232786" y="149180"/>
                  </a:lnTo>
                  <a:lnTo>
                    <a:pt x="229507" y="152458"/>
                  </a:lnTo>
                  <a:lnTo>
                    <a:pt x="226228" y="155737"/>
                  </a:lnTo>
                  <a:lnTo>
                    <a:pt x="226228" y="155737"/>
                  </a:lnTo>
                  <a:lnTo>
                    <a:pt x="224589" y="155737"/>
                  </a:lnTo>
                  <a:lnTo>
                    <a:pt x="221310" y="159016"/>
                  </a:lnTo>
                  <a:lnTo>
                    <a:pt x="221310" y="163934"/>
                  </a:lnTo>
                  <a:lnTo>
                    <a:pt x="221310" y="167213"/>
                  </a:lnTo>
                  <a:lnTo>
                    <a:pt x="221310" y="168852"/>
                  </a:lnTo>
                  <a:lnTo>
                    <a:pt x="221310" y="173770"/>
                  </a:lnTo>
                  <a:lnTo>
                    <a:pt x="219672" y="177048"/>
                  </a:lnTo>
                  <a:lnTo>
                    <a:pt x="218032" y="180327"/>
                  </a:lnTo>
                  <a:lnTo>
                    <a:pt x="216393" y="185245"/>
                  </a:lnTo>
                  <a:lnTo>
                    <a:pt x="213114" y="188524"/>
                  </a:lnTo>
                  <a:lnTo>
                    <a:pt x="209835" y="188524"/>
                  </a:lnTo>
                  <a:lnTo>
                    <a:pt x="204917" y="191803"/>
                  </a:lnTo>
                  <a:lnTo>
                    <a:pt x="201638" y="195081"/>
                  </a:lnTo>
                  <a:lnTo>
                    <a:pt x="198359" y="195081"/>
                  </a:lnTo>
                  <a:lnTo>
                    <a:pt x="195081" y="196720"/>
                  </a:lnTo>
                  <a:lnTo>
                    <a:pt x="193442" y="198360"/>
                  </a:lnTo>
                  <a:lnTo>
                    <a:pt x="190163" y="198360"/>
                  </a:lnTo>
                  <a:lnTo>
                    <a:pt x="190163" y="201638"/>
                  </a:lnTo>
                  <a:lnTo>
                    <a:pt x="188524" y="206557"/>
                  </a:lnTo>
                  <a:lnTo>
                    <a:pt x="185245" y="206557"/>
                  </a:lnTo>
                  <a:lnTo>
                    <a:pt x="181966" y="206557"/>
                  </a:lnTo>
                  <a:lnTo>
                    <a:pt x="178688" y="204917"/>
                  </a:lnTo>
                  <a:lnTo>
                    <a:pt x="173769" y="201638"/>
                  </a:lnTo>
                  <a:lnTo>
                    <a:pt x="173769" y="198360"/>
                  </a:lnTo>
                  <a:lnTo>
                    <a:pt x="172130" y="195081"/>
                  </a:lnTo>
                  <a:lnTo>
                    <a:pt x="168851" y="193442"/>
                  </a:lnTo>
                  <a:lnTo>
                    <a:pt x="165573" y="191803"/>
                  </a:lnTo>
                  <a:lnTo>
                    <a:pt x="165573" y="188524"/>
                  </a:lnTo>
                  <a:lnTo>
                    <a:pt x="170491" y="186885"/>
                  </a:lnTo>
                  <a:lnTo>
                    <a:pt x="170491" y="183606"/>
                  </a:lnTo>
                  <a:lnTo>
                    <a:pt x="173769" y="180327"/>
                  </a:lnTo>
                  <a:lnTo>
                    <a:pt x="172130" y="177048"/>
                  </a:lnTo>
                  <a:lnTo>
                    <a:pt x="173769" y="173770"/>
                  </a:lnTo>
                  <a:lnTo>
                    <a:pt x="170491" y="173770"/>
                  </a:lnTo>
                  <a:lnTo>
                    <a:pt x="165573" y="175409"/>
                  </a:lnTo>
                  <a:lnTo>
                    <a:pt x="162295" y="177048"/>
                  </a:lnTo>
                  <a:lnTo>
                    <a:pt x="159016" y="178688"/>
                  </a:lnTo>
                  <a:lnTo>
                    <a:pt x="155737" y="181966"/>
                  </a:lnTo>
                  <a:lnTo>
                    <a:pt x="155737" y="186885"/>
                  </a:lnTo>
                  <a:lnTo>
                    <a:pt x="159016" y="190163"/>
                  </a:lnTo>
                  <a:lnTo>
                    <a:pt x="160655" y="193442"/>
                  </a:lnTo>
                  <a:lnTo>
                    <a:pt x="163934" y="198360"/>
                  </a:lnTo>
                  <a:lnTo>
                    <a:pt x="165573" y="201638"/>
                  </a:lnTo>
                  <a:lnTo>
                    <a:pt x="165573" y="206557"/>
                  </a:lnTo>
                  <a:lnTo>
                    <a:pt x="165573" y="209835"/>
                  </a:lnTo>
                  <a:lnTo>
                    <a:pt x="165573" y="213114"/>
                  </a:lnTo>
                  <a:lnTo>
                    <a:pt x="163934" y="216393"/>
                  </a:lnTo>
                  <a:lnTo>
                    <a:pt x="162295" y="221310"/>
                  </a:lnTo>
                  <a:lnTo>
                    <a:pt x="160655" y="224589"/>
                  </a:lnTo>
                  <a:lnTo>
                    <a:pt x="159016" y="227868"/>
                  </a:lnTo>
                  <a:lnTo>
                    <a:pt x="155737" y="229507"/>
                  </a:lnTo>
                  <a:lnTo>
                    <a:pt x="155737" y="234425"/>
                  </a:lnTo>
                  <a:lnTo>
                    <a:pt x="154098" y="237704"/>
                  </a:lnTo>
                  <a:lnTo>
                    <a:pt x="154098" y="240983"/>
                  </a:lnTo>
                  <a:lnTo>
                    <a:pt x="157376" y="244261"/>
                  </a:lnTo>
                  <a:lnTo>
                    <a:pt x="160655" y="247540"/>
                  </a:lnTo>
                  <a:lnTo>
                    <a:pt x="163934" y="252458"/>
                  </a:lnTo>
                  <a:lnTo>
                    <a:pt x="163934" y="255737"/>
                  </a:lnTo>
                  <a:lnTo>
                    <a:pt x="160655" y="254097"/>
                  </a:lnTo>
                  <a:lnTo>
                    <a:pt x="160655" y="257376"/>
                  </a:lnTo>
                  <a:lnTo>
                    <a:pt x="155737" y="257376"/>
                  </a:lnTo>
                  <a:lnTo>
                    <a:pt x="155737" y="260655"/>
                  </a:lnTo>
                  <a:lnTo>
                    <a:pt x="152458" y="262294"/>
                  </a:lnTo>
                  <a:lnTo>
                    <a:pt x="149179" y="262294"/>
                  </a:lnTo>
                  <a:lnTo>
                    <a:pt x="144261" y="260655"/>
                  </a:lnTo>
                  <a:lnTo>
                    <a:pt x="144261" y="260655"/>
                  </a:lnTo>
                  <a:lnTo>
                    <a:pt x="140983" y="260655"/>
                  </a:lnTo>
                  <a:lnTo>
                    <a:pt x="142623" y="263933"/>
                  </a:lnTo>
                  <a:lnTo>
                    <a:pt x="139344" y="262294"/>
                  </a:lnTo>
                  <a:lnTo>
                    <a:pt x="136065" y="260655"/>
                  </a:lnTo>
                  <a:lnTo>
                    <a:pt x="134426" y="257376"/>
                  </a:lnTo>
                  <a:lnTo>
                    <a:pt x="136065" y="254097"/>
                  </a:lnTo>
                  <a:lnTo>
                    <a:pt x="131147" y="250819"/>
                  </a:lnTo>
                  <a:lnTo>
                    <a:pt x="127868" y="252458"/>
                  </a:lnTo>
                  <a:lnTo>
                    <a:pt x="124589" y="254097"/>
                  </a:lnTo>
                  <a:lnTo>
                    <a:pt x="121311" y="255737"/>
                  </a:lnTo>
                  <a:lnTo>
                    <a:pt x="118032" y="255737"/>
                  </a:lnTo>
                  <a:lnTo>
                    <a:pt x="114754" y="255737"/>
                  </a:lnTo>
                  <a:lnTo>
                    <a:pt x="111475" y="255737"/>
                  </a:lnTo>
                  <a:lnTo>
                    <a:pt x="108196" y="255737"/>
                  </a:lnTo>
                  <a:lnTo>
                    <a:pt x="103278" y="257376"/>
                  </a:lnTo>
                  <a:lnTo>
                    <a:pt x="101639" y="259015"/>
                  </a:lnTo>
                  <a:lnTo>
                    <a:pt x="98360" y="260655"/>
                  </a:lnTo>
                  <a:lnTo>
                    <a:pt x="95081" y="262294"/>
                  </a:lnTo>
                  <a:lnTo>
                    <a:pt x="90164" y="262294"/>
                  </a:lnTo>
                  <a:lnTo>
                    <a:pt x="86885" y="262294"/>
                  </a:lnTo>
                  <a:lnTo>
                    <a:pt x="83606" y="262294"/>
                  </a:lnTo>
                  <a:lnTo>
                    <a:pt x="80328" y="262294"/>
                  </a:lnTo>
                  <a:lnTo>
                    <a:pt x="75409" y="262294"/>
                  </a:lnTo>
                  <a:lnTo>
                    <a:pt x="72131" y="263933"/>
                  </a:lnTo>
                  <a:lnTo>
                    <a:pt x="68852" y="263933"/>
                  </a:lnTo>
                  <a:lnTo>
                    <a:pt x="63935" y="260655"/>
                  </a:lnTo>
                  <a:lnTo>
                    <a:pt x="63935" y="259015"/>
                  </a:lnTo>
                  <a:lnTo>
                    <a:pt x="60656" y="259015"/>
                  </a:lnTo>
                  <a:lnTo>
                    <a:pt x="55738" y="260655"/>
                  </a:lnTo>
                  <a:lnTo>
                    <a:pt x="52459" y="262294"/>
                  </a:lnTo>
                  <a:lnTo>
                    <a:pt x="49180" y="263933"/>
                  </a:lnTo>
                  <a:lnTo>
                    <a:pt x="44262" y="265573"/>
                  </a:lnTo>
                  <a:lnTo>
                    <a:pt x="47541" y="268851"/>
                  </a:lnTo>
                  <a:lnTo>
                    <a:pt x="44262" y="272130"/>
                  </a:lnTo>
                  <a:lnTo>
                    <a:pt x="40983" y="277048"/>
                  </a:lnTo>
                  <a:lnTo>
                    <a:pt x="39344" y="280327"/>
                  </a:lnTo>
                  <a:lnTo>
                    <a:pt x="36066" y="283605"/>
                  </a:lnTo>
                  <a:lnTo>
                    <a:pt x="34426" y="286884"/>
                  </a:lnTo>
                  <a:lnTo>
                    <a:pt x="31148" y="290163"/>
                  </a:lnTo>
                  <a:lnTo>
                    <a:pt x="29508" y="293441"/>
                  </a:lnTo>
                  <a:lnTo>
                    <a:pt x="26229" y="298359"/>
                  </a:lnTo>
                  <a:lnTo>
                    <a:pt x="22951" y="298359"/>
                  </a:lnTo>
                  <a:lnTo>
                    <a:pt x="19672" y="301638"/>
                  </a:lnTo>
                  <a:lnTo>
                    <a:pt x="18032" y="306556"/>
                  </a:lnTo>
                  <a:lnTo>
                    <a:pt x="16393" y="309835"/>
                  </a:lnTo>
                  <a:lnTo>
                    <a:pt x="13114" y="311474"/>
                  </a:lnTo>
                  <a:lnTo>
                    <a:pt x="9836" y="311474"/>
                  </a:lnTo>
                  <a:lnTo>
                    <a:pt x="6558" y="309835"/>
                  </a:lnTo>
                  <a:lnTo>
                    <a:pt x="1639" y="313113"/>
                  </a:lnTo>
                  <a:lnTo>
                    <a:pt x="0" y="316392"/>
                  </a:lnTo>
                  <a:lnTo>
                    <a:pt x="4918" y="319671"/>
                  </a:lnTo>
                  <a:lnTo>
                    <a:pt x="3279" y="324589"/>
                  </a:lnTo>
                  <a:lnTo>
                    <a:pt x="6558" y="327867"/>
                  </a:lnTo>
                  <a:lnTo>
                    <a:pt x="8197" y="33114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00" name="Freeform 2899">
              <a:extLst>
                <a:ext uri="{FF2B5EF4-FFF2-40B4-BE49-F238E27FC236}">
                  <a16:creationId xmlns:a16="http://schemas.microsoft.com/office/drawing/2014/main" id="{A757CA53-DC0B-314C-BFDE-6FCA50C23BA9}"/>
                </a:ext>
              </a:extLst>
            </p:cNvPr>
            <p:cNvSpPr/>
            <p:nvPr/>
          </p:nvSpPr>
          <p:spPr>
            <a:xfrm>
              <a:off x="10168112" y="2687034"/>
              <a:ext cx="8196" cy="4918"/>
            </a:xfrm>
            <a:custGeom>
              <a:avLst/>
              <a:gdLst>
                <a:gd name="connsiteX0" fmla="*/ 1639 w 8196"/>
                <a:gd name="connsiteY0" fmla="*/ 3279 h 4918"/>
                <a:gd name="connsiteX1" fmla="*/ 0 w 8196"/>
                <a:gd name="connsiteY1" fmla="*/ 3279 h 4918"/>
                <a:gd name="connsiteX2" fmla="*/ 4918 w 8196"/>
                <a:gd name="connsiteY2" fmla="*/ 4918 h 4918"/>
                <a:gd name="connsiteX3" fmla="*/ 8197 w 8196"/>
                <a:gd name="connsiteY3" fmla="*/ 3279 h 4918"/>
                <a:gd name="connsiteX4" fmla="*/ 8197 w 8196"/>
                <a:gd name="connsiteY4" fmla="*/ 0 h 4918"/>
                <a:gd name="connsiteX5" fmla="*/ 4918 w 8196"/>
                <a:gd name="connsiteY5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4918">
                  <a:moveTo>
                    <a:pt x="1639" y="3279"/>
                  </a:moveTo>
                  <a:lnTo>
                    <a:pt x="0" y="3279"/>
                  </a:lnTo>
                  <a:lnTo>
                    <a:pt x="4918" y="4918"/>
                  </a:lnTo>
                  <a:lnTo>
                    <a:pt x="8197" y="3279"/>
                  </a:lnTo>
                  <a:lnTo>
                    <a:pt x="8197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01" name="Freeform 2900">
              <a:extLst>
                <a:ext uri="{FF2B5EF4-FFF2-40B4-BE49-F238E27FC236}">
                  <a16:creationId xmlns:a16="http://schemas.microsoft.com/office/drawing/2014/main" id="{D1575B48-7BA9-D948-AF31-350D3A245AAE}"/>
                </a:ext>
              </a:extLst>
            </p:cNvPr>
            <p:cNvSpPr/>
            <p:nvPr/>
          </p:nvSpPr>
          <p:spPr>
            <a:xfrm>
              <a:off x="10176309" y="2911624"/>
              <a:ext cx="4917" cy="3278"/>
            </a:xfrm>
            <a:custGeom>
              <a:avLst/>
              <a:gdLst>
                <a:gd name="connsiteX0" fmla="*/ 0 w 4917"/>
                <a:gd name="connsiteY0" fmla="*/ 1639 h 3278"/>
                <a:gd name="connsiteX1" fmla="*/ 1639 w 4917"/>
                <a:gd name="connsiteY1" fmla="*/ 3279 h 3278"/>
                <a:gd name="connsiteX2" fmla="*/ 4918 w 4917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0" y="1639"/>
                  </a:moveTo>
                  <a:lnTo>
                    <a:pt x="1639" y="327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02" name="Freeform 2901">
              <a:extLst>
                <a:ext uri="{FF2B5EF4-FFF2-40B4-BE49-F238E27FC236}">
                  <a16:creationId xmlns:a16="http://schemas.microsoft.com/office/drawing/2014/main" id="{0C5F20DD-429A-DC42-91AA-61968FFC32DF}"/>
                </a:ext>
              </a:extLst>
            </p:cNvPr>
            <p:cNvSpPr/>
            <p:nvPr/>
          </p:nvSpPr>
          <p:spPr>
            <a:xfrm>
              <a:off x="10184506" y="2891951"/>
              <a:ext cx="4917" cy="6557"/>
            </a:xfrm>
            <a:custGeom>
              <a:avLst/>
              <a:gdLst>
                <a:gd name="connsiteX0" fmla="*/ 0 w 4917"/>
                <a:gd name="connsiteY0" fmla="*/ 0 h 6557"/>
                <a:gd name="connsiteX1" fmla="*/ 0 w 4917"/>
                <a:gd name="connsiteY1" fmla="*/ 0 h 6557"/>
                <a:gd name="connsiteX2" fmla="*/ 0 w 4917"/>
                <a:gd name="connsiteY2" fmla="*/ 3279 h 6557"/>
                <a:gd name="connsiteX3" fmla="*/ 1639 w 4917"/>
                <a:gd name="connsiteY3" fmla="*/ 6557 h 6557"/>
                <a:gd name="connsiteX4" fmla="*/ 4918 w 4917"/>
                <a:gd name="connsiteY4" fmla="*/ 6557 h 6557"/>
                <a:gd name="connsiteX5" fmla="*/ 3278 w 4917"/>
                <a:gd name="connsiteY5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7" h="6557">
                  <a:moveTo>
                    <a:pt x="0" y="0"/>
                  </a:moveTo>
                  <a:lnTo>
                    <a:pt x="0" y="0"/>
                  </a:lnTo>
                  <a:lnTo>
                    <a:pt x="0" y="3279"/>
                  </a:lnTo>
                  <a:lnTo>
                    <a:pt x="1639" y="6557"/>
                  </a:lnTo>
                  <a:lnTo>
                    <a:pt x="4918" y="6557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03" name="Freeform 2902">
              <a:extLst>
                <a:ext uri="{FF2B5EF4-FFF2-40B4-BE49-F238E27FC236}">
                  <a16:creationId xmlns:a16="http://schemas.microsoft.com/office/drawing/2014/main" id="{DF0589D2-E5F6-7A4C-84AF-1295031BC8B7}"/>
                </a:ext>
              </a:extLst>
            </p:cNvPr>
            <p:cNvSpPr/>
            <p:nvPr/>
          </p:nvSpPr>
          <p:spPr>
            <a:xfrm>
              <a:off x="10191062" y="2878837"/>
              <a:ext cx="4917" cy="1639"/>
            </a:xfrm>
            <a:custGeom>
              <a:avLst/>
              <a:gdLst>
                <a:gd name="connsiteX0" fmla="*/ 0 w 4917"/>
                <a:gd name="connsiteY0" fmla="*/ 0 h 1639"/>
                <a:gd name="connsiteX1" fmla="*/ 0 w 4917"/>
                <a:gd name="connsiteY1" fmla="*/ 1639 h 1639"/>
                <a:gd name="connsiteX2" fmla="*/ 4918 w 4917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0" y="0"/>
                  </a:moveTo>
                  <a:lnTo>
                    <a:pt x="0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04" name="Freeform 2903">
              <a:extLst>
                <a:ext uri="{FF2B5EF4-FFF2-40B4-BE49-F238E27FC236}">
                  <a16:creationId xmlns:a16="http://schemas.microsoft.com/office/drawing/2014/main" id="{D9BA808A-3C9A-E949-8C05-1EAAB3ECEADF}"/>
                </a:ext>
              </a:extLst>
            </p:cNvPr>
            <p:cNvSpPr/>
            <p:nvPr/>
          </p:nvSpPr>
          <p:spPr>
            <a:xfrm>
              <a:off x="10191062" y="2864083"/>
              <a:ext cx="16393" cy="18032"/>
            </a:xfrm>
            <a:custGeom>
              <a:avLst/>
              <a:gdLst>
                <a:gd name="connsiteX0" fmla="*/ 14754 w 16393"/>
                <a:gd name="connsiteY0" fmla="*/ 0 h 18032"/>
                <a:gd name="connsiteX1" fmla="*/ 11476 w 16393"/>
                <a:gd name="connsiteY1" fmla="*/ 1639 h 18032"/>
                <a:gd name="connsiteX2" fmla="*/ 8197 w 16393"/>
                <a:gd name="connsiteY2" fmla="*/ 4918 h 18032"/>
                <a:gd name="connsiteX3" fmla="*/ 4918 w 16393"/>
                <a:gd name="connsiteY3" fmla="*/ 6557 h 18032"/>
                <a:gd name="connsiteX4" fmla="*/ 0 w 16393"/>
                <a:gd name="connsiteY4" fmla="*/ 9836 h 18032"/>
                <a:gd name="connsiteX5" fmla="*/ 0 w 16393"/>
                <a:gd name="connsiteY5" fmla="*/ 13115 h 18032"/>
                <a:gd name="connsiteX6" fmla="*/ 4918 w 16393"/>
                <a:gd name="connsiteY6" fmla="*/ 16393 h 18032"/>
                <a:gd name="connsiteX7" fmla="*/ 8197 w 16393"/>
                <a:gd name="connsiteY7" fmla="*/ 18033 h 18032"/>
                <a:gd name="connsiteX8" fmla="*/ 9837 w 16393"/>
                <a:gd name="connsiteY8" fmla="*/ 13115 h 18032"/>
                <a:gd name="connsiteX9" fmla="*/ 9837 w 16393"/>
                <a:gd name="connsiteY9" fmla="*/ 9836 h 18032"/>
                <a:gd name="connsiteX10" fmla="*/ 13114 w 16393"/>
                <a:gd name="connsiteY10" fmla="*/ 8197 h 18032"/>
                <a:gd name="connsiteX11" fmla="*/ 16393 w 16393"/>
                <a:gd name="connsiteY11" fmla="*/ 3279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93" h="18032">
                  <a:moveTo>
                    <a:pt x="14754" y="0"/>
                  </a:moveTo>
                  <a:lnTo>
                    <a:pt x="11476" y="1639"/>
                  </a:lnTo>
                  <a:lnTo>
                    <a:pt x="8197" y="4918"/>
                  </a:lnTo>
                  <a:lnTo>
                    <a:pt x="4918" y="6557"/>
                  </a:lnTo>
                  <a:lnTo>
                    <a:pt x="0" y="9836"/>
                  </a:lnTo>
                  <a:lnTo>
                    <a:pt x="0" y="13115"/>
                  </a:lnTo>
                  <a:lnTo>
                    <a:pt x="4918" y="16393"/>
                  </a:lnTo>
                  <a:lnTo>
                    <a:pt x="8197" y="18033"/>
                  </a:lnTo>
                  <a:lnTo>
                    <a:pt x="9837" y="13115"/>
                  </a:lnTo>
                  <a:lnTo>
                    <a:pt x="9837" y="9836"/>
                  </a:lnTo>
                  <a:lnTo>
                    <a:pt x="13114" y="8197"/>
                  </a:lnTo>
                  <a:lnTo>
                    <a:pt x="16393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05" name="Freeform 2904">
              <a:extLst>
                <a:ext uri="{FF2B5EF4-FFF2-40B4-BE49-F238E27FC236}">
                  <a16:creationId xmlns:a16="http://schemas.microsoft.com/office/drawing/2014/main" id="{9D5684A7-8101-174F-AFC5-C470DAD7467B}"/>
                </a:ext>
              </a:extLst>
            </p:cNvPr>
            <p:cNvSpPr/>
            <p:nvPr/>
          </p:nvSpPr>
          <p:spPr>
            <a:xfrm>
              <a:off x="10205817" y="2528019"/>
              <a:ext cx="3278" cy="4918"/>
            </a:xfrm>
            <a:custGeom>
              <a:avLst/>
              <a:gdLst>
                <a:gd name="connsiteX0" fmla="*/ 3279 w 3278"/>
                <a:gd name="connsiteY0" fmla="*/ 0 h 4918"/>
                <a:gd name="connsiteX1" fmla="*/ 0 w 3278"/>
                <a:gd name="connsiteY1" fmla="*/ 0 h 4918"/>
                <a:gd name="connsiteX2" fmla="*/ 1639 w 3278"/>
                <a:gd name="connsiteY2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3279" y="0"/>
                  </a:moveTo>
                  <a:lnTo>
                    <a:pt x="0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06" name="Freeform 2905">
              <a:extLst>
                <a:ext uri="{FF2B5EF4-FFF2-40B4-BE49-F238E27FC236}">
                  <a16:creationId xmlns:a16="http://schemas.microsoft.com/office/drawing/2014/main" id="{2AF547D1-533F-A849-836F-2ED0E71A31C4}"/>
                </a:ext>
              </a:extLst>
            </p:cNvPr>
            <p:cNvSpPr/>
            <p:nvPr/>
          </p:nvSpPr>
          <p:spPr>
            <a:xfrm>
              <a:off x="10207456" y="2778837"/>
              <a:ext cx="9836" cy="9836"/>
            </a:xfrm>
            <a:custGeom>
              <a:avLst/>
              <a:gdLst>
                <a:gd name="connsiteX0" fmla="*/ 3279 w 9836"/>
                <a:gd name="connsiteY0" fmla="*/ 0 h 9836"/>
                <a:gd name="connsiteX1" fmla="*/ 0 w 9836"/>
                <a:gd name="connsiteY1" fmla="*/ 1639 h 9836"/>
                <a:gd name="connsiteX2" fmla="*/ 0 w 9836"/>
                <a:gd name="connsiteY2" fmla="*/ 4918 h 9836"/>
                <a:gd name="connsiteX3" fmla="*/ 4918 w 9836"/>
                <a:gd name="connsiteY3" fmla="*/ 8197 h 9836"/>
                <a:gd name="connsiteX4" fmla="*/ 8197 w 9836"/>
                <a:gd name="connsiteY4" fmla="*/ 9836 h 9836"/>
                <a:gd name="connsiteX5" fmla="*/ 9837 w 9836"/>
                <a:gd name="connsiteY5" fmla="*/ 4918 h 9836"/>
                <a:gd name="connsiteX6" fmla="*/ 6558 w 9836"/>
                <a:gd name="connsiteY6" fmla="*/ 1639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9836">
                  <a:moveTo>
                    <a:pt x="3279" y="0"/>
                  </a:moveTo>
                  <a:lnTo>
                    <a:pt x="0" y="1639"/>
                  </a:lnTo>
                  <a:lnTo>
                    <a:pt x="0" y="4918"/>
                  </a:lnTo>
                  <a:lnTo>
                    <a:pt x="4918" y="8197"/>
                  </a:lnTo>
                  <a:lnTo>
                    <a:pt x="8197" y="9836"/>
                  </a:lnTo>
                  <a:lnTo>
                    <a:pt x="9837" y="4918"/>
                  </a:lnTo>
                  <a:lnTo>
                    <a:pt x="655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07" name="Freeform 2906">
              <a:extLst>
                <a:ext uri="{FF2B5EF4-FFF2-40B4-BE49-F238E27FC236}">
                  <a16:creationId xmlns:a16="http://schemas.microsoft.com/office/drawing/2014/main" id="{27CC14AD-3D96-1B4F-A3CB-ECA62C4BD016}"/>
                </a:ext>
              </a:extLst>
            </p:cNvPr>
            <p:cNvSpPr/>
            <p:nvPr/>
          </p:nvSpPr>
          <p:spPr>
            <a:xfrm>
              <a:off x="10209096" y="2519822"/>
              <a:ext cx="8196" cy="6557"/>
            </a:xfrm>
            <a:custGeom>
              <a:avLst/>
              <a:gdLst>
                <a:gd name="connsiteX0" fmla="*/ 3278 w 8196"/>
                <a:gd name="connsiteY0" fmla="*/ 0 h 6557"/>
                <a:gd name="connsiteX1" fmla="*/ 0 w 8196"/>
                <a:gd name="connsiteY1" fmla="*/ 1639 h 6557"/>
                <a:gd name="connsiteX2" fmla="*/ 3278 w 8196"/>
                <a:gd name="connsiteY2" fmla="*/ 6557 h 6557"/>
                <a:gd name="connsiteX3" fmla="*/ 8197 w 8196"/>
                <a:gd name="connsiteY3" fmla="*/ 6557 h 6557"/>
                <a:gd name="connsiteX4" fmla="*/ 6557 w 8196"/>
                <a:gd name="connsiteY4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6557">
                  <a:moveTo>
                    <a:pt x="3278" y="0"/>
                  </a:moveTo>
                  <a:lnTo>
                    <a:pt x="0" y="1639"/>
                  </a:lnTo>
                  <a:lnTo>
                    <a:pt x="3278" y="6557"/>
                  </a:lnTo>
                  <a:lnTo>
                    <a:pt x="8197" y="6557"/>
                  </a:lnTo>
                  <a:lnTo>
                    <a:pt x="655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08" name="Freeform 2907">
              <a:extLst>
                <a:ext uri="{FF2B5EF4-FFF2-40B4-BE49-F238E27FC236}">
                  <a16:creationId xmlns:a16="http://schemas.microsoft.com/office/drawing/2014/main" id="{74B2E9BC-4BE1-344A-9523-C324BCD7948C}"/>
                </a:ext>
              </a:extLst>
            </p:cNvPr>
            <p:cNvSpPr/>
            <p:nvPr/>
          </p:nvSpPr>
          <p:spPr>
            <a:xfrm>
              <a:off x="10218931" y="2624740"/>
              <a:ext cx="6557" cy="3278"/>
            </a:xfrm>
            <a:custGeom>
              <a:avLst/>
              <a:gdLst>
                <a:gd name="connsiteX0" fmla="*/ 6558 w 6557"/>
                <a:gd name="connsiteY0" fmla="*/ 1639 h 3278"/>
                <a:gd name="connsiteX1" fmla="*/ 6558 w 6557"/>
                <a:gd name="connsiteY1" fmla="*/ 0 h 3278"/>
                <a:gd name="connsiteX2" fmla="*/ 3279 w 6557"/>
                <a:gd name="connsiteY2" fmla="*/ 1639 h 3278"/>
                <a:gd name="connsiteX3" fmla="*/ 0 w 6557"/>
                <a:gd name="connsiteY3" fmla="*/ 3279 h 3278"/>
                <a:gd name="connsiteX4" fmla="*/ 3279 w 6557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6558" y="1639"/>
                  </a:moveTo>
                  <a:lnTo>
                    <a:pt x="6558" y="0"/>
                  </a:lnTo>
                  <a:lnTo>
                    <a:pt x="3279" y="1639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09" name="Freeform 2908">
              <a:extLst>
                <a:ext uri="{FF2B5EF4-FFF2-40B4-BE49-F238E27FC236}">
                  <a16:creationId xmlns:a16="http://schemas.microsoft.com/office/drawing/2014/main" id="{F8B1195B-B657-C34E-9181-8E4838B9970C}"/>
                </a:ext>
              </a:extLst>
            </p:cNvPr>
            <p:cNvSpPr/>
            <p:nvPr/>
          </p:nvSpPr>
          <p:spPr>
            <a:xfrm>
              <a:off x="10218931" y="2609986"/>
              <a:ext cx="3278" cy="4918"/>
            </a:xfrm>
            <a:custGeom>
              <a:avLst/>
              <a:gdLst>
                <a:gd name="connsiteX0" fmla="*/ 3279 w 3278"/>
                <a:gd name="connsiteY0" fmla="*/ 0 h 4918"/>
                <a:gd name="connsiteX1" fmla="*/ 0 w 3278"/>
                <a:gd name="connsiteY1" fmla="*/ 1639 h 4918"/>
                <a:gd name="connsiteX2" fmla="*/ 3279 w 3278"/>
                <a:gd name="connsiteY2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3279" y="0"/>
                  </a:moveTo>
                  <a:lnTo>
                    <a:pt x="0" y="1639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10" name="Freeform 2909">
              <a:extLst>
                <a:ext uri="{FF2B5EF4-FFF2-40B4-BE49-F238E27FC236}">
                  <a16:creationId xmlns:a16="http://schemas.microsoft.com/office/drawing/2014/main" id="{6393A8D7-3CAB-9349-9FDB-5939C060401E}"/>
                </a:ext>
              </a:extLst>
            </p:cNvPr>
            <p:cNvSpPr/>
            <p:nvPr/>
          </p:nvSpPr>
          <p:spPr>
            <a:xfrm>
              <a:off x="10220570" y="2605068"/>
              <a:ext cx="90163" cy="73770"/>
            </a:xfrm>
            <a:custGeom>
              <a:avLst/>
              <a:gdLst>
                <a:gd name="connsiteX0" fmla="*/ 13115 w 90163"/>
                <a:gd name="connsiteY0" fmla="*/ 32787 h 73770"/>
                <a:gd name="connsiteX1" fmla="*/ 11476 w 90163"/>
                <a:gd name="connsiteY1" fmla="*/ 37705 h 73770"/>
                <a:gd name="connsiteX2" fmla="*/ 6558 w 90163"/>
                <a:gd name="connsiteY2" fmla="*/ 39344 h 73770"/>
                <a:gd name="connsiteX3" fmla="*/ 3279 w 90163"/>
                <a:gd name="connsiteY3" fmla="*/ 42623 h 73770"/>
                <a:gd name="connsiteX4" fmla="*/ 0 w 90163"/>
                <a:gd name="connsiteY4" fmla="*/ 45901 h 73770"/>
                <a:gd name="connsiteX5" fmla="*/ 3279 w 90163"/>
                <a:gd name="connsiteY5" fmla="*/ 45901 h 73770"/>
                <a:gd name="connsiteX6" fmla="*/ 6558 w 90163"/>
                <a:gd name="connsiteY6" fmla="*/ 42623 h 73770"/>
                <a:gd name="connsiteX7" fmla="*/ 11476 w 90163"/>
                <a:gd name="connsiteY7" fmla="*/ 40983 h 73770"/>
                <a:gd name="connsiteX8" fmla="*/ 13115 w 90163"/>
                <a:gd name="connsiteY8" fmla="*/ 44262 h 73770"/>
                <a:gd name="connsiteX9" fmla="*/ 14754 w 90163"/>
                <a:gd name="connsiteY9" fmla="*/ 47541 h 73770"/>
                <a:gd name="connsiteX10" fmla="*/ 18033 w 90163"/>
                <a:gd name="connsiteY10" fmla="*/ 47541 h 73770"/>
                <a:gd name="connsiteX11" fmla="*/ 19672 w 90163"/>
                <a:gd name="connsiteY11" fmla="*/ 52459 h 73770"/>
                <a:gd name="connsiteX12" fmla="*/ 16393 w 90163"/>
                <a:gd name="connsiteY12" fmla="*/ 52459 h 73770"/>
                <a:gd name="connsiteX13" fmla="*/ 19672 w 90163"/>
                <a:gd name="connsiteY13" fmla="*/ 55738 h 73770"/>
                <a:gd name="connsiteX14" fmla="*/ 19672 w 90163"/>
                <a:gd name="connsiteY14" fmla="*/ 59016 h 73770"/>
                <a:gd name="connsiteX15" fmla="*/ 22951 w 90163"/>
                <a:gd name="connsiteY15" fmla="*/ 60656 h 73770"/>
                <a:gd name="connsiteX16" fmla="*/ 24590 w 90163"/>
                <a:gd name="connsiteY16" fmla="*/ 63934 h 73770"/>
                <a:gd name="connsiteX17" fmla="*/ 27869 w 90163"/>
                <a:gd name="connsiteY17" fmla="*/ 63934 h 73770"/>
                <a:gd name="connsiteX18" fmla="*/ 29509 w 90163"/>
                <a:gd name="connsiteY18" fmla="*/ 65573 h 73770"/>
                <a:gd name="connsiteX19" fmla="*/ 31148 w 90163"/>
                <a:gd name="connsiteY19" fmla="*/ 68852 h 73770"/>
                <a:gd name="connsiteX20" fmla="*/ 36066 w 90163"/>
                <a:gd name="connsiteY20" fmla="*/ 70492 h 73770"/>
                <a:gd name="connsiteX21" fmla="*/ 39344 w 90163"/>
                <a:gd name="connsiteY21" fmla="*/ 72131 h 73770"/>
                <a:gd name="connsiteX22" fmla="*/ 42623 w 90163"/>
                <a:gd name="connsiteY22" fmla="*/ 70492 h 73770"/>
                <a:gd name="connsiteX23" fmla="*/ 47541 w 90163"/>
                <a:gd name="connsiteY23" fmla="*/ 73770 h 73770"/>
                <a:gd name="connsiteX24" fmla="*/ 44262 w 90163"/>
                <a:gd name="connsiteY24" fmla="*/ 70492 h 73770"/>
                <a:gd name="connsiteX25" fmla="*/ 44262 w 90163"/>
                <a:gd name="connsiteY25" fmla="*/ 67213 h 73770"/>
                <a:gd name="connsiteX26" fmla="*/ 42623 w 90163"/>
                <a:gd name="connsiteY26" fmla="*/ 62295 h 73770"/>
                <a:gd name="connsiteX27" fmla="*/ 44262 w 90163"/>
                <a:gd name="connsiteY27" fmla="*/ 59016 h 73770"/>
                <a:gd name="connsiteX28" fmla="*/ 45902 w 90163"/>
                <a:gd name="connsiteY28" fmla="*/ 55738 h 73770"/>
                <a:gd name="connsiteX29" fmla="*/ 47541 w 90163"/>
                <a:gd name="connsiteY29" fmla="*/ 50820 h 73770"/>
                <a:gd name="connsiteX30" fmla="*/ 45902 w 90163"/>
                <a:gd name="connsiteY30" fmla="*/ 47541 h 73770"/>
                <a:gd name="connsiteX31" fmla="*/ 49180 w 90163"/>
                <a:gd name="connsiteY31" fmla="*/ 44262 h 73770"/>
                <a:gd name="connsiteX32" fmla="*/ 52459 w 90163"/>
                <a:gd name="connsiteY32" fmla="*/ 40983 h 73770"/>
                <a:gd name="connsiteX33" fmla="*/ 55738 w 90163"/>
                <a:gd name="connsiteY33" fmla="*/ 37705 h 73770"/>
                <a:gd name="connsiteX34" fmla="*/ 60656 w 90163"/>
                <a:gd name="connsiteY34" fmla="*/ 37705 h 73770"/>
                <a:gd name="connsiteX35" fmla="*/ 63935 w 90163"/>
                <a:gd name="connsiteY35" fmla="*/ 39344 h 73770"/>
                <a:gd name="connsiteX36" fmla="*/ 67213 w 90163"/>
                <a:gd name="connsiteY36" fmla="*/ 40983 h 73770"/>
                <a:gd name="connsiteX37" fmla="*/ 72131 w 90163"/>
                <a:gd name="connsiteY37" fmla="*/ 42623 h 73770"/>
                <a:gd name="connsiteX38" fmla="*/ 75410 w 90163"/>
                <a:gd name="connsiteY38" fmla="*/ 45901 h 73770"/>
                <a:gd name="connsiteX39" fmla="*/ 78689 w 90163"/>
                <a:gd name="connsiteY39" fmla="*/ 49180 h 73770"/>
                <a:gd name="connsiteX40" fmla="*/ 80328 w 90163"/>
                <a:gd name="connsiteY40" fmla="*/ 45901 h 73770"/>
                <a:gd name="connsiteX41" fmla="*/ 78689 w 90163"/>
                <a:gd name="connsiteY41" fmla="*/ 40983 h 73770"/>
                <a:gd name="connsiteX42" fmla="*/ 80328 w 90163"/>
                <a:gd name="connsiteY42" fmla="*/ 37705 h 73770"/>
                <a:gd name="connsiteX43" fmla="*/ 80328 w 90163"/>
                <a:gd name="connsiteY43" fmla="*/ 37705 h 73770"/>
                <a:gd name="connsiteX44" fmla="*/ 81967 w 90163"/>
                <a:gd name="connsiteY44" fmla="*/ 34426 h 73770"/>
                <a:gd name="connsiteX45" fmla="*/ 81967 w 90163"/>
                <a:gd name="connsiteY45" fmla="*/ 32787 h 73770"/>
                <a:gd name="connsiteX46" fmla="*/ 86886 w 90163"/>
                <a:gd name="connsiteY46" fmla="*/ 27869 h 73770"/>
                <a:gd name="connsiteX47" fmla="*/ 90164 w 90163"/>
                <a:gd name="connsiteY47" fmla="*/ 26229 h 73770"/>
                <a:gd name="connsiteX48" fmla="*/ 88525 w 90163"/>
                <a:gd name="connsiteY48" fmla="*/ 21311 h 73770"/>
                <a:gd name="connsiteX49" fmla="*/ 85246 w 90163"/>
                <a:gd name="connsiteY49" fmla="*/ 18033 h 73770"/>
                <a:gd name="connsiteX50" fmla="*/ 81967 w 90163"/>
                <a:gd name="connsiteY50" fmla="*/ 14754 h 73770"/>
                <a:gd name="connsiteX51" fmla="*/ 80328 w 90163"/>
                <a:gd name="connsiteY51" fmla="*/ 11476 h 73770"/>
                <a:gd name="connsiteX52" fmla="*/ 80328 w 90163"/>
                <a:gd name="connsiteY52" fmla="*/ 6557 h 73770"/>
                <a:gd name="connsiteX53" fmla="*/ 77049 w 90163"/>
                <a:gd name="connsiteY53" fmla="*/ 6557 h 73770"/>
                <a:gd name="connsiteX54" fmla="*/ 73770 w 90163"/>
                <a:gd name="connsiteY54" fmla="*/ 8197 h 73770"/>
                <a:gd name="connsiteX55" fmla="*/ 68852 w 90163"/>
                <a:gd name="connsiteY55" fmla="*/ 6557 h 73770"/>
                <a:gd name="connsiteX56" fmla="*/ 65573 w 90163"/>
                <a:gd name="connsiteY56" fmla="*/ 4918 h 73770"/>
                <a:gd name="connsiteX57" fmla="*/ 62296 w 90163"/>
                <a:gd name="connsiteY57" fmla="*/ 1639 h 73770"/>
                <a:gd name="connsiteX58" fmla="*/ 57377 w 90163"/>
                <a:gd name="connsiteY58" fmla="*/ 0 h 73770"/>
                <a:gd name="connsiteX59" fmla="*/ 55738 w 90163"/>
                <a:gd name="connsiteY59" fmla="*/ 1639 h 73770"/>
                <a:gd name="connsiteX60" fmla="*/ 52459 w 90163"/>
                <a:gd name="connsiteY60" fmla="*/ 0 h 73770"/>
                <a:gd name="connsiteX61" fmla="*/ 49180 w 90163"/>
                <a:gd name="connsiteY61" fmla="*/ 3279 h 73770"/>
                <a:gd name="connsiteX62" fmla="*/ 45902 w 90163"/>
                <a:gd name="connsiteY62" fmla="*/ 6557 h 73770"/>
                <a:gd name="connsiteX63" fmla="*/ 40983 w 90163"/>
                <a:gd name="connsiteY63" fmla="*/ 6557 h 73770"/>
                <a:gd name="connsiteX64" fmla="*/ 44262 w 90163"/>
                <a:gd name="connsiteY64" fmla="*/ 9836 h 73770"/>
                <a:gd name="connsiteX65" fmla="*/ 45902 w 90163"/>
                <a:gd name="connsiteY65" fmla="*/ 13115 h 73770"/>
                <a:gd name="connsiteX66" fmla="*/ 45902 w 90163"/>
                <a:gd name="connsiteY66" fmla="*/ 16393 h 73770"/>
                <a:gd name="connsiteX67" fmla="*/ 40983 w 90163"/>
                <a:gd name="connsiteY67" fmla="*/ 18033 h 73770"/>
                <a:gd name="connsiteX68" fmla="*/ 37706 w 90163"/>
                <a:gd name="connsiteY68" fmla="*/ 18033 h 73770"/>
                <a:gd name="connsiteX69" fmla="*/ 34427 w 90163"/>
                <a:gd name="connsiteY69" fmla="*/ 19672 h 73770"/>
                <a:gd name="connsiteX70" fmla="*/ 29509 w 90163"/>
                <a:gd name="connsiteY70" fmla="*/ 19672 h 73770"/>
                <a:gd name="connsiteX71" fmla="*/ 26230 w 90163"/>
                <a:gd name="connsiteY71" fmla="*/ 16393 h 73770"/>
                <a:gd name="connsiteX72" fmla="*/ 22951 w 90163"/>
                <a:gd name="connsiteY72" fmla="*/ 13115 h 73770"/>
                <a:gd name="connsiteX73" fmla="*/ 18033 w 90163"/>
                <a:gd name="connsiteY73" fmla="*/ 11476 h 73770"/>
                <a:gd name="connsiteX74" fmla="*/ 18033 w 90163"/>
                <a:gd name="connsiteY74" fmla="*/ 16393 h 73770"/>
                <a:gd name="connsiteX75" fmla="*/ 16393 w 90163"/>
                <a:gd name="connsiteY75" fmla="*/ 19672 h 73770"/>
                <a:gd name="connsiteX76" fmla="*/ 16393 w 90163"/>
                <a:gd name="connsiteY76" fmla="*/ 21311 h 73770"/>
                <a:gd name="connsiteX77" fmla="*/ 16393 w 90163"/>
                <a:gd name="connsiteY77" fmla="*/ 26229 h 73770"/>
                <a:gd name="connsiteX78" fmla="*/ 18033 w 90163"/>
                <a:gd name="connsiteY78" fmla="*/ 29508 h 73770"/>
                <a:gd name="connsiteX79" fmla="*/ 14754 w 90163"/>
                <a:gd name="connsiteY79" fmla="*/ 32787 h 73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90163" h="73770">
                  <a:moveTo>
                    <a:pt x="13115" y="32787"/>
                  </a:moveTo>
                  <a:lnTo>
                    <a:pt x="11476" y="37705"/>
                  </a:lnTo>
                  <a:lnTo>
                    <a:pt x="6558" y="39344"/>
                  </a:lnTo>
                  <a:lnTo>
                    <a:pt x="3279" y="42623"/>
                  </a:lnTo>
                  <a:lnTo>
                    <a:pt x="0" y="45901"/>
                  </a:lnTo>
                  <a:lnTo>
                    <a:pt x="3279" y="45901"/>
                  </a:lnTo>
                  <a:lnTo>
                    <a:pt x="6558" y="42623"/>
                  </a:lnTo>
                  <a:lnTo>
                    <a:pt x="11476" y="40983"/>
                  </a:lnTo>
                  <a:lnTo>
                    <a:pt x="13115" y="44262"/>
                  </a:lnTo>
                  <a:lnTo>
                    <a:pt x="14754" y="47541"/>
                  </a:lnTo>
                  <a:lnTo>
                    <a:pt x="18033" y="47541"/>
                  </a:lnTo>
                  <a:lnTo>
                    <a:pt x="19672" y="52459"/>
                  </a:lnTo>
                  <a:lnTo>
                    <a:pt x="16393" y="52459"/>
                  </a:lnTo>
                  <a:lnTo>
                    <a:pt x="19672" y="55738"/>
                  </a:lnTo>
                  <a:lnTo>
                    <a:pt x="19672" y="59016"/>
                  </a:lnTo>
                  <a:lnTo>
                    <a:pt x="22951" y="60656"/>
                  </a:lnTo>
                  <a:lnTo>
                    <a:pt x="24590" y="63934"/>
                  </a:lnTo>
                  <a:lnTo>
                    <a:pt x="27869" y="63934"/>
                  </a:lnTo>
                  <a:lnTo>
                    <a:pt x="29509" y="65573"/>
                  </a:lnTo>
                  <a:lnTo>
                    <a:pt x="31148" y="68852"/>
                  </a:lnTo>
                  <a:lnTo>
                    <a:pt x="36066" y="70492"/>
                  </a:lnTo>
                  <a:lnTo>
                    <a:pt x="39344" y="72131"/>
                  </a:lnTo>
                  <a:lnTo>
                    <a:pt x="42623" y="70492"/>
                  </a:lnTo>
                  <a:lnTo>
                    <a:pt x="47541" y="73770"/>
                  </a:lnTo>
                  <a:lnTo>
                    <a:pt x="44262" y="70492"/>
                  </a:lnTo>
                  <a:lnTo>
                    <a:pt x="44262" y="67213"/>
                  </a:lnTo>
                  <a:lnTo>
                    <a:pt x="42623" y="62295"/>
                  </a:lnTo>
                  <a:lnTo>
                    <a:pt x="44262" y="59016"/>
                  </a:lnTo>
                  <a:lnTo>
                    <a:pt x="45902" y="55738"/>
                  </a:lnTo>
                  <a:lnTo>
                    <a:pt x="47541" y="50820"/>
                  </a:lnTo>
                  <a:lnTo>
                    <a:pt x="45902" y="47541"/>
                  </a:lnTo>
                  <a:lnTo>
                    <a:pt x="49180" y="44262"/>
                  </a:lnTo>
                  <a:lnTo>
                    <a:pt x="52459" y="40983"/>
                  </a:lnTo>
                  <a:lnTo>
                    <a:pt x="55738" y="37705"/>
                  </a:lnTo>
                  <a:lnTo>
                    <a:pt x="60656" y="37705"/>
                  </a:lnTo>
                  <a:lnTo>
                    <a:pt x="63935" y="39344"/>
                  </a:lnTo>
                  <a:lnTo>
                    <a:pt x="67213" y="40983"/>
                  </a:lnTo>
                  <a:lnTo>
                    <a:pt x="72131" y="42623"/>
                  </a:lnTo>
                  <a:lnTo>
                    <a:pt x="75410" y="45901"/>
                  </a:lnTo>
                  <a:lnTo>
                    <a:pt x="78689" y="49180"/>
                  </a:lnTo>
                  <a:lnTo>
                    <a:pt x="80328" y="45901"/>
                  </a:lnTo>
                  <a:lnTo>
                    <a:pt x="78689" y="40983"/>
                  </a:lnTo>
                  <a:lnTo>
                    <a:pt x="80328" y="37705"/>
                  </a:lnTo>
                  <a:lnTo>
                    <a:pt x="80328" y="37705"/>
                  </a:lnTo>
                  <a:lnTo>
                    <a:pt x="81967" y="34426"/>
                  </a:lnTo>
                  <a:lnTo>
                    <a:pt x="81967" y="32787"/>
                  </a:lnTo>
                  <a:lnTo>
                    <a:pt x="86886" y="27869"/>
                  </a:lnTo>
                  <a:lnTo>
                    <a:pt x="90164" y="26229"/>
                  </a:lnTo>
                  <a:lnTo>
                    <a:pt x="88525" y="21311"/>
                  </a:lnTo>
                  <a:lnTo>
                    <a:pt x="85246" y="18033"/>
                  </a:lnTo>
                  <a:lnTo>
                    <a:pt x="81967" y="14754"/>
                  </a:lnTo>
                  <a:lnTo>
                    <a:pt x="80328" y="11476"/>
                  </a:lnTo>
                  <a:lnTo>
                    <a:pt x="80328" y="6557"/>
                  </a:lnTo>
                  <a:lnTo>
                    <a:pt x="77049" y="6557"/>
                  </a:lnTo>
                  <a:lnTo>
                    <a:pt x="73770" y="8197"/>
                  </a:lnTo>
                  <a:lnTo>
                    <a:pt x="68852" y="6557"/>
                  </a:lnTo>
                  <a:lnTo>
                    <a:pt x="65573" y="4918"/>
                  </a:lnTo>
                  <a:lnTo>
                    <a:pt x="62296" y="1639"/>
                  </a:lnTo>
                  <a:lnTo>
                    <a:pt x="57377" y="0"/>
                  </a:lnTo>
                  <a:lnTo>
                    <a:pt x="55738" y="1639"/>
                  </a:lnTo>
                  <a:lnTo>
                    <a:pt x="52459" y="0"/>
                  </a:lnTo>
                  <a:lnTo>
                    <a:pt x="49180" y="3279"/>
                  </a:lnTo>
                  <a:lnTo>
                    <a:pt x="45902" y="6557"/>
                  </a:lnTo>
                  <a:lnTo>
                    <a:pt x="40983" y="6557"/>
                  </a:lnTo>
                  <a:lnTo>
                    <a:pt x="44262" y="9836"/>
                  </a:lnTo>
                  <a:lnTo>
                    <a:pt x="45902" y="13115"/>
                  </a:lnTo>
                  <a:lnTo>
                    <a:pt x="45902" y="16393"/>
                  </a:lnTo>
                  <a:lnTo>
                    <a:pt x="40983" y="18033"/>
                  </a:lnTo>
                  <a:lnTo>
                    <a:pt x="37706" y="18033"/>
                  </a:lnTo>
                  <a:lnTo>
                    <a:pt x="34427" y="19672"/>
                  </a:lnTo>
                  <a:lnTo>
                    <a:pt x="29509" y="19672"/>
                  </a:lnTo>
                  <a:lnTo>
                    <a:pt x="26230" y="16393"/>
                  </a:lnTo>
                  <a:lnTo>
                    <a:pt x="22951" y="13115"/>
                  </a:lnTo>
                  <a:lnTo>
                    <a:pt x="18033" y="11476"/>
                  </a:lnTo>
                  <a:lnTo>
                    <a:pt x="18033" y="16393"/>
                  </a:lnTo>
                  <a:lnTo>
                    <a:pt x="16393" y="19672"/>
                  </a:lnTo>
                  <a:lnTo>
                    <a:pt x="16393" y="21311"/>
                  </a:lnTo>
                  <a:lnTo>
                    <a:pt x="16393" y="26229"/>
                  </a:lnTo>
                  <a:lnTo>
                    <a:pt x="18033" y="29508"/>
                  </a:lnTo>
                  <a:lnTo>
                    <a:pt x="14754" y="327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11" name="Freeform 2910">
              <a:extLst>
                <a:ext uri="{FF2B5EF4-FFF2-40B4-BE49-F238E27FC236}">
                  <a16:creationId xmlns:a16="http://schemas.microsoft.com/office/drawing/2014/main" id="{5D4D12E5-AABE-E843-903C-9A4C8FA4452E}"/>
                </a:ext>
              </a:extLst>
            </p:cNvPr>
            <p:cNvSpPr/>
            <p:nvPr/>
          </p:nvSpPr>
          <p:spPr>
            <a:xfrm>
              <a:off x="10223849" y="2614904"/>
              <a:ext cx="3278" cy="3278"/>
            </a:xfrm>
            <a:custGeom>
              <a:avLst/>
              <a:gdLst>
                <a:gd name="connsiteX0" fmla="*/ 1640 w 3278"/>
                <a:gd name="connsiteY0" fmla="*/ 0 h 3278"/>
                <a:gd name="connsiteX1" fmla="*/ 0 w 3278"/>
                <a:gd name="connsiteY1" fmla="*/ 0 h 3278"/>
                <a:gd name="connsiteX2" fmla="*/ 0 w 3278"/>
                <a:gd name="connsiteY2" fmla="*/ 3279 h 3278"/>
                <a:gd name="connsiteX3" fmla="*/ 3279 w 3278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3278">
                  <a:moveTo>
                    <a:pt x="1640" y="0"/>
                  </a:moveTo>
                  <a:lnTo>
                    <a:pt x="0" y="0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12" name="Freeform 2911">
              <a:extLst>
                <a:ext uri="{FF2B5EF4-FFF2-40B4-BE49-F238E27FC236}">
                  <a16:creationId xmlns:a16="http://schemas.microsoft.com/office/drawing/2014/main" id="{3B0A36E1-689F-5B45-8E1D-4A5B15DF75FF}"/>
                </a:ext>
              </a:extLst>
            </p:cNvPr>
            <p:cNvSpPr/>
            <p:nvPr/>
          </p:nvSpPr>
          <p:spPr>
            <a:xfrm>
              <a:off x="10223849" y="2762444"/>
              <a:ext cx="4917" cy="18032"/>
            </a:xfrm>
            <a:custGeom>
              <a:avLst/>
              <a:gdLst>
                <a:gd name="connsiteX0" fmla="*/ 1640 w 4917"/>
                <a:gd name="connsiteY0" fmla="*/ 0 h 18032"/>
                <a:gd name="connsiteX1" fmla="*/ 0 w 4917"/>
                <a:gd name="connsiteY1" fmla="*/ 0 h 18032"/>
                <a:gd name="connsiteX2" fmla="*/ 0 w 4917"/>
                <a:gd name="connsiteY2" fmla="*/ 3279 h 18032"/>
                <a:gd name="connsiteX3" fmla="*/ 0 w 4917"/>
                <a:gd name="connsiteY3" fmla="*/ 6557 h 18032"/>
                <a:gd name="connsiteX4" fmla="*/ 0 w 4917"/>
                <a:gd name="connsiteY4" fmla="*/ 11475 h 18032"/>
                <a:gd name="connsiteX5" fmla="*/ 0 w 4917"/>
                <a:gd name="connsiteY5" fmla="*/ 14754 h 18032"/>
                <a:gd name="connsiteX6" fmla="*/ 0 w 4917"/>
                <a:gd name="connsiteY6" fmla="*/ 18033 h 18032"/>
                <a:gd name="connsiteX7" fmla="*/ 4918 w 4917"/>
                <a:gd name="connsiteY7" fmla="*/ 18033 h 18032"/>
                <a:gd name="connsiteX8" fmla="*/ 3279 w 4917"/>
                <a:gd name="connsiteY8" fmla="*/ 14754 h 18032"/>
                <a:gd name="connsiteX9" fmla="*/ 3279 w 4917"/>
                <a:gd name="connsiteY9" fmla="*/ 11475 h 18032"/>
                <a:gd name="connsiteX10" fmla="*/ 3279 w 4917"/>
                <a:gd name="connsiteY10" fmla="*/ 6557 h 18032"/>
                <a:gd name="connsiteX11" fmla="*/ 3279 w 4917"/>
                <a:gd name="connsiteY11" fmla="*/ 3279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917" h="18032">
                  <a:moveTo>
                    <a:pt x="1640" y="0"/>
                  </a:moveTo>
                  <a:lnTo>
                    <a:pt x="0" y="0"/>
                  </a:lnTo>
                  <a:lnTo>
                    <a:pt x="0" y="3279"/>
                  </a:lnTo>
                  <a:lnTo>
                    <a:pt x="0" y="6557"/>
                  </a:lnTo>
                  <a:lnTo>
                    <a:pt x="0" y="11475"/>
                  </a:lnTo>
                  <a:lnTo>
                    <a:pt x="0" y="14754"/>
                  </a:lnTo>
                  <a:lnTo>
                    <a:pt x="0" y="18033"/>
                  </a:lnTo>
                  <a:lnTo>
                    <a:pt x="4918" y="18033"/>
                  </a:lnTo>
                  <a:lnTo>
                    <a:pt x="3279" y="14754"/>
                  </a:lnTo>
                  <a:lnTo>
                    <a:pt x="3279" y="11475"/>
                  </a:lnTo>
                  <a:lnTo>
                    <a:pt x="3279" y="6557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13" name="Freeform 2912">
              <a:extLst>
                <a:ext uri="{FF2B5EF4-FFF2-40B4-BE49-F238E27FC236}">
                  <a16:creationId xmlns:a16="http://schemas.microsoft.com/office/drawing/2014/main" id="{C9B69B28-B92A-EB46-AA57-BDB4A3B18433}"/>
                </a:ext>
              </a:extLst>
            </p:cNvPr>
            <p:cNvSpPr/>
            <p:nvPr/>
          </p:nvSpPr>
          <p:spPr>
            <a:xfrm>
              <a:off x="10238604" y="2609986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0 w 3278"/>
                <a:gd name="connsiteY1" fmla="*/ 0 h 3278"/>
                <a:gd name="connsiteX2" fmla="*/ 327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0" y="0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14" name="Freeform 2913">
              <a:extLst>
                <a:ext uri="{FF2B5EF4-FFF2-40B4-BE49-F238E27FC236}">
                  <a16:creationId xmlns:a16="http://schemas.microsoft.com/office/drawing/2014/main" id="{36D39663-A834-304F-A180-9B613018B7AF}"/>
                </a:ext>
              </a:extLst>
            </p:cNvPr>
            <p:cNvSpPr/>
            <p:nvPr/>
          </p:nvSpPr>
          <p:spPr>
            <a:xfrm>
              <a:off x="10268111" y="2119824"/>
              <a:ext cx="8196" cy="4918"/>
            </a:xfrm>
            <a:custGeom>
              <a:avLst/>
              <a:gdLst>
                <a:gd name="connsiteX0" fmla="*/ 1639 w 8196"/>
                <a:gd name="connsiteY0" fmla="*/ 0 h 4918"/>
                <a:gd name="connsiteX1" fmla="*/ 0 w 8196"/>
                <a:gd name="connsiteY1" fmla="*/ 0 h 4918"/>
                <a:gd name="connsiteX2" fmla="*/ 3279 w 8196"/>
                <a:gd name="connsiteY2" fmla="*/ 3279 h 4918"/>
                <a:gd name="connsiteX3" fmla="*/ 8197 w 8196"/>
                <a:gd name="connsiteY3" fmla="*/ 4918 h 4918"/>
                <a:gd name="connsiteX4" fmla="*/ 4918 w 8196"/>
                <a:gd name="connsiteY4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1639" y="0"/>
                  </a:moveTo>
                  <a:lnTo>
                    <a:pt x="0" y="0"/>
                  </a:lnTo>
                  <a:lnTo>
                    <a:pt x="3279" y="3279"/>
                  </a:lnTo>
                  <a:lnTo>
                    <a:pt x="8197" y="4918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15" name="Freeform 2914">
              <a:extLst>
                <a:ext uri="{FF2B5EF4-FFF2-40B4-BE49-F238E27FC236}">
                  <a16:creationId xmlns:a16="http://schemas.microsoft.com/office/drawing/2014/main" id="{581894AF-9F7A-B24C-8ADE-CAEE193A9462}"/>
                </a:ext>
              </a:extLst>
            </p:cNvPr>
            <p:cNvSpPr/>
            <p:nvPr/>
          </p:nvSpPr>
          <p:spPr>
            <a:xfrm>
              <a:off x="10279587" y="2598510"/>
              <a:ext cx="6556" cy="4918"/>
            </a:xfrm>
            <a:custGeom>
              <a:avLst/>
              <a:gdLst>
                <a:gd name="connsiteX0" fmla="*/ 6557 w 6556"/>
                <a:gd name="connsiteY0" fmla="*/ 0 h 4918"/>
                <a:gd name="connsiteX1" fmla="*/ 3279 w 6556"/>
                <a:gd name="connsiteY1" fmla="*/ 0 h 4918"/>
                <a:gd name="connsiteX2" fmla="*/ 0 w 6556"/>
                <a:gd name="connsiteY2" fmla="*/ 3279 h 4918"/>
                <a:gd name="connsiteX3" fmla="*/ 3279 w 6556"/>
                <a:gd name="connsiteY3" fmla="*/ 4918 h 4918"/>
                <a:gd name="connsiteX4" fmla="*/ 6557 w 6556"/>
                <a:gd name="connsiteY4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6" h="4918">
                  <a:moveTo>
                    <a:pt x="6557" y="0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3279" y="4918"/>
                  </a:lnTo>
                  <a:lnTo>
                    <a:pt x="655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16" name="Freeform 2915">
              <a:extLst>
                <a:ext uri="{FF2B5EF4-FFF2-40B4-BE49-F238E27FC236}">
                  <a16:creationId xmlns:a16="http://schemas.microsoft.com/office/drawing/2014/main" id="{93588071-1F69-5B4E-9DE9-A4790480C781}"/>
                </a:ext>
              </a:extLst>
            </p:cNvPr>
            <p:cNvSpPr/>
            <p:nvPr/>
          </p:nvSpPr>
          <p:spPr>
            <a:xfrm>
              <a:off x="10282866" y="2129660"/>
              <a:ext cx="6556" cy="4918"/>
            </a:xfrm>
            <a:custGeom>
              <a:avLst/>
              <a:gdLst>
                <a:gd name="connsiteX0" fmla="*/ 0 w 6556"/>
                <a:gd name="connsiteY0" fmla="*/ 0 h 4918"/>
                <a:gd name="connsiteX1" fmla="*/ 0 w 6556"/>
                <a:gd name="connsiteY1" fmla="*/ 3279 h 4918"/>
                <a:gd name="connsiteX2" fmla="*/ 3278 w 6556"/>
                <a:gd name="connsiteY2" fmla="*/ 4918 h 4918"/>
                <a:gd name="connsiteX3" fmla="*/ 6557 w 6556"/>
                <a:gd name="connsiteY3" fmla="*/ 3279 h 4918"/>
                <a:gd name="connsiteX4" fmla="*/ 3278 w 6556"/>
                <a:gd name="connsiteY4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6" h="4918">
                  <a:moveTo>
                    <a:pt x="0" y="0"/>
                  </a:moveTo>
                  <a:lnTo>
                    <a:pt x="0" y="3279"/>
                  </a:lnTo>
                  <a:lnTo>
                    <a:pt x="3278" y="4918"/>
                  </a:lnTo>
                  <a:lnTo>
                    <a:pt x="6557" y="3279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17" name="Freeform 2916">
              <a:extLst>
                <a:ext uri="{FF2B5EF4-FFF2-40B4-BE49-F238E27FC236}">
                  <a16:creationId xmlns:a16="http://schemas.microsoft.com/office/drawing/2014/main" id="{A868637A-D393-A248-8EC9-41D771B21D7C}"/>
                </a:ext>
              </a:extLst>
            </p:cNvPr>
            <p:cNvSpPr/>
            <p:nvPr/>
          </p:nvSpPr>
          <p:spPr>
            <a:xfrm>
              <a:off x="10292702" y="2118185"/>
              <a:ext cx="199999" cy="177048"/>
            </a:xfrm>
            <a:custGeom>
              <a:avLst/>
              <a:gdLst>
                <a:gd name="connsiteX0" fmla="*/ 0 w 199999"/>
                <a:gd name="connsiteY0" fmla="*/ 1639 h 177048"/>
                <a:gd name="connsiteX1" fmla="*/ 3279 w 199999"/>
                <a:gd name="connsiteY1" fmla="*/ 6557 h 177048"/>
                <a:gd name="connsiteX2" fmla="*/ 3279 w 199999"/>
                <a:gd name="connsiteY2" fmla="*/ 9836 h 177048"/>
                <a:gd name="connsiteX3" fmla="*/ 4918 w 199999"/>
                <a:gd name="connsiteY3" fmla="*/ 13115 h 177048"/>
                <a:gd name="connsiteX4" fmla="*/ 8197 w 199999"/>
                <a:gd name="connsiteY4" fmla="*/ 16393 h 177048"/>
                <a:gd name="connsiteX5" fmla="*/ 11476 w 199999"/>
                <a:gd name="connsiteY5" fmla="*/ 19672 h 177048"/>
                <a:gd name="connsiteX6" fmla="*/ 16393 w 199999"/>
                <a:gd name="connsiteY6" fmla="*/ 22951 h 177048"/>
                <a:gd name="connsiteX7" fmla="*/ 18032 w 199999"/>
                <a:gd name="connsiteY7" fmla="*/ 26229 h 177048"/>
                <a:gd name="connsiteX8" fmla="*/ 21311 w 199999"/>
                <a:gd name="connsiteY8" fmla="*/ 29508 h 177048"/>
                <a:gd name="connsiteX9" fmla="*/ 24590 w 199999"/>
                <a:gd name="connsiteY9" fmla="*/ 32787 h 177048"/>
                <a:gd name="connsiteX10" fmla="*/ 27869 w 199999"/>
                <a:gd name="connsiteY10" fmla="*/ 36065 h 177048"/>
                <a:gd name="connsiteX11" fmla="*/ 29508 w 199999"/>
                <a:gd name="connsiteY11" fmla="*/ 40983 h 177048"/>
                <a:gd name="connsiteX12" fmla="*/ 31148 w 199999"/>
                <a:gd name="connsiteY12" fmla="*/ 44262 h 177048"/>
                <a:gd name="connsiteX13" fmla="*/ 32787 w 199999"/>
                <a:gd name="connsiteY13" fmla="*/ 47541 h 177048"/>
                <a:gd name="connsiteX14" fmla="*/ 32787 w 199999"/>
                <a:gd name="connsiteY14" fmla="*/ 52459 h 177048"/>
                <a:gd name="connsiteX15" fmla="*/ 34426 w 199999"/>
                <a:gd name="connsiteY15" fmla="*/ 55738 h 177048"/>
                <a:gd name="connsiteX16" fmla="*/ 37705 w 199999"/>
                <a:gd name="connsiteY16" fmla="*/ 59016 h 177048"/>
                <a:gd name="connsiteX17" fmla="*/ 39344 w 199999"/>
                <a:gd name="connsiteY17" fmla="*/ 63934 h 177048"/>
                <a:gd name="connsiteX18" fmla="*/ 40983 w 199999"/>
                <a:gd name="connsiteY18" fmla="*/ 67213 h 177048"/>
                <a:gd name="connsiteX19" fmla="*/ 40983 w 199999"/>
                <a:gd name="connsiteY19" fmla="*/ 68852 h 177048"/>
                <a:gd name="connsiteX20" fmla="*/ 39344 w 199999"/>
                <a:gd name="connsiteY20" fmla="*/ 72131 h 177048"/>
                <a:gd name="connsiteX21" fmla="*/ 36066 w 199999"/>
                <a:gd name="connsiteY21" fmla="*/ 75410 h 177048"/>
                <a:gd name="connsiteX22" fmla="*/ 39344 w 199999"/>
                <a:gd name="connsiteY22" fmla="*/ 80328 h 177048"/>
                <a:gd name="connsiteX23" fmla="*/ 42622 w 199999"/>
                <a:gd name="connsiteY23" fmla="*/ 83606 h 177048"/>
                <a:gd name="connsiteX24" fmla="*/ 44262 w 199999"/>
                <a:gd name="connsiteY24" fmla="*/ 86885 h 177048"/>
                <a:gd name="connsiteX25" fmla="*/ 47541 w 199999"/>
                <a:gd name="connsiteY25" fmla="*/ 90164 h 177048"/>
                <a:gd name="connsiteX26" fmla="*/ 50819 w 199999"/>
                <a:gd name="connsiteY26" fmla="*/ 95082 h 177048"/>
                <a:gd name="connsiteX27" fmla="*/ 50819 w 199999"/>
                <a:gd name="connsiteY27" fmla="*/ 98360 h 177048"/>
                <a:gd name="connsiteX28" fmla="*/ 47541 w 199999"/>
                <a:gd name="connsiteY28" fmla="*/ 101639 h 177048"/>
                <a:gd name="connsiteX29" fmla="*/ 47541 w 199999"/>
                <a:gd name="connsiteY29" fmla="*/ 101639 h 177048"/>
                <a:gd name="connsiteX30" fmla="*/ 44262 w 199999"/>
                <a:gd name="connsiteY30" fmla="*/ 101639 h 177048"/>
                <a:gd name="connsiteX31" fmla="*/ 39344 w 199999"/>
                <a:gd name="connsiteY31" fmla="*/ 101639 h 177048"/>
                <a:gd name="connsiteX32" fmla="*/ 36066 w 199999"/>
                <a:gd name="connsiteY32" fmla="*/ 98360 h 177048"/>
                <a:gd name="connsiteX33" fmla="*/ 32787 w 199999"/>
                <a:gd name="connsiteY33" fmla="*/ 100000 h 177048"/>
                <a:gd name="connsiteX34" fmla="*/ 27869 w 199999"/>
                <a:gd name="connsiteY34" fmla="*/ 98360 h 177048"/>
                <a:gd name="connsiteX35" fmla="*/ 24590 w 199999"/>
                <a:gd name="connsiteY35" fmla="*/ 96721 h 177048"/>
                <a:gd name="connsiteX36" fmla="*/ 21311 w 199999"/>
                <a:gd name="connsiteY36" fmla="*/ 95082 h 177048"/>
                <a:gd name="connsiteX37" fmla="*/ 16393 w 199999"/>
                <a:gd name="connsiteY37" fmla="*/ 93442 h 177048"/>
                <a:gd name="connsiteX38" fmla="*/ 13114 w 199999"/>
                <a:gd name="connsiteY38" fmla="*/ 95082 h 177048"/>
                <a:gd name="connsiteX39" fmla="*/ 14754 w 199999"/>
                <a:gd name="connsiteY39" fmla="*/ 98360 h 177048"/>
                <a:gd name="connsiteX40" fmla="*/ 19672 w 199999"/>
                <a:gd name="connsiteY40" fmla="*/ 101639 h 177048"/>
                <a:gd name="connsiteX41" fmla="*/ 22951 w 199999"/>
                <a:gd name="connsiteY41" fmla="*/ 104918 h 177048"/>
                <a:gd name="connsiteX42" fmla="*/ 26229 w 199999"/>
                <a:gd name="connsiteY42" fmla="*/ 108196 h 177048"/>
                <a:gd name="connsiteX43" fmla="*/ 26229 w 199999"/>
                <a:gd name="connsiteY43" fmla="*/ 111475 h 177048"/>
                <a:gd name="connsiteX44" fmla="*/ 24590 w 199999"/>
                <a:gd name="connsiteY44" fmla="*/ 114754 h 177048"/>
                <a:gd name="connsiteX45" fmla="*/ 24590 w 199999"/>
                <a:gd name="connsiteY45" fmla="*/ 119672 h 177048"/>
                <a:gd name="connsiteX46" fmla="*/ 19672 w 199999"/>
                <a:gd name="connsiteY46" fmla="*/ 118032 h 177048"/>
                <a:gd name="connsiteX47" fmla="*/ 16393 w 199999"/>
                <a:gd name="connsiteY47" fmla="*/ 122950 h 177048"/>
                <a:gd name="connsiteX48" fmla="*/ 14754 w 199999"/>
                <a:gd name="connsiteY48" fmla="*/ 122950 h 177048"/>
                <a:gd name="connsiteX49" fmla="*/ 13114 w 199999"/>
                <a:gd name="connsiteY49" fmla="*/ 126229 h 177048"/>
                <a:gd name="connsiteX50" fmla="*/ 16393 w 199999"/>
                <a:gd name="connsiteY50" fmla="*/ 129508 h 177048"/>
                <a:gd name="connsiteX51" fmla="*/ 18032 w 199999"/>
                <a:gd name="connsiteY51" fmla="*/ 134426 h 177048"/>
                <a:gd name="connsiteX52" fmla="*/ 18032 w 199999"/>
                <a:gd name="connsiteY52" fmla="*/ 137704 h 177048"/>
                <a:gd name="connsiteX53" fmla="*/ 19672 w 199999"/>
                <a:gd name="connsiteY53" fmla="*/ 140983 h 177048"/>
                <a:gd name="connsiteX54" fmla="*/ 24590 w 199999"/>
                <a:gd name="connsiteY54" fmla="*/ 142622 h 177048"/>
                <a:gd name="connsiteX55" fmla="*/ 27869 w 199999"/>
                <a:gd name="connsiteY55" fmla="*/ 145901 h 177048"/>
                <a:gd name="connsiteX56" fmla="*/ 31148 w 199999"/>
                <a:gd name="connsiteY56" fmla="*/ 147540 h 177048"/>
                <a:gd name="connsiteX57" fmla="*/ 32787 w 199999"/>
                <a:gd name="connsiteY57" fmla="*/ 147540 h 177048"/>
                <a:gd name="connsiteX58" fmla="*/ 36066 w 199999"/>
                <a:gd name="connsiteY58" fmla="*/ 150819 h 177048"/>
                <a:gd name="connsiteX59" fmla="*/ 39344 w 199999"/>
                <a:gd name="connsiteY59" fmla="*/ 154098 h 177048"/>
                <a:gd name="connsiteX60" fmla="*/ 42622 w 199999"/>
                <a:gd name="connsiteY60" fmla="*/ 157376 h 177048"/>
                <a:gd name="connsiteX61" fmla="*/ 42622 w 199999"/>
                <a:gd name="connsiteY61" fmla="*/ 160655 h 177048"/>
                <a:gd name="connsiteX62" fmla="*/ 42622 w 199999"/>
                <a:gd name="connsiteY62" fmla="*/ 165573 h 177048"/>
                <a:gd name="connsiteX63" fmla="*/ 44262 w 199999"/>
                <a:gd name="connsiteY63" fmla="*/ 168852 h 177048"/>
                <a:gd name="connsiteX64" fmla="*/ 44262 w 199999"/>
                <a:gd name="connsiteY64" fmla="*/ 168852 h 177048"/>
                <a:gd name="connsiteX65" fmla="*/ 45901 w 199999"/>
                <a:gd name="connsiteY65" fmla="*/ 172130 h 177048"/>
                <a:gd name="connsiteX66" fmla="*/ 49180 w 199999"/>
                <a:gd name="connsiteY66" fmla="*/ 177048 h 177048"/>
                <a:gd name="connsiteX67" fmla="*/ 52459 w 199999"/>
                <a:gd name="connsiteY67" fmla="*/ 177048 h 177048"/>
                <a:gd name="connsiteX68" fmla="*/ 55738 w 199999"/>
                <a:gd name="connsiteY68" fmla="*/ 177048 h 177048"/>
                <a:gd name="connsiteX69" fmla="*/ 57377 w 199999"/>
                <a:gd name="connsiteY69" fmla="*/ 173770 h 177048"/>
                <a:gd name="connsiteX70" fmla="*/ 60656 w 199999"/>
                <a:gd name="connsiteY70" fmla="*/ 172130 h 177048"/>
                <a:gd name="connsiteX71" fmla="*/ 59016 w 199999"/>
                <a:gd name="connsiteY71" fmla="*/ 168852 h 177048"/>
                <a:gd name="connsiteX72" fmla="*/ 60656 w 199999"/>
                <a:gd name="connsiteY72" fmla="*/ 165573 h 177048"/>
                <a:gd name="connsiteX73" fmla="*/ 63935 w 199999"/>
                <a:gd name="connsiteY73" fmla="*/ 162294 h 177048"/>
                <a:gd name="connsiteX74" fmla="*/ 67212 w 199999"/>
                <a:gd name="connsiteY74" fmla="*/ 162294 h 177048"/>
                <a:gd name="connsiteX75" fmla="*/ 72131 w 199999"/>
                <a:gd name="connsiteY75" fmla="*/ 162294 h 177048"/>
                <a:gd name="connsiteX76" fmla="*/ 75409 w 199999"/>
                <a:gd name="connsiteY76" fmla="*/ 163934 h 177048"/>
                <a:gd name="connsiteX77" fmla="*/ 78688 w 199999"/>
                <a:gd name="connsiteY77" fmla="*/ 162294 h 177048"/>
                <a:gd name="connsiteX78" fmla="*/ 78688 w 199999"/>
                <a:gd name="connsiteY78" fmla="*/ 159016 h 177048"/>
                <a:gd name="connsiteX79" fmla="*/ 75409 w 199999"/>
                <a:gd name="connsiteY79" fmla="*/ 157376 h 177048"/>
                <a:gd name="connsiteX80" fmla="*/ 72131 w 199999"/>
                <a:gd name="connsiteY80" fmla="*/ 155737 h 177048"/>
                <a:gd name="connsiteX81" fmla="*/ 67212 w 199999"/>
                <a:gd name="connsiteY81" fmla="*/ 154098 h 177048"/>
                <a:gd name="connsiteX82" fmla="*/ 63935 w 199999"/>
                <a:gd name="connsiteY82" fmla="*/ 150819 h 177048"/>
                <a:gd name="connsiteX83" fmla="*/ 60656 w 199999"/>
                <a:gd name="connsiteY83" fmla="*/ 149180 h 177048"/>
                <a:gd name="connsiteX84" fmla="*/ 55738 w 199999"/>
                <a:gd name="connsiteY84" fmla="*/ 145901 h 177048"/>
                <a:gd name="connsiteX85" fmla="*/ 52459 w 199999"/>
                <a:gd name="connsiteY85" fmla="*/ 147540 h 177048"/>
                <a:gd name="connsiteX86" fmla="*/ 49180 w 199999"/>
                <a:gd name="connsiteY86" fmla="*/ 145901 h 177048"/>
                <a:gd name="connsiteX87" fmla="*/ 45901 w 199999"/>
                <a:gd name="connsiteY87" fmla="*/ 144262 h 177048"/>
                <a:gd name="connsiteX88" fmla="*/ 40983 w 199999"/>
                <a:gd name="connsiteY88" fmla="*/ 142622 h 177048"/>
                <a:gd name="connsiteX89" fmla="*/ 37705 w 199999"/>
                <a:gd name="connsiteY89" fmla="*/ 140983 h 177048"/>
                <a:gd name="connsiteX90" fmla="*/ 36066 w 199999"/>
                <a:gd name="connsiteY90" fmla="*/ 137704 h 177048"/>
                <a:gd name="connsiteX91" fmla="*/ 34426 w 199999"/>
                <a:gd name="connsiteY91" fmla="*/ 132786 h 177048"/>
                <a:gd name="connsiteX92" fmla="*/ 36066 w 199999"/>
                <a:gd name="connsiteY92" fmla="*/ 129508 h 177048"/>
                <a:gd name="connsiteX93" fmla="*/ 39344 w 199999"/>
                <a:gd name="connsiteY93" fmla="*/ 126229 h 177048"/>
                <a:gd name="connsiteX94" fmla="*/ 42622 w 199999"/>
                <a:gd name="connsiteY94" fmla="*/ 126229 h 177048"/>
                <a:gd name="connsiteX95" fmla="*/ 47541 w 199999"/>
                <a:gd name="connsiteY95" fmla="*/ 127868 h 177048"/>
                <a:gd name="connsiteX96" fmla="*/ 50819 w 199999"/>
                <a:gd name="connsiteY96" fmla="*/ 131147 h 177048"/>
                <a:gd name="connsiteX97" fmla="*/ 54098 w 199999"/>
                <a:gd name="connsiteY97" fmla="*/ 132786 h 177048"/>
                <a:gd name="connsiteX98" fmla="*/ 57377 w 199999"/>
                <a:gd name="connsiteY98" fmla="*/ 136065 h 177048"/>
                <a:gd name="connsiteX99" fmla="*/ 62295 w 199999"/>
                <a:gd name="connsiteY99" fmla="*/ 137704 h 177048"/>
                <a:gd name="connsiteX100" fmla="*/ 63935 w 199999"/>
                <a:gd name="connsiteY100" fmla="*/ 134426 h 177048"/>
                <a:gd name="connsiteX101" fmla="*/ 67212 w 199999"/>
                <a:gd name="connsiteY101" fmla="*/ 131147 h 177048"/>
                <a:gd name="connsiteX102" fmla="*/ 70491 w 199999"/>
                <a:gd name="connsiteY102" fmla="*/ 126229 h 177048"/>
                <a:gd name="connsiteX103" fmla="*/ 73770 w 199999"/>
                <a:gd name="connsiteY103" fmla="*/ 126229 h 177048"/>
                <a:gd name="connsiteX104" fmla="*/ 78688 w 199999"/>
                <a:gd name="connsiteY104" fmla="*/ 124590 h 177048"/>
                <a:gd name="connsiteX105" fmla="*/ 81967 w 199999"/>
                <a:gd name="connsiteY105" fmla="*/ 126229 h 177048"/>
                <a:gd name="connsiteX106" fmla="*/ 85246 w 199999"/>
                <a:gd name="connsiteY106" fmla="*/ 126229 h 177048"/>
                <a:gd name="connsiteX107" fmla="*/ 90164 w 199999"/>
                <a:gd name="connsiteY107" fmla="*/ 129508 h 177048"/>
                <a:gd name="connsiteX108" fmla="*/ 93442 w 199999"/>
                <a:gd name="connsiteY108" fmla="*/ 131147 h 177048"/>
                <a:gd name="connsiteX109" fmla="*/ 96721 w 199999"/>
                <a:gd name="connsiteY109" fmla="*/ 132786 h 177048"/>
                <a:gd name="connsiteX110" fmla="*/ 99999 w 199999"/>
                <a:gd name="connsiteY110" fmla="*/ 134426 h 177048"/>
                <a:gd name="connsiteX111" fmla="*/ 104918 w 199999"/>
                <a:gd name="connsiteY111" fmla="*/ 136065 h 177048"/>
                <a:gd name="connsiteX112" fmla="*/ 108196 w 199999"/>
                <a:gd name="connsiteY112" fmla="*/ 137704 h 177048"/>
                <a:gd name="connsiteX113" fmla="*/ 111475 w 199999"/>
                <a:gd name="connsiteY113" fmla="*/ 139344 h 177048"/>
                <a:gd name="connsiteX114" fmla="*/ 116393 w 199999"/>
                <a:gd name="connsiteY114" fmla="*/ 140983 h 177048"/>
                <a:gd name="connsiteX115" fmla="*/ 119671 w 199999"/>
                <a:gd name="connsiteY115" fmla="*/ 142622 h 177048"/>
                <a:gd name="connsiteX116" fmla="*/ 122950 w 199999"/>
                <a:gd name="connsiteY116" fmla="*/ 144262 h 177048"/>
                <a:gd name="connsiteX117" fmla="*/ 126229 w 199999"/>
                <a:gd name="connsiteY117" fmla="*/ 145901 h 177048"/>
                <a:gd name="connsiteX118" fmla="*/ 131147 w 199999"/>
                <a:gd name="connsiteY118" fmla="*/ 145901 h 177048"/>
                <a:gd name="connsiteX119" fmla="*/ 134426 w 199999"/>
                <a:gd name="connsiteY119" fmla="*/ 147540 h 177048"/>
                <a:gd name="connsiteX120" fmla="*/ 137705 w 199999"/>
                <a:gd name="connsiteY120" fmla="*/ 149180 h 177048"/>
                <a:gd name="connsiteX121" fmla="*/ 142623 w 199999"/>
                <a:gd name="connsiteY121" fmla="*/ 150819 h 177048"/>
                <a:gd name="connsiteX122" fmla="*/ 145901 w 199999"/>
                <a:gd name="connsiteY122" fmla="*/ 152458 h 177048"/>
                <a:gd name="connsiteX123" fmla="*/ 149179 w 199999"/>
                <a:gd name="connsiteY123" fmla="*/ 152458 h 177048"/>
                <a:gd name="connsiteX124" fmla="*/ 149179 w 199999"/>
                <a:gd name="connsiteY124" fmla="*/ 147540 h 177048"/>
                <a:gd name="connsiteX125" fmla="*/ 147540 w 199999"/>
                <a:gd name="connsiteY125" fmla="*/ 144262 h 177048"/>
                <a:gd name="connsiteX126" fmla="*/ 144261 w 199999"/>
                <a:gd name="connsiteY126" fmla="*/ 140983 h 177048"/>
                <a:gd name="connsiteX127" fmla="*/ 144261 w 199999"/>
                <a:gd name="connsiteY127" fmla="*/ 137704 h 177048"/>
                <a:gd name="connsiteX128" fmla="*/ 144261 w 199999"/>
                <a:gd name="connsiteY128" fmla="*/ 132786 h 177048"/>
                <a:gd name="connsiteX129" fmla="*/ 144261 w 199999"/>
                <a:gd name="connsiteY129" fmla="*/ 129508 h 177048"/>
                <a:gd name="connsiteX130" fmla="*/ 144261 w 199999"/>
                <a:gd name="connsiteY130" fmla="*/ 124590 h 177048"/>
                <a:gd name="connsiteX131" fmla="*/ 145901 w 199999"/>
                <a:gd name="connsiteY131" fmla="*/ 121311 h 177048"/>
                <a:gd name="connsiteX132" fmla="*/ 147540 w 199999"/>
                <a:gd name="connsiteY132" fmla="*/ 121311 h 177048"/>
                <a:gd name="connsiteX133" fmla="*/ 147540 w 199999"/>
                <a:gd name="connsiteY133" fmla="*/ 118032 h 177048"/>
                <a:gd name="connsiteX134" fmla="*/ 150819 w 199999"/>
                <a:gd name="connsiteY134" fmla="*/ 113114 h 177048"/>
                <a:gd name="connsiteX135" fmla="*/ 154098 w 199999"/>
                <a:gd name="connsiteY135" fmla="*/ 111475 h 177048"/>
                <a:gd name="connsiteX136" fmla="*/ 157376 w 199999"/>
                <a:gd name="connsiteY136" fmla="*/ 109836 h 177048"/>
                <a:gd name="connsiteX137" fmla="*/ 160655 w 199999"/>
                <a:gd name="connsiteY137" fmla="*/ 108196 h 177048"/>
                <a:gd name="connsiteX138" fmla="*/ 162295 w 199999"/>
                <a:gd name="connsiteY138" fmla="*/ 109836 h 177048"/>
                <a:gd name="connsiteX139" fmla="*/ 165573 w 199999"/>
                <a:gd name="connsiteY139" fmla="*/ 111475 h 177048"/>
                <a:gd name="connsiteX140" fmla="*/ 168851 w 199999"/>
                <a:gd name="connsiteY140" fmla="*/ 111475 h 177048"/>
                <a:gd name="connsiteX141" fmla="*/ 173769 w 199999"/>
                <a:gd name="connsiteY141" fmla="*/ 111475 h 177048"/>
                <a:gd name="connsiteX142" fmla="*/ 177048 w 199999"/>
                <a:gd name="connsiteY142" fmla="*/ 111475 h 177048"/>
                <a:gd name="connsiteX143" fmla="*/ 175409 w 199999"/>
                <a:gd name="connsiteY143" fmla="*/ 108196 h 177048"/>
                <a:gd name="connsiteX144" fmla="*/ 178688 w 199999"/>
                <a:gd name="connsiteY144" fmla="*/ 108196 h 177048"/>
                <a:gd name="connsiteX145" fmla="*/ 183606 w 199999"/>
                <a:gd name="connsiteY145" fmla="*/ 109836 h 177048"/>
                <a:gd name="connsiteX146" fmla="*/ 186885 w 199999"/>
                <a:gd name="connsiteY146" fmla="*/ 106557 h 177048"/>
                <a:gd name="connsiteX147" fmla="*/ 185245 w 199999"/>
                <a:gd name="connsiteY147" fmla="*/ 103278 h 177048"/>
                <a:gd name="connsiteX148" fmla="*/ 188524 w 199999"/>
                <a:gd name="connsiteY148" fmla="*/ 101639 h 177048"/>
                <a:gd name="connsiteX149" fmla="*/ 193442 w 199999"/>
                <a:gd name="connsiteY149" fmla="*/ 101639 h 177048"/>
                <a:gd name="connsiteX150" fmla="*/ 196720 w 199999"/>
                <a:gd name="connsiteY150" fmla="*/ 101639 h 177048"/>
                <a:gd name="connsiteX151" fmla="*/ 196720 w 199999"/>
                <a:gd name="connsiteY151" fmla="*/ 96721 h 177048"/>
                <a:gd name="connsiteX152" fmla="*/ 199999 w 199999"/>
                <a:gd name="connsiteY152" fmla="*/ 95082 h 177048"/>
                <a:gd name="connsiteX153" fmla="*/ 196720 w 199999"/>
                <a:gd name="connsiteY153" fmla="*/ 91803 h 177048"/>
                <a:gd name="connsiteX154" fmla="*/ 195081 w 199999"/>
                <a:gd name="connsiteY154" fmla="*/ 93442 h 177048"/>
                <a:gd name="connsiteX155" fmla="*/ 193442 w 199999"/>
                <a:gd name="connsiteY155" fmla="*/ 96721 h 177048"/>
                <a:gd name="connsiteX156" fmla="*/ 193442 w 199999"/>
                <a:gd name="connsiteY156" fmla="*/ 98360 h 177048"/>
                <a:gd name="connsiteX157" fmla="*/ 190163 w 199999"/>
                <a:gd name="connsiteY157" fmla="*/ 96721 h 177048"/>
                <a:gd name="connsiteX158" fmla="*/ 186885 w 199999"/>
                <a:gd name="connsiteY158" fmla="*/ 93442 h 177048"/>
                <a:gd name="connsiteX159" fmla="*/ 181966 w 199999"/>
                <a:gd name="connsiteY159" fmla="*/ 90164 h 177048"/>
                <a:gd name="connsiteX160" fmla="*/ 178688 w 199999"/>
                <a:gd name="connsiteY160" fmla="*/ 86885 h 177048"/>
                <a:gd name="connsiteX161" fmla="*/ 177048 w 199999"/>
                <a:gd name="connsiteY161" fmla="*/ 83606 h 177048"/>
                <a:gd name="connsiteX162" fmla="*/ 180327 w 199999"/>
                <a:gd name="connsiteY162" fmla="*/ 83606 h 177048"/>
                <a:gd name="connsiteX163" fmla="*/ 177048 w 199999"/>
                <a:gd name="connsiteY163" fmla="*/ 81967 h 177048"/>
                <a:gd name="connsiteX164" fmla="*/ 173769 w 199999"/>
                <a:gd name="connsiteY164" fmla="*/ 81967 h 177048"/>
                <a:gd name="connsiteX165" fmla="*/ 170491 w 199999"/>
                <a:gd name="connsiteY165" fmla="*/ 78688 h 177048"/>
                <a:gd name="connsiteX166" fmla="*/ 165573 w 199999"/>
                <a:gd name="connsiteY166" fmla="*/ 75410 h 177048"/>
                <a:gd name="connsiteX167" fmla="*/ 163934 w 199999"/>
                <a:gd name="connsiteY167" fmla="*/ 72131 h 177048"/>
                <a:gd name="connsiteX168" fmla="*/ 162295 w 199999"/>
                <a:gd name="connsiteY168" fmla="*/ 68852 h 177048"/>
                <a:gd name="connsiteX169" fmla="*/ 162295 w 199999"/>
                <a:gd name="connsiteY169" fmla="*/ 63934 h 177048"/>
                <a:gd name="connsiteX170" fmla="*/ 162295 w 199999"/>
                <a:gd name="connsiteY170" fmla="*/ 60655 h 177048"/>
                <a:gd name="connsiteX171" fmla="*/ 162295 w 199999"/>
                <a:gd name="connsiteY171" fmla="*/ 57377 h 177048"/>
                <a:gd name="connsiteX172" fmla="*/ 162295 w 199999"/>
                <a:gd name="connsiteY172" fmla="*/ 52459 h 177048"/>
                <a:gd name="connsiteX173" fmla="*/ 157376 w 199999"/>
                <a:gd name="connsiteY173" fmla="*/ 50820 h 177048"/>
                <a:gd name="connsiteX174" fmla="*/ 157376 w 199999"/>
                <a:gd name="connsiteY174" fmla="*/ 54098 h 177048"/>
                <a:gd name="connsiteX175" fmla="*/ 155737 w 199999"/>
                <a:gd name="connsiteY175" fmla="*/ 57377 h 177048"/>
                <a:gd name="connsiteX176" fmla="*/ 154098 w 199999"/>
                <a:gd name="connsiteY176" fmla="*/ 60655 h 177048"/>
                <a:gd name="connsiteX177" fmla="*/ 154098 w 199999"/>
                <a:gd name="connsiteY177" fmla="*/ 65573 h 177048"/>
                <a:gd name="connsiteX178" fmla="*/ 150819 w 199999"/>
                <a:gd name="connsiteY178" fmla="*/ 68852 h 177048"/>
                <a:gd name="connsiteX179" fmla="*/ 147540 w 199999"/>
                <a:gd name="connsiteY179" fmla="*/ 68852 h 177048"/>
                <a:gd name="connsiteX180" fmla="*/ 142623 w 199999"/>
                <a:gd name="connsiteY180" fmla="*/ 68852 h 177048"/>
                <a:gd name="connsiteX181" fmla="*/ 139344 w 199999"/>
                <a:gd name="connsiteY181" fmla="*/ 67213 h 177048"/>
                <a:gd name="connsiteX182" fmla="*/ 136065 w 199999"/>
                <a:gd name="connsiteY182" fmla="*/ 67213 h 177048"/>
                <a:gd name="connsiteX183" fmla="*/ 131147 w 199999"/>
                <a:gd name="connsiteY183" fmla="*/ 63934 h 177048"/>
                <a:gd name="connsiteX184" fmla="*/ 127868 w 199999"/>
                <a:gd name="connsiteY184" fmla="*/ 60655 h 177048"/>
                <a:gd name="connsiteX185" fmla="*/ 124589 w 199999"/>
                <a:gd name="connsiteY185" fmla="*/ 63934 h 177048"/>
                <a:gd name="connsiteX186" fmla="*/ 121311 w 199999"/>
                <a:gd name="connsiteY186" fmla="*/ 60655 h 177048"/>
                <a:gd name="connsiteX187" fmla="*/ 118032 w 199999"/>
                <a:gd name="connsiteY187" fmla="*/ 59016 h 177048"/>
                <a:gd name="connsiteX188" fmla="*/ 114754 w 199999"/>
                <a:gd name="connsiteY188" fmla="*/ 60655 h 177048"/>
                <a:gd name="connsiteX189" fmla="*/ 111475 w 199999"/>
                <a:gd name="connsiteY189" fmla="*/ 60655 h 177048"/>
                <a:gd name="connsiteX190" fmla="*/ 108196 w 199999"/>
                <a:gd name="connsiteY190" fmla="*/ 57377 h 177048"/>
                <a:gd name="connsiteX191" fmla="*/ 104918 w 199999"/>
                <a:gd name="connsiteY191" fmla="*/ 55738 h 177048"/>
                <a:gd name="connsiteX192" fmla="*/ 101639 w 199999"/>
                <a:gd name="connsiteY192" fmla="*/ 54098 h 177048"/>
                <a:gd name="connsiteX193" fmla="*/ 96721 w 199999"/>
                <a:gd name="connsiteY193" fmla="*/ 52459 h 177048"/>
                <a:gd name="connsiteX194" fmla="*/ 93442 w 199999"/>
                <a:gd name="connsiteY194" fmla="*/ 52459 h 177048"/>
                <a:gd name="connsiteX195" fmla="*/ 90164 w 199999"/>
                <a:gd name="connsiteY195" fmla="*/ 49180 h 177048"/>
                <a:gd name="connsiteX196" fmla="*/ 86885 w 199999"/>
                <a:gd name="connsiteY196" fmla="*/ 47541 h 177048"/>
                <a:gd name="connsiteX197" fmla="*/ 81967 w 199999"/>
                <a:gd name="connsiteY197" fmla="*/ 45901 h 177048"/>
                <a:gd name="connsiteX198" fmla="*/ 78688 w 199999"/>
                <a:gd name="connsiteY198" fmla="*/ 44262 h 177048"/>
                <a:gd name="connsiteX199" fmla="*/ 73770 w 199999"/>
                <a:gd name="connsiteY199" fmla="*/ 42623 h 177048"/>
                <a:gd name="connsiteX200" fmla="*/ 70491 w 199999"/>
                <a:gd name="connsiteY200" fmla="*/ 39344 h 177048"/>
                <a:gd name="connsiteX201" fmla="*/ 67212 w 199999"/>
                <a:gd name="connsiteY201" fmla="*/ 37705 h 177048"/>
                <a:gd name="connsiteX202" fmla="*/ 62295 w 199999"/>
                <a:gd name="connsiteY202" fmla="*/ 34426 h 177048"/>
                <a:gd name="connsiteX203" fmla="*/ 59016 w 199999"/>
                <a:gd name="connsiteY203" fmla="*/ 32787 h 177048"/>
                <a:gd name="connsiteX204" fmla="*/ 55738 w 199999"/>
                <a:gd name="connsiteY204" fmla="*/ 31148 h 177048"/>
                <a:gd name="connsiteX205" fmla="*/ 52459 w 199999"/>
                <a:gd name="connsiteY205" fmla="*/ 27869 h 177048"/>
                <a:gd name="connsiteX206" fmla="*/ 47541 w 199999"/>
                <a:gd name="connsiteY206" fmla="*/ 26229 h 177048"/>
                <a:gd name="connsiteX207" fmla="*/ 44262 w 199999"/>
                <a:gd name="connsiteY207" fmla="*/ 22951 h 177048"/>
                <a:gd name="connsiteX208" fmla="*/ 40983 w 199999"/>
                <a:gd name="connsiteY208" fmla="*/ 19672 h 177048"/>
                <a:gd name="connsiteX209" fmla="*/ 37705 w 199999"/>
                <a:gd name="connsiteY209" fmla="*/ 18033 h 177048"/>
                <a:gd name="connsiteX210" fmla="*/ 32787 w 199999"/>
                <a:gd name="connsiteY210" fmla="*/ 14754 h 177048"/>
                <a:gd name="connsiteX211" fmla="*/ 29508 w 199999"/>
                <a:gd name="connsiteY211" fmla="*/ 13115 h 177048"/>
                <a:gd name="connsiteX212" fmla="*/ 26229 w 199999"/>
                <a:gd name="connsiteY212" fmla="*/ 9836 h 177048"/>
                <a:gd name="connsiteX213" fmla="*/ 21311 w 199999"/>
                <a:gd name="connsiteY213" fmla="*/ 6557 h 177048"/>
                <a:gd name="connsiteX214" fmla="*/ 18032 w 199999"/>
                <a:gd name="connsiteY214" fmla="*/ 4918 h 177048"/>
                <a:gd name="connsiteX215" fmla="*/ 14754 w 199999"/>
                <a:gd name="connsiteY215" fmla="*/ 3279 h 177048"/>
                <a:gd name="connsiteX216" fmla="*/ 9836 w 199999"/>
                <a:gd name="connsiteY216" fmla="*/ 0 h 177048"/>
                <a:gd name="connsiteX217" fmla="*/ 6558 w 199999"/>
                <a:gd name="connsiteY217" fmla="*/ 0 h 177048"/>
                <a:gd name="connsiteX218" fmla="*/ 4918 w 199999"/>
                <a:gd name="connsiteY218" fmla="*/ 3279 h 177048"/>
                <a:gd name="connsiteX219" fmla="*/ 0 w 199999"/>
                <a:gd name="connsiteY219" fmla="*/ 1639 h 17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199999" h="177048">
                  <a:moveTo>
                    <a:pt x="0" y="1639"/>
                  </a:moveTo>
                  <a:lnTo>
                    <a:pt x="3279" y="6557"/>
                  </a:lnTo>
                  <a:lnTo>
                    <a:pt x="3279" y="9836"/>
                  </a:lnTo>
                  <a:lnTo>
                    <a:pt x="4918" y="13115"/>
                  </a:lnTo>
                  <a:lnTo>
                    <a:pt x="8197" y="16393"/>
                  </a:lnTo>
                  <a:lnTo>
                    <a:pt x="11476" y="19672"/>
                  </a:lnTo>
                  <a:lnTo>
                    <a:pt x="16393" y="22951"/>
                  </a:lnTo>
                  <a:lnTo>
                    <a:pt x="18032" y="26229"/>
                  </a:lnTo>
                  <a:lnTo>
                    <a:pt x="21311" y="29508"/>
                  </a:lnTo>
                  <a:lnTo>
                    <a:pt x="24590" y="32787"/>
                  </a:lnTo>
                  <a:lnTo>
                    <a:pt x="27869" y="36065"/>
                  </a:lnTo>
                  <a:lnTo>
                    <a:pt x="29508" y="40983"/>
                  </a:lnTo>
                  <a:lnTo>
                    <a:pt x="31148" y="44262"/>
                  </a:lnTo>
                  <a:lnTo>
                    <a:pt x="32787" y="47541"/>
                  </a:lnTo>
                  <a:lnTo>
                    <a:pt x="32787" y="52459"/>
                  </a:lnTo>
                  <a:lnTo>
                    <a:pt x="34426" y="55738"/>
                  </a:lnTo>
                  <a:lnTo>
                    <a:pt x="37705" y="59016"/>
                  </a:lnTo>
                  <a:lnTo>
                    <a:pt x="39344" y="63934"/>
                  </a:lnTo>
                  <a:lnTo>
                    <a:pt x="40983" y="67213"/>
                  </a:lnTo>
                  <a:lnTo>
                    <a:pt x="40983" y="68852"/>
                  </a:lnTo>
                  <a:lnTo>
                    <a:pt x="39344" y="72131"/>
                  </a:lnTo>
                  <a:lnTo>
                    <a:pt x="36066" y="75410"/>
                  </a:lnTo>
                  <a:lnTo>
                    <a:pt x="39344" y="80328"/>
                  </a:lnTo>
                  <a:lnTo>
                    <a:pt x="42622" y="83606"/>
                  </a:lnTo>
                  <a:lnTo>
                    <a:pt x="44262" y="86885"/>
                  </a:lnTo>
                  <a:lnTo>
                    <a:pt x="47541" y="90164"/>
                  </a:lnTo>
                  <a:lnTo>
                    <a:pt x="50819" y="95082"/>
                  </a:lnTo>
                  <a:lnTo>
                    <a:pt x="50819" y="98360"/>
                  </a:lnTo>
                  <a:lnTo>
                    <a:pt x="47541" y="101639"/>
                  </a:lnTo>
                  <a:lnTo>
                    <a:pt x="47541" y="101639"/>
                  </a:lnTo>
                  <a:lnTo>
                    <a:pt x="44262" y="101639"/>
                  </a:lnTo>
                  <a:lnTo>
                    <a:pt x="39344" y="101639"/>
                  </a:lnTo>
                  <a:lnTo>
                    <a:pt x="36066" y="98360"/>
                  </a:lnTo>
                  <a:lnTo>
                    <a:pt x="32787" y="100000"/>
                  </a:lnTo>
                  <a:lnTo>
                    <a:pt x="27869" y="98360"/>
                  </a:lnTo>
                  <a:lnTo>
                    <a:pt x="24590" y="96721"/>
                  </a:lnTo>
                  <a:lnTo>
                    <a:pt x="21311" y="95082"/>
                  </a:lnTo>
                  <a:lnTo>
                    <a:pt x="16393" y="93442"/>
                  </a:lnTo>
                  <a:lnTo>
                    <a:pt x="13114" y="95082"/>
                  </a:lnTo>
                  <a:lnTo>
                    <a:pt x="14754" y="98360"/>
                  </a:lnTo>
                  <a:lnTo>
                    <a:pt x="19672" y="101639"/>
                  </a:lnTo>
                  <a:lnTo>
                    <a:pt x="22951" y="104918"/>
                  </a:lnTo>
                  <a:lnTo>
                    <a:pt x="26229" y="108196"/>
                  </a:lnTo>
                  <a:lnTo>
                    <a:pt x="26229" y="111475"/>
                  </a:lnTo>
                  <a:lnTo>
                    <a:pt x="24590" y="114754"/>
                  </a:lnTo>
                  <a:lnTo>
                    <a:pt x="24590" y="119672"/>
                  </a:lnTo>
                  <a:lnTo>
                    <a:pt x="19672" y="118032"/>
                  </a:lnTo>
                  <a:lnTo>
                    <a:pt x="16393" y="122950"/>
                  </a:lnTo>
                  <a:lnTo>
                    <a:pt x="14754" y="122950"/>
                  </a:lnTo>
                  <a:lnTo>
                    <a:pt x="13114" y="126229"/>
                  </a:lnTo>
                  <a:lnTo>
                    <a:pt x="16393" y="129508"/>
                  </a:lnTo>
                  <a:lnTo>
                    <a:pt x="18032" y="134426"/>
                  </a:lnTo>
                  <a:lnTo>
                    <a:pt x="18032" y="137704"/>
                  </a:lnTo>
                  <a:lnTo>
                    <a:pt x="19672" y="140983"/>
                  </a:lnTo>
                  <a:lnTo>
                    <a:pt x="24590" y="142622"/>
                  </a:lnTo>
                  <a:lnTo>
                    <a:pt x="27869" y="145901"/>
                  </a:lnTo>
                  <a:lnTo>
                    <a:pt x="31148" y="147540"/>
                  </a:lnTo>
                  <a:lnTo>
                    <a:pt x="32787" y="147540"/>
                  </a:lnTo>
                  <a:lnTo>
                    <a:pt x="36066" y="150819"/>
                  </a:lnTo>
                  <a:lnTo>
                    <a:pt x="39344" y="154098"/>
                  </a:lnTo>
                  <a:lnTo>
                    <a:pt x="42622" y="157376"/>
                  </a:lnTo>
                  <a:lnTo>
                    <a:pt x="42622" y="160655"/>
                  </a:lnTo>
                  <a:lnTo>
                    <a:pt x="42622" y="165573"/>
                  </a:lnTo>
                  <a:lnTo>
                    <a:pt x="44262" y="168852"/>
                  </a:lnTo>
                  <a:lnTo>
                    <a:pt x="44262" y="168852"/>
                  </a:lnTo>
                  <a:lnTo>
                    <a:pt x="45901" y="172130"/>
                  </a:lnTo>
                  <a:lnTo>
                    <a:pt x="49180" y="177048"/>
                  </a:lnTo>
                  <a:lnTo>
                    <a:pt x="52459" y="177048"/>
                  </a:lnTo>
                  <a:lnTo>
                    <a:pt x="55738" y="177048"/>
                  </a:lnTo>
                  <a:lnTo>
                    <a:pt x="57377" y="173770"/>
                  </a:lnTo>
                  <a:lnTo>
                    <a:pt x="60656" y="172130"/>
                  </a:lnTo>
                  <a:lnTo>
                    <a:pt x="59016" y="168852"/>
                  </a:lnTo>
                  <a:lnTo>
                    <a:pt x="60656" y="165573"/>
                  </a:lnTo>
                  <a:lnTo>
                    <a:pt x="63935" y="162294"/>
                  </a:lnTo>
                  <a:lnTo>
                    <a:pt x="67212" y="162294"/>
                  </a:lnTo>
                  <a:lnTo>
                    <a:pt x="72131" y="162294"/>
                  </a:lnTo>
                  <a:lnTo>
                    <a:pt x="75409" y="163934"/>
                  </a:lnTo>
                  <a:lnTo>
                    <a:pt x="78688" y="162294"/>
                  </a:lnTo>
                  <a:lnTo>
                    <a:pt x="78688" y="159016"/>
                  </a:lnTo>
                  <a:lnTo>
                    <a:pt x="75409" y="157376"/>
                  </a:lnTo>
                  <a:lnTo>
                    <a:pt x="72131" y="155737"/>
                  </a:lnTo>
                  <a:lnTo>
                    <a:pt x="67212" y="154098"/>
                  </a:lnTo>
                  <a:lnTo>
                    <a:pt x="63935" y="150819"/>
                  </a:lnTo>
                  <a:lnTo>
                    <a:pt x="60656" y="149180"/>
                  </a:lnTo>
                  <a:lnTo>
                    <a:pt x="55738" y="145901"/>
                  </a:lnTo>
                  <a:lnTo>
                    <a:pt x="52459" y="147540"/>
                  </a:lnTo>
                  <a:lnTo>
                    <a:pt x="49180" y="145901"/>
                  </a:lnTo>
                  <a:lnTo>
                    <a:pt x="45901" y="144262"/>
                  </a:lnTo>
                  <a:lnTo>
                    <a:pt x="40983" y="142622"/>
                  </a:lnTo>
                  <a:lnTo>
                    <a:pt x="37705" y="140983"/>
                  </a:lnTo>
                  <a:lnTo>
                    <a:pt x="36066" y="137704"/>
                  </a:lnTo>
                  <a:lnTo>
                    <a:pt x="34426" y="132786"/>
                  </a:lnTo>
                  <a:lnTo>
                    <a:pt x="36066" y="129508"/>
                  </a:lnTo>
                  <a:lnTo>
                    <a:pt x="39344" y="126229"/>
                  </a:lnTo>
                  <a:lnTo>
                    <a:pt x="42622" y="126229"/>
                  </a:lnTo>
                  <a:lnTo>
                    <a:pt x="47541" y="127868"/>
                  </a:lnTo>
                  <a:lnTo>
                    <a:pt x="50819" y="131147"/>
                  </a:lnTo>
                  <a:lnTo>
                    <a:pt x="54098" y="132786"/>
                  </a:lnTo>
                  <a:lnTo>
                    <a:pt x="57377" y="136065"/>
                  </a:lnTo>
                  <a:lnTo>
                    <a:pt x="62295" y="137704"/>
                  </a:lnTo>
                  <a:lnTo>
                    <a:pt x="63935" y="134426"/>
                  </a:lnTo>
                  <a:lnTo>
                    <a:pt x="67212" y="131147"/>
                  </a:lnTo>
                  <a:lnTo>
                    <a:pt x="70491" y="126229"/>
                  </a:lnTo>
                  <a:lnTo>
                    <a:pt x="73770" y="126229"/>
                  </a:lnTo>
                  <a:lnTo>
                    <a:pt x="78688" y="124590"/>
                  </a:lnTo>
                  <a:lnTo>
                    <a:pt x="81967" y="126229"/>
                  </a:lnTo>
                  <a:lnTo>
                    <a:pt x="85246" y="126229"/>
                  </a:lnTo>
                  <a:lnTo>
                    <a:pt x="90164" y="129508"/>
                  </a:lnTo>
                  <a:lnTo>
                    <a:pt x="93442" y="131147"/>
                  </a:lnTo>
                  <a:lnTo>
                    <a:pt x="96721" y="132786"/>
                  </a:lnTo>
                  <a:lnTo>
                    <a:pt x="99999" y="134426"/>
                  </a:lnTo>
                  <a:lnTo>
                    <a:pt x="104918" y="136065"/>
                  </a:lnTo>
                  <a:lnTo>
                    <a:pt x="108196" y="137704"/>
                  </a:lnTo>
                  <a:lnTo>
                    <a:pt x="111475" y="139344"/>
                  </a:lnTo>
                  <a:lnTo>
                    <a:pt x="116393" y="140983"/>
                  </a:lnTo>
                  <a:lnTo>
                    <a:pt x="119671" y="142622"/>
                  </a:lnTo>
                  <a:lnTo>
                    <a:pt x="122950" y="144262"/>
                  </a:lnTo>
                  <a:lnTo>
                    <a:pt x="126229" y="145901"/>
                  </a:lnTo>
                  <a:lnTo>
                    <a:pt x="131147" y="145901"/>
                  </a:lnTo>
                  <a:lnTo>
                    <a:pt x="134426" y="147540"/>
                  </a:lnTo>
                  <a:lnTo>
                    <a:pt x="137705" y="149180"/>
                  </a:lnTo>
                  <a:lnTo>
                    <a:pt x="142623" y="150819"/>
                  </a:lnTo>
                  <a:lnTo>
                    <a:pt x="145901" y="152458"/>
                  </a:lnTo>
                  <a:lnTo>
                    <a:pt x="149179" y="152458"/>
                  </a:lnTo>
                  <a:lnTo>
                    <a:pt x="149179" y="147540"/>
                  </a:lnTo>
                  <a:lnTo>
                    <a:pt x="147540" y="144262"/>
                  </a:lnTo>
                  <a:lnTo>
                    <a:pt x="144261" y="140983"/>
                  </a:lnTo>
                  <a:lnTo>
                    <a:pt x="144261" y="137704"/>
                  </a:lnTo>
                  <a:lnTo>
                    <a:pt x="144261" y="132786"/>
                  </a:lnTo>
                  <a:lnTo>
                    <a:pt x="144261" y="129508"/>
                  </a:lnTo>
                  <a:lnTo>
                    <a:pt x="144261" y="124590"/>
                  </a:lnTo>
                  <a:lnTo>
                    <a:pt x="145901" y="121311"/>
                  </a:lnTo>
                  <a:lnTo>
                    <a:pt x="147540" y="121311"/>
                  </a:lnTo>
                  <a:lnTo>
                    <a:pt x="147540" y="118032"/>
                  </a:lnTo>
                  <a:lnTo>
                    <a:pt x="150819" y="113114"/>
                  </a:lnTo>
                  <a:lnTo>
                    <a:pt x="154098" y="111475"/>
                  </a:lnTo>
                  <a:lnTo>
                    <a:pt x="157376" y="109836"/>
                  </a:lnTo>
                  <a:lnTo>
                    <a:pt x="160655" y="108196"/>
                  </a:lnTo>
                  <a:lnTo>
                    <a:pt x="162295" y="109836"/>
                  </a:lnTo>
                  <a:lnTo>
                    <a:pt x="165573" y="111475"/>
                  </a:lnTo>
                  <a:lnTo>
                    <a:pt x="168851" y="111475"/>
                  </a:lnTo>
                  <a:lnTo>
                    <a:pt x="173769" y="111475"/>
                  </a:lnTo>
                  <a:lnTo>
                    <a:pt x="177048" y="111475"/>
                  </a:lnTo>
                  <a:lnTo>
                    <a:pt x="175409" y="108196"/>
                  </a:lnTo>
                  <a:lnTo>
                    <a:pt x="178688" y="108196"/>
                  </a:lnTo>
                  <a:lnTo>
                    <a:pt x="183606" y="109836"/>
                  </a:lnTo>
                  <a:lnTo>
                    <a:pt x="186885" y="106557"/>
                  </a:lnTo>
                  <a:lnTo>
                    <a:pt x="185245" y="103278"/>
                  </a:lnTo>
                  <a:lnTo>
                    <a:pt x="188524" y="101639"/>
                  </a:lnTo>
                  <a:lnTo>
                    <a:pt x="193442" y="101639"/>
                  </a:lnTo>
                  <a:lnTo>
                    <a:pt x="196720" y="101639"/>
                  </a:lnTo>
                  <a:lnTo>
                    <a:pt x="196720" y="96721"/>
                  </a:lnTo>
                  <a:lnTo>
                    <a:pt x="199999" y="95082"/>
                  </a:lnTo>
                  <a:lnTo>
                    <a:pt x="196720" y="91803"/>
                  </a:lnTo>
                  <a:lnTo>
                    <a:pt x="195081" y="93442"/>
                  </a:lnTo>
                  <a:lnTo>
                    <a:pt x="193442" y="96721"/>
                  </a:lnTo>
                  <a:lnTo>
                    <a:pt x="193442" y="98360"/>
                  </a:lnTo>
                  <a:lnTo>
                    <a:pt x="190163" y="96721"/>
                  </a:lnTo>
                  <a:lnTo>
                    <a:pt x="186885" y="93442"/>
                  </a:lnTo>
                  <a:lnTo>
                    <a:pt x="181966" y="90164"/>
                  </a:lnTo>
                  <a:lnTo>
                    <a:pt x="178688" y="86885"/>
                  </a:lnTo>
                  <a:lnTo>
                    <a:pt x="177048" y="83606"/>
                  </a:lnTo>
                  <a:lnTo>
                    <a:pt x="180327" y="83606"/>
                  </a:lnTo>
                  <a:lnTo>
                    <a:pt x="177048" y="81967"/>
                  </a:lnTo>
                  <a:lnTo>
                    <a:pt x="173769" y="81967"/>
                  </a:lnTo>
                  <a:lnTo>
                    <a:pt x="170491" y="78688"/>
                  </a:lnTo>
                  <a:lnTo>
                    <a:pt x="165573" y="75410"/>
                  </a:lnTo>
                  <a:lnTo>
                    <a:pt x="163934" y="72131"/>
                  </a:lnTo>
                  <a:lnTo>
                    <a:pt x="162295" y="68852"/>
                  </a:lnTo>
                  <a:lnTo>
                    <a:pt x="162295" y="63934"/>
                  </a:lnTo>
                  <a:lnTo>
                    <a:pt x="162295" y="60655"/>
                  </a:lnTo>
                  <a:lnTo>
                    <a:pt x="162295" y="57377"/>
                  </a:lnTo>
                  <a:lnTo>
                    <a:pt x="162295" y="52459"/>
                  </a:lnTo>
                  <a:lnTo>
                    <a:pt x="157376" y="50820"/>
                  </a:lnTo>
                  <a:lnTo>
                    <a:pt x="157376" y="54098"/>
                  </a:lnTo>
                  <a:lnTo>
                    <a:pt x="155737" y="57377"/>
                  </a:lnTo>
                  <a:lnTo>
                    <a:pt x="154098" y="60655"/>
                  </a:lnTo>
                  <a:lnTo>
                    <a:pt x="154098" y="65573"/>
                  </a:lnTo>
                  <a:lnTo>
                    <a:pt x="150819" y="68852"/>
                  </a:lnTo>
                  <a:lnTo>
                    <a:pt x="147540" y="68852"/>
                  </a:lnTo>
                  <a:lnTo>
                    <a:pt x="142623" y="68852"/>
                  </a:lnTo>
                  <a:lnTo>
                    <a:pt x="139344" y="67213"/>
                  </a:lnTo>
                  <a:lnTo>
                    <a:pt x="136065" y="67213"/>
                  </a:lnTo>
                  <a:lnTo>
                    <a:pt x="131147" y="63934"/>
                  </a:lnTo>
                  <a:lnTo>
                    <a:pt x="127868" y="60655"/>
                  </a:lnTo>
                  <a:lnTo>
                    <a:pt x="124589" y="63934"/>
                  </a:lnTo>
                  <a:lnTo>
                    <a:pt x="121311" y="60655"/>
                  </a:lnTo>
                  <a:lnTo>
                    <a:pt x="118032" y="59016"/>
                  </a:lnTo>
                  <a:lnTo>
                    <a:pt x="114754" y="60655"/>
                  </a:lnTo>
                  <a:lnTo>
                    <a:pt x="111475" y="60655"/>
                  </a:lnTo>
                  <a:lnTo>
                    <a:pt x="108196" y="57377"/>
                  </a:lnTo>
                  <a:lnTo>
                    <a:pt x="104918" y="55738"/>
                  </a:lnTo>
                  <a:lnTo>
                    <a:pt x="101639" y="54098"/>
                  </a:lnTo>
                  <a:lnTo>
                    <a:pt x="96721" y="52459"/>
                  </a:lnTo>
                  <a:lnTo>
                    <a:pt x="93442" y="52459"/>
                  </a:lnTo>
                  <a:lnTo>
                    <a:pt x="90164" y="49180"/>
                  </a:lnTo>
                  <a:lnTo>
                    <a:pt x="86885" y="47541"/>
                  </a:lnTo>
                  <a:lnTo>
                    <a:pt x="81967" y="45901"/>
                  </a:lnTo>
                  <a:lnTo>
                    <a:pt x="78688" y="44262"/>
                  </a:lnTo>
                  <a:lnTo>
                    <a:pt x="73770" y="42623"/>
                  </a:lnTo>
                  <a:lnTo>
                    <a:pt x="70491" y="39344"/>
                  </a:lnTo>
                  <a:lnTo>
                    <a:pt x="67212" y="37705"/>
                  </a:lnTo>
                  <a:lnTo>
                    <a:pt x="62295" y="34426"/>
                  </a:lnTo>
                  <a:lnTo>
                    <a:pt x="59016" y="32787"/>
                  </a:lnTo>
                  <a:lnTo>
                    <a:pt x="55738" y="31148"/>
                  </a:lnTo>
                  <a:lnTo>
                    <a:pt x="52459" y="27869"/>
                  </a:lnTo>
                  <a:lnTo>
                    <a:pt x="47541" y="26229"/>
                  </a:lnTo>
                  <a:lnTo>
                    <a:pt x="44262" y="22951"/>
                  </a:lnTo>
                  <a:lnTo>
                    <a:pt x="40983" y="19672"/>
                  </a:lnTo>
                  <a:lnTo>
                    <a:pt x="37705" y="18033"/>
                  </a:lnTo>
                  <a:lnTo>
                    <a:pt x="32787" y="14754"/>
                  </a:lnTo>
                  <a:lnTo>
                    <a:pt x="29508" y="13115"/>
                  </a:lnTo>
                  <a:lnTo>
                    <a:pt x="26229" y="9836"/>
                  </a:lnTo>
                  <a:lnTo>
                    <a:pt x="21311" y="6557"/>
                  </a:lnTo>
                  <a:lnTo>
                    <a:pt x="18032" y="4918"/>
                  </a:lnTo>
                  <a:lnTo>
                    <a:pt x="14754" y="3279"/>
                  </a:lnTo>
                  <a:lnTo>
                    <a:pt x="9836" y="0"/>
                  </a:lnTo>
                  <a:lnTo>
                    <a:pt x="6558" y="0"/>
                  </a:lnTo>
                  <a:lnTo>
                    <a:pt x="4918" y="327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18" name="Freeform 2917">
              <a:extLst>
                <a:ext uri="{FF2B5EF4-FFF2-40B4-BE49-F238E27FC236}">
                  <a16:creationId xmlns:a16="http://schemas.microsoft.com/office/drawing/2014/main" id="{79178DCC-C4FA-6740-9137-771848F2C9A2}"/>
                </a:ext>
              </a:extLst>
            </p:cNvPr>
            <p:cNvSpPr/>
            <p:nvPr/>
          </p:nvSpPr>
          <p:spPr>
            <a:xfrm>
              <a:off x="10300898" y="2598510"/>
              <a:ext cx="8196" cy="14753"/>
            </a:xfrm>
            <a:custGeom>
              <a:avLst/>
              <a:gdLst>
                <a:gd name="connsiteX0" fmla="*/ 6558 w 8196"/>
                <a:gd name="connsiteY0" fmla="*/ 0 h 14753"/>
                <a:gd name="connsiteX1" fmla="*/ 3279 w 8196"/>
                <a:gd name="connsiteY1" fmla="*/ 0 h 14753"/>
                <a:gd name="connsiteX2" fmla="*/ 1639 w 8196"/>
                <a:gd name="connsiteY2" fmla="*/ 4918 h 14753"/>
                <a:gd name="connsiteX3" fmla="*/ 1639 w 8196"/>
                <a:gd name="connsiteY3" fmla="*/ 8197 h 14753"/>
                <a:gd name="connsiteX4" fmla="*/ 0 w 8196"/>
                <a:gd name="connsiteY4" fmla="*/ 11475 h 14753"/>
                <a:gd name="connsiteX5" fmla="*/ 3279 w 8196"/>
                <a:gd name="connsiteY5" fmla="*/ 14754 h 14753"/>
                <a:gd name="connsiteX6" fmla="*/ 8197 w 8196"/>
                <a:gd name="connsiteY6" fmla="*/ 13115 h 14753"/>
                <a:gd name="connsiteX7" fmla="*/ 8197 w 8196"/>
                <a:gd name="connsiteY7" fmla="*/ 9836 h 14753"/>
                <a:gd name="connsiteX8" fmla="*/ 6558 w 8196"/>
                <a:gd name="connsiteY8" fmla="*/ 6557 h 14753"/>
                <a:gd name="connsiteX9" fmla="*/ 6558 w 8196"/>
                <a:gd name="connsiteY9" fmla="*/ 1639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6" h="14753">
                  <a:moveTo>
                    <a:pt x="6558" y="0"/>
                  </a:moveTo>
                  <a:lnTo>
                    <a:pt x="3279" y="0"/>
                  </a:lnTo>
                  <a:lnTo>
                    <a:pt x="1639" y="4918"/>
                  </a:lnTo>
                  <a:lnTo>
                    <a:pt x="1639" y="8197"/>
                  </a:lnTo>
                  <a:lnTo>
                    <a:pt x="0" y="11475"/>
                  </a:lnTo>
                  <a:lnTo>
                    <a:pt x="3279" y="14754"/>
                  </a:lnTo>
                  <a:lnTo>
                    <a:pt x="8197" y="13115"/>
                  </a:lnTo>
                  <a:lnTo>
                    <a:pt x="8197" y="9836"/>
                  </a:lnTo>
                  <a:lnTo>
                    <a:pt x="6558" y="6557"/>
                  </a:lnTo>
                  <a:lnTo>
                    <a:pt x="655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19" name="Freeform 2918">
              <a:extLst>
                <a:ext uri="{FF2B5EF4-FFF2-40B4-BE49-F238E27FC236}">
                  <a16:creationId xmlns:a16="http://schemas.microsoft.com/office/drawing/2014/main" id="{E0223A5D-A782-E349-AB11-8FCC8B66AC64}"/>
                </a:ext>
              </a:extLst>
            </p:cNvPr>
            <p:cNvSpPr/>
            <p:nvPr/>
          </p:nvSpPr>
          <p:spPr>
            <a:xfrm>
              <a:off x="10302537" y="2260807"/>
              <a:ext cx="4918" cy="4918"/>
            </a:xfrm>
            <a:custGeom>
              <a:avLst/>
              <a:gdLst>
                <a:gd name="connsiteX0" fmla="*/ 0 w 4918"/>
                <a:gd name="connsiteY0" fmla="*/ 0 h 4918"/>
                <a:gd name="connsiteX1" fmla="*/ 0 w 4918"/>
                <a:gd name="connsiteY1" fmla="*/ 3279 h 4918"/>
                <a:gd name="connsiteX2" fmla="*/ 4919 w 4918"/>
                <a:gd name="connsiteY2" fmla="*/ 4918 h 4918"/>
                <a:gd name="connsiteX3" fmla="*/ 3279 w 4918"/>
                <a:gd name="connsiteY3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4918">
                  <a:moveTo>
                    <a:pt x="0" y="0"/>
                  </a:moveTo>
                  <a:lnTo>
                    <a:pt x="0" y="3279"/>
                  </a:lnTo>
                  <a:lnTo>
                    <a:pt x="4919" y="4918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0" name="Freeform 2919">
              <a:extLst>
                <a:ext uri="{FF2B5EF4-FFF2-40B4-BE49-F238E27FC236}">
                  <a16:creationId xmlns:a16="http://schemas.microsoft.com/office/drawing/2014/main" id="{44E78FCD-0CD6-4C4E-89AB-2A515B102931}"/>
                </a:ext>
              </a:extLst>
            </p:cNvPr>
            <p:cNvSpPr/>
            <p:nvPr/>
          </p:nvSpPr>
          <p:spPr>
            <a:xfrm>
              <a:off x="10354996" y="2432937"/>
              <a:ext cx="13114" cy="21311"/>
            </a:xfrm>
            <a:custGeom>
              <a:avLst/>
              <a:gdLst>
                <a:gd name="connsiteX0" fmla="*/ 4918 w 13114"/>
                <a:gd name="connsiteY0" fmla="*/ 0 h 21311"/>
                <a:gd name="connsiteX1" fmla="*/ 1640 w 13114"/>
                <a:gd name="connsiteY1" fmla="*/ 1639 h 21311"/>
                <a:gd name="connsiteX2" fmla="*/ 1640 w 13114"/>
                <a:gd name="connsiteY2" fmla="*/ 6557 h 21311"/>
                <a:gd name="connsiteX3" fmla="*/ 0 w 13114"/>
                <a:gd name="connsiteY3" fmla="*/ 9836 h 21311"/>
                <a:gd name="connsiteX4" fmla="*/ 1640 w 13114"/>
                <a:gd name="connsiteY4" fmla="*/ 13115 h 21311"/>
                <a:gd name="connsiteX5" fmla="*/ 6558 w 13114"/>
                <a:gd name="connsiteY5" fmla="*/ 13115 h 21311"/>
                <a:gd name="connsiteX6" fmla="*/ 6558 w 13114"/>
                <a:gd name="connsiteY6" fmla="*/ 18033 h 21311"/>
                <a:gd name="connsiteX7" fmla="*/ 4918 w 13114"/>
                <a:gd name="connsiteY7" fmla="*/ 21311 h 21311"/>
                <a:gd name="connsiteX8" fmla="*/ 9837 w 13114"/>
                <a:gd name="connsiteY8" fmla="*/ 21311 h 21311"/>
                <a:gd name="connsiteX9" fmla="*/ 13114 w 13114"/>
                <a:gd name="connsiteY9" fmla="*/ 16393 h 21311"/>
                <a:gd name="connsiteX10" fmla="*/ 13114 w 13114"/>
                <a:gd name="connsiteY10" fmla="*/ 13115 h 21311"/>
                <a:gd name="connsiteX11" fmla="*/ 11476 w 13114"/>
                <a:gd name="connsiteY11" fmla="*/ 9836 h 21311"/>
                <a:gd name="connsiteX12" fmla="*/ 6558 w 13114"/>
                <a:gd name="connsiteY12" fmla="*/ 8197 h 21311"/>
                <a:gd name="connsiteX13" fmla="*/ 6558 w 13114"/>
                <a:gd name="connsiteY13" fmla="*/ 4918 h 2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14" h="21311">
                  <a:moveTo>
                    <a:pt x="4918" y="0"/>
                  </a:moveTo>
                  <a:lnTo>
                    <a:pt x="1640" y="1639"/>
                  </a:lnTo>
                  <a:lnTo>
                    <a:pt x="1640" y="6557"/>
                  </a:lnTo>
                  <a:lnTo>
                    <a:pt x="0" y="9836"/>
                  </a:lnTo>
                  <a:lnTo>
                    <a:pt x="1640" y="13115"/>
                  </a:lnTo>
                  <a:lnTo>
                    <a:pt x="6558" y="13115"/>
                  </a:lnTo>
                  <a:lnTo>
                    <a:pt x="6558" y="18033"/>
                  </a:lnTo>
                  <a:lnTo>
                    <a:pt x="4918" y="21311"/>
                  </a:lnTo>
                  <a:lnTo>
                    <a:pt x="9837" y="21311"/>
                  </a:lnTo>
                  <a:lnTo>
                    <a:pt x="13114" y="16393"/>
                  </a:lnTo>
                  <a:lnTo>
                    <a:pt x="13114" y="13115"/>
                  </a:lnTo>
                  <a:lnTo>
                    <a:pt x="11476" y="9836"/>
                  </a:lnTo>
                  <a:lnTo>
                    <a:pt x="6558" y="8197"/>
                  </a:lnTo>
                  <a:lnTo>
                    <a:pt x="655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1" name="Freeform 2920">
              <a:extLst>
                <a:ext uri="{FF2B5EF4-FFF2-40B4-BE49-F238E27FC236}">
                  <a16:creationId xmlns:a16="http://schemas.microsoft.com/office/drawing/2014/main" id="{50D45CA9-EC7C-9C4A-942B-E67500561744}"/>
                </a:ext>
              </a:extLst>
            </p:cNvPr>
            <p:cNvSpPr/>
            <p:nvPr/>
          </p:nvSpPr>
          <p:spPr>
            <a:xfrm>
              <a:off x="10404176" y="2175561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0 h 1639"/>
                <a:gd name="connsiteX2" fmla="*/ 3279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2" name="Freeform 2921">
              <a:extLst>
                <a:ext uri="{FF2B5EF4-FFF2-40B4-BE49-F238E27FC236}">
                  <a16:creationId xmlns:a16="http://schemas.microsoft.com/office/drawing/2014/main" id="{BE115DC8-0B7A-B74E-AC66-14D5DE5AF05C}"/>
                </a:ext>
              </a:extLst>
            </p:cNvPr>
            <p:cNvSpPr/>
            <p:nvPr/>
          </p:nvSpPr>
          <p:spPr>
            <a:xfrm>
              <a:off x="10463193" y="2587035"/>
              <a:ext cx="4917" cy="4918"/>
            </a:xfrm>
            <a:custGeom>
              <a:avLst/>
              <a:gdLst>
                <a:gd name="connsiteX0" fmla="*/ 1639 w 4917"/>
                <a:gd name="connsiteY0" fmla="*/ 0 h 4918"/>
                <a:gd name="connsiteX1" fmla="*/ 0 w 4917"/>
                <a:gd name="connsiteY1" fmla="*/ 3279 h 4918"/>
                <a:gd name="connsiteX2" fmla="*/ 4918 w 4917"/>
                <a:gd name="connsiteY2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4918">
                  <a:moveTo>
                    <a:pt x="1639" y="0"/>
                  </a:moveTo>
                  <a:lnTo>
                    <a:pt x="0" y="3279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3" name="Freeform 2922">
              <a:extLst>
                <a:ext uri="{FF2B5EF4-FFF2-40B4-BE49-F238E27FC236}">
                  <a16:creationId xmlns:a16="http://schemas.microsoft.com/office/drawing/2014/main" id="{982748A9-30FC-1240-8B0D-7D3C562288BE}"/>
                </a:ext>
              </a:extLst>
            </p:cNvPr>
            <p:cNvSpPr/>
            <p:nvPr/>
          </p:nvSpPr>
          <p:spPr>
            <a:xfrm>
              <a:off x="9228772" y="3090311"/>
              <a:ext cx="332786" cy="654095"/>
            </a:xfrm>
            <a:custGeom>
              <a:avLst/>
              <a:gdLst>
                <a:gd name="connsiteX0" fmla="*/ 0 w 332786"/>
                <a:gd name="connsiteY0" fmla="*/ 44262 h 654095"/>
                <a:gd name="connsiteX1" fmla="*/ 4919 w 332786"/>
                <a:gd name="connsiteY1" fmla="*/ 42623 h 654095"/>
                <a:gd name="connsiteX2" fmla="*/ 4919 w 332786"/>
                <a:gd name="connsiteY2" fmla="*/ 39344 h 654095"/>
                <a:gd name="connsiteX3" fmla="*/ 8197 w 332786"/>
                <a:gd name="connsiteY3" fmla="*/ 36065 h 654095"/>
                <a:gd name="connsiteX4" fmla="*/ 8197 w 332786"/>
                <a:gd name="connsiteY4" fmla="*/ 32787 h 654095"/>
                <a:gd name="connsiteX5" fmla="*/ 9837 w 332786"/>
                <a:gd name="connsiteY5" fmla="*/ 27869 h 654095"/>
                <a:gd name="connsiteX6" fmla="*/ 13115 w 332786"/>
                <a:gd name="connsiteY6" fmla="*/ 27869 h 654095"/>
                <a:gd name="connsiteX7" fmla="*/ 18033 w 332786"/>
                <a:gd name="connsiteY7" fmla="*/ 31147 h 654095"/>
                <a:gd name="connsiteX8" fmla="*/ 21312 w 332786"/>
                <a:gd name="connsiteY8" fmla="*/ 31147 h 654095"/>
                <a:gd name="connsiteX9" fmla="*/ 24590 w 332786"/>
                <a:gd name="connsiteY9" fmla="*/ 34426 h 654095"/>
                <a:gd name="connsiteX10" fmla="*/ 27869 w 332786"/>
                <a:gd name="connsiteY10" fmla="*/ 37705 h 654095"/>
                <a:gd name="connsiteX11" fmla="*/ 29509 w 332786"/>
                <a:gd name="connsiteY11" fmla="*/ 39344 h 654095"/>
                <a:gd name="connsiteX12" fmla="*/ 32787 w 332786"/>
                <a:gd name="connsiteY12" fmla="*/ 40983 h 654095"/>
                <a:gd name="connsiteX13" fmla="*/ 36066 w 332786"/>
                <a:gd name="connsiteY13" fmla="*/ 39344 h 654095"/>
                <a:gd name="connsiteX14" fmla="*/ 37706 w 332786"/>
                <a:gd name="connsiteY14" fmla="*/ 34426 h 654095"/>
                <a:gd name="connsiteX15" fmla="*/ 37706 w 332786"/>
                <a:gd name="connsiteY15" fmla="*/ 34426 h 654095"/>
                <a:gd name="connsiteX16" fmla="*/ 40983 w 332786"/>
                <a:gd name="connsiteY16" fmla="*/ 31147 h 654095"/>
                <a:gd name="connsiteX17" fmla="*/ 42623 w 332786"/>
                <a:gd name="connsiteY17" fmla="*/ 27869 h 654095"/>
                <a:gd name="connsiteX18" fmla="*/ 45902 w 332786"/>
                <a:gd name="connsiteY18" fmla="*/ 27869 h 654095"/>
                <a:gd name="connsiteX19" fmla="*/ 47541 w 332786"/>
                <a:gd name="connsiteY19" fmla="*/ 31147 h 654095"/>
                <a:gd name="connsiteX20" fmla="*/ 50820 w 332786"/>
                <a:gd name="connsiteY20" fmla="*/ 34426 h 654095"/>
                <a:gd name="connsiteX21" fmla="*/ 50820 w 332786"/>
                <a:gd name="connsiteY21" fmla="*/ 36065 h 654095"/>
                <a:gd name="connsiteX22" fmla="*/ 52459 w 332786"/>
                <a:gd name="connsiteY22" fmla="*/ 31147 h 654095"/>
                <a:gd name="connsiteX23" fmla="*/ 54099 w 332786"/>
                <a:gd name="connsiteY23" fmla="*/ 27869 h 654095"/>
                <a:gd name="connsiteX24" fmla="*/ 55738 w 332786"/>
                <a:gd name="connsiteY24" fmla="*/ 26229 h 654095"/>
                <a:gd name="connsiteX25" fmla="*/ 59017 w 332786"/>
                <a:gd name="connsiteY25" fmla="*/ 31147 h 654095"/>
                <a:gd name="connsiteX26" fmla="*/ 62296 w 332786"/>
                <a:gd name="connsiteY26" fmla="*/ 34426 h 654095"/>
                <a:gd name="connsiteX27" fmla="*/ 65573 w 332786"/>
                <a:gd name="connsiteY27" fmla="*/ 37705 h 654095"/>
                <a:gd name="connsiteX28" fmla="*/ 68852 w 332786"/>
                <a:gd name="connsiteY28" fmla="*/ 39344 h 654095"/>
                <a:gd name="connsiteX29" fmla="*/ 68852 w 332786"/>
                <a:gd name="connsiteY29" fmla="*/ 39344 h 654095"/>
                <a:gd name="connsiteX30" fmla="*/ 68852 w 332786"/>
                <a:gd name="connsiteY30" fmla="*/ 39344 h 654095"/>
                <a:gd name="connsiteX31" fmla="*/ 70492 w 332786"/>
                <a:gd name="connsiteY31" fmla="*/ 37705 h 654095"/>
                <a:gd name="connsiteX32" fmla="*/ 70492 w 332786"/>
                <a:gd name="connsiteY32" fmla="*/ 34426 h 654095"/>
                <a:gd name="connsiteX33" fmla="*/ 70492 w 332786"/>
                <a:gd name="connsiteY33" fmla="*/ 31147 h 654095"/>
                <a:gd name="connsiteX34" fmla="*/ 72131 w 332786"/>
                <a:gd name="connsiteY34" fmla="*/ 26229 h 654095"/>
                <a:gd name="connsiteX35" fmla="*/ 72131 w 332786"/>
                <a:gd name="connsiteY35" fmla="*/ 26229 h 654095"/>
                <a:gd name="connsiteX36" fmla="*/ 75410 w 332786"/>
                <a:gd name="connsiteY36" fmla="*/ 24590 h 654095"/>
                <a:gd name="connsiteX37" fmla="*/ 77049 w 332786"/>
                <a:gd name="connsiteY37" fmla="*/ 24590 h 654095"/>
                <a:gd name="connsiteX38" fmla="*/ 78689 w 332786"/>
                <a:gd name="connsiteY38" fmla="*/ 24590 h 654095"/>
                <a:gd name="connsiteX39" fmla="*/ 78689 w 332786"/>
                <a:gd name="connsiteY39" fmla="*/ 27869 h 654095"/>
                <a:gd name="connsiteX40" fmla="*/ 78689 w 332786"/>
                <a:gd name="connsiteY40" fmla="*/ 27869 h 654095"/>
                <a:gd name="connsiteX41" fmla="*/ 81967 w 332786"/>
                <a:gd name="connsiteY41" fmla="*/ 31147 h 654095"/>
                <a:gd name="connsiteX42" fmla="*/ 81967 w 332786"/>
                <a:gd name="connsiteY42" fmla="*/ 31147 h 654095"/>
                <a:gd name="connsiteX43" fmla="*/ 85246 w 332786"/>
                <a:gd name="connsiteY43" fmla="*/ 27869 h 654095"/>
                <a:gd name="connsiteX44" fmla="*/ 88525 w 332786"/>
                <a:gd name="connsiteY44" fmla="*/ 24590 h 654095"/>
                <a:gd name="connsiteX45" fmla="*/ 93442 w 332786"/>
                <a:gd name="connsiteY45" fmla="*/ 24590 h 654095"/>
                <a:gd name="connsiteX46" fmla="*/ 96721 w 332786"/>
                <a:gd name="connsiteY46" fmla="*/ 22951 h 654095"/>
                <a:gd name="connsiteX47" fmla="*/ 98360 w 332786"/>
                <a:gd name="connsiteY47" fmla="*/ 19672 h 654095"/>
                <a:gd name="connsiteX48" fmla="*/ 100000 w 332786"/>
                <a:gd name="connsiteY48" fmla="*/ 19672 h 654095"/>
                <a:gd name="connsiteX49" fmla="*/ 98360 w 332786"/>
                <a:gd name="connsiteY49" fmla="*/ 16393 h 654095"/>
                <a:gd name="connsiteX50" fmla="*/ 96721 w 332786"/>
                <a:gd name="connsiteY50" fmla="*/ 13115 h 654095"/>
                <a:gd name="connsiteX51" fmla="*/ 100000 w 332786"/>
                <a:gd name="connsiteY51" fmla="*/ 9836 h 654095"/>
                <a:gd name="connsiteX52" fmla="*/ 101639 w 332786"/>
                <a:gd name="connsiteY52" fmla="*/ 9836 h 654095"/>
                <a:gd name="connsiteX53" fmla="*/ 103279 w 332786"/>
                <a:gd name="connsiteY53" fmla="*/ 8197 h 654095"/>
                <a:gd name="connsiteX54" fmla="*/ 106557 w 332786"/>
                <a:gd name="connsiteY54" fmla="*/ 6557 h 654095"/>
                <a:gd name="connsiteX55" fmla="*/ 109836 w 332786"/>
                <a:gd name="connsiteY55" fmla="*/ 4918 h 654095"/>
                <a:gd name="connsiteX56" fmla="*/ 113115 w 332786"/>
                <a:gd name="connsiteY56" fmla="*/ 1639 h 654095"/>
                <a:gd name="connsiteX57" fmla="*/ 114754 w 332786"/>
                <a:gd name="connsiteY57" fmla="*/ 0 h 654095"/>
                <a:gd name="connsiteX58" fmla="*/ 118032 w 332786"/>
                <a:gd name="connsiteY58" fmla="*/ 3279 h 654095"/>
                <a:gd name="connsiteX59" fmla="*/ 118032 w 332786"/>
                <a:gd name="connsiteY59" fmla="*/ 4918 h 654095"/>
                <a:gd name="connsiteX60" fmla="*/ 121311 w 332786"/>
                <a:gd name="connsiteY60" fmla="*/ 6557 h 654095"/>
                <a:gd name="connsiteX61" fmla="*/ 122950 w 332786"/>
                <a:gd name="connsiteY61" fmla="*/ 9836 h 654095"/>
                <a:gd name="connsiteX62" fmla="*/ 124590 w 332786"/>
                <a:gd name="connsiteY62" fmla="*/ 13115 h 654095"/>
                <a:gd name="connsiteX63" fmla="*/ 127869 w 332786"/>
                <a:gd name="connsiteY63" fmla="*/ 14754 h 654095"/>
                <a:gd name="connsiteX64" fmla="*/ 131147 w 332786"/>
                <a:gd name="connsiteY64" fmla="*/ 14754 h 654095"/>
                <a:gd name="connsiteX65" fmla="*/ 134426 w 332786"/>
                <a:gd name="connsiteY65" fmla="*/ 18033 h 654095"/>
                <a:gd name="connsiteX66" fmla="*/ 139344 w 332786"/>
                <a:gd name="connsiteY66" fmla="*/ 19672 h 654095"/>
                <a:gd name="connsiteX67" fmla="*/ 142623 w 332786"/>
                <a:gd name="connsiteY67" fmla="*/ 19672 h 654095"/>
                <a:gd name="connsiteX68" fmla="*/ 144262 w 332786"/>
                <a:gd name="connsiteY68" fmla="*/ 18033 h 654095"/>
                <a:gd name="connsiteX69" fmla="*/ 147540 w 332786"/>
                <a:gd name="connsiteY69" fmla="*/ 18033 h 654095"/>
                <a:gd name="connsiteX70" fmla="*/ 150819 w 332786"/>
                <a:gd name="connsiteY70" fmla="*/ 19672 h 654095"/>
                <a:gd name="connsiteX71" fmla="*/ 152459 w 332786"/>
                <a:gd name="connsiteY71" fmla="*/ 22951 h 654095"/>
                <a:gd name="connsiteX72" fmla="*/ 157377 w 332786"/>
                <a:gd name="connsiteY72" fmla="*/ 22951 h 654095"/>
                <a:gd name="connsiteX73" fmla="*/ 160656 w 332786"/>
                <a:gd name="connsiteY73" fmla="*/ 21311 h 654095"/>
                <a:gd name="connsiteX74" fmla="*/ 162295 w 332786"/>
                <a:gd name="connsiteY74" fmla="*/ 19672 h 654095"/>
                <a:gd name="connsiteX75" fmla="*/ 165574 w 332786"/>
                <a:gd name="connsiteY75" fmla="*/ 21311 h 654095"/>
                <a:gd name="connsiteX76" fmla="*/ 168852 w 332786"/>
                <a:gd name="connsiteY76" fmla="*/ 22951 h 654095"/>
                <a:gd name="connsiteX77" fmla="*/ 170491 w 332786"/>
                <a:gd name="connsiteY77" fmla="*/ 24590 h 654095"/>
                <a:gd name="connsiteX78" fmla="*/ 173770 w 332786"/>
                <a:gd name="connsiteY78" fmla="*/ 27869 h 654095"/>
                <a:gd name="connsiteX79" fmla="*/ 172130 w 332786"/>
                <a:gd name="connsiteY79" fmla="*/ 31147 h 654095"/>
                <a:gd name="connsiteX80" fmla="*/ 172130 w 332786"/>
                <a:gd name="connsiteY80" fmla="*/ 34426 h 654095"/>
                <a:gd name="connsiteX81" fmla="*/ 170491 w 332786"/>
                <a:gd name="connsiteY81" fmla="*/ 36065 h 654095"/>
                <a:gd name="connsiteX82" fmla="*/ 167213 w 332786"/>
                <a:gd name="connsiteY82" fmla="*/ 34426 h 654095"/>
                <a:gd name="connsiteX83" fmla="*/ 167213 w 332786"/>
                <a:gd name="connsiteY83" fmla="*/ 39344 h 654095"/>
                <a:gd name="connsiteX84" fmla="*/ 167213 w 332786"/>
                <a:gd name="connsiteY84" fmla="*/ 39344 h 654095"/>
                <a:gd name="connsiteX85" fmla="*/ 167213 w 332786"/>
                <a:gd name="connsiteY85" fmla="*/ 40983 h 654095"/>
                <a:gd name="connsiteX86" fmla="*/ 167213 w 332786"/>
                <a:gd name="connsiteY86" fmla="*/ 42623 h 654095"/>
                <a:gd name="connsiteX87" fmla="*/ 167213 w 332786"/>
                <a:gd name="connsiteY87" fmla="*/ 44262 h 654095"/>
                <a:gd name="connsiteX88" fmla="*/ 168852 w 332786"/>
                <a:gd name="connsiteY88" fmla="*/ 45901 h 654095"/>
                <a:gd name="connsiteX89" fmla="*/ 172130 w 332786"/>
                <a:gd name="connsiteY89" fmla="*/ 49180 h 654095"/>
                <a:gd name="connsiteX90" fmla="*/ 172130 w 332786"/>
                <a:gd name="connsiteY90" fmla="*/ 52459 h 654095"/>
                <a:gd name="connsiteX91" fmla="*/ 173770 w 332786"/>
                <a:gd name="connsiteY91" fmla="*/ 55737 h 654095"/>
                <a:gd name="connsiteX92" fmla="*/ 175409 w 332786"/>
                <a:gd name="connsiteY92" fmla="*/ 59016 h 654095"/>
                <a:gd name="connsiteX93" fmla="*/ 175409 w 332786"/>
                <a:gd name="connsiteY93" fmla="*/ 62295 h 654095"/>
                <a:gd name="connsiteX94" fmla="*/ 178688 w 332786"/>
                <a:gd name="connsiteY94" fmla="*/ 60655 h 654095"/>
                <a:gd name="connsiteX95" fmla="*/ 181967 w 332786"/>
                <a:gd name="connsiteY95" fmla="*/ 62295 h 654095"/>
                <a:gd name="connsiteX96" fmla="*/ 185246 w 332786"/>
                <a:gd name="connsiteY96" fmla="*/ 63934 h 654095"/>
                <a:gd name="connsiteX97" fmla="*/ 188524 w 332786"/>
                <a:gd name="connsiteY97" fmla="*/ 65573 h 654095"/>
                <a:gd name="connsiteX98" fmla="*/ 188524 w 332786"/>
                <a:gd name="connsiteY98" fmla="*/ 68852 h 654095"/>
                <a:gd name="connsiteX99" fmla="*/ 191803 w 332786"/>
                <a:gd name="connsiteY99" fmla="*/ 70492 h 654095"/>
                <a:gd name="connsiteX100" fmla="*/ 195081 w 332786"/>
                <a:gd name="connsiteY100" fmla="*/ 73770 h 654095"/>
                <a:gd name="connsiteX101" fmla="*/ 198360 w 332786"/>
                <a:gd name="connsiteY101" fmla="*/ 73770 h 654095"/>
                <a:gd name="connsiteX102" fmla="*/ 201639 w 332786"/>
                <a:gd name="connsiteY102" fmla="*/ 77049 h 654095"/>
                <a:gd name="connsiteX103" fmla="*/ 203278 w 332786"/>
                <a:gd name="connsiteY103" fmla="*/ 78688 h 654095"/>
                <a:gd name="connsiteX104" fmla="*/ 206557 w 332786"/>
                <a:gd name="connsiteY104" fmla="*/ 77049 h 654095"/>
                <a:gd name="connsiteX105" fmla="*/ 208196 w 332786"/>
                <a:gd name="connsiteY105" fmla="*/ 78688 h 654095"/>
                <a:gd name="connsiteX106" fmla="*/ 208196 w 332786"/>
                <a:gd name="connsiteY106" fmla="*/ 78688 h 654095"/>
                <a:gd name="connsiteX107" fmla="*/ 213114 w 332786"/>
                <a:gd name="connsiteY107" fmla="*/ 78688 h 654095"/>
                <a:gd name="connsiteX108" fmla="*/ 213114 w 332786"/>
                <a:gd name="connsiteY108" fmla="*/ 78688 h 654095"/>
                <a:gd name="connsiteX109" fmla="*/ 216393 w 332786"/>
                <a:gd name="connsiteY109" fmla="*/ 77049 h 654095"/>
                <a:gd name="connsiteX110" fmla="*/ 218033 w 332786"/>
                <a:gd name="connsiteY110" fmla="*/ 75410 h 654095"/>
                <a:gd name="connsiteX111" fmla="*/ 219672 w 332786"/>
                <a:gd name="connsiteY111" fmla="*/ 77049 h 654095"/>
                <a:gd name="connsiteX112" fmla="*/ 222950 w 332786"/>
                <a:gd name="connsiteY112" fmla="*/ 78688 h 654095"/>
                <a:gd name="connsiteX113" fmla="*/ 227868 w 332786"/>
                <a:gd name="connsiteY113" fmla="*/ 81967 h 654095"/>
                <a:gd name="connsiteX114" fmla="*/ 229507 w 332786"/>
                <a:gd name="connsiteY114" fmla="*/ 83606 h 654095"/>
                <a:gd name="connsiteX115" fmla="*/ 229507 w 332786"/>
                <a:gd name="connsiteY115" fmla="*/ 83606 h 654095"/>
                <a:gd name="connsiteX116" fmla="*/ 229507 w 332786"/>
                <a:gd name="connsiteY116" fmla="*/ 83606 h 654095"/>
                <a:gd name="connsiteX117" fmla="*/ 224589 w 332786"/>
                <a:gd name="connsiteY117" fmla="*/ 85245 h 654095"/>
                <a:gd name="connsiteX118" fmla="*/ 222950 w 332786"/>
                <a:gd name="connsiteY118" fmla="*/ 81967 h 654095"/>
                <a:gd name="connsiteX119" fmla="*/ 219672 w 332786"/>
                <a:gd name="connsiteY119" fmla="*/ 83606 h 654095"/>
                <a:gd name="connsiteX120" fmla="*/ 218033 w 332786"/>
                <a:gd name="connsiteY120" fmla="*/ 86885 h 654095"/>
                <a:gd name="connsiteX121" fmla="*/ 214754 w 332786"/>
                <a:gd name="connsiteY121" fmla="*/ 88524 h 654095"/>
                <a:gd name="connsiteX122" fmla="*/ 213114 w 332786"/>
                <a:gd name="connsiteY122" fmla="*/ 91803 h 654095"/>
                <a:gd name="connsiteX123" fmla="*/ 209836 w 332786"/>
                <a:gd name="connsiteY123" fmla="*/ 91803 h 654095"/>
                <a:gd name="connsiteX124" fmla="*/ 206557 w 332786"/>
                <a:gd name="connsiteY124" fmla="*/ 93442 h 654095"/>
                <a:gd name="connsiteX125" fmla="*/ 206557 w 332786"/>
                <a:gd name="connsiteY125" fmla="*/ 98360 h 654095"/>
                <a:gd name="connsiteX126" fmla="*/ 206557 w 332786"/>
                <a:gd name="connsiteY126" fmla="*/ 101639 h 654095"/>
                <a:gd name="connsiteX127" fmla="*/ 203278 w 332786"/>
                <a:gd name="connsiteY127" fmla="*/ 104917 h 654095"/>
                <a:gd name="connsiteX128" fmla="*/ 199999 w 332786"/>
                <a:gd name="connsiteY128" fmla="*/ 108196 h 654095"/>
                <a:gd name="connsiteX129" fmla="*/ 196720 w 332786"/>
                <a:gd name="connsiteY129" fmla="*/ 108196 h 654095"/>
                <a:gd name="connsiteX130" fmla="*/ 198360 w 332786"/>
                <a:gd name="connsiteY130" fmla="*/ 103278 h 654095"/>
                <a:gd name="connsiteX131" fmla="*/ 195081 w 332786"/>
                <a:gd name="connsiteY131" fmla="*/ 103278 h 654095"/>
                <a:gd name="connsiteX132" fmla="*/ 193443 w 332786"/>
                <a:gd name="connsiteY132" fmla="*/ 108196 h 654095"/>
                <a:gd name="connsiteX133" fmla="*/ 188524 w 332786"/>
                <a:gd name="connsiteY133" fmla="*/ 106557 h 654095"/>
                <a:gd name="connsiteX134" fmla="*/ 188524 w 332786"/>
                <a:gd name="connsiteY134" fmla="*/ 111475 h 654095"/>
                <a:gd name="connsiteX135" fmla="*/ 185246 w 332786"/>
                <a:gd name="connsiteY135" fmla="*/ 108196 h 654095"/>
                <a:gd name="connsiteX136" fmla="*/ 183606 w 332786"/>
                <a:gd name="connsiteY136" fmla="*/ 104917 h 654095"/>
                <a:gd name="connsiteX137" fmla="*/ 180327 w 332786"/>
                <a:gd name="connsiteY137" fmla="*/ 104917 h 654095"/>
                <a:gd name="connsiteX138" fmla="*/ 180327 w 332786"/>
                <a:gd name="connsiteY138" fmla="*/ 106557 h 654095"/>
                <a:gd name="connsiteX139" fmla="*/ 185246 w 332786"/>
                <a:gd name="connsiteY139" fmla="*/ 108196 h 654095"/>
                <a:gd name="connsiteX140" fmla="*/ 181967 w 332786"/>
                <a:gd name="connsiteY140" fmla="*/ 111475 h 654095"/>
                <a:gd name="connsiteX141" fmla="*/ 183606 w 332786"/>
                <a:gd name="connsiteY141" fmla="*/ 111475 h 654095"/>
                <a:gd name="connsiteX142" fmla="*/ 185246 w 332786"/>
                <a:gd name="connsiteY142" fmla="*/ 114754 h 654095"/>
                <a:gd name="connsiteX143" fmla="*/ 186885 w 332786"/>
                <a:gd name="connsiteY143" fmla="*/ 119672 h 654095"/>
                <a:gd name="connsiteX144" fmla="*/ 183606 w 332786"/>
                <a:gd name="connsiteY144" fmla="*/ 121311 h 654095"/>
                <a:gd name="connsiteX145" fmla="*/ 180327 w 332786"/>
                <a:gd name="connsiteY145" fmla="*/ 119672 h 654095"/>
                <a:gd name="connsiteX146" fmla="*/ 180327 w 332786"/>
                <a:gd name="connsiteY146" fmla="*/ 121311 h 654095"/>
                <a:gd name="connsiteX147" fmla="*/ 180327 w 332786"/>
                <a:gd name="connsiteY147" fmla="*/ 121311 h 654095"/>
                <a:gd name="connsiteX148" fmla="*/ 180327 w 332786"/>
                <a:gd name="connsiteY148" fmla="*/ 126229 h 654095"/>
                <a:gd name="connsiteX149" fmla="*/ 180327 w 332786"/>
                <a:gd name="connsiteY149" fmla="*/ 129508 h 654095"/>
                <a:gd name="connsiteX150" fmla="*/ 181967 w 332786"/>
                <a:gd name="connsiteY150" fmla="*/ 132786 h 654095"/>
                <a:gd name="connsiteX151" fmla="*/ 178688 w 332786"/>
                <a:gd name="connsiteY151" fmla="*/ 136065 h 654095"/>
                <a:gd name="connsiteX152" fmla="*/ 178688 w 332786"/>
                <a:gd name="connsiteY152" fmla="*/ 136065 h 654095"/>
                <a:gd name="connsiteX153" fmla="*/ 180327 w 332786"/>
                <a:gd name="connsiteY153" fmla="*/ 136065 h 654095"/>
                <a:gd name="connsiteX154" fmla="*/ 178688 w 332786"/>
                <a:gd name="connsiteY154" fmla="*/ 139344 h 654095"/>
                <a:gd name="connsiteX155" fmla="*/ 175409 w 332786"/>
                <a:gd name="connsiteY155" fmla="*/ 140983 h 654095"/>
                <a:gd name="connsiteX156" fmla="*/ 173770 w 332786"/>
                <a:gd name="connsiteY156" fmla="*/ 144262 h 654095"/>
                <a:gd name="connsiteX157" fmla="*/ 168852 w 332786"/>
                <a:gd name="connsiteY157" fmla="*/ 147540 h 654095"/>
                <a:gd name="connsiteX158" fmla="*/ 168852 w 332786"/>
                <a:gd name="connsiteY158" fmla="*/ 149180 h 654095"/>
                <a:gd name="connsiteX159" fmla="*/ 165574 w 332786"/>
                <a:gd name="connsiteY159" fmla="*/ 149180 h 654095"/>
                <a:gd name="connsiteX160" fmla="*/ 165574 w 332786"/>
                <a:gd name="connsiteY160" fmla="*/ 147540 h 654095"/>
                <a:gd name="connsiteX161" fmla="*/ 165574 w 332786"/>
                <a:gd name="connsiteY161" fmla="*/ 149180 h 654095"/>
                <a:gd name="connsiteX162" fmla="*/ 163934 w 332786"/>
                <a:gd name="connsiteY162" fmla="*/ 149180 h 654095"/>
                <a:gd name="connsiteX163" fmla="*/ 160656 w 332786"/>
                <a:gd name="connsiteY163" fmla="*/ 152458 h 654095"/>
                <a:gd name="connsiteX164" fmla="*/ 160656 w 332786"/>
                <a:gd name="connsiteY164" fmla="*/ 155737 h 654095"/>
                <a:gd name="connsiteX165" fmla="*/ 159016 w 332786"/>
                <a:gd name="connsiteY165" fmla="*/ 159016 h 654095"/>
                <a:gd name="connsiteX166" fmla="*/ 159016 w 332786"/>
                <a:gd name="connsiteY166" fmla="*/ 162294 h 654095"/>
                <a:gd name="connsiteX167" fmla="*/ 157377 w 332786"/>
                <a:gd name="connsiteY167" fmla="*/ 167212 h 654095"/>
                <a:gd name="connsiteX168" fmla="*/ 157377 w 332786"/>
                <a:gd name="connsiteY168" fmla="*/ 167212 h 654095"/>
                <a:gd name="connsiteX169" fmla="*/ 157377 w 332786"/>
                <a:gd name="connsiteY169" fmla="*/ 170491 h 654095"/>
                <a:gd name="connsiteX170" fmla="*/ 159016 w 332786"/>
                <a:gd name="connsiteY170" fmla="*/ 173770 h 654095"/>
                <a:gd name="connsiteX171" fmla="*/ 157377 w 332786"/>
                <a:gd name="connsiteY171" fmla="*/ 177048 h 654095"/>
                <a:gd name="connsiteX172" fmla="*/ 159016 w 332786"/>
                <a:gd name="connsiteY172" fmla="*/ 181966 h 654095"/>
                <a:gd name="connsiteX173" fmla="*/ 159016 w 332786"/>
                <a:gd name="connsiteY173" fmla="*/ 181966 h 654095"/>
                <a:gd name="connsiteX174" fmla="*/ 157377 w 332786"/>
                <a:gd name="connsiteY174" fmla="*/ 185245 h 654095"/>
                <a:gd name="connsiteX175" fmla="*/ 155737 w 332786"/>
                <a:gd name="connsiteY175" fmla="*/ 190163 h 654095"/>
                <a:gd name="connsiteX176" fmla="*/ 154098 w 332786"/>
                <a:gd name="connsiteY176" fmla="*/ 193442 h 654095"/>
                <a:gd name="connsiteX177" fmla="*/ 154098 w 332786"/>
                <a:gd name="connsiteY177" fmla="*/ 196720 h 654095"/>
                <a:gd name="connsiteX178" fmla="*/ 157377 w 332786"/>
                <a:gd name="connsiteY178" fmla="*/ 199999 h 654095"/>
                <a:gd name="connsiteX179" fmla="*/ 160656 w 332786"/>
                <a:gd name="connsiteY179" fmla="*/ 204917 h 654095"/>
                <a:gd name="connsiteX180" fmla="*/ 160656 w 332786"/>
                <a:gd name="connsiteY180" fmla="*/ 208196 h 654095"/>
                <a:gd name="connsiteX181" fmla="*/ 162295 w 332786"/>
                <a:gd name="connsiteY181" fmla="*/ 204917 h 654095"/>
                <a:gd name="connsiteX182" fmla="*/ 163934 w 332786"/>
                <a:gd name="connsiteY182" fmla="*/ 209835 h 654095"/>
                <a:gd name="connsiteX183" fmla="*/ 165574 w 332786"/>
                <a:gd name="connsiteY183" fmla="*/ 213114 h 654095"/>
                <a:gd name="connsiteX184" fmla="*/ 168852 w 332786"/>
                <a:gd name="connsiteY184" fmla="*/ 216392 h 654095"/>
                <a:gd name="connsiteX185" fmla="*/ 168852 w 332786"/>
                <a:gd name="connsiteY185" fmla="*/ 218032 h 654095"/>
                <a:gd name="connsiteX186" fmla="*/ 170491 w 332786"/>
                <a:gd name="connsiteY186" fmla="*/ 219671 h 654095"/>
                <a:gd name="connsiteX187" fmla="*/ 173770 w 332786"/>
                <a:gd name="connsiteY187" fmla="*/ 222950 h 654095"/>
                <a:gd name="connsiteX188" fmla="*/ 177049 w 332786"/>
                <a:gd name="connsiteY188" fmla="*/ 226229 h 654095"/>
                <a:gd name="connsiteX189" fmla="*/ 180327 w 332786"/>
                <a:gd name="connsiteY189" fmla="*/ 227868 h 654095"/>
                <a:gd name="connsiteX190" fmla="*/ 185246 w 332786"/>
                <a:gd name="connsiteY190" fmla="*/ 229507 h 654095"/>
                <a:gd name="connsiteX191" fmla="*/ 186885 w 332786"/>
                <a:gd name="connsiteY191" fmla="*/ 234425 h 654095"/>
                <a:gd name="connsiteX192" fmla="*/ 191803 w 332786"/>
                <a:gd name="connsiteY192" fmla="*/ 236064 h 654095"/>
                <a:gd name="connsiteX193" fmla="*/ 195081 w 332786"/>
                <a:gd name="connsiteY193" fmla="*/ 239343 h 654095"/>
                <a:gd name="connsiteX194" fmla="*/ 191803 w 332786"/>
                <a:gd name="connsiteY194" fmla="*/ 242622 h 654095"/>
                <a:gd name="connsiteX195" fmla="*/ 193443 w 332786"/>
                <a:gd name="connsiteY195" fmla="*/ 247540 h 654095"/>
                <a:gd name="connsiteX196" fmla="*/ 195081 w 332786"/>
                <a:gd name="connsiteY196" fmla="*/ 250819 h 654095"/>
                <a:gd name="connsiteX197" fmla="*/ 191803 w 332786"/>
                <a:gd name="connsiteY197" fmla="*/ 249179 h 654095"/>
                <a:gd name="connsiteX198" fmla="*/ 191803 w 332786"/>
                <a:gd name="connsiteY198" fmla="*/ 249179 h 654095"/>
                <a:gd name="connsiteX199" fmla="*/ 190164 w 332786"/>
                <a:gd name="connsiteY199" fmla="*/ 249179 h 654095"/>
                <a:gd name="connsiteX200" fmla="*/ 186885 w 332786"/>
                <a:gd name="connsiteY200" fmla="*/ 247540 h 654095"/>
                <a:gd name="connsiteX201" fmla="*/ 186885 w 332786"/>
                <a:gd name="connsiteY201" fmla="*/ 249179 h 654095"/>
                <a:gd name="connsiteX202" fmla="*/ 191803 w 332786"/>
                <a:gd name="connsiteY202" fmla="*/ 249179 h 654095"/>
                <a:gd name="connsiteX203" fmla="*/ 190164 w 332786"/>
                <a:gd name="connsiteY203" fmla="*/ 250819 h 654095"/>
                <a:gd name="connsiteX204" fmla="*/ 190164 w 332786"/>
                <a:gd name="connsiteY204" fmla="*/ 250819 h 654095"/>
                <a:gd name="connsiteX205" fmla="*/ 191803 w 332786"/>
                <a:gd name="connsiteY205" fmla="*/ 252458 h 654095"/>
                <a:gd name="connsiteX206" fmla="*/ 195081 w 332786"/>
                <a:gd name="connsiteY206" fmla="*/ 250819 h 654095"/>
                <a:gd name="connsiteX207" fmla="*/ 196720 w 332786"/>
                <a:gd name="connsiteY207" fmla="*/ 254097 h 654095"/>
                <a:gd name="connsiteX208" fmla="*/ 199999 w 332786"/>
                <a:gd name="connsiteY208" fmla="*/ 257376 h 654095"/>
                <a:gd name="connsiteX209" fmla="*/ 201639 w 332786"/>
                <a:gd name="connsiteY209" fmla="*/ 260654 h 654095"/>
                <a:gd name="connsiteX210" fmla="*/ 203278 w 332786"/>
                <a:gd name="connsiteY210" fmla="*/ 262294 h 654095"/>
                <a:gd name="connsiteX211" fmla="*/ 206557 w 332786"/>
                <a:gd name="connsiteY211" fmla="*/ 265573 h 654095"/>
                <a:gd name="connsiteX212" fmla="*/ 209836 w 332786"/>
                <a:gd name="connsiteY212" fmla="*/ 268851 h 654095"/>
                <a:gd name="connsiteX213" fmla="*/ 214754 w 332786"/>
                <a:gd name="connsiteY213" fmla="*/ 272130 h 654095"/>
                <a:gd name="connsiteX214" fmla="*/ 218033 w 332786"/>
                <a:gd name="connsiteY214" fmla="*/ 275409 h 654095"/>
                <a:gd name="connsiteX215" fmla="*/ 219672 w 332786"/>
                <a:gd name="connsiteY215" fmla="*/ 275409 h 654095"/>
                <a:gd name="connsiteX216" fmla="*/ 222950 w 332786"/>
                <a:gd name="connsiteY216" fmla="*/ 278687 h 654095"/>
                <a:gd name="connsiteX217" fmla="*/ 222950 w 332786"/>
                <a:gd name="connsiteY217" fmla="*/ 278687 h 654095"/>
                <a:gd name="connsiteX218" fmla="*/ 222950 w 332786"/>
                <a:gd name="connsiteY218" fmla="*/ 281966 h 654095"/>
                <a:gd name="connsiteX219" fmla="*/ 224589 w 332786"/>
                <a:gd name="connsiteY219" fmla="*/ 281966 h 654095"/>
                <a:gd name="connsiteX220" fmla="*/ 224589 w 332786"/>
                <a:gd name="connsiteY220" fmla="*/ 283605 h 654095"/>
                <a:gd name="connsiteX221" fmla="*/ 224589 w 332786"/>
                <a:gd name="connsiteY221" fmla="*/ 288523 h 654095"/>
                <a:gd name="connsiteX222" fmla="*/ 224589 w 332786"/>
                <a:gd name="connsiteY222" fmla="*/ 288523 h 654095"/>
                <a:gd name="connsiteX223" fmla="*/ 227868 w 332786"/>
                <a:gd name="connsiteY223" fmla="*/ 286884 h 654095"/>
                <a:gd name="connsiteX224" fmla="*/ 231147 w 332786"/>
                <a:gd name="connsiteY224" fmla="*/ 290163 h 654095"/>
                <a:gd name="connsiteX225" fmla="*/ 234426 w 332786"/>
                <a:gd name="connsiteY225" fmla="*/ 293441 h 654095"/>
                <a:gd name="connsiteX226" fmla="*/ 239344 w 332786"/>
                <a:gd name="connsiteY226" fmla="*/ 295081 h 654095"/>
                <a:gd name="connsiteX227" fmla="*/ 242623 w 332786"/>
                <a:gd name="connsiteY227" fmla="*/ 298359 h 654095"/>
                <a:gd name="connsiteX228" fmla="*/ 237704 w 332786"/>
                <a:gd name="connsiteY228" fmla="*/ 296720 h 654095"/>
                <a:gd name="connsiteX229" fmla="*/ 237704 w 332786"/>
                <a:gd name="connsiteY229" fmla="*/ 296720 h 654095"/>
                <a:gd name="connsiteX230" fmla="*/ 237704 w 332786"/>
                <a:gd name="connsiteY230" fmla="*/ 298359 h 654095"/>
                <a:gd name="connsiteX231" fmla="*/ 240983 w 332786"/>
                <a:gd name="connsiteY231" fmla="*/ 299999 h 654095"/>
                <a:gd name="connsiteX232" fmla="*/ 244262 w 332786"/>
                <a:gd name="connsiteY232" fmla="*/ 301638 h 654095"/>
                <a:gd name="connsiteX233" fmla="*/ 245901 w 332786"/>
                <a:gd name="connsiteY233" fmla="*/ 304917 h 654095"/>
                <a:gd name="connsiteX234" fmla="*/ 249179 w 332786"/>
                <a:gd name="connsiteY234" fmla="*/ 304917 h 654095"/>
                <a:gd name="connsiteX235" fmla="*/ 252458 w 332786"/>
                <a:gd name="connsiteY235" fmla="*/ 309835 h 654095"/>
                <a:gd name="connsiteX236" fmla="*/ 254097 w 332786"/>
                <a:gd name="connsiteY236" fmla="*/ 313113 h 654095"/>
                <a:gd name="connsiteX237" fmla="*/ 259016 w 332786"/>
                <a:gd name="connsiteY237" fmla="*/ 309835 h 654095"/>
                <a:gd name="connsiteX238" fmla="*/ 262294 w 332786"/>
                <a:gd name="connsiteY238" fmla="*/ 311474 h 654095"/>
                <a:gd name="connsiteX239" fmla="*/ 263934 w 332786"/>
                <a:gd name="connsiteY239" fmla="*/ 314753 h 654095"/>
                <a:gd name="connsiteX240" fmla="*/ 263934 w 332786"/>
                <a:gd name="connsiteY240" fmla="*/ 316392 h 654095"/>
                <a:gd name="connsiteX241" fmla="*/ 267213 w 332786"/>
                <a:gd name="connsiteY241" fmla="*/ 318031 h 654095"/>
                <a:gd name="connsiteX242" fmla="*/ 267213 w 332786"/>
                <a:gd name="connsiteY242" fmla="*/ 321310 h 654095"/>
                <a:gd name="connsiteX243" fmla="*/ 270491 w 332786"/>
                <a:gd name="connsiteY243" fmla="*/ 324589 h 654095"/>
                <a:gd name="connsiteX244" fmla="*/ 270491 w 332786"/>
                <a:gd name="connsiteY244" fmla="*/ 324589 h 654095"/>
                <a:gd name="connsiteX245" fmla="*/ 270491 w 332786"/>
                <a:gd name="connsiteY245" fmla="*/ 326228 h 654095"/>
                <a:gd name="connsiteX246" fmla="*/ 268852 w 332786"/>
                <a:gd name="connsiteY246" fmla="*/ 326228 h 654095"/>
                <a:gd name="connsiteX247" fmla="*/ 270491 w 332786"/>
                <a:gd name="connsiteY247" fmla="*/ 326228 h 654095"/>
                <a:gd name="connsiteX248" fmla="*/ 272131 w 332786"/>
                <a:gd name="connsiteY248" fmla="*/ 324589 h 654095"/>
                <a:gd name="connsiteX249" fmla="*/ 270491 w 332786"/>
                <a:gd name="connsiteY249" fmla="*/ 322949 h 654095"/>
                <a:gd name="connsiteX250" fmla="*/ 270491 w 332786"/>
                <a:gd name="connsiteY250" fmla="*/ 319671 h 654095"/>
                <a:gd name="connsiteX251" fmla="*/ 270491 w 332786"/>
                <a:gd name="connsiteY251" fmla="*/ 319671 h 654095"/>
                <a:gd name="connsiteX252" fmla="*/ 273769 w 332786"/>
                <a:gd name="connsiteY252" fmla="*/ 319671 h 654095"/>
                <a:gd name="connsiteX253" fmla="*/ 272131 w 332786"/>
                <a:gd name="connsiteY253" fmla="*/ 324589 h 654095"/>
                <a:gd name="connsiteX254" fmla="*/ 273769 w 332786"/>
                <a:gd name="connsiteY254" fmla="*/ 327867 h 654095"/>
                <a:gd name="connsiteX255" fmla="*/ 277048 w 332786"/>
                <a:gd name="connsiteY255" fmla="*/ 331146 h 654095"/>
                <a:gd name="connsiteX256" fmla="*/ 277048 w 332786"/>
                <a:gd name="connsiteY256" fmla="*/ 331146 h 654095"/>
                <a:gd name="connsiteX257" fmla="*/ 277048 w 332786"/>
                <a:gd name="connsiteY257" fmla="*/ 332785 h 654095"/>
                <a:gd name="connsiteX258" fmla="*/ 278687 w 332786"/>
                <a:gd name="connsiteY258" fmla="*/ 334425 h 654095"/>
                <a:gd name="connsiteX259" fmla="*/ 281966 w 332786"/>
                <a:gd name="connsiteY259" fmla="*/ 337703 h 654095"/>
                <a:gd name="connsiteX260" fmla="*/ 283606 w 332786"/>
                <a:gd name="connsiteY260" fmla="*/ 340982 h 654095"/>
                <a:gd name="connsiteX261" fmla="*/ 286884 w 332786"/>
                <a:gd name="connsiteY261" fmla="*/ 345900 h 654095"/>
                <a:gd name="connsiteX262" fmla="*/ 288524 w 332786"/>
                <a:gd name="connsiteY262" fmla="*/ 349179 h 654095"/>
                <a:gd name="connsiteX263" fmla="*/ 291803 w 332786"/>
                <a:gd name="connsiteY263" fmla="*/ 349179 h 654095"/>
                <a:gd name="connsiteX264" fmla="*/ 295081 w 332786"/>
                <a:gd name="connsiteY264" fmla="*/ 352457 h 654095"/>
                <a:gd name="connsiteX265" fmla="*/ 295081 w 332786"/>
                <a:gd name="connsiteY265" fmla="*/ 355736 h 654095"/>
                <a:gd name="connsiteX266" fmla="*/ 296721 w 332786"/>
                <a:gd name="connsiteY266" fmla="*/ 352457 h 654095"/>
                <a:gd name="connsiteX267" fmla="*/ 298360 w 332786"/>
                <a:gd name="connsiteY267" fmla="*/ 355736 h 654095"/>
                <a:gd name="connsiteX268" fmla="*/ 301638 w 332786"/>
                <a:gd name="connsiteY268" fmla="*/ 360654 h 654095"/>
                <a:gd name="connsiteX269" fmla="*/ 299999 w 332786"/>
                <a:gd name="connsiteY269" fmla="*/ 363933 h 654095"/>
                <a:gd name="connsiteX270" fmla="*/ 301638 w 332786"/>
                <a:gd name="connsiteY270" fmla="*/ 365572 h 654095"/>
                <a:gd name="connsiteX271" fmla="*/ 303277 w 332786"/>
                <a:gd name="connsiteY271" fmla="*/ 370490 h 654095"/>
                <a:gd name="connsiteX272" fmla="*/ 304917 w 332786"/>
                <a:gd name="connsiteY272" fmla="*/ 373769 h 654095"/>
                <a:gd name="connsiteX273" fmla="*/ 304917 w 332786"/>
                <a:gd name="connsiteY273" fmla="*/ 377047 h 654095"/>
                <a:gd name="connsiteX274" fmla="*/ 308196 w 332786"/>
                <a:gd name="connsiteY274" fmla="*/ 380326 h 654095"/>
                <a:gd name="connsiteX275" fmla="*/ 309835 w 332786"/>
                <a:gd name="connsiteY275" fmla="*/ 385244 h 654095"/>
                <a:gd name="connsiteX276" fmla="*/ 309835 w 332786"/>
                <a:gd name="connsiteY276" fmla="*/ 386884 h 654095"/>
                <a:gd name="connsiteX277" fmla="*/ 311474 w 332786"/>
                <a:gd name="connsiteY277" fmla="*/ 390162 h 654095"/>
                <a:gd name="connsiteX278" fmla="*/ 313114 w 332786"/>
                <a:gd name="connsiteY278" fmla="*/ 393441 h 654095"/>
                <a:gd name="connsiteX279" fmla="*/ 313114 w 332786"/>
                <a:gd name="connsiteY279" fmla="*/ 398359 h 654095"/>
                <a:gd name="connsiteX280" fmla="*/ 316393 w 332786"/>
                <a:gd name="connsiteY280" fmla="*/ 401637 h 654095"/>
                <a:gd name="connsiteX281" fmla="*/ 316393 w 332786"/>
                <a:gd name="connsiteY281" fmla="*/ 404916 h 654095"/>
                <a:gd name="connsiteX282" fmla="*/ 318032 w 332786"/>
                <a:gd name="connsiteY282" fmla="*/ 408195 h 654095"/>
                <a:gd name="connsiteX283" fmla="*/ 319671 w 332786"/>
                <a:gd name="connsiteY283" fmla="*/ 413113 h 654095"/>
                <a:gd name="connsiteX284" fmla="*/ 321311 w 332786"/>
                <a:gd name="connsiteY284" fmla="*/ 416391 h 654095"/>
                <a:gd name="connsiteX285" fmla="*/ 322950 w 332786"/>
                <a:gd name="connsiteY285" fmla="*/ 419670 h 654095"/>
                <a:gd name="connsiteX286" fmla="*/ 321311 w 332786"/>
                <a:gd name="connsiteY286" fmla="*/ 422949 h 654095"/>
                <a:gd name="connsiteX287" fmla="*/ 319671 w 332786"/>
                <a:gd name="connsiteY287" fmla="*/ 419670 h 654095"/>
                <a:gd name="connsiteX288" fmla="*/ 319671 w 332786"/>
                <a:gd name="connsiteY288" fmla="*/ 422949 h 654095"/>
                <a:gd name="connsiteX289" fmla="*/ 321311 w 332786"/>
                <a:gd name="connsiteY289" fmla="*/ 427867 h 654095"/>
                <a:gd name="connsiteX290" fmla="*/ 321311 w 332786"/>
                <a:gd name="connsiteY290" fmla="*/ 431146 h 654095"/>
                <a:gd name="connsiteX291" fmla="*/ 322950 w 332786"/>
                <a:gd name="connsiteY291" fmla="*/ 434424 h 654095"/>
                <a:gd name="connsiteX292" fmla="*/ 319671 w 332786"/>
                <a:gd name="connsiteY292" fmla="*/ 431146 h 654095"/>
                <a:gd name="connsiteX293" fmla="*/ 322950 w 332786"/>
                <a:gd name="connsiteY293" fmla="*/ 434424 h 654095"/>
                <a:gd name="connsiteX294" fmla="*/ 326228 w 332786"/>
                <a:gd name="connsiteY294" fmla="*/ 437703 h 654095"/>
                <a:gd name="connsiteX295" fmla="*/ 321311 w 332786"/>
                <a:gd name="connsiteY295" fmla="*/ 439342 h 654095"/>
                <a:gd name="connsiteX296" fmla="*/ 324589 w 332786"/>
                <a:gd name="connsiteY296" fmla="*/ 444260 h 654095"/>
                <a:gd name="connsiteX297" fmla="*/ 326228 w 332786"/>
                <a:gd name="connsiteY297" fmla="*/ 447539 h 654095"/>
                <a:gd name="connsiteX298" fmla="*/ 326228 w 332786"/>
                <a:gd name="connsiteY298" fmla="*/ 450818 h 654095"/>
                <a:gd name="connsiteX299" fmla="*/ 327867 w 332786"/>
                <a:gd name="connsiteY299" fmla="*/ 454096 h 654095"/>
                <a:gd name="connsiteX300" fmla="*/ 327867 w 332786"/>
                <a:gd name="connsiteY300" fmla="*/ 455736 h 654095"/>
                <a:gd name="connsiteX301" fmla="*/ 331146 w 332786"/>
                <a:gd name="connsiteY301" fmla="*/ 460654 h 654095"/>
                <a:gd name="connsiteX302" fmla="*/ 332786 w 332786"/>
                <a:gd name="connsiteY302" fmla="*/ 463932 h 654095"/>
                <a:gd name="connsiteX303" fmla="*/ 331146 w 332786"/>
                <a:gd name="connsiteY303" fmla="*/ 465572 h 654095"/>
                <a:gd name="connsiteX304" fmla="*/ 329507 w 332786"/>
                <a:gd name="connsiteY304" fmla="*/ 468850 h 654095"/>
                <a:gd name="connsiteX305" fmla="*/ 332786 w 332786"/>
                <a:gd name="connsiteY305" fmla="*/ 472129 h 654095"/>
                <a:gd name="connsiteX306" fmla="*/ 332786 w 332786"/>
                <a:gd name="connsiteY306" fmla="*/ 475408 h 654095"/>
                <a:gd name="connsiteX307" fmla="*/ 329507 w 332786"/>
                <a:gd name="connsiteY307" fmla="*/ 472129 h 654095"/>
                <a:gd name="connsiteX308" fmla="*/ 327867 w 332786"/>
                <a:gd name="connsiteY308" fmla="*/ 468850 h 654095"/>
                <a:gd name="connsiteX309" fmla="*/ 324589 w 332786"/>
                <a:gd name="connsiteY309" fmla="*/ 472129 h 654095"/>
                <a:gd name="connsiteX310" fmla="*/ 324589 w 332786"/>
                <a:gd name="connsiteY310" fmla="*/ 472129 h 654095"/>
                <a:gd name="connsiteX311" fmla="*/ 326228 w 332786"/>
                <a:gd name="connsiteY311" fmla="*/ 477047 h 654095"/>
                <a:gd name="connsiteX312" fmla="*/ 326228 w 332786"/>
                <a:gd name="connsiteY312" fmla="*/ 480326 h 654095"/>
                <a:gd name="connsiteX313" fmla="*/ 327867 w 332786"/>
                <a:gd name="connsiteY313" fmla="*/ 481965 h 654095"/>
                <a:gd name="connsiteX314" fmla="*/ 329507 w 332786"/>
                <a:gd name="connsiteY314" fmla="*/ 486883 h 654095"/>
                <a:gd name="connsiteX315" fmla="*/ 326228 w 332786"/>
                <a:gd name="connsiteY315" fmla="*/ 483604 h 654095"/>
                <a:gd name="connsiteX316" fmla="*/ 322950 w 332786"/>
                <a:gd name="connsiteY316" fmla="*/ 483604 h 654095"/>
                <a:gd name="connsiteX317" fmla="*/ 324589 w 332786"/>
                <a:gd name="connsiteY317" fmla="*/ 486883 h 654095"/>
                <a:gd name="connsiteX318" fmla="*/ 324589 w 332786"/>
                <a:gd name="connsiteY318" fmla="*/ 490162 h 654095"/>
                <a:gd name="connsiteX319" fmla="*/ 324589 w 332786"/>
                <a:gd name="connsiteY319" fmla="*/ 490162 h 654095"/>
                <a:gd name="connsiteX320" fmla="*/ 324589 w 332786"/>
                <a:gd name="connsiteY320" fmla="*/ 491801 h 654095"/>
                <a:gd name="connsiteX321" fmla="*/ 326228 w 332786"/>
                <a:gd name="connsiteY321" fmla="*/ 491801 h 654095"/>
                <a:gd name="connsiteX322" fmla="*/ 326228 w 332786"/>
                <a:gd name="connsiteY322" fmla="*/ 495080 h 654095"/>
                <a:gd name="connsiteX323" fmla="*/ 326228 w 332786"/>
                <a:gd name="connsiteY323" fmla="*/ 498358 h 654095"/>
                <a:gd name="connsiteX324" fmla="*/ 327867 w 332786"/>
                <a:gd name="connsiteY324" fmla="*/ 503276 h 654095"/>
                <a:gd name="connsiteX325" fmla="*/ 327867 w 332786"/>
                <a:gd name="connsiteY325" fmla="*/ 506555 h 654095"/>
                <a:gd name="connsiteX326" fmla="*/ 327867 w 332786"/>
                <a:gd name="connsiteY326" fmla="*/ 503276 h 654095"/>
                <a:gd name="connsiteX327" fmla="*/ 324589 w 332786"/>
                <a:gd name="connsiteY327" fmla="*/ 498358 h 654095"/>
                <a:gd name="connsiteX328" fmla="*/ 326228 w 332786"/>
                <a:gd name="connsiteY328" fmla="*/ 503276 h 654095"/>
                <a:gd name="connsiteX329" fmla="*/ 326228 w 332786"/>
                <a:gd name="connsiteY329" fmla="*/ 506555 h 654095"/>
                <a:gd name="connsiteX330" fmla="*/ 324589 w 332786"/>
                <a:gd name="connsiteY330" fmla="*/ 509834 h 654095"/>
                <a:gd name="connsiteX331" fmla="*/ 327867 w 332786"/>
                <a:gd name="connsiteY331" fmla="*/ 509834 h 654095"/>
                <a:gd name="connsiteX332" fmla="*/ 329507 w 332786"/>
                <a:gd name="connsiteY332" fmla="*/ 513112 h 654095"/>
                <a:gd name="connsiteX333" fmla="*/ 327867 w 332786"/>
                <a:gd name="connsiteY333" fmla="*/ 518031 h 654095"/>
                <a:gd name="connsiteX334" fmla="*/ 326228 w 332786"/>
                <a:gd name="connsiteY334" fmla="*/ 521309 h 654095"/>
                <a:gd name="connsiteX335" fmla="*/ 321311 w 332786"/>
                <a:gd name="connsiteY335" fmla="*/ 521309 h 654095"/>
                <a:gd name="connsiteX336" fmla="*/ 321311 w 332786"/>
                <a:gd name="connsiteY336" fmla="*/ 522948 h 654095"/>
                <a:gd name="connsiteX337" fmla="*/ 321311 w 332786"/>
                <a:gd name="connsiteY337" fmla="*/ 524588 h 654095"/>
                <a:gd name="connsiteX338" fmla="*/ 321311 w 332786"/>
                <a:gd name="connsiteY338" fmla="*/ 527866 h 654095"/>
                <a:gd name="connsiteX339" fmla="*/ 321311 w 332786"/>
                <a:gd name="connsiteY339" fmla="*/ 531145 h 654095"/>
                <a:gd name="connsiteX340" fmla="*/ 318032 w 332786"/>
                <a:gd name="connsiteY340" fmla="*/ 532784 h 654095"/>
                <a:gd name="connsiteX341" fmla="*/ 316393 w 332786"/>
                <a:gd name="connsiteY341" fmla="*/ 531145 h 654095"/>
                <a:gd name="connsiteX342" fmla="*/ 313114 w 332786"/>
                <a:gd name="connsiteY342" fmla="*/ 534424 h 654095"/>
                <a:gd name="connsiteX343" fmla="*/ 309835 w 332786"/>
                <a:gd name="connsiteY343" fmla="*/ 537703 h 654095"/>
                <a:gd name="connsiteX344" fmla="*/ 304917 w 332786"/>
                <a:gd name="connsiteY344" fmla="*/ 539342 h 654095"/>
                <a:gd name="connsiteX345" fmla="*/ 303277 w 332786"/>
                <a:gd name="connsiteY345" fmla="*/ 540981 h 654095"/>
                <a:gd name="connsiteX346" fmla="*/ 301638 w 332786"/>
                <a:gd name="connsiteY346" fmla="*/ 544260 h 654095"/>
                <a:gd name="connsiteX347" fmla="*/ 298360 w 332786"/>
                <a:gd name="connsiteY347" fmla="*/ 545899 h 654095"/>
                <a:gd name="connsiteX348" fmla="*/ 295081 w 332786"/>
                <a:gd name="connsiteY348" fmla="*/ 549178 h 654095"/>
                <a:gd name="connsiteX349" fmla="*/ 291803 w 332786"/>
                <a:gd name="connsiteY349" fmla="*/ 549178 h 654095"/>
                <a:gd name="connsiteX350" fmla="*/ 286884 w 332786"/>
                <a:gd name="connsiteY350" fmla="*/ 552457 h 654095"/>
                <a:gd name="connsiteX351" fmla="*/ 286884 w 332786"/>
                <a:gd name="connsiteY351" fmla="*/ 552457 h 654095"/>
                <a:gd name="connsiteX352" fmla="*/ 286884 w 332786"/>
                <a:gd name="connsiteY352" fmla="*/ 555735 h 654095"/>
                <a:gd name="connsiteX353" fmla="*/ 285245 w 332786"/>
                <a:gd name="connsiteY353" fmla="*/ 559014 h 654095"/>
                <a:gd name="connsiteX354" fmla="*/ 280327 w 332786"/>
                <a:gd name="connsiteY354" fmla="*/ 559014 h 654095"/>
                <a:gd name="connsiteX355" fmla="*/ 277048 w 332786"/>
                <a:gd name="connsiteY355" fmla="*/ 562292 h 654095"/>
                <a:gd name="connsiteX356" fmla="*/ 273769 w 332786"/>
                <a:gd name="connsiteY356" fmla="*/ 563932 h 654095"/>
                <a:gd name="connsiteX357" fmla="*/ 270491 w 332786"/>
                <a:gd name="connsiteY357" fmla="*/ 565571 h 654095"/>
                <a:gd name="connsiteX358" fmla="*/ 267213 w 332786"/>
                <a:gd name="connsiteY358" fmla="*/ 568850 h 654095"/>
                <a:gd name="connsiteX359" fmla="*/ 263934 w 332786"/>
                <a:gd name="connsiteY359" fmla="*/ 570489 h 654095"/>
                <a:gd name="connsiteX360" fmla="*/ 260655 w 332786"/>
                <a:gd name="connsiteY360" fmla="*/ 570489 h 654095"/>
                <a:gd name="connsiteX361" fmla="*/ 257376 w 332786"/>
                <a:gd name="connsiteY361" fmla="*/ 573768 h 654095"/>
                <a:gd name="connsiteX362" fmla="*/ 254097 w 332786"/>
                <a:gd name="connsiteY362" fmla="*/ 570489 h 654095"/>
                <a:gd name="connsiteX363" fmla="*/ 252458 w 332786"/>
                <a:gd name="connsiteY363" fmla="*/ 568850 h 654095"/>
                <a:gd name="connsiteX364" fmla="*/ 249179 w 332786"/>
                <a:gd name="connsiteY364" fmla="*/ 567211 h 654095"/>
                <a:gd name="connsiteX365" fmla="*/ 247540 w 332786"/>
                <a:gd name="connsiteY365" fmla="*/ 563932 h 654095"/>
                <a:gd name="connsiteX366" fmla="*/ 247540 w 332786"/>
                <a:gd name="connsiteY366" fmla="*/ 562292 h 654095"/>
                <a:gd name="connsiteX367" fmla="*/ 245901 w 332786"/>
                <a:gd name="connsiteY367" fmla="*/ 565571 h 654095"/>
                <a:gd name="connsiteX368" fmla="*/ 245901 w 332786"/>
                <a:gd name="connsiteY368" fmla="*/ 570489 h 654095"/>
                <a:gd name="connsiteX369" fmla="*/ 245901 w 332786"/>
                <a:gd name="connsiteY369" fmla="*/ 565571 h 654095"/>
                <a:gd name="connsiteX370" fmla="*/ 242623 w 332786"/>
                <a:gd name="connsiteY370" fmla="*/ 563932 h 654095"/>
                <a:gd name="connsiteX371" fmla="*/ 244262 w 332786"/>
                <a:gd name="connsiteY371" fmla="*/ 567211 h 654095"/>
                <a:gd name="connsiteX372" fmla="*/ 240983 w 332786"/>
                <a:gd name="connsiteY372" fmla="*/ 563932 h 654095"/>
                <a:gd name="connsiteX373" fmla="*/ 242623 w 332786"/>
                <a:gd name="connsiteY373" fmla="*/ 563932 h 654095"/>
                <a:gd name="connsiteX374" fmla="*/ 242623 w 332786"/>
                <a:gd name="connsiteY374" fmla="*/ 562292 h 654095"/>
                <a:gd name="connsiteX375" fmla="*/ 237704 w 332786"/>
                <a:gd name="connsiteY375" fmla="*/ 560653 h 654095"/>
                <a:gd name="connsiteX376" fmla="*/ 237704 w 332786"/>
                <a:gd name="connsiteY376" fmla="*/ 560653 h 654095"/>
                <a:gd name="connsiteX377" fmla="*/ 237704 w 332786"/>
                <a:gd name="connsiteY377" fmla="*/ 560653 h 654095"/>
                <a:gd name="connsiteX378" fmla="*/ 237704 w 332786"/>
                <a:gd name="connsiteY378" fmla="*/ 562292 h 654095"/>
                <a:gd name="connsiteX379" fmla="*/ 237704 w 332786"/>
                <a:gd name="connsiteY379" fmla="*/ 563932 h 654095"/>
                <a:gd name="connsiteX380" fmla="*/ 237704 w 332786"/>
                <a:gd name="connsiteY380" fmla="*/ 567211 h 654095"/>
                <a:gd name="connsiteX381" fmla="*/ 234426 w 332786"/>
                <a:gd name="connsiteY381" fmla="*/ 570489 h 654095"/>
                <a:gd name="connsiteX382" fmla="*/ 231147 w 332786"/>
                <a:gd name="connsiteY382" fmla="*/ 568850 h 654095"/>
                <a:gd name="connsiteX383" fmla="*/ 232786 w 332786"/>
                <a:gd name="connsiteY383" fmla="*/ 572128 h 654095"/>
                <a:gd name="connsiteX384" fmla="*/ 234426 w 332786"/>
                <a:gd name="connsiteY384" fmla="*/ 570489 h 654095"/>
                <a:gd name="connsiteX385" fmla="*/ 234426 w 332786"/>
                <a:gd name="connsiteY385" fmla="*/ 570489 h 654095"/>
                <a:gd name="connsiteX386" fmla="*/ 237704 w 332786"/>
                <a:gd name="connsiteY386" fmla="*/ 570489 h 654095"/>
                <a:gd name="connsiteX387" fmla="*/ 240983 w 332786"/>
                <a:gd name="connsiteY387" fmla="*/ 573768 h 654095"/>
                <a:gd name="connsiteX388" fmla="*/ 237704 w 332786"/>
                <a:gd name="connsiteY388" fmla="*/ 578686 h 654095"/>
                <a:gd name="connsiteX389" fmla="*/ 234426 w 332786"/>
                <a:gd name="connsiteY389" fmla="*/ 578686 h 654095"/>
                <a:gd name="connsiteX390" fmla="*/ 231147 w 332786"/>
                <a:gd name="connsiteY390" fmla="*/ 577047 h 654095"/>
                <a:gd name="connsiteX391" fmla="*/ 226229 w 332786"/>
                <a:gd name="connsiteY391" fmla="*/ 577047 h 654095"/>
                <a:gd name="connsiteX392" fmla="*/ 226229 w 332786"/>
                <a:gd name="connsiteY392" fmla="*/ 577047 h 654095"/>
                <a:gd name="connsiteX393" fmla="*/ 226229 w 332786"/>
                <a:gd name="connsiteY393" fmla="*/ 577047 h 654095"/>
                <a:gd name="connsiteX394" fmla="*/ 226229 w 332786"/>
                <a:gd name="connsiteY394" fmla="*/ 577047 h 654095"/>
                <a:gd name="connsiteX395" fmla="*/ 231147 w 332786"/>
                <a:gd name="connsiteY395" fmla="*/ 578686 h 654095"/>
                <a:gd name="connsiteX396" fmla="*/ 234426 w 332786"/>
                <a:gd name="connsiteY396" fmla="*/ 580325 h 654095"/>
                <a:gd name="connsiteX397" fmla="*/ 237704 w 332786"/>
                <a:gd name="connsiteY397" fmla="*/ 581965 h 654095"/>
                <a:gd name="connsiteX398" fmla="*/ 240983 w 332786"/>
                <a:gd name="connsiteY398" fmla="*/ 585243 h 654095"/>
                <a:gd name="connsiteX399" fmla="*/ 237704 w 332786"/>
                <a:gd name="connsiteY399" fmla="*/ 586882 h 654095"/>
                <a:gd name="connsiteX400" fmla="*/ 236065 w 332786"/>
                <a:gd name="connsiteY400" fmla="*/ 590161 h 654095"/>
                <a:gd name="connsiteX401" fmla="*/ 232786 w 332786"/>
                <a:gd name="connsiteY401" fmla="*/ 590161 h 654095"/>
                <a:gd name="connsiteX402" fmla="*/ 232786 w 332786"/>
                <a:gd name="connsiteY402" fmla="*/ 590161 h 654095"/>
                <a:gd name="connsiteX403" fmla="*/ 227868 w 332786"/>
                <a:gd name="connsiteY403" fmla="*/ 588522 h 654095"/>
                <a:gd name="connsiteX404" fmla="*/ 226229 w 332786"/>
                <a:gd name="connsiteY404" fmla="*/ 583604 h 654095"/>
                <a:gd name="connsiteX405" fmla="*/ 222950 w 332786"/>
                <a:gd name="connsiteY405" fmla="*/ 580325 h 654095"/>
                <a:gd name="connsiteX406" fmla="*/ 221310 w 332786"/>
                <a:gd name="connsiteY406" fmla="*/ 578686 h 654095"/>
                <a:gd name="connsiteX407" fmla="*/ 221310 w 332786"/>
                <a:gd name="connsiteY407" fmla="*/ 580325 h 654095"/>
                <a:gd name="connsiteX408" fmla="*/ 224589 w 332786"/>
                <a:gd name="connsiteY408" fmla="*/ 583604 h 654095"/>
                <a:gd name="connsiteX409" fmla="*/ 226229 w 332786"/>
                <a:gd name="connsiteY409" fmla="*/ 586882 h 654095"/>
                <a:gd name="connsiteX410" fmla="*/ 229507 w 332786"/>
                <a:gd name="connsiteY410" fmla="*/ 590161 h 654095"/>
                <a:gd name="connsiteX411" fmla="*/ 232786 w 332786"/>
                <a:gd name="connsiteY411" fmla="*/ 591801 h 654095"/>
                <a:gd name="connsiteX412" fmla="*/ 237704 w 332786"/>
                <a:gd name="connsiteY412" fmla="*/ 595079 h 654095"/>
                <a:gd name="connsiteX413" fmla="*/ 236065 w 332786"/>
                <a:gd name="connsiteY413" fmla="*/ 598358 h 654095"/>
                <a:gd name="connsiteX414" fmla="*/ 232786 w 332786"/>
                <a:gd name="connsiteY414" fmla="*/ 596718 h 654095"/>
                <a:gd name="connsiteX415" fmla="*/ 227868 w 332786"/>
                <a:gd name="connsiteY415" fmla="*/ 593440 h 654095"/>
                <a:gd name="connsiteX416" fmla="*/ 224589 w 332786"/>
                <a:gd name="connsiteY416" fmla="*/ 590161 h 654095"/>
                <a:gd name="connsiteX417" fmla="*/ 221310 w 332786"/>
                <a:gd name="connsiteY417" fmla="*/ 586882 h 654095"/>
                <a:gd name="connsiteX418" fmla="*/ 218033 w 332786"/>
                <a:gd name="connsiteY418" fmla="*/ 583604 h 654095"/>
                <a:gd name="connsiteX419" fmla="*/ 214754 w 332786"/>
                <a:gd name="connsiteY419" fmla="*/ 580325 h 654095"/>
                <a:gd name="connsiteX420" fmla="*/ 214754 w 332786"/>
                <a:gd name="connsiteY420" fmla="*/ 580325 h 654095"/>
                <a:gd name="connsiteX421" fmla="*/ 216393 w 332786"/>
                <a:gd name="connsiteY421" fmla="*/ 583604 h 654095"/>
                <a:gd name="connsiteX422" fmla="*/ 219672 w 332786"/>
                <a:gd name="connsiteY422" fmla="*/ 586882 h 654095"/>
                <a:gd name="connsiteX423" fmla="*/ 222950 w 332786"/>
                <a:gd name="connsiteY423" fmla="*/ 590161 h 654095"/>
                <a:gd name="connsiteX424" fmla="*/ 224589 w 332786"/>
                <a:gd name="connsiteY424" fmla="*/ 591801 h 654095"/>
                <a:gd name="connsiteX425" fmla="*/ 227868 w 332786"/>
                <a:gd name="connsiteY425" fmla="*/ 595079 h 654095"/>
                <a:gd name="connsiteX426" fmla="*/ 231147 w 332786"/>
                <a:gd name="connsiteY426" fmla="*/ 599997 h 654095"/>
                <a:gd name="connsiteX427" fmla="*/ 234426 w 332786"/>
                <a:gd name="connsiteY427" fmla="*/ 603276 h 654095"/>
                <a:gd name="connsiteX428" fmla="*/ 234426 w 332786"/>
                <a:gd name="connsiteY428" fmla="*/ 606555 h 654095"/>
                <a:gd name="connsiteX429" fmla="*/ 231147 w 332786"/>
                <a:gd name="connsiteY429" fmla="*/ 609833 h 654095"/>
                <a:gd name="connsiteX430" fmla="*/ 227868 w 332786"/>
                <a:gd name="connsiteY430" fmla="*/ 611472 h 654095"/>
                <a:gd name="connsiteX431" fmla="*/ 224589 w 332786"/>
                <a:gd name="connsiteY431" fmla="*/ 608194 h 654095"/>
                <a:gd name="connsiteX432" fmla="*/ 221310 w 332786"/>
                <a:gd name="connsiteY432" fmla="*/ 606555 h 654095"/>
                <a:gd name="connsiteX433" fmla="*/ 216393 w 332786"/>
                <a:gd name="connsiteY433" fmla="*/ 603276 h 654095"/>
                <a:gd name="connsiteX434" fmla="*/ 213114 w 332786"/>
                <a:gd name="connsiteY434" fmla="*/ 598358 h 654095"/>
                <a:gd name="connsiteX435" fmla="*/ 211475 w 332786"/>
                <a:gd name="connsiteY435" fmla="*/ 595079 h 654095"/>
                <a:gd name="connsiteX436" fmla="*/ 209836 w 332786"/>
                <a:gd name="connsiteY436" fmla="*/ 593440 h 654095"/>
                <a:gd name="connsiteX437" fmla="*/ 206557 w 332786"/>
                <a:gd name="connsiteY437" fmla="*/ 591801 h 654095"/>
                <a:gd name="connsiteX438" fmla="*/ 204917 w 332786"/>
                <a:gd name="connsiteY438" fmla="*/ 590161 h 654095"/>
                <a:gd name="connsiteX439" fmla="*/ 204917 w 332786"/>
                <a:gd name="connsiteY439" fmla="*/ 590161 h 654095"/>
                <a:gd name="connsiteX440" fmla="*/ 204917 w 332786"/>
                <a:gd name="connsiteY440" fmla="*/ 590161 h 654095"/>
                <a:gd name="connsiteX441" fmla="*/ 203278 w 332786"/>
                <a:gd name="connsiteY441" fmla="*/ 590161 h 654095"/>
                <a:gd name="connsiteX442" fmla="*/ 206557 w 332786"/>
                <a:gd name="connsiteY442" fmla="*/ 593440 h 654095"/>
                <a:gd name="connsiteX443" fmla="*/ 208196 w 332786"/>
                <a:gd name="connsiteY443" fmla="*/ 593440 h 654095"/>
                <a:gd name="connsiteX444" fmla="*/ 211475 w 332786"/>
                <a:gd name="connsiteY444" fmla="*/ 598358 h 654095"/>
                <a:gd name="connsiteX445" fmla="*/ 214754 w 332786"/>
                <a:gd name="connsiteY445" fmla="*/ 601637 h 654095"/>
                <a:gd name="connsiteX446" fmla="*/ 216393 w 332786"/>
                <a:gd name="connsiteY446" fmla="*/ 604915 h 654095"/>
                <a:gd name="connsiteX447" fmla="*/ 218033 w 332786"/>
                <a:gd name="connsiteY447" fmla="*/ 609833 h 654095"/>
                <a:gd name="connsiteX448" fmla="*/ 221310 w 332786"/>
                <a:gd name="connsiteY448" fmla="*/ 613112 h 654095"/>
                <a:gd name="connsiteX449" fmla="*/ 219672 w 332786"/>
                <a:gd name="connsiteY449" fmla="*/ 616391 h 654095"/>
                <a:gd name="connsiteX450" fmla="*/ 218033 w 332786"/>
                <a:gd name="connsiteY450" fmla="*/ 619669 h 654095"/>
                <a:gd name="connsiteX451" fmla="*/ 214754 w 332786"/>
                <a:gd name="connsiteY451" fmla="*/ 621309 h 654095"/>
                <a:gd name="connsiteX452" fmla="*/ 211475 w 332786"/>
                <a:gd name="connsiteY452" fmla="*/ 622948 h 654095"/>
                <a:gd name="connsiteX453" fmla="*/ 206557 w 332786"/>
                <a:gd name="connsiteY453" fmla="*/ 624587 h 654095"/>
                <a:gd name="connsiteX454" fmla="*/ 204917 w 332786"/>
                <a:gd name="connsiteY454" fmla="*/ 624587 h 654095"/>
                <a:gd name="connsiteX455" fmla="*/ 201639 w 332786"/>
                <a:gd name="connsiteY455" fmla="*/ 626227 h 654095"/>
                <a:gd name="connsiteX456" fmla="*/ 198360 w 332786"/>
                <a:gd name="connsiteY456" fmla="*/ 627866 h 654095"/>
                <a:gd name="connsiteX457" fmla="*/ 193443 w 332786"/>
                <a:gd name="connsiteY457" fmla="*/ 631145 h 654095"/>
                <a:gd name="connsiteX458" fmla="*/ 191803 w 332786"/>
                <a:gd name="connsiteY458" fmla="*/ 634424 h 654095"/>
                <a:gd name="connsiteX459" fmla="*/ 191803 w 332786"/>
                <a:gd name="connsiteY459" fmla="*/ 636062 h 654095"/>
                <a:gd name="connsiteX460" fmla="*/ 190164 w 332786"/>
                <a:gd name="connsiteY460" fmla="*/ 639341 h 654095"/>
                <a:gd name="connsiteX461" fmla="*/ 188524 w 332786"/>
                <a:gd name="connsiteY461" fmla="*/ 642620 h 654095"/>
                <a:gd name="connsiteX462" fmla="*/ 185246 w 332786"/>
                <a:gd name="connsiteY462" fmla="*/ 645899 h 654095"/>
                <a:gd name="connsiteX463" fmla="*/ 181967 w 332786"/>
                <a:gd name="connsiteY463" fmla="*/ 649177 h 654095"/>
                <a:gd name="connsiteX464" fmla="*/ 178688 w 332786"/>
                <a:gd name="connsiteY464" fmla="*/ 652456 h 654095"/>
                <a:gd name="connsiteX465" fmla="*/ 175409 w 332786"/>
                <a:gd name="connsiteY465" fmla="*/ 654095 h 654095"/>
                <a:gd name="connsiteX466" fmla="*/ 170491 w 332786"/>
                <a:gd name="connsiteY466" fmla="*/ 654095 h 654095"/>
                <a:gd name="connsiteX467" fmla="*/ 167213 w 332786"/>
                <a:gd name="connsiteY467" fmla="*/ 652456 h 654095"/>
                <a:gd name="connsiteX468" fmla="*/ 170491 w 332786"/>
                <a:gd name="connsiteY468" fmla="*/ 649177 h 654095"/>
                <a:gd name="connsiteX469" fmla="*/ 175409 w 332786"/>
                <a:gd name="connsiteY469" fmla="*/ 647538 h 654095"/>
                <a:gd name="connsiteX470" fmla="*/ 172130 w 332786"/>
                <a:gd name="connsiteY470" fmla="*/ 645899 h 654095"/>
                <a:gd name="connsiteX471" fmla="*/ 173770 w 332786"/>
                <a:gd name="connsiteY471" fmla="*/ 642620 h 654095"/>
                <a:gd name="connsiteX472" fmla="*/ 172130 w 332786"/>
                <a:gd name="connsiteY472" fmla="*/ 644259 h 654095"/>
                <a:gd name="connsiteX473" fmla="*/ 168852 w 332786"/>
                <a:gd name="connsiteY473" fmla="*/ 644259 h 654095"/>
                <a:gd name="connsiteX474" fmla="*/ 168852 w 332786"/>
                <a:gd name="connsiteY474" fmla="*/ 640981 h 654095"/>
                <a:gd name="connsiteX475" fmla="*/ 168852 w 332786"/>
                <a:gd name="connsiteY475" fmla="*/ 637702 h 654095"/>
                <a:gd name="connsiteX476" fmla="*/ 168852 w 332786"/>
                <a:gd name="connsiteY476" fmla="*/ 632784 h 654095"/>
                <a:gd name="connsiteX477" fmla="*/ 167213 w 332786"/>
                <a:gd name="connsiteY477" fmla="*/ 629505 h 654095"/>
                <a:gd name="connsiteX478" fmla="*/ 167213 w 332786"/>
                <a:gd name="connsiteY478" fmla="*/ 626227 h 654095"/>
                <a:gd name="connsiteX479" fmla="*/ 167213 w 332786"/>
                <a:gd name="connsiteY479" fmla="*/ 622948 h 654095"/>
                <a:gd name="connsiteX480" fmla="*/ 167213 w 332786"/>
                <a:gd name="connsiteY480" fmla="*/ 618030 h 654095"/>
                <a:gd name="connsiteX481" fmla="*/ 167213 w 332786"/>
                <a:gd name="connsiteY481" fmla="*/ 614751 h 654095"/>
                <a:gd name="connsiteX482" fmla="*/ 167213 w 332786"/>
                <a:gd name="connsiteY482" fmla="*/ 611472 h 654095"/>
                <a:gd name="connsiteX483" fmla="*/ 167213 w 332786"/>
                <a:gd name="connsiteY483" fmla="*/ 608194 h 654095"/>
                <a:gd name="connsiteX484" fmla="*/ 168852 w 332786"/>
                <a:gd name="connsiteY484" fmla="*/ 603276 h 654095"/>
                <a:gd name="connsiteX485" fmla="*/ 168852 w 332786"/>
                <a:gd name="connsiteY485" fmla="*/ 599997 h 654095"/>
                <a:gd name="connsiteX486" fmla="*/ 172130 w 332786"/>
                <a:gd name="connsiteY486" fmla="*/ 596718 h 654095"/>
                <a:gd name="connsiteX487" fmla="*/ 175409 w 332786"/>
                <a:gd name="connsiteY487" fmla="*/ 593440 h 654095"/>
                <a:gd name="connsiteX488" fmla="*/ 177049 w 332786"/>
                <a:gd name="connsiteY488" fmla="*/ 596718 h 654095"/>
                <a:gd name="connsiteX489" fmla="*/ 177049 w 332786"/>
                <a:gd name="connsiteY489" fmla="*/ 593440 h 654095"/>
                <a:gd name="connsiteX490" fmla="*/ 175409 w 332786"/>
                <a:gd name="connsiteY490" fmla="*/ 590161 h 654095"/>
                <a:gd name="connsiteX491" fmla="*/ 175409 w 332786"/>
                <a:gd name="connsiteY491" fmla="*/ 590161 h 654095"/>
                <a:gd name="connsiteX492" fmla="*/ 172130 w 332786"/>
                <a:gd name="connsiteY492" fmla="*/ 586882 h 654095"/>
                <a:gd name="connsiteX493" fmla="*/ 170491 w 332786"/>
                <a:gd name="connsiteY493" fmla="*/ 585243 h 654095"/>
                <a:gd name="connsiteX494" fmla="*/ 167213 w 332786"/>
                <a:gd name="connsiteY494" fmla="*/ 585243 h 654095"/>
                <a:gd name="connsiteX495" fmla="*/ 163934 w 332786"/>
                <a:gd name="connsiteY495" fmla="*/ 581965 h 654095"/>
                <a:gd name="connsiteX496" fmla="*/ 159016 w 332786"/>
                <a:gd name="connsiteY496" fmla="*/ 581965 h 654095"/>
                <a:gd name="connsiteX497" fmla="*/ 155737 w 332786"/>
                <a:gd name="connsiteY497" fmla="*/ 581965 h 654095"/>
                <a:gd name="connsiteX498" fmla="*/ 154098 w 332786"/>
                <a:gd name="connsiteY498" fmla="*/ 578686 h 654095"/>
                <a:gd name="connsiteX499" fmla="*/ 152459 w 332786"/>
                <a:gd name="connsiteY499" fmla="*/ 573768 h 654095"/>
                <a:gd name="connsiteX500" fmla="*/ 152459 w 332786"/>
                <a:gd name="connsiteY500" fmla="*/ 572128 h 654095"/>
                <a:gd name="connsiteX501" fmla="*/ 152459 w 332786"/>
                <a:gd name="connsiteY501" fmla="*/ 573768 h 654095"/>
                <a:gd name="connsiteX502" fmla="*/ 149180 w 332786"/>
                <a:gd name="connsiteY502" fmla="*/ 572128 h 654095"/>
                <a:gd name="connsiteX503" fmla="*/ 150819 w 332786"/>
                <a:gd name="connsiteY503" fmla="*/ 572128 h 654095"/>
                <a:gd name="connsiteX504" fmla="*/ 154098 w 332786"/>
                <a:gd name="connsiteY504" fmla="*/ 568850 h 654095"/>
                <a:gd name="connsiteX505" fmla="*/ 155737 w 332786"/>
                <a:gd name="connsiteY505" fmla="*/ 567211 h 654095"/>
                <a:gd name="connsiteX506" fmla="*/ 159016 w 332786"/>
                <a:gd name="connsiteY506" fmla="*/ 567211 h 654095"/>
                <a:gd name="connsiteX507" fmla="*/ 159016 w 332786"/>
                <a:gd name="connsiteY507" fmla="*/ 567211 h 654095"/>
                <a:gd name="connsiteX508" fmla="*/ 159016 w 332786"/>
                <a:gd name="connsiteY508" fmla="*/ 567211 h 654095"/>
                <a:gd name="connsiteX509" fmla="*/ 163934 w 332786"/>
                <a:gd name="connsiteY509" fmla="*/ 567211 h 654095"/>
                <a:gd name="connsiteX510" fmla="*/ 167213 w 332786"/>
                <a:gd name="connsiteY510" fmla="*/ 565571 h 654095"/>
                <a:gd name="connsiteX511" fmla="*/ 168852 w 332786"/>
                <a:gd name="connsiteY511" fmla="*/ 563932 h 654095"/>
                <a:gd name="connsiteX512" fmla="*/ 170491 w 332786"/>
                <a:gd name="connsiteY512" fmla="*/ 560653 h 654095"/>
                <a:gd name="connsiteX513" fmla="*/ 173770 w 332786"/>
                <a:gd name="connsiteY513" fmla="*/ 557374 h 654095"/>
                <a:gd name="connsiteX514" fmla="*/ 172130 w 332786"/>
                <a:gd name="connsiteY514" fmla="*/ 554096 h 654095"/>
                <a:gd name="connsiteX515" fmla="*/ 172130 w 332786"/>
                <a:gd name="connsiteY515" fmla="*/ 550817 h 654095"/>
                <a:gd name="connsiteX516" fmla="*/ 172130 w 332786"/>
                <a:gd name="connsiteY516" fmla="*/ 550817 h 654095"/>
                <a:gd name="connsiteX517" fmla="*/ 172130 w 332786"/>
                <a:gd name="connsiteY517" fmla="*/ 549178 h 654095"/>
                <a:gd name="connsiteX518" fmla="*/ 172130 w 332786"/>
                <a:gd name="connsiteY518" fmla="*/ 549178 h 654095"/>
                <a:gd name="connsiteX519" fmla="*/ 172130 w 332786"/>
                <a:gd name="connsiteY519" fmla="*/ 549178 h 654095"/>
                <a:gd name="connsiteX520" fmla="*/ 173770 w 332786"/>
                <a:gd name="connsiteY520" fmla="*/ 549178 h 654095"/>
                <a:gd name="connsiteX521" fmla="*/ 175409 w 332786"/>
                <a:gd name="connsiteY521" fmla="*/ 550817 h 654095"/>
                <a:gd name="connsiteX522" fmla="*/ 177049 w 332786"/>
                <a:gd name="connsiteY522" fmla="*/ 550817 h 654095"/>
                <a:gd name="connsiteX523" fmla="*/ 177049 w 332786"/>
                <a:gd name="connsiteY523" fmla="*/ 550817 h 654095"/>
                <a:gd name="connsiteX524" fmla="*/ 177049 w 332786"/>
                <a:gd name="connsiteY524" fmla="*/ 550817 h 654095"/>
                <a:gd name="connsiteX525" fmla="*/ 177049 w 332786"/>
                <a:gd name="connsiteY525" fmla="*/ 550817 h 654095"/>
                <a:gd name="connsiteX526" fmla="*/ 181967 w 332786"/>
                <a:gd name="connsiteY526" fmla="*/ 552457 h 654095"/>
                <a:gd name="connsiteX527" fmla="*/ 185246 w 332786"/>
                <a:gd name="connsiteY527" fmla="*/ 549178 h 654095"/>
                <a:gd name="connsiteX528" fmla="*/ 188524 w 332786"/>
                <a:gd name="connsiteY528" fmla="*/ 549178 h 654095"/>
                <a:gd name="connsiteX529" fmla="*/ 188524 w 332786"/>
                <a:gd name="connsiteY529" fmla="*/ 549178 h 654095"/>
                <a:gd name="connsiteX530" fmla="*/ 191803 w 332786"/>
                <a:gd name="connsiteY530" fmla="*/ 547538 h 654095"/>
                <a:gd name="connsiteX531" fmla="*/ 195081 w 332786"/>
                <a:gd name="connsiteY531" fmla="*/ 547538 h 654095"/>
                <a:gd name="connsiteX532" fmla="*/ 198360 w 332786"/>
                <a:gd name="connsiteY532" fmla="*/ 545899 h 654095"/>
                <a:gd name="connsiteX533" fmla="*/ 201639 w 332786"/>
                <a:gd name="connsiteY533" fmla="*/ 549178 h 654095"/>
                <a:gd name="connsiteX534" fmla="*/ 203278 w 332786"/>
                <a:gd name="connsiteY534" fmla="*/ 550817 h 654095"/>
                <a:gd name="connsiteX535" fmla="*/ 204917 w 332786"/>
                <a:gd name="connsiteY535" fmla="*/ 554096 h 654095"/>
                <a:gd name="connsiteX536" fmla="*/ 208196 w 332786"/>
                <a:gd name="connsiteY536" fmla="*/ 554096 h 654095"/>
                <a:gd name="connsiteX537" fmla="*/ 211475 w 332786"/>
                <a:gd name="connsiteY537" fmla="*/ 555735 h 654095"/>
                <a:gd name="connsiteX538" fmla="*/ 214754 w 332786"/>
                <a:gd name="connsiteY538" fmla="*/ 555735 h 654095"/>
                <a:gd name="connsiteX539" fmla="*/ 214754 w 332786"/>
                <a:gd name="connsiteY539" fmla="*/ 552457 h 654095"/>
                <a:gd name="connsiteX540" fmla="*/ 213114 w 332786"/>
                <a:gd name="connsiteY540" fmla="*/ 547538 h 654095"/>
                <a:gd name="connsiteX541" fmla="*/ 216393 w 332786"/>
                <a:gd name="connsiteY541" fmla="*/ 547538 h 654095"/>
                <a:gd name="connsiteX542" fmla="*/ 214754 w 332786"/>
                <a:gd name="connsiteY542" fmla="*/ 545899 h 654095"/>
                <a:gd name="connsiteX543" fmla="*/ 214754 w 332786"/>
                <a:gd name="connsiteY543" fmla="*/ 542621 h 654095"/>
                <a:gd name="connsiteX544" fmla="*/ 209836 w 332786"/>
                <a:gd name="connsiteY544" fmla="*/ 542621 h 654095"/>
                <a:gd name="connsiteX545" fmla="*/ 206557 w 332786"/>
                <a:gd name="connsiteY545" fmla="*/ 537703 h 654095"/>
                <a:gd name="connsiteX546" fmla="*/ 203278 w 332786"/>
                <a:gd name="connsiteY546" fmla="*/ 536063 h 654095"/>
                <a:gd name="connsiteX547" fmla="*/ 203278 w 332786"/>
                <a:gd name="connsiteY547" fmla="*/ 536063 h 654095"/>
                <a:gd name="connsiteX548" fmla="*/ 201639 w 332786"/>
                <a:gd name="connsiteY548" fmla="*/ 531145 h 654095"/>
                <a:gd name="connsiteX549" fmla="*/ 201639 w 332786"/>
                <a:gd name="connsiteY549" fmla="*/ 529506 h 654095"/>
                <a:gd name="connsiteX550" fmla="*/ 201639 w 332786"/>
                <a:gd name="connsiteY550" fmla="*/ 524588 h 654095"/>
                <a:gd name="connsiteX551" fmla="*/ 198360 w 332786"/>
                <a:gd name="connsiteY551" fmla="*/ 521309 h 654095"/>
                <a:gd name="connsiteX552" fmla="*/ 198360 w 332786"/>
                <a:gd name="connsiteY552" fmla="*/ 519670 h 654095"/>
                <a:gd name="connsiteX553" fmla="*/ 198360 w 332786"/>
                <a:gd name="connsiteY553" fmla="*/ 519670 h 654095"/>
                <a:gd name="connsiteX554" fmla="*/ 201639 w 332786"/>
                <a:gd name="connsiteY554" fmla="*/ 518031 h 654095"/>
                <a:gd name="connsiteX555" fmla="*/ 204917 w 332786"/>
                <a:gd name="connsiteY555" fmla="*/ 516391 h 654095"/>
                <a:gd name="connsiteX556" fmla="*/ 204917 w 332786"/>
                <a:gd name="connsiteY556" fmla="*/ 513112 h 654095"/>
                <a:gd name="connsiteX557" fmla="*/ 209836 w 332786"/>
                <a:gd name="connsiteY557" fmla="*/ 513112 h 654095"/>
                <a:gd name="connsiteX558" fmla="*/ 211475 w 332786"/>
                <a:gd name="connsiteY558" fmla="*/ 513112 h 654095"/>
                <a:gd name="connsiteX559" fmla="*/ 214754 w 332786"/>
                <a:gd name="connsiteY559" fmla="*/ 514752 h 654095"/>
                <a:gd name="connsiteX560" fmla="*/ 218033 w 332786"/>
                <a:gd name="connsiteY560" fmla="*/ 516391 h 654095"/>
                <a:gd name="connsiteX561" fmla="*/ 221310 w 332786"/>
                <a:gd name="connsiteY561" fmla="*/ 516391 h 654095"/>
                <a:gd name="connsiteX562" fmla="*/ 222950 w 332786"/>
                <a:gd name="connsiteY562" fmla="*/ 518031 h 654095"/>
                <a:gd name="connsiteX563" fmla="*/ 221310 w 332786"/>
                <a:gd name="connsiteY563" fmla="*/ 513112 h 654095"/>
                <a:gd name="connsiteX564" fmla="*/ 221310 w 332786"/>
                <a:gd name="connsiteY564" fmla="*/ 509834 h 654095"/>
                <a:gd name="connsiteX565" fmla="*/ 222950 w 332786"/>
                <a:gd name="connsiteY565" fmla="*/ 508194 h 654095"/>
                <a:gd name="connsiteX566" fmla="*/ 219672 w 332786"/>
                <a:gd name="connsiteY566" fmla="*/ 504916 h 654095"/>
                <a:gd name="connsiteX567" fmla="*/ 219672 w 332786"/>
                <a:gd name="connsiteY567" fmla="*/ 503276 h 654095"/>
                <a:gd name="connsiteX568" fmla="*/ 224589 w 332786"/>
                <a:gd name="connsiteY568" fmla="*/ 503276 h 654095"/>
                <a:gd name="connsiteX569" fmla="*/ 224589 w 332786"/>
                <a:gd name="connsiteY569" fmla="*/ 503276 h 654095"/>
                <a:gd name="connsiteX570" fmla="*/ 227868 w 332786"/>
                <a:gd name="connsiteY570" fmla="*/ 503276 h 654095"/>
                <a:gd name="connsiteX571" fmla="*/ 232786 w 332786"/>
                <a:gd name="connsiteY571" fmla="*/ 503276 h 654095"/>
                <a:gd name="connsiteX572" fmla="*/ 234426 w 332786"/>
                <a:gd name="connsiteY572" fmla="*/ 499998 h 654095"/>
                <a:gd name="connsiteX573" fmla="*/ 236065 w 332786"/>
                <a:gd name="connsiteY573" fmla="*/ 499998 h 654095"/>
                <a:gd name="connsiteX574" fmla="*/ 240983 w 332786"/>
                <a:gd name="connsiteY574" fmla="*/ 498358 h 654095"/>
                <a:gd name="connsiteX575" fmla="*/ 240983 w 332786"/>
                <a:gd name="connsiteY575" fmla="*/ 498358 h 654095"/>
                <a:gd name="connsiteX576" fmla="*/ 242623 w 332786"/>
                <a:gd name="connsiteY576" fmla="*/ 496719 h 654095"/>
                <a:gd name="connsiteX577" fmla="*/ 245901 w 332786"/>
                <a:gd name="connsiteY577" fmla="*/ 493440 h 654095"/>
                <a:gd name="connsiteX578" fmla="*/ 249179 w 332786"/>
                <a:gd name="connsiteY578" fmla="*/ 490162 h 654095"/>
                <a:gd name="connsiteX579" fmla="*/ 250819 w 332786"/>
                <a:gd name="connsiteY579" fmla="*/ 488522 h 654095"/>
                <a:gd name="connsiteX580" fmla="*/ 255737 w 332786"/>
                <a:gd name="connsiteY580" fmla="*/ 488522 h 654095"/>
                <a:gd name="connsiteX581" fmla="*/ 255737 w 332786"/>
                <a:gd name="connsiteY581" fmla="*/ 490162 h 654095"/>
                <a:gd name="connsiteX582" fmla="*/ 255737 w 332786"/>
                <a:gd name="connsiteY582" fmla="*/ 490162 h 654095"/>
                <a:gd name="connsiteX583" fmla="*/ 259016 w 332786"/>
                <a:gd name="connsiteY583" fmla="*/ 488522 h 654095"/>
                <a:gd name="connsiteX584" fmla="*/ 262294 w 332786"/>
                <a:gd name="connsiteY584" fmla="*/ 485244 h 654095"/>
                <a:gd name="connsiteX585" fmla="*/ 262294 w 332786"/>
                <a:gd name="connsiteY585" fmla="*/ 480326 h 654095"/>
                <a:gd name="connsiteX586" fmla="*/ 262294 w 332786"/>
                <a:gd name="connsiteY586" fmla="*/ 480326 h 654095"/>
                <a:gd name="connsiteX587" fmla="*/ 262294 w 332786"/>
                <a:gd name="connsiteY587" fmla="*/ 477047 h 654095"/>
                <a:gd name="connsiteX588" fmla="*/ 262294 w 332786"/>
                <a:gd name="connsiteY588" fmla="*/ 472129 h 654095"/>
                <a:gd name="connsiteX589" fmla="*/ 260655 w 332786"/>
                <a:gd name="connsiteY589" fmla="*/ 468850 h 654095"/>
                <a:gd name="connsiteX590" fmla="*/ 259016 w 332786"/>
                <a:gd name="connsiteY590" fmla="*/ 465572 h 654095"/>
                <a:gd name="connsiteX591" fmla="*/ 257376 w 332786"/>
                <a:gd name="connsiteY591" fmla="*/ 462293 h 654095"/>
                <a:gd name="connsiteX592" fmla="*/ 257376 w 332786"/>
                <a:gd name="connsiteY592" fmla="*/ 457375 h 654095"/>
                <a:gd name="connsiteX593" fmla="*/ 255737 w 332786"/>
                <a:gd name="connsiteY593" fmla="*/ 457375 h 654095"/>
                <a:gd name="connsiteX594" fmla="*/ 257376 w 332786"/>
                <a:gd name="connsiteY594" fmla="*/ 454096 h 654095"/>
                <a:gd name="connsiteX595" fmla="*/ 259016 w 332786"/>
                <a:gd name="connsiteY595" fmla="*/ 449178 h 654095"/>
                <a:gd name="connsiteX596" fmla="*/ 259016 w 332786"/>
                <a:gd name="connsiteY596" fmla="*/ 445900 h 654095"/>
                <a:gd name="connsiteX597" fmla="*/ 260655 w 332786"/>
                <a:gd name="connsiteY597" fmla="*/ 444260 h 654095"/>
                <a:gd name="connsiteX598" fmla="*/ 260655 w 332786"/>
                <a:gd name="connsiteY598" fmla="*/ 440981 h 654095"/>
                <a:gd name="connsiteX599" fmla="*/ 260655 w 332786"/>
                <a:gd name="connsiteY599" fmla="*/ 439342 h 654095"/>
                <a:gd name="connsiteX600" fmla="*/ 260655 w 332786"/>
                <a:gd name="connsiteY600" fmla="*/ 436064 h 654095"/>
                <a:gd name="connsiteX601" fmla="*/ 259016 w 332786"/>
                <a:gd name="connsiteY601" fmla="*/ 432785 h 654095"/>
                <a:gd name="connsiteX602" fmla="*/ 257376 w 332786"/>
                <a:gd name="connsiteY602" fmla="*/ 431146 h 654095"/>
                <a:gd name="connsiteX603" fmla="*/ 255737 w 332786"/>
                <a:gd name="connsiteY603" fmla="*/ 427867 h 654095"/>
                <a:gd name="connsiteX604" fmla="*/ 254097 w 332786"/>
                <a:gd name="connsiteY604" fmla="*/ 424588 h 654095"/>
                <a:gd name="connsiteX605" fmla="*/ 252458 w 332786"/>
                <a:gd name="connsiteY605" fmla="*/ 422949 h 654095"/>
                <a:gd name="connsiteX606" fmla="*/ 252458 w 332786"/>
                <a:gd name="connsiteY606" fmla="*/ 419670 h 654095"/>
                <a:gd name="connsiteX607" fmla="*/ 252458 w 332786"/>
                <a:gd name="connsiteY607" fmla="*/ 416391 h 654095"/>
                <a:gd name="connsiteX608" fmla="*/ 249179 w 332786"/>
                <a:gd name="connsiteY608" fmla="*/ 414752 h 654095"/>
                <a:gd name="connsiteX609" fmla="*/ 247540 w 332786"/>
                <a:gd name="connsiteY609" fmla="*/ 409834 h 654095"/>
                <a:gd name="connsiteX610" fmla="*/ 245901 w 332786"/>
                <a:gd name="connsiteY610" fmla="*/ 406556 h 654095"/>
                <a:gd name="connsiteX611" fmla="*/ 247540 w 332786"/>
                <a:gd name="connsiteY611" fmla="*/ 403277 h 654095"/>
                <a:gd name="connsiteX612" fmla="*/ 245901 w 332786"/>
                <a:gd name="connsiteY612" fmla="*/ 398359 h 654095"/>
                <a:gd name="connsiteX613" fmla="*/ 247540 w 332786"/>
                <a:gd name="connsiteY613" fmla="*/ 395080 h 654095"/>
                <a:gd name="connsiteX614" fmla="*/ 250819 w 332786"/>
                <a:gd name="connsiteY614" fmla="*/ 391801 h 654095"/>
                <a:gd name="connsiteX615" fmla="*/ 250819 w 332786"/>
                <a:gd name="connsiteY615" fmla="*/ 386884 h 654095"/>
                <a:gd name="connsiteX616" fmla="*/ 252458 w 332786"/>
                <a:gd name="connsiteY616" fmla="*/ 385244 h 654095"/>
                <a:gd name="connsiteX617" fmla="*/ 250819 w 332786"/>
                <a:gd name="connsiteY617" fmla="*/ 383605 h 654095"/>
                <a:gd name="connsiteX618" fmla="*/ 249179 w 332786"/>
                <a:gd name="connsiteY618" fmla="*/ 378687 h 654095"/>
                <a:gd name="connsiteX619" fmla="*/ 252458 w 332786"/>
                <a:gd name="connsiteY619" fmla="*/ 375408 h 654095"/>
                <a:gd name="connsiteX620" fmla="*/ 249179 w 332786"/>
                <a:gd name="connsiteY620" fmla="*/ 372129 h 654095"/>
                <a:gd name="connsiteX621" fmla="*/ 247540 w 332786"/>
                <a:gd name="connsiteY621" fmla="*/ 370490 h 654095"/>
                <a:gd name="connsiteX622" fmla="*/ 250819 w 332786"/>
                <a:gd name="connsiteY622" fmla="*/ 368851 h 654095"/>
                <a:gd name="connsiteX623" fmla="*/ 252458 w 332786"/>
                <a:gd name="connsiteY623" fmla="*/ 363933 h 654095"/>
                <a:gd name="connsiteX624" fmla="*/ 252458 w 332786"/>
                <a:gd name="connsiteY624" fmla="*/ 360654 h 654095"/>
                <a:gd name="connsiteX625" fmla="*/ 254097 w 332786"/>
                <a:gd name="connsiteY625" fmla="*/ 360654 h 654095"/>
                <a:gd name="connsiteX626" fmla="*/ 254097 w 332786"/>
                <a:gd name="connsiteY626" fmla="*/ 359015 h 654095"/>
                <a:gd name="connsiteX627" fmla="*/ 252458 w 332786"/>
                <a:gd name="connsiteY627" fmla="*/ 355736 h 654095"/>
                <a:gd name="connsiteX628" fmla="*/ 249179 w 332786"/>
                <a:gd name="connsiteY628" fmla="*/ 352457 h 654095"/>
                <a:gd name="connsiteX629" fmla="*/ 245901 w 332786"/>
                <a:gd name="connsiteY629" fmla="*/ 350818 h 654095"/>
                <a:gd name="connsiteX630" fmla="*/ 244262 w 332786"/>
                <a:gd name="connsiteY630" fmla="*/ 347539 h 654095"/>
                <a:gd name="connsiteX631" fmla="*/ 240983 w 332786"/>
                <a:gd name="connsiteY631" fmla="*/ 345900 h 654095"/>
                <a:gd name="connsiteX632" fmla="*/ 237704 w 332786"/>
                <a:gd name="connsiteY632" fmla="*/ 342621 h 654095"/>
                <a:gd name="connsiteX633" fmla="*/ 236065 w 332786"/>
                <a:gd name="connsiteY633" fmla="*/ 339343 h 654095"/>
                <a:gd name="connsiteX634" fmla="*/ 231147 w 332786"/>
                <a:gd name="connsiteY634" fmla="*/ 336064 h 654095"/>
                <a:gd name="connsiteX635" fmla="*/ 234426 w 332786"/>
                <a:gd name="connsiteY635" fmla="*/ 331146 h 654095"/>
                <a:gd name="connsiteX636" fmla="*/ 239344 w 332786"/>
                <a:gd name="connsiteY636" fmla="*/ 329507 h 654095"/>
                <a:gd name="connsiteX637" fmla="*/ 240983 w 332786"/>
                <a:gd name="connsiteY637" fmla="*/ 326228 h 654095"/>
                <a:gd name="connsiteX638" fmla="*/ 242623 w 332786"/>
                <a:gd name="connsiteY638" fmla="*/ 324589 h 654095"/>
                <a:gd name="connsiteX639" fmla="*/ 237704 w 332786"/>
                <a:gd name="connsiteY639" fmla="*/ 322949 h 654095"/>
                <a:gd name="connsiteX640" fmla="*/ 234426 w 332786"/>
                <a:gd name="connsiteY640" fmla="*/ 321310 h 654095"/>
                <a:gd name="connsiteX641" fmla="*/ 231147 w 332786"/>
                <a:gd name="connsiteY641" fmla="*/ 319671 h 654095"/>
                <a:gd name="connsiteX642" fmla="*/ 229507 w 332786"/>
                <a:gd name="connsiteY642" fmla="*/ 316392 h 654095"/>
                <a:gd name="connsiteX643" fmla="*/ 227868 w 332786"/>
                <a:gd name="connsiteY643" fmla="*/ 316392 h 654095"/>
                <a:gd name="connsiteX644" fmla="*/ 226229 w 332786"/>
                <a:gd name="connsiteY644" fmla="*/ 313113 h 654095"/>
                <a:gd name="connsiteX645" fmla="*/ 224589 w 332786"/>
                <a:gd name="connsiteY645" fmla="*/ 313113 h 654095"/>
                <a:gd name="connsiteX646" fmla="*/ 222950 w 332786"/>
                <a:gd name="connsiteY646" fmla="*/ 313113 h 654095"/>
                <a:gd name="connsiteX647" fmla="*/ 221310 w 332786"/>
                <a:gd name="connsiteY647" fmla="*/ 313113 h 654095"/>
                <a:gd name="connsiteX648" fmla="*/ 218033 w 332786"/>
                <a:gd name="connsiteY648" fmla="*/ 309835 h 654095"/>
                <a:gd name="connsiteX649" fmla="*/ 218033 w 332786"/>
                <a:gd name="connsiteY649" fmla="*/ 304917 h 654095"/>
                <a:gd name="connsiteX650" fmla="*/ 213114 w 332786"/>
                <a:gd name="connsiteY650" fmla="*/ 304917 h 654095"/>
                <a:gd name="connsiteX651" fmla="*/ 213114 w 332786"/>
                <a:gd name="connsiteY651" fmla="*/ 306556 h 654095"/>
                <a:gd name="connsiteX652" fmla="*/ 209836 w 332786"/>
                <a:gd name="connsiteY652" fmla="*/ 306556 h 654095"/>
                <a:gd name="connsiteX653" fmla="*/ 208196 w 332786"/>
                <a:gd name="connsiteY653" fmla="*/ 301638 h 654095"/>
                <a:gd name="connsiteX654" fmla="*/ 204917 w 332786"/>
                <a:gd name="connsiteY654" fmla="*/ 298359 h 654095"/>
                <a:gd name="connsiteX655" fmla="*/ 204917 w 332786"/>
                <a:gd name="connsiteY655" fmla="*/ 298359 h 654095"/>
                <a:gd name="connsiteX656" fmla="*/ 203278 w 332786"/>
                <a:gd name="connsiteY656" fmla="*/ 293441 h 654095"/>
                <a:gd name="connsiteX657" fmla="*/ 203278 w 332786"/>
                <a:gd name="connsiteY657" fmla="*/ 290163 h 654095"/>
                <a:gd name="connsiteX658" fmla="*/ 201639 w 332786"/>
                <a:gd name="connsiteY658" fmla="*/ 288523 h 654095"/>
                <a:gd name="connsiteX659" fmla="*/ 201639 w 332786"/>
                <a:gd name="connsiteY659" fmla="*/ 286884 h 654095"/>
                <a:gd name="connsiteX660" fmla="*/ 201639 w 332786"/>
                <a:gd name="connsiteY660" fmla="*/ 286884 h 654095"/>
                <a:gd name="connsiteX661" fmla="*/ 201639 w 332786"/>
                <a:gd name="connsiteY661" fmla="*/ 285244 h 654095"/>
                <a:gd name="connsiteX662" fmla="*/ 201639 w 332786"/>
                <a:gd name="connsiteY662" fmla="*/ 283605 h 654095"/>
                <a:gd name="connsiteX663" fmla="*/ 198360 w 332786"/>
                <a:gd name="connsiteY663" fmla="*/ 281966 h 654095"/>
                <a:gd name="connsiteX664" fmla="*/ 196720 w 332786"/>
                <a:gd name="connsiteY664" fmla="*/ 281966 h 654095"/>
                <a:gd name="connsiteX665" fmla="*/ 195081 w 332786"/>
                <a:gd name="connsiteY665" fmla="*/ 277048 h 654095"/>
                <a:gd name="connsiteX666" fmla="*/ 191803 w 332786"/>
                <a:gd name="connsiteY666" fmla="*/ 273769 h 654095"/>
                <a:gd name="connsiteX667" fmla="*/ 190164 w 332786"/>
                <a:gd name="connsiteY667" fmla="*/ 270491 h 654095"/>
                <a:gd name="connsiteX668" fmla="*/ 186885 w 332786"/>
                <a:gd name="connsiteY668" fmla="*/ 270491 h 654095"/>
                <a:gd name="connsiteX669" fmla="*/ 185246 w 332786"/>
                <a:gd name="connsiteY669" fmla="*/ 268851 h 654095"/>
                <a:gd name="connsiteX670" fmla="*/ 181967 w 332786"/>
                <a:gd name="connsiteY670" fmla="*/ 267212 h 654095"/>
                <a:gd name="connsiteX671" fmla="*/ 178688 w 332786"/>
                <a:gd name="connsiteY671" fmla="*/ 262294 h 654095"/>
                <a:gd name="connsiteX672" fmla="*/ 175409 w 332786"/>
                <a:gd name="connsiteY672" fmla="*/ 259015 h 654095"/>
                <a:gd name="connsiteX673" fmla="*/ 172130 w 332786"/>
                <a:gd name="connsiteY673" fmla="*/ 255737 h 654095"/>
                <a:gd name="connsiteX674" fmla="*/ 168852 w 332786"/>
                <a:gd name="connsiteY674" fmla="*/ 252458 h 654095"/>
                <a:gd name="connsiteX675" fmla="*/ 167213 w 332786"/>
                <a:gd name="connsiteY675" fmla="*/ 252458 h 654095"/>
                <a:gd name="connsiteX676" fmla="*/ 165574 w 332786"/>
                <a:gd name="connsiteY676" fmla="*/ 249179 h 654095"/>
                <a:gd name="connsiteX677" fmla="*/ 162295 w 332786"/>
                <a:gd name="connsiteY677" fmla="*/ 244261 h 654095"/>
                <a:gd name="connsiteX678" fmla="*/ 160656 w 332786"/>
                <a:gd name="connsiteY678" fmla="*/ 240982 h 654095"/>
                <a:gd name="connsiteX679" fmla="*/ 160656 w 332786"/>
                <a:gd name="connsiteY679" fmla="*/ 237704 h 654095"/>
                <a:gd name="connsiteX680" fmla="*/ 157377 w 332786"/>
                <a:gd name="connsiteY680" fmla="*/ 234425 h 654095"/>
                <a:gd name="connsiteX681" fmla="*/ 154098 w 332786"/>
                <a:gd name="connsiteY681" fmla="*/ 231147 h 654095"/>
                <a:gd name="connsiteX682" fmla="*/ 150819 w 332786"/>
                <a:gd name="connsiteY682" fmla="*/ 229507 h 654095"/>
                <a:gd name="connsiteX683" fmla="*/ 150819 w 332786"/>
                <a:gd name="connsiteY683" fmla="*/ 231147 h 654095"/>
                <a:gd name="connsiteX684" fmla="*/ 147540 w 332786"/>
                <a:gd name="connsiteY684" fmla="*/ 226229 h 654095"/>
                <a:gd name="connsiteX685" fmla="*/ 144262 w 332786"/>
                <a:gd name="connsiteY685" fmla="*/ 224589 h 654095"/>
                <a:gd name="connsiteX686" fmla="*/ 140984 w 332786"/>
                <a:gd name="connsiteY686" fmla="*/ 221310 h 654095"/>
                <a:gd name="connsiteX687" fmla="*/ 140984 w 332786"/>
                <a:gd name="connsiteY687" fmla="*/ 221310 h 654095"/>
                <a:gd name="connsiteX688" fmla="*/ 137705 w 332786"/>
                <a:gd name="connsiteY688" fmla="*/ 216392 h 654095"/>
                <a:gd name="connsiteX689" fmla="*/ 137705 w 332786"/>
                <a:gd name="connsiteY689" fmla="*/ 213114 h 654095"/>
                <a:gd name="connsiteX690" fmla="*/ 140984 w 332786"/>
                <a:gd name="connsiteY690" fmla="*/ 209835 h 654095"/>
                <a:gd name="connsiteX691" fmla="*/ 137705 w 332786"/>
                <a:gd name="connsiteY691" fmla="*/ 206557 h 654095"/>
                <a:gd name="connsiteX692" fmla="*/ 134426 w 332786"/>
                <a:gd name="connsiteY692" fmla="*/ 206557 h 654095"/>
                <a:gd name="connsiteX693" fmla="*/ 132787 w 332786"/>
                <a:gd name="connsiteY693" fmla="*/ 204917 h 654095"/>
                <a:gd name="connsiteX694" fmla="*/ 127869 w 332786"/>
                <a:gd name="connsiteY694" fmla="*/ 203278 h 654095"/>
                <a:gd name="connsiteX695" fmla="*/ 124590 w 332786"/>
                <a:gd name="connsiteY695" fmla="*/ 203278 h 654095"/>
                <a:gd name="connsiteX696" fmla="*/ 121311 w 332786"/>
                <a:gd name="connsiteY696" fmla="*/ 201638 h 654095"/>
                <a:gd name="connsiteX697" fmla="*/ 118032 w 332786"/>
                <a:gd name="connsiteY697" fmla="*/ 199999 h 654095"/>
                <a:gd name="connsiteX698" fmla="*/ 113115 w 332786"/>
                <a:gd name="connsiteY698" fmla="*/ 196720 h 654095"/>
                <a:gd name="connsiteX699" fmla="*/ 109836 w 332786"/>
                <a:gd name="connsiteY699" fmla="*/ 193442 h 654095"/>
                <a:gd name="connsiteX700" fmla="*/ 106557 w 332786"/>
                <a:gd name="connsiteY700" fmla="*/ 190163 h 654095"/>
                <a:gd name="connsiteX701" fmla="*/ 103279 w 332786"/>
                <a:gd name="connsiteY701" fmla="*/ 188524 h 654095"/>
                <a:gd name="connsiteX702" fmla="*/ 100000 w 332786"/>
                <a:gd name="connsiteY702" fmla="*/ 188524 h 654095"/>
                <a:gd name="connsiteX703" fmla="*/ 98360 w 332786"/>
                <a:gd name="connsiteY703" fmla="*/ 185245 h 654095"/>
                <a:gd name="connsiteX704" fmla="*/ 93442 w 332786"/>
                <a:gd name="connsiteY704" fmla="*/ 183606 h 654095"/>
                <a:gd name="connsiteX705" fmla="*/ 90164 w 332786"/>
                <a:gd name="connsiteY705" fmla="*/ 181966 h 654095"/>
                <a:gd name="connsiteX706" fmla="*/ 86886 w 332786"/>
                <a:gd name="connsiteY706" fmla="*/ 180327 h 654095"/>
                <a:gd name="connsiteX707" fmla="*/ 88525 w 332786"/>
                <a:gd name="connsiteY707" fmla="*/ 177048 h 654095"/>
                <a:gd name="connsiteX708" fmla="*/ 91803 w 332786"/>
                <a:gd name="connsiteY708" fmla="*/ 175409 h 654095"/>
                <a:gd name="connsiteX709" fmla="*/ 91803 w 332786"/>
                <a:gd name="connsiteY709" fmla="*/ 175409 h 654095"/>
                <a:gd name="connsiteX710" fmla="*/ 91803 w 332786"/>
                <a:gd name="connsiteY710" fmla="*/ 173770 h 654095"/>
                <a:gd name="connsiteX711" fmla="*/ 93442 w 332786"/>
                <a:gd name="connsiteY711" fmla="*/ 170491 h 654095"/>
                <a:gd name="connsiteX712" fmla="*/ 90164 w 332786"/>
                <a:gd name="connsiteY712" fmla="*/ 165573 h 654095"/>
                <a:gd name="connsiteX713" fmla="*/ 88525 w 332786"/>
                <a:gd name="connsiteY713" fmla="*/ 163934 h 654095"/>
                <a:gd name="connsiteX714" fmla="*/ 90164 w 332786"/>
                <a:gd name="connsiteY714" fmla="*/ 162294 h 654095"/>
                <a:gd name="connsiteX715" fmla="*/ 93442 w 332786"/>
                <a:gd name="connsiteY715" fmla="*/ 163934 h 654095"/>
                <a:gd name="connsiteX716" fmla="*/ 96721 w 332786"/>
                <a:gd name="connsiteY716" fmla="*/ 162294 h 654095"/>
                <a:gd name="connsiteX717" fmla="*/ 100000 w 332786"/>
                <a:gd name="connsiteY717" fmla="*/ 163934 h 654095"/>
                <a:gd name="connsiteX718" fmla="*/ 104918 w 332786"/>
                <a:gd name="connsiteY718" fmla="*/ 163934 h 654095"/>
                <a:gd name="connsiteX719" fmla="*/ 108197 w 332786"/>
                <a:gd name="connsiteY719" fmla="*/ 165573 h 654095"/>
                <a:gd name="connsiteX720" fmla="*/ 111476 w 332786"/>
                <a:gd name="connsiteY720" fmla="*/ 165573 h 654095"/>
                <a:gd name="connsiteX721" fmla="*/ 113115 w 332786"/>
                <a:gd name="connsiteY721" fmla="*/ 162294 h 654095"/>
                <a:gd name="connsiteX722" fmla="*/ 118032 w 332786"/>
                <a:gd name="connsiteY722" fmla="*/ 159016 h 654095"/>
                <a:gd name="connsiteX723" fmla="*/ 119672 w 332786"/>
                <a:gd name="connsiteY723" fmla="*/ 155737 h 654095"/>
                <a:gd name="connsiteX724" fmla="*/ 116394 w 332786"/>
                <a:gd name="connsiteY724" fmla="*/ 154098 h 654095"/>
                <a:gd name="connsiteX725" fmla="*/ 119672 w 332786"/>
                <a:gd name="connsiteY725" fmla="*/ 150819 h 654095"/>
                <a:gd name="connsiteX726" fmla="*/ 122950 w 332786"/>
                <a:gd name="connsiteY726" fmla="*/ 149180 h 654095"/>
                <a:gd name="connsiteX727" fmla="*/ 122950 w 332786"/>
                <a:gd name="connsiteY727" fmla="*/ 149180 h 654095"/>
                <a:gd name="connsiteX728" fmla="*/ 122950 w 332786"/>
                <a:gd name="connsiteY728" fmla="*/ 145901 h 654095"/>
                <a:gd name="connsiteX729" fmla="*/ 121311 w 332786"/>
                <a:gd name="connsiteY729" fmla="*/ 142622 h 654095"/>
                <a:gd name="connsiteX730" fmla="*/ 118032 w 332786"/>
                <a:gd name="connsiteY730" fmla="*/ 140983 h 654095"/>
                <a:gd name="connsiteX731" fmla="*/ 114754 w 332786"/>
                <a:gd name="connsiteY731" fmla="*/ 139344 h 654095"/>
                <a:gd name="connsiteX732" fmla="*/ 111476 w 332786"/>
                <a:gd name="connsiteY732" fmla="*/ 139344 h 654095"/>
                <a:gd name="connsiteX733" fmla="*/ 109836 w 332786"/>
                <a:gd name="connsiteY733" fmla="*/ 136065 h 654095"/>
                <a:gd name="connsiteX734" fmla="*/ 108197 w 332786"/>
                <a:gd name="connsiteY734" fmla="*/ 132786 h 654095"/>
                <a:gd name="connsiteX735" fmla="*/ 104918 w 332786"/>
                <a:gd name="connsiteY735" fmla="*/ 131147 h 654095"/>
                <a:gd name="connsiteX736" fmla="*/ 101639 w 332786"/>
                <a:gd name="connsiteY736" fmla="*/ 131147 h 654095"/>
                <a:gd name="connsiteX737" fmla="*/ 98360 w 332786"/>
                <a:gd name="connsiteY737" fmla="*/ 129508 h 654095"/>
                <a:gd name="connsiteX738" fmla="*/ 100000 w 332786"/>
                <a:gd name="connsiteY738" fmla="*/ 126229 h 654095"/>
                <a:gd name="connsiteX739" fmla="*/ 100000 w 332786"/>
                <a:gd name="connsiteY739" fmla="*/ 126229 h 654095"/>
                <a:gd name="connsiteX740" fmla="*/ 103279 w 332786"/>
                <a:gd name="connsiteY740" fmla="*/ 126229 h 654095"/>
                <a:gd name="connsiteX741" fmla="*/ 104918 w 332786"/>
                <a:gd name="connsiteY741" fmla="*/ 122950 h 654095"/>
                <a:gd name="connsiteX742" fmla="*/ 104918 w 332786"/>
                <a:gd name="connsiteY742" fmla="*/ 119672 h 654095"/>
                <a:gd name="connsiteX743" fmla="*/ 100000 w 332786"/>
                <a:gd name="connsiteY743" fmla="*/ 118032 h 654095"/>
                <a:gd name="connsiteX744" fmla="*/ 100000 w 332786"/>
                <a:gd name="connsiteY744" fmla="*/ 116393 h 654095"/>
                <a:gd name="connsiteX745" fmla="*/ 96721 w 332786"/>
                <a:gd name="connsiteY745" fmla="*/ 114754 h 654095"/>
                <a:gd name="connsiteX746" fmla="*/ 93442 w 332786"/>
                <a:gd name="connsiteY746" fmla="*/ 111475 h 654095"/>
                <a:gd name="connsiteX747" fmla="*/ 90164 w 332786"/>
                <a:gd name="connsiteY747" fmla="*/ 108196 h 654095"/>
                <a:gd name="connsiteX748" fmla="*/ 85246 w 332786"/>
                <a:gd name="connsiteY748" fmla="*/ 108196 h 654095"/>
                <a:gd name="connsiteX749" fmla="*/ 83607 w 332786"/>
                <a:gd name="connsiteY749" fmla="*/ 106557 h 654095"/>
                <a:gd name="connsiteX750" fmla="*/ 78689 w 332786"/>
                <a:gd name="connsiteY750" fmla="*/ 109836 h 654095"/>
                <a:gd name="connsiteX751" fmla="*/ 77049 w 332786"/>
                <a:gd name="connsiteY751" fmla="*/ 109836 h 654095"/>
                <a:gd name="connsiteX752" fmla="*/ 73770 w 332786"/>
                <a:gd name="connsiteY752" fmla="*/ 113114 h 654095"/>
                <a:gd name="connsiteX753" fmla="*/ 73770 w 332786"/>
                <a:gd name="connsiteY753" fmla="*/ 116393 h 654095"/>
                <a:gd name="connsiteX754" fmla="*/ 72131 w 332786"/>
                <a:gd name="connsiteY754" fmla="*/ 119672 h 654095"/>
                <a:gd name="connsiteX755" fmla="*/ 67213 w 332786"/>
                <a:gd name="connsiteY755" fmla="*/ 118032 h 654095"/>
                <a:gd name="connsiteX756" fmla="*/ 63935 w 332786"/>
                <a:gd name="connsiteY756" fmla="*/ 116393 h 654095"/>
                <a:gd name="connsiteX757" fmla="*/ 60656 w 332786"/>
                <a:gd name="connsiteY757" fmla="*/ 113114 h 654095"/>
                <a:gd name="connsiteX758" fmla="*/ 57377 w 332786"/>
                <a:gd name="connsiteY758" fmla="*/ 114754 h 654095"/>
                <a:gd name="connsiteX759" fmla="*/ 54099 w 332786"/>
                <a:gd name="connsiteY759" fmla="*/ 111475 h 654095"/>
                <a:gd name="connsiteX760" fmla="*/ 50820 w 332786"/>
                <a:gd name="connsiteY760" fmla="*/ 111475 h 654095"/>
                <a:gd name="connsiteX761" fmla="*/ 47541 w 332786"/>
                <a:gd name="connsiteY761" fmla="*/ 108196 h 654095"/>
                <a:gd name="connsiteX762" fmla="*/ 44262 w 332786"/>
                <a:gd name="connsiteY762" fmla="*/ 104917 h 654095"/>
                <a:gd name="connsiteX763" fmla="*/ 44262 w 332786"/>
                <a:gd name="connsiteY763" fmla="*/ 104917 h 654095"/>
                <a:gd name="connsiteX764" fmla="*/ 40983 w 332786"/>
                <a:gd name="connsiteY764" fmla="*/ 101639 h 654095"/>
                <a:gd name="connsiteX765" fmla="*/ 37706 w 332786"/>
                <a:gd name="connsiteY765" fmla="*/ 98360 h 654095"/>
                <a:gd name="connsiteX766" fmla="*/ 37706 w 332786"/>
                <a:gd name="connsiteY766" fmla="*/ 95082 h 654095"/>
                <a:gd name="connsiteX767" fmla="*/ 36066 w 332786"/>
                <a:gd name="connsiteY767" fmla="*/ 93442 h 654095"/>
                <a:gd name="connsiteX768" fmla="*/ 36066 w 332786"/>
                <a:gd name="connsiteY768" fmla="*/ 90164 h 654095"/>
                <a:gd name="connsiteX769" fmla="*/ 36066 w 332786"/>
                <a:gd name="connsiteY769" fmla="*/ 86885 h 654095"/>
                <a:gd name="connsiteX770" fmla="*/ 36066 w 332786"/>
                <a:gd name="connsiteY770" fmla="*/ 83606 h 654095"/>
                <a:gd name="connsiteX771" fmla="*/ 37706 w 332786"/>
                <a:gd name="connsiteY771" fmla="*/ 78688 h 654095"/>
                <a:gd name="connsiteX772" fmla="*/ 37706 w 332786"/>
                <a:gd name="connsiteY772" fmla="*/ 77049 h 654095"/>
                <a:gd name="connsiteX773" fmla="*/ 36066 w 332786"/>
                <a:gd name="connsiteY773" fmla="*/ 73770 h 654095"/>
                <a:gd name="connsiteX774" fmla="*/ 31148 w 332786"/>
                <a:gd name="connsiteY774" fmla="*/ 72131 h 654095"/>
                <a:gd name="connsiteX775" fmla="*/ 29509 w 332786"/>
                <a:gd name="connsiteY775" fmla="*/ 68852 h 654095"/>
                <a:gd name="connsiteX776" fmla="*/ 31148 w 332786"/>
                <a:gd name="connsiteY776" fmla="*/ 72131 h 654095"/>
                <a:gd name="connsiteX777" fmla="*/ 27869 w 332786"/>
                <a:gd name="connsiteY777" fmla="*/ 75410 h 654095"/>
                <a:gd name="connsiteX778" fmla="*/ 24590 w 332786"/>
                <a:gd name="connsiteY778" fmla="*/ 73770 h 654095"/>
                <a:gd name="connsiteX779" fmla="*/ 24590 w 332786"/>
                <a:gd name="connsiteY779" fmla="*/ 70492 h 654095"/>
                <a:gd name="connsiteX780" fmla="*/ 22951 w 332786"/>
                <a:gd name="connsiteY780" fmla="*/ 65573 h 654095"/>
                <a:gd name="connsiteX781" fmla="*/ 19672 w 332786"/>
                <a:gd name="connsiteY781" fmla="*/ 63934 h 654095"/>
                <a:gd name="connsiteX782" fmla="*/ 16393 w 332786"/>
                <a:gd name="connsiteY782" fmla="*/ 60655 h 654095"/>
                <a:gd name="connsiteX783" fmla="*/ 14754 w 332786"/>
                <a:gd name="connsiteY783" fmla="*/ 57377 h 654095"/>
                <a:gd name="connsiteX784" fmla="*/ 9837 w 332786"/>
                <a:gd name="connsiteY784" fmla="*/ 54098 h 654095"/>
                <a:gd name="connsiteX785" fmla="*/ 6558 w 332786"/>
                <a:gd name="connsiteY785" fmla="*/ 50820 h 654095"/>
                <a:gd name="connsiteX786" fmla="*/ 3279 w 332786"/>
                <a:gd name="connsiteY786" fmla="*/ 47541 h 654095"/>
                <a:gd name="connsiteX787" fmla="*/ 1640 w 332786"/>
                <a:gd name="connsiteY787" fmla="*/ 44262 h 654095"/>
                <a:gd name="connsiteX788" fmla="*/ 0 w 332786"/>
                <a:gd name="connsiteY788" fmla="*/ 44262 h 654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</a:cxnLst>
              <a:rect l="l" t="t" r="r" b="b"/>
              <a:pathLst>
                <a:path w="332786" h="654095">
                  <a:moveTo>
                    <a:pt x="0" y="44262"/>
                  </a:moveTo>
                  <a:lnTo>
                    <a:pt x="4919" y="42623"/>
                  </a:lnTo>
                  <a:lnTo>
                    <a:pt x="4919" y="39344"/>
                  </a:lnTo>
                  <a:lnTo>
                    <a:pt x="8197" y="36065"/>
                  </a:lnTo>
                  <a:lnTo>
                    <a:pt x="8197" y="32787"/>
                  </a:lnTo>
                  <a:lnTo>
                    <a:pt x="9837" y="27869"/>
                  </a:lnTo>
                  <a:lnTo>
                    <a:pt x="13115" y="27869"/>
                  </a:lnTo>
                  <a:lnTo>
                    <a:pt x="18033" y="31147"/>
                  </a:lnTo>
                  <a:lnTo>
                    <a:pt x="21312" y="31147"/>
                  </a:lnTo>
                  <a:lnTo>
                    <a:pt x="24590" y="34426"/>
                  </a:lnTo>
                  <a:lnTo>
                    <a:pt x="27869" y="37705"/>
                  </a:lnTo>
                  <a:lnTo>
                    <a:pt x="29509" y="39344"/>
                  </a:lnTo>
                  <a:lnTo>
                    <a:pt x="32787" y="40983"/>
                  </a:lnTo>
                  <a:lnTo>
                    <a:pt x="36066" y="39344"/>
                  </a:lnTo>
                  <a:lnTo>
                    <a:pt x="37706" y="34426"/>
                  </a:lnTo>
                  <a:lnTo>
                    <a:pt x="37706" y="34426"/>
                  </a:lnTo>
                  <a:lnTo>
                    <a:pt x="40983" y="31147"/>
                  </a:lnTo>
                  <a:lnTo>
                    <a:pt x="42623" y="27869"/>
                  </a:lnTo>
                  <a:lnTo>
                    <a:pt x="45902" y="27869"/>
                  </a:lnTo>
                  <a:lnTo>
                    <a:pt x="47541" y="31147"/>
                  </a:lnTo>
                  <a:lnTo>
                    <a:pt x="50820" y="34426"/>
                  </a:lnTo>
                  <a:lnTo>
                    <a:pt x="50820" y="36065"/>
                  </a:lnTo>
                  <a:lnTo>
                    <a:pt x="52459" y="31147"/>
                  </a:lnTo>
                  <a:lnTo>
                    <a:pt x="54099" y="27869"/>
                  </a:lnTo>
                  <a:lnTo>
                    <a:pt x="55738" y="26229"/>
                  </a:lnTo>
                  <a:lnTo>
                    <a:pt x="59017" y="31147"/>
                  </a:lnTo>
                  <a:lnTo>
                    <a:pt x="62296" y="34426"/>
                  </a:lnTo>
                  <a:lnTo>
                    <a:pt x="65573" y="37705"/>
                  </a:lnTo>
                  <a:lnTo>
                    <a:pt x="68852" y="39344"/>
                  </a:lnTo>
                  <a:lnTo>
                    <a:pt x="68852" y="39344"/>
                  </a:lnTo>
                  <a:lnTo>
                    <a:pt x="68852" y="39344"/>
                  </a:lnTo>
                  <a:lnTo>
                    <a:pt x="70492" y="37705"/>
                  </a:lnTo>
                  <a:lnTo>
                    <a:pt x="70492" y="34426"/>
                  </a:lnTo>
                  <a:lnTo>
                    <a:pt x="70492" y="31147"/>
                  </a:lnTo>
                  <a:lnTo>
                    <a:pt x="72131" y="26229"/>
                  </a:lnTo>
                  <a:lnTo>
                    <a:pt x="72131" y="26229"/>
                  </a:lnTo>
                  <a:lnTo>
                    <a:pt x="75410" y="24590"/>
                  </a:lnTo>
                  <a:lnTo>
                    <a:pt x="77049" y="24590"/>
                  </a:lnTo>
                  <a:lnTo>
                    <a:pt x="78689" y="24590"/>
                  </a:lnTo>
                  <a:lnTo>
                    <a:pt x="78689" y="27869"/>
                  </a:lnTo>
                  <a:lnTo>
                    <a:pt x="78689" y="27869"/>
                  </a:lnTo>
                  <a:lnTo>
                    <a:pt x="81967" y="31147"/>
                  </a:lnTo>
                  <a:lnTo>
                    <a:pt x="81967" y="31147"/>
                  </a:lnTo>
                  <a:lnTo>
                    <a:pt x="85246" y="27869"/>
                  </a:lnTo>
                  <a:lnTo>
                    <a:pt x="88525" y="24590"/>
                  </a:lnTo>
                  <a:lnTo>
                    <a:pt x="93442" y="24590"/>
                  </a:lnTo>
                  <a:lnTo>
                    <a:pt x="96721" y="22951"/>
                  </a:lnTo>
                  <a:lnTo>
                    <a:pt x="98360" y="19672"/>
                  </a:lnTo>
                  <a:lnTo>
                    <a:pt x="100000" y="19672"/>
                  </a:lnTo>
                  <a:lnTo>
                    <a:pt x="98360" y="16393"/>
                  </a:lnTo>
                  <a:lnTo>
                    <a:pt x="96721" y="13115"/>
                  </a:lnTo>
                  <a:lnTo>
                    <a:pt x="100000" y="9836"/>
                  </a:lnTo>
                  <a:lnTo>
                    <a:pt x="101639" y="9836"/>
                  </a:lnTo>
                  <a:lnTo>
                    <a:pt x="103279" y="8197"/>
                  </a:lnTo>
                  <a:lnTo>
                    <a:pt x="106557" y="6557"/>
                  </a:lnTo>
                  <a:lnTo>
                    <a:pt x="109836" y="4918"/>
                  </a:lnTo>
                  <a:lnTo>
                    <a:pt x="113115" y="1639"/>
                  </a:lnTo>
                  <a:lnTo>
                    <a:pt x="114754" y="0"/>
                  </a:lnTo>
                  <a:lnTo>
                    <a:pt x="118032" y="3279"/>
                  </a:lnTo>
                  <a:lnTo>
                    <a:pt x="118032" y="4918"/>
                  </a:lnTo>
                  <a:lnTo>
                    <a:pt x="121311" y="6557"/>
                  </a:lnTo>
                  <a:lnTo>
                    <a:pt x="122950" y="9836"/>
                  </a:lnTo>
                  <a:lnTo>
                    <a:pt x="124590" y="13115"/>
                  </a:lnTo>
                  <a:lnTo>
                    <a:pt x="127869" y="14754"/>
                  </a:lnTo>
                  <a:lnTo>
                    <a:pt x="131147" y="14754"/>
                  </a:lnTo>
                  <a:lnTo>
                    <a:pt x="134426" y="18033"/>
                  </a:lnTo>
                  <a:lnTo>
                    <a:pt x="139344" y="19672"/>
                  </a:lnTo>
                  <a:lnTo>
                    <a:pt x="142623" y="19672"/>
                  </a:lnTo>
                  <a:lnTo>
                    <a:pt x="144262" y="18033"/>
                  </a:lnTo>
                  <a:lnTo>
                    <a:pt x="147540" y="18033"/>
                  </a:lnTo>
                  <a:lnTo>
                    <a:pt x="150819" y="19672"/>
                  </a:lnTo>
                  <a:lnTo>
                    <a:pt x="152459" y="22951"/>
                  </a:lnTo>
                  <a:lnTo>
                    <a:pt x="157377" y="22951"/>
                  </a:lnTo>
                  <a:lnTo>
                    <a:pt x="160656" y="21311"/>
                  </a:lnTo>
                  <a:lnTo>
                    <a:pt x="162295" y="19672"/>
                  </a:lnTo>
                  <a:lnTo>
                    <a:pt x="165574" y="21311"/>
                  </a:lnTo>
                  <a:lnTo>
                    <a:pt x="168852" y="22951"/>
                  </a:lnTo>
                  <a:lnTo>
                    <a:pt x="170491" y="24590"/>
                  </a:lnTo>
                  <a:lnTo>
                    <a:pt x="173770" y="27869"/>
                  </a:lnTo>
                  <a:lnTo>
                    <a:pt x="172130" y="31147"/>
                  </a:lnTo>
                  <a:lnTo>
                    <a:pt x="172130" y="34426"/>
                  </a:lnTo>
                  <a:lnTo>
                    <a:pt x="170491" y="36065"/>
                  </a:lnTo>
                  <a:lnTo>
                    <a:pt x="167213" y="34426"/>
                  </a:lnTo>
                  <a:lnTo>
                    <a:pt x="167213" y="39344"/>
                  </a:lnTo>
                  <a:lnTo>
                    <a:pt x="167213" y="39344"/>
                  </a:lnTo>
                  <a:lnTo>
                    <a:pt x="167213" y="40983"/>
                  </a:lnTo>
                  <a:lnTo>
                    <a:pt x="167213" y="42623"/>
                  </a:lnTo>
                  <a:lnTo>
                    <a:pt x="167213" y="44262"/>
                  </a:lnTo>
                  <a:lnTo>
                    <a:pt x="168852" y="45901"/>
                  </a:lnTo>
                  <a:lnTo>
                    <a:pt x="172130" y="49180"/>
                  </a:lnTo>
                  <a:lnTo>
                    <a:pt x="172130" y="52459"/>
                  </a:lnTo>
                  <a:lnTo>
                    <a:pt x="173770" y="55737"/>
                  </a:lnTo>
                  <a:lnTo>
                    <a:pt x="175409" y="59016"/>
                  </a:lnTo>
                  <a:lnTo>
                    <a:pt x="175409" y="62295"/>
                  </a:lnTo>
                  <a:lnTo>
                    <a:pt x="178688" y="60655"/>
                  </a:lnTo>
                  <a:lnTo>
                    <a:pt x="181967" y="62295"/>
                  </a:lnTo>
                  <a:lnTo>
                    <a:pt x="185246" y="63934"/>
                  </a:lnTo>
                  <a:lnTo>
                    <a:pt x="188524" y="65573"/>
                  </a:lnTo>
                  <a:lnTo>
                    <a:pt x="188524" y="68852"/>
                  </a:lnTo>
                  <a:lnTo>
                    <a:pt x="191803" y="70492"/>
                  </a:lnTo>
                  <a:lnTo>
                    <a:pt x="195081" y="73770"/>
                  </a:lnTo>
                  <a:lnTo>
                    <a:pt x="198360" y="73770"/>
                  </a:lnTo>
                  <a:lnTo>
                    <a:pt x="201639" y="77049"/>
                  </a:lnTo>
                  <a:lnTo>
                    <a:pt x="203278" y="78688"/>
                  </a:lnTo>
                  <a:lnTo>
                    <a:pt x="206557" y="77049"/>
                  </a:lnTo>
                  <a:lnTo>
                    <a:pt x="208196" y="78688"/>
                  </a:lnTo>
                  <a:lnTo>
                    <a:pt x="208196" y="78688"/>
                  </a:lnTo>
                  <a:lnTo>
                    <a:pt x="213114" y="78688"/>
                  </a:lnTo>
                  <a:lnTo>
                    <a:pt x="213114" y="78688"/>
                  </a:lnTo>
                  <a:lnTo>
                    <a:pt x="216393" y="77049"/>
                  </a:lnTo>
                  <a:lnTo>
                    <a:pt x="218033" y="75410"/>
                  </a:lnTo>
                  <a:lnTo>
                    <a:pt x="219672" y="77049"/>
                  </a:lnTo>
                  <a:lnTo>
                    <a:pt x="222950" y="78688"/>
                  </a:lnTo>
                  <a:lnTo>
                    <a:pt x="227868" y="81967"/>
                  </a:lnTo>
                  <a:lnTo>
                    <a:pt x="229507" y="83606"/>
                  </a:lnTo>
                  <a:lnTo>
                    <a:pt x="229507" y="83606"/>
                  </a:lnTo>
                  <a:lnTo>
                    <a:pt x="229507" y="83606"/>
                  </a:lnTo>
                  <a:lnTo>
                    <a:pt x="224589" y="85245"/>
                  </a:lnTo>
                  <a:lnTo>
                    <a:pt x="222950" y="81967"/>
                  </a:lnTo>
                  <a:lnTo>
                    <a:pt x="219672" y="83606"/>
                  </a:lnTo>
                  <a:lnTo>
                    <a:pt x="218033" y="86885"/>
                  </a:lnTo>
                  <a:lnTo>
                    <a:pt x="214754" y="88524"/>
                  </a:lnTo>
                  <a:lnTo>
                    <a:pt x="213114" y="91803"/>
                  </a:lnTo>
                  <a:lnTo>
                    <a:pt x="209836" y="91803"/>
                  </a:lnTo>
                  <a:lnTo>
                    <a:pt x="206557" y="93442"/>
                  </a:lnTo>
                  <a:lnTo>
                    <a:pt x="206557" y="98360"/>
                  </a:lnTo>
                  <a:lnTo>
                    <a:pt x="206557" y="101639"/>
                  </a:lnTo>
                  <a:lnTo>
                    <a:pt x="203278" y="104917"/>
                  </a:lnTo>
                  <a:lnTo>
                    <a:pt x="199999" y="108196"/>
                  </a:lnTo>
                  <a:lnTo>
                    <a:pt x="196720" y="108196"/>
                  </a:lnTo>
                  <a:lnTo>
                    <a:pt x="198360" y="103278"/>
                  </a:lnTo>
                  <a:lnTo>
                    <a:pt x="195081" y="103278"/>
                  </a:lnTo>
                  <a:lnTo>
                    <a:pt x="193443" y="108196"/>
                  </a:lnTo>
                  <a:lnTo>
                    <a:pt x="188524" y="106557"/>
                  </a:lnTo>
                  <a:lnTo>
                    <a:pt x="188524" y="111475"/>
                  </a:lnTo>
                  <a:lnTo>
                    <a:pt x="185246" y="108196"/>
                  </a:lnTo>
                  <a:lnTo>
                    <a:pt x="183606" y="104917"/>
                  </a:lnTo>
                  <a:lnTo>
                    <a:pt x="180327" y="104917"/>
                  </a:lnTo>
                  <a:lnTo>
                    <a:pt x="180327" y="106557"/>
                  </a:lnTo>
                  <a:lnTo>
                    <a:pt x="185246" y="108196"/>
                  </a:lnTo>
                  <a:lnTo>
                    <a:pt x="181967" y="111475"/>
                  </a:lnTo>
                  <a:lnTo>
                    <a:pt x="183606" y="111475"/>
                  </a:lnTo>
                  <a:lnTo>
                    <a:pt x="185246" y="114754"/>
                  </a:lnTo>
                  <a:lnTo>
                    <a:pt x="186885" y="119672"/>
                  </a:lnTo>
                  <a:lnTo>
                    <a:pt x="183606" y="121311"/>
                  </a:lnTo>
                  <a:lnTo>
                    <a:pt x="180327" y="119672"/>
                  </a:lnTo>
                  <a:lnTo>
                    <a:pt x="180327" y="121311"/>
                  </a:lnTo>
                  <a:lnTo>
                    <a:pt x="180327" y="121311"/>
                  </a:lnTo>
                  <a:lnTo>
                    <a:pt x="180327" y="126229"/>
                  </a:lnTo>
                  <a:lnTo>
                    <a:pt x="180327" y="129508"/>
                  </a:lnTo>
                  <a:lnTo>
                    <a:pt x="181967" y="132786"/>
                  </a:lnTo>
                  <a:lnTo>
                    <a:pt x="178688" y="136065"/>
                  </a:lnTo>
                  <a:lnTo>
                    <a:pt x="178688" y="136065"/>
                  </a:lnTo>
                  <a:lnTo>
                    <a:pt x="180327" y="136065"/>
                  </a:lnTo>
                  <a:lnTo>
                    <a:pt x="178688" y="139344"/>
                  </a:lnTo>
                  <a:lnTo>
                    <a:pt x="175409" y="140983"/>
                  </a:lnTo>
                  <a:lnTo>
                    <a:pt x="173770" y="144262"/>
                  </a:lnTo>
                  <a:lnTo>
                    <a:pt x="168852" y="147540"/>
                  </a:lnTo>
                  <a:lnTo>
                    <a:pt x="168852" y="149180"/>
                  </a:lnTo>
                  <a:lnTo>
                    <a:pt x="165574" y="149180"/>
                  </a:lnTo>
                  <a:lnTo>
                    <a:pt x="165574" y="147540"/>
                  </a:lnTo>
                  <a:lnTo>
                    <a:pt x="165574" y="149180"/>
                  </a:lnTo>
                  <a:lnTo>
                    <a:pt x="163934" y="149180"/>
                  </a:lnTo>
                  <a:lnTo>
                    <a:pt x="160656" y="152458"/>
                  </a:lnTo>
                  <a:lnTo>
                    <a:pt x="160656" y="155737"/>
                  </a:lnTo>
                  <a:lnTo>
                    <a:pt x="159016" y="159016"/>
                  </a:lnTo>
                  <a:lnTo>
                    <a:pt x="159016" y="162294"/>
                  </a:lnTo>
                  <a:lnTo>
                    <a:pt x="157377" y="167212"/>
                  </a:lnTo>
                  <a:lnTo>
                    <a:pt x="157377" y="167212"/>
                  </a:lnTo>
                  <a:lnTo>
                    <a:pt x="157377" y="170491"/>
                  </a:lnTo>
                  <a:lnTo>
                    <a:pt x="159016" y="173770"/>
                  </a:lnTo>
                  <a:lnTo>
                    <a:pt x="157377" y="177048"/>
                  </a:lnTo>
                  <a:lnTo>
                    <a:pt x="159016" y="181966"/>
                  </a:lnTo>
                  <a:lnTo>
                    <a:pt x="159016" y="181966"/>
                  </a:lnTo>
                  <a:lnTo>
                    <a:pt x="157377" y="185245"/>
                  </a:lnTo>
                  <a:lnTo>
                    <a:pt x="155737" y="190163"/>
                  </a:lnTo>
                  <a:lnTo>
                    <a:pt x="154098" y="193442"/>
                  </a:lnTo>
                  <a:lnTo>
                    <a:pt x="154098" y="196720"/>
                  </a:lnTo>
                  <a:lnTo>
                    <a:pt x="157377" y="199999"/>
                  </a:lnTo>
                  <a:lnTo>
                    <a:pt x="160656" y="204917"/>
                  </a:lnTo>
                  <a:lnTo>
                    <a:pt x="160656" y="208196"/>
                  </a:lnTo>
                  <a:lnTo>
                    <a:pt x="162295" y="204917"/>
                  </a:lnTo>
                  <a:lnTo>
                    <a:pt x="163934" y="209835"/>
                  </a:lnTo>
                  <a:lnTo>
                    <a:pt x="165574" y="213114"/>
                  </a:lnTo>
                  <a:lnTo>
                    <a:pt x="168852" y="216392"/>
                  </a:lnTo>
                  <a:lnTo>
                    <a:pt x="168852" y="218032"/>
                  </a:lnTo>
                  <a:lnTo>
                    <a:pt x="170491" y="219671"/>
                  </a:lnTo>
                  <a:lnTo>
                    <a:pt x="173770" y="222950"/>
                  </a:lnTo>
                  <a:lnTo>
                    <a:pt x="177049" y="226229"/>
                  </a:lnTo>
                  <a:lnTo>
                    <a:pt x="180327" y="227868"/>
                  </a:lnTo>
                  <a:lnTo>
                    <a:pt x="185246" y="229507"/>
                  </a:lnTo>
                  <a:lnTo>
                    <a:pt x="186885" y="234425"/>
                  </a:lnTo>
                  <a:lnTo>
                    <a:pt x="191803" y="236064"/>
                  </a:lnTo>
                  <a:lnTo>
                    <a:pt x="195081" y="239343"/>
                  </a:lnTo>
                  <a:lnTo>
                    <a:pt x="191803" y="242622"/>
                  </a:lnTo>
                  <a:lnTo>
                    <a:pt x="193443" y="247540"/>
                  </a:lnTo>
                  <a:lnTo>
                    <a:pt x="195081" y="250819"/>
                  </a:lnTo>
                  <a:lnTo>
                    <a:pt x="191803" y="249179"/>
                  </a:lnTo>
                  <a:lnTo>
                    <a:pt x="191803" y="249179"/>
                  </a:lnTo>
                  <a:lnTo>
                    <a:pt x="190164" y="249179"/>
                  </a:lnTo>
                  <a:lnTo>
                    <a:pt x="186885" y="247540"/>
                  </a:lnTo>
                  <a:lnTo>
                    <a:pt x="186885" y="249179"/>
                  </a:lnTo>
                  <a:lnTo>
                    <a:pt x="191803" y="249179"/>
                  </a:lnTo>
                  <a:lnTo>
                    <a:pt x="190164" y="250819"/>
                  </a:lnTo>
                  <a:lnTo>
                    <a:pt x="190164" y="250819"/>
                  </a:lnTo>
                  <a:lnTo>
                    <a:pt x="191803" y="252458"/>
                  </a:lnTo>
                  <a:lnTo>
                    <a:pt x="195081" y="250819"/>
                  </a:lnTo>
                  <a:lnTo>
                    <a:pt x="196720" y="254097"/>
                  </a:lnTo>
                  <a:lnTo>
                    <a:pt x="199999" y="257376"/>
                  </a:lnTo>
                  <a:lnTo>
                    <a:pt x="201639" y="260654"/>
                  </a:lnTo>
                  <a:lnTo>
                    <a:pt x="203278" y="262294"/>
                  </a:lnTo>
                  <a:lnTo>
                    <a:pt x="206557" y="265573"/>
                  </a:lnTo>
                  <a:lnTo>
                    <a:pt x="209836" y="268851"/>
                  </a:lnTo>
                  <a:lnTo>
                    <a:pt x="214754" y="272130"/>
                  </a:lnTo>
                  <a:lnTo>
                    <a:pt x="218033" y="275409"/>
                  </a:lnTo>
                  <a:lnTo>
                    <a:pt x="219672" y="275409"/>
                  </a:lnTo>
                  <a:lnTo>
                    <a:pt x="222950" y="278687"/>
                  </a:lnTo>
                  <a:lnTo>
                    <a:pt x="222950" y="278687"/>
                  </a:lnTo>
                  <a:lnTo>
                    <a:pt x="222950" y="281966"/>
                  </a:lnTo>
                  <a:lnTo>
                    <a:pt x="224589" y="281966"/>
                  </a:lnTo>
                  <a:lnTo>
                    <a:pt x="224589" y="283605"/>
                  </a:lnTo>
                  <a:lnTo>
                    <a:pt x="224589" y="288523"/>
                  </a:lnTo>
                  <a:lnTo>
                    <a:pt x="224589" y="288523"/>
                  </a:lnTo>
                  <a:lnTo>
                    <a:pt x="227868" y="286884"/>
                  </a:lnTo>
                  <a:lnTo>
                    <a:pt x="231147" y="290163"/>
                  </a:lnTo>
                  <a:lnTo>
                    <a:pt x="234426" y="293441"/>
                  </a:lnTo>
                  <a:lnTo>
                    <a:pt x="239344" y="295081"/>
                  </a:lnTo>
                  <a:lnTo>
                    <a:pt x="242623" y="298359"/>
                  </a:lnTo>
                  <a:lnTo>
                    <a:pt x="237704" y="296720"/>
                  </a:lnTo>
                  <a:lnTo>
                    <a:pt x="237704" y="296720"/>
                  </a:lnTo>
                  <a:lnTo>
                    <a:pt x="237704" y="298359"/>
                  </a:lnTo>
                  <a:lnTo>
                    <a:pt x="240983" y="299999"/>
                  </a:lnTo>
                  <a:lnTo>
                    <a:pt x="244262" y="301638"/>
                  </a:lnTo>
                  <a:lnTo>
                    <a:pt x="245901" y="304917"/>
                  </a:lnTo>
                  <a:lnTo>
                    <a:pt x="249179" y="304917"/>
                  </a:lnTo>
                  <a:lnTo>
                    <a:pt x="252458" y="309835"/>
                  </a:lnTo>
                  <a:lnTo>
                    <a:pt x="254097" y="313113"/>
                  </a:lnTo>
                  <a:lnTo>
                    <a:pt x="259016" y="309835"/>
                  </a:lnTo>
                  <a:lnTo>
                    <a:pt x="262294" y="311474"/>
                  </a:lnTo>
                  <a:lnTo>
                    <a:pt x="263934" y="314753"/>
                  </a:lnTo>
                  <a:lnTo>
                    <a:pt x="263934" y="316392"/>
                  </a:lnTo>
                  <a:lnTo>
                    <a:pt x="267213" y="318031"/>
                  </a:lnTo>
                  <a:lnTo>
                    <a:pt x="267213" y="321310"/>
                  </a:lnTo>
                  <a:lnTo>
                    <a:pt x="270491" y="324589"/>
                  </a:lnTo>
                  <a:lnTo>
                    <a:pt x="270491" y="324589"/>
                  </a:lnTo>
                  <a:lnTo>
                    <a:pt x="270491" y="326228"/>
                  </a:lnTo>
                  <a:lnTo>
                    <a:pt x="268852" y="326228"/>
                  </a:lnTo>
                  <a:lnTo>
                    <a:pt x="270491" y="326228"/>
                  </a:lnTo>
                  <a:lnTo>
                    <a:pt x="272131" y="324589"/>
                  </a:lnTo>
                  <a:lnTo>
                    <a:pt x="270491" y="322949"/>
                  </a:lnTo>
                  <a:lnTo>
                    <a:pt x="270491" y="319671"/>
                  </a:lnTo>
                  <a:lnTo>
                    <a:pt x="270491" y="319671"/>
                  </a:lnTo>
                  <a:lnTo>
                    <a:pt x="273769" y="319671"/>
                  </a:lnTo>
                  <a:lnTo>
                    <a:pt x="272131" y="324589"/>
                  </a:lnTo>
                  <a:lnTo>
                    <a:pt x="273769" y="327867"/>
                  </a:lnTo>
                  <a:lnTo>
                    <a:pt x="277048" y="331146"/>
                  </a:lnTo>
                  <a:lnTo>
                    <a:pt x="277048" y="331146"/>
                  </a:lnTo>
                  <a:lnTo>
                    <a:pt x="277048" y="332785"/>
                  </a:lnTo>
                  <a:lnTo>
                    <a:pt x="278687" y="334425"/>
                  </a:lnTo>
                  <a:lnTo>
                    <a:pt x="281966" y="337703"/>
                  </a:lnTo>
                  <a:lnTo>
                    <a:pt x="283606" y="340982"/>
                  </a:lnTo>
                  <a:lnTo>
                    <a:pt x="286884" y="345900"/>
                  </a:lnTo>
                  <a:lnTo>
                    <a:pt x="288524" y="349179"/>
                  </a:lnTo>
                  <a:lnTo>
                    <a:pt x="291803" y="349179"/>
                  </a:lnTo>
                  <a:lnTo>
                    <a:pt x="295081" y="352457"/>
                  </a:lnTo>
                  <a:lnTo>
                    <a:pt x="295081" y="355736"/>
                  </a:lnTo>
                  <a:lnTo>
                    <a:pt x="296721" y="352457"/>
                  </a:lnTo>
                  <a:lnTo>
                    <a:pt x="298360" y="355736"/>
                  </a:lnTo>
                  <a:lnTo>
                    <a:pt x="301638" y="360654"/>
                  </a:lnTo>
                  <a:lnTo>
                    <a:pt x="299999" y="363933"/>
                  </a:lnTo>
                  <a:lnTo>
                    <a:pt x="301638" y="365572"/>
                  </a:lnTo>
                  <a:lnTo>
                    <a:pt x="303277" y="370490"/>
                  </a:lnTo>
                  <a:lnTo>
                    <a:pt x="304917" y="373769"/>
                  </a:lnTo>
                  <a:lnTo>
                    <a:pt x="304917" y="377047"/>
                  </a:lnTo>
                  <a:lnTo>
                    <a:pt x="308196" y="380326"/>
                  </a:lnTo>
                  <a:lnTo>
                    <a:pt x="309835" y="385244"/>
                  </a:lnTo>
                  <a:lnTo>
                    <a:pt x="309835" y="386884"/>
                  </a:lnTo>
                  <a:lnTo>
                    <a:pt x="311474" y="390162"/>
                  </a:lnTo>
                  <a:lnTo>
                    <a:pt x="313114" y="393441"/>
                  </a:lnTo>
                  <a:lnTo>
                    <a:pt x="313114" y="398359"/>
                  </a:lnTo>
                  <a:lnTo>
                    <a:pt x="316393" y="401637"/>
                  </a:lnTo>
                  <a:lnTo>
                    <a:pt x="316393" y="404916"/>
                  </a:lnTo>
                  <a:lnTo>
                    <a:pt x="318032" y="408195"/>
                  </a:lnTo>
                  <a:lnTo>
                    <a:pt x="319671" y="413113"/>
                  </a:lnTo>
                  <a:lnTo>
                    <a:pt x="321311" y="416391"/>
                  </a:lnTo>
                  <a:lnTo>
                    <a:pt x="322950" y="419670"/>
                  </a:lnTo>
                  <a:lnTo>
                    <a:pt x="321311" y="422949"/>
                  </a:lnTo>
                  <a:lnTo>
                    <a:pt x="319671" y="419670"/>
                  </a:lnTo>
                  <a:lnTo>
                    <a:pt x="319671" y="422949"/>
                  </a:lnTo>
                  <a:lnTo>
                    <a:pt x="321311" y="427867"/>
                  </a:lnTo>
                  <a:lnTo>
                    <a:pt x="321311" y="431146"/>
                  </a:lnTo>
                  <a:lnTo>
                    <a:pt x="322950" y="434424"/>
                  </a:lnTo>
                  <a:lnTo>
                    <a:pt x="319671" y="431146"/>
                  </a:lnTo>
                  <a:lnTo>
                    <a:pt x="322950" y="434424"/>
                  </a:lnTo>
                  <a:lnTo>
                    <a:pt x="326228" y="437703"/>
                  </a:lnTo>
                  <a:lnTo>
                    <a:pt x="321311" y="439342"/>
                  </a:lnTo>
                  <a:lnTo>
                    <a:pt x="324589" y="444260"/>
                  </a:lnTo>
                  <a:lnTo>
                    <a:pt x="326228" y="447539"/>
                  </a:lnTo>
                  <a:lnTo>
                    <a:pt x="326228" y="450818"/>
                  </a:lnTo>
                  <a:lnTo>
                    <a:pt x="327867" y="454096"/>
                  </a:lnTo>
                  <a:lnTo>
                    <a:pt x="327867" y="455736"/>
                  </a:lnTo>
                  <a:lnTo>
                    <a:pt x="331146" y="460654"/>
                  </a:lnTo>
                  <a:lnTo>
                    <a:pt x="332786" y="463932"/>
                  </a:lnTo>
                  <a:lnTo>
                    <a:pt x="331146" y="465572"/>
                  </a:lnTo>
                  <a:lnTo>
                    <a:pt x="329507" y="468850"/>
                  </a:lnTo>
                  <a:lnTo>
                    <a:pt x="332786" y="472129"/>
                  </a:lnTo>
                  <a:lnTo>
                    <a:pt x="332786" y="475408"/>
                  </a:lnTo>
                  <a:lnTo>
                    <a:pt x="329507" y="472129"/>
                  </a:lnTo>
                  <a:lnTo>
                    <a:pt x="327867" y="468850"/>
                  </a:lnTo>
                  <a:lnTo>
                    <a:pt x="324589" y="472129"/>
                  </a:lnTo>
                  <a:lnTo>
                    <a:pt x="324589" y="472129"/>
                  </a:lnTo>
                  <a:lnTo>
                    <a:pt x="326228" y="477047"/>
                  </a:lnTo>
                  <a:lnTo>
                    <a:pt x="326228" y="480326"/>
                  </a:lnTo>
                  <a:lnTo>
                    <a:pt x="327867" y="481965"/>
                  </a:lnTo>
                  <a:lnTo>
                    <a:pt x="329507" y="486883"/>
                  </a:lnTo>
                  <a:lnTo>
                    <a:pt x="326228" y="483604"/>
                  </a:lnTo>
                  <a:lnTo>
                    <a:pt x="322950" y="483604"/>
                  </a:lnTo>
                  <a:lnTo>
                    <a:pt x="324589" y="486883"/>
                  </a:lnTo>
                  <a:lnTo>
                    <a:pt x="324589" y="490162"/>
                  </a:lnTo>
                  <a:lnTo>
                    <a:pt x="324589" y="490162"/>
                  </a:lnTo>
                  <a:lnTo>
                    <a:pt x="324589" y="491801"/>
                  </a:lnTo>
                  <a:lnTo>
                    <a:pt x="326228" y="491801"/>
                  </a:lnTo>
                  <a:lnTo>
                    <a:pt x="326228" y="495080"/>
                  </a:lnTo>
                  <a:lnTo>
                    <a:pt x="326228" y="498358"/>
                  </a:lnTo>
                  <a:lnTo>
                    <a:pt x="327867" y="503276"/>
                  </a:lnTo>
                  <a:lnTo>
                    <a:pt x="327867" y="506555"/>
                  </a:lnTo>
                  <a:lnTo>
                    <a:pt x="327867" y="503276"/>
                  </a:lnTo>
                  <a:lnTo>
                    <a:pt x="324589" y="498358"/>
                  </a:lnTo>
                  <a:lnTo>
                    <a:pt x="326228" y="503276"/>
                  </a:lnTo>
                  <a:lnTo>
                    <a:pt x="326228" y="506555"/>
                  </a:lnTo>
                  <a:lnTo>
                    <a:pt x="324589" y="509834"/>
                  </a:lnTo>
                  <a:lnTo>
                    <a:pt x="327867" y="509834"/>
                  </a:lnTo>
                  <a:lnTo>
                    <a:pt x="329507" y="513112"/>
                  </a:lnTo>
                  <a:lnTo>
                    <a:pt x="327867" y="518031"/>
                  </a:lnTo>
                  <a:lnTo>
                    <a:pt x="326228" y="521309"/>
                  </a:lnTo>
                  <a:lnTo>
                    <a:pt x="321311" y="521309"/>
                  </a:lnTo>
                  <a:lnTo>
                    <a:pt x="321311" y="522948"/>
                  </a:lnTo>
                  <a:lnTo>
                    <a:pt x="321311" y="524588"/>
                  </a:lnTo>
                  <a:lnTo>
                    <a:pt x="321311" y="527866"/>
                  </a:lnTo>
                  <a:lnTo>
                    <a:pt x="321311" y="531145"/>
                  </a:lnTo>
                  <a:lnTo>
                    <a:pt x="318032" y="532784"/>
                  </a:lnTo>
                  <a:lnTo>
                    <a:pt x="316393" y="531145"/>
                  </a:lnTo>
                  <a:lnTo>
                    <a:pt x="313114" y="534424"/>
                  </a:lnTo>
                  <a:lnTo>
                    <a:pt x="309835" y="537703"/>
                  </a:lnTo>
                  <a:lnTo>
                    <a:pt x="304917" y="539342"/>
                  </a:lnTo>
                  <a:lnTo>
                    <a:pt x="303277" y="540981"/>
                  </a:lnTo>
                  <a:lnTo>
                    <a:pt x="301638" y="544260"/>
                  </a:lnTo>
                  <a:lnTo>
                    <a:pt x="298360" y="545899"/>
                  </a:lnTo>
                  <a:lnTo>
                    <a:pt x="295081" y="549178"/>
                  </a:lnTo>
                  <a:lnTo>
                    <a:pt x="291803" y="549178"/>
                  </a:lnTo>
                  <a:lnTo>
                    <a:pt x="286884" y="552457"/>
                  </a:lnTo>
                  <a:lnTo>
                    <a:pt x="286884" y="552457"/>
                  </a:lnTo>
                  <a:lnTo>
                    <a:pt x="286884" y="555735"/>
                  </a:lnTo>
                  <a:lnTo>
                    <a:pt x="285245" y="559014"/>
                  </a:lnTo>
                  <a:lnTo>
                    <a:pt x="280327" y="559014"/>
                  </a:lnTo>
                  <a:lnTo>
                    <a:pt x="277048" y="562292"/>
                  </a:lnTo>
                  <a:lnTo>
                    <a:pt x="273769" y="563932"/>
                  </a:lnTo>
                  <a:lnTo>
                    <a:pt x="270491" y="565571"/>
                  </a:lnTo>
                  <a:lnTo>
                    <a:pt x="267213" y="568850"/>
                  </a:lnTo>
                  <a:lnTo>
                    <a:pt x="263934" y="570489"/>
                  </a:lnTo>
                  <a:lnTo>
                    <a:pt x="260655" y="570489"/>
                  </a:lnTo>
                  <a:lnTo>
                    <a:pt x="257376" y="573768"/>
                  </a:lnTo>
                  <a:lnTo>
                    <a:pt x="254097" y="570489"/>
                  </a:lnTo>
                  <a:lnTo>
                    <a:pt x="252458" y="568850"/>
                  </a:lnTo>
                  <a:lnTo>
                    <a:pt x="249179" y="567211"/>
                  </a:lnTo>
                  <a:lnTo>
                    <a:pt x="247540" y="563932"/>
                  </a:lnTo>
                  <a:lnTo>
                    <a:pt x="247540" y="562292"/>
                  </a:lnTo>
                  <a:lnTo>
                    <a:pt x="245901" y="565571"/>
                  </a:lnTo>
                  <a:lnTo>
                    <a:pt x="245901" y="570489"/>
                  </a:lnTo>
                  <a:lnTo>
                    <a:pt x="245901" y="565571"/>
                  </a:lnTo>
                  <a:lnTo>
                    <a:pt x="242623" y="563932"/>
                  </a:lnTo>
                  <a:lnTo>
                    <a:pt x="244262" y="567211"/>
                  </a:lnTo>
                  <a:lnTo>
                    <a:pt x="240983" y="563932"/>
                  </a:lnTo>
                  <a:lnTo>
                    <a:pt x="242623" y="563932"/>
                  </a:lnTo>
                  <a:lnTo>
                    <a:pt x="242623" y="562292"/>
                  </a:lnTo>
                  <a:lnTo>
                    <a:pt x="237704" y="560653"/>
                  </a:lnTo>
                  <a:lnTo>
                    <a:pt x="237704" y="560653"/>
                  </a:lnTo>
                  <a:lnTo>
                    <a:pt x="237704" y="560653"/>
                  </a:lnTo>
                  <a:lnTo>
                    <a:pt x="237704" y="562292"/>
                  </a:lnTo>
                  <a:lnTo>
                    <a:pt x="237704" y="563932"/>
                  </a:lnTo>
                  <a:lnTo>
                    <a:pt x="237704" y="567211"/>
                  </a:lnTo>
                  <a:lnTo>
                    <a:pt x="234426" y="570489"/>
                  </a:lnTo>
                  <a:lnTo>
                    <a:pt x="231147" y="568850"/>
                  </a:lnTo>
                  <a:lnTo>
                    <a:pt x="232786" y="572128"/>
                  </a:lnTo>
                  <a:lnTo>
                    <a:pt x="234426" y="570489"/>
                  </a:lnTo>
                  <a:lnTo>
                    <a:pt x="234426" y="570489"/>
                  </a:lnTo>
                  <a:lnTo>
                    <a:pt x="237704" y="570489"/>
                  </a:lnTo>
                  <a:lnTo>
                    <a:pt x="240983" y="573768"/>
                  </a:lnTo>
                  <a:lnTo>
                    <a:pt x="237704" y="578686"/>
                  </a:lnTo>
                  <a:lnTo>
                    <a:pt x="234426" y="578686"/>
                  </a:lnTo>
                  <a:lnTo>
                    <a:pt x="231147" y="577047"/>
                  </a:lnTo>
                  <a:lnTo>
                    <a:pt x="226229" y="577047"/>
                  </a:lnTo>
                  <a:lnTo>
                    <a:pt x="226229" y="577047"/>
                  </a:lnTo>
                  <a:lnTo>
                    <a:pt x="226229" y="577047"/>
                  </a:lnTo>
                  <a:lnTo>
                    <a:pt x="226229" y="577047"/>
                  </a:lnTo>
                  <a:lnTo>
                    <a:pt x="231147" y="578686"/>
                  </a:lnTo>
                  <a:lnTo>
                    <a:pt x="234426" y="580325"/>
                  </a:lnTo>
                  <a:lnTo>
                    <a:pt x="237704" y="581965"/>
                  </a:lnTo>
                  <a:lnTo>
                    <a:pt x="240983" y="585243"/>
                  </a:lnTo>
                  <a:lnTo>
                    <a:pt x="237704" y="586882"/>
                  </a:lnTo>
                  <a:lnTo>
                    <a:pt x="236065" y="590161"/>
                  </a:lnTo>
                  <a:lnTo>
                    <a:pt x="232786" y="590161"/>
                  </a:lnTo>
                  <a:lnTo>
                    <a:pt x="232786" y="590161"/>
                  </a:lnTo>
                  <a:lnTo>
                    <a:pt x="227868" y="588522"/>
                  </a:lnTo>
                  <a:lnTo>
                    <a:pt x="226229" y="583604"/>
                  </a:lnTo>
                  <a:lnTo>
                    <a:pt x="222950" y="580325"/>
                  </a:lnTo>
                  <a:lnTo>
                    <a:pt x="221310" y="578686"/>
                  </a:lnTo>
                  <a:lnTo>
                    <a:pt x="221310" y="580325"/>
                  </a:lnTo>
                  <a:lnTo>
                    <a:pt x="224589" y="583604"/>
                  </a:lnTo>
                  <a:lnTo>
                    <a:pt x="226229" y="586882"/>
                  </a:lnTo>
                  <a:lnTo>
                    <a:pt x="229507" y="590161"/>
                  </a:lnTo>
                  <a:lnTo>
                    <a:pt x="232786" y="591801"/>
                  </a:lnTo>
                  <a:lnTo>
                    <a:pt x="237704" y="595079"/>
                  </a:lnTo>
                  <a:lnTo>
                    <a:pt x="236065" y="598358"/>
                  </a:lnTo>
                  <a:lnTo>
                    <a:pt x="232786" y="596718"/>
                  </a:lnTo>
                  <a:lnTo>
                    <a:pt x="227868" y="593440"/>
                  </a:lnTo>
                  <a:lnTo>
                    <a:pt x="224589" y="590161"/>
                  </a:lnTo>
                  <a:lnTo>
                    <a:pt x="221310" y="586882"/>
                  </a:lnTo>
                  <a:lnTo>
                    <a:pt x="218033" y="583604"/>
                  </a:lnTo>
                  <a:lnTo>
                    <a:pt x="214754" y="580325"/>
                  </a:lnTo>
                  <a:lnTo>
                    <a:pt x="214754" y="580325"/>
                  </a:lnTo>
                  <a:lnTo>
                    <a:pt x="216393" y="583604"/>
                  </a:lnTo>
                  <a:lnTo>
                    <a:pt x="219672" y="586882"/>
                  </a:lnTo>
                  <a:lnTo>
                    <a:pt x="222950" y="590161"/>
                  </a:lnTo>
                  <a:lnTo>
                    <a:pt x="224589" y="591801"/>
                  </a:lnTo>
                  <a:lnTo>
                    <a:pt x="227868" y="595079"/>
                  </a:lnTo>
                  <a:lnTo>
                    <a:pt x="231147" y="599997"/>
                  </a:lnTo>
                  <a:lnTo>
                    <a:pt x="234426" y="603276"/>
                  </a:lnTo>
                  <a:lnTo>
                    <a:pt x="234426" y="606555"/>
                  </a:lnTo>
                  <a:lnTo>
                    <a:pt x="231147" y="609833"/>
                  </a:lnTo>
                  <a:lnTo>
                    <a:pt x="227868" y="611472"/>
                  </a:lnTo>
                  <a:lnTo>
                    <a:pt x="224589" y="608194"/>
                  </a:lnTo>
                  <a:lnTo>
                    <a:pt x="221310" y="606555"/>
                  </a:lnTo>
                  <a:lnTo>
                    <a:pt x="216393" y="603276"/>
                  </a:lnTo>
                  <a:lnTo>
                    <a:pt x="213114" y="598358"/>
                  </a:lnTo>
                  <a:lnTo>
                    <a:pt x="211475" y="595079"/>
                  </a:lnTo>
                  <a:lnTo>
                    <a:pt x="209836" y="593440"/>
                  </a:lnTo>
                  <a:lnTo>
                    <a:pt x="206557" y="591801"/>
                  </a:lnTo>
                  <a:lnTo>
                    <a:pt x="204917" y="590161"/>
                  </a:lnTo>
                  <a:lnTo>
                    <a:pt x="204917" y="590161"/>
                  </a:lnTo>
                  <a:lnTo>
                    <a:pt x="204917" y="590161"/>
                  </a:lnTo>
                  <a:lnTo>
                    <a:pt x="203278" y="590161"/>
                  </a:lnTo>
                  <a:lnTo>
                    <a:pt x="206557" y="593440"/>
                  </a:lnTo>
                  <a:lnTo>
                    <a:pt x="208196" y="593440"/>
                  </a:lnTo>
                  <a:lnTo>
                    <a:pt x="211475" y="598358"/>
                  </a:lnTo>
                  <a:lnTo>
                    <a:pt x="214754" y="601637"/>
                  </a:lnTo>
                  <a:lnTo>
                    <a:pt x="216393" y="604915"/>
                  </a:lnTo>
                  <a:lnTo>
                    <a:pt x="218033" y="609833"/>
                  </a:lnTo>
                  <a:lnTo>
                    <a:pt x="221310" y="613112"/>
                  </a:lnTo>
                  <a:lnTo>
                    <a:pt x="219672" y="616391"/>
                  </a:lnTo>
                  <a:lnTo>
                    <a:pt x="218033" y="619669"/>
                  </a:lnTo>
                  <a:lnTo>
                    <a:pt x="214754" y="621309"/>
                  </a:lnTo>
                  <a:lnTo>
                    <a:pt x="211475" y="622948"/>
                  </a:lnTo>
                  <a:lnTo>
                    <a:pt x="206557" y="624587"/>
                  </a:lnTo>
                  <a:lnTo>
                    <a:pt x="204917" y="624587"/>
                  </a:lnTo>
                  <a:lnTo>
                    <a:pt x="201639" y="626227"/>
                  </a:lnTo>
                  <a:lnTo>
                    <a:pt x="198360" y="627866"/>
                  </a:lnTo>
                  <a:lnTo>
                    <a:pt x="193443" y="631145"/>
                  </a:lnTo>
                  <a:lnTo>
                    <a:pt x="191803" y="634424"/>
                  </a:lnTo>
                  <a:lnTo>
                    <a:pt x="191803" y="636062"/>
                  </a:lnTo>
                  <a:lnTo>
                    <a:pt x="190164" y="639341"/>
                  </a:lnTo>
                  <a:lnTo>
                    <a:pt x="188524" y="642620"/>
                  </a:lnTo>
                  <a:lnTo>
                    <a:pt x="185246" y="645899"/>
                  </a:lnTo>
                  <a:lnTo>
                    <a:pt x="181967" y="649177"/>
                  </a:lnTo>
                  <a:lnTo>
                    <a:pt x="178688" y="652456"/>
                  </a:lnTo>
                  <a:lnTo>
                    <a:pt x="175409" y="654095"/>
                  </a:lnTo>
                  <a:lnTo>
                    <a:pt x="170491" y="654095"/>
                  </a:lnTo>
                  <a:lnTo>
                    <a:pt x="167213" y="652456"/>
                  </a:lnTo>
                  <a:lnTo>
                    <a:pt x="170491" y="649177"/>
                  </a:lnTo>
                  <a:lnTo>
                    <a:pt x="175409" y="647538"/>
                  </a:lnTo>
                  <a:lnTo>
                    <a:pt x="172130" y="645899"/>
                  </a:lnTo>
                  <a:lnTo>
                    <a:pt x="173770" y="642620"/>
                  </a:lnTo>
                  <a:lnTo>
                    <a:pt x="172130" y="644259"/>
                  </a:lnTo>
                  <a:lnTo>
                    <a:pt x="168852" y="644259"/>
                  </a:lnTo>
                  <a:lnTo>
                    <a:pt x="168852" y="640981"/>
                  </a:lnTo>
                  <a:lnTo>
                    <a:pt x="168852" y="637702"/>
                  </a:lnTo>
                  <a:lnTo>
                    <a:pt x="168852" y="632784"/>
                  </a:lnTo>
                  <a:lnTo>
                    <a:pt x="167213" y="629505"/>
                  </a:lnTo>
                  <a:lnTo>
                    <a:pt x="167213" y="626227"/>
                  </a:lnTo>
                  <a:lnTo>
                    <a:pt x="167213" y="622948"/>
                  </a:lnTo>
                  <a:lnTo>
                    <a:pt x="167213" y="618030"/>
                  </a:lnTo>
                  <a:lnTo>
                    <a:pt x="167213" y="614751"/>
                  </a:lnTo>
                  <a:lnTo>
                    <a:pt x="167213" y="611472"/>
                  </a:lnTo>
                  <a:lnTo>
                    <a:pt x="167213" y="608194"/>
                  </a:lnTo>
                  <a:lnTo>
                    <a:pt x="168852" y="603276"/>
                  </a:lnTo>
                  <a:lnTo>
                    <a:pt x="168852" y="599997"/>
                  </a:lnTo>
                  <a:lnTo>
                    <a:pt x="172130" y="596718"/>
                  </a:lnTo>
                  <a:lnTo>
                    <a:pt x="175409" y="593440"/>
                  </a:lnTo>
                  <a:lnTo>
                    <a:pt x="177049" y="596718"/>
                  </a:lnTo>
                  <a:lnTo>
                    <a:pt x="177049" y="593440"/>
                  </a:lnTo>
                  <a:lnTo>
                    <a:pt x="175409" y="590161"/>
                  </a:lnTo>
                  <a:lnTo>
                    <a:pt x="175409" y="590161"/>
                  </a:lnTo>
                  <a:lnTo>
                    <a:pt x="172130" y="586882"/>
                  </a:lnTo>
                  <a:lnTo>
                    <a:pt x="170491" y="585243"/>
                  </a:lnTo>
                  <a:lnTo>
                    <a:pt x="167213" y="585243"/>
                  </a:lnTo>
                  <a:lnTo>
                    <a:pt x="163934" y="581965"/>
                  </a:lnTo>
                  <a:lnTo>
                    <a:pt x="159016" y="581965"/>
                  </a:lnTo>
                  <a:lnTo>
                    <a:pt x="155737" y="581965"/>
                  </a:lnTo>
                  <a:lnTo>
                    <a:pt x="154098" y="578686"/>
                  </a:lnTo>
                  <a:lnTo>
                    <a:pt x="152459" y="573768"/>
                  </a:lnTo>
                  <a:lnTo>
                    <a:pt x="152459" y="572128"/>
                  </a:lnTo>
                  <a:lnTo>
                    <a:pt x="152459" y="573768"/>
                  </a:lnTo>
                  <a:lnTo>
                    <a:pt x="149180" y="572128"/>
                  </a:lnTo>
                  <a:lnTo>
                    <a:pt x="150819" y="572128"/>
                  </a:lnTo>
                  <a:lnTo>
                    <a:pt x="154098" y="568850"/>
                  </a:lnTo>
                  <a:lnTo>
                    <a:pt x="155737" y="567211"/>
                  </a:lnTo>
                  <a:lnTo>
                    <a:pt x="159016" y="567211"/>
                  </a:lnTo>
                  <a:lnTo>
                    <a:pt x="159016" y="567211"/>
                  </a:lnTo>
                  <a:lnTo>
                    <a:pt x="159016" y="567211"/>
                  </a:lnTo>
                  <a:lnTo>
                    <a:pt x="163934" y="567211"/>
                  </a:lnTo>
                  <a:lnTo>
                    <a:pt x="167213" y="565571"/>
                  </a:lnTo>
                  <a:lnTo>
                    <a:pt x="168852" y="563932"/>
                  </a:lnTo>
                  <a:lnTo>
                    <a:pt x="170491" y="560653"/>
                  </a:lnTo>
                  <a:lnTo>
                    <a:pt x="173770" y="557374"/>
                  </a:lnTo>
                  <a:lnTo>
                    <a:pt x="172130" y="554096"/>
                  </a:lnTo>
                  <a:lnTo>
                    <a:pt x="172130" y="550817"/>
                  </a:lnTo>
                  <a:lnTo>
                    <a:pt x="172130" y="550817"/>
                  </a:lnTo>
                  <a:lnTo>
                    <a:pt x="172130" y="549178"/>
                  </a:lnTo>
                  <a:lnTo>
                    <a:pt x="172130" y="549178"/>
                  </a:lnTo>
                  <a:lnTo>
                    <a:pt x="172130" y="549178"/>
                  </a:lnTo>
                  <a:lnTo>
                    <a:pt x="173770" y="549178"/>
                  </a:lnTo>
                  <a:lnTo>
                    <a:pt x="175409" y="550817"/>
                  </a:lnTo>
                  <a:lnTo>
                    <a:pt x="177049" y="550817"/>
                  </a:lnTo>
                  <a:lnTo>
                    <a:pt x="177049" y="550817"/>
                  </a:lnTo>
                  <a:lnTo>
                    <a:pt x="177049" y="550817"/>
                  </a:lnTo>
                  <a:lnTo>
                    <a:pt x="177049" y="550817"/>
                  </a:lnTo>
                  <a:lnTo>
                    <a:pt x="181967" y="552457"/>
                  </a:lnTo>
                  <a:lnTo>
                    <a:pt x="185246" y="549178"/>
                  </a:lnTo>
                  <a:lnTo>
                    <a:pt x="188524" y="549178"/>
                  </a:lnTo>
                  <a:lnTo>
                    <a:pt x="188524" y="549178"/>
                  </a:lnTo>
                  <a:lnTo>
                    <a:pt x="191803" y="547538"/>
                  </a:lnTo>
                  <a:lnTo>
                    <a:pt x="195081" y="547538"/>
                  </a:lnTo>
                  <a:lnTo>
                    <a:pt x="198360" y="545899"/>
                  </a:lnTo>
                  <a:lnTo>
                    <a:pt x="201639" y="549178"/>
                  </a:lnTo>
                  <a:lnTo>
                    <a:pt x="203278" y="550817"/>
                  </a:lnTo>
                  <a:lnTo>
                    <a:pt x="204917" y="554096"/>
                  </a:lnTo>
                  <a:lnTo>
                    <a:pt x="208196" y="554096"/>
                  </a:lnTo>
                  <a:lnTo>
                    <a:pt x="211475" y="555735"/>
                  </a:lnTo>
                  <a:lnTo>
                    <a:pt x="214754" y="555735"/>
                  </a:lnTo>
                  <a:lnTo>
                    <a:pt x="214754" y="552457"/>
                  </a:lnTo>
                  <a:lnTo>
                    <a:pt x="213114" y="547538"/>
                  </a:lnTo>
                  <a:lnTo>
                    <a:pt x="216393" y="547538"/>
                  </a:lnTo>
                  <a:lnTo>
                    <a:pt x="214754" y="545899"/>
                  </a:lnTo>
                  <a:lnTo>
                    <a:pt x="214754" y="542621"/>
                  </a:lnTo>
                  <a:lnTo>
                    <a:pt x="209836" y="542621"/>
                  </a:lnTo>
                  <a:lnTo>
                    <a:pt x="206557" y="537703"/>
                  </a:lnTo>
                  <a:lnTo>
                    <a:pt x="203278" y="536063"/>
                  </a:lnTo>
                  <a:lnTo>
                    <a:pt x="203278" y="536063"/>
                  </a:lnTo>
                  <a:lnTo>
                    <a:pt x="201639" y="531145"/>
                  </a:lnTo>
                  <a:lnTo>
                    <a:pt x="201639" y="529506"/>
                  </a:lnTo>
                  <a:lnTo>
                    <a:pt x="201639" y="524588"/>
                  </a:lnTo>
                  <a:lnTo>
                    <a:pt x="198360" y="521309"/>
                  </a:lnTo>
                  <a:lnTo>
                    <a:pt x="198360" y="519670"/>
                  </a:lnTo>
                  <a:lnTo>
                    <a:pt x="198360" y="519670"/>
                  </a:lnTo>
                  <a:lnTo>
                    <a:pt x="201639" y="518031"/>
                  </a:lnTo>
                  <a:lnTo>
                    <a:pt x="204917" y="516391"/>
                  </a:lnTo>
                  <a:lnTo>
                    <a:pt x="204917" y="513112"/>
                  </a:lnTo>
                  <a:lnTo>
                    <a:pt x="209836" y="513112"/>
                  </a:lnTo>
                  <a:lnTo>
                    <a:pt x="211475" y="513112"/>
                  </a:lnTo>
                  <a:lnTo>
                    <a:pt x="214754" y="514752"/>
                  </a:lnTo>
                  <a:lnTo>
                    <a:pt x="218033" y="516391"/>
                  </a:lnTo>
                  <a:lnTo>
                    <a:pt x="221310" y="516391"/>
                  </a:lnTo>
                  <a:lnTo>
                    <a:pt x="222950" y="518031"/>
                  </a:lnTo>
                  <a:lnTo>
                    <a:pt x="221310" y="513112"/>
                  </a:lnTo>
                  <a:lnTo>
                    <a:pt x="221310" y="509834"/>
                  </a:lnTo>
                  <a:lnTo>
                    <a:pt x="222950" y="508194"/>
                  </a:lnTo>
                  <a:lnTo>
                    <a:pt x="219672" y="504916"/>
                  </a:lnTo>
                  <a:lnTo>
                    <a:pt x="219672" y="503276"/>
                  </a:lnTo>
                  <a:lnTo>
                    <a:pt x="224589" y="503276"/>
                  </a:lnTo>
                  <a:lnTo>
                    <a:pt x="224589" y="503276"/>
                  </a:lnTo>
                  <a:lnTo>
                    <a:pt x="227868" y="503276"/>
                  </a:lnTo>
                  <a:lnTo>
                    <a:pt x="232786" y="503276"/>
                  </a:lnTo>
                  <a:lnTo>
                    <a:pt x="234426" y="499998"/>
                  </a:lnTo>
                  <a:lnTo>
                    <a:pt x="236065" y="499998"/>
                  </a:lnTo>
                  <a:lnTo>
                    <a:pt x="240983" y="498358"/>
                  </a:lnTo>
                  <a:lnTo>
                    <a:pt x="240983" y="498358"/>
                  </a:lnTo>
                  <a:lnTo>
                    <a:pt x="242623" y="496719"/>
                  </a:lnTo>
                  <a:lnTo>
                    <a:pt x="245901" y="493440"/>
                  </a:lnTo>
                  <a:lnTo>
                    <a:pt x="249179" y="490162"/>
                  </a:lnTo>
                  <a:lnTo>
                    <a:pt x="250819" y="488522"/>
                  </a:lnTo>
                  <a:lnTo>
                    <a:pt x="255737" y="488522"/>
                  </a:lnTo>
                  <a:lnTo>
                    <a:pt x="255737" y="490162"/>
                  </a:lnTo>
                  <a:lnTo>
                    <a:pt x="255737" y="490162"/>
                  </a:lnTo>
                  <a:lnTo>
                    <a:pt x="259016" y="488522"/>
                  </a:lnTo>
                  <a:lnTo>
                    <a:pt x="262294" y="485244"/>
                  </a:lnTo>
                  <a:lnTo>
                    <a:pt x="262294" y="480326"/>
                  </a:lnTo>
                  <a:lnTo>
                    <a:pt x="262294" y="480326"/>
                  </a:lnTo>
                  <a:lnTo>
                    <a:pt x="262294" y="477047"/>
                  </a:lnTo>
                  <a:lnTo>
                    <a:pt x="262294" y="472129"/>
                  </a:lnTo>
                  <a:lnTo>
                    <a:pt x="260655" y="468850"/>
                  </a:lnTo>
                  <a:lnTo>
                    <a:pt x="259016" y="465572"/>
                  </a:lnTo>
                  <a:lnTo>
                    <a:pt x="257376" y="462293"/>
                  </a:lnTo>
                  <a:lnTo>
                    <a:pt x="257376" y="457375"/>
                  </a:lnTo>
                  <a:lnTo>
                    <a:pt x="255737" y="457375"/>
                  </a:lnTo>
                  <a:lnTo>
                    <a:pt x="257376" y="454096"/>
                  </a:lnTo>
                  <a:lnTo>
                    <a:pt x="259016" y="449178"/>
                  </a:lnTo>
                  <a:lnTo>
                    <a:pt x="259016" y="445900"/>
                  </a:lnTo>
                  <a:lnTo>
                    <a:pt x="260655" y="444260"/>
                  </a:lnTo>
                  <a:lnTo>
                    <a:pt x="260655" y="440981"/>
                  </a:lnTo>
                  <a:lnTo>
                    <a:pt x="260655" y="439342"/>
                  </a:lnTo>
                  <a:lnTo>
                    <a:pt x="260655" y="436064"/>
                  </a:lnTo>
                  <a:lnTo>
                    <a:pt x="259016" y="432785"/>
                  </a:lnTo>
                  <a:lnTo>
                    <a:pt x="257376" y="431146"/>
                  </a:lnTo>
                  <a:lnTo>
                    <a:pt x="255737" y="427867"/>
                  </a:lnTo>
                  <a:lnTo>
                    <a:pt x="254097" y="424588"/>
                  </a:lnTo>
                  <a:lnTo>
                    <a:pt x="252458" y="422949"/>
                  </a:lnTo>
                  <a:lnTo>
                    <a:pt x="252458" y="419670"/>
                  </a:lnTo>
                  <a:lnTo>
                    <a:pt x="252458" y="416391"/>
                  </a:lnTo>
                  <a:lnTo>
                    <a:pt x="249179" y="414752"/>
                  </a:lnTo>
                  <a:lnTo>
                    <a:pt x="247540" y="409834"/>
                  </a:lnTo>
                  <a:lnTo>
                    <a:pt x="245901" y="406556"/>
                  </a:lnTo>
                  <a:lnTo>
                    <a:pt x="247540" y="403277"/>
                  </a:lnTo>
                  <a:lnTo>
                    <a:pt x="245901" y="398359"/>
                  </a:lnTo>
                  <a:lnTo>
                    <a:pt x="247540" y="395080"/>
                  </a:lnTo>
                  <a:lnTo>
                    <a:pt x="250819" y="391801"/>
                  </a:lnTo>
                  <a:lnTo>
                    <a:pt x="250819" y="386884"/>
                  </a:lnTo>
                  <a:lnTo>
                    <a:pt x="252458" y="385244"/>
                  </a:lnTo>
                  <a:lnTo>
                    <a:pt x="250819" y="383605"/>
                  </a:lnTo>
                  <a:lnTo>
                    <a:pt x="249179" y="378687"/>
                  </a:lnTo>
                  <a:lnTo>
                    <a:pt x="252458" y="375408"/>
                  </a:lnTo>
                  <a:lnTo>
                    <a:pt x="249179" y="372129"/>
                  </a:lnTo>
                  <a:lnTo>
                    <a:pt x="247540" y="370490"/>
                  </a:lnTo>
                  <a:lnTo>
                    <a:pt x="250819" y="368851"/>
                  </a:lnTo>
                  <a:lnTo>
                    <a:pt x="252458" y="363933"/>
                  </a:lnTo>
                  <a:lnTo>
                    <a:pt x="252458" y="360654"/>
                  </a:lnTo>
                  <a:lnTo>
                    <a:pt x="254097" y="360654"/>
                  </a:lnTo>
                  <a:lnTo>
                    <a:pt x="254097" y="359015"/>
                  </a:lnTo>
                  <a:lnTo>
                    <a:pt x="252458" y="355736"/>
                  </a:lnTo>
                  <a:lnTo>
                    <a:pt x="249179" y="352457"/>
                  </a:lnTo>
                  <a:lnTo>
                    <a:pt x="245901" y="350818"/>
                  </a:lnTo>
                  <a:lnTo>
                    <a:pt x="244262" y="347539"/>
                  </a:lnTo>
                  <a:lnTo>
                    <a:pt x="240983" y="345900"/>
                  </a:lnTo>
                  <a:lnTo>
                    <a:pt x="237704" y="342621"/>
                  </a:lnTo>
                  <a:lnTo>
                    <a:pt x="236065" y="339343"/>
                  </a:lnTo>
                  <a:lnTo>
                    <a:pt x="231147" y="336064"/>
                  </a:lnTo>
                  <a:lnTo>
                    <a:pt x="234426" y="331146"/>
                  </a:lnTo>
                  <a:lnTo>
                    <a:pt x="239344" y="329507"/>
                  </a:lnTo>
                  <a:lnTo>
                    <a:pt x="240983" y="326228"/>
                  </a:lnTo>
                  <a:lnTo>
                    <a:pt x="242623" y="324589"/>
                  </a:lnTo>
                  <a:lnTo>
                    <a:pt x="237704" y="322949"/>
                  </a:lnTo>
                  <a:lnTo>
                    <a:pt x="234426" y="321310"/>
                  </a:lnTo>
                  <a:lnTo>
                    <a:pt x="231147" y="319671"/>
                  </a:lnTo>
                  <a:lnTo>
                    <a:pt x="229507" y="316392"/>
                  </a:lnTo>
                  <a:lnTo>
                    <a:pt x="227868" y="316392"/>
                  </a:lnTo>
                  <a:lnTo>
                    <a:pt x="226229" y="313113"/>
                  </a:lnTo>
                  <a:lnTo>
                    <a:pt x="224589" y="313113"/>
                  </a:lnTo>
                  <a:lnTo>
                    <a:pt x="222950" y="313113"/>
                  </a:lnTo>
                  <a:lnTo>
                    <a:pt x="221310" y="313113"/>
                  </a:lnTo>
                  <a:lnTo>
                    <a:pt x="218033" y="309835"/>
                  </a:lnTo>
                  <a:lnTo>
                    <a:pt x="218033" y="304917"/>
                  </a:lnTo>
                  <a:lnTo>
                    <a:pt x="213114" y="304917"/>
                  </a:lnTo>
                  <a:lnTo>
                    <a:pt x="213114" y="306556"/>
                  </a:lnTo>
                  <a:lnTo>
                    <a:pt x="209836" y="306556"/>
                  </a:lnTo>
                  <a:lnTo>
                    <a:pt x="208196" y="301638"/>
                  </a:lnTo>
                  <a:lnTo>
                    <a:pt x="204917" y="298359"/>
                  </a:lnTo>
                  <a:lnTo>
                    <a:pt x="204917" y="298359"/>
                  </a:lnTo>
                  <a:lnTo>
                    <a:pt x="203278" y="293441"/>
                  </a:lnTo>
                  <a:lnTo>
                    <a:pt x="203278" y="290163"/>
                  </a:lnTo>
                  <a:lnTo>
                    <a:pt x="201639" y="288523"/>
                  </a:lnTo>
                  <a:lnTo>
                    <a:pt x="201639" y="286884"/>
                  </a:lnTo>
                  <a:lnTo>
                    <a:pt x="201639" y="286884"/>
                  </a:lnTo>
                  <a:lnTo>
                    <a:pt x="201639" y="285244"/>
                  </a:lnTo>
                  <a:lnTo>
                    <a:pt x="201639" y="283605"/>
                  </a:lnTo>
                  <a:lnTo>
                    <a:pt x="198360" y="281966"/>
                  </a:lnTo>
                  <a:lnTo>
                    <a:pt x="196720" y="281966"/>
                  </a:lnTo>
                  <a:lnTo>
                    <a:pt x="195081" y="277048"/>
                  </a:lnTo>
                  <a:lnTo>
                    <a:pt x="191803" y="273769"/>
                  </a:lnTo>
                  <a:lnTo>
                    <a:pt x="190164" y="270491"/>
                  </a:lnTo>
                  <a:lnTo>
                    <a:pt x="186885" y="270491"/>
                  </a:lnTo>
                  <a:lnTo>
                    <a:pt x="185246" y="268851"/>
                  </a:lnTo>
                  <a:lnTo>
                    <a:pt x="181967" y="267212"/>
                  </a:lnTo>
                  <a:lnTo>
                    <a:pt x="178688" y="262294"/>
                  </a:lnTo>
                  <a:lnTo>
                    <a:pt x="175409" y="259015"/>
                  </a:lnTo>
                  <a:lnTo>
                    <a:pt x="172130" y="255737"/>
                  </a:lnTo>
                  <a:lnTo>
                    <a:pt x="168852" y="252458"/>
                  </a:lnTo>
                  <a:lnTo>
                    <a:pt x="167213" y="252458"/>
                  </a:lnTo>
                  <a:lnTo>
                    <a:pt x="165574" y="249179"/>
                  </a:lnTo>
                  <a:lnTo>
                    <a:pt x="162295" y="244261"/>
                  </a:lnTo>
                  <a:lnTo>
                    <a:pt x="160656" y="240982"/>
                  </a:lnTo>
                  <a:lnTo>
                    <a:pt x="160656" y="237704"/>
                  </a:lnTo>
                  <a:lnTo>
                    <a:pt x="157377" y="234425"/>
                  </a:lnTo>
                  <a:lnTo>
                    <a:pt x="154098" y="231147"/>
                  </a:lnTo>
                  <a:lnTo>
                    <a:pt x="150819" y="229507"/>
                  </a:lnTo>
                  <a:lnTo>
                    <a:pt x="150819" y="231147"/>
                  </a:lnTo>
                  <a:lnTo>
                    <a:pt x="147540" y="226229"/>
                  </a:lnTo>
                  <a:lnTo>
                    <a:pt x="144262" y="224589"/>
                  </a:lnTo>
                  <a:lnTo>
                    <a:pt x="140984" y="221310"/>
                  </a:lnTo>
                  <a:lnTo>
                    <a:pt x="140984" y="221310"/>
                  </a:lnTo>
                  <a:lnTo>
                    <a:pt x="137705" y="216392"/>
                  </a:lnTo>
                  <a:lnTo>
                    <a:pt x="137705" y="213114"/>
                  </a:lnTo>
                  <a:lnTo>
                    <a:pt x="140984" y="209835"/>
                  </a:lnTo>
                  <a:lnTo>
                    <a:pt x="137705" y="206557"/>
                  </a:lnTo>
                  <a:lnTo>
                    <a:pt x="134426" y="206557"/>
                  </a:lnTo>
                  <a:lnTo>
                    <a:pt x="132787" y="204917"/>
                  </a:lnTo>
                  <a:lnTo>
                    <a:pt x="127869" y="203278"/>
                  </a:lnTo>
                  <a:lnTo>
                    <a:pt x="124590" y="203278"/>
                  </a:lnTo>
                  <a:lnTo>
                    <a:pt x="121311" y="201638"/>
                  </a:lnTo>
                  <a:lnTo>
                    <a:pt x="118032" y="199999"/>
                  </a:lnTo>
                  <a:lnTo>
                    <a:pt x="113115" y="196720"/>
                  </a:lnTo>
                  <a:lnTo>
                    <a:pt x="109836" y="193442"/>
                  </a:lnTo>
                  <a:lnTo>
                    <a:pt x="106557" y="190163"/>
                  </a:lnTo>
                  <a:lnTo>
                    <a:pt x="103279" y="188524"/>
                  </a:lnTo>
                  <a:lnTo>
                    <a:pt x="100000" y="188524"/>
                  </a:lnTo>
                  <a:lnTo>
                    <a:pt x="98360" y="185245"/>
                  </a:lnTo>
                  <a:lnTo>
                    <a:pt x="93442" y="183606"/>
                  </a:lnTo>
                  <a:lnTo>
                    <a:pt x="90164" y="181966"/>
                  </a:lnTo>
                  <a:lnTo>
                    <a:pt x="86886" y="180327"/>
                  </a:lnTo>
                  <a:lnTo>
                    <a:pt x="88525" y="177048"/>
                  </a:lnTo>
                  <a:lnTo>
                    <a:pt x="91803" y="175409"/>
                  </a:lnTo>
                  <a:lnTo>
                    <a:pt x="91803" y="175409"/>
                  </a:lnTo>
                  <a:lnTo>
                    <a:pt x="91803" y="173770"/>
                  </a:lnTo>
                  <a:lnTo>
                    <a:pt x="93442" y="170491"/>
                  </a:lnTo>
                  <a:lnTo>
                    <a:pt x="90164" y="165573"/>
                  </a:lnTo>
                  <a:lnTo>
                    <a:pt x="88525" y="163934"/>
                  </a:lnTo>
                  <a:lnTo>
                    <a:pt x="90164" y="162294"/>
                  </a:lnTo>
                  <a:lnTo>
                    <a:pt x="93442" y="163934"/>
                  </a:lnTo>
                  <a:lnTo>
                    <a:pt x="96721" y="162294"/>
                  </a:lnTo>
                  <a:lnTo>
                    <a:pt x="100000" y="163934"/>
                  </a:lnTo>
                  <a:lnTo>
                    <a:pt x="104918" y="163934"/>
                  </a:lnTo>
                  <a:lnTo>
                    <a:pt x="108197" y="165573"/>
                  </a:lnTo>
                  <a:lnTo>
                    <a:pt x="111476" y="165573"/>
                  </a:lnTo>
                  <a:lnTo>
                    <a:pt x="113115" y="162294"/>
                  </a:lnTo>
                  <a:lnTo>
                    <a:pt x="118032" y="159016"/>
                  </a:lnTo>
                  <a:lnTo>
                    <a:pt x="119672" y="155737"/>
                  </a:lnTo>
                  <a:lnTo>
                    <a:pt x="116394" y="154098"/>
                  </a:lnTo>
                  <a:lnTo>
                    <a:pt x="119672" y="150819"/>
                  </a:lnTo>
                  <a:lnTo>
                    <a:pt x="122950" y="149180"/>
                  </a:lnTo>
                  <a:lnTo>
                    <a:pt x="122950" y="149180"/>
                  </a:lnTo>
                  <a:lnTo>
                    <a:pt x="122950" y="145901"/>
                  </a:lnTo>
                  <a:lnTo>
                    <a:pt x="121311" y="142622"/>
                  </a:lnTo>
                  <a:lnTo>
                    <a:pt x="118032" y="140983"/>
                  </a:lnTo>
                  <a:lnTo>
                    <a:pt x="114754" y="139344"/>
                  </a:lnTo>
                  <a:lnTo>
                    <a:pt x="111476" y="139344"/>
                  </a:lnTo>
                  <a:lnTo>
                    <a:pt x="109836" y="136065"/>
                  </a:lnTo>
                  <a:lnTo>
                    <a:pt x="108197" y="132786"/>
                  </a:lnTo>
                  <a:lnTo>
                    <a:pt x="104918" y="131147"/>
                  </a:lnTo>
                  <a:lnTo>
                    <a:pt x="101639" y="131147"/>
                  </a:lnTo>
                  <a:lnTo>
                    <a:pt x="98360" y="129508"/>
                  </a:lnTo>
                  <a:lnTo>
                    <a:pt x="100000" y="126229"/>
                  </a:lnTo>
                  <a:lnTo>
                    <a:pt x="100000" y="126229"/>
                  </a:lnTo>
                  <a:lnTo>
                    <a:pt x="103279" y="126229"/>
                  </a:lnTo>
                  <a:lnTo>
                    <a:pt x="104918" y="122950"/>
                  </a:lnTo>
                  <a:lnTo>
                    <a:pt x="104918" y="119672"/>
                  </a:lnTo>
                  <a:lnTo>
                    <a:pt x="100000" y="118032"/>
                  </a:lnTo>
                  <a:lnTo>
                    <a:pt x="100000" y="116393"/>
                  </a:lnTo>
                  <a:lnTo>
                    <a:pt x="96721" y="114754"/>
                  </a:lnTo>
                  <a:lnTo>
                    <a:pt x="93442" y="111475"/>
                  </a:lnTo>
                  <a:lnTo>
                    <a:pt x="90164" y="108196"/>
                  </a:lnTo>
                  <a:lnTo>
                    <a:pt x="85246" y="108196"/>
                  </a:lnTo>
                  <a:lnTo>
                    <a:pt x="83607" y="106557"/>
                  </a:lnTo>
                  <a:lnTo>
                    <a:pt x="78689" y="109836"/>
                  </a:lnTo>
                  <a:lnTo>
                    <a:pt x="77049" y="109836"/>
                  </a:lnTo>
                  <a:lnTo>
                    <a:pt x="73770" y="113114"/>
                  </a:lnTo>
                  <a:lnTo>
                    <a:pt x="73770" y="116393"/>
                  </a:lnTo>
                  <a:lnTo>
                    <a:pt x="72131" y="119672"/>
                  </a:lnTo>
                  <a:lnTo>
                    <a:pt x="67213" y="118032"/>
                  </a:lnTo>
                  <a:lnTo>
                    <a:pt x="63935" y="116393"/>
                  </a:lnTo>
                  <a:lnTo>
                    <a:pt x="60656" y="113114"/>
                  </a:lnTo>
                  <a:lnTo>
                    <a:pt x="57377" y="114754"/>
                  </a:lnTo>
                  <a:lnTo>
                    <a:pt x="54099" y="111475"/>
                  </a:lnTo>
                  <a:lnTo>
                    <a:pt x="50820" y="111475"/>
                  </a:lnTo>
                  <a:lnTo>
                    <a:pt x="47541" y="108196"/>
                  </a:lnTo>
                  <a:lnTo>
                    <a:pt x="44262" y="104917"/>
                  </a:lnTo>
                  <a:lnTo>
                    <a:pt x="44262" y="104917"/>
                  </a:lnTo>
                  <a:lnTo>
                    <a:pt x="40983" y="101639"/>
                  </a:lnTo>
                  <a:lnTo>
                    <a:pt x="37706" y="98360"/>
                  </a:lnTo>
                  <a:lnTo>
                    <a:pt x="37706" y="95082"/>
                  </a:lnTo>
                  <a:lnTo>
                    <a:pt x="36066" y="93442"/>
                  </a:lnTo>
                  <a:lnTo>
                    <a:pt x="36066" y="90164"/>
                  </a:lnTo>
                  <a:lnTo>
                    <a:pt x="36066" y="86885"/>
                  </a:lnTo>
                  <a:lnTo>
                    <a:pt x="36066" y="83606"/>
                  </a:lnTo>
                  <a:lnTo>
                    <a:pt x="37706" y="78688"/>
                  </a:lnTo>
                  <a:lnTo>
                    <a:pt x="37706" y="77049"/>
                  </a:lnTo>
                  <a:lnTo>
                    <a:pt x="36066" y="73770"/>
                  </a:lnTo>
                  <a:lnTo>
                    <a:pt x="31148" y="72131"/>
                  </a:lnTo>
                  <a:lnTo>
                    <a:pt x="29509" y="68852"/>
                  </a:lnTo>
                  <a:lnTo>
                    <a:pt x="31148" y="72131"/>
                  </a:lnTo>
                  <a:lnTo>
                    <a:pt x="27869" y="75410"/>
                  </a:lnTo>
                  <a:lnTo>
                    <a:pt x="24590" y="73770"/>
                  </a:lnTo>
                  <a:lnTo>
                    <a:pt x="24590" y="70492"/>
                  </a:lnTo>
                  <a:lnTo>
                    <a:pt x="22951" y="65573"/>
                  </a:lnTo>
                  <a:lnTo>
                    <a:pt x="19672" y="63934"/>
                  </a:lnTo>
                  <a:lnTo>
                    <a:pt x="16393" y="60655"/>
                  </a:lnTo>
                  <a:lnTo>
                    <a:pt x="14754" y="57377"/>
                  </a:lnTo>
                  <a:lnTo>
                    <a:pt x="9837" y="54098"/>
                  </a:lnTo>
                  <a:lnTo>
                    <a:pt x="6558" y="50820"/>
                  </a:lnTo>
                  <a:lnTo>
                    <a:pt x="3279" y="47541"/>
                  </a:lnTo>
                  <a:lnTo>
                    <a:pt x="1640" y="44262"/>
                  </a:lnTo>
                  <a:lnTo>
                    <a:pt x="0" y="4426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4" name="Freeform 2923">
              <a:extLst>
                <a:ext uri="{FF2B5EF4-FFF2-40B4-BE49-F238E27FC236}">
                  <a16:creationId xmlns:a16="http://schemas.microsoft.com/office/drawing/2014/main" id="{D6769439-B7CD-064C-9408-12E0287513E1}"/>
                </a:ext>
              </a:extLst>
            </p:cNvPr>
            <p:cNvSpPr/>
            <p:nvPr/>
          </p:nvSpPr>
          <p:spPr>
            <a:xfrm>
              <a:off x="11125484" y="6177182"/>
              <a:ext cx="32786" cy="24590"/>
            </a:xfrm>
            <a:custGeom>
              <a:avLst/>
              <a:gdLst>
                <a:gd name="connsiteX0" fmla="*/ 26230 w 32786"/>
                <a:gd name="connsiteY0" fmla="*/ 9836 h 24590"/>
                <a:gd name="connsiteX1" fmla="*/ 31148 w 32786"/>
                <a:gd name="connsiteY1" fmla="*/ 9836 h 24590"/>
                <a:gd name="connsiteX2" fmla="*/ 32787 w 32786"/>
                <a:gd name="connsiteY2" fmla="*/ 6558 h 24590"/>
                <a:gd name="connsiteX3" fmla="*/ 32787 w 32786"/>
                <a:gd name="connsiteY3" fmla="*/ 3279 h 24590"/>
                <a:gd name="connsiteX4" fmla="*/ 29508 w 32786"/>
                <a:gd name="connsiteY4" fmla="*/ 0 h 24590"/>
                <a:gd name="connsiteX5" fmla="*/ 24590 w 32786"/>
                <a:gd name="connsiteY5" fmla="*/ 1639 h 24590"/>
                <a:gd name="connsiteX6" fmla="*/ 21311 w 32786"/>
                <a:gd name="connsiteY6" fmla="*/ 4918 h 24590"/>
                <a:gd name="connsiteX7" fmla="*/ 19672 w 32786"/>
                <a:gd name="connsiteY7" fmla="*/ 9836 h 24590"/>
                <a:gd name="connsiteX8" fmla="*/ 16393 w 32786"/>
                <a:gd name="connsiteY8" fmla="*/ 11476 h 24590"/>
                <a:gd name="connsiteX9" fmla="*/ 13114 w 32786"/>
                <a:gd name="connsiteY9" fmla="*/ 14754 h 24590"/>
                <a:gd name="connsiteX10" fmla="*/ 8197 w 32786"/>
                <a:gd name="connsiteY10" fmla="*/ 16393 h 24590"/>
                <a:gd name="connsiteX11" fmla="*/ 4918 w 32786"/>
                <a:gd name="connsiteY11" fmla="*/ 19672 h 24590"/>
                <a:gd name="connsiteX12" fmla="*/ 0 w 32786"/>
                <a:gd name="connsiteY12" fmla="*/ 22951 h 24590"/>
                <a:gd name="connsiteX13" fmla="*/ 4918 w 32786"/>
                <a:gd name="connsiteY13" fmla="*/ 24590 h 24590"/>
                <a:gd name="connsiteX14" fmla="*/ 8197 w 32786"/>
                <a:gd name="connsiteY14" fmla="*/ 21312 h 24590"/>
                <a:gd name="connsiteX15" fmla="*/ 13114 w 32786"/>
                <a:gd name="connsiteY15" fmla="*/ 21312 h 24590"/>
                <a:gd name="connsiteX16" fmla="*/ 16393 w 32786"/>
                <a:gd name="connsiteY16" fmla="*/ 19672 h 24590"/>
                <a:gd name="connsiteX17" fmla="*/ 19672 w 32786"/>
                <a:gd name="connsiteY17" fmla="*/ 19672 h 24590"/>
                <a:gd name="connsiteX18" fmla="*/ 24590 w 32786"/>
                <a:gd name="connsiteY18" fmla="*/ 18033 h 24590"/>
                <a:gd name="connsiteX19" fmla="*/ 29508 w 32786"/>
                <a:gd name="connsiteY19" fmla="*/ 18033 h 24590"/>
                <a:gd name="connsiteX20" fmla="*/ 31148 w 32786"/>
                <a:gd name="connsiteY20" fmla="*/ 14754 h 24590"/>
                <a:gd name="connsiteX21" fmla="*/ 27869 w 32786"/>
                <a:gd name="connsiteY21" fmla="*/ 11476 h 24590"/>
                <a:gd name="connsiteX22" fmla="*/ 22951 w 32786"/>
                <a:gd name="connsiteY22" fmla="*/ 13115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786" h="24590">
                  <a:moveTo>
                    <a:pt x="26230" y="9836"/>
                  </a:moveTo>
                  <a:lnTo>
                    <a:pt x="31148" y="9836"/>
                  </a:lnTo>
                  <a:lnTo>
                    <a:pt x="32787" y="6558"/>
                  </a:lnTo>
                  <a:lnTo>
                    <a:pt x="32787" y="3279"/>
                  </a:lnTo>
                  <a:lnTo>
                    <a:pt x="29508" y="0"/>
                  </a:lnTo>
                  <a:lnTo>
                    <a:pt x="24590" y="1639"/>
                  </a:lnTo>
                  <a:lnTo>
                    <a:pt x="21311" y="4918"/>
                  </a:lnTo>
                  <a:lnTo>
                    <a:pt x="19672" y="9836"/>
                  </a:lnTo>
                  <a:lnTo>
                    <a:pt x="16393" y="11476"/>
                  </a:lnTo>
                  <a:lnTo>
                    <a:pt x="13114" y="14754"/>
                  </a:lnTo>
                  <a:lnTo>
                    <a:pt x="8197" y="16393"/>
                  </a:lnTo>
                  <a:lnTo>
                    <a:pt x="4918" y="19672"/>
                  </a:lnTo>
                  <a:lnTo>
                    <a:pt x="0" y="22951"/>
                  </a:lnTo>
                  <a:lnTo>
                    <a:pt x="4918" y="24590"/>
                  </a:lnTo>
                  <a:lnTo>
                    <a:pt x="8197" y="21312"/>
                  </a:lnTo>
                  <a:lnTo>
                    <a:pt x="13114" y="21312"/>
                  </a:lnTo>
                  <a:lnTo>
                    <a:pt x="16393" y="19672"/>
                  </a:lnTo>
                  <a:lnTo>
                    <a:pt x="19672" y="19672"/>
                  </a:lnTo>
                  <a:lnTo>
                    <a:pt x="24590" y="18033"/>
                  </a:lnTo>
                  <a:lnTo>
                    <a:pt x="29508" y="18033"/>
                  </a:lnTo>
                  <a:lnTo>
                    <a:pt x="31148" y="14754"/>
                  </a:lnTo>
                  <a:lnTo>
                    <a:pt x="27869" y="11476"/>
                  </a:lnTo>
                  <a:lnTo>
                    <a:pt x="22951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5" name="Freeform 2924">
              <a:extLst>
                <a:ext uri="{FF2B5EF4-FFF2-40B4-BE49-F238E27FC236}">
                  <a16:creationId xmlns:a16="http://schemas.microsoft.com/office/drawing/2014/main" id="{D312155C-B359-AF49-9CF5-B829CFEB4046}"/>
                </a:ext>
              </a:extLst>
            </p:cNvPr>
            <p:cNvSpPr/>
            <p:nvPr/>
          </p:nvSpPr>
          <p:spPr>
            <a:xfrm>
              <a:off x="11130402" y="5908331"/>
              <a:ext cx="434424" cy="268851"/>
            </a:xfrm>
            <a:custGeom>
              <a:avLst/>
              <a:gdLst>
                <a:gd name="connsiteX0" fmla="*/ 0 w 434424"/>
                <a:gd name="connsiteY0" fmla="*/ 239343 h 268851"/>
                <a:gd name="connsiteX1" fmla="*/ 4919 w 434424"/>
                <a:gd name="connsiteY1" fmla="*/ 239343 h 268851"/>
                <a:gd name="connsiteX2" fmla="*/ 8197 w 434424"/>
                <a:gd name="connsiteY2" fmla="*/ 236064 h 268851"/>
                <a:gd name="connsiteX3" fmla="*/ 11476 w 434424"/>
                <a:gd name="connsiteY3" fmla="*/ 234425 h 268851"/>
                <a:gd name="connsiteX4" fmla="*/ 11476 w 434424"/>
                <a:gd name="connsiteY4" fmla="*/ 237704 h 268851"/>
                <a:gd name="connsiteX5" fmla="*/ 6558 w 434424"/>
                <a:gd name="connsiteY5" fmla="*/ 239343 h 268851"/>
                <a:gd name="connsiteX6" fmla="*/ 4919 w 434424"/>
                <a:gd name="connsiteY6" fmla="*/ 242622 h 268851"/>
                <a:gd name="connsiteX7" fmla="*/ 8197 w 434424"/>
                <a:gd name="connsiteY7" fmla="*/ 242622 h 268851"/>
                <a:gd name="connsiteX8" fmla="*/ 11476 w 434424"/>
                <a:gd name="connsiteY8" fmla="*/ 239343 h 268851"/>
                <a:gd name="connsiteX9" fmla="*/ 14754 w 434424"/>
                <a:gd name="connsiteY9" fmla="*/ 237704 h 268851"/>
                <a:gd name="connsiteX10" fmla="*/ 11476 w 434424"/>
                <a:gd name="connsiteY10" fmla="*/ 239343 h 268851"/>
                <a:gd name="connsiteX11" fmla="*/ 8197 w 434424"/>
                <a:gd name="connsiteY11" fmla="*/ 242622 h 268851"/>
                <a:gd name="connsiteX12" fmla="*/ 3279 w 434424"/>
                <a:gd name="connsiteY12" fmla="*/ 244261 h 268851"/>
                <a:gd name="connsiteX13" fmla="*/ 1640 w 434424"/>
                <a:gd name="connsiteY13" fmla="*/ 249179 h 268851"/>
                <a:gd name="connsiteX14" fmla="*/ 4919 w 434424"/>
                <a:gd name="connsiteY14" fmla="*/ 249179 h 268851"/>
                <a:gd name="connsiteX15" fmla="*/ 9837 w 434424"/>
                <a:gd name="connsiteY15" fmla="*/ 249179 h 268851"/>
                <a:gd name="connsiteX16" fmla="*/ 13115 w 434424"/>
                <a:gd name="connsiteY16" fmla="*/ 250819 h 268851"/>
                <a:gd name="connsiteX17" fmla="*/ 14754 w 434424"/>
                <a:gd name="connsiteY17" fmla="*/ 250819 h 268851"/>
                <a:gd name="connsiteX18" fmla="*/ 18033 w 434424"/>
                <a:gd name="connsiteY18" fmla="*/ 250819 h 268851"/>
                <a:gd name="connsiteX19" fmla="*/ 21312 w 434424"/>
                <a:gd name="connsiteY19" fmla="*/ 250819 h 268851"/>
                <a:gd name="connsiteX20" fmla="*/ 24590 w 434424"/>
                <a:gd name="connsiteY20" fmla="*/ 247540 h 268851"/>
                <a:gd name="connsiteX21" fmla="*/ 29509 w 434424"/>
                <a:gd name="connsiteY21" fmla="*/ 245901 h 268851"/>
                <a:gd name="connsiteX22" fmla="*/ 32787 w 434424"/>
                <a:gd name="connsiteY22" fmla="*/ 247540 h 268851"/>
                <a:gd name="connsiteX23" fmla="*/ 34427 w 434424"/>
                <a:gd name="connsiteY23" fmla="*/ 252458 h 268851"/>
                <a:gd name="connsiteX24" fmla="*/ 32787 w 434424"/>
                <a:gd name="connsiteY24" fmla="*/ 257376 h 268851"/>
                <a:gd name="connsiteX25" fmla="*/ 36066 w 434424"/>
                <a:gd name="connsiteY25" fmla="*/ 257376 h 268851"/>
                <a:gd name="connsiteX26" fmla="*/ 39344 w 434424"/>
                <a:gd name="connsiteY26" fmla="*/ 255737 h 268851"/>
                <a:gd name="connsiteX27" fmla="*/ 42623 w 434424"/>
                <a:gd name="connsiteY27" fmla="*/ 254097 h 268851"/>
                <a:gd name="connsiteX28" fmla="*/ 45902 w 434424"/>
                <a:gd name="connsiteY28" fmla="*/ 255737 h 268851"/>
                <a:gd name="connsiteX29" fmla="*/ 45902 w 434424"/>
                <a:gd name="connsiteY29" fmla="*/ 260654 h 268851"/>
                <a:gd name="connsiteX30" fmla="*/ 42623 w 434424"/>
                <a:gd name="connsiteY30" fmla="*/ 262294 h 268851"/>
                <a:gd name="connsiteX31" fmla="*/ 42623 w 434424"/>
                <a:gd name="connsiteY31" fmla="*/ 265573 h 268851"/>
                <a:gd name="connsiteX32" fmla="*/ 44262 w 434424"/>
                <a:gd name="connsiteY32" fmla="*/ 265573 h 268851"/>
                <a:gd name="connsiteX33" fmla="*/ 49180 w 434424"/>
                <a:gd name="connsiteY33" fmla="*/ 263933 h 268851"/>
                <a:gd name="connsiteX34" fmla="*/ 52459 w 434424"/>
                <a:gd name="connsiteY34" fmla="*/ 265573 h 268851"/>
                <a:gd name="connsiteX35" fmla="*/ 55738 w 434424"/>
                <a:gd name="connsiteY35" fmla="*/ 263933 h 268851"/>
                <a:gd name="connsiteX36" fmla="*/ 59017 w 434424"/>
                <a:gd name="connsiteY36" fmla="*/ 263933 h 268851"/>
                <a:gd name="connsiteX37" fmla="*/ 59017 w 434424"/>
                <a:gd name="connsiteY37" fmla="*/ 268851 h 268851"/>
                <a:gd name="connsiteX38" fmla="*/ 62296 w 434424"/>
                <a:gd name="connsiteY38" fmla="*/ 268851 h 268851"/>
                <a:gd name="connsiteX39" fmla="*/ 67213 w 434424"/>
                <a:gd name="connsiteY39" fmla="*/ 268851 h 268851"/>
                <a:gd name="connsiteX40" fmla="*/ 70492 w 434424"/>
                <a:gd name="connsiteY40" fmla="*/ 267212 h 268851"/>
                <a:gd name="connsiteX41" fmla="*/ 73770 w 434424"/>
                <a:gd name="connsiteY41" fmla="*/ 267212 h 268851"/>
                <a:gd name="connsiteX42" fmla="*/ 75410 w 434424"/>
                <a:gd name="connsiteY42" fmla="*/ 267212 h 268851"/>
                <a:gd name="connsiteX43" fmla="*/ 78689 w 434424"/>
                <a:gd name="connsiteY43" fmla="*/ 267212 h 268851"/>
                <a:gd name="connsiteX44" fmla="*/ 83607 w 434424"/>
                <a:gd name="connsiteY44" fmla="*/ 263933 h 268851"/>
                <a:gd name="connsiteX45" fmla="*/ 86886 w 434424"/>
                <a:gd name="connsiteY45" fmla="*/ 263933 h 268851"/>
                <a:gd name="connsiteX46" fmla="*/ 90164 w 434424"/>
                <a:gd name="connsiteY46" fmla="*/ 262294 h 268851"/>
                <a:gd name="connsiteX47" fmla="*/ 95082 w 434424"/>
                <a:gd name="connsiteY47" fmla="*/ 260654 h 268851"/>
                <a:gd name="connsiteX48" fmla="*/ 98360 w 434424"/>
                <a:gd name="connsiteY48" fmla="*/ 259016 h 268851"/>
                <a:gd name="connsiteX49" fmla="*/ 101639 w 434424"/>
                <a:gd name="connsiteY49" fmla="*/ 255737 h 268851"/>
                <a:gd name="connsiteX50" fmla="*/ 104918 w 434424"/>
                <a:gd name="connsiteY50" fmla="*/ 254097 h 268851"/>
                <a:gd name="connsiteX51" fmla="*/ 109836 w 434424"/>
                <a:gd name="connsiteY51" fmla="*/ 252458 h 268851"/>
                <a:gd name="connsiteX52" fmla="*/ 113115 w 434424"/>
                <a:gd name="connsiteY52" fmla="*/ 250819 h 268851"/>
                <a:gd name="connsiteX53" fmla="*/ 113115 w 434424"/>
                <a:gd name="connsiteY53" fmla="*/ 250819 h 268851"/>
                <a:gd name="connsiteX54" fmla="*/ 114754 w 434424"/>
                <a:gd name="connsiteY54" fmla="*/ 249179 h 268851"/>
                <a:gd name="connsiteX55" fmla="*/ 118032 w 434424"/>
                <a:gd name="connsiteY55" fmla="*/ 247540 h 268851"/>
                <a:gd name="connsiteX56" fmla="*/ 122950 w 434424"/>
                <a:gd name="connsiteY56" fmla="*/ 245901 h 268851"/>
                <a:gd name="connsiteX57" fmla="*/ 126229 w 434424"/>
                <a:gd name="connsiteY57" fmla="*/ 242622 h 268851"/>
                <a:gd name="connsiteX58" fmla="*/ 127869 w 434424"/>
                <a:gd name="connsiteY58" fmla="*/ 240983 h 268851"/>
                <a:gd name="connsiteX59" fmla="*/ 131147 w 434424"/>
                <a:gd name="connsiteY59" fmla="*/ 239343 h 268851"/>
                <a:gd name="connsiteX60" fmla="*/ 136066 w 434424"/>
                <a:gd name="connsiteY60" fmla="*/ 237704 h 268851"/>
                <a:gd name="connsiteX61" fmla="*/ 140984 w 434424"/>
                <a:gd name="connsiteY61" fmla="*/ 236064 h 268851"/>
                <a:gd name="connsiteX62" fmla="*/ 144262 w 434424"/>
                <a:gd name="connsiteY62" fmla="*/ 236064 h 268851"/>
                <a:gd name="connsiteX63" fmla="*/ 147540 w 434424"/>
                <a:gd name="connsiteY63" fmla="*/ 234425 h 268851"/>
                <a:gd name="connsiteX64" fmla="*/ 152459 w 434424"/>
                <a:gd name="connsiteY64" fmla="*/ 231147 h 268851"/>
                <a:gd name="connsiteX65" fmla="*/ 147540 w 434424"/>
                <a:gd name="connsiteY65" fmla="*/ 232786 h 268851"/>
                <a:gd name="connsiteX66" fmla="*/ 144262 w 434424"/>
                <a:gd name="connsiteY66" fmla="*/ 234425 h 268851"/>
                <a:gd name="connsiteX67" fmla="*/ 147540 w 434424"/>
                <a:gd name="connsiteY67" fmla="*/ 232786 h 268851"/>
                <a:gd name="connsiteX68" fmla="*/ 152459 w 434424"/>
                <a:gd name="connsiteY68" fmla="*/ 229507 h 268851"/>
                <a:gd name="connsiteX69" fmla="*/ 152459 w 434424"/>
                <a:gd name="connsiteY69" fmla="*/ 226229 h 268851"/>
                <a:gd name="connsiteX70" fmla="*/ 157377 w 434424"/>
                <a:gd name="connsiteY70" fmla="*/ 222950 h 268851"/>
                <a:gd name="connsiteX71" fmla="*/ 160656 w 434424"/>
                <a:gd name="connsiteY71" fmla="*/ 221310 h 268851"/>
                <a:gd name="connsiteX72" fmla="*/ 165574 w 434424"/>
                <a:gd name="connsiteY72" fmla="*/ 218032 h 268851"/>
                <a:gd name="connsiteX73" fmla="*/ 168852 w 434424"/>
                <a:gd name="connsiteY73" fmla="*/ 214753 h 268851"/>
                <a:gd name="connsiteX74" fmla="*/ 172130 w 434424"/>
                <a:gd name="connsiteY74" fmla="*/ 211474 h 268851"/>
                <a:gd name="connsiteX75" fmla="*/ 177049 w 434424"/>
                <a:gd name="connsiteY75" fmla="*/ 208196 h 268851"/>
                <a:gd name="connsiteX76" fmla="*/ 180327 w 434424"/>
                <a:gd name="connsiteY76" fmla="*/ 204917 h 268851"/>
                <a:gd name="connsiteX77" fmla="*/ 185246 w 434424"/>
                <a:gd name="connsiteY77" fmla="*/ 201639 h 268851"/>
                <a:gd name="connsiteX78" fmla="*/ 188524 w 434424"/>
                <a:gd name="connsiteY78" fmla="*/ 199999 h 268851"/>
                <a:gd name="connsiteX79" fmla="*/ 193443 w 434424"/>
                <a:gd name="connsiteY79" fmla="*/ 196720 h 268851"/>
                <a:gd name="connsiteX80" fmla="*/ 196720 w 434424"/>
                <a:gd name="connsiteY80" fmla="*/ 193442 h 268851"/>
                <a:gd name="connsiteX81" fmla="*/ 199999 w 434424"/>
                <a:gd name="connsiteY81" fmla="*/ 191803 h 268851"/>
                <a:gd name="connsiteX82" fmla="*/ 203278 w 434424"/>
                <a:gd name="connsiteY82" fmla="*/ 186884 h 268851"/>
                <a:gd name="connsiteX83" fmla="*/ 206557 w 434424"/>
                <a:gd name="connsiteY83" fmla="*/ 183606 h 268851"/>
                <a:gd name="connsiteX84" fmla="*/ 209836 w 434424"/>
                <a:gd name="connsiteY84" fmla="*/ 178688 h 268851"/>
                <a:gd name="connsiteX85" fmla="*/ 213114 w 434424"/>
                <a:gd name="connsiteY85" fmla="*/ 175409 h 268851"/>
                <a:gd name="connsiteX86" fmla="*/ 218033 w 434424"/>
                <a:gd name="connsiteY86" fmla="*/ 172130 h 268851"/>
                <a:gd name="connsiteX87" fmla="*/ 221310 w 434424"/>
                <a:gd name="connsiteY87" fmla="*/ 167213 h 268851"/>
                <a:gd name="connsiteX88" fmla="*/ 226229 w 434424"/>
                <a:gd name="connsiteY88" fmla="*/ 165573 h 268851"/>
                <a:gd name="connsiteX89" fmla="*/ 227868 w 434424"/>
                <a:gd name="connsiteY89" fmla="*/ 163934 h 268851"/>
                <a:gd name="connsiteX90" fmla="*/ 231147 w 434424"/>
                <a:gd name="connsiteY90" fmla="*/ 162294 h 268851"/>
                <a:gd name="connsiteX91" fmla="*/ 234426 w 434424"/>
                <a:gd name="connsiteY91" fmla="*/ 160655 h 268851"/>
                <a:gd name="connsiteX92" fmla="*/ 237704 w 434424"/>
                <a:gd name="connsiteY92" fmla="*/ 160655 h 268851"/>
                <a:gd name="connsiteX93" fmla="*/ 240983 w 434424"/>
                <a:gd name="connsiteY93" fmla="*/ 159016 h 268851"/>
                <a:gd name="connsiteX94" fmla="*/ 245901 w 434424"/>
                <a:gd name="connsiteY94" fmla="*/ 157376 h 268851"/>
                <a:gd name="connsiteX95" fmla="*/ 249179 w 434424"/>
                <a:gd name="connsiteY95" fmla="*/ 155737 h 268851"/>
                <a:gd name="connsiteX96" fmla="*/ 252458 w 434424"/>
                <a:gd name="connsiteY96" fmla="*/ 154098 h 268851"/>
                <a:gd name="connsiteX97" fmla="*/ 255737 w 434424"/>
                <a:gd name="connsiteY97" fmla="*/ 152459 h 268851"/>
                <a:gd name="connsiteX98" fmla="*/ 259016 w 434424"/>
                <a:gd name="connsiteY98" fmla="*/ 152459 h 268851"/>
                <a:gd name="connsiteX99" fmla="*/ 263934 w 434424"/>
                <a:gd name="connsiteY99" fmla="*/ 150819 h 268851"/>
                <a:gd name="connsiteX100" fmla="*/ 268852 w 434424"/>
                <a:gd name="connsiteY100" fmla="*/ 149180 h 268851"/>
                <a:gd name="connsiteX101" fmla="*/ 270491 w 434424"/>
                <a:gd name="connsiteY101" fmla="*/ 147540 h 268851"/>
                <a:gd name="connsiteX102" fmla="*/ 273769 w 434424"/>
                <a:gd name="connsiteY102" fmla="*/ 147540 h 268851"/>
                <a:gd name="connsiteX103" fmla="*/ 277048 w 434424"/>
                <a:gd name="connsiteY103" fmla="*/ 145901 h 268851"/>
                <a:gd name="connsiteX104" fmla="*/ 280327 w 434424"/>
                <a:gd name="connsiteY104" fmla="*/ 142622 h 268851"/>
                <a:gd name="connsiteX105" fmla="*/ 283606 w 434424"/>
                <a:gd name="connsiteY105" fmla="*/ 140983 h 268851"/>
                <a:gd name="connsiteX106" fmla="*/ 288524 w 434424"/>
                <a:gd name="connsiteY106" fmla="*/ 144262 h 268851"/>
                <a:gd name="connsiteX107" fmla="*/ 285245 w 434424"/>
                <a:gd name="connsiteY107" fmla="*/ 144262 h 268851"/>
                <a:gd name="connsiteX108" fmla="*/ 280327 w 434424"/>
                <a:gd name="connsiteY108" fmla="*/ 145901 h 268851"/>
                <a:gd name="connsiteX109" fmla="*/ 283606 w 434424"/>
                <a:gd name="connsiteY109" fmla="*/ 145901 h 268851"/>
                <a:gd name="connsiteX110" fmla="*/ 288524 w 434424"/>
                <a:gd name="connsiteY110" fmla="*/ 145901 h 268851"/>
                <a:gd name="connsiteX111" fmla="*/ 293442 w 434424"/>
                <a:gd name="connsiteY111" fmla="*/ 147540 h 268851"/>
                <a:gd name="connsiteX112" fmla="*/ 296721 w 434424"/>
                <a:gd name="connsiteY112" fmla="*/ 144262 h 268851"/>
                <a:gd name="connsiteX113" fmla="*/ 299999 w 434424"/>
                <a:gd name="connsiteY113" fmla="*/ 147540 h 268851"/>
                <a:gd name="connsiteX114" fmla="*/ 303277 w 434424"/>
                <a:gd name="connsiteY114" fmla="*/ 144262 h 268851"/>
                <a:gd name="connsiteX115" fmla="*/ 306556 w 434424"/>
                <a:gd name="connsiteY115" fmla="*/ 140983 h 268851"/>
                <a:gd name="connsiteX116" fmla="*/ 303277 w 434424"/>
                <a:gd name="connsiteY116" fmla="*/ 137704 h 268851"/>
                <a:gd name="connsiteX117" fmla="*/ 299999 w 434424"/>
                <a:gd name="connsiteY117" fmla="*/ 137704 h 268851"/>
                <a:gd name="connsiteX118" fmla="*/ 296721 w 434424"/>
                <a:gd name="connsiteY118" fmla="*/ 136065 h 268851"/>
                <a:gd name="connsiteX119" fmla="*/ 299999 w 434424"/>
                <a:gd name="connsiteY119" fmla="*/ 134426 h 268851"/>
                <a:gd name="connsiteX120" fmla="*/ 301638 w 434424"/>
                <a:gd name="connsiteY120" fmla="*/ 129508 h 268851"/>
                <a:gd name="connsiteX121" fmla="*/ 303277 w 434424"/>
                <a:gd name="connsiteY121" fmla="*/ 126229 h 268851"/>
                <a:gd name="connsiteX122" fmla="*/ 303277 w 434424"/>
                <a:gd name="connsiteY122" fmla="*/ 126229 h 268851"/>
                <a:gd name="connsiteX123" fmla="*/ 306556 w 434424"/>
                <a:gd name="connsiteY123" fmla="*/ 121311 h 268851"/>
                <a:gd name="connsiteX124" fmla="*/ 311474 w 434424"/>
                <a:gd name="connsiteY124" fmla="*/ 118032 h 268851"/>
                <a:gd name="connsiteX125" fmla="*/ 314753 w 434424"/>
                <a:gd name="connsiteY125" fmla="*/ 114754 h 268851"/>
                <a:gd name="connsiteX126" fmla="*/ 319671 w 434424"/>
                <a:gd name="connsiteY126" fmla="*/ 114754 h 268851"/>
                <a:gd name="connsiteX127" fmla="*/ 322950 w 434424"/>
                <a:gd name="connsiteY127" fmla="*/ 113114 h 268851"/>
                <a:gd name="connsiteX128" fmla="*/ 326228 w 434424"/>
                <a:gd name="connsiteY128" fmla="*/ 111475 h 268851"/>
                <a:gd name="connsiteX129" fmla="*/ 331146 w 434424"/>
                <a:gd name="connsiteY129" fmla="*/ 109836 h 268851"/>
                <a:gd name="connsiteX130" fmla="*/ 334425 w 434424"/>
                <a:gd name="connsiteY130" fmla="*/ 108196 h 268851"/>
                <a:gd name="connsiteX131" fmla="*/ 339343 w 434424"/>
                <a:gd name="connsiteY131" fmla="*/ 104917 h 268851"/>
                <a:gd name="connsiteX132" fmla="*/ 342622 w 434424"/>
                <a:gd name="connsiteY132" fmla="*/ 103279 h 268851"/>
                <a:gd name="connsiteX133" fmla="*/ 345901 w 434424"/>
                <a:gd name="connsiteY133" fmla="*/ 100000 h 268851"/>
                <a:gd name="connsiteX134" fmla="*/ 350818 w 434424"/>
                <a:gd name="connsiteY134" fmla="*/ 95082 h 268851"/>
                <a:gd name="connsiteX135" fmla="*/ 354097 w 434424"/>
                <a:gd name="connsiteY135" fmla="*/ 93442 h 268851"/>
                <a:gd name="connsiteX136" fmla="*/ 357376 w 434424"/>
                <a:gd name="connsiteY136" fmla="*/ 90164 h 268851"/>
                <a:gd name="connsiteX137" fmla="*/ 362294 w 434424"/>
                <a:gd name="connsiteY137" fmla="*/ 86885 h 268851"/>
                <a:gd name="connsiteX138" fmla="*/ 365573 w 434424"/>
                <a:gd name="connsiteY138" fmla="*/ 83606 h 268851"/>
                <a:gd name="connsiteX139" fmla="*/ 370491 w 434424"/>
                <a:gd name="connsiteY139" fmla="*/ 81967 h 268851"/>
                <a:gd name="connsiteX140" fmla="*/ 373770 w 434424"/>
                <a:gd name="connsiteY140" fmla="*/ 80327 h 268851"/>
                <a:gd name="connsiteX141" fmla="*/ 378687 w 434424"/>
                <a:gd name="connsiteY141" fmla="*/ 77049 h 268851"/>
                <a:gd name="connsiteX142" fmla="*/ 381966 w 434424"/>
                <a:gd name="connsiteY142" fmla="*/ 75410 h 268851"/>
                <a:gd name="connsiteX143" fmla="*/ 386884 w 434424"/>
                <a:gd name="connsiteY143" fmla="*/ 72131 h 268851"/>
                <a:gd name="connsiteX144" fmla="*/ 386884 w 434424"/>
                <a:gd name="connsiteY144" fmla="*/ 72131 h 268851"/>
                <a:gd name="connsiteX145" fmla="*/ 390163 w 434424"/>
                <a:gd name="connsiteY145" fmla="*/ 67213 h 268851"/>
                <a:gd name="connsiteX146" fmla="*/ 395081 w 434424"/>
                <a:gd name="connsiteY146" fmla="*/ 65573 h 268851"/>
                <a:gd name="connsiteX147" fmla="*/ 399999 w 434424"/>
                <a:gd name="connsiteY147" fmla="*/ 62295 h 268851"/>
                <a:gd name="connsiteX148" fmla="*/ 403277 w 434424"/>
                <a:gd name="connsiteY148" fmla="*/ 60656 h 268851"/>
                <a:gd name="connsiteX149" fmla="*/ 408195 w 434424"/>
                <a:gd name="connsiteY149" fmla="*/ 55737 h 268851"/>
                <a:gd name="connsiteX150" fmla="*/ 409834 w 434424"/>
                <a:gd name="connsiteY150" fmla="*/ 52459 h 268851"/>
                <a:gd name="connsiteX151" fmla="*/ 411474 w 434424"/>
                <a:gd name="connsiteY151" fmla="*/ 49180 h 268851"/>
                <a:gd name="connsiteX152" fmla="*/ 413113 w 434424"/>
                <a:gd name="connsiteY152" fmla="*/ 45902 h 268851"/>
                <a:gd name="connsiteX153" fmla="*/ 411474 w 434424"/>
                <a:gd name="connsiteY153" fmla="*/ 40983 h 268851"/>
                <a:gd name="connsiteX154" fmla="*/ 416392 w 434424"/>
                <a:gd name="connsiteY154" fmla="*/ 37705 h 268851"/>
                <a:gd name="connsiteX155" fmla="*/ 419671 w 434424"/>
                <a:gd name="connsiteY155" fmla="*/ 36066 h 268851"/>
                <a:gd name="connsiteX156" fmla="*/ 424589 w 434424"/>
                <a:gd name="connsiteY156" fmla="*/ 34426 h 268851"/>
                <a:gd name="connsiteX157" fmla="*/ 427868 w 434424"/>
                <a:gd name="connsiteY157" fmla="*/ 31147 h 268851"/>
                <a:gd name="connsiteX158" fmla="*/ 431146 w 434424"/>
                <a:gd name="connsiteY158" fmla="*/ 29508 h 268851"/>
                <a:gd name="connsiteX159" fmla="*/ 434424 w 434424"/>
                <a:gd name="connsiteY159" fmla="*/ 26229 h 268851"/>
                <a:gd name="connsiteX160" fmla="*/ 432785 w 434424"/>
                <a:gd name="connsiteY160" fmla="*/ 29508 h 268851"/>
                <a:gd name="connsiteX161" fmla="*/ 427868 w 434424"/>
                <a:gd name="connsiteY161" fmla="*/ 29508 h 268851"/>
                <a:gd name="connsiteX162" fmla="*/ 424589 w 434424"/>
                <a:gd name="connsiteY162" fmla="*/ 32787 h 268851"/>
                <a:gd name="connsiteX163" fmla="*/ 421310 w 434424"/>
                <a:gd name="connsiteY163" fmla="*/ 32787 h 268851"/>
                <a:gd name="connsiteX164" fmla="*/ 416392 w 434424"/>
                <a:gd name="connsiteY164" fmla="*/ 34426 h 268851"/>
                <a:gd name="connsiteX165" fmla="*/ 416392 w 434424"/>
                <a:gd name="connsiteY165" fmla="*/ 31147 h 268851"/>
                <a:gd name="connsiteX166" fmla="*/ 419671 w 434424"/>
                <a:gd name="connsiteY166" fmla="*/ 31147 h 268851"/>
                <a:gd name="connsiteX167" fmla="*/ 422950 w 434424"/>
                <a:gd name="connsiteY167" fmla="*/ 31147 h 268851"/>
                <a:gd name="connsiteX168" fmla="*/ 427868 w 434424"/>
                <a:gd name="connsiteY168" fmla="*/ 27869 h 268851"/>
                <a:gd name="connsiteX169" fmla="*/ 431146 w 434424"/>
                <a:gd name="connsiteY169" fmla="*/ 24590 h 268851"/>
                <a:gd name="connsiteX170" fmla="*/ 432785 w 434424"/>
                <a:gd name="connsiteY170" fmla="*/ 21312 h 268851"/>
                <a:gd name="connsiteX171" fmla="*/ 427868 w 434424"/>
                <a:gd name="connsiteY171" fmla="*/ 21312 h 268851"/>
                <a:gd name="connsiteX172" fmla="*/ 424589 w 434424"/>
                <a:gd name="connsiteY172" fmla="*/ 22951 h 268851"/>
                <a:gd name="connsiteX173" fmla="*/ 422950 w 434424"/>
                <a:gd name="connsiteY173" fmla="*/ 26229 h 268851"/>
                <a:gd name="connsiteX174" fmla="*/ 419671 w 434424"/>
                <a:gd name="connsiteY174" fmla="*/ 26229 h 268851"/>
                <a:gd name="connsiteX175" fmla="*/ 416392 w 434424"/>
                <a:gd name="connsiteY175" fmla="*/ 29508 h 268851"/>
                <a:gd name="connsiteX176" fmla="*/ 421310 w 434424"/>
                <a:gd name="connsiteY176" fmla="*/ 29508 h 268851"/>
                <a:gd name="connsiteX177" fmla="*/ 416392 w 434424"/>
                <a:gd name="connsiteY177" fmla="*/ 31147 h 268851"/>
                <a:gd name="connsiteX178" fmla="*/ 413113 w 434424"/>
                <a:gd name="connsiteY178" fmla="*/ 32787 h 268851"/>
                <a:gd name="connsiteX179" fmla="*/ 409834 w 434424"/>
                <a:gd name="connsiteY179" fmla="*/ 32787 h 268851"/>
                <a:gd name="connsiteX180" fmla="*/ 413113 w 434424"/>
                <a:gd name="connsiteY180" fmla="*/ 31147 h 268851"/>
                <a:gd name="connsiteX181" fmla="*/ 416392 w 434424"/>
                <a:gd name="connsiteY181" fmla="*/ 26229 h 268851"/>
                <a:gd name="connsiteX182" fmla="*/ 419671 w 434424"/>
                <a:gd name="connsiteY182" fmla="*/ 24590 h 268851"/>
                <a:gd name="connsiteX183" fmla="*/ 416392 w 434424"/>
                <a:gd name="connsiteY183" fmla="*/ 22951 h 268851"/>
                <a:gd name="connsiteX184" fmla="*/ 419671 w 434424"/>
                <a:gd name="connsiteY184" fmla="*/ 21312 h 268851"/>
                <a:gd name="connsiteX185" fmla="*/ 424589 w 434424"/>
                <a:gd name="connsiteY185" fmla="*/ 18033 h 268851"/>
                <a:gd name="connsiteX186" fmla="*/ 419671 w 434424"/>
                <a:gd name="connsiteY186" fmla="*/ 19672 h 268851"/>
                <a:gd name="connsiteX187" fmla="*/ 416392 w 434424"/>
                <a:gd name="connsiteY187" fmla="*/ 21312 h 268851"/>
                <a:gd name="connsiteX188" fmla="*/ 411474 w 434424"/>
                <a:gd name="connsiteY188" fmla="*/ 24590 h 268851"/>
                <a:gd name="connsiteX189" fmla="*/ 408195 w 434424"/>
                <a:gd name="connsiteY189" fmla="*/ 24590 h 268851"/>
                <a:gd name="connsiteX190" fmla="*/ 404916 w 434424"/>
                <a:gd name="connsiteY190" fmla="*/ 26229 h 268851"/>
                <a:gd name="connsiteX191" fmla="*/ 401638 w 434424"/>
                <a:gd name="connsiteY191" fmla="*/ 27869 h 268851"/>
                <a:gd name="connsiteX192" fmla="*/ 396720 w 434424"/>
                <a:gd name="connsiteY192" fmla="*/ 29508 h 268851"/>
                <a:gd name="connsiteX193" fmla="*/ 393441 w 434424"/>
                <a:gd name="connsiteY193" fmla="*/ 32787 h 268851"/>
                <a:gd name="connsiteX194" fmla="*/ 388523 w 434424"/>
                <a:gd name="connsiteY194" fmla="*/ 34426 h 268851"/>
                <a:gd name="connsiteX195" fmla="*/ 385244 w 434424"/>
                <a:gd name="connsiteY195" fmla="*/ 32787 h 268851"/>
                <a:gd name="connsiteX196" fmla="*/ 386884 w 434424"/>
                <a:gd name="connsiteY196" fmla="*/ 29508 h 268851"/>
                <a:gd name="connsiteX197" fmla="*/ 388523 w 434424"/>
                <a:gd name="connsiteY197" fmla="*/ 24590 h 268851"/>
                <a:gd name="connsiteX198" fmla="*/ 388523 w 434424"/>
                <a:gd name="connsiteY198" fmla="*/ 22951 h 268851"/>
                <a:gd name="connsiteX199" fmla="*/ 393441 w 434424"/>
                <a:gd name="connsiteY199" fmla="*/ 19672 h 268851"/>
                <a:gd name="connsiteX200" fmla="*/ 395081 w 434424"/>
                <a:gd name="connsiteY200" fmla="*/ 16393 h 268851"/>
                <a:gd name="connsiteX201" fmla="*/ 395081 w 434424"/>
                <a:gd name="connsiteY201" fmla="*/ 11476 h 268851"/>
                <a:gd name="connsiteX202" fmla="*/ 391802 w 434424"/>
                <a:gd name="connsiteY202" fmla="*/ 13115 h 268851"/>
                <a:gd name="connsiteX203" fmla="*/ 388523 w 434424"/>
                <a:gd name="connsiteY203" fmla="*/ 13115 h 268851"/>
                <a:gd name="connsiteX204" fmla="*/ 386884 w 434424"/>
                <a:gd name="connsiteY204" fmla="*/ 11476 h 268851"/>
                <a:gd name="connsiteX205" fmla="*/ 388523 w 434424"/>
                <a:gd name="connsiteY205" fmla="*/ 8197 h 268851"/>
                <a:gd name="connsiteX206" fmla="*/ 388523 w 434424"/>
                <a:gd name="connsiteY206" fmla="*/ 6557 h 268851"/>
                <a:gd name="connsiteX207" fmla="*/ 391802 w 434424"/>
                <a:gd name="connsiteY207" fmla="*/ 3279 h 268851"/>
                <a:gd name="connsiteX208" fmla="*/ 396720 w 434424"/>
                <a:gd name="connsiteY208" fmla="*/ 0 h 268851"/>
                <a:gd name="connsiteX209" fmla="*/ 399999 w 434424"/>
                <a:gd name="connsiteY209" fmla="*/ 0 h 268851"/>
                <a:gd name="connsiteX210" fmla="*/ 403277 w 434424"/>
                <a:gd name="connsiteY210" fmla="*/ 1639 h 268851"/>
                <a:gd name="connsiteX211" fmla="*/ 399999 w 434424"/>
                <a:gd name="connsiteY211" fmla="*/ 0 h 268851"/>
                <a:gd name="connsiteX212" fmla="*/ 396720 w 434424"/>
                <a:gd name="connsiteY212" fmla="*/ 0 h 268851"/>
                <a:gd name="connsiteX213" fmla="*/ 391802 w 434424"/>
                <a:gd name="connsiteY213" fmla="*/ 0 h 268851"/>
                <a:gd name="connsiteX214" fmla="*/ 388523 w 434424"/>
                <a:gd name="connsiteY214" fmla="*/ 3279 h 268851"/>
                <a:gd name="connsiteX215" fmla="*/ 385244 w 434424"/>
                <a:gd name="connsiteY215" fmla="*/ 3279 h 268851"/>
                <a:gd name="connsiteX216" fmla="*/ 380326 w 434424"/>
                <a:gd name="connsiteY216" fmla="*/ 6557 h 268851"/>
                <a:gd name="connsiteX217" fmla="*/ 377047 w 434424"/>
                <a:gd name="connsiteY217" fmla="*/ 8197 h 268851"/>
                <a:gd name="connsiteX218" fmla="*/ 372130 w 434424"/>
                <a:gd name="connsiteY218" fmla="*/ 9836 h 268851"/>
                <a:gd name="connsiteX219" fmla="*/ 368851 w 434424"/>
                <a:gd name="connsiteY219" fmla="*/ 11476 h 268851"/>
                <a:gd name="connsiteX220" fmla="*/ 365573 w 434424"/>
                <a:gd name="connsiteY220" fmla="*/ 13115 h 268851"/>
                <a:gd name="connsiteX221" fmla="*/ 360654 w 434424"/>
                <a:gd name="connsiteY221" fmla="*/ 16393 h 268851"/>
                <a:gd name="connsiteX222" fmla="*/ 359015 w 434424"/>
                <a:gd name="connsiteY222" fmla="*/ 21312 h 268851"/>
                <a:gd name="connsiteX223" fmla="*/ 355736 w 434424"/>
                <a:gd name="connsiteY223" fmla="*/ 24590 h 268851"/>
                <a:gd name="connsiteX224" fmla="*/ 352457 w 434424"/>
                <a:gd name="connsiteY224" fmla="*/ 27869 h 268851"/>
                <a:gd name="connsiteX225" fmla="*/ 350818 w 434424"/>
                <a:gd name="connsiteY225" fmla="*/ 32787 h 268851"/>
                <a:gd name="connsiteX226" fmla="*/ 347540 w 434424"/>
                <a:gd name="connsiteY226" fmla="*/ 34426 h 268851"/>
                <a:gd name="connsiteX227" fmla="*/ 344261 w 434424"/>
                <a:gd name="connsiteY227" fmla="*/ 37705 h 268851"/>
                <a:gd name="connsiteX228" fmla="*/ 339343 w 434424"/>
                <a:gd name="connsiteY228" fmla="*/ 40983 h 268851"/>
                <a:gd name="connsiteX229" fmla="*/ 336064 w 434424"/>
                <a:gd name="connsiteY229" fmla="*/ 44262 h 268851"/>
                <a:gd name="connsiteX230" fmla="*/ 332786 w 434424"/>
                <a:gd name="connsiteY230" fmla="*/ 47541 h 268851"/>
                <a:gd name="connsiteX231" fmla="*/ 329507 w 434424"/>
                <a:gd name="connsiteY231" fmla="*/ 49180 h 268851"/>
                <a:gd name="connsiteX232" fmla="*/ 324589 w 434424"/>
                <a:gd name="connsiteY232" fmla="*/ 52459 h 268851"/>
                <a:gd name="connsiteX233" fmla="*/ 321311 w 434424"/>
                <a:gd name="connsiteY233" fmla="*/ 54098 h 268851"/>
                <a:gd name="connsiteX234" fmla="*/ 316393 w 434424"/>
                <a:gd name="connsiteY234" fmla="*/ 54098 h 268851"/>
                <a:gd name="connsiteX235" fmla="*/ 314753 w 434424"/>
                <a:gd name="connsiteY235" fmla="*/ 54098 h 268851"/>
                <a:gd name="connsiteX236" fmla="*/ 311474 w 434424"/>
                <a:gd name="connsiteY236" fmla="*/ 55737 h 268851"/>
                <a:gd name="connsiteX237" fmla="*/ 308196 w 434424"/>
                <a:gd name="connsiteY237" fmla="*/ 59016 h 268851"/>
                <a:gd name="connsiteX238" fmla="*/ 303277 w 434424"/>
                <a:gd name="connsiteY238" fmla="*/ 62295 h 268851"/>
                <a:gd name="connsiteX239" fmla="*/ 299999 w 434424"/>
                <a:gd name="connsiteY239" fmla="*/ 67213 h 268851"/>
                <a:gd name="connsiteX240" fmla="*/ 295081 w 434424"/>
                <a:gd name="connsiteY240" fmla="*/ 70492 h 268851"/>
                <a:gd name="connsiteX241" fmla="*/ 291803 w 434424"/>
                <a:gd name="connsiteY241" fmla="*/ 75410 h 268851"/>
                <a:gd name="connsiteX242" fmla="*/ 288524 w 434424"/>
                <a:gd name="connsiteY242" fmla="*/ 80327 h 268851"/>
                <a:gd name="connsiteX243" fmla="*/ 283606 w 434424"/>
                <a:gd name="connsiteY243" fmla="*/ 81967 h 268851"/>
                <a:gd name="connsiteX244" fmla="*/ 280327 w 434424"/>
                <a:gd name="connsiteY244" fmla="*/ 85246 h 268851"/>
                <a:gd name="connsiteX245" fmla="*/ 280327 w 434424"/>
                <a:gd name="connsiteY245" fmla="*/ 85246 h 268851"/>
                <a:gd name="connsiteX246" fmla="*/ 275409 w 434424"/>
                <a:gd name="connsiteY246" fmla="*/ 90164 h 268851"/>
                <a:gd name="connsiteX247" fmla="*/ 272131 w 434424"/>
                <a:gd name="connsiteY247" fmla="*/ 91803 h 268851"/>
                <a:gd name="connsiteX248" fmla="*/ 267213 w 434424"/>
                <a:gd name="connsiteY248" fmla="*/ 95082 h 268851"/>
                <a:gd name="connsiteX249" fmla="*/ 263934 w 434424"/>
                <a:gd name="connsiteY249" fmla="*/ 96721 h 268851"/>
                <a:gd name="connsiteX250" fmla="*/ 262294 w 434424"/>
                <a:gd name="connsiteY250" fmla="*/ 98360 h 268851"/>
                <a:gd name="connsiteX251" fmla="*/ 259016 w 434424"/>
                <a:gd name="connsiteY251" fmla="*/ 100000 h 268851"/>
                <a:gd name="connsiteX252" fmla="*/ 254097 w 434424"/>
                <a:gd name="connsiteY252" fmla="*/ 103279 h 268851"/>
                <a:gd name="connsiteX253" fmla="*/ 250819 w 434424"/>
                <a:gd name="connsiteY253" fmla="*/ 104917 h 268851"/>
                <a:gd name="connsiteX254" fmla="*/ 245901 w 434424"/>
                <a:gd name="connsiteY254" fmla="*/ 106557 h 268851"/>
                <a:gd name="connsiteX255" fmla="*/ 242623 w 434424"/>
                <a:gd name="connsiteY255" fmla="*/ 108196 h 268851"/>
                <a:gd name="connsiteX256" fmla="*/ 239344 w 434424"/>
                <a:gd name="connsiteY256" fmla="*/ 109836 h 268851"/>
                <a:gd name="connsiteX257" fmla="*/ 234426 w 434424"/>
                <a:gd name="connsiteY257" fmla="*/ 111475 h 268851"/>
                <a:gd name="connsiteX258" fmla="*/ 234426 w 434424"/>
                <a:gd name="connsiteY258" fmla="*/ 111475 h 268851"/>
                <a:gd name="connsiteX259" fmla="*/ 229507 w 434424"/>
                <a:gd name="connsiteY259" fmla="*/ 113114 h 268851"/>
                <a:gd name="connsiteX260" fmla="*/ 226229 w 434424"/>
                <a:gd name="connsiteY260" fmla="*/ 114754 h 268851"/>
                <a:gd name="connsiteX261" fmla="*/ 221310 w 434424"/>
                <a:gd name="connsiteY261" fmla="*/ 118032 h 268851"/>
                <a:gd name="connsiteX262" fmla="*/ 218033 w 434424"/>
                <a:gd name="connsiteY262" fmla="*/ 119672 h 268851"/>
                <a:gd name="connsiteX263" fmla="*/ 214754 w 434424"/>
                <a:gd name="connsiteY263" fmla="*/ 121311 h 268851"/>
                <a:gd name="connsiteX264" fmla="*/ 209836 w 434424"/>
                <a:gd name="connsiteY264" fmla="*/ 122950 h 268851"/>
                <a:gd name="connsiteX265" fmla="*/ 206557 w 434424"/>
                <a:gd name="connsiteY265" fmla="*/ 126229 h 268851"/>
                <a:gd name="connsiteX266" fmla="*/ 203278 w 434424"/>
                <a:gd name="connsiteY266" fmla="*/ 126229 h 268851"/>
                <a:gd name="connsiteX267" fmla="*/ 198360 w 434424"/>
                <a:gd name="connsiteY267" fmla="*/ 127869 h 268851"/>
                <a:gd name="connsiteX268" fmla="*/ 195081 w 434424"/>
                <a:gd name="connsiteY268" fmla="*/ 131147 h 268851"/>
                <a:gd name="connsiteX269" fmla="*/ 191803 w 434424"/>
                <a:gd name="connsiteY269" fmla="*/ 132786 h 268851"/>
                <a:gd name="connsiteX270" fmla="*/ 186885 w 434424"/>
                <a:gd name="connsiteY270" fmla="*/ 136065 h 268851"/>
                <a:gd name="connsiteX271" fmla="*/ 183606 w 434424"/>
                <a:gd name="connsiteY271" fmla="*/ 136065 h 268851"/>
                <a:gd name="connsiteX272" fmla="*/ 178688 w 434424"/>
                <a:gd name="connsiteY272" fmla="*/ 137704 h 268851"/>
                <a:gd name="connsiteX273" fmla="*/ 175409 w 434424"/>
                <a:gd name="connsiteY273" fmla="*/ 139344 h 268851"/>
                <a:gd name="connsiteX274" fmla="*/ 170491 w 434424"/>
                <a:gd name="connsiteY274" fmla="*/ 140983 h 268851"/>
                <a:gd name="connsiteX275" fmla="*/ 165574 w 434424"/>
                <a:gd name="connsiteY275" fmla="*/ 142622 h 268851"/>
                <a:gd name="connsiteX276" fmla="*/ 162295 w 434424"/>
                <a:gd name="connsiteY276" fmla="*/ 144262 h 268851"/>
                <a:gd name="connsiteX277" fmla="*/ 160656 w 434424"/>
                <a:gd name="connsiteY277" fmla="*/ 145901 h 268851"/>
                <a:gd name="connsiteX278" fmla="*/ 157377 w 434424"/>
                <a:gd name="connsiteY278" fmla="*/ 147540 h 268851"/>
                <a:gd name="connsiteX279" fmla="*/ 152459 w 434424"/>
                <a:gd name="connsiteY279" fmla="*/ 149180 h 268851"/>
                <a:gd name="connsiteX280" fmla="*/ 149180 w 434424"/>
                <a:gd name="connsiteY280" fmla="*/ 150819 h 268851"/>
                <a:gd name="connsiteX281" fmla="*/ 144262 w 434424"/>
                <a:gd name="connsiteY281" fmla="*/ 152459 h 268851"/>
                <a:gd name="connsiteX282" fmla="*/ 140984 w 434424"/>
                <a:gd name="connsiteY282" fmla="*/ 150819 h 268851"/>
                <a:gd name="connsiteX283" fmla="*/ 137705 w 434424"/>
                <a:gd name="connsiteY283" fmla="*/ 152459 h 268851"/>
                <a:gd name="connsiteX284" fmla="*/ 132787 w 434424"/>
                <a:gd name="connsiteY284" fmla="*/ 152459 h 268851"/>
                <a:gd name="connsiteX285" fmla="*/ 129508 w 434424"/>
                <a:gd name="connsiteY285" fmla="*/ 154098 h 268851"/>
                <a:gd name="connsiteX286" fmla="*/ 124590 w 434424"/>
                <a:gd name="connsiteY286" fmla="*/ 159016 h 268851"/>
                <a:gd name="connsiteX287" fmla="*/ 121311 w 434424"/>
                <a:gd name="connsiteY287" fmla="*/ 160655 h 268851"/>
                <a:gd name="connsiteX288" fmla="*/ 116394 w 434424"/>
                <a:gd name="connsiteY288" fmla="*/ 162294 h 268851"/>
                <a:gd name="connsiteX289" fmla="*/ 113115 w 434424"/>
                <a:gd name="connsiteY289" fmla="*/ 163934 h 268851"/>
                <a:gd name="connsiteX290" fmla="*/ 111476 w 434424"/>
                <a:gd name="connsiteY290" fmla="*/ 167213 h 268851"/>
                <a:gd name="connsiteX291" fmla="*/ 108197 w 434424"/>
                <a:gd name="connsiteY291" fmla="*/ 167213 h 268851"/>
                <a:gd name="connsiteX292" fmla="*/ 104918 w 434424"/>
                <a:gd name="connsiteY292" fmla="*/ 170491 h 268851"/>
                <a:gd name="connsiteX293" fmla="*/ 100000 w 434424"/>
                <a:gd name="connsiteY293" fmla="*/ 172130 h 268851"/>
                <a:gd name="connsiteX294" fmla="*/ 96721 w 434424"/>
                <a:gd name="connsiteY294" fmla="*/ 175409 h 268851"/>
                <a:gd name="connsiteX295" fmla="*/ 93442 w 434424"/>
                <a:gd name="connsiteY295" fmla="*/ 178688 h 268851"/>
                <a:gd name="connsiteX296" fmla="*/ 93442 w 434424"/>
                <a:gd name="connsiteY296" fmla="*/ 181966 h 268851"/>
                <a:gd name="connsiteX297" fmla="*/ 91803 w 434424"/>
                <a:gd name="connsiteY297" fmla="*/ 178688 h 268851"/>
                <a:gd name="connsiteX298" fmla="*/ 86886 w 434424"/>
                <a:gd name="connsiteY298" fmla="*/ 180327 h 268851"/>
                <a:gd name="connsiteX299" fmla="*/ 83607 w 434424"/>
                <a:gd name="connsiteY299" fmla="*/ 181966 h 268851"/>
                <a:gd name="connsiteX300" fmla="*/ 78689 w 434424"/>
                <a:gd name="connsiteY300" fmla="*/ 185245 h 268851"/>
                <a:gd name="connsiteX301" fmla="*/ 77049 w 434424"/>
                <a:gd name="connsiteY301" fmla="*/ 186884 h 268851"/>
                <a:gd name="connsiteX302" fmla="*/ 73770 w 434424"/>
                <a:gd name="connsiteY302" fmla="*/ 186884 h 268851"/>
                <a:gd name="connsiteX303" fmla="*/ 68852 w 434424"/>
                <a:gd name="connsiteY303" fmla="*/ 190163 h 268851"/>
                <a:gd name="connsiteX304" fmla="*/ 67213 w 434424"/>
                <a:gd name="connsiteY304" fmla="*/ 193442 h 268851"/>
                <a:gd name="connsiteX305" fmla="*/ 63935 w 434424"/>
                <a:gd name="connsiteY305" fmla="*/ 191803 h 268851"/>
                <a:gd name="connsiteX306" fmla="*/ 59017 w 434424"/>
                <a:gd name="connsiteY306" fmla="*/ 195081 h 268851"/>
                <a:gd name="connsiteX307" fmla="*/ 60656 w 434424"/>
                <a:gd name="connsiteY307" fmla="*/ 198360 h 268851"/>
                <a:gd name="connsiteX308" fmla="*/ 57377 w 434424"/>
                <a:gd name="connsiteY308" fmla="*/ 198360 h 268851"/>
                <a:gd name="connsiteX309" fmla="*/ 52459 w 434424"/>
                <a:gd name="connsiteY309" fmla="*/ 199999 h 268851"/>
                <a:gd name="connsiteX310" fmla="*/ 49180 w 434424"/>
                <a:gd name="connsiteY310" fmla="*/ 203278 h 268851"/>
                <a:gd name="connsiteX311" fmla="*/ 45902 w 434424"/>
                <a:gd name="connsiteY311" fmla="*/ 203278 h 268851"/>
                <a:gd name="connsiteX312" fmla="*/ 44262 w 434424"/>
                <a:gd name="connsiteY312" fmla="*/ 208196 h 268851"/>
                <a:gd name="connsiteX313" fmla="*/ 47541 w 434424"/>
                <a:gd name="connsiteY313" fmla="*/ 208196 h 268851"/>
                <a:gd name="connsiteX314" fmla="*/ 42623 w 434424"/>
                <a:gd name="connsiteY314" fmla="*/ 209835 h 268851"/>
                <a:gd name="connsiteX315" fmla="*/ 42623 w 434424"/>
                <a:gd name="connsiteY315" fmla="*/ 213114 h 268851"/>
                <a:gd name="connsiteX316" fmla="*/ 39344 w 434424"/>
                <a:gd name="connsiteY316" fmla="*/ 218032 h 268851"/>
                <a:gd name="connsiteX317" fmla="*/ 40983 w 434424"/>
                <a:gd name="connsiteY317" fmla="*/ 213114 h 268851"/>
                <a:gd name="connsiteX318" fmla="*/ 37706 w 434424"/>
                <a:gd name="connsiteY318" fmla="*/ 214753 h 268851"/>
                <a:gd name="connsiteX319" fmla="*/ 37706 w 434424"/>
                <a:gd name="connsiteY319" fmla="*/ 211474 h 268851"/>
                <a:gd name="connsiteX320" fmla="*/ 34427 w 434424"/>
                <a:gd name="connsiteY320" fmla="*/ 209835 h 268851"/>
                <a:gd name="connsiteX321" fmla="*/ 34427 w 434424"/>
                <a:gd name="connsiteY321" fmla="*/ 214753 h 268851"/>
                <a:gd name="connsiteX322" fmla="*/ 29509 w 434424"/>
                <a:gd name="connsiteY322" fmla="*/ 214753 h 268851"/>
                <a:gd name="connsiteX323" fmla="*/ 26230 w 434424"/>
                <a:gd name="connsiteY323" fmla="*/ 218032 h 268851"/>
                <a:gd name="connsiteX324" fmla="*/ 22951 w 434424"/>
                <a:gd name="connsiteY324" fmla="*/ 219671 h 268851"/>
                <a:gd name="connsiteX325" fmla="*/ 26230 w 434424"/>
                <a:gd name="connsiteY325" fmla="*/ 221310 h 268851"/>
                <a:gd name="connsiteX326" fmla="*/ 31148 w 434424"/>
                <a:gd name="connsiteY326" fmla="*/ 219671 h 268851"/>
                <a:gd name="connsiteX327" fmla="*/ 34427 w 434424"/>
                <a:gd name="connsiteY327" fmla="*/ 218032 h 268851"/>
                <a:gd name="connsiteX328" fmla="*/ 31148 w 434424"/>
                <a:gd name="connsiteY328" fmla="*/ 219671 h 268851"/>
                <a:gd name="connsiteX329" fmla="*/ 26230 w 434424"/>
                <a:gd name="connsiteY329" fmla="*/ 221310 h 268851"/>
                <a:gd name="connsiteX330" fmla="*/ 22951 w 434424"/>
                <a:gd name="connsiteY330" fmla="*/ 222950 h 268851"/>
                <a:gd name="connsiteX331" fmla="*/ 26230 w 434424"/>
                <a:gd name="connsiteY331" fmla="*/ 222950 h 268851"/>
                <a:gd name="connsiteX332" fmla="*/ 29509 w 434424"/>
                <a:gd name="connsiteY332" fmla="*/ 222950 h 268851"/>
                <a:gd name="connsiteX333" fmla="*/ 26230 w 434424"/>
                <a:gd name="connsiteY333" fmla="*/ 224589 h 268851"/>
                <a:gd name="connsiteX334" fmla="*/ 21312 w 434424"/>
                <a:gd name="connsiteY334" fmla="*/ 224589 h 268851"/>
                <a:gd name="connsiteX335" fmla="*/ 26230 w 434424"/>
                <a:gd name="connsiteY335" fmla="*/ 226229 h 268851"/>
                <a:gd name="connsiteX336" fmla="*/ 21312 w 434424"/>
                <a:gd name="connsiteY336" fmla="*/ 229507 h 268851"/>
                <a:gd name="connsiteX337" fmla="*/ 18033 w 434424"/>
                <a:gd name="connsiteY337" fmla="*/ 229507 h 268851"/>
                <a:gd name="connsiteX338" fmla="*/ 13115 w 434424"/>
                <a:gd name="connsiteY338" fmla="*/ 231147 h 268851"/>
                <a:gd name="connsiteX339" fmla="*/ 9837 w 434424"/>
                <a:gd name="connsiteY339" fmla="*/ 231147 h 268851"/>
                <a:gd name="connsiteX340" fmla="*/ 6558 w 434424"/>
                <a:gd name="connsiteY340" fmla="*/ 232786 h 268851"/>
                <a:gd name="connsiteX341" fmla="*/ 1640 w 434424"/>
                <a:gd name="connsiteY341" fmla="*/ 236064 h 268851"/>
                <a:gd name="connsiteX342" fmla="*/ 0 w 434424"/>
                <a:gd name="connsiteY342" fmla="*/ 239343 h 268851"/>
                <a:gd name="connsiteX343" fmla="*/ 0 w 434424"/>
                <a:gd name="connsiteY343" fmla="*/ 239343 h 26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</a:cxnLst>
              <a:rect l="l" t="t" r="r" b="b"/>
              <a:pathLst>
                <a:path w="434424" h="268851">
                  <a:moveTo>
                    <a:pt x="0" y="239343"/>
                  </a:moveTo>
                  <a:lnTo>
                    <a:pt x="4919" y="239343"/>
                  </a:lnTo>
                  <a:lnTo>
                    <a:pt x="8197" y="236064"/>
                  </a:lnTo>
                  <a:lnTo>
                    <a:pt x="11476" y="234425"/>
                  </a:lnTo>
                  <a:lnTo>
                    <a:pt x="11476" y="237704"/>
                  </a:lnTo>
                  <a:lnTo>
                    <a:pt x="6558" y="239343"/>
                  </a:lnTo>
                  <a:lnTo>
                    <a:pt x="4919" y="242622"/>
                  </a:lnTo>
                  <a:lnTo>
                    <a:pt x="8197" y="242622"/>
                  </a:lnTo>
                  <a:lnTo>
                    <a:pt x="11476" y="239343"/>
                  </a:lnTo>
                  <a:lnTo>
                    <a:pt x="14754" y="237704"/>
                  </a:lnTo>
                  <a:lnTo>
                    <a:pt x="11476" y="239343"/>
                  </a:lnTo>
                  <a:lnTo>
                    <a:pt x="8197" y="242622"/>
                  </a:lnTo>
                  <a:lnTo>
                    <a:pt x="3279" y="244261"/>
                  </a:lnTo>
                  <a:lnTo>
                    <a:pt x="1640" y="249179"/>
                  </a:lnTo>
                  <a:lnTo>
                    <a:pt x="4919" y="249179"/>
                  </a:lnTo>
                  <a:lnTo>
                    <a:pt x="9837" y="249179"/>
                  </a:lnTo>
                  <a:lnTo>
                    <a:pt x="13115" y="250819"/>
                  </a:lnTo>
                  <a:lnTo>
                    <a:pt x="14754" y="250819"/>
                  </a:lnTo>
                  <a:lnTo>
                    <a:pt x="18033" y="250819"/>
                  </a:lnTo>
                  <a:lnTo>
                    <a:pt x="21312" y="250819"/>
                  </a:lnTo>
                  <a:lnTo>
                    <a:pt x="24590" y="247540"/>
                  </a:lnTo>
                  <a:lnTo>
                    <a:pt x="29509" y="245901"/>
                  </a:lnTo>
                  <a:lnTo>
                    <a:pt x="32787" y="247540"/>
                  </a:lnTo>
                  <a:lnTo>
                    <a:pt x="34427" y="252458"/>
                  </a:lnTo>
                  <a:lnTo>
                    <a:pt x="32787" y="257376"/>
                  </a:lnTo>
                  <a:lnTo>
                    <a:pt x="36066" y="257376"/>
                  </a:lnTo>
                  <a:lnTo>
                    <a:pt x="39344" y="255737"/>
                  </a:lnTo>
                  <a:lnTo>
                    <a:pt x="42623" y="254097"/>
                  </a:lnTo>
                  <a:lnTo>
                    <a:pt x="45902" y="255737"/>
                  </a:lnTo>
                  <a:lnTo>
                    <a:pt x="45902" y="260654"/>
                  </a:lnTo>
                  <a:lnTo>
                    <a:pt x="42623" y="262294"/>
                  </a:lnTo>
                  <a:lnTo>
                    <a:pt x="42623" y="265573"/>
                  </a:lnTo>
                  <a:lnTo>
                    <a:pt x="44262" y="265573"/>
                  </a:lnTo>
                  <a:lnTo>
                    <a:pt x="49180" y="263933"/>
                  </a:lnTo>
                  <a:lnTo>
                    <a:pt x="52459" y="265573"/>
                  </a:lnTo>
                  <a:lnTo>
                    <a:pt x="55738" y="263933"/>
                  </a:lnTo>
                  <a:lnTo>
                    <a:pt x="59017" y="263933"/>
                  </a:lnTo>
                  <a:lnTo>
                    <a:pt x="59017" y="268851"/>
                  </a:lnTo>
                  <a:lnTo>
                    <a:pt x="62296" y="268851"/>
                  </a:lnTo>
                  <a:lnTo>
                    <a:pt x="67213" y="268851"/>
                  </a:lnTo>
                  <a:lnTo>
                    <a:pt x="70492" y="267212"/>
                  </a:lnTo>
                  <a:lnTo>
                    <a:pt x="73770" y="267212"/>
                  </a:lnTo>
                  <a:lnTo>
                    <a:pt x="75410" y="267212"/>
                  </a:lnTo>
                  <a:lnTo>
                    <a:pt x="78689" y="267212"/>
                  </a:lnTo>
                  <a:lnTo>
                    <a:pt x="83607" y="263933"/>
                  </a:lnTo>
                  <a:lnTo>
                    <a:pt x="86886" y="263933"/>
                  </a:lnTo>
                  <a:lnTo>
                    <a:pt x="90164" y="262294"/>
                  </a:lnTo>
                  <a:lnTo>
                    <a:pt x="95082" y="260654"/>
                  </a:lnTo>
                  <a:lnTo>
                    <a:pt x="98360" y="259016"/>
                  </a:lnTo>
                  <a:lnTo>
                    <a:pt x="101639" y="255737"/>
                  </a:lnTo>
                  <a:lnTo>
                    <a:pt x="104918" y="254097"/>
                  </a:lnTo>
                  <a:lnTo>
                    <a:pt x="109836" y="252458"/>
                  </a:lnTo>
                  <a:lnTo>
                    <a:pt x="113115" y="250819"/>
                  </a:lnTo>
                  <a:lnTo>
                    <a:pt x="113115" y="250819"/>
                  </a:lnTo>
                  <a:lnTo>
                    <a:pt x="114754" y="249179"/>
                  </a:lnTo>
                  <a:lnTo>
                    <a:pt x="118032" y="247540"/>
                  </a:lnTo>
                  <a:lnTo>
                    <a:pt x="122950" y="245901"/>
                  </a:lnTo>
                  <a:lnTo>
                    <a:pt x="126229" y="242622"/>
                  </a:lnTo>
                  <a:lnTo>
                    <a:pt x="127869" y="240983"/>
                  </a:lnTo>
                  <a:lnTo>
                    <a:pt x="131147" y="239343"/>
                  </a:lnTo>
                  <a:lnTo>
                    <a:pt x="136066" y="237704"/>
                  </a:lnTo>
                  <a:lnTo>
                    <a:pt x="140984" y="236064"/>
                  </a:lnTo>
                  <a:lnTo>
                    <a:pt x="144262" y="236064"/>
                  </a:lnTo>
                  <a:lnTo>
                    <a:pt x="147540" y="234425"/>
                  </a:lnTo>
                  <a:lnTo>
                    <a:pt x="152459" y="231147"/>
                  </a:lnTo>
                  <a:lnTo>
                    <a:pt x="147540" y="232786"/>
                  </a:lnTo>
                  <a:lnTo>
                    <a:pt x="144262" y="234425"/>
                  </a:lnTo>
                  <a:lnTo>
                    <a:pt x="147540" y="232786"/>
                  </a:lnTo>
                  <a:lnTo>
                    <a:pt x="152459" y="229507"/>
                  </a:lnTo>
                  <a:lnTo>
                    <a:pt x="152459" y="226229"/>
                  </a:lnTo>
                  <a:lnTo>
                    <a:pt x="157377" y="222950"/>
                  </a:lnTo>
                  <a:lnTo>
                    <a:pt x="160656" y="221310"/>
                  </a:lnTo>
                  <a:lnTo>
                    <a:pt x="165574" y="218032"/>
                  </a:lnTo>
                  <a:lnTo>
                    <a:pt x="168852" y="214753"/>
                  </a:lnTo>
                  <a:lnTo>
                    <a:pt x="172130" y="211474"/>
                  </a:lnTo>
                  <a:lnTo>
                    <a:pt x="177049" y="208196"/>
                  </a:lnTo>
                  <a:lnTo>
                    <a:pt x="180327" y="204917"/>
                  </a:lnTo>
                  <a:lnTo>
                    <a:pt x="185246" y="201639"/>
                  </a:lnTo>
                  <a:lnTo>
                    <a:pt x="188524" y="199999"/>
                  </a:lnTo>
                  <a:lnTo>
                    <a:pt x="193443" y="196720"/>
                  </a:lnTo>
                  <a:lnTo>
                    <a:pt x="196720" y="193442"/>
                  </a:lnTo>
                  <a:lnTo>
                    <a:pt x="199999" y="191803"/>
                  </a:lnTo>
                  <a:lnTo>
                    <a:pt x="203278" y="186884"/>
                  </a:lnTo>
                  <a:lnTo>
                    <a:pt x="206557" y="183606"/>
                  </a:lnTo>
                  <a:lnTo>
                    <a:pt x="209836" y="178688"/>
                  </a:lnTo>
                  <a:lnTo>
                    <a:pt x="213114" y="175409"/>
                  </a:lnTo>
                  <a:lnTo>
                    <a:pt x="218033" y="172130"/>
                  </a:lnTo>
                  <a:lnTo>
                    <a:pt x="221310" y="167213"/>
                  </a:lnTo>
                  <a:lnTo>
                    <a:pt x="226229" y="165573"/>
                  </a:lnTo>
                  <a:lnTo>
                    <a:pt x="227868" y="163934"/>
                  </a:lnTo>
                  <a:lnTo>
                    <a:pt x="231147" y="162294"/>
                  </a:lnTo>
                  <a:lnTo>
                    <a:pt x="234426" y="160655"/>
                  </a:lnTo>
                  <a:lnTo>
                    <a:pt x="237704" y="160655"/>
                  </a:lnTo>
                  <a:lnTo>
                    <a:pt x="240983" y="159016"/>
                  </a:lnTo>
                  <a:lnTo>
                    <a:pt x="245901" y="157376"/>
                  </a:lnTo>
                  <a:lnTo>
                    <a:pt x="249179" y="155737"/>
                  </a:lnTo>
                  <a:lnTo>
                    <a:pt x="252458" y="154098"/>
                  </a:lnTo>
                  <a:lnTo>
                    <a:pt x="255737" y="152459"/>
                  </a:lnTo>
                  <a:lnTo>
                    <a:pt x="259016" y="152459"/>
                  </a:lnTo>
                  <a:lnTo>
                    <a:pt x="263934" y="150819"/>
                  </a:lnTo>
                  <a:lnTo>
                    <a:pt x="268852" y="149180"/>
                  </a:lnTo>
                  <a:lnTo>
                    <a:pt x="270491" y="147540"/>
                  </a:lnTo>
                  <a:lnTo>
                    <a:pt x="273769" y="147540"/>
                  </a:lnTo>
                  <a:lnTo>
                    <a:pt x="277048" y="145901"/>
                  </a:lnTo>
                  <a:lnTo>
                    <a:pt x="280327" y="142622"/>
                  </a:lnTo>
                  <a:lnTo>
                    <a:pt x="283606" y="140983"/>
                  </a:lnTo>
                  <a:lnTo>
                    <a:pt x="288524" y="144262"/>
                  </a:lnTo>
                  <a:lnTo>
                    <a:pt x="285245" y="144262"/>
                  </a:lnTo>
                  <a:lnTo>
                    <a:pt x="280327" y="145901"/>
                  </a:lnTo>
                  <a:lnTo>
                    <a:pt x="283606" y="145901"/>
                  </a:lnTo>
                  <a:lnTo>
                    <a:pt x="288524" y="145901"/>
                  </a:lnTo>
                  <a:lnTo>
                    <a:pt x="293442" y="147540"/>
                  </a:lnTo>
                  <a:lnTo>
                    <a:pt x="296721" y="144262"/>
                  </a:lnTo>
                  <a:lnTo>
                    <a:pt x="299999" y="147540"/>
                  </a:lnTo>
                  <a:lnTo>
                    <a:pt x="303277" y="144262"/>
                  </a:lnTo>
                  <a:lnTo>
                    <a:pt x="306556" y="140983"/>
                  </a:lnTo>
                  <a:lnTo>
                    <a:pt x="303277" y="137704"/>
                  </a:lnTo>
                  <a:lnTo>
                    <a:pt x="299999" y="137704"/>
                  </a:lnTo>
                  <a:lnTo>
                    <a:pt x="296721" y="136065"/>
                  </a:lnTo>
                  <a:lnTo>
                    <a:pt x="299999" y="134426"/>
                  </a:lnTo>
                  <a:lnTo>
                    <a:pt x="301638" y="129508"/>
                  </a:lnTo>
                  <a:lnTo>
                    <a:pt x="303277" y="126229"/>
                  </a:lnTo>
                  <a:lnTo>
                    <a:pt x="303277" y="126229"/>
                  </a:lnTo>
                  <a:lnTo>
                    <a:pt x="306556" y="121311"/>
                  </a:lnTo>
                  <a:lnTo>
                    <a:pt x="311474" y="118032"/>
                  </a:lnTo>
                  <a:lnTo>
                    <a:pt x="314753" y="114754"/>
                  </a:lnTo>
                  <a:lnTo>
                    <a:pt x="319671" y="114754"/>
                  </a:lnTo>
                  <a:lnTo>
                    <a:pt x="322950" y="113114"/>
                  </a:lnTo>
                  <a:lnTo>
                    <a:pt x="326228" y="111475"/>
                  </a:lnTo>
                  <a:lnTo>
                    <a:pt x="331146" y="109836"/>
                  </a:lnTo>
                  <a:lnTo>
                    <a:pt x="334425" y="108196"/>
                  </a:lnTo>
                  <a:lnTo>
                    <a:pt x="339343" y="104917"/>
                  </a:lnTo>
                  <a:lnTo>
                    <a:pt x="342622" y="103279"/>
                  </a:lnTo>
                  <a:lnTo>
                    <a:pt x="345901" y="100000"/>
                  </a:lnTo>
                  <a:lnTo>
                    <a:pt x="350818" y="95082"/>
                  </a:lnTo>
                  <a:lnTo>
                    <a:pt x="354097" y="93442"/>
                  </a:lnTo>
                  <a:lnTo>
                    <a:pt x="357376" y="90164"/>
                  </a:lnTo>
                  <a:lnTo>
                    <a:pt x="362294" y="86885"/>
                  </a:lnTo>
                  <a:lnTo>
                    <a:pt x="365573" y="83606"/>
                  </a:lnTo>
                  <a:lnTo>
                    <a:pt x="370491" y="81967"/>
                  </a:lnTo>
                  <a:lnTo>
                    <a:pt x="373770" y="80327"/>
                  </a:lnTo>
                  <a:lnTo>
                    <a:pt x="378687" y="77049"/>
                  </a:lnTo>
                  <a:lnTo>
                    <a:pt x="381966" y="75410"/>
                  </a:lnTo>
                  <a:lnTo>
                    <a:pt x="386884" y="72131"/>
                  </a:lnTo>
                  <a:lnTo>
                    <a:pt x="386884" y="72131"/>
                  </a:lnTo>
                  <a:lnTo>
                    <a:pt x="390163" y="67213"/>
                  </a:lnTo>
                  <a:lnTo>
                    <a:pt x="395081" y="65573"/>
                  </a:lnTo>
                  <a:lnTo>
                    <a:pt x="399999" y="62295"/>
                  </a:lnTo>
                  <a:lnTo>
                    <a:pt x="403277" y="60656"/>
                  </a:lnTo>
                  <a:lnTo>
                    <a:pt x="408195" y="55737"/>
                  </a:lnTo>
                  <a:lnTo>
                    <a:pt x="409834" y="52459"/>
                  </a:lnTo>
                  <a:lnTo>
                    <a:pt x="411474" y="49180"/>
                  </a:lnTo>
                  <a:lnTo>
                    <a:pt x="413113" y="45902"/>
                  </a:lnTo>
                  <a:lnTo>
                    <a:pt x="411474" y="40983"/>
                  </a:lnTo>
                  <a:lnTo>
                    <a:pt x="416392" y="37705"/>
                  </a:lnTo>
                  <a:lnTo>
                    <a:pt x="419671" y="36066"/>
                  </a:lnTo>
                  <a:lnTo>
                    <a:pt x="424589" y="34426"/>
                  </a:lnTo>
                  <a:lnTo>
                    <a:pt x="427868" y="31147"/>
                  </a:lnTo>
                  <a:lnTo>
                    <a:pt x="431146" y="29508"/>
                  </a:lnTo>
                  <a:lnTo>
                    <a:pt x="434424" y="26229"/>
                  </a:lnTo>
                  <a:lnTo>
                    <a:pt x="432785" y="29508"/>
                  </a:lnTo>
                  <a:lnTo>
                    <a:pt x="427868" y="29508"/>
                  </a:lnTo>
                  <a:lnTo>
                    <a:pt x="424589" y="32787"/>
                  </a:lnTo>
                  <a:lnTo>
                    <a:pt x="421310" y="32787"/>
                  </a:lnTo>
                  <a:lnTo>
                    <a:pt x="416392" y="34426"/>
                  </a:lnTo>
                  <a:lnTo>
                    <a:pt x="416392" y="31147"/>
                  </a:lnTo>
                  <a:lnTo>
                    <a:pt x="419671" y="31147"/>
                  </a:lnTo>
                  <a:lnTo>
                    <a:pt x="422950" y="31147"/>
                  </a:lnTo>
                  <a:lnTo>
                    <a:pt x="427868" y="27869"/>
                  </a:lnTo>
                  <a:lnTo>
                    <a:pt x="431146" y="24590"/>
                  </a:lnTo>
                  <a:lnTo>
                    <a:pt x="432785" y="21312"/>
                  </a:lnTo>
                  <a:lnTo>
                    <a:pt x="427868" y="21312"/>
                  </a:lnTo>
                  <a:lnTo>
                    <a:pt x="424589" y="22951"/>
                  </a:lnTo>
                  <a:lnTo>
                    <a:pt x="422950" y="26229"/>
                  </a:lnTo>
                  <a:lnTo>
                    <a:pt x="419671" y="26229"/>
                  </a:lnTo>
                  <a:lnTo>
                    <a:pt x="416392" y="29508"/>
                  </a:lnTo>
                  <a:lnTo>
                    <a:pt x="421310" y="29508"/>
                  </a:lnTo>
                  <a:lnTo>
                    <a:pt x="416392" y="31147"/>
                  </a:lnTo>
                  <a:lnTo>
                    <a:pt x="413113" y="32787"/>
                  </a:lnTo>
                  <a:lnTo>
                    <a:pt x="409834" y="32787"/>
                  </a:lnTo>
                  <a:lnTo>
                    <a:pt x="413113" y="31147"/>
                  </a:lnTo>
                  <a:lnTo>
                    <a:pt x="416392" y="26229"/>
                  </a:lnTo>
                  <a:lnTo>
                    <a:pt x="419671" y="24590"/>
                  </a:lnTo>
                  <a:lnTo>
                    <a:pt x="416392" y="22951"/>
                  </a:lnTo>
                  <a:lnTo>
                    <a:pt x="419671" y="21312"/>
                  </a:lnTo>
                  <a:lnTo>
                    <a:pt x="424589" y="18033"/>
                  </a:lnTo>
                  <a:lnTo>
                    <a:pt x="419671" y="19672"/>
                  </a:lnTo>
                  <a:lnTo>
                    <a:pt x="416392" y="21312"/>
                  </a:lnTo>
                  <a:lnTo>
                    <a:pt x="411474" y="24590"/>
                  </a:lnTo>
                  <a:lnTo>
                    <a:pt x="408195" y="24590"/>
                  </a:lnTo>
                  <a:lnTo>
                    <a:pt x="404916" y="26229"/>
                  </a:lnTo>
                  <a:lnTo>
                    <a:pt x="401638" y="27869"/>
                  </a:lnTo>
                  <a:lnTo>
                    <a:pt x="396720" y="29508"/>
                  </a:lnTo>
                  <a:lnTo>
                    <a:pt x="393441" y="32787"/>
                  </a:lnTo>
                  <a:lnTo>
                    <a:pt x="388523" y="34426"/>
                  </a:lnTo>
                  <a:lnTo>
                    <a:pt x="385244" y="32787"/>
                  </a:lnTo>
                  <a:lnTo>
                    <a:pt x="386884" y="29508"/>
                  </a:lnTo>
                  <a:lnTo>
                    <a:pt x="388523" y="24590"/>
                  </a:lnTo>
                  <a:lnTo>
                    <a:pt x="388523" y="22951"/>
                  </a:lnTo>
                  <a:lnTo>
                    <a:pt x="393441" y="19672"/>
                  </a:lnTo>
                  <a:lnTo>
                    <a:pt x="395081" y="16393"/>
                  </a:lnTo>
                  <a:lnTo>
                    <a:pt x="395081" y="11476"/>
                  </a:lnTo>
                  <a:lnTo>
                    <a:pt x="391802" y="13115"/>
                  </a:lnTo>
                  <a:lnTo>
                    <a:pt x="388523" y="13115"/>
                  </a:lnTo>
                  <a:lnTo>
                    <a:pt x="386884" y="11476"/>
                  </a:lnTo>
                  <a:lnTo>
                    <a:pt x="388523" y="8197"/>
                  </a:lnTo>
                  <a:lnTo>
                    <a:pt x="388523" y="6557"/>
                  </a:lnTo>
                  <a:lnTo>
                    <a:pt x="391802" y="3279"/>
                  </a:lnTo>
                  <a:lnTo>
                    <a:pt x="396720" y="0"/>
                  </a:lnTo>
                  <a:lnTo>
                    <a:pt x="399999" y="0"/>
                  </a:lnTo>
                  <a:lnTo>
                    <a:pt x="403277" y="1639"/>
                  </a:lnTo>
                  <a:lnTo>
                    <a:pt x="399999" y="0"/>
                  </a:lnTo>
                  <a:lnTo>
                    <a:pt x="396720" y="0"/>
                  </a:lnTo>
                  <a:lnTo>
                    <a:pt x="391802" y="0"/>
                  </a:lnTo>
                  <a:lnTo>
                    <a:pt x="388523" y="3279"/>
                  </a:lnTo>
                  <a:lnTo>
                    <a:pt x="385244" y="3279"/>
                  </a:lnTo>
                  <a:lnTo>
                    <a:pt x="380326" y="6557"/>
                  </a:lnTo>
                  <a:lnTo>
                    <a:pt x="377047" y="8197"/>
                  </a:lnTo>
                  <a:lnTo>
                    <a:pt x="372130" y="9836"/>
                  </a:lnTo>
                  <a:lnTo>
                    <a:pt x="368851" y="11476"/>
                  </a:lnTo>
                  <a:lnTo>
                    <a:pt x="365573" y="13115"/>
                  </a:lnTo>
                  <a:lnTo>
                    <a:pt x="360654" y="16393"/>
                  </a:lnTo>
                  <a:lnTo>
                    <a:pt x="359015" y="21312"/>
                  </a:lnTo>
                  <a:lnTo>
                    <a:pt x="355736" y="24590"/>
                  </a:lnTo>
                  <a:lnTo>
                    <a:pt x="352457" y="27869"/>
                  </a:lnTo>
                  <a:lnTo>
                    <a:pt x="350818" y="32787"/>
                  </a:lnTo>
                  <a:lnTo>
                    <a:pt x="347540" y="34426"/>
                  </a:lnTo>
                  <a:lnTo>
                    <a:pt x="344261" y="37705"/>
                  </a:lnTo>
                  <a:lnTo>
                    <a:pt x="339343" y="40983"/>
                  </a:lnTo>
                  <a:lnTo>
                    <a:pt x="336064" y="44262"/>
                  </a:lnTo>
                  <a:lnTo>
                    <a:pt x="332786" y="47541"/>
                  </a:lnTo>
                  <a:lnTo>
                    <a:pt x="329507" y="49180"/>
                  </a:lnTo>
                  <a:lnTo>
                    <a:pt x="324589" y="52459"/>
                  </a:lnTo>
                  <a:lnTo>
                    <a:pt x="321311" y="54098"/>
                  </a:lnTo>
                  <a:lnTo>
                    <a:pt x="316393" y="54098"/>
                  </a:lnTo>
                  <a:lnTo>
                    <a:pt x="314753" y="54098"/>
                  </a:lnTo>
                  <a:lnTo>
                    <a:pt x="311474" y="55737"/>
                  </a:lnTo>
                  <a:lnTo>
                    <a:pt x="308196" y="59016"/>
                  </a:lnTo>
                  <a:lnTo>
                    <a:pt x="303277" y="62295"/>
                  </a:lnTo>
                  <a:lnTo>
                    <a:pt x="299999" y="67213"/>
                  </a:lnTo>
                  <a:lnTo>
                    <a:pt x="295081" y="70492"/>
                  </a:lnTo>
                  <a:lnTo>
                    <a:pt x="291803" y="75410"/>
                  </a:lnTo>
                  <a:lnTo>
                    <a:pt x="288524" y="80327"/>
                  </a:lnTo>
                  <a:lnTo>
                    <a:pt x="283606" y="81967"/>
                  </a:lnTo>
                  <a:lnTo>
                    <a:pt x="280327" y="85246"/>
                  </a:lnTo>
                  <a:lnTo>
                    <a:pt x="280327" y="85246"/>
                  </a:lnTo>
                  <a:lnTo>
                    <a:pt x="275409" y="90164"/>
                  </a:lnTo>
                  <a:lnTo>
                    <a:pt x="272131" y="91803"/>
                  </a:lnTo>
                  <a:lnTo>
                    <a:pt x="267213" y="95082"/>
                  </a:lnTo>
                  <a:lnTo>
                    <a:pt x="263934" y="96721"/>
                  </a:lnTo>
                  <a:lnTo>
                    <a:pt x="262294" y="98360"/>
                  </a:lnTo>
                  <a:lnTo>
                    <a:pt x="259016" y="100000"/>
                  </a:lnTo>
                  <a:lnTo>
                    <a:pt x="254097" y="103279"/>
                  </a:lnTo>
                  <a:lnTo>
                    <a:pt x="250819" y="104917"/>
                  </a:lnTo>
                  <a:lnTo>
                    <a:pt x="245901" y="106557"/>
                  </a:lnTo>
                  <a:lnTo>
                    <a:pt x="242623" y="108196"/>
                  </a:lnTo>
                  <a:lnTo>
                    <a:pt x="239344" y="109836"/>
                  </a:lnTo>
                  <a:lnTo>
                    <a:pt x="234426" y="111475"/>
                  </a:lnTo>
                  <a:lnTo>
                    <a:pt x="234426" y="111475"/>
                  </a:lnTo>
                  <a:lnTo>
                    <a:pt x="229507" y="113114"/>
                  </a:lnTo>
                  <a:lnTo>
                    <a:pt x="226229" y="114754"/>
                  </a:lnTo>
                  <a:lnTo>
                    <a:pt x="221310" y="118032"/>
                  </a:lnTo>
                  <a:lnTo>
                    <a:pt x="218033" y="119672"/>
                  </a:lnTo>
                  <a:lnTo>
                    <a:pt x="214754" y="121311"/>
                  </a:lnTo>
                  <a:lnTo>
                    <a:pt x="209836" y="122950"/>
                  </a:lnTo>
                  <a:lnTo>
                    <a:pt x="206557" y="126229"/>
                  </a:lnTo>
                  <a:lnTo>
                    <a:pt x="203278" y="126229"/>
                  </a:lnTo>
                  <a:lnTo>
                    <a:pt x="198360" y="127869"/>
                  </a:lnTo>
                  <a:lnTo>
                    <a:pt x="195081" y="131147"/>
                  </a:lnTo>
                  <a:lnTo>
                    <a:pt x="191803" y="132786"/>
                  </a:lnTo>
                  <a:lnTo>
                    <a:pt x="186885" y="136065"/>
                  </a:lnTo>
                  <a:lnTo>
                    <a:pt x="183606" y="136065"/>
                  </a:lnTo>
                  <a:lnTo>
                    <a:pt x="178688" y="137704"/>
                  </a:lnTo>
                  <a:lnTo>
                    <a:pt x="175409" y="139344"/>
                  </a:lnTo>
                  <a:lnTo>
                    <a:pt x="170491" y="140983"/>
                  </a:lnTo>
                  <a:lnTo>
                    <a:pt x="165574" y="142622"/>
                  </a:lnTo>
                  <a:lnTo>
                    <a:pt x="162295" y="144262"/>
                  </a:lnTo>
                  <a:lnTo>
                    <a:pt x="160656" y="145901"/>
                  </a:lnTo>
                  <a:lnTo>
                    <a:pt x="157377" y="147540"/>
                  </a:lnTo>
                  <a:lnTo>
                    <a:pt x="152459" y="149180"/>
                  </a:lnTo>
                  <a:lnTo>
                    <a:pt x="149180" y="150819"/>
                  </a:lnTo>
                  <a:lnTo>
                    <a:pt x="144262" y="152459"/>
                  </a:lnTo>
                  <a:lnTo>
                    <a:pt x="140984" y="150819"/>
                  </a:lnTo>
                  <a:lnTo>
                    <a:pt x="137705" y="152459"/>
                  </a:lnTo>
                  <a:lnTo>
                    <a:pt x="132787" y="152459"/>
                  </a:lnTo>
                  <a:lnTo>
                    <a:pt x="129508" y="154098"/>
                  </a:lnTo>
                  <a:lnTo>
                    <a:pt x="124590" y="159016"/>
                  </a:lnTo>
                  <a:lnTo>
                    <a:pt x="121311" y="160655"/>
                  </a:lnTo>
                  <a:lnTo>
                    <a:pt x="116394" y="162294"/>
                  </a:lnTo>
                  <a:lnTo>
                    <a:pt x="113115" y="163934"/>
                  </a:lnTo>
                  <a:lnTo>
                    <a:pt x="111476" y="167213"/>
                  </a:lnTo>
                  <a:lnTo>
                    <a:pt x="108197" y="167213"/>
                  </a:lnTo>
                  <a:lnTo>
                    <a:pt x="104918" y="170491"/>
                  </a:lnTo>
                  <a:lnTo>
                    <a:pt x="100000" y="172130"/>
                  </a:lnTo>
                  <a:lnTo>
                    <a:pt x="96721" y="175409"/>
                  </a:lnTo>
                  <a:lnTo>
                    <a:pt x="93442" y="178688"/>
                  </a:lnTo>
                  <a:lnTo>
                    <a:pt x="93442" y="181966"/>
                  </a:lnTo>
                  <a:lnTo>
                    <a:pt x="91803" y="178688"/>
                  </a:lnTo>
                  <a:lnTo>
                    <a:pt x="86886" y="180327"/>
                  </a:lnTo>
                  <a:lnTo>
                    <a:pt x="83607" y="181966"/>
                  </a:lnTo>
                  <a:lnTo>
                    <a:pt x="78689" y="185245"/>
                  </a:lnTo>
                  <a:lnTo>
                    <a:pt x="77049" y="186884"/>
                  </a:lnTo>
                  <a:lnTo>
                    <a:pt x="73770" y="186884"/>
                  </a:lnTo>
                  <a:lnTo>
                    <a:pt x="68852" y="190163"/>
                  </a:lnTo>
                  <a:lnTo>
                    <a:pt x="67213" y="193442"/>
                  </a:lnTo>
                  <a:lnTo>
                    <a:pt x="63935" y="191803"/>
                  </a:lnTo>
                  <a:lnTo>
                    <a:pt x="59017" y="195081"/>
                  </a:lnTo>
                  <a:lnTo>
                    <a:pt x="60656" y="198360"/>
                  </a:lnTo>
                  <a:lnTo>
                    <a:pt x="57377" y="198360"/>
                  </a:lnTo>
                  <a:lnTo>
                    <a:pt x="52459" y="199999"/>
                  </a:lnTo>
                  <a:lnTo>
                    <a:pt x="49180" y="203278"/>
                  </a:lnTo>
                  <a:lnTo>
                    <a:pt x="45902" y="203278"/>
                  </a:lnTo>
                  <a:lnTo>
                    <a:pt x="44262" y="208196"/>
                  </a:lnTo>
                  <a:lnTo>
                    <a:pt x="47541" y="208196"/>
                  </a:lnTo>
                  <a:lnTo>
                    <a:pt x="42623" y="209835"/>
                  </a:lnTo>
                  <a:lnTo>
                    <a:pt x="42623" y="213114"/>
                  </a:lnTo>
                  <a:lnTo>
                    <a:pt x="39344" y="218032"/>
                  </a:lnTo>
                  <a:lnTo>
                    <a:pt x="40983" y="213114"/>
                  </a:lnTo>
                  <a:lnTo>
                    <a:pt x="37706" y="214753"/>
                  </a:lnTo>
                  <a:lnTo>
                    <a:pt x="37706" y="211474"/>
                  </a:lnTo>
                  <a:lnTo>
                    <a:pt x="34427" y="209835"/>
                  </a:lnTo>
                  <a:lnTo>
                    <a:pt x="34427" y="214753"/>
                  </a:lnTo>
                  <a:lnTo>
                    <a:pt x="29509" y="214753"/>
                  </a:lnTo>
                  <a:lnTo>
                    <a:pt x="26230" y="218032"/>
                  </a:lnTo>
                  <a:lnTo>
                    <a:pt x="22951" y="219671"/>
                  </a:lnTo>
                  <a:lnTo>
                    <a:pt x="26230" y="221310"/>
                  </a:lnTo>
                  <a:lnTo>
                    <a:pt x="31148" y="219671"/>
                  </a:lnTo>
                  <a:lnTo>
                    <a:pt x="34427" y="218032"/>
                  </a:lnTo>
                  <a:lnTo>
                    <a:pt x="31148" y="219671"/>
                  </a:lnTo>
                  <a:lnTo>
                    <a:pt x="26230" y="221310"/>
                  </a:lnTo>
                  <a:lnTo>
                    <a:pt x="22951" y="222950"/>
                  </a:lnTo>
                  <a:lnTo>
                    <a:pt x="26230" y="222950"/>
                  </a:lnTo>
                  <a:lnTo>
                    <a:pt x="29509" y="222950"/>
                  </a:lnTo>
                  <a:lnTo>
                    <a:pt x="26230" y="224589"/>
                  </a:lnTo>
                  <a:lnTo>
                    <a:pt x="21312" y="224589"/>
                  </a:lnTo>
                  <a:lnTo>
                    <a:pt x="26230" y="226229"/>
                  </a:lnTo>
                  <a:lnTo>
                    <a:pt x="21312" y="229507"/>
                  </a:lnTo>
                  <a:lnTo>
                    <a:pt x="18033" y="229507"/>
                  </a:lnTo>
                  <a:lnTo>
                    <a:pt x="13115" y="231147"/>
                  </a:lnTo>
                  <a:lnTo>
                    <a:pt x="9837" y="231147"/>
                  </a:lnTo>
                  <a:lnTo>
                    <a:pt x="6558" y="232786"/>
                  </a:lnTo>
                  <a:lnTo>
                    <a:pt x="1640" y="236064"/>
                  </a:lnTo>
                  <a:lnTo>
                    <a:pt x="0" y="239343"/>
                  </a:lnTo>
                  <a:lnTo>
                    <a:pt x="0" y="23934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6" name="Freeform 2925">
              <a:extLst>
                <a:ext uri="{FF2B5EF4-FFF2-40B4-BE49-F238E27FC236}">
                  <a16:creationId xmlns:a16="http://schemas.microsoft.com/office/drawing/2014/main" id="{5854C86F-85F9-1440-BF0F-BEEBBBA5625E}"/>
                </a:ext>
              </a:extLst>
            </p:cNvPr>
            <p:cNvSpPr/>
            <p:nvPr/>
          </p:nvSpPr>
          <p:spPr>
            <a:xfrm>
              <a:off x="11138599" y="6131281"/>
              <a:ext cx="11475" cy="4917"/>
            </a:xfrm>
            <a:custGeom>
              <a:avLst/>
              <a:gdLst>
                <a:gd name="connsiteX0" fmla="*/ 0 w 11475"/>
                <a:gd name="connsiteY0" fmla="*/ 4918 h 4917"/>
                <a:gd name="connsiteX1" fmla="*/ 3279 w 11475"/>
                <a:gd name="connsiteY1" fmla="*/ 4918 h 4917"/>
                <a:gd name="connsiteX2" fmla="*/ 6558 w 11475"/>
                <a:gd name="connsiteY2" fmla="*/ 4918 h 4917"/>
                <a:gd name="connsiteX3" fmla="*/ 9837 w 11475"/>
                <a:gd name="connsiteY3" fmla="*/ 3279 h 4917"/>
                <a:gd name="connsiteX4" fmla="*/ 11476 w 11475"/>
                <a:gd name="connsiteY4" fmla="*/ 0 h 4917"/>
                <a:gd name="connsiteX5" fmla="*/ 8197 w 11475"/>
                <a:gd name="connsiteY5" fmla="*/ 0 h 4917"/>
                <a:gd name="connsiteX6" fmla="*/ 3279 w 11475"/>
                <a:gd name="connsiteY6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4917">
                  <a:moveTo>
                    <a:pt x="0" y="4918"/>
                  </a:moveTo>
                  <a:lnTo>
                    <a:pt x="3279" y="4918"/>
                  </a:lnTo>
                  <a:lnTo>
                    <a:pt x="6558" y="4918"/>
                  </a:lnTo>
                  <a:lnTo>
                    <a:pt x="9837" y="3279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7" name="Freeform 2926">
              <a:extLst>
                <a:ext uri="{FF2B5EF4-FFF2-40B4-BE49-F238E27FC236}">
                  <a16:creationId xmlns:a16="http://schemas.microsoft.com/office/drawing/2014/main" id="{E90B0BE6-3E90-D443-AADC-E578CB94A924}"/>
                </a:ext>
              </a:extLst>
            </p:cNvPr>
            <p:cNvSpPr/>
            <p:nvPr/>
          </p:nvSpPr>
          <p:spPr>
            <a:xfrm>
              <a:off x="11173026" y="6111609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163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8" name="Freeform 2927">
              <a:extLst>
                <a:ext uri="{FF2B5EF4-FFF2-40B4-BE49-F238E27FC236}">
                  <a16:creationId xmlns:a16="http://schemas.microsoft.com/office/drawing/2014/main" id="{84ED0F5F-15E1-D545-BB12-83F48C1D8577}"/>
                </a:ext>
              </a:extLst>
            </p:cNvPr>
            <p:cNvSpPr/>
            <p:nvPr/>
          </p:nvSpPr>
          <p:spPr>
            <a:xfrm>
              <a:off x="11553352" y="5916528"/>
              <a:ext cx="9835" cy="8196"/>
            </a:xfrm>
            <a:custGeom>
              <a:avLst/>
              <a:gdLst>
                <a:gd name="connsiteX0" fmla="*/ 9836 w 9835"/>
                <a:gd name="connsiteY0" fmla="*/ 0 h 8196"/>
                <a:gd name="connsiteX1" fmla="*/ 8197 w 9835"/>
                <a:gd name="connsiteY1" fmla="*/ 1639 h 8196"/>
                <a:gd name="connsiteX2" fmla="*/ 4918 w 9835"/>
                <a:gd name="connsiteY2" fmla="*/ 1639 h 8196"/>
                <a:gd name="connsiteX3" fmla="*/ 0 w 9835"/>
                <a:gd name="connsiteY3" fmla="*/ 4918 h 8196"/>
                <a:gd name="connsiteX4" fmla="*/ 0 w 9835"/>
                <a:gd name="connsiteY4" fmla="*/ 8197 h 8196"/>
                <a:gd name="connsiteX5" fmla="*/ 3278 w 9835"/>
                <a:gd name="connsiteY5" fmla="*/ 8197 h 8196"/>
                <a:gd name="connsiteX6" fmla="*/ 6557 w 9835"/>
                <a:gd name="connsiteY6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5" h="8196">
                  <a:moveTo>
                    <a:pt x="9836" y="0"/>
                  </a:moveTo>
                  <a:lnTo>
                    <a:pt x="8197" y="1639"/>
                  </a:lnTo>
                  <a:lnTo>
                    <a:pt x="4918" y="1639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3278" y="8197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9" name="Freeform 2928">
              <a:extLst>
                <a:ext uri="{FF2B5EF4-FFF2-40B4-BE49-F238E27FC236}">
                  <a16:creationId xmlns:a16="http://schemas.microsoft.com/office/drawing/2014/main" id="{441B68EA-4D68-6D48-B237-2070F61D7AE8}"/>
                </a:ext>
              </a:extLst>
            </p:cNvPr>
            <p:cNvSpPr/>
            <p:nvPr/>
          </p:nvSpPr>
          <p:spPr>
            <a:xfrm>
              <a:off x="11568105" y="5639480"/>
              <a:ext cx="242621" cy="316391"/>
            </a:xfrm>
            <a:custGeom>
              <a:avLst/>
              <a:gdLst>
                <a:gd name="connsiteX0" fmla="*/ 6558 w 242621"/>
                <a:gd name="connsiteY0" fmla="*/ 301638 h 316391"/>
                <a:gd name="connsiteX1" fmla="*/ 6558 w 242621"/>
                <a:gd name="connsiteY1" fmla="*/ 301638 h 316391"/>
                <a:gd name="connsiteX2" fmla="*/ 6558 w 242621"/>
                <a:gd name="connsiteY2" fmla="*/ 306556 h 316391"/>
                <a:gd name="connsiteX3" fmla="*/ 4918 w 242621"/>
                <a:gd name="connsiteY3" fmla="*/ 309835 h 316391"/>
                <a:gd name="connsiteX4" fmla="*/ 8197 w 242621"/>
                <a:gd name="connsiteY4" fmla="*/ 308195 h 316391"/>
                <a:gd name="connsiteX5" fmla="*/ 13114 w 242621"/>
                <a:gd name="connsiteY5" fmla="*/ 308195 h 316391"/>
                <a:gd name="connsiteX6" fmla="*/ 14754 w 242621"/>
                <a:gd name="connsiteY6" fmla="*/ 306556 h 316391"/>
                <a:gd name="connsiteX7" fmla="*/ 14754 w 242621"/>
                <a:gd name="connsiteY7" fmla="*/ 309835 h 316391"/>
                <a:gd name="connsiteX8" fmla="*/ 13114 w 242621"/>
                <a:gd name="connsiteY8" fmla="*/ 314753 h 316391"/>
                <a:gd name="connsiteX9" fmla="*/ 16393 w 242621"/>
                <a:gd name="connsiteY9" fmla="*/ 316392 h 316391"/>
                <a:gd name="connsiteX10" fmla="*/ 21311 w 242621"/>
                <a:gd name="connsiteY10" fmla="*/ 314753 h 316391"/>
                <a:gd name="connsiteX11" fmla="*/ 24590 w 242621"/>
                <a:gd name="connsiteY11" fmla="*/ 313113 h 316391"/>
                <a:gd name="connsiteX12" fmla="*/ 27869 w 242621"/>
                <a:gd name="connsiteY12" fmla="*/ 311474 h 316391"/>
                <a:gd name="connsiteX13" fmla="*/ 32787 w 242621"/>
                <a:gd name="connsiteY13" fmla="*/ 309835 h 316391"/>
                <a:gd name="connsiteX14" fmla="*/ 37705 w 242621"/>
                <a:gd name="connsiteY14" fmla="*/ 308195 h 316391"/>
                <a:gd name="connsiteX15" fmla="*/ 40983 w 242621"/>
                <a:gd name="connsiteY15" fmla="*/ 304917 h 316391"/>
                <a:gd name="connsiteX16" fmla="*/ 44262 w 242621"/>
                <a:gd name="connsiteY16" fmla="*/ 303277 h 316391"/>
                <a:gd name="connsiteX17" fmla="*/ 49180 w 242621"/>
                <a:gd name="connsiteY17" fmla="*/ 301638 h 316391"/>
                <a:gd name="connsiteX18" fmla="*/ 52459 w 242621"/>
                <a:gd name="connsiteY18" fmla="*/ 298359 h 316391"/>
                <a:gd name="connsiteX19" fmla="*/ 57377 w 242621"/>
                <a:gd name="connsiteY19" fmla="*/ 295081 h 316391"/>
                <a:gd name="connsiteX20" fmla="*/ 62295 w 242621"/>
                <a:gd name="connsiteY20" fmla="*/ 291802 h 316391"/>
                <a:gd name="connsiteX21" fmla="*/ 65573 w 242621"/>
                <a:gd name="connsiteY21" fmla="*/ 288523 h 316391"/>
                <a:gd name="connsiteX22" fmla="*/ 70491 w 242621"/>
                <a:gd name="connsiteY22" fmla="*/ 285244 h 316391"/>
                <a:gd name="connsiteX23" fmla="*/ 75410 w 242621"/>
                <a:gd name="connsiteY23" fmla="*/ 280327 h 316391"/>
                <a:gd name="connsiteX24" fmla="*/ 78688 w 242621"/>
                <a:gd name="connsiteY24" fmla="*/ 278687 h 316391"/>
                <a:gd name="connsiteX25" fmla="*/ 78688 w 242621"/>
                <a:gd name="connsiteY25" fmla="*/ 277048 h 316391"/>
                <a:gd name="connsiteX26" fmla="*/ 83607 w 242621"/>
                <a:gd name="connsiteY26" fmla="*/ 275408 h 316391"/>
                <a:gd name="connsiteX27" fmla="*/ 86885 w 242621"/>
                <a:gd name="connsiteY27" fmla="*/ 272130 h 316391"/>
                <a:gd name="connsiteX28" fmla="*/ 90164 w 242621"/>
                <a:gd name="connsiteY28" fmla="*/ 270491 h 316391"/>
                <a:gd name="connsiteX29" fmla="*/ 95081 w 242621"/>
                <a:gd name="connsiteY29" fmla="*/ 268851 h 316391"/>
                <a:gd name="connsiteX30" fmla="*/ 98360 w 242621"/>
                <a:gd name="connsiteY30" fmla="*/ 263933 h 316391"/>
                <a:gd name="connsiteX31" fmla="*/ 101639 w 242621"/>
                <a:gd name="connsiteY31" fmla="*/ 260654 h 316391"/>
                <a:gd name="connsiteX32" fmla="*/ 104918 w 242621"/>
                <a:gd name="connsiteY32" fmla="*/ 257376 h 316391"/>
                <a:gd name="connsiteX33" fmla="*/ 109836 w 242621"/>
                <a:gd name="connsiteY33" fmla="*/ 257376 h 316391"/>
                <a:gd name="connsiteX34" fmla="*/ 113115 w 242621"/>
                <a:gd name="connsiteY34" fmla="*/ 254097 h 316391"/>
                <a:gd name="connsiteX35" fmla="*/ 118032 w 242621"/>
                <a:gd name="connsiteY35" fmla="*/ 250818 h 316391"/>
                <a:gd name="connsiteX36" fmla="*/ 119671 w 242621"/>
                <a:gd name="connsiteY36" fmla="*/ 247540 h 316391"/>
                <a:gd name="connsiteX37" fmla="*/ 121311 w 242621"/>
                <a:gd name="connsiteY37" fmla="*/ 245901 h 316391"/>
                <a:gd name="connsiteX38" fmla="*/ 124590 w 242621"/>
                <a:gd name="connsiteY38" fmla="*/ 242622 h 316391"/>
                <a:gd name="connsiteX39" fmla="*/ 129508 w 242621"/>
                <a:gd name="connsiteY39" fmla="*/ 237704 h 316391"/>
                <a:gd name="connsiteX40" fmla="*/ 132787 w 242621"/>
                <a:gd name="connsiteY40" fmla="*/ 234425 h 316391"/>
                <a:gd name="connsiteX41" fmla="*/ 137705 w 242621"/>
                <a:gd name="connsiteY41" fmla="*/ 231147 h 316391"/>
                <a:gd name="connsiteX42" fmla="*/ 132787 w 242621"/>
                <a:gd name="connsiteY42" fmla="*/ 229507 h 316391"/>
                <a:gd name="connsiteX43" fmla="*/ 134426 w 242621"/>
                <a:gd name="connsiteY43" fmla="*/ 227868 h 316391"/>
                <a:gd name="connsiteX44" fmla="*/ 134426 w 242621"/>
                <a:gd name="connsiteY44" fmla="*/ 222950 h 316391"/>
                <a:gd name="connsiteX45" fmla="*/ 139344 w 242621"/>
                <a:gd name="connsiteY45" fmla="*/ 219671 h 316391"/>
                <a:gd name="connsiteX46" fmla="*/ 142623 w 242621"/>
                <a:gd name="connsiteY46" fmla="*/ 216393 h 316391"/>
                <a:gd name="connsiteX47" fmla="*/ 147540 w 242621"/>
                <a:gd name="connsiteY47" fmla="*/ 213114 h 316391"/>
                <a:gd name="connsiteX48" fmla="*/ 150819 w 242621"/>
                <a:gd name="connsiteY48" fmla="*/ 209835 h 316391"/>
                <a:gd name="connsiteX49" fmla="*/ 155737 w 242621"/>
                <a:gd name="connsiteY49" fmla="*/ 208196 h 316391"/>
                <a:gd name="connsiteX50" fmla="*/ 157377 w 242621"/>
                <a:gd name="connsiteY50" fmla="*/ 208196 h 316391"/>
                <a:gd name="connsiteX51" fmla="*/ 162295 w 242621"/>
                <a:gd name="connsiteY51" fmla="*/ 206557 h 316391"/>
                <a:gd name="connsiteX52" fmla="*/ 165574 w 242621"/>
                <a:gd name="connsiteY52" fmla="*/ 204917 h 316391"/>
                <a:gd name="connsiteX53" fmla="*/ 168851 w 242621"/>
                <a:gd name="connsiteY53" fmla="*/ 204917 h 316391"/>
                <a:gd name="connsiteX54" fmla="*/ 173770 w 242621"/>
                <a:gd name="connsiteY54" fmla="*/ 204917 h 316391"/>
                <a:gd name="connsiteX55" fmla="*/ 178688 w 242621"/>
                <a:gd name="connsiteY55" fmla="*/ 204917 h 316391"/>
                <a:gd name="connsiteX56" fmla="*/ 178688 w 242621"/>
                <a:gd name="connsiteY56" fmla="*/ 209835 h 316391"/>
                <a:gd name="connsiteX57" fmla="*/ 177048 w 242621"/>
                <a:gd name="connsiteY57" fmla="*/ 214753 h 316391"/>
                <a:gd name="connsiteX58" fmla="*/ 180327 w 242621"/>
                <a:gd name="connsiteY58" fmla="*/ 211474 h 316391"/>
                <a:gd name="connsiteX59" fmla="*/ 185245 w 242621"/>
                <a:gd name="connsiteY59" fmla="*/ 206557 h 316391"/>
                <a:gd name="connsiteX60" fmla="*/ 183606 w 242621"/>
                <a:gd name="connsiteY60" fmla="*/ 203278 h 316391"/>
                <a:gd name="connsiteX61" fmla="*/ 185245 w 242621"/>
                <a:gd name="connsiteY61" fmla="*/ 201638 h 316391"/>
                <a:gd name="connsiteX62" fmla="*/ 188524 w 242621"/>
                <a:gd name="connsiteY62" fmla="*/ 198360 h 316391"/>
                <a:gd name="connsiteX63" fmla="*/ 191803 w 242621"/>
                <a:gd name="connsiteY63" fmla="*/ 195081 h 316391"/>
                <a:gd name="connsiteX64" fmla="*/ 195081 w 242621"/>
                <a:gd name="connsiteY64" fmla="*/ 190163 h 316391"/>
                <a:gd name="connsiteX65" fmla="*/ 195081 w 242621"/>
                <a:gd name="connsiteY65" fmla="*/ 190163 h 316391"/>
                <a:gd name="connsiteX66" fmla="*/ 198360 w 242621"/>
                <a:gd name="connsiteY66" fmla="*/ 190163 h 316391"/>
                <a:gd name="connsiteX67" fmla="*/ 203278 w 242621"/>
                <a:gd name="connsiteY67" fmla="*/ 186884 h 316391"/>
                <a:gd name="connsiteX68" fmla="*/ 208196 w 242621"/>
                <a:gd name="connsiteY68" fmla="*/ 185245 h 316391"/>
                <a:gd name="connsiteX69" fmla="*/ 211475 w 242621"/>
                <a:gd name="connsiteY69" fmla="*/ 183606 h 316391"/>
                <a:gd name="connsiteX70" fmla="*/ 216393 w 242621"/>
                <a:gd name="connsiteY70" fmla="*/ 178688 h 316391"/>
                <a:gd name="connsiteX71" fmla="*/ 218032 w 242621"/>
                <a:gd name="connsiteY71" fmla="*/ 173770 h 316391"/>
                <a:gd name="connsiteX72" fmla="*/ 221310 w 242621"/>
                <a:gd name="connsiteY72" fmla="*/ 170491 h 316391"/>
                <a:gd name="connsiteX73" fmla="*/ 224589 w 242621"/>
                <a:gd name="connsiteY73" fmla="*/ 167213 h 316391"/>
                <a:gd name="connsiteX74" fmla="*/ 227868 w 242621"/>
                <a:gd name="connsiteY74" fmla="*/ 162294 h 316391"/>
                <a:gd name="connsiteX75" fmla="*/ 231147 w 242621"/>
                <a:gd name="connsiteY75" fmla="*/ 159016 h 316391"/>
                <a:gd name="connsiteX76" fmla="*/ 234425 w 242621"/>
                <a:gd name="connsiteY76" fmla="*/ 155737 h 316391"/>
                <a:gd name="connsiteX77" fmla="*/ 236065 w 242621"/>
                <a:gd name="connsiteY77" fmla="*/ 150819 h 316391"/>
                <a:gd name="connsiteX78" fmla="*/ 239344 w 242621"/>
                <a:gd name="connsiteY78" fmla="*/ 149180 h 316391"/>
                <a:gd name="connsiteX79" fmla="*/ 242622 w 242621"/>
                <a:gd name="connsiteY79" fmla="*/ 147540 h 316391"/>
                <a:gd name="connsiteX80" fmla="*/ 242622 w 242621"/>
                <a:gd name="connsiteY80" fmla="*/ 144261 h 316391"/>
                <a:gd name="connsiteX81" fmla="*/ 239344 w 242621"/>
                <a:gd name="connsiteY81" fmla="*/ 139344 h 316391"/>
                <a:gd name="connsiteX82" fmla="*/ 234425 w 242621"/>
                <a:gd name="connsiteY82" fmla="*/ 139344 h 316391"/>
                <a:gd name="connsiteX83" fmla="*/ 231147 w 242621"/>
                <a:gd name="connsiteY83" fmla="*/ 139344 h 316391"/>
                <a:gd name="connsiteX84" fmla="*/ 226228 w 242621"/>
                <a:gd name="connsiteY84" fmla="*/ 140983 h 316391"/>
                <a:gd name="connsiteX85" fmla="*/ 222950 w 242621"/>
                <a:gd name="connsiteY85" fmla="*/ 142622 h 316391"/>
                <a:gd name="connsiteX86" fmla="*/ 218032 w 242621"/>
                <a:gd name="connsiteY86" fmla="*/ 144261 h 316391"/>
                <a:gd name="connsiteX87" fmla="*/ 214754 w 242621"/>
                <a:gd name="connsiteY87" fmla="*/ 147540 h 316391"/>
                <a:gd name="connsiteX88" fmla="*/ 209835 w 242621"/>
                <a:gd name="connsiteY88" fmla="*/ 149180 h 316391"/>
                <a:gd name="connsiteX89" fmla="*/ 206557 w 242621"/>
                <a:gd name="connsiteY89" fmla="*/ 152458 h 316391"/>
                <a:gd name="connsiteX90" fmla="*/ 204917 w 242621"/>
                <a:gd name="connsiteY90" fmla="*/ 154098 h 316391"/>
                <a:gd name="connsiteX91" fmla="*/ 201638 w 242621"/>
                <a:gd name="connsiteY91" fmla="*/ 155737 h 316391"/>
                <a:gd name="connsiteX92" fmla="*/ 198360 w 242621"/>
                <a:gd name="connsiteY92" fmla="*/ 157376 h 316391"/>
                <a:gd name="connsiteX93" fmla="*/ 193442 w 242621"/>
                <a:gd name="connsiteY93" fmla="*/ 159016 h 316391"/>
                <a:gd name="connsiteX94" fmla="*/ 188524 w 242621"/>
                <a:gd name="connsiteY94" fmla="*/ 159016 h 316391"/>
                <a:gd name="connsiteX95" fmla="*/ 183606 w 242621"/>
                <a:gd name="connsiteY95" fmla="*/ 159016 h 316391"/>
                <a:gd name="connsiteX96" fmla="*/ 181967 w 242621"/>
                <a:gd name="connsiteY96" fmla="*/ 157376 h 316391"/>
                <a:gd name="connsiteX97" fmla="*/ 178688 w 242621"/>
                <a:gd name="connsiteY97" fmla="*/ 155737 h 316391"/>
                <a:gd name="connsiteX98" fmla="*/ 175409 w 242621"/>
                <a:gd name="connsiteY98" fmla="*/ 154098 h 316391"/>
                <a:gd name="connsiteX99" fmla="*/ 172130 w 242621"/>
                <a:gd name="connsiteY99" fmla="*/ 152458 h 316391"/>
                <a:gd name="connsiteX100" fmla="*/ 168851 w 242621"/>
                <a:gd name="connsiteY100" fmla="*/ 147540 h 316391"/>
                <a:gd name="connsiteX101" fmla="*/ 163934 w 242621"/>
                <a:gd name="connsiteY101" fmla="*/ 145901 h 316391"/>
                <a:gd name="connsiteX102" fmla="*/ 159016 w 242621"/>
                <a:gd name="connsiteY102" fmla="*/ 144261 h 316391"/>
                <a:gd name="connsiteX103" fmla="*/ 159016 w 242621"/>
                <a:gd name="connsiteY103" fmla="*/ 144261 h 316391"/>
                <a:gd name="connsiteX104" fmla="*/ 159016 w 242621"/>
                <a:gd name="connsiteY104" fmla="*/ 144261 h 316391"/>
                <a:gd name="connsiteX105" fmla="*/ 154098 w 242621"/>
                <a:gd name="connsiteY105" fmla="*/ 140983 h 316391"/>
                <a:gd name="connsiteX106" fmla="*/ 157377 w 242621"/>
                <a:gd name="connsiteY106" fmla="*/ 137704 h 316391"/>
                <a:gd name="connsiteX107" fmla="*/ 159016 w 242621"/>
                <a:gd name="connsiteY107" fmla="*/ 134426 h 316391"/>
                <a:gd name="connsiteX108" fmla="*/ 159016 w 242621"/>
                <a:gd name="connsiteY108" fmla="*/ 131147 h 316391"/>
                <a:gd name="connsiteX109" fmla="*/ 160655 w 242621"/>
                <a:gd name="connsiteY109" fmla="*/ 127868 h 316391"/>
                <a:gd name="connsiteX110" fmla="*/ 162295 w 242621"/>
                <a:gd name="connsiteY110" fmla="*/ 122950 h 316391"/>
                <a:gd name="connsiteX111" fmla="*/ 165574 w 242621"/>
                <a:gd name="connsiteY111" fmla="*/ 119671 h 316391"/>
                <a:gd name="connsiteX112" fmla="*/ 167213 w 242621"/>
                <a:gd name="connsiteY112" fmla="*/ 114754 h 316391"/>
                <a:gd name="connsiteX113" fmla="*/ 168851 w 242621"/>
                <a:gd name="connsiteY113" fmla="*/ 111475 h 316391"/>
                <a:gd name="connsiteX114" fmla="*/ 168851 w 242621"/>
                <a:gd name="connsiteY114" fmla="*/ 108196 h 316391"/>
                <a:gd name="connsiteX115" fmla="*/ 163934 w 242621"/>
                <a:gd name="connsiteY115" fmla="*/ 108196 h 316391"/>
                <a:gd name="connsiteX116" fmla="*/ 168851 w 242621"/>
                <a:gd name="connsiteY116" fmla="*/ 104917 h 316391"/>
                <a:gd name="connsiteX117" fmla="*/ 172130 w 242621"/>
                <a:gd name="connsiteY117" fmla="*/ 101639 h 316391"/>
                <a:gd name="connsiteX118" fmla="*/ 168851 w 242621"/>
                <a:gd name="connsiteY118" fmla="*/ 103278 h 316391"/>
                <a:gd name="connsiteX119" fmla="*/ 163934 w 242621"/>
                <a:gd name="connsiteY119" fmla="*/ 103278 h 316391"/>
                <a:gd name="connsiteX120" fmla="*/ 165574 w 242621"/>
                <a:gd name="connsiteY120" fmla="*/ 100000 h 316391"/>
                <a:gd name="connsiteX121" fmla="*/ 165574 w 242621"/>
                <a:gd name="connsiteY121" fmla="*/ 96721 h 316391"/>
                <a:gd name="connsiteX122" fmla="*/ 163934 w 242621"/>
                <a:gd name="connsiteY122" fmla="*/ 91803 h 316391"/>
                <a:gd name="connsiteX123" fmla="*/ 160655 w 242621"/>
                <a:gd name="connsiteY123" fmla="*/ 95081 h 316391"/>
                <a:gd name="connsiteX124" fmla="*/ 162295 w 242621"/>
                <a:gd name="connsiteY124" fmla="*/ 98360 h 316391"/>
                <a:gd name="connsiteX125" fmla="*/ 159016 w 242621"/>
                <a:gd name="connsiteY125" fmla="*/ 103278 h 316391"/>
                <a:gd name="connsiteX126" fmla="*/ 155737 w 242621"/>
                <a:gd name="connsiteY126" fmla="*/ 106557 h 316391"/>
                <a:gd name="connsiteX127" fmla="*/ 154098 w 242621"/>
                <a:gd name="connsiteY127" fmla="*/ 109836 h 316391"/>
                <a:gd name="connsiteX128" fmla="*/ 154098 w 242621"/>
                <a:gd name="connsiteY128" fmla="*/ 114754 h 316391"/>
                <a:gd name="connsiteX129" fmla="*/ 152458 w 242621"/>
                <a:gd name="connsiteY129" fmla="*/ 118032 h 316391"/>
                <a:gd name="connsiteX130" fmla="*/ 150819 w 242621"/>
                <a:gd name="connsiteY130" fmla="*/ 122950 h 316391"/>
                <a:gd name="connsiteX131" fmla="*/ 147540 w 242621"/>
                <a:gd name="connsiteY131" fmla="*/ 124590 h 316391"/>
                <a:gd name="connsiteX132" fmla="*/ 142623 w 242621"/>
                <a:gd name="connsiteY132" fmla="*/ 122950 h 316391"/>
                <a:gd name="connsiteX133" fmla="*/ 142623 w 242621"/>
                <a:gd name="connsiteY133" fmla="*/ 119671 h 316391"/>
                <a:gd name="connsiteX134" fmla="*/ 145901 w 242621"/>
                <a:gd name="connsiteY134" fmla="*/ 116393 h 316391"/>
                <a:gd name="connsiteX135" fmla="*/ 145901 w 242621"/>
                <a:gd name="connsiteY135" fmla="*/ 113114 h 316391"/>
                <a:gd name="connsiteX136" fmla="*/ 140984 w 242621"/>
                <a:gd name="connsiteY136" fmla="*/ 109836 h 316391"/>
                <a:gd name="connsiteX137" fmla="*/ 137705 w 242621"/>
                <a:gd name="connsiteY137" fmla="*/ 111475 h 316391"/>
                <a:gd name="connsiteX138" fmla="*/ 134426 w 242621"/>
                <a:gd name="connsiteY138" fmla="*/ 108196 h 316391"/>
                <a:gd name="connsiteX139" fmla="*/ 131147 w 242621"/>
                <a:gd name="connsiteY139" fmla="*/ 108196 h 316391"/>
                <a:gd name="connsiteX140" fmla="*/ 129508 w 242621"/>
                <a:gd name="connsiteY140" fmla="*/ 108196 h 316391"/>
                <a:gd name="connsiteX141" fmla="*/ 127868 w 242621"/>
                <a:gd name="connsiteY141" fmla="*/ 108196 h 316391"/>
                <a:gd name="connsiteX142" fmla="*/ 127868 w 242621"/>
                <a:gd name="connsiteY142" fmla="*/ 106557 h 316391"/>
                <a:gd name="connsiteX143" fmla="*/ 131147 w 242621"/>
                <a:gd name="connsiteY143" fmla="*/ 106557 h 316391"/>
                <a:gd name="connsiteX144" fmla="*/ 134426 w 242621"/>
                <a:gd name="connsiteY144" fmla="*/ 104917 h 316391"/>
                <a:gd name="connsiteX145" fmla="*/ 134426 w 242621"/>
                <a:gd name="connsiteY145" fmla="*/ 101639 h 316391"/>
                <a:gd name="connsiteX146" fmla="*/ 137705 w 242621"/>
                <a:gd name="connsiteY146" fmla="*/ 98360 h 316391"/>
                <a:gd name="connsiteX147" fmla="*/ 137705 w 242621"/>
                <a:gd name="connsiteY147" fmla="*/ 95081 h 316391"/>
                <a:gd name="connsiteX148" fmla="*/ 140984 w 242621"/>
                <a:gd name="connsiteY148" fmla="*/ 91803 h 316391"/>
                <a:gd name="connsiteX149" fmla="*/ 142623 w 242621"/>
                <a:gd name="connsiteY149" fmla="*/ 88524 h 316391"/>
                <a:gd name="connsiteX150" fmla="*/ 147540 w 242621"/>
                <a:gd name="connsiteY150" fmla="*/ 86885 h 316391"/>
                <a:gd name="connsiteX151" fmla="*/ 147540 w 242621"/>
                <a:gd name="connsiteY151" fmla="*/ 83606 h 316391"/>
                <a:gd name="connsiteX152" fmla="*/ 144261 w 242621"/>
                <a:gd name="connsiteY152" fmla="*/ 78688 h 316391"/>
                <a:gd name="connsiteX153" fmla="*/ 144261 w 242621"/>
                <a:gd name="connsiteY153" fmla="*/ 77049 h 316391"/>
                <a:gd name="connsiteX154" fmla="*/ 144261 w 242621"/>
                <a:gd name="connsiteY154" fmla="*/ 73770 h 316391"/>
                <a:gd name="connsiteX155" fmla="*/ 144261 w 242621"/>
                <a:gd name="connsiteY155" fmla="*/ 68852 h 316391"/>
                <a:gd name="connsiteX156" fmla="*/ 145901 w 242621"/>
                <a:gd name="connsiteY156" fmla="*/ 65573 h 316391"/>
                <a:gd name="connsiteX157" fmla="*/ 140984 w 242621"/>
                <a:gd name="connsiteY157" fmla="*/ 63934 h 316391"/>
                <a:gd name="connsiteX158" fmla="*/ 142623 w 242621"/>
                <a:gd name="connsiteY158" fmla="*/ 60656 h 316391"/>
                <a:gd name="connsiteX159" fmla="*/ 147540 w 242621"/>
                <a:gd name="connsiteY159" fmla="*/ 62295 h 316391"/>
                <a:gd name="connsiteX160" fmla="*/ 150819 w 242621"/>
                <a:gd name="connsiteY160" fmla="*/ 63934 h 316391"/>
                <a:gd name="connsiteX161" fmla="*/ 152458 w 242621"/>
                <a:gd name="connsiteY161" fmla="*/ 60656 h 316391"/>
                <a:gd name="connsiteX162" fmla="*/ 152458 w 242621"/>
                <a:gd name="connsiteY162" fmla="*/ 55737 h 316391"/>
                <a:gd name="connsiteX163" fmla="*/ 155737 w 242621"/>
                <a:gd name="connsiteY163" fmla="*/ 52459 h 316391"/>
                <a:gd name="connsiteX164" fmla="*/ 154098 w 242621"/>
                <a:gd name="connsiteY164" fmla="*/ 49180 h 316391"/>
                <a:gd name="connsiteX165" fmla="*/ 154098 w 242621"/>
                <a:gd name="connsiteY165" fmla="*/ 45901 h 316391"/>
                <a:gd name="connsiteX166" fmla="*/ 155737 w 242621"/>
                <a:gd name="connsiteY166" fmla="*/ 40983 h 316391"/>
                <a:gd name="connsiteX167" fmla="*/ 155737 w 242621"/>
                <a:gd name="connsiteY167" fmla="*/ 37705 h 316391"/>
                <a:gd name="connsiteX168" fmla="*/ 152458 w 242621"/>
                <a:gd name="connsiteY168" fmla="*/ 37705 h 316391"/>
                <a:gd name="connsiteX169" fmla="*/ 147540 w 242621"/>
                <a:gd name="connsiteY169" fmla="*/ 37705 h 316391"/>
                <a:gd name="connsiteX170" fmla="*/ 149180 w 242621"/>
                <a:gd name="connsiteY170" fmla="*/ 42623 h 316391"/>
                <a:gd name="connsiteX171" fmla="*/ 145901 w 242621"/>
                <a:gd name="connsiteY171" fmla="*/ 42623 h 316391"/>
                <a:gd name="connsiteX172" fmla="*/ 147540 w 242621"/>
                <a:gd name="connsiteY172" fmla="*/ 39344 h 316391"/>
                <a:gd name="connsiteX173" fmla="*/ 147540 w 242621"/>
                <a:gd name="connsiteY173" fmla="*/ 34426 h 316391"/>
                <a:gd name="connsiteX174" fmla="*/ 150819 w 242621"/>
                <a:gd name="connsiteY174" fmla="*/ 34426 h 316391"/>
                <a:gd name="connsiteX175" fmla="*/ 145901 w 242621"/>
                <a:gd name="connsiteY175" fmla="*/ 32787 h 316391"/>
                <a:gd name="connsiteX176" fmla="*/ 145901 w 242621"/>
                <a:gd name="connsiteY176" fmla="*/ 27869 h 316391"/>
                <a:gd name="connsiteX177" fmla="*/ 142623 w 242621"/>
                <a:gd name="connsiteY177" fmla="*/ 27869 h 316391"/>
                <a:gd name="connsiteX178" fmla="*/ 139344 w 242621"/>
                <a:gd name="connsiteY178" fmla="*/ 29508 h 316391"/>
                <a:gd name="connsiteX179" fmla="*/ 140984 w 242621"/>
                <a:gd name="connsiteY179" fmla="*/ 26229 h 316391"/>
                <a:gd name="connsiteX180" fmla="*/ 136065 w 242621"/>
                <a:gd name="connsiteY180" fmla="*/ 24590 h 316391"/>
                <a:gd name="connsiteX181" fmla="*/ 132787 w 242621"/>
                <a:gd name="connsiteY181" fmla="*/ 26229 h 316391"/>
                <a:gd name="connsiteX182" fmla="*/ 129508 w 242621"/>
                <a:gd name="connsiteY182" fmla="*/ 22951 h 316391"/>
                <a:gd name="connsiteX183" fmla="*/ 134426 w 242621"/>
                <a:gd name="connsiteY183" fmla="*/ 21311 h 316391"/>
                <a:gd name="connsiteX184" fmla="*/ 129508 w 242621"/>
                <a:gd name="connsiteY184" fmla="*/ 21311 h 316391"/>
                <a:gd name="connsiteX185" fmla="*/ 127868 w 242621"/>
                <a:gd name="connsiteY185" fmla="*/ 24590 h 316391"/>
                <a:gd name="connsiteX186" fmla="*/ 124590 w 242621"/>
                <a:gd name="connsiteY186" fmla="*/ 27869 h 316391"/>
                <a:gd name="connsiteX187" fmla="*/ 124590 w 242621"/>
                <a:gd name="connsiteY187" fmla="*/ 24590 h 316391"/>
                <a:gd name="connsiteX188" fmla="*/ 122950 w 242621"/>
                <a:gd name="connsiteY188" fmla="*/ 19672 h 316391"/>
                <a:gd name="connsiteX189" fmla="*/ 124590 w 242621"/>
                <a:gd name="connsiteY189" fmla="*/ 16393 h 316391"/>
                <a:gd name="connsiteX190" fmla="*/ 122950 w 242621"/>
                <a:gd name="connsiteY190" fmla="*/ 13114 h 316391"/>
                <a:gd name="connsiteX191" fmla="*/ 124590 w 242621"/>
                <a:gd name="connsiteY191" fmla="*/ 8197 h 316391"/>
                <a:gd name="connsiteX192" fmla="*/ 122950 w 242621"/>
                <a:gd name="connsiteY192" fmla="*/ 4918 h 316391"/>
                <a:gd name="connsiteX193" fmla="*/ 126229 w 242621"/>
                <a:gd name="connsiteY193" fmla="*/ 4918 h 316391"/>
                <a:gd name="connsiteX194" fmla="*/ 129508 w 242621"/>
                <a:gd name="connsiteY194" fmla="*/ 0 h 316391"/>
                <a:gd name="connsiteX195" fmla="*/ 124590 w 242621"/>
                <a:gd name="connsiteY195" fmla="*/ 1639 h 316391"/>
                <a:gd name="connsiteX196" fmla="*/ 121311 w 242621"/>
                <a:gd name="connsiteY196" fmla="*/ 3279 h 316391"/>
                <a:gd name="connsiteX197" fmla="*/ 118032 w 242621"/>
                <a:gd name="connsiteY197" fmla="*/ 3279 h 316391"/>
                <a:gd name="connsiteX198" fmla="*/ 116394 w 242621"/>
                <a:gd name="connsiteY198" fmla="*/ 1639 h 316391"/>
                <a:gd name="connsiteX199" fmla="*/ 114754 w 242621"/>
                <a:gd name="connsiteY199" fmla="*/ 6557 h 316391"/>
                <a:gd name="connsiteX200" fmla="*/ 116394 w 242621"/>
                <a:gd name="connsiteY200" fmla="*/ 9836 h 316391"/>
                <a:gd name="connsiteX201" fmla="*/ 118032 w 242621"/>
                <a:gd name="connsiteY201" fmla="*/ 14754 h 316391"/>
                <a:gd name="connsiteX202" fmla="*/ 118032 w 242621"/>
                <a:gd name="connsiteY202" fmla="*/ 18033 h 316391"/>
                <a:gd name="connsiteX203" fmla="*/ 118032 w 242621"/>
                <a:gd name="connsiteY203" fmla="*/ 21311 h 316391"/>
                <a:gd name="connsiteX204" fmla="*/ 119671 w 242621"/>
                <a:gd name="connsiteY204" fmla="*/ 26229 h 316391"/>
                <a:gd name="connsiteX205" fmla="*/ 118032 w 242621"/>
                <a:gd name="connsiteY205" fmla="*/ 29508 h 316391"/>
                <a:gd name="connsiteX206" fmla="*/ 116394 w 242621"/>
                <a:gd name="connsiteY206" fmla="*/ 34426 h 316391"/>
                <a:gd name="connsiteX207" fmla="*/ 111475 w 242621"/>
                <a:gd name="connsiteY207" fmla="*/ 34426 h 316391"/>
                <a:gd name="connsiteX208" fmla="*/ 113115 w 242621"/>
                <a:gd name="connsiteY208" fmla="*/ 39344 h 316391"/>
                <a:gd name="connsiteX209" fmla="*/ 113115 w 242621"/>
                <a:gd name="connsiteY209" fmla="*/ 42623 h 316391"/>
                <a:gd name="connsiteX210" fmla="*/ 113115 w 242621"/>
                <a:gd name="connsiteY210" fmla="*/ 45901 h 316391"/>
                <a:gd name="connsiteX211" fmla="*/ 113115 w 242621"/>
                <a:gd name="connsiteY211" fmla="*/ 49180 h 316391"/>
                <a:gd name="connsiteX212" fmla="*/ 116394 w 242621"/>
                <a:gd name="connsiteY212" fmla="*/ 45901 h 316391"/>
                <a:gd name="connsiteX213" fmla="*/ 121311 w 242621"/>
                <a:gd name="connsiteY213" fmla="*/ 44262 h 316391"/>
                <a:gd name="connsiteX214" fmla="*/ 124590 w 242621"/>
                <a:gd name="connsiteY214" fmla="*/ 42623 h 316391"/>
                <a:gd name="connsiteX215" fmla="*/ 126229 w 242621"/>
                <a:gd name="connsiteY215" fmla="*/ 39344 h 316391"/>
                <a:gd name="connsiteX216" fmla="*/ 124590 w 242621"/>
                <a:gd name="connsiteY216" fmla="*/ 42623 h 316391"/>
                <a:gd name="connsiteX217" fmla="*/ 121311 w 242621"/>
                <a:gd name="connsiteY217" fmla="*/ 45901 h 316391"/>
                <a:gd name="connsiteX218" fmla="*/ 118032 w 242621"/>
                <a:gd name="connsiteY218" fmla="*/ 47541 h 316391"/>
                <a:gd name="connsiteX219" fmla="*/ 114754 w 242621"/>
                <a:gd name="connsiteY219" fmla="*/ 50820 h 316391"/>
                <a:gd name="connsiteX220" fmla="*/ 114754 w 242621"/>
                <a:gd name="connsiteY220" fmla="*/ 55737 h 316391"/>
                <a:gd name="connsiteX221" fmla="*/ 114754 w 242621"/>
                <a:gd name="connsiteY221" fmla="*/ 59016 h 316391"/>
                <a:gd name="connsiteX222" fmla="*/ 116394 w 242621"/>
                <a:gd name="connsiteY222" fmla="*/ 63934 h 316391"/>
                <a:gd name="connsiteX223" fmla="*/ 116394 w 242621"/>
                <a:gd name="connsiteY223" fmla="*/ 68852 h 316391"/>
                <a:gd name="connsiteX224" fmla="*/ 118032 w 242621"/>
                <a:gd name="connsiteY224" fmla="*/ 73770 h 316391"/>
                <a:gd name="connsiteX225" fmla="*/ 118032 w 242621"/>
                <a:gd name="connsiteY225" fmla="*/ 77049 h 316391"/>
                <a:gd name="connsiteX226" fmla="*/ 118032 w 242621"/>
                <a:gd name="connsiteY226" fmla="*/ 80327 h 316391"/>
                <a:gd name="connsiteX227" fmla="*/ 118032 w 242621"/>
                <a:gd name="connsiteY227" fmla="*/ 85246 h 316391"/>
                <a:gd name="connsiteX228" fmla="*/ 116394 w 242621"/>
                <a:gd name="connsiteY228" fmla="*/ 88524 h 316391"/>
                <a:gd name="connsiteX229" fmla="*/ 121311 w 242621"/>
                <a:gd name="connsiteY229" fmla="*/ 88524 h 316391"/>
                <a:gd name="connsiteX230" fmla="*/ 122950 w 242621"/>
                <a:gd name="connsiteY230" fmla="*/ 83606 h 316391"/>
                <a:gd name="connsiteX231" fmla="*/ 121311 w 242621"/>
                <a:gd name="connsiteY231" fmla="*/ 80327 h 316391"/>
                <a:gd name="connsiteX232" fmla="*/ 121311 w 242621"/>
                <a:gd name="connsiteY232" fmla="*/ 77049 h 316391"/>
                <a:gd name="connsiteX233" fmla="*/ 124590 w 242621"/>
                <a:gd name="connsiteY233" fmla="*/ 78688 h 316391"/>
                <a:gd name="connsiteX234" fmla="*/ 127868 w 242621"/>
                <a:gd name="connsiteY234" fmla="*/ 81967 h 316391"/>
                <a:gd name="connsiteX235" fmla="*/ 127868 w 242621"/>
                <a:gd name="connsiteY235" fmla="*/ 78688 h 316391"/>
                <a:gd name="connsiteX236" fmla="*/ 131147 w 242621"/>
                <a:gd name="connsiteY236" fmla="*/ 80327 h 316391"/>
                <a:gd name="connsiteX237" fmla="*/ 134426 w 242621"/>
                <a:gd name="connsiteY237" fmla="*/ 77049 h 316391"/>
                <a:gd name="connsiteX238" fmla="*/ 134426 w 242621"/>
                <a:gd name="connsiteY238" fmla="*/ 77049 h 316391"/>
                <a:gd name="connsiteX239" fmla="*/ 131147 w 242621"/>
                <a:gd name="connsiteY239" fmla="*/ 80327 h 316391"/>
                <a:gd name="connsiteX240" fmla="*/ 134426 w 242621"/>
                <a:gd name="connsiteY240" fmla="*/ 81967 h 316391"/>
                <a:gd name="connsiteX241" fmla="*/ 131147 w 242621"/>
                <a:gd name="connsiteY241" fmla="*/ 85246 h 316391"/>
                <a:gd name="connsiteX242" fmla="*/ 127868 w 242621"/>
                <a:gd name="connsiteY242" fmla="*/ 85246 h 316391"/>
                <a:gd name="connsiteX243" fmla="*/ 127868 w 242621"/>
                <a:gd name="connsiteY243" fmla="*/ 88524 h 316391"/>
                <a:gd name="connsiteX244" fmla="*/ 131147 w 242621"/>
                <a:gd name="connsiteY244" fmla="*/ 86885 h 316391"/>
                <a:gd name="connsiteX245" fmla="*/ 129508 w 242621"/>
                <a:gd name="connsiteY245" fmla="*/ 91803 h 316391"/>
                <a:gd name="connsiteX246" fmla="*/ 127868 w 242621"/>
                <a:gd name="connsiteY246" fmla="*/ 95081 h 316391"/>
                <a:gd name="connsiteX247" fmla="*/ 124590 w 242621"/>
                <a:gd name="connsiteY247" fmla="*/ 98360 h 316391"/>
                <a:gd name="connsiteX248" fmla="*/ 122950 w 242621"/>
                <a:gd name="connsiteY248" fmla="*/ 95081 h 316391"/>
                <a:gd name="connsiteX249" fmla="*/ 122950 w 242621"/>
                <a:gd name="connsiteY249" fmla="*/ 91803 h 316391"/>
                <a:gd name="connsiteX250" fmla="*/ 121311 w 242621"/>
                <a:gd name="connsiteY250" fmla="*/ 91803 h 316391"/>
                <a:gd name="connsiteX251" fmla="*/ 119671 w 242621"/>
                <a:gd name="connsiteY251" fmla="*/ 95081 h 316391"/>
                <a:gd name="connsiteX252" fmla="*/ 119671 w 242621"/>
                <a:gd name="connsiteY252" fmla="*/ 100000 h 316391"/>
                <a:gd name="connsiteX253" fmla="*/ 119671 w 242621"/>
                <a:gd name="connsiteY253" fmla="*/ 103278 h 316391"/>
                <a:gd name="connsiteX254" fmla="*/ 119671 w 242621"/>
                <a:gd name="connsiteY254" fmla="*/ 108196 h 316391"/>
                <a:gd name="connsiteX255" fmla="*/ 118032 w 242621"/>
                <a:gd name="connsiteY255" fmla="*/ 109836 h 316391"/>
                <a:gd name="connsiteX256" fmla="*/ 116394 w 242621"/>
                <a:gd name="connsiteY256" fmla="*/ 114754 h 316391"/>
                <a:gd name="connsiteX257" fmla="*/ 119671 w 242621"/>
                <a:gd name="connsiteY257" fmla="*/ 114754 h 316391"/>
                <a:gd name="connsiteX258" fmla="*/ 124590 w 242621"/>
                <a:gd name="connsiteY258" fmla="*/ 113114 h 316391"/>
                <a:gd name="connsiteX259" fmla="*/ 127868 w 242621"/>
                <a:gd name="connsiteY259" fmla="*/ 113114 h 316391"/>
                <a:gd name="connsiteX260" fmla="*/ 129508 w 242621"/>
                <a:gd name="connsiteY260" fmla="*/ 116393 h 316391"/>
                <a:gd name="connsiteX261" fmla="*/ 126229 w 242621"/>
                <a:gd name="connsiteY261" fmla="*/ 119671 h 316391"/>
                <a:gd name="connsiteX262" fmla="*/ 121311 w 242621"/>
                <a:gd name="connsiteY262" fmla="*/ 121311 h 316391"/>
                <a:gd name="connsiteX263" fmla="*/ 119671 w 242621"/>
                <a:gd name="connsiteY263" fmla="*/ 118032 h 316391"/>
                <a:gd name="connsiteX264" fmla="*/ 116394 w 242621"/>
                <a:gd name="connsiteY264" fmla="*/ 121311 h 316391"/>
                <a:gd name="connsiteX265" fmla="*/ 116394 w 242621"/>
                <a:gd name="connsiteY265" fmla="*/ 124590 h 316391"/>
                <a:gd name="connsiteX266" fmla="*/ 114754 w 242621"/>
                <a:gd name="connsiteY266" fmla="*/ 129508 h 316391"/>
                <a:gd name="connsiteX267" fmla="*/ 118032 w 242621"/>
                <a:gd name="connsiteY267" fmla="*/ 129508 h 316391"/>
                <a:gd name="connsiteX268" fmla="*/ 114754 w 242621"/>
                <a:gd name="connsiteY268" fmla="*/ 132786 h 316391"/>
                <a:gd name="connsiteX269" fmla="*/ 113115 w 242621"/>
                <a:gd name="connsiteY269" fmla="*/ 136065 h 316391"/>
                <a:gd name="connsiteX270" fmla="*/ 111475 w 242621"/>
                <a:gd name="connsiteY270" fmla="*/ 140983 h 316391"/>
                <a:gd name="connsiteX271" fmla="*/ 109836 w 242621"/>
                <a:gd name="connsiteY271" fmla="*/ 145901 h 316391"/>
                <a:gd name="connsiteX272" fmla="*/ 108197 w 242621"/>
                <a:gd name="connsiteY272" fmla="*/ 149180 h 316391"/>
                <a:gd name="connsiteX273" fmla="*/ 108197 w 242621"/>
                <a:gd name="connsiteY273" fmla="*/ 150819 h 316391"/>
                <a:gd name="connsiteX274" fmla="*/ 104918 w 242621"/>
                <a:gd name="connsiteY274" fmla="*/ 152458 h 316391"/>
                <a:gd name="connsiteX275" fmla="*/ 101639 w 242621"/>
                <a:gd name="connsiteY275" fmla="*/ 155737 h 316391"/>
                <a:gd name="connsiteX276" fmla="*/ 101639 w 242621"/>
                <a:gd name="connsiteY276" fmla="*/ 160655 h 316391"/>
                <a:gd name="connsiteX277" fmla="*/ 100000 w 242621"/>
                <a:gd name="connsiteY277" fmla="*/ 163934 h 316391"/>
                <a:gd name="connsiteX278" fmla="*/ 95081 w 242621"/>
                <a:gd name="connsiteY278" fmla="*/ 163934 h 316391"/>
                <a:gd name="connsiteX279" fmla="*/ 91803 w 242621"/>
                <a:gd name="connsiteY279" fmla="*/ 168851 h 316391"/>
                <a:gd name="connsiteX280" fmla="*/ 88525 w 242621"/>
                <a:gd name="connsiteY280" fmla="*/ 173770 h 316391"/>
                <a:gd name="connsiteX281" fmla="*/ 85246 w 242621"/>
                <a:gd name="connsiteY281" fmla="*/ 177048 h 316391"/>
                <a:gd name="connsiteX282" fmla="*/ 81967 w 242621"/>
                <a:gd name="connsiteY282" fmla="*/ 180327 h 316391"/>
                <a:gd name="connsiteX283" fmla="*/ 78688 w 242621"/>
                <a:gd name="connsiteY283" fmla="*/ 185245 h 316391"/>
                <a:gd name="connsiteX284" fmla="*/ 75410 w 242621"/>
                <a:gd name="connsiteY284" fmla="*/ 190163 h 316391"/>
                <a:gd name="connsiteX285" fmla="*/ 72131 w 242621"/>
                <a:gd name="connsiteY285" fmla="*/ 195081 h 316391"/>
                <a:gd name="connsiteX286" fmla="*/ 68852 w 242621"/>
                <a:gd name="connsiteY286" fmla="*/ 196720 h 316391"/>
                <a:gd name="connsiteX287" fmla="*/ 63935 w 242621"/>
                <a:gd name="connsiteY287" fmla="*/ 199999 h 316391"/>
                <a:gd name="connsiteX288" fmla="*/ 60656 w 242621"/>
                <a:gd name="connsiteY288" fmla="*/ 201638 h 316391"/>
                <a:gd name="connsiteX289" fmla="*/ 55738 w 242621"/>
                <a:gd name="connsiteY289" fmla="*/ 201638 h 316391"/>
                <a:gd name="connsiteX290" fmla="*/ 54098 w 242621"/>
                <a:gd name="connsiteY290" fmla="*/ 203278 h 316391"/>
                <a:gd name="connsiteX291" fmla="*/ 50820 w 242621"/>
                <a:gd name="connsiteY291" fmla="*/ 203278 h 316391"/>
                <a:gd name="connsiteX292" fmla="*/ 45901 w 242621"/>
                <a:gd name="connsiteY292" fmla="*/ 204917 h 316391"/>
                <a:gd name="connsiteX293" fmla="*/ 40983 w 242621"/>
                <a:gd name="connsiteY293" fmla="*/ 208196 h 316391"/>
                <a:gd name="connsiteX294" fmla="*/ 37705 w 242621"/>
                <a:gd name="connsiteY294" fmla="*/ 208196 h 316391"/>
                <a:gd name="connsiteX295" fmla="*/ 32787 w 242621"/>
                <a:gd name="connsiteY295" fmla="*/ 211474 h 316391"/>
                <a:gd name="connsiteX296" fmla="*/ 29508 w 242621"/>
                <a:gd name="connsiteY296" fmla="*/ 214753 h 316391"/>
                <a:gd name="connsiteX297" fmla="*/ 26230 w 242621"/>
                <a:gd name="connsiteY297" fmla="*/ 219671 h 316391"/>
                <a:gd name="connsiteX298" fmla="*/ 26230 w 242621"/>
                <a:gd name="connsiteY298" fmla="*/ 222950 h 316391"/>
                <a:gd name="connsiteX299" fmla="*/ 26230 w 242621"/>
                <a:gd name="connsiteY299" fmla="*/ 224589 h 316391"/>
                <a:gd name="connsiteX300" fmla="*/ 29508 w 242621"/>
                <a:gd name="connsiteY300" fmla="*/ 227868 h 316391"/>
                <a:gd name="connsiteX301" fmla="*/ 34427 w 242621"/>
                <a:gd name="connsiteY301" fmla="*/ 229507 h 316391"/>
                <a:gd name="connsiteX302" fmla="*/ 37705 w 242621"/>
                <a:gd name="connsiteY302" fmla="*/ 231147 h 316391"/>
                <a:gd name="connsiteX303" fmla="*/ 39344 w 242621"/>
                <a:gd name="connsiteY303" fmla="*/ 234425 h 316391"/>
                <a:gd name="connsiteX304" fmla="*/ 39344 w 242621"/>
                <a:gd name="connsiteY304" fmla="*/ 236064 h 316391"/>
                <a:gd name="connsiteX305" fmla="*/ 44262 w 242621"/>
                <a:gd name="connsiteY305" fmla="*/ 239343 h 316391"/>
                <a:gd name="connsiteX306" fmla="*/ 44262 w 242621"/>
                <a:gd name="connsiteY306" fmla="*/ 240983 h 316391"/>
                <a:gd name="connsiteX307" fmla="*/ 49180 w 242621"/>
                <a:gd name="connsiteY307" fmla="*/ 240983 h 316391"/>
                <a:gd name="connsiteX308" fmla="*/ 52459 w 242621"/>
                <a:gd name="connsiteY308" fmla="*/ 242622 h 316391"/>
                <a:gd name="connsiteX309" fmla="*/ 54098 w 242621"/>
                <a:gd name="connsiteY309" fmla="*/ 245901 h 316391"/>
                <a:gd name="connsiteX310" fmla="*/ 54098 w 242621"/>
                <a:gd name="connsiteY310" fmla="*/ 247540 h 316391"/>
                <a:gd name="connsiteX311" fmla="*/ 55738 w 242621"/>
                <a:gd name="connsiteY311" fmla="*/ 250818 h 316391"/>
                <a:gd name="connsiteX312" fmla="*/ 54098 w 242621"/>
                <a:gd name="connsiteY312" fmla="*/ 255737 h 316391"/>
                <a:gd name="connsiteX313" fmla="*/ 52459 w 242621"/>
                <a:gd name="connsiteY313" fmla="*/ 259015 h 316391"/>
                <a:gd name="connsiteX314" fmla="*/ 52459 w 242621"/>
                <a:gd name="connsiteY314" fmla="*/ 259015 h 316391"/>
                <a:gd name="connsiteX315" fmla="*/ 49180 w 242621"/>
                <a:gd name="connsiteY315" fmla="*/ 263933 h 316391"/>
                <a:gd name="connsiteX316" fmla="*/ 45901 w 242621"/>
                <a:gd name="connsiteY316" fmla="*/ 267212 h 316391"/>
                <a:gd name="connsiteX317" fmla="*/ 42623 w 242621"/>
                <a:gd name="connsiteY317" fmla="*/ 272130 h 316391"/>
                <a:gd name="connsiteX318" fmla="*/ 39344 w 242621"/>
                <a:gd name="connsiteY318" fmla="*/ 275408 h 316391"/>
                <a:gd name="connsiteX319" fmla="*/ 34427 w 242621"/>
                <a:gd name="connsiteY319" fmla="*/ 278687 h 316391"/>
                <a:gd name="connsiteX320" fmla="*/ 32787 w 242621"/>
                <a:gd name="connsiteY320" fmla="*/ 280327 h 316391"/>
                <a:gd name="connsiteX321" fmla="*/ 29508 w 242621"/>
                <a:gd name="connsiteY321" fmla="*/ 283605 h 316391"/>
                <a:gd name="connsiteX322" fmla="*/ 26230 w 242621"/>
                <a:gd name="connsiteY322" fmla="*/ 285244 h 316391"/>
                <a:gd name="connsiteX323" fmla="*/ 22951 w 242621"/>
                <a:gd name="connsiteY323" fmla="*/ 288523 h 316391"/>
                <a:gd name="connsiteX324" fmla="*/ 18033 w 242621"/>
                <a:gd name="connsiteY324" fmla="*/ 291802 h 316391"/>
                <a:gd name="connsiteX325" fmla="*/ 14754 w 242621"/>
                <a:gd name="connsiteY325" fmla="*/ 295081 h 316391"/>
                <a:gd name="connsiteX326" fmla="*/ 14754 w 242621"/>
                <a:gd name="connsiteY326" fmla="*/ 295081 h 316391"/>
                <a:gd name="connsiteX327" fmla="*/ 11476 w 242621"/>
                <a:gd name="connsiteY327" fmla="*/ 296720 h 316391"/>
                <a:gd name="connsiteX328" fmla="*/ 6558 w 242621"/>
                <a:gd name="connsiteY328" fmla="*/ 299998 h 316391"/>
                <a:gd name="connsiteX329" fmla="*/ 3279 w 242621"/>
                <a:gd name="connsiteY329" fmla="*/ 301638 h 316391"/>
                <a:gd name="connsiteX330" fmla="*/ 0 w 242621"/>
                <a:gd name="connsiteY330" fmla="*/ 304917 h 316391"/>
                <a:gd name="connsiteX331" fmla="*/ 3279 w 242621"/>
                <a:gd name="connsiteY331" fmla="*/ 306556 h 316391"/>
                <a:gd name="connsiteX332" fmla="*/ 6558 w 242621"/>
                <a:gd name="connsiteY332" fmla="*/ 301638 h 316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</a:cxnLst>
              <a:rect l="l" t="t" r="r" b="b"/>
              <a:pathLst>
                <a:path w="242621" h="316391">
                  <a:moveTo>
                    <a:pt x="6558" y="301638"/>
                  </a:moveTo>
                  <a:lnTo>
                    <a:pt x="6558" y="301638"/>
                  </a:lnTo>
                  <a:lnTo>
                    <a:pt x="6558" y="306556"/>
                  </a:lnTo>
                  <a:lnTo>
                    <a:pt x="4918" y="309835"/>
                  </a:lnTo>
                  <a:lnTo>
                    <a:pt x="8197" y="308195"/>
                  </a:lnTo>
                  <a:lnTo>
                    <a:pt x="13114" y="308195"/>
                  </a:lnTo>
                  <a:lnTo>
                    <a:pt x="14754" y="306556"/>
                  </a:lnTo>
                  <a:lnTo>
                    <a:pt x="14754" y="309835"/>
                  </a:lnTo>
                  <a:lnTo>
                    <a:pt x="13114" y="314753"/>
                  </a:lnTo>
                  <a:lnTo>
                    <a:pt x="16393" y="316392"/>
                  </a:lnTo>
                  <a:lnTo>
                    <a:pt x="21311" y="314753"/>
                  </a:lnTo>
                  <a:lnTo>
                    <a:pt x="24590" y="313113"/>
                  </a:lnTo>
                  <a:lnTo>
                    <a:pt x="27869" y="311474"/>
                  </a:lnTo>
                  <a:lnTo>
                    <a:pt x="32787" y="309835"/>
                  </a:lnTo>
                  <a:lnTo>
                    <a:pt x="37705" y="308195"/>
                  </a:lnTo>
                  <a:lnTo>
                    <a:pt x="40983" y="304917"/>
                  </a:lnTo>
                  <a:lnTo>
                    <a:pt x="44262" y="303277"/>
                  </a:lnTo>
                  <a:lnTo>
                    <a:pt x="49180" y="301638"/>
                  </a:lnTo>
                  <a:lnTo>
                    <a:pt x="52459" y="298359"/>
                  </a:lnTo>
                  <a:lnTo>
                    <a:pt x="57377" y="295081"/>
                  </a:lnTo>
                  <a:lnTo>
                    <a:pt x="62295" y="291802"/>
                  </a:lnTo>
                  <a:lnTo>
                    <a:pt x="65573" y="288523"/>
                  </a:lnTo>
                  <a:lnTo>
                    <a:pt x="70491" y="285244"/>
                  </a:lnTo>
                  <a:lnTo>
                    <a:pt x="75410" y="280327"/>
                  </a:lnTo>
                  <a:lnTo>
                    <a:pt x="78688" y="278687"/>
                  </a:lnTo>
                  <a:lnTo>
                    <a:pt x="78688" y="277048"/>
                  </a:lnTo>
                  <a:lnTo>
                    <a:pt x="83607" y="275408"/>
                  </a:lnTo>
                  <a:lnTo>
                    <a:pt x="86885" y="272130"/>
                  </a:lnTo>
                  <a:lnTo>
                    <a:pt x="90164" y="270491"/>
                  </a:lnTo>
                  <a:lnTo>
                    <a:pt x="95081" y="268851"/>
                  </a:lnTo>
                  <a:lnTo>
                    <a:pt x="98360" y="263933"/>
                  </a:lnTo>
                  <a:lnTo>
                    <a:pt x="101639" y="260654"/>
                  </a:lnTo>
                  <a:lnTo>
                    <a:pt x="104918" y="257376"/>
                  </a:lnTo>
                  <a:lnTo>
                    <a:pt x="109836" y="257376"/>
                  </a:lnTo>
                  <a:lnTo>
                    <a:pt x="113115" y="254097"/>
                  </a:lnTo>
                  <a:lnTo>
                    <a:pt x="118032" y="250818"/>
                  </a:lnTo>
                  <a:lnTo>
                    <a:pt x="119671" y="247540"/>
                  </a:lnTo>
                  <a:lnTo>
                    <a:pt x="121311" y="245901"/>
                  </a:lnTo>
                  <a:lnTo>
                    <a:pt x="124590" y="242622"/>
                  </a:lnTo>
                  <a:lnTo>
                    <a:pt x="129508" y="237704"/>
                  </a:lnTo>
                  <a:lnTo>
                    <a:pt x="132787" y="234425"/>
                  </a:lnTo>
                  <a:lnTo>
                    <a:pt x="137705" y="231147"/>
                  </a:lnTo>
                  <a:lnTo>
                    <a:pt x="132787" y="229507"/>
                  </a:lnTo>
                  <a:lnTo>
                    <a:pt x="134426" y="227868"/>
                  </a:lnTo>
                  <a:lnTo>
                    <a:pt x="134426" y="222950"/>
                  </a:lnTo>
                  <a:lnTo>
                    <a:pt x="139344" y="219671"/>
                  </a:lnTo>
                  <a:lnTo>
                    <a:pt x="142623" y="216393"/>
                  </a:lnTo>
                  <a:lnTo>
                    <a:pt x="147540" y="213114"/>
                  </a:lnTo>
                  <a:lnTo>
                    <a:pt x="150819" y="209835"/>
                  </a:lnTo>
                  <a:lnTo>
                    <a:pt x="155737" y="208196"/>
                  </a:lnTo>
                  <a:lnTo>
                    <a:pt x="157377" y="208196"/>
                  </a:lnTo>
                  <a:lnTo>
                    <a:pt x="162295" y="206557"/>
                  </a:lnTo>
                  <a:lnTo>
                    <a:pt x="165574" y="204917"/>
                  </a:lnTo>
                  <a:lnTo>
                    <a:pt x="168851" y="204917"/>
                  </a:lnTo>
                  <a:lnTo>
                    <a:pt x="173770" y="204917"/>
                  </a:lnTo>
                  <a:lnTo>
                    <a:pt x="178688" y="204917"/>
                  </a:lnTo>
                  <a:lnTo>
                    <a:pt x="178688" y="209835"/>
                  </a:lnTo>
                  <a:lnTo>
                    <a:pt x="177048" y="214753"/>
                  </a:lnTo>
                  <a:lnTo>
                    <a:pt x="180327" y="211474"/>
                  </a:lnTo>
                  <a:lnTo>
                    <a:pt x="185245" y="206557"/>
                  </a:lnTo>
                  <a:lnTo>
                    <a:pt x="183606" y="203278"/>
                  </a:lnTo>
                  <a:lnTo>
                    <a:pt x="185245" y="201638"/>
                  </a:lnTo>
                  <a:lnTo>
                    <a:pt x="188524" y="198360"/>
                  </a:lnTo>
                  <a:lnTo>
                    <a:pt x="191803" y="195081"/>
                  </a:lnTo>
                  <a:lnTo>
                    <a:pt x="195081" y="190163"/>
                  </a:lnTo>
                  <a:lnTo>
                    <a:pt x="195081" y="190163"/>
                  </a:lnTo>
                  <a:lnTo>
                    <a:pt x="198360" y="190163"/>
                  </a:lnTo>
                  <a:lnTo>
                    <a:pt x="203278" y="186884"/>
                  </a:lnTo>
                  <a:lnTo>
                    <a:pt x="208196" y="185245"/>
                  </a:lnTo>
                  <a:lnTo>
                    <a:pt x="211475" y="183606"/>
                  </a:lnTo>
                  <a:lnTo>
                    <a:pt x="216393" y="178688"/>
                  </a:lnTo>
                  <a:lnTo>
                    <a:pt x="218032" y="173770"/>
                  </a:lnTo>
                  <a:lnTo>
                    <a:pt x="221310" y="170491"/>
                  </a:lnTo>
                  <a:lnTo>
                    <a:pt x="224589" y="167213"/>
                  </a:lnTo>
                  <a:lnTo>
                    <a:pt x="227868" y="162294"/>
                  </a:lnTo>
                  <a:lnTo>
                    <a:pt x="231147" y="159016"/>
                  </a:lnTo>
                  <a:lnTo>
                    <a:pt x="234425" y="155737"/>
                  </a:lnTo>
                  <a:lnTo>
                    <a:pt x="236065" y="150819"/>
                  </a:lnTo>
                  <a:lnTo>
                    <a:pt x="239344" y="149180"/>
                  </a:lnTo>
                  <a:lnTo>
                    <a:pt x="242622" y="147540"/>
                  </a:lnTo>
                  <a:lnTo>
                    <a:pt x="242622" y="144261"/>
                  </a:lnTo>
                  <a:lnTo>
                    <a:pt x="239344" y="139344"/>
                  </a:lnTo>
                  <a:lnTo>
                    <a:pt x="234425" y="139344"/>
                  </a:lnTo>
                  <a:lnTo>
                    <a:pt x="231147" y="139344"/>
                  </a:lnTo>
                  <a:lnTo>
                    <a:pt x="226228" y="140983"/>
                  </a:lnTo>
                  <a:lnTo>
                    <a:pt x="222950" y="142622"/>
                  </a:lnTo>
                  <a:lnTo>
                    <a:pt x="218032" y="144261"/>
                  </a:lnTo>
                  <a:lnTo>
                    <a:pt x="214754" y="147540"/>
                  </a:lnTo>
                  <a:lnTo>
                    <a:pt x="209835" y="149180"/>
                  </a:lnTo>
                  <a:lnTo>
                    <a:pt x="206557" y="152458"/>
                  </a:lnTo>
                  <a:lnTo>
                    <a:pt x="204917" y="154098"/>
                  </a:lnTo>
                  <a:lnTo>
                    <a:pt x="201638" y="155737"/>
                  </a:lnTo>
                  <a:lnTo>
                    <a:pt x="198360" y="157376"/>
                  </a:lnTo>
                  <a:lnTo>
                    <a:pt x="193442" y="159016"/>
                  </a:lnTo>
                  <a:lnTo>
                    <a:pt x="188524" y="159016"/>
                  </a:lnTo>
                  <a:lnTo>
                    <a:pt x="183606" y="159016"/>
                  </a:lnTo>
                  <a:lnTo>
                    <a:pt x="181967" y="157376"/>
                  </a:lnTo>
                  <a:lnTo>
                    <a:pt x="178688" y="155737"/>
                  </a:lnTo>
                  <a:lnTo>
                    <a:pt x="175409" y="154098"/>
                  </a:lnTo>
                  <a:lnTo>
                    <a:pt x="172130" y="152458"/>
                  </a:lnTo>
                  <a:lnTo>
                    <a:pt x="168851" y="147540"/>
                  </a:lnTo>
                  <a:lnTo>
                    <a:pt x="163934" y="145901"/>
                  </a:lnTo>
                  <a:lnTo>
                    <a:pt x="159016" y="144261"/>
                  </a:lnTo>
                  <a:lnTo>
                    <a:pt x="159016" y="144261"/>
                  </a:lnTo>
                  <a:lnTo>
                    <a:pt x="159016" y="144261"/>
                  </a:lnTo>
                  <a:lnTo>
                    <a:pt x="154098" y="140983"/>
                  </a:lnTo>
                  <a:lnTo>
                    <a:pt x="157377" y="137704"/>
                  </a:lnTo>
                  <a:lnTo>
                    <a:pt x="159016" y="134426"/>
                  </a:lnTo>
                  <a:lnTo>
                    <a:pt x="159016" y="131147"/>
                  </a:lnTo>
                  <a:lnTo>
                    <a:pt x="160655" y="127868"/>
                  </a:lnTo>
                  <a:lnTo>
                    <a:pt x="162295" y="122950"/>
                  </a:lnTo>
                  <a:lnTo>
                    <a:pt x="165574" y="119671"/>
                  </a:lnTo>
                  <a:lnTo>
                    <a:pt x="167213" y="114754"/>
                  </a:lnTo>
                  <a:lnTo>
                    <a:pt x="168851" y="111475"/>
                  </a:lnTo>
                  <a:lnTo>
                    <a:pt x="168851" y="108196"/>
                  </a:lnTo>
                  <a:lnTo>
                    <a:pt x="163934" y="108196"/>
                  </a:lnTo>
                  <a:lnTo>
                    <a:pt x="168851" y="104917"/>
                  </a:lnTo>
                  <a:lnTo>
                    <a:pt x="172130" y="101639"/>
                  </a:lnTo>
                  <a:lnTo>
                    <a:pt x="168851" y="103278"/>
                  </a:lnTo>
                  <a:lnTo>
                    <a:pt x="163934" y="103278"/>
                  </a:lnTo>
                  <a:lnTo>
                    <a:pt x="165574" y="100000"/>
                  </a:lnTo>
                  <a:lnTo>
                    <a:pt x="165574" y="96721"/>
                  </a:lnTo>
                  <a:lnTo>
                    <a:pt x="163934" y="91803"/>
                  </a:lnTo>
                  <a:lnTo>
                    <a:pt x="160655" y="95081"/>
                  </a:lnTo>
                  <a:lnTo>
                    <a:pt x="162295" y="98360"/>
                  </a:lnTo>
                  <a:lnTo>
                    <a:pt x="159016" y="103278"/>
                  </a:lnTo>
                  <a:lnTo>
                    <a:pt x="155737" y="106557"/>
                  </a:lnTo>
                  <a:lnTo>
                    <a:pt x="154098" y="109836"/>
                  </a:lnTo>
                  <a:lnTo>
                    <a:pt x="154098" y="114754"/>
                  </a:lnTo>
                  <a:lnTo>
                    <a:pt x="152458" y="118032"/>
                  </a:lnTo>
                  <a:lnTo>
                    <a:pt x="150819" y="122950"/>
                  </a:lnTo>
                  <a:lnTo>
                    <a:pt x="147540" y="124590"/>
                  </a:lnTo>
                  <a:lnTo>
                    <a:pt x="142623" y="122950"/>
                  </a:lnTo>
                  <a:lnTo>
                    <a:pt x="142623" y="119671"/>
                  </a:lnTo>
                  <a:lnTo>
                    <a:pt x="145901" y="116393"/>
                  </a:lnTo>
                  <a:lnTo>
                    <a:pt x="145901" y="113114"/>
                  </a:lnTo>
                  <a:lnTo>
                    <a:pt x="140984" y="109836"/>
                  </a:lnTo>
                  <a:lnTo>
                    <a:pt x="137705" y="111475"/>
                  </a:lnTo>
                  <a:lnTo>
                    <a:pt x="134426" y="108196"/>
                  </a:lnTo>
                  <a:lnTo>
                    <a:pt x="131147" y="108196"/>
                  </a:lnTo>
                  <a:lnTo>
                    <a:pt x="129508" y="108196"/>
                  </a:lnTo>
                  <a:lnTo>
                    <a:pt x="127868" y="108196"/>
                  </a:lnTo>
                  <a:lnTo>
                    <a:pt x="127868" y="106557"/>
                  </a:lnTo>
                  <a:lnTo>
                    <a:pt x="131147" y="106557"/>
                  </a:lnTo>
                  <a:lnTo>
                    <a:pt x="134426" y="104917"/>
                  </a:lnTo>
                  <a:lnTo>
                    <a:pt x="134426" y="101639"/>
                  </a:lnTo>
                  <a:lnTo>
                    <a:pt x="137705" y="98360"/>
                  </a:lnTo>
                  <a:lnTo>
                    <a:pt x="137705" y="95081"/>
                  </a:lnTo>
                  <a:lnTo>
                    <a:pt x="140984" y="91803"/>
                  </a:lnTo>
                  <a:lnTo>
                    <a:pt x="142623" y="88524"/>
                  </a:lnTo>
                  <a:lnTo>
                    <a:pt x="147540" y="86885"/>
                  </a:lnTo>
                  <a:lnTo>
                    <a:pt x="147540" y="83606"/>
                  </a:lnTo>
                  <a:lnTo>
                    <a:pt x="144261" y="78688"/>
                  </a:lnTo>
                  <a:lnTo>
                    <a:pt x="144261" y="77049"/>
                  </a:lnTo>
                  <a:lnTo>
                    <a:pt x="144261" y="73770"/>
                  </a:lnTo>
                  <a:lnTo>
                    <a:pt x="144261" y="68852"/>
                  </a:lnTo>
                  <a:lnTo>
                    <a:pt x="145901" y="65573"/>
                  </a:lnTo>
                  <a:lnTo>
                    <a:pt x="140984" y="63934"/>
                  </a:lnTo>
                  <a:lnTo>
                    <a:pt x="142623" y="60656"/>
                  </a:lnTo>
                  <a:lnTo>
                    <a:pt x="147540" y="62295"/>
                  </a:lnTo>
                  <a:lnTo>
                    <a:pt x="150819" y="63934"/>
                  </a:lnTo>
                  <a:lnTo>
                    <a:pt x="152458" y="60656"/>
                  </a:lnTo>
                  <a:lnTo>
                    <a:pt x="152458" y="55737"/>
                  </a:lnTo>
                  <a:lnTo>
                    <a:pt x="155737" y="52459"/>
                  </a:lnTo>
                  <a:lnTo>
                    <a:pt x="154098" y="49180"/>
                  </a:lnTo>
                  <a:lnTo>
                    <a:pt x="154098" y="45901"/>
                  </a:lnTo>
                  <a:lnTo>
                    <a:pt x="155737" y="40983"/>
                  </a:lnTo>
                  <a:lnTo>
                    <a:pt x="155737" y="37705"/>
                  </a:lnTo>
                  <a:lnTo>
                    <a:pt x="152458" y="37705"/>
                  </a:lnTo>
                  <a:lnTo>
                    <a:pt x="147540" y="37705"/>
                  </a:lnTo>
                  <a:lnTo>
                    <a:pt x="149180" y="42623"/>
                  </a:lnTo>
                  <a:lnTo>
                    <a:pt x="145901" y="42623"/>
                  </a:lnTo>
                  <a:lnTo>
                    <a:pt x="147540" y="39344"/>
                  </a:lnTo>
                  <a:lnTo>
                    <a:pt x="147540" y="34426"/>
                  </a:lnTo>
                  <a:lnTo>
                    <a:pt x="150819" y="34426"/>
                  </a:lnTo>
                  <a:lnTo>
                    <a:pt x="145901" y="32787"/>
                  </a:lnTo>
                  <a:lnTo>
                    <a:pt x="145901" y="27869"/>
                  </a:lnTo>
                  <a:lnTo>
                    <a:pt x="142623" y="27869"/>
                  </a:lnTo>
                  <a:lnTo>
                    <a:pt x="139344" y="29508"/>
                  </a:lnTo>
                  <a:lnTo>
                    <a:pt x="140984" y="26229"/>
                  </a:lnTo>
                  <a:lnTo>
                    <a:pt x="136065" y="24590"/>
                  </a:lnTo>
                  <a:lnTo>
                    <a:pt x="132787" y="26229"/>
                  </a:lnTo>
                  <a:lnTo>
                    <a:pt x="129508" y="22951"/>
                  </a:lnTo>
                  <a:lnTo>
                    <a:pt x="134426" y="21311"/>
                  </a:lnTo>
                  <a:lnTo>
                    <a:pt x="129508" y="21311"/>
                  </a:lnTo>
                  <a:lnTo>
                    <a:pt x="127868" y="24590"/>
                  </a:lnTo>
                  <a:lnTo>
                    <a:pt x="124590" y="27869"/>
                  </a:lnTo>
                  <a:lnTo>
                    <a:pt x="124590" y="24590"/>
                  </a:lnTo>
                  <a:lnTo>
                    <a:pt x="122950" y="19672"/>
                  </a:lnTo>
                  <a:lnTo>
                    <a:pt x="124590" y="16393"/>
                  </a:lnTo>
                  <a:lnTo>
                    <a:pt x="122950" y="13114"/>
                  </a:lnTo>
                  <a:lnTo>
                    <a:pt x="124590" y="8197"/>
                  </a:lnTo>
                  <a:lnTo>
                    <a:pt x="122950" y="4918"/>
                  </a:lnTo>
                  <a:lnTo>
                    <a:pt x="126229" y="4918"/>
                  </a:lnTo>
                  <a:lnTo>
                    <a:pt x="129508" y="0"/>
                  </a:lnTo>
                  <a:lnTo>
                    <a:pt x="124590" y="1639"/>
                  </a:lnTo>
                  <a:lnTo>
                    <a:pt x="121311" y="3279"/>
                  </a:lnTo>
                  <a:lnTo>
                    <a:pt x="118032" y="3279"/>
                  </a:lnTo>
                  <a:lnTo>
                    <a:pt x="116394" y="1639"/>
                  </a:lnTo>
                  <a:lnTo>
                    <a:pt x="114754" y="6557"/>
                  </a:lnTo>
                  <a:lnTo>
                    <a:pt x="116394" y="9836"/>
                  </a:lnTo>
                  <a:lnTo>
                    <a:pt x="118032" y="14754"/>
                  </a:lnTo>
                  <a:lnTo>
                    <a:pt x="118032" y="18033"/>
                  </a:lnTo>
                  <a:lnTo>
                    <a:pt x="118032" y="21311"/>
                  </a:lnTo>
                  <a:lnTo>
                    <a:pt x="119671" y="26229"/>
                  </a:lnTo>
                  <a:lnTo>
                    <a:pt x="118032" y="29508"/>
                  </a:lnTo>
                  <a:lnTo>
                    <a:pt x="116394" y="34426"/>
                  </a:lnTo>
                  <a:lnTo>
                    <a:pt x="111475" y="34426"/>
                  </a:lnTo>
                  <a:lnTo>
                    <a:pt x="113115" y="39344"/>
                  </a:lnTo>
                  <a:lnTo>
                    <a:pt x="113115" y="42623"/>
                  </a:lnTo>
                  <a:lnTo>
                    <a:pt x="113115" y="45901"/>
                  </a:lnTo>
                  <a:lnTo>
                    <a:pt x="113115" y="49180"/>
                  </a:lnTo>
                  <a:lnTo>
                    <a:pt x="116394" y="45901"/>
                  </a:lnTo>
                  <a:lnTo>
                    <a:pt x="121311" y="44262"/>
                  </a:lnTo>
                  <a:lnTo>
                    <a:pt x="124590" y="42623"/>
                  </a:lnTo>
                  <a:lnTo>
                    <a:pt x="126229" y="39344"/>
                  </a:lnTo>
                  <a:lnTo>
                    <a:pt x="124590" y="42623"/>
                  </a:lnTo>
                  <a:lnTo>
                    <a:pt x="121311" y="45901"/>
                  </a:lnTo>
                  <a:lnTo>
                    <a:pt x="118032" y="47541"/>
                  </a:lnTo>
                  <a:lnTo>
                    <a:pt x="114754" y="50820"/>
                  </a:lnTo>
                  <a:lnTo>
                    <a:pt x="114754" y="55737"/>
                  </a:lnTo>
                  <a:lnTo>
                    <a:pt x="114754" y="59016"/>
                  </a:lnTo>
                  <a:lnTo>
                    <a:pt x="116394" y="63934"/>
                  </a:lnTo>
                  <a:lnTo>
                    <a:pt x="116394" y="68852"/>
                  </a:lnTo>
                  <a:lnTo>
                    <a:pt x="118032" y="73770"/>
                  </a:lnTo>
                  <a:lnTo>
                    <a:pt x="118032" y="77049"/>
                  </a:lnTo>
                  <a:lnTo>
                    <a:pt x="118032" y="80327"/>
                  </a:lnTo>
                  <a:lnTo>
                    <a:pt x="118032" y="85246"/>
                  </a:lnTo>
                  <a:lnTo>
                    <a:pt x="116394" y="88524"/>
                  </a:lnTo>
                  <a:lnTo>
                    <a:pt x="121311" y="88524"/>
                  </a:lnTo>
                  <a:lnTo>
                    <a:pt x="122950" y="83606"/>
                  </a:lnTo>
                  <a:lnTo>
                    <a:pt x="121311" y="80327"/>
                  </a:lnTo>
                  <a:lnTo>
                    <a:pt x="121311" y="77049"/>
                  </a:lnTo>
                  <a:lnTo>
                    <a:pt x="124590" y="78688"/>
                  </a:lnTo>
                  <a:lnTo>
                    <a:pt x="127868" y="81967"/>
                  </a:lnTo>
                  <a:lnTo>
                    <a:pt x="127868" y="78688"/>
                  </a:lnTo>
                  <a:lnTo>
                    <a:pt x="131147" y="80327"/>
                  </a:lnTo>
                  <a:lnTo>
                    <a:pt x="134426" y="77049"/>
                  </a:lnTo>
                  <a:lnTo>
                    <a:pt x="134426" y="77049"/>
                  </a:lnTo>
                  <a:lnTo>
                    <a:pt x="131147" y="80327"/>
                  </a:lnTo>
                  <a:lnTo>
                    <a:pt x="134426" y="81967"/>
                  </a:lnTo>
                  <a:lnTo>
                    <a:pt x="131147" y="85246"/>
                  </a:lnTo>
                  <a:lnTo>
                    <a:pt x="127868" y="85246"/>
                  </a:lnTo>
                  <a:lnTo>
                    <a:pt x="127868" y="88524"/>
                  </a:lnTo>
                  <a:lnTo>
                    <a:pt x="131147" y="86885"/>
                  </a:lnTo>
                  <a:lnTo>
                    <a:pt x="129508" y="91803"/>
                  </a:lnTo>
                  <a:lnTo>
                    <a:pt x="127868" y="95081"/>
                  </a:lnTo>
                  <a:lnTo>
                    <a:pt x="124590" y="98360"/>
                  </a:lnTo>
                  <a:lnTo>
                    <a:pt x="122950" y="95081"/>
                  </a:lnTo>
                  <a:lnTo>
                    <a:pt x="122950" y="91803"/>
                  </a:lnTo>
                  <a:lnTo>
                    <a:pt x="121311" y="91803"/>
                  </a:lnTo>
                  <a:lnTo>
                    <a:pt x="119671" y="95081"/>
                  </a:lnTo>
                  <a:lnTo>
                    <a:pt x="119671" y="100000"/>
                  </a:lnTo>
                  <a:lnTo>
                    <a:pt x="119671" y="103278"/>
                  </a:lnTo>
                  <a:lnTo>
                    <a:pt x="119671" y="108196"/>
                  </a:lnTo>
                  <a:lnTo>
                    <a:pt x="118032" y="109836"/>
                  </a:lnTo>
                  <a:lnTo>
                    <a:pt x="116394" y="114754"/>
                  </a:lnTo>
                  <a:lnTo>
                    <a:pt x="119671" y="114754"/>
                  </a:lnTo>
                  <a:lnTo>
                    <a:pt x="124590" y="113114"/>
                  </a:lnTo>
                  <a:lnTo>
                    <a:pt x="127868" y="113114"/>
                  </a:lnTo>
                  <a:lnTo>
                    <a:pt x="129508" y="116393"/>
                  </a:lnTo>
                  <a:lnTo>
                    <a:pt x="126229" y="119671"/>
                  </a:lnTo>
                  <a:lnTo>
                    <a:pt x="121311" y="121311"/>
                  </a:lnTo>
                  <a:lnTo>
                    <a:pt x="119671" y="118032"/>
                  </a:lnTo>
                  <a:lnTo>
                    <a:pt x="116394" y="121311"/>
                  </a:lnTo>
                  <a:lnTo>
                    <a:pt x="116394" y="124590"/>
                  </a:lnTo>
                  <a:lnTo>
                    <a:pt x="114754" y="129508"/>
                  </a:lnTo>
                  <a:lnTo>
                    <a:pt x="118032" y="129508"/>
                  </a:lnTo>
                  <a:lnTo>
                    <a:pt x="114754" y="132786"/>
                  </a:lnTo>
                  <a:lnTo>
                    <a:pt x="113115" y="136065"/>
                  </a:lnTo>
                  <a:lnTo>
                    <a:pt x="111475" y="140983"/>
                  </a:lnTo>
                  <a:lnTo>
                    <a:pt x="109836" y="145901"/>
                  </a:lnTo>
                  <a:lnTo>
                    <a:pt x="108197" y="149180"/>
                  </a:lnTo>
                  <a:lnTo>
                    <a:pt x="108197" y="150819"/>
                  </a:lnTo>
                  <a:lnTo>
                    <a:pt x="104918" y="152458"/>
                  </a:lnTo>
                  <a:lnTo>
                    <a:pt x="101639" y="155737"/>
                  </a:lnTo>
                  <a:lnTo>
                    <a:pt x="101639" y="160655"/>
                  </a:lnTo>
                  <a:lnTo>
                    <a:pt x="100000" y="163934"/>
                  </a:lnTo>
                  <a:lnTo>
                    <a:pt x="95081" y="163934"/>
                  </a:lnTo>
                  <a:lnTo>
                    <a:pt x="91803" y="168851"/>
                  </a:lnTo>
                  <a:lnTo>
                    <a:pt x="88525" y="173770"/>
                  </a:lnTo>
                  <a:lnTo>
                    <a:pt x="85246" y="177048"/>
                  </a:lnTo>
                  <a:lnTo>
                    <a:pt x="81967" y="180327"/>
                  </a:lnTo>
                  <a:lnTo>
                    <a:pt x="78688" y="185245"/>
                  </a:lnTo>
                  <a:lnTo>
                    <a:pt x="75410" y="190163"/>
                  </a:lnTo>
                  <a:lnTo>
                    <a:pt x="72131" y="195081"/>
                  </a:lnTo>
                  <a:lnTo>
                    <a:pt x="68852" y="196720"/>
                  </a:lnTo>
                  <a:lnTo>
                    <a:pt x="63935" y="199999"/>
                  </a:lnTo>
                  <a:lnTo>
                    <a:pt x="60656" y="201638"/>
                  </a:lnTo>
                  <a:lnTo>
                    <a:pt x="55738" y="201638"/>
                  </a:lnTo>
                  <a:lnTo>
                    <a:pt x="54098" y="203278"/>
                  </a:lnTo>
                  <a:lnTo>
                    <a:pt x="50820" y="203278"/>
                  </a:lnTo>
                  <a:lnTo>
                    <a:pt x="45901" y="204917"/>
                  </a:lnTo>
                  <a:lnTo>
                    <a:pt x="40983" y="208196"/>
                  </a:lnTo>
                  <a:lnTo>
                    <a:pt x="37705" y="208196"/>
                  </a:lnTo>
                  <a:lnTo>
                    <a:pt x="32787" y="211474"/>
                  </a:lnTo>
                  <a:lnTo>
                    <a:pt x="29508" y="214753"/>
                  </a:lnTo>
                  <a:lnTo>
                    <a:pt x="26230" y="219671"/>
                  </a:lnTo>
                  <a:lnTo>
                    <a:pt x="26230" y="222950"/>
                  </a:lnTo>
                  <a:lnTo>
                    <a:pt x="26230" y="224589"/>
                  </a:lnTo>
                  <a:lnTo>
                    <a:pt x="29508" y="227868"/>
                  </a:lnTo>
                  <a:lnTo>
                    <a:pt x="34427" y="229507"/>
                  </a:lnTo>
                  <a:lnTo>
                    <a:pt x="37705" y="231147"/>
                  </a:lnTo>
                  <a:lnTo>
                    <a:pt x="39344" y="234425"/>
                  </a:lnTo>
                  <a:lnTo>
                    <a:pt x="39344" y="236064"/>
                  </a:lnTo>
                  <a:lnTo>
                    <a:pt x="44262" y="239343"/>
                  </a:lnTo>
                  <a:lnTo>
                    <a:pt x="44262" y="240983"/>
                  </a:lnTo>
                  <a:lnTo>
                    <a:pt x="49180" y="240983"/>
                  </a:lnTo>
                  <a:lnTo>
                    <a:pt x="52459" y="242622"/>
                  </a:lnTo>
                  <a:lnTo>
                    <a:pt x="54098" y="245901"/>
                  </a:lnTo>
                  <a:lnTo>
                    <a:pt x="54098" y="247540"/>
                  </a:lnTo>
                  <a:lnTo>
                    <a:pt x="55738" y="250818"/>
                  </a:lnTo>
                  <a:lnTo>
                    <a:pt x="54098" y="255737"/>
                  </a:lnTo>
                  <a:lnTo>
                    <a:pt x="52459" y="259015"/>
                  </a:lnTo>
                  <a:lnTo>
                    <a:pt x="52459" y="259015"/>
                  </a:lnTo>
                  <a:lnTo>
                    <a:pt x="49180" y="263933"/>
                  </a:lnTo>
                  <a:lnTo>
                    <a:pt x="45901" y="267212"/>
                  </a:lnTo>
                  <a:lnTo>
                    <a:pt x="42623" y="272130"/>
                  </a:lnTo>
                  <a:lnTo>
                    <a:pt x="39344" y="275408"/>
                  </a:lnTo>
                  <a:lnTo>
                    <a:pt x="34427" y="278687"/>
                  </a:lnTo>
                  <a:lnTo>
                    <a:pt x="32787" y="280327"/>
                  </a:lnTo>
                  <a:lnTo>
                    <a:pt x="29508" y="283605"/>
                  </a:lnTo>
                  <a:lnTo>
                    <a:pt x="26230" y="285244"/>
                  </a:lnTo>
                  <a:lnTo>
                    <a:pt x="22951" y="288523"/>
                  </a:lnTo>
                  <a:lnTo>
                    <a:pt x="18033" y="291802"/>
                  </a:lnTo>
                  <a:lnTo>
                    <a:pt x="14754" y="295081"/>
                  </a:lnTo>
                  <a:lnTo>
                    <a:pt x="14754" y="295081"/>
                  </a:lnTo>
                  <a:lnTo>
                    <a:pt x="11476" y="296720"/>
                  </a:lnTo>
                  <a:lnTo>
                    <a:pt x="6558" y="299998"/>
                  </a:lnTo>
                  <a:lnTo>
                    <a:pt x="3279" y="301638"/>
                  </a:lnTo>
                  <a:lnTo>
                    <a:pt x="0" y="304917"/>
                  </a:lnTo>
                  <a:lnTo>
                    <a:pt x="3279" y="306556"/>
                  </a:lnTo>
                  <a:lnTo>
                    <a:pt x="6558" y="30163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0" name="Freeform 2929">
              <a:extLst>
                <a:ext uri="{FF2B5EF4-FFF2-40B4-BE49-F238E27FC236}">
                  <a16:creationId xmlns:a16="http://schemas.microsoft.com/office/drawing/2014/main" id="{9EE1CA4D-7D6B-9147-8C86-E9CA66095754}"/>
                </a:ext>
              </a:extLst>
            </p:cNvPr>
            <p:cNvSpPr/>
            <p:nvPr/>
          </p:nvSpPr>
          <p:spPr>
            <a:xfrm>
              <a:off x="11710728" y="5742758"/>
              <a:ext cx="6557" cy="4918"/>
            </a:xfrm>
            <a:custGeom>
              <a:avLst/>
              <a:gdLst>
                <a:gd name="connsiteX0" fmla="*/ 6558 w 6557"/>
                <a:gd name="connsiteY0" fmla="*/ 0 h 4918"/>
                <a:gd name="connsiteX1" fmla="*/ 3279 w 6557"/>
                <a:gd name="connsiteY1" fmla="*/ 1639 h 4918"/>
                <a:gd name="connsiteX2" fmla="*/ 0 w 6557"/>
                <a:gd name="connsiteY2" fmla="*/ 3279 h 4918"/>
                <a:gd name="connsiteX3" fmla="*/ 3279 w 6557"/>
                <a:gd name="connsiteY3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4918">
                  <a:moveTo>
                    <a:pt x="6558" y="0"/>
                  </a:moveTo>
                  <a:lnTo>
                    <a:pt x="3279" y="1639"/>
                  </a:lnTo>
                  <a:lnTo>
                    <a:pt x="0" y="3279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1" name="Freeform 2930">
              <a:extLst>
                <a:ext uri="{FF2B5EF4-FFF2-40B4-BE49-F238E27FC236}">
                  <a16:creationId xmlns:a16="http://schemas.microsoft.com/office/drawing/2014/main" id="{6BE7289D-2383-5F44-AE87-40763FD3A205}"/>
                </a:ext>
              </a:extLst>
            </p:cNvPr>
            <p:cNvSpPr/>
            <p:nvPr/>
          </p:nvSpPr>
          <p:spPr>
            <a:xfrm>
              <a:off x="11735318" y="5713250"/>
              <a:ext cx="6557" cy="11475"/>
            </a:xfrm>
            <a:custGeom>
              <a:avLst/>
              <a:gdLst>
                <a:gd name="connsiteX0" fmla="*/ 6558 w 6557"/>
                <a:gd name="connsiteY0" fmla="*/ 0 h 11475"/>
                <a:gd name="connsiteX1" fmla="*/ 4918 w 6557"/>
                <a:gd name="connsiteY1" fmla="*/ 0 h 11475"/>
                <a:gd name="connsiteX2" fmla="*/ 1639 w 6557"/>
                <a:gd name="connsiteY2" fmla="*/ 3279 h 11475"/>
                <a:gd name="connsiteX3" fmla="*/ 0 w 6557"/>
                <a:gd name="connsiteY3" fmla="*/ 6557 h 11475"/>
                <a:gd name="connsiteX4" fmla="*/ 1639 w 6557"/>
                <a:gd name="connsiteY4" fmla="*/ 11476 h 11475"/>
                <a:gd name="connsiteX5" fmla="*/ 6558 w 6557"/>
                <a:gd name="connsiteY5" fmla="*/ 11476 h 11475"/>
                <a:gd name="connsiteX6" fmla="*/ 6558 w 6557"/>
                <a:gd name="connsiteY6" fmla="*/ 6557 h 11475"/>
                <a:gd name="connsiteX7" fmla="*/ 6558 w 6557"/>
                <a:gd name="connsiteY7" fmla="*/ 327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7" h="11475">
                  <a:moveTo>
                    <a:pt x="6558" y="0"/>
                  </a:moveTo>
                  <a:lnTo>
                    <a:pt x="4918" y="0"/>
                  </a:lnTo>
                  <a:lnTo>
                    <a:pt x="1639" y="3279"/>
                  </a:lnTo>
                  <a:lnTo>
                    <a:pt x="0" y="6557"/>
                  </a:lnTo>
                  <a:lnTo>
                    <a:pt x="1639" y="11476"/>
                  </a:lnTo>
                  <a:lnTo>
                    <a:pt x="6558" y="11476"/>
                  </a:lnTo>
                  <a:lnTo>
                    <a:pt x="6558" y="6557"/>
                  </a:lnTo>
                  <a:lnTo>
                    <a:pt x="655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2" name="Freeform 2931">
              <a:extLst>
                <a:ext uri="{FF2B5EF4-FFF2-40B4-BE49-F238E27FC236}">
                  <a16:creationId xmlns:a16="http://schemas.microsoft.com/office/drawing/2014/main" id="{9E3C189D-0294-694B-9C62-84F66AFC6978}"/>
                </a:ext>
              </a:extLst>
            </p:cNvPr>
            <p:cNvSpPr/>
            <p:nvPr/>
          </p:nvSpPr>
          <p:spPr>
            <a:xfrm>
              <a:off x="2166509" y="3098508"/>
              <a:ext cx="396719" cy="149179"/>
            </a:xfrm>
            <a:custGeom>
              <a:avLst/>
              <a:gdLst>
                <a:gd name="connsiteX0" fmla="*/ 1639 w 396719"/>
                <a:gd name="connsiteY0" fmla="*/ 57377 h 149179"/>
                <a:gd name="connsiteX1" fmla="*/ 4918 w 396719"/>
                <a:gd name="connsiteY1" fmla="*/ 57377 h 149179"/>
                <a:gd name="connsiteX2" fmla="*/ 8197 w 396719"/>
                <a:gd name="connsiteY2" fmla="*/ 54098 h 149179"/>
                <a:gd name="connsiteX3" fmla="*/ 11475 w 396719"/>
                <a:gd name="connsiteY3" fmla="*/ 54098 h 149179"/>
                <a:gd name="connsiteX4" fmla="*/ 16393 w 396719"/>
                <a:gd name="connsiteY4" fmla="*/ 50820 h 149179"/>
                <a:gd name="connsiteX5" fmla="*/ 19672 w 396719"/>
                <a:gd name="connsiteY5" fmla="*/ 50820 h 149179"/>
                <a:gd name="connsiteX6" fmla="*/ 22951 w 396719"/>
                <a:gd name="connsiteY6" fmla="*/ 52459 h 149179"/>
                <a:gd name="connsiteX7" fmla="*/ 24590 w 396719"/>
                <a:gd name="connsiteY7" fmla="*/ 49180 h 149179"/>
                <a:gd name="connsiteX8" fmla="*/ 21311 w 396719"/>
                <a:gd name="connsiteY8" fmla="*/ 45901 h 149179"/>
                <a:gd name="connsiteX9" fmla="*/ 21311 w 396719"/>
                <a:gd name="connsiteY9" fmla="*/ 40983 h 149179"/>
                <a:gd name="connsiteX10" fmla="*/ 22951 w 396719"/>
                <a:gd name="connsiteY10" fmla="*/ 37705 h 149179"/>
                <a:gd name="connsiteX11" fmla="*/ 26229 w 396719"/>
                <a:gd name="connsiteY11" fmla="*/ 34426 h 149179"/>
                <a:gd name="connsiteX12" fmla="*/ 29508 w 396719"/>
                <a:gd name="connsiteY12" fmla="*/ 31147 h 149179"/>
                <a:gd name="connsiteX13" fmla="*/ 32787 w 396719"/>
                <a:gd name="connsiteY13" fmla="*/ 27869 h 149179"/>
                <a:gd name="connsiteX14" fmla="*/ 36065 w 396719"/>
                <a:gd name="connsiteY14" fmla="*/ 26229 h 149179"/>
                <a:gd name="connsiteX15" fmla="*/ 37705 w 396719"/>
                <a:gd name="connsiteY15" fmla="*/ 21311 h 149179"/>
                <a:gd name="connsiteX16" fmla="*/ 40983 w 396719"/>
                <a:gd name="connsiteY16" fmla="*/ 21311 h 149179"/>
                <a:gd name="connsiteX17" fmla="*/ 45901 w 396719"/>
                <a:gd name="connsiteY17" fmla="*/ 19672 h 149179"/>
                <a:gd name="connsiteX18" fmla="*/ 49180 w 396719"/>
                <a:gd name="connsiteY18" fmla="*/ 19672 h 149179"/>
                <a:gd name="connsiteX19" fmla="*/ 52459 w 396719"/>
                <a:gd name="connsiteY19" fmla="*/ 18033 h 149179"/>
                <a:gd name="connsiteX20" fmla="*/ 55737 w 396719"/>
                <a:gd name="connsiteY20" fmla="*/ 16393 h 149179"/>
                <a:gd name="connsiteX21" fmla="*/ 59016 w 396719"/>
                <a:gd name="connsiteY21" fmla="*/ 14754 h 149179"/>
                <a:gd name="connsiteX22" fmla="*/ 62295 w 396719"/>
                <a:gd name="connsiteY22" fmla="*/ 13115 h 149179"/>
                <a:gd name="connsiteX23" fmla="*/ 67213 w 396719"/>
                <a:gd name="connsiteY23" fmla="*/ 11475 h 149179"/>
                <a:gd name="connsiteX24" fmla="*/ 70492 w 396719"/>
                <a:gd name="connsiteY24" fmla="*/ 8197 h 149179"/>
                <a:gd name="connsiteX25" fmla="*/ 73770 w 396719"/>
                <a:gd name="connsiteY25" fmla="*/ 8197 h 149179"/>
                <a:gd name="connsiteX26" fmla="*/ 78688 w 396719"/>
                <a:gd name="connsiteY26" fmla="*/ 8197 h 149179"/>
                <a:gd name="connsiteX27" fmla="*/ 81967 w 396719"/>
                <a:gd name="connsiteY27" fmla="*/ 9836 h 149179"/>
                <a:gd name="connsiteX28" fmla="*/ 85245 w 396719"/>
                <a:gd name="connsiteY28" fmla="*/ 8197 h 149179"/>
                <a:gd name="connsiteX29" fmla="*/ 88524 w 396719"/>
                <a:gd name="connsiteY29" fmla="*/ 8197 h 149179"/>
                <a:gd name="connsiteX30" fmla="*/ 93442 w 396719"/>
                <a:gd name="connsiteY30" fmla="*/ 6557 h 149179"/>
                <a:gd name="connsiteX31" fmla="*/ 96721 w 396719"/>
                <a:gd name="connsiteY31" fmla="*/ 6557 h 149179"/>
                <a:gd name="connsiteX32" fmla="*/ 98360 w 396719"/>
                <a:gd name="connsiteY32" fmla="*/ 4918 h 149179"/>
                <a:gd name="connsiteX33" fmla="*/ 101639 w 396719"/>
                <a:gd name="connsiteY33" fmla="*/ 3279 h 149179"/>
                <a:gd name="connsiteX34" fmla="*/ 104917 w 396719"/>
                <a:gd name="connsiteY34" fmla="*/ 1639 h 149179"/>
                <a:gd name="connsiteX35" fmla="*/ 109836 w 396719"/>
                <a:gd name="connsiteY35" fmla="*/ 0 h 149179"/>
                <a:gd name="connsiteX36" fmla="*/ 113114 w 396719"/>
                <a:gd name="connsiteY36" fmla="*/ 1639 h 149179"/>
                <a:gd name="connsiteX37" fmla="*/ 114754 w 396719"/>
                <a:gd name="connsiteY37" fmla="*/ 0 h 149179"/>
                <a:gd name="connsiteX38" fmla="*/ 118032 w 396719"/>
                <a:gd name="connsiteY38" fmla="*/ 1639 h 149179"/>
                <a:gd name="connsiteX39" fmla="*/ 122950 w 396719"/>
                <a:gd name="connsiteY39" fmla="*/ 1639 h 149179"/>
                <a:gd name="connsiteX40" fmla="*/ 126229 w 396719"/>
                <a:gd name="connsiteY40" fmla="*/ 1639 h 149179"/>
                <a:gd name="connsiteX41" fmla="*/ 129508 w 396719"/>
                <a:gd name="connsiteY41" fmla="*/ 1639 h 149179"/>
                <a:gd name="connsiteX42" fmla="*/ 131147 w 396719"/>
                <a:gd name="connsiteY42" fmla="*/ 1639 h 149179"/>
                <a:gd name="connsiteX43" fmla="*/ 134426 w 396719"/>
                <a:gd name="connsiteY43" fmla="*/ 1639 h 149179"/>
                <a:gd name="connsiteX44" fmla="*/ 136065 w 396719"/>
                <a:gd name="connsiteY44" fmla="*/ 4918 h 149179"/>
                <a:gd name="connsiteX45" fmla="*/ 139344 w 396719"/>
                <a:gd name="connsiteY45" fmla="*/ 4918 h 149179"/>
                <a:gd name="connsiteX46" fmla="*/ 142622 w 396719"/>
                <a:gd name="connsiteY46" fmla="*/ 3279 h 149179"/>
                <a:gd name="connsiteX47" fmla="*/ 145901 w 396719"/>
                <a:gd name="connsiteY47" fmla="*/ 1639 h 149179"/>
                <a:gd name="connsiteX48" fmla="*/ 149180 w 396719"/>
                <a:gd name="connsiteY48" fmla="*/ 0 h 149179"/>
                <a:gd name="connsiteX49" fmla="*/ 145901 w 396719"/>
                <a:gd name="connsiteY49" fmla="*/ 1639 h 149179"/>
                <a:gd name="connsiteX50" fmla="*/ 147540 w 396719"/>
                <a:gd name="connsiteY50" fmla="*/ 6557 h 149179"/>
                <a:gd name="connsiteX51" fmla="*/ 152458 w 396719"/>
                <a:gd name="connsiteY51" fmla="*/ 6557 h 149179"/>
                <a:gd name="connsiteX52" fmla="*/ 155737 w 396719"/>
                <a:gd name="connsiteY52" fmla="*/ 4918 h 149179"/>
                <a:gd name="connsiteX53" fmla="*/ 159016 w 396719"/>
                <a:gd name="connsiteY53" fmla="*/ 6557 h 149179"/>
                <a:gd name="connsiteX54" fmla="*/ 162294 w 396719"/>
                <a:gd name="connsiteY54" fmla="*/ 4918 h 149179"/>
                <a:gd name="connsiteX55" fmla="*/ 167212 w 396719"/>
                <a:gd name="connsiteY55" fmla="*/ 4918 h 149179"/>
                <a:gd name="connsiteX56" fmla="*/ 170491 w 396719"/>
                <a:gd name="connsiteY56" fmla="*/ 3279 h 149179"/>
                <a:gd name="connsiteX57" fmla="*/ 170491 w 396719"/>
                <a:gd name="connsiteY57" fmla="*/ 4918 h 149179"/>
                <a:gd name="connsiteX58" fmla="*/ 175409 w 396719"/>
                <a:gd name="connsiteY58" fmla="*/ 9836 h 149179"/>
                <a:gd name="connsiteX59" fmla="*/ 178688 w 396719"/>
                <a:gd name="connsiteY59" fmla="*/ 11475 h 149179"/>
                <a:gd name="connsiteX60" fmla="*/ 181966 w 396719"/>
                <a:gd name="connsiteY60" fmla="*/ 13115 h 149179"/>
                <a:gd name="connsiteX61" fmla="*/ 185245 w 396719"/>
                <a:gd name="connsiteY61" fmla="*/ 11475 h 149179"/>
                <a:gd name="connsiteX62" fmla="*/ 190163 w 396719"/>
                <a:gd name="connsiteY62" fmla="*/ 11475 h 149179"/>
                <a:gd name="connsiteX63" fmla="*/ 191802 w 396719"/>
                <a:gd name="connsiteY63" fmla="*/ 13115 h 149179"/>
                <a:gd name="connsiteX64" fmla="*/ 195081 w 396719"/>
                <a:gd name="connsiteY64" fmla="*/ 14754 h 149179"/>
                <a:gd name="connsiteX65" fmla="*/ 199999 w 396719"/>
                <a:gd name="connsiteY65" fmla="*/ 13115 h 149179"/>
                <a:gd name="connsiteX66" fmla="*/ 196720 w 396719"/>
                <a:gd name="connsiteY66" fmla="*/ 18033 h 149179"/>
                <a:gd name="connsiteX67" fmla="*/ 201638 w 396719"/>
                <a:gd name="connsiteY67" fmla="*/ 18033 h 149179"/>
                <a:gd name="connsiteX68" fmla="*/ 204917 w 396719"/>
                <a:gd name="connsiteY68" fmla="*/ 19672 h 149179"/>
                <a:gd name="connsiteX69" fmla="*/ 204917 w 396719"/>
                <a:gd name="connsiteY69" fmla="*/ 22951 h 149179"/>
                <a:gd name="connsiteX70" fmla="*/ 206556 w 396719"/>
                <a:gd name="connsiteY70" fmla="*/ 27869 h 149179"/>
                <a:gd name="connsiteX71" fmla="*/ 209835 w 396719"/>
                <a:gd name="connsiteY71" fmla="*/ 31147 h 149179"/>
                <a:gd name="connsiteX72" fmla="*/ 211474 w 396719"/>
                <a:gd name="connsiteY72" fmla="*/ 32787 h 149179"/>
                <a:gd name="connsiteX73" fmla="*/ 216392 w 396719"/>
                <a:gd name="connsiteY73" fmla="*/ 36065 h 149179"/>
                <a:gd name="connsiteX74" fmla="*/ 219671 w 396719"/>
                <a:gd name="connsiteY74" fmla="*/ 36065 h 149179"/>
                <a:gd name="connsiteX75" fmla="*/ 222950 w 396719"/>
                <a:gd name="connsiteY75" fmla="*/ 36065 h 149179"/>
                <a:gd name="connsiteX76" fmla="*/ 226229 w 396719"/>
                <a:gd name="connsiteY76" fmla="*/ 34426 h 149179"/>
                <a:gd name="connsiteX77" fmla="*/ 229507 w 396719"/>
                <a:gd name="connsiteY77" fmla="*/ 36065 h 149179"/>
                <a:gd name="connsiteX78" fmla="*/ 232786 w 396719"/>
                <a:gd name="connsiteY78" fmla="*/ 36065 h 149179"/>
                <a:gd name="connsiteX79" fmla="*/ 236064 w 396719"/>
                <a:gd name="connsiteY79" fmla="*/ 37705 h 149179"/>
                <a:gd name="connsiteX80" fmla="*/ 240982 w 396719"/>
                <a:gd name="connsiteY80" fmla="*/ 37705 h 149179"/>
                <a:gd name="connsiteX81" fmla="*/ 244261 w 396719"/>
                <a:gd name="connsiteY81" fmla="*/ 40983 h 149179"/>
                <a:gd name="connsiteX82" fmla="*/ 247540 w 396719"/>
                <a:gd name="connsiteY82" fmla="*/ 40983 h 149179"/>
                <a:gd name="connsiteX83" fmla="*/ 250819 w 396719"/>
                <a:gd name="connsiteY83" fmla="*/ 45901 h 149179"/>
                <a:gd name="connsiteX84" fmla="*/ 255736 w 396719"/>
                <a:gd name="connsiteY84" fmla="*/ 47541 h 149179"/>
                <a:gd name="connsiteX85" fmla="*/ 259015 w 396719"/>
                <a:gd name="connsiteY85" fmla="*/ 49180 h 149179"/>
                <a:gd name="connsiteX86" fmla="*/ 259015 w 396719"/>
                <a:gd name="connsiteY86" fmla="*/ 49180 h 149179"/>
                <a:gd name="connsiteX87" fmla="*/ 262294 w 396719"/>
                <a:gd name="connsiteY87" fmla="*/ 52459 h 149179"/>
                <a:gd name="connsiteX88" fmla="*/ 263933 w 396719"/>
                <a:gd name="connsiteY88" fmla="*/ 57377 h 149179"/>
                <a:gd name="connsiteX89" fmla="*/ 268851 w 396719"/>
                <a:gd name="connsiteY89" fmla="*/ 54098 h 149179"/>
                <a:gd name="connsiteX90" fmla="*/ 267212 w 396719"/>
                <a:gd name="connsiteY90" fmla="*/ 59016 h 149179"/>
                <a:gd name="connsiteX91" fmla="*/ 272130 w 396719"/>
                <a:gd name="connsiteY91" fmla="*/ 62295 h 149179"/>
                <a:gd name="connsiteX92" fmla="*/ 275409 w 396719"/>
                <a:gd name="connsiteY92" fmla="*/ 62295 h 149179"/>
                <a:gd name="connsiteX93" fmla="*/ 278687 w 396719"/>
                <a:gd name="connsiteY93" fmla="*/ 62295 h 149179"/>
                <a:gd name="connsiteX94" fmla="*/ 281966 w 396719"/>
                <a:gd name="connsiteY94" fmla="*/ 67213 h 149179"/>
                <a:gd name="connsiteX95" fmla="*/ 285245 w 396719"/>
                <a:gd name="connsiteY95" fmla="*/ 68852 h 149179"/>
                <a:gd name="connsiteX96" fmla="*/ 283605 w 396719"/>
                <a:gd name="connsiteY96" fmla="*/ 65573 h 149179"/>
                <a:gd name="connsiteX97" fmla="*/ 281966 w 396719"/>
                <a:gd name="connsiteY97" fmla="*/ 60655 h 149179"/>
                <a:gd name="connsiteX98" fmla="*/ 277048 w 396719"/>
                <a:gd name="connsiteY98" fmla="*/ 59016 h 149179"/>
                <a:gd name="connsiteX99" fmla="*/ 281966 w 396719"/>
                <a:gd name="connsiteY99" fmla="*/ 60655 h 149179"/>
                <a:gd name="connsiteX100" fmla="*/ 285245 w 396719"/>
                <a:gd name="connsiteY100" fmla="*/ 62295 h 149179"/>
                <a:gd name="connsiteX101" fmla="*/ 288523 w 396719"/>
                <a:gd name="connsiteY101" fmla="*/ 65573 h 149179"/>
                <a:gd name="connsiteX102" fmla="*/ 291802 w 396719"/>
                <a:gd name="connsiteY102" fmla="*/ 67213 h 149179"/>
                <a:gd name="connsiteX103" fmla="*/ 291802 w 396719"/>
                <a:gd name="connsiteY103" fmla="*/ 72131 h 149179"/>
                <a:gd name="connsiteX104" fmla="*/ 288523 w 396719"/>
                <a:gd name="connsiteY104" fmla="*/ 70492 h 149179"/>
                <a:gd name="connsiteX105" fmla="*/ 285245 w 396719"/>
                <a:gd name="connsiteY105" fmla="*/ 68852 h 149179"/>
                <a:gd name="connsiteX106" fmla="*/ 286884 w 396719"/>
                <a:gd name="connsiteY106" fmla="*/ 73770 h 149179"/>
                <a:gd name="connsiteX107" fmla="*/ 286884 w 396719"/>
                <a:gd name="connsiteY107" fmla="*/ 75410 h 149179"/>
                <a:gd name="connsiteX108" fmla="*/ 288523 w 396719"/>
                <a:gd name="connsiteY108" fmla="*/ 77049 h 149179"/>
                <a:gd name="connsiteX109" fmla="*/ 291802 w 396719"/>
                <a:gd name="connsiteY109" fmla="*/ 73770 h 149179"/>
                <a:gd name="connsiteX110" fmla="*/ 295081 w 396719"/>
                <a:gd name="connsiteY110" fmla="*/ 72131 h 149179"/>
                <a:gd name="connsiteX111" fmla="*/ 298359 w 396719"/>
                <a:gd name="connsiteY111" fmla="*/ 75410 h 149179"/>
                <a:gd name="connsiteX112" fmla="*/ 298359 w 396719"/>
                <a:gd name="connsiteY112" fmla="*/ 77049 h 149179"/>
                <a:gd name="connsiteX113" fmla="*/ 301638 w 396719"/>
                <a:gd name="connsiteY113" fmla="*/ 78688 h 149179"/>
                <a:gd name="connsiteX114" fmla="*/ 299999 w 396719"/>
                <a:gd name="connsiteY114" fmla="*/ 81967 h 149179"/>
                <a:gd name="connsiteX115" fmla="*/ 303277 w 396719"/>
                <a:gd name="connsiteY115" fmla="*/ 80327 h 149179"/>
                <a:gd name="connsiteX116" fmla="*/ 306556 w 396719"/>
                <a:gd name="connsiteY116" fmla="*/ 80327 h 149179"/>
                <a:gd name="connsiteX117" fmla="*/ 304916 w 396719"/>
                <a:gd name="connsiteY117" fmla="*/ 85245 h 149179"/>
                <a:gd name="connsiteX118" fmla="*/ 309835 w 396719"/>
                <a:gd name="connsiteY118" fmla="*/ 85245 h 149179"/>
                <a:gd name="connsiteX119" fmla="*/ 313113 w 396719"/>
                <a:gd name="connsiteY119" fmla="*/ 88524 h 149179"/>
                <a:gd name="connsiteX120" fmla="*/ 313113 w 396719"/>
                <a:gd name="connsiteY120" fmla="*/ 85245 h 149179"/>
                <a:gd name="connsiteX121" fmla="*/ 316392 w 396719"/>
                <a:gd name="connsiteY121" fmla="*/ 85245 h 149179"/>
                <a:gd name="connsiteX122" fmla="*/ 321310 w 396719"/>
                <a:gd name="connsiteY122" fmla="*/ 85245 h 149179"/>
                <a:gd name="connsiteX123" fmla="*/ 321310 w 396719"/>
                <a:gd name="connsiteY123" fmla="*/ 85245 h 149179"/>
                <a:gd name="connsiteX124" fmla="*/ 324589 w 396719"/>
                <a:gd name="connsiteY124" fmla="*/ 88524 h 149179"/>
                <a:gd name="connsiteX125" fmla="*/ 327867 w 396719"/>
                <a:gd name="connsiteY125" fmla="*/ 91803 h 149179"/>
                <a:gd name="connsiteX126" fmla="*/ 331146 w 396719"/>
                <a:gd name="connsiteY126" fmla="*/ 93442 h 149179"/>
                <a:gd name="connsiteX127" fmla="*/ 334425 w 396719"/>
                <a:gd name="connsiteY127" fmla="*/ 91803 h 149179"/>
                <a:gd name="connsiteX128" fmla="*/ 336064 w 396719"/>
                <a:gd name="connsiteY128" fmla="*/ 91803 h 149179"/>
                <a:gd name="connsiteX129" fmla="*/ 339343 w 396719"/>
                <a:gd name="connsiteY129" fmla="*/ 91803 h 149179"/>
                <a:gd name="connsiteX130" fmla="*/ 342621 w 396719"/>
                <a:gd name="connsiteY130" fmla="*/ 91803 h 149179"/>
                <a:gd name="connsiteX131" fmla="*/ 347539 w 396719"/>
                <a:gd name="connsiteY131" fmla="*/ 95082 h 149179"/>
                <a:gd name="connsiteX132" fmla="*/ 345900 w 396719"/>
                <a:gd name="connsiteY132" fmla="*/ 100000 h 149179"/>
                <a:gd name="connsiteX133" fmla="*/ 342621 w 396719"/>
                <a:gd name="connsiteY133" fmla="*/ 100000 h 149179"/>
                <a:gd name="connsiteX134" fmla="*/ 345900 w 396719"/>
                <a:gd name="connsiteY134" fmla="*/ 103278 h 149179"/>
                <a:gd name="connsiteX135" fmla="*/ 342621 w 396719"/>
                <a:gd name="connsiteY135" fmla="*/ 104917 h 149179"/>
                <a:gd name="connsiteX136" fmla="*/ 337703 w 396719"/>
                <a:gd name="connsiteY136" fmla="*/ 108196 h 149179"/>
                <a:gd name="connsiteX137" fmla="*/ 342621 w 396719"/>
                <a:gd name="connsiteY137" fmla="*/ 109836 h 149179"/>
                <a:gd name="connsiteX138" fmla="*/ 345900 w 396719"/>
                <a:gd name="connsiteY138" fmla="*/ 109836 h 149179"/>
                <a:gd name="connsiteX139" fmla="*/ 349179 w 396719"/>
                <a:gd name="connsiteY139" fmla="*/ 109836 h 149179"/>
                <a:gd name="connsiteX140" fmla="*/ 352457 w 396719"/>
                <a:gd name="connsiteY140" fmla="*/ 108196 h 149179"/>
                <a:gd name="connsiteX141" fmla="*/ 357375 w 396719"/>
                <a:gd name="connsiteY141" fmla="*/ 111475 h 149179"/>
                <a:gd name="connsiteX142" fmla="*/ 360654 w 396719"/>
                <a:gd name="connsiteY142" fmla="*/ 109836 h 149179"/>
                <a:gd name="connsiteX143" fmla="*/ 362293 w 396719"/>
                <a:gd name="connsiteY143" fmla="*/ 111475 h 149179"/>
                <a:gd name="connsiteX144" fmla="*/ 367211 w 396719"/>
                <a:gd name="connsiteY144" fmla="*/ 111475 h 149179"/>
                <a:gd name="connsiteX145" fmla="*/ 370490 w 396719"/>
                <a:gd name="connsiteY145" fmla="*/ 111475 h 149179"/>
                <a:gd name="connsiteX146" fmla="*/ 373769 w 396719"/>
                <a:gd name="connsiteY146" fmla="*/ 113114 h 149179"/>
                <a:gd name="connsiteX147" fmla="*/ 377047 w 396719"/>
                <a:gd name="connsiteY147" fmla="*/ 116393 h 149179"/>
                <a:gd name="connsiteX148" fmla="*/ 380326 w 396719"/>
                <a:gd name="connsiteY148" fmla="*/ 119672 h 149179"/>
                <a:gd name="connsiteX149" fmla="*/ 383605 w 396719"/>
                <a:gd name="connsiteY149" fmla="*/ 122950 h 149179"/>
                <a:gd name="connsiteX150" fmla="*/ 383605 w 396719"/>
                <a:gd name="connsiteY150" fmla="*/ 124590 h 149179"/>
                <a:gd name="connsiteX151" fmla="*/ 386883 w 396719"/>
                <a:gd name="connsiteY151" fmla="*/ 127868 h 149179"/>
                <a:gd name="connsiteX152" fmla="*/ 390162 w 396719"/>
                <a:gd name="connsiteY152" fmla="*/ 127868 h 149179"/>
                <a:gd name="connsiteX153" fmla="*/ 395080 w 396719"/>
                <a:gd name="connsiteY153" fmla="*/ 127868 h 149179"/>
                <a:gd name="connsiteX154" fmla="*/ 396719 w 396719"/>
                <a:gd name="connsiteY154" fmla="*/ 131147 h 149179"/>
                <a:gd name="connsiteX155" fmla="*/ 395080 w 396719"/>
                <a:gd name="connsiteY155" fmla="*/ 134426 h 149179"/>
                <a:gd name="connsiteX156" fmla="*/ 391801 w 396719"/>
                <a:gd name="connsiteY156" fmla="*/ 139344 h 149179"/>
                <a:gd name="connsiteX157" fmla="*/ 386883 w 396719"/>
                <a:gd name="connsiteY157" fmla="*/ 137704 h 149179"/>
                <a:gd name="connsiteX158" fmla="*/ 383605 w 396719"/>
                <a:gd name="connsiteY158" fmla="*/ 137704 h 149179"/>
                <a:gd name="connsiteX159" fmla="*/ 380326 w 396719"/>
                <a:gd name="connsiteY159" fmla="*/ 139344 h 149179"/>
                <a:gd name="connsiteX160" fmla="*/ 377047 w 396719"/>
                <a:gd name="connsiteY160" fmla="*/ 139344 h 149179"/>
                <a:gd name="connsiteX161" fmla="*/ 372129 w 396719"/>
                <a:gd name="connsiteY161" fmla="*/ 139344 h 149179"/>
                <a:gd name="connsiteX162" fmla="*/ 368851 w 396719"/>
                <a:gd name="connsiteY162" fmla="*/ 140983 h 149179"/>
                <a:gd name="connsiteX163" fmla="*/ 368851 w 396719"/>
                <a:gd name="connsiteY163" fmla="*/ 140983 h 149179"/>
                <a:gd name="connsiteX164" fmla="*/ 365572 w 396719"/>
                <a:gd name="connsiteY164" fmla="*/ 142622 h 149179"/>
                <a:gd name="connsiteX165" fmla="*/ 362293 w 396719"/>
                <a:gd name="connsiteY165" fmla="*/ 145901 h 149179"/>
                <a:gd name="connsiteX166" fmla="*/ 359015 w 396719"/>
                <a:gd name="connsiteY166" fmla="*/ 145901 h 149179"/>
                <a:gd name="connsiteX167" fmla="*/ 359015 w 396719"/>
                <a:gd name="connsiteY167" fmla="*/ 142622 h 149179"/>
                <a:gd name="connsiteX168" fmla="*/ 360654 w 396719"/>
                <a:gd name="connsiteY168" fmla="*/ 140983 h 149179"/>
                <a:gd name="connsiteX169" fmla="*/ 359015 w 396719"/>
                <a:gd name="connsiteY169" fmla="*/ 140983 h 149179"/>
                <a:gd name="connsiteX170" fmla="*/ 359015 w 396719"/>
                <a:gd name="connsiteY170" fmla="*/ 140983 h 149179"/>
                <a:gd name="connsiteX171" fmla="*/ 357375 w 396719"/>
                <a:gd name="connsiteY171" fmla="*/ 140983 h 149179"/>
                <a:gd name="connsiteX172" fmla="*/ 357375 w 396719"/>
                <a:gd name="connsiteY172" fmla="*/ 142622 h 149179"/>
                <a:gd name="connsiteX173" fmla="*/ 354097 w 396719"/>
                <a:gd name="connsiteY173" fmla="*/ 145901 h 149179"/>
                <a:gd name="connsiteX174" fmla="*/ 350818 w 396719"/>
                <a:gd name="connsiteY174" fmla="*/ 145901 h 149179"/>
                <a:gd name="connsiteX175" fmla="*/ 349179 w 396719"/>
                <a:gd name="connsiteY175" fmla="*/ 145901 h 149179"/>
                <a:gd name="connsiteX176" fmla="*/ 344261 w 396719"/>
                <a:gd name="connsiteY176" fmla="*/ 145901 h 149179"/>
                <a:gd name="connsiteX177" fmla="*/ 340982 w 396719"/>
                <a:gd name="connsiteY177" fmla="*/ 145901 h 149179"/>
                <a:gd name="connsiteX178" fmla="*/ 337703 w 396719"/>
                <a:gd name="connsiteY178" fmla="*/ 144262 h 149179"/>
                <a:gd name="connsiteX179" fmla="*/ 332785 w 396719"/>
                <a:gd name="connsiteY179" fmla="*/ 142622 h 149179"/>
                <a:gd name="connsiteX180" fmla="*/ 329507 w 396719"/>
                <a:gd name="connsiteY180" fmla="*/ 142622 h 149179"/>
                <a:gd name="connsiteX181" fmla="*/ 326228 w 396719"/>
                <a:gd name="connsiteY181" fmla="*/ 142622 h 149179"/>
                <a:gd name="connsiteX182" fmla="*/ 322949 w 396719"/>
                <a:gd name="connsiteY182" fmla="*/ 142622 h 149179"/>
                <a:gd name="connsiteX183" fmla="*/ 318031 w 396719"/>
                <a:gd name="connsiteY183" fmla="*/ 142622 h 149179"/>
                <a:gd name="connsiteX184" fmla="*/ 314753 w 396719"/>
                <a:gd name="connsiteY184" fmla="*/ 142622 h 149179"/>
                <a:gd name="connsiteX185" fmla="*/ 311474 w 396719"/>
                <a:gd name="connsiteY185" fmla="*/ 142622 h 149179"/>
                <a:gd name="connsiteX186" fmla="*/ 308195 w 396719"/>
                <a:gd name="connsiteY186" fmla="*/ 142622 h 149179"/>
                <a:gd name="connsiteX187" fmla="*/ 303277 w 396719"/>
                <a:gd name="connsiteY187" fmla="*/ 144262 h 149179"/>
                <a:gd name="connsiteX188" fmla="*/ 299999 w 396719"/>
                <a:gd name="connsiteY188" fmla="*/ 142622 h 149179"/>
                <a:gd name="connsiteX189" fmla="*/ 296720 w 396719"/>
                <a:gd name="connsiteY189" fmla="*/ 144262 h 149179"/>
                <a:gd name="connsiteX190" fmla="*/ 291802 w 396719"/>
                <a:gd name="connsiteY190" fmla="*/ 144262 h 149179"/>
                <a:gd name="connsiteX191" fmla="*/ 288523 w 396719"/>
                <a:gd name="connsiteY191" fmla="*/ 145901 h 149179"/>
                <a:gd name="connsiteX192" fmla="*/ 285245 w 396719"/>
                <a:gd name="connsiteY192" fmla="*/ 145901 h 149179"/>
                <a:gd name="connsiteX193" fmla="*/ 281966 w 396719"/>
                <a:gd name="connsiteY193" fmla="*/ 145901 h 149179"/>
                <a:gd name="connsiteX194" fmla="*/ 278687 w 396719"/>
                <a:gd name="connsiteY194" fmla="*/ 145901 h 149179"/>
                <a:gd name="connsiteX195" fmla="*/ 275409 w 396719"/>
                <a:gd name="connsiteY195" fmla="*/ 145901 h 149179"/>
                <a:gd name="connsiteX196" fmla="*/ 270491 w 396719"/>
                <a:gd name="connsiteY196" fmla="*/ 147540 h 149179"/>
                <a:gd name="connsiteX197" fmla="*/ 267212 w 396719"/>
                <a:gd name="connsiteY197" fmla="*/ 147540 h 149179"/>
                <a:gd name="connsiteX198" fmla="*/ 263933 w 396719"/>
                <a:gd name="connsiteY198" fmla="*/ 149180 h 149179"/>
                <a:gd name="connsiteX199" fmla="*/ 259015 w 396719"/>
                <a:gd name="connsiteY199" fmla="*/ 149180 h 149179"/>
                <a:gd name="connsiteX200" fmla="*/ 260654 w 396719"/>
                <a:gd name="connsiteY200" fmla="*/ 144262 h 149179"/>
                <a:gd name="connsiteX201" fmla="*/ 263933 w 396719"/>
                <a:gd name="connsiteY201" fmla="*/ 140983 h 149179"/>
                <a:gd name="connsiteX202" fmla="*/ 265573 w 396719"/>
                <a:gd name="connsiteY202" fmla="*/ 137704 h 149179"/>
                <a:gd name="connsiteX203" fmla="*/ 270491 w 396719"/>
                <a:gd name="connsiteY203" fmla="*/ 136065 h 149179"/>
                <a:gd name="connsiteX204" fmla="*/ 273769 w 396719"/>
                <a:gd name="connsiteY204" fmla="*/ 132786 h 149179"/>
                <a:gd name="connsiteX205" fmla="*/ 277048 w 396719"/>
                <a:gd name="connsiteY205" fmla="*/ 131147 h 149179"/>
                <a:gd name="connsiteX206" fmla="*/ 281966 w 396719"/>
                <a:gd name="connsiteY206" fmla="*/ 127868 h 149179"/>
                <a:gd name="connsiteX207" fmla="*/ 285245 w 396719"/>
                <a:gd name="connsiteY207" fmla="*/ 124590 h 149179"/>
                <a:gd name="connsiteX208" fmla="*/ 285245 w 396719"/>
                <a:gd name="connsiteY208" fmla="*/ 124590 h 149179"/>
                <a:gd name="connsiteX209" fmla="*/ 286884 w 396719"/>
                <a:gd name="connsiteY209" fmla="*/ 121311 h 149179"/>
                <a:gd name="connsiteX210" fmla="*/ 286884 w 396719"/>
                <a:gd name="connsiteY210" fmla="*/ 119672 h 149179"/>
                <a:gd name="connsiteX211" fmla="*/ 283605 w 396719"/>
                <a:gd name="connsiteY211" fmla="*/ 118032 h 149179"/>
                <a:gd name="connsiteX212" fmla="*/ 281966 w 396719"/>
                <a:gd name="connsiteY212" fmla="*/ 116393 h 149179"/>
                <a:gd name="connsiteX213" fmla="*/ 283605 w 396719"/>
                <a:gd name="connsiteY213" fmla="*/ 113114 h 149179"/>
                <a:gd name="connsiteX214" fmla="*/ 280326 w 396719"/>
                <a:gd name="connsiteY214" fmla="*/ 109836 h 149179"/>
                <a:gd name="connsiteX215" fmla="*/ 278687 w 396719"/>
                <a:gd name="connsiteY215" fmla="*/ 109836 h 149179"/>
                <a:gd name="connsiteX216" fmla="*/ 275409 w 396719"/>
                <a:gd name="connsiteY216" fmla="*/ 111475 h 149179"/>
                <a:gd name="connsiteX217" fmla="*/ 272130 w 396719"/>
                <a:gd name="connsiteY217" fmla="*/ 111475 h 149179"/>
                <a:gd name="connsiteX218" fmla="*/ 268851 w 396719"/>
                <a:gd name="connsiteY218" fmla="*/ 111475 h 149179"/>
                <a:gd name="connsiteX219" fmla="*/ 263933 w 396719"/>
                <a:gd name="connsiteY219" fmla="*/ 111475 h 149179"/>
                <a:gd name="connsiteX220" fmla="*/ 260654 w 396719"/>
                <a:gd name="connsiteY220" fmla="*/ 109836 h 149179"/>
                <a:gd name="connsiteX221" fmla="*/ 257376 w 396719"/>
                <a:gd name="connsiteY221" fmla="*/ 111475 h 149179"/>
                <a:gd name="connsiteX222" fmla="*/ 252458 w 396719"/>
                <a:gd name="connsiteY222" fmla="*/ 109836 h 149179"/>
                <a:gd name="connsiteX223" fmla="*/ 249179 w 396719"/>
                <a:gd name="connsiteY223" fmla="*/ 108196 h 149179"/>
                <a:gd name="connsiteX224" fmla="*/ 247540 w 396719"/>
                <a:gd name="connsiteY224" fmla="*/ 103278 h 149179"/>
                <a:gd name="connsiteX225" fmla="*/ 242622 w 396719"/>
                <a:gd name="connsiteY225" fmla="*/ 100000 h 149179"/>
                <a:gd name="connsiteX226" fmla="*/ 239343 w 396719"/>
                <a:gd name="connsiteY226" fmla="*/ 96721 h 149179"/>
                <a:gd name="connsiteX227" fmla="*/ 237704 w 396719"/>
                <a:gd name="connsiteY227" fmla="*/ 93442 h 149179"/>
                <a:gd name="connsiteX228" fmla="*/ 237704 w 396719"/>
                <a:gd name="connsiteY228" fmla="*/ 90164 h 149179"/>
                <a:gd name="connsiteX229" fmla="*/ 239343 w 396719"/>
                <a:gd name="connsiteY229" fmla="*/ 85245 h 149179"/>
                <a:gd name="connsiteX230" fmla="*/ 236064 w 396719"/>
                <a:gd name="connsiteY230" fmla="*/ 81967 h 149179"/>
                <a:gd name="connsiteX231" fmla="*/ 236064 w 396719"/>
                <a:gd name="connsiteY231" fmla="*/ 78688 h 149179"/>
                <a:gd name="connsiteX232" fmla="*/ 236064 w 396719"/>
                <a:gd name="connsiteY232" fmla="*/ 73770 h 149179"/>
                <a:gd name="connsiteX233" fmla="*/ 234425 w 396719"/>
                <a:gd name="connsiteY233" fmla="*/ 73770 h 149179"/>
                <a:gd name="connsiteX234" fmla="*/ 231146 w 396719"/>
                <a:gd name="connsiteY234" fmla="*/ 72131 h 149179"/>
                <a:gd name="connsiteX235" fmla="*/ 232786 w 396719"/>
                <a:gd name="connsiteY235" fmla="*/ 70492 h 149179"/>
                <a:gd name="connsiteX236" fmla="*/ 229507 w 396719"/>
                <a:gd name="connsiteY236" fmla="*/ 68852 h 149179"/>
                <a:gd name="connsiteX237" fmla="*/ 227868 w 396719"/>
                <a:gd name="connsiteY237" fmla="*/ 68852 h 149179"/>
                <a:gd name="connsiteX238" fmla="*/ 222950 w 396719"/>
                <a:gd name="connsiteY238" fmla="*/ 70492 h 149179"/>
                <a:gd name="connsiteX239" fmla="*/ 222950 w 396719"/>
                <a:gd name="connsiteY239" fmla="*/ 70492 h 149179"/>
                <a:gd name="connsiteX240" fmla="*/ 219671 w 396719"/>
                <a:gd name="connsiteY240" fmla="*/ 70492 h 149179"/>
                <a:gd name="connsiteX241" fmla="*/ 216392 w 396719"/>
                <a:gd name="connsiteY241" fmla="*/ 72131 h 149179"/>
                <a:gd name="connsiteX242" fmla="*/ 211474 w 396719"/>
                <a:gd name="connsiteY242" fmla="*/ 73770 h 149179"/>
                <a:gd name="connsiteX243" fmla="*/ 208196 w 396719"/>
                <a:gd name="connsiteY243" fmla="*/ 72131 h 149179"/>
                <a:gd name="connsiteX244" fmla="*/ 204917 w 396719"/>
                <a:gd name="connsiteY244" fmla="*/ 70492 h 149179"/>
                <a:gd name="connsiteX245" fmla="*/ 201638 w 396719"/>
                <a:gd name="connsiteY245" fmla="*/ 68852 h 149179"/>
                <a:gd name="connsiteX246" fmla="*/ 199999 w 396719"/>
                <a:gd name="connsiteY246" fmla="*/ 68852 h 149179"/>
                <a:gd name="connsiteX247" fmla="*/ 196720 w 396719"/>
                <a:gd name="connsiteY247" fmla="*/ 67213 h 149179"/>
                <a:gd name="connsiteX248" fmla="*/ 193442 w 396719"/>
                <a:gd name="connsiteY248" fmla="*/ 65573 h 149179"/>
                <a:gd name="connsiteX249" fmla="*/ 188524 w 396719"/>
                <a:gd name="connsiteY249" fmla="*/ 67213 h 149179"/>
                <a:gd name="connsiteX250" fmla="*/ 185245 w 396719"/>
                <a:gd name="connsiteY250" fmla="*/ 63934 h 149179"/>
                <a:gd name="connsiteX251" fmla="*/ 185245 w 396719"/>
                <a:gd name="connsiteY251" fmla="*/ 63934 h 149179"/>
                <a:gd name="connsiteX252" fmla="*/ 185245 w 396719"/>
                <a:gd name="connsiteY252" fmla="*/ 65573 h 149179"/>
                <a:gd name="connsiteX253" fmla="*/ 185245 w 396719"/>
                <a:gd name="connsiteY253" fmla="*/ 65573 h 149179"/>
                <a:gd name="connsiteX254" fmla="*/ 183606 w 396719"/>
                <a:gd name="connsiteY254" fmla="*/ 62295 h 149179"/>
                <a:gd name="connsiteX255" fmla="*/ 181966 w 396719"/>
                <a:gd name="connsiteY255" fmla="*/ 60655 h 149179"/>
                <a:gd name="connsiteX256" fmla="*/ 178688 w 396719"/>
                <a:gd name="connsiteY256" fmla="*/ 59016 h 149179"/>
                <a:gd name="connsiteX257" fmla="*/ 173770 w 396719"/>
                <a:gd name="connsiteY257" fmla="*/ 55737 h 149179"/>
                <a:gd name="connsiteX258" fmla="*/ 172130 w 396719"/>
                <a:gd name="connsiteY258" fmla="*/ 52459 h 149179"/>
                <a:gd name="connsiteX259" fmla="*/ 170491 w 396719"/>
                <a:gd name="connsiteY259" fmla="*/ 50820 h 149179"/>
                <a:gd name="connsiteX260" fmla="*/ 170491 w 396719"/>
                <a:gd name="connsiteY260" fmla="*/ 47541 h 149179"/>
                <a:gd name="connsiteX261" fmla="*/ 170491 w 396719"/>
                <a:gd name="connsiteY261" fmla="*/ 47541 h 149179"/>
                <a:gd name="connsiteX262" fmla="*/ 168852 w 396719"/>
                <a:gd name="connsiteY262" fmla="*/ 50820 h 149179"/>
                <a:gd name="connsiteX263" fmla="*/ 165573 w 396719"/>
                <a:gd name="connsiteY263" fmla="*/ 50820 h 149179"/>
                <a:gd name="connsiteX264" fmla="*/ 163934 w 396719"/>
                <a:gd name="connsiteY264" fmla="*/ 50820 h 149179"/>
                <a:gd name="connsiteX265" fmla="*/ 160655 w 396719"/>
                <a:gd name="connsiteY265" fmla="*/ 50820 h 149179"/>
                <a:gd name="connsiteX266" fmla="*/ 157376 w 396719"/>
                <a:gd name="connsiteY266" fmla="*/ 50820 h 149179"/>
                <a:gd name="connsiteX267" fmla="*/ 152458 w 396719"/>
                <a:gd name="connsiteY267" fmla="*/ 50820 h 149179"/>
                <a:gd name="connsiteX268" fmla="*/ 149180 w 396719"/>
                <a:gd name="connsiteY268" fmla="*/ 50820 h 149179"/>
                <a:gd name="connsiteX269" fmla="*/ 145901 w 396719"/>
                <a:gd name="connsiteY269" fmla="*/ 49180 h 149179"/>
                <a:gd name="connsiteX270" fmla="*/ 144262 w 396719"/>
                <a:gd name="connsiteY270" fmla="*/ 45901 h 149179"/>
                <a:gd name="connsiteX271" fmla="*/ 144262 w 396719"/>
                <a:gd name="connsiteY271" fmla="*/ 40983 h 149179"/>
                <a:gd name="connsiteX272" fmla="*/ 142622 w 396719"/>
                <a:gd name="connsiteY272" fmla="*/ 45901 h 149179"/>
                <a:gd name="connsiteX273" fmla="*/ 142622 w 396719"/>
                <a:gd name="connsiteY273" fmla="*/ 49180 h 149179"/>
                <a:gd name="connsiteX274" fmla="*/ 137704 w 396719"/>
                <a:gd name="connsiteY274" fmla="*/ 49180 h 149179"/>
                <a:gd name="connsiteX275" fmla="*/ 134426 w 396719"/>
                <a:gd name="connsiteY275" fmla="*/ 44262 h 149179"/>
                <a:gd name="connsiteX276" fmla="*/ 131147 w 396719"/>
                <a:gd name="connsiteY276" fmla="*/ 44262 h 149179"/>
                <a:gd name="connsiteX277" fmla="*/ 126229 w 396719"/>
                <a:gd name="connsiteY277" fmla="*/ 44262 h 149179"/>
                <a:gd name="connsiteX278" fmla="*/ 122950 w 396719"/>
                <a:gd name="connsiteY278" fmla="*/ 44262 h 149179"/>
                <a:gd name="connsiteX279" fmla="*/ 119672 w 396719"/>
                <a:gd name="connsiteY279" fmla="*/ 44262 h 149179"/>
                <a:gd name="connsiteX280" fmla="*/ 116393 w 396719"/>
                <a:gd name="connsiteY280" fmla="*/ 40983 h 149179"/>
                <a:gd name="connsiteX281" fmla="*/ 111475 w 396719"/>
                <a:gd name="connsiteY281" fmla="*/ 39344 h 149179"/>
                <a:gd name="connsiteX282" fmla="*/ 108196 w 396719"/>
                <a:gd name="connsiteY282" fmla="*/ 36065 h 149179"/>
                <a:gd name="connsiteX283" fmla="*/ 111475 w 396719"/>
                <a:gd name="connsiteY283" fmla="*/ 34426 h 149179"/>
                <a:gd name="connsiteX284" fmla="*/ 116393 w 396719"/>
                <a:gd name="connsiteY284" fmla="*/ 34426 h 149179"/>
                <a:gd name="connsiteX285" fmla="*/ 119672 w 396719"/>
                <a:gd name="connsiteY285" fmla="*/ 34426 h 149179"/>
                <a:gd name="connsiteX286" fmla="*/ 122950 w 396719"/>
                <a:gd name="connsiteY286" fmla="*/ 32787 h 149179"/>
                <a:gd name="connsiteX287" fmla="*/ 126229 w 396719"/>
                <a:gd name="connsiteY287" fmla="*/ 31147 h 149179"/>
                <a:gd name="connsiteX288" fmla="*/ 127868 w 396719"/>
                <a:gd name="connsiteY288" fmla="*/ 29508 h 149179"/>
                <a:gd name="connsiteX289" fmla="*/ 127868 w 396719"/>
                <a:gd name="connsiteY289" fmla="*/ 27869 h 149179"/>
                <a:gd name="connsiteX290" fmla="*/ 124589 w 396719"/>
                <a:gd name="connsiteY290" fmla="*/ 24590 h 149179"/>
                <a:gd name="connsiteX291" fmla="*/ 121311 w 396719"/>
                <a:gd name="connsiteY291" fmla="*/ 22951 h 149179"/>
                <a:gd name="connsiteX292" fmla="*/ 116393 w 396719"/>
                <a:gd name="connsiteY292" fmla="*/ 22951 h 149179"/>
                <a:gd name="connsiteX293" fmla="*/ 113114 w 396719"/>
                <a:gd name="connsiteY293" fmla="*/ 22951 h 149179"/>
                <a:gd name="connsiteX294" fmla="*/ 111475 w 396719"/>
                <a:gd name="connsiteY294" fmla="*/ 22951 h 149179"/>
                <a:gd name="connsiteX295" fmla="*/ 108196 w 396719"/>
                <a:gd name="connsiteY295" fmla="*/ 22951 h 149179"/>
                <a:gd name="connsiteX296" fmla="*/ 104917 w 396719"/>
                <a:gd name="connsiteY296" fmla="*/ 22951 h 149179"/>
                <a:gd name="connsiteX297" fmla="*/ 99999 w 396719"/>
                <a:gd name="connsiteY297" fmla="*/ 22951 h 149179"/>
                <a:gd name="connsiteX298" fmla="*/ 96721 w 396719"/>
                <a:gd name="connsiteY298" fmla="*/ 22951 h 149179"/>
                <a:gd name="connsiteX299" fmla="*/ 93442 w 396719"/>
                <a:gd name="connsiteY299" fmla="*/ 22951 h 149179"/>
                <a:gd name="connsiteX300" fmla="*/ 88524 w 396719"/>
                <a:gd name="connsiteY300" fmla="*/ 22951 h 149179"/>
                <a:gd name="connsiteX301" fmla="*/ 85245 w 396719"/>
                <a:gd name="connsiteY301" fmla="*/ 22951 h 149179"/>
                <a:gd name="connsiteX302" fmla="*/ 83606 w 396719"/>
                <a:gd name="connsiteY302" fmla="*/ 26229 h 149179"/>
                <a:gd name="connsiteX303" fmla="*/ 80327 w 396719"/>
                <a:gd name="connsiteY303" fmla="*/ 29508 h 149179"/>
                <a:gd name="connsiteX304" fmla="*/ 78688 w 396719"/>
                <a:gd name="connsiteY304" fmla="*/ 29508 h 149179"/>
                <a:gd name="connsiteX305" fmla="*/ 73770 w 396719"/>
                <a:gd name="connsiteY305" fmla="*/ 31147 h 149179"/>
                <a:gd name="connsiteX306" fmla="*/ 72131 w 396719"/>
                <a:gd name="connsiteY306" fmla="*/ 34426 h 149179"/>
                <a:gd name="connsiteX307" fmla="*/ 67213 w 396719"/>
                <a:gd name="connsiteY307" fmla="*/ 37705 h 149179"/>
                <a:gd name="connsiteX308" fmla="*/ 63934 w 396719"/>
                <a:gd name="connsiteY308" fmla="*/ 39344 h 149179"/>
                <a:gd name="connsiteX309" fmla="*/ 60655 w 396719"/>
                <a:gd name="connsiteY309" fmla="*/ 44262 h 149179"/>
                <a:gd name="connsiteX310" fmla="*/ 57377 w 396719"/>
                <a:gd name="connsiteY310" fmla="*/ 44262 h 149179"/>
                <a:gd name="connsiteX311" fmla="*/ 52459 w 396719"/>
                <a:gd name="connsiteY311" fmla="*/ 42623 h 149179"/>
                <a:gd name="connsiteX312" fmla="*/ 49180 w 396719"/>
                <a:gd name="connsiteY312" fmla="*/ 45901 h 149179"/>
                <a:gd name="connsiteX313" fmla="*/ 45901 w 396719"/>
                <a:gd name="connsiteY313" fmla="*/ 45901 h 149179"/>
                <a:gd name="connsiteX314" fmla="*/ 44262 w 396719"/>
                <a:gd name="connsiteY314" fmla="*/ 44262 h 149179"/>
                <a:gd name="connsiteX315" fmla="*/ 40983 w 396719"/>
                <a:gd name="connsiteY315" fmla="*/ 45901 h 149179"/>
                <a:gd name="connsiteX316" fmla="*/ 37705 w 396719"/>
                <a:gd name="connsiteY316" fmla="*/ 47541 h 149179"/>
                <a:gd name="connsiteX317" fmla="*/ 36065 w 396719"/>
                <a:gd name="connsiteY317" fmla="*/ 49180 h 149179"/>
                <a:gd name="connsiteX318" fmla="*/ 36065 w 396719"/>
                <a:gd name="connsiteY318" fmla="*/ 54098 h 149179"/>
                <a:gd name="connsiteX319" fmla="*/ 31147 w 396719"/>
                <a:gd name="connsiteY319" fmla="*/ 55737 h 149179"/>
                <a:gd name="connsiteX320" fmla="*/ 27869 w 396719"/>
                <a:gd name="connsiteY320" fmla="*/ 55737 h 149179"/>
                <a:gd name="connsiteX321" fmla="*/ 24590 w 396719"/>
                <a:gd name="connsiteY321" fmla="*/ 57377 h 149179"/>
                <a:gd name="connsiteX322" fmla="*/ 21311 w 396719"/>
                <a:gd name="connsiteY322" fmla="*/ 60655 h 149179"/>
                <a:gd name="connsiteX323" fmla="*/ 16393 w 396719"/>
                <a:gd name="connsiteY323" fmla="*/ 62295 h 149179"/>
                <a:gd name="connsiteX324" fmla="*/ 16393 w 396719"/>
                <a:gd name="connsiteY324" fmla="*/ 59016 h 149179"/>
                <a:gd name="connsiteX325" fmla="*/ 13115 w 396719"/>
                <a:gd name="connsiteY325" fmla="*/ 55737 h 149179"/>
                <a:gd name="connsiteX326" fmla="*/ 8197 w 396719"/>
                <a:gd name="connsiteY326" fmla="*/ 57377 h 149179"/>
                <a:gd name="connsiteX327" fmla="*/ 4918 w 396719"/>
                <a:gd name="connsiteY327" fmla="*/ 60655 h 149179"/>
                <a:gd name="connsiteX328" fmla="*/ 1639 w 396719"/>
                <a:gd name="connsiteY328" fmla="*/ 60655 h 149179"/>
                <a:gd name="connsiteX329" fmla="*/ 0 w 396719"/>
                <a:gd name="connsiteY329" fmla="*/ 57377 h 149179"/>
                <a:gd name="connsiteX330" fmla="*/ 1639 w 396719"/>
                <a:gd name="connsiteY330" fmla="*/ 57377 h 149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396719" h="149179">
                  <a:moveTo>
                    <a:pt x="1639" y="57377"/>
                  </a:moveTo>
                  <a:lnTo>
                    <a:pt x="4918" y="57377"/>
                  </a:lnTo>
                  <a:lnTo>
                    <a:pt x="8197" y="54098"/>
                  </a:lnTo>
                  <a:lnTo>
                    <a:pt x="11475" y="54098"/>
                  </a:lnTo>
                  <a:lnTo>
                    <a:pt x="16393" y="50820"/>
                  </a:lnTo>
                  <a:lnTo>
                    <a:pt x="19672" y="50820"/>
                  </a:lnTo>
                  <a:lnTo>
                    <a:pt x="22951" y="52459"/>
                  </a:lnTo>
                  <a:lnTo>
                    <a:pt x="24590" y="49180"/>
                  </a:lnTo>
                  <a:lnTo>
                    <a:pt x="21311" y="45901"/>
                  </a:lnTo>
                  <a:lnTo>
                    <a:pt x="21311" y="40983"/>
                  </a:lnTo>
                  <a:lnTo>
                    <a:pt x="22951" y="37705"/>
                  </a:lnTo>
                  <a:lnTo>
                    <a:pt x="26229" y="34426"/>
                  </a:lnTo>
                  <a:lnTo>
                    <a:pt x="29508" y="31147"/>
                  </a:lnTo>
                  <a:lnTo>
                    <a:pt x="32787" y="27869"/>
                  </a:lnTo>
                  <a:lnTo>
                    <a:pt x="36065" y="26229"/>
                  </a:lnTo>
                  <a:lnTo>
                    <a:pt x="37705" y="21311"/>
                  </a:lnTo>
                  <a:lnTo>
                    <a:pt x="40983" y="21311"/>
                  </a:lnTo>
                  <a:lnTo>
                    <a:pt x="45901" y="19672"/>
                  </a:lnTo>
                  <a:lnTo>
                    <a:pt x="49180" y="19672"/>
                  </a:lnTo>
                  <a:lnTo>
                    <a:pt x="52459" y="18033"/>
                  </a:lnTo>
                  <a:lnTo>
                    <a:pt x="55737" y="16393"/>
                  </a:lnTo>
                  <a:lnTo>
                    <a:pt x="59016" y="14754"/>
                  </a:lnTo>
                  <a:lnTo>
                    <a:pt x="62295" y="13115"/>
                  </a:lnTo>
                  <a:lnTo>
                    <a:pt x="67213" y="11475"/>
                  </a:lnTo>
                  <a:lnTo>
                    <a:pt x="70492" y="8197"/>
                  </a:lnTo>
                  <a:lnTo>
                    <a:pt x="73770" y="8197"/>
                  </a:lnTo>
                  <a:lnTo>
                    <a:pt x="78688" y="8197"/>
                  </a:lnTo>
                  <a:lnTo>
                    <a:pt x="81967" y="9836"/>
                  </a:lnTo>
                  <a:lnTo>
                    <a:pt x="85245" y="8197"/>
                  </a:lnTo>
                  <a:lnTo>
                    <a:pt x="88524" y="8197"/>
                  </a:lnTo>
                  <a:lnTo>
                    <a:pt x="93442" y="6557"/>
                  </a:lnTo>
                  <a:lnTo>
                    <a:pt x="96721" y="6557"/>
                  </a:lnTo>
                  <a:lnTo>
                    <a:pt x="98360" y="4918"/>
                  </a:lnTo>
                  <a:lnTo>
                    <a:pt x="101639" y="3279"/>
                  </a:lnTo>
                  <a:lnTo>
                    <a:pt x="104917" y="1639"/>
                  </a:lnTo>
                  <a:lnTo>
                    <a:pt x="109836" y="0"/>
                  </a:lnTo>
                  <a:lnTo>
                    <a:pt x="113114" y="1639"/>
                  </a:lnTo>
                  <a:lnTo>
                    <a:pt x="114754" y="0"/>
                  </a:lnTo>
                  <a:lnTo>
                    <a:pt x="118032" y="1639"/>
                  </a:lnTo>
                  <a:lnTo>
                    <a:pt x="122950" y="1639"/>
                  </a:lnTo>
                  <a:lnTo>
                    <a:pt x="126229" y="1639"/>
                  </a:lnTo>
                  <a:lnTo>
                    <a:pt x="129508" y="1639"/>
                  </a:lnTo>
                  <a:lnTo>
                    <a:pt x="131147" y="1639"/>
                  </a:lnTo>
                  <a:lnTo>
                    <a:pt x="134426" y="1639"/>
                  </a:lnTo>
                  <a:lnTo>
                    <a:pt x="136065" y="4918"/>
                  </a:lnTo>
                  <a:lnTo>
                    <a:pt x="139344" y="4918"/>
                  </a:lnTo>
                  <a:lnTo>
                    <a:pt x="142622" y="3279"/>
                  </a:lnTo>
                  <a:lnTo>
                    <a:pt x="145901" y="1639"/>
                  </a:lnTo>
                  <a:lnTo>
                    <a:pt x="149180" y="0"/>
                  </a:lnTo>
                  <a:lnTo>
                    <a:pt x="145901" y="1639"/>
                  </a:lnTo>
                  <a:lnTo>
                    <a:pt x="147540" y="6557"/>
                  </a:lnTo>
                  <a:lnTo>
                    <a:pt x="152458" y="6557"/>
                  </a:lnTo>
                  <a:lnTo>
                    <a:pt x="155737" y="4918"/>
                  </a:lnTo>
                  <a:lnTo>
                    <a:pt x="159016" y="6557"/>
                  </a:lnTo>
                  <a:lnTo>
                    <a:pt x="162294" y="4918"/>
                  </a:lnTo>
                  <a:lnTo>
                    <a:pt x="167212" y="4918"/>
                  </a:lnTo>
                  <a:lnTo>
                    <a:pt x="170491" y="3279"/>
                  </a:lnTo>
                  <a:lnTo>
                    <a:pt x="170491" y="4918"/>
                  </a:lnTo>
                  <a:lnTo>
                    <a:pt x="175409" y="9836"/>
                  </a:lnTo>
                  <a:lnTo>
                    <a:pt x="178688" y="11475"/>
                  </a:lnTo>
                  <a:lnTo>
                    <a:pt x="181966" y="13115"/>
                  </a:lnTo>
                  <a:lnTo>
                    <a:pt x="185245" y="11475"/>
                  </a:lnTo>
                  <a:lnTo>
                    <a:pt x="190163" y="11475"/>
                  </a:lnTo>
                  <a:lnTo>
                    <a:pt x="191802" y="13115"/>
                  </a:lnTo>
                  <a:lnTo>
                    <a:pt x="195081" y="14754"/>
                  </a:lnTo>
                  <a:lnTo>
                    <a:pt x="199999" y="13115"/>
                  </a:lnTo>
                  <a:lnTo>
                    <a:pt x="196720" y="18033"/>
                  </a:lnTo>
                  <a:lnTo>
                    <a:pt x="201638" y="18033"/>
                  </a:lnTo>
                  <a:lnTo>
                    <a:pt x="204917" y="19672"/>
                  </a:lnTo>
                  <a:lnTo>
                    <a:pt x="204917" y="22951"/>
                  </a:lnTo>
                  <a:lnTo>
                    <a:pt x="206556" y="27869"/>
                  </a:lnTo>
                  <a:lnTo>
                    <a:pt x="209835" y="31147"/>
                  </a:lnTo>
                  <a:lnTo>
                    <a:pt x="211474" y="32787"/>
                  </a:lnTo>
                  <a:lnTo>
                    <a:pt x="216392" y="36065"/>
                  </a:lnTo>
                  <a:lnTo>
                    <a:pt x="219671" y="36065"/>
                  </a:lnTo>
                  <a:lnTo>
                    <a:pt x="222950" y="36065"/>
                  </a:lnTo>
                  <a:lnTo>
                    <a:pt x="226229" y="34426"/>
                  </a:lnTo>
                  <a:lnTo>
                    <a:pt x="229507" y="36065"/>
                  </a:lnTo>
                  <a:lnTo>
                    <a:pt x="232786" y="36065"/>
                  </a:lnTo>
                  <a:lnTo>
                    <a:pt x="236064" y="37705"/>
                  </a:lnTo>
                  <a:lnTo>
                    <a:pt x="240982" y="37705"/>
                  </a:lnTo>
                  <a:lnTo>
                    <a:pt x="244261" y="40983"/>
                  </a:lnTo>
                  <a:lnTo>
                    <a:pt x="247540" y="40983"/>
                  </a:lnTo>
                  <a:lnTo>
                    <a:pt x="250819" y="45901"/>
                  </a:lnTo>
                  <a:lnTo>
                    <a:pt x="255736" y="47541"/>
                  </a:lnTo>
                  <a:lnTo>
                    <a:pt x="259015" y="49180"/>
                  </a:lnTo>
                  <a:lnTo>
                    <a:pt x="259015" y="49180"/>
                  </a:lnTo>
                  <a:lnTo>
                    <a:pt x="262294" y="52459"/>
                  </a:lnTo>
                  <a:lnTo>
                    <a:pt x="263933" y="57377"/>
                  </a:lnTo>
                  <a:lnTo>
                    <a:pt x="268851" y="54098"/>
                  </a:lnTo>
                  <a:lnTo>
                    <a:pt x="267212" y="59016"/>
                  </a:lnTo>
                  <a:lnTo>
                    <a:pt x="272130" y="62295"/>
                  </a:lnTo>
                  <a:lnTo>
                    <a:pt x="275409" y="62295"/>
                  </a:lnTo>
                  <a:lnTo>
                    <a:pt x="278687" y="62295"/>
                  </a:lnTo>
                  <a:lnTo>
                    <a:pt x="281966" y="67213"/>
                  </a:lnTo>
                  <a:lnTo>
                    <a:pt x="285245" y="68852"/>
                  </a:lnTo>
                  <a:lnTo>
                    <a:pt x="283605" y="65573"/>
                  </a:lnTo>
                  <a:lnTo>
                    <a:pt x="281966" y="60655"/>
                  </a:lnTo>
                  <a:lnTo>
                    <a:pt x="277048" y="59016"/>
                  </a:lnTo>
                  <a:lnTo>
                    <a:pt x="281966" y="60655"/>
                  </a:lnTo>
                  <a:lnTo>
                    <a:pt x="285245" y="62295"/>
                  </a:lnTo>
                  <a:lnTo>
                    <a:pt x="288523" y="65573"/>
                  </a:lnTo>
                  <a:lnTo>
                    <a:pt x="291802" y="67213"/>
                  </a:lnTo>
                  <a:lnTo>
                    <a:pt x="291802" y="72131"/>
                  </a:lnTo>
                  <a:lnTo>
                    <a:pt x="288523" y="70492"/>
                  </a:lnTo>
                  <a:lnTo>
                    <a:pt x="285245" y="68852"/>
                  </a:lnTo>
                  <a:lnTo>
                    <a:pt x="286884" y="73770"/>
                  </a:lnTo>
                  <a:lnTo>
                    <a:pt x="286884" y="75410"/>
                  </a:lnTo>
                  <a:lnTo>
                    <a:pt x="288523" y="77049"/>
                  </a:lnTo>
                  <a:lnTo>
                    <a:pt x="291802" y="73770"/>
                  </a:lnTo>
                  <a:lnTo>
                    <a:pt x="295081" y="72131"/>
                  </a:lnTo>
                  <a:lnTo>
                    <a:pt x="298359" y="75410"/>
                  </a:lnTo>
                  <a:lnTo>
                    <a:pt x="298359" y="77049"/>
                  </a:lnTo>
                  <a:lnTo>
                    <a:pt x="301638" y="78688"/>
                  </a:lnTo>
                  <a:lnTo>
                    <a:pt x="299999" y="81967"/>
                  </a:lnTo>
                  <a:lnTo>
                    <a:pt x="303277" y="80327"/>
                  </a:lnTo>
                  <a:lnTo>
                    <a:pt x="306556" y="80327"/>
                  </a:lnTo>
                  <a:lnTo>
                    <a:pt x="304916" y="85245"/>
                  </a:lnTo>
                  <a:lnTo>
                    <a:pt x="309835" y="85245"/>
                  </a:lnTo>
                  <a:lnTo>
                    <a:pt x="313113" y="88524"/>
                  </a:lnTo>
                  <a:lnTo>
                    <a:pt x="313113" y="85245"/>
                  </a:lnTo>
                  <a:lnTo>
                    <a:pt x="316392" y="85245"/>
                  </a:lnTo>
                  <a:lnTo>
                    <a:pt x="321310" y="85245"/>
                  </a:lnTo>
                  <a:lnTo>
                    <a:pt x="321310" y="85245"/>
                  </a:lnTo>
                  <a:lnTo>
                    <a:pt x="324589" y="88524"/>
                  </a:lnTo>
                  <a:lnTo>
                    <a:pt x="327867" y="91803"/>
                  </a:lnTo>
                  <a:lnTo>
                    <a:pt x="331146" y="93442"/>
                  </a:lnTo>
                  <a:lnTo>
                    <a:pt x="334425" y="91803"/>
                  </a:lnTo>
                  <a:lnTo>
                    <a:pt x="336064" y="91803"/>
                  </a:lnTo>
                  <a:lnTo>
                    <a:pt x="339343" y="91803"/>
                  </a:lnTo>
                  <a:lnTo>
                    <a:pt x="342621" y="91803"/>
                  </a:lnTo>
                  <a:lnTo>
                    <a:pt x="347539" y="95082"/>
                  </a:lnTo>
                  <a:lnTo>
                    <a:pt x="345900" y="100000"/>
                  </a:lnTo>
                  <a:lnTo>
                    <a:pt x="342621" y="100000"/>
                  </a:lnTo>
                  <a:lnTo>
                    <a:pt x="345900" y="103278"/>
                  </a:lnTo>
                  <a:lnTo>
                    <a:pt x="342621" y="104917"/>
                  </a:lnTo>
                  <a:lnTo>
                    <a:pt x="337703" y="108196"/>
                  </a:lnTo>
                  <a:lnTo>
                    <a:pt x="342621" y="109836"/>
                  </a:lnTo>
                  <a:lnTo>
                    <a:pt x="345900" y="109836"/>
                  </a:lnTo>
                  <a:lnTo>
                    <a:pt x="349179" y="109836"/>
                  </a:lnTo>
                  <a:lnTo>
                    <a:pt x="352457" y="108196"/>
                  </a:lnTo>
                  <a:lnTo>
                    <a:pt x="357375" y="111475"/>
                  </a:lnTo>
                  <a:lnTo>
                    <a:pt x="360654" y="109836"/>
                  </a:lnTo>
                  <a:lnTo>
                    <a:pt x="362293" y="111475"/>
                  </a:lnTo>
                  <a:lnTo>
                    <a:pt x="367211" y="111475"/>
                  </a:lnTo>
                  <a:lnTo>
                    <a:pt x="370490" y="111475"/>
                  </a:lnTo>
                  <a:lnTo>
                    <a:pt x="373769" y="113114"/>
                  </a:lnTo>
                  <a:lnTo>
                    <a:pt x="377047" y="116393"/>
                  </a:lnTo>
                  <a:lnTo>
                    <a:pt x="380326" y="119672"/>
                  </a:lnTo>
                  <a:lnTo>
                    <a:pt x="383605" y="122950"/>
                  </a:lnTo>
                  <a:lnTo>
                    <a:pt x="383605" y="124590"/>
                  </a:lnTo>
                  <a:lnTo>
                    <a:pt x="386883" y="127868"/>
                  </a:lnTo>
                  <a:lnTo>
                    <a:pt x="390162" y="127868"/>
                  </a:lnTo>
                  <a:lnTo>
                    <a:pt x="395080" y="127868"/>
                  </a:lnTo>
                  <a:lnTo>
                    <a:pt x="396719" y="131147"/>
                  </a:lnTo>
                  <a:lnTo>
                    <a:pt x="395080" y="134426"/>
                  </a:lnTo>
                  <a:lnTo>
                    <a:pt x="391801" y="139344"/>
                  </a:lnTo>
                  <a:lnTo>
                    <a:pt x="386883" y="137704"/>
                  </a:lnTo>
                  <a:lnTo>
                    <a:pt x="383605" y="137704"/>
                  </a:lnTo>
                  <a:lnTo>
                    <a:pt x="380326" y="139344"/>
                  </a:lnTo>
                  <a:lnTo>
                    <a:pt x="377047" y="139344"/>
                  </a:lnTo>
                  <a:lnTo>
                    <a:pt x="372129" y="139344"/>
                  </a:lnTo>
                  <a:lnTo>
                    <a:pt x="368851" y="140983"/>
                  </a:lnTo>
                  <a:lnTo>
                    <a:pt x="368851" y="140983"/>
                  </a:lnTo>
                  <a:lnTo>
                    <a:pt x="365572" y="142622"/>
                  </a:lnTo>
                  <a:lnTo>
                    <a:pt x="362293" y="145901"/>
                  </a:lnTo>
                  <a:lnTo>
                    <a:pt x="359015" y="145901"/>
                  </a:lnTo>
                  <a:lnTo>
                    <a:pt x="359015" y="142622"/>
                  </a:lnTo>
                  <a:lnTo>
                    <a:pt x="360654" y="140983"/>
                  </a:lnTo>
                  <a:lnTo>
                    <a:pt x="359015" y="140983"/>
                  </a:lnTo>
                  <a:lnTo>
                    <a:pt x="359015" y="140983"/>
                  </a:lnTo>
                  <a:lnTo>
                    <a:pt x="357375" y="140983"/>
                  </a:lnTo>
                  <a:lnTo>
                    <a:pt x="357375" y="142622"/>
                  </a:lnTo>
                  <a:lnTo>
                    <a:pt x="354097" y="145901"/>
                  </a:lnTo>
                  <a:lnTo>
                    <a:pt x="350818" y="145901"/>
                  </a:lnTo>
                  <a:lnTo>
                    <a:pt x="349179" y="145901"/>
                  </a:lnTo>
                  <a:lnTo>
                    <a:pt x="344261" y="145901"/>
                  </a:lnTo>
                  <a:lnTo>
                    <a:pt x="340982" y="145901"/>
                  </a:lnTo>
                  <a:lnTo>
                    <a:pt x="337703" y="144262"/>
                  </a:lnTo>
                  <a:lnTo>
                    <a:pt x="332785" y="142622"/>
                  </a:lnTo>
                  <a:lnTo>
                    <a:pt x="329507" y="142622"/>
                  </a:lnTo>
                  <a:lnTo>
                    <a:pt x="326228" y="142622"/>
                  </a:lnTo>
                  <a:lnTo>
                    <a:pt x="322949" y="142622"/>
                  </a:lnTo>
                  <a:lnTo>
                    <a:pt x="318031" y="142622"/>
                  </a:lnTo>
                  <a:lnTo>
                    <a:pt x="314753" y="142622"/>
                  </a:lnTo>
                  <a:lnTo>
                    <a:pt x="311474" y="142622"/>
                  </a:lnTo>
                  <a:lnTo>
                    <a:pt x="308195" y="142622"/>
                  </a:lnTo>
                  <a:lnTo>
                    <a:pt x="303277" y="144262"/>
                  </a:lnTo>
                  <a:lnTo>
                    <a:pt x="299999" y="142622"/>
                  </a:lnTo>
                  <a:lnTo>
                    <a:pt x="296720" y="144262"/>
                  </a:lnTo>
                  <a:lnTo>
                    <a:pt x="291802" y="144262"/>
                  </a:lnTo>
                  <a:lnTo>
                    <a:pt x="288523" y="145901"/>
                  </a:lnTo>
                  <a:lnTo>
                    <a:pt x="285245" y="145901"/>
                  </a:lnTo>
                  <a:lnTo>
                    <a:pt x="281966" y="145901"/>
                  </a:lnTo>
                  <a:lnTo>
                    <a:pt x="278687" y="145901"/>
                  </a:lnTo>
                  <a:lnTo>
                    <a:pt x="275409" y="145901"/>
                  </a:lnTo>
                  <a:lnTo>
                    <a:pt x="270491" y="147540"/>
                  </a:lnTo>
                  <a:lnTo>
                    <a:pt x="267212" y="147540"/>
                  </a:lnTo>
                  <a:lnTo>
                    <a:pt x="263933" y="149180"/>
                  </a:lnTo>
                  <a:lnTo>
                    <a:pt x="259015" y="149180"/>
                  </a:lnTo>
                  <a:lnTo>
                    <a:pt x="260654" y="144262"/>
                  </a:lnTo>
                  <a:lnTo>
                    <a:pt x="263933" y="140983"/>
                  </a:lnTo>
                  <a:lnTo>
                    <a:pt x="265573" y="137704"/>
                  </a:lnTo>
                  <a:lnTo>
                    <a:pt x="270491" y="136065"/>
                  </a:lnTo>
                  <a:lnTo>
                    <a:pt x="273769" y="132786"/>
                  </a:lnTo>
                  <a:lnTo>
                    <a:pt x="277048" y="131147"/>
                  </a:lnTo>
                  <a:lnTo>
                    <a:pt x="281966" y="127868"/>
                  </a:lnTo>
                  <a:lnTo>
                    <a:pt x="285245" y="124590"/>
                  </a:lnTo>
                  <a:lnTo>
                    <a:pt x="285245" y="124590"/>
                  </a:lnTo>
                  <a:lnTo>
                    <a:pt x="286884" y="121311"/>
                  </a:lnTo>
                  <a:lnTo>
                    <a:pt x="286884" y="119672"/>
                  </a:lnTo>
                  <a:lnTo>
                    <a:pt x="283605" y="118032"/>
                  </a:lnTo>
                  <a:lnTo>
                    <a:pt x="281966" y="116393"/>
                  </a:lnTo>
                  <a:lnTo>
                    <a:pt x="283605" y="113114"/>
                  </a:lnTo>
                  <a:lnTo>
                    <a:pt x="280326" y="109836"/>
                  </a:lnTo>
                  <a:lnTo>
                    <a:pt x="278687" y="109836"/>
                  </a:lnTo>
                  <a:lnTo>
                    <a:pt x="275409" y="111475"/>
                  </a:lnTo>
                  <a:lnTo>
                    <a:pt x="272130" y="111475"/>
                  </a:lnTo>
                  <a:lnTo>
                    <a:pt x="268851" y="111475"/>
                  </a:lnTo>
                  <a:lnTo>
                    <a:pt x="263933" y="111475"/>
                  </a:lnTo>
                  <a:lnTo>
                    <a:pt x="260654" y="109836"/>
                  </a:lnTo>
                  <a:lnTo>
                    <a:pt x="257376" y="111475"/>
                  </a:lnTo>
                  <a:lnTo>
                    <a:pt x="252458" y="109836"/>
                  </a:lnTo>
                  <a:lnTo>
                    <a:pt x="249179" y="108196"/>
                  </a:lnTo>
                  <a:lnTo>
                    <a:pt x="247540" y="103278"/>
                  </a:lnTo>
                  <a:lnTo>
                    <a:pt x="242622" y="100000"/>
                  </a:lnTo>
                  <a:lnTo>
                    <a:pt x="239343" y="96721"/>
                  </a:lnTo>
                  <a:lnTo>
                    <a:pt x="237704" y="93442"/>
                  </a:lnTo>
                  <a:lnTo>
                    <a:pt x="237704" y="90164"/>
                  </a:lnTo>
                  <a:lnTo>
                    <a:pt x="239343" y="85245"/>
                  </a:lnTo>
                  <a:lnTo>
                    <a:pt x="236064" y="81967"/>
                  </a:lnTo>
                  <a:lnTo>
                    <a:pt x="236064" y="78688"/>
                  </a:lnTo>
                  <a:lnTo>
                    <a:pt x="236064" y="73770"/>
                  </a:lnTo>
                  <a:lnTo>
                    <a:pt x="234425" y="73770"/>
                  </a:lnTo>
                  <a:lnTo>
                    <a:pt x="231146" y="72131"/>
                  </a:lnTo>
                  <a:lnTo>
                    <a:pt x="232786" y="70492"/>
                  </a:lnTo>
                  <a:lnTo>
                    <a:pt x="229507" y="68852"/>
                  </a:lnTo>
                  <a:lnTo>
                    <a:pt x="227868" y="68852"/>
                  </a:lnTo>
                  <a:lnTo>
                    <a:pt x="222950" y="70492"/>
                  </a:lnTo>
                  <a:lnTo>
                    <a:pt x="222950" y="70492"/>
                  </a:lnTo>
                  <a:lnTo>
                    <a:pt x="219671" y="70492"/>
                  </a:lnTo>
                  <a:lnTo>
                    <a:pt x="216392" y="72131"/>
                  </a:lnTo>
                  <a:lnTo>
                    <a:pt x="211474" y="73770"/>
                  </a:lnTo>
                  <a:lnTo>
                    <a:pt x="208196" y="72131"/>
                  </a:lnTo>
                  <a:lnTo>
                    <a:pt x="204917" y="70492"/>
                  </a:lnTo>
                  <a:lnTo>
                    <a:pt x="201638" y="68852"/>
                  </a:lnTo>
                  <a:lnTo>
                    <a:pt x="199999" y="68852"/>
                  </a:lnTo>
                  <a:lnTo>
                    <a:pt x="196720" y="67213"/>
                  </a:lnTo>
                  <a:lnTo>
                    <a:pt x="193442" y="65573"/>
                  </a:lnTo>
                  <a:lnTo>
                    <a:pt x="188524" y="67213"/>
                  </a:lnTo>
                  <a:lnTo>
                    <a:pt x="185245" y="63934"/>
                  </a:lnTo>
                  <a:lnTo>
                    <a:pt x="185245" y="63934"/>
                  </a:lnTo>
                  <a:lnTo>
                    <a:pt x="185245" y="65573"/>
                  </a:lnTo>
                  <a:lnTo>
                    <a:pt x="185245" y="65573"/>
                  </a:lnTo>
                  <a:lnTo>
                    <a:pt x="183606" y="62295"/>
                  </a:lnTo>
                  <a:lnTo>
                    <a:pt x="181966" y="60655"/>
                  </a:lnTo>
                  <a:lnTo>
                    <a:pt x="178688" y="59016"/>
                  </a:lnTo>
                  <a:lnTo>
                    <a:pt x="173770" y="55737"/>
                  </a:lnTo>
                  <a:lnTo>
                    <a:pt x="172130" y="52459"/>
                  </a:lnTo>
                  <a:lnTo>
                    <a:pt x="170491" y="50820"/>
                  </a:lnTo>
                  <a:lnTo>
                    <a:pt x="170491" y="47541"/>
                  </a:lnTo>
                  <a:lnTo>
                    <a:pt x="170491" y="47541"/>
                  </a:lnTo>
                  <a:lnTo>
                    <a:pt x="168852" y="50820"/>
                  </a:lnTo>
                  <a:lnTo>
                    <a:pt x="165573" y="50820"/>
                  </a:lnTo>
                  <a:lnTo>
                    <a:pt x="163934" y="50820"/>
                  </a:lnTo>
                  <a:lnTo>
                    <a:pt x="160655" y="50820"/>
                  </a:lnTo>
                  <a:lnTo>
                    <a:pt x="157376" y="50820"/>
                  </a:lnTo>
                  <a:lnTo>
                    <a:pt x="152458" y="50820"/>
                  </a:lnTo>
                  <a:lnTo>
                    <a:pt x="149180" y="50820"/>
                  </a:lnTo>
                  <a:lnTo>
                    <a:pt x="145901" y="49180"/>
                  </a:lnTo>
                  <a:lnTo>
                    <a:pt x="144262" y="45901"/>
                  </a:lnTo>
                  <a:lnTo>
                    <a:pt x="144262" y="40983"/>
                  </a:lnTo>
                  <a:lnTo>
                    <a:pt x="142622" y="45901"/>
                  </a:lnTo>
                  <a:lnTo>
                    <a:pt x="142622" y="49180"/>
                  </a:lnTo>
                  <a:lnTo>
                    <a:pt x="137704" y="49180"/>
                  </a:lnTo>
                  <a:lnTo>
                    <a:pt x="134426" y="44262"/>
                  </a:lnTo>
                  <a:lnTo>
                    <a:pt x="131147" y="44262"/>
                  </a:lnTo>
                  <a:lnTo>
                    <a:pt x="126229" y="44262"/>
                  </a:lnTo>
                  <a:lnTo>
                    <a:pt x="122950" y="44262"/>
                  </a:lnTo>
                  <a:lnTo>
                    <a:pt x="119672" y="44262"/>
                  </a:lnTo>
                  <a:lnTo>
                    <a:pt x="116393" y="40983"/>
                  </a:lnTo>
                  <a:lnTo>
                    <a:pt x="111475" y="39344"/>
                  </a:lnTo>
                  <a:lnTo>
                    <a:pt x="108196" y="36065"/>
                  </a:lnTo>
                  <a:lnTo>
                    <a:pt x="111475" y="34426"/>
                  </a:lnTo>
                  <a:lnTo>
                    <a:pt x="116393" y="34426"/>
                  </a:lnTo>
                  <a:lnTo>
                    <a:pt x="119672" y="34426"/>
                  </a:lnTo>
                  <a:lnTo>
                    <a:pt x="122950" y="32787"/>
                  </a:lnTo>
                  <a:lnTo>
                    <a:pt x="126229" y="31147"/>
                  </a:lnTo>
                  <a:lnTo>
                    <a:pt x="127868" y="29508"/>
                  </a:lnTo>
                  <a:lnTo>
                    <a:pt x="127868" y="27869"/>
                  </a:lnTo>
                  <a:lnTo>
                    <a:pt x="124589" y="24590"/>
                  </a:lnTo>
                  <a:lnTo>
                    <a:pt x="121311" y="22951"/>
                  </a:lnTo>
                  <a:lnTo>
                    <a:pt x="116393" y="22951"/>
                  </a:lnTo>
                  <a:lnTo>
                    <a:pt x="113114" y="22951"/>
                  </a:lnTo>
                  <a:lnTo>
                    <a:pt x="111475" y="22951"/>
                  </a:lnTo>
                  <a:lnTo>
                    <a:pt x="108196" y="22951"/>
                  </a:lnTo>
                  <a:lnTo>
                    <a:pt x="104917" y="22951"/>
                  </a:lnTo>
                  <a:lnTo>
                    <a:pt x="99999" y="22951"/>
                  </a:lnTo>
                  <a:lnTo>
                    <a:pt x="96721" y="22951"/>
                  </a:lnTo>
                  <a:lnTo>
                    <a:pt x="93442" y="22951"/>
                  </a:lnTo>
                  <a:lnTo>
                    <a:pt x="88524" y="22951"/>
                  </a:lnTo>
                  <a:lnTo>
                    <a:pt x="85245" y="22951"/>
                  </a:lnTo>
                  <a:lnTo>
                    <a:pt x="83606" y="26229"/>
                  </a:lnTo>
                  <a:lnTo>
                    <a:pt x="80327" y="29508"/>
                  </a:lnTo>
                  <a:lnTo>
                    <a:pt x="78688" y="29508"/>
                  </a:lnTo>
                  <a:lnTo>
                    <a:pt x="73770" y="31147"/>
                  </a:lnTo>
                  <a:lnTo>
                    <a:pt x="72131" y="34426"/>
                  </a:lnTo>
                  <a:lnTo>
                    <a:pt x="67213" y="37705"/>
                  </a:lnTo>
                  <a:lnTo>
                    <a:pt x="63934" y="39344"/>
                  </a:lnTo>
                  <a:lnTo>
                    <a:pt x="60655" y="44262"/>
                  </a:lnTo>
                  <a:lnTo>
                    <a:pt x="57377" y="44262"/>
                  </a:lnTo>
                  <a:lnTo>
                    <a:pt x="52459" y="42623"/>
                  </a:lnTo>
                  <a:lnTo>
                    <a:pt x="49180" y="45901"/>
                  </a:lnTo>
                  <a:lnTo>
                    <a:pt x="45901" y="45901"/>
                  </a:lnTo>
                  <a:lnTo>
                    <a:pt x="44262" y="44262"/>
                  </a:lnTo>
                  <a:lnTo>
                    <a:pt x="40983" y="45901"/>
                  </a:lnTo>
                  <a:lnTo>
                    <a:pt x="37705" y="47541"/>
                  </a:lnTo>
                  <a:lnTo>
                    <a:pt x="36065" y="49180"/>
                  </a:lnTo>
                  <a:lnTo>
                    <a:pt x="36065" y="54098"/>
                  </a:lnTo>
                  <a:lnTo>
                    <a:pt x="31147" y="55737"/>
                  </a:lnTo>
                  <a:lnTo>
                    <a:pt x="27869" y="55737"/>
                  </a:lnTo>
                  <a:lnTo>
                    <a:pt x="24590" y="57377"/>
                  </a:lnTo>
                  <a:lnTo>
                    <a:pt x="21311" y="60655"/>
                  </a:lnTo>
                  <a:lnTo>
                    <a:pt x="16393" y="62295"/>
                  </a:lnTo>
                  <a:lnTo>
                    <a:pt x="16393" y="59016"/>
                  </a:lnTo>
                  <a:lnTo>
                    <a:pt x="13115" y="55737"/>
                  </a:lnTo>
                  <a:lnTo>
                    <a:pt x="8197" y="57377"/>
                  </a:lnTo>
                  <a:lnTo>
                    <a:pt x="4918" y="60655"/>
                  </a:lnTo>
                  <a:lnTo>
                    <a:pt x="1639" y="60655"/>
                  </a:lnTo>
                  <a:lnTo>
                    <a:pt x="0" y="57377"/>
                  </a:lnTo>
                  <a:lnTo>
                    <a:pt x="1639" y="5737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3" name="Freeform 2932">
              <a:extLst>
                <a:ext uri="{FF2B5EF4-FFF2-40B4-BE49-F238E27FC236}">
                  <a16:creationId xmlns:a16="http://schemas.microsoft.com/office/drawing/2014/main" id="{5F1F9F84-DB6E-D64F-9AC6-3B454251A43D}"/>
                </a:ext>
              </a:extLst>
            </p:cNvPr>
            <p:cNvSpPr/>
            <p:nvPr/>
          </p:nvSpPr>
          <p:spPr>
            <a:xfrm>
              <a:off x="2230443" y="3154245"/>
              <a:ext cx="22950" cy="22950"/>
            </a:xfrm>
            <a:custGeom>
              <a:avLst/>
              <a:gdLst>
                <a:gd name="connsiteX0" fmla="*/ 9836 w 22950"/>
                <a:gd name="connsiteY0" fmla="*/ 22951 h 22950"/>
                <a:gd name="connsiteX1" fmla="*/ 4918 w 22950"/>
                <a:gd name="connsiteY1" fmla="*/ 21311 h 22950"/>
                <a:gd name="connsiteX2" fmla="*/ 1639 w 22950"/>
                <a:gd name="connsiteY2" fmla="*/ 19672 h 22950"/>
                <a:gd name="connsiteX3" fmla="*/ 0 w 22950"/>
                <a:gd name="connsiteY3" fmla="*/ 14754 h 22950"/>
                <a:gd name="connsiteX4" fmla="*/ 3279 w 22950"/>
                <a:gd name="connsiteY4" fmla="*/ 18033 h 22950"/>
                <a:gd name="connsiteX5" fmla="*/ 8197 w 22950"/>
                <a:gd name="connsiteY5" fmla="*/ 14754 h 22950"/>
                <a:gd name="connsiteX6" fmla="*/ 6557 w 22950"/>
                <a:gd name="connsiteY6" fmla="*/ 11476 h 22950"/>
                <a:gd name="connsiteX7" fmla="*/ 4918 w 22950"/>
                <a:gd name="connsiteY7" fmla="*/ 8197 h 22950"/>
                <a:gd name="connsiteX8" fmla="*/ 4918 w 22950"/>
                <a:gd name="connsiteY8" fmla="*/ 4918 h 22950"/>
                <a:gd name="connsiteX9" fmla="*/ 8197 w 22950"/>
                <a:gd name="connsiteY9" fmla="*/ 1639 h 22950"/>
                <a:gd name="connsiteX10" fmla="*/ 13115 w 22950"/>
                <a:gd name="connsiteY10" fmla="*/ 0 h 22950"/>
                <a:gd name="connsiteX11" fmla="*/ 16393 w 22950"/>
                <a:gd name="connsiteY11" fmla="*/ 1639 h 22950"/>
                <a:gd name="connsiteX12" fmla="*/ 19672 w 22950"/>
                <a:gd name="connsiteY12" fmla="*/ 4918 h 22950"/>
                <a:gd name="connsiteX13" fmla="*/ 22951 w 22950"/>
                <a:gd name="connsiteY13" fmla="*/ 9836 h 22950"/>
                <a:gd name="connsiteX14" fmla="*/ 22951 w 22950"/>
                <a:gd name="connsiteY14" fmla="*/ 13115 h 22950"/>
                <a:gd name="connsiteX15" fmla="*/ 22951 w 22950"/>
                <a:gd name="connsiteY15" fmla="*/ 16393 h 22950"/>
                <a:gd name="connsiteX16" fmla="*/ 19672 w 22950"/>
                <a:gd name="connsiteY16" fmla="*/ 18033 h 22950"/>
                <a:gd name="connsiteX17" fmla="*/ 16393 w 22950"/>
                <a:gd name="connsiteY17" fmla="*/ 19672 h 22950"/>
                <a:gd name="connsiteX18" fmla="*/ 11475 w 22950"/>
                <a:gd name="connsiteY18" fmla="*/ 21311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950" h="22950">
                  <a:moveTo>
                    <a:pt x="9836" y="22951"/>
                  </a:moveTo>
                  <a:lnTo>
                    <a:pt x="4918" y="21311"/>
                  </a:lnTo>
                  <a:lnTo>
                    <a:pt x="1639" y="19672"/>
                  </a:lnTo>
                  <a:lnTo>
                    <a:pt x="0" y="14754"/>
                  </a:lnTo>
                  <a:lnTo>
                    <a:pt x="3279" y="18033"/>
                  </a:lnTo>
                  <a:lnTo>
                    <a:pt x="8197" y="14754"/>
                  </a:lnTo>
                  <a:lnTo>
                    <a:pt x="6557" y="11476"/>
                  </a:lnTo>
                  <a:lnTo>
                    <a:pt x="4918" y="8197"/>
                  </a:lnTo>
                  <a:lnTo>
                    <a:pt x="4918" y="4918"/>
                  </a:lnTo>
                  <a:lnTo>
                    <a:pt x="8197" y="1639"/>
                  </a:lnTo>
                  <a:lnTo>
                    <a:pt x="13115" y="0"/>
                  </a:lnTo>
                  <a:lnTo>
                    <a:pt x="16393" y="1639"/>
                  </a:lnTo>
                  <a:lnTo>
                    <a:pt x="19672" y="4918"/>
                  </a:lnTo>
                  <a:lnTo>
                    <a:pt x="22951" y="9836"/>
                  </a:lnTo>
                  <a:lnTo>
                    <a:pt x="22951" y="13115"/>
                  </a:lnTo>
                  <a:lnTo>
                    <a:pt x="22951" y="16393"/>
                  </a:lnTo>
                  <a:lnTo>
                    <a:pt x="19672" y="18033"/>
                  </a:lnTo>
                  <a:lnTo>
                    <a:pt x="16393" y="19672"/>
                  </a:lnTo>
                  <a:lnTo>
                    <a:pt x="11475" y="2131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4" name="Freeform 2933">
              <a:extLst>
                <a:ext uri="{FF2B5EF4-FFF2-40B4-BE49-F238E27FC236}">
                  <a16:creationId xmlns:a16="http://schemas.microsoft.com/office/drawing/2014/main" id="{36E6C20C-7552-B943-9385-135C9AE7D5A4}"/>
                </a:ext>
              </a:extLst>
            </p:cNvPr>
            <p:cNvSpPr/>
            <p:nvPr/>
          </p:nvSpPr>
          <p:spPr>
            <a:xfrm>
              <a:off x="2323886" y="3100147"/>
              <a:ext cx="3278" cy="3278"/>
            </a:xfrm>
            <a:custGeom>
              <a:avLst/>
              <a:gdLst>
                <a:gd name="connsiteX0" fmla="*/ 0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3279"/>
                  </a:move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5" name="Freeform 2934">
              <a:extLst>
                <a:ext uri="{FF2B5EF4-FFF2-40B4-BE49-F238E27FC236}">
                  <a16:creationId xmlns:a16="http://schemas.microsoft.com/office/drawing/2014/main" id="{B6859AD6-67C0-3F42-9A98-F5A076BC2890}"/>
                </a:ext>
              </a:extLst>
            </p:cNvPr>
            <p:cNvSpPr/>
            <p:nvPr/>
          </p:nvSpPr>
          <p:spPr>
            <a:xfrm>
              <a:off x="2346836" y="3106705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0 w 3278"/>
                <a:gd name="connsiteY1" fmla="*/ 1639 h 3278"/>
                <a:gd name="connsiteX2" fmla="*/ 3279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6" name="Freeform 2935">
              <a:extLst>
                <a:ext uri="{FF2B5EF4-FFF2-40B4-BE49-F238E27FC236}">
                  <a16:creationId xmlns:a16="http://schemas.microsoft.com/office/drawing/2014/main" id="{3D0A4F46-96A2-8E44-8ED9-61F026D28D96}"/>
                </a:ext>
              </a:extLst>
            </p:cNvPr>
            <p:cNvSpPr/>
            <p:nvPr/>
          </p:nvSpPr>
          <p:spPr>
            <a:xfrm>
              <a:off x="2402574" y="3213262"/>
              <a:ext cx="4918" cy="3278"/>
            </a:xfrm>
            <a:custGeom>
              <a:avLst/>
              <a:gdLst>
                <a:gd name="connsiteX0" fmla="*/ 4918 w 4918"/>
                <a:gd name="connsiteY0" fmla="*/ 3279 h 3278"/>
                <a:gd name="connsiteX1" fmla="*/ 0 w 4918"/>
                <a:gd name="connsiteY1" fmla="*/ 0 h 3278"/>
                <a:gd name="connsiteX2" fmla="*/ 4918 w 491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4918" y="3279"/>
                  </a:moveTo>
                  <a:lnTo>
                    <a:pt x="0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7" name="Freeform 2936">
              <a:extLst>
                <a:ext uri="{FF2B5EF4-FFF2-40B4-BE49-F238E27FC236}">
                  <a16:creationId xmlns:a16="http://schemas.microsoft.com/office/drawing/2014/main" id="{620B406C-88D2-ED4D-BC28-5268688FCAE1}"/>
                </a:ext>
              </a:extLst>
            </p:cNvPr>
            <p:cNvSpPr/>
            <p:nvPr/>
          </p:nvSpPr>
          <p:spPr>
            <a:xfrm>
              <a:off x="2407492" y="3128016"/>
              <a:ext cx="13114" cy="4918"/>
            </a:xfrm>
            <a:custGeom>
              <a:avLst/>
              <a:gdLst>
                <a:gd name="connsiteX0" fmla="*/ 8197 w 13114"/>
                <a:gd name="connsiteY0" fmla="*/ 4918 h 4918"/>
                <a:gd name="connsiteX1" fmla="*/ 3279 w 13114"/>
                <a:gd name="connsiteY1" fmla="*/ 3279 h 4918"/>
                <a:gd name="connsiteX2" fmla="*/ 0 w 13114"/>
                <a:gd name="connsiteY2" fmla="*/ 1639 h 4918"/>
                <a:gd name="connsiteX3" fmla="*/ 3279 w 13114"/>
                <a:gd name="connsiteY3" fmla="*/ 0 h 4918"/>
                <a:gd name="connsiteX4" fmla="*/ 8197 w 13114"/>
                <a:gd name="connsiteY4" fmla="*/ 0 h 4918"/>
                <a:gd name="connsiteX5" fmla="*/ 11475 w 13114"/>
                <a:gd name="connsiteY5" fmla="*/ 0 h 4918"/>
                <a:gd name="connsiteX6" fmla="*/ 13115 w 13114"/>
                <a:gd name="connsiteY6" fmla="*/ 3279 h 4918"/>
                <a:gd name="connsiteX7" fmla="*/ 9836 w 13114"/>
                <a:gd name="connsiteY7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4" h="4918">
                  <a:moveTo>
                    <a:pt x="8197" y="4918"/>
                  </a:moveTo>
                  <a:lnTo>
                    <a:pt x="3279" y="3279"/>
                  </a:lnTo>
                  <a:lnTo>
                    <a:pt x="0" y="1639"/>
                  </a:lnTo>
                  <a:lnTo>
                    <a:pt x="3279" y="0"/>
                  </a:lnTo>
                  <a:lnTo>
                    <a:pt x="8197" y="0"/>
                  </a:lnTo>
                  <a:lnTo>
                    <a:pt x="11475" y="0"/>
                  </a:lnTo>
                  <a:lnTo>
                    <a:pt x="13115" y="3279"/>
                  </a:lnTo>
                  <a:lnTo>
                    <a:pt x="9836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8" name="Freeform 2937">
              <a:extLst>
                <a:ext uri="{FF2B5EF4-FFF2-40B4-BE49-F238E27FC236}">
                  <a16:creationId xmlns:a16="http://schemas.microsoft.com/office/drawing/2014/main" id="{0BD3F976-07B4-AE4B-A8E2-98717D766BD6}"/>
                </a:ext>
              </a:extLst>
            </p:cNvPr>
            <p:cNvSpPr/>
            <p:nvPr/>
          </p:nvSpPr>
          <p:spPr>
            <a:xfrm>
              <a:off x="2420607" y="3131295"/>
              <a:ext cx="8196" cy="8196"/>
            </a:xfrm>
            <a:custGeom>
              <a:avLst/>
              <a:gdLst>
                <a:gd name="connsiteX0" fmla="*/ 8197 w 8196"/>
                <a:gd name="connsiteY0" fmla="*/ 8197 h 8196"/>
                <a:gd name="connsiteX1" fmla="*/ 4918 w 8196"/>
                <a:gd name="connsiteY1" fmla="*/ 6557 h 8196"/>
                <a:gd name="connsiteX2" fmla="*/ 1639 w 8196"/>
                <a:gd name="connsiteY2" fmla="*/ 4918 h 8196"/>
                <a:gd name="connsiteX3" fmla="*/ 0 w 8196"/>
                <a:gd name="connsiteY3" fmla="*/ 1639 h 8196"/>
                <a:gd name="connsiteX4" fmla="*/ 3279 w 8196"/>
                <a:gd name="connsiteY4" fmla="*/ 0 h 8196"/>
                <a:gd name="connsiteX5" fmla="*/ 6557 w 8196"/>
                <a:gd name="connsiteY5" fmla="*/ 3279 h 8196"/>
                <a:gd name="connsiteX6" fmla="*/ 6557 w 8196"/>
                <a:gd name="connsiteY6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8196">
                  <a:moveTo>
                    <a:pt x="8197" y="8197"/>
                  </a:moveTo>
                  <a:lnTo>
                    <a:pt x="4918" y="6557"/>
                  </a:lnTo>
                  <a:lnTo>
                    <a:pt x="1639" y="4918"/>
                  </a:lnTo>
                  <a:lnTo>
                    <a:pt x="0" y="1639"/>
                  </a:lnTo>
                  <a:lnTo>
                    <a:pt x="3279" y="0"/>
                  </a:lnTo>
                  <a:lnTo>
                    <a:pt x="6557" y="3279"/>
                  </a:lnTo>
                  <a:lnTo>
                    <a:pt x="6557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9" name="Freeform 2938">
              <a:extLst>
                <a:ext uri="{FF2B5EF4-FFF2-40B4-BE49-F238E27FC236}">
                  <a16:creationId xmlns:a16="http://schemas.microsoft.com/office/drawing/2014/main" id="{1D3CEB1F-D710-D44A-9852-302F89BEA399}"/>
                </a:ext>
              </a:extLst>
            </p:cNvPr>
            <p:cNvSpPr/>
            <p:nvPr/>
          </p:nvSpPr>
          <p:spPr>
            <a:xfrm>
              <a:off x="2428803" y="3137852"/>
              <a:ext cx="6557" cy="9836"/>
            </a:xfrm>
            <a:custGeom>
              <a:avLst/>
              <a:gdLst>
                <a:gd name="connsiteX0" fmla="*/ 4918 w 6557"/>
                <a:gd name="connsiteY0" fmla="*/ 9836 h 9836"/>
                <a:gd name="connsiteX1" fmla="*/ 1639 w 6557"/>
                <a:gd name="connsiteY1" fmla="*/ 8197 h 9836"/>
                <a:gd name="connsiteX2" fmla="*/ 0 w 6557"/>
                <a:gd name="connsiteY2" fmla="*/ 4918 h 9836"/>
                <a:gd name="connsiteX3" fmla="*/ 1639 w 6557"/>
                <a:gd name="connsiteY3" fmla="*/ 0 h 9836"/>
                <a:gd name="connsiteX4" fmla="*/ 3279 w 6557"/>
                <a:gd name="connsiteY4" fmla="*/ 4918 h 9836"/>
                <a:gd name="connsiteX5" fmla="*/ 6557 w 6557"/>
                <a:gd name="connsiteY5" fmla="*/ 819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9836">
                  <a:moveTo>
                    <a:pt x="4918" y="9836"/>
                  </a:moveTo>
                  <a:lnTo>
                    <a:pt x="1639" y="8197"/>
                  </a:lnTo>
                  <a:lnTo>
                    <a:pt x="0" y="4918"/>
                  </a:lnTo>
                  <a:lnTo>
                    <a:pt x="1639" y="0"/>
                  </a:lnTo>
                  <a:lnTo>
                    <a:pt x="3279" y="4918"/>
                  </a:lnTo>
                  <a:lnTo>
                    <a:pt x="6557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0" name="Freeform 2939">
              <a:extLst>
                <a:ext uri="{FF2B5EF4-FFF2-40B4-BE49-F238E27FC236}">
                  <a16:creationId xmlns:a16="http://schemas.microsoft.com/office/drawing/2014/main" id="{1A54F4EA-E00A-9445-8CA8-37D7C98EA7F5}"/>
                </a:ext>
              </a:extLst>
            </p:cNvPr>
            <p:cNvSpPr/>
            <p:nvPr/>
          </p:nvSpPr>
          <p:spPr>
            <a:xfrm>
              <a:off x="2432082" y="3147688"/>
              <a:ext cx="11475" cy="8196"/>
            </a:xfrm>
            <a:custGeom>
              <a:avLst/>
              <a:gdLst>
                <a:gd name="connsiteX0" fmla="*/ 6557 w 11475"/>
                <a:gd name="connsiteY0" fmla="*/ 8197 h 8196"/>
                <a:gd name="connsiteX1" fmla="*/ 3279 w 11475"/>
                <a:gd name="connsiteY1" fmla="*/ 4918 h 8196"/>
                <a:gd name="connsiteX2" fmla="*/ 0 w 11475"/>
                <a:gd name="connsiteY2" fmla="*/ 1639 h 8196"/>
                <a:gd name="connsiteX3" fmla="*/ 3279 w 11475"/>
                <a:gd name="connsiteY3" fmla="*/ 0 h 8196"/>
                <a:gd name="connsiteX4" fmla="*/ 6557 w 11475"/>
                <a:gd name="connsiteY4" fmla="*/ 0 h 8196"/>
                <a:gd name="connsiteX5" fmla="*/ 11475 w 11475"/>
                <a:gd name="connsiteY5" fmla="*/ 1639 h 8196"/>
                <a:gd name="connsiteX6" fmla="*/ 9836 w 11475"/>
                <a:gd name="connsiteY6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8196">
                  <a:moveTo>
                    <a:pt x="6557" y="8197"/>
                  </a:moveTo>
                  <a:lnTo>
                    <a:pt x="3279" y="4918"/>
                  </a:lnTo>
                  <a:lnTo>
                    <a:pt x="0" y="1639"/>
                  </a:lnTo>
                  <a:lnTo>
                    <a:pt x="3279" y="0"/>
                  </a:lnTo>
                  <a:lnTo>
                    <a:pt x="6557" y="0"/>
                  </a:lnTo>
                  <a:lnTo>
                    <a:pt x="11475" y="1639"/>
                  </a:lnTo>
                  <a:lnTo>
                    <a:pt x="9836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1" name="Freeform 2940">
              <a:extLst>
                <a:ext uri="{FF2B5EF4-FFF2-40B4-BE49-F238E27FC236}">
                  <a16:creationId xmlns:a16="http://schemas.microsoft.com/office/drawing/2014/main" id="{0C0F78D3-1E20-2849-A9D4-B411454BAFE7}"/>
                </a:ext>
              </a:extLst>
            </p:cNvPr>
            <p:cNvSpPr/>
            <p:nvPr/>
          </p:nvSpPr>
          <p:spPr>
            <a:xfrm>
              <a:off x="2858309" y="3637850"/>
              <a:ext cx="4918" cy="4918"/>
            </a:xfrm>
            <a:custGeom>
              <a:avLst/>
              <a:gdLst>
                <a:gd name="connsiteX0" fmla="*/ 4918 w 4918"/>
                <a:gd name="connsiteY0" fmla="*/ 4918 h 4918"/>
                <a:gd name="connsiteX1" fmla="*/ 0 w 4918"/>
                <a:gd name="connsiteY1" fmla="*/ 3279 h 4918"/>
                <a:gd name="connsiteX2" fmla="*/ 4918 w 4918"/>
                <a:gd name="connsiteY2" fmla="*/ 0 h 4918"/>
                <a:gd name="connsiteX3" fmla="*/ 4918 w 4918"/>
                <a:gd name="connsiteY3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4918">
                  <a:moveTo>
                    <a:pt x="4918" y="4918"/>
                  </a:moveTo>
                  <a:lnTo>
                    <a:pt x="0" y="3279"/>
                  </a:lnTo>
                  <a:lnTo>
                    <a:pt x="4918" y="0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2" name="Freeform 2941">
              <a:extLst>
                <a:ext uri="{FF2B5EF4-FFF2-40B4-BE49-F238E27FC236}">
                  <a16:creationId xmlns:a16="http://schemas.microsoft.com/office/drawing/2014/main" id="{C118EEA2-5BB4-944F-841B-755F7B040C45}"/>
                </a:ext>
              </a:extLst>
            </p:cNvPr>
            <p:cNvSpPr/>
            <p:nvPr/>
          </p:nvSpPr>
          <p:spPr>
            <a:xfrm>
              <a:off x="2897653" y="3629653"/>
              <a:ext cx="22950" cy="13114"/>
            </a:xfrm>
            <a:custGeom>
              <a:avLst/>
              <a:gdLst>
                <a:gd name="connsiteX0" fmla="*/ 11476 w 22950"/>
                <a:gd name="connsiteY0" fmla="*/ 13115 h 13114"/>
                <a:gd name="connsiteX1" fmla="*/ 9836 w 22950"/>
                <a:gd name="connsiteY1" fmla="*/ 9836 h 13114"/>
                <a:gd name="connsiteX2" fmla="*/ 4918 w 22950"/>
                <a:gd name="connsiteY2" fmla="*/ 9836 h 13114"/>
                <a:gd name="connsiteX3" fmla="*/ 1639 w 22950"/>
                <a:gd name="connsiteY3" fmla="*/ 9836 h 13114"/>
                <a:gd name="connsiteX4" fmla="*/ 0 w 22950"/>
                <a:gd name="connsiteY4" fmla="*/ 4918 h 13114"/>
                <a:gd name="connsiteX5" fmla="*/ 3279 w 22950"/>
                <a:gd name="connsiteY5" fmla="*/ 3279 h 13114"/>
                <a:gd name="connsiteX6" fmla="*/ 6557 w 22950"/>
                <a:gd name="connsiteY6" fmla="*/ 3279 h 13114"/>
                <a:gd name="connsiteX7" fmla="*/ 9836 w 22950"/>
                <a:gd name="connsiteY7" fmla="*/ 6557 h 13114"/>
                <a:gd name="connsiteX8" fmla="*/ 13115 w 22950"/>
                <a:gd name="connsiteY8" fmla="*/ 6557 h 13114"/>
                <a:gd name="connsiteX9" fmla="*/ 16393 w 22950"/>
                <a:gd name="connsiteY9" fmla="*/ 1639 h 13114"/>
                <a:gd name="connsiteX10" fmla="*/ 19672 w 22950"/>
                <a:gd name="connsiteY10" fmla="*/ 0 h 13114"/>
                <a:gd name="connsiteX11" fmla="*/ 21311 w 22950"/>
                <a:gd name="connsiteY11" fmla="*/ 3279 h 13114"/>
                <a:gd name="connsiteX12" fmla="*/ 22951 w 22950"/>
                <a:gd name="connsiteY12" fmla="*/ 6557 h 13114"/>
                <a:gd name="connsiteX13" fmla="*/ 19672 w 22950"/>
                <a:gd name="connsiteY13" fmla="*/ 9836 h 13114"/>
                <a:gd name="connsiteX14" fmla="*/ 14754 w 22950"/>
                <a:gd name="connsiteY14" fmla="*/ 11476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950" h="13114">
                  <a:moveTo>
                    <a:pt x="11476" y="13115"/>
                  </a:moveTo>
                  <a:lnTo>
                    <a:pt x="9836" y="9836"/>
                  </a:lnTo>
                  <a:lnTo>
                    <a:pt x="4918" y="9836"/>
                  </a:lnTo>
                  <a:lnTo>
                    <a:pt x="1639" y="9836"/>
                  </a:lnTo>
                  <a:lnTo>
                    <a:pt x="0" y="4918"/>
                  </a:lnTo>
                  <a:lnTo>
                    <a:pt x="3279" y="3279"/>
                  </a:lnTo>
                  <a:lnTo>
                    <a:pt x="6557" y="3279"/>
                  </a:lnTo>
                  <a:lnTo>
                    <a:pt x="9836" y="6557"/>
                  </a:lnTo>
                  <a:lnTo>
                    <a:pt x="13115" y="6557"/>
                  </a:lnTo>
                  <a:lnTo>
                    <a:pt x="16393" y="1639"/>
                  </a:lnTo>
                  <a:lnTo>
                    <a:pt x="19672" y="0"/>
                  </a:lnTo>
                  <a:lnTo>
                    <a:pt x="21311" y="3279"/>
                  </a:lnTo>
                  <a:lnTo>
                    <a:pt x="22951" y="6557"/>
                  </a:lnTo>
                  <a:lnTo>
                    <a:pt x="19672" y="9836"/>
                  </a:lnTo>
                  <a:lnTo>
                    <a:pt x="14754" y="1147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3" name="Freeform 2942">
              <a:extLst>
                <a:ext uri="{FF2B5EF4-FFF2-40B4-BE49-F238E27FC236}">
                  <a16:creationId xmlns:a16="http://schemas.microsoft.com/office/drawing/2014/main" id="{F3C95E43-509D-974F-8317-D713B19C1BF1}"/>
                </a:ext>
              </a:extLst>
            </p:cNvPr>
            <p:cNvSpPr/>
            <p:nvPr/>
          </p:nvSpPr>
          <p:spPr>
            <a:xfrm>
              <a:off x="2956670" y="3659161"/>
              <a:ext cx="6557" cy="8196"/>
            </a:xfrm>
            <a:custGeom>
              <a:avLst/>
              <a:gdLst>
                <a:gd name="connsiteX0" fmla="*/ 1639 w 6557"/>
                <a:gd name="connsiteY0" fmla="*/ 0 h 8196"/>
                <a:gd name="connsiteX1" fmla="*/ 3279 w 6557"/>
                <a:gd name="connsiteY1" fmla="*/ 4918 h 8196"/>
                <a:gd name="connsiteX2" fmla="*/ 6557 w 6557"/>
                <a:gd name="connsiteY2" fmla="*/ 8197 h 8196"/>
                <a:gd name="connsiteX3" fmla="*/ 1639 w 6557"/>
                <a:gd name="connsiteY3" fmla="*/ 4918 h 8196"/>
                <a:gd name="connsiteX4" fmla="*/ 0 w 6557"/>
                <a:gd name="connsiteY4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8196">
                  <a:moveTo>
                    <a:pt x="1639" y="0"/>
                  </a:moveTo>
                  <a:lnTo>
                    <a:pt x="3279" y="4918"/>
                  </a:lnTo>
                  <a:lnTo>
                    <a:pt x="6557" y="8197"/>
                  </a:lnTo>
                  <a:lnTo>
                    <a:pt x="1639" y="49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4" name="Freeform 2943">
              <a:extLst>
                <a:ext uri="{FF2B5EF4-FFF2-40B4-BE49-F238E27FC236}">
                  <a16:creationId xmlns:a16="http://schemas.microsoft.com/office/drawing/2014/main" id="{0BD84FEF-8C36-AA44-9934-DD47749B2832}"/>
                </a:ext>
              </a:extLst>
            </p:cNvPr>
            <p:cNvSpPr/>
            <p:nvPr/>
          </p:nvSpPr>
          <p:spPr>
            <a:xfrm>
              <a:off x="6363211" y="2493593"/>
              <a:ext cx="14754" cy="9835"/>
            </a:xfrm>
            <a:custGeom>
              <a:avLst/>
              <a:gdLst>
                <a:gd name="connsiteX0" fmla="*/ 1639 w 14754"/>
                <a:gd name="connsiteY0" fmla="*/ 9836 h 9835"/>
                <a:gd name="connsiteX1" fmla="*/ 0 w 14754"/>
                <a:gd name="connsiteY1" fmla="*/ 6557 h 9835"/>
                <a:gd name="connsiteX2" fmla="*/ 3279 w 14754"/>
                <a:gd name="connsiteY2" fmla="*/ 4918 h 9835"/>
                <a:gd name="connsiteX3" fmla="*/ 6558 w 14754"/>
                <a:gd name="connsiteY3" fmla="*/ 1639 h 9835"/>
                <a:gd name="connsiteX4" fmla="*/ 11476 w 14754"/>
                <a:gd name="connsiteY4" fmla="*/ 0 h 9835"/>
                <a:gd name="connsiteX5" fmla="*/ 14754 w 14754"/>
                <a:gd name="connsiteY5" fmla="*/ 1639 h 9835"/>
                <a:gd name="connsiteX6" fmla="*/ 11476 w 14754"/>
                <a:gd name="connsiteY6" fmla="*/ 3279 h 9835"/>
                <a:gd name="connsiteX7" fmla="*/ 6558 w 14754"/>
                <a:gd name="connsiteY7" fmla="*/ 6557 h 9835"/>
                <a:gd name="connsiteX8" fmla="*/ 3279 w 14754"/>
                <a:gd name="connsiteY8" fmla="*/ 6557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4" h="9835">
                  <a:moveTo>
                    <a:pt x="1639" y="9836"/>
                  </a:moveTo>
                  <a:lnTo>
                    <a:pt x="0" y="6557"/>
                  </a:lnTo>
                  <a:lnTo>
                    <a:pt x="3279" y="4918"/>
                  </a:lnTo>
                  <a:lnTo>
                    <a:pt x="6558" y="1639"/>
                  </a:lnTo>
                  <a:lnTo>
                    <a:pt x="11476" y="0"/>
                  </a:lnTo>
                  <a:lnTo>
                    <a:pt x="14754" y="1639"/>
                  </a:lnTo>
                  <a:lnTo>
                    <a:pt x="11476" y="3279"/>
                  </a:lnTo>
                  <a:lnTo>
                    <a:pt x="6558" y="6557"/>
                  </a:lnTo>
                  <a:lnTo>
                    <a:pt x="327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5" name="Freeform 2944">
              <a:extLst>
                <a:ext uri="{FF2B5EF4-FFF2-40B4-BE49-F238E27FC236}">
                  <a16:creationId xmlns:a16="http://schemas.microsoft.com/office/drawing/2014/main" id="{03A0294A-03E8-4A41-91EA-FAC01A618478}"/>
                </a:ext>
              </a:extLst>
            </p:cNvPr>
            <p:cNvSpPr/>
            <p:nvPr/>
          </p:nvSpPr>
          <p:spPr>
            <a:xfrm>
              <a:off x="2361590" y="4005061"/>
              <a:ext cx="3278" cy="3278"/>
            </a:xfrm>
            <a:custGeom>
              <a:avLst/>
              <a:gdLst>
                <a:gd name="connsiteX0" fmla="*/ 1639 w 3278"/>
                <a:gd name="connsiteY0" fmla="*/ 3279 h 3278"/>
                <a:gd name="connsiteX1" fmla="*/ 3279 w 3278"/>
                <a:gd name="connsiteY1" fmla="*/ 1639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1639" y="3279"/>
                  </a:move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6" name="Freeform 2945">
              <a:extLst>
                <a:ext uri="{FF2B5EF4-FFF2-40B4-BE49-F238E27FC236}">
                  <a16:creationId xmlns:a16="http://schemas.microsoft.com/office/drawing/2014/main" id="{6DC8E9D5-7273-0D46-A409-D3195CB741CA}"/>
                </a:ext>
              </a:extLst>
            </p:cNvPr>
            <p:cNvSpPr/>
            <p:nvPr/>
          </p:nvSpPr>
          <p:spPr>
            <a:xfrm>
              <a:off x="2371426" y="3982110"/>
              <a:ext cx="3278" cy="4918"/>
            </a:xfrm>
            <a:custGeom>
              <a:avLst/>
              <a:gdLst>
                <a:gd name="connsiteX0" fmla="*/ 3279 w 3278"/>
                <a:gd name="connsiteY0" fmla="*/ 0 h 4918"/>
                <a:gd name="connsiteX1" fmla="*/ 0 w 3278"/>
                <a:gd name="connsiteY1" fmla="*/ 4918 h 4918"/>
                <a:gd name="connsiteX2" fmla="*/ 3279 w 3278"/>
                <a:gd name="connsiteY2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3279" y="0"/>
                  </a:moveTo>
                  <a:lnTo>
                    <a:pt x="0" y="4918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7" name="Freeform 2946">
              <a:extLst>
                <a:ext uri="{FF2B5EF4-FFF2-40B4-BE49-F238E27FC236}">
                  <a16:creationId xmlns:a16="http://schemas.microsoft.com/office/drawing/2014/main" id="{2517234B-ABF7-8941-BD22-74C361CDD877}"/>
                </a:ext>
              </a:extLst>
            </p:cNvPr>
            <p:cNvSpPr/>
            <p:nvPr/>
          </p:nvSpPr>
          <p:spPr>
            <a:xfrm>
              <a:off x="2376345" y="3937849"/>
              <a:ext cx="4917" cy="3278"/>
            </a:xfrm>
            <a:custGeom>
              <a:avLst/>
              <a:gdLst>
                <a:gd name="connsiteX0" fmla="*/ 1639 w 4917"/>
                <a:gd name="connsiteY0" fmla="*/ 0 h 3278"/>
                <a:gd name="connsiteX1" fmla="*/ 0 w 4917"/>
                <a:gd name="connsiteY1" fmla="*/ 0 h 3278"/>
                <a:gd name="connsiteX2" fmla="*/ 4918 w 4917"/>
                <a:gd name="connsiteY2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1639" y="0"/>
                  </a:moveTo>
                  <a:lnTo>
                    <a:pt x="0" y="0"/>
                  </a:lnTo>
                  <a:lnTo>
                    <a:pt x="4918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8" name="Freeform 2947">
              <a:extLst>
                <a:ext uri="{FF2B5EF4-FFF2-40B4-BE49-F238E27FC236}">
                  <a16:creationId xmlns:a16="http://schemas.microsoft.com/office/drawing/2014/main" id="{3DD85F44-8D75-2B4C-A6E4-4EE269A24A66}"/>
                </a:ext>
              </a:extLst>
            </p:cNvPr>
            <p:cNvSpPr/>
            <p:nvPr/>
          </p:nvSpPr>
          <p:spPr>
            <a:xfrm>
              <a:off x="2384541" y="3890307"/>
              <a:ext cx="16393" cy="4918"/>
            </a:xfrm>
            <a:custGeom>
              <a:avLst/>
              <a:gdLst>
                <a:gd name="connsiteX0" fmla="*/ 0 w 16393"/>
                <a:gd name="connsiteY0" fmla="*/ 4918 h 4918"/>
                <a:gd name="connsiteX1" fmla="*/ 0 w 16393"/>
                <a:gd name="connsiteY1" fmla="*/ 3279 h 4918"/>
                <a:gd name="connsiteX2" fmla="*/ 0 w 16393"/>
                <a:gd name="connsiteY2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4918">
                  <a:moveTo>
                    <a:pt x="0" y="4918"/>
                  </a:moveTo>
                  <a:lnTo>
                    <a:pt x="0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9" name="Freeform 2948">
              <a:extLst>
                <a:ext uri="{FF2B5EF4-FFF2-40B4-BE49-F238E27FC236}">
                  <a16:creationId xmlns:a16="http://schemas.microsoft.com/office/drawing/2014/main" id="{A3102484-D110-8A4C-90A2-E1D195CAD09B}"/>
                </a:ext>
              </a:extLst>
            </p:cNvPr>
            <p:cNvSpPr/>
            <p:nvPr/>
          </p:nvSpPr>
          <p:spPr>
            <a:xfrm>
              <a:off x="91109" y="1711629"/>
              <a:ext cx="70491" cy="27868"/>
            </a:xfrm>
            <a:custGeom>
              <a:avLst/>
              <a:gdLst>
                <a:gd name="connsiteX0" fmla="*/ 6557 w 70491"/>
                <a:gd name="connsiteY0" fmla="*/ 18033 h 27868"/>
                <a:gd name="connsiteX1" fmla="*/ 3279 w 70491"/>
                <a:gd name="connsiteY1" fmla="*/ 19672 h 27868"/>
                <a:gd name="connsiteX2" fmla="*/ 0 w 70491"/>
                <a:gd name="connsiteY2" fmla="*/ 24590 h 27868"/>
                <a:gd name="connsiteX3" fmla="*/ 3279 w 70491"/>
                <a:gd name="connsiteY3" fmla="*/ 27869 h 27868"/>
                <a:gd name="connsiteX4" fmla="*/ 8197 w 70491"/>
                <a:gd name="connsiteY4" fmla="*/ 26229 h 27868"/>
                <a:gd name="connsiteX5" fmla="*/ 11475 w 70491"/>
                <a:gd name="connsiteY5" fmla="*/ 26229 h 27868"/>
                <a:gd name="connsiteX6" fmla="*/ 14754 w 70491"/>
                <a:gd name="connsiteY6" fmla="*/ 24590 h 27868"/>
                <a:gd name="connsiteX7" fmla="*/ 19672 w 70491"/>
                <a:gd name="connsiteY7" fmla="*/ 22951 h 27868"/>
                <a:gd name="connsiteX8" fmla="*/ 22951 w 70491"/>
                <a:gd name="connsiteY8" fmla="*/ 21311 h 27868"/>
                <a:gd name="connsiteX9" fmla="*/ 26229 w 70491"/>
                <a:gd name="connsiteY9" fmla="*/ 19672 h 27868"/>
                <a:gd name="connsiteX10" fmla="*/ 31147 w 70491"/>
                <a:gd name="connsiteY10" fmla="*/ 18033 h 27868"/>
                <a:gd name="connsiteX11" fmla="*/ 34426 w 70491"/>
                <a:gd name="connsiteY11" fmla="*/ 18033 h 27868"/>
                <a:gd name="connsiteX12" fmla="*/ 37705 w 70491"/>
                <a:gd name="connsiteY12" fmla="*/ 18033 h 27868"/>
                <a:gd name="connsiteX13" fmla="*/ 42623 w 70491"/>
                <a:gd name="connsiteY13" fmla="*/ 16393 h 27868"/>
                <a:gd name="connsiteX14" fmla="*/ 45901 w 70491"/>
                <a:gd name="connsiteY14" fmla="*/ 18033 h 27868"/>
                <a:gd name="connsiteX15" fmla="*/ 49180 w 70491"/>
                <a:gd name="connsiteY15" fmla="*/ 18033 h 27868"/>
                <a:gd name="connsiteX16" fmla="*/ 52459 w 70491"/>
                <a:gd name="connsiteY16" fmla="*/ 16393 h 27868"/>
                <a:gd name="connsiteX17" fmla="*/ 57377 w 70491"/>
                <a:gd name="connsiteY17" fmla="*/ 14754 h 27868"/>
                <a:gd name="connsiteX18" fmla="*/ 60655 w 70491"/>
                <a:gd name="connsiteY18" fmla="*/ 13115 h 27868"/>
                <a:gd name="connsiteX19" fmla="*/ 65573 w 70491"/>
                <a:gd name="connsiteY19" fmla="*/ 14754 h 27868"/>
                <a:gd name="connsiteX20" fmla="*/ 68852 w 70491"/>
                <a:gd name="connsiteY20" fmla="*/ 16393 h 27868"/>
                <a:gd name="connsiteX21" fmla="*/ 70491 w 70491"/>
                <a:gd name="connsiteY21" fmla="*/ 11476 h 27868"/>
                <a:gd name="connsiteX22" fmla="*/ 67213 w 70491"/>
                <a:gd name="connsiteY22" fmla="*/ 11476 h 27868"/>
                <a:gd name="connsiteX23" fmla="*/ 65573 w 70491"/>
                <a:gd name="connsiteY23" fmla="*/ 8197 h 27868"/>
                <a:gd name="connsiteX24" fmla="*/ 68852 w 70491"/>
                <a:gd name="connsiteY24" fmla="*/ 4918 h 27868"/>
                <a:gd name="connsiteX25" fmla="*/ 70491 w 70491"/>
                <a:gd name="connsiteY25" fmla="*/ 0 h 27868"/>
                <a:gd name="connsiteX26" fmla="*/ 65573 w 70491"/>
                <a:gd name="connsiteY26" fmla="*/ 0 h 27868"/>
                <a:gd name="connsiteX27" fmla="*/ 62295 w 70491"/>
                <a:gd name="connsiteY27" fmla="*/ 0 h 27868"/>
                <a:gd name="connsiteX28" fmla="*/ 59016 w 70491"/>
                <a:gd name="connsiteY28" fmla="*/ 0 h 27868"/>
                <a:gd name="connsiteX29" fmla="*/ 55737 w 70491"/>
                <a:gd name="connsiteY29" fmla="*/ 1639 h 27868"/>
                <a:gd name="connsiteX30" fmla="*/ 50819 w 70491"/>
                <a:gd name="connsiteY30" fmla="*/ 3279 h 27868"/>
                <a:gd name="connsiteX31" fmla="*/ 47541 w 70491"/>
                <a:gd name="connsiteY31" fmla="*/ 3279 h 27868"/>
                <a:gd name="connsiteX32" fmla="*/ 44262 w 70491"/>
                <a:gd name="connsiteY32" fmla="*/ 4918 h 27868"/>
                <a:gd name="connsiteX33" fmla="*/ 39344 w 70491"/>
                <a:gd name="connsiteY33" fmla="*/ 6557 h 27868"/>
                <a:gd name="connsiteX34" fmla="*/ 36065 w 70491"/>
                <a:gd name="connsiteY34" fmla="*/ 4918 h 27868"/>
                <a:gd name="connsiteX35" fmla="*/ 32787 w 70491"/>
                <a:gd name="connsiteY35" fmla="*/ 6557 h 27868"/>
                <a:gd name="connsiteX36" fmla="*/ 27869 w 70491"/>
                <a:gd name="connsiteY36" fmla="*/ 8197 h 27868"/>
                <a:gd name="connsiteX37" fmla="*/ 24590 w 70491"/>
                <a:gd name="connsiteY37" fmla="*/ 9836 h 27868"/>
                <a:gd name="connsiteX38" fmla="*/ 21311 w 70491"/>
                <a:gd name="connsiteY38" fmla="*/ 13115 h 27868"/>
                <a:gd name="connsiteX39" fmla="*/ 18033 w 70491"/>
                <a:gd name="connsiteY39" fmla="*/ 14754 h 27868"/>
                <a:gd name="connsiteX40" fmla="*/ 13115 w 70491"/>
                <a:gd name="connsiteY40" fmla="*/ 16393 h 27868"/>
                <a:gd name="connsiteX41" fmla="*/ 9836 w 70491"/>
                <a:gd name="connsiteY41" fmla="*/ 18033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70491" h="27868">
                  <a:moveTo>
                    <a:pt x="6557" y="18033"/>
                  </a:moveTo>
                  <a:lnTo>
                    <a:pt x="3279" y="19672"/>
                  </a:lnTo>
                  <a:lnTo>
                    <a:pt x="0" y="24590"/>
                  </a:lnTo>
                  <a:lnTo>
                    <a:pt x="3279" y="27869"/>
                  </a:lnTo>
                  <a:lnTo>
                    <a:pt x="8197" y="26229"/>
                  </a:lnTo>
                  <a:lnTo>
                    <a:pt x="11475" y="26229"/>
                  </a:lnTo>
                  <a:lnTo>
                    <a:pt x="14754" y="24590"/>
                  </a:lnTo>
                  <a:lnTo>
                    <a:pt x="19672" y="22951"/>
                  </a:lnTo>
                  <a:lnTo>
                    <a:pt x="22951" y="21311"/>
                  </a:lnTo>
                  <a:lnTo>
                    <a:pt x="26229" y="19672"/>
                  </a:lnTo>
                  <a:lnTo>
                    <a:pt x="31147" y="18033"/>
                  </a:lnTo>
                  <a:lnTo>
                    <a:pt x="34426" y="18033"/>
                  </a:lnTo>
                  <a:lnTo>
                    <a:pt x="37705" y="18033"/>
                  </a:lnTo>
                  <a:lnTo>
                    <a:pt x="42623" y="16393"/>
                  </a:lnTo>
                  <a:lnTo>
                    <a:pt x="45901" y="18033"/>
                  </a:lnTo>
                  <a:lnTo>
                    <a:pt x="49180" y="18033"/>
                  </a:lnTo>
                  <a:lnTo>
                    <a:pt x="52459" y="16393"/>
                  </a:lnTo>
                  <a:lnTo>
                    <a:pt x="57377" y="14754"/>
                  </a:lnTo>
                  <a:lnTo>
                    <a:pt x="60655" y="13115"/>
                  </a:lnTo>
                  <a:lnTo>
                    <a:pt x="65573" y="14754"/>
                  </a:lnTo>
                  <a:lnTo>
                    <a:pt x="68852" y="16393"/>
                  </a:lnTo>
                  <a:lnTo>
                    <a:pt x="70491" y="11476"/>
                  </a:lnTo>
                  <a:lnTo>
                    <a:pt x="67213" y="11476"/>
                  </a:lnTo>
                  <a:lnTo>
                    <a:pt x="65573" y="8197"/>
                  </a:lnTo>
                  <a:lnTo>
                    <a:pt x="68852" y="4918"/>
                  </a:lnTo>
                  <a:lnTo>
                    <a:pt x="70491" y="0"/>
                  </a:lnTo>
                  <a:lnTo>
                    <a:pt x="65573" y="0"/>
                  </a:lnTo>
                  <a:lnTo>
                    <a:pt x="62295" y="0"/>
                  </a:lnTo>
                  <a:lnTo>
                    <a:pt x="59016" y="0"/>
                  </a:lnTo>
                  <a:lnTo>
                    <a:pt x="55737" y="1639"/>
                  </a:lnTo>
                  <a:lnTo>
                    <a:pt x="50819" y="3279"/>
                  </a:lnTo>
                  <a:lnTo>
                    <a:pt x="47541" y="3279"/>
                  </a:lnTo>
                  <a:lnTo>
                    <a:pt x="44262" y="4918"/>
                  </a:lnTo>
                  <a:lnTo>
                    <a:pt x="39344" y="6557"/>
                  </a:lnTo>
                  <a:lnTo>
                    <a:pt x="36065" y="4918"/>
                  </a:lnTo>
                  <a:lnTo>
                    <a:pt x="32787" y="6557"/>
                  </a:lnTo>
                  <a:lnTo>
                    <a:pt x="27869" y="8197"/>
                  </a:lnTo>
                  <a:lnTo>
                    <a:pt x="24590" y="9836"/>
                  </a:lnTo>
                  <a:lnTo>
                    <a:pt x="21311" y="13115"/>
                  </a:lnTo>
                  <a:lnTo>
                    <a:pt x="18033" y="14754"/>
                  </a:lnTo>
                  <a:lnTo>
                    <a:pt x="13115" y="16393"/>
                  </a:lnTo>
                  <a:lnTo>
                    <a:pt x="9836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0" name="Freeform 2949">
              <a:extLst>
                <a:ext uri="{FF2B5EF4-FFF2-40B4-BE49-F238E27FC236}">
                  <a16:creationId xmlns:a16="http://schemas.microsoft.com/office/drawing/2014/main" id="{FD1562DC-3A65-B44B-9EBB-3012884E1E46}"/>
                </a:ext>
              </a:extLst>
            </p:cNvPr>
            <p:cNvSpPr/>
            <p:nvPr/>
          </p:nvSpPr>
          <p:spPr>
            <a:xfrm>
              <a:off x="158322" y="1734580"/>
              <a:ext cx="6557" cy="4918"/>
            </a:xfrm>
            <a:custGeom>
              <a:avLst/>
              <a:gdLst>
                <a:gd name="connsiteX0" fmla="*/ 3279 w 6557"/>
                <a:gd name="connsiteY0" fmla="*/ 0 h 4918"/>
                <a:gd name="connsiteX1" fmla="*/ 1639 w 6557"/>
                <a:gd name="connsiteY1" fmla="*/ 0 h 4918"/>
                <a:gd name="connsiteX2" fmla="*/ 0 w 6557"/>
                <a:gd name="connsiteY2" fmla="*/ 3279 h 4918"/>
                <a:gd name="connsiteX3" fmla="*/ 3279 w 6557"/>
                <a:gd name="connsiteY3" fmla="*/ 4918 h 4918"/>
                <a:gd name="connsiteX4" fmla="*/ 6557 w 6557"/>
                <a:gd name="connsiteY4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8">
                  <a:moveTo>
                    <a:pt x="3279" y="0"/>
                  </a:moveTo>
                  <a:lnTo>
                    <a:pt x="1639" y="0"/>
                  </a:lnTo>
                  <a:lnTo>
                    <a:pt x="0" y="3279"/>
                  </a:lnTo>
                  <a:lnTo>
                    <a:pt x="3279" y="4918"/>
                  </a:lnTo>
                  <a:lnTo>
                    <a:pt x="655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1" name="Freeform 2950">
              <a:extLst>
                <a:ext uri="{FF2B5EF4-FFF2-40B4-BE49-F238E27FC236}">
                  <a16:creationId xmlns:a16="http://schemas.microsoft.com/office/drawing/2014/main" id="{FCCCB1F5-B097-EA4E-BCF2-C55F05AFDE3B}"/>
                </a:ext>
              </a:extLst>
            </p:cNvPr>
            <p:cNvSpPr/>
            <p:nvPr/>
          </p:nvSpPr>
          <p:spPr>
            <a:xfrm>
              <a:off x="192748" y="1714908"/>
              <a:ext cx="8196" cy="4917"/>
            </a:xfrm>
            <a:custGeom>
              <a:avLst/>
              <a:gdLst>
                <a:gd name="connsiteX0" fmla="*/ 8197 w 8196"/>
                <a:gd name="connsiteY0" fmla="*/ 0 h 4917"/>
                <a:gd name="connsiteX1" fmla="*/ 6557 w 8196"/>
                <a:gd name="connsiteY1" fmla="*/ 0 h 4917"/>
                <a:gd name="connsiteX2" fmla="*/ 3279 w 8196"/>
                <a:gd name="connsiteY2" fmla="*/ 0 h 4917"/>
                <a:gd name="connsiteX3" fmla="*/ 0 w 8196"/>
                <a:gd name="connsiteY3" fmla="*/ 1639 h 4917"/>
                <a:gd name="connsiteX4" fmla="*/ 0 w 8196"/>
                <a:gd name="connsiteY4" fmla="*/ 4918 h 4917"/>
                <a:gd name="connsiteX5" fmla="*/ 3279 w 8196"/>
                <a:gd name="connsiteY5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4917">
                  <a:moveTo>
                    <a:pt x="8197" y="0"/>
                  </a:moveTo>
                  <a:lnTo>
                    <a:pt x="655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2" name="Freeform 2951">
              <a:extLst>
                <a:ext uri="{FF2B5EF4-FFF2-40B4-BE49-F238E27FC236}">
                  <a16:creationId xmlns:a16="http://schemas.microsoft.com/office/drawing/2014/main" id="{C53EC34E-0E94-E84B-8BC7-DF8B13F7A197}"/>
                </a:ext>
              </a:extLst>
            </p:cNvPr>
            <p:cNvSpPr/>
            <p:nvPr/>
          </p:nvSpPr>
          <p:spPr>
            <a:xfrm>
              <a:off x="218977" y="1706711"/>
              <a:ext cx="6557" cy="3278"/>
            </a:xfrm>
            <a:custGeom>
              <a:avLst/>
              <a:gdLst>
                <a:gd name="connsiteX0" fmla="*/ 6557 w 6557"/>
                <a:gd name="connsiteY0" fmla="*/ 0 h 3278"/>
                <a:gd name="connsiteX1" fmla="*/ 4918 w 6557"/>
                <a:gd name="connsiteY1" fmla="*/ 0 h 3278"/>
                <a:gd name="connsiteX2" fmla="*/ 0 w 6557"/>
                <a:gd name="connsiteY2" fmla="*/ 1639 h 3278"/>
                <a:gd name="connsiteX3" fmla="*/ 3279 w 6557"/>
                <a:gd name="connsiteY3" fmla="*/ 0 h 3278"/>
                <a:gd name="connsiteX4" fmla="*/ 1639 w 6557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6557" y="0"/>
                  </a:moveTo>
                  <a:lnTo>
                    <a:pt x="4918" y="0"/>
                  </a:lnTo>
                  <a:lnTo>
                    <a:pt x="0" y="1639"/>
                  </a:lnTo>
                  <a:lnTo>
                    <a:pt x="3279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3" name="Freeform 2952">
              <a:extLst>
                <a:ext uri="{FF2B5EF4-FFF2-40B4-BE49-F238E27FC236}">
                  <a16:creationId xmlns:a16="http://schemas.microsoft.com/office/drawing/2014/main" id="{E3802B0A-2A29-0140-86C1-19A1950964C2}"/>
                </a:ext>
              </a:extLst>
            </p:cNvPr>
            <p:cNvSpPr/>
            <p:nvPr/>
          </p:nvSpPr>
          <p:spPr>
            <a:xfrm>
              <a:off x="256682" y="1696875"/>
              <a:ext cx="16393" cy="11475"/>
            </a:xfrm>
            <a:custGeom>
              <a:avLst/>
              <a:gdLst>
                <a:gd name="connsiteX0" fmla="*/ 13115 w 16393"/>
                <a:gd name="connsiteY0" fmla="*/ 0 h 11475"/>
                <a:gd name="connsiteX1" fmla="*/ 13115 w 16393"/>
                <a:gd name="connsiteY1" fmla="*/ 0 h 11475"/>
                <a:gd name="connsiteX2" fmla="*/ 8197 w 16393"/>
                <a:gd name="connsiteY2" fmla="*/ 0 h 11475"/>
                <a:gd name="connsiteX3" fmla="*/ 4918 w 16393"/>
                <a:gd name="connsiteY3" fmla="*/ 3279 h 11475"/>
                <a:gd name="connsiteX4" fmla="*/ 1639 w 16393"/>
                <a:gd name="connsiteY4" fmla="*/ 6557 h 11475"/>
                <a:gd name="connsiteX5" fmla="*/ 0 w 16393"/>
                <a:gd name="connsiteY5" fmla="*/ 9836 h 11475"/>
                <a:gd name="connsiteX6" fmla="*/ 3279 w 16393"/>
                <a:gd name="connsiteY6" fmla="*/ 9836 h 11475"/>
                <a:gd name="connsiteX7" fmla="*/ 6557 w 16393"/>
                <a:gd name="connsiteY7" fmla="*/ 11475 h 11475"/>
                <a:gd name="connsiteX8" fmla="*/ 9836 w 16393"/>
                <a:gd name="connsiteY8" fmla="*/ 6557 h 11475"/>
                <a:gd name="connsiteX9" fmla="*/ 13115 w 16393"/>
                <a:gd name="connsiteY9" fmla="*/ 3279 h 11475"/>
                <a:gd name="connsiteX10" fmla="*/ 16393 w 16393"/>
                <a:gd name="connsiteY10" fmla="*/ 0 h 11475"/>
                <a:gd name="connsiteX11" fmla="*/ 13115 w 16393"/>
                <a:gd name="connsiteY11" fmla="*/ 3279 h 11475"/>
                <a:gd name="connsiteX12" fmla="*/ 9836 w 16393"/>
                <a:gd name="connsiteY12" fmla="*/ 327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393" h="11475">
                  <a:moveTo>
                    <a:pt x="13115" y="0"/>
                  </a:moveTo>
                  <a:lnTo>
                    <a:pt x="13115" y="0"/>
                  </a:lnTo>
                  <a:lnTo>
                    <a:pt x="8197" y="0"/>
                  </a:lnTo>
                  <a:lnTo>
                    <a:pt x="4918" y="3279"/>
                  </a:lnTo>
                  <a:lnTo>
                    <a:pt x="1639" y="6557"/>
                  </a:lnTo>
                  <a:lnTo>
                    <a:pt x="0" y="9836"/>
                  </a:lnTo>
                  <a:lnTo>
                    <a:pt x="3279" y="9836"/>
                  </a:lnTo>
                  <a:lnTo>
                    <a:pt x="6557" y="11475"/>
                  </a:lnTo>
                  <a:lnTo>
                    <a:pt x="9836" y="6557"/>
                  </a:lnTo>
                  <a:lnTo>
                    <a:pt x="13115" y="3279"/>
                  </a:lnTo>
                  <a:lnTo>
                    <a:pt x="16393" y="0"/>
                  </a:lnTo>
                  <a:lnTo>
                    <a:pt x="13115" y="3279"/>
                  </a:lnTo>
                  <a:lnTo>
                    <a:pt x="9836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4" name="Freeform 2953">
              <a:extLst>
                <a:ext uri="{FF2B5EF4-FFF2-40B4-BE49-F238E27FC236}">
                  <a16:creationId xmlns:a16="http://schemas.microsoft.com/office/drawing/2014/main" id="{4C97EE7E-46A9-E346-BE15-013251021503}"/>
                </a:ext>
              </a:extLst>
            </p:cNvPr>
            <p:cNvSpPr/>
            <p:nvPr/>
          </p:nvSpPr>
          <p:spPr>
            <a:xfrm>
              <a:off x="261600" y="1701793"/>
              <a:ext cx="27868" cy="16393"/>
            </a:xfrm>
            <a:custGeom>
              <a:avLst/>
              <a:gdLst>
                <a:gd name="connsiteX0" fmla="*/ 14754 w 27868"/>
                <a:gd name="connsiteY0" fmla="*/ 8197 h 16393"/>
                <a:gd name="connsiteX1" fmla="*/ 18033 w 27868"/>
                <a:gd name="connsiteY1" fmla="*/ 8197 h 16393"/>
                <a:gd name="connsiteX2" fmla="*/ 21311 w 27868"/>
                <a:gd name="connsiteY2" fmla="*/ 6557 h 16393"/>
                <a:gd name="connsiteX3" fmla="*/ 24590 w 27868"/>
                <a:gd name="connsiteY3" fmla="*/ 3279 h 16393"/>
                <a:gd name="connsiteX4" fmla="*/ 27869 w 27868"/>
                <a:gd name="connsiteY4" fmla="*/ 0 h 16393"/>
                <a:gd name="connsiteX5" fmla="*/ 24590 w 27868"/>
                <a:gd name="connsiteY5" fmla="*/ 3279 h 16393"/>
                <a:gd name="connsiteX6" fmla="*/ 21311 w 27868"/>
                <a:gd name="connsiteY6" fmla="*/ 3279 h 16393"/>
                <a:gd name="connsiteX7" fmla="*/ 18033 w 27868"/>
                <a:gd name="connsiteY7" fmla="*/ 4918 h 16393"/>
                <a:gd name="connsiteX8" fmla="*/ 14754 w 27868"/>
                <a:gd name="connsiteY8" fmla="*/ 6557 h 16393"/>
                <a:gd name="connsiteX9" fmla="*/ 11475 w 27868"/>
                <a:gd name="connsiteY9" fmla="*/ 9836 h 16393"/>
                <a:gd name="connsiteX10" fmla="*/ 8197 w 27868"/>
                <a:gd name="connsiteY10" fmla="*/ 11475 h 16393"/>
                <a:gd name="connsiteX11" fmla="*/ 4918 w 27868"/>
                <a:gd name="connsiteY11" fmla="*/ 13115 h 16393"/>
                <a:gd name="connsiteX12" fmla="*/ 0 w 27868"/>
                <a:gd name="connsiteY12" fmla="*/ 16393 h 16393"/>
                <a:gd name="connsiteX13" fmla="*/ 4918 w 27868"/>
                <a:gd name="connsiteY13" fmla="*/ 14754 h 16393"/>
                <a:gd name="connsiteX14" fmla="*/ 8197 w 27868"/>
                <a:gd name="connsiteY14" fmla="*/ 13115 h 16393"/>
                <a:gd name="connsiteX15" fmla="*/ 11475 w 27868"/>
                <a:gd name="connsiteY15" fmla="*/ 11475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868" h="16393">
                  <a:moveTo>
                    <a:pt x="14754" y="8197"/>
                  </a:moveTo>
                  <a:lnTo>
                    <a:pt x="18033" y="8197"/>
                  </a:lnTo>
                  <a:lnTo>
                    <a:pt x="21311" y="6557"/>
                  </a:lnTo>
                  <a:lnTo>
                    <a:pt x="24590" y="3279"/>
                  </a:lnTo>
                  <a:lnTo>
                    <a:pt x="27869" y="0"/>
                  </a:lnTo>
                  <a:lnTo>
                    <a:pt x="24590" y="3279"/>
                  </a:lnTo>
                  <a:lnTo>
                    <a:pt x="21311" y="3279"/>
                  </a:lnTo>
                  <a:lnTo>
                    <a:pt x="18033" y="4918"/>
                  </a:lnTo>
                  <a:lnTo>
                    <a:pt x="14754" y="6557"/>
                  </a:lnTo>
                  <a:lnTo>
                    <a:pt x="11475" y="9836"/>
                  </a:lnTo>
                  <a:lnTo>
                    <a:pt x="8197" y="11475"/>
                  </a:lnTo>
                  <a:lnTo>
                    <a:pt x="4918" y="13115"/>
                  </a:lnTo>
                  <a:lnTo>
                    <a:pt x="0" y="16393"/>
                  </a:lnTo>
                  <a:lnTo>
                    <a:pt x="4918" y="14754"/>
                  </a:lnTo>
                  <a:lnTo>
                    <a:pt x="8197" y="13115"/>
                  </a:lnTo>
                  <a:lnTo>
                    <a:pt x="11475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5" name="Freeform 2954">
              <a:extLst>
                <a:ext uri="{FF2B5EF4-FFF2-40B4-BE49-F238E27FC236}">
                  <a16:creationId xmlns:a16="http://schemas.microsoft.com/office/drawing/2014/main" id="{BA3F6AFC-CF33-704D-85B8-95BBC6F28909}"/>
                </a:ext>
              </a:extLst>
            </p:cNvPr>
            <p:cNvSpPr/>
            <p:nvPr/>
          </p:nvSpPr>
          <p:spPr>
            <a:xfrm>
              <a:off x="271436" y="1698515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8197 w 8196"/>
                <a:gd name="connsiteY1" fmla="*/ 0 h 3278"/>
                <a:gd name="connsiteX2" fmla="*/ 4918 w 8196"/>
                <a:gd name="connsiteY2" fmla="*/ 0 h 3278"/>
                <a:gd name="connsiteX3" fmla="*/ 0 w 8196"/>
                <a:gd name="connsiteY3" fmla="*/ 3279 h 3278"/>
                <a:gd name="connsiteX4" fmla="*/ 4918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8197" y="0"/>
                  </a:lnTo>
                  <a:lnTo>
                    <a:pt x="4918" y="0"/>
                  </a:lnTo>
                  <a:lnTo>
                    <a:pt x="0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6" name="Freeform 2955">
              <a:extLst>
                <a:ext uri="{FF2B5EF4-FFF2-40B4-BE49-F238E27FC236}">
                  <a16:creationId xmlns:a16="http://schemas.microsoft.com/office/drawing/2014/main" id="{55137036-5A86-1D4A-B1A0-ED20CE14A47A}"/>
                </a:ext>
              </a:extLst>
            </p:cNvPr>
            <p:cNvSpPr/>
            <p:nvPr/>
          </p:nvSpPr>
          <p:spPr>
            <a:xfrm>
              <a:off x="281272" y="1693596"/>
              <a:ext cx="8196" cy="3278"/>
            </a:xfrm>
            <a:custGeom>
              <a:avLst/>
              <a:gdLst>
                <a:gd name="connsiteX0" fmla="*/ 8197 w 8196"/>
                <a:gd name="connsiteY0" fmla="*/ 1639 h 3278"/>
                <a:gd name="connsiteX1" fmla="*/ 8197 w 8196"/>
                <a:gd name="connsiteY1" fmla="*/ 1639 h 3278"/>
                <a:gd name="connsiteX2" fmla="*/ 4918 w 8196"/>
                <a:gd name="connsiteY2" fmla="*/ 0 h 3278"/>
                <a:gd name="connsiteX3" fmla="*/ 0 w 8196"/>
                <a:gd name="connsiteY3" fmla="*/ 3279 h 3278"/>
                <a:gd name="connsiteX4" fmla="*/ 4918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1639"/>
                  </a:moveTo>
                  <a:lnTo>
                    <a:pt x="8197" y="1639"/>
                  </a:lnTo>
                  <a:lnTo>
                    <a:pt x="4918" y="0"/>
                  </a:lnTo>
                  <a:lnTo>
                    <a:pt x="0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7" name="Freeform 2956">
              <a:extLst>
                <a:ext uri="{FF2B5EF4-FFF2-40B4-BE49-F238E27FC236}">
                  <a16:creationId xmlns:a16="http://schemas.microsoft.com/office/drawing/2014/main" id="{C43174CF-50DB-074E-B33C-1DDF58CE1521}"/>
                </a:ext>
              </a:extLst>
            </p:cNvPr>
            <p:cNvSpPr/>
            <p:nvPr/>
          </p:nvSpPr>
          <p:spPr>
            <a:xfrm>
              <a:off x="289469" y="1703432"/>
              <a:ext cx="11475" cy="8196"/>
            </a:xfrm>
            <a:custGeom>
              <a:avLst/>
              <a:gdLst>
                <a:gd name="connsiteX0" fmla="*/ 11475 w 11475"/>
                <a:gd name="connsiteY0" fmla="*/ 0 h 8196"/>
                <a:gd name="connsiteX1" fmla="*/ 9836 w 11475"/>
                <a:gd name="connsiteY1" fmla="*/ 0 h 8196"/>
                <a:gd name="connsiteX2" fmla="*/ 6557 w 11475"/>
                <a:gd name="connsiteY2" fmla="*/ 1639 h 8196"/>
                <a:gd name="connsiteX3" fmla="*/ 3279 w 11475"/>
                <a:gd name="connsiteY3" fmla="*/ 4918 h 8196"/>
                <a:gd name="connsiteX4" fmla="*/ 0 w 11475"/>
                <a:gd name="connsiteY4" fmla="*/ 8197 h 8196"/>
                <a:gd name="connsiteX5" fmla="*/ 3279 w 11475"/>
                <a:gd name="connsiteY5" fmla="*/ 6557 h 8196"/>
                <a:gd name="connsiteX6" fmla="*/ 6557 w 11475"/>
                <a:gd name="connsiteY6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8196">
                  <a:moveTo>
                    <a:pt x="11475" y="0"/>
                  </a:moveTo>
                  <a:lnTo>
                    <a:pt x="9836" y="0"/>
                  </a:lnTo>
                  <a:lnTo>
                    <a:pt x="6557" y="1639"/>
                  </a:lnTo>
                  <a:lnTo>
                    <a:pt x="3279" y="4918"/>
                  </a:lnTo>
                  <a:lnTo>
                    <a:pt x="0" y="8197"/>
                  </a:lnTo>
                  <a:lnTo>
                    <a:pt x="3279" y="6557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8" name="Freeform 2957">
              <a:extLst>
                <a:ext uri="{FF2B5EF4-FFF2-40B4-BE49-F238E27FC236}">
                  <a16:creationId xmlns:a16="http://schemas.microsoft.com/office/drawing/2014/main" id="{96B08163-61BC-1745-8A1E-136FE9163F46}"/>
                </a:ext>
              </a:extLst>
            </p:cNvPr>
            <p:cNvSpPr/>
            <p:nvPr/>
          </p:nvSpPr>
          <p:spPr>
            <a:xfrm>
              <a:off x="289469" y="1711629"/>
              <a:ext cx="6557" cy="3278"/>
            </a:xfrm>
            <a:custGeom>
              <a:avLst/>
              <a:gdLst>
                <a:gd name="connsiteX0" fmla="*/ 6557 w 6557"/>
                <a:gd name="connsiteY0" fmla="*/ 0 h 3278"/>
                <a:gd name="connsiteX1" fmla="*/ 3279 w 6557"/>
                <a:gd name="connsiteY1" fmla="*/ 1639 h 3278"/>
                <a:gd name="connsiteX2" fmla="*/ 0 w 6557"/>
                <a:gd name="connsiteY2" fmla="*/ 3279 h 3278"/>
                <a:gd name="connsiteX3" fmla="*/ 3279 w 655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6557" y="0"/>
                  </a:moveTo>
                  <a:lnTo>
                    <a:pt x="3279" y="1639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9" name="Freeform 2958">
              <a:extLst>
                <a:ext uri="{FF2B5EF4-FFF2-40B4-BE49-F238E27FC236}">
                  <a16:creationId xmlns:a16="http://schemas.microsoft.com/office/drawing/2014/main" id="{34B223ED-FAA7-0246-8CDD-B3EDB1ED40A4}"/>
                </a:ext>
              </a:extLst>
            </p:cNvPr>
            <p:cNvSpPr/>
            <p:nvPr/>
          </p:nvSpPr>
          <p:spPr>
            <a:xfrm>
              <a:off x="292747" y="1491958"/>
              <a:ext cx="59016" cy="26229"/>
            </a:xfrm>
            <a:custGeom>
              <a:avLst/>
              <a:gdLst>
                <a:gd name="connsiteX0" fmla="*/ 0 w 59016"/>
                <a:gd name="connsiteY0" fmla="*/ 16393 h 26229"/>
                <a:gd name="connsiteX1" fmla="*/ 1639 w 59016"/>
                <a:gd name="connsiteY1" fmla="*/ 16393 h 26229"/>
                <a:gd name="connsiteX2" fmla="*/ 3279 w 59016"/>
                <a:gd name="connsiteY2" fmla="*/ 16393 h 26229"/>
                <a:gd name="connsiteX3" fmla="*/ 3279 w 59016"/>
                <a:gd name="connsiteY3" fmla="*/ 16393 h 26229"/>
                <a:gd name="connsiteX4" fmla="*/ 4918 w 59016"/>
                <a:gd name="connsiteY4" fmla="*/ 16393 h 26229"/>
                <a:gd name="connsiteX5" fmla="*/ 3279 w 59016"/>
                <a:gd name="connsiteY5" fmla="*/ 16393 h 26229"/>
                <a:gd name="connsiteX6" fmla="*/ 8197 w 59016"/>
                <a:gd name="connsiteY6" fmla="*/ 21311 h 26229"/>
                <a:gd name="connsiteX7" fmla="*/ 11475 w 59016"/>
                <a:gd name="connsiteY7" fmla="*/ 21311 h 26229"/>
                <a:gd name="connsiteX8" fmla="*/ 14754 w 59016"/>
                <a:gd name="connsiteY8" fmla="*/ 21311 h 26229"/>
                <a:gd name="connsiteX9" fmla="*/ 18033 w 59016"/>
                <a:gd name="connsiteY9" fmla="*/ 26229 h 26229"/>
                <a:gd name="connsiteX10" fmla="*/ 19672 w 59016"/>
                <a:gd name="connsiteY10" fmla="*/ 21311 h 26229"/>
                <a:gd name="connsiteX11" fmla="*/ 22951 w 59016"/>
                <a:gd name="connsiteY11" fmla="*/ 22951 h 26229"/>
                <a:gd name="connsiteX12" fmla="*/ 27869 w 59016"/>
                <a:gd name="connsiteY12" fmla="*/ 21311 h 26229"/>
                <a:gd name="connsiteX13" fmla="*/ 31147 w 59016"/>
                <a:gd name="connsiteY13" fmla="*/ 21311 h 26229"/>
                <a:gd name="connsiteX14" fmla="*/ 34426 w 59016"/>
                <a:gd name="connsiteY14" fmla="*/ 19672 h 26229"/>
                <a:gd name="connsiteX15" fmla="*/ 39344 w 59016"/>
                <a:gd name="connsiteY15" fmla="*/ 19672 h 26229"/>
                <a:gd name="connsiteX16" fmla="*/ 42623 w 59016"/>
                <a:gd name="connsiteY16" fmla="*/ 19672 h 26229"/>
                <a:gd name="connsiteX17" fmla="*/ 45901 w 59016"/>
                <a:gd name="connsiteY17" fmla="*/ 16393 h 26229"/>
                <a:gd name="connsiteX18" fmla="*/ 49180 w 59016"/>
                <a:gd name="connsiteY18" fmla="*/ 13115 h 26229"/>
                <a:gd name="connsiteX19" fmla="*/ 52459 w 59016"/>
                <a:gd name="connsiteY19" fmla="*/ 9836 h 26229"/>
                <a:gd name="connsiteX20" fmla="*/ 55737 w 59016"/>
                <a:gd name="connsiteY20" fmla="*/ 6557 h 26229"/>
                <a:gd name="connsiteX21" fmla="*/ 59016 w 59016"/>
                <a:gd name="connsiteY21" fmla="*/ 1639 h 26229"/>
                <a:gd name="connsiteX22" fmla="*/ 55737 w 59016"/>
                <a:gd name="connsiteY22" fmla="*/ 3279 h 26229"/>
                <a:gd name="connsiteX23" fmla="*/ 50819 w 59016"/>
                <a:gd name="connsiteY23" fmla="*/ 0 h 26229"/>
                <a:gd name="connsiteX24" fmla="*/ 47541 w 59016"/>
                <a:gd name="connsiteY24" fmla="*/ 0 h 26229"/>
                <a:gd name="connsiteX25" fmla="*/ 44262 w 59016"/>
                <a:gd name="connsiteY25" fmla="*/ 1639 h 26229"/>
                <a:gd name="connsiteX26" fmla="*/ 39344 w 59016"/>
                <a:gd name="connsiteY26" fmla="*/ 1639 h 26229"/>
                <a:gd name="connsiteX27" fmla="*/ 36065 w 59016"/>
                <a:gd name="connsiteY27" fmla="*/ 1639 h 26229"/>
                <a:gd name="connsiteX28" fmla="*/ 32787 w 59016"/>
                <a:gd name="connsiteY28" fmla="*/ 3279 h 26229"/>
                <a:gd name="connsiteX29" fmla="*/ 27869 w 59016"/>
                <a:gd name="connsiteY29" fmla="*/ 3279 h 26229"/>
                <a:gd name="connsiteX30" fmla="*/ 24590 w 59016"/>
                <a:gd name="connsiteY30" fmla="*/ 4918 h 26229"/>
                <a:gd name="connsiteX31" fmla="*/ 21311 w 59016"/>
                <a:gd name="connsiteY31" fmla="*/ 8197 h 26229"/>
                <a:gd name="connsiteX32" fmla="*/ 16393 w 59016"/>
                <a:gd name="connsiteY32" fmla="*/ 6557 h 26229"/>
                <a:gd name="connsiteX33" fmla="*/ 13115 w 59016"/>
                <a:gd name="connsiteY33" fmla="*/ 6557 h 26229"/>
                <a:gd name="connsiteX34" fmla="*/ 8197 w 59016"/>
                <a:gd name="connsiteY34" fmla="*/ 6557 h 26229"/>
                <a:gd name="connsiteX35" fmla="*/ 4918 w 59016"/>
                <a:gd name="connsiteY35" fmla="*/ 6557 h 26229"/>
                <a:gd name="connsiteX36" fmla="*/ 1639 w 59016"/>
                <a:gd name="connsiteY36" fmla="*/ 8197 h 26229"/>
                <a:gd name="connsiteX37" fmla="*/ 0 w 59016"/>
                <a:gd name="connsiteY37" fmla="*/ 11475 h 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9016" h="26229">
                  <a:moveTo>
                    <a:pt x="0" y="16393"/>
                  </a:moveTo>
                  <a:lnTo>
                    <a:pt x="1639" y="16393"/>
                  </a:lnTo>
                  <a:lnTo>
                    <a:pt x="3279" y="16393"/>
                  </a:lnTo>
                  <a:lnTo>
                    <a:pt x="3279" y="16393"/>
                  </a:lnTo>
                  <a:lnTo>
                    <a:pt x="4918" y="16393"/>
                  </a:lnTo>
                  <a:lnTo>
                    <a:pt x="3279" y="16393"/>
                  </a:lnTo>
                  <a:lnTo>
                    <a:pt x="8197" y="21311"/>
                  </a:lnTo>
                  <a:lnTo>
                    <a:pt x="11475" y="21311"/>
                  </a:lnTo>
                  <a:lnTo>
                    <a:pt x="14754" y="21311"/>
                  </a:lnTo>
                  <a:lnTo>
                    <a:pt x="18033" y="26229"/>
                  </a:lnTo>
                  <a:lnTo>
                    <a:pt x="19672" y="21311"/>
                  </a:lnTo>
                  <a:lnTo>
                    <a:pt x="22951" y="22951"/>
                  </a:lnTo>
                  <a:lnTo>
                    <a:pt x="27869" y="21311"/>
                  </a:lnTo>
                  <a:lnTo>
                    <a:pt x="31147" y="21311"/>
                  </a:lnTo>
                  <a:lnTo>
                    <a:pt x="34426" y="19672"/>
                  </a:lnTo>
                  <a:lnTo>
                    <a:pt x="39344" y="19672"/>
                  </a:lnTo>
                  <a:lnTo>
                    <a:pt x="42623" y="19672"/>
                  </a:lnTo>
                  <a:lnTo>
                    <a:pt x="45901" y="16393"/>
                  </a:lnTo>
                  <a:lnTo>
                    <a:pt x="49180" y="13115"/>
                  </a:lnTo>
                  <a:lnTo>
                    <a:pt x="52459" y="9836"/>
                  </a:lnTo>
                  <a:lnTo>
                    <a:pt x="55737" y="6557"/>
                  </a:lnTo>
                  <a:lnTo>
                    <a:pt x="59016" y="1639"/>
                  </a:lnTo>
                  <a:lnTo>
                    <a:pt x="55737" y="3279"/>
                  </a:lnTo>
                  <a:lnTo>
                    <a:pt x="50819" y="0"/>
                  </a:lnTo>
                  <a:lnTo>
                    <a:pt x="47541" y="0"/>
                  </a:lnTo>
                  <a:lnTo>
                    <a:pt x="44262" y="1639"/>
                  </a:lnTo>
                  <a:lnTo>
                    <a:pt x="39344" y="1639"/>
                  </a:lnTo>
                  <a:lnTo>
                    <a:pt x="36065" y="1639"/>
                  </a:lnTo>
                  <a:lnTo>
                    <a:pt x="32787" y="3279"/>
                  </a:lnTo>
                  <a:lnTo>
                    <a:pt x="27869" y="3279"/>
                  </a:lnTo>
                  <a:lnTo>
                    <a:pt x="24590" y="4918"/>
                  </a:lnTo>
                  <a:lnTo>
                    <a:pt x="21311" y="8197"/>
                  </a:lnTo>
                  <a:lnTo>
                    <a:pt x="16393" y="6557"/>
                  </a:lnTo>
                  <a:lnTo>
                    <a:pt x="13115" y="6557"/>
                  </a:lnTo>
                  <a:lnTo>
                    <a:pt x="8197" y="6557"/>
                  </a:lnTo>
                  <a:lnTo>
                    <a:pt x="4918" y="6557"/>
                  </a:lnTo>
                  <a:lnTo>
                    <a:pt x="1639" y="8197"/>
                  </a:lnTo>
                  <a:lnTo>
                    <a:pt x="0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0" name="Freeform 2959">
              <a:extLst>
                <a:ext uri="{FF2B5EF4-FFF2-40B4-BE49-F238E27FC236}">
                  <a16:creationId xmlns:a16="http://schemas.microsoft.com/office/drawing/2014/main" id="{874BE99E-9869-D349-95C2-9A7E853421FC}"/>
                </a:ext>
              </a:extLst>
            </p:cNvPr>
            <p:cNvSpPr/>
            <p:nvPr/>
          </p:nvSpPr>
          <p:spPr>
            <a:xfrm>
              <a:off x="407501" y="1555892"/>
              <a:ext cx="22950" cy="11475"/>
            </a:xfrm>
            <a:custGeom>
              <a:avLst/>
              <a:gdLst>
                <a:gd name="connsiteX0" fmla="*/ 3279 w 22950"/>
                <a:gd name="connsiteY0" fmla="*/ 6557 h 11475"/>
                <a:gd name="connsiteX1" fmla="*/ 3279 w 22950"/>
                <a:gd name="connsiteY1" fmla="*/ 6557 h 11475"/>
                <a:gd name="connsiteX2" fmla="*/ 0 w 22950"/>
                <a:gd name="connsiteY2" fmla="*/ 11476 h 11475"/>
                <a:gd name="connsiteX3" fmla="*/ 4918 w 22950"/>
                <a:gd name="connsiteY3" fmla="*/ 11476 h 11475"/>
                <a:gd name="connsiteX4" fmla="*/ 8197 w 22950"/>
                <a:gd name="connsiteY4" fmla="*/ 9836 h 11475"/>
                <a:gd name="connsiteX5" fmla="*/ 11475 w 22950"/>
                <a:gd name="connsiteY5" fmla="*/ 6557 h 11475"/>
                <a:gd name="connsiteX6" fmla="*/ 16393 w 22950"/>
                <a:gd name="connsiteY6" fmla="*/ 4918 h 11475"/>
                <a:gd name="connsiteX7" fmla="*/ 19672 w 22950"/>
                <a:gd name="connsiteY7" fmla="*/ 3279 h 11475"/>
                <a:gd name="connsiteX8" fmla="*/ 22951 w 22950"/>
                <a:gd name="connsiteY8" fmla="*/ 0 h 11475"/>
                <a:gd name="connsiteX9" fmla="*/ 19672 w 22950"/>
                <a:gd name="connsiteY9" fmla="*/ 1639 h 11475"/>
                <a:gd name="connsiteX10" fmla="*/ 16393 w 22950"/>
                <a:gd name="connsiteY10" fmla="*/ 3279 h 11475"/>
                <a:gd name="connsiteX11" fmla="*/ 11475 w 22950"/>
                <a:gd name="connsiteY11" fmla="*/ 3279 h 11475"/>
                <a:gd name="connsiteX12" fmla="*/ 8197 w 22950"/>
                <a:gd name="connsiteY12" fmla="*/ 4918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50" h="11475">
                  <a:moveTo>
                    <a:pt x="3279" y="6557"/>
                  </a:moveTo>
                  <a:lnTo>
                    <a:pt x="3279" y="6557"/>
                  </a:lnTo>
                  <a:lnTo>
                    <a:pt x="0" y="11476"/>
                  </a:lnTo>
                  <a:lnTo>
                    <a:pt x="4918" y="11476"/>
                  </a:lnTo>
                  <a:lnTo>
                    <a:pt x="8197" y="9836"/>
                  </a:lnTo>
                  <a:lnTo>
                    <a:pt x="11475" y="6557"/>
                  </a:lnTo>
                  <a:lnTo>
                    <a:pt x="16393" y="4918"/>
                  </a:lnTo>
                  <a:lnTo>
                    <a:pt x="19672" y="3279"/>
                  </a:lnTo>
                  <a:lnTo>
                    <a:pt x="22951" y="0"/>
                  </a:lnTo>
                  <a:lnTo>
                    <a:pt x="19672" y="1639"/>
                  </a:lnTo>
                  <a:lnTo>
                    <a:pt x="16393" y="3279"/>
                  </a:lnTo>
                  <a:lnTo>
                    <a:pt x="11475" y="3279"/>
                  </a:lnTo>
                  <a:lnTo>
                    <a:pt x="819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1" name="Freeform 2960">
              <a:extLst>
                <a:ext uri="{FF2B5EF4-FFF2-40B4-BE49-F238E27FC236}">
                  <a16:creationId xmlns:a16="http://schemas.microsoft.com/office/drawing/2014/main" id="{8EB793F0-B693-534F-BBA3-96F25F9439E0}"/>
                </a:ext>
              </a:extLst>
            </p:cNvPr>
            <p:cNvSpPr/>
            <p:nvPr/>
          </p:nvSpPr>
          <p:spPr>
            <a:xfrm>
              <a:off x="428812" y="1662449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327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2" name="Freeform 2961">
              <a:extLst>
                <a:ext uri="{FF2B5EF4-FFF2-40B4-BE49-F238E27FC236}">
                  <a16:creationId xmlns:a16="http://schemas.microsoft.com/office/drawing/2014/main" id="{E2C0D0CA-BB44-DE4B-B129-CEE037EE694A}"/>
                </a:ext>
              </a:extLst>
            </p:cNvPr>
            <p:cNvSpPr/>
            <p:nvPr/>
          </p:nvSpPr>
          <p:spPr>
            <a:xfrm>
              <a:off x="430452" y="1647695"/>
              <a:ext cx="8196" cy="1639"/>
            </a:xfrm>
            <a:custGeom>
              <a:avLst/>
              <a:gdLst>
                <a:gd name="connsiteX0" fmla="*/ 4918 w 8196"/>
                <a:gd name="connsiteY0" fmla="*/ 0 h 1639"/>
                <a:gd name="connsiteX1" fmla="*/ 0 w 8196"/>
                <a:gd name="connsiteY1" fmla="*/ 1639 h 1639"/>
                <a:gd name="connsiteX2" fmla="*/ 4918 w 8196"/>
                <a:gd name="connsiteY2" fmla="*/ 1639 h 1639"/>
                <a:gd name="connsiteX3" fmla="*/ 8197 w 8196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4918" y="0"/>
                  </a:moveTo>
                  <a:lnTo>
                    <a:pt x="0" y="1639"/>
                  </a:lnTo>
                  <a:lnTo>
                    <a:pt x="4918" y="1639"/>
                  </a:lnTo>
                  <a:lnTo>
                    <a:pt x="819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3" name="Freeform 2962">
              <a:extLst>
                <a:ext uri="{FF2B5EF4-FFF2-40B4-BE49-F238E27FC236}">
                  <a16:creationId xmlns:a16="http://schemas.microsoft.com/office/drawing/2014/main" id="{D2430635-75DD-7B4B-AA9E-18ED991B5A01}"/>
                </a:ext>
              </a:extLst>
            </p:cNvPr>
            <p:cNvSpPr/>
            <p:nvPr/>
          </p:nvSpPr>
          <p:spPr>
            <a:xfrm>
              <a:off x="450124" y="1675564"/>
              <a:ext cx="8196" cy="4918"/>
            </a:xfrm>
            <a:custGeom>
              <a:avLst/>
              <a:gdLst>
                <a:gd name="connsiteX0" fmla="*/ 8197 w 8196"/>
                <a:gd name="connsiteY0" fmla="*/ 0 h 4918"/>
                <a:gd name="connsiteX1" fmla="*/ 6557 w 8196"/>
                <a:gd name="connsiteY1" fmla="*/ 0 h 4918"/>
                <a:gd name="connsiteX2" fmla="*/ 3279 w 8196"/>
                <a:gd name="connsiteY2" fmla="*/ 1639 h 4918"/>
                <a:gd name="connsiteX3" fmla="*/ 0 w 8196"/>
                <a:gd name="connsiteY3" fmla="*/ 4918 h 4918"/>
                <a:gd name="connsiteX4" fmla="*/ 4918 w 8196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8197" y="0"/>
                  </a:moveTo>
                  <a:lnTo>
                    <a:pt x="6557" y="0"/>
                  </a:lnTo>
                  <a:lnTo>
                    <a:pt x="3279" y="1639"/>
                  </a:lnTo>
                  <a:lnTo>
                    <a:pt x="0" y="4918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4" name="Freeform 2963">
              <a:extLst>
                <a:ext uri="{FF2B5EF4-FFF2-40B4-BE49-F238E27FC236}">
                  <a16:creationId xmlns:a16="http://schemas.microsoft.com/office/drawing/2014/main" id="{8F35625C-F324-7543-9E4A-23BFE510C9B4}"/>
                </a:ext>
              </a:extLst>
            </p:cNvPr>
            <p:cNvSpPr/>
            <p:nvPr/>
          </p:nvSpPr>
          <p:spPr>
            <a:xfrm>
              <a:off x="505861" y="1647695"/>
              <a:ext cx="19672" cy="8196"/>
            </a:xfrm>
            <a:custGeom>
              <a:avLst/>
              <a:gdLst>
                <a:gd name="connsiteX0" fmla="*/ 19672 w 19672"/>
                <a:gd name="connsiteY0" fmla="*/ 0 h 8196"/>
                <a:gd name="connsiteX1" fmla="*/ 14754 w 19672"/>
                <a:gd name="connsiteY1" fmla="*/ 0 h 8196"/>
                <a:gd name="connsiteX2" fmla="*/ 11475 w 19672"/>
                <a:gd name="connsiteY2" fmla="*/ 0 h 8196"/>
                <a:gd name="connsiteX3" fmla="*/ 8197 w 19672"/>
                <a:gd name="connsiteY3" fmla="*/ 1639 h 8196"/>
                <a:gd name="connsiteX4" fmla="*/ 4918 w 19672"/>
                <a:gd name="connsiteY4" fmla="*/ 3279 h 8196"/>
                <a:gd name="connsiteX5" fmla="*/ 0 w 19672"/>
                <a:gd name="connsiteY5" fmla="*/ 8197 h 8196"/>
                <a:gd name="connsiteX6" fmla="*/ 4918 w 19672"/>
                <a:gd name="connsiteY6" fmla="*/ 6557 h 8196"/>
                <a:gd name="connsiteX7" fmla="*/ 8197 w 19672"/>
                <a:gd name="connsiteY7" fmla="*/ 4918 h 8196"/>
                <a:gd name="connsiteX8" fmla="*/ 11475 w 19672"/>
                <a:gd name="connsiteY8" fmla="*/ 3279 h 8196"/>
                <a:gd name="connsiteX9" fmla="*/ 14754 w 19672"/>
                <a:gd name="connsiteY9" fmla="*/ 163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2" h="8196">
                  <a:moveTo>
                    <a:pt x="19672" y="0"/>
                  </a:moveTo>
                  <a:lnTo>
                    <a:pt x="14754" y="0"/>
                  </a:lnTo>
                  <a:lnTo>
                    <a:pt x="11475" y="0"/>
                  </a:lnTo>
                  <a:lnTo>
                    <a:pt x="8197" y="1639"/>
                  </a:lnTo>
                  <a:lnTo>
                    <a:pt x="4918" y="3279"/>
                  </a:lnTo>
                  <a:lnTo>
                    <a:pt x="0" y="8197"/>
                  </a:lnTo>
                  <a:lnTo>
                    <a:pt x="4918" y="6557"/>
                  </a:lnTo>
                  <a:lnTo>
                    <a:pt x="8197" y="4918"/>
                  </a:lnTo>
                  <a:lnTo>
                    <a:pt x="11475" y="3279"/>
                  </a:lnTo>
                  <a:lnTo>
                    <a:pt x="14754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5" name="Freeform 2964">
              <a:extLst>
                <a:ext uri="{FF2B5EF4-FFF2-40B4-BE49-F238E27FC236}">
                  <a16:creationId xmlns:a16="http://schemas.microsoft.com/office/drawing/2014/main" id="{FA0A89BA-1EA6-4845-A5C9-77772C37F9CB}"/>
                </a:ext>
              </a:extLst>
            </p:cNvPr>
            <p:cNvSpPr/>
            <p:nvPr/>
          </p:nvSpPr>
          <p:spPr>
            <a:xfrm>
              <a:off x="525533" y="1646056"/>
              <a:ext cx="11475" cy="4918"/>
            </a:xfrm>
            <a:custGeom>
              <a:avLst/>
              <a:gdLst>
                <a:gd name="connsiteX0" fmla="*/ 11475 w 11475"/>
                <a:gd name="connsiteY0" fmla="*/ 0 h 4918"/>
                <a:gd name="connsiteX1" fmla="*/ 6557 w 11475"/>
                <a:gd name="connsiteY1" fmla="*/ 0 h 4918"/>
                <a:gd name="connsiteX2" fmla="*/ 3279 w 11475"/>
                <a:gd name="connsiteY2" fmla="*/ 1639 h 4918"/>
                <a:gd name="connsiteX3" fmla="*/ 0 w 11475"/>
                <a:gd name="connsiteY3" fmla="*/ 4918 h 4918"/>
                <a:gd name="connsiteX4" fmla="*/ 3279 w 11475"/>
                <a:gd name="connsiteY4" fmla="*/ 4918 h 4918"/>
                <a:gd name="connsiteX5" fmla="*/ 6557 w 11475"/>
                <a:gd name="connsiteY5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4918">
                  <a:moveTo>
                    <a:pt x="11475" y="0"/>
                  </a:moveTo>
                  <a:lnTo>
                    <a:pt x="6557" y="0"/>
                  </a:lnTo>
                  <a:lnTo>
                    <a:pt x="3279" y="1639"/>
                  </a:lnTo>
                  <a:lnTo>
                    <a:pt x="0" y="4918"/>
                  </a:lnTo>
                  <a:lnTo>
                    <a:pt x="3279" y="4918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6" name="Freeform 2965">
              <a:extLst>
                <a:ext uri="{FF2B5EF4-FFF2-40B4-BE49-F238E27FC236}">
                  <a16:creationId xmlns:a16="http://schemas.microsoft.com/office/drawing/2014/main" id="{B0F508C4-3BD7-6E4A-82C3-66D19C499EF3}"/>
                </a:ext>
              </a:extLst>
            </p:cNvPr>
            <p:cNvSpPr/>
            <p:nvPr/>
          </p:nvSpPr>
          <p:spPr>
            <a:xfrm>
              <a:off x="533730" y="1649334"/>
              <a:ext cx="6557" cy="1639"/>
            </a:xfrm>
            <a:custGeom>
              <a:avLst/>
              <a:gdLst>
                <a:gd name="connsiteX0" fmla="*/ 6557 w 6557"/>
                <a:gd name="connsiteY0" fmla="*/ 0 h 1639"/>
                <a:gd name="connsiteX1" fmla="*/ 3279 w 6557"/>
                <a:gd name="connsiteY1" fmla="*/ 0 h 1639"/>
                <a:gd name="connsiteX2" fmla="*/ 0 w 6557"/>
                <a:gd name="connsiteY2" fmla="*/ 1639 h 1639"/>
                <a:gd name="connsiteX3" fmla="*/ 3279 w 6557"/>
                <a:gd name="connsiteY3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1639">
                  <a:moveTo>
                    <a:pt x="6557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7" name="Freeform 2966">
              <a:extLst>
                <a:ext uri="{FF2B5EF4-FFF2-40B4-BE49-F238E27FC236}">
                  <a16:creationId xmlns:a16="http://schemas.microsoft.com/office/drawing/2014/main" id="{6AA86028-E4E9-F447-924C-A4B840AF9160}"/>
                </a:ext>
              </a:extLst>
            </p:cNvPr>
            <p:cNvSpPr/>
            <p:nvPr/>
          </p:nvSpPr>
          <p:spPr>
            <a:xfrm>
              <a:off x="541927" y="1588679"/>
              <a:ext cx="104917" cy="52458"/>
            </a:xfrm>
            <a:custGeom>
              <a:avLst/>
              <a:gdLst>
                <a:gd name="connsiteX0" fmla="*/ 13115 w 104917"/>
                <a:gd name="connsiteY0" fmla="*/ 45901 h 52458"/>
                <a:gd name="connsiteX1" fmla="*/ 9836 w 104917"/>
                <a:gd name="connsiteY1" fmla="*/ 47541 h 52458"/>
                <a:gd name="connsiteX2" fmla="*/ 4918 w 104917"/>
                <a:gd name="connsiteY2" fmla="*/ 49180 h 52458"/>
                <a:gd name="connsiteX3" fmla="*/ 1639 w 104917"/>
                <a:gd name="connsiteY3" fmla="*/ 50820 h 52458"/>
                <a:gd name="connsiteX4" fmla="*/ 6557 w 104917"/>
                <a:gd name="connsiteY4" fmla="*/ 52459 h 52458"/>
                <a:gd name="connsiteX5" fmla="*/ 9836 w 104917"/>
                <a:gd name="connsiteY5" fmla="*/ 50820 h 52458"/>
                <a:gd name="connsiteX6" fmla="*/ 13115 w 104917"/>
                <a:gd name="connsiteY6" fmla="*/ 49180 h 52458"/>
                <a:gd name="connsiteX7" fmla="*/ 16393 w 104917"/>
                <a:gd name="connsiteY7" fmla="*/ 47541 h 52458"/>
                <a:gd name="connsiteX8" fmla="*/ 21311 w 104917"/>
                <a:gd name="connsiteY8" fmla="*/ 45901 h 52458"/>
                <a:gd name="connsiteX9" fmla="*/ 24590 w 104917"/>
                <a:gd name="connsiteY9" fmla="*/ 44262 h 52458"/>
                <a:gd name="connsiteX10" fmla="*/ 27869 w 104917"/>
                <a:gd name="connsiteY10" fmla="*/ 42623 h 52458"/>
                <a:gd name="connsiteX11" fmla="*/ 24590 w 104917"/>
                <a:gd name="connsiteY11" fmla="*/ 39344 h 52458"/>
                <a:gd name="connsiteX12" fmla="*/ 27869 w 104917"/>
                <a:gd name="connsiteY12" fmla="*/ 39344 h 52458"/>
                <a:gd name="connsiteX13" fmla="*/ 32787 w 104917"/>
                <a:gd name="connsiteY13" fmla="*/ 37705 h 52458"/>
                <a:gd name="connsiteX14" fmla="*/ 36065 w 104917"/>
                <a:gd name="connsiteY14" fmla="*/ 36066 h 52458"/>
                <a:gd name="connsiteX15" fmla="*/ 39344 w 104917"/>
                <a:gd name="connsiteY15" fmla="*/ 36066 h 52458"/>
                <a:gd name="connsiteX16" fmla="*/ 40983 w 104917"/>
                <a:gd name="connsiteY16" fmla="*/ 34426 h 52458"/>
                <a:gd name="connsiteX17" fmla="*/ 45901 w 104917"/>
                <a:gd name="connsiteY17" fmla="*/ 34426 h 52458"/>
                <a:gd name="connsiteX18" fmla="*/ 49180 w 104917"/>
                <a:gd name="connsiteY18" fmla="*/ 32787 h 52458"/>
                <a:gd name="connsiteX19" fmla="*/ 52459 w 104917"/>
                <a:gd name="connsiteY19" fmla="*/ 32787 h 52458"/>
                <a:gd name="connsiteX20" fmla="*/ 57377 w 104917"/>
                <a:gd name="connsiteY20" fmla="*/ 32787 h 52458"/>
                <a:gd name="connsiteX21" fmla="*/ 55737 w 104917"/>
                <a:gd name="connsiteY21" fmla="*/ 27869 h 52458"/>
                <a:gd name="connsiteX22" fmla="*/ 60655 w 104917"/>
                <a:gd name="connsiteY22" fmla="*/ 27869 h 52458"/>
                <a:gd name="connsiteX23" fmla="*/ 63934 w 104917"/>
                <a:gd name="connsiteY23" fmla="*/ 27869 h 52458"/>
                <a:gd name="connsiteX24" fmla="*/ 67213 w 104917"/>
                <a:gd name="connsiteY24" fmla="*/ 29508 h 52458"/>
                <a:gd name="connsiteX25" fmla="*/ 72131 w 104917"/>
                <a:gd name="connsiteY25" fmla="*/ 29508 h 52458"/>
                <a:gd name="connsiteX26" fmla="*/ 75409 w 104917"/>
                <a:gd name="connsiteY26" fmla="*/ 27869 h 52458"/>
                <a:gd name="connsiteX27" fmla="*/ 75409 w 104917"/>
                <a:gd name="connsiteY27" fmla="*/ 22951 h 52458"/>
                <a:gd name="connsiteX28" fmla="*/ 70491 w 104917"/>
                <a:gd name="connsiteY28" fmla="*/ 22951 h 52458"/>
                <a:gd name="connsiteX29" fmla="*/ 67213 w 104917"/>
                <a:gd name="connsiteY29" fmla="*/ 22951 h 52458"/>
                <a:gd name="connsiteX30" fmla="*/ 72131 w 104917"/>
                <a:gd name="connsiteY30" fmla="*/ 21311 h 52458"/>
                <a:gd name="connsiteX31" fmla="*/ 75409 w 104917"/>
                <a:gd name="connsiteY31" fmla="*/ 21311 h 52458"/>
                <a:gd name="connsiteX32" fmla="*/ 78688 w 104917"/>
                <a:gd name="connsiteY32" fmla="*/ 22951 h 52458"/>
                <a:gd name="connsiteX33" fmla="*/ 81967 w 104917"/>
                <a:gd name="connsiteY33" fmla="*/ 22951 h 52458"/>
                <a:gd name="connsiteX34" fmla="*/ 86885 w 104917"/>
                <a:gd name="connsiteY34" fmla="*/ 24590 h 52458"/>
                <a:gd name="connsiteX35" fmla="*/ 90164 w 104917"/>
                <a:gd name="connsiteY35" fmla="*/ 21311 h 52458"/>
                <a:gd name="connsiteX36" fmla="*/ 93442 w 104917"/>
                <a:gd name="connsiteY36" fmla="*/ 19672 h 52458"/>
                <a:gd name="connsiteX37" fmla="*/ 98360 w 104917"/>
                <a:gd name="connsiteY37" fmla="*/ 18033 h 52458"/>
                <a:gd name="connsiteX38" fmla="*/ 101639 w 104917"/>
                <a:gd name="connsiteY38" fmla="*/ 16393 h 52458"/>
                <a:gd name="connsiteX39" fmla="*/ 98360 w 104917"/>
                <a:gd name="connsiteY39" fmla="*/ 16393 h 52458"/>
                <a:gd name="connsiteX40" fmla="*/ 95082 w 104917"/>
                <a:gd name="connsiteY40" fmla="*/ 16393 h 52458"/>
                <a:gd name="connsiteX41" fmla="*/ 96721 w 104917"/>
                <a:gd name="connsiteY41" fmla="*/ 13115 h 52458"/>
                <a:gd name="connsiteX42" fmla="*/ 100000 w 104917"/>
                <a:gd name="connsiteY42" fmla="*/ 9836 h 52458"/>
                <a:gd name="connsiteX43" fmla="*/ 103278 w 104917"/>
                <a:gd name="connsiteY43" fmla="*/ 8197 h 52458"/>
                <a:gd name="connsiteX44" fmla="*/ 104918 w 104917"/>
                <a:gd name="connsiteY44" fmla="*/ 4918 h 52458"/>
                <a:gd name="connsiteX45" fmla="*/ 100000 w 104917"/>
                <a:gd name="connsiteY45" fmla="*/ 3279 h 52458"/>
                <a:gd name="connsiteX46" fmla="*/ 96721 w 104917"/>
                <a:gd name="connsiteY46" fmla="*/ 6557 h 52458"/>
                <a:gd name="connsiteX47" fmla="*/ 93442 w 104917"/>
                <a:gd name="connsiteY47" fmla="*/ 8197 h 52458"/>
                <a:gd name="connsiteX48" fmla="*/ 88524 w 104917"/>
                <a:gd name="connsiteY48" fmla="*/ 8197 h 52458"/>
                <a:gd name="connsiteX49" fmla="*/ 85246 w 104917"/>
                <a:gd name="connsiteY49" fmla="*/ 11476 h 52458"/>
                <a:gd name="connsiteX50" fmla="*/ 88524 w 104917"/>
                <a:gd name="connsiteY50" fmla="*/ 8197 h 52458"/>
                <a:gd name="connsiteX51" fmla="*/ 91803 w 104917"/>
                <a:gd name="connsiteY51" fmla="*/ 6557 h 52458"/>
                <a:gd name="connsiteX52" fmla="*/ 88524 w 104917"/>
                <a:gd name="connsiteY52" fmla="*/ 3279 h 52458"/>
                <a:gd name="connsiteX53" fmla="*/ 83606 w 104917"/>
                <a:gd name="connsiteY53" fmla="*/ 0 h 52458"/>
                <a:gd name="connsiteX54" fmla="*/ 83606 w 104917"/>
                <a:gd name="connsiteY54" fmla="*/ 4918 h 52458"/>
                <a:gd name="connsiteX55" fmla="*/ 80327 w 104917"/>
                <a:gd name="connsiteY55" fmla="*/ 6557 h 52458"/>
                <a:gd name="connsiteX56" fmla="*/ 75409 w 104917"/>
                <a:gd name="connsiteY56" fmla="*/ 9836 h 52458"/>
                <a:gd name="connsiteX57" fmla="*/ 72131 w 104917"/>
                <a:gd name="connsiteY57" fmla="*/ 8197 h 52458"/>
                <a:gd name="connsiteX58" fmla="*/ 68852 w 104917"/>
                <a:gd name="connsiteY58" fmla="*/ 8197 h 52458"/>
                <a:gd name="connsiteX59" fmla="*/ 68852 w 104917"/>
                <a:gd name="connsiteY59" fmla="*/ 13115 h 52458"/>
                <a:gd name="connsiteX60" fmla="*/ 65573 w 104917"/>
                <a:gd name="connsiteY60" fmla="*/ 9836 h 52458"/>
                <a:gd name="connsiteX61" fmla="*/ 62295 w 104917"/>
                <a:gd name="connsiteY61" fmla="*/ 13115 h 52458"/>
                <a:gd name="connsiteX62" fmla="*/ 65573 w 104917"/>
                <a:gd name="connsiteY62" fmla="*/ 9836 h 52458"/>
                <a:gd name="connsiteX63" fmla="*/ 67213 w 104917"/>
                <a:gd name="connsiteY63" fmla="*/ 6557 h 52458"/>
                <a:gd name="connsiteX64" fmla="*/ 62295 w 104917"/>
                <a:gd name="connsiteY64" fmla="*/ 4918 h 52458"/>
                <a:gd name="connsiteX65" fmla="*/ 59016 w 104917"/>
                <a:gd name="connsiteY65" fmla="*/ 6557 h 52458"/>
                <a:gd name="connsiteX66" fmla="*/ 55737 w 104917"/>
                <a:gd name="connsiteY66" fmla="*/ 8197 h 52458"/>
                <a:gd name="connsiteX67" fmla="*/ 52459 w 104917"/>
                <a:gd name="connsiteY67" fmla="*/ 9836 h 52458"/>
                <a:gd name="connsiteX68" fmla="*/ 55737 w 104917"/>
                <a:gd name="connsiteY68" fmla="*/ 13115 h 52458"/>
                <a:gd name="connsiteX69" fmla="*/ 52459 w 104917"/>
                <a:gd name="connsiteY69" fmla="*/ 14754 h 52458"/>
                <a:gd name="connsiteX70" fmla="*/ 47541 w 104917"/>
                <a:gd name="connsiteY70" fmla="*/ 16393 h 52458"/>
                <a:gd name="connsiteX71" fmla="*/ 49180 w 104917"/>
                <a:gd name="connsiteY71" fmla="*/ 19672 h 52458"/>
                <a:gd name="connsiteX72" fmla="*/ 45901 w 104917"/>
                <a:gd name="connsiteY72" fmla="*/ 18033 h 52458"/>
                <a:gd name="connsiteX73" fmla="*/ 42623 w 104917"/>
                <a:gd name="connsiteY73" fmla="*/ 22951 h 52458"/>
                <a:gd name="connsiteX74" fmla="*/ 39344 w 104917"/>
                <a:gd name="connsiteY74" fmla="*/ 26229 h 52458"/>
                <a:gd name="connsiteX75" fmla="*/ 39344 w 104917"/>
                <a:gd name="connsiteY75" fmla="*/ 29508 h 52458"/>
                <a:gd name="connsiteX76" fmla="*/ 37705 w 104917"/>
                <a:gd name="connsiteY76" fmla="*/ 26229 h 52458"/>
                <a:gd name="connsiteX77" fmla="*/ 39344 w 104917"/>
                <a:gd name="connsiteY77" fmla="*/ 21311 h 52458"/>
                <a:gd name="connsiteX78" fmla="*/ 42623 w 104917"/>
                <a:gd name="connsiteY78" fmla="*/ 18033 h 52458"/>
                <a:gd name="connsiteX79" fmla="*/ 39344 w 104917"/>
                <a:gd name="connsiteY79" fmla="*/ 14754 h 52458"/>
                <a:gd name="connsiteX80" fmla="*/ 36065 w 104917"/>
                <a:gd name="connsiteY80" fmla="*/ 14754 h 52458"/>
                <a:gd name="connsiteX81" fmla="*/ 31147 w 104917"/>
                <a:gd name="connsiteY81" fmla="*/ 16393 h 52458"/>
                <a:gd name="connsiteX82" fmla="*/ 27869 w 104917"/>
                <a:gd name="connsiteY82" fmla="*/ 18033 h 52458"/>
                <a:gd name="connsiteX83" fmla="*/ 24590 w 104917"/>
                <a:gd name="connsiteY83" fmla="*/ 19672 h 52458"/>
                <a:gd name="connsiteX84" fmla="*/ 19672 w 104917"/>
                <a:gd name="connsiteY84" fmla="*/ 19672 h 52458"/>
                <a:gd name="connsiteX85" fmla="*/ 16393 w 104917"/>
                <a:gd name="connsiteY85" fmla="*/ 21311 h 52458"/>
                <a:gd name="connsiteX86" fmla="*/ 13115 w 104917"/>
                <a:gd name="connsiteY86" fmla="*/ 24590 h 52458"/>
                <a:gd name="connsiteX87" fmla="*/ 8197 w 104917"/>
                <a:gd name="connsiteY87" fmla="*/ 26229 h 52458"/>
                <a:gd name="connsiteX88" fmla="*/ 4918 w 104917"/>
                <a:gd name="connsiteY88" fmla="*/ 29508 h 52458"/>
                <a:gd name="connsiteX89" fmla="*/ 6557 w 104917"/>
                <a:gd name="connsiteY89" fmla="*/ 32787 h 52458"/>
                <a:gd name="connsiteX90" fmla="*/ 3279 w 104917"/>
                <a:gd name="connsiteY90" fmla="*/ 37705 h 52458"/>
                <a:gd name="connsiteX91" fmla="*/ 0 w 104917"/>
                <a:gd name="connsiteY91" fmla="*/ 40983 h 52458"/>
                <a:gd name="connsiteX92" fmla="*/ 1639 w 104917"/>
                <a:gd name="connsiteY92" fmla="*/ 44262 h 52458"/>
                <a:gd name="connsiteX93" fmla="*/ 4918 w 104917"/>
                <a:gd name="connsiteY93" fmla="*/ 44262 h 52458"/>
                <a:gd name="connsiteX94" fmla="*/ 8197 w 104917"/>
                <a:gd name="connsiteY94" fmla="*/ 42623 h 52458"/>
                <a:gd name="connsiteX95" fmla="*/ 13115 w 104917"/>
                <a:gd name="connsiteY95" fmla="*/ 39344 h 52458"/>
                <a:gd name="connsiteX96" fmla="*/ 16393 w 104917"/>
                <a:gd name="connsiteY96" fmla="*/ 37705 h 52458"/>
                <a:gd name="connsiteX97" fmla="*/ 13115 w 104917"/>
                <a:gd name="connsiteY97" fmla="*/ 37705 h 52458"/>
                <a:gd name="connsiteX98" fmla="*/ 9836 w 104917"/>
                <a:gd name="connsiteY98" fmla="*/ 37705 h 52458"/>
                <a:gd name="connsiteX99" fmla="*/ 4918 w 104917"/>
                <a:gd name="connsiteY99" fmla="*/ 39344 h 52458"/>
                <a:gd name="connsiteX100" fmla="*/ 9836 w 104917"/>
                <a:gd name="connsiteY100" fmla="*/ 36066 h 52458"/>
                <a:gd name="connsiteX101" fmla="*/ 13115 w 104917"/>
                <a:gd name="connsiteY101" fmla="*/ 36066 h 52458"/>
                <a:gd name="connsiteX102" fmla="*/ 16393 w 104917"/>
                <a:gd name="connsiteY102" fmla="*/ 36066 h 52458"/>
                <a:gd name="connsiteX103" fmla="*/ 19672 w 104917"/>
                <a:gd name="connsiteY103" fmla="*/ 37705 h 52458"/>
                <a:gd name="connsiteX104" fmla="*/ 16393 w 104917"/>
                <a:gd name="connsiteY104" fmla="*/ 39344 h 52458"/>
                <a:gd name="connsiteX105" fmla="*/ 13115 w 104917"/>
                <a:gd name="connsiteY105" fmla="*/ 40983 h 52458"/>
                <a:gd name="connsiteX106" fmla="*/ 16393 w 104917"/>
                <a:gd name="connsiteY106" fmla="*/ 40983 h 52458"/>
                <a:gd name="connsiteX107" fmla="*/ 19672 w 104917"/>
                <a:gd name="connsiteY107" fmla="*/ 39344 h 52458"/>
                <a:gd name="connsiteX108" fmla="*/ 24590 w 104917"/>
                <a:gd name="connsiteY108" fmla="*/ 37705 h 52458"/>
                <a:gd name="connsiteX109" fmla="*/ 27869 w 104917"/>
                <a:gd name="connsiteY109" fmla="*/ 36066 h 52458"/>
                <a:gd name="connsiteX110" fmla="*/ 24590 w 104917"/>
                <a:gd name="connsiteY110" fmla="*/ 37705 h 52458"/>
                <a:gd name="connsiteX111" fmla="*/ 19672 w 104917"/>
                <a:gd name="connsiteY111" fmla="*/ 39344 h 52458"/>
                <a:gd name="connsiteX112" fmla="*/ 16393 w 104917"/>
                <a:gd name="connsiteY112" fmla="*/ 42623 h 52458"/>
                <a:gd name="connsiteX113" fmla="*/ 19672 w 104917"/>
                <a:gd name="connsiteY113" fmla="*/ 40983 h 52458"/>
                <a:gd name="connsiteX114" fmla="*/ 16393 w 104917"/>
                <a:gd name="connsiteY114" fmla="*/ 44262 h 52458"/>
                <a:gd name="connsiteX115" fmla="*/ 13115 w 104917"/>
                <a:gd name="connsiteY115" fmla="*/ 45901 h 5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104917" h="52458">
                  <a:moveTo>
                    <a:pt x="13115" y="45901"/>
                  </a:moveTo>
                  <a:lnTo>
                    <a:pt x="9836" y="47541"/>
                  </a:lnTo>
                  <a:lnTo>
                    <a:pt x="4918" y="49180"/>
                  </a:lnTo>
                  <a:lnTo>
                    <a:pt x="1639" y="50820"/>
                  </a:lnTo>
                  <a:lnTo>
                    <a:pt x="6557" y="52459"/>
                  </a:lnTo>
                  <a:lnTo>
                    <a:pt x="9836" y="50820"/>
                  </a:lnTo>
                  <a:lnTo>
                    <a:pt x="13115" y="49180"/>
                  </a:lnTo>
                  <a:lnTo>
                    <a:pt x="16393" y="47541"/>
                  </a:lnTo>
                  <a:lnTo>
                    <a:pt x="21311" y="45901"/>
                  </a:lnTo>
                  <a:lnTo>
                    <a:pt x="24590" y="44262"/>
                  </a:lnTo>
                  <a:lnTo>
                    <a:pt x="27869" y="42623"/>
                  </a:lnTo>
                  <a:lnTo>
                    <a:pt x="24590" y="39344"/>
                  </a:lnTo>
                  <a:lnTo>
                    <a:pt x="27869" y="39344"/>
                  </a:lnTo>
                  <a:lnTo>
                    <a:pt x="32787" y="37705"/>
                  </a:lnTo>
                  <a:lnTo>
                    <a:pt x="36065" y="36066"/>
                  </a:lnTo>
                  <a:lnTo>
                    <a:pt x="39344" y="36066"/>
                  </a:lnTo>
                  <a:lnTo>
                    <a:pt x="40983" y="34426"/>
                  </a:lnTo>
                  <a:lnTo>
                    <a:pt x="45901" y="34426"/>
                  </a:lnTo>
                  <a:lnTo>
                    <a:pt x="49180" y="32787"/>
                  </a:lnTo>
                  <a:lnTo>
                    <a:pt x="52459" y="32787"/>
                  </a:lnTo>
                  <a:lnTo>
                    <a:pt x="57377" y="32787"/>
                  </a:lnTo>
                  <a:lnTo>
                    <a:pt x="55737" y="27869"/>
                  </a:lnTo>
                  <a:lnTo>
                    <a:pt x="60655" y="27869"/>
                  </a:lnTo>
                  <a:lnTo>
                    <a:pt x="63934" y="27869"/>
                  </a:lnTo>
                  <a:lnTo>
                    <a:pt x="67213" y="29508"/>
                  </a:lnTo>
                  <a:lnTo>
                    <a:pt x="72131" y="29508"/>
                  </a:lnTo>
                  <a:lnTo>
                    <a:pt x="75409" y="27869"/>
                  </a:lnTo>
                  <a:lnTo>
                    <a:pt x="75409" y="22951"/>
                  </a:lnTo>
                  <a:lnTo>
                    <a:pt x="70491" y="22951"/>
                  </a:lnTo>
                  <a:lnTo>
                    <a:pt x="67213" y="22951"/>
                  </a:lnTo>
                  <a:lnTo>
                    <a:pt x="72131" y="21311"/>
                  </a:lnTo>
                  <a:lnTo>
                    <a:pt x="75409" y="21311"/>
                  </a:lnTo>
                  <a:lnTo>
                    <a:pt x="78688" y="22951"/>
                  </a:lnTo>
                  <a:lnTo>
                    <a:pt x="81967" y="22951"/>
                  </a:lnTo>
                  <a:lnTo>
                    <a:pt x="86885" y="24590"/>
                  </a:lnTo>
                  <a:lnTo>
                    <a:pt x="90164" y="21311"/>
                  </a:lnTo>
                  <a:lnTo>
                    <a:pt x="93442" y="19672"/>
                  </a:lnTo>
                  <a:lnTo>
                    <a:pt x="98360" y="18033"/>
                  </a:lnTo>
                  <a:lnTo>
                    <a:pt x="101639" y="16393"/>
                  </a:lnTo>
                  <a:lnTo>
                    <a:pt x="98360" y="16393"/>
                  </a:lnTo>
                  <a:lnTo>
                    <a:pt x="95082" y="16393"/>
                  </a:lnTo>
                  <a:lnTo>
                    <a:pt x="96721" y="13115"/>
                  </a:lnTo>
                  <a:lnTo>
                    <a:pt x="100000" y="9836"/>
                  </a:lnTo>
                  <a:lnTo>
                    <a:pt x="103278" y="8197"/>
                  </a:lnTo>
                  <a:lnTo>
                    <a:pt x="104918" y="4918"/>
                  </a:lnTo>
                  <a:lnTo>
                    <a:pt x="100000" y="3279"/>
                  </a:lnTo>
                  <a:lnTo>
                    <a:pt x="96721" y="6557"/>
                  </a:lnTo>
                  <a:lnTo>
                    <a:pt x="93442" y="8197"/>
                  </a:lnTo>
                  <a:lnTo>
                    <a:pt x="88524" y="8197"/>
                  </a:lnTo>
                  <a:lnTo>
                    <a:pt x="85246" y="11476"/>
                  </a:lnTo>
                  <a:lnTo>
                    <a:pt x="88524" y="8197"/>
                  </a:lnTo>
                  <a:lnTo>
                    <a:pt x="91803" y="6557"/>
                  </a:lnTo>
                  <a:lnTo>
                    <a:pt x="88524" y="3279"/>
                  </a:lnTo>
                  <a:lnTo>
                    <a:pt x="83606" y="0"/>
                  </a:lnTo>
                  <a:lnTo>
                    <a:pt x="83606" y="4918"/>
                  </a:lnTo>
                  <a:lnTo>
                    <a:pt x="80327" y="6557"/>
                  </a:lnTo>
                  <a:lnTo>
                    <a:pt x="75409" y="9836"/>
                  </a:lnTo>
                  <a:lnTo>
                    <a:pt x="72131" y="8197"/>
                  </a:lnTo>
                  <a:lnTo>
                    <a:pt x="68852" y="8197"/>
                  </a:lnTo>
                  <a:lnTo>
                    <a:pt x="68852" y="13115"/>
                  </a:lnTo>
                  <a:lnTo>
                    <a:pt x="65573" y="9836"/>
                  </a:lnTo>
                  <a:lnTo>
                    <a:pt x="62295" y="13115"/>
                  </a:lnTo>
                  <a:lnTo>
                    <a:pt x="65573" y="9836"/>
                  </a:lnTo>
                  <a:lnTo>
                    <a:pt x="67213" y="6557"/>
                  </a:lnTo>
                  <a:lnTo>
                    <a:pt x="62295" y="4918"/>
                  </a:lnTo>
                  <a:lnTo>
                    <a:pt x="59016" y="6557"/>
                  </a:lnTo>
                  <a:lnTo>
                    <a:pt x="55737" y="8197"/>
                  </a:lnTo>
                  <a:lnTo>
                    <a:pt x="52459" y="9836"/>
                  </a:lnTo>
                  <a:lnTo>
                    <a:pt x="55737" y="13115"/>
                  </a:lnTo>
                  <a:lnTo>
                    <a:pt x="52459" y="14754"/>
                  </a:lnTo>
                  <a:lnTo>
                    <a:pt x="47541" y="16393"/>
                  </a:lnTo>
                  <a:lnTo>
                    <a:pt x="49180" y="19672"/>
                  </a:lnTo>
                  <a:lnTo>
                    <a:pt x="45901" y="18033"/>
                  </a:lnTo>
                  <a:lnTo>
                    <a:pt x="42623" y="22951"/>
                  </a:lnTo>
                  <a:lnTo>
                    <a:pt x="39344" y="26229"/>
                  </a:lnTo>
                  <a:lnTo>
                    <a:pt x="39344" y="29508"/>
                  </a:lnTo>
                  <a:lnTo>
                    <a:pt x="37705" y="26229"/>
                  </a:lnTo>
                  <a:lnTo>
                    <a:pt x="39344" y="21311"/>
                  </a:lnTo>
                  <a:lnTo>
                    <a:pt x="42623" y="18033"/>
                  </a:lnTo>
                  <a:lnTo>
                    <a:pt x="39344" y="14754"/>
                  </a:lnTo>
                  <a:lnTo>
                    <a:pt x="36065" y="14754"/>
                  </a:lnTo>
                  <a:lnTo>
                    <a:pt x="31147" y="16393"/>
                  </a:lnTo>
                  <a:lnTo>
                    <a:pt x="27869" y="18033"/>
                  </a:lnTo>
                  <a:lnTo>
                    <a:pt x="24590" y="19672"/>
                  </a:lnTo>
                  <a:lnTo>
                    <a:pt x="19672" y="19672"/>
                  </a:lnTo>
                  <a:lnTo>
                    <a:pt x="16393" y="21311"/>
                  </a:lnTo>
                  <a:lnTo>
                    <a:pt x="13115" y="24590"/>
                  </a:lnTo>
                  <a:lnTo>
                    <a:pt x="8197" y="26229"/>
                  </a:lnTo>
                  <a:lnTo>
                    <a:pt x="4918" y="29508"/>
                  </a:lnTo>
                  <a:lnTo>
                    <a:pt x="6557" y="32787"/>
                  </a:lnTo>
                  <a:lnTo>
                    <a:pt x="3279" y="37705"/>
                  </a:lnTo>
                  <a:lnTo>
                    <a:pt x="0" y="40983"/>
                  </a:lnTo>
                  <a:lnTo>
                    <a:pt x="1639" y="44262"/>
                  </a:lnTo>
                  <a:lnTo>
                    <a:pt x="4918" y="44262"/>
                  </a:lnTo>
                  <a:lnTo>
                    <a:pt x="8197" y="42623"/>
                  </a:lnTo>
                  <a:lnTo>
                    <a:pt x="13115" y="39344"/>
                  </a:lnTo>
                  <a:lnTo>
                    <a:pt x="16393" y="37705"/>
                  </a:lnTo>
                  <a:lnTo>
                    <a:pt x="13115" y="37705"/>
                  </a:lnTo>
                  <a:lnTo>
                    <a:pt x="9836" y="37705"/>
                  </a:lnTo>
                  <a:lnTo>
                    <a:pt x="4918" y="39344"/>
                  </a:lnTo>
                  <a:lnTo>
                    <a:pt x="9836" y="36066"/>
                  </a:lnTo>
                  <a:lnTo>
                    <a:pt x="13115" y="36066"/>
                  </a:lnTo>
                  <a:lnTo>
                    <a:pt x="16393" y="36066"/>
                  </a:lnTo>
                  <a:lnTo>
                    <a:pt x="19672" y="37705"/>
                  </a:lnTo>
                  <a:lnTo>
                    <a:pt x="16393" y="39344"/>
                  </a:lnTo>
                  <a:lnTo>
                    <a:pt x="13115" y="40983"/>
                  </a:lnTo>
                  <a:lnTo>
                    <a:pt x="16393" y="40983"/>
                  </a:lnTo>
                  <a:lnTo>
                    <a:pt x="19672" y="39344"/>
                  </a:lnTo>
                  <a:lnTo>
                    <a:pt x="24590" y="37705"/>
                  </a:lnTo>
                  <a:lnTo>
                    <a:pt x="27869" y="36066"/>
                  </a:lnTo>
                  <a:lnTo>
                    <a:pt x="24590" y="37705"/>
                  </a:lnTo>
                  <a:lnTo>
                    <a:pt x="19672" y="39344"/>
                  </a:lnTo>
                  <a:lnTo>
                    <a:pt x="16393" y="42623"/>
                  </a:lnTo>
                  <a:lnTo>
                    <a:pt x="19672" y="40983"/>
                  </a:lnTo>
                  <a:lnTo>
                    <a:pt x="16393" y="44262"/>
                  </a:lnTo>
                  <a:lnTo>
                    <a:pt x="13115" y="4590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8" name="Freeform 2967">
              <a:extLst>
                <a:ext uri="{FF2B5EF4-FFF2-40B4-BE49-F238E27FC236}">
                  <a16:creationId xmlns:a16="http://schemas.microsoft.com/office/drawing/2014/main" id="{A1DEB583-3AC1-7641-A50A-AE3B0E788AD4}"/>
                </a:ext>
              </a:extLst>
            </p:cNvPr>
            <p:cNvSpPr/>
            <p:nvPr/>
          </p:nvSpPr>
          <p:spPr>
            <a:xfrm>
              <a:off x="579631" y="1623105"/>
              <a:ext cx="18032" cy="8196"/>
            </a:xfrm>
            <a:custGeom>
              <a:avLst/>
              <a:gdLst>
                <a:gd name="connsiteX0" fmla="*/ 18033 w 18032"/>
                <a:gd name="connsiteY0" fmla="*/ 1639 h 8196"/>
                <a:gd name="connsiteX1" fmla="*/ 16393 w 18032"/>
                <a:gd name="connsiteY1" fmla="*/ 0 h 8196"/>
                <a:gd name="connsiteX2" fmla="*/ 11475 w 18032"/>
                <a:gd name="connsiteY2" fmla="*/ 0 h 8196"/>
                <a:gd name="connsiteX3" fmla="*/ 8197 w 18032"/>
                <a:gd name="connsiteY3" fmla="*/ 0 h 8196"/>
                <a:gd name="connsiteX4" fmla="*/ 4918 w 18032"/>
                <a:gd name="connsiteY4" fmla="*/ 1639 h 8196"/>
                <a:gd name="connsiteX5" fmla="*/ 1639 w 18032"/>
                <a:gd name="connsiteY5" fmla="*/ 3279 h 8196"/>
                <a:gd name="connsiteX6" fmla="*/ 0 w 18032"/>
                <a:gd name="connsiteY6" fmla="*/ 8197 h 8196"/>
                <a:gd name="connsiteX7" fmla="*/ 3279 w 18032"/>
                <a:gd name="connsiteY7" fmla="*/ 6557 h 8196"/>
                <a:gd name="connsiteX8" fmla="*/ 6557 w 18032"/>
                <a:gd name="connsiteY8" fmla="*/ 3279 h 8196"/>
                <a:gd name="connsiteX9" fmla="*/ 11475 w 18032"/>
                <a:gd name="connsiteY9" fmla="*/ 3279 h 8196"/>
                <a:gd name="connsiteX10" fmla="*/ 14754 w 18032"/>
                <a:gd name="connsiteY10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032" h="8196">
                  <a:moveTo>
                    <a:pt x="18033" y="1639"/>
                  </a:moveTo>
                  <a:lnTo>
                    <a:pt x="16393" y="0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4918" y="1639"/>
                  </a:lnTo>
                  <a:lnTo>
                    <a:pt x="1639" y="3279"/>
                  </a:lnTo>
                  <a:lnTo>
                    <a:pt x="0" y="8197"/>
                  </a:lnTo>
                  <a:lnTo>
                    <a:pt x="3279" y="6557"/>
                  </a:lnTo>
                  <a:lnTo>
                    <a:pt x="6557" y="3279"/>
                  </a:lnTo>
                  <a:lnTo>
                    <a:pt x="11475" y="3279"/>
                  </a:lnTo>
                  <a:lnTo>
                    <a:pt x="14754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9" name="Freeform 2968">
              <a:extLst>
                <a:ext uri="{FF2B5EF4-FFF2-40B4-BE49-F238E27FC236}">
                  <a16:creationId xmlns:a16="http://schemas.microsoft.com/office/drawing/2014/main" id="{2B6309E7-4C57-6042-9C7E-531092715A0E}"/>
                </a:ext>
              </a:extLst>
            </p:cNvPr>
            <p:cNvSpPr/>
            <p:nvPr/>
          </p:nvSpPr>
          <p:spPr>
            <a:xfrm>
              <a:off x="612418" y="1362450"/>
              <a:ext cx="11475" cy="4918"/>
            </a:xfrm>
            <a:custGeom>
              <a:avLst/>
              <a:gdLst>
                <a:gd name="connsiteX0" fmla="*/ 11475 w 11475"/>
                <a:gd name="connsiteY0" fmla="*/ 3279 h 4918"/>
                <a:gd name="connsiteX1" fmla="*/ 11475 w 11475"/>
                <a:gd name="connsiteY1" fmla="*/ 0 h 4918"/>
                <a:gd name="connsiteX2" fmla="*/ 8197 w 11475"/>
                <a:gd name="connsiteY2" fmla="*/ 0 h 4918"/>
                <a:gd name="connsiteX3" fmla="*/ 4918 w 11475"/>
                <a:gd name="connsiteY3" fmla="*/ 1639 h 4918"/>
                <a:gd name="connsiteX4" fmla="*/ 0 w 11475"/>
                <a:gd name="connsiteY4" fmla="*/ 3279 h 4918"/>
                <a:gd name="connsiteX5" fmla="*/ 4918 w 11475"/>
                <a:gd name="connsiteY5" fmla="*/ 4918 h 4918"/>
                <a:gd name="connsiteX6" fmla="*/ 8197 w 11475"/>
                <a:gd name="connsiteY6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4918">
                  <a:moveTo>
                    <a:pt x="11475" y="3279"/>
                  </a:moveTo>
                  <a:lnTo>
                    <a:pt x="11475" y="0"/>
                  </a:lnTo>
                  <a:lnTo>
                    <a:pt x="8197" y="0"/>
                  </a:lnTo>
                  <a:lnTo>
                    <a:pt x="4918" y="1639"/>
                  </a:lnTo>
                  <a:lnTo>
                    <a:pt x="0" y="3279"/>
                  </a:lnTo>
                  <a:lnTo>
                    <a:pt x="4918" y="4918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0" name="Freeform 2969">
              <a:extLst>
                <a:ext uri="{FF2B5EF4-FFF2-40B4-BE49-F238E27FC236}">
                  <a16:creationId xmlns:a16="http://schemas.microsoft.com/office/drawing/2014/main" id="{610639E5-449E-614C-84AC-F468F0974F06}"/>
                </a:ext>
              </a:extLst>
            </p:cNvPr>
            <p:cNvSpPr/>
            <p:nvPr/>
          </p:nvSpPr>
          <p:spPr>
            <a:xfrm>
              <a:off x="614057" y="1590318"/>
              <a:ext cx="6557" cy="6557"/>
            </a:xfrm>
            <a:custGeom>
              <a:avLst/>
              <a:gdLst>
                <a:gd name="connsiteX0" fmla="*/ 4918 w 6557"/>
                <a:gd name="connsiteY0" fmla="*/ 0 h 6557"/>
                <a:gd name="connsiteX1" fmla="*/ 3279 w 6557"/>
                <a:gd name="connsiteY1" fmla="*/ 0 h 6557"/>
                <a:gd name="connsiteX2" fmla="*/ 0 w 6557"/>
                <a:gd name="connsiteY2" fmla="*/ 1639 h 6557"/>
                <a:gd name="connsiteX3" fmla="*/ 3279 w 6557"/>
                <a:gd name="connsiteY3" fmla="*/ 6557 h 6557"/>
                <a:gd name="connsiteX4" fmla="*/ 6557 w 6557"/>
                <a:gd name="connsiteY4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6557">
                  <a:moveTo>
                    <a:pt x="4918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3279" y="6557"/>
                  </a:lnTo>
                  <a:lnTo>
                    <a:pt x="655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1" name="Freeform 2970">
              <a:extLst>
                <a:ext uri="{FF2B5EF4-FFF2-40B4-BE49-F238E27FC236}">
                  <a16:creationId xmlns:a16="http://schemas.microsoft.com/office/drawing/2014/main" id="{F4B85AD9-8529-3441-825C-833A12E3BBFC}"/>
                </a:ext>
              </a:extLst>
            </p:cNvPr>
            <p:cNvSpPr/>
            <p:nvPr/>
          </p:nvSpPr>
          <p:spPr>
            <a:xfrm>
              <a:off x="627172" y="1583761"/>
              <a:ext cx="8196" cy="4917"/>
            </a:xfrm>
            <a:custGeom>
              <a:avLst/>
              <a:gdLst>
                <a:gd name="connsiteX0" fmla="*/ 4918 w 8196"/>
                <a:gd name="connsiteY0" fmla="*/ 0 h 4917"/>
                <a:gd name="connsiteX1" fmla="*/ 3279 w 8196"/>
                <a:gd name="connsiteY1" fmla="*/ 0 h 4917"/>
                <a:gd name="connsiteX2" fmla="*/ 0 w 8196"/>
                <a:gd name="connsiteY2" fmla="*/ 3279 h 4917"/>
                <a:gd name="connsiteX3" fmla="*/ 3279 w 8196"/>
                <a:gd name="connsiteY3" fmla="*/ 4918 h 4917"/>
                <a:gd name="connsiteX4" fmla="*/ 8197 w 8196"/>
                <a:gd name="connsiteY4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7">
                  <a:moveTo>
                    <a:pt x="4918" y="0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3279" y="4918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2" name="Freeform 2971">
              <a:extLst>
                <a:ext uri="{FF2B5EF4-FFF2-40B4-BE49-F238E27FC236}">
                  <a16:creationId xmlns:a16="http://schemas.microsoft.com/office/drawing/2014/main" id="{CE5CED7A-E67F-4A4D-8641-8F7C79330D4F}"/>
                </a:ext>
              </a:extLst>
            </p:cNvPr>
            <p:cNvSpPr/>
            <p:nvPr/>
          </p:nvSpPr>
          <p:spPr>
            <a:xfrm>
              <a:off x="633729" y="1572285"/>
              <a:ext cx="45901" cy="18032"/>
            </a:xfrm>
            <a:custGeom>
              <a:avLst/>
              <a:gdLst>
                <a:gd name="connsiteX0" fmla="*/ 4918 w 45901"/>
                <a:gd name="connsiteY0" fmla="*/ 18033 h 18032"/>
                <a:gd name="connsiteX1" fmla="*/ 8197 w 45901"/>
                <a:gd name="connsiteY1" fmla="*/ 16393 h 18032"/>
                <a:gd name="connsiteX2" fmla="*/ 13115 w 45901"/>
                <a:gd name="connsiteY2" fmla="*/ 14754 h 18032"/>
                <a:gd name="connsiteX3" fmla="*/ 16393 w 45901"/>
                <a:gd name="connsiteY3" fmla="*/ 13115 h 18032"/>
                <a:gd name="connsiteX4" fmla="*/ 19672 w 45901"/>
                <a:gd name="connsiteY4" fmla="*/ 11476 h 18032"/>
                <a:gd name="connsiteX5" fmla="*/ 24590 w 45901"/>
                <a:gd name="connsiteY5" fmla="*/ 8197 h 18032"/>
                <a:gd name="connsiteX6" fmla="*/ 19672 w 45901"/>
                <a:gd name="connsiteY6" fmla="*/ 11476 h 18032"/>
                <a:gd name="connsiteX7" fmla="*/ 24590 w 45901"/>
                <a:gd name="connsiteY7" fmla="*/ 11476 h 18032"/>
                <a:gd name="connsiteX8" fmla="*/ 27869 w 45901"/>
                <a:gd name="connsiteY8" fmla="*/ 11476 h 18032"/>
                <a:gd name="connsiteX9" fmla="*/ 31147 w 45901"/>
                <a:gd name="connsiteY9" fmla="*/ 9836 h 18032"/>
                <a:gd name="connsiteX10" fmla="*/ 36065 w 45901"/>
                <a:gd name="connsiteY10" fmla="*/ 6557 h 18032"/>
                <a:gd name="connsiteX11" fmla="*/ 34426 w 45901"/>
                <a:gd name="connsiteY11" fmla="*/ 9836 h 18032"/>
                <a:gd name="connsiteX12" fmla="*/ 39344 w 45901"/>
                <a:gd name="connsiteY12" fmla="*/ 9836 h 18032"/>
                <a:gd name="connsiteX13" fmla="*/ 42623 w 45901"/>
                <a:gd name="connsiteY13" fmla="*/ 8197 h 18032"/>
                <a:gd name="connsiteX14" fmla="*/ 45901 w 45901"/>
                <a:gd name="connsiteY14" fmla="*/ 4918 h 18032"/>
                <a:gd name="connsiteX15" fmla="*/ 42623 w 45901"/>
                <a:gd name="connsiteY15" fmla="*/ 4918 h 18032"/>
                <a:gd name="connsiteX16" fmla="*/ 39344 w 45901"/>
                <a:gd name="connsiteY16" fmla="*/ 8197 h 18032"/>
                <a:gd name="connsiteX17" fmla="*/ 42623 w 45901"/>
                <a:gd name="connsiteY17" fmla="*/ 4918 h 18032"/>
                <a:gd name="connsiteX18" fmla="*/ 45901 w 45901"/>
                <a:gd name="connsiteY18" fmla="*/ 1639 h 18032"/>
                <a:gd name="connsiteX19" fmla="*/ 42623 w 45901"/>
                <a:gd name="connsiteY19" fmla="*/ 3279 h 18032"/>
                <a:gd name="connsiteX20" fmla="*/ 39344 w 45901"/>
                <a:gd name="connsiteY20" fmla="*/ 1639 h 18032"/>
                <a:gd name="connsiteX21" fmla="*/ 34426 w 45901"/>
                <a:gd name="connsiteY21" fmla="*/ 3279 h 18032"/>
                <a:gd name="connsiteX22" fmla="*/ 34426 w 45901"/>
                <a:gd name="connsiteY22" fmla="*/ 0 h 18032"/>
                <a:gd name="connsiteX23" fmla="*/ 31147 w 45901"/>
                <a:gd name="connsiteY23" fmla="*/ 0 h 18032"/>
                <a:gd name="connsiteX24" fmla="*/ 27869 w 45901"/>
                <a:gd name="connsiteY24" fmla="*/ 0 h 18032"/>
                <a:gd name="connsiteX25" fmla="*/ 22951 w 45901"/>
                <a:gd name="connsiteY25" fmla="*/ 0 h 18032"/>
                <a:gd name="connsiteX26" fmla="*/ 22951 w 45901"/>
                <a:gd name="connsiteY26" fmla="*/ 4918 h 18032"/>
                <a:gd name="connsiteX27" fmla="*/ 18033 w 45901"/>
                <a:gd name="connsiteY27" fmla="*/ 4918 h 18032"/>
                <a:gd name="connsiteX28" fmla="*/ 14754 w 45901"/>
                <a:gd name="connsiteY28" fmla="*/ 4918 h 18032"/>
                <a:gd name="connsiteX29" fmla="*/ 11475 w 45901"/>
                <a:gd name="connsiteY29" fmla="*/ 4918 h 18032"/>
                <a:gd name="connsiteX30" fmla="*/ 11475 w 45901"/>
                <a:gd name="connsiteY30" fmla="*/ 9836 h 18032"/>
                <a:gd name="connsiteX31" fmla="*/ 8197 w 45901"/>
                <a:gd name="connsiteY31" fmla="*/ 8197 h 18032"/>
                <a:gd name="connsiteX32" fmla="*/ 3279 w 45901"/>
                <a:gd name="connsiteY32" fmla="*/ 8197 h 18032"/>
                <a:gd name="connsiteX33" fmla="*/ 0 w 45901"/>
                <a:gd name="connsiteY33" fmla="*/ 11476 h 18032"/>
                <a:gd name="connsiteX34" fmla="*/ 3279 w 45901"/>
                <a:gd name="connsiteY34" fmla="*/ 16393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45901" h="18032">
                  <a:moveTo>
                    <a:pt x="4918" y="18033"/>
                  </a:moveTo>
                  <a:lnTo>
                    <a:pt x="8197" y="16393"/>
                  </a:lnTo>
                  <a:lnTo>
                    <a:pt x="13115" y="14754"/>
                  </a:lnTo>
                  <a:lnTo>
                    <a:pt x="16393" y="13115"/>
                  </a:lnTo>
                  <a:lnTo>
                    <a:pt x="19672" y="11476"/>
                  </a:lnTo>
                  <a:lnTo>
                    <a:pt x="24590" y="8197"/>
                  </a:lnTo>
                  <a:lnTo>
                    <a:pt x="19672" y="11476"/>
                  </a:lnTo>
                  <a:lnTo>
                    <a:pt x="24590" y="11476"/>
                  </a:lnTo>
                  <a:lnTo>
                    <a:pt x="27869" y="11476"/>
                  </a:lnTo>
                  <a:lnTo>
                    <a:pt x="31147" y="9836"/>
                  </a:lnTo>
                  <a:lnTo>
                    <a:pt x="36065" y="6557"/>
                  </a:lnTo>
                  <a:lnTo>
                    <a:pt x="34426" y="9836"/>
                  </a:lnTo>
                  <a:lnTo>
                    <a:pt x="39344" y="9836"/>
                  </a:lnTo>
                  <a:lnTo>
                    <a:pt x="42623" y="8197"/>
                  </a:lnTo>
                  <a:lnTo>
                    <a:pt x="45901" y="4918"/>
                  </a:lnTo>
                  <a:lnTo>
                    <a:pt x="42623" y="4918"/>
                  </a:lnTo>
                  <a:lnTo>
                    <a:pt x="39344" y="8197"/>
                  </a:lnTo>
                  <a:lnTo>
                    <a:pt x="42623" y="4918"/>
                  </a:lnTo>
                  <a:lnTo>
                    <a:pt x="45901" y="1639"/>
                  </a:lnTo>
                  <a:lnTo>
                    <a:pt x="42623" y="3279"/>
                  </a:lnTo>
                  <a:lnTo>
                    <a:pt x="39344" y="1639"/>
                  </a:lnTo>
                  <a:lnTo>
                    <a:pt x="34426" y="3279"/>
                  </a:lnTo>
                  <a:lnTo>
                    <a:pt x="34426" y="0"/>
                  </a:lnTo>
                  <a:lnTo>
                    <a:pt x="31147" y="0"/>
                  </a:lnTo>
                  <a:lnTo>
                    <a:pt x="27869" y="0"/>
                  </a:lnTo>
                  <a:lnTo>
                    <a:pt x="22951" y="0"/>
                  </a:lnTo>
                  <a:lnTo>
                    <a:pt x="22951" y="4918"/>
                  </a:lnTo>
                  <a:lnTo>
                    <a:pt x="18033" y="4918"/>
                  </a:lnTo>
                  <a:lnTo>
                    <a:pt x="14754" y="4918"/>
                  </a:lnTo>
                  <a:lnTo>
                    <a:pt x="11475" y="4918"/>
                  </a:lnTo>
                  <a:lnTo>
                    <a:pt x="11475" y="9836"/>
                  </a:lnTo>
                  <a:lnTo>
                    <a:pt x="8197" y="8197"/>
                  </a:lnTo>
                  <a:lnTo>
                    <a:pt x="3279" y="8197"/>
                  </a:lnTo>
                  <a:lnTo>
                    <a:pt x="0" y="11476"/>
                  </a:lnTo>
                  <a:lnTo>
                    <a:pt x="3279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3" name="Freeform 2972">
              <a:extLst>
                <a:ext uri="{FF2B5EF4-FFF2-40B4-BE49-F238E27FC236}">
                  <a16:creationId xmlns:a16="http://schemas.microsoft.com/office/drawing/2014/main" id="{711BC25C-06B7-EB4A-8B81-C7C228C53874}"/>
                </a:ext>
              </a:extLst>
            </p:cNvPr>
            <p:cNvSpPr/>
            <p:nvPr/>
          </p:nvSpPr>
          <p:spPr>
            <a:xfrm>
              <a:off x="638647" y="1590318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4" name="Freeform 2973">
              <a:extLst>
                <a:ext uri="{FF2B5EF4-FFF2-40B4-BE49-F238E27FC236}">
                  <a16:creationId xmlns:a16="http://schemas.microsoft.com/office/drawing/2014/main" id="{55C360BF-F4F9-7741-9353-0AF0F1421C32}"/>
                </a:ext>
              </a:extLst>
            </p:cNvPr>
            <p:cNvSpPr/>
            <p:nvPr/>
          </p:nvSpPr>
          <p:spPr>
            <a:xfrm>
              <a:off x="646844" y="1590318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5" name="Freeform 2974">
              <a:extLst>
                <a:ext uri="{FF2B5EF4-FFF2-40B4-BE49-F238E27FC236}">
                  <a16:creationId xmlns:a16="http://schemas.microsoft.com/office/drawing/2014/main" id="{5576039E-D80E-0E4A-A944-06540BD67837}"/>
                </a:ext>
              </a:extLst>
            </p:cNvPr>
            <p:cNvSpPr/>
            <p:nvPr/>
          </p:nvSpPr>
          <p:spPr>
            <a:xfrm>
              <a:off x="671434" y="1564089"/>
              <a:ext cx="11475" cy="6557"/>
            </a:xfrm>
            <a:custGeom>
              <a:avLst/>
              <a:gdLst>
                <a:gd name="connsiteX0" fmla="*/ 11475 w 11475"/>
                <a:gd name="connsiteY0" fmla="*/ 1639 h 6557"/>
                <a:gd name="connsiteX1" fmla="*/ 9836 w 11475"/>
                <a:gd name="connsiteY1" fmla="*/ 0 h 6557"/>
                <a:gd name="connsiteX2" fmla="*/ 6557 w 11475"/>
                <a:gd name="connsiteY2" fmla="*/ 0 h 6557"/>
                <a:gd name="connsiteX3" fmla="*/ 3279 w 11475"/>
                <a:gd name="connsiteY3" fmla="*/ 1639 h 6557"/>
                <a:gd name="connsiteX4" fmla="*/ 0 w 11475"/>
                <a:gd name="connsiteY4" fmla="*/ 6557 h 6557"/>
                <a:gd name="connsiteX5" fmla="*/ 3279 w 11475"/>
                <a:gd name="connsiteY5" fmla="*/ 4918 h 6557"/>
                <a:gd name="connsiteX6" fmla="*/ 6557 w 11475"/>
                <a:gd name="connsiteY6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6557">
                  <a:moveTo>
                    <a:pt x="11475" y="1639"/>
                  </a:moveTo>
                  <a:lnTo>
                    <a:pt x="9836" y="0"/>
                  </a:lnTo>
                  <a:lnTo>
                    <a:pt x="6557" y="0"/>
                  </a:lnTo>
                  <a:lnTo>
                    <a:pt x="3279" y="1639"/>
                  </a:lnTo>
                  <a:lnTo>
                    <a:pt x="0" y="6557"/>
                  </a:lnTo>
                  <a:lnTo>
                    <a:pt x="3279" y="4918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6" name="Freeform 2975">
              <a:extLst>
                <a:ext uri="{FF2B5EF4-FFF2-40B4-BE49-F238E27FC236}">
                  <a16:creationId xmlns:a16="http://schemas.microsoft.com/office/drawing/2014/main" id="{6DDBB835-B393-C644-873F-3A61FF36973F}"/>
                </a:ext>
              </a:extLst>
            </p:cNvPr>
            <p:cNvSpPr/>
            <p:nvPr/>
          </p:nvSpPr>
          <p:spPr>
            <a:xfrm>
              <a:off x="673074" y="1564089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7" name="Freeform 2976">
              <a:extLst>
                <a:ext uri="{FF2B5EF4-FFF2-40B4-BE49-F238E27FC236}">
                  <a16:creationId xmlns:a16="http://schemas.microsoft.com/office/drawing/2014/main" id="{D6B0F84E-6930-4544-9BCB-8693C873ABC3}"/>
                </a:ext>
              </a:extLst>
            </p:cNvPr>
            <p:cNvSpPr/>
            <p:nvPr/>
          </p:nvSpPr>
          <p:spPr>
            <a:xfrm>
              <a:off x="679631" y="1578843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327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8" name="Freeform 2977">
              <a:extLst>
                <a:ext uri="{FF2B5EF4-FFF2-40B4-BE49-F238E27FC236}">
                  <a16:creationId xmlns:a16="http://schemas.microsoft.com/office/drawing/2014/main" id="{0C6E59F2-8E3D-4747-A071-3A4DFA7845E4}"/>
                </a:ext>
              </a:extLst>
            </p:cNvPr>
            <p:cNvSpPr/>
            <p:nvPr/>
          </p:nvSpPr>
          <p:spPr>
            <a:xfrm>
              <a:off x="679631" y="1531302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4918 w 8196"/>
                <a:gd name="connsiteY1" fmla="*/ 1639 h 3278"/>
                <a:gd name="connsiteX2" fmla="*/ 0 w 8196"/>
                <a:gd name="connsiteY2" fmla="*/ 3279 h 3278"/>
                <a:gd name="connsiteX3" fmla="*/ 4918 w 8196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4918" y="1639"/>
                  </a:lnTo>
                  <a:lnTo>
                    <a:pt x="0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9" name="Freeform 2978">
              <a:extLst>
                <a:ext uri="{FF2B5EF4-FFF2-40B4-BE49-F238E27FC236}">
                  <a16:creationId xmlns:a16="http://schemas.microsoft.com/office/drawing/2014/main" id="{C215BF88-AE09-9445-811E-099B006391C1}"/>
                </a:ext>
              </a:extLst>
            </p:cNvPr>
            <p:cNvSpPr/>
            <p:nvPr/>
          </p:nvSpPr>
          <p:spPr>
            <a:xfrm>
              <a:off x="697664" y="1549335"/>
              <a:ext cx="6557" cy="3278"/>
            </a:xfrm>
            <a:custGeom>
              <a:avLst/>
              <a:gdLst>
                <a:gd name="connsiteX0" fmla="*/ 6557 w 6557"/>
                <a:gd name="connsiteY0" fmla="*/ 1639 h 3278"/>
                <a:gd name="connsiteX1" fmla="*/ 6557 w 6557"/>
                <a:gd name="connsiteY1" fmla="*/ 1639 h 3278"/>
                <a:gd name="connsiteX2" fmla="*/ 3279 w 6557"/>
                <a:gd name="connsiteY2" fmla="*/ 0 h 3278"/>
                <a:gd name="connsiteX3" fmla="*/ 0 w 6557"/>
                <a:gd name="connsiteY3" fmla="*/ 3279 h 3278"/>
                <a:gd name="connsiteX4" fmla="*/ 3279 w 6557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6557" y="1639"/>
                  </a:moveTo>
                  <a:lnTo>
                    <a:pt x="6557" y="1639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0" name="Freeform 2979">
              <a:extLst>
                <a:ext uri="{FF2B5EF4-FFF2-40B4-BE49-F238E27FC236}">
                  <a16:creationId xmlns:a16="http://schemas.microsoft.com/office/drawing/2014/main" id="{1691FCC4-F182-9249-9F43-45183B54C210}"/>
                </a:ext>
              </a:extLst>
            </p:cNvPr>
            <p:cNvSpPr/>
            <p:nvPr/>
          </p:nvSpPr>
          <p:spPr>
            <a:xfrm>
              <a:off x="764876" y="1532941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8197 w 8196"/>
                <a:gd name="connsiteY1" fmla="*/ 0 h 3278"/>
                <a:gd name="connsiteX2" fmla="*/ 4918 w 8196"/>
                <a:gd name="connsiteY2" fmla="*/ 0 h 3278"/>
                <a:gd name="connsiteX3" fmla="*/ 0 w 8196"/>
                <a:gd name="connsiteY3" fmla="*/ 3279 h 3278"/>
                <a:gd name="connsiteX4" fmla="*/ 4918 w 8196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8197" y="0"/>
                  </a:lnTo>
                  <a:lnTo>
                    <a:pt x="4918" y="0"/>
                  </a:lnTo>
                  <a:lnTo>
                    <a:pt x="0" y="327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1" name="Freeform 2980">
              <a:extLst>
                <a:ext uri="{FF2B5EF4-FFF2-40B4-BE49-F238E27FC236}">
                  <a16:creationId xmlns:a16="http://schemas.microsoft.com/office/drawing/2014/main" id="{A25EAA81-63A6-E247-AFF6-C1A56DC4C99A}"/>
                </a:ext>
              </a:extLst>
            </p:cNvPr>
            <p:cNvSpPr/>
            <p:nvPr/>
          </p:nvSpPr>
          <p:spPr>
            <a:xfrm>
              <a:off x="774712" y="1487040"/>
              <a:ext cx="11475" cy="6557"/>
            </a:xfrm>
            <a:custGeom>
              <a:avLst/>
              <a:gdLst>
                <a:gd name="connsiteX0" fmla="*/ 11475 w 11475"/>
                <a:gd name="connsiteY0" fmla="*/ 1639 h 6557"/>
                <a:gd name="connsiteX1" fmla="*/ 11475 w 11475"/>
                <a:gd name="connsiteY1" fmla="*/ 0 h 6557"/>
                <a:gd name="connsiteX2" fmla="*/ 8197 w 11475"/>
                <a:gd name="connsiteY2" fmla="*/ 1639 h 6557"/>
                <a:gd name="connsiteX3" fmla="*/ 3279 w 11475"/>
                <a:gd name="connsiteY3" fmla="*/ 4918 h 6557"/>
                <a:gd name="connsiteX4" fmla="*/ 0 w 11475"/>
                <a:gd name="connsiteY4" fmla="*/ 6557 h 6557"/>
                <a:gd name="connsiteX5" fmla="*/ 3279 w 11475"/>
                <a:gd name="connsiteY5" fmla="*/ 4918 h 6557"/>
                <a:gd name="connsiteX6" fmla="*/ 8197 w 11475"/>
                <a:gd name="connsiteY6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6557">
                  <a:moveTo>
                    <a:pt x="11475" y="1639"/>
                  </a:moveTo>
                  <a:lnTo>
                    <a:pt x="11475" y="0"/>
                  </a:lnTo>
                  <a:lnTo>
                    <a:pt x="8197" y="1639"/>
                  </a:lnTo>
                  <a:lnTo>
                    <a:pt x="3279" y="4918"/>
                  </a:lnTo>
                  <a:lnTo>
                    <a:pt x="0" y="6557"/>
                  </a:lnTo>
                  <a:lnTo>
                    <a:pt x="3279" y="4918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2" name="Freeform 2981">
              <a:extLst>
                <a:ext uri="{FF2B5EF4-FFF2-40B4-BE49-F238E27FC236}">
                  <a16:creationId xmlns:a16="http://schemas.microsoft.com/office/drawing/2014/main" id="{5998674D-70F5-F649-88C5-305A5453C04E}"/>
                </a:ext>
              </a:extLst>
            </p:cNvPr>
            <p:cNvSpPr/>
            <p:nvPr/>
          </p:nvSpPr>
          <p:spPr>
            <a:xfrm>
              <a:off x="782909" y="1529663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3" name="Freeform 2982">
              <a:extLst>
                <a:ext uri="{FF2B5EF4-FFF2-40B4-BE49-F238E27FC236}">
                  <a16:creationId xmlns:a16="http://schemas.microsoft.com/office/drawing/2014/main" id="{4FC4BB6B-32D5-834F-90FE-B1F4FFEF1907}"/>
                </a:ext>
              </a:extLst>
            </p:cNvPr>
            <p:cNvSpPr/>
            <p:nvPr/>
          </p:nvSpPr>
          <p:spPr>
            <a:xfrm>
              <a:off x="874712" y="1506712"/>
              <a:ext cx="9835" cy="3278"/>
            </a:xfrm>
            <a:custGeom>
              <a:avLst/>
              <a:gdLst>
                <a:gd name="connsiteX0" fmla="*/ 4918 w 9835"/>
                <a:gd name="connsiteY0" fmla="*/ 1639 h 3278"/>
                <a:gd name="connsiteX1" fmla="*/ 3279 w 9835"/>
                <a:gd name="connsiteY1" fmla="*/ 1639 h 3278"/>
                <a:gd name="connsiteX2" fmla="*/ 0 w 9835"/>
                <a:gd name="connsiteY2" fmla="*/ 3279 h 3278"/>
                <a:gd name="connsiteX3" fmla="*/ 3279 w 9835"/>
                <a:gd name="connsiteY3" fmla="*/ 3279 h 3278"/>
                <a:gd name="connsiteX4" fmla="*/ 6557 w 9835"/>
                <a:gd name="connsiteY4" fmla="*/ 1639 h 3278"/>
                <a:gd name="connsiteX5" fmla="*/ 9836 w 9835"/>
                <a:gd name="connsiteY5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5" h="3278">
                  <a:moveTo>
                    <a:pt x="4918" y="1639"/>
                  </a:moveTo>
                  <a:lnTo>
                    <a:pt x="3279" y="1639"/>
                  </a:lnTo>
                  <a:lnTo>
                    <a:pt x="0" y="3279"/>
                  </a:lnTo>
                  <a:lnTo>
                    <a:pt x="3279" y="3279"/>
                  </a:lnTo>
                  <a:lnTo>
                    <a:pt x="6557" y="1639"/>
                  </a:lnTo>
                  <a:lnTo>
                    <a:pt x="9836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4" name="Freeform 2983">
              <a:extLst>
                <a:ext uri="{FF2B5EF4-FFF2-40B4-BE49-F238E27FC236}">
                  <a16:creationId xmlns:a16="http://schemas.microsoft.com/office/drawing/2014/main" id="{84D61488-05AF-124D-B182-24E21082082E}"/>
                </a:ext>
              </a:extLst>
            </p:cNvPr>
            <p:cNvSpPr/>
            <p:nvPr/>
          </p:nvSpPr>
          <p:spPr>
            <a:xfrm>
              <a:off x="874712" y="1501794"/>
              <a:ext cx="14754" cy="6557"/>
            </a:xfrm>
            <a:custGeom>
              <a:avLst/>
              <a:gdLst>
                <a:gd name="connsiteX0" fmla="*/ 3279 w 14754"/>
                <a:gd name="connsiteY0" fmla="*/ 6557 h 6557"/>
                <a:gd name="connsiteX1" fmla="*/ 4918 w 14754"/>
                <a:gd name="connsiteY1" fmla="*/ 6557 h 6557"/>
                <a:gd name="connsiteX2" fmla="*/ 8197 w 14754"/>
                <a:gd name="connsiteY2" fmla="*/ 4918 h 6557"/>
                <a:gd name="connsiteX3" fmla="*/ 11475 w 14754"/>
                <a:gd name="connsiteY3" fmla="*/ 3279 h 6557"/>
                <a:gd name="connsiteX4" fmla="*/ 14754 w 14754"/>
                <a:gd name="connsiteY4" fmla="*/ 0 h 6557"/>
                <a:gd name="connsiteX5" fmla="*/ 11475 w 14754"/>
                <a:gd name="connsiteY5" fmla="*/ 1639 h 6557"/>
                <a:gd name="connsiteX6" fmla="*/ 8197 w 14754"/>
                <a:gd name="connsiteY6" fmla="*/ 3279 h 6557"/>
                <a:gd name="connsiteX7" fmla="*/ 11475 w 14754"/>
                <a:gd name="connsiteY7" fmla="*/ 1639 h 6557"/>
                <a:gd name="connsiteX8" fmla="*/ 11475 w 14754"/>
                <a:gd name="connsiteY8" fmla="*/ 0 h 6557"/>
                <a:gd name="connsiteX9" fmla="*/ 8197 w 14754"/>
                <a:gd name="connsiteY9" fmla="*/ 1639 h 6557"/>
                <a:gd name="connsiteX10" fmla="*/ 4918 w 14754"/>
                <a:gd name="connsiteY10" fmla="*/ 4918 h 6557"/>
                <a:gd name="connsiteX11" fmla="*/ 0 w 14754"/>
                <a:gd name="connsiteY11" fmla="*/ 4918 h 6557"/>
                <a:gd name="connsiteX12" fmla="*/ 4918 w 14754"/>
                <a:gd name="connsiteY12" fmla="*/ 4918 h 6557"/>
                <a:gd name="connsiteX13" fmla="*/ 8197 w 14754"/>
                <a:gd name="connsiteY13" fmla="*/ 3279 h 6557"/>
                <a:gd name="connsiteX14" fmla="*/ 8197 w 14754"/>
                <a:gd name="connsiteY1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54" h="6557">
                  <a:moveTo>
                    <a:pt x="3279" y="6557"/>
                  </a:moveTo>
                  <a:lnTo>
                    <a:pt x="4918" y="6557"/>
                  </a:lnTo>
                  <a:lnTo>
                    <a:pt x="8197" y="4918"/>
                  </a:lnTo>
                  <a:lnTo>
                    <a:pt x="11475" y="3279"/>
                  </a:lnTo>
                  <a:lnTo>
                    <a:pt x="14754" y="0"/>
                  </a:lnTo>
                  <a:lnTo>
                    <a:pt x="11475" y="1639"/>
                  </a:lnTo>
                  <a:lnTo>
                    <a:pt x="8197" y="3279"/>
                  </a:lnTo>
                  <a:lnTo>
                    <a:pt x="11475" y="1639"/>
                  </a:lnTo>
                  <a:lnTo>
                    <a:pt x="11475" y="0"/>
                  </a:lnTo>
                  <a:lnTo>
                    <a:pt x="8197" y="1639"/>
                  </a:lnTo>
                  <a:lnTo>
                    <a:pt x="4918" y="4918"/>
                  </a:lnTo>
                  <a:lnTo>
                    <a:pt x="0" y="4918"/>
                  </a:lnTo>
                  <a:lnTo>
                    <a:pt x="4918" y="4918"/>
                  </a:lnTo>
                  <a:lnTo>
                    <a:pt x="8197" y="3279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5" name="Freeform 2984">
              <a:extLst>
                <a:ext uri="{FF2B5EF4-FFF2-40B4-BE49-F238E27FC236}">
                  <a16:creationId xmlns:a16="http://schemas.microsoft.com/office/drawing/2014/main" id="{F55C6C2E-B30F-954E-A82D-7EC8A81DFDDF}"/>
                </a:ext>
              </a:extLst>
            </p:cNvPr>
            <p:cNvSpPr/>
            <p:nvPr/>
          </p:nvSpPr>
          <p:spPr>
            <a:xfrm>
              <a:off x="879630" y="1505073"/>
              <a:ext cx="11475" cy="4917"/>
            </a:xfrm>
            <a:custGeom>
              <a:avLst/>
              <a:gdLst>
                <a:gd name="connsiteX0" fmla="*/ 3279 w 11475"/>
                <a:gd name="connsiteY0" fmla="*/ 3279 h 4917"/>
                <a:gd name="connsiteX1" fmla="*/ 0 w 11475"/>
                <a:gd name="connsiteY1" fmla="*/ 4918 h 4917"/>
                <a:gd name="connsiteX2" fmla="*/ 3279 w 11475"/>
                <a:gd name="connsiteY2" fmla="*/ 4918 h 4917"/>
                <a:gd name="connsiteX3" fmla="*/ 6557 w 11475"/>
                <a:gd name="connsiteY3" fmla="*/ 3279 h 4917"/>
                <a:gd name="connsiteX4" fmla="*/ 8197 w 11475"/>
                <a:gd name="connsiteY4" fmla="*/ 3279 h 4917"/>
                <a:gd name="connsiteX5" fmla="*/ 11475 w 11475"/>
                <a:gd name="connsiteY5" fmla="*/ 0 h 4917"/>
                <a:gd name="connsiteX6" fmla="*/ 8197 w 11475"/>
                <a:gd name="connsiteY6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4917">
                  <a:moveTo>
                    <a:pt x="3279" y="3279"/>
                  </a:moveTo>
                  <a:lnTo>
                    <a:pt x="0" y="4918"/>
                  </a:lnTo>
                  <a:lnTo>
                    <a:pt x="3279" y="4918"/>
                  </a:lnTo>
                  <a:lnTo>
                    <a:pt x="6557" y="3279"/>
                  </a:lnTo>
                  <a:lnTo>
                    <a:pt x="8197" y="3279"/>
                  </a:lnTo>
                  <a:lnTo>
                    <a:pt x="11475" y="0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6" name="Freeform 2985">
              <a:extLst>
                <a:ext uri="{FF2B5EF4-FFF2-40B4-BE49-F238E27FC236}">
                  <a16:creationId xmlns:a16="http://schemas.microsoft.com/office/drawing/2014/main" id="{73AF159B-6F0B-2F4F-A867-26E3DAD4242E}"/>
                </a:ext>
              </a:extLst>
            </p:cNvPr>
            <p:cNvSpPr/>
            <p:nvPr/>
          </p:nvSpPr>
          <p:spPr>
            <a:xfrm>
              <a:off x="879630" y="1493597"/>
              <a:ext cx="47540" cy="22950"/>
            </a:xfrm>
            <a:custGeom>
              <a:avLst/>
              <a:gdLst>
                <a:gd name="connsiteX0" fmla="*/ 13115 w 47540"/>
                <a:gd name="connsiteY0" fmla="*/ 14754 h 22950"/>
                <a:gd name="connsiteX1" fmla="*/ 11475 w 47540"/>
                <a:gd name="connsiteY1" fmla="*/ 16393 h 22950"/>
                <a:gd name="connsiteX2" fmla="*/ 8197 w 47540"/>
                <a:gd name="connsiteY2" fmla="*/ 16393 h 22950"/>
                <a:gd name="connsiteX3" fmla="*/ 3279 w 47540"/>
                <a:gd name="connsiteY3" fmla="*/ 19672 h 22950"/>
                <a:gd name="connsiteX4" fmla="*/ 0 w 47540"/>
                <a:gd name="connsiteY4" fmla="*/ 22951 h 22950"/>
                <a:gd name="connsiteX5" fmla="*/ 3279 w 47540"/>
                <a:gd name="connsiteY5" fmla="*/ 21311 h 22950"/>
                <a:gd name="connsiteX6" fmla="*/ 8197 w 47540"/>
                <a:gd name="connsiteY6" fmla="*/ 19672 h 22950"/>
                <a:gd name="connsiteX7" fmla="*/ 11475 w 47540"/>
                <a:gd name="connsiteY7" fmla="*/ 19672 h 22950"/>
                <a:gd name="connsiteX8" fmla="*/ 14754 w 47540"/>
                <a:gd name="connsiteY8" fmla="*/ 18033 h 22950"/>
                <a:gd name="connsiteX9" fmla="*/ 18033 w 47540"/>
                <a:gd name="connsiteY9" fmla="*/ 16393 h 22950"/>
                <a:gd name="connsiteX10" fmla="*/ 22951 w 47540"/>
                <a:gd name="connsiteY10" fmla="*/ 14754 h 22950"/>
                <a:gd name="connsiteX11" fmla="*/ 24590 w 47540"/>
                <a:gd name="connsiteY11" fmla="*/ 13115 h 22950"/>
                <a:gd name="connsiteX12" fmla="*/ 27869 w 47540"/>
                <a:gd name="connsiteY12" fmla="*/ 11475 h 22950"/>
                <a:gd name="connsiteX13" fmla="*/ 32787 w 47540"/>
                <a:gd name="connsiteY13" fmla="*/ 9836 h 22950"/>
                <a:gd name="connsiteX14" fmla="*/ 36065 w 47540"/>
                <a:gd name="connsiteY14" fmla="*/ 8197 h 22950"/>
                <a:gd name="connsiteX15" fmla="*/ 39344 w 47540"/>
                <a:gd name="connsiteY15" fmla="*/ 6557 h 22950"/>
                <a:gd name="connsiteX16" fmla="*/ 44262 w 47540"/>
                <a:gd name="connsiteY16" fmla="*/ 4918 h 22950"/>
                <a:gd name="connsiteX17" fmla="*/ 47541 w 47540"/>
                <a:gd name="connsiteY17" fmla="*/ 3279 h 22950"/>
                <a:gd name="connsiteX18" fmla="*/ 44262 w 47540"/>
                <a:gd name="connsiteY18" fmla="*/ 3279 h 22950"/>
                <a:gd name="connsiteX19" fmla="*/ 45901 w 47540"/>
                <a:gd name="connsiteY19" fmla="*/ 0 h 22950"/>
                <a:gd name="connsiteX20" fmla="*/ 42623 w 47540"/>
                <a:gd name="connsiteY20" fmla="*/ 1639 h 22950"/>
                <a:gd name="connsiteX21" fmla="*/ 39344 w 47540"/>
                <a:gd name="connsiteY21" fmla="*/ 4918 h 22950"/>
                <a:gd name="connsiteX22" fmla="*/ 34426 w 47540"/>
                <a:gd name="connsiteY22" fmla="*/ 4918 h 22950"/>
                <a:gd name="connsiteX23" fmla="*/ 31147 w 47540"/>
                <a:gd name="connsiteY23" fmla="*/ 6557 h 22950"/>
                <a:gd name="connsiteX24" fmla="*/ 27869 w 47540"/>
                <a:gd name="connsiteY24" fmla="*/ 9836 h 22950"/>
                <a:gd name="connsiteX25" fmla="*/ 22951 w 47540"/>
                <a:gd name="connsiteY25" fmla="*/ 11475 h 22950"/>
                <a:gd name="connsiteX26" fmla="*/ 19672 w 47540"/>
                <a:gd name="connsiteY26" fmla="*/ 11475 h 22950"/>
                <a:gd name="connsiteX27" fmla="*/ 16393 w 47540"/>
                <a:gd name="connsiteY27" fmla="*/ 13115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7540" h="22950">
                  <a:moveTo>
                    <a:pt x="13115" y="14754"/>
                  </a:moveTo>
                  <a:lnTo>
                    <a:pt x="11475" y="16393"/>
                  </a:lnTo>
                  <a:lnTo>
                    <a:pt x="8197" y="16393"/>
                  </a:lnTo>
                  <a:lnTo>
                    <a:pt x="3279" y="19672"/>
                  </a:lnTo>
                  <a:lnTo>
                    <a:pt x="0" y="22951"/>
                  </a:lnTo>
                  <a:lnTo>
                    <a:pt x="3279" y="21311"/>
                  </a:lnTo>
                  <a:lnTo>
                    <a:pt x="8197" y="19672"/>
                  </a:lnTo>
                  <a:lnTo>
                    <a:pt x="11475" y="19672"/>
                  </a:lnTo>
                  <a:lnTo>
                    <a:pt x="14754" y="18033"/>
                  </a:lnTo>
                  <a:lnTo>
                    <a:pt x="18033" y="16393"/>
                  </a:lnTo>
                  <a:lnTo>
                    <a:pt x="22951" y="14754"/>
                  </a:lnTo>
                  <a:lnTo>
                    <a:pt x="24590" y="13115"/>
                  </a:lnTo>
                  <a:lnTo>
                    <a:pt x="27869" y="11475"/>
                  </a:lnTo>
                  <a:lnTo>
                    <a:pt x="32787" y="9836"/>
                  </a:lnTo>
                  <a:lnTo>
                    <a:pt x="36065" y="8197"/>
                  </a:lnTo>
                  <a:lnTo>
                    <a:pt x="39344" y="6557"/>
                  </a:lnTo>
                  <a:lnTo>
                    <a:pt x="44262" y="4918"/>
                  </a:lnTo>
                  <a:lnTo>
                    <a:pt x="47541" y="3279"/>
                  </a:lnTo>
                  <a:lnTo>
                    <a:pt x="44262" y="3279"/>
                  </a:lnTo>
                  <a:lnTo>
                    <a:pt x="45901" y="0"/>
                  </a:lnTo>
                  <a:lnTo>
                    <a:pt x="42623" y="1639"/>
                  </a:lnTo>
                  <a:lnTo>
                    <a:pt x="39344" y="4918"/>
                  </a:lnTo>
                  <a:lnTo>
                    <a:pt x="34426" y="4918"/>
                  </a:lnTo>
                  <a:lnTo>
                    <a:pt x="31147" y="6557"/>
                  </a:lnTo>
                  <a:lnTo>
                    <a:pt x="27869" y="9836"/>
                  </a:lnTo>
                  <a:lnTo>
                    <a:pt x="22951" y="11475"/>
                  </a:lnTo>
                  <a:lnTo>
                    <a:pt x="19672" y="11475"/>
                  </a:lnTo>
                  <a:lnTo>
                    <a:pt x="16393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7" name="Freeform 2986">
              <a:extLst>
                <a:ext uri="{FF2B5EF4-FFF2-40B4-BE49-F238E27FC236}">
                  <a16:creationId xmlns:a16="http://schemas.microsoft.com/office/drawing/2014/main" id="{401888B1-04FF-6343-8FA5-77EECD30521F}"/>
                </a:ext>
              </a:extLst>
            </p:cNvPr>
            <p:cNvSpPr/>
            <p:nvPr/>
          </p:nvSpPr>
          <p:spPr>
            <a:xfrm>
              <a:off x="892745" y="1491958"/>
              <a:ext cx="8196" cy="4918"/>
            </a:xfrm>
            <a:custGeom>
              <a:avLst/>
              <a:gdLst>
                <a:gd name="connsiteX0" fmla="*/ 8197 w 8196"/>
                <a:gd name="connsiteY0" fmla="*/ 1639 h 4918"/>
                <a:gd name="connsiteX1" fmla="*/ 8197 w 8196"/>
                <a:gd name="connsiteY1" fmla="*/ 0 h 4918"/>
                <a:gd name="connsiteX2" fmla="*/ 4918 w 8196"/>
                <a:gd name="connsiteY2" fmla="*/ 1639 h 4918"/>
                <a:gd name="connsiteX3" fmla="*/ 0 w 8196"/>
                <a:gd name="connsiteY3" fmla="*/ 4918 h 4918"/>
                <a:gd name="connsiteX4" fmla="*/ 3279 w 8196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8197" y="1639"/>
                  </a:moveTo>
                  <a:lnTo>
                    <a:pt x="8197" y="0"/>
                  </a:lnTo>
                  <a:lnTo>
                    <a:pt x="4918" y="1639"/>
                  </a:lnTo>
                  <a:lnTo>
                    <a:pt x="0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8" name="Freeform 2987">
              <a:extLst>
                <a:ext uri="{FF2B5EF4-FFF2-40B4-BE49-F238E27FC236}">
                  <a16:creationId xmlns:a16="http://schemas.microsoft.com/office/drawing/2014/main" id="{A1C31052-B659-3947-8DB2-B78A855AFC0E}"/>
                </a:ext>
              </a:extLst>
            </p:cNvPr>
            <p:cNvSpPr/>
            <p:nvPr/>
          </p:nvSpPr>
          <p:spPr>
            <a:xfrm>
              <a:off x="897663" y="1488679"/>
              <a:ext cx="16393" cy="11475"/>
            </a:xfrm>
            <a:custGeom>
              <a:avLst/>
              <a:gdLst>
                <a:gd name="connsiteX0" fmla="*/ 16393 w 16393"/>
                <a:gd name="connsiteY0" fmla="*/ 1639 h 11475"/>
                <a:gd name="connsiteX1" fmla="*/ 16393 w 16393"/>
                <a:gd name="connsiteY1" fmla="*/ 0 h 11475"/>
                <a:gd name="connsiteX2" fmla="*/ 13115 w 16393"/>
                <a:gd name="connsiteY2" fmla="*/ 0 h 11475"/>
                <a:gd name="connsiteX3" fmla="*/ 9836 w 16393"/>
                <a:gd name="connsiteY3" fmla="*/ 3279 h 11475"/>
                <a:gd name="connsiteX4" fmla="*/ 4918 w 16393"/>
                <a:gd name="connsiteY4" fmla="*/ 6557 h 11475"/>
                <a:gd name="connsiteX5" fmla="*/ 1639 w 16393"/>
                <a:gd name="connsiteY5" fmla="*/ 8197 h 11475"/>
                <a:gd name="connsiteX6" fmla="*/ 0 w 16393"/>
                <a:gd name="connsiteY6" fmla="*/ 11475 h 11475"/>
                <a:gd name="connsiteX7" fmla="*/ 4918 w 16393"/>
                <a:gd name="connsiteY7" fmla="*/ 8197 h 11475"/>
                <a:gd name="connsiteX8" fmla="*/ 8197 w 16393"/>
                <a:gd name="connsiteY8" fmla="*/ 6557 h 11475"/>
                <a:gd name="connsiteX9" fmla="*/ 11475 w 16393"/>
                <a:gd name="connsiteY9" fmla="*/ 327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393" h="11475">
                  <a:moveTo>
                    <a:pt x="16393" y="1639"/>
                  </a:moveTo>
                  <a:lnTo>
                    <a:pt x="16393" y="0"/>
                  </a:lnTo>
                  <a:lnTo>
                    <a:pt x="13115" y="0"/>
                  </a:lnTo>
                  <a:lnTo>
                    <a:pt x="9836" y="3279"/>
                  </a:lnTo>
                  <a:lnTo>
                    <a:pt x="4918" y="6557"/>
                  </a:lnTo>
                  <a:lnTo>
                    <a:pt x="1639" y="8197"/>
                  </a:lnTo>
                  <a:lnTo>
                    <a:pt x="0" y="11475"/>
                  </a:lnTo>
                  <a:lnTo>
                    <a:pt x="4918" y="8197"/>
                  </a:lnTo>
                  <a:lnTo>
                    <a:pt x="8197" y="6557"/>
                  </a:lnTo>
                  <a:lnTo>
                    <a:pt x="11475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9" name="Freeform 2988">
              <a:extLst>
                <a:ext uri="{FF2B5EF4-FFF2-40B4-BE49-F238E27FC236}">
                  <a16:creationId xmlns:a16="http://schemas.microsoft.com/office/drawing/2014/main" id="{82BC6025-8F43-2440-9488-7B4F96634209}"/>
                </a:ext>
              </a:extLst>
            </p:cNvPr>
            <p:cNvSpPr/>
            <p:nvPr/>
          </p:nvSpPr>
          <p:spPr>
            <a:xfrm>
              <a:off x="910777" y="1477204"/>
              <a:ext cx="1639" cy="4918"/>
            </a:xfrm>
            <a:custGeom>
              <a:avLst/>
              <a:gdLst>
                <a:gd name="connsiteX0" fmla="*/ 1639 w 1639"/>
                <a:gd name="connsiteY0" fmla="*/ 0 h 4918"/>
                <a:gd name="connsiteX1" fmla="*/ 0 w 1639"/>
                <a:gd name="connsiteY1" fmla="*/ 0 h 4918"/>
                <a:gd name="connsiteX2" fmla="*/ 0 w 1639"/>
                <a:gd name="connsiteY2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4918">
                  <a:moveTo>
                    <a:pt x="1639" y="0"/>
                  </a:moveTo>
                  <a:lnTo>
                    <a:pt x="0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0" name="Freeform 2989">
              <a:extLst>
                <a:ext uri="{FF2B5EF4-FFF2-40B4-BE49-F238E27FC236}">
                  <a16:creationId xmlns:a16="http://schemas.microsoft.com/office/drawing/2014/main" id="{EEEA145D-3505-8344-AE39-4DE481AE8B6B}"/>
                </a:ext>
              </a:extLst>
            </p:cNvPr>
            <p:cNvSpPr/>
            <p:nvPr/>
          </p:nvSpPr>
          <p:spPr>
            <a:xfrm>
              <a:off x="915695" y="1478843"/>
              <a:ext cx="4918" cy="1639"/>
            </a:xfrm>
            <a:custGeom>
              <a:avLst/>
              <a:gdLst>
                <a:gd name="connsiteX0" fmla="*/ 4918 w 4918"/>
                <a:gd name="connsiteY0" fmla="*/ 0 h 1639"/>
                <a:gd name="connsiteX1" fmla="*/ 3279 w 4918"/>
                <a:gd name="connsiteY1" fmla="*/ 0 h 1639"/>
                <a:gd name="connsiteX2" fmla="*/ 0 w 491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4918" y="0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1" name="Freeform 2990">
              <a:extLst>
                <a:ext uri="{FF2B5EF4-FFF2-40B4-BE49-F238E27FC236}">
                  <a16:creationId xmlns:a16="http://schemas.microsoft.com/office/drawing/2014/main" id="{CF76F03A-72DC-4040-AD84-F99FAEB031A6}"/>
                </a:ext>
              </a:extLst>
            </p:cNvPr>
            <p:cNvSpPr/>
            <p:nvPr/>
          </p:nvSpPr>
          <p:spPr>
            <a:xfrm>
              <a:off x="915695" y="1470647"/>
              <a:ext cx="9835" cy="4918"/>
            </a:xfrm>
            <a:custGeom>
              <a:avLst/>
              <a:gdLst>
                <a:gd name="connsiteX0" fmla="*/ 9836 w 9835"/>
                <a:gd name="connsiteY0" fmla="*/ 0 h 4918"/>
                <a:gd name="connsiteX1" fmla="*/ 8197 w 9835"/>
                <a:gd name="connsiteY1" fmla="*/ 0 h 4918"/>
                <a:gd name="connsiteX2" fmla="*/ 4918 w 9835"/>
                <a:gd name="connsiteY2" fmla="*/ 1639 h 4918"/>
                <a:gd name="connsiteX3" fmla="*/ 0 w 9835"/>
                <a:gd name="connsiteY3" fmla="*/ 4918 h 4918"/>
                <a:gd name="connsiteX4" fmla="*/ 4918 w 9835"/>
                <a:gd name="connsiteY4" fmla="*/ 4918 h 4918"/>
                <a:gd name="connsiteX5" fmla="*/ 8197 w 9835"/>
                <a:gd name="connsiteY5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5" h="4918">
                  <a:moveTo>
                    <a:pt x="9836" y="0"/>
                  </a:moveTo>
                  <a:lnTo>
                    <a:pt x="8197" y="0"/>
                  </a:lnTo>
                  <a:lnTo>
                    <a:pt x="4918" y="1639"/>
                  </a:lnTo>
                  <a:lnTo>
                    <a:pt x="0" y="4918"/>
                  </a:lnTo>
                  <a:lnTo>
                    <a:pt x="4918" y="4918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2" name="Freeform 2991">
              <a:extLst>
                <a:ext uri="{FF2B5EF4-FFF2-40B4-BE49-F238E27FC236}">
                  <a16:creationId xmlns:a16="http://schemas.microsoft.com/office/drawing/2014/main" id="{CC54BE03-20AC-844E-8F1C-5990D9D41D5A}"/>
                </a:ext>
              </a:extLst>
            </p:cNvPr>
            <p:cNvSpPr/>
            <p:nvPr/>
          </p:nvSpPr>
          <p:spPr>
            <a:xfrm>
              <a:off x="937007" y="1488679"/>
              <a:ext cx="22950" cy="9835"/>
            </a:xfrm>
            <a:custGeom>
              <a:avLst/>
              <a:gdLst>
                <a:gd name="connsiteX0" fmla="*/ 22951 w 22950"/>
                <a:gd name="connsiteY0" fmla="*/ 3279 h 9835"/>
                <a:gd name="connsiteX1" fmla="*/ 22951 w 22950"/>
                <a:gd name="connsiteY1" fmla="*/ 1639 h 9835"/>
                <a:gd name="connsiteX2" fmla="*/ 18033 w 22950"/>
                <a:gd name="connsiteY2" fmla="*/ 1639 h 9835"/>
                <a:gd name="connsiteX3" fmla="*/ 14754 w 22950"/>
                <a:gd name="connsiteY3" fmla="*/ 0 h 9835"/>
                <a:gd name="connsiteX4" fmla="*/ 11475 w 22950"/>
                <a:gd name="connsiteY4" fmla="*/ 0 h 9835"/>
                <a:gd name="connsiteX5" fmla="*/ 6557 w 22950"/>
                <a:gd name="connsiteY5" fmla="*/ 1639 h 9835"/>
                <a:gd name="connsiteX6" fmla="*/ 3279 w 22950"/>
                <a:gd name="connsiteY6" fmla="*/ 4918 h 9835"/>
                <a:gd name="connsiteX7" fmla="*/ 6557 w 22950"/>
                <a:gd name="connsiteY7" fmla="*/ 4918 h 9835"/>
                <a:gd name="connsiteX8" fmla="*/ 3279 w 22950"/>
                <a:gd name="connsiteY8" fmla="*/ 6557 h 9835"/>
                <a:gd name="connsiteX9" fmla="*/ 0 w 22950"/>
                <a:gd name="connsiteY9" fmla="*/ 9836 h 9835"/>
                <a:gd name="connsiteX10" fmla="*/ 3279 w 22950"/>
                <a:gd name="connsiteY10" fmla="*/ 8197 h 9835"/>
                <a:gd name="connsiteX11" fmla="*/ 6557 w 22950"/>
                <a:gd name="connsiteY11" fmla="*/ 6557 h 9835"/>
                <a:gd name="connsiteX12" fmla="*/ 11475 w 22950"/>
                <a:gd name="connsiteY12" fmla="*/ 6557 h 9835"/>
                <a:gd name="connsiteX13" fmla="*/ 14754 w 22950"/>
                <a:gd name="connsiteY13" fmla="*/ 4918 h 9835"/>
                <a:gd name="connsiteX14" fmla="*/ 18033 w 22950"/>
                <a:gd name="connsiteY14" fmla="*/ 4918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950" h="9835">
                  <a:moveTo>
                    <a:pt x="22951" y="3279"/>
                  </a:moveTo>
                  <a:lnTo>
                    <a:pt x="22951" y="1639"/>
                  </a:lnTo>
                  <a:lnTo>
                    <a:pt x="18033" y="1639"/>
                  </a:lnTo>
                  <a:lnTo>
                    <a:pt x="14754" y="0"/>
                  </a:lnTo>
                  <a:lnTo>
                    <a:pt x="11475" y="0"/>
                  </a:lnTo>
                  <a:lnTo>
                    <a:pt x="6557" y="1639"/>
                  </a:lnTo>
                  <a:lnTo>
                    <a:pt x="3279" y="4918"/>
                  </a:lnTo>
                  <a:lnTo>
                    <a:pt x="6557" y="4918"/>
                  </a:lnTo>
                  <a:lnTo>
                    <a:pt x="3279" y="6557"/>
                  </a:lnTo>
                  <a:lnTo>
                    <a:pt x="0" y="9836"/>
                  </a:lnTo>
                  <a:lnTo>
                    <a:pt x="3279" y="8197"/>
                  </a:lnTo>
                  <a:lnTo>
                    <a:pt x="6557" y="6557"/>
                  </a:lnTo>
                  <a:lnTo>
                    <a:pt x="11475" y="6557"/>
                  </a:lnTo>
                  <a:lnTo>
                    <a:pt x="14754" y="4918"/>
                  </a:lnTo>
                  <a:lnTo>
                    <a:pt x="18033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3" name="Freeform 2992">
              <a:extLst>
                <a:ext uri="{FF2B5EF4-FFF2-40B4-BE49-F238E27FC236}">
                  <a16:creationId xmlns:a16="http://schemas.microsoft.com/office/drawing/2014/main" id="{1466B8B1-156E-8A46-97A1-1ED89AC69813}"/>
                </a:ext>
              </a:extLst>
            </p:cNvPr>
            <p:cNvSpPr/>
            <p:nvPr/>
          </p:nvSpPr>
          <p:spPr>
            <a:xfrm>
              <a:off x="945204" y="1470647"/>
              <a:ext cx="6557" cy="3278"/>
            </a:xfrm>
            <a:custGeom>
              <a:avLst/>
              <a:gdLst>
                <a:gd name="connsiteX0" fmla="*/ 6557 w 6557"/>
                <a:gd name="connsiteY0" fmla="*/ 1639 h 3278"/>
                <a:gd name="connsiteX1" fmla="*/ 6557 w 6557"/>
                <a:gd name="connsiteY1" fmla="*/ 0 h 3278"/>
                <a:gd name="connsiteX2" fmla="*/ 3279 w 6557"/>
                <a:gd name="connsiteY2" fmla="*/ 1639 h 3278"/>
                <a:gd name="connsiteX3" fmla="*/ 0 w 6557"/>
                <a:gd name="connsiteY3" fmla="*/ 1639 h 3278"/>
                <a:gd name="connsiteX4" fmla="*/ 3279 w 6557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6557" y="1639"/>
                  </a:moveTo>
                  <a:lnTo>
                    <a:pt x="6557" y="0"/>
                  </a:lnTo>
                  <a:lnTo>
                    <a:pt x="3279" y="1639"/>
                  </a:ln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4" name="Freeform 2993">
              <a:extLst>
                <a:ext uri="{FF2B5EF4-FFF2-40B4-BE49-F238E27FC236}">
                  <a16:creationId xmlns:a16="http://schemas.microsoft.com/office/drawing/2014/main" id="{F5027CAB-7CE6-F846-A345-01AFCD7FC8DA}"/>
                </a:ext>
              </a:extLst>
            </p:cNvPr>
            <p:cNvSpPr/>
            <p:nvPr/>
          </p:nvSpPr>
          <p:spPr>
            <a:xfrm>
              <a:off x="958318" y="1483761"/>
              <a:ext cx="19672" cy="4918"/>
            </a:xfrm>
            <a:custGeom>
              <a:avLst/>
              <a:gdLst>
                <a:gd name="connsiteX0" fmla="*/ 19672 w 19672"/>
                <a:gd name="connsiteY0" fmla="*/ 1639 h 4918"/>
                <a:gd name="connsiteX1" fmla="*/ 19672 w 19672"/>
                <a:gd name="connsiteY1" fmla="*/ 0 h 4918"/>
                <a:gd name="connsiteX2" fmla="*/ 16393 w 19672"/>
                <a:gd name="connsiteY2" fmla="*/ 0 h 4918"/>
                <a:gd name="connsiteX3" fmla="*/ 11475 w 19672"/>
                <a:gd name="connsiteY3" fmla="*/ 1639 h 4918"/>
                <a:gd name="connsiteX4" fmla="*/ 8197 w 19672"/>
                <a:gd name="connsiteY4" fmla="*/ 1639 h 4918"/>
                <a:gd name="connsiteX5" fmla="*/ 3279 w 19672"/>
                <a:gd name="connsiteY5" fmla="*/ 3279 h 4918"/>
                <a:gd name="connsiteX6" fmla="*/ 0 w 19672"/>
                <a:gd name="connsiteY6" fmla="*/ 4918 h 4918"/>
                <a:gd name="connsiteX7" fmla="*/ 3279 w 19672"/>
                <a:gd name="connsiteY7" fmla="*/ 4918 h 4918"/>
                <a:gd name="connsiteX8" fmla="*/ 8197 w 19672"/>
                <a:gd name="connsiteY8" fmla="*/ 4918 h 4918"/>
                <a:gd name="connsiteX9" fmla="*/ 11475 w 19672"/>
                <a:gd name="connsiteY9" fmla="*/ 3279 h 4918"/>
                <a:gd name="connsiteX10" fmla="*/ 14754 w 19672"/>
                <a:gd name="connsiteY10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72" h="4918">
                  <a:moveTo>
                    <a:pt x="19672" y="1639"/>
                  </a:moveTo>
                  <a:lnTo>
                    <a:pt x="19672" y="0"/>
                  </a:lnTo>
                  <a:lnTo>
                    <a:pt x="16393" y="0"/>
                  </a:lnTo>
                  <a:lnTo>
                    <a:pt x="11475" y="1639"/>
                  </a:lnTo>
                  <a:lnTo>
                    <a:pt x="8197" y="1639"/>
                  </a:lnTo>
                  <a:lnTo>
                    <a:pt x="3279" y="3279"/>
                  </a:lnTo>
                  <a:lnTo>
                    <a:pt x="0" y="4918"/>
                  </a:lnTo>
                  <a:lnTo>
                    <a:pt x="3279" y="4918"/>
                  </a:lnTo>
                  <a:lnTo>
                    <a:pt x="8197" y="4918"/>
                  </a:lnTo>
                  <a:lnTo>
                    <a:pt x="11475" y="3279"/>
                  </a:lnTo>
                  <a:lnTo>
                    <a:pt x="14754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5" name="Freeform 2994">
              <a:extLst>
                <a:ext uri="{FF2B5EF4-FFF2-40B4-BE49-F238E27FC236}">
                  <a16:creationId xmlns:a16="http://schemas.microsoft.com/office/drawing/2014/main" id="{D0AE0B6E-86FF-1C43-87AE-668660BA755B}"/>
                </a:ext>
              </a:extLst>
            </p:cNvPr>
            <p:cNvSpPr/>
            <p:nvPr/>
          </p:nvSpPr>
          <p:spPr>
            <a:xfrm>
              <a:off x="981269" y="1508351"/>
              <a:ext cx="18032" cy="6557"/>
            </a:xfrm>
            <a:custGeom>
              <a:avLst/>
              <a:gdLst>
                <a:gd name="connsiteX0" fmla="*/ 16393 w 18032"/>
                <a:gd name="connsiteY0" fmla="*/ 0 h 6557"/>
                <a:gd name="connsiteX1" fmla="*/ 14754 w 18032"/>
                <a:gd name="connsiteY1" fmla="*/ 0 h 6557"/>
                <a:gd name="connsiteX2" fmla="*/ 11475 w 18032"/>
                <a:gd name="connsiteY2" fmla="*/ 1639 h 6557"/>
                <a:gd name="connsiteX3" fmla="*/ 6557 w 18032"/>
                <a:gd name="connsiteY3" fmla="*/ 3279 h 6557"/>
                <a:gd name="connsiteX4" fmla="*/ 3279 w 18032"/>
                <a:gd name="connsiteY4" fmla="*/ 4918 h 6557"/>
                <a:gd name="connsiteX5" fmla="*/ 0 w 18032"/>
                <a:gd name="connsiteY5" fmla="*/ 6557 h 6557"/>
                <a:gd name="connsiteX6" fmla="*/ 3279 w 18032"/>
                <a:gd name="connsiteY6" fmla="*/ 4918 h 6557"/>
                <a:gd name="connsiteX7" fmla="*/ 6557 w 18032"/>
                <a:gd name="connsiteY7" fmla="*/ 3279 h 6557"/>
                <a:gd name="connsiteX8" fmla="*/ 11475 w 18032"/>
                <a:gd name="connsiteY8" fmla="*/ 1639 h 6557"/>
                <a:gd name="connsiteX9" fmla="*/ 14754 w 18032"/>
                <a:gd name="connsiteY9" fmla="*/ 1639 h 6557"/>
                <a:gd name="connsiteX10" fmla="*/ 18033 w 18032"/>
                <a:gd name="connsiteY10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032" h="6557">
                  <a:moveTo>
                    <a:pt x="16393" y="0"/>
                  </a:moveTo>
                  <a:lnTo>
                    <a:pt x="14754" y="0"/>
                  </a:lnTo>
                  <a:lnTo>
                    <a:pt x="11475" y="1639"/>
                  </a:lnTo>
                  <a:lnTo>
                    <a:pt x="6557" y="3279"/>
                  </a:lnTo>
                  <a:lnTo>
                    <a:pt x="3279" y="4918"/>
                  </a:lnTo>
                  <a:lnTo>
                    <a:pt x="0" y="6557"/>
                  </a:lnTo>
                  <a:lnTo>
                    <a:pt x="3279" y="4918"/>
                  </a:lnTo>
                  <a:lnTo>
                    <a:pt x="6557" y="3279"/>
                  </a:lnTo>
                  <a:lnTo>
                    <a:pt x="11475" y="1639"/>
                  </a:lnTo>
                  <a:lnTo>
                    <a:pt x="14754" y="1639"/>
                  </a:lnTo>
                  <a:lnTo>
                    <a:pt x="18033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6" name="Freeform 2995">
              <a:extLst>
                <a:ext uri="{FF2B5EF4-FFF2-40B4-BE49-F238E27FC236}">
                  <a16:creationId xmlns:a16="http://schemas.microsoft.com/office/drawing/2014/main" id="{E6C28BA7-F46D-C84E-83CC-E37705A76CC0}"/>
                </a:ext>
              </a:extLst>
            </p:cNvPr>
            <p:cNvSpPr/>
            <p:nvPr/>
          </p:nvSpPr>
          <p:spPr>
            <a:xfrm>
              <a:off x="982908" y="1491958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8197 w 8196"/>
                <a:gd name="connsiteY1" fmla="*/ 0 h 3278"/>
                <a:gd name="connsiteX2" fmla="*/ 4918 w 8196"/>
                <a:gd name="connsiteY2" fmla="*/ 1639 h 3278"/>
                <a:gd name="connsiteX3" fmla="*/ 0 w 8196"/>
                <a:gd name="connsiteY3" fmla="*/ 3279 h 3278"/>
                <a:gd name="connsiteX4" fmla="*/ 3279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8197" y="0"/>
                  </a:lnTo>
                  <a:lnTo>
                    <a:pt x="4918" y="1639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7" name="Freeform 2996">
              <a:extLst>
                <a:ext uri="{FF2B5EF4-FFF2-40B4-BE49-F238E27FC236}">
                  <a16:creationId xmlns:a16="http://schemas.microsoft.com/office/drawing/2014/main" id="{EA68C9F3-972E-FC44-BEFA-D92DC4595513}"/>
                </a:ext>
              </a:extLst>
            </p:cNvPr>
            <p:cNvSpPr/>
            <p:nvPr/>
          </p:nvSpPr>
          <p:spPr>
            <a:xfrm>
              <a:off x="1173071" y="1575564"/>
              <a:ext cx="59016" cy="54097"/>
            </a:xfrm>
            <a:custGeom>
              <a:avLst/>
              <a:gdLst>
                <a:gd name="connsiteX0" fmla="*/ 19672 w 59016"/>
                <a:gd name="connsiteY0" fmla="*/ 34426 h 54097"/>
                <a:gd name="connsiteX1" fmla="*/ 22951 w 59016"/>
                <a:gd name="connsiteY1" fmla="*/ 32787 h 54097"/>
                <a:gd name="connsiteX2" fmla="*/ 27869 w 59016"/>
                <a:gd name="connsiteY2" fmla="*/ 32787 h 54097"/>
                <a:gd name="connsiteX3" fmla="*/ 22951 w 59016"/>
                <a:gd name="connsiteY3" fmla="*/ 34426 h 54097"/>
                <a:gd name="connsiteX4" fmla="*/ 19672 w 59016"/>
                <a:gd name="connsiteY4" fmla="*/ 34426 h 54097"/>
                <a:gd name="connsiteX5" fmla="*/ 18033 w 59016"/>
                <a:gd name="connsiteY5" fmla="*/ 39344 h 54097"/>
                <a:gd name="connsiteX6" fmla="*/ 22951 w 59016"/>
                <a:gd name="connsiteY6" fmla="*/ 39344 h 54097"/>
                <a:gd name="connsiteX7" fmla="*/ 18033 w 59016"/>
                <a:gd name="connsiteY7" fmla="*/ 39344 h 54097"/>
                <a:gd name="connsiteX8" fmla="*/ 14754 w 59016"/>
                <a:gd name="connsiteY8" fmla="*/ 39344 h 54097"/>
                <a:gd name="connsiteX9" fmla="*/ 11475 w 59016"/>
                <a:gd name="connsiteY9" fmla="*/ 42623 h 54097"/>
                <a:gd name="connsiteX10" fmla="*/ 6557 w 59016"/>
                <a:gd name="connsiteY10" fmla="*/ 45901 h 54097"/>
                <a:gd name="connsiteX11" fmla="*/ 3279 w 59016"/>
                <a:gd name="connsiteY11" fmla="*/ 49180 h 54097"/>
                <a:gd name="connsiteX12" fmla="*/ 0 w 59016"/>
                <a:gd name="connsiteY12" fmla="*/ 52459 h 54097"/>
                <a:gd name="connsiteX13" fmla="*/ 3279 w 59016"/>
                <a:gd name="connsiteY13" fmla="*/ 54098 h 54097"/>
                <a:gd name="connsiteX14" fmla="*/ 8197 w 59016"/>
                <a:gd name="connsiteY14" fmla="*/ 52459 h 54097"/>
                <a:gd name="connsiteX15" fmla="*/ 11475 w 59016"/>
                <a:gd name="connsiteY15" fmla="*/ 49180 h 54097"/>
                <a:gd name="connsiteX16" fmla="*/ 14754 w 59016"/>
                <a:gd name="connsiteY16" fmla="*/ 47541 h 54097"/>
                <a:gd name="connsiteX17" fmla="*/ 19672 w 59016"/>
                <a:gd name="connsiteY17" fmla="*/ 47541 h 54097"/>
                <a:gd name="connsiteX18" fmla="*/ 22951 w 59016"/>
                <a:gd name="connsiteY18" fmla="*/ 44262 h 54097"/>
                <a:gd name="connsiteX19" fmla="*/ 26229 w 59016"/>
                <a:gd name="connsiteY19" fmla="*/ 40983 h 54097"/>
                <a:gd name="connsiteX20" fmla="*/ 29508 w 59016"/>
                <a:gd name="connsiteY20" fmla="*/ 40983 h 54097"/>
                <a:gd name="connsiteX21" fmla="*/ 34426 w 59016"/>
                <a:gd name="connsiteY21" fmla="*/ 40983 h 54097"/>
                <a:gd name="connsiteX22" fmla="*/ 37705 w 59016"/>
                <a:gd name="connsiteY22" fmla="*/ 37705 h 54097"/>
                <a:gd name="connsiteX23" fmla="*/ 34426 w 59016"/>
                <a:gd name="connsiteY23" fmla="*/ 36065 h 54097"/>
                <a:gd name="connsiteX24" fmla="*/ 37705 w 59016"/>
                <a:gd name="connsiteY24" fmla="*/ 36065 h 54097"/>
                <a:gd name="connsiteX25" fmla="*/ 40983 w 59016"/>
                <a:gd name="connsiteY25" fmla="*/ 32787 h 54097"/>
                <a:gd name="connsiteX26" fmla="*/ 44262 w 59016"/>
                <a:gd name="connsiteY26" fmla="*/ 29508 h 54097"/>
                <a:gd name="connsiteX27" fmla="*/ 44262 w 59016"/>
                <a:gd name="connsiteY27" fmla="*/ 24590 h 54097"/>
                <a:gd name="connsiteX28" fmla="*/ 44262 w 59016"/>
                <a:gd name="connsiteY28" fmla="*/ 21311 h 54097"/>
                <a:gd name="connsiteX29" fmla="*/ 45901 w 59016"/>
                <a:gd name="connsiteY29" fmla="*/ 18033 h 54097"/>
                <a:gd name="connsiteX30" fmla="*/ 49180 w 59016"/>
                <a:gd name="connsiteY30" fmla="*/ 14754 h 54097"/>
                <a:gd name="connsiteX31" fmla="*/ 50820 w 59016"/>
                <a:gd name="connsiteY31" fmla="*/ 11475 h 54097"/>
                <a:gd name="connsiteX32" fmla="*/ 52459 w 59016"/>
                <a:gd name="connsiteY32" fmla="*/ 14754 h 54097"/>
                <a:gd name="connsiteX33" fmla="*/ 49180 w 59016"/>
                <a:gd name="connsiteY33" fmla="*/ 19672 h 54097"/>
                <a:gd name="connsiteX34" fmla="*/ 49180 w 59016"/>
                <a:gd name="connsiteY34" fmla="*/ 22951 h 54097"/>
                <a:gd name="connsiteX35" fmla="*/ 45901 w 59016"/>
                <a:gd name="connsiteY35" fmla="*/ 26229 h 54097"/>
                <a:gd name="connsiteX36" fmla="*/ 45901 w 59016"/>
                <a:gd name="connsiteY36" fmla="*/ 29508 h 54097"/>
                <a:gd name="connsiteX37" fmla="*/ 49180 w 59016"/>
                <a:gd name="connsiteY37" fmla="*/ 26229 h 54097"/>
                <a:gd name="connsiteX38" fmla="*/ 52459 w 59016"/>
                <a:gd name="connsiteY38" fmla="*/ 22951 h 54097"/>
                <a:gd name="connsiteX39" fmla="*/ 54098 w 59016"/>
                <a:gd name="connsiteY39" fmla="*/ 19672 h 54097"/>
                <a:gd name="connsiteX40" fmla="*/ 55737 w 59016"/>
                <a:gd name="connsiteY40" fmla="*/ 14754 h 54097"/>
                <a:gd name="connsiteX41" fmla="*/ 55737 w 59016"/>
                <a:gd name="connsiteY41" fmla="*/ 11475 h 54097"/>
                <a:gd name="connsiteX42" fmla="*/ 59016 w 59016"/>
                <a:gd name="connsiteY42" fmla="*/ 8197 h 54097"/>
                <a:gd name="connsiteX43" fmla="*/ 55737 w 59016"/>
                <a:gd name="connsiteY43" fmla="*/ 8197 h 54097"/>
                <a:gd name="connsiteX44" fmla="*/ 50820 w 59016"/>
                <a:gd name="connsiteY44" fmla="*/ 6557 h 54097"/>
                <a:gd name="connsiteX45" fmla="*/ 47541 w 59016"/>
                <a:gd name="connsiteY45" fmla="*/ 6557 h 54097"/>
                <a:gd name="connsiteX46" fmla="*/ 44262 w 59016"/>
                <a:gd name="connsiteY46" fmla="*/ 6557 h 54097"/>
                <a:gd name="connsiteX47" fmla="*/ 44262 w 59016"/>
                <a:gd name="connsiteY47" fmla="*/ 3279 h 54097"/>
                <a:gd name="connsiteX48" fmla="*/ 45901 w 59016"/>
                <a:gd name="connsiteY48" fmla="*/ 0 h 54097"/>
                <a:gd name="connsiteX49" fmla="*/ 42623 w 59016"/>
                <a:gd name="connsiteY49" fmla="*/ 0 h 54097"/>
                <a:gd name="connsiteX50" fmla="*/ 39344 w 59016"/>
                <a:gd name="connsiteY50" fmla="*/ 3279 h 54097"/>
                <a:gd name="connsiteX51" fmla="*/ 37705 w 59016"/>
                <a:gd name="connsiteY51" fmla="*/ 8197 h 54097"/>
                <a:gd name="connsiteX52" fmla="*/ 42623 w 59016"/>
                <a:gd name="connsiteY52" fmla="*/ 6557 h 54097"/>
                <a:gd name="connsiteX53" fmla="*/ 37705 w 59016"/>
                <a:gd name="connsiteY53" fmla="*/ 9836 h 54097"/>
                <a:gd name="connsiteX54" fmla="*/ 34426 w 59016"/>
                <a:gd name="connsiteY54" fmla="*/ 13114 h 54097"/>
                <a:gd name="connsiteX55" fmla="*/ 32787 w 59016"/>
                <a:gd name="connsiteY55" fmla="*/ 16393 h 54097"/>
                <a:gd name="connsiteX56" fmla="*/ 29508 w 59016"/>
                <a:gd name="connsiteY56" fmla="*/ 19672 h 54097"/>
                <a:gd name="connsiteX57" fmla="*/ 26229 w 59016"/>
                <a:gd name="connsiteY57" fmla="*/ 24590 h 54097"/>
                <a:gd name="connsiteX58" fmla="*/ 22951 w 59016"/>
                <a:gd name="connsiteY58" fmla="*/ 27869 h 54097"/>
                <a:gd name="connsiteX59" fmla="*/ 21311 w 59016"/>
                <a:gd name="connsiteY59" fmla="*/ 31147 h 5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59016" h="54097">
                  <a:moveTo>
                    <a:pt x="19672" y="34426"/>
                  </a:moveTo>
                  <a:lnTo>
                    <a:pt x="22951" y="32787"/>
                  </a:lnTo>
                  <a:lnTo>
                    <a:pt x="27869" y="32787"/>
                  </a:lnTo>
                  <a:lnTo>
                    <a:pt x="22951" y="34426"/>
                  </a:lnTo>
                  <a:lnTo>
                    <a:pt x="19672" y="34426"/>
                  </a:lnTo>
                  <a:lnTo>
                    <a:pt x="18033" y="39344"/>
                  </a:lnTo>
                  <a:lnTo>
                    <a:pt x="22951" y="39344"/>
                  </a:lnTo>
                  <a:lnTo>
                    <a:pt x="18033" y="39344"/>
                  </a:lnTo>
                  <a:lnTo>
                    <a:pt x="14754" y="39344"/>
                  </a:lnTo>
                  <a:lnTo>
                    <a:pt x="11475" y="42623"/>
                  </a:lnTo>
                  <a:lnTo>
                    <a:pt x="6557" y="45901"/>
                  </a:lnTo>
                  <a:lnTo>
                    <a:pt x="3279" y="49180"/>
                  </a:lnTo>
                  <a:lnTo>
                    <a:pt x="0" y="52459"/>
                  </a:lnTo>
                  <a:lnTo>
                    <a:pt x="3279" y="54098"/>
                  </a:lnTo>
                  <a:lnTo>
                    <a:pt x="8197" y="52459"/>
                  </a:lnTo>
                  <a:lnTo>
                    <a:pt x="11475" y="49180"/>
                  </a:lnTo>
                  <a:lnTo>
                    <a:pt x="14754" y="47541"/>
                  </a:lnTo>
                  <a:lnTo>
                    <a:pt x="19672" y="47541"/>
                  </a:lnTo>
                  <a:lnTo>
                    <a:pt x="22951" y="44262"/>
                  </a:lnTo>
                  <a:lnTo>
                    <a:pt x="26229" y="40983"/>
                  </a:lnTo>
                  <a:lnTo>
                    <a:pt x="29508" y="40983"/>
                  </a:lnTo>
                  <a:lnTo>
                    <a:pt x="34426" y="40983"/>
                  </a:lnTo>
                  <a:lnTo>
                    <a:pt x="37705" y="37705"/>
                  </a:lnTo>
                  <a:lnTo>
                    <a:pt x="34426" y="36065"/>
                  </a:lnTo>
                  <a:lnTo>
                    <a:pt x="37705" y="36065"/>
                  </a:lnTo>
                  <a:lnTo>
                    <a:pt x="40983" y="32787"/>
                  </a:lnTo>
                  <a:lnTo>
                    <a:pt x="44262" y="29508"/>
                  </a:lnTo>
                  <a:lnTo>
                    <a:pt x="44262" y="24590"/>
                  </a:lnTo>
                  <a:lnTo>
                    <a:pt x="44262" y="21311"/>
                  </a:lnTo>
                  <a:lnTo>
                    <a:pt x="45901" y="18033"/>
                  </a:lnTo>
                  <a:lnTo>
                    <a:pt x="49180" y="14754"/>
                  </a:lnTo>
                  <a:lnTo>
                    <a:pt x="50820" y="11475"/>
                  </a:lnTo>
                  <a:lnTo>
                    <a:pt x="52459" y="14754"/>
                  </a:lnTo>
                  <a:lnTo>
                    <a:pt x="49180" y="19672"/>
                  </a:lnTo>
                  <a:lnTo>
                    <a:pt x="49180" y="22951"/>
                  </a:lnTo>
                  <a:lnTo>
                    <a:pt x="45901" y="26229"/>
                  </a:lnTo>
                  <a:lnTo>
                    <a:pt x="45901" y="29508"/>
                  </a:lnTo>
                  <a:lnTo>
                    <a:pt x="49180" y="26229"/>
                  </a:lnTo>
                  <a:lnTo>
                    <a:pt x="52459" y="22951"/>
                  </a:lnTo>
                  <a:lnTo>
                    <a:pt x="54098" y="19672"/>
                  </a:lnTo>
                  <a:lnTo>
                    <a:pt x="55737" y="14754"/>
                  </a:lnTo>
                  <a:lnTo>
                    <a:pt x="55737" y="11475"/>
                  </a:lnTo>
                  <a:lnTo>
                    <a:pt x="59016" y="8197"/>
                  </a:lnTo>
                  <a:lnTo>
                    <a:pt x="55737" y="8197"/>
                  </a:lnTo>
                  <a:lnTo>
                    <a:pt x="50820" y="6557"/>
                  </a:lnTo>
                  <a:lnTo>
                    <a:pt x="47541" y="6557"/>
                  </a:lnTo>
                  <a:lnTo>
                    <a:pt x="44262" y="6557"/>
                  </a:lnTo>
                  <a:lnTo>
                    <a:pt x="44262" y="3279"/>
                  </a:lnTo>
                  <a:lnTo>
                    <a:pt x="45901" y="0"/>
                  </a:lnTo>
                  <a:lnTo>
                    <a:pt x="42623" y="0"/>
                  </a:lnTo>
                  <a:lnTo>
                    <a:pt x="39344" y="3279"/>
                  </a:lnTo>
                  <a:lnTo>
                    <a:pt x="37705" y="8197"/>
                  </a:lnTo>
                  <a:lnTo>
                    <a:pt x="42623" y="6557"/>
                  </a:lnTo>
                  <a:lnTo>
                    <a:pt x="37705" y="9836"/>
                  </a:lnTo>
                  <a:lnTo>
                    <a:pt x="34426" y="13114"/>
                  </a:lnTo>
                  <a:lnTo>
                    <a:pt x="32787" y="16393"/>
                  </a:lnTo>
                  <a:lnTo>
                    <a:pt x="29508" y="19672"/>
                  </a:lnTo>
                  <a:lnTo>
                    <a:pt x="26229" y="24590"/>
                  </a:lnTo>
                  <a:lnTo>
                    <a:pt x="22951" y="27869"/>
                  </a:lnTo>
                  <a:lnTo>
                    <a:pt x="21311" y="3114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8" name="Freeform 2997">
              <a:extLst>
                <a:ext uri="{FF2B5EF4-FFF2-40B4-BE49-F238E27FC236}">
                  <a16:creationId xmlns:a16="http://schemas.microsoft.com/office/drawing/2014/main" id="{4D93110A-CD0D-7E44-96EF-2CDD689844AD}"/>
                </a:ext>
              </a:extLst>
            </p:cNvPr>
            <p:cNvSpPr/>
            <p:nvPr/>
          </p:nvSpPr>
          <p:spPr>
            <a:xfrm>
              <a:off x="1199301" y="1673924"/>
              <a:ext cx="37704" cy="29507"/>
            </a:xfrm>
            <a:custGeom>
              <a:avLst/>
              <a:gdLst>
                <a:gd name="connsiteX0" fmla="*/ 1639 w 37704"/>
                <a:gd name="connsiteY0" fmla="*/ 26229 h 29507"/>
                <a:gd name="connsiteX1" fmla="*/ 6557 w 37704"/>
                <a:gd name="connsiteY1" fmla="*/ 26229 h 29507"/>
                <a:gd name="connsiteX2" fmla="*/ 9836 w 37704"/>
                <a:gd name="connsiteY2" fmla="*/ 21311 h 29507"/>
                <a:gd name="connsiteX3" fmla="*/ 13115 w 37704"/>
                <a:gd name="connsiteY3" fmla="*/ 18033 h 29507"/>
                <a:gd name="connsiteX4" fmla="*/ 9836 w 37704"/>
                <a:gd name="connsiteY4" fmla="*/ 21311 h 29507"/>
                <a:gd name="connsiteX5" fmla="*/ 6557 w 37704"/>
                <a:gd name="connsiteY5" fmla="*/ 26229 h 29507"/>
                <a:gd name="connsiteX6" fmla="*/ 9836 w 37704"/>
                <a:gd name="connsiteY6" fmla="*/ 22951 h 29507"/>
                <a:gd name="connsiteX7" fmla="*/ 14754 w 37704"/>
                <a:gd name="connsiteY7" fmla="*/ 21311 h 29507"/>
                <a:gd name="connsiteX8" fmla="*/ 18033 w 37704"/>
                <a:gd name="connsiteY8" fmla="*/ 18033 h 29507"/>
                <a:gd name="connsiteX9" fmla="*/ 19672 w 37704"/>
                <a:gd name="connsiteY9" fmla="*/ 14754 h 29507"/>
                <a:gd name="connsiteX10" fmla="*/ 19672 w 37704"/>
                <a:gd name="connsiteY10" fmla="*/ 18033 h 29507"/>
                <a:gd name="connsiteX11" fmla="*/ 16393 w 37704"/>
                <a:gd name="connsiteY11" fmla="*/ 21311 h 29507"/>
                <a:gd name="connsiteX12" fmla="*/ 13115 w 37704"/>
                <a:gd name="connsiteY12" fmla="*/ 22951 h 29507"/>
                <a:gd name="connsiteX13" fmla="*/ 9836 w 37704"/>
                <a:gd name="connsiteY13" fmla="*/ 26229 h 29507"/>
                <a:gd name="connsiteX14" fmla="*/ 4918 w 37704"/>
                <a:gd name="connsiteY14" fmla="*/ 27869 h 29507"/>
                <a:gd name="connsiteX15" fmla="*/ 8197 w 37704"/>
                <a:gd name="connsiteY15" fmla="*/ 27869 h 29507"/>
                <a:gd name="connsiteX16" fmla="*/ 13115 w 37704"/>
                <a:gd name="connsiteY16" fmla="*/ 26229 h 29507"/>
                <a:gd name="connsiteX17" fmla="*/ 16393 w 37704"/>
                <a:gd name="connsiteY17" fmla="*/ 22951 h 29507"/>
                <a:gd name="connsiteX18" fmla="*/ 13115 w 37704"/>
                <a:gd name="connsiteY18" fmla="*/ 27869 h 29507"/>
                <a:gd name="connsiteX19" fmla="*/ 9836 w 37704"/>
                <a:gd name="connsiteY19" fmla="*/ 29508 h 29507"/>
                <a:gd name="connsiteX20" fmla="*/ 13115 w 37704"/>
                <a:gd name="connsiteY20" fmla="*/ 29508 h 29507"/>
                <a:gd name="connsiteX21" fmla="*/ 18033 w 37704"/>
                <a:gd name="connsiteY21" fmla="*/ 27869 h 29507"/>
                <a:gd name="connsiteX22" fmla="*/ 21311 w 37704"/>
                <a:gd name="connsiteY22" fmla="*/ 24590 h 29507"/>
                <a:gd name="connsiteX23" fmla="*/ 24590 w 37704"/>
                <a:gd name="connsiteY23" fmla="*/ 22951 h 29507"/>
                <a:gd name="connsiteX24" fmla="*/ 27869 w 37704"/>
                <a:gd name="connsiteY24" fmla="*/ 19672 h 29507"/>
                <a:gd name="connsiteX25" fmla="*/ 32787 w 37704"/>
                <a:gd name="connsiteY25" fmla="*/ 16393 h 29507"/>
                <a:gd name="connsiteX26" fmla="*/ 36065 w 37704"/>
                <a:gd name="connsiteY26" fmla="*/ 13114 h 29507"/>
                <a:gd name="connsiteX27" fmla="*/ 36065 w 37704"/>
                <a:gd name="connsiteY27" fmla="*/ 9836 h 29507"/>
                <a:gd name="connsiteX28" fmla="*/ 37705 w 37704"/>
                <a:gd name="connsiteY28" fmla="*/ 4918 h 29507"/>
                <a:gd name="connsiteX29" fmla="*/ 37705 w 37704"/>
                <a:gd name="connsiteY29" fmla="*/ 1639 h 29507"/>
                <a:gd name="connsiteX30" fmla="*/ 34426 w 37704"/>
                <a:gd name="connsiteY30" fmla="*/ 0 h 29507"/>
                <a:gd name="connsiteX31" fmla="*/ 31147 w 37704"/>
                <a:gd name="connsiteY31" fmla="*/ 0 h 29507"/>
                <a:gd name="connsiteX32" fmla="*/ 26229 w 37704"/>
                <a:gd name="connsiteY32" fmla="*/ 1639 h 29507"/>
                <a:gd name="connsiteX33" fmla="*/ 22951 w 37704"/>
                <a:gd name="connsiteY33" fmla="*/ 4918 h 29507"/>
                <a:gd name="connsiteX34" fmla="*/ 19672 w 37704"/>
                <a:gd name="connsiteY34" fmla="*/ 4918 h 29507"/>
                <a:gd name="connsiteX35" fmla="*/ 22951 w 37704"/>
                <a:gd name="connsiteY35" fmla="*/ 4918 h 29507"/>
                <a:gd name="connsiteX36" fmla="*/ 19672 w 37704"/>
                <a:gd name="connsiteY36" fmla="*/ 6557 h 29507"/>
                <a:gd name="connsiteX37" fmla="*/ 16393 w 37704"/>
                <a:gd name="connsiteY37" fmla="*/ 8197 h 29507"/>
                <a:gd name="connsiteX38" fmla="*/ 19672 w 37704"/>
                <a:gd name="connsiteY38" fmla="*/ 9836 h 29507"/>
                <a:gd name="connsiteX39" fmla="*/ 16393 w 37704"/>
                <a:gd name="connsiteY39" fmla="*/ 9836 h 29507"/>
                <a:gd name="connsiteX40" fmla="*/ 11475 w 37704"/>
                <a:gd name="connsiteY40" fmla="*/ 11475 h 29507"/>
                <a:gd name="connsiteX41" fmla="*/ 11475 w 37704"/>
                <a:gd name="connsiteY41" fmla="*/ 16393 h 29507"/>
                <a:gd name="connsiteX42" fmla="*/ 6557 w 37704"/>
                <a:gd name="connsiteY42" fmla="*/ 16393 h 29507"/>
                <a:gd name="connsiteX43" fmla="*/ 3279 w 37704"/>
                <a:gd name="connsiteY43" fmla="*/ 19672 h 29507"/>
                <a:gd name="connsiteX44" fmla="*/ 0 w 37704"/>
                <a:gd name="connsiteY44" fmla="*/ 22951 h 29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7704" h="29507">
                  <a:moveTo>
                    <a:pt x="1639" y="26229"/>
                  </a:moveTo>
                  <a:lnTo>
                    <a:pt x="6557" y="26229"/>
                  </a:lnTo>
                  <a:lnTo>
                    <a:pt x="9836" y="21311"/>
                  </a:lnTo>
                  <a:lnTo>
                    <a:pt x="13115" y="18033"/>
                  </a:lnTo>
                  <a:lnTo>
                    <a:pt x="9836" y="21311"/>
                  </a:lnTo>
                  <a:lnTo>
                    <a:pt x="6557" y="26229"/>
                  </a:lnTo>
                  <a:lnTo>
                    <a:pt x="9836" y="22951"/>
                  </a:lnTo>
                  <a:lnTo>
                    <a:pt x="14754" y="21311"/>
                  </a:lnTo>
                  <a:lnTo>
                    <a:pt x="18033" y="18033"/>
                  </a:lnTo>
                  <a:lnTo>
                    <a:pt x="19672" y="14754"/>
                  </a:lnTo>
                  <a:lnTo>
                    <a:pt x="19672" y="18033"/>
                  </a:lnTo>
                  <a:lnTo>
                    <a:pt x="16393" y="21311"/>
                  </a:lnTo>
                  <a:lnTo>
                    <a:pt x="13115" y="22951"/>
                  </a:lnTo>
                  <a:lnTo>
                    <a:pt x="9836" y="26229"/>
                  </a:lnTo>
                  <a:lnTo>
                    <a:pt x="4918" y="27869"/>
                  </a:lnTo>
                  <a:lnTo>
                    <a:pt x="8197" y="27869"/>
                  </a:lnTo>
                  <a:lnTo>
                    <a:pt x="13115" y="26229"/>
                  </a:lnTo>
                  <a:lnTo>
                    <a:pt x="16393" y="22951"/>
                  </a:lnTo>
                  <a:lnTo>
                    <a:pt x="13115" y="27869"/>
                  </a:lnTo>
                  <a:lnTo>
                    <a:pt x="9836" y="29508"/>
                  </a:lnTo>
                  <a:lnTo>
                    <a:pt x="13115" y="29508"/>
                  </a:lnTo>
                  <a:lnTo>
                    <a:pt x="18033" y="27869"/>
                  </a:lnTo>
                  <a:lnTo>
                    <a:pt x="21311" y="24590"/>
                  </a:lnTo>
                  <a:lnTo>
                    <a:pt x="24590" y="22951"/>
                  </a:lnTo>
                  <a:lnTo>
                    <a:pt x="27869" y="19672"/>
                  </a:lnTo>
                  <a:lnTo>
                    <a:pt x="32787" y="16393"/>
                  </a:lnTo>
                  <a:lnTo>
                    <a:pt x="36065" y="13114"/>
                  </a:lnTo>
                  <a:lnTo>
                    <a:pt x="36065" y="9836"/>
                  </a:lnTo>
                  <a:lnTo>
                    <a:pt x="37705" y="4918"/>
                  </a:lnTo>
                  <a:lnTo>
                    <a:pt x="37705" y="1639"/>
                  </a:lnTo>
                  <a:lnTo>
                    <a:pt x="34426" y="0"/>
                  </a:lnTo>
                  <a:lnTo>
                    <a:pt x="31147" y="0"/>
                  </a:lnTo>
                  <a:lnTo>
                    <a:pt x="26229" y="1639"/>
                  </a:lnTo>
                  <a:lnTo>
                    <a:pt x="22951" y="4918"/>
                  </a:lnTo>
                  <a:lnTo>
                    <a:pt x="19672" y="4918"/>
                  </a:lnTo>
                  <a:lnTo>
                    <a:pt x="22951" y="4918"/>
                  </a:lnTo>
                  <a:lnTo>
                    <a:pt x="19672" y="6557"/>
                  </a:lnTo>
                  <a:lnTo>
                    <a:pt x="16393" y="8197"/>
                  </a:lnTo>
                  <a:lnTo>
                    <a:pt x="19672" y="9836"/>
                  </a:lnTo>
                  <a:lnTo>
                    <a:pt x="16393" y="9836"/>
                  </a:lnTo>
                  <a:lnTo>
                    <a:pt x="11475" y="11475"/>
                  </a:lnTo>
                  <a:lnTo>
                    <a:pt x="11475" y="16393"/>
                  </a:lnTo>
                  <a:lnTo>
                    <a:pt x="6557" y="16393"/>
                  </a:lnTo>
                  <a:lnTo>
                    <a:pt x="3279" y="19672"/>
                  </a:lnTo>
                  <a:lnTo>
                    <a:pt x="0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9" name="Freeform 2998">
              <a:extLst>
                <a:ext uri="{FF2B5EF4-FFF2-40B4-BE49-F238E27FC236}">
                  <a16:creationId xmlns:a16="http://schemas.microsoft.com/office/drawing/2014/main" id="{F15C9281-BDA5-2A4A-9C90-C148781087F5}"/>
                </a:ext>
              </a:extLst>
            </p:cNvPr>
            <p:cNvSpPr/>
            <p:nvPr/>
          </p:nvSpPr>
          <p:spPr>
            <a:xfrm>
              <a:off x="1217333" y="1723105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8197 w 8196"/>
                <a:gd name="connsiteY1" fmla="*/ 0 h 3278"/>
                <a:gd name="connsiteX2" fmla="*/ 3279 w 8196"/>
                <a:gd name="connsiteY2" fmla="*/ 0 h 3278"/>
                <a:gd name="connsiteX3" fmla="*/ 0 w 8196"/>
                <a:gd name="connsiteY3" fmla="*/ 3279 h 3278"/>
                <a:gd name="connsiteX4" fmla="*/ 3279 w 8196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8197" y="0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0" name="Freeform 2999">
              <a:extLst>
                <a:ext uri="{FF2B5EF4-FFF2-40B4-BE49-F238E27FC236}">
                  <a16:creationId xmlns:a16="http://schemas.microsoft.com/office/drawing/2014/main" id="{83B7A14F-DDE3-924F-845A-9F96FE7B3469}"/>
                </a:ext>
              </a:extLst>
            </p:cNvPr>
            <p:cNvSpPr/>
            <p:nvPr/>
          </p:nvSpPr>
          <p:spPr>
            <a:xfrm>
              <a:off x="1220612" y="1711629"/>
              <a:ext cx="14754" cy="11475"/>
            </a:xfrm>
            <a:custGeom>
              <a:avLst/>
              <a:gdLst>
                <a:gd name="connsiteX0" fmla="*/ 14754 w 14754"/>
                <a:gd name="connsiteY0" fmla="*/ 1639 h 11475"/>
                <a:gd name="connsiteX1" fmla="*/ 14754 w 14754"/>
                <a:gd name="connsiteY1" fmla="*/ 0 h 11475"/>
                <a:gd name="connsiteX2" fmla="*/ 11475 w 14754"/>
                <a:gd name="connsiteY2" fmla="*/ 3279 h 11475"/>
                <a:gd name="connsiteX3" fmla="*/ 6557 w 14754"/>
                <a:gd name="connsiteY3" fmla="*/ 4918 h 11475"/>
                <a:gd name="connsiteX4" fmla="*/ 3279 w 14754"/>
                <a:gd name="connsiteY4" fmla="*/ 6557 h 11475"/>
                <a:gd name="connsiteX5" fmla="*/ 0 w 14754"/>
                <a:gd name="connsiteY5" fmla="*/ 11476 h 11475"/>
                <a:gd name="connsiteX6" fmla="*/ 4918 w 14754"/>
                <a:gd name="connsiteY6" fmla="*/ 9836 h 11475"/>
                <a:gd name="connsiteX7" fmla="*/ 8197 w 14754"/>
                <a:gd name="connsiteY7" fmla="*/ 6557 h 11475"/>
                <a:gd name="connsiteX8" fmla="*/ 11475 w 14754"/>
                <a:gd name="connsiteY8" fmla="*/ 4918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4" h="11475">
                  <a:moveTo>
                    <a:pt x="14754" y="1639"/>
                  </a:moveTo>
                  <a:lnTo>
                    <a:pt x="14754" y="0"/>
                  </a:lnTo>
                  <a:lnTo>
                    <a:pt x="11475" y="3279"/>
                  </a:lnTo>
                  <a:lnTo>
                    <a:pt x="6557" y="4918"/>
                  </a:lnTo>
                  <a:lnTo>
                    <a:pt x="3279" y="6557"/>
                  </a:lnTo>
                  <a:lnTo>
                    <a:pt x="0" y="11476"/>
                  </a:lnTo>
                  <a:lnTo>
                    <a:pt x="4918" y="9836"/>
                  </a:lnTo>
                  <a:lnTo>
                    <a:pt x="8197" y="6557"/>
                  </a:lnTo>
                  <a:lnTo>
                    <a:pt x="11475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1" name="Freeform 3000">
              <a:extLst>
                <a:ext uri="{FF2B5EF4-FFF2-40B4-BE49-F238E27FC236}">
                  <a16:creationId xmlns:a16="http://schemas.microsoft.com/office/drawing/2014/main" id="{10AF609A-E7EA-D044-85B9-DE5851F0661C}"/>
                </a:ext>
              </a:extLst>
            </p:cNvPr>
            <p:cNvSpPr/>
            <p:nvPr/>
          </p:nvSpPr>
          <p:spPr>
            <a:xfrm>
              <a:off x="1237005" y="2031300"/>
              <a:ext cx="4918" cy="6557"/>
            </a:xfrm>
            <a:custGeom>
              <a:avLst/>
              <a:gdLst>
                <a:gd name="connsiteX0" fmla="*/ 4918 w 4918"/>
                <a:gd name="connsiteY0" fmla="*/ 4918 h 6557"/>
                <a:gd name="connsiteX1" fmla="*/ 3279 w 4918"/>
                <a:gd name="connsiteY1" fmla="*/ 3279 h 6557"/>
                <a:gd name="connsiteX2" fmla="*/ 4918 w 4918"/>
                <a:gd name="connsiteY2" fmla="*/ 0 h 6557"/>
                <a:gd name="connsiteX3" fmla="*/ 1639 w 4918"/>
                <a:gd name="connsiteY3" fmla="*/ 3279 h 6557"/>
                <a:gd name="connsiteX4" fmla="*/ 0 w 4918"/>
                <a:gd name="connsiteY4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6557">
                  <a:moveTo>
                    <a:pt x="4918" y="4918"/>
                  </a:moveTo>
                  <a:lnTo>
                    <a:pt x="3279" y="3279"/>
                  </a:lnTo>
                  <a:lnTo>
                    <a:pt x="4918" y="0"/>
                  </a:lnTo>
                  <a:lnTo>
                    <a:pt x="1639" y="3279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2" name="Freeform 3001">
              <a:extLst>
                <a:ext uri="{FF2B5EF4-FFF2-40B4-BE49-F238E27FC236}">
                  <a16:creationId xmlns:a16="http://schemas.microsoft.com/office/drawing/2014/main" id="{FA18CF2A-6A45-1B43-802D-F7B0945F4961}"/>
                </a:ext>
              </a:extLst>
            </p:cNvPr>
            <p:cNvSpPr/>
            <p:nvPr/>
          </p:nvSpPr>
          <p:spPr>
            <a:xfrm>
              <a:off x="1243563" y="2023103"/>
              <a:ext cx="1639" cy="3278"/>
            </a:xfrm>
            <a:custGeom>
              <a:avLst/>
              <a:gdLst>
                <a:gd name="connsiteX0" fmla="*/ 1639 w 1639"/>
                <a:gd name="connsiteY0" fmla="*/ 0 h 3278"/>
                <a:gd name="connsiteX1" fmla="*/ 1639 w 1639"/>
                <a:gd name="connsiteY1" fmla="*/ 0 h 3278"/>
                <a:gd name="connsiteX2" fmla="*/ 0 w 1639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1639" y="0"/>
                  </a:move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3" name="Freeform 3002">
              <a:extLst>
                <a:ext uri="{FF2B5EF4-FFF2-40B4-BE49-F238E27FC236}">
                  <a16:creationId xmlns:a16="http://schemas.microsoft.com/office/drawing/2014/main" id="{B29D840A-649F-E145-8F6D-781CB1C5B58B}"/>
                </a:ext>
              </a:extLst>
            </p:cNvPr>
            <p:cNvSpPr/>
            <p:nvPr/>
          </p:nvSpPr>
          <p:spPr>
            <a:xfrm>
              <a:off x="1258317" y="1998513"/>
              <a:ext cx="6557" cy="8196"/>
            </a:xfrm>
            <a:custGeom>
              <a:avLst/>
              <a:gdLst>
                <a:gd name="connsiteX0" fmla="*/ 6557 w 6557"/>
                <a:gd name="connsiteY0" fmla="*/ 1639 h 8196"/>
                <a:gd name="connsiteX1" fmla="*/ 4918 w 6557"/>
                <a:gd name="connsiteY1" fmla="*/ 0 h 8196"/>
                <a:gd name="connsiteX2" fmla="*/ 0 w 6557"/>
                <a:gd name="connsiteY2" fmla="*/ 3279 h 8196"/>
                <a:gd name="connsiteX3" fmla="*/ 3279 w 6557"/>
                <a:gd name="connsiteY3" fmla="*/ 8197 h 8196"/>
                <a:gd name="connsiteX4" fmla="*/ 1639 w 6557"/>
                <a:gd name="connsiteY4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8196">
                  <a:moveTo>
                    <a:pt x="6557" y="1639"/>
                  </a:moveTo>
                  <a:lnTo>
                    <a:pt x="4918" y="0"/>
                  </a:lnTo>
                  <a:lnTo>
                    <a:pt x="0" y="3279"/>
                  </a:lnTo>
                  <a:lnTo>
                    <a:pt x="3279" y="8197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4" name="Freeform 3003">
              <a:extLst>
                <a:ext uri="{FF2B5EF4-FFF2-40B4-BE49-F238E27FC236}">
                  <a16:creationId xmlns:a16="http://schemas.microsoft.com/office/drawing/2014/main" id="{A41E00DF-90E7-3A4C-9E4E-80228EB6DFFD}"/>
                </a:ext>
              </a:extLst>
            </p:cNvPr>
            <p:cNvSpPr/>
            <p:nvPr/>
          </p:nvSpPr>
          <p:spPr>
            <a:xfrm>
              <a:off x="158322" y="1069009"/>
              <a:ext cx="1388518" cy="654095"/>
            </a:xfrm>
            <a:custGeom>
              <a:avLst/>
              <a:gdLst>
                <a:gd name="connsiteX0" fmla="*/ 29508 w 1388518"/>
                <a:gd name="connsiteY0" fmla="*/ 644259 h 654095"/>
                <a:gd name="connsiteX1" fmla="*/ 26229 w 1388518"/>
                <a:gd name="connsiteY1" fmla="*/ 645899 h 654095"/>
                <a:gd name="connsiteX2" fmla="*/ 21311 w 1388518"/>
                <a:gd name="connsiteY2" fmla="*/ 647538 h 654095"/>
                <a:gd name="connsiteX3" fmla="*/ 22951 w 1388518"/>
                <a:gd name="connsiteY3" fmla="*/ 642620 h 654095"/>
                <a:gd name="connsiteX4" fmla="*/ 18033 w 1388518"/>
                <a:gd name="connsiteY4" fmla="*/ 640981 h 654095"/>
                <a:gd name="connsiteX5" fmla="*/ 14754 w 1388518"/>
                <a:gd name="connsiteY5" fmla="*/ 642620 h 654095"/>
                <a:gd name="connsiteX6" fmla="*/ 16393 w 1388518"/>
                <a:gd name="connsiteY6" fmla="*/ 645899 h 654095"/>
                <a:gd name="connsiteX7" fmla="*/ 11475 w 1388518"/>
                <a:gd name="connsiteY7" fmla="*/ 647538 h 654095"/>
                <a:gd name="connsiteX8" fmla="*/ 8197 w 1388518"/>
                <a:gd name="connsiteY8" fmla="*/ 649177 h 654095"/>
                <a:gd name="connsiteX9" fmla="*/ 4918 w 1388518"/>
                <a:gd name="connsiteY9" fmla="*/ 650817 h 654095"/>
                <a:gd name="connsiteX10" fmla="*/ 0 w 1388518"/>
                <a:gd name="connsiteY10" fmla="*/ 652456 h 654095"/>
                <a:gd name="connsiteX11" fmla="*/ 4918 w 1388518"/>
                <a:gd name="connsiteY11" fmla="*/ 649177 h 654095"/>
                <a:gd name="connsiteX12" fmla="*/ 8197 w 1388518"/>
                <a:gd name="connsiteY12" fmla="*/ 645899 h 654095"/>
                <a:gd name="connsiteX13" fmla="*/ 11475 w 1388518"/>
                <a:gd name="connsiteY13" fmla="*/ 642620 h 654095"/>
                <a:gd name="connsiteX14" fmla="*/ 14754 w 1388518"/>
                <a:gd name="connsiteY14" fmla="*/ 639341 h 654095"/>
                <a:gd name="connsiteX15" fmla="*/ 18033 w 1388518"/>
                <a:gd name="connsiteY15" fmla="*/ 637702 h 654095"/>
                <a:gd name="connsiteX16" fmla="*/ 21311 w 1388518"/>
                <a:gd name="connsiteY16" fmla="*/ 637702 h 654095"/>
                <a:gd name="connsiteX17" fmla="*/ 26229 w 1388518"/>
                <a:gd name="connsiteY17" fmla="*/ 636063 h 654095"/>
                <a:gd name="connsiteX18" fmla="*/ 29508 w 1388518"/>
                <a:gd name="connsiteY18" fmla="*/ 634423 h 654095"/>
                <a:gd name="connsiteX19" fmla="*/ 26229 w 1388518"/>
                <a:gd name="connsiteY19" fmla="*/ 636063 h 654095"/>
                <a:gd name="connsiteX20" fmla="*/ 29508 w 1388518"/>
                <a:gd name="connsiteY20" fmla="*/ 636063 h 654095"/>
                <a:gd name="connsiteX21" fmla="*/ 34426 w 1388518"/>
                <a:gd name="connsiteY21" fmla="*/ 636063 h 654095"/>
                <a:gd name="connsiteX22" fmla="*/ 37705 w 1388518"/>
                <a:gd name="connsiteY22" fmla="*/ 632784 h 654095"/>
                <a:gd name="connsiteX23" fmla="*/ 40983 w 1388518"/>
                <a:gd name="connsiteY23" fmla="*/ 632784 h 654095"/>
                <a:gd name="connsiteX24" fmla="*/ 44262 w 1388518"/>
                <a:gd name="connsiteY24" fmla="*/ 629505 h 654095"/>
                <a:gd name="connsiteX25" fmla="*/ 49180 w 1388518"/>
                <a:gd name="connsiteY25" fmla="*/ 629505 h 654095"/>
                <a:gd name="connsiteX26" fmla="*/ 52459 w 1388518"/>
                <a:gd name="connsiteY26" fmla="*/ 629505 h 654095"/>
                <a:gd name="connsiteX27" fmla="*/ 55737 w 1388518"/>
                <a:gd name="connsiteY27" fmla="*/ 624587 h 654095"/>
                <a:gd name="connsiteX28" fmla="*/ 59016 w 1388518"/>
                <a:gd name="connsiteY28" fmla="*/ 622948 h 654095"/>
                <a:gd name="connsiteX29" fmla="*/ 62295 w 1388518"/>
                <a:gd name="connsiteY29" fmla="*/ 621309 h 654095"/>
                <a:gd name="connsiteX30" fmla="*/ 67213 w 1388518"/>
                <a:gd name="connsiteY30" fmla="*/ 619669 h 654095"/>
                <a:gd name="connsiteX31" fmla="*/ 70491 w 1388518"/>
                <a:gd name="connsiteY31" fmla="*/ 618030 h 654095"/>
                <a:gd name="connsiteX32" fmla="*/ 73770 w 1388518"/>
                <a:gd name="connsiteY32" fmla="*/ 616391 h 654095"/>
                <a:gd name="connsiteX33" fmla="*/ 78688 w 1388518"/>
                <a:gd name="connsiteY33" fmla="*/ 614751 h 654095"/>
                <a:gd name="connsiteX34" fmla="*/ 81967 w 1388518"/>
                <a:gd name="connsiteY34" fmla="*/ 613112 h 654095"/>
                <a:gd name="connsiteX35" fmla="*/ 85246 w 1388518"/>
                <a:gd name="connsiteY35" fmla="*/ 611473 h 654095"/>
                <a:gd name="connsiteX36" fmla="*/ 90164 w 1388518"/>
                <a:gd name="connsiteY36" fmla="*/ 611473 h 654095"/>
                <a:gd name="connsiteX37" fmla="*/ 93442 w 1388518"/>
                <a:gd name="connsiteY37" fmla="*/ 609833 h 654095"/>
                <a:gd name="connsiteX38" fmla="*/ 96721 w 1388518"/>
                <a:gd name="connsiteY38" fmla="*/ 608194 h 654095"/>
                <a:gd name="connsiteX39" fmla="*/ 101639 w 1388518"/>
                <a:gd name="connsiteY39" fmla="*/ 606555 h 654095"/>
                <a:gd name="connsiteX40" fmla="*/ 104918 w 1388518"/>
                <a:gd name="connsiteY40" fmla="*/ 606555 h 654095"/>
                <a:gd name="connsiteX41" fmla="*/ 109836 w 1388518"/>
                <a:gd name="connsiteY41" fmla="*/ 604915 h 654095"/>
                <a:gd name="connsiteX42" fmla="*/ 113114 w 1388518"/>
                <a:gd name="connsiteY42" fmla="*/ 604915 h 654095"/>
                <a:gd name="connsiteX43" fmla="*/ 116393 w 1388518"/>
                <a:gd name="connsiteY43" fmla="*/ 603276 h 654095"/>
                <a:gd name="connsiteX44" fmla="*/ 121311 w 1388518"/>
                <a:gd name="connsiteY44" fmla="*/ 603276 h 654095"/>
                <a:gd name="connsiteX45" fmla="*/ 116393 w 1388518"/>
                <a:gd name="connsiteY45" fmla="*/ 604915 h 654095"/>
                <a:gd name="connsiteX46" fmla="*/ 121311 w 1388518"/>
                <a:gd name="connsiteY46" fmla="*/ 604915 h 654095"/>
                <a:gd name="connsiteX47" fmla="*/ 124590 w 1388518"/>
                <a:gd name="connsiteY47" fmla="*/ 604915 h 654095"/>
                <a:gd name="connsiteX48" fmla="*/ 127868 w 1388518"/>
                <a:gd name="connsiteY48" fmla="*/ 604915 h 654095"/>
                <a:gd name="connsiteX49" fmla="*/ 132786 w 1388518"/>
                <a:gd name="connsiteY49" fmla="*/ 603276 h 654095"/>
                <a:gd name="connsiteX50" fmla="*/ 127868 w 1388518"/>
                <a:gd name="connsiteY50" fmla="*/ 604915 h 654095"/>
                <a:gd name="connsiteX51" fmla="*/ 124590 w 1388518"/>
                <a:gd name="connsiteY51" fmla="*/ 606555 h 654095"/>
                <a:gd name="connsiteX52" fmla="*/ 124590 w 1388518"/>
                <a:gd name="connsiteY52" fmla="*/ 611473 h 654095"/>
                <a:gd name="connsiteX53" fmla="*/ 122950 w 1388518"/>
                <a:gd name="connsiteY53" fmla="*/ 614751 h 654095"/>
                <a:gd name="connsiteX54" fmla="*/ 126229 w 1388518"/>
                <a:gd name="connsiteY54" fmla="*/ 614751 h 654095"/>
                <a:gd name="connsiteX55" fmla="*/ 127868 w 1388518"/>
                <a:gd name="connsiteY55" fmla="*/ 611473 h 654095"/>
                <a:gd name="connsiteX56" fmla="*/ 131147 w 1388518"/>
                <a:gd name="connsiteY56" fmla="*/ 608194 h 654095"/>
                <a:gd name="connsiteX57" fmla="*/ 136065 w 1388518"/>
                <a:gd name="connsiteY57" fmla="*/ 608194 h 654095"/>
                <a:gd name="connsiteX58" fmla="*/ 139344 w 1388518"/>
                <a:gd name="connsiteY58" fmla="*/ 608194 h 654095"/>
                <a:gd name="connsiteX59" fmla="*/ 140983 w 1388518"/>
                <a:gd name="connsiteY59" fmla="*/ 611473 h 654095"/>
                <a:gd name="connsiteX60" fmla="*/ 144262 w 1388518"/>
                <a:gd name="connsiteY60" fmla="*/ 609833 h 654095"/>
                <a:gd name="connsiteX61" fmla="*/ 142622 w 1388518"/>
                <a:gd name="connsiteY61" fmla="*/ 606555 h 654095"/>
                <a:gd name="connsiteX62" fmla="*/ 144262 w 1388518"/>
                <a:gd name="connsiteY62" fmla="*/ 601637 h 654095"/>
                <a:gd name="connsiteX63" fmla="*/ 147540 w 1388518"/>
                <a:gd name="connsiteY63" fmla="*/ 599997 h 654095"/>
                <a:gd name="connsiteX64" fmla="*/ 152458 w 1388518"/>
                <a:gd name="connsiteY64" fmla="*/ 598358 h 654095"/>
                <a:gd name="connsiteX65" fmla="*/ 155737 w 1388518"/>
                <a:gd name="connsiteY65" fmla="*/ 595079 h 654095"/>
                <a:gd name="connsiteX66" fmla="*/ 159016 w 1388518"/>
                <a:gd name="connsiteY66" fmla="*/ 593440 h 654095"/>
                <a:gd name="connsiteX67" fmla="*/ 163934 w 1388518"/>
                <a:gd name="connsiteY67" fmla="*/ 591801 h 654095"/>
                <a:gd name="connsiteX68" fmla="*/ 167212 w 1388518"/>
                <a:gd name="connsiteY68" fmla="*/ 590161 h 654095"/>
                <a:gd name="connsiteX69" fmla="*/ 170491 w 1388518"/>
                <a:gd name="connsiteY69" fmla="*/ 588522 h 654095"/>
                <a:gd name="connsiteX70" fmla="*/ 175409 w 1388518"/>
                <a:gd name="connsiteY70" fmla="*/ 586883 h 654095"/>
                <a:gd name="connsiteX71" fmla="*/ 178688 w 1388518"/>
                <a:gd name="connsiteY71" fmla="*/ 585243 h 654095"/>
                <a:gd name="connsiteX72" fmla="*/ 181966 w 1388518"/>
                <a:gd name="connsiteY72" fmla="*/ 583604 h 654095"/>
                <a:gd name="connsiteX73" fmla="*/ 186884 w 1388518"/>
                <a:gd name="connsiteY73" fmla="*/ 583604 h 654095"/>
                <a:gd name="connsiteX74" fmla="*/ 190163 w 1388518"/>
                <a:gd name="connsiteY74" fmla="*/ 581965 h 654095"/>
                <a:gd name="connsiteX75" fmla="*/ 193442 w 1388518"/>
                <a:gd name="connsiteY75" fmla="*/ 580325 h 654095"/>
                <a:gd name="connsiteX76" fmla="*/ 198360 w 1388518"/>
                <a:gd name="connsiteY76" fmla="*/ 578686 h 654095"/>
                <a:gd name="connsiteX77" fmla="*/ 201638 w 1388518"/>
                <a:gd name="connsiteY77" fmla="*/ 578686 h 654095"/>
                <a:gd name="connsiteX78" fmla="*/ 204917 w 1388518"/>
                <a:gd name="connsiteY78" fmla="*/ 577046 h 654095"/>
                <a:gd name="connsiteX79" fmla="*/ 209835 w 1388518"/>
                <a:gd name="connsiteY79" fmla="*/ 577046 h 654095"/>
                <a:gd name="connsiteX80" fmla="*/ 213114 w 1388518"/>
                <a:gd name="connsiteY80" fmla="*/ 575407 h 654095"/>
                <a:gd name="connsiteX81" fmla="*/ 216392 w 1388518"/>
                <a:gd name="connsiteY81" fmla="*/ 573768 h 654095"/>
                <a:gd name="connsiteX82" fmla="*/ 219671 w 1388518"/>
                <a:gd name="connsiteY82" fmla="*/ 572129 h 654095"/>
                <a:gd name="connsiteX83" fmla="*/ 224589 w 1388518"/>
                <a:gd name="connsiteY83" fmla="*/ 572129 h 654095"/>
                <a:gd name="connsiteX84" fmla="*/ 227868 w 1388518"/>
                <a:gd name="connsiteY84" fmla="*/ 570489 h 654095"/>
                <a:gd name="connsiteX85" fmla="*/ 231147 w 1388518"/>
                <a:gd name="connsiteY85" fmla="*/ 568850 h 654095"/>
                <a:gd name="connsiteX86" fmla="*/ 236065 w 1388518"/>
                <a:gd name="connsiteY86" fmla="*/ 570489 h 654095"/>
                <a:gd name="connsiteX87" fmla="*/ 239343 w 1388518"/>
                <a:gd name="connsiteY87" fmla="*/ 570489 h 654095"/>
                <a:gd name="connsiteX88" fmla="*/ 242622 w 1388518"/>
                <a:gd name="connsiteY88" fmla="*/ 568850 h 654095"/>
                <a:gd name="connsiteX89" fmla="*/ 245901 w 1388518"/>
                <a:gd name="connsiteY89" fmla="*/ 565571 h 654095"/>
                <a:gd name="connsiteX90" fmla="*/ 249179 w 1388518"/>
                <a:gd name="connsiteY90" fmla="*/ 562293 h 654095"/>
                <a:gd name="connsiteX91" fmla="*/ 254097 w 1388518"/>
                <a:gd name="connsiteY91" fmla="*/ 559014 h 654095"/>
                <a:gd name="connsiteX92" fmla="*/ 257376 w 1388518"/>
                <a:gd name="connsiteY92" fmla="*/ 557374 h 654095"/>
                <a:gd name="connsiteX93" fmla="*/ 260655 w 1388518"/>
                <a:gd name="connsiteY93" fmla="*/ 555735 h 654095"/>
                <a:gd name="connsiteX94" fmla="*/ 265573 w 1388518"/>
                <a:gd name="connsiteY94" fmla="*/ 554096 h 654095"/>
                <a:gd name="connsiteX95" fmla="*/ 268851 w 1388518"/>
                <a:gd name="connsiteY95" fmla="*/ 552456 h 654095"/>
                <a:gd name="connsiteX96" fmla="*/ 272130 w 1388518"/>
                <a:gd name="connsiteY96" fmla="*/ 550817 h 654095"/>
                <a:gd name="connsiteX97" fmla="*/ 277048 w 1388518"/>
                <a:gd name="connsiteY97" fmla="*/ 549178 h 654095"/>
                <a:gd name="connsiteX98" fmla="*/ 280327 w 1388518"/>
                <a:gd name="connsiteY98" fmla="*/ 547539 h 654095"/>
                <a:gd name="connsiteX99" fmla="*/ 285245 w 1388518"/>
                <a:gd name="connsiteY99" fmla="*/ 547539 h 654095"/>
                <a:gd name="connsiteX100" fmla="*/ 288523 w 1388518"/>
                <a:gd name="connsiteY100" fmla="*/ 544260 h 654095"/>
                <a:gd name="connsiteX101" fmla="*/ 291802 w 1388518"/>
                <a:gd name="connsiteY101" fmla="*/ 544260 h 654095"/>
                <a:gd name="connsiteX102" fmla="*/ 295081 w 1388518"/>
                <a:gd name="connsiteY102" fmla="*/ 540981 h 654095"/>
                <a:gd name="connsiteX103" fmla="*/ 299999 w 1388518"/>
                <a:gd name="connsiteY103" fmla="*/ 540981 h 654095"/>
                <a:gd name="connsiteX104" fmla="*/ 303277 w 1388518"/>
                <a:gd name="connsiteY104" fmla="*/ 539342 h 654095"/>
                <a:gd name="connsiteX105" fmla="*/ 306556 w 1388518"/>
                <a:gd name="connsiteY105" fmla="*/ 537703 h 654095"/>
                <a:gd name="connsiteX106" fmla="*/ 304917 w 1388518"/>
                <a:gd name="connsiteY106" fmla="*/ 542621 h 654095"/>
                <a:gd name="connsiteX107" fmla="*/ 308195 w 1388518"/>
                <a:gd name="connsiteY107" fmla="*/ 542621 h 654095"/>
                <a:gd name="connsiteX108" fmla="*/ 313113 w 1388518"/>
                <a:gd name="connsiteY108" fmla="*/ 540981 h 654095"/>
                <a:gd name="connsiteX109" fmla="*/ 316392 w 1388518"/>
                <a:gd name="connsiteY109" fmla="*/ 539342 h 654095"/>
                <a:gd name="connsiteX110" fmla="*/ 313113 w 1388518"/>
                <a:gd name="connsiteY110" fmla="*/ 540981 h 654095"/>
                <a:gd name="connsiteX111" fmla="*/ 309835 w 1388518"/>
                <a:gd name="connsiteY111" fmla="*/ 540981 h 654095"/>
                <a:gd name="connsiteX112" fmla="*/ 308195 w 1388518"/>
                <a:gd name="connsiteY112" fmla="*/ 540981 h 654095"/>
                <a:gd name="connsiteX113" fmla="*/ 311474 w 1388518"/>
                <a:gd name="connsiteY113" fmla="*/ 537703 h 654095"/>
                <a:gd name="connsiteX114" fmla="*/ 313113 w 1388518"/>
                <a:gd name="connsiteY114" fmla="*/ 534424 h 654095"/>
                <a:gd name="connsiteX115" fmla="*/ 316392 w 1388518"/>
                <a:gd name="connsiteY115" fmla="*/ 531145 h 654095"/>
                <a:gd name="connsiteX116" fmla="*/ 319671 w 1388518"/>
                <a:gd name="connsiteY116" fmla="*/ 527866 h 654095"/>
                <a:gd name="connsiteX117" fmla="*/ 322949 w 1388518"/>
                <a:gd name="connsiteY117" fmla="*/ 526227 h 654095"/>
                <a:gd name="connsiteX118" fmla="*/ 327867 w 1388518"/>
                <a:gd name="connsiteY118" fmla="*/ 522949 h 654095"/>
                <a:gd name="connsiteX119" fmla="*/ 331146 w 1388518"/>
                <a:gd name="connsiteY119" fmla="*/ 519670 h 654095"/>
                <a:gd name="connsiteX120" fmla="*/ 334425 w 1388518"/>
                <a:gd name="connsiteY120" fmla="*/ 516391 h 654095"/>
                <a:gd name="connsiteX121" fmla="*/ 339343 w 1388518"/>
                <a:gd name="connsiteY121" fmla="*/ 514752 h 654095"/>
                <a:gd name="connsiteX122" fmla="*/ 342621 w 1388518"/>
                <a:gd name="connsiteY122" fmla="*/ 513112 h 654095"/>
                <a:gd name="connsiteX123" fmla="*/ 345900 w 1388518"/>
                <a:gd name="connsiteY123" fmla="*/ 513112 h 654095"/>
                <a:gd name="connsiteX124" fmla="*/ 350818 w 1388518"/>
                <a:gd name="connsiteY124" fmla="*/ 511473 h 654095"/>
                <a:gd name="connsiteX125" fmla="*/ 354097 w 1388518"/>
                <a:gd name="connsiteY125" fmla="*/ 513112 h 654095"/>
                <a:gd name="connsiteX126" fmla="*/ 350818 w 1388518"/>
                <a:gd name="connsiteY126" fmla="*/ 511473 h 654095"/>
                <a:gd name="connsiteX127" fmla="*/ 345900 w 1388518"/>
                <a:gd name="connsiteY127" fmla="*/ 511473 h 654095"/>
                <a:gd name="connsiteX128" fmla="*/ 347539 w 1388518"/>
                <a:gd name="connsiteY128" fmla="*/ 508194 h 654095"/>
                <a:gd name="connsiteX129" fmla="*/ 350818 w 1388518"/>
                <a:gd name="connsiteY129" fmla="*/ 504916 h 654095"/>
                <a:gd name="connsiteX130" fmla="*/ 354097 w 1388518"/>
                <a:gd name="connsiteY130" fmla="*/ 503276 h 654095"/>
                <a:gd name="connsiteX131" fmla="*/ 359015 w 1388518"/>
                <a:gd name="connsiteY131" fmla="*/ 499998 h 654095"/>
                <a:gd name="connsiteX132" fmla="*/ 362293 w 1388518"/>
                <a:gd name="connsiteY132" fmla="*/ 498359 h 654095"/>
                <a:gd name="connsiteX133" fmla="*/ 365572 w 1388518"/>
                <a:gd name="connsiteY133" fmla="*/ 498359 h 654095"/>
                <a:gd name="connsiteX134" fmla="*/ 368851 w 1388518"/>
                <a:gd name="connsiteY134" fmla="*/ 496719 h 654095"/>
                <a:gd name="connsiteX135" fmla="*/ 373769 w 1388518"/>
                <a:gd name="connsiteY135" fmla="*/ 495080 h 654095"/>
                <a:gd name="connsiteX136" fmla="*/ 377047 w 1388518"/>
                <a:gd name="connsiteY136" fmla="*/ 493440 h 654095"/>
                <a:gd name="connsiteX137" fmla="*/ 381965 w 1388518"/>
                <a:gd name="connsiteY137" fmla="*/ 491801 h 654095"/>
                <a:gd name="connsiteX138" fmla="*/ 383605 w 1388518"/>
                <a:gd name="connsiteY138" fmla="*/ 490162 h 654095"/>
                <a:gd name="connsiteX139" fmla="*/ 388523 w 1388518"/>
                <a:gd name="connsiteY139" fmla="*/ 486883 h 654095"/>
                <a:gd name="connsiteX140" fmla="*/ 391802 w 1388518"/>
                <a:gd name="connsiteY140" fmla="*/ 485244 h 654095"/>
                <a:gd name="connsiteX141" fmla="*/ 395080 w 1388518"/>
                <a:gd name="connsiteY141" fmla="*/ 481965 h 654095"/>
                <a:gd name="connsiteX142" fmla="*/ 399998 w 1388518"/>
                <a:gd name="connsiteY142" fmla="*/ 480326 h 654095"/>
                <a:gd name="connsiteX143" fmla="*/ 403277 w 1388518"/>
                <a:gd name="connsiteY143" fmla="*/ 480326 h 654095"/>
                <a:gd name="connsiteX144" fmla="*/ 406556 w 1388518"/>
                <a:gd name="connsiteY144" fmla="*/ 477047 h 654095"/>
                <a:gd name="connsiteX145" fmla="*/ 411474 w 1388518"/>
                <a:gd name="connsiteY145" fmla="*/ 473768 h 654095"/>
                <a:gd name="connsiteX146" fmla="*/ 413113 w 1388518"/>
                <a:gd name="connsiteY146" fmla="*/ 473768 h 654095"/>
                <a:gd name="connsiteX147" fmla="*/ 408195 w 1388518"/>
                <a:gd name="connsiteY147" fmla="*/ 475408 h 654095"/>
                <a:gd name="connsiteX148" fmla="*/ 404916 w 1388518"/>
                <a:gd name="connsiteY148" fmla="*/ 477047 h 654095"/>
                <a:gd name="connsiteX149" fmla="*/ 399998 w 1388518"/>
                <a:gd name="connsiteY149" fmla="*/ 480326 h 654095"/>
                <a:gd name="connsiteX150" fmla="*/ 396720 w 1388518"/>
                <a:gd name="connsiteY150" fmla="*/ 480326 h 654095"/>
                <a:gd name="connsiteX151" fmla="*/ 393441 w 1388518"/>
                <a:gd name="connsiteY151" fmla="*/ 481965 h 654095"/>
                <a:gd name="connsiteX152" fmla="*/ 390162 w 1388518"/>
                <a:gd name="connsiteY152" fmla="*/ 483604 h 654095"/>
                <a:gd name="connsiteX153" fmla="*/ 385244 w 1388518"/>
                <a:gd name="connsiteY153" fmla="*/ 485244 h 654095"/>
                <a:gd name="connsiteX154" fmla="*/ 381965 w 1388518"/>
                <a:gd name="connsiteY154" fmla="*/ 486883 h 654095"/>
                <a:gd name="connsiteX155" fmla="*/ 378687 w 1388518"/>
                <a:gd name="connsiteY155" fmla="*/ 486883 h 654095"/>
                <a:gd name="connsiteX156" fmla="*/ 373769 w 1388518"/>
                <a:gd name="connsiteY156" fmla="*/ 488522 h 654095"/>
                <a:gd name="connsiteX157" fmla="*/ 370490 w 1388518"/>
                <a:gd name="connsiteY157" fmla="*/ 488522 h 654095"/>
                <a:gd name="connsiteX158" fmla="*/ 367211 w 1388518"/>
                <a:gd name="connsiteY158" fmla="*/ 490162 h 654095"/>
                <a:gd name="connsiteX159" fmla="*/ 362293 w 1388518"/>
                <a:gd name="connsiteY159" fmla="*/ 490162 h 654095"/>
                <a:gd name="connsiteX160" fmla="*/ 359015 w 1388518"/>
                <a:gd name="connsiteY160" fmla="*/ 491801 h 654095"/>
                <a:gd name="connsiteX161" fmla="*/ 355736 w 1388518"/>
                <a:gd name="connsiteY161" fmla="*/ 493440 h 654095"/>
                <a:gd name="connsiteX162" fmla="*/ 350818 w 1388518"/>
                <a:gd name="connsiteY162" fmla="*/ 493440 h 654095"/>
                <a:gd name="connsiteX163" fmla="*/ 347539 w 1388518"/>
                <a:gd name="connsiteY163" fmla="*/ 495080 h 654095"/>
                <a:gd name="connsiteX164" fmla="*/ 342621 w 1388518"/>
                <a:gd name="connsiteY164" fmla="*/ 495080 h 654095"/>
                <a:gd name="connsiteX165" fmla="*/ 340982 w 1388518"/>
                <a:gd name="connsiteY165" fmla="*/ 493440 h 654095"/>
                <a:gd name="connsiteX166" fmla="*/ 344261 w 1388518"/>
                <a:gd name="connsiteY166" fmla="*/ 490162 h 654095"/>
                <a:gd name="connsiteX167" fmla="*/ 342621 w 1388518"/>
                <a:gd name="connsiteY167" fmla="*/ 485244 h 654095"/>
                <a:gd name="connsiteX168" fmla="*/ 345900 w 1388518"/>
                <a:gd name="connsiteY168" fmla="*/ 483604 h 654095"/>
                <a:gd name="connsiteX169" fmla="*/ 349179 w 1388518"/>
                <a:gd name="connsiteY169" fmla="*/ 481965 h 654095"/>
                <a:gd name="connsiteX170" fmla="*/ 354097 w 1388518"/>
                <a:gd name="connsiteY170" fmla="*/ 478686 h 654095"/>
                <a:gd name="connsiteX171" fmla="*/ 357375 w 1388518"/>
                <a:gd name="connsiteY171" fmla="*/ 478686 h 654095"/>
                <a:gd name="connsiteX172" fmla="*/ 362293 w 1388518"/>
                <a:gd name="connsiteY172" fmla="*/ 478686 h 654095"/>
                <a:gd name="connsiteX173" fmla="*/ 360654 w 1388518"/>
                <a:gd name="connsiteY173" fmla="*/ 483604 h 654095"/>
                <a:gd name="connsiteX174" fmla="*/ 362293 w 1388518"/>
                <a:gd name="connsiteY174" fmla="*/ 483604 h 654095"/>
                <a:gd name="connsiteX175" fmla="*/ 365572 w 1388518"/>
                <a:gd name="connsiteY175" fmla="*/ 480326 h 654095"/>
                <a:gd name="connsiteX176" fmla="*/ 360654 w 1388518"/>
                <a:gd name="connsiteY176" fmla="*/ 477047 h 654095"/>
                <a:gd name="connsiteX177" fmla="*/ 359015 w 1388518"/>
                <a:gd name="connsiteY177" fmla="*/ 473768 h 654095"/>
                <a:gd name="connsiteX178" fmla="*/ 359015 w 1388518"/>
                <a:gd name="connsiteY178" fmla="*/ 472129 h 654095"/>
                <a:gd name="connsiteX179" fmla="*/ 355736 w 1388518"/>
                <a:gd name="connsiteY179" fmla="*/ 477047 h 654095"/>
                <a:gd name="connsiteX180" fmla="*/ 352457 w 1388518"/>
                <a:gd name="connsiteY180" fmla="*/ 478686 h 654095"/>
                <a:gd name="connsiteX181" fmla="*/ 349179 w 1388518"/>
                <a:gd name="connsiteY181" fmla="*/ 480326 h 654095"/>
                <a:gd name="connsiteX182" fmla="*/ 345900 w 1388518"/>
                <a:gd name="connsiteY182" fmla="*/ 481965 h 654095"/>
                <a:gd name="connsiteX183" fmla="*/ 340982 w 1388518"/>
                <a:gd name="connsiteY183" fmla="*/ 483604 h 654095"/>
                <a:gd name="connsiteX184" fmla="*/ 337703 w 1388518"/>
                <a:gd name="connsiteY184" fmla="*/ 485244 h 654095"/>
                <a:gd name="connsiteX185" fmla="*/ 340982 w 1388518"/>
                <a:gd name="connsiteY185" fmla="*/ 480326 h 654095"/>
                <a:gd name="connsiteX186" fmla="*/ 337703 w 1388518"/>
                <a:gd name="connsiteY186" fmla="*/ 483604 h 654095"/>
                <a:gd name="connsiteX187" fmla="*/ 332785 w 1388518"/>
                <a:gd name="connsiteY187" fmla="*/ 486883 h 654095"/>
                <a:gd name="connsiteX188" fmla="*/ 329507 w 1388518"/>
                <a:gd name="connsiteY188" fmla="*/ 490162 h 654095"/>
                <a:gd name="connsiteX189" fmla="*/ 326228 w 1388518"/>
                <a:gd name="connsiteY189" fmla="*/ 490162 h 654095"/>
                <a:gd name="connsiteX190" fmla="*/ 324589 w 1388518"/>
                <a:gd name="connsiteY190" fmla="*/ 493440 h 654095"/>
                <a:gd name="connsiteX191" fmla="*/ 321310 w 1388518"/>
                <a:gd name="connsiteY191" fmla="*/ 496719 h 654095"/>
                <a:gd name="connsiteX192" fmla="*/ 319671 w 1388518"/>
                <a:gd name="connsiteY192" fmla="*/ 501637 h 654095"/>
                <a:gd name="connsiteX193" fmla="*/ 314753 w 1388518"/>
                <a:gd name="connsiteY193" fmla="*/ 503276 h 654095"/>
                <a:gd name="connsiteX194" fmla="*/ 311474 w 1388518"/>
                <a:gd name="connsiteY194" fmla="*/ 504916 h 654095"/>
                <a:gd name="connsiteX195" fmla="*/ 308195 w 1388518"/>
                <a:gd name="connsiteY195" fmla="*/ 503276 h 654095"/>
                <a:gd name="connsiteX196" fmla="*/ 308195 w 1388518"/>
                <a:gd name="connsiteY196" fmla="*/ 503276 h 654095"/>
                <a:gd name="connsiteX197" fmla="*/ 308195 w 1388518"/>
                <a:gd name="connsiteY197" fmla="*/ 498359 h 654095"/>
                <a:gd name="connsiteX198" fmla="*/ 309835 w 1388518"/>
                <a:gd name="connsiteY198" fmla="*/ 495080 h 654095"/>
                <a:gd name="connsiteX199" fmla="*/ 311474 w 1388518"/>
                <a:gd name="connsiteY199" fmla="*/ 491801 h 654095"/>
                <a:gd name="connsiteX200" fmla="*/ 311474 w 1388518"/>
                <a:gd name="connsiteY200" fmla="*/ 486883 h 654095"/>
                <a:gd name="connsiteX201" fmla="*/ 308195 w 1388518"/>
                <a:gd name="connsiteY201" fmla="*/ 486883 h 654095"/>
                <a:gd name="connsiteX202" fmla="*/ 311474 w 1388518"/>
                <a:gd name="connsiteY202" fmla="*/ 483604 h 654095"/>
                <a:gd name="connsiteX203" fmla="*/ 308195 w 1388518"/>
                <a:gd name="connsiteY203" fmla="*/ 483604 h 654095"/>
                <a:gd name="connsiteX204" fmla="*/ 304917 w 1388518"/>
                <a:gd name="connsiteY204" fmla="*/ 485244 h 654095"/>
                <a:gd name="connsiteX205" fmla="*/ 299999 w 1388518"/>
                <a:gd name="connsiteY205" fmla="*/ 486883 h 654095"/>
                <a:gd name="connsiteX206" fmla="*/ 296720 w 1388518"/>
                <a:gd name="connsiteY206" fmla="*/ 488522 h 654095"/>
                <a:gd name="connsiteX207" fmla="*/ 298359 w 1388518"/>
                <a:gd name="connsiteY207" fmla="*/ 485244 h 654095"/>
                <a:gd name="connsiteX208" fmla="*/ 298359 w 1388518"/>
                <a:gd name="connsiteY208" fmla="*/ 485244 h 654095"/>
                <a:gd name="connsiteX209" fmla="*/ 295081 w 1388518"/>
                <a:gd name="connsiteY209" fmla="*/ 485244 h 654095"/>
                <a:gd name="connsiteX210" fmla="*/ 293441 w 1388518"/>
                <a:gd name="connsiteY210" fmla="*/ 481965 h 654095"/>
                <a:gd name="connsiteX211" fmla="*/ 296720 w 1388518"/>
                <a:gd name="connsiteY211" fmla="*/ 480326 h 654095"/>
                <a:gd name="connsiteX212" fmla="*/ 293441 w 1388518"/>
                <a:gd name="connsiteY212" fmla="*/ 478686 h 654095"/>
                <a:gd name="connsiteX213" fmla="*/ 288523 w 1388518"/>
                <a:gd name="connsiteY213" fmla="*/ 478686 h 654095"/>
                <a:gd name="connsiteX214" fmla="*/ 285245 w 1388518"/>
                <a:gd name="connsiteY214" fmla="*/ 480326 h 654095"/>
                <a:gd name="connsiteX215" fmla="*/ 281966 w 1388518"/>
                <a:gd name="connsiteY215" fmla="*/ 481965 h 654095"/>
                <a:gd name="connsiteX216" fmla="*/ 277048 w 1388518"/>
                <a:gd name="connsiteY216" fmla="*/ 483604 h 654095"/>
                <a:gd name="connsiteX217" fmla="*/ 273769 w 1388518"/>
                <a:gd name="connsiteY217" fmla="*/ 485244 h 654095"/>
                <a:gd name="connsiteX218" fmla="*/ 268851 w 1388518"/>
                <a:gd name="connsiteY218" fmla="*/ 485244 h 654095"/>
                <a:gd name="connsiteX219" fmla="*/ 265573 w 1388518"/>
                <a:gd name="connsiteY219" fmla="*/ 485244 h 654095"/>
                <a:gd name="connsiteX220" fmla="*/ 262294 w 1388518"/>
                <a:gd name="connsiteY220" fmla="*/ 486883 h 654095"/>
                <a:gd name="connsiteX221" fmla="*/ 257376 w 1388518"/>
                <a:gd name="connsiteY221" fmla="*/ 488522 h 654095"/>
                <a:gd name="connsiteX222" fmla="*/ 254097 w 1388518"/>
                <a:gd name="connsiteY222" fmla="*/ 486883 h 654095"/>
                <a:gd name="connsiteX223" fmla="*/ 250819 w 1388518"/>
                <a:gd name="connsiteY223" fmla="*/ 490162 h 654095"/>
                <a:gd name="connsiteX224" fmla="*/ 245901 w 1388518"/>
                <a:gd name="connsiteY224" fmla="*/ 491801 h 654095"/>
                <a:gd name="connsiteX225" fmla="*/ 242622 w 1388518"/>
                <a:gd name="connsiteY225" fmla="*/ 493440 h 654095"/>
                <a:gd name="connsiteX226" fmla="*/ 239343 w 1388518"/>
                <a:gd name="connsiteY226" fmla="*/ 495080 h 654095"/>
                <a:gd name="connsiteX227" fmla="*/ 234425 w 1388518"/>
                <a:gd name="connsiteY227" fmla="*/ 495080 h 654095"/>
                <a:gd name="connsiteX228" fmla="*/ 231147 w 1388518"/>
                <a:gd name="connsiteY228" fmla="*/ 496719 h 654095"/>
                <a:gd name="connsiteX229" fmla="*/ 226228 w 1388518"/>
                <a:gd name="connsiteY229" fmla="*/ 495080 h 654095"/>
                <a:gd name="connsiteX230" fmla="*/ 222950 w 1388518"/>
                <a:gd name="connsiteY230" fmla="*/ 495080 h 654095"/>
                <a:gd name="connsiteX231" fmla="*/ 226228 w 1388518"/>
                <a:gd name="connsiteY231" fmla="*/ 493440 h 654095"/>
                <a:gd name="connsiteX232" fmla="*/ 231147 w 1388518"/>
                <a:gd name="connsiteY232" fmla="*/ 493440 h 654095"/>
                <a:gd name="connsiteX233" fmla="*/ 234425 w 1388518"/>
                <a:gd name="connsiteY233" fmla="*/ 490162 h 654095"/>
                <a:gd name="connsiteX234" fmla="*/ 237704 w 1388518"/>
                <a:gd name="connsiteY234" fmla="*/ 490162 h 654095"/>
                <a:gd name="connsiteX235" fmla="*/ 242622 w 1388518"/>
                <a:gd name="connsiteY235" fmla="*/ 488522 h 654095"/>
                <a:gd name="connsiteX236" fmla="*/ 242622 w 1388518"/>
                <a:gd name="connsiteY236" fmla="*/ 485244 h 654095"/>
                <a:gd name="connsiteX237" fmla="*/ 247540 w 1388518"/>
                <a:gd name="connsiteY237" fmla="*/ 481965 h 654095"/>
                <a:gd name="connsiteX238" fmla="*/ 250819 w 1388518"/>
                <a:gd name="connsiteY238" fmla="*/ 477047 h 654095"/>
                <a:gd name="connsiteX239" fmla="*/ 254097 w 1388518"/>
                <a:gd name="connsiteY239" fmla="*/ 478686 h 654095"/>
                <a:gd name="connsiteX240" fmla="*/ 257376 w 1388518"/>
                <a:gd name="connsiteY240" fmla="*/ 477047 h 654095"/>
                <a:gd name="connsiteX241" fmla="*/ 262294 w 1388518"/>
                <a:gd name="connsiteY241" fmla="*/ 475408 h 654095"/>
                <a:gd name="connsiteX242" fmla="*/ 257376 w 1388518"/>
                <a:gd name="connsiteY242" fmla="*/ 475408 h 654095"/>
                <a:gd name="connsiteX243" fmla="*/ 254097 w 1388518"/>
                <a:gd name="connsiteY243" fmla="*/ 475408 h 654095"/>
                <a:gd name="connsiteX244" fmla="*/ 250819 w 1388518"/>
                <a:gd name="connsiteY244" fmla="*/ 475408 h 654095"/>
                <a:gd name="connsiteX245" fmla="*/ 252458 w 1388518"/>
                <a:gd name="connsiteY245" fmla="*/ 472129 h 654095"/>
                <a:gd name="connsiteX246" fmla="*/ 254097 w 1388518"/>
                <a:gd name="connsiteY246" fmla="*/ 468850 h 654095"/>
                <a:gd name="connsiteX247" fmla="*/ 257376 w 1388518"/>
                <a:gd name="connsiteY247" fmla="*/ 468850 h 654095"/>
                <a:gd name="connsiteX248" fmla="*/ 262294 w 1388518"/>
                <a:gd name="connsiteY248" fmla="*/ 465572 h 654095"/>
                <a:gd name="connsiteX249" fmla="*/ 265573 w 1388518"/>
                <a:gd name="connsiteY249" fmla="*/ 463932 h 654095"/>
                <a:gd name="connsiteX250" fmla="*/ 268851 w 1388518"/>
                <a:gd name="connsiteY250" fmla="*/ 462293 h 654095"/>
                <a:gd name="connsiteX251" fmla="*/ 272130 w 1388518"/>
                <a:gd name="connsiteY251" fmla="*/ 460654 h 654095"/>
                <a:gd name="connsiteX252" fmla="*/ 277048 w 1388518"/>
                <a:gd name="connsiteY252" fmla="*/ 459014 h 654095"/>
                <a:gd name="connsiteX253" fmla="*/ 278687 w 1388518"/>
                <a:gd name="connsiteY253" fmla="*/ 455736 h 654095"/>
                <a:gd name="connsiteX254" fmla="*/ 280327 w 1388518"/>
                <a:gd name="connsiteY254" fmla="*/ 452457 h 654095"/>
                <a:gd name="connsiteX255" fmla="*/ 281966 w 1388518"/>
                <a:gd name="connsiteY255" fmla="*/ 447539 h 654095"/>
                <a:gd name="connsiteX256" fmla="*/ 283605 w 1388518"/>
                <a:gd name="connsiteY256" fmla="*/ 444260 h 654095"/>
                <a:gd name="connsiteX257" fmla="*/ 288523 w 1388518"/>
                <a:gd name="connsiteY257" fmla="*/ 440982 h 654095"/>
                <a:gd name="connsiteX258" fmla="*/ 286884 w 1388518"/>
                <a:gd name="connsiteY258" fmla="*/ 439342 h 654095"/>
                <a:gd name="connsiteX259" fmla="*/ 290163 w 1388518"/>
                <a:gd name="connsiteY259" fmla="*/ 434424 h 654095"/>
                <a:gd name="connsiteX260" fmla="*/ 295081 w 1388518"/>
                <a:gd name="connsiteY260" fmla="*/ 432785 h 654095"/>
                <a:gd name="connsiteX261" fmla="*/ 298359 w 1388518"/>
                <a:gd name="connsiteY261" fmla="*/ 431146 h 654095"/>
                <a:gd name="connsiteX262" fmla="*/ 295081 w 1388518"/>
                <a:gd name="connsiteY262" fmla="*/ 431146 h 654095"/>
                <a:gd name="connsiteX263" fmla="*/ 290163 w 1388518"/>
                <a:gd name="connsiteY263" fmla="*/ 432785 h 654095"/>
                <a:gd name="connsiteX264" fmla="*/ 293441 w 1388518"/>
                <a:gd name="connsiteY264" fmla="*/ 429506 h 654095"/>
                <a:gd name="connsiteX265" fmla="*/ 298359 w 1388518"/>
                <a:gd name="connsiteY265" fmla="*/ 426228 h 654095"/>
                <a:gd name="connsiteX266" fmla="*/ 301638 w 1388518"/>
                <a:gd name="connsiteY266" fmla="*/ 422949 h 654095"/>
                <a:gd name="connsiteX267" fmla="*/ 304917 w 1388518"/>
                <a:gd name="connsiteY267" fmla="*/ 421310 h 654095"/>
                <a:gd name="connsiteX268" fmla="*/ 309835 w 1388518"/>
                <a:gd name="connsiteY268" fmla="*/ 419670 h 654095"/>
                <a:gd name="connsiteX269" fmla="*/ 313113 w 1388518"/>
                <a:gd name="connsiteY269" fmla="*/ 416392 h 654095"/>
                <a:gd name="connsiteX270" fmla="*/ 316392 w 1388518"/>
                <a:gd name="connsiteY270" fmla="*/ 414752 h 654095"/>
                <a:gd name="connsiteX271" fmla="*/ 321310 w 1388518"/>
                <a:gd name="connsiteY271" fmla="*/ 413113 h 654095"/>
                <a:gd name="connsiteX272" fmla="*/ 324589 w 1388518"/>
                <a:gd name="connsiteY272" fmla="*/ 413113 h 654095"/>
                <a:gd name="connsiteX273" fmla="*/ 329507 w 1388518"/>
                <a:gd name="connsiteY273" fmla="*/ 411474 h 654095"/>
                <a:gd name="connsiteX274" fmla="*/ 331146 w 1388518"/>
                <a:gd name="connsiteY274" fmla="*/ 409834 h 654095"/>
                <a:gd name="connsiteX275" fmla="*/ 327867 w 1388518"/>
                <a:gd name="connsiteY275" fmla="*/ 411474 h 654095"/>
                <a:gd name="connsiteX276" fmla="*/ 324589 w 1388518"/>
                <a:gd name="connsiteY276" fmla="*/ 413113 h 654095"/>
                <a:gd name="connsiteX277" fmla="*/ 324589 w 1388518"/>
                <a:gd name="connsiteY277" fmla="*/ 409834 h 654095"/>
                <a:gd name="connsiteX278" fmla="*/ 321310 w 1388518"/>
                <a:gd name="connsiteY278" fmla="*/ 413113 h 654095"/>
                <a:gd name="connsiteX279" fmla="*/ 316392 w 1388518"/>
                <a:gd name="connsiteY279" fmla="*/ 413113 h 654095"/>
                <a:gd name="connsiteX280" fmla="*/ 313113 w 1388518"/>
                <a:gd name="connsiteY280" fmla="*/ 416392 h 654095"/>
                <a:gd name="connsiteX281" fmla="*/ 309835 w 1388518"/>
                <a:gd name="connsiteY281" fmla="*/ 418031 h 654095"/>
                <a:gd name="connsiteX282" fmla="*/ 304917 w 1388518"/>
                <a:gd name="connsiteY282" fmla="*/ 419670 h 654095"/>
                <a:gd name="connsiteX283" fmla="*/ 301638 w 1388518"/>
                <a:gd name="connsiteY283" fmla="*/ 421310 h 654095"/>
                <a:gd name="connsiteX284" fmla="*/ 298359 w 1388518"/>
                <a:gd name="connsiteY284" fmla="*/ 424588 h 654095"/>
                <a:gd name="connsiteX285" fmla="*/ 293441 w 1388518"/>
                <a:gd name="connsiteY285" fmla="*/ 424588 h 654095"/>
                <a:gd name="connsiteX286" fmla="*/ 290163 w 1388518"/>
                <a:gd name="connsiteY286" fmla="*/ 426228 h 654095"/>
                <a:gd name="connsiteX287" fmla="*/ 286884 w 1388518"/>
                <a:gd name="connsiteY287" fmla="*/ 427867 h 654095"/>
                <a:gd name="connsiteX288" fmla="*/ 288523 w 1388518"/>
                <a:gd name="connsiteY288" fmla="*/ 432785 h 654095"/>
                <a:gd name="connsiteX289" fmla="*/ 283605 w 1388518"/>
                <a:gd name="connsiteY289" fmla="*/ 434424 h 654095"/>
                <a:gd name="connsiteX290" fmla="*/ 280327 w 1388518"/>
                <a:gd name="connsiteY290" fmla="*/ 437703 h 654095"/>
                <a:gd name="connsiteX291" fmla="*/ 277048 w 1388518"/>
                <a:gd name="connsiteY291" fmla="*/ 439342 h 654095"/>
                <a:gd name="connsiteX292" fmla="*/ 273769 w 1388518"/>
                <a:gd name="connsiteY292" fmla="*/ 439342 h 654095"/>
                <a:gd name="connsiteX293" fmla="*/ 270491 w 1388518"/>
                <a:gd name="connsiteY293" fmla="*/ 439342 h 654095"/>
                <a:gd name="connsiteX294" fmla="*/ 265573 w 1388518"/>
                <a:gd name="connsiteY294" fmla="*/ 440982 h 654095"/>
                <a:gd name="connsiteX295" fmla="*/ 262294 w 1388518"/>
                <a:gd name="connsiteY295" fmla="*/ 442621 h 654095"/>
                <a:gd name="connsiteX296" fmla="*/ 257376 w 1388518"/>
                <a:gd name="connsiteY296" fmla="*/ 442621 h 654095"/>
                <a:gd name="connsiteX297" fmla="*/ 254097 w 1388518"/>
                <a:gd name="connsiteY297" fmla="*/ 444260 h 654095"/>
                <a:gd name="connsiteX298" fmla="*/ 250819 w 1388518"/>
                <a:gd name="connsiteY298" fmla="*/ 444260 h 654095"/>
                <a:gd name="connsiteX299" fmla="*/ 245901 w 1388518"/>
                <a:gd name="connsiteY299" fmla="*/ 445900 h 654095"/>
                <a:gd name="connsiteX300" fmla="*/ 242622 w 1388518"/>
                <a:gd name="connsiteY300" fmla="*/ 445900 h 654095"/>
                <a:gd name="connsiteX301" fmla="*/ 237704 w 1388518"/>
                <a:gd name="connsiteY301" fmla="*/ 445900 h 654095"/>
                <a:gd name="connsiteX302" fmla="*/ 234425 w 1388518"/>
                <a:gd name="connsiteY302" fmla="*/ 447539 h 654095"/>
                <a:gd name="connsiteX303" fmla="*/ 231147 w 1388518"/>
                <a:gd name="connsiteY303" fmla="*/ 447539 h 654095"/>
                <a:gd name="connsiteX304" fmla="*/ 226228 w 1388518"/>
                <a:gd name="connsiteY304" fmla="*/ 447539 h 654095"/>
                <a:gd name="connsiteX305" fmla="*/ 222950 w 1388518"/>
                <a:gd name="connsiteY305" fmla="*/ 445900 h 654095"/>
                <a:gd name="connsiteX306" fmla="*/ 219671 w 1388518"/>
                <a:gd name="connsiteY306" fmla="*/ 445900 h 654095"/>
                <a:gd name="connsiteX307" fmla="*/ 221310 w 1388518"/>
                <a:gd name="connsiteY307" fmla="*/ 440982 h 654095"/>
                <a:gd name="connsiteX308" fmla="*/ 224589 w 1388518"/>
                <a:gd name="connsiteY308" fmla="*/ 440982 h 654095"/>
                <a:gd name="connsiteX309" fmla="*/ 227868 w 1388518"/>
                <a:gd name="connsiteY309" fmla="*/ 439342 h 654095"/>
                <a:gd name="connsiteX310" fmla="*/ 224589 w 1388518"/>
                <a:gd name="connsiteY310" fmla="*/ 436064 h 654095"/>
                <a:gd name="connsiteX311" fmla="*/ 224589 w 1388518"/>
                <a:gd name="connsiteY311" fmla="*/ 432785 h 654095"/>
                <a:gd name="connsiteX312" fmla="*/ 226228 w 1388518"/>
                <a:gd name="connsiteY312" fmla="*/ 431146 h 654095"/>
                <a:gd name="connsiteX313" fmla="*/ 224589 w 1388518"/>
                <a:gd name="connsiteY313" fmla="*/ 427867 h 654095"/>
                <a:gd name="connsiteX314" fmla="*/ 227868 w 1388518"/>
                <a:gd name="connsiteY314" fmla="*/ 426228 h 654095"/>
                <a:gd name="connsiteX315" fmla="*/ 224589 w 1388518"/>
                <a:gd name="connsiteY315" fmla="*/ 427867 h 654095"/>
                <a:gd name="connsiteX316" fmla="*/ 222950 w 1388518"/>
                <a:gd name="connsiteY316" fmla="*/ 427867 h 654095"/>
                <a:gd name="connsiteX317" fmla="*/ 219671 w 1388518"/>
                <a:gd name="connsiteY317" fmla="*/ 426228 h 654095"/>
                <a:gd name="connsiteX318" fmla="*/ 218032 w 1388518"/>
                <a:gd name="connsiteY318" fmla="*/ 422949 h 654095"/>
                <a:gd name="connsiteX319" fmla="*/ 221310 w 1388518"/>
                <a:gd name="connsiteY319" fmla="*/ 419670 h 654095"/>
                <a:gd name="connsiteX320" fmla="*/ 226228 w 1388518"/>
                <a:gd name="connsiteY320" fmla="*/ 419670 h 654095"/>
                <a:gd name="connsiteX321" fmla="*/ 221310 w 1388518"/>
                <a:gd name="connsiteY321" fmla="*/ 418031 h 654095"/>
                <a:gd name="connsiteX322" fmla="*/ 218032 w 1388518"/>
                <a:gd name="connsiteY322" fmla="*/ 419670 h 654095"/>
                <a:gd name="connsiteX323" fmla="*/ 221310 w 1388518"/>
                <a:gd name="connsiteY323" fmla="*/ 414752 h 654095"/>
                <a:gd name="connsiteX324" fmla="*/ 226228 w 1388518"/>
                <a:gd name="connsiteY324" fmla="*/ 413113 h 654095"/>
                <a:gd name="connsiteX325" fmla="*/ 229507 w 1388518"/>
                <a:gd name="connsiteY325" fmla="*/ 413113 h 654095"/>
                <a:gd name="connsiteX326" fmla="*/ 232786 w 1388518"/>
                <a:gd name="connsiteY326" fmla="*/ 411474 h 654095"/>
                <a:gd name="connsiteX327" fmla="*/ 237704 w 1388518"/>
                <a:gd name="connsiteY327" fmla="*/ 409834 h 654095"/>
                <a:gd name="connsiteX328" fmla="*/ 240983 w 1388518"/>
                <a:gd name="connsiteY328" fmla="*/ 406556 h 654095"/>
                <a:gd name="connsiteX329" fmla="*/ 244261 w 1388518"/>
                <a:gd name="connsiteY329" fmla="*/ 406556 h 654095"/>
                <a:gd name="connsiteX330" fmla="*/ 249179 w 1388518"/>
                <a:gd name="connsiteY330" fmla="*/ 401637 h 654095"/>
                <a:gd name="connsiteX331" fmla="*/ 252458 w 1388518"/>
                <a:gd name="connsiteY331" fmla="*/ 403277 h 654095"/>
                <a:gd name="connsiteX332" fmla="*/ 255737 w 1388518"/>
                <a:gd name="connsiteY332" fmla="*/ 403277 h 654095"/>
                <a:gd name="connsiteX333" fmla="*/ 254097 w 1388518"/>
                <a:gd name="connsiteY333" fmla="*/ 406556 h 654095"/>
                <a:gd name="connsiteX334" fmla="*/ 257376 w 1388518"/>
                <a:gd name="connsiteY334" fmla="*/ 406556 h 654095"/>
                <a:gd name="connsiteX335" fmla="*/ 260655 w 1388518"/>
                <a:gd name="connsiteY335" fmla="*/ 406556 h 654095"/>
                <a:gd name="connsiteX336" fmla="*/ 260655 w 1388518"/>
                <a:gd name="connsiteY336" fmla="*/ 411474 h 654095"/>
                <a:gd name="connsiteX337" fmla="*/ 255737 w 1388518"/>
                <a:gd name="connsiteY337" fmla="*/ 411474 h 654095"/>
                <a:gd name="connsiteX338" fmla="*/ 252458 w 1388518"/>
                <a:gd name="connsiteY338" fmla="*/ 414752 h 654095"/>
                <a:gd name="connsiteX339" fmla="*/ 249179 w 1388518"/>
                <a:gd name="connsiteY339" fmla="*/ 414752 h 654095"/>
                <a:gd name="connsiteX340" fmla="*/ 245901 w 1388518"/>
                <a:gd name="connsiteY340" fmla="*/ 416392 h 654095"/>
                <a:gd name="connsiteX341" fmla="*/ 250819 w 1388518"/>
                <a:gd name="connsiteY341" fmla="*/ 414752 h 654095"/>
                <a:gd name="connsiteX342" fmla="*/ 254097 w 1388518"/>
                <a:gd name="connsiteY342" fmla="*/ 413113 h 654095"/>
                <a:gd name="connsiteX343" fmla="*/ 257376 w 1388518"/>
                <a:gd name="connsiteY343" fmla="*/ 413113 h 654095"/>
                <a:gd name="connsiteX344" fmla="*/ 262294 w 1388518"/>
                <a:gd name="connsiteY344" fmla="*/ 411474 h 654095"/>
                <a:gd name="connsiteX345" fmla="*/ 265573 w 1388518"/>
                <a:gd name="connsiteY345" fmla="*/ 409834 h 654095"/>
                <a:gd name="connsiteX346" fmla="*/ 268851 w 1388518"/>
                <a:gd name="connsiteY346" fmla="*/ 408195 h 654095"/>
                <a:gd name="connsiteX347" fmla="*/ 272130 w 1388518"/>
                <a:gd name="connsiteY347" fmla="*/ 408195 h 654095"/>
                <a:gd name="connsiteX348" fmla="*/ 270491 w 1388518"/>
                <a:gd name="connsiteY348" fmla="*/ 411474 h 654095"/>
                <a:gd name="connsiteX349" fmla="*/ 267212 w 1388518"/>
                <a:gd name="connsiteY349" fmla="*/ 414752 h 654095"/>
                <a:gd name="connsiteX350" fmla="*/ 270491 w 1388518"/>
                <a:gd name="connsiteY350" fmla="*/ 414752 h 654095"/>
                <a:gd name="connsiteX351" fmla="*/ 275409 w 1388518"/>
                <a:gd name="connsiteY351" fmla="*/ 414752 h 654095"/>
                <a:gd name="connsiteX352" fmla="*/ 278687 w 1388518"/>
                <a:gd name="connsiteY352" fmla="*/ 413113 h 654095"/>
                <a:gd name="connsiteX353" fmla="*/ 281966 w 1388518"/>
                <a:gd name="connsiteY353" fmla="*/ 411474 h 654095"/>
                <a:gd name="connsiteX354" fmla="*/ 285245 w 1388518"/>
                <a:gd name="connsiteY354" fmla="*/ 409834 h 654095"/>
                <a:gd name="connsiteX355" fmla="*/ 283605 w 1388518"/>
                <a:gd name="connsiteY355" fmla="*/ 404916 h 654095"/>
                <a:gd name="connsiteX356" fmla="*/ 280327 w 1388518"/>
                <a:gd name="connsiteY356" fmla="*/ 404916 h 654095"/>
                <a:gd name="connsiteX357" fmla="*/ 283605 w 1388518"/>
                <a:gd name="connsiteY357" fmla="*/ 403277 h 654095"/>
                <a:gd name="connsiteX358" fmla="*/ 286884 w 1388518"/>
                <a:gd name="connsiteY358" fmla="*/ 403277 h 654095"/>
                <a:gd name="connsiteX359" fmla="*/ 291802 w 1388518"/>
                <a:gd name="connsiteY359" fmla="*/ 403277 h 654095"/>
                <a:gd name="connsiteX360" fmla="*/ 286884 w 1388518"/>
                <a:gd name="connsiteY360" fmla="*/ 401637 h 654095"/>
                <a:gd name="connsiteX361" fmla="*/ 291802 w 1388518"/>
                <a:gd name="connsiteY361" fmla="*/ 399998 h 654095"/>
                <a:gd name="connsiteX362" fmla="*/ 286884 w 1388518"/>
                <a:gd name="connsiteY362" fmla="*/ 399998 h 654095"/>
                <a:gd name="connsiteX363" fmla="*/ 283605 w 1388518"/>
                <a:gd name="connsiteY363" fmla="*/ 401637 h 654095"/>
                <a:gd name="connsiteX364" fmla="*/ 280327 w 1388518"/>
                <a:gd name="connsiteY364" fmla="*/ 403277 h 654095"/>
                <a:gd name="connsiteX365" fmla="*/ 275409 w 1388518"/>
                <a:gd name="connsiteY365" fmla="*/ 404916 h 654095"/>
                <a:gd name="connsiteX366" fmla="*/ 272130 w 1388518"/>
                <a:gd name="connsiteY366" fmla="*/ 404916 h 654095"/>
                <a:gd name="connsiteX367" fmla="*/ 268851 w 1388518"/>
                <a:gd name="connsiteY367" fmla="*/ 404916 h 654095"/>
                <a:gd name="connsiteX368" fmla="*/ 265573 w 1388518"/>
                <a:gd name="connsiteY368" fmla="*/ 404916 h 654095"/>
                <a:gd name="connsiteX369" fmla="*/ 260655 w 1388518"/>
                <a:gd name="connsiteY369" fmla="*/ 404916 h 654095"/>
                <a:gd name="connsiteX370" fmla="*/ 257376 w 1388518"/>
                <a:gd name="connsiteY370" fmla="*/ 401637 h 654095"/>
                <a:gd name="connsiteX371" fmla="*/ 252458 w 1388518"/>
                <a:gd name="connsiteY371" fmla="*/ 403277 h 654095"/>
                <a:gd name="connsiteX372" fmla="*/ 249179 w 1388518"/>
                <a:gd name="connsiteY372" fmla="*/ 401637 h 654095"/>
                <a:gd name="connsiteX373" fmla="*/ 245901 w 1388518"/>
                <a:gd name="connsiteY373" fmla="*/ 403277 h 654095"/>
                <a:gd name="connsiteX374" fmla="*/ 247540 w 1388518"/>
                <a:gd name="connsiteY374" fmla="*/ 398359 h 654095"/>
                <a:gd name="connsiteX375" fmla="*/ 250819 w 1388518"/>
                <a:gd name="connsiteY375" fmla="*/ 398359 h 654095"/>
                <a:gd name="connsiteX376" fmla="*/ 255737 w 1388518"/>
                <a:gd name="connsiteY376" fmla="*/ 396720 h 654095"/>
                <a:gd name="connsiteX377" fmla="*/ 259015 w 1388518"/>
                <a:gd name="connsiteY377" fmla="*/ 395080 h 654095"/>
                <a:gd name="connsiteX378" fmla="*/ 262294 w 1388518"/>
                <a:gd name="connsiteY378" fmla="*/ 395080 h 654095"/>
                <a:gd name="connsiteX379" fmla="*/ 259015 w 1388518"/>
                <a:gd name="connsiteY379" fmla="*/ 393441 h 654095"/>
                <a:gd name="connsiteX380" fmla="*/ 255737 w 1388518"/>
                <a:gd name="connsiteY380" fmla="*/ 396720 h 654095"/>
                <a:gd name="connsiteX381" fmla="*/ 255737 w 1388518"/>
                <a:gd name="connsiteY381" fmla="*/ 391802 h 654095"/>
                <a:gd name="connsiteX382" fmla="*/ 260655 w 1388518"/>
                <a:gd name="connsiteY382" fmla="*/ 390162 h 654095"/>
                <a:gd name="connsiteX383" fmla="*/ 255737 w 1388518"/>
                <a:gd name="connsiteY383" fmla="*/ 391802 h 654095"/>
                <a:gd name="connsiteX384" fmla="*/ 252458 w 1388518"/>
                <a:gd name="connsiteY384" fmla="*/ 391802 h 654095"/>
                <a:gd name="connsiteX385" fmla="*/ 255737 w 1388518"/>
                <a:gd name="connsiteY385" fmla="*/ 388523 h 654095"/>
                <a:gd name="connsiteX386" fmla="*/ 259015 w 1388518"/>
                <a:gd name="connsiteY386" fmla="*/ 388523 h 654095"/>
                <a:gd name="connsiteX387" fmla="*/ 262294 w 1388518"/>
                <a:gd name="connsiteY387" fmla="*/ 385244 h 654095"/>
                <a:gd name="connsiteX388" fmla="*/ 263933 w 1388518"/>
                <a:gd name="connsiteY388" fmla="*/ 383605 h 654095"/>
                <a:gd name="connsiteX389" fmla="*/ 260655 w 1388518"/>
                <a:gd name="connsiteY389" fmla="*/ 385244 h 654095"/>
                <a:gd name="connsiteX390" fmla="*/ 255737 w 1388518"/>
                <a:gd name="connsiteY390" fmla="*/ 388523 h 654095"/>
                <a:gd name="connsiteX391" fmla="*/ 252458 w 1388518"/>
                <a:gd name="connsiteY391" fmla="*/ 390162 h 654095"/>
                <a:gd name="connsiteX392" fmla="*/ 249179 w 1388518"/>
                <a:gd name="connsiteY392" fmla="*/ 393441 h 654095"/>
                <a:gd name="connsiteX393" fmla="*/ 244261 w 1388518"/>
                <a:gd name="connsiteY393" fmla="*/ 395080 h 654095"/>
                <a:gd name="connsiteX394" fmla="*/ 240983 w 1388518"/>
                <a:gd name="connsiteY394" fmla="*/ 395080 h 654095"/>
                <a:gd name="connsiteX395" fmla="*/ 240983 w 1388518"/>
                <a:gd name="connsiteY395" fmla="*/ 391802 h 654095"/>
                <a:gd name="connsiteX396" fmla="*/ 244261 w 1388518"/>
                <a:gd name="connsiteY396" fmla="*/ 388523 h 654095"/>
                <a:gd name="connsiteX397" fmla="*/ 242622 w 1388518"/>
                <a:gd name="connsiteY397" fmla="*/ 385244 h 654095"/>
                <a:gd name="connsiteX398" fmla="*/ 245901 w 1388518"/>
                <a:gd name="connsiteY398" fmla="*/ 381966 h 654095"/>
                <a:gd name="connsiteX399" fmla="*/ 250819 w 1388518"/>
                <a:gd name="connsiteY399" fmla="*/ 380326 h 654095"/>
                <a:gd name="connsiteX400" fmla="*/ 254097 w 1388518"/>
                <a:gd name="connsiteY400" fmla="*/ 378687 h 654095"/>
                <a:gd name="connsiteX401" fmla="*/ 250819 w 1388518"/>
                <a:gd name="connsiteY401" fmla="*/ 377047 h 654095"/>
                <a:gd name="connsiteX402" fmla="*/ 245901 w 1388518"/>
                <a:gd name="connsiteY402" fmla="*/ 377047 h 654095"/>
                <a:gd name="connsiteX403" fmla="*/ 249179 w 1388518"/>
                <a:gd name="connsiteY403" fmla="*/ 373769 h 654095"/>
                <a:gd name="connsiteX404" fmla="*/ 252458 w 1388518"/>
                <a:gd name="connsiteY404" fmla="*/ 370490 h 654095"/>
                <a:gd name="connsiteX405" fmla="*/ 255737 w 1388518"/>
                <a:gd name="connsiteY405" fmla="*/ 372130 h 654095"/>
                <a:gd name="connsiteX406" fmla="*/ 259015 w 1388518"/>
                <a:gd name="connsiteY406" fmla="*/ 372130 h 654095"/>
                <a:gd name="connsiteX407" fmla="*/ 263933 w 1388518"/>
                <a:gd name="connsiteY407" fmla="*/ 370490 h 654095"/>
                <a:gd name="connsiteX408" fmla="*/ 260655 w 1388518"/>
                <a:gd name="connsiteY408" fmla="*/ 370490 h 654095"/>
                <a:gd name="connsiteX409" fmla="*/ 260655 w 1388518"/>
                <a:gd name="connsiteY409" fmla="*/ 367211 h 654095"/>
                <a:gd name="connsiteX410" fmla="*/ 263933 w 1388518"/>
                <a:gd name="connsiteY410" fmla="*/ 365572 h 654095"/>
                <a:gd name="connsiteX411" fmla="*/ 267212 w 1388518"/>
                <a:gd name="connsiteY411" fmla="*/ 365572 h 654095"/>
                <a:gd name="connsiteX412" fmla="*/ 270491 w 1388518"/>
                <a:gd name="connsiteY412" fmla="*/ 365572 h 654095"/>
                <a:gd name="connsiteX413" fmla="*/ 275409 w 1388518"/>
                <a:gd name="connsiteY413" fmla="*/ 363933 h 654095"/>
                <a:gd name="connsiteX414" fmla="*/ 278687 w 1388518"/>
                <a:gd name="connsiteY414" fmla="*/ 360654 h 654095"/>
                <a:gd name="connsiteX415" fmla="*/ 281966 w 1388518"/>
                <a:gd name="connsiteY415" fmla="*/ 357375 h 654095"/>
                <a:gd name="connsiteX416" fmla="*/ 286884 w 1388518"/>
                <a:gd name="connsiteY416" fmla="*/ 355736 h 654095"/>
                <a:gd name="connsiteX417" fmla="*/ 290163 w 1388518"/>
                <a:gd name="connsiteY417" fmla="*/ 352457 h 654095"/>
                <a:gd name="connsiteX418" fmla="*/ 295081 w 1388518"/>
                <a:gd name="connsiteY418" fmla="*/ 352457 h 654095"/>
                <a:gd name="connsiteX419" fmla="*/ 298359 w 1388518"/>
                <a:gd name="connsiteY419" fmla="*/ 350818 h 654095"/>
                <a:gd name="connsiteX420" fmla="*/ 301638 w 1388518"/>
                <a:gd name="connsiteY420" fmla="*/ 349179 h 654095"/>
                <a:gd name="connsiteX421" fmla="*/ 304917 w 1388518"/>
                <a:gd name="connsiteY421" fmla="*/ 347539 h 654095"/>
                <a:gd name="connsiteX422" fmla="*/ 309835 w 1388518"/>
                <a:gd name="connsiteY422" fmla="*/ 345900 h 654095"/>
                <a:gd name="connsiteX423" fmla="*/ 313113 w 1388518"/>
                <a:gd name="connsiteY423" fmla="*/ 344261 h 654095"/>
                <a:gd name="connsiteX424" fmla="*/ 316392 w 1388518"/>
                <a:gd name="connsiteY424" fmla="*/ 342621 h 654095"/>
                <a:gd name="connsiteX425" fmla="*/ 321310 w 1388518"/>
                <a:gd name="connsiteY425" fmla="*/ 340982 h 654095"/>
                <a:gd name="connsiteX426" fmla="*/ 324589 w 1388518"/>
                <a:gd name="connsiteY426" fmla="*/ 339343 h 654095"/>
                <a:gd name="connsiteX427" fmla="*/ 327867 w 1388518"/>
                <a:gd name="connsiteY427" fmla="*/ 337703 h 654095"/>
                <a:gd name="connsiteX428" fmla="*/ 331146 w 1388518"/>
                <a:gd name="connsiteY428" fmla="*/ 337703 h 654095"/>
                <a:gd name="connsiteX429" fmla="*/ 336064 w 1388518"/>
                <a:gd name="connsiteY429" fmla="*/ 337703 h 654095"/>
                <a:gd name="connsiteX430" fmla="*/ 336064 w 1388518"/>
                <a:gd name="connsiteY430" fmla="*/ 340982 h 654095"/>
                <a:gd name="connsiteX431" fmla="*/ 331146 w 1388518"/>
                <a:gd name="connsiteY431" fmla="*/ 344261 h 654095"/>
                <a:gd name="connsiteX432" fmla="*/ 336064 w 1388518"/>
                <a:gd name="connsiteY432" fmla="*/ 342621 h 654095"/>
                <a:gd name="connsiteX433" fmla="*/ 339343 w 1388518"/>
                <a:gd name="connsiteY433" fmla="*/ 340982 h 654095"/>
                <a:gd name="connsiteX434" fmla="*/ 339343 w 1388518"/>
                <a:gd name="connsiteY434" fmla="*/ 340982 h 654095"/>
                <a:gd name="connsiteX435" fmla="*/ 336064 w 1388518"/>
                <a:gd name="connsiteY435" fmla="*/ 339343 h 654095"/>
                <a:gd name="connsiteX436" fmla="*/ 339343 w 1388518"/>
                <a:gd name="connsiteY436" fmla="*/ 336064 h 654095"/>
                <a:gd name="connsiteX437" fmla="*/ 342621 w 1388518"/>
                <a:gd name="connsiteY437" fmla="*/ 334425 h 654095"/>
                <a:gd name="connsiteX438" fmla="*/ 347539 w 1388518"/>
                <a:gd name="connsiteY438" fmla="*/ 334425 h 654095"/>
                <a:gd name="connsiteX439" fmla="*/ 350818 w 1388518"/>
                <a:gd name="connsiteY439" fmla="*/ 332785 h 654095"/>
                <a:gd name="connsiteX440" fmla="*/ 354097 w 1388518"/>
                <a:gd name="connsiteY440" fmla="*/ 331146 h 654095"/>
                <a:gd name="connsiteX441" fmla="*/ 359015 w 1388518"/>
                <a:gd name="connsiteY441" fmla="*/ 329507 h 654095"/>
                <a:gd name="connsiteX442" fmla="*/ 357375 w 1388518"/>
                <a:gd name="connsiteY442" fmla="*/ 329507 h 654095"/>
                <a:gd name="connsiteX443" fmla="*/ 354097 w 1388518"/>
                <a:gd name="connsiteY443" fmla="*/ 331146 h 654095"/>
                <a:gd name="connsiteX444" fmla="*/ 349179 w 1388518"/>
                <a:gd name="connsiteY444" fmla="*/ 331146 h 654095"/>
                <a:gd name="connsiteX445" fmla="*/ 345900 w 1388518"/>
                <a:gd name="connsiteY445" fmla="*/ 332785 h 654095"/>
                <a:gd name="connsiteX446" fmla="*/ 342621 w 1388518"/>
                <a:gd name="connsiteY446" fmla="*/ 334425 h 654095"/>
                <a:gd name="connsiteX447" fmla="*/ 345900 w 1388518"/>
                <a:gd name="connsiteY447" fmla="*/ 331146 h 654095"/>
                <a:gd name="connsiteX448" fmla="*/ 349179 w 1388518"/>
                <a:gd name="connsiteY448" fmla="*/ 327867 h 654095"/>
                <a:gd name="connsiteX449" fmla="*/ 352457 w 1388518"/>
                <a:gd name="connsiteY449" fmla="*/ 327867 h 654095"/>
                <a:gd name="connsiteX450" fmla="*/ 355736 w 1388518"/>
                <a:gd name="connsiteY450" fmla="*/ 322949 h 654095"/>
                <a:gd name="connsiteX451" fmla="*/ 359015 w 1388518"/>
                <a:gd name="connsiteY451" fmla="*/ 321310 h 654095"/>
                <a:gd name="connsiteX452" fmla="*/ 362293 w 1388518"/>
                <a:gd name="connsiteY452" fmla="*/ 319671 h 654095"/>
                <a:gd name="connsiteX453" fmla="*/ 367211 w 1388518"/>
                <a:gd name="connsiteY453" fmla="*/ 318031 h 654095"/>
                <a:gd name="connsiteX454" fmla="*/ 370490 w 1388518"/>
                <a:gd name="connsiteY454" fmla="*/ 318031 h 654095"/>
                <a:gd name="connsiteX455" fmla="*/ 373769 w 1388518"/>
                <a:gd name="connsiteY455" fmla="*/ 318031 h 654095"/>
                <a:gd name="connsiteX456" fmla="*/ 377047 w 1388518"/>
                <a:gd name="connsiteY456" fmla="*/ 318031 h 654095"/>
                <a:gd name="connsiteX457" fmla="*/ 375408 w 1388518"/>
                <a:gd name="connsiteY457" fmla="*/ 314753 h 654095"/>
                <a:gd name="connsiteX458" fmla="*/ 378687 w 1388518"/>
                <a:gd name="connsiteY458" fmla="*/ 313113 h 654095"/>
                <a:gd name="connsiteX459" fmla="*/ 383605 w 1388518"/>
                <a:gd name="connsiteY459" fmla="*/ 311474 h 654095"/>
                <a:gd name="connsiteX460" fmla="*/ 386884 w 1388518"/>
                <a:gd name="connsiteY460" fmla="*/ 309835 h 654095"/>
                <a:gd name="connsiteX461" fmla="*/ 390162 w 1388518"/>
                <a:gd name="connsiteY461" fmla="*/ 309835 h 654095"/>
                <a:gd name="connsiteX462" fmla="*/ 395080 w 1388518"/>
                <a:gd name="connsiteY462" fmla="*/ 309835 h 654095"/>
                <a:gd name="connsiteX463" fmla="*/ 398359 w 1388518"/>
                <a:gd name="connsiteY463" fmla="*/ 309835 h 654095"/>
                <a:gd name="connsiteX464" fmla="*/ 401638 w 1388518"/>
                <a:gd name="connsiteY464" fmla="*/ 309835 h 654095"/>
                <a:gd name="connsiteX465" fmla="*/ 404916 w 1388518"/>
                <a:gd name="connsiteY465" fmla="*/ 311474 h 654095"/>
                <a:gd name="connsiteX466" fmla="*/ 404916 w 1388518"/>
                <a:gd name="connsiteY466" fmla="*/ 314753 h 654095"/>
                <a:gd name="connsiteX467" fmla="*/ 399998 w 1388518"/>
                <a:gd name="connsiteY467" fmla="*/ 316392 h 654095"/>
                <a:gd name="connsiteX468" fmla="*/ 396720 w 1388518"/>
                <a:gd name="connsiteY468" fmla="*/ 318031 h 654095"/>
                <a:gd name="connsiteX469" fmla="*/ 391802 w 1388518"/>
                <a:gd name="connsiteY469" fmla="*/ 318031 h 654095"/>
                <a:gd name="connsiteX470" fmla="*/ 391802 w 1388518"/>
                <a:gd name="connsiteY470" fmla="*/ 319671 h 654095"/>
                <a:gd name="connsiteX471" fmla="*/ 395080 w 1388518"/>
                <a:gd name="connsiteY471" fmla="*/ 318031 h 654095"/>
                <a:gd name="connsiteX472" fmla="*/ 398359 w 1388518"/>
                <a:gd name="connsiteY472" fmla="*/ 318031 h 654095"/>
                <a:gd name="connsiteX473" fmla="*/ 403277 w 1388518"/>
                <a:gd name="connsiteY473" fmla="*/ 316392 h 654095"/>
                <a:gd name="connsiteX474" fmla="*/ 406556 w 1388518"/>
                <a:gd name="connsiteY474" fmla="*/ 314753 h 654095"/>
                <a:gd name="connsiteX475" fmla="*/ 409834 w 1388518"/>
                <a:gd name="connsiteY475" fmla="*/ 318031 h 654095"/>
                <a:gd name="connsiteX476" fmla="*/ 413113 w 1388518"/>
                <a:gd name="connsiteY476" fmla="*/ 318031 h 654095"/>
                <a:gd name="connsiteX477" fmla="*/ 418031 w 1388518"/>
                <a:gd name="connsiteY477" fmla="*/ 316392 h 654095"/>
                <a:gd name="connsiteX478" fmla="*/ 421310 w 1388518"/>
                <a:gd name="connsiteY478" fmla="*/ 314753 h 654095"/>
                <a:gd name="connsiteX479" fmla="*/ 426228 w 1388518"/>
                <a:gd name="connsiteY479" fmla="*/ 314753 h 654095"/>
                <a:gd name="connsiteX480" fmla="*/ 429506 w 1388518"/>
                <a:gd name="connsiteY480" fmla="*/ 313113 h 654095"/>
                <a:gd name="connsiteX481" fmla="*/ 432785 w 1388518"/>
                <a:gd name="connsiteY481" fmla="*/ 311474 h 654095"/>
                <a:gd name="connsiteX482" fmla="*/ 436064 w 1388518"/>
                <a:gd name="connsiteY482" fmla="*/ 309835 h 654095"/>
                <a:gd name="connsiteX483" fmla="*/ 440982 w 1388518"/>
                <a:gd name="connsiteY483" fmla="*/ 309835 h 654095"/>
                <a:gd name="connsiteX484" fmla="*/ 444260 w 1388518"/>
                <a:gd name="connsiteY484" fmla="*/ 306556 h 654095"/>
                <a:gd name="connsiteX485" fmla="*/ 447539 w 1388518"/>
                <a:gd name="connsiteY485" fmla="*/ 306556 h 654095"/>
                <a:gd name="connsiteX486" fmla="*/ 452457 w 1388518"/>
                <a:gd name="connsiteY486" fmla="*/ 304917 h 654095"/>
                <a:gd name="connsiteX487" fmla="*/ 455736 w 1388518"/>
                <a:gd name="connsiteY487" fmla="*/ 303277 h 654095"/>
                <a:gd name="connsiteX488" fmla="*/ 460654 w 1388518"/>
                <a:gd name="connsiteY488" fmla="*/ 301638 h 654095"/>
                <a:gd name="connsiteX489" fmla="*/ 463932 w 1388518"/>
                <a:gd name="connsiteY489" fmla="*/ 299999 h 654095"/>
                <a:gd name="connsiteX490" fmla="*/ 467211 w 1388518"/>
                <a:gd name="connsiteY490" fmla="*/ 298359 h 654095"/>
                <a:gd name="connsiteX491" fmla="*/ 463932 w 1388518"/>
                <a:gd name="connsiteY491" fmla="*/ 301638 h 654095"/>
                <a:gd name="connsiteX492" fmla="*/ 467211 w 1388518"/>
                <a:gd name="connsiteY492" fmla="*/ 301638 h 654095"/>
                <a:gd name="connsiteX493" fmla="*/ 472129 w 1388518"/>
                <a:gd name="connsiteY493" fmla="*/ 301638 h 654095"/>
                <a:gd name="connsiteX494" fmla="*/ 475408 w 1388518"/>
                <a:gd name="connsiteY494" fmla="*/ 301638 h 654095"/>
                <a:gd name="connsiteX495" fmla="*/ 478686 w 1388518"/>
                <a:gd name="connsiteY495" fmla="*/ 299999 h 654095"/>
                <a:gd name="connsiteX496" fmla="*/ 481965 w 1388518"/>
                <a:gd name="connsiteY496" fmla="*/ 301638 h 654095"/>
                <a:gd name="connsiteX497" fmla="*/ 486883 w 1388518"/>
                <a:gd name="connsiteY497" fmla="*/ 301638 h 654095"/>
                <a:gd name="connsiteX498" fmla="*/ 490162 w 1388518"/>
                <a:gd name="connsiteY498" fmla="*/ 299999 h 654095"/>
                <a:gd name="connsiteX499" fmla="*/ 493440 w 1388518"/>
                <a:gd name="connsiteY499" fmla="*/ 299999 h 654095"/>
                <a:gd name="connsiteX500" fmla="*/ 498358 w 1388518"/>
                <a:gd name="connsiteY500" fmla="*/ 298359 h 654095"/>
                <a:gd name="connsiteX501" fmla="*/ 501637 w 1388518"/>
                <a:gd name="connsiteY501" fmla="*/ 296720 h 654095"/>
                <a:gd name="connsiteX502" fmla="*/ 506555 w 1388518"/>
                <a:gd name="connsiteY502" fmla="*/ 295081 h 654095"/>
                <a:gd name="connsiteX503" fmla="*/ 509834 w 1388518"/>
                <a:gd name="connsiteY503" fmla="*/ 295081 h 654095"/>
                <a:gd name="connsiteX504" fmla="*/ 513112 w 1388518"/>
                <a:gd name="connsiteY504" fmla="*/ 293441 h 654095"/>
                <a:gd name="connsiteX505" fmla="*/ 518030 w 1388518"/>
                <a:gd name="connsiteY505" fmla="*/ 291802 h 654095"/>
                <a:gd name="connsiteX506" fmla="*/ 521309 w 1388518"/>
                <a:gd name="connsiteY506" fmla="*/ 290163 h 654095"/>
                <a:gd name="connsiteX507" fmla="*/ 524588 w 1388518"/>
                <a:gd name="connsiteY507" fmla="*/ 286884 h 654095"/>
                <a:gd name="connsiteX508" fmla="*/ 529506 w 1388518"/>
                <a:gd name="connsiteY508" fmla="*/ 283605 h 654095"/>
                <a:gd name="connsiteX509" fmla="*/ 531145 w 1388518"/>
                <a:gd name="connsiteY509" fmla="*/ 278687 h 654095"/>
                <a:gd name="connsiteX510" fmla="*/ 534424 w 1388518"/>
                <a:gd name="connsiteY510" fmla="*/ 275409 h 654095"/>
                <a:gd name="connsiteX511" fmla="*/ 539342 w 1388518"/>
                <a:gd name="connsiteY511" fmla="*/ 272130 h 654095"/>
                <a:gd name="connsiteX512" fmla="*/ 540981 w 1388518"/>
                <a:gd name="connsiteY512" fmla="*/ 268851 h 654095"/>
                <a:gd name="connsiteX513" fmla="*/ 542621 w 1388518"/>
                <a:gd name="connsiteY513" fmla="*/ 265573 h 654095"/>
                <a:gd name="connsiteX514" fmla="*/ 537702 w 1388518"/>
                <a:gd name="connsiteY514" fmla="*/ 262294 h 654095"/>
                <a:gd name="connsiteX515" fmla="*/ 534424 w 1388518"/>
                <a:gd name="connsiteY515" fmla="*/ 263933 h 654095"/>
                <a:gd name="connsiteX516" fmla="*/ 537702 w 1388518"/>
                <a:gd name="connsiteY516" fmla="*/ 262294 h 654095"/>
                <a:gd name="connsiteX517" fmla="*/ 542621 w 1388518"/>
                <a:gd name="connsiteY517" fmla="*/ 259015 h 654095"/>
                <a:gd name="connsiteX518" fmla="*/ 544260 w 1388518"/>
                <a:gd name="connsiteY518" fmla="*/ 259015 h 654095"/>
                <a:gd name="connsiteX519" fmla="*/ 549178 w 1388518"/>
                <a:gd name="connsiteY519" fmla="*/ 260655 h 654095"/>
                <a:gd name="connsiteX520" fmla="*/ 552457 w 1388518"/>
                <a:gd name="connsiteY520" fmla="*/ 260655 h 654095"/>
                <a:gd name="connsiteX521" fmla="*/ 555735 w 1388518"/>
                <a:gd name="connsiteY521" fmla="*/ 257376 h 654095"/>
                <a:gd name="connsiteX522" fmla="*/ 560653 w 1388518"/>
                <a:gd name="connsiteY522" fmla="*/ 257376 h 654095"/>
                <a:gd name="connsiteX523" fmla="*/ 563932 w 1388518"/>
                <a:gd name="connsiteY523" fmla="*/ 255737 h 654095"/>
                <a:gd name="connsiteX524" fmla="*/ 567211 w 1388518"/>
                <a:gd name="connsiteY524" fmla="*/ 254097 h 654095"/>
                <a:gd name="connsiteX525" fmla="*/ 572129 w 1388518"/>
                <a:gd name="connsiteY525" fmla="*/ 252458 h 654095"/>
                <a:gd name="connsiteX526" fmla="*/ 573768 w 1388518"/>
                <a:gd name="connsiteY526" fmla="*/ 247540 h 654095"/>
                <a:gd name="connsiteX527" fmla="*/ 572129 w 1388518"/>
                <a:gd name="connsiteY527" fmla="*/ 244261 h 654095"/>
                <a:gd name="connsiteX528" fmla="*/ 575407 w 1388518"/>
                <a:gd name="connsiteY528" fmla="*/ 244261 h 654095"/>
                <a:gd name="connsiteX529" fmla="*/ 577047 w 1388518"/>
                <a:gd name="connsiteY529" fmla="*/ 242622 h 654095"/>
                <a:gd name="connsiteX530" fmla="*/ 573768 w 1388518"/>
                <a:gd name="connsiteY530" fmla="*/ 244261 h 654095"/>
                <a:gd name="connsiteX531" fmla="*/ 570489 w 1388518"/>
                <a:gd name="connsiteY531" fmla="*/ 244261 h 654095"/>
                <a:gd name="connsiteX532" fmla="*/ 565571 w 1388518"/>
                <a:gd name="connsiteY532" fmla="*/ 245901 h 654095"/>
                <a:gd name="connsiteX533" fmla="*/ 562293 w 1388518"/>
                <a:gd name="connsiteY533" fmla="*/ 247540 h 654095"/>
                <a:gd name="connsiteX534" fmla="*/ 559014 w 1388518"/>
                <a:gd name="connsiteY534" fmla="*/ 249179 h 654095"/>
                <a:gd name="connsiteX535" fmla="*/ 554096 w 1388518"/>
                <a:gd name="connsiteY535" fmla="*/ 249179 h 654095"/>
                <a:gd name="connsiteX536" fmla="*/ 550817 w 1388518"/>
                <a:gd name="connsiteY536" fmla="*/ 250819 h 654095"/>
                <a:gd name="connsiteX537" fmla="*/ 547539 w 1388518"/>
                <a:gd name="connsiteY537" fmla="*/ 249179 h 654095"/>
                <a:gd name="connsiteX538" fmla="*/ 542621 w 1388518"/>
                <a:gd name="connsiteY538" fmla="*/ 249179 h 654095"/>
                <a:gd name="connsiteX539" fmla="*/ 539342 w 1388518"/>
                <a:gd name="connsiteY539" fmla="*/ 250819 h 654095"/>
                <a:gd name="connsiteX540" fmla="*/ 542621 w 1388518"/>
                <a:gd name="connsiteY540" fmla="*/ 250819 h 654095"/>
                <a:gd name="connsiteX541" fmla="*/ 539342 w 1388518"/>
                <a:gd name="connsiteY541" fmla="*/ 252458 h 654095"/>
                <a:gd name="connsiteX542" fmla="*/ 536063 w 1388518"/>
                <a:gd name="connsiteY542" fmla="*/ 252458 h 654095"/>
                <a:gd name="connsiteX543" fmla="*/ 531145 w 1388518"/>
                <a:gd name="connsiteY543" fmla="*/ 252458 h 654095"/>
                <a:gd name="connsiteX544" fmla="*/ 527866 w 1388518"/>
                <a:gd name="connsiteY544" fmla="*/ 254097 h 654095"/>
                <a:gd name="connsiteX545" fmla="*/ 524588 w 1388518"/>
                <a:gd name="connsiteY545" fmla="*/ 255737 h 654095"/>
                <a:gd name="connsiteX546" fmla="*/ 519670 w 1388518"/>
                <a:gd name="connsiteY546" fmla="*/ 255737 h 654095"/>
                <a:gd name="connsiteX547" fmla="*/ 516391 w 1388518"/>
                <a:gd name="connsiteY547" fmla="*/ 257376 h 654095"/>
                <a:gd name="connsiteX548" fmla="*/ 513112 w 1388518"/>
                <a:gd name="connsiteY548" fmla="*/ 257376 h 654095"/>
                <a:gd name="connsiteX549" fmla="*/ 508194 w 1388518"/>
                <a:gd name="connsiteY549" fmla="*/ 259015 h 654095"/>
                <a:gd name="connsiteX550" fmla="*/ 504916 w 1388518"/>
                <a:gd name="connsiteY550" fmla="*/ 260655 h 654095"/>
                <a:gd name="connsiteX551" fmla="*/ 501637 w 1388518"/>
                <a:gd name="connsiteY551" fmla="*/ 263933 h 654095"/>
                <a:gd name="connsiteX552" fmla="*/ 496719 w 1388518"/>
                <a:gd name="connsiteY552" fmla="*/ 265573 h 654095"/>
                <a:gd name="connsiteX553" fmla="*/ 493440 w 1388518"/>
                <a:gd name="connsiteY553" fmla="*/ 265573 h 654095"/>
                <a:gd name="connsiteX554" fmla="*/ 496719 w 1388518"/>
                <a:gd name="connsiteY554" fmla="*/ 262294 h 654095"/>
                <a:gd name="connsiteX555" fmla="*/ 498358 w 1388518"/>
                <a:gd name="connsiteY555" fmla="*/ 259015 h 654095"/>
                <a:gd name="connsiteX556" fmla="*/ 498358 w 1388518"/>
                <a:gd name="connsiteY556" fmla="*/ 254097 h 654095"/>
                <a:gd name="connsiteX557" fmla="*/ 493440 w 1388518"/>
                <a:gd name="connsiteY557" fmla="*/ 255737 h 654095"/>
                <a:gd name="connsiteX558" fmla="*/ 490162 w 1388518"/>
                <a:gd name="connsiteY558" fmla="*/ 255737 h 654095"/>
                <a:gd name="connsiteX559" fmla="*/ 493440 w 1388518"/>
                <a:gd name="connsiteY559" fmla="*/ 259015 h 654095"/>
                <a:gd name="connsiteX560" fmla="*/ 490162 w 1388518"/>
                <a:gd name="connsiteY560" fmla="*/ 260655 h 654095"/>
                <a:gd name="connsiteX561" fmla="*/ 486883 w 1388518"/>
                <a:gd name="connsiteY561" fmla="*/ 263933 h 654095"/>
                <a:gd name="connsiteX562" fmla="*/ 483604 w 1388518"/>
                <a:gd name="connsiteY562" fmla="*/ 260655 h 654095"/>
                <a:gd name="connsiteX563" fmla="*/ 480326 w 1388518"/>
                <a:gd name="connsiteY563" fmla="*/ 257376 h 654095"/>
                <a:gd name="connsiteX564" fmla="*/ 477047 w 1388518"/>
                <a:gd name="connsiteY564" fmla="*/ 257376 h 654095"/>
                <a:gd name="connsiteX565" fmla="*/ 473768 w 1388518"/>
                <a:gd name="connsiteY565" fmla="*/ 257376 h 654095"/>
                <a:gd name="connsiteX566" fmla="*/ 468850 w 1388518"/>
                <a:gd name="connsiteY566" fmla="*/ 257376 h 654095"/>
                <a:gd name="connsiteX567" fmla="*/ 465572 w 1388518"/>
                <a:gd name="connsiteY567" fmla="*/ 257376 h 654095"/>
                <a:gd name="connsiteX568" fmla="*/ 462293 w 1388518"/>
                <a:gd name="connsiteY568" fmla="*/ 257376 h 654095"/>
                <a:gd name="connsiteX569" fmla="*/ 457375 w 1388518"/>
                <a:gd name="connsiteY569" fmla="*/ 257376 h 654095"/>
                <a:gd name="connsiteX570" fmla="*/ 454096 w 1388518"/>
                <a:gd name="connsiteY570" fmla="*/ 259015 h 654095"/>
                <a:gd name="connsiteX571" fmla="*/ 450818 w 1388518"/>
                <a:gd name="connsiteY571" fmla="*/ 259015 h 654095"/>
                <a:gd name="connsiteX572" fmla="*/ 445900 w 1388518"/>
                <a:gd name="connsiteY572" fmla="*/ 260655 h 654095"/>
                <a:gd name="connsiteX573" fmla="*/ 442621 w 1388518"/>
                <a:gd name="connsiteY573" fmla="*/ 259015 h 654095"/>
                <a:gd name="connsiteX574" fmla="*/ 439342 w 1388518"/>
                <a:gd name="connsiteY574" fmla="*/ 260655 h 654095"/>
                <a:gd name="connsiteX575" fmla="*/ 434424 w 1388518"/>
                <a:gd name="connsiteY575" fmla="*/ 262294 h 654095"/>
                <a:gd name="connsiteX576" fmla="*/ 431146 w 1388518"/>
                <a:gd name="connsiteY576" fmla="*/ 262294 h 654095"/>
                <a:gd name="connsiteX577" fmla="*/ 427867 w 1388518"/>
                <a:gd name="connsiteY577" fmla="*/ 260655 h 654095"/>
                <a:gd name="connsiteX578" fmla="*/ 422949 w 1388518"/>
                <a:gd name="connsiteY578" fmla="*/ 260655 h 654095"/>
                <a:gd name="connsiteX579" fmla="*/ 419670 w 1388518"/>
                <a:gd name="connsiteY579" fmla="*/ 259015 h 654095"/>
                <a:gd name="connsiteX580" fmla="*/ 416392 w 1388518"/>
                <a:gd name="connsiteY580" fmla="*/ 259015 h 654095"/>
                <a:gd name="connsiteX581" fmla="*/ 413113 w 1388518"/>
                <a:gd name="connsiteY581" fmla="*/ 257376 h 654095"/>
                <a:gd name="connsiteX582" fmla="*/ 408195 w 1388518"/>
                <a:gd name="connsiteY582" fmla="*/ 257376 h 654095"/>
                <a:gd name="connsiteX583" fmla="*/ 404916 w 1388518"/>
                <a:gd name="connsiteY583" fmla="*/ 255737 h 654095"/>
                <a:gd name="connsiteX584" fmla="*/ 403277 w 1388518"/>
                <a:gd name="connsiteY584" fmla="*/ 252458 h 654095"/>
                <a:gd name="connsiteX585" fmla="*/ 408195 w 1388518"/>
                <a:gd name="connsiteY585" fmla="*/ 249179 h 654095"/>
                <a:gd name="connsiteX586" fmla="*/ 411474 w 1388518"/>
                <a:gd name="connsiteY586" fmla="*/ 247540 h 654095"/>
                <a:gd name="connsiteX587" fmla="*/ 414752 w 1388518"/>
                <a:gd name="connsiteY587" fmla="*/ 245901 h 654095"/>
                <a:gd name="connsiteX588" fmla="*/ 414752 w 1388518"/>
                <a:gd name="connsiteY588" fmla="*/ 244261 h 654095"/>
                <a:gd name="connsiteX589" fmla="*/ 413113 w 1388518"/>
                <a:gd name="connsiteY589" fmla="*/ 240983 h 654095"/>
                <a:gd name="connsiteX590" fmla="*/ 413113 w 1388518"/>
                <a:gd name="connsiteY590" fmla="*/ 236065 h 654095"/>
                <a:gd name="connsiteX591" fmla="*/ 416392 w 1388518"/>
                <a:gd name="connsiteY591" fmla="*/ 232786 h 654095"/>
                <a:gd name="connsiteX592" fmla="*/ 419670 w 1388518"/>
                <a:gd name="connsiteY592" fmla="*/ 231147 h 654095"/>
                <a:gd name="connsiteX593" fmla="*/ 424588 w 1388518"/>
                <a:gd name="connsiteY593" fmla="*/ 229507 h 654095"/>
                <a:gd name="connsiteX594" fmla="*/ 419670 w 1388518"/>
                <a:gd name="connsiteY594" fmla="*/ 231147 h 654095"/>
                <a:gd name="connsiteX595" fmla="*/ 416392 w 1388518"/>
                <a:gd name="connsiteY595" fmla="*/ 234425 h 654095"/>
                <a:gd name="connsiteX596" fmla="*/ 419670 w 1388518"/>
                <a:gd name="connsiteY596" fmla="*/ 236065 h 654095"/>
                <a:gd name="connsiteX597" fmla="*/ 424588 w 1388518"/>
                <a:gd name="connsiteY597" fmla="*/ 236065 h 654095"/>
                <a:gd name="connsiteX598" fmla="*/ 427867 w 1388518"/>
                <a:gd name="connsiteY598" fmla="*/ 234425 h 654095"/>
                <a:gd name="connsiteX599" fmla="*/ 431146 w 1388518"/>
                <a:gd name="connsiteY599" fmla="*/ 232786 h 654095"/>
                <a:gd name="connsiteX600" fmla="*/ 436064 w 1388518"/>
                <a:gd name="connsiteY600" fmla="*/ 231147 h 654095"/>
                <a:gd name="connsiteX601" fmla="*/ 439342 w 1388518"/>
                <a:gd name="connsiteY601" fmla="*/ 231147 h 654095"/>
                <a:gd name="connsiteX602" fmla="*/ 442621 w 1388518"/>
                <a:gd name="connsiteY602" fmla="*/ 231147 h 654095"/>
                <a:gd name="connsiteX603" fmla="*/ 445900 w 1388518"/>
                <a:gd name="connsiteY603" fmla="*/ 231147 h 654095"/>
                <a:gd name="connsiteX604" fmla="*/ 440982 w 1388518"/>
                <a:gd name="connsiteY604" fmla="*/ 227868 h 654095"/>
                <a:gd name="connsiteX605" fmla="*/ 437703 w 1388518"/>
                <a:gd name="connsiteY605" fmla="*/ 227868 h 654095"/>
                <a:gd name="connsiteX606" fmla="*/ 434424 w 1388518"/>
                <a:gd name="connsiteY606" fmla="*/ 226229 h 654095"/>
                <a:gd name="connsiteX607" fmla="*/ 429506 w 1388518"/>
                <a:gd name="connsiteY607" fmla="*/ 226229 h 654095"/>
                <a:gd name="connsiteX608" fmla="*/ 426228 w 1388518"/>
                <a:gd name="connsiteY608" fmla="*/ 226229 h 654095"/>
                <a:gd name="connsiteX609" fmla="*/ 422949 w 1388518"/>
                <a:gd name="connsiteY609" fmla="*/ 226229 h 654095"/>
                <a:gd name="connsiteX610" fmla="*/ 419670 w 1388518"/>
                <a:gd name="connsiteY610" fmla="*/ 224589 h 654095"/>
                <a:gd name="connsiteX611" fmla="*/ 414752 w 1388518"/>
                <a:gd name="connsiteY611" fmla="*/ 224589 h 654095"/>
                <a:gd name="connsiteX612" fmla="*/ 411474 w 1388518"/>
                <a:gd name="connsiteY612" fmla="*/ 221310 h 654095"/>
                <a:gd name="connsiteX613" fmla="*/ 408195 w 1388518"/>
                <a:gd name="connsiteY613" fmla="*/ 219671 h 654095"/>
                <a:gd name="connsiteX614" fmla="*/ 408195 w 1388518"/>
                <a:gd name="connsiteY614" fmla="*/ 214753 h 654095"/>
                <a:gd name="connsiteX615" fmla="*/ 411474 w 1388518"/>
                <a:gd name="connsiteY615" fmla="*/ 213114 h 654095"/>
                <a:gd name="connsiteX616" fmla="*/ 416392 w 1388518"/>
                <a:gd name="connsiteY616" fmla="*/ 213114 h 654095"/>
                <a:gd name="connsiteX617" fmla="*/ 419670 w 1388518"/>
                <a:gd name="connsiteY617" fmla="*/ 211474 h 654095"/>
                <a:gd name="connsiteX618" fmla="*/ 421310 w 1388518"/>
                <a:gd name="connsiteY618" fmla="*/ 211474 h 654095"/>
                <a:gd name="connsiteX619" fmla="*/ 418031 w 1388518"/>
                <a:gd name="connsiteY619" fmla="*/ 213114 h 654095"/>
                <a:gd name="connsiteX620" fmla="*/ 414752 w 1388518"/>
                <a:gd name="connsiteY620" fmla="*/ 213114 h 654095"/>
                <a:gd name="connsiteX621" fmla="*/ 409834 w 1388518"/>
                <a:gd name="connsiteY621" fmla="*/ 214753 h 654095"/>
                <a:gd name="connsiteX622" fmla="*/ 414752 w 1388518"/>
                <a:gd name="connsiteY622" fmla="*/ 214753 h 654095"/>
                <a:gd name="connsiteX623" fmla="*/ 418031 w 1388518"/>
                <a:gd name="connsiteY623" fmla="*/ 214753 h 654095"/>
                <a:gd name="connsiteX624" fmla="*/ 422949 w 1388518"/>
                <a:gd name="connsiteY624" fmla="*/ 213114 h 654095"/>
                <a:gd name="connsiteX625" fmla="*/ 426228 w 1388518"/>
                <a:gd name="connsiteY625" fmla="*/ 213114 h 654095"/>
                <a:gd name="connsiteX626" fmla="*/ 429506 w 1388518"/>
                <a:gd name="connsiteY626" fmla="*/ 213114 h 654095"/>
                <a:gd name="connsiteX627" fmla="*/ 432785 w 1388518"/>
                <a:gd name="connsiteY627" fmla="*/ 209835 h 654095"/>
                <a:gd name="connsiteX628" fmla="*/ 437703 w 1388518"/>
                <a:gd name="connsiteY628" fmla="*/ 208196 h 654095"/>
                <a:gd name="connsiteX629" fmla="*/ 440982 w 1388518"/>
                <a:gd name="connsiteY629" fmla="*/ 206557 h 654095"/>
                <a:gd name="connsiteX630" fmla="*/ 445900 w 1388518"/>
                <a:gd name="connsiteY630" fmla="*/ 206557 h 654095"/>
                <a:gd name="connsiteX631" fmla="*/ 449178 w 1388518"/>
                <a:gd name="connsiteY631" fmla="*/ 208196 h 654095"/>
                <a:gd name="connsiteX632" fmla="*/ 452457 w 1388518"/>
                <a:gd name="connsiteY632" fmla="*/ 206557 h 654095"/>
                <a:gd name="connsiteX633" fmla="*/ 457375 w 1388518"/>
                <a:gd name="connsiteY633" fmla="*/ 204917 h 654095"/>
                <a:gd name="connsiteX634" fmla="*/ 460654 w 1388518"/>
                <a:gd name="connsiteY634" fmla="*/ 203278 h 654095"/>
                <a:gd name="connsiteX635" fmla="*/ 463932 w 1388518"/>
                <a:gd name="connsiteY635" fmla="*/ 201638 h 654095"/>
                <a:gd name="connsiteX636" fmla="*/ 468850 w 1388518"/>
                <a:gd name="connsiteY636" fmla="*/ 201638 h 654095"/>
                <a:gd name="connsiteX637" fmla="*/ 472129 w 1388518"/>
                <a:gd name="connsiteY637" fmla="*/ 199999 h 654095"/>
                <a:gd name="connsiteX638" fmla="*/ 475408 w 1388518"/>
                <a:gd name="connsiteY638" fmla="*/ 198360 h 654095"/>
                <a:gd name="connsiteX639" fmla="*/ 480326 w 1388518"/>
                <a:gd name="connsiteY639" fmla="*/ 198360 h 654095"/>
                <a:gd name="connsiteX640" fmla="*/ 483604 w 1388518"/>
                <a:gd name="connsiteY640" fmla="*/ 196720 h 654095"/>
                <a:gd name="connsiteX641" fmla="*/ 486883 w 1388518"/>
                <a:gd name="connsiteY641" fmla="*/ 196720 h 654095"/>
                <a:gd name="connsiteX642" fmla="*/ 491801 w 1388518"/>
                <a:gd name="connsiteY642" fmla="*/ 195081 h 654095"/>
                <a:gd name="connsiteX643" fmla="*/ 495080 w 1388518"/>
                <a:gd name="connsiteY643" fmla="*/ 198360 h 654095"/>
                <a:gd name="connsiteX644" fmla="*/ 498358 w 1388518"/>
                <a:gd name="connsiteY644" fmla="*/ 198360 h 654095"/>
                <a:gd name="connsiteX645" fmla="*/ 503276 w 1388518"/>
                <a:gd name="connsiteY645" fmla="*/ 198360 h 654095"/>
                <a:gd name="connsiteX646" fmla="*/ 506555 w 1388518"/>
                <a:gd name="connsiteY646" fmla="*/ 196720 h 654095"/>
                <a:gd name="connsiteX647" fmla="*/ 509834 w 1388518"/>
                <a:gd name="connsiteY647" fmla="*/ 196720 h 654095"/>
                <a:gd name="connsiteX648" fmla="*/ 506555 w 1388518"/>
                <a:gd name="connsiteY648" fmla="*/ 193442 h 654095"/>
                <a:gd name="connsiteX649" fmla="*/ 509834 w 1388518"/>
                <a:gd name="connsiteY649" fmla="*/ 190163 h 654095"/>
                <a:gd name="connsiteX650" fmla="*/ 514752 w 1388518"/>
                <a:gd name="connsiteY650" fmla="*/ 190163 h 654095"/>
                <a:gd name="connsiteX651" fmla="*/ 518030 w 1388518"/>
                <a:gd name="connsiteY651" fmla="*/ 188524 h 654095"/>
                <a:gd name="connsiteX652" fmla="*/ 522948 w 1388518"/>
                <a:gd name="connsiteY652" fmla="*/ 186884 h 654095"/>
                <a:gd name="connsiteX653" fmla="*/ 526227 w 1388518"/>
                <a:gd name="connsiteY653" fmla="*/ 186884 h 654095"/>
                <a:gd name="connsiteX654" fmla="*/ 529506 w 1388518"/>
                <a:gd name="connsiteY654" fmla="*/ 186884 h 654095"/>
                <a:gd name="connsiteX655" fmla="*/ 534424 w 1388518"/>
                <a:gd name="connsiteY655" fmla="*/ 185245 h 654095"/>
                <a:gd name="connsiteX656" fmla="*/ 537702 w 1388518"/>
                <a:gd name="connsiteY656" fmla="*/ 185245 h 654095"/>
                <a:gd name="connsiteX657" fmla="*/ 542621 w 1388518"/>
                <a:gd name="connsiteY657" fmla="*/ 185245 h 654095"/>
                <a:gd name="connsiteX658" fmla="*/ 544260 w 1388518"/>
                <a:gd name="connsiteY658" fmla="*/ 185245 h 654095"/>
                <a:gd name="connsiteX659" fmla="*/ 547539 w 1388518"/>
                <a:gd name="connsiteY659" fmla="*/ 183606 h 654095"/>
                <a:gd name="connsiteX660" fmla="*/ 552457 w 1388518"/>
                <a:gd name="connsiteY660" fmla="*/ 181966 h 654095"/>
                <a:gd name="connsiteX661" fmla="*/ 555735 w 1388518"/>
                <a:gd name="connsiteY661" fmla="*/ 181966 h 654095"/>
                <a:gd name="connsiteX662" fmla="*/ 559014 w 1388518"/>
                <a:gd name="connsiteY662" fmla="*/ 180327 h 654095"/>
                <a:gd name="connsiteX663" fmla="*/ 563932 w 1388518"/>
                <a:gd name="connsiteY663" fmla="*/ 180327 h 654095"/>
                <a:gd name="connsiteX664" fmla="*/ 567211 w 1388518"/>
                <a:gd name="connsiteY664" fmla="*/ 180327 h 654095"/>
                <a:gd name="connsiteX665" fmla="*/ 570489 w 1388518"/>
                <a:gd name="connsiteY665" fmla="*/ 178688 h 654095"/>
                <a:gd name="connsiteX666" fmla="*/ 575407 w 1388518"/>
                <a:gd name="connsiteY666" fmla="*/ 178688 h 654095"/>
                <a:gd name="connsiteX667" fmla="*/ 578686 w 1388518"/>
                <a:gd name="connsiteY667" fmla="*/ 178688 h 654095"/>
                <a:gd name="connsiteX668" fmla="*/ 581965 w 1388518"/>
                <a:gd name="connsiteY668" fmla="*/ 178688 h 654095"/>
                <a:gd name="connsiteX669" fmla="*/ 586883 w 1388518"/>
                <a:gd name="connsiteY669" fmla="*/ 178688 h 654095"/>
                <a:gd name="connsiteX670" fmla="*/ 581965 w 1388518"/>
                <a:gd name="connsiteY670" fmla="*/ 180327 h 654095"/>
                <a:gd name="connsiteX671" fmla="*/ 580325 w 1388518"/>
                <a:gd name="connsiteY671" fmla="*/ 183606 h 654095"/>
                <a:gd name="connsiteX672" fmla="*/ 575407 w 1388518"/>
                <a:gd name="connsiteY672" fmla="*/ 185245 h 654095"/>
                <a:gd name="connsiteX673" fmla="*/ 572129 w 1388518"/>
                <a:gd name="connsiteY673" fmla="*/ 186884 h 654095"/>
                <a:gd name="connsiteX674" fmla="*/ 568850 w 1388518"/>
                <a:gd name="connsiteY674" fmla="*/ 188524 h 654095"/>
                <a:gd name="connsiteX675" fmla="*/ 563932 w 1388518"/>
                <a:gd name="connsiteY675" fmla="*/ 191802 h 654095"/>
                <a:gd name="connsiteX676" fmla="*/ 560653 w 1388518"/>
                <a:gd name="connsiteY676" fmla="*/ 193442 h 654095"/>
                <a:gd name="connsiteX677" fmla="*/ 557375 w 1388518"/>
                <a:gd name="connsiteY677" fmla="*/ 193442 h 654095"/>
                <a:gd name="connsiteX678" fmla="*/ 552457 w 1388518"/>
                <a:gd name="connsiteY678" fmla="*/ 195081 h 654095"/>
                <a:gd name="connsiteX679" fmla="*/ 557375 w 1388518"/>
                <a:gd name="connsiteY679" fmla="*/ 195081 h 654095"/>
                <a:gd name="connsiteX680" fmla="*/ 557375 w 1388518"/>
                <a:gd name="connsiteY680" fmla="*/ 198360 h 654095"/>
                <a:gd name="connsiteX681" fmla="*/ 562293 w 1388518"/>
                <a:gd name="connsiteY681" fmla="*/ 199999 h 654095"/>
                <a:gd name="connsiteX682" fmla="*/ 565571 w 1388518"/>
                <a:gd name="connsiteY682" fmla="*/ 198360 h 654095"/>
                <a:gd name="connsiteX683" fmla="*/ 568850 w 1388518"/>
                <a:gd name="connsiteY683" fmla="*/ 198360 h 654095"/>
                <a:gd name="connsiteX684" fmla="*/ 573768 w 1388518"/>
                <a:gd name="connsiteY684" fmla="*/ 199999 h 654095"/>
                <a:gd name="connsiteX685" fmla="*/ 577047 w 1388518"/>
                <a:gd name="connsiteY685" fmla="*/ 199999 h 654095"/>
                <a:gd name="connsiteX686" fmla="*/ 580325 w 1388518"/>
                <a:gd name="connsiteY686" fmla="*/ 198360 h 654095"/>
                <a:gd name="connsiteX687" fmla="*/ 585243 w 1388518"/>
                <a:gd name="connsiteY687" fmla="*/ 198360 h 654095"/>
                <a:gd name="connsiteX688" fmla="*/ 588522 w 1388518"/>
                <a:gd name="connsiteY688" fmla="*/ 198360 h 654095"/>
                <a:gd name="connsiteX689" fmla="*/ 585243 w 1388518"/>
                <a:gd name="connsiteY689" fmla="*/ 201638 h 654095"/>
                <a:gd name="connsiteX690" fmla="*/ 588522 w 1388518"/>
                <a:gd name="connsiteY690" fmla="*/ 199999 h 654095"/>
                <a:gd name="connsiteX691" fmla="*/ 593440 w 1388518"/>
                <a:gd name="connsiteY691" fmla="*/ 199999 h 654095"/>
                <a:gd name="connsiteX692" fmla="*/ 596719 w 1388518"/>
                <a:gd name="connsiteY692" fmla="*/ 201638 h 654095"/>
                <a:gd name="connsiteX693" fmla="*/ 599997 w 1388518"/>
                <a:gd name="connsiteY693" fmla="*/ 199999 h 654095"/>
                <a:gd name="connsiteX694" fmla="*/ 604915 w 1388518"/>
                <a:gd name="connsiteY694" fmla="*/ 199999 h 654095"/>
                <a:gd name="connsiteX695" fmla="*/ 608194 w 1388518"/>
                <a:gd name="connsiteY695" fmla="*/ 199999 h 654095"/>
                <a:gd name="connsiteX696" fmla="*/ 613112 w 1388518"/>
                <a:gd name="connsiteY696" fmla="*/ 199999 h 654095"/>
                <a:gd name="connsiteX697" fmla="*/ 616391 w 1388518"/>
                <a:gd name="connsiteY697" fmla="*/ 199999 h 654095"/>
                <a:gd name="connsiteX698" fmla="*/ 614751 w 1388518"/>
                <a:gd name="connsiteY698" fmla="*/ 199999 h 654095"/>
                <a:gd name="connsiteX699" fmla="*/ 619669 w 1388518"/>
                <a:gd name="connsiteY699" fmla="*/ 198360 h 654095"/>
                <a:gd name="connsiteX700" fmla="*/ 622948 w 1388518"/>
                <a:gd name="connsiteY700" fmla="*/ 196720 h 654095"/>
                <a:gd name="connsiteX701" fmla="*/ 626227 w 1388518"/>
                <a:gd name="connsiteY701" fmla="*/ 195081 h 654095"/>
                <a:gd name="connsiteX702" fmla="*/ 629505 w 1388518"/>
                <a:gd name="connsiteY702" fmla="*/ 193442 h 654095"/>
                <a:gd name="connsiteX703" fmla="*/ 632784 w 1388518"/>
                <a:gd name="connsiteY703" fmla="*/ 191802 h 654095"/>
                <a:gd name="connsiteX704" fmla="*/ 637702 w 1388518"/>
                <a:gd name="connsiteY704" fmla="*/ 191802 h 654095"/>
                <a:gd name="connsiteX705" fmla="*/ 640981 w 1388518"/>
                <a:gd name="connsiteY705" fmla="*/ 193442 h 654095"/>
                <a:gd name="connsiteX706" fmla="*/ 637702 w 1388518"/>
                <a:gd name="connsiteY706" fmla="*/ 196720 h 654095"/>
                <a:gd name="connsiteX707" fmla="*/ 640981 w 1388518"/>
                <a:gd name="connsiteY707" fmla="*/ 195081 h 654095"/>
                <a:gd name="connsiteX708" fmla="*/ 644259 w 1388518"/>
                <a:gd name="connsiteY708" fmla="*/ 193442 h 654095"/>
                <a:gd name="connsiteX709" fmla="*/ 647538 w 1388518"/>
                <a:gd name="connsiteY709" fmla="*/ 190163 h 654095"/>
                <a:gd name="connsiteX710" fmla="*/ 644259 w 1388518"/>
                <a:gd name="connsiteY710" fmla="*/ 186884 h 654095"/>
                <a:gd name="connsiteX711" fmla="*/ 639341 w 1388518"/>
                <a:gd name="connsiteY711" fmla="*/ 186884 h 654095"/>
                <a:gd name="connsiteX712" fmla="*/ 636063 w 1388518"/>
                <a:gd name="connsiteY712" fmla="*/ 186884 h 654095"/>
                <a:gd name="connsiteX713" fmla="*/ 632784 w 1388518"/>
                <a:gd name="connsiteY713" fmla="*/ 186884 h 654095"/>
                <a:gd name="connsiteX714" fmla="*/ 629505 w 1388518"/>
                <a:gd name="connsiteY714" fmla="*/ 188524 h 654095"/>
                <a:gd name="connsiteX715" fmla="*/ 624587 w 1388518"/>
                <a:gd name="connsiteY715" fmla="*/ 190163 h 654095"/>
                <a:gd name="connsiteX716" fmla="*/ 627866 w 1388518"/>
                <a:gd name="connsiteY716" fmla="*/ 186884 h 654095"/>
                <a:gd name="connsiteX717" fmla="*/ 632784 w 1388518"/>
                <a:gd name="connsiteY717" fmla="*/ 185245 h 654095"/>
                <a:gd name="connsiteX718" fmla="*/ 636063 w 1388518"/>
                <a:gd name="connsiteY718" fmla="*/ 181966 h 654095"/>
                <a:gd name="connsiteX719" fmla="*/ 636063 w 1388518"/>
                <a:gd name="connsiteY719" fmla="*/ 178688 h 654095"/>
                <a:gd name="connsiteX720" fmla="*/ 636063 w 1388518"/>
                <a:gd name="connsiteY720" fmla="*/ 173770 h 654095"/>
                <a:gd name="connsiteX721" fmla="*/ 632784 w 1388518"/>
                <a:gd name="connsiteY721" fmla="*/ 173770 h 654095"/>
                <a:gd name="connsiteX722" fmla="*/ 632784 w 1388518"/>
                <a:gd name="connsiteY722" fmla="*/ 170491 h 654095"/>
                <a:gd name="connsiteX723" fmla="*/ 636063 w 1388518"/>
                <a:gd name="connsiteY723" fmla="*/ 167212 h 654095"/>
                <a:gd name="connsiteX724" fmla="*/ 640981 w 1388518"/>
                <a:gd name="connsiteY724" fmla="*/ 165573 h 654095"/>
                <a:gd name="connsiteX725" fmla="*/ 644259 w 1388518"/>
                <a:gd name="connsiteY725" fmla="*/ 165573 h 654095"/>
                <a:gd name="connsiteX726" fmla="*/ 644259 w 1388518"/>
                <a:gd name="connsiteY726" fmla="*/ 170491 h 654095"/>
                <a:gd name="connsiteX727" fmla="*/ 642620 w 1388518"/>
                <a:gd name="connsiteY727" fmla="*/ 173770 h 654095"/>
                <a:gd name="connsiteX728" fmla="*/ 639341 w 1388518"/>
                <a:gd name="connsiteY728" fmla="*/ 175409 h 654095"/>
                <a:gd name="connsiteX729" fmla="*/ 637702 w 1388518"/>
                <a:gd name="connsiteY729" fmla="*/ 180327 h 654095"/>
                <a:gd name="connsiteX730" fmla="*/ 639341 w 1388518"/>
                <a:gd name="connsiteY730" fmla="*/ 183606 h 654095"/>
                <a:gd name="connsiteX731" fmla="*/ 642620 w 1388518"/>
                <a:gd name="connsiteY731" fmla="*/ 185245 h 654095"/>
                <a:gd name="connsiteX732" fmla="*/ 645899 w 1388518"/>
                <a:gd name="connsiteY732" fmla="*/ 183606 h 654095"/>
                <a:gd name="connsiteX733" fmla="*/ 650817 w 1388518"/>
                <a:gd name="connsiteY733" fmla="*/ 183606 h 654095"/>
                <a:gd name="connsiteX734" fmla="*/ 654095 w 1388518"/>
                <a:gd name="connsiteY734" fmla="*/ 181966 h 654095"/>
                <a:gd name="connsiteX735" fmla="*/ 657374 w 1388518"/>
                <a:gd name="connsiteY735" fmla="*/ 185245 h 654095"/>
                <a:gd name="connsiteX736" fmla="*/ 662292 w 1388518"/>
                <a:gd name="connsiteY736" fmla="*/ 188524 h 654095"/>
                <a:gd name="connsiteX737" fmla="*/ 665571 w 1388518"/>
                <a:gd name="connsiteY737" fmla="*/ 188524 h 654095"/>
                <a:gd name="connsiteX738" fmla="*/ 668849 w 1388518"/>
                <a:gd name="connsiteY738" fmla="*/ 186884 h 654095"/>
                <a:gd name="connsiteX739" fmla="*/ 673767 w 1388518"/>
                <a:gd name="connsiteY739" fmla="*/ 186884 h 654095"/>
                <a:gd name="connsiteX740" fmla="*/ 677046 w 1388518"/>
                <a:gd name="connsiteY740" fmla="*/ 186884 h 654095"/>
                <a:gd name="connsiteX741" fmla="*/ 680325 w 1388518"/>
                <a:gd name="connsiteY741" fmla="*/ 183606 h 654095"/>
                <a:gd name="connsiteX742" fmla="*/ 685243 w 1388518"/>
                <a:gd name="connsiteY742" fmla="*/ 181966 h 654095"/>
                <a:gd name="connsiteX743" fmla="*/ 686882 w 1388518"/>
                <a:gd name="connsiteY743" fmla="*/ 178688 h 654095"/>
                <a:gd name="connsiteX744" fmla="*/ 683603 w 1388518"/>
                <a:gd name="connsiteY744" fmla="*/ 178688 h 654095"/>
                <a:gd name="connsiteX745" fmla="*/ 678685 w 1388518"/>
                <a:gd name="connsiteY745" fmla="*/ 180327 h 654095"/>
                <a:gd name="connsiteX746" fmla="*/ 675407 w 1388518"/>
                <a:gd name="connsiteY746" fmla="*/ 178688 h 654095"/>
                <a:gd name="connsiteX747" fmla="*/ 670489 w 1388518"/>
                <a:gd name="connsiteY747" fmla="*/ 177048 h 654095"/>
                <a:gd name="connsiteX748" fmla="*/ 667210 w 1388518"/>
                <a:gd name="connsiteY748" fmla="*/ 177048 h 654095"/>
                <a:gd name="connsiteX749" fmla="*/ 663931 w 1388518"/>
                <a:gd name="connsiteY749" fmla="*/ 177048 h 654095"/>
                <a:gd name="connsiteX750" fmla="*/ 660653 w 1388518"/>
                <a:gd name="connsiteY750" fmla="*/ 178688 h 654095"/>
                <a:gd name="connsiteX751" fmla="*/ 659013 w 1388518"/>
                <a:gd name="connsiteY751" fmla="*/ 180327 h 654095"/>
                <a:gd name="connsiteX752" fmla="*/ 655735 w 1388518"/>
                <a:gd name="connsiteY752" fmla="*/ 181966 h 654095"/>
                <a:gd name="connsiteX753" fmla="*/ 652456 w 1388518"/>
                <a:gd name="connsiteY753" fmla="*/ 181966 h 654095"/>
                <a:gd name="connsiteX754" fmla="*/ 649177 w 1388518"/>
                <a:gd name="connsiteY754" fmla="*/ 181966 h 654095"/>
                <a:gd name="connsiteX755" fmla="*/ 647538 w 1388518"/>
                <a:gd name="connsiteY755" fmla="*/ 180327 h 654095"/>
                <a:gd name="connsiteX756" fmla="*/ 647538 w 1388518"/>
                <a:gd name="connsiteY756" fmla="*/ 177048 h 654095"/>
                <a:gd name="connsiteX757" fmla="*/ 645899 w 1388518"/>
                <a:gd name="connsiteY757" fmla="*/ 175409 h 654095"/>
                <a:gd name="connsiteX758" fmla="*/ 650817 w 1388518"/>
                <a:gd name="connsiteY758" fmla="*/ 172130 h 654095"/>
                <a:gd name="connsiteX759" fmla="*/ 652456 w 1388518"/>
                <a:gd name="connsiteY759" fmla="*/ 170491 h 654095"/>
                <a:gd name="connsiteX760" fmla="*/ 655735 w 1388518"/>
                <a:gd name="connsiteY760" fmla="*/ 168852 h 654095"/>
                <a:gd name="connsiteX761" fmla="*/ 659013 w 1388518"/>
                <a:gd name="connsiteY761" fmla="*/ 167212 h 654095"/>
                <a:gd name="connsiteX762" fmla="*/ 663931 w 1388518"/>
                <a:gd name="connsiteY762" fmla="*/ 165573 h 654095"/>
                <a:gd name="connsiteX763" fmla="*/ 663931 w 1388518"/>
                <a:gd name="connsiteY763" fmla="*/ 165573 h 654095"/>
                <a:gd name="connsiteX764" fmla="*/ 668849 w 1388518"/>
                <a:gd name="connsiteY764" fmla="*/ 165573 h 654095"/>
                <a:gd name="connsiteX765" fmla="*/ 665571 w 1388518"/>
                <a:gd name="connsiteY765" fmla="*/ 162294 h 654095"/>
                <a:gd name="connsiteX766" fmla="*/ 662292 w 1388518"/>
                <a:gd name="connsiteY766" fmla="*/ 162294 h 654095"/>
                <a:gd name="connsiteX767" fmla="*/ 657374 w 1388518"/>
                <a:gd name="connsiteY767" fmla="*/ 162294 h 654095"/>
                <a:gd name="connsiteX768" fmla="*/ 654095 w 1388518"/>
                <a:gd name="connsiteY768" fmla="*/ 163934 h 654095"/>
                <a:gd name="connsiteX769" fmla="*/ 654095 w 1388518"/>
                <a:gd name="connsiteY769" fmla="*/ 160655 h 654095"/>
                <a:gd name="connsiteX770" fmla="*/ 650817 w 1388518"/>
                <a:gd name="connsiteY770" fmla="*/ 163934 h 654095"/>
                <a:gd name="connsiteX771" fmla="*/ 645899 w 1388518"/>
                <a:gd name="connsiteY771" fmla="*/ 163934 h 654095"/>
                <a:gd name="connsiteX772" fmla="*/ 649177 w 1388518"/>
                <a:gd name="connsiteY772" fmla="*/ 162294 h 654095"/>
                <a:gd name="connsiteX773" fmla="*/ 654095 w 1388518"/>
                <a:gd name="connsiteY773" fmla="*/ 159016 h 654095"/>
                <a:gd name="connsiteX774" fmla="*/ 657374 w 1388518"/>
                <a:gd name="connsiteY774" fmla="*/ 157376 h 654095"/>
                <a:gd name="connsiteX775" fmla="*/ 654095 w 1388518"/>
                <a:gd name="connsiteY775" fmla="*/ 157376 h 654095"/>
                <a:gd name="connsiteX776" fmla="*/ 650817 w 1388518"/>
                <a:gd name="connsiteY776" fmla="*/ 160655 h 654095"/>
                <a:gd name="connsiteX777" fmla="*/ 647538 w 1388518"/>
                <a:gd name="connsiteY777" fmla="*/ 162294 h 654095"/>
                <a:gd name="connsiteX778" fmla="*/ 644259 w 1388518"/>
                <a:gd name="connsiteY778" fmla="*/ 162294 h 654095"/>
                <a:gd name="connsiteX779" fmla="*/ 640981 w 1388518"/>
                <a:gd name="connsiteY779" fmla="*/ 163934 h 654095"/>
                <a:gd name="connsiteX780" fmla="*/ 640981 w 1388518"/>
                <a:gd name="connsiteY780" fmla="*/ 162294 h 654095"/>
                <a:gd name="connsiteX781" fmla="*/ 636063 w 1388518"/>
                <a:gd name="connsiteY781" fmla="*/ 162294 h 654095"/>
                <a:gd name="connsiteX782" fmla="*/ 632784 w 1388518"/>
                <a:gd name="connsiteY782" fmla="*/ 162294 h 654095"/>
                <a:gd name="connsiteX783" fmla="*/ 629505 w 1388518"/>
                <a:gd name="connsiteY783" fmla="*/ 162294 h 654095"/>
                <a:gd name="connsiteX784" fmla="*/ 626227 w 1388518"/>
                <a:gd name="connsiteY784" fmla="*/ 162294 h 654095"/>
                <a:gd name="connsiteX785" fmla="*/ 621309 w 1388518"/>
                <a:gd name="connsiteY785" fmla="*/ 160655 h 654095"/>
                <a:gd name="connsiteX786" fmla="*/ 618030 w 1388518"/>
                <a:gd name="connsiteY786" fmla="*/ 160655 h 654095"/>
                <a:gd name="connsiteX787" fmla="*/ 618030 w 1388518"/>
                <a:gd name="connsiteY787" fmla="*/ 155737 h 654095"/>
                <a:gd name="connsiteX788" fmla="*/ 622948 w 1388518"/>
                <a:gd name="connsiteY788" fmla="*/ 154098 h 654095"/>
                <a:gd name="connsiteX789" fmla="*/ 626227 w 1388518"/>
                <a:gd name="connsiteY789" fmla="*/ 150819 h 654095"/>
                <a:gd name="connsiteX790" fmla="*/ 627866 w 1388518"/>
                <a:gd name="connsiteY790" fmla="*/ 145901 h 654095"/>
                <a:gd name="connsiteX791" fmla="*/ 631145 w 1388518"/>
                <a:gd name="connsiteY791" fmla="*/ 142622 h 654095"/>
                <a:gd name="connsiteX792" fmla="*/ 629505 w 1388518"/>
                <a:gd name="connsiteY792" fmla="*/ 139344 h 654095"/>
                <a:gd name="connsiteX793" fmla="*/ 626227 w 1388518"/>
                <a:gd name="connsiteY793" fmla="*/ 134426 h 654095"/>
                <a:gd name="connsiteX794" fmla="*/ 624587 w 1388518"/>
                <a:gd name="connsiteY794" fmla="*/ 134426 h 654095"/>
                <a:gd name="connsiteX795" fmla="*/ 622948 w 1388518"/>
                <a:gd name="connsiteY795" fmla="*/ 129508 h 654095"/>
                <a:gd name="connsiteX796" fmla="*/ 621309 w 1388518"/>
                <a:gd name="connsiteY796" fmla="*/ 126229 h 654095"/>
                <a:gd name="connsiteX797" fmla="*/ 618030 w 1388518"/>
                <a:gd name="connsiteY797" fmla="*/ 122950 h 654095"/>
                <a:gd name="connsiteX798" fmla="*/ 613112 w 1388518"/>
                <a:gd name="connsiteY798" fmla="*/ 122950 h 654095"/>
                <a:gd name="connsiteX799" fmla="*/ 609833 w 1388518"/>
                <a:gd name="connsiteY799" fmla="*/ 121311 h 654095"/>
                <a:gd name="connsiteX800" fmla="*/ 609833 w 1388518"/>
                <a:gd name="connsiteY800" fmla="*/ 118032 h 654095"/>
                <a:gd name="connsiteX801" fmla="*/ 606555 w 1388518"/>
                <a:gd name="connsiteY801" fmla="*/ 114754 h 654095"/>
                <a:gd name="connsiteX802" fmla="*/ 601637 w 1388518"/>
                <a:gd name="connsiteY802" fmla="*/ 113114 h 654095"/>
                <a:gd name="connsiteX803" fmla="*/ 598358 w 1388518"/>
                <a:gd name="connsiteY803" fmla="*/ 113114 h 654095"/>
                <a:gd name="connsiteX804" fmla="*/ 599997 w 1388518"/>
                <a:gd name="connsiteY804" fmla="*/ 113114 h 654095"/>
                <a:gd name="connsiteX805" fmla="*/ 603276 w 1388518"/>
                <a:gd name="connsiteY805" fmla="*/ 113114 h 654095"/>
                <a:gd name="connsiteX806" fmla="*/ 606555 w 1388518"/>
                <a:gd name="connsiteY806" fmla="*/ 111475 h 654095"/>
                <a:gd name="connsiteX807" fmla="*/ 609833 w 1388518"/>
                <a:gd name="connsiteY807" fmla="*/ 111475 h 654095"/>
                <a:gd name="connsiteX808" fmla="*/ 613112 w 1388518"/>
                <a:gd name="connsiteY808" fmla="*/ 109836 h 654095"/>
                <a:gd name="connsiteX809" fmla="*/ 618030 w 1388518"/>
                <a:gd name="connsiteY809" fmla="*/ 108196 h 654095"/>
                <a:gd name="connsiteX810" fmla="*/ 621309 w 1388518"/>
                <a:gd name="connsiteY810" fmla="*/ 106557 h 654095"/>
                <a:gd name="connsiteX811" fmla="*/ 626227 w 1388518"/>
                <a:gd name="connsiteY811" fmla="*/ 104918 h 654095"/>
                <a:gd name="connsiteX812" fmla="*/ 629505 w 1388518"/>
                <a:gd name="connsiteY812" fmla="*/ 101639 h 654095"/>
                <a:gd name="connsiteX813" fmla="*/ 632784 w 1388518"/>
                <a:gd name="connsiteY813" fmla="*/ 100000 h 654095"/>
                <a:gd name="connsiteX814" fmla="*/ 637702 w 1388518"/>
                <a:gd name="connsiteY814" fmla="*/ 98360 h 654095"/>
                <a:gd name="connsiteX815" fmla="*/ 640981 w 1388518"/>
                <a:gd name="connsiteY815" fmla="*/ 95082 h 654095"/>
                <a:gd name="connsiteX816" fmla="*/ 644259 w 1388518"/>
                <a:gd name="connsiteY816" fmla="*/ 93442 h 654095"/>
                <a:gd name="connsiteX817" fmla="*/ 647538 w 1388518"/>
                <a:gd name="connsiteY817" fmla="*/ 93442 h 654095"/>
                <a:gd name="connsiteX818" fmla="*/ 652456 w 1388518"/>
                <a:gd name="connsiteY818" fmla="*/ 93442 h 654095"/>
                <a:gd name="connsiteX819" fmla="*/ 655735 w 1388518"/>
                <a:gd name="connsiteY819" fmla="*/ 93442 h 654095"/>
                <a:gd name="connsiteX820" fmla="*/ 659013 w 1388518"/>
                <a:gd name="connsiteY820" fmla="*/ 93442 h 654095"/>
                <a:gd name="connsiteX821" fmla="*/ 663931 w 1388518"/>
                <a:gd name="connsiteY821" fmla="*/ 93442 h 654095"/>
                <a:gd name="connsiteX822" fmla="*/ 667210 w 1388518"/>
                <a:gd name="connsiteY822" fmla="*/ 93442 h 654095"/>
                <a:gd name="connsiteX823" fmla="*/ 670489 w 1388518"/>
                <a:gd name="connsiteY823" fmla="*/ 93442 h 654095"/>
                <a:gd name="connsiteX824" fmla="*/ 675407 w 1388518"/>
                <a:gd name="connsiteY824" fmla="*/ 93442 h 654095"/>
                <a:gd name="connsiteX825" fmla="*/ 678685 w 1388518"/>
                <a:gd name="connsiteY825" fmla="*/ 93442 h 654095"/>
                <a:gd name="connsiteX826" fmla="*/ 683603 w 1388518"/>
                <a:gd name="connsiteY826" fmla="*/ 91803 h 654095"/>
                <a:gd name="connsiteX827" fmla="*/ 686882 w 1388518"/>
                <a:gd name="connsiteY827" fmla="*/ 91803 h 654095"/>
                <a:gd name="connsiteX828" fmla="*/ 690161 w 1388518"/>
                <a:gd name="connsiteY828" fmla="*/ 91803 h 654095"/>
                <a:gd name="connsiteX829" fmla="*/ 695079 w 1388518"/>
                <a:gd name="connsiteY829" fmla="*/ 91803 h 654095"/>
                <a:gd name="connsiteX830" fmla="*/ 698358 w 1388518"/>
                <a:gd name="connsiteY830" fmla="*/ 91803 h 654095"/>
                <a:gd name="connsiteX831" fmla="*/ 701636 w 1388518"/>
                <a:gd name="connsiteY831" fmla="*/ 90164 h 654095"/>
                <a:gd name="connsiteX832" fmla="*/ 706554 w 1388518"/>
                <a:gd name="connsiteY832" fmla="*/ 90164 h 654095"/>
                <a:gd name="connsiteX833" fmla="*/ 709833 w 1388518"/>
                <a:gd name="connsiteY833" fmla="*/ 88524 h 654095"/>
                <a:gd name="connsiteX834" fmla="*/ 713112 w 1388518"/>
                <a:gd name="connsiteY834" fmla="*/ 88524 h 654095"/>
                <a:gd name="connsiteX835" fmla="*/ 716390 w 1388518"/>
                <a:gd name="connsiteY835" fmla="*/ 86885 h 654095"/>
                <a:gd name="connsiteX836" fmla="*/ 721308 w 1388518"/>
                <a:gd name="connsiteY836" fmla="*/ 86885 h 654095"/>
                <a:gd name="connsiteX837" fmla="*/ 724587 w 1388518"/>
                <a:gd name="connsiteY837" fmla="*/ 85246 h 654095"/>
                <a:gd name="connsiteX838" fmla="*/ 727866 w 1388518"/>
                <a:gd name="connsiteY838" fmla="*/ 85246 h 654095"/>
                <a:gd name="connsiteX839" fmla="*/ 732784 w 1388518"/>
                <a:gd name="connsiteY839" fmla="*/ 83606 h 654095"/>
                <a:gd name="connsiteX840" fmla="*/ 736062 w 1388518"/>
                <a:gd name="connsiteY840" fmla="*/ 81967 h 654095"/>
                <a:gd name="connsiteX841" fmla="*/ 740980 w 1388518"/>
                <a:gd name="connsiteY841" fmla="*/ 80328 h 654095"/>
                <a:gd name="connsiteX842" fmla="*/ 744259 w 1388518"/>
                <a:gd name="connsiteY842" fmla="*/ 78688 h 654095"/>
                <a:gd name="connsiteX843" fmla="*/ 747538 w 1388518"/>
                <a:gd name="connsiteY843" fmla="*/ 77049 h 654095"/>
                <a:gd name="connsiteX844" fmla="*/ 752456 w 1388518"/>
                <a:gd name="connsiteY844" fmla="*/ 75410 h 654095"/>
                <a:gd name="connsiteX845" fmla="*/ 755734 w 1388518"/>
                <a:gd name="connsiteY845" fmla="*/ 73770 h 654095"/>
                <a:gd name="connsiteX846" fmla="*/ 759013 w 1388518"/>
                <a:gd name="connsiteY846" fmla="*/ 72131 h 654095"/>
                <a:gd name="connsiteX847" fmla="*/ 755734 w 1388518"/>
                <a:gd name="connsiteY847" fmla="*/ 73770 h 654095"/>
                <a:gd name="connsiteX848" fmla="*/ 750816 w 1388518"/>
                <a:gd name="connsiteY848" fmla="*/ 77049 h 654095"/>
                <a:gd name="connsiteX849" fmla="*/ 755734 w 1388518"/>
                <a:gd name="connsiteY849" fmla="*/ 75410 h 654095"/>
                <a:gd name="connsiteX850" fmla="*/ 759013 w 1388518"/>
                <a:gd name="connsiteY850" fmla="*/ 73770 h 654095"/>
                <a:gd name="connsiteX851" fmla="*/ 763931 w 1388518"/>
                <a:gd name="connsiteY851" fmla="*/ 70492 h 654095"/>
                <a:gd name="connsiteX852" fmla="*/ 767210 w 1388518"/>
                <a:gd name="connsiteY852" fmla="*/ 68852 h 654095"/>
                <a:gd name="connsiteX853" fmla="*/ 770488 w 1388518"/>
                <a:gd name="connsiteY853" fmla="*/ 65573 h 654095"/>
                <a:gd name="connsiteX854" fmla="*/ 775406 w 1388518"/>
                <a:gd name="connsiteY854" fmla="*/ 63934 h 654095"/>
                <a:gd name="connsiteX855" fmla="*/ 778685 w 1388518"/>
                <a:gd name="connsiteY855" fmla="*/ 63934 h 654095"/>
                <a:gd name="connsiteX856" fmla="*/ 783603 w 1388518"/>
                <a:gd name="connsiteY856" fmla="*/ 60656 h 654095"/>
                <a:gd name="connsiteX857" fmla="*/ 786882 w 1388518"/>
                <a:gd name="connsiteY857" fmla="*/ 59016 h 654095"/>
                <a:gd name="connsiteX858" fmla="*/ 790160 w 1388518"/>
                <a:gd name="connsiteY858" fmla="*/ 57377 h 654095"/>
                <a:gd name="connsiteX859" fmla="*/ 793439 w 1388518"/>
                <a:gd name="connsiteY859" fmla="*/ 57377 h 654095"/>
                <a:gd name="connsiteX860" fmla="*/ 798357 w 1388518"/>
                <a:gd name="connsiteY860" fmla="*/ 55737 h 654095"/>
                <a:gd name="connsiteX861" fmla="*/ 801636 w 1388518"/>
                <a:gd name="connsiteY861" fmla="*/ 54098 h 654095"/>
                <a:gd name="connsiteX862" fmla="*/ 806554 w 1388518"/>
                <a:gd name="connsiteY862" fmla="*/ 52459 h 654095"/>
                <a:gd name="connsiteX863" fmla="*/ 809832 w 1388518"/>
                <a:gd name="connsiteY863" fmla="*/ 52459 h 654095"/>
                <a:gd name="connsiteX864" fmla="*/ 809832 w 1388518"/>
                <a:gd name="connsiteY864" fmla="*/ 50820 h 654095"/>
                <a:gd name="connsiteX865" fmla="*/ 814750 w 1388518"/>
                <a:gd name="connsiteY865" fmla="*/ 49180 h 654095"/>
                <a:gd name="connsiteX866" fmla="*/ 818029 w 1388518"/>
                <a:gd name="connsiteY866" fmla="*/ 49180 h 654095"/>
                <a:gd name="connsiteX867" fmla="*/ 822947 w 1388518"/>
                <a:gd name="connsiteY867" fmla="*/ 47541 h 654095"/>
                <a:gd name="connsiteX868" fmla="*/ 826226 w 1388518"/>
                <a:gd name="connsiteY868" fmla="*/ 45901 h 654095"/>
                <a:gd name="connsiteX869" fmla="*/ 829504 w 1388518"/>
                <a:gd name="connsiteY869" fmla="*/ 44262 h 654095"/>
                <a:gd name="connsiteX870" fmla="*/ 834422 w 1388518"/>
                <a:gd name="connsiteY870" fmla="*/ 42623 h 654095"/>
                <a:gd name="connsiteX871" fmla="*/ 837701 w 1388518"/>
                <a:gd name="connsiteY871" fmla="*/ 42623 h 654095"/>
                <a:gd name="connsiteX872" fmla="*/ 840980 w 1388518"/>
                <a:gd name="connsiteY872" fmla="*/ 40983 h 654095"/>
                <a:gd name="connsiteX873" fmla="*/ 845898 w 1388518"/>
                <a:gd name="connsiteY873" fmla="*/ 39344 h 654095"/>
                <a:gd name="connsiteX874" fmla="*/ 842619 w 1388518"/>
                <a:gd name="connsiteY874" fmla="*/ 42623 h 654095"/>
                <a:gd name="connsiteX875" fmla="*/ 842619 w 1388518"/>
                <a:gd name="connsiteY875" fmla="*/ 42623 h 654095"/>
                <a:gd name="connsiteX876" fmla="*/ 839340 w 1388518"/>
                <a:gd name="connsiteY876" fmla="*/ 44262 h 654095"/>
                <a:gd name="connsiteX877" fmla="*/ 842619 w 1388518"/>
                <a:gd name="connsiteY877" fmla="*/ 44262 h 654095"/>
                <a:gd name="connsiteX878" fmla="*/ 845898 w 1388518"/>
                <a:gd name="connsiteY878" fmla="*/ 42623 h 654095"/>
                <a:gd name="connsiteX879" fmla="*/ 849176 w 1388518"/>
                <a:gd name="connsiteY879" fmla="*/ 42623 h 654095"/>
                <a:gd name="connsiteX880" fmla="*/ 854095 w 1388518"/>
                <a:gd name="connsiteY880" fmla="*/ 42623 h 654095"/>
                <a:gd name="connsiteX881" fmla="*/ 857373 w 1388518"/>
                <a:gd name="connsiteY881" fmla="*/ 42623 h 654095"/>
                <a:gd name="connsiteX882" fmla="*/ 862291 w 1388518"/>
                <a:gd name="connsiteY882" fmla="*/ 40983 h 654095"/>
                <a:gd name="connsiteX883" fmla="*/ 865570 w 1388518"/>
                <a:gd name="connsiteY883" fmla="*/ 40983 h 654095"/>
                <a:gd name="connsiteX884" fmla="*/ 870488 w 1388518"/>
                <a:gd name="connsiteY884" fmla="*/ 40983 h 654095"/>
                <a:gd name="connsiteX885" fmla="*/ 873766 w 1388518"/>
                <a:gd name="connsiteY885" fmla="*/ 39344 h 654095"/>
                <a:gd name="connsiteX886" fmla="*/ 877045 w 1388518"/>
                <a:gd name="connsiteY886" fmla="*/ 37705 h 654095"/>
                <a:gd name="connsiteX887" fmla="*/ 881963 w 1388518"/>
                <a:gd name="connsiteY887" fmla="*/ 37705 h 654095"/>
                <a:gd name="connsiteX888" fmla="*/ 885242 w 1388518"/>
                <a:gd name="connsiteY888" fmla="*/ 36065 h 654095"/>
                <a:gd name="connsiteX889" fmla="*/ 888521 w 1388518"/>
                <a:gd name="connsiteY889" fmla="*/ 36065 h 654095"/>
                <a:gd name="connsiteX890" fmla="*/ 893439 w 1388518"/>
                <a:gd name="connsiteY890" fmla="*/ 34426 h 654095"/>
                <a:gd name="connsiteX891" fmla="*/ 896717 w 1388518"/>
                <a:gd name="connsiteY891" fmla="*/ 32787 h 654095"/>
                <a:gd name="connsiteX892" fmla="*/ 899996 w 1388518"/>
                <a:gd name="connsiteY892" fmla="*/ 31147 h 654095"/>
                <a:gd name="connsiteX893" fmla="*/ 904914 w 1388518"/>
                <a:gd name="connsiteY893" fmla="*/ 31147 h 654095"/>
                <a:gd name="connsiteX894" fmla="*/ 908193 w 1388518"/>
                <a:gd name="connsiteY894" fmla="*/ 29508 h 654095"/>
                <a:gd name="connsiteX895" fmla="*/ 911471 w 1388518"/>
                <a:gd name="connsiteY895" fmla="*/ 29508 h 654095"/>
                <a:gd name="connsiteX896" fmla="*/ 913111 w 1388518"/>
                <a:gd name="connsiteY896" fmla="*/ 29508 h 654095"/>
                <a:gd name="connsiteX897" fmla="*/ 909832 w 1388518"/>
                <a:gd name="connsiteY897" fmla="*/ 32787 h 654095"/>
                <a:gd name="connsiteX898" fmla="*/ 909832 w 1388518"/>
                <a:gd name="connsiteY898" fmla="*/ 32787 h 654095"/>
                <a:gd name="connsiteX899" fmla="*/ 904914 w 1388518"/>
                <a:gd name="connsiteY899" fmla="*/ 34426 h 654095"/>
                <a:gd name="connsiteX900" fmla="*/ 901635 w 1388518"/>
                <a:gd name="connsiteY900" fmla="*/ 34426 h 654095"/>
                <a:gd name="connsiteX901" fmla="*/ 904914 w 1388518"/>
                <a:gd name="connsiteY901" fmla="*/ 34426 h 654095"/>
                <a:gd name="connsiteX902" fmla="*/ 906553 w 1388518"/>
                <a:gd name="connsiteY902" fmla="*/ 34426 h 654095"/>
                <a:gd name="connsiteX903" fmla="*/ 903275 w 1388518"/>
                <a:gd name="connsiteY903" fmla="*/ 36065 h 654095"/>
                <a:gd name="connsiteX904" fmla="*/ 899996 w 1388518"/>
                <a:gd name="connsiteY904" fmla="*/ 37705 h 654095"/>
                <a:gd name="connsiteX905" fmla="*/ 896717 w 1388518"/>
                <a:gd name="connsiteY905" fmla="*/ 39344 h 654095"/>
                <a:gd name="connsiteX906" fmla="*/ 899996 w 1388518"/>
                <a:gd name="connsiteY906" fmla="*/ 37705 h 654095"/>
                <a:gd name="connsiteX907" fmla="*/ 898357 w 1388518"/>
                <a:gd name="connsiteY907" fmla="*/ 42623 h 654095"/>
                <a:gd name="connsiteX908" fmla="*/ 901635 w 1388518"/>
                <a:gd name="connsiteY908" fmla="*/ 39344 h 654095"/>
                <a:gd name="connsiteX909" fmla="*/ 906553 w 1388518"/>
                <a:gd name="connsiteY909" fmla="*/ 36065 h 654095"/>
                <a:gd name="connsiteX910" fmla="*/ 909832 w 1388518"/>
                <a:gd name="connsiteY910" fmla="*/ 34426 h 654095"/>
                <a:gd name="connsiteX911" fmla="*/ 913111 w 1388518"/>
                <a:gd name="connsiteY911" fmla="*/ 32787 h 654095"/>
                <a:gd name="connsiteX912" fmla="*/ 916389 w 1388518"/>
                <a:gd name="connsiteY912" fmla="*/ 34426 h 654095"/>
                <a:gd name="connsiteX913" fmla="*/ 921307 w 1388518"/>
                <a:gd name="connsiteY913" fmla="*/ 32787 h 654095"/>
                <a:gd name="connsiteX914" fmla="*/ 924586 w 1388518"/>
                <a:gd name="connsiteY914" fmla="*/ 32787 h 654095"/>
                <a:gd name="connsiteX915" fmla="*/ 927865 w 1388518"/>
                <a:gd name="connsiteY915" fmla="*/ 32787 h 654095"/>
                <a:gd name="connsiteX916" fmla="*/ 924586 w 1388518"/>
                <a:gd name="connsiteY916" fmla="*/ 32787 h 654095"/>
                <a:gd name="connsiteX917" fmla="*/ 921307 w 1388518"/>
                <a:gd name="connsiteY917" fmla="*/ 32787 h 654095"/>
                <a:gd name="connsiteX918" fmla="*/ 916389 w 1388518"/>
                <a:gd name="connsiteY918" fmla="*/ 32787 h 654095"/>
                <a:gd name="connsiteX919" fmla="*/ 918029 w 1388518"/>
                <a:gd name="connsiteY919" fmla="*/ 29508 h 654095"/>
                <a:gd name="connsiteX920" fmla="*/ 916389 w 1388518"/>
                <a:gd name="connsiteY920" fmla="*/ 27869 h 654095"/>
                <a:gd name="connsiteX921" fmla="*/ 911471 w 1388518"/>
                <a:gd name="connsiteY921" fmla="*/ 29508 h 654095"/>
                <a:gd name="connsiteX922" fmla="*/ 916389 w 1388518"/>
                <a:gd name="connsiteY922" fmla="*/ 27869 h 654095"/>
                <a:gd name="connsiteX923" fmla="*/ 918029 w 1388518"/>
                <a:gd name="connsiteY923" fmla="*/ 26229 h 654095"/>
                <a:gd name="connsiteX924" fmla="*/ 921307 w 1388518"/>
                <a:gd name="connsiteY924" fmla="*/ 26229 h 654095"/>
                <a:gd name="connsiteX925" fmla="*/ 924586 w 1388518"/>
                <a:gd name="connsiteY925" fmla="*/ 24590 h 654095"/>
                <a:gd name="connsiteX926" fmla="*/ 929504 w 1388518"/>
                <a:gd name="connsiteY926" fmla="*/ 24590 h 654095"/>
                <a:gd name="connsiteX927" fmla="*/ 932783 w 1388518"/>
                <a:gd name="connsiteY927" fmla="*/ 22951 h 654095"/>
                <a:gd name="connsiteX928" fmla="*/ 937701 w 1388518"/>
                <a:gd name="connsiteY928" fmla="*/ 21311 h 654095"/>
                <a:gd name="connsiteX929" fmla="*/ 940979 w 1388518"/>
                <a:gd name="connsiteY929" fmla="*/ 21311 h 654095"/>
                <a:gd name="connsiteX930" fmla="*/ 944258 w 1388518"/>
                <a:gd name="connsiteY930" fmla="*/ 21311 h 654095"/>
                <a:gd name="connsiteX931" fmla="*/ 949176 w 1388518"/>
                <a:gd name="connsiteY931" fmla="*/ 19672 h 654095"/>
                <a:gd name="connsiteX932" fmla="*/ 944258 w 1388518"/>
                <a:gd name="connsiteY932" fmla="*/ 21311 h 654095"/>
                <a:gd name="connsiteX933" fmla="*/ 940979 w 1388518"/>
                <a:gd name="connsiteY933" fmla="*/ 22951 h 654095"/>
                <a:gd name="connsiteX934" fmla="*/ 944258 w 1388518"/>
                <a:gd name="connsiteY934" fmla="*/ 22951 h 654095"/>
                <a:gd name="connsiteX935" fmla="*/ 947537 w 1388518"/>
                <a:gd name="connsiteY935" fmla="*/ 22951 h 654095"/>
                <a:gd name="connsiteX936" fmla="*/ 952455 w 1388518"/>
                <a:gd name="connsiteY936" fmla="*/ 22951 h 654095"/>
                <a:gd name="connsiteX937" fmla="*/ 955733 w 1388518"/>
                <a:gd name="connsiteY937" fmla="*/ 22951 h 654095"/>
                <a:gd name="connsiteX938" fmla="*/ 959012 w 1388518"/>
                <a:gd name="connsiteY938" fmla="*/ 22951 h 654095"/>
                <a:gd name="connsiteX939" fmla="*/ 963930 w 1388518"/>
                <a:gd name="connsiteY939" fmla="*/ 21311 h 654095"/>
                <a:gd name="connsiteX940" fmla="*/ 967209 w 1388518"/>
                <a:gd name="connsiteY940" fmla="*/ 21311 h 654095"/>
                <a:gd name="connsiteX941" fmla="*/ 972127 w 1388518"/>
                <a:gd name="connsiteY941" fmla="*/ 21311 h 654095"/>
                <a:gd name="connsiteX942" fmla="*/ 975405 w 1388518"/>
                <a:gd name="connsiteY942" fmla="*/ 21311 h 654095"/>
                <a:gd name="connsiteX943" fmla="*/ 980323 w 1388518"/>
                <a:gd name="connsiteY943" fmla="*/ 21311 h 654095"/>
                <a:gd name="connsiteX944" fmla="*/ 983602 w 1388518"/>
                <a:gd name="connsiteY944" fmla="*/ 21311 h 654095"/>
                <a:gd name="connsiteX945" fmla="*/ 986881 w 1388518"/>
                <a:gd name="connsiteY945" fmla="*/ 19672 h 654095"/>
                <a:gd name="connsiteX946" fmla="*/ 991799 w 1388518"/>
                <a:gd name="connsiteY946" fmla="*/ 19672 h 654095"/>
                <a:gd name="connsiteX947" fmla="*/ 995077 w 1388518"/>
                <a:gd name="connsiteY947" fmla="*/ 18033 h 654095"/>
                <a:gd name="connsiteX948" fmla="*/ 999996 w 1388518"/>
                <a:gd name="connsiteY948" fmla="*/ 18033 h 654095"/>
                <a:gd name="connsiteX949" fmla="*/ 1003274 w 1388518"/>
                <a:gd name="connsiteY949" fmla="*/ 16393 h 654095"/>
                <a:gd name="connsiteX950" fmla="*/ 1006553 w 1388518"/>
                <a:gd name="connsiteY950" fmla="*/ 14754 h 654095"/>
                <a:gd name="connsiteX951" fmla="*/ 1011471 w 1388518"/>
                <a:gd name="connsiteY951" fmla="*/ 14754 h 654095"/>
                <a:gd name="connsiteX952" fmla="*/ 1014749 w 1388518"/>
                <a:gd name="connsiteY952" fmla="*/ 13115 h 654095"/>
                <a:gd name="connsiteX953" fmla="*/ 1018028 w 1388518"/>
                <a:gd name="connsiteY953" fmla="*/ 11475 h 654095"/>
                <a:gd name="connsiteX954" fmla="*/ 1021307 w 1388518"/>
                <a:gd name="connsiteY954" fmla="*/ 9836 h 654095"/>
                <a:gd name="connsiteX955" fmla="*/ 1026225 w 1388518"/>
                <a:gd name="connsiteY955" fmla="*/ 9836 h 654095"/>
                <a:gd name="connsiteX956" fmla="*/ 1029503 w 1388518"/>
                <a:gd name="connsiteY956" fmla="*/ 8197 h 654095"/>
                <a:gd name="connsiteX957" fmla="*/ 1032782 w 1388518"/>
                <a:gd name="connsiteY957" fmla="*/ 6557 h 654095"/>
                <a:gd name="connsiteX958" fmla="*/ 1037700 w 1388518"/>
                <a:gd name="connsiteY958" fmla="*/ 4918 h 654095"/>
                <a:gd name="connsiteX959" fmla="*/ 1040979 w 1388518"/>
                <a:gd name="connsiteY959" fmla="*/ 3279 h 654095"/>
                <a:gd name="connsiteX960" fmla="*/ 1044258 w 1388518"/>
                <a:gd name="connsiteY960" fmla="*/ 3279 h 654095"/>
                <a:gd name="connsiteX961" fmla="*/ 1049176 w 1388518"/>
                <a:gd name="connsiteY961" fmla="*/ 1639 h 654095"/>
                <a:gd name="connsiteX962" fmla="*/ 1052454 w 1388518"/>
                <a:gd name="connsiteY962" fmla="*/ 1639 h 654095"/>
                <a:gd name="connsiteX963" fmla="*/ 1055733 w 1388518"/>
                <a:gd name="connsiteY963" fmla="*/ 0 h 654095"/>
                <a:gd name="connsiteX964" fmla="*/ 1052454 w 1388518"/>
                <a:gd name="connsiteY964" fmla="*/ 1639 h 654095"/>
                <a:gd name="connsiteX965" fmla="*/ 1047536 w 1388518"/>
                <a:gd name="connsiteY965" fmla="*/ 3279 h 654095"/>
                <a:gd name="connsiteX966" fmla="*/ 1052454 w 1388518"/>
                <a:gd name="connsiteY966" fmla="*/ 4918 h 654095"/>
                <a:gd name="connsiteX967" fmla="*/ 1055733 w 1388518"/>
                <a:gd name="connsiteY967" fmla="*/ 4918 h 654095"/>
                <a:gd name="connsiteX968" fmla="*/ 1060651 w 1388518"/>
                <a:gd name="connsiteY968" fmla="*/ 6557 h 654095"/>
                <a:gd name="connsiteX969" fmla="*/ 1063930 w 1388518"/>
                <a:gd name="connsiteY969" fmla="*/ 6557 h 654095"/>
                <a:gd name="connsiteX970" fmla="*/ 1063930 w 1388518"/>
                <a:gd name="connsiteY970" fmla="*/ 11475 h 654095"/>
                <a:gd name="connsiteX971" fmla="*/ 1060651 w 1388518"/>
                <a:gd name="connsiteY971" fmla="*/ 13115 h 654095"/>
                <a:gd name="connsiteX972" fmla="*/ 1057372 w 1388518"/>
                <a:gd name="connsiteY972" fmla="*/ 13115 h 654095"/>
                <a:gd name="connsiteX973" fmla="*/ 1052454 w 1388518"/>
                <a:gd name="connsiteY973" fmla="*/ 14754 h 654095"/>
                <a:gd name="connsiteX974" fmla="*/ 1049176 w 1388518"/>
                <a:gd name="connsiteY974" fmla="*/ 16393 h 654095"/>
                <a:gd name="connsiteX975" fmla="*/ 1044258 w 1388518"/>
                <a:gd name="connsiteY975" fmla="*/ 16393 h 654095"/>
                <a:gd name="connsiteX976" fmla="*/ 1040979 w 1388518"/>
                <a:gd name="connsiteY976" fmla="*/ 18033 h 654095"/>
                <a:gd name="connsiteX977" fmla="*/ 1037700 w 1388518"/>
                <a:gd name="connsiteY977" fmla="*/ 18033 h 654095"/>
                <a:gd name="connsiteX978" fmla="*/ 1037700 w 1388518"/>
                <a:gd name="connsiteY978" fmla="*/ 18033 h 654095"/>
                <a:gd name="connsiteX979" fmla="*/ 1037700 w 1388518"/>
                <a:gd name="connsiteY979" fmla="*/ 21311 h 654095"/>
                <a:gd name="connsiteX980" fmla="*/ 1032782 w 1388518"/>
                <a:gd name="connsiteY980" fmla="*/ 22951 h 654095"/>
                <a:gd name="connsiteX981" fmla="*/ 1037700 w 1388518"/>
                <a:gd name="connsiteY981" fmla="*/ 22951 h 654095"/>
                <a:gd name="connsiteX982" fmla="*/ 1040979 w 1388518"/>
                <a:gd name="connsiteY982" fmla="*/ 21311 h 654095"/>
                <a:gd name="connsiteX983" fmla="*/ 1044258 w 1388518"/>
                <a:gd name="connsiteY983" fmla="*/ 21311 h 654095"/>
                <a:gd name="connsiteX984" fmla="*/ 1049176 w 1388518"/>
                <a:gd name="connsiteY984" fmla="*/ 19672 h 654095"/>
                <a:gd name="connsiteX985" fmla="*/ 1052454 w 1388518"/>
                <a:gd name="connsiteY985" fmla="*/ 19672 h 654095"/>
                <a:gd name="connsiteX986" fmla="*/ 1055733 w 1388518"/>
                <a:gd name="connsiteY986" fmla="*/ 16393 h 654095"/>
                <a:gd name="connsiteX987" fmla="*/ 1060651 w 1388518"/>
                <a:gd name="connsiteY987" fmla="*/ 16393 h 654095"/>
                <a:gd name="connsiteX988" fmla="*/ 1063930 w 1388518"/>
                <a:gd name="connsiteY988" fmla="*/ 14754 h 654095"/>
                <a:gd name="connsiteX989" fmla="*/ 1067208 w 1388518"/>
                <a:gd name="connsiteY989" fmla="*/ 13115 h 654095"/>
                <a:gd name="connsiteX990" fmla="*/ 1072126 w 1388518"/>
                <a:gd name="connsiteY990" fmla="*/ 11475 h 654095"/>
                <a:gd name="connsiteX991" fmla="*/ 1075405 w 1388518"/>
                <a:gd name="connsiteY991" fmla="*/ 9836 h 654095"/>
                <a:gd name="connsiteX992" fmla="*/ 1078684 w 1388518"/>
                <a:gd name="connsiteY992" fmla="*/ 9836 h 654095"/>
                <a:gd name="connsiteX993" fmla="*/ 1075405 w 1388518"/>
                <a:gd name="connsiteY993" fmla="*/ 13115 h 654095"/>
                <a:gd name="connsiteX994" fmla="*/ 1080323 w 1388518"/>
                <a:gd name="connsiteY994" fmla="*/ 11475 h 654095"/>
                <a:gd name="connsiteX995" fmla="*/ 1083602 w 1388518"/>
                <a:gd name="connsiteY995" fmla="*/ 11475 h 654095"/>
                <a:gd name="connsiteX996" fmla="*/ 1083602 w 1388518"/>
                <a:gd name="connsiteY996" fmla="*/ 14754 h 654095"/>
                <a:gd name="connsiteX997" fmla="*/ 1080323 w 1388518"/>
                <a:gd name="connsiteY997" fmla="*/ 16393 h 654095"/>
                <a:gd name="connsiteX998" fmla="*/ 1077044 w 1388518"/>
                <a:gd name="connsiteY998" fmla="*/ 18033 h 654095"/>
                <a:gd name="connsiteX999" fmla="*/ 1072126 w 1388518"/>
                <a:gd name="connsiteY999" fmla="*/ 19672 h 654095"/>
                <a:gd name="connsiteX1000" fmla="*/ 1077044 w 1388518"/>
                <a:gd name="connsiteY1000" fmla="*/ 21311 h 654095"/>
                <a:gd name="connsiteX1001" fmla="*/ 1080323 w 1388518"/>
                <a:gd name="connsiteY1001" fmla="*/ 21311 h 654095"/>
                <a:gd name="connsiteX1002" fmla="*/ 1083602 w 1388518"/>
                <a:gd name="connsiteY1002" fmla="*/ 22951 h 654095"/>
                <a:gd name="connsiteX1003" fmla="*/ 1088520 w 1388518"/>
                <a:gd name="connsiteY1003" fmla="*/ 21311 h 654095"/>
                <a:gd name="connsiteX1004" fmla="*/ 1091798 w 1388518"/>
                <a:gd name="connsiteY1004" fmla="*/ 21311 h 654095"/>
                <a:gd name="connsiteX1005" fmla="*/ 1095077 w 1388518"/>
                <a:gd name="connsiteY1005" fmla="*/ 19672 h 654095"/>
                <a:gd name="connsiteX1006" fmla="*/ 1099995 w 1388518"/>
                <a:gd name="connsiteY1006" fmla="*/ 18033 h 654095"/>
                <a:gd name="connsiteX1007" fmla="*/ 1103274 w 1388518"/>
                <a:gd name="connsiteY1007" fmla="*/ 18033 h 654095"/>
                <a:gd name="connsiteX1008" fmla="*/ 1108192 w 1388518"/>
                <a:gd name="connsiteY1008" fmla="*/ 19672 h 654095"/>
                <a:gd name="connsiteX1009" fmla="*/ 1111470 w 1388518"/>
                <a:gd name="connsiteY1009" fmla="*/ 18033 h 654095"/>
                <a:gd name="connsiteX1010" fmla="*/ 1114749 w 1388518"/>
                <a:gd name="connsiteY1010" fmla="*/ 18033 h 654095"/>
                <a:gd name="connsiteX1011" fmla="*/ 1119667 w 1388518"/>
                <a:gd name="connsiteY1011" fmla="*/ 18033 h 654095"/>
                <a:gd name="connsiteX1012" fmla="*/ 1122946 w 1388518"/>
                <a:gd name="connsiteY1012" fmla="*/ 18033 h 654095"/>
                <a:gd name="connsiteX1013" fmla="*/ 1126224 w 1388518"/>
                <a:gd name="connsiteY1013" fmla="*/ 19672 h 654095"/>
                <a:gd name="connsiteX1014" fmla="*/ 1131142 w 1388518"/>
                <a:gd name="connsiteY1014" fmla="*/ 19672 h 654095"/>
                <a:gd name="connsiteX1015" fmla="*/ 1134421 w 1388518"/>
                <a:gd name="connsiteY1015" fmla="*/ 19672 h 654095"/>
                <a:gd name="connsiteX1016" fmla="*/ 1137700 w 1388518"/>
                <a:gd name="connsiteY1016" fmla="*/ 19672 h 654095"/>
                <a:gd name="connsiteX1017" fmla="*/ 1134421 w 1388518"/>
                <a:gd name="connsiteY1017" fmla="*/ 22951 h 654095"/>
                <a:gd name="connsiteX1018" fmla="*/ 1129503 w 1388518"/>
                <a:gd name="connsiteY1018" fmla="*/ 24590 h 654095"/>
                <a:gd name="connsiteX1019" fmla="*/ 1126224 w 1388518"/>
                <a:gd name="connsiteY1019" fmla="*/ 26229 h 654095"/>
                <a:gd name="connsiteX1020" fmla="*/ 1122946 w 1388518"/>
                <a:gd name="connsiteY1020" fmla="*/ 27869 h 654095"/>
                <a:gd name="connsiteX1021" fmla="*/ 1126224 w 1388518"/>
                <a:gd name="connsiteY1021" fmla="*/ 29508 h 654095"/>
                <a:gd name="connsiteX1022" fmla="*/ 1129503 w 1388518"/>
                <a:gd name="connsiteY1022" fmla="*/ 29508 h 654095"/>
                <a:gd name="connsiteX1023" fmla="*/ 1126224 w 1388518"/>
                <a:gd name="connsiteY1023" fmla="*/ 29508 h 654095"/>
                <a:gd name="connsiteX1024" fmla="*/ 1122946 w 1388518"/>
                <a:gd name="connsiteY1024" fmla="*/ 29508 h 654095"/>
                <a:gd name="connsiteX1025" fmla="*/ 1118028 w 1388518"/>
                <a:gd name="connsiteY1025" fmla="*/ 29508 h 654095"/>
                <a:gd name="connsiteX1026" fmla="*/ 1114749 w 1388518"/>
                <a:gd name="connsiteY1026" fmla="*/ 31147 h 654095"/>
                <a:gd name="connsiteX1027" fmla="*/ 1118028 w 1388518"/>
                <a:gd name="connsiteY1027" fmla="*/ 31147 h 654095"/>
                <a:gd name="connsiteX1028" fmla="*/ 1122946 w 1388518"/>
                <a:gd name="connsiteY1028" fmla="*/ 31147 h 654095"/>
                <a:gd name="connsiteX1029" fmla="*/ 1126224 w 1388518"/>
                <a:gd name="connsiteY1029" fmla="*/ 31147 h 654095"/>
                <a:gd name="connsiteX1030" fmla="*/ 1129503 w 1388518"/>
                <a:gd name="connsiteY1030" fmla="*/ 31147 h 654095"/>
                <a:gd name="connsiteX1031" fmla="*/ 1134421 w 1388518"/>
                <a:gd name="connsiteY1031" fmla="*/ 31147 h 654095"/>
                <a:gd name="connsiteX1032" fmla="*/ 1137700 w 1388518"/>
                <a:gd name="connsiteY1032" fmla="*/ 31147 h 654095"/>
                <a:gd name="connsiteX1033" fmla="*/ 1134421 w 1388518"/>
                <a:gd name="connsiteY1033" fmla="*/ 32787 h 654095"/>
                <a:gd name="connsiteX1034" fmla="*/ 1129503 w 1388518"/>
                <a:gd name="connsiteY1034" fmla="*/ 34426 h 654095"/>
                <a:gd name="connsiteX1035" fmla="*/ 1134421 w 1388518"/>
                <a:gd name="connsiteY1035" fmla="*/ 36065 h 654095"/>
                <a:gd name="connsiteX1036" fmla="*/ 1137700 w 1388518"/>
                <a:gd name="connsiteY1036" fmla="*/ 36065 h 654095"/>
                <a:gd name="connsiteX1037" fmla="*/ 1140978 w 1388518"/>
                <a:gd name="connsiteY1037" fmla="*/ 36065 h 654095"/>
                <a:gd name="connsiteX1038" fmla="*/ 1144257 w 1388518"/>
                <a:gd name="connsiteY1038" fmla="*/ 37705 h 654095"/>
                <a:gd name="connsiteX1039" fmla="*/ 1149175 w 1388518"/>
                <a:gd name="connsiteY1039" fmla="*/ 36065 h 654095"/>
                <a:gd name="connsiteX1040" fmla="*/ 1149175 w 1388518"/>
                <a:gd name="connsiteY1040" fmla="*/ 36065 h 654095"/>
                <a:gd name="connsiteX1041" fmla="*/ 1152454 w 1388518"/>
                <a:gd name="connsiteY1041" fmla="*/ 34426 h 654095"/>
                <a:gd name="connsiteX1042" fmla="*/ 1154093 w 1388518"/>
                <a:gd name="connsiteY1042" fmla="*/ 34426 h 654095"/>
                <a:gd name="connsiteX1043" fmla="*/ 1157372 w 1388518"/>
                <a:gd name="connsiteY1043" fmla="*/ 34426 h 654095"/>
                <a:gd name="connsiteX1044" fmla="*/ 1160650 w 1388518"/>
                <a:gd name="connsiteY1044" fmla="*/ 34426 h 654095"/>
                <a:gd name="connsiteX1045" fmla="*/ 1165569 w 1388518"/>
                <a:gd name="connsiteY1045" fmla="*/ 32787 h 654095"/>
                <a:gd name="connsiteX1046" fmla="*/ 1168847 w 1388518"/>
                <a:gd name="connsiteY1046" fmla="*/ 32787 h 654095"/>
                <a:gd name="connsiteX1047" fmla="*/ 1172126 w 1388518"/>
                <a:gd name="connsiteY1047" fmla="*/ 32787 h 654095"/>
                <a:gd name="connsiteX1048" fmla="*/ 1170486 w 1388518"/>
                <a:gd name="connsiteY1048" fmla="*/ 36065 h 654095"/>
                <a:gd name="connsiteX1049" fmla="*/ 1173765 w 1388518"/>
                <a:gd name="connsiteY1049" fmla="*/ 36065 h 654095"/>
                <a:gd name="connsiteX1050" fmla="*/ 1177044 w 1388518"/>
                <a:gd name="connsiteY1050" fmla="*/ 36065 h 654095"/>
                <a:gd name="connsiteX1051" fmla="*/ 1180323 w 1388518"/>
                <a:gd name="connsiteY1051" fmla="*/ 34426 h 654095"/>
                <a:gd name="connsiteX1052" fmla="*/ 1185241 w 1388518"/>
                <a:gd name="connsiteY1052" fmla="*/ 32787 h 654095"/>
                <a:gd name="connsiteX1053" fmla="*/ 1188519 w 1388518"/>
                <a:gd name="connsiteY1053" fmla="*/ 32787 h 654095"/>
                <a:gd name="connsiteX1054" fmla="*/ 1191798 w 1388518"/>
                <a:gd name="connsiteY1054" fmla="*/ 32787 h 654095"/>
                <a:gd name="connsiteX1055" fmla="*/ 1196716 w 1388518"/>
                <a:gd name="connsiteY1055" fmla="*/ 32787 h 654095"/>
                <a:gd name="connsiteX1056" fmla="*/ 1199995 w 1388518"/>
                <a:gd name="connsiteY1056" fmla="*/ 34426 h 654095"/>
                <a:gd name="connsiteX1057" fmla="*/ 1203273 w 1388518"/>
                <a:gd name="connsiteY1057" fmla="*/ 32787 h 654095"/>
                <a:gd name="connsiteX1058" fmla="*/ 1208191 w 1388518"/>
                <a:gd name="connsiteY1058" fmla="*/ 34426 h 654095"/>
                <a:gd name="connsiteX1059" fmla="*/ 1211470 w 1388518"/>
                <a:gd name="connsiteY1059" fmla="*/ 36065 h 654095"/>
                <a:gd name="connsiteX1060" fmla="*/ 1214749 w 1388518"/>
                <a:gd name="connsiteY1060" fmla="*/ 36065 h 654095"/>
                <a:gd name="connsiteX1061" fmla="*/ 1219667 w 1388518"/>
                <a:gd name="connsiteY1061" fmla="*/ 39344 h 654095"/>
                <a:gd name="connsiteX1062" fmla="*/ 1222945 w 1388518"/>
                <a:gd name="connsiteY1062" fmla="*/ 39344 h 654095"/>
                <a:gd name="connsiteX1063" fmla="*/ 1224585 w 1388518"/>
                <a:gd name="connsiteY1063" fmla="*/ 39344 h 654095"/>
                <a:gd name="connsiteX1064" fmla="*/ 1227863 w 1388518"/>
                <a:gd name="connsiteY1064" fmla="*/ 39344 h 654095"/>
                <a:gd name="connsiteX1065" fmla="*/ 1231142 w 1388518"/>
                <a:gd name="connsiteY1065" fmla="*/ 39344 h 654095"/>
                <a:gd name="connsiteX1066" fmla="*/ 1231142 w 1388518"/>
                <a:gd name="connsiteY1066" fmla="*/ 39344 h 654095"/>
                <a:gd name="connsiteX1067" fmla="*/ 1231142 w 1388518"/>
                <a:gd name="connsiteY1067" fmla="*/ 42623 h 654095"/>
                <a:gd name="connsiteX1068" fmla="*/ 1236060 w 1388518"/>
                <a:gd name="connsiteY1068" fmla="*/ 44262 h 654095"/>
                <a:gd name="connsiteX1069" fmla="*/ 1239339 w 1388518"/>
                <a:gd name="connsiteY1069" fmla="*/ 44262 h 654095"/>
                <a:gd name="connsiteX1070" fmla="*/ 1242617 w 1388518"/>
                <a:gd name="connsiteY1070" fmla="*/ 44262 h 654095"/>
                <a:gd name="connsiteX1071" fmla="*/ 1247535 w 1388518"/>
                <a:gd name="connsiteY1071" fmla="*/ 45901 h 654095"/>
                <a:gd name="connsiteX1072" fmla="*/ 1250814 w 1388518"/>
                <a:gd name="connsiteY1072" fmla="*/ 44262 h 654095"/>
                <a:gd name="connsiteX1073" fmla="*/ 1254093 w 1388518"/>
                <a:gd name="connsiteY1073" fmla="*/ 44262 h 654095"/>
                <a:gd name="connsiteX1074" fmla="*/ 1257371 w 1388518"/>
                <a:gd name="connsiteY1074" fmla="*/ 44262 h 654095"/>
                <a:gd name="connsiteX1075" fmla="*/ 1262289 w 1388518"/>
                <a:gd name="connsiteY1075" fmla="*/ 44262 h 654095"/>
                <a:gd name="connsiteX1076" fmla="*/ 1265568 w 1388518"/>
                <a:gd name="connsiteY1076" fmla="*/ 44262 h 654095"/>
                <a:gd name="connsiteX1077" fmla="*/ 1268847 w 1388518"/>
                <a:gd name="connsiteY1077" fmla="*/ 44262 h 654095"/>
                <a:gd name="connsiteX1078" fmla="*/ 1273765 w 1388518"/>
                <a:gd name="connsiteY1078" fmla="*/ 45901 h 654095"/>
                <a:gd name="connsiteX1079" fmla="*/ 1277043 w 1388518"/>
                <a:gd name="connsiteY1079" fmla="*/ 45901 h 654095"/>
                <a:gd name="connsiteX1080" fmla="*/ 1280322 w 1388518"/>
                <a:gd name="connsiteY1080" fmla="*/ 45901 h 654095"/>
                <a:gd name="connsiteX1081" fmla="*/ 1281961 w 1388518"/>
                <a:gd name="connsiteY1081" fmla="*/ 49180 h 654095"/>
                <a:gd name="connsiteX1082" fmla="*/ 1285240 w 1388518"/>
                <a:gd name="connsiteY1082" fmla="*/ 47541 h 654095"/>
                <a:gd name="connsiteX1083" fmla="*/ 1288519 w 1388518"/>
                <a:gd name="connsiteY1083" fmla="*/ 50820 h 654095"/>
                <a:gd name="connsiteX1084" fmla="*/ 1286879 w 1388518"/>
                <a:gd name="connsiteY1084" fmla="*/ 50820 h 654095"/>
                <a:gd name="connsiteX1085" fmla="*/ 1288519 w 1388518"/>
                <a:gd name="connsiteY1085" fmla="*/ 50820 h 654095"/>
                <a:gd name="connsiteX1086" fmla="*/ 1290158 w 1388518"/>
                <a:gd name="connsiteY1086" fmla="*/ 50820 h 654095"/>
                <a:gd name="connsiteX1087" fmla="*/ 1295076 w 1388518"/>
                <a:gd name="connsiteY1087" fmla="*/ 52459 h 654095"/>
                <a:gd name="connsiteX1088" fmla="*/ 1298355 w 1388518"/>
                <a:gd name="connsiteY1088" fmla="*/ 52459 h 654095"/>
                <a:gd name="connsiteX1089" fmla="*/ 1301633 w 1388518"/>
                <a:gd name="connsiteY1089" fmla="*/ 52459 h 654095"/>
                <a:gd name="connsiteX1090" fmla="*/ 1304912 w 1388518"/>
                <a:gd name="connsiteY1090" fmla="*/ 52459 h 654095"/>
                <a:gd name="connsiteX1091" fmla="*/ 1308191 w 1388518"/>
                <a:gd name="connsiteY1091" fmla="*/ 50820 h 654095"/>
                <a:gd name="connsiteX1092" fmla="*/ 1311470 w 1388518"/>
                <a:gd name="connsiteY1092" fmla="*/ 50820 h 654095"/>
                <a:gd name="connsiteX1093" fmla="*/ 1316387 w 1388518"/>
                <a:gd name="connsiteY1093" fmla="*/ 49180 h 654095"/>
                <a:gd name="connsiteX1094" fmla="*/ 1319666 w 1388518"/>
                <a:gd name="connsiteY1094" fmla="*/ 49180 h 654095"/>
                <a:gd name="connsiteX1095" fmla="*/ 1322945 w 1388518"/>
                <a:gd name="connsiteY1095" fmla="*/ 49180 h 654095"/>
                <a:gd name="connsiteX1096" fmla="*/ 1321306 w 1388518"/>
                <a:gd name="connsiteY1096" fmla="*/ 50820 h 654095"/>
                <a:gd name="connsiteX1097" fmla="*/ 1321306 w 1388518"/>
                <a:gd name="connsiteY1097" fmla="*/ 50820 h 654095"/>
                <a:gd name="connsiteX1098" fmla="*/ 1324584 w 1388518"/>
                <a:gd name="connsiteY1098" fmla="*/ 49180 h 654095"/>
                <a:gd name="connsiteX1099" fmla="*/ 1329502 w 1388518"/>
                <a:gd name="connsiteY1099" fmla="*/ 49180 h 654095"/>
                <a:gd name="connsiteX1100" fmla="*/ 1332781 w 1388518"/>
                <a:gd name="connsiteY1100" fmla="*/ 47541 h 654095"/>
                <a:gd name="connsiteX1101" fmla="*/ 1337699 w 1388518"/>
                <a:gd name="connsiteY1101" fmla="*/ 49180 h 654095"/>
                <a:gd name="connsiteX1102" fmla="*/ 1340977 w 1388518"/>
                <a:gd name="connsiteY1102" fmla="*/ 47541 h 654095"/>
                <a:gd name="connsiteX1103" fmla="*/ 1344256 w 1388518"/>
                <a:gd name="connsiteY1103" fmla="*/ 47541 h 654095"/>
                <a:gd name="connsiteX1104" fmla="*/ 1347535 w 1388518"/>
                <a:gd name="connsiteY1104" fmla="*/ 47541 h 654095"/>
                <a:gd name="connsiteX1105" fmla="*/ 1352453 w 1388518"/>
                <a:gd name="connsiteY1105" fmla="*/ 49180 h 654095"/>
                <a:gd name="connsiteX1106" fmla="*/ 1355732 w 1388518"/>
                <a:gd name="connsiteY1106" fmla="*/ 49180 h 654095"/>
                <a:gd name="connsiteX1107" fmla="*/ 1359010 w 1388518"/>
                <a:gd name="connsiteY1107" fmla="*/ 49180 h 654095"/>
                <a:gd name="connsiteX1108" fmla="*/ 1362289 w 1388518"/>
                <a:gd name="connsiteY1108" fmla="*/ 50820 h 654095"/>
                <a:gd name="connsiteX1109" fmla="*/ 1362289 w 1388518"/>
                <a:gd name="connsiteY1109" fmla="*/ 55737 h 654095"/>
                <a:gd name="connsiteX1110" fmla="*/ 1367207 w 1388518"/>
                <a:gd name="connsiteY1110" fmla="*/ 57377 h 654095"/>
                <a:gd name="connsiteX1111" fmla="*/ 1370486 w 1388518"/>
                <a:gd name="connsiteY1111" fmla="*/ 59016 h 654095"/>
                <a:gd name="connsiteX1112" fmla="*/ 1372125 w 1388518"/>
                <a:gd name="connsiteY1112" fmla="*/ 59016 h 654095"/>
                <a:gd name="connsiteX1113" fmla="*/ 1375404 w 1388518"/>
                <a:gd name="connsiteY1113" fmla="*/ 60656 h 654095"/>
                <a:gd name="connsiteX1114" fmla="*/ 1375404 w 1388518"/>
                <a:gd name="connsiteY1114" fmla="*/ 60656 h 654095"/>
                <a:gd name="connsiteX1115" fmla="*/ 1377043 w 1388518"/>
                <a:gd name="connsiteY1115" fmla="*/ 63934 h 654095"/>
                <a:gd name="connsiteX1116" fmla="*/ 1381961 w 1388518"/>
                <a:gd name="connsiteY1116" fmla="*/ 65573 h 654095"/>
                <a:gd name="connsiteX1117" fmla="*/ 1385240 w 1388518"/>
                <a:gd name="connsiteY1117" fmla="*/ 63934 h 654095"/>
                <a:gd name="connsiteX1118" fmla="*/ 1388518 w 1388518"/>
                <a:gd name="connsiteY1118" fmla="*/ 63934 h 654095"/>
                <a:gd name="connsiteX1119" fmla="*/ 1386879 w 1388518"/>
                <a:gd name="connsiteY1119" fmla="*/ 65573 h 654095"/>
                <a:gd name="connsiteX1120" fmla="*/ 1381961 w 1388518"/>
                <a:gd name="connsiteY1120" fmla="*/ 70492 h 654095"/>
                <a:gd name="connsiteX1121" fmla="*/ 1377043 w 1388518"/>
                <a:gd name="connsiteY1121" fmla="*/ 73770 h 654095"/>
                <a:gd name="connsiteX1122" fmla="*/ 1372125 w 1388518"/>
                <a:gd name="connsiteY1122" fmla="*/ 77049 h 654095"/>
                <a:gd name="connsiteX1123" fmla="*/ 1367207 w 1388518"/>
                <a:gd name="connsiteY1123" fmla="*/ 81967 h 654095"/>
                <a:gd name="connsiteX1124" fmla="*/ 1362289 w 1388518"/>
                <a:gd name="connsiteY1124" fmla="*/ 85246 h 654095"/>
                <a:gd name="connsiteX1125" fmla="*/ 1357371 w 1388518"/>
                <a:gd name="connsiteY1125" fmla="*/ 88524 h 654095"/>
                <a:gd name="connsiteX1126" fmla="*/ 1352453 w 1388518"/>
                <a:gd name="connsiteY1126" fmla="*/ 91803 h 654095"/>
                <a:gd name="connsiteX1127" fmla="*/ 1347535 w 1388518"/>
                <a:gd name="connsiteY1127" fmla="*/ 96721 h 654095"/>
                <a:gd name="connsiteX1128" fmla="*/ 1342617 w 1388518"/>
                <a:gd name="connsiteY1128" fmla="*/ 100000 h 654095"/>
                <a:gd name="connsiteX1129" fmla="*/ 1337699 w 1388518"/>
                <a:gd name="connsiteY1129" fmla="*/ 103278 h 654095"/>
                <a:gd name="connsiteX1130" fmla="*/ 1332781 w 1388518"/>
                <a:gd name="connsiteY1130" fmla="*/ 106557 h 654095"/>
                <a:gd name="connsiteX1131" fmla="*/ 1327863 w 1388518"/>
                <a:gd name="connsiteY1131" fmla="*/ 111475 h 654095"/>
                <a:gd name="connsiteX1132" fmla="*/ 1322945 w 1388518"/>
                <a:gd name="connsiteY1132" fmla="*/ 114754 h 654095"/>
                <a:gd name="connsiteX1133" fmla="*/ 1318027 w 1388518"/>
                <a:gd name="connsiteY1133" fmla="*/ 119672 h 654095"/>
                <a:gd name="connsiteX1134" fmla="*/ 1313109 w 1388518"/>
                <a:gd name="connsiteY1134" fmla="*/ 122950 h 654095"/>
                <a:gd name="connsiteX1135" fmla="*/ 1308191 w 1388518"/>
                <a:gd name="connsiteY1135" fmla="*/ 126229 h 654095"/>
                <a:gd name="connsiteX1136" fmla="*/ 1304912 w 1388518"/>
                <a:gd name="connsiteY1136" fmla="*/ 129508 h 654095"/>
                <a:gd name="connsiteX1137" fmla="*/ 1299994 w 1388518"/>
                <a:gd name="connsiteY1137" fmla="*/ 134426 h 654095"/>
                <a:gd name="connsiteX1138" fmla="*/ 1295076 w 1388518"/>
                <a:gd name="connsiteY1138" fmla="*/ 137704 h 654095"/>
                <a:gd name="connsiteX1139" fmla="*/ 1290158 w 1388518"/>
                <a:gd name="connsiteY1139" fmla="*/ 140983 h 654095"/>
                <a:gd name="connsiteX1140" fmla="*/ 1285240 w 1388518"/>
                <a:gd name="connsiteY1140" fmla="*/ 144262 h 654095"/>
                <a:gd name="connsiteX1141" fmla="*/ 1280322 w 1388518"/>
                <a:gd name="connsiteY1141" fmla="*/ 147540 h 654095"/>
                <a:gd name="connsiteX1142" fmla="*/ 1280322 w 1388518"/>
                <a:gd name="connsiteY1142" fmla="*/ 149180 h 654095"/>
                <a:gd name="connsiteX1143" fmla="*/ 1275404 w 1388518"/>
                <a:gd name="connsiteY1143" fmla="*/ 152458 h 654095"/>
                <a:gd name="connsiteX1144" fmla="*/ 1270486 w 1388518"/>
                <a:gd name="connsiteY1144" fmla="*/ 155737 h 654095"/>
                <a:gd name="connsiteX1145" fmla="*/ 1265568 w 1388518"/>
                <a:gd name="connsiteY1145" fmla="*/ 160655 h 654095"/>
                <a:gd name="connsiteX1146" fmla="*/ 1260650 w 1388518"/>
                <a:gd name="connsiteY1146" fmla="*/ 163934 h 654095"/>
                <a:gd name="connsiteX1147" fmla="*/ 1255732 w 1388518"/>
                <a:gd name="connsiteY1147" fmla="*/ 167212 h 654095"/>
                <a:gd name="connsiteX1148" fmla="*/ 1250814 w 1388518"/>
                <a:gd name="connsiteY1148" fmla="*/ 172130 h 654095"/>
                <a:gd name="connsiteX1149" fmla="*/ 1247535 w 1388518"/>
                <a:gd name="connsiteY1149" fmla="*/ 175409 h 654095"/>
                <a:gd name="connsiteX1150" fmla="*/ 1242617 w 1388518"/>
                <a:gd name="connsiteY1150" fmla="*/ 178688 h 654095"/>
                <a:gd name="connsiteX1151" fmla="*/ 1237699 w 1388518"/>
                <a:gd name="connsiteY1151" fmla="*/ 183606 h 654095"/>
                <a:gd name="connsiteX1152" fmla="*/ 1232781 w 1388518"/>
                <a:gd name="connsiteY1152" fmla="*/ 186884 h 654095"/>
                <a:gd name="connsiteX1153" fmla="*/ 1227863 w 1388518"/>
                <a:gd name="connsiteY1153" fmla="*/ 190163 h 654095"/>
                <a:gd name="connsiteX1154" fmla="*/ 1222945 w 1388518"/>
                <a:gd name="connsiteY1154" fmla="*/ 195081 h 654095"/>
                <a:gd name="connsiteX1155" fmla="*/ 1218027 w 1388518"/>
                <a:gd name="connsiteY1155" fmla="*/ 198360 h 654095"/>
                <a:gd name="connsiteX1156" fmla="*/ 1213109 w 1388518"/>
                <a:gd name="connsiteY1156" fmla="*/ 201638 h 654095"/>
                <a:gd name="connsiteX1157" fmla="*/ 1208191 w 1388518"/>
                <a:gd name="connsiteY1157" fmla="*/ 206557 h 654095"/>
                <a:gd name="connsiteX1158" fmla="*/ 1204913 w 1388518"/>
                <a:gd name="connsiteY1158" fmla="*/ 209835 h 654095"/>
                <a:gd name="connsiteX1159" fmla="*/ 1199995 w 1388518"/>
                <a:gd name="connsiteY1159" fmla="*/ 213114 h 654095"/>
                <a:gd name="connsiteX1160" fmla="*/ 1195077 w 1388518"/>
                <a:gd name="connsiteY1160" fmla="*/ 218032 h 654095"/>
                <a:gd name="connsiteX1161" fmla="*/ 1190159 w 1388518"/>
                <a:gd name="connsiteY1161" fmla="*/ 221310 h 654095"/>
                <a:gd name="connsiteX1162" fmla="*/ 1185241 w 1388518"/>
                <a:gd name="connsiteY1162" fmla="*/ 224589 h 654095"/>
                <a:gd name="connsiteX1163" fmla="*/ 1180323 w 1388518"/>
                <a:gd name="connsiteY1163" fmla="*/ 229507 h 654095"/>
                <a:gd name="connsiteX1164" fmla="*/ 1177044 w 1388518"/>
                <a:gd name="connsiteY1164" fmla="*/ 232786 h 654095"/>
                <a:gd name="connsiteX1165" fmla="*/ 1172126 w 1388518"/>
                <a:gd name="connsiteY1165" fmla="*/ 236065 h 654095"/>
                <a:gd name="connsiteX1166" fmla="*/ 1167208 w 1388518"/>
                <a:gd name="connsiteY1166" fmla="*/ 240983 h 654095"/>
                <a:gd name="connsiteX1167" fmla="*/ 1162290 w 1388518"/>
                <a:gd name="connsiteY1167" fmla="*/ 244261 h 654095"/>
                <a:gd name="connsiteX1168" fmla="*/ 1157372 w 1388518"/>
                <a:gd name="connsiteY1168" fmla="*/ 249179 h 654095"/>
                <a:gd name="connsiteX1169" fmla="*/ 1152454 w 1388518"/>
                <a:gd name="connsiteY1169" fmla="*/ 252458 h 654095"/>
                <a:gd name="connsiteX1170" fmla="*/ 1149175 w 1388518"/>
                <a:gd name="connsiteY1170" fmla="*/ 255737 h 654095"/>
                <a:gd name="connsiteX1171" fmla="*/ 1144257 w 1388518"/>
                <a:gd name="connsiteY1171" fmla="*/ 259015 h 654095"/>
                <a:gd name="connsiteX1172" fmla="*/ 1140978 w 1388518"/>
                <a:gd name="connsiteY1172" fmla="*/ 262294 h 654095"/>
                <a:gd name="connsiteX1173" fmla="*/ 1136060 w 1388518"/>
                <a:gd name="connsiteY1173" fmla="*/ 267212 h 654095"/>
                <a:gd name="connsiteX1174" fmla="*/ 1131142 w 1388518"/>
                <a:gd name="connsiteY1174" fmla="*/ 270491 h 654095"/>
                <a:gd name="connsiteX1175" fmla="*/ 1126224 w 1388518"/>
                <a:gd name="connsiteY1175" fmla="*/ 275409 h 654095"/>
                <a:gd name="connsiteX1176" fmla="*/ 1121306 w 1388518"/>
                <a:gd name="connsiteY1176" fmla="*/ 278687 h 654095"/>
                <a:gd name="connsiteX1177" fmla="*/ 1118028 w 1388518"/>
                <a:gd name="connsiteY1177" fmla="*/ 281966 h 654095"/>
                <a:gd name="connsiteX1178" fmla="*/ 1113110 w 1388518"/>
                <a:gd name="connsiteY1178" fmla="*/ 286884 h 654095"/>
                <a:gd name="connsiteX1179" fmla="*/ 1108192 w 1388518"/>
                <a:gd name="connsiteY1179" fmla="*/ 290163 h 654095"/>
                <a:gd name="connsiteX1180" fmla="*/ 1103274 w 1388518"/>
                <a:gd name="connsiteY1180" fmla="*/ 293441 h 654095"/>
                <a:gd name="connsiteX1181" fmla="*/ 1098356 w 1388518"/>
                <a:gd name="connsiteY1181" fmla="*/ 298359 h 654095"/>
                <a:gd name="connsiteX1182" fmla="*/ 1093438 w 1388518"/>
                <a:gd name="connsiteY1182" fmla="*/ 301638 h 654095"/>
                <a:gd name="connsiteX1183" fmla="*/ 1090159 w 1388518"/>
                <a:gd name="connsiteY1183" fmla="*/ 306556 h 654095"/>
                <a:gd name="connsiteX1184" fmla="*/ 1085241 w 1388518"/>
                <a:gd name="connsiteY1184" fmla="*/ 309835 h 654095"/>
                <a:gd name="connsiteX1185" fmla="*/ 1080323 w 1388518"/>
                <a:gd name="connsiteY1185" fmla="*/ 314753 h 654095"/>
                <a:gd name="connsiteX1186" fmla="*/ 1075405 w 1388518"/>
                <a:gd name="connsiteY1186" fmla="*/ 318031 h 654095"/>
                <a:gd name="connsiteX1187" fmla="*/ 1070487 w 1388518"/>
                <a:gd name="connsiteY1187" fmla="*/ 321310 h 654095"/>
                <a:gd name="connsiteX1188" fmla="*/ 1067208 w 1388518"/>
                <a:gd name="connsiteY1188" fmla="*/ 326228 h 654095"/>
                <a:gd name="connsiteX1189" fmla="*/ 1062290 w 1388518"/>
                <a:gd name="connsiteY1189" fmla="*/ 329507 h 654095"/>
                <a:gd name="connsiteX1190" fmla="*/ 1057372 w 1388518"/>
                <a:gd name="connsiteY1190" fmla="*/ 334425 h 654095"/>
                <a:gd name="connsiteX1191" fmla="*/ 1052454 w 1388518"/>
                <a:gd name="connsiteY1191" fmla="*/ 337703 h 654095"/>
                <a:gd name="connsiteX1192" fmla="*/ 1049176 w 1388518"/>
                <a:gd name="connsiteY1192" fmla="*/ 340982 h 654095"/>
                <a:gd name="connsiteX1193" fmla="*/ 1044258 w 1388518"/>
                <a:gd name="connsiteY1193" fmla="*/ 345900 h 654095"/>
                <a:gd name="connsiteX1194" fmla="*/ 1039339 w 1388518"/>
                <a:gd name="connsiteY1194" fmla="*/ 349179 h 654095"/>
                <a:gd name="connsiteX1195" fmla="*/ 1034422 w 1388518"/>
                <a:gd name="connsiteY1195" fmla="*/ 354097 h 654095"/>
                <a:gd name="connsiteX1196" fmla="*/ 1031143 w 1388518"/>
                <a:gd name="connsiteY1196" fmla="*/ 357375 h 654095"/>
                <a:gd name="connsiteX1197" fmla="*/ 1026225 w 1388518"/>
                <a:gd name="connsiteY1197" fmla="*/ 360654 h 654095"/>
                <a:gd name="connsiteX1198" fmla="*/ 1021307 w 1388518"/>
                <a:gd name="connsiteY1198" fmla="*/ 365572 h 654095"/>
                <a:gd name="connsiteX1199" fmla="*/ 1018028 w 1388518"/>
                <a:gd name="connsiteY1199" fmla="*/ 368851 h 654095"/>
                <a:gd name="connsiteX1200" fmla="*/ 1014749 w 1388518"/>
                <a:gd name="connsiteY1200" fmla="*/ 370490 h 654095"/>
                <a:gd name="connsiteX1201" fmla="*/ 1011471 w 1388518"/>
                <a:gd name="connsiteY1201" fmla="*/ 375408 h 654095"/>
                <a:gd name="connsiteX1202" fmla="*/ 1006553 w 1388518"/>
                <a:gd name="connsiteY1202" fmla="*/ 378687 h 654095"/>
                <a:gd name="connsiteX1203" fmla="*/ 1001635 w 1388518"/>
                <a:gd name="connsiteY1203" fmla="*/ 381966 h 654095"/>
                <a:gd name="connsiteX1204" fmla="*/ 998356 w 1388518"/>
                <a:gd name="connsiteY1204" fmla="*/ 386884 h 654095"/>
                <a:gd name="connsiteX1205" fmla="*/ 993438 w 1388518"/>
                <a:gd name="connsiteY1205" fmla="*/ 390162 h 654095"/>
                <a:gd name="connsiteX1206" fmla="*/ 988520 w 1388518"/>
                <a:gd name="connsiteY1206" fmla="*/ 395080 h 654095"/>
                <a:gd name="connsiteX1207" fmla="*/ 983602 w 1388518"/>
                <a:gd name="connsiteY1207" fmla="*/ 398359 h 654095"/>
                <a:gd name="connsiteX1208" fmla="*/ 980323 w 1388518"/>
                <a:gd name="connsiteY1208" fmla="*/ 403277 h 654095"/>
                <a:gd name="connsiteX1209" fmla="*/ 975405 w 1388518"/>
                <a:gd name="connsiteY1209" fmla="*/ 406556 h 654095"/>
                <a:gd name="connsiteX1210" fmla="*/ 970487 w 1388518"/>
                <a:gd name="connsiteY1210" fmla="*/ 411474 h 654095"/>
                <a:gd name="connsiteX1211" fmla="*/ 967209 w 1388518"/>
                <a:gd name="connsiteY1211" fmla="*/ 414752 h 654095"/>
                <a:gd name="connsiteX1212" fmla="*/ 962291 w 1388518"/>
                <a:gd name="connsiteY1212" fmla="*/ 419670 h 654095"/>
                <a:gd name="connsiteX1213" fmla="*/ 957373 w 1388518"/>
                <a:gd name="connsiteY1213" fmla="*/ 422949 h 654095"/>
                <a:gd name="connsiteX1214" fmla="*/ 955733 w 1388518"/>
                <a:gd name="connsiteY1214" fmla="*/ 427867 h 654095"/>
                <a:gd name="connsiteX1215" fmla="*/ 960651 w 1388518"/>
                <a:gd name="connsiteY1215" fmla="*/ 427867 h 654095"/>
                <a:gd name="connsiteX1216" fmla="*/ 963930 w 1388518"/>
                <a:gd name="connsiteY1216" fmla="*/ 429506 h 654095"/>
                <a:gd name="connsiteX1217" fmla="*/ 967209 w 1388518"/>
                <a:gd name="connsiteY1217" fmla="*/ 427867 h 654095"/>
                <a:gd name="connsiteX1218" fmla="*/ 970487 w 1388518"/>
                <a:gd name="connsiteY1218" fmla="*/ 426228 h 654095"/>
                <a:gd name="connsiteX1219" fmla="*/ 975405 w 1388518"/>
                <a:gd name="connsiteY1219" fmla="*/ 429506 h 654095"/>
                <a:gd name="connsiteX1220" fmla="*/ 978684 w 1388518"/>
                <a:gd name="connsiteY1220" fmla="*/ 431146 h 654095"/>
                <a:gd name="connsiteX1221" fmla="*/ 980323 w 1388518"/>
                <a:gd name="connsiteY1221" fmla="*/ 431146 h 654095"/>
                <a:gd name="connsiteX1222" fmla="*/ 985241 w 1388518"/>
                <a:gd name="connsiteY1222" fmla="*/ 429506 h 654095"/>
                <a:gd name="connsiteX1223" fmla="*/ 988520 w 1388518"/>
                <a:gd name="connsiteY1223" fmla="*/ 427867 h 654095"/>
                <a:gd name="connsiteX1224" fmla="*/ 991799 w 1388518"/>
                <a:gd name="connsiteY1224" fmla="*/ 426228 h 654095"/>
                <a:gd name="connsiteX1225" fmla="*/ 996717 w 1388518"/>
                <a:gd name="connsiteY1225" fmla="*/ 424588 h 654095"/>
                <a:gd name="connsiteX1226" fmla="*/ 999996 w 1388518"/>
                <a:gd name="connsiteY1226" fmla="*/ 424588 h 654095"/>
                <a:gd name="connsiteX1227" fmla="*/ 1004913 w 1388518"/>
                <a:gd name="connsiteY1227" fmla="*/ 424588 h 654095"/>
                <a:gd name="connsiteX1228" fmla="*/ 1009831 w 1388518"/>
                <a:gd name="connsiteY1228" fmla="*/ 424588 h 654095"/>
                <a:gd name="connsiteX1229" fmla="*/ 1014749 w 1388518"/>
                <a:gd name="connsiteY1229" fmla="*/ 426228 h 654095"/>
                <a:gd name="connsiteX1230" fmla="*/ 1008192 w 1388518"/>
                <a:gd name="connsiteY1230" fmla="*/ 429506 h 654095"/>
                <a:gd name="connsiteX1231" fmla="*/ 1004913 w 1388518"/>
                <a:gd name="connsiteY1231" fmla="*/ 432785 h 654095"/>
                <a:gd name="connsiteX1232" fmla="*/ 999996 w 1388518"/>
                <a:gd name="connsiteY1232" fmla="*/ 434424 h 654095"/>
                <a:gd name="connsiteX1233" fmla="*/ 999996 w 1388518"/>
                <a:gd name="connsiteY1233" fmla="*/ 439342 h 654095"/>
                <a:gd name="connsiteX1234" fmla="*/ 999996 w 1388518"/>
                <a:gd name="connsiteY1234" fmla="*/ 439342 h 654095"/>
                <a:gd name="connsiteX1235" fmla="*/ 1004913 w 1388518"/>
                <a:gd name="connsiteY1235" fmla="*/ 440982 h 654095"/>
                <a:gd name="connsiteX1236" fmla="*/ 1004913 w 1388518"/>
                <a:gd name="connsiteY1236" fmla="*/ 444260 h 654095"/>
                <a:gd name="connsiteX1237" fmla="*/ 1004913 w 1388518"/>
                <a:gd name="connsiteY1237" fmla="*/ 449178 h 654095"/>
                <a:gd name="connsiteX1238" fmla="*/ 1004913 w 1388518"/>
                <a:gd name="connsiteY1238" fmla="*/ 452457 h 654095"/>
                <a:gd name="connsiteX1239" fmla="*/ 1006553 w 1388518"/>
                <a:gd name="connsiteY1239" fmla="*/ 457375 h 654095"/>
                <a:gd name="connsiteX1240" fmla="*/ 1008192 w 1388518"/>
                <a:gd name="connsiteY1240" fmla="*/ 460654 h 654095"/>
                <a:gd name="connsiteX1241" fmla="*/ 1008192 w 1388518"/>
                <a:gd name="connsiteY1241" fmla="*/ 462293 h 654095"/>
                <a:gd name="connsiteX1242" fmla="*/ 1009831 w 1388518"/>
                <a:gd name="connsiteY1242" fmla="*/ 462293 h 654095"/>
                <a:gd name="connsiteX1243" fmla="*/ 1011471 w 1388518"/>
                <a:gd name="connsiteY1243" fmla="*/ 467211 h 654095"/>
                <a:gd name="connsiteX1244" fmla="*/ 1011471 w 1388518"/>
                <a:gd name="connsiteY1244" fmla="*/ 470490 h 654095"/>
                <a:gd name="connsiteX1245" fmla="*/ 1008192 w 1388518"/>
                <a:gd name="connsiteY1245" fmla="*/ 475408 h 654095"/>
                <a:gd name="connsiteX1246" fmla="*/ 1006553 w 1388518"/>
                <a:gd name="connsiteY1246" fmla="*/ 478686 h 654095"/>
                <a:gd name="connsiteX1247" fmla="*/ 1003274 w 1388518"/>
                <a:gd name="connsiteY1247" fmla="*/ 483604 h 654095"/>
                <a:gd name="connsiteX1248" fmla="*/ 1008192 w 1388518"/>
                <a:gd name="connsiteY1248" fmla="*/ 481965 h 654095"/>
                <a:gd name="connsiteX1249" fmla="*/ 1011471 w 1388518"/>
                <a:gd name="connsiteY1249" fmla="*/ 480326 h 654095"/>
                <a:gd name="connsiteX1250" fmla="*/ 1016389 w 1388518"/>
                <a:gd name="connsiteY1250" fmla="*/ 478686 h 654095"/>
                <a:gd name="connsiteX1251" fmla="*/ 1019667 w 1388518"/>
                <a:gd name="connsiteY1251" fmla="*/ 477047 h 654095"/>
                <a:gd name="connsiteX1252" fmla="*/ 1024586 w 1388518"/>
                <a:gd name="connsiteY1252" fmla="*/ 475408 h 654095"/>
                <a:gd name="connsiteX1253" fmla="*/ 1027864 w 1388518"/>
                <a:gd name="connsiteY1253" fmla="*/ 475408 h 654095"/>
                <a:gd name="connsiteX1254" fmla="*/ 1032782 w 1388518"/>
                <a:gd name="connsiteY1254" fmla="*/ 473768 h 654095"/>
                <a:gd name="connsiteX1255" fmla="*/ 1037700 w 1388518"/>
                <a:gd name="connsiteY1255" fmla="*/ 473768 h 654095"/>
                <a:gd name="connsiteX1256" fmla="*/ 1040979 w 1388518"/>
                <a:gd name="connsiteY1256" fmla="*/ 472129 h 654095"/>
                <a:gd name="connsiteX1257" fmla="*/ 1044258 w 1388518"/>
                <a:gd name="connsiteY1257" fmla="*/ 470490 h 654095"/>
                <a:gd name="connsiteX1258" fmla="*/ 1049176 w 1388518"/>
                <a:gd name="connsiteY1258" fmla="*/ 467211 h 654095"/>
                <a:gd name="connsiteX1259" fmla="*/ 1052454 w 1388518"/>
                <a:gd name="connsiteY1259" fmla="*/ 463932 h 654095"/>
                <a:gd name="connsiteX1260" fmla="*/ 1057372 w 1388518"/>
                <a:gd name="connsiteY1260" fmla="*/ 460654 h 654095"/>
                <a:gd name="connsiteX1261" fmla="*/ 1060651 w 1388518"/>
                <a:gd name="connsiteY1261" fmla="*/ 460654 h 654095"/>
                <a:gd name="connsiteX1262" fmla="*/ 1065569 w 1388518"/>
                <a:gd name="connsiteY1262" fmla="*/ 459014 h 654095"/>
                <a:gd name="connsiteX1263" fmla="*/ 1067208 w 1388518"/>
                <a:gd name="connsiteY1263" fmla="*/ 455736 h 654095"/>
                <a:gd name="connsiteX1264" fmla="*/ 1070487 w 1388518"/>
                <a:gd name="connsiteY1264" fmla="*/ 454096 h 654095"/>
                <a:gd name="connsiteX1265" fmla="*/ 1075405 w 1388518"/>
                <a:gd name="connsiteY1265" fmla="*/ 452457 h 654095"/>
                <a:gd name="connsiteX1266" fmla="*/ 1078684 w 1388518"/>
                <a:gd name="connsiteY1266" fmla="*/ 452457 h 654095"/>
                <a:gd name="connsiteX1267" fmla="*/ 1083602 w 1388518"/>
                <a:gd name="connsiteY1267" fmla="*/ 452457 h 654095"/>
                <a:gd name="connsiteX1268" fmla="*/ 1086880 w 1388518"/>
                <a:gd name="connsiteY1268" fmla="*/ 450818 h 654095"/>
                <a:gd name="connsiteX1269" fmla="*/ 1091798 w 1388518"/>
                <a:gd name="connsiteY1269" fmla="*/ 449178 h 654095"/>
                <a:gd name="connsiteX1270" fmla="*/ 1095077 w 1388518"/>
                <a:gd name="connsiteY1270" fmla="*/ 449178 h 654095"/>
                <a:gd name="connsiteX1271" fmla="*/ 1098356 w 1388518"/>
                <a:gd name="connsiteY1271" fmla="*/ 447539 h 654095"/>
                <a:gd name="connsiteX1272" fmla="*/ 1103274 w 1388518"/>
                <a:gd name="connsiteY1272" fmla="*/ 450818 h 654095"/>
                <a:gd name="connsiteX1273" fmla="*/ 1104913 w 1388518"/>
                <a:gd name="connsiteY1273" fmla="*/ 454096 h 654095"/>
                <a:gd name="connsiteX1274" fmla="*/ 1106552 w 1388518"/>
                <a:gd name="connsiteY1274" fmla="*/ 455736 h 654095"/>
                <a:gd name="connsiteX1275" fmla="*/ 1103274 w 1388518"/>
                <a:gd name="connsiteY1275" fmla="*/ 459014 h 654095"/>
                <a:gd name="connsiteX1276" fmla="*/ 1099995 w 1388518"/>
                <a:gd name="connsiteY1276" fmla="*/ 460654 h 654095"/>
                <a:gd name="connsiteX1277" fmla="*/ 1098356 w 1388518"/>
                <a:gd name="connsiteY1277" fmla="*/ 465572 h 654095"/>
                <a:gd name="connsiteX1278" fmla="*/ 1098356 w 1388518"/>
                <a:gd name="connsiteY1278" fmla="*/ 468850 h 654095"/>
                <a:gd name="connsiteX1279" fmla="*/ 1101634 w 1388518"/>
                <a:gd name="connsiteY1279" fmla="*/ 470490 h 654095"/>
                <a:gd name="connsiteX1280" fmla="*/ 1104913 w 1388518"/>
                <a:gd name="connsiteY1280" fmla="*/ 475408 h 654095"/>
                <a:gd name="connsiteX1281" fmla="*/ 1103274 w 1388518"/>
                <a:gd name="connsiteY1281" fmla="*/ 478686 h 654095"/>
                <a:gd name="connsiteX1282" fmla="*/ 1099995 w 1388518"/>
                <a:gd name="connsiteY1282" fmla="*/ 481965 h 654095"/>
                <a:gd name="connsiteX1283" fmla="*/ 1101634 w 1388518"/>
                <a:gd name="connsiteY1283" fmla="*/ 486883 h 654095"/>
                <a:gd name="connsiteX1284" fmla="*/ 1104913 w 1388518"/>
                <a:gd name="connsiteY1284" fmla="*/ 488522 h 654095"/>
                <a:gd name="connsiteX1285" fmla="*/ 1108192 w 1388518"/>
                <a:gd name="connsiteY1285" fmla="*/ 493440 h 654095"/>
                <a:gd name="connsiteX1286" fmla="*/ 1106552 w 1388518"/>
                <a:gd name="connsiteY1286" fmla="*/ 496719 h 654095"/>
                <a:gd name="connsiteX1287" fmla="*/ 1108192 w 1388518"/>
                <a:gd name="connsiteY1287" fmla="*/ 499998 h 654095"/>
                <a:gd name="connsiteX1288" fmla="*/ 1108192 w 1388518"/>
                <a:gd name="connsiteY1288" fmla="*/ 503276 h 654095"/>
                <a:gd name="connsiteX1289" fmla="*/ 1104913 w 1388518"/>
                <a:gd name="connsiteY1289" fmla="*/ 506555 h 654095"/>
                <a:gd name="connsiteX1290" fmla="*/ 1104913 w 1388518"/>
                <a:gd name="connsiteY1290" fmla="*/ 509834 h 654095"/>
                <a:gd name="connsiteX1291" fmla="*/ 1104913 w 1388518"/>
                <a:gd name="connsiteY1291" fmla="*/ 513112 h 654095"/>
                <a:gd name="connsiteX1292" fmla="*/ 1103274 w 1388518"/>
                <a:gd name="connsiteY1292" fmla="*/ 518031 h 654095"/>
                <a:gd name="connsiteX1293" fmla="*/ 1101634 w 1388518"/>
                <a:gd name="connsiteY1293" fmla="*/ 521309 h 654095"/>
                <a:gd name="connsiteX1294" fmla="*/ 1101634 w 1388518"/>
                <a:gd name="connsiteY1294" fmla="*/ 524588 h 654095"/>
                <a:gd name="connsiteX1295" fmla="*/ 1101634 w 1388518"/>
                <a:gd name="connsiteY1295" fmla="*/ 529506 h 654095"/>
                <a:gd name="connsiteX1296" fmla="*/ 1099995 w 1388518"/>
                <a:gd name="connsiteY1296" fmla="*/ 532784 h 654095"/>
                <a:gd name="connsiteX1297" fmla="*/ 1099995 w 1388518"/>
                <a:gd name="connsiteY1297" fmla="*/ 536063 h 654095"/>
                <a:gd name="connsiteX1298" fmla="*/ 1098356 w 1388518"/>
                <a:gd name="connsiteY1298" fmla="*/ 539342 h 654095"/>
                <a:gd name="connsiteX1299" fmla="*/ 1098356 w 1388518"/>
                <a:gd name="connsiteY1299" fmla="*/ 544260 h 654095"/>
                <a:gd name="connsiteX1300" fmla="*/ 1098356 w 1388518"/>
                <a:gd name="connsiteY1300" fmla="*/ 547539 h 654095"/>
                <a:gd name="connsiteX1301" fmla="*/ 1096716 w 1388518"/>
                <a:gd name="connsiteY1301" fmla="*/ 550817 h 654095"/>
                <a:gd name="connsiteX1302" fmla="*/ 1093438 w 1388518"/>
                <a:gd name="connsiteY1302" fmla="*/ 554096 h 654095"/>
                <a:gd name="connsiteX1303" fmla="*/ 1091798 w 1388518"/>
                <a:gd name="connsiteY1303" fmla="*/ 559014 h 654095"/>
                <a:gd name="connsiteX1304" fmla="*/ 1095077 w 1388518"/>
                <a:gd name="connsiteY1304" fmla="*/ 560653 h 654095"/>
                <a:gd name="connsiteX1305" fmla="*/ 1090159 w 1388518"/>
                <a:gd name="connsiteY1305" fmla="*/ 563932 h 654095"/>
                <a:gd name="connsiteX1306" fmla="*/ 1088520 w 1388518"/>
                <a:gd name="connsiteY1306" fmla="*/ 568850 h 654095"/>
                <a:gd name="connsiteX1307" fmla="*/ 1088520 w 1388518"/>
                <a:gd name="connsiteY1307" fmla="*/ 572129 h 654095"/>
                <a:gd name="connsiteX1308" fmla="*/ 1086880 w 1388518"/>
                <a:gd name="connsiteY1308" fmla="*/ 575407 h 654095"/>
                <a:gd name="connsiteX1309" fmla="*/ 1086880 w 1388518"/>
                <a:gd name="connsiteY1309" fmla="*/ 578686 h 654095"/>
                <a:gd name="connsiteX1310" fmla="*/ 1091798 w 1388518"/>
                <a:gd name="connsiteY1310" fmla="*/ 578686 h 654095"/>
                <a:gd name="connsiteX1311" fmla="*/ 1095077 w 1388518"/>
                <a:gd name="connsiteY1311" fmla="*/ 580325 h 654095"/>
                <a:gd name="connsiteX1312" fmla="*/ 1098356 w 1388518"/>
                <a:gd name="connsiteY1312" fmla="*/ 581965 h 654095"/>
                <a:gd name="connsiteX1313" fmla="*/ 1101634 w 1388518"/>
                <a:gd name="connsiteY1313" fmla="*/ 586883 h 654095"/>
                <a:gd name="connsiteX1314" fmla="*/ 1104913 w 1388518"/>
                <a:gd name="connsiteY1314" fmla="*/ 586883 h 654095"/>
                <a:gd name="connsiteX1315" fmla="*/ 1109831 w 1388518"/>
                <a:gd name="connsiteY1315" fmla="*/ 588522 h 654095"/>
                <a:gd name="connsiteX1316" fmla="*/ 1109831 w 1388518"/>
                <a:gd name="connsiteY1316" fmla="*/ 591801 h 654095"/>
                <a:gd name="connsiteX1317" fmla="*/ 1114749 w 1388518"/>
                <a:gd name="connsiteY1317" fmla="*/ 593440 h 654095"/>
                <a:gd name="connsiteX1318" fmla="*/ 1113110 w 1388518"/>
                <a:gd name="connsiteY1318" fmla="*/ 598358 h 654095"/>
                <a:gd name="connsiteX1319" fmla="*/ 1118028 w 1388518"/>
                <a:gd name="connsiteY1319" fmla="*/ 598358 h 654095"/>
                <a:gd name="connsiteX1320" fmla="*/ 1121306 w 1388518"/>
                <a:gd name="connsiteY1320" fmla="*/ 598358 h 654095"/>
                <a:gd name="connsiteX1321" fmla="*/ 1119667 w 1388518"/>
                <a:gd name="connsiteY1321" fmla="*/ 603276 h 654095"/>
                <a:gd name="connsiteX1322" fmla="*/ 1116388 w 1388518"/>
                <a:gd name="connsiteY1322" fmla="*/ 606555 h 654095"/>
                <a:gd name="connsiteX1323" fmla="*/ 1113110 w 1388518"/>
                <a:gd name="connsiteY1323" fmla="*/ 608194 h 654095"/>
                <a:gd name="connsiteX1324" fmla="*/ 1108192 w 1388518"/>
                <a:gd name="connsiteY1324" fmla="*/ 611473 h 654095"/>
                <a:gd name="connsiteX1325" fmla="*/ 1108192 w 1388518"/>
                <a:gd name="connsiteY1325" fmla="*/ 611473 h 654095"/>
                <a:gd name="connsiteX1326" fmla="*/ 1104913 w 1388518"/>
                <a:gd name="connsiteY1326" fmla="*/ 613112 h 654095"/>
                <a:gd name="connsiteX1327" fmla="*/ 1103274 w 1388518"/>
                <a:gd name="connsiteY1327" fmla="*/ 616391 h 654095"/>
                <a:gd name="connsiteX1328" fmla="*/ 1099995 w 1388518"/>
                <a:gd name="connsiteY1328" fmla="*/ 619669 h 654095"/>
                <a:gd name="connsiteX1329" fmla="*/ 1096716 w 1388518"/>
                <a:gd name="connsiteY1329" fmla="*/ 624587 h 654095"/>
                <a:gd name="connsiteX1330" fmla="*/ 1095077 w 1388518"/>
                <a:gd name="connsiteY1330" fmla="*/ 627866 h 654095"/>
                <a:gd name="connsiteX1331" fmla="*/ 1093438 w 1388518"/>
                <a:gd name="connsiteY1331" fmla="*/ 631145 h 654095"/>
                <a:gd name="connsiteX1332" fmla="*/ 1093438 w 1388518"/>
                <a:gd name="connsiteY1332" fmla="*/ 632784 h 654095"/>
                <a:gd name="connsiteX1333" fmla="*/ 1093438 w 1388518"/>
                <a:gd name="connsiteY1333" fmla="*/ 632784 h 654095"/>
                <a:gd name="connsiteX1334" fmla="*/ 1088520 w 1388518"/>
                <a:gd name="connsiteY1334" fmla="*/ 634423 h 654095"/>
                <a:gd name="connsiteX1335" fmla="*/ 1085241 w 1388518"/>
                <a:gd name="connsiteY1335" fmla="*/ 636063 h 654095"/>
                <a:gd name="connsiteX1336" fmla="*/ 1081962 w 1388518"/>
                <a:gd name="connsiteY1336" fmla="*/ 639341 h 654095"/>
                <a:gd name="connsiteX1337" fmla="*/ 1077044 w 1388518"/>
                <a:gd name="connsiteY1337" fmla="*/ 642620 h 654095"/>
                <a:gd name="connsiteX1338" fmla="*/ 1073766 w 1388518"/>
                <a:gd name="connsiteY1338" fmla="*/ 644259 h 654095"/>
                <a:gd name="connsiteX1339" fmla="*/ 1070487 w 1388518"/>
                <a:gd name="connsiteY1339" fmla="*/ 645899 h 654095"/>
                <a:gd name="connsiteX1340" fmla="*/ 1067208 w 1388518"/>
                <a:gd name="connsiteY1340" fmla="*/ 649177 h 654095"/>
                <a:gd name="connsiteX1341" fmla="*/ 1063930 w 1388518"/>
                <a:gd name="connsiteY1341" fmla="*/ 649177 h 654095"/>
                <a:gd name="connsiteX1342" fmla="*/ 1062290 w 1388518"/>
                <a:gd name="connsiteY1342" fmla="*/ 649177 h 654095"/>
                <a:gd name="connsiteX1343" fmla="*/ 1059012 w 1388518"/>
                <a:gd name="connsiteY1343" fmla="*/ 652456 h 654095"/>
                <a:gd name="connsiteX1344" fmla="*/ 1055733 w 1388518"/>
                <a:gd name="connsiteY1344" fmla="*/ 652456 h 654095"/>
                <a:gd name="connsiteX1345" fmla="*/ 1050815 w 1388518"/>
                <a:gd name="connsiteY1345" fmla="*/ 654096 h 654095"/>
                <a:gd name="connsiteX1346" fmla="*/ 1054094 w 1388518"/>
                <a:gd name="connsiteY1346" fmla="*/ 650817 h 654095"/>
                <a:gd name="connsiteX1347" fmla="*/ 1057372 w 1388518"/>
                <a:gd name="connsiteY1347" fmla="*/ 645899 h 654095"/>
                <a:gd name="connsiteX1348" fmla="*/ 1054094 w 1388518"/>
                <a:gd name="connsiteY1348" fmla="*/ 649177 h 654095"/>
                <a:gd name="connsiteX1349" fmla="*/ 1049176 w 1388518"/>
                <a:gd name="connsiteY1349" fmla="*/ 652456 h 654095"/>
                <a:gd name="connsiteX1350" fmla="*/ 1045897 w 1388518"/>
                <a:gd name="connsiteY1350" fmla="*/ 654096 h 654095"/>
                <a:gd name="connsiteX1351" fmla="*/ 1047536 w 1388518"/>
                <a:gd name="connsiteY1351" fmla="*/ 649177 h 654095"/>
                <a:gd name="connsiteX1352" fmla="*/ 1050815 w 1388518"/>
                <a:gd name="connsiteY1352" fmla="*/ 645899 h 654095"/>
                <a:gd name="connsiteX1353" fmla="*/ 1052454 w 1388518"/>
                <a:gd name="connsiteY1353" fmla="*/ 642620 h 654095"/>
                <a:gd name="connsiteX1354" fmla="*/ 1055733 w 1388518"/>
                <a:gd name="connsiteY1354" fmla="*/ 640981 h 654095"/>
                <a:gd name="connsiteX1355" fmla="*/ 1060651 w 1388518"/>
                <a:gd name="connsiteY1355" fmla="*/ 640981 h 654095"/>
                <a:gd name="connsiteX1356" fmla="*/ 1063930 w 1388518"/>
                <a:gd name="connsiteY1356" fmla="*/ 639341 h 654095"/>
                <a:gd name="connsiteX1357" fmla="*/ 1067208 w 1388518"/>
                <a:gd name="connsiteY1357" fmla="*/ 637702 h 654095"/>
                <a:gd name="connsiteX1358" fmla="*/ 1072126 w 1388518"/>
                <a:gd name="connsiteY1358" fmla="*/ 636063 h 654095"/>
                <a:gd name="connsiteX1359" fmla="*/ 1075405 w 1388518"/>
                <a:gd name="connsiteY1359" fmla="*/ 632784 h 654095"/>
                <a:gd name="connsiteX1360" fmla="*/ 1078684 w 1388518"/>
                <a:gd name="connsiteY1360" fmla="*/ 631145 h 654095"/>
                <a:gd name="connsiteX1361" fmla="*/ 1075405 w 1388518"/>
                <a:gd name="connsiteY1361" fmla="*/ 632784 h 654095"/>
                <a:gd name="connsiteX1362" fmla="*/ 1072126 w 1388518"/>
                <a:gd name="connsiteY1362" fmla="*/ 636063 h 654095"/>
                <a:gd name="connsiteX1363" fmla="*/ 1067208 w 1388518"/>
                <a:gd name="connsiteY1363" fmla="*/ 636063 h 654095"/>
                <a:gd name="connsiteX1364" fmla="*/ 1063930 w 1388518"/>
                <a:gd name="connsiteY1364" fmla="*/ 639341 h 654095"/>
                <a:gd name="connsiteX1365" fmla="*/ 1060651 w 1388518"/>
                <a:gd name="connsiteY1365" fmla="*/ 639341 h 654095"/>
                <a:gd name="connsiteX1366" fmla="*/ 1057372 w 1388518"/>
                <a:gd name="connsiteY1366" fmla="*/ 640981 h 654095"/>
                <a:gd name="connsiteX1367" fmla="*/ 1054094 w 1388518"/>
                <a:gd name="connsiteY1367" fmla="*/ 636063 h 654095"/>
                <a:gd name="connsiteX1368" fmla="*/ 1059012 w 1388518"/>
                <a:gd name="connsiteY1368" fmla="*/ 634423 h 654095"/>
                <a:gd name="connsiteX1369" fmla="*/ 1062290 w 1388518"/>
                <a:gd name="connsiteY1369" fmla="*/ 632784 h 654095"/>
                <a:gd name="connsiteX1370" fmla="*/ 1067208 w 1388518"/>
                <a:gd name="connsiteY1370" fmla="*/ 632784 h 654095"/>
                <a:gd name="connsiteX1371" fmla="*/ 1070487 w 1388518"/>
                <a:gd name="connsiteY1371" fmla="*/ 632784 h 654095"/>
                <a:gd name="connsiteX1372" fmla="*/ 1073766 w 1388518"/>
                <a:gd name="connsiteY1372" fmla="*/ 632784 h 654095"/>
                <a:gd name="connsiteX1373" fmla="*/ 1070487 w 1388518"/>
                <a:gd name="connsiteY1373" fmla="*/ 631145 h 654095"/>
                <a:gd name="connsiteX1374" fmla="*/ 1067208 w 1388518"/>
                <a:gd name="connsiteY1374" fmla="*/ 631145 h 654095"/>
                <a:gd name="connsiteX1375" fmla="*/ 1068848 w 1388518"/>
                <a:gd name="connsiteY1375" fmla="*/ 627866 h 654095"/>
                <a:gd name="connsiteX1376" fmla="*/ 1072126 w 1388518"/>
                <a:gd name="connsiteY1376" fmla="*/ 624587 h 654095"/>
                <a:gd name="connsiteX1377" fmla="*/ 1077044 w 1388518"/>
                <a:gd name="connsiteY1377" fmla="*/ 621309 h 654095"/>
                <a:gd name="connsiteX1378" fmla="*/ 1078684 w 1388518"/>
                <a:gd name="connsiteY1378" fmla="*/ 616391 h 654095"/>
                <a:gd name="connsiteX1379" fmla="*/ 1080323 w 1388518"/>
                <a:gd name="connsiteY1379" fmla="*/ 613112 h 654095"/>
                <a:gd name="connsiteX1380" fmla="*/ 1081962 w 1388518"/>
                <a:gd name="connsiteY1380" fmla="*/ 609833 h 654095"/>
                <a:gd name="connsiteX1381" fmla="*/ 1080323 w 1388518"/>
                <a:gd name="connsiteY1381" fmla="*/ 604915 h 654095"/>
                <a:gd name="connsiteX1382" fmla="*/ 1083602 w 1388518"/>
                <a:gd name="connsiteY1382" fmla="*/ 601637 h 654095"/>
                <a:gd name="connsiteX1383" fmla="*/ 1088520 w 1388518"/>
                <a:gd name="connsiteY1383" fmla="*/ 599997 h 654095"/>
                <a:gd name="connsiteX1384" fmla="*/ 1091798 w 1388518"/>
                <a:gd name="connsiteY1384" fmla="*/ 598358 h 654095"/>
                <a:gd name="connsiteX1385" fmla="*/ 1088520 w 1388518"/>
                <a:gd name="connsiteY1385" fmla="*/ 599997 h 654095"/>
                <a:gd name="connsiteX1386" fmla="*/ 1083602 w 1388518"/>
                <a:gd name="connsiteY1386" fmla="*/ 601637 h 654095"/>
                <a:gd name="connsiteX1387" fmla="*/ 1080323 w 1388518"/>
                <a:gd name="connsiteY1387" fmla="*/ 603276 h 654095"/>
                <a:gd name="connsiteX1388" fmla="*/ 1077044 w 1388518"/>
                <a:gd name="connsiteY1388" fmla="*/ 603276 h 654095"/>
                <a:gd name="connsiteX1389" fmla="*/ 1073766 w 1388518"/>
                <a:gd name="connsiteY1389" fmla="*/ 603276 h 654095"/>
                <a:gd name="connsiteX1390" fmla="*/ 1070487 w 1388518"/>
                <a:gd name="connsiteY1390" fmla="*/ 604915 h 654095"/>
                <a:gd name="connsiteX1391" fmla="*/ 1067208 w 1388518"/>
                <a:gd name="connsiteY1391" fmla="*/ 606555 h 654095"/>
                <a:gd name="connsiteX1392" fmla="*/ 1068848 w 1388518"/>
                <a:gd name="connsiteY1392" fmla="*/ 604915 h 654095"/>
                <a:gd name="connsiteX1393" fmla="*/ 1070487 w 1388518"/>
                <a:gd name="connsiteY1393" fmla="*/ 604915 h 654095"/>
                <a:gd name="connsiteX1394" fmla="*/ 1073766 w 1388518"/>
                <a:gd name="connsiteY1394" fmla="*/ 603276 h 654095"/>
                <a:gd name="connsiteX1395" fmla="*/ 1073766 w 1388518"/>
                <a:gd name="connsiteY1395" fmla="*/ 603276 h 654095"/>
                <a:gd name="connsiteX1396" fmla="*/ 1068848 w 1388518"/>
                <a:gd name="connsiteY1396" fmla="*/ 604915 h 654095"/>
                <a:gd name="connsiteX1397" fmla="*/ 1065569 w 1388518"/>
                <a:gd name="connsiteY1397" fmla="*/ 604915 h 654095"/>
                <a:gd name="connsiteX1398" fmla="*/ 1062290 w 1388518"/>
                <a:gd name="connsiteY1398" fmla="*/ 606555 h 654095"/>
                <a:gd name="connsiteX1399" fmla="*/ 1057372 w 1388518"/>
                <a:gd name="connsiteY1399" fmla="*/ 608194 h 654095"/>
                <a:gd name="connsiteX1400" fmla="*/ 1054094 w 1388518"/>
                <a:gd name="connsiteY1400" fmla="*/ 608194 h 654095"/>
                <a:gd name="connsiteX1401" fmla="*/ 1054094 w 1388518"/>
                <a:gd name="connsiteY1401" fmla="*/ 613112 h 654095"/>
                <a:gd name="connsiteX1402" fmla="*/ 1050815 w 1388518"/>
                <a:gd name="connsiteY1402" fmla="*/ 614751 h 654095"/>
                <a:gd name="connsiteX1403" fmla="*/ 1047536 w 1388518"/>
                <a:gd name="connsiteY1403" fmla="*/ 618030 h 654095"/>
                <a:gd name="connsiteX1404" fmla="*/ 1044258 w 1388518"/>
                <a:gd name="connsiteY1404" fmla="*/ 616391 h 654095"/>
                <a:gd name="connsiteX1405" fmla="*/ 1042618 w 1388518"/>
                <a:gd name="connsiteY1405" fmla="*/ 619669 h 654095"/>
                <a:gd name="connsiteX1406" fmla="*/ 1037700 w 1388518"/>
                <a:gd name="connsiteY1406" fmla="*/ 622948 h 654095"/>
                <a:gd name="connsiteX1407" fmla="*/ 1034422 w 1388518"/>
                <a:gd name="connsiteY1407" fmla="*/ 619669 h 654095"/>
                <a:gd name="connsiteX1408" fmla="*/ 1037700 w 1388518"/>
                <a:gd name="connsiteY1408" fmla="*/ 616391 h 654095"/>
                <a:gd name="connsiteX1409" fmla="*/ 1040979 w 1388518"/>
                <a:gd name="connsiteY1409" fmla="*/ 613112 h 654095"/>
                <a:gd name="connsiteX1410" fmla="*/ 1044258 w 1388518"/>
                <a:gd name="connsiteY1410" fmla="*/ 611473 h 654095"/>
                <a:gd name="connsiteX1411" fmla="*/ 1049176 w 1388518"/>
                <a:gd name="connsiteY1411" fmla="*/ 608194 h 654095"/>
                <a:gd name="connsiteX1412" fmla="*/ 1052454 w 1388518"/>
                <a:gd name="connsiteY1412" fmla="*/ 604915 h 654095"/>
                <a:gd name="connsiteX1413" fmla="*/ 1057372 w 1388518"/>
                <a:gd name="connsiteY1413" fmla="*/ 604915 h 654095"/>
                <a:gd name="connsiteX1414" fmla="*/ 1060651 w 1388518"/>
                <a:gd name="connsiteY1414" fmla="*/ 599997 h 654095"/>
                <a:gd name="connsiteX1415" fmla="*/ 1063930 w 1388518"/>
                <a:gd name="connsiteY1415" fmla="*/ 596719 h 654095"/>
                <a:gd name="connsiteX1416" fmla="*/ 1067208 w 1388518"/>
                <a:gd name="connsiteY1416" fmla="*/ 595079 h 654095"/>
                <a:gd name="connsiteX1417" fmla="*/ 1070487 w 1388518"/>
                <a:gd name="connsiteY1417" fmla="*/ 595079 h 654095"/>
                <a:gd name="connsiteX1418" fmla="*/ 1073766 w 1388518"/>
                <a:gd name="connsiteY1418" fmla="*/ 595079 h 654095"/>
                <a:gd name="connsiteX1419" fmla="*/ 1078684 w 1388518"/>
                <a:gd name="connsiteY1419" fmla="*/ 595079 h 654095"/>
                <a:gd name="connsiteX1420" fmla="*/ 1073766 w 1388518"/>
                <a:gd name="connsiteY1420" fmla="*/ 593440 h 654095"/>
                <a:gd name="connsiteX1421" fmla="*/ 1073766 w 1388518"/>
                <a:gd name="connsiteY1421" fmla="*/ 593440 h 654095"/>
                <a:gd name="connsiteX1422" fmla="*/ 1070487 w 1388518"/>
                <a:gd name="connsiteY1422" fmla="*/ 593440 h 654095"/>
                <a:gd name="connsiteX1423" fmla="*/ 1068848 w 1388518"/>
                <a:gd name="connsiteY1423" fmla="*/ 590161 h 654095"/>
                <a:gd name="connsiteX1424" fmla="*/ 1068848 w 1388518"/>
                <a:gd name="connsiteY1424" fmla="*/ 588522 h 654095"/>
                <a:gd name="connsiteX1425" fmla="*/ 1067208 w 1388518"/>
                <a:gd name="connsiteY1425" fmla="*/ 591801 h 654095"/>
                <a:gd name="connsiteX1426" fmla="*/ 1063930 w 1388518"/>
                <a:gd name="connsiteY1426" fmla="*/ 595079 h 654095"/>
                <a:gd name="connsiteX1427" fmla="*/ 1060651 w 1388518"/>
                <a:gd name="connsiteY1427" fmla="*/ 596719 h 654095"/>
                <a:gd name="connsiteX1428" fmla="*/ 1055733 w 1388518"/>
                <a:gd name="connsiteY1428" fmla="*/ 595079 h 654095"/>
                <a:gd name="connsiteX1429" fmla="*/ 1057372 w 1388518"/>
                <a:gd name="connsiteY1429" fmla="*/ 590161 h 654095"/>
                <a:gd name="connsiteX1430" fmla="*/ 1060651 w 1388518"/>
                <a:gd name="connsiteY1430" fmla="*/ 586883 h 654095"/>
                <a:gd name="connsiteX1431" fmla="*/ 1063930 w 1388518"/>
                <a:gd name="connsiteY1431" fmla="*/ 583604 h 654095"/>
                <a:gd name="connsiteX1432" fmla="*/ 1063930 w 1388518"/>
                <a:gd name="connsiteY1432" fmla="*/ 581965 h 654095"/>
                <a:gd name="connsiteX1433" fmla="*/ 1063930 w 1388518"/>
                <a:gd name="connsiteY1433" fmla="*/ 586883 h 654095"/>
                <a:gd name="connsiteX1434" fmla="*/ 1067208 w 1388518"/>
                <a:gd name="connsiteY1434" fmla="*/ 586883 h 654095"/>
                <a:gd name="connsiteX1435" fmla="*/ 1067208 w 1388518"/>
                <a:gd name="connsiteY1435" fmla="*/ 586883 h 654095"/>
                <a:gd name="connsiteX1436" fmla="*/ 1067208 w 1388518"/>
                <a:gd name="connsiteY1436" fmla="*/ 581965 h 654095"/>
                <a:gd name="connsiteX1437" fmla="*/ 1068848 w 1388518"/>
                <a:gd name="connsiteY1437" fmla="*/ 578686 h 654095"/>
                <a:gd name="connsiteX1438" fmla="*/ 1063930 w 1388518"/>
                <a:gd name="connsiteY1438" fmla="*/ 577046 h 654095"/>
                <a:gd name="connsiteX1439" fmla="*/ 1068848 w 1388518"/>
                <a:gd name="connsiteY1439" fmla="*/ 575407 h 654095"/>
                <a:gd name="connsiteX1440" fmla="*/ 1070487 w 1388518"/>
                <a:gd name="connsiteY1440" fmla="*/ 572129 h 654095"/>
                <a:gd name="connsiteX1441" fmla="*/ 1075405 w 1388518"/>
                <a:gd name="connsiteY1441" fmla="*/ 568850 h 654095"/>
                <a:gd name="connsiteX1442" fmla="*/ 1072126 w 1388518"/>
                <a:gd name="connsiteY1442" fmla="*/ 570489 h 654095"/>
                <a:gd name="connsiteX1443" fmla="*/ 1067208 w 1388518"/>
                <a:gd name="connsiteY1443" fmla="*/ 570489 h 654095"/>
                <a:gd name="connsiteX1444" fmla="*/ 1065569 w 1388518"/>
                <a:gd name="connsiteY1444" fmla="*/ 567211 h 654095"/>
                <a:gd name="connsiteX1445" fmla="*/ 1065569 w 1388518"/>
                <a:gd name="connsiteY1445" fmla="*/ 563932 h 654095"/>
                <a:gd name="connsiteX1446" fmla="*/ 1068848 w 1388518"/>
                <a:gd name="connsiteY1446" fmla="*/ 563932 h 654095"/>
                <a:gd name="connsiteX1447" fmla="*/ 1072126 w 1388518"/>
                <a:gd name="connsiteY1447" fmla="*/ 559014 h 654095"/>
                <a:gd name="connsiteX1448" fmla="*/ 1068848 w 1388518"/>
                <a:gd name="connsiteY1448" fmla="*/ 560653 h 654095"/>
                <a:gd name="connsiteX1449" fmla="*/ 1063930 w 1388518"/>
                <a:gd name="connsiteY1449" fmla="*/ 557374 h 654095"/>
                <a:gd name="connsiteX1450" fmla="*/ 1063930 w 1388518"/>
                <a:gd name="connsiteY1450" fmla="*/ 554096 h 654095"/>
                <a:gd name="connsiteX1451" fmla="*/ 1060651 w 1388518"/>
                <a:gd name="connsiteY1451" fmla="*/ 557374 h 654095"/>
                <a:gd name="connsiteX1452" fmla="*/ 1055733 w 1388518"/>
                <a:gd name="connsiteY1452" fmla="*/ 555735 h 654095"/>
                <a:gd name="connsiteX1453" fmla="*/ 1057372 w 1388518"/>
                <a:gd name="connsiteY1453" fmla="*/ 552456 h 654095"/>
                <a:gd name="connsiteX1454" fmla="*/ 1060651 w 1388518"/>
                <a:gd name="connsiteY1454" fmla="*/ 549178 h 654095"/>
                <a:gd name="connsiteX1455" fmla="*/ 1065569 w 1388518"/>
                <a:gd name="connsiteY1455" fmla="*/ 549178 h 654095"/>
                <a:gd name="connsiteX1456" fmla="*/ 1068848 w 1388518"/>
                <a:gd name="connsiteY1456" fmla="*/ 549178 h 654095"/>
                <a:gd name="connsiteX1457" fmla="*/ 1072126 w 1388518"/>
                <a:gd name="connsiteY1457" fmla="*/ 549178 h 654095"/>
                <a:gd name="connsiteX1458" fmla="*/ 1077044 w 1388518"/>
                <a:gd name="connsiteY1458" fmla="*/ 547539 h 654095"/>
                <a:gd name="connsiteX1459" fmla="*/ 1072126 w 1388518"/>
                <a:gd name="connsiteY1459" fmla="*/ 547539 h 654095"/>
                <a:gd name="connsiteX1460" fmla="*/ 1068848 w 1388518"/>
                <a:gd name="connsiteY1460" fmla="*/ 549178 h 654095"/>
                <a:gd name="connsiteX1461" fmla="*/ 1065569 w 1388518"/>
                <a:gd name="connsiteY1461" fmla="*/ 547539 h 654095"/>
                <a:gd name="connsiteX1462" fmla="*/ 1068848 w 1388518"/>
                <a:gd name="connsiteY1462" fmla="*/ 544260 h 654095"/>
                <a:gd name="connsiteX1463" fmla="*/ 1067208 w 1388518"/>
                <a:gd name="connsiteY1463" fmla="*/ 540981 h 654095"/>
                <a:gd name="connsiteX1464" fmla="*/ 1070487 w 1388518"/>
                <a:gd name="connsiteY1464" fmla="*/ 539342 h 654095"/>
                <a:gd name="connsiteX1465" fmla="*/ 1075405 w 1388518"/>
                <a:gd name="connsiteY1465" fmla="*/ 537703 h 654095"/>
                <a:gd name="connsiteX1466" fmla="*/ 1070487 w 1388518"/>
                <a:gd name="connsiteY1466" fmla="*/ 537703 h 654095"/>
                <a:gd name="connsiteX1467" fmla="*/ 1070487 w 1388518"/>
                <a:gd name="connsiteY1467" fmla="*/ 534424 h 654095"/>
                <a:gd name="connsiteX1468" fmla="*/ 1073766 w 1388518"/>
                <a:gd name="connsiteY1468" fmla="*/ 532784 h 654095"/>
                <a:gd name="connsiteX1469" fmla="*/ 1078684 w 1388518"/>
                <a:gd name="connsiteY1469" fmla="*/ 534424 h 654095"/>
                <a:gd name="connsiteX1470" fmla="*/ 1081962 w 1388518"/>
                <a:gd name="connsiteY1470" fmla="*/ 539342 h 654095"/>
                <a:gd name="connsiteX1471" fmla="*/ 1081962 w 1388518"/>
                <a:gd name="connsiteY1471" fmla="*/ 534424 h 654095"/>
                <a:gd name="connsiteX1472" fmla="*/ 1078684 w 1388518"/>
                <a:gd name="connsiteY1472" fmla="*/ 531145 h 654095"/>
                <a:gd name="connsiteX1473" fmla="*/ 1078684 w 1388518"/>
                <a:gd name="connsiteY1473" fmla="*/ 527866 h 654095"/>
                <a:gd name="connsiteX1474" fmla="*/ 1083602 w 1388518"/>
                <a:gd name="connsiteY1474" fmla="*/ 524588 h 654095"/>
                <a:gd name="connsiteX1475" fmla="*/ 1086880 w 1388518"/>
                <a:gd name="connsiteY1475" fmla="*/ 524588 h 654095"/>
                <a:gd name="connsiteX1476" fmla="*/ 1090159 w 1388518"/>
                <a:gd name="connsiteY1476" fmla="*/ 524588 h 654095"/>
                <a:gd name="connsiteX1477" fmla="*/ 1095077 w 1388518"/>
                <a:gd name="connsiteY1477" fmla="*/ 526227 h 654095"/>
                <a:gd name="connsiteX1478" fmla="*/ 1090159 w 1388518"/>
                <a:gd name="connsiteY1478" fmla="*/ 524588 h 654095"/>
                <a:gd name="connsiteX1479" fmla="*/ 1086880 w 1388518"/>
                <a:gd name="connsiteY1479" fmla="*/ 522949 h 654095"/>
                <a:gd name="connsiteX1480" fmla="*/ 1083602 w 1388518"/>
                <a:gd name="connsiteY1480" fmla="*/ 522949 h 654095"/>
                <a:gd name="connsiteX1481" fmla="*/ 1078684 w 1388518"/>
                <a:gd name="connsiteY1481" fmla="*/ 526227 h 654095"/>
                <a:gd name="connsiteX1482" fmla="*/ 1075405 w 1388518"/>
                <a:gd name="connsiteY1482" fmla="*/ 529506 h 654095"/>
                <a:gd name="connsiteX1483" fmla="*/ 1073766 w 1388518"/>
                <a:gd name="connsiteY1483" fmla="*/ 524588 h 654095"/>
                <a:gd name="connsiteX1484" fmla="*/ 1077044 w 1388518"/>
                <a:gd name="connsiteY1484" fmla="*/ 521309 h 654095"/>
                <a:gd name="connsiteX1485" fmla="*/ 1080323 w 1388518"/>
                <a:gd name="connsiteY1485" fmla="*/ 521309 h 654095"/>
                <a:gd name="connsiteX1486" fmla="*/ 1083602 w 1388518"/>
                <a:gd name="connsiteY1486" fmla="*/ 518031 h 654095"/>
                <a:gd name="connsiteX1487" fmla="*/ 1086880 w 1388518"/>
                <a:gd name="connsiteY1487" fmla="*/ 514752 h 654095"/>
                <a:gd name="connsiteX1488" fmla="*/ 1083602 w 1388518"/>
                <a:gd name="connsiteY1488" fmla="*/ 516391 h 654095"/>
                <a:gd name="connsiteX1489" fmla="*/ 1080323 w 1388518"/>
                <a:gd name="connsiteY1489" fmla="*/ 519670 h 654095"/>
                <a:gd name="connsiteX1490" fmla="*/ 1075405 w 1388518"/>
                <a:gd name="connsiteY1490" fmla="*/ 521309 h 654095"/>
                <a:gd name="connsiteX1491" fmla="*/ 1073766 w 1388518"/>
                <a:gd name="connsiteY1491" fmla="*/ 518031 h 654095"/>
                <a:gd name="connsiteX1492" fmla="*/ 1077044 w 1388518"/>
                <a:gd name="connsiteY1492" fmla="*/ 513112 h 654095"/>
                <a:gd name="connsiteX1493" fmla="*/ 1080323 w 1388518"/>
                <a:gd name="connsiteY1493" fmla="*/ 511473 h 654095"/>
                <a:gd name="connsiteX1494" fmla="*/ 1083602 w 1388518"/>
                <a:gd name="connsiteY1494" fmla="*/ 508194 h 654095"/>
                <a:gd name="connsiteX1495" fmla="*/ 1088520 w 1388518"/>
                <a:gd name="connsiteY1495" fmla="*/ 504916 h 654095"/>
                <a:gd name="connsiteX1496" fmla="*/ 1091798 w 1388518"/>
                <a:gd name="connsiteY1496" fmla="*/ 503276 h 654095"/>
                <a:gd name="connsiteX1497" fmla="*/ 1095077 w 1388518"/>
                <a:gd name="connsiteY1497" fmla="*/ 499998 h 654095"/>
                <a:gd name="connsiteX1498" fmla="*/ 1099995 w 1388518"/>
                <a:gd name="connsiteY1498" fmla="*/ 499998 h 654095"/>
                <a:gd name="connsiteX1499" fmla="*/ 1101634 w 1388518"/>
                <a:gd name="connsiteY1499" fmla="*/ 498359 h 654095"/>
                <a:gd name="connsiteX1500" fmla="*/ 1096716 w 1388518"/>
                <a:gd name="connsiteY1500" fmla="*/ 498359 h 654095"/>
                <a:gd name="connsiteX1501" fmla="*/ 1093438 w 1388518"/>
                <a:gd name="connsiteY1501" fmla="*/ 499998 h 654095"/>
                <a:gd name="connsiteX1502" fmla="*/ 1090159 w 1388518"/>
                <a:gd name="connsiteY1502" fmla="*/ 503276 h 654095"/>
                <a:gd name="connsiteX1503" fmla="*/ 1085241 w 1388518"/>
                <a:gd name="connsiteY1503" fmla="*/ 504916 h 654095"/>
                <a:gd name="connsiteX1504" fmla="*/ 1081962 w 1388518"/>
                <a:gd name="connsiteY1504" fmla="*/ 508194 h 654095"/>
                <a:gd name="connsiteX1505" fmla="*/ 1078684 w 1388518"/>
                <a:gd name="connsiteY1505" fmla="*/ 511473 h 654095"/>
                <a:gd name="connsiteX1506" fmla="*/ 1073766 w 1388518"/>
                <a:gd name="connsiteY1506" fmla="*/ 511473 h 654095"/>
                <a:gd name="connsiteX1507" fmla="*/ 1072126 w 1388518"/>
                <a:gd name="connsiteY1507" fmla="*/ 508194 h 654095"/>
                <a:gd name="connsiteX1508" fmla="*/ 1070487 w 1388518"/>
                <a:gd name="connsiteY1508" fmla="*/ 506555 h 654095"/>
                <a:gd name="connsiteX1509" fmla="*/ 1070487 w 1388518"/>
                <a:gd name="connsiteY1509" fmla="*/ 506555 h 654095"/>
                <a:gd name="connsiteX1510" fmla="*/ 1070487 w 1388518"/>
                <a:gd name="connsiteY1510" fmla="*/ 506555 h 654095"/>
                <a:gd name="connsiteX1511" fmla="*/ 1068848 w 1388518"/>
                <a:gd name="connsiteY1511" fmla="*/ 504916 h 654095"/>
                <a:gd name="connsiteX1512" fmla="*/ 1063930 w 1388518"/>
                <a:gd name="connsiteY1512" fmla="*/ 504916 h 654095"/>
                <a:gd name="connsiteX1513" fmla="*/ 1067208 w 1388518"/>
                <a:gd name="connsiteY1513" fmla="*/ 501637 h 654095"/>
                <a:gd name="connsiteX1514" fmla="*/ 1067208 w 1388518"/>
                <a:gd name="connsiteY1514" fmla="*/ 498359 h 654095"/>
                <a:gd name="connsiteX1515" fmla="*/ 1068848 w 1388518"/>
                <a:gd name="connsiteY1515" fmla="*/ 493440 h 654095"/>
                <a:gd name="connsiteX1516" fmla="*/ 1072126 w 1388518"/>
                <a:gd name="connsiteY1516" fmla="*/ 491801 h 654095"/>
                <a:gd name="connsiteX1517" fmla="*/ 1075405 w 1388518"/>
                <a:gd name="connsiteY1517" fmla="*/ 486883 h 654095"/>
                <a:gd name="connsiteX1518" fmla="*/ 1072126 w 1388518"/>
                <a:gd name="connsiteY1518" fmla="*/ 490162 h 654095"/>
                <a:gd name="connsiteX1519" fmla="*/ 1072126 w 1388518"/>
                <a:gd name="connsiteY1519" fmla="*/ 485244 h 654095"/>
                <a:gd name="connsiteX1520" fmla="*/ 1075405 w 1388518"/>
                <a:gd name="connsiteY1520" fmla="*/ 481965 h 654095"/>
                <a:gd name="connsiteX1521" fmla="*/ 1078684 w 1388518"/>
                <a:gd name="connsiteY1521" fmla="*/ 477047 h 654095"/>
                <a:gd name="connsiteX1522" fmla="*/ 1080323 w 1388518"/>
                <a:gd name="connsiteY1522" fmla="*/ 473768 h 654095"/>
                <a:gd name="connsiteX1523" fmla="*/ 1081962 w 1388518"/>
                <a:gd name="connsiteY1523" fmla="*/ 470490 h 654095"/>
                <a:gd name="connsiteX1524" fmla="*/ 1085241 w 1388518"/>
                <a:gd name="connsiteY1524" fmla="*/ 467211 h 654095"/>
                <a:gd name="connsiteX1525" fmla="*/ 1088520 w 1388518"/>
                <a:gd name="connsiteY1525" fmla="*/ 463932 h 654095"/>
                <a:gd name="connsiteX1526" fmla="*/ 1091798 w 1388518"/>
                <a:gd name="connsiteY1526" fmla="*/ 460654 h 654095"/>
                <a:gd name="connsiteX1527" fmla="*/ 1088520 w 1388518"/>
                <a:gd name="connsiteY1527" fmla="*/ 462293 h 654095"/>
                <a:gd name="connsiteX1528" fmla="*/ 1085241 w 1388518"/>
                <a:gd name="connsiteY1528" fmla="*/ 465572 h 654095"/>
                <a:gd name="connsiteX1529" fmla="*/ 1080323 w 1388518"/>
                <a:gd name="connsiteY1529" fmla="*/ 467211 h 654095"/>
                <a:gd name="connsiteX1530" fmla="*/ 1080323 w 1388518"/>
                <a:gd name="connsiteY1530" fmla="*/ 467211 h 654095"/>
                <a:gd name="connsiteX1531" fmla="*/ 1080323 w 1388518"/>
                <a:gd name="connsiteY1531" fmla="*/ 470490 h 654095"/>
                <a:gd name="connsiteX1532" fmla="*/ 1078684 w 1388518"/>
                <a:gd name="connsiteY1532" fmla="*/ 473768 h 654095"/>
                <a:gd name="connsiteX1533" fmla="*/ 1077044 w 1388518"/>
                <a:gd name="connsiteY1533" fmla="*/ 470490 h 654095"/>
                <a:gd name="connsiteX1534" fmla="*/ 1073766 w 1388518"/>
                <a:gd name="connsiteY1534" fmla="*/ 473768 h 654095"/>
                <a:gd name="connsiteX1535" fmla="*/ 1072126 w 1388518"/>
                <a:gd name="connsiteY1535" fmla="*/ 478686 h 654095"/>
                <a:gd name="connsiteX1536" fmla="*/ 1068848 w 1388518"/>
                <a:gd name="connsiteY1536" fmla="*/ 481965 h 654095"/>
                <a:gd name="connsiteX1537" fmla="*/ 1067208 w 1388518"/>
                <a:gd name="connsiteY1537" fmla="*/ 485244 h 654095"/>
                <a:gd name="connsiteX1538" fmla="*/ 1065569 w 1388518"/>
                <a:gd name="connsiteY1538" fmla="*/ 490162 h 654095"/>
                <a:gd name="connsiteX1539" fmla="*/ 1062290 w 1388518"/>
                <a:gd name="connsiteY1539" fmla="*/ 493440 h 654095"/>
                <a:gd name="connsiteX1540" fmla="*/ 1059012 w 1388518"/>
                <a:gd name="connsiteY1540" fmla="*/ 495080 h 654095"/>
                <a:gd name="connsiteX1541" fmla="*/ 1057372 w 1388518"/>
                <a:gd name="connsiteY1541" fmla="*/ 499998 h 654095"/>
                <a:gd name="connsiteX1542" fmla="*/ 1055733 w 1388518"/>
                <a:gd name="connsiteY1542" fmla="*/ 503276 h 654095"/>
                <a:gd name="connsiteX1543" fmla="*/ 1052454 w 1388518"/>
                <a:gd name="connsiteY1543" fmla="*/ 506555 h 654095"/>
                <a:gd name="connsiteX1544" fmla="*/ 1049176 w 1388518"/>
                <a:gd name="connsiteY1544" fmla="*/ 509834 h 654095"/>
                <a:gd name="connsiteX1545" fmla="*/ 1045897 w 1388518"/>
                <a:gd name="connsiteY1545" fmla="*/ 511473 h 654095"/>
                <a:gd name="connsiteX1546" fmla="*/ 1040979 w 1388518"/>
                <a:gd name="connsiteY1546" fmla="*/ 509834 h 654095"/>
                <a:gd name="connsiteX1547" fmla="*/ 1042618 w 1388518"/>
                <a:gd name="connsiteY1547" fmla="*/ 506555 h 654095"/>
                <a:gd name="connsiteX1548" fmla="*/ 1044258 w 1388518"/>
                <a:gd name="connsiteY1548" fmla="*/ 503276 h 654095"/>
                <a:gd name="connsiteX1549" fmla="*/ 1040979 w 1388518"/>
                <a:gd name="connsiteY1549" fmla="*/ 504916 h 654095"/>
                <a:gd name="connsiteX1550" fmla="*/ 1037700 w 1388518"/>
                <a:gd name="connsiteY1550" fmla="*/ 503276 h 654095"/>
                <a:gd name="connsiteX1551" fmla="*/ 1034422 w 1388518"/>
                <a:gd name="connsiteY1551" fmla="*/ 504916 h 654095"/>
                <a:gd name="connsiteX1552" fmla="*/ 1029503 w 1388518"/>
                <a:gd name="connsiteY1552" fmla="*/ 504916 h 654095"/>
                <a:gd name="connsiteX1553" fmla="*/ 1032782 w 1388518"/>
                <a:gd name="connsiteY1553" fmla="*/ 501637 h 654095"/>
                <a:gd name="connsiteX1554" fmla="*/ 1037700 w 1388518"/>
                <a:gd name="connsiteY1554" fmla="*/ 498359 h 654095"/>
                <a:gd name="connsiteX1555" fmla="*/ 1039339 w 1388518"/>
                <a:gd name="connsiteY1555" fmla="*/ 495080 h 654095"/>
                <a:gd name="connsiteX1556" fmla="*/ 1040979 w 1388518"/>
                <a:gd name="connsiteY1556" fmla="*/ 490162 h 654095"/>
                <a:gd name="connsiteX1557" fmla="*/ 1040979 w 1388518"/>
                <a:gd name="connsiteY1557" fmla="*/ 486883 h 654095"/>
                <a:gd name="connsiteX1558" fmla="*/ 1045897 w 1388518"/>
                <a:gd name="connsiteY1558" fmla="*/ 485244 h 654095"/>
                <a:gd name="connsiteX1559" fmla="*/ 1049176 w 1388518"/>
                <a:gd name="connsiteY1559" fmla="*/ 485244 h 654095"/>
                <a:gd name="connsiteX1560" fmla="*/ 1054094 w 1388518"/>
                <a:gd name="connsiteY1560" fmla="*/ 483604 h 654095"/>
                <a:gd name="connsiteX1561" fmla="*/ 1049176 w 1388518"/>
                <a:gd name="connsiteY1561" fmla="*/ 483604 h 654095"/>
                <a:gd name="connsiteX1562" fmla="*/ 1045897 w 1388518"/>
                <a:gd name="connsiteY1562" fmla="*/ 485244 h 654095"/>
                <a:gd name="connsiteX1563" fmla="*/ 1047536 w 1388518"/>
                <a:gd name="connsiteY1563" fmla="*/ 481965 h 654095"/>
                <a:gd name="connsiteX1564" fmla="*/ 1042618 w 1388518"/>
                <a:gd name="connsiteY1564" fmla="*/ 481965 h 654095"/>
                <a:gd name="connsiteX1565" fmla="*/ 1040979 w 1388518"/>
                <a:gd name="connsiteY1565" fmla="*/ 485244 h 654095"/>
                <a:gd name="connsiteX1566" fmla="*/ 1037700 w 1388518"/>
                <a:gd name="connsiteY1566" fmla="*/ 488522 h 654095"/>
                <a:gd name="connsiteX1567" fmla="*/ 1034422 w 1388518"/>
                <a:gd name="connsiteY1567" fmla="*/ 490162 h 654095"/>
                <a:gd name="connsiteX1568" fmla="*/ 1031143 w 1388518"/>
                <a:gd name="connsiteY1568" fmla="*/ 486883 h 654095"/>
                <a:gd name="connsiteX1569" fmla="*/ 1032782 w 1388518"/>
                <a:gd name="connsiteY1569" fmla="*/ 483604 h 654095"/>
                <a:gd name="connsiteX1570" fmla="*/ 1031143 w 1388518"/>
                <a:gd name="connsiteY1570" fmla="*/ 478686 h 654095"/>
                <a:gd name="connsiteX1571" fmla="*/ 1029503 w 1388518"/>
                <a:gd name="connsiteY1571" fmla="*/ 483604 h 654095"/>
                <a:gd name="connsiteX1572" fmla="*/ 1024586 w 1388518"/>
                <a:gd name="connsiteY1572" fmla="*/ 481965 h 654095"/>
                <a:gd name="connsiteX1573" fmla="*/ 1022946 w 1388518"/>
                <a:gd name="connsiteY1573" fmla="*/ 478686 h 654095"/>
                <a:gd name="connsiteX1574" fmla="*/ 1021307 w 1388518"/>
                <a:gd name="connsiteY1574" fmla="*/ 481965 h 654095"/>
                <a:gd name="connsiteX1575" fmla="*/ 1016389 w 1388518"/>
                <a:gd name="connsiteY1575" fmla="*/ 483604 h 654095"/>
                <a:gd name="connsiteX1576" fmla="*/ 1013110 w 1388518"/>
                <a:gd name="connsiteY1576" fmla="*/ 485244 h 654095"/>
                <a:gd name="connsiteX1577" fmla="*/ 1009831 w 1388518"/>
                <a:gd name="connsiteY1577" fmla="*/ 486883 h 654095"/>
                <a:gd name="connsiteX1578" fmla="*/ 1013110 w 1388518"/>
                <a:gd name="connsiteY1578" fmla="*/ 485244 h 654095"/>
                <a:gd name="connsiteX1579" fmla="*/ 1016389 w 1388518"/>
                <a:gd name="connsiteY1579" fmla="*/ 483604 h 654095"/>
                <a:gd name="connsiteX1580" fmla="*/ 1021307 w 1388518"/>
                <a:gd name="connsiteY1580" fmla="*/ 485244 h 654095"/>
                <a:gd name="connsiteX1581" fmla="*/ 1024586 w 1388518"/>
                <a:gd name="connsiteY1581" fmla="*/ 485244 h 654095"/>
                <a:gd name="connsiteX1582" fmla="*/ 1022946 w 1388518"/>
                <a:gd name="connsiteY1582" fmla="*/ 490162 h 654095"/>
                <a:gd name="connsiteX1583" fmla="*/ 1024586 w 1388518"/>
                <a:gd name="connsiteY1583" fmla="*/ 493440 h 654095"/>
                <a:gd name="connsiteX1584" fmla="*/ 1027864 w 1388518"/>
                <a:gd name="connsiteY1584" fmla="*/ 490162 h 654095"/>
                <a:gd name="connsiteX1585" fmla="*/ 1024586 w 1388518"/>
                <a:gd name="connsiteY1585" fmla="*/ 493440 h 654095"/>
                <a:gd name="connsiteX1586" fmla="*/ 1019667 w 1388518"/>
                <a:gd name="connsiteY1586" fmla="*/ 495080 h 654095"/>
                <a:gd name="connsiteX1587" fmla="*/ 1022946 w 1388518"/>
                <a:gd name="connsiteY1587" fmla="*/ 495080 h 654095"/>
                <a:gd name="connsiteX1588" fmla="*/ 1027864 w 1388518"/>
                <a:gd name="connsiteY1588" fmla="*/ 493440 h 654095"/>
                <a:gd name="connsiteX1589" fmla="*/ 1029503 w 1388518"/>
                <a:gd name="connsiteY1589" fmla="*/ 498359 h 654095"/>
                <a:gd name="connsiteX1590" fmla="*/ 1026225 w 1388518"/>
                <a:gd name="connsiteY1590" fmla="*/ 498359 h 654095"/>
                <a:gd name="connsiteX1591" fmla="*/ 1026225 w 1388518"/>
                <a:gd name="connsiteY1591" fmla="*/ 503276 h 654095"/>
                <a:gd name="connsiteX1592" fmla="*/ 1022946 w 1388518"/>
                <a:gd name="connsiteY1592" fmla="*/ 506555 h 654095"/>
                <a:gd name="connsiteX1593" fmla="*/ 1018028 w 1388518"/>
                <a:gd name="connsiteY1593" fmla="*/ 506555 h 654095"/>
                <a:gd name="connsiteX1594" fmla="*/ 1014749 w 1388518"/>
                <a:gd name="connsiteY1594" fmla="*/ 508194 h 654095"/>
                <a:gd name="connsiteX1595" fmla="*/ 1016389 w 1388518"/>
                <a:gd name="connsiteY1595" fmla="*/ 504916 h 654095"/>
                <a:gd name="connsiteX1596" fmla="*/ 1013110 w 1388518"/>
                <a:gd name="connsiteY1596" fmla="*/ 503276 h 654095"/>
                <a:gd name="connsiteX1597" fmla="*/ 1008192 w 1388518"/>
                <a:gd name="connsiteY1597" fmla="*/ 504916 h 654095"/>
                <a:gd name="connsiteX1598" fmla="*/ 1013110 w 1388518"/>
                <a:gd name="connsiteY1598" fmla="*/ 504916 h 654095"/>
                <a:gd name="connsiteX1599" fmla="*/ 1008192 w 1388518"/>
                <a:gd name="connsiteY1599" fmla="*/ 508194 h 654095"/>
                <a:gd name="connsiteX1600" fmla="*/ 1004913 w 1388518"/>
                <a:gd name="connsiteY1600" fmla="*/ 506555 h 654095"/>
                <a:gd name="connsiteX1601" fmla="*/ 1003274 w 1388518"/>
                <a:gd name="connsiteY1601" fmla="*/ 509834 h 654095"/>
                <a:gd name="connsiteX1602" fmla="*/ 999996 w 1388518"/>
                <a:gd name="connsiteY1602" fmla="*/ 511473 h 654095"/>
                <a:gd name="connsiteX1603" fmla="*/ 998356 w 1388518"/>
                <a:gd name="connsiteY1603" fmla="*/ 511473 h 654095"/>
                <a:gd name="connsiteX1604" fmla="*/ 999996 w 1388518"/>
                <a:gd name="connsiteY1604" fmla="*/ 508194 h 654095"/>
                <a:gd name="connsiteX1605" fmla="*/ 996717 w 1388518"/>
                <a:gd name="connsiteY1605" fmla="*/ 506555 h 654095"/>
                <a:gd name="connsiteX1606" fmla="*/ 991799 w 1388518"/>
                <a:gd name="connsiteY1606" fmla="*/ 504916 h 654095"/>
                <a:gd name="connsiteX1607" fmla="*/ 988520 w 1388518"/>
                <a:gd name="connsiteY1607" fmla="*/ 501637 h 654095"/>
                <a:gd name="connsiteX1608" fmla="*/ 986881 w 1388518"/>
                <a:gd name="connsiteY1608" fmla="*/ 498359 h 654095"/>
                <a:gd name="connsiteX1609" fmla="*/ 990159 w 1388518"/>
                <a:gd name="connsiteY1609" fmla="*/ 495080 h 654095"/>
                <a:gd name="connsiteX1610" fmla="*/ 985241 w 1388518"/>
                <a:gd name="connsiteY1610" fmla="*/ 495080 h 654095"/>
                <a:gd name="connsiteX1611" fmla="*/ 983602 w 1388518"/>
                <a:gd name="connsiteY1611" fmla="*/ 490162 h 654095"/>
                <a:gd name="connsiteX1612" fmla="*/ 983602 w 1388518"/>
                <a:gd name="connsiteY1612" fmla="*/ 486883 h 654095"/>
                <a:gd name="connsiteX1613" fmla="*/ 986881 w 1388518"/>
                <a:gd name="connsiteY1613" fmla="*/ 483604 h 654095"/>
                <a:gd name="connsiteX1614" fmla="*/ 985241 w 1388518"/>
                <a:gd name="connsiteY1614" fmla="*/ 478686 h 654095"/>
                <a:gd name="connsiteX1615" fmla="*/ 980323 w 1388518"/>
                <a:gd name="connsiteY1615" fmla="*/ 477047 h 654095"/>
                <a:gd name="connsiteX1616" fmla="*/ 977045 w 1388518"/>
                <a:gd name="connsiteY1616" fmla="*/ 475408 h 654095"/>
                <a:gd name="connsiteX1617" fmla="*/ 980323 w 1388518"/>
                <a:gd name="connsiteY1617" fmla="*/ 473768 h 654095"/>
                <a:gd name="connsiteX1618" fmla="*/ 983602 w 1388518"/>
                <a:gd name="connsiteY1618" fmla="*/ 472129 h 654095"/>
                <a:gd name="connsiteX1619" fmla="*/ 980323 w 1388518"/>
                <a:gd name="connsiteY1619" fmla="*/ 472129 h 654095"/>
                <a:gd name="connsiteX1620" fmla="*/ 975405 w 1388518"/>
                <a:gd name="connsiteY1620" fmla="*/ 473768 h 654095"/>
                <a:gd name="connsiteX1621" fmla="*/ 975405 w 1388518"/>
                <a:gd name="connsiteY1621" fmla="*/ 473768 h 654095"/>
                <a:gd name="connsiteX1622" fmla="*/ 972127 w 1388518"/>
                <a:gd name="connsiteY1622" fmla="*/ 470490 h 654095"/>
                <a:gd name="connsiteX1623" fmla="*/ 968848 w 1388518"/>
                <a:gd name="connsiteY1623" fmla="*/ 467211 h 654095"/>
                <a:gd name="connsiteX1624" fmla="*/ 967209 w 1388518"/>
                <a:gd name="connsiteY1624" fmla="*/ 463932 h 654095"/>
                <a:gd name="connsiteX1625" fmla="*/ 963930 w 1388518"/>
                <a:gd name="connsiteY1625" fmla="*/ 465572 h 654095"/>
                <a:gd name="connsiteX1626" fmla="*/ 960651 w 1388518"/>
                <a:gd name="connsiteY1626" fmla="*/ 462293 h 654095"/>
                <a:gd name="connsiteX1627" fmla="*/ 957373 w 1388518"/>
                <a:gd name="connsiteY1627" fmla="*/ 459014 h 654095"/>
                <a:gd name="connsiteX1628" fmla="*/ 960651 w 1388518"/>
                <a:gd name="connsiteY1628" fmla="*/ 455736 h 654095"/>
                <a:gd name="connsiteX1629" fmla="*/ 965569 w 1388518"/>
                <a:gd name="connsiteY1629" fmla="*/ 455736 h 654095"/>
                <a:gd name="connsiteX1630" fmla="*/ 968848 w 1388518"/>
                <a:gd name="connsiteY1630" fmla="*/ 452457 h 654095"/>
                <a:gd name="connsiteX1631" fmla="*/ 972127 w 1388518"/>
                <a:gd name="connsiteY1631" fmla="*/ 452457 h 654095"/>
                <a:gd name="connsiteX1632" fmla="*/ 975405 w 1388518"/>
                <a:gd name="connsiteY1632" fmla="*/ 447539 h 654095"/>
                <a:gd name="connsiteX1633" fmla="*/ 977045 w 1388518"/>
                <a:gd name="connsiteY1633" fmla="*/ 444260 h 654095"/>
                <a:gd name="connsiteX1634" fmla="*/ 980323 w 1388518"/>
                <a:gd name="connsiteY1634" fmla="*/ 440982 h 654095"/>
                <a:gd name="connsiteX1635" fmla="*/ 985241 w 1388518"/>
                <a:gd name="connsiteY1635" fmla="*/ 440982 h 654095"/>
                <a:gd name="connsiteX1636" fmla="*/ 986881 w 1388518"/>
                <a:gd name="connsiteY1636" fmla="*/ 444260 h 654095"/>
                <a:gd name="connsiteX1637" fmla="*/ 981963 w 1388518"/>
                <a:gd name="connsiteY1637" fmla="*/ 447539 h 654095"/>
                <a:gd name="connsiteX1638" fmla="*/ 978684 w 1388518"/>
                <a:gd name="connsiteY1638" fmla="*/ 450818 h 654095"/>
                <a:gd name="connsiteX1639" fmla="*/ 977045 w 1388518"/>
                <a:gd name="connsiteY1639" fmla="*/ 454096 h 654095"/>
                <a:gd name="connsiteX1640" fmla="*/ 980323 w 1388518"/>
                <a:gd name="connsiteY1640" fmla="*/ 450818 h 654095"/>
                <a:gd name="connsiteX1641" fmla="*/ 983602 w 1388518"/>
                <a:gd name="connsiteY1641" fmla="*/ 447539 h 654095"/>
                <a:gd name="connsiteX1642" fmla="*/ 988520 w 1388518"/>
                <a:gd name="connsiteY1642" fmla="*/ 445900 h 654095"/>
                <a:gd name="connsiteX1643" fmla="*/ 991799 w 1388518"/>
                <a:gd name="connsiteY1643" fmla="*/ 444260 h 654095"/>
                <a:gd name="connsiteX1644" fmla="*/ 996717 w 1388518"/>
                <a:gd name="connsiteY1644" fmla="*/ 447539 h 654095"/>
                <a:gd name="connsiteX1645" fmla="*/ 991799 w 1388518"/>
                <a:gd name="connsiteY1645" fmla="*/ 444260 h 654095"/>
                <a:gd name="connsiteX1646" fmla="*/ 988520 w 1388518"/>
                <a:gd name="connsiteY1646" fmla="*/ 440982 h 654095"/>
                <a:gd name="connsiteX1647" fmla="*/ 988520 w 1388518"/>
                <a:gd name="connsiteY1647" fmla="*/ 439342 h 654095"/>
                <a:gd name="connsiteX1648" fmla="*/ 985241 w 1388518"/>
                <a:gd name="connsiteY1648" fmla="*/ 437703 h 654095"/>
                <a:gd name="connsiteX1649" fmla="*/ 983602 w 1388518"/>
                <a:gd name="connsiteY1649" fmla="*/ 439342 h 654095"/>
                <a:gd name="connsiteX1650" fmla="*/ 980323 w 1388518"/>
                <a:gd name="connsiteY1650" fmla="*/ 440982 h 654095"/>
                <a:gd name="connsiteX1651" fmla="*/ 977045 w 1388518"/>
                <a:gd name="connsiteY1651" fmla="*/ 442621 h 654095"/>
                <a:gd name="connsiteX1652" fmla="*/ 972127 w 1388518"/>
                <a:gd name="connsiteY1652" fmla="*/ 444260 h 654095"/>
                <a:gd name="connsiteX1653" fmla="*/ 968848 w 1388518"/>
                <a:gd name="connsiteY1653" fmla="*/ 445900 h 654095"/>
                <a:gd name="connsiteX1654" fmla="*/ 965569 w 1388518"/>
                <a:gd name="connsiteY1654" fmla="*/ 447539 h 654095"/>
                <a:gd name="connsiteX1655" fmla="*/ 960651 w 1388518"/>
                <a:gd name="connsiteY1655" fmla="*/ 447539 h 654095"/>
                <a:gd name="connsiteX1656" fmla="*/ 957373 w 1388518"/>
                <a:gd name="connsiteY1656" fmla="*/ 449178 h 654095"/>
                <a:gd name="connsiteX1657" fmla="*/ 954094 w 1388518"/>
                <a:gd name="connsiteY1657" fmla="*/ 449178 h 654095"/>
                <a:gd name="connsiteX1658" fmla="*/ 949176 w 1388518"/>
                <a:gd name="connsiteY1658" fmla="*/ 450818 h 654095"/>
                <a:gd name="connsiteX1659" fmla="*/ 945897 w 1388518"/>
                <a:gd name="connsiteY1659" fmla="*/ 450818 h 654095"/>
                <a:gd name="connsiteX1660" fmla="*/ 942619 w 1388518"/>
                <a:gd name="connsiteY1660" fmla="*/ 450818 h 654095"/>
                <a:gd name="connsiteX1661" fmla="*/ 937701 w 1388518"/>
                <a:gd name="connsiteY1661" fmla="*/ 450818 h 654095"/>
                <a:gd name="connsiteX1662" fmla="*/ 934422 w 1388518"/>
                <a:gd name="connsiteY1662" fmla="*/ 449178 h 654095"/>
                <a:gd name="connsiteX1663" fmla="*/ 931143 w 1388518"/>
                <a:gd name="connsiteY1663" fmla="*/ 447539 h 654095"/>
                <a:gd name="connsiteX1664" fmla="*/ 926225 w 1388518"/>
                <a:gd name="connsiteY1664" fmla="*/ 445900 h 654095"/>
                <a:gd name="connsiteX1665" fmla="*/ 922947 w 1388518"/>
                <a:gd name="connsiteY1665" fmla="*/ 444260 h 654095"/>
                <a:gd name="connsiteX1666" fmla="*/ 927865 w 1388518"/>
                <a:gd name="connsiteY1666" fmla="*/ 440982 h 654095"/>
                <a:gd name="connsiteX1667" fmla="*/ 931143 w 1388518"/>
                <a:gd name="connsiteY1667" fmla="*/ 439342 h 654095"/>
                <a:gd name="connsiteX1668" fmla="*/ 932783 w 1388518"/>
                <a:gd name="connsiteY1668" fmla="*/ 439342 h 654095"/>
                <a:gd name="connsiteX1669" fmla="*/ 932783 w 1388518"/>
                <a:gd name="connsiteY1669" fmla="*/ 434424 h 654095"/>
                <a:gd name="connsiteX1670" fmla="*/ 929504 w 1388518"/>
                <a:gd name="connsiteY1670" fmla="*/ 436064 h 654095"/>
                <a:gd name="connsiteX1671" fmla="*/ 926225 w 1388518"/>
                <a:gd name="connsiteY1671" fmla="*/ 439342 h 654095"/>
                <a:gd name="connsiteX1672" fmla="*/ 924586 w 1388518"/>
                <a:gd name="connsiteY1672" fmla="*/ 439342 h 654095"/>
                <a:gd name="connsiteX1673" fmla="*/ 921307 w 1388518"/>
                <a:gd name="connsiteY1673" fmla="*/ 439342 h 654095"/>
                <a:gd name="connsiteX1674" fmla="*/ 918029 w 1388518"/>
                <a:gd name="connsiteY1674" fmla="*/ 440982 h 654095"/>
                <a:gd name="connsiteX1675" fmla="*/ 914750 w 1388518"/>
                <a:gd name="connsiteY1675" fmla="*/ 439342 h 654095"/>
                <a:gd name="connsiteX1676" fmla="*/ 909832 w 1388518"/>
                <a:gd name="connsiteY1676" fmla="*/ 437703 h 654095"/>
                <a:gd name="connsiteX1677" fmla="*/ 906553 w 1388518"/>
                <a:gd name="connsiteY1677" fmla="*/ 437703 h 654095"/>
                <a:gd name="connsiteX1678" fmla="*/ 903275 w 1388518"/>
                <a:gd name="connsiteY1678" fmla="*/ 436064 h 654095"/>
                <a:gd name="connsiteX1679" fmla="*/ 898357 w 1388518"/>
                <a:gd name="connsiteY1679" fmla="*/ 436064 h 654095"/>
                <a:gd name="connsiteX1680" fmla="*/ 895078 w 1388518"/>
                <a:gd name="connsiteY1680" fmla="*/ 434424 h 654095"/>
                <a:gd name="connsiteX1681" fmla="*/ 890160 w 1388518"/>
                <a:gd name="connsiteY1681" fmla="*/ 434424 h 654095"/>
                <a:gd name="connsiteX1682" fmla="*/ 886881 w 1388518"/>
                <a:gd name="connsiteY1682" fmla="*/ 434424 h 654095"/>
                <a:gd name="connsiteX1683" fmla="*/ 883602 w 1388518"/>
                <a:gd name="connsiteY1683" fmla="*/ 436064 h 654095"/>
                <a:gd name="connsiteX1684" fmla="*/ 880324 w 1388518"/>
                <a:gd name="connsiteY1684" fmla="*/ 436064 h 654095"/>
                <a:gd name="connsiteX1685" fmla="*/ 875406 w 1388518"/>
                <a:gd name="connsiteY1685" fmla="*/ 436064 h 654095"/>
                <a:gd name="connsiteX1686" fmla="*/ 872127 w 1388518"/>
                <a:gd name="connsiteY1686" fmla="*/ 436064 h 654095"/>
                <a:gd name="connsiteX1687" fmla="*/ 868849 w 1388518"/>
                <a:gd name="connsiteY1687" fmla="*/ 436064 h 654095"/>
                <a:gd name="connsiteX1688" fmla="*/ 863931 w 1388518"/>
                <a:gd name="connsiteY1688" fmla="*/ 437703 h 654095"/>
                <a:gd name="connsiteX1689" fmla="*/ 860652 w 1388518"/>
                <a:gd name="connsiteY1689" fmla="*/ 437703 h 654095"/>
                <a:gd name="connsiteX1690" fmla="*/ 857373 w 1388518"/>
                <a:gd name="connsiteY1690" fmla="*/ 437703 h 654095"/>
                <a:gd name="connsiteX1691" fmla="*/ 852455 w 1388518"/>
                <a:gd name="connsiteY1691" fmla="*/ 439342 h 654095"/>
                <a:gd name="connsiteX1692" fmla="*/ 852455 w 1388518"/>
                <a:gd name="connsiteY1692" fmla="*/ 439342 h 654095"/>
                <a:gd name="connsiteX1693" fmla="*/ 849176 w 1388518"/>
                <a:gd name="connsiteY1693" fmla="*/ 439342 h 654095"/>
                <a:gd name="connsiteX1694" fmla="*/ 845898 w 1388518"/>
                <a:gd name="connsiteY1694" fmla="*/ 437703 h 654095"/>
                <a:gd name="connsiteX1695" fmla="*/ 849176 w 1388518"/>
                <a:gd name="connsiteY1695" fmla="*/ 437703 h 654095"/>
                <a:gd name="connsiteX1696" fmla="*/ 847537 w 1388518"/>
                <a:gd name="connsiteY1696" fmla="*/ 434424 h 654095"/>
                <a:gd name="connsiteX1697" fmla="*/ 844259 w 1388518"/>
                <a:gd name="connsiteY1697" fmla="*/ 431146 h 654095"/>
                <a:gd name="connsiteX1698" fmla="*/ 840980 w 1388518"/>
                <a:gd name="connsiteY1698" fmla="*/ 431146 h 654095"/>
                <a:gd name="connsiteX1699" fmla="*/ 837701 w 1388518"/>
                <a:gd name="connsiteY1699" fmla="*/ 427867 h 654095"/>
                <a:gd name="connsiteX1700" fmla="*/ 834422 w 1388518"/>
                <a:gd name="connsiteY1700" fmla="*/ 427867 h 654095"/>
                <a:gd name="connsiteX1701" fmla="*/ 837701 w 1388518"/>
                <a:gd name="connsiteY1701" fmla="*/ 422949 h 654095"/>
                <a:gd name="connsiteX1702" fmla="*/ 840980 w 1388518"/>
                <a:gd name="connsiteY1702" fmla="*/ 421310 h 654095"/>
                <a:gd name="connsiteX1703" fmla="*/ 844259 w 1388518"/>
                <a:gd name="connsiteY1703" fmla="*/ 419670 h 654095"/>
                <a:gd name="connsiteX1704" fmla="*/ 847537 w 1388518"/>
                <a:gd name="connsiteY1704" fmla="*/ 416392 h 654095"/>
                <a:gd name="connsiteX1705" fmla="*/ 852455 w 1388518"/>
                <a:gd name="connsiteY1705" fmla="*/ 414752 h 654095"/>
                <a:gd name="connsiteX1706" fmla="*/ 855734 w 1388518"/>
                <a:gd name="connsiteY1706" fmla="*/ 411474 h 654095"/>
                <a:gd name="connsiteX1707" fmla="*/ 859012 w 1388518"/>
                <a:gd name="connsiteY1707" fmla="*/ 411474 h 654095"/>
                <a:gd name="connsiteX1708" fmla="*/ 860652 w 1388518"/>
                <a:gd name="connsiteY1708" fmla="*/ 409834 h 654095"/>
                <a:gd name="connsiteX1709" fmla="*/ 857373 w 1388518"/>
                <a:gd name="connsiteY1709" fmla="*/ 411474 h 654095"/>
                <a:gd name="connsiteX1710" fmla="*/ 854095 w 1388518"/>
                <a:gd name="connsiteY1710" fmla="*/ 413113 h 654095"/>
                <a:gd name="connsiteX1711" fmla="*/ 850816 w 1388518"/>
                <a:gd name="connsiteY1711" fmla="*/ 413113 h 654095"/>
                <a:gd name="connsiteX1712" fmla="*/ 845898 w 1388518"/>
                <a:gd name="connsiteY1712" fmla="*/ 416392 h 654095"/>
                <a:gd name="connsiteX1713" fmla="*/ 842619 w 1388518"/>
                <a:gd name="connsiteY1713" fmla="*/ 416392 h 654095"/>
                <a:gd name="connsiteX1714" fmla="*/ 837701 w 1388518"/>
                <a:gd name="connsiteY1714" fmla="*/ 418031 h 654095"/>
                <a:gd name="connsiteX1715" fmla="*/ 834422 w 1388518"/>
                <a:gd name="connsiteY1715" fmla="*/ 421310 h 654095"/>
                <a:gd name="connsiteX1716" fmla="*/ 831144 w 1388518"/>
                <a:gd name="connsiteY1716" fmla="*/ 422949 h 654095"/>
                <a:gd name="connsiteX1717" fmla="*/ 827865 w 1388518"/>
                <a:gd name="connsiteY1717" fmla="*/ 424588 h 654095"/>
                <a:gd name="connsiteX1718" fmla="*/ 822947 w 1388518"/>
                <a:gd name="connsiteY1718" fmla="*/ 424588 h 654095"/>
                <a:gd name="connsiteX1719" fmla="*/ 819668 w 1388518"/>
                <a:gd name="connsiteY1719" fmla="*/ 422949 h 654095"/>
                <a:gd name="connsiteX1720" fmla="*/ 816390 w 1388518"/>
                <a:gd name="connsiteY1720" fmla="*/ 419670 h 654095"/>
                <a:gd name="connsiteX1721" fmla="*/ 813111 w 1388518"/>
                <a:gd name="connsiteY1721" fmla="*/ 419670 h 654095"/>
                <a:gd name="connsiteX1722" fmla="*/ 816390 w 1388518"/>
                <a:gd name="connsiteY1722" fmla="*/ 418031 h 654095"/>
                <a:gd name="connsiteX1723" fmla="*/ 819668 w 1388518"/>
                <a:gd name="connsiteY1723" fmla="*/ 416392 h 654095"/>
                <a:gd name="connsiteX1724" fmla="*/ 822947 w 1388518"/>
                <a:gd name="connsiteY1724" fmla="*/ 414752 h 654095"/>
                <a:gd name="connsiteX1725" fmla="*/ 827865 w 1388518"/>
                <a:gd name="connsiteY1725" fmla="*/ 413113 h 654095"/>
                <a:gd name="connsiteX1726" fmla="*/ 822947 w 1388518"/>
                <a:gd name="connsiteY1726" fmla="*/ 413113 h 654095"/>
                <a:gd name="connsiteX1727" fmla="*/ 819668 w 1388518"/>
                <a:gd name="connsiteY1727" fmla="*/ 413113 h 654095"/>
                <a:gd name="connsiteX1728" fmla="*/ 816390 w 1388518"/>
                <a:gd name="connsiteY1728" fmla="*/ 413113 h 654095"/>
                <a:gd name="connsiteX1729" fmla="*/ 819668 w 1388518"/>
                <a:gd name="connsiteY1729" fmla="*/ 411474 h 654095"/>
                <a:gd name="connsiteX1730" fmla="*/ 816390 w 1388518"/>
                <a:gd name="connsiteY1730" fmla="*/ 411474 h 654095"/>
                <a:gd name="connsiteX1731" fmla="*/ 811472 w 1388518"/>
                <a:gd name="connsiteY1731" fmla="*/ 413113 h 654095"/>
                <a:gd name="connsiteX1732" fmla="*/ 808193 w 1388518"/>
                <a:gd name="connsiteY1732" fmla="*/ 413113 h 654095"/>
                <a:gd name="connsiteX1733" fmla="*/ 811472 w 1388518"/>
                <a:gd name="connsiteY1733" fmla="*/ 411474 h 654095"/>
                <a:gd name="connsiteX1734" fmla="*/ 816390 w 1388518"/>
                <a:gd name="connsiteY1734" fmla="*/ 409834 h 654095"/>
                <a:gd name="connsiteX1735" fmla="*/ 819668 w 1388518"/>
                <a:gd name="connsiteY1735" fmla="*/ 409834 h 654095"/>
                <a:gd name="connsiteX1736" fmla="*/ 814750 w 1388518"/>
                <a:gd name="connsiteY1736" fmla="*/ 409834 h 654095"/>
                <a:gd name="connsiteX1737" fmla="*/ 811472 w 1388518"/>
                <a:gd name="connsiteY1737" fmla="*/ 409834 h 654095"/>
                <a:gd name="connsiteX1738" fmla="*/ 808193 w 1388518"/>
                <a:gd name="connsiteY1738" fmla="*/ 409834 h 654095"/>
                <a:gd name="connsiteX1739" fmla="*/ 803275 w 1388518"/>
                <a:gd name="connsiteY1739" fmla="*/ 411474 h 654095"/>
                <a:gd name="connsiteX1740" fmla="*/ 799996 w 1388518"/>
                <a:gd name="connsiteY1740" fmla="*/ 409834 h 654095"/>
                <a:gd name="connsiteX1741" fmla="*/ 803275 w 1388518"/>
                <a:gd name="connsiteY1741" fmla="*/ 408195 h 654095"/>
                <a:gd name="connsiteX1742" fmla="*/ 808193 w 1388518"/>
                <a:gd name="connsiteY1742" fmla="*/ 408195 h 654095"/>
                <a:gd name="connsiteX1743" fmla="*/ 811472 w 1388518"/>
                <a:gd name="connsiteY1743" fmla="*/ 406556 h 654095"/>
                <a:gd name="connsiteX1744" fmla="*/ 816390 w 1388518"/>
                <a:gd name="connsiteY1744" fmla="*/ 406556 h 654095"/>
                <a:gd name="connsiteX1745" fmla="*/ 819668 w 1388518"/>
                <a:gd name="connsiteY1745" fmla="*/ 404916 h 654095"/>
                <a:gd name="connsiteX1746" fmla="*/ 821308 w 1388518"/>
                <a:gd name="connsiteY1746" fmla="*/ 404916 h 654095"/>
                <a:gd name="connsiteX1747" fmla="*/ 818029 w 1388518"/>
                <a:gd name="connsiteY1747" fmla="*/ 403277 h 654095"/>
                <a:gd name="connsiteX1748" fmla="*/ 813111 w 1388518"/>
                <a:gd name="connsiteY1748" fmla="*/ 404916 h 654095"/>
                <a:gd name="connsiteX1749" fmla="*/ 809832 w 1388518"/>
                <a:gd name="connsiteY1749" fmla="*/ 406556 h 654095"/>
                <a:gd name="connsiteX1750" fmla="*/ 806554 w 1388518"/>
                <a:gd name="connsiteY1750" fmla="*/ 404916 h 654095"/>
                <a:gd name="connsiteX1751" fmla="*/ 806554 w 1388518"/>
                <a:gd name="connsiteY1751" fmla="*/ 401637 h 654095"/>
                <a:gd name="connsiteX1752" fmla="*/ 809832 w 1388518"/>
                <a:gd name="connsiteY1752" fmla="*/ 401637 h 654095"/>
                <a:gd name="connsiteX1753" fmla="*/ 813111 w 1388518"/>
                <a:gd name="connsiteY1753" fmla="*/ 398359 h 654095"/>
                <a:gd name="connsiteX1754" fmla="*/ 816390 w 1388518"/>
                <a:gd name="connsiteY1754" fmla="*/ 396720 h 654095"/>
                <a:gd name="connsiteX1755" fmla="*/ 819668 w 1388518"/>
                <a:gd name="connsiteY1755" fmla="*/ 395080 h 654095"/>
                <a:gd name="connsiteX1756" fmla="*/ 824586 w 1388518"/>
                <a:gd name="connsiteY1756" fmla="*/ 395080 h 654095"/>
                <a:gd name="connsiteX1757" fmla="*/ 827865 w 1388518"/>
                <a:gd name="connsiteY1757" fmla="*/ 395080 h 654095"/>
                <a:gd name="connsiteX1758" fmla="*/ 824586 w 1388518"/>
                <a:gd name="connsiteY1758" fmla="*/ 393441 h 654095"/>
                <a:gd name="connsiteX1759" fmla="*/ 819668 w 1388518"/>
                <a:gd name="connsiteY1759" fmla="*/ 393441 h 654095"/>
                <a:gd name="connsiteX1760" fmla="*/ 816390 w 1388518"/>
                <a:gd name="connsiteY1760" fmla="*/ 395080 h 654095"/>
                <a:gd name="connsiteX1761" fmla="*/ 813111 w 1388518"/>
                <a:gd name="connsiteY1761" fmla="*/ 396720 h 654095"/>
                <a:gd name="connsiteX1762" fmla="*/ 808193 w 1388518"/>
                <a:gd name="connsiteY1762" fmla="*/ 396720 h 654095"/>
                <a:gd name="connsiteX1763" fmla="*/ 804914 w 1388518"/>
                <a:gd name="connsiteY1763" fmla="*/ 399998 h 654095"/>
                <a:gd name="connsiteX1764" fmla="*/ 801636 w 1388518"/>
                <a:gd name="connsiteY1764" fmla="*/ 399998 h 654095"/>
                <a:gd name="connsiteX1765" fmla="*/ 796718 w 1388518"/>
                <a:gd name="connsiteY1765" fmla="*/ 398359 h 654095"/>
                <a:gd name="connsiteX1766" fmla="*/ 793439 w 1388518"/>
                <a:gd name="connsiteY1766" fmla="*/ 401637 h 654095"/>
                <a:gd name="connsiteX1767" fmla="*/ 790160 w 1388518"/>
                <a:gd name="connsiteY1767" fmla="*/ 401637 h 654095"/>
                <a:gd name="connsiteX1768" fmla="*/ 785242 w 1388518"/>
                <a:gd name="connsiteY1768" fmla="*/ 403277 h 654095"/>
                <a:gd name="connsiteX1769" fmla="*/ 788521 w 1388518"/>
                <a:gd name="connsiteY1769" fmla="*/ 398359 h 654095"/>
                <a:gd name="connsiteX1770" fmla="*/ 785242 w 1388518"/>
                <a:gd name="connsiteY1770" fmla="*/ 399998 h 654095"/>
                <a:gd name="connsiteX1771" fmla="*/ 781964 w 1388518"/>
                <a:gd name="connsiteY1771" fmla="*/ 403277 h 654095"/>
                <a:gd name="connsiteX1772" fmla="*/ 785242 w 1388518"/>
                <a:gd name="connsiteY1772" fmla="*/ 398359 h 654095"/>
                <a:gd name="connsiteX1773" fmla="*/ 788521 w 1388518"/>
                <a:gd name="connsiteY1773" fmla="*/ 396720 h 654095"/>
                <a:gd name="connsiteX1774" fmla="*/ 793439 w 1388518"/>
                <a:gd name="connsiteY1774" fmla="*/ 391802 h 654095"/>
                <a:gd name="connsiteX1775" fmla="*/ 788521 w 1388518"/>
                <a:gd name="connsiteY1775" fmla="*/ 395080 h 654095"/>
                <a:gd name="connsiteX1776" fmla="*/ 785242 w 1388518"/>
                <a:gd name="connsiteY1776" fmla="*/ 396720 h 654095"/>
                <a:gd name="connsiteX1777" fmla="*/ 780324 w 1388518"/>
                <a:gd name="connsiteY1777" fmla="*/ 399998 h 654095"/>
                <a:gd name="connsiteX1778" fmla="*/ 777046 w 1388518"/>
                <a:gd name="connsiteY1778" fmla="*/ 403277 h 654095"/>
                <a:gd name="connsiteX1779" fmla="*/ 773767 w 1388518"/>
                <a:gd name="connsiteY1779" fmla="*/ 404916 h 654095"/>
                <a:gd name="connsiteX1780" fmla="*/ 777046 w 1388518"/>
                <a:gd name="connsiteY1780" fmla="*/ 401637 h 654095"/>
                <a:gd name="connsiteX1781" fmla="*/ 773767 w 1388518"/>
                <a:gd name="connsiteY1781" fmla="*/ 401637 h 654095"/>
                <a:gd name="connsiteX1782" fmla="*/ 770488 w 1388518"/>
                <a:gd name="connsiteY1782" fmla="*/ 406556 h 654095"/>
                <a:gd name="connsiteX1783" fmla="*/ 767210 w 1388518"/>
                <a:gd name="connsiteY1783" fmla="*/ 401637 h 654095"/>
                <a:gd name="connsiteX1784" fmla="*/ 772128 w 1388518"/>
                <a:gd name="connsiteY1784" fmla="*/ 398359 h 654095"/>
                <a:gd name="connsiteX1785" fmla="*/ 775406 w 1388518"/>
                <a:gd name="connsiteY1785" fmla="*/ 396720 h 654095"/>
                <a:gd name="connsiteX1786" fmla="*/ 778685 w 1388518"/>
                <a:gd name="connsiteY1786" fmla="*/ 395080 h 654095"/>
                <a:gd name="connsiteX1787" fmla="*/ 783603 w 1388518"/>
                <a:gd name="connsiteY1787" fmla="*/ 393441 h 654095"/>
                <a:gd name="connsiteX1788" fmla="*/ 786882 w 1388518"/>
                <a:gd name="connsiteY1788" fmla="*/ 391802 h 654095"/>
                <a:gd name="connsiteX1789" fmla="*/ 790160 w 1388518"/>
                <a:gd name="connsiteY1789" fmla="*/ 388523 h 654095"/>
                <a:gd name="connsiteX1790" fmla="*/ 791800 w 1388518"/>
                <a:gd name="connsiteY1790" fmla="*/ 388523 h 654095"/>
                <a:gd name="connsiteX1791" fmla="*/ 788521 w 1388518"/>
                <a:gd name="connsiteY1791" fmla="*/ 388523 h 654095"/>
                <a:gd name="connsiteX1792" fmla="*/ 783603 w 1388518"/>
                <a:gd name="connsiteY1792" fmla="*/ 391802 h 654095"/>
                <a:gd name="connsiteX1793" fmla="*/ 780324 w 1388518"/>
                <a:gd name="connsiteY1793" fmla="*/ 393441 h 654095"/>
                <a:gd name="connsiteX1794" fmla="*/ 777046 w 1388518"/>
                <a:gd name="connsiteY1794" fmla="*/ 395080 h 654095"/>
                <a:gd name="connsiteX1795" fmla="*/ 772128 w 1388518"/>
                <a:gd name="connsiteY1795" fmla="*/ 396720 h 654095"/>
                <a:gd name="connsiteX1796" fmla="*/ 768849 w 1388518"/>
                <a:gd name="connsiteY1796" fmla="*/ 395080 h 654095"/>
                <a:gd name="connsiteX1797" fmla="*/ 765570 w 1388518"/>
                <a:gd name="connsiteY1797" fmla="*/ 395080 h 654095"/>
                <a:gd name="connsiteX1798" fmla="*/ 760652 w 1388518"/>
                <a:gd name="connsiteY1798" fmla="*/ 396720 h 654095"/>
                <a:gd name="connsiteX1799" fmla="*/ 757374 w 1388518"/>
                <a:gd name="connsiteY1799" fmla="*/ 398359 h 654095"/>
                <a:gd name="connsiteX1800" fmla="*/ 760652 w 1388518"/>
                <a:gd name="connsiteY1800" fmla="*/ 398359 h 654095"/>
                <a:gd name="connsiteX1801" fmla="*/ 765570 w 1388518"/>
                <a:gd name="connsiteY1801" fmla="*/ 396720 h 654095"/>
                <a:gd name="connsiteX1802" fmla="*/ 768849 w 1388518"/>
                <a:gd name="connsiteY1802" fmla="*/ 395080 h 654095"/>
                <a:gd name="connsiteX1803" fmla="*/ 765570 w 1388518"/>
                <a:gd name="connsiteY1803" fmla="*/ 398359 h 654095"/>
                <a:gd name="connsiteX1804" fmla="*/ 760652 w 1388518"/>
                <a:gd name="connsiteY1804" fmla="*/ 399998 h 654095"/>
                <a:gd name="connsiteX1805" fmla="*/ 757374 w 1388518"/>
                <a:gd name="connsiteY1805" fmla="*/ 403277 h 654095"/>
                <a:gd name="connsiteX1806" fmla="*/ 754095 w 1388518"/>
                <a:gd name="connsiteY1806" fmla="*/ 404916 h 654095"/>
                <a:gd name="connsiteX1807" fmla="*/ 750816 w 1388518"/>
                <a:gd name="connsiteY1807" fmla="*/ 406556 h 654095"/>
                <a:gd name="connsiteX1808" fmla="*/ 745898 w 1388518"/>
                <a:gd name="connsiteY1808" fmla="*/ 404916 h 654095"/>
                <a:gd name="connsiteX1809" fmla="*/ 742620 w 1388518"/>
                <a:gd name="connsiteY1809" fmla="*/ 406556 h 654095"/>
                <a:gd name="connsiteX1810" fmla="*/ 745898 w 1388518"/>
                <a:gd name="connsiteY1810" fmla="*/ 406556 h 654095"/>
                <a:gd name="connsiteX1811" fmla="*/ 742620 w 1388518"/>
                <a:gd name="connsiteY1811" fmla="*/ 408195 h 654095"/>
                <a:gd name="connsiteX1812" fmla="*/ 739341 w 1388518"/>
                <a:gd name="connsiteY1812" fmla="*/ 409834 h 654095"/>
                <a:gd name="connsiteX1813" fmla="*/ 734423 w 1388518"/>
                <a:gd name="connsiteY1813" fmla="*/ 411474 h 654095"/>
                <a:gd name="connsiteX1814" fmla="*/ 739341 w 1388518"/>
                <a:gd name="connsiteY1814" fmla="*/ 409834 h 654095"/>
                <a:gd name="connsiteX1815" fmla="*/ 742620 w 1388518"/>
                <a:gd name="connsiteY1815" fmla="*/ 408195 h 654095"/>
                <a:gd name="connsiteX1816" fmla="*/ 745898 w 1388518"/>
                <a:gd name="connsiteY1816" fmla="*/ 408195 h 654095"/>
                <a:gd name="connsiteX1817" fmla="*/ 742620 w 1388518"/>
                <a:gd name="connsiteY1817" fmla="*/ 411474 h 654095"/>
                <a:gd name="connsiteX1818" fmla="*/ 747538 w 1388518"/>
                <a:gd name="connsiteY1818" fmla="*/ 409834 h 654095"/>
                <a:gd name="connsiteX1819" fmla="*/ 750816 w 1388518"/>
                <a:gd name="connsiteY1819" fmla="*/ 408195 h 654095"/>
                <a:gd name="connsiteX1820" fmla="*/ 747538 w 1388518"/>
                <a:gd name="connsiteY1820" fmla="*/ 413113 h 654095"/>
                <a:gd name="connsiteX1821" fmla="*/ 744259 w 1388518"/>
                <a:gd name="connsiteY1821" fmla="*/ 414752 h 654095"/>
                <a:gd name="connsiteX1822" fmla="*/ 740980 w 1388518"/>
                <a:gd name="connsiteY1822" fmla="*/ 416392 h 654095"/>
                <a:gd name="connsiteX1823" fmla="*/ 736062 w 1388518"/>
                <a:gd name="connsiteY1823" fmla="*/ 416392 h 654095"/>
                <a:gd name="connsiteX1824" fmla="*/ 732784 w 1388518"/>
                <a:gd name="connsiteY1824" fmla="*/ 416392 h 654095"/>
                <a:gd name="connsiteX1825" fmla="*/ 729505 w 1388518"/>
                <a:gd name="connsiteY1825" fmla="*/ 418031 h 654095"/>
                <a:gd name="connsiteX1826" fmla="*/ 726226 w 1388518"/>
                <a:gd name="connsiteY1826" fmla="*/ 419670 h 654095"/>
                <a:gd name="connsiteX1827" fmla="*/ 729505 w 1388518"/>
                <a:gd name="connsiteY1827" fmla="*/ 419670 h 654095"/>
                <a:gd name="connsiteX1828" fmla="*/ 732784 w 1388518"/>
                <a:gd name="connsiteY1828" fmla="*/ 418031 h 654095"/>
                <a:gd name="connsiteX1829" fmla="*/ 736062 w 1388518"/>
                <a:gd name="connsiteY1829" fmla="*/ 418031 h 654095"/>
                <a:gd name="connsiteX1830" fmla="*/ 740980 w 1388518"/>
                <a:gd name="connsiteY1830" fmla="*/ 419670 h 654095"/>
                <a:gd name="connsiteX1831" fmla="*/ 744259 w 1388518"/>
                <a:gd name="connsiteY1831" fmla="*/ 416392 h 654095"/>
                <a:gd name="connsiteX1832" fmla="*/ 747538 w 1388518"/>
                <a:gd name="connsiteY1832" fmla="*/ 414752 h 654095"/>
                <a:gd name="connsiteX1833" fmla="*/ 747538 w 1388518"/>
                <a:gd name="connsiteY1833" fmla="*/ 419670 h 654095"/>
                <a:gd name="connsiteX1834" fmla="*/ 744259 w 1388518"/>
                <a:gd name="connsiteY1834" fmla="*/ 421310 h 654095"/>
                <a:gd name="connsiteX1835" fmla="*/ 740980 w 1388518"/>
                <a:gd name="connsiteY1835" fmla="*/ 422949 h 654095"/>
                <a:gd name="connsiteX1836" fmla="*/ 736062 w 1388518"/>
                <a:gd name="connsiteY1836" fmla="*/ 424588 h 654095"/>
                <a:gd name="connsiteX1837" fmla="*/ 732784 w 1388518"/>
                <a:gd name="connsiteY1837" fmla="*/ 424588 h 654095"/>
                <a:gd name="connsiteX1838" fmla="*/ 729505 w 1388518"/>
                <a:gd name="connsiteY1838" fmla="*/ 427867 h 654095"/>
                <a:gd name="connsiteX1839" fmla="*/ 726226 w 1388518"/>
                <a:gd name="connsiteY1839" fmla="*/ 427867 h 654095"/>
                <a:gd name="connsiteX1840" fmla="*/ 721308 w 1388518"/>
                <a:gd name="connsiteY1840" fmla="*/ 431146 h 654095"/>
                <a:gd name="connsiteX1841" fmla="*/ 726226 w 1388518"/>
                <a:gd name="connsiteY1841" fmla="*/ 429506 h 654095"/>
                <a:gd name="connsiteX1842" fmla="*/ 729505 w 1388518"/>
                <a:gd name="connsiteY1842" fmla="*/ 427867 h 654095"/>
                <a:gd name="connsiteX1843" fmla="*/ 726226 w 1388518"/>
                <a:gd name="connsiteY1843" fmla="*/ 432785 h 654095"/>
                <a:gd name="connsiteX1844" fmla="*/ 729505 w 1388518"/>
                <a:gd name="connsiteY1844" fmla="*/ 431146 h 654095"/>
                <a:gd name="connsiteX1845" fmla="*/ 724587 w 1388518"/>
                <a:gd name="connsiteY1845" fmla="*/ 432785 h 654095"/>
                <a:gd name="connsiteX1846" fmla="*/ 721308 w 1388518"/>
                <a:gd name="connsiteY1846" fmla="*/ 434424 h 654095"/>
                <a:gd name="connsiteX1847" fmla="*/ 718030 w 1388518"/>
                <a:gd name="connsiteY1847" fmla="*/ 434424 h 654095"/>
                <a:gd name="connsiteX1848" fmla="*/ 713112 w 1388518"/>
                <a:gd name="connsiteY1848" fmla="*/ 437703 h 654095"/>
                <a:gd name="connsiteX1849" fmla="*/ 711472 w 1388518"/>
                <a:gd name="connsiteY1849" fmla="*/ 439342 h 654095"/>
                <a:gd name="connsiteX1850" fmla="*/ 709833 w 1388518"/>
                <a:gd name="connsiteY1850" fmla="*/ 439342 h 654095"/>
                <a:gd name="connsiteX1851" fmla="*/ 708194 w 1388518"/>
                <a:gd name="connsiteY1851" fmla="*/ 439342 h 654095"/>
                <a:gd name="connsiteX1852" fmla="*/ 704915 w 1388518"/>
                <a:gd name="connsiteY1852" fmla="*/ 440982 h 654095"/>
                <a:gd name="connsiteX1853" fmla="*/ 699997 w 1388518"/>
                <a:gd name="connsiteY1853" fmla="*/ 442621 h 654095"/>
                <a:gd name="connsiteX1854" fmla="*/ 696718 w 1388518"/>
                <a:gd name="connsiteY1854" fmla="*/ 440982 h 654095"/>
                <a:gd name="connsiteX1855" fmla="*/ 693439 w 1388518"/>
                <a:gd name="connsiteY1855" fmla="*/ 440982 h 654095"/>
                <a:gd name="connsiteX1856" fmla="*/ 688522 w 1388518"/>
                <a:gd name="connsiteY1856" fmla="*/ 439342 h 654095"/>
                <a:gd name="connsiteX1857" fmla="*/ 690161 w 1388518"/>
                <a:gd name="connsiteY1857" fmla="*/ 439342 h 654095"/>
                <a:gd name="connsiteX1858" fmla="*/ 693439 w 1388518"/>
                <a:gd name="connsiteY1858" fmla="*/ 437703 h 654095"/>
                <a:gd name="connsiteX1859" fmla="*/ 690161 w 1388518"/>
                <a:gd name="connsiteY1859" fmla="*/ 437703 h 654095"/>
                <a:gd name="connsiteX1860" fmla="*/ 686882 w 1388518"/>
                <a:gd name="connsiteY1860" fmla="*/ 439342 h 654095"/>
                <a:gd name="connsiteX1861" fmla="*/ 683603 w 1388518"/>
                <a:gd name="connsiteY1861" fmla="*/ 440982 h 654095"/>
                <a:gd name="connsiteX1862" fmla="*/ 680325 w 1388518"/>
                <a:gd name="connsiteY1862" fmla="*/ 444260 h 654095"/>
                <a:gd name="connsiteX1863" fmla="*/ 683603 w 1388518"/>
                <a:gd name="connsiteY1863" fmla="*/ 440982 h 654095"/>
                <a:gd name="connsiteX1864" fmla="*/ 683603 w 1388518"/>
                <a:gd name="connsiteY1864" fmla="*/ 439342 h 654095"/>
                <a:gd name="connsiteX1865" fmla="*/ 686882 w 1388518"/>
                <a:gd name="connsiteY1865" fmla="*/ 434424 h 654095"/>
                <a:gd name="connsiteX1866" fmla="*/ 683603 w 1388518"/>
                <a:gd name="connsiteY1866" fmla="*/ 436064 h 654095"/>
                <a:gd name="connsiteX1867" fmla="*/ 681964 w 1388518"/>
                <a:gd name="connsiteY1867" fmla="*/ 439342 h 654095"/>
                <a:gd name="connsiteX1868" fmla="*/ 677046 w 1388518"/>
                <a:gd name="connsiteY1868" fmla="*/ 440982 h 654095"/>
                <a:gd name="connsiteX1869" fmla="*/ 673767 w 1388518"/>
                <a:gd name="connsiteY1869" fmla="*/ 440982 h 654095"/>
                <a:gd name="connsiteX1870" fmla="*/ 670489 w 1388518"/>
                <a:gd name="connsiteY1870" fmla="*/ 444260 h 654095"/>
                <a:gd name="connsiteX1871" fmla="*/ 665571 w 1388518"/>
                <a:gd name="connsiteY1871" fmla="*/ 445900 h 654095"/>
                <a:gd name="connsiteX1872" fmla="*/ 665571 w 1388518"/>
                <a:gd name="connsiteY1872" fmla="*/ 449178 h 654095"/>
                <a:gd name="connsiteX1873" fmla="*/ 665571 w 1388518"/>
                <a:gd name="connsiteY1873" fmla="*/ 445900 h 654095"/>
                <a:gd name="connsiteX1874" fmla="*/ 668849 w 1388518"/>
                <a:gd name="connsiteY1874" fmla="*/ 442621 h 654095"/>
                <a:gd name="connsiteX1875" fmla="*/ 665571 w 1388518"/>
                <a:gd name="connsiteY1875" fmla="*/ 444260 h 654095"/>
                <a:gd name="connsiteX1876" fmla="*/ 660653 w 1388518"/>
                <a:gd name="connsiteY1876" fmla="*/ 444260 h 654095"/>
                <a:gd name="connsiteX1877" fmla="*/ 659013 w 1388518"/>
                <a:gd name="connsiteY1877" fmla="*/ 449178 h 654095"/>
                <a:gd name="connsiteX1878" fmla="*/ 655735 w 1388518"/>
                <a:gd name="connsiteY1878" fmla="*/ 452457 h 654095"/>
                <a:gd name="connsiteX1879" fmla="*/ 654095 w 1388518"/>
                <a:gd name="connsiteY1879" fmla="*/ 449178 h 654095"/>
                <a:gd name="connsiteX1880" fmla="*/ 652456 w 1388518"/>
                <a:gd name="connsiteY1880" fmla="*/ 447539 h 654095"/>
                <a:gd name="connsiteX1881" fmla="*/ 650817 w 1388518"/>
                <a:gd name="connsiteY1881" fmla="*/ 449178 h 654095"/>
                <a:gd name="connsiteX1882" fmla="*/ 649177 w 1388518"/>
                <a:gd name="connsiteY1882" fmla="*/ 452457 h 654095"/>
                <a:gd name="connsiteX1883" fmla="*/ 645899 w 1388518"/>
                <a:gd name="connsiteY1883" fmla="*/ 454096 h 654095"/>
                <a:gd name="connsiteX1884" fmla="*/ 642620 w 1388518"/>
                <a:gd name="connsiteY1884" fmla="*/ 454096 h 654095"/>
                <a:gd name="connsiteX1885" fmla="*/ 637702 w 1388518"/>
                <a:gd name="connsiteY1885" fmla="*/ 455736 h 654095"/>
                <a:gd name="connsiteX1886" fmla="*/ 634423 w 1388518"/>
                <a:gd name="connsiteY1886" fmla="*/ 459014 h 654095"/>
                <a:gd name="connsiteX1887" fmla="*/ 629505 w 1388518"/>
                <a:gd name="connsiteY1887" fmla="*/ 459014 h 654095"/>
                <a:gd name="connsiteX1888" fmla="*/ 626227 w 1388518"/>
                <a:gd name="connsiteY1888" fmla="*/ 460654 h 654095"/>
                <a:gd name="connsiteX1889" fmla="*/ 631145 w 1388518"/>
                <a:gd name="connsiteY1889" fmla="*/ 457375 h 654095"/>
                <a:gd name="connsiteX1890" fmla="*/ 634423 w 1388518"/>
                <a:gd name="connsiteY1890" fmla="*/ 455736 h 654095"/>
                <a:gd name="connsiteX1891" fmla="*/ 637702 w 1388518"/>
                <a:gd name="connsiteY1891" fmla="*/ 454096 h 654095"/>
                <a:gd name="connsiteX1892" fmla="*/ 640981 w 1388518"/>
                <a:gd name="connsiteY1892" fmla="*/ 450818 h 654095"/>
                <a:gd name="connsiteX1893" fmla="*/ 637702 w 1388518"/>
                <a:gd name="connsiteY1893" fmla="*/ 452457 h 654095"/>
                <a:gd name="connsiteX1894" fmla="*/ 634423 w 1388518"/>
                <a:gd name="connsiteY1894" fmla="*/ 455736 h 654095"/>
                <a:gd name="connsiteX1895" fmla="*/ 629505 w 1388518"/>
                <a:gd name="connsiteY1895" fmla="*/ 455736 h 654095"/>
                <a:gd name="connsiteX1896" fmla="*/ 626227 w 1388518"/>
                <a:gd name="connsiteY1896" fmla="*/ 459014 h 654095"/>
                <a:gd name="connsiteX1897" fmla="*/ 622948 w 1388518"/>
                <a:gd name="connsiteY1897" fmla="*/ 460654 h 654095"/>
                <a:gd name="connsiteX1898" fmla="*/ 626227 w 1388518"/>
                <a:gd name="connsiteY1898" fmla="*/ 457375 h 654095"/>
                <a:gd name="connsiteX1899" fmla="*/ 621309 w 1388518"/>
                <a:gd name="connsiteY1899" fmla="*/ 457375 h 654095"/>
                <a:gd name="connsiteX1900" fmla="*/ 618030 w 1388518"/>
                <a:gd name="connsiteY1900" fmla="*/ 460654 h 654095"/>
                <a:gd name="connsiteX1901" fmla="*/ 614751 w 1388518"/>
                <a:gd name="connsiteY1901" fmla="*/ 462293 h 654095"/>
                <a:gd name="connsiteX1902" fmla="*/ 609833 w 1388518"/>
                <a:gd name="connsiteY1902" fmla="*/ 463932 h 654095"/>
                <a:gd name="connsiteX1903" fmla="*/ 606555 w 1388518"/>
                <a:gd name="connsiteY1903" fmla="*/ 465572 h 654095"/>
                <a:gd name="connsiteX1904" fmla="*/ 603276 w 1388518"/>
                <a:gd name="connsiteY1904" fmla="*/ 465572 h 654095"/>
                <a:gd name="connsiteX1905" fmla="*/ 598358 w 1388518"/>
                <a:gd name="connsiteY1905" fmla="*/ 470490 h 654095"/>
                <a:gd name="connsiteX1906" fmla="*/ 595079 w 1388518"/>
                <a:gd name="connsiteY1906" fmla="*/ 467211 h 654095"/>
                <a:gd name="connsiteX1907" fmla="*/ 591801 w 1388518"/>
                <a:gd name="connsiteY1907" fmla="*/ 467211 h 654095"/>
                <a:gd name="connsiteX1908" fmla="*/ 591801 w 1388518"/>
                <a:gd name="connsiteY1908" fmla="*/ 470490 h 654095"/>
                <a:gd name="connsiteX1909" fmla="*/ 588522 w 1388518"/>
                <a:gd name="connsiteY1909" fmla="*/ 470490 h 654095"/>
                <a:gd name="connsiteX1910" fmla="*/ 585243 w 1388518"/>
                <a:gd name="connsiteY1910" fmla="*/ 468850 h 654095"/>
                <a:gd name="connsiteX1911" fmla="*/ 580325 w 1388518"/>
                <a:gd name="connsiteY1911" fmla="*/ 470490 h 654095"/>
                <a:gd name="connsiteX1912" fmla="*/ 577047 w 1388518"/>
                <a:gd name="connsiteY1912" fmla="*/ 472129 h 654095"/>
                <a:gd name="connsiteX1913" fmla="*/ 572129 w 1388518"/>
                <a:gd name="connsiteY1913" fmla="*/ 472129 h 654095"/>
                <a:gd name="connsiteX1914" fmla="*/ 568850 w 1388518"/>
                <a:gd name="connsiteY1914" fmla="*/ 470490 h 654095"/>
                <a:gd name="connsiteX1915" fmla="*/ 568850 w 1388518"/>
                <a:gd name="connsiteY1915" fmla="*/ 467211 h 654095"/>
                <a:gd name="connsiteX1916" fmla="*/ 572129 w 1388518"/>
                <a:gd name="connsiteY1916" fmla="*/ 465572 h 654095"/>
                <a:gd name="connsiteX1917" fmla="*/ 577047 w 1388518"/>
                <a:gd name="connsiteY1917" fmla="*/ 465572 h 654095"/>
                <a:gd name="connsiteX1918" fmla="*/ 580325 w 1388518"/>
                <a:gd name="connsiteY1918" fmla="*/ 462293 h 654095"/>
                <a:gd name="connsiteX1919" fmla="*/ 583604 w 1388518"/>
                <a:gd name="connsiteY1919" fmla="*/ 460654 h 654095"/>
                <a:gd name="connsiteX1920" fmla="*/ 588522 w 1388518"/>
                <a:gd name="connsiteY1920" fmla="*/ 460654 h 654095"/>
                <a:gd name="connsiteX1921" fmla="*/ 591801 w 1388518"/>
                <a:gd name="connsiteY1921" fmla="*/ 460654 h 654095"/>
                <a:gd name="connsiteX1922" fmla="*/ 595079 w 1388518"/>
                <a:gd name="connsiteY1922" fmla="*/ 459014 h 654095"/>
                <a:gd name="connsiteX1923" fmla="*/ 599997 w 1388518"/>
                <a:gd name="connsiteY1923" fmla="*/ 457375 h 654095"/>
                <a:gd name="connsiteX1924" fmla="*/ 603276 w 1388518"/>
                <a:gd name="connsiteY1924" fmla="*/ 455736 h 654095"/>
                <a:gd name="connsiteX1925" fmla="*/ 606555 w 1388518"/>
                <a:gd name="connsiteY1925" fmla="*/ 455736 h 654095"/>
                <a:gd name="connsiteX1926" fmla="*/ 611473 w 1388518"/>
                <a:gd name="connsiteY1926" fmla="*/ 452457 h 654095"/>
                <a:gd name="connsiteX1927" fmla="*/ 614751 w 1388518"/>
                <a:gd name="connsiteY1927" fmla="*/ 450818 h 654095"/>
                <a:gd name="connsiteX1928" fmla="*/ 619669 w 1388518"/>
                <a:gd name="connsiteY1928" fmla="*/ 449178 h 654095"/>
                <a:gd name="connsiteX1929" fmla="*/ 614751 w 1388518"/>
                <a:gd name="connsiteY1929" fmla="*/ 449178 h 654095"/>
                <a:gd name="connsiteX1930" fmla="*/ 611473 w 1388518"/>
                <a:gd name="connsiteY1930" fmla="*/ 450818 h 654095"/>
                <a:gd name="connsiteX1931" fmla="*/ 608194 w 1388518"/>
                <a:gd name="connsiteY1931" fmla="*/ 450818 h 654095"/>
                <a:gd name="connsiteX1932" fmla="*/ 603276 w 1388518"/>
                <a:gd name="connsiteY1932" fmla="*/ 452457 h 654095"/>
                <a:gd name="connsiteX1933" fmla="*/ 599997 w 1388518"/>
                <a:gd name="connsiteY1933" fmla="*/ 454096 h 654095"/>
                <a:gd name="connsiteX1934" fmla="*/ 596719 w 1388518"/>
                <a:gd name="connsiteY1934" fmla="*/ 452457 h 654095"/>
                <a:gd name="connsiteX1935" fmla="*/ 593440 w 1388518"/>
                <a:gd name="connsiteY1935" fmla="*/ 449178 h 654095"/>
                <a:gd name="connsiteX1936" fmla="*/ 596719 w 1388518"/>
                <a:gd name="connsiteY1936" fmla="*/ 445900 h 654095"/>
                <a:gd name="connsiteX1937" fmla="*/ 599997 w 1388518"/>
                <a:gd name="connsiteY1937" fmla="*/ 444260 h 654095"/>
                <a:gd name="connsiteX1938" fmla="*/ 604915 w 1388518"/>
                <a:gd name="connsiteY1938" fmla="*/ 442621 h 654095"/>
                <a:gd name="connsiteX1939" fmla="*/ 608194 w 1388518"/>
                <a:gd name="connsiteY1939" fmla="*/ 439342 h 654095"/>
                <a:gd name="connsiteX1940" fmla="*/ 609833 w 1388518"/>
                <a:gd name="connsiteY1940" fmla="*/ 439342 h 654095"/>
                <a:gd name="connsiteX1941" fmla="*/ 613112 w 1388518"/>
                <a:gd name="connsiteY1941" fmla="*/ 437703 h 654095"/>
                <a:gd name="connsiteX1942" fmla="*/ 616391 w 1388518"/>
                <a:gd name="connsiteY1942" fmla="*/ 436064 h 654095"/>
                <a:gd name="connsiteX1943" fmla="*/ 619669 w 1388518"/>
                <a:gd name="connsiteY1943" fmla="*/ 434424 h 654095"/>
                <a:gd name="connsiteX1944" fmla="*/ 624587 w 1388518"/>
                <a:gd name="connsiteY1944" fmla="*/ 432785 h 654095"/>
                <a:gd name="connsiteX1945" fmla="*/ 627866 w 1388518"/>
                <a:gd name="connsiteY1945" fmla="*/ 431146 h 654095"/>
                <a:gd name="connsiteX1946" fmla="*/ 631145 w 1388518"/>
                <a:gd name="connsiteY1946" fmla="*/ 429506 h 654095"/>
                <a:gd name="connsiteX1947" fmla="*/ 634423 w 1388518"/>
                <a:gd name="connsiteY1947" fmla="*/ 426228 h 654095"/>
                <a:gd name="connsiteX1948" fmla="*/ 639341 w 1388518"/>
                <a:gd name="connsiteY1948" fmla="*/ 424588 h 654095"/>
                <a:gd name="connsiteX1949" fmla="*/ 640981 w 1388518"/>
                <a:gd name="connsiteY1949" fmla="*/ 424588 h 654095"/>
                <a:gd name="connsiteX1950" fmla="*/ 644259 w 1388518"/>
                <a:gd name="connsiteY1950" fmla="*/ 421310 h 654095"/>
                <a:gd name="connsiteX1951" fmla="*/ 647538 w 1388518"/>
                <a:gd name="connsiteY1951" fmla="*/ 418031 h 654095"/>
                <a:gd name="connsiteX1952" fmla="*/ 650817 w 1388518"/>
                <a:gd name="connsiteY1952" fmla="*/ 414752 h 654095"/>
                <a:gd name="connsiteX1953" fmla="*/ 652456 w 1388518"/>
                <a:gd name="connsiteY1953" fmla="*/ 409834 h 654095"/>
                <a:gd name="connsiteX1954" fmla="*/ 655735 w 1388518"/>
                <a:gd name="connsiteY1954" fmla="*/ 409834 h 654095"/>
                <a:gd name="connsiteX1955" fmla="*/ 660653 w 1388518"/>
                <a:gd name="connsiteY1955" fmla="*/ 408195 h 654095"/>
                <a:gd name="connsiteX1956" fmla="*/ 663931 w 1388518"/>
                <a:gd name="connsiteY1956" fmla="*/ 408195 h 654095"/>
                <a:gd name="connsiteX1957" fmla="*/ 667210 w 1388518"/>
                <a:gd name="connsiteY1957" fmla="*/ 406556 h 654095"/>
                <a:gd name="connsiteX1958" fmla="*/ 672128 w 1388518"/>
                <a:gd name="connsiteY1958" fmla="*/ 406556 h 654095"/>
                <a:gd name="connsiteX1959" fmla="*/ 675407 w 1388518"/>
                <a:gd name="connsiteY1959" fmla="*/ 404916 h 654095"/>
                <a:gd name="connsiteX1960" fmla="*/ 678685 w 1388518"/>
                <a:gd name="connsiteY1960" fmla="*/ 403277 h 654095"/>
                <a:gd name="connsiteX1961" fmla="*/ 683603 w 1388518"/>
                <a:gd name="connsiteY1961" fmla="*/ 401637 h 654095"/>
                <a:gd name="connsiteX1962" fmla="*/ 686882 w 1388518"/>
                <a:gd name="connsiteY1962" fmla="*/ 399998 h 654095"/>
                <a:gd name="connsiteX1963" fmla="*/ 690161 w 1388518"/>
                <a:gd name="connsiteY1963" fmla="*/ 399998 h 654095"/>
                <a:gd name="connsiteX1964" fmla="*/ 695079 w 1388518"/>
                <a:gd name="connsiteY1964" fmla="*/ 398359 h 654095"/>
                <a:gd name="connsiteX1965" fmla="*/ 698358 w 1388518"/>
                <a:gd name="connsiteY1965" fmla="*/ 396720 h 654095"/>
                <a:gd name="connsiteX1966" fmla="*/ 699997 w 1388518"/>
                <a:gd name="connsiteY1966" fmla="*/ 401637 h 654095"/>
                <a:gd name="connsiteX1967" fmla="*/ 703275 w 1388518"/>
                <a:gd name="connsiteY1967" fmla="*/ 403277 h 654095"/>
                <a:gd name="connsiteX1968" fmla="*/ 706554 w 1388518"/>
                <a:gd name="connsiteY1968" fmla="*/ 401637 h 654095"/>
                <a:gd name="connsiteX1969" fmla="*/ 709833 w 1388518"/>
                <a:gd name="connsiteY1969" fmla="*/ 401637 h 654095"/>
                <a:gd name="connsiteX1970" fmla="*/ 713112 w 1388518"/>
                <a:gd name="connsiteY1970" fmla="*/ 399998 h 654095"/>
                <a:gd name="connsiteX1971" fmla="*/ 718030 w 1388518"/>
                <a:gd name="connsiteY1971" fmla="*/ 401637 h 654095"/>
                <a:gd name="connsiteX1972" fmla="*/ 721308 w 1388518"/>
                <a:gd name="connsiteY1972" fmla="*/ 401637 h 654095"/>
                <a:gd name="connsiteX1973" fmla="*/ 724587 w 1388518"/>
                <a:gd name="connsiteY1973" fmla="*/ 403277 h 654095"/>
                <a:gd name="connsiteX1974" fmla="*/ 729505 w 1388518"/>
                <a:gd name="connsiteY1974" fmla="*/ 403277 h 654095"/>
                <a:gd name="connsiteX1975" fmla="*/ 732784 w 1388518"/>
                <a:gd name="connsiteY1975" fmla="*/ 404916 h 654095"/>
                <a:gd name="connsiteX1976" fmla="*/ 729505 w 1388518"/>
                <a:gd name="connsiteY1976" fmla="*/ 401637 h 654095"/>
                <a:gd name="connsiteX1977" fmla="*/ 724587 w 1388518"/>
                <a:gd name="connsiteY1977" fmla="*/ 399998 h 654095"/>
                <a:gd name="connsiteX1978" fmla="*/ 721308 w 1388518"/>
                <a:gd name="connsiteY1978" fmla="*/ 398359 h 654095"/>
                <a:gd name="connsiteX1979" fmla="*/ 718030 w 1388518"/>
                <a:gd name="connsiteY1979" fmla="*/ 395080 h 654095"/>
                <a:gd name="connsiteX1980" fmla="*/ 716390 w 1388518"/>
                <a:gd name="connsiteY1980" fmla="*/ 393441 h 654095"/>
                <a:gd name="connsiteX1981" fmla="*/ 719669 w 1388518"/>
                <a:gd name="connsiteY1981" fmla="*/ 390162 h 654095"/>
                <a:gd name="connsiteX1982" fmla="*/ 722948 w 1388518"/>
                <a:gd name="connsiteY1982" fmla="*/ 390162 h 654095"/>
                <a:gd name="connsiteX1983" fmla="*/ 726226 w 1388518"/>
                <a:gd name="connsiteY1983" fmla="*/ 388523 h 654095"/>
                <a:gd name="connsiteX1984" fmla="*/ 729505 w 1388518"/>
                <a:gd name="connsiteY1984" fmla="*/ 385244 h 654095"/>
                <a:gd name="connsiteX1985" fmla="*/ 734423 w 1388518"/>
                <a:gd name="connsiteY1985" fmla="*/ 385244 h 654095"/>
                <a:gd name="connsiteX1986" fmla="*/ 737702 w 1388518"/>
                <a:gd name="connsiteY1986" fmla="*/ 383605 h 654095"/>
                <a:gd name="connsiteX1987" fmla="*/ 740980 w 1388518"/>
                <a:gd name="connsiteY1987" fmla="*/ 381966 h 654095"/>
                <a:gd name="connsiteX1988" fmla="*/ 745898 w 1388518"/>
                <a:gd name="connsiteY1988" fmla="*/ 381966 h 654095"/>
                <a:gd name="connsiteX1989" fmla="*/ 749177 w 1388518"/>
                <a:gd name="connsiteY1989" fmla="*/ 380326 h 654095"/>
                <a:gd name="connsiteX1990" fmla="*/ 754095 w 1388518"/>
                <a:gd name="connsiteY1990" fmla="*/ 380326 h 654095"/>
                <a:gd name="connsiteX1991" fmla="*/ 749177 w 1388518"/>
                <a:gd name="connsiteY1991" fmla="*/ 378687 h 654095"/>
                <a:gd name="connsiteX1992" fmla="*/ 745898 w 1388518"/>
                <a:gd name="connsiteY1992" fmla="*/ 378687 h 654095"/>
                <a:gd name="connsiteX1993" fmla="*/ 742620 w 1388518"/>
                <a:gd name="connsiteY1993" fmla="*/ 380326 h 654095"/>
                <a:gd name="connsiteX1994" fmla="*/ 739341 w 1388518"/>
                <a:gd name="connsiteY1994" fmla="*/ 380326 h 654095"/>
                <a:gd name="connsiteX1995" fmla="*/ 734423 w 1388518"/>
                <a:gd name="connsiteY1995" fmla="*/ 381966 h 654095"/>
                <a:gd name="connsiteX1996" fmla="*/ 731144 w 1388518"/>
                <a:gd name="connsiteY1996" fmla="*/ 383605 h 654095"/>
                <a:gd name="connsiteX1997" fmla="*/ 727866 w 1388518"/>
                <a:gd name="connsiteY1997" fmla="*/ 385244 h 654095"/>
                <a:gd name="connsiteX1998" fmla="*/ 722948 w 1388518"/>
                <a:gd name="connsiteY1998" fmla="*/ 388523 h 654095"/>
                <a:gd name="connsiteX1999" fmla="*/ 721308 w 1388518"/>
                <a:gd name="connsiteY1999" fmla="*/ 388523 h 654095"/>
                <a:gd name="connsiteX2000" fmla="*/ 716390 w 1388518"/>
                <a:gd name="connsiteY2000" fmla="*/ 388523 h 654095"/>
                <a:gd name="connsiteX2001" fmla="*/ 713112 w 1388518"/>
                <a:gd name="connsiteY2001" fmla="*/ 388523 h 654095"/>
                <a:gd name="connsiteX2002" fmla="*/ 709833 w 1388518"/>
                <a:gd name="connsiteY2002" fmla="*/ 388523 h 654095"/>
                <a:gd name="connsiteX2003" fmla="*/ 708194 w 1388518"/>
                <a:gd name="connsiteY2003" fmla="*/ 385244 h 654095"/>
                <a:gd name="connsiteX2004" fmla="*/ 709833 w 1388518"/>
                <a:gd name="connsiteY2004" fmla="*/ 383605 h 654095"/>
                <a:gd name="connsiteX2005" fmla="*/ 704915 w 1388518"/>
                <a:gd name="connsiteY2005" fmla="*/ 386884 h 654095"/>
                <a:gd name="connsiteX2006" fmla="*/ 701636 w 1388518"/>
                <a:gd name="connsiteY2006" fmla="*/ 388523 h 654095"/>
                <a:gd name="connsiteX2007" fmla="*/ 698358 w 1388518"/>
                <a:gd name="connsiteY2007" fmla="*/ 388523 h 654095"/>
                <a:gd name="connsiteX2008" fmla="*/ 695079 w 1388518"/>
                <a:gd name="connsiteY2008" fmla="*/ 390162 h 654095"/>
                <a:gd name="connsiteX2009" fmla="*/ 690161 w 1388518"/>
                <a:gd name="connsiteY2009" fmla="*/ 390162 h 654095"/>
                <a:gd name="connsiteX2010" fmla="*/ 686882 w 1388518"/>
                <a:gd name="connsiteY2010" fmla="*/ 391802 h 654095"/>
                <a:gd name="connsiteX2011" fmla="*/ 683603 w 1388518"/>
                <a:gd name="connsiteY2011" fmla="*/ 393441 h 654095"/>
                <a:gd name="connsiteX2012" fmla="*/ 678685 w 1388518"/>
                <a:gd name="connsiteY2012" fmla="*/ 395080 h 654095"/>
                <a:gd name="connsiteX2013" fmla="*/ 675407 w 1388518"/>
                <a:gd name="connsiteY2013" fmla="*/ 396720 h 654095"/>
                <a:gd name="connsiteX2014" fmla="*/ 670489 w 1388518"/>
                <a:gd name="connsiteY2014" fmla="*/ 398359 h 654095"/>
                <a:gd name="connsiteX2015" fmla="*/ 667210 w 1388518"/>
                <a:gd name="connsiteY2015" fmla="*/ 398359 h 654095"/>
                <a:gd name="connsiteX2016" fmla="*/ 663931 w 1388518"/>
                <a:gd name="connsiteY2016" fmla="*/ 398359 h 654095"/>
                <a:gd name="connsiteX2017" fmla="*/ 659013 w 1388518"/>
                <a:gd name="connsiteY2017" fmla="*/ 399998 h 654095"/>
                <a:gd name="connsiteX2018" fmla="*/ 655735 w 1388518"/>
                <a:gd name="connsiteY2018" fmla="*/ 401637 h 654095"/>
                <a:gd name="connsiteX2019" fmla="*/ 652456 w 1388518"/>
                <a:gd name="connsiteY2019" fmla="*/ 403277 h 654095"/>
                <a:gd name="connsiteX2020" fmla="*/ 649177 w 1388518"/>
                <a:gd name="connsiteY2020" fmla="*/ 404916 h 654095"/>
                <a:gd name="connsiteX2021" fmla="*/ 645899 w 1388518"/>
                <a:gd name="connsiteY2021" fmla="*/ 408195 h 654095"/>
                <a:gd name="connsiteX2022" fmla="*/ 640981 w 1388518"/>
                <a:gd name="connsiteY2022" fmla="*/ 409834 h 654095"/>
                <a:gd name="connsiteX2023" fmla="*/ 637702 w 1388518"/>
                <a:gd name="connsiteY2023" fmla="*/ 409834 h 654095"/>
                <a:gd name="connsiteX2024" fmla="*/ 634423 w 1388518"/>
                <a:gd name="connsiteY2024" fmla="*/ 411474 h 654095"/>
                <a:gd name="connsiteX2025" fmla="*/ 629505 w 1388518"/>
                <a:gd name="connsiteY2025" fmla="*/ 413113 h 654095"/>
                <a:gd name="connsiteX2026" fmla="*/ 626227 w 1388518"/>
                <a:gd name="connsiteY2026" fmla="*/ 414752 h 654095"/>
                <a:gd name="connsiteX2027" fmla="*/ 622948 w 1388518"/>
                <a:gd name="connsiteY2027" fmla="*/ 416392 h 654095"/>
                <a:gd name="connsiteX2028" fmla="*/ 618030 w 1388518"/>
                <a:gd name="connsiteY2028" fmla="*/ 418031 h 654095"/>
                <a:gd name="connsiteX2029" fmla="*/ 614751 w 1388518"/>
                <a:gd name="connsiteY2029" fmla="*/ 419670 h 654095"/>
                <a:gd name="connsiteX2030" fmla="*/ 613112 w 1388518"/>
                <a:gd name="connsiteY2030" fmla="*/ 422949 h 654095"/>
                <a:gd name="connsiteX2031" fmla="*/ 608194 w 1388518"/>
                <a:gd name="connsiteY2031" fmla="*/ 424588 h 654095"/>
                <a:gd name="connsiteX2032" fmla="*/ 604915 w 1388518"/>
                <a:gd name="connsiteY2032" fmla="*/ 426228 h 654095"/>
                <a:gd name="connsiteX2033" fmla="*/ 599997 w 1388518"/>
                <a:gd name="connsiteY2033" fmla="*/ 427867 h 654095"/>
                <a:gd name="connsiteX2034" fmla="*/ 596719 w 1388518"/>
                <a:gd name="connsiteY2034" fmla="*/ 427867 h 654095"/>
                <a:gd name="connsiteX2035" fmla="*/ 593440 w 1388518"/>
                <a:gd name="connsiteY2035" fmla="*/ 429506 h 654095"/>
                <a:gd name="connsiteX2036" fmla="*/ 588522 w 1388518"/>
                <a:gd name="connsiteY2036" fmla="*/ 429506 h 654095"/>
                <a:gd name="connsiteX2037" fmla="*/ 585243 w 1388518"/>
                <a:gd name="connsiteY2037" fmla="*/ 426228 h 654095"/>
                <a:gd name="connsiteX2038" fmla="*/ 581965 w 1388518"/>
                <a:gd name="connsiteY2038" fmla="*/ 427867 h 654095"/>
                <a:gd name="connsiteX2039" fmla="*/ 585243 w 1388518"/>
                <a:gd name="connsiteY2039" fmla="*/ 427867 h 654095"/>
                <a:gd name="connsiteX2040" fmla="*/ 585243 w 1388518"/>
                <a:gd name="connsiteY2040" fmla="*/ 431146 h 654095"/>
                <a:gd name="connsiteX2041" fmla="*/ 586883 w 1388518"/>
                <a:gd name="connsiteY2041" fmla="*/ 434424 h 654095"/>
                <a:gd name="connsiteX2042" fmla="*/ 583604 w 1388518"/>
                <a:gd name="connsiteY2042" fmla="*/ 437703 h 654095"/>
                <a:gd name="connsiteX2043" fmla="*/ 581965 w 1388518"/>
                <a:gd name="connsiteY2043" fmla="*/ 439342 h 654095"/>
                <a:gd name="connsiteX2044" fmla="*/ 577047 w 1388518"/>
                <a:gd name="connsiteY2044" fmla="*/ 440982 h 654095"/>
                <a:gd name="connsiteX2045" fmla="*/ 573768 w 1388518"/>
                <a:gd name="connsiteY2045" fmla="*/ 442621 h 654095"/>
                <a:gd name="connsiteX2046" fmla="*/ 570489 w 1388518"/>
                <a:gd name="connsiteY2046" fmla="*/ 444260 h 654095"/>
                <a:gd name="connsiteX2047" fmla="*/ 565571 w 1388518"/>
                <a:gd name="connsiteY2047" fmla="*/ 444260 h 654095"/>
                <a:gd name="connsiteX2048" fmla="*/ 562293 w 1388518"/>
                <a:gd name="connsiteY2048" fmla="*/ 444260 h 654095"/>
                <a:gd name="connsiteX2049" fmla="*/ 559014 w 1388518"/>
                <a:gd name="connsiteY2049" fmla="*/ 444260 h 654095"/>
                <a:gd name="connsiteX2050" fmla="*/ 554096 w 1388518"/>
                <a:gd name="connsiteY2050" fmla="*/ 445900 h 654095"/>
                <a:gd name="connsiteX2051" fmla="*/ 559014 w 1388518"/>
                <a:gd name="connsiteY2051" fmla="*/ 445900 h 654095"/>
                <a:gd name="connsiteX2052" fmla="*/ 557375 w 1388518"/>
                <a:gd name="connsiteY2052" fmla="*/ 449178 h 654095"/>
                <a:gd name="connsiteX2053" fmla="*/ 552457 w 1388518"/>
                <a:gd name="connsiteY2053" fmla="*/ 450818 h 654095"/>
                <a:gd name="connsiteX2054" fmla="*/ 549178 w 1388518"/>
                <a:gd name="connsiteY2054" fmla="*/ 452457 h 654095"/>
                <a:gd name="connsiteX2055" fmla="*/ 545899 w 1388518"/>
                <a:gd name="connsiteY2055" fmla="*/ 452457 h 654095"/>
                <a:gd name="connsiteX2056" fmla="*/ 540981 w 1388518"/>
                <a:gd name="connsiteY2056" fmla="*/ 454096 h 654095"/>
                <a:gd name="connsiteX2057" fmla="*/ 545899 w 1388518"/>
                <a:gd name="connsiteY2057" fmla="*/ 450818 h 654095"/>
                <a:gd name="connsiteX2058" fmla="*/ 540981 w 1388518"/>
                <a:gd name="connsiteY2058" fmla="*/ 452457 h 654095"/>
                <a:gd name="connsiteX2059" fmla="*/ 537702 w 1388518"/>
                <a:gd name="connsiteY2059" fmla="*/ 454096 h 654095"/>
                <a:gd name="connsiteX2060" fmla="*/ 532784 w 1388518"/>
                <a:gd name="connsiteY2060" fmla="*/ 454096 h 654095"/>
                <a:gd name="connsiteX2061" fmla="*/ 531145 w 1388518"/>
                <a:gd name="connsiteY2061" fmla="*/ 457375 h 654095"/>
                <a:gd name="connsiteX2062" fmla="*/ 526227 w 1388518"/>
                <a:gd name="connsiteY2062" fmla="*/ 457375 h 654095"/>
                <a:gd name="connsiteX2063" fmla="*/ 522948 w 1388518"/>
                <a:gd name="connsiteY2063" fmla="*/ 457375 h 654095"/>
                <a:gd name="connsiteX2064" fmla="*/ 521309 w 1388518"/>
                <a:gd name="connsiteY2064" fmla="*/ 460654 h 654095"/>
                <a:gd name="connsiteX2065" fmla="*/ 518030 w 1388518"/>
                <a:gd name="connsiteY2065" fmla="*/ 462293 h 654095"/>
                <a:gd name="connsiteX2066" fmla="*/ 514752 w 1388518"/>
                <a:gd name="connsiteY2066" fmla="*/ 462293 h 654095"/>
                <a:gd name="connsiteX2067" fmla="*/ 509834 w 1388518"/>
                <a:gd name="connsiteY2067" fmla="*/ 463932 h 654095"/>
                <a:gd name="connsiteX2068" fmla="*/ 506555 w 1388518"/>
                <a:gd name="connsiteY2068" fmla="*/ 463932 h 654095"/>
                <a:gd name="connsiteX2069" fmla="*/ 509834 w 1388518"/>
                <a:gd name="connsiteY2069" fmla="*/ 465572 h 654095"/>
                <a:gd name="connsiteX2070" fmla="*/ 506555 w 1388518"/>
                <a:gd name="connsiteY2070" fmla="*/ 465572 h 654095"/>
                <a:gd name="connsiteX2071" fmla="*/ 503276 w 1388518"/>
                <a:gd name="connsiteY2071" fmla="*/ 467211 h 654095"/>
                <a:gd name="connsiteX2072" fmla="*/ 498358 w 1388518"/>
                <a:gd name="connsiteY2072" fmla="*/ 468850 h 654095"/>
                <a:gd name="connsiteX2073" fmla="*/ 495080 w 1388518"/>
                <a:gd name="connsiteY2073" fmla="*/ 472129 h 654095"/>
                <a:gd name="connsiteX2074" fmla="*/ 491801 w 1388518"/>
                <a:gd name="connsiteY2074" fmla="*/ 473768 h 654095"/>
                <a:gd name="connsiteX2075" fmla="*/ 488522 w 1388518"/>
                <a:gd name="connsiteY2075" fmla="*/ 477047 h 654095"/>
                <a:gd name="connsiteX2076" fmla="*/ 491801 w 1388518"/>
                <a:gd name="connsiteY2076" fmla="*/ 477047 h 654095"/>
                <a:gd name="connsiteX2077" fmla="*/ 495080 w 1388518"/>
                <a:gd name="connsiteY2077" fmla="*/ 477047 h 654095"/>
                <a:gd name="connsiteX2078" fmla="*/ 499998 w 1388518"/>
                <a:gd name="connsiteY2078" fmla="*/ 477047 h 654095"/>
                <a:gd name="connsiteX2079" fmla="*/ 503276 w 1388518"/>
                <a:gd name="connsiteY2079" fmla="*/ 477047 h 654095"/>
                <a:gd name="connsiteX2080" fmla="*/ 506555 w 1388518"/>
                <a:gd name="connsiteY2080" fmla="*/ 480326 h 654095"/>
                <a:gd name="connsiteX2081" fmla="*/ 508194 w 1388518"/>
                <a:gd name="connsiteY2081" fmla="*/ 483604 h 654095"/>
                <a:gd name="connsiteX2082" fmla="*/ 503276 w 1388518"/>
                <a:gd name="connsiteY2082" fmla="*/ 485244 h 654095"/>
                <a:gd name="connsiteX2083" fmla="*/ 499998 w 1388518"/>
                <a:gd name="connsiteY2083" fmla="*/ 488522 h 654095"/>
                <a:gd name="connsiteX2084" fmla="*/ 496719 w 1388518"/>
                <a:gd name="connsiteY2084" fmla="*/ 490162 h 654095"/>
                <a:gd name="connsiteX2085" fmla="*/ 493440 w 1388518"/>
                <a:gd name="connsiteY2085" fmla="*/ 491801 h 654095"/>
                <a:gd name="connsiteX2086" fmla="*/ 488522 w 1388518"/>
                <a:gd name="connsiteY2086" fmla="*/ 493440 h 654095"/>
                <a:gd name="connsiteX2087" fmla="*/ 485244 w 1388518"/>
                <a:gd name="connsiteY2087" fmla="*/ 495080 h 654095"/>
                <a:gd name="connsiteX2088" fmla="*/ 481965 w 1388518"/>
                <a:gd name="connsiteY2088" fmla="*/ 495080 h 654095"/>
                <a:gd name="connsiteX2089" fmla="*/ 477047 w 1388518"/>
                <a:gd name="connsiteY2089" fmla="*/ 495080 h 654095"/>
                <a:gd name="connsiteX2090" fmla="*/ 473768 w 1388518"/>
                <a:gd name="connsiteY2090" fmla="*/ 498359 h 654095"/>
                <a:gd name="connsiteX2091" fmla="*/ 468850 w 1388518"/>
                <a:gd name="connsiteY2091" fmla="*/ 499998 h 654095"/>
                <a:gd name="connsiteX2092" fmla="*/ 465572 w 1388518"/>
                <a:gd name="connsiteY2092" fmla="*/ 499998 h 654095"/>
                <a:gd name="connsiteX2093" fmla="*/ 462293 w 1388518"/>
                <a:gd name="connsiteY2093" fmla="*/ 503276 h 654095"/>
                <a:gd name="connsiteX2094" fmla="*/ 457375 w 1388518"/>
                <a:gd name="connsiteY2094" fmla="*/ 506555 h 654095"/>
                <a:gd name="connsiteX2095" fmla="*/ 454096 w 1388518"/>
                <a:gd name="connsiteY2095" fmla="*/ 506555 h 654095"/>
                <a:gd name="connsiteX2096" fmla="*/ 449178 w 1388518"/>
                <a:gd name="connsiteY2096" fmla="*/ 508194 h 654095"/>
                <a:gd name="connsiteX2097" fmla="*/ 445900 w 1388518"/>
                <a:gd name="connsiteY2097" fmla="*/ 509834 h 654095"/>
                <a:gd name="connsiteX2098" fmla="*/ 449178 w 1388518"/>
                <a:gd name="connsiteY2098" fmla="*/ 508194 h 654095"/>
                <a:gd name="connsiteX2099" fmla="*/ 454096 w 1388518"/>
                <a:gd name="connsiteY2099" fmla="*/ 508194 h 654095"/>
                <a:gd name="connsiteX2100" fmla="*/ 450818 w 1388518"/>
                <a:gd name="connsiteY2100" fmla="*/ 509834 h 654095"/>
                <a:gd name="connsiteX2101" fmla="*/ 445900 w 1388518"/>
                <a:gd name="connsiteY2101" fmla="*/ 513112 h 654095"/>
                <a:gd name="connsiteX2102" fmla="*/ 442621 w 1388518"/>
                <a:gd name="connsiteY2102" fmla="*/ 514752 h 654095"/>
                <a:gd name="connsiteX2103" fmla="*/ 439342 w 1388518"/>
                <a:gd name="connsiteY2103" fmla="*/ 516391 h 654095"/>
                <a:gd name="connsiteX2104" fmla="*/ 439342 w 1388518"/>
                <a:gd name="connsiteY2104" fmla="*/ 513112 h 654095"/>
                <a:gd name="connsiteX2105" fmla="*/ 434424 w 1388518"/>
                <a:gd name="connsiteY2105" fmla="*/ 516391 h 654095"/>
                <a:gd name="connsiteX2106" fmla="*/ 431146 w 1388518"/>
                <a:gd name="connsiteY2106" fmla="*/ 514752 h 654095"/>
                <a:gd name="connsiteX2107" fmla="*/ 427867 w 1388518"/>
                <a:gd name="connsiteY2107" fmla="*/ 519670 h 654095"/>
                <a:gd name="connsiteX2108" fmla="*/ 424588 w 1388518"/>
                <a:gd name="connsiteY2108" fmla="*/ 518031 h 654095"/>
                <a:gd name="connsiteX2109" fmla="*/ 421310 w 1388518"/>
                <a:gd name="connsiteY2109" fmla="*/ 519670 h 654095"/>
                <a:gd name="connsiteX2110" fmla="*/ 416392 w 1388518"/>
                <a:gd name="connsiteY2110" fmla="*/ 519670 h 654095"/>
                <a:gd name="connsiteX2111" fmla="*/ 413113 w 1388518"/>
                <a:gd name="connsiteY2111" fmla="*/ 519670 h 654095"/>
                <a:gd name="connsiteX2112" fmla="*/ 409834 w 1388518"/>
                <a:gd name="connsiteY2112" fmla="*/ 522949 h 654095"/>
                <a:gd name="connsiteX2113" fmla="*/ 404916 w 1388518"/>
                <a:gd name="connsiteY2113" fmla="*/ 524588 h 654095"/>
                <a:gd name="connsiteX2114" fmla="*/ 401638 w 1388518"/>
                <a:gd name="connsiteY2114" fmla="*/ 526227 h 654095"/>
                <a:gd name="connsiteX2115" fmla="*/ 396720 w 1388518"/>
                <a:gd name="connsiteY2115" fmla="*/ 527866 h 654095"/>
                <a:gd name="connsiteX2116" fmla="*/ 393441 w 1388518"/>
                <a:gd name="connsiteY2116" fmla="*/ 529506 h 654095"/>
                <a:gd name="connsiteX2117" fmla="*/ 390162 w 1388518"/>
                <a:gd name="connsiteY2117" fmla="*/ 531145 h 654095"/>
                <a:gd name="connsiteX2118" fmla="*/ 386884 w 1388518"/>
                <a:gd name="connsiteY2118" fmla="*/ 529506 h 654095"/>
                <a:gd name="connsiteX2119" fmla="*/ 381965 w 1388518"/>
                <a:gd name="connsiteY2119" fmla="*/ 529506 h 654095"/>
                <a:gd name="connsiteX2120" fmla="*/ 380326 w 1388518"/>
                <a:gd name="connsiteY2120" fmla="*/ 534424 h 654095"/>
                <a:gd name="connsiteX2121" fmla="*/ 375408 w 1388518"/>
                <a:gd name="connsiteY2121" fmla="*/ 534424 h 654095"/>
                <a:gd name="connsiteX2122" fmla="*/ 372129 w 1388518"/>
                <a:gd name="connsiteY2122" fmla="*/ 536063 h 654095"/>
                <a:gd name="connsiteX2123" fmla="*/ 368851 w 1388518"/>
                <a:gd name="connsiteY2123" fmla="*/ 539342 h 654095"/>
                <a:gd name="connsiteX2124" fmla="*/ 365572 w 1388518"/>
                <a:gd name="connsiteY2124" fmla="*/ 539342 h 654095"/>
                <a:gd name="connsiteX2125" fmla="*/ 362293 w 1388518"/>
                <a:gd name="connsiteY2125" fmla="*/ 539342 h 654095"/>
                <a:gd name="connsiteX2126" fmla="*/ 357375 w 1388518"/>
                <a:gd name="connsiteY2126" fmla="*/ 539342 h 654095"/>
                <a:gd name="connsiteX2127" fmla="*/ 354097 w 1388518"/>
                <a:gd name="connsiteY2127" fmla="*/ 544260 h 654095"/>
                <a:gd name="connsiteX2128" fmla="*/ 350818 w 1388518"/>
                <a:gd name="connsiteY2128" fmla="*/ 542621 h 654095"/>
                <a:gd name="connsiteX2129" fmla="*/ 347539 w 1388518"/>
                <a:gd name="connsiteY2129" fmla="*/ 544260 h 654095"/>
                <a:gd name="connsiteX2130" fmla="*/ 342621 w 1388518"/>
                <a:gd name="connsiteY2130" fmla="*/ 544260 h 654095"/>
                <a:gd name="connsiteX2131" fmla="*/ 339343 w 1388518"/>
                <a:gd name="connsiteY2131" fmla="*/ 545899 h 654095"/>
                <a:gd name="connsiteX2132" fmla="*/ 336064 w 1388518"/>
                <a:gd name="connsiteY2132" fmla="*/ 547539 h 654095"/>
                <a:gd name="connsiteX2133" fmla="*/ 331146 w 1388518"/>
                <a:gd name="connsiteY2133" fmla="*/ 549178 h 654095"/>
                <a:gd name="connsiteX2134" fmla="*/ 336064 w 1388518"/>
                <a:gd name="connsiteY2134" fmla="*/ 549178 h 654095"/>
                <a:gd name="connsiteX2135" fmla="*/ 332785 w 1388518"/>
                <a:gd name="connsiteY2135" fmla="*/ 552456 h 654095"/>
                <a:gd name="connsiteX2136" fmla="*/ 329507 w 1388518"/>
                <a:gd name="connsiteY2136" fmla="*/ 555735 h 654095"/>
                <a:gd name="connsiteX2137" fmla="*/ 326228 w 1388518"/>
                <a:gd name="connsiteY2137" fmla="*/ 557374 h 654095"/>
                <a:gd name="connsiteX2138" fmla="*/ 321310 w 1388518"/>
                <a:gd name="connsiteY2138" fmla="*/ 559014 h 654095"/>
                <a:gd name="connsiteX2139" fmla="*/ 318031 w 1388518"/>
                <a:gd name="connsiteY2139" fmla="*/ 559014 h 654095"/>
                <a:gd name="connsiteX2140" fmla="*/ 314753 w 1388518"/>
                <a:gd name="connsiteY2140" fmla="*/ 562293 h 654095"/>
                <a:gd name="connsiteX2141" fmla="*/ 309835 w 1388518"/>
                <a:gd name="connsiteY2141" fmla="*/ 562293 h 654095"/>
                <a:gd name="connsiteX2142" fmla="*/ 306556 w 1388518"/>
                <a:gd name="connsiteY2142" fmla="*/ 563932 h 654095"/>
                <a:gd name="connsiteX2143" fmla="*/ 303277 w 1388518"/>
                <a:gd name="connsiteY2143" fmla="*/ 563932 h 654095"/>
                <a:gd name="connsiteX2144" fmla="*/ 298359 w 1388518"/>
                <a:gd name="connsiteY2144" fmla="*/ 565571 h 654095"/>
                <a:gd name="connsiteX2145" fmla="*/ 295081 w 1388518"/>
                <a:gd name="connsiteY2145" fmla="*/ 567211 h 654095"/>
                <a:gd name="connsiteX2146" fmla="*/ 291802 w 1388518"/>
                <a:gd name="connsiteY2146" fmla="*/ 568850 h 654095"/>
                <a:gd name="connsiteX2147" fmla="*/ 290163 w 1388518"/>
                <a:gd name="connsiteY2147" fmla="*/ 568850 h 654095"/>
                <a:gd name="connsiteX2148" fmla="*/ 286884 w 1388518"/>
                <a:gd name="connsiteY2148" fmla="*/ 570489 h 654095"/>
                <a:gd name="connsiteX2149" fmla="*/ 285245 w 1388518"/>
                <a:gd name="connsiteY2149" fmla="*/ 567211 h 654095"/>
                <a:gd name="connsiteX2150" fmla="*/ 280327 w 1388518"/>
                <a:gd name="connsiteY2150" fmla="*/ 568850 h 654095"/>
                <a:gd name="connsiteX2151" fmla="*/ 277048 w 1388518"/>
                <a:gd name="connsiteY2151" fmla="*/ 572129 h 654095"/>
                <a:gd name="connsiteX2152" fmla="*/ 273769 w 1388518"/>
                <a:gd name="connsiteY2152" fmla="*/ 572129 h 654095"/>
                <a:gd name="connsiteX2153" fmla="*/ 272130 w 1388518"/>
                <a:gd name="connsiteY2153" fmla="*/ 577046 h 654095"/>
                <a:gd name="connsiteX2154" fmla="*/ 268851 w 1388518"/>
                <a:gd name="connsiteY2154" fmla="*/ 577046 h 654095"/>
                <a:gd name="connsiteX2155" fmla="*/ 263933 w 1388518"/>
                <a:gd name="connsiteY2155" fmla="*/ 577046 h 654095"/>
                <a:gd name="connsiteX2156" fmla="*/ 260655 w 1388518"/>
                <a:gd name="connsiteY2156" fmla="*/ 575407 h 654095"/>
                <a:gd name="connsiteX2157" fmla="*/ 255737 w 1388518"/>
                <a:gd name="connsiteY2157" fmla="*/ 577046 h 654095"/>
                <a:gd name="connsiteX2158" fmla="*/ 252458 w 1388518"/>
                <a:gd name="connsiteY2158" fmla="*/ 578686 h 654095"/>
                <a:gd name="connsiteX2159" fmla="*/ 249179 w 1388518"/>
                <a:gd name="connsiteY2159" fmla="*/ 578686 h 654095"/>
                <a:gd name="connsiteX2160" fmla="*/ 252458 w 1388518"/>
                <a:gd name="connsiteY2160" fmla="*/ 578686 h 654095"/>
                <a:gd name="connsiteX2161" fmla="*/ 250819 w 1388518"/>
                <a:gd name="connsiteY2161" fmla="*/ 583604 h 654095"/>
                <a:gd name="connsiteX2162" fmla="*/ 247540 w 1388518"/>
                <a:gd name="connsiteY2162" fmla="*/ 581965 h 654095"/>
                <a:gd name="connsiteX2163" fmla="*/ 244261 w 1388518"/>
                <a:gd name="connsiteY2163" fmla="*/ 581965 h 654095"/>
                <a:gd name="connsiteX2164" fmla="*/ 239343 w 1388518"/>
                <a:gd name="connsiteY2164" fmla="*/ 583604 h 654095"/>
                <a:gd name="connsiteX2165" fmla="*/ 236065 w 1388518"/>
                <a:gd name="connsiteY2165" fmla="*/ 583604 h 654095"/>
                <a:gd name="connsiteX2166" fmla="*/ 232786 w 1388518"/>
                <a:gd name="connsiteY2166" fmla="*/ 585243 h 654095"/>
                <a:gd name="connsiteX2167" fmla="*/ 227868 w 1388518"/>
                <a:gd name="connsiteY2167" fmla="*/ 586883 h 654095"/>
                <a:gd name="connsiteX2168" fmla="*/ 224589 w 1388518"/>
                <a:gd name="connsiteY2168" fmla="*/ 588522 h 654095"/>
                <a:gd name="connsiteX2169" fmla="*/ 221310 w 1388518"/>
                <a:gd name="connsiteY2169" fmla="*/ 590161 h 654095"/>
                <a:gd name="connsiteX2170" fmla="*/ 218032 w 1388518"/>
                <a:gd name="connsiteY2170" fmla="*/ 591801 h 654095"/>
                <a:gd name="connsiteX2171" fmla="*/ 221310 w 1388518"/>
                <a:gd name="connsiteY2171" fmla="*/ 590161 h 654095"/>
                <a:gd name="connsiteX2172" fmla="*/ 224589 w 1388518"/>
                <a:gd name="connsiteY2172" fmla="*/ 588522 h 654095"/>
                <a:gd name="connsiteX2173" fmla="*/ 227868 w 1388518"/>
                <a:gd name="connsiteY2173" fmla="*/ 590161 h 654095"/>
                <a:gd name="connsiteX2174" fmla="*/ 224589 w 1388518"/>
                <a:gd name="connsiteY2174" fmla="*/ 593440 h 654095"/>
                <a:gd name="connsiteX2175" fmla="*/ 229507 w 1388518"/>
                <a:gd name="connsiteY2175" fmla="*/ 593440 h 654095"/>
                <a:gd name="connsiteX2176" fmla="*/ 224589 w 1388518"/>
                <a:gd name="connsiteY2176" fmla="*/ 595079 h 654095"/>
                <a:gd name="connsiteX2177" fmla="*/ 221310 w 1388518"/>
                <a:gd name="connsiteY2177" fmla="*/ 596719 h 654095"/>
                <a:gd name="connsiteX2178" fmla="*/ 218032 w 1388518"/>
                <a:gd name="connsiteY2178" fmla="*/ 596719 h 654095"/>
                <a:gd name="connsiteX2179" fmla="*/ 213114 w 1388518"/>
                <a:gd name="connsiteY2179" fmla="*/ 598358 h 654095"/>
                <a:gd name="connsiteX2180" fmla="*/ 211474 w 1388518"/>
                <a:gd name="connsiteY2180" fmla="*/ 603276 h 654095"/>
                <a:gd name="connsiteX2181" fmla="*/ 208196 w 1388518"/>
                <a:gd name="connsiteY2181" fmla="*/ 603276 h 654095"/>
                <a:gd name="connsiteX2182" fmla="*/ 211474 w 1388518"/>
                <a:gd name="connsiteY2182" fmla="*/ 599997 h 654095"/>
                <a:gd name="connsiteX2183" fmla="*/ 214753 w 1388518"/>
                <a:gd name="connsiteY2183" fmla="*/ 596719 h 654095"/>
                <a:gd name="connsiteX2184" fmla="*/ 218032 w 1388518"/>
                <a:gd name="connsiteY2184" fmla="*/ 595079 h 654095"/>
                <a:gd name="connsiteX2185" fmla="*/ 214753 w 1388518"/>
                <a:gd name="connsiteY2185" fmla="*/ 595079 h 654095"/>
                <a:gd name="connsiteX2186" fmla="*/ 209835 w 1388518"/>
                <a:gd name="connsiteY2186" fmla="*/ 598358 h 654095"/>
                <a:gd name="connsiteX2187" fmla="*/ 206556 w 1388518"/>
                <a:gd name="connsiteY2187" fmla="*/ 599997 h 654095"/>
                <a:gd name="connsiteX2188" fmla="*/ 203278 w 1388518"/>
                <a:gd name="connsiteY2188" fmla="*/ 603276 h 654095"/>
                <a:gd name="connsiteX2189" fmla="*/ 199999 w 1388518"/>
                <a:gd name="connsiteY2189" fmla="*/ 604915 h 654095"/>
                <a:gd name="connsiteX2190" fmla="*/ 195081 w 1388518"/>
                <a:gd name="connsiteY2190" fmla="*/ 603276 h 654095"/>
                <a:gd name="connsiteX2191" fmla="*/ 191802 w 1388518"/>
                <a:gd name="connsiteY2191" fmla="*/ 604915 h 654095"/>
                <a:gd name="connsiteX2192" fmla="*/ 188524 w 1388518"/>
                <a:gd name="connsiteY2192" fmla="*/ 608194 h 654095"/>
                <a:gd name="connsiteX2193" fmla="*/ 183606 w 1388518"/>
                <a:gd name="connsiteY2193" fmla="*/ 606555 h 654095"/>
                <a:gd name="connsiteX2194" fmla="*/ 180327 w 1388518"/>
                <a:gd name="connsiteY2194" fmla="*/ 608194 h 654095"/>
                <a:gd name="connsiteX2195" fmla="*/ 177048 w 1388518"/>
                <a:gd name="connsiteY2195" fmla="*/ 608194 h 654095"/>
                <a:gd name="connsiteX2196" fmla="*/ 172130 w 1388518"/>
                <a:gd name="connsiteY2196" fmla="*/ 609833 h 654095"/>
                <a:gd name="connsiteX2197" fmla="*/ 168852 w 1388518"/>
                <a:gd name="connsiteY2197" fmla="*/ 609833 h 654095"/>
                <a:gd name="connsiteX2198" fmla="*/ 165573 w 1388518"/>
                <a:gd name="connsiteY2198" fmla="*/ 613112 h 654095"/>
                <a:gd name="connsiteX2199" fmla="*/ 160655 w 1388518"/>
                <a:gd name="connsiteY2199" fmla="*/ 616391 h 654095"/>
                <a:gd name="connsiteX2200" fmla="*/ 157376 w 1388518"/>
                <a:gd name="connsiteY2200" fmla="*/ 618030 h 654095"/>
                <a:gd name="connsiteX2201" fmla="*/ 154098 w 1388518"/>
                <a:gd name="connsiteY2201" fmla="*/ 621309 h 654095"/>
                <a:gd name="connsiteX2202" fmla="*/ 149180 w 1388518"/>
                <a:gd name="connsiteY2202" fmla="*/ 621309 h 654095"/>
                <a:gd name="connsiteX2203" fmla="*/ 154098 w 1388518"/>
                <a:gd name="connsiteY2203" fmla="*/ 618030 h 654095"/>
                <a:gd name="connsiteX2204" fmla="*/ 157376 w 1388518"/>
                <a:gd name="connsiteY2204" fmla="*/ 616391 h 654095"/>
                <a:gd name="connsiteX2205" fmla="*/ 162294 w 1388518"/>
                <a:gd name="connsiteY2205" fmla="*/ 613112 h 654095"/>
                <a:gd name="connsiteX2206" fmla="*/ 157376 w 1388518"/>
                <a:gd name="connsiteY2206" fmla="*/ 609833 h 654095"/>
                <a:gd name="connsiteX2207" fmla="*/ 154098 w 1388518"/>
                <a:gd name="connsiteY2207" fmla="*/ 611473 h 654095"/>
                <a:gd name="connsiteX2208" fmla="*/ 152458 w 1388518"/>
                <a:gd name="connsiteY2208" fmla="*/ 611473 h 654095"/>
                <a:gd name="connsiteX2209" fmla="*/ 147540 w 1388518"/>
                <a:gd name="connsiteY2209" fmla="*/ 614751 h 654095"/>
                <a:gd name="connsiteX2210" fmla="*/ 144262 w 1388518"/>
                <a:gd name="connsiteY2210" fmla="*/ 614751 h 654095"/>
                <a:gd name="connsiteX2211" fmla="*/ 139344 w 1388518"/>
                <a:gd name="connsiteY2211" fmla="*/ 616391 h 654095"/>
                <a:gd name="connsiteX2212" fmla="*/ 136065 w 1388518"/>
                <a:gd name="connsiteY2212" fmla="*/ 618030 h 654095"/>
                <a:gd name="connsiteX2213" fmla="*/ 132786 w 1388518"/>
                <a:gd name="connsiteY2213" fmla="*/ 618030 h 654095"/>
                <a:gd name="connsiteX2214" fmla="*/ 129508 w 1388518"/>
                <a:gd name="connsiteY2214" fmla="*/ 619669 h 654095"/>
                <a:gd name="connsiteX2215" fmla="*/ 124590 w 1388518"/>
                <a:gd name="connsiteY2215" fmla="*/ 621309 h 654095"/>
                <a:gd name="connsiteX2216" fmla="*/ 121311 w 1388518"/>
                <a:gd name="connsiteY2216" fmla="*/ 624587 h 654095"/>
                <a:gd name="connsiteX2217" fmla="*/ 122950 w 1388518"/>
                <a:gd name="connsiteY2217" fmla="*/ 621309 h 654095"/>
                <a:gd name="connsiteX2218" fmla="*/ 119672 w 1388518"/>
                <a:gd name="connsiteY2218" fmla="*/ 621309 h 654095"/>
                <a:gd name="connsiteX2219" fmla="*/ 114754 w 1388518"/>
                <a:gd name="connsiteY2219" fmla="*/ 624587 h 654095"/>
                <a:gd name="connsiteX2220" fmla="*/ 111475 w 1388518"/>
                <a:gd name="connsiteY2220" fmla="*/ 626227 h 654095"/>
                <a:gd name="connsiteX2221" fmla="*/ 108196 w 1388518"/>
                <a:gd name="connsiteY2221" fmla="*/ 624587 h 654095"/>
                <a:gd name="connsiteX2222" fmla="*/ 103278 w 1388518"/>
                <a:gd name="connsiteY2222" fmla="*/ 626227 h 654095"/>
                <a:gd name="connsiteX2223" fmla="*/ 100000 w 1388518"/>
                <a:gd name="connsiteY2223" fmla="*/ 627866 h 654095"/>
                <a:gd name="connsiteX2224" fmla="*/ 95082 w 1388518"/>
                <a:gd name="connsiteY2224" fmla="*/ 627866 h 654095"/>
                <a:gd name="connsiteX2225" fmla="*/ 91803 w 1388518"/>
                <a:gd name="connsiteY2225" fmla="*/ 629505 h 654095"/>
                <a:gd name="connsiteX2226" fmla="*/ 88524 w 1388518"/>
                <a:gd name="connsiteY2226" fmla="*/ 627866 h 654095"/>
                <a:gd name="connsiteX2227" fmla="*/ 85246 w 1388518"/>
                <a:gd name="connsiteY2227" fmla="*/ 629505 h 654095"/>
                <a:gd name="connsiteX2228" fmla="*/ 88524 w 1388518"/>
                <a:gd name="connsiteY2228" fmla="*/ 626227 h 654095"/>
                <a:gd name="connsiteX2229" fmla="*/ 91803 w 1388518"/>
                <a:gd name="connsiteY2229" fmla="*/ 622948 h 654095"/>
                <a:gd name="connsiteX2230" fmla="*/ 95082 w 1388518"/>
                <a:gd name="connsiteY2230" fmla="*/ 621309 h 654095"/>
                <a:gd name="connsiteX2231" fmla="*/ 100000 w 1388518"/>
                <a:gd name="connsiteY2231" fmla="*/ 621309 h 654095"/>
                <a:gd name="connsiteX2232" fmla="*/ 103278 w 1388518"/>
                <a:gd name="connsiteY2232" fmla="*/ 622948 h 654095"/>
                <a:gd name="connsiteX2233" fmla="*/ 100000 w 1388518"/>
                <a:gd name="connsiteY2233" fmla="*/ 619669 h 654095"/>
                <a:gd name="connsiteX2234" fmla="*/ 95082 w 1388518"/>
                <a:gd name="connsiteY2234" fmla="*/ 618030 h 654095"/>
                <a:gd name="connsiteX2235" fmla="*/ 91803 w 1388518"/>
                <a:gd name="connsiteY2235" fmla="*/ 618030 h 654095"/>
                <a:gd name="connsiteX2236" fmla="*/ 88524 w 1388518"/>
                <a:gd name="connsiteY2236" fmla="*/ 621309 h 654095"/>
                <a:gd name="connsiteX2237" fmla="*/ 85246 w 1388518"/>
                <a:gd name="connsiteY2237" fmla="*/ 622948 h 654095"/>
                <a:gd name="connsiteX2238" fmla="*/ 80328 w 1388518"/>
                <a:gd name="connsiteY2238" fmla="*/ 626227 h 654095"/>
                <a:gd name="connsiteX2239" fmla="*/ 77049 w 1388518"/>
                <a:gd name="connsiteY2239" fmla="*/ 627866 h 654095"/>
                <a:gd name="connsiteX2240" fmla="*/ 73770 w 1388518"/>
                <a:gd name="connsiteY2240" fmla="*/ 631145 h 654095"/>
                <a:gd name="connsiteX2241" fmla="*/ 68852 w 1388518"/>
                <a:gd name="connsiteY2241" fmla="*/ 632784 h 654095"/>
                <a:gd name="connsiteX2242" fmla="*/ 65573 w 1388518"/>
                <a:gd name="connsiteY2242" fmla="*/ 634423 h 654095"/>
                <a:gd name="connsiteX2243" fmla="*/ 62295 w 1388518"/>
                <a:gd name="connsiteY2243" fmla="*/ 634423 h 654095"/>
                <a:gd name="connsiteX2244" fmla="*/ 59016 w 1388518"/>
                <a:gd name="connsiteY2244" fmla="*/ 637702 h 654095"/>
                <a:gd name="connsiteX2245" fmla="*/ 54098 w 1388518"/>
                <a:gd name="connsiteY2245" fmla="*/ 640981 h 654095"/>
                <a:gd name="connsiteX2246" fmla="*/ 50819 w 1388518"/>
                <a:gd name="connsiteY2246" fmla="*/ 639341 h 654095"/>
                <a:gd name="connsiteX2247" fmla="*/ 47541 w 1388518"/>
                <a:gd name="connsiteY2247" fmla="*/ 642620 h 654095"/>
                <a:gd name="connsiteX2248" fmla="*/ 44262 w 1388518"/>
                <a:gd name="connsiteY2248" fmla="*/ 644259 h 654095"/>
                <a:gd name="connsiteX2249" fmla="*/ 39344 w 1388518"/>
                <a:gd name="connsiteY2249" fmla="*/ 642620 h 654095"/>
                <a:gd name="connsiteX2250" fmla="*/ 44262 w 1388518"/>
                <a:gd name="connsiteY2250" fmla="*/ 640981 h 654095"/>
                <a:gd name="connsiteX2251" fmla="*/ 44262 w 1388518"/>
                <a:gd name="connsiteY2251" fmla="*/ 636063 h 654095"/>
                <a:gd name="connsiteX2252" fmla="*/ 44262 w 1388518"/>
                <a:gd name="connsiteY2252" fmla="*/ 632784 h 654095"/>
                <a:gd name="connsiteX2253" fmla="*/ 40983 w 1388518"/>
                <a:gd name="connsiteY2253" fmla="*/ 632784 h 654095"/>
                <a:gd name="connsiteX2254" fmla="*/ 39344 w 1388518"/>
                <a:gd name="connsiteY2254" fmla="*/ 637702 h 654095"/>
                <a:gd name="connsiteX2255" fmla="*/ 36065 w 1388518"/>
                <a:gd name="connsiteY2255" fmla="*/ 640981 h 654095"/>
                <a:gd name="connsiteX2256" fmla="*/ 32787 w 1388518"/>
                <a:gd name="connsiteY2256" fmla="*/ 644259 h 654095"/>
                <a:gd name="connsiteX2257" fmla="*/ 29508 w 1388518"/>
                <a:gd name="connsiteY2257" fmla="*/ 644259 h 654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</a:cxnLst>
              <a:rect l="l" t="t" r="r" b="b"/>
              <a:pathLst>
                <a:path w="1388518" h="654095">
                  <a:moveTo>
                    <a:pt x="29508" y="644259"/>
                  </a:moveTo>
                  <a:lnTo>
                    <a:pt x="26229" y="645899"/>
                  </a:lnTo>
                  <a:lnTo>
                    <a:pt x="21311" y="647538"/>
                  </a:lnTo>
                  <a:lnTo>
                    <a:pt x="22951" y="642620"/>
                  </a:lnTo>
                  <a:lnTo>
                    <a:pt x="18033" y="640981"/>
                  </a:lnTo>
                  <a:lnTo>
                    <a:pt x="14754" y="642620"/>
                  </a:lnTo>
                  <a:lnTo>
                    <a:pt x="16393" y="645899"/>
                  </a:lnTo>
                  <a:lnTo>
                    <a:pt x="11475" y="647538"/>
                  </a:lnTo>
                  <a:lnTo>
                    <a:pt x="8197" y="649177"/>
                  </a:lnTo>
                  <a:lnTo>
                    <a:pt x="4918" y="650817"/>
                  </a:lnTo>
                  <a:lnTo>
                    <a:pt x="0" y="652456"/>
                  </a:lnTo>
                  <a:lnTo>
                    <a:pt x="4918" y="649177"/>
                  </a:lnTo>
                  <a:lnTo>
                    <a:pt x="8197" y="645899"/>
                  </a:lnTo>
                  <a:lnTo>
                    <a:pt x="11475" y="642620"/>
                  </a:lnTo>
                  <a:lnTo>
                    <a:pt x="14754" y="639341"/>
                  </a:lnTo>
                  <a:lnTo>
                    <a:pt x="18033" y="637702"/>
                  </a:lnTo>
                  <a:lnTo>
                    <a:pt x="21311" y="637702"/>
                  </a:lnTo>
                  <a:lnTo>
                    <a:pt x="26229" y="636063"/>
                  </a:lnTo>
                  <a:lnTo>
                    <a:pt x="29508" y="634423"/>
                  </a:lnTo>
                  <a:lnTo>
                    <a:pt x="26229" y="636063"/>
                  </a:lnTo>
                  <a:lnTo>
                    <a:pt x="29508" y="636063"/>
                  </a:lnTo>
                  <a:lnTo>
                    <a:pt x="34426" y="636063"/>
                  </a:lnTo>
                  <a:lnTo>
                    <a:pt x="37705" y="632784"/>
                  </a:lnTo>
                  <a:lnTo>
                    <a:pt x="40983" y="632784"/>
                  </a:lnTo>
                  <a:lnTo>
                    <a:pt x="44262" y="629505"/>
                  </a:lnTo>
                  <a:lnTo>
                    <a:pt x="49180" y="629505"/>
                  </a:lnTo>
                  <a:lnTo>
                    <a:pt x="52459" y="629505"/>
                  </a:lnTo>
                  <a:lnTo>
                    <a:pt x="55737" y="624587"/>
                  </a:lnTo>
                  <a:lnTo>
                    <a:pt x="59016" y="622948"/>
                  </a:lnTo>
                  <a:lnTo>
                    <a:pt x="62295" y="621309"/>
                  </a:lnTo>
                  <a:lnTo>
                    <a:pt x="67213" y="619669"/>
                  </a:lnTo>
                  <a:lnTo>
                    <a:pt x="70491" y="618030"/>
                  </a:lnTo>
                  <a:lnTo>
                    <a:pt x="73770" y="616391"/>
                  </a:lnTo>
                  <a:lnTo>
                    <a:pt x="78688" y="614751"/>
                  </a:lnTo>
                  <a:lnTo>
                    <a:pt x="81967" y="613112"/>
                  </a:lnTo>
                  <a:lnTo>
                    <a:pt x="85246" y="611473"/>
                  </a:lnTo>
                  <a:lnTo>
                    <a:pt x="90164" y="611473"/>
                  </a:lnTo>
                  <a:lnTo>
                    <a:pt x="93442" y="609833"/>
                  </a:lnTo>
                  <a:lnTo>
                    <a:pt x="96721" y="608194"/>
                  </a:lnTo>
                  <a:lnTo>
                    <a:pt x="101639" y="606555"/>
                  </a:lnTo>
                  <a:lnTo>
                    <a:pt x="104918" y="606555"/>
                  </a:lnTo>
                  <a:lnTo>
                    <a:pt x="109836" y="604915"/>
                  </a:lnTo>
                  <a:lnTo>
                    <a:pt x="113114" y="604915"/>
                  </a:lnTo>
                  <a:lnTo>
                    <a:pt x="116393" y="603276"/>
                  </a:lnTo>
                  <a:lnTo>
                    <a:pt x="121311" y="603276"/>
                  </a:lnTo>
                  <a:lnTo>
                    <a:pt x="116393" y="604915"/>
                  </a:lnTo>
                  <a:lnTo>
                    <a:pt x="121311" y="604915"/>
                  </a:lnTo>
                  <a:lnTo>
                    <a:pt x="124590" y="604915"/>
                  </a:lnTo>
                  <a:lnTo>
                    <a:pt x="127868" y="604915"/>
                  </a:lnTo>
                  <a:lnTo>
                    <a:pt x="132786" y="603276"/>
                  </a:lnTo>
                  <a:lnTo>
                    <a:pt x="127868" y="604915"/>
                  </a:lnTo>
                  <a:lnTo>
                    <a:pt x="124590" y="606555"/>
                  </a:lnTo>
                  <a:lnTo>
                    <a:pt x="124590" y="611473"/>
                  </a:lnTo>
                  <a:lnTo>
                    <a:pt x="122950" y="614751"/>
                  </a:lnTo>
                  <a:lnTo>
                    <a:pt x="126229" y="614751"/>
                  </a:lnTo>
                  <a:lnTo>
                    <a:pt x="127868" y="611473"/>
                  </a:lnTo>
                  <a:lnTo>
                    <a:pt x="131147" y="608194"/>
                  </a:lnTo>
                  <a:lnTo>
                    <a:pt x="136065" y="608194"/>
                  </a:lnTo>
                  <a:lnTo>
                    <a:pt x="139344" y="608194"/>
                  </a:lnTo>
                  <a:lnTo>
                    <a:pt x="140983" y="611473"/>
                  </a:lnTo>
                  <a:lnTo>
                    <a:pt x="144262" y="609833"/>
                  </a:lnTo>
                  <a:lnTo>
                    <a:pt x="142622" y="606555"/>
                  </a:lnTo>
                  <a:lnTo>
                    <a:pt x="144262" y="601637"/>
                  </a:lnTo>
                  <a:lnTo>
                    <a:pt x="147540" y="599997"/>
                  </a:lnTo>
                  <a:lnTo>
                    <a:pt x="152458" y="598358"/>
                  </a:lnTo>
                  <a:lnTo>
                    <a:pt x="155737" y="595079"/>
                  </a:lnTo>
                  <a:lnTo>
                    <a:pt x="159016" y="593440"/>
                  </a:lnTo>
                  <a:lnTo>
                    <a:pt x="163934" y="591801"/>
                  </a:lnTo>
                  <a:lnTo>
                    <a:pt x="167212" y="590161"/>
                  </a:lnTo>
                  <a:lnTo>
                    <a:pt x="170491" y="588522"/>
                  </a:lnTo>
                  <a:lnTo>
                    <a:pt x="175409" y="586883"/>
                  </a:lnTo>
                  <a:lnTo>
                    <a:pt x="178688" y="585243"/>
                  </a:lnTo>
                  <a:lnTo>
                    <a:pt x="181966" y="583604"/>
                  </a:lnTo>
                  <a:lnTo>
                    <a:pt x="186884" y="583604"/>
                  </a:lnTo>
                  <a:lnTo>
                    <a:pt x="190163" y="581965"/>
                  </a:lnTo>
                  <a:lnTo>
                    <a:pt x="193442" y="580325"/>
                  </a:lnTo>
                  <a:lnTo>
                    <a:pt x="198360" y="578686"/>
                  </a:lnTo>
                  <a:lnTo>
                    <a:pt x="201638" y="578686"/>
                  </a:lnTo>
                  <a:lnTo>
                    <a:pt x="204917" y="577046"/>
                  </a:lnTo>
                  <a:lnTo>
                    <a:pt x="209835" y="577046"/>
                  </a:lnTo>
                  <a:lnTo>
                    <a:pt x="213114" y="575407"/>
                  </a:lnTo>
                  <a:lnTo>
                    <a:pt x="216392" y="573768"/>
                  </a:lnTo>
                  <a:lnTo>
                    <a:pt x="219671" y="572129"/>
                  </a:lnTo>
                  <a:lnTo>
                    <a:pt x="224589" y="572129"/>
                  </a:lnTo>
                  <a:lnTo>
                    <a:pt x="227868" y="570489"/>
                  </a:lnTo>
                  <a:lnTo>
                    <a:pt x="231147" y="568850"/>
                  </a:lnTo>
                  <a:lnTo>
                    <a:pt x="236065" y="570489"/>
                  </a:lnTo>
                  <a:lnTo>
                    <a:pt x="239343" y="570489"/>
                  </a:lnTo>
                  <a:lnTo>
                    <a:pt x="242622" y="568850"/>
                  </a:lnTo>
                  <a:lnTo>
                    <a:pt x="245901" y="565571"/>
                  </a:lnTo>
                  <a:lnTo>
                    <a:pt x="249179" y="562293"/>
                  </a:lnTo>
                  <a:lnTo>
                    <a:pt x="254097" y="559014"/>
                  </a:lnTo>
                  <a:lnTo>
                    <a:pt x="257376" y="557374"/>
                  </a:lnTo>
                  <a:lnTo>
                    <a:pt x="260655" y="555735"/>
                  </a:lnTo>
                  <a:lnTo>
                    <a:pt x="265573" y="554096"/>
                  </a:lnTo>
                  <a:lnTo>
                    <a:pt x="268851" y="552456"/>
                  </a:lnTo>
                  <a:lnTo>
                    <a:pt x="272130" y="550817"/>
                  </a:lnTo>
                  <a:lnTo>
                    <a:pt x="277048" y="549178"/>
                  </a:lnTo>
                  <a:lnTo>
                    <a:pt x="280327" y="547539"/>
                  </a:lnTo>
                  <a:lnTo>
                    <a:pt x="285245" y="547539"/>
                  </a:lnTo>
                  <a:lnTo>
                    <a:pt x="288523" y="544260"/>
                  </a:lnTo>
                  <a:lnTo>
                    <a:pt x="291802" y="544260"/>
                  </a:lnTo>
                  <a:lnTo>
                    <a:pt x="295081" y="540981"/>
                  </a:lnTo>
                  <a:lnTo>
                    <a:pt x="299999" y="540981"/>
                  </a:lnTo>
                  <a:lnTo>
                    <a:pt x="303277" y="539342"/>
                  </a:lnTo>
                  <a:lnTo>
                    <a:pt x="306556" y="537703"/>
                  </a:lnTo>
                  <a:lnTo>
                    <a:pt x="304917" y="542621"/>
                  </a:lnTo>
                  <a:lnTo>
                    <a:pt x="308195" y="542621"/>
                  </a:lnTo>
                  <a:lnTo>
                    <a:pt x="313113" y="540981"/>
                  </a:lnTo>
                  <a:lnTo>
                    <a:pt x="316392" y="539342"/>
                  </a:lnTo>
                  <a:lnTo>
                    <a:pt x="313113" y="540981"/>
                  </a:lnTo>
                  <a:lnTo>
                    <a:pt x="309835" y="540981"/>
                  </a:lnTo>
                  <a:lnTo>
                    <a:pt x="308195" y="540981"/>
                  </a:lnTo>
                  <a:lnTo>
                    <a:pt x="311474" y="537703"/>
                  </a:lnTo>
                  <a:lnTo>
                    <a:pt x="313113" y="534424"/>
                  </a:lnTo>
                  <a:lnTo>
                    <a:pt x="316392" y="531145"/>
                  </a:lnTo>
                  <a:lnTo>
                    <a:pt x="319671" y="527866"/>
                  </a:lnTo>
                  <a:lnTo>
                    <a:pt x="322949" y="526227"/>
                  </a:lnTo>
                  <a:lnTo>
                    <a:pt x="327867" y="522949"/>
                  </a:lnTo>
                  <a:lnTo>
                    <a:pt x="331146" y="519670"/>
                  </a:lnTo>
                  <a:lnTo>
                    <a:pt x="334425" y="516391"/>
                  </a:lnTo>
                  <a:lnTo>
                    <a:pt x="339343" y="514752"/>
                  </a:lnTo>
                  <a:lnTo>
                    <a:pt x="342621" y="513112"/>
                  </a:lnTo>
                  <a:lnTo>
                    <a:pt x="345900" y="513112"/>
                  </a:lnTo>
                  <a:lnTo>
                    <a:pt x="350818" y="511473"/>
                  </a:lnTo>
                  <a:lnTo>
                    <a:pt x="354097" y="513112"/>
                  </a:lnTo>
                  <a:lnTo>
                    <a:pt x="350818" y="511473"/>
                  </a:lnTo>
                  <a:lnTo>
                    <a:pt x="345900" y="511473"/>
                  </a:lnTo>
                  <a:lnTo>
                    <a:pt x="347539" y="508194"/>
                  </a:lnTo>
                  <a:lnTo>
                    <a:pt x="350818" y="504916"/>
                  </a:lnTo>
                  <a:lnTo>
                    <a:pt x="354097" y="503276"/>
                  </a:lnTo>
                  <a:lnTo>
                    <a:pt x="359015" y="499998"/>
                  </a:lnTo>
                  <a:lnTo>
                    <a:pt x="362293" y="498359"/>
                  </a:lnTo>
                  <a:lnTo>
                    <a:pt x="365572" y="498359"/>
                  </a:lnTo>
                  <a:lnTo>
                    <a:pt x="368851" y="496719"/>
                  </a:lnTo>
                  <a:lnTo>
                    <a:pt x="373769" y="495080"/>
                  </a:lnTo>
                  <a:lnTo>
                    <a:pt x="377047" y="493440"/>
                  </a:lnTo>
                  <a:lnTo>
                    <a:pt x="381965" y="491801"/>
                  </a:lnTo>
                  <a:lnTo>
                    <a:pt x="383605" y="490162"/>
                  </a:lnTo>
                  <a:lnTo>
                    <a:pt x="388523" y="486883"/>
                  </a:lnTo>
                  <a:lnTo>
                    <a:pt x="391802" y="485244"/>
                  </a:lnTo>
                  <a:lnTo>
                    <a:pt x="395080" y="481965"/>
                  </a:lnTo>
                  <a:lnTo>
                    <a:pt x="399998" y="480326"/>
                  </a:lnTo>
                  <a:lnTo>
                    <a:pt x="403277" y="480326"/>
                  </a:lnTo>
                  <a:lnTo>
                    <a:pt x="406556" y="477047"/>
                  </a:lnTo>
                  <a:lnTo>
                    <a:pt x="411474" y="473768"/>
                  </a:lnTo>
                  <a:lnTo>
                    <a:pt x="413113" y="473768"/>
                  </a:lnTo>
                  <a:lnTo>
                    <a:pt x="408195" y="475408"/>
                  </a:lnTo>
                  <a:lnTo>
                    <a:pt x="404916" y="477047"/>
                  </a:lnTo>
                  <a:lnTo>
                    <a:pt x="399998" y="480326"/>
                  </a:lnTo>
                  <a:lnTo>
                    <a:pt x="396720" y="480326"/>
                  </a:lnTo>
                  <a:lnTo>
                    <a:pt x="393441" y="481965"/>
                  </a:lnTo>
                  <a:lnTo>
                    <a:pt x="390162" y="483604"/>
                  </a:lnTo>
                  <a:lnTo>
                    <a:pt x="385244" y="485244"/>
                  </a:lnTo>
                  <a:lnTo>
                    <a:pt x="381965" y="486883"/>
                  </a:lnTo>
                  <a:lnTo>
                    <a:pt x="378687" y="486883"/>
                  </a:lnTo>
                  <a:lnTo>
                    <a:pt x="373769" y="488522"/>
                  </a:lnTo>
                  <a:lnTo>
                    <a:pt x="370490" y="488522"/>
                  </a:lnTo>
                  <a:lnTo>
                    <a:pt x="367211" y="490162"/>
                  </a:lnTo>
                  <a:lnTo>
                    <a:pt x="362293" y="490162"/>
                  </a:lnTo>
                  <a:lnTo>
                    <a:pt x="359015" y="491801"/>
                  </a:lnTo>
                  <a:lnTo>
                    <a:pt x="355736" y="493440"/>
                  </a:lnTo>
                  <a:lnTo>
                    <a:pt x="350818" y="493440"/>
                  </a:lnTo>
                  <a:lnTo>
                    <a:pt x="347539" y="495080"/>
                  </a:lnTo>
                  <a:lnTo>
                    <a:pt x="342621" y="495080"/>
                  </a:lnTo>
                  <a:lnTo>
                    <a:pt x="340982" y="493440"/>
                  </a:lnTo>
                  <a:lnTo>
                    <a:pt x="344261" y="490162"/>
                  </a:lnTo>
                  <a:lnTo>
                    <a:pt x="342621" y="485244"/>
                  </a:lnTo>
                  <a:lnTo>
                    <a:pt x="345900" y="483604"/>
                  </a:lnTo>
                  <a:lnTo>
                    <a:pt x="349179" y="481965"/>
                  </a:lnTo>
                  <a:lnTo>
                    <a:pt x="354097" y="478686"/>
                  </a:lnTo>
                  <a:lnTo>
                    <a:pt x="357375" y="478686"/>
                  </a:lnTo>
                  <a:lnTo>
                    <a:pt x="362293" y="478686"/>
                  </a:lnTo>
                  <a:lnTo>
                    <a:pt x="360654" y="483604"/>
                  </a:lnTo>
                  <a:lnTo>
                    <a:pt x="362293" y="483604"/>
                  </a:lnTo>
                  <a:lnTo>
                    <a:pt x="365572" y="480326"/>
                  </a:lnTo>
                  <a:lnTo>
                    <a:pt x="360654" y="477047"/>
                  </a:lnTo>
                  <a:lnTo>
                    <a:pt x="359015" y="473768"/>
                  </a:lnTo>
                  <a:lnTo>
                    <a:pt x="359015" y="472129"/>
                  </a:lnTo>
                  <a:lnTo>
                    <a:pt x="355736" y="477047"/>
                  </a:lnTo>
                  <a:lnTo>
                    <a:pt x="352457" y="478686"/>
                  </a:lnTo>
                  <a:lnTo>
                    <a:pt x="349179" y="480326"/>
                  </a:lnTo>
                  <a:lnTo>
                    <a:pt x="345900" y="481965"/>
                  </a:lnTo>
                  <a:lnTo>
                    <a:pt x="340982" y="483604"/>
                  </a:lnTo>
                  <a:lnTo>
                    <a:pt x="337703" y="485244"/>
                  </a:lnTo>
                  <a:lnTo>
                    <a:pt x="340982" y="480326"/>
                  </a:lnTo>
                  <a:lnTo>
                    <a:pt x="337703" y="483604"/>
                  </a:lnTo>
                  <a:lnTo>
                    <a:pt x="332785" y="486883"/>
                  </a:lnTo>
                  <a:lnTo>
                    <a:pt x="329507" y="490162"/>
                  </a:lnTo>
                  <a:lnTo>
                    <a:pt x="326228" y="490162"/>
                  </a:lnTo>
                  <a:lnTo>
                    <a:pt x="324589" y="493440"/>
                  </a:lnTo>
                  <a:lnTo>
                    <a:pt x="321310" y="496719"/>
                  </a:lnTo>
                  <a:lnTo>
                    <a:pt x="319671" y="501637"/>
                  </a:lnTo>
                  <a:lnTo>
                    <a:pt x="314753" y="503276"/>
                  </a:lnTo>
                  <a:lnTo>
                    <a:pt x="311474" y="504916"/>
                  </a:lnTo>
                  <a:lnTo>
                    <a:pt x="308195" y="503276"/>
                  </a:lnTo>
                  <a:lnTo>
                    <a:pt x="308195" y="503276"/>
                  </a:lnTo>
                  <a:lnTo>
                    <a:pt x="308195" y="498359"/>
                  </a:lnTo>
                  <a:lnTo>
                    <a:pt x="309835" y="495080"/>
                  </a:lnTo>
                  <a:lnTo>
                    <a:pt x="311474" y="491801"/>
                  </a:lnTo>
                  <a:lnTo>
                    <a:pt x="311474" y="486883"/>
                  </a:lnTo>
                  <a:lnTo>
                    <a:pt x="308195" y="486883"/>
                  </a:lnTo>
                  <a:lnTo>
                    <a:pt x="311474" y="483604"/>
                  </a:lnTo>
                  <a:lnTo>
                    <a:pt x="308195" y="483604"/>
                  </a:lnTo>
                  <a:lnTo>
                    <a:pt x="304917" y="485244"/>
                  </a:lnTo>
                  <a:lnTo>
                    <a:pt x="299999" y="486883"/>
                  </a:lnTo>
                  <a:lnTo>
                    <a:pt x="296720" y="488522"/>
                  </a:lnTo>
                  <a:lnTo>
                    <a:pt x="298359" y="485244"/>
                  </a:lnTo>
                  <a:lnTo>
                    <a:pt x="298359" y="485244"/>
                  </a:lnTo>
                  <a:lnTo>
                    <a:pt x="295081" y="485244"/>
                  </a:lnTo>
                  <a:lnTo>
                    <a:pt x="293441" y="481965"/>
                  </a:lnTo>
                  <a:lnTo>
                    <a:pt x="296720" y="480326"/>
                  </a:lnTo>
                  <a:lnTo>
                    <a:pt x="293441" y="478686"/>
                  </a:lnTo>
                  <a:lnTo>
                    <a:pt x="288523" y="478686"/>
                  </a:lnTo>
                  <a:lnTo>
                    <a:pt x="285245" y="480326"/>
                  </a:lnTo>
                  <a:lnTo>
                    <a:pt x="281966" y="481965"/>
                  </a:lnTo>
                  <a:lnTo>
                    <a:pt x="277048" y="483604"/>
                  </a:lnTo>
                  <a:lnTo>
                    <a:pt x="273769" y="485244"/>
                  </a:lnTo>
                  <a:lnTo>
                    <a:pt x="268851" y="485244"/>
                  </a:lnTo>
                  <a:lnTo>
                    <a:pt x="265573" y="485244"/>
                  </a:lnTo>
                  <a:lnTo>
                    <a:pt x="262294" y="486883"/>
                  </a:lnTo>
                  <a:lnTo>
                    <a:pt x="257376" y="488522"/>
                  </a:lnTo>
                  <a:lnTo>
                    <a:pt x="254097" y="486883"/>
                  </a:lnTo>
                  <a:lnTo>
                    <a:pt x="250819" y="490162"/>
                  </a:lnTo>
                  <a:lnTo>
                    <a:pt x="245901" y="491801"/>
                  </a:lnTo>
                  <a:lnTo>
                    <a:pt x="242622" y="493440"/>
                  </a:lnTo>
                  <a:lnTo>
                    <a:pt x="239343" y="495080"/>
                  </a:lnTo>
                  <a:lnTo>
                    <a:pt x="234425" y="495080"/>
                  </a:lnTo>
                  <a:lnTo>
                    <a:pt x="231147" y="496719"/>
                  </a:lnTo>
                  <a:lnTo>
                    <a:pt x="226228" y="495080"/>
                  </a:lnTo>
                  <a:lnTo>
                    <a:pt x="222950" y="495080"/>
                  </a:lnTo>
                  <a:lnTo>
                    <a:pt x="226228" y="493440"/>
                  </a:lnTo>
                  <a:lnTo>
                    <a:pt x="231147" y="493440"/>
                  </a:lnTo>
                  <a:lnTo>
                    <a:pt x="234425" y="490162"/>
                  </a:lnTo>
                  <a:lnTo>
                    <a:pt x="237704" y="490162"/>
                  </a:lnTo>
                  <a:lnTo>
                    <a:pt x="242622" y="488522"/>
                  </a:lnTo>
                  <a:lnTo>
                    <a:pt x="242622" y="485244"/>
                  </a:lnTo>
                  <a:lnTo>
                    <a:pt x="247540" y="481965"/>
                  </a:lnTo>
                  <a:lnTo>
                    <a:pt x="250819" y="477047"/>
                  </a:lnTo>
                  <a:lnTo>
                    <a:pt x="254097" y="478686"/>
                  </a:lnTo>
                  <a:lnTo>
                    <a:pt x="257376" y="477047"/>
                  </a:lnTo>
                  <a:lnTo>
                    <a:pt x="262294" y="475408"/>
                  </a:lnTo>
                  <a:lnTo>
                    <a:pt x="257376" y="475408"/>
                  </a:lnTo>
                  <a:lnTo>
                    <a:pt x="254097" y="475408"/>
                  </a:lnTo>
                  <a:lnTo>
                    <a:pt x="250819" y="475408"/>
                  </a:lnTo>
                  <a:lnTo>
                    <a:pt x="252458" y="472129"/>
                  </a:lnTo>
                  <a:lnTo>
                    <a:pt x="254097" y="468850"/>
                  </a:lnTo>
                  <a:lnTo>
                    <a:pt x="257376" y="468850"/>
                  </a:lnTo>
                  <a:lnTo>
                    <a:pt x="262294" y="465572"/>
                  </a:lnTo>
                  <a:lnTo>
                    <a:pt x="265573" y="463932"/>
                  </a:lnTo>
                  <a:lnTo>
                    <a:pt x="268851" y="462293"/>
                  </a:lnTo>
                  <a:lnTo>
                    <a:pt x="272130" y="460654"/>
                  </a:lnTo>
                  <a:lnTo>
                    <a:pt x="277048" y="459014"/>
                  </a:lnTo>
                  <a:lnTo>
                    <a:pt x="278687" y="455736"/>
                  </a:lnTo>
                  <a:lnTo>
                    <a:pt x="280327" y="452457"/>
                  </a:lnTo>
                  <a:lnTo>
                    <a:pt x="281966" y="447539"/>
                  </a:lnTo>
                  <a:lnTo>
                    <a:pt x="283605" y="444260"/>
                  </a:lnTo>
                  <a:lnTo>
                    <a:pt x="288523" y="440982"/>
                  </a:lnTo>
                  <a:lnTo>
                    <a:pt x="286884" y="439342"/>
                  </a:lnTo>
                  <a:lnTo>
                    <a:pt x="290163" y="434424"/>
                  </a:lnTo>
                  <a:lnTo>
                    <a:pt x="295081" y="432785"/>
                  </a:lnTo>
                  <a:lnTo>
                    <a:pt x="298359" y="431146"/>
                  </a:lnTo>
                  <a:lnTo>
                    <a:pt x="295081" y="431146"/>
                  </a:lnTo>
                  <a:lnTo>
                    <a:pt x="290163" y="432785"/>
                  </a:lnTo>
                  <a:lnTo>
                    <a:pt x="293441" y="429506"/>
                  </a:lnTo>
                  <a:lnTo>
                    <a:pt x="298359" y="426228"/>
                  </a:lnTo>
                  <a:lnTo>
                    <a:pt x="301638" y="422949"/>
                  </a:lnTo>
                  <a:lnTo>
                    <a:pt x="304917" y="421310"/>
                  </a:lnTo>
                  <a:lnTo>
                    <a:pt x="309835" y="419670"/>
                  </a:lnTo>
                  <a:lnTo>
                    <a:pt x="313113" y="416392"/>
                  </a:lnTo>
                  <a:lnTo>
                    <a:pt x="316392" y="414752"/>
                  </a:lnTo>
                  <a:lnTo>
                    <a:pt x="321310" y="413113"/>
                  </a:lnTo>
                  <a:lnTo>
                    <a:pt x="324589" y="413113"/>
                  </a:lnTo>
                  <a:lnTo>
                    <a:pt x="329507" y="411474"/>
                  </a:lnTo>
                  <a:lnTo>
                    <a:pt x="331146" y="409834"/>
                  </a:lnTo>
                  <a:lnTo>
                    <a:pt x="327867" y="411474"/>
                  </a:lnTo>
                  <a:lnTo>
                    <a:pt x="324589" y="413113"/>
                  </a:lnTo>
                  <a:lnTo>
                    <a:pt x="324589" y="409834"/>
                  </a:lnTo>
                  <a:lnTo>
                    <a:pt x="321310" y="413113"/>
                  </a:lnTo>
                  <a:lnTo>
                    <a:pt x="316392" y="413113"/>
                  </a:lnTo>
                  <a:lnTo>
                    <a:pt x="313113" y="416392"/>
                  </a:lnTo>
                  <a:lnTo>
                    <a:pt x="309835" y="418031"/>
                  </a:lnTo>
                  <a:lnTo>
                    <a:pt x="304917" y="419670"/>
                  </a:lnTo>
                  <a:lnTo>
                    <a:pt x="301638" y="421310"/>
                  </a:lnTo>
                  <a:lnTo>
                    <a:pt x="298359" y="424588"/>
                  </a:lnTo>
                  <a:lnTo>
                    <a:pt x="293441" y="424588"/>
                  </a:lnTo>
                  <a:lnTo>
                    <a:pt x="290163" y="426228"/>
                  </a:lnTo>
                  <a:lnTo>
                    <a:pt x="286884" y="427867"/>
                  </a:lnTo>
                  <a:lnTo>
                    <a:pt x="288523" y="432785"/>
                  </a:lnTo>
                  <a:lnTo>
                    <a:pt x="283605" y="434424"/>
                  </a:lnTo>
                  <a:lnTo>
                    <a:pt x="280327" y="437703"/>
                  </a:lnTo>
                  <a:lnTo>
                    <a:pt x="277048" y="439342"/>
                  </a:lnTo>
                  <a:lnTo>
                    <a:pt x="273769" y="439342"/>
                  </a:lnTo>
                  <a:lnTo>
                    <a:pt x="270491" y="439342"/>
                  </a:lnTo>
                  <a:lnTo>
                    <a:pt x="265573" y="440982"/>
                  </a:lnTo>
                  <a:lnTo>
                    <a:pt x="262294" y="442621"/>
                  </a:lnTo>
                  <a:lnTo>
                    <a:pt x="257376" y="442621"/>
                  </a:lnTo>
                  <a:lnTo>
                    <a:pt x="254097" y="444260"/>
                  </a:lnTo>
                  <a:lnTo>
                    <a:pt x="250819" y="444260"/>
                  </a:lnTo>
                  <a:lnTo>
                    <a:pt x="245901" y="445900"/>
                  </a:lnTo>
                  <a:lnTo>
                    <a:pt x="242622" y="445900"/>
                  </a:lnTo>
                  <a:lnTo>
                    <a:pt x="237704" y="445900"/>
                  </a:lnTo>
                  <a:lnTo>
                    <a:pt x="234425" y="447539"/>
                  </a:lnTo>
                  <a:lnTo>
                    <a:pt x="231147" y="447539"/>
                  </a:lnTo>
                  <a:lnTo>
                    <a:pt x="226228" y="447539"/>
                  </a:lnTo>
                  <a:lnTo>
                    <a:pt x="222950" y="445900"/>
                  </a:lnTo>
                  <a:lnTo>
                    <a:pt x="219671" y="445900"/>
                  </a:lnTo>
                  <a:lnTo>
                    <a:pt x="221310" y="440982"/>
                  </a:lnTo>
                  <a:lnTo>
                    <a:pt x="224589" y="440982"/>
                  </a:lnTo>
                  <a:lnTo>
                    <a:pt x="227868" y="439342"/>
                  </a:lnTo>
                  <a:lnTo>
                    <a:pt x="224589" y="436064"/>
                  </a:lnTo>
                  <a:lnTo>
                    <a:pt x="224589" y="432785"/>
                  </a:lnTo>
                  <a:lnTo>
                    <a:pt x="226228" y="431146"/>
                  </a:lnTo>
                  <a:lnTo>
                    <a:pt x="224589" y="427867"/>
                  </a:lnTo>
                  <a:lnTo>
                    <a:pt x="227868" y="426228"/>
                  </a:lnTo>
                  <a:lnTo>
                    <a:pt x="224589" y="427867"/>
                  </a:lnTo>
                  <a:lnTo>
                    <a:pt x="222950" y="427867"/>
                  </a:lnTo>
                  <a:lnTo>
                    <a:pt x="219671" y="426228"/>
                  </a:lnTo>
                  <a:lnTo>
                    <a:pt x="218032" y="422949"/>
                  </a:lnTo>
                  <a:lnTo>
                    <a:pt x="221310" y="419670"/>
                  </a:lnTo>
                  <a:lnTo>
                    <a:pt x="226228" y="419670"/>
                  </a:lnTo>
                  <a:lnTo>
                    <a:pt x="221310" y="418031"/>
                  </a:lnTo>
                  <a:lnTo>
                    <a:pt x="218032" y="419670"/>
                  </a:lnTo>
                  <a:lnTo>
                    <a:pt x="221310" y="414752"/>
                  </a:lnTo>
                  <a:lnTo>
                    <a:pt x="226228" y="413113"/>
                  </a:lnTo>
                  <a:lnTo>
                    <a:pt x="229507" y="413113"/>
                  </a:lnTo>
                  <a:lnTo>
                    <a:pt x="232786" y="411474"/>
                  </a:lnTo>
                  <a:lnTo>
                    <a:pt x="237704" y="409834"/>
                  </a:lnTo>
                  <a:lnTo>
                    <a:pt x="240983" y="406556"/>
                  </a:lnTo>
                  <a:lnTo>
                    <a:pt x="244261" y="406556"/>
                  </a:lnTo>
                  <a:lnTo>
                    <a:pt x="249179" y="401637"/>
                  </a:lnTo>
                  <a:lnTo>
                    <a:pt x="252458" y="403277"/>
                  </a:lnTo>
                  <a:lnTo>
                    <a:pt x="255737" y="403277"/>
                  </a:lnTo>
                  <a:lnTo>
                    <a:pt x="254097" y="406556"/>
                  </a:lnTo>
                  <a:lnTo>
                    <a:pt x="257376" y="406556"/>
                  </a:lnTo>
                  <a:lnTo>
                    <a:pt x="260655" y="406556"/>
                  </a:lnTo>
                  <a:lnTo>
                    <a:pt x="260655" y="411474"/>
                  </a:lnTo>
                  <a:lnTo>
                    <a:pt x="255737" y="411474"/>
                  </a:lnTo>
                  <a:lnTo>
                    <a:pt x="252458" y="414752"/>
                  </a:lnTo>
                  <a:lnTo>
                    <a:pt x="249179" y="414752"/>
                  </a:lnTo>
                  <a:lnTo>
                    <a:pt x="245901" y="416392"/>
                  </a:lnTo>
                  <a:lnTo>
                    <a:pt x="250819" y="414752"/>
                  </a:lnTo>
                  <a:lnTo>
                    <a:pt x="254097" y="413113"/>
                  </a:lnTo>
                  <a:lnTo>
                    <a:pt x="257376" y="413113"/>
                  </a:lnTo>
                  <a:lnTo>
                    <a:pt x="262294" y="411474"/>
                  </a:lnTo>
                  <a:lnTo>
                    <a:pt x="265573" y="409834"/>
                  </a:lnTo>
                  <a:lnTo>
                    <a:pt x="268851" y="408195"/>
                  </a:lnTo>
                  <a:lnTo>
                    <a:pt x="272130" y="408195"/>
                  </a:lnTo>
                  <a:lnTo>
                    <a:pt x="270491" y="411474"/>
                  </a:lnTo>
                  <a:lnTo>
                    <a:pt x="267212" y="414752"/>
                  </a:lnTo>
                  <a:lnTo>
                    <a:pt x="270491" y="414752"/>
                  </a:lnTo>
                  <a:lnTo>
                    <a:pt x="275409" y="414752"/>
                  </a:lnTo>
                  <a:lnTo>
                    <a:pt x="278687" y="413113"/>
                  </a:lnTo>
                  <a:lnTo>
                    <a:pt x="281966" y="411474"/>
                  </a:lnTo>
                  <a:lnTo>
                    <a:pt x="285245" y="409834"/>
                  </a:lnTo>
                  <a:lnTo>
                    <a:pt x="283605" y="404916"/>
                  </a:lnTo>
                  <a:lnTo>
                    <a:pt x="280327" y="404916"/>
                  </a:lnTo>
                  <a:lnTo>
                    <a:pt x="283605" y="403277"/>
                  </a:lnTo>
                  <a:lnTo>
                    <a:pt x="286884" y="403277"/>
                  </a:lnTo>
                  <a:lnTo>
                    <a:pt x="291802" y="403277"/>
                  </a:lnTo>
                  <a:lnTo>
                    <a:pt x="286884" y="401637"/>
                  </a:lnTo>
                  <a:lnTo>
                    <a:pt x="291802" y="399998"/>
                  </a:lnTo>
                  <a:lnTo>
                    <a:pt x="286884" y="399998"/>
                  </a:lnTo>
                  <a:lnTo>
                    <a:pt x="283605" y="401637"/>
                  </a:lnTo>
                  <a:lnTo>
                    <a:pt x="280327" y="403277"/>
                  </a:lnTo>
                  <a:lnTo>
                    <a:pt x="275409" y="404916"/>
                  </a:lnTo>
                  <a:lnTo>
                    <a:pt x="272130" y="404916"/>
                  </a:lnTo>
                  <a:lnTo>
                    <a:pt x="268851" y="404916"/>
                  </a:lnTo>
                  <a:lnTo>
                    <a:pt x="265573" y="404916"/>
                  </a:lnTo>
                  <a:lnTo>
                    <a:pt x="260655" y="404916"/>
                  </a:lnTo>
                  <a:lnTo>
                    <a:pt x="257376" y="401637"/>
                  </a:lnTo>
                  <a:lnTo>
                    <a:pt x="252458" y="403277"/>
                  </a:lnTo>
                  <a:lnTo>
                    <a:pt x="249179" y="401637"/>
                  </a:lnTo>
                  <a:lnTo>
                    <a:pt x="245901" y="403277"/>
                  </a:lnTo>
                  <a:lnTo>
                    <a:pt x="247540" y="398359"/>
                  </a:lnTo>
                  <a:lnTo>
                    <a:pt x="250819" y="398359"/>
                  </a:lnTo>
                  <a:lnTo>
                    <a:pt x="255737" y="396720"/>
                  </a:lnTo>
                  <a:lnTo>
                    <a:pt x="259015" y="395080"/>
                  </a:lnTo>
                  <a:lnTo>
                    <a:pt x="262294" y="395080"/>
                  </a:lnTo>
                  <a:lnTo>
                    <a:pt x="259015" y="393441"/>
                  </a:lnTo>
                  <a:lnTo>
                    <a:pt x="255737" y="396720"/>
                  </a:lnTo>
                  <a:lnTo>
                    <a:pt x="255737" y="391802"/>
                  </a:lnTo>
                  <a:lnTo>
                    <a:pt x="260655" y="390162"/>
                  </a:lnTo>
                  <a:lnTo>
                    <a:pt x="255737" y="391802"/>
                  </a:lnTo>
                  <a:lnTo>
                    <a:pt x="252458" y="391802"/>
                  </a:lnTo>
                  <a:lnTo>
                    <a:pt x="255737" y="388523"/>
                  </a:lnTo>
                  <a:lnTo>
                    <a:pt x="259015" y="388523"/>
                  </a:lnTo>
                  <a:lnTo>
                    <a:pt x="262294" y="385244"/>
                  </a:lnTo>
                  <a:lnTo>
                    <a:pt x="263933" y="383605"/>
                  </a:lnTo>
                  <a:lnTo>
                    <a:pt x="260655" y="385244"/>
                  </a:lnTo>
                  <a:lnTo>
                    <a:pt x="255737" y="388523"/>
                  </a:lnTo>
                  <a:lnTo>
                    <a:pt x="252458" y="390162"/>
                  </a:lnTo>
                  <a:lnTo>
                    <a:pt x="249179" y="393441"/>
                  </a:lnTo>
                  <a:lnTo>
                    <a:pt x="244261" y="395080"/>
                  </a:lnTo>
                  <a:lnTo>
                    <a:pt x="240983" y="395080"/>
                  </a:lnTo>
                  <a:lnTo>
                    <a:pt x="240983" y="391802"/>
                  </a:lnTo>
                  <a:lnTo>
                    <a:pt x="244261" y="388523"/>
                  </a:lnTo>
                  <a:lnTo>
                    <a:pt x="242622" y="385244"/>
                  </a:lnTo>
                  <a:lnTo>
                    <a:pt x="245901" y="381966"/>
                  </a:lnTo>
                  <a:lnTo>
                    <a:pt x="250819" y="380326"/>
                  </a:lnTo>
                  <a:lnTo>
                    <a:pt x="254097" y="378687"/>
                  </a:lnTo>
                  <a:lnTo>
                    <a:pt x="250819" y="377047"/>
                  </a:lnTo>
                  <a:lnTo>
                    <a:pt x="245901" y="377047"/>
                  </a:lnTo>
                  <a:lnTo>
                    <a:pt x="249179" y="373769"/>
                  </a:lnTo>
                  <a:lnTo>
                    <a:pt x="252458" y="370490"/>
                  </a:lnTo>
                  <a:lnTo>
                    <a:pt x="255737" y="372130"/>
                  </a:lnTo>
                  <a:lnTo>
                    <a:pt x="259015" y="372130"/>
                  </a:lnTo>
                  <a:lnTo>
                    <a:pt x="263933" y="370490"/>
                  </a:lnTo>
                  <a:lnTo>
                    <a:pt x="260655" y="370490"/>
                  </a:lnTo>
                  <a:lnTo>
                    <a:pt x="260655" y="367211"/>
                  </a:lnTo>
                  <a:lnTo>
                    <a:pt x="263933" y="365572"/>
                  </a:lnTo>
                  <a:lnTo>
                    <a:pt x="267212" y="365572"/>
                  </a:lnTo>
                  <a:lnTo>
                    <a:pt x="270491" y="365572"/>
                  </a:lnTo>
                  <a:lnTo>
                    <a:pt x="275409" y="363933"/>
                  </a:lnTo>
                  <a:lnTo>
                    <a:pt x="278687" y="360654"/>
                  </a:lnTo>
                  <a:lnTo>
                    <a:pt x="281966" y="357375"/>
                  </a:lnTo>
                  <a:lnTo>
                    <a:pt x="286884" y="355736"/>
                  </a:lnTo>
                  <a:lnTo>
                    <a:pt x="290163" y="352457"/>
                  </a:lnTo>
                  <a:lnTo>
                    <a:pt x="295081" y="352457"/>
                  </a:lnTo>
                  <a:lnTo>
                    <a:pt x="298359" y="350818"/>
                  </a:lnTo>
                  <a:lnTo>
                    <a:pt x="301638" y="349179"/>
                  </a:lnTo>
                  <a:lnTo>
                    <a:pt x="304917" y="347539"/>
                  </a:lnTo>
                  <a:lnTo>
                    <a:pt x="309835" y="345900"/>
                  </a:lnTo>
                  <a:lnTo>
                    <a:pt x="313113" y="344261"/>
                  </a:lnTo>
                  <a:lnTo>
                    <a:pt x="316392" y="342621"/>
                  </a:lnTo>
                  <a:lnTo>
                    <a:pt x="321310" y="340982"/>
                  </a:lnTo>
                  <a:lnTo>
                    <a:pt x="324589" y="339343"/>
                  </a:lnTo>
                  <a:lnTo>
                    <a:pt x="327867" y="337703"/>
                  </a:lnTo>
                  <a:lnTo>
                    <a:pt x="331146" y="337703"/>
                  </a:lnTo>
                  <a:lnTo>
                    <a:pt x="336064" y="337703"/>
                  </a:lnTo>
                  <a:lnTo>
                    <a:pt x="336064" y="340982"/>
                  </a:lnTo>
                  <a:lnTo>
                    <a:pt x="331146" y="344261"/>
                  </a:lnTo>
                  <a:lnTo>
                    <a:pt x="336064" y="342621"/>
                  </a:lnTo>
                  <a:lnTo>
                    <a:pt x="339343" y="340982"/>
                  </a:lnTo>
                  <a:lnTo>
                    <a:pt x="339343" y="340982"/>
                  </a:lnTo>
                  <a:lnTo>
                    <a:pt x="336064" y="339343"/>
                  </a:lnTo>
                  <a:lnTo>
                    <a:pt x="339343" y="336064"/>
                  </a:lnTo>
                  <a:lnTo>
                    <a:pt x="342621" y="334425"/>
                  </a:lnTo>
                  <a:lnTo>
                    <a:pt x="347539" y="334425"/>
                  </a:lnTo>
                  <a:lnTo>
                    <a:pt x="350818" y="332785"/>
                  </a:lnTo>
                  <a:lnTo>
                    <a:pt x="354097" y="331146"/>
                  </a:lnTo>
                  <a:lnTo>
                    <a:pt x="359015" y="329507"/>
                  </a:lnTo>
                  <a:lnTo>
                    <a:pt x="357375" y="329507"/>
                  </a:lnTo>
                  <a:lnTo>
                    <a:pt x="354097" y="331146"/>
                  </a:lnTo>
                  <a:lnTo>
                    <a:pt x="349179" y="331146"/>
                  </a:lnTo>
                  <a:lnTo>
                    <a:pt x="345900" y="332785"/>
                  </a:lnTo>
                  <a:lnTo>
                    <a:pt x="342621" y="334425"/>
                  </a:lnTo>
                  <a:lnTo>
                    <a:pt x="345900" y="331146"/>
                  </a:lnTo>
                  <a:lnTo>
                    <a:pt x="349179" y="327867"/>
                  </a:lnTo>
                  <a:lnTo>
                    <a:pt x="352457" y="327867"/>
                  </a:lnTo>
                  <a:lnTo>
                    <a:pt x="355736" y="322949"/>
                  </a:lnTo>
                  <a:lnTo>
                    <a:pt x="359015" y="321310"/>
                  </a:lnTo>
                  <a:lnTo>
                    <a:pt x="362293" y="319671"/>
                  </a:lnTo>
                  <a:lnTo>
                    <a:pt x="367211" y="318031"/>
                  </a:lnTo>
                  <a:lnTo>
                    <a:pt x="370490" y="318031"/>
                  </a:lnTo>
                  <a:lnTo>
                    <a:pt x="373769" y="318031"/>
                  </a:lnTo>
                  <a:lnTo>
                    <a:pt x="377047" y="318031"/>
                  </a:lnTo>
                  <a:lnTo>
                    <a:pt x="375408" y="314753"/>
                  </a:lnTo>
                  <a:lnTo>
                    <a:pt x="378687" y="313113"/>
                  </a:lnTo>
                  <a:lnTo>
                    <a:pt x="383605" y="311474"/>
                  </a:lnTo>
                  <a:lnTo>
                    <a:pt x="386884" y="309835"/>
                  </a:lnTo>
                  <a:lnTo>
                    <a:pt x="390162" y="309835"/>
                  </a:lnTo>
                  <a:lnTo>
                    <a:pt x="395080" y="309835"/>
                  </a:lnTo>
                  <a:lnTo>
                    <a:pt x="398359" y="309835"/>
                  </a:lnTo>
                  <a:lnTo>
                    <a:pt x="401638" y="309835"/>
                  </a:lnTo>
                  <a:lnTo>
                    <a:pt x="404916" y="311474"/>
                  </a:lnTo>
                  <a:lnTo>
                    <a:pt x="404916" y="314753"/>
                  </a:lnTo>
                  <a:lnTo>
                    <a:pt x="399998" y="316392"/>
                  </a:lnTo>
                  <a:lnTo>
                    <a:pt x="396720" y="318031"/>
                  </a:lnTo>
                  <a:lnTo>
                    <a:pt x="391802" y="318031"/>
                  </a:lnTo>
                  <a:lnTo>
                    <a:pt x="391802" y="319671"/>
                  </a:lnTo>
                  <a:lnTo>
                    <a:pt x="395080" y="318031"/>
                  </a:lnTo>
                  <a:lnTo>
                    <a:pt x="398359" y="318031"/>
                  </a:lnTo>
                  <a:lnTo>
                    <a:pt x="403277" y="316392"/>
                  </a:lnTo>
                  <a:lnTo>
                    <a:pt x="406556" y="314753"/>
                  </a:lnTo>
                  <a:lnTo>
                    <a:pt x="409834" y="318031"/>
                  </a:lnTo>
                  <a:lnTo>
                    <a:pt x="413113" y="318031"/>
                  </a:lnTo>
                  <a:lnTo>
                    <a:pt x="418031" y="316392"/>
                  </a:lnTo>
                  <a:lnTo>
                    <a:pt x="421310" y="314753"/>
                  </a:lnTo>
                  <a:lnTo>
                    <a:pt x="426228" y="314753"/>
                  </a:lnTo>
                  <a:lnTo>
                    <a:pt x="429506" y="313113"/>
                  </a:lnTo>
                  <a:lnTo>
                    <a:pt x="432785" y="311474"/>
                  </a:lnTo>
                  <a:lnTo>
                    <a:pt x="436064" y="309835"/>
                  </a:lnTo>
                  <a:lnTo>
                    <a:pt x="440982" y="309835"/>
                  </a:lnTo>
                  <a:lnTo>
                    <a:pt x="444260" y="306556"/>
                  </a:lnTo>
                  <a:lnTo>
                    <a:pt x="447539" y="306556"/>
                  </a:lnTo>
                  <a:lnTo>
                    <a:pt x="452457" y="304917"/>
                  </a:lnTo>
                  <a:lnTo>
                    <a:pt x="455736" y="303277"/>
                  </a:lnTo>
                  <a:lnTo>
                    <a:pt x="460654" y="301638"/>
                  </a:lnTo>
                  <a:lnTo>
                    <a:pt x="463932" y="299999"/>
                  </a:lnTo>
                  <a:lnTo>
                    <a:pt x="467211" y="298359"/>
                  </a:lnTo>
                  <a:lnTo>
                    <a:pt x="463932" y="301638"/>
                  </a:lnTo>
                  <a:lnTo>
                    <a:pt x="467211" y="301638"/>
                  </a:lnTo>
                  <a:lnTo>
                    <a:pt x="472129" y="301638"/>
                  </a:lnTo>
                  <a:lnTo>
                    <a:pt x="475408" y="301638"/>
                  </a:lnTo>
                  <a:lnTo>
                    <a:pt x="478686" y="299999"/>
                  </a:lnTo>
                  <a:lnTo>
                    <a:pt x="481965" y="301638"/>
                  </a:lnTo>
                  <a:lnTo>
                    <a:pt x="486883" y="301638"/>
                  </a:lnTo>
                  <a:lnTo>
                    <a:pt x="490162" y="299999"/>
                  </a:lnTo>
                  <a:lnTo>
                    <a:pt x="493440" y="299999"/>
                  </a:lnTo>
                  <a:lnTo>
                    <a:pt x="498358" y="298359"/>
                  </a:lnTo>
                  <a:lnTo>
                    <a:pt x="501637" y="296720"/>
                  </a:lnTo>
                  <a:lnTo>
                    <a:pt x="506555" y="295081"/>
                  </a:lnTo>
                  <a:lnTo>
                    <a:pt x="509834" y="295081"/>
                  </a:lnTo>
                  <a:lnTo>
                    <a:pt x="513112" y="293441"/>
                  </a:lnTo>
                  <a:lnTo>
                    <a:pt x="518030" y="291802"/>
                  </a:lnTo>
                  <a:lnTo>
                    <a:pt x="521309" y="290163"/>
                  </a:lnTo>
                  <a:lnTo>
                    <a:pt x="524588" y="286884"/>
                  </a:lnTo>
                  <a:lnTo>
                    <a:pt x="529506" y="283605"/>
                  </a:lnTo>
                  <a:lnTo>
                    <a:pt x="531145" y="278687"/>
                  </a:lnTo>
                  <a:lnTo>
                    <a:pt x="534424" y="275409"/>
                  </a:lnTo>
                  <a:lnTo>
                    <a:pt x="539342" y="272130"/>
                  </a:lnTo>
                  <a:lnTo>
                    <a:pt x="540981" y="268851"/>
                  </a:lnTo>
                  <a:lnTo>
                    <a:pt x="542621" y="265573"/>
                  </a:lnTo>
                  <a:lnTo>
                    <a:pt x="537702" y="262294"/>
                  </a:lnTo>
                  <a:lnTo>
                    <a:pt x="534424" y="263933"/>
                  </a:lnTo>
                  <a:lnTo>
                    <a:pt x="537702" y="262294"/>
                  </a:lnTo>
                  <a:lnTo>
                    <a:pt x="542621" y="259015"/>
                  </a:lnTo>
                  <a:lnTo>
                    <a:pt x="544260" y="259015"/>
                  </a:lnTo>
                  <a:lnTo>
                    <a:pt x="549178" y="260655"/>
                  </a:lnTo>
                  <a:lnTo>
                    <a:pt x="552457" y="260655"/>
                  </a:lnTo>
                  <a:lnTo>
                    <a:pt x="555735" y="257376"/>
                  </a:lnTo>
                  <a:lnTo>
                    <a:pt x="560653" y="257376"/>
                  </a:lnTo>
                  <a:lnTo>
                    <a:pt x="563932" y="255737"/>
                  </a:lnTo>
                  <a:lnTo>
                    <a:pt x="567211" y="254097"/>
                  </a:lnTo>
                  <a:lnTo>
                    <a:pt x="572129" y="252458"/>
                  </a:lnTo>
                  <a:lnTo>
                    <a:pt x="573768" y="247540"/>
                  </a:lnTo>
                  <a:lnTo>
                    <a:pt x="572129" y="244261"/>
                  </a:lnTo>
                  <a:lnTo>
                    <a:pt x="575407" y="244261"/>
                  </a:lnTo>
                  <a:lnTo>
                    <a:pt x="577047" y="242622"/>
                  </a:lnTo>
                  <a:lnTo>
                    <a:pt x="573768" y="244261"/>
                  </a:lnTo>
                  <a:lnTo>
                    <a:pt x="570489" y="244261"/>
                  </a:lnTo>
                  <a:lnTo>
                    <a:pt x="565571" y="245901"/>
                  </a:lnTo>
                  <a:lnTo>
                    <a:pt x="562293" y="247540"/>
                  </a:lnTo>
                  <a:lnTo>
                    <a:pt x="559014" y="249179"/>
                  </a:lnTo>
                  <a:lnTo>
                    <a:pt x="554096" y="249179"/>
                  </a:lnTo>
                  <a:lnTo>
                    <a:pt x="550817" y="250819"/>
                  </a:lnTo>
                  <a:lnTo>
                    <a:pt x="547539" y="249179"/>
                  </a:lnTo>
                  <a:lnTo>
                    <a:pt x="542621" y="249179"/>
                  </a:lnTo>
                  <a:lnTo>
                    <a:pt x="539342" y="250819"/>
                  </a:lnTo>
                  <a:lnTo>
                    <a:pt x="542621" y="250819"/>
                  </a:lnTo>
                  <a:lnTo>
                    <a:pt x="539342" y="252458"/>
                  </a:lnTo>
                  <a:lnTo>
                    <a:pt x="536063" y="252458"/>
                  </a:lnTo>
                  <a:lnTo>
                    <a:pt x="531145" y="252458"/>
                  </a:lnTo>
                  <a:lnTo>
                    <a:pt x="527866" y="254097"/>
                  </a:lnTo>
                  <a:lnTo>
                    <a:pt x="524588" y="255737"/>
                  </a:lnTo>
                  <a:lnTo>
                    <a:pt x="519670" y="255737"/>
                  </a:lnTo>
                  <a:lnTo>
                    <a:pt x="516391" y="257376"/>
                  </a:lnTo>
                  <a:lnTo>
                    <a:pt x="513112" y="257376"/>
                  </a:lnTo>
                  <a:lnTo>
                    <a:pt x="508194" y="259015"/>
                  </a:lnTo>
                  <a:lnTo>
                    <a:pt x="504916" y="260655"/>
                  </a:lnTo>
                  <a:lnTo>
                    <a:pt x="501637" y="263933"/>
                  </a:lnTo>
                  <a:lnTo>
                    <a:pt x="496719" y="265573"/>
                  </a:lnTo>
                  <a:lnTo>
                    <a:pt x="493440" y="265573"/>
                  </a:lnTo>
                  <a:lnTo>
                    <a:pt x="496719" y="262294"/>
                  </a:lnTo>
                  <a:lnTo>
                    <a:pt x="498358" y="259015"/>
                  </a:lnTo>
                  <a:lnTo>
                    <a:pt x="498358" y="254097"/>
                  </a:lnTo>
                  <a:lnTo>
                    <a:pt x="493440" y="255737"/>
                  </a:lnTo>
                  <a:lnTo>
                    <a:pt x="490162" y="255737"/>
                  </a:lnTo>
                  <a:lnTo>
                    <a:pt x="493440" y="259015"/>
                  </a:lnTo>
                  <a:lnTo>
                    <a:pt x="490162" y="260655"/>
                  </a:lnTo>
                  <a:lnTo>
                    <a:pt x="486883" y="263933"/>
                  </a:lnTo>
                  <a:lnTo>
                    <a:pt x="483604" y="260655"/>
                  </a:lnTo>
                  <a:lnTo>
                    <a:pt x="480326" y="257376"/>
                  </a:lnTo>
                  <a:lnTo>
                    <a:pt x="477047" y="257376"/>
                  </a:lnTo>
                  <a:lnTo>
                    <a:pt x="473768" y="257376"/>
                  </a:lnTo>
                  <a:lnTo>
                    <a:pt x="468850" y="257376"/>
                  </a:lnTo>
                  <a:lnTo>
                    <a:pt x="465572" y="257376"/>
                  </a:lnTo>
                  <a:lnTo>
                    <a:pt x="462293" y="257376"/>
                  </a:lnTo>
                  <a:lnTo>
                    <a:pt x="457375" y="257376"/>
                  </a:lnTo>
                  <a:lnTo>
                    <a:pt x="454096" y="259015"/>
                  </a:lnTo>
                  <a:lnTo>
                    <a:pt x="450818" y="259015"/>
                  </a:lnTo>
                  <a:lnTo>
                    <a:pt x="445900" y="260655"/>
                  </a:lnTo>
                  <a:lnTo>
                    <a:pt x="442621" y="259015"/>
                  </a:lnTo>
                  <a:lnTo>
                    <a:pt x="439342" y="260655"/>
                  </a:lnTo>
                  <a:lnTo>
                    <a:pt x="434424" y="262294"/>
                  </a:lnTo>
                  <a:lnTo>
                    <a:pt x="431146" y="262294"/>
                  </a:lnTo>
                  <a:lnTo>
                    <a:pt x="427867" y="260655"/>
                  </a:lnTo>
                  <a:lnTo>
                    <a:pt x="422949" y="260655"/>
                  </a:lnTo>
                  <a:lnTo>
                    <a:pt x="419670" y="259015"/>
                  </a:lnTo>
                  <a:lnTo>
                    <a:pt x="416392" y="259015"/>
                  </a:lnTo>
                  <a:lnTo>
                    <a:pt x="413113" y="257376"/>
                  </a:lnTo>
                  <a:lnTo>
                    <a:pt x="408195" y="257376"/>
                  </a:lnTo>
                  <a:lnTo>
                    <a:pt x="404916" y="255737"/>
                  </a:lnTo>
                  <a:lnTo>
                    <a:pt x="403277" y="252458"/>
                  </a:lnTo>
                  <a:lnTo>
                    <a:pt x="408195" y="249179"/>
                  </a:lnTo>
                  <a:lnTo>
                    <a:pt x="411474" y="247540"/>
                  </a:lnTo>
                  <a:lnTo>
                    <a:pt x="414752" y="245901"/>
                  </a:lnTo>
                  <a:lnTo>
                    <a:pt x="414752" y="244261"/>
                  </a:lnTo>
                  <a:lnTo>
                    <a:pt x="413113" y="240983"/>
                  </a:lnTo>
                  <a:lnTo>
                    <a:pt x="413113" y="236065"/>
                  </a:lnTo>
                  <a:lnTo>
                    <a:pt x="416392" y="232786"/>
                  </a:lnTo>
                  <a:lnTo>
                    <a:pt x="419670" y="231147"/>
                  </a:lnTo>
                  <a:lnTo>
                    <a:pt x="424588" y="229507"/>
                  </a:lnTo>
                  <a:lnTo>
                    <a:pt x="419670" y="231147"/>
                  </a:lnTo>
                  <a:lnTo>
                    <a:pt x="416392" y="234425"/>
                  </a:lnTo>
                  <a:lnTo>
                    <a:pt x="419670" y="236065"/>
                  </a:lnTo>
                  <a:lnTo>
                    <a:pt x="424588" y="236065"/>
                  </a:lnTo>
                  <a:lnTo>
                    <a:pt x="427867" y="234425"/>
                  </a:lnTo>
                  <a:lnTo>
                    <a:pt x="431146" y="232786"/>
                  </a:lnTo>
                  <a:lnTo>
                    <a:pt x="436064" y="231147"/>
                  </a:lnTo>
                  <a:lnTo>
                    <a:pt x="439342" y="231147"/>
                  </a:lnTo>
                  <a:lnTo>
                    <a:pt x="442621" y="231147"/>
                  </a:lnTo>
                  <a:lnTo>
                    <a:pt x="445900" y="231147"/>
                  </a:lnTo>
                  <a:lnTo>
                    <a:pt x="440982" y="227868"/>
                  </a:lnTo>
                  <a:lnTo>
                    <a:pt x="437703" y="227868"/>
                  </a:lnTo>
                  <a:lnTo>
                    <a:pt x="434424" y="226229"/>
                  </a:lnTo>
                  <a:lnTo>
                    <a:pt x="429506" y="226229"/>
                  </a:lnTo>
                  <a:lnTo>
                    <a:pt x="426228" y="226229"/>
                  </a:lnTo>
                  <a:lnTo>
                    <a:pt x="422949" y="226229"/>
                  </a:lnTo>
                  <a:lnTo>
                    <a:pt x="419670" y="224589"/>
                  </a:lnTo>
                  <a:lnTo>
                    <a:pt x="414752" y="224589"/>
                  </a:lnTo>
                  <a:lnTo>
                    <a:pt x="411474" y="221310"/>
                  </a:lnTo>
                  <a:lnTo>
                    <a:pt x="408195" y="219671"/>
                  </a:lnTo>
                  <a:lnTo>
                    <a:pt x="408195" y="214753"/>
                  </a:lnTo>
                  <a:lnTo>
                    <a:pt x="411474" y="213114"/>
                  </a:lnTo>
                  <a:lnTo>
                    <a:pt x="416392" y="213114"/>
                  </a:lnTo>
                  <a:lnTo>
                    <a:pt x="419670" y="211474"/>
                  </a:lnTo>
                  <a:lnTo>
                    <a:pt x="421310" y="211474"/>
                  </a:lnTo>
                  <a:lnTo>
                    <a:pt x="418031" y="213114"/>
                  </a:lnTo>
                  <a:lnTo>
                    <a:pt x="414752" y="213114"/>
                  </a:lnTo>
                  <a:lnTo>
                    <a:pt x="409834" y="214753"/>
                  </a:lnTo>
                  <a:lnTo>
                    <a:pt x="414752" y="214753"/>
                  </a:lnTo>
                  <a:lnTo>
                    <a:pt x="418031" y="214753"/>
                  </a:lnTo>
                  <a:lnTo>
                    <a:pt x="422949" y="213114"/>
                  </a:lnTo>
                  <a:lnTo>
                    <a:pt x="426228" y="213114"/>
                  </a:lnTo>
                  <a:lnTo>
                    <a:pt x="429506" y="213114"/>
                  </a:lnTo>
                  <a:lnTo>
                    <a:pt x="432785" y="209835"/>
                  </a:lnTo>
                  <a:lnTo>
                    <a:pt x="437703" y="208196"/>
                  </a:lnTo>
                  <a:lnTo>
                    <a:pt x="440982" y="206557"/>
                  </a:lnTo>
                  <a:lnTo>
                    <a:pt x="445900" y="206557"/>
                  </a:lnTo>
                  <a:lnTo>
                    <a:pt x="449178" y="208196"/>
                  </a:lnTo>
                  <a:lnTo>
                    <a:pt x="452457" y="206557"/>
                  </a:lnTo>
                  <a:lnTo>
                    <a:pt x="457375" y="204917"/>
                  </a:lnTo>
                  <a:lnTo>
                    <a:pt x="460654" y="203278"/>
                  </a:lnTo>
                  <a:lnTo>
                    <a:pt x="463932" y="201638"/>
                  </a:lnTo>
                  <a:lnTo>
                    <a:pt x="468850" y="201638"/>
                  </a:lnTo>
                  <a:lnTo>
                    <a:pt x="472129" y="199999"/>
                  </a:lnTo>
                  <a:lnTo>
                    <a:pt x="475408" y="198360"/>
                  </a:lnTo>
                  <a:lnTo>
                    <a:pt x="480326" y="198360"/>
                  </a:lnTo>
                  <a:lnTo>
                    <a:pt x="483604" y="196720"/>
                  </a:lnTo>
                  <a:lnTo>
                    <a:pt x="486883" y="196720"/>
                  </a:lnTo>
                  <a:lnTo>
                    <a:pt x="491801" y="195081"/>
                  </a:lnTo>
                  <a:lnTo>
                    <a:pt x="495080" y="198360"/>
                  </a:lnTo>
                  <a:lnTo>
                    <a:pt x="498358" y="198360"/>
                  </a:lnTo>
                  <a:lnTo>
                    <a:pt x="503276" y="198360"/>
                  </a:lnTo>
                  <a:lnTo>
                    <a:pt x="506555" y="196720"/>
                  </a:lnTo>
                  <a:lnTo>
                    <a:pt x="509834" y="196720"/>
                  </a:lnTo>
                  <a:lnTo>
                    <a:pt x="506555" y="193442"/>
                  </a:lnTo>
                  <a:lnTo>
                    <a:pt x="509834" y="190163"/>
                  </a:lnTo>
                  <a:lnTo>
                    <a:pt x="514752" y="190163"/>
                  </a:lnTo>
                  <a:lnTo>
                    <a:pt x="518030" y="188524"/>
                  </a:lnTo>
                  <a:lnTo>
                    <a:pt x="522948" y="186884"/>
                  </a:lnTo>
                  <a:lnTo>
                    <a:pt x="526227" y="186884"/>
                  </a:lnTo>
                  <a:lnTo>
                    <a:pt x="529506" y="186884"/>
                  </a:lnTo>
                  <a:lnTo>
                    <a:pt x="534424" y="185245"/>
                  </a:lnTo>
                  <a:lnTo>
                    <a:pt x="537702" y="185245"/>
                  </a:lnTo>
                  <a:lnTo>
                    <a:pt x="542621" y="185245"/>
                  </a:lnTo>
                  <a:lnTo>
                    <a:pt x="544260" y="185245"/>
                  </a:lnTo>
                  <a:lnTo>
                    <a:pt x="547539" y="183606"/>
                  </a:lnTo>
                  <a:lnTo>
                    <a:pt x="552457" y="181966"/>
                  </a:lnTo>
                  <a:lnTo>
                    <a:pt x="555735" y="181966"/>
                  </a:lnTo>
                  <a:lnTo>
                    <a:pt x="559014" y="180327"/>
                  </a:lnTo>
                  <a:lnTo>
                    <a:pt x="563932" y="180327"/>
                  </a:lnTo>
                  <a:lnTo>
                    <a:pt x="567211" y="180327"/>
                  </a:lnTo>
                  <a:lnTo>
                    <a:pt x="570489" y="178688"/>
                  </a:lnTo>
                  <a:lnTo>
                    <a:pt x="575407" y="178688"/>
                  </a:lnTo>
                  <a:lnTo>
                    <a:pt x="578686" y="178688"/>
                  </a:lnTo>
                  <a:lnTo>
                    <a:pt x="581965" y="178688"/>
                  </a:lnTo>
                  <a:lnTo>
                    <a:pt x="586883" y="178688"/>
                  </a:lnTo>
                  <a:lnTo>
                    <a:pt x="581965" y="180327"/>
                  </a:lnTo>
                  <a:lnTo>
                    <a:pt x="580325" y="183606"/>
                  </a:lnTo>
                  <a:lnTo>
                    <a:pt x="575407" y="185245"/>
                  </a:lnTo>
                  <a:lnTo>
                    <a:pt x="572129" y="186884"/>
                  </a:lnTo>
                  <a:lnTo>
                    <a:pt x="568850" y="188524"/>
                  </a:lnTo>
                  <a:lnTo>
                    <a:pt x="563932" y="191802"/>
                  </a:lnTo>
                  <a:lnTo>
                    <a:pt x="560653" y="193442"/>
                  </a:lnTo>
                  <a:lnTo>
                    <a:pt x="557375" y="193442"/>
                  </a:lnTo>
                  <a:lnTo>
                    <a:pt x="552457" y="195081"/>
                  </a:lnTo>
                  <a:lnTo>
                    <a:pt x="557375" y="195081"/>
                  </a:lnTo>
                  <a:lnTo>
                    <a:pt x="557375" y="198360"/>
                  </a:lnTo>
                  <a:lnTo>
                    <a:pt x="562293" y="199999"/>
                  </a:lnTo>
                  <a:lnTo>
                    <a:pt x="565571" y="198360"/>
                  </a:lnTo>
                  <a:lnTo>
                    <a:pt x="568850" y="198360"/>
                  </a:lnTo>
                  <a:lnTo>
                    <a:pt x="573768" y="199999"/>
                  </a:lnTo>
                  <a:lnTo>
                    <a:pt x="577047" y="199999"/>
                  </a:lnTo>
                  <a:lnTo>
                    <a:pt x="580325" y="198360"/>
                  </a:lnTo>
                  <a:lnTo>
                    <a:pt x="585243" y="198360"/>
                  </a:lnTo>
                  <a:lnTo>
                    <a:pt x="588522" y="198360"/>
                  </a:lnTo>
                  <a:lnTo>
                    <a:pt x="585243" y="201638"/>
                  </a:lnTo>
                  <a:lnTo>
                    <a:pt x="588522" y="199999"/>
                  </a:lnTo>
                  <a:lnTo>
                    <a:pt x="593440" y="199999"/>
                  </a:lnTo>
                  <a:lnTo>
                    <a:pt x="596719" y="201638"/>
                  </a:lnTo>
                  <a:lnTo>
                    <a:pt x="599997" y="199999"/>
                  </a:lnTo>
                  <a:lnTo>
                    <a:pt x="604915" y="199999"/>
                  </a:lnTo>
                  <a:lnTo>
                    <a:pt x="608194" y="199999"/>
                  </a:lnTo>
                  <a:lnTo>
                    <a:pt x="613112" y="199999"/>
                  </a:lnTo>
                  <a:lnTo>
                    <a:pt x="616391" y="199999"/>
                  </a:lnTo>
                  <a:lnTo>
                    <a:pt x="614751" y="199999"/>
                  </a:lnTo>
                  <a:lnTo>
                    <a:pt x="619669" y="198360"/>
                  </a:lnTo>
                  <a:lnTo>
                    <a:pt x="622948" y="196720"/>
                  </a:lnTo>
                  <a:lnTo>
                    <a:pt x="626227" y="195081"/>
                  </a:lnTo>
                  <a:lnTo>
                    <a:pt x="629505" y="193442"/>
                  </a:lnTo>
                  <a:lnTo>
                    <a:pt x="632784" y="191802"/>
                  </a:lnTo>
                  <a:lnTo>
                    <a:pt x="637702" y="191802"/>
                  </a:lnTo>
                  <a:lnTo>
                    <a:pt x="640981" y="193442"/>
                  </a:lnTo>
                  <a:lnTo>
                    <a:pt x="637702" y="196720"/>
                  </a:lnTo>
                  <a:lnTo>
                    <a:pt x="640981" y="195081"/>
                  </a:lnTo>
                  <a:lnTo>
                    <a:pt x="644259" y="193442"/>
                  </a:lnTo>
                  <a:lnTo>
                    <a:pt x="647538" y="190163"/>
                  </a:lnTo>
                  <a:lnTo>
                    <a:pt x="644259" y="186884"/>
                  </a:lnTo>
                  <a:lnTo>
                    <a:pt x="639341" y="186884"/>
                  </a:lnTo>
                  <a:lnTo>
                    <a:pt x="636063" y="186884"/>
                  </a:lnTo>
                  <a:lnTo>
                    <a:pt x="632784" y="186884"/>
                  </a:lnTo>
                  <a:lnTo>
                    <a:pt x="629505" y="188524"/>
                  </a:lnTo>
                  <a:lnTo>
                    <a:pt x="624587" y="190163"/>
                  </a:lnTo>
                  <a:lnTo>
                    <a:pt x="627866" y="186884"/>
                  </a:lnTo>
                  <a:lnTo>
                    <a:pt x="632784" y="185245"/>
                  </a:lnTo>
                  <a:lnTo>
                    <a:pt x="636063" y="181966"/>
                  </a:lnTo>
                  <a:lnTo>
                    <a:pt x="636063" y="178688"/>
                  </a:lnTo>
                  <a:lnTo>
                    <a:pt x="636063" y="173770"/>
                  </a:lnTo>
                  <a:lnTo>
                    <a:pt x="632784" y="173770"/>
                  </a:lnTo>
                  <a:lnTo>
                    <a:pt x="632784" y="170491"/>
                  </a:lnTo>
                  <a:lnTo>
                    <a:pt x="636063" y="167212"/>
                  </a:lnTo>
                  <a:lnTo>
                    <a:pt x="640981" y="165573"/>
                  </a:lnTo>
                  <a:lnTo>
                    <a:pt x="644259" y="165573"/>
                  </a:lnTo>
                  <a:lnTo>
                    <a:pt x="644259" y="170491"/>
                  </a:lnTo>
                  <a:lnTo>
                    <a:pt x="642620" y="173770"/>
                  </a:lnTo>
                  <a:lnTo>
                    <a:pt x="639341" y="175409"/>
                  </a:lnTo>
                  <a:lnTo>
                    <a:pt x="637702" y="180327"/>
                  </a:lnTo>
                  <a:lnTo>
                    <a:pt x="639341" y="183606"/>
                  </a:lnTo>
                  <a:lnTo>
                    <a:pt x="642620" y="185245"/>
                  </a:lnTo>
                  <a:lnTo>
                    <a:pt x="645899" y="183606"/>
                  </a:lnTo>
                  <a:lnTo>
                    <a:pt x="650817" y="183606"/>
                  </a:lnTo>
                  <a:lnTo>
                    <a:pt x="654095" y="181966"/>
                  </a:lnTo>
                  <a:lnTo>
                    <a:pt x="657374" y="185245"/>
                  </a:lnTo>
                  <a:lnTo>
                    <a:pt x="662292" y="188524"/>
                  </a:lnTo>
                  <a:lnTo>
                    <a:pt x="665571" y="188524"/>
                  </a:lnTo>
                  <a:lnTo>
                    <a:pt x="668849" y="186884"/>
                  </a:lnTo>
                  <a:lnTo>
                    <a:pt x="673767" y="186884"/>
                  </a:lnTo>
                  <a:lnTo>
                    <a:pt x="677046" y="186884"/>
                  </a:lnTo>
                  <a:lnTo>
                    <a:pt x="680325" y="183606"/>
                  </a:lnTo>
                  <a:lnTo>
                    <a:pt x="685243" y="181966"/>
                  </a:lnTo>
                  <a:lnTo>
                    <a:pt x="686882" y="178688"/>
                  </a:lnTo>
                  <a:lnTo>
                    <a:pt x="683603" y="178688"/>
                  </a:lnTo>
                  <a:lnTo>
                    <a:pt x="678685" y="180327"/>
                  </a:lnTo>
                  <a:lnTo>
                    <a:pt x="675407" y="178688"/>
                  </a:lnTo>
                  <a:lnTo>
                    <a:pt x="670489" y="177048"/>
                  </a:lnTo>
                  <a:lnTo>
                    <a:pt x="667210" y="177048"/>
                  </a:lnTo>
                  <a:lnTo>
                    <a:pt x="663931" y="177048"/>
                  </a:lnTo>
                  <a:lnTo>
                    <a:pt x="660653" y="178688"/>
                  </a:lnTo>
                  <a:lnTo>
                    <a:pt x="659013" y="180327"/>
                  </a:lnTo>
                  <a:lnTo>
                    <a:pt x="655735" y="181966"/>
                  </a:lnTo>
                  <a:lnTo>
                    <a:pt x="652456" y="181966"/>
                  </a:lnTo>
                  <a:lnTo>
                    <a:pt x="649177" y="181966"/>
                  </a:lnTo>
                  <a:lnTo>
                    <a:pt x="647538" y="180327"/>
                  </a:lnTo>
                  <a:lnTo>
                    <a:pt x="647538" y="177048"/>
                  </a:lnTo>
                  <a:lnTo>
                    <a:pt x="645899" y="175409"/>
                  </a:lnTo>
                  <a:lnTo>
                    <a:pt x="650817" y="172130"/>
                  </a:lnTo>
                  <a:lnTo>
                    <a:pt x="652456" y="170491"/>
                  </a:lnTo>
                  <a:lnTo>
                    <a:pt x="655735" y="168852"/>
                  </a:lnTo>
                  <a:lnTo>
                    <a:pt x="659013" y="167212"/>
                  </a:lnTo>
                  <a:lnTo>
                    <a:pt x="663931" y="165573"/>
                  </a:lnTo>
                  <a:lnTo>
                    <a:pt x="663931" y="165573"/>
                  </a:lnTo>
                  <a:lnTo>
                    <a:pt x="668849" y="165573"/>
                  </a:lnTo>
                  <a:lnTo>
                    <a:pt x="665571" y="162294"/>
                  </a:lnTo>
                  <a:lnTo>
                    <a:pt x="662292" y="162294"/>
                  </a:lnTo>
                  <a:lnTo>
                    <a:pt x="657374" y="162294"/>
                  </a:lnTo>
                  <a:lnTo>
                    <a:pt x="654095" y="163934"/>
                  </a:lnTo>
                  <a:lnTo>
                    <a:pt x="654095" y="160655"/>
                  </a:lnTo>
                  <a:lnTo>
                    <a:pt x="650817" y="163934"/>
                  </a:lnTo>
                  <a:lnTo>
                    <a:pt x="645899" y="163934"/>
                  </a:lnTo>
                  <a:lnTo>
                    <a:pt x="649177" y="162294"/>
                  </a:lnTo>
                  <a:lnTo>
                    <a:pt x="654095" y="159016"/>
                  </a:lnTo>
                  <a:lnTo>
                    <a:pt x="657374" y="157376"/>
                  </a:lnTo>
                  <a:lnTo>
                    <a:pt x="654095" y="157376"/>
                  </a:lnTo>
                  <a:lnTo>
                    <a:pt x="650817" y="160655"/>
                  </a:lnTo>
                  <a:lnTo>
                    <a:pt x="647538" y="162294"/>
                  </a:lnTo>
                  <a:lnTo>
                    <a:pt x="644259" y="162294"/>
                  </a:lnTo>
                  <a:lnTo>
                    <a:pt x="640981" y="163934"/>
                  </a:lnTo>
                  <a:lnTo>
                    <a:pt x="640981" y="162294"/>
                  </a:lnTo>
                  <a:lnTo>
                    <a:pt x="636063" y="162294"/>
                  </a:lnTo>
                  <a:lnTo>
                    <a:pt x="632784" y="162294"/>
                  </a:lnTo>
                  <a:lnTo>
                    <a:pt x="629505" y="162294"/>
                  </a:lnTo>
                  <a:lnTo>
                    <a:pt x="626227" y="162294"/>
                  </a:lnTo>
                  <a:lnTo>
                    <a:pt x="621309" y="160655"/>
                  </a:lnTo>
                  <a:lnTo>
                    <a:pt x="618030" y="160655"/>
                  </a:lnTo>
                  <a:lnTo>
                    <a:pt x="618030" y="155737"/>
                  </a:lnTo>
                  <a:lnTo>
                    <a:pt x="622948" y="154098"/>
                  </a:lnTo>
                  <a:lnTo>
                    <a:pt x="626227" y="150819"/>
                  </a:lnTo>
                  <a:lnTo>
                    <a:pt x="627866" y="145901"/>
                  </a:lnTo>
                  <a:lnTo>
                    <a:pt x="631145" y="142622"/>
                  </a:lnTo>
                  <a:lnTo>
                    <a:pt x="629505" y="139344"/>
                  </a:lnTo>
                  <a:lnTo>
                    <a:pt x="626227" y="134426"/>
                  </a:lnTo>
                  <a:lnTo>
                    <a:pt x="624587" y="134426"/>
                  </a:lnTo>
                  <a:lnTo>
                    <a:pt x="622948" y="129508"/>
                  </a:lnTo>
                  <a:lnTo>
                    <a:pt x="621309" y="126229"/>
                  </a:lnTo>
                  <a:lnTo>
                    <a:pt x="618030" y="122950"/>
                  </a:lnTo>
                  <a:lnTo>
                    <a:pt x="613112" y="122950"/>
                  </a:lnTo>
                  <a:lnTo>
                    <a:pt x="609833" y="121311"/>
                  </a:lnTo>
                  <a:lnTo>
                    <a:pt x="609833" y="118032"/>
                  </a:lnTo>
                  <a:lnTo>
                    <a:pt x="606555" y="114754"/>
                  </a:lnTo>
                  <a:lnTo>
                    <a:pt x="601637" y="113114"/>
                  </a:lnTo>
                  <a:lnTo>
                    <a:pt x="598358" y="113114"/>
                  </a:lnTo>
                  <a:lnTo>
                    <a:pt x="599997" y="113114"/>
                  </a:lnTo>
                  <a:lnTo>
                    <a:pt x="603276" y="113114"/>
                  </a:lnTo>
                  <a:lnTo>
                    <a:pt x="606555" y="111475"/>
                  </a:lnTo>
                  <a:lnTo>
                    <a:pt x="609833" y="111475"/>
                  </a:lnTo>
                  <a:lnTo>
                    <a:pt x="613112" y="109836"/>
                  </a:lnTo>
                  <a:lnTo>
                    <a:pt x="618030" y="108196"/>
                  </a:lnTo>
                  <a:lnTo>
                    <a:pt x="621309" y="106557"/>
                  </a:lnTo>
                  <a:lnTo>
                    <a:pt x="626227" y="104918"/>
                  </a:lnTo>
                  <a:lnTo>
                    <a:pt x="629505" y="101639"/>
                  </a:lnTo>
                  <a:lnTo>
                    <a:pt x="632784" y="100000"/>
                  </a:lnTo>
                  <a:lnTo>
                    <a:pt x="637702" y="98360"/>
                  </a:lnTo>
                  <a:lnTo>
                    <a:pt x="640981" y="95082"/>
                  </a:lnTo>
                  <a:lnTo>
                    <a:pt x="644259" y="93442"/>
                  </a:lnTo>
                  <a:lnTo>
                    <a:pt x="647538" y="93442"/>
                  </a:lnTo>
                  <a:lnTo>
                    <a:pt x="652456" y="93442"/>
                  </a:lnTo>
                  <a:lnTo>
                    <a:pt x="655735" y="93442"/>
                  </a:lnTo>
                  <a:lnTo>
                    <a:pt x="659013" y="93442"/>
                  </a:lnTo>
                  <a:lnTo>
                    <a:pt x="663931" y="93442"/>
                  </a:lnTo>
                  <a:lnTo>
                    <a:pt x="667210" y="93442"/>
                  </a:lnTo>
                  <a:lnTo>
                    <a:pt x="670489" y="93442"/>
                  </a:lnTo>
                  <a:lnTo>
                    <a:pt x="675407" y="93442"/>
                  </a:lnTo>
                  <a:lnTo>
                    <a:pt x="678685" y="93442"/>
                  </a:lnTo>
                  <a:lnTo>
                    <a:pt x="683603" y="91803"/>
                  </a:lnTo>
                  <a:lnTo>
                    <a:pt x="686882" y="91803"/>
                  </a:lnTo>
                  <a:lnTo>
                    <a:pt x="690161" y="91803"/>
                  </a:lnTo>
                  <a:lnTo>
                    <a:pt x="695079" y="91803"/>
                  </a:lnTo>
                  <a:lnTo>
                    <a:pt x="698358" y="91803"/>
                  </a:lnTo>
                  <a:lnTo>
                    <a:pt x="701636" y="90164"/>
                  </a:lnTo>
                  <a:lnTo>
                    <a:pt x="706554" y="90164"/>
                  </a:lnTo>
                  <a:lnTo>
                    <a:pt x="709833" y="88524"/>
                  </a:lnTo>
                  <a:lnTo>
                    <a:pt x="713112" y="88524"/>
                  </a:lnTo>
                  <a:lnTo>
                    <a:pt x="716390" y="86885"/>
                  </a:lnTo>
                  <a:lnTo>
                    <a:pt x="721308" y="86885"/>
                  </a:lnTo>
                  <a:lnTo>
                    <a:pt x="724587" y="85246"/>
                  </a:lnTo>
                  <a:lnTo>
                    <a:pt x="727866" y="85246"/>
                  </a:lnTo>
                  <a:lnTo>
                    <a:pt x="732784" y="83606"/>
                  </a:lnTo>
                  <a:lnTo>
                    <a:pt x="736062" y="81967"/>
                  </a:lnTo>
                  <a:lnTo>
                    <a:pt x="740980" y="80328"/>
                  </a:lnTo>
                  <a:lnTo>
                    <a:pt x="744259" y="78688"/>
                  </a:lnTo>
                  <a:lnTo>
                    <a:pt x="747538" y="77049"/>
                  </a:lnTo>
                  <a:lnTo>
                    <a:pt x="752456" y="75410"/>
                  </a:lnTo>
                  <a:lnTo>
                    <a:pt x="755734" y="73770"/>
                  </a:lnTo>
                  <a:lnTo>
                    <a:pt x="759013" y="72131"/>
                  </a:lnTo>
                  <a:lnTo>
                    <a:pt x="755734" y="73770"/>
                  </a:lnTo>
                  <a:lnTo>
                    <a:pt x="750816" y="77049"/>
                  </a:lnTo>
                  <a:lnTo>
                    <a:pt x="755734" y="75410"/>
                  </a:lnTo>
                  <a:lnTo>
                    <a:pt x="759013" y="73770"/>
                  </a:lnTo>
                  <a:lnTo>
                    <a:pt x="763931" y="70492"/>
                  </a:lnTo>
                  <a:lnTo>
                    <a:pt x="767210" y="68852"/>
                  </a:lnTo>
                  <a:lnTo>
                    <a:pt x="770488" y="65573"/>
                  </a:lnTo>
                  <a:lnTo>
                    <a:pt x="775406" y="63934"/>
                  </a:lnTo>
                  <a:lnTo>
                    <a:pt x="778685" y="63934"/>
                  </a:lnTo>
                  <a:lnTo>
                    <a:pt x="783603" y="60656"/>
                  </a:lnTo>
                  <a:lnTo>
                    <a:pt x="786882" y="59016"/>
                  </a:lnTo>
                  <a:lnTo>
                    <a:pt x="790160" y="57377"/>
                  </a:lnTo>
                  <a:lnTo>
                    <a:pt x="793439" y="57377"/>
                  </a:lnTo>
                  <a:lnTo>
                    <a:pt x="798357" y="55737"/>
                  </a:lnTo>
                  <a:lnTo>
                    <a:pt x="801636" y="54098"/>
                  </a:lnTo>
                  <a:lnTo>
                    <a:pt x="806554" y="52459"/>
                  </a:lnTo>
                  <a:lnTo>
                    <a:pt x="809832" y="52459"/>
                  </a:lnTo>
                  <a:lnTo>
                    <a:pt x="809832" y="50820"/>
                  </a:lnTo>
                  <a:lnTo>
                    <a:pt x="814750" y="49180"/>
                  </a:lnTo>
                  <a:lnTo>
                    <a:pt x="818029" y="49180"/>
                  </a:lnTo>
                  <a:lnTo>
                    <a:pt x="822947" y="47541"/>
                  </a:lnTo>
                  <a:lnTo>
                    <a:pt x="826226" y="45901"/>
                  </a:lnTo>
                  <a:lnTo>
                    <a:pt x="829504" y="44262"/>
                  </a:lnTo>
                  <a:lnTo>
                    <a:pt x="834422" y="42623"/>
                  </a:lnTo>
                  <a:lnTo>
                    <a:pt x="837701" y="42623"/>
                  </a:lnTo>
                  <a:lnTo>
                    <a:pt x="840980" y="40983"/>
                  </a:lnTo>
                  <a:lnTo>
                    <a:pt x="845898" y="39344"/>
                  </a:lnTo>
                  <a:lnTo>
                    <a:pt x="842619" y="42623"/>
                  </a:lnTo>
                  <a:lnTo>
                    <a:pt x="842619" y="42623"/>
                  </a:lnTo>
                  <a:lnTo>
                    <a:pt x="839340" y="44262"/>
                  </a:lnTo>
                  <a:lnTo>
                    <a:pt x="842619" y="44262"/>
                  </a:lnTo>
                  <a:lnTo>
                    <a:pt x="845898" y="42623"/>
                  </a:lnTo>
                  <a:lnTo>
                    <a:pt x="849176" y="42623"/>
                  </a:lnTo>
                  <a:lnTo>
                    <a:pt x="854095" y="42623"/>
                  </a:lnTo>
                  <a:lnTo>
                    <a:pt x="857373" y="42623"/>
                  </a:lnTo>
                  <a:lnTo>
                    <a:pt x="862291" y="40983"/>
                  </a:lnTo>
                  <a:lnTo>
                    <a:pt x="865570" y="40983"/>
                  </a:lnTo>
                  <a:lnTo>
                    <a:pt x="870488" y="40983"/>
                  </a:lnTo>
                  <a:lnTo>
                    <a:pt x="873766" y="39344"/>
                  </a:lnTo>
                  <a:lnTo>
                    <a:pt x="877045" y="37705"/>
                  </a:lnTo>
                  <a:lnTo>
                    <a:pt x="881963" y="37705"/>
                  </a:lnTo>
                  <a:lnTo>
                    <a:pt x="885242" y="36065"/>
                  </a:lnTo>
                  <a:lnTo>
                    <a:pt x="888521" y="36065"/>
                  </a:lnTo>
                  <a:lnTo>
                    <a:pt x="893439" y="34426"/>
                  </a:lnTo>
                  <a:lnTo>
                    <a:pt x="896717" y="32787"/>
                  </a:lnTo>
                  <a:lnTo>
                    <a:pt x="899996" y="31147"/>
                  </a:lnTo>
                  <a:lnTo>
                    <a:pt x="904914" y="31147"/>
                  </a:lnTo>
                  <a:lnTo>
                    <a:pt x="908193" y="29508"/>
                  </a:lnTo>
                  <a:lnTo>
                    <a:pt x="911471" y="29508"/>
                  </a:lnTo>
                  <a:lnTo>
                    <a:pt x="913111" y="29508"/>
                  </a:lnTo>
                  <a:lnTo>
                    <a:pt x="909832" y="32787"/>
                  </a:lnTo>
                  <a:lnTo>
                    <a:pt x="909832" y="32787"/>
                  </a:lnTo>
                  <a:lnTo>
                    <a:pt x="904914" y="34426"/>
                  </a:lnTo>
                  <a:lnTo>
                    <a:pt x="901635" y="34426"/>
                  </a:lnTo>
                  <a:lnTo>
                    <a:pt x="904914" y="34426"/>
                  </a:lnTo>
                  <a:lnTo>
                    <a:pt x="906553" y="34426"/>
                  </a:lnTo>
                  <a:lnTo>
                    <a:pt x="903275" y="36065"/>
                  </a:lnTo>
                  <a:lnTo>
                    <a:pt x="899996" y="37705"/>
                  </a:lnTo>
                  <a:lnTo>
                    <a:pt x="896717" y="39344"/>
                  </a:lnTo>
                  <a:lnTo>
                    <a:pt x="899996" y="37705"/>
                  </a:lnTo>
                  <a:lnTo>
                    <a:pt x="898357" y="42623"/>
                  </a:lnTo>
                  <a:lnTo>
                    <a:pt x="901635" y="39344"/>
                  </a:lnTo>
                  <a:lnTo>
                    <a:pt x="906553" y="36065"/>
                  </a:lnTo>
                  <a:lnTo>
                    <a:pt x="909832" y="34426"/>
                  </a:lnTo>
                  <a:lnTo>
                    <a:pt x="913111" y="32787"/>
                  </a:lnTo>
                  <a:lnTo>
                    <a:pt x="916389" y="34426"/>
                  </a:lnTo>
                  <a:lnTo>
                    <a:pt x="921307" y="32787"/>
                  </a:lnTo>
                  <a:lnTo>
                    <a:pt x="924586" y="32787"/>
                  </a:lnTo>
                  <a:lnTo>
                    <a:pt x="927865" y="32787"/>
                  </a:lnTo>
                  <a:lnTo>
                    <a:pt x="924586" y="32787"/>
                  </a:lnTo>
                  <a:lnTo>
                    <a:pt x="921307" y="32787"/>
                  </a:lnTo>
                  <a:lnTo>
                    <a:pt x="916389" y="32787"/>
                  </a:lnTo>
                  <a:lnTo>
                    <a:pt x="918029" y="29508"/>
                  </a:lnTo>
                  <a:lnTo>
                    <a:pt x="916389" y="27869"/>
                  </a:lnTo>
                  <a:lnTo>
                    <a:pt x="911471" y="29508"/>
                  </a:lnTo>
                  <a:lnTo>
                    <a:pt x="916389" y="27869"/>
                  </a:lnTo>
                  <a:lnTo>
                    <a:pt x="918029" y="26229"/>
                  </a:lnTo>
                  <a:lnTo>
                    <a:pt x="921307" y="26229"/>
                  </a:lnTo>
                  <a:lnTo>
                    <a:pt x="924586" y="24590"/>
                  </a:lnTo>
                  <a:lnTo>
                    <a:pt x="929504" y="24590"/>
                  </a:lnTo>
                  <a:lnTo>
                    <a:pt x="932783" y="22951"/>
                  </a:lnTo>
                  <a:lnTo>
                    <a:pt x="937701" y="21311"/>
                  </a:lnTo>
                  <a:lnTo>
                    <a:pt x="940979" y="21311"/>
                  </a:lnTo>
                  <a:lnTo>
                    <a:pt x="944258" y="21311"/>
                  </a:lnTo>
                  <a:lnTo>
                    <a:pt x="949176" y="19672"/>
                  </a:lnTo>
                  <a:lnTo>
                    <a:pt x="944258" y="21311"/>
                  </a:lnTo>
                  <a:lnTo>
                    <a:pt x="940979" y="22951"/>
                  </a:lnTo>
                  <a:lnTo>
                    <a:pt x="944258" y="22951"/>
                  </a:lnTo>
                  <a:lnTo>
                    <a:pt x="947537" y="22951"/>
                  </a:lnTo>
                  <a:lnTo>
                    <a:pt x="952455" y="22951"/>
                  </a:lnTo>
                  <a:lnTo>
                    <a:pt x="955733" y="22951"/>
                  </a:lnTo>
                  <a:lnTo>
                    <a:pt x="959012" y="22951"/>
                  </a:lnTo>
                  <a:lnTo>
                    <a:pt x="963930" y="21311"/>
                  </a:lnTo>
                  <a:lnTo>
                    <a:pt x="967209" y="21311"/>
                  </a:lnTo>
                  <a:lnTo>
                    <a:pt x="972127" y="21311"/>
                  </a:lnTo>
                  <a:lnTo>
                    <a:pt x="975405" y="21311"/>
                  </a:lnTo>
                  <a:lnTo>
                    <a:pt x="980323" y="21311"/>
                  </a:lnTo>
                  <a:lnTo>
                    <a:pt x="983602" y="21311"/>
                  </a:lnTo>
                  <a:lnTo>
                    <a:pt x="986881" y="19672"/>
                  </a:lnTo>
                  <a:lnTo>
                    <a:pt x="991799" y="19672"/>
                  </a:lnTo>
                  <a:lnTo>
                    <a:pt x="995077" y="18033"/>
                  </a:lnTo>
                  <a:lnTo>
                    <a:pt x="999996" y="18033"/>
                  </a:lnTo>
                  <a:lnTo>
                    <a:pt x="1003274" y="16393"/>
                  </a:lnTo>
                  <a:lnTo>
                    <a:pt x="1006553" y="14754"/>
                  </a:lnTo>
                  <a:lnTo>
                    <a:pt x="1011471" y="14754"/>
                  </a:lnTo>
                  <a:lnTo>
                    <a:pt x="1014749" y="13115"/>
                  </a:lnTo>
                  <a:lnTo>
                    <a:pt x="1018028" y="11475"/>
                  </a:lnTo>
                  <a:lnTo>
                    <a:pt x="1021307" y="9836"/>
                  </a:lnTo>
                  <a:lnTo>
                    <a:pt x="1026225" y="9836"/>
                  </a:lnTo>
                  <a:lnTo>
                    <a:pt x="1029503" y="8197"/>
                  </a:lnTo>
                  <a:lnTo>
                    <a:pt x="1032782" y="6557"/>
                  </a:lnTo>
                  <a:lnTo>
                    <a:pt x="1037700" y="4918"/>
                  </a:lnTo>
                  <a:lnTo>
                    <a:pt x="1040979" y="3279"/>
                  </a:lnTo>
                  <a:lnTo>
                    <a:pt x="1044258" y="3279"/>
                  </a:lnTo>
                  <a:lnTo>
                    <a:pt x="1049176" y="1639"/>
                  </a:lnTo>
                  <a:lnTo>
                    <a:pt x="1052454" y="1639"/>
                  </a:lnTo>
                  <a:lnTo>
                    <a:pt x="1055733" y="0"/>
                  </a:lnTo>
                  <a:lnTo>
                    <a:pt x="1052454" y="1639"/>
                  </a:lnTo>
                  <a:lnTo>
                    <a:pt x="1047536" y="3279"/>
                  </a:lnTo>
                  <a:lnTo>
                    <a:pt x="1052454" y="4918"/>
                  </a:lnTo>
                  <a:lnTo>
                    <a:pt x="1055733" y="4918"/>
                  </a:lnTo>
                  <a:lnTo>
                    <a:pt x="1060651" y="6557"/>
                  </a:lnTo>
                  <a:lnTo>
                    <a:pt x="1063930" y="6557"/>
                  </a:lnTo>
                  <a:lnTo>
                    <a:pt x="1063930" y="11475"/>
                  </a:lnTo>
                  <a:lnTo>
                    <a:pt x="1060651" y="13115"/>
                  </a:lnTo>
                  <a:lnTo>
                    <a:pt x="1057372" y="13115"/>
                  </a:lnTo>
                  <a:lnTo>
                    <a:pt x="1052454" y="14754"/>
                  </a:lnTo>
                  <a:lnTo>
                    <a:pt x="1049176" y="16393"/>
                  </a:lnTo>
                  <a:lnTo>
                    <a:pt x="1044258" y="16393"/>
                  </a:lnTo>
                  <a:lnTo>
                    <a:pt x="1040979" y="18033"/>
                  </a:lnTo>
                  <a:lnTo>
                    <a:pt x="1037700" y="18033"/>
                  </a:lnTo>
                  <a:lnTo>
                    <a:pt x="1037700" y="18033"/>
                  </a:lnTo>
                  <a:lnTo>
                    <a:pt x="1037700" y="21311"/>
                  </a:lnTo>
                  <a:lnTo>
                    <a:pt x="1032782" y="22951"/>
                  </a:lnTo>
                  <a:lnTo>
                    <a:pt x="1037700" y="22951"/>
                  </a:lnTo>
                  <a:lnTo>
                    <a:pt x="1040979" y="21311"/>
                  </a:lnTo>
                  <a:lnTo>
                    <a:pt x="1044258" y="21311"/>
                  </a:lnTo>
                  <a:lnTo>
                    <a:pt x="1049176" y="19672"/>
                  </a:lnTo>
                  <a:lnTo>
                    <a:pt x="1052454" y="19672"/>
                  </a:lnTo>
                  <a:lnTo>
                    <a:pt x="1055733" y="16393"/>
                  </a:lnTo>
                  <a:lnTo>
                    <a:pt x="1060651" y="16393"/>
                  </a:lnTo>
                  <a:lnTo>
                    <a:pt x="1063930" y="14754"/>
                  </a:lnTo>
                  <a:lnTo>
                    <a:pt x="1067208" y="13115"/>
                  </a:lnTo>
                  <a:lnTo>
                    <a:pt x="1072126" y="11475"/>
                  </a:lnTo>
                  <a:lnTo>
                    <a:pt x="1075405" y="9836"/>
                  </a:lnTo>
                  <a:lnTo>
                    <a:pt x="1078684" y="9836"/>
                  </a:lnTo>
                  <a:lnTo>
                    <a:pt x="1075405" y="13115"/>
                  </a:lnTo>
                  <a:lnTo>
                    <a:pt x="1080323" y="11475"/>
                  </a:lnTo>
                  <a:lnTo>
                    <a:pt x="1083602" y="11475"/>
                  </a:lnTo>
                  <a:lnTo>
                    <a:pt x="1083602" y="14754"/>
                  </a:lnTo>
                  <a:lnTo>
                    <a:pt x="1080323" y="16393"/>
                  </a:lnTo>
                  <a:lnTo>
                    <a:pt x="1077044" y="18033"/>
                  </a:lnTo>
                  <a:lnTo>
                    <a:pt x="1072126" y="19672"/>
                  </a:lnTo>
                  <a:lnTo>
                    <a:pt x="1077044" y="21311"/>
                  </a:lnTo>
                  <a:lnTo>
                    <a:pt x="1080323" y="21311"/>
                  </a:lnTo>
                  <a:lnTo>
                    <a:pt x="1083602" y="22951"/>
                  </a:lnTo>
                  <a:lnTo>
                    <a:pt x="1088520" y="21311"/>
                  </a:lnTo>
                  <a:lnTo>
                    <a:pt x="1091798" y="21311"/>
                  </a:lnTo>
                  <a:lnTo>
                    <a:pt x="1095077" y="19672"/>
                  </a:lnTo>
                  <a:lnTo>
                    <a:pt x="1099995" y="18033"/>
                  </a:lnTo>
                  <a:lnTo>
                    <a:pt x="1103274" y="18033"/>
                  </a:lnTo>
                  <a:lnTo>
                    <a:pt x="1108192" y="19672"/>
                  </a:lnTo>
                  <a:lnTo>
                    <a:pt x="1111470" y="18033"/>
                  </a:lnTo>
                  <a:lnTo>
                    <a:pt x="1114749" y="18033"/>
                  </a:lnTo>
                  <a:lnTo>
                    <a:pt x="1119667" y="18033"/>
                  </a:lnTo>
                  <a:lnTo>
                    <a:pt x="1122946" y="18033"/>
                  </a:lnTo>
                  <a:lnTo>
                    <a:pt x="1126224" y="19672"/>
                  </a:lnTo>
                  <a:lnTo>
                    <a:pt x="1131142" y="19672"/>
                  </a:lnTo>
                  <a:lnTo>
                    <a:pt x="1134421" y="19672"/>
                  </a:lnTo>
                  <a:lnTo>
                    <a:pt x="1137700" y="19672"/>
                  </a:lnTo>
                  <a:lnTo>
                    <a:pt x="1134421" y="22951"/>
                  </a:lnTo>
                  <a:lnTo>
                    <a:pt x="1129503" y="24590"/>
                  </a:lnTo>
                  <a:lnTo>
                    <a:pt x="1126224" y="26229"/>
                  </a:lnTo>
                  <a:lnTo>
                    <a:pt x="1122946" y="27869"/>
                  </a:lnTo>
                  <a:lnTo>
                    <a:pt x="1126224" y="29508"/>
                  </a:lnTo>
                  <a:lnTo>
                    <a:pt x="1129503" y="29508"/>
                  </a:lnTo>
                  <a:lnTo>
                    <a:pt x="1126224" y="29508"/>
                  </a:lnTo>
                  <a:lnTo>
                    <a:pt x="1122946" y="29508"/>
                  </a:lnTo>
                  <a:lnTo>
                    <a:pt x="1118028" y="29508"/>
                  </a:lnTo>
                  <a:lnTo>
                    <a:pt x="1114749" y="31147"/>
                  </a:lnTo>
                  <a:lnTo>
                    <a:pt x="1118028" y="31147"/>
                  </a:lnTo>
                  <a:lnTo>
                    <a:pt x="1122946" y="31147"/>
                  </a:lnTo>
                  <a:lnTo>
                    <a:pt x="1126224" y="31147"/>
                  </a:lnTo>
                  <a:lnTo>
                    <a:pt x="1129503" y="31147"/>
                  </a:lnTo>
                  <a:lnTo>
                    <a:pt x="1134421" y="31147"/>
                  </a:lnTo>
                  <a:lnTo>
                    <a:pt x="1137700" y="31147"/>
                  </a:lnTo>
                  <a:lnTo>
                    <a:pt x="1134421" y="32787"/>
                  </a:lnTo>
                  <a:lnTo>
                    <a:pt x="1129503" y="34426"/>
                  </a:lnTo>
                  <a:lnTo>
                    <a:pt x="1134421" y="36065"/>
                  </a:lnTo>
                  <a:lnTo>
                    <a:pt x="1137700" y="36065"/>
                  </a:lnTo>
                  <a:lnTo>
                    <a:pt x="1140978" y="36065"/>
                  </a:lnTo>
                  <a:lnTo>
                    <a:pt x="1144257" y="37705"/>
                  </a:lnTo>
                  <a:lnTo>
                    <a:pt x="1149175" y="36065"/>
                  </a:lnTo>
                  <a:lnTo>
                    <a:pt x="1149175" y="36065"/>
                  </a:lnTo>
                  <a:lnTo>
                    <a:pt x="1152454" y="34426"/>
                  </a:lnTo>
                  <a:lnTo>
                    <a:pt x="1154093" y="34426"/>
                  </a:lnTo>
                  <a:lnTo>
                    <a:pt x="1157372" y="34426"/>
                  </a:lnTo>
                  <a:lnTo>
                    <a:pt x="1160650" y="34426"/>
                  </a:lnTo>
                  <a:lnTo>
                    <a:pt x="1165569" y="32787"/>
                  </a:lnTo>
                  <a:lnTo>
                    <a:pt x="1168847" y="32787"/>
                  </a:lnTo>
                  <a:lnTo>
                    <a:pt x="1172126" y="32787"/>
                  </a:lnTo>
                  <a:lnTo>
                    <a:pt x="1170486" y="36065"/>
                  </a:lnTo>
                  <a:lnTo>
                    <a:pt x="1173765" y="36065"/>
                  </a:lnTo>
                  <a:lnTo>
                    <a:pt x="1177044" y="36065"/>
                  </a:lnTo>
                  <a:lnTo>
                    <a:pt x="1180323" y="34426"/>
                  </a:lnTo>
                  <a:lnTo>
                    <a:pt x="1185241" y="32787"/>
                  </a:lnTo>
                  <a:lnTo>
                    <a:pt x="1188519" y="32787"/>
                  </a:lnTo>
                  <a:lnTo>
                    <a:pt x="1191798" y="32787"/>
                  </a:lnTo>
                  <a:lnTo>
                    <a:pt x="1196716" y="32787"/>
                  </a:lnTo>
                  <a:lnTo>
                    <a:pt x="1199995" y="34426"/>
                  </a:lnTo>
                  <a:lnTo>
                    <a:pt x="1203273" y="32787"/>
                  </a:lnTo>
                  <a:lnTo>
                    <a:pt x="1208191" y="34426"/>
                  </a:lnTo>
                  <a:lnTo>
                    <a:pt x="1211470" y="36065"/>
                  </a:lnTo>
                  <a:lnTo>
                    <a:pt x="1214749" y="36065"/>
                  </a:lnTo>
                  <a:lnTo>
                    <a:pt x="1219667" y="39344"/>
                  </a:lnTo>
                  <a:lnTo>
                    <a:pt x="1222945" y="39344"/>
                  </a:lnTo>
                  <a:lnTo>
                    <a:pt x="1224585" y="39344"/>
                  </a:lnTo>
                  <a:lnTo>
                    <a:pt x="1227863" y="39344"/>
                  </a:lnTo>
                  <a:lnTo>
                    <a:pt x="1231142" y="39344"/>
                  </a:lnTo>
                  <a:lnTo>
                    <a:pt x="1231142" y="39344"/>
                  </a:lnTo>
                  <a:lnTo>
                    <a:pt x="1231142" y="42623"/>
                  </a:lnTo>
                  <a:lnTo>
                    <a:pt x="1236060" y="44262"/>
                  </a:lnTo>
                  <a:lnTo>
                    <a:pt x="1239339" y="44262"/>
                  </a:lnTo>
                  <a:lnTo>
                    <a:pt x="1242617" y="44262"/>
                  </a:lnTo>
                  <a:lnTo>
                    <a:pt x="1247535" y="45901"/>
                  </a:lnTo>
                  <a:lnTo>
                    <a:pt x="1250814" y="44262"/>
                  </a:lnTo>
                  <a:lnTo>
                    <a:pt x="1254093" y="44262"/>
                  </a:lnTo>
                  <a:lnTo>
                    <a:pt x="1257371" y="44262"/>
                  </a:lnTo>
                  <a:lnTo>
                    <a:pt x="1262289" y="44262"/>
                  </a:lnTo>
                  <a:lnTo>
                    <a:pt x="1265568" y="44262"/>
                  </a:lnTo>
                  <a:lnTo>
                    <a:pt x="1268847" y="44262"/>
                  </a:lnTo>
                  <a:lnTo>
                    <a:pt x="1273765" y="45901"/>
                  </a:lnTo>
                  <a:lnTo>
                    <a:pt x="1277043" y="45901"/>
                  </a:lnTo>
                  <a:lnTo>
                    <a:pt x="1280322" y="45901"/>
                  </a:lnTo>
                  <a:lnTo>
                    <a:pt x="1281961" y="49180"/>
                  </a:lnTo>
                  <a:lnTo>
                    <a:pt x="1285240" y="47541"/>
                  </a:lnTo>
                  <a:lnTo>
                    <a:pt x="1288519" y="50820"/>
                  </a:lnTo>
                  <a:lnTo>
                    <a:pt x="1286879" y="50820"/>
                  </a:lnTo>
                  <a:lnTo>
                    <a:pt x="1288519" y="50820"/>
                  </a:lnTo>
                  <a:lnTo>
                    <a:pt x="1290158" y="50820"/>
                  </a:lnTo>
                  <a:lnTo>
                    <a:pt x="1295076" y="52459"/>
                  </a:lnTo>
                  <a:lnTo>
                    <a:pt x="1298355" y="52459"/>
                  </a:lnTo>
                  <a:lnTo>
                    <a:pt x="1301633" y="52459"/>
                  </a:lnTo>
                  <a:lnTo>
                    <a:pt x="1304912" y="52459"/>
                  </a:lnTo>
                  <a:lnTo>
                    <a:pt x="1308191" y="50820"/>
                  </a:lnTo>
                  <a:lnTo>
                    <a:pt x="1311470" y="50820"/>
                  </a:lnTo>
                  <a:lnTo>
                    <a:pt x="1316387" y="49180"/>
                  </a:lnTo>
                  <a:lnTo>
                    <a:pt x="1319666" y="49180"/>
                  </a:lnTo>
                  <a:lnTo>
                    <a:pt x="1322945" y="49180"/>
                  </a:lnTo>
                  <a:lnTo>
                    <a:pt x="1321306" y="50820"/>
                  </a:lnTo>
                  <a:lnTo>
                    <a:pt x="1321306" y="50820"/>
                  </a:lnTo>
                  <a:lnTo>
                    <a:pt x="1324584" y="49180"/>
                  </a:lnTo>
                  <a:lnTo>
                    <a:pt x="1329502" y="49180"/>
                  </a:lnTo>
                  <a:lnTo>
                    <a:pt x="1332781" y="47541"/>
                  </a:lnTo>
                  <a:lnTo>
                    <a:pt x="1337699" y="49180"/>
                  </a:lnTo>
                  <a:lnTo>
                    <a:pt x="1340977" y="47541"/>
                  </a:lnTo>
                  <a:lnTo>
                    <a:pt x="1344256" y="47541"/>
                  </a:lnTo>
                  <a:lnTo>
                    <a:pt x="1347535" y="47541"/>
                  </a:lnTo>
                  <a:lnTo>
                    <a:pt x="1352453" y="49180"/>
                  </a:lnTo>
                  <a:lnTo>
                    <a:pt x="1355732" y="49180"/>
                  </a:lnTo>
                  <a:lnTo>
                    <a:pt x="1359010" y="49180"/>
                  </a:lnTo>
                  <a:lnTo>
                    <a:pt x="1362289" y="50820"/>
                  </a:lnTo>
                  <a:lnTo>
                    <a:pt x="1362289" y="55737"/>
                  </a:lnTo>
                  <a:lnTo>
                    <a:pt x="1367207" y="57377"/>
                  </a:lnTo>
                  <a:lnTo>
                    <a:pt x="1370486" y="59016"/>
                  </a:lnTo>
                  <a:lnTo>
                    <a:pt x="1372125" y="59016"/>
                  </a:lnTo>
                  <a:lnTo>
                    <a:pt x="1375404" y="60656"/>
                  </a:lnTo>
                  <a:lnTo>
                    <a:pt x="1375404" y="60656"/>
                  </a:lnTo>
                  <a:lnTo>
                    <a:pt x="1377043" y="63934"/>
                  </a:lnTo>
                  <a:lnTo>
                    <a:pt x="1381961" y="65573"/>
                  </a:lnTo>
                  <a:lnTo>
                    <a:pt x="1385240" y="63934"/>
                  </a:lnTo>
                  <a:lnTo>
                    <a:pt x="1388518" y="63934"/>
                  </a:lnTo>
                  <a:lnTo>
                    <a:pt x="1386879" y="65573"/>
                  </a:lnTo>
                  <a:lnTo>
                    <a:pt x="1381961" y="70492"/>
                  </a:lnTo>
                  <a:lnTo>
                    <a:pt x="1377043" y="73770"/>
                  </a:lnTo>
                  <a:lnTo>
                    <a:pt x="1372125" y="77049"/>
                  </a:lnTo>
                  <a:lnTo>
                    <a:pt x="1367207" y="81967"/>
                  </a:lnTo>
                  <a:lnTo>
                    <a:pt x="1362289" y="85246"/>
                  </a:lnTo>
                  <a:lnTo>
                    <a:pt x="1357371" y="88524"/>
                  </a:lnTo>
                  <a:lnTo>
                    <a:pt x="1352453" y="91803"/>
                  </a:lnTo>
                  <a:lnTo>
                    <a:pt x="1347535" y="96721"/>
                  </a:lnTo>
                  <a:lnTo>
                    <a:pt x="1342617" y="100000"/>
                  </a:lnTo>
                  <a:lnTo>
                    <a:pt x="1337699" y="103278"/>
                  </a:lnTo>
                  <a:lnTo>
                    <a:pt x="1332781" y="106557"/>
                  </a:lnTo>
                  <a:lnTo>
                    <a:pt x="1327863" y="111475"/>
                  </a:lnTo>
                  <a:lnTo>
                    <a:pt x="1322945" y="114754"/>
                  </a:lnTo>
                  <a:lnTo>
                    <a:pt x="1318027" y="119672"/>
                  </a:lnTo>
                  <a:lnTo>
                    <a:pt x="1313109" y="122950"/>
                  </a:lnTo>
                  <a:lnTo>
                    <a:pt x="1308191" y="126229"/>
                  </a:lnTo>
                  <a:lnTo>
                    <a:pt x="1304912" y="129508"/>
                  </a:lnTo>
                  <a:lnTo>
                    <a:pt x="1299994" y="134426"/>
                  </a:lnTo>
                  <a:lnTo>
                    <a:pt x="1295076" y="137704"/>
                  </a:lnTo>
                  <a:lnTo>
                    <a:pt x="1290158" y="140983"/>
                  </a:lnTo>
                  <a:lnTo>
                    <a:pt x="1285240" y="144262"/>
                  </a:lnTo>
                  <a:lnTo>
                    <a:pt x="1280322" y="147540"/>
                  </a:lnTo>
                  <a:lnTo>
                    <a:pt x="1280322" y="149180"/>
                  </a:lnTo>
                  <a:lnTo>
                    <a:pt x="1275404" y="152458"/>
                  </a:lnTo>
                  <a:lnTo>
                    <a:pt x="1270486" y="155737"/>
                  </a:lnTo>
                  <a:lnTo>
                    <a:pt x="1265568" y="160655"/>
                  </a:lnTo>
                  <a:lnTo>
                    <a:pt x="1260650" y="163934"/>
                  </a:lnTo>
                  <a:lnTo>
                    <a:pt x="1255732" y="167212"/>
                  </a:lnTo>
                  <a:lnTo>
                    <a:pt x="1250814" y="172130"/>
                  </a:lnTo>
                  <a:lnTo>
                    <a:pt x="1247535" y="175409"/>
                  </a:lnTo>
                  <a:lnTo>
                    <a:pt x="1242617" y="178688"/>
                  </a:lnTo>
                  <a:lnTo>
                    <a:pt x="1237699" y="183606"/>
                  </a:lnTo>
                  <a:lnTo>
                    <a:pt x="1232781" y="186884"/>
                  </a:lnTo>
                  <a:lnTo>
                    <a:pt x="1227863" y="190163"/>
                  </a:lnTo>
                  <a:lnTo>
                    <a:pt x="1222945" y="195081"/>
                  </a:lnTo>
                  <a:lnTo>
                    <a:pt x="1218027" y="198360"/>
                  </a:lnTo>
                  <a:lnTo>
                    <a:pt x="1213109" y="201638"/>
                  </a:lnTo>
                  <a:lnTo>
                    <a:pt x="1208191" y="206557"/>
                  </a:lnTo>
                  <a:lnTo>
                    <a:pt x="1204913" y="209835"/>
                  </a:lnTo>
                  <a:lnTo>
                    <a:pt x="1199995" y="213114"/>
                  </a:lnTo>
                  <a:lnTo>
                    <a:pt x="1195077" y="218032"/>
                  </a:lnTo>
                  <a:lnTo>
                    <a:pt x="1190159" y="221310"/>
                  </a:lnTo>
                  <a:lnTo>
                    <a:pt x="1185241" y="224589"/>
                  </a:lnTo>
                  <a:lnTo>
                    <a:pt x="1180323" y="229507"/>
                  </a:lnTo>
                  <a:lnTo>
                    <a:pt x="1177044" y="232786"/>
                  </a:lnTo>
                  <a:lnTo>
                    <a:pt x="1172126" y="236065"/>
                  </a:lnTo>
                  <a:lnTo>
                    <a:pt x="1167208" y="240983"/>
                  </a:lnTo>
                  <a:lnTo>
                    <a:pt x="1162290" y="244261"/>
                  </a:lnTo>
                  <a:lnTo>
                    <a:pt x="1157372" y="249179"/>
                  </a:lnTo>
                  <a:lnTo>
                    <a:pt x="1152454" y="252458"/>
                  </a:lnTo>
                  <a:lnTo>
                    <a:pt x="1149175" y="255737"/>
                  </a:lnTo>
                  <a:lnTo>
                    <a:pt x="1144257" y="259015"/>
                  </a:lnTo>
                  <a:lnTo>
                    <a:pt x="1140978" y="262294"/>
                  </a:lnTo>
                  <a:lnTo>
                    <a:pt x="1136060" y="267212"/>
                  </a:lnTo>
                  <a:lnTo>
                    <a:pt x="1131142" y="270491"/>
                  </a:lnTo>
                  <a:lnTo>
                    <a:pt x="1126224" y="275409"/>
                  </a:lnTo>
                  <a:lnTo>
                    <a:pt x="1121306" y="278687"/>
                  </a:lnTo>
                  <a:lnTo>
                    <a:pt x="1118028" y="281966"/>
                  </a:lnTo>
                  <a:lnTo>
                    <a:pt x="1113110" y="286884"/>
                  </a:lnTo>
                  <a:lnTo>
                    <a:pt x="1108192" y="290163"/>
                  </a:lnTo>
                  <a:lnTo>
                    <a:pt x="1103274" y="293441"/>
                  </a:lnTo>
                  <a:lnTo>
                    <a:pt x="1098356" y="298359"/>
                  </a:lnTo>
                  <a:lnTo>
                    <a:pt x="1093438" y="301638"/>
                  </a:lnTo>
                  <a:lnTo>
                    <a:pt x="1090159" y="306556"/>
                  </a:lnTo>
                  <a:lnTo>
                    <a:pt x="1085241" y="309835"/>
                  </a:lnTo>
                  <a:lnTo>
                    <a:pt x="1080323" y="314753"/>
                  </a:lnTo>
                  <a:lnTo>
                    <a:pt x="1075405" y="318031"/>
                  </a:lnTo>
                  <a:lnTo>
                    <a:pt x="1070487" y="321310"/>
                  </a:lnTo>
                  <a:lnTo>
                    <a:pt x="1067208" y="326228"/>
                  </a:lnTo>
                  <a:lnTo>
                    <a:pt x="1062290" y="329507"/>
                  </a:lnTo>
                  <a:lnTo>
                    <a:pt x="1057372" y="334425"/>
                  </a:lnTo>
                  <a:lnTo>
                    <a:pt x="1052454" y="337703"/>
                  </a:lnTo>
                  <a:lnTo>
                    <a:pt x="1049176" y="340982"/>
                  </a:lnTo>
                  <a:lnTo>
                    <a:pt x="1044258" y="345900"/>
                  </a:lnTo>
                  <a:lnTo>
                    <a:pt x="1039339" y="349179"/>
                  </a:lnTo>
                  <a:lnTo>
                    <a:pt x="1034422" y="354097"/>
                  </a:lnTo>
                  <a:lnTo>
                    <a:pt x="1031143" y="357375"/>
                  </a:lnTo>
                  <a:lnTo>
                    <a:pt x="1026225" y="360654"/>
                  </a:lnTo>
                  <a:lnTo>
                    <a:pt x="1021307" y="365572"/>
                  </a:lnTo>
                  <a:lnTo>
                    <a:pt x="1018028" y="368851"/>
                  </a:lnTo>
                  <a:lnTo>
                    <a:pt x="1014749" y="370490"/>
                  </a:lnTo>
                  <a:lnTo>
                    <a:pt x="1011471" y="375408"/>
                  </a:lnTo>
                  <a:lnTo>
                    <a:pt x="1006553" y="378687"/>
                  </a:lnTo>
                  <a:lnTo>
                    <a:pt x="1001635" y="381966"/>
                  </a:lnTo>
                  <a:lnTo>
                    <a:pt x="998356" y="386884"/>
                  </a:lnTo>
                  <a:lnTo>
                    <a:pt x="993438" y="390162"/>
                  </a:lnTo>
                  <a:lnTo>
                    <a:pt x="988520" y="395080"/>
                  </a:lnTo>
                  <a:lnTo>
                    <a:pt x="983602" y="398359"/>
                  </a:lnTo>
                  <a:lnTo>
                    <a:pt x="980323" y="403277"/>
                  </a:lnTo>
                  <a:lnTo>
                    <a:pt x="975405" y="406556"/>
                  </a:lnTo>
                  <a:lnTo>
                    <a:pt x="970487" y="411474"/>
                  </a:lnTo>
                  <a:lnTo>
                    <a:pt x="967209" y="414752"/>
                  </a:lnTo>
                  <a:lnTo>
                    <a:pt x="962291" y="419670"/>
                  </a:lnTo>
                  <a:lnTo>
                    <a:pt x="957373" y="422949"/>
                  </a:lnTo>
                  <a:lnTo>
                    <a:pt x="955733" y="427867"/>
                  </a:lnTo>
                  <a:lnTo>
                    <a:pt x="960651" y="427867"/>
                  </a:lnTo>
                  <a:lnTo>
                    <a:pt x="963930" y="429506"/>
                  </a:lnTo>
                  <a:lnTo>
                    <a:pt x="967209" y="427867"/>
                  </a:lnTo>
                  <a:lnTo>
                    <a:pt x="970487" y="426228"/>
                  </a:lnTo>
                  <a:lnTo>
                    <a:pt x="975405" y="429506"/>
                  </a:lnTo>
                  <a:lnTo>
                    <a:pt x="978684" y="431146"/>
                  </a:lnTo>
                  <a:lnTo>
                    <a:pt x="980323" y="431146"/>
                  </a:lnTo>
                  <a:lnTo>
                    <a:pt x="985241" y="429506"/>
                  </a:lnTo>
                  <a:lnTo>
                    <a:pt x="988520" y="427867"/>
                  </a:lnTo>
                  <a:lnTo>
                    <a:pt x="991799" y="426228"/>
                  </a:lnTo>
                  <a:lnTo>
                    <a:pt x="996717" y="424588"/>
                  </a:lnTo>
                  <a:lnTo>
                    <a:pt x="999996" y="424588"/>
                  </a:lnTo>
                  <a:lnTo>
                    <a:pt x="1004913" y="424588"/>
                  </a:lnTo>
                  <a:lnTo>
                    <a:pt x="1009831" y="424588"/>
                  </a:lnTo>
                  <a:lnTo>
                    <a:pt x="1014749" y="426228"/>
                  </a:lnTo>
                  <a:lnTo>
                    <a:pt x="1008192" y="429506"/>
                  </a:lnTo>
                  <a:lnTo>
                    <a:pt x="1004913" y="432785"/>
                  </a:lnTo>
                  <a:lnTo>
                    <a:pt x="999996" y="434424"/>
                  </a:lnTo>
                  <a:lnTo>
                    <a:pt x="999996" y="439342"/>
                  </a:lnTo>
                  <a:lnTo>
                    <a:pt x="999996" y="439342"/>
                  </a:lnTo>
                  <a:lnTo>
                    <a:pt x="1004913" y="440982"/>
                  </a:lnTo>
                  <a:lnTo>
                    <a:pt x="1004913" y="444260"/>
                  </a:lnTo>
                  <a:lnTo>
                    <a:pt x="1004913" y="449178"/>
                  </a:lnTo>
                  <a:lnTo>
                    <a:pt x="1004913" y="452457"/>
                  </a:lnTo>
                  <a:lnTo>
                    <a:pt x="1006553" y="457375"/>
                  </a:lnTo>
                  <a:lnTo>
                    <a:pt x="1008192" y="460654"/>
                  </a:lnTo>
                  <a:lnTo>
                    <a:pt x="1008192" y="462293"/>
                  </a:lnTo>
                  <a:lnTo>
                    <a:pt x="1009831" y="462293"/>
                  </a:lnTo>
                  <a:lnTo>
                    <a:pt x="1011471" y="467211"/>
                  </a:lnTo>
                  <a:lnTo>
                    <a:pt x="1011471" y="470490"/>
                  </a:lnTo>
                  <a:lnTo>
                    <a:pt x="1008192" y="475408"/>
                  </a:lnTo>
                  <a:lnTo>
                    <a:pt x="1006553" y="478686"/>
                  </a:lnTo>
                  <a:lnTo>
                    <a:pt x="1003274" y="483604"/>
                  </a:lnTo>
                  <a:lnTo>
                    <a:pt x="1008192" y="481965"/>
                  </a:lnTo>
                  <a:lnTo>
                    <a:pt x="1011471" y="480326"/>
                  </a:lnTo>
                  <a:lnTo>
                    <a:pt x="1016389" y="478686"/>
                  </a:lnTo>
                  <a:lnTo>
                    <a:pt x="1019667" y="477047"/>
                  </a:lnTo>
                  <a:lnTo>
                    <a:pt x="1024586" y="475408"/>
                  </a:lnTo>
                  <a:lnTo>
                    <a:pt x="1027864" y="475408"/>
                  </a:lnTo>
                  <a:lnTo>
                    <a:pt x="1032782" y="473768"/>
                  </a:lnTo>
                  <a:lnTo>
                    <a:pt x="1037700" y="473768"/>
                  </a:lnTo>
                  <a:lnTo>
                    <a:pt x="1040979" y="472129"/>
                  </a:lnTo>
                  <a:lnTo>
                    <a:pt x="1044258" y="470490"/>
                  </a:lnTo>
                  <a:lnTo>
                    <a:pt x="1049176" y="467211"/>
                  </a:lnTo>
                  <a:lnTo>
                    <a:pt x="1052454" y="463932"/>
                  </a:lnTo>
                  <a:lnTo>
                    <a:pt x="1057372" y="460654"/>
                  </a:lnTo>
                  <a:lnTo>
                    <a:pt x="1060651" y="460654"/>
                  </a:lnTo>
                  <a:lnTo>
                    <a:pt x="1065569" y="459014"/>
                  </a:lnTo>
                  <a:lnTo>
                    <a:pt x="1067208" y="455736"/>
                  </a:lnTo>
                  <a:lnTo>
                    <a:pt x="1070487" y="454096"/>
                  </a:lnTo>
                  <a:lnTo>
                    <a:pt x="1075405" y="452457"/>
                  </a:lnTo>
                  <a:lnTo>
                    <a:pt x="1078684" y="452457"/>
                  </a:lnTo>
                  <a:lnTo>
                    <a:pt x="1083602" y="452457"/>
                  </a:lnTo>
                  <a:lnTo>
                    <a:pt x="1086880" y="450818"/>
                  </a:lnTo>
                  <a:lnTo>
                    <a:pt x="1091798" y="449178"/>
                  </a:lnTo>
                  <a:lnTo>
                    <a:pt x="1095077" y="449178"/>
                  </a:lnTo>
                  <a:lnTo>
                    <a:pt x="1098356" y="447539"/>
                  </a:lnTo>
                  <a:lnTo>
                    <a:pt x="1103274" y="450818"/>
                  </a:lnTo>
                  <a:lnTo>
                    <a:pt x="1104913" y="454096"/>
                  </a:lnTo>
                  <a:lnTo>
                    <a:pt x="1106552" y="455736"/>
                  </a:lnTo>
                  <a:lnTo>
                    <a:pt x="1103274" y="459014"/>
                  </a:lnTo>
                  <a:lnTo>
                    <a:pt x="1099995" y="460654"/>
                  </a:lnTo>
                  <a:lnTo>
                    <a:pt x="1098356" y="465572"/>
                  </a:lnTo>
                  <a:lnTo>
                    <a:pt x="1098356" y="468850"/>
                  </a:lnTo>
                  <a:lnTo>
                    <a:pt x="1101634" y="470490"/>
                  </a:lnTo>
                  <a:lnTo>
                    <a:pt x="1104913" y="475408"/>
                  </a:lnTo>
                  <a:lnTo>
                    <a:pt x="1103274" y="478686"/>
                  </a:lnTo>
                  <a:lnTo>
                    <a:pt x="1099995" y="481965"/>
                  </a:lnTo>
                  <a:lnTo>
                    <a:pt x="1101634" y="486883"/>
                  </a:lnTo>
                  <a:lnTo>
                    <a:pt x="1104913" y="488522"/>
                  </a:lnTo>
                  <a:lnTo>
                    <a:pt x="1108192" y="493440"/>
                  </a:lnTo>
                  <a:lnTo>
                    <a:pt x="1106552" y="496719"/>
                  </a:lnTo>
                  <a:lnTo>
                    <a:pt x="1108192" y="499998"/>
                  </a:lnTo>
                  <a:lnTo>
                    <a:pt x="1108192" y="503276"/>
                  </a:lnTo>
                  <a:lnTo>
                    <a:pt x="1104913" y="506555"/>
                  </a:lnTo>
                  <a:lnTo>
                    <a:pt x="1104913" y="509834"/>
                  </a:lnTo>
                  <a:lnTo>
                    <a:pt x="1104913" y="513112"/>
                  </a:lnTo>
                  <a:lnTo>
                    <a:pt x="1103274" y="518031"/>
                  </a:lnTo>
                  <a:lnTo>
                    <a:pt x="1101634" y="521309"/>
                  </a:lnTo>
                  <a:lnTo>
                    <a:pt x="1101634" y="524588"/>
                  </a:lnTo>
                  <a:lnTo>
                    <a:pt x="1101634" y="529506"/>
                  </a:lnTo>
                  <a:lnTo>
                    <a:pt x="1099995" y="532784"/>
                  </a:lnTo>
                  <a:lnTo>
                    <a:pt x="1099995" y="536063"/>
                  </a:lnTo>
                  <a:lnTo>
                    <a:pt x="1098356" y="539342"/>
                  </a:lnTo>
                  <a:lnTo>
                    <a:pt x="1098356" y="544260"/>
                  </a:lnTo>
                  <a:lnTo>
                    <a:pt x="1098356" y="547539"/>
                  </a:lnTo>
                  <a:lnTo>
                    <a:pt x="1096716" y="550817"/>
                  </a:lnTo>
                  <a:lnTo>
                    <a:pt x="1093438" y="554096"/>
                  </a:lnTo>
                  <a:lnTo>
                    <a:pt x="1091798" y="559014"/>
                  </a:lnTo>
                  <a:lnTo>
                    <a:pt x="1095077" y="560653"/>
                  </a:lnTo>
                  <a:lnTo>
                    <a:pt x="1090159" y="563932"/>
                  </a:lnTo>
                  <a:lnTo>
                    <a:pt x="1088520" y="568850"/>
                  </a:lnTo>
                  <a:lnTo>
                    <a:pt x="1088520" y="572129"/>
                  </a:lnTo>
                  <a:lnTo>
                    <a:pt x="1086880" y="575407"/>
                  </a:lnTo>
                  <a:lnTo>
                    <a:pt x="1086880" y="578686"/>
                  </a:lnTo>
                  <a:lnTo>
                    <a:pt x="1091798" y="578686"/>
                  </a:lnTo>
                  <a:lnTo>
                    <a:pt x="1095077" y="580325"/>
                  </a:lnTo>
                  <a:lnTo>
                    <a:pt x="1098356" y="581965"/>
                  </a:lnTo>
                  <a:lnTo>
                    <a:pt x="1101634" y="586883"/>
                  </a:lnTo>
                  <a:lnTo>
                    <a:pt x="1104913" y="586883"/>
                  </a:lnTo>
                  <a:lnTo>
                    <a:pt x="1109831" y="588522"/>
                  </a:lnTo>
                  <a:lnTo>
                    <a:pt x="1109831" y="591801"/>
                  </a:lnTo>
                  <a:lnTo>
                    <a:pt x="1114749" y="593440"/>
                  </a:lnTo>
                  <a:lnTo>
                    <a:pt x="1113110" y="598358"/>
                  </a:lnTo>
                  <a:lnTo>
                    <a:pt x="1118028" y="598358"/>
                  </a:lnTo>
                  <a:lnTo>
                    <a:pt x="1121306" y="598358"/>
                  </a:lnTo>
                  <a:lnTo>
                    <a:pt x="1119667" y="603276"/>
                  </a:lnTo>
                  <a:lnTo>
                    <a:pt x="1116388" y="606555"/>
                  </a:lnTo>
                  <a:lnTo>
                    <a:pt x="1113110" y="608194"/>
                  </a:lnTo>
                  <a:lnTo>
                    <a:pt x="1108192" y="611473"/>
                  </a:lnTo>
                  <a:lnTo>
                    <a:pt x="1108192" y="611473"/>
                  </a:lnTo>
                  <a:lnTo>
                    <a:pt x="1104913" y="613112"/>
                  </a:lnTo>
                  <a:lnTo>
                    <a:pt x="1103274" y="616391"/>
                  </a:lnTo>
                  <a:lnTo>
                    <a:pt x="1099995" y="619669"/>
                  </a:lnTo>
                  <a:lnTo>
                    <a:pt x="1096716" y="624587"/>
                  </a:lnTo>
                  <a:lnTo>
                    <a:pt x="1095077" y="627866"/>
                  </a:lnTo>
                  <a:lnTo>
                    <a:pt x="1093438" y="631145"/>
                  </a:lnTo>
                  <a:lnTo>
                    <a:pt x="1093438" y="632784"/>
                  </a:lnTo>
                  <a:lnTo>
                    <a:pt x="1093438" y="632784"/>
                  </a:lnTo>
                  <a:lnTo>
                    <a:pt x="1088520" y="634423"/>
                  </a:lnTo>
                  <a:lnTo>
                    <a:pt x="1085241" y="636063"/>
                  </a:lnTo>
                  <a:lnTo>
                    <a:pt x="1081962" y="639341"/>
                  </a:lnTo>
                  <a:lnTo>
                    <a:pt x="1077044" y="642620"/>
                  </a:lnTo>
                  <a:lnTo>
                    <a:pt x="1073766" y="644259"/>
                  </a:lnTo>
                  <a:lnTo>
                    <a:pt x="1070487" y="645899"/>
                  </a:lnTo>
                  <a:lnTo>
                    <a:pt x="1067208" y="649177"/>
                  </a:lnTo>
                  <a:lnTo>
                    <a:pt x="1063930" y="649177"/>
                  </a:lnTo>
                  <a:lnTo>
                    <a:pt x="1062290" y="649177"/>
                  </a:lnTo>
                  <a:lnTo>
                    <a:pt x="1059012" y="652456"/>
                  </a:lnTo>
                  <a:lnTo>
                    <a:pt x="1055733" y="652456"/>
                  </a:lnTo>
                  <a:lnTo>
                    <a:pt x="1050815" y="654096"/>
                  </a:lnTo>
                  <a:lnTo>
                    <a:pt x="1054094" y="650817"/>
                  </a:lnTo>
                  <a:lnTo>
                    <a:pt x="1057372" y="645899"/>
                  </a:lnTo>
                  <a:lnTo>
                    <a:pt x="1054094" y="649177"/>
                  </a:lnTo>
                  <a:lnTo>
                    <a:pt x="1049176" y="652456"/>
                  </a:lnTo>
                  <a:lnTo>
                    <a:pt x="1045897" y="654096"/>
                  </a:lnTo>
                  <a:lnTo>
                    <a:pt x="1047536" y="649177"/>
                  </a:lnTo>
                  <a:lnTo>
                    <a:pt x="1050815" y="645899"/>
                  </a:lnTo>
                  <a:lnTo>
                    <a:pt x="1052454" y="642620"/>
                  </a:lnTo>
                  <a:lnTo>
                    <a:pt x="1055733" y="640981"/>
                  </a:lnTo>
                  <a:lnTo>
                    <a:pt x="1060651" y="640981"/>
                  </a:lnTo>
                  <a:lnTo>
                    <a:pt x="1063930" y="639341"/>
                  </a:lnTo>
                  <a:lnTo>
                    <a:pt x="1067208" y="637702"/>
                  </a:lnTo>
                  <a:lnTo>
                    <a:pt x="1072126" y="636063"/>
                  </a:lnTo>
                  <a:lnTo>
                    <a:pt x="1075405" y="632784"/>
                  </a:lnTo>
                  <a:lnTo>
                    <a:pt x="1078684" y="631145"/>
                  </a:lnTo>
                  <a:lnTo>
                    <a:pt x="1075405" y="632784"/>
                  </a:lnTo>
                  <a:lnTo>
                    <a:pt x="1072126" y="636063"/>
                  </a:lnTo>
                  <a:lnTo>
                    <a:pt x="1067208" y="636063"/>
                  </a:lnTo>
                  <a:lnTo>
                    <a:pt x="1063930" y="639341"/>
                  </a:lnTo>
                  <a:lnTo>
                    <a:pt x="1060651" y="639341"/>
                  </a:lnTo>
                  <a:lnTo>
                    <a:pt x="1057372" y="640981"/>
                  </a:lnTo>
                  <a:lnTo>
                    <a:pt x="1054094" y="636063"/>
                  </a:lnTo>
                  <a:lnTo>
                    <a:pt x="1059012" y="634423"/>
                  </a:lnTo>
                  <a:lnTo>
                    <a:pt x="1062290" y="632784"/>
                  </a:lnTo>
                  <a:lnTo>
                    <a:pt x="1067208" y="632784"/>
                  </a:lnTo>
                  <a:lnTo>
                    <a:pt x="1070487" y="632784"/>
                  </a:lnTo>
                  <a:lnTo>
                    <a:pt x="1073766" y="632784"/>
                  </a:lnTo>
                  <a:lnTo>
                    <a:pt x="1070487" y="631145"/>
                  </a:lnTo>
                  <a:lnTo>
                    <a:pt x="1067208" y="631145"/>
                  </a:lnTo>
                  <a:lnTo>
                    <a:pt x="1068848" y="627866"/>
                  </a:lnTo>
                  <a:lnTo>
                    <a:pt x="1072126" y="624587"/>
                  </a:lnTo>
                  <a:lnTo>
                    <a:pt x="1077044" y="621309"/>
                  </a:lnTo>
                  <a:lnTo>
                    <a:pt x="1078684" y="616391"/>
                  </a:lnTo>
                  <a:lnTo>
                    <a:pt x="1080323" y="613112"/>
                  </a:lnTo>
                  <a:lnTo>
                    <a:pt x="1081962" y="609833"/>
                  </a:lnTo>
                  <a:lnTo>
                    <a:pt x="1080323" y="604915"/>
                  </a:lnTo>
                  <a:lnTo>
                    <a:pt x="1083602" y="601637"/>
                  </a:lnTo>
                  <a:lnTo>
                    <a:pt x="1088520" y="599997"/>
                  </a:lnTo>
                  <a:lnTo>
                    <a:pt x="1091798" y="598358"/>
                  </a:lnTo>
                  <a:lnTo>
                    <a:pt x="1088520" y="599997"/>
                  </a:lnTo>
                  <a:lnTo>
                    <a:pt x="1083602" y="601637"/>
                  </a:lnTo>
                  <a:lnTo>
                    <a:pt x="1080323" y="603276"/>
                  </a:lnTo>
                  <a:lnTo>
                    <a:pt x="1077044" y="603276"/>
                  </a:lnTo>
                  <a:lnTo>
                    <a:pt x="1073766" y="603276"/>
                  </a:lnTo>
                  <a:lnTo>
                    <a:pt x="1070487" y="604915"/>
                  </a:lnTo>
                  <a:lnTo>
                    <a:pt x="1067208" y="606555"/>
                  </a:lnTo>
                  <a:lnTo>
                    <a:pt x="1068848" y="604915"/>
                  </a:lnTo>
                  <a:lnTo>
                    <a:pt x="1070487" y="604915"/>
                  </a:lnTo>
                  <a:lnTo>
                    <a:pt x="1073766" y="603276"/>
                  </a:lnTo>
                  <a:lnTo>
                    <a:pt x="1073766" y="603276"/>
                  </a:lnTo>
                  <a:lnTo>
                    <a:pt x="1068848" y="604915"/>
                  </a:lnTo>
                  <a:lnTo>
                    <a:pt x="1065569" y="604915"/>
                  </a:lnTo>
                  <a:lnTo>
                    <a:pt x="1062290" y="606555"/>
                  </a:lnTo>
                  <a:lnTo>
                    <a:pt x="1057372" y="608194"/>
                  </a:lnTo>
                  <a:lnTo>
                    <a:pt x="1054094" y="608194"/>
                  </a:lnTo>
                  <a:lnTo>
                    <a:pt x="1054094" y="613112"/>
                  </a:lnTo>
                  <a:lnTo>
                    <a:pt x="1050815" y="614751"/>
                  </a:lnTo>
                  <a:lnTo>
                    <a:pt x="1047536" y="618030"/>
                  </a:lnTo>
                  <a:lnTo>
                    <a:pt x="1044258" y="616391"/>
                  </a:lnTo>
                  <a:lnTo>
                    <a:pt x="1042618" y="619669"/>
                  </a:lnTo>
                  <a:lnTo>
                    <a:pt x="1037700" y="622948"/>
                  </a:lnTo>
                  <a:lnTo>
                    <a:pt x="1034422" y="619669"/>
                  </a:lnTo>
                  <a:lnTo>
                    <a:pt x="1037700" y="616391"/>
                  </a:lnTo>
                  <a:lnTo>
                    <a:pt x="1040979" y="613112"/>
                  </a:lnTo>
                  <a:lnTo>
                    <a:pt x="1044258" y="611473"/>
                  </a:lnTo>
                  <a:lnTo>
                    <a:pt x="1049176" y="608194"/>
                  </a:lnTo>
                  <a:lnTo>
                    <a:pt x="1052454" y="604915"/>
                  </a:lnTo>
                  <a:lnTo>
                    <a:pt x="1057372" y="604915"/>
                  </a:lnTo>
                  <a:lnTo>
                    <a:pt x="1060651" y="599997"/>
                  </a:lnTo>
                  <a:lnTo>
                    <a:pt x="1063930" y="596719"/>
                  </a:lnTo>
                  <a:lnTo>
                    <a:pt x="1067208" y="595079"/>
                  </a:lnTo>
                  <a:lnTo>
                    <a:pt x="1070487" y="595079"/>
                  </a:lnTo>
                  <a:lnTo>
                    <a:pt x="1073766" y="595079"/>
                  </a:lnTo>
                  <a:lnTo>
                    <a:pt x="1078684" y="595079"/>
                  </a:lnTo>
                  <a:lnTo>
                    <a:pt x="1073766" y="593440"/>
                  </a:lnTo>
                  <a:lnTo>
                    <a:pt x="1073766" y="593440"/>
                  </a:lnTo>
                  <a:lnTo>
                    <a:pt x="1070487" y="593440"/>
                  </a:lnTo>
                  <a:lnTo>
                    <a:pt x="1068848" y="590161"/>
                  </a:lnTo>
                  <a:lnTo>
                    <a:pt x="1068848" y="588522"/>
                  </a:lnTo>
                  <a:lnTo>
                    <a:pt x="1067208" y="591801"/>
                  </a:lnTo>
                  <a:lnTo>
                    <a:pt x="1063930" y="595079"/>
                  </a:lnTo>
                  <a:lnTo>
                    <a:pt x="1060651" y="596719"/>
                  </a:lnTo>
                  <a:lnTo>
                    <a:pt x="1055733" y="595079"/>
                  </a:lnTo>
                  <a:lnTo>
                    <a:pt x="1057372" y="590161"/>
                  </a:lnTo>
                  <a:lnTo>
                    <a:pt x="1060651" y="586883"/>
                  </a:lnTo>
                  <a:lnTo>
                    <a:pt x="1063930" y="583604"/>
                  </a:lnTo>
                  <a:lnTo>
                    <a:pt x="1063930" y="581965"/>
                  </a:lnTo>
                  <a:lnTo>
                    <a:pt x="1063930" y="586883"/>
                  </a:lnTo>
                  <a:lnTo>
                    <a:pt x="1067208" y="586883"/>
                  </a:lnTo>
                  <a:lnTo>
                    <a:pt x="1067208" y="586883"/>
                  </a:lnTo>
                  <a:lnTo>
                    <a:pt x="1067208" y="581965"/>
                  </a:lnTo>
                  <a:lnTo>
                    <a:pt x="1068848" y="578686"/>
                  </a:lnTo>
                  <a:lnTo>
                    <a:pt x="1063930" y="577046"/>
                  </a:lnTo>
                  <a:lnTo>
                    <a:pt x="1068848" y="575407"/>
                  </a:lnTo>
                  <a:lnTo>
                    <a:pt x="1070487" y="572129"/>
                  </a:lnTo>
                  <a:lnTo>
                    <a:pt x="1075405" y="568850"/>
                  </a:lnTo>
                  <a:lnTo>
                    <a:pt x="1072126" y="570489"/>
                  </a:lnTo>
                  <a:lnTo>
                    <a:pt x="1067208" y="570489"/>
                  </a:lnTo>
                  <a:lnTo>
                    <a:pt x="1065569" y="567211"/>
                  </a:lnTo>
                  <a:lnTo>
                    <a:pt x="1065569" y="563932"/>
                  </a:lnTo>
                  <a:lnTo>
                    <a:pt x="1068848" y="563932"/>
                  </a:lnTo>
                  <a:lnTo>
                    <a:pt x="1072126" y="559014"/>
                  </a:lnTo>
                  <a:lnTo>
                    <a:pt x="1068848" y="560653"/>
                  </a:lnTo>
                  <a:lnTo>
                    <a:pt x="1063930" y="557374"/>
                  </a:lnTo>
                  <a:lnTo>
                    <a:pt x="1063930" y="554096"/>
                  </a:lnTo>
                  <a:lnTo>
                    <a:pt x="1060651" y="557374"/>
                  </a:lnTo>
                  <a:lnTo>
                    <a:pt x="1055733" y="555735"/>
                  </a:lnTo>
                  <a:lnTo>
                    <a:pt x="1057372" y="552456"/>
                  </a:lnTo>
                  <a:lnTo>
                    <a:pt x="1060651" y="549178"/>
                  </a:lnTo>
                  <a:lnTo>
                    <a:pt x="1065569" y="549178"/>
                  </a:lnTo>
                  <a:lnTo>
                    <a:pt x="1068848" y="549178"/>
                  </a:lnTo>
                  <a:lnTo>
                    <a:pt x="1072126" y="549178"/>
                  </a:lnTo>
                  <a:lnTo>
                    <a:pt x="1077044" y="547539"/>
                  </a:lnTo>
                  <a:lnTo>
                    <a:pt x="1072126" y="547539"/>
                  </a:lnTo>
                  <a:lnTo>
                    <a:pt x="1068848" y="549178"/>
                  </a:lnTo>
                  <a:lnTo>
                    <a:pt x="1065569" y="547539"/>
                  </a:lnTo>
                  <a:lnTo>
                    <a:pt x="1068848" y="544260"/>
                  </a:lnTo>
                  <a:lnTo>
                    <a:pt x="1067208" y="540981"/>
                  </a:lnTo>
                  <a:lnTo>
                    <a:pt x="1070487" y="539342"/>
                  </a:lnTo>
                  <a:lnTo>
                    <a:pt x="1075405" y="537703"/>
                  </a:lnTo>
                  <a:lnTo>
                    <a:pt x="1070487" y="537703"/>
                  </a:lnTo>
                  <a:lnTo>
                    <a:pt x="1070487" y="534424"/>
                  </a:lnTo>
                  <a:lnTo>
                    <a:pt x="1073766" y="532784"/>
                  </a:lnTo>
                  <a:lnTo>
                    <a:pt x="1078684" y="534424"/>
                  </a:lnTo>
                  <a:lnTo>
                    <a:pt x="1081962" y="539342"/>
                  </a:lnTo>
                  <a:lnTo>
                    <a:pt x="1081962" y="534424"/>
                  </a:lnTo>
                  <a:lnTo>
                    <a:pt x="1078684" y="531145"/>
                  </a:lnTo>
                  <a:lnTo>
                    <a:pt x="1078684" y="527866"/>
                  </a:lnTo>
                  <a:lnTo>
                    <a:pt x="1083602" y="524588"/>
                  </a:lnTo>
                  <a:lnTo>
                    <a:pt x="1086880" y="524588"/>
                  </a:lnTo>
                  <a:lnTo>
                    <a:pt x="1090159" y="524588"/>
                  </a:lnTo>
                  <a:lnTo>
                    <a:pt x="1095077" y="526227"/>
                  </a:lnTo>
                  <a:lnTo>
                    <a:pt x="1090159" y="524588"/>
                  </a:lnTo>
                  <a:lnTo>
                    <a:pt x="1086880" y="522949"/>
                  </a:lnTo>
                  <a:lnTo>
                    <a:pt x="1083602" y="522949"/>
                  </a:lnTo>
                  <a:lnTo>
                    <a:pt x="1078684" y="526227"/>
                  </a:lnTo>
                  <a:lnTo>
                    <a:pt x="1075405" y="529506"/>
                  </a:lnTo>
                  <a:lnTo>
                    <a:pt x="1073766" y="524588"/>
                  </a:lnTo>
                  <a:lnTo>
                    <a:pt x="1077044" y="521309"/>
                  </a:lnTo>
                  <a:lnTo>
                    <a:pt x="1080323" y="521309"/>
                  </a:lnTo>
                  <a:lnTo>
                    <a:pt x="1083602" y="518031"/>
                  </a:lnTo>
                  <a:lnTo>
                    <a:pt x="1086880" y="514752"/>
                  </a:lnTo>
                  <a:lnTo>
                    <a:pt x="1083602" y="516391"/>
                  </a:lnTo>
                  <a:lnTo>
                    <a:pt x="1080323" y="519670"/>
                  </a:lnTo>
                  <a:lnTo>
                    <a:pt x="1075405" y="521309"/>
                  </a:lnTo>
                  <a:lnTo>
                    <a:pt x="1073766" y="518031"/>
                  </a:lnTo>
                  <a:lnTo>
                    <a:pt x="1077044" y="513112"/>
                  </a:lnTo>
                  <a:lnTo>
                    <a:pt x="1080323" y="511473"/>
                  </a:lnTo>
                  <a:lnTo>
                    <a:pt x="1083602" y="508194"/>
                  </a:lnTo>
                  <a:lnTo>
                    <a:pt x="1088520" y="504916"/>
                  </a:lnTo>
                  <a:lnTo>
                    <a:pt x="1091798" y="503276"/>
                  </a:lnTo>
                  <a:lnTo>
                    <a:pt x="1095077" y="499998"/>
                  </a:lnTo>
                  <a:lnTo>
                    <a:pt x="1099995" y="499998"/>
                  </a:lnTo>
                  <a:lnTo>
                    <a:pt x="1101634" y="498359"/>
                  </a:lnTo>
                  <a:lnTo>
                    <a:pt x="1096716" y="498359"/>
                  </a:lnTo>
                  <a:lnTo>
                    <a:pt x="1093438" y="499998"/>
                  </a:lnTo>
                  <a:lnTo>
                    <a:pt x="1090159" y="503276"/>
                  </a:lnTo>
                  <a:lnTo>
                    <a:pt x="1085241" y="504916"/>
                  </a:lnTo>
                  <a:lnTo>
                    <a:pt x="1081962" y="508194"/>
                  </a:lnTo>
                  <a:lnTo>
                    <a:pt x="1078684" y="511473"/>
                  </a:lnTo>
                  <a:lnTo>
                    <a:pt x="1073766" y="511473"/>
                  </a:lnTo>
                  <a:lnTo>
                    <a:pt x="1072126" y="508194"/>
                  </a:lnTo>
                  <a:lnTo>
                    <a:pt x="1070487" y="506555"/>
                  </a:lnTo>
                  <a:lnTo>
                    <a:pt x="1070487" y="506555"/>
                  </a:lnTo>
                  <a:lnTo>
                    <a:pt x="1070487" y="506555"/>
                  </a:lnTo>
                  <a:lnTo>
                    <a:pt x="1068848" y="504916"/>
                  </a:lnTo>
                  <a:lnTo>
                    <a:pt x="1063930" y="504916"/>
                  </a:lnTo>
                  <a:lnTo>
                    <a:pt x="1067208" y="501637"/>
                  </a:lnTo>
                  <a:lnTo>
                    <a:pt x="1067208" y="498359"/>
                  </a:lnTo>
                  <a:lnTo>
                    <a:pt x="1068848" y="493440"/>
                  </a:lnTo>
                  <a:lnTo>
                    <a:pt x="1072126" y="491801"/>
                  </a:lnTo>
                  <a:lnTo>
                    <a:pt x="1075405" y="486883"/>
                  </a:lnTo>
                  <a:lnTo>
                    <a:pt x="1072126" y="490162"/>
                  </a:lnTo>
                  <a:lnTo>
                    <a:pt x="1072126" y="485244"/>
                  </a:lnTo>
                  <a:lnTo>
                    <a:pt x="1075405" y="481965"/>
                  </a:lnTo>
                  <a:lnTo>
                    <a:pt x="1078684" y="477047"/>
                  </a:lnTo>
                  <a:lnTo>
                    <a:pt x="1080323" y="473768"/>
                  </a:lnTo>
                  <a:lnTo>
                    <a:pt x="1081962" y="470490"/>
                  </a:lnTo>
                  <a:lnTo>
                    <a:pt x="1085241" y="467211"/>
                  </a:lnTo>
                  <a:lnTo>
                    <a:pt x="1088520" y="463932"/>
                  </a:lnTo>
                  <a:lnTo>
                    <a:pt x="1091798" y="460654"/>
                  </a:lnTo>
                  <a:lnTo>
                    <a:pt x="1088520" y="462293"/>
                  </a:lnTo>
                  <a:lnTo>
                    <a:pt x="1085241" y="465572"/>
                  </a:lnTo>
                  <a:lnTo>
                    <a:pt x="1080323" y="467211"/>
                  </a:lnTo>
                  <a:lnTo>
                    <a:pt x="1080323" y="467211"/>
                  </a:lnTo>
                  <a:lnTo>
                    <a:pt x="1080323" y="470490"/>
                  </a:lnTo>
                  <a:lnTo>
                    <a:pt x="1078684" y="473768"/>
                  </a:lnTo>
                  <a:lnTo>
                    <a:pt x="1077044" y="470490"/>
                  </a:lnTo>
                  <a:lnTo>
                    <a:pt x="1073766" y="473768"/>
                  </a:lnTo>
                  <a:lnTo>
                    <a:pt x="1072126" y="478686"/>
                  </a:lnTo>
                  <a:lnTo>
                    <a:pt x="1068848" y="481965"/>
                  </a:lnTo>
                  <a:lnTo>
                    <a:pt x="1067208" y="485244"/>
                  </a:lnTo>
                  <a:lnTo>
                    <a:pt x="1065569" y="490162"/>
                  </a:lnTo>
                  <a:lnTo>
                    <a:pt x="1062290" y="493440"/>
                  </a:lnTo>
                  <a:lnTo>
                    <a:pt x="1059012" y="495080"/>
                  </a:lnTo>
                  <a:lnTo>
                    <a:pt x="1057372" y="499998"/>
                  </a:lnTo>
                  <a:lnTo>
                    <a:pt x="1055733" y="503276"/>
                  </a:lnTo>
                  <a:lnTo>
                    <a:pt x="1052454" y="506555"/>
                  </a:lnTo>
                  <a:lnTo>
                    <a:pt x="1049176" y="509834"/>
                  </a:lnTo>
                  <a:lnTo>
                    <a:pt x="1045897" y="511473"/>
                  </a:lnTo>
                  <a:lnTo>
                    <a:pt x="1040979" y="509834"/>
                  </a:lnTo>
                  <a:lnTo>
                    <a:pt x="1042618" y="506555"/>
                  </a:lnTo>
                  <a:lnTo>
                    <a:pt x="1044258" y="503276"/>
                  </a:lnTo>
                  <a:lnTo>
                    <a:pt x="1040979" y="504916"/>
                  </a:lnTo>
                  <a:lnTo>
                    <a:pt x="1037700" y="503276"/>
                  </a:lnTo>
                  <a:lnTo>
                    <a:pt x="1034422" y="504916"/>
                  </a:lnTo>
                  <a:lnTo>
                    <a:pt x="1029503" y="504916"/>
                  </a:lnTo>
                  <a:lnTo>
                    <a:pt x="1032782" y="501637"/>
                  </a:lnTo>
                  <a:lnTo>
                    <a:pt x="1037700" y="498359"/>
                  </a:lnTo>
                  <a:lnTo>
                    <a:pt x="1039339" y="495080"/>
                  </a:lnTo>
                  <a:lnTo>
                    <a:pt x="1040979" y="490162"/>
                  </a:lnTo>
                  <a:lnTo>
                    <a:pt x="1040979" y="486883"/>
                  </a:lnTo>
                  <a:lnTo>
                    <a:pt x="1045897" y="485244"/>
                  </a:lnTo>
                  <a:lnTo>
                    <a:pt x="1049176" y="485244"/>
                  </a:lnTo>
                  <a:lnTo>
                    <a:pt x="1054094" y="483604"/>
                  </a:lnTo>
                  <a:lnTo>
                    <a:pt x="1049176" y="483604"/>
                  </a:lnTo>
                  <a:lnTo>
                    <a:pt x="1045897" y="485244"/>
                  </a:lnTo>
                  <a:lnTo>
                    <a:pt x="1047536" y="481965"/>
                  </a:lnTo>
                  <a:lnTo>
                    <a:pt x="1042618" y="481965"/>
                  </a:lnTo>
                  <a:lnTo>
                    <a:pt x="1040979" y="485244"/>
                  </a:lnTo>
                  <a:lnTo>
                    <a:pt x="1037700" y="488522"/>
                  </a:lnTo>
                  <a:lnTo>
                    <a:pt x="1034422" y="490162"/>
                  </a:lnTo>
                  <a:lnTo>
                    <a:pt x="1031143" y="486883"/>
                  </a:lnTo>
                  <a:lnTo>
                    <a:pt x="1032782" y="483604"/>
                  </a:lnTo>
                  <a:lnTo>
                    <a:pt x="1031143" y="478686"/>
                  </a:lnTo>
                  <a:lnTo>
                    <a:pt x="1029503" y="483604"/>
                  </a:lnTo>
                  <a:lnTo>
                    <a:pt x="1024586" y="481965"/>
                  </a:lnTo>
                  <a:lnTo>
                    <a:pt x="1022946" y="478686"/>
                  </a:lnTo>
                  <a:lnTo>
                    <a:pt x="1021307" y="481965"/>
                  </a:lnTo>
                  <a:lnTo>
                    <a:pt x="1016389" y="483604"/>
                  </a:lnTo>
                  <a:lnTo>
                    <a:pt x="1013110" y="485244"/>
                  </a:lnTo>
                  <a:lnTo>
                    <a:pt x="1009831" y="486883"/>
                  </a:lnTo>
                  <a:lnTo>
                    <a:pt x="1013110" y="485244"/>
                  </a:lnTo>
                  <a:lnTo>
                    <a:pt x="1016389" y="483604"/>
                  </a:lnTo>
                  <a:lnTo>
                    <a:pt x="1021307" y="485244"/>
                  </a:lnTo>
                  <a:lnTo>
                    <a:pt x="1024586" y="485244"/>
                  </a:lnTo>
                  <a:lnTo>
                    <a:pt x="1022946" y="490162"/>
                  </a:lnTo>
                  <a:lnTo>
                    <a:pt x="1024586" y="493440"/>
                  </a:lnTo>
                  <a:lnTo>
                    <a:pt x="1027864" y="490162"/>
                  </a:lnTo>
                  <a:lnTo>
                    <a:pt x="1024586" y="493440"/>
                  </a:lnTo>
                  <a:lnTo>
                    <a:pt x="1019667" y="495080"/>
                  </a:lnTo>
                  <a:lnTo>
                    <a:pt x="1022946" y="495080"/>
                  </a:lnTo>
                  <a:lnTo>
                    <a:pt x="1027864" y="493440"/>
                  </a:lnTo>
                  <a:lnTo>
                    <a:pt x="1029503" y="498359"/>
                  </a:lnTo>
                  <a:lnTo>
                    <a:pt x="1026225" y="498359"/>
                  </a:lnTo>
                  <a:lnTo>
                    <a:pt x="1026225" y="503276"/>
                  </a:lnTo>
                  <a:lnTo>
                    <a:pt x="1022946" y="506555"/>
                  </a:lnTo>
                  <a:lnTo>
                    <a:pt x="1018028" y="506555"/>
                  </a:lnTo>
                  <a:lnTo>
                    <a:pt x="1014749" y="508194"/>
                  </a:lnTo>
                  <a:lnTo>
                    <a:pt x="1016389" y="504916"/>
                  </a:lnTo>
                  <a:lnTo>
                    <a:pt x="1013110" y="503276"/>
                  </a:lnTo>
                  <a:lnTo>
                    <a:pt x="1008192" y="504916"/>
                  </a:lnTo>
                  <a:lnTo>
                    <a:pt x="1013110" y="504916"/>
                  </a:lnTo>
                  <a:lnTo>
                    <a:pt x="1008192" y="508194"/>
                  </a:lnTo>
                  <a:lnTo>
                    <a:pt x="1004913" y="506555"/>
                  </a:lnTo>
                  <a:lnTo>
                    <a:pt x="1003274" y="509834"/>
                  </a:lnTo>
                  <a:lnTo>
                    <a:pt x="999996" y="511473"/>
                  </a:lnTo>
                  <a:lnTo>
                    <a:pt x="998356" y="511473"/>
                  </a:lnTo>
                  <a:lnTo>
                    <a:pt x="999996" y="508194"/>
                  </a:lnTo>
                  <a:lnTo>
                    <a:pt x="996717" y="506555"/>
                  </a:lnTo>
                  <a:lnTo>
                    <a:pt x="991799" y="504916"/>
                  </a:lnTo>
                  <a:lnTo>
                    <a:pt x="988520" y="501637"/>
                  </a:lnTo>
                  <a:lnTo>
                    <a:pt x="986881" y="498359"/>
                  </a:lnTo>
                  <a:lnTo>
                    <a:pt x="990159" y="495080"/>
                  </a:lnTo>
                  <a:lnTo>
                    <a:pt x="985241" y="495080"/>
                  </a:lnTo>
                  <a:lnTo>
                    <a:pt x="983602" y="490162"/>
                  </a:lnTo>
                  <a:lnTo>
                    <a:pt x="983602" y="486883"/>
                  </a:lnTo>
                  <a:lnTo>
                    <a:pt x="986881" y="483604"/>
                  </a:lnTo>
                  <a:lnTo>
                    <a:pt x="985241" y="478686"/>
                  </a:lnTo>
                  <a:lnTo>
                    <a:pt x="980323" y="477047"/>
                  </a:lnTo>
                  <a:lnTo>
                    <a:pt x="977045" y="475408"/>
                  </a:lnTo>
                  <a:lnTo>
                    <a:pt x="980323" y="473768"/>
                  </a:lnTo>
                  <a:lnTo>
                    <a:pt x="983602" y="472129"/>
                  </a:lnTo>
                  <a:lnTo>
                    <a:pt x="980323" y="472129"/>
                  </a:lnTo>
                  <a:lnTo>
                    <a:pt x="975405" y="473768"/>
                  </a:lnTo>
                  <a:lnTo>
                    <a:pt x="975405" y="473768"/>
                  </a:lnTo>
                  <a:lnTo>
                    <a:pt x="972127" y="470490"/>
                  </a:lnTo>
                  <a:lnTo>
                    <a:pt x="968848" y="467211"/>
                  </a:lnTo>
                  <a:lnTo>
                    <a:pt x="967209" y="463932"/>
                  </a:lnTo>
                  <a:lnTo>
                    <a:pt x="963930" y="465572"/>
                  </a:lnTo>
                  <a:lnTo>
                    <a:pt x="960651" y="462293"/>
                  </a:lnTo>
                  <a:lnTo>
                    <a:pt x="957373" y="459014"/>
                  </a:lnTo>
                  <a:lnTo>
                    <a:pt x="960651" y="455736"/>
                  </a:lnTo>
                  <a:lnTo>
                    <a:pt x="965569" y="455736"/>
                  </a:lnTo>
                  <a:lnTo>
                    <a:pt x="968848" y="452457"/>
                  </a:lnTo>
                  <a:lnTo>
                    <a:pt x="972127" y="452457"/>
                  </a:lnTo>
                  <a:lnTo>
                    <a:pt x="975405" y="447539"/>
                  </a:lnTo>
                  <a:lnTo>
                    <a:pt x="977045" y="444260"/>
                  </a:lnTo>
                  <a:lnTo>
                    <a:pt x="980323" y="440982"/>
                  </a:lnTo>
                  <a:lnTo>
                    <a:pt x="985241" y="440982"/>
                  </a:lnTo>
                  <a:lnTo>
                    <a:pt x="986881" y="444260"/>
                  </a:lnTo>
                  <a:lnTo>
                    <a:pt x="981963" y="447539"/>
                  </a:lnTo>
                  <a:lnTo>
                    <a:pt x="978684" y="450818"/>
                  </a:lnTo>
                  <a:lnTo>
                    <a:pt x="977045" y="454096"/>
                  </a:lnTo>
                  <a:lnTo>
                    <a:pt x="980323" y="450818"/>
                  </a:lnTo>
                  <a:lnTo>
                    <a:pt x="983602" y="447539"/>
                  </a:lnTo>
                  <a:lnTo>
                    <a:pt x="988520" y="445900"/>
                  </a:lnTo>
                  <a:lnTo>
                    <a:pt x="991799" y="444260"/>
                  </a:lnTo>
                  <a:lnTo>
                    <a:pt x="996717" y="447539"/>
                  </a:lnTo>
                  <a:lnTo>
                    <a:pt x="991799" y="444260"/>
                  </a:lnTo>
                  <a:lnTo>
                    <a:pt x="988520" y="440982"/>
                  </a:lnTo>
                  <a:lnTo>
                    <a:pt x="988520" y="439342"/>
                  </a:lnTo>
                  <a:lnTo>
                    <a:pt x="985241" y="437703"/>
                  </a:lnTo>
                  <a:lnTo>
                    <a:pt x="983602" y="439342"/>
                  </a:lnTo>
                  <a:lnTo>
                    <a:pt x="980323" y="440982"/>
                  </a:lnTo>
                  <a:lnTo>
                    <a:pt x="977045" y="442621"/>
                  </a:lnTo>
                  <a:lnTo>
                    <a:pt x="972127" y="444260"/>
                  </a:lnTo>
                  <a:lnTo>
                    <a:pt x="968848" y="445900"/>
                  </a:lnTo>
                  <a:lnTo>
                    <a:pt x="965569" y="447539"/>
                  </a:lnTo>
                  <a:lnTo>
                    <a:pt x="960651" y="447539"/>
                  </a:lnTo>
                  <a:lnTo>
                    <a:pt x="957373" y="449178"/>
                  </a:lnTo>
                  <a:lnTo>
                    <a:pt x="954094" y="449178"/>
                  </a:lnTo>
                  <a:lnTo>
                    <a:pt x="949176" y="450818"/>
                  </a:lnTo>
                  <a:lnTo>
                    <a:pt x="945897" y="450818"/>
                  </a:lnTo>
                  <a:lnTo>
                    <a:pt x="942619" y="450818"/>
                  </a:lnTo>
                  <a:lnTo>
                    <a:pt x="937701" y="450818"/>
                  </a:lnTo>
                  <a:lnTo>
                    <a:pt x="934422" y="449178"/>
                  </a:lnTo>
                  <a:lnTo>
                    <a:pt x="931143" y="447539"/>
                  </a:lnTo>
                  <a:lnTo>
                    <a:pt x="926225" y="445900"/>
                  </a:lnTo>
                  <a:lnTo>
                    <a:pt x="922947" y="444260"/>
                  </a:lnTo>
                  <a:lnTo>
                    <a:pt x="927865" y="440982"/>
                  </a:lnTo>
                  <a:lnTo>
                    <a:pt x="931143" y="439342"/>
                  </a:lnTo>
                  <a:lnTo>
                    <a:pt x="932783" y="439342"/>
                  </a:lnTo>
                  <a:lnTo>
                    <a:pt x="932783" y="434424"/>
                  </a:lnTo>
                  <a:lnTo>
                    <a:pt x="929504" y="436064"/>
                  </a:lnTo>
                  <a:lnTo>
                    <a:pt x="926225" y="439342"/>
                  </a:lnTo>
                  <a:lnTo>
                    <a:pt x="924586" y="439342"/>
                  </a:lnTo>
                  <a:lnTo>
                    <a:pt x="921307" y="439342"/>
                  </a:lnTo>
                  <a:lnTo>
                    <a:pt x="918029" y="440982"/>
                  </a:lnTo>
                  <a:lnTo>
                    <a:pt x="914750" y="439342"/>
                  </a:lnTo>
                  <a:lnTo>
                    <a:pt x="909832" y="437703"/>
                  </a:lnTo>
                  <a:lnTo>
                    <a:pt x="906553" y="437703"/>
                  </a:lnTo>
                  <a:lnTo>
                    <a:pt x="903275" y="436064"/>
                  </a:lnTo>
                  <a:lnTo>
                    <a:pt x="898357" y="436064"/>
                  </a:lnTo>
                  <a:lnTo>
                    <a:pt x="895078" y="434424"/>
                  </a:lnTo>
                  <a:lnTo>
                    <a:pt x="890160" y="434424"/>
                  </a:lnTo>
                  <a:lnTo>
                    <a:pt x="886881" y="434424"/>
                  </a:lnTo>
                  <a:lnTo>
                    <a:pt x="883602" y="436064"/>
                  </a:lnTo>
                  <a:lnTo>
                    <a:pt x="880324" y="436064"/>
                  </a:lnTo>
                  <a:lnTo>
                    <a:pt x="875406" y="436064"/>
                  </a:lnTo>
                  <a:lnTo>
                    <a:pt x="872127" y="436064"/>
                  </a:lnTo>
                  <a:lnTo>
                    <a:pt x="868849" y="436064"/>
                  </a:lnTo>
                  <a:lnTo>
                    <a:pt x="863931" y="437703"/>
                  </a:lnTo>
                  <a:lnTo>
                    <a:pt x="860652" y="437703"/>
                  </a:lnTo>
                  <a:lnTo>
                    <a:pt x="857373" y="437703"/>
                  </a:lnTo>
                  <a:lnTo>
                    <a:pt x="852455" y="439342"/>
                  </a:lnTo>
                  <a:lnTo>
                    <a:pt x="852455" y="439342"/>
                  </a:lnTo>
                  <a:lnTo>
                    <a:pt x="849176" y="439342"/>
                  </a:lnTo>
                  <a:lnTo>
                    <a:pt x="845898" y="437703"/>
                  </a:lnTo>
                  <a:lnTo>
                    <a:pt x="849176" y="437703"/>
                  </a:lnTo>
                  <a:lnTo>
                    <a:pt x="847537" y="434424"/>
                  </a:lnTo>
                  <a:lnTo>
                    <a:pt x="844259" y="431146"/>
                  </a:lnTo>
                  <a:lnTo>
                    <a:pt x="840980" y="431146"/>
                  </a:lnTo>
                  <a:lnTo>
                    <a:pt x="837701" y="427867"/>
                  </a:lnTo>
                  <a:lnTo>
                    <a:pt x="834422" y="427867"/>
                  </a:lnTo>
                  <a:lnTo>
                    <a:pt x="837701" y="422949"/>
                  </a:lnTo>
                  <a:lnTo>
                    <a:pt x="840980" y="421310"/>
                  </a:lnTo>
                  <a:lnTo>
                    <a:pt x="844259" y="419670"/>
                  </a:lnTo>
                  <a:lnTo>
                    <a:pt x="847537" y="416392"/>
                  </a:lnTo>
                  <a:lnTo>
                    <a:pt x="852455" y="414752"/>
                  </a:lnTo>
                  <a:lnTo>
                    <a:pt x="855734" y="411474"/>
                  </a:lnTo>
                  <a:lnTo>
                    <a:pt x="859012" y="411474"/>
                  </a:lnTo>
                  <a:lnTo>
                    <a:pt x="860652" y="409834"/>
                  </a:lnTo>
                  <a:lnTo>
                    <a:pt x="857373" y="411474"/>
                  </a:lnTo>
                  <a:lnTo>
                    <a:pt x="854095" y="413113"/>
                  </a:lnTo>
                  <a:lnTo>
                    <a:pt x="850816" y="413113"/>
                  </a:lnTo>
                  <a:lnTo>
                    <a:pt x="845898" y="416392"/>
                  </a:lnTo>
                  <a:lnTo>
                    <a:pt x="842619" y="416392"/>
                  </a:lnTo>
                  <a:lnTo>
                    <a:pt x="837701" y="418031"/>
                  </a:lnTo>
                  <a:lnTo>
                    <a:pt x="834422" y="421310"/>
                  </a:lnTo>
                  <a:lnTo>
                    <a:pt x="831144" y="422949"/>
                  </a:lnTo>
                  <a:lnTo>
                    <a:pt x="827865" y="424588"/>
                  </a:lnTo>
                  <a:lnTo>
                    <a:pt x="822947" y="424588"/>
                  </a:lnTo>
                  <a:lnTo>
                    <a:pt x="819668" y="422949"/>
                  </a:lnTo>
                  <a:lnTo>
                    <a:pt x="816390" y="419670"/>
                  </a:lnTo>
                  <a:lnTo>
                    <a:pt x="813111" y="419670"/>
                  </a:lnTo>
                  <a:lnTo>
                    <a:pt x="816390" y="418031"/>
                  </a:lnTo>
                  <a:lnTo>
                    <a:pt x="819668" y="416392"/>
                  </a:lnTo>
                  <a:lnTo>
                    <a:pt x="822947" y="414752"/>
                  </a:lnTo>
                  <a:lnTo>
                    <a:pt x="827865" y="413113"/>
                  </a:lnTo>
                  <a:lnTo>
                    <a:pt x="822947" y="413113"/>
                  </a:lnTo>
                  <a:lnTo>
                    <a:pt x="819668" y="413113"/>
                  </a:lnTo>
                  <a:lnTo>
                    <a:pt x="816390" y="413113"/>
                  </a:lnTo>
                  <a:lnTo>
                    <a:pt x="819668" y="411474"/>
                  </a:lnTo>
                  <a:lnTo>
                    <a:pt x="816390" y="411474"/>
                  </a:lnTo>
                  <a:lnTo>
                    <a:pt x="811472" y="413113"/>
                  </a:lnTo>
                  <a:lnTo>
                    <a:pt x="808193" y="413113"/>
                  </a:lnTo>
                  <a:lnTo>
                    <a:pt x="811472" y="411474"/>
                  </a:lnTo>
                  <a:lnTo>
                    <a:pt x="816390" y="409834"/>
                  </a:lnTo>
                  <a:lnTo>
                    <a:pt x="819668" y="409834"/>
                  </a:lnTo>
                  <a:lnTo>
                    <a:pt x="814750" y="409834"/>
                  </a:lnTo>
                  <a:lnTo>
                    <a:pt x="811472" y="409834"/>
                  </a:lnTo>
                  <a:lnTo>
                    <a:pt x="808193" y="409834"/>
                  </a:lnTo>
                  <a:lnTo>
                    <a:pt x="803275" y="411474"/>
                  </a:lnTo>
                  <a:lnTo>
                    <a:pt x="799996" y="409834"/>
                  </a:lnTo>
                  <a:lnTo>
                    <a:pt x="803275" y="408195"/>
                  </a:lnTo>
                  <a:lnTo>
                    <a:pt x="808193" y="408195"/>
                  </a:lnTo>
                  <a:lnTo>
                    <a:pt x="811472" y="406556"/>
                  </a:lnTo>
                  <a:lnTo>
                    <a:pt x="816390" y="406556"/>
                  </a:lnTo>
                  <a:lnTo>
                    <a:pt x="819668" y="404916"/>
                  </a:lnTo>
                  <a:lnTo>
                    <a:pt x="821308" y="404916"/>
                  </a:lnTo>
                  <a:lnTo>
                    <a:pt x="818029" y="403277"/>
                  </a:lnTo>
                  <a:lnTo>
                    <a:pt x="813111" y="404916"/>
                  </a:lnTo>
                  <a:lnTo>
                    <a:pt x="809832" y="406556"/>
                  </a:lnTo>
                  <a:lnTo>
                    <a:pt x="806554" y="404916"/>
                  </a:lnTo>
                  <a:lnTo>
                    <a:pt x="806554" y="401637"/>
                  </a:lnTo>
                  <a:lnTo>
                    <a:pt x="809832" y="401637"/>
                  </a:lnTo>
                  <a:lnTo>
                    <a:pt x="813111" y="398359"/>
                  </a:lnTo>
                  <a:lnTo>
                    <a:pt x="816390" y="396720"/>
                  </a:lnTo>
                  <a:lnTo>
                    <a:pt x="819668" y="395080"/>
                  </a:lnTo>
                  <a:lnTo>
                    <a:pt x="824586" y="395080"/>
                  </a:lnTo>
                  <a:lnTo>
                    <a:pt x="827865" y="395080"/>
                  </a:lnTo>
                  <a:lnTo>
                    <a:pt x="824586" y="393441"/>
                  </a:lnTo>
                  <a:lnTo>
                    <a:pt x="819668" y="393441"/>
                  </a:lnTo>
                  <a:lnTo>
                    <a:pt x="816390" y="395080"/>
                  </a:lnTo>
                  <a:lnTo>
                    <a:pt x="813111" y="396720"/>
                  </a:lnTo>
                  <a:lnTo>
                    <a:pt x="808193" y="396720"/>
                  </a:lnTo>
                  <a:lnTo>
                    <a:pt x="804914" y="399998"/>
                  </a:lnTo>
                  <a:lnTo>
                    <a:pt x="801636" y="399998"/>
                  </a:lnTo>
                  <a:lnTo>
                    <a:pt x="796718" y="398359"/>
                  </a:lnTo>
                  <a:lnTo>
                    <a:pt x="793439" y="401637"/>
                  </a:lnTo>
                  <a:lnTo>
                    <a:pt x="790160" y="401637"/>
                  </a:lnTo>
                  <a:lnTo>
                    <a:pt x="785242" y="403277"/>
                  </a:lnTo>
                  <a:lnTo>
                    <a:pt x="788521" y="398359"/>
                  </a:lnTo>
                  <a:lnTo>
                    <a:pt x="785242" y="399998"/>
                  </a:lnTo>
                  <a:lnTo>
                    <a:pt x="781964" y="403277"/>
                  </a:lnTo>
                  <a:lnTo>
                    <a:pt x="785242" y="398359"/>
                  </a:lnTo>
                  <a:lnTo>
                    <a:pt x="788521" y="396720"/>
                  </a:lnTo>
                  <a:lnTo>
                    <a:pt x="793439" y="391802"/>
                  </a:lnTo>
                  <a:lnTo>
                    <a:pt x="788521" y="395080"/>
                  </a:lnTo>
                  <a:lnTo>
                    <a:pt x="785242" y="396720"/>
                  </a:lnTo>
                  <a:lnTo>
                    <a:pt x="780324" y="399998"/>
                  </a:lnTo>
                  <a:lnTo>
                    <a:pt x="777046" y="403277"/>
                  </a:lnTo>
                  <a:lnTo>
                    <a:pt x="773767" y="404916"/>
                  </a:lnTo>
                  <a:lnTo>
                    <a:pt x="777046" y="401637"/>
                  </a:lnTo>
                  <a:lnTo>
                    <a:pt x="773767" y="401637"/>
                  </a:lnTo>
                  <a:lnTo>
                    <a:pt x="770488" y="406556"/>
                  </a:lnTo>
                  <a:lnTo>
                    <a:pt x="767210" y="401637"/>
                  </a:lnTo>
                  <a:lnTo>
                    <a:pt x="772128" y="398359"/>
                  </a:lnTo>
                  <a:lnTo>
                    <a:pt x="775406" y="396720"/>
                  </a:lnTo>
                  <a:lnTo>
                    <a:pt x="778685" y="395080"/>
                  </a:lnTo>
                  <a:lnTo>
                    <a:pt x="783603" y="393441"/>
                  </a:lnTo>
                  <a:lnTo>
                    <a:pt x="786882" y="391802"/>
                  </a:lnTo>
                  <a:lnTo>
                    <a:pt x="790160" y="388523"/>
                  </a:lnTo>
                  <a:lnTo>
                    <a:pt x="791800" y="388523"/>
                  </a:lnTo>
                  <a:lnTo>
                    <a:pt x="788521" y="388523"/>
                  </a:lnTo>
                  <a:lnTo>
                    <a:pt x="783603" y="391802"/>
                  </a:lnTo>
                  <a:lnTo>
                    <a:pt x="780324" y="393441"/>
                  </a:lnTo>
                  <a:lnTo>
                    <a:pt x="777046" y="395080"/>
                  </a:lnTo>
                  <a:lnTo>
                    <a:pt x="772128" y="396720"/>
                  </a:lnTo>
                  <a:lnTo>
                    <a:pt x="768849" y="395080"/>
                  </a:lnTo>
                  <a:lnTo>
                    <a:pt x="765570" y="395080"/>
                  </a:lnTo>
                  <a:lnTo>
                    <a:pt x="760652" y="396720"/>
                  </a:lnTo>
                  <a:lnTo>
                    <a:pt x="757374" y="398359"/>
                  </a:lnTo>
                  <a:lnTo>
                    <a:pt x="760652" y="398359"/>
                  </a:lnTo>
                  <a:lnTo>
                    <a:pt x="765570" y="396720"/>
                  </a:lnTo>
                  <a:lnTo>
                    <a:pt x="768849" y="395080"/>
                  </a:lnTo>
                  <a:lnTo>
                    <a:pt x="765570" y="398359"/>
                  </a:lnTo>
                  <a:lnTo>
                    <a:pt x="760652" y="399998"/>
                  </a:lnTo>
                  <a:lnTo>
                    <a:pt x="757374" y="403277"/>
                  </a:lnTo>
                  <a:lnTo>
                    <a:pt x="754095" y="404916"/>
                  </a:lnTo>
                  <a:lnTo>
                    <a:pt x="750816" y="406556"/>
                  </a:lnTo>
                  <a:lnTo>
                    <a:pt x="745898" y="404916"/>
                  </a:lnTo>
                  <a:lnTo>
                    <a:pt x="742620" y="406556"/>
                  </a:lnTo>
                  <a:lnTo>
                    <a:pt x="745898" y="406556"/>
                  </a:lnTo>
                  <a:lnTo>
                    <a:pt x="742620" y="408195"/>
                  </a:lnTo>
                  <a:lnTo>
                    <a:pt x="739341" y="409834"/>
                  </a:lnTo>
                  <a:lnTo>
                    <a:pt x="734423" y="411474"/>
                  </a:lnTo>
                  <a:lnTo>
                    <a:pt x="739341" y="409834"/>
                  </a:lnTo>
                  <a:lnTo>
                    <a:pt x="742620" y="408195"/>
                  </a:lnTo>
                  <a:lnTo>
                    <a:pt x="745898" y="408195"/>
                  </a:lnTo>
                  <a:lnTo>
                    <a:pt x="742620" y="411474"/>
                  </a:lnTo>
                  <a:lnTo>
                    <a:pt x="747538" y="409834"/>
                  </a:lnTo>
                  <a:lnTo>
                    <a:pt x="750816" y="408195"/>
                  </a:lnTo>
                  <a:lnTo>
                    <a:pt x="747538" y="413113"/>
                  </a:lnTo>
                  <a:lnTo>
                    <a:pt x="744259" y="414752"/>
                  </a:lnTo>
                  <a:lnTo>
                    <a:pt x="740980" y="416392"/>
                  </a:lnTo>
                  <a:lnTo>
                    <a:pt x="736062" y="416392"/>
                  </a:lnTo>
                  <a:lnTo>
                    <a:pt x="732784" y="416392"/>
                  </a:lnTo>
                  <a:lnTo>
                    <a:pt x="729505" y="418031"/>
                  </a:lnTo>
                  <a:lnTo>
                    <a:pt x="726226" y="419670"/>
                  </a:lnTo>
                  <a:lnTo>
                    <a:pt x="729505" y="419670"/>
                  </a:lnTo>
                  <a:lnTo>
                    <a:pt x="732784" y="418031"/>
                  </a:lnTo>
                  <a:lnTo>
                    <a:pt x="736062" y="418031"/>
                  </a:lnTo>
                  <a:lnTo>
                    <a:pt x="740980" y="419670"/>
                  </a:lnTo>
                  <a:lnTo>
                    <a:pt x="744259" y="416392"/>
                  </a:lnTo>
                  <a:lnTo>
                    <a:pt x="747538" y="414752"/>
                  </a:lnTo>
                  <a:lnTo>
                    <a:pt x="747538" y="419670"/>
                  </a:lnTo>
                  <a:lnTo>
                    <a:pt x="744259" y="421310"/>
                  </a:lnTo>
                  <a:lnTo>
                    <a:pt x="740980" y="422949"/>
                  </a:lnTo>
                  <a:lnTo>
                    <a:pt x="736062" y="424588"/>
                  </a:lnTo>
                  <a:lnTo>
                    <a:pt x="732784" y="424588"/>
                  </a:lnTo>
                  <a:lnTo>
                    <a:pt x="729505" y="427867"/>
                  </a:lnTo>
                  <a:lnTo>
                    <a:pt x="726226" y="427867"/>
                  </a:lnTo>
                  <a:lnTo>
                    <a:pt x="721308" y="431146"/>
                  </a:lnTo>
                  <a:lnTo>
                    <a:pt x="726226" y="429506"/>
                  </a:lnTo>
                  <a:lnTo>
                    <a:pt x="729505" y="427867"/>
                  </a:lnTo>
                  <a:lnTo>
                    <a:pt x="726226" y="432785"/>
                  </a:lnTo>
                  <a:lnTo>
                    <a:pt x="729505" y="431146"/>
                  </a:lnTo>
                  <a:lnTo>
                    <a:pt x="724587" y="432785"/>
                  </a:lnTo>
                  <a:lnTo>
                    <a:pt x="721308" y="434424"/>
                  </a:lnTo>
                  <a:lnTo>
                    <a:pt x="718030" y="434424"/>
                  </a:lnTo>
                  <a:lnTo>
                    <a:pt x="713112" y="437703"/>
                  </a:lnTo>
                  <a:lnTo>
                    <a:pt x="711472" y="439342"/>
                  </a:lnTo>
                  <a:lnTo>
                    <a:pt x="709833" y="439342"/>
                  </a:lnTo>
                  <a:lnTo>
                    <a:pt x="708194" y="439342"/>
                  </a:lnTo>
                  <a:lnTo>
                    <a:pt x="704915" y="440982"/>
                  </a:lnTo>
                  <a:lnTo>
                    <a:pt x="699997" y="442621"/>
                  </a:lnTo>
                  <a:lnTo>
                    <a:pt x="696718" y="440982"/>
                  </a:lnTo>
                  <a:lnTo>
                    <a:pt x="693439" y="440982"/>
                  </a:lnTo>
                  <a:lnTo>
                    <a:pt x="688522" y="439342"/>
                  </a:lnTo>
                  <a:lnTo>
                    <a:pt x="690161" y="439342"/>
                  </a:lnTo>
                  <a:lnTo>
                    <a:pt x="693439" y="437703"/>
                  </a:lnTo>
                  <a:lnTo>
                    <a:pt x="690161" y="437703"/>
                  </a:lnTo>
                  <a:lnTo>
                    <a:pt x="686882" y="439342"/>
                  </a:lnTo>
                  <a:lnTo>
                    <a:pt x="683603" y="440982"/>
                  </a:lnTo>
                  <a:lnTo>
                    <a:pt x="680325" y="444260"/>
                  </a:lnTo>
                  <a:lnTo>
                    <a:pt x="683603" y="440982"/>
                  </a:lnTo>
                  <a:lnTo>
                    <a:pt x="683603" y="439342"/>
                  </a:lnTo>
                  <a:lnTo>
                    <a:pt x="686882" y="434424"/>
                  </a:lnTo>
                  <a:lnTo>
                    <a:pt x="683603" y="436064"/>
                  </a:lnTo>
                  <a:lnTo>
                    <a:pt x="681964" y="439342"/>
                  </a:lnTo>
                  <a:lnTo>
                    <a:pt x="677046" y="440982"/>
                  </a:lnTo>
                  <a:lnTo>
                    <a:pt x="673767" y="440982"/>
                  </a:lnTo>
                  <a:lnTo>
                    <a:pt x="670489" y="444260"/>
                  </a:lnTo>
                  <a:lnTo>
                    <a:pt x="665571" y="445900"/>
                  </a:lnTo>
                  <a:lnTo>
                    <a:pt x="665571" y="449178"/>
                  </a:lnTo>
                  <a:lnTo>
                    <a:pt x="665571" y="445900"/>
                  </a:lnTo>
                  <a:lnTo>
                    <a:pt x="668849" y="442621"/>
                  </a:lnTo>
                  <a:lnTo>
                    <a:pt x="665571" y="444260"/>
                  </a:lnTo>
                  <a:lnTo>
                    <a:pt x="660653" y="444260"/>
                  </a:lnTo>
                  <a:lnTo>
                    <a:pt x="659013" y="449178"/>
                  </a:lnTo>
                  <a:lnTo>
                    <a:pt x="655735" y="452457"/>
                  </a:lnTo>
                  <a:lnTo>
                    <a:pt x="654095" y="449178"/>
                  </a:lnTo>
                  <a:lnTo>
                    <a:pt x="652456" y="447539"/>
                  </a:lnTo>
                  <a:lnTo>
                    <a:pt x="650817" y="449178"/>
                  </a:lnTo>
                  <a:lnTo>
                    <a:pt x="649177" y="452457"/>
                  </a:lnTo>
                  <a:lnTo>
                    <a:pt x="645899" y="454096"/>
                  </a:lnTo>
                  <a:lnTo>
                    <a:pt x="642620" y="454096"/>
                  </a:lnTo>
                  <a:lnTo>
                    <a:pt x="637702" y="455736"/>
                  </a:lnTo>
                  <a:lnTo>
                    <a:pt x="634423" y="459014"/>
                  </a:lnTo>
                  <a:lnTo>
                    <a:pt x="629505" y="459014"/>
                  </a:lnTo>
                  <a:lnTo>
                    <a:pt x="626227" y="460654"/>
                  </a:lnTo>
                  <a:lnTo>
                    <a:pt x="631145" y="457375"/>
                  </a:lnTo>
                  <a:lnTo>
                    <a:pt x="634423" y="455736"/>
                  </a:lnTo>
                  <a:lnTo>
                    <a:pt x="637702" y="454096"/>
                  </a:lnTo>
                  <a:lnTo>
                    <a:pt x="640981" y="450818"/>
                  </a:lnTo>
                  <a:lnTo>
                    <a:pt x="637702" y="452457"/>
                  </a:lnTo>
                  <a:lnTo>
                    <a:pt x="634423" y="455736"/>
                  </a:lnTo>
                  <a:lnTo>
                    <a:pt x="629505" y="455736"/>
                  </a:lnTo>
                  <a:lnTo>
                    <a:pt x="626227" y="459014"/>
                  </a:lnTo>
                  <a:lnTo>
                    <a:pt x="622948" y="460654"/>
                  </a:lnTo>
                  <a:lnTo>
                    <a:pt x="626227" y="457375"/>
                  </a:lnTo>
                  <a:lnTo>
                    <a:pt x="621309" y="457375"/>
                  </a:lnTo>
                  <a:lnTo>
                    <a:pt x="618030" y="460654"/>
                  </a:lnTo>
                  <a:lnTo>
                    <a:pt x="614751" y="462293"/>
                  </a:lnTo>
                  <a:lnTo>
                    <a:pt x="609833" y="463932"/>
                  </a:lnTo>
                  <a:lnTo>
                    <a:pt x="606555" y="465572"/>
                  </a:lnTo>
                  <a:lnTo>
                    <a:pt x="603276" y="465572"/>
                  </a:lnTo>
                  <a:lnTo>
                    <a:pt x="598358" y="470490"/>
                  </a:lnTo>
                  <a:lnTo>
                    <a:pt x="595079" y="467211"/>
                  </a:lnTo>
                  <a:lnTo>
                    <a:pt x="591801" y="467211"/>
                  </a:lnTo>
                  <a:lnTo>
                    <a:pt x="591801" y="470490"/>
                  </a:lnTo>
                  <a:lnTo>
                    <a:pt x="588522" y="470490"/>
                  </a:lnTo>
                  <a:lnTo>
                    <a:pt x="585243" y="468850"/>
                  </a:lnTo>
                  <a:lnTo>
                    <a:pt x="580325" y="470490"/>
                  </a:lnTo>
                  <a:lnTo>
                    <a:pt x="577047" y="472129"/>
                  </a:lnTo>
                  <a:lnTo>
                    <a:pt x="572129" y="472129"/>
                  </a:lnTo>
                  <a:lnTo>
                    <a:pt x="568850" y="470490"/>
                  </a:lnTo>
                  <a:lnTo>
                    <a:pt x="568850" y="467211"/>
                  </a:lnTo>
                  <a:lnTo>
                    <a:pt x="572129" y="465572"/>
                  </a:lnTo>
                  <a:lnTo>
                    <a:pt x="577047" y="465572"/>
                  </a:lnTo>
                  <a:lnTo>
                    <a:pt x="580325" y="462293"/>
                  </a:lnTo>
                  <a:lnTo>
                    <a:pt x="583604" y="460654"/>
                  </a:lnTo>
                  <a:lnTo>
                    <a:pt x="588522" y="460654"/>
                  </a:lnTo>
                  <a:lnTo>
                    <a:pt x="591801" y="460654"/>
                  </a:lnTo>
                  <a:lnTo>
                    <a:pt x="595079" y="459014"/>
                  </a:lnTo>
                  <a:lnTo>
                    <a:pt x="599997" y="457375"/>
                  </a:lnTo>
                  <a:lnTo>
                    <a:pt x="603276" y="455736"/>
                  </a:lnTo>
                  <a:lnTo>
                    <a:pt x="606555" y="455736"/>
                  </a:lnTo>
                  <a:lnTo>
                    <a:pt x="611473" y="452457"/>
                  </a:lnTo>
                  <a:lnTo>
                    <a:pt x="614751" y="450818"/>
                  </a:lnTo>
                  <a:lnTo>
                    <a:pt x="619669" y="449178"/>
                  </a:lnTo>
                  <a:lnTo>
                    <a:pt x="614751" y="449178"/>
                  </a:lnTo>
                  <a:lnTo>
                    <a:pt x="611473" y="450818"/>
                  </a:lnTo>
                  <a:lnTo>
                    <a:pt x="608194" y="450818"/>
                  </a:lnTo>
                  <a:lnTo>
                    <a:pt x="603276" y="452457"/>
                  </a:lnTo>
                  <a:lnTo>
                    <a:pt x="599997" y="454096"/>
                  </a:lnTo>
                  <a:lnTo>
                    <a:pt x="596719" y="452457"/>
                  </a:lnTo>
                  <a:lnTo>
                    <a:pt x="593440" y="449178"/>
                  </a:lnTo>
                  <a:lnTo>
                    <a:pt x="596719" y="445900"/>
                  </a:lnTo>
                  <a:lnTo>
                    <a:pt x="599997" y="444260"/>
                  </a:lnTo>
                  <a:lnTo>
                    <a:pt x="604915" y="442621"/>
                  </a:lnTo>
                  <a:lnTo>
                    <a:pt x="608194" y="439342"/>
                  </a:lnTo>
                  <a:lnTo>
                    <a:pt x="609833" y="439342"/>
                  </a:lnTo>
                  <a:lnTo>
                    <a:pt x="613112" y="437703"/>
                  </a:lnTo>
                  <a:lnTo>
                    <a:pt x="616391" y="436064"/>
                  </a:lnTo>
                  <a:lnTo>
                    <a:pt x="619669" y="434424"/>
                  </a:lnTo>
                  <a:lnTo>
                    <a:pt x="624587" y="432785"/>
                  </a:lnTo>
                  <a:lnTo>
                    <a:pt x="627866" y="431146"/>
                  </a:lnTo>
                  <a:lnTo>
                    <a:pt x="631145" y="429506"/>
                  </a:lnTo>
                  <a:lnTo>
                    <a:pt x="634423" y="426228"/>
                  </a:lnTo>
                  <a:lnTo>
                    <a:pt x="639341" y="424588"/>
                  </a:lnTo>
                  <a:lnTo>
                    <a:pt x="640981" y="424588"/>
                  </a:lnTo>
                  <a:lnTo>
                    <a:pt x="644259" y="421310"/>
                  </a:lnTo>
                  <a:lnTo>
                    <a:pt x="647538" y="418031"/>
                  </a:lnTo>
                  <a:lnTo>
                    <a:pt x="650817" y="414752"/>
                  </a:lnTo>
                  <a:lnTo>
                    <a:pt x="652456" y="409834"/>
                  </a:lnTo>
                  <a:lnTo>
                    <a:pt x="655735" y="409834"/>
                  </a:lnTo>
                  <a:lnTo>
                    <a:pt x="660653" y="408195"/>
                  </a:lnTo>
                  <a:lnTo>
                    <a:pt x="663931" y="408195"/>
                  </a:lnTo>
                  <a:lnTo>
                    <a:pt x="667210" y="406556"/>
                  </a:lnTo>
                  <a:lnTo>
                    <a:pt x="672128" y="406556"/>
                  </a:lnTo>
                  <a:lnTo>
                    <a:pt x="675407" y="404916"/>
                  </a:lnTo>
                  <a:lnTo>
                    <a:pt x="678685" y="403277"/>
                  </a:lnTo>
                  <a:lnTo>
                    <a:pt x="683603" y="401637"/>
                  </a:lnTo>
                  <a:lnTo>
                    <a:pt x="686882" y="399998"/>
                  </a:lnTo>
                  <a:lnTo>
                    <a:pt x="690161" y="399998"/>
                  </a:lnTo>
                  <a:lnTo>
                    <a:pt x="695079" y="398359"/>
                  </a:lnTo>
                  <a:lnTo>
                    <a:pt x="698358" y="396720"/>
                  </a:lnTo>
                  <a:lnTo>
                    <a:pt x="699997" y="401637"/>
                  </a:lnTo>
                  <a:lnTo>
                    <a:pt x="703275" y="403277"/>
                  </a:lnTo>
                  <a:lnTo>
                    <a:pt x="706554" y="401637"/>
                  </a:lnTo>
                  <a:lnTo>
                    <a:pt x="709833" y="401637"/>
                  </a:lnTo>
                  <a:lnTo>
                    <a:pt x="713112" y="399998"/>
                  </a:lnTo>
                  <a:lnTo>
                    <a:pt x="718030" y="401637"/>
                  </a:lnTo>
                  <a:lnTo>
                    <a:pt x="721308" y="401637"/>
                  </a:lnTo>
                  <a:lnTo>
                    <a:pt x="724587" y="403277"/>
                  </a:lnTo>
                  <a:lnTo>
                    <a:pt x="729505" y="403277"/>
                  </a:lnTo>
                  <a:lnTo>
                    <a:pt x="732784" y="404916"/>
                  </a:lnTo>
                  <a:lnTo>
                    <a:pt x="729505" y="401637"/>
                  </a:lnTo>
                  <a:lnTo>
                    <a:pt x="724587" y="399998"/>
                  </a:lnTo>
                  <a:lnTo>
                    <a:pt x="721308" y="398359"/>
                  </a:lnTo>
                  <a:lnTo>
                    <a:pt x="718030" y="395080"/>
                  </a:lnTo>
                  <a:lnTo>
                    <a:pt x="716390" y="393441"/>
                  </a:lnTo>
                  <a:lnTo>
                    <a:pt x="719669" y="390162"/>
                  </a:lnTo>
                  <a:lnTo>
                    <a:pt x="722948" y="390162"/>
                  </a:lnTo>
                  <a:lnTo>
                    <a:pt x="726226" y="388523"/>
                  </a:lnTo>
                  <a:lnTo>
                    <a:pt x="729505" y="385244"/>
                  </a:lnTo>
                  <a:lnTo>
                    <a:pt x="734423" y="385244"/>
                  </a:lnTo>
                  <a:lnTo>
                    <a:pt x="737702" y="383605"/>
                  </a:lnTo>
                  <a:lnTo>
                    <a:pt x="740980" y="381966"/>
                  </a:lnTo>
                  <a:lnTo>
                    <a:pt x="745898" y="381966"/>
                  </a:lnTo>
                  <a:lnTo>
                    <a:pt x="749177" y="380326"/>
                  </a:lnTo>
                  <a:lnTo>
                    <a:pt x="754095" y="380326"/>
                  </a:lnTo>
                  <a:lnTo>
                    <a:pt x="749177" y="378687"/>
                  </a:lnTo>
                  <a:lnTo>
                    <a:pt x="745898" y="378687"/>
                  </a:lnTo>
                  <a:lnTo>
                    <a:pt x="742620" y="380326"/>
                  </a:lnTo>
                  <a:lnTo>
                    <a:pt x="739341" y="380326"/>
                  </a:lnTo>
                  <a:lnTo>
                    <a:pt x="734423" y="381966"/>
                  </a:lnTo>
                  <a:lnTo>
                    <a:pt x="731144" y="383605"/>
                  </a:lnTo>
                  <a:lnTo>
                    <a:pt x="727866" y="385244"/>
                  </a:lnTo>
                  <a:lnTo>
                    <a:pt x="722948" y="388523"/>
                  </a:lnTo>
                  <a:lnTo>
                    <a:pt x="721308" y="388523"/>
                  </a:lnTo>
                  <a:lnTo>
                    <a:pt x="716390" y="388523"/>
                  </a:lnTo>
                  <a:lnTo>
                    <a:pt x="713112" y="388523"/>
                  </a:lnTo>
                  <a:lnTo>
                    <a:pt x="709833" y="388523"/>
                  </a:lnTo>
                  <a:lnTo>
                    <a:pt x="708194" y="385244"/>
                  </a:lnTo>
                  <a:lnTo>
                    <a:pt x="709833" y="383605"/>
                  </a:lnTo>
                  <a:lnTo>
                    <a:pt x="704915" y="386884"/>
                  </a:lnTo>
                  <a:lnTo>
                    <a:pt x="701636" y="388523"/>
                  </a:lnTo>
                  <a:lnTo>
                    <a:pt x="698358" y="388523"/>
                  </a:lnTo>
                  <a:lnTo>
                    <a:pt x="695079" y="390162"/>
                  </a:lnTo>
                  <a:lnTo>
                    <a:pt x="690161" y="390162"/>
                  </a:lnTo>
                  <a:lnTo>
                    <a:pt x="686882" y="391802"/>
                  </a:lnTo>
                  <a:lnTo>
                    <a:pt x="683603" y="393441"/>
                  </a:lnTo>
                  <a:lnTo>
                    <a:pt x="678685" y="395080"/>
                  </a:lnTo>
                  <a:lnTo>
                    <a:pt x="675407" y="396720"/>
                  </a:lnTo>
                  <a:lnTo>
                    <a:pt x="670489" y="398359"/>
                  </a:lnTo>
                  <a:lnTo>
                    <a:pt x="667210" y="398359"/>
                  </a:lnTo>
                  <a:lnTo>
                    <a:pt x="663931" y="398359"/>
                  </a:lnTo>
                  <a:lnTo>
                    <a:pt x="659013" y="399998"/>
                  </a:lnTo>
                  <a:lnTo>
                    <a:pt x="655735" y="401637"/>
                  </a:lnTo>
                  <a:lnTo>
                    <a:pt x="652456" y="403277"/>
                  </a:lnTo>
                  <a:lnTo>
                    <a:pt x="649177" y="404916"/>
                  </a:lnTo>
                  <a:lnTo>
                    <a:pt x="645899" y="408195"/>
                  </a:lnTo>
                  <a:lnTo>
                    <a:pt x="640981" y="409834"/>
                  </a:lnTo>
                  <a:lnTo>
                    <a:pt x="637702" y="409834"/>
                  </a:lnTo>
                  <a:lnTo>
                    <a:pt x="634423" y="411474"/>
                  </a:lnTo>
                  <a:lnTo>
                    <a:pt x="629505" y="413113"/>
                  </a:lnTo>
                  <a:lnTo>
                    <a:pt x="626227" y="414752"/>
                  </a:lnTo>
                  <a:lnTo>
                    <a:pt x="622948" y="416392"/>
                  </a:lnTo>
                  <a:lnTo>
                    <a:pt x="618030" y="418031"/>
                  </a:lnTo>
                  <a:lnTo>
                    <a:pt x="614751" y="419670"/>
                  </a:lnTo>
                  <a:lnTo>
                    <a:pt x="613112" y="422949"/>
                  </a:lnTo>
                  <a:lnTo>
                    <a:pt x="608194" y="424588"/>
                  </a:lnTo>
                  <a:lnTo>
                    <a:pt x="604915" y="426228"/>
                  </a:lnTo>
                  <a:lnTo>
                    <a:pt x="599997" y="427867"/>
                  </a:lnTo>
                  <a:lnTo>
                    <a:pt x="596719" y="427867"/>
                  </a:lnTo>
                  <a:lnTo>
                    <a:pt x="593440" y="429506"/>
                  </a:lnTo>
                  <a:lnTo>
                    <a:pt x="588522" y="429506"/>
                  </a:lnTo>
                  <a:lnTo>
                    <a:pt x="585243" y="426228"/>
                  </a:lnTo>
                  <a:lnTo>
                    <a:pt x="581965" y="427867"/>
                  </a:lnTo>
                  <a:lnTo>
                    <a:pt x="585243" y="427867"/>
                  </a:lnTo>
                  <a:lnTo>
                    <a:pt x="585243" y="431146"/>
                  </a:lnTo>
                  <a:lnTo>
                    <a:pt x="586883" y="434424"/>
                  </a:lnTo>
                  <a:lnTo>
                    <a:pt x="583604" y="437703"/>
                  </a:lnTo>
                  <a:lnTo>
                    <a:pt x="581965" y="439342"/>
                  </a:lnTo>
                  <a:lnTo>
                    <a:pt x="577047" y="440982"/>
                  </a:lnTo>
                  <a:lnTo>
                    <a:pt x="573768" y="442621"/>
                  </a:lnTo>
                  <a:lnTo>
                    <a:pt x="570489" y="444260"/>
                  </a:lnTo>
                  <a:lnTo>
                    <a:pt x="565571" y="444260"/>
                  </a:lnTo>
                  <a:lnTo>
                    <a:pt x="562293" y="444260"/>
                  </a:lnTo>
                  <a:lnTo>
                    <a:pt x="559014" y="444260"/>
                  </a:lnTo>
                  <a:lnTo>
                    <a:pt x="554096" y="445900"/>
                  </a:lnTo>
                  <a:lnTo>
                    <a:pt x="559014" y="445900"/>
                  </a:lnTo>
                  <a:lnTo>
                    <a:pt x="557375" y="449178"/>
                  </a:lnTo>
                  <a:lnTo>
                    <a:pt x="552457" y="450818"/>
                  </a:lnTo>
                  <a:lnTo>
                    <a:pt x="549178" y="452457"/>
                  </a:lnTo>
                  <a:lnTo>
                    <a:pt x="545899" y="452457"/>
                  </a:lnTo>
                  <a:lnTo>
                    <a:pt x="540981" y="454096"/>
                  </a:lnTo>
                  <a:lnTo>
                    <a:pt x="545899" y="450818"/>
                  </a:lnTo>
                  <a:lnTo>
                    <a:pt x="540981" y="452457"/>
                  </a:lnTo>
                  <a:lnTo>
                    <a:pt x="537702" y="454096"/>
                  </a:lnTo>
                  <a:lnTo>
                    <a:pt x="532784" y="454096"/>
                  </a:lnTo>
                  <a:lnTo>
                    <a:pt x="531145" y="457375"/>
                  </a:lnTo>
                  <a:lnTo>
                    <a:pt x="526227" y="457375"/>
                  </a:lnTo>
                  <a:lnTo>
                    <a:pt x="522948" y="457375"/>
                  </a:lnTo>
                  <a:lnTo>
                    <a:pt x="521309" y="460654"/>
                  </a:lnTo>
                  <a:lnTo>
                    <a:pt x="518030" y="462293"/>
                  </a:lnTo>
                  <a:lnTo>
                    <a:pt x="514752" y="462293"/>
                  </a:lnTo>
                  <a:lnTo>
                    <a:pt x="509834" y="463932"/>
                  </a:lnTo>
                  <a:lnTo>
                    <a:pt x="506555" y="463932"/>
                  </a:lnTo>
                  <a:lnTo>
                    <a:pt x="509834" y="465572"/>
                  </a:lnTo>
                  <a:lnTo>
                    <a:pt x="506555" y="465572"/>
                  </a:lnTo>
                  <a:lnTo>
                    <a:pt x="503276" y="467211"/>
                  </a:lnTo>
                  <a:lnTo>
                    <a:pt x="498358" y="468850"/>
                  </a:lnTo>
                  <a:lnTo>
                    <a:pt x="495080" y="472129"/>
                  </a:lnTo>
                  <a:lnTo>
                    <a:pt x="491801" y="473768"/>
                  </a:lnTo>
                  <a:lnTo>
                    <a:pt x="488522" y="477047"/>
                  </a:lnTo>
                  <a:lnTo>
                    <a:pt x="491801" y="477047"/>
                  </a:lnTo>
                  <a:lnTo>
                    <a:pt x="495080" y="477047"/>
                  </a:lnTo>
                  <a:lnTo>
                    <a:pt x="499998" y="477047"/>
                  </a:lnTo>
                  <a:lnTo>
                    <a:pt x="503276" y="477047"/>
                  </a:lnTo>
                  <a:lnTo>
                    <a:pt x="506555" y="480326"/>
                  </a:lnTo>
                  <a:lnTo>
                    <a:pt x="508194" y="483604"/>
                  </a:lnTo>
                  <a:lnTo>
                    <a:pt x="503276" y="485244"/>
                  </a:lnTo>
                  <a:lnTo>
                    <a:pt x="499998" y="488522"/>
                  </a:lnTo>
                  <a:lnTo>
                    <a:pt x="496719" y="490162"/>
                  </a:lnTo>
                  <a:lnTo>
                    <a:pt x="493440" y="491801"/>
                  </a:lnTo>
                  <a:lnTo>
                    <a:pt x="488522" y="493440"/>
                  </a:lnTo>
                  <a:lnTo>
                    <a:pt x="485244" y="495080"/>
                  </a:lnTo>
                  <a:lnTo>
                    <a:pt x="481965" y="495080"/>
                  </a:lnTo>
                  <a:lnTo>
                    <a:pt x="477047" y="495080"/>
                  </a:lnTo>
                  <a:lnTo>
                    <a:pt x="473768" y="498359"/>
                  </a:lnTo>
                  <a:lnTo>
                    <a:pt x="468850" y="499998"/>
                  </a:lnTo>
                  <a:lnTo>
                    <a:pt x="465572" y="499998"/>
                  </a:lnTo>
                  <a:lnTo>
                    <a:pt x="462293" y="503276"/>
                  </a:lnTo>
                  <a:lnTo>
                    <a:pt x="457375" y="506555"/>
                  </a:lnTo>
                  <a:lnTo>
                    <a:pt x="454096" y="506555"/>
                  </a:lnTo>
                  <a:lnTo>
                    <a:pt x="449178" y="508194"/>
                  </a:lnTo>
                  <a:lnTo>
                    <a:pt x="445900" y="509834"/>
                  </a:lnTo>
                  <a:lnTo>
                    <a:pt x="449178" y="508194"/>
                  </a:lnTo>
                  <a:lnTo>
                    <a:pt x="454096" y="508194"/>
                  </a:lnTo>
                  <a:lnTo>
                    <a:pt x="450818" y="509834"/>
                  </a:lnTo>
                  <a:lnTo>
                    <a:pt x="445900" y="513112"/>
                  </a:lnTo>
                  <a:lnTo>
                    <a:pt x="442621" y="514752"/>
                  </a:lnTo>
                  <a:lnTo>
                    <a:pt x="439342" y="516391"/>
                  </a:lnTo>
                  <a:lnTo>
                    <a:pt x="439342" y="513112"/>
                  </a:lnTo>
                  <a:lnTo>
                    <a:pt x="434424" y="516391"/>
                  </a:lnTo>
                  <a:lnTo>
                    <a:pt x="431146" y="514752"/>
                  </a:lnTo>
                  <a:lnTo>
                    <a:pt x="427867" y="519670"/>
                  </a:lnTo>
                  <a:lnTo>
                    <a:pt x="424588" y="518031"/>
                  </a:lnTo>
                  <a:lnTo>
                    <a:pt x="421310" y="519670"/>
                  </a:lnTo>
                  <a:lnTo>
                    <a:pt x="416392" y="519670"/>
                  </a:lnTo>
                  <a:lnTo>
                    <a:pt x="413113" y="519670"/>
                  </a:lnTo>
                  <a:lnTo>
                    <a:pt x="409834" y="522949"/>
                  </a:lnTo>
                  <a:lnTo>
                    <a:pt x="404916" y="524588"/>
                  </a:lnTo>
                  <a:lnTo>
                    <a:pt x="401638" y="526227"/>
                  </a:lnTo>
                  <a:lnTo>
                    <a:pt x="396720" y="527866"/>
                  </a:lnTo>
                  <a:lnTo>
                    <a:pt x="393441" y="529506"/>
                  </a:lnTo>
                  <a:lnTo>
                    <a:pt x="390162" y="531145"/>
                  </a:lnTo>
                  <a:lnTo>
                    <a:pt x="386884" y="529506"/>
                  </a:lnTo>
                  <a:lnTo>
                    <a:pt x="381965" y="529506"/>
                  </a:lnTo>
                  <a:lnTo>
                    <a:pt x="380326" y="534424"/>
                  </a:lnTo>
                  <a:lnTo>
                    <a:pt x="375408" y="534424"/>
                  </a:lnTo>
                  <a:lnTo>
                    <a:pt x="372129" y="536063"/>
                  </a:lnTo>
                  <a:lnTo>
                    <a:pt x="368851" y="539342"/>
                  </a:lnTo>
                  <a:lnTo>
                    <a:pt x="365572" y="539342"/>
                  </a:lnTo>
                  <a:lnTo>
                    <a:pt x="362293" y="539342"/>
                  </a:lnTo>
                  <a:lnTo>
                    <a:pt x="357375" y="539342"/>
                  </a:lnTo>
                  <a:lnTo>
                    <a:pt x="354097" y="544260"/>
                  </a:lnTo>
                  <a:lnTo>
                    <a:pt x="350818" y="542621"/>
                  </a:lnTo>
                  <a:lnTo>
                    <a:pt x="347539" y="544260"/>
                  </a:lnTo>
                  <a:lnTo>
                    <a:pt x="342621" y="544260"/>
                  </a:lnTo>
                  <a:lnTo>
                    <a:pt x="339343" y="545899"/>
                  </a:lnTo>
                  <a:lnTo>
                    <a:pt x="336064" y="547539"/>
                  </a:lnTo>
                  <a:lnTo>
                    <a:pt x="331146" y="549178"/>
                  </a:lnTo>
                  <a:lnTo>
                    <a:pt x="336064" y="549178"/>
                  </a:lnTo>
                  <a:lnTo>
                    <a:pt x="332785" y="552456"/>
                  </a:lnTo>
                  <a:lnTo>
                    <a:pt x="329507" y="555735"/>
                  </a:lnTo>
                  <a:lnTo>
                    <a:pt x="326228" y="557374"/>
                  </a:lnTo>
                  <a:lnTo>
                    <a:pt x="321310" y="559014"/>
                  </a:lnTo>
                  <a:lnTo>
                    <a:pt x="318031" y="559014"/>
                  </a:lnTo>
                  <a:lnTo>
                    <a:pt x="314753" y="562293"/>
                  </a:lnTo>
                  <a:lnTo>
                    <a:pt x="309835" y="562293"/>
                  </a:lnTo>
                  <a:lnTo>
                    <a:pt x="306556" y="563932"/>
                  </a:lnTo>
                  <a:lnTo>
                    <a:pt x="303277" y="563932"/>
                  </a:lnTo>
                  <a:lnTo>
                    <a:pt x="298359" y="565571"/>
                  </a:lnTo>
                  <a:lnTo>
                    <a:pt x="295081" y="567211"/>
                  </a:lnTo>
                  <a:lnTo>
                    <a:pt x="291802" y="568850"/>
                  </a:lnTo>
                  <a:lnTo>
                    <a:pt x="290163" y="568850"/>
                  </a:lnTo>
                  <a:lnTo>
                    <a:pt x="286884" y="570489"/>
                  </a:lnTo>
                  <a:lnTo>
                    <a:pt x="285245" y="567211"/>
                  </a:lnTo>
                  <a:lnTo>
                    <a:pt x="280327" y="568850"/>
                  </a:lnTo>
                  <a:lnTo>
                    <a:pt x="277048" y="572129"/>
                  </a:lnTo>
                  <a:lnTo>
                    <a:pt x="273769" y="572129"/>
                  </a:lnTo>
                  <a:lnTo>
                    <a:pt x="272130" y="577046"/>
                  </a:lnTo>
                  <a:lnTo>
                    <a:pt x="268851" y="577046"/>
                  </a:lnTo>
                  <a:lnTo>
                    <a:pt x="263933" y="577046"/>
                  </a:lnTo>
                  <a:lnTo>
                    <a:pt x="260655" y="575407"/>
                  </a:lnTo>
                  <a:lnTo>
                    <a:pt x="255737" y="577046"/>
                  </a:lnTo>
                  <a:lnTo>
                    <a:pt x="252458" y="578686"/>
                  </a:lnTo>
                  <a:lnTo>
                    <a:pt x="249179" y="578686"/>
                  </a:lnTo>
                  <a:lnTo>
                    <a:pt x="252458" y="578686"/>
                  </a:lnTo>
                  <a:lnTo>
                    <a:pt x="250819" y="583604"/>
                  </a:lnTo>
                  <a:lnTo>
                    <a:pt x="247540" y="581965"/>
                  </a:lnTo>
                  <a:lnTo>
                    <a:pt x="244261" y="581965"/>
                  </a:lnTo>
                  <a:lnTo>
                    <a:pt x="239343" y="583604"/>
                  </a:lnTo>
                  <a:lnTo>
                    <a:pt x="236065" y="583604"/>
                  </a:lnTo>
                  <a:lnTo>
                    <a:pt x="232786" y="585243"/>
                  </a:lnTo>
                  <a:lnTo>
                    <a:pt x="227868" y="586883"/>
                  </a:lnTo>
                  <a:lnTo>
                    <a:pt x="224589" y="588522"/>
                  </a:lnTo>
                  <a:lnTo>
                    <a:pt x="221310" y="590161"/>
                  </a:lnTo>
                  <a:lnTo>
                    <a:pt x="218032" y="591801"/>
                  </a:lnTo>
                  <a:lnTo>
                    <a:pt x="221310" y="590161"/>
                  </a:lnTo>
                  <a:lnTo>
                    <a:pt x="224589" y="588522"/>
                  </a:lnTo>
                  <a:lnTo>
                    <a:pt x="227868" y="590161"/>
                  </a:lnTo>
                  <a:lnTo>
                    <a:pt x="224589" y="593440"/>
                  </a:lnTo>
                  <a:lnTo>
                    <a:pt x="229507" y="593440"/>
                  </a:lnTo>
                  <a:lnTo>
                    <a:pt x="224589" y="595079"/>
                  </a:lnTo>
                  <a:lnTo>
                    <a:pt x="221310" y="596719"/>
                  </a:lnTo>
                  <a:lnTo>
                    <a:pt x="218032" y="596719"/>
                  </a:lnTo>
                  <a:lnTo>
                    <a:pt x="213114" y="598358"/>
                  </a:lnTo>
                  <a:lnTo>
                    <a:pt x="211474" y="603276"/>
                  </a:lnTo>
                  <a:lnTo>
                    <a:pt x="208196" y="603276"/>
                  </a:lnTo>
                  <a:lnTo>
                    <a:pt x="211474" y="599997"/>
                  </a:lnTo>
                  <a:lnTo>
                    <a:pt x="214753" y="596719"/>
                  </a:lnTo>
                  <a:lnTo>
                    <a:pt x="218032" y="595079"/>
                  </a:lnTo>
                  <a:lnTo>
                    <a:pt x="214753" y="595079"/>
                  </a:lnTo>
                  <a:lnTo>
                    <a:pt x="209835" y="598358"/>
                  </a:lnTo>
                  <a:lnTo>
                    <a:pt x="206556" y="599997"/>
                  </a:lnTo>
                  <a:lnTo>
                    <a:pt x="203278" y="603276"/>
                  </a:lnTo>
                  <a:lnTo>
                    <a:pt x="199999" y="604915"/>
                  </a:lnTo>
                  <a:lnTo>
                    <a:pt x="195081" y="603276"/>
                  </a:lnTo>
                  <a:lnTo>
                    <a:pt x="191802" y="604915"/>
                  </a:lnTo>
                  <a:lnTo>
                    <a:pt x="188524" y="608194"/>
                  </a:lnTo>
                  <a:lnTo>
                    <a:pt x="183606" y="606555"/>
                  </a:lnTo>
                  <a:lnTo>
                    <a:pt x="180327" y="608194"/>
                  </a:lnTo>
                  <a:lnTo>
                    <a:pt x="177048" y="608194"/>
                  </a:lnTo>
                  <a:lnTo>
                    <a:pt x="172130" y="609833"/>
                  </a:lnTo>
                  <a:lnTo>
                    <a:pt x="168852" y="609833"/>
                  </a:lnTo>
                  <a:lnTo>
                    <a:pt x="165573" y="613112"/>
                  </a:lnTo>
                  <a:lnTo>
                    <a:pt x="160655" y="616391"/>
                  </a:lnTo>
                  <a:lnTo>
                    <a:pt x="157376" y="618030"/>
                  </a:lnTo>
                  <a:lnTo>
                    <a:pt x="154098" y="621309"/>
                  </a:lnTo>
                  <a:lnTo>
                    <a:pt x="149180" y="621309"/>
                  </a:lnTo>
                  <a:lnTo>
                    <a:pt x="154098" y="618030"/>
                  </a:lnTo>
                  <a:lnTo>
                    <a:pt x="157376" y="616391"/>
                  </a:lnTo>
                  <a:lnTo>
                    <a:pt x="162294" y="613112"/>
                  </a:lnTo>
                  <a:lnTo>
                    <a:pt x="157376" y="609833"/>
                  </a:lnTo>
                  <a:lnTo>
                    <a:pt x="154098" y="611473"/>
                  </a:lnTo>
                  <a:lnTo>
                    <a:pt x="152458" y="611473"/>
                  </a:lnTo>
                  <a:lnTo>
                    <a:pt x="147540" y="614751"/>
                  </a:lnTo>
                  <a:lnTo>
                    <a:pt x="144262" y="614751"/>
                  </a:lnTo>
                  <a:lnTo>
                    <a:pt x="139344" y="616391"/>
                  </a:lnTo>
                  <a:lnTo>
                    <a:pt x="136065" y="618030"/>
                  </a:lnTo>
                  <a:lnTo>
                    <a:pt x="132786" y="618030"/>
                  </a:lnTo>
                  <a:lnTo>
                    <a:pt x="129508" y="619669"/>
                  </a:lnTo>
                  <a:lnTo>
                    <a:pt x="124590" y="621309"/>
                  </a:lnTo>
                  <a:lnTo>
                    <a:pt x="121311" y="624587"/>
                  </a:lnTo>
                  <a:lnTo>
                    <a:pt x="122950" y="621309"/>
                  </a:lnTo>
                  <a:lnTo>
                    <a:pt x="119672" y="621309"/>
                  </a:lnTo>
                  <a:lnTo>
                    <a:pt x="114754" y="624587"/>
                  </a:lnTo>
                  <a:lnTo>
                    <a:pt x="111475" y="626227"/>
                  </a:lnTo>
                  <a:lnTo>
                    <a:pt x="108196" y="624587"/>
                  </a:lnTo>
                  <a:lnTo>
                    <a:pt x="103278" y="626227"/>
                  </a:lnTo>
                  <a:lnTo>
                    <a:pt x="100000" y="627866"/>
                  </a:lnTo>
                  <a:lnTo>
                    <a:pt x="95082" y="627866"/>
                  </a:lnTo>
                  <a:lnTo>
                    <a:pt x="91803" y="629505"/>
                  </a:lnTo>
                  <a:lnTo>
                    <a:pt x="88524" y="627866"/>
                  </a:lnTo>
                  <a:lnTo>
                    <a:pt x="85246" y="629505"/>
                  </a:lnTo>
                  <a:lnTo>
                    <a:pt x="88524" y="626227"/>
                  </a:lnTo>
                  <a:lnTo>
                    <a:pt x="91803" y="622948"/>
                  </a:lnTo>
                  <a:lnTo>
                    <a:pt x="95082" y="621309"/>
                  </a:lnTo>
                  <a:lnTo>
                    <a:pt x="100000" y="621309"/>
                  </a:lnTo>
                  <a:lnTo>
                    <a:pt x="103278" y="622948"/>
                  </a:lnTo>
                  <a:lnTo>
                    <a:pt x="100000" y="619669"/>
                  </a:lnTo>
                  <a:lnTo>
                    <a:pt x="95082" y="618030"/>
                  </a:lnTo>
                  <a:lnTo>
                    <a:pt x="91803" y="618030"/>
                  </a:lnTo>
                  <a:lnTo>
                    <a:pt x="88524" y="621309"/>
                  </a:lnTo>
                  <a:lnTo>
                    <a:pt x="85246" y="622948"/>
                  </a:lnTo>
                  <a:lnTo>
                    <a:pt x="80328" y="626227"/>
                  </a:lnTo>
                  <a:lnTo>
                    <a:pt x="77049" y="627866"/>
                  </a:lnTo>
                  <a:lnTo>
                    <a:pt x="73770" y="631145"/>
                  </a:lnTo>
                  <a:lnTo>
                    <a:pt x="68852" y="632784"/>
                  </a:lnTo>
                  <a:lnTo>
                    <a:pt x="65573" y="634423"/>
                  </a:lnTo>
                  <a:lnTo>
                    <a:pt x="62295" y="634423"/>
                  </a:lnTo>
                  <a:lnTo>
                    <a:pt x="59016" y="637702"/>
                  </a:lnTo>
                  <a:lnTo>
                    <a:pt x="54098" y="640981"/>
                  </a:lnTo>
                  <a:lnTo>
                    <a:pt x="50819" y="639341"/>
                  </a:lnTo>
                  <a:lnTo>
                    <a:pt x="47541" y="642620"/>
                  </a:lnTo>
                  <a:lnTo>
                    <a:pt x="44262" y="644259"/>
                  </a:lnTo>
                  <a:lnTo>
                    <a:pt x="39344" y="642620"/>
                  </a:lnTo>
                  <a:lnTo>
                    <a:pt x="44262" y="640981"/>
                  </a:lnTo>
                  <a:lnTo>
                    <a:pt x="44262" y="636063"/>
                  </a:lnTo>
                  <a:lnTo>
                    <a:pt x="44262" y="632784"/>
                  </a:lnTo>
                  <a:lnTo>
                    <a:pt x="40983" y="632784"/>
                  </a:lnTo>
                  <a:lnTo>
                    <a:pt x="39344" y="637702"/>
                  </a:lnTo>
                  <a:lnTo>
                    <a:pt x="36065" y="640981"/>
                  </a:lnTo>
                  <a:lnTo>
                    <a:pt x="32787" y="644259"/>
                  </a:lnTo>
                  <a:lnTo>
                    <a:pt x="29508" y="64425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5" name="Freeform 3004">
              <a:extLst>
                <a:ext uri="{FF2B5EF4-FFF2-40B4-BE49-F238E27FC236}">
                  <a16:creationId xmlns:a16="http://schemas.microsoft.com/office/drawing/2014/main" id="{5277AB4B-5C7F-F949-AE13-462AA20354F2}"/>
                </a:ext>
              </a:extLst>
            </p:cNvPr>
            <p:cNvSpPr/>
            <p:nvPr/>
          </p:nvSpPr>
          <p:spPr>
            <a:xfrm>
              <a:off x="510779" y="1585400"/>
              <a:ext cx="26229" cy="18032"/>
            </a:xfrm>
            <a:custGeom>
              <a:avLst/>
              <a:gdLst>
                <a:gd name="connsiteX0" fmla="*/ 4918 w 26229"/>
                <a:gd name="connsiteY0" fmla="*/ 1639 h 18032"/>
                <a:gd name="connsiteX1" fmla="*/ 3279 w 26229"/>
                <a:gd name="connsiteY1" fmla="*/ 3279 h 18032"/>
                <a:gd name="connsiteX2" fmla="*/ 0 w 26229"/>
                <a:gd name="connsiteY2" fmla="*/ 4918 h 18032"/>
                <a:gd name="connsiteX3" fmla="*/ 1639 w 26229"/>
                <a:gd name="connsiteY3" fmla="*/ 9836 h 18032"/>
                <a:gd name="connsiteX4" fmla="*/ 6557 w 26229"/>
                <a:gd name="connsiteY4" fmla="*/ 9836 h 18032"/>
                <a:gd name="connsiteX5" fmla="*/ 9836 w 26229"/>
                <a:gd name="connsiteY5" fmla="*/ 11475 h 18032"/>
                <a:gd name="connsiteX6" fmla="*/ 13115 w 26229"/>
                <a:gd name="connsiteY6" fmla="*/ 14754 h 18032"/>
                <a:gd name="connsiteX7" fmla="*/ 9836 w 26229"/>
                <a:gd name="connsiteY7" fmla="*/ 18033 h 18032"/>
                <a:gd name="connsiteX8" fmla="*/ 9836 w 26229"/>
                <a:gd name="connsiteY8" fmla="*/ 18033 h 18032"/>
                <a:gd name="connsiteX9" fmla="*/ 13115 w 26229"/>
                <a:gd name="connsiteY9" fmla="*/ 16393 h 18032"/>
                <a:gd name="connsiteX10" fmla="*/ 16393 w 26229"/>
                <a:gd name="connsiteY10" fmla="*/ 14754 h 18032"/>
                <a:gd name="connsiteX11" fmla="*/ 18033 w 26229"/>
                <a:gd name="connsiteY11" fmla="*/ 11475 h 18032"/>
                <a:gd name="connsiteX12" fmla="*/ 21311 w 26229"/>
                <a:gd name="connsiteY12" fmla="*/ 11475 h 18032"/>
                <a:gd name="connsiteX13" fmla="*/ 24590 w 26229"/>
                <a:gd name="connsiteY13" fmla="*/ 9836 h 18032"/>
                <a:gd name="connsiteX14" fmla="*/ 26229 w 26229"/>
                <a:gd name="connsiteY14" fmla="*/ 6557 h 18032"/>
                <a:gd name="connsiteX15" fmla="*/ 22951 w 26229"/>
                <a:gd name="connsiteY15" fmla="*/ 4918 h 18032"/>
                <a:gd name="connsiteX16" fmla="*/ 19672 w 26229"/>
                <a:gd name="connsiteY16" fmla="*/ 3279 h 18032"/>
                <a:gd name="connsiteX17" fmla="*/ 14754 w 26229"/>
                <a:gd name="connsiteY17" fmla="*/ 1639 h 18032"/>
                <a:gd name="connsiteX18" fmla="*/ 13115 w 26229"/>
                <a:gd name="connsiteY18" fmla="*/ 0 h 18032"/>
                <a:gd name="connsiteX19" fmla="*/ 9836 w 26229"/>
                <a:gd name="connsiteY19" fmla="*/ 1639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6229" h="18032">
                  <a:moveTo>
                    <a:pt x="4918" y="1639"/>
                  </a:moveTo>
                  <a:lnTo>
                    <a:pt x="3279" y="3279"/>
                  </a:lnTo>
                  <a:lnTo>
                    <a:pt x="0" y="4918"/>
                  </a:lnTo>
                  <a:lnTo>
                    <a:pt x="1639" y="9836"/>
                  </a:lnTo>
                  <a:lnTo>
                    <a:pt x="6557" y="9836"/>
                  </a:lnTo>
                  <a:lnTo>
                    <a:pt x="9836" y="11475"/>
                  </a:lnTo>
                  <a:lnTo>
                    <a:pt x="13115" y="14754"/>
                  </a:lnTo>
                  <a:lnTo>
                    <a:pt x="9836" y="18033"/>
                  </a:lnTo>
                  <a:lnTo>
                    <a:pt x="9836" y="18033"/>
                  </a:lnTo>
                  <a:lnTo>
                    <a:pt x="13115" y="16393"/>
                  </a:lnTo>
                  <a:lnTo>
                    <a:pt x="16393" y="14754"/>
                  </a:lnTo>
                  <a:lnTo>
                    <a:pt x="18033" y="11475"/>
                  </a:lnTo>
                  <a:lnTo>
                    <a:pt x="21311" y="11475"/>
                  </a:lnTo>
                  <a:lnTo>
                    <a:pt x="24590" y="9836"/>
                  </a:lnTo>
                  <a:lnTo>
                    <a:pt x="26229" y="6557"/>
                  </a:lnTo>
                  <a:lnTo>
                    <a:pt x="22951" y="4918"/>
                  </a:lnTo>
                  <a:lnTo>
                    <a:pt x="19672" y="3279"/>
                  </a:lnTo>
                  <a:lnTo>
                    <a:pt x="14754" y="1639"/>
                  </a:lnTo>
                  <a:lnTo>
                    <a:pt x="13115" y="0"/>
                  </a:lnTo>
                  <a:lnTo>
                    <a:pt x="9836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6" name="Freeform 3005">
              <a:extLst>
                <a:ext uri="{FF2B5EF4-FFF2-40B4-BE49-F238E27FC236}">
                  <a16:creationId xmlns:a16="http://schemas.microsoft.com/office/drawing/2014/main" id="{1CFD348F-F97C-5C4D-B00A-E8E98FCF9901}"/>
                </a:ext>
              </a:extLst>
            </p:cNvPr>
            <p:cNvSpPr/>
            <p:nvPr/>
          </p:nvSpPr>
          <p:spPr>
            <a:xfrm>
              <a:off x="607500" y="1516548"/>
              <a:ext cx="83606" cy="19671"/>
            </a:xfrm>
            <a:custGeom>
              <a:avLst/>
              <a:gdLst>
                <a:gd name="connsiteX0" fmla="*/ 0 w 83606"/>
                <a:gd name="connsiteY0" fmla="*/ 18033 h 19671"/>
                <a:gd name="connsiteX1" fmla="*/ 3279 w 83606"/>
                <a:gd name="connsiteY1" fmla="*/ 19672 h 19671"/>
                <a:gd name="connsiteX2" fmla="*/ 6557 w 83606"/>
                <a:gd name="connsiteY2" fmla="*/ 18033 h 19671"/>
                <a:gd name="connsiteX3" fmla="*/ 11475 w 83606"/>
                <a:gd name="connsiteY3" fmla="*/ 18033 h 19671"/>
                <a:gd name="connsiteX4" fmla="*/ 14754 w 83606"/>
                <a:gd name="connsiteY4" fmla="*/ 18033 h 19671"/>
                <a:gd name="connsiteX5" fmla="*/ 18033 w 83606"/>
                <a:gd name="connsiteY5" fmla="*/ 16393 h 19671"/>
                <a:gd name="connsiteX6" fmla="*/ 22951 w 83606"/>
                <a:gd name="connsiteY6" fmla="*/ 14754 h 19671"/>
                <a:gd name="connsiteX7" fmla="*/ 26229 w 83606"/>
                <a:gd name="connsiteY7" fmla="*/ 14754 h 19671"/>
                <a:gd name="connsiteX8" fmla="*/ 29508 w 83606"/>
                <a:gd name="connsiteY8" fmla="*/ 14754 h 19671"/>
                <a:gd name="connsiteX9" fmla="*/ 34426 w 83606"/>
                <a:gd name="connsiteY9" fmla="*/ 14754 h 19671"/>
                <a:gd name="connsiteX10" fmla="*/ 37705 w 83606"/>
                <a:gd name="connsiteY10" fmla="*/ 14754 h 19671"/>
                <a:gd name="connsiteX11" fmla="*/ 40983 w 83606"/>
                <a:gd name="connsiteY11" fmla="*/ 14754 h 19671"/>
                <a:gd name="connsiteX12" fmla="*/ 45901 w 83606"/>
                <a:gd name="connsiteY12" fmla="*/ 14754 h 19671"/>
                <a:gd name="connsiteX13" fmla="*/ 49180 w 83606"/>
                <a:gd name="connsiteY13" fmla="*/ 13115 h 19671"/>
                <a:gd name="connsiteX14" fmla="*/ 45901 w 83606"/>
                <a:gd name="connsiteY14" fmla="*/ 13115 h 19671"/>
                <a:gd name="connsiteX15" fmla="*/ 49180 w 83606"/>
                <a:gd name="connsiteY15" fmla="*/ 11475 h 19671"/>
                <a:gd name="connsiteX16" fmla="*/ 52459 w 83606"/>
                <a:gd name="connsiteY16" fmla="*/ 9836 h 19671"/>
                <a:gd name="connsiteX17" fmla="*/ 57377 w 83606"/>
                <a:gd name="connsiteY17" fmla="*/ 6557 h 19671"/>
                <a:gd name="connsiteX18" fmla="*/ 60655 w 83606"/>
                <a:gd name="connsiteY18" fmla="*/ 4918 h 19671"/>
                <a:gd name="connsiteX19" fmla="*/ 63934 w 83606"/>
                <a:gd name="connsiteY19" fmla="*/ 4918 h 19671"/>
                <a:gd name="connsiteX20" fmla="*/ 68852 w 83606"/>
                <a:gd name="connsiteY20" fmla="*/ 4918 h 19671"/>
                <a:gd name="connsiteX21" fmla="*/ 72131 w 83606"/>
                <a:gd name="connsiteY21" fmla="*/ 4918 h 19671"/>
                <a:gd name="connsiteX22" fmla="*/ 75409 w 83606"/>
                <a:gd name="connsiteY22" fmla="*/ 3279 h 19671"/>
                <a:gd name="connsiteX23" fmla="*/ 80327 w 83606"/>
                <a:gd name="connsiteY23" fmla="*/ 1639 h 19671"/>
                <a:gd name="connsiteX24" fmla="*/ 83606 w 83606"/>
                <a:gd name="connsiteY24" fmla="*/ 0 h 19671"/>
                <a:gd name="connsiteX25" fmla="*/ 80327 w 83606"/>
                <a:gd name="connsiteY25" fmla="*/ 0 h 19671"/>
                <a:gd name="connsiteX26" fmla="*/ 75409 w 83606"/>
                <a:gd name="connsiteY26" fmla="*/ 0 h 19671"/>
                <a:gd name="connsiteX27" fmla="*/ 72131 w 83606"/>
                <a:gd name="connsiteY27" fmla="*/ 0 h 19671"/>
                <a:gd name="connsiteX28" fmla="*/ 67213 w 83606"/>
                <a:gd name="connsiteY28" fmla="*/ 0 h 19671"/>
                <a:gd name="connsiteX29" fmla="*/ 63934 w 83606"/>
                <a:gd name="connsiteY29" fmla="*/ 0 h 19671"/>
                <a:gd name="connsiteX30" fmla="*/ 60655 w 83606"/>
                <a:gd name="connsiteY30" fmla="*/ 0 h 19671"/>
                <a:gd name="connsiteX31" fmla="*/ 57377 w 83606"/>
                <a:gd name="connsiteY31" fmla="*/ 0 h 19671"/>
                <a:gd name="connsiteX32" fmla="*/ 52459 w 83606"/>
                <a:gd name="connsiteY32" fmla="*/ 1639 h 19671"/>
                <a:gd name="connsiteX33" fmla="*/ 49180 w 83606"/>
                <a:gd name="connsiteY33" fmla="*/ 3279 h 19671"/>
                <a:gd name="connsiteX34" fmla="*/ 44262 w 83606"/>
                <a:gd name="connsiteY34" fmla="*/ 4918 h 19671"/>
                <a:gd name="connsiteX35" fmla="*/ 40983 w 83606"/>
                <a:gd name="connsiteY35" fmla="*/ 4918 h 19671"/>
                <a:gd name="connsiteX36" fmla="*/ 37705 w 83606"/>
                <a:gd name="connsiteY36" fmla="*/ 4918 h 19671"/>
                <a:gd name="connsiteX37" fmla="*/ 34426 w 83606"/>
                <a:gd name="connsiteY37" fmla="*/ 6557 h 19671"/>
                <a:gd name="connsiteX38" fmla="*/ 29508 w 83606"/>
                <a:gd name="connsiteY38" fmla="*/ 6557 h 19671"/>
                <a:gd name="connsiteX39" fmla="*/ 26229 w 83606"/>
                <a:gd name="connsiteY39" fmla="*/ 6557 h 19671"/>
                <a:gd name="connsiteX40" fmla="*/ 22951 w 83606"/>
                <a:gd name="connsiteY40" fmla="*/ 6557 h 19671"/>
                <a:gd name="connsiteX41" fmla="*/ 18033 w 83606"/>
                <a:gd name="connsiteY41" fmla="*/ 8197 h 19671"/>
                <a:gd name="connsiteX42" fmla="*/ 14754 w 83606"/>
                <a:gd name="connsiteY42" fmla="*/ 8197 h 19671"/>
                <a:gd name="connsiteX43" fmla="*/ 11475 w 83606"/>
                <a:gd name="connsiteY43" fmla="*/ 9836 h 19671"/>
                <a:gd name="connsiteX44" fmla="*/ 6557 w 83606"/>
                <a:gd name="connsiteY44" fmla="*/ 11475 h 19671"/>
                <a:gd name="connsiteX45" fmla="*/ 3279 w 83606"/>
                <a:gd name="connsiteY45" fmla="*/ 14754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83606" h="19671">
                  <a:moveTo>
                    <a:pt x="0" y="18033"/>
                  </a:moveTo>
                  <a:lnTo>
                    <a:pt x="3279" y="19672"/>
                  </a:lnTo>
                  <a:lnTo>
                    <a:pt x="6557" y="18033"/>
                  </a:lnTo>
                  <a:lnTo>
                    <a:pt x="11475" y="18033"/>
                  </a:lnTo>
                  <a:lnTo>
                    <a:pt x="14754" y="18033"/>
                  </a:lnTo>
                  <a:lnTo>
                    <a:pt x="18033" y="16393"/>
                  </a:lnTo>
                  <a:lnTo>
                    <a:pt x="22951" y="14754"/>
                  </a:lnTo>
                  <a:lnTo>
                    <a:pt x="26229" y="14754"/>
                  </a:lnTo>
                  <a:lnTo>
                    <a:pt x="29508" y="14754"/>
                  </a:lnTo>
                  <a:lnTo>
                    <a:pt x="34426" y="14754"/>
                  </a:lnTo>
                  <a:lnTo>
                    <a:pt x="37705" y="14754"/>
                  </a:lnTo>
                  <a:lnTo>
                    <a:pt x="40983" y="14754"/>
                  </a:lnTo>
                  <a:lnTo>
                    <a:pt x="45901" y="14754"/>
                  </a:lnTo>
                  <a:lnTo>
                    <a:pt x="49180" y="13115"/>
                  </a:lnTo>
                  <a:lnTo>
                    <a:pt x="45901" y="13115"/>
                  </a:lnTo>
                  <a:lnTo>
                    <a:pt x="49180" y="11475"/>
                  </a:lnTo>
                  <a:lnTo>
                    <a:pt x="52459" y="9836"/>
                  </a:lnTo>
                  <a:lnTo>
                    <a:pt x="57377" y="6557"/>
                  </a:lnTo>
                  <a:lnTo>
                    <a:pt x="60655" y="4918"/>
                  </a:lnTo>
                  <a:lnTo>
                    <a:pt x="63934" y="4918"/>
                  </a:lnTo>
                  <a:lnTo>
                    <a:pt x="68852" y="4918"/>
                  </a:lnTo>
                  <a:lnTo>
                    <a:pt x="72131" y="4918"/>
                  </a:lnTo>
                  <a:lnTo>
                    <a:pt x="75409" y="3279"/>
                  </a:lnTo>
                  <a:lnTo>
                    <a:pt x="80327" y="1639"/>
                  </a:lnTo>
                  <a:lnTo>
                    <a:pt x="83606" y="0"/>
                  </a:lnTo>
                  <a:lnTo>
                    <a:pt x="80327" y="0"/>
                  </a:lnTo>
                  <a:lnTo>
                    <a:pt x="75409" y="0"/>
                  </a:lnTo>
                  <a:lnTo>
                    <a:pt x="72131" y="0"/>
                  </a:lnTo>
                  <a:lnTo>
                    <a:pt x="67213" y="0"/>
                  </a:lnTo>
                  <a:lnTo>
                    <a:pt x="63934" y="0"/>
                  </a:lnTo>
                  <a:lnTo>
                    <a:pt x="60655" y="0"/>
                  </a:lnTo>
                  <a:lnTo>
                    <a:pt x="57377" y="0"/>
                  </a:lnTo>
                  <a:lnTo>
                    <a:pt x="52459" y="1639"/>
                  </a:lnTo>
                  <a:lnTo>
                    <a:pt x="49180" y="3279"/>
                  </a:lnTo>
                  <a:lnTo>
                    <a:pt x="44262" y="4918"/>
                  </a:lnTo>
                  <a:lnTo>
                    <a:pt x="40983" y="4918"/>
                  </a:lnTo>
                  <a:lnTo>
                    <a:pt x="37705" y="4918"/>
                  </a:lnTo>
                  <a:lnTo>
                    <a:pt x="34426" y="6557"/>
                  </a:lnTo>
                  <a:lnTo>
                    <a:pt x="29508" y="6557"/>
                  </a:lnTo>
                  <a:lnTo>
                    <a:pt x="26229" y="6557"/>
                  </a:lnTo>
                  <a:lnTo>
                    <a:pt x="22951" y="6557"/>
                  </a:lnTo>
                  <a:lnTo>
                    <a:pt x="18033" y="8197"/>
                  </a:lnTo>
                  <a:lnTo>
                    <a:pt x="14754" y="8197"/>
                  </a:lnTo>
                  <a:lnTo>
                    <a:pt x="11475" y="9836"/>
                  </a:lnTo>
                  <a:lnTo>
                    <a:pt x="6557" y="11475"/>
                  </a:lnTo>
                  <a:lnTo>
                    <a:pt x="3279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7" name="Freeform 3006">
              <a:extLst>
                <a:ext uri="{FF2B5EF4-FFF2-40B4-BE49-F238E27FC236}">
                  <a16:creationId xmlns:a16="http://schemas.microsoft.com/office/drawing/2014/main" id="{A67D2EBD-38F2-D240-BD22-A5D9E589D25B}"/>
                </a:ext>
              </a:extLst>
            </p:cNvPr>
            <p:cNvSpPr/>
            <p:nvPr/>
          </p:nvSpPr>
          <p:spPr>
            <a:xfrm>
              <a:off x="373075" y="1369008"/>
              <a:ext cx="44262" cy="21311"/>
            </a:xfrm>
            <a:custGeom>
              <a:avLst/>
              <a:gdLst>
                <a:gd name="connsiteX0" fmla="*/ 0 w 44262"/>
                <a:gd name="connsiteY0" fmla="*/ 13115 h 21311"/>
                <a:gd name="connsiteX1" fmla="*/ 18033 w 44262"/>
                <a:gd name="connsiteY1" fmla="*/ 0 h 21311"/>
                <a:gd name="connsiteX2" fmla="*/ 22951 w 44262"/>
                <a:gd name="connsiteY2" fmla="*/ 1639 h 21311"/>
                <a:gd name="connsiteX3" fmla="*/ 26229 w 44262"/>
                <a:gd name="connsiteY3" fmla="*/ 1639 h 21311"/>
                <a:gd name="connsiteX4" fmla="*/ 29508 w 44262"/>
                <a:gd name="connsiteY4" fmla="*/ 4918 h 21311"/>
                <a:gd name="connsiteX5" fmla="*/ 34426 w 44262"/>
                <a:gd name="connsiteY5" fmla="*/ 6557 h 21311"/>
                <a:gd name="connsiteX6" fmla="*/ 37705 w 44262"/>
                <a:gd name="connsiteY6" fmla="*/ 6557 h 21311"/>
                <a:gd name="connsiteX7" fmla="*/ 40983 w 44262"/>
                <a:gd name="connsiteY7" fmla="*/ 6557 h 21311"/>
                <a:gd name="connsiteX8" fmla="*/ 44262 w 44262"/>
                <a:gd name="connsiteY8" fmla="*/ 6557 h 21311"/>
                <a:gd name="connsiteX9" fmla="*/ 40983 w 44262"/>
                <a:gd name="connsiteY9" fmla="*/ 11475 h 21311"/>
                <a:gd name="connsiteX10" fmla="*/ 37705 w 44262"/>
                <a:gd name="connsiteY10" fmla="*/ 11475 h 21311"/>
                <a:gd name="connsiteX11" fmla="*/ 34426 w 44262"/>
                <a:gd name="connsiteY11" fmla="*/ 13115 h 21311"/>
                <a:gd name="connsiteX12" fmla="*/ 29508 w 44262"/>
                <a:gd name="connsiteY12" fmla="*/ 11475 h 21311"/>
                <a:gd name="connsiteX13" fmla="*/ 26229 w 44262"/>
                <a:gd name="connsiteY13" fmla="*/ 11475 h 21311"/>
                <a:gd name="connsiteX14" fmla="*/ 22951 w 44262"/>
                <a:gd name="connsiteY14" fmla="*/ 13115 h 21311"/>
                <a:gd name="connsiteX15" fmla="*/ 26229 w 44262"/>
                <a:gd name="connsiteY15" fmla="*/ 11475 h 21311"/>
                <a:gd name="connsiteX16" fmla="*/ 22951 w 44262"/>
                <a:gd name="connsiteY16" fmla="*/ 11475 h 21311"/>
                <a:gd name="connsiteX17" fmla="*/ 18033 w 44262"/>
                <a:gd name="connsiteY17" fmla="*/ 13115 h 21311"/>
                <a:gd name="connsiteX18" fmla="*/ 14754 w 44262"/>
                <a:gd name="connsiteY18" fmla="*/ 14754 h 21311"/>
                <a:gd name="connsiteX19" fmla="*/ 11475 w 44262"/>
                <a:gd name="connsiteY19" fmla="*/ 14754 h 21311"/>
                <a:gd name="connsiteX20" fmla="*/ 8197 w 44262"/>
                <a:gd name="connsiteY20" fmla="*/ 16393 h 21311"/>
                <a:gd name="connsiteX21" fmla="*/ 3279 w 44262"/>
                <a:gd name="connsiteY21" fmla="*/ 19672 h 21311"/>
                <a:gd name="connsiteX22" fmla="*/ 0 w 44262"/>
                <a:gd name="connsiteY22" fmla="*/ 21311 h 21311"/>
                <a:gd name="connsiteX23" fmla="*/ 3279 w 44262"/>
                <a:gd name="connsiteY23" fmla="*/ 18033 h 21311"/>
                <a:gd name="connsiteX24" fmla="*/ 3279 w 44262"/>
                <a:gd name="connsiteY24" fmla="*/ 13115 h 21311"/>
                <a:gd name="connsiteX25" fmla="*/ 0 w 44262"/>
                <a:gd name="connsiteY25" fmla="*/ 18033 h 21311"/>
                <a:gd name="connsiteX26" fmla="*/ 1639 w 44262"/>
                <a:gd name="connsiteY26" fmla="*/ 13115 h 2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262" h="21311">
                  <a:moveTo>
                    <a:pt x="0" y="13115"/>
                  </a:moveTo>
                  <a:lnTo>
                    <a:pt x="18033" y="0"/>
                  </a:lnTo>
                  <a:lnTo>
                    <a:pt x="22951" y="1639"/>
                  </a:lnTo>
                  <a:lnTo>
                    <a:pt x="26229" y="1639"/>
                  </a:lnTo>
                  <a:lnTo>
                    <a:pt x="29508" y="4918"/>
                  </a:lnTo>
                  <a:lnTo>
                    <a:pt x="34426" y="6557"/>
                  </a:lnTo>
                  <a:lnTo>
                    <a:pt x="37705" y="6557"/>
                  </a:lnTo>
                  <a:lnTo>
                    <a:pt x="40983" y="6557"/>
                  </a:lnTo>
                  <a:lnTo>
                    <a:pt x="44262" y="6557"/>
                  </a:lnTo>
                  <a:lnTo>
                    <a:pt x="40983" y="11475"/>
                  </a:lnTo>
                  <a:lnTo>
                    <a:pt x="37705" y="11475"/>
                  </a:lnTo>
                  <a:lnTo>
                    <a:pt x="34426" y="13115"/>
                  </a:lnTo>
                  <a:lnTo>
                    <a:pt x="29508" y="11475"/>
                  </a:lnTo>
                  <a:lnTo>
                    <a:pt x="26229" y="11475"/>
                  </a:lnTo>
                  <a:lnTo>
                    <a:pt x="22951" y="13115"/>
                  </a:lnTo>
                  <a:lnTo>
                    <a:pt x="26229" y="11475"/>
                  </a:lnTo>
                  <a:lnTo>
                    <a:pt x="22951" y="11475"/>
                  </a:lnTo>
                  <a:lnTo>
                    <a:pt x="18033" y="13115"/>
                  </a:lnTo>
                  <a:lnTo>
                    <a:pt x="14754" y="14754"/>
                  </a:lnTo>
                  <a:lnTo>
                    <a:pt x="11475" y="14754"/>
                  </a:lnTo>
                  <a:lnTo>
                    <a:pt x="8197" y="16393"/>
                  </a:lnTo>
                  <a:lnTo>
                    <a:pt x="3279" y="19672"/>
                  </a:lnTo>
                  <a:lnTo>
                    <a:pt x="0" y="21311"/>
                  </a:lnTo>
                  <a:lnTo>
                    <a:pt x="3279" y="18033"/>
                  </a:lnTo>
                  <a:lnTo>
                    <a:pt x="3279" y="13115"/>
                  </a:lnTo>
                  <a:lnTo>
                    <a:pt x="0" y="18033"/>
                  </a:lnTo>
                  <a:lnTo>
                    <a:pt x="1639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8" name="Freeform 3007">
              <a:extLst>
                <a:ext uri="{FF2B5EF4-FFF2-40B4-BE49-F238E27FC236}">
                  <a16:creationId xmlns:a16="http://schemas.microsoft.com/office/drawing/2014/main" id="{A41ED171-7151-F64F-88A7-BC2E8E5EAF49}"/>
                </a:ext>
              </a:extLst>
            </p:cNvPr>
            <p:cNvSpPr/>
            <p:nvPr/>
          </p:nvSpPr>
          <p:spPr>
            <a:xfrm>
              <a:off x="533730" y="1264090"/>
              <a:ext cx="9835" cy="6557"/>
            </a:xfrm>
            <a:custGeom>
              <a:avLst/>
              <a:gdLst>
                <a:gd name="connsiteX0" fmla="*/ 0 w 9835"/>
                <a:gd name="connsiteY0" fmla="*/ 6557 h 6557"/>
                <a:gd name="connsiteX1" fmla="*/ 8197 w 9835"/>
                <a:gd name="connsiteY1" fmla="*/ 0 h 6557"/>
                <a:gd name="connsiteX2" fmla="*/ 8197 w 9835"/>
                <a:gd name="connsiteY2" fmla="*/ 0 h 6557"/>
                <a:gd name="connsiteX3" fmla="*/ 8197 w 9835"/>
                <a:gd name="connsiteY3" fmla="*/ 0 h 6557"/>
                <a:gd name="connsiteX4" fmla="*/ 9836 w 9835"/>
                <a:gd name="connsiteY4" fmla="*/ 0 h 6557"/>
                <a:gd name="connsiteX5" fmla="*/ 9836 w 9835"/>
                <a:gd name="connsiteY5" fmla="*/ 3279 h 6557"/>
                <a:gd name="connsiteX6" fmla="*/ 6557 w 9835"/>
                <a:gd name="connsiteY6" fmla="*/ 6557 h 6557"/>
                <a:gd name="connsiteX7" fmla="*/ 3279 w 9835"/>
                <a:gd name="connsiteY7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5" h="6557">
                  <a:moveTo>
                    <a:pt x="0" y="6557"/>
                  </a:moveTo>
                  <a:lnTo>
                    <a:pt x="8197" y="0"/>
                  </a:lnTo>
                  <a:lnTo>
                    <a:pt x="8197" y="0"/>
                  </a:lnTo>
                  <a:lnTo>
                    <a:pt x="8197" y="0"/>
                  </a:lnTo>
                  <a:lnTo>
                    <a:pt x="9836" y="0"/>
                  </a:lnTo>
                  <a:lnTo>
                    <a:pt x="9836" y="3279"/>
                  </a:lnTo>
                  <a:lnTo>
                    <a:pt x="6557" y="6557"/>
                  </a:lnTo>
                  <a:lnTo>
                    <a:pt x="327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9" name="Freeform 3008">
              <a:extLst>
                <a:ext uri="{FF2B5EF4-FFF2-40B4-BE49-F238E27FC236}">
                  <a16:creationId xmlns:a16="http://schemas.microsoft.com/office/drawing/2014/main" id="{172FEB81-B22F-184F-820C-AF69CE78C86A}"/>
                </a:ext>
              </a:extLst>
            </p:cNvPr>
            <p:cNvSpPr/>
            <p:nvPr/>
          </p:nvSpPr>
          <p:spPr>
            <a:xfrm>
              <a:off x="877991" y="1501794"/>
              <a:ext cx="11475" cy="6557"/>
            </a:xfrm>
            <a:custGeom>
              <a:avLst/>
              <a:gdLst>
                <a:gd name="connsiteX0" fmla="*/ 0 w 11475"/>
                <a:gd name="connsiteY0" fmla="*/ 6557 h 6557"/>
                <a:gd name="connsiteX1" fmla="*/ 4918 w 11475"/>
                <a:gd name="connsiteY1" fmla="*/ 3279 h 6557"/>
                <a:gd name="connsiteX2" fmla="*/ 4918 w 11475"/>
                <a:gd name="connsiteY2" fmla="*/ 3279 h 6557"/>
                <a:gd name="connsiteX3" fmla="*/ 8197 w 11475"/>
                <a:gd name="connsiteY3" fmla="*/ 1639 h 6557"/>
                <a:gd name="connsiteX4" fmla="*/ 11475 w 11475"/>
                <a:gd name="connsiteY4" fmla="*/ 0 h 6557"/>
                <a:gd name="connsiteX5" fmla="*/ 8197 w 11475"/>
                <a:gd name="connsiteY5" fmla="*/ 3279 h 6557"/>
                <a:gd name="connsiteX6" fmla="*/ 4918 w 11475"/>
                <a:gd name="connsiteY6" fmla="*/ 4918 h 6557"/>
                <a:gd name="connsiteX7" fmla="*/ 1639 w 11475"/>
                <a:gd name="connsiteY7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6557">
                  <a:moveTo>
                    <a:pt x="0" y="6557"/>
                  </a:moveTo>
                  <a:lnTo>
                    <a:pt x="4918" y="3279"/>
                  </a:lnTo>
                  <a:lnTo>
                    <a:pt x="4918" y="3279"/>
                  </a:lnTo>
                  <a:lnTo>
                    <a:pt x="8197" y="1639"/>
                  </a:lnTo>
                  <a:lnTo>
                    <a:pt x="11475" y="0"/>
                  </a:lnTo>
                  <a:lnTo>
                    <a:pt x="8197" y="3279"/>
                  </a:lnTo>
                  <a:lnTo>
                    <a:pt x="4918" y="4918"/>
                  </a:lnTo>
                  <a:lnTo>
                    <a:pt x="163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0" name="Freeform 3009">
              <a:extLst>
                <a:ext uri="{FF2B5EF4-FFF2-40B4-BE49-F238E27FC236}">
                  <a16:creationId xmlns:a16="http://schemas.microsoft.com/office/drawing/2014/main" id="{F2F08C59-52A9-6349-9D76-17EF5A6BC56C}"/>
                </a:ext>
              </a:extLst>
            </p:cNvPr>
            <p:cNvSpPr/>
            <p:nvPr/>
          </p:nvSpPr>
          <p:spPr>
            <a:xfrm>
              <a:off x="874712" y="1501794"/>
              <a:ext cx="11475" cy="4918"/>
            </a:xfrm>
            <a:custGeom>
              <a:avLst/>
              <a:gdLst>
                <a:gd name="connsiteX0" fmla="*/ 8197 w 11475"/>
                <a:gd name="connsiteY0" fmla="*/ 3279 h 4918"/>
                <a:gd name="connsiteX1" fmla="*/ 4918 w 11475"/>
                <a:gd name="connsiteY1" fmla="*/ 4918 h 4918"/>
                <a:gd name="connsiteX2" fmla="*/ 0 w 11475"/>
                <a:gd name="connsiteY2" fmla="*/ 4918 h 4918"/>
                <a:gd name="connsiteX3" fmla="*/ 4918 w 11475"/>
                <a:gd name="connsiteY3" fmla="*/ 4918 h 4918"/>
                <a:gd name="connsiteX4" fmla="*/ 8197 w 11475"/>
                <a:gd name="connsiteY4" fmla="*/ 1639 h 4918"/>
                <a:gd name="connsiteX5" fmla="*/ 11475 w 11475"/>
                <a:gd name="connsiteY5" fmla="*/ 0 h 4918"/>
                <a:gd name="connsiteX6" fmla="*/ 11475 w 11475"/>
                <a:gd name="connsiteY6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4918">
                  <a:moveTo>
                    <a:pt x="8197" y="3279"/>
                  </a:moveTo>
                  <a:lnTo>
                    <a:pt x="4918" y="4918"/>
                  </a:lnTo>
                  <a:lnTo>
                    <a:pt x="0" y="4918"/>
                  </a:lnTo>
                  <a:lnTo>
                    <a:pt x="4918" y="4918"/>
                  </a:lnTo>
                  <a:lnTo>
                    <a:pt x="8197" y="1639"/>
                  </a:lnTo>
                  <a:lnTo>
                    <a:pt x="11475" y="0"/>
                  </a:lnTo>
                  <a:lnTo>
                    <a:pt x="11475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1" name="Freeform 3010">
              <a:extLst>
                <a:ext uri="{FF2B5EF4-FFF2-40B4-BE49-F238E27FC236}">
                  <a16:creationId xmlns:a16="http://schemas.microsoft.com/office/drawing/2014/main" id="{71E9FC3B-6F15-4845-9591-CE87E7C17007}"/>
                </a:ext>
              </a:extLst>
            </p:cNvPr>
            <p:cNvSpPr/>
            <p:nvPr/>
          </p:nvSpPr>
          <p:spPr>
            <a:xfrm>
              <a:off x="973072" y="1950972"/>
              <a:ext cx="2122941" cy="1062290"/>
            </a:xfrm>
            <a:custGeom>
              <a:avLst/>
              <a:gdLst>
                <a:gd name="connsiteX0" fmla="*/ 8197 w 2122941"/>
                <a:gd name="connsiteY0" fmla="*/ 481965 h 1062290"/>
                <a:gd name="connsiteX1" fmla="*/ 9836 w 2122941"/>
                <a:gd name="connsiteY1" fmla="*/ 477047 h 1062290"/>
                <a:gd name="connsiteX2" fmla="*/ 8197 w 2122941"/>
                <a:gd name="connsiteY2" fmla="*/ 473768 h 1062290"/>
                <a:gd name="connsiteX3" fmla="*/ 4918 w 2122941"/>
                <a:gd name="connsiteY3" fmla="*/ 470490 h 1062290"/>
                <a:gd name="connsiteX4" fmla="*/ 3279 w 2122941"/>
                <a:gd name="connsiteY4" fmla="*/ 465572 h 1062290"/>
                <a:gd name="connsiteX5" fmla="*/ 3279 w 2122941"/>
                <a:gd name="connsiteY5" fmla="*/ 462293 h 1062290"/>
                <a:gd name="connsiteX6" fmla="*/ 1639 w 2122941"/>
                <a:gd name="connsiteY6" fmla="*/ 459014 h 1062290"/>
                <a:gd name="connsiteX7" fmla="*/ 0 w 2122941"/>
                <a:gd name="connsiteY7" fmla="*/ 455736 h 1062290"/>
                <a:gd name="connsiteX8" fmla="*/ 1639 w 2122941"/>
                <a:gd name="connsiteY8" fmla="*/ 450818 h 1062290"/>
                <a:gd name="connsiteX9" fmla="*/ 3279 w 2122941"/>
                <a:gd name="connsiteY9" fmla="*/ 447539 h 1062290"/>
                <a:gd name="connsiteX10" fmla="*/ 4918 w 2122941"/>
                <a:gd name="connsiteY10" fmla="*/ 444260 h 1062290"/>
                <a:gd name="connsiteX11" fmla="*/ 4918 w 2122941"/>
                <a:gd name="connsiteY11" fmla="*/ 439342 h 1062290"/>
                <a:gd name="connsiteX12" fmla="*/ 4918 w 2122941"/>
                <a:gd name="connsiteY12" fmla="*/ 436064 h 1062290"/>
                <a:gd name="connsiteX13" fmla="*/ 6557 w 2122941"/>
                <a:gd name="connsiteY13" fmla="*/ 432785 h 1062290"/>
                <a:gd name="connsiteX14" fmla="*/ 9836 w 2122941"/>
                <a:gd name="connsiteY14" fmla="*/ 427867 h 1062290"/>
                <a:gd name="connsiteX15" fmla="*/ 11475 w 2122941"/>
                <a:gd name="connsiteY15" fmla="*/ 424588 h 1062290"/>
                <a:gd name="connsiteX16" fmla="*/ 14754 w 2122941"/>
                <a:gd name="connsiteY16" fmla="*/ 421309 h 1062290"/>
                <a:gd name="connsiteX17" fmla="*/ 14754 w 2122941"/>
                <a:gd name="connsiteY17" fmla="*/ 418031 h 1062290"/>
                <a:gd name="connsiteX18" fmla="*/ 14754 w 2122941"/>
                <a:gd name="connsiteY18" fmla="*/ 413113 h 1062290"/>
                <a:gd name="connsiteX19" fmla="*/ 14754 w 2122941"/>
                <a:gd name="connsiteY19" fmla="*/ 411474 h 1062290"/>
                <a:gd name="connsiteX20" fmla="*/ 14754 w 2122941"/>
                <a:gd name="connsiteY20" fmla="*/ 408195 h 1062290"/>
                <a:gd name="connsiteX21" fmla="*/ 14754 w 2122941"/>
                <a:gd name="connsiteY21" fmla="*/ 406556 h 1062290"/>
                <a:gd name="connsiteX22" fmla="*/ 13115 w 2122941"/>
                <a:gd name="connsiteY22" fmla="*/ 403277 h 1062290"/>
                <a:gd name="connsiteX23" fmla="*/ 11475 w 2122941"/>
                <a:gd name="connsiteY23" fmla="*/ 399998 h 1062290"/>
                <a:gd name="connsiteX24" fmla="*/ 8197 w 2122941"/>
                <a:gd name="connsiteY24" fmla="*/ 395080 h 1062290"/>
                <a:gd name="connsiteX25" fmla="*/ 9836 w 2122941"/>
                <a:gd name="connsiteY25" fmla="*/ 391801 h 1062290"/>
                <a:gd name="connsiteX26" fmla="*/ 11475 w 2122941"/>
                <a:gd name="connsiteY26" fmla="*/ 388523 h 1062290"/>
                <a:gd name="connsiteX27" fmla="*/ 13115 w 2122941"/>
                <a:gd name="connsiteY27" fmla="*/ 383605 h 1062290"/>
                <a:gd name="connsiteX28" fmla="*/ 16393 w 2122941"/>
                <a:gd name="connsiteY28" fmla="*/ 380326 h 1062290"/>
                <a:gd name="connsiteX29" fmla="*/ 18033 w 2122941"/>
                <a:gd name="connsiteY29" fmla="*/ 378687 h 1062290"/>
                <a:gd name="connsiteX30" fmla="*/ 21311 w 2122941"/>
                <a:gd name="connsiteY30" fmla="*/ 375408 h 1062290"/>
                <a:gd name="connsiteX31" fmla="*/ 26229 w 2122941"/>
                <a:gd name="connsiteY31" fmla="*/ 372129 h 1062290"/>
                <a:gd name="connsiteX32" fmla="*/ 29508 w 2122941"/>
                <a:gd name="connsiteY32" fmla="*/ 370490 h 1062290"/>
                <a:gd name="connsiteX33" fmla="*/ 26229 w 2122941"/>
                <a:gd name="connsiteY33" fmla="*/ 372129 h 1062290"/>
                <a:gd name="connsiteX34" fmla="*/ 29508 w 2122941"/>
                <a:gd name="connsiteY34" fmla="*/ 368851 h 1062290"/>
                <a:gd name="connsiteX35" fmla="*/ 32787 w 2122941"/>
                <a:gd name="connsiteY35" fmla="*/ 363933 h 1062290"/>
                <a:gd name="connsiteX36" fmla="*/ 36065 w 2122941"/>
                <a:gd name="connsiteY36" fmla="*/ 360654 h 1062290"/>
                <a:gd name="connsiteX37" fmla="*/ 36065 w 2122941"/>
                <a:gd name="connsiteY37" fmla="*/ 357375 h 1062290"/>
                <a:gd name="connsiteX38" fmla="*/ 39344 w 2122941"/>
                <a:gd name="connsiteY38" fmla="*/ 354097 h 1062290"/>
                <a:gd name="connsiteX39" fmla="*/ 42623 w 2122941"/>
                <a:gd name="connsiteY39" fmla="*/ 349179 h 1062290"/>
                <a:gd name="connsiteX40" fmla="*/ 45901 w 2122941"/>
                <a:gd name="connsiteY40" fmla="*/ 345900 h 1062290"/>
                <a:gd name="connsiteX41" fmla="*/ 47541 w 2122941"/>
                <a:gd name="connsiteY41" fmla="*/ 342621 h 1062290"/>
                <a:gd name="connsiteX42" fmla="*/ 49180 w 2122941"/>
                <a:gd name="connsiteY42" fmla="*/ 339343 h 1062290"/>
                <a:gd name="connsiteX43" fmla="*/ 49180 w 2122941"/>
                <a:gd name="connsiteY43" fmla="*/ 336064 h 1062290"/>
                <a:gd name="connsiteX44" fmla="*/ 50819 w 2122941"/>
                <a:gd name="connsiteY44" fmla="*/ 331146 h 1062290"/>
                <a:gd name="connsiteX45" fmla="*/ 49180 w 2122941"/>
                <a:gd name="connsiteY45" fmla="*/ 327867 h 1062290"/>
                <a:gd name="connsiteX46" fmla="*/ 54098 w 2122941"/>
                <a:gd name="connsiteY46" fmla="*/ 324589 h 1062290"/>
                <a:gd name="connsiteX47" fmla="*/ 55737 w 2122941"/>
                <a:gd name="connsiteY47" fmla="*/ 319671 h 1062290"/>
                <a:gd name="connsiteX48" fmla="*/ 55737 w 2122941"/>
                <a:gd name="connsiteY48" fmla="*/ 319671 h 1062290"/>
                <a:gd name="connsiteX49" fmla="*/ 55737 w 2122941"/>
                <a:gd name="connsiteY49" fmla="*/ 314753 h 1062290"/>
                <a:gd name="connsiteX50" fmla="*/ 55737 w 2122941"/>
                <a:gd name="connsiteY50" fmla="*/ 311474 h 1062290"/>
                <a:gd name="connsiteX51" fmla="*/ 55737 w 2122941"/>
                <a:gd name="connsiteY51" fmla="*/ 308195 h 1062290"/>
                <a:gd name="connsiteX52" fmla="*/ 57377 w 2122941"/>
                <a:gd name="connsiteY52" fmla="*/ 304917 h 1062290"/>
                <a:gd name="connsiteX53" fmla="*/ 59016 w 2122941"/>
                <a:gd name="connsiteY53" fmla="*/ 301638 h 1062290"/>
                <a:gd name="connsiteX54" fmla="*/ 62295 w 2122941"/>
                <a:gd name="connsiteY54" fmla="*/ 296720 h 1062290"/>
                <a:gd name="connsiteX55" fmla="*/ 65573 w 2122941"/>
                <a:gd name="connsiteY55" fmla="*/ 293441 h 1062290"/>
                <a:gd name="connsiteX56" fmla="*/ 65573 w 2122941"/>
                <a:gd name="connsiteY56" fmla="*/ 288523 h 1062290"/>
                <a:gd name="connsiteX57" fmla="*/ 65573 w 2122941"/>
                <a:gd name="connsiteY57" fmla="*/ 285244 h 1062290"/>
                <a:gd name="connsiteX58" fmla="*/ 67213 w 2122941"/>
                <a:gd name="connsiteY58" fmla="*/ 281966 h 1062290"/>
                <a:gd name="connsiteX59" fmla="*/ 70492 w 2122941"/>
                <a:gd name="connsiteY59" fmla="*/ 278687 h 1062290"/>
                <a:gd name="connsiteX60" fmla="*/ 75409 w 2122941"/>
                <a:gd name="connsiteY60" fmla="*/ 275409 h 1062290"/>
                <a:gd name="connsiteX61" fmla="*/ 78688 w 2122941"/>
                <a:gd name="connsiteY61" fmla="*/ 270491 h 1062290"/>
                <a:gd name="connsiteX62" fmla="*/ 81967 w 2122941"/>
                <a:gd name="connsiteY62" fmla="*/ 267212 h 1062290"/>
                <a:gd name="connsiteX63" fmla="*/ 83606 w 2122941"/>
                <a:gd name="connsiteY63" fmla="*/ 262294 h 1062290"/>
                <a:gd name="connsiteX64" fmla="*/ 88524 w 2122941"/>
                <a:gd name="connsiteY64" fmla="*/ 260654 h 1062290"/>
                <a:gd name="connsiteX65" fmla="*/ 86885 w 2122941"/>
                <a:gd name="connsiteY65" fmla="*/ 262294 h 1062290"/>
                <a:gd name="connsiteX66" fmla="*/ 90164 w 2122941"/>
                <a:gd name="connsiteY66" fmla="*/ 259015 h 1062290"/>
                <a:gd name="connsiteX67" fmla="*/ 93442 w 2122941"/>
                <a:gd name="connsiteY67" fmla="*/ 259015 h 1062290"/>
                <a:gd name="connsiteX68" fmla="*/ 95082 w 2122941"/>
                <a:gd name="connsiteY68" fmla="*/ 255737 h 1062290"/>
                <a:gd name="connsiteX69" fmla="*/ 91803 w 2122941"/>
                <a:gd name="connsiteY69" fmla="*/ 257376 h 1062290"/>
                <a:gd name="connsiteX70" fmla="*/ 93442 w 2122941"/>
                <a:gd name="connsiteY70" fmla="*/ 254097 h 1062290"/>
                <a:gd name="connsiteX71" fmla="*/ 98360 w 2122941"/>
                <a:gd name="connsiteY71" fmla="*/ 250819 h 1062290"/>
                <a:gd name="connsiteX72" fmla="*/ 101639 w 2122941"/>
                <a:gd name="connsiteY72" fmla="*/ 245901 h 1062290"/>
                <a:gd name="connsiteX73" fmla="*/ 103278 w 2122941"/>
                <a:gd name="connsiteY73" fmla="*/ 244261 h 1062290"/>
                <a:gd name="connsiteX74" fmla="*/ 106557 w 2122941"/>
                <a:gd name="connsiteY74" fmla="*/ 244261 h 1062290"/>
                <a:gd name="connsiteX75" fmla="*/ 104918 w 2122941"/>
                <a:gd name="connsiteY75" fmla="*/ 244261 h 1062290"/>
                <a:gd name="connsiteX76" fmla="*/ 103278 w 2122941"/>
                <a:gd name="connsiteY76" fmla="*/ 244261 h 1062290"/>
                <a:gd name="connsiteX77" fmla="*/ 104918 w 2122941"/>
                <a:gd name="connsiteY77" fmla="*/ 240982 h 1062290"/>
                <a:gd name="connsiteX78" fmla="*/ 108196 w 2122941"/>
                <a:gd name="connsiteY78" fmla="*/ 237704 h 1062290"/>
                <a:gd name="connsiteX79" fmla="*/ 111475 w 2122941"/>
                <a:gd name="connsiteY79" fmla="*/ 234425 h 1062290"/>
                <a:gd name="connsiteX80" fmla="*/ 113114 w 2122941"/>
                <a:gd name="connsiteY80" fmla="*/ 229507 h 1062290"/>
                <a:gd name="connsiteX81" fmla="*/ 116393 w 2122941"/>
                <a:gd name="connsiteY81" fmla="*/ 226229 h 1062290"/>
                <a:gd name="connsiteX82" fmla="*/ 119672 w 2122941"/>
                <a:gd name="connsiteY82" fmla="*/ 222950 h 1062290"/>
                <a:gd name="connsiteX83" fmla="*/ 121311 w 2122941"/>
                <a:gd name="connsiteY83" fmla="*/ 218032 h 1062290"/>
                <a:gd name="connsiteX84" fmla="*/ 126229 w 2122941"/>
                <a:gd name="connsiteY84" fmla="*/ 214753 h 1062290"/>
                <a:gd name="connsiteX85" fmla="*/ 127868 w 2122941"/>
                <a:gd name="connsiteY85" fmla="*/ 209835 h 1062290"/>
                <a:gd name="connsiteX86" fmla="*/ 131147 w 2122941"/>
                <a:gd name="connsiteY86" fmla="*/ 206557 h 1062290"/>
                <a:gd name="connsiteX87" fmla="*/ 134426 w 2122941"/>
                <a:gd name="connsiteY87" fmla="*/ 204917 h 1062290"/>
                <a:gd name="connsiteX88" fmla="*/ 134426 w 2122941"/>
                <a:gd name="connsiteY88" fmla="*/ 201638 h 1062290"/>
                <a:gd name="connsiteX89" fmla="*/ 137704 w 2122941"/>
                <a:gd name="connsiteY89" fmla="*/ 196720 h 1062290"/>
                <a:gd name="connsiteX90" fmla="*/ 140983 w 2122941"/>
                <a:gd name="connsiteY90" fmla="*/ 193442 h 1062290"/>
                <a:gd name="connsiteX91" fmla="*/ 144262 w 2122941"/>
                <a:gd name="connsiteY91" fmla="*/ 190163 h 1062290"/>
                <a:gd name="connsiteX92" fmla="*/ 145901 w 2122941"/>
                <a:gd name="connsiteY92" fmla="*/ 185245 h 1062290"/>
                <a:gd name="connsiteX93" fmla="*/ 150819 w 2122941"/>
                <a:gd name="connsiteY93" fmla="*/ 181966 h 1062290"/>
                <a:gd name="connsiteX94" fmla="*/ 152458 w 2122941"/>
                <a:gd name="connsiteY94" fmla="*/ 178688 h 1062290"/>
                <a:gd name="connsiteX95" fmla="*/ 155737 w 2122941"/>
                <a:gd name="connsiteY95" fmla="*/ 173770 h 1062290"/>
                <a:gd name="connsiteX96" fmla="*/ 157376 w 2122941"/>
                <a:gd name="connsiteY96" fmla="*/ 170491 h 1062290"/>
                <a:gd name="connsiteX97" fmla="*/ 160655 w 2122941"/>
                <a:gd name="connsiteY97" fmla="*/ 167212 h 1062290"/>
                <a:gd name="connsiteX98" fmla="*/ 163934 w 2122941"/>
                <a:gd name="connsiteY98" fmla="*/ 167212 h 1062290"/>
                <a:gd name="connsiteX99" fmla="*/ 163934 w 2122941"/>
                <a:gd name="connsiteY99" fmla="*/ 162294 h 1062290"/>
                <a:gd name="connsiteX100" fmla="*/ 167212 w 2122941"/>
                <a:gd name="connsiteY100" fmla="*/ 159016 h 1062290"/>
                <a:gd name="connsiteX101" fmla="*/ 167212 w 2122941"/>
                <a:gd name="connsiteY101" fmla="*/ 155737 h 1062290"/>
                <a:gd name="connsiteX102" fmla="*/ 170491 w 2122941"/>
                <a:gd name="connsiteY102" fmla="*/ 150819 h 1062290"/>
                <a:gd name="connsiteX103" fmla="*/ 172130 w 2122941"/>
                <a:gd name="connsiteY103" fmla="*/ 147540 h 1062290"/>
                <a:gd name="connsiteX104" fmla="*/ 175409 w 2122941"/>
                <a:gd name="connsiteY104" fmla="*/ 145901 h 1062290"/>
                <a:gd name="connsiteX105" fmla="*/ 178688 w 2122941"/>
                <a:gd name="connsiteY105" fmla="*/ 140983 h 1062290"/>
                <a:gd name="connsiteX106" fmla="*/ 178688 w 2122941"/>
                <a:gd name="connsiteY106" fmla="*/ 137704 h 1062290"/>
                <a:gd name="connsiteX107" fmla="*/ 183606 w 2122941"/>
                <a:gd name="connsiteY107" fmla="*/ 137704 h 1062290"/>
                <a:gd name="connsiteX108" fmla="*/ 186884 w 2122941"/>
                <a:gd name="connsiteY108" fmla="*/ 136065 h 1062290"/>
                <a:gd name="connsiteX109" fmla="*/ 190163 w 2122941"/>
                <a:gd name="connsiteY109" fmla="*/ 136065 h 1062290"/>
                <a:gd name="connsiteX110" fmla="*/ 195081 w 2122941"/>
                <a:gd name="connsiteY110" fmla="*/ 136065 h 1062290"/>
                <a:gd name="connsiteX111" fmla="*/ 198360 w 2122941"/>
                <a:gd name="connsiteY111" fmla="*/ 137704 h 1062290"/>
                <a:gd name="connsiteX112" fmla="*/ 201638 w 2122941"/>
                <a:gd name="connsiteY112" fmla="*/ 139344 h 1062290"/>
                <a:gd name="connsiteX113" fmla="*/ 206556 w 2122941"/>
                <a:gd name="connsiteY113" fmla="*/ 137704 h 1062290"/>
                <a:gd name="connsiteX114" fmla="*/ 203278 w 2122941"/>
                <a:gd name="connsiteY114" fmla="*/ 137704 h 1062290"/>
                <a:gd name="connsiteX115" fmla="*/ 199999 w 2122941"/>
                <a:gd name="connsiteY115" fmla="*/ 134426 h 1062290"/>
                <a:gd name="connsiteX116" fmla="*/ 196720 w 2122941"/>
                <a:gd name="connsiteY116" fmla="*/ 132786 h 1062290"/>
                <a:gd name="connsiteX117" fmla="*/ 193442 w 2122941"/>
                <a:gd name="connsiteY117" fmla="*/ 132786 h 1062290"/>
                <a:gd name="connsiteX118" fmla="*/ 188524 w 2122941"/>
                <a:gd name="connsiteY118" fmla="*/ 132786 h 1062290"/>
                <a:gd name="connsiteX119" fmla="*/ 185245 w 2122941"/>
                <a:gd name="connsiteY119" fmla="*/ 134426 h 1062290"/>
                <a:gd name="connsiteX120" fmla="*/ 181966 w 2122941"/>
                <a:gd name="connsiteY120" fmla="*/ 131147 h 1062290"/>
                <a:gd name="connsiteX121" fmla="*/ 183606 w 2122941"/>
                <a:gd name="connsiteY121" fmla="*/ 127868 h 1062290"/>
                <a:gd name="connsiteX122" fmla="*/ 185245 w 2122941"/>
                <a:gd name="connsiteY122" fmla="*/ 124590 h 1062290"/>
                <a:gd name="connsiteX123" fmla="*/ 188524 w 2122941"/>
                <a:gd name="connsiteY123" fmla="*/ 119672 h 1062290"/>
                <a:gd name="connsiteX124" fmla="*/ 186884 w 2122941"/>
                <a:gd name="connsiteY124" fmla="*/ 124590 h 1062290"/>
                <a:gd name="connsiteX125" fmla="*/ 185245 w 2122941"/>
                <a:gd name="connsiteY125" fmla="*/ 127868 h 1062290"/>
                <a:gd name="connsiteX126" fmla="*/ 188524 w 2122941"/>
                <a:gd name="connsiteY126" fmla="*/ 126229 h 1062290"/>
                <a:gd name="connsiteX127" fmla="*/ 190163 w 2122941"/>
                <a:gd name="connsiteY127" fmla="*/ 122950 h 1062290"/>
                <a:gd name="connsiteX128" fmla="*/ 193442 w 2122941"/>
                <a:gd name="connsiteY128" fmla="*/ 118032 h 1062290"/>
                <a:gd name="connsiteX129" fmla="*/ 196720 w 2122941"/>
                <a:gd name="connsiteY129" fmla="*/ 114754 h 1062290"/>
                <a:gd name="connsiteX130" fmla="*/ 199999 w 2122941"/>
                <a:gd name="connsiteY130" fmla="*/ 116393 h 1062290"/>
                <a:gd name="connsiteX131" fmla="*/ 196720 w 2122941"/>
                <a:gd name="connsiteY131" fmla="*/ 113114 h 1062290"/>
                <a:gd name="connsiteX132" fmla="*/ 193442 w 2122941"/>
                <a:gd name="connsiteY132" fmla="*/ 113114 h 1062290"/>
                <a:gd name="connsiteX133" fmla="*/ 191802 w 2122941"/>
                <a:gd name="connsiteY133" fmla="*/ 113114 h 1062290"/>
                <a:gd name="connsiteX134" fmla="*/ 193442 w 2122941"/>
                <a:gd name="connsiteY134" fmla="*/ 109836 h 1062290"/>
                <a:gd name="connsiteX135" fmla="*/ 195081 w 2122941"/>
                <a:gd name="connsiteY135" fmla="*/ 106557 h 1062290"/>
                <a:gd name="connsiteX136" fmla="*/ 198360 w 2122941"/>
                <a:gd name="connsiteY136" fmla="*/ 106557 h 1062290"/>
                <a:gd name="connsiteX137" fmla="*/ 201638 w 2122941"/>
                <a:gd name="connsiteY137" fmla="*/ 104917 h 1062290"/>
                <a:gd name="connsiteX138" fmla="*/ 206556 w 2122941"/>
                <a:gd name="connsiteY138" fmla="*/ 103278 h 1062290"/>
                <a:gd name="connsiteX139" fmla="*/ 206556 w 2122941"/>
                <a:gd name="connsiteY139" fmla="*/ 103278 h 1062290"/>
                <a:gd name="connsiteX140" fmla="*/ 203278 w 2122941"/>
                <a:gd name="connsiteY140" fmla="*/ 103278 h 1062290"/>
                <a:gd name="connsiteX141" fmla="*/ 199999 w 2122941"/>
                <a:gd name="connsiteY141" fmla="*/ 100000 h 1062290"/>
                <a:gd name="connsiteX142" fmla="*/ 196720 w 2122941"/>
                <a:gd name="connsiteY142" fmla="*/ 103278 h 1062290"/>
                <a:gd name="connsiteX143" fmla="*/ 198360 w 2122941"/>
                <a:gd name="connsiteY143" fmla="*/ 100000 h 1062290"/>
                <a:gd name="connsiteX144" fmla="*/ 199999 w 2122941"/>
                <a:gd name="connsiteY144" fmla="*/ 95082 h 1062290"/>
                <a:gd name="connsiteX145" fmla="*/ 201638 w 2122941"/>
                <a:gd name="connsiteY145" fmla="*/ 91803 h 1062290"/>
                <a:gd name="connsiteX146" fmla="*/ 201638 w 2122941"/>
                <a:gd name="connsiteY146" fmla="*/ 88524 h 1062290"/>
                <a:gd name="connsiteX147" fmla="*/ 203278 w 2122941"/>
                <a:gd name="connsiteY147" fmla="*/ 86885 h 1062290"/>
                <a:gd name="connsiteX148" fmla="*/ 203278 w 2122941"/>
                <a:gd name="connsiteY148" fmla="*/ 81967 h 1062290"/>
                <a:gd name="connsiteX149" fmla="*/ 206556 w 2122941"/>
                <a:gd name="connsiteY149" fmla="*/ 78688 h 1062290"/>
                <a:gd name="connsiteX150" fmla="*/ 208196 w 2122941"/>
                <a:gd name="connsiteY150" fmla="*/ 75410 h 1062290"/>
                <a:gd name="connsiteX151" fmla="*/ 209835 w 2122941"/>
                <a:gd name="connsiteY151" fmla="*/ 72131 h 1062290"/>
                <a:gd name="connsiteX152" fmla="*/ 209835 w 2122941"/>
                <a:gd name="connsiteY152" fmla="*/ 68852 h 1062290"/>
                <a:gd name="connsiteX153" fmla="*/ 208196 w 2122941"/>
                <a:gd name="connsiteY153" fmla="*/ 63934 h 1062290"/>
                <a:gd name="connsiteX154" fmla="*/ 208196 w 2122941"/>
                <a:gd name="connsiteY154" fmla="*/ 60655 h 1062290"/>
                <a:gd name="connsiteX155" fmla="*/ 209835 w 2122941"/>
                <a:gd name="connsiteY155" fmla="*/ 55737 h 1062290"/>
                <a:gd name="connsiteX156" fmla="*/ 211474 w 2122941"/>
                <a:gd name="connsiteY156" fmla="*/ 52459 h 1062290"/>
                <a:gd name="connsiteX157" fmla="*/ 214753 w 2122941"/>
                <a:gd name="connsiteY157" fmla="*/ 49180 h 1062290"/>
                <a:gd name="connsiteX158" fmla="*/ 218032 w 2122941"/>
                <a:gd name="connsiteY158" fmla="*/ 44262 h 1062290"/>
                <a:gd name="connsiteX159" fmla="*/ 218032 w 2122941"/>
                <a:gd name="connsiteY159" fmla="*/ 42623 h 1062290"/>
                <a:gd name="connsiteX160" fmla="*/ 222950 w 2122941"/>
                <a:gd name="connsiteY160" fmla="*/ 42623 h 1062290"/>
                <a:gd name="connsiteX161" fmla="*/ 226229 w 2122941"/>
                <a:gd name="connsiteY161" fmla="*/ 45901 h 1062290"/>
                <a:gd name="connsiteX162" fmla="*/ 229507 w 2122941"/>
                <a:gd name="connsiteY162" fmla="*/ 47541 h 1062290"/>
                <a:gd name="connsiteX163" fmla="*/ 232786 w 2122941"/>
                <a:gd name="connsiteY163" fmla="*/ 49180 h 1062290"/>
                <a:gd name="connsiteX164" fmla="*/ 237704 w 2122941"/>
                <a:gd name="connsiteY164" fmla="*/ 50820 h 1062290"/>
                <a:gd name="connsiteX165" fmla="*/ 240982 w 2122941"/>
                <a:gd name="connsiteY165" fmla="*/ 52459 h 1062290"/>
                <a:gd name="connsiteX166" fmla="*/ 244261 w 2122941"/>
                <a:gd name="connsiteY166" fmla="*/ 52459 h 1062290"/>
                <a:gd name="connsiteX167" fmla="*/ 249179 w 2122941"/>
                <a:gd name="connsiteY167" fmla="*/ 52459 h 1062290"/>
                <a:gd name="connsiteX168" fmla="*/ 252458 w 2122941"/>
                <a:gd name="connsiteY168" fmla="*/ 52459 h 1062290"/>
                <a:gd name="connsiteX169" fmla="*/ 255737 w 2122941"/>
                <a:gd name="connsiteY169" fmla="*/ 54098 h 1062290"/>
                <a:gd name="connsiteX170" fmla="*/ 259015 w 2122941"/>
                <a:gd name="connsiteY170" fmla="*/ 54098 h 1062290"/>
                <a:gd name="connsiteX171" fmla="*/ 263933 w 2122941"/>
                <a:gd name="connsiteY171" fmla="*/ 52459 h 1062290"/>
                <a:gd name="connsiteX172" fmla="*/ 265573 w 2122941"/>
                <a:gd name="connsiteY172" fmla="*/ 55737 h 1062290"/>
                <a:gd name="connsiteX173" fmla="*/ 268851 w 2122941"/>
                <a:gd name="connsiteY173" fmla="*/ 54098 h 1062290"/>
                <a:gd name="connsiteX174" fmla="*/ 270491 w 2122941"/>
                <a:gd name="connsiteY174" fmla="*/ 57377 h 1062290"/>
                <a:gd name="connsiteX175" fmla="*/ 272130 w 2122941"/>
                <a:gd name="connsiteY175" fmla="*/ 54098 h 1062290"/>
                <a:gd name="connsiteX176" fmla="*/ 277048 w 2122941"/>
                <a:gd name="connsiteY176" fmla="*/ 52459 h 1062290"/>
                <a:gd name="connsiteX177" fmla="*/ 275409 w 2122941"/>
                <a:gd name="connsiteY177" fmla="*/ 55737 h 1062290"/>
                <a:gd name="connsiteX178" fmla="*/ 275409 w 2122941"/>
                <a:gd name="connsiteY178" fmla="*/ 60655 h 1062290"/>
                <a:gd name="connsiteX179" fmla="*/ 273769 w 2122941"/>
                <a:gd name="connsiteY179" fmla="*/ 63934 h 1062290"/>
                <a:gd name="connsiteX180" fmla="*/ 270491 w 2122941"/>
                <a:gd name="connsiteY180" fmla="*/ 65573 h 1062290"/>
                <a:gd name="connsiteX181" fmla="*/ 267212 w 2122941"/>
                <a:gd name="connsiteY181" fmla="*/ 68852 h 1062290"/>
                <a:gd name="connsiteX182" fmla="*/ 262294 w 2122941"/>
                <a:gd name="connsiteY182" fmla="*/ 72131 h 1062290"/>
                <a:gd name="connsiteX183" fmla="*/ 265573 w 2122941"/>
                <a:gd name="connsiteY183" fmla="*/ 68852 h 1062290"/>
                <a:gd name="connsiteX184" fmla="*/ 262294 w 2122941"/>
                <a:gd name="connsiteY184" fmla="*/ 70492 h 1062290"/>
                <a:gd name="connsiteX185" fmla="*/ 259015 w 2122941"/>
                <a:gd name="connsiteY185" fmla="*/ 73770 h 1062290"/>
                <a:gd name="connsiteX186" fmla="*/ 254097 w 2122941"/>
                <a:gd name="connsiteY186" fmla="*/ 75410 h 1062290"/>
                <a:gd name="connsiteX187" fmla="*/ 250819 w 2122941"/>
                <a:gd name="connsiteY187" fmla="*/ 78688 h 1062290"/>
                <a:gd name="connsiteX188" fmla="*/ 247540 w 2122941"/>
                <a:gd name="connsiteY188" fmla="*/ 81967 h 1062290"/>
                <a:gd name="connsiteX189" fmla="*/ 242622 w 2122941"/>
                <a:gd name="connsiteY189" fmla="*/ 83606 h 1062290"/>
                <a:gd name="connsiteX190" fmla="*/ 247540 w 2122941"/>
                <a:gd name="connsiteY190" fmla="*/ 85245 h 1062290"/>
                <a:gd name="connsiteX191" fmla="*/ 250819 w 2122941"/>
                <a:gd name="connsiteY191" fmla="*/ 85245 h 1062290"/>
                <a:gd name="connsiteX192" fmla="*/ 254097 w 2122941"/>
                <a:gd name="connsiteY192" fmla="*/ 81967 h 1062290"/>
                <a:gd name="connsiteX193" fmla="*/ 250819 w 2122941"/>
                <a:gd name="connsiteY193" fmla="*/ 83606 h 1062290"/>
                <a:gd name="connsiteX194" fmla="*/ 247540 w 2122941"/>
                <a:gd name="connsiteY194" fmla="*/ 85245 h 1062290"/>
                <a:gd name="connsiteX195" fmla="*/ 247540 w 2122941"/>
                <a:gd name="connsiteY195" fmla="*/ 81967 h 1062290"/>
                <a:gd name="connsiteX196" fmla="*/ 250819 w 2122941"/>
                <a:gd name="connsiteY196" fmla="*/ 78688 h 1062290"/>
                <a:gd name="connsiteX197" fmla="*/ 254097 w 2122941"/>
                <a:gd name="connsiteY197" fmla="*/ 77049 h 1062290"/>
                <a:gd name="connsiteX198" fmla="*/ 257376 w 2122941"/>
                <a:gd name="connsiteY198" fmla="*/ 75410 h 1062290"/>
                <a:gd name="connsiteX199" fmla="*/ 262294 w 2122941"/>
                <a:gd name="connsiteY199" fmla="*/ 73770 h 1062290"/>
                <a:gd name="connsiteX200" fmla="*/ 265573 w 2122941"/>
                <a:gd name="connsiteY200" fmla="*/ 70492 h 1062290"/>
                <a:gd name="connsiteX201" fmla="*/ 268851 w 2122941"/>
                <a:gd name="connsiteY201" fmla="*/ 68852 h 1062290"/>
                <a:gd name="connsiteX202" fmla="*/ 272130 w 2122941"/>
                <a:gd name="connsiteY202" fmla="*/ 65573 h 1062290"/>
                <a:gd name="connsiteX203" fmla="*/ 277048 w 2122941"/>
                <a:gd name="connsiteY203" fmla="*/ 62295 h 1062290"/>
                <a:gd name="connsiteX204" fmla="*/ 277048 w 2122941"/>
                <a:gd name="connsiteY204" fmla="*/ 67213 h 1062290"/>
                <a:gd name="connsiteX205" fmla="*/ 273769 w 2122941"/>
                <a:gd name="connsiteY205" fmla="*/ 68852 h 1062290"/>
                <a:gd name="connsiteX206" fmla="*/ 268851 w 2122941"/>
                <a:gd name="connsiteY206" fmla="*/ 70492 h 1062290"/>
                <a:gd name="connsiteX207" fmla="*/ 268851 w 2122941"/>
                <a:gd name="connsiteY207" fmla="*/ 73770 h 1062290"/>
                <a:gd name="connsiteX208" fmla="*/ 265573 w 2122941"/>
                <a:gd name="connsiteY208" fmla="*/ 75410 h 1062290"/>
                <a:gd name="connsiteX209" fmla="*/ 262294 w 2122941"/>
                <a:gd name="connsiteY209" fmla="*/ 78688 h 1062290"/>
                <a:gd name="connsiteX210" fmla="*/ 265573 w 2122941"/>
                <a:gd name="connsiteY210" fmla="*/ 77049 h 1062290"/>
                <a:gd name="connsiteX211" fmla="*/ 265573 w 2122941"/>
                <a:gd name="connsiteY211" fmla="*/ 81967 h 1062290"/>
                <a:gd name="connsiteX212" fmla="*/ 262294 w 2122941"/>
                <a:gd name="connsiteY212" fmla="*/ 85245 h 1062290"/>
                <a:gd name="connsiteX213" fmla="*/ 260655 w 2122941"/>
                <a:gd name="connsiteY213" fmla="*/ 88524 h 1062290"/>
                <a:gd name="connsiteX214" fmla="*/ 255737 w 2122941"/>
                <a:gd name="connsiteY214" fmla="*/ 90164 h 1062290"/>
                <a:gd name="connsiteX215" fmla="*/ 259015 w 2122941"/>
                <a:gd name="connsiteY215" fmla="*/ 85245 h 1062290"/>
                <a:gd name="connsiteX216" fmla="*/ 255737 w 2122941"/>
                <a:gd name="connsiteY216" fmla="*/ 86885 h 1062290"/>
                <a:gd name="connsiteX217" fmla="*/ 252458 w 2122941"/>
                <a:gd name="connsiteY217" fmla="*/ 90164 h 1062290"/>
                <a:gd name="connsiteX218" fmla="*/ 249179 w 2122941"/>
                <a:gd name="connsiteY218" fmla="*/ 93442 h 1062290"/>
                <a:gd name="connsiteX219" fmla="*/ 249179 w 2122941"/>
                <a:gd name="connsiteY219" fmla="*/ 90164 h 1062290"/>
                <a:gd name="connsiteX220" fmla="*/ 254097 w 2122941"/>
                <a:gd name="connsiteY220" fmla="*/ 86885 h 1062290"/>
                <a:gd name="connsiteX221" fmla="*/ 249179 w 2122941"/>
                <a:gd name="connsiteY221" fmla="*/ 88524 h 1062290"/>
                <a:gd name="connsiteX222" fmla="*/ 247540 w 2122941"/>
                <a:gd name="connsiteY222" fmla="*/ 90164 h 1062290"/>
                <a:gd name="connsiteX223" fmla="*/ 245901 w 2122941"/>
                <a:gd name="connsiteY223" fmla="*/ 90164 h 1062290"/>
                <a:gd name="connsiteX224" fmla="*/ 242622 w 2122941"/>
                <a:gd name="connsiteY224" fmla="*/ 93442 h 1062290"/>
                <a:gd name="connsiteX225" fmla="*/ 239343 w 2122941"/>
                <a:gd name="connsiteY225" fmla="*/ 95082 h 1062290"/>
                <a:gd name="connsiteX226" fmla="*/ 242622 w 2122941"/>
                <a:gd name="connsiteY226" fmla="*/ 95082 h 1062290"/>
                <a:gd name="connsiteX227" fmla="*/ 239343 w 2122941"/>
                <a:gd name="connsiteY227" fmla="*/ 98360 h 1062290"/>
                <a:gd name="connsiteX228" fmla="*/ 242622 w 2122941"/>
                <a:gd name="connsiteY228" fmla="*/ 96721 h 1062290"/>
                <a:gd name="connsiteX229" fmla="*/ 240982 w 2122941"/>
                <a:gd name="connsiteY229" fmla="*/ 100000 h 1062290"/>
                <a:gd name="connsiteX230" fmla="*/ 244261 w 2122941"/>
                <a:gd name="connsiteY230" fmla="*/ 96721 h 1062290"/>
                <a:gd name="connsiteX231" fmla="*/ 247540 w 2122941"/>
                <a:gd name="connsiteY231" fmla="*/ 93442 h 1062290"/>
                <a:gd name="connsiteX232" fmla="*/ 250819 w 2122941"/>
                <a:gd name="connsiteY232" fmla="*/ 96721 h 1062290"/>
                <a:gd name="connsiteX233" fmla="*/ 255737 w 2122941"/>
                <a:gd name="connsiteY233" fmla="*/ 93442 h 1062290"/>
                <a:gd name="connsiteX234" fmla="*/ 259015 w 2122941"/>
                <a:gd name="connsiteY234" fmla="*/ 90164 h 1062290"/>
                <a:gd name="connsiteX235" fmla="*/ 262294 w 2122941"/>
                <a:gd name="connsiteY235" fmla="*/ 90164 h 1062290"/>
                <a:gd name="connsiteX236" fmla="*/ 265573 w 2122941"/>
                <a:gd name="connsiteY236" fmla="*/ 86885 h 1062290"/>
                <a:gd name="connsiteX237" fmla="*/ 270491 w 2122941"/>
                <a:gd name="connsiteY237" fmla="*/ 85245 h 1062290"/>
                <a:gd name="connsiteX238" fmla="*/ 270491 w 2122941"/>
                <a:gd name="connsiteY238" fmla="*/ 81967 h 1062290"/>
                <a:gd name="connsiteX239" fmla="*/ 272130 w 2122941"/>
                <a:gd name="connsiteY239" fmla="*/ 78688 h 1062290"/>
                <a:gd name="connsiteX240" fmla="*/ 275409 w 2122941"/>
                <a:gd name="connsiteY240" fmla="*/ 75410 h 1062290"/>
                <a:gd name="connsiteX241" fmla="*/ 277048 w 2122941"/>
                <a:gd name="connsiteY241" fmla="*/ 72131 h 1062290"/>
                <a:gd name="connsiteX242" fmla="*/ 280327 w 2122941"/>
                <a:gd name="connsiteY242" fmla="*/ 68852 h 1062290"/>
                <a:gd name="connsiteX243" fmla="*/ 283605 w 2122941"/>
                <a:gd name="connsiteY243" fmla="*/ 63934 h 1062290"/>
                <a:gd name="connsiteX244" fmla="*/ 286884 w 2122941"/>
                <a:gd name="connsiteY244" fmla="*/ 60655 h 1062290"/>
                <a:gd name="connsiteX245" fmla="*/ 290163 w 2122941"/>
                <a:gd name="connsiteY245" fmla="*/ 59016 h 1062290"/>
                <a:gd name="connsiteX246" fmla="*/ 290163 w 2122941"/>
                <a:gd name="connsiteY246" fmla="*/ 55737 h 1062290"/>
                <a:gd name="connsiteX247" fmla="*/ 290163 w 2122941"/>
                <a:gd name="connsiteY247" fmla="*/ 52459 h 1062290"/>
                <a:gd name="connsiteX248" fmla="*/ 293441 w 2122941"/>
                <a:gd name="connsiteY248" fmla="*/ 47541 h 1062290"/>
                <a:gd name="connsiteX249" fmla="*/ 293441 w 2122941"/>
                <a:gd name="connsiteY249" fmla="*/ 45901 h 1062290"/>
                <a:gd name="connsiteX250" fmla="*/ 291802 w 2122941"/>
                <a:gd name="connsiteY250" fmla="*/ 44262 h 1062290"/>
                <a:gd name="connsiteX251" fmla="*/ 290163 w 2122941"/>
                <a:gd name="connsiteY251" fmla="*/ 42623 h 1062290"/>
                <a:gd name="connsiteX252" fmla="*/ 290163 w 2122941"/>
                <a:gd name="connsiteY252" fmla="*/ 42623 h 1062290"/>
                <a:gd name="connsiteX253" fmla="*/ 288523 w 2122941"/>
                <a:gd name="connsiteY253" fmla="*/ 42623 h 1062290"/>
                <a:gd name="connsiteX254" fmla="*/ 288523 w 2122941"/>
                <a:gd name="connsiteY254" fmla="*/ 42623 h 1062290"/>
                <a:gd name="connsiteX255" fmla="*/ 288523 w 2122941"/>
                <a:gd name="connsiteY255" fmla="*/ 37705 h 1062290"/>
                <a:gd name="connsiteX256" fmla="*/ 293441 w 2122941"/>
                <a:gd name="connsiteY256" fmla="*/ 39344 h 1062290"/>
                <a:gd name="connsiteX257" fmla="*/ 296720 w 2122941"/>
                <a:gd name="connsiteY257" fmla="*/ 37705 h 1062290"/>
                <a:gd name="connsiteX258" fmla="*/ 299999 w 2122941"/>
                <a:gd name="connsiteY258" fmla="*/ 34426 h 1062290"/>
                <a:gd name="connsiteX259" fmla="*/ 299999 w 2122941"/>
                <a:gd name="connsiteY259" fmla="*/ 31147 h 1062290"/>
                <a:gd name="connsiteX260" fmla="*/ 303277 w 2122941"/>
                <a:gd name="connsiteY260" fmla="*/ 27869 h 1062290"/>
                <a:gd name="connsiteX261" fmla="*/ 299999 w 2122941"/>
                <a:gd name="connsiteY261" fmla="*/ 26229 h 1062290"/>
                <a:gd name="connsiteX262" fmla="*/ 298359 w 2122941"/>
                <a:gd name="connsiteY262" fmla="*/ 22951 h 1062290"/>
                <a:gd name="connsiteX263" fmla="*/ 299999 w 2122941"/>
                <a:gd name="connsiteY263" fmla="*/ 19672 h 1062290"/>
                <a:gd name="connsiteX264" fmla="*/ 301638 w 2122941"/>
                <a:gd name="connsiteY264" fmla="*/ 16393 h 1062290"/>
                <a:gd name="connsiteX265" fmla="*/ 303277 w 2122941"/>
                <a:gd name="connsiteY265" fmla="*/ 16393 h 1062290"/>
                <a:gd name="connsiteX266" fmla="*/ 308195 w 2122941"/>
                <a:gd name="connsiteY266" fmla="*/ 16393 h 1062290"/>
                <a:gd name="connsiteX267" fmla="*/ 311474 w 2122941"/>
                <a:gd name="connsiteY267" fmla="*/ 16393 h 1062290"/>
                <a:gd name="connsiteX268" fmla="*/ 316392 w 2122941"/>
                <a:gd name="connsiteY268" fmla="*/ 16393 h 1062290"/>
                <a:gd name="connsiteX269" fmla="*/ 319671 w 2122941"/>
                <a:gd name="connsiteY269" fmla="*/ 16393 h 1062290"/>
                <a:gd name="connsiteX270" fmla="*/ 322949 w 2122941"/>
                <a:gd name="connsiteY270" fmla="*/ 16393 h 1062290"/>
                <a:gd name="connsiteX271" fmla="*/ 327867 w 2122941"/>
                <a:gd name="connsiteY271" fmla="*/ 16393 h 1062290"/>
                <a:gd name="connsiteX272" fmla="*/ 332785 w 2122941"/>
                <a:gd name="connsiteY272" fmla="*/ 16393 h 1062290"/>
                <a:gd name="connsiteX273" fmla="*/ 336064 w 2122941"/>
                <a:gd name="connsiteY273" fmla="*/ 16393 h 1062290"/>
                <a:gd name="connsiteX274" fmla="*/ 340982 w 2122941"/>
                <a:gd name="connsiteY274" fmla="*/ 16393 h 1062290"/>
                <a:gd name="connsiteX275" fmla="*/ 345900 w 2122941"/>
                <a:gd name="connsiteY275" fmla="*/ 16393 h 1062290"/>
                <a:gd name="connsiteX276" fmla="*/ 350818 w 2122941"/>
                <a:gd name="connsiteY276" fmla="*/ 16393 h 1062290"/>
                <a:gd name="connsiteX277" fmla="*/ 355736 w 2122941"/>
                <a:gd name="connsiteY277" fmla="*/ 16393 h 1062290"/>
                <a:gd name="connsiteX278" fmla="*/ 359015 w 2122941"/>
                <a:gd name="connsiteY278" fmla="*/ 16393 h 1062290"/>
                <a:gd name="connsiteX279" fmla="*/ 359015 w 2122941"/>
                <a:gd name="connsiteY279" fmla="*/ 16393 h 1062290"/>
                <a:gd name="connsiteX280" fmla="*/ 363933 w 2122941"/>
                <a:gd name="connsiteY280" fmla="*/ 16393 h 1062290"/>
                <a:gd name="connsiteX281" fmla="*/ 368851 w 2122941"/>
                <a:gd name="connsiteY281" fmla="*/ 16393 h 1062290"/>
                <a:gd name="connsiteX282" fmla="*/ 372129 w 2122941"/>
                <a:gd name="connsiteY282" fmla="*/ 16393 h 1062290"/>
                <a:gd name="connsiteX283" fmla="*/ 377047 w 2122941"/>
                <a:gd name="connsiteY283" fmla="*/ 16393 h 1062290"/>
                <a:gd name="connsiteX284" fmla="*/ 380326 w 2122941"/>
                <a:gd name="connsiteY284" fmla="*/ 16393 h 1062290"/>
                <a:gd name="connsiteX285" fmla="*/ 385244 w 2122941"/>
                <a:gd name="connsiteY285" fmla="*/ 16393 h 1062290"/>
                <a:gd name="connsiteX286" fmla="*/ 390162 w 2122941"/>
                <a:gd name="connsiteY286" fmla="*/ 16393 h 1062290"/>
                <a:gd name="connsiteX287" fmla="*/ 393441 w 2122941"/>
                <a:gd name="connsiteY287" fmla="*/ 16393 h 1062290"/>
                <a:gd name="connsiteX288" fmla="*/ 395080 w 2122941"/>
                <a:gd name="connsiteY288" fmla="*/ 16393 h 1062290"/>
                <a:gd name="connsiteX289" fmla="*/ 399998 w 2122941"/>
                <a:gd name="connsiteY289" fmla="*/ 16393 h 1062290"/>
                <a:gd name="connsiteX290" fmla="*/ 404916 w 2122941"/>
                <a:gd name="connsiteY290" fmla="*/ 16393 h 1062290"/>
                <a:gd name="connsiteX291" fmla="*/ 404916 w 2122941"/>
                <a:gd name="connsiteY291" fmla="*/ 16393 h 1062290"/>
                <a:gd name="connsiteX292" fmla="*/ 408195 w 2122941"/>
                <a:gd name="connsiteY292" fmla="*/ 16393 h 1062290"/>
                <a:gd name="connsiteX293" fmla="*/ 413113 w 2122941"/>
                <a:gd name="connsiteY293" fmla="*/ 16393 h 1062290"/>
                <a:gd name="connsiteX294" fmla="*/ 418031 w 2122941"/>
                <a:gd name="connsiteY294" fmla="*/ 16393 h 1062290"/>
                <a:gd name="connsiteX295" fmla="*/ 422949 w 2122941"/>
                <a:gd name="connsiteY295" fmla="*/ 16393 h 1062290"/>
                <a:gd name="connsiteX296" fmla="*/ 426228 w 2122941"/>
                <a:gd name="connsiteY296" fmla="*/ 16393 h 1062290"/>
                <a:gd name="connsiteX297" fmla="*/ 431146 w 2122941"/>
                <a:gd name="connsiteY297" fmla="*/ 16393 h 1062290"/>
                <a:gd name="connsiteX298" fmla="*/ 436064 w 2122941"/>
                <a:gd name="connsiteY298" fmla="*/ 16393 h 1062290"/>
                <a:gd name="connsiteX299" fmla="*/ 440982 w 2122941"/>
                <a:gd name="connsiteY299" fmla="*/ 16393 h 1062290"/>
                <a:gd name="connsiteX300" fmla="*/ 444260 w 2122941"/>
                <a:gd name="connsiteY300" fmla="*/ 16393 h 1062290"/>
                <a:gd name="connsiteX301" fmla="*/ 449178 w 2122941"/>
                <a:gd name="connsiteY301" fmla="*/ 16393 h 1062290"/>
                <a:gd name="connsiteX302" fmla="*/ 454096 w 2122941"/>
                <a:gd name="connsiteY302" fmla="*/ 16393 h 1062290"/>
                <a:gd name="connsiteX303" fmla="*/ 454096 w 2122941"/>
                <a:gd name="connsiteY303" fmla="*/ 16393 h 1062290"/>
                <a:gd name="connsiteX304" fmla="*/ 459014 w 2122941"/>
                <a:gd name="connsiteY304" fmla="*/ 16393 h 1062290"/>
                <a:gd name="connsiteX305" fmla="*/ 463932 w 2122941"/>
                <a:gd name="connsiteY305" fmla="*/ 16393 h 1062290"/>
                <a:gd name="connsiteX306" fmla="*/ 468850 w 2122941"/>
                <a:gd name="connsiteY306" fmla="*/ 16393 h 1062290"/>
                <a:gd name="connsiteX307" fmla="*/ 472129 w 2122941"/>
                <a:gd name="connsiteY307" fmla="*/ 16393 h 1062290"/>
                <a:gd name="connsiteX308" fmla="*/ 475408 w 2122941"/>
                <a:gd name="connsiteY308" fmla="*/ 16393 h 1062290"/>
                <a:gd name="connsiteX309" fmla="*/ 480326 w 2122941"/>
                <a:gd name="connsiteY309" fmla="*/ 16393 h 1062290"/>
                <a:gd name="connsiteX310" fmla="*/ 483604 w 2122941"/>
                <a:gd name="connsiteY310" fmla="*/ 16393 h 1062290"/>
                <a:gd name="connsiteX311" fmla="*/ 485244 w 2122941"/>
                <a:gd name="connsiteY311" fmla="*/ 16393 h 1062290"/>
                <a:gd name="connsiteX312" fmla="*/ 490162 w 2122941"/>
                <a:gd name="connsiteY312" fmla="*/ 16393 h 1062290"/>
                <a:gd name="connsiteX313" fmla="*/ 493440 w 2122941"/>
                <a:gd name="connsiteY313" fmla="*/ 16393 h 1062290"/>
                <a:gd name="connsiteX314" fmla="*/ 495080 w 2122941"/>
                <a:gd name="connsiteY314" fmla="*/ 16393 h 1062290"/>
                <a:gd name="connsiteX315" fmla="*/ 499998 w 2122941"/>
                <a:gd name="connsiteY315" fmla="*/ 16393 h 1062290"/>
                <a:gd name="connsiteX316" fmla="*/ 504916 w 2122941"/>
                <a:gd name="connsiteY316" fmla="*/ 16393 h 1062290"/>
                <a:gd name="connsiteX317" fmla="*/ 508194 w 2122941"/>
                <a:gd name="connsiteY317" fmla="*/ 16393 h 1062290"/>
                <a:gd name="connsiteX318" fmla="*/ 513112 w 2122941"/>
                <a:gd name="connsiteY318" fmla="*/ 16393 h 1062290"/>
                <a:gd name="connsiteX319" fmla="*/ 518030 w 2122941"/>
                <a:gd name="connsiteY319" fmla="*/ 16393 h 1062290"/>
                <a:gd name="connsiteX320" fmla="*/ 522948 w 2122941"/>
                <a:gd name="connsiteY320" fmla="*/ 16393 h 1062290"/>
                <a:gd name="connsiteX321" fmla="*/ 522948 w 2122941"/>
                <a:gd name="connsiteY321" fmla="*/ 16393 h 1062290"/>
                <a:gd name="connsiteX322" fmla="*/ 527866 w 2122941"/>
                <a:gd name="connsiteY322" fmla="*/ 16393 h 1062290"/>
                <a:gd name="connsiteX323" fmla="*/ 529506 w 2122941"/>
                <a:gd name="connsiteY323" fmla="*/ 16393 h 1062290"/>
                <a:gd name="connsiteX324" fmla="*/ 532784 w 2122941"/>
                <a:gd name="connsiteY324" fmla="*/ 16393 h 1062290"/>
                <a:gd name="connsiteX325" fmla="*/ 537703 w 2122941"/>
                <a:gd name="connsiteY325" fmla="*/ 16393 h 1062290"/>
                <a:gd name="connsiteX326" fmla="*/ 540981 w 2122941"/>
                <a:gd name="connsiteY326" fmla="*/ 16393 h 1062290"/>
                <a:gd name="connsiteX327" fmla="*/ 545899 w 2122941"/>
                <a:gd name="connsiteY327" fmla="*/ 16393 h 1062290"/>
                <a:gd name="connsiteX328" fmla="*/ 550817 w 2122941"/>
                <a:gd name="connsiteY328" fmla="*/ 16393 h 1062290"/>
                <a:gd name="connsiteX329" fmla="*/ 554096 w 2122941"/>
                <a:gd name="connsiteY329" fmla="*/ 16393 h 1062290"/>
                <a:gd name="connsiteX330" fmla="*/ 557375 w 2122941"/>
                <a:gd name="connsiteY330" fmla="*/ 16393 h 1062290"/>
                <a:gd name="connsiteX331" fmla="*/ 562293 w 2122941"/>
                <a:gd name="connsiteY331" fmla="*/ 16393 h 1062290"/>
                <a:gd name="connsiteX332" fmla="*/ 563932 w 2122941"/>
                <a:gd name="connsiteY332" fmla="*/ 16393 h 1062290"/>
                <a:gd name="connsiteX333" fmla="*/ 568850 w 2122941"/>
                <a:gd name="connsiteY333" fmla="*/ 16393 h 1062290"/>
                <a:gd name="connsiteX334" fmla="*/ 573768 w 2122941"/>
                <a:gd name="connsiteY334" fmla="*/ 16393 h 1062290"/>
                <a:gd name="connsiteX335" fmla="*/ 577047 w 2122941"/>
                <a:gd name="connsiteY335" fmla="*/ 16393 h 1062290"/>
                <a:gd name="connsiteX336" fmla="*/ 581965 w 2122941"/>
                <a:gd name="connsiteY336" fmla="*/ 16393 h 1062290"/>
                <a:gd name="connsiteX337" fmla="*/ 583604 w 2122941"/>
                <a:gd name="connsiteY337" fmla="*/ 16393 h 1062290"/>
                <a:gd name="connsiteX338" fmla="*/ 586883 w 2122941"/>
                <a:gd name="connsiteY338" fmla="*/ 16393 h 1062290"/>
                <a:gd name="connsiteX339" fmla="*/ 591801 w 2122941"/>
                <a:gd name="connsiteY339" fmla="*/ 16393 h 1062290"/>
                <a:gd name="connsiteX340" fmla="*/ 595079 w 2122941"/>
                <a:gd name="connsiteY340" fmla="*/ 16393 h 1062290"/>
                <a:gd name="connsiteX341" fmla="*/ 599997 w 2122941"/>
                <a:gd name="connsiteY341" fmla="*/ 16393 h 1062290"/>
                <a:gd name="connsiteX342" fmla="*/ 604915 w 2122941"/>
                <a:gd name="connsiteY342" fmla="*/ 16393 h 1062290"/>
                <a:gd name="connsiteX343" fmla="*/ 609833 w 2122941"/>
                <a:gd name="connsiteY343" fmla="*/ 16393 h 1062290"/>
                <a:gd name="connsiteX344" fmla="*/ 613112 w 2122941"/>
                <a:gd name="connsiteY344" fmla="*/ 16393 h 1062290"/>
                <a:gd name="connsiteX345" fmla="*/ 618030 w 2122941"/>
                <a:gd name="connsiteY345" fmla="*/ 16393 h 1062290"/>
                <a:gd name="connsiteX346" fmla="*/ 622948 w 2122941"/>
                <a:gd name="connsiteY346" fmla="*/ 16393 h 1062290"/>
                <a:gd name="connsiteX347" fmla="*/ 626227 w 2122941"/>
                <a:gd name="connsiteY347" fmla="*/ 16393 h 1062290"/>
                <a:gd name="connsiteX348" fmla="*/ 631145 w 2122941"/>
                <a:gd name="connsiteY348" fmla="*/ 16393 h 1062290"/>
                <a:gd name="connsiteX349" fmla="*/ 636063 w 2122941"/>
                <a:gd name="connsiteY349" fmla="*/ 16393 h 1062290"/>
                <a:gd name="connsiteX350" fmla="*/ 640981 w 2122941"/>
                <a:gd name="connsiteY350" fmla="*/ 16393 h 1062290"/>
                <a:gd name="connsiteX351" fmla="*/ 644259 w 2122941"/>
                <a:gd name="connsiteY351" fmla="*/ 16393 h 1062290"/>
                <a:gd name="connsiteX352" fmla="*/ 645899 w 2122941"/>
                <a:gd name="connsiteY352" fmla="*/ 16393 h 1062290"/>
                <a:gd name="connsiteX353" fmla="*/ 650817 w 2122941"/>
                <a:gd name="connsiteY353" fmla="*/ 16393 h 1062290"/>
                <a:gd name="connsiteX354" fmla="*/ 654095 w 2122941"/>
                <a:gd name="connsiteY354" fmla="*/ 16393 h 1062290"/>
                <a:gd name="connsiteX355" fmla="*/ 659013 w 2122941"/>
                <a:gd name="connsiteY355" fmla="*/ 16393 h 1062290"/>
                <a:gd name="connsiteX356" fmla="*/ 663931 w 2122941"/>
                <a:gd name="connsiteY356" fmla="*/ 16393 h 1062290"/>
                <a:gd name="connsiteX357" fmla="*/ 667210 w 2122941"/>
                <a:gd name="connsiteY357" fmla="*/ 16393 h 1062290"/>
                <a:gd name="connsiteX358" fmla="*/ 670489 w 2122941"/>
                <a:gd name="connsiteY358" fmla="*/ 16393 h 1062290"/>
                <a:gd name="connsiteX359" fmla="*/ 675407 w 2122941"/>
                <a:gd name="connsiteY359" fmla="*/ 16393 h 1062290"/>
                <a:gd name="connsiteX360" fmla="*/ 680325 w 2122941"/>
                <a:gd name="connsiteY360" fmla="*/ 16393 h 1062290"/>
                <a:gd name="connsiteX361" fmla="*/ 683603 w 2122941"/>
                <a:gd name="connsiteY361" fmla="*/ 16393 h 1062290"/>
                <a:gd name="connsiteX362" fmla="*/ 688521 w 2122941"/>
                <a:gd name="connsiteY362" fmla="*/ 16393 h 1062290"/>
                <a:gd name="connsiteX363" fmla="*/ 693440 w 2122941"/>
                <a:gd name="connsiteY363" fmla="*/ 16393 h 1062290"/>
                <a:gd name="connsiteX364" fmla="*/ 698357 w 2122941"/>
                <a:gd name="connsiteY364" fmla="*/ 16393 h 1062290"/>
                <a:gd name="connsiteX365" fmla="*/ 701636 w 2122941"/>
                <a:gd name="connsiteY365" fmla="*/ 16393 h 1062290"/>
                <a:gd name="connsiteX366" fmla="*/ 706554 w 2122941"/>
                <a:gd name="connsiteY366" fmla="*/ 16393 h 1062290"/>
                <a:gd name="connsiteX367" fmla="*/ 711472 w 2122941"/>
                <a:gd name="connsiteY367" fmla="*/ 16393 h 1062290"/>
                <a:gd name="connsiteX368" fmla="*/ 713112 w 2122941"/>
                <a:gd name="connsiteY368" fmla="*/ 16393 h 1062290"/>
                <a:gd name="connsiteX369" fmla="*/ 714751 w 2122941"/>
                <a:gd name="connsiteY369" fmla="*/ 16393 h 1062290"/>
                <a:gd name="connsiteX370" fmla="*/ 718030 w 2122941"/>
                <a:gd name="connsiteY370" fmla="*/ 16393 h 1062290"/>
                <a:gd name="connsiteX371" fmla="*/ 722948 w 2122941"/>
                <a:gd name="connsiteY371" fmla="*/ 16393 h 1062290"/>
                <a:gd name="connsiteX372" fmla="*/ 726226 w 2122941"/>
                <a:gd name="connsiteY372" fmla="*/ 16393 h 1062290"/>
                <a:gd name="connsiteX373" fmla="*/ 731144 w 2122941"/>
                <a:gd name="connsiteY373" fmla="*/ 16393 h 1062290"/>
                <a:gd name="connsiteX374" fmla="*/ 732784 w 2122941"/>
                <a:gd name="connsiteY374" fmla="*/ 16393 h 1062290"/>
                <a:gd name="connsiteX375" fmla="*/ 737702 w 2122941"/>
                <a:gd name="connsiteY375" fmla="*/ 16393 h 1062290"/>
                <a:gd name="connsiteX376" fmla="*/ 740980 w 2122941"/>
                <a:gd name="connsiteY376" fmla="*/ 16393 h 1062290"/>
                <a:gd name="connsiteX377" fmla="*/ 745898 w 2122941"/>
                <a:gd name="connsiteY377" fmla="*/ 16393 h 1062290"/>
                <a:gd name="connsiteX378" fmla="*/ 750816 w 2122941"/>
                <a:gd name="connsiteY378" fmla="*/ 16393 h 1062290"/>
                <a:gd name="connsiteX379" fmla="*/ 754095 w 2122941"/>
                <a:gd name="connsiteY379" fmla="*/ 16393 h 1062290"/>
                <a:gd name="connsiteX380" fmla="*/ 759013 w 2122941"/>
                <a:gd name="connsiteY380" fmla="*/ 16393 h 1062290"/>
                <a:gd name="connsiteX381" fmla="*/ 763931 w 2122941"/>
                <a:gd name="connsiteY381" fmla="*/ 16393 h 1062290"/>
                <a:gd name="connsiteX382" fmla="*/ 768849 w 2122941"/>
                <a:gd name="connsiteY382" fmla="*/ 16393 h 1062290"/>
                <a:gd name="connsiteX383" fmla="*/ 773767 w 2122941"/>
                <a:gd name="connsiteY383" fmla="*/ 16393 h 1062290"/>
                <a:gd name="connsiteX384" fmla="*/ 777046 w 2122941"/>
                <a:gd name="connsiteY384" fmla="*/ 16393 h 1062290"/>
                <a:gd name="connsiteX385" fmla="*/ 781964 w 2122941"/>
                <a:gd name="connsiteY385" fmla="*/ 16393 h 1062290"/>
                <a:gd name="connsiteX386" fmla="*/ 786882 w 2122941"/>
                <a:gd name="connsiteY386" fmla="*/ 16393 h 1062290"/>
                <a:gd name="connsiteX387" fmla="*/ 790160 w 2122941"/>
                <a:gd name="connsiteY387" fmla="*/ 16393 h 1062290"/>
                <a:gd name="connsiteX388" fmla="*/ 795078 w 2122941"/>
                <a:gd name="connsiteY388" fmla="*/ 16393 h 1062290"/>
                <a:gd name="connsiteX389" fmla="*/ 799996 w 2122941"/>
                <a:gd name="connsiteY389" fmla="*/ 16393 h 1062290"/>
                <a:gd name="connsiteX390" fmla="*/ 804914 w 2122941"/>
                <a:gd name="connsiteY390" fmla="*/ 16393 h 1062290"/>
                <a:gd name="connsiteX391" fmla="*/ 808193 w 2122941"/>
                <a:gd name="connsiteY391" fmla="*/ 16393 h 1062290"/>
                <a:gd name="connsiteX392" fmla="*/ 813111 w 2122941"/>
                <a:gd name="connsiteY392" fmla="*/ 16393 h 1062290"/>
                <a:gd name="connsiteX393" fmla="*/ 818029 w 2122941"/>
                <a:gd name="connsiteY393" fmla="*/ 16393 h 1062290"/>
                <a:gd name="connsiteX394" fmla="*/ 822947 w 2122941"/>
                <a:gd name="connsiteY394" fmla="*/ 16393 h 1062290"/>
                <a:gd name="connsiteX395" fmla="*/ 824586 w 2122941"/>
                <a:gd name="connsiteY395" fmla="*/ 16393 h 1062290"/>
                <a:gd name="connsiteX396" fmla="*/ 827865 w 2122941"/>
                <a:gd name="connsiteY396" fmla="*/ 16393 h 1062290"/>
                <a:gd name="connsiteX397" fmla="*/ 832783 w 2122941"/>
                <a:gd name="connsiteY397" fmla="*/ 16393 h 1062290"/>
                <a:gd name="connsiteX398" fmla="*/ 837701 w 2122941"/>
                <a:gd name="connsiteY398" fmla="*/ 16393 h 1062290"/>
                <a:gd name="connsiteX399" fmla="*/ 840980 w 2122941"/>
                <a:gd name="connsiteY399" fmla="*/ 16393 h 1062290"/>
                <a:gd name="connsiteX400" fmla="*/ 844258 w 2122941"/>
                <a:gd name="connsiteY400" fmla="*/ 16393 h 1062290"/>
                <a:gd name="connsiteX401" fmla="*/ 847537 w 2122941"/>
                <a:gd name="connsiteY401" fmla="*/ 16393 h 1062290"/>
                <a:gd name="connsiteX402" fmla="*/ 852455 w 2122941"/>
                <a:gd name="connsiteY402" fmla="*/ 16393 h 1062290"/>
                <a:gd name="connsiteX403" fmla="*/ 857373 w 2122941"/>
                <a:gd name="connsiteY403" fmla="*/ 16393 h 1062290"/>
                <a:gd name="connsiteX404" fmla="*/ 862291 w 2122941"/>
                <a:gd name="connsiteY404" fmla="*/ 16393 h 1062290"/>
                <a:gd name="connsiteX405" fmla="*/ 867209 w 2122941"/>
                <a:gd name="connsiteY405" fmla="*/ 16393 h 1062290"/>
                <a:gd name="connsiteX406" fmla="*/ 870488 w 2122941"/>
                <a:gd name="connsiteY406" fmla="*/ 16393 h 1062290"/>
                <a:gd name="connsiteX407" fmla="*/ 875406 w 2122941"/>
                <a:gd name="connsiteY407" fmla="*/ 16393 h 1062290"/>
                <a:gd name="connsiteX408" fmla="*/ 880324 w 2122941"/>
                <a:gd name="connsiteY408" fmla="*/ 16393 h 1062290"/>
                <a:gd name="connsiteX409" fmla="*/ 883602 w 2122941"/>
                <a:gd name="connsiteY409" fmla="*/ 16393 h 1062290"/>
                <a:gd name="connsiteX410" fmla="*/ 888520 w 2122941"/>
                <a:gd name="connsiteY410" fmla="*/ 16393 h 1062290"/>
                <a:gd name="connsiteX411" fmla="*/ 893439 w 2122941"/>
                <a:gd name="connsiteY411" fmla="*/ 16393 h 1062290"/>
                <a:gd name="connsiteX412" fmla="*/ 896717 w 2122941"/>
                <a:gd name="connsiteY412" fmla="*/ 16393 h 1062290"/>
                <a:gd name="connsiteX413" fmla="*/ 901635 w 2122941"/>
                <a:gd name="connsiteY413" fmla="*/ 16393 h 1062290"/>
                <a:gd name="connsiteX414" fmla="*/ 904914 w 2122941"/>
                <a:gd name="connsiteY414" fmla="*/ 16393 h 1062290"/>
                <a:gd name="connsiteX415" fmla="*/ 909832 w 2122941"/>
                <a:gd name="connsiteY415" fmla="*/ 16393 h 1062290"/>
                <a:gd name="connsiteX416" fmla="*/ 914750 w 2122941"/>
                <a:gd name="connsiteY416" fmla="*/ 16393 h 1062290"/>
                <a:gd name="connsiteX417" fmla="*/ 919668 w 2122941"/>
                <a:gd name="connsiteY417" fmla="*/ 16393 h 1062290"/>
                <a:gd name="connsiteX418" fmla="*/ 922947 w 2122941"/>
                <a:gd name="connsiteY418" fmla="*/ 16393 h 1062290"/>
                <a:gd name="connsiteX419" fmla="*/ 927865 w 2122941"/>
                <a:gd name="connsiteY419" fmla="*/ 16393 h 1062290"/>
                <a:gd name="connsiteX420" fmla="*/ 932783 w 2122941"/>
                <a:gd name="connsiteY420" fmla="*/ 16393 h 1062290"/>
                <a:gd name="connsiteX421" fmla="*/ 934422 w 2122941"/>
                <a:gd name="connsiteY421" fmla="*/ 16393 h 1062290"/>
                <a:gd name="connsiteX422" fmla="*/ 937701 w 2122941"/>
                <a:gd name="connsiteY422" fmla="*/ 16393 h 1062290"/>
                <a:gd name="connsiteX423" fmla="*/ 942619 w 2122941"/>
                <a:gd name="connsiteY423" fmla="*/ 16393 h 1062290"/>
                <a:gd name="connsiteX424" fmla="*/ 947537 w 2122941"/>
                <a:gd name="connsiteY424" fmla="*/ 16393 h 1062290"/>
                <a:gd name="connsiteX425" fmla="*/ 952455 w 2122941"/>
                <a:gd name="connsiteY425" fmla="*/ 16393 h 1062290"/>
                <a:gd name="connsiteX426" fmla="*/ 955733 w 2122941"/>
                <a:gd name="connsiteY426" fmla="*/ 16393 h 1062290"/>
                <a:gd name="connsiteX427" fmla="*/ 960651 w 2122941"/>
                <a:gd name="connsiteY427" fmla="*/ 16393 h 1062290"/>
                <a:gd name="connsiteX428" fmla="*/ 965569 w 2122941"/>
                <a:gd name="connsiteY428" fmla="*/ 16393 h 1062290"/>
                <a:gd name="connsiteX429" fmla="*/ 970487 w 2122941"/>
                <a:gd name="connsiteY429" fmla="*/ 16393 h 1062290"/>
                <a:gd name="connsiteX430" fmla="*/ 973766 w 2122941"/>
                <a:gd name="connsiteY430" fmla="*/ 16393 h 1062290"/>
                <a:gd name="connsiteX431" fmla="*/ 978684 w 2122941"/>
                <a:gd name="connsiteY431" fmla="*/ 16393 h 1062290"/>
                <a:gd name="connsiteX432" fmla="*/ 983602 w 2122941"/>
                <a:gd name="connsiteY432" fmla="*/ 16393 h 1062290"/>
                <a:gd name="connsiteX433" fmla="*/ 986881 w 2122941"/>
                <a:gd name="connsiteY433" fmla="*/ 16393 h 1062290"/>
                <a:gd name="connsiteX434" fmla="*/ 991799 w 2122941"/>
                <a:gd name="connsiteY434" fmla="*/ 16393 h 1062290"/>
                <a:gd name="connsiteX435" fmla="*/ 993438 w 2122941"/>
                <a:gd name="connsiteY435" fmla="*/ 16393 h 1062290"/>
                <a:gd name="connsiteX436" fmla="*/ 998356 w 2122941"/>
                <a:gd name="connsiteY436" fmla="*/ 16393 h 1062290"/>
                <a:gd name="connsiteX437" fmla="*/ 1001635 w 2122941"/>
                <a:gd name="connsiteY437" fmla="*/ 16393 h 1062290"/>
                <a:gd name="connsiteX438" fmla="*/ 1003274 w 2122941"/>
                <a:gd name="connsiteY438" fmla="*/ 16393 h 1062290"/>
                <a:gd name="connsiteX439" fmla="*/ 1008192 w 2122941"/>
                <a:gd name="connsiteY439" fmla="*/ 16393 h 1062290"/>
                <a:gd name="connsiteX440" fmla="*/ 1011471 w 2122941"/>
                <a:gd name="connsiteY440" fmla="*/ 16393 h 1062290"/>
                <a:gd name="connsiteX441" fmla="*/ 1016389 w 2122941"/>
                <a:gd name="connsiteY441" fmla="*/ 16393 h 1062290"/>
                <a:gd name="connsiteX442" fmla="*/ 1021307 w 2122941"/>
                <a:gd name="connsiteY442" fmla="*/ 16393 h 1062290"/>
                <a:gd name="connsiteX443" fmla="*/ 1022946 w 2122941"/>
                <a:gd name="connsiteY443" fmla="*/ 16393 h 1062290"/>
                <a:gd name="connsiteX444" fmla="*/ 1027864 w 2122941"/>
                <a:gd name="connsiteY444" fmla="*/ 16393 h 1062290"/>
                <a:gd name="connsiteX445" fmla="*/ 1032782 w 2122941"/>
                <a:gd name="connsiteY445" fmla="*/ 16393 h 1062290"/>
                <a:gd name="connsiteX446" fmla="*/ 1037700 w 2122941"/>
                <a:gd name="connsiteY446" fmla="*/ 16393 h 1062290"/>
                <a:gd name="connsiteX447" fmla="*/ 1037700 w 2122941"/>
                <a:gd name="connsiteY447" fmla="*/ 16393 h 1062290"/>
                <a:gd name="connsiteX448" fmla="*/ 1040979 w 2122941"/>
                <a:gd name="connsiteY448" fmla="*/ 16393 h 1062290"/>
                <a:gd name="connsiteX449" fmla="*/ 1045897 w 2122941"/>
                <a:gd name="connsiteY449" fmla="*/ 16393 h 1062290"/>
                <a:gd name="connsiteX450" fmla="*/ 1050815 w 2122941"/>
                <a:gd name="connsiteY450" fmla="*/ 16393 h 1062290"/>
                <a:gd name="connsiteX451" fmla="*/ 1055733 w 2122941"/>
                <a:gd name="connsiteY451" fmla="*/ 16393 h 1062290"/>
                <a:gd name="connsiteX452" fmla="*/ 1059012 w 2122941"/>
                <a:gd name="connsiteY452" fmla="*/ 16393 h 1062290"/>
                <a:gd name="connsiteX453" fmla="*/ 1063930 w 2122941"/>
                <a:gd name="connsiteY453" fmla="*/ 16393 h 1062290"/>
                <a:gd name="connsiteX454" fmla="*/ 1068848 w 2122941"/>
                <a:gd name="connsiteY454" fmla="*/ 16393 h 1062290"/>
                <a:gd name="connsiteX455" fmla="*/ 1068848 w 2122941"/>
                <a:gd name="connsiteY455" fmla="*/ 16393 h 1062290"/>
                <a:gd name="connsiteX456" fmla="*/ 1073766 w 2122941"/>
                <a:gd name="connsiteY456" fmla="*/ 16393 h 1062290"/>
                <a:gd name="connsiteX457" fmla="*/ 1078684 w 2122941"/>
                <a:gd name="connsiteY457" fmla="*/ 16393 h 1062290"/>
                <a:gd name="connsiteX458" fmla="*/ 1083602 w 2122941"/>
                <a:gd name="connsiteY458" fmla="*/ 16393 h 1062290"/>
                <a:gd name="connsiteX459" fmla="*/ 1088520 w 2122941"/>
                <a:gd name="connsiteY459" fmla="*/ 16393 h 1062290"/>
                <a:gd name="connsiteX460" fmla="*/ 1091798 w 2122941"/>
                <a:gd name="connsiteY460" fmla="*/ 16393 h 1062290"/>
                <a:gd name="connsiteX461" fmla="*/ 1096716 w 2122941"/>
                <a:gd name="connsiteY461" fmla="*/ 16393 h 1062290"/>
                <a:gd name="connsiteX462" fmla="*/ 1101634 w 2122941"/>
                <a:gd name="connsiteY462" fmla="*/ 16393 h 1062290"/>
                <a:gd name="connsiteX463" fmla="*/ 1104913 w 2122941"/>
                <a:gd name="connsiteY463" fmla="*/ 16393 h 1062290"/>
                <a:gd name="connsiteX464" fmla="*/ 1109831 w 2122941"/>
                <a:gd name="connsiteY464" fmla="*/ 16393 h 1062290"/>
                <a:gd name="connsiteX465" fmla="*/ 1114749 w 2122941"/>
                <a:gd name="connsiteY465" fmla="*/ 16393 h 1062290"/>
                <a:gd name="connsiteX466" fmla="*/ 1119667 w 2122941"/>
                <a:gd name="connsiteY466" fmla="*/ 16393 h 1062290"/>
                <a:gd name="connsiteX467" fmla="*/ 1124585 w 2122941"/>
                <a:gd name="connsiteY467" fmla="*/ 16393 h 1062290"/>
                <a:gd name="connsiteX468" fmla="*/ 1127864 w 2122941"/>
                <a:gd name="connsiteY468" fmla="*/ 16393 h 1062290"/>
                <a:gd name="connsiteX469" fmla="*/ 1129503 w 2122941"/>
                <a:gd name="connsiteY469" fmla="*/ 16393 h 1062290"/>
                <a:gd name="connsiteX470" fmla="*/ 1134421 w 2122941"/>
                <a:gd name="connsiteY470" fmla="*/ 16393 h 1062290"/>
                <a:gd name="connsiteX471" fmla="*/ 1137700 w 2122941"/>
                <a:gd name="connsiteY471" fmla="*/ 16393 h 1062290"/>
                <a:gd name="connsiteX472" fmla="*/ 1140979 w 2122941"/>
                <a:gd name="connsiteY472" fmla="*/ 16393 h 1062290"/>
                <a:gd name="connsiteX473" fmla="*/ 1145896 w 2122941"/>
                <a:gd name="connsiteY473" fmla="*/ 16393 h 1062290"/>
                <a:gd name="connsiteX474" fmla="*/ 1150814 w 2122941"/>
                <a:gd name="connsiteY474" fmla="*/ 16393 h 1062290"/>
                <a:gd name="connsiteX475" fmla="*/ 1155732 w 2122941"/>
                <a:gd name="connsiteY475" fmla="*/ 16393 h 1062290"/>
                <a:gd name="connsiteX476" fmla="*/ 1159011 w 2122941"/>
                <a:gd name="connsiteY476" fmla="*/ 16393 h 1062290"/>
                <a:gd name="connsiteX477" fmla="*/ 1162290 w 2122941"/>
                <a:gd name="connsiteY477" fmla="*/ 16393 h 1062290"/>
                <a:gd name="connsiteX478" fmla="*/ 1163929 w 2122941"/>
                <a:gd name="connsiteY478" fmla="*/ 16393 h 1062290"/>
                <a:gd name="connsiteX479" fmla="*/ 1163929 w 2122941"/>
                <a:gd name="connsiteY479" fmla="*/ 16393 h 1062290"/>
                <a:gd name="connsiteX480" fmla="*/ 1168847 w 2122941"/>
                <a:gd name="connsiteY480" fmla="*/ 16393 h 1062290"/>
                <a:gd name="connsiteX481" fmla="*/ 1172126 w 2122941"/>
                <a:gd name="connsiteY481" fmla="*/ 16393 h 1062290"/>
                <a:gd name="connsiteX482" fmla="*/ 1177044 w 2122941"/>
                <a:gd name="connsiteY482" fmla="*/ 16393 h 1062290"/>
                <a:gd name="connsiteX483" fmla="*/ 1181962 w 2122941"/>
                <a:gd name="connsiteY483" fmla="*/ 16393 h 1062290"/>
                <a:gd name="connsiteX484" fmla="*/ 1186880 w 2122941"/>
                <a:gd name="connsiteY484" fmla="*/ 16393 h 1062290"/>
                <a:gd name="connsiteX485" fmla="*/ 1191798 w 2122941"/>
                <a:gd name="connsiteY485" fmla="*/ 16393 h 1062290"/>
                <a:gd name="connsiteX486" fmla="*/ 1195076 w 2122941"/>
                <a:gd name="connsiteY486" fmla="*/ 16393 h 1062290"/>
                <a:gd name="connsiteX487" fmla="*/ 1199995 w 2122941"/>
                <a:gd name="connsiteY487" fmla="*/ 16393 h 1062290"/>
                <a:gd name="connsiteX488" fmla="*/ 1204913 w 2122941"/>
                <a:gd name="connsiteY488" fmla="*/ 16393 h 1062290"/>
                <a:gd name="connsiteX489" fmla="*/ 1209831 w 2122941"/>
                <a:gd name="connsiteY489" fmla="*/ 16393 h 1062290"/>
                <a:gd name="connsiteX490" fmla="*/ 1213109 w 2122941"/>
                <a:gd name="connsiteY490" fmla="*/ 16393 h 1062290"/>
                <a:gd name="connsiteX491" fmla="*/ 1218027 w 2122941"/>
                <a:gd name="connsiteY491" fmla="*/ 16393 h 1062290"/>
                <a:gd name="connsiteX492" fmla="*/ 1222945 w 2122941"/>
                <a:gd name="connsiteY492" fmla="*/ 16393 h 1062290"/>
                <a:gd name="connsiteX493" fmla="*/ 1226224 w 2122941"/>
                <a:gd name="connsiteY493" fmla="*/ 16393 h 1062290"/>
                <a:gd name="connsiteX494" fmla="*/ 1229503 w 2122941"/>
                <a:gd name="connsiteY494" fmla="*/ 16393 h 1062290"/>
                <a:gd name="connsiteX495" fmla="*/ 1232781 w 2122941"/>
                <a:gd name="connsiteY495" fmla="*/ 16393 h 1062290"/>
                <a:gd name="connsiteX496" fmla="*/ 1236060 w 2122941"/>
                <a:gd name="connsiteY496" fmla="*/ 11475 h 1062290"/>
                <a:gd name="connsiteX497" fmla="*/ 1237699 w 2122941"/>
                <a:gd name="connsiteY497" fmla="*/ 8197 h 1062290"/>
                <a:gd name="connsiteX498" fmla="*/ 1239339 w 2122941"/>
                <a:gd name="connsiteY498" fmla="*/ 4918 h 1062290"/>
                <a:gd name="connsiteX499" fmla="*/ 1242617 w 2122941"/>
                <a:gd name="connsiteY499" fmla="*/ 0 h 1062290"/>
                <a:gd name="connsiteX500" fmla="*/ 1242617 w 2122941"/>
                <a:gd name="connsiteY500" fmla="*/ 0 h 1062290"/>
                <a:gd name="connsiteX501" fmla="*/ 1244257 w 2122941"/>
                <a:gd name="connsiteY501" fmla="*/ 1639 h 1062290"/>
                <a:gd name="connsiteX502" fmla="*/ 1245896 w 2122941"/>
                <a:gd name="connsiteY502" fmla="*/ 1639 h 1062290"/>
                <a:gd name="connsiteX503" fmla="*/ 1249175 w 2122941"/>
                <a:gd name="connsiteY503" fmla="*/ 1639 h 1062290"/>
                <a:gd name="connsiteX504" fmla="*/ 1250814 w 2122941"/>
                <a:gd name="connsiteY504" fmla="*/ 4918 h 1062290"/>
                <a:gd name="connsiteX505" fmla="*/ 1249175 w 2122941"/>
                <a:gd name="connsiteY505" fmla="*/ 8197 h 1062290"/>
                <a:gd name="connsiteX506" fmla="*/ 1247535 w 2122941"/>
                <a:gd name="connsiteY506" fmla="*/ 11475 h 1062290"/>
                <a:gd name="connsiteX507" fmla="*/ 1247535 w 2122941"/>
                <a:gd name="connsiteY507" fmla="*/ 16393 h 1062290"/>
                <a:gd name="connsiteX508" fmla="*/ 1245896 w 2122941"/>
                <a:gd name="connsiteY508" fmla="*/ 19672 h 1062290"/>
                <a:gd name="connsiteX509" fmla="*/ 1244257 w 2122941"/>
                <a:gd name="connsiteY509" fmla="*/ 22951 h 1062290"/>
                <a:gd name="connsiteX510" fmla="*/ 1244257 w 2122941"/>
                <a:gd name="connsiteY510" fmla="*/ 26229 h 1062290"/>
                <a:gd name="connsiteX511" fmla="*/ 1245896 w 2122941"/>
                <a:gd name="connsiteY511" fmla="*/ 27869 h 1062290"/>
                <a:gd name="connsiteX512" fmla="*/ 1249175 w 2122941"/>
                <a:gd name="connsiteY512" fmla="*/ 29508 h 1062290"/>
                <a:gd name="connsiteX513" fmla="*/ 1254093 w 2122941"/>
                <a:gd name="connsiteY513" fmla="*/ 29508 h 1062290"/>
                <a:gd name="connsiteX514" fmla="*/ 1257371 w 2122941"/>
                <a:gd name="connsiteY514" fmla="*/ 31147 h 1062290"/>
                <a:gd name="connsiteX515" fmla="*/ 1260650 w 2122941"/>
                <a:gd name="connsiteY515" fmla="*/ 31147 h 1062290"/>
                <a:gd name="connsiteX516" fmla="*/ 1265568 w 2122941"/>
                <a:gd name="connsiteY516" fmla="*/ 31147 h 1062290"/>
                <a:gd name="connsiteX517" fmla="*/ 1268847 w 2122941"/>
                <a:gd name="connsiteY517" fmla="*/ 32787 h 1062290"/>
                <a:gd name="connsiteX518" fmla="*/ 1267207 w 2122941"/>
                <a:gd name="connsiteY518" fmla="*/ 36065 h 1062290"/>
                <a:gd name="connsiteX519" fmla="*/ 1272125 w 2122941"/>
                <a:gd name="connsiteY519" fmla="*/ 36065 h 1062290"/>
                <a:gd name="connsiteX520" fmla="*/ 1275404 w 2122941"/>
                <a:gd name="connsiteY520" fmla="*/ 36065 h 1062290"/>
                <a:gd name="connsiteX521" fmla="*/ 1278683 w 2122941"/>
                <a:gd name="connsiteY521" fmla="*/ 36065 h 1062290"/>
                <a:gd name="connsiteX522" fmla="*/ 1283601 w 2122941"/>
                <a:gd name="connsiteY522" fmla="*/ 32787 h 1062290"/>
                <a:gd name="connsiteX523" fmla="*/ 1283601 w 2122941"/>
                <a:gd name="connsiteY523" fmla="*/ 32787 h 1062290"/>
                <a:gd name="connsiteX524" fmla="*/ 1283601 w 2122941"/>
                <a:gd name="connsiteY524" fmla="*/ 32787 h 1062290"/>
                <a:gd name="connsiteX525" fmla="*/ 1285240 w 2122941"/>
                <a:gd name="connsiteY525" fmla="*/ 32787 h 1062290"/>
                <a:gd name="connsiteX526" fmla="*/ 1288519 w 2122941"/>
                <a:gd name="connsiteY526" fmla="*/ 31147 h 1062290"/>
                <a:gd name="connsiteX527" fmla="*/ 1291797 w 2122941"/>
                <a:gd name="connsiteY527" fmla="*/ 32787 h 1062290"/>
                <a:gd name="connsiteX528" fmla="*/ 1296716 w 2122941"/>
                <a:gd name="connsiteY528" fmla="*/ 32787 h 1062290"/>
                <a:gd name="connsiteX529" fmla="*/ 1299994 w 2122941"/>
                <a:gd name="connsiteY529" fmla="*/ 34426 h 1062290"/>
                <a:gd name="connsiteX530" fmla="*/ 1303273 w 2122941"/>
                <a:gd name="connsiteY530" fmla="*/ 36065 h 1062290"/>
                <a:gd name="connsiteX531" fmla="*/ 1308191 w 2122941"/>
                <a:gd name="connsiteY531" fmla="*/ 36065 h 1062290"/>
                <a:gd name="connsiteX532" fmla="*/ 1306551 w 2122941"/>
                <a:gd name="connsiteY532" fmla="*/ 39344 h 1062290"/>
                <a:gd name="connsiteX533" fmla="*/ 1311469 w 2122941"/>
                <a:gd name="connsiteY533" fmla="*/ 40983 h 1062290"/>
                <a:gd name="connsiteX534" fmla="*/ 1308191 w 2122941"/>
                <a:gd name="connsiteY534" fmla="*/ 45901 h 1062290"/>
                <a:gd name="connsiteX535" fmla="*/ 1311469 w 2122941"/>
                <a:gd name="connsiteY535" fmla="*/ 49180 h 1062290"/>
                <a:gd name="connsiteX536" fmla="*/ 1313109 w 2122941"/>
                <a:gd name="connsiteY536" fmla="*/ 47541 h 1062290"/>
                <a:gd name="connsiteX537" fmla="*/ 1314748 w 2122941"/>
                <a:gd name="connsiteY537" fmla="*/ 44262 h 1062290"/>
                <a:gd name="connsiteX538" fmla="*/ 1319666 w 2122941"/>
                <a:gd name="connsiteY538" fmla="*/ 44262 h 1062290"/>
                <a:gd name="connsiteX539" fmla="*/ 1322945 w 2122941"/>
                <a:gd name="connsiteY539" fmla="*/ 47541 h 1062290"/>
                <a:gd name="connsiteX540" fmla="*/ 1326223 w 2122941"/>
                <a:gd name="connsiteY540" fmla="*/ 50820 h 1062290"/>
                <a:gd name="connsiteX541" fmla="*/ 1329502 w 2122941"/>
                <a:gd name="connsiteY541" fmla="*/ 50820 h 1062290"/>
                <a:gd name="connsiteX542" fmla="*/ 1329502 w 2122941"/>
                <a:gd name="connsiteY542" fmla="*/ 54098 h 1062290"/>
                <a:gd name="connsiteX543" fmla="*/ 1331141 w 2122941"/>
                <a:gd name="connsiteY543" fmla="*/ 54098 h 1062290"/>
                <a:gd name="connsiteX544" fmla="*/ 1332781 w 2122941"/>
                <a:gd name="connsiteY544" fmla="*/ 57377 h 1062290"/>
                <a:gd name="connsiteX545" fmla="*/ 1336060 w 2122941"/>
                <a:gd name="connsiteY545" fmla="*/ 57377 h 1062290"/>
                <a:gd name="connsiteX546" fmla="*/ 1336060 w 2122941"/>
                <a:gd name="connsiteY546" fmla="*/ 57377 h 1062290"/>
                <a:gd name="connsiteX547" fmla="*/ 1339338 w 2122941"/>
                <a:gd name="connsiteY547" fmla="*/ 57377 h 1062290"/>
                <a:gd name="connsiteX548" fmla="*/ 1342617 w 2122941"/>
                <a:gd name="connsiteY548" fmla="*/ 55737 h 1062290"/>
                <a:gd name="connsiteX549" fmla="*/ 1345896 w 2122941"/>
                <a:gd name="connsiteY549" fmla="*/ 54098 h 1062290"/>
                <a:gd name="connsiteX550" fmla="*/ 1349174 w 2122941"/>
                <a:gd name="connsiteY550" fmla="*/ 52459 h 1062290"/>
                <a:gd name="connsiteX551" fmla="*/ 1354092 w 2122941"/>
                <a:gd name="connsiteY551" fmla="*/ 50820 h 1062290"/>
                <a:gd name="connsiteX552" fmla="*/ 1354092 w 2122941"/>
                <a:gd name="connsiteY552" fmla="*/ 50820 h 1062290"/>
                <a:gd name="connsiteX553" fmla="*/ 1357371 w 2122941"/>
                <a:gd name="connsiteY553" fmla="*/ 49180 h 1062290"/>
                <a:gd name="connsiteX554" fmla="*/ 1362289 w 2122941"/>
                <a:gd name="connsiteY554" fmla="*/ 49180 h 1062290"/>
                <a:gd name="connsiteX555" fmla="*/ 1360650 w 2122941"/>
                <a:gd name="connsiteY555" fmla="*/ 50820 h 1062290"/>
                <a:gd name="connsiteX556" fmla="*/ 1360650 w 2122941"/>
                <a:gd name="connsiteY556" fmla="*/ 50820 h 1062290"/>
                <a:gd name="connsiteX557" fmla="*/ 1360650 w 2122941"/>
                <a:gd name="connsiteY557" fmla="*/ 50820 h 1062290"/>
                <a:gd name="connsiteX558" fmla="*/ 1362289 w 2122941"/>
                <a:gd name="connsiteY558" fmla="*/ 55737 h 1062290"/>
                <a:gd name="connsiteX559" fmla="*/ 1365568 w 2122941"/>
                <a:gd name="connsiteY559" fmla="*/ 54098 h 1062290"/>
                <a:gd name="connsiteX560" fmla="*/ 1370486 w 2122941"/>
                <a:gd name="connsiteY560" fmla="*/ 54098 h 1062290"/>
                <a:gd name="connsiteX561" fmla="*/ 1373764 w 2122941"/>
                <a:gd name="connsiteY561" fmla="*/ 54098 h 1062290"/>
                <a:gd name="connsiteX562" fmla="*/ 1377043 w 2122941"/>
                <a:gd name="connsiteY562" fmla="*/ 54098 h 1062290"/>
                <a:gd name="connsiteX563" fmla="*/ 1381961 w 2122941"/>
                <a:gd name="connsiteY563" fmla="*/ 54098 h 1062290"/>
                <a:gd name="connsiteX564" fmla="*/ 1385240 w 2122941"/>
                <a:gd name="connsiteY564" fmla="*/ 54098 h 1062290"/>
                <a:gd name="connsiteX565" fmla="*/ 1385240 w 2122941"/>
                <a:gd name="connsiteY565" fmla="*/ 57377 h 1062290"/>
                <a:gd name="connsiteX566" fmla="*/ 1388518 w 2122941"/>
                <a:gd name="connsiteY566" fmla="*/ 59016 h 1062290"/>
                <a:gd name="connsiteX567" fmla="*/ 1393436 w 2122941"/>
                <a:gd name="connsiteY567" fmla="*/ 57377 h 1062290"/>
                <a:gd name="connsiteX568" fmla="*/ 1396715 w 2122941"/>
                <a:gd name="connsiteY568" fmla="*/ 59016 h 1062290"/>
                <a:gd name="connsiteX569" fmla="*/ 1398354 w 2122941"/>
                <a:gd name="connsiteY569" fmla="*/ 59016 h 1062290"/>
                <a:gd name="connsiteX570" fmla="*/ 1395076 w 2122941"/>
                <a:gd name="connsiteY570" fmla="*/ 60655 h 1062290"/>
                <a:gd name="connsiteX571" fmla="*/ 1391797 w 2122941"/>
                <a:gd name="connsiteY571" fmla="*/ 62295 h 1062290"/>
                <a:gd name="connsiteX572" fmla="*/ 1388518 w 2122941"/>
                <a:gd name="connsiteY572" fmla="*/ 63934 h 1062290"/>
                <a:gd name="connsiteX573" fmla="*/ 1383600 w 2122941"/>
                <a:gd name="connsiteY573" fmla="*/ 65573 h 1062290"/>
                <a:gd name="connsiteX574" fmla="*/ 1381961 w 2122941"/>
                <a:gd name="connsiteY574" fmla="*/ 65573 h 1062290"/>
                <a:gd name="connsiteX575" fmla="*/ 1377043 w 2122941"/>
                <a:gd name="connsiteY575" fmla="*/ 67213 h 1062290"/>
                <a:gd name="connsiteX576" fmla="*/ 1373764 w 2122941"/>
                <a:gd name="connsiteY576" fmla="*/ 68852 h 1062290"/>
                <a:gd name="connsiteX577" fmla="*/ 1370486 w 2122941"/>
                <a:gd name="connsiteY577" fmla="*/ 68852 h 1062290"/>
                <a:gd name="connsiteX578" fmla="*/ 1365568 w 2122941"/>
                <a:gd name="connsiteY578" fmla="*/ 70492 h 1062290"/>
                <a:gd name="connsiteX579" fmla="*/ 1362289 w 2122941"/>
                <a:gd name="connsiteY579" fmla="*/ 70492 h 1062290"/>
                <a:gd name="connsiteX580" fmla="*/ 1359010 w 2122941"/>
                <a:gd name="connsiteY580" fmla="*/ 72131 h 1062290"/>
                <a:gd name="connsiteX581" fmla="*/ 1354092 w 2122941"/>
                <a:gd name="connsiteY581" fmla="*/ 73770 h 1062290"/>
                <a:gd name="connsiteX582" fmla="*/ 1350813 w 2122941"/>
                <a:gd name="connsiteY582" fmla="*/ 75410 h 1062290"/>
                <a:gd name="connsiteX583" fmla="*/ 1347535 w 2122941"/>
                <a:gd name="connsiteY583" fmla="*/ 77049 h 1062290"/>
                <a:gd name="connsiteX584" fmla="*/ 1342617 w 2122941"/>
                <a:gd name="connsiteY584" fmla="*/ 78688 h 1062290"/>
                <a:gd name="connsiteX585" fmla="*/ 1339338 w 2122941"/>
                <a:gd name="connsiteY585" fmla="*/ 81967 h 1062290"/>
                <a:gd name="connsiteX586" fmla="*/ 1336060 w 2122941"/>
                <a:gd name="connsiteY586" fmla="*/ 83606 h 1062290"/>
                <a:gd name="connsiteX587" fmla="*/ 1331141 w 2122941"/>
                <a:gd name="connsiteY587" fmla="*/ 85245 h 1062290"/>
                <a:gd name="connsiteX588" fmla="*/ 1327863 w 2122941"/>
                <a:gd name="connsiteY588" fmla="*/ 88524 h 1062290"/>
                <a:gd name="connsiteX589" fmla="*/ 1324584 w 2122941"/>
                <a:gd name="connsiteY589" fmla="*/ 90164 h 1062290"/>
                <a:gd name="connsiteX590" fmla="*/ 1319666 w 2122941"/>
                <a:gd name="connsiteY590" fmla="*/ 93442 h 1062290"/>
                <a:gd name="connsiteX591" fmla="*/ 1316388 w 2122941"/>
                <a:gd name="connsiteY591" fmla="*/ 95082 h 1062290"/>
                <a:gd name="connsiteX592" fmla="*/ 1313109 w 2122941"/>
                <a:gd name="connsiteY592" fmla="*/ 96721 h 1062290"/>
                <a:gd name="connsiteX593" fmla="*/ 1309830 w 2122941"/>
                <a:gd name="connsiteY593" fmla="*/ 100000 h 1062290"/>
                <a:gd name="connsiteX594" fmla="*/ 1304912 w 2122941"/>
                <a:gd name="connsiteY594" fmla="*/ 101639 h 1062290"/>
                <a:gd name="connsiteX595" fmla="*/ 1301633 w 2122941"/>
                <a:gd name="connsiteY595" fmla="*/ 103278 h 1062290"/>
                <a:gd name="connsiteX596" fmla="*/ 1298355 w 2122941"/>
                <a:gd name="connsiteY596" fmla="*/ 104917 h 1062290"/>
                <a:gd name="connsiteX597" fmla="*/ 1293437 w 2122941"/>
                <a:gd name="connsiteY597" fmla="*/ 106557 h 1062290"/>
                <a:gd name="connsiteX598" fmla="*/ 1290158 w 2122941"/>
                <a:gd name="connsiteY598" fmla="*/ 109836 h 1062290"/>
                <a:gd name="connsiteX599" fmla="*/ 1286879 w 2122941"/>
                <a:gd name="connsiteY599" fmla="*/ 111475 h 1062290"/>
                <a:gd name="connsiteX600" fmla="*/ 1285240 w 2122941"/>
                <a:gd name="connsiteY600" fmla="*/ 111475 h 1062290"/>
                <a:gd name="connsiteX601" fmla="*/ 1290158 w 2122941"/>
                <a:gd name="connsiteY601" fmla="*/ 116393 h 1062290"/>
                <a:gd name="connsiteX602" fmla="*/ 1293437 w 2122941"/>
                <a:gd name="connsiteY602" fmla="*/ 114754 h 1062290"/>
                <a:gd name="connsiteX603" fmla="*/ 1296716 w 2122941"/>
                <a:gd name="connsiteY603" fmla="*/ 114754 h 1062290"/>
                <a:gd name="connsiteX604" fmla="*/ 1299994 w 2122941"/>
                <a:gd name="connsiteY604" fmla="*/ 113114 h 1062290"/>
                <a:gd name="connsiteX605" fmla="*/ 1304912 w 2122941"/>
                <a:gd name="connsiteY605" fmla="*/ 113114 h 1062290"/>
                <a:gd name="connsiteX606" fmla="*/ 1308191 w 2122941"/>
                <a:gd name="connsiteY606" fmla="*/ 111475 h 1062290"/>
                <a:gd name="connsiteX607" fmla="*/ 1311469 w 2122941"/>
                <a:gd name="connsiteY607" fmla="*/ 109836 h 1062290"/>
                <a:gd name="connsiteX608" fmla="*/ 1314748 w 2122941"/>
                <a:gd name="connsiteY608" fmla="*/ 109836 h 1062290"/>
                <a:gd name="connsiteX609" fmla="*/ 1319666 w 2122941"/>
                <a:gd name="connsiteY609" fmla="*/ 106557 h 1062290"/>
                <a:gd name="connsiteX610" fmla="*/ 1322945 w 2122941"/>
                <a:gd name="connsiteY610" fmla="*/ 106557 h 1062290"/>
                <a:gd name="connsiteX611" fmla="*/ 1326223 w 2122941"/>
                <a:gd name="connsiteY611" fmla="*/ 104917 h 1062290"/>
                <a:gd name="connsiteX612" fmla="*/ 1331141 w 2122941"/>
                <a:gd name="connsiteY612" fmla="*/ 104917 h 1062290"/>
                <a:gd name="connsiteX613" fmla="*/ 1334420 w 2122941"/>
                <a:gd name="connsiteY613" fmla="*/ 104917 h 1062290"/>
                <a:gd name="connsiteX614" fmla="*/ 1332781 w 2122941"/>
                <a:gd name="connsiteY614" fmla="*/ 108196 h 1062290"/>
                <a:gd name="connsiteX615" fmla="*/ 1329502 w 2122941"/>
                <a:gd name="connsiteY615" fmla="*/ 111475 h 1062290"/>
                <a:gd name="connsiteX616" fmla="*/ 1327863 w 2122941"/>
                <a:gd name="connsiteY616" fmla="*/ 114754 h 1062290"/>
                <a:gd name="connsiteX617" fmla="*/ 1322945 w 2122941"/>
                <a:gd name="connsiteY617" fmla="*/ 118032 h 1062290"/>
                <a:gd name="connsiteX618" fmla="*/ 1326223 w 2122941"/>
                <a:gd name="connsiteY618" fmla="*/ 118032 h 1062290"/>
                <a:gd name="connsiteX619" fmla="*/ 1331141 w 2122941"/>
                <a:gd name="connsiteY619" fmla="*/ 116393 h 1062290"/>
                <a:gd name="connsiteX620" fmla="*/ 1334420 w 2122941"/>
                <a:gd name="connsiteY620" fmla="*/ 119672 h 1062290"/>
                <a:gd name="connsiteX621" fmla="*/ 1337699 w 2122941"/>
                <a:gd name="connsiteY621" fmla="*/ 121311 h 1062290"/>
                <a:gd name="connsiteX622" fmla="*/ 1339338 w 2122941"/>
                <a:gd name="connsiteY622" fmla="*/ 119672 h 1062290"/>
                <a:gd name="connsiteX623" fmla="*/ 1342617 w 2122941"/>
                <a:gd name="connsiteY623" fmla="*/ 118032 h 1062290"/>
                <a:gd name="connsiteX624" fmla="*/ 1347535 w 2122941"/>
                <a:gd name="connsiteY624" fmla="*/ 118032 h 1062290"/>
                <a:gd name="connsiteX625" fmla="*/ 1350813 w 2122941"/>
                <a:gd name="connsiteY625" fmla="*/ 116393 h 1062290"/>
                <a:gd name="connsiteX626" fmla="*/ 1355731 w 2122941"/>
                <a:gd name="connsiteY626" fmla="*/ 116393 h 1062290"/>
                <a:gd name="connsiteX627" fmla="*/ 1355731 w 2122941"/>
                <a:gd name="connsiteY627" fmla="*/ 114754 h 1062290"/>
                <a:gd name="connsiteX628" fmla="*/ 1360650 w 2122941"/>
                <a:gd name="connsiteY628" fmla="*/ 113114 h 1062290"/>
                <a:gd name="connsiteX629" fmla="*/ 1363928 w 2122941"/>
                <a:gd name="connsiteY629" fmla="*/ 109836 h 1062290"/>
                <a:gd name="connsiteX630" fmla="*/ 1367207 w 2122941"/>
                <a:gd name="connsiteY630" fmla="*/ 109836 h 1062290"/>
                <a:gd name="connsiteX631" fmla="*/ 1372125 w 2122941"/>
                <a:gd name="connsiteY631" fmla="*/ 109836 h 1062290"/>
                <a:gd name="connsiteX632" fmla="*/ 1375403 w 2122941"/>
                <a:gd name="connsiteY632" fmla="*/ 108196 h 1062290"/>
                <a:gd name="connsiteX633" fmla="*/ 1378682 w 2122941"/>
                <a:gd name="connsiteY633" fmla="*/ 108196 h 1062290"/>
                <a:gd name="connsiteX634" fmla="*/ 1381961 w 2122941"/>
                <a:gd name="connsiteY634" fmla="*/ 108196 h 1062290"/>
                <a:gd name="connsiteX635" fmla="*/ 1386879 w 2122941"/>
                <a:gd name="connsiteY635" fmla="*/ 106557 h 1062290"/>
                <a:gd name="connsiteX636" fmla="*/ 1390158 w 2122941"/>
                <a:gd name="connsiteY636" fmla="*/ 103278 h 1062290"/>
                <a:gd name="connsiteX637" fmla="*/ 1395076 w 2122941"/>
                <a:gd name="connsiteY637" fmla="*/ 103278 h 1062290"/>
                <a:gd name="connsiteX638" fmla="*/ 1398354 w 2122941"/>
                <a:gd name="connsiteY638" fmla="*/ 101639 h 1062290"/>
                <a:gd name="connsiteX639" fmla="*/ 1401633 w 2122941"/>
                <a:gd name="connsiteY639" fmla="*/ 98360 h 1062290"/>
                <a:gd name="connsiteX640" fmla="*/ 1404912 w 2122941"/>
                <a:gd name="connsiteY640" fmla="*/ 96721 h 1062290"/>
                <a:gd name="connsiteX641" fmla="*/ 1409830 w 2122941"/>
                <a:gd name="connsiteY641" fmla="*/ 95082 h 1062290"/>
                <a:gd name="connsiteX642" fmla="*/ 1413108 w 2122941"/>
                <a:gd name="connsiteY642" fmla="*/ 91803 h 1062290"/>
                <a:gd name="connsiteX643" fmla="*/ 1413108 w 2122941"/>
                <a:gd name="connsiteY643" fmla="*/ 96721 h 1062290"/>
                <a:gd name="connsiteX644" fmla="*/ 1414748 w 2122941"/>
                <a:gd name="connsiteY644" fmla="*/ 100000 h 1062290"/>
                <a:gd name="connsiteX645" fmla="*/ 1414748 w 2122941"/>
                <a:gd name="connsiteY645" fmla="*/ 103278 h 1062290"/>
                <a:gd name="connsiteX646" fmla="*/ 1413108 w 2122941"/>
                <a:gd name="connsiteY646" fmla="*/ 106557 h 1062290"/>
                <a:gd name="connsiteX647" fmla="*/ 1411469 w 2122941"/>
                <a:gd name="connsiteY647" fmla="*/ 111475 h 1062290"/>
                <a:gd name="connsiteX648" fmla="*/ 1414748 w 2122941"/>
                <a:gd name="connsiteY648" fmla="*/ 108196 h 1062290"/>
                <a:gd name="connsiteX649" fmla="*/ 1418026 w 2122941"/>
                <a:gd name="connsiteY649" fmla="*/ 106557 h 1062290"/>
                <a:gd name="connsiteX650" fmla="*/ 1422944 w 2122941"/>
                <a:gd name="connsiteY650" fmla="*/ 104917 h 1062290"/>
                <a:gd name="connsiteX651" fmla="*/ 1419666 w 2122941"/>
                <a:gd name="connsiteY651" fmla="*/ 108196 h 1062290"/>
                <a:gd name="connsiteX652" fmla="*/ 1422944 w 2122941"/>
                <a:gd name="connsiteY652" fmla="*/ 106557 h 1062290"/>
                <a:gd name="connsiteX653" fmla="*/ 1426223 w 2122941"/>
                <a:gd name="connsiteY653" fmla="*/ 104917 h 1062290"/>
                <a:gd name="connsiteX654" fmla="*/ 1429502 w 2122941"/>
                <a:gd name="connsiteY654" fmla="*/ 106557 h 1062290"/>
                <a:gd name="connsiteX655" fmla="*/ 1434420 w 2122941"/>
                <a:gd name="connsiteY655" fmla="*/ 106557 h 1062290"/>
                <a:gd name="connsiteX656" fmla="*/ 1437698 w 2122941"/>
                <a:gd name="connsiteY656" fmla="*/ 109836 h 1062290"/>
                <a:gd name="connsiteX657" fmla="*/ 1439338 w 2122941"/>
                <a:gd name="connsiteY657" fmla="*/ 113114 h 1062290"/>
                <a:gd name="connsiteX658" fmla="*/ 1440977 w 2122941"/>
                <a:gd name="connsiteY658" fmla="*/ 116393 h 1062290"/>
                <a:gd name="connsiteX659" fmla="*/ 1442616 w 2122941"/>
                <a:gd name="connsiteY659" fmla="*/ 121311 h 1062290"/>
                <a:gd name="connsiteX660" fmla="*/ 1445895 w 2122941"/>
                <a:gd name="connsiteY660" fmla="*/ 122950 h 1062290"/>
                <a:gd name="connsiteX661" fmla="*/ 1450813 w 2122941"/>
                <a:gd name="connsiteY661" fmla="*/ 122950 h 1062290"/>
                <a:gd name="connsiteX662" fmla="*/ 1454092 w 2122941"/>
                <a:gd name="connsiteY662" fmla="*/ 121311 h 1062290"/>
                <a:gd name="connsiteX663" fmla="*/ 1459010 w 2122941"/>
                <a:gd name="connsiteY663" fmla="*/ 124590 h 1062290"/>
                <a:gd name="connsiteX664" fmla="*/ 1462288 w 2122941"/>
                <a:gd name="connsiteY664" fmla="*/ 124590 h 1062290"/>
                <a:gd name="connsiteX665" fmla="*/ 1465567 w 2122941"/>
                <a:gd name="connsiteY665" fmla="*/ 126229 h 1062290"/>
                <a:gd name="connsiteX666" fmla="*/ 1467206 w 2122941"/>
                <a:gd name="connsiteY666" fmla="*/ 124590 h 1062290"/>
                <a:gd name="connsiteX667" fmla="*/ 1468846 w 2122941"/>
                <a:gd name="connsiteY667" fmla="*/ 124590 h 1062290"/>
                <a:gd name="connsiteX668" fmla="*/ 1473764 w 2122941"/>
                <a:gd name="connsiteY668" fmla="*/ 121311 h 1062290"/>
                <a:gd name="connsiteX669" fmla="*/ 1477043 w 2122941"/>
                <a:gd name="connsiteY669" fmla="*/ 121311 h 1062290"/>
                <a:gd name="connsiteX670" fmla="*/ 1480321 w 2122941"/>
                <a:gd name="connsiteY670" fmla="*/ 119672 h 1062290"/>
                <a:gd name="connsiteX671" fmla="*/ 1483600 w 2122941"/>
                <a:gd name="connsiteY671" fmla="*/ 118032 h 1062290"/>
                <a:gd name="connsiteX672" fmla="*/ 1488518 w 2122941"/>
                <a:gd name="connsiteY672" fmla="*/ 116393 h 1062290"/>
                <a:gd name="connsiteX673" fmla="*/ 1491796 w 2122941"/>
                <a:gd name="connsiteY673" fmla="*/ 116393 h 1062290"/>
                <a:gd name="connsiteX674" fmla="*/ 1495075 w 2122941"/>
                <a:gd name="connsiteY674" fmla="*/ 114754 h 1062290"/>
                <a:gd name="connsiteX675" fmla="*/ 1499993 w 2122941"/>
                <a:gd name="connsiteY675" fmla="*/ 114754 h 1062290"/>
                <a:gd name="connsiteX676" fmla="*/ 1503272 w 2122941"/>
                <a:gd name="connsiteY676" fmla="*/ 114754 h 1062290"/>
                <a:gd name="connsiteX677" fmla="*/ 1506550 w 2122941"/>
                <a:gd name="connsiteY677" fmla="*/ 116393 h 1062290"/>
                <a:gd name="connsiteX678" fmla="*/ 1511468 w 2122941"/>
                <a:gd name="connsiteY678" fmla="*/ 116393 h 1062290"/>
                <a:gd name="connsiteX679" fmla="*/ 1514747 w 2122941"/>
                <a:gd name="connsiteY679" fmla="*/ 114754 h 1062290"/>
                <a:gd name="connsiteX680" fmla="*/ 1518026 w 2122941"/>
                <a:gd name="connsiteY680" fmla="*/ 113114 h 1062290"/>
                <a:gd name="connsiteX681" fmla="*/ 1521305 w 2122941"/>
                <a:gd name="connsiteY681" fmla="*/ 111475 h 1062290"/>
                <a:gd name="connsiteX682" fmla="*/ 1526223 w 2122941"/>
                <a:gd name="connsiteY682" fmla="*/ 111475 h 1062290"/>
                <a:gd name="connsiteX683" fmla="*/ 1529501 w 2122941"/>
                <a:gd name="connsiteY683" fmla="*/ 111475 h 1062290"/>
                <a:gd name="connsiteX684" fmla="*/ 1527862 w 2122941"/>
                <a:gd name="connsiteY684" fmla="*/ 113114 h 1062290"/>
                <a:gd name="connsiteX685" fmla="*/ 1526223 w 2122941"/>
                <a:gd name="connsiteY685" fmla="*/ 118032 h 1062290"/>
                <a:gd name="connsiteX686" fmla="*/ 1524583 w 2122941"/>
                <a:gd name="connsiteY686" fmla="*/ 121311 h 1062290"/>
                <a:gd name="connsiteX687" fmla="*/ 1522944 w 2122941"/>
                <a:gd name="connsiteY687" fmla="*/ 124590 h 1062290"/>
                <a:gd name="connsiteX688" fmla="*/ 1526223 w 2122941"/>
                <a:gd name="connsiteY688" fmla="*/ 124590 h 1062290"/>
                <a:gd name="connsiteX689" fmla="*/ 1531140 w 2122941"/>
                <a:gd name="connsiteY689" fmla="*/ 124590 h 1062290"/>
                <a:gd name="connsiteX690" fmla="*/ 1534419 w 2122941"/>
                <a:gd name="connsiteY690" fmla="*/ 124590 h 1062290"/>
                <a:gd name="connsiteX691" fmla="*/ 1539337 w 2122941"/>
                <a:gd name="connsiteY691" fmla="*/ 126229 h 1062290"/>
                <a:gd name="connsiteX692" fmla="*/ 1542616 w 2122941"/>
                <a:gd name="connsiteY692" fmla="*/ 124590 h 1062290"/>
                <a:gd name="connsiteX693" fmla="*/ 1544255 w 2122941"/>
                <a:gd name="connsiteY693" fmla="*/ 122950 h 1062290"/>
                <a:gd name="connsiteX694" fmla="*/ 1545895 w 2122941"/>
                <a:gd name="connsiteY694" fmla="*/ 122950 h 1062290"/>
                <a:gd name="connsiteX695" fmla="*/ 1547534 w 2122941"/>
                <a:gd name="connsiteY695" fmla="*/ 127868 h 1062290"/>
                <a:gd name="connsiteX696" fmla="*/ 1547534 w 2122941"/>
                <a:gd name="connsiteY696" fmla="*/ 131147 h 1062290"/>
                <a:gd name="connsiteX697" fmla="*/ 1545895 w 2122941"/>
                <a:gd name="connsiteY697" fmla="*/ 134426 h 1062290"/>
                <a:gd name="connsiteX698" fmla="*/ 1542616 w 2122941"/>
                <a:gd name="connsiteY698" fmla="*/ 136065 h 1062290"/>
                <a:gd name="connsiteX699" fmla="*/ 1545895 w 2122941"/>
                <a:gd name="connsiteY699" fmla="*/ 137704 h 1062290"/>
                <a:gd name="connsiteX700" fmla="*/ 1547534 w 2122941"/>
                <a:gd name="connsiteY700" fmla="*/ 140983 h 1062290"/>
                <a:gd name="connsiteX701" fmla="*/ 1550813 w 2122941"/>
                <a:gd name="connsiteY701" fmla="*/ 144262 h 1062290"/>
                <a:gd name="connsiteX702" fmla="*/ 1547534 w 2122941"/>
                <a:gd name="connsiteY702" fmla="*/ 147540 h 1062290"/>
                <a:gd name="connsiteX703" fmla="*/ 1544255 w 2122941"/>
                <a:gd name="connsiteY703" fmla="*/ 145901 h 1062290"/>
                <a:gd name="connsiteX704" fmla="*/ 1539337 w 2122941"/>
                <a:gd name="connsiteY704" fmla="*/ 145901 h 1062290"/>
                <a:gd name="connsiteX705" fmla="*/ 1536059 w 2122941"/>
                <a:gd name="connsiteY705" fmla="*/ 145901 h 1062290"/>
                <a:gd name="connsiteX706" fmla="*/ 1532780 w 2122941"/>
                <a:gd name="connsiteY706" fmla="*/ 144262 h 1062290"/>
                <a:gd name="connsiteX707" fmla="*/ 1527862 w 2122941"/>
                <a:gd name="connsiteY707" fmla="*/ 144262 h 1062290"/>
                <a:gd name="connsiteX708" fmla="*/ 1524583 w 2122941"/>
                <a:gd name="connsiteY708" fmla="*/ 144262 h 1062290"/>
                <a:gd name="connsiteX709" fmla="*/ 1521305 w 2122941"/>
                <a:gd name="connsiteY709" fmla="*/ 147540 h 1062290"/>
                <a:gd name="connsiteX710" fmla="*/ 1521305 w 2122941"/>
                <a:gd name="connsiteY710" fmla="*/ 150819 h 1062290"/>
                <a:gd name="connsiteX711" fmla="*/ 1516387 w 2122941"/>
                <a:gd name="connsiteY711" fmla="*/ 150819 h 1062290"/>
                <a:gd name="connsiteX712" fmla="*/ 1514747 w 2122941"/>
                <a:gd name="connsiteY712" fmla="*/ 147540 h 1062290"/>
                <a:gd name="connsiteX713" fmla="*/ 1513108 w 2122941"/>
                <a:gd name="connsiteY713" fmla="*/ 144262 h 1062290"/>
                <a:gd name="connsiteX714" fmla="*/ 1509829 w 2122941"/>
                <a:gd name="connsiteY714" fmla="*/ 142622 h 1062290"/>
                <a:gd name="connsiteX715" fmla="*/ 1506550 w 2122941"/>
                <a:gd name="connsiteY715" fmla="*/ 142622 h 1062290"/>
                <a:gd name="connsiteX716" fmla="*/ 1501633 w 2122941"/>
                <a:gd name="connsiteY716" fmla="*/ 140983 h 1062290"/>
                <a:gd name="connsiteX717" fmla="*/ 1498354 w 2122941"/>
                <a:gd name="connsiteY717" fmla="*/ 140983 h 1062290"/>
                <a:gd name="connsiteX718" fmla="*/ 1495075 w 2122941"/>
                <a:gd name="connsiteY718" fmla="*/ 142622 h 1062290"/>
                <a:gd name="connsiteX719" fmla="*/ 1490157 w 2122941"/>
                <a:gd name="connsiteY719" fmla="*/ 145901 h 1062290"/>
                <a:gd name="connsiteX720" fmla="*/ 1486878 w 2122941"/>
                <a:gd name="connsiteY720" fmla="*/ 145901 h 1062290"/>
                <a:gd name="connsiteX721" fmla="*/ 1483600 w 2122941"/>
                <a:gd name="connsiteY721" fmla="*/ 145901 h 1062290"/>
                <a:gd name="connsiteX722" fmla="*/ 1478682 w 2122941"/>
                <a:gd name="connsiteY722" fmla="*/ 147540 h 1062290"/>
                <a:gd name="connsiteX723" fmla="*/ 1475403 w 2122941"/>
                <a:gd name="connsiteY723" fmla="*/ 145901 h 1062290"/>
                <a:gd name="connsiteX724" fmla="*/ 1472125 w 2122941"/>
                <a:gd name="connsiteY724" fmla="*/ 147540 h 1062290"/>
                <a:gd name="connsiteX725" fmla="*/ 1468846 w 2122941"/>
                <a:gd name="connsiteY725" fmla="*/ 147540 h 1062290"/>
                <a:gd name="connsiteX726" fmla="*/ 1463928 w 2122941"/>
                <a:gd name="connsiteY726" fmla="*/ 150819 h 1062290"/>
                <a:gd name="connsiteX727" fmla="*/ 1462288 w 2122941"/>
                <a:gd name="connsiteY727" fmla="*/ 154098 h 1062290"/>
                <a:gd name="connsiteX728" fmla="*/ 1459010 w 2122941"/>
                <a:gd name="connsiteY728" fmla="*/ 155737 h 1062290"/>
                <a:gd name="connsiteX729" fmla="*/ 1455731 w 2122941"/>
                <a:gd name="connsiteY729" fmla="*/ 155737 h 1062290"/>
                <a:gd name="connsiteX730" fmla="*/ 1452453 w 2122941"/>
                <a:gd name="connsiteY730" fmla="*/ 160655 h 1062290"/>
                <a:gd name="connsiteX731" fmla="*/ 1447534 w 2122941"/>
                <a:gd name="connsiteY731" fmla="*/ 160655 h 1062290"/>
                <a:gd name="connsiteX732" fmla="*/ 1450813 w 2122941"/>
                <a:gd name="connsiteY732" fmla="*/ 157376 h 1062290"/>
                <a:gd name="connsiteX733" fmla="*/ 1454092 w 2122941"/>
                <a:gd name="connsiteY733" fmla="*/ 154098 h 1062290"/>
                <a:gd name="connsiteX734" fmla="*/ 1457370 w 2122941"/>
                <a:gd name="connsiteY734" fmla="*/ 150819 h 1062290"/>
                <a:gd name="connsiteX735" fmla="*/ 1454092 w 2122941"/>
                <a:gd name="connsiteY735" fmla="*/ 150819 h 1062290"/>
                <a:gd name="connsiteX736" fmla="*/ 1450813 w 2122941"/>
                <a:gd name="connsiteY736" fmla="*/ 150819 h 1062290"/>
                <a:gd name="connsiteX737" fmla="*/ 1445895 w 2122941"/>
                <a:gd name="connsiteY737" fmla="*/ 154098 h 1062290"/>
                <a:gd name="connsiteX738" fmla="*/ 1442616 w 2122941"/>
                <a:gd name="connsiteY738" fmla="*/ 157376 h 1062290"/>
                <a:gd name="connsiteX739" fmla="*/ 1439338 w 2122941"/>
                <a:gd name="connsiteY739" fmla="*/ 159016 h 1062290"/>
                <a:gd name="connsiteX740" fmla="*/ 1440977 w 2122941"/>
                <a:gd name="connsiteY740" fmla="*/ 155737 h 1062290"/>
                <a:gd name="connsiteX741" fmla="*/ 1442616 w 2122941"/>
                <a:gd name="connsiteY741" fmla="*/ 150819 h 1062290"/>
                <a:gd name="connsiteX742" fmla="*/ 1439338 w 2122941"/>
                <a:gd name="connsiteY742" fmla="*/ 154098 h 1062290"/>
                <a:gd name="connsiteX743" fmla="*/ 1436059 w 2122941"/>
                <a:gd name="connsiteY743" fmla="*/ 157376 h 1062290"/>
                <a:gd name="connsiteX744" fmla="*/ 1432780 w 2122941"/>
                <a:gd name="connsiteY744" fmla="*/ 160655 h 1062290"/>
                <a:gd name="connsiteX745" fmla="*/ 1427862 w 2122941"/>
                <a:gd name="connsiteY745" fmla="*/ 163934 h 1062290"/>
                <a:gd name="connsiteX746" fmla="*/ 1424584 w 2122941"/>
                <a:gd name="connsiteY746" fmla="*/ 167212 h 1062290"/>
                <a:gd name="connsiteX747" fmla="*/ 1421305 w 2122941"/>
                <a:gd name="connsiteY747" fmla="*/ 170491 h 1062290"/>
                <a:gd name="connsiteX748" fmla="*/ 1416387 w 2122941"/>
                <a:gd name="connsiteY748" fmla="*/ 173770 h 1062290"/>
                <a:gd name="connsiteX749" fmla="*/ 1413108 w 2122941"/>
                <a:gd name="connsiteY749" fmla="*/ 177048 h 1062290"/>
                <a:gd name="connsiteX750" fmla="*/ 1409830 w 2122941"/>
                <a:gd name="connsiteY750" fmla="*/ 180327 h 1062290"/>
                <a:gd name="connsiteX751" fmla="*/ 1406551 w 2122941"/>
                <a:gd name="connsiteY751" fmla="*/ 181966 h 1062290"/>
                <a:gd name="connsiteX752" fmla="*/ 1404912 w 2122941"/>
                <a:gd name="connsiteY752" fmla="*/ 183606 h 1062290"/>
                <a:gd name="connsiteX753" fmla="*/ 1403272 w 2122941"/>
                <a:gd name="connsiteY753" fmla="*/ 188524 h 1062290"/>
                <a:gd name="connsiteX754" fmla="*/ 1401633 w 2122941"/>
                <a:gd name="connsiteY754" fmla="*/ 188524 h 1062290"/>
                <a:gd name="connsiteX755" fmla="*/ 1398354 w 2122941"/>
                <a:gd name="connsiteY755" fmla="*/ 190163 h 1062290"/>
                <a:gd name="connsiteX756" fmla="*/ 1395076 w 2122941"/>
                <a:gd name="connsiteY756" fmla="*/ 191802 h 1062290"/>
                <a:gd name="connsiteX757" fmla="*/ 1391797 w 2122941"/>
                <a:gd name="connsiteY757" fmla="*/ 195081 h 1062290"/>
                <a:gd name="connsiteX758" fmla="*/ 1388518 w 2122941"/>
                <a:gd name="connsiteY758" fmla="*/ 198360 h 1062290"/>
                <a:gd name="connsiteX759" fmla="*/ 1383600 w 2122941"/>
                <a:gd name="connsiteY759" fmla="*/ 201638 h 1062290"/>
                <a:gd name="connsiteX760" fmla="*/ 1381961 w 2122941"/>
                <a:gd name="connsiteY760" fmla="*/ 204917 h 1062290"/>
                <a:gd name="connsiteX761" fmla="*/ 1380322 w 2122941"/>
                <a:gd name="connsiteY761" fmla="*/ 208196 h 1062290"/>
                <a:gd name="connsiteX762" fmla="*/ 1383600 w 2122941"/>
                <a:gd name="connsiteY762" fmla="*/ 206557 h 1062290"/>
                <a:gd name="connsiteX763" fmla="*/ 1388518 w 2122941"/>
                <a:gd name="connsiteY763" fmla="*/ 204917 h 1062290"/>
                <a:gd name="connsiteX764" fmla="*/ 1391797 w 2122941"/>
                <a:gd name="connsiteY764" fmla="*/ 203278 h 1062290"/>
                <a:gd name="connsiteX765" fmla="*/ 1395076 w 2122941"/>
                <a:gd name="connsiteY765" fmla="*/ 199999 h 1062290"/>
                <a:gd name="connsiteX766" fmla="*/ 1398354 w 2122941"/>
                <a:gd name="connsiteY766" fmla="*/ 196720 h 1062290"/>
                <a:gd name="connsiteX767" fmla="*/ 1401633 w 2122941"/>
                <a:gd name="connsiteY767" fmla="*/ 195081 h 1062290"/>
                <a:gd name="connsiteX768" fmla="*/ 1406551 w 2122941"/>
                <a:gd name="connsiteY768" fmla="*/ 193442 h 1062290"/>
                <a:gd name="connsiteX769" fmla="*/ 1408190 w 2122941"/>
                <a:gd name="connsiteY769" fmla="*/ 196720 h 1062290"/>
                <a:gd name="connsiteX770" fmla="*/ 1406551 w 2122941"/>
                <a:gd name="connsiteY770" fmla="*/ 201638 h 1062290"/>
                <a:gd name="connsiteX771" fmla="*/ 1401633 w 2122941"/>
                <a:gd name="connsiteY771" fmla="*/ 204917 h 1062290"/>
                <a:gd name="connsiteX772" fmla="*/ 1398354 w 2122941"/>
                <a:gd name="connsiteY772" fmla="*/ 208196 h 1062290"/>
                <a:gd name="connsiteX773" fmla="*/ 1395076 w 2122941"/>
                <a:gd name="connsiteY773" fmla="*/ 213114 h 1062290"/>
                <a:gd name="connsiteX774" fmla="*/ 1393436 w 2122941"/>
                <a:gd name="connsiteY774" fmla="*/ 216392 h 1062290"/>
                <a:gd name="connsiteX775" fmla="*/ 1391797 w 2122941"/>
                <a:gd name="connsiteY775" fmla="*/ 219671 h 1062290"/>
                <a:gd name="connsiteX776" fmla="*/ 1390158 w 2122941"/>
                <a:gd name="connsiteY776" fmla="*/ 222950 h 1062290"/>
                <a:gd name="connsiteX777" fmla="*/ 1386879 w 2122941"/>
                <a:gd name="connsiteY777" fmla="*/ 226229 h 1062290"/>
                <a:gd name="connsiteX778" fmla="*/ 1381961 w 2122941"/>
                <a:gd name="connsiteY778" fmla="*/ 229507 h 1062290"/>
                <a:gd name="connsiteX779" fmla="*/ 1378682 w 2122941"/>
                <a:gd name="connsiteY779" fmla="*/ 232786 h 1062290"/>
                <a:gd name="connsiteX780" fmla="*/ 1377043 w 2122941"/>
                <a:gd name="connsiteY780" fmla="*/ 236064 h 1062290"/>
                <a:gd name="connsiteX781" fmla="*/ 1375403 w 2122941"/>
                <a:gd name="connsiteY781" fmla="*/ 240982 h 1062290"/>
                <a:gd name="connsiteX782" fmla="*/ 1373764 w 2122941"/>
                <a:gd name="connsiteY782" fmla="*/ 244261 h 1062290"/>
                <a:gd name="connsiteX783" fmla="*/ 1370486 w 2122941"/>
                <a:gd name="connsiteY783" fmla="*/ 247540 h 1062290"/>
                <a:gd name="connsiteX784" fmla="*/ 1367207 w 2122941"/>
                <a:gd name="connsiteY784" fmla="*/ 250819 h 1062290"/>
                <a:gd name="connsiteX785" fmla="*/ 1365568 w 2122941"/>
                <a:gd name="connsiteY785" fmla="*/ 255737 h 1062290"/>
                <a:gd name="connsiteX786" fmla="*/ 1362289 w 2122941"/>
                <a:gd name="connsiteY786" fmla="*/ 259015 h 1062290"/>
                <a:gd name="connsiteX787" fmla="*/ 1359010 w 2122941"/>
                <a:gd name="connsiteY787" fmla="*/ 262294 h 1062290"/>
                <a:gd name="connsiteX788" fmla="*/ 1357371 w 2122941"/>
                <a:gd name="connsiteY788" fmla="*/ 265573 h 1062290"/>
                <a:gd name="connsiteX789" fmla="*/ 1355731 w 2122941"/>
                <a:gd name="connsiteY789" fmla="*/ 270491 h 1062290"/>
                <a:gd name="connsiteX790" fmla="*/ 1354092 w 2122941"/>
                <a:gd name="connsiteY790" fmla="*/ 273769 h 1062290"/>
                <a:gd name="connsiteX791" fmla="*/ 1354092 w 2122941"/>
                <a:gd name="connsiteY791" fmla="*/ 277048 h 1062290"/>
                <a:gd name="connsiteX792" fmla="*/ 1352453 w 2122941"/>
                <a:gd name="connsiteY792" fmla="*/ 281966 h 1062290"/>
                <a:gd name="connsiteX793" fmla="*/ 1352453 w 2122941"/>
                <a:gd name="connsiteY793" fmla="*/ 285244 h 1062290"/>
                <a:gd name="connsiteX794" fmla="*/ 1350813 w 2122941"/>
                <a:gd name="connsiteY794" fmla="*/ 288523 h 1062290"/>
                <a:gd name="connsiteX795" fmla="*/ 1349174 w 2122941"/>
                <a:gd name="connsiteY795" fmla="*/ 291802 h 1062290"/>
                <a:gd name="connsiteX796" fmla="*/ 1347535 w 2122941"/>
                <a:gd name="connsiteY796" fmla="*/ 296720 h 1062290"/>
                <a:gd name="connsiteX797" fmla="*/ 1345896 w 2122941"/>
                <a:gd name="connsiteY797" fmla="*/ 298359 h 1062290"/>
                <a:gd name="connsiteX798" fmla="*/ 1344256 w 2122941"/>
                <a:gd name="connsiteY798" fmla="*/ 301638 h 1062290"/>
                <a:gd name="connsiteX799" fmla="*/ 1342617 w 2122941"/>
                <a:gd name="connsiteY799" fmla="*/ 304917 h 1062290"/>
                <a:gd name="connsiteX800" fmla="*/ 1340978 w 2122941"/>
                <a:gd name="connsiteY800" fmla="*/ 309835 h 1062290"/>
                <a:gd name="connsiteX801" fmla="*/ 1340978 w 2122941"/>
                <a:gd name="connsiteY801" fmla="*/ 313113 h 1062290"/>
                <a:gd name="connsiteX802" fmla="*/ 1342617 w 2122941"/>
                <a:gd name="connsiteY802" fmla="*/ 316392 h 1062290"/>
                <a:gd name="connsiteX803" fmla="*/ 1340978 w 2122941"/>
                <a:gd name="connsiteY803" fmla="*/ 321310 h 1062290"/>
                <a:gd name="connsiteX804" fmla="*/ 1340978 w 2122941"/>
                <a:gd name="connsiteY804" fmla="*/ 324589 h 1062290"/>
                <a:gd name="connsiteX805" fmla="*/ 1340978 w 2122941"/>
                <a:gd name="connsiteY805" fmla="*/ 327867 h 1062290"/>
                <a:gd name="connsiteX806" fmla="*/ 1340978 w 2122941"/>
                <a:gd name="connsiteY806" fmla="*/ 331146 h 1062290"/>
                <a:gd name="connsiteX807" fmla="*/ 1344256 w 2122941"/>
                <a:gd name="connsiteY807" fmla="*/ 334425 h 1062290"/>
                <a:gd name="connsiteX808" fmla="*/ 1347535 w 2122941"/>
                <a:gd name="connsiteY808" fmla="*/ 336064 h 1062290"/>
                <a:gd name="connsiteX809" fmla="*/ 1350813 w 2122941"/>
                <a:gd name="connsiteY809" fmla="*/ 336064 h 1062290"/>
                <a:gd name="connsiteX810" fmla="*/ 1355731 w 2122941"/>
                <a:gd name="connsiteY810" fmla="*/ 334425 h 1062290"/>
                <a:gd name="connsiteX811" fmla="*/ 1359010 w 2122941"/>
                <a:gd name="connsiteY811" fmla="*/ 332785 h 1062290"/>
                <a:gd name="connsiteX812" fmla="*/ 1362289 w 2122941"/>
                <a:gd name="connsiteY812" fmla="*/ 331146 h 1062290"/>
                <a:gd name="connsiteX813" fmla="*/ 1367207 w 2122941"/>
                <a:gd name="connsiteY813" fmla="*/ 329507 h 1062290"/>
                <a:gd name="connsiteX814" fmla="*/ 1368846 w 2122941"/>
                <a:gd name="connsiteY814" fmla="*/ 329507 h 1062290"/>
                <a:gd name="connsiteX815" fmla="*/ 1372125 w 2122941"/>
                <a:gd name="connsiteY815" fmla="*/ 326228 h 1062290"/>
                <a:gd name="connsiteX816" fmla="*/ 1377043 w 2122941"/>
                <a:gd name="connsiteY816" fmla="*/ 322949 h 1062290"/>
                <a:gd name="connsiteX817" fmla="*/ 1380322 w 2122941"/>
                <a:gd name="connsiteY817" fmla="*/ 319671 h 1062290"/>
                <a:gd name="connsiteX818" fmla="*/ 1383600 w 2122941"/>
                <a:gd name="connsiteY818" fmla="*/ 316392 h 1062290"/>
                <a:gd name="connsiteX819" fmla="*/ 1386879 w 2122941"/>
                <a:gd name="connsiteY819" fmla="*/ 313113 h 1062290"/>
                <a:gd name="connsiteX820" fmla="*/ 1390158 w 2122941"/>
                <a:gd name="connsiteY820" fmla="*/ 309835 h 1062290"/>
                <a:gd name="connsiteX821" fmla="*/ 1393436 w 2122941"/>
                <a:gd name="connsiteY821" fmla="*/ 306556 h 1062290"/>
                <a:gd name="connsiteX822" fmla="*/ 1396715 w 2122941"/>
                <a:gd name="connsiteY822" fmla="*/ 301638 h 1062290"/>
                <a:gd name="connsiteX823" fmla="*/ 1399994 w 2122941"/>
                <a:gd name="connsiteY823" fmla="*/ 298359 h 1062290"/>
                <a:gd name="connsiteX824" fmla="*/ 1403272 w 2122941"/>
                <a:gd name="connsiteY824" fmla="*/ 295081 h 1062290"/>
                <a:gd name="connsiteX825" fmla="*/ 1404912 w 2122941"/>
                <a:gd name="connsiteY825" fmla="*/ 290163 h 1062290"/>
                <a:gd name="connsiteX826" fmla="*/ 1406551 w 2122941"/>
                <a:gd name="connsiteY826" fmla="*/ 286884 h 1062290"/>
                <a:gd name="connsiteX827" fmla="*/ 1408190 w 2122941"/>
                <a:gd name="connsiteY827" fmla="*/ 283605 h 1062290"/>
                <a:gd name="connsiteX828" fmla="*/ 1409830 w 2122941"/>
                <a:gd name="connsiteY828" fmla="*/ 280327 h 1062290"/>
                <a:gd name="connsiteX829" fmla="*/ 1411469 w 2122941"/>
                <a:gd name="connsiteY829" fmla="*/ 275409 h 1062290"/>
                <a:gd name="connsiteX830" fmla="*/ 1411469 w 2122941"/>
                <a:gd name="connsiteY830" fmla="*/ 272130 h 1062290"/>
                <a:gd name="connsiteX831" fmla="*/ 1411469 w 2122941"/>
                <a:gd name="connsiteY831" fmla="*/ 268851 h 1062290"/>
                <a:gd name="connsiteX832" fmla="*/ 1413108 w 2122941"/>
                <a:gd name="connsiteY832" fmla="*/ 265573 h 1062290"/>
                <a:gd name="connsiteX833" fmla="*/ 1414748 w 2122941"/>
                <a:gd name="connsiteY833" fmla="*/ 263933 h 1062290"/>
                <a:gd name="connsiteX834" fmla="*/ 1411469 w 2122941"/>
                <a:gd name="connsiteY834" fmla="*/ 260654 h 1062290"/>
                <a:gd name="connsiteX835" fmla="*/ 1411469 w 2122941"/>
                <a:gd name="connsiteY835" fmla="*/ 257376 h 1062290"/>
                <a:gd name="connsiteX836" fmla="*/ 1411469 w 2122941"/>
                <a:gd name="connsiteY836" fmla="*/ 252458 h 1062290"/>
                <a:gd name="connsiteX837" fmla="*/ 1411469 w 2122941"/>
                <a:gd name="connsiteY837" fmla="*/ 249179 h 1062290"/>
                <a:gd name="connsiteX838" fmla="*/ 1414748 w 2122941"/>
                <a:gd name="connsiteY838" fmla="*/ 245901 h 1062290"/>
                <a:gd name="connsiteX839" fmla="*/ 1418026 w 2122941"/>
                <a:gd name="connsiteY839" fmla="*/ 242622 h 1062290"/>
                <a:gd name="connsiteX840" fmla="*/ 1419666 w 2122941"/>
                <a:gd name="connsiteY840" fmla="*/ 239343 h 1062290"/>
                <a:gd name="connsiteX841" fmla="*/ 1421305 w 2122941"/>
                <a:gd name="connsiteY841" fmla="*/ 234425 h 1062290"/>
                <a:gd name="connsiteX842" fmla="*/ 1421305 w 2122941"/>
                <a:gd name="connsiteY842" fmla="*/ 231147 h 1062290"/>
                <a:gd name="connsiteX843" fmla="*/ 1422944 w 2122941"/>
                <a:gd name="connsiteY843" fmla="*/ 227868 h 1062290"/>
                <a:gd name="connsiteX844" fmla="*/ 1427862 w 2122941"/>
                <a:gd name="connsiteY844" fmla="*/ 224589 h 1062290"/>
                <a:gd name="connsiteX845" fmla="*/ 1431141 w 2122941"/>
                <a:gd name="connsiteY845" fmla="*/ 221310 h 1062290"/>
                <a:gd name="connsiteX846" fmla="*/ 1434420 w 2122941"/>
                <a:gd name="connsiteY846" fmla="*/ 218032 h 1062290"/>
                <a:gd name="connsiteX847" fmla="*/ 1437698 w 2122941"/>
                <a:gd name="connsiteY847" fmla="*/ 214753 h 1062290"/>
                <a:gd name="connsiteX848" fmla="*/ 1439338 w 2122941"/>
                <a:gd name="connsiteY848" fmla="*/ 209835 h 1062290"/>
                <a:gd name="connsiteX849" fmla="*/ 1442616 w 2122941"/>
                <a:gd name="connsiteY849" fmla="*/ 206557 h 1062290"/>
                <a:gd name="connsiteX850" fmla="*/ 1442616 w 2122941"/>
                <a:gd name="connsiteY850" fmla="*/ 203278 h 1062290"/>
                <a:gd name="connsiteX851" fmla="*/ 1447534 w 2122941"/>
                <a:gd name="connsiteY851" fmla="*/ 199999 h 1062290"/>
                <a:gd name="connsiteX852" fmla="*/ 1450813 w 2122941"/>
                <a:gd name="connsiteY852" fmla="*/ 199999 h 1062290"/>
                <a:gd name="connsiteX853" fmla="*/ 1452453 w 2122941"/>
                <a:gd name="connsiteY853" fmla="*/ 195081 h 1062290"/>
                <a:gd name="connsiteX854" fmla="*/ 1455731 w 2122941"/>
                <a:gd name="connsiteY854" fmla="*/ 191802 h 1062290"/>
                <a:gd name="connsiteX855" fmla="*/ 1459010 w 2122941"/>
                <a:gd name="connsiteY855" fmla="*/ 191802 h 1062290"/>
                <a:gd name="connsiteX856" fmla="*/ 1462288 w 2122941"/>
                <a:gd name="connsiteY856" fmla="*/ 190163 h 1062290"/>
                <a:gd name="connsiteX857" fmla="*/ 1465567 w 2122941"/>
                <a:gd name="connsiteY857" fmla="*/ 188524 h 1062290"/>
                <a:gd name="connsiteX858" fmla="*/ 1470485 w 2122941"/>
                <a:gd name="connsiteY858" fmla="*/ 185245 h 1062290"/>
                <a:gd name="connsiteX859" fmla="*/ 1473764 w 2122941"/>
                <a:gd name="connsiteY859" fmla="*/ 181966 h 1062290"/>
                <a:gd name="connsiteX860" fmla="*/ 1477043 w 2122941"/>
                <a:gd name="connsiteY860" fmla="*/ 180327 h 1062290"/>
                <a:gd name="connsiteX861" fmla="*/ 1475403 w 2122941"/>
                <a:gd name="connsiteY861" fmla="*/ 183606 h 1062290"/>
                <a:gd name="connsiteX862" fmla="*/ 1472125 w 2122941"/>
                <a:gd name="connsiteY862" fmla="*/ 186884 h 1062290"/>
                <a:gd name="connsiteX863" fmla="*/ 1472125 w 2122941"/>
                <a:gd name="connsiteY863" fmla="*/ 188524 h 1062290"/>
                <a:gd name="connsiteX864" fmla="*/ 1470485 w 2122941"/>
                <a:gd name="connsiteY864" fmla="*/ 191802 h 1062290"/>
                <a:gd name="connsiteX865" fmla="*/ 1467206 w 2122941"/>
                <a:gd name="connsiteY865" fmla="*/ 196720 h 1062290"/>
                <a:gd name="connsiteX866" fmla="*/ 1470485 w 2122941"/>
                <a:gd name="connsiteY866" fmla="*/ 193442 h 1062290"/>
                <a:gd name="connsiteX867" fmla="*/ 1473764 w 2122941"/>
                <a:gd name="connsiteY867" fmla="*/ 190163 h 1062290"/>
                <a:gd name="connsiteX868" fmla="*/ 1473764 w 2122941"/>
                <a:gd name="connsiteY868" fmla="*/ 193442 h 1062290"/>
                <a:gd name="connsiteX869" fmla="*/ 1468846 w 2122941"/>
                <a:gd name="connsiteY869" fmla="*/ 198360 h 1062290"/>
                <a:gd name="connsiteX870" fmla="*/ 1473764 w 2122941"/>
                <a:gd name="connsiteY870" fmla="*/ 195081 h 1062290"/>
                <a:gd name="connsiteX871" fmla="*/ 1477043 w 2122941"/>
                <a:gd name="connsiteY871" fmla="*/ 191802 h 1062290"/>
                <a:gd name="connsiteX872" fmla="*/ 1480321 w 2122941"/>
                <a:gd name="connsiteY872" fmla="*/ 188524 h 1062290"/>
                <a:gd name="connsiteX873" fmla="*/ 1481960 w 2122941"/>
                <a:gd name="connsiteY873" fmla="*/ 185245 h 1062290"/>
                <a:gd name="connsiteX874" fmla="*/ 1483600 w 2122941"/>
                <a:gd name="connsiteY874" fmla="*/ 180327 h 1062290"/>
                <a:gd name="connsiteX875" fmla="*/ 1485239 w 2122941"/>
                <a:gd name="connsiteY875" fmla="*/ 177048 h 1062290"/>
                <a:gd name="connsiteX876" fmla="*/ 1488518 w 2122941"/>
                <a:gd name="connsiteY876" fmla="*/ 175409 h 1062290"/>
                <a:gd name="connsiteX877" fmla="*/ 1493436 w 2122941"/>
                <a:gd name="connsiteY877" fmla="*/ 173770 h 1062290"/>
                <a:gd name="connsiteX878" fmla="*/ 1496715 w 2122941"/>
                <a:gd name="connsiteY878" fmla="*/ 172130 h 1062290"/>
                <a:gd name="connsiteX879" fmla="*/ 1499993 w 2122941"/>
                <a:gd name="connsiteY879" fmla="*/ 172130 h 1062290"/>
                <a:gd name="connsiteX880" fmla="*/ 1499993 w 2122941"/>
                <a:gd name="connsiteY880" fmla="*/ 172130 h 1062290"/>
                <a:gd name="connsiteX881" fmla="*/ 1504911 w 2122941"/>
                <a:gd name="connsiteY881" fmla="*/ 170491 h 1062290"/>
                <a:gd name="connsiteX882" fmla="*/ 1501633 w 2122941"/>
                <a:gd name="connsiteY882" fmla="*/ 170491 h 1062290"/>
                <a:gd name="connsiteX883" fmla="*/ 1499993 w 2122941"/>
                <a:gd name="connsiteY883" fmla="*/ 165573 h 1062290"/>
                <a:gd name="connsiteX884" fmla="*/ 1501633 w 2122941"/>
                <a:gd name="connsiteY884" fmla="*/ 162294 h 1062290"/>
                <a:gd name="connsiteX885" fmla="*/ 1506550 w 2122941"/>
                <a:gd name="connsiteY885" fmla="*/ 160655 h 1062290"/>
                <a:gd name="connsiteX886" fmla="*/ 1506550 w 2122941"/>
                <a:gd name="connsiteY886" fmla="*/ 159016 h 1062290"/>
                <a:gd name="connsiteX887" fmla="*/ 1509829 w 2122941"/>
                <a:gd name="connsiteY887" fmla="*/ 155737 h 1062290"/>
                <a:gd name="connsiteX888" fmla="*/ 1513108 w 2122941"/>
                <a:gd name="connsiteY888" fmla="*/ 155737 h 1062290"/>
                <a:gd name="connsiteX889" fmla="*/ 1516387 w 2122941"/>
                <a:gd name="connsiteY889" fmla="*/ 154098 h 1062290"/>
                <a:gd name="connsiteX890" fmla="*/ 1519665 w 2122941"/>
                <a:gd name="connsiteY890" fmla="*/ 155737 h 1062290"/>
                <a:gd name="connsiteX891" fmla="*/ 1524583 w 2122941"/>
                <a:gd name="connsiteY891" fmla="*/ 160655 h 1062290"/>
                <a:gd name="connsiteX892" fmla="*/ 1527862 w 2122941"/>
                <a:gd name="connsiteY892" fmla="*/ 160655 h 1062290"/>
                <a:gd name="connsiteX893" fmla="*/ 1529501 w 2122941"/>
                <a:gd name="connsiteY893" fmla="*/ 159016 h 1062290"/>
                <a:gd name="connsiteX894" fmla="*/ 1532780 w 2122941"/>
                <a:gd name="connsiteY894" fmla="*/ 160655 h 1062290"/>
                <a:gd name="connsiteX895" fmla="*/ 1534419 w 2122941"/>
                <a:gd name="connsiteY895" fmla="*/ 165573 h 1062290"/>
                <a:gd name="connsiteX896" fmla="*/ 1537698 w 2122941"/>
                <a:gd name="connsiteY896" fmla="*/ 167212 h 1062290"/>
                <a:gd name="connsiteX897" fmla="*/ 1540977 w 2122941"/>
                <a:gd name="connsiteY897" fmla="*/ 168852 h 1062290"/>
                <a:gd name="connsiteX898" fmla="*/ 1544255 w 2122941"/>
                <a:gd name="connsiteY898" fmla="*/ 170491 h 1062290"/>
                <a:gd name="connsiteX899" fmla="*/ 1549173 w 2122941"/>
                <a:gd name="connsiteY899" fmla="*/ 172130 h 1062290"/>
                <a:gd name="connsiteX900" fmla="*/ 1552452 w 2122941"/>
                <a:gd name="connsiteY900" fmla="*/ 173770 h 1062290"/>
                <a:gd name="connsiteX901" fmla="*/ 1554091 w 2122941"/>
                <a:gd name="connsiteY901" fmla="*/ 177048 h 1062290"/>
                <a:gd name="connsiteX902" fmla="*/ 1552452 w 2122941"/>
                <a:gd name="connsiteY902" fmla="*/ 180327 h 1062290"/>
                <a:gd name="connsiteX903" fmla="*/ 1554091 w 2122941"/>
                <a:gd name="connsiteY903" fmla="*/ 185245 h 1062290"/>
                <a:gd name="connsiteX904" fmla="*/ 1550813 w 2122941"/>
                <a:gd name="connsiteY904" fmla="*/ 185245 h 1062290"/>
                <a:gd name="connsiteX905" fmla="*/ 1545895 w 2122941"/>
                <a:gd name="connsiteY905" fmla="*/ 188524 h 1062290"/>
                <a:gd name="connsiteX906" fmla="*/ 1547534 w 2122941"/>
                <a:gd name="connsiteY906" fmla="*/ 191802 h 1062290"/>
                <a:gd name="connsiteX907" fmla="*/ 1549173 w 2122941"/>
                <a:gd name="connsiteY907" fmla="*/ 196720 h 1062290"/>
                <a:gd name="connsiteX908" fmla="*/ 1547534 w 2122941"/>
                <a:gd name="connsiteY908" fmla="*/ 199999 h 1062290"/>
                <a:gd name="connsiteX909" fmla="*/ 1545895 w 2122941"/>
                <a:gd name="connsiteY909" fmla="*/ 203278 h 1062290"/>
                <a:gd name="connsiteX910" fmla="*/ 1542616 w 2122941"/>
                <a:gd name="connsiteY910" fmla="*/ 208196 h 1062290"/>
                <a:gd name="connsiteX911" fmla="*/ 1540977 w 2122941"/>
                <a:gd name="connsiteY911" fmla="*/ 211474 h 1062290"/>
                <a:gd name="connsiteX912" fmla="*/ 1539337 w 2122941"/>
                <a:gd name="connsiteY912" fmla="*/ 214753 h 1062290"/>
                <a:gd name="connsiteX913" fmla="*/ 1537698 w 2122941"/>
                <a:gd name="connsiteY913" fmla="*/ 218032 h 1062290"/>
                <a:gd name="connsiteX914" fmla="*/ 1534419 w 2122941"/>
                <a:gd name="connsiteY914" fmla="*/ 219671 h 1062290"/>
                <a:gd name="connsiteX915" fmla="*/ 1529501 w 2122941"/>
                <a:gd name="connsiteY915" fmla="*/ 219671 h 1062290"/>
                <a:gd name="connsiteX916" fmla="*/ 1526223 w 2122941"/>
                <a:gd name="connsiteY916" fmla="*/ 224589 h 1062290"/>
                <a:gd name="connsiteX917" fmla="*/ 1524583 w 2122941"/>
                <a:gd name="connsiteY917" fmla="*/ 227868 h 1062290"/>
                <a:gd name="connsiteX918" fmla="*/ 1521305 w 2122941"/>
                <a:gd name="connsiteY918" fmla="*/ 229507 h 1062290"/>
                <a:gd name="connsiteX919" fmla="*/ 1516387 w 2122941"/>
                <a:gd name="connsiteY919" fmla="*/ 231147 h 1062290"/>
                <a:gd name="connsiteX920" fmla="*/ 1513108 w 2122941"/>
                <a:gd name="connsiteY920" fmla="*/ 232786 h 1062290"/>
                <a:gd name="connsiteX921" fmla="*/ 1509829 w 2122941"/>
                <a:gd name="connsiteY921" fmla="*/ 236064 h 1062290"/>
                <a:gd name="connsiteX922" fmla="*/ 1506550 w 2122941"/>
                <a:gd name="connsiteY922" fmla="*/ 239343 h 1062290"/>
                <a:gd name="connsiteX923" fmla="*/ 1504911 w 2122941"/>
                <a:gd name="connsiteY923" fmla="*/ 244261 h 1062290"/>
                <a:gd name="connsiteX924" fmla="*/ 1506550 w 2122941"/>
                <a:gd name="connsiteY924" fmla="*/ 247540 h 1062290"/>
                <a:gd name="connsiteX925" fmla="*/ 1506550 w 2122941"/>
                <a:gd name="connsiteY925" fmla="*/ 247540 h 1062290"/>
                <a:gd name="connsiteX926" fmla="*/ 1509829 w 2122941"/>
                <a:gd name="connsiteY926" fmla="*/ 249179 h 1062290"/>
                <a:gd name="connsiteX927" fmla="*/ 1514747 w 2122941"/>
                <a:gd name="connsiteY927" fmla="*/ 247540 h 1062290"/>
                <a:gd name="connsiteX928" fmla="*/ 1518026 w 2122941"/>
                <a:gd name="connsiteY928" fmla="*/ 244261 h 1062290"/>
                <a:gd name="connsiteX929" fmla="*/ 1521305 w 2122941"/>
                <a:gd name="connsiteY929" fmla="*/ 244261 h 1062290"/>
                <a:gd name="connsiteX930" fmla="*/ 1526223 w 2122941"/>
                <a:gd name="connsiteY930" fmla="*/ 240982 h 1062290"/>
                <a:gd name="connsiteX931" fmla="*/ 1529501 w 2122941"/>
                <a:gd name="connsiteY931" fmla="*/ 236064 h 1062290"/>
                <a:gd name="connsiteX932" fmla="*/ 1532780 w 2122941"/>
                <a:gd name="connsiteY932" fmla="*/ 232786 h 1062290"/>
                <a:gd name="connsiteX933" fmla="*/ 1536059 w 2122941"/>
                <a:gd name="connsiteY933" fmla="*/ 232786 h 1062290"/>
                <a:gd name="connsiteX934" fmla="*/ 1540977 w 2122941"/>
                <a:gd name="connsiteY934" fmla="*/ 231147 h 1062290"/>
                <a:gd name="connsiteX935" fmla="*/ 1544255 w 2122941"/>
                <a:gd name="connsiteY935" fmla="*/ 229507 h 1062290"/>
                <a:gd name="connsiteX936" fmla="*/ 1547534 w 2122941"/>
                <a:gd name="connsiteY936" fmla="*/ 229507 h 1062290"/>
                <a:gd name="connsiteX937" fmla="*/ 1552452 w 2122941"/>
                <a:gd name="connsiteY937" fmla="*/ 232786 h 1062290"/>
                <a:gd name="connsiteX938" fmla="*/ 1552452 w 2122941"/>
                <a:gd name="connsiteY938" fmla="*/ 236064 h 1062290"/>
                <a:gd name="connsiteX939" fmla="*/ 1552452 w 2122941"/>
                <a:gd name="connsiteY939" fmla="*/ 240982 h 1062290"/>
                <a:gd name="connsiteX940" fmla="*/ 1550813 w 2122941"/>
                <a:gd name="connsiteY940" fmla="*/ 244261 h 1062290"/>
                <a:gd name="connsiteX941" fmla="*/ 1549173 w 2122941"/>
                <a:gd name="connsiteY941" fmla="*/ 247540 h 1062290"/>
                <a:gd name="connsiteX942" fmla="*/ 1549173 w 2122941"/>
                <a:gd name="connsiteY942" fmla="*/ 252458 h 1062290"/>
                <a:gd name="connsiteX943" fmla="*/ 1549173 w 2122941"/>
                <a:gd name="connsiteY943" fmla="*/ 255737 h 1062290"/>
                <a:gd name="connsiteX944" fmla="*/ 1547534 w 2122941"/>
                <a:gd name="connsiteY944" fmla="*/ 259015 h 1062290"/>
                <a:gd name="connsiteX945" fmla="*/ 1545895 w 2122941"/>
                <a:gd name="connsiteY945" fmla="*/ 262294 h 1062290"/>
                <a:gd name="connsiteX946" fmla="*/ 1545895 w 2122941"/>
                <a:gd name="connsiteY946" fmla="*/ 267212 h 1062290"/>
                <a:gd name="connsiteX947" fmla="*/ 1544255 w 2122941"/>
                <a:gd name="connsiteY947" fmla="*/ 270491 h 1062290"/>
                <a:gd name="connsiteX948" fmla="*/ 1544255 w 2122941"/>
                <a:gd name="connsiteY948" fmla="*/ 273769 h 1062290"/>
                <a:gd name="connsiteX949" fmla="*/ 1545895 w 2122941"/>
                <a:gd name="connsiteY949" fmla="*/ 275409 h 1062290"/>
                <a:gd name="connsiteX950" fmla="*/ 1544255 w 2122941"/>
                <a:gd name="connsiteY950" fmla="*/ 277048 h 1062290"/>
                <a:gd name="connsiteX951" fmla="*/ 1540977 w 2122941"/>
                <a:gd name="connsiteY951" fmla="*/ 280327 h 1062290"/>
                <a:gd name="connsiteX952" fmla="*/ 1539337 w 2122941"/>
                <a:gd name="connsiteY952" fmla="*/ 283605 h 1062290"/>
                <a:gd name="connsiteX953" fmla="*/ 1536059 w 2122941"/>
                <a:gd name="connsiteY953" fmla="*/ 288523 h 1062290"/>
                <a:gd name="connsiteX954" fmla="*/ 1534419 w 2122941"/>
                <a:gd name="connsiteY954" fmla="*/ 291802 h 1062290"/>
                <a:gd name="connsiteX955" fmla="*/ 1531140 w 2122941"/>
                <a:gd name="connsiteY955" fmla="*/ 295081 h 1062290"/>
                <a:gd name="connsiteX956" fmla="*/ 1527862 w 2122941"/>
                <a:gd name="connsiteY956" fmla="*/ 295081 h 1062290"/>
                <a:gd name="connsiteX957" fmla="*/ 1529501 w 2122941"/>
                <a:gd name="connsiteY957" fmla="*/ 291802 h 1062290"/>
                <a:gd name="connsiteX958" fmla="*/ 1527862 w 2122941"/>
                <a:gd name="connsiteY958" fmla="*/ 288523 h 1062290"/>
                <a:gd name="connsiteX959" fmla="*/ 1524583 w 2122941"/>
                <a:gd name="connsiteY959" fmla="*/ 290163 h 1062290"/>
                <a:gd name="connsiteX960" fmla="*/ 1521305 w 2122941"/>
                <a:gd name="connsiteY960" fmla="*/ 295081 h 1062290"/>
                <a:gd name="connsiteX961" fmla="*/ 1519665 w 2122941"/>
                <a:gd name="connsiteY961" fmla="*/ 298359 h 1062290"/>
                <a:gd name="connsiteX962" fmla="*/ 1516387 w 2122941"/>
                <a:gd name="connsiteY962" fmla="*/ 301638 h 1062290"/>
                <a:gd name="connsiteX963" fmla="*/ 1513108 w 2122941"/>
                <a:gd name="connsiteY963" fmla="*/ 303277 h 1062290"/>
                <a:gd name="connsiteX964" fmla="*/ 1509829 w 2122941"/>
                <a:gd name="connsiteY964" fmla="*/ 304917 h 1062290"/>
                <a:gd name="connsiteX965" fmla="*/ 1509829 w 2122941"/>
                <a:gd name="connsiteY965" fmla="*/ 304917 h 1062290"/>
                <a:gd name="connsiteX966" fmla="*/ 1509829 w 2122941"/>
                <a:gd name="connsiteY966" fmla="*/ 304917 h 1062290"/>
                <a:gd name="connsiteX967" fmla="*/ 1506550 w 2122941"/>
                <a:gd name="connsiteY967" fmla="*/ 306556 h 1062290"/>
                <a:gd name="connsiteX968" fmla="*/ 1503272 w 2122941"/>
                <a:gd name="connsiteY968" fmla="*/ 311474 h 1062290"/>
                <a:gd name="connsiteX969" fmla="*/ 1501633 w 2122941"/>
                <a:gd name="connsiteY969" fmla="*/ 314753 h 1062290"/>
                <a:gd name="connsiteX970" fmla="*/ 1499993 w 2122941"/>
                <a:gd name="connsiteY970" fmla="*/ 318031 h 1062290"/>
                <a:gd name="connsiteX971" fmla="*/ 1495075 w 2122941"/>
                <a:gd name="connsiteY971" fmla="*/ 322949 h 1062290"/>
                <a:gd name="connsiteX972" fmla="*/ 1491796 w 2122941"/>
                <a:gd name="connsiteY972" fmla="*/ 324589 h 1062290"/>
                <a:gd name="connsiteX973" fmla="*/ 1488518 w 2122941"/>
                <a:gd name="connsiteY973" fmla="*/ 326228 h 1062290"/>
                <a:gd name="connsiteX974" fmla="*/ 1485239 w 2122941"/>
                <a:gd name="connsiteY974" fmla="*/ 331146 h 1062290"/>
                <a:gd name="connsiteX975" fmla="*/ 1485239 w 2122941"/>
                <a:gd name="connsiteY975" fmla="*/ 332785 h 1062290"/>
                <a:gd name="connsiteX976" fmla="*/ 1488518 w 2122941"/>
                <a:gd name="connsiteY976" fmla="*/ 332785 h 1062290"/>
                <a:gd name="connsiteX977" fmla="*/ 1491796 w 2122941"/>
                <a:gd name="connsiteY977" fmla="*/ 334425 h 1062290"/>
                <a:gd name="connsiteX978" fmla="*/ 1496715 w 2122941"/>
                <a:gd name="connsiteY978" fmla="*/ 336064 h 1062290"/>
                <a:gd name="connsiteX979" fmla="*/ 1499993 w 2122941"/>
                <a:gd name="connsiteY979" fmla="*/ 339343 h 1062290"/>
                <a:gd name="connsiteX980" fmla="*/ 1503272 w 2122941"/>
                <a:gd name="connsiteY980" fmla="*/ 339343 h 1062290"/>
                <a:gd name="connsiteX981" fmla="*/ 1506550 w 2122941"/>
                <a:gd name="connsiteY981" fmla="*/ 340982 h 1062290"/>
                <a:gd name="connsiteX982" fmla="*/ 1503272 w 2122941"/>
                <a:gd name="connsiteY982" fmla="*/ 340982 h 1062290"/>
                <a:gd name="connsiteX983" fmla="*/ 1499993 w 2122941"/>
                <a:gd name="connsiteY983" fmla="*/ 340982 h 1062290"/>
                <a:gd name="connsiteX984" fmla="*/ 1495075 w 2122941"/>
                <a:gd name="connsiteY984" fmla="*/ 342621 h 1062290"/>
                <a:gd name="connsiteX985" fmla="*/ 1499993 w 2122941"/>
                <a:gd name="connsiteY985" fmla="*/ 344261 h 1062290"/>
                <a:gd name="connsiteX986" fmla="*/ 1503272 w 2122941"/>
                <a:gd name="connsiteY986" fmla="*/ 342621 h 1062290"/>
                <a:gd name="connsiteX987" fmla="*/ 1506550 w 2122941"/>
                <a:gd name="connsiteY987" fmla="*/ 342621 h 1062290"/>
                <a:gd name="connsiteX988" fmla="*/ 1509829 w 2122941"/>
                <a:gd name="connsiteY988" fmla="*/ 344261 h 1062290"/>
                <a:gd name="connsiteX989" fmla="*/ 1514747 w 2122941"/>
                <a:gd name="connsiteY989" fmla="*/ 345900 h 1062290"/>
                <a:gd name="connsiteX990" fmla="*/ 1518026 w 2122941"/>
                <a:gd name="connsiteY990" fmla="*/ 344261 h 1062290"/>
                <a:gd name="connsiteX991" fmla="*/ 1521305 w 2122941"/>
                <a:gd name="connsiteY991" fmla="*/ 344261 h 1062290"/>
                <a:gd name="connsiteX992" fmla="*/ 1524583 w 2122941"/>
                <a:gd name="connsiteY992" fmla="*/ 342621 h 1062290"/>
                <a:gd name="connsiteX993" fmla="*/ 1529501 w 2122941"/>
                <a:gd name="connsiteY993" fmla="*/ 340982 h 1062290"/>
                <a:gd name="connsiteX994" fmla="*/ 1532780 w 2122941"/>
                <a:gd name="connsiteY994" fmla="*/ 340982 h 1062290"/>
                <a:gd name="connsiteX995" fmla="*/ 1536059 w 2122941"/>
                <a:gd name="connsiteY995" fmla="*/ 340982 h 1062290"/>
                <a:gd name="connsiteX996" fmla="*/ 1540977 w 2122941"/>
                <a:gd name="connsiteY996" fmla="*/ 340982 h 1062290"/>
                <a:gd name="connsiteX997" fmla="*/ 1544255 w 2122941"/>
                <a:gd name="connsiteY997" fmla="*/ 340982 h 1062290"/>
                <a:gd name="connsiteX998" fmla="*/ 1547534 w 2122941"/>
                <a:gd name="connsiteY998" fmla="*/ 337703 h 1062290"/>
                <a:gd name="connsiteX999" fmla="*/ 1552452 w 2122941"/>
                <a:gd name="connsiteY999" fmla="*/ 336064 h 1062290"/>
                <a:gd name="connsiteX1000" fmla="*/ 1555731 w 2122941"/>
                <a:gd name="connsiteY1000" fmla="*/ 332785 h 1062290"/>
                <a:gd name="connsiteX1001" fmla="*/ 1559009 w 2122941"/>
                <a:gd name="connsiteY1001" fmla="*/ 331146 h 1062290"/>
                <a:gd name="connsiteX1002" fmla="*/ 1562288 w 2122941"/>
                <a:gd name="connsiteY1002" fmla="*/ 329507 h 1062290"/>
                <a:gd name="connsiteX1003" fmla="*/ 1567206 w 2122941"/>
                <a:gd name="connsiteY1003" fmla="*/ 329507 h 1062290"/>
                <a:gd name="connsiteX1004" fmla="*/ 1570485 w 2122941"/>
                <a:gd name="connsiteY1004" fmla="*/ 327867 h 1062290"/>
                <a:gd name="connsiteX1005" fmla="*/ 1573763 w 2122941"/>
                <a:gd name="connsiteY1005" fmla="*/ 326228 h 1062290"/>
                <a:gd name="connsiteX1006" fmla="*/ 1577042 w 2122941"/>
                <a:gd name="connsiteY1006" fmla="*/ 324589 h 1062290"/>
                <a:gd name="connsiteX1007" fmla="*/ 1581960 w 2122941"/>
                <a:gd name="connsiteY1007" fmla="*/ 322949 h 1062290"/>
                <a:gd name="connsiteX1008" fmla="*/ 1585239 w 2122941"/>
                <a:gd name="connsiteY1008" fmla="*/ 322949 h 1062290"/>
                <a:gd name="connsiteX1009" fmla="*/ 1588517 w 2122941"/>
                <a:gd name="connsiteY1009" fmla="*/ 321310 h 1062290"/>
                <a:gd name="connsiteX1010" fmla="*/ 1593435 w 2122941"/>
                <a:gd name="connsiteY1010" fmla="*/ 319671 h 1062290"/>
                <a:gd name="connsiteX1011" fmla="*/ 1595075 w 2122941"/>
                <a:gd name="connsiteY1011" fmla="*/ 319671 h 1062290"/>
                <a:gd name="connsiteX1012" fmla="*/ 1599993 w 2122941"/>
                <a:gd name="connsiteY1012" fmla="*/ 318031 h 1062290"/>
                <a:gd name="connsiteX1013" fmla="*/ 1603271 w 2122941"/>
                <a:gd name="connsiteY1013" fmla="*/ 316392 h 1062290"/>
                <a:gd name="connsiteX1014" fmla="*/ 1606550 w 2122941"/>
                <a:gd name="connsiteY1014" fmla="*/ 314753 h 1062290"/>
                <a:gd name="connsiteX1015" fmla="*/ 1609829 w 2122941"/>
                <a:gd name="connsiteY1015" fmla="*/ 313113 h 1062290"/>
                <a:gd name="connsiteX1016" fmla="*/ 1611468 w 2122941"/>
                <a:gd name="connsiteY1016" fmla="*/ 313113 h 1062290"/>
                <a:gd name="connsiteX1017" fmla="*/ 1614747 w 2122941"/>
                <a:gd name="connsiteY1017" fmla="*/ 311474 h 1062290"/>
                <a:gd name="connsiteX1018" fmla="*/ 1616386 w 2122941"/>
                <a:gd name="connsiteY1018" fmla="*/ 309835 h 1062290"/>
                <a:gd name="connsiteX1019" fmla="*/ 1621304 w 2122941"/>
                <a:gd name="connsiteY1019" fmla="*/ 309835 h 1062290"/>
                <a:gd name="connsiteX1020" fmla="*/ 1624583 w 2122941"/>
                <a:gd name="connsiteY1020" fmla="*/ 308195 h 1062290"/>
                <a:gd name="connsiteX1021" fmla="*/ 1626222 w 2122941"/>
                <a:gd name="connsiteY1021" fmla="*/ 306556 h 1062290"/>
                <a:gd name="connsiteX1022" fmla="*/ 1631140 w 2122941"/>
                <a:gd name="connsiteY1022" fmla="*/ 304917 h 1062290"/>
                <a:gd name="connsiteX1023" fmla="*/ 1634419 w 2122941"/>
                <a:gd name="connsiteY1023" fmla="*/ 303277 h 1062290"/>
                <a:gd name="connsiteX1024" fmla="*/ 1637697 w 2122941"/>
                <a:gd name="connsiteY1024" fmla="*/ 301638 h 1062290"/>
                <a:gd name="connsiteX1025" fmla="*/ 1640976 w 2122941"/>
                <a:gd name="connsiteY1025" fmla="*/ 298359 h 1062290"/>
                <a:gd name="connsiteX1026" fmla="*/ 1645894 w 2122941"/>
                <a:gd name="connsiteY1026" fmla="*/ 296720 h 1062290"/>
                <a:gd name="connsiteX1027" fmla="*/ 1649173 w 2122941"/>
                <a:gd name="connsiteY1027" fmla="*/ 295081 h 1062290"/>
                <a:gd name="connsiteX1028" fmla="*/ 1652452 w 2122941"/>
                <a:gd name="connsiteY1028" fmla="*/ 293441 h 1062290"/>
                <a:gd name="connsiteX1029" fmla="*/ 1657370 w 2122941"/>
                <a:gd name="connsiteY1029" fmla="*/ 290163 h 1062290"/>
                <a:gd name="connsiteX1030" fmla="*/ 1660648 w 2122941"/>
                <a:gd name="connsiteY1030" fmla="*/ 286884 h 1062290"/>
                <a:gd name="connsiteX1031" fmla="*/ 1663927 w 2122941"/>
                <a:gd name="connsiteY1031" fmla="*/ 285244 h 1062290"/>
                <a:gd name="connsiteX1032" fmla="*/ 1665566 w 2122941"/>
                <a:gd name="connsiteY1032" fmla="*/ 281966 h 1062290"/>
                <a:gd name="connsiteX1033" fmla="*/ 1667205 w 2122941"/>
                <a:gd name="connsiteY1033" fmla="*/ 278687 h 1062290"/>
                <a:gd name="connsiteX1034" fmla="*/ 1668845 w 2122941"/>
                <a:gd name="connsiteY1034" fmla="*/ 273769 h 1062290"/>
                <a:gd name="connsiteX1035" fmla="*/ 1667205 w 2122941"/>
                <a:gd name="connsiteY1035" fmla="*/ 272130 h 1062290"/>
                <a:gd name="connsiteX1036" fmla="*/ 1663927 w 2122941"/>
                <a:gd name="connsiteY1036" fmla="*/ 272130 h 1062290"/>
                <a:gd name="connsiteX1037" fmla="*/ 1663927 w 2122941"/>
                <a:gd name="connsiteY1037" fmla="*/ 270491 h 1062290"/>
                <a:gd name="connsiteX1038" fmla="*/ 1665566 w 2122941"/>
                <a:gd name="connsiteY1038" fmla="*/ 267212 h 1062290"/>
                <a:gd name="connsiteX1039" fmla="*/ 1667205 w 2122941"/>
                <a:gd name="connsiteY1039" fmla="*/ 263933 h 1062290"/>
                <a:gd name="connsiteX1040" fmla="*/ 1668845 w 2122941"/>
                <a:gd name="connsiteY1040" fmla="*/ 263933 h 1062290"/>
                <a:gd name="connsiteX1041" fmla="*/ 1672124 w 2122941"/>
                <a:gd name="connsiteY1041" fmla="*/ 262294 h 1062290"/>
                <a:gd name="connsiteX1042" fmla="*/ 1677042 w 2122941"/>
                <a:gd name="connsiteY1042" fmla="*/ 260654 h 1062290"/>
                <a:gd name="connsiteX1043" fmla="*/ 1680320 w 2122941"/>
                <a:gd name="connsiteY1043" fmla="*/ 260654 h 1062290"/>
                <a:gd name="connsiteX1044" fmla="*/ 1683599 w 2122941"/>
                <a:gd name="connsiteY1044" fmla="*/ 259015 h 1062290"/>
                <a:gd name="connsiteX1045" fmla="*/ 1688517 w 2122941"/>
                <a:gd name="connsiteY1045" fmla="*/ 259015 h 1062290"/>
                <a:gd name="connsiteX1046" fmla="*/ 1691796 w 2122941"/>
                <a:gd name="connsiteY1046" fmla="*/ 259015 h 1062290"/>
                <a:gd name="connsiteX1047" fmla="*/ 1695074 w 2122941"/>
                <a:gd name="connsiteY1047" fmla="*/ 259015 h 1062290"/>
                <a:gd name="connsiteX1048" fmla="*/ 1699992 w 2122941"/>
                <a:gd name="connsiteY1048" fmla="*/ 259015 h 1062290"/>
                <a:gd name="connsiteX1049" fmla="*/ 1703271 w 2122941"/>
                <a:gd name="connsiteY1049" fmla="*/ 259015 h 1062290"/>
                <a:gd name="connsiteX1050" fmla="*/ 1706550 w 2122941"/>
                <a:gd name="connsiteY1050" fmla="*/ 259015 h 1062290"/>
                <a:gd name="connsiteX1051" fmla="*/ 1709828 w 2122941"/>
                <a:gd name="connsiteY1051" fmla="*/ 260654 h 1062290"/>
                <a:gd name="connsiteX1052" fmla="*/ 1714746 w 2122941"/>
                <a:gd name="connsiteY1052" fmla="*/ 260654 h 1062290"/>
                <a:gd name="connsiteX1053" fmla="*/ 1718025 w 2122941"/>
                <a:gd name="connsiteY1053" fmla="*/ 265573 h 1062290"/>
                <a:gd name="connsiteX1054" fmla="*/ 1721304 w 2122941"/>
                <a:gd name="connsiteY1054" fmla="*/ 263933 h 1062290"/>
                <a:gd name="connsiteX1055" fmla="*/ 1726222 w 2122941"/>
                <a:gd name="connsiteY1055" fmla="*/ 262294 h 1062290"/>
                <a:gd name="connsiteX1056" fmla="*/ 1729500 w 2122941"/>
                <a:gd name="connsiteY1056" fmla="*/ 262294 h 1062290"/>
                <a:gd name="connsiteX1057" fmla="*/ 1732779 w 2122941"/>
                <a:gd name="connsiteY1057" fmla="*/ 262294 h 1062290"/>
                <a:gd name="connsiteX1058" fmla="*/ 1737697 w 2122941"/>
                <a:gd name="connsiteY1058" fmla="*/ 263933 h 1062290"/>
                <a:gd name="connsiteX1059" fmla="*/ 1740976 w 2122941"/>
                <a:gd name="connsiteY1059" fmla="*/ 263933 h 1062290"/>
                <a:gd name="connsiteX1060" fmla="*/ 1744254 w 2122941"/>
                <a:gd name="connsiteY1060" fmla="*/ 262294 h 1062290"/>
                <a:gd name="connsiteX1061" fmla="*/ 1747533 w 2122941"/>
                <a:gd name="connsiteY1061" fmla="*/ 260654 h 1062290"/>
                <a:gd name="connsiteX1062" fmla="*/ 1750812 w 2122941"/>
                <a:gd name="connsiteY1062" fmla="*/ 259015 h 1062290"/>
                <a:gd name="connsiteX1063" fmla="*/ 1755730 w 2122941"/>
                <a:gd name="connsiteY1063" fmla="*/ 257376 h 1062290"/>
                <a:gd name="connsiteX1064" fmla="*/ 1759008 w 2122941"/>
                <a:gd name="connsiteY1064" fmla="*/ 255737 h 1062290"/>
                <a:gd name="connsiteX1065" fmla="*/ 1760648 w 2122941"/>
                <a:gd name="connsiteY1065" fmla="*/ 254097 h 1062290"/>
                <a:gd name="connsiteX1066" fmla="*/ 1763926 w 2122941"/>
                <a:gd name="connsiteY1066" fmla="*/ 252458 h 1062290"/>
                <a:gd name="connsiteX1067" fmla="*/ 1768844 w 2122941"/>
                <a:gd name="connsiteY1067" fmla="*/ 252458 h 1062290"/>
                <a:gd name="connsiteX1068" fmla="*/ 1772123 w 2122941"/>
                <a:gd name="connsiteY1068" fmla="*/ 249179 h 1062290"/>
                <a:gd name="connsiteX1069" fmla="*/ 1773762 w 2122941"/>
                <a:gd name="connsiteY1069" fmla="*/ 245901 h 1062290"/>
                <a:gd name="connsiteX1070" fmla="*/ 1773762 w 2122941"/>
                <a:gd name="connsiteY1070" fmla="*/ 240982 h 1062290"/>
                <a:gd name="connsiteX1071" fmla="*/ 1777041 w 2122941"/>
                <a:gd name="connsiteY1071" fmla="*/ 237704 h 1062290"/>
                <a:gd name="connsiteX1072" fmla="*/ 1780320 w 2122941"/>
                <a:gd name="connsiteY1072" fmla="*/ 234425 h 1062290"/>
                <a:gd name="connsiteX1073" fmla="*/ 1783598 w 2122941"/>
                <a:gd name="connsiteY1073" fmla="*/ 231147 h 1062290"/>
                <a:gd name="connsiteX1074" fmla="*/ 1783598 w 2122941"/>
                <a:gd name="connsiteY1074" fmla="*/ 232786 h 1062290"/>
                <a:gd name="connsiteX1075" fmla="*/ 1778680 w 2122941"/>
                <a:gd name="connsiteY1075" fmla="*/ 232786 h 1062290"/>
                <a:gd name="connsiteX1076" fmla="*/ 1780320 w 2122941"/>
                <a:gd name="connsiteY1076" fmla="*/ 229507 h 1062290"/>
                <a:gd name="connsiteX1077" fmla="*/ 1777041 w 2122941"/>
                <a:gd name="connsiteY1077" fmla="*/ 231147 h 1062290"/>
                <a:gd name="connsiteX1078" fmla="*/ 1777041 w 2122941"/>
                <a:gd name="connsiteY1078" fmla="*/ 226229 h 1062290"/>
                <a:gd name="connsiteX1079" fmla="*/ 1780320 w 2122941"/>
                <a:gd name="connsiteY1079" fmla="*/ 224589 h 1062290"/>
                <a:gd name="connsiteX1080" fmla="*/ 1783598 w 2122941"/>
                <a:gd name="connsiteY1080" fmla="*/ 222950 h 1062290"/>
                <a:gd name="connsiteX1081" fmla="*/ 1786877 w 2122941"/>
                <a:gd name="connsiteY1081" fmla="*/ 221310 h 1062290"/>
                <a:gd name="connsiteX1082" fmla="*/ 1791795 w 2122941"/>
                <a:gd name="connsiteY1082" fmla="*/ 219671 h 1062290"/>
                <a:gd name="connsiteX1083" fmla="*/ 1795074 w 2122941"/>
                <a:gd name="connsiteY1083" fmla="*/ 216392 h 1062290"/>
                <a:gd name="connsiteX1084" fmla="*/ 1799992 w 2122941"/>
                <a:gd name="connsiteY1084" fmla="*/ 214753 h 1062290"/>
                <a:gd name="connsiteX1085" fmla="*/ 1803270 w 2122941"/>
                <a:gd name="connsiteY1085" fmla="*/ 209835 h 1062290"/>
                <a:gd name="connsiteX1086" fmla="*/ 1806549 w 2122941"/>
                <a:gd name="connsiteY1086" fmla="*/ 208196 h 1062290"/>
                <a:gd name="connsiteX1087" fmla="*/ 1809828 w 2122941"/>
                <a:gd name="connsiteY1087" fmla="*/ 204917 h 1062290"/>
                <a:gd name="connsiteX1088" fmla="*/ 1813107 w 2122941"/>
                <a:gd name="connsiteY1088" fmla="*/ 203278 h 1062290"/>
                <a:gd name="connsiteX1089" fmla="*/ 1818024 w 2122941"/>
                <a:gd name="connsiteY1089" fmla="*/ 199999 h 1062290"/>
                <a:gd name="connsiteX1090" fmla="*/ 1821303 w 2122941"/>
                <a:gd name="connsiteY1090" fmla="*/ 198360 h 1062290"/>
                <a:gd name="connsiteX1091" fmla="*/ 1826221 w 2122941"/>
                <a:gd name="connsiteY1091" fmla="*/ 195081 h 1062290"/>
                <a:gd name="connsiteX1092" fmla="*/ 1829500 w 2122941"/>
                <a:gd name="connsiteY1092" fmla="*/ 195081 h 1062290"/>
                <a:gd name="connsiteX1093" fmla="*/ 1832779 w 2122941"/>
                <a:gd name="connsiteY1093" fmla="*/ 191802 h 1062290"/>
                <a:gd name="connsiteX1094" fmla="*/ 1836057 w 2122941"/>
                <a:gd name="connsiteY1094" fmla="*/ 191802 h 1062290"/>
                <a:gd name="connsiteX1095" fmla="*/ 1839336 w 2122941"/>
                <a:gd name="connsiteY1095" fmla="*/ 190163 h 1062290"/>
                <a:gd name="connsiteX1096" fmla="*/ 1842614 w 2122941"/>
                <a:gd name="connsiteY1096" fmla="*/ 188524 h 1062290"/>
                <a:gd name="connsiteX1097" fmla="*/ 1845893 w 2122941"/>
                <a:gd name="connsiteY1097" fmla="*/ 188524 h 1062290"/>
                <a:gd name="connsiteX1098" fmla="*/ 1850811 w 2122941"/>
                <a:gd name="connsiteY1098" fmla="*/ 188524 h 1062290"/>
                <a:gd name="connsiteX1099" fmla="*/ 1850811 w 2122941"/>
                <a:gd name="connsiteY1099" fmla="*/ 188524 h 1062290"/>
                <a:gd name="connsiteX1100" fmla="*/ 1855729 w 2122941"/>
                <a:gd name="connsiteY1100" fmla="*/ 188524 h 1062290"/>
                <a:gd name="connsiteX1101" fmla="*/ 1857369 w 2122941"/>
                <a:gd name="connsiteY1101" fmla="*/ 188524 h 1062290"/>
                <a:gd name="connsiteX1102" fmla="*/ 1860647 w 2122941"/>
                <a:gd name="connsiteY1102" fmla="*/ 188524 h 1062290"/>
                <a:gd name="connsiteX1103" fmla="*/ 1863926 w 2122941"/>
                <a:gd name="connsiteY1103" fmla="*/ 188524 h 1062290"/>
                <a:gd name="connsiteX1104" fmla="*/ 1868844 w 2122941"/>
                <a:gd name="connsiteY1104" fmla="*/ 188524 h 1062290"/>
                <a:gd name="connsiteX1105" fmla="*/ 1872123 w 2122941"/>
                <a:gd name="connsiteY1105" fmla="*/ 188524 h 1062290"/>
                <a:gd name="connsiteX1106" fmla="*/ 1877041 w 2122941"/>
                <a:gd name="connsiteY1106" fmla="*/ 188524 h 1062290"/>
                <a:gd name="connsiteX1107" fmla="*/ 1877041 w 2122941"/>
                <a:gd name="connsiteY1107" fmla="*/ 188524 h 1062290"/>
                <a:gd name="connsiteX1108" fmla="*/ 1880319 w 2122941"/>
                <a:gd name="connsiteY1108" fmla="*/ 188524 h 1062290"/>
                <a:gd name="connsiteX1109" fmla="*/ 1885237 w 2122941"/>
                <a:gd name="connsiteY1109" fmla="*/ 188524 h 1062290"/>
                <a:gd name="connsiteX1110" fmla="*/ 1888516 w 2122941"/>
                <a:gd name="connsiteY1110" fmla="*/ 188524 h 1062290"/>
                <a:gd name="connsiteX1111" fmla="*/ 1893434 w 2122941"/>
                <a:gd name="connsiteY1111" fmla="*/ 188524 h 1062290"/>
                <a:gd name="connsiteX1112" fmla="*/ 1895073 w 2122941"/>
                <a:gd name="connsiteY1112" fmla="*/ 188524 h 1062290"/>
                <a:gd name="connsiteX1113" fmla="*/ 1896713 w 2122941"/>
                <a:gd name="connsiteY1113" fmla="*/ 188524 h 1062290"/>
                <a:gd name="connsiteX1114" fmla="*/ 1896713 w 2122941"/>
                <a:gd name="connsiteY1114" fmla="*/ 188524 h 1062290"/>
                <a:gd name="connsiteX1115" fmla="*/ 1901631 w 2122941"/>
                <a:gd name="connsiteY1115" fmla="*/ 188524 h 1062290"/>
                <a:gd name="connsiteX1116" fmla="*/ 1901631 w 2122941"/>
                <a:gd name="connsiteY1116" fmla="*/ 188524 h 1062290"/>
                <a:gd name="connsiteX1117" fmla="*/ 1904909 w 2122941"/>
                <a:gd name="connsiteY1117" fmla="*/ 188524 h 1062290"/>
                <a:gd name="connsiteX1118" fmla="*/ 1904909 w 2122941"/>
                <a:gd name="connsiteY1118" fmla="*/ 188524 h 1062290"/>
                <a:gd name="connsiteX1119" fmla="*/ 1909827 w 2122941"/>
                <a:gd name="connsiteY1119" fmla="*/ 188524 h 1062290"/>
                <a:gd name="connsiteX1120" fmla="*/ 1913106 w 2122941"/>
                <a:gd name="connsiteY1120" fmla="*/ 188524 h 1062290"/>
                <a:gd name="connsiteX1121" fmla="*/ 1916385 w 2122941"/>
                <a:gd name="connsiteY1121" fmla="*/ 188524 h 1062290"/>
                <a:gd name="connsiteX1122" fmla="*/ 1921303 w 2122941"/>
                <a:gd name="connsiteY1122" fmla="*/ 188524 h 1062290"/>
                <a:gd name="connsiteX1123" fmla="*/ 1924581 w 2122941"/>
                <a:gd name="connsiteY1123" fmla="*/ 188524 h 1062290"/>
                <a:gd name="connsiteX1124" fmla="*/ 1927860 w 2122941"/>
                <a:gd name="connsiteY1124" fmla="*/ 188524 h 1062290"/>
                <a:gd name="connsiteX1125" fmla="*/ 1931139 w 2122941"/>
                <a:gd name="connsiteY1125" fmla="*/ 188524 h 1062290"/>
                <a:gd name="connsiteX1126" fmla="*/ 1934417 w 2122941"/>
                <a:gd name="connsiteY1126" fmla="*/ 188524 h 1062290"/>
                <a:gd name="connsiteX1127" fmla="*/ 1936057 w 2122941"/>
                <a:gd name="connsiteY1127" fmla="*/ 188524 h 1062290"/>
                <a:gd name="connsiteX1128" fmla="*/ 1939335 w 2122941"/>
                <a:gd name="connsiteY1128" fmla="*/ 188524 h 1062290"/>
                <a:gd name="connsiteX1129" fmla="*/ 1944254 w 2122941"/>
                <a:gd name="connsiteY1129" fmla="*/ 188524 h 1062290"/>
                <a:gd name="connsiteX1130" fmla="*/ 1947532 w 2122941"/>
                <a:gd name="connsiteY1130" fmla="*/ 188524 h 1062290"/>
                <a:gd name="connsiteX1131" fmla="*/ 1950811 w 2122941"/>
                <a:gd name="connsiteY1131" fmla="*/ 188524 h 1062290"/>
                <a:gd name="connsiteX1132" fmla="*/ 1955729 w 2122941"/>
                <a:gd name="connsiteY1132" fmla="*/ 188524 h 1062290"/>
                <a:gd name="connsiteX1133" fmla="*/ 1959007 w 2122941"/>
                <a:gd name="connsiteY1133" fmla="*/ 188524 h 1062290"/>
                <a:gd name="connsiteX1134" fmla="*/ 1960647 w 2122941"/>
                <a:gd name="connsiteY1134" fmla="*/ 188524 h 1062290"/>
                <a:gd name="connsiteX1135" fmla="*/ 1963926 w 2122941"/>
                <a:gd name="connsiteY1135" fmla="*/ 183606 h 1062290"/>
                <a:gd name="connsiteX1136" fmla="*/ 1967204 w 2122941"/>
                <a:gd name="connsiteY1136" fmla="*/ 180327 h 1062290"/>
                <a:gd name="connsiteX1137" fmla="*/ 1970483 w 2122941"/>
                <a:gd name="connsiteY1137" fmla="*/ 177048 h 1062290"/>
                <a:gd name="connsiteX1138" fmla="*/ 1973761 w 2122941"/>
                <a:gd name="connsiteY1138" fmla="*/ 177048 h 1062290"/>
                <a:gd name="connsiteX1139" fmla="*/ 1978679 w 2122941"/>
                <a:gd name="connsiteY1139" fmla="*/ 177048 h 1062290"/>
                <a:gd name="connsiteX1140" fmla="*/ 1980319 w 2122941"/>
                <a:gd name="connsiteY1140" fmla="*/ 175409 h 1062290"/>
                <a:gd name="connsiteX1141" fmla="*/ 1983598 w 2122941"/>
                <a:gd name="connsiteY1141" fmla="*/ 173770 h 1062290"/>
                <a:gd name="connsiteX1142" fmla="*/ 1985237 w 2122941"/>
                <a:gd name="connsiteY1142" fmla="*/ 177048 h 1062290"/>
                <a:gd name="connsiteX1143" fmla="*/ 1988516 w 2122941"/>
                <a:gd name="connsiteY1143" fmla="*/ 173770 h 1062290"/>
                <a:gd name="connsiteX1144" fmla="*/ 1990155 w 2122941"/>
                <a:gd name="connsiteY1144" fmla="*/ 170491 h 1062290"/>
                <a:gd name="connsiteX1145" fmla="*/ 1993434 w 2122941"/>
                <a:gd name="connsiteY1145" fmla="*/ 170491 h 1062290"/>
                <a:gd name="connsiteX1146" fmla="*/ 1995073 w 2122941"/>
                <a:gd name="connsiteY1146" fmla="*/ 167212 h 1062290"/>
                <a:gd name="connsiteX1147" fmla="*/ 1996712 w 2122941"/>
                <a:gd name="connsiteY1147" fmla="*/ 165573 h 1062290"/>
                <a:gd name="connsiteX1148" fmla="*/ 2001630 w 2122941"/>
                <a:gd name="connsiteY1148" fmla="*/ 162294 h 1062290"/>
                <a:gd name="connsiteX1149" fmla="*/ 2004909 w 2122941"/>
                <a:gd name="connsiteY1149" fmla="*/ 159016 h 1062290"/>
                <a:gd name="connsiteX1150" fmla="*/ 2008188 w 2122941"/>
                <a:gd name="connsiteY1150" fmla="*/ 157376 h 1062290"/>
                <a:gd name="connsiteX1151" fmla="*/ 2011466 w 2122941"/>
                <a:gd name="connsiteY1151" fmla="*/ 154098 h 1062290"/>
                <a:gd name="connsiteX1152" fmla="*/ 2014745 w 2122941"/>
                <a:gd name="connsiteY1152" fmla="*/ 152458 h 1062290"/>
                <a:gd name="connsiteX1153" fmla="*/ 2018024 w 2122941"/>
                <a:gd name="connsiteY1153" fmla="*/ 149180 h 1062290"/>
                <a:gd name="connsiteX1154" fmla="*/ 2018024 w 2122941"/>
                <a:gd name="connsiteY1154" fmla="*/ 145901 h 1062290"/>
                <a:gd name="connsiteX1155" fmla="*/ 2021302 w 2122941"/>
                <a:gd name="connsiteY1155" fmla="*/ 140983 h 1062290"/>
                <a:gd name="connsiteX1156" fmla="*/ 2021302 w 2122941"/>
                <a:gd name="connsiteY1156" fmla="*/ 140983 h 1062290"/>
                <a:gd name="connsiteX1157" fmla="*/ 2022941 w 2122941"/>
                <a:gd name="connsiteY1157" fmla="*/ 136065 h 1062290"/>
                <a:gd name="connsiteX1158" fmla="*/ 2026220 w 2122941"/>
                <a:gd name="connsiteY1158" fmla="*/ 132786 h 1062290"/>
                <a:gd name="connsiteX1159" fmla="*/ 2029499 w 2122941"/>
                <a:gd name="connsiteY1159" fmla="*/ 129508 h 1062290"/>
                <a:gd name="connsiteX1160" fmla="*/ 2034417 w 2122941"/>
                <a:gd name="connsiteY1160" fmla="*/ 127868 h 1062290"/>
                <a:gd name="connsiteX1161" fmla="*/ 2034417 w 2122941"/>
                <a:gd name="connsiteY1161" fmla="*/ 126229 h 1062290"/>
                <a:gd name="connsiteX1162" fmla="*/ 2036056 w 2122941"/>
                <a:gd name="connsiteY1162" fmla="*/ 122950 h 1062290"/>
                <a:gd name="connsiteX1163" fmla="*/ 2039335 w 2122941"/>
                <a:gd name="connsiteY1163" fmla="*/ 118032 h 1062290"/>
                <a:gd name="connsiteX1164" fmla="*/ 2040974 w 2122941"/>
                <a:gd name="connsiteY1164" fmla="*/ 114754 h 1062290"/>
                <a:gd name="connsiteX1165" fmla="*/ 2040974 w 2122941"/>
                <a:gd name="connsiteY1165" fmla="*/ 114754 h 1062290"/>
                <a:gd name="connsiteX1166" fmla="*/ 2044253 w 2122941"/>
                <a:gd name="connsiteY1166" fmla="*/ 111475 h 1062290"/>
                <a:gd name="connsiteX1167" fmla="*/ 2049171 w 2122941"/>
                <a:gd name="connsiteY1167" fmla="*/ 108196 h 1062290"/>
                <a:gd name="connsiteX1168" fmla="*/ 2052450 w 2122941"/>
                <a:gd name="connsiteY1168" fmla="*/ 104917 h 1062290"/>
                <a:gd name="connsiteX1169" fmla="*/ 2055728 w 2122941"/>
                <a:gd name="connsiteY1169" fmla="*/ 101639 h 1062290"/>
                <a:gd name="connsiteX1170" fmla="*/ 2060646 w 2122941"/>
                <a:gd name="connsiteY1170" fmla="*/ 98360 h 1062290"/>
                <a:gd name="connsiteX1171" fmla="*/ 2063925 w 2122941"/>
                <a:gd name="connsiteY1171" fmla="*/ 95082 h 1062290"/>
                <a:gd name="connsiteX1172" fmla="*/ 2067204 w 2122941"/>
                <a:gd name="connsiteY1172" fmla="*/ 91803 h 1062290"/>
                <a:gd name="connsiteX1173" fmla="*/ 2072122 w 2122941"/>
                <a:gd name="connsiteY1173" fmla="*/ 88524 h 1062290"/>
                <a:gd name="connsiteX1174" fmla="*/ 2075400 w 2122941"/>
                <a:gd name="connsiteY1174" fmla="*/ 85245 h 1062290"/>
                <a:gd name="connsiteX1175" fmla="*/ 2080318 w 2122941"/>
                <a:gd name="connsiteY1175" fmla="*/ 81967 h 1062290"/>
                <a:gd name="connsiteX1176" fmla="*/ 2080318 w 2122941"/>
                <a:gd name="connsiteY1176" fmla="*/ 81967 h 1062290"/>
                <a:gd name="connsiteX1177" fmla="*/ 2083597 w 2122941"/>
                <a:gd name="connsiteY1177" fmla="*/ 81967 h 1062290"/>
                <a:gd name="connsiteX1178" fmla="*/ 2085236 w 2122941"/>
                <a:gd name="connsiteY1178" fmla="*/ 86885 h 1062290"/>
                <a:gd name="connsiteX1179" fmla="*/ 2083597 w 2122941"/>
                <a:gd name="connsiteY1179" fmla="*/ 90164 h 1062290"/>
                <a:gd name="connsiteX1180" fmla="*/ 2086876 w 2122941"/>
                <a:gd name="connsiteY1180" fmla="*/ 93442 h 1062290"/>
                <a:gd name="connsiteX1181" fmla="*/ 2086876 w 2122941"/>
                <a:gd name="connsiteY1181" fmla="*/ 93442 h 1062290"/>
                <a:gd name="connsiteX1182" fmla="*/ 2091794 w 2122941"/>
                <a:gd name="connsiteY1182" fmla="*/ 93442 h 1062290"/>
                <a:gd name="connsiteX1183" fmla="*/ 2095072 w 2122941"/>
                <a:gd name="connsiteY1183" fmla="*/ 91803 h 1062290"/>
                <a:gd name="connsiteX1184" fmla="*/ 2098351 w 2122941"/>
                <a:gd name="connsiteY1184" fmla="*/ 90164 h 1062290"/>
                <a:gd name="connsiteX1185" fmla="*/ 2101630 w 2122941"/>
                <a:gd name="connsiteY1185" fmla="*/ 88524 h 1062290"/>
                <a:gd name="connsiteX1186" fmla="*/ 2106548 w 2122941"/>
                <a:gd name="connsiteY1186" fmla="*/ 90164 h 1062290"/>
                <a:gd name="connsiteX1187" fmla="*/ 2109826 w 2122941"/>
                <a:gd name="connsiteY1187" fmla="*/ 86885 h 1062290"/>
                <a:gd name="connsiteX1188" fmla="*/ 2113105 w 2122941"/>
                <a:gd name="connsiteY1188" fmla="*/ 88524 h 1062290"/>
                <a:gd name="connsiteX1189" fmla="*/ 2118023 w 2122941"/>
                <a:gd name="connsiteY1189" fmla="*/ 91803 h 1062290"/>
                <a:gd name="connsiteX1190" fmla="*/ 2118023 w 2122941"/>
                <a:gd name="connsiteY1190" fmla="*/ 95082 h 1062290"/>
                <a:gd name="connsiteX1191" fmla="*/ 2121302 w 2122941"/>
                <a:gd name="connsiteY1191" fmla="*/ 98360 h 1062290"/>
                <a:gd name="connsiteX1192" fmla="*/ 2122941 w 2122941"/>
                <a:gd name="connsiteY1192" fmla="*/ 100000 h 1062290"/>
                <a:gd name="connsiteX1193" fmla="*/ 2121302 w 2122941"/>
                <a:gd name="connsiteY1193" fmla="*/ 103278 h 1062290"/>
                <a:gd name="connsiteX1194" fmla="*/ 2119663 w 2122941"/>
                <a:gd name="connsiteY1194" fmla="*/ 106557 h 1062290"/>
                <a:gd name="connsiteX1195" fmla="*/ 2118023 w 2122941"/>
                <a:gd name="connsiteY1195" fmla="*/ 109836 h 1062290"/>
                <a:gd name="connsiteX1196" fmla="*/ 2116384 w 2122941"/>
                <a:gd name="connsiteY1196" fmla="*/ 114754 h 1062290"/>
                <a:gd name="connsiteX1197" fmla="*/ 2114745 w 2122941"/>
                <a:gd name="connsiteY1197" fmla="*/ 118032 h 1062290"/>
                <a:gd name="connsiteX1198" fmla="*/ 2114745 w 2122941"/>
                <a:gd name="connsiteY1198" fmla="*/ 122950 h 1062290"/>
                <a:gd name="connsiteX1199" fmla="*/ 2113105 w 2122941"/>
                <a:gd name="connsiteY1199" fmla="*/ 126229 h 1062290"/>
                <a:gd name="connsiteX1200" fmla="*/ 2111466 w 2122941"/>
                <a:gd name="connsiteY1200" fmla="*/ 129508 h 1062290"/>
                <a:gd name="connsiteX1201" fmla="*/ 2109826 w 2122941"/>
                <a:gd name="connsiteY1201" fmla="*/ 134426 h 1062290"/>
                <a:gd name="connsiteX1202" fmla="*/ 2108187 w 2122941"/>
                <a:gd name="connsiteY1202" fmla="*/ 137704 h 1062290"/>
                <a:gd name="connsiteX1203" fmla="*/ 2106548 w 2122941"/>
                <a:gd name="connsiteY1203" fmla="*/ 140983 h 1062290"/>
                <a:gd name="connsiteX1204" fmla="*/ 2104908 w 2122941"/>
                <a:gd name="connsiteY1204" fmla="*/ 145901 h 1062290"/>
                <a:gd name="connsiteX1205" fmla="*/ 2104908 w 2122941"/>
                <a:gd name="connsiteY1205" fmla="*/ 149180 h 1062290"/>
                <a:gd name="connsiteX1206" fmla="*/ 2103269 w 2122941"/>
                <a:gd name="connsiteY1206" fmla="*/ 152458 h 1062290"/>
                <a:gd name="connsiteX1207" fmla="*/ 2099991 w 2122941"/>
                <a:gd name="connsiteY1207" fmla="*/ 155737 h 1062290"/>
                <a:gd name="connsiteX1208" fmla="*/ 2101630 w 2122941"/>
                <a:gd name="connsiteY1208" fmla="*/ 159016 h 1062290"/>
                <a:gd name="connsiteX1209" fmla="*/ 2104908 w 2122941"/>
                <a:gd name="connsiteY1209" fmla="*/ 162294 h 1062290"/>
                <a:gd name="connsiteX1210" fmla="*/ 2108187 w 2122941"/>
                <a:gd name="connsiteY1210" fmla="*/ 162294 h 1062290"/>
                <a:gd name="connsiteX1211" fmla="*/ 2111466 w 2122941"/>
                <a:gd name="connsiteY1211" fmla="*/ 162294 h 1062290"/>
                <a:gd name="connsiteX1212" fmla="*/ 2111466 w 2122941"/>
                <a:gd name="connsiteY1212" fmla="*/ 163934 h 1062290"/>
                <a:gd name="connsiteX1213" fmla="*/ 2106548 w 2122941"/>
                <a:gd name="connsiteY1213" fmla="*/ 167212 h 1062290"/>
                <a:gd name="connsiteX1214" fmla="*/ 2108187 w 2122941"/>
                <a:gd name="connsiteY1214" fmla="*/ 170491 h 1062290"/>
                <a:gd name="connsiteX1215" fmla="*/ 2104908 w 2122941"/>
                <a:gd name="connsiteY1215" fmla="*/ 175409 h 1062290"/>
                <a:gd name="connsiteX1216" fmla="*/ 2104908 w 2122941"/>
                <a:gd name="connsiteY1216" fmla="*/ 178688 h 1062290"/>
                <a:gd name="connsiteX1217" fmla="*/ 2106548 w 2122941"/>
                <a:gd name="connsiteY1217" fmla="*/ 181966 h 1062290"/>
                <a:gd name="connsiteX1218" fmla="*/ 2111466 w 2122941"/>
                <a:gd name="connsiteY1218" fmla="*/ 180327 h 1062290"/>
                <a:gd name="connsiteX1219" fmla="*/ 2111466 w 2122941"/>
                <a:gd name="connsiteY1219" fmla="*/ 180327 h 1062290"/>
                <a:gd name="connsiteX1220" fmla="*/ 2113105 w 2122941"/>
                <a:gd name="connsiteY1220" fmla="*/ 183606 h 1062290"/>
                <a:gd name="connsiteX1221" fmla="*/ 2114745 w 2122941"/>
                <a:gd name="connsiteY1221" fmla="*/ 185245 h 1062290"/>
                <a:gd name="connsiteX1222" fmla="*/ 2114745 w 2122941"/>
                <a:gd name="connsiteY1222" fmla="*/ 188524 h 1062290"/>
                <a:gd name="connsiteX1223" fmla="*/ 2111466 w 2122941"/>
                <a:gd name="connsiteY1223" fmla="*/ 190163 h 1062290"/>
                <a:gd name="connsiteX1224" fmla="*/ 2109826 w 2122941"/>
                <a:gd name="connsiteY1224" fmla="*/ 195081 h 1062290"/>
                <a:gd name="connsiteX1225" fmla="*/ 2113105 w 2122941"/>
                <a:gd name="connsiteY1225" fmla="*/ 193442 h 1062290"/>
                <a:gd name="connsiteX1226" fmla="*/ 2113105 w 2122941"/>
                <a:gd name="connsiteY1226" fmla="*/ 196720 h 1062290"/>
                <a:gd name="connsiteX1227" fmla="*/ 2109826 w 2122941"/>
                <a:gd name="connsiteY1227" fmla="*/ 198360 h 1062290"/>
                <a:gd name="connsiteX1228" fmla="*/ 2104908 w 2122941"/>
                <a:gd name="connsiteY1228" fmla="*/ 201638 h 1062290"/>
                <a:gd name="connsiteX1229" fmla="*/ 2101630 w 2122941"/>
                <a:gd name="connsiteY1229" fmla="*/ 203278 h 1062290"/>
                <a:gd name="connsiteX1230" fmla="*/ 2098351 w 2122941"/>
                <a:gd name="connsiteY1230" fmla="*/ 203278 h 1062290"/>
                <a:gd name="connsiteX1231" fmla="*/ 2095072 w 2122941"/>
                <a:gd name="connsiteY1231" fmla="*/ 204917 h 1062290"/>
                <a:gd name="connsiteX1232" fmla="*/ 2090154 w 2122941"/>
                <a:gd name="connsiteY1232" fmla="*/ 204917 h 1062290"/>
                <a:gd name="connsiteX1233" fmla="*/ 2086876 w 2122941"/>
                <a:gd name="connsiteY1233" fmla="*/ 208196 h 1062290"/>
                <a:gd name="connsiteX1234" fmla="*/ 2083597 w 2122941"/>
                <a:gd name="connsiteY1234" fmla="*/ 209835 h 1062290"/>
                <a:gd name="connsiteX1235" fmla="*/ 2083597 w 2122941"/>
                <a:gd name="connsiteY1235" fmla="*/ 209835 h 1062290"/>
                <a:gd name="connsiteX1236" fmla="*/ 2083597 w 2122941"/>
                <a:gd name="connsiteY1236" fmla="*/ 206557 h 1062290"/>
                <a:gd name="connsiteX1237" fmla="*/ 2080318 w 2122941"/>
                <a:gd name="connsiteY1237" fmla="*/ 208196 h 1062290"/>
                <a:gd name="connsiteX1238" fmla="*/ 2075400 w 2122941"/>
                <a:gd name="connsiteY1238" fmla="*/ 211474 h 1062290"/>
                <a:gd name="connsiteX1239" fmla="*/ 2072122 w 2122941"/>
                <a:gd name="connsiteY1239" fmla="*/ 211474 h 1062290"/>
                <a:gd name="connsiteX1240" fmla="*/ 2072122 w 2122941"/>
                <a:gd name="connsiteY1240" fmla="*/ 214753 h 1062290"/>
                <a:gd name="connsiteX1241" fmla="*/ 2068843 w 2122941"/>
                <a:gd name="connsiteY1241" fmla="*/ 216392 h 1062290"/>
                <a:gd name="connsiteX1242" fmla="*/ 2068843 w 2122941"/>
                <a:gd name="connsiteY1242" fmla="*/ 213114 h 1062290"/>
                <a:gd name="connsiteX1243" fmla="*/ 2068843 w 2122941"/>
                <a:gd name="connsiteY1243" fmla="*/ 209835 h 1062290"/>
                <a:gd name="connsiteX1244" fmla="*/ 2065564 w 2122941"/>
                <a:gd name="connsiteY1244" fmla="*/ 209835 h 1062290"/>
                <a:gd name="connsiteX1245" fmla="*/ 2060646 w 2122941"/>
                <a:gd name="connsiteY1245" fmla="*/ 211474 h 1062290"/>
                <a:gd name="connsiteX1246" fmla="*/ 2057368 w 2122941"/>
                <a:gd name="connsiteY1246" fmla="*/ 214753 h 1062290"/>
                <a:gd name="connsiteX1247" fmla="*/ 2057368 w 2122941"/>
                <a:gd name="connsiteY1247" fmla="*/ 209835 h 1062290"/>
                <a:gd name="connsiteX1248" fmla="*/ 2055728 w 2122941"/>
                <a:gd name="connsiteY1248" fmla="*/ 214753 h 1062290"/>
                <a:gd name="connsiteX1249" fmla="*/ 2052450 w 2122941"/>
                <a:gd name="connsiteY1249" fmla="*/ 213114 h 1062290"/>
                <a:gd name="connsiteX1250" fmla="*/ 2050810 w 2122941"/>
                <a:gd name="connsiteY1250" fmla="*/ 218032 h 1062290"/>
                <a:gd name="connsiteX1251" fmla="*/ 2050810 w 2122941"/>
                <a:gd name="connsiteY1251" fmla="*/ 221310 h 1062290"/>
                <a:gd name="connsiteX1252" fmla="*/ 2049171 w 2122941"/>
                <a:gd name="connsiteY1252" fmla="*/ 219671 h 1062290"/>
                <a:gd name="connsiteX1253" fmla="*/ 2045892 w 2122941"/>
                <a:gd name="connsiteY1253" fmla="*/ 218032 h 1062290"/>
                <a:gd name="connsiteX1254" fmla="*/ 2045892 w 2122941"/>
                <a:gd name="connsiteY1254" fmla="*/ 214753 h 1062290"/>
                <a:gd name="connsiteX1255" fmla="*/ 2045892 w 2122941"/>
                <a:gd name="connsiteY1255" fmla="*/ 211474 h 1062290"/>
                <a:gd name="connsiteX1256" fmla="*/ 2047532 w 2122941"/>
                <a:gd name="connsiteY1256" fmla="*/ 206557 h 1062290"/>
                <a:gd name="connsiteX1257" fmla="*/ 2045892 w 2122941"/>
                <a:gd name="connsiteY1257" fmla="*/ 209835 h 1062290"/>
                <a:gd name="connsiteX1258" fmla="*/ 2040974 w 2122941"/>
                <a:gd name="connsiteY1258" fmla="*/ 211474 h 1062290"/>
                <a:gd name="connsiteX1259" fmla="*/ 2037696 w 2122941"/>
                <a:gd name="connsiteY1259" fmla="*/ 214753 h 1062290"/>
                <a:gd name="connsiteX1260" fmla="*/ 2036056 w 2122941"/>
                <a:gd name="connsiteY1260" fmla="*/ 218032 h 1062290"/>
                <a:gd name="connsiteX1261" fmla="*/ 2032778 w 2122941"/>
                <a:gd name="connsiteY1261" fmla="*/ 221310 h 1062290"/>
                <a:gd name="connsiteX1262" fmla="*/ 2029499 w 2122941"/>
                <a:gd name="connsiteY1262" fmla="*/ 226229 h 1062290"/>
                <a:gd name="connsiteX1263" fmla="*/ 2027860 w 2122941"/>
                <a:gd name="connsiteY1263" fmla="*/ 229507 h 1062290"/>
                <a:gd name="connsiteX1264" fmla="*/ 2024581 w 2122941"/>
                <a:gd name="connsiteY1264" fmla="*/ 231147 h 1062290"/>
                <a:gd name="connsiteX1265" fmla="*/ 2021302 w 2122941"/>
                <a:gd name="connsiteY1265" fmla="*/ 232786 h 1062290"/>
                <a:gd name="connsiteX1266" fmla="*/ 2016384 w 2122941"/>
                <a:gd name="connsiteY1266" fmla="*/ 231147 h 1062290"/>
                <a:gd name="connsiteX1267" fmla="*/ 2013106 w 2122941"/>
                <a:gd name="connsiteY1267" fmla="*/ 234425 h 1062290"/>
                <a:gd name="connsiteX1268" fmla="*/ 2009827 w 2122941"/>
                <a:gd name="connsiteY1268" fmla="*/ 239343 h 1062290"/>
                <a:gd name="connsiteX1269" fmla="*/ 2008188 w 2122941"/>
                <a:gd name="connsiteY1269" fmla="*/ 237704 h 1062290"/>
                <a:gd name="connsiteX1270" fmla="*/ 2009827 w 2122941"/>
                <a:gd name="connsiteY1270" fmla="*/ 232786 h 1062290"/>
                <a:gd name="connsiteX1271" fmla="*/ 2006548 w 2122941"/>
                <a:gd name="connsiteY1271" fmla="*/ 236064 h 1062290"/>
                <a:gd name="connsiteX1272" fmla="*/ 2006548 w 2122941"/>
                <a:gd name="connsiteY1272" fmla="*/ 232786 h 1062290"/>
                <a:gd name="connsiteX1273" fmla="*/ 2006548 w 2122941"/>
                <a:gd name="connsiteY1273" fmla="*/ 232786 h 1062290"/>
                <a:gd name="connsiteX1274" fmla="*/ 2004909 w 2122941"/>
                <a:gd name="connsiteY1274" fmla="*/ 232786 h 1062290"/>
                <a:gd name="connsiteX1275" fmla="*/ 2003270 w 2122941"/>
                <a:gd name="connsiteY1275" fmla="*/ 236064 h 1062290"/>
                <a:gd name="connsiteX1276" fmla="*/ 2001630 w 2122941"/>
                <a:gd name="connsiteY1276" fmla="*/ 239343 h 1062290"/>
                <a:gd name="connsiteX1277" fmla="*/ 2001630 w 2122941"/>
                <a:gd name="connsiteY1277" fmla="*/ 236064 h 1062290"/>
                <a:gd name="connsiteX1278" fmla="*/ 2001630 w 2122941"/>
                <a:gd name="connsiteY1278" fmla="*/ 232786 h 1062290"/>
                <a:gd name="connsiteX1279" fmla="*/ 2004909 w 2122941"/>
                <a:gd name="connsiteY1279" fmla="*/ 229507 h 1062290"/>
                <a:gd name="connsiteX1280" fmla="*/ 2003270 w 2122941"/>
                <a:gd name="connsiteY1280" fmla="*/ 229507 h 1062290"/>
                <a:gd name="connsiteX1281" fmla="*/ 1999991 w 2122941"/>
                <a:gd name="connsiteY1281" fmla="*/ 234425 h 1062290"/>
                <a:gd name="connsiteX1282" fmla="*/ 2001630 w 2122941"/>
                <a:gd name="connsiteY1282" fmla="*/ 232786 h 1062290"/>
                <a:gd name="connsiteX1283" fmla="*/ 1999991 w 2122941"/>
                <a:gd name="connsiteY1283" fmla="*/ 237704 h 1062290"/>
                <a:gd name="connsiteX1284" fmla="*/ 1999991 w 2122941"/>
                <a:gd name="connsiteY1284" fmla="*/ 240982 h 1062290"/>
                <a:gd name="connsiteX1285" fmla="*/ 1996712 w 2122941"/>
                <a:gd name="connsiteY1285" fmla="*/ 244261 h 1062290"/>
                <a:gd name="connsiteX1286" fmla="*/ 1996712 w 2122941"/>
                <a:gd name="connsiteY1286" fmla="*/ 244261 h 1062290"/>
                <a:gd name="connsiteX1287" fmla="*/ 1996712 w 2122941"/>
                <a:gd name="connsiteY1287" fmla="*/ 239343 h 1062290"/>
                <a:gd name="connsiteX1288" fmla="*/ 1991794 w 2122941"/>
                <a:gd name="connsiteY1288" fmla="*/ 242622 h 1062290"/>
                <a:gd name="connsiteX1289" fmla="*/ 1995073 w 2122941"/>
                <a:gd name="connsiteY1289" fmla="*/ 239343 h 1062290"/>
                <a:gd name="connsiteX1290" fmla="*/ 1991794 w 2122941"/>
                <a:gd name="connsiteY1290" fmla="*/ 242622 h 1062290"/>
                <a:gd name="connsiteX1291" fmla="*/ 1991794 w 2122941"/>
                <a:gd name="connsiteY1291" fmla="*/ 240982 h 1062290"/>
                <a:gd name="connsiteX1292" fmla="*/ 1993434 w 2122941"/>
                <a:gd name="connsiteY1292" fmla="*/ 239343 h 1062290"/>
                <a:gd name="connsiteX1293" fmla="*/ 1993434 w 2122941"/>
                <a:gd name="connsiteY1293" fmla="*/ 239343 h 1062290"/>
                <a:gd name="connsiteX1294" fmla="*/ 1993434 w 2122941"/>
                <a:gd name="connsiteY1294" fmla="*/ 237704 h 1062290"/>
                <a:gd name="connsiteX1295" fmla="*/ 1991794 w 2122941"/>
                <a:gd name="connsiteY1295" fmla="*/ 239343 h 1062290"/>
                <a:gd name="connsiteX1296" fmla="*/ 1986876 w 2122941"/>
                <a:gd name="connsiteY1296" fmla="*/ 240982 h 1062290"/>
                <a:gd name="connsiteX1297" fmla="*/ 1983598 w 2122941"/>
                <a:gd name="connsiteY1297" fmla="*/ 244261 h 1062290"/>
                <a:gd name="connsiteX1298" fmla="*/ 1980319 w 2122941"/>
                <a:gd name="connsiteY1298" fmla="*/ 247540 h 1062290"/>
                <a:gd name="connsiteX1299" fmla="*/ 1980319 w 2122941"/>
                <a:gd name="connsiteY1299" fmla="*/ 250819 h 1062290"/>
                <a:gd name="connsiteX1300" fmla="*/ 1975401 w 2122941"/>
                <a:gd name="connsiteY1300" fmla="*/ 252458 h 1062290"/>
                <a:gd name="connsiteX1301" fmla="*/ 1975401 w 2122941"/>
                <a:gd name="connsiteY1301" fmla="*/ 255737 h 1062290"/>
                <a:gd name="connsiteX1302" fmla="*/ 1970483 w 2122941"/>
                <a:gd name="connsiteY1302" fmla="*/ 259015 h 1062290"/>
                <a:gd name="connsiteX1303" fmla="*/ 1967204 w 2122941"/>
                <a:gd name="connsiteY1303" fmla="*/ 260654 h 1062290"/>
                <a:gd name="connsiteX1304" fmla="*/ 1963926 w 2122941"/>
                <a:gd name="connsiteY1304" fmla="*/ 262294 h 1062290"/>
                <a:gd name="connsiteX1305" fmla="*/ 1962286 w 2122941"/>
                <a:gd name="connsiteY1305" fmla="*/ 267212 h 1062290"/>
                <a:gd name="connsiteX1306" fmla="*/ 1959007 w 2122941"/>
                <a:gd name="connsiteY1306" fmla="*/ 270491 h 1062290"/>
                <a:gd name="connsiteX1307" fmla="*/ 1954089 w 2122941"/>
                <a:gd name="connsiteY1307" fmla="*/ 272130 h 1062290"/>
                <a:gd name="connsiteX1308" fmla="*/ 1955729 w 2122941"/>
                <a:gd name="connsiteY1308" fmla="*/ 273769 h 1062290"/>
                <a:gd name="connsiteX1309" fmla="*/ 1952450 w 2122941"/>
                <a:gd name="connsiteY1309" fmla="*/ 277048 h 1062290"/>
                <a:gd name="connsiteX1310" fmla="*/ 1949171 w 2122941"/>
                <a:gd name="connsiteY1310" fmla="*/ 280327 h 1062290"/>
                <a:gd name="connsiteX1311" fmla="*/ 1945893 w 2122941"/>
                <a:gd name="connsiteY1311" fmla="*/ 283605 h 1062290"/>
                <a:gd name="connsiteX1312" fmla="*/ 1947532 w 2122941"/>
                <a:gd name="connsiteY1312" fmla="*/ 285244 h 1062290"/>
                <a:gd name="connsiteX1313" fmla="*/ 1947532 w 2122941"/>
                <a:gd name="connsiteY1313" fmla="*/ 288523 h 1062290"/>
                <a:gd name="connsiteX1314" fmla="*/ 1950811 w 2122941"/>
                <a:gd name="connsiteY1314" fmla="*/ 291802 h 1062290"/>
                <a:gd name="connsiteX1315" fmla="*/ 1945893 w 2122941"/>
                <a:gd name="connsiteY1315" fmla="*/ 293441 h 1062290"/>
                <a:gd name="connsiteX1316" fmla="*/ 1942614 w 2122941"/>
                <a:gd name="connsiteY1316" fmla="*/ 295081 h 1062290"/>
                <a:gd name="connsiteX1317" fmla="*/ 1939335 w 2122941"/>
                <a:gd name="connsiteY1317" fmla="*/ 298359 h 1062290"/>
                <a:gd name="connsiteX1318" fmla="*/ 1936057 w 2122941"/>
                <a:gd name="connsiteY1318" fmla="*/ 301638 h 1062290"/>
                <a:gd name="connsiteX1319" fmla="*/ 1932778 w 2122941"/>
                <a:gd name="connsiteY1319" fmla="*/ 304917 h 1062290"/>
                <a:gd name="connsiteX1320" fmla="*/ 1934417 w 2122941"/>
                <a:gd name="connsiteY1320" fmla="*/ 308195 h 1062290"/>
                <a:gd name="connsiteX1321" fmla="*/ 1937696 w 2122941"/>
                <a:gd name="connsiteY1321" fmla="*/ 308195 h 1062290"/>
                <a:gd name="connsiteX1322" fmla="*/ 1940975 w 2122941"/>
                <a:gd name="connsiteY1322" fmla="*/ 309835 h 1062290"/>
                <a:gd name="connsiteX1323" fmla="*/ 1940975 w 2122941"/>
                <a:gd name="connsiteY1323" fmla="*/ 313113 h 1062290"/>
                <a:gd name="connsiteX1324" fmla="*/ 1940975 w 2122941"/>
                <a:gd name="connsiteY1324" fmla="*/ 318031 h 1062290"/>
                <a:gd name="connsiteX1325" fmla="*/ 1940975 w 2122941"/>
                <a:gd name="connsiteY1325" fmla="*/ 321310 h 1062290"/>
                <a:gd name="connsiteX1326" fmla="*/ 1942614 w 2122941"/>
                <a:gd name="connsiteY1326" fmla="*/ 324589 h 1062290"/>
                <a:gd name="connsiteX1327" fmla="*/ 1942614 w 2122941"/>
                <a:gd name="connsiteY1327" fmla="*/ 329507 h 1062290"/>
                <a:gd name="connsiteX1328" fmla="*/ 1945893 w 2122941"/>
                <a:gd name="connsiteY1328" fmla="*/ 331146 h 1062290"/>
                <a:gd name="connsiteX1329" fmla="*/ 1949171 w 2122941"/>
                <a:gd name="connsiteY1329" fmla="*/ 332785 h 1062290"/>
                <a:gd name="connsiteX1330" fmla="*/ 1954089 w 2122941"/>
                <a:gd name="connsiteY1330" fmla="*/ 329507 h 1062290"/>
                <a:gd name="connsiteX1331" fmla="*/ 1957368 w 2122941"/>
                <a:gd name="connsiteY1331" fmla="*/ 329507 h 1062290"/>
                <a:gd name="connsiteX1332" fmla="*/ 1960647 w 2122941"/>
                <a:gd name="connsiteY1332" fmla="*/ 327867 h 1062290"/>
                <a:gd name="connsiteX1333" fmla="*/ 1960647 w 2122941"/>
                <a:gd name="connsiteY1333" fmla="*/ 326228 h 1062290"/>
                <a:gd name="connsiteX1334" fmla="*/ 1962286 w 2122941"/>
                <a:gd name="connsiteY1334" fmla="*/ 322949 h 1062290"/>
                <a:gd name="connsiteX1335" fmla="*/ 1962286 w 2122941"/>
                <a:gd name="connsiteY1335" fmla="*/ 322949 h 1062290"/>
                <a:gd name="connsiteX1336" fmla="*/ 1960647 w 2122941"/>
                <a:gd name="connsiteY1336" fmla="*/ 322949 h 1062290"/>
                <a:gd name="connsiteX1337" fmla="*/ 1960647 w 2122941"/>
                <a:gd name="connsiteY1337" fmla="*/ 319671 h 1062290"/>
                <a:gd name="connsiteX1338" fmla="*/ 1957368 w 2122941"/>
                <a:gd name="connsiteY1338" fmla="*/ 314753 h 1062290"/>
                <a:gd name="connsiteX1339" fmla="*/ 1960647 w 2122941"/>
                <a:gd name="connsiteY1339" fmla="*/ 316392 h 1062290"/>
                <a:gd name="connsiteX1340" fmla="*/ 1963926 w 2122941"/>
                <a:gd name="connsiteY1340" fmla="*/ 319671 h 1062290"/>
                <a:gd name="connsiteX1341" fmla="*/ 1963926 w 2122941"/>
                <a:gd name="connsiteY1341" fmla="*/ 322949 h 1062290"/>
                <a:gd name="connsiteX1342" fmla="*/ 1962286 w 2122941"/>
                <a:gd name="connsiteY1342" fmla="*/ 326228 h 1062290"/>
                <a:gd name="connsiteX1343" fmla="*/ 1962286 w 2122941"/>
                <a:gd name="connsiteY1343" fmla="*/ 331146 h 1062290"/>
                <a:gd name="connsiteX1344" fmla="*/ 1959007 w 2122941"/>
                <a:gd name="connsiteY1344" fmla="*/ 334425 h 1062290"/>
                <a:gd name="connsiteX1345" fmla="*/ 1957368 w 2122941"/>
                <a:gd name="connsiteY1345" fmla="*/ 334425 h 1062290"/>
                <a:gd name="connsiteX1346" fmla="*/ 1952450 w 2122941"/>
                <a:gd name="connsiteY1346" fmla="*/ 334425 h 1062290"/>
                <a:gd name="connsiteX1347" fmla="*/ 1949171 w 2122941"/>
                <a:gd name="connsiteY1347" fmla="*/ 334425 h 1062290"/>
                <a:gd name="connsiteX1348" fmla="*/ 1944254 w 2122941"/>
                <a:gd name="connsiteY1348" fmla="*/ 336064 h 1062290"/>
                <a:gd name="connsiteX1349" fmla="*/ 1940975 w 2122941"/>
                <a:gd name="connsiteY1349" fmla="*/ 337703 h 1062290"/>
                <a:gd name="connsiteX1350" fmla="*/ 1937696 w 2122941"/>
                <a:gd name="connsiteY1350" fmla="*/ 339343 h 1062290"/>
                <a:gd name="connsiteX1351" fmla="*/ 1934417 w 2122941"/>
                <a:gd name="connsiteY1351" fmla="*/ 339343 h 1062290"/>
                <a:gd name="connsiteX1352" fmla="*/ 1936057 w 2122941"/>
                <a:gd name="connsiteY1352" fmla="*/ 334425 h 1062290"/>
                <a:gd name="connsiteX1353" fmla="*/ 1937696 w 2122941"/>
                <a:gd name="connsiteY1353" fmla="*/ 331146 h 1062290"/>
                <a:gd name="connsiteX1354" fmla="*/ 1932778 w 2122941"/>
                <a:gd name="connsiteY1354" fmla="*/ 332785 h 1062290"/>
                <a:gd name="connsiteX1355" fmla="*/ 1929499 w 2122941"/>
                <a:gd name="connsiteY1355" fmla="*/ 336064 h 1062290"/>
                <a:gd name="connsiteX1356" fmla="*/ 1926221 w 2122941"/>
                <a:gd name="connsiteY1356" fmla="*/ 336064 h 1062290"/>
                <a:gd name="connsiteX1357" fmla="*/ 1922942 w 2122941"/>
                <a:gd name="connsiteY1357" fmla="*/ 339343 h 1062290"/>
                <a:gd name="connsiteX1358" fmla="*/ 1919663 w 2122941"/>
                <a:gd name="connsiteY1358" fmla="*/ 340982 h 1062290"/>
                <a:gd name="connsiteX1359" fmla="*/ 1916385 w 2122941"/>
                <a:gd name="connsiteY1359" fmla="*/ 340982 h 1062290"/>
                <a:gd name="connsiteX1360" fmla="*/ 1913106 w 2122941"/>
                <a:gd name="connsiteY1360" fmla="*/ 340982 h 1062290"/>
                <a:gd name="connsiteX1361" fmla="*/ 1914745 w 2122941"/>
                <a:gd name="connsiteY1361" fmla="*/ 337703 h 1062290"/>
                <a:gd name="connsiteX1362" fmla="*/ 1916385 w 2122941"/>
                <a:gd name="connsiteY1362" fmla="*/ 332785 h 1062290"/>
                <a:gd name="connsiteX1363" fmla="*/ 1919663 w 2122941"/>
                <a:gd name="connsiteY1363" fmla="*/ 329507 h 1062290"/>
                <a:gd name="connsiteX1364" fmla="*/ 1916385 w 2122941"/>
                <a:gd name="connsiteY1364" fmla="*/ 332785 h 1062290"/>
                <a:gd name="connsiteX1365" fmla="*/ 1911467 w 2122941"/>
                <a:gd name="connsiteY1365" fmla="*/ 334425 h 1062290"/>
                <a:gd name="connsiteX1366" fmla="*/ 1911467 w 2122941"/>
                <a:gd name="connsiteY1366" fmla="*/ 329507 h 1062290"/>
                <a:gd name="connsiteX1367" fmla="*/ 1908188 w 2122941"/>
                <a:gd name="connsiteY1367" fmla="*/ 334425 h 1062290"/>
                <a:gd name="connsiteX1368" fmla="*/ 1906549 w 2122941"/>
                <a:gd name="connsiteY1368" fmla="*/ 337703 h 1062290"/>
                <a:gd name="connsiteX1369" fmla="*/ 1906549 w 2122941"/>
                <a:gd name="connsiteY1369" fmla="*/ 340982 h 1062290"/>
                <a:gd name="connsiteX1370" fmla="*/ 1903270 w 2122941"/>
                <a:gd name="connsiteY1370" fmla="*/ 345900 h 1062290"/>
                <a:gd name="connsiteX1371" fmla="*/ 1899991 w 2122941"/>
                <a:gd name="connsiteY1371" fmla="*/ 345900 h 1062290"/>
                <a:gd name="connsiteX1372" fmla="*/ 1895073 w 2122941"/>
                <a:gd name="connsiteY1372" fmla="*/ 347539 h 1062290"/>
                <a:gd name="connsiteX1373" fmla="*/ 1891795 w 2122941"/>
                <a:gd name="connsiteY1373" fmla="*/ 347539 h 1062290"/>
                <a:gd name="connsiteX1374" fmla="*/ 1888516 w 2122941"/>
                <a:gd name="connsiteY1374" fmla="*/ 349179 h 1062290"/>
                <a:gd name="connsiteX1375" fmla="*/ 1885237 w 2122941"/>
                <a:gd name="connsiteY1375" fmla="*/ 347539 h 1062290"/>
                <a:gd name="connsiteX1376" fmla="*/ 1880319 w 2122941"/>
                <a:gd name="connsiteY1376" fmla="*/ 349179 h 1062290"/>
                <a:gd name="connsiteX1377" fmla="*/ 1877041 w 2122941"/>
                <a:gd name="connsiteY1377" fmla="*/ 349179 h 1062290"/>
                <a:gd name="connsiteX1378" fmla="*/ 1873762 w 2122941"/>
                <a:gd name="connsiteY1378" fmla="*/ 349179 h 1062290"/>
                <a:gd name="connsiteX1379" fmla="*/ 1870483 w 2122941"/>
                <a:gd name="connsiteY1379" fmla="*/ 349179 h 1062290"/>
                <a:gd name="connsiteX1380" fmla="*/ 1870483 w 2122941"/>
                <a:gd name="connsiteY1380" fmla="*/ 347539 h 1062290"/>
                <a:gd name="connsiteX1381" fmla="*/ 1870483 w 2122941"/>
                <a:gd name="connsiteY1381" fmla="*/ 349179 h 1062290"/>
                <a:gd name="connsiteX1382" fmla="*/ 1868844 w 2122941"/>
                <a:gd name="connsiteY1382" fmla="*/ 350818 h 1062290"/>
                <a:gd name="connsiteX1383" fmla="*/ 1863926 w 2122941"/>
                <a:gd name="connsiteY1383" fmla="*/ 350818 h 1062290"/>
                <a:gd name="connsiteX1384" fmla="*/ 1860647 w 2122941"/>
                <a:gd name="connsiteY1384" fmla="*/ 350818 h 1062290"/>
                <a:gd name="connsiteX1385" fmla="*/ 1857369 w 2122941"/>
                <a:gd name="connsiteY1385" fmla="*/ 352457 h 1062290"/>
                <a:gd name="connsiteX1386" fmla="*/ 1854090 w 2122941"/>
                <a:gd name="connsiteY1386" fmla="*/ 350818 h 1062290"/>
                <a:gd name="connsiteX1387" fmla="*/ 1849172 w 2122941"/>
                <a:gd name="connsiteY1387" fmla="*/ 350818 h 1062290"/>
                <a:gd name="connsiteX1388" fmla="*/ 1845893 w 2122941"/>
                <a:gd name="connsiteY1388" fmla="*/ 352457 h 1062290"/>
                <a:gd name="connsiteX1389" fmla="*/ 1842614 w 2122941"/>
                <a:gd name="connsiteY1389" fmla="*/ 354097 h 1062290"/>
                <a:gd name="connsiteX1390" fmla="*/ 1837697 w 2122941"/>
                <a:gd name="connsiteY1390" fmla="*/ 355736 h 1062290"/>
                <a:gd name="connsiteX1391" fmla="*/ 1834418 w 2122941"/>
                <a:gd name="connsiteY1391" fmla="*/ 357375 h 1062290"/>
                <a:gd name="connsiteX1392" fmla="*/ 1831139 w 2122941"/>
                <a:gd name="connsiteY1392" fmla="*/ 359015 h 1062290"/>
                <a:gd name="connsiteX1393" fmla="*/ 1826221 w 2122941"/>
                <a:gd name="connsiteY1393" fmla="*/ 360654 h 1062290"/>
                <a:gd name="connsiteX1394" fmla="*/ 1822942 w 2122941"/>
                <a:gd name="connsiteY1394" fmla="*/ 362294 h 1062290"/>
                <a:gd name="connsiteX1395" fmla="*/ 1819664 w 2122941"/>
                <a:gd name="connsiteY1395" fmla="*/ 362294 h 1062290"/>
                <a:gd name="connsiteX1396" fmla="*/ 1818024 w 2122941"/>
                <a:gd name="connsiteY1396" fmla="*/ 365572 h 1062290"/>
                <a:gd name="connsiteX1397" fmla="*/ 1813107 w 2122941"/>
                <a:gd name="connsiteY1397" fmla="*/ 367211 h 1062290"/>
                <a:gd name="connsiteX1398" fmla="*/ 1811467 w 2122941"/>
                <a:gd name="connsiteY1398" fmla="*/ 370490 h 1062290"/>
                <a:gd name="connsiteX1399" fmla="*/ 1806549 w 2122941"/>
                <a:gd name="connsiteY1399" fmla="*/ 372129 h 1062290"/>
                <a:gd name="connsiteX1400" fmla="*/ 1803270 w 2122941"/>
                <a:gd name="connsiteY1400" fmla="*/ 373769 h 1062290"/>
                <a:gd name="connsiteX1401" fmla="*/ 1804910 w 2122941"/>
                <a:gd name="connsiteY1401" fmla="*/ 372129 h 1062290"/>
                <a:gd name="connsiteX1402" fmla="*/ 1808189 w 2122941"/>
                <a:gd name="connsiteY1402" fmla="*/ 368851 h 1062290"/>
                <a:gd name="connsiteX1403" fmla="*/ 1809828 w 2122941"/>
                <a:gd name="connsiteY1403" fmla="*/ 363933 h 1062290"/>
                <a:gd name="connsiteX1404" fmla="*/ 1813107 w 2122941"/>
                <a:gd name="connsiteY1404" fmla="*/ 360654 h 1062290"/>
                <a:gd name="connsiteX1405" fmla="*/ 1813107 w 2122941"/>
                <a:gd name="connsiteY1405" fmla="*/ 357375 h 1062290"/>
                <a:gd name="connsiteX1406" fmla="*/ 1813107 w 2122941"/>
                <a:gd name="connsiteY1406" fmla="*/ 354097 h 1062290"/>
                <a:gd name="connsiteX1407" fmla="*/ 1813107 w 2122941"/>
                <a:gd name="connsiteY1407" fmla="*/ 349179 h 1062290"/>
                <a:gd name="connsiteX1408" fmla="*/ 1811467 w 2122941"/>
                <a:gd name="connsiteY1408" fmla="*/ 352457 h 1062290"/>
                <a:gd name="connsiteX1409" fmla="*/ 1813107 w 2122941"/>
                <a:gd name="connsiteY1409" fmla="*/ 355736 h 1062290"/>
                <a:gd name="connsiteX1410" fmla="*/ 1811467 w 2122941"/>
                <a:gd name="connsiteY1410" fmla="*/ 360654 h 1062290"/>
                <a:gd name="connsiteX1411" fmla="*/ 1809828 w 2122941"/>
                <a:gd name="connsiteY1411" fmla="*/ 363933 h 1062290"/>
                <a:gd name="connsiteX1412" fmla="*/ 1809828 w 2122941"/>
                <a:gd name="connsiteY1412" fmla="*/ 365572 h 1062290"/>
                <a:gd name="connsiteX1413" fmla="*/ 1806549 w 2122941"/>
                <a:gd name="connsiteY1413" fmla="*/ 368851 h 1062290"/>
                <a:gd name="connsiteX1414" fmla="*/ 1803270 w 2122941"/>
                <a:gd name="connsiteY1414" fmla="*/ 373769 h 1062290"/>
                <a:gd name="connsiteX1415" fmla="*/ 1801631 w 2122941"/>
                <a:gd name="connsiteY1415" fmla="*/ 375408 h 1062290"/>
                <a:gd name="connsiteX1416" fmla="*/ 1798352 w 2122941"/>
                <a:gd name="connsiteY1416" fmla="*/ 377047 h 1062290"/>
                <a:gd name="connsiteX1417" fmla="*/ 1796713 w 2122941"/>
                <a:gd name="connsiteY1417" fmla="*/ 375408 h 1062290"/>
                <a:gd name="connsiteX1418" fmla="*/ 1796713 w 2122941"/>
                <a:gd name="connsiteY1418" fmla="*/ 377047 h 1062290"/>
                <a:gd name="connsiteX1419" fmla="*/ 1793434 w 2122941"/>
                <a:gd name="connsiteY1419" fmla="*/ 380326 h 1062290"/>
                <a:gd name="connsiteX1420" fmla="*/ 1790156 w 2122941"/>
                <a:gd name="connsiteY1420" fmla="*/ 385244 h 1062290"/>
                <a:gd name="connsiteX1421" fmla="*/ 1791795 w 2122941"/>
                <a:gd name="connsiteY1421" fmla="*/ 386884 h 1062290"/>
                <a:gd name="connsiteX1422" fmla="*/ 1795074 w 2122941"/>
                <a:gd name="connsiteY1422" fmla="*/ 388523 h 1062290"/>
                <a:gd name="connsiteX1423" fmla="*/ 1799992 w 2122941"/>
                <a:gd name="connsiteY1423" fmla="*/ 388523 h 1062290"/>
                <a:gd name="connsiteX1424" fmla="*/ 1798352 w 2122941"/>
                <a:gd name="connsiteY1424" fmla="*/ 391801 h 1062290"/>
                <a:gd name="connsiteX1425" fmla="*/ 1796713 w 2122941"/>
                <a:gd name="connsiteY1425" fmla="*/ 395080 h 1062290"/>
                <a:gd name="connsiteX1426" fmla="*/ 1793434 w 2122941"/>
                <a:gd name="connsiteY1426" fmla="*/ 399998 h 1062290"/>
                <a:gd name="connsiteX1427" fmla="*/ 1791795 w 2122941"/>
                <a:gd name="connsiteY1427" fmla="*/ 403277 h 1062290"/>
                <a:gd name="connsiteX1428" fmla="*/ 1790156 w 2122941"/>
                <a:gd name="connsiteY1428" fmla="*/ 406556 h 1062290"/>
                <a:gd name="connsiteX1429" fmla="*/ 1788517 w 2122941"/>
                <a:gd name="connsiteY1429" fmla="*/ 411474 h 1062290"/>
                <a:gd name="connsiteX1430" fmla="*/ 1786877 w 2122941"/>
                <a:gd name="connsiteY1430" fmla="*/ 414752 h 1062290"/>
                <a:gd name="connsiteX1431" fmla="*/ 1788517 w 2122941"/>
                <a:gd name="connsiteY1431" fmla="*/ 411474 h 1062290"/>
                <a:gd name="connsiteX1432" fmla="*/ 1790156 w 2122941"/>
                <a:gd name="connsiteY1432" fmla="*/ 406556 h 1062290"/>
                <a:gd name="connsiteX1433" fmla="*/ 1788517 w 2122941"/>
                <a:gd name="connsiteY1433" fmla="*/ 406556 h 1062290"/>
                <a:gd name="connsiteX1434" fmla="*/ 1786877 w 2122941"/>
                <a:gd name="connsiteY1434" fmla="*/ 406556 h 1062290"/>
                <a:gd name="connsiteX1435" fmla="*/ 1786877 w 2122941"/>
                <a:gd name="connsiteY1435" fmla="*/ 411474 h 1062290"/>
                <a:gd name="connsiteX1436" fmla="*/ 1783598 w 2122941"/>
                <a:gd name="connsiteY1436" fmla="*/ 414752 h 1062290"/>
                <a:gd name="connsiteX1437" fmla="*/ 1781959 w 2122941"/>
                <a:gd name="connsiteY1437" fmla="*/ 418031 h 1062290"/>
                <a:gd name="connsiteX1438" fmla="*/ 1778680 w 2122941"/>
                <a:gd name="connsiteY1438" fmla="*/ 421309 h 1062290"/>
                <a:gd name="connsiteX1439" fmla="*/ 1775402 w 2122941"/>
                <a:gd name="connsiteY1439" fmla="*/ 424588 h 1062290"/>
                <a:gd name="connsiteX1440" fmla="*/ 1775402 w 2122941"/>
                <a:gd name="connsiteY1440" fmla="*/ 424588 h 1062290"/>
                <a:gd name="connsiteX1441" fmla="*/ 1773762 w 2122941"/>
                <a:gd name="connsiteY1441" fmla="*/ 427867 h 1062290"/>
                <a:gd name="connsiteX1442" fmla="*/ 1770484 w 2122941"/>
                <a:gd name="connsiteY1442" fmla="*/ 427867 h 1062290"/>
                <a:gd name="connsiteX1443" fmla="*/ 1767205 w 2122941"/>
                <a:gd name="connsiteY1443" fmla="*/ 431146 h 1062290"/>
                <a:gd name="connsiteX1444" fmla="*/ 1765566 w 2122941"/>
                <a:gd name="connsiteY1444" fmla="*/ 436064 h 1062290"/>
                <a:gd name="connsiteX1445" fmla="*/ 1762287 w 2122941"/>
                <a:gd name="connsiteY1445" fmla="*/ 437703 h 1062290"/>
                <a:gd name="connsiteX1446" fmla="*/ 1757369 w 2122941"/>
                <a:gd name="connsiteY1446" fmla="*/ 440981 h 1062290"/>
                <a:gd name="connsiteX1447" fmla="*/ 1754090 w 2122941"/>
                <a:gd name="connsiteY1447" fmla="*/ 444260 h 1062290"/>
                <a:gd name="connsiteX1448" fmla="*/ 1750812 w 2122941"/>
                <a:gd name="connsiteY1448" fmla="*/ 449178 h 1062290"/>
                <a:gd name="connsiteX1449" fmla="*/ 1747533 w 2122941"/>
                <a:gd name="connsiteY1449" fmla="*/ 452457 h 1062290"/>
                <a:gd name="connsiteX1450" fmla="*/ 1744254 w 2122941"/>
                <a:gd name="connsiteY1450" fmla="*/ 452457 h 1062290"/>
                <a:gd name="connsiteX1451" fmla="*/ 1740976 w 2122941"/>
                <a:gd name="connsiteY1451" fmla="*/ 454096 h 1062290"/>
                <a:gd name="connsiteX1452" fmla="*/ 1742615 w 2122941"/>
                <a:gd name="connsiteY1452" fmla="*/ 449178 h 1062290"/>
                <a:gd name="connsiteX1453" fmla="*/ 1745894 w 2122941"/>
                <a:gd name="connsiteY1453" fmla="*/ 445900 h 1062290"/>
                <a:gd name="connsiteX1454" fmla="*/ 1744254 w 2122941"/>
                <a:gd name="connsiteY1454" fmla="*/ 442621 h 1062290"/>
                <a:gd name="connsiteX1455" fmla="*/ 1740976 w 2122941"/>
                <a:gd name="connsiteY1455" fmla="*/ 442621 h 1062290"/>
                <a:gd name="connsiteX1456" fmla="*/ 1737697 w 2122941"/>
                <a:gd name="connsiteY1456" fmla="*/ 439342 h 1062290"/>
                <a:gd name="connsiteX1457" fmla="*/ 1732779 w 2122941"/>
                <a:gd name="connsiteY1457" fmla="*/ 436064 h 1062290"/>
                <a:gd name="connsiteX1458" fmla="*/ 1731140 w 2122941"/>
                <a:gd name="connsiteY1458" fmla="*/ 432785 h 1062290"/>
                <a:gd name="connsiteX1459" fmla="*/ 1729500 w 2122941"/>
                <a:gd name="connsiteY1459" fmla="*/ 427867 h 1062290"/>
                <a:gd name="connsiteX1460" fmla="*/ 1731140 w 2122941"/>
                <a:gd name="connsiteY1460" fmla="*/ 426228 h 1062290"/>
                <a:gd name="connsiteX1461" fmla="*/ 1731140 w 2122941"/>
                <a:gd name="connsiteY1461" fmla="*/ 422949 h 1062290"/>
                <a:gd name="connsiteX1462" fmla="*/ 1736058 w 2122941"/>
                <a:gd name="connsiteY1462" fmla="*/ 419670 h 1062290"/>
                <a:gd name="connsiteX1463" fmla="*/ 1739336 w 2122941"/>
                <a:gd name="connsiteY1463" fmla="*/ 416391 h 1062290"/>
                <a:gd name="connsiteX1464" fmla="*/ 1739336 w 2122941"/>
                <a:gd name="connsiteY1464" fmla="*/ 414752 h 1062290"/>
                <a:gd name="connsiteX1465" fmla="*/ 1742615 w 2122941"/>
                <a:gd name="connsiteY1465" fmla="*/ 413113 h 1062290"/>
                <a:gd name="connsiteX1466" fmla="*/ 1747533 w 2122941"/>
                <a:gd name="connsiteY1466" fmla="*/ 413113 h 1062290"/>
                <a:gd name="connsiteX1467" fmla="*/ 1749172 w 2122941"/>
                <a:gd name="connsiteY1467" fmla="*/ 411474 h 1062290"/>
                <a:gd name="connsiteX1468" fmla="*/ 1745894 w 2122941"/>
                <a:gd name="connsiteY1468" fmla="*/ 413113 h 1062290"/>
                <a:gd name="connsiteX1469" fmla="*/ 1742615 w 2122941"/>
                <a:gd name="connsiteY1469" fmla="*/ 413113 h 1062290"/>
                <a:gd name="connsiteX1470" fmla="*/ 1737697 w 2122941"/>
                <a:gd name="connsiteY1470" fmla="*/ 414752 h 1062290"/>
                <a:gd name="connsiteX1471" fmla="*/ 1734418 w 2122941"/>
                <a:gd name="connsiteY1471" fmla="*/ 418031 h 1062290"/>
                <a:gd name="connsiteX1472" fmla="*/ 1731140 w 2122941"/>
                <a:gd name="connsiteY1472" fmla="*/ 421309 h 1062290"/>
                <a:gd name="connsiteX1473" fmla="*/ 1729500 w 2122941"/>
                <a:gd name="connsiteY1473" fmla="*/ 424588 h 1062290"/>
                <a:gd name="connsiteX1474" fmla="*/ 1727861 w 2122941"/>
                <a:gd name="connsiteY1474" fmla="*/ 429506 h 1062290"/>
                <a:gd name="connsiteX1475" fmla="*/ 1727861 w 2122941"/>
                <a:gd name="connsiteY1475" fmla="*/ 432785 h 1062290"/>
                <a:gd name="connsiteX1476" fmla="*/ 1729500 w 2122941"/>
                <a:gd name="connsiteY1476" fmla="*/ 436064 h 1062290"/>
                <a:gd name="connsiteX1477" fmla="*/ 1731140 w 2122941"/>
                <a:gd name="connsiteY1477" fmla="*/ 440981 h 1062290"/>
                <a:gd name="connsiteX1478" fmla="*/ 1729500 w 2122941"/>
                <a:gd name="connsiteY1478" fmla="*/ 444260 h 1062290"/>
                <a:gd name="connsiteX1479" fmla="*/ 1727861 w 2122941"/>
                <a:gd name="connsiteY1479" fmla="*/ 447539 h 1062290"/>
                <a:gd name="connsiteX1480" fmla="*/ 1729500 w 2122941"/>
                <a:gd name="connsiteY1480" fmla="*/ 452457 h 1062290"/>
                <a:gd name="connsiteX1481" fmla="*/ 1729500 w 2122941"/>
                <a:gd name="connsiteY1481" fmla="*/ 455736 h 1062290"/>
                <a:gd name="connsiteX1482" fmla="*/ 1732779 w 2122941"/>
                <a:gd name="connsiteY1482" fmla="*/ 459014 h 1062290"/>
                <a:gd name="connsiteX1483" fmla="*/ 1734418 w 2122941"/>
                <a:gd name="connsiteY1483" fmla="*/ 462293 h 1062290"/>
                <a:gd name="connsiteX1484" fmla="*/ 1731140 w 2122941"/>
                <a:gd name="connsiteY1484" fmla="*/ 467211 h 1062290"/>
                <a:gd name="connsiteX1485" fmla="*/ 1732779 w 2122941"/>
                <a:gd name="connsiteY1485" fmla="*/ 467211 h 1062290"/>
                <a:gd name="connsiteX1486" fmla="*/ 1729500 w 2122941"/>
                <a:gd name="connsiteY1486" fmla="*/ 468850 h 1062290"/>
                <a:gd name="connsiteX1487" fmla="*/ 1732779 w 2122941"/>
                <a:gd name="connsiteY1487" fmla="*/ 470490 h 1062290"/>
                <a:gd name="connsiteX1488" fmla="*/ 1731140 w 2122941"/>
                <a:gd name="connsiteY1488" fmla="*/ 475408 h 1062290"/>
                <a:gd name="connsiteX1489" fmla="*/ 1729500 w 2122941"/>
                <a:gd name="connsiteY1489" fmla="*/ 478686 h 1062290"/>
                <a:gd name="connsiteX1490" fmla="*/ 1731140 w 2122941"/>
                <a:gd name="connsiteY1490" fmla="*/ 475408 h 1062290"/>
                <a:gd name="connsiteX1491" fmla="*/ 1729500 w 2122941"/>
                <a:gd name="connsiteY1491" fmla="*/ 475408 h 1062290"/>
                <a:gd name="connsiteX1492" fmla="*/ 1727861 w 2122941"/>
                <a:gd name="connsiteY1492" fmla="*/ 477047 h 1062290"/>
                <a:gd name="connsiteX1493" fmla="*/ 1727861 w 2122941"/>
                <a:gd name="connsiteY1493" fmla="*/ 481965 h 1062290"/>
                <a:gd name="connsiteX1494" fmla="*/ 1722943 w 2122941"/>
                <a:gd name="connsiteY1494" fmla="*/ 483604 h 1062290"/>
                <a:gd name="connsiteX1495" fmla="*/ 1719664 w 2122941"/>
                <a:gd name="connsiteY1495" fmla="*/ 486883 h 1062290"/>
                <a:gd name="connsiteX1496" fmla="*/ 1716386 w 2122941"/>
                <a:gd name="connsiteY1496" fmla="*/ 490162 h 1062290"/>
                <a:gd name="connsiteX1497" fmla="*/ 1713107 w 2122941"/>
                <a:gd name="connsiteY1497" fmla="*/ 493440 h 1062290"/>
                <a:gd name="connsiteX1498" fmla="*/ 1711468 w 2122941"/>
                <a:gd name="connsiteY1498" fmla="*/ 496719 h 1062290"/>
                <a:gd name="connsiteX1499" fmla="*/ 1709828 w 2122941"/>
                <a:gd name="connsiteY1499" fmla="*/ 499998 h 1062290"/>
                <a:gd name="connsiteX1500" fmla="*/ 1704910 w 2122941"/>
                <a:gd name="connsiteY1500" fmla="*/ 504916 h 1062290"/>
                <a:gd name="connsiteX1501" fmla="*/ 1701632 w 2122941"/>
                <a:gd name="connsiteY1501" fmla="*/ 508194 h 1062290"/>
                <a:gd name="connsiteX1502" fmla="*/ 1699992 w 2122941"/>
                <a:gd name="connsiteY1502" fmla="*/ 511473 h 1062290"/>
                <a:gd name="connsiteX1503" fmla="*/ 1696714 w 2122941"/>
                <a:gd name="connsiteY1503" fmla="*/ 516391 h 1062290"/>
                <a:gd name="connsiteX1504" fmla="*/ 1693435 w 2122941"/>
                <a:gd name="connsiteY1504" fmla="*/ 516391 h 1062290"/>
                <a:gd name="connsiteX1505" fmla="*/ 1690156 w 2122941"/>
                <a:gd name="connsiteY1505" fmla="*/ 519670 h 1062290"/>
                <a:gd name="connsiteX1506" fmla="*/ 1686877 w 2122941"/>
                <a:gd name="connsiteY1506" fmla="*/ 522948 h 1062290"/>
                <a:gd name="connsiteX1507" fmla="*/ 1685238 w 2122941"/>
                <a:gd name="connsiteY1507" fmla="*/ 527866 h 1062290"/>
                <a:gd name="connsiteX1508" fmla="*/ 1683599 w 2122941"/>
                <a:gd name="connsiteY1508" fmla="*/ 531145 h 1062290"/>
                <a:gd name="connsiteX1509" fmla="*/ 1680320 w 2122941"/>
                <a:gd name="connsiteY1509" fmla="*/ 531145 h 1062290"/>
                <a:gd name="connsiteX1510" fmla="*/ 1680320 w 2122941"/>
                <a:gd name="connsiteY1510" fmla="*/ 527866 h 1062290"/>
                <a:gd name="connsiteX1511" fmla="*/ 1680320 w 2122941"/>
                <a:gd name="connsiteY1511" fmla="*/ 524588 h 1062290"/>
                <a:gd name="connsiteX1512" fmla="*/ 1683599 w 2122941"/>
                <a:gd name="connsiteY1512" fmla="*/ 521309 h 1062290"/>
                <a:gd name="connsiteX1513" fmla="*/ 1685238 w 2122941"/>
                <a:gd name="connsiteY1513" fmla="*/ 516391 h 1062290"/>
                <a:gd name="connsiteX1514" fmla="*/ 1686877 w 2122941"/>
                <a:gd name="connsiteY1514" fmla="*/ 513112 h 1062290"/>
                <a:gd name="connsiteX1515" fmla="*/ 1690156 w 2122941"/>
                <a:gd name="connsiteY1515" fmla="*/ 509834 h 1062290"/>
                <a:gd name="connsiteX1516" fmla="*/ 1695074 w 2122941"/>
                <a:gd name="connsiteY1516" fmla="*/ 506555 h 1062290"/>
                <a:gd name="connsiteX1517" fmla="*/ 1695074 w 2122941"/>
                <a:gd name="connsiteY1517" fmla="*/ 503276 h 1062290"/>
                <a:gd name="connsiteX1518" fmla="*/ 1699992 w 2122941"/>
                <a:gd name="connsiteY1518" fmla="*/ 501637 h 1062290"/>
                <a:gd name="connsiteX1519" fmla="*/ 1699992 w 2122941"/>
                <a:gd name="connsiteY1519" fmla="*/ 498358 h 1062290"/>
                <a:gd name="connsiteX1520" fmla="*/ 1703271 w 2122941"/>
                <a:gd name="connsiteY1520" fmla="*/ 496719 h 1062290"/>
                <a:gd name="connsiteX1521" fmla="*/ 1701632 w 2122941"/>
                <a:gd name="connsiteY1521" fmla="*/ 495080 h 1062290"/>
                <a:gd name="connsiteX1522" fmla="*/ 1698353 w 2122941"/>
                <a:gd name="connsiteY1522" fmla="*/ 495080 h 1062290"/>
                <a:gd name="connsiteX1523" fmla="*/ 1695074 w 2122941"/>
                <a:gd name="connsiteY1523" fmla="*/ 498358 h 1062290"/>
                <a:gd name="connsiteX1524" fmla="*/ 1696714 w 2122941"/>
                <a:gd name="connsiteY1524" fmla="*/ 493440 h 1062290"/>
                <a:gd name="connsiteX1525" fmla="*/ 1699992 w 2122941"/>
                <a:gd name="connsiteY1525" fmla="*/ 491801 h 1062290"/>
                <a:gd name="connsiteX1526" fmla="*/ 1699992 w 2122941"/>
                <a:gd name="connsiteY1526" fmla="*/ 488522 h 1062290"/>
                <a:gd name="connsiteX1527" fmla="*/ 1695074 w 2122941"/>
                <a:gd name="connsiteY1527" fmla="*/ 486883 h 1062290"/>
                <a:gd name="connsiteX1528" fmla="*/ 1698353 w 2122941"/>
                <a:gd name="connsiteY1528" fmla="*/ 483604 h 1062290"/>
                <a:gd name="connsiteX1529" fmla="*/ 1699992 w 2122941"/>
                <a:gd name="connsiteY1529" fmla="*/ 478686 h 1062290"/>
                <a:gd name="connsiteX1530" fmla="*/ 1696714 w 2122941"/>
                <a:gd name="connsiteY1530" fmla="*/ 481965 h 1062290"/>
                <a:gd name="connsiteX1531" fmla="*/ 1693435 w 2122941"/>
                <a:gd name="connsiteY1531" fmla="*/ 480326 h 1062290"/>
                <a:gd name="connsiteX1532" fmla="*/ 1693435 w 2122941"/>
                <a:gd name="connsiteY1532" fmla="*/ 485244 h 1062290"/>
                <a:gd name="connsiteX1533" fmla="*/ 1690156 w 2122941"/>
                <a:gd name="connsiteY1533" fmla="*/ 480326 h 1062290"/>
                <a:gd name="connsiteX1534" fmla="*/ 1686877 w 2122941"/>
                <a:gd name="connsiteY1534" fmla="*/ 478686 h 1062290"/>
                <a:gd name="connsiteX1535" fmla="*/ 1688517 w 2122941"/>
                <a:gd name="connsiteY1535" fmla="*/ 473768 h 1062290"/>
                <a:gd name="connsiteX1536" fmla="*/ 1691796 w 2122941"/>
                <a:gd name="connsiteY1536" fmla="*/ 470490 h 1062290"/>
                <a:gd name="connsiteX1537" fmla="*/ 1690156 w 2122941"/>
                <a:gd name="connsiteY1537" fmla="*/ 467211 h 1062290"/>
                <a:gd name="connsiteX1538" fmla="*/ 1693435 w 2122941"/>
                <a:gd name="connsiteY1538" fmla="*/ 467211 h 1062290"/>
                <a:gd name="connsiteX1539" fmla="*/ 1698353 w 2122941"/>
                <a:gd name="connsiteY1539" fmla="*/ 468850 h 1062290"/>
                <a:gd name="connsiteX1540" fmla="*/ 1698353 w 2122941"/>
                <a:gd name="connsiteY1540" fmla="*/ 468850 h 1062290"/>
                <a:gd name="connsiteX1541" fmla="*/ 1695074 w 2122941"/>
                <a:gd name="connsiteY1541" fmla="*/ 465572 h 1062290"/>
                <a:gd name="connsiteX1542" fmla="*/ 1693435 w 2122941"/>
                <a:gd name="connsiteY1542" fmla="*/ 460654 h 1062290"/>
                <a:gd name="connsiteX1543" fmla="*/ 1690156 w 2122941"/>
                <a:gd name="connsiteY1543" fmla="*/ 462293 h 1062290"/>
                <a:gd name="connsiteX1544" fmla="*/ 1691796 w 2122941"/>
                <a:gd name="connsiteY1544" fmla="*/ 459014 h 1062290"/>
                <a:gd name="connsiteX1545" fmla="*/ 1696714 w 2122941"/>
                <a:gd name="connsiteY1545" fmla="*/ 460654 h 1062290"/>
                <a:gd name="connsiteX1546" fmla="*/ 1699992 w 2122941"/>
                <a:gd name="connsiteY1546" fmla="*/ 455736 h 1062290"/>
                <a:gd name="connsiteX1547" fmla="*/ 1695074 w 2122941"/>
                <a:gd name="connsiteY1547" fmla="*/ 452457 h 1062290"/>
                <a:gd name="connsiteX1548" fmla="*/ 1695074 w 2122941"/>
                <a:gd name="connsiteY1548" fmla="*/ 454096 h 1062290"/>
                <a:gd name="connsiteX1549" fmla="*/ 1690156 w 2122941"/>
                <a:gd name="connsiteY1549" fmla="*/ 455736 h 1062290"/>
                <a:gd name="connsiteX1550" fmla="*/ 1693435 w 2122941"/>
                <a:gd name="connsiteY1550" fmla="*/ 452457 h 1062290"/>
                <a:gd name="connsiteX1551" fmla="*/ 1696714 w 2122941"/>
                <a:gd name="connsiteY1551" fmla="*/ 450818 h 1062290"/>
                <a:gd name="connsiteX1552" fmla="*/ 1699992 w 2122941"/>
                <a:gd name="connsiteY1552" fmla="*/ 449178 h 1062290"/>
                <a:gd name="connsiteX1553" fmla="*/ 1699992 w 2122941"/>
                <a:gd name="connsiteY1553" fmla="*/ 449178 h 1062290"/>
                <a:gd name="connsiteX1554" fmla="*/ 1701632 w 2122941"/>
                <a:gd name="connsiteY1554" fmla="*/ 444260 h 1062290"/>
                <a:gd name="connsiteX1555" fmla="*/ 1698353 w 2122941"/>
                <a:gd name="connsiteY1555" fmla="*/ 447539 h 1062290"/>
                <a:gd name="connsiteX1556" fmla="*/ 1698353 w 2122941"/>
                <a:gd name="connsiteY1556" fmla="*/ 444260 h 1062290"/>
                <a:gd name="connsiteX1557" fmla="*/ 1701632 w 2122941"/>
                <a:gd name="connsiteY1557" fmla="*/ 439342 h 1062290"/>
                <a:gd name="connsiteX1558" fmla="*/ 1704910 w 2122941"/>
                <a:gd name="connsiteY1558" fmla="*/ 436064 h 1062290"/>
                <a:gd name="connsiteX1559" fmla="*/ 1709828 w 2122941"/>
                <a:gd name="connsiteY1559" fmla="*/ 434424 h 1062290"/>
                <a:gd name="connsiteX1560" fmla="*/ 1713107 w 2122941"/>
                <a:gd name="connsiteY1560" fmla="*/ 434424 h 1062290"/>
                <a:gd name="connsiteX1561" fmla="*/ 1716386 w 2122941"/>
                <a:gd name="connsiteY1561" fmla="*/ 434424 h 1062290"/>
                <a:gd name="connsiteX1562" fmla="*/ 1713107 w 2122941"/>
                <a:gd name="connsiteY1562" fmla="*/ 431146 h 1062290"/>
                <a:gd name="connsiteX1563" fmla="*/ 1716386 w 2122941"/>
                <a:gd name="connsiteY1563" fmla="*/ 429506 h 1062290"/>
                <a:gd name="connsiteX1564" fmla="*/ 1719664 w 2122941"/>
                <a:gd name="connsiteY1564" fmla="*/ 424588 h 1062290"/>
                <a:gd name="connsiteX1565" fmla="*/ 1716386 w 2122941"/>
                <a:gd name="connsiteY1565" fmla="*/ 427867 h 1062290"/>
                <a:gd name="connsiteX1566" fmla="*/ 1713107 w 2122941"/>
                <a:gd name="connsiteY1566" fmla="*/ 429506 h 1062290"/>
                <a:gd name="connsiteX1567" fmla="*/ 1716386 w 2122941"/>
                <a:gd name="connsiteY1567" fmla="*/ 426228 h 1062290"/>
                <a:gd name="connsiteX1568" fmla="*/ 1714746 w 2122941"/>
                <a:gd name="connsiteY1568" fmla="*/ 426228 h 1062290"/>
                <a:gd name="connsiteX1569" fmla="*/ 1711468 w 2122941"/>
                <a:gd name="connsiteY1569" fmla="*/ 426228 h 1062290"/>
                <a:gd name="connsiteX1570" fmla="*/ 1708189 w 2122941"/>
                <a:gd name="connsiteY1570" fmla="*/ 429506 h 1062290"/>
                <a:gd name="connsiteX1571" fmla="*/ 1706550 w 2122941"/>
                <a:gd name="connsiteY1571" fmla="*/ 432785 h 1062290"/>
                <a:gd name="connsiteX1572" fmla="*/ 1703271 w 2122941"/>
                <a:gd name="connsiteY1572" fmla="*/ 434424 h 1062290"/>
                <a:gd name="connsiteX1573" fmla="*/ 1704910 w 2122941"/>
                <a:gd name="connsiteY1573" fmla="*/ 431146 h 1062290"/>
                <a:gd name="connsiteX1574" fmla="*/ 1703271 w 2122941"/>
                <a:gd name="connsiteY1574" fmla="*/ 431146 h 1062290"/>
                <a:gd name="connsiteX1575" fmla="*/ 1701632 w 2122941"/>
                <a:gd name="connsiteY1575" fmla="*/ 432785 h 1062290"/>
                <a:gd name="connsiteX1576" fmla="*/ 1699992 w 2122941"/>
                <a:gd name="connsiteY1576" fmla="*/ 436064 h 1062290"/>
                <a:gd name="connsiteX1577" fmla="*/ 1699992 w 2122941"/>
                <a:gd name="connsiteY1577" fmla="*/ 432785 h 1062290"/>
                <a:gd name="connsiteX1578" fmla="*/ 1696714 w 2122941"/>
                <a:gd name="connsiteY1578" fmla="*/ 434424 h 1062290"/>
                <a:gd name="connsiteX1579" fmla="*/ 1696714 w 2122941"/>
                <a:gd name="connsiteY1579" fmla="*/ 437703 h 1062290"/>
                <a:gd name="connsiteX1580" fmla="*/ 1693435 w 2122941"/>
                <a:gd name="connsiteY1580" fmla="*/ 437703 h 1062290"/>
                <a:gd name="connsiteX1581" fmla="*/ 1691796 w 2122941"/>
                <a:gd name="connsiteY1581" fmla="*/ 440981 h 1062290"/>
                <a:gd name="connsiteX1582" fmla="*/ 1688517 w 2122941"/>
                <a:gd name="connsiteY1582" fmla="*/ 439342 h 1062290"/>
                <a:gd name="connsiteX1583" fmla="*/ 1690156 w 2122941"/>
                <a:gd name="connsiteY1583" fmla="*/ 442621 h 1062290"/>
                <a:gd name="connsiteX1584" fmla="*/ 1691796 w 2122941"/>
                <a:gd name="connsiteY1584" fmla="*/ 445900 h 1062290"/>
                <a:gd name="connsiteX1585" fmla="*/ 1688517 w 2122941"/>
                <a:gd name="connsiteY1585" fmla="*/ 447539 h 1062290"/>
                <a:gd name="connsiteX1586" fmla="*/ 1690156 w 2122941"/>
                <a:gd name="connsiteY1586" fmla="*/ 450818 h 1062290"/>
                <a:gd name="connsiteX1587" fmla="*/ 1686877 w 2122941"/>
                <a:gd name="connsiteY1587" fmla="*/ 449178 h 1062290"/>
                <a:gd name="connsiteX1588" fmla="*/ 1685238 w 2122941"/>
                <a:gd name="connsiteY1588" fmla="*/ 452457 h 1062290"/>
                <a:gd name="connsiteX1589" fmla="*/ 1683599 w 2122941"/>
                <a:gd name="connsiteY1589" fmla="*/ 457375 h 1062290"/>
                <a:gd name="connsiteX1590" fmla="*/ 1681960 w 2122941"/>
                <a:gd name="connsiteY1590" fmla="*/ 460654 h 1062290"/>
                <a:gd name="connsiteX1591" fmla="*/ 1681960 w 2122941"/>
                <a:gd name="connsiteY1591" fmla="*/ 465572 h 1062290"/>
                <a:gd name="connsiteX1592" fmla="*/ 1680320 w 2122941"/>
                <a:gd name="connsiteY1592" fmla="*/ 468850 h 1062290"/>
                <a:gd name="connsiteX1593" fmla="*/ 1680320 w 2122941"/>
                <a:gd name="connsiteY1593" fmla="*/ 472129 h 1062290"/>
                <a:gd name="connsiteX1594" fmla="*/ 1681960 w 2122941"/>
                <a:gd name="connsiteY1594" fmla="*/ 475408 h 1062290"/>
                <a:gd name="connsiteX1595" fmla="*/ 1680320 w 2122941"/>
                <a:gd name="connsiteY1595" fmla="*/ 480326 h 1062290"/>
                <a:gd name="connsiteX1596" fmla="*/ 1677042 w 2122941"/>
                <a:gd name="connsiteY1596" fmla="*/ 477047 h 1062290"/>
                <a:gd name="connsiteX1597" fmla="*/ 1675402 w 2122941"/>
                <a:gd name="connsiteY1597" fmla="*/ 472129 h 1062290"/>
                <a:gd name="connsiteX1598" fmla="*/ 1675402 w 2122941"/>
                <a:gd name="connsiteY1598" fmla="*/ 468850 h 1062290"/>
                <a:gd name="connsiteX1599" fmla="*/ 1677042 w 2122941"/>
                <a:gd name="connsiteY1599" fmla="*/ 465572 h 1062290"/>
                <a:gd name="connsiteX1600" fmla="*/ 1675402 w 2122941"/>
                <a:gd name="connsiteY1600" fmla="*/ 468850 h 1062290"/>
                <a:gd name="connsiteX1601" fmla="*/ 1673763 w 2122941"/>
                <a:gd name="connsiteY1601" fmla="*/ 472129 h 1062290"/>
                <a:gd name="connsiteX1602" fmla="*/ 1673763 w 2122941"/>
                <a:gd name="connsiteY1602" fmla="*/ 475408 h 1062290"/>
                <a:gd name="connsiteX1603" fmla="*/ 1677042 w 2122941"/>
                <a:gd name="connsiteY1603" fmla="*/ 480326 h 1062290"/>
                <a:gd name="connsiteX1604" fmla="*/ 1680320 w 2122941"/>
                <a:gd name="connsiteY1604" fmla="*/ 483604 h 1062290"/>
                <a:gd name="connsiteX1605" fmla="*/ 1681960 w 2122941"/>
                <a:gd name="connsiteY1605" fmla="*/ 486883 h 1062290"/>
                <a:gd name="connsiteX1606" fmla="*/ 1678681 w 2122941"/>
                <a:gd name="connsiteY1606" fmla="*/ 491801 h 1062290"/>
                <a:gd name="connsiteX1607" fmla="*/ 1677042 w 2122941"/>
                <a:gd name="connsiteY1607" fmla="*/ 486883 h 1062290"/>
                <a:gd name="connsiteX1608" fmla="*/ 1673763 w 2122941"/>
                <a:gd name="connsiteY1608" fmla="*/ 485244 h 1062290"/>
                <a:gd name="connsiteX1609" fmla="*/ 1670484 w 2122941"/>
                <a:gd name="connsiteY1609" fmla="*/ 483604 h 1062290"/>
                <a:gd name="connsiteX1610" fmla="*/ 1665566 w 2122941"/>
                <a:gd name="connsiteY1610" fmla="*/ 481965 h 1062290"/>
                <a:gd name="connsiteX1611" fmla="*/ 1667205 w 2122941"/>
                <a:gd name="connsiteY1611" fmla="*/ 478686 h 1062290"/>
                <a:gd name="connsiteX1612" fmla="*/ 1665566 w 2122941"/>
                <a:gd name="connsiteY1612" fmla="*/ 478686 h 1062290"/>
                <a:gd name="connsiteX1613" fmla="*/ 1665566 w 2122941"/>
                <a:gd name="connsiteY1613" fmla="*/ 481965 h 1062290"/>
                <a:gd name="connsiteX1614" fmla="*/ 1662287 w 2122941"/>
                <a:gd name="connsiteY1614" fmla="*/ 478686 h 1062290"/>
                <a:gd name="connsiteX1615" fmla="*/ 1659009 w 2122941"/>
                <a:gd name="connsiteY1615" fmla="*/ 475408 h 1062290"/>
                <a:gd name="connsiteX1616" fmla="*/ 1655730 w 2122941"/>
                <a:gd name="connsiteY1616" fmla="*/ 477047 h 1062290"/>
                <a:gd name="connsiteX1617" fmla="*/ 1652452 w 2122941"/>
                <a:gd name="connsiteY1617" fmla="*/ 475408 h 1062290"/>
                <a:gd name="connsiteX1618" fmla="*/ 1654091 w 2122941"/>
                <a:gd name="connsiteY1618" fmla="*/ 472129 h 1062290"/>
                <a:gd name="connsiteX1619" fmla="*/ 1657370 w 2122941"/>
                <a:gd name="connsiteY1619" fmla="*/ 467211 h 1062290"/>
                <a:gd name="connsiteX1620" fmla="*/ 1660648 w 2122941"/>
                <a:gd name="connsiteY1620" fmla="*/ 465572 h 1062290"/>
                <a:gd name="connsiteX1621" fmla="*/ 1663927 w 2122941"/>
                <a:gd name="connsiteY1621" fmla="*/ 463932 h 1062290"/>
                <a:gd name="connsiteX1622" fmla="*/ 1665566 w 2122941"/>
                <a:gd name="connsiteY1622" fmla="*/ 459014 h 1062290"/>
                <a:gd name="connsiteX1623" fmla="*/ 1667205 w 2122941"/>
                <a:gd name="connsiteY1623" fmla="*/ 457375 h 1062290"/>
                <a:gd name="connsiteX1624" fmla="*/ 1665566 w 2122941"/>
                <a:gd name="connsiteY1624" fmla="*/ 455736 h 1062290"/>
                <a:gd name="connsiteX1625" fmla="*/ 1665566 w 2122941"/>
                <a:gd name="connsiteY1625" fmla="*/ 457375 h 1062290"/>
                <a:gd name="connsiteX1626" fmla="*/ 1665566 w 2122941"/>
                <a:gd name="connsiteY1626" fmla="*/ 460654 h 1062290"/>
                <a:gd name="connsiteX1627" fmla="*/ 1663927 w 2122941"/>
                <a:gd name="connsiteY1627" fmla="*/ 462293 h 1062290"/>
                <a:gd name="connsiteX1628" fmla="*/ 1660648 w 2122941"/>
                <a:gd name="connsiteY1628" fmla="*/ 463932 h 1062290"/>
                <a:gd name="connsiteX1629" fmla="*/ 1659009 w 2122941"/>
                <a:gd name="connsiteY1629" fmla="*/ 465572 h 1062290"/>
                <a:gd name="connsiteX1630" fmla="*/ 1659009 w 2122941"/>
                <a:gd name="connsiteY1630" fmla="*/ 467211 h 1062290"/>
                <a:gd name="connsiteX1631" fmla="*/ 1657370 w 2122941"/>
                <a:gd name="connsiteY1631" fmla="*/ 467211 h 1062290"/>
                <a:gd name="connsiteX1632" fmla="*/ 1655730 w 2122941"/>
                <a:gd name="connsiteY1632" fmla="*/ 467211 h 1062290"/>
                <a:gd name="connsiteX1633" fmla="*/ 1652452 w 2122941"/>
                <a:gd name="connsiteY1633" fmla="*/ 470490 h 1062290"/>
                <a:gd name="connsiteX1634" fmla="*/ 1650812 w 2122941"/>
                <a:gd name="connsiteY1634" fmla="*/ 473768 h 1062290"/>
                <a:gd name="connsiteX1635" fmla="*/ 1649173 w 2122941"/>
                <a:gd name="connsiteY1635" fmla="*/ 477047 h 1062290"/>
                <a:gd name="connsiteX1636" fmla="*/ 1649173 w 2122941"/>
                <a:gd name="connsiteY1636" fmla="*/ 477047 h 1062290"/>
                <a:gd name="connsiteX1637" fmla="*/ 1650812 w 2122941"/>
                <a:gd name="connsiteY1637" fmla="*/ 480326 h 1062290"/>
                <a:gd name="connsiteX1638" fmla="*/ 1654091 w 2122941"/>
                <a:gd name="connsiteY1638" fmla="*/ 478686 h 1062290"/>
                <a:gd name="connsiteX1639" fmla="*/ 1659009 w 2122941"/>
                <a:gd name="connsiteY1639" fmla="*/ 480326 h 1062290"/>
                <a:gd name="connsiteX1640" fmla="*/ 1660648 w 2122941"/>
                <a:gd name="connsiteY1640" fmla="*/ 483604 h 1062290"/>
                <a:gd name="connsiteX1641" fmla="*/ 1660648 w 2122941"/>
                <a:gd name="connsiteY1641" fmla="*/ 486883 h 1062290"/>
                <a:gd name="connsiteX1642" fmla="*/ 1662287 w 2122941"/>
                <a:gd name="connsiteY1642" fmla="*/ 486883 h 1062290"/>
                <a:gd name="connsiteX1643" fmla="*/ 1665566 w 2122941"/>
                <a:gd name="connsiteY1643" fmla="*/ 486883 h 1062290"/>
                <a:gd name="connsiteX1644" fmla="*/ 1667205 w 2122941"/>
                <a:gd name="connsiteY1644" fmla="*/ 488522 h 1062290"/>
                <a:gd name="connsiteX1645" fmla="*/ 1672124 w 2122941"/>
                <a:gd name="connsiteY1645" fmla="*/ 488522 h 1062290"/>
                <a:gd name="connsiteX1646" fmla="*/ 1673763 w 2122941"/>
                <a:gd name="connsiteY1646" fmla="*/ 491801 h 1062290"/>
                <a:gd name="connsiteX1647" fmla="*/ 1673763 w 2122941"/>
                <a:gd name="connsiteY1647" fmla="*/ 495080 h 1062290"/>
                <a:gd name="connsiteX1648" fmla="*/ 1677042 w 2122941"/>
                <a:gd name="connsiteY1648" fmla="*/ 496719 h 1062290"/>
                <a:gd name="connsiteX1649" fmla="*/ 1680320 w 2122941"/>
                <a:gd name="connsiteY1649" fmla="*/ 498358 h 1062290"/>
                <a:gd name="connsiteX1650" fmla="*/ 1680320 w 2122941"/>
                <a:gd name="connsiteY1650" fmla="*/ 499998 h 1062290"/>
                <a:gd name="connsiteX1651" fmla="*/ 1677042 w 2122941"/>
                <a:gd name="connsiteY1651" fmla="*/ 504916 h 1062290"/>
                <a:gd name="connsiteX1652" fmla="*/ 1675402 w 2122941"/>
                <a:gd name="connsiteY1652" fmla="*/ 508194 h 1062290"/>
                <a:gd name="connsiteX1653" fmla="*/ 1670484 w 2122941"/>
                <a:gd name="connsiteY1653" fmla="*/ 509834 h 1062290"/>
                <a:gd name="connsiteX1654" fmla="*/ 1667205 w 2122941"/>
                <a:gd name="connsiteY1654" fmla="*/ 508194 h 1062290"/>
                <a:gd name="connsiteX1655" fmla="*/ 1667205 w 2122941"/>
                <a:gd name="connsiteY1655" fmla="*/ 504916 h 1062290"/>
                <a:gd name="connsiteX1656" fmla="*/ 1662287 w 2122941"/>
                <a:gd name="connsiteY1656" fmla="*/ 501637 h 1062290"/>
                <a:gd name="connsiteX1657" fmla="*/ 1662287 w 2122941"/>
                <a:gd name="connsiteY1657" fmla="*/ 498358 h 1062290"/>
                <a:gd name="connsiteX1658" fmla="*/ 1659009 w 2122941"/>
                <a:gd name="connsiteY1658" fmla="*/ 493440 h 1062290"/>
                <a:gd name="connsiteX1659" fmla="*/ 1659009 w 2122941"/>
                <a:gd name="connsiteY1659" fmla="*/ 491801 h 1062290"/>
                <a:gd name="connsiteX1660" fmla="*/ 1659009 w 2122941"/>
                <a:gd name="connsiteY1660" fmla="*/ 496719 h 1062290"/>
                <a:gd name="connsiteX1661" fmla="*/ 1660648 w 2122941"/>
                <a:gd name="connsiteY1661" fmla="*/ 499998 h 1062290"/>
                <a:gd name="connsiteX1662" fmla="*/ 1662287 w 2122941"/>
                <a:gd name="connsiteY1662" fmla="*/ 503276 h 1062290"/>
                <a:gd name="connsiteX1663" fmla="*/ 1665566 w 2122941"/>
                <a:gd name="connsiteY1663" fmla="*/ 508194 h 1062290"/>
                <a:gd name="connsiteX1664" fmla="*/ 1667205 w 2122941"/>
                <a:gd name="connsiteY1664" fmla="*/ 511473 h 1062290"/>
                <a:gd name="connsiteX1665" fmla="*/ 1670484 w 2122941"/>
                <a:gd name="connsiteY1665" fmla="*/ 511473 h 1062290"/>
                <a:gd name="connsiteX1666" fmla="*/ 1670484 w 2122941"/>
                <a:gd name="connsiteY1666" fmla="*/ 516391 h 1062290"/>
                <a:gd name="connsiteX1667" fmla="*/ 1673763 w 2122941"/>
                <a:gd name="connsiteY1667" fmla="*/ 516391 h 1062290"/>
                <a:gd name="connsiteX1668" fmla="*/ 1673763 w 2122941"/>
                <a:gd name="connsiteY1668" fmla="*/ 519670 h 1062290"/>
                <a:gd name="connsiteX1669" fmla="*/ 1673763 w 2122941"/>
                <a:gd name="connsiteY1669" fmla="*/ 521309 h 1062290"/>
                <a:gd name="connsiteX1670" fmla="*/ 1670484 w 2122941"/>
                <a:gd name="connsiteY1670" fmla="*/ 522948 h 1062290"/>
                <a:gd name="connsiteX1671" fmla="*/ 1665566 w 2122941"/>
                <a:gd name="connsiteY1671" fmla="*/ 521309 h 1062290"/>
                <a:gd name="connsiteX1672" fmla="*/ 1667205 w 2122941"/>
                <a:gd name="connsiteY1672" fmla="*/ 526227 h 1062290"/>
                <a:gd name="connsiteX1673" fmla="*/ 1663927 w 2122941"/>
                <a:gd name="connsiteY1673" fmla="*/ 527866 h 1062290"/>
                <a:gd name="connsiteX1674" fmla="*/ 1660648 w 2122941"/>
                <a:gd name="connsiteY1674" fmla="*/ 522948 h 1062290"/>
                <a:gd name="connsiteX1675" fmla="*/ 1659009 w 2122941"/>
                <a:gd name="connsiteY1675" fmla="*/ 521309 h 1062290"/>
                <a:gd name="connsiteX1676" fmla="*/ 1655730 w 2122941"/>
                <a:gd name="connsiteY1676" fmla="*/ 518031 h 1062290"/>
                <a:gd name="connsiteX1677" fmla="*/ 1659009 w 2122941"/>
                <a:gd name="connsiteY1677" fmla="*/ 521309 h 1062290"/>
                <a:gd name="connsiteX1678" fmla="*/ 1659009 w 2122941"/>
                <a:gd name="connsiteY1678" fmla="*/ 526227 h 1062290"/>
                <a:gd name="connsiteX1679" fmla="*/ 1663927 w 2122941"/>
                <a:gd name="connsiteY1679" fmla="*/ 529506 h 1062290"/>
                <a:gd name="connsiteX1680" fmla="*/ 1667205 w 2122941"/>
                <a:gd name="connsiteY1680" fmla="*/ 531145 h 1062290"/>
                <a:gd name="connsiteX1681" fmla="*/ 1668845 w 2122941"/>
                <a:gd name="connsiteY1681" fmla="*/ 534424 h 1062290"/>
                <a:gd name="connsiteX1682" fmla="*/ 1665566 w 2122941"/>
                <a:gd name="connsiteY1682" fmla="*/ 537703 h 1062290"/>
                <a:gd name="connsiteX1683" fmla="*/ 1662287 w 2122941"/>
                <a:gd name="connsiteY1683" fmla="*/ 540981 h 1062290"/>
                <a:gd name="connsiteX1684" fmla="*/ 1659009 w 2122941"/>
                <a:gd name="connsiteY1684" fmla="*/ 536063 h 1062290"/>
                <a:gd name="connsiteX1685" fmla="*/ 1657370 w 2122941"/>
                <a:gd name="connsiteY1685" fmla="*/ 532784 h 1062290"/>
                <a:gd name="connsiteX1686" fmla="*/ 1655730 w 2122941"/>
                <a:gd name="connsiteY1686" fmla="*/ 529506 h 1062290"/>
                <a:gd name="connsiteX1687" fmla="*/ 1655730 w 2122941"/>
                <a:gd name="connsiteY1687" fmla="*/ 529506 h 1062290"/>
                <a:gd name="connsiteX1688" fmla="*/ 1652452 w 2122941"/>
                <a:gd name="connsiteY1688" fmla="*/ 527866 h 1062290"/>
                <a:gd name="connsiteX1689" fmla="*/ 1647533 w 2122941"/>
                <a:gd name="connsiteY1689" fmla="*/ 527866 h 1062290"/>
                <a:gd name="connsiteX1690" fmla="*/ 1644255 w 2122941"/>
                <a:gd name="connsiteY1690" fmla="*/ 524588 h 1062290"/>
                <a:gd name="connsiteX1691" fmla="*/ 1640976 w 2122941"/>
                <a:gd name="connsiteY1691" fmla="*/ 524588 h 1062290"/>
                <a:gd name="connsiteX1692" fmla="*/ 1636058 w 2122941"/>
                <a:gd name="connsiteY1692" fmla="*/ 522948 h 1062290"/>
                <a:gd name="connsiteX1693" fmla="*/ 1637697 w 2122941"/>
                <a:gd name="connsiteY1693" fmla="*/ 526227 h 1062290"/>
                <a:gd name="connsiteX1694" fmla="*/ 1640976 w 2122941"/>
                <a:gd name="connsiteY1694" fmla="*/ 526227 h 1062290"/>
                <a:gd name="connsiteX1695" fmla="*/ 1644255 w 2122941"/>
                <a:gd name="connsiteY1695" fmla="*/ 526227 h 1062290"/>
                <a:gd name="connsiteX1696" fmla="*/ 1647533 w 2122941"/>
                <a:gd name="connsiteY1696" fmla="*/ 529506 h 1062290"/>
                <a:gd name="connsiteX1697" fmla="*/ 1650812 w 2122941"/>
                <a:gd name="connsiteY1697" fmla="*/ 531145 h 1062290"/>
                <a:gd name="connsiteX1698" fmla="*/ 1655730 w 2122941"/>
                <a:gd name="connsiteY1698" fmla="*/ 534424 h 1062290"/>
                <a:gd name="connsiteX1699" fmla="*/ 1655730 w 2122941"/>
                <a:gd name="connsiteY1699" fmla="*/ 537703 h 1062290"/>
                <a:gd name="connsiteX1700" fmla="*/ 1659009 w 2122941"/>
                <a:gd name="connsiteY1700" fmla="*/ 540981 h 1062290"/>
                <a:gd name="connsiteX1701" fmla="*/ 1657370 w 2122941"/>
                <a:gd name="connsiteY1701" fmla="*/ 544260 h 1062290"/>
                <a:gd name="connsiteX1702" fmla="*/ 1660648 w 2122941"/>
                <a:gd name="connsiteY1702" fmla="*/ 542621 h 1062290"/>
                <a:gd name="connsiteX1703" fmla="*/ 1663927 w 2122941"/>
                <a:gd name="connsiteY1703" fmla="*/ 545899 h 1062290"/>
                <a:gd name="connsiteX1704" fmla="*/ 1663927 w 2122941"/>
                <a:gd name="connsiteY1704" fmla="*/ 544260 h 1062290"/>
                <a:gd name="connsiteX1705" fmla="*/ 1665566 w 2122941"/>
                <a:gd name="connsiteY1705" fmla="*/ 540981 h 1062290"/>
                <a:gd name="connsiteX1706" fmla="*/ 1668845 w 2122941"/>
                <a:gd name="connsiteY1706" fmla="*/ 540981 h 1062290"/>
                <a:gd name="connsiteX1707" fmla="*/ 1672124 w 2122941"/>
                <a:gd name="connsiteY1707" fmla="*/ 542621 h 1062290"/>
                <a:gd name="connsiteX1708" fmla="*/ 1675402 w 2122941"/>
                <a:gd name="connsiteY1708" fmla="*/ 542621 h 1062290"/>
                <a:gd name="connsiteX1709" fmla="*/ 1675402 w 2122941"/>
                <a:gd name="connsiteY1709" fmla="*/ 547538 h 1062290"/>
                <a:gd name="connsiteX1710" fmla="*/ 1675402 w 2122941"/>
                <a:gd name="connsiteY1710" fmla="*/ 550817 h 1062290"/>
                <a:gd name="connsiteX1711" fmla="*/ 1675402 w 2122941"/>
                <a:gd name="connsiteY1711" fmla="*/ 554096 h 1062290"/>
                <a:gd name="connsiteX1712" fmla="*/ 1675402 w 2122941"/>
                <a:gd name="connsiteY1712" fmla="*/ 559014 h 1062290"/>
                <a:gd name="connsiteX1713" fmla="*/ 1675402 w 2122941"/>
                <a:gd name="connsiteY1713" fmla="*/ 559014 h 1062290"/>
                <a:gd name="connsiteX1714" fmla="*/ 1675402 w 2122941"/>
                <a:gd name="connsiteY1714" fmla="*/ 562293 h 1062290"/>
                <a:gd name="connsiteX1715" fmla="*/ 1675402 w 2122941"/>
                <a:gd name="connsiteY1715" fmla="*/ 565571 h 1062290"/>
                <a:gd name="connsiteX1716" fmla="*/ 1675402 w 2122941"/>
                <a:gd name="connsiteY1716" fmla="*/ 570489 h 1062290"/>
                <a:gd name="connsiteX1717" fmla="*/ 1675402 w 2122941"/>
                <a:gd name="connsiteY1717" fmla="*/ 573768 h 1062290"/>
                <a:gd name="connsiteX1718" fmla="*/ 1675402 w 2122941"/>
                <a:gd name="connsiteY1718" fmla="*/ 577046 h 1062290"/>
                <a:gd name="connsiteX1719" fmla="*/ 1677042 w 2122941"/>
                <a:gd name="connsiteY1719" fmla="*/ 581965 h 1062290"/>
                <a:gd name="connsiteX1720" fmla="*/ 1677042 w 2122941"/>
                <a:gd name="connsiteY1720" fmla="*/ 585243 h 1062290"/>
                <a:gd name="connsiteX1721" fmla="*/ 1677042 w 2122941"/>
                <a:gd name="connsiteY1721" fmla="*/ 588522 h 1062290"/>
                <a:gd name="connsiteX1722" fmla="*/ 1675402 w 2122941"/>
                <a:gd name="connsiteY1722" fmla="*/ 585243 h 1062290"/>
                <a:gd name="connsiteX1723" fmla="*/ 1675402 w 2122941"/>
                <a:gd name="connsiteY1723" fmla="*/ 581965 h 1062290"/>
                <a:gd name="connsiteX1724" fmla="*/ 1673763 w 2122941"/>
                <a:gd name="connsiteY1724" fmla="*/ 577046 h 1062290"/>
                <a:gd name="connsiteX1725" fmla="*/ 1675402 w 2122941"/>
                <a:gd name="connsiteY1725" fmla="*/ 573768 h 1062290"/>
                <a:gd name="connsiteX1726" fmla="*/ 1673763 w 2122941"/>
                <a:gd name="connsiteY1726" fmla="*/ 570489 h 1062290"/>
                <a:gd name="connsiteX1727" fmla="*/ 1673763 w 2122941"/>
                <a:gd name="connsiteY1727" fmla="*/ 565571 h 1062290"/>
                <a:gd name="connsiteX1728" fmla="*/ 1673763 w 2122941"/>
                <a:gd name="connsiteY1728" fmla="*/ 562293 h 1062290"/>
                <a:gd name="connsiteX1729" fmla="*/ 1675402 w 2122941"/>
                <a:gd name="connsiteY1729" fmla="*/ 559014 h 1062290"/>
                <a:gd name="connsiteX1730" fmla="*/ 1672124 w 2122941"/>
                <a:gd name="connsiteY1730" fmla="*/ 554096 h 1062290"/>
                <a:gd name="connsiteX1731" fmla="*/ 1672124 w 2122941"/>
                <a:gd name="connsiteY1731" fmla="*/ 559014 h 1062290"/>
                <a:gd name="connsiteX1732" fmla="*/ 1670484 w 2122941"/>
                <a:gd name="connsiteY1732" fmla="*/ 559014 h 1062290"/>
                <a:gd name="connsiteX1733" fmla="*/ 1668845 w 2122941"/>
                <a:gd name="connsiteY1733" fmla="*/ 557374 h 1062290"/>
                <a:gd name="connsiteX1734" fmla="*/ 1670484 w 2122941"/>
                <a:gd name="connsiteY1734" fmla="*/ 559014 h 1062290"/>
                <a:gd name="connsiteX1735" fmla="*/ 1668845 w 2122941"/>
                <a:gd name="connsiteY1735" fmla="*/ 559014 h 1062290"/>
                <a:gd name="connsiteX1736" fmla="*/ 1668845 w 2122941"/>
                <a:gd name="connsiteY1736" fmla="*/ 563932 h 1062290"/>
                <a:gd name="connsiteX1737" fmla="*/ 1670484 w 2122941"/>
                <a:gd name="connsiteY1737" fmla="*/ 567211 h 1062290"/>
                <a:gd name="connsiteX1738" fmla="*/ 1672124 w 2122941"/>
                <a:gd name="connsiteY1738" fmla="*/ 570489 h 1062290"/>
                <a:gd name="connsiteX1739" fmla="*/ 1672124 w 2122941"/>
                <a:gd name="connsiteY1739" fmla="*/ 573768 h 1062290"/>
                <a:gd name="connsiteX1740" fmla="*/ 1670484 w 2122941"/>
                <a:gd name="connsiteY1740" fmla="*/ 578686 h 1062290"/>
                <a:gd name="connsiteX1741" fmla="*/ 1670484 w 2122941"/>
                <a:gd name="connsiteY1741" fmla="*/ 575407 h 1062290"/>
                <a:gd name="connsiteX1742" fmla="*/ 1668845 w 2122941"/>
                <a:gd name="connsiteY1742" fmla="*/ 570489 h 1062290"/>
                <a:gd name="connsiteX1743" fmla="*/ 1665566 w 2122941"/>
                <a:gd name="connsiteY1743" fmla="*/ 575407 h 1062290"/>
                <a:gd name="connsiteX1744" fmla="*/ 1662287 w 2122941"/>
                <a:gd name="connsiteY1744" fmla="*/ 572128 h 1062290"/>
                <a:gd name="connsiteX1745" fmla="*/ 1663927 w 2122941"/>
                <a:gd name="connsiteY1745" fmla="*/ 575407 h 1062290"/>
                <a:gd name="connsiteX1746" fmla="*/ 1659009 w 2122941"/>
                <a:gd name="connsiteY1746" fmla="*/ 577046 h 1062290"/>
                <a:gd name="connsiteX1747" fmla="*/ 1655730 w 2122941"/>
                <a:gd name="connsiteY1747" fmla="*/ 575407 h 1062290"/>
                <a:gd name="connsiteX1748" fmla="*/ 1657370 w 2122941"/>
                <a:gd name="connsiteY1748" fmla="*/ 578686 h 1062290"/>
                <a:gd name="connsiteX1749" fmla="*/ 1652452 w 2122941"/>
                <a:gd name="connsiteY1749" fmla="*/ 577046 h 1062290"/>
                <a:gd name="connsiteX1750" fmla="*/ 1649173 w 2122941"/>
                <a:gd name="connsiteY1750" fmla="*/ 575407 h 1062290"/>
                <a:gd name="connsiteX1751" fmla="*/ 1652452 w 2122941"/>
                <a:gd name="connsiteY1751" fmla="*/ 578686 h 1062290"/>
                <a:gd name="connsiteX1752" fmla="*/ 1649173 w 2122941"/>
                <a:gd name="connsiteY1752" fmla="*/ 580325 h 1062290"/>
                <a:gd name="connsiteX1753" fmla="*/ 1645894 w 2122941"/>
                <a:gd name="connsiteY1753" fmla="*/ 581965 h 1062290"/>
                <a:gd name="connsiteX1754" fmla="*/ 1642615 w 2122941"/>
                <a:gd name="connsiteY1754" fmla="*/ 581965 h 1062290"/>
                <a:gd name="connsiteX1755" fmla="*/ 1639337 w 2122941"/>
                <a:gd name="connsiteY1755" fmla="*/ 577046 h 1062290"/>
                <a:gd name="connsiteX1756" fmla="*/ 1639337 w 2122941"/>
                <a:gd name="connsiteY1756" fmla="*/ 573768 h 1062290"/>
                <a:gd name="connsiteX1757" fmla="*/ 1642615 w 2122941"/>
                <a:gd name="connsiteY1757" fmla="*/ 570489 h 1062290"/>
                <a:gd name="connsiteX1758" fmla="*/ 1639337 w 2122941"/>
                <a:gd name="connsiteY1758" fmla="*/ 573768 h 1062290"/>
                <a:gd name="connsiteX1759" fmla="*/ 1637697 w 2122941"/>
                <a:gd name="connsiteY1759" fmla="*/ 577046 h 1062290"/>
                <a:gd name="connsiteX1760" fmla="*/ 1637697 w 2122941"/>
                <a:gd name="connsiteY1760" fmla="*/ 581965 h 1062290"/>
                <a:gd name="connsiteX1761" fmla="*/ 1637697 w 2122941"/>
                <a:gd name="connsiteY1761" fmla="*/ 585243 h 1062290"/>
                <a:gd name="connsiteX1762" fmla="*/ 1639337 w 2122941"/>
                <a:gd name="connsiteY1762" fmla="*/ 585243 h 1062290"/>
                <a:gd name="connsiteX1763" fmla="*/ 1642615 w 2122941"/>
                <a:gd name="connsiteY1763" fmla="*/ 585243 h 1062290"/>
                <a:gd name="connsiteX1764" fmla="*/ 1645894 w 2122941"/>
                <a:gd name="connsiteY1764" fmla="*/ 583604 h 1062290"/>
                <a:gd name="connsiteX1765" fmla="*/ 1650812 w 2122941"/>
                <a:gd name="connsiteY1765" fmla="*/ 585243 h 1062290"/>
                <a:gd name="connsiteX1766" fmla="*/ 1654091 w 2122941"/>
                <a:gd name="connsiteY1766" fmla="*/ 583604 h 1062290"/>
                <a:gd name="connsiteX1767" fmla="*/ 1657370 w 2122941"/>
                <a:gd name="connsiteY1767" fmla="*/ 583604 h 1062290"/>
                <a:gd name="connsiteX1768" fmla="*/ 1662287 w 2122941"/>
                <a:gd name="connsiteY1768" fmla="*/ 586883 h 1062290"/>
                <a:gd name="connsiteX1769" fmla="*/ 1659009 w 2122941"/>
                <a:gd name="connsiteY1769" fmla="*/ 590161 h 1062290"/>
                <a:gd name="connsiteX1770" fmla="*/ 1659009 w 2122941"/>
                <a:gd name="connsiteY1770" fmla="*/ 593440 h 1062290"/>
                <a:gd name="connsiteX1771" fmla="*/ 1655730 w 2122941"/>
                <a:gd name="connsiteY1771" fmla="*/ 598358 h 1062290"/>
                <a:gd name="connsiteX1772" fmla="*/ 1659009 w 2122941"/>
                <a:gd name="connsiteY1772" fmla="*/ 595079 h 1062290"/>
                <a:gd name="connsiteX1773" fmla="*/ 1660648 w 2122941"/>
                <a:gd name="connsiteY1773" fmla="*/ 591801 h 1062290"/>
                <a:gd name="connsiteX1774" fmla="*/ 1662287 w 2122941"/>
                <a:gd name="connsiteY1774" fmla="*/ 588522 h 1062290"/>
                <a:gd name="connsiteX1775" fmla="*/ 1665566 w 2122941"/>
                <a:gd name="connsiteY1775" fmla="*/ 588522 h 1062290"/>
                <a:gd name="connsiteX1776" fmla="*/ 1668845 w 2122941"/>
                <a:gd name="connsiteY1776" fmla="*/ 585243 h 1062290"/>
                <a:gd name="connsiteX1777" fmla="*/ 1670484 w 2122941"/>
                <a:gd name="connsiteY1777" fmla="*/ 588522 h 1062290"/>
                <a:gd name="connsiteX1778" fmla="*/ 1670484 w 2122941"/>
                <a:gd name="connsiteY1778" fmla="*/ 593440 h 1062290"/>
                <a:gd name="connsiteX1779" fmla="*/ 1667205 w 2122941"/>
                <a:gd name="connsiteY1779" fmla="*/ 596718 h 1062290"/>
                <a:gd name="connsiteX1780" fmla="*/ 1665566 w 2122941"/>
                <a:gd name="connsiteY1780" fmla="*/ 599997 h 1062290"/>
                <a:gd name="connsiteX1781" fmla="*/ 1662287 w 2122941"/>
                <a:gd name="connsiteY1781" fmla="*/ 598358 h 1062290"/>
                <a:gd name="connsiteX1782" fmla="*/ 1659009 w 2122941"/>
                <a:gd name="connsiteY1782" fmla="*/ 603276 h 1062290"/>
                <a:gd name="connsiteX1783" fmla="*/ 1655730 w 2122941"/>
                <a:gd name="connsiteY1783" fmla="*/ 606555 h 1062290"/>
                <a:gd name="connsiteX1784" fmla="*/ 1652452 w 2122941"/>
                <a:gd name="connsiteY1784" fmla="*/ 609833 h 1062290"/>
                <a:gd name="connsiteX1785" fmla="*/ 1649173 w 2122941"/>
                <a:gd name="connsiteY1785" fmla="*/ 611473 h 1062290"/>
                <a:gd name="connsiteX1786" fmla="*/ 1647533 w 2122941"/>
                <a:gd name="connsiteY1786" fmla="*/ 611473 h 1062290"/>
                <a:gd name="connsiteX1787" fmla="*/ 1642615 w 2122941"/>
                <a:gd name="connsiteY1787" fmla="*/ 608194 h 1062290"/>
                <a:gd name="connsiteX1788" fmla="*/ 1639337 w 2122941"/>
                <a:gd name="connsiteY1788" fmla="*/ 608194 h 1062290"/>
                <a:gd name="connsiteX1789" fmla="*/ 1636058 w 2122941"/>
                <a:gd name="connsiteY1789" fmla="*/ 606555 h 1062290"/>
                <a:gd name="connsiteX1790" fmla="*/ 1637697 w 2122941"/>
                <a:gd name="connsiteY1790" fmla="*/ 603276 h 1062290"/>
                <a:gd name="connsiteX1791" fmla="*/ 1634419 w 2122941"/>
                <a:gd name="connsiteY1791" fmla="*/ 604915 h 1062290"/>
                <a:gd name="connsiteX1792" fmla="*/ 1634419 w 2122941"/>
                <a:gd name="connsiteY1792" fmla="*/ 609833 h 1062290"/>
                <a:gd name="connsiteX1793" fmla="*/ 1631140 w 2122941"/>
                <a:gd name="connsiteY1793" fmla="*/ 608194 h 1062290"/>
                <a:gd name="connsiteX1794" fmla="*/ 1626222 w 2122941"/>
                <a:gd name="connsiteY1794" fmla="*/ 606555 h 1062290"/>
                <a:gd name="connsiteX1795" fmla="*/ 1622943 w 2122941"/>
                <a:gd name="connsiteY1795" fmla="*/ 606555 h 1062290"/>
                <a:gd name="connsiteX1796" fmla="*/ 1619665 w 2122941"/>
                <a:gd name="connsiteY1796" fmla="*/ 604915 h 1062290"/>
                <a:gd name="connsiteX1797" fmla="*/ 1622943 w 2122941"/>
                <a:gd name="connsiteY1797" fmla="*/ 608194 h 1062290"/>
                <a:gd name="connsiteX1798" fmla="*/ 1626222 w 2122941"/>
                <a:gd name="connsiteY1798" fmla="*/ 609833 h 1062290"/>
                <a:gd name="connsiteX1799" fmla="*/ 1629501 w 2122941"/>
                <a:gd name="connsiteY1799" fmla="*/ 611473 h 1062290"/>
                <a:gd name="connsiteX1800" fmla="*/ 1634419 w 2122941"/>
                <a:gd name="connsiteY1800" fmla="*/ 613112 h 1062290"/>
                <a:gd name="connsiteX1801" fmla="*/ 1634419 w 2122941"/>
                <a:gd name="connsiteY1801" fmla="*/ 616391 h 1062290"/>
                <a:gd name="connsiteX1802" fmla="*/ 1631140 w 2122941"/>
                <a:gd name="connsiteY1802" fmla="*/ 618030 h 1062290"/>
                <a:gd name="connsiteX1803" fmla="*/ 1631140 w 2122941"/>
                <a:gd name="connsiteY1803" fmla="*/ 621309 h 1062290"/>
                <a:gd name="connsiteX1804" fmla="*/ 1627861 w 2122941"/>
                <a:gd name="connsiteY1804" fmla="*/ 624587 h 1062290"/>
                <a:gd name="connsiteX1805" fmla="*/ 1622943 w 2122941"/>
                <a:gd name="connsiteY1805" fmla="*/ 626227 h 1062290"/>
                <a:gd name="connsiteX1806" fmla="*/ 1622943 w 2122941"/>
                <a:gd name="connsiteY1806" fmla="*/ 627866 h 1062290"/>
                <a:gd name="connsiteX1807" fmla="*/ 1619665 w 2122941"/>
                <a:gd name="connsiteY1807" fmla="*/ 626227 h 1062290"/>
                <a:gd name="connsiteX1808" fmla="*/ 1618025 w 2122941"/>
                <a:gd name="connsiteY1808" fmla="*/ 624587 h 1062290"/>
                <a:gd name="connsiteX1809" fmla="*/ 1613107 w 2122941"/>
                <a:gd name="connsiteY1809" fmla="*/ 622948 h 1062290"/>
                <a:gd name="connsiteX1810" fmla="*/ 1614747 w 2122941"/>
                <a:gd name="connsiteY1810" fmla="*/ 626227 h 1062290"/>
                <a:gd name="connsiteX1811" fmla="*/ 1616386 w 2122941"/>
                <a:gd name="connsiteY1811" fmla="*/ 627866 h 1062290"/>
                <a:gd name="connsiteX1812" fmla="*/ 1619665 w 2122941"/>
                <a:gd name="connsiteY1812" fmla="*/ 629505 h 1062290"/>
                <a:gd name="connsiteX1813" fmla="*/ 1622943 w 2122941"/>
                <a:gd name="connsiteY1813" fmla="*/ 629505 h 1062290"/>
                <a:gd name="connsiteX1814" fmla="*/ 1626222 w 2122941"/>
                <a:gd name="connsiteY1814" fmla="*/ 627866 h 1062290"/>
                <a:gd name="connsiteX1815" fmla="*/ 1631140 w 2122941"/>
                <a:gd name="connsiteY1815" fmla="*/ 626227 h 1062290"/>
                <a:gd name="connsiteX1816" fmla="*/ 1631140 w 2122941"/>
                <a:gd name="connsiteY1816" fmla="*/ 626227 h 1062290"/>
                <a:gd name="connsiteX1817" fmla="*/ 1632780 w 2122941"/>
                <a:gd name="connsiteY1817" fmla="*/ 626227 h 1062290"/>
                <a:gd name="connsiteX1818" fmla="*/ 1634419 w 2122941"/>
                <a:gd name="connsiteY1818" fmla="*/ 626227 h 1062290"/>
                <a:gd name="connsiteX1819" fmla="*/ 1634419 w 2122941"/>
                <a:gd name="connsiteY1819" fmla="*/ 629505 h 1062290"/>
                <a:gd name="connsiteX1820" fmla="*/ 1637697 w 2122941"/>
                <a:gd name="connsiteY1820" fmla="*/ 626227 h 1062290"/>
                <a:gd name="connsiteX1821" fmla="*/ 1639337 w 2122941"/>
                <a:gd name="connsiteY1821" fmla="*/ 626227 h 1062290"/>
                <a:gd name="connsiteX1822" fmla="*/ 1637697 w 2122941"/>
                <a:gd name="connsiteY1822" fmla="*/ 629505 h 1062290"/>
                <a:gd name="connsiteX1823" fmla="*/ 1634419 w 2122941"/>
                <a:gd name="connsiteY1823" fmla="*/ 632784 h 1062290"/>
                <a:gd name="connsiteX1824" fmla="*/ 1631140 w 2122941"/>
                <a:gd name="connsiteY1824" fmla="*/ 636063 h 1062290"/>
                <a:gd name="connsiteX1825" fmla="*/ 1626222 w 2122941"/>
                <a:gd name="connsiteY1825" fmla="*/ 639341 h 1062290"/>
                <a:gd name="connsiteX1826" fmla="*/ 1622943 w 2122941"/>
                <a:gd name="connsiteY1826" fmla="*/ 636063 h 1062290"/>
                <a:gd name="connsiteX1827" fmla="*/ 1619665 w 2122941"/>
                <a:gd name="connsiteY1827" fmla="*/ 637702 h 1062290"/>
                <a:gd name="connsiteX1828" fmla="*/ 1619665 w 2122941"/>
                <a:gd name="connsiteY1828" fmla="*/ 639341 h 1062290"/>
                <a:gd name="connsiteX1829" fmla="*/ 1616386 w 2122941"/>
                <a:gd name="connsiteY1829" fmla="*/ 639341 h 1062290"/>
                <a:gd name="connsiteX1830" fmla="*/ 1613107 w 2122941"/>
                <a:gd name="connsiteY1830" fmla="*/ 639341 h 1062290"/>
                <a:gd name="connsiteX1831" fmla="*/ 1609829 w 2122941"/>
                <a:gd name="connsiteY1831" fmla="*/ 640981 h 1062290"/>
                <a:gd name="connsiteX1832" fmla="*/ 1604911 w 2122941"/>
                <a:gd name="connsiteY1832" fmla="*/ 637702 h 1062290"/>
                <a:gd name="connsiteX1833" fmla="*/ 1603271 w 2122941"/>
                <a:gd name="connsiteY1833" fmla="*/ 642620 h 1062290"/>
                <a:gd name="connsiteX1834" fmla="*/ 1598353 w 2122941"/>
                <a:gd name="connsiteY1834" fmla="*/ 644259 h 1062290"/>
                <a:gd name="connsiteX1835" fmla="*/ 1595075 w 2122941"/>
                <a:gd name="connsiteY1835" fmla="*/ 644259 h 1062290"/>
                <a:gd name="connsiteX1836" fmla="*/ 1595075 w 2122941"/>
                <a:gd name="connsiteY1836" fmla="*/ 640981 h 1062290"/>
                <a:gd name="connsiteX1837" fmla="*/ 1593435 w 2122941"/>
                <a:gd name="connsiteY1837" fmla="*/ 644259 h 1062290"/>
                <a:gd name="connsiteX1838" fmla="*/ 1593435 w 2122941"/>
                <a:gd name="connsiteY1838" fmla="*/ 647538 h 1062290"/>
                <a:gd name="connsiteX1839" fmla="*/ 1590157 w 2122941"/>
                <a:gd name="connsiteY1839" fmla="*/ 649177 h 1062290"/>
                <a:gd name="connsiteX1840" fmla="*/ 1585239 w 2122941"/>
                <a:gd name="connsiteY1840" fmla="*/ 650817 h 1062290"/>
                <a:gd name="connsiteX1841" fmla="*/ 1581960 w 2122941"/>
                <a:gd name="connsiteY1841" fmla="*/ 654095 h 1062290"/>
                <a:gd name="connsiteX1842" fmla="*/ 1578681 w 2122941"/>
                <a:gd name="connsiteY1842" fmla="*/ 657374 h 1062290"/>
                <a:gd name="connsiteX1843" fmla="*/ 1575403 w 2122941"/>
                <a:gd name="connsiteY1843" fmla="*/ 660653 h 1062290"/>
                <a:gd name="connsiteX1844" fmla="*/ 1572124 w 2122941"/>
                <a:gd name="connsiteY1844" fmla="*/ 663931 h 1062290"/>
                <a:gd name="connsiteX1845" fmla="*/ 1570485 w 2122941"/>
                <a:gd name="connsiteY1845" fmla="*/ 668849 h 1062290"/>
                <a:gd name="connsiteX1846" fmla="*/ 1567206 w 2122941"/>
                <a:gd name="connsiteY1846" fmla="*/ 672128 h 1062290"/>
                <a:gd name="connsiteX1847" fmla="*/ 1568845 w 2122941"/>
                <a:gd name="connsiteY1847" fmla="*/ 668849 h 1062290"/>
                <a:gd name="connsiteX1848" fmla="*/ 1568845 w 2122941"/>
                <a:gd name="connsiteY1848" fmla="*/ 665571 h 1062290"/>
                <a:gd name="connsiteX1849" fmla="*/ 1567206 w 2122941"/>
                <a:gd name="connsiteY1849" fmla="*/ 668849 h 1062290"/>
                <a:gd name="connsiteX1850" fmla="*/ 1565567 w 2122941"/>
                <a:gd name="connsiteY1850" fmla="*/ 672128 h 1062290"/>
                <a:gd name="connsiteX1851" fmla="*/ 1562288 w 2122941"/>
                <a:gd name="connsiteY1851" fmla="*/ 675407 h 1062290"/>
                <a:gd name="connsiteX1852" fmla="*/ 1557370 w 2122941"/>
                <a:gd name="connsiteY1852" fmla="*/ 675407 h 1062290"/>
                <a:gd name="connsiteX1853" fmla="*/ 1554091 w 2122941"/>
                <a:gd name="connsiteY1853" fmla="*/ 675407 h 1062290"/>
                <a:gd name="connsiteX1854" fmla="*/ 1550813 w 2122941"/>
                <a:gd name="connsiteY1854" fmla="*/ 675407 h 1062290"/>
                <a:gd name="connsiteX1855" fmla="*/ 1547534 w 2122941"/>
                <a:gd name="connsiteY1855" fmla="*/ 675407 h 1062290"/>
                <a:gd name="connsiteX1856" fmla="*/ 1542616 w 2122941"/>
                <a:gd name="connsiteY1856" fmla="*/ 677046 h 1062290"/>
                <a:gd name="connsiteX1857" fmla="*/ 1542616 w 2122941"/>
                <a:gd name="connsiteY1857" fmla="*/ 675407 h 1062290"/>
                <a:gd name="connsiteX1858" fmla="*/ 1540977 w 2122941"/>
                <a:gd name="connsiteY1858" fmla="*/ 677046 h 1062290"/>
                <a:gd name="connsiteX1859" fmla="*/ 1537698 w 2122941"/>
                <a:gd name="connsiteY1859" fmla="*/ 678685 h 1062290"/>
                <a:gd name="connsiteX1860" fmla="*/ 1534419 w 2122941"/>
                <a:gd name="connsiteY1860" fmla="*/ 680325 h 1062290"/>
                <a:gd name="connsiteX1861" fmla="*/ 1531140 w 2122941"/>
                <a:gd name="connsiteY1861" fmla="*/ 683603 h 1062290"/>
                <a:gd name="connsiteX1862" fmla="*/ 1526223 w 2122941"/>
                <a:gd name="connsiteY1862" fmla="*/ 686882 h 1062290"/>
                <a:gd name="connsiteX1863" fmla="*/ 1522944 w 2122941"/>
                <a:gd name="connsiteY1863" fmla="*/ 690161 h 1062290"/>
                <a:gd name="connsiteX1864" fmla="*/ 1519665 w 2122941"/>
                <a:gd name="connsiteY1864" fmla="*/ 693439 h 1062290"/>
                <a:gd name="connsiteX1865" fmla="*/ 1516387 w 2122941"/>
                <a:gd name="connsiteY1865" fmla="*/ 696718 h 1062290"/>
                <a:gd name="connsiteX1866" fmla="*/ 1513108 w 2122941"/>
                <a:gd name="connsiteY1866" fmla="*/ 699997 h 1062290"/>
                <a:gd name="connsiteX1867" fmla="*/ 1511468 w 2122941"/>
                <a:gd name="connsiteY1867" fmla="*/ 703275 h 1062290"/>
                <a:gd name="connsiteX1868" fmla="*/ 1509829 w 2122941"/>
                <a:gd name="connsiteY1868" fmla="*/ 699997 h 1062290"/>
                <a:gd name="connsiteX1869" fmla="*/ 1513108 w 2122941"/>
                <a:gd name="connsiteY1869" fmla="*/ 696718 h 1062290"/>
                <a:gd name="connsiteX1870" fmla="*/ 1509829 w 2122941"/>
                <a:gd name="connsiteY1870" fmla="*/ 699997 h 1062290"/>
                <a:gd name="connsiteX1871" fmla="*/ 1509829 w 2122941"/>
                <a:gd name="connsiteY1871" fmla="*/ 703275 h 1062290"/>
                <a:gd name="connsiteX1872" fmla="*/ 1508190 w 2122941"/>
                <a:gd name="connsiteY1872" fmla="*/ 708193 h 1062290"/>
                <a:gd name="connsiteX1873" fmla="*/ 1504911 w 2122941"/>
                <a:gd name="connsiteY1873" fmla="*/ 708193 h 1062290"/>
                <a:gd name="connsiteX1874" fmla="*/ 1504911 w 2122941"/>
                <a:gd name="connsiteY1874" fmla="*/ 711472 h 1062290"/>
                <a:gd name="connsiteX1875" fmla="*/ 1499993 w 2122941"/>
                <a:gd name="connsiteY1875" fmla="*/ 714751 h 1062290"/>
                <a:gd name="connsiteX1876" fmla="*/ 1496715 w 2122941"/>
                <a:gd name="connsiteY1876" fmla="*/ 713111 h 1062290"/>
                <a:gd name="connsiteX1877" fmla="*/ 1493436 w 2122941"/>
                <a:gd name="connsiteY1877" fmla="*/ 716390 h 1062290"/>
                <a:gd name="connsiteX1878" fmla="*/ 1491796 w 2122941"/>
                <a:gd name="connsiteY1878" fmla="*/ 719669 h 1062290"/>
                <a:gd name="connsiteX1879" fmla="*/ 1488518 w 2122941"/>
                <a:gd name="connsiteY1879" fmla="*/ 721308 h 1062290"/>
                <a:gd name="connsiteX1880" fmla="*/ 1485239 w 2122941"/>
                <a:gd name="connsiteY1880" fmla="*/ 724587 h 1062290"/>
                <a:gd name="connsiteX1881" fmla="*/ 1481960 w 2122941"/>
                <a:gd name="connsiteY1881" fmla="*/ 724587 h 1062290"/>
                <a:gd name="connsiteX1882" fmla="*/ 1478682 w 2122941"/>
                <a:gd name="connsiteY1882" fmla="*/ 721308 h 1062290"/>
                <a:gd name="connsiteX1883" fmla="*/ 1478682 w 2122941"/>
                <a:gd name="connsiteY1883" fmla="*/ 721308 h 1062290"/>
                <a:gd name="connsiteX1884" fmla="*/ 1480321 w 2122941"/>
                <a:gd name="connsiteY1884" fmla="*/ 726226 h 1062290"/>
                <a:gd name="connsiteX1885" fmla="*/ 1478682 w 2122941"/>
                <a:gd name="connsiteY1885" fmla="*/ 729505 h 1062290"/>
                <a:gd name="connsiteX1886" fmla="*/ 1475403 w 2122941"/>
                <a:gd name="connsiteY1886" fmla="*/ 731144 h 1062290"/>
                <a:gd name="connsiteX1887" fmla="*/ 1475403 w 2122941"/>
                <a:gd name="connsiteY1887" fmla="*/ 731144 h 1062290"/>
                <a:gd name="connsiteX1888" fmla="*/ 1473764 w 2122941"/>
                <a:gd name="connsiteY1888" fmla="*/ 732783 h 1062290"/>
                <a:gd name="connsiteX1889" fmla="*/ 1472125 w 2122941"/>
                <a:gd name="connsiteY1889" fmla="*/ 732783 h 1062290"/>
                <a:gd name="connsiteX1890" fmla="*/ 1468846 w 2122941"/>
                <a:gd name="connsiteY1890" fmla="*/ 732783 h 1062290"/>
                <a:gd name="connsiteX1891" fmla="*/ 1465567 w 2122941"/>
                <a:gd name="connsiteY1891" fmla="*/ 736062 h 1062290"/>
                <a:gd name="connsiteX1892" fmla="*/ 1462288 w 2122941"/>
                <a:gd name="connsiteY1892" fmla="*/ 737702 h 1062290"/>
                <a:gd name="connsiteX1893" fmla="*/ 1459010 w 2122941"/>
                <a:gd name="connsiteY1893" fmla="*/ 737702 h 1062290"/>
                <a:gd name="connsiteX1894" fmla="*/ 1454092 w 2122941"/>
                <a:gd name="connsiteY1894" fmla="*/ 736062 h 1062290"/>
                <a:gd name="connsiteX1895" fmla="*/ 1450813 w 2122941"/>
                <a:gd name="connsiteY1895" fmla="*/ 737702 h 1062290"/>
                <a:gd name="connsiteX1896" fmla="*/ 1454092 w 2122941"/>
                <a:gd name="connsiteY1896" fmla="*/ 739341 h 1062290"/>
                <a:gd name="connsiteX1897" fmla="*/ 1450813 w 2122941"/>
                <a:gd name="connsiteY1897" fmla="*/ 739341 h 1062290"/>
                <a:gd name="connsiteX1898" fmla="*/ 1454092 w 2122941"/>
                <a:gd name="connsiteY1898" fmla="*/ 740980 h 1062290"/>
                <a:gd name="connsiteX1899" fmla="*/ 1450813 w 2122941"/>
                <a:gd name="connsiteY1899" fmla="*/ 744259 h 1062290"/>
                <a:gd name="connsiteX1900" fmla="*/ 1454092 w 2122941"/>
                <a:gd name="connsiteY1900" fmla="*/ 744259 h 1062290"/>
                <a:gd name="connsiteX1901" fmla="*/ 1450813 w 2122941"/>
                <a:gd name="connsiteY1901" fmla="*/ 745898 h 1062290"/>
                <a:gd name="connsiteX1902" fmla="*/ 1447534 w 2122941"/>
                <a:gd name="connsiteY1902" fmla="*/ 745898 h 1062290"/>
                <a:gd name="connsiteX1903" fmla="*/ 1445895 w 2122941"/>
                <a:gd name="connsiteY1903" fmla="*/ 742620 h 1062290"/>
                <a:gd name="connsiteX1904" fmla="*/ 1445895 w 2122941"/>
                <a:gd name="connsiteY1904" fmla="*/ 745898 h 1062290"/>
                <a:gd name="connsiteX1905" fmla="*/ 1442616 w 2122941"/>
                <a:gd name="connsiteY1905" fmla="*/ 742620 h 1062290"/>
                <a:gd name="connsiteX1906" fmla="*/ 1442616 w 2122941"/>
                <a:gd name="connsiteY1906" fmla="*/ 737702 h 1062290"/>
                <a:gd name="connsiteX1907" fmla="*/ 1442616 w 2122941"/>
                <a:gd name="connsiteY1907" fmla="*/ 742620 h 1062290"/>
                <a:gd name="connsiteX1908" fmla="*/ 1442616 w 2122941"/>
                <a:gd name="connsiteY1908" fmla="*/ 745898 h 1062290"/>
                <a:gd name="connsiteX1909" fmla="*/ 1444256 w 2122941"/>
                <a:gd name="connsiteY1909" fmla="*/ 749177 h 1062290"/>
                <a:gd name="connsiteX1910" fmla="*/ 1442616 w 2122941"/>
                <a:gd name="connsiteY1910" fmla="*/ 752455 h 1062290"/>
                <a:gd name="connsiteX1911" fmla="*/ 1437698 w 2122941"/>
                <a:gd name="connsiteY1911" fmla="*/ 754095 h 1062290"/>
                <a:gd name="connsiteX1912" fmla="*/ 1439338 w 2122941"/>
                <a:gd name="connsiteY1912" fmla="*/ 750816 h 1062290"/>
                <a:gd name="connsiteX1913" fmla="*/ 1437698 w 2122941"/>
                <a:gd name="connsiteY1913" fmla="*/ 754095 h 1062290"/>
                <a:gd name="connsiteX1914" fmla="*/ 1434420 w 2122941"/>
                <a:gd name="connsiteY1914" fmla="*/ 757374 h 1062290"/>
                <a:gd name="connsiteX1915" fmla="*/ 1436059 w 2122941"/>
                <a:gd name="connsiteY1915" fmla="*/ 759013 h 1062290"/>
                <a:gd name="connsiteX1916" fmla="*/ 1432780 w 2122941"/>
                <a:gd name="connsiteY1916" fmla="*/ 760652 h 1062290"/>
                <a:gd name="connsiteX1917" fmla="*/ 1431141 w 2122941"/>
                <a:gd name="connsiteY1917" fmla="*/ 763931 h 1062290"/>
                <a:gd name="connsiteX1918" fmla="*/ 1427862 w 2122941"/>
                <a:gd name="connsiteY1918" fmla="*/ 763931 h 1062290"/>
                <a:gd name="connsiteX1919" fmla="*/ 1422944 w 2122941"/>
                <a:gd name="connsiteY1919" fmla="*/ 765570 h 1062290"/>
                <a:gd name="connsiteX1920" fmla="*/ 1424584 w 2122941"/>
                <a:gd name="connsiteY1920" fmla="*/ 768849 h 1062290"/>
                <a:gd name="connsiteX1921" fmla="*/ 1421305 w 2122941"/>
                <a:gd name="connsiteY1921" fmla="*/ 770488 h 1062290"/>
                <a:gd name="connsiteX1922" fmla="*/ 1418026 w 2122941"/>
                <a:gd name="connsiteY1922" fmla="*/ 770488 h 1062290"/>
                <a:gd name="connsiteX1923" fmla="*/ 1418026 w 2122941"/>
                <a:gd name="connsiteY1923" fmla="*/ 773767 h 1062290"/>
                <a:gd name="connsiteX1924" fmla="*/ 1421305 w 2122941"/>
                <a:gd name="connsiteY1924" fmla="*/ 772128 h 1062290"/>
                <a:gd name="connsiteX1925" fmla="*/ 1419666 w 2122941"/>
                <a:gd name="connsiteY1925" fmla="*/ 777046 h 1062290"/>
                <a:gd name="connsiteX1926" fmla="*/ 1416387 w 2122941"/>
                <a:gd name="connsiteY1926" fmla="*/ 778685 h 1062290"/>
                <a:gd name="connsiteX1927" fmla="*/ 1413108 w 2122941"/>
                <a:gd name="connsiteY1927" fmla="*/ 778685 h 1062290"/>
                <a:gd name="connsiteX1928" fmla="*/ 1416387 w 2122941"/>
                <a:gd name="connsiteY1928" fmla="*/ 781964 h 1062290"/>
                <a:gd name="connsiteX1929" fmla="*/ 1413108 w 2122941"/>
                <a:gd name="connsiteY1929" fmla="*/ 786882 h 1062290"/>
                <a:gd name="connsiteX1930" fmla="*/ 1411469 w 2122941"/>
                <a:gd name="connsiteY1930" fmla="*/ 785242 h 1062290"/>
                <a:gd name="connsiteX1931" fmla="*/ 1411469 w 2122941"/>
                <a:gd name="connsiteY1931" fmla="*/ 788521 h 1062290"/>
                <a:gd name="connsiteX1932" fmla="*/ 1408190 w 2122941"/>
                <a:gd name="connsiteY1932" fmla="*/ 788521 h 1062290"/>
                <a:gd name="connsiteX1933" fmla="*/ 1404912 w 2122941"/>
                <a:gd name="connsiteY1933" fmla="*/ 786882 h 1062290"/>
                <a:gd name="connsiteX1934" fmla="*/ 1408190 w 2122941"/>
                <a:gd name="connsiteY1934" fmla="*/ 788521 h 1062290"/>
                <a:gd name="connsiteX1935" fmla="*/ 1411469 w 2122941"/>
                <a:gd name="connsiteY1935" fmla="*/ 791800 h 1062290"/>
                <a:gd name="connsiteX1936" fmla="*/ 1408190 w 2122941"/>
                <a:gd name="connsiteY1936" fmla="*/ 795078 h 1062290"/>
                <a:gd name="connsiteX1937" fmla="*/ 1403272 w 2122941"/>
                <a:gd name="connsiteY1937" fmla="*/ 796718 h 1062290"/>
                <a:gd name="connsiteX1938" fmla="*/ 1401633 w 2122941"/>
                <a:gd name="connsiteY1938" fmla="*/ 801636 h 1062290"/>
                <a:gd name="connsiteX1939" fmla="*/ 1401633 w 2122941"/>
                <a:gd name="connsiteY1939" fmla="*/ 804914 h 1062290"/>
                <a:gd name="connsiteX1940" fmla="*/ 1398354 w 2122941"/>
                <a:gd name="connsiteY1940" fmla="*/ 808193 h 1062290"/>
                <a:gd name="connsiteX1941" fmla="*/ 1398354 w 2122941"/>
                <a:gd name="connsiteY1941" fmla="*/ 811472 h 1062290"/>
                <a:gd name="connsiteX1942" fmla="*/ 1396715 w 2122941"/>
                <a:gd name="connsiteY1942" fmla="*/ 816390 h 1062290"/>
                <a:gd name="connsiteX1943" fmla="*/ 1398354 w 2122941"/>
                <a:gd name="connsiteY1943" fmla="*/ 819668 h 1062290"/>
                <a:gd name="connsiteX1944" fmla="*/ 1395076 w 2122941"/>
                <a:gd name="connsiteY1944" fmla="*/ 822947 h 1062290"/>
                <a:gd name="connsiteX1945" fmla="*/ 1396715 w 2122941"/>
                <a:gd name="connsiteY1945" fmla="*/ 826226 h 1062290"/>
                <a:gd name="connsiteX1946" fmla="*/ 1398354 w 2122941"/>
                <a:gd name="connsiteY1946" fmla="*/ 831144 h 1062290"/>
                <a:gd name="connsiteX1947" fmla="*/ 1396715 w 2122941"/>
                <a:gd name="connsiteY1947" fmla="*/ 832783 h 1062290"/>
                <a:gd name="connsiteX1948" fmla="*/ 1396715 w 2122941"/>
                <a:gd name="connsiteY1948" fmla="*/ 836062 h 1062290"/>
                <a:gd name="connsiteX1949" fmla="*/ 1396715 w 2122941"/>
                <a:gd name="connsiteY1949" fmla="*/ 839340 h 1062290"/>
                <a:gd name="connsiteX1950" fmla="*/ 1396715 w 2122941"/>
                <a:gd name="connsiteY1950" fmla="*/ 844258 h 1062290"/>
                <a:gd name="connsiteX1951" fmla="*/ 1396715 w 2122941"/>
                <a:gd name="connsiteY1951" fmla="*/ 847537 h 1062290"/>
                <a:gd name="connsiteX1952" fmla="*/ 1396715 w 2122941"/>
                <a:gd name="connsiteY1952" fmla="*/ 849176 h 1062290"/>
                <a:gd name="connsiteX1953" fmla="*/ 1396715 w 2122941"/>
                <a:gd name="connsiteY1953" fmla="*/ 852455 h 1062290"/>
                <a:gd name="connsiteX1954" fmla="*/ 1396715 w 2122941"/>
                <a:gd name="connsiteY1954" fmla="*/ 855734 h 1062290"/>
                <a:gd name="connsiteX1955" fmla="*/ 1396715 w 2122941"/>
                <a:gd name="connsiteY1955" fmla="*/ 860652 h 1062290"/>
                <a:gd name="connsiteX1956" fmla="*/ 1396715 w 2122941"/>
                <a:gd name="connsiteY1956" fmla="*/ 863930 h 1062290"/>
                <a:gd name="connsiteX1957" fmla="*/ 1398354 w 2122941"/>
                <a:gd name="connsiteY1957" fmla="*/ 867209 h 1062290"/>
                <a:gd name="connsiteX1958" fmla="*/ 1398354 w 2122941"/>
                <a:gd name="connsiteY1958" fmla="*/ 872127 h 1062290"/>
                <a:gd name="connsiteX1959" fmla="*/ 1398354 w 2122941"/>
                <a:gd name="connsiteY1959" fmla="*/ 875406 h 1062290"/>
                <a:gd name="connsiteX1960" fmla="*/ 1399994 w 2122941"/>
                <a:gd name="connsiteY1960" fmla="*/ 878685 h 1062290"/>
                <a:gd name="connsiteX1961" fmla="*/ 1399994 w 2122941"/>
                <a:gd name="connsiteY1961" fmla="*/ 883602 h 1062290"/>
                <a:gd name="connsiteX1962" fmla="*/ 1399994 w 2122941"/>
                <a:gd name="connsiteY1962" fmla="*/ 886881 h 1062290"/>
                <a:gd name="connsiteX1963" fmla="*/ 1401633 w 2122941"/>
                <a:gd name="connsiteY1963" fmla="*/ 890160 h 1062290"/>
                <a:gd name="connsiteX1964" fmla="*/ 1403272 w 2122941"/>
                <a:gd name="connsiteY1964" fmla="*/ 893439 h 1062290"/>
                <a:gd name="connsiteX1965" fmla="*/ 1403272 w 2122941"/>
                <a:gd name="connsiteY1965" fmla="*/ 896717 h 1062290"/>
                <a:gd name="connsiteX1966" fmla="*/ 1404912 w 2122941"/>
                <a:gd name="connsiteY1966" fmla="*/ 899996 h 1062290"/>
                <a:gd name="connsiteX1967" fmla="*/ 1406551 w 2122941"/>
                <a:gd name="connsiteY1967" fmla="*/ 904914 h 1062290"/>
                <a:gd name="connsiteX1968" fmla="*/ 1408190 w 2122941"/>
                <a:gd name="connsiteY1968" fmla="*/ 908192 h 1062290"/>
                <a:gd name="connsiteX1969" fmla="*/ 1409830 w 2122941"/>
                <a:gd name="connsiteY1969" fmla="*/ 911471 h 1062290"/>
                <a:gd name="connsiteX1970" fmla="*/ 1409830 w 2122941"/>
                <a:gd name="connsiteY1970" fmla="*/ 914750 h 1062290"/>
                <a:gd name="connsiteX1971" fmla="*/ 1406551 w 2122941"/>
                <a:gd name="connsiteY1971" fmla="*/ 919668 h 1062290"/>
                <a:gd name="connsiteX1972" fmla="*/ 1404912 w 2122941"/>
                <a:gd name="connsiteY1972" fmla="*/ 922947 h 1062290"/>
                <a:gd name="connsiteX1973" fmla="*/ 1404912 w 2122941"/>
                <a:gd name="connsiteY1973" fmla="*/ 926225 h 1062290"/>
                <a:gd name="connsiteX1974" fmla="*/ 1404912 w 2122941"/>
                <a:gd name="connsiteY1974" fmla="*/ 929504 h 1062290"/>
                <a:gd name="connsiteX1975" fmla="*/ 1404912 w 2122941"/>
                <a:gd name="connsiteY1975" fmla="*/ 934422 h 1062290"/>
                <a:gd name="connsiteX1976" fmla="*/ 1406551 w 2122941"/>
                <a:gd name="connsiteY1976" fmla="*/ 937701 h 1062290"/>
                <a:gd name="connsiteX1977" fmla="*/ 1406551 w 2122941"/>
                <a:gd name="connsiteY1977" fmla="*/ 940979 h 1062290"/>
                <a:gd name="connsiteX1978" fmla="*/ 1406551 w 2122941"/>
                <a:gd name="connsiteY1978" fmla="*/ 939340 h 1062290"/>
                <a:gd name="connsiteX1979" fmla="*/ 1404912 w 2122941"/>
                <a:gd name="connsiteY1979" fmla="*/ 936061 h 1062290"/>
                <a:gd name="connsiteX1980" fmla="*/ 1404912 w 2122941"/>
                <a:gd name="connsiteY1980" fmla="*/ 932782 h 1062290"/>
                <a:gd name="connsiteX1981" fmla="*/ 1403272 w 2122941"/>
                <a:gd name="connsiteY1981" fmla="*/ 927865 h 1062290"/>
                <a:gd name="connsiteX1982" fmla="*/ 1404912 w 2122941"/>
                <a:gd name="connsiteY1982" fmla="*/ 924586 h 1062290"/>
                <a:gd name="connsiteX1983" fmla="*/ 1404912 w 2122941"/>
                <a:gd name="connsiteY1983" fmla="*/ 921307 h 1062290"/>
                <a:gd name="connsiteX1984" fmla="*/ 1406551 w 2122941"/>
                <a:gd name="connsiteY1984" fmla="*/ 916389 h 1062290"/>
                <a:gd name="connsiteX1985" fmla="*/ 1408190 w 2122941"/>
                <a:gd name="connsiteY1985" fmla="*/ 913111 h 1062290"/>
                <a:gd name="connsiteX1986" fmla="*/ 1406551 w 2122941"/>
                <a:gd name="connsiteY1986" fmla="*/ 909832 h 1062290"/>
                <a:gd name="connsiteX1987" fmla="*/ 1401633 w 2122941"/>
                <a:gd name="connsiteY1987" fmla="*/ 908192 h 1062290"/>
                <a:gd name="connsiteX1988" fmla="*/ 1399994 w 2122941"/>
                <a:gd name="connsiteY1988" fmla="*/ 904914 h 1062290"/>
                <a:gd name="connsiteX1989" fmla="*/ 1399994 w 2122941"/>
                <a:gd name="connsiteY1989" fmla="*/ 908192 h 1062290"/>
                <a:gd name="connsiteX1990" fmla="*/ 1399994 w 2122941"/>
                <a:gd name="connsiteY1990" fmla="*/ 911471 h 1062290"/>
                <a:gd name="connsiteX1991" fmla="*/ 1399994 w 2122941"/>
                <a:gd name="connsiteY1991" fmla="*/ 916389 h 1062290"/>
                <a:gd name="connsiteX1992" fmla="*/ 1401633 w 2122941"/>
                <a:gd name="connsiteY1992" fmla="*/ 919668 h 1062290"/>
                <a:gd name="connsiteX1993" fmla="*/ 1401633 w 2122941"/>
                <a:gd name="connsiteY1993" fmla="*/ 921307 h 1062290"/>
                <a:gd name="connsiteX1994" fmla="*/ 1401633 w 2122941"/>
                <a:gd name="connsiteY1994" fmla="*/ 924586 h 1062290"/>
                <a:gd name="connsiteX1995" fmla="*/ 1403272 w 2122941"/>
                <a:gd name="connsiteY1995" fmla="*/ 929504 h 1062290"/>
                <a:gd name="connsiteX1996" fmla="*/ 1403272 w 2122941"/>
                <a:gd name="connsiteY1996" fmla="*/ 932782 h 1062290"/>
                <a:gd name="connsiteX1997" fmla="*/ 1404912 w 2122941"/>
                <a:gd name="connsiteY1997" fmla="*/ 936061 h 1062290"/>
                <a:gd name="connsiteX1998" fmla="*/ 1404912 w 2122941"/>
                <a:gd name="connsiteY1998" fmla="*/ 940979 h 1062290"/>
                <a:gd name="connsiteX1999" fmla="*/ 1406551 w 2122941"/>
                <a:gd name="connsiteY1999" fmla="*/ 944258 h 1062290"/>
                <a:gd name="connsiteX2000" fmla="*/ 1406551 w 2122941"/>
                <a:gd name="connsiteY2000" fmla="*/ 947537 h 1062290"/>
                <a:gd name="connsiteX2001" fmla="*/ 1408190 w 2122941"/>
                <a:gd name="connsiteY2001" fmla="*/ 950815 h 1062290"/>
                <a:gd name="connsiteX2002" fmla="*/ 1408190 w 2122941"/>
                <a:gd name="connsiteY2002" fmla="*/ 955733 h 1062290"/>
                <a:gd name="connsiteX2003" fmla="*/ 1408190 w 2122941"/>
                <a:gd name="connsiteY2003" fmla="*/ 959012 h 1062290"/>
                <a:gd name="connsiteX2004" fmla="*/ 1408190 w 2122941"/>
                <a:gd name="connsiteY2004" fmla="*/ 962291 h 1062290"/>
                <a:gd name="connsiteX2005" fmla="*/ 1409830 w 2122941"/>
                <a:gd name="connsiteY2005" fmla="*/ 967209 h 1062290"/>
                <a:gd name="connsiteX2006" fmla="*/ 1408190 w 2122941"/>
                <a:gd name="connsiteY2006" fmla="*/ 970487 h 1062290"/>
                <a:gd name="connsiteX2007" fmla="*/ 1408190 w 2122941"/>
                <a:gd name="connsiteY2007" fmla="*/ 972127 h 1062290"/>
                <a:gd name="connsiteX2008" fmla="*/ 1408190 w 2122941"/>
                <a:gd name="connsiteY2008" fmla="*/ 970487 h 1062290"/>
                <a:gd name="connsiteX2009" fmla="*/ 1409830 w 2122941"/>
                <a:gd name="connsiteY2009" fmla="*/ 970487 h 1062290"/>
                <a:gd name="connsiteX2010" fmla="*/ 1411469 w 2122941"/>
                <a:gd name="connsiteY2010" fmla="*/ 975405 h 1062290"/>
                <a:gd name="connsiteX2011" fmla="*/ 1413108 w 2122941"/>
                <a:gd name="connsiteY2011" fmla="*/ 978684 h 1062290"/>
                <a:gd name="connsiteX2012" fmla="*/ 1411469 w 2122941"/>
                <a:gd name="connsiteY2012" fmla="*/ 981963 h 1062290"/>
                <a:gd name="connsiteX2013" fmla="*/ 1411469 w 2122941"/>
                <a:gd name="connsiteY2013" fmla="*/ 983602 h 1062290"/>
                <a:gd name="connsiteX2014" fmla="*/ 1413108 w 2122941"/>
                <a:gd name="connsiteY2014" fmla="*/ 985241 h 1062290"/>
                <a:gd name="connsiteX2015" fmla="*/ 1413108 w 2122941"/>
                <a:gd name="connsiteY2015" fmla="*/ 990159 h 1062290"/>
                <a:gd name="connsiteX2016" fmla="*/ 1411469 w 2122941"/>
                <a:gd name="connsiteY2016" fmla="*/ 993438 h 1062290"/>
                <a:gd name="connsiteX2017" fmla="*/ 1411469 w 2122941"/>
                <a:gd name="connsiteY2017" fmla="*/ 996717 h 1062290"/>
                <a:gd name="connsiteX2018" fmla="*/ 1409830 w 2122941"/>
                <a:gd name="connsiteY2018" fmla="*/ 999995 h 1062290"/>
                <a:gd name="connsiteX2019" fmla="*/ 1409830 w 2122941"/>
                <a:gd name="connsiteY2019" fmla="*/ 1003274 h 1062290"/>
                <a:gd name="connsiteX2020" fmla="*/ 1408190 w 2122941"/>
                <a:gd name="connsiteY2020" fmla="*/ 1008192 h 1062290"/>
                <a:gd name="connsiteX2021" fmla="*/ 1406551 w 2122941"/>
                <a:gd name="connsiteY2021" fmla="*/ 1011471 h 1062290"/>
                <a:gd name="connsiteX2022" fmla="*/ 1404912 w 2122941"/>
                <a:gd name="connsiteY2022" fmla="*/ 1014749 h 1062290"/>
                <a:gd name="connsiteX2023" fmla="*/ 1404912 w 2122941"/>
                <a:gd name="connsiteY2023" fmla="*/ 1019667 h 1062290"/>
                <a:gd name="connsiteX2024" fmla="*/ 1403272 w 2122941"/>
                <a:gd name="connsiteY2024" fmla="*/ 1022946 h 1062290"/>
                <a:gd name="connsiteX2025" fmla="*/ 1403272 w 2122941"/>
                <a:gd name="connsiteY2025" fmla="*/ 1026225 h 1062290"/>
                <a:gd name="connsiteX2026" fmla="*/ 1399994 w 2122941"/>
                <a:gd name="connsiteY2026" fmla="*/ 1031143 h 1062290"/>
                <a:gd name="connsiteX2027" fmla="*/ 1398354 w 2122941"/>
                <a:gd name="connsiteY2027" fmla="*/ 1034422 h 1062290"/>
                <a:gd name="connsiteX2028" fmla="*/ 1395076 w 2122941"/>
                <a:gd name="connsiteY2028" fmla="*/ 1037700 h 1062290"/>
                <a:gd name="connsiteX2029" fmla="*/ 1393436 w 2122941"/>
                <a:gd name="connsiteY2029" fmla="*/ 1040979 h 1062290"/>
                <a:gd name="connsiteX2030" fmla="*/ 1391797 w 2122941"/>
                <a:gd name="connsiteY2030" fmla="*/ 1044257 h 1062290"/>
                <a:gd name="connsiteX2031" fmla="*/ 1390158 w 2122941"/>
                <a:gd name="connsiteY2031" fmla="*/ 1047536 h 1062290"/>
                <a:gd name="connsiteX2032" fmla="*/ 1390158 w 2122941"/>
                <a:gd name="connsiteY2032" fmla="*/ 1052454 h 1062290"/>
                <a:gd name="connsiteX2033" fmla="*/ 1386879 w 2122941"/>
                <a:gd name="connsiteY2033" fmla="*/ 1055733 h 1062290"/>
                <a:gd name="connsiteX2034" fmla="*/ 1383600 w 2122941"/>
                <a:gd name="connsiteY2034" fmla="*/ 1059012 h 1062290"/>
                <a:gd name="connsiteX2035" fmla="*/ 1380322 w 2122941"/>
                <a:gd name="connsiteY2035" fmla="*/ 1057372 h 1062290"/>
                <a:gd name="connsiteX2036" fmla="*/ 1377043 w 2122941"/>
                <a:gd name="connsiteY2036" fmla="*/ 1060651 h 1062290"/>
                <a:gd name="connsiteX2037" fmla="*/ 1372125 w 2122941"/>
                <a:gd name="connsiteY2037" fmla="*/ 1062290 h 1062290"/>
                <a:gd name="connsiteX2038" fmla="*/ 1368846 w 2122941"/>
                <a:gd name="connsiteY2038" fmla="*/ 1060651 h 1062290"/>
                <a:gd name="connsiteX2039" fmla="*/ 1365568 w 2122941"/>
                <a:gd name="connsiteY2039" fmla="*/ 1062290 h 1062290"/>
                <a:gd name="connsiteX2040" fmla="*/ 1362289 w 2122941"/>
                <a:gd name="connsiteY2040" fmla="*/ 1062290 h 1062290"/>
                <a:gd name="connsiteX2041" fmla="*/ 1357371 w 2122941"/>
                <a:gd name="connsiteY2041" fmla="*/ 1060651 h 1062290"/>
                <a:gd name="connsiteX2042" fmla="*/ 1357371 w 2122941"/>
                <a:gd name="connsiteY2042" fmla="*/ 1057372 h 1062290"/>
                <a:gd name="connsiteX2043" fmla="*/ 1359010 w 2122941"/>
                <a:gd name="connsiteY2043" fmla="*/ 1052454 h 1062290"/>
                <a:gd name="connsiteX2044" fmla="*/ 1362289 w 2122941"/>
                <a:gd name="connsiteY2044" fmla="*/ 1057372 h 1062290"/>
                <a:gd name="connsiteX2045" fmla="*/ 1365568 w 2122941"/>
                <a:gd name="connsiteY2045" fmla="*/ 1059012 h 1062290"/>
                <a:gd name="connsiteX2046" fmla="*/ 1365568 w 2122941"/>
                <a:gd name="connsiteY2046" fmla="*/ 1054094 h 1062290"/>
                <a:gd name="connsiteX2047" fmla="*/ 1362289 w 2122941"/>
                <a:gd name="connsiteY2047" fmla="*/ 1052454 h 1062290"/>
                <a:gd name="connsiteX2048" fmla="*/ 1359010 w 2122941"/>
                <a:gd name="connsiteY2048" fmla="*/ 1049176 h 1062290"/>
                <a:gd name="connsiteX2049" fmla="*/ 1359010 w 2122941"/>
                <a:gd name="connsiteY2049" fmla="*/ 1045897 h 1062290"/>
                <a:gd name="connsiteX2050" fmla="*/ 1357371 w 2122941"/>
                <a:gd name="connsiteY2050" fmla="*/ 1040979 h 1062290"/>
                <a:gd name="connsiteX2051" fmla="*/ 1357371 w 2122941"/>
                <a:gd name="connsiteY2051" fmla="*/ 1037700 h 1062290"/>
                <a:gd name="connsiteX2052" fmla="*/ 1355731 w 2122941"/>
                <a:gd name="connsiteY2052" fmla="*/ 1034422 h 1062290"/>
                <a:gd name="connsiteX2053" fmla="*/ 1352453 w 2122941"/>
                <a:gd name="connsiteY2053" fmla="*/ 1031143 h 1062290"/>
                <a:gd name="connsiteX2054" fmla="*/ 1349174 w 2122941"/>
                <a:gd name="connsiteY2054" fmla="*/ 1027864 h 1062290"/>
                <a:gd name="connsiteX2055" fmla="*/ 1345896 w 2122941"/>
                <a:gd name="connsiteY2055" fmla="*/ 1026225 h 1062290"/>
                <a:gd name="connsiteX2056" fmla="*/ 1342617 w 2122941"/>
                <a:gd name="connsiteY2056" fmla="*/ 1026225 h 1062290"/>
                <a:gd name="connsiteX2057" fmla="*/ 1342617 w 2122941"/>
                <a:gd name="connsiteY2057" fmla="*/ 1022946 h 1062290"/>
                <a:gd name="connsiteX2058" fmla="*/ 1340978 w 2122941"/>
                <a:gd name="connsiteY2058" fmla="*/ 1019667 h 1062290"/>
                <a:gd name="connsiteX2059" fmla="*/ 1340978 w 2122941"/>
                <a:gd name="connsiteY2059" fmla="*/ 1016389 h 1062290"/>
                <a:gd name="connsiteX2060" fmla="*/ 1340978 w 2122941"/>
                <a:gd name="connsiteY2060" fmla="*/ 1011471 h 1062290"/>
                <a:gd name="connsiteX2061" fmla="*/ 1340978 w 2122941"/>
                <a:gd name="connsiteY2061" fmla="*/ 1008192 h 1062290"/>
                <a:gd name="connsiteX2062" fmla="*/ 1340978 w 2122941"/>
                <a:gd name="connsiteY2062" fmla="*/ 1004913 h 1062290"/>
                <a:gd name="connsiteX2063" fmla="*/ 1336060 w 2122941"/>
                <a:gd name="connsiteY2063" fmla="*/ 1001635 h 1062290"/>
                <a:gd name="connsiteX2064" fmla="*/ 1339338 w 2122941"/>
                <a:gd name="connsiteY2064" fmla="*/ 999995 h 1062290"/>
                <a:gd name="connsiteX2065" fmla="*/ 1339338 w 2122941"/>
                <a:gd name="connsiteY2065" fmla="*/ 999995 h 1062290"/>
                <a:gd name="connsiteX2066" fmla="*/ 1339338 w 2122941"/>
                <a:gd name="connsiteY2066" fmla="*/ 999995 h 1062290"/>
                <a:gd name="connsiteX2067" fmla="*/ 1340978 w 2122941"/>
                <a:gd name="connsiteY2067" fmla="*/ 999995 h 1062290"/>
                <a:gd name="connsiteX2068" fmla="*/ 1342617 w 2122941"/>
                <a:gd name="connsiteY2068" fmla="*/ 995077 h 1062290"/>
                <a:gd name="connsiteX2069" fmla="*/ 1347535 w 2122941"/>
                <a:gd name="connsiteY2069" fmla="*/ 993438 h 1062290"/>
                <a:gd name="connsiteX2070" fmla="*/ 1344256 w 2122941"/>
                <a:gd name="connsiteY2070" fmla="*/ 993438 h 1062290"/>
                <a:gd name="connsiteX2071" fmla="*/ 1340978 w 2122941"/>
                <a:gd name="connsiteY2071" fmla="*/ 996717 h 1062290"/>
                <a:gd name="connsiteX2072" fmla="*/ 1339338 w 2122941"/>
                <a:gd name="connsiteY2072" fmla="*/ 999995 h 1062290"/>
                <a:gd name="connsiteX2073" fmla="*/ 1339338 w 2122941"/>
                <a:gd name="connsiteY2073" fmla="*/ 999995 h 1062290"/>
                <a:gd name="connsiteX2074" fmla="*/ 1336060 w 2122941"/>
                <a:gd name="connsiteY2074" fmla="*/ 999995 h 1062290"/>
                <a:gd name="connsiteX2075" fmla="*/ 1336060 w 2122941"/>
                <a:gd name="connsiteY2075" fmla="*/ 996717 h 1062290"/>
                <a:gd name="connsiteX2076" fmla="*/ 1336060 w 2122941"/>
                <a:gd name="connsiteY2076" fmla="*/ 993438 h 1062290"/>
                <a:gd name="connsiteX2077" fmla="*/ 1337699 w 2122941"/>
                <a:gd name="connsiteY2077" fmla="*/ 988520 h 1062290"/>
                <a:gd name="connsiteX2078" fmla="*/ 1337699 w 2122941"/>
                <a:gd name="connsiteY2078" fmla="*/ 985241 h 1062290"/>
                <a:gd name="connsiteX2079" fmla="*/ 1339338 w 2122941"/>
                <a:gd name="connsiteY2079" fmla="*/ 981963 h 1062290"/>
                <a:gd name="connsiteX2080" fmla="*/ 1336060 w 2122941"/>
                <a:gd name="connsiteY2080" fmla="*/ 983602 h 1062290"/>
                <a:gd name="connsiteX2081" fmla="*/ 1332781 w 2122941"/>
                <a:gd name="connsiteY2081" fmla="*/ 980323 h 1062290"/>
                <a:gd name="connsiteX2082" fmla="*/ 1334420 w 2122941"/>
                <a:gd name="connsiteY2082" fmla="*/ 985241 h 1062290"/>
                <a:gd name="connsiteX2083" fmla="*/ 1332781 w 2122941"/>
                <a:gd name="connsiteY2083" fmla="*/ 988520 h 1062290"/>
                <a:gd name="connsiteX2084" fmla="*/ 1329502 w 2122941"/>
                <a:gd name="connsiteY2084" fmla="*/ 986881 h 1062290"/>
                <a:gd name="connsiteX2085" fmla="*/ 1326223 w 2122941"/>
                <a:gd name="connsiteY2085" fmla="*/ 983602 h 1062290"/>
                <a:gd name="connsiteX2086" fmla="*/ 1326223 w 2122941"/>
                <a:gd name="connsiteY2086" fmla="*/ 980323 h 1062290"/>
                <a:gd name="connsiteX2087" fmla="*/ 1324584 w 2122941"/>
                <a:gd name="connsiteY2087" fmla="*/ 977045 h 1062290"/>
                <a:gd name="connsiteX2088" fmla="*/ 1324584 w 2122941"/>
                <a:gd name="connsiteY2088" fmla="*/ 973766 h 1062290"/>
                <a:gd name="connsiteX2089" fmla="*/ 1322945 w 2122941"/>
                <a:gd name="connsiteY2089" fmla="*/ 968848 h 1062290"/>
                <a:gd name="connsiteX2090" fmla="*/ 1322945 w 2122941"/>
                <a:gd name="connsiteY2090" fmla="*/ 965569 h 1062290"/>
                <a:gd name="connsiteX2091" fmla="*/ 1322945 w 2122941"/>
                <a:gd name="connsiteY2091" fmla="*/ 962291 h 1062290"/>
                <a:gd name="connsiteX2092" fmla="*/ 1319666 w 2122941"/>
                <a:gd name="connsiteY2092" fmla="*/ 957373 h 1062290"/>
                <a:gd name="connsiteX2093" fmla="*/ 1322945 w 2122941"/>
                <a:gd name="connsiteY2093" fmla="*/ 957373 h 1062290"/>
                <a:gd name="connsiteX2094" fmla="*/ 1326223 w 2122941"/>
                <a:gd name="connsiteY2094" fmla="*/ 954094 h 1062290"/>
                <a:gd name="connsiteX2095" fmla="*/ 1326223 w 2122941"/>
                <a:gd name="connsiteY2095" fmla="*/ 952455 h 1062290"/>
                <a:gd name="connsiteX2096" fmla="*/ 1329502 w 2122941"/>
                <a:gd name="connsiteY2096" fmla="*/ 949176 h 1062290"/>
                <a:gd name="connsiteX2097" fmla="*/ 1332781 w 2122941"/>
                <a:gd name="connsiteY2097" fmla="*/ 945897 h 1062290"/>
                <a:gd name="connsiteX2098" fmla="*/ 1334420 w 2122941"/>
                <a:gd name="connsiteY2098" fmla="*/ 942619 h 1062290"/>
                <a:gd name="connsiteX2099" fmla="*/ 1332781 w 2122941"/>
                <a:gd name="connsiteY2099" fmla="*/ 939340 h 1062290"/>
                <a:gd name="connsiteX2100" fmla="*/ 1329502 w 2122941"/>
                <a:gd name="connsiteY2100" fmla="*/ 940979 h 1062290"/>
                <a:gd name="connsiteX2101" fmla="*/ 1329502 w 2122941"/>
                <a:gd name="connsiteY2101" fmla="*/ 937701 h 1062290"/>
                <a:gd name="connsiteX2102" fmla="*/ 1324584 w 2122941"/>
                <a:gd name="connsiteY2102" fmla="*/ 934422 h 1062290"/>
                <a:gd name="connsiteX2103" fmla="*/ 1324584 w 2122941"/>
                <a:gd name="connsiteY2103" fmla="*/ 934422 h 1062290"/>
                <a:gd name="connsiteX2104" fmla="*/ 1324584 w 2122941"/>
                <a:gd name="connsiteY2104" fmla="*/ 936061 h 1062290"/>
                <a:gd name="connsiteX2105" fmla="*/ 1322945 w 2122941"/>
                <a:gd name="connsiteY2105" fmla="*/ 939340 h 1062290"/>
                <a:gd name="connsiteX2106" fmla="*/ 1326223 w 2122941"/>
                <a:gd name="connsiteY2106" fmla="*/ 940979 h 1062290"/>
                <a:gd name="connsiteX2107" fmla="*/ 1324584 w 2122941"/>
                <a:gd name="connsiteY2107" fmla="*/ 945897 h 1062290"/>
                <a:gd name="connsiteX2108" fmla="*/ 1322945 w 2122941"/>
                <a:gd name="connsiteY2108" fmla="*/ 949176 h 1062290"/>
                <a:gd name="connsiteX2109" fmla="*/ 1319666 w 2122941"/>
                <a:gd name="connsiteY2109" fmla="*/ 945897 h 1062290"/>
                <a:gd name="connsiteX2110" fmla="*/ 1319666 w 2122941"/>
                <a:gd name="connsiteY2110" fmla="*/ 949176 h 1062290"/>
                <a:gd name="connsiteX2111" fmla="*/ 1318027 w 2122941"/>
                <a:gd name="connsiteY2111" fmla="*/ 945897 h 1062290"/>
                <a:gd name="connsiteX2112" fmla="*/ 1318027 w 2122941"/>
                <a:gd name="connsiteY2112" fmla="*/ 940979 h 1062290"/>
                <a:gd name="connsiteX2113" fmla="*/ 1318027 w 2122941"/>
                <a:gd name="connsiteY2113" fmla="*/ 940979 h 1062290"/>
                <a:gd name="connsiteX2114" fmla="*/ 1319666 w 2122941"/>
                <a:gd name="connsiteY2114" fmla="*/ 937701 h 1062290"/>
                <a:gd name="connsiteX2115" fmla="*/ 1321306 w 2122941"/>
                <a:gd name="connsiteY2115" fmla="*/ 932782 h 1062290"/>
                <a:gd name="connsiteX2116" fmla="*/ 1322945 w 2122941"/>
                <a:gd name="connsiteY2116" fmla="*/ 929504 h 1062290"/>
                <a:gd name="connsiteX2117" fmla="*/ 1324584 w 2122941"/>
                <a:gd name="connsiteY2117" fmla="*/ 926225 h 1062290"/>
                <a:gd name="connsiteX2118" fmla="*/ 1326223 w 2122941"/>
                <a:gd name="connsiteY2118" fmla="*/ 921307 h 1062290"/>
                <a:gd name="connsiteX2119" fmla="*/ 1329502 w 2122941"/>
                <a:gd name="connsiteY2119" fmla="*/ 918029 h 1062290"/>
                <a:gd name="connsiteX2120" fmla="*/ 1331141 w 2122941"/>
                <a:gd name="connsiteY2120" fmla="*/ 914750 h 1062290"/>
                <a:gd name="connsiteX2121" fmla="*/ 1332781 w 2122941"/>
                <a:gd name="connsiteY2121" fmla="*/ 911471 h 1062290"/>
                <a:gd name="connsiteX2122" fmla="*/ 1332781 w 2122941"/>
                <a:gd name="connsiteY2122" fmla="*/ 906553 h 1062290"/>
                <a:gd name="connsiteX2123" fmla="*/ 1334420 w 2122941"/>
                <a:gd name="connsiteY2123" fmla="*/ 903275 h 1062290"/>
                <a:gd name="connsiteX2124" fmla="*/ 1334420 w 2122941"/>
                <a:gd name="connsiteY2124" fmla="*/ 898357 h 1062290"/>
                <a:gd name="connsiteX2125" fmla="*/ 1334420 w 2122941"/>
                <a:gd name="connsiteY2125" fmla="*/ 895078 h 1062290"/>
                <a:gd name="connsiteX2126" fmla="*/ 1332781 w 2122941"/>
                <a:gd name="connsiteY2126" fmla="*/ 891799 h 1062290"/>
                <a:gd name="connsiteX2127" fmla="*/ 1332781 w 2122941"/>
                <a:gd name="connsiteY2127" fmla="*/ 888520 h 1062290"/>
                <a:gd name="connsiteX2128" fmla="*/ 1329502 w 2122941"/>
                <a:gd name="connsiteY2128" fmla="*/ 883602 h 1062290"/>
                <a:gd name="connsiteX2129" fmla="*/ 1326223 w 2122941"/>
                <a:gd name="connsiteY2129" fmla="*/ 883602 h 1062290"/>
                <a:gd name="connsiteX2130" fmla="*/ 1322945 w 2122941"/>
                <a:gd name="connsiteY2130" fmla="*/ 881963 h 1062290"/>
                <a:gd name="connsiteX2131" fmla="*/ 1319666 w 2122941"/>
                <a:gd name="connsiteY2131" fmla="*/ 878685 h 1062290"/>
                <a:gd name="connsiteX2132" fmla="*/ 1319666 w 2122941"/>
                <a:gd name="connsiteY2132" fmla="*/ 877045 h 1062290"/>
                <a:gd name="connsiteX2133" fmla="*/ 1316388 w 2122941"/>
                <a:gd name="connsiteY2133" fmla="*/ 872127 h 1062290"/>
                <a:gd name="connsiteX2134" fmla="*/ 1314748 w 2122941"/>
                <a:gd name="connsiteY2134" fmla="*/ 868848 h 1062290"/>
                <a:gd name="connsiteX2135" fmla="*/ 1314748 w 2122941"/>
                <a:gd name="connsiteY2135" fmla="*/ 865570 h 1062290"/>
                <a:gd name="connsiteX2136" fmla="*/ 1313109 w 2122941"/>
                <a:gd name="connsiteY2136" fmla="*/ 860652 h 1062290"/>
                <a:gd name="connsiteX2137" fmla="*/ 1309830 w 2122941"/>
                <a:gd name="connsiteY2137" fmla="*/ 857373 h 1062290"/>
                <a:gd name="connsiteX2138" fmla="*/ 1309830 w 2122941"/>
                <a:gd name="connsiteY2138" fmla="*/ 854095 h 1062290"/>
                <a:gd name="connsiteX2139" fmla="*/ 1306551 w 2122941"/>
                <a:gd name="connsiteY2139" fmla="*/ 849176 h 1062290"/>
                <a:gd name="connsiteX2140" fmla="*/ 1301633 w 2122941"/>
                <a:gd name="connsiteY2140" fmla="*/ 847537 h 1062290"/>
                <a:gd name="connsiteX2141" fmla="*/ 1301633 w 2122941"/>
                <a:gd name="connsiteY2141" fmla="*/ 845898 h 1062290"/>
                <a:gd name="connsiteX2142" fmla="*/ 1296716 w 2122941"/>
                <a:gd name="connsiteY2142" fmla="*/ 842619 h 1062290"/>
                <a:gd name="connsiteX2143" fmla="*/ 1293437 w 2122941"/>
                <a:gd name="connsiteY2143" fmla="*/ 842619 h 1062290"/>
                <a:gd name="connsiteX2144" fmla="*/ 1290158 w 2122941"/>
                <a:gd name="connsiteY2144" fmla="*/ 842619 h 1062290"/>
                <a:gd name="connsiteX2145" fmla="*/ 1285240 w 2122941"/>
                <a:gd name="connsiteY2145" fmla="*/ 844258 h 1062290"/>
                <a:gd name="connsiteX2146" fmla="*/ 1281961 w 2122941"/>
                <a:gd name="connsiteY2146" fmla="*/ 847537 h 1062290"/>
                <a:gd name="connsiteX2147" fmla="*/ 1280322 w 2122941"/>
                <a:gd name="connsiteY2147" fmla="*/ 847537 h 1062290"/>
                <a:gd name="connsiteX2148" fmla="*/ 1278683 w 2122941"/>
                <a:gd name="connsiteY2148" fmla="*/ 847537 h 1062290"/>
                <a:gd name="connsiteX2149" fmla="*/ 1280322 w 2122941"/>
                <a:gd name="connsiteY2149" fmla="*/ 850816 h 1062290"/>
                <a:gd name="connsiteX2150" fmla="*/ 1277043 w 2122941"/>
                <a:gd name="connsiteY2150" fmla="*/ 850816 h 1062290"/>
                <a:gd name="connsiteX2151" fmla="*/ 1272125 w 2122941"/>
                <a:gd name="connsiteY2151" fmla="*/ 854095 h 1062290"/>
                <a:gd name="connsiteX2152" fmla="*/ 1268847 w 2122941"/>
                <a:gd name="connsiteY2152" fmla="*/ 855734 h 1062290"/>
                <a:gd name="connsiteX2153" fmla="*/ 1265568 w 2122941"/>
                <a:gd name="connsiteY2153" fmla="*/ 857373 h 1062290"/>
                <a:gd name="connsiteX2154" fmla="*/ 1262289 w 2122941"/>
                <a:gd name="connsiteY2154" fmla="*/ 857373 h 1062290"/>
                <a:gd name="connsiteX2155" fmla="*/ 1262289 w 2122941"/>
                <a:gd name="connsiteY2155" fmla="*/ 855734 h 1062290"/>
                <a:gd name="connsiteX2156" fmla="*/ 1259011 w 2122941"/>
                <a:gd name="connsiteY2156" fmla="*/ 859012 h 1062290"/>
                <a:gd name="connsiteX2157" fmla="*/ 1257371 w 2122941"/>
                <a:gd name="connsiteY2157" fmla="*/ 859012 h 1062290"/>
                <a:gd name="connsiteX2158" fmla="*/ 1257371 w 2122941"/>
                <a:gd name="connsiteY2158" fmla="*/ 859012 h 1062290"/>
                <a:gd name="connsiteX2159" fmla="*/ 1254093 w 2122941"/>
                <a:gd name="connsiteY2159" fmla="*/ 859012 h 1062290"/>
                <a:gd name="connsiteX2160" fmla="*/ 1249175 w 2122941"/>
                <a:gd name="connsiteY2160" fmla="*/ 860652 h 1062290"/>
                <a:gd name="connsiteX2161" fmla="*/ 1245896 w 2122941"/>
                <a:gd name="connsiteY2161" fmla="*/ 860652 h 1062290"/>
                <a:gd name="connsiteX2162" fmla="*/ 1244257 w 2122941"/>
                <a:gd name="connsiteY2162" fmla="*/ 860652 h 1062290"/>
                <a:gd name="connsiteX2163" fmla="*/ 1245896 w 2122941"/>
                <a:gd name="connsiteY2163" fmla="*/ 857373 h 1062290"/>
                <a:gd name="connsiteX2164" fmla="*/ 1245896 w 2122941"/>
                <a:gd name="connsiteY2164" fmla="*/ 854095 h 1062290"/>
                <a:gd name="connsiteX2165" fmla="*/ 1242617 w 2122941"/>
                <a:gd name="connsiteY2165" fmla="*/ 849176 h 1062290"/>
                <a:gd name="connsiteX2166" fmla="*/ 1239339 w 2122941"/>
                <a:gd name="connsiteY2166" fmla="*/ 847537 h 1062290"/>
                <a:gd name="connsiteX2167" fmla="*/ 1239339 w 2122941"/>
                <a:gd name="connsiteY2167" fmla="*/ 847537 h 1062290"/>
                <a:gd name="connsiteX2168" fmla="*/ 1240978 w 2122941"/>
                <a:gd name="connsiteY2168" fmla="*/ 847537 h 1062290"/>
                <a:gd name="connsiteX2169" fmla="*/ 1239339 w 2122941"/>
                <a:gd name="connsiteY2169" fmla="*/ 847537 h 1062290"/>
                <a:gd name="connsiteX2170" fmla="*/ 1237699 w 2122941"/>
                <a:gd name="connsiteY2170" fmla="*/ 842619 h 1062290"/>
                <a:gd name="connsiteX2171" fmla="*/ 1242617 w 2122941"/>
                <a:gd name="connsiteY2171" fmla="*/ 845898 h 1062290"/>
                <a:gd name="connsiteX2172" fmla="*/ 1242617 w 2122941"/>
                <a:gd name="connsiteY2172" fmla="*/ 840980 h 1062290"/>
                <a:gd name="connsiteX2173" fmla="*/ 1239339 w 2122941"/>
                <a:gd name="connsiteY2173" fmla="*/ 840980 h 1062290"/>
                <a:gd name="connsiteX2174" fmla="*/ 1236060 w 2122941"/>
                <a:gd name="connsiteY2174" fmla="*/ 839340 h 1062290"/>
                <a:gd name="connsiteX2175" fmla="*/ 1237699 w 2122941"/>
                <a:gd name="connsiteY2175" fmla="*/ 836062 h 1062290"/>
                <a:gd name="connsiteX2176" fmla="*/ 1242617 w 2122941"/>
                <a:gd name="connsiteY2176" fmla="*/ 834422 h 1062290"/>
                <a:gd name="connsiteX2177" fmla="*/ 1237699 w 2122941"/>
                <a:gd name="connsiteY2177" fmla="*/ 834422 h 1062290"/>
                <a:gd name="connsiteX2178" fmla="*/ 1236060 w 2122941"/>
                <a:gd name="connsiteY2178" fmla="*/ 834422 h 1062290"/>
                <a:gd name="connsiteX2179" fmla="*/ 1231142 w 2122941"/>
                <a:gd name="connsiteY2179" fmla="*/ 834422 h 1062290"/>
                <a:gd name="connsiteX2180" fmla="*/ 1231142 w 2122941"/>
                <a:gd name="connsiteY2180" fmla="*/ 834422 h 1062290"/>
                <a:gd name="connsiteX2181" fmla="*/ 1234421 w 2122941"/>
                <a:gd name="connsiteY2181" fmla="*/ 839340 h 1062290"/>
                <a:gd name="connsiteX2182" fmla="*/ 1231142 w 2122941"/>
                <a:gd name="connsiteY2182" fmla="*/ 839340 h 1062290"/>
                <a:gd name="connsiteX2183" fmla="*/ 1227863 w 2122941"/>
                <a:gd name="connsiteY2183" fmla="*/ 836062 h 1062290"/>
                <a:gd name="connsiteX2184" fmla="*/ 1224585 w 2122941"/>
                <a:gd name="connsiteY2184" fmla="*/ 834422 h 1062290"/>
                <a:gd name="connsiteX2185" fmla="*/ 1221306 w 2122941"/>
                <a:gd name="connsiteY2185" fmla="*/ 832783 h 1062290"/>
                <a:gd name="connsiteX2186" fmla="*/ 1216388 w 2122941"/>
                <a:gd name="connsiteY2186" fmla="*/ 831144 h 1062290"/>
                <a:gd name="connsiteX2187" fmla="*/ 1213109 w 2122941"/>
                <a:gd name="connsiteY2187" fmla="*/ 831144 h 1062290"/>
                <a:gd name="connsiteX2188" fmla="*/ 1209831 w 2122941"/>
                <a:gd name="connsiteY2188" fmla="*/ 829504 h 1062290"/>
                <a:gd name="connsiteX2189" fmla="*/ 1209831 w 2122941"/>
                <a:gd name="connsiteY2189" fmla="*/ 829504 h 1062290"/>
                <a:gd name="connsiteX2190" fmla="*/ 1211470 w 2122941"/>
                <a:gd name="connsiteY2190" fmla="*/ 829504 h 1062290"/>
                <a:gd name="connsiteX2191" fmla="*/ 1211470 w 2122941"/>
                <a:gd name="connsiteY2191" fmla="*/ 829504 h 1062290"/>
                <a:gd name="connsiteX2192" fmla="*/ 1214749 w 2122941"/>
                <a:gd name="connsiteY2192" fmla="*/ 829504 h 1062290"/>
                <a:gd name="connsiteX2193" fmla="*/ 1216388 w 2122941"/>
                <a:gd name="connsiteY2193" fmla="*/ 829504 h 1062290"/>
                <a:gd name="connsiteX2194" fmla="*/ 1221306 w 2122941"/>
                <a:gd name="connsiteY2194" fmla="*/ 829504 h 1062290"/>
                <a:gd name="connsiteX2195" fmla="*/ 1222945 w 2122941"/>
                <a:gd name="connsiteY2195" fmla="*/ 827865 h 1062290"/>
                <a:gd name="connsiteX2196" fmla="*/ 1219666 w 2122941"/>
                <a:gd name="connsiteY2196" fmla="*/ 826226 h 1062290"/>
                <a:gd name="connsiteX2197" fmla="*/ 1216388 w 2122941"/>
                <a:gd name="connsiteY2197" fmla="*/ 826226 h 1062290"/>
                <a:gd name="connsiteX2198" fmla="*/ 1213109 w 2122941"/>
                <a:gd name="connsiteY2198" fmla="*/ 824586 h 1062290"/>
                <a:gd name="connsiteX2199" fmla="*/ 1208191 w 2122941"/>
                <a:gd name="connsiteY2199" fmla="*/ 827865 h 1062290"/>
                <a:gd name="connsiteX2200" fmla="*/ 1204913 w 2122941"/>
                <a:gd name="connsiteY2200" fmla="*/ 829504 h 1062290"/>
                <a:gd name="connsiteX2201" fmla="*/ 1203273 w 2122941"/>
                <a:gd name="connsiteY2201" fmla="*/ 829504 h 1062290"/>
                <a:gd name="connsiteX2202" fmla="*/ 1199995 w 2122941"/>
                <a:gd name="connsiteY2202" fmla="*/ 829504 h 1062290"/>
                <a:gd name="connsiteX2203" fmla="*/ 1196716 w 2122941"/>
                <a:gd name="connsiteY2203" fmla="*/ 829504 h 1062290"/>
                <a:gd name="connsiteX2204" fmla="*/ 1191798 w 2122941"/>
                <a:gd name="connsiteY2204" fmla="*/ 829504 h 1062290"/>
                <a:gd name="connsiteX2205" fmla="*/ 1188519 w 2122941"/>
                <a:gd name="connsiteY2205" fmla="*/ 831144 h 1062290"/>
                <a:gd name="connsiteX2206" fmla="*/ 1185241 w 2122941"/>
                <a:gd name="connsiteY2206" fmla="*/ 831144 h 1062290"/>
                <a:gd name="connsiteX2207" fmla="*/ 1188519 w 2122941"/>
                <a:gd name="connsiteY2207" fmla="*/ 829504 h 1062290"/>
                <a:gd name="connsiteX2208" fmla="*/ 1190159 w 2122941"/>
                <a:gd name="connsiteY2208" fmla="*/ 829504 h 1062290"/>
                <a:gd name="connsiteX2209" fmla="*/ 1190159 w 2122941"/>
                <a:gd name="connsiteY2209" fmla="*/ 829504 h 1062290"/>
                <a:gd name="connsiteX2210" fmla="*/ 1195076 w 2122941"/>
                <a:gd name="connsiteY2210" fmla="*/ 827865 h 1062290"/>
                <a:gd name="connsiteX2211" fmla="*/ 1190159 w 2122941"/>
                <a:gd name="connsiteY2211" fmla="*/ 824586 h 1062290"/>
                <a:gd name="connsiteX2212" fmla="*/ 1191798 w 2122941"/>
                <a:gd name="connsiteY2212" fmla="*/ 821308 h 1062290"/>
                <a:gd name="connsiteX2213" fmla="*/ 1191798 w 2122941"/>
                <a:gd name="connsiteY2213" fmla="*/ 821308 h 1062290"/>
                <a:gd name="connsiteX2214" fmla="*/ 1190159 w 2122941"/>
                <a:gd name="connsiteY2214" fmla="*/ 824586 h 1062290"/>
                <a:gd name="connsiteX2215" fmla="*/ 1186880 w 2122941"/>
                <a:gd name="connsiteY2215" fmla="*/ 827865 h 1062290"/>
                <a:gd name="connsiteX2216" fmla="*/ 1186880 w 2122941"/>
                <a:gd name="connsiteY2216" fmla="*/ 824586 h 1062290"/>
                <a:gd name="connsiteX2217" fmla="*/ 1186880 w 2122941"/>
                <a:gd name="connsiteY2217" fmla="*/ 822947 h 1062290"/>
                <a:gd name="connsiteX2218" fmla="*/ 1185241 w 2122941"/>
                <a:gd name="connsiteY2218" fmla="*/ 824586 h 1062290"/>
                <a:gd name="connsiteX2219" fmla="*/ 1185241 w 2122941"/>
                <a:gd name="connsiteY2219" fmla="*/ 824586 h 1062290"/>
                <a:gd name="connsiteX2220" fmla="*/ 1185241 w 2122941"/>
                <a:gd name="connsiteY2220" fmla="*/ 824586 h 1062290"/>
                <a:gd name="connsiteX2221" fmla="*/ 1183601 w 2122941"/>
                <a:gd name="connsiteY2221" fmla="*/ 827865 h 1062290"/>
                <a:gd name="connsiteX2222" fmla="*/ 1180323 w 2122941"/>
                <a:gd name="connsiteY2222" fmla="*/ 829504 h 1062290"/>
                <a:gd name="connsiteX2223" fmla="*/ 1177044 w 2122941"/>
                <a:gd name="connsiteY2223" fmla="*/ 832783 h 1062290"/>
                <a:gd name="connsiteX2224" fmla="*/ 1173765 w 2122941"/>
                <a:gd name="connsiteY2224" fmla="*/ 834422 h 1062290"/>
                <a:gd name="connsiteX2225" fmla="*/ 1170486 w 2122941"/>
                <a:gd name="connsiteY2225" fmla="*/ 834422 h 1062290"/>
                <a:gd name="connsiteX2226" fmla="*/ 1173765 w 2122941"/>
                <a:gd name="connsiteY2226" fmla="*/ 832783 h 1062290"/>
                <a:gd name="connsiteX2227" fmla="*/ 1177044 w 2122941"/>
                <a:gd name="connsiteY2227" fmla="*/ 829504 h 1062290"/>
                <a:gd name="connsiteX2228" fmla="*/ 1175404 w 2122941"/>
                <a:gd name="connsiteY2228" fmla="*/ 826226 h 1062290"/>
                <a:gd name="connsiteX2229" fmla="*/ 1173765 w 2122941"/>
                <a:gd name="connsiteY2229" fmla="*/ 829504 h 1062290"/>
                <a:gd name="connsiteX2230" fmla="*/ 1172126 w 2122941"/>
                <a:gd name="connsiteY2230" fmla="*/ 831144 h 1062290"/>
                <a:gd name="connsiteX2231" fmla="*/ 1168847 w 2122941"/>
                <a:gd name="connsiteY2231" fmla="*/ 834422 h 1062290"/>
                <a:gd name="connsiteX2232" fmla="*/ 1163929 w 2122941"/>
                <a:gd name="connsiteY2232" fmla="*/ 836062 h 1062290"/>
                <a:gd name="connsiteX2233" fmla="*/ 1160651 w 2122941"/>
                <a:gd name="connsiteY2233" fmla="*/ 837701 h 1062290"/>
                <a:gd name="connsiteX2234" fmla="*/ 1157372 w 2122941"/>
                <a:gd name="connsiteY2234" fmla="*/ 837701 h 1062290"/>
                <a:gd name="connsiteX2235" fmla="*/ 1152454 w 2122941"/>
                <a:gd name="connsiteY2235" fmla="*/ 836062 h 1062290"/>
                <a:gd name="connsiteX2236" fmla="*/ 1157372 w 2122941"/>
                <a:gd name="connsiteY2236" fmla="*/ 836062 h 1062290"/>
                <a:gd name="connsiteX2237" fmla="*/ 1159011 w 2122941"/>
                <a:gd name="connsiteY2237" fmla="*/ 832783 h 1062290"/>
                <a:gd name="connsiteX2238" fmla="*/ 1155732 w 2122941"/>
                <a:gd name="connsiteY2238" fmla="*/ 829504 h 1062290"/>
                <a:gd name="connsiteX2239" fmla="*/ 1157372 w 2122941"/>
                <a:gd name="connsiteY2239" fmla="*/ 824586 h 1062290"/>
                <a:gd name="connsiteX2240" fmla="*/ 1159011 w 2122941"/>
                <a:gd name="connsiteY2240" fmla="*/ 821308 h 1062290"/>
                <a:gd name="connsiteX2241" fmla="*/ 1157372 w 2122941"/>
                <a:gd name="connsiteY2241" fmla="*/ 818029 h 1062290"/>
                <a:gd name="connsiteX2242" fmla="*/ 1155732 w 2122941"/>
                <a:gd name="connsiteY2242" fmla="*/ 818029 h 1062290"/>
                <a:gd name="connsiteX2243" fmla="*/ 1155732 w 2122941"/>
                <a:gd name="connsiteY2243" fmla="*/ 816390 h 1062290"/>
                <a:gd name="connsiteX2244" fmla="*/ 1155732 w 2122941"/>
                <a:gd name="connsiteY2244" fmla="*/ 814750 h 1062290"/>
                <a:gd name="connsiteX2245" fmla="*/ 1155732 w 2122941"/>
                <a:gd name="connsiteY2245" fmla="*/ 816390 h 1062290"/>
                <a:gd name="connsiteX2246" fmla="*/ 1154093 w 2122941"/>
                <a:gd name="connsiteY2246" fmla="*/ 818029 h 1062290"/>
                <a:gd name="connsiteX2247" fmla="*/ 1152454 w 2122941"/>
                <a:gd name="connsiteY2247" fmla="*/ 822947 h 1062290"/>
                <a:gd name="connsiteX2248" fmla="*/ 1150814 w 2122941"/>
                <a:gd name="connsiteY2248" fmla="*/ 826226 h 1062290"/>
                <a:gd name="connsiteX2249" fmla="*/ 1149175 w 2122941"/>
                <a:gd name="connsiteY2249" fmla="*/ 829504 h 1062290"/>
                <a:gd name="connsiteX2250" fmla="*/ 1145896 w 2122941"/>
                <a:gd name="connsiteY2250" fmla="*/ 831144 h 1062290"/>
                <a:gd name="connsiteX2251" fmla="*/ 1140979 w 2122941"/>
                <a:gd name="connsiteY2251" fmla="*/ 829504 h 1062290"/>
                <a:gd name="connsiteX2252" fmla="*/ 1137700 w 2122941"/>
                <a:gd name="connsiteY2252" fmla="*/ 831144 h 1062290"/>
                <a:gd name="connsiteX2253" fmla="*/ 1134421 w 2122941"/>
                <a:gd name="connsiteY2253" fmla="*/ 832783 h 1062290"/>
                <a:gd name="connsiteX2254" fmla="*/ 1131142 w 2122941"/>
                <a:gd name="connsiteY2254" fmla="*/ 831144 h 1062290"/>
                <a:gd name="connsiteX2255" fmla="*/ 1131142 w 2122941"/>
                <a:gd name="connsiteY2255" fmla="*/ 831144 h 1062290"/>
                <a:gd name="connsiteX2256" fmla="*/ 1129503 w 2122941"/>
                <a:gd name="connsiteY2256" fmla="*/ 831144 h 1062290"/>
                <a:gd name="connsiteX2257" fmla="*/ 1126224 w 2122941"/>
                <a:gd name="connsiteY2257" fmla="*/ 832783 h 1062290"/>
                <a:gd name="connsiteX2258" fmla="*/ 1122946 w 2122941"/>
                <a:gd name="connsiteY2258" fmla="*/ 829504 h 1062290"/>
                <a:gd name="connsiteX2259" fmla="*/ 1121306 w 2122941"/>
                <a:gd name="connsiteY2259" fmla="*/ 827865 h 1062290"/>
                <a:gd name="connsiteX2260" fmla="*/ 1119667 w 2122941"/>
                <a:gd name="connsiteY2260" fmla="*/ 829504 h 1062290"/>
                <a:gd name="connsiteX2261" fmla="*/ 1121306 w 2122941"/>
                <a:gd name="connsiteY2261" fmla="*/ 829504 h 1062290"/>
                <a:gd name="connsiteX2262" fmla="*/ 1119667 w 2122941"/>
                <a:gd name="connsiteY2262" fmla="*/ 829504 h 1062290"/>
                <a:gd name="connsiteX2263" fmla="*/ 1116388 w 2122941"/>
                <a:gd name="connsiteY2263" fmla="*/ 831144 h 1062290"/>
                <a:gd name="connsiteX2264" fmla="*/ 1113110 w 2122941"/>
                <a:gd name="connsiteY2264" fmla="*/ 831144 h 1062290"/>
                <a:gd name="connsiteX2265" fmla="*/ 1108192 w 2122941"/>
                <a:gd name="connsiteY2265" fmla="*/ 832783 h 1062290"/>
                <a:gd name="connsiteX2266" fmla="*/ 1103274 w 2122941"/>
                <a:gd name="connsiteY2266" fmla="*/ 832783 h 1062290"/>
                <a:gd name="connsiteX2267" fmla="*/ 1103274 w 2122941"/>
                <a:gd name="connsiteY2267" fmla="*/ 832783 h 1062290"/>
                <a:gd name="connsiteX2268" fmla="*/ 1101634 w 2122941"/>
                <a:gd name="connsiteY2268" fmla="*/ 834422 h 1062290"/>
                <a:gd name="connsiteX2269" fmla="*/ 1098356 w 2122941"/>
                <a:gd name="connsiteY2269" fmla="*/ 837701 h 1062290"/>
                <a:gd name="connsiteX2270" fmla="*/ 1095077 w 2122941"/>
                <a:gd name="connsiteY2270" fmla="*/ 839340 h 1062290"/>
                <a:gd name="connsiteX2271" fmla="*/ 1090159 w 2122941"/>
                <a:gd name="connsiteY2271" fmla="*/ 840980 h 1062290"/>
                <a:gd name="connsiteX2272" fmla="*/ 1090159 w 2122941"/>
                <a:gd name="connsiteY2272" fmla="*/ 839340 h 1062290"/>
                <a:gd name="connsiteX2273" fmla="*/ 1088520 w 2122941"/>
                <a:gd name="connsiteY2273" fmla="*/ 839340 h 1062290"/>
                <a:gd name="connsiteX2274" fmla="*/ 1085241 w 2122941"/>
                <a:gd name="connsiteY2274" fmla="*/ 837701 h 1062290"/>
                <a:gd name="connsiteX2275" fmla="*/ 1083602 w 2122941"/>
                <a:gd name="connsiteY2275" fmla="*/ 837701 h 1062290"/>
                <a:gd name="connsiteX2276" fmla="*/ 1081962 w 2122941"/>
                <a:gd name="connsiteY2276" fmla="*/ 836062 h 1062290"/>
                <a:gd name="connsiteX2277" fmla="*/ 1078684 w 2122941"/>
                <a:gd name="connsiteY2277" fmla="*/ 832783 h 1062290"/>
                <a:gd name="connsiteX2278" fmla="*/ 1075405 w 2122941"/>
                <a:gd name="connsiteY2278" fmla="*/ 831144 h 1062290"/>
                <a:gd name="connsiteX2279" fmla="*/ 1070487 w 2122941"/>
                <a:gd name="connsiteY2279" fmla="*/ 831144 h 1062290"/>
                <a:gd name="connsiteX2280" fmla="*/ 1067208 w 2122941"/>
                <a:gd name="connsiteY2280" fmla="*/ 832783 h 1062290"/>
                <a:gd name="connsiteX2281" fmla="*/ 1067208 w 2122941"/>
                <a:gd name="connsiteY2281" fmla="*/ 834422 h 1062290"/>
                <a:gd name="connsiteX2282" fmla="*/ 1062290 w 2122941"/>
                <a:gd name="connsiteY2282" fmla="*/ 837701 h 1062290"/>
                <a:gd name="connsiteX2283" fmla="*/ 1060651 w 2122941"/>
                <a:gd name="connsiteY2283" fmla="*/ 840980 h 1062290"/>
                <a:gd name="connsiteX2284" fmla="*/ 1063930 w 2122941"/>
                <a:gd name="connsiteY2284" fmla="*/ 844258 h 1062290"/>
                <a:gd name="connsiteX2285" fmla="*/ 1068848 w 2122941"/>
                <a:gd name="connsiteY2285" fmla="*/ 844258 h 1062290"/>
                <a:gd name="connsiteX2286" fmla="*/ 1068848 w 2122941"/>
                <a:gd name="connsiteY2286" fmla="*/ 844258 h 1062290"/>
                <a:gd name="connsiteX2287" fmla="*/ 1075405 w 2122941"/>
                <a:gd name="connsiteY2287" fmla="*/ 844258 h 1062290"/>
                <a:gd name="connsiteX2288" fmla="*/ 1075405 w 2122941"/>
                <a:gd name="connsiteY2288" fmla="*/ 844258 h 1062290"/>
                <a:gd name="connsiteX2289" fmla="*/ 1077044 w 2122941"/>
                <a:gd name="connsiteY2289" fmla="*/ 844258 h 1062290"/>
                <a:gd name="connsiteX2290" fmla="*/ 1081962 w 2122941"/>
                <a:gd name="connsiteY2290" fmla="*/ 840980 h 1062290"/>
                <a:gd name="connsiteX2291" fmla="*/ 1081962 w 2122941"/>
                <a:gd name="connsiteY2291" fmla="*/ 840980 h 1062290"/>
                <a:gd name="connsiteX2292" fmla="*/ 1085241 w 2122941"/>
                <a:gd name="connsiteY2292" fmla="*/ 842619 h 1062290"/>
                <a:gd name="connsiteX2293" fmla="*/ 1088520 w 2122941"/>
                <a:gd name="connsiteY2293" fmla="*/ 840980 h 1062290"/>
                <a:gd name="connsiteX2294" fmla="*/ 1086880 w 2122941"/>
                <a:gd name="connsiteY2294" fmla="*/ 842619 h 1062290"/>
                <a:gd name="connsiteX2295" fmla="*/ 1083602 w 2122941"/>
                <a:gd name="connsiteY2295" fmla="*/ 845898 h 1062290"/>
                <a:gd name="connsiteX2296" fmla="*/ 1080323 w 2122941"/>
                <a:gd name="connsiteY2296" fmla="*/ 847537 h 1062290"/>
                <a:gd name="connsiteX2297" fmla="*/ 1081962 w 2122941"/>
                <a:gd name="connsiteY2297" fmla="*/ 850816 h 1062290"/>
                <a:gd name="connsiteX2298" fmla="*/ 1085241 w 2122941"/>
                <a:gd name="connsiteY2298" fmla="*/ 852455 h 1062290"/>
                <a:gd name="connsiteX2299" fmla="*/ 1088520 w 2122941"/>
                <a:gd name="connsiteY2299" fmla="*/ 850816 h 1062290"/>
                <a:gd name="connsiteX2300" fmla="*/ 1090159 w 2122941"/>
                <a:gd name="connsiteY2300" fmla="*/ 847537 h 1062290"/>
                <a:gd name="connsiteX2301" fmla="*/ 1091798 w 2122941"/>
                <a:gd name="connsiteY2301" fmla="*/ 847537 h 1062290"/>
                <a:gd name="connsiteX2302" fmla="*/ 1095077 w 2122941"/>
                <a:gd name="connsiteY2302" fmla="*/ 847537 h 1062290"/>
                <a:gd name="connsiteX2303" fmla="*/ 1096716 w 2122941"/>
                <a:gd name="connsiteY2303" fmla="*/ 849176 h 1062290"/>
                <a:gd name="connsiteX2304" fmla="*/ 1096716 w 2122941"/>
                <a:gd name="connsiteY2304" fmla="*/ 854095 h 1062290"/>
                <a:gd name="connsiteX2305" fmla="*/ 1095077 w 2122941"/>
                <a:gd name="connsiteY2305" fmla="*/ 857373 h 1062290"/>
                <a:gd name="connsiteX2306" fmla="*/ 1090159 w 2122941"/>
                <a:gd name="connsiteY2306" fmla="*/ 855734 h 1062290"/>
                <a:gd name="connsiteX2307" fmla="*/ 1086880 w 2122941"/>
                <a:gd name="connsiteY2307" fmla="*/ 859012 h 1062290"/>
                <a:gd name="connsiteX2308" fmla="*/ 1086880 w 2122941"/>
                <a:gd name="connsiteY2308" fmla="*/ 862291 h 1062290"/>
                <a:gd name="connsiteX2309" fmla="*/ 1083602 w 2122941"/>
                <a:gd name="connsiteY2309" fmla="*/ 862291 h 1062290"/>
                <a:gd name="connsiteX2310" fmla="*/ 1080323 w 2122941"/>
                <a:gd name="connsiteY2310" fmla="*/ 865570 h 1062290"/>
                <a:gd name="connsiteX2311" fmla="*/ 1083602 w 2122941"/>
                <a:gd name="connsiteY2311" fmla="*/ 870488 h 1062290"/>
                <a:gd name="connsiteX2312" fmla="*/ 1085241 w 2122941"/>
                <a:gd name="connsiteY2312" fmla="*/ 870488 h 1062290"/>
                <a:gd name="connsiteX2313" fmla="*/ 1085241 w 2122941"/>
                <a:gd name="connsiteY2313" fmla="*/ 873767 h 1062290"/>
                <a:gd name="connsiteX2314" fmla="*/ 1088520 w 2122941"/>
                <a:gd name="connsiteY2314" fmla="*/ 873767 h 1062290"/>
                <a:gd name="connsiteX2315" fmla="*/ 1093438 w 2122941"/>
                <a:gd name="connsiteY2315" fmla="*/ 875406 h 1062290"/>
                <a:gd name="connsiteX2316" fmla="*/ 1096716 w 2122941"/>
                <a:gd name="connsiteY2316" fmla="*/ 877045 h 1062290"/>
                <a:gd name="connsiteX2317" fmla="*/ 1096716 w 2122941"/>
                <a:gd name="connsiteY2317" fmla="*/ 877045 h 1062290"/>
                <a:gd name="connsiteX2318" fmla="*/ 1096716 w 2122941"/>
                <a:gd name="connsiteY2318" fmla="*/ 881963 h 1062290"/>
                <a:gd name="connsiteX2319" fmla="*/ 1101634 w 2122941"/>
                <a:gd name="connsiteY2319" fmla="*/ 883602 h 1062290"/>
                <a:gd name="connsiteX2320" fmla="*/ 1099995 w 2122941"/>
                <a:gd name="connsiteY2320" fmla="*/ 886881 h 1062290"/>
                <a:gd name="connsiteX2321" fmla="*/ 1096716 w 2122941"/>
                <a:gd name="connsiteY2321" fmla="*/ 888520 h 1062290"/>
                <a:gd name="connsiteX2322" fmla="*/ 1095077 w 2122941"/>
                <a:gd name="connsiteY2322" fmla="*/ 891799 h 1062290"/>
                <a:gd name="connsiteX2323" fmla="*/ 1091798 w 2122941"/>
                <a:gd name="connsiteY2323" fmla="*/ 888520 h 1062290"/>
                <a:gd name="connsiteX2324" fmla="*/ 1088520 w 2122941"/>
                <a:gd name="connsiteY2324" fmla="*/ 891799 h 1062290"/>
                <a:gd name="connsiteX2325" fmla="*/ 1083602 w 2122941"/>
                <a:gd name="connsiteY2325" fmla="*/ 895078 h 1062290"/>
                <a:gd name="connsiteX2326" fmla="*/ 1085241 w 2122941"/>
                <a:gd name="connsiteY2326" fmla="*/ 893439 h 1062290"/>
                <a:gd name="connsiteX2327" fmla="*/ 1088520 w 2122941"/>
                <a:gd name="connsiteY2327" fmla="*/ 890160 h 1062290"/>
                <a:gd name="connsiteX2328" fmla="*/ 1090159 w 2122941"/>
                <a:gd name="connsiteY2328" fmla="*/ 885242 h 1062290"/>
                <a:gd name="connsiteX2329" fmla="*/ 1085241 w 2122941"/>
                <a:gd name="connsiteY2329" fmla="*/ 883602 h 1062290"/>
                <a:gd name="connsiteX2330" fmla="*/ 1085241 w 2122941"/>
                <a:gd name="connsiteY2330" fmla="*/ 880324 h 1062290"/>
                <a:gd name="connsiteX2331" fmla="*/ 1081962 w 2122941"/>
                <a:gd name="connsiteY2331" fmla="*/ 880324 h 1062290"/>
                <a:gd name="connsiteX2332" fmla="*/ 1078684 w 2122941"/>
                <a:gd name="connsiteY2332" fmla="*/ 877045 h 1062290"/>
                <a:gd name="connsiteX2333" fmla="*/ 1075405 w 2122941"/>
                <a:gd name="connsiteY2333" fmla="*/ 877045 h 1062290"/>
                <a:gd name="connsiteX2334" fmla="*/ 1075405 w 2122941"/>
                <a:gd name="connsiteY2334" fmla="*/ 873767 h 1062290"/>
                <a:gd name="connsiteX2335" fmla="*/ 1072126 w 2122941"/>
                <a:gd name="connsiteY2335" fmla="*/ 870488 h 1062290"/>
                <a:gd name="connsiteX2336" fmla="*/ 1068848 w 2122941"/>
                <a:gd name="connsiteY2336" fmla="*/ 870488 h 1062290"/>
                <a:gd name="connsiteX2337" fmla="*/ 1065569 w 2122941"/>
                <a:gd name="connsiteY2337" fmla="*/ 868848 h 1062290"/>
                <a:gd name="connsiteX2338" fmla="*/ 1062290 w 2122941"/>
                <a:gd name="connsiteY2338" fmla="*/ 865570 h 1062290"/>
                <a:gd name="connsiteX2339" fmla="*/ 1062290 w 2122941"/>
                <a:gd name="connsiteY2339" fmla="*/ 867209 h 1062290"/>
                <a:gd name="connsiteX2340" fmla="*/ 1062290 w 2122941"/>
                <a:gd name="connsiteY2340" fmla="*/ 870488 h 1062290"/>
                <a:gd name="connsiteX2341" fmla="*/ 1065569 w 2122941"/>
                <a:gd name="connsiteY2341" fmla="*/ 873767 h 1062290"/>
                <a:gd name="connsiteX2342" fmla="*/ 1063930 w 2122941"/>
                <a:gd name="connsiteY2342" fmla="*/ 878685 h 1062290"/>
                <a:gd name="connsiteX2343" fmla="*/ 1063930 w 2122941"/>
                <a:gd name="connsiteY2343" fmla="*/ 881963 h 1062290"/>
                <a:gd name="connsiteX2344" fmla="*/ 1062290 w 2122941"/>
                <a:gd name="connsiteY2344" fmla="*/ 883602 h 1062290"/>
                <a:gd name="connsiteX2345" fmla="*/ 1057372 w 2122941"/>
                <a:gd name="connsiteY2345" fmla="*/ 886881 h 1062290"/>
                <a:gd name="connsiteX2346" fmla="*/ 1055733 w 2122941"/>
                <a:gd name="connsiteY2346" fmla="*/ 886881 h 1062290"/>
                <a:gd name="connsiteX2347" fmla="*/ 1055733 w 2122941"/>
                <a:gd name="connsiteY2347" fmla="*/ 883602 h 1062290"/>
                <a:gd name="connsiteX2348" fmla="*/ 1055733 w 2122941"/>
                <a:gd name="connsiteY2348" fmla="*/ 880324 h 1062290"/>
                <a:gd name="connsiteX2349" fmla="*/ 1052454 w 2122941"/>
                <a:gd name="connsiteY2349" fmla="*/ 880324 h 1062290"/>
                <a:gd name="connsiteX2350" fmla="*/ 1049176 w 2122941"/>
                <a:gd name="connsiteY2350" fmla="*/ 878685 h 1062290"/>
                <a:gd name="connsiteX2351" fmla="*/ 1044257 w 2122941"/>
                <a:gd name="connsiteY2351" fmla="*/ 877045 h 1062290"/>
                <a:gd name="connsiteX2352" fmla="*/ 1042618 w 2122941"/>
                <a:gd name="connsiteY2352" fmla="*/ 881963 h 1062290"/>
                <a:gd name="connsiteX2353" fmla="*/ 1040979 w 2122941"/>
                <a:gd name="connsiteY2353" fmla="*/ 885242 h 1062290"/>
                <a:gd name="connsiteX2354" fmla="*/ 1039339 w 2122941"/>
                <a:gd name="connsiteY2354" fmla="*/ 885242 h 1062290"/>
                <a:gd name="connsiteX2355" fmla="*/ 1036061 w 2122941"/>
                <a:gd name="connsiteY2355" fmla="*/ 885242 h 1062290"/>
                <a:gd name="connsiteX2356" fmla="*/ 1031143 w 2122941"/>
                <a:gd name="connsiteY2356" fmla="*/ 885242 h 1062290"/>
                <a:gd name="connsiteX2357" fmla="*/ 1027864 w 2122941"/>
                <a:gd name="connsiteY2357" fmla="*/ 881963 h 1062290"/>
                <a:gd name="connsiteX2358" fmla="*/ 1024585 w 2122941"/>
                <a:gd name="connsiteY2358" fmla="*/ 883602 h 1062290"/>
                <a:gd name="connsiteX2359" fmla="*/ 1024585 w 2122941"/>
                <a:gd name="connsiteY2359" fmla="*/ 878685 h 1062290"/>
                <a:gd name="connsiteX2360" fmla="*/ 1024585 w 2122941"/>
                <a:gd name="connsiteY2360" fmla="*/ 875406 h 1062290"/>
                <a:gd name="connsiteX2361" fmla="*/ 1021307 w 2122941"/>
                <a:gd name="connsiteY2361" fmla="*/ 872127 h 1062290"/>
                <a:gd name="connsiteX2362" fmla="*/ 1022946 w 2122941"/>
                <a:gd name="connsiteY2362" fmla="*/ 867209 h 1062290"/>
                <a:gd name="connsiteX2363" fmla="*/ 1022946 w 2122941"/>
                <a:gd name="connsiteY2363" fmla="*/ 865570 h 1062290"/>
                <a:gd name="connsiteX2364" fmla="*/ 1019667 w 2122941"/>
                <a:gd name="connsiteY2364" fmla="*/ 870488 h 1062290"/>
                <a:gd name="connsiteX2365" fmla="*/ 1016389 w 2122941"/>
                <a:gd name="connsiteY2365" fmla="*/ 867209 h 1062290"/>
                <a:gd name="connsiteX2366" fmla="*/ 1011471 w 2122941"/>
                <a:gd name="connsiteY2366" fmla="*/ 865570 h 1062290"/>
                <a:gd name="connsiteX2367" fmla="*/ 1009832 w 2122941"/>
                <a:gd name="connsiteY2367" fmla="*/ 862291 h 1062290"/>
                <a:gd name="connsiteX2368" fmla="*/ 1009832 w 2122941"/>
                <a:gd name="connsiteY2368" fmla="*/ 859012 h 1062290"/>
                <a:gd name="connsiteX2369" fmla="*/ 1006553 w 2122941"/>
                <a:gd name="connsiteY2369" fmla="*/ 859012 h 1062290"/>
                <a:gd name="connsiteX2370" fmla="*/ 1001635 w 2122941"/>
                <a:gd name="connsiteY2370" fmla="*/ 859012 h 1062290"/>
                <a:gd name="connsiteX2371" fmla="*/ 1004913 w 2122941"/>
                <a:gd name="connsiteY2371" fmla="*/ 855734 h 1062290"/>
                <a:gd name="connsiteX2372" fmla="*/ 999995 w 2122941"/>
                <a:gd name="connsiteY2372" fmla="*/ 855734 h 1062290"/>
                <a:gd name="connsiteX2373" fmla="*/ 996717 w 2122941"/>
                <a:gd name="connsiteY2373" fmla="*/ 857373 h 1062290"/>
                <a:gd name="connsiteX2374" fmla="*/ 993438 w 2122941"/>
                <a:gd name="connsiteY2374" fmla="*/ 860652 h 1062290"/>
                <a:gd name="connsiteX2375" fmla="*/ 991799 w 2122941"/>
                <a:gd name="connsiteY2375" fmla="*/ 863930 h 1062290"/>
                <a:gd name="connsiteX2376" fmla="*/ 993438 w 2122941"/>
                <a:gd name="connsiteY2376" fmla="*/ 865570 h 1062290"/>
                <a:gd name="connsiteX2377" fmla="*/ 988520 w 2122941"/>
                <a:gd name="connsiteY2377" fmla="*/ 865570 h 1062290"/>
                <a:gd name="connsiteX2378" fmla="*/ 985242 w 2122941"/>
                <a:gd name="connsiteY2378" fmla="*/ 867209 h 1062290"/>
                <a:gd name="connsiteX2379" fmla="*/ 981963 w 2122941"/>
                <a:gd name="connsiteY2379" fmla="*/ 867209 h 1062290"/>
                <a:gd name="connsiteX2380" fmla="*/ 978684 w 2122941"/>
                <a:gd name="connsiteY2380" fmla="*/ 865570 h 1062290"/>
                <a:gd name="connsiteX2381" fmla="*/ 973766 w 2122941"/>
                <a:gd name="connsiteY2381" fmla="*/ 865570 h 1062290"/>
                <a:gd name="connsiteX2382" fmla="*/ 970487 w 2122941"/>
                <a:gd name="connsiteY2382" fmla="*/ 865570 h 1062290"/>
                <a:gd name="connsiteX2383" fmla="*/ 967209 w 2122941"/>
                <a:gd name="connsiteY2383" fmla="*/ 863930 h 1062290"/>
                <a:gd name="connsiteX2384" fmla="*/ 962291 w 2122941"/>
                <a:gd name="connsiteY2384" fmla="*/ 860652 h 1062290"/>
                <a:gd name="connsiteX2385" fmla="*/ 959012 w 2122941"/>
                <a:gd name="connsiteY2385" fmla="*/ 859012 h 1062290"/>
                <a:gd name="connsiteX2386" fmla="*/ 955733 w 2122941"/>
                <a:gd name="connsiteY2386" fmla="*/ 857373 h 1062290"/>
                <a:gd name="connsiteX2387" fmla="*/ 952455 w 2122941"/>
                <a:gd name="connsiteY2387" fmla="*/ 857373 h 1062290"/>
                <a:gd name="connsiteX2388" fmla="*/ 947537 w 2122941"/>
                <a:gd name="connsiteY2388" fmla="*/ 855734 h 1062290"/>
                <a:gd name="connsiteX2389" fmla="*/ 949176 w 2122941"/>
                <a:gd name="connsiteY2389" fmla="*/ 854095 h 1062290"/>
                <a:gd name="connsiteX2390" fmla="*/ 952455 w 2122941"/>
                <a:gd name="connsiteY2390" fmla="*/ 850816 h 1062290"/>
                <a:gd name="connsiteX2391" fmla="*/ 952455 w 2122941"/>
                <a:gd name="connsiteY2391" fmla="*/ 847537 h 1062290"/>
                <a:gd name="connsiteX2392" fmla="*/ 952455 w 2122941"/>
                <a:gd name="connsiteY2392" fmla="*/ 844258 h 1062290"/>
                <a:gd name="connsiteX2393" fmla="*/ 950815 w 2122941"/>
                <a:gd name="connsiteY2393" fmla="*/ 847537 h 1062290"/>
                <a:gd name="connsiteX2394" fmla="*/ 950815 w 2122941"/>
                <a:gd name="connsiteY2394" fmla="*/ 847537 h 1062290"/>
                <a:gd name="connsiteX2395" fmla="*/ 947537 w 2122941"/>
                <a:gd name="connsiteY2395" fmla="*/ 852455 h 1062290"/>
                <a:gd name="connsiteX2396" fmla="*/ 947537 w 2122941"/>
                <a:gd name="connsiteY2396" fmla="*/ 855734 h 1062290"/>
                <a:gd name="connsiteX2397" fmla="*/ 945897 w 2122941"/>
                <a:gd name="connsiteY2397" fmla="*/ 857373 h 1062290"/>
                <a:gd name="connsiteX2398" fmla="*/ 942619 w 2122941"/>
                <a:gd name="connsiteY2398" fmla="*/ 857373 h 1062290"/>
                <a:gd name="connsiteX2399" fmla="*/ 939340 w 2122941"/>
                <a:gd name="connsiteY2399" fmla="*/ 857373 h 1062290"/>
                <a:gd name="connsiteX2400" fmla="*/ 934422 w 2122941"/>
                <a:gd name="connsiteY2400" fmla="*/ 857373 h 1062290"/>
                <a:gd name="connsiteX2401" fmla="*/ 931143 w 2122941"/>
                <a:gd name="connsiteY2401" fmla="*/ 859012 h 1062290"/>
                <a:gd name="connsiteX2402" fmla="*/ 927865 w 2122941"/>
                <a:gd name="connsiteY2402" fmla="*/ 857373 h 1062290"/>
                <a:gd name="connsiteX2403" fmla="*/ 929504 w 2122941"/>
                <a:gd name="connsiteY2403" fmla="*/ 855734 h 1062290"/>
                <a:gd name="connsiteX2404" fmla="*/ 932783 w 2122941"/>
                <a:gd name="connsiteY2404" fmla="*/ 850816 h 1062290"/>
                <a:gd name="connsiteX2405" fmla="*/ 934422 w 2122941"/>
                <a:gd name="connsiteY2405" fmla="*/ 847537 h 1062290"/>
                <a:gd name="connsiteX2406" fmla="*/ 932783 w 2122941"/>
                <a:gd name="connsiteY2406" fmla="*/ 847537 h 1062290"/>
                <a:gd name="connsiteX2407" fmla="*/ 927865 w 2122941"/>
                <a:gd name="connsiteY2407" fmla="*/ 852455 h 1062290"/>
                <a:gd name="connsiteX2408" fmla="*/ 926225 w 2122941"/>
                <a:gd name="connsiteY2408" fmla="*/ 855734 h 1062290"/>
                <a:gd name="connsiteX2409" fmla="*/ 926225 w 2122941"/>
                <a:gd name="connsiteY2409" fmla="*/ 857373 h 1062290"/>
                <a:gd name="connsiteX2410" fmla="*/ 927865 w 2122941"/>
                <a:gd name="connsiteY2410" fmla="*/ 860652 h 1062290"/>
                <a:gd name="connsiteX2411" fmla="*/ 924586 w 2122941"/>
                <a:gd name="connsiteY2411" fmla="*/ 862291 h 1062290"/>
                <a:gd name="connsiteX2412" fmla="*/ 921307 w 2122941"/>
                <a:gd name="connsiteY2412" fmla="*/ 862291 h 1062290"/>
                <a:gd name="connsiteX2413" fmla="*/ 916389 w 2122941"/>
                <a:gd name="connsiteY2413" fmla="*/ 862291 h 1062290"/>
                <a:gd name="connsiteX2414" fmla="*/ 913111 w 2122941"/>
                <a:gd name="connsiteY2414" fmla="*/ 865570 h 1062290"/>
                <a:gd name="connsiteX2415" fmla="*/ 909832 w 2122941"/>
                <a:gd name="connsiteY2415" fmla="*/ 865570 h 1062290"/>
                <a:gd name="connsiteX2416" fmla="*/ 904914 w 2122941"/>
                <a:gd name="connsiteY2416" fmla="*/ 867209 h 1062290"/>
                <a:gd name="connsiteX2417" fmla="*/ 901635 w 2122941"/>
                <a:gd name="connsiteY2417" fmla="*/ 868848 h 1062290"/>
                <a:gd name="connsiteX2418" fmla="*/ 898357 w 2122941"/>
                <a:gd name="connsiteY2418" fmla="*/ 870488 h 1062290"/>
                <a:gd name="connsiteX2419" fmla="*/ 893439 w 2122941"/>
                <a:gd name="connsiteY2419" fmla="*/ 872127 h 1062290"/>
                <a:gd name="connsiteX2420" fmla="*/ 890160 w 2122941"/>
                <a:gd name="connsiteY2420" fmla="*/ 875406 h 1062290"/>
                <a:gd name="connsiteX2421" fmla="*/ 890160 w 2122941"/>
                <a:gd name="connsiteY2421" fmla="*/ 875406 h 1062290"/>
                <a:gd name="connsiteX2422" fmla="*/ 890160 w 2122941"/>
                <a:gd name="connsiteY2422" fmla="*/ 875406 h 1062290"/>
                <a:gd name="connsiteX2423" fmla="*/ 893439 w 2122941"/>
                <a:gd name="connsiteY2423" fmla="*/ 872127 h 1062290"/>
                <a:gd name="connsiteX2424" fmla="*/ 896717 w 2122941"/>
                <a:gd name="connsiteY2424" fmla="*/ 870488 h 1062290"/>
                <a:gd name="connsiteX2425" fmla="*/ 899996 w 2122941"/>
                <a:gd name="connsiteY2425" fmla="*/ 868848 h 1062290"/>
                <a:gd name="connsiteX2426" fmla="*/ 903275 w 2122941"/>
                <a:gd name="connsiteY2426" fmla="*/ 867209 h 1062290"/>
                <a:gd name="connsiteX2427" fmla="*/ 903275 w 2122941"/>
                <a:gd name="connsiteY2427" fmla="*/ 867209 h 1062290"/>
                <a:gd name="connsiteX2428" fmla="*/ 899996 w 2122941"/>
                <a:gd name="connsiteY2428" fmla="*/ 865570 h 1062290"/>
                <a:gd name="connsiteX2429" fmla="*/ 895078 w 2122941"/>
                <a:gd name="connsiteY2429" fmla="*/ 867209 h 1062290"/>
                <a:gd name="connsiteX2430" fmla="*/ 891799 w 2122941"/>
                <a:gd name="connsiteY2430" fmla="*/ 868848 h 1062290"/>
                <a:gd name="connsiteX2431" fmla="*/ 895078 w 2122941"/>
                <a:gd name="connsiteY2431" fmla="*/ 863930 h 1062290"/>
                <a:gd name="connsiteX2432" fmla="*/ 896717 w 2122941"/>
                <a:gd name="connsiteY2432" fmla="*/ 860652 h 1062290"/>
                <a:gd name="connsiteX2433" fmla="*/ 895078 w 2122941"/>
                <a:gd name="connsiteY2433" fmla="*/ 857373 h 1062290"/>
                <a:gd name="connsiteX2434" fmla="*/ 891799 w 2122941"/>
                <a:gd name="connsiteY2434" fmla="*/ 859012 h 1062290"/>
                <a:gd name="connsiteX2435" fmla="*/ 888520 w 2122941"/>
                <a:gd name="connsiteY2435" fmla="*/ 862291 h 1062290"/>
                <a:gd name="connsiteX2436" fmla="*/ 885242 w 2122941"/>
                <a:gd name="connsiteY2436" fmla="*/ 860652 h 1062290"/>
                <a:gd name="connsiteX2437" fmla="*/ 885242 w 2122941"/>
                <a:gd name="connsiteY2437" fmla="*/ 859012 h 1062290"/>
                <a:gd name="connsiteX2438" fmla="*/ 883602 w 2122941"/>
                <a:gd name="connsiteY2438" fmla="*/ 860652 h 1062290"/>
                <a:gd name="connsiteX2439" fmla="*/ 885242 w 2122941"/>
                <a:gd name="connsiteY2439" fmla="*/ 865570 h 1062290"/>
                <a:gd name="connsiteX2440" fmla="*/ 883602 w 2122941"/>
                <a:gd name="connsiteY2440" fmla="*/ 868848 h 1062290"/>
                <a:gd name="connsiteX2441" fmla="*/ 883602 w 2122941"/>
                <a:gd name="connsiteY2441" fmla="*/ 872127 h 1062290"/>
                <a:gd name="connsiteX2442" fmla="*/ 888520 w 2122941"/>
                <a:gd name="connsiteY2442" fmla="*/ 875406 h 1062290"/>
                <a:gd name="connsiteX2443" fmla="*/ 885242 w 2122941"/>
                <a:gd name="connsiteY2443" fmla="*/ 877045 h 1062290"/>
                <a:gd name="connsiteX2444" fmla="*/ 883602 w 2122941"/>
                <a:gd name="connsiteY2444" fmla="*/ 877045 h 1062290"/>
                <a:gd name="connsiteX2445" fmla="*/ 880324 w 2122941"/>
                <a:gd name="connsiteY2445" fmla="*/ 878685 h 1062290"/>
                <a:gd name="connsiteX2446" fmla="*/ 877045 w 2122941"/>
                <a:gd name="connsiteY2446" fmla="*/ 883602 h 1062290"/>
                <a:gd name="connsiteX2447" fmla="*/ 873767 w 2122941"/>
                <a:gd name="connsiteY2447" fmla="*/ 885242 h 1062290"/>
                <a:gd name="connsiteX2448" fmla="*/ 872127 w 2122941"/>
                <a:gd name="connsiteY2448" fmla="*/ 888520 h 1062290"/>
                <a:gd name="connsiteX2449" fmla="*/ 868849 w 2122941"/>
                <a:gd name="connsiteY2449" fmla="*/ 891799 h 1062290"/>
                <a:gd name="connsiteX2450" fmla="*/ 865570 w 2122941"/>
                <a:gd name="connsiteY2450" fmla="*/ 895078 h 1062290"/>
                <a:gd name="connsiteX2451" fmla="*/ 862291 w 2122941"/>
                <a:gd name="connsiteY2451" fmla="*/ 896717 h 1062290"/>
                <a:gd name="connsiteX2452" fmla="*/ 860652 w 2122941"/>
                <a:gd name="connsiteY2452" fmla="*/ 898357 h 1062290"/>
                <a:gd name="connsiteX2453" fmla="*/ 855734 w 2122941"/>
                <a:gd name="connsiteY2453" fmla="*/ 899996 h 1062290"/>
                <a:gd name="connsiteX2454" fmla="*/ 852455 w 2122941"/>
                <a:gd name="connsiteY2454" fmla="*/ 901635 h 1062290"/>
                <a:gd name="connsiteX2455" fmla="*/ 849177 w 2122941"/>
                <a:gd name="connsiteY2455" fmla="*/ 903275 h 1062290"/>
                <a:gd name="connsiteX2456" fmla="*/ 844258 w 2122941"/>
                <a:gd name="connsiteY2456" fmla="*/ 903275 h 1062290"/>
                <a:gd name="connsiteX2457" fmla="*/ 840980 w 2122941"/>
                <a:gd name="connsiteY2457" fmla="*/ 904914 h 1062290"/>
                <a:gd name="connsiteX2458" fmla="*/ 837701 w 2122941"/>
                <a:gd name="connsiteY2458" fmla="*/ 908192 h 1062290"/>
                <a:gd name="connsiteX2459" fmla="*/ 840980 w 2122941"/>
                <a:gd name="connsiteY2459" fmla="*/ 906553 h 1062290"/>
                <a:gd name="connsiteX2460" fmla="*/ 844258 w 2122941"/>
                <a:gd name="connsiteY2460" fmla="*/ 904914 h 1062290"/>
                <a:gd name="connsiteX2461" fmla="*/ 840980 w 2122941"/>
                <a:gd name="connsiteY2461" fmla="*/ 908192 h 1062290"/>
                <a:gd name="connsiteX2462" fmla="*/ 837701 w 2122941"/>
                <a:gd name="connsiteY2462" fmla="*/ 908192 h 1062290"/>
                <a:gd name="connsiteX2463" fmla="*/ 834422 w 2122941"/>
                <a:gd name="connsiteY2463" fmla="*/ 909832 h 1062290"/>
                <a:gd name="connsiteX2464" fmla="*/ 829505 w 2122941"/>
                <a:gd name="connsiteY2464" fmla="*/ 913111 h 1062290"/>
                <a:gd name="connsiteX2465" fmla="*/ 826226 w 2122941"/>
                <a:gd name="connsiteY2465" fmla="*/ 914750 h 1062290"/>
                <a:gd name="connsiteX2466" fmla="*/ 827865 w 2122941"/>
                <a:gd name="connsiteY2466" fmla="*/ 911471 h 1062290"/>
                <a:gd name="connsiteX2467" fmla="*/ 832783 w 2122941"/>
                <a:gd name="connsiteY2467" fmla="*/ 909832 h 1062290"/>
                <a:gd name="connsiteX2468" fmla="*/ 836062 w 2122941"/>
                <a:gd name="connsiteY2468" fmla="*/ 906553 h 1062290"/>
                <a:gd name="connsiteX2469" fmla="*/ 832783 w 2122941"/>
                <a:gd name="connsiteY2469" fmla="*/ 908192 h 1062290"/>
                <a:gd name="connsiteX2470" fmla="*/ 827865 w 2122941"/>
                <a:gd name="connsiteY2470" fmla="*/ 909832 h 1062290"/>
                <a:gd name="connsiteX2471" fmla="*/ 829505 w 2122941"/>
                <a:gd name="connsiteY2471" fmla="*/ 908192 h 1062290"/>
                <a:gd name="connsiteX2472" fmla="*/ 831144 w 2122941"/>
                <a:gd name="connsiteY2472" fmla="*/ 908192 h 1062290"/>
                <a:gd name="connsiteX2473" fmla="*/ 829505 w 2122941"/>
                <a:gd name="connsiteY2473" fmla="*/ 908192 h 1062290"/>
                <a:gd name="connsiteX2474" fmla="*/ 826226 w 2122941"/>
                <a:gd name="connsiteY2474" fmla="*/ 904914 h 1062290"/>
                <a:gd name="connsiteX2475" fmla="*/ 822947 w 2122941"/>
                <a:gd name="connsiteY2475" fmla="*/ 906553 h 1062290"/>
                <a:gd name="connsiteX2476" fmla="*/ 821308 w 2122941"/>
                <a:gd name="connsiteY2476" fmla="*/ 903275 h 1062290"/>
                <a:gd name="connsiteX2477" fmla="*/ 821308 w 2122941"/>
                <a:gd name="connsiteY2477" fmla="*/ 903275 h 1062290"/>
                <a:gd name="connsiteX2478" fmla="*/ 821308 w 2122941"/>
                <a:gd name="connsiteY2478" fmla="*/ 906553 h 1062290"/>
                <a:gd name="connsiteX2479" fmla="*/ 818029 w 2122941"/>
                <a:gd name="connsiteY2479" fmla="*/ 909832 h 1062290"/>
                <a:gd name="connsiteX2480" fmla="*/ 819668 w 2122941"/>
                <a:gd name="connsiteY2480" fmla="*/ 908192 h 1062290"/>
                <a:gd name="connsiteX2481" fmla="*/ 814750 w 2122941"/>
                <a:gd name="connsiteY2481" fmla="*/ 906553 h 1062290"/>
                <a:gd name="connsiteX2482" fmla="*/ 813111 w 2122941"/>
                <a:gd name="connsiteY2482" fmla="*/ 906553 h 1062290"/>
                <a:gd name="connsiteX2483" fmla="*/ 814750 w 2122941"/>
                <a:gd name="connsiteY2483" fmla="*/ 911471 h 1062290"/>
                <a:gd name="connsiteX2484" fmla="*/ 814750 w 2122941"/>
                <a:gd name="connsiteY2484" fmla="*/ 914750 h 1062290"/>
                <a:gd name="connsiteX2485" fmla="*/ 818029 w 2122941"/>
                <a:gd name="connsiteY2485" fmla="*/ 916389 h 1062290"/>
                <a:gd name="connsiteX2486" fmla="*/ 818029 w 2122941"/>
                <a:gd name="connsiteY2486" fmla="*/ 916389 h 1062290"/>
                <a:gd name="connsiteX2487" fmla="*/ 814750 w 2122941"/>
                <a:gd name="connsiteY2487" fmla="*/ 918029 h 1062290"/>
                <a:gd name="connsiteX2488" fmla="*/ 809832 w 2122941"/>
                <a:gd name="connsiteY2488" fmla="*/ 919668 h 1062290"/>
                <a:gd name="connsiteX2489" fmla="*/ 806554 w 2122941"/>
                <a:gd name="connsiteY2489" fmla="*/ 918029 h 1062290"/>
                <a:gd name="connsiteX2490" fmla="*/ 804914 w 2122941"/>
                <a:gd name="connsiteY2490" fmla="*/ 914750 h 1062290"/>
                <a:gd name="connsiteX2491" fmla="*/ 804914 w 2122941"/>
                <a:gd name="connsiteY2491" fmla="*/ 916389 h 1062290"/>
                <a:gd name="connsiteX2492" fmla="*/ 803275 w 2122941"/>
                <a:gd name="connsiteY2492" fmla="*/ 919668 h 1062290"/>
                <a:gd name="connsiteX2493" fmla="*/ 801636 w 2122941"/>
                <a:gd name="connsiteY2493" fmla="*/ 924586 h 1062290"/>
                <a:gd name="connsiteX2494" fmla="*/ 798357 w 2122941"/>
                <a:gd name="connsiteY2494" fmla="*/ 927865 h 1062290"/>
                <a:gd name="connsiteX2495" fmla="*/ 795078 w 2122941"/>
                <a:gd name="connsiteY2495" fmla="*/ 929504 h 1062290"/>
                <a:gd name="connsiteX2496" fmla="*/ 795078 w 2122941"/>
                <a:gd name="connsiteY2496" fmla="*/ 926225 h 1062290"/>
                <a:gd name="connsiteX2497" fmla="*/ 791800 w 2122941"/>
                <a:gd name="connsiteY2497" fmla="*/ 929504 h 1062290"/>
                <a:gd name="connsiteX2498" fmla="*/ 790160 w 2122941"/>
                <a:gd name="connsiteY2498" fmla="*/ 927865 h 1062290"/>
                <a:gd name="connsiteX2499" fmla="*/ 786882 w 2122941"/>
                <a:gd name="connsiteY2499" fmla="*/ 929504 h 1062290"/>
                <a:gd name="connsiteX2500" fmla="*/ 783603 w 2122941"/>
                <a:gd name="connsiteY2500" fmla="*/ 932782 h 1062290"/>
                <a:gd name="connsiteX2501" fmla="*/ 788521 w 2122941"/>
                <a:gd name="connsiteY2501" fmla="*/ 932782 h 1062290"/>
                <a:gd name="connsiteX2502" fmla="*/ 791800 w 2122941"/>
                <a:gd name="connsiteY2502" fmla="*/ 931143 h 1062290"/>
                <a:gd name="connsiteX2503" fmla="*/ 791800 w 2122941"/>
                <a:gd name="connsiteY2503" fmla="*/ 932782 h 1062290"/>
                <a:gd name="connsiteX2504" fmla="*/ 786882 w 2122941"/>
                <a:gd name="connsiteY2504" fmla="*/ 937701 h 1062290"/>
                <a:gd name="connsiteX2505" fmla="*/ 785242 w 2122941"/>
                <a:gd name="connsiteY2505" fmla="*/ 940979 h 1062290"/>
                <a:gd name="connsiteX2506" fmla="*/ 780324 w 2122941"/>
                <a:gd name="connsiteY2506" fmla="*/ 940979 h 1062290"/>
                <a:gd name="connsiteX2507" fmla="*/ 777046 w 2122941"/>
                <a:gd name="connsiteY2507" fmla="*/ 940979 h 1062290"/>
                <a:gd name="connsiteX2508" fmla="*/ 777046 w 2122941"/>
                <a:gd name="connsiteY2508" fmla="*/ 940979 h 1062290"/>
                <a:gd name="connsiteX2509" fmla="*/ 775406 w 2122941"/>
                <a:gd name="connsiteY2509" fmla="*/ 940979 h 1062290"/>
                <a:gd name="connsiteX2510" fmla="*/ 770488 w 2122941"/>
                <a:gd name="connsiteY2510" fmla="*/ 942619 h 1062290"/>
                <a:gd name="connsiteX2511" fmla="*/ 772128 w 2122941"/>
                <a:gd name="connsiteY2511" fmla="*/ 942619 h 1062290"/>
                <a:gd name="connsiteX2512" fmla="*/ 775406 w 2122941"/>
                <a:gd name="connsiteY2512" fmla="*/ 942619 h 1062290"/>
                <a:gd name="connsiteX2513" fmla="*/ 775406 w 2122941"/>
                <a:gd name="connsiteY2513" fmla="*/ 942619 h 1062290"/>
                <a:gd name="connsiteX2514" fmla="*/ 775406 w 2122941"/>
                <a:gd name="connsiteY2514" fmla="*/ 945897 h 1062290"/>
                <a:gd name="connsiteX2515" fmla="*/ 777046 w 2122941"/>
                <a:gd name="connsiteY2515" fmla="*/ 950815 h 1062290"/>
                <a:gd name="connsiteX2516" fmla="*/ 775406 w 2122941"/>
                <a:gd name="connsiteY2516" fmla="*/ 954094 h 1062290"/>
                <a:gd name="connsiteX2517" fmla="*/ 773767 w 2122941"/>
                <a:gd name="connsiteY2517" fmla="*/ 957373 h 1062290"/>
                <a:gd name="connsiteX2518" fmla="*/ 770488 w 2122941"/>
                <a:gd name="connsiteY2518" fmla="*/ 962291 h 1062290"/>
                <a:gd name="connsiteX2519" fmla="*/ 768849 w 2122941"/>
                <a:gd name="connsiteY2519" fmla="*/ 965569 h 1062290"/>
                <a:gd name="connsiteX2520" fmla="*/ 767210 w 2122941"/>
                <a:gd name="connsiteY2520" fmla="*/ 965569 h 1062290"/>
                <a:gd name="connsiteX2521" fmla="*/ 763931 w 2122941"/>
                <a:gd name="connsiteY2521" fmla="*/ 965569 h 1062290"/>
                <a:gd name="connsiteX2522" fmla="*/ 760652 w 2122941"/>
                <a:gd name="connsiteY2522" fmla="*/ 963930 h 1062290"/>
                <a:gd name="connsiteX2523" fmla="*/ 757374 w 2122941"/>
                <a:gd name="connsiteY2523" fmla="*/ 960651 h 1062290"/>
                <a:gd name="connsiteX2524" fmla="*/ 759013 w 2122941"/>
                <a:gd name="connsiteY2524" fmla="*/ 963930 h 1062290"/>
                <a:gd name="connsiteX2525" fmla="*/ 757374 w 2122941"/>
                <a:gd name="connsiteY2525" fmla="*/ 968848 h 1062290"/>
                <a:gd name="connsiteX2526" fmla="*/ 760652 w 2122941"/>
                <a:gd name="connsiteY2526" fmla="*/ 968848 h 1062290"/>
                <a:gd name="connsiteX2527" fmla="*/ 763931 w 2122941"/>
                <a:gd name="connsiteY2527" fmla="*/ 968848 h 1062290"/>
                <a:gd name="connsiteX2528" fmla="*/ 767210 w 2122941"/>
                <a:gd name="connsiteY2528" fmla="*/ 967209 h 1062290"/>
                <a:gd name="connsiteX2529" fmla="*/ 765570 w 2122941"/>
                <a:gd name="connsiteY2529" fmla="*/ 972127 h 1062290"/>
                <a:gd name="connsiteX2530" fmla="*/ 763931 w 2122941"/>
                <a:gd name="connsiteY2530" fmla="*/ 975405 h 1062290"/>
                <a:gd name="connsiteX2531" fmla="*/ 763931 w 2122941"/>
                <a:gd name="connsiteY2531" fmla="*/ 978684 h 1062290"/>
                <a:gd name="connsiteX2532" fmla="*/ 759013 w 2122941"/>
                <a:gd name="connsiteY2532" fmla="*/ 980323 h 1062290"/>
                <a:gd name="connsiteX2533" fmla="*/ 759013 w 2122941"/>
                <a:gd name="connsiteY2533" fmla="*/ 985241 h 1062290"/>
                <a:gd name="connsiteX2534" fmla="*/ 760652 w 2122941"/>
                <a:gd name="connsiteY2534" fmla="*/ 988520 h 1062290"/>
                <a:gd name="connsiteX2535" fmla="*/ 760652 w 2122941"/>
                <a:gd name="connsiteY2535" fmla="*/ 991799 h 1062290"/>
                <a:gd name="connsiteX2536" fmla="*/ 760652 w 2122941"/>
                <a:gd name="connsiteY2536" fmla="*/ 996717 h 1062290"/>
                <a:gd name="connsiteX2537" fmla="*/ 760652 w 2122941"/>
                <a:gd name="connsiteY2537" fmla="*/ 998356 h 1062290"/>
                <a:gd name="connsiteX2538" fmla="*/ 759013 w 2122941"/>
                <a:gd name="connsiteY2538" fmla="*/ 1001635 h 1062290"/>
                <a:gd name="connsiteX2539" fmla="*/ 760652 w 2122941"/>
                <a:gd name="connsiteY2539" fmla="*/ 1006553 h 1062290"/>
                <a:gd name="connsiteX2540" fmla="*/ 760652 w 2122941"/>
                <a:gd name="connsiteY2540" fmla="*/ 1009832 h 1062290"/>
                <a:gd name="connsiteX2541" fmla="*/ 760652 w 2122941"/>
                <a:gd name="connsiteY2541" fmla="*/ 1013110 h 1062290"/>
                <a:gd name="connsiteX2542" fmla="*/ 760652 w 2122941"/>
                <a:gd name="connsiteY2542" fmla="*/ 1018028 h 1062290"/>
                <a:gd name="connsiteX2543" fmla="*/ 759013 w 2122941"/>
                <a:gd name="connsiteY2543" fmla="*/ 1021307 h 1062290"/>
                <a:gd name="connsiteX2544" fmla="*/ 762292 w 2122941"/>
                <a:gd name="connsiteY2544" fmla="*/ 1024585 h 1062290"/>
                <a:gd name="connsiteX2545" fmla="*/ 765570 w 2122941"/>
                <a:gd name="connsiteY2545" fmla="*/ 1021307 h 1062290"/>
                <a:gd name="connsiteX2546" fmla="*/ 765570 w 2122941"/>
                <a:gd name="connsiteY2546" fmla="*/ 1026225 h 1062290"/>
                <a:gd name="connsiteX2547" fmla="*/ 762292 w 2122941"/>
                <a:gd name="connsiteY2547" fmla="*/ 1026225 h 1062290"/>
                <a:gd name="connsiteX2548" fmla="*/ 757374 w 2122941"/>
                <a:gd name="connsiteY2548" fmla="*/ 1027864 h 1062290"/>
                <a:gd name="connsiteX2549" fmla="*/ 755734 w 2122941"/>
                <a:gd name="connsiteY2549" fmla="*/ 1031143 h 1062290"/>
                <a:gd name="connsiteX2550" fmla="*/ 752456 w 2122941"/>
                <a:gd name="connsiteY2550" fmla="*/ 1029504 h 1062290"/>
                <a:gd name="connsiteX2551" fmla="*/ 750816 w 2122941"/>
                <a:gd name="connsiteY2551" fmla="*/ 1027864 h 1062290"/>
                <a:gd name="connsiteX2552" fmla="*/ 747538 w 2122941"/>
                <a:gd name="connsiteY2552" fmla="*/ 1024585 h 1062290"/>
                <a:gd name="connsiteX2553" fmla="*/ 744259 w 2122941"/>
                <a:gd name="connsiteY2553" fmla="*/ 1022946 h 1062290"/>
                <a:gd name="connsiteX2554" fmla="*/ 740980 w 2122941"/>
                <a:gd name="connsiteY2554" fmla="*/ 1021307 h 1062290"/>
                <a:gd name="connsiteX2555" fmla="*/ 737702 w 2122941"/>
                <a:gd name="connsiteY2555" fmla="*/ 1021307 h 1062290"/>
                <a:gd name="connsiteX2556" fmla="*/ 732784 w 2122941"/>
                <a:gd name="connsiteY2556" fmla="*/ 1021307 h 1062290"/>
                <a:gd name="connsiteX2557" fmla="*/ 729505 w 2122941"/>
                <a:gd name="connsiteY2557" fmla="*/ 1021307 h 1062290"/>
                <a:gd name="connsiteX2558" fmla="*/ 724587 w 2122941"/>
                <a:gd name="connsiteY2558" fmla="*/ 1021307 h 1062290"/>
                <a:gd name="connsiteX2559" fmla="*/ 722948 w 2122941"/>
                <a:gd name="connsiteY2559" fmla="*/ 1019667 h 1062290"/>
                <a:gd name="connsiteX2560" fmla="*/ 721308 w 2122941"/>
                <a:gd name="connsiteY2560" fmla="*/ 1014749 h 1062290"/>
                <a:gd name="connsiteX2561" fmla="*/ 718030 w 2122941"/>
                <a:gd name="connsiteY2561" fmla="*/ 1014749 h 1062290"/>
                <a:gd name="connsiteX2562" fmla="*/ 713112 w 2122941"/>
                <a:gd name="connsiteY2562" fmla="*/ 1013110 h 1062290"/>
                <a:gd name="connsiteX2563" fmla="*/ 709833 w 2122941"/>
                <a:gd name="connsiteY2563" fmla="*/ 1011471 h 1062290"/>
                <a:gd name="connsiteX2564" fmla="*/ 708193 w 2122941"/>
                <a:gd name="connsiteY2564" fmla="*/ 1008192 h 1062290"/>
                <a:gd name="connsiteX2565" fmla="*/ 704915 w 2122941"/>
                <a:gd name="connsiteY2565" fmla="*/ 1008192 h 1062290"/>
                <a:gd name="connsiteX2566" fmla="*/ 701636 w 2122941"/>
                <a:gd name="connsiteY2566" fmla="*/ 1006553 h 1062290"/>
                <a:gd name="connsiteX2567" fmla="*/ 698357 w 2122941"/>
                <a:gd name="connsiteY2567" fmla="*/ 1006553 h 1062290"/>
                <a:gd name="connsiteX2568" fmla="*/ 696718 w 2122941"/>
                <a:gd name="connsiteY2568" fmla="*/ 1004913 h 1062290"/>
                <a:gd name="connsiteX2569" fmla="*/ 696718 w 2122941"/>
                <a:gd name="connsiteY2569" fmla="*/ 1001635 h 1062290"/>
                <a:gd name="connsiteX2570" fmla="*/ 695079 w 2122941"/>
                <a:gd name="connsiteY2570" fmla="*/ 999995 h 1062290"/>
                <a:gd name="connsiteX2571" fmla="*/ 695079 w 2122941"/>
                <a:gd name="connsiteY2571" fmla="*/ 999995 h 1062290"/>
                <a:gd name="connsiteX2572" fmla="*/ 695079 w 2122941"/>
                <a:gd name="connsiteY2572" fmla="*/ 996717 h 1062290"/>
                <a:gd name="connsiteX2573" fmla="*/ 695079 w 2122941"/>
                <a:gd name="connsiteY2573" fmla="*/ 991799 h 1062290"/>
                <a:gd name="connsiteX2574" fmla="*/ 695079 w 2122941"/>
                <a:gd name="connsiteY2574" fmla="*/ 988520 h 1062290"/>
                <a:gd name="connsiteX2575" fmla="*/ 693440 w 2122941"/>
                <a:gd name="connsiteY2575" fmla="*/ 983602 h 1062290"/>
                <a:gd name="connsiteX2576" fmla="*/ 693440 w 2122941"/>
                <a:gd name="connsiteY2576" fmla="*/ 983602 h 1062290"/>
                <a:gd name="connsiteX2577" fmla="*/ 690161 w 2122941"/>
                <a:gd name="connsiteY2577" fmla="*/ 978684 h 1062290"/>
                <a:gd name="connsiteX2578" fmla="*/ 690161 w 2122941"/>
                <a:gd name="connsiteY2578" fmla="*/ 975405 h 1062290"/>
                <a:gd name="connsiteX2579" fmla="*/ 691800 w 2122941"/>
                <a:gd name="connsiteY2579" fmla="*/ 972127 h 1062290"/>
                <a:gd name="connsiteX2580" fmla="*/ 691800 w 2122941"/>
                <a:gd name="connsiteY2580" fmla="*/ 967209 h 1062290"/>
                <a:gd name="connsiteX2581" fmla="*/ 691800 w 2122941"/>
                <a:gd name="connsiteY2581" fmla="*/ 963930 h 1062290"/>
                <a:gd name="connsiteX2582" fmla="*/ 693440 w 2122941"/>
                <a:gd name="connsiteY2582" fmla="*/ 960651 h 1062290"/>
                <a:gd name="connsiteX2583" fmla="*/ 693440 w 2122941"/>
                <a:gd name="connsiteY2583" fmla="*/ 957373 h 1062290"/>
                <a:gd name="connsiteX2584" fmla="*/ 693440 w 2122941"/>
                <a:gd name="connsiteY2584" fmla="*/ 957373 h 1062290"/>
                <a:gd name="connsiteX2585" fmla="*/ 693440 w 2122941"/>
                <a:gd name="connsiteY2585" fmla="*/ 954094 h 1062290"/>
                <a:gd name="connsiteX2586" fmla="*/ 693440 w 2122941"/>
                <a:gd name="connsiteY2586" fmla="*/ 954094 h 1062290"/>
                <a:gd name="connsiteX2587" fmla="*/ 690161 w 2122941"/>
                <a:gd name="connsiteY2587" fmla="*/ 952455 h 1062290"/>
                <a:gd name="connsiteX2588" fmla="*/ 686882 w 2122941"/>
                <a:gd name="connsiteY2588" fmla="*/ 950815 h 1062290"/>
                <a:gd name="connsiteX2589" fmla="*/ 685243 w 2122941"/>
                <a:gd name="connsiteY2589" fmla="*/ 945897 h 1062290"/>
                <a:gd name="connsiteX2590" fmla="*/ 683603 w 2122941"/>
                <a:gd name="connsiteY2590" fmla="*/ 945897 h 1062290"/>
                <a:gd name="connsiteX2591" fmla="*/ 683603 w 2122941"/>
                <a:gd name="connsiteY2591" fmla="*/ 942619 h 1062290"/>
                <a:gd name="connsiteX2592" fmla="*/ 681964 w 2122941"/>
                <a:gd name="connsiteY2592" fmla="*/ 937701 h 1062290"/>
                <a:gd name="connsiteX2593" fmla="*/ 680325 w 2122941"/>
                <a:gd name="connsiteY2593" fmla="*/ 936061 h 1062290"/>
                <a:gd name="connsiteX2594" fmla="*/ 678685 w 2122941"/>
                <a:gd name="connsiteY2594" fmla="*/ 931143 h 1062290"/>
                <a:gd name="connsiteX2595" fmla="*/ 678685 w 2122941"/>
                <a:gd name="connsiteY2595" fmla="*/ 927865 h 1062290"/>
                <a:gd name="connsiteX2596" fmla="*/ 673767 w 2122941"/>
                <a:gd name="connsiteY2596" fmla="*/ 924586 h 1062290"/>
                <a:gd name="connsiteX2597" fmla="*/ 673767 w 2122941"/>
                <a:gd name="connsiteY2597" fmla="*/ 921307 h 1062290"/>
                <a:gd name="connsiteX2598" fmla="*/ 672128 w 2122941"/>
                <a:gd name="connsiteY2598" fmla="*/ 918029 h 1062290"/>
                <a:gd name="connsiteX2599" fmla="*/ 672128 w 2122941"/>
                <a:gd name="connsiteY2599" fmla="*/ 913111 h 1062290"/>
                <a:gd name="connsiteX2600" fmla="*/ 672128 w 2122941"/>
                <a:gd name="connsiteY2600" fmla="*/ 909832 h 1062290"/>
                <a:gd name="connsiteX2601" fmla="*/ 670489 w 2122941"/>
                <a:gd name="connsiteY2601" fmla="*/ 906553 h 1062290"/>
                <a:gd name="connsiteX2602" fmla="*/ 670489 w 2122941"/>
                <a:gd name="connsiteY2602" fmla="*/ 904914 h 1062290"/>
                <a:gd name="connsiteX2603" fmla="*/ 670489 w 2122941"/>
                <a:gd name="connsiteY2603" fmla="*/ 904914 h 1062290"/>
                <a:gd name="connsiteX2604" fmla="*/ 670489 w 2122941"/>
                <a:gd name="connsiteY2604" fmla="*/ 903275 h 1062290"/>
                <a:gd name="connsiteX2605" fmla="*/ 670489 w 2122941"/>
                <a:gd name="connsiteY2605" fmla="*/ 899996 h 1062290"/>
                <a:gd name="connsiteX2606" fmla="*/ 668849 w 2122941"/>
                <a:gd name="connsiteY2606" fmla="*/ 896717 h 1062290"/>
                <a:gd name="connsiteX2607" fmla="*/ 667210 w 2122941"/>
                <a:gd name="connsiteY2607" fmla="*/ 895078 h 1062290"/>
                <a:gd name="connsiteX2608" fmla="*/ 668849 w 2122941"/>
                <a:gd name="connsiteY2608" fmla="*/ 891799 h 1062290"/>
                <a:gd name="connsiteX2609" fmla="*/ 667210 w 2122941"/>
                <a:gd name="connsiteY2609" fmla="*/ 888520 h 1062290"/>
                <a:gd name="connsiteX2610" fmla="*/ 665571 w 2122941"/>
                <a:gd name="connsiteY2610" fmla="*/ 883602 h 1062290"/>
                <a:gd name="connsiteX2611" fmla="*/ 665571 w 2122941"/>
                <a:gd name="connsiteY2611" fmla="*/ 880324 h 1062290"/>
                <a:gd name="connsiteX2612" fmla="*/ 660653 w 2122941"/>
                <a:gd name="connsiteY2612" fmla="*/ 877045 h 1062290"/>
                <a:gd name="connsiteX2613" fmla="*/ 660653 w 2122941"/>
                <a:gd name="connsiteY2613" fmla="*/ 875406 h 1062290"/>
                <a:gd name="connsiteX2614" fmla="*/ 659013 w 2122941"/>
                <a:gd name="connsiteY2614" fmla="*/ 875406 h 1062290"/>
                <a:gd name="connsiteX2615" fmla="*/ 659013 w 2122941"/>
                <a:gd name="connsiteY2615" fmla="*/ 872127 h 1062290"/>
                <a:gd name="connsiteX2616" fmla="*/ 654095 w 2122941"/>
                <a:gd name="connsiteY2616" fmla="*/ 870488 h 1062290"/>
                <a:gd name="connsiteX2617" fmla="*/ 654095 w 2122941"/>
                <a:gd name="connsiteY2617" fmla="*/ 865570 h 1062290"/>
                <a:gd name="connsiteX2618" fmla="*/ 650817 w 2122941"/>
                <a:gd name="connsiteY2618" fmla="*/ 863930 h 1062290"/>
                <a:gd name="connsiteX2619" fmla="*/ 649177 w 2122941"/>
                <a:gd name="connsiteY2619" fmla="*/ 862291 h 1062290"/>
                <a:gd name="connsiteX2620" fmla="*/ 649177 w 2122941"/>
                <a:gd name="connsiteY2620" fmla="*/ 857373 h 1062290"/>
                <a:gd name="connsiteX2621" fmla="*/ 644259 w 2122941"/>
                <a:gd name="connsiteY2621" fmla="*/ 857373 h 1062290"/>
                <a:gd name="connsiteX2622" fmla="*/ 640981 w 2122941"/>
                <a:gd name="connsiteY2622" fmla="*/ 857373 h 1062290"/>
                <a:gd name="connsiteX2623" fmla="*/ 637702 w 2122941"/>
                <a:gd name="connsiteY2623" fmla="*/ 857373 h 1062290"/>
                <a:gd name="connsiteX2624" fmla="*/ 634423 w 2122941"/>
                <a:gd name="connsiteY2624" fmla="*/ 855734 h 1062290"/>
                <a:gd name="connsiteX2625" fmla="*/ 629505 w 2122941"/>
                <a:gd name="connsiteY2625" fmla="*/ 855734 h 1062290"/>
                <a:gd name="connsiteX2626" fmla="*/ 626227 w 2122941"/>
                <a:gd name="connsiteY2626" fmla="*/ 855734 h 1062290"/>
                <a:gd name="connsiteX2627" fmla="*/ 622948 w 2122941"/>
                <a:gd name="connsiteY2627" fmla="*/ 855734 h 1062290"/>
                <a:gd name="connsiteX2628" fmla="*/ 618030 w 2122941"/>
                <a:gd name="connsiteY2628" fmla="*/ 854095 h 1062290"/>
                <a:gd name="connsiteX2629" fmla="*/ 614751 w 2122941"/>
                <a:gd name="connsiteY2629" fmla="*/ 854095 h 1062290"/>
                <a:gd name="connsiteX2630" fmla="*/ 613112 w 2122941"/>
                <a:gd name="connsiteY2630" fmla="*/ 857373 h 1062290"/>
                <a:gd name="connsiteX2631" fmla="*/ 608194 w 2122941"/>
                <a:gd name="connsiteY2631" fmla="*/ 857373 h 1062290"/>
                <a:gd name="connsiteX2632" fmla="*/ 604915 w 2122941"/>
                <a:gd name="connsiteY2632" fmla="*/ 859012 h 1062290"/>
                <a:gd name="connsiteX2633" fmla="*/ 601637 w 2122941"/>
                <a:gd name="connsiteY2633" fmla="*/ 859012 h 1062290"/>
                <a:gd name="connsiteX2634" fmla="*/ 599997 w 2122941"/>
                <a:gd name="connsiteY2634" fmla="*/ 860652 h 1062290"/>
                <a:gd name="connsiteX2635" fmla="*/ 596719 w 2122941"/>
                <a:gd name="connsiteY2635" fmla="*/ 865570 h 1062290"/>
                <a:gd name="connsiteX2636" fmla="*/ 593440 w 2122941"/>
                <a:gd name="connsiteY2636" fmla="*/ 868848 h 1062290"/>
                <a:gd name="connsiteX2637" fmla="*/ 591801 w 2122941"/>
                <a:gd name="connsiteY2637" fmla="*/ 872127 h 1062290"/>
                <a:gd name="connsiteX2638" fmla="*/ 588522 w 2122941"/>
                <a:gd name="connsiteY2638" fmla="*/ 877045 h 1062290"/>
                <a:gd name="connsiteX2639" fmla="*/ 586883 w 2122941"/>
                <a:gd name="connsiteY2639" fmla="*/ 880324 h 1062290"/>
                <a:gd name="connsiteX2640" fmla="*/ 583604 w 2122941"/>
                <a:gd name="connsiteY2640" fmla="*/ 883602 h 1062290"/>
                <a:gd name="connsiteX2641" fmla="*/ 580325 w 2122941"/>
                <a:gd name="connsiteY2641" fmla="*/ 886881 h 1062290"/>
                <a:gd name="connsiteX2642" fmla="*/ 577047 w 2122941"/>
                <a:gd name="connsiteY2642" fmla="*/ 890160 h 1062290"/>
                <a:gd name="connsiteX2643" fmla="*/ 573768 w 2122941"/>
                <a:gd name="connsiteY2643" fmla="*/ 891799 h 1062290"/>
                <a:gd name="connsiteX2644" fmla="*/ 570489 w 2122941"/>
                <a:gd name="connsiteY2644" fmla="*/ 891799 h 1062290"/>
                <a:gd name="connsiteX2645" fmla="*/ 568850 w 2122941"/>
                <a:gd name="connsiteY2645" fmla="*/ 890160 h 1062290"/>
                <a:gd name="connsiteX2646" fmla="*/ 565571 w 2122941"/>
                <a:gd name="connsiteY2646" fmla="*/ 888520 h 1062290"/>
                <a:gd name="connsiteX2647" fmla="*/ 562293 w 2122941"/>
                <a:gd name="connsiteY2647" fmla="*/ 885242 h 1062290"/>
                <a:gd name="connsiteX2648" fmla="*/ 557375 w 2122941"/>
                <a:gd name="connsiteY2648" fmla="*/ 883602 h 1062290"/>
                <a:gd name="connsiteX2649" fmla="*/ 554096 w 2122941"/>
                <a:gd name="connsiteY2649" fmla="*/ 881963 h 1062290"/>
                <a:gd name="connsiteX2650" fmla="*/ 550817 w 2122941"/>
                <a:gd name="connsiteY2650" fmla="*/ 878685 h 1062290"/>
                <a:gd name="connsiteX2651" fmla="*/ 547539 w 2122941"/>
                <a:gd name="connsiteY2651" fmla="*/ 877045 h 1062290"/>
                <a:gd name="connsiteX2652" fmla="*/ 542620 w 2122941"/>
                <a:gd name="connsiteY2652" fmla="*/ 873767 h 1062290"/>
                <a:gd name="connsiteX2653" fmla="*/ 540981 w 2122941"/>
                <a:gd name="connsiteY2653" fmla="*/ 872127 h 1062290"/>
                <a:gd name="connsiteX2654" fmla="*/ 539342 w 2122941"/>
                <a:gd name="connsiteY2654" fmla="*/ 868848 h 1062290"/>
                <a:gd name="connsiteX2655" fmla="*/ 536063 w 2122941"/>
                <a:gd name="connsiteY2655" fmla="*/ 867209 h 1062290"/>
                <a:gd name="connsiteX2656" fmla="*/ 536063 w 2122941"/>
                <a:gd name="connsiteY2656" fmla="*/ 867209 h 1062290"/>
                <a:gd name="connsiteX2657" fmla="*/ 534424 w 2122941"/>
                <a:gd name="connsiteY2657" fmla="*/ 865570 h 1062290"/>
                <a:gd name="connsiteX2658" fmla="*/ 532784 w 2122941"/>
                <a:gd name="connsiteY2658" fmla="*/ 863930 h 1062290"/>
                <a:gd name="connsiteX2659" fmla="*/ 531145 w 2122941"/>
                <a:gd name="connsiteY2659" fmla="*/ 860652 h 1062290"/>
                <a:gd name="connsiteX2660" fmla="*/ 531145 w 2122941"/>
                <a:gd name="connsiteY2660" fmla="*/ 857373 h 1062290"/>
                <a:gd name="connsiteX2661" fmla="*/ 531145 w 2122941"/>
                <a:gd name="connsiteY2661" fmla="*/ 852455 h 1062290"/>
                <a:gd name="connsiteX2662" fmla="*/ 529506 w 2122941"/>
                <a:gd name="connsiteY2662" fmla="*/ 849176 h 1062290"/>
                <a:gd name="connsiteX2663" fmla="*/ 529506 w 2122941"/>
                <a:gd name="connsiteY2663" fmla="*/ 847537 h 1062290"/>
                <a:gd name="connsiteX2664" fmla="*/ 531145 w 2122941"/>
                <a:gd name="connsiteY2664" fmla="*/ 844258 h 1062290"/>
                <a:gd name="connsiteX2665" fmla="*/ 532784 w 2122941"/>
                <a:gd name="connsiteY2665" fmla="*/ 839340 h 1062290"/>
                <a:gd name="connsiteX2666" fmla="*/ 531145 w 2122941"/>
                <a:gd name="connsiteY2666" fmla="*/ 836062 h 1062290"/>
                <a:gd name="connsiteX2667" fmla="*/ 531145 w 2122941"/>
                <a:gd name="connsiteY2667" fmla="*/ 832783 h 1062290"/>
                <a:gd name="connsiteX2668" fmla="*/ 529506 w 2122941"/>
                <a:gd name="connsiteY2668" fmla="*/ 827865 h 1062290"/>
                <a:gd name="connsiteX2669" fmla="*/ 529506 w 2122941"/>
                <a:gd name="connsiteY2669" fmla="*/ 824586 h 1062290"/>
                <a:gd name="connsiteX2670" fmla="*/ 529506 w 2122941"/>
                <a:gd name="connsiteY2670" fmla="*/ 821308 h 1062290"/>
                <a:gd name="connsiteX2671" fmla="*/ 527866 w 2122941"/>
                <a:gd name="connsiteY2671" fmla="*/ 818029 h 1062290"/>
                <a:gd name="connsiteX2672" fmla="*/ 524588 w 2122941"/>
                <a:gd name="connsiteY2672" fmla="*/ 814750 h 1062290"/>
                <a:gd name="connsiteX2673" fmla="*/ 519670 w 2122941"/>
                <a:gd name="connsiteY2673" fmla="*/ 813111 h 1062290"/>
                <a:gd name="connsiteX2674" fmla="*/ 516391 w 2122941"/>
                <a:gd name="connsiteY2674" fmla="*/ 809832 h 1062290"/>
                <a:gd name="connsiteX2675" fmla="*/ 513112 w 2122941"/>
                <a:gd name="connsiteY2675" fmla="*/ 806554 h 1062290"/>
                <a:gd name="connsiteX2676" fmla="*/ 511473 w 2122941"/>
                <a:gd name="connsiteY2676" fmla="*/ 801636 h 1062290"/>
                <a:gd name="connsiteX2677" fmla="*/ 509834 w 2122941"/>
                <a:gd name="connsiteY2677" fmla="*/ 798357 h 1062290"/>
                <a:gd name="connsiteX2678" fmla="*/ 506555 w 2122941"/>
                <a:gd name="connsiteY2678" fmla="*/ 795078 h 1062290"/>
                <a:gd name="connsiteX2679" fmla="*/ 504916 w 2122941"/>
                <a:gd name="connsiteY2679" fmla="*/ 791800 h 1062290"/>
                <a:gd name="connsiteX2680" fmla="*/ 503276 w 2122941"/>
                <a:gd name="connsiteY2680" fmla="*/ 786882 h 1062290"/>
                <a:gd name="connsiteX2681" fmla="*/ 498358 w 2122941"/>
                <a:gd name="connsiteY2681" fmla="*/ 785242 h 1062290"/>
                <a:gd name="connsiteX2682" fmla="*/ 495080 w 2122941"/>
                <a:gd name="connsiteY2682" fmla="*/ 781964 h 1062290"/>
                <a:gd name="connsiteX2683" fmla="*/ 493440 w 2122941"/>
                <a:gd name="connsiteY2683" fmla="*/ 778685 h 1062290"/>
                <a:gd name="connsiteX2684" fmla="*/ 493440 w 2122941"/>
                <a:gd name="connsiteY2684" fmla="*/ 775406 h 1062290"/>
                <a:gd name="connsiteX2685" fmla="*/ 491801 w 2122941"/>
                <a:gd name="connsiteY2685" fmla="*/ 770488 h 1062290"/>
                <a:gd name="connsiteX2686" fmla="*/ 490162 w 2122941"/>
                <a:gd name="connsiteY2686" fmla="*/ 770488 h 1062290"/>
                <a:gd name="connsiteX2687" fmla="*/ 488522 w 2122941"/>
                <a:gd name="connsiteY2687" fmla="*/ 770488 h 1062290"/>
                <a:gd name="connsiteX2688" fmla="*/ 486883 w 2122941"/>
                <a:gd name="connsiteY2688" fmla="*/ 768849 h 1062290"/>
                <a:gd name="connsiteX2689" fmla="*/ 486883 w 2122941"/>
                <a:gd name="connsiteY2689" fmla="*/ 768849 h 1062290"/>
                <a:gd name="connsiteX2690" fmla="*/ 481965 w 2122941"/>
                <a:gd name="connsiteY2690" fmla="*/ 768849 h 1062290"/>
                <a:gd name="connsiteX2691" fmla="*/ 478686 w 2122941"/>
                <a:gd name="connsiteY2691" fmla="*/ 768849 h 1062290"/>
                <a:gd name="connsiteX2692" fmla="*/ 475408 w 2122941"/>
                <a:gd name="connsiteY2692" fmla="*/ 768849 h 1062290"/>
                <a:gd name="connsiteX2693" fmla="*/ 470490 w 2122941"/>
                <a:gd name="connsiteY2693" fmla="*/ 768849 h 1062290"/>
                <a:gd name="connsiteX2694" fmla="*/ 467211 w 2122941"/>
                <a:gd name="connsiteY2694" fmla="*/ 768849 h 1062290"/>
                <a:gd name="connsiteX2695" fmla="*/ 463932 w 2122941"/>
                <a:gd name="connsiteY2695" fmla="*/ 768849 h 1062290"/>
                <a:gd name="connsiteX2696" fmla="*/ 460654 w 2122941"/>
                <a:gd name="connsiteY2696" fmla="*/ 768849 h 1062290"/>
                <a:gd name="connsiteX2697" fmla="*/ 455736 w 2122941"/>
                <a:gd name="connsiteY2697" fmla="*/ 768849 h 1062290"/>
                <a:gd name="connsiteX2698" fmla="*/ 452457 w 2122941"/>
                <a:gd name="connsiteY2698" fmla="*/ 768849 h 1062290"/>
                <a:gd name="connsiteX2699" fmla="*/ 449178 w 2122941"/>
                <a:gd name="connsiteY2699" fmla="*/ 768849 h 1062290"/>
                <a:gd name="connsiteX2700" fmla="*/ 447539 w 2122941"/>
                <a:gd name="connsiteY2700" fmla="*/ 768849 h 1062290"/>
                <a:gd name="connsiteX2701" fmla="*/ 442621 w 2122941"/>
                <a:gd name="connsiteY2701" fmla="*/ 768849 h 1062290"/>
                <a:gd name="connsiteX2702" fmla="*/ 439342 w 2122941"/>
                <a:gd name="connsiteY2702" fmla="*/ 768849 h 1062290"/>
                <a:gd name="connsiteX2703" fmla="*/ 436064 w 2122941"/>
                <a:gd name="connsiteY2703" fmla="*/ 768849 h 1062290"/>
                <a:gd name="connsiteX2704" fmla="*/ 431146 w 2122941"/>
                <a:gd name="connsiteY2704" fmla="*/ 768849 h 1062290"/>
                <a:gd name="connsiteX2705" fmla="*/ 427867 w 2122941"/>
                <a:gd name="connsiteY2705" fmla="*/ 768849 h 1062290"/>
                <a:gd name="connsiteX2706" fmla="*/ 424588 w 2122941"/>
                <a:gd name="connsiteY2706" fmla="*/ 772128 h 1062290"/>
                <a:gd name="connsiteX2707" fmla="*/ 422949 w 2122941"/>
                <a:gd name="connsiteY2707" fmla="*/ 777046 h 1062290"/>
                <a:gd name="connsiteX2708" fmla="*/ 421310 w 2122941"/>
                <a:gd name="connsiteY2708" fmla="*/ 781964 h 1062290"/>
                <a:gd name="connsiteX2709" fmla="*/ 419670 w 2122941"/>
                <a:gd name="connsiteY2709" fmla="*/ 785242 h 1062290"/>
                <a:gd name="connsiteX2710" fmla="*/ 414752 w 2122941"/>
                <a:gd name="connsiteY2710" fmla="*/ 788521 h 1062290"/>
                <a:gd name="connsiteX2711" fmla="*/ 411474 w 2122941"/>
                <a:gd name="connsiteY2711" fmla="*/ 788521 h 1062290"/>
                <a:gd name="connsiteX2712" fmla="*/ 408195 w 2122941"/>
                <a:gd name="connsiteY2712" fmla="*/ 788521 h 1062290"/>
                <a:gd name="connsiteX2713" fmla="*/ 403277 w 2122941"/>
                <a:gd name="connsiteY2713" fmla="*/ 788521 h 1062290"/>
                <a:gd name="connsiteX2714" fmla="*/ 399998 w 2122941"/>
                <a:gd name="connsiteY2714" fmla="*/ 788521 h 1062290"/>
                <a:gd name="connsiteX2715" fmla="*/ 396719 w 2122941"/>
                <a:gd name="connsiteY2715" fmla="*/ 788521 h 1062290"/>
                <a:gd name="connsiteX2716" fmla="*/ 393441 w 2122941"/>
                <a:gd name="connsiteY2716" fmla="*/ 788521 h 1062290"/>
                <a:gd name="connsiteX2717" fmla="*/ 390162 w 2122941"/>
                <a:gd name="connsiteY2717" fmla="*/ 788521 h 1062290"/>
                <a:gd name="connsiteX2718" fmla="*/ 388523 w 2122941"/>
                <a:gd name="connsiteY2718" fmla="*/ 788521 h 1062290"/>
                <a:gd name="connsiteX2719" fmla="*/ 383605 w 2122941"/>
                <a:gd name="connsiteY2719" fmla="*/ 788521 h 1062290"/>
                <a:gd name="connsiteX2720" fmla="*/ 378687 w 2122941"/>
                <a:gd name="connsiteY2720" fmla="*/ 788521 h 1062290"/>
                <a:gd name="connsiteX2721" fmla="*/ 375408 w 2122941"/>
                <a:gd name="connsiteY2721" fmla="*/ 788521 h 1062290"/>
                <a:gd name="connsiteX2722" fmla="*/ 372129 w 2122941"/>
                <a:gd name="connsiteY2722" fmla="*/ 788521 h 1062290"/>
                <a:gd name="connsiteX2723" fmla="*/ 368851 w 2122941"/>
                <a:gd name="connsiteY2723" fmla="*/ 788521 h 1062290"/>
                <a:gd name="connsiteX2724" fmla="*/ 368851 w 2122941"/>
                <a:gd name="connsiteY2724" fmla="*/ 788521 h 1062290"/>
                <a:gd name="connsiteX2725" fmla="*/ 367211 w 2122941"/>
                <a:gd name="connsiteY2725" fmla="*/ 788521 h 1062290"/>
                <a:gd name="connsiteX2726" fmla="*/ 363933 w 2122941"/>
                <a:gd name="connsiteY2726" fmla="*/ 788521 h 1062290"/>
                <a:gd name="connsiteX2727" fmla="*/ 359015 w 2122941"/>
                <a:gd name="connsiteY2727" fmla="*/ 788521 h 1062290"/>
                <a:gd name="connsiteX2728" fmla="*/ 355736 w 2122941"/>
                <a:gd name="connsiteY2728" fmla="*/ 788521 h 1062290"/>
                <a:gd name="connsiteX2729" fmla="*/ 355736 w 2122941"/>
                <a:gd name="connsiteY2729" fmla="*/ 788521 h 1062290"/>
                <a:gd name="connsiteX2730" fmla="*/ 352457 w 2122941"/>
                <a:gd name="connsiteY2730" fmla="*/ 788521 h 1062290"/>
                <a:gd name="connsiteX2731" fmla="*/ 349179 w 2122941"/>
                <a:gd name="connsiteY2731" fmla="*/ 788521 h 1062290"/>
                <a:gd name="connsiteX2732" fmla="*/ 344261 w 2122941"/>
                <a:gd name="connsiteY2732" fmla="*/ 788521 h 1062290"/>
                <a:gd name="connsiteX2733" fmla="*/ 340982 w 2122941"/>
                <a:gd name="connsiteY2733" fmla="*/ 788521 h 1062290"/>
                <a:gd name="connsiteX2734" fmla="*/ 337703 w 2122941"/>
                <a:gd name="connsiteY2734" fmla="*/ 788521 h 1062290"/>
                <a:gd name="connsiteX2735" fmla="*/ 334425 w 2122941"/>
                <a:gd name="connsiteY2735" fmla="*/ 788521 h 1062290"/>
                <a:gd name="connsiteX2736" fmla="*/ 329507 w 2122941"/>
                <a:gd name="connsiteY2736" fmla="*/ 788521 h 1062290"/>
                <a:gd name="connsiteX2737" fmla="*/ 326228 w 2122941"/>
                <a:gd name="connsiteY2737" fmla="*/ 788521 h 1062290"/>
                <a:gd name="connsiteX2738" fmla="*/ 322949 w 2122941"/>
                <a:gd name="connsiteY2738" fmla="*/ 788521 h 1062290"/>
                <a:gd name="connsiteX2739" fmla="*/ 319671 w 2122941"/>
                <a:gd name="connsiteY2739" fmla="*/ 788521 h 1062290"/>
                <a:gd name="connsiteX2740" fmla="*/ 318031 w 2122941"/>
                <a:gd name="connsiteY2740" fmla="*/ 788521 h 1062290"/>
                <a:gd name="connsiteX2741" fmla="*/ 318031 w 2122941"/>
                <a:gd name="connsiteY2741" fmla="*/ 788521 h 1062290"/>
                <a:gd name="connsiteX2742" fmla="*/ 314753 w 2122941"/>
                <a:gd name="connsiteY2742" fmla="*/ 788521 h 1062290"/>
                <a:gd name="connsiteX2743" fmla="*/ 309835 w 2122941"/>
                <a:gd name="connsiteY2743" fmla="*/ 786882 h 1062290"/>
                <a:gd name="connsiteX2744" fmla="*/ 308195 w 2122941"/>
                <a:gd name="connsiteY2744" fmla="*/ 785242 h 1062290"/>
                <a:gd name="connsiteX2745" fmla="*/ 303277 w 2122941"/>
                <a:gd name="connsiteY2745" fmla="*/ 783603 h 1062290"/>
                <a:gd name="connsiteX2746" fmla="*/ 299999 w 2122941"/>
                <a:gd name="connsiteY2746" fmla="*/ 781964 h 1062290"/>
                <a:gd name="connsiteX2747" fmla="*/ 298359 w 2122941"/>
                <a:gd name="connsiteY2747" fmla="*/ 781964 h 1062290"/>
                <a:gd name="connsiteX2748" fmla="*/ 293441 w 2122941"/>
                <a:gd name="connsiteY2748" fmla="*/ 780324 h 1062290"/>
                <a:gd name="connsiteX2749" fmla="*/ 290163 w 2122941"/>
                <a:gd name="connsiteY2749" fmla="*/ 778685 h 1062290"/>
                <a:gd name="connsiteX2750" fmla="*/ 286884 w 2122941"/>
                <a:gd name="connsiteY2750" fmla="*/ 777046 h 1062290"/>
                <a:gd name="connsiteX2751" fmla="*/ 283605 w 2122941"/>
                <a:gd name="connsiteY2751" fmla="*/ 775406 h 1062290"/>
                <a:gd name="connsiteX2752" fmla="*/ 278687 w 2122941"/>
                <a:gd name="connsiteY2752" fmla="*/ 773767 h 1062290"/>
                <a:gd name="connsiteX2753" fmla="*/ 275409 w 2122941"/>
                <a:gd name="connsiteY2753" fmla="*/ 770488 h 1062290"/>
                <a:gd name="connsiteX2754" fmla="*/ 272130 w 2122941"/>
                <a:gd name="connsiteY2754" fmla="*/ 770488 h 1062290"/>
                <a:gd name="connsiteX2755" fmla="*/ 268851 w 2122941"/>
                <a:gd name="connsiteY2755" fmla="*/ 767210 h 1062290"/>
                <a:gd name="connsiteX2756" fmla="*/ 263933 w 2122941"/>
                <a:gd name="connsiteY2756" fmla="*/ 767210 h 1062290"/>
                <a:gd name="connsiteX2757" fmla="*/ 260655 w 2122941"/>
                <a:gd name="connsiteY2757" fmla="*/ 763931 h 1062290"/>
                <a:gd name="connsiteX2758" fmla="*/ 257376 w 2122941"/>
                <a:gd name="connsiteY2758" fmla="*/ 763931 h 1062290"/>
                <a:gd name="connsiteX2759" fmla="*/ 254097 w 2122941"/>
                <a:gd name="connsiteY2759" fmla="*/ 762292 h 1062290"/>
                <a:gd name="connsiteX2760" fmla="*/ 250819 w 2122941"/>
                <a:gd name="connsiteY2760" fmla="*/ 760652 h 1062290"/>
                <a:gd name="connsiteX2761" fmla="*/ 245901 w 2122941"/>
                <a:gd name="connsiteY2761" fmla="*/ 759013 h 1062290"/>
                <a:gd name="connsiteX2762" fmla="*/ 242622 w 2122941"/>
                <a:gd name="connsiteY2762" fmla="*/ 757374 h 1062290"/>
                <a:gd name="connsiteX2763" fmla="*/ 239343 w 2122941"/>
                <a:gd name="connsiteY2763" fmla="*/ 755734 h 1062290"/>
                <a:gd name="connsiteX2764" fmla="*/ 236065 w 2122941"/>
                <a:gd name="connsiteY2764" fmla="*/ 754095 h 1062290"/>
                <a:gd name="connsiteX2765" fmla="*/ 231146 w 2122941"/>
                <a:gd name="connsiteY2765" fmla="*/ 752455 h 1062290"/>
                <a:gd name="connsiteX2766" fmla="*/ 227868 w 2122941"/>
                <a:gd name="connsiteY2766" fmla="*/ 750816 h 1062290"/>
                <a:gd name="connsiteX2767" fmla="*/ 224589 w 2122941"/>
                <a:gd name="connsiteY2767" fmla="*/ 749177 h 1062290"/>
                <a:gd name="connsiteX2768" fmla="*/ 219671 w 2122941"/>
                <a:gd name="connsiteY2768" fmla="*/ 747538 h 1062290"/>
                <a:gd name="connsiteX2769" fmla="*/ 216392 w 2122941"/>
                <a:gd name="connsiteY2769" fmla="*/ 745898 h 1062290"/>
                <a:gd name="connsiteX2770" fmla="*/ 213114 w 2122941"/>
                <a:gd name="connsiteY2770" fmla="*/ 744259 h 1062290"/>
                <a:gd name="connsiteX2771" fmla="*/ 208196 w 2122941"/>
                <a:gd name="connsiteY2771" fmla="*/ 742620 h 1062290"/>
                <a:gd name="connsiteX2772" fmla="*/ 204917 w 2122941"/>
                <a:gd name="connsiteY2772" fmla="*/ 740980 h 1062290"/>
                <a:gd name="connsiteX2773" fmla="*/ 201638 w 2122941"/>
                <a:gd name="connsiteY2773" fmla="*/ 739341 h 1062290"/>
                <a:gd name="connsiteX2774" fmla="*/ 196720 w 2122941"/>
                <a:gd name="connsiteY2774" fmla="*/ 737702 h 1062290"/>
                <a:gd name="connsiteX2775" fmla="*/ 193442 w 2122941"/>
                <a:gd name="connsiteY2775" fmla="*/ 736062 h 1062290"/>
                <a:gd name="connsiteX2776" fmla="*/ 196720 w 2122941"/>
                <a:gd name="connsiteY2776" fmla="*/ 732783 h 1062290"/>
                <a:gd name="connsiteX2777" fmla="*/ 199999 w 2122941"/>
                <a:gd name="connsiteY2777" fmla="*/ 729505 h 1062290"/>
                <a:gd name="connsiteX2778" fmla="*/ 201638 w 2122941"/>
                <a:gd name="connsiteY2778" fmla="*/ 727865 h 1062290"/>
                <a:gd name="connsiteX2779" fmla="*/ 201638 w 2122941"/>
                <a:gd name="connsiteY2779" fmla="*/ 727865 h 1062290"/>
                <a:gd name="connsiteX2780" fmla="*/ 199999 w 2122941"/>
                <a:gd name="connsiteY2780" fmla="*/ 727865 h 1062290"/>
                <a:gd name="connsiteX2781" fmla="*/ 199999 w 2122941"/>
                <a:gd name="connsiteY2781" fmla="*/ 727865 h 1062290"/>
                <a:gd name="connsiteX2782" fmla="*/ 195081 w 2122941"/>
                <a:gd name="connsiteY2782" fmla="*/ 727865 h 1062290"/>
                <a:gd name="connsiteX2783" fmla="*/ 191802 w 2122941"/>
                <a:gd name="connsiteY2783" fmla="*/ 727865 h 1062290"/>
                <a:gd name="connsiteX2784" fmla="*/ 190163 w 2122941"/>
                <a:gd name="connsiteY2784" fmla="*/ 727865 h 1062290"/>
                <a:gd name="connsiteX2785" fmla="*/ 186884 w 2122941"/>
                <a:gd name="connsiteY2785" fmla="*/ 729505 h 1062290"/>
                <a:gd name="connsiteX2786" fmla="*/ 183606 w 2122941"/>
                <a:gd name="connsiteY2786" fmla="*/ 729505 h 1062290"/>
                <a:gd name="connsiteX2787" fmla="*/ 178688 w 2122941"/>
                <a:gd name="connsiteY2787" fmla="*/ 729505 h 1062290"/>
                <a:gd name="connsiteX2788" fmla="*/ 175409 w 2122941"/>
                <a:gd name="connsiteY2788" fmla="*/ 729505 h 1062290"/>
                <a:gd name="connsiteX2789" fmla="*/ 172130 w 2122941"/>
                <a:gd name="connsiteY2789" fmla="*/ 729505 h 1062290"/>
                <a:gd name="connsiteX2790" fmla="*/ 172130 w 2122941"/>
                <a:gd name="connsiteY2790" fmla="*/ 729505 h 1062290"/>
                <a:gd name="connsiteX2791" fmla="*/ 168852 w 2122941"/>
                <a:gd name="connsiteY2791" fmla="*/ 729505 h 1062290"/>
                <a:gd name="connsiteX2792" fmla="*/ 165573 w 2122941"/>
                <a:gd name="connsiteY2792" fmla="*/ 731144 h 1062290"/>
                <a:gd name="connsiteX2793" fmla="*/ 162294 w 2122941"/>
                <a:gd name="connsiteY2793" fmla="*/ 731144 h 1062290"/>
                <a:gd name="connsiteX2794" fmla="*/ 159016 w 2122941"/>
                <a:gd name="connsiteY2794" fmla="*/ 731144 h 1062290"/>
                <a:gd name="connsiteX2795" fmla="*/ 154098 w 2122941"/>
                <a:gd name="connsiteY2795" fmla="*/ 731144 h 1062290"/>
                <a:gd name="connsiteX2796" fmla="*/ 150819 w 2122941"/>
                <a:gd name="connsiteY2796" fmla="*/ 731144 h 1062290"/>
                <a:gd name="connsiteX2797" fmla="*/ 147540 w 2122941"/>
                <a:gd name="connsiteY2797" fmla="*/ 732783 h 1062290"/>
                <a:gd name="connsiteX2798" fmla="*/ 145901 w 2122941"/>
                <a:gd name="connsiteY2798" fmla="*/ 732783 h 1062290"/>
                <a:gd name="connsiteX2799" fmla="*/ 144262 w 2122941"/>
                <a:gd name="connsiteY2799" fmla="*/ 732783 h 1062290"/>
                <a:gd name="connsiteX2800" fmla="*/ 139344 w 2122941"/>
                <a:gd name="connsiteY2800" fmla="*/ 732783 h 1062290"/>
                <a:gd name="connsiteX2801" fmla="*/ 139344 w 2122941"/>
                <a:gd name="connsiteY2801" fmla="*/ 732783 h 1062290"/>
                <a:gd name="connsiteX2802" fmla="*/ 136065 w 2122941"/>
                <a:gd name="connsiteY2802" fmla="*/ 732783 h 1062290"/>
                <a:gd name="connsiteX2803" fmla="*/ 134426 w 2122941"/>
                <a:gd name="connsiteY2803" fmla="*/ 732783 h 1062290"/>
                <a:gd name="connsiteX2804" fmla="*/ 129508 w 2122941"/>
                <a:gd name="connsiteY2804" fmla="*/ 734423 h 1062290"/>
                <a:gd name="connsiteX2805" fmla="*/ 126229 w 2122941"/>
                <a:gd name="connsiteY2805" fmla="*/ 734423 h 1062290"/>
                <a:gd name="connsiteX2806" fmla="*/ 122950 w 2122941"/>
                <a:gd name="connsiteY2806" fmla="*/ 734423 h 1062290"/>
                <a:gd name="connsiteX2807" fmla="*/ 118032 w 2122941"/>
                <a:gd name="connsiteY2807" fmla="*/ 734423 h 1062290"/>
                <a:gd name="connsiteX2808" fmla="*/ 114754 w 2122941"/>
                <a:gd name="connsiteY2808" fmla="*/ 736062 h 1062290"/>
                <a:gd name="connsiteX2809" fmla="*/ 113114 w 2122941"/>
                <a:gd name="connsiteY2809" fmla="*/ 736062 h 1062290"/>
                <a:gd name="connsiteX2810" fmla="*/ 113114 w 2122941"/>
                <a:gd name="connsiteY2810" fmla="*/ 736062 h 1062290"/>
                <a:gd name="connsiteX2811" fmla="*/ 109836 w 2122941"/>
                <a:gd name="connsiteY2811" fmla="*/ 736062 h 1062290"/>
                <a:gd name="connsiteX2812" fmla="*/ 109836 w 2122941"/>
                <a:gd name="connsiteY2812" fmla="*/ 734423 h 1062290"/>
                <a:gd name="connsiteX2813" fmla="*/ 109836 w 2122941"/>
                <a:gd name="connsiteY2813" fmla="*/ 731144 h 1062290"/>
                <a:gd name="connsiteX2814" fmla="*/ 109836 w 2122941"/>
                <a:gd name="connsiteY2814" fmla="*/ 726226 h 1062290"/>
                <a:gd name="connsiteX2815" fmla="*/ 109836 w 2122941"/>
                <a:gd name="connsiteY2815" fmla="*/ 722948 h 1062290"/>
                <a:gd name="connsiteX2816" fmla="*/ 111475 w 2122941"/>
                <a:gd name="connsiteY2816" fmla="*/ 719669 h 1062290"/>
                <a:gd name="connsiteX2817" fmla="*/ 111475 w 2122941"/>
                <a:gd name="connsiteY2817" fmla="*/ 716390 h 1062290"/>
                <a:gd name="connsiteX2818" fmla="*/ 113114 w 2122941"/>
                <a:gd name="connsiteY2818" fmla="*/ 711472 h 1062290"/>
                <a:gd name="connsiteX2819" fmla="*/ 111475 w 2122941"/>
                <a:gd name="connsiteY2819" fmla="*/ 708193 h 1062290"/>
                <a:gd name="connsiteX2820" fmla="*/ 111475 w 2122941"/>
                <a:gd name="connsiteY2820" fmla="*/ 704915 h 1062290"/>
                <a:gd name="connsiteX2821" fmla="*/ 109836 w 2122941"/>
                <a:gd name="connsiteY2821" fmla="*/ 699997 h 1062290"/>
                <a:gd name="connsiteX2822" fmla="*/ 108196 w 2122941"/>
                <a:gd name="connsiteY2822" fmla="*/ 696718 h 1062290"/>
                <a:gd name="connsiteX2823" fmla="*/ 103278 w 2122941"/>
                <a:gd name="connsiteY2823" fmla="*/ 693439 h 1062290"/>
                <a:gd name="connsiteX2824" fmla="*/ 101639 w 2122941"/>
                <a:gd name="connsiteY2824" fmla="*/ 690161 h 1062290"/>
                <a:gd name="connsiteX2825" fmla="*/ 98360 w 2122941"/>
                <a:gd name="connsiteY2825" fmla="*/ 686882 h 1062290"/>
                <a:gd name="connsiteX2826" fmla="*/ 96721 w 2122941"/>
                <a:gd name="connsiteY2826" fmla="*/ 681964 h 1062290"/>
                <a:gd name="connsiteX2827" fmla="*/ 91803 w 2122941"/>
                <a:gd name="connsiteY2827" fmla="*/ 681964 h 1062290"/>
                <a:gd name="connsiteX2828" fmla="*/ 88524 w 2122941"/>
                <a:gd name="connsiteY2828" fmla="*/ 683603 h 1062290"/>
                <a:gd name="connsiteX2829" fmla="*/ 88524 w 2122941"/>
                <a:gd name="connsiteY2829" fmla="*/ 683603 h 1062290"/>
                <a:gd name="connsiteX2830" fmla="*/ 83606 w 2122941"/>
                <a:gd name="connsiteY2830" fmla="*/ 680325 h 1062290"/>
                <a:gd name="connsiteX2831" fmla="*/ 86885 w 2122941"/>
                <a:gd name="connsiteY2831" fmla="*/ 677046 h 1062290"/>
                <a:gd name="connsiteX2832" fmla="*/ 86885 w 2122941"/>
                <a:gd name="connsiteY2832" fmla="*/ 673768 h 1062290"/>
                <a:gd name="connsiteX2833" fmla="*/ 86885 w 2122941"/>
                <a:gd name="connsiteY2833" fmla="*/ 673768 h 1062290"/>
                <a:gd name="connsiteX2834" fmla="*/ 85245 w 2122941"/>
                <a:gd name="connsiteY2834" fmla="*/ 668849 h 1062290"/>
                <a:gd name="connsiteX2835" fmla="*/ 81967 w 2122941"/>
                <a:gd name="connsiteY2835" fmla="*/ 668849 h 1062290"/>
                <a:gd name="connsiteX2836" fmla="*/ 78688 w 2122941"/>
                <a:gd name="connsiteY2836" fmla="*/ 668849 h 1062290"/>
                <a:gd name="connsiteX2837" fmla="*/ 73770 w 2122941"/>
                <a:gd name="connsiteY2837" fmla="*/ 670489 h 1062290"/>
                <a:gd name="connsiteX2838" fmla="*/ 70492 w 2122941"/>
                <a:gd name="connsiteY2838" fmla="*/ 668849 h 1062290"/>
                <a:gd name="connsiteX2839" fmla="*/ 67213 w 2122941"/>
                <a:gd name="connsiteY2839" fmla="*/ 665571 h 1062290"/>
                <a:gd name="connsiteX2840" fmla="*/ 62295 w 2122941"/>
                <a:gd name="connsiteY2840" fmla="*/ 663931 h 1062290"/>
                <a:gd name="connsiteX2841" fmla="*/ 62295 w 2122941"/>
                <a:gd name="connsiteY2841" fmla="*/ 660653 h 1062290"/>
                <a:gd name="connsiteX2842" fmla="*/ 60655 w 2122941"/>
                <a:gd name="connsiteY2842" fmla="*/ 657374 h 1062290"/>
                <a:gd name="connsiteX2843" fmla="*/ 55737 w 2122941"/>
                <a:gd name="connsiteY2843" fmla="*/ 654095 h 1062290"/>
                <a:gd name="connsiteX2844" fmla="*/ 52459 w 2122941"/>
                <a:gd name="connsiteY2844" fmla="*/ 652456 h 1062290"/>
                <a:gd name="connsiteX2845" fmla="*/ 49180 w 2122941"/>
                <a:gd name="connsiteY2845" fmla="*/ 654095 h 1062290"/>
                <a:gd name="connsiteX2846" fmla="*/ 45901 w 2122941"/>
                <a:gd name="connsiteY2846" fmla="*/ 652456 h 1062290"/>
                <a:gd name="connsiteX2847" fmla="*/ 40983 w 2122941"/>
                <a:gd name="connsiteY2847" fmla="*/ 650817 h 1062290"/>
                <a:gd name="connsiteX2848" fmla="*/ 39344 w 2122941"/>
                <a:gd name="connsiteY2848" fmla="*/ 650817 h 1062290"/>
                <a:gd name="connsiteX2849" fmla="*/ 36065 w 2122941"/>
                <a:gd name="connsiteY2849" fmla="*/ 650817 h 1062290"/>
                <a:gd name="connsiteX2850" fmla="*/ 31147 w 2122941"/>
                <a:gd name="connsiteY2850" fmla="*/ 650817 h 1062290"/>
                <a:gd name="connsiteX2851" fmla="*/ 27869 w 2122941"/>
                <a:gd name="connsiteY2851" fmla="*/ 650817 h 1062290"/>
                <a:gd name="connsiteX2852" fmla="*/ 24590 w 2122941"/>
                <a:gd name="connsiteY2852" fmla="*/ 650817 h 1062290"/>
                <a:gd name="connsiteX2853" fmla="*/ 21311 w 2122941"/>
                <a:gd name="connsiteY2853" fmla="*/ 647538 h 1062290"/>
                <a:gd name="connsiteX2854" fmla="*/ 19672 w 2122941"/>
                <a:gd name="connsiteY2854" fmla="*/ 642620 h 1062290"/>
                <a:gd name="connsiteX2855" fmla="*/ 22951 w 2122941"/>
                <a:gd name="connsiteY2855" fmla="*/ 639341 h 1062290"/>
                <a:gd name="connsiteX2856" fmla="*/ 22951 w 2122941"/>
                <a:gd name="connsiteY2856" fmla="*/ 636063 h 1062290"/>
                <a:gd name="connsiteX2857" fmla="*/ 24590 w 2122941"/>
                <a:gd name="connsiteY2857" fmla="*/ 631145 h 1062290"/>
                <a:gd name="connsiteX2858" fmla="*/ 26229 w 2122941"/>
                <a:gd name="connsiteY2858" fmla="*/ 627866 h 1062290"/>
                <a:gd name="connsiteX2859" fmla="*/ 29508 w 2122941"/>
                <a:gd name="connsiteY2859" fmla="*/ 624587 h 1062290"/>
                <a:gd name="connsiteX2860" fmla="*/ 29508 w 2122941"/>
                <a:gd name="connsiteY2860" fmla="*/ 624587 h 1062290"/>
                <a:gd name="connsiteX2861" fmla="*/ 29508 w 2122941"/>
                <a:gd name="connsiteY2861" fmla="*/ 619669 h 1062290"/>
                <a:gd name="connsiteX2862" fmla="*/ 26229 w 2122941"/>
                <a:gd name="connsiteY2862" fmla="*/ 619669 h 1062290"/>
                <a:gd name="connsiteX2863" fmla="*/ 22951 w 2122941"/>
                <a:gd name="connsiteY2863" fmla="*/ 616391 h 1062290"/>
                <a:gd name="connsiteX2864" fmla="*/ 26229 w 2122941"/>
                <a:gd name="connsiteY2864" fmla="*/ 611473 h 1062290"/>
                <a:gd name="connsiteX2865" fmla="*/ 26229 w 2122941"/>
                <a:gd name="connsiteY2865" fmla="*/ 608194 h 1062290"/>
                <a:gd name="connsiteX2866" fmla="*/ 22951 w 2122941"/>
                <a:gd name="connsiteY2866" fmla="*/ 606555 h 1062290"/>
                <a:gd name="connsiteX2867" fmla="*/ 21311 w 2122941"/>
                <a:gd name="connsiteY2867" fmla="*/ 601637 h 1062290"/>
                <a:gd name="connsiteX2868" fmla="*/ 21311 w 2122941"/>
                <a:gd name="connsiteY2868" fmla="*/ 598358 h 1062290"/>
                <a:gd name="connsiteX2869" fmla="*/ 16393 w 2122941"/>
                <a:gd name="connsiteY2869" fmla="*/ 598358 h 1062290"/>
                <a:gd name="connsiteX2870" fmla="*/ 18033 w 2122941"/>
                <a:gd name="connsiteY2870" fmla="*/ 593440 h 1062290"/>
                <a:gd name="connsiteX2871" fmla="*/ 16393 w 2122941"/>
                <a:gd name="connsiteY2871" fmla="*/ 590161 h 1062290"/>
                <a:gd name="connsiteX2872" fmla="*/ 14754 w 2122941"/>
                <a:gd name="connsiteY2872" fmla="*/ 586883 h 1062290"/>
                <a:gd name="connsiteX2873" fmla="*/ 16393 w 2122941"/>
                <a:gd name="connsiteY2873" fmla="*/ 581965 h 1062290"/>
                <a:gd name="connsiteX2874" fmla="*/ 13115 w 2122941"/>
                <a:gd name="connsiteY2874" fmla="*/ 578686 h 1062290"/>
                <a:gd name="connsiteX2875" fmla="*/ 13115 w 2122941"/>
                <a:gd name="connsiteY2875" fmla="*/ 575407 h 1062290"/>
                <a:gd name="connsiteX2876" fmla="*/ 8197 w 2122941"/>
                <a:gd name="connsiteY2876" fmla="*/ 572128 h 1062290"/>
                <a:gd name="connsiteX2877" fmla="*/ 8197 w 2122941"/>
                <a:gd name="connsiteY2877" fmla="*/ 568850 h 1062290"/>
                <a:gd name="connsiteX2878" fmla="*/ 9836 w 2122941"/>
                <a:gd name="connsiteY2878" fmla="*/ 563932 h 1062290"/>
                <a:gd name="connsiteX2879" fmla="*/ 9836 w 2122941"/>
                <a:gd name="connsiteY2879" fmla="*/ 560653 h 1062290"/>
                <a:gd name="connsiteX2880" fmla="*/ 11475 w 2122941"/>
                <a:gd name="connsiteY2880" fmla="*/ 557374 h 1062290"/>
                <a:gd name="connsiteX2881" fmla="*/ 14754 w 2122941"/>
                <a:gd name="connsiteY2881" fmla="*/ 555735 h 1062290"/>
                <a:gd name="connsiteX2882" fmla="*/ 18033 w 2122941"/>
                <a:gd name="connsiteY2882" fmla="*/ 552456 h 1062290"/>
                <a:gd name="connsiteX2883" fmla="*/ 21311 w 2122941"/>
                <a:gd name="connsiteY2883" fmla="*/ 550817 h 1062290"/>
                <a:gd name="connsiteX2884" fmla="*/ 21311 w 2122941"/>
                <a:gd name="connsiteY2884" fmla="*/ 550817 h 1062290"/>
                <a:gd name="connsiteX2885" fmla="*/ 22951 w 2122941"/>
                <a:gd name="connsiteY2885" fmla="*/ 547538 h 1062290"/>
                <a:gd name="connsiteX2886" fmla="*/ 21311 w 2122941"/>
                <a:gd name="connsiteY2886" fmla="*/ 542621 h 1062290"/>
                <a:gd name="connsiteX2887" fmla="*/ 18033 w 2122941"/>
                <a:gd name="connsiteY2887" fmla="*/ 540981 h 1062290"/>
                <a:gd name="connsiteX2888" fmla="*/ 14754 w 2122941"/>
                <a:gd name="connsiteY2888" fmla="*/ 540981 h 1062290"/>
                <a:gd name="connsiteX2889" fmla="*/ 11475 w 2122941"/>
                <a:gd name="connsiteY2889" fmla="*/ 537703 h 1062290"/>
                <a:gd name="connsiteX2890" fmla="*/ 9836 w 2122941"/>
                <a:gd name="connsiteY2890" fmla="*/ 534424 h 1062290"/>
                <a:gd name="connsiteX2891" fmla="*/ 8197 w 2122941"/>
                <a:gd name="connsiteY2891" fmla="*/ 531145 h 1062290"/>
                <a:gd name="connsiteX2892" fmla="*/ 9836 w 2122941"/>
                <a:gd name="connsiteY2892" fmla="*/ 527866 h 1062290"/>
                <a:gd name="connsiteX2893" fmla="*/ 11475 w 2122941"/>
                <a:gd name="connsiteY2893" fmla="*/ 522948 h 1062290"/>
                <a:gd name="connsiteX2894" fmla="*/ 11475 w 2122941"/>
                <a:gd name="connsiteY2894" fmla="*/ 519670 h 1062290"/>
                <a:gd name="connsiteX2895" fmla="*/ 11475 w 2122941"/>
                <a:gd name="connsiteY2895" fmla="*/ 516391 h 1062290"/>
                <a:gd name="connsiteX2896" fmla="*/ 13115 w 2122941"/>
                <a:gd name="connsiteY2896" fmla="*/ 511473 h 1062290"/>
                <a:gd name="connsiteX2897" fmla="*/ 14754 w 2122941"/>
                <a:gd name="connsiteY2897" fmla="*/ 508194 h 1062290"/>
                <a:gd name="connsiteX2898" fmla="*/ 16393 w 2122941"/>
                <a:gd name="connsiteY2898" fmla="*/ 504916 h 1062290"/>
                <a:gd name="connsiteX2899" fmla="*/ 19672 w 2122941"/>
                <a:gd name="connsiteY2899" fmla="*/ 503276 h 1062290"/>
                <a:gd name="connsiteX2900" fmla="*/ 19672 w 2122941"/>
                <a:gd name="connsiteY2900" fmla="*/ 506555 h 1062290"/>
                <a:gd name="connsiteX2901" fmla="*/ 18033 w 2122941"/>
                <a:gd name="connsiteY2901" fmla="*/ 509834 h 1062290"/>
                <a:gd name="connsiteX2902" fmla="*/ 21311 w 2122941"/>
                <a:gd name="connsiteY2902" fmla="*/ 514752 h 1062290"/>
                <a:gd name="connsiteX2903" fmla="*/ 24590 w 2122941"/>
                <a:gd name="connsiteY2903" fmla="*/ 518031 h 1062290"/>
                <a:gd name="connsiteX2904" fmla="*/ 26229 w 2122941"/>
                <a:gd name="connsiteY2904" fmla="*/ 514752 h 1062290"/>
                <a:gd name="connsiteX2905" fmla="*/ 26229 w 2122941"/>
                <a:gd name="connsiteY2905" fmla="*/ 509834 h 1062290"/>
                <a:gd name="connsiteX2906" fmla="*/ 26229 w 2122941"/>
                <a:gd name="connsiteY2906" fmla="*/ 506555 h 1062290"/>
                <a:gd name="connsiteX2907" fmla="*/ 24590 w 2122941"/>
                <a:gd name="connsiteY2907" fmla="*/ 503276 h 1062290"/>
                <a:gd name="connsiteX2908" fmla="*/ 26229 w 2122941"/>
                <a:gd name="connsiteY2908" fmla="*/ 498358 h 1062290"/>
                <a:gd name="connsiteX2909" fmla="*/ 26229 w 2122941"/>
                <a:gd name="connsiteY2909" fmla="*/ 495080 h 1062290"/>
                <a:gd name="connsiteX2910" fmla="*/ 29508 w 2122941"/>
                <a:gd name="connsiteY2910" fmla="*/ 493440 h 1062290"/>
                <a:gd name="connsiteX2911" fmla="*/ 32787 w 2122941"/>
                <a:gd name="connsiteY2911" fmla="*/ 491801 h 1062290"/>
                <a:gd name="connsiteX2912" fmla="*/ 32787 w 2122941"/>
                <a:gd name="connsiteY2912" fmla="*/ 491801 h 1062290"/>
                <a:gd name="connsiteX2913" fmla="*/ 29508 w 2122941"/>
                <a:gd name="connsiteY2913" fmla="*/ 486883 h 1062290"/>
                <a:gd name="connsiteX2914" fmla="*/ 24590 w 2122941"/>
                <a:gd name="connsiteY2914" fmla="*/ 488522 h 1062290"/>
                <a:gd name="connsiteX2915" fmla="*/ 22951 w 2122941"/>
                <a:gd name="connsiteY2915" fmla="*/ 493440 h 1062290"/>
                <a:gd name="connsiteX2916" fmla="*/ 21311 w 2122941"/>
                <a:gd name="connsiteY2916" fmla="*/ 496719 h 1062290"/>
                <a:gd name="connsiteX2917" fmla="*/ 19672 w 2122941"/>
                <a:gd name="connsiteY2917" fmla="*/ 499998 h 1062290"/>
                <a:gd name="connsiteX2918" fmla="*/ 16393 w 2122941"/>
                <a:gd name="connsiteY2918" fmla="*/ 499998 h 1062290"/>
                <a:gd name="connsiteX2919" fmla="*/ 11475 w 2122941"/>
                <a:gd name="connsiteY2919" fmla="*/ 498358 h 1062290"/>
                <a:gd name="connsiteX2920" fmla="*/ 11475 w 2122941"/>
                <a:gd name="connsiteY2920" fmla="*/ 495080 h 1062290"/>
                <a:gd name="connsiteX2921" fmla="*/ 6557 w 2122941"/>
                <a:gd name="connsiteY2921" fmla="*/ 491801 h 1062290"/>
                <a:gd name="connsiteX2922" fmla="*/ 3279 w 2122941"/>
                <a:gd name="connsiteY2922" fmla="*/ 495080 h 1062290"/>
                <a:gd name="connsiteX2923" fmla="*/ 6557 w 2122941"/>
                <a:gd name="connsiteY2923" fmla="*/ 490162 h 1062290"/>
                <a:gd name="connsiteX2924" fmla="*/ 9836 w 2122941"/>
                <a:gd name="connsiteY2924" fmla="*/ 486883 h 1062290"/>
                <a:gd name="connsiteX2925" fmla="*/ 11475 w 2122941"/>
                <a:gd name="connsiteY2925" fmla="*/ 490162 h 1062290"/>
                <a:gd name="connsiteX2926" fmla="*/ 11475 w 2122941"/>
                <a:gd name="connsiteY2926" fmla="*/ 486883 h 1062290"/>
                <a:gd name="connsiteX2927" fmla="*/ 11475 w 2122941"/>
                <a:gd name="connsiteY2927" fmla="*/ 483604 h 1062290"/>
                <a:gd name="connsiteX2928" fmla="*/ 8197 w 2122941"/>
                <a:gd name="connsiteY2928" fmla="*/ 481965 h 1062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</a:cxnLst>
              <a:rect l="l" t="t" r="r" b="b"/>
              <a:pathLst>
                <a:path w="2122941" h="1062290">
                  <a:moveTo>
                    <a:pt x="8197" y="481965"/>
                  </a:moveTo>
                  <a:lnTo>
                    <a:pt x="9836" y="477047"/>
                  </a:lnTo>
                  <a:lnTo>
                    <a:pt x="8197" y="473768"/>
                  </a:lnTo>
                  <a:lnTo>
                    <a:pt x="4918" y="470490"/>
                  </a:lnTo>
                  <a:lnTo>
                    <a:pt x="3279" y="465572"/>
                  </a:lnTo>
                  <a:lnTo>
                    <a:pt x="3279" y="462293"/>
                  </a:lnTo>
                  <a:lnTo>
                    <a:pt x="1639" y="459014"/>
                  </a:lnTo>
                  <a:lnTo>
                    <a:pt x="0" y="455736"/>
                  </a:lnTo>
                  <a:lnTo>
                    <a:pt x="1639" y="450818"/>
                  </a:lnTo>
                  <a:lnTo>
                    <a:pt x="3279" y="447539"/>
                  </a:lnTo>
                  <a:lnTo>
                    <a:pt x="4918" y="444260"/>
                  </a:lnTo>
                  <a:lnTo>
                    <a:pt x="4918" y="439342"/>
                  </a:lnTo>
                  <a:lnTo>
                    <a:pt x="4918" y="436064"/>
                  </a:lnTo>
                  <a:lnTo>
                    <a:pt x="6557" y="432785"/>
                  </a:lnTo>
                  <a:lnTo>
                    <a:pt x="9836" y="427867"/>
                  </a:lnTo>
                  <a:lnTo>
                    <a:pt x="11475" y="424588"/>
                  </a:lnTo>
                  <a:lnTo>
                    <a:pt x="14754" y="421309"/>
                  </a:lnTo>
                  <a:lnTo>
                    <a:pt x="14754" y="418031"/>
                  </a:lnTo>
                  <a:lnTo>
                    <a:pt x="14754" y="413113"/>
                  </a:lnTo>
                  <a:lnTo>
                    <a:pt x="14754" y="411474"/>
                  </a:lnTo>
                  <a:lnTo>
                    <a:pt x="14754" y="408195"/>
                  </a:lnTo>
                  <a:lnTo>
                    <a:pt x="14754" y="406556"/>
                  </a:lnTo>
                  <a:lnTo>
                    <a:pt x="13115" y="403277"/>
                  </a:lnTo>
                  <a:lnTo>
                    <a:pt x="11475" y="399998"/>
                  </a:lnTo>
                  <a:lnTo>
                    <a:pt x="8197" y="395080"/>
                  </a:lnTo>
                  <a:lnTo>
                    <a:pt x="9836" y="391801"/>
                  </a:lnTo>
                  <a:lnTo>
                    <a:pt x="11475" y="388523"/>
                  </a:lnTo>
                  <a:lnTo>
                    <a:pt x="13115" y="383605"/>
                  </a:lnTo>
                  <a:lnTo>
                    <a:pt x="16393" y="380326"/>
                  </a:lnTo>
                  <a:lnTo>
                    <a:pt x="18033" y="378687"/>
                  </a:lnTo>
                  <a:lnTo>
                    <a:pt x="21311" y="375408"/>
                  </a:lnTo>
                  <a:lnTo>
                    <a:pt x="26229" y="372129"/>
                  </a:lnTo>
                  <a:lnTo>
                    <a:pt x="29508" y="370490"/>
                  </a:lnTo>
                  <a:lnTo>
                    <a:pt x="26229" y="372129"/>
                  </a:lnTo>
                  <a:lnTo>
                    <a:pt x="29508" y="368851"/>
                  </a:lnTo>
                  <a:lnTo>
                    <a:pt x="32787" y="363933"/>
                  </a:lnTo>
                  <a:lnTo>
                    <a:pt x="36065" y="360654"/>
                  </a:lnTo>
                  <a:lnTo>
                    <a:pt x="36065" y="357375"/>
                  </a:lnTo>
                  <a:lnTo>
                    <a:pt x="39344" y="354097"/>
                  </a:lnTo>
                  <a:lnTo>
                    <a:pt x="42623" y="349179"/>
                  </a:lnTo>
                  <a:lnTo>
                    <a:pt x="45901" y="345900"/>
                  </a:lnTo>
                  <a:lnTo>
                    <a:pt x="47541" y="342621"/>
                  </a:lnTo>
                  <a:lnTo>
                    <a:pt x="49180" y="339343"/>
                  </a:lnTo>
                  <a:lnTo>
                    <a:pt x="49180" y="336064"/>
                  </a:lnTo>
                  <a:lnTo>
                    <a:pt x="50819" y="331146"/>
                  </a:lnTo>
                  <a:lnTo>
                    <a:pt x="49180" y="327867"/>
                  </a:lnTo>
                  <a:lnTo>
                    <a:pt x="54098" y="324589"/>
                  </a:lnTo>
                  <a:lnTo>
                    <a:pt x="55737" y="319671"/>
                  </a:lnTo>
                  <a:lnTo>
                    <a:pt x="55737" y="319671"/>
                  </a:lnTo>
                  <a:lnTo>
                    <a:pt x="55737" y="314753"/>
                  </a:lnTo>
                  <a:lnTo>
                    <a:pt x="55737" y="311474"/>
                  </a:lnTo>
                  <a:lnTo>
                    <a:pt x="55737" y="308195"/>
                  </a:lnTo>
                  <a:lnTo>
                    <a:pt x="57377" y="304917"/>
                  </a:lnTo>
                  <a:lnTo>
                    <a:pt x="59016" y="301638"/>
                  </a:lnTo>
                  <a:lnTo>
                    <a:pt x="62295" y="296720"/>
                  </a:lnTo>
                  <a:lnTo>
                    <a:pt x="65573" y="293441"/>
                  </a:lnTo>
                  <a:lnTo>
                    <a:pt x="65573" y="288523"/>
                  </a:lnTo>
                  <a:lnTo>
                    <a:pt x="65573" y="285244"/>
                  </a:lnTo>
                  <a:lnTo>
                    <a:pt x="67213" y="281966"/>
                  </a:lnTo>
                  <a:lnTo>
                    <a:pt x="70492" y="278687"/>
                  </a:lnTo>
                  <a:lnTo>
                    <a:pt x="75409" y="275409"/>
                  </a:lnTo>
                  <a:lnTo>
                    <a:pt x="78688" y="270491"/>
                  </a:lnTo>
                  <a:lnTo>
                    <a:pt x="81967" y="267212"/>
                  </a:lnTo>
                  <a:lnTo>
                    <a:pt x="83606" y="262294"/>
                  </a:lnTo>
                  <a:lnTo>
                    <a:pt x="88524" y="260654"/>
                  </a:lnTo>
                  <a:lnTo>
                    <a:pt x="86885" y="262294"/>
                  </a:lnTo>
                  <a:lnTo>
                    <a:pt x="90164" y="259015"/>
                  </a:lnTo>
                  <a:lnTo>
                    <a:pt x="93442" y="259015"/>
                  </a:lnTo>
                  <a:lnTo>
                    <a:pt x="95082" y="255737"/>
                  </a:lnTo>
                  <a:lnTo>
                    <a:pt x="91803" y="257376"/>
                  </a:lnTo>
                  <a:lnTo>
                    <a:pt x="93442" y="254097"/>
                  </a:lnTo>
                  <a:lnTo>
                    <a:pt x="98360" y="250819"/>
                  </a:lnTo>
                  <a:lnTo>
                    <a:pt x="101639" y="245901"/>
                  </a:lnTo>
                  <a:lnTo>
                    <a:pt x="103278" y="244261"/>
                  </a:lnTo>
                  <a:lnTo>
                    <a:pt x="106557" y="244261"/>
                  </a:lnTo>
                  <a:lnTo>
                    <a:pt x="104918" y="244261"/>
                  </a:lnTo>
                  <a:lnTo>
                    <a:pt x="103278" y="244261"/>
                  </a:lnTo>
                  <a:lnTo>
                    <a:pt x="104918" y="240982"/>
                  </a:lnTo>
                  <a:lnTo>
                    <a:pt x="108196" y="237704"/>
                  </a:lnTo>
                  <a:lnTo>
                    <a:pt x="111475" y="234425"/>
                  </a:lnTo>
                  <a:lnTo>
                    <a:pt x="113114" y="229507"/>
                  </a:lnTo>
                  <a:lnTo>
                    <a:pt x="116393" y="226229"/>
                  </a:lnTo>
                  <a:lnTo>
                    <a:pt x="119672" y="222950"/>
                  </a:lnTo>
                  <a:lnTo>
                    <a:pt x="121311" y="218032"/>
                  </a:lnTo>
                  <a:lnTo>
                    <a:pt x="126229" y="214753"/>
                  </a:lnTo>
                  <a:lnTo>
                    <a:pt x="127868" y="209835"/>
                  </a:lnTo>
                  <a:lnTo>
                    <a:pt x="131147" y="206557"/>
                  </a:lnTo>
                  <a:lnTo>
                    <a:pt x="134426" y="204917"/>
                  </a:lnTo>
                  <a:lnTo>
                    <a:pt x="134426" y="201638"/>
                  </a:lnTo>
                  <a:lnTo>
                    <a:pt x="137704" y="196720"/>
                  </a:lnTo>
                  <a:lnTo>
                    <a:pt x="140983" y="193442"/>
                  </a:lnTo>
                  <a:lnTo>
                    <a:pt x="144262" y="190163"/>
                  </a:lnTo>
                  <a:lnTo>
                    <a:pt x="145901" y="185245"/>
                  </a:lnTo>
                  <a:lnTo>
                    <a:pt x="150819" y="181966"/>
                  </a:lnTo>
                  <a:lnTo>
                    <a:pt x="152458" y="178688"/>
                  </a:lnTo>
                  <a:lnTo>
                    <a:pt x="155737" y="173770"/>
                  </a:lnTo>
                  <a:lnTo>
                    <a:pt x="157376" y="170491"/>
                  </a:lnTo>
                  <a:lnTo>
                    <a:pt x="160655" y="167212"/>
                  </a:lnTo>
                  <a:lnTo>
                    <a:pt x="163934" y="167212"/>
                  </a:lnTo>
                  <a:lnTo>
                    <a:pt x="163934" y="162294"/>
                  </a:lnTo>
                  <a:lnTo>
                    <a:pt x="167212" y="159016"/>
                  </a:lnTo>
                  <a:lnTo>
                    <a:pt x="167212" y="155737"/>
                  </a:lnTo>
                  <a:lnTo>
                    <a:pt x="170491" y="150819"/>
                  </a:lnTo>
                  <a:lnTo>
                    <a:pt x="172130" y="147540"/>
                  </a:lnTo>
                  <a:lnTo>
                    <a:pt x="175409" y="145901"/>
                  </a:lnTo>
                  <a:lnTo>
                    <a:pt x="178688" y="140983"/>
                  </a:lnTo>
                  <a:lnTo>
                    <a:pt x="178688" y="137704"/>
                  </a:lnTo>
                  <a:lnTo>
                    <a:pt x="183606" y="137704"/>
                  </a:lnTo>
                  <a:lnTo>
                    <a:pt x="186884" y="136065"/>
                  </a:lnTo>
                  <a:lnTo>
                    <a:pt x="190163" y="136065"/>
                  </a:lnTo>
                  <a:lnTo>
                    <a:pt x="195081" y="136065"/>
                  </a:lnTo>
                  <a:lnTo>
                    <a:pt x="198360" y="137704"/>
                  </a:lnTo>
                  <a:lnTo>
                    <a:pt x="201638" y="139344"/>
                  </a:lnTo>
                  <a:lnTo>
                    <a:pt x="206556" y="137704"/>
                  </a:lnTo>
                  <a:lnTo>
                    <a:pt x="203278" y="137704"/>
                  </a:lnTo>
                  <a:lnTo>
                    <a:pt x="199999" y="134426"/>
                  </a:lnTo>
                  <a:lnTo>
                    <a:pt x="196720" y="132786"/>
                  </a:lnTo>
                  <a:lnTo>
                    <a:pt x="193442" y="132786"/>
                  </a:lnTo>
                  <a:lnTo>
                    <a:pt x="188524" y="132786"/>
                  </a:lnTo>
                  <a:lnTo>
                    <a:pt x="185245" y="134426"/>
                  </a:lnTo>
                  <a:lnTo>
                    <a:pt x="181966" y="131147"/>
                  </a:lnTo>
                  <a:lnTo>
                    <a:pt x="183606" y="127868"/>
                  </a:lnTo>
                  <a:lnTo>
                    <a:pt x="185245" y="124590"/>
                  </a:lnTo>
                  <a:lnTo>
                    <a:pt x="188524" y="119672"/>
                  </a:lnTo>
                  <a:lnTo>
                    <a:pt x="186884" y="124590"/>
                  </a:lnTo>
                  <a:lnTo>
                    <a:pt x="185245" y="127868"/>
                  </a:lnTo>
                  <a:lnTo>
                    <a:pt x="188524" y="126229"/>
                  </a:lnTo>
                  <a:lnTo>
                    <a:pt x="190163" y="122950"/>
                  </a:lnTo>
                  <a:lnTo>
                    <a:pt x="193442" y="118032"/>
                  </a:lnTo>
                  <a:lnTo>
                    <a:pt x="196720" y="114754"/>
                  </a:lnTo>
                  <a:lnTo>
                    <a:pt x="199999" y="116393"/>
                  </a:lnTo>
                  <a:lnTo>
                    <a:pt x="196720" y="113114"/>
                  </a:lnTo>
                  <a:lnTo>
                    <a:pt x="193442" y="113114"/>
                  </a:lnTo>
                  <a:lnTo>
                    <a:pt x="191802" y="113114"/>
                  </a:lnTo>
                  <a:lnTo>
                    <a:pt x="193442" y="109836"/>
                  </a:lnTo>
                  <a:lnTo>
                    <a:pt x="195081" y="106557"/>
                  </a:lnTo>
                  <a:lnTo>
                    <a:pt x="198360" y="106557"/>
                  </a:lnTo>
                  <a:lnTo>
                    <a:pt x="201638" y="104917"/>
                  </a:lnTo>
                  <a:lnTo>
                    <a:pt x="206556" y="103278"/>
                  </a:lnTo>
                  <a:lnTo>
                    <a:pt x="206556" y="103278"/>
                  </a:lnTo>
                  <a:lnTo>
                    <a:pt x="203278" y="103278"/>
                  </a:lnTo>
                  <a:lnTo>
                    <a:pt x="199999" y="100000"/>
                  </a:lnTo>
                  <a:lnTo>
                    <a:pt x="196720" y="103278"/>
                  </a:lnTo>
                  <a:lnTo>
                    <a:pt x="198360" y="100000"/>
                  </a:lnTo>
                  <a:lnTo>
                    <a:pt x="199999" y="95082"/>
                  </a:lnTo>
                  <a:lnTo>
                    <a:pt x="201638" y="91803"/>
                  </a:lnTo>
                  <a:lnTo>
                    <a:pt x="201638" y="88524"/>
                  </a:lnTo>
                  <a:lnTo>
                    <a:pt x="203278" y="86885"/>
                  </a:lnTo>
                  <a:lnTo>
                    <a:pt x="203278" y="81967"/>
                  </a:lnTo>
                  <a:lnTo>
                    <a:pt x="206556" y="78688"/>
                  </a:lnTo>
                  <a:lnTo>
                    <a:pt x="208196" y="75410"/>
                  </a:lnTo>
                  <a:lnTo>
                    <a:pt x="209835" y="72131"/>
                  </a:lnTo>
                  <a:lnTo>
                    <a:pt x="209835" y="68852"/>
                  </a:lnTo>
                  <a:lnTo>
                    <a:pt x="208196" y="63934"/>
                  </a:lnTo>
                  <a:lnTo>
                    <a:pt x="208196" y="60655"/>
                  </a:lnTo>
                  <a:lnTo>
                    <a:pt x="209835" y="55737"/>
                  </a:lnTo>
                  <a:lnTo>
                    <a:pt x="211474" y="52459"/>
                  </a:lnTo>
                  <a:lnTo>
                    <a:pt x="214753" y="49180"/>
                  </a:lnTo>
                  <a:lnTo>
                    <a:pt x="218032" y="44262"/>
                  </a:lnTo>
                  <a:lnTo>
                    <a:pt x="218032" y="42623"/>
                  </a:lnTo>
                  <a:lnTo>
                    <a:pt x="222950" y="42623"/>
                  </a:lnTo>
                  <a:lnTo>
                    <a:pt x="226229" y="45901"/>
                  </a:lnTo>
                  <a:lnTo>
                    <a:pt x="229507" y="47541"/>
                  </a:lnTo>
                  <a:lnTo>
                    <a:pt x="232786" y="49180"/>
                  </a:lnTo>
                  <a:lnTo>
                    <a:pt x="237704" y="50820"/>
                  </a:lnTo>
                  <a:lnTo>
                    <a:pt x="240982" y="52459"/>
                  </a:lnTo>
                  <a:lnTo>
                    <a:pt x="244261" y="52459"/>
                  </a:lnTo>
                  <a:lnTo>
                    <a:pt x="249179" y="52459"/>
                  </a:lnTo>
                  <a:lnTo>
                    <a:pt x="252458" y="52459"/>
                  </a:lnTo>
                  <a:lnTo>
                    <a:pt x="255737" y="54098"/>
                  </a:lnTo>
                  <a:lnTo>
                    <a:pt x="259015" y="54098"/>
                  </a:lnTo>
                  <a:lnTo>
                    <a:pt x="263933" y="52459"/>
                  </a:lnTo>
                  <a:lnTo>
                    <a:pt x="265573" y="55737"/>
                  </a:lnTo>
                  <a:lnTo>
                    <a:pt x="268851" y="54098"/>
                  </a:lnTo>
                  <a:lnTo>
                    <a:pt x="270491" y="57377"/>
                  </a:lnTo>
                  <a:lnTo>
                    <a:pt x="272130" y="54098"/>
                  </a:lnTo>
                  <a:lnTo>
                    <a:pt x="277048" y="52459"/>
                  </a:lnTo>
                  <a:lnTo>
                    <a:pt x="275409" y="55737"/>
                  </a:lnTo>
                  <a:lnTo>
                    <a:pt x="275409" y="60655"/>
                  </a:lnTo>
                  <a:lnTo>
                    <a:pt x="273769" y="63934"/>
                  </a:lnTo>
                  <a:lnTo>
                    <a:pt x="270491" y="65573"/>
                  </a:lnTo>
                  <a:lnTo>
                    <a:pt x="267212" y="68852"/>
                  </a:lnTo>
                  <a:lnTo>
                    <a:pt x="262294" y="72131"/>
                  </a:lnTo>
                  <a:lnTo>
                    <a:pt x="265573" y="68852"/>
                  </a:lnTo>
                  <a:lnTo>
                    <a:pt x="262294" y="70492"/>
                  </a:lnTo>
                  <a:lnTo>
                    <a:pt x="259015" y="73770"/>
                  </a:lnTo>
                  <a:lnTo>
                    <a:pt x="254097" y="75410"/>
                  </a:lnTo>
                  <a:lnTo>
                    <a:pt x="250819" y="78688"/>
                  </a:lnTo>
                  <a:lnTo>
                    <a:pt x="247540" y="81967"/>
                  </a:lnTo>
                  <a:lnTo>
                    <a:pt x="242622" y="83606"/>
                  </a:lnTo>
                  <a:lnTo>
                    <a:pt x="247540" y="85245"/>
                  </a:lnTo>
                  <a:lnTo>
                    <a:pt x="250819" y="85245"/>
                  </a:lnTo>
                  <a:lnTo>
                    <a:pt x="254097" y="81967"/>
                  </a:lnTo>
                  <a:lnTo>
                    <a:pt x="250819" y="83606"/>
                  </a:lnTo>
                  <a:lnTo>
                    <a:pt x="247540" y="85245"/>
                  </a:lnTo>
                  <a:lnTo>
                    <a:pt x="247540" y="81967"/>
                  </a:lnTo>
                  <a:lnTo>
                    <a:pt x="250819" y="78688"/>
                  </a:lnTo>
                  <a:lnTo>
                    <a:pt x="254097" y="77049"/>
                  </a:lnTo>
                  <a:lnTo>
                    <a:pt x="257376" y="75410"/>
                  </a:lnTo>
                  <a:lnTo>
                    <a:pt x="262294" y="73770"/>
                  </a:lnTo>
                  <a:lnTo>
                    <a:pt x="265573" y="70492"/>
                  </a:lnTo>
                  <a:lnTo>
                    <a:pt x="268851" y="68852"/>
                  </a:lnTo>
                  <a:lnTo>
                    <a:pt x="272130" y="65573"/>
                  </a:lnTo>
                  <a:lnTo>
                    <a:pt x="277048" y="62295"/>
                  </a:lnTo>
                  <a:lnTo>
                    <a:pt x="277048" y="67213"/>
                  </a:lnTo>
                  <a:lnTo>
                    <a:pt x="273769" y="68852"/>
                  </a:lnTo>
                  <a:lnTo>
                    <a:pt x="268851" y="70492"/>
                  </a:lnTo>
                  <a:lnTo>
                    <a:pt x="268851" y="73770"/>
                  </a:lnTo>
                  <a:lnTo>
                    <a:pt x="265573" y="75410"/>
                  </a:lnTo>
                  <a:lnTo>
                    <a:pt x="262294" y="78688"/>
                  </a:lnTo>
                  <a:lnTo>
                    <a:pt x="265573" y="77049"/>
                  </a:lnTo>
                  <a:lnTo>
                    <a:pt x="265573" y="81967"/>
                  </a:lnTo>
                  <a:lnTo>
                    <a:pt x="262294" y="85245"/>
                  </a:lnTo>
                  <a:lnTo>
                    <a:pt x="260655" y="88524"/>
                  </a:lnTo>
                  <a:lnTo>
                    <a:pt x="255737" y="90164"/>
                  </a:lnTo>
                  <a:lnTo>
                    <a:pt x="259015" y="85245"/>
                  </a:lnTo>
                  <a:lnTo>
                    <a:pt x="255737" y="86885"/>
                  </a:lnTo>
                  <a:lnTo>
                    <a:pt x="252458" y="90164"/>
                  </a:lnTo>
                  <a:lnTo>
                    <a:pt x="249179" y="93442"/>
                  </a:lnTo>
                  <a:lnTo>
                    <a:pt x="249179" y="90164"/>
                  </a:lnTo>
                  <a:lnTo>
                    <a:pt x="254097" y="86885"/>
                  </a:lnTo>
                  <a:lnTo>
                    <a:pt x="249179" y="88524"/>
                  </a:lnTo>
                  <a:lnTo>
                    <a:pt x="247540" y="90164"/>
                  </a:lnTo>
                  <a:lnTo>
                    <a:pt x="245901" y="90164"/>
                  </a:lnTo>
                  <a:lnTo>
                    <a:pt x="242622" y="93442"/>
                  </a:lnTo>
                  <a:lnTo>
                    <a:pt x="239343" y="95082"/>
                  </a:lnTo>
                  <a:lnTo>
                    <a:pt x="242622" y="95082"/>
                  </a:lnTo>
                  <a:lnTo>
                    <a:pt x="239343" y="98360"/>
                  </a:lnTo>
                  <a:lnTo>
                    <a:pt x="242622" y="96721"/>
                  </a:lnTo>
                  <a:lnTo>
                    <a:pt x="240982" y="100000"/>
                  </a:lnTo>
                  <a:lnTo>
                    <a:pt x="244261" y="96721"/>
                  </a:lnTo>
                  <a:lnTo>
                    <a:pt x="247540" y="93442"/>
                  </a:lnTo>
                  <a:lnTo>
                    <a:pt x="250819" y="96721"/>
                  </a:lnTo>
                  <a:lnTo>
                    <a:pt x="255737" y="93442"/>
                  </a:lnTo>
                  <a:lnTo>
                    <a:pt x="259015" y="90164"/>
                  </a:lnTo>
                  <a:lnTo>
                    <a:pt x="262294" y="90164"/>
                  </a:lnTo>
                  <a:lnTo>
                    <a:pt x="265573" y="86885"/>
                  </a:lnTo>
                  <a:lnTo>
                    <a:pt x="270491" y="85245"/>
                  </a:lnTo>
                  <a:lnTo>
                    <a:pt x="270491" y="81967"/>
                  </a:lnTo>
                  <a:lnTo>
                    <a:pt x="272130" y="78688"/>
                  </a:lnTo>
                  <a:lnTo>
                    <a:pt x="275409" y="75410"/>
                  </a:lnTo>
                  <a:lnTo>
                    <a:pt x="277048" y="72131"/>
                  </a:lnTo>
                  <a:lnTo>
                    <a:pt x="280327" y="68852"/>
                  </a:lnTo>
                  <a:lnTo>
                    <a:pt x="283605" y="63934"/>
                  </a:lnTo>
                  <a:lnTo>
                    <a:pt x="286884" y="60655"/>
                  </a:lnTo>
                  <a:lnTo>
                    <a:pt x="290163" y="59016"/>
                  </a:lnTo>
                  <a:lnTo>
                    <a:pt x="290163" y="55737"/>
                  </a:lnTo>
                  <a:lnTo>
                    <a:pt x="290163" y="52459"/>
                  </a:lnTo>
                  <a:lnTo>
                    <a:pt x="293441" y="47541"/>
                  </a:lnTo>
                  <a:lnTo>
                    <a:pt x="293441" y="45901"/>
                  </a:lnTo>
                  <a:lnTo>
                    <a:pt x="291802" y="44262"/>
                  </a:lnTo>
                  <a:lnTo>
                    <a:pt x="290163" y="42623"/>
                  </a:lnTo>
                  <a:lnTo>
                    <a:pt x="290163" y="42623"/>
                  </a:lnTo>
                  <a:lnTo>
                    <a:pt x="288523" y="42623"/>
                  </a:lnTo>
                  <a:lnTo>
                    <a:pt x="288523" y="42623"/>
                  </a:lnTo>
                  <a:lnTo>
                    <a:pt x="288523" y="37705"/>
                  </a:lnTo>
                  <a:lnTo>
                    <a:pt x="293441" y="39344"/>
                  </a:lnTo>
                  <a:lnTo>
                    <a:pt x="296720" y="37705"/>
                  </a:lnTo>
                  <a:lnTo>
                    <a:pt x="299999" y="34426"/>
                  </a:lnTo>
                  <a:lnTo>
                    <a:pt x="299999" y="31147"/>
                  </a:lnTo>
                  <a:lnTo>
                    <a:pt x="303277" y="27869"/>
                  </a:lnTo>
                  <a:lnTo>
                    <a:pt x="299999" y="26229"/>
                  </a:lnTo>
                  <a:lnTo>
                    <a:pt x="298359" y="22951"/>
                  </a:lnTo>
                  <a:lnTo>
                    <a:pt x="299999" y="19672"/>
                  </a:lnTo>
                  <a:lnTo>
                    <a:pt x="301638" y="16393"/>
                  </a:lnTo>
                  <a:lnTo>
                    <a:pt x="303277" y="16393"/>
                  </a:lnTo>
                  <a:lnTo>
                    <a:pt x="308195" y="16393"/>
                  </a:lnTo>
                  <a:lnTo>
                    <a:pt x="311474" y="16393"/>
                  </a:lnTo>
                  <a:lnTo>
                    <a:pt x="316392" y="16393"/>
                  </a:lnTo>
                  <a:lnTo>
                    <a:pt x="319671" y="16393"/>
                  </a:lnTo>
                  <a:lnTo>
                    <a:pt x="322949" y="16393"/>
                  </a:lnTo>
                  <a:lnTo>
                    <a:pt x="327867" y="16393"/>
                  </a:lnTo>
                  <a:lnTo>
                    <a:pt x="332785" y="16393"/>
                  </a:lnTo>
                  <a:lnTo>
                    <a:pt x="336064" y="16393"/>
                  </a:lnTo>
                  <a:lnTo>
                    <a:pt x="340982" y="16393"/>
                  </a:lnTo>
                  <a:lnTo>
                    <a:pt x="345900" y="16393"/>
                  </a:lnTo>
                  <a:lnTo>
                    <a:pt x="350818" y="16393"/>
                  </a:lnTo>
                  <a:lnTo>
                    <a:pt x="355736" y="16393"/>
                  </a:lnTo>
                  <a:lnTo>
                    <a:pt x="359015" y="16393"/>
                  </a:lnTo>
                  <a:lnTo>
                    <a:pt x="359015" y="16393"/>
                  </a:lnTo>
                  <a:lnTo>
                    <a:pt x="363933" y="16393"/>
                  </a:lnTo>
                  <a:lnTo>
                    <a:pt x="368851" y="16393"/>
                  </a:lnTo>
                  <a:lnTo>
                    <a:pt x="372129" y="16393"/>
                  </a:lnTo>
                  <a:lnTo>
                    <a:pt x="377047" y="16393"/>
                  </a:lnTo>
                  <a:lnTo>
                    <a:pt x="380326" y="16393"/>
                  </a:lnTo>
                  <a:lnTo>
                    <a:pt x="385244" y="16393"/>
                  </a:lnTo>
                  <a:lnTo>
                    <a:pt x="390162" y="16393"/>
                  </a:lnTo>
                  <a:lnTo>
                    <a:pt x="393441" y="16393"/>
                  </a:lnTo>
                  <a:lnTo>
                    <a:pt x="395080" y="16393"/>
                  </a:lnTo>
                  <a:lnTo>
                    <a:pt x="399998" y="16393"/>
                  </a:lnTo>
                  <a:lnTo>
                    <a:pt x="404916" y="16393"/>
                  </a:lnTo>
                  <a:lnTo>
                    <a:pt x="404916" y="16393"/>
                  </a:lnTo>
                  <a:lnTo>
                    <a:pt x="408195" y="16393"/>
                  </a:lnTo>
                  <a:lnTo>
                    <a:pt x="413113" y="16393"/>
                  </a:lnTo>
                  <a:lnTo>
                    <a:pt x="418031" y="16393"/>
                  </a:lnTo>
                  <a:lnTo>
                    <a:pt x="422949" y="16393"/>
                  </a:lnTo>
                  <a:lnTo>
                    <a:pt x="426228" y="16393"/>
                  </a:lnTo>
                  <a:lnTo>
                    <a:pt x="431146" y="16393"/>
                  </a:lnTo>
                  <a:lnTo>
                    <a:pt x="436064" y="16393"/>
                  </a:lnTo>
                  <a:lnTo>
                    <a:pt x="440982" y="16393"/>
                  </a:lnTo>
                  <a:lnTo>
                    <a:pt x="444260" y="16393"/>
                  </a:lnTo>
                  <a:lnTo>
                    <a:pt x="449178" y="16393"/>
                  </a:lnTo>
                  <a:lnTo>
                    <a:pt x="454096" y="16393"/>
                  </a:lnTo>
                  <a:lnTo>
                    <a:pt x="454096" y="16393"/>
                  </a:lnTo>
                  <a:lnTo>
                    <a:pt x="459014" y="16393"/>
                  </a:lnTo>
                  <a:lnTo>
                    <a:pt x="463932" y="16393"/>
                  </a:lnTo>
                  <a:lnTo>
                    <a:pt x="468850" y="16393"/>
                  </a:lnTo>
                  <a:lnTo>
                    <a:pt x="472129" y="16393"/>
                  </a:lnTo>
                  <a:lnTo>
                    <a:pt x="475408" y="16393"/>
                  </a:lnTo>
                  <a:lnTo>
                    <a:pt x="480326" y="16393"/>
                  </a:lnTo>
                  <a:lnTo>
                    <a:pt x="483604" y="16393"/>
                  </a:lnTo>
                  <a:lnTo>
                    <a:pt x="485244" y="16393"/>
                  </a:lnTo>
                  <a:lnTo>
                    <a:pt x="490162" y="16393"/>
                  </a:lnTo>
                  <a:lnTo>
                    <a:pt x="493440" y="16393"/>
                  </a:lnTo>
                  <a:lnTo>
                    <a:pt x="495080" y="16393"/>
                  </a:lnTo>
                  <a:lnTo>
                    <a:pt x="499998" y="16393"/>
                  </a:lnTo>
                  <a:lnTo>
                    <a:pt x="504916" y="16393"/>
                  </a:lnTo>
                  <a:lnTo>
                    <a:pt x="508194" y="16393"/>
                  </a:lnTo>
                  <a:lnTo>
                    <a:pt x="513112" y="16393"/>
                  </a:lnTo>
                  <a:lnTo>
                    <a:pt x="518030" y="16393"/>
                  </a:lnTo>
                  <a:lnTo>
                    <a:pt x="522948" y="16393"/>
                  </a:lnTo>
                  <a:lnTo>
                    <a:pt x="522948" y="16393"/>
                  </a:lnTo>
                  <a:lnTo>
                    <a:pt x="527866" y="16393"/>
                  </a:lnTo>
                  <a:lnTo>
                    <a:pt x="529506" y="16393"/>
                  </a:lnTo>
                  <a:lnTo>
                    <a:pt x="532784" y="16393"/>
                  </a:lnTo>
                  <a:lnTo>
                    <a:pt x="537703" y="16393"/>
                  </a:lnTo>
                  <a:lnTo>
                    <a:pt x="540981" y="16393"/>
                  </a:lnTo>
                  <a:lnTo>
                    <a:pt x="545899" y="16393"/>
                  </a:lnTo>
                  <a:lnTo>
                    <a:pt x="550817" y="16393"/>
                  </a:lnTo>
                  <a:lnTo>
                    <a:pt x="554096" y="16393"/>
                  </a:lnTo>
                  <a:lnTo>
                    <a:pt x="557375" y="16393"/>
                  </a:lnTo>
                  <a:lnTo>
                    <a:pt x="562293" y="16393"/>
                  </a:lnTo>
                  <a:lnTo>
                    <a:pt x="563932" y="16393"/>
                  </a:lnTo>
                  <a:lnTo>
                    <a:pt x="568850" y="16393"/>
                  </a:lnTo>
                  <a:lnTo>
                    <a:pt x="573768" y="16393"/>
                  </a:lnTo>
                  <a:lnTo>
                    <a:pt x="577047" y="16393"/>
                  </a:lnTo>
                  <a:lnTo>
                    <a:pt x="581965" y="16393"/>
                  </a:lnTo>
                  <a:lnTo>
                    <a:pt x="583604" y="16393"/>
                  </a:lnTo>
                  <a:lnTo>
                    <a:pt x="586883" y="16393"/>
                  </a:lnTo>
                  <a:lnTo>
                    <a:pt x="591801" y="16393"/>
                  </a:lnTo>
                  <a:lnTo>
                    <a:pt x="595079" y="16393"/>
                  </a:lnTo>
                  <a:lnTo>
                    <a:pt x="599997" y="16393"/>
                  </a:lnTo>
                  <a:lnTo>
                    <a:pt x="604915" y="16393"/>
                  </a:lnTo>
                  <a:lnTo>
                    <a:pt x="609833" y="16393"/>
                  </a:lnTo>
                  <a:lnTo>
                    <a:pt x="613112" y="16393"/>
                  </a:lnTo>
                  <a:lnTo>
                    <a:pt x="618030" y="16393"/>
                  </a:lnTo>
                  <a:lnTo>
                    <a:pt x="622948" y="16393"/>
                  </a:lnTo>
                  <a:lnTo>
                    <a:pt x="626227" y="16393"/>
                  </a:lnTo>
                  <a:lnTo>
                    <a:pt x="631145" y="16393"/>
                  </a:lnTo>
                  <a:lnTo>
                    <a:pt x="636063" y="16393"/>
                  </a:lnTo>
                  <a:lnTo>
                    <a:pt x="640981" y="16393"/>
                  </a:lnTo>
                  <a:lnTo>
                    <a:pt x="644259" y="16393"/>
                  </a:lnTo>
                  <a:lnTo>
                    <a:pt x="645899" y="16393"/>
                  </a:lnTo>
                  <a:lnTo>
                    <a:pt x="650817" y="16393"/>
                  </a:lnTo>
                  <a:lnTo>
                    <a:pt x="654095" y="16393"/>
                  </a:lnTo>
                  <a:lnTo>
                    <a:pt x="659013" y="16393"/>
                  </a:lnTo>
                  <a:lnTo>
                    <a:pt x="663931" y="16393"/>
                  </a:lnTo>
                  <a:lnTo>
                    <a:pt x="667210" y="16393"/>
                  </a:lnTo>
                  <a:lnTo>
                    <a:pt x="670489" y="16393"/>
                  </a:lnTo>
                  <a:lnTo>
                    <a:pt x="675407" y="16393"/>
                  </a:lnTo>
                  <a:lnTo>
                    <a:pt x="680325" y="16393"/>
                  </a:lnTo>
                  <a:lnTo>
                    <a:pt x="683603" y="16393"/>
                  </a:lnTo>
                  <a:lnTo>
                    <a:pt x="688521" y="16393"/>
                  </a:lnTo>
                  <a:lnTo>
                    <a:pt x="693440" y="16393"/>
                  </a:lnTo>
                  <a:lnTo>
                    <a:pt x="698357" y="16393"/>
                  </a:lnTo>
                  <a:lnTo>
                    <a:pt x="701636" y="16393"/>
                  </a:lnTo>
                  <a:lnTo>
                    <a:pt x="706554" y="16393"/>
                  </a:lnTo>
                  <a:lnTo>
                    <a:pt x="711472" y="16393"/>
                  </a:lnTo>
                  <a:lnTo>
                    <a:pt x="713112" y="16393"/>
                  </a:lnTo>
                  <a:lnTo>
                    <a:pt x="714751" y="16393"/>
                  </a:lnTo>
                  <a:lnTo>
                    <a:pt x="718030" y="16393"/>
                  </a:lnTo>
                  <a:lnTo>
                    <a:pt x="722948" y="16393"/>
                  </a:lnTo>
                  <a:lnTo>
                    <a:pt x="726226" y="16393"/>
                  </a:lnTo>
                  <a:lnTo>
                    <a:pt x="731144" y="16393"/>
                  </a:lnTo>
                  <a:lnTo>
                    <a:pt x="732784" y="16393"/>
                  </a:lnTo>
                  <a:lnTo>
                    <a:pt x="737702" y="16393"/>
                  </a:lnTo>
                  <a:lnTo>
                    <a:pt x="740980" y="16393"/>
                  </a:lnTo>
                  <a:lnTo>
                    <a:pt x="745898" y="16393"/>
                  </a:lnTo>
                  <a:lnTo>
                    <a:pt x="750816" y="16393"/>
                  </a:lnTo>
                  <a:lnTo>
                    <a:pt x="754095" y="16393"/>
                  </a:lnTo>
                  <a:lnTo>
                    <a:pt x="759013" y="16393"/>
                  </a:lnTo>
                  <a:lnTo>
                    <a:pt x="763931" y="16393"/>
                  </a:lnTo>
                  <a:lnTo>
                    <a:pt x="768849" y="16393"/>
                  </a:lnTo>
                  <a:lnTo>
                    <a:pt x="773767" y="16393"/>
                  </a:lnTo>
                  <a:lnTo>
                    <a:pt x="777046" y="16393"/>
                  </a:lnTo>
                  <a:lnTo>
                    <a:pt x="781964" y="16393"/>
                  </a:lnTo>
                  <a:lnTo>
                    <a:pt x="786882" y="16393"/>
                  </a:lnTo>
                  <a:lnTo>
                    <a:pt x="790160" y="16393"/>
                  </a:lnTo>
                  <a:lnTo>
                    <a:pt x="795078" y="16393"/>
                  </a:lnTo>
                  <a:lnTo>
                    <a:pt x="799996" y="16393"/>
                  </a:lnTo>
                  <a:lnTo>
                    <a:pt x="804914" y="16393"/>
                  </a:lnTo>
                  <a:lnTo>
                    <a:pt x="808193" y="16393"/>
                  </a:lnTo>
                  <a:lnTo>
                    <a:pt x="813111" y="16393"/>
                  </a:lnTo>
                  <a:lnTo>
                    <a:pt x="818029" y="16393"/>
                  </a:lnTo>
                  <a:lnTo>
                    <a:pt x="822947" y="16393"/>
                  </a:lnTo>
                  <a:lnTo>
                    <a:pt x="824586" y="16393"/>
                  </a:lnTo>
                  <a:lnTo>
                    <a:pt x="827865" y="16393"/>
                  </a:lnTo>
                  <a:lnTo>
                    <a:pt x="832783" y="16393"/>
                  </a:lnTo>
                  <a:lnTo>
                    <a:pt x="837701" y="16393"/>
                  </a:lnTo>
                  <a:lnTo>
                    <a:pt x="840980" y="16393"/>
                  </a:lnTo>
                  <a:lnTo>
                    <a:pt x="844258" y="16393"/>
                  </a:lnTo>
                  <a:lnTo>
                    <a:pt x="847537" y="16393"/>
                  </a:lnTo>
                  <a:lnTo>
                    <a:pt x="852455" y="16393"/>
                  </a:lnTo>
                  <a:lnTo>
                    <a:pt x="857373" y="16393"/>
                  </a:lnTo>
                  <a:lnTo>
                    <a:pt x="862291" y="16393"/>
                  </a:lnTo>
                  <a:lnTo>
                    <a:pt x="867209" y="16393"/>
                  </a:lnTo>
                  <a:lnTo>
                    <a:pt x="870488" y="16393"/>
                  </a:lnTo>
                  <a:lnTo>
                    <a:pt x="875406" y="16393"/>
                  </a:lnTo>
                  <a:lnTo>
                    <a:pt x="880324" y="16393"/>
                  </a:lnTo>
                  <a:lnTo>
                    <a:pt x="883602" y="16393"/>
                  </a:lnTo>
                  <a:lnTo>
                    <a:pt x="888520" y="16393"/>
                  </a:lnTo>
                  <a:lnTo>
                    <a:pt x="893439" y="16393"/>
                  </a:lnTo>
                  <a:lnTo>
                    <a:pt x="896717" y="16393"/>
                  </a:lnTo>
                  <a:lnTo>
                    <a:pt x="901635" y="16393"/>
                  </a:lnTo>
                  <a:lnTo>
                    <a:pt x="904914" y="16393"/>
                  </a:lnTo>
                  <a:lnTo>
                    <a:pt x="909832" y="16393"/>
                  </a:lnTo>
                  <a:lnTo>
                    <a:pt x="914750" y="16393"/>
                  </a:lnTo>
                  <a:lnTo>
                    <a:pt x="919668" y="16393"/>
                  </a:lnTo>
                  <a:lnTo>
                    <a:pt x="922947" y="16393"/>
                  </a:lnTo>
                  <a:lnTo>
                    <a:pt x="927865" y="16393"/>
                  </a:lnTo>
                  <a:lnTo>
                    <a:pt x="932783" y="16393"/>
                  </a:lnTo>
                  <a:lnTo>
                    <a:pt x="934422" y="16393"/>
                  </a:lnTo>
                  <a:lnTo>
                    <a:pt x="937701" y="16393"/>
                  </a:lnTo>
                  <a:lnTo>
                    <a:pt x="942619" y="16393"/>
                  </a:lnTo>
                  <a:lnTo>
                    <a:pt x="947537" y="16393"/>
                  </a:lnTo>
                  <a:lnTo>
                    <a:pt x="952455" y="16393"/>
                  </a:lnTo>
                  <a:lnTo>
                    <a:pt x="955733" y="16393"/>
                  </a:lnTo>
                  <a:lnTo>
                    <a:pt x="960651" y="16393"/>
                  </a:lnTo>
                  <a:lnTo>
                    <a:pt x="965569" y="16393"/>
                  </a:lnTo>
                  <a:lnTo>
                    <a:pt x="970487" y="16393"/>
                  </a:lnTo>
                  <a:lnTo>
                    <a:pt x="973766" y="16393"/>
                  </a:lnTo>
                  <a:lnTo>
                    <a:pt x="978684" y="16393"/>
                  </a:lnTo>
                  <a:lnTo>
                    <a:pt x="983602" y="16393"/>
                  </a:lnTo>
                  <a:lnTo>
                    <a:pt x="986881" y="16393"/>
                  </a:lnTo>
                  <a:lnTo>
                    <a:pt x="991799" y="16393"/>
                  </a:lnTo>
                  <a:lnTo>
                    <a:pt x="993438" y="16393"/>
                  </a:lnTo>
                  <a:lnTo>
                    <a:pt x="998356" y="16393"/>
                  </a:lnTo>
                  <a:lnTo>
                    <a:pt x="1001635" y="16393"/>
                  </a:lnTo>
                  <a:lnTo>
                    <a:pt x="1003274" y="16393"/>
                  </a:lnTo>
                  <a:lnTo>
                    <a:pt x="1008192" y="16393"/>
                  </a:lnTo>
                  <a:lnTo>
                    <a:pt x="1011471" y="16393"/>
                  </a:lnTo>
                  <a:lnTo>
                    <a:pt x="1016389" y="16393"/>
                  </a:lnTo>
                  <a:lnTo>
                    <a:pt x="1021307" y="16393"/>
                  </a:lnTo>
                  <a:lnTo>
                    <a:pt x="1022946" y="16393"/>
                  </a:lnTo>
                  <a:lnTo>
                    <a:pt x="1027864" y="16393"/>
                  </a:lnTo>
                  <a:lnTo>
                    <a:pt x="1032782" y="16393"/>
                  </a:lnTo>
                  <a:lnTo>
                    <a:pt x="1037700" y="16393"/>
                  </a:lnTo>
                  <a:lnTo>
                    <a:pt x="1037700" y="16393"/>
                  </a:lnTo>
                  <a:lnTo>
                    <a:pt x="1040979" y="16393"/>
                  </a:lnTo>
                  <a:lnTo>
                    <a:pt x="1045897" y="16393"/>
                  </a:lnTo>
                  <a:lnTo>
                    <a:pt x="1050815" y="16393"/>
                  </a:lnTo>
                  <a:lnTo>
                    <a:pt x="1055733" y="16393"/>
                  </a:lnTo>
                  <a:lnTo>
                    <a:pt x="1059012" y="16393"/>
                  </a:lnTo>
                  <a:lnTo>
                    <a:pt x="1063930" y="16393"/>
                  </a:lnTo>
                  <a:lnTo>
                    <a:pt x="1068848" y="16393"/>
                  </a:lnTo>
                  <a:lnTo>
                    <a:pt x="1068848" y="16393"/>
                  </a:lnTo>
                  <a:lnTo>
                    <a:pt x="1073766" y="16393"/>
                  </a:lnTo>
                  <a:lnTo>
                    <a:pt x="1078684" y="16393"/>
                  </a:lnTo>
                  <a:lnTo>
                    <a:pt x="1083602" y="16393"/>
                  </a:lnTo>
                  <a:lnTo>
                    <a:pt x="1088520" y="16393"/>
                  </a:lnTo>
                  <a:lnTo>
                    <a:pt x="1091798" y="16393"/>
                  </a:lnTo>
                  <a:lnTo>
                    <a:pt x="1096716" y="16393"/>
                  </a:lnTo>
                  <a:lnTo>
                    <a:pt x="1101634" y="16393"/>
                  </a:lnTo>
                  <a:lnTo>
                    <a:pt x="1104913" y="16393"/>
                  </a:lnTo>
                  <a:lnTo>
                    <a:pt x="1109831" y="16393"/>
                  </a:lnTo>
                  <a:lnTo>
                    <a:pt x="1114749" y="16393"/>
                  </a:lnTo>
                  <a:lnTo>
                    <a:pt x="1119667" y="16393"/>
                  </a:lnTo>
                  <a:lnTo>
                    <a:pt x="1124585" y="16393"/>
                  </a:lnTo>
                  <a:lnTo>
                    <a:pt x="1127864" y="16393"/>
                  </a:lnTo>
                  <a:lnTo>
                    <a:pt x="1129503" y="16393"/>
                  </a:lnTo>
                  <a:lnTo>
                    <a:pt x="1134421" y="16393"/>
                  </a:lnTo>
                  <a:lnTo>
                    <a:pt x="1137700" y="16393"/>
                  </a:lnTo>
                  <a:lnTo>
                    <a:pt x="1140979" y="16393"/>
                  </a:lnTo>
                  <a:lnTo>
                    <a:pt x="1145896" y="16393"/>
                  </a:lnTo>
                  <a:lnTo>
                    <a:pt x="1150814" y="16393"/>
                  </a:lnTo>
                  <a:lnTo>
                    <a:pt x="1155732" y="16393"/>
                  </a:lnTo>
                  <a:lnTo>
                    <a:pt x="1159011" y="16393"/>
                  </a:lnTo>
                  <a:lnTo>
                    <a:pt x="1162290" y="16393"/>
                  </a:lnTo>
                  <a:lnTo>
                    <a:pt x="1163929" y="16393"/>
                  </a:lnTo>
                  <a:lnTo>
                    <a:pt x="1163929" y="16393"/>
                  </a:lnTo>
                  <a:lnTo>
                    <a:pt x="1168847" y="16393"/>
                  </a:lnTo>
                  <a:lnTo>
                    <a:pt x="1172126" y="16393"/>
                  </a:lnTo>
                  <a:lnTo>
                    <a:pt x="1177044" y="16393"/>
                  </a:lnTo>
                  <a:lnTo>
                    <a:pt x="1181962" y="16393"/>
                  </a:lnTo>
                  <a:lnTo>
                    <a:pt x="1186880" y="16393"/>
                  </a:lnTo>
                  <a:lnTo>
                    <a:pt x="1191798" y="16393"/>
                  </a:lnTo>
                  <a:lnTo>
                    <a:pt x="1195076" y="16393"/>
                  </a:lnTo>
                  <a:lnTo>
                    <a:pt x="1199995" y="16393"/>
                  </a:lnTo>
                  <a:lnTo>
                    <a:pt x="1204913" y="16393"/>
                  </a:lnTo>
                  <a:lnTo>
                    <a:pt x="1209831" y="16393"/>
                  </a:lnTo>
                  <a:lnTo>
                    <a:pt x="1213109" y="16393"/>
                  </a:lnTo>
                  <a:lnTo>
                    <a:pt x="1218027" y="16393"/>
                  </a:lnTo>
                  <a:lnTo>
                    <a:pt x="1222945" y="16393"/>
                  </a:lnTo>
                  <a:lnTo>
                    <a:pt x="1226224" y="16393"/>
                  </a:lnTo>
                  <a:lnTo>
                    <a:pt x="1229503" y="16393"/>
                  </a:lnTo>
                  <a:lnTo>
                    <a:pt x="1232781" y="16393"/>
                  </a:lnTo>
                  <a:lnTo>
                    <a:pt x="1236060" y="11475"/>
                  </a:lnTo>
                  <a:lnTo>
                    <a:pt x="1237699" y="8197"/>
                  </a:lnTo>
                  <a:lnTo>
                    <a:pt x="1239339" y="4918"/>
                  </a:lnTo>
                  <a:lnTo>
                    <a:pt x="1242617" y="0"/>
                  </a:lnTo>
                  <a:lnTo>
                    <a:pt x="1242617" y="0"/>
                  </a:lnTo>
                  <a:lnTo>
                    <a:pt x="1244257" y="1639"/>
                  </a:lnTo>
                  <a:lnTo>
                    <a:pt x="1245896" y="1639"/>
                  </a:lnTo>
                  <a:lnTo>
                    <a:pt x="1249175" y="1639"/>
                  </a:lnTo>
                  <a:lnTo>
                    <a:pt x="1250814" y="4918"/>
                  </a:lnTo>
                  <a:lnTo>
                    <a:pt x="1249175" y="8197"/>
                  </a:lnTo>
                  <a:lnTo>
                    <a:pt x="1247535" y="11475"/>
                  </a:lnTo>
                  <a:lnTo>
                    <a:pt x="1247535" y="16393"/>
                  </a:lnTo>
                  <a:lnTo>
                    <a:pt x="1245896" y="19672"/>
                  </a:lnTo>
                  <a:lnTo>
                    <a:pt x="1244257" y="22951"/>
                  </a:lnTo>
                  <a:lnTo>
                    <a:pt x="1244257" y="26229"/>
                  </a:lnTo>
                  <a:lnTo>
                    <a:pt x="1245896" y="27869"/>
                  </a:lnTo>
                  <a:lnTo>
                    <a:pt x="1249175" y="29508"/>
                  </a:lnTo>
                  <a:lnTo>
                    <a:pt x="1254093" y="29508"/>
                  </a:lnTo>
                  <a:lnTo>
                    <a:pt x="1257371" y="31147"/>
                  </a:lnTo>
                  <a:lnTo>
                    <a:pt x="1260650" y="31147"/>
                  </a:lnTo>
                  <a:lnTo>
                    <a:pt x="1265568" y="31147"/>
                  </a:lnTo>
                  <a:lnTo>
                    <a:pt x="1268847" y="32787"/>
                  </a:lnTo>
                  <a:lnTo>
                    <a:pt x="1267207" y="36065"/>
                  </a:lnTo>
                  <a:lnTo>
                    <a:pt x="1272125" y="36065"/>
                  </a:lnTo>
                  <a:lnTo>
                    <a:pt x="1275404" y="36065"/>
                  </a:lnTo>
                  <a:lnTo>
                    <a:pt x="1278683" y="36065"/>
                  </a:lnTo>
                  <a:lnTo>
                    <a:pt x="1283601" y="32787"/>
                  </a:lnTo>
                  <a:lnTo>
                    <a:pt x="1283601" y="32787"/>
                  </a:lnTo>
                  <a:lnTo>
                    <a:pt x="1283601" y="32787"/>
                  </a:lnTo>
                  <a:lnTo>
                    <a:pt x="1285240" y="32787"/>
                  </a:lnTo>
                  <a:lnTo>
                    <a:pt x="1288519" y="31147"/>
                  </a:lnTo>
                  <a:lnTo>
                    <a:pt x="1291797" y="32787"/>
                  </a:lnTo>
                  <a:lnTo>
                    <a:pt x="1296716" y="32787"/>
                  </a:lnTo>
                  <a:lnTo>
                    <a:pt x="1299994" y="34426"/>
                  </a:lnTo>
                  <a:lnTo>
                    <a:pt x="1303273" y="36065"/>
                  </a:lnTo>
                  <a:lnTo>
                    <a:pt x="1308191" y="36065"/>
                  </a:lnTo>
                  <a:lnTo>
                    <a:pt x="1306551" y="39344"/>
                  </a:lnTo>
                  <a:lnTo>
                    <a:pt x="1311469" y="40983"/>
                  </a:lnTo>
                  <a:lnTo>
                    <a:pt x="1308191" y="45901"/>
                  </a:lnTo>
                  <a:lnTo>
                    <a:pt x="1311469" y="49180"/>
                  </a:lnTo>
                  <a:lnTo>
                    <a:pt x="1313109" y="47541"/>
                  </a:lnTo>
                  <a:lnTo>
                    <a:pt x="1314748" y="44262"/>
                  </a:lnTo>
                  <a:lnTo>
                    <a:pt x="1319666" y="44262"/>
                  </a:lnTo>
                  <a:lnTo>
                    <a:pt x="1322945" y="47541"/>
                  </a:lnTo>
                  <a:lnTo>
                    <a:pt x="1326223" y="50820"/>
                  </a:lnTo>
                  <a:lnTo>
                    <a:pt x="1329502" y="50820"/>
                  </a:lnTo>
                  <a:lnTo>
                    <a:pt x="1329502" y="54098"/>
                  </a:lnTo>
                  <a:lnTo>
                    <a:pt x="1331141" y="54098"/>
                  </a:lnTo>
                  <a:lnTo>
                    <a:pt x="1332781" y="57377"/>
                  </a:lnTo>
                  <a:lnTo>
                    <a:pt x="1336060" y="57377"/>
                  </a:lnTo>
                  <a:lnTo>
                    <a:pt x="1336060" y="57377"/>
                  </a:lnTo>
                  <a:lnTo>
                    <a:pt x="1339338" y="57377"/>
                  </a:lnTo>
                  <a:lnTo>
                    <a:pt x="1342617" y="55737"/>
                  </a:lnTo>
                  <a:lnTo>
                    <a:pt x="1345896" y="54098"/>
                  </a:lnTo>
                  <a:lnTo>
                    <a:pt x="1349174" y="52459"/>
                  </a:lnTo>
                  <a:lnTo>
                    <a:pt x="1354092" y="50820"/>
                  </a:lnTo>
                  <a:lnTo>
                    <a:pt x="1354092" y="50820"/>
                  </a:lnTo>
                  <a:lnTo>
                    <a:pt x="1357371" y="49180"/>
                  </a:lnTo>
                  <a:lnTo>
                    <a:pt x="1362289" y="49180"/>
                  </a:lnTo>
                  <a:lnTo>
                    <a:pt x="1360650" y="50820"/>
                  </a:lnTo>
                  <a:lnTo>
                    <a:pt x="1360650" y="50820"/>
                  </a:lnTo>
                  <a:lnTo>
                    <a:pt x="1360650" y="50820"/>
                  </a:lnTo>
                  <a:lnTo>
                    <a:pt x="1362289" y="55737"/>
                  </a:lnTo>
                  <a:lnTo>
                    <a:pt x="1365568" y="54098"/>
                  </a:lnTo>
                  <a:lnTo>
                    <a:pt x="1370486" y="54098"/>
                  </a:lnTo>
                  <a:lnTo>
                    <a:pt x="1373764" y="54098"/>
                  </a:lnTo>
                  <a:lnTo>
                    <a:pt x="1377043" y="54098"/>
                  </a:lnTo>
                  <a:lnTo>
                    <a:pt x="1381961" y="54098"/>
                  </a:lnTo>
                  <a:lnTo>
                    <a:pt x="1385240" y="54098"/>
                  </a:lnTo>
                  <a:lnTo>
                    <a:pt x="1385240" y="57377"/>
                  </a:lnTo>
                  <a:lnTo>
                    <a:pt x="1388518" y="59016"/>
                  </a:lnTo>
                  <a:lnTo>
                    <a:pt x="1393436" y="57377"/>
                  </a:lnTo>
                  <a:lnTo>
                    <a:pt x="1396715" y="59016"/>
                  </a:lnTo>
                  <a:lnTo>
                    <a:pt x="1398354" y="59016"/>
                  </a:lnTo>
                  <a:lnTo>
                    <a:pt x="1395076" y="60655"/>
                  </a:lnTo>
                  <a:lnTo>
                    <a:pt x="1391797" y="62295"/>
                  </a:lnTo>
                  <a:lnTo>
                    <a:pt x="1388518" y="63934"/>
                  </a:lnTo>
                  <a:lnTo>
                    <a:pt x="1383600" y="65573"/>
                  </a:lnTo>
                  <a:lnTo>
                    <a:pt x="1381961" y="65573"/>
                  </a:lnTo>
                  <a:lnTo>
                    <a:pt x="1377043" y="67213"/>
                  </a:lnTo>
                  <a:lnTo>
                    <a:pt x="1373764" y="68852"/>
                  </a:lnTo>
                  <a:lnTo>
                    <a:pt x="1370486" y="68852"/>
                  </a:lnTo>
                  <a:lnTo>
                    <a:pt x="1365568" y="70492"/>
                  </a:lnTo>
                  <a:lnTo>
                    <a:pt x="1362289" y="70492"/>
                  </a:lnTo>
                  <a:lnTo>
                    <a:pt x="1359010" y="72131"/>
                  </a:lnTo>
                  <a:lnTo>
                    <a:pt x="1354092" y="73770"/>
                  </a:lnTo>
                  <a:lnTo>
                    <a:pt x="1350813" y="75410"/>
                  </a:lnTo>
                  <a:lnTo>
                    <a:pt x="1347535" y="77049"/>
                  </a:lnTo>
                  <a:lnTo>
                    <a:pt x="1342617" y="78688"/>
                  </a:lnTo>
                  <a:lnTo>
                    <a:pt x="1339338" y="81967"/>
                  </a:lnTo>
                  <a:lnTo>
                    <a:pt x="1336060" y="83606"/>
                  </a:lnTo>
                  <a:lnTo>
                    <a:pt x="1331141" y="85245"/>
                  </a:lnTo>
                  <a:lnTo>
                    <a:pt x="1327863" y="88524"/>
                  </a:lnTo>
                  <a:lnTo>
                    <a:pt x="1324584" y="90164"/>
                  </a:lnTo>
                  <a:lnTo>
                    <a:pt x="1319666" y="93442"/>
                  </a:lnTo>
                  <a:lnTo>
                    <a:pt x="1316388" y="95082"/>
                  </a:lnTo>
                  <a:lnTo>
                    <a:pt x="1313109" y="96721"/>
                  </a:lnTo>
                  <a:lnTo>
                    <a:pt x="1309830" y="100000"/>
                  </a:lnTo>
                  <a:lnTo>
                    <a:pt x="1304912" y="101639"/>
                  </a:lnTo>
                  <a:lnTo>
                    <a:pt x="1301633" y="103278"/>
                  </a:lnTo>
                  <a:lnTo>
                    <a:pt x="1298355" y="104917"/>
                  </a:lnTo>
                  <a:lnTo>
                    <a:pt x="1293437" y="106557"/>
                  </a:lnTo>
                  <a:lnTo>
                    <a:pt x="1290158" y="109836"/>
                  </a:lnTo>
                  <a:lnTo>
                    <a:pt x="1286879" y="111475"/>
                  </a:lnTo>
                  <a:lnTo>
                    <a:pt x="1285240" y="111475"/>
                  </a:lnTo>
                  <a:lnTo>
                    <a:pt x="1290158" y="116393"/>
                  </a:lnTo>
                  <a:lnTo>
                    <a:pt x="1293437" y="114754"/>
                  </a:lnTo>
                  <a:lnTo>
                    <a:pt x="1296716" y="114754"/>
                  </a:lnTo>
                  <a:lnTo>
                    <a:pt x="1299994" y="113114"/>
                  </a:lnTo>
                  <a:lnTo>
                    <a:pt x="1304912" y="113114"/>
                  </a:lnTo>
                  <a:lnTo>
                    <a:pt x="1308191" y="111475"/>
                  </a:lnTo>
                  <a:lnTo>
                    <a:pt x="1311469" y="109836"/>
                  </a:lnTo>
                  <a:lnTo>
                    <a:pt x="1314748" y="109836"/>
                  </a:lnTo>
                  <a:lnTo>
                    <a:pt x="1319666" y="106557"/>
                  </a:lnTo>
                  <a:lnTo>
                    <a:pt x="1322945" y="106557"/>
                  </a:lnTo>
                  <a:lnTo>
                    <a:pt x="1326223" y="104917"/>
                  </a:lnTo>
                  <a:lnTo>
                    <a:pt x="1331141" y="104917"/>
                  </a:lnTo>
                  <a:lnTo>
                    <a:pt x="1334420" y="104917"/>
                  </a:lnTo>
                  <a:lnTo>
                    <a:pt x="1332781" y="108196"/>
                  </a:lnTo>
                  <a:lnTo>
                    <a:pt x="1329502" y="111475"/>
                  </a:lnTo>
                  <a:lnTo>
                    <a:pt x="1327863" y="114754"/>
                  </a:lnTo>
                  <a:lnTo>
                    <a:pt x="1322945" y="118032"/>
                  </a:lnTo>
                  <a:lnTo>
                    <a:pt x="1326223" y="118032"/>
                  </a:lnTo>
                  <a:lnTo>
                    <a:pt x="1331141" y="116393"/>
                  </a:lnTo>
                  <a:lnTo>
                    <a:pt x="1334420" y="119672"/>
                  </a:lnTo>
                  <a:lnTo>
                    <a:pt x="1337699" y="121311"/>
                  </a:lnTo>
                  <a:lnTo>
                    <a:pt x="1339338" y="119672"/>
                  </a:lnTo>
                  <a:lnTo>
                    <a:pt x="1342617" y="118032"/>
                  </a:lnTo>
                  <a:lnTo>
                    <a:pt x="1347535" y="118032"/>
                  </a:lnTo>
                  <a:lnTo>
                    <a:pt x="1350813" y="116393"/>
                  </a:lnTo>
                  <a:lnTo>
                    <a:pt x="1355731" y="116393"/>
                  </a:lnTo>
                  <a:lnTo>
                    <a:pt x="1355731" y="114754"/>
                  </a:lnTo>
                  <a:lnTo>
                    <a:pt x="1360650" y="113114"/>
                  </a:lnTo>
                  <a:lnTo>
                    <a:pt x="1363928" y="109836"/>
                  </a:lnTo>
                  <a:lnTo>
                    <a:pt x="1367207" y="109836"/>
                  </a:lnTo>
                  <a:lnTo>
                    <a:pt x="1372125" y="109836"/>
                  </a:lnTo>
                  <a:lnTo>
                    <a:pt x="1375403" y="108196"/>
                  </a:lnTo>
                  <a:lnTo>
                    <a:pt x="1378682" y="108196"/>
                  </a:lnTo>
                  <a:lnTo>
                    <a:pt x="1381961" y="108196"/>
                  </a:lnTo>
                  <a:lnTo>
                    <a:pt x="1386879" y="106557"/>
                  </a:lnTo>
                  <a:lnTo>
                    <a:pt x="1390158" y="103278"/>
                  </a:lnTo>
                  <a:lnTo>
                    <a:pt x="1395076" y="103278"/>
                  </a:lnTo>
                  <a:lnTo>
                    <a:pt x="1398354" y="101639"/>
                  </a:lnTo>
                  <a:lnTo>
                    <a:pt x="1401633" y="98360"/>
                  </a:lnTo>
                  <a:lnTo>
                    <a:pt x="1404912" y="96721"/>
                  </a:lnTo>
                  <a:lnTo>
                    <a:pt x="1409830" y="95082"/>
                  </a:lnTo>
                  <a:lnTo>
                    <a:pt x="1413108" y="91803"/>
                  </a:lnTo>
                  <a:lnTo>
                    <a:pt x="1413108" y="96721"/>
                  </a:lnTo>
                  <a:lnTo>
                    <a:pt x="1414748" y="100000"/>
                  </a:lnTo>
                  <a:lnTo>
                    <a:pt x="1414748" y="103278"/>
                  </a:lnTo>
                  <a:lnTo>
                    <a:pt x="1413108" y="106557"/>
                  </a:lnTo>
                  <a:lnTo>
                    <a:pt x="1411469" y="111475"/>
                  </a:lnTo>
                  <a:lnTo>
                    <a:pt x="1414748" y="108196"/>
                  </a:lnTo>
                  <a:lnTo>
                    <a:pt x="1418026" y="106557"/>
                  </a:lnTo>
                  <a:lnTo>
                    <a:pt x="1422944" y="104917"/>
                  </a:lnTo>
                  <a:lnTo>
                    <a:pt x="1419666" y="108196"/>
                  </a:lnTo>
                  <a:lnTo>
                    <a:pt x="1422944" y="106557"/>
                  </a:lnTo>
                  <a:lnTo>
                    <a:pt x="1426223" y="104917"/>
                  </a:lnTo>
                  <a:lnTo>
                    <a:pt x="1429502" y="106557"/>
                  </a:lnTo>
                  <a:lnTo>
                    <a:pt x="1434420" y="106557"/>
                  </a:lnTo>
                  <a:lnTo>
                    <a:pt x="1437698" y="109836"/>
                  </a:lnTo>
                  <a:lnTo>
                    <a:pt x="1439338" y="113114"/>
                  </a:lnTo>
                  <a:lnTo>
                    <a:pt x="1440977" y="116393"/>
                  </a:lnTo>
                  <a:lnTo>
                    <a:pt x="1442616" y="121311"/>
                  </a:lnTo>
                  <a:lnTo>
                    <a:pt x="1445895" y="122950"/>
                  </a:lnTo>
                  <a:lnTo>
                    <a:pt x="1450813" y="122950"/>
                  </a:lnTo>
                  <a:lnTo>
                    <a:pt x="1454092" y="121311"/>
                  </a:lnTo>
                  <a:lnTo>
                    <a:pt x="1459010" y="124590"/>
                  </a:lnTo>
                  <a:lnTo>
                    <a:pt x="1462288" y="124590"/>
                  </a:lnTo>
                  <a:lnTo>
                    <a:pt x="1465567" y="126229"/>
                  </a:lnTo>
                  <a:lnTo>
                    <a:pt x="1467206" y="124590"/>
                  </a:lnTo>
                  <a:lnTo>
                    <a:pt x="1468846" y="124590"/>
                  </a:lnTo>
                  <a:lnTo>
                    <a:pt x="1473764" y="121311"/>
                  </a:lnTo>
                  <a:lnTo>
                    <a:pt x="1477043" y="121311"/>
                  </a:lnTo>
                  <a:lnTo>
                    <a:pt x="1480321" y="119672"/>
                  </a:lnTo>
                  <a:lnTo>
                    <a:pt x="1483600" y="118032"/>
                  </a:lnTo>
                  <a:lnTo>
                    <a:pt x="1488518" y="116393"/>
                  </a:lnTo>
                  <a:lnTo>
                    <a:pt x="1491796" y="116393"/>
                  </a:lnTo>
                  <a:lnTo>
                    <a:pt x="1495075" y="114754"/>
                  </a:lnTo>
                  <a:lnTo>
                    <a:pt x="1499993" y="114754"/>
                  </a:lnTo>
                  <a:lnTo>
                    <a:pt x="1503272" y="114754"/>
                  </a:lnTo>
                  <a:lnTo>
                    <a:pt x="1506550" y="116393"/>
                  </a:lnTo>
                  <a:lnTo>
                    <a:pt x="1511468" y="116393"/>
                  </a:lnTo>
                  <a:lnTo>
                    <a:pt x="1514747" y="114754"/>
                  </a:lnTo>
                  <a:lnTo>
                    <a:pt x="1518026" y="113114"/>
                  </a:lnTo>
                  <a:lnTo>
                    <a:pt x="1521305" y="111475"/>
                  </a:lnTo>
                  <a:lnTo>
                    <a:pt x="1526223" y="111475"/>
                  </a:lnTo>
                  <a:lnTo>
                    <a:pt x="1529501" y="111475"/>
                  </a:lnTo>
                  <a:lnTo>
                    <a:pt x="1527862" y="113114"/>
                  </a:lnTo>
                  <a:lnTo>
                    <a:pt x="1526223" y="118032"/>
                  </a:lnTo>
                  <a:lnTo>
                    <a:pt x="1524583" y="121311"/>
                  </a:lnTo>
                  <a:lnTo>
                    <a:pt x="1522944" y="124590"/>
                  </a:lnTo>
                  <a:lnTo>
                    <a:pt x="1526223" y="124590"/>
                  </a:lnTo>
                  <a:lnTo>
                    <a:pt x="1531140" y="124590"/>
                  </a:lnTo>
                  <a:lnTo>
                    <a:pt x="1534419" y="124590"/>
                  </a:lnTo>
                  <a:lnTo>
                    <a:pt x="1539337" y="126229"/>
                  </a:lnTo>
                  <a:lnTo>
                    <a:pt x="1542616" y="124590"/>
                  </a:lnTo>
                  <a:lnTo>
                    <a:pt x="1544255" y="122950"/>
                  </a:lnTo>
                  <a:lnTo>
                    <a:pt x="1545895" y="122950"/>
                  </a:lnTo>
                  <a:lnTo>
                    <a:pt x="1547534" y="127868"/>
                  </a:lnTo>
                  <a:lnTo>
                    <a:pt x="1547534" y="131147"/>
                  </a:lnTo>
                  <a:lnTo>
                    <a:pt x="1545895" y="134426"/>
                  </a:lnTo>
                  <a:lnTo>
                    <a:pt x="1542616" y="136065"/>
                  </a:lnTo>
                  <a:lnTo>
                    <a:pt x="1545895" y="137704"/>
                  </a:lnTo>
                  <a:lnTo>
                    <a:pt x="1547534" y="140983"/>
                  </a:lnTo>
                  <a:lnTo>
                    <a:pt x="1550813" y="144262"/>
                  </a:lnTo>
                  <a:lnTo>
                    <a:pt x="1547534" y="147540"/>
                  </a:lnTo>
                  <a:lnTo>
                    <a:pt x="1544255" y="145901"/>
                  </a:lnTo>
                  <a:lnTo>
                    <a:pt x="1539337" y="145901"/>
                  </a:lnTo>
                  <a:lnTo>
                    <a:pt x="1536059" y="145901"/>
                  </a:lnTo>
                  <a:lnTo>
                    <a:pt x="1532780" y="144262"/>
                  </a:lnTo>
                  <a:lnTo>
                    <a:pt x="1527862" y="144262"/>
                  </a:lnTo>
                  <a:lnTo>
                    <a:pt x="1524583" y="144262"/>
                  </a:lnTo>
                  <a:lnTo>
                    <a:pt x="1521305" y="147540"/>
                  </a:lnTo>
                  <a:lnTo>
                    <a:pt x="1521305" y="150819"/>
                  </a:lnTo>
                  <a:lnTo>
                    <a:pt x="1516387" y="150819"/>
                  </a:lnTo>
                  <a:lnTo>
                    <a:pt x="1514747" y="147540"/>
                  </a:lnTo>
                  <a:lnTo>
                    <a:pt x="1513108" y="144262"/>
                  </a:lnTo>
                  <a:lnTo>
                    <a:pt x="1509829" y="142622"/>
                  </a:lnTo>
                  <a:lnTo>
                    <a:pt x="1506550" y="142622"/>
                  </a:lnTo>
                  <a:lnTo>
                    <a:pt x="1501633" y="140983"/>
                  </a:lnTo>
                  <a:lnTo>
                    <a:pt x="1498354" y="140983"/>
                  </a:lnTo>
                  <a:lnTo>
                    <a:pt x="1495075" y="142622"/>
                  </a:lnTo>
                  <a:lnTo>
                    <a:pt x="1490157" y="145901"/>
                  </a:lnTo>
                  <a:lnTo>
                    <a:pt x="1486878" y="145901"/>
                  </a:lnTo>
                  <a:lnTo>
                    <a:pt x="1483600" y="145901"/>
                  </a:lnTo>
                  <a:lnTo>
                    <a:pt x="1478682" y="147540"/>
                  </a:lnTo>
                  <a:lnTo>
                    <a:pt x="1475403" y="145901"/>
                  </a:lnTo>
                  <a:lnTo>
                    <a:pt x="1472125" y="147540"/>
                  </a:lnTo>
                  <a:lnTo>
                    <a:pt x="1468846" y="147540"/>
                  </a:lnTo>
                  <a:lnTo>
                    <a:pt x="1463928" y="150819"/>
                  </a:lnTo>
                  <a:lnTo>
                    <a:pt x="1462288" y="154098"/>
                  </a:lnTo>
                  <a:lnTo>
                    <a:pt x="1459010" y="155737"/>
                  </a:lnTo>
                  <a:lnTo>
                    <a:pt x="1455731" y="155737"/>
                  </a:lnTo>
                  <a:lnTo>
                    <a:pt x="1452453" y="160655"/>
                  </a:lnTo>
                  <a:lnTo>
                    <a:pt x="1447534" y="160655"/>
                  </a:lnTo>
                  <a:lnTo>
                    <a:pt x="1450813" y="157376"/>
                  </a:lnTo>
                  <a:lnTo>
                    <a:pt x="1454092" y="154098"/>
                  </a:lnTo>
                  <a:lnTo>
                    <a:pt x="1457370" y="150819"/>
                  </a:lnTo>
                  <a:lnTo>
                    <a:pt x="1454092" y="150819"/>
                  </a:lnTo>
                  <a:lnTo>
                    <a:pt x="1450813" y="150819"/>
                  </a:lnTo>
                  <a:lnTo>
                    <a:pt x="1445895" y="154098"/>
                  </a:lnTo>
                  <a:lnTo>
                    <a:pt x="1442616" y="157376"/>
                  </a:lnTo>
                  <a:lnTo>
                    <a:pt x="1439338" y="159016"/>
                  </a:lnTo>
                  <a:lnTo>
                    <a:pt x="1440977" y="155737"/>
                  </a:lnTo>
                  <a:lnTo>
                    <a:pt x="1442616" y="150819"/>
                  </a:lnTo>
                  <a:lnTo>
                    <a:pt x="1439338" y="154098"/>
                  </a:lnTo>
                  <a:lnTo>
                    <a:pt x="1436059" y="157376"/>
                  </a:lnTo>
                  <a:lnTo>
                    <a:pt x="1432780" y="160655"/>
                  </a:lnTo>
                  <a:lnTo>
                    <a:pt x="1427862" y="163934"/>
                  </a:lnTo>
                  <a:lnTo>
                    <a:pt x="1424584" y="167212"/>
                  </a:lnTo>
                  <a:lnTo>
                    <a:pt x="1421305" y="170491"/>
                  </a:lnTo>
                  <a:lnTo>
                    <a:pt x="1416387" y="173770"/>
                  </a:lnTo>
                  <a:lnTo>
                    <a:pt x="1413108" y="177048"/>
                  </a:lnTo>
                  <a:lnTo>
                    <a:pt x="1409830" y="180327"/>
                  </a:lnTo>
                  <a:lnTo>
                    <a:pt x="1406551" y="181966"/>
                  </a:lnTo>
                  <a:lnTo>
                    <a:pt x="1404912" y="183606"/>
                  </a:lnTo>
                  <a:lnTo>
                    <a:pt x="1403272" y="188524"/>
                  </a:lnTo>
                  <a:lnTo>
                    <a:pt x="1401633" y="188524"/>
                  </a:lnTo>
                  <a:lnTo>
                    <a:pt x="1398354" y="190163"/>
                  </a:lnTo>
                  <a:lnTo>
                    <a:pt x="1395076" y="191802"/>
                  </a:lnTo>
                  <a:lnTo>
                    <a:pt x="1391797" y="195081"/>
                  </a:lnTo>
                  <a:lnTo>
                    <a:pt x="1388518" y="198360"/>
                  </a:lnTo>
                  <a:lnTo>
                    <a:pt x="1383600" y="201638"/>
                  </a:lnTo>
                  <a:lnTo>
                    <a:pt x="1381961" y="204917"/>
                  </a:lnTo>
                  <a:lnTo>
                    <a:pt x="1380322" y="208196"/>
                  </a:lnTo>
                  <a:lnTo>
                    <a:pt x="1383600" y="206557"/>
                  </a:lnTo>
                  <a:lnTo>
                    <a:pt x="1388518" y="204917"/>
                  </a:lnTo>
                  <a:lnTo>
                    <a:pt x="1391797" y="203278"/>
                  </a:lnTo>
                  <a:lnTo>
                    <a:pt x="1395076" y="199999"/>
                  </a:lnTo>
                  <a:lnTo>
                    <a:pt x="1398354" y="196720"/>
                  </a:lnTo>
                  <a:lnTo>
                    <a:pt x="1401633" y="195081"/>
                  </a:lnTo>
                  <a:lnTo>
                    <a:pt x="1406551" y="193442"/>
                  </a:lnTo>
                  <a:lnTo>
                    <a:pt x="1408190" y="196720"/>
                  </a:lnTo>
                  <a:lnTo>
                    <a:pt x="1406551" y="201638"/>
                  </a:lnTo>
                  <a:lnTo>
                    <a:pt x="1401633" y="204917"/>
                  </a:lnTo>
                  <a:lnTo>
                    <a:pt x="1398354" y="208196"/>
                  </a:lnTo>
                  <a:lnTo>
                    <a:pt x="1395076" y="213114"/>
                  </a:lnTo>
                  <a:lnTo>
                    <a:pt x="1393436" y="216392"/>
                  </a:lnTo>
                  <a:lnTo>
                    <a:pt x="1391797" y="219671"/>
                  </a:lnTo>
                  <a:lnTo>
                    <a:pt x="1390158" y="222950"/>
                  </a:lnTo>
                  <a:lnTo>
                    <a:pt x="1386879" y="226229"/>
                  </a:lnTo>
                  <a:lnTo>
                    <a:pt x="1381961" y="229507"/>
                  </a:lnTo>
                  <a:lnTo>
                    <a:pt x="1378682" y="232786"/>
                  </a:lnTo>
                  <a:lnTo>
                    <a:pt x="1377043" y="236064"/>
                  </a:lnTo>
                  <a:lnTo>
                    <a:pt x="1375403" y="240982"/>
                  </a:lnTo>
                  <a:lnTo>
                    <a:pt x="1373764" y="244261"/>
                  </a:lnTo>
                  <a:lnTo>
                    <a:pt x="1370486" y="247540"/>
                  </a:lnTo>
                  <a:lnTo>
                    <a:pt x="1367207" y="250819"/>
                  </a:lnTo>
                  <a:lnTo>
                    <a:pt x="1365568" y="255737"/>
                  </a:lnTo>
                  <a:lnTo>
                    <a:pt x="1362289" y="259015"/>
                  </a:lnTo>
                  <a:lnTo>
                    <a:pt x="1359010" y="262294"/>
                  </a:lnTo>
                  <a:lnTo>
                    <a:pt x="1357371" y="265573"/>
                  </a:lnTo>
                  <a:lnTo>
                    <a:pt x="1355731" y="270491"/>
                  </a:lnTo>
                  <a:lnTo>
                    <a:pt x="1354092" y="273769"/>
                  </a:lnTo>
                  <a:lnTo>
                    <a:pt x="1354092" y="277048"/>
                  </a:lnTo>
                  <a:lnTo>
                    <a:pt x="1352453" y="281966"/>
                  </a:lnTo>
                  <a:lnTo>
                    <a:pt x="1352453" y="285244"/>
                  </a:lnTo>
                  <a:lnTo>
                    <a:pt x="1350813" y="288523"/>
                  </a:lnTo>
                  <a:lnTo>
                    <a:pt x="1349174" y="291802"/>
                  </a:lnTo>
                  <a:lnTo>
                    <a:pt x="1347535" y="296720"/>
                  </a:lnTo>
                  <a:lnTo>
                    <a:pt x="1345896" y="298359"/>
                  </a:lnTo>
                  <a:lnTo>
                    <a:pt x="1344256" y="301638"/>
                  </a:lnTo>
                  <a:lnTo>
                    <a:pt x="1342617" y="304917"/>
                  </a:lnTo>
                  <a:lnTo>
                    <a:pt x="1340978" y="309835"/>
                  </a:lnTo>
                  <a:lnTo>
                    <a:pt x="1340978" y="313113"/>
                  </a:lnTo>
                  <a:lnTo>
                    <a:pt x="1342617" y="316392"/>
                  </a:lnTo>
                  <a:lnTo>
                    <a:pt x="1340978" y="321310"/>
                  </a:lnTo>
                  <a:lnTo>
                    <a:pt x="1340978" y="324589"/>
                  </a:lnTo>
                  <a:lnTo>
                    <a:pt x="1340978" y="327867"/>
                  </a:lnTo>
                  <a:lnTo>
                    <a:pt x="1340978" y="331146"/>
                  </a:lnTo>
                  <a:lnTo>
                    <a:pt x="1344256" y="334425"/>
                  </a:lnTo>
                  <a:lnTo>
                    <a:pt x="1347535" y="336064"/>
                  </a:lnTo>
                  <a:lnTo>
                    <a:pt x="1350813" y="336064"/>
                  </a:lnTo>
                  <a:lnTo>
                    <a:pt x="1355731" y="334425"/>
                  </a:lnTo>
                  <a:lnTo>
                    <a:pt x="1359010" y="332785"/>
                  </a:lnTo>
                  <a:lnTo>
                    <a:pt x="1362289" y="331146"/>
                  </a:lnTo>
                  <a:lnTo>
                    <a:pt x="1367207" y="329507"/>
                  </a:lnTo>
                  <a:lnTo>
                    <a:pt x="1368846" y="329507"/>
                  </a:lnTo>
                  <a:lnTo>
                    <a:pt x="1372125" y="326228"/>
                  </a:lnTo>
                  <a:lnTo>
                    <a:pt x="1377043" y="322949"/>
                  </a:lnTo>
                  <a:lnTo>
                    <a:pt x="1380322" y="319671"/>
                  </a:lnTo>
                  <a:lnTo>
                    <a:pt x="1383600" y="316392"/>
                  </a:lnTo>
                  <a:lnTo>
                    <a:pt x="1386879" y="313113"/>
                  </a:lnTo>
                  <a:lnTo>
                    <a:pt x="1390158" y="309835"/>
                  </a:lnTo>
                  <a:lnTo>
                    <a:pt x="1393436" y="306556"/>
                  </a:lnTo>
                  <a:lnTo>
                    <a:pt x="1396715" y="301638"/>
                  </a:lnTo>
                  <a:lnTo>
                    <a:pt x="1399994" y="298359"/>
                  </a:lnTo>
                  <a:lnTo>
                    <a:pt x="1403272" y="295081"/>
                  </a:lnTo>
                  <a:lnTo>
                    <a:pt x="1404912" y="290163"/>
                  </a:lnTo>
                  <a:lnTo>
                    <a:pt x="1406551" y="286884"/>
                  </a:lnTo>
                  <a:lnTo>
                    <a:pt x="1408190" y="283605"/>
                  </a:lnTo>
                  <a:lnTo>
                    <a:pt x="1409830" y="280327"/>
                  </a:lnTo>
                  <a:lnTo>
                    <a:pt x="1411469" y="275409"/>
                  </a:lnTo>
                  <a:lnTo>
                    <a:pt x="1411469" y="272130"/>
                  </a:lnTo>
                  <a:lnTo>
                    <a:pt x="1411469" y="268851"/>
                  </a:lnTo>
                  <a:lnTo>
                    <a:pt x="1413108" y="265573"/>
                  </a:lnTo>
                  <a:lnTo>
                    <a:pt x="1414748" y="263933"/>
                  </a:lnTo>
                  <a:lnTo>
                    <a:pt x="1411469" y="260654"/>
                  </a:lnTo>
                  <a:lnTo>
                    <a:pt x="1411469" y="257376"/>
                  </a:lnTo>
                  <a:lnTo>
                    <a:pt x="1411469" y="252458"/>
                  </a:lnTo>
                  <a:lnTo>
                    <a:pt x="1411469" y="249179"/>
                  </a:lnTo>
                  <a:lnTo>
                    <a:pt x="1414748" y="245901"/>
                  </a:lnTo>
                  <a:lnTo>
                    <a:pt x="1418026" y="242622"/>
                  </a:lnTo>
                  <a:lnTo>
                    <a:pt x="1419666" y="239343"/>
                  </a:lnTo>
                  <a:lnTo>
                    <a:pt x="1421305" y="234425"/>
                  </a:lnTo>
                  <a:lnTo>
                    <a:pt x="1421305" y="231147"/>
                  </a:lnTo>
                  <a:lnTo>
                    <a:pt x="1422944" y="227868"/>
                  </a:lnTo>
                  <a:lnTo>
                    <a:pt x="1427862" y="224589"/>
                  </a:lnTo>
                  <a:lnTo>
                    <a:pt x="1431141" y="221310"/>
                  </a:lnTo>
                  <a:lnTo>
                    <a:pt x="1434420" y="218032"/>
                  </a:lnTo>
                  <a:lnTo>
                    <a:pt x="1437698" y="214753"/>
                  </a:lnTo>
                  <a:lnTo>
                    <a:pt x="1439338" y="209835"/>
                  </a:lnTo>
                  <a:lnTo>
                    <a:pt x="1442616" y="206557"/>
                  </a:lnTo>
                  <a:lnTo>
                    <a:pt x="1442616" y="203278"/>
                  </a:lnTo>
                  <a:lnTo>
                    <a:pt x="1447534" y="199999"/>
                  </a:lnTo>
                  <a:lnTo>
                    <a:pt x="1450813" y="199999"/>
                  </a:lnTo>
                  <a:lnTo>
                    <a:pt x="1452453" y="195081"/>
                  </a:lnTo>
                  <a:lnTo>
                    <a:pt x="1455731" y="191802"/>
                  </a:lnTo>
                  <a:lnTo>
                    <a:pt x="1459010" y="191802"/>
                  </a:lnTo>
                  <a:lnTo>
                    <a:pt x="1462288" y="190163"/>
                  </a:lnTo>
                  <a:lnTo>
                    <a:pt x="1465567" y="188524"/>
                  </a:lnTo>
                  <a:lnTo>
                    <a:pt x="1470485" y="185245"/>
                  </a:lnTo>
                  <a:lnTo>
                    <a:pt x="1473764" y="181966"/>
                  </a:lnTo>
                  <a:lnTo>
                    <a:pt x="1477043" y="180327"/>
                  </a:lnTo>
                  <a:lnTo>
                    <a:pt x="1475403" y="183606"/>
                  </a:lnTo>
                  <a:lnTo>
                    <a:pt x="1472125" y="186884"/>
                  </a:lnTo>
                  <a:lnTo>
                    <a:pt x="1472125" y="188524"/>
                  </a:lnTo>
                  <a:lnTo>
                    <a:pt x="1470485" y="191802"/>
                  </a:lnTo>
                  <a:lnTo>
                    <a:pt x="1467206" y="196720"/>
                  </a:lnTo>
                  <a:lnTo>
                    <a:pt x="1470485" y="193442"/>
                  </a:lnTo>
                  <a:lnTo>
                    <a:pt x="1473764" y="190163"/>
                  </a:lnTo>
                  <a:lnTo>
                    <a:pt x="1473764" y="193442"/>
                  </a:lnTo>
                  <a:lnTo>
                    <a:pt x="1468846" y="198360"/>
                  </a:lnTo>
                  <a:lnTo>
                    <a:pt x="1473764" y="195081"/>
                  </a:lnTo>
                  <a:lnTo>
                    <a:pt x="1477043" y="191802"/>
                  </a:lnTo>
                  <a:lnTo>
                    <a:pt x="1480321" y="188524"/>
                  </a:lnTo>
                  <a:lnTo>
                    <a:pt x="1481960" y="185245"/>
                  </a:lnTo>
                  <a:lnTo>
                    <a:pt x="1483600" y="180327"/>
                  </a:lnTo>
                  <a:lnTo>
                    <a:pt x="1485239" y="177048"/>
                  </a:lnTo>
                  <a:lnTo>
                    <a:pt x="1488518" y="175409"/>
                  </a:lnTo>
                  <a:lnTo>
                    <a:pt x="1493436" y="173770"/>
                  </a:lnTo>
                  <a:lnTo>
                    <a:pt x="1496715" y="172130"/>
                  </a:lnTo>
                  <a:lnTo>
                    <a:pt x="1499993" y="172130"/>
                  </a:lnTo>
                  <a:lnTo>
                    <a:pt x="1499993" y="172130"/>
                  </a:lnTo>
                  <a:lnTo>
                    <a:pt x="1504911" y="170491"/>
                  </a:lnTo>
                  <a:lnTo>
                    <a:pt x="1501633" y="170491"/>
                  </a:lnTo>
                  <a:lnTo>
                    <a:pt x="1499993" y="165573"/>
                  </a:lnTo>
                  <a:lnTo>
                    <a:pt x="1501633" y="162294"/>
                  </a:lnTo>
                  <a:lnTo>
                    <a:pt x="1506550" y="160655"/>
                  </a:lnTo>
                  <a:lnTo>
                    <a:pt x="1506550" y="159016"/>
                  </a:lnTo>
                  <a:lnTo>
                    <a:pt x="1509829" y="155737"/>
                  </a:lnTo>
                  <a:lnTo>
                    <a:pt x="1513108" y="155737"/>
                  </a:lnTo>
                  <a:lnTo>
                    <a:pt x="1516387" y="154098"/>
                  </a:lnTo>
                  <a:lnTo>
                    <a:pt x="1519665" y="155737"/>
                  </a:lnTo>
                  <a:lnTo>
                    <a:pt x="1524583" y="160655"/>
                  </a:lnTo>
                  <a:lnTo>
                    <a:pt x="1527862" y="160655"/>
                  </a:lnTo>
                  <a:lnTo>
                    <a:pt x="1529501" y="159016"/>
                  </a:lnTo>
                  <a:lnTo>
                    <a:pt x="1532780" y="160655"/>
                  </a:lnTo>
                  <a:lnTo>
                    <a:pt x="1534419" y="165573"/>
                  </a:lnTo>
                  <a:lnTo>
                    <a:pt x="1537698" y="167212"/>
                  </a:lnTo>
                  <a:lnTo>
                    <a:pt x="1540977" y="168852"/>
                  </a:lnTo>
                  <a:lnTo>
                    <a:pt x="1544255" y="170491"/>
                  </a:lnTo>
                  <a:lnTo>
                    <a:pt x="1549173" y="172130"/>
                  </a:lnTo>
                  <a:lnTo>
                    <a:pt x="1552452" y="173770"/>
                  </a:lnTo>
                  <a:lnTo>
                    <a:pt x="1554091" y="177048"/>
                  </a:lnTo>
                  <a:lnTo>
                    <a:pt x="1552452" y="180327"/>
                  </a:lnTo>
                  <a:lnTo>
                    <a:pt x="1554091" y="185245"/>
                  </a:lnTo>
                  <a:lnTo>
                    <a:pt x="1550813" y="185245"/>
                  </a:lnTo>
                  <a:lnTo>
                    <a:pt x="1545895" y="188524"/>
                  </a:lnTo>
                  <a:lnTo>
                    <a:pt x="1547534" y="191802"/>
                  </a:lnTo>
                  <a:lnTo>
                    <a:pt x="1549173" y="196720"/>
                  </a:lnTo>
                  <a:lnTo>
                    <a:pt x="1547534" y="199999"/>
                  </a:lnTo>
                  <a:lnTo>
                    <a:pt x="1545895" y="203278"/>
                  </a:lnTo>
                  <a:lnTo>
                    <a:pt x="1542616" y="208196"/>
                  </a:lnTo>
                  <a:lnTo>
                    <a:pt x="1540977" y="211474"/>
                  </a:lnTo>
                  <a:lnTo>
                    <a:pt x="1539337" y="214753"/>
                  </a:lnTo>
                  <a:lnTo>
                    <a:pt x="1537698" y="218032"/>
                  </a:lnTo>
                  <a:lnTo>
                    <a:pt x="1534419" y="219671"/>
                  </a:lnTo>
                  <a:lnTo>
                    <a:pt x="1529501" y="219671"/>
                  </a:lnTo>
                  <a:lnTo>
                    <a:pt x="1526223" y="224589"/>
                  </a:lnTo>
                  <a:lnTo>
                    <a:pt x="1524583" y="227868"/>
                  </a:lnTo>
                  <a:lnTo>
                    <a:pt x="1521305" y="229507"/>
                  </a:lnTo>
                  <a:lnTo>
                    <a:pt x="1516387" y="231147"/>
                  </a:lnTo>
                  <a:lnTo>
                    <a:pt x="1513108" y="232786"/>
                  </a:lnTo>
                  <a:lnTo>
                    <a:pt x="1509829" y="236064"/>
                  </a:lnTo>
                  <a:lnTo>
                    <a:pt x="1506550" y="239343"/>
                  </a:lnTo>
                  <a:lnTo>
                    <a:pt x="1504911" y="244261"/>
                  </a:lnTo>
                  <a:lnTo>
                    <a:pt x="1506550" y="247540"/>
                  </a:lnTo>
                  <a:lnTo>
                    <a:pt x="1506550" y="247540"/>
                  </a:lnTo>
                  <a:lnTo>
                    <a:pt x="1509829" y="249179"/>
                  </a:lnTo>
                  <a:lnTo>
                    <a:pt x="1514747" y="247540"/>
                  </a:lnTo>
                  <a:lnTo>
                    <a:pt x="1518026" y="244261"/>
                  </a:lnTo>
                  <a:lnTo>
                    <a:pt x="1521305" y="244261"/>
                  </a:lnTo>
                  <a:lnTo>
                    <a:pt x="1526223" y="240982"/>
                  </a:lnTo>
                  <a:lnTo>
                    <a:pt x="1529501" y="236064"/>
                  </a:lnTo>
                  <a:lnTo>
                    <a:pt x="1532780" y="232786"/>
                  </a:lnTo>
                  <a:lnTo>
                    <a:pt x="1536059" y="232786"/>
                  </a:lnTo>
                  <a:lnTo>
                    <a:pt x="1540977" y="231147"/>
                  </a:lnTo>
                  <a:lnTo>
                    <a:pt x="1544255" y="229507"/>
                  </a:lnTo>
                  <a:lnTo>
                    <a:pt x="1547534" y="229507"/>
                  </a:lnTo>
                  <a:lnTo>
                    <a:pt x="1552452" y="232786"/>
                  </a:lnTo>
                  <a:lnTo>
                    <a:pt x="1552452" y="236064"/>
                  </a:lnTo>
                  <a:lnTo>
                    <a:pt x="1552452" y="240982"/>
                  </a:lnTo>
                  <a:lnTo>
                    <a:pt x="1550813" y="244261"/>
                  </a:lnTo>
                  <a:lnTo>
                    <a:pt x="1549173" y="247540"/>
                  </a:lnTo>
                  <a:lnTo>
                    <a:pt x="1549173" y="252458"/>
                  </a:lnTo>
                  <a:lnTo>
                    <a:pt x="1549173" y="255737"/>
                  </a:lnTo>
                  <a:lnTo>
                    <a:pt x="1547534" y="259015"/>
                  </a:lnTo>
                  <a:lnTo>
                    <a:pt x="1545895" y="262294"/>
                  </a:lnTo>
                  <a:lnTo>
                    <a:pt x="1545895" y="267212"/>
                  </a:lnTo>
                  <a:lnTo>
                    <a:pt x="1544255" y="270491"/>
                  </a:lnTo>
                  <a:lnTo>
                    <a:pt x="1544255" y="273769"/>
                  </a:lnTo>
                  <a:lnTo>
                    <a:pt x="1545895" y="275409"/>
                  </a:lnTo>
                  <a:lnTo>
                    <a:pt x="1544255" y="277048"/>
                  </a:lnTo>
                  <a:lnTo>
                    <a:pt x="1540977" y="280327"/>
                  </a:lnTo>
                  <a:lnTo>
                    <a:pt x="1539337" y="283605"/>
                  </a:lnTo>
                  <a:lnTo>
                    <a:pt x="1536059" y="288523"/>
                  </a:lnTo>
                  <a:lnTo>
                    <a:pt x="1534419" y="291802"/>
                  </a:lnTo>
                  <a:lnTo>
                    <a:pt x="1531140" y="295081"/>
                  </a:lnTo>
                  <a:lnTo>
                    <a:pt x="1527862" y="295081"/>
                  </a:lnTo>
                  <a:lnTo>
                    <a:pt x="1529501" y="291802"/>
                  </a:lnTo>
                  <a:lnTo>
                    <a:pt x="1527862" y="288523"/>
                  </a:lnTo>
                  <a:lnTo>
                    <a:pt x="1524583" y="290163"/>
                  </a:lnTo>
                  <a:lnTo>
                    <a:pt x="1521305" y="295081"/>
                  </a:lnTo>
                  <a:lnTo>
                    <a:pt x="1519665" y="298359"/>
                  </a:lnTo>
                  <a:lnTo>
                    <a:pt x="1516387" y="301638"/>
                  </a:lnTo>
                  <a:lnTo>
                    <a:pt x="1513108" y="303277"/>
                  </a:lnTo>
                  <a:lnTo>
                    <a:pt x="1509829" y="304917"/>
                  </a:lnTo>
                  <a:lnTo>
                    <a:pt x="1509829" y="304917"/>
                  </a:lnTo>
                  <a:lnTo>
                    <a:pt x="1509829" y="304917"/>
                  </a:lnTo>
                  <a:lnTo>
                    <a:pt x="1506550" y="306556"/>
                  </a:lnTo>
                  <a:lnTo>
                    <a:pt x="1503272" y="311474"/>
                  </a:lnTo>
                  <a:lnTo>
                    <a:pt x="1501633" y="314753"/>
                  </a:lnTo>
                  <a:lnTo>
                    <a:pt x="1499993" y="318031"/>
                  </a:lnTo>
                  <a:lnTo>
                    <a:pt x="1495075" y="322949"/>
                  </a:lnTo>
                  <a:lnTo>
                    <a:pt x="1491796" y="324589"/>
                  </a:lnTo>
                  <a:lnTo>
                    <a:pt x="1488518" y="326228"/>
                  </a:lnTo>
                  <a:lnTo>
                    <a:pt x="1485239" y="331146"/>
                  </a:lnTo>
                  <a:lnTo>
                    <a:pt x="1485239" y="332785"/>
                  </a:lnTo>
                  <a:lnTo>
                    <a:pt x="1488518" y="332785"/>
                  </a:lnTo>
                  <a:lnTo>
                    <a:pt x="1491796" y="334425"/>
                  </a:lnTo>
                  <a:lnTo>
                    <a:pt x="1496715" y="336064"/>
                  </a:lnTo>
                  <a:lnTo>
                    <a:pt x="1499993" y="339343"/>
                  </a:lnTo>
                  <a:lnTo>
                    <a:pt x="1503272" y="339343"/>
                  </a:lnTo>
                  <a:lnTo>
                    <a:pt x="1506550" y="340982"/>
                  </a:lnTo>
                  <a:lnTo>
                    <a:pt x="1503272" y="340982"/>
                  </a:lnTo>
                  <a:lnTo>
                    <a:pt x="1499993" y="340982"/>
                  </a:lnTo>
                  <a:lnTo>
                    <a:pt x="1495075" y="342621"/>
                  </a:lnTo>
                  <a:lnTo>
                    <a:pt x="1499993" y="344261"/>
                  </a:lnTo>
                  <a:lnTo>
                    <a:pt x="1503272" y="342621"/>
                  </a:lnTo>
                  <a:lnTo>
                    <a:pt x="1506550" y="342621"/>
                  </a:lnTo>
                  <a:lnTo>
                    <a:pt x="1509829" y="344261"/>
                  </a:lnTo>
                  <a:lnTo>
                    <a:pt x="1514747" y="345900"/>
                  </a:lnTo>
                  <a:lnTo>
                    <a:pt x="1518026" y="344261"/>
                  </a:lnTo>
                  <a:lnTo>
                    <a:pt x="1521305" y="344261"/>
                  </a:lnTo>
                  <a:lnTo>
                    <a:pt x="1524583" y="342621"/>
                  </a:lnTo>
                  <a:lnTo>
                    <a:pt x="1529501" y="340982"/>
                  </a:lnTo>
                  <a:lnTo>
                    <a:pt x="1532780" y="340982"/>
                  </a:lnTo>
                  <a:lnTo>
                    <a:pt x="1536059" y="340982"/>
                  </a:lnTo>
                  <a:lnTo>
                    <a:pt x="1540977" y="340982"/>
                  </a:lnTo>
                  <a:lnTo>
                    <a:pt x="1544255" y="340982"/>
                  </a:lnTo>
                  <a:lnTo>
                    <a:pt x="1547534" y="337703"/>
                  </a:lnTo>
                  <a:lnTo>
                    <a:pt x="1552452" y="336064"/>
                  </a:lnTo>
                  <a:lnTo>
                    <a:pt x="1555731" y="332785"/>
                  </a:lnTo>
                  <a:lnTo>
                    <a:pt x="1559009" y="331146"/>
                  </a:lnTo>
                  <a:lnTo>
                    <a:pt x="1562288" y="329507"/>
                  </a:lnTo>
                  <a:lnTo>
                    <a:pt x="1567206" y="329507"/>
                  </a:lnTo>
                  <a:lnTo>
                    <a:pt x="1570485" y="327867"/>
                  </a:lnTo>
                  <a:lnTo>
                    <a:pt x="1573763" y="326228"/>
                  </a:lnTo>
                  <a:lnTo>
                    <a:pt x="1577042" y="324589"/>
                  </a:lnTo>
                  <a:lnTo>
                    <a:pt x="1581960" y="322949"/>
                  </a:lnTo>
                  <a:lnTo>
                    <a:pt x="1585239" y="322949"/>
                  </a:lnTo>
                  <a:lnTo>
                    <a:pt x="1588517" y="321310"/>
                  </a:lnTo>
                  <a:lnTo>
                    <a:pt x="1593435" y="319671"/>
                  </a:lnTo>
                  <a:lnTo>
                    <a:pt x="1595075" y="319671"/>
                  </a:lnTo>
                  <a:lnTo>
                    <a:pt x="1599993" y="318031"/>
                  </a:lnTo>
                  <a:lnTo>
                    <a:pt x="1603271" y="316392"/>
                  </a:lnTo>
                  <a:lnTo>
                    <a:pt x="1606550" y="314753"/>
                  </a:lnTo>
                  <a:lnTo>
                    <a:pt x="1609829" y="313113"/>
                  </a:lnTo>
                  <a:lnTo>
                    <a:pt x="1611468" y="313113"/>
                  </a:lnTo>
                  <a:lnTo>
                    <a:pt x="1614747" y="311474"/>
                  </a:lnTo>
                  <a:lnTo>
                    <a:pt x="1616386" y="309835"/>
                  </a:lnTo>
                  <a:lnTo>
                    <a:pt x="1621304" y="309835"/>
                  </a:lnTo>
                  <a:lnTo>
                    <a:pt x="1624583" y="308195"/>
                  </a:lnTo>
                  <a:lnTo>
                    <a:pt x="1626222" y="306556"/>
                  </a:lnTo>
                  <a:lnTo>
                    <a:pt x="1631140" y="304917"/>
                  </a:lnTo>
                  <a:lnTo>
                    <a:pt x="1634419" y="303277"/>
                  </a:lnTo>
                  <a:lnTo>
                    <a:pt x="1637697" y="301638"/>
                  </a:lnTo>
                  <a:lnTo>
                    <a:pt x="1640976" y="298359"/>
                  </a:lnTo>
                  <a:lnTo>
                    <a:pt x="1645894" y="296720"/>
                  </a:lnTo>
                  <a:lnTo>
                    <a:pt x="1649173" y="295081"/>
                  </a:lnTo>
                  <a:lnTo>
                    <a:pt x="1652452" y="293441"/>
                  </a:lnTo>
                  <a:lnTo>
                    <a:pt x="1657370" y="290163"/>
                  </a:lnTo>
                  <a:lnTo>
                    <a:pt x="1660648" y="286884"/>
                  </a:lnTo>
                  <a:lnTo>
                    <a:pt x="1663927" y="285244"/>
                  </a:lnTo>
                  <a:lnTo>
                    <a:pt x="1665566" y="281966"/>
                  </a:lnTo>
                  <a:lnTo>
                    <a:pt x="1667205" y="278687"/>
                  </a:lnTo>
                  <a:lnTo>
                    <a:pt x="1668845" y="273769"/>
                  </a:lnTo>
                  <a:lnTo>
                    <a:pt x="1667205" y="272130"/>
                  </a:lnTo>
                  <a:lnTo>
                    <a:pt x="1663927" y="272130"/>
                  </a:lnTo>
                  <a:lnTo>
                    <a:pt x="1663927" y="270491"/>
                  </a:lnTo>
                  <a:lnTo>
                    <a:pt x="1665566" y="267212"/>
                  </a:lnTo>
                  <a:lnTo>
                    <a:pt x="1667205" y="263933"/>
                  </a:lnTo>
                  <a:lnTo>
                    <a:pt x="1668845" y="263933"/>
                  </a:lnTo>
                  <a:lnTo>
                    <a:pt x="1672124" y="262294"/>
                  </a:lnTo>
                  <a:lnTo>
                    <a:pt x="1677042" y="260654"/>
                  </a:lnTo>
                  <a:lnTo>
                    <a:pt x="1680320" y="260654"/>
                  </a:lnTo>
                  <a:lnTo>
                    <a:pt x="1683599" y="259015"/>
                  </a:lnTo>
                  <a:lnTo>
                    <a:pt x="1688517" y="259015"/>
                  </a:lnTo>
                  <a:lnTo>
                    <a:pt x="1691796" y="259015"/>
                  </a:lnTo>
                  <a:lnTo>
                    <a:pt x="1695074" y="259015"/>
                  </a:lnTo>
                  <a:lnTo>
                    <a:pt x="1699992" y="259015"/>
                  </a:lnTo>
                  <a:lnTo>
                    <a:pt x="1703271" y="259015"/>
                  </a:lnTo>
                  <a:lnTo>
                    <a:pt x="1706550" y="259015"/>
                  </a:lnTo>
                  <a:lnTo>
                    <a:pt x="1709828" y="260654"/>
                  </a:lnTo>
                  <a:lnTo>
                    <a:pt x="1714746" y="260654"/>
                  </a:lnTo>
                  <a:lnTo>
                    <a:pt x="1718025" y="265573"/>
                  </a:lnTo>
                  <a:lnTo>
                    <a:pt x="1721304" y="263933"/>
                  </a:lnTo>
                  <a:lnTo>
                    <a:pt x="1726222" y="262294"/>
                  </a:lnTo>
                  <a:lnTo>
                    <a:pt x="1729500" y="262294"/>
                  </a:lnTo>
                  <a:lnTo>
                    <a:pt x="1732779" y="262294"/>
                  </a:lnTo>
                  <a:lnTo>
                    <a:pt x="1737697" y="263933"/>
                  </a:lnTo>
                  <a:lnTo>
                    <a:pt x="1740976" y="263933"/>
                  </a:lnTo>
                  <a:lnTo>
                    <a:pt x="1744254" y="262294"/>
                  </a:lnTo>
                  <a:lnTo>
                    <a:pt x="1747533" y="260654"/>
                  </a:lnTo>
                  <a:lnTo>
                    <a:pt x="1750812" y="259015"/>
                  </a:lnTo>
                  <a:lnTo>
                    <a:pt x="1755730" y="257376"/>
                  </a:lnTo>
                  <a:lnTo>
                    <a:pt x="1759008" y="255737"/>
                  </a:lnTo>
                  <a:lnTo>
                    <a:pt x="1760648" y="254097"/>
                  </a:lnTo>
                  <a:lnTo>
                    <a:pt x="1763926" y="252458"/>
                  </a:lnTo>
                  <a:lnTo>
                    <a:pt x="1768844" y="252458"/>
                  </a:lnTo>
                  <a:lnTo>
                    <a:pt x="1772123" y="249179"/>
                  </a:lnTo>
                  <a:lnTo>
                    <a:pt x="1773762" y="245901"/>
                  </a:lnTo>
                  <a:lnTo>
                    <a:pt x="1773762" y="240982"/>
                  </a:lnTo>
                  <a:lnTo>
                    <a:pt x="1777041" y="237704"/>
                  </a:lnTo>
                  <a:lnTo>
                    <a:pt x="1780320" y="234425"/>
                  </a:lnTo>
                  <a:lnTo>
                    <a:pt x="1783598" y="231147"/>
                  </a:lnTo>
                  <a:lnTo>
                    <a:pt x="1783598" y="232786"/>
                  </a:lnTo>
                  <a:lnTo>
                    <a:pt x="1778680" y="232786"/>
                  </a:lnTo>
                  <a:lnTo>
                    <a:pt x="1780320" y="229507"/>
                  </a:lnTo>
                  <a:lnTo>
                    <a:pt x="1777041" y="231147"/>
                  </a:lnTo>
                  <a:lnTo>
                    <a:pt x="1777041" y="226229"/>
                  </a:lnTo>
                  <a:lnTo>
                    <a:pt x="1780320" y="224589"/>
                  </a:lnTo>
                  <a:lnTo>
                    <a:pt x="1783598" y="222950"/>
                  </a:lnTo>
                  <a:lnTo>
                    <a:pt x="1786877" y="221310"/>
                  </a:lnTo>
                  <a:lnTo>
                    <a:pt x="1791795" y="219671"/>
                  </a:lnTo>
                  <a:lnTo>
                    <a:pt x="1795074" y="216392"/>
                  </a:lnTo>
                  <a:lnTo>
                    <a:pt x="1799992" y="214753"/>
                  </a:lnTo>
                  <a:lnTo>
                    <a:pt x="1803270" y="209835"/>
                  </a:lnTo>
                  <a:lnTo>
                    <a:pt x="1806549" y="208196"/>
                  </a:lnTo>
                  <a:lnTo>
                    <a:pt x="1809828" y="204917"/>
                  </a:lnTo>
                  <a:lnTo>
                    <a:pt x="1813107" y="203278"/>
                  </a:lnTo>
                  <a:lnTo>
                    <a:pt x="1818024" y="199999"/>
                  </a:lnTo>
                  <a:lnTo>
                    <a:pt x="1821303" y="198360"/>
                  </a:lnTo>
                  <a:lnTo>
                    <a:pt x="1826221" y="195081"/>
                  </a:lnTo>
                  <a:lnTo>
                    <a:pt x="1829500" y="195081"/>
                  </a:lnTo>
                  <a:lnTo>
                    <a:pt x="1832779" y="191802"/>
                  </a:lnTo>
                  <a:lnTo>
                    <a:pt x="1836057" y="191802"/>
                  </a:lnTo>
                  <a:lnTo>
                    <a:pt x="1839336" y="190163"/>
                  </a:lnTo>
                  <a:lnTo>
                    <a:pt x="1842614" y="188524"/>
                  </a:lnTo>
                  <a:lnTo>
                    <a:pt x="1845893" y="188524"/>
                  </a:lnTo>
                  <a:lnTo>
                    <a:pt x="1850811" y="188524"/>
                  </a:lnTo>
                  <a:lnTo>
                    <a:pt x="1850811" y="188524"/>
                  </a:lnTo>
                  <a:lnTo>
                    <a:pt x="1855729" y="188524"/>
                  </a:lnTo>
                  <a:lnTo>
                    <a:pt x="1857369" y="188524"/>
                  </a:lnTo>
                  <a:lnTo>
                    <a:pt x="1860647" y="188524"/>
                  </a:lnTo>
                  <a:lnTo>
                    <a:pt x="1863926" y="188524"/>
                  </a:lnTo>
                  <a:lnTo>
                    <a:pt x="1868844" y="188524"/>
                  </a:lnTo>
                  <a:lnTo>
                    <a:pt x="1872123" y="188524"/>
                  </a:lnTo>
                  <a:lnTo>
                    <a:pt x="1877041" y="188524"/>
                  </a:lnTo>
                  <a:lnTo>
                    <a:pt x="1877041" y="188524"/>
                  </a:lnTo>
                  <a:lnTo>
                    <a:pt x="1880319" y="188524"/>
                  </a:lnTo>
                  <a:lnTo>
                    <a:pt x="1885237" y="188524"/>
                  </a:lnTo>
                  <a:lnTo>
                    <a:pt x="1888516" y="188524"/>
                  </a:lnTo>
                  <a:lnTo>
                    <a:pt x="1893434" y="188524"/>
                  </a:lnTo>
                  <a:lnTo>
                    <a:pt x="1895073" y="188524"/>
                  </a:lnTo>
                  <a:lnTo>
                    <a:pt x="1896713" y="188524"/>
                  </a:lnTo>
                  <a:lnTo>
                    <a:pt x="1896713" y="188524"/>
                  </a:lnTo>
                  <a:lnTo>
                    <a:pt x="1901631" y="188524"/>
                  </a:lnTo>
                  <a:lnTo>
                    <a:pt x="1901631" y="188524"/>
                  </a:lnTo>
                  <a:lnTo>
                    <a:pt x="1904909" y="188524"/>
                  </a:lnTo>
                  <a:lnTo>
                    <a:pt x="1904909" y="188524"/>
                  </a:lnTo>
                  <a:lnTo>
                    <a:pt x="1909827" y="188524"/>
                  </a:lnTo>
                  <a:lnTo>
                    <a:pt x="1913106" y="188524"/>
                  </a:lnTo>
                  <a:lnTo>
                    <a:pt x="1916385" y="188524"/>
                  </a:lnTo>
                  <a:lnTo>
                    <a:pt x="1921303" y="188524"/>
                  </a:lnTo>
                  <a:lnTo>
                    <a:pt x="1924581" y="188524"/>
                  </a:lnTo>
                  <a:lnTo>
                    <a:pt x="1927860" y="188524"/>
                  </a:lnTo>
                  <a:lnTo>
                    <a:pt x="1931139" y="188524"/>
                  </a:lnTo>
                  <a:lnTo>
                    <a:pt x="1934417" y="188524"/>
                  </a:lnTo>
                  <a:lnTo>
                    <a:pt x="1936057" y="188524"/>
                  </a:lnTo>
                  <a:lnTo>
                    <a:pt x="1939335" y="188524"/>
                  </a:lnTo>
                  <a:lnTo>
                    <a:pt x="1944254" y="188524"/>
                  </a:lnTo>
                  <a:lnTo>
                    <a:pt x="1947532" y="188524"/>
                  </a:lnTo>
                  <a:lnTo>
                    <a:pt x="1950811" y="188524"/>
                  </a:lnTo>
                  <a:lnTo>
                    <a:pt x="1955729" y="188524"/>
                  </a:lnTo>
                  <a:lnTo>
                    <a:pt x="1959007" y="188524"/>
                  </a:lnTo>
                  <a:lnTo>
                    <a:pt x="1960647" y="188524"/>
                  </a:lnTo>
                  <a:lnTo>
                    <a:pt x="1963926" y="183606"/>
                  </a:lnTo>
                  <a:lnTo>
                    <a:pt x="1967204" y="180327"/>
                  </a:lnTo>
                  <a:lnTo>
                    <a:pt x="1970483" y="177048"/>
                  </a:lnTo>
                  <a:lnTo>
                    <a:pt x="1973761" y="177048"/>
                  </a:lnTo>
                  <a:lnTo>
                    <a:pt x="1978679" y="177048"/>
                  </a:lnTo>
                  <a:lnTo>
                    <a:pt x="1980319" y="175409"/>
                  </a:lnTo>
                  <a:lnTo>
                    <a:pt x="1983598" y="173770"/>
                  </a:lnTo>
                  <a:lnTo>
                    <a:pt x="1985237" y="177048"/>
                  </a:lnTo>
                  <a:lnTo>
                    <a:pt x="1988516" y="173770"/>
                  </a:lnTo>
                  <a:lnTo>
                    <a:pt x="1990155" y="170491"/>
                  </a:lnTo>
                  <a:lnTo>
                    <a:pt x="1993434" y="170491"/>
                  </a:lnTo>
                  <a:lnTo>
                    <a:pt x="1995073" y="167212"/>
                  </a:lnTo>
                  <a:lnTo>
                    <a:pt x="1996712" y="165573"/>
                  </a:lnTo>
                  <a:lnTo>
                    <a:pt x="2001630" y="162294"/>
                  </a:lnTo>
                  <a:lnTo>
                    <a:pt x="2004909" y="159016"/>
                  </a:lnTo>
                  <a:lnTo>
                    <a:pt x="2008188" y="157376"/>
                  </a:lnTo>
                  <a:lnTo>
                    <a:pt x="2011466" y="154098"/>
                  </a:lnTo>
                  <a:lnTo>
                    <a:pt x="2014745" y="152458"/>
                  </a:lnTo>
                  <a:lnTo>
                    <a:pt x="2018024" y="149180"/>
                  </a:lnTo>
                  <a:lnTo>
                    <a:pt x="2018024" y="145901"/>
                  </a:lnTo>
                  <a:lnTo>
                    <a:pt x="2021302" y="140983"/>
                  </a:lnTo>
                  <a:lnTo>
                    <a:pt x="2021302" y="140983"/>
                  </a:lnTo>
                  <a:lnTo>
                    <a:pt x="2022941" y="136065"/>
                  </a:lnTo>
                  <a:lnTo>
                    <a:pt x="2026220" y="132786"/>
                  </a:lnTo>
                  <a:lnTo>
                    <a:pt x="2029499" y="129508"/>
                  </a:lnTo>
                  <a:lnTo>
                    <a:pt x="2034417" y="127868"/>
                  </a:lnTo>
                  <a:lnTo>
                    <a:pt x="2034417" y="126229"/>
                  </a:lnTo>
                  <a:lnTo>
                    <a:pt x="2036056" y="122950"/>
                  </a:lnTo>
                  <a:lnTo>
                    <a:pt x="2039335" y="118032"/>
                  </a:lnTo>
                  <a:lnTo>
                    <a:pt x="2040974" y="114754"/>
                  </a:lnTo>
                  <a:lnTo>
                    <a:pt x="2040974" y="114754"/>
                  </a:lnTo>
                  <a:lnTo>
                    <a:pt x="2044253" y="111475"/>
                  </a:lnTo>
                  <a:lnTo>
                    <a:pt x="2049171" y="108196"/>
                  </a:lnTo>
                  <a:lnTo>
                    <a:pt x="2052450" y="104917"/>
                  </a:lnTo>
                  <a:lnTo>
                    <a:pt x="2055728" y="101639"/>
                  </a:lnTo>
                  <a:lnTo>
                    <a:pt x="2060646" y="98360"/>
                  </a:lnTo>
                  <a:lnTo>
                    <a:pt x="2063925" y="95082"/>
                  </a:lnTo>
                  <a:lnTo>
                    <a:pt x="2067204" y="91803"/>
                  </a:lnTo>
                  <a:lnTo>
                    <a:pt x="2072122" y="88524"/>
                  </a:lnTo>
                  <a:lnTo>
                    <a:pt x="2075400" y="85245"/>
                  </a:lnTo>
                  <a:lnTo>
                    <a:pt x="2080318" y="81967"/>
                  </a:lnTo>
                  <a:lnTo>
                    <a:pt x="2080318" y="81967"/>
                  </a:lnTo>
                  <a:lnTo>
                    <a:pt x="2083597" y="81967"/>
                  </a:lnTo>
                  <a:lnTo>
                    <a:pt x="2085236" y="86885"/>
                  </a:lnTo>
                  <a:lnTo>
                    <a:pt x="2083597" y="90164"/>
                  </a:lnTo>
                  <a:lnTo>
                    <a:pt x="2086876" y="93442"/>
                  </a:lnTo>
                  <a:lnTo>
                    <a:pt x="2086876" y="93442"/>
                  </a:lnTo>
                  <a:lnTo>
                    <a:pt x="2091794" y="93442"/>
                  </a:lnTo>
                  <a:lnTo>
                    <a:pt x="2095072" y="91803"/>
                  </a:lnTo>
                  <a:lnTo>
                    <a:pt x="2098351" y="90164"/>
                  </a:lnTo>
                  <a:lnTo>
                    <a:pt x="2101630" y="88524"/>
                  </a:lnTo>
                  <a:lnTo>
                    <a:pt x="2106548" y="90164"/>
                  </a:lnTo>
                  <a:lnTo>
                    <a:pt x="2109826" y="86885"/>
                  </a:lnTo>
                  <a:lnTo>
                    <a:pt x="2113105" y="88524"/>
                  </a:lnTo>
                  <a:lnTo>
                    <a:pt x="2118023" y="91803"/>
                  </a:lnTo>
                  <a:lnTo>
                    <a:pt x="2118023" y="95082"/>
                  </a:lnTo>
                  <a:lnTo>
                    <a:pt x="2121302" y="98360"/>
                  </a:lnTo>
                  <a:lnTo>
                    <a:pt x="2122941" y="100000"/>
                  </a:lnTo>
                  <a:lnTo>
                    <a:pt x="2121302" y="103278"/>
                  </a:lnTo>
                  <a:lnTo>
                    <a:pt x="2119663" y="106557"/>
                  </a:lnTo>
                  <a:lnTo>
                    <a:pt x="2118023" y="109836"/>
                  </a:lnTo>
                  <a:lnTo>
                    <a:pt x="2116384" y="114754"/>
                  </a:lnTo>
                  <a:lnTo>
                    <a:pt x="2114745" y="118032"/>
                  </a:lnTo>
                  <a:lnTo>
                    <a:pt x="2114745" y="122950"/>
                  </a:lnTo>
                  <a:lnTo>
                    <a:pt x="2113105" y="126229"/>
                  </a:lnTo>
                  <a:lnTo>
                    <a:pt x="2111466" y="129508"/>
                  </a:lnTo>
                  <a:lnTo>
                    <a:pt x="2109826" y="134426"/>
                  </a:lnTo>
                  <a:lnTo>
                    <a:pt x="2108187" y="137704"/>
                  </a:lnTo>
                  <a:lnTo>
                    <a:pt x="2106548" y="140983"/>
                  </a:lnTo>
                  <a:lnTo>
                    <a:pt x="2104908" y="145901"/>
                  </a:lnTo>
                  <a:lnTo>
                    <a:pt x="2104908" y="149180"/>
                  </a:lnTo>
                  <a:lnTo>
                    <a:pt x="2103269" y="152458"/>
                  </a:lnTo>
                  <a:lnTo>
                    <a:pt x="2099991" y="155737"/>
                  </a:lnTo>
                  <a:lnTo>
                    <a:pt x="2101630" y="159016"/>
                  </a:lnTo>
                  <a:lnTo>
                    <a:pt x="2104908" y="162294"/>
                  </a:lnTo>
                  <a:lnTo>
                    <a:pt x="2108187" y="162294"/>
                  </a:lnTo>
                  <a:lnTo>
                    <a:pt x="2111466" y="162294"/>
                  </a:lnTo>
                  <a:lnTo>
                    <a:pt x="2111466" y="163934"/>
                  </a:lnTo>
                  <a:lnTo>
                    <a:pt x="2106548" y="167212"/>
                  </a:lnTo>
                  <a:lnTo>
                    <a:pt x="2108187" y="170491"/>
                  </a:lnTo>
                  <a:lnTo>
                    <a:pt x="2104908" y="175409"/>
                  </a:lnTo>
                  <a:lnTo>
                    <a:pt x="2104908" y="178688"/>
                  </a:lnTo>
                  <a:lnTo>
                    <a:pt x="2106548" y="181966"/>
                  </a:lnTo>
                  <a:lnTo>
                    <a:pt x="2111466" y="180327"/>
                  </a:lnTo>
                  <a:lnTo>
                    <a:pt x="2111466" y="180327"/>
                  </a:lnTo>
                  <a:lnTo>
                    <a:pt x="2113105" y="183606"/>
                  </a:lnTo>
                  <a:lnTo>
                    <a:pt x="2114745" y="185245"/>
                  </a:lnTo>
                  <a:lnTo>
                    <a:pt x="2114745" y="188524"/>
                  </a:lnTo>
                  <a:lnTo>
                    <a:pt x="2111466" y="190163"/>
                  </a:lnTo>
                  <a:lnTo>
                    <a:pt x="2109826" y="195081"/>
                  </a:lnTo>
                  <a:lnTo>
                    <a:pt x="2113105" y="193442"/>
                  </a:lnTo>
                  <a:lnTo>
                    <a:pt x="2113105" y="196720"/>
                  </a:lnTo>
                  <a:lnTo>
                    <a:pt x="2109826" y="198360"/>
                  </a:lnTo>
                  <a:lnTo>
                    <a:pt x="2104908" y="201638"/>
                  </a:lnTo>
                  <a:lnTo>
                    <a:pt x="2101630" y="203278"/>
                  </a:lnTo>
                  <a:lnTo>
                    <a:pt x="2098351" y="203278"/>
                  </a:lnTo>
                  <a:lnTo>
                    <a:pt x="2095072" y="204917"/>
                  </a:lnTo>
                  <a:lnTo>
                    <a:pt x="2090154" y="204917"/>
                  </a:lnTo>
                  <a:lnTo>
                    <a:pt x="2086876" y="208196"/>
                  </a:lnTo>
                  <a:lnTo>
                    <a:pt x="2083597" y="209835"/>
                  </a:lnTo>
                  <a:lnTo>
                    <a:pt x="2083597" y="209835"/>
                  </a:lnTo>
                  <a:lnTo>
                    <a:pt x="2083597" y="206557"/>
                  </a:lnTo>
                  <a:lnTo>
                    <a:pt x="2080318" y="208196"/>
                  </a:lnTo>
                  <a:lnTo>
                    <a:pt x="2075400" y="211474"/>
                  </a:lnTo>
                  <a:lnTo>
                    <a:pt x="2072122" y="211474"/>
                  </a:lnTo>
                  <a:lnTo>
                    <a:pt x="2072122" y="214753"/>
                  </a:lnTo>
                  <a:lnTo>
                    <a:pt x="2068843" y="216392"/>
                  </a:lnTo>
                  <a:lnTo>
                    <a:pt x="2068843" y="213114"/>
                  </a:lnTo>
                  <a:lnTo>
                    <a:pt x="2068843" y="209835"/>
                  </a:lnTo>
                  <a:lnTo>
                    <a:pt x="2065564" y="209835"/>
                  </a:lnTo>
                  <a:lnTo>
                    <a:pt x="2060646" y="211474"/>
                  </a:lnTo>
                  <a:lnTo>
                    <a:pt x="2057368" y="214753"/>
                  </a:lnTo>
                  <a:lnTo>
                    <a:pt x="2057368" y="209835"/>
                  </a:lnTo>
                  <a:lnTo>
                    <a:pt x="2055728" y="214753"/>
                  </a:lnTo>
                  <a:lnTo>
                    <a:pt x="2052450" y="213114"/>
                  </a:lnTo>
                  <a:lnTo>
                    <a:pt x="2050810" y="218032"/>
                  </a:lnTo>
                  <a:lnTo>
                    <a:pt x="2050810" y="221310"/>
                  </a:lnTo>
                  <a:lnTo>
                    <a:pt x="2049171" y="219671"/>
                  </a:lnTo>
                  <a:lnTo>
                    <a:pt x="2045892" y="218032"/>
                  </a:lnTo>
                  <a:lnTo>
                    <a:pt x="2045892" y="214753"/>
                  </a:lnTo>
                  <a:lnTo>
                    <a:pt x="2045892" y="211474"/>
                  </a:lnTo>
                  <a:lnTo>
                    <a:pt x="2047532" y="206557"/>
                  </a:lnTo>
                  <a:lnTo>
                    <a:pt x="2045892" y="209835"/>
                  </a:lnTo>
                  <a:lnTo>
                    <a:pt x="2040974" y="211474"/>
                  </a:lnTo>
                  <a:lnTo>
                    <a:pt x="2037696" y="214753"/>
                  </a:lnTo>
                  <a:lnTo>
                    <a:pt x="2036056" y="218032"/>
                  </a:lnTo>
                  <a:lnTo>
                    <a:pt x="2032778" y="221310"/>
                  </a:lnTo>
                  <a:lnTo>
                    <a:pt x="2029499" y="226229"/>
                  </a:lnTo>
                  <a:lnTo>
                    <a:pt x="2027860" y="229507"/>
                  </a:lnTo>
                  <a:lnTo>
                    <a:pt x="2024581" y="231147"/>
                  </a:lnTo>
                  <a:lnTo>
                    <a:pt x="2021302" y="232786"/>
                  </a:lnTo>
                  <a:lnTo>
                    <a:pt x="2016384" y="231147"/>
                  </a:lnTo>
                  <a:lnTo>
                    <a:pt x="2013106" y="234425"/>
                  </a:lnTo>
                  <a:lnTo>
                    <a:pt x="2009827" y="239343"/>
                  </a:lnTo>
                  <a:lnTo>
                    <a:pt x="2008188" y="237704"/>
                  </a:lnTo>
                  <a:lnTo>
                    <a:pt x="2009827" y="232786"/>
                  </a:lnTo>
                  <a:lnTo>
                    <a:pt x="2006548" y="236064"/>
                  </a:lnTo>
                  <a:lnTo>
                    <a:pt x="2006548" y="232786"/>
                  </a:lnTo>
                  <a:lnTo>
                    <a:pt x="2006548" y="232786"/>
                  </a:lnTo>
                  <a:lnTo>
                    <a:pt x="2004909" y="232786"/>
                  </a:lnTo>
                  <a:lnTo>
                    <a:pt x="2003270" y="236064"/>
                  </a:lnTo>
                  <a:lnTo>
                    <a:pt x="2001630" y="239343"/>
                  </a:lnTo>
                  <a:lnTo>
                    <a:pt x="2001630" y="236064"/>
                  </a:lnTo>
                  <a:lnTo>
                    <a:pt x="2001630" y="232786"/>
                  </a:lnTo>
                  <a:lnTo>
                    <a:pt x="2004909" y="229507"/>
                  </a:lnTo>
                  <a:lnTo>
                    <a:pt x="2003270" y="229507"/>
                  </a:lnTo>
                  <a:lnTo>
                    <a:pt x="1999991" y="234425"/>
                  </a:lnTo>
                  <a:lnTo>
                    <a:pt x="2001630" y="232786"/>
                  </a:lnTo>
                  <a:lnTo>
                    <a:pt x="1999991" y="237704"/>
                  </a:lnTo>
                  <a:lnTo>
                    <a:pt x="1999991" y="240982"/>
                  </a:lnTo>
                  <a:lnTo>
                    <a:pt x="1996712" y="244261"/>
                  </a:lnTo>
                  <a:lnTo>
                    <a:pt x="1996712" y="244261"/>
                  </a:lnTo>
                  <a:lnTo>
                    <a:pt x="1996712" y="239343"/>
                  </a:lnTo>
                  <a:lnTo>
                    <a:pt x="1991794" y="242622"/>
                  </a:lnTo>
                  <a:lnTo>
                    <a:pt x="1995073" y="239343"/>
                  </a:lnTo>
                  <a:lnTo>
                    <a:pt x="1991794" y="242622"/>
                  </a:lnTo>
                  <a:lnTo>
                    <a:pt x="1991794" y="240982"/>
                  </a:lnTo>
                  <a:lnTo>
                    <a:pt x="1993434" y="239343"/>
                  </a:lnTo>
                  <a:lnTo>
                    <a:pt x="1993434" y="239343"/>
                  </a:lnTo>
                  <a:lnTo>
                    <a:pt x="1993434" y="237704"/>
                  </a:lnTo>
                  <a:lnTo>
                    <a:pt x="1991794" y="239343"/>
                  </a:lnTo>
                  <a:lnTo>
                    <a:pt x="1986876" y="240982"/>
                  </a:lnTo>
                  <a:lnTo>
                    <a:pt x="1983598" y="244261"/>
                  </a:lnTo>
                  <a:lnTo>
                    <a:pt x="1980319" y="247540"/>
                  </a:lnTo>
                  <a:lnTo>
                    <a:pt x="1980319" y="250819"/>
                  </a:lnTo>
                  <a:lnTo>
                    <a:pt x="1975401" y="252458"/>
                  </a:lnTo>
                  <a:lnTo>
                    <a:pt x="1975401" y="255737"/>
                  </a:lnTo>
                  <a:lnTo>
                    <a:pt x="1970483" y="259015"/>
                  </a:lnTo>
                  <a:lnTo>
                    <a:pt x="1967204" y="260654"/>
                  </a:lnTo>
                  <a:lnTo>
                    <a:pt x="1963926" y="262294"/>
                  </a:lnTo>
                  <a:lnTo>
                    <a:pt x="1962286" y="267212"/>
                  </a:lnTo>
                  <a:lnTo>
                    <a:pt x="1959007" y="270491"/>
                  </a:lnTo>
                  <a:lnTo>
                    <a:pt x="1954089" y="272130"/>
                  </a:lnTo>
                  <a:lnTo>
                    <a:pt x="1955729" y="273769"/>
                  </a:lnTo>
                  <a:lnTo>
                    <a:pt x="1952450" y="277048"/>
                  </a:lnTo>
                  <a:lnTo>
                    <a:pt x="1949171" y="280327"/>
                  </a:lnTo>
                  <a:lnTo>
                    <a:pt x="1945893" y="283605"/>
                  </a:lnTo>
                  <a:lnTo>
                    <a:pt x="1947532" y="285244"/>
                  </a:lnTo>
                  <a:lnTo>
                    <a:pt x="1947532" y="288523"/>
                  </a:lnTo>
                  <a:lnTo>
                    <a:pt x="1950811" y="291802"/>
                  </a:lnTo>
                  <a:lnTo>
                    <a:pt x="1945893" y="293441"/>
                  </a:lnTo>
                  <a:lnTo>
                    <a:pt x="1942614" y="295081"/>
                  </a:lnTo>
                  <a:lnTo>
                    <a:pt x="1939335" y="298359"/>
                  </a:lnTo>
                  <a:lnTo>
                    <a:pt x="1936057" y="301638"/>
                  </a:lnTo>
                  <a:lnTo>
                    <a:pt x="1932778" y="304917"/>
                  </a:lnTo>
                  <a:lnTo>
                    <a:pt x="1934417" y="308195"/>
                  </a:lnTo>
                  <a:lnTo>
                    <a:pt x="1937696" y="308195"/>
                  </a:lnTo>
                  <a:lnTo>
                    <a:pt x="1940975" y="309835"/>
                  </a:lnTo>
                  <a:lnTo>
                    <a:pt x="1940975" y="313113"/>
                  </a:lnTo>
                  <a:lnTo>
                    <a:pt x="1940975" y="318031"/>
                  </a:lnTo>
                  <a:lnTo>
                    <a:pt x="1940975" y="321310"/>
                  </a:lnTo>
                  <a:lnTo>
                    <a:pt x="1942614" y="324589"/>
                  </a:lnTo>
                  <a:lnTo>
                    <a:pt x="1942614" y="329507"/>
                  </a:lnTo>
                  <a:lnTo>
                    <a:pt x="1945893" y="331146"/>
                  </a:lnTo>
                  <a:lnTo>
                    <a:pt x="1949171" y="332785"/>
                  </a:lnTo>
                  <a:lnTo>
                    <a:pt x="1954089" y="329507"/>
                  </a:lnTo>
                  <a:lnTo>
                    <a:pt x="1957368" y="329507"/>
                  </a:lnTo>
                  <a:lnTo>
                    <a:pt x="1960647" y="327867"/>
                  </a:lnTo>
                  <a:lnTo>
                    <a:pt x="1960647" y="326228"/>
                  </a:lnTo>
                  <a:lnTo>
                    <a:pt x="1962286" y="322949"/>
                  </a:lnTo>
                  <a:lnTo>
                    <a:pt x="1962286" y="322949"/>
                  </a:lnTo>
                  <a:lnTo>
                    <a:pt x="1960647" y="322949"/>
                  </a:lnTo>
                  <a:lnTo>
                    <a:pt x="1960647" y="319671"/>
                  </a:lnTo>
                  <a:lnTo>
                    <a:pt x="1957368" y="314753"/>
                  </a:lnTo>
                  <a:lnTo>
                    <a:pt x="1960647" y="316392"/>
                  </a:lnTo>
                  <a:lnTo>
                    <a:pt x="1963926" y="319671"/>
                  </a:lnTo>
                  <a:lnTo>
                    <a:pt x="1963926" y="322949"/>
                  </a:lnTo>
                  <a:lnTo>
                    <a:pt x="1962286" y="326228"/>
                  </a:lnTo>
                  <a:lnTo>
                    <a:pt x="1962286" y="331146"/>
                  </a:lnTo>
                  <a:lnTo>
                    <a:pt x="1959007" y="334425"/>
                  </a:lnTo>
                  <a:lnTo>
                    <a:pt x="1957368" y="334425"/>
                  </a:lnTo>
                  <a:lnTo>
                    <a:pt x="1952450" y="334425"/>
                  </a:lnTo>
                  <a:lnTo>
                    <a:pt x="1949171" y="334425"/>
                  </a:lnTo>
                  <a:lnTo>
                    <a:pt x="1944254" y="336064"/>
                  </a:lnTo>
                  <a:lnTo>
                    <a:pt x="1940975" y="337703"/>
                  </a:lnTo>
                  <a:lnTo>
                    <a:pt x="1937696" y="339343"/>
                  </a:lnTo>
                  <a:lnTo>
                    <a:pt x="1934417" y="339343"/>
                  </a:lnTo>
                  <a:lnTo>
                    <a:pt x="1936057" y="334425"/>
                  </a:lnTo>
                  <a:lnTo>
                    <a:pt x="1937696" y="331146"/>
                  </a:lnTo>
                  <a:lnTo>
                    <a:pt x="1932778" y="332785"/>
                  </a:lnTo>
                  <a:lnTo>
                    <a:pt x="1929499" y="336064"/>
                  </a:lnTo>
                  <a:lnTo>
                    <a:pt x="1926221" y="336064"/>
                  </a:lnTo>
                  <a:lnTo>
                    <a:pt x="1922942" y="339343"/>
                  </a:lnTo>
                  <a:lnTo>
                    <a:pt x="1919663" y="340982"/>
                  </a:lnTo>
                  <a:lnTo>
                    <a:pt x="1916385" y="340982"/>
                  </a:lnTo>
                  <a:lnTo>
                    <a:pt x="1913106" y="340982"/>
                  </a:lnTo>
                  <a:lnTo>
                    <a:pt x="1914745" y="337703"/>
                  </a:lnTo>
                  <a:lnTo>
                    <a:pt x="1916385" y="332785"/>
                  </a:lnTo>
                  <a:lnTo>
                    <a:pt x="1919663" y="329507"/>
                  </a:lnTo>
                  <a:lnTo>
                    <a:pt x="1916385" y="332785"/>
                  </a:lnTo>
                  <a:lnTo>
                    <a:pt x="1911467" y="334425"/>
                  </a:lnTo>
                  <a:lnTo>
                    <a:pt x="1911467" y="329507"/>
                  </a:lnTo>
                  <a:lnTo>
                    <a:pt x="1908188" y="334425"/>
                  </a:lnTo>
                  <a:lnTo>
                    <a:pt x="1906549" y="337703"/>
                  </a:lnTo>
                  <a:lnTo>
                    <a:pt x="1906549" y="340982"/>
                  </a:lnTo>
                  <a:lnTo>
                    <a:pt x="1903270" y="345900"/>
                  </a:lnTo>
                  <a:lnTo>
                    <a:pt x="1899991" y="345900"/>
                  </a:lnTo>
                  <a:lnTo>
                    <a:pt x="1895073" y="347539"/>
                  </a:lnTo>
                  <a:lnTo>
                    <a:pt x="1891795" y="347539"/>
                  </a:lnTo>
                  <a:lnTo>
                    <a:pt x="1888516" y="349179"/>
                  </a:lnTo>
                  <a:lnTo>
                    <a:pt x="1885237" y="347539"/>
                  </a:lnTo>
                  <a:lnTo>
                    <a:pt x="1880319" y="349179"/>
                  </a:lnTo>
                  <a:lnTo>
                    <a:pt x="1877041" y="349179"/>
                  </a:lnTo>
                  <a:lnTo>
                    <a:pt x="1873762" y="349179"/>
                  </a:lnTo>
                  <a:lnTo>
                    <a:pt x="1870483" y="349179"/>
                  </a:lnTo>
                  <a:lnTo>
                    <a:pt x="1870483" y="347539"/>
                  </a:lnTo>
                  <a:lnTo>
                    <a:pt x="1870483" y="349179"/>
                  </a:lnTo>
                  <a:lnTo>
                    <a:pt x="1868844" y="350818"/>
                  </a:lnTo>
                  <a:lnTo>
                    <a:pt x="1863926" y="350818"/>
                  </a:lnTo>
                  <a:lnTo>
                    <a:pt x="1860647" y="350818"/>
                  </a:lnTo>
                  <a:lnTo>
                    <a:pt x="1857369" y="352457"/>
                  </a:lnTo>
                  <a:lnTo>
                    <a:pt x="1854090" y="350818"/>
                  </a:lnTo>
                  <a:lnTo>
                    <a:pt x="1849172" y="350818"/>
                  </a:lnTo>
                  <a:lnTo>
                    <a:pt x="1845893" y="352457"/>
                  </a:lnTo>
                  <a:lnTo>
                    <a:pt x="1842614" y="354097"/>
                  </a:lnTo>
                  <a:lnTo>
                    <a:pt x="1837697" y="355736"/>
                  </a:lnTo>
                  <a:lnTo>
                    <a:pt x="1834418" y="357375"/>
                  </a:lnTo>
                  <a:lnTo>
                    <a:pt x="1831139" y="359015"/>
                  </a:lnTo>
                  <a:lnTo>
                    <a:pt x="1826221" y="360654"/>
                  </a:lnTo>
                  <a:lnTo>
                    <a:pt x="1822942" y="362294"/>
                  </a:lnTo>
                  <a:lnTo>
                    <a:pt x="1819664" y="362294"/>
                  </a:lnTo>
                  <a:lnTo>
                    <a:pt x="1818024" y="365572"/>
                  </a:lnTo>
                  <a:lnTo>
                    <a:pt x="1813107" y="367211"/>
                  </a:lnTo>
                  <a:lnTo>
                    <a:pt x="1811467" y="370490"/>
                  </a:lnTo>
                  <a:lnTo>
                    <a:pt x="1806549" y="372129"/>
                  </a:lnTo>
                  <a:lnTo>
                    <a:pt x="1803270" y="373769"/>
                  </a:lnTo>
                  <a:lnTo>
                    <a:pt x="1804910" y="372129"/>
                  </a:lnTo>
                  <a:lnTo>
                    <a:pt x="1808189" y="368851"/>
                  </a:lnTo>
                  <a:lnTo>
                    <a:pt x="1809828" y="363933"/>
                  </a:lnTo>
                  <a:lnTo>
                    <a:pt x="1813107" y="360654"/>
                  </a:lnTo>
                  <a:lnTo>
                    <a:pt x="1813107" y="357375"/>
                  </a:lnTo>
                  <a:lnTo>
                    <a:pt x="1813107" y="354097"/>
                  </a:lnTo>
                  <a:lnTo>
                    <a:pt x="1813107" y="349179"/>
                  </a:lnTo>
                  <a:lnTo>
                    <a:pt x="1811467" y="352457"/>
                  </a:lnTo>
                  <a:lnTo>
                    <a:pt x="1813107" y="355736"/>
                  </a:lnTo>
                  <a:lnTo>
                    <a:pt x="1811467" y="360654"/>
                  </a:lnTo>
                  <a:lnTo>
                    <a:pt x="1809828" y="363933"/>
                  </a:lnTo>
                  <a:lnTo>
                    <a:pt x="1809828" y="365572"/>
                  </a:lnTo>
                  <a:lnTo>
                    <a:pt x="1806549" y="368851"/>
                  </a:lnTo>
                  <a:lnTo>
                    <a:pt x="1803270" y="373769"/>
                  </a:lnTo>
                  <a:lnTo>
                    <a:pt x="1801631" y="375408"/>
                  </a:lnTo>
                  <a:lnTo>
                    <a:pt x="1798352" y="377047"/>
                  </a:lnTo>
                  <a:lnTo>
                    <a:pt x="1796713" y="375408"/>
                  </a:lnTo>
                  <a:lnTo>
                    <a:pt x="1796713" y="377047"/>
                  </a:lnTo>
                  <a:lnTo>
                    <a:pt x="1793434" y="380326"/>
                  </a:lnTo>
                  <a:lnTo>
                    <a:pt x="1790156" y="385244"/>
                  </a:lnTo>
                  <a:lnTo>
                    <a:pt x="1791795" y="386884"/>
                  </a:lnTo>
                  <a:lnTo>
                    <a:pt x="1795074" y="388523"/>
                  </a:lnTo>
                  <a:lnTo>
                    <a:pt x="1799992" y="388523"/>
                  </a:lnTo>
                  <a:lnTo>
                    <a:pt x="1798352" y="391801"/>
                  </a:lnTo>
                  <a:lnTo>
                    <a:pt x="1796713" y="395080"/>
                  </a:lnTo>
                  <a:lnTo>
                    <a:pt x="1793434" y="399998"/>
                  </a:lnTo>
                  <a:lnTo>
                    <a:pt x="1791795" y="403277"/>
                  </a:lnTo>
                  <a:lnTo>
                    <a:pt x="1790156" y="406556"/>
                  </a:lnTo>
                  <a:lnTo>
                    <a:pt x="1788517" y="411474"/>
                  </a:lnTo>
                  <a:lnTo>
                    <a:pt x="1786877" y="414752"/>
                  </a:lnTo>
                  <a:lnTo>
                    <a:pt x="1788517" y="411474"/>
                  </a:lnTo>
                  <a:lnTo>
                    <a:pt x="1790156" y="406556"/>
                  </a:lnTo>
                  <a:lnTo>
                    <a:pt x="1788517" y="406556"/>
                  </a:lnTo>
                  <a:lnTo>
                    <a:pt x="1786877" y="406556"/>
                  </a:lnTo>
                  <a:lnTo>
                    <a:pt x="1786877" y="411474"/>
                  </a:lnTo>
                  <a:lnTo>
                    <a:pt x="1783598" y="414752"/>
                  </a:lnTo>
                  <a:lnTo>
                    <a:pt x="1781959" y="418031"/>
                  </a:lnTo>
                  <a:lnTo>
                    <a:pt x="1778680" y="421309"/>
                  </a:lnTo>
                  <a:lnTo>
                    <a:pt x="1775402" y="424588"/>
                  </a:lnTo>
                  <a:lnTo>
                    <a:pt x="1775402" y="424588"/>
                  </a:lnTo>
                  <a:lnTo>
                    <a:pt x="1773762" y="427867"/>
                  </a:lnTo>
                  <a:lnTo>
                    <a:pt x="1770484" y="427867"/>
                  </a:lnTo>
                  <a:lnTo>
                    <a:pt x="1767205" y="431146"/>
                  </a:lnTo>
                  <a:lnTo>
                    <a:pt x="1765566" y="436064"/>
                  </a:lnTo>
                  <a:lnTo>
                    <a:pt x="1762287" y="437703"/>
                  </a:lnTo>
                  <a:lnTo>
                    <a:pt x="1757369" y="440981"/>
                  </a:lnTo>
                  <a:lnTo>
                    <a:pt x="1754090" y="444260"/>
                  </a:lnTo>
                  <a:lnTo>
                    <a:pt x="1750812" y="449178"/>
                  </a:lnTo>
                  <a:lnTo>
                    <a:pt x="1747533" y="452457"/>
                  </a:lnTo>
                  <a:lnTo>
                    <a:pt x="1744254" y="452457"/>
                  </a:lnTo>
                  <a:lnTo>
                    <a:pt x="1740976" y="454096"/>
                  </a:lnTo>
                  <a:lnTo>
                    <a:pt x="1742615" y="449178"/>
                  </a:lnTo>
                  <a:lnTo>
                    <a:pt x="1745894" y="445900"/>
                  </a:lnTo>
                  <a:lnTo>
                    <a:pt x="1744254" y="442621"/>
                  </a:lnTo>
                  <a:lnTo>
                    <a:pt x="1740976" y="442621"/>
                  </a:lnTo>
                  <a:lnTo>
                    <a:pt x="1737697" y="439342"/>
                  </a:lnTo>
                  <a:lnTo>
                    <a:pt x="1732779" y="436064"/>
                  </a:lnTo>
                  <a:lnTo>
                    <a:pt x="1731140" y="432785"/>
                  </a:lnTo>
                  <a:lnTo>
                    <a:pt x="1729500" y="427867"/>
                  </a:lnTo>
                  <a:lnTo>
                    <a:pt x="1731140" y="426228"/>
                  </a:lnTo>
                  <a:lnTo>
                    <a:pt x="1731140" y="422949"/>
                  </a:lnTo>
                  <a:lnTo>
                    <a:pt x="1736058" y="419670"/>
                  </a:lnTo>
                  <a:lnTo>
                    <a:pt x="1739336" y="416391"/>
                  </a:lnTo>
                  <a:lnTo>
                    <a:pt x="1739336" y="414752"/>
                  </a:lnTo>
                  <a:lnTo>
                    <a:pt x="1742615" y="413113"/>
                  </a:lnTo>
                  <a:lnTo>
                    <a:pt x="1747533" y="413113"/>
                  </a:lnTo>
                  <a:lnTo>
                    <a:pt x="1749172" y="411474"/>
                  </a:lnTo>
                  <a:lnTo>
                    <a:pt x="1745894" y="413113"/>
                  </a:lnTo>
                  <a:lnTo>
                    <a:pt x="1742615" y="413113"/>
                  </a:lnTo>
                  <a:lnTo>
                    <a:pt x="1737697" y="414752"/>
                  </a:lnTo>
                  <a:lnTo>
                    <a:pt x="1734418" y="418031"/>
                  </a:lnTo>
                  <a:lnTo>
                    <a:pt x="1731140" y="421309"/>
                  </a:lnTo>
                  <a:lnTo>
                    <a:pt x="1729500" y="424588"/>
                  </a:lnTo>
                  <a:lnTo>
                    <a:pt x="1727861" y="429506"/>
                  </a:lnTo>
                  <a:lnTo>
                    <a:pt x="1727861" y="432785"/>
                  </a:lnTo>
                  <a:lnTo>
                    <a:pt x="1729500" y="436064"/>
                  </a:lnTo>
                  <a:lnTo>
                    <a:pt x="1731140" y="440981"/>
                  </a:lnTo>
                  <a:lnTo>
                    <a:pt x="1729500" y="444260"/>
                  </a:lnTo>
                  <a:lnTo>
                    <a:pt x="1727861" y="447539"/>
                  </a:lnTo>
                  <a:lnTo>
                    <a:pt x="1729500" y="452457"/>
                  </a:lnTo>
                  <a:lnTo>
                    <a:pt x="1729500" y="455736"/>
                  </a:lnTo>
                  <a:lnTo>
                    <a:pt x="1732779" y="459014"/>
                  </a:lnTo>
                  <a:lnTo>
                    <a:pt x="1734418" y="462293"/>
                  </a:lnTo>
                  <a:lnTo>
                    <a:pt x="1731140" y="467211"/>
                  </a:lnTo>
                  <a:lnTo>
                    <a:pt x="1732779" y="467211"/>
                  </a:lnTo>
                  <a:lnTo>
                    <a:pt x="1729500" y="468850"/>
                  </a:lnTo>
                  <a:lnTo>
                    <a:pt x="1732779" y="470490"/>
                  </a:lnTo>
                  <a:lnTo>
                    <a:pt x="1731140" y="475408"/>
                  </a:lnTo>
                  <a:lnTo>
                    <a:pt x="1729500" y="478686"/>
                  </a:lnTo>
                  <a:lnTo>
                    <a:pt x="1731140" y="475408"/>
                  </a:lnTo>
                  <a:lnTo>
                    <a:pt x="1729500" y="475408"/>
                  </a:lnTo>
                  <a:lnTo>
                    <a:pt x="1727861" y="477047"/>
                  </a:lnTo>
                  <a:lnTo>
                    <a:pt x="1727861" y="481965"/>
                  </a:lnTo>
                  <a:lnTo>
                    <a:pt x="1722943" y="483604"/>
                  </a:lnTo>
                  <a:lnTo>
                    <a:pt x="1719664" y="486883"/>
                  </a:lnTo>
                  <a:lnTo>
                    <a:pt x="1716386" y="490162"/>
                  </a:lnTo>
                  <a:lnTo>
                    <a:pt x="1713107" y="493440"/>
                  </a:lnTo>
                  <a:lnTo>
                    <a:pt x="1711468" y="496719"/>
                  </a:lnTo>
                  <a:lnTo>
                    <a:pt x="1709828" y="499998"/>
                  </a:lnTo>
                  <a:lnTo>
                    <a:pt x="1704910" y="504916"/>
                  </a:lnTo>
                  <a:lnTo>
                    <a:pt x="1701632" y="508194"/>
                  </a:lnTo>
                  <a:lnTo>
                    <a:pt x="1699992" y="511473"/>
                  </a:lnTo>
                  <a:lnTo>
                    <a:pt x="1696714" y="516391"/>
                  </a:lnTo>
                  <a:lnTo>
                    <a:pt x="1693435" y="516391"/>
                  </a:lnTo>
                  <a:lnTo>
                    <a:pt x="1690156" y="519670"/>
                  </a:lnTo>
                  <a:lnTo>
                    <a:pt x="1686877" y="522948"/>
                  </a:lnTo>
                  <a:lnTo>
                    <a:pt x="1685238" y="527866"/>
                  </a:lnTo>
                  <a:lnTo>
                    <a:pt x="1683599" y="531145"/>
                  </a:lnTo>
                  <a:lnTo>
                    <a:pt x="1680320" y="531145"/>
                  </a:lnTo>
                  <a:lnTo>
                    <a:pt x="1680320" y="527866"/>
                  </a:lnTo>
                  <a:lnTo>
                    <a:pt x="1680320" y="524588"/>
                  </a:lnTo>
                  <a:lnTo>
                    <a:pt x="1683599" y="521309"/>
                  </a:lnTo>
                  <a:lnTo>
                    <a:pt x="1685238" y="516391"/>
                  </a:lnTo>
                  <a:lnTo>
                    <a:pt x="1686877" y="513112"/>
                  </a:lnTo>
                  <a:lnTo>
                    <a:pt x="1690156" y="509834"/>
                  </a:lnTo>
                  <a:lnTo>
                    <a:pt x="1695074" y="506555"/>
                  </a:lnTo>
                  <a:lnTo>
                    <a:pt x="1695074" y="503276"/>
                  </a:lnTo>
                  <a:lnTo>
                    <a:pt x="1699992" y="501637"/>
                  </a:lnTo>
                  <a:lnTo>
                    <a:pt x="1699992" y="498358"/>
                  </a:lnTo>
                  <a:lnTo>
                    <a:pt x="1703271" y="496719"/>
                  </a:lnTo>
                  <a:lnTo>
                    <a:pt x="1701632" y="495080"/>
                  </a:lnTo>
                  <a:lnTo>
                    <a:pt x="1698353" y="495080"/>
                  </a:lnTo>
                  <a:lnTo>
                    <a:pt x="1695074" y="498358"/>
                  </a:lnTo>
                  <a:lnTo>
                    <a:pt x="1696714" y="493440"/>
                  </a:lnTo>
                  <a:lnTo>
                    <a:pt x="1699992" y="491801"/>
                  </a:lnTo>
                  <a:lnTo>
                    <a:pt x="1699992" y="488522"/>
                  </a:lnTo>
                  <a:lnTo>
                    <a:pt x="1695074" y="486883"/>
                  </a:lnTo>
                  <a:lnTo>
                    <a:pt x="1698353" y="483604"/>
                  </a:lnTo>
                  <a:lnTo>
                    <a:pt x="1699992" y="478686"/>
                  </a:lnTo>
                  <a:lnTo>
                    <a:pt x="1696714" y="481965"/>
                  </a:lnTo>
                  <a:lnTo>
                    <a:pt x="1693435" y="480326"/>
                  </a:lnTo>
                  <a:lnTo>
                    <a:pt x="1693435" y="485244"/>
                  </a:lnTo>
                  <a:lnTo>
                    <a:pt x="1690156" y="480326"/>
                  </a:lnTo>
                  <a:lnTo>
                    <a:pt x="1686877" y="478686"/>
                  </a:lnTo>
                  <a:lnTo>
                    <a:pt x="1688517" y="473768"/>
                  </a:lnTo>
                  <a:lnTo>
                    <a:pt x="1691796" y="470490"/>
                  </a:lnTo>
                  <a:lnTo>
                    <a:pt x="1690156" y="467211"/>
                  </a:lnTo>
                  <a:lnTo>
                    <a:pt x="1693435" y="467211"/>
                  </a:lnTo>
                  <a:lnTo>
                    <a:pt x="1698353" y="468850"/>
                  </a:lnTo>
                  <a:lnTo>
                    <a:pt x="1698353" y="468850"/>
                  </a:lnTo>
                  <a:lnTo>
                    <a:pt x="1695074" y="465572"/>
                  </a:lnTo>
                  <a:lnTo>
                    <a:pt x="1693435" y="460654"/>
                  </a:lnTo>
                  <a:lnTo>
                    <a:pt x="1690156" y="462293"/>
                  </a:lnTo>
                  <a:lnTo>
                    <a:pt x="1691796" y="459014"/>
                  </a:lnTo>
                  <a:lnTo>
                    <a:pt x="1696714" y="460654"/>
                  </a:lnTo>
                  <a:lnTo>
                    <a:pt x="1699992" y="455736"/>
                  </a:lnTo>
                  <a:lnTo>
                    <a:pt x="1695074" y="452457"/>
                  </a:lnTo>
                  <a:lnTo>
                    <a:pt x="1695074" y="454096"/>
                  </a:lnTo>
                  <a:lnTo>
                    <a:pt x="1690156" y="455736"/>
                  </a:lnTo>
                  <a:lnTo>
                    <a:pt x="1693435" y="452457"/>
                  </a:lnTo>
                  <a:lnTo>
                    <a:pt x="1696714" y="450818"/>
                  </a:lnTo>
                  <a:lnTo>
                    <a:pt x="1699992" y="449178"/>
                  </a:lnTo>
                  <a:lnTo>
                    <a:pt x="1699992" y="449178"/>
                  </a:lnTo>
                  <a:lnTo>
                    <a:pt x="1701632" y="444260"/>
                  </a:lnTo>
                  <a:lnTo>
                    <a:pt x="1698353" y="447539"/>
                  </a:lnTo>
                  <a:lnTo>
                    <a:pt x="1698353" y="444260"/>
                  </a:lnTo>
                  <a:lnTo>
                    <a:pt x="1701632" y="439342"/>
                  </a:lnTo>
                  <a:lnTo>
                    <a:pt x="1704910" y="436064"/>
                  </a:lnTo>
                  <a:lnTo>
                    <a:pt x="1709828" y="434424"/>
                  </a:lnTo>
                  <a:lnTo>
                    <a:pt x="1713107" y="434424"/>
                  </a:lnTo>
                  <a:lnTo>
                    <a:pt x="1716386" y="434424"/>
                  </a:lnTo>
                  <a:lnTo>
                    <a:pt x="1713107" y="431146"/>
                  </a:lnTo>
                  <a:lnTo>
                    <a:pt x="1716386" y="429506"/>
                  </a:lnTo>
                  <a:lnTo>
                    <a:pt x="1719664" y="424588"/>
                  </a:lnTo>
                  <a:lnTo>
                    <a:pt x="1716386" y="427867"/>
                  </a:lnTo>
                  <a:lnTo>
                    <a:pt x="1713107" y="429506"/>
                  </a:lnTo>
                  <a:lnTo>
                    <a:pt x="1716386" y="426228"/>
                  </a:lnTo>
                  <a:lnTo>
                    <a:pt x="1714746" y="426228"/>
                  </a:lnTo>
                  <a:lnTo>
                    <a:pt x="1711468" y="426228"/>
                  </a:lnTo>
                  <a:lnTo>
                    <a:pt x="1708189" y="429506"/>
                  </a:lnTo>
                  <a:lnTo>
                    <a:pt x="1706550" y="432785"/>
                  </a:lnTo>
                  <a:lnTo>
                    <a:pt x="1703271" y="434424"/>
                  </a:lnTo>
                  <a:lnTo>
                    <a:pt x="1704910" y="431146"/>
                  </a:lnTo>
                  <a:lnTo>
                    <a:pt x="1703271" y="431146"/>
                  </a:lnTo>
                  <a:lnTo>
                    <a:pt x="1701632" y="432785"/>
                  </a:lnTo>
                  <a:lnTo>
                    <a:pt x="1699992" y="436064"/>
                  </a:lnTo>
                  <a:lnTo>
                    <a:pt x="1699992" y="432785"/>
                  </a:lnTo>
                  <a:lnTo>
                    <a:pt x="1696714" y="434424"/>
                  </a:lnTo>
                  <a:lnTo>
                    <a:pt x="1696714" y="437703"/>
                  </a:lnTo>
                  <a:lnTo>
                    <a:pt x="1693435" y="437703"/>
                  </a:lnTo>
                  <a:lnTo>
                    <a:pt x="1691796" y="440981"/>
                  </a:lnTo>
                  <a:lnTo>
                    <a:pt x="1688517" y="439342"/>
                  </a:lnTo>
                  <a:lnTo>
                    <a:pt x="1690156" y="442621"/>
                  </a:lnTo>
                  <a:lnTo>
                    <a:pt x="1691796" y="445900"/>
                  </a:lnTo>
                  <a:lnTo>
                    <a:pt x="1688517" y="447539"/>
                  </a:lnTo>
                  <a:lnTo>
                    <a:pt x="1690156" y="450818"/>
                  </a:lnTo>
                  <a:lnTo>
                    <a:pt x="1686877" y="449178"/>
                  </a:lnTo>
                  <a:lnTo>
                    <a:pt x="1685238" y="452457"/>
                  </a:lnTo>
                  <a:lnTo>
                    <a:pt x="1683599" y="457375"/>
                  </a:lnTo>
                  <a:lnTo>
                    <a:pt x="1681960" y="460654"/>
                  </a:lnTo>
                  <a:lnTo>
                    <a:pt x="1681960" y="465572"/>
                  </a:lnTo>
                  <a:lnTo>
                    <a:pt x="1680320" y="468850"/>
                  </a:lnTo>
                  <a:lnTo>
                    <a:pt x="1680320" y="472129"/>
                  </a:lnTo>
                  <a:lnTo>
                    <a:pt x="1681960" y="475408"/>
                  </a:lnTo>
                  <a:lnTo>
                    <a:pt x="1680320" y="480326"/>
                  </a:lnTo>
                  <a:lnTo>
                    <a:pt x="1677042" y="477047"/>
                  </a:lnTo>
                  <a:lnTo>
                    <a:pt x="1675402" y="472129"/>
                  </a:lnTo>
                  <a:lnTo>
                    <a:pt x="1675402" y="468850"/>
                  </a:lnTo>
                  <a:lnTo>
                    <a:pt x="1677042" y="465572"/>
                  </a:lnTo>
                  <a:lnTo>
                    <a:pt x="1675402" y="468850"/>
                  </a:lnTo>
                  <a:lnTo>
                    <a:pt x="1673763" y="472129"/>
                  </a:lnTo>
                  <a:lnTo>
                    <a:pt x="1673763" y="475408"/>
                  </a:lnTo>
                  <a:lnTo>
                    <a:pt x="1677042" y="480326"/>
                  </a:lnTo>
                  <a:lnTo>
                    <a:pt x="1680320" y="483604"/>
                  </a:lnTo>
                  <a:lnTo>
                    <a:pt x="1681960" y="486883"/>
                  </a:lnTo>
                  <a:lnTo>
                    <a:pt x="1678681" y="491801"/>
                  </a:lnTo>
                  <a:lnTo>
                    <a:pt x="1677042" y="486883"/>
                  </a:lnTo>
                  <a:lnTo>
                    <a:pt x="1673763" y="485244"/>
                  </a:lnTo>
                  <a:lnTo>
                    <a:pt x="1670484" y="483604"/>
                  </a:lnTo>
                  <a:lnTo>
                    <a:pt x="1665566" y="481965"/>
                  </a:lnTo>
                  <a:lnTo>
                    <a:pt x="1667205" y="478686"/>
                  </a:lnTo>
                  <a:lnTo>
                    <a:pt x="1665566" y="478686"/>
                  </a:lnTo>
                  <a:lnTo>
                    <a:pt x="1665566" y="481965"/>
                  </a:lnTo>
                  <a:lnTo>
                    <a:pt x="1662287" y="478686"/>
                  </a:lnTo>
                  <a:lnTo>
                    <a:pt x="1659009" y="475408"/>
                  </a:lnTo>
                  <a:lnTo>
                    <a:pt x="1655730" y="477047"/>
                  </a:lnTo>
                  <a:lnTo>
                    <a:pt x="1652452" y="475408"/>
                  </a:lnTo>
                  <a:lnTo>
                    <a:pt x="1654091" y="472129"/>
                  </a:lnTo>
                  <a:lnTo>
                    <a:pt x="1657370" y="467211"/>
                  </a:lnTo>
                  <a:lnTo>
                    <a:pt x="1660648" y="465572"/>
                  </a:lnTo>
                  <a:lnTo>
                    <a:pt x="1663927" y="463932"/>
                  </a:lnTo>
                  <a:lnTo>
                    <a:pt x="1665566" y="459014"/>
                  </a:lnTo>
                  <a:lnTo>
                    <a:pt x="1667205" y="457375"/>
                  </a:lnTo>
                  <a:lnTo>
                    <a:pt x="1665566" y="455736"/>
                  </a:lnTo>
                  <a:lnTo>
                    <a:pt x="1665566" y="457375"/>
                  </a:lnTo>
                  <a:lnTo>
                    <a:pt x="1665566" y="460654"/>
                  </a:lnTo>
                  <a:lnTo>
                    <a:pt x="1663927" y="462293"/>
                  </a:lnTo>
                  <a:lnTo>
                    <a:pt x="1660648" y="463932"/>
                  </a:lnTo>
                  <a:lnTo>
                    <a:pt x="1659009" y="465572"/>
                  </a:lnTo>
                  <a:lnTo>
                    <a:pt x="1659009" y="467211"/>
                  </a:lnTo>
                  <a:lnTo>
                    <a:pt x="1657370" y="467211"/>
                  </a:lnTo>
                  <a:lnTo>
                    <a:pt x="1655730" y="467211"/>
                  </a:lnTo>
                  <a:lnTo>
                    <a:pt x="1652452" y="470490"/>
                  </a:lnTo>
                  <a:lnTo>
                    <a:pt x="1650812" y="473768"/>
                  </a:lnTo>
                  <a:lnTo>
                    <a:pt x="1649173" y="477047"/>
                  </a:lnTo>
                  <a:lnTo>
                    <a:pt x="1649173" y="477047"/>
                  </a:lnTo>
                  <a:lnTo>
                    <a:pt x="1650812" y="480326"/>
                  </a:lnTo>
                  <a:lnTo>
                    <a:pt x="1654091" y="478686"/>
                  </a:lnTo>
                  <a:lnTo>
                    <a:pt x="1659009" y="480326"/>
                  </a:lnTo>
                  <a:lnTo>
                    <a:pt x="1660648" y="483604"/>
                  </a:lnTo>
                  <a:lnTo>
                    <a:pt x="1660648" y="486883"/>
                  </a:lnTo>
                  <a:lnTo>
                    <a:pt x="1662287" y="486883"/>
                  </a:lnTo>
                  <a:lnTo>
                    <a:pt x="1665566" y="486883"/>
                  </a:lnTo>
                  <a:lnTo>
                    <a:pt x="1667205" y="488522"/>
                  </a:lnTo>
                  <a:lnTo>
                    <a:pt x="1672124" y="488522"/>
                  </a:lnTo>
                  <a:lnTo>
                    <a:pt x="1673763" y="491801"/>
                  </a:lnTo>
                  <a:lnTo>
                    <a:pt x="1673763" y="495080"/>
                  </a:lnTo>
                  <a:lnTo>
                    <a:pt x="1677042" y="496719"/>
                  </a:lnTo>
                  <a:lnTo>
                    <a:pt x="1680320" y="498358"/>
                  </a:lnTo>
                  <a:lnTo>
                    <a:pt x="1680320" y="499998"/>
                  </a:lnTo>
                  <a:lnTo>
                    <a:pt x="1677042" y="504916"/>
                  </a:lnTo>
                  <a:lnTo>
                    <a:pt x="1675402" y="508194"/>
                  </a:lnTo>
                  <a:lnTo>
                    <a:pt x="1670484" y="509834"/>
                  </a:lnTo>
                  <a:lnTo>
                    <a:pt x="1667205" y="508194"/>
                  </a:lnTo>
                  <a:lnTo>
                    <a:pt x="1667205" y="504916"/>
                  </a:lnTo>
                  <a:lnTo>
                    <a:pt x="1662287" y="501637"/>
                  </a:lnTo>
                  <a:lnTo>
                    <a:pt x="1662287" y="498358"/>
                  </a:lnTo>
                  <a:lnTo>
                    <a:pt x="1659009" y="493440"/>
                  </a:lnTo>
                  <a:lnTo>
                    <a:pt x="1659009" y="491801"/>
                  </a:lnTo>
                  <a:lnTo>
                    <a:pt x="1659009" y="496719"/>
                  </a:lnTo>
                  <a:lnTo>
                    <a:pt x="1660648" y="499998"/>
                  </a:lnTo>
                  <a:lnTo>
                    <a:pt x="1662287" y="503276"/>
                  </a:lnTo>
                  <a:lnTo>
                    <a:pt x="1665566" y="508194"/>
                  </a:lnTo>
                  <a:lnTo>
                    <a:pt x="1667205" y="511473"/>
                  </a:lnTo>
                  <a:lnTo>
                    <a:pt x="1670484" y="511473"/>
                  </a:lnTo>
                  <a:lnTo>
                    <a:pt x="1670484" y="516391"/>
                  </a:lnTo>
                  <a:lnTo>
                    <a:pt x="1673763" y="516391"/>
                  </a:lnTo>
                  <a:lnTo>
                    <a:pt x="1673763" y="519670"/>
                  </a:lnTo>
                  <a:lnTo>
                    <a:pt x="1673763" y="521309"/>
                  </a:lnTo>
                  <a:lnTo>
                    <a:pt x="1670484" y="522948"/>
                  </a:lnTo>
                  <a:lnTo>
                    <a:pt x="1665566" y="521309"/>
                  </a:lnTo>
                  <a:lnTo>
                    <a:pt x="1667205" y="526227"/>
                  </a:lnTo>
                  <a:lnTo>
                    <a:pt x="1663927" y="527866"/>
                  </a:lnTo>
                  <a:lnTo>
                    <a:pt x="1660648" y="522948"/>
                  </a:lnTo>
                  <a:lnTo>
                    <a:pt x="1659009" y="521309"/>
                  </a:lnTo>
                  <a:lnTo>
                    <a:pt x="1655730" y="518031"/>
                  </a:lnTo>
                  <a:lnTo>
                    <a:pt x="1659009" y="521309"/>
                  </a:lnTo>
                  <a:lnTo>
                    <a:pt x="1659009" y="526227"/>
                  </a:lnTo>
                  <a:lnTo>
                    <a:pt x="1663927" y="529506"/>
                  </a:lnTo>
                  <a:lnTo>
                    <a:pt x="1667205" y="531145"/>
                  </a:lnTo>
                  <a:lnTo>
                    <a:pt x="1668845" y="534424"/>
                  </a:lnTo>
                  <a:lnTo>
                    <a:pt x="1665566" y="537703"/>
                  </a:lnTo>
                  <a:lnTo>
                    <a:pt x="1662287" y="540981"/>
                  </a:lnTo>
                  <a:lnTo>
                    <a:pt x="1659009" y="536063"/>
                  </a:lnTo>
                  <a:lnTo>
                    <a:pt x="1657370" y="532784"/>
                  </a:lnTo>
                  <a:lnTo>
                    <a:pt x="1655730" y="529506"/>
                  </a:lnTo>
                  <a:lnTo>
                    <a:pt x="1655730" y="529506"/>
                  </a:lnTo>
                  <a:lnTo>
                    <a:pt x="1652452" y="527866"/>
                  </a:lnTo>
                  <a:lnTo>
                    <a:pt x="1647533" y="527866"/>
                  </a:lnTo>
                  <a:lnTo>
                    <a:pt x="1644255" y="524588"/>
                  </a:lnTo>
                  <a:lnTo>
                    <a:pt x="1640976" y="524588"/>
                  </a:lnTo>
                  <a:lnTo>
                    <a:pt x="1636058" y="522948"/>
                  </a:lnTo>
                  <a:lnTo>
                    <a:pt x="1637697" y="526227"/>
                  </a:lnTo>
                  <a:lnTo>
                    <a:pt x="1640976" y="526227"/>
                  </a:lnTo>
                  <a:lnTo>
                    <a:pt x="1644255" y="526227"/>
                  </a:lnTo>
                  <a:lnTo>
                    <a:pt x="1647533" y="529506"/>
                  </a:lnTo>
                  <a:lnTo>
                    <a:pt x="1650812" y="531145"/>
                  </a:lnTo>
                  <a:lnTo>
                    <a:pt x="1655730" y="534424"/>
                  </a:lnTo>
                  <a:lnTo>
                    <a:pt x="1655730" y="537703"/>
                  </a:lnTo>
                  <a:lnTo>
                    <a:pt x="1659009" y="540981"/>
                  </a:lnTo>
                  <a:lnTo>
                    <a:pt x="1657370" y="544260"/>
                  </a:lnTo>
                  <a:lnTo>
                    <a:pt x="1660648" y="542621"/>
                  </a:lnTo>
                  <a:lnTo>
                    <a:pt x="1663927" y="545899"/>
                  </a:lnTo>
                  <a:lnTo>
                    <a:pt x="1663927" y="544260"/>
                  </a:lnTo>
                  <a:lnTo>
                    <a:pt x="1665566" y="540981"/>
                  </a:lnTo>
                  <a:lnTo>
                    <a:pt x="1668845" y="540981"/>
                  </a:lnTo>
                  <a:lnTo>
                    <a:pt x="1672124" y="542621"/>
                  </a:lnTo>
                  <a:lnTo>
                    <a:pt x="1675402" y="542621"/>
                  </a:lnTo>
                  <a:lnTo>
                    <a:pt x="1675402" y="547538"/>
                  </a:lnTo>
                  <a:lnTo>
                    <a:pt x="1675402" y="550817"/>
                  </a:lnTo>
                  <a:lnTo>
                    <a:pt x="1675402" y="554096"/>
                  </a:lnTo>
                  <a:lnTo>
                    <a:pt x="1675402" y="559014"/>
                  </a:lnTo>
                  <a:lnTo>
                    <a:pt x="1675402" y="559014"/>
                  </a:lnTo>
                  <a:lnTo>
                    <a:pt x="1675402" y="562293"/>
                  </a:lnTo>
                  <a:lnTo>
                    <a:pt x="1675402" y="565571"/>
                  </a:lnTo>
                  <a:lnTo>
                    <a:pt x="1675402" y="570489"/>
                  </a:lnTo>
                  <a:lnTo>
                    <a:pt x="1675402" y="573768"/>
                  </a:lnTo>
                  <a:lnTo>
                    <a:pt x="1675402" y="577046"/>
                  </a:lnTo>
                  <a:lnTo>
                    <a:pt x="1677042" y="581965"/>
                  </a:lnTo>
                  <a:lnTo>
                    <a:pt x="1677042" y="585243"/>
                  </a:lnTo>
                  <a:lnTo>
                    <a:pt x="1677042" y="588522"/>
                  </a:lnTo>
                  <a:lnTo>
                    <a:pt x="1675402" y="585243"/>
                  </a:lnTo>
                  <a:lnTo>
                    <a:pt x="1675402" y="581965"/>
                  </a:lnTo>
                  <a:lnTo>
                    <a:pt x="1673763" y="577046"/>
                  </a:lnTo>
                  <a:lnTo>
                    <a:pt x="1675402" y="573768"/>
                  </a:lnTo>
                  <a:lnTo>
                    <a:pt x="1673763" y="570489"/>
                  </a:lnTo>
                  <a:lnTo>
                    <a:pt x="1673763" y="565571"/>
                  </a:lnTo>
                  <a:lnTo>
                    <a:pt x="1673763" y="562293"/>
                  </a:lnTo>
                  <a:lnTo>
                    <a:pt x="1675402" y="559014"/>
                  </a:lnTo>
                  <a:lnTo>
                    <a:pt x="1672124" y="554096"/>
                  </a:lnTo>
                  <a:lnTo>
                    <a:pt x="1672124" y="559014"/>
                  </a:lnTo>
                  <a:lnTo>
                    <a:pt x="1670484" y="559014"/>
                  </a:lnTo>
                  <a:lnTo>
                    <a:pt x="1668845" y="557374"/>
                  </a:lnTo>
                  <a:lnTo>
                    <a:pt x="1670484" y="559014"/>
                  </a:lnTo>
                  <a:lnTo>
                    <a:pt x="1668845" y="559014"/>
                  </a:lnTo>
                  <a:lnTo>
                    <a:pt x="1668845" y="563932"/>
                  </a:lnTo>
                  <a:lnTo>
                    <a:pt x="1670484" y="567211"/>
                  </a:lnTo>
                  <a:lnTo>
                    <a:pt x="1672124" y="570489"/>
                  </a:lnTo>
                  <a:lnTo>
                    <a:pt x="1672124" y="573768"/>
                  </a:lnTo>
                  <a:lnTo>
                    <a:pt x="1670484" y="578686"/>
                  </a:lnTo>
                  <a:lnTo>
                    <a:pt x="1670484" y="575407"/>
                  </a:lnTo>
                  <a:lnTo>
                    <a:pt x="1668845" y="570489"/>
                  </a:lnTo>
                  <a:lnTo>
                    <a:pt x="1665566" y="575407"/>
                  </a:lnTo>
                  <a:lnTo>
                    <a:pt x="1662287" y="572128"/>
                  </a:lnTo>
                  <a:lnTo>
                    <a:pt x="1663927" y="575407"/>
                  </a:lnTo>
                  <a:lnTo>
                    <a:pt x="1659009" y="577046"/>
                  </a:lnTo>
                  <a:lnTo>
                    <a:pt x="1655730" y="575407"/>
                  </a:lnTo>
                  <a:lnTo>
                    <a:pt x="1657370" y="578686"/>
                  </a:lnTo>
                  <a:lnTo>
                    <a:pt x="1652452" y="577046"/>
                  </a:lnTo>
                  <a:lnTo>
                    <a:pt x="1649173" y="575407"/>
                  </a:lnTo>
                  <a:lnTo>
                    <a:pt x="1652452" y="578686"/>
                  </a:lnTo>
                  <a:lnTo>
                    <a:pt x="1649173" y="580325"/>
                  </a:lnTo>
                  <a:lnTo>
                    <a:pt x="1645894" y="581965"/>
                  </a:lnTo>
                  <a:lnTo>
                    <a:pt x="1642615" y="581965"/>
                  </a:lnTo>
                  <a:lnTo>
                    <a:pt x="1639337" y="577046"/>
                  </a:lnTo>
                  <a:lnTo>
                    <a:pt x="1639337" y="573768"/>
                  </a:lnTo>
                  <a:lnTo>
                    <a:pt x="1642615" y="570489"/>
                  </a:lnTo>
                  <a:lnTo>
                    <a:pt x="1639337" y="573768"/>
                  </a:lnTo>
                  <a:lnTo>
                    <a:pt x="1637697" y="577046"/>
                  </a:lnTo>
                  <a:lnTo>
                    <a:pt x="1637697" y="581965"/>
                  </a:lnTo>
                  <a:lnTo>
                    <a:pt x="1637697" y="585243"/>
                  </a:lnTo>
                  <a:lnTo>
                    <a:pt x="1639337" y="585243"/>
                  </a:lnTo>
                  <a:lnTo>
                    <a:pt x="1642615" y="585243"/>
                  </a:lnTo>
                  <a:lnTo>
                    <a:pt x="1645894" y="583604"/>
                  </a:lnTo>
                  <a:lnTo>
                    <a:pt x="1650812" y="585243"/>
                  </a:lnTo>
                  <a:lnTo>
                    <a:pt x="1654091" y="583604"/>
                  </a:lnTo>
                  <a:lnTo>
                    <a:pt x="1657370" y="583604"/>
                  </a:lnTo>
                  <a:lnTo>
                    <a:pt x="1662287" y="586883"/>
                  </a:lnTo>
                  <a:lnTo>
                    <a:pt x="1659009" y="590161"/>
                  </a:lnTo>
                  <a:lnTo>
                    <a:pt x="1659009" y="593440"/>
                  </a:lnTo>
                  <a:lnTo>
                    <a:pt x="1655730" y="598358"/>
                  </a:lnTo>
                  <a:lnTo>
                    <a:pt x="1659009" y="595079"/>
                  </a:lnTo>
                  <a:lnTo>
                    <a:pt x="1660648" y="591801"/>
                  </a:lnTo>
                  <a:lnTo>
                    <a:pt x="1662287" y="588522"/>
                  </a:lnTo>
                  <a:lnTo>
                    <a:pt x="1665566" y="588522"/>
                  </a:lnTo>
                  <a:lnTo>
                    <a:pt x="1668845" y="585243"/>
                  </a:lnTo>
                  <a:lnTo>
                    <a:pt x="1670484" y="588522"/>
                  </a:lnTo>
                  <a:lnTo>
                    <a:pt x="1670484" y="593440"/>
                  </a:lnTo>
                  <a:lnTo>
                    <a:pt x="1667205" y="596718"/>
                  </a:lnTo>
                  <a:lnTo>
                    <a:pt x="1665566" y="599997"/>
                  </a:lnTo>
                  <a:lnTo>
                    <a:pt x="1662287" y="598358"/>
                  </a:lnTo>
                  <a:lnTo>
                    <a:pt x="1659009" y="603276"/>
                  </a:lnTo>
                  <a:lnTo>
                    <a:pt x="1655730" y="606555"/>
                  </a:lnTo>
                  <a:lnTo>
                    <a:pt x="1652452" y="609833"/>
                  </a:lnTo>
                  <a:lnTo>
                    <a:pt x="1649173" y="611473"/>
                  </a:lnTo>
                  <a:lnTo>
                    <a:pt x="1647533" y="611473"/>
                  </a:lnTo>
                  <a:lnTo>
                    <a:pt x="1642615" y="608194"/>
                  </a:lnTo>
                  <a:lnTo>
                    <a:pt x="1639337" y="608194"/>
                  </a:lnTo>
                  <a:lnTo>
                    <a:pt x="1636058" y="606555"/>
                  </a:lnTo>
                  <a:lnTo>
                    <a:pt x="1637697" y="603276"/>
                  </a:lnTo>
                  <a:lnTo>
                    <a:pt x="1634419" y="604915"/>
                  </a:lnTo>
                  <a:lnTo>
                    <a:pt x="1634419" y="609833"/>
                  </a:lnTo>
                  <a:lnTo>
                    <a:pt x="1631140" y="608194"/>
                  </a:lnTo>
                  <a:lnTo>
                    <a:pt x="1626222" y="606555"/>
                  </a:lnTo>
                  <a:lnTo>
                    <a:pt x="1622943" y="606555"/>
                  </a:lnTo>
                  <a:lnTo>
                    <a:pt x="1619665" y="604915"/>
                  </a:lnTo>
                  <a:lnTo>
                    <a:pt x="1622943" y="608194"/>
                  </a:lnTo>
                  <a:lnTo>
                    <a:pt x="1626222" y="609833"/>
                  </a:lnTo>
                  <a:lnTo>
                    <a:pt x="1629501" y="611473"/>
                  </a:lnTo>
                  <a:lnTo>
                    <a:pt x="1634419" y="613112"/>
                  </a:lnTo>
                  <a:lnTo>
                    <a:pt x="1634419" y="616391"/>
                  </a:lnTo>
                  <a:lnTo>
                    <a:pt x="1631140" y="618030"/>
                  </a:lnTo>
                  <a:lnTo>
                    <a:pt x="1631140" y="621309"/>
                  </a:lnTo>
                  <a:lnTo>
                    <a:pt x="1627861" y="624587"/>
                  </a:lnTo>
                  <a:lnTo>
                    <a:pt x="1622943" y="626227"/>
                  </a:lnTo>
                  <a:lnTo>
                    <a:pt x="1622943" y="627866"/>
                  </a:lnTo>
                  <a:lnTo>
                    <a:pt x="1619665" y="626227"/>
                  </a:lnTo>
                  <a:lnTo>
                    <a:pt x="1618025" y="624587"/>
                  </a:lnTo>
                  <a:lnTo>
                    <a:pt x="1613107" y="622948"/>
                  </a:lnTo>
                  <a:lnTo>
                    <a:pt x="1614747" y="626227"/>
                  </a:lnTo>
                  <a:lnTo>
                    <a:pt x="1616386" y="627866"/>
                  </a:lnTo>
                  <a:lnTo>
                    <a:pt x="1619665" y="629505"/>
                  </a:lnTo>
                  <a:lnTo>
                    <a:pt x="1622943" y="629505"/>
                  </a:lnTo>
                  <a:lnTo>
                    <a:pt x="1626222" y="627866"/>
                  </a:lnTo>
                  <a:lnTo>
                    <a:pt x="1631140" y="626227"/>
                  </a:lnTo>
                  <a:lnTo>
                    <a:pt x="1631140" y="626227"/>
                  </a:lnTo>
                  <a:lnTo>
                    <a:pt x="1632780" y="626227"/>
                  </a:lnTo>
                  <a:lnTo>
                    <a:pt x="1634419" y="626227"/>
                  </a:lnTo>
                  <a:lnTo>
                    <a:pt x="1634419" y="629505"/>
                  </a:lnTo>
                  <a:lnTo>
                    <a:pt x="1637697" y="626227"/>
                  </a:lnTo>
                  <a:lnTo>
                    <a:pt x="1639337" y="626227"/>
                  </a:lnTo>
                  <a:lnTo>
                    <a:pt x="1637697" y="629505"/>
                  </a:lnTo>
                  <a:lnTo>
                    <a:pt x="1634419" y="632784"/>
                  </a:lnTo>
                  <a:lnTo>
                    <a:pt x="1631140" y="636063"/>
                  </a:lnTo>
                  <a:lnTo>
                    <a:pt x="1626222" y="639341"/>
                  </a:lnTo>
                  <a:lnTo>
                    <a:pt x="1622943" y="636063"/>
                  </a:lnTo>
                  <a:lnTo>
                    <a:pt x="1619665" y="637702"/>
                  </a:lnTo>
                  <a:lnTo>
                    <a:pt x="1619665" y="639341"/>
                  </a:lnTo>
                  <a:lnTo>
                    <a:pt x="1616386" y="639341"/>
                  </a:lnTo>
                  <a:lnTo>
                    <a:pt x="1613107" y="639341"/>
                  </a:lnTo>
                  <a:lnTo>
                    <a:pt x="1609829" y="640981"/>
                  </a:lnTo>
                  <a:lnTo>
                    <a:pt x="1604911" y="637702"/>
                  </a:lnTo>
                  <a:lnTo>
                    <a:pt x="1603271" y="642620"/>
                  </a:lnTo>
                  <a:lnTo>
                    <a:pt x="1598353" y="644259"/>
                  </a:lnTo>
                  <a:lnTo>
                    <a:pt x="1595075" y="644259"/>
                  </a:lnTo>
                  <a:lnTo>
                    <a:pt x="1595075" y="640981"/>
                  </a:lnTo>
                  <a:lnTo>
                    <a:pt x="1593435" y="644259"/>
                  </a:lnTo>
                  <a:lnTo>
                    <a:pt x="1593435" y="647538"/>
                  </a:lnTo>
                  <a:lnTo>
                    <a:pt x="1590157" y="649177"/>
                  </a:lnTo>
                  <a:lnTo>
                    <a:pt x="1585239" y="650817"/>
                  </a:lnTo>
                  <a:lnTo>
                    <a:pt x="1581960" y="654095"/>
                  </a:lnTo>
                  <a:lnTo>
                    <a:pt x="1578681" y="657374"/>
                  </a:lnTo>
                  <a:lnTo>
                    <a:pt x="1575403" y="660653"/>
                  </a:lnTo>
                  <a:lnTo>
                    <a:pt x="1572124" y="663931"/>
                  </a:lnTo>
                  <a:lnTo>
                    <a:pt x="1570485" y="668849"/>
                  </a:lnTo>
                  <a:lnTo>
                    <a:pt x="1567206" y="672128"/>
                  </a:lnTo>
                  <a:lnTo>
                    <a:pt x="1568845" y="668849"/>
                  </a:lnTo>
                  <a:lnTo>
                    <a:pt x="1568845" y="665571"/>
                  </a:lnTo>
                  <a:lnTo>
                    <a:pt x="1567206" y="668849"/>
                  </a:lnTo>
                  <a:lnTo>
                    <a:pt x="1565567" y="672128"/>
                  </a:lnTo>
                  <a:lnTo>
                    <a:pt x="1562288" y="675407"/>
                  </a:lnTo>
                  <a:lnTo>
                    <a:pt x="1557370" y="675407"/>
                  </a:lnTo>
                  <a:lnTo>
                    <a:pt x="1554091" y="675407"/>
                  </a:lnTo>
                  <a:lnTo>
                    <a:pt x="1550813" y="675407"/>
                  </a:lnTo>
                  <a:lnTo>
                    <a:pt x="1547534" y="675407"/>
                  </a:lnTo>
                  <a:lnTo>
                    <a:pt x="1542616" y="677046"/>
                  </a:lnTo>
                  <a:lnTo>
                    <a:pt x="1542616" y="675407"/>
                  </a:lnTo>
                  <a:lnTo>
                    <a:pt x="1540977" y="677046"/>
                  </a:lnTo>
                  <a:lnTo>
                    <a:pt x="1537698" y="678685"/>
                  </a:lnTo>
                  <a:lnTo>
                    <a:pt x="1534419" y="680325"/>
                  </a:lnTo>
                  <a:lnTo>
                    <a:pt x="1531140" y="683603"/>
                  </a:lnTo>
                  <a:lnTo>
                    <a:pt x="1526223" y="686882"/>
                  </a:lnTo>
                  <a:lnTo>
                    <a:pt x="1522944" y="690161"/>
                  </a:lnTo>
                  <a:lnTo>
                    <a:pt x="1519665" y="693439"/>
                  </a:lnTo>
                  <a:lnTo>
                    <a:pt x="1516387" y="696718"/>
                  </a:lnTo>
                  <a:lnTo>
                    <a:pt x="1513108" y="699997"/>
                  </a:lnTo>
                  <a:lnTo>
                    <a:pt x="1511468" y="703275"/>
                  </a:lnTo>
                  <a:lnTo>
                    <a:pt x="1509829" y="699997"/>
                  </a:lnTo>
                  <a:lnTo>
                    <a:pt x="1513108" y="696718"/>
                  </a:lnTo>
                  <a:lnTo>
                    <a:pt x="1509829" y="699997"/>
                  </a:lnTo>
                  <a:lnTo>
                    <a:pt x="1509829" y="703275"/>
                  </a:lnTo>
                  <a:lnTo>
                    <a:pt x="1508190" y="708193"/>
                  </a:lnTo>
                  <a:lnTo>
                    <a:pt x="1504911" y="708193"/>
                  </a:lnTo>
                  <a:lnTo>
                    <a:pt x="1504911" y="711472"/>
                  </a:lnTo>
                  <a:lnTo>
                    <a:pt x="1499993" y="714751"/>
                  </a:lnTo>
                  <a:lnTo>
                    <a:pt x="1496715" y="713111"/>
                  </a:lnTo>
                  <a:lnTo>
                    <a:pt x="1493436" y="716390"/>
                  </a:lnTo>
                  <a:lnTo>
                    <a:pt x="1491796" y="719669"/>
                  </a:lnTo>
                  <a:lnTo>
                    <a:pt x="1488518" y="721308"/>
                  </a:lnTo>
                  <a:lnTo>
                    <a:pt x="1485239" y="724587"/>
                  </a:lnTo>
                  <a:lnTo>
                    <a:pt x="1481960" y="724587"/>
                  </a:lnTo>
                  <a:lnTo>
                    <a:pt x="1478682" y="721308"/>
                  </a:lnTo>
                  <a:lnTo>
                    <a:pt x="1478682" y="721308"/>
                  </a:lnTo>
                  <a:lnTo>
                    <a:pt x="1480321" y="726226"/>
                  </a:lnTo>
                  <a:lnTo>
                    <a:pt x="1478682" y="729505"/>
                  </a:lnTo>
                  <a:lnTo>
                    <a:pt x="1475403" y="731144"/>
                  </a:lnTo>
                  <a:lnTo>
                    <a:pt x="1475403" y="731144"/>
                  </a:lnTo>
                  <a:lnTo>
                    <a:pt x="1473764" y="732783"/>
                  </a:lnTo>
                  <a:lnTo>
                    <a:pt x="1472125" y="732783"/>
                  </a:lnTo>
                  <a:lnTo>
                    <a:pt x="1468846" y="732783"/>
                  </a:lnTo>
                  <a:lnTo>
                    <a:pt x="1465567" y="736062"/>
                  </a:lnTo>
                  <a:lnTo>
                    <a:pt x="1462288" y="737702"/>
                  </a:lnTo>
                  <a:lnTo>
                    <a:pt x="1459010" y="737702"/>
                  </a:lnTo>
                  <a:lnTo>
                    <a:pt x="1454092" y="736062"/>
                  </a:lnTo>
                  <a:lnTo>
                    <a:pt x="1450813" y="737702"/>
                  </a:lnTo>
                  <a:lnTo>
                    <a:pt x="1454092" y="739341"/>
                  </a:lnTo>
                  <a:lnTo>
                    <a:pt x="1450813" y="739341"/>
                  </a:lnTo>
                  <a:lnTo>
                    <a:pt x="1454092" y="740980"/>
                  </a:lnTo>
                  <a:lnTo>
                    <a:pt x="1450813" y="744259"/>
                  </a:lnTo>
                  <a:lnTo>
                    <a:pt x="1454092" y="744259"/>
                  </a:lnTo>
                  <a:lnTo>
                    <a:pt x="1450813" y="745898"/>
                  </a:lnTo>
                  <a:lnTo>
                    <a:pt x="1447534" y="745898"/>
                  </a:lnTo>
                  <a:lnTo>
                    <a:pt x="1445895" y="742620"/>
                  </a:lnTo>
                  <a:lnTo>
                    <a:pt x="1445895" y="745898"/>
                  </a:lnTo>
                  <a:lnTo>
                    <a:pt x="1442616" y="742620"/>
                  </a:lnTo>
                  <a:lnTo>
                    <a:pt x="1442616" y="737702"/>
                  </a:lnTo>
                  <a:lnTo>
                    <a:pt x="1442616" y="742620"/>
                  </a:lnTo>
                  <a:lnTo>
                    <a:pt x="1442616" y="745898"/>
                  </a:lnTo>
                  <a:lnTo>
                    <a:pt x="1444256" y="749177"/>
                  </a:lnTo>
                  <a:lnTo>
                    <a:pt x="1442616" y="752455"/>
                  </a:lnTo>
                  <a:lnTo>
                    <a:pt x="1437698" y="754095"/>
                  </a:lnTo>
                  <a:lnTo>
                    <a:pt x="1439338" y="750816"/>
                  </a:lnTo>
                  <a:lnTo>
                    <a:pt x="1437698" y="754095"/>
                  </a:lnTo>
                  <a:lnTo>
                    <a:pt x="1434420" y="757374"/>
                  </a:lnTo>
                  <a:lnTo>
                    <a:pt x="1436059" y="759013"/>
                  </a:lnTo>
                  <a:lnTo>
                    <a:pt x="1432780" y="760652"/>
                  </a:lnTo>
                  <a:lnTo>
                    <a:pt x="1431141" y="763931"/>
                  </a:lnTo>
                  <a:lnTo>
                    <a:pt x="1427862" y="763931"/>
                  </a:lnTo>
                  <a:lnTo>
                    <a:pt x="1422944" y="765570"/>
                  </a:lnTo>
                  <a:lnTo>
                    <a:pt x="1424584" y="768849"/>
                  </a:lnTo>
                  <a:lnTo>
                    <a:pt x="1421305" y="770488"/>
                  </a:lnTo>
                  <a:lnTo>
                    <a:pt x="1418026" y="770488"/>
                  </a:lnTo>
                  <a:lnTo>
                    <a:pt x="1418026" y="773767"/>
                  </a:lnTo>
                  <a:lnTo>
                    <a:pt x="1421305" y="772128"/>
                  </a:lnTo>
                  <a:lnTo>
                    <a:pt x="1419666" y="777046"/>
                  </a:lnTo>
                  <a:lnTo>
                    <a:pt x="1416387" y="778685"/>
                  </a:lnTo>
                  <a:lnTo>
                    <a:pt x="1413108" y="778685"/>
                  </a:lnTo>
                  <a:lnTo>
                    <a:pt x="1416387" y="781964"/>
                  </a:lnTo>
                  <a:lnTo>
                    <a:pt x="1413108" y="786882"/>
                  </a:lnTo>
                  <a:lnTo>
                    <a:pt x="1411469" y="785242"/>
                  </a:lnTo>
                  <a:lnTo>
                    <a:pt x="1411469" y="788521"/>
                  </a:lnTo>
                  <a:lnTo>
                    <a:pt x="1408190" y="788521"/>
                  </a:lnTo>
                  <a:lnTo>
                    <a:pt x="1404912" y="786882"/>
                  </a:lnTo>
                  <a:lnTo>
                    <a:pt x="1408190" y="788521"/>
                  </a:lnTo>
                  <a:lnTo>
                    <a:pt x="1411469" y="791800"/>
                  </a:lnTo>
                  <a:lnTo>
                    <a:pt x="1408190" y="795078"/>
                  </a:lnTo>
                  <a:lnTo>
                    <a:pt x="1403272" y="796718"/>
                  </a:lnTo>
                  <a:lnTo>
                    <a:pt x="1401633" y="801636"/>
                  </a:lnTo>
                  <a:lnTo>
                    <a:pt x="1401633" y="804914"/>
                  </a:lnTo>
                  <a:lnTo>
                    <a:pt x="1398354" y="808193"/>
                  </a:lnTo>
                  <a:lnTo>
                    <a:pt x="1398354" y="811472"/>
                  </a:lnTo>
                  <a:lnTo>
                    <a:pt x="1396715" y="816390"/>
                  </a:lnTo>
                  <a:lnTo>
                    <a:pt x="1398354" y="819668"/>
                  </a:lnTo>
                  <a:lnTo>
                    <a:pt x="1395076" y="822947"/>
                  </a:lnTo>
                  <a:lnTo>
                    <a:pt x="1396715" y="826226"/>
                  </a:lnTo>
                  <a:lnTo>
                    <a:pt x="1398354" y="831144"/>
                  </a:lnTo>
                  <a:lnTo>
                    <a:pt x="1396715" y="832783"/>
                  </a:lnTo>
                  <a:lnTo>
                    <a:pt x="1396715" y="836062"/>
                  </a:lnTo>
                  <a:lnTo>
                    <a:pt x="1396715" y="839340"/>
                  </a:lnTo>
                  <a:lnTo>
                    <a:pt x="1396715" y="844258"/>
                  </a:lnTo>
                  <a:lnTo>
                    <a:pt x="1396715" y="847537"/>
                  </a:lnTo>
                  <a:lnTo>
                    <a:pt x="1396715" y="849176"/>
                  </a:lnTo>
                  <a:lnTo>
                    <a:pt x="1396715" y="852455"/>
                  </a:lnTo>
                  <a:lnTo>
                    <a:pt x="1396715" y="855734"/>
                  </a:lnTo>
                  <a:lnTo>
                    <a:pt x="1396715" y="860652"/>
                  </a:lnTo>
                  <a:lnTo>
                    <a:pt x="1396715" y="863930"/>
                  </a:lnTo>
                  <a:lnTo>
                    <a:pt x="1398354" y="867209"/>
                  </a:lnTo>
                  <a:lnTo>
                    <a:pt x="1398354" y="872127"/>
                  </a:lnTo>
                  <a:lnTo>
                    <a:pt x="1398354" y="875406"/>
                  </a:lnTo>
                  <a:lnTo>
                    <a:pt x="1399994" y="878685"/>
                  </a:lnTo>
                  <a:lnTo>
                    <a:pt x="1399994" y="883602"/>
                  </a:lnTo>
                  <a:lnTo>
                    <a:pt x="1399994" y="886881"/>
                  </a:lnTo>
                  <a:lnTo>
                    <a:pt x="1401633" y="890160"/>
                  </a:lnTo>
                  <a:lnTo>
                    <a:pt x="1403272" y="893439"/>
                  </a:lnTo>
                  <a:lnTo>
                    <a:pt x="1403272" y="896717"/>
                  </a:lnTo>
                  <a:lnTo>
                    <a:pt x="1404912" y="899996"/>
                  </a:lnTo>
                  <a:lnTo>
                    <a:pt x="1406551" y="904914"/>
                  </a:lnTo>
                  <a:lnTo>
                    <a:pt x="1408190" y="908192"/>
                  </a:lnTo>
                  <a:lnTo>
                    <a:pt x="1409830" y="911471"/>
                  </a:lnTo>
                  <a:lnTo>
                    <a:pt x="1409830" y="914750"/>
                  </a:lnTo>
                  <a:lnTo>
                    <a:pt x="1406551" y="919668"/>
                  </a:lnTo>
                  <a:lnTo>
                    <a:pt x="1404912" y="922947"/>
                  </a:lnTo>
                  <a:lnTo>
                    <a:pt x="1404912" y="926225"/>
                  </a:lnTo>
                  <a:lnTo>
                    <a:pt x="1404912" y="929504"/>
                  </a:lnTo>
                  <a:lnTo>
                    <a:pt x="1404912" y="934422"/>
                  </a:lnTo>
                  <a:lnTo>
                    <a:pt x="1406551" y="937701"/>
                  </a:lnTo>
                  <a:lnTo>
                    <a:pt x="1406551" y="940979"/>
                  </a:lnTo>
                  <a:lnTo>
                    <a:pt x="1406551" y="939340"/>
                  </a:lnTo>
                  <a:lnTo>
                    <a:pt x="1404912" y="936061"/>
                  </a:lnTo>
                  <a:lnTo>
                    <a:pt x="1404912" y="932782"/>
                  </a:lnTo>
                  <a:lnTo>
                    <a:pt x="1403272" y="927865"/>
                  </a:lnTo>
                  <a:lnTo>
                    <a:pt x="1404912" y="924586"/>
                  </a:lnTo>
                  <a:lnTo>
                    <a:pt x="1404912" y="921307"/>
                  </a:lnTo>
                  <a:lnTo>
                    <a:pt x="1406551" y="916389"/>
                  </a:lnTo>
                  <a:lnTo>
                    <a:pt x="1408190" y="913111"/>
                  </a:lnTo>
                  <a:lnTo>
                    <a:pt x="1406551" y="909832"/>
                  </a:lnTo>
                  <a:lnTo>
                    <a:pt x="1401633" y="908192"/>
                  </a:lnTo>
                  <a:lnTo>
                    <a:pt x="1399994" y="904914"/>
                  </a:lnTo>
                  <a:lnTo>
                    <a:pt x="1399994" y="908192"/>
                  </a:lnTo>
                  <a:lnTo>
                    <a:pt x="1399994" y="911471"/>
                  </a:lnTo>
                  <a:lnTo>
                    <a:pt x="1399994" y="916389"/>
                  </a:lnTo>
                  <a:lnTo>
                    <a:pt x="1401633" y="919668"/>
                  </a:lnTo>
                  <a:lnTo>
                    <a:pt x="1401633" y="921307"/>
                  </a:lnTo>
                  <a:lnTo>
                    <a:pt x="1401633" y="924586"/>
                  </a:lnTo>
                  <a:lnTo>
                    <a:pt x="1403272" y="929504"/>
                  </a:lnTo>
                  <a:lnTo>
                    <a:pt x="1403272" y="932782"/>
                  </a:lnTo>
                  <a:lnTo>
                    <a:pt x="1404912" y="936061"/>
                  </a:lnTo>
                  <a:lnTo>
                    <a:pt x="1404912" y="940979"/>
                  </a:lnTo>
                  <a:lnTo>
                    <a:pt x="1406551" y="944258"/>
                  </a:lnTo>
                  <a:lnTo>
                    <a:pt x="1406551" y="947537"/>
                  </a:lnTo>
                  <a:lnTo>
                    <a:pt x="1408190" y="950815"/>
                  </a:lnTo>
                  <a:lnTo>
                    <a:pt x="1408190" y="955733"/>
                  </a:lnTo>
                  <a:lnTo>
                    <a:pt x="1408190" y="959012"/>
                  </a:lnTo>
                  <a:lnTo>
                    <a:pt x="1408190" y="962291"/>
                  </a:lnTo>
                  <a:lnTo>
                    <a:pt x="1409830" y="967209"/>
                  </a:lnTo>
                  <a:lnTo>
                    <a:pt x="1408190" y="970487"/>
                  </a:lnTo>
                  <a:lnTo>
                    <a:pt x="1408190" y="972127"/>
                  </a:lnTo>
                  <a:lnTo>
                    <a:pt x="1408190" y="970487"/>
                  </a:lnTo>
                  <a:lnTo>
                    <a:pt x="1409830" y="970487"/>
                  </a:lnTo>
                  <a:lnTo>
                    <a:pt x="1411469" y="975405"/>
                  </a:lnTo>
                  <a:lnTo>
                    <a:pt x="1413108" y="978684"/>
                  </a:lnTo>
                  <a:lnTo>
                    <a:pt x="1411469" y="981963"/>
                  </a:lnTo>
                  <a:lnTo>
                    <a:pt x="1411469" y="983602"/>
                  </a:lnTo>
                  <a:lnTo>
                    <a:pt x="1413108" y="985241"/>
                  </a:lnTo>
                  <a:lnTo>
                    <a:pt x="1413108" y="990159"/>
                  </a:lnTo>
                  <a:lnTo>
                    <a:pt x="1411469" y="993438"/>
                  </a:lnTo>
                  <a:lnTo>
                    <a:pt x="1411469" y="996717"/>
                  </a:lnTo>
                  <a:lnTo>
                    <a:pt x="1409830" y="999995"/>
                  </a:lnTo>
                  <a:lnTo>
                    <a:pt x="1409830" y="1003274"/>
                  </a:lnTo>
                  <a:lnTo>
                    <a:pt x="1408190" y="1008192"/>
                  </a:lnTo>
                  <a:lnTo>
                    <a:pt x="1406551" y="1011471"/>
                  </a:lnTo>
                  <a:lnTo>
                    <a:pt x="1404912" y="1014749"/>
                  </a:lnTo>
                  <a:lnTo>
                    <a:pt x="1404912" y="1019667"/>
                  </a:lnTo>
                  <a:lnTo>
                    <a:pt x="1403272" y="1022946"/>
                  </a:lnTo>
                  <a:lnTo>
                    <a:pt x="1403272" y="1026225"/>
                  </a:lnTo>
                  <a:lnTo>
                    <a:pt x="1399994" y="1031143"/>
                  </a:lnTo>
                  <a:lnTo>
                    <a:pt x="1398354" y="1034422"/>
                  </a:lnTo>
                  <a:lnTo>
                    <a:pt x="1395076" y="1037700"/>
                  </a:lnTo>
                  <a:lnTo>
                    <a:pt x="1393436" y="1040979"/>
                  </a:lnTo>
                  <a:lnTo>
                    <a:pt x="1391797" y="1044257"/>
                  </a:lnTo>
                  <a:lnTo>
                    <a:pt x="1390158" y="1047536"/>
                  </a:lnTo>
                  <a:lnTo>
                    <a:pt x="1390158" y="1052454"/>
                  </a:lnTo>
                  <a:lnTo>
                    <a:pt x="1386879" y="1055733"/>
                  </a:lnTo>
                  <a:lnTo>
                    <a:pt x="1383600" y="1059012"/>
                  </a:lnTo>
                  <a:lnTo>
                    <a:pt x="1380322" y="1057372"/>
                  </a:lnTo>
                  <a:lnTo>
                    <a:pt x="1377043" y="1060651"/>
                  </a:lnTo>
                  <a:lnTo>
                    <a:pt x="1372125" y="1062290"/>
                  </a:lnTo>
                  <a:lnTo>
                    <a:pt x="1368846" y="1060651"/>
                  </a:lnTo>
                  <a:lnTo>
                    <a:pt x="1365568" y="1062290"/>
                  </a:lnTo>
                  <a:lnTo>
                    <a:pt x="1362289" y="1062290"/>
                  </a:lnTo>
                  <a:lnTo>
                    <a:pt x="1357371" y="1060651"/>
                  </a:lnTo>
                  <a:lnTo>
                    <a:pt x="1357371" y="1057372"/>
                  </a:lnTo>
                  <a:lnTo>
                    <a:pt x="1359010" y="1052454"/>
                  </a:lnTo>
                  <a:lnTo>
                    <a:pt x="1362289" y="1057372"/>
                  </a:lnTo>
                  <a:lnTo>
                    <a:pt x="1365568" y="1059012"/>
                  </a:lnTo>
                  <a:lnTo>
                    <a:pt x="1365568" y="1054094"/>
                  </a:lnTo>
                  <a:lnTo>
                    <a:pt x="1362289" y="1052454"/>
                  </a:lnTo>
                  <a:lnTo>
                    <a:pt x="1359010" y="1049176"/>
                  </a:lnTo>
                  <a:lnTo>
                    <a:pt x="1359010" y="1045897"/>
                  </a:lnTo>
                  <a:lnTo>
                    <a:pt x="1357371" y="1040979"/>
                  </a:lnTo>
                  <a:lnTo>
                    <a:pt x="1357371" y="1037700"/>
                  </a:lnTo>
                  <a:lnTo>
                    <a:pt x="1355731" y="1034422"/>
                  </a:lnTo>
                  <a:lnTo>
                    <a:pt x="1352453" y="1031143"/>
                  </a:lnTo>
                  <a:lnTo>
                    <a:pt x="1349174" y="1027864"/>
                  </a:lnTo>
                  <a:lnTo>
                    <a:pt x="1345896" y="1026225"/>
                  </a:lnTo>
                  <a:lnTo>
                    <a:pt x="1342617" y="1026225"/>
                  </a:lnTo>
                  <a:lnTo>
                    <a:pt x="1342617" y="1022946"/>
                  </a:lnTo>
                  <a:lnTo>
                    <a:pt x="1340978" y="1019667"/>
                  </a:lnTo>
                  <a:lnTo>
                    <a:pt x="1340978" y="1016389"/>
                  </a:lnTo>
                  <a:lnTo>
                    <a:pt x="1340978" y="1011471"/>
                  </a:lnTo>
                  <a:lnTo>
                    <a:pt x="1340978" y="1008192"/>
                  </a:lnTo>
                  <a:lnTo>
                    <a:pt x="1340978" y="1004913"/>
                  </a:lnTo>
                  <a:lnTo>
                    <a:pt x="1336060" y="1001635"/>
                  </a:lnTo>
                  <a:lnTo>
                    <a:pt x="1339338" y="999995"/>
                  </a:lnTo>
                  <a:lnTo>
                    <a:pt x="1339338" y="999995"/>
                  </a:lnTo>
                  <a:lnTo>
                    <a:pt x="1339338" y="999995"/>
                  </a:lnTo>
                  <a:lnTo>
                    <a:pt x="1340978" y="999995"/>
                  </a:lnTo>
                  <a:lnTo>
                    <a:pt x="1342617" y="995077"/>
                  </a:lnTo>
                  <a:lnTo>
                    <a:pt x="1347535" y="993438"/>
                  </a:lnTo>
                  <a:lnTo>
                    <a:pt x="1344256" y="993438"/>
                  </a:lnTo>
                  <a:lnTo>
                    <a:pt x="1340978" y="996717"/>
                  </a:lnTo>
                  <a:lnTo>
                    <a:pt x="1339338" y="999995"/>
                  </a:lnTo>
                  <a:lnTo>
                    <a:pt x="1339338" y="999995"/>
                  </a:lnTo>
                  <a:lnTo>
                    <a:pt x="1336060" y="999995"/>
                  </a:lnTo>
                  <a:lnTo>
                    <a:pt x="1336060" y="996717"/>
                  </a:lnTo>
                  <a:lnTo>
                    <a:pt x="1336060" y="993438"/>
                  </a:lnTo>
                  <a:lnTo>
                    <a:pt x="1337699" y="988520"/>
                  </a:lnTo>
                  <a:lnTo>
                    <a:pt x="1337699" y="985241"/>
                  </a:lnTo>
                  <a:lnTo>
                    <a:pt x="1339338" y="981963"/>
                  </a:lnTo>
                  <a:lnTo>
                    <a:pt x="1336060" y="983602"/>
                  </a:lnTo>
                  <a:lnTo>
                    <a:pt x="1332781" y="980323"/>
                  </a:lnTo>
                  <a:lnTo>
                    <a:pt x="1334420" y="985241"/>
                  </a:lnTo>
                  <a:lnTo>
                    <a:pt x="1332781" y="988520"/>
                  </a:lnTo>
                  <a:lnTo>
                    <a:pt x="1329502" y="986881"/>
                  </a:lnTo>
                  <a:lnTo>
                    <a:pt x="1326223" y="983602"/>
                  </a:lnTo>
                  <a:lnTo>
                    <a:pt x="1326223" y="980323"/>
                  </a:lnTo>
                  <a:lnTo>
                    <a:pt x="1324584" y="977045"/>
                  </a:lnTo>
                  <a:lnTo>
                    <a:pt x="1324584" y="973766"/>
                  </a:lnTo>
                  <a:lnTo>
                    <a:pt x="1322945" y="968848"/>
                  </a:lnTo>
                  <a:lnTo>
                    <a:pt x="1322945" y="965569"/>
                  </a:lnTo>
                  <a:lnTo>
                    <a:pt x="1322945" y="962291"/>
                  </a:lnTo>
                  <a:lnTo>
                    <a:pt x="1319666" y="957373"/>
                  </a:lnTo>
                  <a:lnTo>
                    <a:pt x="1322945" y="957373"/>
                  </a:lnTo>
                  <a:lnTo>
                    <a:pt x="1326223" y="954094"/>
                  </a:lnTo>
                  <a:lnTo>
                    <a:pt x="1326223" y="952455"/>
                  </a:lnTo>
                  <a:lnTo>
                    <a:pt x="1329502" y="949176"/>
                  </a:lnTo>
                  <a:lnTo>
                    <a:pt x="1332781" y="945897"/>
                  </a:lnTo>
                  <a:lnTo>
                    <a:pt x="1334420" y="942619"/>
                  </a:lnTo>
                  <a:lnTo>
                    <a:pt x="1332781" y="939340"/>
                  </a:lnTo>
                  <a:lnTo>
                    <a:pt x="1329502" y="940979"/>
                  </a:lnTo>
                  <a:lnTo>
                    <a:pt x="1329502" y="937701"/>
                  </a:lnTo>
                  <a:lnTo>
                    <a:pt x="1324584" y="934422"/>
                  </a:lnTo>
                  <a:lnTo>
                    <a:pt x="1324584" y="934422"/>
                  </a:lnTo>
                  <a:lnTo>
                    <a:pt x="1324584" y="936061"/>
                  </a:lnTo>
                  <a:lnTo>
                    <a:pt x="1322945" y="939340"/>
                  </a:lnTo>
                  <a:lnTo>
                    <a:pt x="1326223" y="940979"/>
                  </a:lnTo>
                  <a:lnTo>
                    <a:pt x="1324584" y="945897"/>
                  </a:lnTo>
                  <a:lnTo>
                    <a:pt x="1322945" y="949176"/>
                  </a:lnTo>
                  <a:lnTo>
                    <a:pt x="1319666" y="945897"/>
                  </a:lnTo>
                  <a:lnTo>
                    <a:pt x="1319666" y="949176"/>
                  </a:lnTo>
                  <a:lnTo>
                    <a:pt x="1318027" y="945897"/>
                  </a:lnTo>
                  <a:lnTo>
                    <a:pt x="1318027" y="940979"/>
                  </a:lnTo>
                  <a:lnTo>
                    <a:pt x="1318027" y="940979"/>
                  </a:lnTo>
                  <a:lnTo>
                    <a:pt x="1319666" y="937701"/>
                  </a:lnTo>
                  <a:lnTo>
                    <a:pt x="1321306" y="932782"/>
                  </a:lnTo>
                  <a:lnTo>
                    <a:pt x="1322945" y="929504"/>
                  </a:lnTo>
                  <a:lnTo>
                    <a:pt x="1324584" y="926225"/>
                  </a:lnTo>
                  <a:lnTo>
                    <a:pt x="1326223" y="921307"/>
                  </a:lnTo>
                  <a:lnTo>
                    <a:pt x="1329502" y="918029"/>
                  </a:lnTo>
                  <a:lnTo>
                    <a:pt x="1331141" y="914750"/>
                  </a:lnTo>
                  <a:lnTo>
                    <a:pt x="1332781" y="911471"/>
                  </a:lnTo>
                  <a:lnTo>
                    <a:pt x="1332781" y="906553"/>
                  </a:lnTo>
                  <a:lnTo>
                    <a:pt x="1334420" y="903275"/>
                  </a:lnTo>
                  <a:lnTo>
                    <a:pt x="1334420" y="898357"/>
                  </a:lnTo>
                  <a:lnTo>
                    <a:pt x="1334420" y="895078"/>
                  </a:lnTo>
                  <a:lnTo>
                    <a:pt x="1332781" y="891799"/>
                  </a:lnTo>
                  <a:lnTo>
                    <a:pt x="1332781" y="888520"/>
                  </a:lnTo>
                  <a:lnTo>
                    <a:pt x="1329502" y="883602"/>
                  </a:lnTo>
                  <a:lnTo>
                    <a:pt x="1326223" y="883602"/>
                  </a:lnTo>
                  <a:lnTo>
                    <a:pt x="1322945" y="881963"/>
                  </a:lnTo>
                  <a:lnTo>
                    <a:pt x="1319666" y="878685"/>
                  </a:lnTo>
                  <a:lnTo>
                    <a:pt x="1319666" y="877045"/>
                  </a:lnTo>
                  <a:lnTo>
                    <a:pt x="1316388" y="872127"/>
                  </a:lnTo>
                  <a:lnTo>
                    <a:pt x="1314748" y="868848"/>
                  </a:lnTo>
                  <a:lnTo>
                    <a:pt x="1314748" y="865570"/>
                  </a:lnTo>
                  <a:lnTo>
                    <a:pt x="1313109" y="860652"/>
                  </a:lnTo>
                  <a:lnTo>
                    <a:pt x="1309830" y="857373"/>
                  </a:lnTo>
                  <a:lnTo>
                    <a:pt x="1309830" y="854095"/>
                  </a:lnTo>
                  <a:lnTo>
                    <a:pt x="1306551" y="849176"/>
                  </a:lnTo>
                  <a:lnTo>
                    <a:pt x="1301633" y="847537"/>
                  </a:lnTo>
                  <a:lnTo>
                    <a:pt x="1301633" y="845898"/>
                  </a:lnTo>
                  <a:lnTo>
                    <a:pt x="1296716" y="842619"/>
                  </a:lnTo>
                  <a:lnTo>
                    <a:pt x="1293437" y="842619"/>
                  </a:lnTo>
                  <a:lnTo>
                    <a:pt x="1290158" y="842619"/>
                  </a:lnTo>
                  <a:lnTo>
                    <a:pt x="1285240" y="844258"/>
                  </a:lnTo>
                  <a:lnTo>
                    <a:pt x="1281961" y="847537"/>
                  </a:lnTo>
                  <a:lnTo>
                    <a:pt x="1280322" y="847537"/>
                  </a:lnTo>
                  <a:lnTo>
                    <a:pt x="1278683" y="847537"/>
                  </a:lnTo>
                  <a:lnTo>
                    <a:pt x="1280322" y="850816"/>
                  </a:lnTo>
                  <a:lnTo>
                    <a:pt x="1277043" y="850816"/>
                  </a:lnTo>
                  <a:lnTo>
                    <a:pt x="1272125" y="854095"/>
                  </a:lnTo>
                  <a:lnTo>
                    <a:pt x="1268847" y="855734"/>
                  </a:lnTo>
                  <a:lnTo>
                    <a:pt x="1265568" y="857373"/>
                  </a:lnTo>
                  <a:lnTo>
                    <a:pt x="1262289" y="857373"/>
                  </a:lnTo>
                  <a:lnTo>
                    <a:pt x="1262289" y="855734"/>
                  </a:lnTo>
                  <a:lnTo>
                    <a:pt x="1259011" y="859012"/>
                  </a:lnTo>
                  <a:lnTo>
                    <a:pt x="1257371" y="859012"/>
                  </a:lnTo>
                  <a:lnTo>
                    <a:pt x="1257371" y="859012"/>
                  </a:lnTo>
                  <a:lnTo>
                    <a:pt x="1254093" y="859012"/>
                  </a:lnTo>
                  <a:lnTo>
                    <a:pt x="1249175" y="860652"/>
                  </a:lnTo>
                  <a:lnTo>
                    <a:pt x="1245896" y="860652"/>
                  </a:lnTo>
                  <a:lnTo>
                    <a:pt x="1244257" y="860652"/>
                  </a:lnTo>
                  <a:lnTo>
                    <a:pt x="1245896" y="857373"/>
                  </a:lnTo>
                  <a:lnTo>
                    <a:pt x="1245896" y="854095"/>
                  </a:lnTo>
                  <a:lnTo>
                    <a:pt x="1242617" y="849176"/>
                  </a:lnTo>
                  <a:lnTo>
                    <a:pt x="1239339" y="847537"/>
                  </a:lnTo>
                  <a:lnTo>
                    <a:pt x="1239339" y="847537"/>
                  </a:lnTo>
                  <a:lnTo>
                    <a:pt x="1240978" y="847537"/>
                  </a:lnTo>
                  <a:lnTo>
                    <a:pt x="1239339" y="847537"/>
                  </a:lnTo>
                  <a:lnTo>
                    <a:pt x="1237699" y="842619"/>
                  </a:lnTo>
                  <a:lnTo>
                    <a:pt x="1242617" y="845898"/>
                  </a:lnTo>
                  <a:lnTo>
                    <a:pt x="1242617" y="840980"/>
                  </a:lnTo>
                  <a:lnTo>
                    <a:pt x="1239339" y="840980"/>
                  </a:lnTo>
                  <a:lnTo>
                    <a:pt x="1236060" y="839340"/>
                  </a:lnTo>
                  <a:lnTo>
                    <a:pt x="1237699" y="836062"/>
                  </a:lnTo>
                  <a:lnTo>
                    <a:pt x="1242617" y="834422"/>
                  </a:lnTo>
                  <a:lnTo>
                    <a:pt x="1237699" y="834422"/>
                  </a:lnTo>
                  <a:lnTo>
                    <a:pt x="1236060" y="834422"/>
                  </a:lnTo>
                  <a:lnTo>
                    <a:pt x="1231142" y="834422"/>
                  </a:lnTo>
                  <a:lnTo>
                    <a:pt x="1231142" y="834422"/>
                  </a:lnTo>
                  <a:lnTo>
                    <a:pt x="1234421" y="839340"/>
                  </a:lnTo>
                  <a:lnTo>
                    <a:pt x="1231142" y="839340"/>
                  </a:lnTo>
                  <a:lnTo>
                    <a:pt x="1227863" y="836062"/>
                  </a:lnTo>
                  <a:lnTo>
                    <a:pt x="1224585" y="834422"/>
                  </a:lnTo>
                  <a:lnTo>
                    <a:pt x="1221306" y="832783"/>
                  </a:lnTo>
                  <a:lnTo>
                    <a:pt x="1216388" y="831144"/>
                  </a:lnTo>
                  <a:lnTo>
                    <a:pt x="1213109" y="831144"/>
                  </a:lnTo>
                  <a:lnTo>
                    <a:pt x="1209831" y="829504"/>
                  </a:lnTo>
                  <a:lnTo>
                    <a:pt x="1209831" y="829504"/>
                  </a:lnTo>
                  <a:lnTo>
                    <a:pt x="1211470" y="829504"/>
                  </a:lnTo>
                  <a:lnTo>
                    <a:pt x="1211470" y="829504"/>
                  </a:lnTo>
                  <a:lnTo>
                    <a:pt x="1214749" y="829504"/>
                  </a:lnTo>
                  <a:lnTo>
                    <a:pt x="1216388" y="829504"/>
                  </a:lnTo>
                  <a:lnTo>
                    <a:pt x="1221306" y="829504"/>
                  </a:lnTo>
                  <a:lnTo>
                    <a:pt x="1222945" y="827865"/>
                  </a:lnTo>
                  <a:lnTo>
                    <a:pt x="1219666" y="826226"/>
                  </a:lnTo>
                  <a:lnTo>
                    <a:pt x="1216388" y="826226"/>
                  </a:lnTo>
                  <a:lnTo>
                    <a:pt x="1213109" y="824586"/>
                  </a:lnTo>
                  <a:lnTo>
                    <a:pt x="1208191" y="827865"/>
                  </a:lnTo>
                  <a:lnTo>
                    <a:pt x="1204913" y="829504"/>
                  </a:lnTo>
                  <a:lnTo>
                    <a:pt x="1203273" y="829504"/>
                  </a:lnTo>
                  <a:lnTo>
                    <a:pt x="1199995" y="829504"/>
                  </a:lnTo>
                  <a:lnTo>
                    <a:pt x="1196716" y="829504"/>
                  </a:lnTo>
                  <a:lnTo>
                    <a:pt x="1191798" y="829504"/>
                  </a:lnTo>
                  <a:lnTo>
                    <a:pt x="1188519" y="831144"/>
                  </a:lnTo>
                  <a:lnTo>
                    <a:pt x="1185241" y="831144"/>
                  </a:lnTo>
                  <a:lnTo>
                    <a:pt x="1188519" y="829504"/>
                  </a:lnTo>
                  <a:lnTo>
                    <a:pt x="1190159" y="829504"/>
                  </a:lnTo>
                  <a:lnTo>
                    <a:pt x="1190159" y="829504"/>
                  </a:lnTo>
                  <a:lnTo>
                    <a:pt x="1195076" y="827865"/>
                  </a:lnTo>
                  <a:lnTo>
                    <a:pt x="1190159" y="824586"/>
                  </a:lnTo>
                  <a:lnTo>
                    <a:pt x="1191798" y="821308"/>
                  </a:lnTo>
                  <a:lnTo>
                    <a:pt x="1191798" y="821308"/>
                  </a:lnTo>
                  <a:lnTo>
                    <a:pt x="1190159" y="824586"/>
                  </a:lnTo>
                  <a:lnTo>
                    <a:pt x="1186880" y="827865"/>
                  </a:lnTo>
                  <a:lnTo>
                    <a:pt x="1186880" y="824586"/>
                  </a:lnTo>
                  <a:lnTo>
                    <a:pt x="1186880" y="822947"/>
                  </a:lnTo>
                  <a:lnTo>
                    <a:pt x="1185241" y="824586"/>
                  </a:lnTo>
                  <a:lnTo>
                    <a:pt x="1185241" y="824586"/>
                  </a:lnTo>
                  <a:lnTo>
                    <a:pt x="1185241" y="824586"/>
                  </a:lnTo>
                  <a:lnTo>
                    <a:pt x="1183601" y="827865"/>
                  </a:lnTo>
                  <a:lnTo>
                    <a:pt x="1180323" y="829504"/>
                  </a:lnTo>
                  <a:lnTo>
                    <a:pt x="1177044" y="832783"/>
                  </a:lnTo>
                  <a:lnTo>
                    <a:pt x="1173765" y="834422"/>
                  </a:lnTo>
                  <a:lnTo>
                    <a:pt x="1170486" y="834422"/>
                  </a:lnTo>
                  <a:lnTo>
                    <a:pt x="1173765" y="832783"/>
                  </a:lnTo>
                  <a:lnTo>
                    <a:pt x="1177044" y="829504"/>
                  </a:lnTo>
                  <a:lnTo>
                    <a:pt x="1175404" y="826226"/>
                  </a:lnTo>
                  <a:lnTo>
                    <a:pt x="1173765" y="829504"/>
                  </a:lnTo>
                  <a:lnTo>
                    <a:pt x="1172126" y="831144"/>
                  </a:lnTo>
                  <a:lnTo>
                    <a:pt x="1168847" y="834422"/>
                  </a:lnTo>
                  <a:lnTo>
                    <a:pt x="1163929" y="836062"/>
                  </a:lnTo>
                  <a:lnTo>
                    <a:pt x="1160651" y="837701"/>
                  </a:lnTo>
                  <a:lnTo>
                    <a:pt x="1157372" y="837701"/>
                  </a:lnTo>
                  <a:lnTo>
                    <a:pt x="1152454" y="836062"/>
                  </a:lnTo>
                  <a:lnTo>
                    <a:pt x="1157372" y="836062"/>
                  </a:lnTo>
                  <a:lnTo>
                    <a:pt x="1159011" y="832783"/>
                  </a:lnTo>
                  <a:lnTo>
                    <a:pt x="1155732" y="829504"/>
                  </a:lnTo>
                  <a:lnTo>
                    <a:pt x="1157372" y="824586"/>
                  </a:lnTo>
                  <a:lnTo>
                    <a:pt x="1159011" y="821308"/>
                  </a:lnTo>
                  <a:lnTo>
                    <a:pt x="1157372" y="818029"/>
                  </a:lnTo>
                  <a:lnTo>
                    <a:pt x="1155732" y="818029"/>
                  </a:lnTo>
                  <a:lnTo>
                    <a:pt x="1155732" y="816390"/>
                  </a:lnTo>
                  <a:lnTo>
                    <a:pt x="1155732" y="814750"/>
                  </a:lnTo>
                  <a:lnTo>
                    <a:pt x="1155732" y="816390"/>
                  </a:lnTo>
                  <a:lnTo>
                    <a:pt x="1154093" y="818029"/>
                  </a:lnTo>
                  <a:lnTo>
                    <a:pt x="1152454" y="822947"/>
                  </a:lnTo>
                  <a:lnTo>
                    <a:pt x="1150814" y="826226"/>
                  </a:lnTo>
                  <a:lnTo>
                    <a:pt x="1149175" y="829504"/>
                  </a:lnTo>
                  <a:lnTo>
                    <a:pt x="1145896" y="831144"/>
                  </a:lnTo>
                  <a:lnTo>
                    <a:pt x="1140979" y="829504"/>
                  </a:lnTo>
                  <a:lnTo>
                    <a:pt x="1137700" y="831144"/>
                  </a:lnTo>
                  <a:lnTo>
                    <a:pt x="1134421" y="832783"/>
                  </a:lnTo>
                  <a:lnTo>
                    <a:pt x="1131142" y="831144"/>
                  </a:lnTo>
                  <a:lnTo>
                    <a:pt x="1131142" y="831144"/>
                  </a:lnTo>
                  <a:lnTo>
                    <a:pt x="1129503" y="831144"/>
                  </a:lnTo>
                  <a:lnTo>
                    <a:pt x="1126224" y="832783"/>
                  </a:lnTo>
                  <a:lnTo>
                    <a:pt x="1122946" y="829504"/>
                  </a:lnTo>
                  <a:lnTo>
                    <a:pt x="1121306" y="827865"/>
                  </a:lnTo>
                  <a:lnTo>
                    <a:pt x="1119667" y="829504"/>
                  </a:lnTo>
                  <a:lnTo>
                    <a:pt x="1121306" y="829504"/>
                  </a:lnTo>
                  <a:lnTo>
                    <a:pt x="1119667" y="829504"/>
                  </a:lnTo>
                  <a:lnTo>
                    <a:pt x="1116388" y="831144"/>
                  </a:lnTo>
                  <a:lnTo>
                    <a:pt x="1113110" y="831144"/>
                  </a:lnTo>
                  <a:lnTo>
                    <a:pt x="1108192" y="832783"/>
                  </a:lnTo>
                  <a:lnTo>
                    <a:pt x="1103274" y="832783"/>
                  </a:lnTo>
                  <a:lnTo>
                    <a:pt x="1103274" y="832783"/>
                  </a:lnTo>
                  <a:lnTo>
                    <a:pt x="1101634" y="834422"/>
                  </a:lnTo>
                  <a:lnTo>
                    <a:pt x="1098356" y="837701"/>
                  </a:lnTo>
                  <a:lnTo>
                    <a:pt x="1095077" y="839340"/>
                  </a:lnTo>
                  <a:lnTo>
                    <a:pt x="1090159" y="840980"/>
                  </a:lnTo>
                  <a:lnTo>
                    <a:pt x="1090159" y="839340"/>
                  </a:lnTo>
                  <a:lnTo>
                    <a:pt x="1088520" y="839340"/>
                  </a:lnTo>
                  <a:lnTo>
                    <a:pt x="1085241" y="837701"/>
                  </a:lnTo>
                  <a:lnTo>
                    <a:pt x="1083602" y="837701"/>
                  </a:lnTo>
                  <a:lnTo>
                    <a:pt x="1081962" y="836062"/>
                  </a:lnTo>
                  <a:lnTo>
                    <a:pt x="1078684" y="832783"/>
                  </a:lnTo>
                  <a:lnTo>
                    <a:pt x="1075405" y="831144"/>
                  </a:lnTo>
                  <a:lnTo>
                    <a:pt x="1070487" y="831144"/>
                  </a:lnTo>
                  <a:lnTo>
                    <a:pt x="1067208" y="832783"/>
                  </a:lnTo>
                  <a:lnTo>
                    <a:pt x="1067208" y="834422"/>
                  </a:lnTo>
                  <a:lnTo>
                    <a:pt x="1062290" y="837701"/>
                  </a:lnTo>
                  <a:lnTo>
                    <a:pt x="1060651" y="840980"/>
                  </a:lnTo>
                  <a:lnTo>
                    <a:pt x="1063930" y="844258"/>
                  </a:lnTo>
                  <a:lnTo>
                    <a:pt x="1068848" y="844258"/>
                  </a:lnTo>
                  <a:lnTo>
                    <a:pt x="1068848" y="844258"/>
                  </a:lnTo>
                  <a:lnTo>
                    <a:pt x="1075405" y="844258"/>
                  </a:lnTo>
                  <a:lnTo>
                    <a:pt x="1075405" y="844258"/>
                  </a:lnTo>
                  <a:lnTo>
                    <a:pt x="1077044" y="844258"/>
                  </a:lnTo>
                  <a:lnTo>
                    <a:pt x="1081962" y="840980"/>
                  </a:lnTo>
                  <a:lnTo>
                    <a:pt x="1081962" y="840980"/>
                  </a:lnTo>
                  <a:lnTo>
                    <a:pt x="1085241" y="842619"/>
                  </a:lnTo>
                  <a:lnTo>
                    <a:pt x="1088520" y="840980"/>
                  </a:lnTo>
                  <a:lnTo>
                    <a:pt x="1086880" y="842619"/>
                  </a:lnTo>
                  <a:lnTo>
                    <a:pt x="1083602" y="845898"/>
                  </a:lnTo>
                  <a:lnTo>
                    <a:pt x="1080323" y="847537"/>
                  </a:lnTo>
                  <a:lnTo>
                    <a:pt x="1081962" y="850816"/>
                  </a:lnTo>
                  <a:lnTo>
                    <a:pt x="1085241" y="852455"/>
                  </a:lnTo>
                  <a:lnTo>
                    <a:pt x="1088520" y="850816"/>
                  </a:lnTo>
                  <a:lnTo>
                    <a:pt x="1090159" y="847537"/>
                  </a:lnTo>
                  <a:lnTo>
                    <a:pt x="1091798" y="847537"/>
                  </a:lnTo>
                  <a:lnTo>
                    <a:pt x="1095077" y="847537"/>
                  </a:lnTo>
                  <a:lnTo>
                    <a:pt x="1096716" y="849176"/>
                  </a:lnTo>
                  <a:lnTo>
                    <a:pt x="1096716" y="854095"/>
                  </a:lnTo>
                  <a:lnTo>
                    <a:pt x="1095077" y="857373"/>
                  </a:lnTo>
                  <a:lnTo>
                    <a:pt x="1090159" y="855734"/>
                  </a:lnTo>
                  <a:lnTo>
                    <a:pt x="1086880" y="859012"/>
                  </a:lnTo>
                  <a:lnTo>
                    <a:pt x="1086880" y="862291"/>
                  </a:lnTo>
                  <a:lnTo>
                    <a:pt x="1083602" y="862291"/>
                  </a:lnTo>
                  <a:lnTo>
                    <a:pt x="1080323" y="865570"/>
                  </a:lnTo>
                  <a:lnTo>
                    <a:pt x="1083602" y="870488"/>
                  </a:lnTo>
                  <a:lnTo>
                    <a:pt x="1085241" y="870488"/>
                  </a:lnTo>
                  <a:lnTo>
                    <a:pt x="1085241" y="873767"/>
                  </a:lnTo>
                  <a:lnTo>
                    <a:pt x="1088520" y="873767"/>
                  </a:lnTo>
                  <a:lnTo>
                    <a:pt x="1093438" y="875406"/>
                  </a:lnTo>
                  <a:lnTo>
                    <a:pt x="1096716" y="877045"/>
                  </a:lnTo>
                  <a:lnTo>
                    <a:pt x="1096716" y="877045"/>
                  </a:lnTo>
                  <a:lnTo>
                    <a:pt x="1096716" y="881963"/>
                  </a:lnTo>
                  <a:lnTo>
                    <a:pt x="1101634" y="883602"/>
                  </a:lnTo>
                  <a:lnTo>
                    <a:pt x="1099995" y="886881"/>
                  </a:lnTo>
                  <a:lnTo>
                    <a:pt x="1096716" y="888520"/>
                  </a:lnTo>
                  <a:lnTo>
                    <a:pt x="1095077" y="891799"/>
                  </a:lnTo>
                  <a:lnTo>
                    <a:pt x="1091798" y="888520"/>
                  </a:lnTo>
                  <a:lnTo>
                    <a:pt x="1088520" y="891799"/>
                  </a:lnTo>
                  <a:lnTo>
                    <a:pt x="1083602" y="895078"/>
                  </a:lnTo>
                  <a:lnTo>
                    <a:pt x="1085241" y="893439"/>
                  </a:lnTo>
                  <a:lnTo>
                    <a:pt x="1088520" y="890160"/>
                  </a:lnTo>
                  <a:lnTo>
                    <a:pt x="1090159" y="885242"/>
                  </a:lnTo>
                  <a:lnTo>
                    <a:pt x="1085241" y="883602"/>
                  </a:lnTo>
                  <a:lnTo>
                    <a:pt x="1085241" y="880324"/>
                  </a:lnTo>
                  <a:lnTo>
                    <a:pt x="1081962" y="880324"/>
                  </a:lnTo>
                  <a:lnTo>
                    <a:pt x="1078684" y="877045"/>
                  </a:lnTo>
                  <a:lnTo>
                    <a:pt x="1075405" y="877045"/>
                  </a:lnTo>
                  <a:lnTo>
                    <a:pt x="1075405" y="873767"/>
                  </a:lnTo>
                  <a:lnTo>
                    <a:pt x="1072126" y="870488"/>
                  </a:lnTo>
                  <a:lnTo>
                    <a:pt x="1068848" y="870488"/>
                  </a:lnTo>
                  <a:lnTo>
                    <a:pt x="1065569" y="868848"/>
                  </a:lnTo>
                  <a:lnTo>
                    <a:pt x="1062290" y="865570"/>
                  </a:lnTo>
                  <a:lnTo>
                    <a:pt x="1062290" y="867209"/>
                  </a:lnTo>
                  <a:lnTo>
                    <a:pt x="1062290" y="870488"/>
                  </a:lnTo>
                  <a:lnTo>
                    <a:pt x="1065569" y="873767"/>
                  </a:lnTo>
                  <a:lnTo>
                    <a:pt x="1063930" y="878685"/>
                  </a:lnTo>
                  <a:lnTo>
                    <a:pt x="1063930" y="881963"/>
                  </a:lnTo>
                  <a:lnTo>
                    <a:pt x="1062290" y="883602"/>
                  </a:lnTo>
                  <a:lnTo>
                    <a:pt x="1057372" y="886881"/>
                  </a:lnTo>
                  <a:lnTo>
                    <a:pt x="1055733" y="886881"/>
                  </a:lnTo>
                  <a:lnTo>
                    <a:pt x="1055733" y="883602"/>
                  </a:lnTo>
                  <a:lnTo>
                    <a:pt x="1055733" y="880324"/>
                  </a:lnTo>
                  <a:lnTo>
                    <a:pt x="1052454" y="880324"/>
                  </a:lnTo>
                  <a:lnTo>
                    <a:pt x="1049176" y="878685"/>
                  </a:lnTo>
                  <a:lnTo>
                    <a:pt x="1044257" y="877045"/>
                  </a:lnTo>
                  <a:lnTo>
                    <a:pt x="1042618" y="881963"/>
                  </a:lnTo>
                  <a:lnTo>
                    <a:pt x="1040979" y="885242"/>
                  </a:lnTo>
                  <a:lnTo>
                    <a:pt x="1039339" y="885242"/>
                  </a:lnTo>
                  <a:lnTo>
                    <a:pt x="1036061" y="885242"/>
                  </a:lnTo>
                  <a:lnTo>
                    <a:pt x="1031143" y="885242"/>
                  </a:lnTo>
                  <a:lnTo>
                    <a:pt x="1027864" y="881963"/>
                  </a:lnTo>
                  <a:lnTo>
                    <a:pt x="1024585" y="883602"/>
                  </a:lnTo>
                  <a:lnTo>
                    <a:pt x="1024585" y="878685"/>
                  </a:lnTo>
                  <a:lnTo>
                    <a:pt x="1024585" y="875406"/>
                  </a:lnTo>
                  <a:lnTo>
                    <a:pt x="1021307" y="872127"/>
                  </a:lnTo>
                  <a:lnTo>
                    <a:pt x="1022946" y="867209"/>
                  </a:lnTo>
                  <a:lnTo>
                    <a:pt x="1022946" y="865570"/>
                  </a:lnTo>
                  <a:lnTo>
                    <a:pt x="1019667" y="870488"/>
                  </a:lnTo>
                  <a:lnTo>
                    <a:pt x="1016389" y="867209"/>
                  </a:lnTo>
                  <a:lnTo>
                    <a:pt x="1011471" y="865570"/>
                  </a:lnTo>
                  <a:lnTo>
                    <a:pt x="1009832" y="862291"/>
                  </a:lnTo>
                  <a:lnTo>
                    <a:pt x="1009832" y="859012"/>
                  </a:lnTo>
                  <a:lnTo>
                    <a:pt x="1006553" y="859012"/>
                  </a:lnTo>
                  <a:lnTo>
                    <a:pt x="1001635" y="859012"/>
                  </a:lnTo>
                  <a:lnTo>
                    <a:pt x="1004913" y="855734"/>
                  </a:lnTo>
                  <a:lnTo>
                    <a:pt x="999995" y="855734"/>
                  </a:lnTo>
                  <a:lnTo>
                    <a:pt x="996717" y="857373"/>
                  </a:lnTo>
                  <a:lnTo>
                    <a:pt x="993438" y="860652"/>
                  </a:lnTo>
                  <a:lnTo>
                    <a:pt x="991799" y="863930"/>
                  </a:lnTo>
                  <a:lnTo>
                    <a:pt x="993438" y="865570"/>
                  </a:lnTo>
                  <a:lnTo>
                    <a:pt x="988520" y="865570"/>
                  </a:lnTo>
                  <a:lnTo>
                    <a:pt x="985242" y="867209"/>
                  </a:lnTo>
                  <a:lnTo>
                    <a:pt x="981963" y="867209"/>
                  </a:lnTo>
                  <a:lnTo>
                    <a:pt x="978684" y="865570"/>
                  </a:lnTo>
                  <a:lnTo>
                    <a:pt x="973766" y="865570"/>
                  </a:lnTo>
                  <a:lnTo>
                    <a:pt x="970487" y="865570"/>
                  </a:lnTo>
                  <a:lnTo>
                    <a:pt x="967209" y="863930"/>
                  </a:lnTo>
                  <a:lnTo>
                    <a:pt x="962291" y="860652"/>
                  </a:lnTo>
                  <a:lnTo>
                    <a:pt x="959012" y="859012"/>
                  </a:lnTo>
                  <a:lnTo>
                    <a:pt x="955733" y="857373"/>
                  </a:lnTo>
                  <a:lnTo>
                    <a:pt x="952455" y="857373"/>
                  </a:lnTo>
                  <a:lnTo>
                    <a:pt x="947537" y="855734"/>
                  </a:lnTo>
                  <a:lnTo>
                    <a:pt x="949176" y="854095"/>
                  </a:lnTo>
                  <a:lnTo>
                    <a:pt x="952455" y="850816"/>
                  </a:lnTo>
                  <a:lnTo>
                    <a:pt x="952455" y="847537"/>
                  </a:lnTo>
                  <a:lnTo>
                    <a:pt x="952455" y="844258"/>
                  </a:lnTo>
                  <a:lnTo>
                    <a:pt x="950815" y="847537"/>
                  </a:lnTo>
                  <a:lnTo>
                    <a:pt x="950815" y="847537"/>
                  </a:lnTo>
                  <a:lnTo>
                    <a:pt x="947537" y="852455"/>
                  </a:lnTo>
                  <a:lnTo>
                    <a:pt x="947537" y="855734"/>
                  </a:lnTo>
                  <a:lnTo>
                    <a:pt x="945897" y="857373"/>
                  </a:lnTo>
                  <a:lnTo>
                    <a:pt x="942619" y="857373"/>
                  </a:lnTo>
                  <a:lnTo>
                    <a:pt x="939340" y="857373"/>
                  </a:lnTo>
                  <a:lnTo>
                    <a:pt x="934422" y="857373"/>
                  </a:lnTo>
                  <a:lnTo>
                    <a:pt x="931143" y="859012"/>
                  </a:lnTo>
                  <a:lnTo>
                    <a:pt x="927865" y="857373"/>
                  </a:lnTo>
                  <a:lnTo>
                    <a:pt x="929504" y="855734"/>
                  </a:lnTo>
                  <a:lnTo>
                    <a:pt x="932783" y="850816"/>
                  </a:lnTo>
                  <a:lnTo>
                    <a:pt x="934422" y="847537"/>
                  </a:lnTo>
                  <a:lnTo>
                    <a:pt x="932783" y="847537"/>
                  </a:lnTo>
                  <a:lnTo>
                    <a:pt x="927865" y="852455"/>
                  </a:lnTo>
                  <a:lnTo>
                    <a:pt x="926225" y="855734"/>
                  </a:lnTo>
                  <a:lnTo>
                    <a:pt x="926225" y="857373"/>
                  </a:lnTo>
                  <a:lnTo>
                    <a:pt x="927865" y="860652"/>
                  </a:lnTo>
                  <a:lnTo>
                    <a:pt x="924586" y="862291"/>
                  </a:lnTo>
                  <a:lnTo>
                    <a:pt x="921307" y="862291"/>
                  </a:lnTo>
                  <a:lnTo>
                    <a:pt x="916389" y="862291"/>
                  </a:lnTo>
                  <a:lnTo>
                    <a:pt x="913111" y="865570"/>
                  </a:lnTo>
                  <a:lnTo>
                    <a:pt x="909832" y="865570"/>
                  </a:lnTo>
                  <a:lnTo>
                    <a:pt x="904914" y="867209"/>
                  </a:lnTo>
                  <a:lnTo>
                    <a:pt x="901635" y="868848"/>
                  </a:lnTo>
                  <a:lnTo>
                    <a:pt x="898357" y="870488"/>
                  </a:lnTo>
                  <a:lnTo>
                    <a:pt x="893439" y="872127"/>
                  </a:lnTo>
                  <a:lnTo>
                    <a:pt x="890160" y="875406"/>
                  </a:lnTo>
                  <a:lnTo>
                    <a:pt x="890160" y="875406"/>
                  </a:lnTo>
                  <a:lnTo>
                    <a:pt x="890160" y="875406"/>
                  </a:lnTo>
                  <a:lnTo>
                    <a:pt x="893439" y="872127"/>
                  </a:lnTo>
                  <a:lnTo>
                    <a:pt x="896717" y="870488"/>
                  </a:lnTo>
                  <a:lnTo>
                    <a:pt x="899996" y="868848"/>
                  </a:lnTo>
                  <a:lnTo>
                    <a:pt x="903275" y="867209"/>
                  </a:lnTo>
                  <a:lnTo>
                    <a:pt x="903275" y="867209"/>
                  </a:lnTo>
                  <a:lnTo>
                    <a:pt x="899996" y="865570"/>
                  </a:lnTo>
                  <a:lnTo>
                    <a:pt x="895078" y="867209"/>
                  </a:lnTo>
                  <a:lnTo>
                    <a:pt x="891799" y="868848"/>
                  </a:lnTo>
                  <a:lnTo>
                    <a:pt x="895078" y="863930"/>
                  </a:lnTo>
                  <a:lnTo>
                    <a:pt x="896717" y="860652"/>
                  </a:lnTo>
                  <a:lnTo>
                    <a:pt x="895078" y="857373"/>
                  </a:lnTo>
                  <a:lnTo>
                    <a:pt x="891799" y="859012"/>
                  </a:lnTo>
                  <a:lnTo>
                    <a:pt x="888520" y="862291"/>
                  </a:lnTo>
                  <a:lnTo>
                    <a:pt x="885242" y="860652"/>
                  </a:lnTo>
                  <a:lnTo>
                    <a:pt x="885242" y="859012"/>
                  </a:lnTo>
                  <a:lnTo>
                    <a:pt x="883602" y="860652"/>
                  </a:lnTo>
                  <a:lnTo>
                    <a:pt x="885242" y="865570"/>
                  </a:lnTo>
                  <a:lnTo>
                    <a:pt x="883602" y="868848"/>
                  </a:lnTo>
                  <a:lnTo>
                    <a:pt x="883602" y="872127"/>
                  </a:lnTo>
                  <a:lnTo>
                    <a:pt x="888520" y="875406"/>
                  </a:lnTo>
                  <a:lnTo>
                    <a:pt x="885242" y="877045"/>
                  </a:lnTo>
                  <a:lnTo>
                    <a:pt x="883602" y="877045"/>
                  </a:lnTo>
                  <a:lnTo>
                    <a:pt x="880324" y="878685"/>
                  </a:lnTo>
                  <a:lnTo>
                    <a:pt x="877045" y="883602"/>
                  </a:lnTo>
                  <a:lnTo>
                    <a:pt x="873767" y="885242"/>
                  </a:lnTo>
                  <a:lnTo>
                    <a:pt x="872127" y="888520"/>
                  </a:lnTo>
                  <a:lnTo>
                    <a:pt x="868849" y="891799"/>
                  </a:lnTo>
                  <a:lnTo>
                    <a:pt x="865570" y="895078"/>
                  </a:lnTo>
                  <a:lnTo>
                    <a:pt x="862291" y="896717"/>
                  </a:lnTo>
                  <a:lnTo>
                    <a:pt x="860652" y="898357"/>
                  </a:lnTo>
                  <a:lnTo>
                    <a:pt x="855734" y="899996"/>
                  </a:lnTo>
                  <a:lnTo>
                    <a:pt x="852455" y="901635"/>
                  </a:lnTo>
                  <a:lnTo>
                    <a:pt x="849177" y="903275"/>
                  </a:lnTo>
                  <a:lnTo>
                    <a:pt x="844258" y="903275"/>
                  </a:lnTo>
                  <a:lnTo>
                    <a:pt x="840980" y="904914"/>
                  </a:lnTo>
                  <a:lnTo>
                    <a:pt x="837701" y="908192"/>
                  </a:lnTo>
                  <a:lnTo>
                    <a:pt x="840980" y="906553"/>
                  </a:lnTo>
                  <a:lnTo>
                    <a:pt x="844258" y="904914"/>
                  </a:lnTo>
                  <a:lnTo>
                    <a:pt x="840980" y="908192"/>
                  </a:lnTo>
                  <a:lnTo>
                    <a:pt x="837701" y="908192"/>
                  </a:lnTo>
                  <a:lnTo>
                    <a:pt x="834422" y="909832"/>
                  </a:lnTo>
                  <a:lnTo>
                    <a:pt x="829505" y="913111"/>
                  </a:lnTo>
                  <a:lnTo>
                    <a:pt x="826226" y="914750"/>
                  </a:lnTo>
                  <a:lnTo>
                    <a:pt x="827865" y="911471"/>
                  </a:lnTo>
                  <a:lnTo>
                    <a:pt x="832783" y="909832"/>
                  </a:lnTo>
                  <a:lnTo>
                    <a:pt x="836062" y="906553"/>
                  </a:lnTo>
                  <a:lnTo>
                    <a:pt x="832783" y="908192"/>
                  </a:lnTo>
                  <a:lnTo>
                    <a:pt x="827865" y="909832"/>
                  </a:lnTo>
                  <a:lnTo>
                    <a:pt x="829505" y="908192"/>
                  </a:lnTo>
                  <a:lnTo>
                    <a:pt x="831144" y="908192"/>
                  </a:lnTo>
                  <a:lnTo>
                    <a:pt x="829505" y="908192"/>
                  </a:lnTo>
                  <a:lnTo>
                    <a:pt x="826226" y="904914"/>
                  </a:lnTo>
                  <a:lnTo>
                    <a:pt x="822947" y="906553"/>
                  </a:lnTo>
                  <a:lnTo>
                    <a:pt x="821308" y="903275"/>
                  </a:lnTo>
                  <a:lnTo>
                    <a:pt x="821308" y="903275"/>
                  </a:lnTo>
                  <a:lnTo>
                    <a:pt x="821308" y="906553"/>
                  </a:lnTo>
                  <a:lnTo>
                    <a:pt x="818029" y="909832"/>
                  </a:lnTo>
                  <a:lnTo>
                    <a:pt x="819668" y="908192"/>
                  </a:lnTo>
                  <a:lnTo>
                    <a:pt x="814750" y="906553"/>
                  </a:lnTo>
                  <a:lnTo>
                    <a:pt x="813111" y="906553"/>
                  </a:lnTo>
                  <a:lnTo>
                    <a:pt x="814750" y="911471"/>
                  </a:lnTo>
                  <a:lnTo>
                    <a:pt x="814750" y="914750"/>
                  </a:lnTo>
                  <a:lnTo>
                    <a:pt x="818029" y="916389"/>
                  </a:lnTo>
                  <a:lnTo>
                    <a:pt x="818029" y="916389"/>
                  </a:lnTo>
                  <a:lnTo>
                    <a:pt x="814750" y="918029"/>
                  </a:lnTo>
                  <a:lnTo>
                    <a:pt x="809832" y="919668"/>
                  </a:lnTo>
                  <a:lnTo>
                    <a:pt x="806554" y="918029"/>
                  </a:lnTo>
                  <a:lnTo>
                    <a:pt x="804914" y="914750"/>
                  </a:lnTo>
                  <a:lnTo>
                    <a:pt x="804914" y="916389"/>
                  </a:lnTo>
                  <a:lnTo>
                    <a:pt x="803275" y="919668"/>
                  </a:lnTo>
                  <a:lnTo>
                    <a:pt x="801636" y="924586"/>
                  </a:lnTo>
                  <a:lnTo>
                    <a:pt x="798357" y="927865"/>
                  </a:lnTo>
                  <a:lnTo>
                    <a:pt x="795078" y="929504"/>
                  </a:lnTo>
                  <a:lnTo>
                    <a:pt x="795078" y="926225"/>
                  </a:lnTo>
                  <a:lnTo>
                    <a:pt x="791800" y="929504"/>
                  </a:lnTo>
                  <a:lnTo>
                    <a:pt x="790160" y="927865"/>
                  </a:lnTo>
                  <a:lnTo>
                    <a:pt x="786882" y="929504"/>
                  </a:lnTo>
                  <a:lnTo>
                    <a:pt x="783603" y="932782"/>
                  </a:lnTo>
                  <a:lnTo>
                    <a:pt x="788521" y="932782"/>
                  </a:lnTo>
                  <a:lnTo>
                    <a:pt x="791800" y="931143"/>
                  </a:lnTo>
                  <a:lnTo>
                    <a:pt x="791800" y="932782"/>
                  </a:lnTo>
                  <a:lnTo>
                    <a:pt x="786882" y="937701"/>
                  </a:lnTo>
                  <a:lnTo>
                    <a:pt x="785242" y="940979"/>
                  </a:lnTo>
                  <a:lnTo>
                    <a:pt x="780324" y="940979"/>
                  </a:lnTo>
                  <a:lnTo>
                    <a:pt x="777046" y="940979"/>
                  </a:lnTo>
                  <a:lnTo>
                    <a:pt x="777046" y="940979"/>
                  </a:lnTo>
                  <a:lnTo>
                    <a:pt x="775406" y="940979"/>
                  </a:lnTo>
                  <a:lnTo>
                    <a:pt x="770488" y="942619"/>
                  </a:lnTo>
                  <a:lnTo>
                    <a:pt x="772128" y="942619"/>
                  </a:lnTo>
                  <a:lnTo>
                    <a:pt x="775406" y="942619"/>
                  </a:lnTo>
                  <a:lnTo>
                    <a:pt x="775406" y="942619"/>
                  </a:lnTo>
                  <a:lnTo>
                    <a:pt x="775406" y="945897"/>
                  </a:lnTo>
                  <a:lnTo>
                    <a:pt x="777046" y="950815"/>
                  </a:lnTo>
                  <a:lnTo>
                    <a:pt x="775406" y="954094"/>
                  </a:lnTo>
                  <a:lnTo>
                    <a:pt x="773767" y="957373"/>
                  </a:lnTo>
                  <a:lnTo>
                    <a:pt x="770488" y="962291"/>
                  </a:lnTo>
                  <a:lnTo>
                    <a:pt x="768849" y="965569"/>
                  </a:lnTo>
                  <a:lnTo>
                    <a:pt x="767210" y="965569"/>
                  </a:lnTo>
                  <a:lnTo>
                    <a:pt x="763931" y="965569"/>
                  </a:lnTo>
                  <a:lnTo>
                    <a:pt x="760652" y="963930"/>
                  </a:lnTo>
                  <a:lnTo>
                    <a:pt x="757374" y="960651"/>
                  </a:lnTo>
                  <a:lnTo>
                    <a:pt x="759013" y="963930"/>
                  </a:lnTo>
                  <a:lnTo>
                    <a:pt x="757374" y="968848"/>
                  </a:lnTo>
                  <a:lnTo>
                    <a:pt x="760652" y="968848"/>
                  </a:lnTo>
                  <a:lnTo>
                    <a:pt x="763931" y="968848"/>
                  </a:lnTo>
                  <a:lnTo>
                    <a:pt x="767210" y="967209"/>
                  </a:lnTo>
                  <a:lnTo>
                    <a:pt x="765570" y="972127"/>
                  </a:lnTo>
                  <a:lnTo>
                    <a:pt x="763931" y="975405"/>
                  </a:lnTo>
                  <a:lnTo>
                    <a:pt x="763931" y="978684"/>
                  </a:lnTo>
                  <a:lnTo>
                    <a:pt x="759013" y="980323"/>
                  </a:lnTo>
                  <a:lnTo>
                    <a:pt x="759013" y="985241"/>
                  </a:lnTo>
                  <a:lnTo>
                    <a:pt x="760652" y="988520"/>
                  </a:lnTo>
                  <a:lnTo>
                    <a:pt x="760652" y="991799"/>
                  </a:lnTo>
                  <a:lnTo>
                    <a:pt x="760652" y="996717"/>
                  </a:lnTo>
                  <a:lnTo>
                    <a:pt x="760652" y="998356"/>
                  </a:lnTo>
                  <a:lnTo>
                    <a:pt x="759013" y="1001635"/>
                  </a:lnTo>
                  <a:lnTo>
                    <a:pt x="760652" y="1006553"/>
                  </a:lnTo>
                  <a:lnTo>
                    <a:pt x="760652" y="1009832"/>
                  </a:lnTo>
                  <a:lnTo>
                    <a:pt x="760652" y="1013110"/>
                  </a:lnTo>
                  <a:lnTo>
                    <a:pt x="760652" y="1018028"/>
                  </a:lnTo>
                  <a:lnTo>
                    <a:pt x="759013" y="1021307"/>
                  </a:lnTo>
                  <a:lnTo>
                    <a:pt x="762292" y="1024585"/>
                  </a:lnTo>
                  <a:lnTo>
                    <a:pt x="765570" y="1021307"/>
                  </a:lnTo>
                  <a:lnTo>
                    <a:pt x="765570" y="1026225"/>
                  </a:lnTo>
                  <a:lnTo>
                    <a:pt x="762292" y="1026225"/>
                  </a:lnTo>
                  <a:lnTo>
                    <a:pt x="757374" y="1027864"/>
                  </a:lnTo>
                  <a:lnTo>
                    <a:pt x="755734" y="1031143"/>
                  </a:lnTo>
                  <a:lnTo>
                    <a:pt x="752456" y="1029504"/>
                  </a:lnTo>
                  <a:lnTo>
                    <a:pt x="750816" y="1027864"/>
                  </a:lnTo>
                  <a:lnTo>
                    <a:pt x="747538" y="1024585"/>
                  </a:lnTo>
                  <a:lnTo>
                    <a:pt x="744259" y="1022946"/>
                  </a:lnTo>
                  <a:lnTo>
                    <a:pt x="740980" y="1021307"/>
                  </a:lnTo>
                  <a:lnTo>
                    <a:pt x="737702" y="1021307"/>
                  </a:lnTo>
                  <a:lnTo>
                    <a:pt x="732784" y="1021307"/>
                  </a:lnTo>
                  <a:lnTo>
                    <a:pt x="729505" y="1021307"/>
                  </a:lnTo>
                  <a:lnTo>
                    <a:pt x="724587" y="1021307"/>
                  </a:lnTo>
                  <a:lnTo>
                    <a:pt x="722948" y="1019667"/>
                  </a:lnTo>
                  <a:lnTo>
                    <a:pt x="721308" y="1014749"/>
                  </a:lnTo>
                  <a:lnTo>
                    <a:pt x="718030" y="1014749"/>
                  </a:lnTo>
                  <a:lnTo>
                    <a:pt x="713112" y="1013110"/>
                  </a:lnTo>
                  <a:lnTo>
                    <a:pt x="709833" y="1011471"/>
                  </a:lnTo>
                  <a:lnTo>
                    <a:pt x="708193" y="1008192"/>
                  </a:lnTo>
                  <a:lnTo>
                    <a:pt x="704915" y="1008192"/>
                  </a:lnTo>
                  <a:lnTo>
                    <a:pt x="701636" y="1006553"/>
                  </a:lnTo>
                  <a:lnTo>
                    <a:pt x="698357" y="1006553"/>
                  </a:lnTo>
                  <a:lnTo>
                    <a:pt x="696718" y="1004913"/>
                  </a:lnTo>
                  <a:lnTo>
                    <a:pt x="696718" y="1001635"/>
                  </a:lnTo>
                  <a:lnTo>
                    <a:pt x="695079" y="999995"/>
                  </a:lnTo>
                  <a:lnTo>
                    <a:pt x="695079" y="999995"/>
                  </a:lnTo>
                  <a:lnTo>
                    <a:pt x="695079" y="996717"/>
                  </a:lnTo>
                  <a:lnTo>
                    <a:pt x="695079" y="991799"/>
                  </a:lnTo>
                  <a:lnTo>
                    <a:pt x="695079" y="988520"/>
                  </a:lnTo>
                  <a:lnTo>
                    <a:pt x="693440" y="983602"/>
                  </a:lnTo>
                  <a:lnTo>
                    <a:pt x="693440" y="983602"/>
                  </a:lnTo>
                  <a:lnTo>
                    <a:pt x="690161" y="978684"/>
                  </a:lnTo>
                  <a:lnTo>
                    <a:pt x="690161" y="975405"/>
                  </a:lnTo>
                  <a:lnTo>
                    <a:pt x="691800" y="972127"/>
                  </a:lnTo>
                  <a:lnTo>
                    <a:pt x="691800" y="967209"/>
                  </a:lnTo>
                  <a:lnTo>
                    <a:pt x="691800" y="963930"/>
                  </a:lnTo>
                  <a:lnTo>
                    <a:pt x="693440" y="960651"/>
                  </a:lnTo>
                  <a:lnTo>
                    <a:pt x="693440" y="957373"/>
                  </a:lnTo>
                  <a:lnTo>
                    <a:pt x="693440" y="957373"/>
                  </a:lnTo>
                  <a:lnTo>
                    <a:pt x="693440" y="954094"/>
                  </a:lnTo>
                  <a:lnTo>
                    <a:pt x="693440" y="954094"/>
                  </a:lnTo>
                  <a:lnTo>
                    <a:pt x="690161" y="952455"/>
                  </a:lnTo>
                  <a:lnTo>
                    <a:pt x="686882" y="950815"/>
                  </a:lnTo>
                  <a:lnTo>
                    <a:pt x="685243" y="945897"/>
                  </a:lnTo>
                  <a:lnTo>
                    <a:pt x="683603" y="945897"/>
                  </a:lnTo>
                  <a:lnTo>
                    <a:pt x="683603" y="942619"/>
                  </a:lnTo>
                  <a:lnTo>
                    <a:pt x="681964" y="937701"/>
                  </a:lnTo>
                  <a:lnTo>
                    <a:pt x="680325" y="936061"/>
                  </a:lnTo>
                  <a:lnTo>
                    <a:pt x="678685" y="931143"/>
                  </a:lnTo>
                  <a:lnTo>
                    <a:pt x="678685" y="927865"/>
                  </a:lnTo>
                  <a:lnTo>
                    <a:pt x="673767" y="924586"/>
                  </a:lnTo>
                  <a:lnTo>
                    <a:pt x="673767" y="921307"/>
                  </a:lnTo>
                  <a:lnTo>
                    <a:pt x="672128" y="918029"/>
                  </a:lnTo>
                  <a:lnTo>
                    <a:pt x="672128" y="913111"/>
                  </a:lnTo>
                  <a:lnTo>
                    <a:pt x="672128" y="909832"/>
                  </a:lnTo>
                  <a:lnTo>
                    <a:pt x="670489" y="906553"/>
                  </a:lnTo>
                  <a:lnTo>
                    <a:pt x="670489" y="904914"/>
                  </a:lnTo>
                  <a:lnTo>
                    <a:pt x="670489" y="904914"/>
                  </a:lnTo>
                  <a:lnTo>
                    <a:pt x="670489" y="903275"/>
                  </a:lnTo>
                  <a:lnTo>
                    <a:pt x="670489" y="899996"/>
                  </a:lnTo>
                  <a:lnTo>
                    <a:pt x="668849" y="896717"/>
                  </a:lnTo>
                  <a:lnTo>
                    <a:pt x="667210" y="895078"/>
                  </a:lnTo>
                  <a:lnTo>
                    <a:pt x="668849" y="891799"/>
                  </a:lnTo>
                  <a:lnTo>
                    <a:pt x="667210" y="888520"/>
                  </a:lnTo>
                  <a:lnTo>
                    <a:pt x="665571" y="883602"/>
                  </a:lnTo>
                  <a:lnTo>
                    <a:pt x="665571" y="880324"/>
                  </a:lnTo>
                  <a:lnTo>
                    <a:pt x="660653" y="877045"/>
                  </a:lnTo>
                  <a:lnTo>
                    <a:pt x="660653" y="875406"/>
                  </a:lnTo>
                  <a:lnTo>
                    <a:pt x="659013" y="875406"/>
                  </a:lnTo>
                  <a:lnTo>
                    <a:pt x="659013" y="872127"/>
                  </a:lnTo>
                  <a:lnTo>
                    <a:pt x="654095" y="870488"/>
                  </a:lnTo>
                  <a:lnTo>
                    <a:pt x="654095" y="865570"/>
                  </a:lnTo>
                  <a:lnTo>
                    <a:pt x="650817" y="863930"/>
                  </a:lnTo>
                  <a:lnTo>
                    <a:pt x="649177" y="862291"/>
                  </a:lnTo>
                  <a:lnTo>
                    <a:pt x="649177" y="857373"/>
                  </a:lnTo>
                  <a:lnTo>
                    <a:pt x="644259" y="857373"/>
                  </a:lnTo>
                  <a:lnTo>
                    <a:pt x="640981" y="857373"/>
                  </a:lnTo>
                  <a:lnTo>
                    <a:pt x="637702" y="857373"/>
                  </a:lnTo>
                  <a:lnTo>
                    <a:pt x="634423" y="855734"/>
                  </a:lnTo>
                  <a:lnTo>
                    <a:pt x="629505" y="855734"/>
                  </a:lnTo>
                  <a:lnTo>
                    <a:pt x="626227" y="855734"/>
                  </a:lnTo>
                  <a:lnTo>
                    <a:pt x="622948" y="855734"/>
                  </a:lnTo>
                  <a:lnTo>
                    <a:pt x="618030" y="854095"/>
                  </a:lnTo>
                  <a:lnTo>
                    <a:pt x="614751" y="854095"/>
                  </a:lnTo>
                  <a:lnTo>
                    <a:pt x="613112" y="857373"/>
                  </a:lnTo>
                  <a:lnTo>
                    <a:pt x="608194" y="857373"/>
                  </a:lnTo>
                  <a:lnTo>
                    <a:pt x="604915" y="859012"/>
                  </a:lnTo>
                  <a:lnTo>
                    <a:pt x="601637" y="859012"/>
                  </a:lnTo>
                  <a:lnTo>
                    <a:pt x="599997" y="860652"/>
                  </a:lnTo>
                  <a:lnTo>
                    <a:pt x="596719" y="865570"/>
                  </a:lnTo>
                  <a:lnTo>
                    <a:pt x="593440" y="868848"/>
                  </a:lnTo>
                  <a:lnTo>
                    <a:pt x="591801" y="872127"/>
                  </a:lnTo>
                  <a:lnTo>
                    <a:pt x="588522" y="877045"/>
                  </a:lnTo>
                  <a:lnTo>
                    <a:pt x="586883" y="880324"/>
                  </a:lnTo>
                  <a:lnTo>
                    <a:pt x="583604" y="883602"/>
                  </a:lnTo>
                  <a:lnTo>
                    <a:pt x="580325" y="886881"/>
                  </a:lnTo>
                  <a:lnTo>
                    <a:pt x="577047" y="890160"/>
                  </a:lnTo>
                  <a:lnTo>
                    <a:pt x="573768" y="891799"/>
                  </a:lnTo>
                  <a:lnTo>
                    <a:pt x="570489" y="891799"/>
                  </a:lnTo>
                  <a:lnTo>
                    <a:pt x="568850" y="890160"/>
                  </a:lnTo>
                  <a:lnTo>
                    <a:pt x="565571" y="888520"/>
                  </a:lnTo>
                  <a:lnTo>
                    <a:pt x="562293" y="885242"/>
                  </a:lnTo>
                  <a:lnTo>
                    <a:pt x="557375" y="883602"/>
                  </a:lnTo>
                  <a:lnTo>
                    <a:pt x="554096" y="881963"/>
                  </a:lnTo>
                  <a:lnTo>
                    <a:pt x="550817" y="878685"/>
                  </a:lnTo>
                  <a:lnTo>
                    <a:pt x="547539" y="877045"/>
                  </a:lnTo>
                  <a:lnTo>
                    <a:pt x="542620" y="873767"/>
                  </a:lnTo>
                  <a:lnTo>
                    <a:pt x="540981" y="872127"/>
                  </a:lnTo>
                  <a:lnTo>
                    <a:pt x="539342" y="868848"/>
                  </a:lnTo>
                  <a:lnTo>
                    <a:pt x="536063" y="867209"/>
                  </a:lnTo>
                  <a:lnTo>
                    <a:pt x="536063" y="867209"/>
                  </a:lnTo>
                  <a:lnTo>
                    <a:pt x="534424" y="865570"/>
                  </a:lnTo>
                  <a:lnTo>
                    <a:pt x="532784" y="863930"/>
                  </a:lnTo>
                  <a:lnTo>
                    <a:pt x="531145" y="860652"/>
                  </a:lnTo>
                  <a:lnTo>
                    <a:pt x="531145" y="857373"/>
                  </a:lnTo>
                  <a:lnTo>
                    <a:pt x="531145" y="852455"/>
                  </a:lnTo>
                  <a:lnTo>
                    <a:pt x="529506" y="849176"/>
                  </a:lnTo>
                  <a:lnTo>
                    <a:pt x="529506" y="847537"/>
                  </a:lnTo>
                  <a:lnTo>
                    <a:pt x="531145" y="844258"/>
                  </a:lnTo>
                  <a:lnTo>
                    <a:pt x="532784" y="839340"/>
                  </a:lnTo>
                  <a:lnTo>
                    <a:pt x="531145" y="836062"/>
                  </a:lnTo>
                  <a:lnTo>
                    <a:pt x="531145" y="832783"/>
                  </a:lnTo>
                  <a:lnTo>
                    <a:pt x="529506" y="827865"/>
                  </a:lnTo>
                  <a:lnTo>
                    <a:pt x="529506" y="824586"/>
                  </a:lnTo>
                  <a:lnTo>
                    <a:pt x="529506" y="821308"/>
                  </a:lnTo>
                  <a:lnTo>
                    <a:pt x="527866" y="818029"/>
                  </a:lnTo>
                  <a:lnTo>
                    <a:pt x="524588" y="814750"/>
                  </a:lnTo>
                  <a:lnTo>
                    <a:pt x="519670" y="813111"/>
                  </a:lnTo>
                  <a:lnTo>
                    <a:pt x="516391" y="809832"/>
                  </a:lnTo>
                  <a:lnTo>
                    <a:pt x="513112" y="806554"/>
                  </a:lnTo>
                  <a:lnTo>
                    <a:pt x="511473" y="801636"/>
                  </a:lnTo>
                  <a:lnTo>
                    <a:pt x="509834" y="798357"/>
                  </a:lnTo>
                  <a:lnTo>
                    <a:pt x="506555" y="795078"/>
                  </a:lnTo>
                  <a:lnTo>
                    <a:pt x="504916" y="791800"/>
                  </a:lnTo>
                  <a:lnTo>
                    <a:pt x="503276" y="786882"/>
                  </a:lnTo>
                  <a:lnTo>
                    <a:pt x="498358" y="785242"/>
                  </a:lnTo>
                  <a:lnTo>
                    <a:pt x="495080" y="781964"/>
                  </a:lnTo>
                  <a:lnTo>
                    <a:pt x="493440" y="778685"/>
                  </a:lnTo>
                  <a:lnTo>
                    <a:pt x="493440" y="775406"/>
                  </a:lnTo>
                  <a:lnTo>
                    <a:pt x="491801" y="770488"/>
                  </a:lnTo>
                  <a:lnTo>
                    <a:pt x="490162" y="770488"/>
                  </a:lnTo>
                  <a:lnTo>
                    <a:pt x="488522" y="770488"/>
                  </a:lnTo>
                  <a:lnTo>
                    <a:pt x="486883" y="768849"/>
                  </a:lnTo>
                  <a:lnTo>
                    <a:pt x="486883" y="768849"/>
                  </a:lnTo>
                  <a:lnTo>
                    <a:pt x="481965" y="768849"/>
                  </a:lnTo>
                  <a:lnTo>
                    <a:pt x="478686" y="768849"/>
                  </a:lnTo>
                  <a:lnTo>
                    <a:pt x="475408" y="768849"/>
                  </a:lnTo>
                  <a:lnTo>
                    <a:pt x="470490" y="768849"/>
                  </a:lnTo>
                  <a:lnTo>
                    <a:pt x="467211" y="768849"/>
                  </a:lnTo>
                  <a:lnTo>
                    <a:pt x="463932" y="768849"/>
                  </a:lnTo>
                  <a:lnTo>
                    <a:pt x="460654" y="768849"/>
                  </a:lnTo>
                  <a:lnTo>
                    <a:pt x="455736" y="768849"/>
                  </a:lnTo>
                  <a:lnTo>
                    <a:pt x="452457" y="768849"/>
                  </a:lnTo>
                  <a:lnTo>
                    <a:pt x="449178" y="768849"/>
                  </a:lnTo>
                  <a:lnTo>
                    <a:pt x="447539" y="768849"/>
                  </a:lnTo>
                  <a:lnTo>
                    <a:pt x="442621" y="768849"/>
                  </a:lnTo>
                  <a:lnTo>
                    <a:pt x="439342" y="768849"/>
                  </a:lnTo>
                  <a:lnTo>
                    <a:pt x="436064" y="768849"/>
                  </a:lnTo>
                  <a:lnTo>
                    <a:pt x="431146" y="768849"/>
                  </a:lnTo>
                  <a:lnTo>
                    <a:pt x="427867" y="768849"/>
                  </a:lnTo>
                  <a:lnTo>
                    <a:pt x="424588" y="772128"/>
                  </a:lnTo>
                  <a:lnTo>
                    <a:pt x="422949" y="777046"/>
                  </a:lnTo>
                  <a:lnTo>
                    <a:pt x="421310" y="781964"/>
                  </a:lnTo>
                  <a:lnTo>
                    <a:pt x="419670" y="785242"/>
                  </a:lnTo>
                  <a:lnTo>
                    <a:pt x="414752" y="788521"/>
                  </a:lnTo>
                  <a:lnTo>
                    <a:pt x="411474" y="788521"/>
                  </a:lnTo>
                  <a:lnTo>
                    <a:pt x="408195" y="788521"/>
                  </a:lnTo>
                  <a:lnTo>
                    <a:pt x="403277" y="788521"/>
                  </a:lnTo>
                  <a:lnTo>
                    <a:pt x="399998" y="788521"/>
                  </a:lnTo>
                  <a:lnTo>
                    <a:pt x="396719" y="788521"/>
                  </a:lnTo>
                  <a:lnTo>
                    <a:pt x="393441" y="788521"/>
                  </a:lnTo>
                  <a:lnTo>
                    <a:pt x="390162" y="788521"/>
                  </a:lnTo>
                  <a:lnTo>
                    <a:pt x="388523" y="788521"/>
                  </a:lnTo>
                  <a:lnTo>
                    <a:pt x="383605" y="788521"/>
                  </a:lnTo>
                  <a:lnTo>
                    <a:pt x="378687" y="788521"/>
                  </a:lnTo>
                  <a:lnTo>
                    <a:pt x="375408" y="788521"/>
                  </a:lnTo>
                  <a:lnTo>
                    <a:pt x="372129" y="788521"/>
                  </a:lnTo>
                  <a:lnTo>
                    <a:pt x="368851" y="788521"/>
                  </a:lnTo>
                  <a:lnTo>
                    <a:pt x="368851" y="788521"/>
                  </a:lnTo>
                  <a:lnTo>
                    <a:pt x="367211" y="788521"/>
                  </a:lnTo>
                  <a:lnTo>
                    <a:pt x="363933" y="788521"/>
                  </a:lnTo>
                  <a:lnTo>
                    <a:pt x="359015" y="788521"/>
                  </a:lnTo>
                  <a:lnTo>
                    <a:pt x="355736" y="788521"/>
                  </a:lnTo>
                  <a:lnTo>
                    <a:pt x="355736" y="788521"/>
                  </a:lnTo>
                  <a:lnTo>
                    <a:pt x="352457" y="788521"/>
                  </a:lnTo>
                  <a:lnTo>
                    <a:pt x="349179" y="788521"/>
                  </a:lnTo>
                  <a:lnTo>
                    <a:pt x="344261" y="788521"/>
                  </a:lnTo>
                  <a:lnTo>
                    <a:pt x="340982" y="788521"/>
                  </a:lnTo>
                  <a:lnTo>
                    <a:pt x="337703" y="788521"/>
                  </a:lnTo>
                  <a:lnTo>
                    <a:pt x="334425" y="788521"/>
                  </a:lnTo>
                  <a:lnTo>
                    <a:pt x="329507" y="788521"/>
                  </a:lnTo>
                  <a:lnTo>
                    <a:pt x="326228" y="788521"/>
                  </a:lnTo>
                  <a:lnTo>
                    <a:pt x="322949" y="788521"/>
                  </a:lnTo>
                  <a:lnTo>
                    <a:pt x="319671" y="788521"/>
                  </a:lnTo>
                  <a:lnTo>
                    <a:pt x="318031" y="788521"/>
                  </a:lnTo>
                  <a:lnTo>
                    <a:pt x="318031" y="788521"/>
                  </a:lnTo>
                  <a:lnTo>
                    <a:pt x="314753" y="788521"/>
                  </a:lnTo>
                  <a:lnTo>
                    <a:pt x="309835" y="786882"/>
                  </a:lnTo>
                  <a:lnTo>
                    <a:pt x="308195" y="785242"/>
                  </a:lnTo>
                  <a:lnTo>
                    <a:pt x="303277" y="783603"/>
                  </a:lnTo>
                  <a:lnTo>
                    <a:pt x="299999" y="781964"/>
                  </a:lnTo>
                  <a:lnTo>
                    <a:pt x="298359" y="781964"/>
                  </a:lnTo>
                  <a:lnTo>
                    <a:pt x="293441" y="780324"/>
                  </a:lnTo>
                  <a:lnTo>
                    <a:pt x="290163" y="778685"/>
                  </a:lnTo>
                  <a:lnTo>
                    <a:pt x="286884" y="777046"/>
                  </a:lnTo>
                  <a:lnTo>
                    <a:pt x="283605" y="775406"/>
                  </a:lnTo>
                  <a:lnTo>
                    <a:pt x="278687" y="773767"/>
                  </a:lnTo>
                  <a:lnTo>
                    <a:pt x="275409" y="770488"/>
                  </a:lnTo>
                  <a:lnTo>
                    <a:pt x="272130" y="770488"/>
                  </a:lnTo>
                  <a:lnTo>
                    <a:pt x="268851" y="767210"/>
                  </a:lnTo>
                  <a:lnTo>
                    <a:pt x="263933" y="767210"/>
                  </a:lnTo>
                  <a:lnTo>
                    <a:pt x="260655" y="763931"/>
                  </a:lnTo>
                  <a:lnTo>
                    <a:pt x="257376" y="763931"/>
                  </a:lnTo>
                  <a:lnTo>
                    <a:pt x="254097" y="762292"/>
                  </a:lnTo>
                  <a:lnTo>
                    <a:pt x="250819" y="760652"/>
                  </a:lnTo>
                  <a:lnTo>
                    <a:pt x="245901" y="759013"/>
                  </a:lnTo>
                  <a:lnTo>
                    <a:pt x="242622" y="757374"/>
                  </a:lnTo>
                  <a:lnTo>
                    <a:pt x="239343" y="755734"/>
                  </a:lnTo>
                  <a:lnTo>
                    <a:pt x="236065" y="754095"/>
                  </a:lnTo>
                  <a:lnTo>
                    <a:pt x="231146" y="752455"/>
                  </a:lnTo>
                  <a:lnTo>
                    <a:pt x="227868" y="750816"/>
                  </a:lnTo>
                  <a:lnTo>
                    <a:pt x="224589" y="749177"/>
                  </a:lnTo>
                  <a:lnTo>
                    <a:pt x="219671" y="747538"/>
                  </a:lnTo>
                  <a:lnTo>
                    <a:pt x="216392" y="745898"/>
                  </a:lnTo>
                  <a:lnTo>
                    <a:pt x="213114" y="744259"/>
                  </a:lnTo>
                  <a:lnTo>
                    <a:pt x="208196" y="742620"/>
                  </a:lnTo>
                  <a:lnTo>
                    <a:pt x="204917" y="740980"/>
                  </a:lnTo>
                  <a:lnTo>
                    <a:pt x="201638" y="739341"/>
                  </a:lnTo>
                  <a:lnTo>
                    <a:pt x="196720" y="737702"/>
                  </a:lnTo>
                  <a:lnTo>
                    <a:pt x="193442" y="736062"/>
                  </a:lnTo>
                  <a:lnTo>
                    <a:pt x="196720" y="732783"/>
                  </a:lnTo>
                  <a:lnTo>
                    <a:pt x="199999" y="729505"/>
                  </a:lnTo>
                  <a:lnTo>
                    <a:pt x="201638" y="727865"/>
                  </a:lnTo>
                  <a:lnTo>
                    <a:pt x="201638" y="727865"/>
                  </a:lnTo>
                  <a:lnTo>
                    <a:pt x="199999" y="727865"/>
                  </a:lnTo>
                  <a:lnTo>
                    <a:pt x="199999" y="727865"/>
                  </a:lnTo>
                  <a:lnTo>
                    <a:pt x="195081" y="727865"/>
                  </a:lnTo>
                  <a:lnTo>
                    <a:pt x="191802" y="727865"/>
                  </a:lnTo>
                  <a:lnTo>
                    <a:pt x="190163" y="727865"/>
                  </a:lnTo>
                  <a:lnTo>
                    <a:pt x="186884" y="729505"/>
                  </a:lnTo>
                  <a:lnTo>
                    <a:pt x="183606" y="729505"/>
                  </a:lnTo>
                  <a:lnTo>
                    <a:pt x="178688" y="729505"/>
                  </a:lnTo>
                  <a:lnTo>
                    <a:pt x="175409" y="729505"/>
                  </a:lnTo>
                  <a:lnTo>
                    <a:pt x="172130" y="729505"/>
                  </a:lnTo>
                  <a:lnTo>
                    <a:pt x="172130" y="729505"/>
                  </a:lnTo>
                  <a:lnTo>
                    <a:pt x="168852" y="729505"/>
                  </a:lnTo>
                  <a:lnTo>
                    <a:pt x="165573" y="731144"/>
                  </a:lnTo>
                  <a:lnTo>
                    <a:pt x="162294" y="731144"/>
                  </a:lnTo>
                  <a:lnTo>
                    <a:pt x="159016" y="731144"/>
                  </a:lnTo>
                  <a:lnTo>
                    <a:pt x="154098" y="731144"/>
                  </a:lnTo>
                  <a:lnTo>
                    <a:pt x="150819" y="731144"/>
                  </a:lnTo>
                  <a:lnTo>
                    <a:pt x="147540" y="732783"/>
                  </a:lnTo>
                  <a:lnTo>
                    <a:pt x="145901" y="732783"/>
                  </a:lnTo>
                  <a:lnTo>
                    <a:pt x="144262" y="732783"/>
                  </a:lnTo>
                  <a:lnTo>
                    <a:pt x="139344" y="732783"/>
                  </a:lnTo>
                  <a:lnTo>
                    <a:pt x="139344" y="732783"/>
                  </a:lnTo>
                  <a:lnTo>
                    <a:pt x="136065" y="732783"/>
                  </a:lnTo>
                  <a:lnTo>
                    <a:pt x="134426" y="732783"/>
                  </a:lnTo>
                  <a:lnTo>
                    <a:pt x="129508" y="734423"/>
                  </a:lnTo>
                  <a:lnTo>
                    <a:pt x="126229" y="734423"/>
                  </a:lnTo>
                  <a:lnTo>
                    <a:pt x="122950" y="734423"/>
                  </a:lnTo>
                  <a:lnTo>
                    <a:pt x="118032" y="734423"/>
                  </a:lnTo>
                  <a:lnTo>
                    <a:pt x="114754" y="736062"/>
                  </a:lnTo>
                  <a:lnTo>
                    <a:pt x="113114" y="736062"/>
                  </a:lnTo>
                  <a:lnTo>
                    <a:pt x="113114" y="736062"/>
                  </a:lnTo>
                  <a:lnTo>
                    <a:pt x="109836" y="736062"/>
                  </a:lnTo>
                  <a:lnTo>
                    <a:pt x="109836" y="734423"/>
                  </a:lnTo>
                  <a:lnTo>
                    <a:pt x="109836" y="731144"/>
                  </a:lnTo>
                  <a:lnTo>
                    <a:pt x="109836" y="726226"/>
                  </a:lnTo>
                  <a:lnTo>
                    <a:pt x="109836" y="722948"/>
                  </a:lnTo>
                  <a:lnTo>
                    <a:pt x="111475" y="719669"/>
                  </a:lnTo>
                  <a:lnTo>
                    <a:pt x="111475" y="716390"/>
                  </a:lnTo>
                  <a:lnTo>
                    <a:pt x="113114" y="711472"/>
                  </a:lnTo>
                  <a:lnTo>
                    <a:pt x="111475" y="708193"/>
                  </a:lnTo>
                  <a:lnTo>
                    <a:pt x="111475" y="704915"/>
                  </a:lnTo>
                  <a:lnTo>
                    <a:pt x="109836" y="699997"/>
                  </a:lnTo>
                  <a:lnTo>
                    <a:pt x="108196" y="696718"/>
                  </a:lnTo>
                  <a:lnTo>
                    <a:pt x="103278" y="693439"/>
                  </a:lnTo>
                  <a:lnTo>
                    <a:pt x="101639" y="690161"/>
                  </a:lnTo>
                  <a:lnTo>
                    <a:pt x="98360" y="686882"/>
                  </a:lnTo>
                  <a:lnTo>
                    <a:pt x="96721" y="681964"/>
                  </a:lnTo>
                  <a:lnTo>
                    <a:pt x="91803" y="681964"/>
                  </a:lnTo>
                  <a:lnTo>
                    <a:pt x="88524" y="683603"/>
                  </a:lnTo>
                  <a:lnTo>
                    <a:pt x="88524" y="683603"/>
                  </a:lnTo>
                  <a:lnTo>
                    <a:pt x="83606" y="680325"/>
                  </a:lnTo>
                  <a:lnTo>
                    <a:pt x="86885" y="677046"/>
                  </a:lnTo>
                  <a:lnTo>
                    <a:pt x="86885" y="673768"/>
                  </a:lnTo>
                  <a:lnTo>
                    <a:pt x="86885" y="673768"/>
                  </a:lnTo>
                  <a:lnTo>
                    <a:pt x="85245" y="668849"/>
                  </a:lnTo>
                  <a:lnTo>
                    <a:pt x="81967" y="668849"/>
                  </a:lnTo>
                  <a:lnTo>
                    <a:pt x="78688" y="668849"/>
                  </a:lnTo>
                  <a:lnTo>
                    <a:pt x="73770" y="670489"/>
                  </a:lnTo>
                  <a:lnTo>
                    <a:pt x="70492" y="668849"/>
                  </a:lnTo>
                  <a:lnTo>
                    <a:pt x="67213" y="665571"/>
                  </a:lnTo>
                  <a:lnTo>
                    <a:pt x="62295" y="663931"/>
                  </a:lnTo>
                  <a:lnTo>
                    <a:pt x="62295" y="660653"/>
                  </a:lnTo>
                  <a:lnTo>
                    <a:pt x="60655" y="657374"/>
                  </a:lnTo>
                  <a:lnTo>
                    <a:pt x="55737" y="654095"/>
                  </a:lnTo>
                  <a:lnTo>
                    <a:pt x="52459" y="652456"/>
                  </a:lnTo>
                  <a:lnTo>
                    <a:pt x="49180" y="654095"/>
                  </a:lnTo>
                  <a:lnTo>
                    <a:pt x="45901" y="652456"/>
                  </a:lnTo>
                  <a:lnTo>
                    <a:pt x="40983" y="650817"/>
                  </a:lnTo>
                  <a:lnTo>
                    <a:pt x="39344" y="650817"/>
                  </a:lnTo>
                  <a:lnTo>
                    <a:pt x="36065" y="650817"/>
                  </a:lnTo>
                  <a:lnTo>
                    <a:pt x="31147" y="650817"/>
                  </a:lnTo>
                  <a:lnTo>
                    <a:pt x="27869" y="650817"/>
                  </a:lnTo>
                  <a:lnTo>
                    <a:pt x="24590" y="650817"/>
                  </a:lnTo>
                  <a:lnTo>
                    <a:pt x="21311" y="647538"/>
                  </a:lnTo>
                  <a:lnTo>
                    <a:pt x="19672" y="642620"/>
                  </a:lnTo>
                  <a:lnTo>
                    <a:pt x="22951" y="639341"/>
                  </a:lnTo>
                  <a:lnTo>
                    <a:pt x="22951" y="636063"/>
                  </a:lnTo>
                  <a:lnTo>
                    <a:pt x="24590" y="631145"/>
                  </a:lnTo>
                  <a:lnTo>
                    <a:pt x="26229" y="627866"/>
                  </a:lnTo>
                  <a:lnTo>
                    <a:pt x="29508" y="624587"/>
                  </a:lnTo>
                  <a:lnTo>
                    <a:pt x="29508" y="624587"/>
                  </a:lnTo>
                  <a:lnTo>
                    <a:pt x="29508" y="619669"/>
                  </a:lnTo>
                  <a:lnTo>
                    <a:pt x="26229" y="619669"/>
                  </a:lnTo>
                  <a:lnTo>
                    <a:pt x="22951" y="616391"/>
                  </a:lnTo>
                  <a:lnTo>
                    <a:pt x="26229" y="611473"/>
                  </a:lnTo>
                  <a:lnTo>
                    <a:pt x="26229" y="608194"/>
                  </a:lnTo>
                  <a:lnTo>
                    <a:pt x="22951" y="606555"/>
                  </a:lnTo>
                  <a:lnTo>
                    <a:pt x="21311" y="601637"/>
                  </a:lnTo>
                  <a:lnTo>
                    <a:pt x="21311" y="598358"/>
                  </a:lnTo>
                  <a:lnTo>
                    <a:pt x="16393" y="598358"/>
                  </a:lnTo>
                  <a:lnTo>
                    <a:pt x="18033" y="593440"/>
                  </a:lnTo>
                  <a:lnTo>
                    <a:pt x="16393" y="590161"/>
                  </a:lnTo>
                  <a:lnTo>
                    <a:pt x="14754" y="586883"/>
                  </a:lnTo>
                  <a:lnTo>
                    <a:pt x="16393" y="581965"/>
                  </a:lnTo>
                  <a:lnTo>
                    <a:pt x="13115" y="578686"/>
                  </a:lnTo>
                  <a:lnTo>
                    <a:pt x="13115" y="575407"/>
                  </a:lnTo>
                  <a:lnTo>
                    <a:pt x="8197" y="572128"/>
                  </a:lnTo>
                  <a:lnTo>
                    <a:pt x="8197" y="568850"/>
                  </a:lnTo>
                  <a:lnTo>
                    <a:pt x="9836" y="563932"/>
                  </a:lnTo>
                  <a:lnTo>
                    <a:pt x="9836" y="560653"/>
                  </a:lnTo>
                  <a:lnTo>
                    <a:pt x="11475" y="557374"/>
                  </a:lnTo>
                  <a:lnTo>
                    <a:pt x="14754" y="555735"/>
                  </a:lnTo>
                  <a:lnTo>
                    <a:pt x="18033" y="552456"/>
                  </a:lnTo>
                  <a:lnTo>
                    <a:pt x="21311" y="550817"/>
                  </a:lnTo>
                  <a:lnTo>
                    <a:pt x="21311" y="550817"/>
                  </a:lnTo>
                  <a:lnTo>
                    <a:pt x="22951" y="547538"/>
                  </a:lnTo>
                  <a:lnTo>
                    <a:pt x="21311" y="542621"/>
                  </a:lnTo>
                  <a:lnTo>
                    <a:pt x="18033" y="540981"/>
                  </a:lnTo>
                  <a:lnTo>
                    <a:pt x="14754" y="540981"/>
                  </a:lnTo>
                  <a:lnTo>
                    <a:pt x="11475" y="537703"/>
                  </a:lnTo>
                  <a:lnTo>
                    <a:pt x="9836" y="534424"/>
                  </a:lnTo>
                  <a:lnTo>
                    <a:pt x="8197" y="531145"/>
                  </a:lnTo>
                  <a:lnTo>
                    <a:pt x="9836" y="527866"/>
                  </a:lnTo>
                  <a:lnTo>
                    <a:pt x="11475" y="522948"/>
                  </a:lnTo>
                  <a:lnTo>
                    <a:pt x="11475" y="519670"/>
                  </a:lnTo>
                  <a:lnTo>
                    <a:pt x="11475" y="516391"/>
                  </a:lnTo>
                  <a:lnTo>
                    <a:pt x="13115" y="511473"/>
                  </a:lnTo>
                  <a:lnTo>
                    <a:pt x="14754" y="508194"/>
                  </a:lnTo>
                  <a:lnTo>
                    <a:pt x="16393" y="504916"/>
                  </a:lnTo>
                  <a:lnTo>
                    <a:pt x="19672" y="503276"/>
                  </a:lnTo>
                  <a:lnTo>
                    <a:pt x="19672" y="506555"/>
                  </a:lnTo>
                  <a:lnTo>
                    <a:pt x="18033" y="509834"/>
                  </a:lnTo>
                  <a:lnTo>
                    <a:pt x="21311" y="514752"/>
                  </a:lnTo>
                  <a:lnTo>
                    <a:pt x="24590" y="518031"/>
                  </a:lnTo>
                  <a:lnTo>
                    <a:pt x="26229" y="514752"/>
                  </a:lnTo>
                  <a:lnTo>
                    <a:pt x="26229" y="509834"/>
                  </a:lnTo>
                  <a:lnTo>
                    <a:pt x="26229" y="506555"/>
                  </a:lnTo>
                  <a:lnTo>
                    <a:pt x="24590" y="503276"/>
                  </a:lnTo>
                  <a:lnTo>
                    <a:pt x="26229" y="498358"/>
                  </a:lnTo>
                  <a:lnTo>
                    <a:pt x="26229" y="495080"/>
                  </a:lnTo>
                  <a:lnTo>
                    <a:pt x="29508" y="493440"/>
                  </a:lnTo>
                  <a:lnTo>
                    <a:pt x="32787" y="491801"/>
                  </a:lnTo>
                  <a:lnTo>
                    <a:pt x="32787" y="491801"/>
                  </a:lnTo>
                  <a:lnTo>
                    <a:pt x="29508" y="486883"/>
                  </a:lnTo>
                  <a:lnTo>
                    <a:pt x="24590" y="488522"/>
                  </a:lnTo>
                  <a:lnTo>
                    <a:pt x="22951" y="493440"/>
                  </a:lnTo>
                  <a:lnTo>
                    <a:pt x="21311" y="496719"/>
                  </a:lnTo>
                  <a:lnTo>
                    <a:pt x="19672" y="499998"/>
                  </a:lnTo>
                  <a:lnTo>
                    <a:pt x="16393" y="499998"/>
                  </a:lnTo>
                  <a:lnTo>
                    <a:pt x="11475" y="498358"/>
                  </a:lnTo>
                  <a:lnTo>
                    <a:pt x="11475" y="495080"/>
                  </a:lnTo>
                  <a:lnTo>
                    <a:pt x="6557" y="491801"/>
                  </a:lnTo>
                  <a:lnTo>
                    <a:pt x="3279" y="495080"/>
                  </a:lnTo>
                  <a:lnTo>
                    <a:pt x="6557" y="490162"/>
                  </a:lnTo>
                  <a:lnTo>
                    <a:pt x="9836" y="486883"/>
                  </a:lnTo>
                  <a:lnTo>
                    <a:pt x="11475" y="490162"/>
                  </a:lnTo>
                  <a:lnTo>
                    <a:pt x="11475" y="486883"/>
                  </a:lnTo>
                  <a:lnTo>
                    <a:pt x="11475" y="483604"/>
                  </a:lnTo>
                  <a:lnTo>
                    <a:pt x="8197" y="48196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2" name="Freeform 3011">
              <a:extLst>
                <a:ext uri="{FF2B5EF4-FFF2-40B4-BE49-F238E27FC236}">
                  <a16:creationId xmlns:a16="http://schemas.microsoft.com/office/drawing/2014/main" id="{257D569B-9D67-6544-9AA9-21178D4B581F}"/>
                </a:ext>
              </a:extLst>
            </p:cNvPr>
            <p:cNvSpPr/>
            <p:nvPr/>
          </p:nvSpPr>
          <p:spPr>
            <a:xfrm>
              <a:off x="1220612" y="2041136"/>
              <a:ext cx="1639" cy="3278"/>
            </a:xfrm>
            <a:custGeom>
              <a:avLst/>
              <a:gdLst>
                <a:gd name="connsiteX0" fmla="*/ 0 w 1639"/>
                <a:gd name="connsiteY0" fmla="*/ 0 h 3278"/>
                <a:gd name="connsiteX1" fmla="*/ 1639 w 1639"/>
                <a:gd name="connsiteY1" fmla="*/ 0 h 3278"/>
                <a:gd name="connsiteX2" fmla="*/ 0 w 1639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0" y="0"/>
                  </a:move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3" name="Freeform 3012">
              <a:extLst>
                <a:ext uri="{FF2B5EF4-FFF2-40B4-BE49-F238E27FC236}">
                  <a16:creationId xmlns:a16="http://schemas.microsoft.com/office/drawing/2014/main" id="{59A73D36-E54E-8342-80C4-50E5A963A7AD}"/>
                </a:ext>
              </a:extLst>
            </p:cNvPr>
            <p:cNvSpPr/>
            <p:nvPr/>
          </p:nvSpPr>
          <p:spPr>
            <a:xfrm>
              <a:off x="1227169" y="1672285"/>
              <a:ext cx="4918" cy="1639"/>
            </a:xfrm>
            <a:custGeom>
              <a:avLst/>
              <a:gdLst>
                <a:gd name="connsiteX0" fmla="*/ 0 w 4918"/>
                <a:gd name="connsiteY0" fmla="*/ 1639 h 1639"/>
                <a:gd name="connsiteX1" fmla="*/ 4918 w 4918"/>
                <a:gd name="connsiteY1" fmla="*/ 0 h 1639"/>
                <a:gd name="connsiteX2" fmla="*/ 4918 w 4918"/>
                <a:gd name="connsiteY2" fmla="*/ 0 h 1639"/>
                <a:gd name="connsiteX3" fmla="*/ 1639 w 4918"/>
                <a:gd name="connsiteY3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1639">
                  <a:moveTo>
                    <a:pt x="0" y="1639"/>
                  </a:moveTo>
                  <a:lnTo>
                    <a:pt x="4918" y="0"/>
                  </a:lnTo>
                  <a:lnTo>
                    <a:pt x="4918" y="0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4" name="Freeform 3013">
              <a:extLst>
                <a:ext uri="{FF2B5EF4-FFF2-40B4-BE49-F238E27FC236}">
                  <a16:creationId xmlns:a16="http://schemas.microsoft.com/office/drawing/2014/main" id="{308ED4F1-5338-CD46-A308-3D5E7016C6EA}"/>
                </a:ext>
              </a:extLst>
            </p:cNvPr>
            <p:cNvSpPr/>
            <p:nvPr/>
          </p:nvSpPr>
          <p:spPr>
            <a:xfrm>
              <a:off x="1228809" y="1575564"/>
              <a:ext cx="16393" cy="16393"/>
            </a:xfrm>
            <a:custGeom>
              <a:avLst/>
              <a:gdLst>
                <a:gd name="connsiteX0" fmla="*/ 0 w 16393"/>
                <a:gd name="connsiteY0" fmla="*/ 0 h 16393"/>
                <a:gd name="connsiteX1" fmla="*/ 0 w 16393"/>
                <a:gd name="connsiteY1" fmla="*/ 0 h 16393"/>
                <a:gd name="connsiteX2" fmla="*/ 0 w 16393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163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5" name="Freeform 3014">
              <a:extLst>
                <a:ext uri="{FF2B5EF4-FFF2-40B4-BE49-F238E27FC236}">
                  <a16:creationId xmlns:a16="http://schemas.microsoft.com/office/drawing/2014/main" id="{A9FCF453-F17B-2444-BFAB-513D2F55F42A}"/>
                </a:ext>
              </a:extLst>
            </p:cNvPr>
            <p:cNvSpPr/>
            <p:nvPr/>
          </p:nvSpPr>
          <p:spPr>
            <a:xfrm>
              <a:off x="1222251" y="1575564"/>
              <a:ext cx="8196" cy="4917"/>
            </a:xfrm>
            <a:custGeom>
              <a:avLst/>
              <a:gdLst>
                <a:gd name="connsiteX0" fmla="*/ 6557 w 8196"/>
                <a:gd name="connsiteY0" fmla="*/ 0 h 4917"/>
                <a:gd name="connsiteX1" fmla="*/ 6557 w 8196"/>
                <a:gd name="connsiteY1" fmla="*/ 0 h 4917"/>
                <a:gd name="connsiteX2" fmla="*/ 8197 w 8196"/>
                <a:gd name="connsiteY2" fmla="*/ 3279 h 4917"/>
                <a:gd name="connsiteX3" fmla="*/ 4918 w 8196"/>
                <a:gd name="connsiteY3" fmla="*/ 4918 h 4917"/>
                <a:gd name="connsiteX4" fmla="*/ 0 w 8196"/>
                <a:gd name="connsiteY4" fmla="*/ 4918 h 4917"/>
                <a:gd name="connsiteX5" fmla="*/ 0 w 8196"/>
                <a:gd name="connsiteY5" fmla="*/ 1639 h 4917"/>
                <a:gd name="connsiteX6" fmla="*/ 4918 w 8196"/>
                <a:gd name="connsiteY6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4917">
                  <a:moveTo>
                    <a:pt x="6557" y="0"/>
                  </a:moveTo>
                  <a:lnTo>
                    <a:pt x="6557" y="0"/>
                  </a:lnTo>
                  <a:lnTo>
                    <a:pt x="8197" y="3279"/>
                  </a:lnTo>
                  <a:lnTo>
                    <a:pt x="4918" y="4918"/>
                  </a:lnTo>
                  <a:lnTo>
                    <a:pt x="0" y="4918"/>
                  </a:ln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6" name="Freeform 3015">
              <a:extLst>
                <a:ext uri="{FF2B5EF4-FFF2-40B4-BE49-F238E27FC236}">
                  <a16:creationId xmlns:a16="http://schemas.microsoft.com/office/drawing/2014/main" id="{A91490D9-41A6-0A4A-B123-026DBDE53B31}"/>
                </a:ext>
              </a:extLst>
            </p:cNvPr>
            <p:cNvSpPr/>
            <p:nvPr/>
          </p:nvSpPr>
          <p:spPr>
            <a:xfrm>
              <a:off x="1261595" y="1993595"/>
              <a:ext cx="1639" cy="16393"/>
            </a:xfrm>
            <a:custGeom>
              <a:avLst/>
              <a:gdLst>
                <a:gd name="connsiteX0" fmla="*/ 0 w 1639"/>
                <a:gd name="connsiteY0" fmla="*/ 0 h 16393"/>
                <a:gd name="connsiteX1" fmla="*/ 1639 w 1639"/>
                <a:gd name="connsiteY1" fmla="*/ 0 h 16393"/>
                <a:gd name="connsiteX2" fmla="*/ 1639 w 1639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16393">
                  <a:moveTo>
                    <a:pt x="0" y="0"/>
                  </a:moveTo>
                  <a:lnTo>
                    <a:pt x="1639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7" name="Freeform 3016">
              <a:extLst>
                <a:ext uri="{FF2B5EF4-FFF2-40B4-BE49-F238E27FC236}">
                  <a16:creationId xmlns:a16="http://schemas.microsoft.com/office/drawing/2014/main" id="{40140087-2567-1246-8934-09207B517C37}"/>
                </a:ext>
              </a:extLst>
            </p:cNvPr>
            <p:cNvSpPr/>
            <p:nvPr/>
          </p:nvSpPr>
          <p:spPr>
            <a:xfrm>
              <a:off x="1253399" y="1993595"/>
              <a:ext cx="9835" cy="19671"/>
            </a:xfrm>
            <a:custGeom>
              <a:avLst/>
              <a:gdLst>
                <a:gd name="connsiteX0" fmla="*/ 8197 w 9835"/>
                <a:gd name="connsiteY0" fmla="*/ 0 h 19671"/>
                <a:gd name="connsiteX1" fmla="*/ 9836 w 9835"/>
                <a:gd name="connsiteY1" fmla="*/ 0 h 19671"/>
                <a:gd name="connsiteX2" fmla="*/ 9836 w 9835"/>
                <a:gd name="connsiteY2" fmla="*/ 3279 h 19671"/>
                <a:gd name="connsiteX3" fmla="*/ 6557 w 9835"/>
                <a:gd name="connsiteY3" fmla="*/ 3279 h 19671"/>
                <a:gd name="connsiteX4" fmla="*/ 3279 w 9835"/>
                <a:gd name="connsiteY4" fmla="*/ 6557 h 19671"/>
                <a:gd name="connsiteX5" fmla="*/ 3279 w 9835"/>
                <a:gd name="connsiteY5" fmla="*/ 9836 h 19671"/>
                <a:gd name="connsiteX6" fmla="*/ 1639 w 9835"/>
                <a:gd name="connsiteY6" fmla="*/ 13114 h 19671"/>
                <a:gd name="connsiteX7" fmla="*/ 4918 w 9835"/>
                <a:gd name="connsiteY7" fmla="*/ 14754 h 19671"/>
                <a:gd name="connsiteX8" fmla="*/ 6557 w 9835"/>
                <a:gd name="connsiteY8" fmla="*/ 18033 h 19671"/>
                <a:gd name="connsiteX9" fmla="*/ 1639 w 9835"/>
                <a:gd name="connsiteY9" fmla="*/ 19672 h 19671"/>
                <a:gd name="connsiteX10" fmla="*/ 0 w 9835"/>
                <a:gd name="connsiteY10" fmla="*/ 16393 h 19671"/>
                <a:gd name="connsiteX11" fmla="*/ 0 w 9835"/>
                <a:gd name="connsiteY11" fmla="*/ 11475 h 19671"/>
                <a:gd name="connsiteX12" fmla="*/ 0 w 9835"/>
                <a:gd name="connsiteY12" fmla="*/ 8197 h 19671"/>
                <a:gd name="connsiteX13" fmla="*/ 1639 w 9835"/>
                <a:gd name="connsiteY13" fmla="*/ 4918 h 19671"/>
                <a:gd name="connsiteX14" fmla="*/ 4918 w 9835"/>
                <a:gd name="connsiteY14" fmla="*/ 1639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5" h="19671">
                  <a:moveTo>
                    <a:pt x="8197" y="0"/>
                  </a:moveTo>
                  <a:lnTo>
                    <a:pt x="9836" y="0"/>
                  </a:lnTo>
                  <a:lnTo>
                    <a:pt x="9836" y="3279"/>
                  </a:lnTo>
                  <a:lnTo>
                    <a:pt x="6557" y="3279"/>
                  </a:lnTo>
                  <a:lnTo>
                    <a:pt x="3279" y="6557"/>
                  </a:lnTo>
                  <a:lnTo>
                    <a:pt x="3279" y="9836"/>
                  </a:lnTo>
                  <a:lnTo>
                    <a:pt x="1639" y="13114"/>
                  </a:lnTo>
                  <a:lnTo>
                    <a:pt x="4918" y="14754"/>
                  </a:lnTo>
                  <a:lnTo>
                    <a:pt x="6557" y="18033"/>
                  </a:lnTo>
                  <a:lnTo>
                    <a:pt x="1639" y="19672"/>
                  </a:lnTo>
                  <a:lnTo>
                    <a:pt x="0" y="16393"/>
                  </a:lnTo>
                  <a:lnTo>
                    <a:pt x="0" y="11475"/>
                  </a:lnTo>
                  <a:lnTo>
                    <a:pt x="0" y="8197"/>
                  </a:lnTo>
                  <a:lnTo>
                    <a:pt x="1639" y="4918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8" name="Freeform 3017">
              <a:extLst>
                <a:ext uri="{FF2B5EF4-FFF2-40B4-BE49-F238E27FC236}">
                  <a16:creationId xmlns:a16="http://schemas.microsoft.com/office/drawing/2014/main" id="{6D1ED085-18AA-8E41-866F-A36F1F685E78}"/>
                </a:ext>
              </a:extLst>
            </p:cNvPr>
            <p:cNvSpPr/>
            <p:nvPr/>
          </p:nvSpPr>
          <p:spPr>
            <a:xfrm>
              <a:off x="5702559" y="1723105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9" name="Freeform 3018">
              <a:extLst>
                <a:ext uri="{FF2B5EF4-FFF2-40B4-BE49-F238E27FC236}">
                  <a16:creationId xmlns:a16="http://schemas.microsoft.com/office/drawing/2014/main" id="{C036A88A-F1BE-0841-9705-CBCF6792FB42}"/>
                </a:ext>
              </a:extLst>
            </p:cNvPr>
            <p:cNvSpPr/>
            <p:nvPr/>
          </p:nvSpPr>
          <p:spPr>
            <a:xfrm>
              <a:off x="5784526" y="1732940"/>
              <a:ext cx="9836" cy="4918"/>
            </a:xfrm>
            <a:custGeom>
              <a:avLst/>
              <a:gdLst>
                <a:gd name="connsiteX0" fmla="*/ 3279 w 9836"/>
                <a:gd name="connsiteY0" fmla="*/ 4918 h 4918"/>
                <a:gd name="connsiteX1" fmla="*/ 3279 w 9836"/>
                <a:gd name="connsiteY1" fmla="*/ 4918 h 4918"/>
                <a:gd name="connsiteX2" fmla="*/ 6557 w 9836"/>
                <a:gd name="connsiteY2" fmla="*/ 4918 h 4918"/>
                <a:gd name="connsiteX3" fmla="*/ 9836 w 9836"/>
                <a:gd name="connsiteY3" fmla="*/ 4918 h 4918"/>
                <a:gd name="connsiteX4" fmla="*/ 6557 w 9836"/>
                <a:gd name="connsiteY4" fmla="*/ 1639 h 4918"/>
                <a:gd name="connsiteX5" fmla="*/ 4918 w 9836"/>
                <a:gd name="connsiteY5" fmla="*/ 0 h 4918"/>
                <a:gd name="connsiteX6" fmla="*/ 0 w 9836"/>
                <a:gd name="connsiteY6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4918">
                  <a:moveTo>
                    <a:pt x="3279" y="4918"/>
                  </a:moveTo>
                  <a:lnTo>
                    <a:pt x="3279" y="4918"/>
                  </a:lnTo>
                  <a:lnTo>
                    <a:pt x="6557" y="4918"/>
                  </a:lnTo>
                  <a:lnTo>
                    <a:pt x="9836" y="4918"/>
                  </a:lnTo>
                  <a:lnTo>
                    <a:pt x="6557" y="1639"/>
                  </a:ln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0" name="Freeform 3019">
              <a:extLst>
                <a:ext uri="{FF2B5EF4-FFF2-40B4-BE49-F238E27FC236}">
                  <a16:creationId xmlns:a16="http://schemas.microsoft.com/office/drawing/2014/main" id="{528E0CAC-123C-0748-8C0F-F03EF8E54659}"/>
                </a:ext>
              </a:extLst>
            </p:cNvPr>
            <p:cNvSpPr/>
            <p:nvPr/>
          </p:nvSpPr>
          <p:spPr>
            <a:xfrm>
              <a:off x="2315689" y="3572276"/>
              <a:ext cx="470489" cy="737701"/>
            </a:xfrm>
            <a:custGeom>
              <a:avLst/>
              <a:gdLst>
                <a:gd name="connsiteX0" fmla="*/ 4918 w 470489"/>
                <a:gd name="connsiteY0" fmla="*/ 480326 h 737701"/>
                <a:gd name="connsiteX1" fmla="*/ 4918 w 470489"/>
                <a:gd name="connsiteY1" fmla="*/ 480326 h 737701"/>
                <a:gd name="connsiteX2" fmla="*/ 0 w 470489"/>
                <a:gd name="connsiteY2" fmla="*/ 478687 h 737701"/>
                <a:gd name="connsiteX3" fmla="*/ 1639 w 470489"/>
                <a:gd name="connsiteY3" fmla="*/ 475408 h 737701"/>
                <a:gd name="connsiteX4" fmla="*/ 4918 w 470489"/>
                <a:gd name="connsiteY4" fmla="*/ 472129 h 737701"/>
                <a:gd name="connsiteX5" fmla="*/ 8197 w 470489"/>
                <a:gd name="connsiteY5" fmla="*/ 468850 h 737701"/>
                <a:gd name="connsiteX6" fmla="*/ 11476 w 470489"/>
                <a:gd name="connsiteY6" fmla="*/ 470490 h 737701"/>
                <a:gd name="connsiteX7" fmla="*/ 14754 w 470489"/>
                <a:gd name="connsiteY7" fmla="*/ 470490 h 737701"/>
                <a:gd name="connsiteX8" fmla="*/ 18033 w 470489"/>
                <a:gd name="connsiteY8" fmla="*/ 472129 h 737701"/>
                <a:gd name="connsiteX9" fmla="*/ 19672 w 470489"/>
                <a:gd name="connsiteY9" fmla="*/ 467211 h 737701"/>
                <a:gd name="connsiteX10" fmla="*/ 18033 w 470489"/>
                <a:gd name="connsiteY10" fmla="*/ 463933 h 737701"/>
                <a:gd name="connsiteX11" fmla="*/ 18033 w 470489"/>
                <a:gd name="connsiteY11" fmla="*/ 460654 h 737701"/>
                <a:gd name="connsiteX12" fmla="*/ 16393 w 470489"/>
                <a:gd name="connsiteY12" fmla="*/ 457375 h 737701"/>
                <a:gd name="connsiteX13" fmla="*/ 14754 w 470489"/>
                <a:gd name="connsiteY13" fmla="*/ 452457 h 737701"/>
                <a:gd name="connsiteX14" fmla="*/ 14754 w 470489"/>
                <a:gd name="connsiteY14" fmla="*/ 452457 h 737701"/>
                <a:gd name="connsiteX15" fmla="*/ 16393 w 470489"/>
                <a:gd name="connsiteY15" fmla="*/ 449178 h 737701"/>
                <a:gd name="connsiteX16" fmla="*/ 19672 w 470489"/>
                <a:gd name="connsiteY16" fmla="*/ 444260 h 737701"/>
                <a:gd name="connsiteX17" fmla="*/ 22951 w 470489"/>
                <a:gd name="connsiteY17" fmla="*/ 442621 h 737701"/>
                <a:gd name="connsiteX18" fmla="*/ 26229 w 470489"/>
                <a:gd name="connsiteY18" fmla="*/ 440981 h 737701"/>
                <a:gd name="connsiteX19" fmla="*/ 29508 w 470489"/>
                <a:gd name="connsiteY19" fmla="*/ 439343 h 737701"/>
                <a:gd name="connsiteX20" fmla="*/ 34426 w 470489"/>
                <a:gd name="connsiteY20" fmla="*/ 437703 h 737701"/>
                <a:gd name="connsiteX21" fmla="*/ 36066 w 470489"/>
                <a:gd name="connsiteY21" fmla="*/ 439343 h 737701"/>
                <a:gd name="connsiteX22" fmla="*/ 36066 w 470489"/>
                <a:gd name="connsiteY22" fmla="*/ 439343 h 737701"/>
                <a:gd name="connsiteX23" fmla="*/ 36066 w 470489"/>
                <a:gd name="connsiteY23" fmla="*/ 439343 h 737701"/>
                <a:gd name="connsiteX24" fmla="*/ 37705 w 470489"/>
                <a:gd name="connsiteY24" fmla="*/ 439343 h 737701"/>
                <a:gd name="connsiteX25" fmla="*/ 40983 w 470489"/>
                <a:gd name="connsiteY25" fmla="*/ 439343 h 737701"/>
                <a:gd name="connsiteX26" fmla="*/ 44262 w 470489"/>
                <a:gd name="connsiteY26" fmla="*/ 434424 h 737701"/>
                <a:gd name="connsiteX27" fmla="*/ 47541 w 470489"/>
                <a:gd name="connsiteY27" fmla="*/ 437703 h 737701"/>
                <a:gd name="connsiteX28" fmla="*/ 50820 w 470489"/>
                <a:gd name="connsiteY28" fmla="*/ 436064 h 737701"/>
                <a:gd name="connsiteX29" fmla="*/ 50820 w 470489"/>
                <a:gd name="connsiteY29" fmla="*/ 434424 h 737701"/>
                <a:gd name="connsiteX30" fmla="*/ 50820 w 470489"/>
                <a:gd name="connsiteY30" fmla="*/ 431146 h 737701"/>
                <a:gd name="connsiteX31" fmla="*/ 50820 w 470489"/>
                <a:gd name="connsiteY31" fmla="*/ 427867 h 737701"/>
                <a:gd name="connsiteX32" fmla="*/ 50820 w 470489"/>
                <a:gd name="connsiteY32" fmla="*/ 427867 h 737701"/>
                <a:gd name="connsiteX33" fmla="*/ 55738 w 470489"/>
                <a:gd name="connsiteY33" fmla="*/ 424588 h 737701"/>
                <a:gd name="connsiteX34" fmla="*/ 55738 w 470489"/>
                <a:gd name="connsiteY34" fmla="*/ 419670 h 737701"/>
                <a:gd name="connsiteX35" fmla="*/ 54098 w 470489"/>
                <a:gd name="connsiteY35" fmla="*/ 416391 h 737701"/>
                <a:gd name="connsiteX36" fmla="*/ 57377 w 470489"/>
                <a:gd name="connsiteY36" fmla="*/ 414752 h 737701"/>
                <a:gd name="connsiteX37" fmla="*/ 59016 w 470489"/>
                <a:gd name="connsiteY37" fmla="*/ 414752 h 737701"/>
                <a:gd name="connsiteX38" fmla="*/ 60656 w 470489"/>
                <a:gd name="connsiteY38" fmla="*/ 411474 h 737701"/>
                <a:gd name="connsiteX39" fmla="*/ 62295 w 470489"/>
                <a:gd name="connsiteY39" fmla="*/ 408195 h 737701"/>
                <a:gd name="connsiteX40" fmla="*/ 65573 w 470489"/>
                <a:gd name="connsiteY40" fmla="*/ 404916 h 737701"/>
                <a:gd name="connsiteX41" fmla="*/ 65573 w 470489"/>
                <a:gd name="connsiteY41" fmla="*/ 401637 h 737701"/>
                <a:gd name="connsiteX42" fmla="*/ 68852 w 470489"/>
                <a:gd name="connsiteY42" fmla="*/ 396720 h 737701"/>
                <a:gd name="connsiteX43" fmla="*/ 68852 w 470489"/>
                <a:gd name="connsiteY43" fmla="*/ 393441 h 737701"/>
                <a:gd name="connsiteX44" fmla="*/ 72131 w 470489"/>
                <a:gd name="connsiteY44" fmla="*/ 391801 h 737701"/>
                <a:gd name="connsiteX45" fmla="*/ 73770 w 470489"/>
                <a:gd name="connsiteY45" fmla="*/ 390162 h 737701"/>
                <a:gd name="connsiteX46" fmla="*/ 77049 w 470489"/>
                <a:gd name="connsiteY46" fmla="*/ 388523 h 737701"/>
                <a:gd name="connsiteX47" fmla="*/ 73770 w 470489"/>
                <a:gd name="connsiteY47" fmla="*/ 385244 h 737701"/>
                <a:gd name="connsiteX48" fmla="*/ 77049 w 470489"/>
                <a:gd name="connsiteY48" fmla="*/ 381966 h 737701"/>
                <a:gd name="connsiteX49" fmla="*/ 78688 w 470489"/>
                <a:gd name="connsiteY49" fmla="*/ 378687 h 737701"/>
                <a:gd name="connsiteX50" fmla="*/ 75410 w 470489"/>
                <a:gd name="connsiteY50" fmla="*/ 378687 h 737701"/>
                <a:gd name="connsiteX51" fmla="*/ 72131 w 470489"/>
                <a:gd name="connsiteY51" fmla="*/ 380326 h 737701"/>
                <a:gd name="connsiteX52" fmla="*/ 70492 w 470489"/>
                <a:gd name="connsiteY52" fmla="*/ 377047 h 737701"/>
                <a:gd name="connsiteX53" fmla="*/ 73770 w 470489"/>
                <a:gd name="connsiteY53" fmla="*/ 375408 h 737701"/>
                <a:gd name="connsiteX54" fmla="*/ 73770 w 470489"/>
                <a:gd name="connsiteY54" fmla="*/ 370490 h 737701"/>
                <a:gd name="connsiteX55" fmla="*/ 70492 w 470489"/>
                <a:gd name="connsiteY55" fmla="*/ 370490 h 737701"/>
                <a:gd name="connsiteX56" fmla="*/ 68852 w 470489"/>
                <a:gd name="connsiteY56" fmla="*/ 373769 h 737701"/>
                <a:gd name="connsiteX57" fmla="*/ 65573 w 470489"/>
                <a:gd name="connsiteY57" fmla="*/ 373769 h 737701"/>
                <a:gd name="connsiteX58" fmla="*/ 65573 w 470489"/>
                <a:gd name="connsiteY58" fmla="*/ 370490 h 737701"/>
                <a:gd name="connsiteX59" fmla="*/ 65573 w 470489"/>
                <a:gd name="connsiteY59" fmla="*/ 365572 h 737701"/>
                <a:gd name="connsiteX60" fmla="*/ 68852 w 470489"/>
                <a:gd name="connsiteY60" fmla="*/ 363933 h 737701"/>
                <a:gd name="connsiteX61" fmla="*/ 73770 w 470489"/>
                <a:gd name="connsiteY61" fmla="*/ 362294 h 737701"/>
                <a:gd name="connsiteX62" fmla="*/ 70492 w 470489"/>
                <a:gd name="connsiteY62" fmla="*/ 362294 h 737701"/>
                <a:gd name="connsiteX63" fmla="*/ 68852 w 470489"/>
                <a:gd name="connsiteY63" fmla="*/ 360654 h 737701"/>
                <a:gd name="connsiteX64" fmla="*/ 67213 w 470489"/>
                <a:gd name="connsiteY64" fmla="*/ 357376 h 737701"/>
                <a:gd name="connsiteX65" fmla="*/ 68852 w 470489"/>
                <a:gd name="connsiteY65" fmla="*/ 354097 h 737701"/>
                <a:gd name="connsiteX66" fmla="*/ 70492 w 470489"/>
                <a:gd name="connsiteY66" fmla="*/ 350818 h 737701"/>
                <a:gd name="connsiteX67" fmla="*/ 70492 w 470489"/>
                <a:gd name="connsiteY67" fmla="*/ 345900 h 737701"/>
                <a:gd name="connsiteX68" fmla="*/ 70492 w 470489"/>
                <a:gd name="connsiteY68" fmla="*/ 342621 h 737701"/>
                <a:gd name="connsiteX69" fmla="*/ 72131 w 470489"/>
                <a:gd name="connsiteY69" fmla="*/ 339343 h 737701"/>
                <a:gd name="connsiteX70" fmla="*/ 70492 w 470489"/>
                <a:gd name="connsiteY70" fmla="*/ 334425 h 737701"/>
                <a:gd name="connsiteX71" fmla="*/ 68852 w 470489"/>
                <a:gd name="connsiteY71" fmla="*/ 331146 h 737701"/>
                <a:gd name="connsiteX72" fmla="*/ 70492 w 470489"/>
                <a:gd name="connsiteY72" fmla="*/ 329507 h 737701"/>
                <a:gd name="connsiteX73" fmla="*/ 68852 w 470489"/>
                <a:gd name="connsiteY73" fmla="*/ 326228 h 737701"/>
                <a:gd name="connsiteX74" fmla="*/ 70492 w 470489"/>
                <a:gd name="connsiteY74" fmla="*/ 321310 h 737701"/>
                <a:gd name="connsiteX75" fmla="*/ 70492 w 470489"/>
                <a:gd name="connsiteY75" fmla="*/ 318031 h 737701"/>
                <a:gd name="connsiteX76" fmla="*/ 68852 w 470489"/>
                <a:gd name="connsiteY76" fmla="*/ 314753 h 737701"/>
                <a:gd name="connsiteX77" fmla="*/ 68852 w 470489"/>
                <a:gd name="connsiteY77" fmla="*/ 309835 h 737701"/>
                <a:gd name="connsiteX78" fmla="*/ 65573 w 470489"/>
                <a:gd name="connsiteY78" fmla="*/ 308196 h 737701"/>
                <a:gd name="connsiteX79" fmla="*/ 65573 w 470489"/>
                <a:gd name="connsiteY79" fmla="*/ 303277 h 737701"/>
                <a:gd name="connsiteX80" fmla="*/ 68852 w 470489"/>
                <a:gd name="connsiteY80" fmla="*/ 301638 h 737701"/>
                <a:gd name="connsiteX81" fmla="*/ 72131 w 470489"/>
                <a:gd name="connsiteY81" fmla="*/ 299999 h 737701"/>
                <a:gd name="connsiteX82" fmla="*/ 75410 w 470489"/>
                <a:gd name="connsiteY82" fmla="*/ 296720 h 737701"/>
                <a:gd name="connsiteX83" fmla="*/ 75410 w 470489"/>
                <a:gd name="connsiteY83" fmla="*/ 293441 h 737701"/>
                <a:gd name="connsiteX84" fmla="*/ 73770 w 470489"/>
                <a:gd name="connsiteY84" fmla="*/ 288523 h 737701"/>
                <a:gd name="connsiteX85" fmla="*/ 72131 w 470489"/>
                <a:gd name="connsiteY85" fmla="*/ 285244 h 737701"/>
                <a:gd name="connsiteX86" fmla="*/ 68852 w 470489"/>
                <a:gd name="connsiteY86" fmla="*/ 281966 h 737701"/>
                <a:gd name="connsiteX87" fmla="*/ 67213 w 470489"/>
                <a:gd name="connsiteY87" fmla="*/ 277048 h 737701"/>
                <a:gd name="connsiteX88" fmla="*/ 67213 w 470489"/>
                <a:gd name="connsiteY88" fmla="*/ 273769 h 737701"/>
                <a:gd name="connsiteX89" fmla="*/ 70492 w 470489"/>
                <a:gd name="connsiteY89" fmla="*/ 272130 h 737701"/>
                <a:gd name="connsiteX90" fmla="*/ 70492 w 470489"/>
                <a:gd name="connsiteY90" fmla="*/ 268851 h 737701"/>
                <a:gd name="connsiteX91" fmla="*/ 72131 w 470489"/>
                <a:gd name="connsiteY91" fmla="*/ 263933 h 737701"/>
                <a:gd name="connsiteX92" fmla="*/ 73770 w 470489"/>
                <a:gd name="connsiteY92" fmla="*/ 260654 h 737701"/>
                <a:gd name="connsiteX93" fmla="*/ 70492 w 470489"/>
                <a:gd name="connsiteY93" fmla="*/ 257376 h 737701"/>
                <a:gd name="connsiteX94" fmla="*/ 67213 w 470489"/>
                <a:gd name="connsiteY94" fmla="*/ 254097 h 737701"/>
                <a:gd name="connsiteX95" fmla="*/ 65573 w 470489"/>
                <a:gd name="connsiteY95" fmla="*/ 250819 h 737701"/>
                <a:gd name="connsiteX96" fmla="*/ 62295 w 470489"/>
                <a:gd name="connsiteY96" fmla="*/ 247540 h 737701"/>
                <a:gd name="connsiteX97" fmla="*/ 60656 w 470489"/>
                <a:gd name="connsiteY97" fmla="*/ 242622 h 737701"/>
                <a:gd name="connsiteX98" fmla="*/ 60656 w 470489"/>
                <a:gd name="connsiteY98" fmla="*/ 239343 h 737701"/>
                <a:gd name="connsiteX99" fmla="*/ 57377 w 470489"/>
                <a:gd name="connsiteY99" fmla="*/ 236064 h 737701"/>
                <a:gd name="connsiteX100" fmla="*/ 54098 w 470489"/>
                <a:gd name="connsiteY100" fmla="*/ 232786 h 737701"/>
                <a:gd name="connsiteX101" fmla="*/ 54098 w 470489"/>
                <a:gd name="connsiteY101" fmla="*/ 231147 h 737701"/>
                <a:gd name="connsiteX102" fmla="*/ 54098 w 470489"/>
                <a:gd name="connsiteY102" fmla="*/ 231147 h 737701"/>
                <a:gd name="connsiteX103" fmla="*/ 54098 w 470489"/>
                <a:gd name="connsiteY103" fmla="*/ 227868 h 737701"/>
                <a:gd name="connsiteX104" fmla="*/ 55738 w 470489"/>
                <a:gd name="connsiteY104" fmla="*/ 226229 h 737701"/>
                <a:gd name="connsiteX105" fmla="*/ 55738 w 470489"/>
                <a:gd name="connsiteY105" fmla="*/ 222950 h 737701"/>
                <a:gd name="connsiteX106" fmla="*/ 59016 w 470489"/>
                <a:gd name="connsiteY106" fmla="*/ 219671 h 737701"/>
                <a:gd name="connsiteX107" fmla="*/ 60656 w 470489"/>
                <a:gd name="connsiteY107" fmla="*/ 218032 h 737701"/>
                <a:gd name="connsiteX108" fmla="*/ 59016 w 470489"/>
                <a:gd name="connsiteY108" fmla="*/ 213114 h 737701"/>
                <a:gd name="connsiteX109" fmla="*/ 60656 w 470489"/>
                <a:gd name="connsiteY109" fmla="*/ 209835 h 737701"/>
                <a:gd name="connsiteX110" fmla="*/ 63934 w 470489"/>
                <a:gd name="connsiteY110" fmla="*/ 213114 h 737701"/>
                <a:gd name="connsiteX111" fmla="*/ 65573 w 470489"/>
                <a:gd name="connsiteY111" fmla="*/ 218032 h 737701"/>
                <a:gd name="connsiteX112" fmla="*/ 68852 w 470489"/>
                <a:gd name="connsiteY112" fmla="*/ 214753 h 737701"/>
                <a:gd name="connsiteX113" fmla="*/ 72131 w 470489"/>
                <a:gd name="connsiteY113" fmla="*/ 213114 h 737701"/>
                <a:gd name="connsiteX114" fmla="*/ 75410 w 470489"/>
                <a:gd name="connsiteY114" fmla="*/ 208196 h 737701"/>
                <a:gd name="connsiteX115" fmla="*/ 75410 w 470489"/>
                <a:gd name="connsiteY115" fmla="*/ 208196 h 737701"/>
                <a:gd name="connsiteX116" fmla="*/ 77049 w 470489"/>
                <a:gd name="connsiteY116" fmla="*/ 204917 h 737701"/>
                <a:gd name="connsiteX117" fmla="*/ 78688 w 470489"/>
                <a:gd name="connsiteY117" fmla="*/ 201639 h 737701"/>
                <a:gd name="connsiteX118" fmla="*/ 81967 w 470489"/>
                <a:gd name="connsiteY118" fmla="*/ 198360 h 737701"/>
                <a:gd name="connsiteX119" fmla="*/ 81967 w 470489"/>
                <a:gd name="connsiteY119" fmla="*/ 195081 h 737701"/>
                <a:gd name="connsiteX120" fmla="*/ 80328 w 470489"/>
                <a:gd name="connsiteY120" fmla="*/ 190163 h 737701"/>
                <a:gd name="connsiteX121" fmla="*/ 78688 w 470489"/>
                <a:gd name="connsiteY121" fmla="*/ 186884 h 737701"/>
                <a:gd name="connsiteX122" fmla="*/ 75410 w 470489"/>
                <a:gd name="connsiteY122" fmla="*/ 183606 h 737701"/>
                <a:gd name="connsiteX123" fmla="*/ 75410 w 470489"/>
                <a:gd name="connsiteY123" fmla="*/ 178688 h 737701"/>
                <a:gd name="connsiteX124" fmla="*/ 72131 w 470489"/>
                <a:gd name="connsiteY124" fmla="*/ 175409 h 737701"/>
                <a:gd name="connsiteX125" fmla="*/ 73770 w 470489"/>
                <a:gd name="connsiteY125" fmla="*/ 172130 h 737701"/>
                <a:gd name="connsiteX126" fmla="*/ 73770 w 470489"/>
                <a:gd name="connsiteY126" fmla="*/ 170491 h 737701"/>
                <a:gd name="connsiteX127" fmla="*/ 77049 w 470489"/>
                <a:gd name="connsiteY127" fmla="*/ 167213 h 737701"/>
                <a:gd name="connsiteX128" fmla="*/ 78688 w 470489"/>
                <a:gd name="connsiteY128" fmla="*/ 170491 h 737701"/>
                <a:gd name="connsiteX129" fmla="*/ 80328 w 470489"/>
                <a:gd name="connsiteY129" fmla="*/ 173770 h 737701"/>
                <a:gd name="connsiteX130" fmla="*/ 80328 w 470489"/>
                <a:gd name="connsiteY130" fmla="*/ 175409 h 737701"/>
                <a:gd name="connsiteX131" fmla="*/ 83606 w 470489"/>
                <a:gd name="connsiteY131" fmla="*/ 177049 h 737701"/>
                <a:gd name="connsiteX132" fmla="*/ 86885 w 470489"/>
                <a:gd name="connsiteY132" fmla="*/ 181966 h 737701"/>
                <a:gd name="connsiteX133" fmla="*/ 88524 w 470489"/>
                <a:gd name="connsiteY133" fmla="*/ 185245 h 737701"/>
                <a:gd name="connsiteX134" fmla="*/ 90164 w 470489"/>
                <a:gd name="connsiteY134" fmla="*/ 185245 h 737701"/>
                <a:gd name="connsiteX135" fmla="*/ 91803 w 470489"/>
                <a:gd name="connsiteY135" fmla="*/ 190163 h 737701"/>
                <a:gd name="connsiteX136" fmla="*/ 96721 w 470489"/>
                <a:gd name="connsiteY136" fmla="*/ 191803 h 737701"/>
                <a:gd name="connsiteX137" fmla="*/ 95082 w 470489"/>
                <a:gd name="connsiteY137" fmla="*/ 195081 h 737701"/>
                <a:gd name="connsiteX138" fmla="*/ 91803 w 470489"/>
                <a:gd name="connsiteY138" fmla="*/ 198360 h 737701"/>
                <a:gd name="connsiteX139" fmla="*/ 96721 w 470489"/>
                <a:gd name="connsiteY139" fmla="*/ 201639 h 737701"/>
                <a:gd name="connsiteX140" fmla="*/ 100000 w 470489"/>
                <a:gd name="connsiteY140" fmla="*/ 198360 h 737701"/>
                <a:gd name="connsiteX141" fmla="*/ 100000 w 470489"/>
                <a:gd name="connsiteY141" fmla="*/ 195081 h 737701"/>
                <a:gd name="connsiteX142" fmla="*/ 100000 w 470489"/>
                <a:gd name="connsiteY142" fmla="*/ 193442 h 737701"/>
                <a:gd name="connsiteX143" fmla="*/ 100000 w 470489"/>
                <a:gd name="connsiteY143" fmla="*/ 188524 h 737701"/>
                <a:gd name="connsiteX144" fmla="*/ 98360 w 470489"/>
                <a:gd name="connsiteY144" fmla="*/ 185245 h 737701"/>
                <a:gd name="connsiteX145" fmla="*/ 100000 w 470489"/>
                <a:gd name="connsiteY145" fmla="*/ 181966 h 737701"/>
                <a:gd name="connsiteX146" fmla="*/ 98360 w 470489"/>
                <a:gd name="connsiteY146" fmla="*/ 178688 h 737701"/>
                <a:gd name="connsiteX147" fmla="*/ 96721 w 470489"/>
                <a:gd name="connsiteY147" fmla="*/ 173770 h 737701"/>
                <a:gd name="connsiteX148" fmla="*/ 95082 w 470489"/>
                <a:gd name="connsiteY148" fmla="*/ 170491 h 737701"/>
                <a:gd name="connsiteX149" fmla="*/ 98360 w 470489"/>
                <a:gd name="connsiteY149" fmla="*/ 168852 h 737701"/>
                <a:gd name="connsiteX150" fmla="*/ 101639 w 470489"/>
                <a:gd name="connsiteY150" fmla="*/ 167213 h 737701"/>
                <a:gd name="connsiteX151" fmla="*/ 104918 w 470489"/>
                <a:gd name="connsiteY151" fmla="*/ 163934 h 737701"/>
                <a:gd name="connsiteX152" fmla="*/ 109836 w 470489"/>
                <a:gd name="connsiteY152" fmla="*/ 162294 h 737701"/>
                <a:gd name="connsiteX153" fmla="*/ 113114 w 470489"/>
                <a:gd name="connsiteY153" fmla="*/ 159016 h 737701"/>
                <a:gd name="connsiteX154" fmla="*/ 113114 w 470489"/>
                <a:gd name="connsiteY154" fmla="*/ 157376 h 737701"/>
                <a:gd name="connsiteX155" fmla="*/ 118032 w 470489"/>
                <a:gd name="connsiteY155" fmla="*/ 155737 h 737701"/>
                <a:gd name="connsiteX156" fmla="*/ 119672 w 470489"/>
                <a:gd name="connsiteY156" fmla="*/ 152459 h 737701"/>
                <a:gd name="connsiteX157" fmla="*/ 122950 w 470489"/>
                <a:gd name="connsiteY157" fmla="*/ 147540 h 737701"/>
                <a:gd name="connsiteX158" fmla="*/ 122950 w 470489"/>
                <a:gd name="connsiteY158" fmla="*/ 144262 h 737701"/>
                <a:gd name="connsiteX159" fmla="*/ 126229 w 470489"/>
                <a:gd name="connsiteY159" fmla="*/ 140983 h 737701"/>
                <a:gd name="connsiteX160" fmla="*/ 131147 w 470489"/>
                <a:gd name="connsiteY160" fmla="*/ 137704 h 737701"/>
                <a:gd name="connsiteX161" fmla="*/ 134426 w 470489"/>
                <a:gd name="connsiteY161" fmla="*/ 134426 h 737701"/>
                <a:gd name="connsiteX162" fmla="*/ 137704 w 470489"/>
                <a:gd name="connsiteY162" fmla="*/ 132786 h 737701"/>
                <a:gd name="connsiteX163" fmla="*/ 140983 w 470489"/>
                <a:gd name="connsiteY163" fmla="*/ 134426 h 737701"/>
                <a:gd name="connsiteX164" fmla="*/ 145901 w 470489"/>
                <a:gd name="connsiteY164" fmla="*/ 132786 h 737701"/>
                <a:gd name="connsiteX165" fmla="*/ 147540 w 470489"/>
                <a:gd name="connsiteY165" fmla="*/ 129508 h 737701"/>
                <a:gd name="connsiteX166" fmla="*/ 147540 w 470489"/>
                <a:gd name="connsiteY166" fmla="*/ 124590 h 737701"/>
                <a:gd name="connsiteX167" fmla="*/ 144262 w 470489"/>
                <a:gd name="connsiteY167" fmla="*/ 121311 h 737701"/>
                <a:gd name="connsiteX168" fmla="*/ 145901 w 470489"/>
                <a:gd name="connsiteY168" fmla="*/ 118032 h 737701"/>
                <a:gd name="connsiteX169" fmla="*/ 145901 w 470489"/>
                <a:gd name="connsiteY169" fmla="*/ 114754 h 737701"/>
                <a:gd name="connsiteX170" fmla="*/ 147540 w 470489"/>
                <a:gd name="connsiteY170" fmla="*/ 109836 h 737701"/>
                <a:gd name="connsiteX171" fmla="*/ 149180 w 470489"/>
                <a:gd name="connsiteY171" fmla="*/ 108196 h 737701"/>
                <a:gd name="connsiteX172" fmla="*/ 149180 w 470489"/>
                <a:gd name="connsiteY172" fmla="*/ 104917 h 737701"/>
                <a:gd name="connsiteX173" fmla="*/ 149180 w 470489"/>
                <a:gd name="connsiteY173" fmla="*/ 104917 h 737701"/>
                <a:gd name="connsiteX174" fmla="*/ 150819 w 470489"/>
                <a:gd name="connsiteY174" fmla="*/ 101639 h 737701"/>
                <a:gd name="connsiteX175" fmla="*/ 147540 w 470489"/>
                <a:gd name="connsiteY175" fmla="*/ 100000 h 737701"/>
                <a:gd name="connsiteX176" fmla="*/ 149180 w 470489"/>
                <a:gd name="connsiteY176" fmla="*/ 96721 h 737701"/>
                <a:gd name="connsiteX177" fmla="*/ 152458 w 470489"/>
                <a:gd name="connsiteY177" fmla="*/ 95082 h 737701"/>
                <a:gd name="connsiteX178" fmla="*/ 152458 w 470489"/>
                <a:gd name="connsiteY178" fmla="*/ 91803 h 737701"/>
                <a:gd name="connsiteX179" fmla="*/ 152458 w 470489"/>
                <a:gd name="connsiteY179" fmla="*/ 91803 h 737701"/>
                <a:gd name="connsiteX180" fmla="*/ 152458 w 470489"/>
                <a:gd name="connsiteY180" fmla="*/ 88524 h 737701"/>
                <a:gd name="connsiteX181" fmla="*/ 152458 w 470489"/>
                <a:gd name="connsiteY181" fmla="*/ 83606 h 737701"/>
                <a:gd name="connsiteX182" fmla="*/ 157376 w 470489"/>
                <a:gd name="connsiteY182" fmla="*/ 80327 h 737701"/>
                <a:gd name="connsiteX183" fmla="*/ 160655 w 470489"/>
                <a:gd name="connsiteY183" fmla="*/ 78688 h 737701"/>
                <a:gd name="connsiteX184" fmla="*/ 163934 w 470489"/>
                <a:gd name="connsiteY184" fmla="*/ 77049 h 737701"/>
                <a:gd name="connsiteX185" fmla="*/ 163934 w 470489"/>
                <a:gd name="connsiteY185" fmla="*/ 75410 h 737701"/>
                <a:gd name="connsiteX186" fmla="*/ 163934 w 470489"/>
                <a:gd name="connsiteY186" fmla="*/ 73770 h 737701"/>
                <a:gd name="connsiteX187" fmla="*/ 167213 w 470489"/>
                <a:gd name="connsiteY187" fmla="*/ 70492 h 737701"/>
                <a:gd name="connsiteX188" fmla="*/ 172130 w 470489"/>
                <a:gd name="connsiteY188" fmla="*/ 68852 h 737701"/>
                <a:gd name="connsiteX189" fmla="*/ 173770 w 470489"/>
                <a:gd name="connsiteY189" fmla="*/ 65573 h 737701"/>
                <a:gd name="connsiteX190" fmla="*/ 177048 w 470489"/>
                <a:gd name="connsiteY190" fmla="*/ 62295 h 737701"/>
                <a:gd name="connsiteX191" fmla="*/ 180327 w 470489"/>
                <a:gd name="connsiteY191" fmla="*/ 59016 h 737701"/>
                <a:gd name="connsiteX192" fmla="*/ 183606 w 470489"/>
                <a:gd name="connsiteY192" fmla="*/ 60656 h 737701"/>
                <a:gd name="connsiteX193" fmla="*/ 186885 w 470489"/>
                <a:gd name="connsiteY193" fmla="*/ 62295 h 737701"/>
                <a:gd name="connsiteX194" fmla="*/ 190163 w 470489"/>
                <a:gd name="connsiteY194" fmla="*/ 63934 h 737701"/>
                <a:gd name="connsiteX195" fmla="*/ 195081 w 470489"/>
                <a:gd name="connsiteY195" fmla="*/ 65573 h 737701"/>
                <a:gd name="connsiteX196" fmla="*/ 198360 w 470489"/>
                <a:gd name="connsiteY196" fmla="*/ 65573 h 737701"/>
                <a:gd name="connsiteX197" fmla="*/ 198360 w 470489"/>
                <a:gd name="connsiteY197" fmla="*/ 65573 h 737701"/>
                <a:gd name="connsiteX198" fmla="*/ 195081 w 470489"/>
                <a:gd name="connsiteY198" fmla="*/ 65573 h 737701"/>
                <a:gd name="connsiteX199" fmla="*/ 195081 w 470489"/>
                <a:gd name="connsiteY199" fmla="*/ 65573 h 737701"/>
                <a:gd name="connsiteX200" fmla="*/ 193442 w 470489"/>
                <a:gd name="connsiteY200" fmla="*/ 65573 h 737701"/>
                <a:gd name="connsiteX201" fmla="*/ 193442 w 470489"/>
                <a:gd name="connsiteY201" fmla="*/ 68852 h 737701"/>
                <a:gd name="connsiteX202" fmla="*/ 188524 w 470489"/>
                <a:gd name="connsiteY202" fmla="*/ 70492 h 737701"/>
                <a:gd name="connsiteX203" fmla="*/ 191803 w 470489"/>
                <a:gd name="connsiteY203" fmla="*/ 75410 h 737701"/>
                <a:gd name="connsiteX204" fmla="*/ 195081 w 470489"/>
                <a:gd name="connsiteY204" fmla="*/ 75410 h 737701"/>
                <a:gd name="connsiteX205" fmla="*/ 198360 w 470489"/>
                <a:gd name="connsiteY205" fmla="*/ 72131 h 737701"/>
                <a:gd name="connsiteX206" fmla="*/ 199999 w 470489"/>
                <a:gd name="connsiteY206" fmla="*/ 68852 h 737701"/>
                <a:gd name="connsiteX207" fmla="*/ 201638 w 470489"/>
                <a:gd name="connsiteY207" fmla="*/ 67213 h 737701"/>
                <a:gd name="connsiteX208" fmla="*/ 201638 w 470489"/>
                <a:gd name="connsiteY208" fmla="*/ 63934 h 737701"/>
                <a:gd name="connsiteX209" fmla="*/ 203278 w 470489"/>
                <a:gd name="connsiteY209" fmla="*/ 63934 h 737701"/>
                <a:gd name="connsiteX210" fmla="*/ 204917 w 470489"/>
                <a:gd name="connsiteY210" fmla="*/ 60656 h 737701"/>
                <a:gd name="connsiteX211" fmla="*/ 204917 w 470489"/>
                <a:gd name="connsiteY211" fmla="*/ 57377 h 737701"/>
                <a:gd name="connsiteX212" fmla="*/ 204917 w 470489"/>
                <a:gd name="connsiteY212" fmla="*/ 52459 h 737701"/>
                <a:gd name="connsiteX213" fmla="*/ 208196 w 470489"/>
                <a:gd name="connsiteY213" fmla="*/ 50820 h 737701"/>
                <a:gd name="connsiteX214" fmla="*/ 213114 w 470489"/>
                <a:gd name="connsiteY214" fmla="*/ 49180 h 737701"/>
                <a:gd name="connsiteX215" fmla="*/ 216393 w 470489"/>
                <a:gd name="connsiteY215" fmla="*/ 50820 h 737701"/>
                <a:gd name="connsiteX216" fmla="*/ 219671 w 470489"/>
                <a:gd name="connsiteY216" fmla="*/ 52459 h 737701"/>
                <a:gd name="connsiteX217" fmla="*/ 222950 w 470489"/>
                <a:gd name="connsiteY217" fmla="*/ 52459 h 737701"/>
                <a:gd name="connsiteX218" fmla="*/ 227868 w 470489"/>
                <a:gd name="connsiteY218" fmla="*/ 52459 h 737701"/>
                <a:gd name="connsiteX219" fmla="*/ 231147 w 470489"/>
                <a:gd name="connsiteY219" fmla="*/ 52459 h 737701"/>
                <a:gd name="connsiteX220" fmla="*/ 234425 w 470489"/>
                <a:gd name="connsiteY220" fmla="*/ 52459 h 737701"/>
                <a:gd name="connsiteX221" fmla="*/ 239343 w 470489"/>
                <a:gd name="connsiteY221" fmla="*/ 52459 h 737701"/>
                <a:gd name="connsiteX222" fmla="*/ 242622 w 470489"/>
                <a:gd name="connsiteY222" fmla="*/ 50820 h 737701"/>
                <a:gd name="connsiteX223" fmla="*/ 245901 w 470489"/>
                <a:gd name="connsiteY223" fmla="*/ 45901 h 737701"/>
                <a:gd name="connsiteX224" fmla="*/ 250819 w 470489"/>
                <a:gd name="connsiteY224" fmla="*/ 42623 h 737701"/>
                <a:gd name="connsiteX225" fmla="*/ 254097 w 470489"/>
                <a:gd name="connsiteY225" fmla="*/ 40983 h 737701"/>
                <a:gd name="connsiteX226" fmla="*/ 255737 w 470489"/>
                <a:gd name="connsiteY226" fmla="*/ 39344 h 737701"/>
                <a:gd name="connsiteX227" fmla="*/ 257376 w 470489"/>
                <a:gd name="connsiteY227" fmla="*/ 37705 h 737701"/>
                <a:gd name="connsiteX228" fmla="*/ 259015 w 470489"/>
                <a:gd name="connsiteY228" fmla="*/ 36066 h 737701"/>
                <a:gd name="connsiteX229" fmla="*/ 262294 w 470489"/>
                <a:gd name="connsiteY229" fmla="*/ 32787 h 737701"/>
                <a:gd name="connsiteX230" fmla="*/ 263933 w 470489"/>
                <a:gd name="connsiteY230" fmla="*/ 32787 h 737701"/>
                <a:gd name="connsiteX231" fmla="*/ 267212 w 470489"/>
                <a:gd name="connsiteY231" fmla="*/ 32787 h 737701"/>
                <a:gd name="connsiteX232" fmla="*/ 270491 w 470489"/>
                <a:gd name="connsiteY232" fmla="*/ 31148 h 737701"/>
                <a:gd name="connsiteX233" fmla="*/ 273769 w 470489"/>
                <a:gd name="connsiteY233" fmla="*/ 29508 h 737701"/>
                <a:gd name="connsiteX234" fmla="*/ 277048 w 470489"/>
                <a:gd name="connsiteY234" fmla="*/ 27869 h 737701"/>
                <a:gd name="connsiteX235" fmla="*/ 281966 w 470489"/>
                <a:gd name="connsiteY235" fmla="*/ 26229 h 737701"/>
                <a:gd name="connsiteX236" fmla="*/ 283605 w 470489"/>
                <a:gd name="connsiteY236" fmla="*/ 21311 h 737701"/>
                <a:gd name="connsiteX237" fmla="*/ 286884 w 470489"/>
                <a:gd name="connsiteY237" fmla="*/ 18033 h 737701"/>
                <a:gd name="connsiteX238" fmla="*/ 286884 w 470489"/>
                <a:gd name="connsiteY238" fmla="*/ 14754 h 737701"/>
                <a:gd name="connsiteX239" fmla="*/ 286884 w 470489"/>
                <a:gd name="connsiteY239" fmla="*/ 11476 h 737701"/>
                <a:gd name="connsiteX240" fmla="*/ 290163 w 470489"/>
                <a:gd name="connsiteY240" fmla="*/ 9836 h 737701"/>
                <a:gd name="connsiteX241" fmla="*/ 293441 w 470489"/>
                <a:gd name="connsiteY241" fmla="*/ 8197 h 737701"/>
                <a:gd name="connsiteX242" fmla="*/ 295081 w 470489"/>
                <a:gd name="connsiteY242" fmla="*/ 9836 h 737701"/>
                <a:gd name="connsiteX243" fmla="*/ 293441 w 470489"/>
                <a:gd name="connsiteY243" fmla="*/ 13115 h 737701"/>
                <a:gd name="connsiteX244" fmla="*/ 296720 w 470489"/>
                <a:gd name="connsiteY244" fmla="*/ 11476 h 737701"/>
                <a:gd name="connsiteX245" fmla="*/ 295081 w 470489"/>
                <a:gd name="connsiteY245" fmla="*/ 8197 h 737701"/>
                <a:gd name="connsiteX246" fmla="*/ 299999 w 470489"/>
                <a:gd name="connsiteY246" fmla="*/ 4918 h 737701"/>
                <a:gd name="connsiteX247" fmla="*/ 303277 w 470489"/>
                <a:gd name="connsiteY247" fmla="*/ 4918 h 737701"/>
                <a:gd name="connsiteX248" fmla="*/ 306556 w 470489"/>
                <a:gd name="connsiteY248" fmla="*/ 3279 h 737701"/>
                <a:gd name="connsiteX249" fmla="*/ 309835 w 470489"/>
                <a:gd name="connsiteY249" fmla="*/ 0 h 737701"/>
                <a:gd name="connsiteX250" fmla="*/ 314753 w 470489"/>
                <a:gd name="connsiteY250" fmla="*/ 1639 h 737701"/>
                <a:gd name="connsiteX251" fmla="*/ 318031 w 470489"/>
                <a:gd name="connsiteY251" fmla="*/ 3279 h 737701"/>
                <a:gd name="connsiteX252" fmla="*/ 321310 w 470489"/>
                <a:gd name="connsiteY252" fmla="*/ 4918 h 737701"/>
                <a:gd name="connsiteX253" fmla="*/ 322950 w 470489"/>
                <a:gd name="connsiteY253" fmla="*/ 6557 h 737701"/>
                <a:gd name="connsiteX254" fmla="*/ 324589 w 470489"/>
                <a:gd name="connsiteY254" fmla="*/ 11476 h 737701"/>
                <a:gd name="connsiteX255" fmla="*/ 326228 w 470489"/>
                <a:gd name="connsiteY255" fmla="*/ 14754 h 737701"/>
                <a:gd name="connsiteX256" fmla="*/ 326228 w 470489"/>
                <a:gd name="connsiteY256" fmla="*/ 18033 h 737701"/>
                <a:gd name="connsiteX257" fmla="*/ 322950 w 470489"/>
                <a:gd name="connsiteY257" fmla="*/ 21311 h 737701"/>
                <a:gd name="connsiteX258" fmla="*/ 319671 w 470489"/>
                <a:gd name="connsiteY258" fmla="*/ 24590 h 737701"/>
                <a:gd name="connsiteX259" fmla="*/ 318031 w 470489"/>
                <a:gd name="connsiteY259" fmla="*/ 26229 h 737701"/>
                <a:gd name="connsiteX260" fmla="*/ 314753 w 470489"/>
                <a:gd name="connsiteY260" fmla="*/ 27869 h 737701"/>
                <a:gd name="connsiteX261" fmla="*/ 311474 w 470489"/>
                <a:gd name="connsiteY261" fmla="*/ 29508 h 737701"/>
                <a:gd name="connsiteX262" fmla="*/ 306556 w 470489"/>
                <a:gd name="connsiteY262" fmla="*/ 31148 h 737701"/>
                <a:gd name="connsiteX263" fmla="*/ 303277 w 470489"/>
                <a:gd name="connsiteY263" fmla="*/ 32787 h 737701"/>
                <a:gd name="connsiteX264" fmla="*/ 299999 w 470489"/>
                <a:gd name="connsiteY264" fmla="*/ 34426 h 737701"/>
                <a:gd name="connsiteX265" fmla="*/ 295081 w 470489"/>
                <a:gd name="connsiteY265" fmla="*/ 34426 h 737701"/>
                <a:gd name="connsiteX266" fmla="*/ 291802 w 470489"/>
                <a:gd name="connsiteY266" fmla="*/ 36066 h 737701"/>
                <a:gd name="connsiteX267" fmla="*/ 290163 w 470489"/>
                <a:gd name="connsiteY267" fmla="*/ 39344 h 737701"/>
                <a:gd name="connsiteX268" fmla="*/ 286884 w 470489"/>
                <a:gd name="connsiteY268" fmla="*/ 42623 h 737701"/>
                <a:gd name="connsiteX269" fmla="*/ 285245 w 470489"/>
                <a:gd name="connsiteY269" fmla="*/ 47541 h 737701"/>
                <a:gd name="connsiteX270" fmla="*/ 283605 w 470489"/>
                <a:gd name="connsiteY270" fmla="*/ 49180 h 737701"/>
                <a:gd name="connsiteX271" fmla="*/ 281966 w 470489"/>
                <a:gd name="connsiteY271" fmla="*/ 54098 h 737701"/>
                <a:gd name="connsiteX272" fmla="*/ 278687 w 470489"/>
                <a:gd name="connsiteY272" fmla="*/ 57377 h 737701"/>
                <a:gd name="connsiteX273" fmla="*/ 273769 w 470489"/>
                <a:gd name="connsiteY273" fmla="*/ 57377 h 737701"/>
                <a:gd name="connsiteX274" fmla="*/ 270491 w 470489"/>
                <a:gd name="connsiteY274" fmla="*/ 59016 h 737701"/>
                <a:gd name="connsiteX275" fmla="*/ 268851 w 470489"/>
                <a:gd name="connsiteY275" fmla="*/ 63934 h 737701"/>
                <a:gd name="connsiteX276" fmla="*/ 267212 w 470489"/>
                <a:gd name="connsiteY276" fmla="*/ 67213 h 737701"/>
                <a:gd name="connsiteX277" fmla="*/ 263933 w 470489"/>
                <a:gd name="connsiteY277" fmla="*/ 70492 h 737701"/>
                <a:gd name="connsiteX278" fmla="*/ 260655 w 470489"/>
                <a:gd name="connsiteY278" fmla="*/ 75410 h 737701"/>
                <a:gd name="connsiteX279" fmla="*/ 259015 w 470489"/>
                <a:gd name="connsiteY279" fmla="*/ 78688 h 737701"/>
                <a:gd name="connsiteX280" fmla="*/ 257376 w 470489"/>
                <a:gd name="connsiteY280" fmla="*/ 81967 h 737701"/>
                <a:gd name="connsiteX281" fmla="*/ 255737 w 470489"/>
                <a:gd name="connsiteY281" fmla="*/ 85246 h 737701"/>
                <a:gd name="connsiteX282" fmla="*/ 252458 w 470489"/>
                <a:gd name="connsiteY282" fmla="*/ 90164 h 737701"/>
                <a:gd name="connsiteX283" fmla="*/ 252458 w 470489"/>
                <a:gd name="connsiteY283" fmla="*/ 93442 h 737701"/>
                <a:gd name="connsiteX284" fmla="*/ 250819 w 470489"/>
                <a:gd name="connsiteY284" fmla="*/ 96721 h 737701"/>
                <a:gd name="connsiteX285" fmla="*/ 250819 w 470489"/>
                <a:gd name="connsiteY285" fmla="*/ 101639 h 737701"/>
                <a:gd name="connsiteX286" fmla="*/ 250819 w 470489"/>
                <a:gd name="connsiteY286" fmla="*/ 104917 h 737701"/>
                <a:gd name="connsiteX287" fmla="*/ 249179 w 470489"/>
                <a:gd name="connsiteY287" fmla="*/ 108196 h 737701"/>
                <a:gd name="connsiteX288" fmla="*/ 249179 w 470489"/>
                <a:gd name="connsiteY288" fmla="*/ 111475 h 737701"/>
                <a:gd name="connsiteX289" fmla="*/ 249179 w 470489"/>
                <a:gd name="connsiteY289" fmla="*/ 114754 h 737701"/>
                <a:gd name="connsiteX290" fmla="*/ 247540 w 470489"/>
                <a:gd name="connsiteY290" fmla="*/ 119672 h 737701"/>
                <a:gd name="connsiteX291" fmla="*/ 244261 w 470489"/>
                <a:gd name="connsiteY291" fmla="*/ 122950 h 737701"/>
                <a:gd name="connsiteX292" fmla="*/ 244261 w 470489"/>
                <a:gd name="connsiteY292" fmla="*/ 126229 h 737701"/>
                <a:gd name="connsiteX293" fmla="*/ 239343 w 470489"/>
                <a:gd name="connsiteY293" fmla="*/ 131147 h 737701"/>
                <a:gd name="connsiteX294" fmla="*/ 237704 w 470489"/>
                <a:gd name="connsiteY294" fmla="*/ 134426 h 737701"/>
                <a:gd name="connsiteX295" fmla="*/ 236065 w 470489"/>
                <a:gd name="connsiteY295" fmla="*/ 137704 h 737701"/>
                <a:gd name="connsiteX296" fmla="*/ 234425 w 470489"/>
                <a:gd name="connsiteY296" fmla="*/ 140983 h 737701"/>
                <a:gd name="connsiteX297" fmla="*/ 231147 w 470489"/>
                <a:gd name="connsiteY297" fmla="*/ 145901 h 737701"/>
                <a:gd name="connsiteX298" fmla="*/ 234425 w 470489"/>
                <a:gd name="connsiteY298" fmla="*/ 145901 h 737701"/>
                <a:gd name="connsiteX299" fmla="*/ 237704 w 470489"/>
                <a:gd name="connsiteY299" fmla="*/ 144262 h 737701"/>
                <a:gd name="connsiteX300" fmla="*/ 242622 w 470489"/>
                <a:gd name="connsiteY300" fmla="*/ 142622 h 737701"/>
                <a:gd name="connsiteX301" fmla="*/ 245901 w 470489"/>
                <a:gd name="connsiteY301" fmla="*/ 139344 h 737701"/>
                <a:gd name="connsiteX302" fmla="*/ 247540 w 470489"/>
                <a:gd name="connsiteY302" fmla="*/ 142622 h 737701"/>
                <a:gd name="connsiteX303" fmla="*/ 247540 w 470489"/>
                <a:gd name="connsiteY303" fmla="*/ 147540 h 737701"/>
                <a:gd name="connsiteX304" fmla="*/ 250819 w 470489"/>
                <a:gd name="connsiteY304" fmla="*/ 145901 h 737701"/>
                <a:gd name="connsiteX305" fmla="*/ 254097 w 470489"/>
                <a:gd name="connsiteY305" fmla="*/ 147540 h 737701"/>
                <a:gd name="connsiteX306" fmla="*/ 254097 w 470489"/>
                <a:gd name="connsiteY306" fmla="*/ 149180 h 737701"/>
                <a:gd name="connsiteX307" fmla="*/ 254097 w 470489"/>
                <a:gd name="connsiteY307" fmla="*/ 149180 h 737701"/>
                <a:gd name="connsiteX308" fmla="*/ 254097 w 470489"/>
                <a:gd name="connsiteY308" fmla="*/ 154098 h 737701"/>
                <a:gd name="connsiteX309" fmla="*/ 255737 w 470489"/>
                <a:gd name="connsiteY309" fmla="*/ 157376 h 737701"/>
                <a:gd name="connsiteX310" fmla="*/ 255737 w 470489"/>
                <a:gd name="connsiteY310" fmla="*/ 160655 h 737701"/>
                <a:gd name="connsiteX311" fmla="*/ 257376 w 470489"/>
                <a:gd name="connsiteY311" fmla="*/ 165573 h 737701"/>
                <a:gd name="connsiteX312" fmla="*/ 257376 w 470489"/>
                <a:gd name="connsiteY312" fmla="*/ 168852 h 737701"/>
                <a:gd name="connsiteX313" fmla="*/ 257376 w 470489"/>
                <a:gd name="connsiteY313" fmla="*/ 168852 h 737701"/>
                <a:gd name="connsiteX314" fmla="*/ 260655 w 470489"/>
                <a:gd name="connsiteY314" fmla="*/ 172130 h 737701"/>
                <a:gd name="connsiteX315" fmla="*/ 262294 w 470489"/>
                <a:gd name="connsiteY315" fmla="*/ 175409 h 737701"/>
                <a:gd name="connsiteX316" fmla="*/ 265573 w 470489"/>
                <a:gd name="connsiteY316" fmla="*/ 180327 h 737701"/>
                <a:gd name="connsiteX317" fmla="*/ 267212 w 470489"/>
                <a:gd name="connsiteY317" fmla="*/ 180327 h 737701"/>
                <a:gd name="connsiteX318" fmla="*/ 267212 w 470489"/>
                <a:gd name="connsiteY318" fmla="*/ 183606 h 737701"/>
                <a:gd name="connsiteX319" fmla="*/ 267212 w 470489"/>
                <a:gd name="connsiteY319" fmla="*/ 186884 h 737701"/>
                <a:gd name="connsiteX320" fmla="*/ 268851 w 470489"/>
                <a:gd name="connsiteY320" fmla="*/ 191803 h 737701"/>
                <a:gd name="connsiteX321" fmla="*/ 268851 w 470489"/>
                <a:gd name="connsiteY321" fmla="*/ 195081 h 737701"/>
                <a:gd name="connsiteX322" fmla="*/ 265573 w 470489"/>
                <a:gd name="connsiteY322" fmla="*/ 198360 h 737701"/>
                <a:gd name="connsiteX323" fmla="*/ 263933 w 470489"/>
                <a:gd name="connsiteY323" fmla="*/ 201639 h 737701"/>
                <a:gd name="connsiteX324" fmla="*/ 263933 w 470489"/>
                <a:gd name="connsiteY324" fmla="*/ 204917 h 737701"/>
                <a:gd name="connsiteX325" fmla="*/ 263933 w 470489"/>
                <a:gd name="connsiteY325" fmla="*/ 208196 h 737701"/>
                <a:gd name="connsiteX326" fmla="*/ 262294 w 470489"/>
                <a:gd name="connsiteY326" fmla="*/ 211474 h 737701"/>
                <a:gd name="connsiteX327" fmla="*/ 263933 w 470489"/>
                <a:gd name="connsiteY327" fmla="*/ 216393 h 737701"/>
                <a:gd name="connsiteX328" fmla="*/ 262294 w 470489"/>
                <a:gd name="connsiteY328" fmla="*/ 219671 h 737701"/>
                <a:gd name="connsiteX329" fmla="*/ 265573 w 470489"/>
                <a:gd name="connsiteY329" fmla="*/ 222950 h 737701"/>
                <a:gd name="connsiteX330" fmla="*/ 267212 w 470489"/>
                <a:gd name="connsiteY330" fmla="*/ 222950 h 737701"/>
                <a:gd name="connsiteX331" fmla="*/ 270491 w 470489"/>
                <a:gd name="connsiteY331" fmla="*/ 222950 h 737701"/>
                <a:gd name="connsiteX332" fmla="*/ 273769 w 470489"/>
                <a:gd name="connsiteY332" fmla="*/ 226229 h 737701"/>
                <a:gd name="connsiteX333" fmla="*/ 273769 w 470489"/>
                <a:gd name="connsiteY333" fmla="*/ 229507 h 737701"/>
                <a:gd name="connsiteX334" fmla="*/ 273769 w 470489"/>
                <a:gd name="connsiteY334" fmla="*/ 231147 h 737701"/>
                <a:gd name="connsiteX335" fmla="*/ 275409 w 470489"/>
                <a:gd name="connsiteY335" fmla="*/ 234425 h 737701"/>
                <a:gd name="connsiteX336" fmla="*/ 277048 w 470489"/>
                <a:gd name="connsiteY336" fmla="*/ 237704 h 737701"/>
                <a:gd name="connsiteX337" fmla="*/ 277048 w 470489"/>
                <a:gd name="connsiteY337" fmla="*/ 237704 h 737701"/>
                <a:gd name="connsiteX338" fmla="*/ 281966 w 470489"/>
                <a:gd name="connsiteY338" fmla="*/ 240983 h 737701"/>
                <a:gd name="connsiteX339" fmla="*/ 281966 w 470489"/>
                <a:gd name="connsiteY339" fmla="*/ 240983 h 737701"/>
                <a:gd name="connsiteX340" fmla="*/ 286884 w 470489"/>
                <a:gd name="connsiteY340" fmla="*/ 240983 h 737701"/>
                <a:gd name="connsiteX341" fmla="*/ 290163 w 470489"/>
                <a:gd name="connsiteY341" fmla="*/ 239343 h 737701"/>
                <a:gd name="connsiteX342" fmla="*/ 293441 w 470489"/>
                <a:gd name="connsiteY342" fmla="*/ 237704 h 737701"/>
                <a:gd name="connsiteX343" fmla="*/ 298360 w 470489"/>
                <a:gd name="connsiteY343" fmla="*/ 240983 h 737701"/>
                <a:gd name="connsiteX344" fmla="*/ 301638 w 470489"/>
                <a:gd name="connsiteY344" fmla="*/ 239343 h 737701"/>
                <a:gd name="connsiteX345" fmla="*/ 306556 w 470489"/>
                <a:gd name="connsiteY345" fmla="*/ 240983 h 737701"/>
                <a:gd name="connsiteX346" fmla="*/ 309835 w 470489"/>
                <a:gd name="connsiteY346" fmla="*/ 240983 h 737701"/>
                <a:gd name="connsiteX347" fmla="*/ 313113 w 470489"/>
                <a:gd name="connsiteY347" fmla="*/ 240983 h 737701"/>
                <a:gd name="connsiteX348" fmla="*/ 318031 w 470489"/>
                <a:gd name="connsiteY348" fmla="*/ 240983 h 737701"/>
                <a:gd name="connsiteX349" fmla="*/ 321310 w 470489"/>
                <a:gd name="connsiteY349" fmla="*/ 239343 h 737701"/>
                <a:gd name="connsiteX350" fmla="*/ 324589 w 470489"/>
                <a:gd name="connsiteY350" fmla="*/ 237704 h 737701"/>
                <a:gd name="connsiteX351" fmla="*/ 329507 w 470489"/>
                <a:gd name="connsiteY351" fmla="*/ 237704 h 737701"/>
                <a:gd name="connsiteX352" fmla="*/ 332785 w 470489"/>
                <a:gd name="connsiteY352" fmla="*/ 237704 h 737701"/>
                <a:gd name="connsiteX353" fmla="*/ 336064 w 470489"/>
                <a:gd name="connsiteY353" fmla="*/ 239343 h 737701"/>
                <a:gd name="connsiteX354" fmla="*/ 340982 w 470489"/>
                <a:gd name="connsiteY354" fmla="*/ 240983 h 737701"/>
                <a:gd name="connsiteX355" fmla="*/ 344261 w 470489"/>
                <a:gd name="connsiteY355" fmla="*/ 244261 h 737701"/>
                <a:gd name="connsiteX356" fmla="*/ 347540 w 470489"/>
                <a:gd name="connsiteY356" fmla="*/ 242622 h 737701"/>
                <a:gd name="connsiteX357" fmla="*/ 350818 w 470489"/>
                <a:gd name="connsiteY357" fmla="*/ 242622 h 737701"/>
                <a:gd name="connsiteX358" fmla="*/ 352457 w 470489"/>
                <a:gd name="connsiteY358" fmla="*/ 242622 h 737701"/>
                <a:gd name="connsiteX359" fmla="*/ 354097 w 470489"/>
                <a:gd name="connsiteY359" fmla="*/ 244261 h 737701"/>
                <a:gd name="connsiteX360" fmla="*/ 355736 w 470489"/>
                <a:gd name="connsiteY360" fmla="*/ 249179 h 737701"/>
                <a:gd name="connsiteX361" fmla="*/ 357375 w 470489"/>
                <a:gd name="connsiteY361" fmla="*/ 250819 h 737701"/>
                <a:gd name="connsiteX362" fmla="*/ 360654 w 470489"/>
                <a:gd name="connsiteY362" fmla="*/ 255737 h 737701"/>
                <a:gd name="connsiteX363" fmla="*/ 363933 w 470489"/>
                <a:gd name="connsiteY363" fmla="*/ 259016 h 737701"/>
                <a:gd name="connsiteX364" fmla="*/ 365572 w 470489"/>
                <a:gd name="connsiteY364" fmla="*/ 262294 h 737701"/>
                <a:gd name="connsiteX365" fmla="*/ 368851 w 470489"/>
                <a:gd name="connsiteY365" fmla="*/ 267212 h 737701"/>
                <a:gd name="connsiteX366" fmla="*/ 370490 w 470489"/>
                <a:gd name="connsiteY366" fmla="*/ 270491 h 737701"/>
                <a:gd name="connsiteX367" fmla="*/ 373769 w 470489"/>
                <a:gd name="connsiteY367" fmla="*/ 275409 h 737701"/>
                <a:gd name="connsiteX368" fmla="*/ 373769 w 470489"/>
                <a:gd name="connsiteY368" fmla="*/ 277048 h 737701"/>
                <a:gd name="connsiteX369" fmla="*/ 377047 w 470489"/>
                <a:gd name="connsiteY369" fmla="*/ 280327 h 737701"/>
                <a:gd name="connsiteX370" fmla="*/ 380326 w 470489"/>
                <a:gd name="connsiteY370" fmla="*/ 278687 h 737701"/>
                <a:gd name="connsiteX371" fmla="*/ 385244 w 470489"/>
                <a:gd name="connsiteY371" fmla="*/ 281966 h 737701"/>
                <a:gd name="connsiteX372" fmla="*/ 388523 w 470489"/>
                <a:gd name="connsiteY372" fmla="*/ 278687 h 737701"/>
                <a:gd name="connsiteX373" fmla="*/ 391802 w 470489"/>
                <a:gd name="connsiteY373" fmla="*/ 275409 h 737701"/>
                <a:gd name="connsiteX374" fmla="*/ 396720 w 470489"/>
                <a:gd name="connsiteY374" fmla="*/ 277048 h 737701"/>
                <a:gd name="connsiteX375" fmla="*/ 399998 w 470489"/>
                <a:gd name="connsiteY375" fmla="*/ 277048 h 737701"/>
                <a:gd name="connsiteX376" fmla="*/ 403277 w 470489"/>
                <a:gd name="connsiteY376" fmla="*/ 277048 h 737701"/>
                <a:gd name="connsiteX377" fmla="*/ 406556 w 470489"/>
                <a:gd name="connsiteY377" fmla="*/ 278687 h 737701"/>
                <a:gd name="connsiteX378" fmla="*/ 411474 w 470489"/>
                <a:gd name="connsiteY378" fmla="*/ 278687 h 737701"/>
                <a:gd name="connsiteX379" fmla="*/ 414752 w 470489"/>
                <a:gd name="connsiteY379" fmla="*/ 277048 h 737701"/>
                <a:gd name="connsiteX380" fmla="*/ 418031 w 470489"/>
                <a:gd name="connsiteY380" fmla="*/ 277048 h 737701"/>
                <a:gd name="connsiteX381" fmla="*/ 421310 w 470489"/>
                <a:gd name="connsiteY381" fmla="*/ 277048 h 737701"/>
                <a:gd name="connsiteX382" fmla="*/ 426228 w 470489"/>
                <a:gd name="connsiteY382" fmla="*/ 275409 h 737701"/>
                <a:gd name="connsiteX383" fmla="*/ 429506 w 470489"/>
                <a:gd name="connsiteY383" fmla="*/ 275409 h 737701"/>
                <a:gd name="connsiteX384" fmla="*/ 432785 w 470489"/>
                <a:gd name="connsiteY384" fmla="*/ 275409 h 737701"/>
                <a:gd name="connsiteX385" fmla="*/ 437703 w 470489"/>
                <a:gd name="connsiteY385" fmla="*/ 272130 h 737701"/>
                <a:gd name="connsiteX386" fmla="*/ 440982 w 470489"/>
                <a:gd name="connsiteY386" fmla="*/ 272130 h 737701"/>
                <a:gd name="connsiteX387" fmla="*/ 444260 w 470489"/>
                <a:gd name="connsiteY387" fmla="*/ 272130 h 737701"/>
                <a:gd name="connsiteX388" fmla="*/ 447539 w 470489"/>
                <a:gd name="connsiteY388" fmla="*/ 273769 h 737701"/>
                <a:gd name="connsiteX389" fmla="*/ 452457 w 470489"/>
                <a:gd name="connsiteY389" fmla="*/ 277048 h 737701"/>
                <a:gd name="connsiteX390" fmla="*/ 454096 w 470489"/>
                <a:gd name="connsiteY390" fmla="*/ 277048 h 737701"/>
                <a:gd name="connsiteX391" fmla="*/ 452457 w 470489"/>
                <a:gd name="connsiteY391" fmla="*/ 280327 h 737701"/>
                <a:gd name="connsiteX392" fmla="*/ 454096 w 470489"/>
                <a:gd name="connsiteY392" fmla="*/ 283606 h 737701"/>
                <a:gd name="connsiteX393" fmla="*/ 452457 w 470489"/>
                <a:gd name="connsiteY393" fmla="*/ 286884 h 737701"/>
                <a:gd name="connsiteX394" fmla="*/ 449178 w 470489"/>
                <a:gd name="connsiteY394" fmla="*/ 291802 h 737701"/>
                <a:gd name="connsiteX395" fmla="*/ 445900 w 470489"/>
                <a:gd name="connsiteY395" fmla="*/ 295081 h 737701"/>
                <a:gd name="connsiteX396" fmla="*/ 444260 w 470489"/>
                <a:gd name="connsiteY396" fmla="*/ 298359 h 737701"/>
                <a:gd name="connsiteX397" fmla="*/ 445900 w 470489"/>
                <a:gd name="connsiteY397" fmla="*/ 303277 h 737701"/>
                <a:gd name="connsiteX398" fmla="*/ 445900 w 470489"/>
                <a:gd name="connsiteY398" fmla="*/ 306556 h 737701"/>
                <a:gd name="connsiteX399" fmla="*/ 440982 w 470489"/>
                <a:gd name="connsiteY399" fmla="*/ 309835 h 737701"/>
                <a:gd name="connsiteX400" fmla="*/ 437703 w 470489"/>
                <a:gd name="connsiteY400" fmla="*/ 313113 h 737701"/>
                <a:gd name="connsiteX401" fmla="*/ 437703 w 470489"/>
                <a:gd name="connsiteY401" fmla="*/ 313113 h 737701"/>
                <a:gd name="connsiteX402" fmla="*/ 437703 w 470489"/>
                <a:gd name="connsiteY402" fmla="*/ 318031 h 737701"/>
                <a:gd name="connsiteX403" fmla="*/ 437703 w 470489"/>
                <a:gd name="connsiteY403" fmla="*/ 321310 h 737701"/>
                <a:gd name="connsiteX404" fmla="*/ 437703 w 470489"/>
                <a:gd name="connsiteY404" fmla="*/ 322950 h 737701"/>
                <a:gd name="connsiteX405" fmla="*/ 437703 w 470489"/>
                <a:gd name="connsiteY405" fmla="*/ 326228 h 737701"/>
                <a:gd name="connsiteX406" fmla="*/ 437703 w 470489"/>
                <a:gd name="connsiteY406" fmla="*/ 329507 h 737701"/>
                <a:gd name="connsiteX407" fmla="*/ 437703 w 470489"/>
                <a:gd name="connsiteY407" fmla="*/ 332786 h 737701"/>
                <a:gd name="connsiteX408" fmla="*/ 437703 w 470489"/>
                <a:gd name="connsiteY408" fmla="*/ 336064 h 737701"/>
                <a:gd name="connsiteX409" fmla="*/ 437703 w 470489"/>
                <a:gd name="connsiteY409" fmla="*/ 339343 h 737701"/>
                <a:gd name="connsiteX410" fmla="*/ 436064 w 470489"/>
                <a:gd name="connsiteY410" fmla="*/ 342621 h 737701"/>
                <a:gd name="connsiteX411" fmla="*/ 436064 w 470489"/>
                <a:gd name="connsiteY411" fmla="*/ 347540 h 737701"/>
                <a:gd name="connsiteX412" fmla="*/ 434424 w 470489"/>
                <a:gd name="connsiteY412" fmla="*/ 350818 h 737701"/>
                <a:gd name="connsiteX413" fmla="*/ 437703 w 470489"/>
                <a:gd name="connsiteY413" fmla="*/ 354097 h 737701"/>
                <a:gd name="connsiteX414" fmla="*/ 437703 w 470489"/>
                <a:gd name="connsiteY414" fmla="*/ 359015 h 737701"/>
                <a:gd name="connsiteX415" fmla="*/ 436064 w 470489"/>
                <a:gd name="connsiteY415" fmla="*/ 362294 h 737701"/>
                <a:gd name="connsiteX416" fmla="*/ 437703 w 470489"/>
                <a:gd name="connsiteY416" fmla="*/ 365572 h 737701"/>
                <a:gd name="connsiteX417" fmla="*/ 439342 w 470489"/>
                <a:gd name="connsiteY417" fmla="*/ 370490 h 737701"/>
                <a:gd name="connsiteX418" fmla="*/ 440982 w 470489"/>
                <a:gd name="connsiteY418" fmla="*/ 372130 h 737701"/>
                <a:gd name="connsiteX419" fmla="*/ 440982 w 470489"/>
                <a:gd name="connsiteY419" fmla="*/ 373769 h 737701"/>
                <a:gd name="connsiteX420" fmla="*/ 440982 w 470489"/>
                <a:gd name="connsiteY420" fmla="*/ 378687 h 737701"/>
                <a:gd name="connsiteX421" fmla="*/ 442621 w 470489"/>
                <a:gd name="connsiteY421" fmla="*/ 381966 h 737701"/>
                <a:gd name="connsiteX422" fmla="*/ 445900 w 470489"/>
                <a:gd name="connsiteY422" fmla="*/ 385244 h 737701"/>
                <a:gd name="connsiteX423" fmla="*/ 449178 w 470489"/>
                <a:gd name="connsiteY423" fmla="*/ 388523 h 737701"/>
                <a:gd name="connsiteX424" fmla="*/ 450818 w 470489"/>
                <a:gd name="connsiteY424" fmla="*/ 391801 h 737701"/>
                <a:gd name="connsiteX425" fmla="*/ 452457 w 470489"/>
                <a:gd name="connsiteY425" fmla="*/ 395080 h 737701"/>
                <a:gd name="connsiteX426" fmla="*/ 455736 w 470489"/>
                <a:gd name="connsiteY426" fmla="*/ 398359 h 737701"/>
                <a:gd name="connsiteX427" fmla="*/ 454096 w 470489"/>
                <a:gd name="connsiteY427" fmla="*/ 401637 h 737701"/>
                <a:gd name="connsiteX428" fmla="*/ 452457 w 470489"/>
                <a:gd name="connsiteY428" fmla="*/ 406556 h 737701"/>
                <a:gd name="connsiteX429" fmla="*/ 450818 w 470489"/>
                <a:gd name="connsiteY429" fmla="*/ 406556 h 737701"/>
                <a:gd name="connsiteX430" fmla="*/ 447539 w 470489"/>
                <a:gd name="connsiteY430" fmla="*/ 409834 h 737701"/>
                <a:gd name="connsiteX431" fmla="*/ 442621 w 470489"/>
                <a:gd name="connsiteY431" fmla="*/ 414752 h 737701"/>
                <a:gd name="connsiteX432" fmla="*/ 437703 w 470489"/>
                <a:gd name="connsiteY432" fmla="*/ 418031 h 737701"/>
                <a:gd name="connsiteX433" fmla="*/ 434424 w 470489"/>
                <a:gd name="connsiteY433" fmla="*/ 422949 h 737701"/>
                <a:gd name="connsiteX434" fmla="*/ 434424 w 470489"/>
                <a:gd name="connsiteY434" fmla="*/ 426228 h 737701"/>
                <a:gd name="connsiteX435" fmla="*/ 436064 w 470489"/>
                <a:gd name="connsiteY435" fmla="*/ 424588 h 737701"/>
                <a:gd name="connsiteX436" fmla="*/ 439342 w 470489"/>
                <a:gd name="connsiteY436" fmla="*/ 426228 h 737701"/>
                <a:gd name="connsiteX437" fmla="*/ 444260 w 470489"/>
                <a:gd name="connsiteY437" fmla="*/ 427867 h 737701"/>
                <a:gd name="connsiteX438" fmla="*/ 445900 w 470489"/>
                <a:gd name="connsiteY438" fmla="*/ 431146 h 737701"/>
                <a:gd name="connsiteX439" fmla="*/ 449178 w 470489"/>
                <a:gd name="connsiteY439" fmla="*/ 434424 h 737701"/>
                <a:gd name="connsiteX440" fmla="*/ 452457 w 470489"/>
                <a:gd name="connsiteY440" fmla="*/ 439343 h 737701"/>
                <a:gd name="connsiteX441" fmla="*/ 455736 w 470489"/>
                <a:gd name="connsiteY441" fmla="*/ 442621 h 737701"/>
                <a:gd name="connsiteX442" fmla="*/ 459014 w 470489"/>
                <a:gd name="connsiteY442" fmla="*/ 445900 h 737701"/>
                <a:gd name="connsiteX443" fmla="*/ 457375 w 470489"/>
                <a:gd name="connsiteY443" fmla="*/ 449178 h 737701"/>
                <a:gd name="connsiteX444" fmla="*/ 459014 w 470489"/>
                <a:gd name="connsiteY444" fmla="*/ 452457 h 737701"/>
                <a:gd name="connsiteX445" fmla="*/ 460654 w 470489"/>
                <a:gd name="connsiteY445" fmla="*/ 457375 h 737701"/>
                <a:gd name="connsiteX446" fmla="*/ 460654 w 470489"/>
                <a:gd name="connsiteY446" fmla="*/ 460654 h 737701"/>
                <a:gd name="connsiteX447" fmla="*/ 460654 w 470489"/>
                <a:gd name="connsiteY447" fmla="*/ 462293 h 737701"/>
                <a:gd name="connsiteX448" fmla="*/ 462293 w 470489"/>
                <a:gd name="connsiteY448" fmla="*/ 465572 h 737701"/>
                <a:gd name="connsiteX449" fmla="*/ 463932 w 470489"/>
                <a:gd name="connsiteY449" fmla="*/ 470490 h 737701"/>
                <a:gd name="connsiteX450" fmla="*/ 465572 w 470489"/>
                <a:gd name="connsiteY450" fmla="*/ 473768 h 737701"/>
                <a:gd name="connsiteX451" fmla="*/ 465572 w 470489"/>
                <a:gd name="connsiteY451" fmla="*/ 477047 h 737701"/>
                <a:gd name="connsiteX452" fmla="*/ 467211 w 470489"/>
                <a:gd name="connsiteY452" fmla="*/ 481965 h 737701"/>
                <a:gd name="connsiteX453" fmla="*/ 467211 w 470489"/>
                <a:gd name="connsiteY453" fmla="*/ 485244 h 737701"/>
                <a:gd name="connsiteX454" fmla="*/ 468850 w 470489"/>
                <a:gd name="connsiteY454" fmla="*/ 488523 h 737701"/>
                <a:gd name="connsiteX455" fmla="*/ 468850 w 470489"/>
                <a:gd name="connsiteY455" fmla="*/ 491801 h 737701"/>
                <a:gd name="connsiteX456" fmla="*/ 470490 w 470489"/>
                <a:gd name="connsiteY456" fmla="*/ 496719 h 737701"/>
                <a:gd name="connsiteX457" fmla="*/ 468850 w 470489"/>
                <a:gd name="connsiteY457" fmla="*/ 496719 h 737701"/>
                <a:gd name="connsiteX458" fmla="*/ 465572 w 470489"/>
                <a:gd name="connsiteY458" fmla="*/ 496719 h 737701"/>
                <a:gd name="connsiteX459" fmla="*/ 462293 w 470489"/>
                <a:gd name="connsiteY459" fmla="*/ 496719 h 737701"/>
                <a:gd name="connsiteX460" fmla="*/ 462293 w 470489"/>
                <a:gd name="connsiteY460" fmla="*/ 493440 h 737701"/>
                <a:gd name="connsiteX461" fmla="*/ 462293 w 470489"/>
                <a:gd name="connsiteY461" fmla="*/ 488523 h 737701"/>
                <a:gd name="connsiteX462" fmla="*/ 462293 w 470489"/>
                <a:gd name="connsiteY462" fmla="*/ 485244 h 737701"/>
                <a:gd name="connsiteX463" fmla="*/ 462293 w 470489"/>
                <a:gd name="connsiteY463" fmla="*/ 481965 h 737701"/>
                <a:gd name="connsiteX464" fmla="*/ 462293 w 470489"/>
                <a:gd name="connsiteY464" fmla="*/ 478687 h 737701"/>
                <a:gd name="connsiteX465" fmla="*/ 460654 w 470489"/>
                <a:gd name="connsiteY465" fmla="*/ 473768 h 737701"/>
                <a:gd name="connsiteX466" fmla="*/ 459014 w 470489"/>
                <a:gd name="connsiteY466" fmla="*/ 470490 h 737701"/>
                <a:gd name="connsiteX467" fmla="*/ 457375 w 470489"/>
                <a:gd name="connsiteY467" fmla="*/ 467211 h 737701"/>
                <a:gd name="connsiteX468" fmla="*/ 454096 w 470489"/>
                <a:gd name="connsiteY468" fmla="*/ 463933 h 737701"/>
                <a:gd name="connsiteX469" fmla="*/ 454096 w 470489"/>
                <a:gd name="connsiteY469" fmla="*/ 459014 h 737701"/>
                <a:gd name="connsiteX470" fmla="*/ 449178 w 470489"/>
                <a:gd name="connsiteY470" fmla="*/ 455736 h 737701"/>
                <a:gd name="connsiteX471" fmla="*/ 445900 w 470489"/>
                <a:gd name="connsiteY471" fmla="*/ 457375 h 737701"/>
                <a:gd name="connsiteX472" fmla="*/ 442621 w 470489"/>
                <a:gd name="connsiteY472" fmla="*/ 460654 h 737701"/>
                <a:gd name="connsiteX473" fmla="*/ 439342 w 470489"/>
                <a:gd name="connsiteY473" fmla="*/ 463933 h 737701"/>
                <a:gd name="connsiteX474" fmla="*/ 437703 w 470489"/>
                <a:gd name="connsiteY474" fmla="*/ 467211 h 737701"/>
                <a:gd name="connsiteX475" fmla="*/ 434424 w 470489"/>
                <a:gd name="connsiteY475" fmla="*/ 472129 h 737701"/>
                <a:gd name="connsiteX476" fmla="*/ 429506 w 470489"/>
                <a:gd name="connsiteY476" fmla="*/ 473768 h 737701"/>
                <a:gd name="connsiteX477" fmla="*/ 426228 w 470489"/>
                <a:gd name="connsiteY477" fmla="*/ 472129 h 737701"/>
                <a:gd name="connsiteX478" fmla="*/ 424588 w 470489"/>
                <a:gd name="connsiteY478" fmla="*/ 467211 h 737701"/>
                <a:gd name="connsiteX479" fmla="*/ 422949 w 470489"/>
                <a:gd name="connsiteY479" fmla="*/ 463933 h 737701"/>
                <a:gd name="connsiteX480" fmla="*/ 419670 w 470489"/>
                <a:gd name="connsiteY480" fmla="*/ 462293 h 737701"/>
                <a:gd name="connsiteX481" fmla="*/ 418031 w 470489"/>
                <a:gd name="connsiteY481" fmla="*/ 467211 h 737701"/>
                <a:gd name="connsiteX482" fmla="*/ 418031 w 470489"/>
                <a:gd name="connsiteY482" fmla="*/ 470490 h 737701"/>
                <a:gd name="connsiteX483" fmla="*/ 418031 w 470489"/>
                <a:gd name="connsiteY483" fmla="*/ 473768 h 737701"/>
                <a:gd name="connsiteX484" fmla="*/ 413113 w 470489"/>
                <a:gd name="connsiteY484" fmla="*/ 473768 h 737701"/>
                <a:gd name="connsiteX485" fmla="*/ 409834 w 470489"/>
                <a:gd name="connsiteY485" fmla="*/ 473768 h 737701"/>
                <a:gd name="connsiteX486" fmla="*/ 404916 w 470489"/>
                <a:gd name="connsiteY486" fmla="*/ 473768 h 737701"/>
                <a:gd name="connsiteX487" fmla="*/ 401638 w 470489"/>
                <a:gd name="connsiteY487" fmla="*/ 473768 h 737701"/>
                <a:gd name="connsiteX488" fmla="*/ 396720 w 470489"/>
                <a:gd name="connsiteY488" fmla="*/ 473768 h 737701"/>
                <a:gd name="connsiteX489" fmla="*/ 393441 w 470489"/>
                <a:gd name="connsiteY489" fmla="*/ 473768 h 737701"/>
                <a:gd name="connsiteX490" fmla="*/ 390162 w 470489"/>
                <a:gd name="connsiteY490" fmla="*/ 473768 h 737701"/>
                <a:gd name="connsiteX491" fmla="*/ 385244 w 470489"/>
                <a:gd name="connsiteY491" fmla="*/ 473768 h 737701"/>
                <a:gd name="connsiteX492" fmla="*/ 381966 w 470489"/>
                <a:gd name="connsiteY492" fmla="*/ 473768 h 737701"/>
                <a:gd name="connsiteX493" fmla="*/ 377047 w 470489"/>
                <a:gd name="connsiteY493" fmla="*/ 473768 h 737701"/>
                <a:gd name="connsiteX494" fmla="*/ 373769 w 470489"/>
                <a:gd name="connsiteY494" fmla="*/ 473768 h 737701"/>
                <a:gd name="connsiteX495" fmla="*/ 370490 w 470489"/>
                <a:gd name="connsiteY495" fmla="*/ 472129 h 737701"/>
                <a:gd name="connsiteX496" fmla="*/ 367212 w 470489"/>
                <a:gd name="connsiteY496" fmla="*/ 470490 h 737701"/>
                <a:gd name="connsiteX497" fmla="*/ 363933 w 470489"/>
                <a:gd name="connsiteY497" fmla="*/ 473768 h 737701"/>
                <a:gd name="connsiteX498" fmla="*/ 359015 w 470489"/>
                <a:gd name="connsiteY498" fmla="*/ 473768 h 737701"/>
                <a:gd name="connsiteX499" fmla="*/ 355736 w 470489"/>
                <a:gd name="connsiteY499" fmla="*/ 473768 h 737701"/>
                <a:gd name="connsiteX500" fmla="*/ 355736 w 470489"/>
                <a:gd name="connsiteY500" fmla="*/ 477047 h 737701"/>
                <a:gd name="connsiteX501" fmla="*/ 355736 w 470489"/>
                <a:gd name="connsiteY501" fmla="*/ 480326 h 737701"/>
                <a:gd name="connsiteX502" fmla="*/ 355736 w 470489"/>
                <a:gd name="connsiteY502" fmla="*/ 483604 h 737701"/>
                <a:gd name="connsiteX503" fmla="*/ 355736 w 470489"/>
                <a:gd name="connsiteY503" fmla="*/ 488523 h 737701"/>
                <a:gd name="connsiteX504" fmla="*/ 355736 w 470489"/>
                <a:gd name="connsiteY504" fmla="*/ 491801 h 737701"/>
                <a:gd name="connsiteX505" fmla="*/ 355736 w 470489"/>
                <a:gd name="connsiteY505" fmla="*/ 495080 h 737701"/>
                <a:gd name="connsiteX506" fmla="*/ 355736 w 470489"/>
                <a:gd name="connsiteY506" fmla="*/ 498358 h 737701"/>
                <a:gd name="connsiteX507" fmla="*/ 355736 w 470489"/>
                <a:gd name="connsiteY507" fmla="*/ 503277 h 737701"/>
                <a:gd name="connsiteX508" fmla="*/ 359015 w 470489"/>
                <a:gd name="connsiteY508" fmla="*/ 501637 h 737701"/>
                <a:gd name="connsiteX509" fmla="*/ 362294 w 470489"/>
                <a:gd name="connsiteY509" fmla="*/ 503277 h 737701"/>
                <a:gd name="connsiteX510" fmla="*/ 365572 w 470489"/>
                <a:gd name="connsiteY510" fmla="*/ 503277 h 737701"/>
                <a:gd name="connsiteX511" fmla="*/ 370490 w 470489"/>
                <a:gd name="connsiteY511" fmla="*/ 503277 h 737701"/>
                <a:gd name="connsiteX512" fmla="*/ 373769 w 470489"/>
                <a:gd name="connsiteY512" fmla="*/ 503277 h 737701"/>
                <a:gd name="connsiteX513" fmla="*/ 377047 w 470489"/>
                <a:gd name="connsiteY513" fmla="*/ 504916 h 737701"/>
                <a:gd name="connsiteX514" fmla="*/ 380326 w 470489"/>
                <a:gd name="connsiteY514" fmla="*/ 508194 h 737701"/>
                <a:gd name="connsiteX515" fmla="*/ 381966 w 470489"/>
                <a:gd name="connsiteY515" fmla="*/ 511473 h 737701"/>
                <a:gd name="connsiteX516" fmla="*/ 381966 w 470489"/>
                <a:gd name="connsiteY516" fmla="*/ 514752 h 737701"/>
                <a:gd name="connsiteX517" fmla="*/ 381966 w 470489"/>
                <a:gd name="connsiteY517" fmla="*/ 519670 h 737701"/>
                <a:gd name="connsiteX518" fmla="*/ 380326 w 470489"/>
                <a:gd name="connsiteY518" fmla="*/ 522948 h 737701"/>
                <a:gd name="connsiteX519" fmla="*/ 378687 w 470489"/>
                <a:gd name="connsiteY519" fmla="*/ 522948 h 737701"/>
                <a:gd name="connsiteX520" fmla="*/ 375408 w 470489"/>
                <a:gd name="connsiteY520" fmla="*/ 521309 h 737701"/>
                <a:gd name="connsiteX521" fmla="*/ 372130 w 470489"/>
                <a:gd name="connsiteY521" fmla="*/ 518031 h 737701"/>
                <a:gd name="connsiteX522" fmla="*/ 367212 w 470489"/>
                <a:gd name="connsiteY522" fmla="*/ 518031 h 737701"/>
                <a:gd name="connsiteX523" fmla="*/ 363933 w 470489"/>
                <a:gd name="connsiteY523" fmla="*/ 521309 h 737701"/>
                <a:gd name="connsiteX524" fmla="*/ 360654 w 470489"/>
                <a:gd name="connsiteY524" fmla="*/ 521309 h 737701"/>
                <a:gd name="connsiteX525" fmla="*/ 357375 w 470489"/>
                <a:gd name="connsiteY525" fmla="*/ 522948 h 737701"/>
                <a:gd name="connsiteX526" fmla="*/ 352457 w 470489"/>
                <a:gd name="connsiteY526" fmla="*/ 522948 h 737701"/>
                <a:gd name="connsiteX527" fmla="*/ 349179 w 470489"/>
                <a:gd name="connsiteY527" fmla="*/ 522948 h 737701"/>
                <a:gd name="connsiteX528" fmla="*/ 347540 w 470489"/>
                <a:gd name="connsiteY528" fmla="*/ 526227 h 737701"/>
                <a:gd name="connsiteX529" fmla="*/ 347540 w 470489"/>
                <a:gd name="connsiteY529" fmla="*/ 531145 h 737701"/>
                <a:gd name="connsiteX530" fmla="*/ 347540 w 470489"/>
                <a:gd name="connsiteY530" fmla="*/ 534424 h 737701"/>
                <a:gd name="connsiteX531" fmla="*/ 347540 w 470489"/>
                <a:gd name="connsiteY531" fmla="*/ 537703 h 737701"/>
                <a:gd name="connsiteX532" fmla="*/ 347540 w 470489"/>
                <a:gd name="connsiteY532" fmla="*/ 542621 h 737701"/>
                <a:gd name="connsiteX533" fmla="*/ 347540 w 470489"/>
                <a:gd name="connsiteY533" fmla="*/ 545899 h 737701"/>
                <a:gd name="connsiteX534" fmla="*/ 347540 w 470489"/>
                <a:gd name="connsiteY534" fmla="*/ 549178 h 737701"/>
                <a:gd name="connsiteX535" fmla="*/ 347540 w 470489"/>
                <a:gd name="connsiteY535" fmla="*/ 552457 h 737701"/>
                <a:gd name="connsiteX536" fmla="*/ 347540 w 470489"/>
                <a:gd name="connsiteY536" fmla="*/ 555735 h 737701"/>
                <a:gd name="connsiteX537" fmla="*/ 349179 w 470489"/>
                <a:gd name="connsiteY537" fmla="*/ 560653 h 737701"/>
                <a:gd name="connsiteX538" fmla="*/ 349179 w 470489"/>
                <a:gd name="connsiteY538" fmla="*/ 560653 h 737701"/>
                <a:gd name="connsiteX539" fmla="*/ 352457 w 470489"/>
                <a:gd name="connsiteY539" fmla="*/ 563932 h 737701"/>
                <a:gd name="connsiteX540" fmla="*/ 355736 w 470489"/>
                <a:gd name="connsiteY540" fmla="*/ 567211 h 737701"/>
                <a:gd name="connsiteX541" fmla="*/ 360654 w 470489"/>
                <a:gd name="connsiteY541" fmla="*/ 570489 h 737701"/>
                <a:gd name="connsiteX542" fmla="*/ 363933 w 470489"/>
                <a:gd name="connsiteY542" fmla="*/ 572128 h 737701"/>
                <a:gd name="connsiteX543" fmla="*/ 363933 w 470489"/>
                <a:gd name="connsiteY543" fmla="*/ 577047 h 737701"/>
                <a:gd name="connsiteX544" fmla="*/ 365572 w 470489"/>
                <a:gd name="connsiteY544" fmla="*/ 580325 h 737701"/>
                <a:gd name="connsiteX545" fmla="*/ 363933 w 470489"/>
                <a:gd name="connsiteY545" fmla="*/ 583604 h 737701"/>
                <a:gd name="connsiteX546" fmla="*/ 365572 w 470489"/>
                <a:gd name="connsiteY546" fmla="*/ 586883 h 737701"/>
                <a:gd name="connsiteX547" fmla="*/ 367212 w 470489"/>
                <a:gd name="connsiteY547" fmla="*/ 591801 h 737701"/>
                <a:gd name="connsiteX548" fmla="*/ 370490 w 470489"/>
                <a:gd name="connsiteY548" fmla="*/ 595080 h 737701"/>
                <a:gd name="connsiteX549" fmla="*/ 370490 w 470489"/>
                <a:gd name="connsiteY549" fmla="*/ 598358 h 737701"/>
                <a:gd name="connsiteX550" fmla="*/ 372130 w 470489"/>
                <a:gd name="connsiteY550" fmla="*/ 601637 h 737701"/>
                <a:gd name="connsiteX551" fmla="*/ 373769 w 470489"/>
                <a:gd name="connsiteY551" fmla="*/ 604915 h 737701"/>
                <a:gd name="connsiteX552" fmla="*/ 373769 w 470489"/>
                <a:gd name="connsiteY552" fmla="*/ 608194 h 737701"/>
                <a:gd name="connsiteX553" fmla="*/ 370490 w 470489"/>
                <a:gd name="connsiteY553" fmla="*/ 613112 h 737701"/>
                <a:gd name="connsiteX554" fmla="*/ 370490 w 470489"/>
                <a:gd name="connsiteY554" fmla="*/ 613112 h 737701"/>
                <a:gd name="connsiteX555" fmla="*/ 370490 w 470489"/>
                <a:gd name="connsiteY555" fmla="*/ 618030 h 737701"/>
                <a:gd name="connsiteX556" fmla="*/ 370490 w 470489"/>
                <a:gd name="connsiteY556" fmla="*/ 618030 h 737701"/>
                <a:gd name="connsiteX557" fmla="*/ 370490 w 470489"/>
                <a:gd name="connsiteY557" fmla="*/ 622948 h 737701"/>
                <a:gd name="connsiteX558" fmla="*/ 368851 w 470489"/>
                <a:gd name="connsiteY558" fmla="*/ 626227 h 737701"/>
                <a:gd name="connsiteX559" fmla="*/ 368851 w 470489"/>
                <a:gd name="connsiteY559" fmla="*/ 629505 h 737701"/>
                <a:gd name="connsiteX560" fmla="*/ 368851 w 470489"/>
                <a:gd name="connsiteY560" fmla="*/ 634424 h 737701"/>
                <a:gd name="connsiteX561" fmla="*/ 367212 w 470489"/>
                <a:gd name="connsiteY561" fmla="*/ 637702 h 737701"/>
                <a:gd name="connsiteX562" fmla="*/ 367212 w 470489"/>
                <a:gd name="connsiteY562" fmla="*/ 640981 h 737701"/>
                <a:gd name="connsiteX563" fmla="*/ 367212 w 470489"/>
                <a:gd name="connsiteY563" fmla="*/ 645899 h 737701"/>
                <a:gd name="connsiteX564" fmla="*/ 365572 w 470489"/>
                <a:gd name="connsiteY564" fmla="*/ 649177 h 737701"/>
                <a:gd name="connsiteX565" fmla="*/ 365572 w 470489"/>
                <a:gd name="connsiteY565" fmla="*/ 654095 h 737701"/>
                <a:gd name="connsiteX566" fmla="*/ 365572 w 470489"/>
                <a:gd name="connsiteY566" fmla="*/ 657374 h 737701"/>
                <a:gd name="connsiteX567" fmla="*/ 363933 w 470489"/>
                <a:gd name="connsiteY567" fmla="*/ 660653 h 737701"/>
                <a:gd name="connsiteX568" fmla="*/ 363933 w 470489"/>
                <a:gd name="connsiteY568" fmla="*/ 665571 h 737701"/>
                <a:gd name="connsiteX569" fmla="*/ 363933 w 470489"/>
                <a:gd name="connsiteY569" fmla="*/ 668850 h 737701"/>
                <a:gd name="connsiteX570" fmla="*/ 362294 w 470489"/>
                <a:gd name="connsiteY570" fmla="*/ 673768 h 737701"/>
                <a:gd name="connsiteX571" fmla="*/ 362294 w 470489"/>
                <a:gd name="connsiteY571" fmla="*/ 677046 h 737701"/>
                <a:gd name="connsiteX572" fmla="*/ 362294 w 470489"/>
                <a:gd name="connsiteY572" fmla="*/ 677046 h 737701"/>
                <a:gd name="connsiteX573" fmla="*/ 362294 w 470489"/>
                <a:gd name="connsiteY573" fmla="*/ 681964 h 737701"/>
                <a:gd name="connsiteX574" fmla="*/ 360654 w 470489"/>
                <a:gd name="connsiteY574" fmla="*/ 685243 h 737701"/>
                <a:gd name="connsiteX575" fmla="*/ 360654 w 470489"/>
                <a:gd name="connsiteY575" fmla="*/ 688521 h 737701"/>
                <a:gd name="connsiteX576" fmla="*/ 360654 w 470489"/>
                <a:gd name="connsiteY576" fmla="*/ 693440 h 737701"/>
                <a:gd name="connsiteX577" fmla="*/ 359015 w 470489"/>
                <a:gd name="connsiteY577" fmla="*/ 696718 h 737701"/>
                <a:gd name="connsiteX578" fmla="*/ 359015 w 470489"/>
                <a:gd name="connsiteY578" fmla="*/ 699997 h 737701"/>
                <a:gd name="connsiteX579" fmla="*/ 359015 w 470489"/>
                <a:gd name="connsiteY579" fmla="*/ 704915 h 737701"/>
                <a:gd name="connsiteX580" fmla="*/ 357375 w 470489"/>
                <a:gd name="connsiteY580" fmla="*/ 708194 h 737701"/>
                <a:gd name="connsiteX581" fmla="*/ 357375 w 470489"/>
                <a:gd name="connsiteY581" fmla="*/ 713111 h 737701"/>
                <a:gd name="connsiteX582" fmla="*/ 357375 w 470489"/>
                <a:gd name="connsiteY582" fmla="*/ 716390 h 737701"/>
                <a:gd name="connsiteX583" fmla="*/ 357375 w 470489"/>
                <a:gd name="connsiteY583" fmla="*/ 721308 h 737701"/>
                <a:gd name="connsiteX584" fmla="*/ 355736 w 470489"/>
                <a:gd name="connsiteY584" fmla="*/ 724587 h 737701"/>
                <a:gd name="connsiteX585" fmla="*/ 355736 w 470489"/>
                <a:gd name="connsiteY585" fmla="*/ 727865 h 737701"/>
                <a:gd name="connsiteX586" fmla="*/ 354097 w 470489"/>
                <a:gd name="connsiteY586" fmla="*/ 732784 h 737701"/>
                <a:gd name="connsiteX587" fmla="*/ 354097 w 470489"/>
                <a:gd name="connsiteY587" fmla="*/ 736062 h 737701"/>
                <a:gd name="connsiteX588" fmla="*/ 354097 w 470489"/>
                <a:gd name="connsiteY588" fmla="*/ 737702 h 737701"/>
                <a:gd name="connsiteX589" fmla="*/ 352457 w 470489"/>
                <a:gd name="connsiteY589" fmla="*/ 734423 h 737701"/>
                <a:gd name="connsiteX590" fmla="*/ 349179 w 470489"/>
                <a:gd name="connsiteY590" fmla="*/ 731144 h 737701"/>
                <a:gd name="connsiteX591" fmla="*/ 345900 w 470489"/>
                <a:gd name="connsiteY591" fmla="*/ 727865 h 737701"/>
                <a:gd name="connsiteX592" fmla="*/ 344261 w 470489"/>
                <a:gd name="connsiteY592" fmla="*/ 724587 h 737701"/>
                <a:gd name="connsiteX593" fmla="*/ 340982 w 470489"/>
                <a:gd name="connsiteY593" fmla="*/ 719669 h 737701"/>
                <a:gd name="connsiteX594" fmla="*/ 337703 w 470489"/>
                <a:gd name="connsiteY594" fmla="*/ 718030 h 737701"/>
                <a:gd name="connsiteX595" fmla="*/ 334425 w 470489"/>
                <a:gd name="connsiteY595" fmla="*/ 719669 h 737701"/>
                <a:gd name="connsiteX596" fmla="*/ 331146 w 470489"/>
                <a:gd name="connsiteY596" fmla="*/ 719669 h 737701"/>
                <a:gd name="connsiteX597" fmla="*/ 327867 w 470489"/>
                <a:gd name="connsiteY597" fmla="*/ 718030 h 737701"/>
                <a:gd name="connsiteX598" fmla="*/ 324589 w 470489"/>
                <a:gd name="connsiteY598" fmla="*/ 718030 h 737701"/>
                <a:gd name="connsiteX599" fmla="*/ 324589 w 470489"/>
                <a:gd name="connsiteY599" fmla="*/ 714751 h 737701"/>
                <a:gd name="connsiteX600" fmla="*/ 327867 w 470489"/>
                <a:gd name="connsiteY600" fmla="*/ 709833 h 737701"/>
                <a:gd name="connsiteX601" fmla="*/ 329507 w 470489"/>
                <a:gd name="connsiteY601" fmla="*/ 706554 h 737701"/>
                <a:gd name="connsiteX602" fmla="*/ 331146 w 470489"/>
                <a:gd name="connsiteY602" fmla="*/ 701636 h 737701"/>
                <a:gd name="connsiteX603" fmla="*/ 334425 w 470489"/>
                <a:gd name="connsiteY603" fmla="*/ 698358 h 737701"/>
                <a:gd name="connsiteX604" fmla="*/ 336064 w 470489"/>
                <a:gd name="connsiteY604" fmla="*/ 693440 h 737701"/>
                <a:gd name="connsiteX605" fmla="*/ 337703 w 470489"/>
                <a:gd name="connsiteY605" fmla="*/ 690161 h 737701"/>
                <a:gd name="connsiteX606" fmla="*/ 339343 w 470489"/>
                <a:gd name="connsiteY606" fmla="*/ 685243 h 737701"/>
                <a:gd name="connsiteX607" fmla="*/ 342622 w 470489"/>
                <a:gd name="connsiteY607" fmla="*/ 681964 h 737701"/>
                <a:gd name="connsiteX608" fmla="*/ 344261 w 470489"/>
                <a:gd name="connsiteY608" fmla="*/ 678685 h 737701"/>
                <a:gd name="connsiteX609" fmla="*/ 345900 w 470489"/>
                <a:gd name="connsiteY609" fmla="*/ 673768 h 737701"/>
                <a:gd name="connsiteX610" fmla="*/ 349179 w 470489"/>
                <a:gd name="connsiteY610" fmla="*/ 670489 h 737701"/>
                <a:gd name="connsiteX611" fmla="*/ 347540 w 470489"/>
                <a:gd name="connsiteY611" fmla="*/ 670489 h 737701"/>
                <a:gd name="connsiteX612" fmla="*/ 344261 w 470489"/>
                <a:gd name="connsiteY612" fmla="*/ 667210 h 737701"/>
                <a:gd name="connsiteX613" fmla="*/ 342622 w 470489"/>
                <a:gd name="connsiteY613" fmla="*/ 663931 h 737701"/>
                <a:gd name="connsiteX614" fmla="*/ 337703 w 470489"/>
                <a:gd name="connsiteY614" fmla="*/ 660653 h 737701"/>
                <a:gd name="connsiteX615" fmla="*/ 334425 w 470489"/>
                <a:gd name="connsiteY615" fmla="*/ 660653 h 737701"/>
                <a:gd name="connsiteX616" fmla="*/ 331146 w 470489"/>
                <a:gd name="connsiteY616" fmla="*/ 659014 h 737701"/>
                <a:gd name="connsiteX617" fmla="*/ 326228 w 470489"/>
                <a:gd name="connsiteY617" fmla="*/ 657374 h 737701"/>
                <a:gd name="connsiteX618" fmla="*/ 324589 w 470489"/>
                <a:gd name="connsiteY618" fmla="*/ 654095 h 737701"/>
                <a:gd name="connsiteX619" fmla="*/ 321310 w 470489"/>
                <a:gd name="connsiteY619" fmla="*/ 650817 h 737701"/>
                <a:gd name="connsiteX620" fmla="*/ 316392 w 470489"/>
                <a:gd name="connsiteY620" fmla="*/ 647538 h 737701"/>
                <a:gd name="connsiteX621" fmla="*/ 313113 w 470489"/>
                <a:gd name="connsiteY621" fmla="*/ 647538 h 737701"/>
                <a:gd name="connsiteX622" fmla="*/ 309835 w 470489"/>
                <a:gd name="connsiteY622" fmla="*/ 650817 h 737701"/>
                <a:gd name="connsiteX623" fmla="*/ 304917 w 470489"/>
                <a:gd name="connsiteY623" fmla="*/ 654095 h 737701"/>
                <a:gd name="connsiteX624" fmla="*/ 301638 w 470489"/>
                <a:gd name="connsiteY624" fmla="*/ 654095 h 737701"/>
                <a:gd name="connsiteX625" fmla="*/ 296720 w 470489"/>
                <a:gd name="connsiteY625" fmla="*/ 654095 h 737701"/>
                <a:gd name="connsiteX626" fmla="*/ 293441 w 470489"/>
                <a:gd name="connsiteY626" fmla="*/ 652456 h 737701"/>
                <a:gd name="connsiteX627" fmla="*/ 291802 w 470489"/>
                <a:gd name="connsiteY627" fmla="*/ 649177 h 737701"/>
                <a:gd name="connsiteX628" fmla="*/ 286884 w 470489"/>
                <a:gd name="connsiteY628" fmla="*/ 647538 h 737701"/>
                <a:gd name="connsiteX629" fmla="*/ 283605 w 470489"/>
                <a:gd name="connsiteY629" fmla="*/ 645899 h 737701"/>
                <a:gd name="connsiteX630" fmla="*/ 281966 w 470489"/>
                <a:gd name="connsiteY630" fmla="*/ 647538 h 737701"/>
                <a:gd name="connsiteX631" fmla="*/ 280327 w 470489"/>
                <a:gd name="connsiteY631" fmla="*/ 650817 h 737701"/>
                <a:gd name="connsiteX632" fmla="*/ 275409 w 470489"/>
                <a:gd name="connsiteY632" fmla="*/ 654095 h 737701"/>
                <a:gd name="connsiteX633" fmla="*/ 273769 w 470489"/>
                <a:gd name="connsiteY633" fmla="*/ 654095 h 737701"/>
                <a:gd name="connsiteX634" fmla="*/ 270491 w 470489"/>
                <a:gd name="connsiteY634" fmla="*/ 657374 h 737701"/>
                <a:gd name="connsiteX635" fmla="*/ 265573 w 470489"/>
                <a:gd name="connsiteY635" fmla="*/ 657374 h 737701"/>
                <a:gd name="connsiteX636" fmla="*/ 262294 w 470489"/>
                <a:gd name="connsiteY636" fmla="*/ 659014 h 737701"/>
                <a:gd name="connsiteX637" fmla="*/ 259015 w 470489"/>
                <a:gd name="connsiteY637" fmla="*/ 657374 h 737701"/>
                <a:gd name="connsiteX638" fmla="*/ 257376 w 470489"/>
                <a:gd name="connsiteY638" fmla="*/ 657374 h 737701"/>
                <a:gd name="connsiteX639" fmla="*/ 254097 w 470489"/>
                <a:gd name="connsiteY639" fmla="*/ 657374 h 737701"/>
                <a:gd name="connsiteX640" fmla="*/ 249179 w 470489"/>
                <a:gd name="connsiteY640" fmla="*/ 657374 h 737701"/>
                <a:gd name="connsiteX641" fmla="*/ 245901 w 470489"/>
                <a:gd name="connsiteY641" fmla="*/ 657374 h 737701"/>
                <a:gd name="connsiteX642" fmla="*/ 242622 w 470489"/>
                <a:gd name="connsiteY642" fmla="*/ 659014 h 737701"/>
                <a:gd name="connsiteX643" fmla="*/ 237704 w 470489"/>
                <a:gd name="connsiteY643" fmla="*/ 659014 h 737701"/>
                <a:gd name="connsiteX644" fmla="*/ 234425 w 470489"/>
                <a:gd name="connsiteY644" fmla="*/ 654095 h 737701"/>
                <a:gd name="connsiteX645" fmla="*/ 231147 w 470489"/>
                <a:gd name="connsiteY645" fmla="*/ 654095 h 737701"/>
                <a:gd name="connsiteX646" fmla="*/ 229507 w 470489"/>
                <a:gd name="connsiteY646" fmla="*/ 650817 h 737701"/>
                <a:gd name="connsiteX647" fmla="*/ 231147 w 470489"/>
                <a:gd name="connsiteY647" fmla="*/ 645899 h 737701"/>
                <a:gd name="connsiteX648" fmla="*/ 231147 w 470489"/>
                <a:gd name="connsiteY648" fmla="*/ 642620 h 737701"/>
                <a:gd name="connsiteX649" fmla="*/ 231147 w 470489"/>
                <a:gd name="connsiteY649" fmla="*/ 637702 h 737701"/>
                <a:gd name="connsiteX650" fmla="*/ 229507 w 470489"/>
                <a:gd name="connsiteY650" fmla="*/ 634424 h 737701"/>
                <a:gd name="connsiteX651" fmla="*/ 224589 w 470489"/>
                <a:gd name="connsiteY651" fmla="*/ 631145 h 737701"/>
                <a:gd name="connsiteX652" fmla="*/ 221310 w 470489"/>
                <a:gd name="connsiteY652" fmla="*/ 632784 h 737701"/>
                <a:gd name="connsiteX653" fmla="*/ 218032 w 470489"/>
                <a:gd name="connsiteY653" fmla="*/ 629505 h 737701"/>
                <a:gd name="connsiteX654" fmla="*/ 214753 w 470489"/>
                <a:gd name="connsiteY654" fmla="*/ 626227 h 737701"/>
                <a:gd name="connsiteX655" fmla="*/ 214753 w 470489"/>
                <a:gd name="connsiteY655" fmla="*/ 622948 h 737701"/>
                <a:gd name="connsiteX656" fmla="*/ 214753 w 470489"/>
                <a:gd name="connsiteY656" fmla="*/ 618030 h 737701"/>
                <a:gd name="connsiteX657" fmla="*/ 213114 w 470489"/>
                <a:gd name="connsiteY657" fmla="*/ 614751 h 737701"/>
                <a:gd name="connsiteX658" fmla="*/ 213114 w 470489"/>
                <a:gd name="connsiteY658" fmla="*/ 609833 h 737701"/>
                <a:gd name="connsiteX659" fmla="*/ 208196 w 470489"/>
                <a:gd name="connsiteY659" fmla="*/ 606555 h 737701"/>
                <a:gd name="connsiteX660" fmla="*/ 204917 w 470489"/>
                <a:gd name="connsiteY660" fmla="*/ 606555 h 737701"/>
                <a:gd name="connsiteX661" fmla="*/ 201638 w 470489"/>
                <a:gd name="connsiteY661" fmla="*/ 604915 h 737701"/>
                <a:gd name="connsiteX662" fmla="*/ 198360 w 470489"/>
                <a:gd name="connsiteY662" fmla="*/ 601637 h 737701"/>
                <a:gd name="connsiteX663" fmla="*/ 195081 w 470489"/>
                <a:gd name="connsiteY663" fmla="*/ 599997 h 737701"/>
                <a:gd name="connsiteX664" fmla="*/ 193442 w 470489"/>
                <a:gd name="connsiteY664" fmla="*/ 595080 h 737701"/>
                <a:gd name="connsiteX665" fmla="*/ 190163 w 470489"/>
                <a:gd name="connsiteY665" fmla="*/ 596718 h 737701"/>
                <a:gd name="connsiteX666" fmla="*/ 185245 w 470489"/>
                <a:gd name="connsiteY666" fmla="*/ 595080 h 737701"/>
                <a:gd name="connsiteX667" fmla="*/ 183606 w 470489"/>
                <a:gd name="connsiteY667" fmla="*/ 590161 h 737701"/>
                <a:gd name="connsiteX668" fmla="*/ 183606 w 470489"/>
                <a:gd name="connsiteY668" fmla="*/ 586883 h 737701"/>
                <a:gd name="connsiteX669" fmla="*/ 181966 w 470489"/>
                <a:gd name="connsiteY669" fmla="*/ 583604 h 737701"/>
                <a:gd name="connsiteX670" fmla="*/ 180327 w 470489"/>
                <a:gd name="connsiteY670" fmla="*/ 578686 h 737701"/>
                <a:gd name="connsiteX671" fmla="*/ 180327 w 470489"/>
                <a:gd name="connsiteY671" fmla="*/ 575407 h 737701"/>
                <a:gd name="connsiteX672" fmla="*/ 180327 w 470489"/>
                <a:gd name="connsiteY672" fmla="*/ 573768 h 737701"/>
                <a:gd name="connsiteX673" fmla="*/ 175409 w 470489"/>
                <a:gd name="connsiteY673" fmla="*/ 572128 h 737701"/>
                <a:gd name="connsiteX674" fmla="*/ 173770 w 470489"/>
                <a:gd name="connsiteY674" fmla="*/ 568850 h 737701"/>
                <a:gd name="connsiteX675" fmla="*/ 168852 w 470489"/>
                <a:gd name="connsiteY675" fmla="*/ 567211 h 737701"/>
                <a:gd name="connsiteX676" fmla="*/ 167213 w 470489"/>
                <a:gd name="connsiteY676" fmla="*/ 562293 h 737701"/>
                <a:gd name="connsiteX677" fmla="*/ 163934 w 470489"/>
                <a:gd name="connsiteY677" fmla="*/ 559014 h 737701"/>
                <a:gd name="connsiteX678" fmla="*/ 160655 w 470489"/>
                <a:gd name="connsiteY678" fmla="*/ 559014 h 737701"/>
                <a:gd name="connsiteX679" fmla="*/ 155737 w 470489"/>
                <a:gd name="connsiteY679" fmla="*/ 555735 h 737701"/>
                <a:gd name="connsiteX680" fmla="*/ 152458 w 470489"/>
                <a:gd name="connsiteY680" fmla="*/ 554096 h 737701"/>
                <a:gd name="connsiteX681" fmla="*/ 147540 w 470489"/>
                <a:gd name="connsiteY681" fmla="*/ 550817 h 737701"/>
                <a:gd name="connsiteX682" fmla="*/ 145901 w 470489"/>
                <a:gd name="connsiteY682" fmla="*/ 555735 h 737701"/>
                <a:gd name="connsiteX683" fmla="*/ 142623 w 470489"/>
                <a:gd name="connsiteY683" fmla="*/ 554096 h 737701"/>
                <a:gd name="connsiteX684" fmla="*/ 139344 w 470489"/>
                <a:gd name="connsiteY684" fmla="*/ 552457 h 737701"/>
                <a:gd name="connsiteX685" fmla="*/ 136065 w 470489"/>
                <a:gd name="connsiteY685" fmla="*/ 549178 h 737701"/>
                <a:gd name="connsiteX686" fmla="*/ 136065 w 470489"/>
                <a:gd name="connsiteY686" fmla="*/ 549178 h 737701"/>
                <a:gd name="connsiteX687" fmla="*/ 131147 w 470489"/>
                <a:gd name="connsiteY687" fmla="*/ 549178 h 737701"/>
                <a:gd name="connsiteX688" fmla="*/ 127868 w 470489"/>
                <a:gd name="connsiteY688" fmla="*/ 547538 h 737701"/>
                <a:gd name="connsiteX689" fmla="*/ 122950 w 470489"/>
                <a:gd name="connsiteY689" fmla="*/ 544260 h 737701"/>
                <a:gd name="connsiteX690" fmla="*/ 122950 w 470489"/>
                <a:gd name="connsiteY690" fmla="*/ 544260 h 737701"/>
                <a:gd name="connsiteX691" fmla="*/ 119672 w 470489"/>
                <a:gd name="connsiteY691" fmla="*/ 540981 h 737701"/>
                <a:gd name="connsiteX692" fmla="*/ 116393 w 470489"/>
                <a:gd name="connsiteY692" fmla="*/ 536063 h 737701"/>
                <a:gd name="connsiteX693" fmla="*/ 113114 w 470489"/>
                <a:gd name="connsiteY693" fmla="*/ 532784 h 737701"/>
                <a:gd name="connsiteX694" fmla="*/ 109836 w 470489"/>
                <a:gd name="connsiteY694" fmla="*/ 532784 h 737701"/>
                <a:gd name="connsiteX695" fmla="*/ 106557 w 470489"/>
                <a:gd name="connsiteY695" fmla="*/ 532784 h 737701"/>
                <a:gd name="connsiteX696" fmla="*/ 101639 w 470489"/>
                <a:gd name="connsiteY696" fmla="*/ 532784 h 737701"/>
                <a:gd name="connsiteX697" fmla="*/ 101639 w 470489"/>
                <a:gd name="connsiteY697" fmla="*/ 534424 h 737701"/>
                <a:gd name="connsiteX698" fmla="*/ 101639 w 470489"/>
                <a:gd name="connsiteY698" fmla="*/ 539342 h 737701"/>
                <a:gd name="connsiteX699" fmla="*/ 101639 w 470489"/>
                <a:gd name="connsiteY699" fmla="*/ 539342 h 737701"/>
                <a:gd name="connsiteX700" fmla="*/ 96721 w 470489"/>
                <a:gd name="connsiteY700" fmla="*/ 539342 h 737701"/>
                <a:gd name="connsiteX701" fmla="*/ 93442 w 470489"/>
                <a:gd name="connsiteY701" fmla="*/ 537703 h 737701"/>
                <a:gd name="connsiteX702" fmla="*/ 90164 w 470489"/>
                <a:gd name="connsiteY702" fmla="*/ 539342 h 737701"/>
                <a:gd name="connsiteX703" fmla="*/ 85246 w 470489"/>
                <a:gd name="connsiteY703" fmla="*/ 539342 h 737701"/>
                <a:gd name="connsiteX704" fmla="*/ 81967 w 470489"/>
                <a:gd name="connsiteY704" fmla="*/ 537703 h 737701"/>
                <a:gd name="connsiteX705" fmla="*/ 80328 w 470489"/>
                <a:gd name="connsiteY705" fmla="*/ 537703 h 737701"/>
                <a:gd name="connsiteX706" fmla="*/ 75410 w 470489"/>
                <a:gd name="connsiteY706" fmla="*/ 534424 h 737701"/>
                <a:gd name="connsiteX707" fmla="*/ 73770 w 470489"/>
                <a:gd name="connsiteY707" fmla="*/ 534424 h 737701"/>
                <a:gd name="connsiteX708" fmla="*/ 70492 w 470489"/>
                <a:gd name="connsiteY708" fmla="*/ 534424 h 737701"/>
                <a:gd name="connsiteX709" fmla="*/ 67213 w 470489"/>
                <a:gd name="connsiteY709" fmla="*/ 534424 h 737701"/>
                <a:gd name="connsiteX710" fmla="*/ 62295 w 470489"/>
                <a:gd name="connsiteY710" fmla="*/ 532784 h 737701"/>
                <a:gd name="connsiteX711" fmla="*/ 62295 w 470489"/>
                <a:gd name="connsiteY711" fmla="*/ 527867 h 737701"/>
                <a:gd name="connsiteX712" fmla="*/ 62295 w 470489"/>
                <a:gd name="connsiteY712" fmla="*/ 524588 h 737701"/>
                <a:gd name="connsiteX713" fmla="*/ 60656 w 470489"/>
                <a:gd name="connsiteY713" fmla="*/ 521309 h 737701"/>
                <a:gd name="connsiteX714" fmla="*/ 57377 w 470489"/>
                <a:gd name="connsiteY714" fmla="*/ 519670 h 737701"/>
                <a:gd name="connsiteX715" fmla="*/ 54098 w 470489"/>
                <a:gd name="connsiteY715" fmla="*/ 518031 h 737701"/>
                <a:gd name="connsiteX716" fmla="*/ 54098 w 470489"/>
                <a:gd name="connsiteY716" fmla="*/ 514752 h 737701"/>
                <a:gd name="connsiteX717" fmla="*/ 50820 w 470489"/>
                <a:gd name="connsiteY717" fmla="*/ 513113 h 737701"/>
                <a:gd name="connsiteX718" fmla="*/ 47541 w 470489"/>
                <a:gd name="connsiteY718" fmla="*/ 514752 h 737701"/>
                <a:gd name="connsiteX719" fmla="*/ 44262 w 470489"/>
                <a:gd name="connsiteY719" fmla="*/ 511473 h 737701"/>
                <a:gd name="connsiteX720" fmla="*/ 40983 w 470489"/>
                <a:gd name="connsiteY720" fmla="*/ 509834 h 737701"/>
                <a:gd name="connsiteX721" fmla="*/ 36066 w 470489"/>
                <a:gd name="connsiteY721" fmla="*/ 509834 h 737701"/>
                <a:gd name="connsiteX722" fmla="*/ 32787 w 470489"/>
                <a:gd name="connsiteY722" fmla="*/ 506555 h 737701"/>
                <a:gd name="connsiteX723" fmla="*/ 29508 w 470489"/>
                <a:gd name="connsiteY723" fmla="*/ 503277 h 737701"/>
                <a:gd name="connsiteX724" fmla="*/ 26229 w 470489"/>
                <a:gd name="connsiteY724" fmla="*/ 501637 h 737701"/>
                <a:gd name="connsiteX725" fmla="*/ 22951 w 470489"/>
                <a:gd name="connsiteY725" fmla="*/ 496719 h 737701"/>
                <a:gd name="connsiteX726" fmla="*/ 19672 w 470489"/>
                <a:gd name="connsiteY726" fmla="*/ 496719 h 737701"/>
                <a:gd name="connsiteX727" fmla="*/ 18033 w 470489"/>
                <a:gd name="connsiteY727" fmla="*/ 493440 h 737701"/>
                <a:gd name="connsiteX728" fmla="*/ 16393 w 470489"/>
                <a:gd name="connsiteY728" fmla="*/ 495080 h 737701"/>
                <a:gd name="connsiteX729" fmla="*/ 16393 w 470489"/>
                <a:gd name="connsiteY729" fmla="*/ 493440 h 737701"/>
                <a:gd name="connsiteX730" fmla="*/ 13115 w 470489"/>
                <a:gd name="connsiteY730" fmla="*/ 490162 h 737701"/>
                <a:gd name="connsiteX731" fmla="*/ 9836 w 470489"/>
                <a:gd name="connsiteY731" fmla="*/ 486883 h 737701"/>
                <a:gd name="connsiteX732" fmla="*/ 8197 w 470489"/>
                <a:gd name="connsiteY732" fmla="*/ 483604 h 737701"/>
                <a:gd name="connsiteX733" fmla="*/ 4918 w 470489"/>
                <a:gd name="connsiteY733" fmla="*/ 480326 h 737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</a:cxnLst>
              <a:rect l="l" t="t" r="r" b="b"/>
              <a:pathLst>
                <a:path w="470489" h="737701">
                  <a:moveTo>
                    <a:pt x="4918" y="480326"/>
                  </a:moveTo>
                  <a:lnTo>
                    <a:pt x="4918" y="480326"/>
                  </a:lnTo>
                  <a:lnTo>
                    <a:pt x="0" y="478687"/>
                  </a:lnTo>
                  <a:lnTo>
                    <a:pt x="1639" y="475408"/>
                  </a:lnTo>
                  <a:lnTo>
                    <a:pt x="4918" y="472129"/>
                  </a:lnTo>
                  <a:lnTo>
                    <a:pt x="8197" y="468850"/>
                  </a:lnTo>
                  <a:lnTo>
                    <a:pt x="11476" y="470490"/>
                  </a:lnTo>
                  <a:lnTo>
                    <a:pt x="14754" y="470490"/>
                  </a:lnTo>
                  <a:lnTo>
                    <a:pt x="18033" y="472129"/>
                  </a:lnTo>
                  <a:lnTo>
                    <a:pt x="19672" y="467211"/>
                  </a:lnTo>
                  <a:lnTo>
                    <a:pt x="18033" y="463933"/>
                  </a:lnTo>
                  <a:lnTo>
                    <a:pt x="18033" y="460654"/>
                  </a:lnTo>
                  <a:lnTo>
                    <a:pt x="16393" y="457375"/>
                  </a:lnTo>
                  <a:lnTo>
                    <a:pt x="14754" y="452457"/>
                  </a:lnTo>
                  <a:lnTo>
                    <a:pt x="14754" y="452457"/>
                  </a:lnTo>
                  <a:lnTo>
                    <a:pt x="16393" y="449178"/>
                  </a:lnTo>
                  <a:lnTo>
                    <a:pt x="19672" y="444260"/>
                  </a:lnTo>
                  <a:lnTo>
                    <a:pt x="22951" y="442621"/>
                  </a:lnTo>
                  <a:lnTo>
                    <a:pt x="26229" y="440981"/>
                  </a:lnTo>
                  <a:lnTo>
                    <a:pt x="29508" y="439343"/>
                  </a:lnTo>
                  <a:lnTo>
                    <a:pt x="34426" y="437703"/>
                  </a:lnTo>
                  <a:lnTo>
                    <a:pt x="36066" y="439343"/>
                  </a:lnTo>
                  <a:lnTo>
                    <a:pt x="36066" y="439343"/>
                  </a:lnTo>
                  <a:lnTo>
                    <a:pt x="36066" y="439343"/>
                  </a:lnTo>
                  <a:lnTo>
                    <a:pt x="37705" y="439343"/>
                  </a:lnTo>
                  <a:lnTo>
                    <a:pt x="40983" y="439343"/>
                  </a:lnTo>
                  <a:lnTo>
                    <a:pt x="44262" y="434424"/>
                  </a:lnTo>
                  <a:lnTo>
                    <a:pt x="47541" y="437703"/>
                  </a:lnTo>
                  <a:lnTo>
                    <a:pt x="50820" y="436064"/>
                  </a:lnTo>
                  <a:lnTo>
                    <a:pt x="50820" y="434424"/>
                  </a:lnTo>
                  <a:lnTo>
                    <a:pt x="50820" y="431146"/>
                  </a:lnTo>
                  <a:lnTo>
                    <a:pt x="50820" y="427867"/>
                  </a:lnTo>
                  <a:lnTo>
                    <a:pt x="50820" y="427867"/>
                  </a:lnTo>
                  <a:lnTo>
                    <a:pt x="55738" y="424588"/>
                  </a:lnTo>
                  <a:lnTo>
                    <a:pt x="55738" y="419670"/>
                  </a:lnTo>
                  <a:lnTo>
                    <a:pt x="54098" y="416391"/>
                  </a:lnTo>
                  <a:lnTo>
                    <a:pt x="57377" y="414752"/>
                  </a:lnTo>
                  <a:lnTo>
                    <a:pt x="59016" y="414752"/>
                  </a:lnTo>
                  <a:lnTo>
                    <a:pt x="60656" y="411474"/>
                  </a:lnTo>
                  <a:lnTo>
                    <a:pt x="62295" y="408195"/>
                  </a:lnTo>
                  <a:lnTo>
                    <a:pt x="65573" y="404916"/>
                  </a:lnTo>
                  <a:lnTo>
                    <a:pt x="65573" y="401637"/>
                  </a:lnTo>
                  <a:lnTo>
                    <a:pt x="68852" y="396720"/>
                  </a:lnTo>
                  <a:lnTo>
                    <a:pt x="68852" y="393441"/>
                  </a:lnTo>
                  <a:lnTo>
                    <a:pt x="72131" y="391801"/>
                  </a:lnTo>
                  <a:lnTo>
                    <a:pt x="73770" y="390162"/>
                  </a:lnTo>
                  <a:lnTo>
                    <a:pt x="77049" y="388523"/>
                  </a:lnTo>
                  <a:lnTo>
                    <a:pt x="73770" y="385244"/>
                  </a:lnTo>
                  <a:lnTo>
                    <a:pt x="77049" y="381966"/>
                  </a:lnTo>
                  <a:lnTo>
                    <a:pt x="78688" y="378687"/>
                  </a:lnTo>
                  <a:lnTo>
                    <a:pt x="75410" y="378687"/>
                  </a:lnTo>
                  <a:lnTo>
                    <a:pt x="72131" y="380326"/>
                  </a:lnTo>
                  <a:lnTo>
                    <a:pt x="70492" y="377047"/>
                  </a:lnTo>
                  <a:lnTo>
                    <a:pt x="73770" y="375408"/>
                  </a:lnTo>
                  <a:lnTo>
                    <a:pt x="73770" y="370490"/>
                  </a:lnTo>
                  <a:lnTo>
                    <a:pt x="70492" y="370490"/>
                  </a:lnTo>
                  <a:lnTo>
                    <a:pt x="68852" y="373769"/>
                  </a:lnTo>
                  <a:lnTo>
                    <a:pt x="65573" y="373769"/>
                  </a:lnTo>
                  <a:lnTo>
                    <a:pt x="65573" y="370490"/>
                  </a:lnTo>
                  <a:lnTo>
                    <a:pt x="65573" y="365572"/>
                  </a:lnTo>
                  <a:lnTo>
                    <a:pt x="68852" y="363933"/>
                  </a:lnTo>
                  <a:lnTo>
                    <a:pt x="73770" y="362294"/>
                  </a:lnTo>
                  <a:lnTo>
                    <a:pt x="70492" y="362294"/>
                  </a:lnTo>
                  <a:lnTo>
                    <a:pt x="68852" y="360654"/>
                  </a:lnTo>
                  <a:lnTo>
                    <a:pt x="67213" y="357376"/>
                  </a:lnTo>
                  <a:lnTo>
                    <a:pt x="68852" y="354097"/>
                  </a:lnTo>
                  <a:lnTo>
                    <a:pt x="70492" y="350818"/>
                  </a:lnTo>
                  <a:lnTo>
                    <a:pt x="70492" y="345900"/>
                  </a:lnTo>
                  <a:lnTo>
                    <a:pt x="70492" y="342621"/>
                  </a:lnTo>
                  <a:lnTo>
                    <a:pt x="72131" y="339343"/>
                  </a:lnTo>
                  <a:lnTo>
                    <a:pt x="70492" y="334425"/>
                  </a:lnTo>
                  <a:lnTo>
                    <a:pt x="68852" y="331146"/>
                  </a:lnTo>
                  <a:lnTo>
                    <a:pt x="70492" y="329507"/>
                  </a:lnTo>
                  <a:lnTo>
                    <a:pt x="68852" y="326228"/>
                  </a:lnTo>
                  <a:lnTo>
                    <a:pt x="70492" y="321310"/>
                  </a:lnTo>
                  <a:lnTo>
                    <a:pt x="70492" y="318031"/>
                  </a:lnTo>
                  <a:lnTo>
                    <a:pt x="68852" y="314753"/>
                  </a:lnTo>
                  <a:lnTo>
                    <a:pt x="68852" y="309835"/>
                  </a:lnTo>
                  <a:lnTo>
                    <a:pt x="65573" y="308196"/>
                  </a:lnTo>
                  <a:lnTo>
                    <a:pt x="65573" y="303277"/>
                  </a:lnTo>
                  <a:lnTo>
                    <a:pt x="68852" y="301638"/>
                  </a:lnTo>
                  <a:lnTo>
                    <a:pt x="72131" y="299999"/>
                  </a:lnTo>
                  <a:lnTo>
                    <a:pt x="75410" y="296720"/>
                  </a:lnTo>
                  <a:lnTo>
                    <a:pt x="75410" y="293441"/>
                  </a:lnTo>
                  <a:lnTo>
                    <a:pt x="73770" y="288523"/>
                  </a:lnTo>
                  <a:lnTo>
                    <a:pt x="72131" y="285244"/>
                  </a:lnTo>
                  <a:lnTo>
                    <a:pt x="68852" y="281966"/>
                  </a:lnTo>
                  <a:lnTo>
                    <a:pt x="67213" y="277048"/>
                  </a:lnTo>
                  <a:lnTo>
                    <a:pt x="67213" y="273769"/>
                  </a:lnTo>
                  <a:lnTo>
                    <a:pt x="70492" y="272130"/>
                  </a:lnTo>
                  <a:lnTo>
                    <a:pt x="70492" y="268851"/>
                  </a:lnTo>
                  <a:lnTo>
                    <a:pt x="72131" y="263933"/>
                  </a:lnTo>
                  <a:lnTo>
                    <a:pt x="73770" y="260654"/>
                  </a:lnTo>
                  <a:lnTo>
                    <a:pt x="70492" y="257376"/>
                  </a:lnTo>
                  <a:lnTo>
                    <a:pt x="67213" y="254097"/>
                  </a:lnTo>
                  <a:lnTo>
                    <a:pt x="65573" y="250819"/>
                  </a:lnTo>
                  <a:lnTo>
                    <a:pt x="62295" y="247540"/>
                  </a:lnTo>
                  <a:lnTo>
                    <a:pt x="60656" y="242622"/>
                  </a:lnTo>
                  <a:lnTo>
                    <a:pt x="60656" y="239343"/>
                  </a:lnTo>
                  <a:lnTo>
                    <a:pt x="57377" y="236064"/>
                  </a:lnTo>
                  <a:lnTo>
                    <a:pt x="54098" y="232786"/>
                  </a:lnTo>
                  <a:lnTo>
                    <a:pt x="54098" y="231147"/>
                  </a:lnTo>
                  <a:lnTo>
                    <a:pt x="54098" y="231147"/>
                  </a:lnTo>
                  <a:lnTo>
                    <a:pt x="54098" y="227868"/>
                  </a:lnTo>
                  <a:lnTo>
                    <a:pt x="55738" y="226229"/>
                  </a:lnTo>
                  <a:lnTo>
                    <a:pt x="55738" y="222950"/>
                  </a:lnTo>
                  <a:lnTo>
                    <a:pt x="59016" y="219671"/>
                  </a:lnTo>
                  <a:lnTo>
                    <a:pt x="60656" y="218032"/>
                  </a:lnTo>
                  <a:lnTo>
                    <a:pt x="59016" y="213114"/>
                  </a:lnTo>
                  <a:lnTo>
                    <a:pt x="60656" y="209835"/>
                  </a:lnTo>
                  <a:lnTo>
                    <a:pt x="63934" y="213114"/>
                  </a:lnTo>
                  <a:lnTo>
                    <a:pt x="65573" y="218032"/>
                  </a:lnTo>
                  <a:lnTo>
                    <a:pt x="68852" y="214753"/>
                  </a:lnTo>
                  <a:lnTo>
                    <a:pt x="72131" y="213114"/>
                  </a:lnTo>
                  <a:lnTo>
                    <a:pt x="75410" y="208196"/>
                  </a:lnTo>
                  <a:lnTo>
                    <a:pt x="75410" y="208196"/>
                  </a:lnTo>
                  <a:lnTo>
                    <a:pt x="77049" y="204917"/>
                  </a:lnTo>
                  <a:lnTo>
                    <a:pt x="78688" y="201639"/>
                  </a:lnTo>
                  <a:lnTo>
                    <a:pt x="81967" y="198360"/>
                  </a:lnTo>
                  <a:lnTo>
                    <a:pt x="81967" y="195081"/>
                  </a:lnTo>
                  <a:lnTo>
                    <a:pt x="80328" y="190163"/>
                  </a:lnTo>
                  <a:lnTo>
                    <a:pt x="78688" y="186884"/>
                  </a:lnTo>
                  <a:lnTo>
                    <a:pt x="75410" y="183606"/>
                  </a:lnTo>
                  <a:lnTo>
                    <a:pt x="75410" y="178688"/>
                  </a:lnTo>
                  <a:lnTo>
                    <a:pt x="72131" y="175409"/>
                  </a:lnTo>
                  <a:lnTo>
                    <a:pt x="73770" y="172130"/>
                  </a:lnTo>
                  <a:lnTo>
                    <a:pt x="73770" y="170491"/>
                  </a:lnTo>
                  <a:lnTo>
                    <a:pt x="77049" y="167213"/>
                  </a:lnTo>
                  <a:lnTo>
                    <a:pt x="78688" y="170491"/>
                  </a:lnTo>
                  <a:lnTo>
                    <a:pt x="80328" y="173770"/>
                  </a:lnTo>
                  <a:lnTo>
                    <a:pt x="80328" y="175409"/>
                  </a:lnTo>
                  <a:lnTo>
                    <a:pt x="83606" y="177049"/>
                  </a:lnTo>
                  <a:lnTo>
                    <a:pt x="86885" y="181966"/>
                  </a:lnTo>
                  <a:lnTo>
                    <a:pt x="88524" y="185245"/>
                  </a:lnTo>
                  <a:lnTo>
                    <a:pt x="90164" y="185245"/>
                  </a:lnTo>
                  <a:lnTo>
                    <a:pt x="91803" y="190163"/>
                  </a:lnTo>
                  <a:lnTo>
                    <a:pt x="96721" y="191803"/>
                  </a:lnTo>
                  <a:lnTo>
                    <a:pt x="95082" y="195081"/>
                  </a:lnTo>
                  <a:lnTo>
                    <a:pt x="91803" y="198360"/>
                  </a:lnTo>
                  <a:lnTo>
                    <a:pt x="96721" y="201639"/>
                  </a:lnTo>
                  <a:lnTo>
                    <a:pt x="100000" y="198360"/>
                  </a:lnTo>
                  <a:lnTo>
                    <a:pt x="100000" y="195081"/>
                  </a:lnTo>
                  <a:lnTo>
                    <a:pt x="100000" y="193442"/>
                  </a:lnTo>
                  <a:lnTo>
                    <a:pt x="100000" y="188524"/>
                  </a:lnTo>
                  <a:lnTo>
                    <a:pt x="98360" y="185245"/>
                  </a:lnTo>
                  <a:lnTo>
                    <a:pt x="100000" y="181966"/>
                  </a:lnTo>
                  <a:lnTo>
                    <a:pt x="98360" y="178688"/>
                  </a:lnTo>
                  <a:lnTo>
                    <a:pt x="96721" y="173770"/>
                  </a:lnTo>
                  <a:lnTo>
                    <a:pt x="95082" y="170491"/>
                  </a:lnTo>
                  <a:lnTo>
                    <a:pt x="98360" y="168852"/>
                  </a:lnTo>
                  <a:lnTo>
                    <a:pt x="101639" y="167213"/>
                  </a:lnTo>
                  <a:lnTo>
                    <a:pt x="104918" y="163934"/>
                  </a:lnTo>
                  <a:lnTo>
                    <a:pt x="109836" y="162294"/>
                  </a:lnTo>
                  <a:lnTo>
                    <a:pt x="113114" y="159016"/>
                  </a:lnTo>
                  <a:lnTo>
                    <a:pt x="113114" y="157376"/>
                  </a:lnTo>
                  <a:lnTo>
                    <a:pt x="118032" y="155737"/>
                  </a:lnTo>
                  <a:lnTo>
                    <a:pt x="119672" y="152459"/>
                  </a:lnTo>
                  <a:lnTo>
                    <a:pt x="122950" y="147540"/>
                  </a:lnTo>
                  <a:lnTo>
                    <a:pt x="122950" y="144262"/>
                  </a:lnTo>
                  <a:lnTo>
                    <a:pt x="126229" y="140983"/>
                  </a:lnTo>
                  <a:lnTo>
                    <a:pt x="131147" y="137704"/>
                  </a:lnTo>
                  <a:lnTo>
                    <a:pt x="134426" y="134426"/>
                  </a:lnTo>
                  <a:lnTo>
                    <a:pt x="137704" y="132786"/>
                  </a:lnTo>
                  <a:lnTo>
                    <a:pt x="140983" y="134426"/>
                  </a:lnTo>
                  <a:lnTo>
                    <a:pt x="145901" y="132786"/>
                  </a:lnTo>
                  <a:lnTo>
                    <a:pt x="147540" y="129508"/>
                  </a:lnTo>
                  <a:lnTo>
                    <a:pt x="147540" y="124590"/>
                  </a:lnTo>
                  <a:lnTo>
                    <a:pt x="144262" y="121311"/>
                  </a:lnTo>
                  <a:lnTo>
                    <a:pt x="145901" y="118032"/>
                  </a:lnTo>
                  <a:lnTo>
                    <a:pt x="145901" y="114754"/>
                  </a:lnTo>
                  <a:lnTo>
                    <a:pt x="147540" y="109836"/>
                  </a:lnTo>
                  <a:lnTo>
                    <a:pt x="149180" y="108196"/>
                  </a:lnTo>
                  <a:lnTo>
                    <a:pt x="149180" y="104917"/>
                  </a:lnTo>
                  <a:lnTo>
                    <a:pt x="149180" y="104917"/>
                  </a:lnTo>
                  <a:lnTo>
                    <a:pt x="150819" y="101639"/>
                  </a:lnTo>
                  <a:lnTo>
                    <a:pt x="147540" y="100000"/>
                  </a:lnTo>
                  <a:lnTo>
                    <a:pt x="149180" y="96721"/>
                  </a:lnTo>
                  <a:lnTo>
                    <a:pt x="152458" y="95082"/>
                  </a:lnTo>
                  <a:lnTo>
                    <a:pt x="152458" y="91803"/>
                  </a:lnTo>
                  <a:lnTo>
                    <a:pt x="152458" y="91803"/>
                  </a:lnTo>
                  <a:lnTo>
                    <a:pt x="152458" y="88524"/>
                  </a:lnTo>
                  <a:lnTo>
                    <a:pt x="152458" y="83606"/>
                  </a:lnTo>
                  <a:lnTo>
                    <a:pt x="157376" y="80327"/>
                  </a:lnTo>
                  <a:lnTo>
                    <a:pt x="160655" y="78688"/>
                  </a:lnTo>
                  <a:lnTo>
                    <a:pt x="163934" y="77049"/>
                  </a:lnTo>
                  <a:lnTo>
                    <a:pt x="163934" y="75410"/>
                  </a:lnTo>
                  <a:lnTo>
                    <a:pt x="163934" y="73770"/>
                  </a:lnTo>
                  <a:lnTo>
                    <a:pt x="167213" y="70492"/>
                  </a:lnTo>
                  <a:lnTo>
                    <a:pt x="172130" y="68852"/>
                  </a:lnTo>
                  <a:lnTo>
                    <a:pt x="173770" y="65573"/>
                  </a:lnTo>
                  <a:lnTo>
                    <a:pt x="177048" y="62295"/>
                  </a:lnTo>
                  <a:lnTo>
                    <a:pt x="180327" y="59016"/>
                  </a:lnTo>
                  <a:lnTo>
                    <a:pt x="183606" y="60656"/>
                  </a:lnTo>
                  <a:lnTo>
                    <a:pt x="186885" y="62295"/>
                  </a:lnTo>
                  <a:lnTo>
                    <a:pt x="190163" y="63934"/>
                  </a:lnTo>
                  <a:lnTo>
                    <a:pt x="195081" y="65573"/>
                  </a:lnTo>
                  <a:lnTo>
                    <a:pt x="198360" y="65573"/>
                  </a:lnTo>
                  <a:lnTo>
                    <a:pt x="198360" y="65573"/>
                  </a:lnTo>
                  <a:lnTo>
                    <a:pt x="195081" y="65573"/>
                  </a:lnTo>
                  <a:lnTo>
                    <a:pt x="195081" y="65573"/>
                  </a:lnTo>
                  <a:lnTo>
                    <a:pt x="193442" y="65573"/>
                  </a:lnTo>
                  <a:lnTo>
                    <a:pt x="193442" y="68852"/>
                  </a:lnTo>
                  <a:lnTo>
                    <a:pt x="188524" y="70492"/>
                  </a:lnTo>
                  <a:lnTo>
                    <a:pt x="191803" y="75410"/>
                  </a:lnTo>
                  <a:lnTo>
                    <a:pt x="195081" y="75410"/>
                  </a:lnTo>
                  <a:lnTo>
                    <a:pt x="198360" y="72131"/>
                  </a:lnTo>
                  <a:lnTo>
                    <a:pt x="199999" y="68852"/>
                  </a:lnTo>
                  <a:lnTo>
                    <a:pt x="201638" y="67213"/>
                  </a:lnTo>
                  <a:lnTo>
                    <a:pt x="201638" y="63934"/>
                  </a:lnTo>
                  <a:lnTo>
                    <a:pt x="203278" y="63934"/>
                  </a:lnTo>
                  <a:lnTo>
                    <a:pt x="204917" y="60656"/>
                  </a:lnTo>
                  <a:lnTo>
                    <a:pt x="204917" y="57377"/>
                  </a:lnTo>
                  <a:lnTo>
                    <a:pt x="204917" y="52459"/>
                  </a:lnTo>
                  <a:lnTo>
                    <a:pt x="208196" y="50820"/>
                  </a:lnTo>
                  <a:lnTo>
                    <a:pt x="213114" y="49180"/>
                  </a:lnTo>
                  <a:lnTo>
                    <a:pt x="216393" y="50820"/>
                  </a:lnTo>
                  <a:lnTo>
                    <a:pt x="219671" y="52459"/>
                  </a:lnTo>
                  <a:lnTo>
                    <a:pt x="222950" y="52459"/>
                  </a:lnTo>
                  <a:lnTo>
                    <a:pt x="227868" y="52459"/>
                  </a:lnTo>
                  <a:lnTo>
                    <a:pt x="231147" y="52459"/>
                  </a:lnTo>
                  <a:lnTo>
                    <a:pt x="234425" y="52459"/>
                  </a:lnTo>
                  <a:lnTo>
                    <a:pt x="239343" y="52459"/>
                  </a:lnTo>
                  <a:lnTo>
                    <a:pt x="242622" y="50820"/>
                  </a:lnTo>
                  <a:lnTo>
                    <a:pt x="245901" y="45901"/>
                  </a:lnTo>
                  <a:lnTo>
                    <a:pt x="250819" y="42623"/>
                  </a:lnTo>
                  <a:lnTo>
                    <a:pt x="254097" y="40983"/>
                  </a:lnTo>
                  <a:lnTo>
                    <a:pt x="255737" y="39344"/>
                  </a:lnTo>
                  <a:lnTo>
                    <a:pt x="257376" y="37705"/>
                  </a:lnTo>
                  <a:lnTo>
                    <a:pt x="259015" y="36066"/>
                  </a:lnTo>
                  <a:lnTo>
                    <a:pt x="262294" y="32787"/>
                  </a:lnTo>
                  <a:lnTo>
                    <a:pt x="263933" y="32787"/>
                  </a:lnTo>
                  <a:lnTo>
                    <a:pt x="267212" y="32787"/>
                  </a:lnTo>
                  <a:lnTo>
                    <a:pt x="270491" y="31148"/>
                  </a:lnTo>
                  <a:lnTo>
                    <a:pt x="273769" y="29508"/>
                  </a:lnTo>
                  <a:lnTo>
                    <a:pt x="277048" y="27869"/>
                  </a:lnTo>
                  <a:lnTo>
                    <a:pt x="281966" y="26229"/>
                  </a:lnTo>
                  <a:lnTo>
                    <a:pt x="283605" y="21311"/>
                  </a:lnTo>
                  <a:lnTo>
                    <a:pt x="286884" y="18033"/>
                  </a:lnTo>
                  <a:lnTo>
                    <a:pt x="286884" y="14754"/>
                  </a:lnTo>
                  <a:lnTo>
                    <a:pt x="286884" y="11476"/>
                  </a:lnTo>
                  <a:lnTo>
                    <a:pt x="290163" y="9836"/>
                  </a:lnTo>
                  <a:lnTo>
                    <a:pt x="293441" y="8197"/>
                  </a:lnTo>
                  <a:lnTo>
                    <a:pt x="295081" y="9836"/>
                  </a:lnTo>
                  <a:lnTo>
                    <a:pt x="293441" y="13115"/>
                  </a:lnTo>
                  <a:lnTo>
                    <a:pt x="296720" y="11476"/>
                  </a:lnTo>
                  <a:lnTo>
                    <a:pt x="295081" y="8197"/>
                  </a:lnTo>
                  <a:lnTo>
                    <a:pt x="299999" y="4918"/>
                  </a:lnTo>
                  <a:lnTo>
                    <a:pt x="303277" y="4918"/>
                  </a:lnTo>
                  <a:lnTo>
                    <a:pt x="306556" y="3279"/>
                  </a:lnTo>
                  <a:lnTo>
                    <a:pt x="309835" y="0"/>
                  </a:lnTo>
                  <a:lnTo>
                    <a:pt x="314753" y="1639"/>
                  </a:lnTo>
                  <a:lnTo>
                    <a:pt x="318031" y="3279"/>
                  </a:lnTo>
                  <a:lnTo>
                    <a:pt x="321310" y="4918"/>
                  </a:lnTo>
                  <a:lnTo>
                    <a:pt x="322950" y="6557"/>
                  </a:lnTo>
                  <a:lnTo>
                    <a:pt x="324589" y="11476"/>
                  </a:lnTo>
                  <a:lnTo>
                    <a:pt x="326228" y="14754"/>
                  </a:lnTo>
                  <a:lnTo>
                    <a:pt x="326228" y="18033"/>
                  </a:lnTo>
                  <a:lnTo>
                    <a:pt x="322950" y="21311"/>
                  </a:lnTo>
                  <a:lnTo>
                    <a:pt x="319671" y="24590"/>
                  </a:lnTo>
                  <a:lnTo>
                    <a:pt x="318031" y="26229"/>
                  </a:lnTo>
                  <a:lnTo>
                    <a:pt x="314753" y="27869"/>
                  </a:lnTo>
                  <a:lnTo>
                    <a:pt x="311474" y="29508"/>
                  </a:lnTo>
                  <a:lnTo>
                    <a:pt x="306556" y="31148"/>
                  </a:lnTo>
                  <a:lnTo>
                    <a:pt x="303277" y="32787"/>
                  </a:lnTo>
                  <a:lnTo>
                    <a:pt x="299999" y="34426"/>
                  </a:lnTo>
                  <a:lnTo>
                    <a:pt x="295081" y="34426"/>
                  </a:lnTo>
                  <a:lnTo>
                    <a:pt x="291802" y="36066"/>
                  </a:lnTo>
                  <a:lnTo>
                    <a:pt x="290163" y="39344"/>
                  </a:lnTo>
                  <a:lnTo>
                    <a:pt x="286884" y="42623"/>
                  </a:lnTo>
                  <a:lnTo>
                    <a:pt x="285245" y="47541"/>
                  </a:lnTo>
                  <a:lnTo>
                    <a:pt x="283605" y="49180"/>
                  </a:lnTo>
                  <a:lnTo>
                    <a:pt x="281966" y="54098"/>
                  </a:lnTo>
                  <a:lnTo>
                    <a:pt x="278687" y="57377"/>
                  </a:lnTo>
                  <a:lnTo>
                    <a:pt x="273769" y="57377"/>
                  </a:lnTo>
                  <a:lnTo>
                    <a:pt x="270491" y="59016"/>
                  </a:lnTo>
                  <a:lnTo>
                    <a:pt x="268851" y="63934"/>
                  </a:lnTo>
                  <a:lnTo>
                    <a:pt x="267212" y="67213"/>
                  </a:lnTo>
                  <a:lnTo>
                    <a:pt x="263933" y="70492"/>
                  </a:lnTo>
                  <a:lnTo>
                    <a:pt x="260655" y="75410"/>
                  </a:lnTo>
                  <a:lnTo>
                    <a:pt x="259015" y="78688"/>
                  </a:lnTo>
                  <a:lnTo>
                    <a:pt x="257376" y="81967"/>
                  </a:lnTo>
                  <a:lnTo>
                    <a:pt x="255737" y="85246"/>
                  </a:lnTo>
                  <a:lnTo>
                    <a:pt x="252458" y="90164"/>
                  </a:lnTo>
                  <a:lnTo>
                    <a:pt x="252458" y="93442"/>
                  </a:lnTo>
                  <a:lnTo>
                    <a:pt x="250819" y="96721"/>
                  </a:lnTo>
                  <a:lnTo>
                    <a:pt x="250819" y="101639"/>
                  </a:lnTo>
                  <a:lnTo>
                    <a:pt x="250819" y="104917"/>
                  </a:lnTo>
                  <a:lnTo>
                    <a:pt x="249179" y="108196"/>
                  </a:lnTo>
                  <a:lnTo>
                    <a:pt x="249179" y="111475"/>
                  </a:lnTo>
                  <a:lnTo>
                    <a:pt x="249179" y="114754"/>
                  </a:lnTo>
                  <a:lnTo>
                    <a:pt x="247540" y="119672"/>
                  </a:lnTo>
                  <a:lnTo>
                    <a:pt x="244261" y="122950"/>
                  </a:lnTo>
                  <a:lnTo>
                    <a:pt x="244261" y="126229"/>
                  </a:lnTo>
                  <a:lnTo>
                    <a:pt x="239343" y="131147"/>
                  </a:lnTo>
                  <a:lnTo>
                    <a:pt x="237704" y="134426"/>
                  </a:lnTo>
                  <a:lnTo>
                    <a:pt x="236065" y="137704"/>
                  </a:lnTo>
                  <a:lnTo>
                    <a:pt x="234425" y="140983"/>
                  </a:lnTo>
                  <a:lnTo>
                    <a:pt x="231147" y="145901"/>
                  </a:lnTo>
                  <a:lnTo>
                    <a:pt x="234425" y="145901"/>
                  </a:lnTo>
                  <a:lnTo>
                    <a:pt x="237704" y="144262"/>
                  </a:lnTo>
                  <a:lnTo>
                    <a:pt x="242622" y="142622"/>
                  </a:lnTo>
                  <a:lnTo>
                    <a:pt x="245901" y="139344"/>
                  </a:lnTo>
                  <a:lnTo>
                    <a:pt x="247540" y="142622"/>
                  </a:lnTo>
                  <a:lnTo>
                    <a:pt x="247540" y="147540"/>
                  </a:lnTo>
                  <a:lnTo>
                    <a:pt x="250819" y="145901"/>
                  </a:lnTo>
                  <a:lnTo>
                    <a:pt x="254097" y="147540"/>
                  </a:lnTo>
                  <a:lnTo>
                    <a:pt x="254097" y="149180"/>
                  </a:lnTo>
                  <a:lnTo>
                    <a:pt x="254097" y="149180"/>
                  </a:lnTo>
                  <a:lnTo>
                    <a:pt x="254097" y="154098"/>
                  </a:lnTo>
                  <a:lnTo>
                    <a:pt x="255737" y="157376"/>
                  </a:lnTo>
                  <a:lnTo>
                    <a:pt x="255737" y="160655"/>
                  </a:lnTo>
                  <a:lnTo>
                    <a:pt x="257376" y="165573"/>
                  </a:lnTo>
                  <a:lnTo>
                    <a:pt x="257376" y="168852"/>
                  </a:lnTo>
                  <a:lnTo>
                    <a:pt x="257376" y="168852"/>
                  </a:lnTo>
                  <a:lnTo>
                    <a:pt x="260655" y="172130"/>
                  </a:lnTo>
                  <a:lnTo>
                    <a:pt x="262294" y="175409"/>
                  </a:lnTo>
                  <a:lnTo>
                    <a:pt x="265573" y="180327"/>
                  </a:lnTo>
                  <a:lnTo>
                    <a:pt x="267212" y="180327"/>
                  </a:lnTo>
                  <a:lnTo>
                    <a:pt x="267212" y="183606"/>
                  </a:lnTo>
                  <a:lnTo>
                    <a:pt x="267212" y="186884"/>
                  </a:lnTo>
                  <a:lnTo>
                    <a:pt x="268851" y="191803"/>
                  </a:lnTo>
                  <a:lnTo>
                    <a:pt x="268851" y="195081"/>
                  </a:lnTo>
                  <a:lnTo>
                    <a:pt x="265573" y="198360"/>
                  </a:lnTo>
                  <a:lnTo>
                    <a:pt x="263933" y="201639"/>
                  </a:lnTo>
                  <a:lnTo>
                    <a:pt x="263933" y="204917"/>
                  </a:lnTo>
                  <a:lnTo>
                    <a:pt x="263933" y="208196"/>
                  </a:lnTo>
                  <a:lnTo>
                    <a:pt x="262294" y="211474"/>
                  </a:lnTo>
                  <a:lnTo>
                    <a:pt x="263933" y="216393"/>
                  </a:lnTo>
                  <a:lnTo>
                    <a:pt x="262294" y="219671"/>
                  </a:lnTo>
                  <a:lnTo>
                    <a:pt x="265573" y="222950"/>
                  </a:lnTo>
                  <a:lnTo>
                    <a:pt x="267212" y="222950"/>
                  </a:lnTo>
                  <a:lnTo>
                    <a:pt x="270491" y="222950"/>
                  </a:lnTo>
                  <a:lnTo>
                    <a:pt x="273769" y="226229"/>
                  </a:lnTo>
                  <a:lnTo>
                    <a:pt x="273769" y="229507"/>
                  </a:lnTo>
                  <a:lnTo>
                    <a:pt x="273769" y="231147"/>
                  </a:lnTo>
                  <a:lnTo>
                    <a:pt x="275409" y="234425"/>
                  </a:lnTo>
                  <a:lnTo>
                    <a:pt x="277048" y="237704"/>
                  </a:lnTo>
                  <a:lnTo>
                    <a:pt x="277048" y="237704"/>
                  </a:lnTo>
                  <a:lnTo>
                    <a:pt x="281966" y="240983"/>
                  </a:lnTo>
                  <a:lnTo>
                    <a:pt x="281966" y="240983"/>
                  </a:lnTo>
                  <a:lnTo>
                    <a:pt x="286884" y="240983"/>
                  </a:lnTo>
                  <a:lnTo>
                    <a:pt x="290163" y="239343"/>
                  </a:lnTo>
                  <a:lnTo>
                    <a:pt x="293441" y="237704"/>
                  </a:lnTo>
                  <a:lnTo>
                    <a:pt x="298360" y="240983"/>
                  </a:lnTo>
                  <a:lnTo>
                    <a:pt x="301638" y="239343"/>
                  </a:lnTo>
                  <a:lnTo>
                    <a:pt x="306556" y="240983"/>
                  </a:lnTo>
                  <a:lnTo>
                    <a:pt x="309835" y="240983"/>
                  </a:lnTo>
                  <a:lnTo>
                    <a:pt x="313113" y="240983"/>
                  </a:lnTo>
                  <a:lnTo>
                    <a:pt x="318031" y="240983"/>
                  </a:lnTo>
                  <a:lnTo>
                    <a:pt x="321310" y="239343"/>
                  </a:lnTo>
                  <a:lnTo>
                    <a:pt x="324589" y="237704"/>
                  </a:lnTo>
                  <a:lnTo>
                    <a:pt x="329507" y="237704"/>
                  </a:lnTo>
                  <a:lnTo>
                    <a:pt x="332785" y="237704"/>
                  </a:lnTo>
                  <a:lnTo>
                    <a:pt x="336064" y="239343"/>
                  </a:lnTo>
                  <a:lnTo>
                    <a:pt x="340982" y="240983"/>
                  </a:lnTo>
                  <a:lnTo>
                    <a:pt x="344261" y="244261"/>
                  </a:lnTo>
                  <a:lnTo>
                    <a:pt x="347540" y="242622"/>
                  </a:lnTo>
                  <a:lnTo>
                    <a:pt x="350818" y="242622"/>
                  </a:lnTo>
                  <a:lnTo>
                    <a:pt x="352457" y="242622"/>
                  </a:lnTo>
                  <a:lnTo>
                    <a:pt x="354097" y="244261"/>
                  </a:lnTo>
                  <a:lnTo>
                    <a:pt x="355736" y="249179"/>
                  </a:lnTo>
                  <a:lnTo>
                    <a:pt x="357375" y="250819"/>
                  </a:lnTo>
                  <a:lnTo>
                    <a:pt x="360654" y="255737"/>
                  </a:lnTo>
                  <a:lnTo>
                    <a:pt x="363933" y="259016"/>
                  </a:lnTo>
                  <a:lnTo>
                    <a:pt x="365572" y="262294"/>
                  </a:lnTo>
                  <a:lnTo>
                    <a:pt x="368851" y="267212"/>
                  </a:lnTo>
                  <a:lnTo>
                    <a:pt x="370490" y="270491"/>
                  </a:lnTo>
                  <a:lnTo>
                    <a:pt x="373769" y="275409"/>
                  </a:lnTo>
                  <a:lnTo>
                    <a:pt x="373769" y="277048"/>
                  </a:lnTo>
                  <a:lnTo>
                    <a:pt x="377047" y="280327"/>
                  </a:lnTo>
                  <a:lnTo>
                    <a:pt x="380326" y="278687"/>
                  </a:lnTo>
                  <a:lnTo>
                    <a:pt x="385244" y="281966"/>
                  </a:lnTo>
                  <a:lnTo>
                    <a:pt x="388523" y="278687"/>
                  </a:lnTo>
                  <a:lnTo>
                    <a:pt x="391802" y="275409"/>
                  </a:lnTo>
                  <a:lnTo>
                    <a:pt x="396720" y="277048"/>
                  </a:lnTo>
                  <a:lnTo>
                    <a:pt x="399998" y="277048"/>
                  </a:lnTo>
                  <a:lnTo>
                    <a:pt x="403277" y="277048"/>
                  </a:lnTo>
                  <a:lnTo>
                    <a:pt x="406556" y="278687"/>
                  </a:lnTo>
                  <a:lnTo>
                    <a:pt x="411474" y="278687"/>
                  </a:lnTo>
                  <a:lnTo>
                    <a:pt x="414752" y="277048"/>
                  </a:lnTo>
                  <a:lnTo>
                    <a:pt x="418031" y="277048"/>
                  </a:lnTo>
                  <a:lnTo>
                    <a:pt x="421310" y="277048"/>
                  </a:lnTo>
                  <a:lnTo>
                    <a:pt x="426228" y="275409"/>
                  </a:lnTo>
                  <a:lnTo>
                    <a:pt x="429506" y="275409"/>
                  </a:lnTo>
                  <a:lnTo>
                    <a:pt x="432785" y="275409"/>
                  </a:lnTo>
                  <a:lnTo>
                    <a:pt x="437703" y="272130"/>
                  </a:lnTo>
                  <a:lnTo>
                    <a:pt x="440982" y="272130"/>
                  </a:lnTo>
                  <a:lnTo>
                    <a:pt x="444260" y="272130"/>
                  </a:lnTo>
                  <a:lnTo>
                    <a:pt x="447539" y="273769"/>
                  </a:lnTo>
                  <a:lnTo>
                    <a:pt x="452457" y="277048"/>
                  </a:lnTo>
                  <a:lnTo>
                    <a:pt x="454096" y="277048"/>
                  </a:lnTo>
                  <a:lnTo>
                    <a:pt x="452457" y="280327"/>
                  </a:lnTo>
                  <a:lnTo>
                    <a:pt x="454096" y="283606"/>
                  </a:lnTo>
                  <a:lnTo>
                    <a:pt x="452457" y="286884"/>
                  </a:lnTo>
                  <a:lnTo>
                    <a:pt x="449178" y="291802"/>
                  </a:lnTo>
                  <a:lnTo>
                    <a:pt x="445900" y="295081"/>
                  </a:lnTo>
                  <a:lnTo>
                    <a:pt x="444260" y="298359"/>
                  </a:lnTo>
                  <a:lnTo>
                    <a:pt x="445900" y="303277"/>
                  </a:lnTo>
                  <a:lnTo>
                    <a:pt x="445900" y="306556"/>
                  </a:lnTo>
                  <a:lnTo>
                    <a:pt x="440982" y="309835"/>
                  </a:lnTo>
                  <a:lnTo>
                    <a:pt x="437703" y="313113"/>
                  </a:lnTo>
                  <a:lnTo>
                    <a:pt x="437703" y="313113"/>
                  </a:lnTo>
                  <a:lnTo>
                    <a:pt x="437703" y="318031"/>
                  </a:lnTo>
                  <a:lnTo>
                    <a:pt x="437703" y="321310"/>
                  </a:lnTo>
                  <a:lnTo>
                    <a:pt x="437703" y="322950"/>
                  </a:lnTo>
                  <a:lnTo>
                    <a:pt x="437703" y="326228"/>
                  </a:lnTo>
                  <a:lnTo>
                    <a:pt x="437703" y="329507"/>
                  </a:lnTo>
                  <a:lnTo>
                    <a:pt x="437703" y="332786"/>
                  </a:lnTo>
                  <a:lnTo>
                    <a:pt x="437703" y="336064"/>
                  </a:lnTo>
                  <a:lnTo>
                    <a:pt x="437703" y="339343"/>
                  </a:lnTo>
                  <a:lnTo>
                    <a:pt x="436064" y="342621"/>
                  </a:lnTo>
                  <a:lnTo>
                    <a:pt x="436064" y="347540"/>
                  </a:lnTo>
                  <a:lnTo>
                    <a:pt x="434424" y="350818"/>
                  </a:lnTo>
                  <a:lnTo>
                    <a:pt x="437703" y="354097"/>
                  </a:lnTo>
                  <a:lnTo>
                    <a:pt x="437703" y="359015"/>
                  </a:lnTo>
                  <a:lnTo>
                    <a:pt x="436064" y="362294"/>
                  </a:lnTo>
                  <a:lnTo>
                    <a:pt x="437703" y="365572"/>
                  </a:lnTo>
                  <a:lnTo>
                    <a:pt x="439342" y="370490"/>
                  </a:lnTo>
                  <a:lnTo>
                    <a:pt x="440982" y="372130"/>
                  </a:lnTo>
                  <a:lnTo>
                    <a:pt x="440982" y="373769"/>
                  </a:lnTo>
                  <a:lnTo>
                    <a:pt x="440982" y="378687"/>
                  </a:lnTo>
                  <a:lnTo>
                    <a:pt x="442621" y="381966"/>
                  </a:lnTo>
                  <a:lnTo>
                    <a:pt x="445900" y="385244"/>
                  </a:lnTo>
                  <a:lnTo>
                    <a:pt x="449178" y="388523"/>
                  </a:lnTo>
                  <a:lnTo>
                    <a:pt x="450818" y="391801"/>
                  </a:lnTo>
                  <a:lnTo>
                    <a:pt x="452457" y="395080"/>
                  </a:lnTo>
                  <a:lnTo>
                    <a:pt x="455736" y="398359"/>
                  </a:lnTo>
                  <a:lnTo>
                    <a:pt x="454096" y="401637"/>
                  </a:lnTo>
                  <a:lnTo>
                    <a:pt x="452457" y="406556"/>
                  </a:lnTo>
                  <a:lnTo>
                    <a:pt x="450818" y="406556"/>
                  </a:lnTo>
                  <a:lnTo>
                    <a:pt x="447539" y="409834"/>
                  </a:lnTo>
                  <a:lnTo>
                    <a:pt x="442621" y="414752"/>
                  </a:lnTo>
                  <a:lnTo>
                    <a:pt x="437703" y="418031"/>
                  </a:lnTo>
                  <a:lnTo>
                    <a:pt x="434424" y="422949"/>
                  </a:lnTo>
                  <a:lnTo>
                    <a:pt x="434424" y="426228"/>
                  </a:lnTo>
                  <a:lnTo>
                    <a:pt x="436064" y="424588"/>
                  </a:lnTo>
                  <a:lnTo>
                    <a:pt x="439342" y="426228"/>
                  </a:lnTo>
                  <a:lnTo>
                    <a:pt x="444260" y="427867"/>
                  </a:lnTo>
                  <a:lnTo>
                    <a:pt x="445900" y="431146"/>
                  </a:lnTo>
                  <a:lnTo>
                    <a:pt x="449178" y="434424"/>
                  </a:lnTo>
                  <a:lnTo>
                    <a:pt x="452457" y="439343"/>
                  </a:lnTo>
                  <a:lnTo>
                    <a:pt x="455736" y="442621"/>
                  </a:lnTo>
                  <a:lnTo>
                    <a:pt x="459014" y="445900"/>
                  </a:lnTo>
                  <a:lnTo>
                    <a:pt x="457375" y="449178"/>
                  </a:lnTo>
                  <a:lnTo>
                    <a:pt x="459014" y="452457"/>
                  </a:lnTo>
                  <a:lnTo>
                    <a:pt x="460654" y="457375"/>
                  </a:lnTo>
                  <a:lnTo>
                    <a:pt x="460654" y="460654"/>
                  </a:lnTo>
                  <a:lnTo>
                    <a:pt x="460654" y="462293"/>
                  </a:lnTo>
                  <a:lnTo>
                    <a:pt x="462293" y="465572"/>
                  </a:lnTo>
                  <a:lnTo>
                    <a:pt x="463932" y="470490"/>
                  </a:lnTo>
                  <a:lnTo>
                    <a:pt x="465572" y="473768"/>
                  </a:lnTo>
                  <a:lnTo>
                    <a:pt x="465572" y="477047"/>
                  </a:lnTo>
                  <a:lnTo>
                    <a:pt x="467211" y="481965"/>
                  </a:lnTo>
                  <a:lnTo>
                    <a:pt x="467211" y="485244"/>
                  </a:lnTo>
                  <a:lnTo>
                    <a:pt x="468850" y="488523"/>
                  </a:lnTo>
                  <a:lnTo>
                    <a:pt x="468850" y="491801"/>
                  </a:lnTo>
                  <a:lnTo>
                    <a:pt x="470490" y="496719"/>
                  </a:lnTo>
                  <a:lnTo>
                    <a:pt x="468850" y="496719"/>
                  </a:lnTo>
                  <a:lnTo>
                    <a:pt x="465572" y="496719"/>
                  </a:lnTo>
                  <a:lnTo>
                    <a:pt x="462293" y="496719"/>
                  </a:lnTo>
                  <a:lnTo>
                    <a:pt x="462293" y="493440"/>
                  </a:lnTo>
                  <a:lnTo>
                    <a:pt x="462293" y="488523"/>
                  </a:lnTo>
                  <a:lnTo>
                    <a:pt x="462293" y="485244"/>
                  </a:lnTo>
                  <a:lnTo>
                    <a:pt x="462293" y="481965"/>
                  </a:lnTo>
                  <a:lnTo>
                    <a:pt x="462293" y="478687"/>
                  </a:lnTo>
                  <a:lnTo>
                    <a:pt x="460654" y="473768"/>
                  </a:lnTo>
                  <a:lnTo>
                    <a:pt x="459014" y="470490"/>
                  </a:lnTo>
                  <a:lnTo>
                    <a:pt x="457375" y="467211"/>
                  </a:lnTo>
                  <a:lnTo>
                    <a:pt x="454096" y="463933"/>
                  </a:lnTo>
                  <a:lnTo>
                    <a:pt x="454096" y="459014"/>
                  </a:lnTo>
                  <a:lnTo>
                    <a:pt x="449178" y="455736"/>
                  </a:lnTo>
                  <a:lnTo>
                    <a:pt x="445900" y="457375"/>
                  </a:lnTo>
                  <a:lnTo>
                    <a:pt x="442621" y="460654"/>
                  </a:lnTo>
                  <a:lnTo>
                    <a:pt x="439342" y="463933"/>
                  </a:lnTo>
                  <a:lnTo>
                    <a:pt x="437703" y="467211"/>
                  </a:lnTo>
                  <a:lnTo>
                    <a:pt x="434424" y="472129"/>
                  </a:lnTo>
                  <a:lnTo>
                    <a:pt x="429506" y="473768"/>
                  </a:lnTo>
                  <a:lnTo>
                    <a:pt x="426228" y="472129"/>
                  </a:lnTo>
                  <a:lnTo>
                    <a:pt x="424588" y="467211"/>
                  </a:lnTo>
                  <a:lnTo>
                    <a:pt x="422949" y="463933"/>
                  </a:lnTo>
                  <a:lnTo>
                    <a:pt x="419670" y="462293"/>
                  </a:lnTo>
                  <a:lnTo>
                    <a:pt x="418031" y="467211"/>
                  </a:lnTo>
                  <a:lnTo>
                    <a:pt x="418031" y="470490"/>
                  </a:lnTo>
                  <a:lnTo>
                    <a:pt x="418031" y="473768"/>
                  </a:lnTo>
                  <a:lnTo>
                    <a:pt x="413113" y="473768"/>
                  </a:lnTo>
                  <a:lnTo>
                    <a:pt x="409834" y="473768"/>
                  </a:lnTo>
                  <a:lnTo>
                    <a:pt x="404916" y="473768"/>
                  </a:lnTo>
                  <a:lnTo>
                    <a:pt x="401638" y="473768"/>
                  </a:lnTo>
                  <a:lnTo>
                    <a:pt x="396720" y="473768"/>
                  </a:lnTo>
                  <a:lnTo>
                    <a:pt x="393441" y="473768"/>
                  </a:lnTo>
                  <a:lnTo>
                    <a:pt x="390162" y="473768"/>
                  </a:lnTo>
                  <a:lnTo>
                    <a:pt x="385244" y="473768"/>
                  </a:lnTo>
                  <a:lnTo>
                    <a:pt x="381966" y="473768"/>
                  </a:lnTo>
                  <a:lnTo>
                    <a:pt x="377047" y="473768"/>
                  </a:lnTo>
                  <a:lnTo>
                    <a:pt x="373769" y="473768"/>
                  </a:lnTo>
                  <a:lnTo>
                    <a:pt x="370490" y="472129"/>
                  </a:lnTo>
                  <a:lnTo>
                    <a:pt x="367212" y="470490"/>
                  </a:lnTo>
                  <a:lnTo>
                    <a:pt x="363933" y="473768"/>
                  </a:lnTo>
                  <a:lnTo>
                    <a:pt x="359015" y="473768"/>
                  </a:lnTo>
                  <a:lnTo>
                    <a:pt x="355736" y="473768"/>
                  </a:lnTo>
                  <a:lnTo>
                    <a:pt x="355736" y="477047"/>
                  </a:lnTo>
                  <a:lnTo>
                    <a:pt x="355736" y="480326"/>
                  </a:lnTo>
                  <a:lnTo>
                    <a:pt x="355736" y="483604"/>
                  </a:lnTo>
                  <a:lnTo>
                    <a:pt x="355736" y="488523"/>
                  </a:lnTo>
                  <a:lnTo>
                    <a:pt x="355736" y="491801"/>
                  </a:lnTo>
                  <a:lnTo>
                    <a:pt x="355736" y="495080"/>
                  </a:lnTo>
                  <a:lnTo>
                    <a:pt x="355736" y="498358"/>
                  </a:lnTo>
                  <a:lnTo>
                    <a:pt x="355736" y="503277"/>
                  </a:lnTo>
                  <a:lnTo>
                    <a:pt x="359015" y="501637"/>
                  </a:lnTo>
                  <a:lnTo>
                    <a:pt x="362294" y="503277"/>
                  </a:lnTo>
                  <a:lnTo>
                    <a:pt x="365572" y="503277"/>
                  </a:lnTo>
                  <a:lnTo>
                    <a:pt x="370490" y="503277"/>
                  </a:lnTo>
                  <a:lnTo>
                    <a:pt x="373769" y="503277"/>
                  </a:lnTo>
                  <a:lnTo>
                    <a:pt x="377047" y="504916"/>
                  </a:lnTo>
                  <a:lnTo>
                    <a:pt x="380326" y="508194"/>
                  </a:lnTo>
                  <a:lnTo>
                    <a:pt x="381966" y="511473"/>
                  </a:lnTo>
                  <a:lnTo>
                    <a:pt x="381966" y="514752"/>
                  </a:lnTo>
                  <a:lnTo>
                    <a:pt x="381966" y="519670"/>
                  </a:lnTo>
                  <a:lnTo>
                    <a:pt x="380326" y="522948"/>
                  </a:lnTo>
                  <a:lnTo>
                    <a:pt x="378687" y="522948"/>
                  </a:lnTo>
                  <a:lnTo>
                    <a:pt x="375408" y="521309"/>
                  </a:lnTo>
                  <a:lnTo>
                    <a:pt x="372130" y="518031"/>
                  </a:lnTo>
                  <a:lnTo>
                    <a:pt x="367212" y="518031"/>
                  </a:lnTo>
                  <a:lnTo>
                    <a:pt x="363933" y="521309"/>
                  </a:lnTo>
                  <a:lnTo>
                    <a:pt x="360654" y="521309"/>
                  </a:lnTo>
                  <a:lnTo>
                    <a:pt x="357375" y="522948"/>
                  </a:lnTo>
                  <a:lnTo>
                    <a:pt x="352457" y="522948"/>
                  </a:lnTo>
                  <a:lnTo>
                    <a:pt x="349179" y="522948"/>
                  </a:lnTo>
                  <a:lnTo>
                    <a:pt x="347540" y="526227"/>
                  </a:lnTo>
                  <a:lnTo>
                    <a:pt x="347540" y="531145"/>
                  </a:lnTo>
                  <a:lnTo>
                    <a:pt x="347540" y="534424"/>
                  </a:lnTo>
                  <a:lnTo>
                    <a:pt x="347540" y="537703"/>
                  </a:lnTo>
                  <a:lnTo>
                    <a:pt x="347540" y="542621"/>
                  </a:lnTo>
                  <a:lnTo>
                    <a:pt x="347540" y="545899"/>
                  </a:lnTo>
                  <a:lnTo>
                    <a:pt x="347540" y="549178"/>
                  </a:lnTo>
                  <a:lnTo>
                    <a:pt x="347540" y="552457"/>
                  </a:lnTo>
                  <a:lnTo>
                    <a:pt x="347540" y="555735"/>
                  </a:lnTo>
                  <a:lnTo>
                    <a:pt x="349179" y="560653"/>
                  </a:lnTo>
                  <a:lnTo>
                    <a:pt x="349179" y="560653"/>
                  </a:lnTo>
                  <a:lnTo>
                    <a:pt x="352457" y="563932"/>
                  </a:lnTo>
                  <a:lnTo>
                    <a:pt x="355736" y="567211"/>
                  </a:lnTo>
                  <a:lnTo>
                    <a:pt x="360654" y="570489"/>
                  </a:lnTo>
                  <a:lnTo>
                    <a:pt x="363933" y="572128"/>
                  </a:lnTo>
                  <a:lnTo>
                    <a:pt x="363933" y="577047"/>
                  </a:lnTo>
                  <a:lnTo>
                    <a:pt x="365572" y="580325"/>
                  </a:lnTo>
                  <a:lnTo>
                    <a:pt x="363933" y="583604"/>
                  </a:lnTo>
                  <a:lnTo>
                    <a:pt x="365572" y="586883"/>
                  </a:lnTo>
                  <a:lnTo>
                    <a:pt x="367212" y="591801"/>
                  </a:lnTo>
                  <a:lnTo>
                    <a:pt x="370490" y="595080"/>
                  </a:lnTo>
                  <a:lnTo>
                    <a:pt x="370490" y="598358"/>
                  </a:lnTo>
                  <a:lnTo>
                    <a:pt x="372130" y="601637"/>
                  </a:lnTo>
                  <a:lnTo>
                    <a:pt x="373769" y="604915"/>
                  </a:lnTo>
                  <a:lnTo>
                    <a:pt x="373769" y="608194"/>
                  </a:lnTo>
                  <a:lnTo>
                    <a:pt x="370490" y="613112"/>
                  </a:lnTo>
                  <a:lnTo>
                    <a:pt x="370490" y="613112"/>
                  </a:lnTo>
                  <a:lnTo>
                    <a:pt x="370490" y="618030"/>
                  </a:lnTo>
                  <a:lnTo>
                    <a:pt x="370490" y="618030"/>
                  </a:lnTo>
                  <a:lnTo>
                    <a:pt x="370490" y="622948"/>
                  </a:lnTo>
                  <a:lnTo>
                    <a:pt x="368851" y="626227"/>
                  </a:lnTo>
                  <a:lnTo>
                    <a:pt x="368851" y="629505"/>
                  </a:lnTo>
                  <a:lnTo>
                    <a:pt x="368851" y="634424"/>
                  </a:lnTo>
                  <a:lnTo>
                    <a:pt x="367212" y="637702"/>
                  </a:lnTo>
                  <a:lnTo>
                    <a:pt x="367212" y="640981"/>
                  </a:lnTo>
                  <a:lnTo>
                    <a:pt x="367212" y="645899"/>
                  </a:lnTo>
                  <a:lnTo>
                    <a:pt x="365572" y="649177"/>
                  </a:lnTo>
                  <a:lnTo>
                    <a:pt x="365572" y="654095"/>
                  </a:lnTo>
                  <a:lnTo>
                    <a:pt x="365572" y="657374"/>
                  </a:lnTo>
                  <a:lnTo>
                    <a:pt x="363933" y="660653"/>
                  </a:lnTo>
                  <a:lnTo>
                    <a:pt x="363933" y="665571"/>
                  </a:lnTo>
                  <a:lnTo>
                    <a:pt x="363933" y="668850"/>
                  </a:lnTo>
                  <a:lnTo>
                    <a:pt x="362294" y="673768"/>
                  </a:lnTo>
                  <a:lnTo>
                    <a:pt x="362294" y="677046"/>
                  </a:lnTo>
                  <a:lnTo>
                    <a:pt x="362294" y="677046"/>
                  </a:lnTo>
                  <a:lnTo>
                    <a:pt x="362294" y="681964"/>
                  </a:lnTo>
                  <a:lnTo>
                    <a:pt x="360654" y="685243"/>
                  </a:lnTo>
                  <a:lnTo>
                    <a:pt x="360654" y="688521"/>
                  </a:lnTo>
                  <a:lnTo>
                    <a:pt x="360654" y="693440"/>
                  </a:lnTo>
                  <a:lnTo>
                    <a:pt x="359015" y="696718"/>
                  </a:lnTo>
                  <a:lnTo>
                    <a:pt x="359015" y="699997"/>
                  </a:lnTo>
                  <a:lnTo>
                    <a:pt x="359015" y="704915"/>
                  </a:lnTo>
                  <a:lnTo>
                    <a:pt x="357375" y="708194"/>
                  </a:lnTo>
                  <a:lnTo>
                    <a:pt x="357375" y="713111"/>
                  </a:lnTo>
                  <a:lnTo>
                    <a:pt x="357375" y="716390"/>
                  </a:lnTo>
                  <a:lnTo>
                    <a:pt x="357375" y="721308"/>
                  </a:lnTo>
                  <a:lnTo>
                    <a:pt x="355736" y="724587"/>
                  </a:lnTo>
                  <a:lnTo>
                    <a:pt x="355736" y="727865"/>
                  </a:lnTo>
                  <a:lnTo>
                    <a:pt x="354097" y="732784"/>
                  </a:lnTo>
                  <a:lnTo>
                    <a:pt x="354097" y="736062"/>
                  </a:lnTo>
                  <a:lnTo>
                    <a:pt x="354097" y="737702"/>
                  </a:lnTo>
                  <a:lnTo>
                    <a:pt x="352457" y="734423"/>
                  </a:lnTo>
                  <a:lnTo>
                    <a:pt x="349179" y="731144"/>
                  </a:lnTo>
                  <a:lnTo>
                    <a:pt x="345900" y="727865"/>
                  </a:lnTo>
                  <a:lnTo>
                    <a:pt x="344261" y="724587"/>
                  </a:lnTo>
                  <a:lnTo>
                    <a:pt x="340982" y="719669"/>
                  </a:lnTo>
                  <a:lnTo>
                    <a:pt x="337703" y="718030"/>
                  </a:lnTo>
                  <a:lnTo>
                    <a:pt x="334425" y="719669"/>
                  </a:lnTo>
                  <a:lnTo>
                    <a:pt x="331146" y="719669"/>
                  </a:lnTo>
                  <a:lnTo>
                    <a:pt x="327867" y="718030"/>
                  </a:lnTo>
                  <a:lnTo>
                    <a:pt x="324589" y="718030"/>
                  </a:lnTo>
                  <a:lnTo>
                    <a:pt x="324589" y="714751"/>
                  </a:lnTo>
                  <a:lnTo>
                    <a:pt x="327867" y="709833"/>
                  </a:lnTo>
                  <a:lnTo>
                    <a:pt x="329507" y="706554"/>
                  </a:lnTo>
                  <a:lnTo>
                    <a:pt x="331146" y="701636"/>
                  </a:lnTo>
                  <a:lnTo>
                    <a:pt x="334425" y="698358"/>
                  </a:lnTo>
                  <a:lnTo>
                    <a:pt x="336064" y="693440"/>
                  </a:lnTo>
                  <a:lnTo>
                    <a:pt x="337703" y="690161"/>
                  </a:lnTo>
                  <a:lnTo>
                    <a:pt x="339343" y="685243"/>
                  </a:lnTo>
                  <a:lnTo>
                    <a:pt x="342622" y="681964"/>
                  </a:lnTo>
                  <a:lnTo>
                    <a:pt x="344261" y="678685"/>
                  </a:lnTo>
                  <a:lnTo>
                    <a:pt x="345900" y="673768"/>
                  </a:lnTo>
                  <a:lnTo>
                    <a:pt x="349179" y="670489"/>
                  </a:lnTo>
                  <a:lnTo>
                    <a:pt x="347540" y="670489"/>
                  </a:lnTo>
                  <a:lnTo>
                    <a:pt x="344261" y="667210"/>
                  </a:lnTo>
                  <a:lnTo>
                    <a:pt x="342622" y="663931"/>
                  </a:lnTo>
                  <a:lnTo>
                    <a:pt x="337703" y="660653"/>
                  </a:lnTo>
                  <a:lnTo>
                    <a:pt x="334425" y="660653"/>
                  </a:lnTo>
                  <a:lnTo>
                    <a:pt x="331146" y="659014"/>
                  </a:lnTo>
                  <a:lnTo>
                    <a:pt x="326228" y="657374"/>
                  </a:lnTo>
                  <a:lnTo>
                    <a:pt x="324589" y="654095"/>
                  </a:lnTo>
                  <a:lnTo>
                    <a:pt x="321310" y="650817"/>
                  </a:lnTo>
                  <a:lnTo>
                    <a:pt x="316392" y="647538"/>
                  </a:lnTo>
                  <a:lnTo>
                    <a:pt x="313113" y="647538"/>
                  </a:lnTo>
                  <a:lnTo>
                    <a:pt x="309835" y="650817"/>
                  </a:lnTo>
                  <a:lnTo>
                    <a:pt x="304917" y="654095"/>
                  </a:lnTo>
                  <a:lnTo>
                    <a:pt x="301638" y="654095"/>
                  </a:lnTo>
                  <a:lnTo>
                    <a:pt x="296720" y="654095"/>
                  </a:lnTo>
                  <a:lnTo>
                    <a:pt x="293441" y="652456"/>
                  </a:lnTo>
                  <a:lnTo>
                    <a:pt x="291802" y="649177"/>
                  </a:lnTo>
                  <a:lnTo>
                    <a:pt x="286884" y="647538"/>
                  </a:lnTo>
                  <a:lnTo>
                    <a:pt x="283605" y="645899"/>
                  </a:lnTo>
                  <a:lnTo>
                    <a:pt x="281966" y="647538"/>
                  </a:lnTo>
                  <a:lnTo>
                    <a:pt x="280327" y="650817"/>
                  </a:lnTo>
                  <a:lnTo>
                    <a:pt x="275409" y="654095"/>
                  </a:lnTo>
                  <a:lnTo>
                    <a:pt x="273769" y="654095"/>
                  </a:lnTo>
                  <a:lnTo>
                    <a:pt x="270491" y="657374"/>
                  </a:lnTo>
                  <a:lnTo>
                    <a:pt x="265573" y="657374"/>
                  </a:lnTo>
                  <a:lnTo>
                    <a:pt x="262294" y="659014"/>
                  </a:lnTo>
                  <a:lnTo>
                    <a:pt x="259015" y="657374"/>
                  </a:lnTo>
                  <a:lnTo>
                    <a:pt x="257376" y="657374"/>
                  </a:lnTo>
                  <a:lnTo>
                    <a:pt x="254097" y="657374"/>
                  </a:lnTo>
                  <a:lnTo>
                    <a:pt x="249179" y="657374"/>
                  </a:lnTo>
                  <a:lnTo>
                    <a:pt x="245901" y="657374"/>
                  </a:lnTo>
                  <a:lnTo>
                    <a:pt x="242622" y="659014"/>
                  </a:lnTo>
                  <a:lnTo>
                    <a:pt x="237704" y="659014"/>
                  </a:lnTo>
                  <a:lnTo>
                    <a:pt x="234425" y="654095"/>
                  </a:lnTo>
                  <a:lnTo>
                    <a:pt x="231147" y="654095"/>
                  </a:lnTo>
                  <a:lnTo>
                    <a:pt x="229507" y="650817"/>
                  </a:lnTo>
                  <a:lnTo>
                    <a:pt x="231147" y="645899"/>
                  </a:lnTo>
                  <a:lnTo>
                    <a:pt x="231147" y="642620"/>
                  </a:lnTo>
                  <a:lnTo>
                    <a:pt x="231147" y="637702"/>
                  </a:lnTo>
                  <a:lnTo>
                    <a:pt x="229507" y="634424"/>
                  </a:lnTo>
                  <a:lnTo>
                    <a:pt x="224589" y="631145"/>
                  </a:lnTo>
                  <a:lnTo>
                    <a:pt x="221310" y="632784"/>
                  </a:lnTo>
                  <a:lnTo>
                    <a:pt x="218032" y="629505"/>
                  </a:lnTo>
                  <a:lnTo>
                    <a:pt x="214753" y="626227"/>
                  </a:lnTo>
                  <a:lnTo>
                    <a:pt x="214753" y="622948"/>
                  </a:lnTo>
                  <a:lnTo>
                    <a:pt x="214753" y="618030"/>
                  </a:lnTo>
                  <a:lnTo>
                    <a:pt x="213114" y="614751"/>
                  </a:lnTo>
                  <a:lnTo>
                    <a:pt x="213114" y="609833"/>
                  </a:lnTo>
                  <a:lnTo>
                    <a:pt x="208196" y="606555"/>
                  </a:lnTo>
                  <a:lnTo>
                    <a:pt x="204917" y="606555"/>
                  </a:lnTo>
                  <a:lnTo>
                    <a:pt x="201638" y="604915"/>
                  </a:lnTo>
                  <a:lnTo>
                    <a:pt x="198360" y="601637"/>
                  </a:lnTo>
                  <a:lnTo>
                    <a:pt x="195081" y="599997"/>
                  </a:lnTo>
                  <a:lnTo>
                    <a:pt x="193442" y="595080"/>
                  </a:lnTo>
                  <a:lnTo>
                    <a:pt x="190163" y="596718"/>
                  </a:lnTo>
                  <a:lnTo>
                    <a:pt x="185245" y="595080"/>
                  </a:lnTo>
                  <a:lnTo>
                    <a:pt x="183606" y="590161"/>
                  </a:lnTo>
                  <a:lnTo>
                    <a:pt x="183606" y="586883"/>
                  </a:lnTo>
                  <a:lnTo>
                    <a:pt x="181966" y="583604"/>
                  </a:lnTo>
                  <a:lnTo>
                    <a:pt x="180327" y="578686"/>
                  </a:lnTo>
                  <a:lnTo>
                    <a:pt x="180327" y="575407"/>
                  </a:lnTo>
                  <a:lnTo>
                    <a:pt x="180327" y="573768"/>
                  </a:lnTo>
                  <a:lnTo>
                    <a:pt x="175409" y="572128"/>
                  </a:lnTo>
                  <a:lnTo>
                    <a:pt x="173770" y="568850"/>
                  </a:lnTo>
                  <a:lnTo>
                    <a:pt x="168852" y="567211"/>
                  </a:lnTo>
                  <a:lnTo>
                    <a:pt x="167213" y="562293"/>
                  </a:lnTo>
                  <a:lnTo>
                    <a:pt x="163934" y="559014"/>
                  </a:lnTo>
                  <a:lnTo>
                    <a:pt x="160655" y="559014"/>
                  </a:lnTo>
                  <a:lnTo>
                    <a:pt x="155737" y="555735"/>
                  </a:lnTo>
                  <a:lnTo>
                    <a:pt x="152458" y="554096"/>
                  </a:lnTo>
                  <a:lnTo>
                    <a:pt x="147540" y="550817"/>
                  </a:lnTo>
                  <a:lnTo>
                    <a:pt x="145901" y="555735"/>
                  </a:lnTo>
                  <a:lnTo>
                    <a:pt x="142623" y="554096"/>
                  </a:lnTo>
                  <a:lnTo>
                    <a:pt x="139344" y="552457"/>
                  </a:lnTo>
                  <a:lnTo>
                    <a:pt x="136065" y="549178"/>
                  </a:lnTo>
                  <a:lnTo>
                    <a:pt x="136065" y="549178"/>
                  </a:lnTo>
                  <a:lnTo>
                    <a:pt x="131147" y="549178"/>
                  </a:lnTo>
                  <a:lnTo>
                    <a:pt x="127868" y="547538"/>
                  </a:lnTo>
                  <a:lnTo>
                    <a:pt x="122950" y="544260"/>
                  </a:lnTo>
                  <a:lnTo>
                    <a:pt x="122950" y="544260"/>
                  </a:lnTo>
                  <a:lnTo>
                    <a:pt x="119672" y="540981"/>
                  </a:lnTo>
                  <a:lnTo>
                    <a:pt x="116393" y="536063"/>
                  </a:lnTo>
                  <a:lnTo>
                    <a:pt x="113114" y="532784"/>
                  </a:lnTo>
                  <a:lnTo>
                    <a:pt x="109836" y="532784"/>
                  </a:lnTo>
                  <a:lnTo>
                    <a:pt x="106557" y="532784"/>
                  </a:lnTo>
                  <a:lnTo>
                    <a:pt x="101639" y="532784"/>
                  </a:lnTo>
                  <a:lnTo>
                    <a:pt x="101639" y="534424"/>
                  </a:lnTo>
                  <a:lnTo>
                    <a:pt x="101639" y="539342"/>
                  </a:lnTo>
                  <a:lnTo>
                    <a:pt x="101639" y="539342"/>
                  </a:lnTo>
                  <a:lnTo>
                    <a:pt x="96721" y="539342"/>
                  </a:lnTo>
                  <a:lnTo>
                    <a:pt x="93442" y="537703"/>
                  </a:lnTo>
                  <a:lnTo>
                    <a:pt x="90164" y="539342"/>
                  </a:lnTo>
                  <a:lnTo>
                    <a:pt x="85246" y="539342"/>
                  </a:lnTo>
                  <a:lnTo>
                    <a:pt x="81967" y="537703"/>
                  </a:lnTo>
                  <a:lnTo>
                    <a:pt x="80328" y="537703"/>
                  </a:lnTo>
                  <a:lnTo>
                    <a:pt x="75410" y="534424"/>
                  </a:lnTo>
                  <a:lnTo>
                    <a:pt x="73770" y="534424"/>
                  </a:lnTo>
                  <a:lnTo>
                    <a:pt x="70492" y="534424"/>
                  </a:lnTo>
                  <a:lnTo>
                    <a:pt x="67213" y="534424"/>
                  </a:lnTo>
                  <a:lnTo>
                    <a:pt x="62295" y="532784"/>
                  </a:lnTo>
                  <a:lnTo>
                    <a:pt x="62295" y="527867"/>
                  </a:lnTo>
                  <a:lnTo>
                    <a:pt x="62295" y="524588"/>
                  </a:lnTo>
                  <a:lnTo>
                    <a:pt x="60656" y="521309"/>
                  </a:lnTo>
                  <a:lnTo>
                    <a:pt x="57377" y="519670"/>
                  </a:lnTo>
                  <a:lnTo>
                    <a:pt x="54098" y="518031"/>
                  </a:lnTo>
                  <a:lnTo>
                    <a:pt x="54098" y="514752"/>
                  </a:lnTo>
                  <a:lnTo>
                    <a:pt x="50820" y="513113"/>
                  </a:lnTo>
                  <a:lnTo>
                    <a:pt x="47541" y="514752"/>
                  </a:lnTo>
                  <a:lnTo>
                    <a:pt x="44262" y="511473"/>
                  </a:lnTo>
                  <a:lnTo>
                    <a:pt x="40983" y="509834"/>
                  </a:lnTo>
                  <a:lnTo>
                    <a:pt x="36066" y="509834"/>
                  </a:lnTo>
                  <a:lnTo>
                    <a:pt x="32787" y="506555"/>
                  </a:lnTo>
                  <a:lnTo>
                    <a:pt x="29508" y="503277"/>
                  </a:lnTo>
                  <a:lnTo>
                    <a:pt x="26229" y="501637"/>
                  </a:lnTo>
                  <a:lnTo>
                    <a:pt x="22951" y="496719"/>
                  </a:lnTo>
                  <a:lnTo>
                    <a:pt x="19672" y="496719"/>
                  </a:lnTo>
                  <a:lnTo>
                    <a:pt x="18033" y="493440"/>
                  </a:lnTo>
                  <a:lnTo>
                    <a:pt x="16393" y="495080"/>
                  </a:lnTo>
                  <a:lnTo>
                    <a:pt x="16393" y="493440"/>
                  </a:lnTo>
                  <a:lnTo>
                    <a:pt x="13115" y="490162"/>
                  </a:lnTo>
                  <a:lnTo>
                    <a:pt x="9836" y="486883"/>
                  </a:lnTo>
                  <a:lnTo>
                    <a:pt x="8197" y="483604"/>
                  </a:lnTo>
                  <a:lnTo>
                    <a:pt x="4918" y="4803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1" name="Freeform 3020">
              <a:extLst>
                <a:ext uri="{FF2B5EF4-FFF2-40B4-BE49-F238E27FC236}">
                  <a16:creationId xmlns:a16="http://schemas.microsoft.com/office/drawing/2014/main" id="{39BF80F8-AAF0-7445-8E96-934268045984}"/>
                </a:ext>
              </a:extLst>
            </p:cNvPr>
            <p:cNvSpPr/>
            <p:nvPr/>
          </p:nvSpPr>
          <p:spPr>
            <a:xfrm>
              <a:off x="2350115" y="4006700"/>
              <a:ext cx="3278" cy="4918"/>
            </a:xfrm>
            <a:custGeom>
              <a:avLst/>
              <a:gdLst>
                <a:gd name="connsiteX0" fmla="*/ 1639 w 3278"/>
                <a:gd name="connsiteY0" fmla="*/ 4918 h 4918"/>
                <a:gd name="connsiteX1" fmla="*/ 1639 w 3278"/>
                <a:gd name="connsiteY1" fmla="*/ 3279 h 4918"/>
                <a:gd name="connsiteX2" fmla="*/ 0 w 3278"/>
                <a:gd name="connsiteY2" fmla="*/ 0 h 4918"/>
                <a:gd name="connsiteX3" fmla="*/ 3279 w 3278"/>
                <a:gd name="connsiteY3" fmla="*/ 1639 h 4918"/>
                <a:gd name="connsiteX4" fmla="*/ 1639 w 3278"/>
                <a:gd name="connsiteY4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4918">
                  <a:moveTo>
                    <a:pt x="1639" y="4918"/>
                  </a:moveTo>
                  <a:lnTo>
                    <a:pt x="1639" y="3279"/>
                  </a:lnTo>
                  <a:lnTo>
                    <a:pt x="0" y="0"/>
                  </a:lnTo>
                  <a:lnTo>
                    <a:pt x="3279" y="1639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2" name="Freeform 3021">
              <a:extLst>
                <a:ext uri="{FF2B5EF4-FFF2-40B4-BE49-F238E27FC236}">
                  <a16:creationId xmlns:a16="http://schemas.microsoft.com/office/drawing/2014/main" id="{178BDB20-6C4E-C643-9C5E-876A85F5B1B8}"/>
                </a:ext>
              </a:extLst>
            </p:cNvPr>
            <p:cNvSpPr/>
            <p:nvPr/>
          </p:nvSpPr>
          <p:spPr>
            <a:xfrm>
              <a:off x="2351754" y="4011619"/>
              <a:ext cx="16393" cy="16393"/>
            </a:xfrm>
            <a:custGeom>
              <a:avLst/>
              <a:gdLst>
                <a:gd name="connsiteX0" fmla="*/ 0 w 16393"/>
                <a:gd name="connsiteY0" fmla="*/ 0 h 16393"/>
                <a:gd name="connsiteX1" fmla="*/ 0 w 16393"/>
                <a:gd name="connsiteY1" fmla="*/ 0 h 16393"/>
                <a:gd name="connsiteX2" fmla="*/ 0 w 16393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163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3" name="Freeform 3022">
              <a:extLst>
                <a:ext uri="{FF2B5EF4-FFF2-40B4-BE49-F238E27FC236}">
                  <a16:creationId xmlns:a16="http://schemas.microsoft.com/office/drawing/2014/main" id="{AF746BD8-2A0C-9144-A9E7-380E2B02EE0D}"/>
                </a:ext>
              </a:extLst>
            </p:cNvPr>
            <p:cNvSpPr/>
            <p:nvPr/>
          </p:nvSpPr>
          <p:spPr>
            <a:xfrm>
              <a:off x="2363230" y="4003422"/>
              <a:ext cx="3278" cy="4917"/>
            </a:xfrm>
            <a:custGeom>
              <a:avLst/>
              <a:gdLst>
                <a:gd name="connsiteX0" fmla="*/ 3279 w 3278"/>
                <a:gd name="connsiteY0" fmla="*/ 4918 h 4917"/>
                <a:gd name="connsiteX1" fmla="*/ 0 w 3278"/>
                <a:gd name="connsiteY1" fmla="*/ 0 h 4917"/>
                <a:gd name="connsiteX2" fmla="*/ 3279 w 3278"/>
                <a:gd name="connsiteY2" fmla="*/ 327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7">
                  <a:moveTo>
                    <a:pt x="3279" y="4918"/>
                  </a:moveTo>
                  <a:lnTo>
                    <a:pt x="0" y="0"/>
                  </a:lnTo>
                  <a:lnTo>
                    <a:pt x="3279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4" name="Freeform 3023">
              <a:extLst>
                <a:ext uri="{FF2B5EF4-FFF2-40B4-BE49-F238E27FC236}">
                  <a16:creationId xmlns:a16="http://schemas.microsoft.com/office/drawing/2014/main" id="{0856BA85-4571-A542-A30D-D0F80E491842}"/>
                </a:ext>
              </a:extLst>
            </p:cNvPr>
            <p:cNvSpPr/>
            <p:nvPr/>
          </p:nvSpPr>
          <p:spPr>
            <a:xfrm>
              <a:off x="2379623" y="3931291"/>
              <a:ext cx="6557" cy="4918"/>
            </a:xfrm>
            <a:custGeom>
              <a:avLst/>
              <a:gdLst>
                <a:gd name="connsiteX0" fmla="*/ 3279 w 6557"/>
                <a:gd name="connsiteY0" fmla="*/ 0 h 4918"/>
                <a:gd name="connsiteX1" fmla="*/ 4918 w 6557"/>
                <a:gd name="connsiteY1" fmla="*/ 1639 h 4918"/>
                <a:gd name="connsiteX2" fmla="*/ 4918 w 6557"/>
                <a:gd name="connsiteY2" fmla="*/ 3279 h 4918"/>
                <a:gd name="connsiteX3" fmla="*/ 6557 w 6557"/>
                <a:gd name="connsiteY3" fmla="*/ 3279 h 4918"/>
                <a:gd name="connsiteX4" fmla="*/ 6557 w 6557"/>
                <a:gd name="connsiteY4" fmla="*/ 3279 h 4918"/>
                <a:gd name="connsiteX5" fmla="*/ 3279 w 6557"/>
                <a:gd name="connsiteY5" fmla="*/ 4918 h 4918"/>
                <a:gd name="connsiteX6" fmla="*/ 0 w 6557"/>
                <a:gd name="connsiteY6" fmla="*/ 4918 h 4918"/>
                <a:gd name="connsiteX7" fmla="*/ 1639 w 6557"/>
                <a:gd name="connsiteY7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7" h="4918">
                  <a:moveTo>
                    <a:pt x="3279" y="0"/>
                  </a:moveTo>
                  <a:lnTo>
                    <a:pt x="4918" y="1639"/>
                  </a:lnTo>
                  <a:lnTo>
                    <a:pt x="4918" y="3279"/>
                  </a:lnTo>
                  <a:lnTo>
                    <a:pt x="6557" y="3279"/>
                  </a:lnTo>
                  <a:lnTo>
                    <a:pt x="6557" y="3279"/>
                  </a:lnTo>
                  <a:lnTo>
                    <a:pt x="3279" y="4918"/>
                  </a:lnTo>
                  <a:lnTo>
                    <a:pt x="0" y="4918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5" name="Freeform 3024">
              <a:extLst>
                <a:ext uri="{FF2B5EF4-FFF2-40B4-BE49-F238E27FC236}">
                  <a16:creationId xmlns:a16="http://schemas.microsoft.com/office/drawing/2014/main" id="{A9C8E3EF-D642-5C43-B244-C1BA6A646861}"/>
                </a:ext>
              </a:extLst>
            </p:cNvPr>
            <p:cNvSpPr/>
            <p:nvPr/>
          </p:nvSpPr>
          <p:spPr>
            <a:xfrm>
              <a:off x="2384541" y="3932930"/>
              <a:ext cx="1639" cy="1639"/>
            </a:xfrm>
            <a:custGeom>
              <a:avLst/>
              <a:gdLst>
                <a:gd name="connsiteX0" fmla="*/ 0 w 1639"/>
                <a:gd name="connsiteY0" fmla="*/ 0 h 1639"/>
                <a:gd name="connsiteX1" fmla="*/ 1639 w 1639"/>
                <a:gd name="connsiteY1" fmla="*/ 1639 h 1639"/>
                <a:gd name="connsiteX2" fmla="*/ 0 w 1639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1639">
                  <a:moveTo>
                    <a:pt x="0" y="0"/>
                  </a:moveTo>
                  <a:lnTo>
                    <a:pt x="1639" y="163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6" name="Freeform 3025">
              <a:extLst>
                <a:ext uri="{FF2B5EF4-FFF2-40B4-BE49-F238E27FC236}">
                  <a16:creationId xmlns:a16="http://schemas.microsoft.com/office/drawing/2014/main" id="{214986BD-7C4D-2C42-B5B7-FC2DC22E8D80}"/>
                </a:ext>
              </a:extLst>
            </p:cNvPr>
            <p:cNvSpPr/>
            <p:nvPr/>
          </p:nvSpPr>
          <p:spPr>
            <a:xfrm>
              <a:off x="4748465" y="3246048"/>
              <a:ext cx="4918" cy="11475"/>
            </a:xfrm>
            <a:custGeom>
              <a:avLst/>
              <a:gdLst>
                <a:gd name="connsiteX0" fmla="*/ 1639 w 4918"/>
                <a:gd name="connsiteY0" fmla="*/ 11475 h 11475"/>
                <a:gd name="connsiteX1" fmla="*/ 3279 w 4918"/>
                <a:gd name="connsiteY1" fmla="*/ 8197 h 11475"/>
                <a:gd name="connsiteX2" fmla="*/ 3279 w 4918"/>
                <a:gd name="connsiteY2" fmla="*/ 3279 h 11475"/>
                <a:gd name="connsiteX3" fmla="*/ 4918 w 4918"/>
                <a:gd name="connsiteY3" fmla="*/ 0 h 11475"/>
                <a:gd name="connsiteX4" fmla="*/ 1639 w 4918"/>
                <a:gd name="connsiteY4" fmla="*/ 3279 h 11475"/>
                <a:gd name="connsiteX5" fmla="*/ 0 w 4918"/>
                <a:gd name="connsiteY5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8" h="11475">
                  <a:moveTo>
                    <a:pt x="1639" y="11475"/>
                  </a:moveTo>
                  <a:lnTo>
                    <a:pt x="3279" y="8197"/>
                  </a:lnTo>
                  <a:lnTo>
                    <a:pt x="3279" y="3279"/>
                  </a:lnTo>
                  <a:lnTo>
                    <a:pt x="4918" y="0"/>
                  </a:lnTo>
                  <a:lnTo>
                    <a:pt x="1639" y="3279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7" name="Freeform 3026">
              <a:extLst>
                <a:ext uri="{FF2B5EF4-FFF2-40B4-BE49-F238E27FC236}">
                  <a16:creationId xmlns:a16="http://schemas.microsoft.com/office/drawing/2014/main" id="{BD58B12A-C0DA-414C-ADCA-7CECC6C50B34}"/>
                </a:ext>
              </a:extLst>
            </p:cNvPr>
            <p:cNvSpPr/>
            <p:nvPr/>
          </p:nvSpPr>
          <p:spPr>
            <a:xfrm>
              <a:off x="5815673" y="4852598"/>
              <a:ext cx="4918" cy="11475"/>
            </a:xfrm>
            <a:custGeom>
              <a:avLst/>
              <a:gdLst>
                <a:gd name="connsiteX0" fmla="*/ 4918 w 4918"/>
                <a:gd name="connsiteY0" fmla="*/ 11476 h 11475"/>
                <a:gd name="connsiteX1" fmla="*/ 3279 w 4918"/>
                <a:gd name="connsiteY1" fmla="*/ 8197 h 11475"/>
                <a:gd name="connsiteX2" fmla="*/ 1639 w 4918"/>
                <a:gd name="connsiteY2" fmla="*/ 3279 h 11475"/>
                <a:gd name="connsiteX3" fmla="*/ 0 w 4918"/>
                <a:gd name="connsiteY3" fmla="*/ 0 h 11475"/>
                <a:gd name="connsiteX4" fmla="*/ 0 w 4918"/>
                <a:gd name="connsiteY4" fmla="*/ 3279 h 11475"/>
                <a:gd name="connsiteX5" fmla="*/ 1639 w 4918"/>
                <a:gd name="connsiteY5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8" h="11475">
                  <a:moveTo>
                    <a:pt x="4918" y="11476"/>
                  </a:moveTo>
                  <a:lnTo>
                    <a:pt x="3279" y="8197"/>
                  </a:lnTo>
                  <a:lnTo>
                    <a:pt x="1639" y="3279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163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8" name="Freeform 3027">
              <a:extLst>
                <a:ext uri="{FF2B5EF4-FFF2-40B4-BE49-F238E27FC236}">
                  <a16:creationId xmlns:a16="http://schemas.microsoft.com/office/drawing/2014/main" id="{AE2F664D-328C-894D-A809-199D6AAE872D}"/>
                </a:ext>
              </a:extLst>
            </p:cNvPr>
            <p:cNvSpPr/>
            <p:nvPr/>
          </p:nvSpPr>
          <p:spPr>
            <a:xfrm>
              <a:off x="4727153" y="2918181"/>
              <a:ext cx="468850" cy="554095"/>
            </a:xfrm>
            <a:custGeom>
              <a:avLst/>
              <a:gdLst>
                <a:gd name="connsiteX0" fmla="*/ 1639 w 468850"/>
                <a:gd name="connsiteY0" fmla="*/ 286884 h 554095"/>
                <a:gd name="connsiteX1" fmla="*/ 0 w 468850"/>
                <a:gd name="connsiteY1" fmla="*/ 283605 h 554095"/>
                <a:gd name="connsiteX2" fmla="*/ 0 w 468850"/>
                <a:gd name="connsiteY2" fmla="*/ 280327 h 554095"/>
                <a:gd name="connsiteX3" fmla="*/ 1639 w 468850"/>
                <a:gd name="connsiteY3" fmla="*/ 277048 h 554095"/>
                <a:gd name="connsiteX4" fmla="*/ 3279 w 468850"/>
                <a:gd name="connsiteY4" fmla="*/ 272130 h 554095"/>
                <a:gd name="connsiteX5" fmla="*/ 4918 w 468850"/>
                <a:gd name="connsiteY5" fmla="*/ 268851 h 554095"/>
                <a:gd name="connsiteX6" fmla="*/ 4918 w 468850"/>
                <a:gd name="connsiteY6" fmla="*/ 265573 h 554095"/>
                <a:gd name="connsiteX7" fmla="*/ 8197 w 468850"/>
                <a:gd name="connsiteY7" fmla="*/ 262294 h 554095"/>
                <a:gd name="connsiteX8" fmla="*/ 13114 w 468850"/>
                <a:gd name="connsiteY8" fmla="*/ 262294 h 554095"/>
                <a:gd name="connsiteX9" fmla="*/ 18033 w 468850"/>
                <a:gd name="connsiteY9" fmla="*/ 262294 h 554095"/>
                <a:gd name="connsiteX10" fmla="*/ 21311 w 468850"/>
                <a:gd name="connsiteY10" fmla="*/ 262294 h 554095"/>
                <a:gd name="connsiteX11" fmla="*/ 26229 w 468850"/>
                <a:gd name="connsiteY11" fmla="*/ 262294 h 554095"/>
                <a:gd name="connsiteX12" fmla="*/ 29508 w 468850"/>
                <a:gd name="connsiteY12" fmla="*/ 262294 h 554095"/>
                <a:gd name="connsiteX13" fmla="*/ 34426 w 468850"/>
                <a:gd name="connsiteY13" fmla="*/ 262294 h 554095"/>
                <a:gd name="connsiteX14" fmla="*/ 37705 w 468850"/>
                <a:gd name="connsiteY14" fmla="*/ 262294 h 554095"/>
                <a:gd name="connsiteX15" fmla="*/ 39344 w 468850"/>
                <a:gd name="connsiteY15" fmla="*/ 262294 h 554095"/>
                <a:gd name="connsiteX16" fmla="*/ 42623 w 468850"/>
                <a:gd name="connsiteY16" fmla="*/ 262294 h 554095"/>
                <a:gd name="connsiteX17" fmla="*/ 47541 w 468850"/>
                <a:gd name="connsiteY17" fmla="*/ 262294 h 554095"/>
                <a:gd name="connsiteX18" fmla="*/ 50820 w 468850"/>
                <a:gd name="connsiteY18" fmla="*/ 262294 h 554095"/>
                <a:gd name="connsiteX19" fmla="*/ 50820 w 468850"/>
                <a:gd name="connsiteY19" fmla="*/ 262294 h 554095"/>
                <a:gd name="connsiteX20" fmla="*/ 55737 w 468850"/>
                <a:gd name="connsiteY20" fmla="*/ 262294 h 554095"/>
                <a:gd name="connsiteX21" fmla="*/ 60656 w 468850"/>
                <a:gd name="connsiteY21" fmla="*/ 262294 h 554095"/>
                <a:gd name="connsiteX22" fmla="*/ 63934 w 468850"/>
                <a:gd name="connsiteY22" fmla="*/ 262294 h 554095"/>
                <a:gd name="connsiteX23" fmla="*/ 68852 w 468850"/>
                <a:gd name="connsiteY23" fmla="*/ 262294 h 554095"/>
                <a:gd name="connsiteX24" fmla="*/ 72131 w 468850"/>
                <a:gd name="connsiteY24" fmla="*/ 262294 h 554095"/>
                <a:gd name="connsiteX25" fmla="*/ 77049 w 468850"/>
                <a:gd name="connsiteY25" fmla="*/ 262294 h 554095"/>
                <a:gd name="connsiteX26" fmla="*/ 78688 w 468850"/>
                <a:gd name="connsiteY26" fmla="*/ 262294 h 554095"/>
                <a:gd name="connsiteX27" fmla="*/ 81967 w 468850"/>
                <a:gd name="connsiteY27" fmla="*/ 262294 h 554095"/>
                <a:gd name="connsiteX28" fmla="*/ 86885 w 468850"/>
                <a:gd name="connsiteY28" fmla="*/ 262294 h 554095"/>
                <a:gd name="connsiteX29" fmla="*/ 86885 w 468850"/>
                <a:gd name="connsiteY29" fmla="*/ 262294 h 554095"/>
                <a:gd name="connsiteX30" fmla="*/ 91803 w 468850"/>
                <a:gd name="connsiteY30" fmla="*/ 262294 h 554095"/>
                <a:gd name="connsiteX31" fmla="*/ 95081 w 468850"/>
                <a:gd name="connsiteY31" fmla="*/ 262294 h 554095"/>
                <a:gd name="connsiteX32" fmla="*/ 100000 w 468850"/>
                <a:gd name="connsiteY32" fmla="*/ 262294 h 554095"/>
                <a:gd name="connsiteX33" fmla="*/ 103278 w 468850"/>
                <a:gd name="connsiteY33" fmla="*/ 262294 h 554095"/>
                <a:gd name="connsiteX34" fmla="*/ 106557 w 468850"/>
                <a:gd name="connsiteY34" fmla="*/ 262294 h 554095"/>
                <a:gd name="connsiteX35" fmla="*/ 109836 w 468850"/>
                <a:gd name="connsiteY35" fmla="*/ 262294 h 554095"/>
                <a:gd name="connsiteX36" fmla="*/ 114754 w 468850"/>
                <a:gd name="connsiteY36" fmla="*/ 262294 h 554095"/>
                <a:gd name="connsiteX37" fmla="*/ 118032 w 468850"/>
                <a:gd name="connsiteY37" fmla="*/ 262294 h 554095"/>
                <a:gd name="connsiteX38" fmla="*/ 121311 w 468850"/>
                <a:gd name="connsiteY38" fmla="*/ 262294 h 554095"/>
                <a:gd name="connsiteX39" fmla="*/ 126229 w 468850"/>
                <a:gd name="connsiteY39" fmla="*/ 262294 h 554095"/>
                <a:gd name="connsiteX40" fmla="*/ 131147 w 468850"/>
                <a:gd name="connsiteY40" fmla="*/ 262294 h 554095"/>
                <a:gd name="connsiteX41" fmla="*/ 134426 w 468850"/>
                <a:gd name="connsiteY41" fmla="*/ 262294 h 554095"/>
                <a:gd name="connsiteX42" fmla="*/ 139344 w 468850"/>
                <a:gd name="connsiteY42" fmla="*/ 262294 h 554095"/>
                <a:gd name="connsiteX43" fmla="*/ 142623 w 468850"/>
                <a:gd name="connsiteY43" fmla="*/ 262294 h 554095"/>
                <a:gd name="connsiteX44" fmla="*/ 147540 w 468850"/>
                <a:gd name="connsiteY44" fmla="*/ 262294 h 554095"/>
                <a:gd name="connsiteX45" fmla="*/ 150819 w 468850"/>
                <a:gd name="connsiteY45" fmla="*/ 262294 h 554095"/>
                <a:gd name="connsiteX46" fmla="*/ 155737 w 468850"/>
                <a:gd name="connsiteY46" fmla="*/ 262294 h 554095"/>
                <a:gd name="connsiteX47" fmla="*/ 155737 w 468850"/>
                <a:gd name="connsiteY47" fmla="*/ 259015 h 554095"/>
                <a:gd name="connsiteX48" fmla="*/ 155737 w 468850"/>
                <a:gd name="connsiteY48" fmla="*/ 255737 h 554095"/>
                <a:gd name="connsiteX49" fmla="*/ 155737 w 468850"/>
                <a:gd name="connsiteY49" fmla="*/ 254097 h 554095"/>
                <a:gd name="connsiteX50" fmla="*/ 154098 w 468850"/>
                <a:gd name="connsiteY50" fmla="*/ 250819 h 554095"/>
                <a:gd name="connsiteX51" fmla="*/ 154098 w 468850"/>
                <a:gd name="connsiteY51" fmla="*/ 245901 h 554095"/>
                <a:gd name="connsiteX52" fmla="*/ 154098 w 468850"/>
                <a:gd name="connsiteY52" fmla="*/ 242622 h 554095"/>
                <a:gd name="connsiteX53" fmla="*/ 154098 w 468850"/>
                <a:gd name="connsiteY53" fmla="*/ 239343 h 554095"/>
                <a:gd name="connsiteX54" fmla="*/ 154098 w 468850"/>
                <a:gd name="connsiteY54" fmla="*/ 236064 h 554095"/>
                <a:gd name="connsiteX55" fmla="*/ 154098 w 468850"/>
                <a:gd name="connsiteY55" fmla="*/ 231147 h 554095"/>
                <a:gd name="connsiteX56" fmla="*/ 154098 w 468850"/>
                <a:gd name="connsiteY56" fmla="*/ 227868 h 554095"/>
                <a:gd name="connsiteX57" fmla="*/ 154098 w 468850"/>
                <a:gd name="connsiteY57" fmla="*/ 224589 h 554095"/>
                <a:gd name="connsiteX58" fmla="*/ 154098 w 468850"/>
                <a:gd name="connsiteY58" fmla="*/ 219671 h 554095"/>
                <a:gd name="connsiteX59" fmla="*/ 154098 w 468850"/>
                <a:gd name="connsiteY59" fmla="*/ 216392 h 554095"/>
                <a:gd name="connsiteX60" fmla="*/ 154098 w 468850"/>
                <a:gd name="connsiteY60" fmla="*/ 213114 h 554095"/>
                <a:gd name="connsiteX61" fmla="*/ 154098 w 468850"/>
                <a:gd name="connsiteY61" fmla="*/ 208196 h 554095"/>
                <a:gd name="connsiteX62" fmla="*/ 152458 w 468850"/>
                <a:gd name="connsiteY62" fmla="*/ 204917 h 554095"/>
                <a:gd name="connsiteX63" fmla="*/ 152458 w 468850"/>
                <a:gd name="connsiteY63" fmla="*/ 201638 h 554095"/>
                <a:gd name="connsiteX64" fmla="*/ 152458 w 468850"/>
                <a:gd name="connsiteY64" fmla="*/ 198360 h 554095"/>
                <a:gd name="connsiteX65" fmla="*/ 154098 w 468850"/>
                <a:gd name="connsiteY65" fmla="*/ 193442 h 554095"/>
                <a:gd name="connsiteX66" fmla="*/ 155737 w 468850"/>
                <a:gd name="connsiteY66" fmla="*/ 190163 h 554095"/>
                <a:gd name="connsiteX67" fmla="*/ 160655 w 468850"/>
                <a:gd name="connsiteY67" fmla="*/ 185245 h 554095"/>
                <a:gd name="connsiteX68" fmla="*/ 165573 w 468850"/>
                <a:gd name="connsiteY68" fmla="*/ 183606 h 554095"/>
                <a:gd name="connsiteX69" fmla="*/ 168851 w 468850"/>
                <a:gd name="connsiteY69" fmla="*/ 180327 h 554095"/>
                <a:gd name="connsiteX70" fmla="*/ 173770 w 468850"/>
                <a:gd name="connsiteY70" fmla="*/ 177048 h 554095"/>
                <a:gd name="connsiteX71" fmla="*/ 173770 w 468850"/>
                <a:gd name="connsiteY71" fmla="*/ 177048 h 554095"/>
                <a:gd name="connsiteX72" fmla="*/ 177048 w 468850"/>
                <a:gd name="connsiteY72" fmla="*/ 175409 h 554095"/>
                <a:gd name="connsiteX73" fmla="*/ 181966 w 468850"/>
                <a:gd name="connsiteY73" fmla="*/ 175409 h 554095"/>
                <a:gd name="connsiteX74" fmla="*/ 185245 w 468850"/>
                <a:gd name="connsiteY74" fmla="*/ 173770 h 554095"/>
                <a:gd name="connsiteX75" fmla="*/ 190163 w 468850"/>
                <a:gd name="connsiteY75" fmla="*/ 170491 h 554095"/>
                <a:gd name="connsiteX76" fmla="*/ 193442 w 468850"/>
                <a:gd name="connsiteY76" fmla="*/ 170491 h 554095"/>
                <a:gd name="connsiteX77" fmla="*/ 196720 w 468850"/>
                <a:gd name="connsiteY77" fmla="*/ 168852 h 554095"/>
                <a:gd name="connsiteX78" fmla="*/ 196720 w 468850"/>
                <a:gd name="connsiteY78" fmla="*/ 163934 h 554095"/>
                <a:gd name="connsiteX79" fmla="*/ 196720 w 468850"/>
                <a:gd name="connsiteY79" fmla="*/ 157376 h 554095"/>
                <a:gd name="connsiteX80" fmla="*/ 196720 w 468850"/>
                <a:gd name="connsiteY80" fmla="*/ 152458 h 554095"/>
                <a:gd name="connsiteX81" fmla="*/ 196720 w 468850"/>
                <a:gd name="connsiteY81" fmla="*/ 149180 h 554095"/>
                <a:gd name="connsiteX82" fmla="*/ 196720 w 468850"/>
                <a:gd name="connsiteY82" fmla="*/ 144262 h 554095"/>
                <a:gd name="connsiteX83" fmla="*/ 196720 w 468850"/>
                <a:gd name="connsiteY83" fmla="*/ 139344 h 554095"/>
                <a:gd name="connsiteX84" fmla="*/ 198360 w 468850"/>
                <a:gd name="connsiteY84" fmla="*/ 131147 h 554095"/>
                <a:gd name="connsiteX85" fmla="*/ 198360 w 468850"/>
                <a:gd name="connsiteY85" fmla="*/ 126229 h 554095"/>
                <a:gd name="connsiteX86" fmla="*/ 198360 w 468850"/>
                <a:gd name="connsiteY86" fmla="*/ 121311 h 554095"/>
                <a:gd name="connsiteX87" fmla="*/ 198360 w 468850"/>
                <a:gd name="connsiteY87" fmla="*/ 118032 h 554095"/>
                <a:gd name="connsiteX88" fmla="*/ 198360 w 468850"/>
                <a:gd name="connsiteY88" fmla="*/ 113114 h 554095"/>
                <a:gd name="connsiteX89" fmla="*/ 198360 w 468850"/>
                <a:gd name="connsiteY89" fmla="*/ 109836 h 554095"/>
                <a:gd name="connsiteX90" fmla="*/ 198360 w 468850"/>
                <a:gd name="connsiteY90" fmla="*/ 104917 h 554095"/>
                <a:gd name="connsiteX91" fmla="*/ 198360 w 468850"/>
                <a:gd name="connsiteY91" fmla="*/ 100000 h 554095"/>
                <a:gd name="connsiteX92" fmla="*/ 198360 w 468850"/>
                <a:gd name="connsiteY92" fmla="*/ 93442 h 554095"/>
                <a:gd name="connsiteX93" fmla="*/ 199999 w 468850"/>
                <a:gd name="connsiteY93" fmla="*/ 86885 h 554095"/>
                <a:gd name="connsiteX94" fmla="*/ 199999 w 468850"/>
                <a:gd name="connsiteY94" fmla="*/ 81967 h 554095"/>
                <a:gd name="connsiteX95" fmla="*/ 199999 w 468850"/>
                <a:gd name="connsiteY95" fmla="*/ 77049 h 554095"/>
                <a:gd name="connsiteX96" fmla="*/ 199999 w 468850"/>
                <a:gd name="connsiteY96" fmla="*/ 68852 h 554095"/>
                <a:gd name="connsiteX97" fmla="*/ 199999 w 468850"/>
                <a:gd name="connsiteY97" fmla="*/ 67213 h 554095"/>
                <a:gd name="connsiteX98" fmla="*/ 199999 w 468850"/>
                <a:gd name="connsiteY98" fmla="*/ 63934 h 554095"/>
                <a:gd name="connsiteX99" fmla="*/ 201638 w 468850"/>
                <a:gd name="connsiteY99" fmla="*/ 57377 h 554095"/>
                <a:gd name="connsiteX100" fmla="*/ 203278 w 468850"/>
                <a:gd name="connsiteY100" fmla="*/ 57377 h 554095"/>
                <a:gd name="connsiteX101" fmla="*/ 208196 w 468850"/>
                <a:gd name="connsiteY101" fmla="*/ 57377 h 554095"/>
                <a:gd name="connsiteX102" fmla="*/ 213114 w 468850"/>
                <a:gd name="connsiteY102" fmla="*/ 57377 h 554095"/>
                <a:gd name="connsiteX103" fmla="*/ 214753 w 468850"/>
                <a:gd name="connsiteY103" fmla="*/ 57377 h 554095"/>
                <a:gd name="connsiteX104" fmla="*/ 214753 w 468850"/>
                <a:gd name="connsiteY104" fmla="*/ 57377 h 554095"/>
                <a:gd name="connsiteX105" fmla="*/ 219671 w 468850"/>
                <a:gd name="connsiteY105" fmla="*/ 57377 h 554095"/>
                <a:gd name="connsiteX106" fmla="*/ 224589 w 468850"/>
                <a:gd name="connsiteY106" fmla="*/ 57377 h 554095"/>
                <a:gd name="connsiteX107" fmla="*/ 227868 w 468850"/>
                <a:gd name="connsiteY107" fmla="*/ 57377 h 554095"/>
                <a:gd name="connsiteX108" fmla="*/ 232786 w 468850"/>
                <a:gd name="connsiteY108" fmla="*/ 57377 h 554095"/>
                <a:gd name="connsiteX109" fmla="*/ 239343 w 468850"/>
                <a:gd name="connsiteY109" fmla="*/ 57377 h 554095"/>
                <a:gd name="connsiteX110" fmla="*/ 242622 w 468850"/>
                <a:gd name="connsiteY110" fmla="*/ 57377 h 554095"/>
                <a:gd name="connsiteX111" fmla="*/ 249179 w 468850"/>
                <a:gd name="connsiteY111" fmla="*/ 57377 h 554095"/>
                <a:gd name="connsiteX112" fmla="*/ 252458 w 468850"/>
                <a:gd name="connsiteY112" fmla="*/ 57377 h 554095"/>
                <a:gd name="connsiteX113" fmla="*/ 259015 w 468850"/>
                <a:gd name="connsiteY113" fmla="*/ 57377 h 554095"/>
                <a:gd name="connsiteX114" fmla="*/ 263933 w 468850"/>
                <a:gd name="connsiteY114" fmla="*/ 57377 h 554095"/>
                <a:gd name="connsiteX115" fmla="*/ 268851 w 468850"/>
                <a:gd name="connsiteY115" fmla="*/ 57377 h 554095"/>
                <a:gd name="connsiteX116" fmla="*/ 275408 w 468850"/>
                <a:gd name="connsiteY116" fmla="*/ 57377 h 554095"/>
                <a:gd name="connsiteX117" fmla="*/ 277048 w 468850"/>
                <a:gd name="connsiteY117" fmla="*/ 57377 h 554095"/>
                <a:gd name="connsiteX118" fmla="*/ 280327 w 468850"/>
                <a:gd name="connsiteY118" fmla="*/ 57377 h 554095"/>
                <a:gd name="connsiteX119" fmla="*/ 285245 w 468850"/>
                <a:gd name="connsiteY119" fmla="*/ 57377 h 554095"/>
                <a:gd name="connsiteX120" fmla="*/ 288523 w 468850"/>
                <a:gd name="connsiteY120" fmla="*/ 57377 h 554095"/>
                <a:gd name="connsiteX121" fmla="*/ 291802 w 468850"/>
                <a:gd name="connsiteY121" fmla="*/ 57377 h 554095"/>
                <a:gd name="connsiteX122" fmla="*/ 295081 w 468850"/>
                <a:gd name="connsiteY122" fmla="*/ 57377 h 554095"/>
                <a:gd name="connsiteX123" fmla="*/ 299998 w 468850"/>
                <a:gd name="connsiteY123" fmla="*/ 57377 h 554095"/>
                <a:gd name="connsiteX124" fmla="*/ 303277 w 468850"/>
                <a:gd name="connsiteY124" fmla="*/ 57377 h 554095"/>
                <a:gd name="connsiteX125" fmla="*/ 306556 w 468850"/>
                <a:gd name="connsiteY125" fmla="*/ 57377 h 554095"/>
                <a:gd name="connsiteX126" fmla="*/ 311474 w 468850"/>
                <a:gd name="connsiteY126" fmla="*/ 57377 h 554095"/>
                <a:gd name="connsiteX127" fmla="*/ 316392 w 468850"/>
                <a:gd name="connsiteY127" fmla="*/ 57377 h 554095"/>
                <a:gd name="connsiteX128" fmla="*/ 321310 w 468850"/>
                <a:gd name="connsiteY128" fmla="*/ 57377 h 554095"/>
                <a:gd name="connsiteX129" fmla="*/ 324588 w 468850"/>
                <a:gd name="connsiteY129" fmla="*/ 57377 h 554095"/>
                <a:gd name="connsiteX130" fmla="*/ 326228 w 468850"/>
                <a:gd name="connsiteY130" fmla="*/ 57377 h 554095"/>
                <a:gd name="connsiteX131" fmla="*/ 326228 w 468850"/>
                <a:gd name="connsiteY131" fmla="*/ 52459 h 554095"/>
                <a:gd name="connsiteX132" fmla="*/ 326228 w 468850"/>
                <a:gd name="connsiteY132" fmla="*/ 47541 h 554095"/>
                <a:gd name="connsiteX133" fmla="*/ 326228 w 468850"/>
                <a:gd name="connsiteY133" fmla="*/ 44262 h 554095"/>
                <a:gd name="connsiteX134" fmla="*/ 326228 w 468850"/>
                <a:gd name="connsiteY134" fmla="*/ 39344 h 554095"/>
                <a:gd name="connsiteX135" fmla="*/ 326228 w 468850"/>
                <a:gd name="connsiteY135" fmla="*/ 34426 h 554095"/>
                <a:gd name="connsiteX136" fmla="*/ 326228 w 468850"/>
                <a:gd name="connsiteY136" fmla="*/ 29508 h 554095"/>
                <a:gd name="connsiteX137" fmla="*/ 326228 w 468850"/>
                <a:gd name="connsiteY137" fmla="*/ 26229 h 554095"/>
                <a:gd name="connsiteX138" fmla="*/ 326228 w 468850"/>
                <a:gd name="connsiteY138" fmla="*/ 21311 h 554095"/>
                <a:gd name="connsiteX139" fmla="*/ 326228 w 468850"/>
                <a:gd name="connsiteY139" fmla="*/ 16393 h 554095"/>
                <a:gd name="connsiteX140" fmla="*/ 327867 w 468850"/>
                <a:gd name="connsiteY140" fmla="*/ 13115 h 554095"/>
                <a:gd name="connsiteX141" fmla="*/ 327867 w 468850"/>
                <a:gd name="connsiteY141" fmla="*/ 8197 h 554095"/>
                <a:gd name="connsiteX142" fmla="*/ 327867 w 468850"/>
                <a:gd name="connsiteY142" fmla="*/ 3279 h 554095"/>
                <a:gd name="connsiteX143" fmla="*/ 327867 w 468850"/>
                <a:gd name="connsiteY143" fmla="*/ 0 h 554095"/>
                <a:gd name="connsiteX144" fmla="*/ 332785 w 468850"/>
                <a:gd name="connsiteY144" fmla="*/ 3279 h 554095"/>
                <a:gd name="connsiteX145" fmla="*/ 336064 w 468850"/>
                <a:gd name="connsiteY145" fmla="*/ 4918 h 554095"/>
                <a:gd name="connsiteX146" fmla="*/ 339343 w 468850"/>
                <a:gd name="connsiteY146" fmla="*/ 8197 h 554095"/>
                <a:gd name="connsiteX147" fmla="*/ 344261 w 468850"/>
                <a:gd name="connsiteY147" fmla="*/ 11475 h 554095"/>
                <a:gd name="connsiteX148" fmla="*/ 347540 w 468850"/>
                <a:gd name="connsiteY148" fmla="*/ 13115 h 554095"/>
                <a:gd name="connsiteX149" fmla="*/ 352457 w 468850"/>
                <a:gd name="connsiteY149" fmla="*/ 16393 h 554095"/>
                <a:gd name="connsiteX150" fmla="*/ 355736 w 468850"/>
                <a:gd name="connsiteY150" fmla="*/ 19672 h 554095"/>
                <a:gd name="connsiteX151" fmla="*/ 360654 w 468850"/>
                <a:gd name="connsiteY151" fmla="*/ 22951 h 554095"/>
                <a:gd name="connsiteX152" fmla="*/ 363933 w 468850"/>
                <a:gd name="connsiteY152" fmla="*/ 24590 h 554095"/>
                <a:gd name="connsiteX153" fmla="*/ 367211 w 468850"/>
                <a:gd name="connsiteY153" fmla="*/ 27869 h 554095"/>
                <a:gd name="connsiteX154" fmla="*/ 372130 w 468850"/>
                <a:gd name="connsiteY154" fmla="*/ 29508 h 554095"/>
                <a:gd name="connsiteX155" fmla="*/ 375408 w 468850"/>
                <a:gd name="connsiteY155" fmla="*/ 32787 h 554095"/>
                <a:gd name="connsiteX156" fmla="*/ 380326 w 468850"/>
                <a:gd name="connsiteY156" fmla="*/ 36065 h 554095"/>
                <a:gd name="connsiteX157" fmla="*/ 383605 w 468850"/>
                <a:gd name="connsiteY157" fmla="*/ 39344 h 554095"/>
                <a:gd name="connsiteX158" fmla="*/ 388523 w 468850"/>
                <a:gd name="connsiteY158" fmla="*/ 40983 h 554095"/>
                <a:gd name="connsiteX159" fmla="*/ 391801 w 468850"/>
                <a:gd name="connsiteY159" fmla="*/ 44262 h 554095"/>
                <a:gd name="connsiteX160" fmla="*/ 395080 w 468850"/>
                <a:gd name="connsiteY160" fmla="*/ 47541 h 554095"/>
                <a:gd name="connsiteX161" fmla="*/ 399998 w 468850"/>
                <a:gd name="connsiteY161" fmla="*/ 50820 h 554095"/>
                <a:gd name="connsiteX162" fmla="*/ 403277 w 468850"/>
                <a:gd name="connsiteY162" fmla="*/ 52459 h 554095"/>
                <a:gd name="connsiteX163" fmla="*/ 408195 w 468850"/>
                <a:gd name="connsiteY163" fmla="*/ 55737 h 554095"/>
                <a:gd name="connsiteX164" fmla="*/ 411474 w 468850"/>
                <a:gd name="connsiteY164" fmla="*/ 59016 h 554095"/>
                <a:gd name="connsiteX165" fmla="*/ 414752 w 468850"/>
                <a:gd name="connsiteY165" fmla="*/ 60655 h 554095"/>
                <a:gd name="connsiteX166" fmla="*/ 419670 w 468850"/>
                <a:gd name="connsiteY166" fmla="*/ 63934 h 554095"/>
                <a:gd name="connsiteX167" fmla="*/ 422949 w 468850"/>
                <a:gd name="connsiteY167" fmla="*/ 67213 h 554095"/>
                <a:gd name="connsiteX168" fmla="*/ 426228 w 468850"/>
                <a:gd name="connsiteY168" fmla="*/ 70492 h 554095"/>
                <a:gd name="connsiteX169" fmla="*/ 431145 w 468850"/>
                <a:gd name="connsiteY169" fmla="*/ 72131 h 554095"/>
                <a:gd name="connsiteX170" fmla="*/ 434424 w 468850"/>
                <a:gd name="connsiteY170" fmla="*/ 75410 h 554095"/>
                <a:gd name="connsiteX171" fmla="*/ 437703 w 468850"/>
                <a:gd name="connsiteY171" fmla="*/ 78688 h 554095"/>
                <a:gd name="connsiteX172" fmla="*/ 442621 w 468850"/>
                <a:gd name="connsiteY172" fmla="*/ 80327 h 554095"/>
                <a:gd name="connsiteX173" fmla="*/ 445900 w 468850"/>
                <a:gd name="connsiteY173" fmla="*/ 83606 h 554095"/>
                <a:gd name="connsiteX174" fmla="*/ 449178 w 468850"/>
                <a:gd name="connsiteY174" fmla="*/ 86885 h 554095"/>
                <a:gd name="connsiteX175" fmla="*/ 454096 w 468850"/>
                <a:gd name="connsiteY175" fmla="*/ 90164 h 554095"/>
                <a:gd name="connsiteX176" fmla="*/ 457375 w 468850"/>
                <a:gd name="connsiteY176" fmla="*/ 91803 h 554095"/>
                <a:gd name="connsiteX177" fmla="*/ 462293 w 468850"/>
                <a:gd name="connsiteY177" fmla="*/ 95082 h 554095"/>
                <a:gd name="connsiteX178" fmla="*/ 462293 w 468850"/>
                <a:gd name="connsiteY178" fmla="*/ 95082 h 554095"/>
                <a:gd name="connsiteX179" fmla="*/ 465572 w 468850"/>
                <a:gd name="connsiteY179" fmla="*/ 98360 h 554095"/>
                <a:gd name="connsiteX180" fmla="*/ 468850 w 468850"/>
                <a:gd name="connsiteY180" fmla="*/ 100000 h 554095"/>
                <a:gd name="connsiteX181" fmla="*/ 465572 w 468850"/>
                <a:gd name="connsiteY181" fmla="*/ 100000 h 554095"/>
                <a:gd name="connsiteX182" fmla="*/ 462293 w 468850"/>
                <a:gd name="connsiteY182" fmla="*/ 100000 h 554095"/>
                <a:gd name="connsiteX183" fmla="*/ 457375 w 468850"/>
                <a:gd name="connsiteY183" fmla="*/ 100000 h 554095"/>
                <a:gd name="connsiteX184" fmla="*/ 454096 w 468850"/>
                <a:gd name="connsiteY184" fmla="*/ 100000 h 554095"/>
                <a:gd name="connsiteX185" fmla="*/ 450818 w 468850"/>
                <a:gd name="connsiteY185" fmla="*/ 100000 h 554095"/>
                <a:gd name="connsiteX186" fmla="*/ 445900 w 468850"/>
                <a:gd name="connsiteY186" fmla="*/ 100000 h 554095"/>
                <a:gd name="connsiteX187" fmla="*/ 442621 w 468850"/>
                <a:gd name="connsiteY187" fmla="*/ 100000 h 554095"/>
                <a:gd name="connsiteX188" fmla="*/ 437703 w 468850"/>
                <a:gd name="connsiteY188" fmla="*/ 100000 h 554095"/>
                <a:gd name="connsiteX189" fmla="*/ 434424 w 468850"/>
                <a:gd name="connsiteY189" fmla="*/ 100000 h 554095"/>
                <a:gd name="connsiteX190" fmla="*/ 429506 w 468850"/>
                <a:gd name="connsiteY190" fmla="*/ 100000 h 554095"/>
                <a:gd name="connsiteX191" fmla="*/ 426228 w 468850"/>
                <a:gd name="connsiteY191" fmla="*/ 100000 h 554095"/>
                <a:gd name="connsiteX192" fmla="*/ 421310 w 468850"/>
                <a:gd name="connsiteY192" fmla="*/ 100000 h 554095"/>
                <a:gd name="connsiteX193" fmla="*/ 418031 w 468850"/>
                <a:gd name="connsiteY193" fmla="*/ 100000 h 554095"/>
                <a:gd name="connsiteX194" fmla="*/ 414752 w 468850"/>
                <a:gd name="connsiteY194" fmla="*/ 100000 h 554095"/>
                <a:gd name="connsiteX195" fmla="*/ 409834 w 468850"/>
                <a:gd name="connsiteY195" fmla="*/ 100000 h 554095"/>
                <a:gd name="connsiteX196" fmla="*/ 406555 w 468850"/>
                <a:gd name="connsiteY196" fmla="*/ 100000 h 554095"/>
                <a:gd name="connsiteX197" fmla="*/ 401638 w 468850"/>
                <a:gd name="connsiteY197" fmla="*/ 100000 h 554095"/>
                <a:gd name="connsiteX198" fmla="*/ 403277 w 468850"/>
                <a:gd name="connsiteY198" fmla="*/ 104917 h 554095"/>
                <a:gd name="connsiteX199" fmla="*/ 403277 w 468850"/>
                <a:gd name="connsiteY199" fmla="*/ 108196 h 554095"/>
                <a:gd name="connsiteX200" fmla="*/ 403277 w 468850"/>
                <a:gd name="connsiteY200" fmla="*/ 113114 h 554095"/>
                <a:gd name="connsiteX201" fmla="*/ 403277 w 468850"/>
                <a:gd name="connsiteY201" fmla="*/ 116393 h 554095"/>
                <a:gd name="connsiteX202" fmla="*/ 403277 w 468850"/>
                <a:gd name="connsiteY202" fmla="*/ 119672 h 554095"/>
                <a:gd name="connsiteX203" fmla="*/ 404916 w 468850"/>
                <a:gd name="connsiteY203" fmla="*/ 124590 h 554095"/>
                <a:gd name="connsiteX204" fmla="*/ 404916 w 468850"/>
                <a:gd name="connsiteY204" fmla="*/ 127868 h 554095"/>
                <a:gd name="connsiteX205" fmla="*/ 404916 w 468850"/>
                <a:gd name="connsiteY205" fmla="*/ 131147 h 554095"/>
                <a:gd name="connsiteX206" fmla="*/ 404916 w 468850"/>
                <a:gd name="connsiteY206" fmla="*/ 132786 h 554095"/>
                <a:gd name="connsiteX207" fmla="*/ 404916 w 468850"/>
                <a:gd name="connsiteY207" fmla="*/ 137704 h 554095"/>
                <a:gd name="connsiteX208" fmla="*/ 404916 w 468850"/>
                <a:gd name="connsiteY208" fmla="*/ 140983 h 554095"/>
                <a:gd name="connsiteX209" fmla="*/ 404916 w 468850"/>
                <a:gd name="connsiteY209" fmla="*/ 144262 h 554095"/>
                <a:gd name="connsiteX210" fmla="*/ 406555 w 468850"/>
                <a:gd name="connsiteY210" fmla="*/ 149180 h 554095"/>
                <a:gd name="connsiteX211" fmla="*/ 406555 w 468850"/>
                <a:gd name="connsiteY211" fmla="*/ 150819 h 554095"/>
                <a:gd name="connsiteX212" fmla="*/ 406555 w 468850"/>
                <a:gd name="connsiteY212" fmla="*/ 154098 h 554095"/>
                <a:gd name="connsiteX213" fmla="*/ 406555 w 468850"/>
                <a:gd name="connsiteY213" fmla="*/ 157376 h 554095"/>
                <a:gd name="connsiteX214" fmla="*/ 406555 w 468850"/>
                <a:gd name="connsiteY214" fmla="*/ 162294 h 554095"/>
                <a:gd name="connsiteX215" fmla="*/ 408195 w 468850"/>
                <a:gd name="connsiteY215" fmla="*/ 165573 h 554095"/>
                <a:gd name="connsiteX216" fmla="*/ 408195 w 468850"/>
                <a:gd name="connsiteY216" fmla="*/ 168852 h 554095"/>
                <a:gd name="connsiteX217" fmla="*/ 408195 w 468850"/>
                <a:gd name="connsiteY217" fmla="*/ 173770 h 554095"/>
                <a:gd name="connsiteX218" fmla="*/ 408195 w 468850"/>
                <a:gd name="connsiteY218" fmla="*/ 177048 h 554095"/>
                <a:gd name="connsiteX219" fmla="*/ 408195 w 468850"/>
                <a:gd name="connsiteY219" fmla="*/ 180327 h 554095"/>
                <a:gd name="connsiteX220" fmla="*/ 408195 w 468850"/>
                <a:gd name="connsiteY220" fmla="*/ 181966 h 554095"/>
                <a:gd name="connsiteX221" fmla="*/ 408195 w 468850"/>
                <a:gd name="connsiteY221" fmla="*/ 185245 h 554095"/>
                <a:gd name="connsiteX222" fmla="*/ 409834 w 468850"/>
                <a:gd name="connsiteY222" fmla="*/ 190163 h 554095"/>
                <a:gd name="connsiteX223" fmla="*/ 409834 w 468850"/>
                <a:gd name="connsiteY223" fmla="*/ 191802 h 554095"/>
                <a:gd name="connsiteX224" fmla="*/ 409834 w 468850"/>
                <a:gd name="connsiteY224" fmla="*/ 196720 h 554095"/>
                <a:gd name="connsiteX225" fmla="*/ 409834 w 468850"/>
                <a:gd name="connsiteY225" fmla="*/ 199999 h 554095"/>
                <a:gd name="connsiteX226" fmla="*/ 409834 w 468850"/>
                <a:gd name="connsiteY226" fmla="*/ 203278 h 554095"/>
                <a:gd name="connsiteX227" fmla="*/ 409834 w 468850"/>
                <a:gd name="connsiteY227" fmla="*/ 208196 h 554095"/>
                <a:gd name="connsiteX228" fmla="*/ 411474 w 468850"/>
                <a:gd name="connsiteY228" fmla="*/ 211474 h 554095"/>
                <a:gd name="connsiteX229" fmla="*/ 411474 w 468850"/>
                <a:gd name="connsiteY229" fmla="*/ 214753 h 554095"/>
                <a:gd name="connsiteX230" fmla="*/ 411474 w 468850"/>
                <a:gd name="connsiteY230" fmla="*/ 218032 h 554095"/>
                <a:gd name="connsiteX231" fmla="*/ 411474 w 468850"/>
                <a:gd name="connsiteY231" fmla="*/ 222950 h 554095"/>
                <a:gd name="connsiteX232" fmla="*/ 411474 w 468850"/>
                <a:gd name="connsiteY232" fmla="*/ 226229 h 554095"/>
                <a:gd name="connsiteX233" fmla="*/ 411474 w 468850"/>
                <a:gd name="connsiteY233" fmla="*/ 229507 h 554095"/>
                <a:gd name="connsiteX234" fmla="*/ 411474 w 468850"/>
                <a:gd name="connsiteY234" fmla="*/ 234425 h 554095"/>
                <a:gd name="connsiteX235" fmla="*/ 413113 w 468850"/>
                <a:gd name="connsiteY235" fmla="*/ 237704 h 554095"/>
                <a:gd name="connsiteX236" fmla="*/ 413113 w 468850"/>
                <a:gd name="connsiteY236" fmla="*/ 240982 h 554095"/>
                <a:gd name="connsiteX237" fmla="*/ 413113 w 468850"/>
                <a:gd name="connsiteY237" fmla="*/ 245901 h 554095"/>
                <a:gd name="connsiteX238" fmla="*/ 413113 w 468850"/>
                <a:gd name="connsiteY238" fmla="*/ 249179 h 554095"/>
                <a:gd name="connsiteX239" fmla="*/ 413113 w 468850"/>
                <a:gd name="connsiteY239" fmla="*/ 252458 h 554095"/>
                <a:gd name="connsiteX240" fmla="*/ 414752 w 468850"/>
                <a:gd name="connsiteY240" fmla="*/ 255737 h 554095"/>
                <a:gd name="connsiteX241" fmla="*/ 414752 w 468850"/>
                <a:gd name="connsiteY241" fmla="*/ 260654 h 554095"/>
                <a:gd name="connsiteX242" fmla="*/ 414752 w 468850"/>
                <a:gd name="connsiteY242" fmla="*/ 263933 h 554095"/>
                <a:gd name="connsiteX243" fmla="*/ 414752 w 468850"/>
                <a:gd name="connsiteY243" fmla="*/ 267212 h 554095"/>
                <a:gd name="connsiteX244" fmla="*/ 414752 w 468850"/>
                <a:gd name="connsiteY244" fmla="*/ 272130 h 554095"/>
                <a:gd name="connsiteX245" fmla="*/ 414752 w 468850"/>
                <a:gd name="connsiteY245" fmla="*/ 275409 h 554095"/>
                <a:gd name="connsiteX246" fmla="*/ 416391 w 468850"/>
                <a:gd name="connsiteY246" fmla="*/ 280327 h 554095"/>
                <a:gd name="connsiteX247" fmla="*/ 416391 w 468850"/>
                <a:gd name="connsiteY247" fmla="*/ 283605 h 554095"/>
                <a:gd name="connsiteX248" fmla="*/ 416391 w 468850"/>
                <a:gd name="connsiteY248" fmla="*/ 286884 h 554095"/>
                <a:gd name="connsiteX249" fmla="*/ 416391 w 468850"/>
                <a:gd name="connsiteY249" fmla="*/ 290163 h 554095"/>
                <a:gd name="connsiteX250" fmla="*/ 416391 w 468850"/>
                <a:gd name="connsiteY250" fmla="*/ 295081 h 554095"/>
                <a:gd name="connsiteX251" fmla="*/ 418031 w 468850"/>
                <a:gd name="connsiteY251" fmla="*/ 298359 h 554095"/>
                <a:gd name="connsiteX252" fmla="*/ 418031 w 468850"/>
                <a:gd name="connsiteY252" fmla="*/ 301638 h 554095"/>
                <a:gd name="connsiteX253" fmla="*/ 418031 w 468850"/>
                <a:gd name="connsiteY253" fmla="*/ 306556 h 554095"/>
                <a:gd name="connsiteX254" fmla="*/ 418031 w 468850"/>
                <a:gd name="connsiteY254" fmla="*/ 309835 h 554095"/>
                <a:gd name="connsiteX255" fmla="*/ 418031 w 468850"/>
                <a:gd name="connsiteY255" fmla="*/ 313113 h 554095"/>
                <a:gd name="connsiteX256" fmla="*/ 418031 w 468850"/>
                <a:gd name="connsiteY256" fmla="*/ 318031 h 554095"/>
                <a:gd name="connsiteX257" fmla="*/ 418031 w 468850"/>
                <a:gd name="connsiteY257" fmla="*/ 321310 h 554095"/>
                <a:gd name="connsiteX258" fmla="*/ 419670 w 468850"/>
                <a:gd name="connsiteY258" fmla="*/ 322949 h 554095"/>
                <a:gd name="connsiteX259" fmla="*/ 419670 w 468850"/>
                <a:gd name="connsiteY259" fmla="*/ 327867 h 554095"/>
                <a:gd name="connsiteX260" fmla="*/ 419670 w 468850"/>
                <a:gd name="connsiteY260" fmla="*/ 331146 h 554095"/>
                <a:gd name="connsiteX261" fmla="*/ 419670 w 468850"/>
                <a:gd name="connsiteY261" fmla="*/ 334425 h 554095"/>
                <a:gd name="connsiteX262" fmla="*/ 419670 w 468850"/>
                <a:gd name="connsiteY262" fmla="*/ 339343 h 554095"/>
                <a:gd name="connsiteX263" fmla="*/ 419670 w 468850"/>
                <a:gd name="connsiteY263" fmla="*/ 342621 h 554095"/>
                <a:gd name="connsiteX264" fmla="*/ 419670 w 468850"/>
                <a:gd name="connsiteY264" fmla="*/ 345900 h 554095"/>
                <a:gd name="connsiteX265" fmla="*/ 421310 w 468850"/>
                <a:gd name="connsiteY265" fmla="*/ 350818 h 554095"/>
                <a:gd name="connsiteX266" fmla="*/ 421310 w 468850"/>
                <a:gd name="connsiteY266" fmla="*/ 354097 h 554095"/>
                <a:gd name="connsiteX267" fmla="*/ 421310 w 468850"/>
                <a:gd name="connsiteY267" fmla="*/ 357375 h 554095"/>
                <a:gd name="connsiteX268" fmla="*/ 421310 w 468850"/>
                <a:gd name="connsiteY268" fmla="*/ 362294 h 554095"/>
                <a:gd name="connsiteX269" fmla="*/ 421310 w 468850"/>
                <a:gd name="connsiteY269" fmla="*/ 365572 h 554095"/>
                <a:gd name="connsiteX270" fmla="*/ 422949 w 468850"/>
                <a:gd name="connsiteY270" fmla="*/ 368851 h 554095"/>
                <a:gd name="connsiteX271" fmla="*/ 422949 w 468850"/>
                <a:gd name="connsiteY271" fmla="*/ 372129 h 554095"/>
                <a:gd name="connsiteX272" fmla="*/ 422949 w 468850"/>
                <a:gd name="connsiteY272" fmla="*/ 377047 h 554095"/>
                <a:gd name="connsiteX273" fmla="*/ 422949 w 468850"/>
                <a:gd name="connsiteY273" fmla="*/ 380326 h 554095"/>
                <a:gd name="connsiteX274" fmla="*/ 422949 w 468850"/>
                <a:gd name="connsiteY274" fmla="*/ 383605 h 554095"/>
                <a:gd name="connsiteX275" fmla="*/ 422949 w 468850"/>
                <a:gd name="connsiteY275" fmla="*/ 388523 h 554095"/>
                <a:gd name="connsiteX276" fmla="*/ 422949 w 468850"/>
                <a:gd name="connsiteY276" fmla="*/ 391801 h 554095"/>
                <a:gd name="connsiteX277" fmla="*/ 424588 w 468850"/>
                <a:gd name="connsiteY277" fmla="*/ 395080 h 554095"/>
                <a:gd name="connsiteX278" fmla="*/ 424588 w 468850"/>
                <a:gd name="connsiteY278" fmla="*/ 399998 h 554095"/>
                <a:gd name="connsiteX279" fmla="*/ 424588 w 468850"/>
                <a:gd name="connsiteY279" fmla="*/ 403277 h 554095"/>
                <a:gd name="connsiteX280" fmla="*/ 424588 w 468850"/>
                <a:gd name="connsiteY280" fmla="*/ 406556 h 554095"/>
                <a:gd name="connsiteX281" fmla="*/ 424588 w 468850"/>
                <a:gd name="connsiteY281" fmla="*/ 411474 h 554095"/>
                <a:gd name="connsiteX282" fmla="*/ 426228 w 468850"/>
                <a:gd name="connsiteY282" fmla="*/ 414752 h 554095"/>
                <a:gd name="connsiteX283" fmla="*/ 426228 w 468850"/>
                <a:gd name="connsiteY283" fmla="*/ 418031 h 554095"/>
                <a:gd name="connsiteX284" fmla="*/ 426228 w 468850"/>
                <a:gd name="connsiteY284" fmla="*/ 422949 h 554095"/>
                <a:gd name="connsiteX285" fmla="*/ 426228 w 468850"/>
                <a:gd name="connsiteY285" fmla="*/ 426228 h 554095"/>
                <a:gd name="connsiteX286" fmla="*/ 426228 w 468850"/>
                <a:gd name="connsiteY286" fmla="*/ 429506 h 554095"/>
                <a:gd name="connsiteX287" fmla="*/ 426228 w 468850"/>
                <a:gd name="connsiteY287" fmla="*/ 434424 h 554095"/>
                <a:gd name="connsiteX288" fmla="*/ 427867 w 468850"/>
                <a:gd name="connsiteY288" fmla="*/ 437703 h 554095"/>
                <a:gd name="connsiteX289" fmla="*/ 427867 w 468850"/>
                <a:gd name="connsiteY289" fmla="*/ 440981 h 554095"/>
                <a:gd name="connsiteX290" fmla="*/ 427867 w 468850"/>
                <a:gd name="connsiteY290" fmla="*/ 445900 h 554095"/>
                <a:gd name="connsiteX291" fmla="*/ 427867 w 468850"/>
                <a:gd name="connsiteY291" fmla="*/ 449178 h 554095"/>
                <a:gd name="connsiteX292" fmla="*/ 427867 w 468850"/>
                <a:gd name="connsiteY292" fmla="*/ 452457 h 554095"/>
                <a:gd name="connsiteX293" fmla="*/ 429506 w 468850"/>
                <a:gd name="connsiteY293" fmla="*/ 457375 h 554095"/>
                <a:gd name="connsiteX294" fmla="*/ 429506 w 468850"/>
                <a:gd name="connsiteY294" fmla="*/ 460654 h 554095"/>
                <a:gd name="connsiteX295" fmla="*/ 429506 w 468850"/>
                <a:gd name="connsiteY295" fmla="*/ 463932 h 554095"/>
                <a:gd name="connsiteX296" fmla="*/ 429506 w 468850"/>
                <a:gd name="connsiteY296" fmla="*/ 467211 h 554095"/>
                <a:gd name="connsiteX297" fmla="*/ 429506 w 468850"/>
                <a:gd name="connsiteY297" fmla="*/ 472129 h 554095"/>
                <a:gd name="connsiteX298" fmla="*/ 429506 w 468850"/>
                <a:gd name="connsiteY298" fmla="*/ 475408 h 554095"/>
                <a:gd name="connsiteX299" fmla="*/ 434424 w 468850"/>
                <a:gd name="connsiteY299" fmla="*/ 478686 h 554095"/>
                <a:gd name="connsiteX300" fmla="*/ 437703 w 468850"/>
                <a:gd name="connsiteY300" fmla="*/ 481965 h 554095"/>
                <a:gd name="connsiteX301" fmla="*/ 439342 w 468850"/>
                <a:gd name="connsiteY301" fmla="*/ 485244 h 554095"/>
                <a:gd name="connsiteX302" fmla="*/ 439342 w 468850"/>
                <a:gd name="connsiteY302" fmla="*/ 490162 h 554095"/>
                <a:gd name="connsiteX303" fmla="*/ 437703 w 468850"/>
                <a:gd name="connsiteY303" fmla="*/ 493440 h 554095"/>
                <a:gd name="connsiteX304" fmla="*/ 437703 w 468850"/>
                <a:gd name="connsiteY304" fmla="*/ 496719 h 554095"/>
                <a:gd name="connsiteX305" fmla="*/ 436064 w 468850"/>
                <a:gd name="connsiteY305" fmla="*/ 501637 h 554095"/>
                <a:gd name="connsiteX306" fmla="*/ 436064 w 468850"/>
                <a:gd name="connsiteY306" fmla="*/ 504916 h 554095"/>
                <a:gd name="connsiteX307" fmla="*/ 436064 w 468850"/>
                <a:gd name="connsiteY307" fmla="*/ 508194 h 554095"/>
                <a:gd name="connsiteX308" fmla="*/ 434424 w 468850"/>
                <a:gd name="connsiteY308" fmla="*/ 513112 h 554095"/>
                <a:gd name="connsiteX309" fmla="*/ 434424 w 468850"/>
                <a:gd name="connsiteY309" fmla="*/ 516391 h 554095"/>
                <a:gd name="connsiteX310" fmla="*/ 432785 w 468850"/>
                <a:gd name="connsiteY310" fmla="*/ 519670 h 554095"/>
                <a:gd name="connsiteX311" fmla="*/ 429506 w 468850"/>
                <a:gd name="connsiteY311" fmla="*/ 519670 h 554095"/>
                <a:gd name="connsiteX312" fmla="*/ 426228 w 468850"/>
                <a:gd name="connsiteY312" fmla="*/ 519670 h 554095"/>
                <a:gd name="connsiteX313" fmla="*/ 422949 w 468850"/>
                <a:gd name="connsiteY313" fmla="*/ 519670 h 554095"/>
                <a:gd name="connsiteX314" fmla="*/ 418031 w 468850"/>
                <a:gd name="connsiteY314" fmla="*/ 519670 h 554095"/>
                <a:gd name="connsiteX315" fmla="*/ 414752 w 468850"/>
                <a:gd name="connsiteY315" fmla="*/ 519670 h 554095"/>
                <a:gd name="connsiteX316" fmla="*/ 409834 w 468850"/>
                <a:gd name="connsiteY316" fmla="*/ 519670 h 554095"/>
                <a:gd name="connsiteX317" fmla="*/ 406555 w 468850"/>
                <a:gd name="connsiteY317" fmla="*/ 519670 h 554095"/>
                <a:gd name="connsiteX318" fmla="*/ 401638 w 468850"/>
                <a:gd name="connsiteY318" fmla="*/ 519670 h 554095"/>
                <a:gd name="connsiteX319" fmla="*/ 401638 w 468850"/>
                <a:gd name="connsiteY319" fmla="*/ 519670 h 554095"/>
                <a:gd name="connsiteX320" fmla="*/ 396720 w 468850"/>
                <a:gd name="connsiteY320" fmla="*/ 519670 h 554095"/>
                <a:gd name="connsiteX321" fmla="*/ 393441 w 468850"/>
                <a:gd name="connsiteY321" fmla="*/ 519670 h 554095"/>
                <a:gd name="connsiteX322" fmla="*/ 388523 w 468850"/>
                <a:gd name="connsiteY322" fmla="*/ 519670 h 554095"/>
                <a:gd name="connsiteX323" fmla="*/ 385244 w 468850"/>
                <a:gd name="connsiteY323" fmla="*/ 519670 h 554095"/>
                <a:gd name="connsiteX324" fmla="*/ 380326 w 468850"/>
                <a:gd name="connsiteY324" fmla="*/ 519670 h 554095"/>
                <a:gd name="connsiteX325" fmla="*/ 377047 w 468850"/>
                <a:gd name="connsiteY325" fmla="*/ 519670 h 554095"/>
                <a:gd name="connsiteX326" fmla="*/ 372130 w 468850"/>
                <a:gd name="connsiteY326" fmla="*/ 519670 h 554095"/>
                <a:gd name="connsiteX327" fmla="*/ 372130 w 468850"/>
                <a:gd name="connsiteY327" fmla="*/ 519670 h 554095"/>
                <a:gd name="connsiteX328" fmla="*/ 367211 w 468850"/>
                <a:gd name="connsiteY328" fmla="*/ 519670 h 554095"/>
                <a:gd name="connsiteX329" fmla="*/ 363933 w 468850"/>
                <a:gd name="connsiteY329" fmla="*/ 519670 h 554095"/>
                <a:gd name="connsiteX330" fmla="*/ 359015 w 468850"/>
                <a:gd name="connsiteY330" fmla="*/ 519670 h 554095"/>
                <a:gd name="connsiteX331" fmla="*/ 355736 w 468850"/>
                <a:gd name="connsiteY331" fmla="*/ 519670 h 554095"/>
                <a:gd name="connsiteX332" fmla="*/ 350818 w 468850"/>
                <a:gd name="connsiteY332" fmla="*/ 519670 h 554095"/>
                <a:gd name="connsiteX333" fmla="*/ 347540 w 468850"/>
                <a:gd name="connsiteY333" fmla="*/ 519670 h 554095"/>
                <a:gd name="connsiteX334" fmla="*/ 342621 w 468850"/>
                <a:gd name="connsiteY334" fmla="*/ 519670 h 554095"/>
                <a:gd name="connsiteX335" fmla="*/ 339343 w 468850"/>
                <a:gd name="connsiteY335" fmla="*/ 519670 h 554095"/>
                <a:gd name="connsiteX336" fmla="*/ 334425 w 468850"/>
                <a:gd name="connsiteY336" fmla="*/ 519670 h 554095"/>
                <a:gd name="connsiteX337" fmla="*/ 331146 w 468850"/>
                <a:gd name="connsiteY337" fmla="*/ 519670 h 554095"/>
                <a:gd name="connsiteX338" fmla="*/ 326228 w 468850"/>
                <a:gd name="connsiteY338" fmla="*/ 519670 h 554095"/>
                <a:gd name="connsiteX339" fmla="*/ 322950 w 468850"/>
                <a:gd name="connsiteY339" fmla="*/ 519670 h 554095"/>
                <a:gd name="connsiteX340" fmla="*/ 318031 w 468850"/>
                <a:gd name="connsiteY340" fmla="*/ 519670 h 554095"/>
                <a:gd name="connsiteX341" fmla="*/ 314753 w 468850"/>
                <a:gd name="connsiteY341" fmla="*/ 519670 h 554095"/>
                <a:gd name="connsiteX342" fmla="*/ 311474 w 468850"/>
                <a:gd name="connsiteY342" fmla="*/ 519670 h 554095"/>
                <a:gd name="connsiteX343" fmla="*/ 308195 w 468850"/>
                <a:gd name="connsiteY343" fmla="*/ 519670 h 554095"/>
                <a:gd name="connsiteX344" fmla="*/ 303277 w 468850"/>
                <a:gd name="connsiteY344" fmla="*/ 519670 h 554095"/>
                <a:gd name="connsiteX345" fmla="*/ 299998 w 468850"/>
                <a:gd name="connsiteY345" fmla="*/ 519670 h 554095"/>
                <a:gd name="connsiteX346" fmla="*/ 298360 w 468850"/>
                <a:gd name="connsiteY346" fmla="*/ 519670 h 554095"/>
                <a:gd name="connsiteX347" fmla="*/ 295081 w 468850"/>
                <a:gd name="connsiteY347" fmla="*/ 519670 h 554095"/>
                <a:gd name="connsiteX348" fmla="*/ 291802 w 468850"/>
                <a:gd name="connsiteY348" fmla="*/ 519670 h 554095"/>
                <a:gd name="connsiteX349" fmla="*/ 290163 w 468850"/>
                <a:gd name="connsiteY349" fmla="*/ 519670 h 554095"/>
                <a:gd name="connsiteX350" fmla="*/ 286884 w 468850"/>
                <a:gd name="connsiteY350" fmla="*/ 518031 h 554095"/>
                <a:gd name="connsiteX351" fmla="*/ 283605 w 468850"/>
                <a:gd name="connsiteY351" fmla="*/ 513112 h 554095"/>
                <a:gd name="connsiteX352" fmla="*/ 283605 w 468850"/>
                <a:gd name="connsiteY352" fmla="*/ 514752 h 554095"/>
                <a:gd name="connsiteX353" fmla="*/ 283605 w 468850"/>
                <a:gd name="connsiteY353" fmla="*/ 518031 h 554095"/>
                <a:gd name="connsiteX354" fmla="*/ 280327 w 468850"/>
                <a:gd name="connsiteY354" fmla="*/ 522948 h 554095"/>
                <a:gd name="connsiteX355" fmla="*/ 275408 w 468850"/>
                <a:gd name="connsiteY355" fmla="*/ 522948 h 554095"/>
                <a:gd name="connsiteX356" fmla="*/ 272130 w 468850"/>
                <a:gd name="connsiteY356" fmla="*/ 522948 h 554095"/>
                <a:gd name="connsiteX357" fmla="*/ 272130 w 468850"/>
                <a:gd name="connsiteY357" fmla="*/ 524588 h 554095"/>
                <a:gd name="connsiteX358" fmla="*/ 268851 w 468850"/>
                <a:gd name="connsiteY358" fmla="*/ 526227 h 554095"/>
                <a:gd name="connsiteX359" fmla="*/ 265573 w 468850"/>
                <a:gd name="connsiteY359" fmla="*/ 524588 h 554095"/>
                <a:gd name="connsiteX360" fmla="*/ 260654 w 468850"/>
                <a:gd name="connsiteY360" fmla="*/ 526227 h 554095"/>
                <a:gd name="connsiteX361" fmla="*/ 259015 w 468850"/>
                <a:gd name="connsiteY361" fmla="*/ 526227 h 554095"/>
                <a:gd name="connsiteX362" fmla="*/ 255737 w 468850"/>
                <a:gd name="connsiteY362" fmla="*/ 524588 h 554095"/>
                <a:gd name="connsiteX363" fmla="*/ 252458 w 468850"/>
                <a:gd name="connsiteY363" fmla="*/ 522948 h 554095"/>
                <a:gd name="connsiteX364" fmla="*/ 247540 w 468850"/>
                <a:gd name="connsiteY364" fmla="*/ 522948 h 554095"/>
                <a:gd name="connsiteX365" fmla="*/ 244261 w 468850"/>
                <a:gd name="connsiteY365" fmla="*/ 522948 h 554095"/>
                <a:gd name="connsiteX366" fmla="*/ 240983 w 468850"/>
                <a:gd name="connsiteY366" fmla="*/ 522948 h 554095"/>
                <a:gd name="connsiteX367" fmla="*/ 239343 w 468850"/>
                <a:gd name="connsiteY367" fmla="*/ 522948 h 554095"/>
                <a:gd name="connsiteX368" fmla="*/ 236064 w 468850"/>
                <a:gd name="connsiteY368" fmla="*/ 522948 h 554095"/>
                <a:gd name="connsiteX369" fmla="*/ 234425 w 468850"/>
                <a:gd name="connsiteY369" fmla="*/ 522948 h 554095"/>
                <a:gd name="connsiteX370" fmla="*/ 232786 w 468850"/>
                <a:gd name="connsiteY370" fmla="*/ 526227 h 554095"/>
                <a:gd name="connsiteX371" fmla="*/ 229507 w 468850"/>
                <a:gd name="connsiteY371" fmla="*/ 529506 h 554095"/>
                <a:gd name="connsiteX372" fmla="*/ 227868 w 468850"/>
                <a:gd name="connsiteY372" fmla="*/ 534424 h 554095"/>
                <a:gd name="connsiteX373" fmla="*/ 226228 w 468850"/>
                <a:gd name="connsiteY373" fmla="*/ 537703 h 554095"/>
                <a:gd name="connsiteX374" fmla="*/ 226228 w 468850"/>
                <a:gd name="connsiteY374" fmla="*/ 536063 h 554095"/>
                <a:gd name="connsiteX375" fmla="*/ 222950 w 468850"/>
                <a:gd name="connsiteY375" fmla="*/ 532784 h 554095"/>
                <a:gd name="connsiteX376" fmla="*/ 219671 w 468850"/>
                <a:gd name="connsiteY376" fmla="*/ 527866 h 554095"/>
                <a:gd name="connsiteX377" fmla="*/ 214753 w 468850"/>
                <a:gd name="connsiteY377" fmla="*/ 524588 h 554095"/>
                <a:gd name="connsiteX378" fmla="*/ 211474 w 468850"/>
                <a:gd name="connsiteY378" fmla="*/ 521309 h 554095"/>
                <a:gd name="connsiteX379" fmla="*/ 209835 w 468850"/>
                <a:gd name="connsiteY379" fmla="*/ 518031 h 554095"/>
                <a:gd name="connsiteX380" fmla="*/ 206557 w 468850"/>
                <a:gd name="connsiteY380" fmla="*/ 514752 h 554095"/>
                <a:gd name="connsiteX381" fmla="*/ 203278 w 468850"/>
                <a:gd name="connsiteY381" fmla="*/ 516391 h 554095"/>
                <a:gd name="connsiteX382" fmla="*/ 199999 w 468850"/>
                <a:gd name="connsiteY382" fmla="*/ 518031 h 554095"/>
                <a:gd name="connsiteX383" fmla="*/ 195081 w 468850"/>
                <a:gd name="connsiteY383" fmla="*/ 518031 h 554095"/>
                <a:gd name="connsiteX384" fmla="*/ 195081 w 468850"/>
                <a:gd name="connsiteY384" fmla="*/ 521309 h 554095"/>
                <a:gd name="connsiteX385" fmla="*/ 193442 w 468850"/>
                <a:gd name="connsiteY385" fmla="*/ 526227 h 554095"/>
                <a:gd name="connsiteX386" fmla="*/ 191803 w 468850"/>
                <a:gd name="connsiteY386" fmla="*/ 529506 h 554095"/>
                <a:gd name="connsiteX387" fmla="*/ 191803 w 468850"/>
                <a:gd name="connsiteY387" fmla="*/ 532784 h 554095"/>
                <a:gd name="connsiteX388" fmla="*/ 190163 w 468850"/>
                <a:gd name="connsiteY388" fmla="*/ 536063 h 554095"/>
                <a:gd name="connsiteX389" fmla="*/ 191803 w 468850"/>
                <a:gd name="connsiteY389" fmla="*/ 540981 h 554095"/>
                <a:gd name="connsiteX390" fmla="*/ 191803 w 468850"/>
                <a:gd name="connsiteY390" fmla="*/ 542621 h 554095"/>
                <a:gd name="connsiteX391" fmla="*/ 191803 w 468850"/>
                <a:gd name="connsiteY391" fmla="*/ 545899 h 554095"/>
                <a:gd name="connsiteX392" fmla="*/ 188524 w 468850"/>
                <a:gd name="connsiteY392" fmla="*/ 549178 h 554095"/>
                <a:gd name="connsiteX393" fmla="*/ 185245 w 468850"/>
                <a:gd name="connsiteY393" fmla="*/ 552456 h 554095"/>
                <a:gd name="connsiteX394" fmla="*/ 181966 w 468850"/>
                <a:gd name="connsiteY394" fmla="*/ 554096 h 554095"/>
                <a:gd name="connsiteX395" fmla="*/ 178688 w 468850"/>
                <a:gd name="connsiteY395" fmla="*/ 552456 h 554095"/>
                <a:gd name="connsiteX396" fmla="*/ 175409 w 468850"/>
                <a:gd name="connsiteY396" fmla="*/ 552456 h 554095"/>
                <a:gd name="connsiteX397" fmla="*/ 170491 w 468850"/>
                <a:gd name="connsiteY397" fmla="*/ 549178 h 554095"/>
                <a:gd name="connsiteX398" fmla="*/ 167213 w 468850"/>
                <a:gd name="connsiteY398" fmla="*/ 545899 h 554095"/>
                <a:gd name="connsiteX399" fmla="*/ 167213 w 468850"/>
                <a:gd name="connsiteY399" fmla="*/ 545899 h 554095"/>
                <a:gd name="connsiteX400" fmla="*/ 165573 w 468850"/>
                <a:gd name="connsiteY400" fmla="*/ 542621 h 554095"/>
                <a:gd name="connsiteX401" fmla="*/ 165573 w 468850"/>
                <a:gd name="connsiteY401" fmla="*/ 542621 h 554095"/>
                <a:gd name="connsiteX402" fmla="*/ 162294 w 468850"/>
                <a:gd name="connsiteY402" fmla="*/ 539342 h 554095"/>
                <a:gd name="connsiteX403" fmla="*/ 159016 w 468850"/>
                <a:gd name="connsiteY403" fmla="*/ 537703 h 554095"/>
                <a:gd name="connsiteX404" fmla="*/ 159016 w 468850"/>
                <a:gd name="connsiteY404" fmla="*/ 537703 h 554095"/>
                <a:gd name="connsiteX405" fmla="*/ 154098 w 468850"/>
                <a:gd name="connsiteY405" fmla="*/ 536063 h 554095"/>
                <a:gd name="connsiteX406" fmla="*/ 154098 w 468850"/>
                <a:gd name="connsiteY406" fmla="*/ 534424 h 554095"/>
                <a:gd name="connsiteX407" fmla="*/ 150819 w 468850"/>
                <a:gd name="connsiteY407" fmla="*/ 531145 h 554095"/>
                <a:gd name="connsiteX408" fmla="*/ 152458 w 468850"/>
                <a:gd name="connsiteY408" fmla="*/ 527866 h 554095"/>
                <a:gd name="connsiteX409" fmla="*/ 149180 w 468850"/>
                <a:gd name="connsiteY409" fmla="*/ 524588 h 554095"/>
                <a:gd name="connsiteX410" fmla="*/ 147540 w 468850"/>
                <a:gd name="connsiteY410" fmla="*/ 519670 h 554095"/>
                <a:gd name="connsiteX411" fmla="*/ 142623 w 468850"/>
                <a:gd name="connsiteY411" fmla="*/ 519670 h 554095"/>
                <a:gd name="connsiteX412" fmla="*/ 140983 w 468850"/>
                <a:gd name="connsiteY412" fmla="*/ 514752 h 554095"/>
                <a:gd name="connsiteX413" fmla="*/ 137704 w 468850"/>
                <a:gd name="connsiteY413" fmla="*/ 513112 h 554095"/>
                <a:gd name="connsiteX414" fmla="*/ 137704 w 468850"/>
                <a:gd name="connsiteY414" fmla="*/ 509834 h 554095"/>
                <a:gd name="connsiteX415" fmla="*/ 136065 w 468850"/>
                <a:gd name="connsiteY415" fmla="*/ 506555 h 554095"/>
                <a:gd name="connsiteX416" fmla="*/ 134426 w 468850"/>
                <a:gd name="connsiteY416" fmla="*/ 503276 h 554095"/>
                <a:gd name="connsiteX417" fmla="*/ 132786 w 468850"/>
                <a:gd name="connsiteY417" fmla="*/ 498358 h 554095"/>
                <a:gd name="connsiteX418" fmla="*/ 131147 w 468850"/>
                <a:gd name="connsiteY418" fmla="*/ 495080 h 554095"/>
                <a:gd name="connsiteX419" fmla="*/ 127868 w 468850"/>
                <a:gd name="connsiteY419" fmla="*/ 491801 h 554095"/>
                <a:gd name="connsiteX420" fmla="*/ 124590 w 468850"/>
                <a:gd name="connsiteY420" fmla="*/ 491801 h 554095"/>
                <a:gd name="connsiteX421" fmla="*/ 121311 w 468850"/>
                <a:gd name="connsiteY421" fmla="*/ 490162 h 554095"/>
                <a:gd name="connsiteX422" fmla="*/ 118032 w 468850"/>
                <a:gd name="connsiteY422" fmla="*/ 491801 h 554095"/>
                <a:gd name="connsiteX423" fmla="*/ 114754 w 468850"/>
                <a:gd name="connsiteY423" fmla="*/ 490162 h 554095"/>
                <a:gd name="connsiteX424" fmla="*/ 111475 w 468850"/>
                <a:gd name="connsiteY424" fmla="*/ 486883 h 554095"/>
                <a:gd name="connsiteX425" fmla="*/ 109836 w 468850"/>
                <a:gd name="connsiteY425" fmla="*/ 481965 h 554095"/>
                <a:gd name="connsiteX426" fmla="*/ 106557 w 468850"/>
                <a:gd name="connsiteY426" fmla="*/ 480326 h 554095"/>
                <a:gd name="connsiteX427" fmla="*/ 103278 w 468850"/>
                <a:gd name="connsiteY427" fmla="*/ 475408 h 554095"/>
                <a:gd name="connsiteX428" fmla="*/ 100000 w 468850"/>
                <a:gd name="connsiteY428" fmla="*/ 473768 h 554095"/>
                <a:gd name="connsiteX429" fmla="*/ 95081 w 468850"/>
                <a:gd name="connsiteY429" fmla="*/ 470490 h 554095"/>
                <a:gd name="connsiteX430" fmla="*/ 91803 w 468850"/>
                <a:gd name="connsiteY430" fmla="*/ 470490 h 554095"/>
                <a:gd name="connsiteX431" fmla="*/ 88524 w 468850"/>
                <a:gd name="connsiteY431" fmla="*/ 470490 h 554095"/>
                <a:gd name="connsiteX432" fmla="*/ 85246 w 468850"/>
                <a:gd name="connsiteY432" fmla="*/ 468850 h 554095"/>
                <a:gd name="connsiteX433" fmla="*/ 80327 w 468850"/>
                <a:gd name="connsiteY433" fmla="*/ 468850 h 554095"/>
                <a:gd name="connsiteX434" fmla="*/ 77049 w 468850"/>
                <a:gd name="connsiteY434" fmla="*/ 470490 h 554095"/>
                <a:gd name="connsiteX435" fmla="*/ 73770 w 468850"/>
                <a:gd name="connsiteY435" fmla="*/ 468850 h 554095"/>
                <a:gd name="connsiteX436" fmla="*/ 72131 w 468850"/>
                <a:gd name="connsiteY436" fmla="*/ 467211 h 554095"/>
                <a:gd name="connsiteX437" fmla="*/ 72131 w 468850"/>
                <a:gd name="connsiteY437" fmla="*/ 468850 h 554095"/>
                <a:gd name="connsiteX438" fmla="*/ 68852 w 468850"/>
                <a:gd name="connsiteY438" fmla="*/ 468850 h 554095"/>
                <a:gd name="connsiteX439" fmla="*/ 67213 w 468850"/>
                <a:gd name="connsiteY439" fmla="*/ 472129 h 554095"/>
                <a:gd name="connsiteX440" fmla="*/ 63934 w 468850"/>
                <a:gd name="connsiteY440" fmla="*/ 473768 h 554095"/>
                <a:gd name="connsiteX441" fmla="*/ 59016 w 468850"/>
                <a:gd name="connsiteY441" fmla="*/ 472129 h 554095"/>
                <a:gd name="connsiteX442" fmla="*/ 55737 w 468850"/>
                <a:gd name="connsiteY442" fmla="*/ 473768 h 554095"/>
                <a:gd name="connsiteX443" fmla="*/ 52459 w 468850"/>
                <a:gd name="connsiteY443" fmla="*/ 475408 h 554095"/>
                <a:gd name="connsiteX444" fmla="*/ 49180 w 468850"/>
                <a:gd name="connsiteY444" fmla="*/ 475408 h 554095"/>
                <a:gd name="connsiteX445" fmla="*/ 44262 w 468850"/>
                <a:gd name="connsiteY445" fmla="*/ 477047 h 554095"/>
                <a:gd name="connsiteX446" fmla="*/ 40983 w 468850"/>
                <a:gd name="connsiteY446" fmla="*/ 475408 h 554095"/>
                <a:gd name="connsiteX447" fmla="*/ 40983 w 468850"/>
                <a:gd name="connsiteY447" fmla="*/ 475408 h 554095"/>
                <a:gd name="connsiteX448" fmla="*/ 36066 w 468850"/>
                <a:gd name="connsiteY448" fmla="*/ 475408 h 554095"/>
                <a:gd name="connsiteX449" fmla="*/ 32787 w 468850"/>
                <a:gd name="connsiteY449" fmla="*/ 477047 h 554095"/>
                <a:gd name="connsiteX450" fmla="*/ 29508 w 468850"/>
                <a:gd name="connsiteY450" fmla="*/ 473768 h 554095"/>
                <a:gd name="connsiteX451" fmla="*/ 26229 w 468850"/>
                <a:gd name="connsiteY451" fmla="*/ 475408 h 554095"/>
                <a:gd name="connsiteX452" fmla="*/ 21311 w 468850"/>
                <a:gd name="connsiteY452" fmla="*/ 477047 h 554095"/>
                <a:gd name="connsiteX453" fmla="*/ 21311 w 468850"/>
                <a:gd name="connsiteY453" fmla="*/ 480326 h 554095"/>
                <a:gd name="connsiteX454" fmla="*/ 19672 w 468850"/>
                <a:gd name="connsiteY454" fmla="*/ 483604 h 554095"/>
                <a:gd name="connsiteX455" fmla="*/ 18033 w 468850"/>
                <a:gd name="connsiteY455" fmla="*/ 488522 h 554095"/>
                <a:gd name="connsiteX456" fmla="*/ 14754 w 468850"/>
                <a:gd name="connsiteY456" fmla="*/ 491801 h 554095"/>
                <a:gd name="connsiteX457" fmla="*/ 14754 w 468850"/>
                <a:gd name="connsiteY457" fmla="*/ 495080 h 554095"/>
                <a:gd name="connsiteX458" fmla="*/ 14754 w 468850"/>
                <a:gd name="connsiteY458" fmla="*/ 495080 h 554095"/>
                <a:gd name="connsiteX459" fmla="*/ 13114 w 468850"/>
                <a:gd name="connsiteY459" fmla="*/ 495080 h 554095"/>
                <a:gd name="connsiteX460" fmla="*/ 13114 w 468850"/>
                <a:gd name="connsiteY460" fmla="*/ 491801 h 554095"/>
                <a:gd name="connsiteX461" fmla="*/ 13114 w 468850"/>
                <a:gd name="connsiteY461" fmla="*/ 488522 h 554095"/>
                <a:gd name="connsiteX462" fmla="*/ 13114 w 468850"/>
                <a:gd name="connsiteY462" fmla="*/ 483604 h 554095"/>
                <a:gd name="connsiteX463" fmla="*/ 14754 w 468850"/>
                <a:gd name="connsiteY463" fmla="*/ 480326 h 554095"/>
                <a:gd name="connsiteX464" fmla="*/ 14754 w 468850"/>
                <a:gd name="connsiteY464" fmla="*/ 477047 h 554095"/>
                <a:gd name="connsiteX465" fmla="*/ 16393 w 468850"/>
                <a:gd name="connsiteY465" fmla="*/ 472129 h 554095"/>
                <a:gd name="connsiteX466" fmla="*/ 16393 w 468850"/>
                <a:gd name="connsiteY466" fmla="*/ 468850 h 554095"/>
                <a:gd name="connsiteX467" fmla="*/ 18033 w 468850"/>
                <a:gd name="connsiteY467" fmla="*/ 465572 h 554095"/>
                <a:gd name="connsiteX468" fmla="*/ 19672 w 468850"/>
                <a:gd name="connsiteY468" fmla="*/ 460654 h 554095"/>
                <a:gd name="connsiteX469" fmla="*/ 21311 w 468850"/>
                <a:gd name="connsiteY469" fmla="*/ 457375 h 554095"/>
                <a:gd name="connsiteX470" fmla="*/ 22951 w 468850"/>
                <a:gd name="connsiteY470" fmla="*/ 454096 h 554095"/>
                <a:gd name="connsiteX471" fmla="*/ 24590 w 468850"/>
                <a:gd name="connsiteY471" fmla="*/ 449178 h 554095"/>
                <a:gd name="connsiteX472" fmla="*/ 26229 w 468850"/>
                <a:gd name="connsiteY472" fmla="*/ 445900 h 554095"/>
                <a:gd name="connsiteX473" fmla="*/ 27869 w 468850"/>
                <a:gd name="connsiteY473" fmla="*/ 442621 h 554095"/>
                <a:gd name="connsiteX474" fmla="*/ 29508 w 468850"/>
                <a:gd name="connsiteY474" fmla="*/ 437703 h 554095"/>
                <a:gd name="connsiteX475" fmla="*/ 31147 w 468850"/>
                <a:gd name="connsiteY475" fmla="*/ 434424 h 554095"/>
                <a:gd name="connsiteX476" fmla="*/ 31147 w 468850"/>
                <a:gd name="connsiteY476" fmla="*/ 431146 h 554095"/>
                <a:gd name="connsiteX477" fmla="*/ 32787 w 468850"/>
                <a:gd name="connsiteY477" fmla="*/ 426228 h 554095"/>
                <a:gd name="connsiteX478" fmla="*/ 34426 w 468850"/>
                <a:gd name="connsiteY478" fmla="*/ 422949 h 554095"/>
                <a:gd name="connsiteX479" fmla="*/ 34426 w 468850"/>
                <a:gd name="connsiteY479" fmla="*/ 419670 h 554095"/>
                <a:gd name="connsiteX480" fmla="*/ 34426 w 468850"/>
                <a:gd name="connsiteY480" fmla="*/ 416391 h 554095"/>
                <a:gd name="connsiteX481" fmla="*/ 34426 w 468850"/>
                <a:gd name="connsiteY481" fmla="*/ 411474 h 554095"/>
                <a:gd name="connsiteX482" fmla="*/ 34426 w 468850"/>
                <a:gd name="connsiteY482" fmla="*/ 408195 h 554095"/>
                <a:gd name="connsiteX483" fmla="*/ 34426 w 468850"/>
                <a:gd name="connsiteY483" fmla="*/ 404916 h 554095"/>
                <a:gd name="connsiteX484" fmla="*/ 34426 w 468850"/>
                <a:gd name="connsiteY484" fmla="*/ 399998 h 554095"/>
                <a:gd name="connsiteX485" fmla="*/ 34426 w 468850"/>
                <a:gd name="connsiteY485" fmla="*/ 396719 h 554095"/>
                <a:gd name="connsiteX486" fmla="*/ 34426 w 468850"/>
                <a:gd name="connsiteY486" fmla="*/ 393441 h 554095"/>
                <a:gd name="connsiteX487" fmla="*/ 34426 w 468850"/>
                <a:gd name="connsiteY487" fmla="*/ 390162 h 554095"/>
                <a:gd name="connsiteX488" fmla="*/ 34426 w 468850"/>
                <a:gd name="connsiteY488" fmla="*/ 388523 h 554095"/>
                <a:gd name="connsiteX489" fmla="*/ 32787 w 468850"/>
                <a:gd name="connsiteY489" fmla="*/ 383605 h 554095"/>
                <a:gd name="connsiteX490" fmla="*/ 31147 w 468850"/>
                <a:gd name="connsiteY490" fmla="*/ 380326 h 554095"/>
                <a:gd name="connsiteX491" fmla="*/ 31147 w 468850"/>
                <a:gd name="connsiteY491" fmla="*/ 377047 h 554095"/>
                <a:gd name="connsiteX492" fmla="*/ 31147 w 468850"/>
                <a:gd name="connsiteY492" fmla="*/ 372129 h 554095"/>
                <a:gd name="connsiteX493" fmla="*/ 31147 w 468850"/>
                <a:gd name="connsiteY493" fmla="*/ 368851 h 554095"/>
                <a:gd name="connsiteX494" fmla="*/ 29508 w 468850"/>
                <a:gd name="connsiteY494" fmla="*/ 365572 h 554095"/>
                <a:gd name="connsiteX495" fmla="*/ 29508 w 468850"/>
                <a:gd name="connsiteY495" fmla="*/ 363933 h 554095"/>
                <a:gd name="connsiteX496" fmla="*/ 26229 w 468850"/>
                <a:gd name="connsiteY496" fmla="*/ 359015 h 554095"/>
                <a:gd name="connsiteX497" fmla="*/ 24590 w 468850"/>
                <a:gd name="connsiteY497" fmla="*/ 355736 h 554095"/>
                <a:gd name="connsiteX498" fmla="*/ 19672 w 468850"/>
                <a:gd name="connsiteY498" fmla="*/ 354097 h 554095"/>
                <a:gd name="connsiteX499" fmla="*/ 19672 w 468850"/>
                <a:gd name="connsiteY499" fmla="*/ 352457 h 554095"/>
                <a:gd name="connsiteX500" fmla="*/ 18033 w 468850"/>
                <a:gd name="connsiteY500" fmla="*/ 347539 h 554095"/>
                <a:gd name="connsiteX501" fmla="*/ 21311 w 468850"/>
                <a:gd name="connsiteY501" fmla="*/ 349179 h 554095"/>
                <a:gd name="connsiteX502" fmla="*/ 26229 w 468850"/>
                <a:gd name="connsiteY502" fmla="*/ 345900 h 554095"/>
                <a:gd name="connsiteX503" fmla="*/ 26229 w 468850"/>
                <a:gd name="connsiteY503" fmla="*/ 342621 h 554095"/>
                <a:gd name="connsiteX504" fmla="*/ 22951 w 468850"/>
                <a:gd name="connsiteY504" fmla="*/ 344261 h 554095"/>
                <a:gd name="connsiteX505" fmla="*/ 21311 w 468850"/>
                <a:gd name="connsiteY505" fmla="*/ 347539 h 554095"/>
                <a:gd name="connsiteX506" fmla="*/ 21311 w 468850"/>
                <a:gd name="connsiteY506" fmla="*/ 344261 h 554095"/>
                <a:gd name="connsiteX507" fmla="*/ 24590 w 468850"/>
                <a:gd name="connsiteY507" fmla="*/ 340982 h 554095"/>
                <a:gd name="connsiteX508" fmla="*/ 26229 w 468850"/>
                <a:gd name="connsiteY508" fmla="*/ 336064 h 554095"/>
                <a:gd name="connsiteX509" fmla="*/ 27869 w 468850"/>
                <a:gd name="connsiteY509" fmla="*/ 332785 h 554095"/>
                <a:gd name="connsiteX510" fmla="*/ 29508 w 468850"/>
                <a:gd name="connsiteY510" fmla="*/ 329507 h 554095"/>
                <a:gd name="connsiteX511" fmla="*/ 27869 w 468850"/>
                <a:gd name="connsiteY511" fmla="*/ 324589 h 554095"/>
                <a:gd name="connsiteX512" fmla="*/ 31147 w 468850"/>
                <a:gd name="connsiteY512" fmla="*/ 321310 h 554095"/>
                <a:gd name="connsiteX513" fmla="*/ 31147 w 468850"/>
                <a:gd name="connsiteY513" fmla="*/ 319671 h 554095"/>
                <a:gd name="connsiteX514" fmla="*/ 31147 w 468850"/>
                <a:gd name="connsiteY514" fmla="*/ 314753 h 554095"/>
                <a:gd name="connsiteX515" fmla="*/ 32787 w 468850"/>
                <a:gd name="connsiteY515" fmla="*/ 311474 h 554095"/>
                <a:gd name="connsiteX516" fmla="*/ 29508 w 468850"/>
                <a:gd name="connsiteY516" fmla="*/ 308195 h 554095"/>
                <a:gd name="connsiteX517" fmla="*/ 27869 w 468850"/>
                <a:gd name="connsiteY517" fmla="*/ 303277 h 554095"/>
                <a:gd name="connsiteX518" fmla="*/ 26229 w 468850"/>
                <a:gd name="connsiteY518" fmla="*/ 299999 h 554095"/>
                <a:gd name="connsiteX519" fmla="*/ 24590 w 468850"/>
                <a:gd name="connsiteY519" fmla="*/ 296720 h 554095"/>
                <a:gd name="connsiteX520" fmla="*/ 22951 w 468850"/>
                <a:gd name="connsiteY520" fmla="*/ 293441 h 554095"/>
                <a:gd name="connsiteX521" fmla="*/ 21311 w 468850"/>
                <a:gd name="connsiteY521" fmla="*/ 290163 h 554095"/>
                <a:gd name="connsiteX522" fmla="*/ 21311 w 468850"/>
                <a:gd name="connsiteY522" fmla="*/ 291802 h 554095"/>
                <a:gd name="connsiteX523" fmla="*/ 19672 w 468850"/>
                <a:gd name="connsiteY523" fmla="*/ 296720 h 554095"/>
                <a:gd name="connsiteX524" fmla="*/ 16393 w 468850"/>
                <a:gd name="connsiteY524" fmla="*/ 291802 h 554095"/>
                <a:gd name="connsiteX525" fmla="*/ 14754 w 468850"/>
                <a:gd name="connsiteY525" fmla="*/ 288523 h 554095"/>
                <a:gd name="connsiteX526" fmla="*/ 13114 w 468850"/>
                <a:gd name="connsiteY526" fmla="*/ 285244 h 554095"/>
                <a:gd name="connsiteX527" fmla="*/ 13114 w 468850"/>
                <a:gd name="connsiteY527" fmla="*/ 283605 h 554095"/>
                <a:gd name="connsiteX528" fmla="*/ 11476 w 468850"/>
                <a:gd name="connsiteY528" fmla="*/ 281966 h 554095"/>
                <a:gd name="connsiteX529" fmla="*/ 11476 w 468850"/>
                <a:gd name="connsiteY529" fmla="*/ 280327 h 554095"/>
                <a:gd name="connsiteX530" fmla="*/ 9836 w 468850"/>
                <a:gd name="connsiteY530" fmla="*/ 278687 h 554095"/>
                <a:gd name="connsiteX531" fmla="*/ 8197 w 468850"/>
                <a:gd name="connsiteY531" fmla="*/ 273769 h 554095"/>
                <a:gd name="connsiteX532" fmla="*/ 4918 w 468850"/>
                <a:gd name="connsiteY532" fmla="*/ 272130 h 554095"/>
                <a:gd name="connsiteX533" fmla="*/ 4918 w 468850"/>
                <a:gd name="connsiteY533" fmla="*/ 273769 h 554095"/>
                <a:gd name="connsiteX534" fmla="*/ 3279 w 468850"/>
                <a:gd name="connsiteY534" fmla="*/ 277048 h 554095"/>
                <a:gd name="connsiteX535" fmla="*/ 1639 w 468850"/>
                <a:gd name="connsiteY535" fmla="*/ 281966 h 554095"/>
                <a:gd name="connsiteX536" fmla="*/ 1639 w 468850"/>
                <a:gd name="connsiteY536" fmla="*/ 285244 h 554095"/>
                <a:gd name="connsiteX537" fmla="*/ 1639 w 468850"/>
                <a:gd name="connsiteY537" fmla="*/ 286884 h 554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</a:cxnLst>
              <a:rect l="l" t="t" r="r" b="b"/>
              <a:pathLst>
                <a:path w="468850" h="554095">
                  <a:moveTo>
                    <a:pt x="1639" y="286884"/>
                  </a:moveTo>
                  <a:lnTo>
                    <a:pt x="0" y="283605"/>
                  </a:lnTo>
                  <a:lnTo>
                    <a:pt x="0" y="280327"/>
                  </a:lnTo>
                  <a:lnTo>
                    <a:pt x="1639" y="277048"/>
                  </a:lnTo>
                  <a:lnTo>
                    <a:pt x="3279" y="272130"/>
                  </a:lnTo>
                  <a:lnTo>
                    <a:pt x="4918" y="268851"/>
                  </a:lnTo>
                  <a:lnTo>
                    <a:pt x="4918" y="265573"/>
                  </a:lnTo>
                  <a:lnTo>
                    <a:pt x="8197" y="262294"/>
                  </a:lnTo>
                  <a:lnTo>
                    <a:pt x="13114" y="262294"/>
                  </a:lnTo>
                  <a:lnTo>
                    <a:pt x="18033" y="262294"/>
                  </a:lnTo>
                  <a:lnTo>
                    <a:pt x="21311" y="262294"/>
                  </a:lnTo>
                  <a:lnTo>
                    <a:pt x="26229" y="262294"/>
                  </a:lnTo>
                  <a:lnTo>
                    <a:pt x="29508" y="262294"/>
                  </a:lnTo>
                  <a:lnTo>
                    <a:pt x="34426" y="262294"/>
                  </a:lnTo>
                  <a:lnTo>
                    <a:pt x="37705" y="262294"/>
                  </a:lnTo>
                  <a:lnTo>
                    <a:pt x="39344" y="262294"/>
                  </a:lnTo>
                  <a:lnTo>
                    <a:pt x="42623" y="262294"/>
                  </a:lnTo>
                  <a:lnTo>
                    <a:pt x="47541" y="262294"/>
                  </a:lnTo>
                  <a:lnTo>
                    <a:pt x="50820" y="262294"/>
                  </a:lnTo>
                  <a:lnTo>
                    <a:pt x="50820" y="262294"/>
                  </a:lnTo>
                  <a:lnTo>
                    <a:pt x="55737" y="262294"/>
                  </a:lnTo>
                  <a:lnTo>
                    <a:pt x="60656" y="262294"/>
                  </a:lnTo>
                  <a:lnTo>
                    <a:pt x="63934" y="262294"/>
                  </a:lnTo>
                  <a:lnTo>
                    <a:pt x="68852" y="262294"/>
                  </a:lnTo>
                  <a:lnTo>
                    <a:pt x="72131" y="262294"/>
                  </a:lnTo>
                  <a:lnTo>
                    <a:pt x="77049" y="262294"/>
                  </a:lnTo>
                  <a:lnTo>
                    <a:pt x="78688" y="262294"/>
                  </a:lnTo>
                  <a:lnTo>
                    <a:pt x="81967" y="262294"/>
                  </a:lnTo>
                  <a:lnTo>
                    <a:pt x="86885" y="262294"/>
                  </a:lnTo>
                  <a:lnTo>
                    <a:pt x="86885" y="262294"/>
                  </a:lnTo>
                  <a:lnTo>
                    <a:pt x="91803" y="262294"/>
                  </a:lnTo>
                  <a:lnTo>
                    <a:pt x="95081" y="262294"/>
                  </a:lnTo>
                  <a:lnTo>
                    <a:pt x="100000" y="262294"/>
                  </a:lnTo>
                  <a:lnTo>
                    <a:pt x="103278" y="262294"/>
                  </a:lnTo>
                  <a:lnTo>
                    <a:pt x="106557" y="262294"/>
                  </a:lnTo>
                  <a:lnTo>
                    <a:pt x="109836" y="262294"/>
                  </a:lnTo>
                  <a:lnTo>
                    <a:pt x="114754" y="262294"/>
                  </a:lnTo>
                  <a:lnTo>
                    <a:pt x="118032" y="262294"/>
                  </a:lnTo>
                  <a:lnTo>
                    <a:pt x="121311" y="262294"/>
                  </a:lnTo>
                  <a:lnTo>
                    <a:pt x="126229" y="262294"/>
                  </a:lnTo>
                  <a:lnTo>
                    <a:pt x="131147" y="262294"/>
                  </a:lnTo>
                  <a:lnTo>
                    <a:pt x="134426" y="262294"/>
                  </a:lnTo>
                  <a:lnTo>
                    <a:pt x="139344" y="262294"/>
                  </a:lnTo>
                  <a:lnTo>
                    <a:pt x="142623" y="262294"/>
                  </a:lnTo>
                  <a:lnTo>
                    <a:pt x="147540" y="262294"/>
                  </a:lnTo>
                  <a:lnTo>
                    <a:pt x="150819" y="262294"/>
                  </a:lnTo>
                  <a:lnTo>
                    <a:pt x="155737" y="262294"/>
                  </a:lnTo>
                  <a:lnTo>
                    <a:pt x="155737" y="259015"/>
                  </a:lnTo>
                  <a:lnTo>
                    <a:pt x="155737" y="255737"/>
                  </a:lnTo>
                  <a:lnTo>
                    <a:pt x="155737" y="254097"/>
                  </a:lnTo>
                  <a:lnTo>
                    <a:pt x="154098" y="250819"/>
                  </a:lnTo>
                  <a:lnTo>
                    <a:pt x="154098" y="245901"/>
                  </a:lnTo>
                  <a:lnTo>
                    <a:pt x="154098" y="242622"/>
                  </a:lnTo>
                  <a:lnTo>
                    <a:pt x="154098" y="239343"/>
                  </a:lnTo>
                  <a:lnTo>
                    <a:pt x="154098" y="236064"/>
                  </a:lnTo>
                  <a:lnTo>
                    <a:pt x="154098" y="231147"/>
                  </a:lnTo>
                  <a:lnTo>
                    <a:pt x="154098" y="227868"/>
                  </a:lnTo>
                  <a:lnTo>
                    <a:pt x="154098" y="224589"/>
                  </a:lnTo>
                  <a:lnTo>
                    <a:pt x="154098" y="219671"/>
                  </a:lnTo>
                  <a:lnTo>
                    <a:pt x="154098" y="216392"/>
                  </a:lnTo>
                  <a:lnTo>
                    <a:pt x="154098" y="213114"/>
                  </a:lnTo>
                  <a:lnTo>
                    <a:pt x="154098" y="208196"/>
                  </a:lnTo>
                  <a:lnTo>
                    <a:pt x="152458" y="204917"/>
                  </a:lnTo>
                  <a:lnTo>
                    <a:pt x="152458" y="201638"/>
                  </a:lnTo>
                  <a:lnTo>
                    <a:pt x="152458" y="198360"/>
                  </a:lnTo>
                  <a:lnTo>
                    <a:pt x="154098" y="193442"/>
                  </a:lnTo>
                  <a:lnTo>
                    <a:pt x="155737" y="190163"/>
                  </a:lnTo>
                  <a:lnTo>
                    <a:pt x="160655" y="185245"/>
                  </a:lnTo>
                  <a:lnTo>
                    <a:pt x="165573" y="183606"/>
                  </a:lnTo>
                  <a:lnTo>
                    <a:pt x="168851" y="180327"/>
                  </a:lnTo>
                  <a:lnTo>
                    <a:pt x="173770" y="177048"/>
                  </a:lnTo>
                  <a:lnTo>
                    <a:pt x="173770" y="177048"/>
                  </a:lnTo>
                  <a:lnTo>
                    <a:pt x="177048" y="175409"/>
                  </a:lnTo>
                  <a:lnTo>
                    <a:pt x="181966" y="175409"/>
                  </a:lnTo>
                  <a:lnTo>
                    <a:pt x="185245" y="173770"/>
                  </a:lnTo>
                  <a:lnTo>
                    <a:pt x="190163" y="170491"/>
                  </a:lnTo>
                  <a:lnTo>
                    <a:pt x="193442" y="170491"/>
                  </a:lnTo>
                  <a:lnTo>
                    <a:pt x="196720" y="168852"/>
                  </a:lnTo>
                  <a:lnTo>
                    <a:pt x="196720" y="163934"/>
                  </a:lnTo>
                  <a:lnTo>
                    <a:pt x="196720" y="157376"/>
                  </a:lnTo>
                  <a:lnTo>
                    <a:pt x="196720" y="152458"/>
                  </a:lnTo>
                  <a:lnTo>
                    <a:pt x="196720" y="149180"/>
                  </a:lnTo>
                  <a:lnTo>
                    <a:pt x="196720" y="144262"/>
                  </a:lnTo>
                  <a:lnTo>
                    <a:pt x="196720" y="139344"/>
                  </a:lnTo>
                  <a:lnTo>
                    <a:pt x="198360" y="131147"/>
                  </a:lnTo>
                  <a:lnTo>
                    <a:pt x="198360" y="126229"/>
                  </a:lnTo>
                  <a:lnTo>
                    <a:pt x="198360" y="121311"/>
                  </a:lnTo>
                  <a:lnTo>
                    <a:pt x="198360" y="118032"/>
                  </a:lnTo>
                  <a:lnTo>
                    <a:pt x="198360" y="113114"/>
                  </a:lnTo>
                  <a:lnTo>
                    <a:pt x="198360" y="109836"/>
                  </a:lnTo>
                  <a:lnTo>
                    <a:pt x="198360" y="104917"/>
                  </a:lnTo>
                  <a:lnTo>
                    <a:pt x="198360" y="100000"/>
                  </a:lnTo>
                  <a:lnTo>
                    <a:pt x="198360" y="93442"/>
                  </a:lnTo>
                  <a:lnTo>
                    <a:pt x="199999" y="86885"/>
                  </a:lnTo>
                  <a:lnTo>
                    <a:pt x="199999" y="81967"/>
                  </a:lnTo>
                  <a:lnTo>
                    <a:pt x="199999" y="77049"/>
                  </a:lnTo>
                  <a:lnTo>
                    <a:pt x="199999" y="68852"/>
                  </a:lnTo>
                  <a:lnTo>
                    <a:pt x="199999" y="67213"/>
                  </a:lnTo>
                  <a:lnTo>
                    <a:pt x="199999" y="63934"/>
                  </a:lnTo>
                  <a:lnTo>
                    <a:pt x="201638" y="57377"/>
                  </a:lnTo>
                  <a:lnTo>
                    <a:pt x="203278" y="57377"/>
                  </a:lnTo>
                  <a:lnTo>
                    <a:pt x="208196" y="57377"/>
                  </a:lnTo>
                  <a:lnTo>
                    <a:pt x="213114" y="57377"/>
                  </a:lnTo>
                  <a:lnTo>
                    <a:pt x="214753" y="57377"/>
                  </a:lnTo>
                  <a:lnTo>
                    <a:pt x="214753" y="57377"/>
                  </a:lnTo>
                  <a:lnTo>
                    <a:pt x="219671" y="57377"/>
                  </a:lnTo>
                  <a:lnTo>
                    <a:pt x="224589" y="57377"/>
                  </a:lnTo>
                  <a:lnTo>
                    <a:pt x="227868" y="57377"/>
                  </a:lnTo>
                  <a:lnTo>
                    <a:pt x="232786" y="57377"/>
                  </a:lnTo>
                  <a:lnTo>
                    <a:pt x="239343" y="57377"/>
                  </a:lnTo>
                  <a:lnTo>
                    <a:pt x="242622" y="57377"/>
                  </a:lnTo>
                  <a:lnTo>
                    <a:pt x="249179" y="57377"/>
                  </a:lnTo>
                  <a:lnTo>
                    <a:pt x="252458" y="57377"/>
                  </a:lnTo>
                  <a:lnTo>
                    <a:pt x="259015" y="57377"/>
                  </a:lnTo>
                  <a:lnTo>
                    <a:pt x="263933" y="57377"/>
                  </a:lnTo>
                  <a:lnTo>
                    <a:pt x="268851" y="57377"/>
                  </a:lnTo>
                  <a:lnTo>
                    <a:pt x="275408" y="57377"/>
                  </a:lnTo>
                  <a:lnTo>
                    <a:pt x="277048" y="57377"/>
                  </a:lnTo>
                  <a:lnTo>
                    <a:pt x="280327" y="57377"/>
                  </a:lnTo>
                  <a:lnTo>
                    <a:pt x="285245" y="57377"/>
                  </a:lnTo>
                  <a:lnTo>
                    <a:pt x="288523" y="57377"/>
                  </a:lnTo>
                  <a:lnTo>
                    <a:pt x="291802" y="57377"/>
                  </a:lnTo>
                  <a:lnTo>
                    <a:pt x="295081" y="57377"/>
                  </a:lnTo>
                  <a:lnTo>
                    <a:pt x="299998" y="57377"/>
                  </a:lnTo>
                  <a:lnTo>
                    <a:pt x="303277" y="57377"/>
                  </a:lnTo>
                  <a:lnTo>
                    <a:pt x="306556" y="57377"/>
                  </a:lnTo>
                  <a:lnTo>
                    <a:pt x="311474" y="57377"/>
                  </a:lnTo>
                  <a:lnTo>
                    <a:pt x="316392" y="57377"/>
                  </a:lnTo>
                  <a:lnTo>
                    <a:pt x="321310" y="57377"/>
                  </a:lnTo>
                  <a:lnTo>
                    <a:pt x="324588" y="57377"/>
                  </a:lnTo>
                  <a:lnTo>
                    <a:pt x="326228" y="57377"/>
                  </a:lnTo>
                  <a:lnTo>
                    <a:pt x="326228" y="52459"/>
                  </a:lnTo>
                  <a:lnTo>
                    <a:pt x="326228" y="47541"/>
                  </a:lnTo>
                  <a:lnTo>
                    <a:pt x="326228" y="44262"/>
                  </a:lnTo>
                  <a:lnTo>
                    <a:pt x="326228" y="39344"/>
                  </a:lnTo>
                  <a:lnTo>
                    <a:pt x="326228" y="34426"/>
                  </a:lnTo>
                  <a:lnTo>
                    <a:pt x="326228" y="29508"/>
                  </a:lnTo>
                  <a:lnTo>
                    <a:pt x="326228" y="26229"/>
                  </a:lnTo>
                  <a:lnTo>
                    <a:pt x="326228" y="21311"/>
                  </a:lnTo>
                  <a:lnTo>
                    <a:pt x="326228" y="16393"/>
                  </a:lnTo>
                  <a:lnTo>
                    <a:pt x="327867" y="13115"/>
                  </a:lnTo>
                  <a:lnTo>
                    <a:pt x="327867" y="8197"/>
                  </a:lnTo>
                  <a:lnTo>
                    <a:pt x="327867" y="3279"/>
                  </a:lnTo>
                  <a:lnTo>
                    <a:pt x="327867" y="0"/>
                  </a:lnTo>
                  <a:lnTo>
                    <a:pt x="332785" y="3279"/>
                  </a:lnTo>
                  <a:lnTo>
                    <a:pt x="336064" y="4918"/>
                  </a:lnTo>
                  <a:lnTo>
                    <a:pt x="339343" y="8197"/>
                  </a:lnTo>
                  <a:lnTo>
                    <a:pt x="344261" y="11475"/>
                  </a:lnTo>
                  <a:lnTo>
                    <a:pt x="347540" y="13115"/>
                  </a:lnTo>
                  <a:lnTo>
                    <a:pt x="352457" y="16393"/>
                  </a:lnTo>
                  <a:lnTo>
                    <a:pt x="355736" y="19672"/>
                  </a:lnTo>
                  <a:lnTo>
                    <a:pt x="360654" y="22951"/>
                  </a:lnTo>
                  <a:lnTo>
                    <a:pt x="363933" y="24590"/>
                  </a:lnTo>
                  <a:lnTo>
                    <a:pt x="367211" y="27869"/>
                  </a:lnTo>
                  <a:lnTo>
                    <a:pt x="372130" y="29508"/>
                  </a:lnTo>
                  <a:lnTo>
                    <a:pt x="375408" y="32787"/>
                  </a:lnTo>
                  <a:lnTo>
                    <a:pt x="380326" y="36065"/>
                  </a:lnTo>
                  <a:lnTo>
                    <a:pt x="383605" y="39344"/>
                  </a:lnTo>
                  <a:lnTo>
                    <a:pt x="388523" y="40983"/>
                  </a:lnTo>
                  <a:lnTo>
                    <a:pt x="391801" y="44262"/>
                  </a:lnTo>
                  <a:lnTo>
                    <a:pt x="395080" y="47541"/>
                  </a:lnTo>
                  <a:lnTo>
                    <a:pt x="399998" y="50820"/>
                  </a:lnTo>
                  <a:lnTo>
                    <a:pt x="403277" y="52459"/>
                  </a:lnTo>
                  <a:lnTo>
                    <a:pt x="408195" y="55737"/>
                  </a:lnTo>
                  <a:lnTo>
                    <a:pt x="411474" y="59016"/>
                  </a:lnTo>
                  <a:lnTo>
                    <a:pt x="414752" y="60655"/>
                  </a:lnTo>
                  <a:lnTo>
                    <a:pt x="419670" y="63934"/>
                  </a:lnTo>
                  <a:lnTo>
                    <a:pt x="422949" y="67213"/>
                  </a:lnTo>
                  <a:lnTo>
                    <a:pt x="426228" y="70492"/>
                  </a:lnTo>
                  <a:lnTo>
                    <a:pt x="431145" y="72131"/>
                  </a:lnTo>
                  <a:lnTo>
                    <a:pt x="434424" y="75410"/>
                  </a:lnTo>
                  <a:lnTo>
                    <a:pt x="437703" y="78688"/>
                  </a:lnTo>
                  <a:lnTo>
                    <a:pt x="442621" y="80327"/>
                  </a:lnTo>
                  <a:lnTo>
                    <a:pt x="445900" y="83606"/>
                  </a:lnTo>
                  <a:lnTo>
                    <a:pt x="449178" y="86885"/>
                  </a:lnTo>
                  <a:lnTo>
                    <a:pt x="454096" y="90164"/>
                  </a:lnTo>
                  <a:lnTo>
                    <a:pt x="457375" y="91803"/>
                  </a:lnTo>
                  <a:lnTo>
                    <a:pt x="462293" y="95082"/>
                  </a:lnTo>
                  <a:lnTo>
                    <a:pt x="462293" y="95082"/>
                  </a:lnTo>
                  <a:lnTo>
                    <a:pt x="465572" y="98360"/>
                  </a:lnTo>
                  <a:lnTo>
                    <a:pt x="468850" y="100000"/>
                  </a:lnTo>
                  <a:lnTo>
                    <a:pt x="465572" y="100000"/>
                  </a:lnTo>
                  <a:lnTo>
                    <a:pt x="462293" y="100000"/>
                  </a:lnTo>
                  <a:lnTo>
                    <a:pt x="457375" y="100000"/>
                  </a:lnTo>
                  <a:lnTo>
                    <a:pt x="454096" y="100000"/>
                  </a:lnTo>
                  <a:lnTo>
                    <a:pt x="450818" y="100000"/>
                  </a:lnTo>
                  <a:lnTo>
                    <a:pt x="445900" y="100000"/>
                  </a:lnTo>
                  <a:lnTo>
                    <a:pt x="442621" y="100000"/>
                  </a:lnTo>
                  <a:lnTo>
                    <a:pt x="437703" y="100000"/>
                  </a:lnTo>
                  <a:lnTo>
                    <a:pt x="434424" y="100000"/>
                  </a:lnTo>
                  <a:lnTo>
                    <a:pt x="429506" y="100000"/>
                  </a:lnTo>
                  <a:lnTo>
                    <a:pt x="426228" y="100000"/>
                  </a:lnTo>
                  <a:lnTo>
                    <a:pt x="421310" y="100000"/>
                  </a:lnTo>
                  <a:lnTo>
                    <a:pt x="418031" y="100000"/>
                  </a:lnTo>
                  <a:lnTo>
                    <a:pt x="414752" y="100000"/>
                  </a:lnTo>
                  <a:lnTo>
                    <a:pt x="409834" y="100000"/>
                  </a:lnTo>
                  <a:lnTo>
                    <a:pt x="406555" y="100000"/>
                  </a:lnTo>
                  <a:lnTo>
                    <a:pt x="401638" y="100000"/>
                  </a:lnTo>
                  <a:lnTo>
                    <a:pt x="403277" y="104917"/>
                  </a:lnTo>
                  <a:lnTo>
                    <a:pt x="403277" y="108196"/>
                  </a:lnTo>
                  <a:lnTo>
                    <a:pt x="403277" y="113114"/>
                  </a:lnTo>
                  <a:lnTo>
                    <a:pt x="403277" y="116393"/>
                  </a:lnTo>
                  <a:lnTo>
                    <a:pt x="403277" y="119672"/>
                  </a:lnTo>
                  <a:lnTo>
                    <a:pt x="404916" y="124590"/>
                  </a:lnTo>
                  <a:lnTo>
                    <a:pt x="404916" y="127868"/>
                  </a:lnTo>
                  <a:lnTo>
                    <a:pt x="404916" y="131147"/>
                  </a:lnTo>
                  <a:lnTo>
                    <a:pt x="404916" y="132786"/>
                  </a:lnTo>
                  <a:lnTo>
                    <a:pt x="404916" y="137704"/>
                  </a:lnTo>
                  <a:lnTo>
                    <a:pt x="404916" y="140983"/>
                  </a:lnTo>
                  <a:lnTo>
                    <a:pt x="404916" y="144262"/>
                  </a:lnTo>
                  <a:lnTo>
                    <a:pt x="406555" y="149180"/>
                  </a:lnTo>
                  <a:lnTo>
                    <a:pt x="406555" y="150819"/>
                  </a:lnTo>
                  <a:lnTo>
                    <a:pt x="406555" y="154098"/>
                  </a:lnTo>
                  <a:lnTo>
                    <a:pt x="406555" y="157376"/>
                  </a:lnTo>
                  <a:lnTo>
                    <a:pt x="406555" y="162294"/>
                  </a:lnTo>
                  <a:lnTo>
                    <a:pt x="408195" y="165573"/>
                  </a:lnTo>
                  <a:lnTo>
                    <a:pt x="408195" y="168852"/>
                  </a:lnTo>
                  <a:lnTo>
                    <a:pt x="408195" y="173770"/>
                  </a:lnTo>
                  <a:lnTo>
                    <a:pt x="408195" y="177048"/>
                  </a:lnTo>
                  <a:lnTo>
                    <a:pt x="408195" y="180327"/>
                  </a:lnTo>
                  <a:lnTo>
                    <a:pt x="408195" y="181966"/>
                  </a:lnTo>
                  <a:lnTo>
                    <a:pt x="408195" y="185245"/>
                  </a:lnTo>
                  <a:lnTo>
                    <a:pt x="409834" y="190163"/>
                  </a:lnTo>
                  <a:lnTo>
                    <a:pt x="409834" y="191802"/>
                  </a:lnTo>
                  <a:lnTo>
                    <a:pt x="409834" y="196720"/>
                  </a:lnTo>
                  <a:lnTo>
                    <a:pt x="409834" y="199999"/>
                  </a:lnTo>
                  <a:lnTo>
                    <a:pt x="409834" y="203278"/>
                  </a:lnTo>
                  <a:lnTo>
                    <a:pt x="409834" y="208196"/>
                  </a:lnTo>
                  <a:lnTo>
                    <a:pt x="411474" y="211474"/>
                  </a:lnTo>
                  <a:lnTo>
                    <a:pt x="411474" y="214753"/>
                  </a:lnTo>
                  <a:lnTo>
                    <a:pt x="411474" y="218032"/>
                  </a:lnTo>
                  <a:lnTo>
                    <a:pt x="411474" y="222950"/>
                  </a:lnTo>
                  <a:lnTo>
                    <a:pt x="411474" y="226229"/>
                  </a:lnTo>
                  <a:lnTo>
                    <a:pt x="411474" y="229507"/>
                  </a:lnTo>
                  <a:lnTo>
                    <a:pt x="411474" y="234425"/>
                  </a:lnTo>
                  <a:lnTo>
                    <a:pt x="413113" y="237704"/>
                  </a:lnTo>
                  <a:lnTo>
                    <a:pt x="413113" y="240982"/>
                  </a:lnTo>
                  <a:lnTo>
                    <a:pt x="413113" y="245901"/>
                  </a:lnTo>
                  <a:lnTo>
                    <a:pt x="413113" y="249179"/>
                  </a:lnTo>
                  <a:lnTo>
                    <a:pt x="413113" y="252458"/>
                  </a:lnTo>
                  <a:lnTo>
                    <a:pt x="414752" y="255737"/>
                  </a:lnTo>
                  <a:lnTo>
                    <a:pt x="414752" y="260654"/>
                  </a:lnTo>
                  <a:lnTo>
                    <a:pt x="414752" y="263933"/>
                  </a:lnTo>
                  <a:lnTo>
                    <a:pt x="414752" y="267212"/>
                  </a:lnTo>
                  <a:lnTo>
                    <a:pt x="414752" y="272130"/>
                  </a:lnTo>
                  <a:lnTo>
                    <a:pt x="414752" y="275409"/>
                  </a:lnTo>
                  <a:lnTo>
                    <a:pt x="416391" y="280327"/>
                  </a:lnTo>
                  <a:lnTo>
                    <a:pt x="416391" y="283605"/>
                  </a:lnTo>
                  <a:lnTo>
                    <a:pt x="416391" y="286884"/>
                  </a:lnTo>
                  <a:lnTo>
                    <a:pt x="416391" y="290163"/>
                  </a:lnTo>
                  <a:lnTo>
                    <a:pt x="416391" y="295081"/>
                  </a:lnTo>
                  <a:lnTo>
                    <a:pt x="418031" y="298359"/>
                  </a:lnTo>
                  <a:lnTo>
                    <a:pt x="418031" y="301638"/>
                  </a:lnTo>
                  <a:lnTo>
                    <a:pt x="418031" y="306556"/>
                  </a:lnTo>
                  <a:lnTo>
                    <a:pt x="418031" y="309835"/>
                  </a:lnTo>
                  <a:lnTo>
                    <a:pt x="418031" y="313113"/>
                  </a:lnTo>
                  <a:lnTo>
                    <a:pt x="418031" y="318031"/>
                  </a:lnTo>
                  <a:lnTo>
                    <a:pt x="418031" y="321310"/>
                  </a:lnTo>
                  <a:lnTo>
                    <a:pt x="419670" y="322949"/>
                  </a:lnTo>
                  <a:lnTo>
                    <a:pt x="419670" y="327867"/>
                  </a:lnTo>
                  <a:lnTo>
                    <a:pt x="419670" y="331146"/>
                  </a:lnTo>
                  <a:lnTo>
                    <a:pt x="419670" y="334425"/>
                  </a:lnTo>
                  <a:lnTo>
                    <a:pt x="419670" y="339343"/>
                  </a:lnTo>
                  <a:lnTo>
                    <a:pt x="419670" y="342621"/>
                  </a:lnTo>
                  <a:lnTo>
                    <a:pt x="419670" y="345900"/>
                  </a:lnTo>
                  <a:lnTo>
                    <a:pt x="421310" y="350818"/>
                  </a:lnTo>
                  <a:lnTo>
                    <a:pt x="421310" y="354097"/>
                  </a:lnTo>
                  <a:lnTo>
                    <a:pt x="421310" y="357375"/>
                  </a:lnTo>
                  <a:lnTo>
                    <a:pt x="421310" y="362294"/>
                  </a:lnTo>
                  <a:lnTo>
                    <a:pt x="421310" y="365572"/>
                  </a:lnTo>
                  <a:lnTo>
                    <a:pt x="422949" y="368851"/>
                  </a:lnTo>
                  <a:lnTo>
                    <a:pt x="422949" y="372129"/>
                  </a:lnTo>
                  <a:lnTo>
                    <a:pt x="422949" y="377047"/>
                  </a:lnTo>
                  <a:lnTo>
                    <a:pt x="422949" y="380326"/>
                  </a:lnTo>
                  <a:lnTo>
                    <a:pt x="422949" y="383605"/>
                  </a:lnTo>
                  <a:lnTo>
                    <a:pt x="422949" y="388523"/>
                  </a:lnTo>
                  <a:lnTo>
                    <a:pt x="422949" y="391801"/>
                  </a:lnTo>
                  <a:lnTo>
                    <a:pt x="424588" y="395080"/>
                  </a:lnTo>
                  <a:lnTo>
                    <a:pt x="424588" y="399998"/>
                  </a:lnTo>
                  <a:lnTo>
                    <a:pt x="424588" y="403277"/>
                  </a:lnTo>
                  <a:lnTo>
                    <a:pt x="424588" y="406556"/>
                  </a:lnTo>
                  <a:lnTo>
                    <a:pt x="424588" y="411474"/>
                  </a:lnTo>
                  <a:lnTo>
                    <a:pt x="426228" y="414752"/>
                  </a:lnTo>
                  <a:lnTo>
                    <a:pt x="426228" y="418031"/>
                  </a:lnTo>
                  <a:lnTo>
                    <a:pt x="426228" y="422949"/>
                  </a:lnTo>
                  <a:lnTo>
                    <a:pt x="426228" y="426228"/>
                  </a:lnTo>
                  <a:lnTo>
                    <a:pt x="426228" y="429506"/>
                  </a:lnTo>
                  <a:lnTo>
                    <a:pt x="426228" y="434424"/>
                  </a:lnTo>
                  <a:lnTo>
                    <a:pt x="427867" y="437703"/>
                  </a:lnTo>
                  <a:lnTo>
                    <a:pt x="427867" y="440981"/>
                  </a:lnTo>
                  <a:lnTo>
                    <a:pt x="427867" y="445900"/>
                  </a:lnTo>
                  <a:lnTo>
                    <a:pt x="427867" y="449178"/>
                  </a:lnTo>
                  <a:lnTo>
                    <a:pt x="427867" y="452457"/>
                  </a:lnTo>
                  <a:lnTo>
                    <a:pt x="429506" y="457375"/>
                  </a:lnTo>
                  <a:lnTo>
                    <a:pt x="429506" y="460654"/>
                  </a:lnTo>
                  <a:lnTo>
                    <a:pt x="429506" y="463932"/>
                  </a:lnTo>
                  <a:lnTo>
                    <a:pt x="429506" y="467211"/>
                  </a:lnTo>
                  <a:lnTo>
                    <a:pt x="429506" y="472129"/>
                  </a:lnTo>
                  <a:lnTo>
                    <a:pt x="429506" y="475408"/>
                  </a:lnTo>
                  <a:lnTo>
                    <a:pt x="434424" y="478686"/>
                  </a:lnTo>
                  <a:lnTo>
                    <a:pt x="437703" y="481965"/>
                  </a:lnTo>
                  <a:lnTo>
                    <a:pt x="439342" y="485244"/>
                  </a:lnTo>
                  <a:lnTo>
                    <a:pt x="439342" y="490162"/>
                  </a:lnTo>
                  <a:lnTo>
                    <a:pt x="437703" y="493440"/>
                  </a:lnTo>
                  <a:lnTo>
                    <a:pt x="437703" y="496719"/>
                  </a:lnTo>
                  <a:lnTo>
                    <a:pt x="436064" y="501637"/>
                  </a:lnTo>
                  <a:lnTo>
                    <a:pt x="436064" y="504916"/>
                  </a:lnTo>
                  <a:lnTo>
                    <a:pt x="436064" y="508194"/>
                  </a:lnTo>
                  <a:lnTo>
                    <a:pt x="434424" y="513112"/>
                  </a:lnTo>
                  <a:lnTo>
                    <a:pt x="434424" y="516391"/>
                  </a:lnTo>
                  <a:lnTo>
                    <a:pt x="432785" y="519670"/>
                  </a:lnTo>
                  <a:lnTo>
                    <a:pt x="429506" y="519670"/>
                  </a:lnTo>
                  <a:lnTo>
                    <a:pt x="426228" y="519670"/>
                  </a:lnTo>
                  <a:lnTo>
                    <a:pt x="422949" y="519670"/>
                  </a:lnTo>
                  <a:lnTo>
                    <a:pt x="418031" y="519670"/>
                  </a:lnTo>
                  <a:lnTo>
                    <a:pt x="414752" y="519670"/>
                  </a:lnTo>
                  <a:lnTo>
                    <a:pt x="409834" y="519670"/>
                  </a:lnTo>
                  <a:lnTo>
                    <a:pt x="406555" y="519670"/>
                  </a:lnTo>
                  <a:lnTo>
                    <a:pt x="401638" y="519670"/>
                  </a:lnTo>
                  <a:lnTo>
                    <a:pt x="401638" y="519670"/>
                  </a:lnTo>
                  <a:lnTo>
                    <a:pt x="396720" y="519670"/>
                  </a:lnTo>
                  <a:lnTo>
                    <a:pt x="393441" y="519670"/>
                  </a:lnTo>
                  <a:lnTo>
                    <a:pt x="388523" y="519670"/>
                  </a:lnTo>
                  <a:lnTo>
                    <a:pt x="385244" y="519670"/>
                  </a:lnTo>
                  <a:lnTo>
                    <a:pt x="380326" y="519670"/>
                  </a:lnTo>
                  <a:lnTo>
                    <a:pt x="377047" y="519670"/>
                  </a:lnTo>
                  <a:lnTo>
                    <a:pt x="372130" y="519670"/>
                  </a:lnTo>
                  <a:lnTo>
                    <a:pt x="372130" y="519670"/>
                  </a:lnTo>
                  <a:lnTo>
                    <a:pt x="367211" y="519670"/>
                  </a:lnTo>
                  <a:lnTo>
                    <a:pt x="363933" y="519670"/>
                  </a:lnTo>
                  <a:lnTo>
                    <a:pt x="359015" y="519670"/>
                  </a:lnTo>
                  <a:lnTo>
                    <a:pt x="355736" y="519670"/>
                  </a:lnTo>
                  <a:lnTo>
                    <a:pt x="350818" y="519670"/>
                  </a:lnTo>
                  <a:lnTo>
                    <a:pt x="347540" y="519670"/>
                  </a:lnTo>
                  <a:lnTo>
                    <a:pt x="342621" y="519670"/>
                  </a:lnTo>
                  <a:lnTo>
                    <a:pt x="339343" y="519670"/>
                  </a:lnTo>
                  <a:lnTo>
                    <a:pt x="334425" y="519670"/>
                  </a:lnTo>
                  <a:lnTo>
                    <a:pt x="331146" y="519670"/>
                  </a:lnTo>
                  <a:lnTo>
                    <a:pt x="326228" y="519670"/>
                  </a:lnTo>
                  <a:lnTo>
                    <a:pt x="322950" y="519670"/>
                  </a:lnTo>
                  <a:lnTo>
                    <a:pt x="318031" y="519670"/>
                  </a:lnTo>
                  <a:lnTo>
                    <a:pt x="314753" y="519670"/>
                  </a:lnTo>
                  <a:lnTo>
                    <a:pt x="311474" y="519670"/>
                  </a:lnTo>
                  <a:lnTo>
                    <a:pt x="308195" y="519670"/>
                  </a:lnTo>
                  <a:lnTo>
                    <a:pt x="303277" y="519670"/>
                  </a:lnTo>
                  <a:lnTo>
                    <a:pt x="299998" y="519670"/>
                  </a:lnTo>
                  <a:lnTo>
                    <a:pt x="298360" y="519670"/>
                  </a:lnTo>
                  <a:lnTo>
                    <a:pt x="295081" y="519670"/>
                  </a:lnTo>
                  <a:lnTo>
                    <a:pt x="291802" y="519670"/>
                  </a:lnTo>
                  <a:lnTo>
                    <a:pt x="290163" y="519670"/>
                  </a:lnTo>
                  <a:lnTo>
                    <a:pt x="286884" y="518031"/>
                  </a:lnTo>
                  <a:lnTo>
                    <a:pt x="283605" y="513112"/>
                  </a:lnTo>
                  <a:lnTo>
                    <a:pt x="283605" y="514752"/>
                  </a:lnTo>
                  <a:lnTo>
                    <a:pt x="283605" y="518031"/>
                  </a:lnTo>
                  <a:lnTo>
                    <a:pt x="280327" y="522948"/>
                  </a:lnTo>
                  <a:lnTo>
                    <a:pt x="275408" y="522948"/>
                  </a:lnTo>
                  <a:lnTo>
                    <a:pt x="272130" y="522948"/>
                  </a:lnTo>
                  <a:lnTo>
                    <a:pt x="272130" y="524588"/>
                  </a:lnTo>
                  <a:lnTo>
                    <a:pt x="268851" y="526227"/>
                  </a:lnTo>
                  <a:lnTo>
                    <a:pt x="265573" y="524588"/>
                  </a:lnTo>
                  <a:lnTo>
                    <a:pt x="260654" y="526227"/>
                  </a:lnTo>
                  <a:lnTo>
                    <a:pt x="259015" y="526227"/>
                  </a:lnTo>
                  <a:lnTo>
                    <a:pt x="255737" y="524588"/>
                  </a:lnTo>
                  <a:lnTo>
                    <a:pt x="252458" y="522948"/>
                  </a:lnTo>
                  <a:lnTo>
                    <a:pt x="247540" y="522948"/>
                  </a:lnTo>
                  <a:lnTo>
                    <a:pt x="244261" y="522948"/>
                  </a:lnTo>
                  <a:lnTo>
                    <a:pt x="240983" y="522948"/>
                  </a:lnTo>
                  <a:lnTo>
                    <a:pt x="239343" y="522948"/>
                  </a:lnTo>
                  <a:lnTo>
                    <a:pt x="236064" y="522948"/>
                  </a:lnTo>
                  <a:lnTo>
                    <a:pt x="234425" y="522948"/>
                  </a:lnTo>
                  <a:lnTo>
                    <a:pt x="232786" y="526227"/>
                  </a:lnTo>
                  <a:lnTo>
                    <a:pt x="229507" y="529506"/>
                  </a:lnTo>
                  <a:lnTo>
                    <a:pt x="227868" y="534424"/>
                  </a:lnTo>
                  <a:lnTo>
                    <a:pt x="226228" y="537703"/>
                  </a:lnTo>
                  <a:lnTo>
                    <a:pt x="226228" y="536063"/>
                  </a:lnTo>
                  <a:lnTo>
                    <a:pt x="222950" y="532784"/>
                  </a:lnTo>
                  <a:lnTo>
                    <a:pt x="219671" y="527866"/>
                  </a:lnTo>
                  <a:lnTo>
                    <a:pt x="214753" y="524588"/>
                  </a:lnTo>
                  <a:lnTo>
                    <a:pt x="211474" y="521309"/>
                  </a:lnTo>
                  <a:lnTo>
                    <a:pt x="209835" y="518031"/>
                  </a:lnTo>
                  <a:lnTo>
                    <a:pt x="206557" y="514752"/>
                  </a:lnTo>
                  <a:lnTo>
                    <a:pt x="203278" y="516391"/>
                  </a:lnTo>
                  <a:lnTo>
                    <a:pt x="199999" y="518031"/>
                  </a:lnTo>
                  <a:lnTo>
                    <a:pt x="195081" y="518031"/>
                  </a:lnTo>
                  <a:lnTo>
                    <a:pt x="195081" y="521309"/>
                  </a:lnTo>
                  <a:lnTo>
                    <a:pt x="193442" y="526227"/>
                  </a:lnTo>
                  <a:lnTo>
                    <a:pt x="191803" y="529506"/>
                  </a:lnTo>
                  <a:lnTo>
                    <a:pt x="191803" y="532784"/>
                  </a:lnTo>
                  <a:lnTo>
                    <a:pt x="190163" y="536063"/>
                  </a:lnTo>
                  <a:lnTo>
                    <a:pt x="191803" y="540981"/>
                  </a:lnTo>
                  <a:lnTo>
                    <a:pt x="191803" y="542621"/>
                  </a:lnTo>
                  <a:lnTo>
                    <a:pt x="191803" y="545899"/>
                  </a:lnTo>
                  <a:lnTo>
                    <a:pt x="188524" y="549178"/>
                  </a:lnTo>
                  <a:lnTo>
                    <a:pt x="185245" y="552456"/>
                  </a:lnTo>
                  <a:lnTo>
                    <a:pt x="181966" y="554096"/>
                  </a:lnTo>
                  <a:lnTo>
                    <a:pt x="178688" y="552456"/>
                  </a:lnTo>
                  <a:lnTo>
                    <a:pt x="175409" y="552456"/>
                  </a:lnTo>
                  <a:lnTo>
                    <a:pt x="170491" y="549178"/>
                  </a:lnTo>
                  <a:lnTo>
                    <a:pt x="167213" y="545899"/>
                  </a:lnTo>
                  <a:lnTo>
                    <a:pt x="167213" y="545899"/>
                  </a:lnTo>
                  <a:lnTo>
                    <a:pt x="165573" y="542621"/>
                  </a:lnTo>
                  <a:lnTo>
                    <a:pt x="165573" y="542621"/>
                  </a:lnTo>
                  <a:lnTo>
                    <a:pt x="162294" y="539342"/>
                  </a:lnTo>
                  <a:lnTo>
                    <a:pt x="159016" y="537703"/>
                  </a:lnTo>
                  <a:lnTo>
                    <a:pt x="159016" y="537703"/>
                  </a:lnTo>
                  <a:lnTo>
                    <a:pt x="154098" y="536063"/>
                  </a:lnTo>
                  <a:lnTo>
                    <a:pt x="154098" y="534424"/>
                  </a:lnTo>
                  <a:lnTo>
                    <a:pt x="150819" y="531145"/>
                  </a:lnTo>
                  <a:lnTo>
                    <a:pt x="152458" y="527866"/>
                  </a:lnTo>
                  <a:lnTo>
                    <a:pt x="149180" y="524588"/>
                  </a:lnTo>
                  <a:lnTo>
                    <a:pt x="147540" y="519670"/>
                  </a:lnTo>
                  <a:lnTo>
                    <a:pt x="142623" y="519670"/>
                  </a:lnTo>
                  <a:lnTo>
                    <a:pt x="140983" y="514752"/>
                  </a:lnTo>
                  <a:lnTo>
                    <a:pt x="137704" y="513112"/>
                  </a:lnTo>
                  <a:lnTo>
                    <a:pt x="137704" y="509834"/>
                  </a:lnTo>
                  <a:lnTo>
                    <a:pt x="136065" y="506555"/>
                  </a:lnTo>
                  <a:lnTo>
                    <a:pt x="134426" y="503276"/>
                  </a:lnTo>
                  <a:lnTo>
                    <a:pt x="132786" y="498358"/>
                  </a:lnTo>
                  <a:lnTo>
                    <a:pt x="131147" y="495080"/>
                  </a:lnTo>
                  <a:lnTo>
                    <a:pt x="127868" y="491801"/>
                  </a:lnTo>
                  <a:lnTo>
                    <a:pt x="124590" y="491801"/>
                  </a:lnTo>
                  <a:lnTo>
                    <a:pt x="121311" y="490162"/>
                  </a:lnTo>
                  <a:lnTo>
                    <a:pt x="118032" y="491801"/>
                  </a:lnTo>
                  <a:lnTo>
                    <a:pt x="114754" y="490162"/>
                  </a:lnTo>
                  <a:lnTo>
                    <a:pt x="111475" y="486883"/>
                  </a:lnTo>
                  <a:lnTo>
                    <a:pt x="109836" y="481965"/>
                  </a:lnTo>
                  <a:lnTo>
                    <a:pt x="106557" y="480326"/>
                  </a:lnTo>
                  <a:lnTo>
                    <a:pt x="103278" y="475408"/>
                  </a:lnTo>
                  <a:lnTo>
                    <a:pt x="100000" y="473768"/>
                  </a:lnTo>
                  <a:lnTo>
                    <a:pt x="95081" y="470490"/>
                  </a:lnTo>
                  <a:lnTo>
                    <a:pt x="91803" y="470490"/>
                  </a:lnTo>
                  <a:lnTo>
                    <a:pt x="88524" y="470490"/>
                  </a:lnTo>
                  <a:lnTo>
                    <a:pt x="85246" y="468850"/>
                  </a:lnTo>
                  <a:lnTo>
                    <a:pt x="80327" y="468850"/>
                  </a:lnTo>
                  <a:lnTo>
                    <a:pt x="77049" y="470490"/>
                  </a:lnTo>
                  <a:lnTo>
                    <a:pt x="73770" y="468850"/>
                  </a:lnTo>
                  <a:lnTo>
                    <a:pt x="72131" y="467211"/>
                  </a:lnTo>
                  <a:lnTo>
                    <a:pt x="72131" y="468850"/>
                  </a:lnTo>
                  <a:lnTo>
                    <a:pt x="68852" y="468850"/>
                  </a:lnTo>
                  <a:lnTo>
                    <a:pt x="67213" y="472129"/>
                  </a:lnTo>
                  <a:lnTo>
                    <a:pt x="63934" y="473768"/>
                  </a:lnTo>
                  <a:lnTo>
                    <a:pt x="59016" y="472129"/>
                  </a:lnTo>
                  <a:lnTo>
                    <a:pt x="55737" y="473768"/>
                  </a:lnTo>
                  <a:lnTo>
                    <a:pt x="52459" y="475408"/>
                  </a:lnTo>
                  <a:lnTo>
                    <a:pt x="49180" y="475408"/>
                  </a:lnTo>
                  <a:lnTo>
                    <a:pt x="44262" y="477047"/>
                  </a:lnTo>
                  <a:lnTo>
                    <a:pt x="40983" y="475408"/>
                  </a:lnTo>
                  <a:lnTo>
                    <a:pt x="40983" y="475408"/>
                  </a:lnTo>
                  <a:lnTo>
                    <a:pt x="36066" y="475408"/>
                  </a:lnTo>
                  <a:lnTo>
                    <a:pt x="32787" y="477047"/>
                  </a:lnTo>
                  <a:lnTo>
                    <a:pt x="29508" y="473768"/>
                  </a:lnTo>
                  <a:lnTo>
                    <a:pt x="26229" y="475408"/>
                  </a:lnTo>
                  <a:lnTo>
                    <a:pt x="21311" y="477047"/>
                  </a:lnTo>
                  <a:lnTo>
                    <a:pt x="21311" y="480326"/>
                  </a:lnTo>
                  <a:lnTo>
                    <a:pt x="19672" y="483604"/>
                  </a:lnTo>
                  <a:lnTo>
                    <a:pt x="18033" y="488522"/>
                  </a:lnTo>
                  <a:lnTo>
                    <a:pt x="14754" y="491801"/>
                  </a:lnTo>
                  <a:lnTo>
                    <a:pt x="14754" y="495080"/>
                  </a:lnTo>
                  <a:lnTo>
                    <a:pt x="14754" y="495080"/>
                  </a:lnTo>
                  <a:lnTo>
                    <a:pt x="13114" y="495080"/>
                  </a:lnTo>
                  <a:lnTo>
                    <a:pt x="13114" y="491801"/>
                  </a:lnTo>
                  <a:lnTo>
                    <a:pt x="13114" y="488522"/>
                  </a:lnTo>
                  <a:lnTo>
                    <a:pt x="13114" y="483604"/>
                  </a:lnTo>
                  <a:lnTo>
                    <a:pt x="14754" y="480326"/>
                  </a:lnTo>
                  <a:lnTo>
                    <a:pt x="14754" y="477047"/>
                  </a:lnTo>
                  <a:lnTo>
                    <a:pt x="16393" y="472129"/>
                  </a:lnTo>
                  <a:lnTo>
                    <a:pt x="16393" y="468850"/>
                  </a:lnTo>
                  <a:lnTo>
                    <a:pt x="18033" y="465572"/>
                  </a:lnTo>
                  <a:lnTo>
                    <a:pt x="19672" y="460654"/>
                  </a:lnTo>
                  <a:lnTo>
                    <a:pt x="21311" y="457375"/>
                  </a:lnTo>
                  <a:lnTo>
                    <a:pt x="22951" y="454096"/>
                  </a:lnTo>
                  <a:lnTo>
                    <a:pt x="24590" y="449178"/>
                  </a:lnTo>
                  <a:lnTo>
                    <a:pt x="26229" y="445900"/>
                  </a:lnTo>
                  <a:lnTo>
                    <a:pt x="27869" y="442621"/>
                  </a:lnTo>
                  <a:lnTo>
                    <a:pt x="29508" y="437703"/>
                  </a:lnTo>
                  <a:lnTo>
                    <a:pt x="31147" y="434424"/>
                  </a:lnTo>
                  <a:lnTo>
                    <a:pt x="31147" y="431146"/>
                  </a:lnTo>
                  <a:lnTo>
                    <a:pt x="32787" y="426228"/>
                  </a:lnTo>
                  <a:lnTo>
                    <a:pt x="34426" y="422949"/>
                  </a:lnTo>
                  <a:lnTo>
                    <a:pt x="34426" y="419670"/>
                  </a:lnTo>
                  <a:lnTo>
                    <a:pt x="34426" y="416391"/>
                  </a:lnTo>
                  <a:lnTo>
                    <a:pt x="34426" y="411474"/>
                  </a:lnTo>
                  <a:lnTo>
                    <a:pt x="34426" y="408195"/>
                  </a:lnTo>
                  <a:lnTo>
                    <a:pt x="34426" y="404916"/>
                  </a:lnTo>
                  <a:lnTo>
                    <a:pt x="34426" y="399998"/>
                  </a:lnTo>
                  <a:lnTo>
                    <a:pt x="34426" y="396719"/>
                  </a:lnTo>
                  <a:lnTo>
                    <a:pt x="34426" y="393441"/>
                  </a:lnTo>
                  <a:lnTo>
                    <a:pt x="34426" y="390162"/>
                  </a:lnTo>
                  <a:lnTo>
                    <a:pt x="34426" y="388523"/>
                  </a:lnTo>
                  <a:lnTo>
                    <a:pt x="32787" y="383605"/>
                  </a:lnTo>
                  <a:lnTo>
                    <a:pt x="31147" y="380326"/>
                  </a:lnTo>
                  <a:lnTo>
                    <a:pt x="31147" y="377047"/>
                  </a:lnTo>
                  <a:lnTo>
                    <a:pt x="31147" y="372129"/>
                  </a:lnTo>
                  <a:lnTo>
                    <a:pt x="31147" y="368851"/>
                  </a:lnTo>
                  <a:lnTo>
                    <a:pt x="29508" y="365572"/>
                  </a:lnTo>
                  <a:lnTo>
                    <a:pt x="29508" y="363933"/>
                  </a:lnTo>
                  <a:lnTo>
                    <a:pt x="26229" y="359015"/>
                  </a:lnTo>
                  <a:lnTo>
                    <a:pt x="24590" y="355736"/>
                  </a:lnTo>
                  <a:lnTo>
                    <a:pt x="19672" y="354097"/>
                  </a:lnTo>
                  <a:lnTo>
                    <a:pt x="19672" y="352457"/>
                  </a:lnTo>
                  <a:lnTo>
                    <a:pt x="18033" y="347539"/>
                  </a:lnTo>
                  <a:lnTo>
                    <a:pt x="21311" y="349179"/>
                  </a:lnTo>
                  <a:lnTo>
                    <a:pt x="26229" y="345900"/>
                  </a:lnTo>
                  <a:lnTo>
                    <a:pt x="26229" y="342621"/>
                  </a:lnTo>
                  <a:lnTo>
                    <a:pt x="22951" y="344261"/>
                  </a:lnTo>
                  <a:lnTo>
                    <a:pt x="21311" y="347539"/>
                  </a:lnTo>
                  <a:lnTo>
                    <a:pt x="21311" y="344261"/>
                  </a:lnTo>
                  <a:lnTo>
                    <a:pt x="24590" y="340982"/>
                  </a:lnTo>
                  <a:lnTo>
                    <a:pt x="26229" y="336064"/>
                  </a:lnTo>
                  <a:lnTo>
                    <a:pt x="27869" y="332785"/>
                  </a:lnTo>
                  <a:lnTo>
                    <a:pt x="29508" y="329507"/>
                  </a:lnTo>
                  <a:lnTo>
                    <a:pt x="27869" y="324589"/>
                  </a:lnTo>
                  <a:lnTo>
                    <a:pt x="31147" y="321310"/>
                  </a:lnTo>
                  <a:lnTo>
                    <a:pt x="31147" y="319671"/>
                  </a:lnTo>
                  <a:lnTo>
                    <a:pt x="31147" y="314753"/>
                  </a:lnTo>
                  <a:lnTo>
                    <a:pt x="32787" y="311474"/>
                  </a:lnTo>
                  <a:lnTo>
                    <a:pt x="29508" y="308195"/>
                  </a:lnTo>
                  <a:lnTo>
                    <a:pt x="27869" y="303277"/>
                  </a:lnTo>
                  <a:lnTo>
                    <a:pt x="26229" y="299999"/>
                  </a:lnTo>
                  <a:lnTo>
                    <a:pt x="24590" y="296720"/>
                  </a:lnTo>
                  <a:lnTo>
                    <a:pt x="22951" y="293441"/>
                  </a:lnTo>
                  <a:lnTo>
                    <a:pt x="21311" y="290163"/>
                  </a:lnTo>
                  <a:lnTo>
                    <a:pt x="21311" y="291802"/>
                  </a:lnTo>
                  <a:lnTo>
                    <a:pt x="19672" y="296720"/>
                  </a:lnTo>
                  <a:lnTo>
                    <a:pt x="16393" y="291802"/>
                  </a:lnTo>
                  <a:lnTo>
                    <a:pt x="14754" y="288523"/>
                  </a:lnTo>
                  <a:lnTo>
                    <a:pt x="13114" y="285244"/>
                  </a:lnTo>
                  <a:lnTo>
                    <a:pt x="13114" y="283605"/>
                  </a:lnTo>
                  <a:lnTo>
                    <a:pt x="11476" y="281966"/>
                  </a:lnTo>
                  <a:lnTo>
                    <a:pt x="11476" y="280327"/>
                  </a:lnTo>
                  <a:lnTo>
                    <a:pt x="9836" y="278687"/>
                  </a:lnTo>
                  <a:lnTo>
                    <a:pt x="8197" y="273769"/>
                  </a:lnTo>
                  <a:lnTo>
                    <a:pt x="4918" y="272130"/>
                  </a:lnTo>
                  <a:lnTo>
                    <a:pt x="4918" y="273769"/>
                  </a:lnTo>
                  <a:lnTo>
                    <a:pt x="3279" y="277048"/>
                  </a:lnTo>
                  <a:lnTo>
                    <a:pt x="1639" y="281966"/>
                  </a:lnTo>
                  <a:lnTo>
                    <a:pt x="1639" y="285244"/>
                  </a:lnTo>
                  <a:lnTo>
                    <a:pt x="1639" y="28688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9" name="Freeform 3028">
              <a:extLst>
                <a:ext uri="{FF2B5EF4-FFF2-40B4-BE49-F238E27FC236}">
                  <a16:creationId xmlns:a16="http://schemas.microsoft.com/office/drawing/2014/main" id="{855DDAC2-8F46-9540-9C5A-904CEDE92DDB}"/>
                </a:ext>
              </a:extLst>
            </p:cNvPr>
            <p:cNvSpPr/>
            <p:nvPr/>
          </p:nvSpPr>
          <p:spPr>
            <a:xfrm>
              <a:off x="5617313" y="1713268"/>
              <a:ext cx="301638" cy="327867"/>
            </a:xfrm>
            <a:custGeom>
              <a:avLst/>
              <a:gdLst>
                <a:gd name="connsiteX0" fmla="*/ 299999 w 301638"/>
                <a:gd name="connsiteY0" fmla="*/ 155737 h 327867"/>
                <a:gd name="connsiteX1" fmla="*/ 299999 w 301638"/>
                <a:gd name="connsiteY1" fmla="*/ 152458 h 327867"/>
                <a:gd name="connsiteX2" fmla="*/ 299999 w 301638"/>
                <a:gd name="connsiteY2" fmla="*/ 150819 h 327867"/>
                <a:gd name="connsiteX3" fmla="*/ 295081 w 301638"/>
                <a:gd name="connsiteY3" fmla="*/ 147540 h 327867"/>
                <a:gd name="connsiteX4" fmla="*/ 291802 w 301638"/>
                <a:gd name="connsiteY4" fmla="*/ 145901 h 327867"/>
                <a:gd name="connsiteX5" fmla="*/ 291802 w 301638"/>
                <a:gd name="connsiteY5" fmla="*/ 145901 h 327867"/>
                <a:gd name="connsiteX6" fmla="*/ 291802 w 301638"/>
                <a:gd name="connsiteY6" fmla="*/ 142622 h 327867"/>
                <a:gd name="connsiteX7" fmla="*/ 291802 w 301638"/>
                <a:gd name="connsiteY7" fmla="*/ 139344 h 327867"/>
                <a:gd name="connsiteX8" fmla="*/ 288523 w 301638"/>
                <a:gd name="connsiteY8" fmla="*/ 137704 h 327867"/>
                <a:gd name="connsiteX9" fmla="*/ 286884 w 301638"/>
                <a:gd name="connsiteY9" fmla="*/ 132786 h 327867"/>
                <a:gd name="connsiteX10" fmla="*/ 290163 w 301638"/>
                <a:gd name="connsiteY10" fmla="*/ 129508 h 327867"/>
                <a:gd name="connsiteX11" fmla="*/ 290163 w 301638"/>
                <a:gd name="connsiteY11" fmla="*/ 129508 h 327867"/>
                <a:gd name="connsiteX12" fmla="*/ 290163 w 301638"/>
                <a:gd name="connsiteY12" fmla="*/ 127868 h 327867"/>
                <a:gd name="connsiteX13" fmla="*/ 290163 w 301638"/>
                <a:gd name="connsiteY13" fmla="*/ 127868 h 327867"/>
                <a:gd name="connsiteX14" fmla="*/ 290163 w 301638"/>
                <a:gd name="connsiteY14" fmla="*/ 127868 h 327867"/>
                <a:gd name="connsiteX15" fmla="*/ 290163 w 301638"/>
                <a:gd name="connsiteY15" fmla="*/ 126229 h 327867"/>
                <a:gd name="connsiteX16" fmla="*/ 291802 w 301638"/>
                <a:gd name="connsiteY16" fmla="*/ 122950 h 327867"/>
                <a:gd name="connsiteX17" fmla="*/ 290163 w 301638"/>
                <a:gd name="connsiteY17" fmla="*/ 119672 h 327867"/>
                <a:gd name="connsiteX18" fmla="*/ 290163 w 301638"/>
                <a:gd name="connsiteY18" fmla="*/ 116393 h 327867"/>
                <a:gd name="connsiteX19" fmla="*/ 290163 w 301638"/>
                <a:gd name="connsiteY19" fmla="*/ 114754 h 327867"/>
                <a:gd name="connsiteX20" fmla="*/ 285245 w 301638"/>
                <a:gd name="connsiteY20" fmla="*/ 114754 h 327867"/>
                <a:gd name="connsiteX21" fmla="*/ 285245 w 301638"/>
                <a:gd name="connsiteY21" fmla="*/ 113114 h 327867"/>
                <a:gd name="connsiteX22" fmla="*/ 285245 w 301638"/>
                <a:gd name="connsiteY22" fmla="*/ 113114 h 327867"/>
                <a:gd name="connsiteX23" fmla="*/ 285245 w 301638"/>
                <a:gd name="connsiteY23" fmla="*/ 111475 h 327867"/>
                <a:gd name="connsiteX24" fmla="*/ 285245 w 301638"/>
                <a:gd name="connsiteY24" fmla="*/ 108196 h 327867"/>
                <a:gd name="connsiteX25" fmla="*/ 286884 w 301638"/>
                <a:gd name="connsiteY25" fmla="*/ 104917 h 327867"/>
                <a:gd name="connsiteX26" fmla="*/ 286884 w 301638"/>
                <a:gd name="connsiteY26" fmla="*/ 101639 h 327867"/>
                <a:gd name="connsiteX27" fmla="*/ 286884 w 301638"/>
                <a:gd name="connsiteY27" fmla="*/ 101639 h 327867"/>
                <a:gd name="connsiteX28" fmla="*/ 286884 w 301638"/>
                <a:gd name="connsiteY28" fmla="*/ 101639 h 327867"/>
                <a:gd name="connsiteX29" fmla="*/ 281966 w 301638"/>
                <a:gd name="connsiteY29" fmla="*/ 98360 h 327867"/>
                <a:gd name="connsiteX30" fmla="*/ 280327 w 301638"/>
                <a:gd name="connsiteY30" fmla="*/ 96721 h 327867"/>
                <a:gd name="connsiteX31" fmla="*/ 277048 w 301638"/>
                <a:gd name="connsiteY31" fmla="*/ 93442 h 327867"/>
                <a:gd name="connsiteX32" fmla="*/ 273769 w 301638"/>
                <a:gd name="connsiteY32" fmla="*/ 91803 h 327867"/>
                <a:gd name="connsiteX33" fmla="*/ 270491 w 301638"/>
                <a:gd name="connsiteY33" fmla="*/ 90164 h 327867"/>
                <a:gd name="connsiteX34" fmla="*/ 270491 w 301638"/>
                <a:gd name="connsiteY34" fmla="*/ 88524 h 327867"/>
                <a:gd name="connsiteX35" fmla="*/ 270491 w 301638"/>
                <a:gd name="connsiteY35" fmla="*/ 88524 h 327867"/>
                <a:gd name="connsiteX36" fmla="*/ 270491 w 301638"/>
                <a:gd name="connsiteY36" fmla="*/ 88524 h 327867"/>
                <a:gd name="connsiteX37" fmla="*/ 272130 w 301638"/>
                <a:gd name="connsiteY37" fmla="*/ 85245 h 327867"/>
                <a:gd name="connsiteX38" fmla="*/ 275409 w 301638"/>
                <a:gd name="connsiteY38" fmla="*/ 83606 h 327867"/>
                <a:gd name="connsiteX39" fmla="*/ 275409 w 301638"/>
                <a:gd name="connsiteY39" fmla="*/ 83606 h 327867"/>
                <a:gd name="connsiteX40" fmla="*/ 275409 w 301638"/>
                <a:gd name="connsiteY40" fmla="*/ 81967 h 327867"/>
                <a:gd name="connsiteX41" fmla="*/ 277048 w 301638"/>
                <a:gd name="connsiteY41" fmla="*/ 80327 h 327867"/>
                <a:gd name="connsiteX42" fmla="*/ 278687 w 301638"/>
                <a:gd name="connsiteY42" fmla="*/ 80327 h 327867"/>
                <a:gd name="connsiteX43" fmla="*/ 278687 w 301638"/>
                <a:gd name="connsiteY43" fmla="*/ 77049 h 327867"/>
                <a:gd name="connsiteX44" fmla="*/ 277048 w 301638"/>
                <a:gd name="connsiteY44" fmla="*/ 77049 h 327867"/>
                <a:gd name="connsiteX45" fmla="*/ 280327 w 301638"/>
                <a:gd name="connsiteY45" fmla="*/ 73770 h 327867"/>
                <a:gd name="connsiteX46" fmla="*/ 280327 w 301638"/>
                <a:gd name="connsiteY46" fmla="*/ 72131 h 327867"/>
                <a:gd name="connsiteX47" fmla="*/ 278687 w 301638"/>
                <a:gd name="connsiteY47" fmla="*/ 70492 h 327867"/>
                <a:gd name="connsiteX48" fmla="*/ 278687 w 301638"/>
                <a:gd name="connsiteY48" fmla="*/ 68852 h 327867"/>
                <a:gd name="connsiteX49" fmla="*/ 277048 w 301638"/>
                <a:gd name="connsiteY49" fmla="*/ 65573 h 327867"/>
                <a:gd name="connsiteX50" fmla="*/ 277048 w 301638"/>
                <a:gd name="connsiteY50" fmla="*/ 65573 h 327867"/>
                <a:gd name="connsiteX51" fmla="*/ 277048 w 301638"/>
                <a:gd name="connsiteY51" fmla="*/ 63934 h 327867"/>
                <a:gd name="connsiteX52" fmla="*/ 275409 w 301638"/>
                <a:gd name="connsiteY52" fmla="*/ 60655 h 327867"/>
                <a:gd name="connsiteX53" fmla="*/ 273769 w 301638"/>
                <a:gd name="connsiteY53" fmla="*/ 57377 h 327867"/>
                <a:gd name="connsiteX54" fmla="*/ 273769 w 301638"/>
                <a:gd name="connsiteY54" fmla="*/ 54098 h 327867"/>
                <a:gd name="connsiteX55" fmla="*/ 270491 w 301638"/>
                <a:gd name="connsiteY55" fmla="*/ 52459 h 327867"/>
                <a:gd name="connsiteX56" fmla="*/ 267212 w 301638"/>
                <a:gd name="connsiteY56" fmla="*/ 52459 h 327867"/>
                <a:gd name="connsiteX57" fmla="*/ 262294 w 301638"/>
                <a:gd name="connsiteY57" fmla="*/ 50820 h 327867"/>
                <a:gd name="connsiteX58" fmla="*/ 259016 w 301638"/>
                <a:gd name="connsiteY58" fmla="*/ 47541 h 327867"/>
                <a:gd name="connsiteX59" fmla="*/ 259016 w 301638"/>
                <a:gd name="connsiteY59" fmla="*/ 47541 h 327867"/>
                <a:gd name="connsiteX60" fmla="*/ 259016 w 301638"/>
                <a:gd name="connsiteY60" fmla="*/ 47541 h 327867"/>
                <a:gd name="connsiteX61" fmla="*/ 260655 w 301638"/>
                <a:gd name="connsiteY61" fmla="*/ 42623 h 327867"/>
                <a:gd name="connsiteX62" fmla="*/ 257376 w 301638"/>
                <a:gd name="connsiteY62" fmla="*/ 39344 h 327867"/>
                <a:gd name="connsiteX63" fmla="*/ 255737 w 301638"/>
                <a:gd name="connsiteY63" fmla="*/ 36065 h 327867"/>
                <a:gd name="connsiteX64" fmla="*/ 255737 w 301638"/>
                <a:gd name="connsiteY64" fmla="*/ 34426 h 327867"/>
                <a:gd name="connsiteX65" fmla="*/ 250819 w 301638"/>
                <a:gd name="connsiteY65" fmla="*/ 36065 h 327867"/>
                <a:gd name="connsiteX66" fmla="*/ 247540 w 301638"/>
                <a:gd name="connsiteY66" fmla="*/ 37705 h 327867"/>
                <a:gd name="connsiteX67" fmla="*/ 247540 w 301638"/>
                <a:gd name="connsiteY67" fmla="*/ 37705 h 327867"/>
                <a:gd name="connsiteX68" fmla="*/ 244262 w 301638"/>
                <a:gd name="connsiteY68" fmla="*/ 36065 h 327867"/>
                <a:gd name="connsiteX69" fmla="*/ 240983 w 301638"/>
                <a:gd name="connsiteY69" fmla="*/ 32787 h 327867"/>
                <a:gd name="connsiteX70" fmla="*/ 237704 w 301638"/>
                <a:gd name="connsiteY70" fmla="*/ 31147 h 327867"/>
                <a:gd name="connsiteX71" fmla="*/ 236065 w 301638"/>
                <a:gd name="connsiteY71" fmla="*/ 29508 h 327867"/>
                <a:gd name="connsiteX72" fmla="*/ 236065 w 301638"/>
                <a:gd name="connsiteY72" fmla="*/ 29508 h 327867"/>
                <a:gd name="connsiteX73" fmla="*/ 234425 w 301638"/>
                <a:gd name="connsiteY73" fmla="*/ 29508 h 327867"/>
                <a:gd name="connsiteX74" fmla="*/ 232786 w 301638"/>
                <a:gd name="connsiteY74" fmla="*/ 24590 h 327867"/>
                <a:gd name="connsiteX75" fmla="*/ 229507 w 301638"/>
                <a:gd name="connsiteY75" fmla="*/ 24590 h 327867"/>
                <a:gd name="connsiteX76" fmla="*/ 224589 w 301638"/>
                <a:gd name="connsiteY76" fmla="*/ 26229 h 327867"/>
                <a:gd name="connsiteX77" fmla="*/ 221310 w 301638"/>
                <a:gd name="connsiteY77" fmla="*/ 24590 h 327867"/>
                <a:gd name="connsiteX78" fmla="*/ 218032 w 301638"/>
                <a:gd name="connsiteY78" fmla="*/ 26229 h 327867"/>
                <a:gd name="connsiteX79" fmla="*/ 214753 w 301638"/>
                <a:gd name="connsiteY79" fmla="*/ 27869 h 327867"/>
                <a:gd name="connsiteX80" fmla="*/ 211475 w 301638"/>
                <a:gd name="connsiteY80" fmla="*/ 31147 h 327867"/>
                <a:gd name="connsiteX81" fmla="*/ 213114 w 301638"/>
                <a:gd name="connsiteY81" fmla="*/ 27869 h 327867"/>
                <a:gd name="connsiteX82" fmla="*/ 214753 w 301638"/>
                <a:gd name="connsiteY82" fmla="*/ 26229 h 327867"/>
                <a:gd name="connsiteX83" fmla="*/ 219672 w 301638"/>
                <a:gd name="connsiteY83" fmla="*/ 24590 h 327867"/>
                <a:gd name="connsiteX84" fmla="*/ 222950 w 301638"/>
                <a:gd name="connsiteY84" fmla="*/ 24590 h 327867"/>
                <a:gd name="connsiteX85" fmla="*/ 226229 w 301638"/>
                <a:gd name="connsiteY85" fmla="*/ 24590 h 327867"/>
                <a:gd name="connsiteX86" fmla="*/ 222950 w 301638"/>
                <a:gd name="connsiteY86" fmla="*/ 22951 h 327867"/>
                <a:gd name="connsiteX87" fmla="*/ 219672 w 301638"/>
                <a:gd name="connsiteY87" fmla="*/ 22951 h 327867"/>
                <a:gd name="connsiteX88" fmla="*/ 214753 w 301638"/>
                <a:gd name="connsiteY88" fmla="*/ 22951 h 327867"/>
                <a:gd name="connsiteX89" fmla="*/ 213114 w 301638"/>
                <a:gd name="connsiteY89" fmla="*/ 26229 h 327867"/>
                <a:gd name="connsiteX90" fmla="*/ 209835 w 301638"/>
                <a:gd name="connsiteY90" fmla="*/ 29508 h 327867"/>
                <a:gd name="connsiteX91" fmla="*/ 206557 w 301638"/>
                <a:gd name="connsiteY91" fmla="*/ 31147 h 327867"/>
                <a:gd name="connsiteX92" fmla="*/ 203278 w 301638"/>
                <a:gd name="connsiteY92" fmla="*/ 34426 h 327867"/>
                <a:gd name="connsiteX93" fmla="*/ 203278 w 301638"/>
                <a:gd name="connsiteY93" fmla="*/ 37705 h 327867"/>
                <a:gd name="connsiteX94" fmla="*/ 203278 w 301638"/>
                <a:gd name="connsiteY94" fmla="*/ 34426 h 327867"/>
                <a:gd name="connsiteX95" fmla="*/ 198360 w 301638"/>
                <a:gd name="connsiteY95" fmla="*/ 34426 h 327867"/>
                <a:gd name="connsiteX96" fmla="*/ 195081 w 301638"/>
                <a:gd name="connsiteY96" fmla="*/ 36065 h 327867"/>
                <a:gd name="connsiteX97" fmla="*/ 191803 w 301638"/>
                <a:gd name="connsiteY97" fmla="*/ 36065 h 327867"/>
                <a:gd name="connsiteX98" fmla="*/ 186885 w 301638"/>
                <a:gd name="connsiteY98" fmla="*/ 37705 h 327867"/>
                <a:gd name="connsiteX99" fmla="*/ 183606 w 301638"/>
                <a:gd name="connsiteY99" fmla="*/ 39344 h 327867"/>
                <a:gd name="connsiteX100" fmla="*/ 186885 w 301638"/>
                <a:gd name="connsiteY100" fmla="*/ 37705 h 327867"/>
                <a:gd name="connsiteX101" fmla="*/ 183606 w 301638"/>
                <a:gd name="connsiteY101" fmla="*/ 40983 h 327867"/>
                <a:gd name="connsiteX102" fmla="*/ 181966 w 301638"/>
                <a:gd name="connsiteY102" fmla="*/ 44262 h 327867"/>
                <a:gd name="connsiteX103" fmla="*/ 181966 w 301638"/>
                <a:gd name="connsiteY103" fmla="*/ 45901 h 327867"/>
                <a:gd name="connsiteX104" fmla="*/ 178688 w 301638"/>
                <a:gd name="connsiteY104" fmla="*/ 44262 h 327867"/>
                <a:gd name="connsiteX105" fmla="*/ 173770 w 301638"/>
                <a:gd name="connsiteY105" fmla="*/ 42623 h 327867"/>
                <a:gd name="connsiteX106" fmla="*/ 170491 w 301638"/>
                <a:gd name="connsiteY106" fmla="*/ 40983 h 327867"/>
                <a:gd name="connsiteX107" fmla="*/ 168852 w 301638"/>
                <a:gd name="connsiteY107" fmla="*/ 40983 h 327867"/>
                <a:gd name="connsiteX108" fmla="*/ 165573 w 301638"/>
                <a:gd name="connsiteY108" fmla="*/ 42623 h 327867"/>
                <a:gd name="connsiteX109" fmla="*/ 163934 w 301638"/>
                <a:gd name="connsiteY109" fmla="*/ 44262 h 327867"/>
                <a:gd name="connsiteX110" fmla="*/ 163934 w 301638"/>
                <a:gd name="connsiteY110" fmla="*/ 44262 h 327867"/>
                <a:gd name="connsiteX111" fmla="*/ 163934 w 301638"/>
                <a:gd name="connsiteY111" fmla="*/ 42623 h 327867"/>
                <a:gd name="connsiteX112" fmla="*/ 159016 w 301638"/>
                <a:gd name="connsiteY112" fmla="*/ 40983 h 327867"/>
                <a:gd name="connsiteX113" fmla="*/ 163934 w 301638"/>
                <a:gd name="connsiteY113" fmla="*/ 37705 h 327867"/>
                <a:gd name="connsiteX114" fmla="*/ 167213 w 301638"/>
                <a:gd name="connsiteY114" fmla="*/ 36065 h 327867"/>
                <a:gd name="connsiteX115" fmla="*/ 170491 w 301638"/>
                <a:gd name="connsiteY115" fmla="*/ 31147 h 327867"/>
                <a:gd name="connsiteX116" fmla="*/ 170491 w 301638"/>
                <a:gd name="connsiteY116" fmla="*/ 27869 h 327867"/>
                <a:gd name="connsiteX117" fmla="*/ 170491 w 301638"/>
                <a:gd name="connsiteY117" fmla="*/ 26229 h 327867"/>
                <a:gd name="connsiteX118" fmla="*/ 170491 w 301638"/>
                <a:gd name="connsiteY118" fmla="*/ 26229 h 327867"/>
                <a:gd name="connsiteX119" fmla="*/ 170491 w 301638"/>
                <a:gd name="connsiteY119" fmla="*/ 26229 h 327867"/>
                <a:gd name="connsiteX120" fmla="*/ 168852 w 301638"/>
                <a:gd name="connsiteY120" fmla="*/ 26229 h 327867"/>
                <a:gd name="connsiteX121" fmla="*/ 165573 w 301638"/>
                <a:gd name="connsiteY121" fmla="*/ 26229 h 327867"/>
                <a:gd name="connsiteX122" fmla="*/ 162295 w 301638"/>
                <a:gd name="connsiteY122" fmla="*/ 27869 h 327867"/>
                <a:gd name="connsiteX123" fmla="*/ 159016 w 301638"/>
                <a:gd name="connsiteY123" fmla="*/ 29508 h 327867"/>
                <a:gd name="connsiteX124" fmla="*/ 154098 w 301638"/>
                <a:gd name="connsiteY124" fmla="*/ 26229 h 327867"/>
                <a:gd name="connsiteX125" fmla="*/ 150819 w 301638"/>
                <a:gd name="connsiteY125" fmla="*/ 26229 h 327867"/>
                <a:gd name="connsiteX126" fmla="*/ 147540 w 301638"/>
                <a:gd name="connsiteY126" fmla="*/ 24590 h 327867"/>
                <a:gd name="connsiteX127" fmla="*/ 144262 w 301638"/>
                <a:gd name="connsiteY127" fmla="*/ 24590 h 327867"/>
                <a:gd name="connsiteX128" fmla="*/ 142623 w 301638"/>
                <a:gd name="connsiteY128" fmla="*/ 24590 h 327867"/>
                <a:gd name="connsiteX129" fmla="*/ 140983 w 301638"/>
                <a:gd name="connsiteY129" fmla="*/ 27869 h 327867"/>
                <a:gd name="connsiteX130" fmla="*/ 139344 w 301638"/>
                <a:gd name="connsiteY130" fmla="*/ 26229 h 327867"/>
                <a:gd name="connsiteX131" fmla="*/ 139344 w 301638"/>
                <a:gd name="connsiteY131" fmla="*/ 26229 h 327867"/>
                <a:gd name="connsiteX132" fmla="*/ 140983 w 301638"/>
                <a:gd name="connsiteY132" fmla="*/ 22951 h 327867"/>
                <a:gd name="connsiteX133" fmla="*/ 137705 w 301638"/>
                <a:gd name="connsiteY133" fmla="*/ 21311 h 327867"/>
                <a:gd name="connsiteX134" fmla="*/ 134426 w 301638"/>
                <a:gd name="connsiteY134" fmla="*/ 21311 h 327867"/>
                <a:gd name="connsiteX135" fmla="*/ 131147 w 301638"/>
                <a:gd name="connsiteY135" fmla="*/ 22951 h 327867"/>
                <a:gd name="connsiteX136" fmla="*/ 134426 w 301638"/>
                <a:gd name="connsiteY136" fmla="*/ 19672 h 327867"/>
                <a:gd name="connsiteX137" fmla="*/ 134426 w 301638"/>
                <a:gd name="connsiteY137" fmla="*/ 19672 h 327867"/>
                <a:gd name="connsiteX138" fmla="*/ 136065 w 301638"/>
                <a:gd name="connsiteY138" fmla="*/ 16393 h 327867"/>
                <a:gd name="connsiteX139" fmla="*/ 134426 w 301638"/>
                <a:gd name="connsiteY139" fmla="*/ 13115 h 327867"/>
                <a:gd name="connsiteX140" fmla="*/ 132786 w 301638"/>
                <a:gd name="connsiteY140" fmla="*/ 14754 h 327867"/>
                <a:gd name="connsiteX141" fmla="*/ 134426 w 301638"/>
                <a:gd name="connsiteY141" fmla="*/ 13115 h 327867"/>
                <a:gd name="connsiteX142" fmla="*/ 134426 w 301638"/>
                <a:gd name="connsiteY142" fmla="*/ 11475 h 327867"/>
                <a:gd name="connsiteX143" fmla="*/ 131147 w 301638"/>
                <a:gd name="connsiteY143" fmla="*/ 8197 h 327867"/>
                <a:gd name="connsiteX144" fmla="*/ 127869 w 301638"/>
                <a:gd name="connsiteY144" fmla="*/ 9836 h 327867"/>
                <a:gd name="connsiteX145" fmla="*/ 124590 w 301638"/>
                <a:gd name="connsiteY145" fmla="*/ 8197 h 327867"/>
                <a:gd name="connsiteX146" fmla="*/ 119672 w 301638"/>
                <a:gd name="connsiteY146" fmla="*/ 6557 h 327867"/>
                <a:gd name="connsiteX147" fmla="*/ 116393 w 301638"/>
                <a:gd name="connsiteY147" fmla="*/ 6557 h 327867"/>
                <a:gd name="connsiteX148" fmla="*/ 116393 w 301638"/>
                <a:gd name="connsiteY148" fmla="*/ 6557 h 327867"/>
                <a:gd name="connsiteX149" fmla="*/ 114754 w 301638"/>
                <a:gd name="connsiteY149" fmla="*/ 8197 h 327867"/>
                <a:gd name="connsiteX150" fmla="*/ 113115 w 301638"/>
                <a:gd name="connsiteY150" fmla="*/ 8197 h 327867"/>
                <a:gd name="connsiteX151" fmla="*/ 111475 w 301638"/>
                <a:gd name="connsiteY151" fmla="*/ 8197 h 327867"/>
                <a:gd name="connsiteX152" fmla="*/ 106557 w 301638"/>
                <a:gd name="connsiteY152" fmla="*/ 4918 h 327867"/>
                <a:gd name="connsiteX153" fmla="*/ 103279 w 301638"/>
                <a:gd name="connsiteY153" fmla="*/ 4918 h 327867"/>
                <a:gd name="connsiteX154" fmla="*/ 100000 w 301638"/>
                <a:gd name="connsiteY154" fmla="*/ 3279 h 327867"/>
                <a:gd name="connsiteX155" fmla="*/ 98360 w 301638"/>
                <a:gd name="connsiteY155" fmla="*/ 3279 h 327867"/>
                <a:gd name="connsiteX156" fmla="*/ 96721 w 301638"/>
                <a:gd name="connsiteY156" fmla="*/ 3279 h 327867"/>
                <a:gd name="connsiteX157" fmla="*/ 93442 w 301638"/>
                <a:gd name="connsiteY157" fmla="*/ 4918 h 327867"/>
                <a:gd name="connsiteX158" fmla="*/ 91803 w 301638"/>
                <a:gd name="connsiteY158" fmla="*/ 3279 h 327867"/>
                <a:gd name="connsiteX159" fmla="*/ 88525 w 301638"/>
                <a:gd name="connsiteY159" fmla="*/ 4918 h 327867"/>
                <a:gd name="connsiteX160" fmla="*/ 85246 w 301638"/>
                <a:gd name="connsiteY160" fmla="*/ 4918 h 327867"/>
                <a:gd name="connsiteX161" fmla="*/ 81967 w 301638"/>
                <a:gd name="connsiteY161" fmla="*/ 3279 h 327867"/>
                <a:gd name="connsiteX162" fmla="*/ 83606 w 301638"/>
                <a:gd name="connsiteY162" fmla="*/ 0 h 327867"/>
                <a:gd name="connsiteX163" fmla="*/ 81967 w 301638"/>
                <a:gd name="connsiteY163" fmla="*/ 0 h 327867"/>
                <a:gd name="connsiteX164" fmla="*/ 80328 w 301638"/>
                <a:gd name="connsiteY164" fmla="*/ 1639 h 327867"/>
                <a:gd name="connsiteX165" fmla="*/ 80328 w 301638"/>
                <a:gd name="connsiteY165" fmla="*/ 4918 h 327867"/>
                <a:gd name="connsiteX166" fmla="*/ 80328 w 301638"/>
                <a:gd name="connsiteY166" fmla="*/ 9836 h 327867"/>
                <a:gd name="connsiteX167" fmla="*/ 80328 w 301638"/>
                <a:gd name="connsiteY167" fmla="*/ 4918 h 327867"/>
                <a:gd name="connsiteX168" fmla="*/ 83606 w 301638"/>
                <a:gd name="connsiteY168" fmla="*/ 6557 h 327867"/>
                <a:gd name="connsiteX169" fmla="*/ 86885 w 301638"/>
                <a:gd name="connsiteY169" fmla="*/ 4918 h 327867"/>
                <a:gd name="connsiteX170" fmla="*/ 91803 w 301638"/>
                <a:gd name="connsiteY170" fmla="*/ 4918 h 327867"/>
                <a:gd name="connsiteX171" fmla="*/ 91803 w 301638"/>
                <a:gd name="connsiteY171" fmla="*/ 4918 h 327867"/>
                <a:gd name="connsiteX172" fmla="*/ 91803 w 301638"/>
                <a:gd name="connsiteY172" fmla="*/ 9836 h 327867"/>
                <a:gd name="connsiteX173" fmla="*/ 95082 w 301638"/>
                <a:gd name="connsiteY173" fmla="*/ 13115 h 327867"/>
                <a:gd name="connsiteX174" fmla="*/ 98360 w 301638"/>
                <a:gd name="connsiteY174" fmla="*/ 16393 h 327867"/>
                <a:gd name="connsiteX175" fmla="*/ 101639 w 301638"/>
                <a:gd name="connsiteY175" fmla="*/ 19672 h 327867"/>
                <a:gd name="connsiteX176" fmla="*/ 100000 w 301638"/>
                <a:gd name="connsiteY176" fmla="*/ 22951 h 327867"/>
                <a:gd name="connsiteX177" fmla="*/ 96721 w 301638"/>
                <a:gd name="connsiteY177" fmla="*/ 24590 h 327867"/>
                <a:gd name="connsiteX178" fmla="*/ 93442 w 301638"/>
                <a:gd name="connsiteY178" fmla="*/ 24590 h 327867"/>
                <a:gd name="connsiteX179" fmla="*/ 90164 w 301638"/>
                <a:gd name="connsiteY179" fmla="*/ 29508 h 327867"/>
                <a:gd name="connsiteX180" fmla="*/ 93442 w 301638"/>
                <a:gd name="connsiteY180" fmla="*/ 29508 h 327867"/>
                <a:gd name="connsiteX181" fmla="*/ 96721 w 301638"/>
                <a:gd name="connsiteY181" fmla="*/ 29508 h 327867"/>
                <a:gd name="connsiteX182" fmla="*/ 100000 w 301638"/>
                <a:gd name="connsiteY182" fmla="*/ 29508 h 327867"/>
                <a:gd name="connsiteX183" fmla="*/ 96721 w 301638"/>
                <a:gd name="connsiteY183" fmla="*/ 31147 h 327867"/>
                <a:gd name="connsiteX184" fmla="*/ 96721 w 301638"/>
                <a:gd name="connsiteY184" fmla="*/ 34426 h 327867"/>
                <a:gd name="connsiteX185" fmla="*/ 100000 w 301638"/>
                <a:gd name="connsiteY185" fmla="*/ 36065 h 327867"/>
                <a:gd name="connsiteX186" fmla="*/ 103279 w 301638"/>
                <a:gd name="connsiteY186" fmla="*/ 39344 h 327867"/>
                <a:gd name="connsiteX187" fmla="*/ 98360 w 301638"/>
                <a:gd name="connsiteY187" fmla="*/ 40983 h 327867"/>
                <a:gd name="connsiteX188" fmla="*/ 98360 w 301638"/>
                <a:gd name="connsiteY188" fmla="*/ 44262 h 327867"/>
                <a:gd name="connsiteX189" fmla="*/ 103279 w 301638"/>
                <a:gd name="connsiteY189" fmla="*/ 45901 h 327867"/>
                <a:gd name="connsiteX190" fmla="*/ 106557 w 301638"/>
                <a:gd name="connsiteY190" fmla="*/ 45901 h 327867"/>
                <a:gd name="connsiteX191" fmla="*/ 106557 w 301638"/>
                <a:gd name="connsiteY191" fmla="*/ 45901 h 327867"/>
                <a:gd name="connsiteX192" fmla="*/ 109836 w 301638"/>
                <a:gd name="connsiteY192" fmla="*/ 47541 h 327867"/>
                <a:gd name="connsiteX193" fmla="*/ 113115 w 301638"/>
                <a:gd name="connsiteY193" fmla="*/ 49180 h 327867"/>
                <a:gd name="connsiteX194" fmla="*/ 116393 w 301638"/>
                <a:gd name="connsiteY194" fmla="*/ 52459 h 327867"/>
                <a:gd name="connsiteX195" fmla="*/ 119672 w 301638"/>
                <a:gd name="connsiteY195" fmla="*/ 55737 h 327867"/>
                <a:gd name="connsiteX196" fmla="*/ 122950 w 301638"/>
                <a:gd name="connsiteY196" fmla="*/ 59016 h 327867"/>
                <a:gd name="connsiteX197" fmla="*/ 126229 w 301638"/>
                <a:gd name="connsiteY197" fmla="*/ 60655 h 327867"/>
                <a:gd name="connsiteX198" fmla="*/ 129508 w 301638"/>
                <a:gd name="connsiteY198" fmla="*/ 60655 h 327867"/>
                <a:gd name="connsiteX199" fmla="*/ 129508 w 301638"/>
                <a:gd name="connsiteY199" fmla="*/ 62295 h 327867"/>
                <a:gd name="connsiteX200" fmla="*/ 126229 w 301638"/>
                <a:gd name="connsiteY200" fmla="*/ 60655 h 327867"/>
                <a:gd name="connsiteX201" fmla="*/ 122950 w 301638"/>
                <a:gd name="connsiteY201" fmla="*/ 60655 h 327867"/>
                <a:gd name="connsiteX202" fmla="*/ 119672 w 301638"/>
                <a:gd name="connsiteY202" fmla="*/ 57377 h 327867"/>
                <a:gd name="connsiteX203" fmla="*/ 116393 w 301638"/>
                <a:gd name="connsiteY203" fmla="*/ 54098 h 327867"/>
                <a:gd name="connsiteX204" fmla="*/ 113115 w 301638"/>
                <a:gd name="connsiteY204" fmla="*/ 50820 h 327867"/>
                <a:gd name="connsiteX205" fmla="*/ 109836 w 301638"/>
                <a:gd name="connsiteY205" fmla="*/ 47541 h 327867"/>
                <a:gd name="connsiteX206" fmla="*/ 106557 w 301638"/>
                <a:gd name="connsiteY206" fmla="*/ 47541 h 327867"/>
                <a:gd name="connsiteX207" fmla="*/ 103279 w 301638"/>
                <a:gd name="connsiteY207" fmla="*/ 49180 h 327867"/>
                <a:gd name="connsiteX208" fmla="*/ 98360 w 301638"/>
                <a:gd name="connsiteY208" fmla="*/ 49180 h 327867"/>
                <a:gd name="connsiteX209" fmla="*/ 95082 w 301638"/>
                <a:gd name="connsiteY209" fmla="*/ 49180 h 327867"/>
                <a:gd name="connsiteX210" fmla="*/ 93442 w 301638"/>
                <a:gd name="connsiteY210" fmla="*/ 47541 h 327867"/>
                <a:gd name="connsiteX211" fmla="*/ 90164 w 301638"/>
                <a:gd name="connsiteY211" fmla="*/ 47541 h 327867"/>
                <a:gd name="connsiteX212" fmla="*/ 86885 w 301638"/>
                <a:gd name="connsiteY212" fmla="*/ 50820 h 327867"/>
                <a:gd name="connsiteX213" fmla="*/ 85246 w 301638"/>
                <a:gd name="connsiteY213" fmla="*/ 54098 h 327867"/>
                <a:gd name="connsiteX214" fmla="*/ 86885 w 301638"/>
                <a:gd name="connsiteY214" fmla="*/ 57377 h 327867"/>
                <a:gd name="connsiteX215" fmla="*/ 88525 w 301638"/>
                <a:gd name="connsiteY215" fmla="*/ 62295 h 327867"/>
                <a:gd name="connsiteX216" fmla="*/ 86885 w 301638"/>
                <a:gd name="connsiteY216" fmla="*/ 62295 h 327867"/>
                <a:gd name="connsiteX217" fmla="*/ 85246 w 301638"/>
                <a:gd name="connsiteY217" fmla="*/ 65573 h 327867"/>
                <a:gd name="connsiteX218" fmla="*/ 85246 w 301638"/>
                <a:gd name="connsiteY218" fmla="*/ 68852 h 327867"/>
                <a:gd name="connsiteX219" fmla="*/ 85246 w 301638"/>
                <a:gd name="connsiteY219" fmla="*/ 68852 h 327867"/>
                <a:gd name="connsiteX220" fmla="*/ 85246 w 301638"/>
                <a:gd name="connsiteY220" fmla="*/ 65573 h 327867"/>
                <a:gd name="connsiteX221" fmla="*/ 86885 w 301638"/>
                <a:gd name="connsiteY221" fmla="*/ 62295 h 327867"/>
                <a:gd name="connsiteX222" fmla="*/ 81967 w 301638"/>
                <a:gd name="connsiteY222" fmla="*/ 59016 h 327867"/>
                <a:gd name="connsiteX223" fmla="*/ 78688 w 301638"/>
                <a:gd name="connsiteY223" fmla="*/ 59016 h 327867"/>
                <a:gd name="connsiteX224" fmla="*/ 77049 w 301638"/>
                <a:gd name="connsiteY224" fmla="*/ 62295 h 327867"/>
                <a:gd name="connsiteX225" fmla="*/ 78688 w 301638"/>
                <a:gd name="connsiteY225" fmla="*/ 65573 h 327867"/>
                <a:gd name="connsiteX226" fmla="*/ 75410 w 301638"/>
                <a:gd name="connsiteY226" fmla="*/ 65573 h 327867"/>
                <a:gd name="connsiteX227" fmla="*/ 72131 w 301638"/>
                <a:gd name="connsiteY227" fmla="*/ 63934 h 327867"/>
                <a:gd name="connsiteX228" fmla="*/ 73770 w 301638"/>
                <a:gd name="connsiteY228" fmla="*/ 60655 h 327867"/>
                <a:gd name="connsiteX229" fmla="*/ 70492 w 301638"/>
                <a:gd name="connsiteY229" fmla="*/ 57377 h 327867"/>
                <a:gd name="connsiteX230" fmla="*/ 67213 w 301638"/>
                <a:gd name="connsiteY230" fmla="*/ 54098 h 327867"/>
                <a:gd name="connsiteX231" fmla="*/ 63935 w 301638"/>
                <a:gd name="connsiteY231" fmla="*/ 54098 h 327867"/>
                <a:gd name="connsiteX232" fmla="*/ 62295 w 301638"/>
                <a:gd name="connsiteY232" fmla="*/ 54098 h 327867"/>
                <a:gd name="connsiteX233" fmla="*/ 59016 w 301638"/>
                <a:gd name="connsiteY233" fmla="*/ 54098 h 327867"/>
                <a:gd name="connsiteX234" fmla="*/ 55738 w 301638"/>
                <a:gd name="connsiteY234" fmla="*/ 55737 h 327867"/>
                <a:gd name="connsiteX235" fmla="*/ 50820 w 301638"/>
                <a:gd name="connsiteY235" fmla="*/ 55737 h 327867"/>
                <a:gd name="connsiteX236" fmla="*/ 47541 w 301638"/>
                <a:gd name="connsiteY236" fmla="*/ 55737 h 327867"/>
                <a:gd name="connsiteX237" fmla="*/ 44262 w 301638"/>
                <a:gd name="connsiteY237" fmla="*/ 55737 h 327867"/>
                <a:gd name="connsiteX238" fmla="*/ 40983 w 301638"/>
                <a:gd name="connsiteY238" fmla="*/ 59016 h 327867"/>
                <a:gd name="connsiteX239" fmla="*/ 40983 w 301638"/>
                <a:gd name="connsiteY239" fmla="*/ 62295 h 327867"/>
                <a:gd name="connsiteX240" fmla="*/ 37705 w 301638"/>
                <a:gd name="connsiteY240" fmla="*/ 65573 h 327867"/>
                <a:gd name="connsiteX241" fmla="*/ 39344 w 301638"/>
                <a:gd name="connsiteY241" fmla="*/ 68852 h 327867"/>
                <a:gd name="connsiteX242" fmla="*/ 42623 w 301638"/>
                <a:gd name="connsiteY242" fmla="*/ 68852 h 327867"/>
                <a:gd name="connsiteX243" fmla="*/ 45902 w 301638"/>
                <a:gd name="connsiteY243" fmla="*/ 70492 h 327867"/>
                <a:gd name="connsiteX244" fmla="*/ 49180 w 301638"/>
                <a:gd name="connsiteY244" fmla="*/ 72131 h 327867"/>
                <a:gd name="connsiteX245" fmla="*/ 44262 w 301638"/>
                <a:gd name="connsiteY245" fmla="*/ 70492 h 327867"/>
                <a:gd name="connsiteX246" fmla="*/ 42623 w 301638"/>
                <a:gd name="connsiteY246" fmla="*/ 73770 h 327867"/>
                <a:gd name="connsiteX247" fmla="*/ 44262 w 301638"/>
                <a:gd name="connsiteY247" fmla="*/ 77049 h 327867"/>
                <a:gd name="connsiteX248" fmla="*/ 42623 w 301638"/>
                <a:gd name="connsiteY248" fmla="*/ 77049 h 327867"/>
                <a:gd name="connsiteX249" fmla="*/ 42623 w 301638"/>
                <a:gd name="connsiteY249" fmla="*/ 80327 h 327867"/>
                <a:gd name="connsiteX250" fmla="*/ 42623 w 301638"/>
                <a:gd name="connsiteY250" fmla="*/ 83606 h 327867"/>
                <a:gd name="connsiteX251" fmla="*/ 40983 w 301638"/>
                <a:gd name="connsiteY251" fmla="*/ 86885 h 327867"/>
                <a:gd name="connsiteX252" fmla="*/ 39344 w 301638"/>
                <a:gd name="connsiteY252" fmla="*/ 90164 h 327867"/>
                <a:gd name="connsiteX253" fmla="*/ 39344 w 301638"/>
                <a:gd name="connsiteY253" fmla="*/ 90164 h 327867"/>
                <a:gd name="connsiteX254" fmla="*/ 37705 w 301638"/>
                <a:gd name="connsiteY254" fmla="*/ 95082 h 327867"/>
                <a:gd name="connsiteX255" fmla="*/ 37705 w 301638"/>
                <a:gd name="connsiteY255" fmla="*/ 95082 h 327867"/>
                <a:gd name="connsiteX256" fmla="*/ 37705 w 301638"/>
                <a:gd name="connsiteY256" fmla="*/ 98360 h 327867"/>
                <a:gd name="connsiteX257" fmla="*/ 34426 w 301638"/>
                <a:gd name="connsiteY257" fmla="*/ 98360 h 327867"/>
                <a:gd name="connsiteX258" fmla="*/ 31148 w 301638"/>
                <a:gd name="connsiteY258" fmla="*/ 98360 h 327867"/>
                <a:gd name="connsiteX259" fmla="*/ 27869 w 301638"/>
                <a:gd name="connsiteY259" fmla="*/ 98360 h 327867"/>
                <a:gd name="connsiteX260" fmla="*/ 26229 w 301638"/>
                <a:gd name="connsiteY260" fmla="*/ 100000 h 327867"/>
                <a:gd name="connsiteX261" fmla="*/ 26229 w 301638"/>
                <a:gd name="connsiteY261" fmla="*/ 103278 h 327867"/>
                <a:gd name="connsiteX262" fmla="*/ 26229 w 301638"/>
                <a:gd name="connsiteY262" fmla="*/ 104917 h 327867"/>
                <a:gd name="connsiteX263" fmla="*/ 29508 w 301638"/>
                <a:gd name="connsiteY263" fmla="*/ 106557 h 327867"/>
                <a:gd name="connsiteX264" fmla="*/ 34426 w 301638"/>
                <a:gd name="connsiteY264" fmla="*/ 108196 h 327867"/>
                <a:gd name="connsiteX265" fmla="*/ 37705 w 301638"/>
                <a:gd name="connsiteY265" fmla="*/ 108196 h 327867"/>
                <a:gd name="connsiteX266" fmla="*/ 37705 w 301638"/>
                <a:gd name="connsiteY266" fmla="*/ 113114 h 327867"/>
                <a:gd name="connsiteX267" fmla="*/ 37705 w 301638"/>
                <a:gd name="connsiteY267" fmla="*/ 113114 h 327867"/>
                <a:gd name="connsiteX268" fmla="*/ 37705 w 301638"/>
                <a:gd name="connsiteY268" fmla="*/ 113114 h 327867"/>
                <a:gd name="connsiteX269" fmla="*/ 37705 w 301638"/>
                <a:gd name="connsiteY269" fmla="*/ 116393 h 327867"/>
                <a:gd name="connsiteX270" fmla="*/ 36066 w 301638"/>
                <a:gd name="connsiteY270" fmla="*/ 116393 h 327867"/>
                <a:gd name="connsiteX271" fmla="*/ 34426 w 301638"/>
                <a:gd name="connsiteY271" fmla="*/ 118032 h 327867"/>
                <a:gd name="connsiteX272" fmla="*/ 31148 w 301638"/>
                <a:gd name="connsiteY272" fmla="*/ 121311 h 327867"/>
                <a:gd name="connsiteX273" fmla="*/ 27869 w 301638"/>
                <a:gd name="connsiteY273" fmla="*/ 121311 h 327867"/>
                <a:gd name="connsiteX274" fmla="*/ 27869 w 301638"/>
                <a:gd name="connsiteY274" fmla="*/ 124590 h 327867"/>
                <a:gd name="connsiteX275" fmla="*/ 29508 w 301638"/>
                <a:gd name="connsiteY275" fmla="*/ 129508 h 327867"/>
                <a:gd name="connsiteX276" fmla="*/ 29508 w 301638"/>
                <a:gd name="connsiteY276" fmla="*/ 129508 h 327867"/>
                <a:gd name="connsiteX277" fmla="*/ 24590 w 301638"/>
                <a:gd name="connsiteY277" fmla="*/ 129508 h 327867"/>
                <a:gd name="connsiteX278" fmla="*/ 21312 w 301638"/>
                <a:gd name="connsiteY278" fmla="*/ 131147 h 327867"/>
                <a:gd name="connsiteX279" fmla="*/ 18033 w 301638"/>
                <a:gd name="connsiteY279" fmla="*/ 132786 h 327867"/>
                <a:gd name="connsiteX280" fmla="*/ 13115 w 301638"/>
                <a:gd name="connsiteY280" fmla="*/ 132786 h 327867"/>
                <a:gd name="connsiteX281" fmla="*/ 9836 w 301638"/>
                <a:gd name="connsiteY281" fmla="*/ 131147 h 327867"/>
                <a:gd name="connsiteX282" fmla="*/ 6558 w 301638"/>
                <a:gd name="connsiteY282" fmla="*/ 129508 h 327867"/>
                <a:gd name="connsiteX283" fmla="*/ 6558 w 301638"/>
                <a:gd name="connsiteY283" fmla="*/ 129508 h 327867"/>
                <a:gd name="connsiteX284" fmla="*/ 8197 w 301638"/>
                <a:gd name="connsiteY284" fmla="*/ 132786 h 327867"/>
                <a:gd name="connsiteX285" fmla="*/ 4918 w 301638"/>
                <a:gd name="connsiteY285" fmla="*/ 132786 h 327867"/>
                <a:gd name="connsiteX286" fmla="*/ 0 w 301638"/>
                <a:gd name="connsiteY286" fmla="*/ 132786 h 327867"/>
                <a:gd name="connsiteX287" fmla="*/ 1639 w 301638"/>
                <a:gd name="connsiteY287" fmla="*/ 134426 h 327867"/>
                <a:gd name="connsiteX288" fmla="*/ 1639 w 301638"/>
                <a:gd name="connsiteY288" fmla="*/ 136065 h 327867"/>
                <a:gd name="connsiteX289" fmla="*/ 0 w 301638"/>
                <a:gd name="connsiteY289" fmla="*/ 136065 h 327867"/>
                <a:gd name="connsiteX290" fmla="*/ 3279 w 301638"/>
                <a:gd name="connsiteY290" fmla="*/ 137704 h 327867"/>
                <a:gd name="connsiteX291" fmla="*/ 6558 w 301638"/>
                <a:gd name="connsiteY291" fmla="*/ 142622 h 327867"/>
                <a:gd name="connsiteX292" fmla="*/ 8197 w 301638"/>
                <a:gd name="connsiteY292" fmla="*/ 145901 h 327867"/>
                <a:gd name="connsiteX293" fmla="*/ 9836 w 301638"/>
                <a:gd name="connsiteY293" fmla="*/ 149180 h 327867"/>
                <a:gd name="connsiteX294" fmla="*/ 9836 w 301638"/>
                <a:gd name="connsiteY294" fmla="*/ 150819 h 327867"/>
                <a:gd name="connsiteX295" fmla="*/ 9836 w 301638"/>
                <a:gd name="connsiteY295" fmla="*/ 152458 h 327867"/>
                <a:gd name="connsiteX296" fmla="*/ 8197 w 301638"/>
                <a:gd name="connsiteY296" fmla="*/ 154098 h 327867"/>
                <a:gd name="connsiteX297" fmla="*/ 8197 w 301638"/>
                <a:gd name="connsiteY297" fmla="*/ 154098 h 327867"/>
                <a:gd name="connsiteX298" fmla="*/ 4918 w 301638"/>
                <a:gd name="connsiteY298" fmla="*/ 157376 h 327867"/>
                <a:gd name="connsiteX299" fmla="*/ 4918 w 301638"/>
                <a:gd name="connsiteY299" fmla="*/ 160655 h 327867"/>
                <a:gd name="connsiteX300" fmla="*/ 3279 w 301638"/>
                <a:gd name="connsiteY300" fmla="*/ 163934 h 327867"/>
                <a:gd name="connsiteX301" fmla="*/ 0 w 301638"/>
                <a:gd name="connsiteY301" fmla="*/ 167212 h 327867"/>
                <a:gd name="connsiteX302" fmla="*/ 1639 w 301638"/>
                <a:gd name="connsiteY302" fmla="*/ 170491 h 327867"/>
                <a:gd name="connsiteX303" fmla="*/ 3279 w 301638"/>
                <a:gd name="connsiteY303" fmla="*/ 172130 h 327867"/>
                <a:gd name="connsiteX304" fmla="*/ 4918 w 301638"/>
                <a:gd name="connsiteY304" fmla="*/ 173770 h 327867"/>
                <a:gd name="connsiteX305" fmla="*/ 3279 w 301638"/>
                <a:gd name="connsiteY305" fmla="*/ 175409 h 327867"/>
                <a:gd name="connsiteX306" fmla="*/ 1639 w 301638"/>
                <a:gd name="connsiteY306" fmla="*/ 175409 h 327867"/>
                <a:gd name="connsiteX307" fmla="*/ 1639 w 301638"/>
                <a:gd name="connsiteY307" fmla="*/ 177048 h 327867"/>
                <a:gd name="connsiteX308" fmla="*/ 1639 w 301638"/>
                <a:gd name="connsiteY308" fmla="*/ 178688 h 327867"/>
                <a:gd name="connsiteX309" fmla="*/ 1639 w 301638"/>
                <a:gd name="connsiteY309" fmla="*/ 178688 h 327867"/>
                <a:gd name="connsiteX310" fmla="*/ 1639 w 301638"/>
                <a:gd name="connsiteY310" fmla="*/ 178688 h 327867"/>
                <a:gd name="connsiteX311" fmla="*/ 1639 w 301638"/>
                <a:gd name="connsiteY311" fmla="*/ 180327 h 327867"/>
                <a:gd name="connsiteX312" fmla="*/ 3279 w 301638"/>
                <a:gd name="connsiteY312" fmla="*/ 180327 h 327867"/>
                <a:gd name="connsiteX313" fmla="*/ 4918 w 301638"/>
                <a:gd name="connsiteY313" fmla="*/ 180327 h 327867"/>
                <a:gd name="connsiteX314" fmla="*/ 4918 w 301638"/>
                <a:gd name="connsiteY314" fmla="*/ 180327 h 327867"/>
                <a:gd name="connsiteX315" fmla="*/ 6558 w 301638"/>
                <a:gd name="connsiteY315" fmla="*/ 185245 h 327867"/>
                <a:gd name="connsiteX316" fmla="*/ 9836 w 301638"/>
                <a:gd name="connsiteY316" fmla="*/ 185245 h 327867"/>
                <a:gd name="connsiteX317" fmla="*/ 9836 w 301638"/>
                <a:gd name="connsiteY317" fmla="*/ 185245 h 327867"/>
                <a:gd name="connsiteX318" fmla="*/ 8197 w 301638"/>
                <a:gd name="connsiteY318" fmla="*/ 188524 h 327867"/>
                <a:gd name="connsiteX319" fmla="*/ 11476 w 301638"/>
                <a:gd name="connsiteY319" fmla="*/ 190163 h 327867"/>
                <a:gd name="connsiteX320" fmla="*/ 13115 w 301638"/>
                <a:gd name="connsiteY320" fmla="*/ 193442 h 327867"/>
                <a:gd name="connsiteX321" fmla="*/ 13115 w 301638"/>
                <a:gd name="connsiteY321" fmla="*/ 195081 h 327867"/>
                <a:gd name="connsiteX322" fmla="*/ 14754 w 301638"/>
                <a:gd name="connsiteY322" fmla="*/ 196720 h 327867"/>
                <a:gd name="connsiteX323" fmla="*/ 9836 w 301638"/>
                <a:gd name="connsiteY323" fmla="*/ 198360 h 327867"/>
                <a:gd name="connsiteX324" fmla="*/ 6558 w 301638"/>
                <a:gd name="connsiteY324" fmla="*/ 201638 h 327867"/>
                <a:gd name="connsiteX325" fmla="*/ 6558 w 301638"/>
                <a:gd name="connsiteY325" fmla="*/ 204917 h 327867"/>
                <a:gd name="connsiteX326" fmla="*/ 4918 w 301638"/>
                <a:gd name="connsiteY326" fmla="*/ 204917 h 327867"/>
                <a:gd name="connsiteX327" fmla="*/ 4918 w 301638"/>
                <a:gd name="connsiteY327" fmla="*/ 209835 h 327867"/>
                <a:gd name="connsiteX328" fmla="*/ 4918 w 301638"/>
                <a:gd name="connsiteY328" fmla="*/ 211474 h 327867"/>
                <a:gd name="connsiteX329" fmla="*/ 6558 w 301638"/>
                <a:gd name="connsiteY329" fmla="*/ 211474 h 327867"/>
                <a:gd name="connsiteX330" fmla="*/ 8197 w 301638"/>
                <a:gd name="connsiteY330" fmla="*/ 216392 h 327867"/>
                <a:gd name="connsiteX331" fmla="*/ 11476 w 301638"/>
                <a:gd name="connsiteY331" fmla="*/ 218032 h 327867"/>
                <a:gd name="connsiteX332" fmla="*/ 14754 w 301638"/>
                <a:gd name="connsiteY332" fmla="*/ 219671 h 327867"/>
                <a:gd name="connsiteX333" fmla="*/ 18033 w 301638"/>
                <a:gd name="connsiteY333" fmla="*/ 222950 h 327867"/>
                <a:gd name="connsiteX334" fmla="*/ 18033 w 301638"/>
                <a:gd name="connsiteY334" fmla="*/ 222950 h 327867"/>
                <a:gd name="connsiteX335" fmla="*/ 14754 w 301638"/>
                <a:gd name="connsiteY335" fmla="*/ 224589 h 327867"/>
                <a:gd name="connsiteX336" fmla="*/ 13115 w 301638"/>
                <a:gd name="connsiteY336" fmla="*/ 227868 h 327867"/>
                <a:gd name="connsiteX337" fmla="*/ 13115 w 301638"/>
                <a:gd name="connsiteY337" fmla="*/ 231147 h 327867"/>
                <a:gd name="connsiteX338" fmla="*/ 13115 w 301638"/>
                <a:gd name="connsiteY338" fmla="*/ 231147 h 327867"/>
                <a:gd name="connsiteX339" fmla="*/ 13115 w 301638"/>
                <a:gd name="connsiteY339" fmla="*/ 234425 h 327867"/>
                <a:gd name="connsiteX340" fmla="*/ 13115 w 301638"/>
                <a:gd name="connsiteY340" fmla="*/ 234425 h 327867"/>
                <a:gd name="connsiteX341" fmla="*/ 13115 w 301638"/>
                <a:gd name="connsiteY341" fmla="*/ 234425 h 327867"/>
                <a:gd name="connsiteX342" fmla="*/ 16393 w 301638"/>
                <a:gd name="connsiteY342" fmla="*/ 234425 h 327867"/>
                <a:gd name="connsiteX343" fmla="*/ 19672 w 301638"/>
                <a:gd name="connsiteY343" fmla="*/ 239343 h 327867"/>
                <a:gd name="connsiteX344" fmla="*/ 22951 w 301638"/>
                <a:gd name="connsiteY344" fmla="*/ 242622 h 327867"/>
                <a:gd name="connsiteX345" fmla="*/ 24590 w 301638"/>
                <a:gd name="connsiteY345" fmla="*/ 244261 h 327867"/>
                <a:gd name="connsiteX346" fmla="*/ 27869 w 301638"/>
                <a:gd name="connsiteY346" fmla="*/ 247540 h 327867"/>
                <a:gd name="connsiteX347" fmla="*/ 31148 w 301638"/>
                <a:gd name="connsiteY347" fmla="*/ 244261 h 327867"/>
                <a:gd name="connsiteX348" fmla="*/ 31148 w 301638"/>
                <a:gd name="connsiteY348" fmla="*/ 244261 h 327867"/>
                <a:gd name="connsiteX349" fmla="*/ 32787 w 301638"/>
                <a:gd name="connsiteY349" fmla="*/ 245901 h 327867"/>
                <a:gd name="connsiteX350" fmla="*/ 34426 w 301638"/>
                <a:gd name="connsiteY350" fmla="*/ 245901 h 327867"/>
                <a:gd name="connsiteX351" fmla="*/ 36066 w 301638"/>
                <a:gd name="connsiteY351" fmla="*/ 249179 h 327867"/>
                <a:gd name="connsiteX352" fmla="*/ 39344 w 301638"/>
                <a:gd name="connsiteY352" fmla="*/ 249179 h 327867"/>
                <a:gd name="connsiteX353" fmla="*/ 42623 w 301638"/>
                <a:gd name="connsiteY353" fmla="*/ 249179 h 327867"/>
                <a:gd name="connsiteX354" fmla="*/ 45902 w 301638"/>
                <a:gd name="connsiteY354" fmla="*/ 245901 h 327867"/>
                <a:gd name="connsiteX355" fmla="*/ 49180 w 301638"/>
                <a:gd name="connsiteY355" fmla="*/ 247540 h 327867"/>
                <a:gd name="connsiteX356" fmla="*/ 50820 w 301638"/>
                <a:gd name="connsiteY356" fmla="*/ 247540 h 327867"/>
                <a:gd name="connsiteX357" fmla="*/ 54098 w 301638"/>
                <a:gd name="connsiteY357" fmla="*/ 250819 h 327867"/>
                <a:gd name="connsiteX358" fmla="*/ 55738 w 301638"/>
                <a:gd name="connsiteY358" fmla="*/ 252458 h 327867"/>
                <a:gd name="connsiteX359" fmla="*/ 59016 w 301638"/>
                <a:gd name="connsiteY359" fmla="*/ 252458 h 327867"/>
                <a:gd name="connsiteX360" fmla="*/ 62295 w 301638"/>
                <a:gd name="connsiteY360" fmla="*/ 252458 h 327867"/>
                <a:gd name="connsiteX361" fmla="*/ 65573 w 301638"/>
                <a:gd name="connsiteY361" fmla="*/ 252458 h 327867"/>
                <a:gd name="connsiteX362" fmla="*/ 67213 w 301638"/>
                <a:gd name="connsiteY362" fmla="*/ 252458 h 327867"/>
                <a:gd name="connsiteX363" fmla="*/ 70492 w 301638"/>
                <a:gd name="connsiteY363" fmla="*/ 254097 h 327867"/>
                <a:gd name="connsiteX364" fmla="*/ 73770 w 301638"/>
                <a:gd name="connsiteY364" fmla="*/ 255737 h 327867"/>
                <a:gd name="connsiteX365" fmla="*/ 73770 w 301638"/>
                <a:gd name="connsiteY365" fmla="*/ 255737 h 327867"/>
                <a:gd name="connsiteX366" fmla="*/ 75410 w 301638"/>
                <a:gd name="connsiteY366" fmla="*/ 255737 h 327867"/>
                <a:gd name="connsiteX367" fmla="*/ 73770 w 301638"/>
                <a:gd name="connsiteY367" fmla="*/ 257376 h 327867"/>
                <a:gd name="connsiteX368" fmla="*/ 70492 w 301638"/>
                <a:gd name="connsiteY368" fmla="*/ 260654 h 327867"/>
                <a:gd name="connsiteX369" fmla="*/ 67213 w 301638"/>
                <a:gd name="connsiteY369" fmla="*/ 263933 h 327867"/>
                <a:gd name="connsiteX370" fmla="*/ 63935 w 301638"/>
                <a:gd name="connsiteY370" fmla="*/ 267212 h 327867"/>
                <a:gd name="connsiteX371" fmla="*/ 60656 w 301638"/>
                <a:gd name="connsiteY371" fmla="*/ 270491 h 327867"/>
                <a:gd name="connsiteX372" fmla="*/ 60656 w 301638"/>
                <a:gd name="connsiteY372" fmla="*/ 272130 h 327867"/>
                <a:gd name="connsiteX373" fmla="*/ 60656 w 301638"/>
                <a:gd name="connsiteY373" fmla="*/ 272130 h 327867"/>
                <a:gd name="connsiteX374" fmla="*/ 59016 w 301638"/>
                <a:gd name="connsiteY374" fmla="*/ 275409 h 327867"/>
                <a:gd name="connsiteX375" fmla="*/ 59016 w 301638"/>
                <a:gd name="connsiteY375" fmla="*/ 278687 h 327867"/>
                <a:gd name="connsiteX376" fmla="*/ 59016 w 301638"/>
                <a:gd name="connsiteY376" fmla="*/ 281966 h 327867"/>
                <a:gd name="connsiteX377" fmla="*/ 57377 w 301638"/>
                <a:gd name="connsiteY377" fmla="*/ 283605 h 327867"/>
                <a:gd name="connsiteX378" fmla="*/ 55738 w 301638"/>
                <a:gd name="connsiteY378" fmla="*/ 286884 h 327867"/>
                <a:gd name="connsiteX379" fmla="*/ 54098 w 301638"/>
                <a:gd name="connsiteY379" fmla="*/ 290163 h 327867"/>
                <a:gd name="connsiteX380" fmla="*/ 52459 w 301638"/>
                <a:gd name="connsiteY380" fmla="*/ 291802 h 327867"/>
                <a:gd name="connsiteX381" fmla="*/ 52459 w 301638"/>
                <a:gd name="connsiteY381" fmla="*/ 295081 h 327867"/>
                <a:gd name="connsiteX382" fmla="*/ 52459 w 301638"/>
                <a:gd name="connsiteY382" fmla="*/ 295081 h 327867"/>
                <a:gd name="connsiteX383" fmla="*/ 54098 w 301638"/>
                <a:gd name="connsiteY383" fmla="*/ 296720 h 327867"/>
                <a:gd name="connsiteX384" fmla="*/ 54098 w 301638"/>
                <a:gd name="connsiteY384" fmla="*/ 296720 h 327867"/>
                <a:gd name="connsiteX385" fmla="*/ 52459 w 301638"/>
                <a:gd name="connsiteY385" fmla="*/ 301638 h 327867"/>
                <a:gd name="connsiteX386" fmla="*/ 50820 w 301638"/>
                <a:gd name="connsiteY386" fmla="*/ 304917 h 327867"/>
                <a:gd name="connsiteX387" fmla="*/ 50820 w 301638"/>
                <a:gd name="connsiteY387" fmla="*/ 306556 h 327867"/>
                <a:gd name="connsiteX388" fmla="*/ 50820 w 301638"/>
                <a:gd name="connsiteY388" fmla="*/ 309835 h 327867"/>
                <a:gd name="connsiteX389" fmla="*/ 52459 w 301638"/>
                <a:gd name="connsiteY389" fmla="*/ 313113 h 327867"/>
                <a:gd name="connsiteX390" fmla="*/ 52459 w 301638"/>
                <a:gd name="connsiteY390" fmla="*/ 314753 h 327867"/>
                <a:gd name="connsiteX391" fmla="*/ 52459 w 301638"/>
                <a:gd name="connsiteY391" fmla="*/ 314753 h 327867"/>
                <a:gd name="connsiteX392" fmla="*/ 52459 w 301638"/>
                <a:gd name="connsiteY392" fmla="*/ 314753 h 327867"/>
                <a:gd name="connsiteX393" fmla="*/ 55738 w 301638"/>
                <a:gd name="connsiteY393" fmla="*/ 313113 h 327867"/>
                <a:gd name="connsiteX394" fmla="*/ 54098 w 301638"/>
                <a:gd name="connsiteY394" fmla="*/ 314753 h 327867"/>
                <a:gd name="connsiteX395" fmla="*/ 54098 w 301638"/>
                <a:gd name="connsiteY395" fmla="*/ 316392 h 327867"/>
                <a:gd name="connsiteX396" fmla="*/ 57377 w 301638"/>
                <a:gd name="connsiteY396" fmla="*/ 316392 h 327867"/>
                <a:gd name="connsiteX397" fmla="*/ 59016 w 301638"/>
                <a:gd name="connsiteY397" fmla="*/ 316392 h 327867"/>
                <a:gd name="connsiteX398" fmla="*/ 62295 w 301638"/>
                <a:gd name="connsiteY398" fmla="*/ 314753 h 327867"/>
                <a:gd name="connsiteX399" fmla="*/ 67213 w 301638"/>
                <a:gd name="connsiteY399" fmla="*/ 316392 h 327867"/>
                <a:gd name="connsiteX400" fmla="*/ 70492 w 301638"/>
                <a:gd name="connsiteY400" fmla="*/ 314753 h 327867"/>
                <a:gd name="connsiteX401" fmla="*/ 73770 w 301638"/>
                <a:gd name="connsiteY401" fmla="*/ 313113 h 327867"/>
                <a:gd name="connsiteX402" fmla="*/ 73770 w 301638"/>
                <a:gd name="connsiteY402" fmla="*/ 313113 h 327867"/>
                <a:gd name="connsiteX403" fmla="*/ 77049 w 301638"/>
                <a:gd name="connsiteY403" fmla="*/ 314753 h 327867"/>
                <a:gd name="connsiteX404" fmla="*/ 80328 w 301638"/>
                <a:gd name="connsiteY404" fmla="*/ 314753 h 327867"/>
                <a:gd name="connsiteX405" fmla="*/ 83606 w 301638"/>
                <a:gd name="connsiteY405" fmla="*/ 314753 h 327867"/>
                <a:gd name="connsiteX406" fmla="*/ 85246 w 301638"/>
                <a:gd name="connsiteY406" fmla="*/ 313113 h 327867"/>
                <a:gd name="connsiteX407" fmla="*/ 85246 w 301638"/>
                <a:gd name="connsiteY407" fmla="*/ 313113 h 327867"/>
                <a:gd name="connsiteX408" fmla="*/ 86885 w 301638"/>
                <a:gd name="connsiteY408" fmla="*/ 314753 h 327867"/>
                <a:gd name="connsiteX409" fmla="*/ 86885 w 301638"/>
                <a:gd name="connsiteY409" fmla="*/ 311474 h 327867"/>
                <a:gd name="connsiteX410" fmla="*/ 86885 w 301638"/>
                <a:gd name="connsiteY410" fmla="*/ 311474 h 327867"/>
                <a:gd name="connsiteX411" fmla="*/ 83606 w 301638"/>
                <a:gd name="connsiteY411" fmla="*/ 311474 h 327867"/>
                <a:gd name="connsiteX412" fmla="*/ 81967 w 301638"/>
                <a:gd name="connsiteY412" fmla="*/ 311474 h 327867"/>
                <a:gd name="connsiteX413" fmla="*/ 81967 w 301638"/>
                <a:gd name="connsiteY413" fmla="*/ 308195 h 327867"/>
                <a:gd name="connsiteX414" fmla="*/ 86885 w 301638"/>
                <a:gd name="connsiteY414" fmla="*/ 304917 h 327867"/>
                <a:gd name="connsiteX415" fmla="*/ 90164 w 301638"/>
                <a:gd name="connsiteY415" fmla="*/ 306556 h 327867"/>
                <a:gd name="connsiteX416" fmla="*/ 91803 w 301638"/>
                <a:gd name="connsiteY416" fmla="*/ 308195 h 327867"/>
                <a:gd name="connsiteX417" fmla="*/ 91803 w 301638"/>
                <a:gd name="connsiteY417" fmla="*/ 308195 h 327867"/>
                <a:gd name="connsiteX418" fmla="*/ 91803 w 301638"/>
                <a:gd name="connsiteY418" fmla="*/ 309835 h 327867"/>
                <a:gd name="connsiteX419" fmla="*/ 93442 w 301638"/>
                <a:gd name="connsiteY419" fmla="*/ 309835 h 327867"/>
                <a:gd name="connsiteX420" fmla="*/ 96721 w 301638"/>
                <a:gd name="connsiteY420" fmla="*/ 311474 h 327867"/>
                <a:gd name="connsiteX421" fmla="*/ 100000 w 301638"/>
                <a:gd name="connsiteY421" fmla="*/ 311474 h 327867"/>
                <a:gd name="connsiteX422" fmla="*/ 103279 w 301638"/>
                <a:gd name="connsiteY422" fmla="*/ 309835 h 327867"/>
                <a:gd name="connsiteX423" fmla="*/ 104918 w 301638"/>
                <a:gd name="connsiteY423" fmla="*/ 311474 h 327867"/>
                <a:gd name="connsiteX424" fmla="*/ 106557 w 301638"/>
                <a:gd name="connsiteY424" fmla="*/ 311474 h 327867"/>
                <a:gd name="connsiteX425" fmla="*/ 106557 w 301638"/>
                <a:gd name="connsiteY425" fmla="*/ 311474 h 327867"/>
                <a:gd name="connsiteX426" fmla="*/ 111475 w 301638"/>
                <a:gd name="connsiteY426" fmla="*/ 311474 h 327867"/>
                <a:gd name="connsiteX427" fmla="*/ 114754 w 301638"/>
                <a:gd name="connsiteY427" fmla="*/ 313113 h 327867"/>
                <a:gd name="connsiteX428" fmla="*/ 118032 w 301638"/>
                <a:gd name="connsiteY428" fmla="*/ 316392 h 327867"/>
                <a:gd name="connsiteX429" fmla="*/ 119672 w 301638"/>
                <a:gd name="connsiteY429" fmla="*/ 316392 h 327867"/>
                <a:gd name="connsiteX430" fmla="*/ 122950 w 301638"/>
                <a:gd name="connsiteY430" fmla="*/ 316392 h 327867"/>
                <a:gd name="connsiteX431" fmla="*/ 126229 w 301638"/>
                <a:gd name="connsiteY431" fmla="*/ 316392 h 327867"/>
                <a:gd name="connsiteX432" fmla="*/ 126229 w 301638"/>
                <a:gd name="connsiteY432" fmla="*/ 316392 h 327867"/>
                <a:gd name="connsiteX433" fmla="*/ 126229 w 301638"/>
                <a:gd name="connsiteY433" fmla="*/ 316392 h 327867"/>
                <a:gd name="connsiteX434" fmla="*/ 129508 w 301638"/>
                <a:gd name="connsiteY434" fmla="*/ 316392 h 327867"/>
                <a:gd name="connsiteX435" fmla="*/ 132786 w 301638"/>
                <a:gd name="connsiteY435" fmla="*/ 316392 h 327867"/>
                <a:gd name="connsiteX436" fmla="*/ 134426 w 301638"/>
                <a:gd name="connsiteY436" fmla="*/ 318031 h 327867"/>
                <a:gd name="connsiteX437" fmla="*/ 134426 w 301638"/>
                <a:gd name="connsiteY437" fmla="*/ 319671 h 327867"/>
                <a:gd name="connsiteX438" fmla="*/ 137705 w 301638"/>
                <a:gd name="connsiteY438" fmla="*/ 322949 h 327867"/>
                <a:gd name="connsiteX439" fmla="*/ 140983 w 301638"/>
                <a:gd name="connsiteY439" fmla="*/ 322949 h 327867"/>
                <a:gd name="connsiteX440" fmla="*/ 140983 w 301638"/>
                <a:gd name="connsiteY440" fmla="*/ 327867 h 327867"/>
                <a:gd name="connsiteX441" fmla="*/ 140983 w 301638"/>
                <a:gd name="connsiteY441" fmla="*/ 327867 h 327867"/>
                <a:gd name="connsiteX442" fmla="*/ 144262 w 301638"/>
                <a:gd name="connsiteY442" fmla="*/ 327867 h 327867"/>
                <a:gd name="connsiteX443" fmla="*/ 147540 w 301638"/>
                <a:gd name="connsiteY443" fmla="*/ 322949 h 327867"/>
                <a:gd name="connsiteX444" fmla="*/ 150819 w 301638"/>
                <a:gd name="connsiteY444" fmla="*/ 319671 h 327867"/>
                <a:gd name="connsiteX445" fmla="*/ 149180 w 301638"/>
                <a:gd name="connsiteY445" fmla="*/ 318031 h 327867"/>
                <a:gd name="connsiteX446" fmla="*/ 150819 w 301638"/>
                <a:gd name="connsiteY446" fmla="*/ 314753 h 327867"/>
                <a:gd name="connsiteX447" fmla="*/ 154098 w 301638"/>
                <a:gd name="connsiteY447" fmla="*/ 316392 h 327867"/>
                <a:gd name="connsiteX448" fmla="*/ 154098 w 301638"/>
                <a:gd name="connsiteY448" fmla="*/ 316392 h 327867"/>
                <a:gd name="connsiteX449" fmla="*/ 157376 w 301638"/>
                <a:gd name="connsiteY449" fmla="*/ 316392 h 327867"/>
                <a:gd name="connsiteX450" fmla="*/ 157376 w 301638"/>
                <a:gd name="connsiteY450" fmla="*/ 316392 h 327867"/>
                <a:gd name="connsiteX451" fmla="*/ 162295 w 301638"/>
                <a:gd name="connsiteY451" fmla="*/ 318031 h 327867"/>
                <a:gd name="connsiteX452" fmla="*/ 165573 w 301638"/>
                <a:gd name="connsiteY452" fmla="*/ 318031 h 327867"/>
                <a:gd name="connsiteX453" fmla="*/ 163934 w 301638"/>
                <a:gd name="connsiteY453" fmla="*/ 318031 h 327867"/>
                <a:gd name="connsiteX454" fmla="*/ 165573 w 301638"/>
                <a:gd name="connsiteY454" fmla="*/ 319671 h 327867"/>
                <a:gd name="connsiteX455" fmla="*/ 165573 w 301638"/>
                <a:gd name="connsiteY455" fmla="*/ 319671 h 327867"/>
                <a:gd name="connsiteX456" fmla="*/ 170491 w 301638"/>
                <a:gd name="connsiteY456" fmla="*/ 322949 h 327867"/>
                <a:gd name="connsiteX457" fmla="*/ 173770 w 301638"/>
                <a:gd name="connsiteY457" fmla="*/ 321310 h 327867"/>
                <a:gd name="connsiteX458" fmla="*/ 177049 w 301638"/>
                <a:gd name="connsiteY458" fmla="*/ 322949 h 327867"/>
                <a:gd name="connsiteX459" fmla="*/ 177049 w 301638"/>
                <a:gd name="connsiteY459" fmla="*/ 322949 h 327867"/>
                <a:gd name="connsiteX460" fmla="*/ 181966 w 301638"/>
                <a:gd name="connsiteY460" fmla="*/ 319671 h 327867"/>
                <a:gd name="connsiteX461" fmla="*/ 183606 w 301638"/>
                <a:gd name="connsiteY461" fmla="*/ 318031 h 327867"/>
                <a:gd name="connsiteX462" fmla="*/ 186885 w 301638"/>
                <a:gd name="connsiteY462" fmla="*/ 318031 h 327867"/>
                <a:gd name="connsiteX463" fmla="*/ 190163 w 301638"/>
                <a:gd name="connsiteY463" fmla="*/ 314753 h 327867"/>
                <a:gd name="connsiteX464" fmla="*/ 193442 w 301638"/>
                <a:gd name="connsiteY464" fmla="*/ 314753 h 327867"/>
                <a:gd name="connsiteX465" fmla="*/ 196720 w 301638"/>
                <a:gd name="connsiteY465" fmla="*/ 314753 h 327867"/>
                <a:gd name="connsiteX466" fmla="*/ 201639 w 301638"/>
                <a:gd name="connsiteY466" fmla="*/ 313113 h 327867"/>
                <a:gd name="connsiteX467" fmla="*/ 204917 w 301638"/>
                <a:gd name="connsiteY467" fmla="*/ 313113 h 327867"/>
                <a:gd name="connsiteX468" fmla="*/ 208196 w 301638"/>
                <a:gd name="connsiteY468" fmla="*/ 313113 h 327867"/>
                <a:gd name="connsiteX469" fmla="*/ 209835 w 301638"/>
                <a:gd name="connsiteY469" fmla="*/ 313113 h 327867"/>
                <a:gd name="connsiteX470" fmla="*/ 209835 w 301638"/>
                <a:gd name="connsiteY470" fmla="*/ 313113 h 327867"/>
                <a:gd name="connsiteX471" fmla="*/ 209835 w 301638"/>
                <a:gd name="connsiteY471" fmla="*/ 313113 h 327867"/>
                <a:gd name="connsiteX472" fmla="*/ 208196 w 301638"/>
                <a:gd name="connsiteY472" fmla="*/ 309835 h 327867"/>
                <a:gd name="connsiteX473" fmla="*/ 213114 w 301638"/>
                <a:gd name="connsiteY473" fmla="*/ 309835 h 327867"/>
                <a:gd name="connsiteX474" fmla="*/ 216393 w 301638"/>
                <a:gd name="connsiteY474" fmla="*/ 309835 h 327867"/>
                <a:gd name="connsiteX475" fmla="*/ 219672 w 301638"/>
                <a:gd name="connsiteY475" fmla="*/ 313113 h 327867"/>
                <a:gd name="connsiteX476" fmla="*/ 221310 w 301638"/>
                <a:gd name="connsiteY476" fmla="*/ 313113 h 327867"/>
                <a:gd name="connsiteX477" fmla="*/ 224589 w 301638"/>
                <a:gd name="connsiteY477" fmla="*/ 309835 h 327867"/>
                <a:gd name="connsiteX478" fmla="*/ 227868 w 301638"/>
                <a:gd name="connsiteY478" fmla="*/ 311474 h 327867"/>
                <a:gd name="connsiteX479" fmla="*/ 229507 w 301638"/>
                <a:gd name="connsiteY479" fmla="*/ 314753 h 327867"/>
                <a:gd name="connsiteX480" fmla="*/ 232786 w 301638"/>
                <a:gd name="connsiteY480" fmla="*/ 318031 h 327867"/>
                <a:gd name="connsiteX481" fmla="*/ 234425 w 301638"/>
                <a:gd name="connsiteY481" fmla="*/ 318031 h 327867"/>
                <a:gd name="connsiteX482" fmla="*/ 237704 w 301638"/>
                <a:gd name="connsiteY482" fmla="*/ 319671 h 327867"/>
                <a:gd name="connsiteX483" fmla="*/ 239343 w 301638"/>
                <a:gd name="connsiteY483" fmla="*/ 318031 h 327867"/>
                <a:gd name="connsiteX484" fmla="*/ 237704 w 301638"/>
                <a:gd name="connsiteY484" fmla="*/ 314753 h 327867"/>
                <a:gd name="connsiteX485" fmla="*/ 239343 w 301638"/>
                <a:gd name="connsiteY485" fmla="*/ 311474 h 327867"/>
                <a:gd name="connsiteX486" fmla="*/ 236065 w 301638"/>
                <a:gd name="connsiteY486" fmla="*/ 309835 h 327867"/>
                <a:gd name="connsiteX487" fmla="*/ 234425 w 301638"/>
                <a:gd name="connsiteY487" fmla="*/ 306556 h 327867"/>
                <a:gd name="connsiteX488" fmla="*/ 236065 w 301638"/>
                <a:gd name="connsiteY488" fmla="*/ 303277 h 327867"/>
                <a:gd name="connsiteX489" fmla="*/ 236065 w 301638"/>
                <a:gd name="connsiteY489" fmla="*/ 303277 h 327867"/>
                <a:gd name="connsiteX490" fmla="*/ 237704 w 301638"/>
                <a:gd name="connsiteY490" fmla="*/ 303277 h 327867"/>
                <a:gd name="connsiteX491" fmla="*/ 234425 w 301638"/>
                <a:gd name="connsiteY491" fmla="*/ 299999 h 327867"/>
                <a:gd name="connsiteX492" fmla="*/ 231147 w 301638"/>
                <a:gd name="connsiteY492" fmla="*/ 296720 h 327867"/>
                <a:gd name="connsiteX493" fmla="*/ 227868 w 301638"/>
                <a:gd name="connsiteY493" fmla="*/ 293441 h 327867"/>
                <a:gd name="connsiteX494" fmla="*/ 231147 w 301638"/>
                <a:gd name="connsiteY494" fmla="*/ 290163 h 327867"/>
                <a:gd name="connsiteX495" fmla="*/ 234425 w 301638"/>
                <a:gd name="connsiteY495" fmla="*/ 288523 h 327867"/>
                <a:gd name="connsiteX496" fmla="*/ 237704 w 301638"/>
                <a:gd name="connsiteY496" fmla="*/ 285244 h 327867"/>
                <a:gd name="connsiteX497" fmla="*/ 237704 w 301638"/>
                <a:gd name="connsiteY497" fmla="*/ 285244 h 327867"/>
                <a:gd name="connsiteX498" fmla="*/ 242622 w 301638"/>
                <a:gd name="connsiteY498" fmla="*/ 283605 h 327867"/>
                <a:gd name="connsiteX499" fmla="*/ 245901 w 301638"/>
                <a:gd name="connsiteY499" fmla="*/ 283605 h 327867"/>
                <a:gd name="connsiteX500" fmla="*/ 249179 w 301638"/>
                <a:gd name="connsiteY500" fmla="*/ 281966 h 327867"/>
                <a:gd name="connsiteX501" fmla="*/ 250819 w 301638"/>
                <a:gd name="connsiteY501" fmla="*/ 278687 h 327867"/>
                <a:gd name="connsiteX502" fmla="*/ 250819 w 301638"/>
                <a:gd name="connsiteY502" fmla="*/ 277048 h 327867"/>
                <a:gd name="connsiteX503" fmla="*/ 250819 w 301638"/>
                <a:gd name="connsiteY503" fmla="*/ 273769 h 327867"/>
                <a:gd name="connsiteX504" fmla="*/ 250819 w 301638"/>
                <a:gd name="connsiteY504" fmla="*/ 272130 h 327867"/>
                <a:gd name="connsiteX505" fmla="*/ 250819 w 301638"/>
                <a:gd name="connsiteY505" fmla="*/ 272130 h 327867"/>
                <a:gd name="connsiteX506" fmla="*/ 252458 w 301638"/>
                <a:gd name="connsiteY506" fmla="*/ 272130 h 327867"/>
                <a:gd name="connsiteX507" fmla="*/ 254097 w 301638"/>
                <a:gd name="connsiteY507" fmla="*/ 272130 h 327867"/>
                <a:gd name="connsiteX508" fmla="*/ 257376 w 301638"/>
                <a:gd name="connsiteY508" fmla="*/ 272130 h 327867"/>
                <a:gd name="connsiteX509" fmla="*/ 260655 w 301638"/>
                <a:gd name="connsiteY509" fmla="*/ 273769 h 327867"/>
                <a:gd name="connsiteX510" fmla="*/ 263933 w 301638"/>
                <a:gd name="connsiteY510" fmla="*/ 270491 h 327867"/>
                <a:gd name="connsiteX511" fmla="*/ 263933 w 301638"/>
                <a:gd name="connsiteY511" fmla="*/ 267212 h 327867"/>
                <a:gd name="connsiteX512" fmla="*/ 263933 w 301638"/>
                <a:gd name="connsiteY512" fmla="*/ 263933 h 327867"/>
                <a:gd name="connsiteX513" fmla="*/ 262294 w 301638"/>
                <a:gd name="connsiteY513" fmla="*/ 260654 h 327867"/>
                <a:gd name="connsiteX514" fmla="*/ 260655 w 301638"/>
                <a:gd name="connsiteY514" fmla="*/ 259015 h 327867"/>
                <a:gd name="connsiteX515" fmla="*/ 255737 w 301638"/>
                <a:gd name="connsiteY515" fmla="*/ 255737 h 327867"/>
                <a:gd name="connsiteX516" fmla="*/ 254097 w 301638"/>
                <a:gd name="connsiteY516" fmla="*/ 254097 h 327867"/>
                <a:gd name="connsiteX517" fmla="*/ 249179 w 301638"/>
                <a:gd name="connsiteY517" fmla="*/ 254097 h 327867"/>
                <a:gd name="connsiteX518" fmla="*/ 249179 w 301638"/>
                <a:gd name="connsiteY518" fmla="*/ 254097 h 327867"/>
                <a:gd name="connsiteX519" fmla="*/ 249179 w 301638"/>
                <a:gd name="connsiteY519" fmla="*/ 252458 h 327867"/>
                <a:gd name="connsiteX520" fmla="*/ 245901 w 301638"/>
                <a:gd name="connsiteY520" fmla="*/ 249179 h 327867"/>
                <a:gd name="connsiteX521" fmla="*/ 242622 w 301638"/>
                <a:gd name="connsiteY521" fmla="*/ 249179 h 327867"/>
                <a:gd name="connsiteX522" fmla="*/ 242622 w 301638"/>
                <a:gd name="connsiteY522" fmla="*/ 249179 h 327867"/>
                <a:gd name="connsiteX523" fmla="*/ 240983 w 301638"/>
                <a:gd name="connsiteY523" fmla="*/ 247540 h 327867"/>
                <a:gd name="connsiteX524" fmla="*/ 237704 w 301638"/>
                <a:gd name="connsiteY524" fmla="*/ 244261 h 327867"/>
                <a:gd name="connsiteX525" fmla="*/ 236065 w 301638"/>
                <a:gd name="connsiteY525" fmla="*/ 240982 h 327867"/>
                <a:gd name="connsiteX526" fmla="*/ 231147 w 301638"/>
                <a:gd name="connsiteY526" fmla="*/ 239343 h 327867"/>
                <a:gd name="connsiteX527" fmla="*/ 229507 w 301638"/>
                <a:gd name="connsiteY527" fmla="*/ 239343 h 327867"/>
                <a:gd name="connsiteX528" fmla="*/ 226229 w 301638"/>
                <a:gd name="connsiteY528" fmla="*/ 236064 h 327867"/>
                <a:gd name="connsiteX529" fmla="*/ 222950 w 301638"/>
                <a:gd name="connsiteY529" fmla="*/ 232786 h 327867"/>
                <a:gd name="connsiteX530" fmla="*/ 221310 w 301638"/>
                <a:gd name="connsiteY530" fmla="*/ 229507 h 327867"/>
                <a:gd name="connsiteX531" fmla="*/ 219672 w 301638"/>
                <a:gd name="connsiteY531" fmla="*/ 226229 h 327867"/>
                <a:gd name="connsiteX532" fmla="*/ 219672 w 301638"/>
                <a:gd name="connsiteY532" fmla="*/ 224589 h 327867"/>
                <a:gd name="connsiteX533" fmla="*/ 214753 w 301638"/>
                <a:gd name="connsiteY533" fmla="*/ 221310 h 327867"/>
                <a:gd name="connsiteX534" fmla="*/ 218032 w 301638"/>
                <a:gd name="connsiteY534" fmla="*/ 218032 h 327867"/>
                <a:gd name="connsiteX535" fmla="*/ 218032 w 301638"/>
                <a:gd name="connsiteY535" fmla="*/ 218032 h 327867"/>
                <a:gd name="connsiteX536" fmla="*/ 218032 w 301638"/>
                <a:gd name="connsiteY536" fmla="*/ 218032 h 327867"/>
                <a:gd name="connsiteX537" fmla="*/ 219672 w 301638"/>
                <a:gd name="connsiteY537" fmla="*/ 214753 h 327867"/>
                <a:gd name="connsiteX538" fmla="*/ 214753 w 301638"/>
                <a:gd name="connsiteY538" fmla="*/ 211474 h 327867"/>
                <a:gd name="connsiteX539" fmla="*/ 213114 w 301638"/>
                <a:gd name="connsiteY539" fmla="*/ 209835 h 327867"/>
                <a:gd name="connsiteX540" fmla="*/ 209835 w 301638"/>
                <a:gd name="connsiteY540" fmla="*/ 206557 h 327867"/>
                <a:gd name="connsiteX541" fmla="*/ 209835 w 301638"/>
                <a:gd name="connsiteY541" fmla="*/ 206557 h 327867"/>
                <a:gd name="connsiteX542" fmla="*/ 208196 w 301638"/>
                <a:gd name="connsiteY542" fmla="*/ 206557 h 327867"/>
                <a:gd name="connsiteX543" fmla="*/ 208196 w 301638"/>
                <a:gd name="connsiteY543" fmla="*/ 206557 h 327867"/>
                <a:gd name="connsiteX544" fmla="*/ 206557 w 301638"/>
                <a:gd name="connsiteY544" fmla="*/ 201638 h 327867"/>
                <a:gd name="connsiteX545" fmla="*/ 204917 w 301638"/>
                <a:gd name="connsiteY545" fmla="*/ 201638 h 327867"/>
                <a:gd name="connsiteX546" fmla="*/ 204917 w 301638"/>
                <a:gd name="connsiteY546" fmla="*/ 196720 h 327867"/>
                <a:gd name="connsiteX547" fmla="*/ 206557 w 301638"/>
                <a:gd name="connsiteY547" fmla="*/ 196720 h 327867"/>
                <a:gd name="connsiteX548" fmla="*/ 209835 w 301638"/>
                <a:gd name="connsiteY548" fmla="*/ 199999 h 327867"/>
                <a:gd name="connsiteX549" fmla="*/ 211475 w 301638"/>
                <a:gd name="connsiteY549" fmla="*/ 203278 h 327867"/>
                <a:gd name="connsiteX550" fmla="*/ 213114 w 301638"/>
                <a:gd name="connsiteY550" fmla="*/ 203278 h 327867"/>
                <a:gd name="connsiteX551" fmla="*/ 213114 w 301638"/>
                <a:gd name="connsiteY551" fmla="*/ 203278 h 327867"/>
                <a:gd name="connsiteX552" fmla="*/ 213114 w 301638"/>
                <a:gd name="connsiteY552" fmla="*/ 201638 h 327867"/>
                <a:gd name="connsiteX553" fmla="*/ 214753 w 301638"/>
                <a:gd name="connsiteY553" fmla="*/ 198360 h 327867"/>
                <a:gd name="connsiteX554" fmla="*/ 218032 w 301638"/>
                <a:gd name="connsiteY554" fmla="*/ 195081 h 327867"/>
                <a:gd name="connsiteX555" fmla="*/ 221310 w 301638"/>
                <a:gd name="connsiteY555" fmla="*/ 193442 h 327867"/>
                <a:gd name="connsiteX556" fmla="*/ 224589 w 301638"/>
                <a:gd name="connsiteY556" fmla="*/ 193442 h 327867"/>
                <a:gd name="connsiteX557" fmla="*/ 229507 w 301638"/>
                <a:gd name="connsiteY557" fmla="*/ 191802 h 327867"/>
                <a:gd name="connsiteX558" fmla="*/ 232786 w 301638"/>
                <a:gd name="connsiteY558" fmla="*/ 193442 h 327867"/>
                <a:gd name="connsiteX559" fmla="*/ 234425 w 301638"/>
                <a:gd name="connsiteY559" fmla="*/ 193442 h 327867"/>
                <a:gd name="connsiteX560" fmla="*/ 237704 w 301638"/>
                <a:gd name="connsiteY560" fmla="*/ 190163 h 327867"/>
                <a:gd name="connsiteX561" fmla="*/ 242622 w 301638"/>
                <a:gd name="connsiteY561" fmla="*/ 186884 h 327867"/>
                <a:gd name="connsiteX562" fmla="*/ 244262 w 301638"/>
                <a:gd name="connsiteY562" fmla="*/ 186884 h 327867"/>
                <a:gd name="connsiteX563" fmla="*/ 249179 w 301638"/>
                <a:gd name="connsiteY563" fmla="*/ 185245 h 327867"/>
                <a:gd name="connsiteX564" fmla="*/ 252458 w 301638"/>
                <a:gd name="connsiteY564" fmla="*/ 183606 h 327867"/>
                <a:gd name="connsiteX565" fmla="*/ 255737 w 301638"/>
                <a:gd name="connsiteY565" fmla="*/ 180327 h 327867"/>
                <a:gd name="connsiteX566" fmla="*/ 255737 w 301638"/>
                <a:gd name="connsiteY566" fmla="*/ 180327 h 327867"/>
                <a:gd name="connsiteX567" fmla="*/ 260655 w 301638"/>
                <a:gd name="connsiteY567" fmla="*/ 180327 h 327867"/>
                <a:gd name="connsiteX568" fmla="*/ 260655 w 301638"/>
                <a:gd name="connsiteY568" fmla="*/ 180327 h 327867"/>
                <a:gd name="connsiteX569" fmla="*/ 263933 w 301638"/>
                <a:gd name="connsiteY569" fmla="*/ 178688 h 327867"/>
                <a:gd name="connsiteX570" fmla="*/ 267212 w 301638"/>
                <a:gd name="connsiteY570" fmla="*/ 177048 h 327867"/>
                <a:gd name="connsiteX571" fmla="*/ 272130 w 301638"/>
                <a:gd name="connsiteY571" fmla="*/ 175409 h 327867"/>
                <a:gd name="connsiteX572" fmla="*/ 275409 w 301638"/>
                <a:gd name="connsiteY572" fmla="*/ 175409 h 327867"/>
                <a:gd name="connsiteX573" fmla="*/ 275409 w 301638"/>
                <a:gd name="connsiteY573" fmla="*/ 173770 h 327867"/>
                <a:gd name="connsiteX574" fmla="*/ 275409 w 301638"/>
                <a:gd name="connsiteY574" fmla="*/ 173770 h 327867"/>
                <a:gd name="connsiteX575" fmla="*/ 277048 w 301638"/>
                <a:gd name="connsiteY575" fmla="*/ 173770 h 327867"/>
                <a:gd name="connsiteX576" fmla="*/ 280327 w 301638"/>
                <a:gd name="connsiteY576" fmla="*/ 172130 h 327867"/>
                <a:gd name="connsiteX577" fmla="*/ 277048 w 301638"/>
                <a:gd name="connsiteY577" fmla="*/ 168852 h 327867"/>
                <a:gd name="connsiteX578" fmla="*/ 280327 w 301638"/>
                <a:gd name="connsiteY578" fmla="*/ 167212 h 327867"/>
                <a:gd name="connsiteX579" fmla="*/ 283606 w 301638"/>
                <a:gd name="connsiteY579" fmla="*/ 167212 h 327867"/>
                <a:gd name="connsiteX580" fmla="*/ 283606 w 301638"/>
                <a:gd name="connsiteY580" fmla="*/ 167212 h 327867"/>
                <a:gd name="connsiteX581" fmla="*/ 285245 w 301638"/>
                <a:gd name="connsiteY581" fmla="*/ 167212 h 327867"/>
                <a:gd name="connsiteX582" fmla="*/ 285245 w 301638"/>
                <a:gd name="connsiteY582" fmla="*/ 167212 h 327867"/>
                <a:gd name="connsiteX583" fmla="*/ 286884 w 301638"/>
                <a:gd name="connsiteY583" fmla="*/ 168852 h 327867"/>
                <a:gd name="connsiteX584" fmla="*/ 288523 w 301638"/>
                <a:gd name="connsiteY584" fmla="*/ 172130 h 327867"/>
                <a:gd name="connsiteX585" fmla="*/ 288523 w 301638"/>
                <a:gd name="connsiteY585" fmla="*/ 172130 h 327867"/>
                <a:gd name="connsiteX586" fmla="*/ 291802 w 301638"/>
                <a:gd name="connsiteY586" fmla="*/ 175409 h 327867"/>
                <a:gd name="connsiteX587" fmla="*/ 295081 w 301638"/>
                <a:gd name="connsiteY587" fmla="*/ 175409 h 327867"/>
                <a:gd name="connsiteX588" fmla="*/ 295081 w 301638"/>
                <a:gd name="connsiteY588" fmla="*/ 173770 h 327867"/>
                <a:gd name="connsiteX589" fmla="*/ 295081 w 301638"/>
                <a:gd name="connsiteY589" fmla="*/ 173770 h 327867"/>
                <a:gd name="connsiteX590" fmla="*/ 296720 w 301638"/>
                <a:gd name="connsiteY590" fmla="*/ 172130 h 327867"/>
                <a:gd name="connsiteX591" fmla="*/ 296720 w 301638"/>
                <a:gd name="connsiteY591" fmla="*/ 170491 h 327867"/>
                <a:gd name="connsiteX592" fmla="*/ 298360 w 301638"/>
                <a:gd name="connsiteY592" fmla="*/ 167212 h 327867"/>
                <a:gd name="connsiteX593" fmla="*/ 299999 w 301638"/>
                <a:gd name="connsiteY593" fmla="*/ 167212 h 327867"/>
                <a:gd name="connsiteX594" fmla="*/ 299999 w 301638"/>
                <a:gd name="connsiteY594" fmla="*/ 162294 h 327867"/>
                <a:gd name="connsiteX595" fmla="*/ 299999 w 301638"/>
                <a:gd name="connsiteY595" fmla="*/ 162294 h 327867"/>
                <a:gd name="connsiteX596" fmla="*/ 299999 w 301638"/>
                <a:gd name="connsiteY596" fmla="*/ 162294 h 327867"/>
                <a:gd name="connsiteX597" fmla="*/ 301638 w 301638"/>
                <a:gd name="connsiteY597" fmla="*/ 157376 h 327867"/>
                <a:gd name="connsiteX598" fmla="*/ 301638 w 301638"/>
                <a:gd name="connsiteY598" fmla="*/ 155737 h 327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</a:cxnLst>
              <a:rect l="l" t="t" r="r" b="b"/>
              <a:pathLst>
                <a:path w="301638" h="327867">
                  <a:moveTo>
                    <a:pt x="299999" y="155737"/>
                  </a:moveTo>
                  <a:lnTo>
                    <a:pt x="299999" y="152458"/>
                  </a:lnTo>
                  <a:lnTo>
                    <a:pt x="299999" y="150819"/>
                  </a:lnTo>
                  <a:lnTo>
                    <a:pt x="295081" y="147540"/>
                  </a:lnTo>
                  <a:lnTo>
                    <a:pt x="291802" y="145901"/>
                  </a:lnTo>
                  <a:lnTo>
                    <a:pt x="291802" y="145901"/>
                  </a:lnTo>
                  <a:lnTo>
                    <a:pt x="291802" y="142622"/>
                  </a:lnTo>
                  <a:lnTo>
                    <a:pt x="291802" y="139344"/>
                  </a:lnTo>
                  <a:lnTo>
                    <a:pt x="288523" y="137704"/>
                  </a:lnTo>
                  <a:lnTo>
                    <a:pt x="286884" y="132786"/>
                  </a:lnTo>
                  <a:lnTo>
                    <a:pt x="290163" y="129508"/>
                  </a:lnTo>
                  <a:lnTo>
                    <a:pt x="290163" y="129508"/>
                  </a:lnTo>
                  <a:lnTo>
                    <a:pt x="290163" y="127868"/>
                  </a:lnTo>
                  <a:lnTo>
                    <a:pt x="290163" y="127868"/>
                  </a:lnTo>
                  <a:lnTo>
                    <a:pt x="290163" y="127868"/>
                  </a:lnTo>
                  <a:lnTo>
                    <a:pt x="290163" y="126229"/>
                  </a:lnTo>
                  <a:lnTo>
                    <a:pt x="291802" y="122950"/>
                  </a:lnTo>
                  <a:lnTo>
                    <a:pt x="290163" y="119672"/>
                  </a:lnTo>
                  <a:lnTo>
                    <a:pt x="290163" y="116393"/>
                  </a:lnTo>
                  <a:lnTo>
                    <a:pt x="290163" y="114754"/>
                  </a:lnTo>
                  <a:lnTo>
                    <a:pt x="285245" y="114754"/>
                  </a:lnTo>
                  <a:lnTo>
                    <a:pt x="285245" y="113114"/>
                  </a:lnTo>
                  <a:lnTo>
                    <a:pt x="285245" y="113114"/>
                  </a:lnTo>
                  <a:lnTo>
                    <a:pt x="285245" y="111475"/>
                  </a:lnTo>
                  <a:lnTo>
                    <a:pt x="285245" y="108196"/>
                  </a:lnTo>
                  <a:lnTo>
                    <a:pt x="286884" y="104917"/>
                  </a:lnTo>
                  <a:lnTo>
                    <a:pt x="286884" y="101639"/>
                  </a:lnTo>
                  <a:lnTo>
                    <a:pt x="286884" y="101639"/>
                  </a:lnTo>
                  <a:lnTo>
                    <a:pt x="286884" y="101639"/>
                  </a:lnTo>
                  <a:lnTo>
                    <a:pt x="281966" y="98360"/>
                  </a:lnTo>
                  <a:lnTo>
                    <a:pt x="280327" y="96721"/>
                  </a:lnTo>
                  <a:lnTo>
                    <a:pt x="277048" y="93442"/>
                  </a:lnTo>
                  <a:lnTo>
                    <a:pt x="273769" y="91803"/>
                  </a:lnTo>
                  <a:lnTo>
                    <a:pt x="270491" y="90164"/>
                  </a:lnTo>
                  <a:lnTo>
                    <a:pt x="270491" y="88524"/>
                  </a:lnTo>
                  <a:lnTo>
                    <a:pt x="270491" y="88524"/>
                  </a:lnTo>
                  <a:lnTo>
                    <a:pt x="270491" y="88524"/>
                  </a:lnTo>
                  <a:lnTo>
                    <a:pt x="272130" y="85245"/>
                  </a:lnTo>
                  <a:lnTo>
                    <a:pt x="275409" y="83606"/>
                  </a:lnTo>
                  <a:lnTo>
                    <a:pt x="275409" y="83606"/>
                  </a:lnTo>
                  <a:lnTo>
                    <a:pt x="275409" y="81967"/>
                  </a:lnTo>
                  <a:lnTo>
                    <a:pt x="277048" y="80327"/>
                  </a:lnTo>
                  <a:lnTo>
                    <a:pt x="278687" y="80327"/>
                  </a:lnTo>
                  <a:lnTo>
                    <a:pt x="278687" y="77049"/>
                  </a:lnTo>
                  <a:lnTo>
                    <a:pt x="277048" y="77049"/>
                  </a:lnTo>
                  <a:lnTo>
                    <a:pt x="280327" y="73770"/>
                  </a:lnTo>
                  <a:lnTo>
                    <a:pt x="280327" y="72131"/>
                  </a:lnTo>
                  <a:lnTo>
                    <a:pt x="278687" y="70492"/>
                  </a:lnTo>
                  <a:lnTo>
                    <a:pt x="278687" y="68852"/>
                  </a:lnTo>
                  <a:lnTo>
                    <a:pt x="277048" y="65573"/>
                  </a:lnTo>
                  <a:lnTo>
                    <a:pt x="277048" y="65573"/>
                  </a:lnTo>
                  <a:lnTo>
                    <a:pt x="277048" y="63934"/>
                  </a:lnTo>
                  <a:lnTo>
                    <a:pt x="275409" y="60655"/>
                  </a:lnTo>
                  <a:lnTo>
                    <a:pt x="273769" y="57377"/>
                  </a:lnTo>
                  <a:lnTo>
                    <a:pt x="273769" y="54098"/>
                  </a:lnTo>
                  <a:lnTo>
                    <a:pt x="270491" y="52459"/>
                  </a:lnTo>
                  <a:lnTo>
                    <a:pt x="267212" y="52459"/>
                  </a:lnTo>
                  <a:lnTo>
                    <a:pt x="262294" y="50820"/>
                  </a:lnTo>
                  <a:lnTo>
                    <a:pt x="259016" y="47541"/>
                  </a:lnTo>
                  <a:lnTo>
                    <a:pt x="259016" y="47541"/>
                  </a:lnTo>
                  <a:lnTo>
                    <a:pt x="259016" y="47541"/>
                  </a:lnTo>
                  <a:lnTo>
                    <a:pt x="260655" y="42623"/>
                  </a:lnTo>
                  <a:lnTo>
                    <a:pt x="257376" y="39344"/>
                  </a:lnTo>
                  <a:lnTo>
                    <a:pt x="255737" y="36065"/>
                  </a:lnTo>
                  <a:lnTo>
                    <a:pt x="255737" y="34426"/>
                  </a:lnTo>
                  <a:lnTo>
                    <a:pt x="250819" y="36065"/>
                  </a:lnTo>
                  <a:lnTo>
                    <a:pt x="247540" y="37705"/>
                  </a:lnTo>
                  <a:lnTo>
                    <a:pt x="247540" y="37705"/>
                  </a:lnTo>
                  <a:lnTo>
                    <a:pt x="244262" y="36065"/>
                  </a:lnTo>
                  <a:lnTo>
                    <a:pt x="240983" y="32787"/>
                  </a:lnTo>
                  <a:lnTo>
                    <a:pt x="237704" y="31147"/>
                  </a:lnTo>
                  <a:lnTo>
                    <a:pt x="236065" y="29508"/>
                  </a:lnTo>
                  <a:lnTo>
                    <a:pt x="236065" y="29508"/>
                  </a:lnTo>
                  <a:lnTo>
                    <a:pt x="234425" y="29508"/>
                  </a:lnTo>
                  <a:lnTo>
                    <a:pt x="232786" y="24590"/>
                  </a:lnTo>
                  <a:lnTo>
                    <a:pt x="229507" y="24590"/>
                  </a:lnTo>
                  <a:lnTo>
                    <a:pt x="224589" y="26229"/>
                  </a:lnTo>
                  <a:lnTo>
                    <a:pt x="221310" y="24590"/>
                  </a:lnTo>
                  <a:lnTo>
                    <a:pt x="218032" y="26229"/>
                  </a:lnTo>
                  <a:lnTo>
                    <a:pt x="214753" y="27869"/>
                  </a:lnTo>
                  <a:lnTo>
                    <a:pt x="211475" y="31147"/>
                  </a:lnTo>
                  <a:lnTo>
                    <a:pt x="213114" y="27869"/>
                  </a:lnTo>
                  <a:lnTo>
                    <a:pt x="214753" y="26229"/>
                  </a:lnTo>
                  <a:lnTo>
                    <a:pt x="219672" y="24590"/>
                  </a:lnTo>
                  <a:lnTo>
                    <a:pt x="222950" y="24590"/>
                  </a:lnTo>
                  <a:lnTo>
                    <a:pt x="226229" y="24590"/>
                  </a:lnTo>
                  <a:lnTo>
                    <a:pt x="222950" y="22951"/>
                  </a:lnTo>
                  <a:lnTo>
                    <a:pt x="219672" y="22951"/>
                  </a:lnTo>
                  <a:lnTo>
                    <a:pt x="214753" y="22951"/>
                  </a:lnTo>
                  <a:lnTo>
                    <a:pt x="213114" y="26229"/>
                  </a:lnTo>
                  <a:lnTo>
                    <a:pt x="209835" y="29508"/>
                  </a:lnTo>
                  <a:lnTo>
                    <a:pt x="206557" y="31147"/>
                  </a:lnTo>
                  <a:lnTo>
                    <a:pt x="203278" y="34426"/>
                  </a:lnTo>
                  <a:lnTo>
                    <a:pt x="203278" y="37705"/>
                  </a:lnTo>
                  <a:lnTo>
                    <a:pt x="203278" y="34426"/>
                  </a:lnTo>
                  <a:lnTo>
                    <a:pt x="198360" y="34426"/>
                  </a:lnTo>
                  <a:lnTo>
                    <a:pt x="195081" y="36065"/>
                  </a:lnTo>
                  <a:lnTo>
                    <a:pt x="191803" y="36065"/>
                  </a:lnTo>
                  <a:lnTo>
                    <a:pt x="186885" y="37705"/>
                  </a:lnTo>
                  <a:lnTo>
                    <a:pt x="183606" y="39344"/>
                  </a:lnTo>
                  <a:lnTo>
                    <a:pt x="186885" y="37705"/>
                  </a:lnTo>
                  <a:lnTo>
                    <a:pt x="183606" y="40983"/>
                  </a:lnTo>
                  <a:lnTo>
                    <a:pt x="181966" y="44262"/>
                  </a:lnTo>
                  <a:lnTo>
                    <a:pt x="181966" y="45901"/>
                  </a:lnTo>
                  <a:lnTo>
                    <a:pt x="178688" y="44262"/>
                  </a:lnTo>
                  <a:lnTo>
                    <a:pt x="173770" y="42623"/>
                  </a:lnTo>
                  <a:lnTo>
                    <a:pt x="170491" y="40983"/>
                  </a:lnTo>
                  <a:lnTo>
                    <a:pt x="168852" y="40983"/>
                  </a:lnTo>
                  <a:lnTo>
                    <a:pt x="165573" y="42623"/>
                  </a:lnTo>
                  <a:lnTo>
                    <a:pt x="163934" y="44262"/>
                  </a:lnTo>
                  <a:lnTo>
                    <a:pt x="163934" y="44262"/>
                  </a:lnTo>
                  <a:lnTo>
                    <a:pt x="163934" y="42623"/>
                  </a:lnTo>
                  <a:lnTo>
                    <a:pt x="159016" y="40983"/>
                  </a:lnTo>
                  <a:lnTo>
                    <a:pt x="163934" y="37705"/>
                  </a:lnTo>
                  <a:lnTo>
                    <a:pt x="167213" y="36065"/>
                  </a:lnTo>
                  <a:lnTo>
                    <a:pt x="170491" y="31147"/>
                  </a:lnTo>
                  <a:lnTo>
                    <a:pt x="170491" y="27869"/>
                  </a:lnTo>
                  <a:lnTo>
                    <a:pt x="170491" y="26229"/>
                  </a:lnTo>
                  <a:lnTo>
                    <a:pt x="170491" y="26229"/>
                  </a:lnTo>
                  <a:lnTo>
                    <a:pt x="170491" y="26229"/>
                  </a:lnTo>
                  <a:lnTo>
                    <a:pt x="168852" y="26229"/>
                  </a:lnTo>
                  <a:lnTo>
                    <a:pt x="165573" y="26229"/>
                  </a:lnTo>
                  <a:lnTo>
                    <a:pt x="162295" y="27869"/>
                  </a:lnTo>
                  <a:lnTo>
                    <a:pt x="159016" y="29508"/>
                  </a:lnTo>
                  <a:lnTo>
                    <a:pt x="154098" y="26229"/>
                  </a:lnTo>
                  <a:lnTo>
                    <a:pt x="150819" y="26229"/>
                  </a:lnTo>
                  <a:lnTo>
                    <a:pt x="147540" y="24590"/>
                  </a:lnTo>
                  <a:lnTo>
                    <a:pt x="144262" y="24590"/>
                  </a:lnTo>
                  <a:lnTo>
                    <a:pt x="142623" y="24590"/>
                  </a:lnTo>
                  <a:lnTo>
                    <a:pt x="140983" y="27869"/>
                  </a:lnTo>
                  <a:lnTo>
                    <a:pt x="139344" y="26229"/>
                  </a:lnTo>
                  <a:lnTo>
                    <a:pt x="139344" y="26229"/>
                  </a:lnTo>
                  <a:lnTo>
                    <a:pt x="140983" y="22951"/>
                  </a:lnTo>
                  <a:lnTo>
                    <a:pt x="137705" y="21311"/>
                  </a:lnTo>
                  <a:lnTo>
                    <a:pt x="134426" y="21311"/>
                  </a:lnTo>
                  <a:lnTo>
                    <a:pt x="131147" y="22951"/>
                  </a:lnTo>
                  <a:lnTo>
                    <a:pt x="134426" y="19672"/>
                  </a:lnTo>
                  <a:lnTo>
                    <a:pt x="134426" y="19672"/>
                  </a:lnTo>
                  <a:lnTo>
                    <a:pt x="136065" y="16393"/>
                  </a:lnTo>
                  <a:lnTo>
                    <a:pt x="134426" y="13115"/>
                  </a:lnTo>
                  <a:lnTo>
                    <a:pt x="132786" y="14754"/>
                  </a:lnTo>
                  <a:lnTo>
                    <a:pt x="134426" y="13115"/>
                  </a:lnTo>
                  <a:lnTo>
                    <a:pt x="134426" y="11475"/>
                  </a:lnTo>
                  <a:lnTo>
                    <a:pt x="131147" y="8197"/>
                  </a:lnTo>
                  <a:lnTo>
                    <a:pt x="127869" y="9836"/>
                  </a:lnTo>
                  <a:lnTo>
                    <a:pt x="124590" y="8197"/>
                  </a:lnTo>
                  <a:lnTo>
                    <a:pt x="119672" y="6557"/>
                  </a:lnTo>
                  <a:lnTo>
                    <a:pt x="116393" y="6557"/>
                  </a:lnTo>
                  <a:lnTo>
                    <a:pt x="116393" y="6557"/>
                  </a:lnTo>
                  <a:lnTo>
                    <a:pt x="114754" y="8197"/>
                  </a:lnTo>
                  <a:lnTo>
                    <a:pt x="113115" y="8197"/>
                  </a:lnTo>
                  <a:lnTo>
                    <a:pt x="111475" y="8197"/>
                  </a:lnTo>
                  <a:lnTo>
                    <a:pt x="106557" y="4918"/>
                  </a:lnTo>
                  <a:lnTo>
                    <a:pt x="103279" y="4918"/>
                  </a:lnTo>
                  <a:lnTo>
                    <a:pt x="100000" y="3279"/>
                  </a:lnTo>
                  <a:lnTo>
                    <a:pt x="98360" y="3279"/>
                  </a:lnTo>
                  <a:lnTo>
                    <a:pt x="96721" y="3279"/>
                  </a:lnTo>
                  <a:lnTo>
                    <a:pt x="93442" y="4918"/>
                  </a:lnTo>
                  <a:lnTo>
                    <a:pt x="91803" y="3279"/>
                  </a:lnTo>
                  <a:lnTo>
                    <a:pt x="88525" y="4918"/>
                  </a:lnTo>
                  <a:lnTo>
                    <a:pt x="85246" y="4918"/>
                  </a:lnTo>
                  <a:lnTo>
                    <a:pt x="81967" y="3279"/>
                  </a:lnTo>
                  <a:lnTo>
                    <a:pt x="83606" y="0"/>
                  </a:lnTo>
                  <a:lnTo>
                    <a:pt x="81967" y="0"/>
                  </a:lnTo>
                  <a:lnTo>
                    <a:pt x="80328" y="1639"/>
                  </a:lnTo>
                  <a:lnTo>
                    <a:pt x="80328" y="4918"/>
                  </a:lnTo>
                  <a:lnTo>
                    <a:pt x="80328" y="9836"/>
                  </a:lnTo>
                  <a:lnTo>
                    <a:pt x="80328" y="4918"/>
                  </a:lnTo>
                  <a:lnTo>
                    <a:pt x="83606" y="6557"/>
                  </a:lnTo>
                  <a:lnTo>
                    <a:pt x="86885" y="4918"/>
                  </a:lnTo>
                  <a:lnTo>
                    <a:pt x="91803" y="4918"/>
                  </a:lnTo>
                  <a:lnTo>
                    <a:pt x="91803" y="4918"/>
                  </a:lnTo>
                  <a:lnTo>
                    <a:pt x="91803" y="9836"/>
                  </a:lnTo>
                  <a:lnTo>
                    <a:pt x="95082" y="13115"/>
                  </a:lnTo>
                  <a:lnTo>
                    <a:pt x="98360" y="16393"/>
                  </a:lnTo>
                  <a:lnTo>
                    <a:pt x="101639" y="19672"/>
                  </a:lnTo>
                  <a:lnTo>
                    <a:pt x="100000" y="22951"/>
                  </a:lnTo>
                  <a:lnTo>
                    <a:pt x="96721" y="24590"/>
                  </a:lnTo>
                  <a:lnTo>
                    <a:pt x="93442" y="24590"/>
                  </a:lnTo>
                  <a:lnTo>
                    <a:pt x="90164" y="29508"/>
                  </a:lnTo>
                  <a:lnTo>
                    <a:pt x="93442" y="29508"/>
                  </a:lnTo>
                  <a:lnTo>
                    <a:pt x="96721" y="29508"/>
                  </a:lnTo>
                  <a:lnTo>
                    <a:pt x="100000" y="29508"/>
                  </a:lnTo>
                  <a:lnTo>
                    <a:pt x="96721" y="31147"/>
                  </a:lnTo>
                  <a:lnTo>
                    <a:pt x="96721" y="34426"/>
                  </a:lnTo>
                  <a:lnTo>
                    <a:pt x="100000" y="36065"/>
                  </a:lnTo>
                  <a:lnTo>
                    <a:pt x="103279" y="39344"/>
                  </a:lnTo>
                  <a:lnTo>
                    <a:pt x="98360" y="40983"/>
                  </a:lnTo>
                  <a:lnTo>
                    <a:pt x="98360" y="44262"/>
                  </a:lnTo>
                  <a:lnTo>
                    <a:pt x="103279" y="45901"/>
                  </a:lnTo>
                  <a:lnTo>
                    <a:pt x="106557" y="45901"/>
                  </a:lnTo>
                  <a:lnTo>
                    <a:pt x="106557" y="45901"/>
                  </a:lnTo>
                  <a:lnTo>
                    <a:pt x="109836" y="47541"/>
                  </a:lnTo>
                  <a:lnTo>
                    <a:pt x="113115" y="49180"/>
                  </a:lnTo>
                  <a:lnTo>
                    <a:pt x="116393" y="52459"/>
                  </a:lnTo>
                  <a:lnTo>
                    <a:pt x="119672" y="55737"/>
                  </a:lnTo>
                  <a:lnTo>
                    <a:pt x="122950" y="59016"/>
                  </a:lnTo>
                  <a:lnTo>
                    <a:pt x="126229" y="60655"/>
                  </a:lnTo>
                  <a:lnTo>
                    <a:pt x="129508" y="60655"/>
                  </a:lnTo>
                  <a:lnTo>
                    <a:pt x="129508" y="62295"/>
                  </a:lnTo>
                  <a:lnTo>
                    <a:pt x="126229" y="60655"/>
                  </a:lnTo>
                  <a:lnTo>
                    <a:pt x="122950" y="60655"/>
                  </a:lnTo>
                  <a:lnTo>
                    <a:pt x="119672" y="57377"/>
                  </a:lnTo>
                  <a:lnTo>
                    <a:pt x="116393" y="54098"/>
                  </a:lnTo>
                  <a:lnTo>
                    <a:pt x="113115" y="50820"/>
                  </a:lnTo>
                  <a:lnTo>
                    <a:pt x="109836" y="47541"/>
                  </a:lnTo>
                  <a:lnTo>
                    <a:pt x="106557" y="47541"/>
                  </a:lnTo>
                  <a:lnTo>
                    <a:pt x="103279" y="49180"/>
                  </a:lnTo>
                  <a:lnTo>
                    <a:pt x="98360" y="49180"/>
                  </a:lnTo>
                  <a:lnTo>
                    <a:pt x="95082" y="49180"/>
                  </a:lnTo>
                  <a:lnTo>
                    <a:pt x="93442" y="47541"/>
                  </a:lnTo>
                  <a:lnTo>
                    <a:pt x="90164" y="47541"/>
                  </a:lnTo>
                  <a:lnTo>
                    <a:pt x="86885" y="50820"/>
                  </a:lnTo>
                  <a:lnTo>
                    <a:pt x="85246" y="54098"/>
                  </a:lnTo>
                  <a:lnTo>
                    <a:pt x="86885" y="57377"/>
                  </a:lnTo>
                  <a:lnTo>
                    <a:pt x="88525" y="62295"/>
                  </a:lnTo>
                  <a:lnTo>
                    <a:pt x="86885" y="62295"/>
                  </a:lnTo>
                  <a:lnTo>
                    <a:pt x="85246" y="65573"/>
                  </a:lnTo>
                  <a:lnTo>
                    <a:pt x="85246" y="68852"/>
                  </a:lnTo>
                  <a:lnTo>
                    <a:pt x="85246" y="68852"/>
                  </a:lnTo>
                  <a:lnTo>
                    <a:pt x="85246" y="65573"/>
                  </a:lnTo>
                  <a:lnTo>
                    <a:pt x="86885" y="62295"/>
                  </a:lnTo>
                  <a:lnTo>
                    <a:pt x="81967" y="59016"/>
                  </a:lnTo>
                  <a:lnTo>
                    <a:pt x="78688" y="59016"/>
                  </a:lnTo>
                  <a:lnTo>
                    <a:pt x="77049" y="62295"/>
                  </a:lnTo>
                  <a:lnTo>
                    <a:pt x="78688" y="65573"/>
                  </a:lnTo>
                  <a:lnTo>
                    <a:pt x="75410" y="65573"/>
                  </a:lnTo>
                  <a:lnTo>
                    <a:pt x="72131" y="63934"/>
                  </a:lnTo>
                  <a:lnTo>
                    <a:pt x="73770" y="60655"/>
                  </a:lnTo>
                  <a:lnTo>
                    <a:pt x="70492" y="57377"/>
                  </a:lnTo>
                  <a:lnTo>
                    <a:pt x="67213" y="54098"/>
                  </a:lnTo>
                  <a:lnTo>
                    <a:pt x="63935" y="54098"/>
                  </a:lnTo>
                  <a:lnTo>
                    <a:pt x="62295" y="54098"/>
                  </a:lnTo>
                  <a:lnTo>
                    <a:pt x="59016" y="54098"/>
                  </a:lnTo>
                  <a:lnTo>
                    <a:pt x="55738" y="55737"/>
                  </a:lnTo>
                  <a:lnTo>
                    <a:pt x="50820" y="55737"/>
                  </a:lnTo>
                  <a:lnTo>
                    <a:pt x="47541" y="55737"/>
                  </a:lnTo>
                  <a:lnTo>
                    <a:pt x="44262" y="55737"/>
                  </a:lnTo>
                  <a:lnTo>
                    <a:pt x="40983" y="59016"/>
                  </a:lnTo>
                  <a:lnTo>
                    <a:pt x="40983" y="62295"/>
                  </a:lnTo>
                  <a:lnTo>
                    <a:pt x="37705" y="65573"/>
                  </a:lnTo>
                  <a:lnTo>
                    <a:pt x="39344" y="68852"/>
                  </a:lnTo>
                  <a:lnTo>
                    <a:pt x="42623" y="68852"/>
                  </a:lnTo>
                  <a:lnTo>
                    <a:pt x="45902" y="70492"/>
                  </a:lnTo>
                  <a:lnTo>
                    <a:pt x="49180" y="72131"/>
                  </a:lnTo>
                  <a:lnTo>
                    <a:pt x="44262" y="70492"/>
                  </a:lnTo>
                  <a:lnTo>
                    <a:pt x="42623" y="73770"/>
                  </a:lnTo>
                  <a:lnTo>
                    <a:pt x="44262" y="77049"/>
                  </a:lnTo>
                  <a:lnTo>
                    <a:pt x="42623" y="77049"/>
                  </a:lnTo>
                  <a:lnTo>
                    <a:pt x="42623" y="80327"/>
                  </a:lnTo>
                  <a:lnTo>
                    <a:pt x="42623" y="83606"/>
                  </a:lnTo>
                  <a:lnTo>
                    <a:pt x="40983" y="86885"/>
                  </a:lnTo>
                  <a:lnTo>
                    <a:pt x="39344" y="90164"/>
                  </a:lnTo>
                  <a:lnTo>
                    <a:pt x="39344" y="90164"/>
                  </a:lnTo>
                  <a:lnTo>
                    <a:pt x="37705" y="95082"/>
                  </a:lnTo>
                  <a:lnTo>
                    <a:pt x="37705" y="95082"/>
                  </a:lnTo>
                  <a:lnTo>
                    <a:pt x="37705" y="98360"/>
                  </a:lnTo>
                  <a:lnTo>
                    <a:pt x="34426" y="98360"/>
                  </a:lnTo>
                  <a:lnTo>
                    <a:pt x="31148" y="98360"/>
                  </a:lnTo>
                  <a:lnTo>
                    <a:pt x="27869" y="98360"/>
                  </a:lnTo>
                  <a:lnTo>
                    <a:pt x="26229" y="100000"/>
                  </a:lnTo>
                  <a:lnTo>
                    <a:pt x="26229" y="103278"/>
                  </a:lnTo>
                  <a:lnTo>
                    <a:pt x="26229" y="104917"/>
                  </a:lnTo>
                  <a:lnTo>
                    <a:pt x="29508" y="106557"/>
                  </a:lnTo>
                  <a:lnTo>
                    <a:pt x="34426" y="108196"/>
                  </a:lnTo>
                  <a:lnTo>
                    <a:pt x="37705" y="108196"/>
                  </a:lnTo>
                  <a:lnTo>
                    <a:pt x="37705" y="113114"/>
                  </a:lnTo>
                  <a:lnTo>
                    <a:pt x="37705" y="113114"/>
                  </a:lnTo>
                  <a:lnTo>
                    <a:pt x="37705" y="113114"/>
                  </a:lnTo>
                  <a:lnTo>
                    <a:pt x="37705" y="116393"/>
                  </a:lnTo>
                  <a:lnTo>
                    <a:pt x="36066" y="116393"/>
                  </a:lnTo>
                  <a:lnTo>
                    <a:pt x="34426" y="118032"/>
                  </a:lnTo>
                  <a:lnTo>
                    <a:pt x="31148" y="121311"/>
                  </a:lnTo>
                  <a:lnTo>
                    <a:pt x="27869" y="121311"/>
                  </a:lnTo>
                  <a:lnTo>
                    <a:pt x="27869" y="124590"/>
                  </a:lnTo>
                  <a:lnTo>
                    <a:pt x="29508" y="129508"/>
                  </a:lnTo>
                  <a:lnTo>
                    <a:pt x="29508" y="129508"/>
                  </a:lnTo>
                  <a:lnTo>
                    <a:pt x="24590" y="129508"/>
                  </a:lnTo>
                  <a:lnTo>
                    <a:pt x="21312" y="131147"/>
                  </a:lnTo>
                  <a:lnTo>
                    <a:pt x="18033" y="132786"/>
                  </a:lnTo>
                  <a:lnTo>
                    <a:pt x="13115" y="132786"/>
                  </a:lnTo>
                  <a:lnTo>
                    <a:pt x="9836" y="131147"/>
                  </a:lnTo>
                  <a:lnTo>
                    <a:pt x="6558" y="129508"/>
                  </a:lnTo>
                  <a:lnTo>
                    <a:pt x="6558" y="129508"/>
                  </a:lnTo>
                  <a:lnTo>
                    <a:pt x="8197" y="132786"/>
                  </a:lnTo>
                  <a:lnTo>
                    <a:pt x="4918" y="132786"/>
                  </a:lnTo>
                  <a:lnTo>
                    <a:pt x="0" y="132786"/>
                  </a:lnTo>
                  <a:lnTo>
                    <a:pt x="1639" y="134426"/>
                  </a:lnTo>
                  <a:lnTo>
                    <a:pt x="1639" y="136065"/>
                  </a:lnTo>
                  <a:lnTo>
                    <a:pt x="0" y="136065"/>
                  </a:lnTo>
                  <a:lnTo>
                    <a:pt x="3279" y="137704"/>
                  </a:lnTo>
                  <a:lnTo>
                    <a:pt x="6558" y="142622"/>
                  </a:lnTo>
                  <a:lnTo>
                    <a:pt x="8197" y="145901"/>
                  </a:lnTo>
                  <a:lnTo>
                    <a:pt x="9836" y="149180"/>
                  </a:lnTo>
                  <a:lnTo>
                    <a:pt x="9836" y="150819"/>
                  </a:lnTo>
                  <a:lnTo>
                    <a:pt x="9836" y="152458"/>
                  </a:lnTo>
                  <a:lnTo>
                    <a:pt x="8197" y="154098"/>
                  </a:lnTo>
                  <a:lnTo>
                    <a:pt x="8197" y="154098"/>
                  </a:lnTo>
                  <a:lnTo>
                    <a:pt x="4918" y="157376"/>
                  </a:lnTo>
                  <a:lnTo>
                    <a:pt x="4918" y="160655"/>
                  </a:lnTo>
                  <a:lnTo>
                    <a:pt x="3279" y="163934"/>
                  </a:lnTo>
                  <a:lnTo>
                    <a:pt x="0" y="167212"/>
                  </a:lnTo>
                  <a:lnTo>
                    <a:pt x="1639" y="170491"/>
                  </a:lnTo>
                  <a:lnTo>
                    <a:pt x="3279" y="172130"/>
                  </a:lnTo>
                  <a:lnTo>
                    <a:pt x="4918" y="173770"/>
                  </a:lnTo>
                  <a:lnTo>
                    <a:pt x="3279" y="175409"/>
                  </a:lnTo>
                  <a:lnTo>
                    <a:pt x="1639" y="175409"/>
                  </a:lnTo>
                  <a:lnTo>
                    <a:pt x="1639" y="177048"/>
                  </a:lnTo>
                  <a:lnTo>
                    <a:pt x="1639" y="178688"/>
                  </a:lnTo>
                  <a:lnTo>
                    <a:pt x="1639" y="178688"/>
                  </a:lnTo>
                  <a:lnTo>
                    <a:pt x="1639" y="178688"/>
                  </a:lnTo>
                  <a:lnTo>
                    <a:pt x="1639" y="180327"/>
                  </a:lnTo>
                  <a:lnTo>
                    <a:pt x="3279" y="180327"/>
                  </a:lnTo>
                  <a:lnTo>
                    <a:pt x="4918" y="180327"/>
                  </a:lnTo>
                  <a:lnTo>
                    <a:pt x="4918" y="180327"/>
                  </a:lnTo>
                  <a:lnTo>
                    <a:pt x="6558" y="185245"/>
                  </a:lnTo>
                  <a:lnTo>
                    <a:pt x="9836" y="185245"/>
                  </a:lnTo>
                  <a:lnTo>
                    <a:pt x="9836" y="185245"/>
                  </a:lnTo>
                  <a:lnTo>
                    <a:pt x="8197" y="188524"/>
                  </a:lnTo>
                  <a:lnTo>
                    <a:pt x="11476" y="190163"/>
                  </a:lnTo>
                  <a:lnTo>
                    <a:pt x="13115" y="193442"/>
                  </a:lnTo>
                  <a:lnTo>
                    <a:pt x="13115" y="195081"/>
                  </a:lnTo>
                  <a:lnTo>
                    <a:pt x="14754" y="196720"/>
                  </a:lnTo>
                  <a:lnTo>
                    <a:pt x="9836" y="198360"/>
                  </a:lnTo>
                  <a:lnTo>
                    <a:pt x="6558" y="201638"/>
                  </a:lnTo>
                  <a:lnTo>
                    <a:pt x="6558" y="204917"/>
                  </a:lnTo>
                  <a:lnTo>
                    <a:pt x="4918" y="204917"/>
                  </a:lnTo>
                  <a:lnTo>
                    <a:pt x="4918" y="209835"/>
                  </a:lnTo>
                  <a:lnTo>
                    <a:pt x="4918" y="211474"/>
                  </a:lnTo>
                  <a:lnTo>
                    <a:pt x="6558" y="211474"/>
                  </a:lnTo>
                  <a:lnTo>
                    <a:pt x="8197" y="216392"/>
                  </a:lnTo>
                  <a:lnTo>
                    <a:pt x="11476" y="218032"/>
                  </a:lnTo>
                  <a:lnTo>
                    <a:pt x="14754" y="219671"/>
                  </a:lnTo>
                  <a:lnTo>
                    <a:pt x="18033" y="222950"/>
                  </a:lnTo>
                  <a:lnTo>
                    <a:pt x="18033" y="222950"/>
                  </a:lnTo>
                  <a:lnTo>
                    <a:pt x="14754" y="224589"/>
                  </a:lnTo>
                  <a:lnTo>
                    <a:pt x="13115" y="227868"/>
                  </a:lnTo>
                  <a:lnTo>
                    <a:pt x="13115" y="231147"/>
                  </a:lnTo>
                  <a:lnTo>
                    <a:pt x="13115" y="231147"/>
                  </a:lnTo>
                  <a:lnTo>
                    <a:pt x="13115" y="234425"/>
                  </a:lnTo>
                  <a:lnTo>
                    <a:pt x="13115" y="234425"/>
                  </a:lnTo>
                  <a:lnTo>
                    <a:pt x="13115" y="234425"/>
                  </a:lnTo>
                  <a:lnTo>
                    <a:pt x="16393" y="234425"/>
                  </a:lnTo>
                  <a:lnTo>
                    <a:pt x="19672" y="239343"/>
                  </a:lnTo>
                  <a:lnTo>
                    <a:pt x="22951" y="242622"/>
                  </a:lnTo>
                  <a:lnTo>
                    <a:pt x="24590" y="244261"/>
                  </a:lnTo>
                  <a:lnTo>
                    <a:pt x="27869" y="247540"/>
                  </a:lnTo>
                  <a:lnTo>
                    <a:pt x="31148" y="244261"/>
                  </a:lnTo>
                  <a:lnTo>
                    <a:pt x="31148" y="244261"/>
                  </a:lnTo>
                  <a:lnTo>
                    <a:pt x="32787" y="245901"/>
                  </a:lnTo>
                  <a:lnTo>
                    <a:pt x="34426" y="245901"/>
                  </a:lnTo>
                  <a:lnTo>
                    <a:pt x="36066" y="249179"/>
                  </a:lnTo>
                  <a:lnTo>
                    <a:pt x="39344" y="249179"/>
                  </a:lnTo>
                  <a:lnTo>
                    <a:pt x="42623" y="249179"/>
                  </a:lnTo>
                  <a:lnTo>
                    <a:pt x="45902" y="245901"/>
                  </a:lnTo>
                  <a:lnTo>
                    <a:pt x="49180" y="247540"/>
                  </a:lnTo>
                  <a:lnTo>
                    <a:pt x="50820" y="247540"/>
                  </a:lnTo>
                  <a:lnTo>
                    <a:pt x="54098" y="250819"/>
                  </a:lnTo>
                  <a:lnTo>
                    <a:pt x="55738" y="252458"/>
                  </a:lnTo>
                  <a:lnTo>
                    <a:pt x="59016" y="252458"/>
                  </a:lnTo>
                  <a:lnTo>
                    <a:pt x="62295" y="252458"/>
                  </a:lnTo>
                  <a:lnTo>
                    <a:pt x="65573" y="252458"/>
                  </a:lnTo>
                  <a:lnTo>
                    <a:pt x="67213" y="252458"/>
                  </a:lnTo>
                  <a:lnTo>
                    <a:pt x="70492" y="254097"/>
                  </a:lnTo>
                  <a:lnTo>
                    <a:pt x="73770" y="255737"/>
                  </a:lnTo>
                  <a:lnTo>
                    <a:pt x="73770" y="255737"/>
                  </a:lnTo>
                  <a:lnTo>
                    <a:pt x="75410" y="255737"/>
                  </a:lnTo>
                  <a:lnTo>
                    <a:pt x="73770" y="257376"/>
                  </a:lnTo>
                  <a:lnTo>
                    <a:pt x="70492" y="260654"/>
                  </a:lnTo>
                  <a:lnTo>
                    <a:pt x="67213" y="263933"/>
                  </a:lnTo>
                  <a:lnTo>
                    <a:pt x="63935" y="267212"/>
                  </a:lnTo>
                  <a:lnTo>
                    <a:pt x="60656" y="270491"/>
                  </a:lnTo>
                  <a:lnTo>
                    <a:pt x="60656" y="272130"/>
                  </a:lnTo>
                  <a:lnTo>
                    <a:pt x="60656" y="272130"/>
                  </a:lnTo>
                  <a:lnTo>
                    <a:pt x="59016" y="275409"/>
                  </a:lnTo>
                  <a:lnTo>
                    <a:pt x="59016" y="278687"/>
                  </a:lnTo>
                  <a:lnTo>
                    <a:pt x="59016" y="281966"/>
                  </a:lnTo>
                  <a:lnTo>
                    <a:pt x="57377" y="283605"/>
                  </a:lnTo>
                  <a:lnTo>
                    <a:pt x="55738" y="286884"/>
                  </a:lnTo>
                  <a:lnTo>
                    <a:pt x="54098" y="290163"/>
                  </a:lnTo>
                  <a:lnTo>
                    <a:pt x="52459" y="291802"/>
                  </a:lnTo>
                  <a:lnTo>
                    <a:pt x="52459" y="295081"/>
                  </a:lnTo>
                  <a:lnTo>
                    <a:pt x="52459" y="295081"/>
                  </a:lnTo>
                  <a:lnTo>
                    <a:pt x="54098" y="296720"/>
                  </a:lnTo>
                  <a:lnTo>
                    <a:pt x="54098" y="296720"/>
                  </a:lnTo>
                  <a:lnTo>
                    <a:pt x="52459" y="301638"/>
                  </a:lnTo>
                  <a:lnTo>
                    <a:pt x="50820" y="304917"/>
                  </a:lnTo>
                  <a:lnTo>
                    <a:pt x="50820" y="306556"/>
                  </a:lnTo>
                  <a:lnTo>
                    <a:pt x="50820" y="309835"/>
                  </a:lnTo>
                  <a:lnTo>
                    <a:pt x="52459" y="313113"/>
                  </a:lnTo>
                  <a:lnTo>
                    <a:pt x="52459" y="314753"/>
                  </a:lnTo>
                  <a:lnTo>
                    <a:pt x="52459" y="314753"/>
                  </a:lnTo>
                  <a:lnTo>
                    <a:pt x="52459" y="314753"/>
                  </a:lnTo>
                  <a:lnTo>
                    <a:pt x="55738" y="313113"/>
                  </a:lnTo>
                  <a:lnTo>
                    <a:pt x="54098" y="314753"/>
                  </a:lnTo>
                  <a:lnTo>
                    <a:pt x="54098" y="316392"/>
                  </a:lnTo>
                  <a:lnTo>
                    <a:pt x="57377" y="316392"/>
                  </a:lnTo>
                  <a:lnTo>
                    <a:pt x="59016" y="316392"/>
                  </a:lnTo>
                  <a:lnTo>
                    <a:pt x="62295" y="314753"/>
                  </a:lnTo>
                  <a:lnTo>
                    <a:pt x="67213" y="316392"/>
                  </a:lnTo>
                  <a:lnTo>
                    <a:pt x="70492" y="314753"/>
                  </a:lnTo>
                  <a:lnTo>
                    <a:pt x="73770" y="313113"/>
                  </a:lnTo>
                  <a:lnTo>
                    <a:pt x="73770" y="313113"/>
                  </a:lnTo>
                  <a:lnTo>
                    <a:pt x="77049" y="314753"/>
                  </a:lnTo>
                  <a:lnTo>
                    <a:pt x="80328" y="314753"/>
                  </a:lnTo>
                  <a:lnTo>
                    <a:pt x="83606" y="314753"/>
                  </a:lnTo>
                  <a:lnTo>
                    <a:pt x="85246" y="313113"/>
                  </a:lnTo>
                  <a:lnTo>
                    <a:pt x="85246" y="313113"/>
                  </a:lnTo>
                  <a:lnTo>
                    <a:pt x="86885" y="314753"/>
                  </a:lnTo>
                  <a:lnTo>
                    <a:pt x="86885" y="311474"/>
                  </a:lnTo>
                  <a:lnTo>
                    <a:pt x="86885" y="311474"/>
                  </a:lnTo>
                  <a:lnTo>
                    <a:pt x="83606" y="311474"/>
                  </a:lnTo>
                  <a:lnTo>
                    <a:pt x="81967" y="311474"/>
                  </a:lnTo>
                  <a:lnTo>
                    <a:pt x="81967" y="308195"/>
                  </a:lnTo>
                  <a:lnTo>
                    <a:pt x="86885" y="304917"/>
                  </a:lnTo>
                  <a:lnTo>
                    <a:pt x="90164" y="306556"/>
                  </a:lnTo>
                  <a:lnTo>
                    <a:pt x="91803" y="308195"/>
                  </a:lnTo>
                  <a:lnTo>
                    <a:pt x="91803" y="308195"/>
                  </a:lnTo>
                  <a:lnTo>
                    <a:pt x="91803" y="309835"/>
                  </a:lnTo>
                  <a:lnTo>
                    <a:pt x="93442" y="309835"/>
                  </a:lnTo>
                  <a:lnTo>
                    <a:pt x="96721" y="311474"/>
                  </a:lnTo>
                  <a:lnTo>
                    <a:pt x="100000" y="311474"/>
                  </a:lnTo>
                  <a:lnTo>
                    <a:pt x="103279" y="309835"/>
                  </a:lnTo>
                  <a:lnTo>
                    <a:pt x="104918" y="311474"/>
                  </a:lnTo>
                  <a:lnTo>
                    <a:pt x="106557" y="311474"/>
                  </a:lnTo>
                  <a:lnTo>
                    <a:pt x="106557" y="311474"/>
                  </a:lnTo>
                  <a:lnTo>
                    <a:pt x="111475" y="311474"/>
                  </a:lnTo>
                  <a:lnTo>
                    <a:pt x="114754" y="313113"/>
                  </a:lnTo>
                  <a:lnTo>
                    <a:pt x="118032" y="316392"/>
                  </a:lnTo>
                  <a:lnTo>
                    <a:pt x="119672" y="316392"/>
                  </a:lnTo>
                  <a:lnTo>
                    <a:pt x="122950" y="316392"/>
                  </a:lnTo>
                  <a:lnTo>
                    <a:pt x="126229" y="316392"/>
                  </a:lnTo>
                  <a:lnTo>
                    <a:pt x="126229" y="316392"/>
                  </a:lnTo>
                  <a:lnTo>
                    <a:pt x="126229" y="316392"/>
                  </a:lnTo>
                  <a:lnTo>
                    <a:pt x="129508" y="316392"/>
                  </a:lnTo>
                  <a:lnTo>
                    <a:pt x="132786" y="316392"/>
                  </a:lnTo>
                  <a:lnTo>
                    <a:pt x="134426" y="318031"/>
                  </a:lnTo>
                  <a:lnTo>
                    <a:pt x="134426" y="319671"/>
                  </a:lnTo>
                  <a:lnTo>
                    <a:pt x="137705" y="322949"/>
                  </a:lnTo>
                  <a:lnTo>
                    <a:pt x="140983" y="322949"/>
                  </a:lnTo>
                  <a:lnTo>
                    <a:pt x="140983" y="327867"/>
                  </a:lnTo>
                  <a:lnTo>
                    <a:pt x="140983" y="327867"/>
                  </a:lnTo>
                  <a:lnTo>
                    <a:pt x="144262" y="327867"/>
                  </a:lnTo>
                  <a:lnTo>
                    <a:pt x="147540" y="322949"/>
                  </a:lnTo>
                  <a:lnTo>
                    <a:pt x="150819" y="319671"/>
                  </a:lnTo>
                  <a:lnTo>
                    <a:pt x="149180" y="318031"/>
                  </a:lnTo>
                  <a:lnTo>
                    <a:pt x="150819" y="314753"/>
                  </a:lnTo>
                  <a:lnTo>
                    <a:pt x="154098" y="316392"/>
                  </a:lnTo>
                  <a:lnTo>
                    <a:pt x="154098" y="316392"/>
                  </a:lnTo>
                  <a:lnTo>
                    <a:pt x="157376" y="316392"/>
                  </a:lnTo>
                  <a:lnTo>
                    <a:pt x="157376" y="316392"/>
                  </a:lnTo>
                  <a:lnTo>
                    <a:pt x="162295" y="318031"/>
                  </a:lnTo>
                  <a:lnTo>
                    <a:pt x="165573" y="318031"/>
                  </a:lnTo>
                  <a:lnTo>
                    <a:pt x="163934" y="318031"/>
                  </a:lnTo>
                  <a:lnTo>
                    <a:pt x="165573" y="319671"/>
                  </a:lnTo>
                  <a:lnTo>
                    <a:pt x="165573" y="319671"/>
                  </a:lnTo>
                  <a:lnTo>
                    <a:pt x="170491" y="322949"/>
                  </a:lnTo>
                  <a:lnTo>
                    <a:pt x="173770" y="321310"/>
                  </a:lnTo>
                  <a:lnTo>
                    <a:pt x="177049" y="322949"/>
                  </a:lnTo>
                  <a:lnTo>
                    <a:pt x="177049" y="322949"/>
                  </a:lnTo>
                  <a:lnTo>
                    <a:pt x="181966" y="319671"/>
                  </a:lnTo>
                  <a:lnTo>
                    <a:pt x="183606" y="318031"/>
                  </a:lnTo>
                  <a:lnTo>
                    <a:pt x="186885" y="318031"/>
                  </a:lnTo>
                  <a:lnTo>
                    <a:pt x="190163" y="314753"/>
                  </a:lnTo>
                  <a:lnTo>
                    <a:pt x="193442" y="314753"/>
                  </a:lnTo>
                  <a:lnTo>
                    <a:pt x="196720" y="314753"/>
                  </a:lnTo>
                  <a:lnTo>
                    <a:pt x="201639" y="313113"/>
                  </a:lnTo>
                  <a:lnTo>
                    <a:pt x="204917" y="313113"/>
                  </a:lnTo>
                  <a:lnTo>
                    <a:pt x="208196" y="313113"/>
                  </a:lnTo>
                  <a:lnTo>
                    <a:pt x="209835" y="313113"/>
                  </a:lnTo>
                  <a:lnTo>
                    <a:pt x="209835" y="313113"/>
                  </a:lnTo>
                  <a:lnTo>
                    <a:pt x="209835" y="313113"/>
                  </a:lnTo>
                  <a:lnTo>
                    <a:pt x="208196" y="309835"/>
                  </a:lnTo>
                  <a:lnTo>
                    <a:pt x="213114" y="309835"/>
                  </a:lnTo>
                  <a:lnTo>
                    <a:pt x="216393" y="309835"/>
                  </a:lnTo>
                  <a:lnTo>
                    <a:pt x="219672" y="313113"/>
                  </a:lnTo>
                  <a:lnTo>
                    <a:pt x="221310" y="313113"/>
                  </a:lnTo>
                  <a:lnTo>
                    <a:pt x="224589" y="309835"/>
                  </a:lnTo>
                  <a:lnTo>
                    <a:pt x="227868" y="311474"/>
                  </a:lnTo>
                  <a:lnTo>
                    <a:pt x="229507" y="314753"/>
                  </a:lnTo>
                  <a:lnTo>
                    <a:pt x="232786" y="318031"/>
                  </a:lnTo>
                  <a:lnTo>
                    <a:pt x="234425" y="318031"/>
                  </a:lnTo>
                  <a:lnTo>
                    <a:pt x="237704" y="319671"/>
                  </a:lnTo>
                  <a:lnTo>
                    <a:pt x="239343" y="318031"/>
                  </a:lnTo>
                  <a:lnTo>
                    <a:pt x="237704" y="314753"/>
                  </a:lnTo>
                  <a:lnTo>
                    <a:pt x="239343" y="311474"/>
                  </a:lnTo>
                  <a:lnTo>
                    <a:pt x="236065" y="309835"/>
                  </a:lnTo>
                  <a:lnTo>
                    <a:pt x="234425" y="306556"/>
                  </a:lnTo>
                  <a:lnTo>
                    <a:pt x="236065" y="303277"/>
                  </a:lnTo>
                  <a:lnTo>
                    <a:pt x="236065" y="303277"/>
                  </a:lnTo>
                  <a:lnTo>
                    <a:pt x="237704" y="303277"/>
                  </a:lnTo>
                  <a:lnTo>
                    <a:pt x="234425" y="299999"/>
                  </a:lnTo>
                  <a:lnTo>
                    <a:pt x="231147" y="296720"/>
                  </a:lnTo>
                  <a:lnTo>
                    <a:pt x="227868" y="293441"/>
                  </a:lnTo>
                  <a:lnTo>
                    <a:pt x="231147" y="290163"/>
                  </a:lnTo>
                  <a:lnTo>
                    <a:pt x="234425" y="288523"/>
                  </a:lnTo>
                  <a:lnTo>
                    <a:pt x="237704" y="285244"/>
                  </a:lnTo>
                  <a:lnTo>
                    <a:pt x="237704" y="285244"/>
                  </a:lnTo>
                  <a:lnTo>
                    <a:pt x="242622" y="283605"/>
                  </a:lnTo>
                  <a:lnTo>
                    <a:pt x="245901" y="283605"/>
                  </a:lnTo>
                  <a:lnTo>
                    <a:pt x="249179" y="281966"/>
                  </a:lnTo>
                  <a:lnTo>
                    <a:pt x="250819" y="278687"/>
                  </a:lnTo>
                  <a:lnTo>
                    <a:pt x="250819" y="277048"/>
                  </a:lnTo>
                  <a:lnTo>
                    <a:pt x="250819" y="273769"/>
                  </a:lnTo>
                  <a:lnTo>
                    <a:pt x="250819" y="272130"/>
                  </a:lnTo>
                  <a:lnTo>
                    <a:pt x="250819" y="272130"/>
                  </a:lnTo>
                  <a:lnTo>
                    <a:pt x="252458" y="272130"/>
                  </a:lnTo>
                  <a:lnTo>
                    <a:pt x="254097" y="272130"/>
                  </a:lnTo>
                  <a:lnTo>
                    <a:pt x="257376" y="272130"/>
                  </a:lnTo>
                  <a:lnTo>
                    <a:pt x="260655" y="273769"/>
                  </a:lnTo>
                  <a:lnTo>
                    <a:pt x="263933" y="270491"/>
                  </a:lnTo>
                  <a:lnTo>
                    <a:pt x="263933" y="267212"/>
                  </a:lnTo>
                  <a:lnTo>
                    <a:pt x="263933" y="263933"/>
                  </a:lnTo>
                  <a:lnTo>
                    <a:pt x="262294" y="260654"/>
                  </a:lnTo>
                  <a:lnTo>
                    <a:pt x="260655" y="259015"/>
                  </a:lnTo>
                  <a:lnTo>
                    <a:pt x="255737" y="255737"/>
                  </a:lnTo>
                  <a:lnTo>
                    <a:pt x="254097" y="254097"/>
                  </a:lnTo>
                  <a:lnTo>
                    <a:pt x="249179" y="254097"/>
                  </a:lnTo>
                  <a:lnTo>
                    <a:pt x="249179" y="254097"/>
                  </a:lnTo>
                  <a:lnTo>
                    <a:pt x="249179" y="252458"/>
                  </a:lnTo>
                  <a:lnTo>
                    <a:pt x="245901" y="249179"/>
                  </a:lnTo>
                  <a:lnTo>
                    <a:pt x="242622" y="249179"/>
                  </a:lnTo>
                  <a:lnTo>
                    <a:pt x="242622" y="249179"/>
                  </a:lnTo>
                  <a:lnTo>
                    <a:pt x="240983" y="247540"/>
                  </a:lnTo>
                  <a:lnTo>
                    <a:pt x="237704" y="244261"/>
                  </a:lnTo>
                  <a:lnTo>
                    <a:pt x="236065" y="240982"/>
                  </a:lnTo>
                  <a:lnTo>
                    <a:pt x="231147" y="239343"/>
                  </a:lnTo>
                  <a:lnTo>
                    <a:pt x="229507" y="239343"/>
                  </a:lnTo>
                  <a:lnTo>
                    <a:pt x="226229" y="236064"/>
                  </a:lnTo>
                  <a:lnTo>
                    <a:pt x="222950" y="232786"/>
                  </a:lnTo>
                  <a:lnTo>
                    <a:pt x="221310" y="229507"/>
                  </a:lnTo>
                  <a:lnTo>
                    <a:pt x="219672" y="226229"/>
                  </a:lnTo>
                  <a:lnTo>
                    <a:pt x="219672" y="224589"/>
                  </a:lnTo>
                  <a:lnTo>
                    <a:pt x="214753" y="221310"/>
                  </a:lnTo>
                  <a:lnTo>
                    <a:pt x="218032" y="218032"/>
                  </a:lnTo>
                  <a:lnTo>
                    <a:pt x="218032" y="218032"/>
                  </a:lnTo>
                  <a:lnTo>
                    <a:pt x="218032" y="218032"/>
                  </a:lnTo>
                  <a:lnTo>
                    <a:pt x="219672" y="214753"/>
                  </a:lnTo>
                  <a:lnTo>
                    <a:pt x="214753" y="211474"/>
                  </a:lnTo>
                  <a:lnTo>
                    <a:pt x="213114" y="209835"/>
                  </a:lnTo>
                  <a:lnTo>
                    <a:pt x="209835" y="206557"/>
                  </a:lnTo>
                  <a:lnTo>
                    <a:pt x="209835" y="206557"/>
                  </a:lnTo>
                  <a:lnTo>
                    <a:pt x="208196" y="206557"/>
                  </a:lnTo>
                  <a:lnTo>
                    <a:pt x="208196" y="206557"/>
                  </a:lnTo>
                  <a:lnTo>
                    <a:pt x="206557" y="201638"/>
                  </a:lnTo>
                  <a:lnTo>
                    <a:pt x="204917" y="201638"/>
                  </a:lnTo>
                  <a:lnTo>
                    <a:pt x="204917" y="196720"/>
                  </a:lnTo>
                  <a:lnTo>
                    <a:pt x="206557" y="196720"/>
                  </a:lnTo>
                  <a:lnTo>
                    <a:pt x="209835" y="199999"/>
                  </a:lnTo>
                  <a:lnTo>
                    <a:pt x="211475" y="203278"/>
                  </a:lnTo>
                  <a:lnTo>
                    <a:pt x="213114" y="203278"/>
                  </a:lnTo>
                  <a:lnTo>
                    <a:pt x="213114" y="203278"/>
                  </a:lnTo>
                  <a:lnTo>
                    <a:pt x="213114" y="201638"/>
                  </a:lnTo>
                  <a:lnTo>
                    <a:pt x="214753" y="198360"/>
                  </a:lnTo>
                  <a:lnTo>
                    <a:pt x="218032" y="195081"/>
                  </a:lnTo>
                  <a:lnTo>
                    <a:pt x="221310" y="193442"/>
                  </a:lnTo>
                  <a:lnTo>
                    <a:pt x="224589" y="193442"/>
                  </a:lnTo>
                  <a:lnTo>
                    <a:pt x="229507" y="191802"/>
                  </a:lnTo>
                  <a:lnTo>
                    <a:pt x="232786" y="193442"/>
                  </a:lnTo>
                  <a:lnTo>
                    <a:pt x="234425" y="193442"/>
                  </a:lnTo>
                  <a:lnTo>
                    <a:pt x="237704" y="190163"/>
                  </a:lnTo>
                  <a:lnTo>
                    <a:pt x="242622" y="186884"/>
                  </a:lnTo>
                  <a:lnTo>
                    <a:pt x="244262" y="186884"/>
                  </a:lnTo>
                  <a:lnTo>
                    <a:pt x="249179" y="185245"/>
                  </a:lnTo>
                  <a:lnTo>
                    <a:pt x="252458" y="183606"/>
                  </a:lnTo>
                  <a:lnTo>
                    <a:pt x="255737" y="180327"/>
                  </a:lnTo>
                  <a:lnTo>
                    <a:pt x="255737" y="180327"/>
                  </a:lnTo>
                  <a:lnTo>
                    <a:pt x="260655" y="180327"/>
                  </a:lnTo>
                  <a:lnTo>
                    <a:pt x="260655" y="180327"/>
                  </a:lnTo>
                  <a:lnTo>
                    <a:pt x="263933" y="178688"/>
                  </a:lnTo>
                  <a:lnTo>
                    <a:pt x="267212" y="177048"/>
                  </a:lnTo>
                  <a:lnTo>
                    <a:pt x="272130" y="175409"/>
                  </a:lnTo>
                  <a:lnTo>
                    <a:pt x="275409" y="175409"/>
                  </a:lnTo>
                  <a:lnTo>
                    <a:pt x="275409" y="173770"/>
                  </a:lnTo>
                  <a:lnTo>
                    <a:pt x="275409" y="173770"/>
                  </a:lnTo>
                  <a:lnTo>
                    <a:pt x="277048" y="173770"/>
                  </a:lnTo>
                  <a:lnTo>
                    <a:pt x="280327" y="172130"/>
                  </a:lnTo>
                  <a:lnTo>
                    <a:pt x="277048" y="168852"/>
                  </a:lnTo>
                  <a:lnTo>
                    <a:pt x="280327" y="167212"/>
                  </a:lnTo>
                  <a:lnTo>
                    <a:pt x="283606" y="167212"/>
                  </a:lnTo>
                  <a:lnTo>
                    <a:pt x="283606" y="167212"/>
                  </a:lnTo>
                  <a:lnTo>
                    <a:pt x="285245" y="167212"/>
                  </a:lnTo>
                  <a:lnTo>
                    <a:pt x="285245" y="167212"/>
                  </a:lnTo>
                  <a:lnTo>
                    <a:pt x="286884" y="168852"/>
                  </a:lnTo>
                  <a:lnTo>
                    <a:pt x="288523" y="172130"/>
                  </a:lnTo>
                  <a:lnTo>
                    <a:pt x="288523" y="172130"/>
                  </a:lnTo>
                  <a:lnTo>
                    <a:pt x="291802" y="175409"/>
                  </a:lnTo>
                  <a:lnTo>
                    <a:pt x="295081" y="175409"/>
                  </a:lnTo>
                  <a:lnTo>
                    <a:pt x="295081" y="173770"/>
                  </a:lnTo>
                  <a:lnTo>
                    <a:pt x="295081" y="173770"/>
                  </a:lnTo>
                  <a:lnTo>
                    <a:pt x="296720" y="172130"/>
                  </a:lnTo>
                  <a:lnTo>
                    <a:pt x="296720" y="170491"/>
                  </a:lnTo>
                  <a:lnTo>
                    <a:pt x="298360" y="167212"/>
                  </a:lnTo>
                  <a:lnTo>
                    <a:pt x="299999" y="167212"/>
                  </a:lnTo>
                  <a:lnTo>
                    <a:pt x="299999" y="162294"/>
                  </a:lnTo>
                  <a:lnTo>
                    <a:pt x="299999" y="162294"/>
                  </a:lnTo>
                  <a:lnTo>
                    <a:pt x="299999" y="162294"/>
                  </a:lnTo>
                  <a:lnTo>
                    <a:pt x="301638" y="157376"/>
                  </a:lnTo>
                  <a:lnTo>
                    <a:pt x="301638" y="15573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0" name="Freeform 3029">
              <a:extLst>
                <a:ext uri="{FF2B5EF4-FFF2-40B4-BE49-F238E27FC236}">
                  <a16:creationId xmlns:a16="http://schemas.microsoft.com/office/drawing/2014/main" id="{0526BC76-231E-264C-B2F6-4F11B87FBD95}"/>
                </a:ext>
              </a:extLst>
            </p:cNvPr>
            <p:cNvSpPr/>
            <p:nvPr/>
          </p:nvSpPr>
          <p:spPr>
            <a:xfrm>
              <a:off x="5818952" y="4380469"/>
              <a:ext cx="473768" cy="536062"/>
            </a:xfrm>
            <a:custGeom>
              <a:avLst/>
              <a:gdLst>
                <a:gd name="connsiteX0" fmla="*/ 0 w 473768"/>
                <a:gd name="connsiteY0" fmla="*/ 503276 h 536062"/>
                <a:gd name="connsiteX1" fmla="*/ 0 w 473768"/>
                <a:gd name="connsiteY1" fmla="*/ 499998 h 536062"/>
                <a:gd name="connsiteX2" fmla="*/ 0 w 473768"/>
                <a:gd name="connsiteY2" fmla="*/ 496719 h 536062"/>
                <a:gd name="connsiteX3" fmla="*/ 0 w 473768"/>
                <a:gd name="connsiteY3" fmla="*/ 491801 h 536062"/>
                <a:gd name="connsiteX4" fmla="*/ 1639 w 473768"/>
                <a:gd name="connsiteY4" fmla="*/ 488522 h 536062"/>
                <a:gd name="connsiteX5" fmla="*/ 1639 w 473768"/>
                <a:gd name="connsiteY5" fmla="*/ 483604 h 536062"/>
                <a:gd name="connsiteX6" fmla="*/ 1639 w 473768"/>
                <a:gd name="connsiteY6" fmla="*/ 480325 h 536062"/>
                <a:gd name="connsiteX7" fmla="*/ 1639 w 473768"/>
                <a:gd name="connsiteY7" fmla="*/ 475408 h 536062"/>
                <a:gd name="connsiteX8" fmla="*/ 1639 w 473768"/>
                <a:gd name="connsiteY8" fmla="*/ 472129 h 536062"/>
                <a:gd name="connsiteX9" fmla="*/ 1639 w 473768"/>
                <a:gd name="connsiteY9" fmla="*/ 467211 h 536062"/>
                <a:gd name="connsiteX10" fmla="*/ 1639 w 473768"/>
                <a:gd name="connsiteY10" fmla="*/ 463932 h 536062"/>
                <a:gd name="connsiteX11" fmla="*/ 1639 w 473768"/>
                <a:gd name="connsiteY11" fmla="*/ 460653 h 536062"/>
                <a:gd name="connsiteX12" fmla="*/ 1639 w 473768"/>
                <a:gd name="connsiteY12" fmla="*/ 455735 h 536062"/>
                <a:gd name="connsiteX13" fmla="*/ 1639 w 473768"/>
                <a:gd name="connsiteY13" fmla="*/ 452457 h 536062"/>
                <a:gd name="connsiteX14" fmla="*/ 1639 w 473768"/>
                <a:gd name="connsiteY14" fmla="*/ 447539 h 536062"/>
                <a:gd name="connsiteX15" fmla="*/ 0 w 473768"/>
                <a:gd name="connsiteY15" fmla="*/ 444260 h 536062"/>
                <a:gd name="connsiteX16" fmla="*/ 0 w 473768"/>
                <a:gd name="connsiteY16" fmla="*/ 440981 h 536062"/>
                <a:gd name="connsiteX17" fmla="*/ 3278 w 473768"/>
                <a:gd name="connsiteY17" fmla="*/ 439342 h 536062"/>
                <a:gd name="connsiteX18" fmla="*/ 6557 w 473768"/>
                <a:gd name="connsiteY18" fmla="*/ 436063 h 536062"/>
                <a:gd name="connsiteX19" fmla="*/ 6557 w 473768"/>
                <a:gd name="connsiteY19" fmla="*/ 434424 h 536062"/>
                <a:gd name="connsiteX20" fmla="*/ 8197 w 473768"/>
                <a:gd name="connsiteY20" fmla="*/ 431145 h 536062"/>
                <a:gd name="connsiteX21" fmla="*/ 9836 w 473768"/>
                <a:gd name="connsiteY21" fmla="*/ 426228 h 536062"/>
                <a:gd name="connsiteX22" fmla="*/ 11475 w 473768"/>
                <a:gd name="connsiteY22" fmla="*/ 422949 h 536062"/>
                <a:gd name="connsiteX23" fmla="*/ 11475 w 473768"/>
                <a:gd name="connsiteY23" fmla="*/ 419670 h 536062"/>
                <a:gd name="connsiteX24" fmla="*/ 11475 w 473768"/>
                <a:gd name="connsiteY24" fmla="*/ 416391 h 536062"/>
                <a:gd name="connsiteX25" fmla="*/ 14754 w 473768"/>
                <a:gd name="connsiteY25" fmla="*/ 411473 h 536062"/>
                <a:gd name="connsiteX26" fmla="*/ 13114 w 473768"/>
                <a:gd name="connsiteY26" fmla="*/ 408195 h 536062"/>
                <a:gd name="connsiteX27" fmla="*/ 14754 w 473768"/>
                <a:gd name="connsiteY27" fmla="*/ 403276 h 536062"/>
                <a:gd name="connsiteX28" fmla="*/ 16393 w 473768"/>
                <a:gd name="connsiteY28" fmla="*/ 401637 h 536062"/>
                <a:gd name="connsiteX29" fmla="*/ 18033 w 473768"/>
                <a:gd name="connsiteY29" fmla="*/ 396719 h 536062"/>
                <a:gd name="connsiteX30" fmla="*/ 19672 w 473768"/>
                <a:gd name="connsiteY30" fmla="*/ 393441 h 536062"/>
                <a:gd name="connsiteX31" fmla="*/ 19672 w 473768"/>
                <a:gd name="connsiteY31" fmla="*/ 390162 h 536062"/>
                <a:gd name="connsiteX32" fmla="*/ 19672 w 473768"/>
                <a:gd name="connsiteY32" fmla="*/ 385244 h 536062"/>
                <a:gd name="connsiteX33" fmla="*/ 21311 w 473768"/>
                <a:gd name="connsiteY33" fmla="*/ 381965 h 536062"/>
                <a:gd name="connsiteX34" fmla="*/ 22951 w 473768"/>
                <a:gd name="connsiteY34" fmla="*/ 378686 h 536062"/>
                <a:gd name="connsiteX35" fmla="*/ 22951 w 473768"/>
                <a:gd name="connsiteY35" fmla="*/ 373769 h 536062"/>
                <a:gd name="connsiteX36" fmla="*/ 21311 w 473768"/>
                <a:gd name="connsiteY36" fmla="*/ 370490 h 536062"/>
                <a:gd name="connsiteX37" fmla="*/ 22951 w 473768"/>
                <a:gd name="connsiteY37" fmla="*/ 365572 h 536062"/>
                <a:gd name="connsiteX38" fmla="*/ 22951 w 473768"/>
                <a:gd name="connsiteY38" fmla="*/ 362293 h 536062"/>
                <a:gd name="connsiteX39" fmla="*/ 24590 w 473768"/>
                <a:gd name="connsiteY39" fmla="*/ 359015 h 536062"/>
                <a:gd name="connsiteX40" fmla="*/ 24590 w 473768"/>
                <a:gd name="connsiteY40" fmla="*/ 354096 h 536062"/>
                <a:gd name="connsiteX41" fmla="*/ 29508 w 473768"/>
                <a:gd name="connsiteY41" fmla="*/ 352457 h 536062"/>
                <a:gd name="connsiteX42" fmla="*/ 29508 w 473768"/>
                <a:gd name="connsiteY42" fmla="*/ 347539 h 536062"/>
                <a:gd name="connsiteX43" fmla="*/ 29508 w 473768"/>
                <a:gd name="connsiteY43" fmla="*/ 344261 h 536062"/>
                <a:gd name="connsiteX44" fmla="*/ 29508 w 473768"/>
                <a:gd name="connsiteY44" fmla="*/ 340982 h 536062"/>
                <a:gd name="connsiteX45" fmla="*/ 29508 w 473768"/>
                <a:gd name="connsiteY45" fmla="*/ 337703 h 536062"/>
                <a:gd name="connsiteX46" fmla="*/ 29508 w 473768"/>
                <a:gd name="connsiteY46" fmla="*/ 332785 h 536062"/>
                <a:gd name="connsiteX47" fmla="*/ 34426 w 473768"/>
                <a:gd name="connsiteY47" fmla="*/ 331146 h 536062"/>
                <a:gd name="connsiteX48" fmla="*/ 36065 w 473768"/>
                <a:gd name="connsiteY48" fmla="*/ 326228 h 536062"/>
                <a:gd name="connsiteX49" fmla="*/ 39344 w 473768"/>
                <a:gd name="connsiteY49" fmla="*/ 322949 h 536062"/>
                <a:gd name="connsiteX50" fmla="*/ 42623 w 473768"/>
                <a:gd name="connsiteY50" fmla="*/ 319671 h 536062"/>
                <a:gd name="connsiteX51" fmla="*/ 45901 w 473768"/>
                <a:gd name="connsiteY51" fmla="*/ 314752 h 536062"/>
                <a:gd name="connsiteX52" fmla="*/ 45901 w 473768"/>
                <a:gd name="connsiteY52" fmla="*/ 311474 h 536062"/>
                <a:gd name="connsiteX53" fmla="*/ 45901 w 473768"/>
                <a:gd name="connsiteY53" fmla="*/ 309835 h 536062"/>
                <a:gd name="connsiteX54" fmla="*/ 47541 w 473768"/>
                <a:gd name="connsiteY54" fmla="*/ 304916 h 536062"/>
                <a:gd name="connsiteX55" fmla="*/ 50820 w 473768"/>
                <a:gd name="connsiteY55" fmla="*/ 301638 h 536062"/>
                <a:gd name="connsiteX56" fmla="*/ 54098 w 473768"/>
                <a:gd name="connsiteY56" fmla="*/ 298359 h 536062"/>
                <a:gd name="connsiteX57" fmla="*/ 57377 w 473768"/>
                <a:gd name="connsiteY57" fmla="*/ 296720 h 536062"/>
                <a:gd name="connsiteX58" fmla="*/ 59016 w 473768"/>
                <a:gd name="connsiteY58" fmla="*/ 296720 h 536062"/>
                <a:gd name="connsiteX59" fmla="*/ 62295 w 473768"/>
                <a:gd name="connsiteY59" fmla="*/ 296720 h 536062"/>
                <a:gd name="connsiteX60" fmla="*/ 65573 w 473768"/>
                <a:gd name="connsiteY60" fmla="*/ 293441 h 536062"/>
                <a:gd name="connsiteX61" fmla="*/ 65573 w 473768"/>
                <a:gd name="connsiteY61" fmla="*/ 290162 h 536062"/>
                <a:gd name="connsiteX62" fmla="*/ 70491 w 473768"/>
                <a:gd name="connsiteY62" fmla="*/ 286884 h 536062"/>
                <a:gd name="connsiteX63" fmla="*/ 72131 w 473768"/>
                <a:gd name="connsiteY63" fmla="*/ 283605 h 536062"/>
                <a:gd name="connsiteX64" fmla="*/ 73770 w 473768"/>
                <a:gd name="connsiteY64" fmla="*/ 278687 h 536062"/>
                <a:gd name="connsiteX65" fmla="*/ 75410 w 473768"/>
                <a:gd name="connsiteY65" fmla="*/ 275408 h 536062"/>
                <a:gd name="connsiteX66" fmla="*/ 75410 w 473768"/>
                <a:gd name="connsiteY66" fmla="*/ 272130 h 536062"/>
                <a:gd name="connsiteX67" fmla="*/ 77049 w 473768"/>
                <a:gd name="connsiteY67" fmla="*/ 267212 h 536062"/>
                <a:gd name="connsiteX68" fmla="*/ 78688 w 473768"/>
                <a:gd name="connsiteY68" fmla="*/ 263933 h 536062"/>
                <a:gd name="connsiteX69" fmla="*/ 78688 w 473768"/>
                <a:gd name="connsiteY69" fmla="*/ 260654 h 536062"/>
                <a:gd name="connsiteX70" fmla="*/ 78688 w 473768"/>
                <a:gd name="connsiteY70" fmla="*/ 260654 h 536062"/>
                <a:gd name="connsiteX71" fmla="*/ 78688 w 473768"/>
                <a:gd name="connsiteY71" fmla="*/ 255736 h 536062"/>
                <a:gd name="connsiteX72" fmla="*/ 78688 w 473768"/>
                <a:gd name="connsiteY72" fmla="*/ 255736 h 536062"/>
                <a:gd name="connsiteX73" fmla="*/ 78688 w 473768"/>
                <a:gd name="connsiteY73" fmla="*/ 252458 h 536062"/>
                <a:gd name="connsiteX74" fmla="*/ 78688 w 473768"/>
                <a:gd name="connsiteY74" fmla="*/ 247539 h 536062"/>
                <a:gd name="connsiteX75" fmla="*/ 78688 w 473768"/>
                <a:gd name="connsiteY75" fmla="*/ 244261 h 536062"/>
                <a:gd name="connsiteX76" fmla="*/ 80327 w 473768"/>
                <a:gd name="connsiteY76" fmla="*/ 240982 h 536062"/>
                <a:gd name="connsiteX77" fmla="*/ 80327 w 473768"/>
                <a:gd name="connsiteY77" fmla="*/ 236064 h 536062"/>
                <a:gd name="connsiteX78" fmla="*/ 80327 w 473768"/>
                <a:gd name="connsiteY78" fmla="*/ 232786 h 536062"/>
                <a:gd name="connsiteX79" fmla="*/ 80327 w 473768"/>
                <a:gd name="connsiteY79" fmla="*/ 229507 h 536062"/>
                <a:gd name="connsiteX80" fmla="*/ 80327 w 473768"/>
                <a:gd name="connsiteY80" fmla="*/ 224589 h 536062"/>
                <a:gd name="connsiteX81" fmla="*/ 78688 w 473768"/>
                <a:gd name="connsiteY81" fmla="*/ 221310 h 536062"/>
                <a:gd name="connsiteX82" fmla="*/ 78688 w 473768"/>
                <a:gd name="connsiteY82" fmla="*/ 221310 h 536062"/>
                <a:gd name="connsiteX83" fmla="*/ 75410 w 473768"/>
                <a:gd name="connsiteY83" fmla="*/ 216392 h 536062"/>
                <a:gd name="connsiteX84" fmla="*/ 78688 w 473768"/>
                <a:gd name="connsiteY84" fmla="*/ 213114 h 536062"/>
                <a:gd name="connsiteX85" fmla="*/ 75410 w 473768"/>
                <a:gd name="connsiteY85" fmla="*/ 209835 h 536062"/>
                <a:gd name="connsiteX86" fmla="*/ 72131 w 473768"/>
                <a:gd name="connsiteY86" fmla="*/ 204917 h 536062"/>
                <a:gd name="connsiteX87" fmla="*/ 68852 w 473768"/>
                <a:gd name="connsiteY87" fmla="*/ 201638 h 536062"/>
                <a:gd name="connsiteX88" fmla="*/ 68852 w 473768"/>
                <a:gd name="connsiteY88" fmla="*/ 198359 h 536062"/>
                <a:gd name="connsiteX89" fmla="*/ 67213 w 473768"/>
                <a:gd name="connsiteY89" fmla="*/ 193442 h 536062"/>
                <a:gd name="connsiteX90" fmla="*/ 65573 w 473768"/>
                <a:gd name="connsiteY90" fmla="*/ 190163 h 536062"/>
                <a:gd name="connsiteX91" fmla="*/ 62295 w 473768"/>
                <a:gd name="connsiteY91" fmla="*/ 186884 h 536062"/>
                <a:gd name="connsiteX92" fmla="*/ 60655 w 473768"/>
                <a:gd name="connsiteY92" fmla="*/ 183605 h 536062"/>
                <a:gd name="connsiteX93" fmla="*/ 60655 w 473768"/>
                <a:gd name="connsiteY93" fmla="*/ 180327 h 536062"/>
                <a:gd name="connsiteX94" fmla="*/ 60655 w 473768"/>
                <a:gd name="connsiteY94" fmla="*/ 177048 h 536062"/>
                <a:gd name="connsiteX95" fmla="*/ 57377 w 473768"/>
                <a:gd name="connsiteY95" fmla="*/ 172130 h 536062"/>
                <a:gd name="connsiteX96" fmla="*/ 55737 w 473768"/>
                <a:gd name="connsiteY96" fmla="*/ 168851 h 536062"/>
                <a:gd name="connsiteX97" fmla="*/ 55737 w 473768"/>
                <a:gd name="connsiteY97" fmla="*/ 165573 h 536062"/>
                <a:gd name="connsiteX98" fmla="*/ 55737 w 473768"/>
                <a:gd name="connsiteY98" fmla="*/ 162294 h 536062"/>
                <a:gd name="connsiteX99" fmla="*/ 55737 w 473768"/>
                <a:gd name="connsiteY99" fmla="*/ 157376 h 536062"/>
                <a:gd name="connsiteX100" fmla="*/ 54098 w 473768"/>
                <a:gd name="connsiteY100" fmla="*/ 154098 h 536062"/>
                <a:gd name="connsiteX101" fmla="*/ 54098 w 473768"/>
                <a:gd name="connsiteY101" fmla="*/ 154098 h 536062"/>
                <a:gd name="connsiteX102" fmla="*/ 52458 w 473768"/>
                <a:gd name="connsiteY102" fmla="*/ 149179 h 536062"/>
                <a:gd name="connsiteX103" fmla="*/ 49180 w 473768"/>
                <a:gd name="connsiteY103" fmla="*/ 145901 h 536062"/>
                <a:gd name="connsiteX104" fmla="*/ 47541 w 473768"/>
                <a:gd name="connsiteY104" fmla="*/ 142622 h 536062"/>
                <a:gd name="connsiteX105" fmla="*/ 49180 w 473768"/>
                <a:gd name="connsiteY105" fmla="*/ 137704 h 536062"/>
                <a:gd name="connsiteX106" fmla="*/ 49180 w 473768"/>
                <a:gd name="connsiteY106" fmla="*/ 137704 h 536062"/>
                <a:gd name="connsiteX107" fmla="*/ 54098 w 473768"/>
                <a:gd name="connsiteY107" fmla="*/ 134425 h 536062"/>
                <a:gd name="connsiteX108" fmla="*/ 49180 w 473768"/>
                <a:gd name="connsiteY108" fmla="*/ 137704 h 536062"/>
                <a:gd name="connsiteX109" fmla="*/ 49180 w 473768"/>
                <a:gd name="connsiteY109" fmla="*/ 140983 h 536062"/>
                <a:gd name="connsiteX110" fmla="*/ 52458 w 473768"/>
                <a:gd name="connsiteY110" fmla="*/ 137704 h 536062"/>
                <a:gd name="connsiteX111" fmla="*/ 55737 w 473768"/>
                <a:gd name="connsiteY111" fmla="*/ 134425 h 536062"/>
                <a:gd name="connsiteX112" fmla="*/ 57377 w 473768"/>
                <a:gd name="connsiteY112" fmla="*/ 131147 h 536062"/>
                <a:gd name="connsiteX113" fmla="*/ 60655 w 473768"/>
                <a:gd name="connsiteY113" fmla="*/ 127868 h 536062"/>
                <a:gd name="connsiteX114" fmla="*/ 62295 w 473768"/>
                <a:gd name="connsiteY114" fmla="*/ 127868 h 536062"/>
                <a:gd name="connsiteX115" fmla="*/ 63934 w 473768"/>
                <a:gd name="connsiteY115" fmla="*/ 124589 h 536062"/>
                <a:gd name="connsiteX116" fmla="*/ 62295 w 473768"/>
                <a:gd name="connsiteY116" fmla="*/ 121311 h 536062"/>
                <a:gd name="connsiteX117" fmla="*/ 62295 w 473768"/>
                <a:gd name="connsiteY117" fmla="*/ 119671 h 536062"/>
                <a:gd name="connsiteX118" fmla="*/ 62295 w 473768"/>
                <a:gd name="connsiteY118" fmla="*/ 114754 h 536062"/>
                <a:gd name="connsiteX119" fmla="*/ 63934 w 473768"/>
                <a:gd name="connsiteY119" fmla="*/ 113114 h 536062"/>
                <a:gd name="connsiteX120" fmla="*/ 62295 w 473768"/>
                <a:gd name="connsiteY120" fmla="*/ 109835 h 536062"/>
                <a:gd name="connsiteX121" fmla="*/ 62295 w 473768"/>
                <a:gd name="connsiteY121" fmla="*/ 108196 h 536062"/>
                <a:gd name="connsiteX122" fmla="*/ 59016 w 473768"/>
                <a:gd name="connsiteY122" fmla="*/ 104917 h 536062"/>
                <a:gd name="connsiteX123" fmla="*/ 59016 w 473768"/>
                <a:gd name="connsiteY123" fmla="*/ 99999 h 536062"/>
                <a:gd name="connsiteX124" fmla="*/ 57377 w 473768"/>
                <a:gd name="connsiteY124" fmla="*/ 96721 h 536062"/>
                <a:gd name="connsiteX125" fmla="*/ 55737 w 473768"/>
                <a:gd name="connsiteY125" fmla="*/ 93442 h 536062"/>
                <a:gd name="connsiteX126" fmla="*/ 54098 w 473768"/>
                <a:gd name="connsiteY126" fmla="*/ 90164 h 536062"/>
                <a:gd name="connsiteX127" fmla="*/ 52458 w 473768"/>
                <a:gd name="connsiteY127" fmla="*/ 85245 h 536062"/>
                <a:gd name="connsiteX128" fmla="*/ 52458 w 473768"/>
                <a:gd name="connsiteY128" fmla="*/ 85245 h 536062"/>
                <a:gd name="connsiteX129" fmla="*/ 50820 w 473768"/>
                <a:gd name="connsiteY129" fmla="*/ 80327 h 536062"/>
                <a:gd name="connsiteX130" fmla="*/ 49180 w 473768"/>
                <a:gd name="connsiteY130" fmla="*/ 77049 h 536062"/>
                <a:gd name="connsiteX131" fmla="*/ 47541 w 473768"/>
                <a:gd name="connsiteY131" fmla="*/ 73770 h 536062"/>
                <a:gd name="connsiteX132" fmla="*/ 45901 w 473768"/>
                <a:gd name="connsiteY132" fmla="*/ 68852 h 536062"/>
                <a:gd name="connsiteX133" fmla="*/ 45901 w 473768"/>
                <a:gd name="connsiteY133" fmla="*/ 65573 h 536062"/>
                <a:gd name="connsiteX134" fmla="*/ 42623 w 473768"/>
                <a:gd name="connsiteY134" fmla="*/ 62295 h 536062"/>
                <a:gd name="connsiteX135" fmla="*/ 42623 w 473768"/>
                <a:gd name="connsiteY135" fmla="*/ 59016 h 536062"/>
                <a:gd name="connsiteX136" fmla="*/ 42623 w 473768"/>
                <a:gd name="connsiteY136" fmla="*/ 57377 h 536062"/>
                <a:gd name="connsiteX137" fmla="*/ 42623 w 473768"/>
                <a:gd name="connsiteY137" fmla="*/ 54098 h 536062"/>
                <a:gd name="connsiteX138" fmla="*/ 42623 w 473768"/>
                <a:gd name="connsiteY138" fmla="*/ 50819 h 536062"/>
                <a:gd name="connsiteX139" fmla="*/ 39344 w 473768"/>
                <a:gd name="connsiteY139" fmla="*/ 45901 h 536062"/>
                <a:gd name="connsiteX140" fmla="*/ 37705 w 473768"/>
                <a:gd name="connsiteY140" fmla="*/ 42622 h 536062"/>
                <a:gd name="connsiteX141" fmla="*/ 34426 w 473768"/>
                <a:gd name="connsiteY141" fmla="*/ 39344 h 536062"/>
                <a:gd name="connsiteX142" fmla="*/ 34426 w 473768"/>
                <a:gd name="connsiteY142" fmla="*/ 37705 h 536062"/>
                <a:gd name="connsiteX143" fmla="*/ 31147 w 473768"/>
                <a:gd name="connsiteY143" fmla="*/ 34426 h 536062"/>
                <a:gd name="connsiteX144" fmla="*/ 29508 w 473768"/>
                <a:gd name="connsiteY144" fmla="*/ 31147 h 536062"/>
                <a:gd name="connsiteX145" fmla="*/ 27868 w 473768"/>
                <a:gd name="connsiteY145" fmla="*/ 26229 h 536062"/>
                <a:gd name="connsiteX146" fmla="*/ 26229 w 473768"/>
                <a:gd name="connsiteY146" fmla="*/ 22951 h 536062"/>
                <a:gd name="connsiteX147" fmla="*/ 24590 w 473768"/>
                <a:gd name="connsiteY147" fmla="*/ 19672 h 536062"/>
                <a:gd name="connsiteX148" fmla="*/ 22951 w 473768"/>
                <a:gd name="connsiteY148" fmla="*/ 14754 h 536062"/>
                <a:gd name="connsiteX149" fmla="*/ 21311 w 473768"/>
                <a:gd name="connsiteY149" fmla="*/ 11475 h 536062"/>
                <a:gd name="connsiteX150" fmla="*/ 24590 w 473768"/>
                <a:gd name="connsiteY150" fmla="*/ 9836 h 536062"/>
                <a:gd name="connsiteX151" fmla="*/ 29508 w 473768"/>
                <a:gd name="connsiteY151" fmla="*/ 9836 h 536062"/>
                <a:gd name="connsiteX152" fmla="*/ 32787 w 473768"/>
                <a:gd name="connsiteY152" fmla="*/ 8197 h 536062"/>
                <a:gd name="connsiteX153" fmla="*/ 36065 w 473768"/>
                <a:gd name="connsiteY153" fmla="*/ 6557 h 536062"/>
                <a:gd name="connsiteX154" fmla="*/ 40983 w 473768"/>
                <a:gd name="connsiteY154" fmla="*/ 8197 h 536062"/>
                <a:gd name="connsiteX155" fmla="*/ 44262 w 473768"/>
                <a:gd name="connsiteY155" fmla="*/ 4918 h 536062"/>
                <a:gd name="connsiteX156" fmla="*/ 47541 w 473768"/>
                <a:gd name="connsiteY156" fmla="*/ 1639 h 536062"/>
                <a:gd name="connsiteX157" fmla="*/ 50820 w 473768"/>
                <a:gd name="connsiteY157" fmla="*/ 1639 h 536062"/>
                <a:gd name="connsiteX158" fmla="*/ 52458 w 473768"/>
                <a:gd name="connsiteY158" fmla="*/ 1639 h 536062"/>
                <a:gd name="connsiteX159" fmla="*/ 55737 w 473768"/>
                <a:gd name="connsiteY159" fmla="*/ 0 h 536062"/>
                <a:gd name="connsiteX160" fmla="*/ 59016 w 473768"/>
                <a:gd name="connsiteY160" fmla="*/ 1639 h 536062"/>
                <a:gd name="connsiteX161" fmla="*/ 62295 w 473768"/>
                <a:gd name="connsiteY161" fmla="*/ 1639 h 536062"/>
                <a:gd name="connsiteX162" fmla="*/ 63934 w 473768"/>
                <a:gd name="connsiteY162" fmla="*/ 0 h 536062"/>
                <a:gd name="connsiteX163" fmla="*/ 63934 w 473768"/>
                <a:gd name="connsiteY163" fmla="*/ 0 h 536062"/>
                <a:gd name="connsiteX164" fmla="*/ 65573 w 473768"/>
                <a:gd name="connsiteY164" fmla="*/ 0 h 536062"/>
                <a:gd name="connsiteX165" fmla="*/ 68852 w 473768"/>
                <a:gd name="connsiteY165" fmla="*/ 0 h 536062"/>
                <a:gd name="connsiteX166" fmla="*/ 72131 w 473768"/>
                <a:gd name="connsiteY166" fmla="*/ 0 h 536062"/>
                <a:gd name="connsiteX167" fmla="*/ 75410 w 473768"/>
                <a:gd name="connsiteY167" fmla="*/ 0 h 536062"/>
                <a:gd name="connsiteX168" fmla="*/ 80327 w 473768"/>
                <a:gd name="connsiteY168" fmla="*/ 0 h 536062"/>
                <a:gd name="connsiteX169" fmla="*/ 83606 w 473768"/>
                <a:gd name="connsiteY169" fmla="*/ 0 h 536062"/>
                <a:gd name="connsiteX170" fmla="*/ 86885 w 473768"/>
                <a:gd name="connsiteY170" fmla="*/ 0 h 536062"/>
                <a:gd name="connsiteX171" fmla="*/ 91803 w 473768"/>
                <a:gd name="connsiteY171" fmla="*/ 0 h 536062"/>
                <a:gd name="connsiteX172" fmla="*/ 95081 w 473768"/>
                <a:gd name="connsiteY172" fmla="*/ 0 h 536062"/>
                <a:gd name="connsiteX173" fmla="*/ 98360 w 473768"/>
                <a:gd name="connsiteY173" fmla="*/ 1639 h 536062"/>
                <a:gd name="connsiteX174" fmla="*/ 101639 w 473768"/>
                <a:gd name="connsiteY174" fmla="*/ 1639 h 536062"/>
                <a:gd name="connsiteX175" fmla="*/ 104917 w 473768"/>
                <a:gd name="connsiteY175" fmla="*/ 1639 h 536062"/>
                <a:gd name="connsiteX176" fmla="*/ 108196 w 473768"/>
                <a:gd name="connsiteY176" fmla="*/ 1639 h 536062"/>
                <a:gd name="connsiteX177" fmla="*/ 113114 w 473768"/>
                <a:gd name="connsiteY177" fmla="*/ 1639 h 536062"/>
                <a:gd name="connsiteX178" fmla="*/ 116393 w 473768"/>
                <a:gd name="connsiteY178" fmla="*/ 1639 h 536062"/>
                <a:gd name="connsiteX179" fmla="*/ 118032 w 473768"/>
                <a:gd name="connsiteY179" fmla="*/ 1639 h 536062"/>
                <a:gd name="connsiteX180" fmla="*/ 121311 w 473768"/>
                <a:gd name="connsiteY180" fmla="*/ 1639 h 536062"/>
                <a:gd name="connsiteX181" fmla="*/ 126229 w 473768"/>
                <a:gd name="connsiteY181" fmla="*/ 0 h 536062"/>
                <a:gd name="connsiteX182" fmla="*/ 127868 w 473768"/>
                <a:gd name="connsiteY182" fmla="*/ 0 h 536062"/>
                <a:gd name="connsiteX183" fmla="*/ 132786 w 473768"/>
                <a:gd name="connsiteY183" fmla="*/ 0 h 536062"/>
                <a:gd name="connsiteX184" fmla="*/ 136065 w 473768"/>
                <a:gd name="connsiteY184" fmla="*/ 0 h 536062"/>
                <a:gd name="connsiteX185" fmla="*/ 136065 w 473768"/>
                <a:gd name="connsiteY185" fmla="*/ 0 h 536062"/>
                <a:gd name="connsiteX186" fmla="*/ 137704 w 473768"/>
                <a:gd name="connsiteY186" fmla="*/ 0 h 536062"/>
                <a:gd name="connsiteX187" fmla="*/ 142622 w 473768"/>
                <a:gd name="connsiteY187" fmla="*/ 0 h 536062"/>
                <a:gd name="connsiteX188" fmla="*/ 145901 w 473768"/>
                <a:gd name="connsiteY188" fmla="*/ 0 h 536062"/>
                <a:gd name="connsiteX189" fmla="*/ 149180 w 473768"/>
                <a:gd name="connsiteY189" fmla="*/ 0 h 536062"/>
                <a:gd name="connsiteX190" fmla="*/ 152458 w 473768"/>
                <a:gd name="connsiteY190" fmla="*/ 0 h 536062"/>
                <a:gd name="connsiteX191" fmla="*/ 157376 w 473768"/>
                <a:gd name="connsiteY191" fmla="*/ 1639 h 536062"/>
                <a:gd name="connsiteX192" fmla="*/ 160655 w 473768"/>
                <a:gd name="connsiteY192" fmla="*/ 0 h 536062"/>
                <a:gd name="connsiteX193" fmla="*/ 163934 w 473768"/>
                <a:gd name="connsiteY193" fmla="*/ 0 h 536062"/>
                <a:gd name="connsiteX194" fmla="*/ 168851 w 473768"/>
                <a:gd name="connsiteY194" fmla="*/ 0 h 536062"/>
                <a:gd name="connsiteX195" fmla="*/ 168851 w 473768"/>
                <a:gd name="connsiteY195" fmla="*/ 0 h 536062"/>
                <a:gd name="connsiteX196" fmla="*/ 173770 w 473768"/>
                <a:gd name="connsiteY196" fmla="*/ 0 h 536062"/>
                <a:gd name="connsiteX197" fmla="*/ 177048 w 473768"/>
                <a:gd name="connsiteY197" fmla="*/ 0 h 536062"/>
                <a:gd name="connsiteX198" fmla="*/ 181966 w 473768"/>
                <a:gd name="connsiteY198" fmla="*/ 1639 h 536062"/>
                <a:gd name="connsiteX199" fmla="*/ 181966 w 473768"/>
                <a:gd name="connsiteY199" fmla="*/ 1639 h 536062"/>
                <a:gd name="connsiteX200" fmla="*/ 186884 w 473768"/>
                <a:gd name="connsiteY200" fmla="*/ 1639 h 536062"/>
                <a:gd name="connsiteX201" fmla="*/ 186884 w 473768"/>
                <a:gd name="connsiteY201" fmla="*/ 1639 h 536062"/>
                <a:gd name="connsiteX202" fmla="*/ 186884 w 473768"/>
                <a:gd name="connsiteY202" fmla="*/ 3278 h 536062"/>
                <a:gd name="connsiteX203" fmla="*/ 186884 w 473768"/>
                <a:gd name="connsiteY203" fmla="*/ 6557 h 536062"/>
                <a:gd name="connsiteX204" fmla="*/ 186884 w 473768"/>
                <a:gd name="connsiteY204" fmla="*/ 8197 h 536062"/>
                <a:gd name="connsiteX205" fmla="*/ 188524 w 473768"/>
                <a:gd name="connsiteY205" fmla="*/ 11475 h 536062"/>
                <a:gd name="connsiteX206" fmla="*/ 191802 w 473768"/>
                <a:gd name="connsiteY206" fmla="*/ 14754 h 536062"/>
                <a:gd name="connsiteX207" fmla="*/ 191802 w 473768"/>
                <a:gd name="connsiteY207" fmla="*/ 18032 h 536062"/>
                <a:gd name="connsiteX208" fmla="*/ 191802 w 473768"/>
                <a:gd name="connsiteY208" fmla="*/ 22951 h 536062"/>
                <a:gd name="connsiteX209" fmla="*/ 191802 w 473768"/>
                <a:gd name="connsiteY209" fmla="*/ 26229 h 536062"/>
                <a:gd name="connsiteX210" fmla="*/ 193442 w 473768"/>
                <a:gd name="connsiteY210" fmla="*/ 29508 h 536062"/>
                <a:gd name="connsiteX211" fmla="*/ 193442 w 473768"/>
                <a:gd name="connsiteY211" fmla="*/ 32787 h 536062"/>
                <a:gd name="connsiteX212" fmla="*/ 195081 w 473768"/>
                <a:gd name="connsiteY212" fmla="*/ 37705 h 536062"/>
                <a:gd name="connsiteX213" fmla="*/ 195081 w 473768"/>
                <a:gd name="connsiteY213" fmla="*/ 37705 h 536062"/>
                <a:gd name="connsiteX214" fmla="*/ 196720 w 473768"/>
                <a:gd name="connsiteY214" fmla="*/ 40983 h 536062"/>
                <a:gd name="connsiteX215" fmla="*/ 199999 w 473768"/>
                <a:gd name="connsiteY215" fmla="*/ 45901 h 536062"/>
                <a:gd name="connsiteX216" fmla="*/ 199999 w 473768"/>
                <a:gd name="connsiteY216" fmla="*/ 49180 h 536062"/>
                <a:gd name="connsiteX217" fmla="*/ 201638 w 473768"/>
                <a:gd name="connsiteY217" fmla="*/ 52458 h 536062"/>
                <a:gd name="connsiteX218" fmla="*/ 199999 w 473768"/>
                <a:gd name="connsiteY218" fmla="*/ 55737 h 536062"/>
                <a:gd name="connsiteX219" fmla="*/ 199999 w 473768"/>
                <a:gd name="connsiteY219" fmla="*/ 60655 h 536062"/>
                <a:gd name="connsiteX220" fmla="*/ 203278 w 473768"/>
                <a:gd name="connsiteY220" fmla="*/ 63934 h 536062"/>
                <a:gd name="connsiteX221" fmla="*/ 206557 w 473768"/>
                <a:gd name="connsiteY221" fmla="*/ 67212 h 536062"/>
                <a:gd name="connsiteX222" fmla="*/ 209835 w 473768"/>
                <a:gd name="connsiteY222" fmla="*/ 70491 h 536062"/>
                <a:gd name="connsiteX223" fmla="*/ 209835 w 473768"/>
                <a:gd name="connsiteY223" fmla="*/ 73770 h 536062"/>
                <a:gd name="connsiteX224" fmla="*/ 213114 w 473768"/>
                <a:gd name="connsiteY224" fmla="*/ 77049 h 536062"/>
                <a:gd name="connsiteX225" fmla="*/ 213114 w 473768"/>
                <a:gd name="connsiteY225" fmla="*/ 80327 h 536062"/>
                <a:gd name="connsiteX226" fmla="*/ 214753 w 473768"/>
                <a:gd name="connsiteY226" fmla="*/ 83606 h 536062"/>
                <a:gd name="connsiteX227" fmla="*/ 218032 w 473768"/>
                <a:gd name="connsiteY227" fmla="*/ 86885 h 536062"/>
                <a:gd name="connsiteX228" fmla="*/ 219671 w 473768"/>
                <a:gd name="connsiteY228" fmla="*/ 90164 h 536062"/>
                <a:gd name="connsiteX229" fmla="*/ 221310 w 473768"/>
                <a:gd name="connsiteY229" fmla="*/ 95081 h 536062"/>
                <a:gd name="connsiteX230" fmla="*/ 222950 w 473768"/>
                <a:gd name="connsiteY230" fmla="*/ 98360 h 536062"/>
                <a:gd name="connsiteX231" fmla="*/ 226228 w 473768"/>
                <a:gd name="connsiteY231" fmla="*/ 99999 h 536062"/>
                <a:gd name="connsiteX232" fmla="*/ 229507 w 473768"/>
                <a:gd name="connsiteY232" fmla="*/ 96721 h 536062"/>
                <a:gd name="connsiteX233" fmla="*/ 234425 w 473768"/>
                <a:gd name="connsiteY233" fmla="*/ 98360 h 536062"/>
                <a:gd name="connsiteX234" fmla="*/ 237704 w 473768"/>
                <a:gd name="connsiteY234" fmla="*/ 96721 h 536062"/>
                <a:gd name="connsiteX235" fmla="*/ 240982 w 473768"/>
                <a:gd name="connsiteY235" fmla="*/ 99999 h 536062"/>
                <a:gd name="connsiteX236" fmla="*/ 245901 w 473768"/>
                <a:gd name="connsiteY236" fmla="*/ 99999 h 536062"/>
                <a:gd name="connsiteX237" fmla="*/ 245901 w 473768"/>
                <a:gd name="connsiteY237" fmla="*/ 96721 h 536062"/>
                <a:gd name="connsiteX238" fmla="*/ 245901 w 473768"/>
                <a:gd name="connsiteY238" fmla="*/ 96721 h 536062"/>
                <a:gd name="connsiteX239" fmla="*/ 249179 w 473768"/>
                <a:gd name="connsiteY239" fmla="*/ 95081 h 536062"/>
                <a:gd name="connsiteX240" fmla="*/ 252458 w 473768"/>
                <a:gd name="connsiteY240" fmla="*/ 95081 h 536062"/>
                <a:gd name="connsiteX241" fmla="*/ 257376 w 473768"/>
                <a:gd name="connsiteY241" fmla="*/ 95081 h 536062"/>
                <a:gd name="connsiteX242" fmla="*/ 260654 w 473768"/>
                <a:gd name="connsiteY242" fmla="*/ 95081 h 536062"/>
                <a:gd name="connsiteX243" fmla="*/ 263933 w 473768"/>
                <a:gd name="connsiteY243" fmla="*/ 91802 h 536062"/>
                <a:gd name="connsiteX244" fmla="*/ 265572 w 473768"/>
                <a:gd name="connsiteY244" fmla="*/ 91802 h 536062"/>
                <a:gd name="connsiteX245" fmla="*/ 270491 w 473768"/>
                <a:gd name="connsiteY245" fmla="*/ 91802 h 536062"/>
                <a:gd name="connsiteX246" fmla="*/ 272130 w 473768"/>
                <a:gd name="connsiteY246" fmla="*/ 95081 h 536062"/>
                <a:gd name="connsiteX247" fmla="*/ 272130 w 473768"/>
                <a:gd name="connsiteY247" fmla="*/ 95081 h 536062"/>
                <a:gd name="connsiteX248" fmla="*/ 277048 w 473768"/>
                <a:gd name="connsiteY248" fmla="*/ 95081 h 536062"/>
                <a:gd name="connsiteX249" fmla="*/ 281966 w 473768"/>
                <a:gd name="connsiteY249" fmla="*/ 95081 h 536062"/>
                <a:gd name="connsiteX250" fmla="*/ 285245 w 473768"/>
                <a:gd name="connsiteY250" fmla="*/ 95081 h 536062"/>
                <a:gd name="connsiteX251" fmla="*/ 290162 w 473768"/>
                <a:gd name="connsiteY251" fmla="*/ 95081 h 536062"/>
                <a:gd name="connsiteX252" fmla="*/ 293441 w 473768"/>
                <a:gd name="connsiteY252" fmla="*/ 95081 h 536062"/>
                <a:gd name="connsiteX253" fmla="*/ 293441 w 473768"/>
                <a:gd name="connsiteY253" fmla="*/ 91802 h 536062"/>
                <a:gd name="connsiteX254" fmla="*/ 293441 w 473768"/>
                <a:gd name="connsiteY254" fmla="*/ 88524 h 536062"/>
                <a:gd name="connsiteX255" fmla="*/ 293441 w 473768"/>
                <a:gd name="connsiteY255" fmla="*/ 85245 h 536062"/>
                <a:gd name="connsiteX256" fmla="*/ 295081 w 473768"/>
                <a:gd name="connsiteY256" fmla="*/ 80327 h 536062"/>
                <a:gd name="connsiteX257" fmla="*/ 295081 w 473768"/>
                <a:gd name="connsiteY257" fmla="*/ 80327 h 536062"/>
                <a:gd name="connsiteX258" fmla="*/ 293441 w 473768"/>
                <a:gd name="connsiteY258" fmla="*/ 75409 h 536062"/>
                <a:gd name="connsiteX259" fmla="*/ 296720 w 473768"/>
                <a:gd name="connsiteY259" fmla="*/ 75409 h 536062"/>
                <a:gd name="connsiteX260" fmla="*/ 299998 w 473768"/>
                <a:gd name="connsiteY260" fmla="*/ 72131 h 536062"/>
                <a:gd name="connsiteX261" fmla="*/ 299998 w 473768"/>
                <a:gd name="connsiteY261" fmla="*/ 68852 h 536062"/>
                <a:gd name="connsiteX262" fmla="*/ 298359 w 473768"/>
                <a:gd name="connsiteY262" fmla="*/ 63934 h 536062"/>
                <a:gd name="connsiteX263" fmla="*/ 298359 w 473768"/>
                <a:gd name="connsiteY263" fmla="*/ 60655 h 536062"/>
                <a:gd name="connsiteX264" fmla="*/ 298359 w 473768"/>
                <a:gd name="connsiteY264" fmla="*/ 57377 h 536062"/>
                <a:gd name="connsiteX265" fmla="*/ 301638 w 473768"/>
                <a:gd name="connsiteY265" fmla="*/ 52458 h 536062"/>
                <a:gd name="connsiteX266" fmla="*/ 299998 w 473768"/>
                <a:gd name="connsiteY266" fmla="*/ 50819 h 536062"/>
                <a:gd name="connsiteX267" fmla="*/ 303277 w 473768"/>
                <a:gd name="connsiteY267" fmla="*/ 50819 h 536062"/>
                <a:gd name="connsiteX268" fmla="*/ 306556 w 473768"/>
                <a:gd name="connsiteY268" fmla="*/ 50819 h 536062"/>
                <a:gd name="connsiteX269" fmla="*/ 311474 w 473768"/>
                <a:gd name="connsiteY269" fmla="*/ 50819 h 536062"/>
                <a:gd name="connsiteX270" fmla="*/ 316392 w 473768"/>
                <a:gd name="connsiteY270" fmla="*/ 50819 h 536062"/>
                <a:gd name="connsiteX271" fmla="*/ 318031 w 473768"/>
                <a:gd name="connsiteY271" fmla="*/ 50819 h 536062"/>
                <a:gd name="connsiteX272" fmla="*/ 322949 w 473768"/>
                <a:gd name="connsiteY272" fmla="*/ 50819 h 536062"/>
                <a:gd name="connsiteX273" fmla="*/ 326228 w 473768"/>
                <a:gd name="connsiteY273" fmla="*/ 50819 h 536062"/>
                <a:gd name="connsiteX274" fmla="*/ 329507 w 473768"/>
                <a:gd name="connsiteY274" fmla="*/ 50819 h 536062"/>
                <a:gd name="connsiteX275" fmla="*/ 331146 w 473768"/>
                <a:gd name="connsiteY275" fmla="*/ 47541 h 536062"/>
                <a:gd name="connsiteX276" fmla="*/ 334425 w 473768"/>
                <a:gd name="connsiteY276" fmla="*/ 47541 h 536062"/>
                <a:gd name="connsiteX277" fmla="*/ 339342 w 473768"/>
                <a:gd name="connsiteY277" fmla="*/ 47541 h 536062"/>
                <a:gd name="connsiteX278" fmla="*/ 342621 w 473768"/>
                <a:gd name="connsiteY278" fmla="*/ 47541 h 536062"/>
                <a:gd name="connsiteX279" fmla="*/ 342621 w 473768"/>
                <a:gd name="connsiteY279" fmla="*/ 47541 h 536062"/>
                <a:gd name="connsiteX280" fmla="*/ 340982 w 473768"/>
                <a:gd name="connsiteY280" fmla="*/ 52458 h 536062"/>
                <a:gd name="connsiteX281" fmla="*/ 339342 w 473768"/>
                <a:gd name="connsiteY281" fmla="*/ 55737 h 536062"/>
                <a:gd name="connsiteX282" fmla="*/ 339342 w 473768"/>
                <a:gd name="connsiteY282" fmla="*/ 59016 h 536062"/>
                <a:gd name="connsiteX283" fmla="*/ 339342 w 473768"/>
                <a:gd name="connsiteY283" fmla="*/ 63934 h 536062"/>
                <a:gd name="connsiteX284" fmla="*/ 342621 w 473768"/>
                <a:gd name="connsiteY284" fmla="*/ 63934 h 536062"/>
                <a:gd name="connsiteX285" fmla="*/ 345900 w 473768"/>
                <a:gd name="connsiteY285" fmla="*/ 63934 h 536062"/>
                <a:gd name="connsiteX286" fmla="*/ 349179 w 473768"/>
                <a:gd name="connsiteY286" fmla="*/ 63934 h 536062"/>
                <a:gd name="connsiteX287" fmla="*/ 352457 w 473768"/>
                <a:gd name="connsiteY287" fmla="*/ 63934 h 536062"/>
                <a:gd name="connsiteX288" fmla="*/ 357375 w 473768"/>
                <a:gd name="connsiteY288" fmla="*/ 63934 h 536062"/>
                <a:gd name="connsiteX289" fmla="*/ 360654 w 473768"/>
                <a:gd name="connsiteY289" fmla="*/ 63934 h 536062"/>
                <a:gd name="connsiteX290" fmla="*/ 363932 w 473768"/>
                <a:gd name="connsiteY290" fmla="*/ 63934 h 536062"/>
                <a:gd name="connsiteX291" fmla="*/ 367211 w 473768"/>
                <a:gd name="connsiteY291" fmla="*/ 63934 h 536062"/>
                <a:gd name="connsiteX292" fmla="*/ 372129 w 473768"/>
                <a:gd name="connsiteY292" fmla="*/ 63934 h 536062"/>
                <a:gd name="connsiteX293" fmla="*/ 375408 w 473768"/>
                <a:gd name="connsiteY293" fmla="*/ 63934 h 536062"/>
                <a:gd name="connsiteX294" fmla="*/ 378687 w 473768"/>
                <a:gd name="connsiteY294" fmla="*/ 63934 h 536062"/>
                <a:gd name="connsiteX295" fmla="*/ 383605 w 473768"/>
                <a:gd name="connsiteY295" fmla="*/ 63934 h 536062"/>
                <a:gd name="connsiteX296" fmla="*/ 386884 w 473768"/>
                <a:gd name="connsiteY296" fmla="*/ 62295 h 536062"/>
                <a:gd name="connsiteX297" fmla="*/ 386884 w 473768"/>
                <a:gd name="connsiteY297" fmla="*/ 63934 h 536062"/>
                <a:gd name="connsiteX298" fmla="*/ 388523 w 473768"/>
                <a:gd name="connsiteY298" fmla="*/ 68852 h 536062"/>
                <a:gd name="connsiteX299" fmla="*/ 390162 w 473768"/>
                <a:gd name="connsiteY299" fmla="*/ 72131 h 536062"/>
                <a:gd name="connsiteX300" fmla="*/ 388523 w 473768"/>
                <a:gd name="connsiteY300" fmla="*/ 75409 h 536062"/>
                <a:gd name="connsiteX301" fmla="*/ 388523 w 473768"/>
                <a:gd name="connsiteY301" fmla="*/ 78688 h 536062"/>
                <a:gd name="connsiteX302" fmla="*/ 386884 w 473768"/>
                <a:gd name="connsiteY302" fmla="*/ 81967 h 536062"/>
                <a:gd name="connsiteX303" fmla="*/ 386884 w 473768"/>
                <a:gd name="connsiteY303" fmla="*/ 86885 h 536062"/>
                <a:gd name="connsiteX304" fmla="*/ 385244 w 473768"/>
                <a:gd name="connsiteY304" fmla="*/ 90164 h 536062"/>
                <a:gd name="connsiteX305" fmla="*/ 385244 w 473768"/>
                <a:gd name="connsiteY305" fmla="*/ 93442 h 536062"/>
                <a:gd name="connsiteX306" fmla="*/ 386884 w 473768"/>
                <a:gd name="connsiteY306" fmla="*/ 98360 h 536062"/>
                <a:gd name="connsiteX307" fmla="*/ 388523 w 473768"/>
                <a:gd name="connsiteY307" fmla="*/ 101639 h 536062"/>
                <a:gd name="connsiteX308" fmla="*/ 390162 w 473768"/>
                <a:gd name="connsiteY308" fmla="*/ 104917 h 536062"/>
                <a:gd name="connsiteX309" fmla="*/ 390162 w 473768"/>
                <a:gd name="connsiteY309" fmla="*/ 109835 h 536062"/>
                <a:gd name="connsiteX310" fmla="*/ 390162 w 473768"/>
                <a:gd name="connsiteY310" fmla="*/ 111475 h 536062"/>
                <a:gd name="connsiteX311" fmla="*/ 391801 w 473768"/>
                <a:gd name="connsiteY311" fmla="*/ 114754 h 536062"/>
                <a:gd name="connsiteX312" fmla="*/ 391801 w 473768"/>
                <a:gd name="connsiteY312" fmla="*/ 118032 h 536062"/>
                <a:gd name="connsiteX313" fmla="*/ 390162 w 473768"/>
                <a:gd name="connsiteY313" fmla="*/ 122950 h 536062"/>
                <a:gd name="connsiteX314" fmla="*/ 390162 w 473768"/>
                <a:gd name="connsiteY314" fmla="*/ 126229 h 536062"/>
                <a:gd name="connsiteX315" fmla="*/ 390162 w 473768"/>
                <a:gd name="connsiteY315" fmla="*/ 129508 h 536062"/>
                <a:gd name="connsiteX316" fmla="*/ 388523 w 473768"/>
                <a:gd name="connsiteY316" fmla="*/ 134425 h 536062"/>
                <a:gd name="connsiteX317" fmla="*/ 388523 w 473768"/>
                <a:gd name="connsiteY317" fmla="*/ 137704 h 536062"/>
                <a:gd name="connsiteX318" fmla="*/ 388523 w 473768"/>
                <a:gd name="connsiteY318" fmla="*/ 140983 h 536062"/>
                <a:gd name="connsiteX319" fmla="*/ 388523 w 473768"/>
                <a:gd name="connsiteY319" fmla="*/ 144261 h 536062"/>
                <a:gd name="connsiteX320" fmla="*/ 388523 w 473768"/>
                <a:gd name="connsiteY320" fmla="*/ 147540 h 536062"/>
                <a:gd name="connsiteX321" fmla="*/ 388523 w 473768"/>
                <a:gd name="connsiteY321" fmla="*/ 150819 h 536062"/>
                <a:gd name="connsiteX322" fmla="*/ 386884 w 473768"/>
                <a:gd name="connsiteY322" fmla="*/ 154098 h 536062"/>
                <a:gd name="connsiteX323" fmla="*/ 386884 w 473768"/>
                <a:gd name="connsiteY323" fmla="*/ 159015 h 536062"/>
                <a:gd name="connsiteX324" fmla="*/ 386884 w 473768"/>
                <a:gd name="connsiteY324" fmla="*/ 162294 h 536062"/>
                <a:gd name="connsiteX325" fmla="*/ 388523 w 473768"/>
                <a:gd name="connsiteY325" fmla="*/ 165573 h 536062"/>
                <a:gd name="connsiteX326" fmla="*/ 390162 w 473768"/>
                <a:gd name="connsiteY326" fmla="*/ 170491 h 536062"/>
                <a:gd name="connsiteX327" fmla="*/ 393441 w 473768"/>
                <a:gd name="connsiteY327" fmla="*/ 173769 h 536062"/>
                <a:gd name="connsiteX328" fmla="*/ 396719 w 473768"/>
                <a:gd name="connsiteY328" fmla="*/ 177048 h 536062"/>
                <a:gd name="connsiteX329" fmla="*/ 399998 w 473768"/>
                <a:gd name="connsiteY329" fmla="*/ 178688 h 536062"/>
                <a:gd name="connsiteX330" fmla="*/ 399998 w 473768"/>
                <a:gd name="connsiteY330" fmla="*/ 183605 h 536062"/>
                <a:gd name="connsiteX331" fmla="*/ 401638 w 473768"/>
                <a:gd name="connsiteY331" fmla="*/ 183605 h 536062"/>
                <a:gd name="connsiteX332" fmla="*/ 401638 w 473768"/>
                <a:gd name="connsiteY332" fmla="*/ 186884 h 536062"/>
                <a:gd name="connsiteX333" fmla="*/ 403277 w 473768"/>
                <a:gd name="connsiteY333" fmla="*/ 191802 h 536062"/>
                <a:gd name="connsiteX334" fmla="*/ 403277 w 473768"/>
                <a:gd name="connsiteY334" fmla="*/ 195081 h 536062"/>
                <a:gd name="connsiteX335" fmla="*/ 406555 w 473768"/>
                <a:gd name="connsiteY335" fmla="*/ 198359 h 536062"/>
                <a:gd name="connsiteX336" fmla="*/ 404916 w 473768"/>
                <a:gd name="connsiteY336" fmla="*/ 203278 h 536062"/>
                <a:gd name="connsiteX337" fmla="*/ 404916 w 473768"/>
                <a:gd name="connsiteY337" fmla="*/ 206556 h 536062"/>
                <a:gd name="connsiteX338" fmla="*/ 404916 w 473768"/>
                <a:gd name="connsiteY338" fmla="*/ 209835 h 536062"/>
                <a:gd name="connsiteX339" fmla="*/ 406555 w 473768"/>
                <a:gd name="connsiteY339" fmla="*/ 213114 h 536062"/>
                <a:gd name="connsiteX340" fmla="*/ 406555 w 473768"/>
                <a:gd name="connsiteY340" fmla="*/ 213114 h 536062"/>
                <a:gd name="connsiteX341" fmla="*/ 404916 w 473768"/>
                <a:gd name="connsiteY341" fmla="*/ 216392 h 536062"/>
                <a:gd name="connsiteX342" fmla="*/ 401638 w 473768"/>
                <a:gd name="connsiteY342" fmla="*/ 218032 h 536062"/>
                <a:gd name="connsiteX343" fmla="*/ 399998 w 473768"/>
                <a:gd name="connsiteY343" fmla="*/ 222949 h 536062"/>
                <a:gd name="connsiteX344" fmla="*/ 401638 w 473768"/>
                <a:gd name="connsiteY344" fmla="*/ 226228 h 536062"/>
                <a:gd name="connsiteX345" fmla="*/ 403277 w 473768"/>
                <a:gd name="connsiteY345" fmla="*/ 229507 h 536062"/>
                <a:gd name="connsiteX346" fmla="*/ 403277 w 473768"/>
                <a:gd name="connsiteY346" fmla="*/ 234425 h 536062"/>
                <a:gd name="connsiteX347" fmla="*/ 403277 w 473768"/>
                <a:gd name="connsiteY347" fmla="*/ 237704 h 536062"/>
                <a:gd name="connsiteX348" fmla="*/ 403277 w 473768"/>
                <a:gd name="connsiteY348" fmla="*/ 237704 h 536062"/>
                <a:gd name="connsiteX349" fmla="*/ 404916 w 473768"/>
                <a:gd name="connsiteY349" fmla="*/ 237704 h 536062"/>
                <a:gd name="connsiteX350" fmla="*/ 408195 w 473768"/>
                <a:gd name="connsiteY350" fmla="*/ 234425 h 536062"/>
                <a:gd name="connsiteX351" fmla="*/ 411474 w 473768"/>
                <a:gd name="connsiteY351" fmla="*/ 232786 h 536062"/>
                <a:gd name="connsiteX352" fmla="*/ 413113 w 473768"/>
                <a:gd name="connsiteY352" fmla="*/ 232786 h 536062"/>
                <a:gd name="connsiteX353" fmla="*/ 414752 w 473768"/>
                <a:gd name="connsiteY353" fmla="*/ 227868 h 536062"/>
                <a:gd name="connsiteX354" fmla="*/ 419670 w 473768"/>
                <a:gd name="connsiteY354" fmla="*/ 231146 h 536062"/>
                <a:gd name="connsiteX355" fmla="*/ 422949 w 473768"/>
                <a:gd name="connsiteY355" fmla="*/ 231146 h 536062"/>
                <a:gd name="connsiteX356" fmla="*/ 426228 w 473768"/>
                <a:gd name="connsiteY356" fmla="*/ 229507 h 536062"/>
                <a:gd name="connsiteX357" fmla="*/ 431145 w 473768"/>
                <a:gd name="connsiteY357" fmla="*/ 231146 h 536062"/>
                <a:gd name="connsiteX358" fmla="*/ 434424 w 473768"/>
                <a:gd name="connsiteY358" fmla="*/ 231146 h 536062"/>
                <a:gd name="connsiteX359" fmla="*/ 437703 w 473768"/>
                <a:gd name="connsiteY359" fmla="*/ 231146 h 536062"/>
                <a:gd name="connsiteX360" fmla="*/ 442621 w 473768"/>
                <a:gd name="connsiteY360" fmla="*/ 229507 h 536062"/>
                <a:gd name="connsiteX361" fmla="*/ 445899 w 473768"/>
                <a:gd name="connsiteY361" fmla="*/ 226228 h 536062"/>
                <a:gd name="connsiteX362" fmla="*/ 449178 w 473768"/>
                <a:gd name="connsiteY362" fmla="*/ 226228 h 536062"/>
                <a:gd name="connsiteX363" fmla="*/ 452457 w 473768"/>
                <a:gd name="connsiteY363" fmla="*/ 226228 h 536062"/>
                <a:gd name="connsiteX364" fmla="*/ 457375 w 473768"/>
                <a:gd name="connsiteY364" fmla="*/ 227868 h 536062"/>
                <a:gd name="connsiteX365" fmla="*/ 460654 w 473768"/>
                <a:gd name="connsiteY365" fmla="*/ 227868 h 536062"/>
                <a:gd name="connsiteX366" fmla="*/ 463932 w 473768"/>
                <a:gd name="connsiteY366" fmla="*/ 227868 h 536062"/>
                <a:gd name="connsiteX367" fmla="*/ 467211 w 473768"/>
                <a:gd name="connsiteY367" fmla="*/ 224589 h 536062"/>
                <a:gd name="connsiteX368" fmla="*/ 470489 w 473768"/>
                <a:gd name="connsiteY368" fmla="*/ 221310 h 536062"/>
                <a:gd name="connsiteX369" fmla="*/ 470489 w 473768"/>
                <a:gd name="connsiteY369" fmla="*/ 224589 h 536062"/>
                <a:gd name="connsiteX370" fmla="*/ 470489 w 473768"/>
                <a:gd name="connsiteY370" fmla="*/ 229507 h 536062"/>
                <a:gd name="connsiteX371" fmla="*/ 470489 w 473768"/>
                <a:gd name="connsiteY371" fmla="*/ 232786 h 536062"/>
                <a:gd name="connsiteX372" fmla="*/ 472129 w 473768"/>
                <a:gd name="connsiteY372" fmla="*/ 232786 h 536062"/>
                <a:gd name="connsiteX373" fmla="*/ 470489 w 473768"/>
                <a:gd name="connsiteY373" fmla="*/ 237704 h 536062"/>
                <a:gd name="connsiteX374" fmla="*/ 472129 w 473768"/>
                <a:gd name="connsiteY374" fmla="*/ 240982 h 536062"/>
                <a:gd name="connsiteX375" fmla="*/ 473768 w 473768"/>
                <a:gd name="connsiteY375" fmla="*/ 244261 h 536062"/>
                <a:gd name="connsiteX376" fmla="*/ 470489 w 473768"/>
                <a:gd name="connsiteY376" fmla="*/ 249179 h 536062"/>
                <a:gd name="connsiteX377" fmla="*/ 470489 w 473768"/>
                <a:gd name="connsiteY377" fmla="*/ 252458 h 536062"/>
                <a:gd name="connsiteX378" fmla="*/ 468850 w 473768"/>
                <a:gd name="connsiteY378" fmla="*/ 255736 h 536062"/>
                <a:gd name="connsiteX379" fmla="*/ 470489 w 473768"/>
                <a:gd name="connsiteY379" fmla="*/ 259015 h 536062"/>
                <a:gd name="connsiteX380" fmla="*/ 470489 w 473768"/>
                <a:gd name="connsiteY380" fmla="*/ 263933 h 536062"/>
                <a:gd name="connsiteX381" fmla="*/ 468850 w 473768"/>
                <a:gd name="connsiteY381" fmla="*/ 267212 h 536062"/>
                <a:gd name="connsiteX382" fmla="*/ 468850 w 473768"/>
                <a:gd name="connsiteY382" fmla="*/ 270491 h 536062"/>
                <a:gd name="connsiteX383" fmla="*/ 468850 w 473768"/>
                <a:gd name="connsiteY383" fmla="*/ 275408 h 536062"/>
                <a:gd name="connsiteX384" fmla="*/ 468850 w 473768"/>
                <a:gd name="connsiteY384" fmla="*/ 278687 h 536062"/>
                <a:gd name="connsiteX385" fmla="*/ 470489 w 473768"/>
                <a:gd name="connsiteY385" fmla="*/ 283605 h 536062"/>
                <a:gd name="connsiteX386" fmla="*/ 470489 w 473768"/>
                <a:gd name="connsiteY386" fmla="*/ 286884 h 536062"/>
                <a:gd name="connsiteX387" fmla="*/ 470489 w 473768"/>
                <a:gd name="connsiteY387" fmla="*/ 290162 h 536062"/>
                <a:gd name="connsiteX388" fmla="*/ 467211 w 473768"/>
                <a:gd name="connsiteY388" fmla="*/ 295081 h 536062"/>
                <a:gd name="connsiteX389" fmla="*/ 467211 w 473768"/>
                <a:gd name="connsiteY389" fmla="*/ 298359 h 536062"/>
                <a:gd name="connsiteX390" fmla="*/ 465572 w 473768"/>
                <a:gd name="connsiteY390" fmla="*/ 301638 h 536062"/>
                <a:gd name="connsiteX391" fmla="*/ 465572 w 473768"/>
                <a:gd name="connsiteY391" fmla="*/ 304916 h 536062"/>
                <a:gd name="connsiteX392" fmla="*/ 467211 w 473768"/>
                <a:gd name="connsiteY392" fmla="*/ 309835 h 536062"/>
                <a:gd name="connsiteX393" fmla="*/ 468850 w 473768"/>
                <a:gd name="connsiteY393" fmla="*/ 313113 h 536062"/>
                <a:gd name="connsiteX394" fmla="*/ 462293 w 473768"/>
                <a:gd name="connsiteY394" fmla="*/ 316392 h 536062"/>
                <a:gd name="connsiteX395" fmla="*/ 459014 w 473768"/>
                <a:gd name="connsiteY395" fmla="*/ 316392 h 536062"/>
                <a:gd name="connsiteX396" fmla="*/ 454096 w 473768"/>
                <a:gd name="connsiteY396" fmla="*/ 316392 h 536062"/>
                <a:gd name="connsiteX397" fmla="*/ 447539 w 473768"/>
                <a:gd name="connsiteY397" fmla="*/ 316392 h 536062"/>
                <a:gd name="connsiteX398" fmla="*/ 447539 w 473768"/>
                <a:gd name="connsiteY398" fmla="*/ 316392 h 536062"/>
                <a:gd name="connsiteX399" fmla="*/ 440981 w 473768"/>
                <a:gd name="connsiteY399" fmla="*/ 316392 h 536062"/>
                <a:gd name="connsiteX400" fmla="*/ 436064 w 473768"/>
                <a:gd name="connsiteY400" fmla="*/ 316392 h 536062"/>
                <a:gd name="connsiteX401" fmla="*/ 432785 w 473768"/>
                <a:gd name="connsiteY401" fmla="*/ 316392 h 536062"/>
                <a:gd name="connsiteX402" fmla="*/ 429506 w 473768"/>
                <a:gd name="connsiteY402" fmla="*/ 316392 h 536062"/>
                <a:gd name="connsiteX403" fmla="*/ 424588 w 473768"/>
                <a:gd name="connsiteY403" fmla="*/ 316392 h 536062"/>
                <a:gd name="connsiteX404" fmla="*/ 421309 w 473768"/>
                <a:gd name="connsiteY404" fmla="*/ 316392 h 536062"/>
                <a:gd name="connsiteX405" fmla="*/ 419670 w 473768"/>
                <a:gd name="connsiteY405" fmla="*/ 316392 h 536062"/>
                <a:gd name="connsiteX406" fmla="*/ 414752 w 473768"/>
                <a:gd name="connsiteY406" fmla="*/ 316392 h 536062"/>
                <a:gd name="connsiteX407" fmla="*/ 409834 w 473768"/>
                <a:gd name="connsiteY407" fmla="*/ 316392 h 536062"/>
                <a:gd name="connsiteX408" fmla="*/ 406555 w 473768"/>
                <a:gd name="connsiteY408" fmla="*/ 316392 h 536062"/>
                <a:gd name="connsiteX409" fmla="*/ 401638 w 473768"/>
                <a:gd name="connsiteY409" fmla="*/ 316392 h 536062"/>
                <a:gd name="connsiteX410" fmla="*/ 398359 w 473768"/>
                <a:gd name="connsiteY410" fmla="*/ 316392 h 536062"/>
                <a:gd name="connsiteX411" fmla="*/ 393441 w 473768"/>
                <a:gd name="connsiteY411" fmla="*/ 316392 h 536062"/>
                <a:gd name="connsiteX412" fmla="*/ 391801 w 473768"/>
                <a:gd name="connsiteY412" fmla="*/ 319671 h 536062"/>
                <a:gd name="connsiteX413" fmla="*/ 391801 w 473768"/>
                <a:gd name="connsiteY413" fmla="*/ 322949 h 536062"/>
                <a:gd name="connsiteX414" fmla="*/ 391801 w 473768"/>
                <a:gd name="connsiteY414" fmla="*/ 326228 h 536062"/>
                <a:gd name="connsiteX415" fmla="*/ 391801 w 473768"/>
                <a:gd name="connsiteY415" fmla="*/ 329506 h 536062"/>
                <a:gd name="connsiteX416" fmla="*/ 391801 w 473768"/>
                <a:gd name="connsiteY416" fmla="*/ 334425 h 536062"/>
                <a:gd name="connsiteX417" fmla="*/ 391801 w 473768"/>
                <a:gd name="connsiteY417" fmla="*/ 334425 h 536062"/>
                <a:gd name="connsiteX418" fmla="*/ 391801 w 473768"/>
                <a:gd name="connsiteY418" fmla="*/ 337703 h 536062"/>
                <a:gd name="connsiteX419" fmla="*/ 391801 w 473768"/>
                <a:gd name="connsiteY419" fmla="*/ 342621 h 536062"/>
                <a:gd name="connsiteX420" fmla="*/ 391801 w 473768"/>
                <a:gd name="connsiteY420" fmla="*/ 345900 h 536062"/>
                <a:gd name="connsiteX421" fmla="*/ 391801 w 473768"/>
                <a:gd name="connsiteY421" fmla="*/ 347539 h 536062"/>
                <a:gd name="connsiteX422" fmla="*/ 391801 w 473768"/>
                <a:gd name="connsiteY422" fmla="*/ 350818 h 536062"/>
                <a:gd name="connsiteX423" fmla="*/ 391801 w 473768"/>
                <a:gd name="connsiteY423" fmla="*/ 354096 h 536062"/>
                <a:gd name="connsiteX424" fmla="*/ 391801 w 473768"/>
                <a:gd name="connsiteY424" fmla="*/ 357375 h 536062"/>
                <a:gd name="connsiteX425" fmla="*/ 391801 w 473768"/>
                <a:gd name="connsiteY425" fmla="*/ 362293 h 536062"/>
                <a:gd name="connsiteX426" fmla="*/ 391801 w 473768"/>
                <a:gd name="connsiteY426" fmla="*/ 365572 h 536062"/>
                <a:gd name="connsiteX427" fmla="*/ 391801 w 473768"/>
                <a:gd name="connsiteY427" fmla="*/ 368851 h 536062"/>
                <a:gd name="connsiteX428" fmla="*/ 391801 w 473768"/>
                <a:gd name="connsiteY428" fmla="*/ 373769 h 536062"/>
                <a:gd name="connsiteX429" fmla="*/ 391801 w 473768"/>
                <a:gd name="connsiteY429" fmla="*/ 377047 h 536062"/>
                <a:gd name="connsiteX430" fmla="*/ 391801 w 473768"/>
                <a:gd name="connsiteY430" fmla="*/ 380326 h 536062"/>
                <a:gd name="connsiteX431" fmla="*/ 391801 w 473768"/>
                <a:gd name="connsiteY431" fmla="*/ 385244 h 536062"/>
                <a:gd name="connsiteX432" fmla="*/ 391801 w 473768"/>
                <a:gd name="connsiteY432" fmla="*/ 388523 h 536062"/>
                <a:gd name="connsiteX433" fmla="*/ 391801 w 473768"/>
                <a:gd name="connsiteY433" fmla="*/ 391801 h 536062"/>
                <a:gd name="connsiteX434" fmla="*/ 391801 w 473768"/>
                <a:gd name="connsiteY434" fmla="*/ 396719 h 536062"/>
                <a:gd name="connsiteX435" fmla="*/ 391801 w 473768"/>
                <a:gd name="connsiteY435" fmla="*/ 399998 h 536062"/>
                <a:gd name="connsiteX436" fmla="*/ 391801 w 473768"/>
                <a:gd name="connsiteY436" fmla="*/ 403276 h 536062"/>
                <a:gd name="connsiteX437" fmla="*/ 391801 w 473768"/>
                <a:gd name="connsiteY437" fmla="*/ 404916 h 536062"/>
                <a:gd name="connsiteX438" fmla="*/ 391801 w 473768"/>
                <a:gd name="connsiteY438" fmla="*/ 409834 h 536062"/>
                <a:gd name="connsiteX439" fmla="*/ 391801 w 473768"/>
                <a:gd name="connsiteY439" fmla="*/ 413113 h 536062"/>
                <a:gd name="connsiteX440" fmla="*/ 391801 w 473768"/>
                <a:gd name="connsiteY440" fmla="*/ 416391 h 536062"/>
                <a:gd name="connsiteX441" fmla="*/ 391801 w 473768"/>
                <a:gd name="connsiteY441" fmla="*/ 421309 h 536062"/>
                <a:gd name="connsiteX442" fmla="*/ 391801 w 473768"/>
                <a:gd name="connsiteY442" fmla="*/ 424588 h 536062"/>
                <a:gd name="connsiteX443" fmla="*/ 391801 w 473768"/>
                <a:gd name="connsiteY443" fmla="*/ 427866 h 536062"/>
                <a:gd name="connsiteX444" fmla="*/ 390162 w 473768"/>
                <a:gd name="connsiteY444" fmla="*/ 432785 h 536062"/>
                <a:gd name="connsiteX445" fmla="*/ 390162 w 473768"/>
                <a:gd name="connsiteY445" fmla="*/ 436063 h 536062"/>
                <a:gd name="connsiteX446" fmla="*/ 390162 w 473768"/>
                <a:gd name="connsiteY446" fmla="*/ 439342 h 536062"/>
                <a:gd name="connsiteX447" fmla="*/ 390162 w 473768"/>
                <a:gd name="connsiteY447" fmla="*/ 442621 h 536062"/>
                <a:gd name="connsiteX448" fmla="*/ 390162 w 473768"/>
                <a:gd name="connsiteY448" fmla="*/ 447539 h 536062"/>
                <a:gd name="connsiteX449" fmla="*/ 390162 w 473768"/>
                <a:gd name="connsiteY449" fmla="*/ 450818 h 536062"/>
                <a:gd name="connsiteX450" fmla="*/ 390162 w 473768"/>
                <a:gd name="connsiteY450" fmla="*/ 455735 h 536062"/>
                <a:gd name="connsiteX451" fmla="*/ 391801 w 473768"/>
                <a:gd name="connsiteY451" fmla="*/ 457375 h 536062"/>
                <a:gd name="connsiteX452" fmla="*/ 393441 w 473768"/>
                <a:gd name="connsiteY452" fmla="*/ 460653 h 536062"/>
                <a:gd name="connsiteX453" fmla="*/ 395080 w 473768"/>
                <a:gd name="connsiteY453" fmla="*/ 463932 h 536062"/>
                <a:gd name="connsiteX454" fmla="*/ 395080 w 473768"/>
                <a:gd name="connsiteY454" fmla="*/ 468850 h 536062"/>
                <a:gd name="connsiteX455" fmla="*/ 398359 w 473768"/>
                <a:gd name="connsiteY455" fmla="*/ 472129 h 536062"/>
                <a:gd name="connsiteX456" fmla="*/ 401638 w 473768"/>
                <a:gd name="connsiteY456" fmla="*/ 475408 h 536062"/>
                <a:gd name="connsiteX457" fmla="*/ 406555 w 473768"/>
                <a:gd name="connsiteY457" fmla="*/ 478686 h 536062"/>
                <a:gd name="connsiteX458" fmla="*/ 409834 w 473768"/>
                <a:gd name="connsiteY458" fmla="*/ 483604 h 536062"/>
                <a:gd name="connsiteX459" fmla="*/ 413113 w 473768"/>
                <a:gd name="connsiteY459" fmla="*/ 486883 h 536062"/>
                <a:gd name="connsiteX460" fmla="*/ 416391 w 473768"/>
                <a:gd name="connsiteY460" fmla="*/ 490162 h 536062"/>
                <a:gd name="connsiteX461" fmla="*/ 419670 w 473768"/>
                <a:gd name="connsiteY461" fmla="*/ 495079 h 536062"/>
                <a:gd name="connsiteX462" fmla="*/ 422949 w 473768"/>
                <a:gd name="connsiteY462" fmla="*/ 499998 h 536062"/>
                <a:gd name="connsiteX463" fmla="*/ 427867 w 473768"/>
                <a:gd name="connsiteY463" fmla="*/ 503276 h 536062"/>
                <a:gd name="connsiteX464" fmla="*/ 431145 w 473768"/>
                <a:gd name="connsiteY464" fmla="*/ 506555 h 536062"/>
                <a:gd name="connsiteX465" fmla="*/ 434424 w 473768"/>
                <a:gd name="connsiteY465" fmla="*/ 511473 h 536062"/>
                <a:gd name="connsiteX466" fmla="*/ 437703 w 473768"/>
                <a:gd name="connsiteY466" fmla="*/ 514752 h 536062"/>
                <a:gd name="connsiteX467" fmla="*/ 442621 w 473768"/>
                <a:gd name="connsiteY467" fmla="*/ 518030 h 536062"/>
                <a:gd name="connsiteX468" fmla="*/ 445899 w 473768"/>
                <a:gd name="connsiteY468" fmla="*/ 519669 h 536062"/>
                <a:gd name="connsiteX469" fmla="*/ 442621 w 473768"/>
                <a:gd name="connsiteY469" fmla="*/ 519669 h 536062"/>
                <a:gd name="connsiteX470" fmla="*/ 439342 w 473768"/>
                <a:gd name="connsiteY470" fmla="*/ 521309 h 536062"/>
                <a:gd name="connsiteX471" fmla="*/ 434424 w 473768"/>
                <a:gd name="connsiteY471" fmla="*/ 521309 h 536062"/>
                <a:gd name="connsiteX472" fmla="*/ 431145 w 473768"/>
                <a:gd name="connsiteY472" fmla="*/ 522948 h 536062"/>
                <a:gd name="connsiteX473" fmla="*/ 426228 w 473768"/>
                <a:gd name="connsiteY473" fmla="*/ 524588 h 536062"/>
                <a:gd name="connsiteX474" fmla="*/ 422949 w 473768"/>
                <a:gd name="connsiteY474" fmla="*/ 524588 h 536062"/>
                <a:gd name="connsiteX475" fmla="*/ 419670 w 473768"/>
                <a:gd name="connsiteY475" fmla="*/ 526227 h 536062"/>
                <a:gd name="connsiteX476" fmla="*/ 416391 w 473768"/>
                <a:gd name="connsiteY476" fmla="*/ 526227 h 536062"/>
                <a:gd name="connsiteX477" fmla="*/ 411474 w 473768"/>
                <a:gd name="connsiteY477" fmla="*/ 527866 h 536062"/>
                <a:gd name="connsiteX478" fmla="*/ 408195 w 473768"/>
                <a:gd name="connsiteY478" fmla="*/ 527866 h 536062"/>
                <a:gd name="connsiteX479" fmla="*/ 403277 w 473768"/>
                <a:gd name="connsiteY479" fmla="*/ 529506 h 536062"/>
                <a:gd name="connsiteX480" fmla="*/ 399998 w 473768"/>
                <a:gd name="connsiteY480" fmla="*/ 529506 h 536062"/>
                <a:gd name="connsiteX481" fmla="*/ 396719 w 473768"/>
                <a:gd name="connsiteY481" fmla="*/ 531145 h 536062"/>
                <a:gd name="connsiteX482" fmla="*/ 391801 w 473768"/>
                <a:gd name="connsiteY482" fmla="*/ 531145 h 536062"/>
                <a:gd name="connsiteX483" fmla="*/ 388523 w 473768"/>
                <a:gd name="connsiteY483" fmla="*/ 532784 h 536062"/>
                <a:gd name="connsiteX484" fmla="*/ 385244 w 473768"/>
                <a:gd name="connsiteY484" fmla="*/ 532784 h 536062"/>
                <a:gd name="connsiteX485" fmla="*/ 380326 w 473768"/>
                <a:gd name="connsiteY485" fmla="*/ 534423 h 536062"/>
                <a:gd name="connsiteX486" fmla="*/ 380326 w 473768"/>
                <a:gd name="connsiteY486" fmla="*/ 534423 h 536062"/>
                <a:gd name="connsiteX487" fmla="*/ 377047 w 473768"/>
                <a:gd name="connsiteY487" fmla="*/ 534423 h 536062"/>
                <a:gd name="connsiteX488" fmla="*/ 372129 w 473768"/>
                <a:gd name="connsiteY488" fmla="*/ 536063 h 536062"/>
                <a:gd name="connsiteX489" fmla="*/ 368851 w 473768"/>
                <a:gd name="connsiteY489" fmla="*/ 536063 h 536062"/>
                <a:gd name="connsiteX490" fmla="*/ 365572 w 473768"/>
                <a:gd name="connsiteY490" fmla="*/ 536063 h 536062"/>
                <a:gd name="connsiteX491" fmla="*/ 362294 w 473768"/>
                <a:gd name="connsiteY491" fmla="*/ 534423 h 536062"/>
                <a:gd name="connsiteX492" fmla="*/ 359015 w 473768"/>
                <a:gd name="connsiteY492" fmla="*/ 532784 h 536062"/>
                <a:gd name="connsiteX493" fmla="*/ 357375 w 473768"/>
                <a:gd name="connsiteY493" fmla="*/ 532784 h 536062"/>
                <a:gd name="connsiteX494" fmla="*/ 354097 w 473768"/>
                <a:gd name="connsiteY494" fmla="*/ 534423 h 536062"/>
                <a:gd name="connsiteX495" fmla="*/ 350818 w 473768"/>
                <a:gd name="connsiteY495" fmla="*/ 534423 h 536062"/>
                <a:gd name="connsiteX496" fmla="*/ 345900 w 473768"/>
                <a:gd name="connsiteY496" fmla="*/ 536063 h 536062"/>
                <a:gd name="connsiteX497" fmla="*/ 342621 w 473768"/>
                <a:gd name="connsiteY497" fmla="*/ 536063 h 536062"/>
                <a:gd name="connsiteX498" fmla="*/ 339342 w 473768"/>
                <a:gd name="connsiteY498" fmla="*/ 536063 h 536062"/>
                <a:gd name="connsiteX499" fmla="*/ 336064 w 473768"/>
                <a:gd name="connsiteY499" fmla="*/ 534423 h 536062"/>
                <a:gd name="connsiteX500" fmla="*/ 332785 w 473768"/>
                <a:gd name="connsiteY500" fmla="*/ 532784 h 536062"/>
                <a:gd name="connsiteX501" fmla="*/ 327867 w 473768"/>
                <a:gd name="connsiteY501" fmla="*/ 531145 h 536062"/>
                <a:gd name="connsiteX502" fmla="*/ 324588 w 473768"/>
                <a:gd name="connsiteY502" fmla="*/ 529506 h 536062"/>
                <a:gd name="connsiteX503" fmla="*/ 321310 w 473768"/>
                <a:gd name="connsiteY503" fmla="*/ 531145 h 536062"/>
                <a:gd name="connsiteX504" fmla="*/ 316392 w 473768"/>
                <a:gd name="connsiteY504" fmla="*/ 531145 h 536062"/>
                <a:gd name="connsiteX505" fmla="*/ 313113 w 473768"/>
                <a:gd name="connsiteY505" fmla="*/ 531145 h 536062"/>
                <a:gd name="connsiteX506" fmla="*/ 309835 w 473768"/>
                <a:gd name="connsiteY506" fmla="*/ 529506 h 536062"/>
                <a:gd name="connsiteX507" fmla="*/ 306556 w 473768"/>
                <a:gd name="connsiteY507" fmla="*/ 529506 h 536062"/>
                <a:gd name="connsiteX508" fmla="*/ 303277 w 473768"/>
                <a:gd name="connsiteY508" fmla="*/ 531145 h 536062"/>
                <a:gd name="connsiteX509" fmla="*/ 298359 w 473768"/>
                <a:gd name="connsiteY509" fmla="*/ 529506 h 536062"/>
                <a:gd name="connsiteX510" fmla="*/ 295081 w 473768"/>
                <a:gd name="connsiteY510" fmla="*/ 529506 h 536062"/>
                <a:gd name="connsiteX511" fmla="*/ 291802 w 473768"/>
                <a:gd name="connsiteY511" fmla="*/ 529506 h 536062"/>
                <a:gd name="connsiteX512" fmla="*/ 286884 w 473768"/>
                <a:gd name="connsiteY512" fmla="*/ 527866 h 536062"/>
                <a:gd name="connsiteX513" fmla="*/ 285245 w 473768"/>
                <a:gd name="connsiteY513" fmla="*/ 527866 h 536062"/>
                <a:gd name="connsiteX514" fmla="*/ 280327 w 473768"/>
                <a:gd name="connsiteY514" fmla="*/ 527866 h 536062"/>
                <a:gd name="connsiteX515" fmla="*/ 277048 w 473768"/>
                <a:gd name="connsiteY515" fmla="*/ 527866 h 536062"/>
                <a:gd name="connsiteX516" fmla="*/ 273769 w 473768"/>
                <a:gd name="connsiteY516" fmla="*/ 527866 h 536062"/>
                <a:gd name="connsiteX517" fmla="*/ 268851 w 473768"/>
                <a:gd name="connsiteY517" fmla="*/ 526227 h 536062"/>
                <a:gd name="connsiteX518" fmla="*/ 265572 w 473768"/>
                <a:gd name="connsiteY518" fmla="*/ 524588 h 536062"/>
                <a:gd name="connsiteX519" fmla="*/ 262294 w 473768"/>
                <a:gd name="connsiteY519" fmla="*/ 519669 h 536062"/>
                <a:gd name="connsiteX520" fmla="*/ 259015 w 473768"/>
                <a:gd name="connsiteY520" fmla="*/ 516391 h 536062"/>
                <a:gd name="connsiteX521" fmla="*/ 257376 w 473768"/>
                <a:gd name="connsiteY521" fmla="*/ 513112 h 536062"/>
                <a:gd name="connsiteX522" fmla="*/ 255737 w 473768"/>
                <a:gd name="connsiteY522" fmla="*/ 509833 h 536062"/>
                <a:gd name="connsiteX523" fmla="*/ 252458 w 473768"/>
                <a:gd name="connsiteY523" fmla="*/ 509833 h 536062"/>
                <a:gd name="connsiteX524" fmla="*/ 249179 w 473768"/>
                <a:gd name="connsiteY524" fmla="*/ 509833 h 536062"/>
                <a:gd name="connsiteX525" fmla="*/ 245901 w 473768"/>
                <a:gd name="connsiteY525" fmla="*/ 509833 h 536062"/>
                <a:gd name="connsiteX526" fmla="*/ 240982 w 473768"/>
                <a:gd name="connsiteY526" fmla="*/ 509833 h 536062"/>
                <a:gd name="connsiteX527" fmla="*/ 237704 w 473768"/>
                <a:gd name="connsiteY527" fmla="*/ 509833 h 536062"/>
                <a:gd name="connsiteX528" fmla="*/ 237704 w 473768"/>
                <a:gd name="connsiteY528" fmla="*/ 509833 h 536062"/>
                <a:gd name="connsiteX529" fmla="*/ 232786 w 473768"/>
                <a:gd name="connsiteY529" fmla="*/ 509833 h 536062"/>
                <a:gd name="connsiteX530" fmla="*/ 229507 w 473768"/>
                <a:gd name="connsiteY530" fmla="*/ 509833 h 536062"/>
                <a:gd name="connsiteX531" fmla="*/ 226228 w 473768"/>
                <a:gd name="connsiteY531" fmla="*/ 509833 h 536062"/>
                <a:gd name="connsiteX532" fmla="*/ 221310 w 473768"/>
                <a:gd name="connsiteY532" fmla="*/ 509833 h 536062"/>
                <a:gd name="connsiteX533" fmla="*/ 218032 w 473768"/>
                <a:gd name="connsiteY533" fmla="*/ 509833 h 536062"/>
                <a:gd name="connsiteX534" fmla="*/ 214753 w 473768"/>
                <a:gd name="connsiteY534" fmla="*/ 509833 h 536062"/>
                <a:gd name="connsiteX535" fmla="*/ 209835 w 473768"/>
                <a:gd name="connsiteY535" fmla="*/ 509833 h 536062"/>
                <a:gd name="connsiteX536" fmla="*/ 206557 w 473768"/>
                <a:gd name="connsiteY536" fmla="*/ 509833 h 536062"/>
                <a:gd name="connsiteX537" fmla="*/ 203278 w 473768"/>
                <a:gd name="connsiteY537" fmla="*/ 509833 h 536062"/>
                <a:gd name="connsiteX538" fmla="*/ 198360 w 473768"/>
                <a:gd name="connsiteY538" fmla="*/ 509833 h 536062"/>
                <a:gd name="connsiteX539" fmla="*/ 195081 w 473768"/>
                <a:gd name="connsiteY539" fmla="*/ 509833 h 536062"/>
                <a:gd name="connsiteX540" fmla="*/ 191802 w 473768"/>
                <a:gd name="connsiteY540" fmla="*/ 509833 h 536062"/>
                <a:gd name="connsiteX541" fmla="*/ 186884 w 473768"/>
                <a:gd name="connsiteY541" fmla="*/ 509833 h 536062"/>
                <a:gd name="connsiteX542" fmla="*/ 183605 w 473768"/>
                <a:gd name="connsiteY542" fmla="*/ 509833 h 536062"/>
                <a:gd name="connsiteX543" fmla="*/ 180327 w 473768"/>
                <a:gd name="connsiteY543" fmla="*/ 509833 h 536062"/>
                <a:gd name="connsiteX544" fmla="*/ 175409 w 473768"/>
                <a:gd name="connsiteY544" fmla="*/ 509833 h 536062"/>
                <a:gd name="connsiteX545" fmla="*/ 172130 w 473768"/>
                <a:gd name="connsiteY545" fmla="*/ 509833 h 536062"/>
                <a:gd name="connsiteX546" fmla="*/ 168851 w 473768"/>
                <a:gd name="connsiteY546" fmla="*/ 509833 h 536062"/>
                <a:gd name="connsiteX547" fmla="*/ 163934 w 473768"/>
                <a:gd name="connsiteY547" fmla="*/ 509833 h 536062"/>
                <a:gd name="connsiteX548" fmla="*/ 160655 w 473768"/>
                <a:gd name="connsiteY548" fmla="*/ 509833 h 536062"/>
                <a:gd name="connsiteX549" fmla="*/ 157376 w 473768"/>
                <a:gd name="connsiteY549" fmla="*/ 509833 h 536062"/>
                <a:gd name="connsiteX550" fmla="*/ 154098 w 473768"/>
                <a:gd name="connsiteY550" fmla="*/ 509833 h 536062"/>
                <a:gd name="connsiteX551" fmla="*/ 149180 w 473768"/>
                <a:gd name="connsiteY551" fmla="*/ 509833 h 536062"/>
                <a:gd name="connsiteX552" fmla="*/ 145901 w 473768"/>
                <a:gd name="connsiteY552" fmla="*/ 509833 h 536062"/>
                <a:gd name="connsiteX553" fmla="*/ 142622 w 473768"/>
                <a:gd name="connsiteY553" fmla="*/ 509833 h 536062"/>
                <a:gd name="connsiteX554" fmla="*/ 140983 w 473768"/>
                <a:gd name="connsiteY554" fmla="*/ 509833 h 536062"/>
                <a:gd name="connsiteX555" fmla="*/ 137704 w 473768"/>
                <a:gd name="connsiteY555" fmla="*/ 509833 h 536062"/>
                <a:gd name="connsiteX556" fmla="*/ 132786 w 473768"/>
                <a:gd name="connsiteY556" fmla="*/ 509833 h 536062"/>
                <a:gd name="connsiteX557" fmla="*/ 129508 w 473768"/>
                <a:gd name="connsiteY557" fmla="*/ 509833 h 536062"/>
                <a:gd name="connsiteX558" fmla="*/ 126229 w 473768"/>
                <a:gd name="connsiteY558" fmla="*/ 509833 h 536062"/>
                <a:gd name="connsiteX559" fmla="*/ 122950 w 473768"/>
                <a:gd name="connsiteY559" fmla="*/ 509833 h 536062"/>
                <a:gd name="connsiteX560" fmla="*/ 119671 w 473768"/>
                <a:gd name="connsiteY560" fmla="*/ 509833 h 536062"/>
                <a:gd name="connsiteX561" fmla="*/ 114754 w 473768"/>
                <a:gd name="connsiteY561" fmla="*/ 509833 h 536062"/>
                <a:gd name="connsiteX562" fmla="*/ 111475 w 473768"/>
                <a:gd name="connsiteY562" fmla="*/ 509833 h 536062"/>
                <a:gd name="connsiteX563" fmla="*/ 108196 w 473768"/>
                <a:gd name="connsiteY563" fmla="*/ 509833 h 536062"/>
                <a:gd name="connsiteX564" fmla="*/ 103278 w 473768"/>
                <a:gd name="connsiteY564" fmla="*/ 509833 h 536062"/>
                <a:gd name="connsiteX565" fmla="*/ 100000 w 473768"/>
                <a:gd name="connsiteY565" fmla="*/ 509833 h 536062"/>
                <a:gd name="connsiteX566" fmla="*/ 96721 w 473768"/>
                <a:gd name="connsiteY566" fmla="*/ 509833 h 536062"/>
                <a:gd name="connsiteX567" fmla="*/ 93442 w 473768"/>
                <a:gd name="connsiteY567" fmla="*/ 509833 h 536062"/>
                <a:gd name="connsiteX568" fmla="*/ 90164 w 473768"/>
                <a:gd name="connsiteY568" fmla="*/ 511473 h 536062"/>
                <a:gd name="connsiteX569" fmla="*/ 85245 w 473768"/>
                <a:gd name="connsiteY569" fmla="*/ 509833 h 536062"/>
                <a:gd name="connsiteX570" fmla="*/ 85245 w 473768"/>
                <a:gd name="connsiteY570" fmla="*/ 509833 h 536062"/>
                <a:gd name="connsiteX571" fmla="*/ 81967 w 473768"/>
                <a:gd name="connsiteY571" fmla="*/ 506555 h 536062"/>
                <a:gd name="connsiteX572" fmla="*/ 77049 w 473768"/>
                <a:gd name="connsiteY572" fmla="*/ 504916 h 536062"/>
                <a:gd name="connsiteX573" fmla="*/ 73770 w 473768"/>
                <a:gd name="connsiteY573" fmla="*/ 503276 h 536062"/>
                <a:gd name="connsiteX574" fmla="*/ 70491 w 473768"/>
                <a:gd name="connsiteY574" fmla="*/ 499998 h 536062"/>
                <a:gd name="connsiteX575" fmla="*/ 67213 w 473768"/>
                <a:gd name="connsiteY575" fmla="*/ 495079 h 536062"/>
                <a:gd name="connsiteX576" fmla="*/ 63934 w 473768"/>
                <a:gd name="connsiteY576" fmla="*/ 491801 h 536062"/>
                <a:gd name="connsiteX577" fmla="*/ 60655 w 473768"/>
                <a:gd name="connsiteY577" fmla="*/ 490162 h 536062"/>
                <a:gd name="connsiteX578" fmla="*/ 57377 w 473768"/>
                <a:gd name="connsiteY578" fmla="*/ 491801 h 536062"/>
                <a:gd name="connsiteX579" fmla="*/ 52458 w 473768"/>
                <a:gd name="connsiteY579" fmla="*/ 490162 h 536062"/>
                <a:gd name="connsiteX580" fmla="*/ 49180 w 473768"/>
                <a:gd name="connsiteY580" fmla="*/ 490162 h 536062"/>
                <a:gd name="connsiteX581" fmla="*/ 45901 w 473768"/>
                <a:gd name="connsiteY581" fmla="*/ 491801 h 536062"/>
                <a:gd name="connsiteX582" fmla="*/ 42623 w 473768"/>
                <a:gd name="connsiteY582" fmla="*/ 495079 h 536062"/>
                <a:gd name="connsiteX583" fmla="*/ 37705 w 473768"/>
                <a:gd name="connsiteY583" fmla="*/ 498358 h 536062"/>
                <a:gd name="connsiteX584" fmla="*/ 34426 w 473768"/>
                <a:gd name="connsiteY584" fmla="*/ 499998 h 536062"/>
                <a:gd name="connsiteX585" fmla="*/ 31147 w 473768"/>
                <a:gd name="connsiteY585" fmla="*/ 501637 h 536062"/>
                <a:gd name="connsiteX586" fmla="*/ 26229 w 473768"/>
                <a:gd name="connsiteY586" fmla="*/ 503276 h 536062"/>
                <a:gd name="connsiteX587" fmla="*/ 22951 w 473768"/>
                <a:gd name="connsiteY587" fmla="*/ 501637 h 536062"/>
                <a:gd name="connsiteX588" fmla="*/ 19672 w 473768"/>
                <a:gd name="connsiteY588" fmla="*/ 501637 h 536062"/>
                <a:gd name="connsiteX589" fmla="*/ 16393 w 473768"/>
                <a:gd name="connsiteY589" fmla="*/ 498358 h 536062"/>
                <a:gd name="connsiteX590" fmla="*/ 11475 w 473768"/>
                <a:gd name="connsiteY590" fmla="*/ 498358 h 536062"/>
                <a:gd name="connsiteX591" fmla="*/ 11475 w 473768"/>
                <a:gd name="connsiteY591" fmla="*/ 498358 h 536062"/>
                <a:gd name="connsiteX592" fmla="*/ 8197 w 473768"/>
                <a:gd name="connsiteY592" fmla="*/ 499998 h 536062"/>
                <a:gd name="connsiteX593" fmla="*/ 3278 w 473768"/>
                <a:gd name="connsiteY593" fmla="*/ 501637 h 536062"/>
                <a:gd name="connsiteX594" fmla="*/ 0 w 473768"/>
                <a:gd name="connsiteY594" fmla="*/ 503276 h 53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</a:cxnLst>
              <a:rect l="l" t="t" r="r" b="b"/>
              <a:pathLst>
                <a:path w="473768" h="536062">
                  <a:moveTo>
                    <a:pt x="0" y="503276"/>
                  </a:moveTo>
                  <a:lnTo>
                    <a:pt x="0" y="499998"/>
                  </a:lnTo>
                  <a:lnTo>
                    <a:pt x="0" y="496719"/>
                  </a:lnTo>
                  <a:lnTo>
                    <a:pt x="0" y="491801"/>
                  </a:lnTo>
                  <a:lnTo>
                    <a:pt x="1639" y="488522"/>
                  </a:lnTo>
                  <a:lnTo>
                    <a:pt x="1639" y="483604"/>
                  </a:lnTo>
                  <a:lnTo>
                    <a:pt x="1639" y="480325"/>
                  </a:lnTo>
                  <a:lnTo>
                    <a:pt x="1639" y="475408"/>
                  </a:lnTo>
                  <a:lnTo>
                    <a:pt x="1639" y="472129"/>
                  </a:lnTo>
                  <a:lnTo>
                    <a:pt x="1639" y="467211"/>
                  </a:lnTo>
                  <a:lnTo>
                    <a:pt x="1639" y="463932"/>
                  </a:lnTo>
                  <a:lnTo>
                    <a:pt x="1639" y="460653"/>
                  </a:lnTo>
                  <a:lnTo>
                    <a:pt x="1639" y="455735"/>
                  </a:lnTo>
                  <a:lnTo>
                    <a:pt x="1639" y="452457"/>
                  </a:lnTo>
                  <a:lnTo>
                    <a:pt x="1639" y="447539"/>
                  </a:lnTo>
                  <a:lnTo>
                    <a:pt x="0" y="444260"/>
                  </a:lnTo>
                  <a:lnTo>
                    <a:pt x="0" y="440981"/>
                  </a:lnTo>
                  <a:lnTo>
                    <a:pt x="3278" y="439342"/>
                  </a:lnTo>
                  <a:lnTo>
                    <a:pt x="6557" y="436063"/>
                  </a:lnTo>
                  <a:lnTo>
                    <a:pt x="6557" y="434424"/>
                  </a:lnTo>
                  <a:lnTo>
                    <a:pt x="8197" y="431145"/>
                  </a:lnTo>
                  <a:lnTo>
                    <a:pt x="9836" y="426228"/>
                  </a:lnTo>
                  <a:lnTo>
                    <a:pt x="11475" y="422949"/>
                  </a:lnTo>
                  <a:lnTo>
                    <a:pt x="11475" y="419670"/>
                  </a:lnTo>
                  <a:lnTo>
                    <a:pt x="11475" y="416391"/>
                  </a:lnTo>
                  <a:lnTo>
                    <a:pt x="14754" y="411473"/>
                  </a:lnTo>
                  <a:lnTo>
                    <a:pt x="13114" y="408195"/>
                  </a:lnTo>
                  <a:lnTo>
                    <a:pt x="14754" y="403276"/>
                  </a:lnTo>
                  <a:lnTo>
                    <a:pt x="16393" y="401637"/>
                  </a:lnTo>
                  <a:lnTo>
                    <a:pt x="18033" y="396719"/>
                  </a:lnTo>
                  <a:lnTo>
                    <a:pt x="19672" y="393441"/>
                  </a:lnTo>
                  <a:lnTo>
                    <a:pt x="19672" y="390162"/>
                  </a:lnTo>
                  <a:lnTo>
                    <a:pt x="19672" y="385244"/>
                  </a:lnTo>
                  <a:lnTo>
                    <a:pt x="21311" y="381965"/>
                  </a:lnTo>
                  <a:lnTo>
                    <a:pt x="22951" y="378686"/>
                  </a:lnTo>
                  <a:lnTo>
                    <a:pt x="22951" y="373769"/>
                  </a:lnTo>
                  <a:lnTo>
                    <a:pt x="21311" y="370490"/>
                  </a:lnTo>
                  <a:lnTo>
                    <a:pt x="22951" y="365572"/>
                  </a:lnTo>
                  <a:lnTo>
                    <a:pt x="22951" y="362293"/>
                  </a:lnTo>
                  <a:lnTo>
                    <a:pt x="24590" y="359015"/>
                  </a:lnTo>
                  <a:lnTo>
                    <a:pt x="24590" y="354096"/>
                  </a:lnTo>
                  <a:lnTo>
                    <a:pt x="29508" y="352457"/>
                  </a:lnTo>
                  <a:lnTo>
                    <a:pt x="29508" y="347539"/>
                  </a:lnTo>
                  <a:lnTo>
                    <a:pt x="29508" y="344261"/>
                  </a:lnTo>
                  <a:lnTo>
                    <a:pt x="29508" y="340982"/>
                  </a:lnTo>
                  <a:lnTo>
                    <a:pt x="29508" y="337703"/>
                  </a:lnTo>
                  <a:lnTo>
                    <a:pt x="29508" y="332785"/>
                  </a:lnTo>
                  <a:lnTo>
                    <a:pt x="34426" y="331146"/>
                  </a:lnTo>
                  <a:lnTo>
                    <a:pt x="36065" y="326228"/>
                  </a:lnTo>
                  <a:lnTo>
                    <a:pt x="39344" y="322949"/>
                  </a:lnTo>
                  <a:lnTo>
                    <a:pt x="42623" y="319671"/>
                  </a:lnTo>
                  <a:lnTo>
                    <a:pt x="45901" y="314752"/>
                  </a:lnTo>
                  <a:lnTo>
                    <a:pt x="45901" y="311474"/>
                  </a:lnTo>
                  <a:lnTo>
                    <a:pt x="45901" y="309835"/>
                  </a:lnTo>
                  <a:lnTo>
                    <a:pt x="47541" y="304916"/>
                  </a:lnTo>
                  <a:lnTo>
                    <a:pt x="50820" y="301638"/>
                  </a:lnTo>
                  <a:lnTo>
                    <a:pt x="54098" y="298359"/>
                  </a:lnTo>
                  <a:lnTo>
                    <a:pt x="57377" y="296720"/>
                  </a:lnTo>
                  <a:lnTo>
                    <a:pt x="59016" y="296720"/>
                  </a:lnTo>
                  <a:lnTo>
                    <a:pt x="62295" y="296720"/>
                  </a:lnTo>
                  <a:lnTo>
                    <a:pt x="65573" y="293441"/>
                  </a:lnTo>
                  <a:lnTo>
                    <a:pt x="65573" y="290162"/>
                  </a:lnTo>
                  <a:lnTo>
                    <a:pt x="70491" y="286884"/>
                  </a:lnTo>
                  <a:lnTo>
                    <a:pt x="72131" y="283605"/>
                  </a:lnTo>
                  <a:lnTo>
                    <a:pt x="73770" y="278687"/>
                  </a:lnTo>
                  <a:lnTo>
                    <a:pt x="75410" y="275408"/>
                  </a:lnTo>
                  <a:lnTo>
                    <a:pt x="75410" y="272130"/>
                  </a:lnTo>
                  <a:lnTo>
                    <a:pt x="77049" y="267212"/>
                  </a:lnTo>
                  <a:lnTo>
                    <a:pt x="78688" y="263933"/>
                  </a:lnTo>
                  <a:lnTo>
                    <a:pt x="78688" y="260654"/>
                  </a:lnTo>
                  <a:lnTo>
                    <a:pt x="78688" y="260654"/>
                  </a:lnTo>
                  <a:lnTo>
                    <a:pt x="78688" y="255736"/>
                  </a:lnTo>
                  <a:lnTo>
                    <a:pt x="78688" y="255736"/>
                  </a:lnTo>
                  <a:lnTo>
                    <a:pt x="78688" y="252458"/>
                  </a:lnTo>
                  <a:lnTo>
                    <a:pt x="78688" y="247539"/>
                  </a:lnTo>
                  <a:lnTo>
                    <a:pt x="78688" y="244261"/>
                  </a:lnTo>
                  <a:lnTo>
                    <a:pt x="80327" y="240982"/>
                  </a:lnTo>
                  <a:lnTo>
                    <a:pt x="80327" y="236064"/>
                  </a:lnTo>
                  <a:lnTo>
                    <a:pt x="80327" y="232786"/>
                  </a:lnTo>
                  <a:lnTo>
                    <a:pt x="80327" y="229507"/>
                  </a:lnTo>
                  <a:lnTo>
                    <a:pt x="80327" y="224589"/>
                  </a:lnTo>
                  <a:lnTo>
                    <a:pt x="78688" y="221310"/>
                  </a:lnTo>
                  <a:lnTo>
                    <a:pt x="78688" y="221310"/>
                  </a:lnTo>
                  <a:lnTo>
                    <a:pt x="75410" y="216392"/>
                  </a:lnTo>
                  <a:lnTo>
                    <a:pt x="78688" y="213114"/>
                  </a:lnTo>
                  <a:lnTo>
                    <a:pt x="75410" y="209835"/>
                  </a:lnTo>
                  <a:lnTo>
                    <a:pt x="72131" y="204917"/>
                  </a:lnTo>
                  <a:lnTo>
                    <a:pt x="68852" y="201638"/>
                  </a:lnTo>
                  <a:lnTo>
                    <a:pt x="68852" y="198359"/>
                  </a:lnTo>
                  <a:lnTo>
                    <a:pt x="67213" y="193442"/>
                  </a:lnTo>
                  <a:lnTo>
                    <a:pt x="65573" y="190163"/>
                  </a:lnTo>
                  <a:lnTo>
                    <a:pt x="62295" y="186884"/>
                  </a:lnTo>
                  <a:lnTo>
                    <a:pt x="60655" y="183605"/>
                  </a:lnTo>
                  <a:lnTo>
                    <a:pt x="60655" y="180327"/>
                  </a:lnTo>
                  <a:lnTo>
                    <a:pt x="60655" y="177048"/>
                  </a:lnTo>
                  <a:lnTo>
                    <a:pt x="57377" y="172130"/>
                  </a:lnTo>
                  <a:lnTo>
                    <a:pt x="55737" y="168851"/>
                  </a:lnTo>
                  <a:lnTo>
                    <a:pt x="55737" y="165573"/>
                  </a:lnTo>
                  <a:lnTo>
                    <a:pt x="55737" y="162294"/>
                  </a:lnTo>
                  <a:lnTo>
                    <a:pt x="55737" y="157376"/>
                  </a:lnTo>
                  <a:lnTo>
                    <a:pt x="54098" y="154098"/>
                  </a:lnTo>
                  <a:lnTo>
                    <a:pt x="54098" y="154098"/>
                  </a:lnTo>
                  <a:lnTo>
                    <a:pt x="52458" y="149179"/>
                  </a:lnTo>
                  <a:lnTo>
                    <a:pt x="49180" y="145901"/>
                  </a:lnTo>
                  <a:lnTo>
                    <a:pt x="47541" y="142622"/>
                  </a:lnTo>
                  <a:lnTo>
                    <a:pt x="49180" y="137704"/>
                  </a:lnTo>
                  <a:lnTo>
                    <a:pt x="49180" y="137704"/>
                  </a:lnTo>
                  <a:lnTo>
                    <a:pt x="54098" y="134425"/>
                  </a:lnTo>
                  <a:lnTo>
                    <a:pt x="49180" y="137704"/>
                  </a:lnTo>
                  <a:lnTo>
                    <a:pt x="49180" y="140983"/>
                  </a:lnTo>
                  <a:lnTo>
                    <a:pt x="52458" y="137704"/>
                  </a:lnTo>
                  <a:lnTo>
                    <a:pt x="55737" y="134425"/>
                  </a:lnTo>
                  <a:lnTo>
                    <a:pt x="57377" y="131147"/>
                  </a:lnTo>
                  <a:lnTo>
                    <a:pt x="60655" y="127868"/>
                  </a:lnTo>
                  <a:lnTo>
                    <a:pt x="62295" y="127868"/>
                  </a:lnTo>
                  <a:lnTo>
                    <a:pt x="63934" y="124589"/>
                  </a:lnTo>
                  <a:lnTo>
                    <a:pt x="62295" y="121311"/>
                  </a:lnTo>
                  <a:lnTo>
                    <a:pt x="62295" y="119671"/>
                  </a:lnTo>
                  <a:lnTo>
                    <a:pt x="62295" y="114754"/>
                  </a:lnTo>
                  <a:lnTo>
                    <a:pt x="63934" y="113114"/>
                  </a:lnTo>
                  <a:lnTo>
                    <a:pt x="62295" y="109835"/>
                  </a:lnTo>
                  <a:lnTo>
                    <a:pt x="62295" y="108196"/>
                  </a:lnTo>
                  <a:lnTo>
                    <a:pt x="59016" y="104917"/>
                  </a:lnTo>
                  <a:lnTo>
                    <a:pt x="59016" y="99999"/>
                  </a:lnTo>
                  <a:lnTo>
                    <a:pt x="57377" y="96721"/>
                  </a:lnTo>
                  <a:lnTo>
                    <a:pt x="55737" y="93442"/>
                  </a:lnTo>
                  <a:lnTo>
                    <a:pt x="54098" y="90164"/>
                  </a:lnTo>
                  <a:lnTo>
                    <a:pt x="52458" y="85245"/>
                  </a:lnTo>
                  <a:lnTo>
                    <a:pt x="52458" y="85245"/>
                  </a:lnTo>
                  <a:lnTo>
                    <a:pt x="50820" y="80327"/>
                  </a:lnTo>
                  <a:lnTo>
                    <a:pt x="49180" y="77049"/>
                  </a:lnTo>
                  <a:lnTo>
                    <a:pt x="47541" y="73770"/>
                  </a:lnTo>
                  <a:lnTo>
                    <a:pt x="45901" y="68852"/>
                  </a:lnTo>
                  <a:lnTo>
                    <a:pt x="45901" y="65573"/>
                  </a:lnTo>
                  <a:lnTo>
                    <a:pt x="42623" y="62295"/>
                  </a:lnTo>
                  <a:lnTo>
                    <a:pt x="42623" y="59016"/>
                  </a:lnTo>
                  <a:lnTo>
                    <a:pt x="42623" y="57377"/>
                  </a:lnTo>
                  <a:lnTo>
                    <a:pt x="42623" y="54098"/>
                  </a:lnTo>
                  <a:lnTo>
                    <a:pt x="42623" y="50819"/>
                  </a:lnTo>
                  <a:lnTo>
                    <a:pt x="39344" y="45901"/>
                  </a:lnTo>
                  <a:lnTo>
                    <a:pt x="37705" y="42622"/>
                  </a:lnTo>
                  <a:lnTo>
                    <a:pt x="34426" y="39344"/>
                  </a:lnTo>
                  <a:lnTo>
                    <a:pt x="34426" y="37705"/>
                  </a:lnTo>
                  <a:lnTo>
                    <a:pt x="31147" y="34426"/>
                  </a:lnTo>
                  <a:lnTo>
                    <a:pt x="29508" y="31147"/>
                  </a:lnTo>
                  <a:lnTo>
                    <a:pt x="27868" y="26229"/>
                  </a:lnTo>
                  <a:lnTo>
                    <a:pt x="26229" y="22951"/>
                  </a:lnTo>
                  <a:lnTo>
                    <a:pt x="24590" y="19672"/>
                  </a:lnTo>
                  <a:lnTo>
                    <a:pt x="22951" y="14754"/>
                  </a:lnTo>
                  <a:lnTo>
                    <a:pt x="21311" y="11475"/>
                  </a:lnTo>
                  <a:lnTo>
                    <a:pt x="24590" y="9836"/>
                  </a:lnTo>
                  <a:lnTo>
                    <a:pt x="29508" y="9836"/>
                  </a:lnTo>
                  <a:lnTo>
                    <a:pt x="32787" y="8197"/>
                  </a:lnTo>
                  <a:lnTo>
                    <a:pt x="36065" y="6557"/>
                  </a:lnTo>
                  <a:lnTo>
                    <a:pt x="40983" y="8197"/>
                  </a:lnTo>
                  <a:lnTo>
                    <a:pt x="44262" y="4918"/>
                  </a:lnTo>
                  <a:lnTo>
                    <a:pt x="47541" y="1639"/>
                  </a:lnTo>
                  <a:lnTo>
                    <a:pt x="50820" y="1639"/>
                  </a:lnTo>
                  <a:lnTo>
                    <a:pt x="52458" y="1639"/>
                  </a:lnTo>
                  <a:lnTo>
                    <a:pt x="55737" y="0"/>
                  </a:lnTo>
                  <a:lnTo>
                    <a:pt x="59016" y="1639"/>
                  </a:lnTo>
                  <a:lnTo>
                    <a:pt x="62295" y="1639"/>
                  </a:lnTo>
                  <a:lnTo>
                    <a:pt x="63934" y="0"/>
                  </a:lnTo>
                  <a:lnTo>
                    <a:pt x="63934" y="0"/>
                  </a:lnTo>
                  <a:lnTo>
                    <a:pt x="65573" y="0"/>
                  </a:lnTo>
                  <a:lnTo>
                    <a:pt x="68852" y="0"/>
                  </a:lnTo>
                  <a:lnTo>
                    <a:pt x="72131" y="0"/>
                  </a:lnTo>
                  <a:lnTo>
                    <a:pt x="75410" y="0"/>
                  </a:lnTo>
                  <a:lnTo>
                    <a:pt x="80327" y="0"/>
                  </a:lnTo>
                  <a:lnTo>
                    <a:pt x="83606" y="0"/>
                  </a:lnTo>
                  <a:lnTo>
                    <a:pt x="86885" y="0"/>
                  </a:lnTo>
                  <a:lnTo>
                    <a:pt x="91803" y="0"/>
                  </a:lnTo>
                  <a:lnTo>
                    <a:pt x="95081" y="0"/>
                  </a:lnTo>
                  <a:lnTo>
                    <a:pt x="98360" y="1639"/>
                  </a:lnTo>
                  <a:lnTo>
                    <a:pt x="101639" y="1639"/>
                  </a:lnTo>
                  <a:lnTo>
                    <a:pt x="104917" y="1639"/>
                  </a:lnTo>
                  <a:lnTo>
                    <a:pt x="108196" y="1639"/>
                  </a:lnTo>
                  <a:lnTo>
                    <a:pt x="113114" y="1639"/>
                  </a:lnTo>
                  <a:lnTo>
                    <a:pt x="116393" y="1639"/>
                  </a:lnTo>
                  <a:lnTo>
                    <a:pt x="118032" y="1639"/>
                  </a:lnTo>
                  <a:lnTo>
                    <a:pt x="121311" y="1639"/>
                  </a:lnTo>
                  <a:lnTo>
                    <a:pt x="126229" y="0"/>
                  </a:lnTo>
                  <a:lnTo>
                    <a:pt x="127868" y="0"/>
                  </a:lnTo>
                  <a:lnTo>
                    <a:pt x="132786" y="0"/>
                  </a:lnTo>
                  <a:lnTo>
                    <a:pt x="136065" y="0"/>
                  </a:lnTo>
                  <a:lnTo>
                    <a:pt x="136065" y="0"/>
                  </a:lnTo>
                  <a:lnTo>
                    <a:pt x="137704" y="0"/>
                  </a:lnTo>
                  <a:lnTo>
                    <a:pt x="142622" y="0"/>
                  </a:lnTo>
                  <a:lnTo>
                    <a:pt x="145901" y="0"/>
                  </a:lnTo>
                  <a:lnTo>
                    <a:pt x="149180" y="0"/>
                  </a:lnTo>
                  <a:lnTo>
                    <a:pt x="152458" y="0"/>
                  </a:lnTo>
                  <a:lnTo>
                    <a:pt x="157376" y="1639"/>
                  </a:lnTo>
                  <a:lnTo>
                    <a:pt x="160655" y="0"/>
                  </a:lnTo>
                  <a:lnTo>
                    <a:pt x="163934" y="0"/>
                  </a:lnTo>
                  <a:lnTo>
                    <a:pt x="168851" y="0"/>
                  </a:lnTo>
                  <a:lnTo>
                    <a:pt x="168851" y="0"/>
                  </a:lnTo>
                  <a:lnTo>
                    <a:pt x="173770" y="0"/>
                  </a:lnTo>
                  <a:lnTo>
                    <a:pt x="177048" y="0"/>
                  </a:lnTo>
                  <a:lnTo>
                    <a:pt x="181966" y="1639"/>
                  </a:lnTo>
                  <a:lnTo>
                    <a:pt x="181966" y="1639"/>
                  </a:lnTo>
                  <a:lnTo>
                    <a:pt x="186884" y="1639"/>
                  </a:lnTo>
                  <a:lnTo>
                    <a:pt x="186884" y="1639"/>
                  </a:lnTo>
                  <a:lnTo>
                    <a:pt x="186884" y="3278"/>
                  </a:lnTo>
                  <a:lnTo>
                    <a:pt x="186884" y="6557"/>
                  </a:lnTo>
                  <a:lnTo>
                    <a:pt x="186884" y="8197"/>
                  </a:lnTo>
                  <a:lnTo>
                    <a:pt x="188524" y="11475"/>
                  </a:lnTo>
                  <a:lnTo>
                    <a:pt x="191802" y="14754"/>
                  </a:lnTo>
                  <a:lnTo>
                    <a:pt x="191802" y="18032"/>
                  </a:lnTo>
                  <a:lnTo>
                    <a:pt x="191802" y="22951"/>
                  </a:lnTo>
                  <a:lnTo>
                    <a:pt x="191802" y="26229"/>
                  </a:lnTo>
                  <a:lnTo>
                    <a:pt x="193442" y="29508"/>
                  </a:lnTo>
                  <a:lnTo>
                    <a:pt x="193442" y="32787"/>
                  </a:lnTo>
                  <a:lnTo>
                    <a:pt x="195081" y="37705"/>
                  </a:lnTo>
                  <a:lnTo>
                    <a:pt x="195081" y="37705"/>
                  </a:lnTo>
                  <a:lnTo>
                    <a:pt x="196720" y="40983"/>
                  </a:lnTo>
                  <a:lnTo>
                    <a:pt x="199999" y="45901"/>
                  </a:lnTo>
                  <a:lnTo>
                    <a:pt x="199999" y="49180"/>
                  </a:lnTo>
                  <a:lnTo>
                    <a:pt x="201638" y="52458"/>
                  </a:lnTo>
                  <a:lnTo>
                    <a:pt x="199999" y="55737"/>
                  </a:lnTo>
                  <a:lnTo>
                    <a:pt x="199999" y="60655"/>
                  </a:lnTo>
                  <a:lnTo>
                    <a:pt x="203278" y="63934"/>
                  </a:lnTo>
                  <a:lnTo>
                    <a:pt x="206557" y="67212"/>
                  </a:lnTo>
                  <a:lnTo>
                    <a:pt x="209835" y="70491"/>
                  </a:lnTo>
                  <a:lnTo>
                    <a:pt x="209835" y="73770"/>
                  </a:lnTo>
                  <a:lnTo>
                    <a:pt x="213114" y="77049"/>
                  </a:lnTo>
                  <a:lnTo>
                    <a:pt x="213114" y="80327"/>
                  </a:lnTo>
                  <a:lnTo>
                    <a:pt x="214753" y="83606"/>
                  </a:lnTo>
                  <a:lnTo>
                    <a:pt x="218032" y="86885"/>
                  </a:lnTo>
                  <a:lnTo>
                    <a:pt x="219671" y="90164"/>
                  </a:lnTo>
                  <a:lnTo>
                    <a:pt x="221310" y="95081"/>
                  </a:lnTo>
                  <a:lnTo>
                    <a:pt x="222950" y="98360"/>
                  </a:lnTo>
                  <a:lnTo>
                    <a:pt x="226228" y="99999"/>
                  </a:lnTo>
                  <a:lnTo>
                    <a:pt x="229507" y="96721"/>
                  </a:lnTo>
                  <a:lnTo>
                    <a:pt x="234425" y="98360"/>
                  </a:lnTo>
                  <a:lnTo>
                    <a:pt x="237704" y="96721"/>
                  </a:lnTo>
                  <a:lnTo>
                    <a:pt x="240982" y="99999"/>
                  </a:lnTo>
                  <a:lnTo>
                    <a:pt x="245901" y="99999"/>
                  </a:lnTo>
                  <a:lnTo>
                    <a:pt x="245901" y="96721"/>
                  </a:lnTo>
                  <a:lnTo>
                    <a:pt x="245901" y="96721"/>
                  </a:lnTo>
                  <a:lnTo>
                    <a:pt x="249179" y="95081"/>
                  </a:lnTo>
                  <a:lnTo>
                    <a:pt x="252458" y="95081"/>
                  </a:lnTo>
                  <a:lnTo>
                    <a:pt x="257376" y="95081"/>
                  </a:lnTo>
                  <a:lnTo>
                    <a:pt x="260654" y="95081"/>
                  </a:lnTo>
                  <a:lnTo>
                    <a:pt x="263933" y="91802"/>
                  </a:lnTo>
                  <a:lnTo>
                    <a:pt x="265572" y="91802"/>
                  </a:lnTo>
                  <a:lnTo>
                    <a:pt x="270491" y="91802"/>
                  </a:lnTo>
                  <a:lnTo>
                    <a:pt x="272130" y="95081"/>
                  </a:lnTo>
                  <a:lnTo>
                    <a:pt x="272130" y="95081"/>
                  </a:lnTo>
                  <a:lnTo>
                    <a:pt x="277048" y="95081"/>
                  </a:lnTo>
                  <a:lnTo>
                    <a:pt x="281966" y="95081"/>
                  </a:lnTo>
                  <a:lnTo>
                    <a:pt x="285245" y="95081"/>
                  </a:lnTo>
                  <a:lnTo>
                    <a:pt x="290162" y="95081"/>
                  </a:lnTo>
                  <a:lnTo>
                    <a:pt x="293441" y="95081"/>
                  </a:lnTo>
                  <a:lnTo>
                    <a:pt x="293441" y="91802"/>
                  </a:lnTo>
                  <a:lnTo>
                    <a:pt x="293441" y="88524"/>
                  </a:lnTo>
                  <a:lnTo>
                    <a:pt x="293441" y="85245"/>
                  </a:lnTo>
                  <a:lnTo>
                    <a:pt x="295081" y="80327"/>
                  </a:lnTo>
                  <a:lnTo>
                    <a:pt x="295081" y="80327"/>
                  </a:lnTo>
                  <a:lnTo>
                    <a:pt x="293441" y="75409"/>
                  </a:lnTo>
                  <a:lnTo>
                    <a:pt x="296720" y="75409"/>
                  </a:lnTo>
                  <a:lnTo>
                    <a:pt x="299998" y="72131"/>
                  </a:lnTo>
                  <a:lnTo>
                    <a:pt x="299998" y="68852"/>
                  </a:lnTo>
                  <a:lnTo>
                    <a:pt x="298359" y="63934"/>
                  </a:lnTo>
                  <a:lnTo>
                    <a:pt x="298359" y="60655"/>
                  </a:lnTo>
                  <a:lnTo>
                    <a:pt x="298359" y="57377"/>
                  </a:lnTo>
                  <a:lnTo>
                    <a:pt x="301638" y="52458"/>
                  </a:lnTo>
                  <a:lnTo>
                    <a:pt x="299998" y="50819"/>
                  </a:lnTo>
                  <a:lnTo>
                    <a:pt x="303277" y="50819"/>
                  </a:lnTo>
                  <a:lnTo>
                    <a:pt x="306556" y="50819"/>
                  </a:lnTo>
                  <a:lnTo>
                    <a:pt x="311474" y="50819"/>
                  </a:lnTo>
                  <a:lnTo>
                    <a:pt x="316392" y="50819"/>
                  </a:lnTo>
                  <a:lnTo>
                    <a:pt x="318031" y="50819"/>
                  </a:lnTo>
                  <a:lnTo>
                    <a:pt x="322949" y="50819"/>
                  </a:lnTo>
                  <a:lnTo>
                    <a:pt x="326228" y="50819"/>
                  </a:lnTo>
                  <a:lnTo>
                    <a:pt x="329507" y="50819"/>
                  </a:lnTo>
                  <a:lnTo>
                    <a:pt x="331146" y="47541"/>
                  </a:lnTo>
                  <a:lnTo>
                    <a:pt x="334425" y="47541"/>
                  </a:lnTo>
                  <a:lnTo>
                    <a:pt x="339342" y="47541"/>
                  </a:lnTo>
                  <a:lnTo>
                    <a:pt x="342621" y="47541"/>
                  </a:lnTo>
                  <a:lnTo>
                    <a:pt x="342621" y="47541"/>
                  </a:lnTo>
                  <a:lnTo>
                    <a:pt x="340982" y="52458"/>
                  </a:lnTo>
                  <a:lnTo>
                    <a:pt x="339342" y="55737"/>
                  </a:lnTo>
                  <a:lnTo>
                    <a:pt x="339342" y="59016"/>
                  </a:lnTo>
                  <a:lnTo>
                    <a:pt x="339342" y="63934"/>
                  </a:lnTo>
                  <a:lnTo>
                    <a:pt x="342621" y="63934"/>
                  </a:lnTo>
                  <a:lnTo>
                    <a:pt x="345900" y="63934"/>
                  </a:lnTo>
                  <a:lnTo>
                    <a:pt x="349179" y="63934"/>
                  </a:lnTo>
                  <a:lnTo>
                    <a:pt x="352457" y="63934"/>
                  </a:lnTo>
                  <a:lnTo>
                    <a:pt x="357375" y="63934"/>
                  </a:lnTo>
                  <a:lnTo>
                    <a:pt x="360654" y="63934"/>
                  </a:lnTo>
                  <a:lnTo>
                    <a:pt x="363932" y="63934"/>
                  </a:lnTo>
                  <a:lnTo>
                    <a:pt x="367211" y="63934"/>
                  </a:lnTo>
                  <a:lnTo>
                    <a:pt x="372129" y="63934"/>
                  </a:lnTo>
                  <a:lnTo>
                    <a:pt x="375408" y="63934"/>
                  </a:lnTo>
                  <a:lnTo>
                    <a:pt x="378687" y="63934"/>
                  </a:lnTo>
                  <a:lnTo>
                    <a:pt x="383605" y="63934"/>
                  </a:lnTo>
                  <a:lnTo>
                    <a:pt x="386884" y="62295"/>
                  </a:lnTo>
                  <a:lnTo>
                    <a:pt x="386884" y="63934"/>
                  </a:lnTo>
                  <a:lnTo>
                    <a:pt x="388523" y="68852"/>
                  </a:lnTo>
                  <a:lnTo>
                    <a:pt x="390162" y="72131"/>
                  </a:lnTo>
                  <a:lnTo>
                    <a:pt x="388523" y="75409"/>
                  </a:lnTo>
                  <a:lnTo>
                    <a:pt x="388523" y="78688"/>
                  </a:lnTo>
                  <a:lnTo>
                    <a:pt x="386884" y="81967"/>
                  </a:lnTo>
                  <a:lnTo>
                    <a:pt x="386884" y="86885"/>
                  </a:lnTo>
                  <a:lnTo>
                    <a:pt x="385244" y="90164"/>
                  </a:lnTo>
                  <a:lnTo>
                    <a:pt x="385244" y="93442"/>
                  </a:lnTo>
                  <a:lnTo>
                    <a:pt x="386884" y="98360"/>
                  </a:lnTo>
                  <a:lnTo>
                    <a:pt x="388523" y="101639"/>
                  </a:lnTo>
                  <a:lnTo>
                    <a:pt x="390162" y="104917"/>
                  </a:lnTo>
                  <a:lnTo>
                    <a:pt x="390162" y="109835"/>
                  </a:lnTo>
                  <a:lnTo>
                    <a:pt x="390162" y="111475"/>
                  </a:lnTo>
                  <a:lnTo>
                    <a:pt x="391801" y="114754"/>
                  </a:lnTo>
                  <a:lnTo>
                    <a:pt x="391801" y="118032"/>
                  </a:lnTo>
                  <a:lnTo>
                    <a:pt x="390162" y="122950"/>
                  </a:lnTo>
                  <a:lnTo>
                    <a:pt x="390162" y="126229"/>
                  </a:lnTo>
                  <a:lnTo>
                    <a:pt x="390162" y="129508"/>
                  </a:lnTo>
                  <a:lnTo>
                    <a:pt x="388523" y="134425"/>
                  </a:lnTo>
                  <a:lnTo>
                    <a:pt x="388523" y="137704"/>
                  </a:lnTo>
                  <a:lnTo>
                    <a:pt x="388523" y="140983"/>
                  </a:lnTo>
                  <a:lnTo>
                    <a:pt x="388523" y="144261"/>
                  </a:lnTo>
                  <a:lnTo>
                    <a:pt x="388523" y="147540"/>
                  </a:lnTo>
                  <a:lnTo>
                    <a:pt x="388523" y="150819"/>
                  </a:lnTo>
                  <a:lnTo>
                    <a:pt x="386884" y="154098"/>
                  </a:lnTo>
                  <a:lnTo>
                    <a:pt x="386884" y="159015"/>
                  </a:lnTo>
                  <a:lnTo>
                    <a:pt x="386884" y="162294"/>
                  </a:lnTo>
                  <a:lnTo>
                    <a:pt x="388523" y="165573"/>
                  </a:lnTo>
                  <a:lnTo>
                    <a:pt x="390162" y="170491"/>
                  </a:lnTo>
                  <a:lnTo>
                    <a:pt x="393441" y="173769"/>
                  </a:lnTo>
                  <a:lnTo>
                    <a:pt x="396719" y="177048"/>
                  </a:lnTo>
                  <a:lnTo>
                    <a:pt x="399998" y="178688"/>
                  </a:lnTo>
                  <a:lnTo>
                    <a:pt x="399998" y="183605"/>
                  </a:lnTo>
                  <a:lnTo>
                    <a:pt x="401638" y="183605"/>
                  </a:lnTo>
                  <a:lnTo>
                    <a:pt x="401638" y="186884"/>
                  </a:lnTo>
                  <a:lnTo>
                    <a:pt x="403277" y="191802"/>
                  </a:lnTo>
                  <a:lnTo>
                    <a:pt x="403277" y="195081"/>
                  </a:lnTo>
                  <a:lnTo>
                    <a:pt x="406555" y="198359"/>
                  </a:lnTo>
                  <a:lnTo>
                    <a:pt x="404916" y="203278"/>
                  </a:lnTo>
                  <a:lnTo>
                    <a:pt x="404916" y="206556"/>
                  </a:lnTo>
                  <a:lnTo>
                    <a:pt x="404916" y="209835"/>
                  </a:lnTo>
                  <a:lnTo>
                    <a:pt x="406555" y="213114"/>
                  </a:lnTo>
                  <a:lnTo>
                    <a:pt x="406555" y="213114"/>
                  </a:lnTo>
                  <a:lnTo>
                    <a:pt x="404916" y="216392"/>
                  </a:lnTo>
                  <a:lnTo>
                    <a:pt x="401638" y="218032"/>
                  </a:lnTo>
                  <a:lnTo>
                    <a:pt x="399998" y="222949"/>
                  </a:lnTo>
                  <a:lnTo>
                    <a:pt x="401638" y="226228"/>
                  </a:lnTo>
                  <a:lnTo>
                    <a:pt x="403277" y="229507"/>
                  </a:lnTo>
                  <a:lnTo>
                    <a:pt x="403277" y="234425"/>
                  </a:lnTo>
                  <a:lnTo>
                    <a:pt x="403277" y="237704"/>
                  </a:lnTo>
                  <a:lnTo>
                    <a:pt x="403277" y="237704"/>
                  </a:lnTo>
                  <a:lnTo>
                    <a:pt x="404916" y="237704"/>
                  </a:lnTo>
                  <a:lnTo>
                    <a:pt x="408195" y="234425"/>
                  </a:lnTo>
                  <a:lnTo>
                    <a:pt x="411474" y="232786"/>
                  </a:lnTo>
                  <a:lnTo>
                    <a:pt x="413113" y="232786"/>
                  </a:lnTo>
                  <a:lnTo>
                    <a:pt x="414752" y="227868"/>
                  </a:lnTo>
                  <a:lnTo>
                    <a:pt x="419670" y="231146"/>
                  </a:lnTo>
                  <a:lnTo>
                    <a:pt x="422949" y="231146"/>
                  </a:lnTo>
                  <a:lnTo>
                    <a:pt x="426228" y="229507"/>
                  </a:lnTo>
                  <a:lnTo>
                    <a:pt x="431145" y="231146"/>
                  </a:lnTo>
                  <a:lnTo>
                    <a:pt x="434424" y="231146"/>
                  </a:lnTo>
                  <a:lnTo>
                    <a:pt x="437703" y="231146"/>
                  </a:lnTo>
                  <a:lnTo>
                    <a:pt x="442621" y="229507"/>
                  </a:lnTo>
                  <a:lnTo>
                    <a:pt x="445899" y="226228"/>
                  </a:lnTo>
                  <a:lnTo>
                    <a:pt x="449178" y="226228"/>
                  </a:lnTo>
                  <a:lnTo>
                    <a:pt x="452457" y="226228"/>
                  </a:lnTo>
                  <a:lnTo>
                    <a:pt x="457375" y="227868"/>
                  </a:lnTo>
                  <a:lnTo>
                    <a:pt x="460654" y="227868"/>
                  </a:lnTo>
                  <a:lnTo>
                    <a:pt x="463932" y="227868"/>
                  </a:lnTo>
                  <a:lnTo>
                    <a:pt x="467211" y="224589"/>
                  </a:lnTo>
                  <a:lnTo>
                    <a:pt x="470489" y="221310"/>
                  </a:lnTo>
                  <a:lnTo>
                    <a:pt x="470489" y="224589"/>
                  </a:lnTo>
                  <a:lnTo>
                    <a:pt x="470489" y="229507"/>
                  </a:lnTo>
                  <a:lnTo>
                    <a:pt x="470489" y="232786"/>
                  </a:lnTo>
                  <a:lnTo>
                    <a:pt x="472129" y="232786"/>
                  </a:lnTo>
                  <a:lnTo>
                    <a:pt x="470489" y="237704"/>
                  </a:lnTo>
                  <a:lnTo>
                    <a:pt x="472129" y="240982"/>
                  </a:lnTo>
                  <a:lnTo>
                    <a:pt x="473768" y="244261"/>
                  </a:lnTo>
                  <a:lnTo>
                    <a:pt x="470489" y="249179"/>
                  </a:lnTo>
                  <a:lnTo>
                    <a:pt x="470489" y="252458"/>
                  </a:lnTo>
                  <a:lnTo>
                    <a:pt x="468850" y="255736"/>
                  </a:lnTo>
                  <a:lnTo>
                    <a:pt x="470489" y="259015"/>
                  </a:lnTo>
                  <a:lnTo>
                    <a:pt x="470489" y="263933"/>
                  </a:lnTo>
                  <a:lnTo>
                    <a:pt x="468850" y="267212"/>
                  </a:lnTo>
                  <a:lnTo>
                    <a:pt x="468850" y="270491"/>
                  </a:lnTo>
                  <a:lnTo>
                    <a:pt x="468850" y="275408"/>
                  </a:lnTo>
                  <a:lnTo>
                    <a:pt x="468850" y="278687"/>
                  </a:lnTo>
                  <a:lnTo>
                    <a:pt x="470489" y="283605"/>
                  </a:lnTo>
                  <a:lnTo>
                    <a:pt x="470489" y="286884"/>
                  </a:lnTo>
                  <a:lnTo>
                    <a:pt x="470489" y="290162"/>
                  </a:lnTo>
                  <a:lnTo>
                    <a:pt x="467211" y="295081"/>
                  </a:lnTo>
                  <a:lnTo>
                    <a:pt x="467211" y="298359"/>
                  </a:lnTo>
                  <a:lnTo>
                    <a:pt x="465572" y="301638"/>
                  </a:lnTo>
                  <a:lnTo>
                    <a:pt x="465572" y="304916"/>
                  </a:lnTo>
                  <a:lnTo>
                    <a:pt x="467211" y="309835"/>
                  </a:lnTo>
                  <a:lnTo>
                    <a:pt x="468850" y="313113"/>
                  </a:lnTo>
                  <a:lnTo>
                    <a:pt x="462293" y="316392"/>
                  </a:lnTo>
                  <a:lnTo>
                    <a:pt x="459014" y="316392"/>
                  </a:lnTo>
                  <a:lnTo>
                    <a:pt x="454096" y="316392"/>
                  </a:lnTo>
                  <a:lnTo>
                    <a:pt x="447539" y="316392"/>
                  </a:lnTo>
                  <a:lnTo>
                    <a:pt x="447539" y="316392"/>
                  </a:lnTo>
                  <a:lnTo>
                    <a:pt x="440981" y="316392"/>
                  </a:lnTo>
                  <a:lnTo>
                    <a:pt x="436064" y="316392"/>
                  </a:lnTo>
                  <a:lnTo>
                    <a:pt x="432785" y="316392"/>
                  </a:lnTo>
                  <a:lnTo>
                    <a:pt x="429506" y="316392"/>
                  </a:lnTo>
                  <a:lnTo>
                    <a:pt x="424588" y="316392"/>
                  </a:lnTo>
                  <a:lnTo>
                    <a:pt x="421309" y="316392"/>
                  </a:lnTo>
                  <a:lnTo>
                    <a:pt x="419670" y="316392"/>
                  </a:lnTo>
                  <a:lnTo>
                    <a:pt x="414752" y="316392"/>
                  </a:lnTo>
                  <a:lnTo>
                    <a:pt x="409834" y="316392"/>
                  </a:lnTo>
                  <a:lnTo>
                    <a:pt x="406555" y="316392"/>
                  </a:lnTo>
                  <a:lnTo>
                    <a:pt x="401638" y="316392"/>
                  </a:lnTo>
                  <a:lnTo>
                    <a:pt x="398359" y="316392"/>
                  </a:lnTo>
                  <a:lnTo>
                    <a:pt x="393441" y="316392"/>
                  </a:lnTo>
                  <a:lnTo>
                    <a:pt x="391801" y="319671"/>
                  </a:lnTo>
                  <a:lnTo>
                    <a:pt x="391801" y="322949"/>
                  </a:lnTo>
                  <a:lnTo>
                    <a:pt x="391801" y="326228"/>
                  </a:lnTo>
                  <a:lnTo>
                    <a:pt x="391801" y="329506"/>
                  </a:lnTo>
                  <a:lnTo>
                    <a:pt x="391801" y="334425"/>
                  </a:lnTo>
                  <a:lnTo>
                    <a:pt x="391801" y="334425"/>
                  </a:lnTo>
                  <a:lnTo>
                    <a:pt x="391801" y="337703"/>
                  </a:lnTo>
                  <a:lnTo>
                    <a:pt x="391801" y="342621"/>
                  </a:lnTo>
                  <a:lnTo>
                    <a:pt x="391801" y="345900"/>
                  </a:lnTo>
                  <a:lnTo>
                    <a:pt x="391801" y="347539"/>
                  </a:lnTo>
                  <a:lnTo>
                    <a:pt x="391801" y="350818"/>
                  </a:lnTo>
                  <a:lnTo>
                    <a:pt x="391801" y="354096"/>
                  </a:lnTo>
                  <a:lnTo>
                    <a:pt x="391801" y="357375"/>
                  </a:lnTo>
                  <a:lnTo>
                    <a:pt x="391801" y="362293"/>
                  </a:lnTo>
                  <a:lnTo>
                    <a:pt x="391801" y="365572"/>
                  </a:lnTo>
                  <a:lnTo>
                    <a:pt x="391801" y="368851"/>
                  </a:lnTo>
                  <a:lnTo>
                    <a:pt x="391801" y="373769"/>
                  </a:lnTo>
                  <a:lnTo>
                    <a:pt x="391801" y="377047"/>
                  </a:lnTo>
                  <a:lnTo>
                    <a:pt x="391801" y="380326"/>
                  </a:lnTo>
                  <a:lnTo>
                    <a:pt x="391801" y="385244"/>
                  </a:lnTo>
                  <a:lnTo>
                    <a:pt x="391801" y="388523"/>
                  </a:lnTo>
                  <a:lnTo>
                    <a:pt x="391801" y="391801"/>
                  </a:lnTo>
                  <a:lnTo>
                    <a:pt x="391801" y="396719"/>
                  </a:lnTo>
                  <a:lnTo>
                    <a:pt x="391801" y="399998"/>
                  </a:lnTo>
                  <a:lnTo>
                    <a:pt x="391801" y="403276"/>
                  </a:lnTo>
                  <a:lnTo>
                    <a:pt x="391801" y="404916"/>
                  </a:lnTo>
                  <a:lnTo>
                    <a:pt x="391801" y="409834"/>
                  </a:lnTo>
                  <a:lnTo>
                    <a:pt x="391801" y="413113"/>
                  </a:lnTo>
                  <a:lnTo>
                    <a:pt x="391801" y="416391"/>
                  </a:lnTo>
                  <a:lnTo>
                    <a:pt x="391801" y="421309"/>
                  </a:lnTo>
                  <a:lnTo>
                    <a:pt x="391801" y="424588"/>
                  </a:lnTo>
                  <a:lnTo>
                    <a:pt x="391801" y="427866"/>
                  </a:lnTo>
                  <a:lnTo>
                    <a:pt x="390162" y="432785"/>
                  </a:lnTo>
                  <a:lnTo>
                    <a:pt x="390162" y="436063"/>
                  </a:lnTo>
                  <a:lnTo>
                    <a:pt x="390162" y="439342"/>
                  </a:lnTo>
                  <a:lnTo>
                    <a:pt x="390162" y="442621"/>
                  </a:lnTo>
                  <a:lnTo>
                    <a:pt x="390162" y="447539"/>
                  </a:lnTo>
                  <a:lnTo>
                    <a:pt x="390162" y="450818"/>
                  </a:lnTo>
                  <a:lnTo>
                    <a:pt x="390162" y="455735"/>
                  </a:lnTo>
                  <a:lnTo>
                    <a:pt x="391801" y="457375"/>
                  </a:lnTo>
                  <a:lnTo>
                    <a:pt x="393441" y="460653"/>
                  </a:lnTo>
                  <a:lnTo>
                    <a:pt x="395080" y="463932"/>
                  </a:lnTo>
                  <a:lnTo>
                    <a:pt x="395080" y="468850"/>
                  </a:lnTo>
                  <a:lnTo>
                    <a:pt x="398359" y="472129"/>
                  </a:lnTo>
                  <a:lnTo>
                    <a:pt x="401638" y="475408"/>
                  </a:lnTo>
                  <a:lnTo>
                    <a:pt x="406555" y="478686"/>
                  </a:lnTo>
                  <a:lnTo>
                    <a:pt x="409834" y="483604"/>
                  </a:lnTo>
                  <a:lnTo>
                    <a:pt x="413113" y="486883"/>
                  </a:lnTo>
                  <a:lnTo>
                    <a:pt x="416391" y="490162"/>
                  </a:lnTo>
                  <a:lnTo>
                    <a:pt x="419670" y="495079"/>
                  </a:lnTo>
                  <a:lnTo>
                    <a:pt x="422949" y="499998"/>
                  </a:lnTo>
                  <a:lnTo>
                    <a:pt x="427867" y="503276"/>
                  </a:lnTo>
                  <a:lnTo>
                    <a:pt x="431145" y="506555"/>
                  </a:lnTo>
                  <a:lnTo>
                    <a:pt x="434424" y="511473"/>
                  </a:lnTo>
                  <a:lnTo>
                    <a:pt x="437703" y="514752"/>
                  </a:lnTo>
                  <a:lnTo>
                    <a:pt x="442621" y="518030"/>
                  </a:lnTo>
                  <a:lnTo>
                    <a:pt x="445899" y="519669"/>
                  </a:lnTo>
                  <a:lnTo>
                    <a:pt x="442621" y="519669"/>
                  </a:lnTo>
                  <a:lnTo>
                    <a:pt x="439342" y="521309"/>
                  </a:lnTo>
                  <a:lnTo>
                    <a:pt x="434424" y="521309"/>
                  </a:lnTo>
                  <a:lnTo>
                    <a:pt x="431145" y="522948"/>
                  </a:lnTo>
                  <a:lnTo>
                    <a:pt x="426228" y="524588"/>
                  </a:lnTo>
                  <a:lnTo>
                    <a:pt x="422949" y="524588"/>
                  </a:lnTo>
                  <a:lnTo>
                    <a:pt x="419670" y="526227"/>
                  </a:lnTo>
                  <a:lnTo>
                    <a:pt x="416391" y="526227"/>
                  </a:lnTo>
                  <a:lnTo>
                    <a:pt x="411474" y="527866"/>
                  </a:lnTo>
                  <a:lnTo>
                    <a:pt x="408195" y="527866"/>
                  </a:lnTo>
                  <a:lnTo>
                    <a:pt x="403277" y="529506"/>
                  </a:lnTo>
                  <a:lnTo>
                    <a:pt x="399998" y="529506"/>
                  </a:lnTo>
                  <a:lnTo>
                    <a:pt x="396719" y="531145"/>
                  </a:lnTo>
                  <a:lnTo>
                    <a:pt x="391801" y="531145"/>
                  </a:lnTo>
                  <a:lnTo>
                    <a:pt x="388523" y="532784"/>
                  </a:lnTo>
                  <a:lnTo>
                    <a:pt x="385244" y="532784"/>
                  </a:lnTo>
                  <a:lnTo>
                    <a:pt x="380326" y="534423"/>
                  </a:lnTo>
                  <a:lnTo>
                    <a:pt x="380326" y="534423"/>
                  </a:lnTo>
                  <a:lnTo>
                    <a:pt x="377047" y="534423"/>
                  </a:lnTo>
                  <a:lnTo>
                    <a:pt x="372129" y="536063"/>
                  </a:lnTo>
                  <a:lnTo>
                    <a:pt x="368851" y="536063"/>
                  </a:lnTo>
                  <a:lnTo>
                    <a:pt x="365572" y="536063"/>
                  </a:lnTo>
                  <a:lnTo>
                    <a:pt x="362294" y="534423"/>
                  </a:lnTo>
                  <a:lnTo>
                    <a:pt x="359015" y="532784"/>
                  </a:lnTo>
                  <a:lnTo>
                    <a:pt x="357375" y="532784"/>
                  </a:lnTo>
                  <a:lnTo>
                    <a:pt x="354097" y="534423"/>
                  </a:lnTo>
                  <a:lnTo>
                    <a:pt x="350818" y="534423"/>
                  </a:lnTo>
                  <a:lnTo>
                    <a:pt x="345900" y="536063"/>
                  </a:lnTo>
                  <a:lnTo>
                    <a:pt x="342621" y="536063"/>
                  </a:lnTo>
                  <a:lnTo>
                    <a:pt x="339342" y="536063"/>
                  </a:lnTo>
                  <a:lnTo>
                    <a:pt x="336064" y="534423"/>
                  </a:lnTo>
                  <a:lnTo>
                    <a:pt x="332785" y="532784"/>
                  </a:lnTo>
                  <a:lnTo>
                    <a:pt x="327867" y="531145"/>
                  </a:lnTo>
                  <a:lnTo>
                    <a:pt x="324588" y="529506"/>
                  </a:lnTo>
                  <a:lnTo>
                    <a:pt x="321310" y="531145"/>
                  </a:lnTo>
                  <a:lnTo>
                    <a:pt x="316392" y="531145"/>
                  </a:lnTo>
                  <a:lnTo>
                    <a:pt x="313113" y="531145"/>
                  </a:lnTo>
                  <a:lnTo>
                    <a:pt x="309835" y="529506"/>
                  </a:lnTo>
                  <a:lnTo>
                    <a:pt x="306556" y="529506"/>
                  </a:lnTo>
                  <a:lnTo>
                    <a:pt x="303277" y="531145"/>
                  </a:lnTo>
                  <a:lnTo>
                    <a:pt x="298359" y="529506"/>
                  </a:lnTo>
                  <a:lnTo>
                    <a:pt x="295081" y="529506"/>
                  </a:lnTo>
                  <a:lnTo>
                    <a:pt x="291802" y="529506"/>
                  </a:lnTo>
                  <a:lnTo>
                    <a:pt x="286884" y="527866"/>
                  </a:lnTo>
                  <a:lnTo>
                    <a:pt x="285245" y="527866"/>
                  </a:lnTo>
                  <a:lnTo>
                    <a:pt x="280327" y="527866"/>
                  </a:lnTo>
                  <a:lnTo>
                    <a:pt x="277048" y="527866"/>
                  </a:lnTo>
                  <a:lnTo>
                    <a:pt x="273769" y="527866"/>
                  </a:lnTo>
                  <a:lnTo>
                    <a:pt x="268851" y="526227"/>
                  </a:lnTo>
                  <a:lnTo>
                    <a:pt x="265572" y="524588"/>
                  </a:lnTo>
                  <a:lnTo>
                    <a:pt x="262294" y="519669"/>
                  </a:lnTo>
                  <a:lnTo>
                    <a:pt x="259015" y="516391"/>
                  </a:lnTo>
                  <a:lnTo>
                    <a:pt x="257376" y="513112"/>
                  </a:lnTo>
                  <a:lnTo>
                    <a:pt x="255737" y="509833"/>
                  </a:lnTo>
                  <a:lnTo>
                    <a:pt x="252458" y="509833"/>
                  </a:lnTo>
                  <a:lnTo>
                    <a:pt x="249179" y="509833"/>
                  </a:lnTo>
                  <a:lnTo>
                    <a:pt x="245901" y="509833"/>
                  </a:lnTo>
                  <a:lnTo>
                    <a:pt x="240982" y="509833"/>
                  </a:lnTo>
                  <a:lnTo>
                    <a:pt x="237704" y="509833"/>
                  </a:lnTo>
                  <a:lnTo>
                    <a:pt x="237704" y="509833"/>
                  </a:lnTo>
                  <a:lnTo>
                    <a:pt x="232786" y="509833"/>
                  </a:lnTo>
                  <a:lnTo>
                    <a:pt x="229507" y="509833"/>
                  </a:lnTo>
                  <a:lnTo>
                    <a:pt x="226228" y="509833"/>
                  </a:lnTo>
                  <a:lnTo>
                    <a:pt x="221310" y="509833"/>
                  </a:lnTo>
                  <a:lnTo>
                    <a:pt x="218032" y="509833"/>
                  </a:lnTo>
                  <a:lnTo>
                    <a:pt x="214753" y="509833"/>
                  </a:lnTo>
                  <a:lnTo>
                    <a:pt x="209835" y="509833"/>
                  </a:lnTo>
                  <a:lnTo>
                    <a:pt x="206557" y="509833"/>
                  </a:lnTo>
                  <a:lnTo>
                    <a:pt x="203278" y="509833"/>
                  </a:lnTo>
                  <a:lnTo>
                    <a:pt x="198360" y="509833"/>
                  </a:lnTo>
                  <a:lnTo>
                    <a:pt x="195081" y="509833"/>
                  </a:lnTo>
                  <a:lnTo>
                    <a:pt x="191802" y="509833"/>
                  </a:lnTo>
                  <a:lnTo>
                    <a:pt x="186884" y="509833"/>
                  </a:lnTo>
                  <a:lnTo>
                    <a:pt x="183605" y="509833"/>
                  </a:lnTo>
                  <a:lnTo>
                    <a:pt x="180327" y="509833"/>
                  </a:lnTo>
                  <a:lnTo>
                    <a:pt x="175409" y="509833"/>
                  </a:lnTo>
                  <a:lnTo>
                    <a:pt x="172130" y="509833"/>
                  </a:lnTo>
                  <a:lnTo>
                    <a:pt x="168851" y="509833"/>
                  </a:lnTo>
                  <a:lnTo>
                    <a:pt x="163934" y="509833"/>
                  </a:lnTo>
                  <a:lnTo>
                    <a:pt x="160655" y="509833"/>
                  </a:lnTo>
                  <a:lnTo>
                    <a:pt x="157376" y="509833"/>
                  </a:lnTo>
                  <a:lnTo>
                    <a:pt x="154098" y="509833"/>
                  </a:lnTo>
                  <a:lnTo>
                    <a:pt x="149180" y="509833"/>
                  </a:lnTo>
                  <a:lnTo>
                    <a:pt x="145901" y="509833"/>
                  </a:lnTo>
                  <a:lnTo>
                    <a:pt x="142622" y="509833"/>
                  </a:lnTo>
                  <a:lnTo>
                    <a:pt x="140983" y="509833"/>
                  </a:lnTo>
                  <a:lnTo>
                    <a:pt x="137704" y="509833"/>
                  </a:lnTo>
                  <a:lnTo>
                    <a:pt x="132786" y="509833"/>
                  </a:lnTo>
                  <a:lnTo>
                    <a:pt x="129508" y="509833"/>
                  </a:lnTo>
                  <a:lnTo>
                    <a:pt x="126229" y="509833"/>
                  </a:lnTo>
                  <a:lnTo>
                    <a:pt x="122950" y="509833"/>
                  </a:lnTo>
                  <a:lnTo>
                    <a:pt x="119671" y="509833"/>
                  </a:lnTo>
                  <a:lnTo>
                    <a:pt x="114754" y="509833"/>
                  </a:lnTo>
                  <a:lnTo>
                    <a:pt x="111475" y="509833"/>
                  </a:lnTo>
                  <a:lnTo>
                    <a:pt x="108196" y="509833"/>
                  </a:lnTo>
                  <a:lnTo>
                    <a:pt x="103278" y="509833"/>
                  </a:lnTo>
                  <a:lnTo>
                    <a:pt x="100000" y="509833"/>
                  </a:lnTo>
                  <a:lnTo>
                    <a:pt x="96721" y="509833"/>
                  </a:lnTo>
                  <a:lnTo>
                    <a:pt x="93442" y="509833"/>
                  </a:lnTo>
                  <a:lnTo>
                    <a:pt x="90164" y="511473"/>
                  </a:lnTo>
                  <a:lnTo>
                    <a:pt x="85245" y="509833"/>
                  </a:lnTo>
                  <a:lnTo>
                    <a:pt x="85245" y="509833"/>
                  </a:lnTo>
                  <a:lnTo>
                    <a:pt x="81967" y="506555"/>
                  </a:lnTo>
                  <a:lnTo>
                    <a:pt x="77049" y="504916"/>
                  </a:lnTo>
                  <a:lnTo>
                    <a:pt x="73770" y="503276"/>
                  </a:lnTo>
                  <a:lnTo>
                    <a:pt x="70491" y="499998"/>
                  </a:lnTo>
                  <a:lnTo>
                    <a:pt x="67213" y="495079"/>
                  </a:lnTo>
                  <a:lnTo>
                    <a:pt x="63934" y="491801"/>
                  </a:lnTo>
                  <a:lnTo>
                    <a:pt x="60655" y="490162"/>
                  </a:lnTo>
                  <a:lnTo>
                    <a:pt x="57377" y="491801"/>
                  </a:lnTo>
                  <a:lnTo>
                    <a:pt x="52458" y="490162"/>
                  </a:lnTo>
                  <a:lnTo>
                    <a:pt x="49180" y="490162"/>
                  </a:lnTo>
                  <a:lnTo>
                    <a:pt x="45901" y="491801"/>
                  </a:lnTo>
                  <a:lnTo>
                    <a:pt x="42623" y="495079"/>
                  </a:lnTo>
                  <a:lnTo>
                    <a:pt x="37705" y="498358"/>
                  </a:lnTo>
                  <a:lnTo>
                    <a:pt x="34426" y="499998"/>
                  </a:lnTo>
                  <a:lnTo>
                    <a:pt x="31147" y="501637"/>
                  </a:lnTo>
                  <a:lnTo>
                    <a:pt x="26229" y="503276"/>
                  </a:lnTo>
                  <a:lnTo>
                    <a:pt x="22951" y="501637"/>
                  </a:lnTo>
                  <a:lnTo>
                    <a:pt x="19672" y="501637"/>
                  </a:lnTo>
                  <a:lnTo>
                    <a:pt x="16393" y="498358"/>
                  </a:lnTo>
                  <a:lnTo>
                    <a:pt x="11475" y="498358"/>
                  </a:lnTo>
                  <a:lnTo>
                    <a:pt x="11475" y="498358"/>
                  </a:lnTo>
                  <a:lnTo>
                    <a:pt x="8197" y="499998"/>
                  </a:lnTo>
                  <a:lnTo>
                    <a:pt x="3278" y="501637"/>
                  </a:lnTo>
                  <a:lnTo>
                    <a:pt x="0" y="50327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1" name="Freeform 3030">
              <a:extLst>
                <a:ext uri="{FF2B5EF4-FFF2-40B4-BE49-F238E27FC236}">
                  <a16:creationId xmlns:a16="http://schemas.microsoft.com/office/drawing/2014/main" id="{39A5227F-4B97-B64A-9817-02166B8A0348}"/>
                </a:ext>
              </a:extLst>
            </p:cNvPr>
            <p:cNvSpPr/>
            <p:nvPr/>
          </p:nvSpPr>
          <p:spPr>
            <a:xfrm>
              <a:off x="5830427" y="4316535"/>
              <a:ext cx="40983" cy="60655"/>
            </a:xfrm>
            <a:custGeom>
              <a:avLst/>
              <a:gdLst>
                <a:gd name="connsiteX0" fmla="*/ 0 w 40983"/>
                <a:gd name="connsiteY0" fmla="*/ 26229 h 60655"/>
                <a:gd name="connsiteX1" fmla="*/ 0 w 40983"/>
                <a:gd name="connsiteY1" fmla="*/ 26229 h 60655"/>
                <a:gd name="connsiteX2" fmla="*/ 4918 w 40983"/>
                <a:gd name="connsiteY2" fmla="*/ 22951 h 60655"/>
                <a:gd name="connsiteX3" fmla="*/ 6558 w 40983"/>
                <a:gd name="connsiteY3" fmla="*/ 19672 h 60655"/>
                <a:gd name="connsiteX4" fmla="*/ 9836 w 40983"/>
                <a:gd name="connsiteY4" fmla="*/ 18033 h 60655"/>
                <a:gd name="connsiteX5" fmla="*/ 11476 w 40983"/>
                <a:gd name="connsiteY5" fmla="*/ 16393 h 60655"/>
                <a:gd name="connsiteX6" fmla="*/ 13115 w 40983"/>
                <a:gd name="connsiteY6" fmla="*/ 13115 h 60655"/>
                <a:gd name="connsiteX7" fmla="*/ 14754 w 40983"/>
                <a:gd name="connsiteY7" fmla="*/ 8197 h 60655"/>
                <a:gd name="connsiteX8" fmla="*/ 19672 w 40983"/>
                <a:gd name="connsiteY8" fmla="*/ 8197 h 60655"/>
                <a:gd name="connsiteX9" fmla="*/ 22951 w 40983"/>
                <a:gd name="connsiteY9" fmla="*/ 6558 h 60655"/>
                <a:gd name="connsiteX10" fmla="*/ 24590 w 40983"/>
                <a:gd name="connsiteY10" fmla="*/ 6558 h 60655"/>
                <a:gd name="connsiteX11" fmla="*/ 26229 w 40983"/>
                <a:gd name="connsiteY11" fmla="*/ 3279 h 60655"/>
                <a:gd name="connsiteX12" fmla="*/ 27869 w 40983"/>
                <a:gd name="connsiteY12" fmla="*/ 0 h 60655"/>
                <a:gd name="connsiteX13" fmla="*/ 29508 w 40983"/>
                <a:gd name="connsiteY13" fmla="*/ 0 h 60655"/>
                <a:gd name="connsiteX14" fmla="*/ 32787 w 40983"/>
                <a:gd name="connsiteY14" fmla="*/ 1639 h 60655"/>
                <a:gd name="connsiteX15" fmla="*/ 34426 w 40983"/>
                <a:gd name="connsiteY15" fmla="*/ 3279 h 60655"/>
                <a:gd name="connsiteX16" fmla="*/ 37705 w 40983"/>
                <a:gd name="connsiteY16" fmla="*/ 6558 h 60655"/>
                <a:gd name="connsiteX17" fmla="*/ 40983 w 40983"/>
                <a:gd name="connsiteY17" fmla="*/ 9836 h 60655"/>
                <a:gd name="connsiteX18" fmla="*/ 37705 w 40983"/>
                <a:gd name="connsiteY18" fmla="*/ 11476 h 60655"/>
                <a:gd name="connsiteX19" fmla="*/ 32787 w 40983"/>
                <a:gd name="connsiteY19" fmla="*/ 13115 h 60655"/>
                <a:gd name="connsiteX20" fmla="*/ 29508 w 40983"/>
                <a:gd name="connsiteY20" fmla="*/ 16393 h 60655"/>
                <a:gd name="connsiteX21" fmla="*/ 29508 w 40983"/>
                <a:gd name="connsiteY21" fmla="*/ 16393 h 60655"/>
                <a:gd name="connsiteX22" fmla="*/ 26229 w 40983"/>
                <a:gd name="connsiteY22" fmla="*/ 21312 h 60655"/>
                <a:gd name="connsiteX23" fmla="*/ 22951 w 40983"/>
                <a:gd name="connsiteY23" fmla="*/ 22951 h 60655"/>
                <a:gd name="connsiteX24" fmla="*/ 21312 w 40983"/>
                <a:gd name="connsiteY24" fmla="*/ 26229 h 60655"/>
                <a:gd name="connsiteX25" fmla="*/ 18033 w 40983"/>
                <a:gd name="connsiteY25" fmla="*/ 27869 h 60655"/>
                <a:gd name="connsiteX26" fmla="*/ 16393 w 40983"/>
                <a:gd name="connsiteY26" fmla="*/ 29508 h 60655"/>
                <a:gd name="connsiteX27" fmla="*/ 16393 w 40983"/>
                <a:gd name="connsiteY27" fmla="*/ 29508 h 60655"/>
                <a:gd name="connsiteX28" fmla="*/ 19672 w 40983"/>
                <a:gd name="connsiteY28" fmla="*/ 34426 h 60655"/>
                <a:gd name="connsiteX29" fmla="*/ 19672 w 40983"/>
                <a:gd name="connsiteY29" fmla="*/ 37705 h 60655"/>
                <a:gd name="connsiteX30" fmla="*/ 19672 w 40983"/>
                <a:gd name="connsiteY30" fmla="*/ 40983 h 60655"/>
                <a:gd name="connsiteX31" fmla="*/ 19672 w 40983"/>
                <a:gd name="connsiteY31" fmla="*/ 45902 h 60655"/>
                <a:gd name="connsiteX32" fmla="*/ 19672 w 40983"/>
                <a:gd name="connsiteY32" fmla="*/ 49180 h 60655"/>
                <a:gd name="connsiteX33" fmla="*/ 18033 w 40983"/>
                <a:gd name="connsiteY33" fmla="*/ 54098 h 60655"/>
                <a:gd name="connsiteX34" fmla="*/ 18033 w 40983"/>
                <a:gd name="connsiteY34" fmla="*/ 57377 h 60655"/>
                <a:gd name="connsiteX35" fmla="*/ 14754 w 40983"/>
                <a:gd name="connsiteY35" fmla="*/ 59016 h 60655"/>
                <a:gd name="connsiteX36" fmla="*/ 11476 w 40983"/>
                <a:gd name="connsiteY36" fmla="*/ 59016 h 60655"/>
                <a:gd name="connsiteX37" fmla="*/ 8197 w 40983"/>
                <a:gd name="connsiteY37" fmla="*/ 59016 h 60655"/>
                <a:gd name="connsiteX38" fmla="*/ 6558 w 40983"/>
                <a:gd name="connsiteY38" fmla="*/ 60656 h 60655"/>
                <a:gd name="connsiteX39" fmla="*/ 4918 w 40983"/>
                <a:gd name="connsiteY39" fmla="*/ 55738 h 60655"/>
                <a:gd name="connsiteX40" fmla="*/ 4918 w 40983"/>
                <a:gd name="connsiteY40" fmla="*/ 52459 h 60655"/>
                <a:gd name="connsiteX41" fmla="*/ 8197 w 40983"/>
                <a:gd name="connsiteY41" fmla="*/ 49180 h 60655"/>
                <a:gd name="connsiteX42" fmla="*/ 6558 w 40983"/>
                <a:gd name="connsiteY42" fmla="*/ 44262 h 60655"/>
                <a:gd name="connsiteX43" fmla="*/ 4918 w 40983"/>
                <a:gd name="connsiteY43" fmla="*/ 40983 h 60655"/>
                <a:gd name="connsiteX44" fmla="*/ 4918 w 40983"/>
                <a:gd name="connsiteY44" fmla="*/ 39344 h 60655"/>
                <a:gd name="connsiteX45" fmla="*/ 3279 w 40983"/>
                <a:gd name="connsiteY45" fmla="*/ 34426 h 60655"/>
                <a:gd name="connsiteX46" fmla="*/ 3279 w 40983"/>
                <a:gd name="connsiteY46" fmla="*/ 34426 h 60655"/>
                <a:gd name="connsiteX47" fmla="*/ 0 w 40983"/>
                <a:gd name="connsiteY47" fmla="*/ 29508 h 60655"/>
                <a:gd name="connsiteX48" fmla="*/ 3279 w 40983"/>
                <a:gd name="connsiteY48" fmla="*/ 26229 h 60655"/>
                <a:gd name="connsiteX49" fmla="*/ 1639 w 40983"/>
                <a:gd name="connsiteY49" fmla="*/ 26229 h 6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0983" h="60655">
                  <a:moveTo>
                    <a:pt x="0" y="26229"/>
                  </a:moveTo>
                  <a:lnTo>
                    <a:pt x="0" y="26229"/>
                  </a:lnTo>
                  <a:lnTo>
                    <a:pt x="4918" y="22951"/>
                  </a:lnTo>
                  <a:lnTo>
                    <a:pt x="6558" y="19672"/>
                  </a:lnTo>
                  <a:lnTo>
                    <a:pt x="9836" y="18033"/>
                  </a:lnTo>
                  <a:lnTo>
                    <a:pt x="11476" y="16393"/>
                  </a:lnTo>
                  <a:lnTo>
                    <a:pt x="13115" y="13115"/>
                  </a:lnTo>
                  <a:lnTo>
                    <a:pt x="14754" y="8197"/>
                  </a:lnTo>
                  <a:lnTo>
                    <a:pt x="19672" y="8197"/>
                  </a:lnTo>
                  <a:lnTo>
                    <a:pt x="22951" y="6558"/>
                  </a:lnTo>
                  <a:lnTo>
                    <a:pt x="24590" y="6558"/>
                  </a:lnTo>
                  <a:lnTo>
                    <a:pt x="26229" y="3279"/>
                  </a:lnTo>
                  <a:lnTo>
                    <a:pt x="27869" y="0"/>
                  </a:lnTo>
                  <a:lnTo>
                    <a:pt x="29508" y="0"/>
                  </a:lnTo>
                  <a:lnTo>
                    <a:pt x="32787" y="1639"/>
                  </a:lnTo>
                  <a:lnTo>
                    <a:pt x="34426" y="3279"/>
                  </a:lnTo>
                  <a:lnTo>
                    <a:pt x="37705" y="6558"/>
                  </a:lnTo>
                  <a:lnTo>
                    <a:pt x="40983" y="9836"/>
                  </a:lnTo>
                  <a:lnTo>
                    <a:pt x="37705" y="11476"/>
                  </a:lnTo>
                  <a:lnTo>
                    <a:pt x="32787" y="13115"/>
                  </a:lnTo>
                  <a:lnTo>
                    <a:pt x="29508" y="16393"/>
                  </a:lnTo>
                  <a:lnTo>
                    <a:pt x="29508" y="16393"/>
                  </a:lnTo>
                  <a:lnTo>
                    <a:pt x="26229" y="21312"/>
                  </a:lnTo>
                  <a:lnTo>
                    <a:pt x="22951" y="22951"/>
                  </a:lnTo>
                  <a:lnTo>
                    <a:pt x="21312" y="26229"/>
                  </a:lnTo>
                  <a:lnTo>
                    <a:pt x="18033" y="27869"/>
                  </a:lnTo>
                  <a:lnTo>
                    <a:pt x="16393" y="29508"/>
                  </a:lnTo>
                  <a:lnTo>
                    <a:pt x="16393" y="29508"/>
                  </a:lnTo>
                  <a:lnTo>
                    <a:pt x="19672" y="34426"/>
                  </a:lnTo>
                  <a:lnTo>
                    <a:pt x="19672" y="37705"/>
                  </a:lnTo>
                  <a:lnTo>
                    <a:pt x="19672" y="40983"/>
                  </a:lnTo>
                  <a:lnTo>
                    <a:pt x="19672" y="45902"/>
                  </a:lnTo>
                  <a:lnTo>
                    <a:pt x="19672" y="49180"/>
                  </a:lnTo>
                  <a:lnTo>
                    <a:pt x="18033" y="54098"/>
                  </a:lnTo>
                  <a:lnTo>
                    <a:pt x="18033" y="57377"/>
                  </a:lnTo>
                  <a:lnTo>
                    <a:pt x="14754" y="59016"/>
                  </a:lnTo>
                  <a:lnTo>
                    <a:pt x="11476" y="59016"/>
                  </a:lnTo>
                  <a:lnTo>
                    <a:pt x="8197" y="59016"/>
                  </a:lnTo>
                  <a:lnTo>
                    <a:pt x="6558" y="60656"/>
                  </a:lnTo>
                  <a:lnTo>
                    <a:pt x="4918" y="55738"/>
                  </a:lnTo>
                  <a:lnTo>
                    <a:pt x="4918" y="52459"/>
                  </a:lnTo>
                  <a:lnTo>
                    <a:pt x="8197" y="49180"/>
                  </a:lnTo>
                  <a:lnTo>
                    <a:pt x="6558" y="44262"/>
                  </a:lnTo>
                  <a:lnTo>
                    <a:pt x="4918" y="40983"/>
                  </a:lnTo>
                  <a:lnTo>
                    <a:pt x="4918" y="39344"/>
                  </a:lnTo>
                  <a:lnTo>
                    <a:pt x="3279" y="34426"/>
                  </a:lnTo>
                  <a:lnTo>
                    <a:pt x="3279" y="34426"/>
                  </a:lnTo>
                  <a:lnTo>
                    <a:pt x="0" y="29508"/>
                  </a:lnTo>
                  <a:lnTo>
                    <a:pt x="3279" y="26229"/>
                  </a:lnTo>
                  <a:lnTo>
                    <a:pt x="1639" y="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2" name="Freeform 3031">
              <a:extLst>
                <a:ext uri="{FF2B5EF4-FFF2-40B4-BE49-F238E27FC236}">
                  <a16:creationId xmlns:a16="http://schemas.microsoft.com/office/drawing/2014/main" id="{F8BB7110-8308-8143-A15C-23C54EC25A28}"/>
                </a:ext>
              </a:extLst>
            </p:cNvPr>
            <p:cNvSpPr/>
            <p:nvPr/>
          </p:nvSpPr>
          <p:spPr>
            <a:xfrm>
              <a:off x="5853378" y="1726383"/>
              <a:ext cx="19671" cy="18032"/>
            </a:xfrm>
            <a:custGeom>
              <a:avLst/>
              <a:gdLst>
                <a:gd name="connsiteX0" fmla="*/ 0 w 19671"/>
                <a:gd name="connsiteY0" fmla="*/ 14754 h 18032"/>
                <a:gd name="connsiteX1" fmla="*/ 3278 w 19671"/>
                <a:gd name="connsiteY1" fmla="*/ 13115 h 18032"/>
                <a:gd name="connsiteX2" fmla="*/ 1639 w 19671"/>
                <a:gd name="connsiteY2" fmla="*/ 9836 h 18032"/>
                <a:gd name="connsiteX3" fmla="*/ 0 w 19671"/>
                <a:gd name="connsiteY3" fmla="*/ 6557 h 18032"/>
                <a:gd name="connsiteX4" fmla="*/ 4918 w 19671"/>
                <a:gd name="connsiteY4" fmla="*/ 6557 h 18032"/>
                <a:gd name="connsiteX5" fmla="*/ 8197 w 19671"/>
                <a:gd name="connsiteY5" fmla="*/ 6557 h 18032"/>
                <a:gd name="connsiteX6" fmla="*/ 11475 w 19671"/>
                <a:gd name="connsiteY6" fmla="*/ 8197 h 18032"/>
                <a:gd name="connsiteX7" fmla="*/ 8197 w 19671"/>
                <a:gd name="connsiteY7" fmla="*/ 4918 h 18032"/>
                <a:gd name="connsiteX8" fmla="*/ 4918 w 19671"/>
                <a:gd name="connsiteY8" fmla="*/ 4918 h 18032"/>
                <a:gd name="connsiteX9" fmla="*/ 4918 w 19671"/>
                <a:gd name="connsiteY9" fmla="*/ 3279 h 18032"/>
                <a:gd name="connsiteX10" fmla="*/ 8197 w 19671"/>
                <a:gd name="connsiteY10" fmla="*/ 0 h 18032"/>
                <a:gd name="connsiteX11" fmla="*/ 8197 w 19671"/>
                <a:gd name="connsiteY11" fmla="*/ 3279 h 18032"/>
                <a:gd name="connsiteX12" fmla="*/ 13114 w 19671"/>
                <a:gd name="connsiteY12" fmla="*/ 4918 h 18032"/>
                <a:gd name="connsiteX13" fmla="*/ 16393 w 19671"/>
                <a:gd name="connsiteY13" fmla="*/ 4918 h 18032"/>
                <a:gd name="connsiteX14" fmla="*/ 16393 w 19671"/>
                <a:gd name="connsiteY14" fmla="*/ 6557 h 18032"/>
                <a:gd name="connsiteX15" fmla="*/ 14754 w 19671"/>
                <a:gd name="connsiteY15" fmla="*/ 11475 h 18032"/>
                <a:gd name="connsiteX16" fmla="*/ 18032 w 19671"/>
                <a:gd name="connsiteY16" fmla="*/ 13115 h 18032"/>
                <a:gd name="connsiteX17" fmla="*/ 19672 w 19671"/>
                <a:gd name="connsiteY17" fmla="*/ 16393 h 18032"/>
                <a:gd name="connsiteX18" fmla="*/ 16393 w 19671"/>
                <a:gd name="connsiteY18" fmla="*/ 16393 h 18032"/>
                <a:gd name="connsiteX19" fmla="*/ 11475 w 19671"/>
                <a:gd name="connsiteY19" fmla="*/ 14754 h 18032"/>
                <a:gd name="connsiteX20" fmla="*/ 11475 w 19671"/>
                <a:gd name="connsiteY20" fmla="*/ 14754 h 18032"/>
                <a:gd name="connsiteX21" fmla="*/ 8197 w 19671"/>
                <a:gd name="connsiteY21" fmla="*/ 16393 h 18032"/>
                <a:gd name="connsiteX22" fmla="*/ 4918 w 19671"/>
                <a:gd name="connsiteY22" fmla="*/ 18033 h 18032"/>
                <a:gd name="connsiteX23" fmla="*/ 0 w 19671"/>
                <a:gd name="connsiteY23" fmla="*/ 16393 h 18032"/>
                <a:gd name="connsiteX24" fmla="*/ 0 w 19671"/>
                <a:gd name="connsiteY24" fmla="*/ 14754 h 18032"/>
                <a:gd name="connsiteX25" fmla="*/ 0 w 19671"/>
                <a:gd name="connsiteY25" fmla="*/ 14754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9671" h="18032">
                  <a:moveTo>
                    <a:pt x="0" y="14754"/>
                  </a:moveTo>
                  <a:lnTo>
                    <a:pt x="3278" y="13115"/>
                  </a:lnTo>
                  <a:lnTo>
                    <a:pt x="1639" y="9836"/>
                  </a:lnTo>
                  <a:lnTo>
                    <a:pt x="0" y="6557"/>
                  </a:lnTo>
                  <a:lnTo>
                    <a:pt x="4918" y="6557"/>
                  </a:lnTo>
                  <a:lnTo>
                    <a:pt x="8197" y="6557"/>
                  </a:lnTo>
                  <a:lnTo>
                    <a:pt x="11475" y="8197"/>
                  </a:lnTo>
                  <a:lnTo>
                    <a:pt x="8197" y="4918"/>
                  </a:lnTo>
                  <a:lnTo>
                    <a:pt x="4918" y="4918"/>
                  </a:lnTo>
                  <a:lnTo>
                    <a:pt x="4918" y="3279"/>
                  </a:lnTo>
                  <a:lnTo>
                    <a:pt x="8197" y="0"/>
                  </a:lnTo>
                  <a:lnTo>
                    <a:pt x="8197" y="3279"/>
                  </a:lnTo>
                  <a:lnTo>
                    <a:pt x="13114" y="4918"/>
                  </a:lnTo>
                  <a:lnTo>
                    <a:pt x="16393" y="4918"/>
                  </a:lnTo>
                  <a:lnTo>
                    <a:pt x="16393" y="6557"/>
                  </a:lnTo>
                  <a:lnTo>
                    <a:pt x="14754" y="11475"/>
                  </a:lnTo>
                  <a:lnTo>
                    <a:pt x="18032" y="13115"/>
                  </a:lnTo>
                  <a:lnTo>
                    <a:pt x="19672" y="16393"/>
                  </a:lnTo>
                  <a:lnTo>
                    <a:pt x="16393" y="16393"/>
                  </a:lnTo>
                  <a:lnTo>
                    <a:pt x="11475" y="14754"/>
                  </a:lnTo>
                  <a:lnTo>
                    <a:pt x="11475" y="14754"/>
                  </a:lnTo>
                  <a:lnTo>
                    <a:pt x="8197" y="16393"/>
                  </a:lnTo>
                  <a:lnTo>
                    <a:pt x="4918" y="18033"/>
                  </a:lnTo>
                  <a:lnTo>
                    <a:pt x="0" y="16393"/>
                  </a:lnTo>
                  <a:lnTo>
                    <a:pt x="0" y="14754"/>
                  </a:lnTo>
                  <a:lnTo>
                    <a:pt x="0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3" name="Freeform 3032">
              <a:extLst>
                <a:ext uri="{FF2B5EF4-FFF2-40B4-BE49-F238E27FC236}">
                  <a16:creationId xmlns:a16="http://schemas.microsoft.com/office/drawing/2014/main" id="{ADEAB78E-59B4-FB45-B074-16F771C67850}"/>
                </a:ext>
              </a:extLst>
            </p:cNvPr>
            <p:cNvSpPr/>
            <p:nvPr/>
          </p:nvSpPr>
          <p:spPr>
            <a:xfrm>
              <a:off x="5874689" y="1747695"/>
              <a:ext cx="14753" cy="13114"/>
            </a:xfrm>
            <a:custGeom>
              <a:avLst/>
              <a:gdLst>
                <a:gd name="connsiteX0" fmla="*/ 0 w 14753"/>
                <a:gd name="connsiteY0" fmla="*/ 4918 h 13114"/>
                <a:gd name="connsiteX1" fmla="*/ 1639 w 14753"/>
                <a:gd name="connsiteY1" fmla="*/ 3279 h 13114"/>
                <a:gd name="connsiteX2" fmla="*/ 0 w 14753"/>
                <a:gd name="connsiteY2" fmla="*/ 0 h 13114"/>
                <a:gd name="connsiteX3" fmla="*/ 3279 w 14753"/>
                <a:gd name="connsiteY3" fmla="*/ 3279 h 13114"/>
                <a:gd name="connsiteX4" fmla="*/ 6557 w 14753"/>
                <a:gd name="connsiteY4" fmla="*/ 4918 h 13114"/>
                <a:gd name="connsiteX5" fmla="*/ 11476 w 14753"/>
                <a:gd name="connsiteY5" fmla="*/ 8197 h 13114"/>
                <a:gd name="connsiteX6" fmla="*/ 14754 w 14753"/>
                <a:gd name="connsiteY6" fmla="*/ 9836 h 13114"/>
                <a:gd name="connsiteX7" fmla="*/ 14754 w 14753"/>
                <a:gd name="connsiteY7" fmla="*/ 11475 h 13114"/>
                <a:gd name="connsiteX8" fmla="*/ 14754 w 14753"/>
                <a:gd name="connsiteY8" fmla="*/ 13114 h 13114"/>
                <a:gd name="connsiteX9" fmla="*/ 13114 w 14753"/>
                <a:gd name="connsiteY9" fmla="*/ 13114 h 13114"/>
                <a:gd name="connsiteX10" fmla="*/ 9836 w 14753"/>
                <a:gd name="connsiteY10" fmla="*/ 13114 h 13114"/>
                <a:gd name="connsiteX11" fmla="*/ 6557 w 14753"/>
                <a:gd name="connsiteY11" fmla="*/ 13114 h 13114"/>
                <a:gd name="connsiteX12" fmla="*/ 3279 w 14753"/>
                <a:gd name="connsiteY12" fmla="*/ 13114 h 13114"/>
                <a:gd name="connsiteX13" fmla="*/ 1639 w 14753"/>
                <a:gd name="connsiteY13" fmla="*/ 13114 h 13114"/>
                <a:gd name="connsiteX14" fmla="*/ 1639 w 14753"/>
                <a:gd name="connsiteY14" fmla="*/ 13114 h 13114"/>
                <a:gd name="connsiteX15" fmla="*/ 4918 w 14753"/>
                <a:gd name="connsiteY15" fmla="*/ 11475 h 13114"/>
                <a:gd name="connsiteX16" fmla="*/ 3279 w 14753"/>
                <a:gd name="connsiteY16" fmla="*/ 8197 h 13114"/>
                <a:gd name="connsiteX17" fmla="*/ 8197 w 14753"/>
                <a:gd name="connsiteY17" fmla="*/ 6557 h 13114"/>
                <a:gd name="connsiteX18" fmla="*/ 4918 w 14753"/>
                <a:gd name="connsiteY18" fmla="*/ 655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753" h="13114">
                  <a:moveTo>
                    <a:pt x="0" y="4918"/>
                  </a:moveTo>
                  <a:lnTo>
                    <a:pt x="1639" y="3279"/>
                  </a:lnTo>
                  <a:lnTo>
                    <a:pt x="0" y="0"/>
                  </a:lnTo>
                  <a:lnTo>
                    <a:pt x="3279" y="3279"/>
                  </a:lnTo>
                  <a:lnTo>
                    <a:pt x="6557" y="4918"/>
                  </a:lnTo>
                  <a:lnTo>
                    <a:pt x="11476" y="8197"/>
                  </a:lnTo>
                  <a:lnTo>
                    <a:pt x="14754" y="9836"/>
                  </a:lnTo>
                  <a:lnTo>
                    <a:pt x="14754" y="11475"/>
                  </a:lnTo>
                  <a:lnTo>
                    <a:pt x="14754" y="13114"/>
                  </a:lnTo>
                  <a:lnTo>
                    <a:pt x="13114" y="13114"/>
                  </a:lnTo>
                  <a:lnTo>
                    <a:pt x="9836" y="13114"/>
                  </a:lnTo>
                  <a:lnTo>
                    <a:pt x="6557" y="13114"/>
                  </a:lnTo>
                  <a:lnTo>
                    <a:pt x="3279" y="13114"/>
                  </a:lnTo>
                  <a:lnTo>
                    <a:pt x="1639" y="13114"/>
                  </a:lnTo>
                  <a:lnTo>
                    <a:pt x="1639" y="13114"/>
                  </a:lnTo>
                  <a:lnTo>
                    <a:pt x="4918" y="11475"/>
                  </a:lnTo>
                  <a:lnTo>
                    <a:pt x="3279" y="8197"/>
                  </a:lnTo>
                  <a:lnTo>
                    <a:pt x="8197" y="6557"/>
                  </a:lnTo>
                  <a:lnTo>
                    <a:pt x="491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4" name="Freeform 3033">
              <a:extLst>
                <a:ext uri="{FF2B5EF4-FFF2-40B4-BE49-F238E27FC236}">
                  <a16:creationId xmlns:a16="http://schemas.microsoft.com/office/drawing/2014/main" id="{EB1E2B04-7B87-304A-BFDA-3F5162B9A4F2}"/>
                </a:ext>
              </a:extLst>
            </p:cNvPr>
            <p:cNvSpPr/>
            <p:nvPr/>
          </p:nvSpPr>
          <p:spPr>
            <a:xfrm>
              <a:off x="6205835" y="3101787"/>
              <a:ext cx="634423" cy="867209"/>
            </a:xfrm>
            <a:custGeom>
              <a:avLst/>
              <a:gdLst>
                <a:gd name="connsiteX0" fmla="*/ 0 w 634423"/>
                <a:gd name="connsiteY0" fmla="*/ 455736 h 867209"/>
                <a:gd name="connsiteX1" fmla="*/ 0 w 634423"/>
                <a:gd name="connsiteY1" fmla="*/ 455736 h 867209"/>
                <a:gd name="connsiteX2" fmla="*/ 0 w 634423"/>
                <a:gd name="connsiteY2" fmla="*/ 454096 h 867209"/>
                <a:gd name="connsiteX3" fmla="*/ 1639 w 634423"/>
                <a:gd name="connsiteY3" fmla="*/ 450818 h 867209"/>
                <a:gd name="connsiteX4" fmla="*/ 3278 w 634423"/>
                <a:gd name="connsiteY4" fmla="*/ 445900 h 867209"/>
                <a:gd name="connsiteX5" fmla="*/ 4918 w 634423"/>
                <a:gd name="connsiteY5" fmla="*/ 442621 h 867209"/>
                <a:gd name="connsiteX6" fmla="*/ 8197 w 634423"/>
                <a:gd name="connsiteY6" fmla="*/ 439342 h 867209"/>
                <a:gd name="connsiteX7" fmla="*/ 11475 w 634423"/>
                <a:gd name="connsiteY7" fmla="*/ 437703 h 867209"/>
                <a:gd name="connsiteX8" fmla="*/ 14754 w 634423"/>
                <a:gd name="connsiteY8" fmla="*/ 434424 h 867209"/>
                <a:gd name="connsiteX9" fmla="*/ 16393 w 634423"/>
                <a:gd name="connsiteY9" fmla="*/ 431146 h 867209"/>
                <a:gd name="connsiteX10" fmla="*/ 14754 w 634423"/>
                <a:gd name="connsiteY10" fmla="*/ 426228 h 867209"/>
                <a:gd name="connsiteX11" fmla="*/ 14754 w 634423"/>
                <a:gd name="connsiteY11" fmla="*/ 424588 h 867209"/>
                <a:gd name="connsiteX12" fmla="*/ 13114 w 634423"/>
                <a:gd name="connsiteY12" fmla="*/ 421309 h 867209"/>
                <a:gd name="connsiteX13" fmla="*/ 9836 w 634423"/>
                <a:gd name="connsiteY13" fmla="*/ 418031 h 867209"/>
                <a:gd name="connsiteX14" fmla="*/ 9836 w 634423"/>
                <a:gd name="connsiteY14" fmla="*/ 414752 h 867209"/>
                <a:gd name="connsiteX15" fmla="*/ 9836 w 634423"/>
                <a:gd name="connsiteY15" fmla="*/ 409834 h 867209"/>
                <a:gd name="connsiteX16" fmla="*/ 13114 w 634423"/>
                <a:gd name="connsiteY16" fmla="*/ 406556 h 867209"/>
                <a:gd name="connsiteX17" fmla="*/ 14754 w 634423"/>
                <a:gd name="connsiteY17" fmla="*/ 403277 h 867209"/>
                <a:gd name="connsiteX18" fmla="*/ 19672 w 634423"/>
                <a:gd name="connsiteY18" fmla="*/ 401637 h 867209"/>
                <a:gd name="connsiteX19" fmla="*/ 22951 w 634423"/>
                <a:gd name="connsiteY19" fmla="*/ 398359 h 867209"/>
                <a:gd name="connsiteX20" fmla="*/ 26229 w 634423"/>
                <a:gd name="connsiteY20" fmla="*/ 395080 h 867209"/>
                <a:gd name="connsiteX21" fmla="*/ 22951 w 634423"/>
                <a:gd name="connsiteY21" fmla="*/ 391802 h 867209"/>
                <a:gd name="connsiteX22" fmla="*/ 22951 w 634423"/>
                <a:gd name="connsiteY22" fmla="*/ 391802 h 867209"/>
                <a:gd name="connsiteX23" fmla="*/ 22951 w 634423"/>
                <a:gd name="connsiteY23" fmla="*/ 386884 h 867209"/>
                <a:gd name="connsiteX24" fmla="*/ 21311 w 634423"/>
                <a:gd name="connsiteY24" fmla="*/ 383605 h 867209"/>
                <a:gd name="connsiteX25" fmla="*/ 19672 w 634423"/>
                <a:gd name="connsiteY25" fmla="*/ 380326 h 867209"/>
                <a:gd name="connsiteX26" fmla="*/ 21311 w 634423"/>
                <a:gd name="connsiteY26" fmla="*/ 375408 h 867209"/>
                <a:gd name="connsiteX27" fmla="*/ 24590 w 634423"/>
                <a:gd name="connsiteY27" fmla="*/ 373769 h 867209"/>
                <a:gd name="connsiteX28" fmla="*/ 29508 w 634423"/>
                <a:gd name="connsiteY28" fmla="*/ 372129 h 867209"/>
                <a:gd name="connsiteX29" fmla="*/ 31147 w 634423"/>
                <a:gd name="connsiteY29" fmla="*/ 370490 h 867209"/>
                <a:gd name="connsiteX30" fmla="*/ 31147 w 634423"/>
                <a:gd name="connsiteY30" fmla="*/ 370490 h 867209"/>
                <a:gd name="connsiteX31" fmla="*/ 29508 w 634423"/>
                <a:gd name="connsiteY31" fmla="*/ 365572 h 867209"/>
                <a:gd name="connsiteX32" fmla="*/ 32787 w 634423"/>
                <a:gd name="connsiteY32" fmla="*/ 362294 h 867209"/>
                <a:gd name="connsiteX33" fmla="*/ 34426 w 634423"/>
                <a:gd name="connsiteY33" fmla="*/ 359015 h 867209"/>
                <a:gd name="connsiteX34" fmla="*/ 36065 w 634423"/>
                <a:gd name="connsiteY34" fmla="*/ 357375 h 867209"/>
                <a:gd name="connsiteX35" fmla="*/ 36065 w 634423"/>
                <a:gd name="connsiteY35" fmla="*/ 355736 h 867209"/>
                <a:gd name="connsiteX36" fmla="*/ 40983 w 634423"/>
                <a:gd name="connsiteY36" fmla="*/ 352457 h 867209"/>
                <a:gd name="connsiteX37" fmla="*/ 42622 w 634423"/>
                <a:gd name="connsiteY37" fmla="*/ 349179 h 867209"/>
                <a:gd name="connsiteX38" fmla="*/ 42622 w 634423"/>
                <a:gd name="connsiteY38" fmla="*/ 344261 h 867209"/>
                <a:gd name="connsiteX39" fmla="*/ 42622 w 634423"/>
                <a:gd name="connsiteY39" fmla="*/ 342622 h 867209"/>
                <a:gd name="connsiteX40" fmla="*/ 40983 w 634423"/>
                <a:gd name="connsiteY40" fmla="*/ 339343 h 867209"/>
                <a:gd name="connsiteX41" fmla="*/ 39344 w 634423"/>
                <a:gd name="connsiteY41" fmla="*/ 334425 h 867209"/>
                <a:gd name="connsiteX42" fmla="*/ 39344 w 634423"/>
                <a:gd name="connsiteY42" fmla="*/ 332785 h 867209"/>
                <a:gd name="connsiteX43" fmla="*/ 44262 w 634423"/>
                <a:gd name="connsiteY43" fmla="*/ 331146 h 867209"/>
                <a:gd name="connsiteX44" fmla="*/ 47541 w 634423"/>
                <a:gd name="connsiteY44" fmla="*/ 327867 h 867209"/>
                <a:gd name="connsiteX45" fmla="*/ 50819 w 634423"/>
                <a:gd name="connsiteY45" fmla="*/ 327867 h 867209"/>
                <a:gd name="connsiteX46" fmla="*/ 54098 w 634423"/>
                <a:gd name="connsiteY46" fmla="*/ 327867 h 867209"/>
                <a:gd name="connsiteX47" fmla="*/ 57377 w 634423"/>
                <a:gd name="connsiteY47" fmla="*/ 327867 h 867209"/>
                <a:gd name="connsiteX48" fmla="*/ 60655 w 634423"/>
                <a:gd name="connsiteY48" fmla="*/ 326228 h 867209"/>
                <a:gd name="connsiteX49" fmla="*/ 65573 w 634423"/>
                <a:gd name="connsiteY49" fmla="*/ 324589 h 867209"/>
                <a:gd name="connsiteX50" fmla="*/ 68852 w 634423"/>
                <a:gd name="connsiteY50" fmla="*/ 324589 h 867209"/>
                <a:gd name="connsiteX51" fmla="*/ 72131 w 634423"/>
                <a:gd name="connsiteY51" fmla="*/ 326228 h 867209"/>
                <a:gd name="connsiteX52" fmla="*/ 77049 w 634423"/>
                <a:gd name="connsiteY52" fmla="*/ 326228 h 867209"/>
                <a:gd name="connsiteX53" fmla="*/ 80327 w 634423"/>
                <a:gd name="connsiteY53" fmla="*/ 327867 h 867209"/>
                <a:gd name="connsiteX54" fmla="*/ 80327 w 634423"/>
                <a:gd name="connsiteY54" fmla="*/ 322949 h 867209"/>
                <a:gd name="connsiteX55" fmla="*/ 80327 w 634423"/>
                <a:gd name="connsiteY55" fmla="*/ 319671 h 867209"/>
                <a:gd name="connsiteX56" fmla="*/ 80327 w 634423"/>
                <a:gd name="connsiteY56" fmla="*/ 314753 h 867209"/>
                <a:gd name="connsiteX57" fmla="*/ 80327 w 634423"/>
                <a:gd name="connsiteY57" fmla="*/ 309835 h 867209"/>
                <a:gd name="connsiteX58" fmla="*/ 80327 w 634423"/>
                <a:gd name="connsiteY58" fmla="*/ 304917 h 867209"/>
                <a:gd name="connsiteX59" fmla="*/ 80327 w 634423"/>
                <a:gd name="connsiteY59" fmla="*/ 298359 h 867209"/>
                <a:gd name="connsiteX60" fmla="*/ 80327 w 634423"/>
                <a:gd name="connsiteY60" fmla="*/ 293441 h 867209"/>
                <a:gd name="connsiteX61" fmla="*/ 80327 w 634423"/>
                <a:gd name="connsiteY61" fmla="*/ 285245 h 867209"/>
                <a:gd name="connsiteX62" fmla="*/ 80327 w 634423"/>
                <a:gd name="connsiteY62" fmla="*/ 277048 h 867209"/>
                <a:gd name="connsiteX63" fmla="*/ 80327 w 634423"/>
                <a:gd name="connsiteY63" fmla="*/ 270491 h 867209"/>
                <a:gd name="connsiteX64" fmla="*/ 78688 w 634423"/>
                <a:gd name="connsiteY64" fmla="*/ 263933 h 867209"/>
                <a:gd name="connsiteX65" fmla="*/ 78688 w 634423"/>
                <a:gd name="connsiteY65" fmla="*/ 259015 h 867209"/>
                <a:gd name="connsiteX66" fmla="*/ 78688 w 634423"/>
                <a:gd name="connsiteY66" fmla="*/ 254097 h 867209"/>
                <a:gd name="connsiteX67" fmla="*/ 78688 w 634423"/>
                <a:gd name="connsiteY67" fmla="*/ 249179 h 867209"/>
                <a:gd name="connsiteX68" fmla="*/ 78688 w 634423"/>
                <a:gd name="connsiteY68" fmla="*/ 244261 h 867209"/>
                <a:gd name="connsiteX69" fmla="*/ 78688 w 634423"/>
                <a:gd name="connsiteY69" fmla="*/ 239343 h 867209"/>
                <a:gd name="connsiteX70" fmla="*/ 78688 w 634423"/>
                <a:gd name="connsiteY70" fmla="*/ 232786 h 867209"/>
                <a:gd name="connsiteX71" fmla="*/ 78688 w 634423"/>
                <a:gd name="connsiteY71" fmla="*/ 229507 h 867209"/>
                <a:gd name="connsiteX72" fmla="*/ 78688 w 634423"/>
                <a:gd name="connsiteY72" fmla="*/ 224589 h 867209"/>
                <a:gd name="connsiteX73" fmla="*/ 78688 w 634423"/>
                <a:gd name="connsiteY73" fmla="*/ 216392 h 867209"/>
                <a:gd name="connsiteX74" fmla="*/ 78688 w 634423"/>
                <a:gd name="connsiteY74" fmla="*/ 211475 h 867209"/>
                <a:gd name="connsiteX75" fmla="*/ 78688 w 634423"/>
                <a:gd name="connsiteY75" fmla="*/ 204917 h 867209"/>
                <a:gd name="connsiteX76" fmla="*/ 78688 w 634423"/>
                <a:gd name="connsiteY76" fmla="*/ 201638 h 867209"/>
                <a:gd name="connsiteX77" fmla="*/ 78688 w 634423"/>
                <a:gd name="connsiteY77" fmla="*/ 196720 h 867209"/>
                <a:gd name="connsiteX78" fmla="*/ 77049 w 634423"/>
                <a:gd name="connsiteY78" fmla="*/ 193442 h 867209"/>
                <a:gd name="connsiteX79" fmla="*/ 77049 w 634423"/>
                <a:gd name="connsiteY79" fmla="*/ 188524 h 867209"/>
                <a:gd name="connsiteX80" fmla="*/ 77049 w 634423"/>
                <a:gd name="connsiteY80" fmla="*/ 181966 h 867209"/>
                <a:gd name="connsiteX81" fmla="*/ 77049 w 634423"/>
                <a:gd name="connsiteY81" fmla="*/ 177048 h 867209"/>
                <a:gd name="connsiteX82" fmla="*/ 77049 w 634423"/>
                <a:gd name="connsiteY82" fmla="*/ 172130 h 867209"/>
                <a:gd name="connsiteX83" fmla="*/ 77049 w 634423"/>
                <a:gd name="connsiteY83" fmla="*/ 165573 h 867209"/>
                <a:gd name="connsiteX84" fmla="*/ 77049 w 634423"/>
                <a:gd name="connsiteY84" fmla="*/ 160655 h 867209"/>
                <a:gd name="connsiteX85" fmla="*/ 77049 w 634423"/>
                <a:gd name="connsiteY85" fmla="*/ 160655 h 867209"/>
                <a:gd name="connsiteX86" fmla="*/ 77049 w 634423"/>
                <a:gd name="connsiteY86" fmla="*/ 154098 h 867209"/>
                <a:gd name="connsiteX87" fmla="*/ 77049 w 634423"/>
                <a:gd name="connsiteY87" fmla="*/ 149180 h 867209"/>
                <a:gd name="connsiteX88" fmla="*/ 77049 w 634423"/>
                <a:gd name="connsiteY88" fmla="*/ 145901 h 867209"/>
                <a:gd name="connsiteX89" fmla="*/ 77049 w 634423"/>
                <a:gd name="connsiteY89" fmla="*/ 137704 h 867209"/>
                <a:gd name="connsiteX90" fmla="*/ 81967 w 634423"/>
                <a:gd name="connsiteY90" fmla="*/ 137704 h 867209"/>
                <a:gd name="connsiteX91" fmla="*/ 95081 w 634423"/>
                <a:gd name="connsiteY91" fmla="*/ 137704 h 867209"/>
                <a:gd name="connsiteX92" fmla="*/ 114754 w 634423"/>
                <a:gd name="connsiteY92" fmla="*/ 137704 h 867209"/>
                <a:gd name="connsiteX93" fmla="*/ 114754 w 634423"/>
                <a:gd name="connsiteY93" fmla="*/ 116393 h 867209"/>
                <a:gd name="connsiteX94" fmla="*/ 113114 w 634423"/>
                <a:gd name="connsiteY94" fmla="*/ 93442 h 867209"/>
                <a:gd name="connsiteX95" fmla="*/ 113114 w 634423"/>
                <a:gd name="connsiteY95" fmla="*/ 72131 h 867209"/>
                <a:gd name="connsiteX96" fmla="*/ 113114 w 634423"/>
                <a:gd name="connsiteY96" fmla="*/ 62295 h 867209"/>
                <a:gd name="connsiteX97" fmla="*/ 113114 w 634423"/>
                <a:gd name="connsiteY97" fmla="*/ 49180 h 867209"/>
                <a:gd name="connsiteX98" fmla="*/ 118032 w 634423"/>
                <a:gd name="connsiteY98" fmla="*/ 49180 h 867209"/>
                <a:gd name="connsiteX99" fmla="*/ 121311 w 634423"/>
                <a:gd name="connsiteY99" fmla="*/ 49180 h 867209"/>
                <a:gd name="connsiteX100" fmla="*/ 127868 w 634423"/>
                <a:gd name="connsiteY100" fmla="*/ 49180 h 867209"/>
                <a:gd name="connsiteX101" fmla="*/ 132786 w 634423"/>
                <a:gd name="connsiteY101" fmla="*/ 49180 h 867209"/>
                <a:gd name="connsiteX102" fmla="*/ 137704 w 634423"/>
                <a:gd name="connsiteY102" fmla="*/ 49180 h 867209"/>
                <a:gd name="connsiteX103" fmla="*/ 140983 w 634423"/>
                <a:gd name="connsiteY103" fmla="*/ 49180 h 867209"/>
                <a:gd name="connsiteX104" fmla="*/ 147540 w 634423"/>
                <a:gd name="connsiteY104" fmla="*/ 49180 h 867209"/>
                <a:gd name="connsiteX105" fmla="*/ 152458 w 634423"/>
                <a:gd name="connsiteY105" fmla="*/ 49180 h 867209"/>
                <a:gd name="connsiteX106" fmla="*/ 159015 w 634423"/>
                <a:gd name="connsiteY106" fmla="*/ 49180 h 867209"/>
                <a:gd name="connsiteX107" fmla="*/ 165573 w 634423"/>
                <a:gd name="connsiteY107" fmla="*/ 49180 h 867209"/>
                <a:gd name="connsiteX108" fmla="*/ 168851 w 634423"/>
                <a:gd name="connsiteY108" fmla="*/ 49180 h 867209"/>
                <a:gd name="connsiteX109" fmla="*/ 173769 w 634423"/>
                <a:gd name="connsiteY109" fmla="*/ 49180 h 867209"/>
                <a:gd name="connsiteX110" fmla="*/ 178688 w 634423"/>
                <a:gd name="connsiteY110" fmla="*/ 49180 h 867209"/>
                <a:gd name="connsiteX111" fmla="*/ 181966 w 634423"/>
                <a:gd name="connsiteY111" fmla="*/ 49180 h 867209"/>
                <a:gd name="connsiteX112" fmla="*/ 185245 w 634423"/>
                <a:gd name="connsiteY112" fmla="*/ 49180 h 867209"/>
                <a:gd name="connsiteX113" fmla="*/ 191802 w 634423"/>
                <a:gd name="connsiteY113" fmla="*/ 49180 h 867209"/>
                <a:gd name="connsiteX114" fmla="*/ 196720 w 634423"/>
                <a:gd name="connsiteY114" fmla="*/ 49180 h 867209"/>
                <a:gd name="connsiteX115" fmla="*/ 201638 w 634423"/>
                <a:gd name="connsiteY115" fmla="*/ 49180 h 867209"/>
                <a:gd name="connsiteX116" fmla="*/ 203278 w 634423"/>
                <a:gd name="connsiteY116" fmla="*/ 49180 h 867209"/>
                <a:gd name="connsiteX117" fmla="*/ 204917 w 634423"/>
                <a:gd name="connsiteY117" fmla="*/ 49180 h 867209"/>
                <a:gd name="connsiteX118" fmla="*/ 208195 w 634423"/>
                <a:gd name="connsiteY118" fmla="*/ 49180 h 867209"/>
                <a:gd name="connsiteX119" fmla="*/ 213114 w 634423"/>
                <a:gd name="connsiteY119" fmla="*/ 49180 h 867209"/>
                <a:gd name="connsiteX120" fmla="*/ 218032 w 634423"/>
                <a:gd name="connsiteY120" fmla="*/ 49180 h 867209"/>
                <a:gd name="connsiteX121" fmla="*/ 222949 w 634423"/>
                <a:gd name="connsiteY121" fmla="*/ 49180 h 867209"/>
                <a:gd name="connsiteX122" fmla="*/ 227868 w 634423"/>
                <a:gd name="connsiteY122" fmla="*/ 49180 h 867209"/>
                <a:gd name="connsiteX123" fmla="*/ 234425 w 634423"/>
                <a:gd name="connsiteY123" fmla="*/ 49180 h 867209"/>
                <a:gd name="connsiteX124" fmla="*/ 239343 w 634423"/>
                <a:gd name="connsiteY124" fmla="*/ 49180 h 867209"/>
                <a:gd name="connsiteX125" fmla="*/ 242622 w 634423"/>
                <a:gd name="connsiteY125" fmla="*/ 49180 h 867209"/>
                <a:gd name="connsiteX126" fmla="*/ 249179 w 634423"/>
                <a:gd name="connsiteY126" fmla="*/ 49180 h 867209"/>
                <a:gd name="connsiteX127" fmla="*/ 252458 w 634423"/>
                <a:gd name="connsiteY127" fmla="*/ 49180 h 867209"/>
                <a:gd name="connsiteX128" fmla="*/ 257376 w 634423"/>
                <a:gd name="connsiteY128" fmla="*/ 49180 h 867209"/>
                <a:gd name="connsiteX129" fmla="*/ 260654 w 634423"/>
                <a:gd name="connsiteY129" fmla="*/ 49180 h 867209"/>
                <a:gd name="connsiteX130" fmla="*/ 263933 w 634423"/>
                <a:gd name="connsiteY130" fmla="*/ 49180 h 867209"/>
                <a:gd name="connsiteX131" fmla="*/ 268851 w 634423"/>
                <a:gd name="connsiteY131" fmla="*/ 49180 h 867209"/>
                <a:gd name="connsiteX132" fmla="*/ 272130 w 634423"/>
                <a:gd name="connsiteY132" fmla="*/ 49180 h 867209"/>
                <a:gd name="connsiteX133" fmla="*/ 277048 w 634423"/>
                <a:gd name="connsiteY133" fmla="*/ 49180 h 867209"/>
                <a:gd name="connsiteX134" fmla="*/ 281966 w 634423"/>
                <a:gd name="connsiteY134" fmla="*/ 49180 h 867209"/>
                <a:gd name="connsiteX135" fmla="*/ 286884 w 634423"/>
                <a:gd name="connsiteY135" fmla="*/ 49180 h 867209"/>
                <a:gd name="connsiteX136" fmla="*/ 291802 w 634423"/>
                <a:gd name="connsiteY136" fmla="*/ 49180 h 867209"/>
                <a:gd name="connsiteX137" fmla="*/ 296720 w 634423"/>
                <a:gd name="connsiteY137" fmla="*/ 49180 h 867209"/>
                <a:gd name="connsiteX138" fmla="*/ 299998 w 634423"/>
                <a:gd name="connsiteY138" fmla="*/ 49180 h 867209"/>
                <a:gd name="connsiteX139" fmla="*/ 301638 w 634423"/>
                <a:gd name="connsiteY139" fmla="*/ 49180 h 867209"/>
                <a:gd name="connsiteX140" fmla="*/ 304916 w 634423"/>
                <a:gd name="connsiteY140" fmla="*/ 49180 h 867209"/>
                <a:gd name="connsiteX141" fmla="*/ 309835 w 634423"/>
                <a:gd name="connsiteY141" fmla="*/ 49180 h 867209"/>
                <a:gd name="connsiteX142" fmla="*/ 313113 w 634423"/>
                <a:gd name="connsiteY142" fmla="*/ 49180 h 867209"/>
                <a:gd name="connsiteX143" fmla="*/ 316392 w 634423"/>
                <a:gd name="connsiteY143" fmla="*/ 49180 h 867209"/>
                <a:gd name="connsiteX144" fmla="*/ 321310 w 634423"/>
                <a:gd name="connsiteY144" fmla="*/ 49180 h 867209"/>
                <a:gd name="connsiteX145" fmla="*/ 324588 w 634423"/>
                <a:gd name="connsiteY145" fmla="*/ 49180 h 867209"/>
                <a:gd name="connsiteX146" fmla="*/ 331146 w 634423"/>
                <a:gd name="connsiteY146" fmla="*/ 49180 h 867209"/>
                <a:gd name="connsiteX147" fmla="*/ 334425 w 634423"/>
                <a:gd name="connsiteY147" fmla="*/ 49180 h 867209"/>
                <a:gd name="connsiteX148" fmla="*/ 339342 w 634423"/>
                <a:gd name="connsiteY148" fmla="*/ 49180 h 867209"/>
                <a:gd name="connsiteX149" fmla="*/ 342621 w 634423"/>
                <a:gd name="connsiteY149" fmla="*/ 49180 h 867209"/>
                <a:gd name="connsiteX150" fmla="*/ 347539 w 634423"/>
                <a:gd name="connsiteY150" fmla="*/ 49180 h 867209"/>
                <a:gd name="connsiteX151" fmla="*/ 350818 w 634423"/>
                <a:gd name="connsiteY151" fmla="*/ 47541 h 867209"/>
                <a:gd name="connsiteX152" fmla="*/ 350818 w 634423"/>
                <a:gd name="connsiteY152" fmla="*/ 45901 h 867209"/>
                <a:gd name="connsiteX153" fmla="*/ 352457 w 634423"/>
                <a:gd name="connsiteY153" fmla="*/ 44262 h 867209"/>
                <a:gd name="connsiteX154" fmla="*/ 354096 w 634423"/>
                <a:gd name="connsiteY154" fmla="*/ 40983 h 867209"/>
                <a:gd name="connsiteX155" fmla="*/ 357375 w 634423"/>
                <a:gd name="connsiteY155" fmla="*/ 39344 h 867209"/>
                <a:gd name="connsiteX156" fmla="*/ 357375 w 634423"/>
                <a:gd name="connsiteY156" fmla="*/ 40983 h 867209"/>
                <a:gd name="connsiteX157" fmla="*/ 359015 w 634423"/>
                <a:gd name="connsiteY157" fmla="*/ 40983 h 867209"/>
                <a:gd name="connsiteX158" fmla="*/ 357375 w 634423"/>
                <a:gd name="connsiteY158" fmla="*/ 45901 h 867209"/>
                <a:gd name="connsiteX159" fmla="*/ 357375 w 634423"/>
                <a:gd name="connsiteY159" fmla="*/ 49180 h 867209"/>
                <a:gd name="connsiteX160" fmla="*/ 357375 w 634423"/>
                <a:gd name="connsiteY160" fmla="*/ 49180 h 867209"/>
                <a:gd name="connsiteX161" fmla="*/ 362293 w 634423"/>
                <a:gd name="connsiteY161" fmla="*/ 49180 h 867209"/>
                <a:gd name="connsiteX162" fmla="*/ 365572 w 634423"/>
                <a:gd name="connsiteY162" fmla="*/ 49180 h 867209"/>
                <a:gd name="connsiteX163" fmla="*/ 372129 w 634423"/>
                <a:gd name="connsiteY163" fmla="*/ 49180 h 867209"/>
                <a:gd name="connsiteX164" fmla="*/ 377047 w 634423"/>
                <a:gd name="connsiteY164" fmla="*/ 49180 h 867209"/>
                <a:gd name="connsiteX165" fmla="*/ 381965 w 634423"/>
                <a:gd name="connsiteY165" fmla="*/ 49180 h 867209"/>
                <a:gd name="connsiteX166" fmla="*/ 385244 w 634423"/>
                <a:gd name="connsiteY166" fmla="*/ 49180 h 867209"/>
                <a:gd name="connsiteX167" fmla="*/ 386883 w 634423"/>
                <a:gd name="connsiteY167" fmla="*/ 49180 h 867209"/>
                <a:gd name="connsiteX168" fmla="*/ 393441 w 634423"/>
                <a:gd name="connsiteY168" fmla="*/ 49180 h 867209"/>
                <a:gd name="connsiteX169" fmla="*/ 396719 w 634423"/>
                <a:gd name="connsiteY169" fmla="*/ 49180 h 867209"/>
                <a:gd name="connsiteX170" fmla="*/ 401638 w 634423"/>
                <a:gd name="connsiteY170" fmla="*/ 49180 h 867209"/>
                <a:gd name="connsiteX171" fmla="*/ 408195 w 634423"/>
                <a:gd name="connsiteY171" fmla="*/ 49180 h 867209"/>
                <a:gd name="connsiteX172" fmla="*/ 413113 w 634423"/>
                <a:gd name="connsiteY172" fmla="*/ 49180 h 867209"/>
                <a:gd name="connsiteX173" fmla="*/ 416391 w 634423"/>
                <a:gd name="connsiteY173" fmla="*/ 49180 h 867209"/>
                <a:gd name="connsiteX174" fmla="*/ 416391 w 634423"/>
                <a:gd name="connsiteY174" fmla="*/ 49180 h 867209"/>
                <a:gd name="connsiteX175" fmla="*/ 421309 w 634423"/>
                <a:gd name="connsiteY175" fmla="*/ 49180 h 867209"/>
                <a:gd name="connsiteX176" fmla="*/ 421309 w 634423"/>
                <a:gd name="connsiteY176" fmla="*/ 49180 h 867209"/>
                <a:gd name="connsiteX177" fmla="*/ 424588 w 634423"/>
                <a:gd name="connsiteY177" fmla="*/ 52459 h 867209"/>
                <a:gd name="connsiteX178" fmla="*/ 429506 w 634423"/>
                <a:gd name="connsiteY178" fmla="*/ 55738 h 867209"/>
                <a:gd name="connsiteX179" fmla="*/ 432785 w 634423"/>
                <a:gd name="connsiteY179" fmla="*/ 59016 h 867209"/>
                <a:gd name="connsiteX180" fmla="*/ 437703 w 634423"/>
                <a:gd name="connsiteY180" fmla="*/ 62295 h 867209"/>
                <a:gd name="connsiteX181" fmla="*/ 440981 w 634423"/>
                <a:gd name="connsiteY181" fmla="*/ 62295 h 867209"/>
                <a:gd name="connsiteX182" fmla="*/ 444260 w 634423"/>
                <a:gd name="connsiteY182" fmla="*/ 60655 h 867209"/>
                <a:gd name="connsiteX183" fmla="*/ 449178 w 634423"/>
                <a:gd name="connsiteY183" fmla="*/ 60655 h 867209"/>
                <a:gd name="connsiteX184" fmla="*/ 452457 w 634423"/>
                <a:gd name="connsiteY184" fmla="*/ 60655 h 867209"/>
                <a:gd name="connsiteX185" fmla="*/ 454096 w 634423"/>
                <a:gd name="connsiteY185" fmla="*/ 55738 h 867209"/>
                <a:gd name="connsiteX186" fmla="*/ 455735 w 634423"/>
                <a:gd name="connsiteY186" fmla="*/ 52459 h 867209"/>
                <a:gd name="connsiteX187" fmla="*/ 455735 w 634423"/>
                <a:gd name="connsiteY187" fmla="*/ 49180 h 867209"/>
                <a:gd name="connsiteX188" fmla="*/ 457375 w 634423"/>
                <a:gd name="connsiteY188" fmla="*/ 45901 h 867209"/>
                <a:gd name="connsiteX189" fmla="*/ 459014 w 634423"/>
                <a:gd name="connsiteY189" fmla="*/ 40983 h 867209"/>
                <a:gd name="connsiteX190" fmla="*/ 460653 w 634423"/>
                <a:gd name="connsiteY190" fmla="*/ 40983 h 867209"/>
                <a:gd name="connsiteX191" fmla="*/ 463932 w 634423"/>
                <a:gd name="connsiteY191" fmla="*/ 39344 h 867209"/>
                <a:gd name="connsiteX192" fmla="*/ 468850 w 634423"/>
                <a:gd name="connsiteY192" fmla="*/ 39344 h 867209"/>
                <a:gd name="connsiteX193" fmla="*/ 472129 w 634423"/>
                <a:gd name="connsiteY193" fmla="*/ 37705 h 867209"/>
                <a:gd name="connsiteX194" fmla="*/ 477047 w 634423"/>
                <a:gd name="connsiteY194" fmla="*/ 37705 h 867209"/>
                <a:gd name="connsiteX195" fmla="*/ 480325 w 634423"/>
                <a:gd name="connsiteY195" fmla="*/ 34426 h 867209"/>
                <a:gd name="connsiteX196" fmla="*/ 481965 w 634423"/>
                <a:gd name="connsiteY196" fmla="*/ 29508 h 867209"/>
                <a:gd name="connsiteX197" fmla="*/ 483604 w 634423"/>
                <a:gd name="connsiteY197" fmla="*/ 26229 h 867209"/>
                <a:gd name="connsiteX198" fmla="*/ 483604 w 634423"/>
                <a:gd name="connsiteY198" fmla="*/ 22951 h 867209"/>
                <a:gd name="connsiteX199" fmla="*/ 483604 w 634423"/>
                <a:gd name="connsiteY199" fmla="*/ 21311 h 867209"/>
                <a:gd name="connsiteX200" fmla="*/ 485243 w 634423"/>
                <a:gd name="connsiteY200" fmla="*/ 18033 h 867209"/>
                <a:gd name="connsiteX201" fmla="*/ 486883 w 634423"/>
                <a:gd name="connsiteY201" fmla="*/ 14754 h 867209"/>
                <a:gd name="connsiteX202" fmla="*/ 488522 w 634423"/>
                <a:gd name="connsiteY202" fmla="*/ 13115 h 867209"/>
                <a:gd name="connsiteX203" fmla="*/ 491801 w 634423"/>
                <a:gd name="connsiteY203" fmla="*/ 13115 h 867209"/>
                <a:gd name="connsiteX204" fmla="*/ 496719 w 634423"/>
                <a:gd name="connsiteY204" fmla="*/ 14754 h 867209"/>
                <a:gd name="connsiteX205" fmla="*/ 499998 w 634423"/>
                <a:gd name="connsiteY205" fmla="*/ 11475 h 867209"/>
                <a:gd name="connsiteX206" fmla="*/ 504916 w 634423"/>
                <a:gd name="connsiteY206" fmla="*/ 8197 h 867209"/>
                <a:gd name="connsiteX207" fmla="*/ 508194 w 634423"/>
                <a:gd name="connsiteY207" fmla="*/ 4918 h 867209"/>
                <a:gd name="connsiteX208" fmla="*/ 509833 w 634423"/>
                <a:gd name="connsiteY208" fmla="*/ 1639 h 867209"/>
                <a:gd name="connsiteX209" fmla="*/ 511473 w 634423"/>
                <a:gd name="connsiteY209" fmla="*/ 0 h 867209"/>
                <a:gd name="connsiteX210" fmla="*/ 513112 w 634423"/>
                <a:gd name="connsiteY210" fmla="*/ 3279 h 867209"/>
                <a:gd name="connsiteX211" fmla="*/ 514752 w 634423"/>
                <a:gd name="connsiteY211" fmla="*/ 8197 h 867209"/>
                <a:gd name="connsiteX212" fmla="*/ 518030 w 634423"/>
                <a:gd name="connsiteY212" fmla="*/ 11475 h 867209"/>
                <a:gd name="connsiteX213" fmla="*/ 519669 w 634423"/>
                <a:gd name="connsiteY213" fmla="*/ 14754 h 867209"/>
                <a:gd name="connsiteX214" fmla="*/ 524588 w 634423"/>
                <a:gd name="connsiteY214" fmla="*/ 18033 h 867209"/>
                <a:gd name="connsiteX215" fmla="*/ 527866 w 634423"/>
                <a:gd name="connsiteY215" fmla="*/ 19672 h 867209"/>
                <a:gd name="connsiteX216" fmla="*/ 531145 w 634423"/>
                <a:gd name="connsiteY216" fmla="*/ 19672 h 867209"/>
                <a:gd name="connsiteX217" fmla="*/ 536063 w 634423"/>
                <a:gd name="connsiteY217" fmla="*/ 21311 h 867209"/>
                <a:gd name="connsiteX218" fmla="*/ 537702 w 634423"/>
                <a:gd name="connsiteY218" fmla="*/ 26229 h 867209"/>
                <a:gd name="connsiteX219" fmla="*/ 540981 w 634423"/>
                <a:gd name="connsiteY219" fmla="*/ 29508 h 867209"/>
                <a:gd name="connsiteX220" fmla="*/ 544260 w 634423"/>
                <a:gd name="connsiteY220" fmla="*/ 32787 h 867209"/>
                <a:gd name="connsiteX221" fmla="*/ 547538 w 634423"/>
                <a:gd name="connsiteY221" fmla="*/ 36065 h 867209"/>
                <a:gd name="connsiteX222" fmla="*/ 550817 w 634423"/>
                <a:gd name="connsiteY222" fmla="*/ 39344 h 867209"/>
                <a:gd name="connsiteX223" fmla="*/ 555735 w 634423"/>
                <a:gd name="connsiteY223" fmla="*/ 42623 h 867209"/>
                <a:gd name="connsiteX224" fmla="*/ 559013 w 634423"/>
                <a:gd name="connsiteY224" fmla="*/ 44262 h 867209"/>
                <a:gd name="connsiteX225" fmla="*/ 562292 w 634423"/>
                <a:gd name="connsiteY225" fmla="*/ 49180 h 867209"/>
                <a:gd name="connsiteX226" fmla="*/ 562292 w 634423"/>
                <a:gd name="connsiteY226" fmla="*/ 49180 h 867209"/>
                <a:gd name="connsiteX227" fmla="*/ 560653 w 634423"/>
                <a:gd name="connsiteY227" fmla="*/ 54098 h 867209"/>
                <a:gd name="connsiteX228" fmla="*/ 560653 w 634423"/>
                <a:gd name="connsiteY228" fmla="*/ 57377 h 867209"/>
                <a:gd name="connsiteX229" fmla="*/ 562292 w 634423"/>
                <a:gd name="connsiteY229" fmla="*/ 60655 h 867209"/>
                <a:gd name="connsiteX230" fmla="*/ 562292 w 634423"/>
                <a:gd name="connsiteY230" fmla="*/ 65573 h 867209"/>
                <a:gd name="connsiteX231" fmla="*/ 563932 w 634423"/>
                <a:gd name="connsiteY231" fmla="*/ 68852 h 867209"/>
                <a:gd name="connsiteX232" fmla="*/ 565571 w 634423"/>
                <a:gd name="connsiteY232" fmla="*/ 72131 h 867209"/>
                <a:gd name="connsiteX233" fmla="*/ 568850 w 634423"/>
                <a:gd name="connsiteY233" fmla="*/ 75410 h 867209"/>
                <a:gd name="connsiteX234" fmla="*/ 570489 w 634423"/>
                <a:gd name="connsiteY234" fmla="*/ 80328 h 867209"/>
                <a:gd name="connsiteX235" fmla="*/ 573768 w 634423"/>
                <a:gd name="connsiteY235" fmla="*/ 83606 h 867209"/>
                <a:gd name="connsiteX236" fmla="*/ 577046 w 634423"/>
                <a:gd name="connsiteY236" fmla="*/ 88524 h 867209"/>
                <a:gd name="connsiteX237" fmla="*/ 578686 w 634423"/>
                <a:gd name="connsiteY237" fmla="*/ 91803 h 867209"/>
                <a:gd name="connsiteX238" fmla="*/ 575407 w 634423"/>
                <a:gd name="connsiteY238" fmla="*/ 86885 h 867209"/>
                <a:gd name="connsiteX239" fmla="*/ 572128 w 634423"/>
                <a:gd name="connsiteY239" fmla="*/ 86885 h 867209"/>
                <a:gd name="connsiteX240" fmla="*/ 570489 w 634423"/>
                <a:gd name="connsiteY240" fmla="*/ 90164 h 867209"/>
                <a:gd name="connsiteX241" fmla="*/ 572128 w 634423"/>
                <a:gd name="connsiteY241" fmla="*/ 95082 h 867209"/>
                <a:gd name="connsiteX242" fmla="*/ 573768 w 634423"/>
                <a:gd name="connsiteY242" fmla="*/ 98360 h 867209"/>
                <a:gd name="connsiteX243" fmla="*/ 573768 w 634423"/>
                <a:gd name="connsiteY243" fmla="*/ 101639 h 867209"/>
                <a:gd name="connsiteX244" fmla="*/ 575407 w 634423"/>
                <a:gd name="connsiteY244" fmla="*/ 106557 h 867209"/>
                <a:gd name="connsiteX245" fmla="*/ 575407 w 634423"/>
                <a:gd name="connsiteY245" fmla="*/ 109836 h 867209"/>
                <a:gd name="connsiteX246" fmla="*/ 577046 w 634423"/>
                <a:gd name="connsiteY246" fmla="*/ 114754 h 867209"/>
                <a:gd name="connsiteX247" fmla="*/ 575407 w 634423"/>
                <a:gd name="connsiteY247" fmla="*/ 118032 h 867209"/>
                <a:gd name="connsiteX248" fmla="*/ 575407 w 634423"/>
                <a:gd name="connsiteY248" fmla="*/ 121311 h 867209"/>
                <a:gd name="connsiteX249" fmla="*/ 575407 w 634423"/>
                <a:gd name="connsiteY249" fmla="*/ 126229 h 867209"/>
                <a:gd name="connsiteX250" fmla="*/ 575407 w 634423"/>
                <a:gd name="connsiteY250" fmla="*/ 129508 h 867209"/>
                <a:gd name="connsiteX251" fmla="*/ 577046 w 634423"/>
                <a:gd name="connsiteY251" fmla="*/ 134426 h 867209"/>
                <a:gd name="connsiteX252" fmla="*/ 577046 w 634423"/>
                <a:gd name="connsiteY252" fmla="*/ 137704 h 867209"/>
                <a:gd name="connsiteX253" fmla="*/ 578686 w 634423"/>
                <a:gd name="connsiteY253" fmla="*/ 142622 h 867209"/>
                <a:gd name="connsiteX254" fmla="*/ 578686 w 634423"/>
                <a:gd name="connsiteY254" fmla="*/ 142622 h 867209"/>
                <a:gd name="connsiteX255" fmla="*/ 580325 w 634423"/>
                <a:gd name="connsiteY255" fmla="*/ 147540 h 867209"/>
                <a:gd name="connsiteX256" fmla="*/ 580325 w 634423"/>
                <a:gd name="connsiteY256" fmla="*/ 150819 h 867209"/>
                <a:gd name="connsiteX257" fmla="*/ 580325 w 634423"/>
                <a:gd name="connsiteY257" fmla="*/ 155737 h 867209"/>
                <a:gd name="connsiteX258" fmla="*/ 580325 w 634423"/>
                <a:gd name="connsiteY258" fmla="*/ 159016 h 867209"/>
                <a:gd name="connsiteX259" fmla="*/ 581965 w 634423"/>
                <a:gd name="connsiteY259" fmla="*/ 162294 h 867209"/>
                <a:gd name="connsiteX260" fmla="*/ 581965 w 634423"/>
                <a:gd name="connsiteY260" fmla="*/ 167212 h 867209"/>
                <a:gd name="connsiteX261" fmla="*/ 583604 w 634423"/>
                <a:gd name="connsiteY261" fmla="*/ 170491 h 867209"/>
                <a:gd name="connsiteX262" fmla="*/ 583604 w 634423"/>
                <a:gd name="connsiteY262" fmla="*/ 173770 h 867209"/>
                <a:gd name="connsiteX263" fmla="*/ 585243 w 634423"/>
                <a:gd name="connsiteY263" fmla="*/ 178688 h 867209"/>
                <a:gd name="connsiteX264" fmla="*/ 586882 w 634423"/>
                <a:gd name="connsiteY264" fmla="*/ 181966 h 867209"/>
                <a:gd name="connsiteX265" fmla="*/ 586882 w 634423"/>
                <a:gd name="connsiteY265" fmla="*/ 185245 h 867209"/>
                <a:gd name="connsiteX266" fmla="*/ 588522 w 634423"/>
                <a:gd name="connsiteY266" fmla="*/ 190163 h 867209"/>
                <a:gd name="connsiteX267" fmla="*/ 591800 w 634423"/>
                <a:gd name="connsiteY267" fmla="*/ 193442 h 867209"/>
                <a:gd name="connsiteX268" fmla="*/ 595079 w 634423"/>
                <a:gd name="connsiteY268" fmla="*/ 195081 h 867209"/>
                <a:gd name="connsiteX269" fmla="*/ 598358 w 634423"/>
                <a:gd name="connsiteY269" fmla="*/ 195081 h 867209"/>
                <a:gd name="connsiteX270" fmla="*/ 601636 w 634423"/>
                <a:gd name="connsiteY270" fmla="*/ 198360 h 867209"/>
                <a:gd name="connsiteX271" fmla="*/ 606555 w 634423"/>
                <a:gd name="connsiteY271" fmla="*/ 201638 h 867209"/>
                <a:gd name="connsiteX272" fmla="*/ 609833 w 634423"/>
                <a:gd name="connsiteY272" fmla="*/ 203278 h 867209"/>
                <a:gd name="connsiteX273" fmla="*/ 613112 w 634423"/>
                <a:gd name="connsiteY273" fmla="*/ 208196 h 867209"/>
                <a:gd name="connsiteX274" fmla="*/ 614751 w 634423"/>
                <a:gd name="connsiteY274" fmla="*/ 211475 h 867209"/>
                <a:gd name="connsiteX275" fmla="*/ 618030 w 634423"/>
                <a:gd name="connsiteY275" fmla="*/ 214753 h 867209"/>
                <a:gd name="connsiteX276" fmla="*/ 621309 w 634423"/>
                <a:gd name="connsiteY276" fmla="*/ 213114 h 867209"/>
                <a:gd name="connsiteX277" fmla="*/ 622948 w 634423"/>
                <a:gd name="connsiteY277" fmla="*/ 216392 h 867209"/>
                <a:gd name="connsiteX278" fmla="*/ 626226 w 634423"/>
                <a:gd name="connsiteY278" fmla="*/ 216392 h 867209"/>
                <a:gd name="connsiteX279" fmla="*/ 629505 w 634423"/>
                <a:gd name="connsiteY279" fmla="*/ 219671 h 867209"/>
                <a:gd name="connsiteX280" fmla="*/ 632784 w 634423"/>
                <a:gd name="connsiteY280" fmla="*/ 224589 h 867209"/>
                <a:gd name="connsiteX281" fmla="*/ 634423 w 634423"/>
                <a:gd name="connsiteY281" fmla="*/ 226229 h 867209"/>
                <a:gd name="connsiteX282" fmla="*/ 631145 w 634423"/>
                <a:gd name="connsiteY282" fmla="*/ 229507 h 867209"/>
                <a:gd name="connsiteX283" fmla="*/ 627866 w 634423"/>
                <a:gd name="connsiteY283" fmla="*/ 232786 h 867209"/>
                <a:gd name="connsiteX284" fmla="*/ 627866 w 634423"/>
                <a:gd name="connsiteY284" fmla="*/ 237704 h 867209"/>
                <a:gd name="connsiteX285" fmla="*/ 626226 w 634423"/>
                <a:gd name="connsiteY285" fmla="*/ 240982 h 867209"/>
                <a:gd name="connsiteX286" fmla="*/ 622948 w 634423"/>
                <a:gd name="connsiteY286" fmla="*/ 242622 h 867209"/>
                <a:gd name="connsiteX287" fmla="*/ 618030 w 634423"/>
                <a:gd name="connsiteY287" fmla="*/ 245901 h 867209"/>
                <a:gd name="connsiteX288" fmla="*/ 614751 w 634423"/>
                <a:gd name="connsiteY288" fmla="*/ 245901 h 867209"/>
                <a:gd name="connsiteX289" fmla="*/ 611472 w 634423"/>
                <a:gd name="connsiteY289" fmla="*/ 247540 h 867209"/>
                <a:gd name="connsiteX290" fmla="*/ 608194 w 634423"/>
                <a:gd name="connsiteY290" fmla="*/ 250819 h 867209"/>
                <a:gd name="connsiteX291" fmla="*/ 603276 w 634423"/>
                <a:gd name="connsiteY291" fmla="*/ 250819 h 867209"/>
                <a:gd name="connsiteX292" fmla="*/ 601636 w 634423"/>
                <a:gd name="connsiteY292" fmla="*/ 254097 h 867209"/>
                <a:gd name="connsiteX293" fmla="*/ 596719 w 634423"/>
                <a:gd name="connsiteY293" fmla="*/ 254097 h 867209"/>
                <a:gd name="connsiteX294" fmla="*/ 593440 w 634423"/>
                <a:gd name="connsiteY294" fmla="*/ 255737 h 867209"/>
                <a:gd name="connsiteX295" fmla="*/ 593440 w 634423"/>
                <a:gd name="connsiteY295" fmla="*/ 257376 h 867209"/>
                <a:gd name="connsiteX296" fmla="*/ 595079 w 634423"/>
                <a:gd name="connsiteY296" fmla="*/ 260655 h 867209"/>
                <a:gd name="connsiteX297" fmla="*/ 593440 w 634423"/>
                <a:gd name="connsiteY297" fmla="*/ 265573 h 867209"/>
                <a:gd name="connsiteX298" fmla="*/ 590161 w 634423"/>
                <a:gd name="connsiteY298" fmla="*/ 268851 h 867209"/>
                <a:gd name="connsiteX299" fmla="*/ 590161 w 634423"/>
                <a:gd name="connsiteY299" fmla="*/ 268851 h 867209"/>
                <a:gd name="connsiteX300" fmla="*/ 586882 w 634423"/>
                <a:gd name="connsiteY300" fmla="*/ 267212 h 867209"/>
                <a:gd name="connsiteX301" fmla="*/ 581965 w 634423"/>
                <a:gd name="connsiteY301" fmla="*/ 268851 h 867209"/>
                <a:gd name="connsiteX302" fmla="*/ 578686 w 634423"/>
                <a:gd name="connsiteY302" fmla="*/ 268851 h 867209"/>
                <a:gd name="connsiteX303" fmla="*/ 575407 w 634423"/>
                <a:gd name="connsiteY303" fmla="*/ 270491 h 867209"/>
                <a:gd name="connsiteX304" fmla="*/ 575407 w 634423"/>
                <a:gd name="connsiteY304" fmla="*/ 273769 h 867209"/>
                <a:gd name="connsiteX305" fmla="*/ 575407 w 634423"/>
                <a:gd name="connsiteY305" fmla="*/ 277048 h 867209"/>
                <a:gd name="connsiteX306" fmla="*/ 575407 w 634423"/>
                <a:gd name="connsiteY306" fmla="*/ 281966 h 867209"/>
                <a:gd name="connsiteX307" fmla="*/ 572128 w 634423"/>
                <a:gd name="connsiteY307" fmla="*/ 285245 h 867209"/>
                <a:gd name="connsiteX308" fmla="*/ 572128 w 634423"/>
                <a:gd name="connsiteY308" fmla="*/ 288523 h 867209"/>
                <a:gd name="connsiteX309" fmla="*/ 572128 w 634423"/>
                <a:gd name="connsiteY309" fmla="*/ 293441 h 867209"/>
                <a:gd name="connsiteX310" fmla="*/ 573768 w 634423"/>
                <a:gd name="connsiteY310" fmla="*/ 296720 h 867209"/>
                <a:gd name="connsiteX311" fmla="*/ 573768 w 634423"/>
                <a:gd name="connsiteY311" fmla="*/ 299999 h 867209"/>
                <a:gd name="connsiteX312" fmla="*/ 573768 w 634423"/>
                <a:gd name="connsiteY312" fmla="*/ 304917 h 867209"/>
                <a:gd name="connsiteX313" fmla="*/ 572128 w 634423"/>
                <a:gd name="connsiteY313" fmla="*/ 308195 h 867209"/>
                <a:gd name="connsiteX314" fmla="*/ 570489 w 634423"/>
                <a:gd name="connsiteY314" fmla="*/ 311474 h 867209"/>
                <a:gd name="connsiteX315" fmla="*/ 570489 w 634423"/>
                <a:gd name="connsiteY315" fmla="*/ 314753 h 867209"/>
                <a:gd name="connsiteX316" fmla="*/ 568850 w 634423"/>
                <a:gd name="connsiteY316" fmla="*/ 319671 h 867209"/>
                <a:gd name="connsiteX317" fmla="*/ 567210 w 634423"/>
                <a:gd name="connsiteY317" fmla="*/ 322949 h 867209"/>
                <a:gd name="connsiteX318" fmla="*/ 563932 w 634423"/>
                <a:gd name="connsiteY318" fmla="*/ 327867 h 867209"/>
                <a:gd name="connsiteX319" fmla="*/ 563932 w 634423"/>
                <a:gd name="connsiteY319" fmla="*/ 331146 h 867209"/>
                <a:gd name="connsiteX320" fmla="*/ 563932 w 634423"/>
                <a:gd name="connsiteY320" fmla="*/ 334425 h 867209"/>
                <a:gd name="connsiteX321" fmla="*/ 563932 w 634423"/>
                <a:gd name="connsiteY321" fmla="*/ 339343 h 867209"/>
                <a:gd name="connsiteX322" fmla="*/ 560653 w 634423"/>
                <a:gd name="connsiteY322" fmla="*/ 342622 h 867209"/>
                <a:gd name="connsiteX323" fmla="*/ 560653 w 634423"/>
                <a:gd name="connsiteY323" fmla="*/ 345900 h 867209"/>
                <a:gd name="connsiteX324" fmla="*/ 559013 w 634423"/>
                <a:gd name="connsiteY324" fmla="*/ 349179 h 867209"/>
                <a:gd name="connsiteX325" fmla="*/ 555735 w 634423"/>
                <a:gd name="connsiteY325" fmla="*/ 352457 h 867209"/>
                <a:gd name="connsiteX326" fmla="*/ 557375 w 634423"/>
                <a:gd name="connsiteY326" fmla="*/ 354097 h 867209"/>
                <a:gd name="connsiteX327" fmla="*/ 557375 w 634423"/>
                <a:gd name="connsiteY327" fmla="*/ 359015 h 867209"/>
                <a:gd name="connsiteX328" fmla="*/ 557375 w 634423"/>
                <a:gd name="connsiteY328" fmla="*/ 362294 h 867209"/>
                <a:gd name="connsiteX329" fmla="*/ 557375 w 634423"/>
                <a:gd name="connsiteY329" fmla="*/ 365572 h 867209"/>
                <a:gd name="connsiteX330" fmla="*/ 559013 w 634423"/>
                <a:gd name="connsiteY330" fmla="*/ 370490 h 867209"/>
                <a:gd name="connsiteX331" fmla="*/ 559013 w 634423"/>
                <a:gd name="connsiteY331" fmla="*/ 373769 h 867209"/>
                <a:gd name="connsiteX332" fmla="*/ 559013 w 634423"/>
                <a:gd name="connsiteY332" fmla="*/ 377047 h 867209"/>
                <a:gd name="connsiteX333" fmla="*/ 560653 w 634423"/>
                <a:gd name="connsiteY333" fmla="*/ 381966 h 867209"/>
                <a:gd name="connsiteX334" fmla="*/ 560653 w 634423"/>
                <a:gd name="connsiteY334" fmla="*/ 385244 h 867209"/>
                <a:gd name="connsiteX335" fmla="*/ 560653 w 634423"/>
                <a:gd name="connsiteY335" fmla="*/ 390162 h 867209"/>
                <a:gd name="connsiteX336" fmla="*/ 560653 w 634423"/>
                <a:gd name="connsiteY336" fmla="*/ 391802 h 867209"/>
                <a:gd name="connsiteX337" fmla="*/ 560653 w 634423"/>
                <a:gd name="connsiteY337" fmla="*/ 393441 h 867209"/>
                <a:gd name="connsiteX338" fmla="*/ 559013 w 634423"/>
                <a:gd name="connsiteY338" fmla="*/ 398359 h 867209"/>
                <a:gd name="connsiteX339" fmla="*/ 559013 w 634423"/>
                <a:gd name="connsiteY339" fmla="*/ 401637 h 867209"/>
                <a:gd name="connsiteX340" fmla="*/ 559013 w 634423"/>
                <a:gd name="connsiteY340" fmla="*/ 406556 h 867209"/>
                <a:gd name="connsiteX341" fmla="*/ 559013 w 634423"/>
                <a:gd name="connsiteY341" fmla="*/ 409834 h 867209"/>
                <a:gd name="connsiteX342" fmla="*/ 557375 w 634423"/>
                <a:gd name="connsiteY342" fmla="*/ 413113 h 867209"/>
                <a:gd name="connsiteX343" fmla="*/ 557375 w 634423"/>
                <a:gd name="connsiteY343" fmla="*/ 418031 h 867209"/>
                <a:gd name="connsiteX344" fmla="*/ 557375 w 634423"/>
                <a:gd name="connsiteY344" fmla="*/ 421309 h 867209"/>
                <a:gd name="connsiteX345" fmla="*/ 554096 w 634423"/>
                <a:gd name="connsiteY345" fmla="*/ 426228 h 867209"/>
                <a:gd name="connsiteX346" fmla="*/ 552456 w 634423"/>
                <a:gd name="connsiteY346" fmla="*/ 429506 h 867209"/>
                <a:gd name="connsiteX347" fmla="*/ 550817 w 634423"/>
                <a:gd name="connsiteY347" fmla="*/ 432785 h 867209"/>
                <a:gd name="connsiteX348" fmla="*/ 549178 w 634423"/>
                <a:gd name="connsiteY348" fmla="*/ 436064 h 867209"/>
                <a:gd name="connsiteX349" fmla="*/ 549178 w 634423"/>
                <a:gd name="connsiteY349" fmla="*/ 440982 h 867209"/>
                <a:gd name="connsiteX350" fmla="*/ 547538 w 634423"/>
                <a:gd name="connsiteY350" fmla="*/ 444260 h 867209"/>
                <a:gd name="connsiteX351" fmla="*/ 547538 w 634423"/>
                <a:gd name="connsiteY351" fmla="*/ 449178 h 867209"/>
                <a:gd name="connsiteX352" fmla="*/ 547538 w 634423"/>
                <a:gd name="connsiteY352" fmla="*/ 452457 h 867209"/>
                <a:gd name="connsiteX353" fmla="*/ 547538 w 634423"/>
                <a:gd name="connsiteY353" fmla="*/ 455736 h 867209"/>
                <a:gd name="connsiteX354" fmla="*/ 547538 w 634423"/>
                <a:gd name="connsiteY354" fmla="*/ 459014 h 867209"/>
                <a:gd name="connsiteX355" fmla="*/ 545899 w 634423"/>
                <a:gd name="connsiteY355" fmla="*/ 460654 h 867209"/>
                <a:gd name="connsiteX356" fmla="*/ 542620 w 634423"/>
                <a:gd name="connsiteY356" fmla="*/ 459014 h 867209"/>
                <a:gd name="connsiteX357" fmla="*/ 539342 w 634423"/>
                <a:gd name="connsiteY357" fmla="*/ 460654 h 867209"/>
                <a:gd name="connsiteX358" fmla="*/ 534423 w 634423"/>
                <a:gd name="connsiteY358" fmla="*/ 460654 h 867209"/>
                <a:gd name="connsiteX359" fmla="*/ 531145 w 634423"/>
                <a:gd name="connsiteY359" fmla="*/ 460654 h 867209"/>
                <a:gd name="connsiteX360" fmla="*/ 531145 w 634423"/>
                <a:gd name="connsiteY360" fmla="*/ 463932 h 867209"/>
                <a:gd name="connsiteX361" fmla="*/ 527866 w 634423"/>
                <a:gd name="connsiteY361" fmla="*/ 467211 h 867209"/>
                <a:gd name="connsiteX362" fmla="*/ 526227 w 634423"/>
                <a:gd name="connsiteY362" fmla="*/ 470490 h 867209"/>
                <a:gd name="connsiteX363" fmla="*/ 524588 w 634423"/>
                <a:gd name="connsiteY363" fmla="*/ 475408 h 867209"/>
                <a:gd name="connsiteX364" fmla="*/ 521309 w 634423"/>
                <a:gd name="connsiteY364" fmla="*/ 478686 h 867209"/>
                <a:gd name="connsiteX365" fmla="*/ 521309 w 634423"/>
                <a:gd name="connsiteY365" fmla="*/ 481965 h 867209"/>
                <a:gd name="connsiteX366" fmla="*/ 518030 w 634423"/>
                <a:gd name="connsiteY366" fmla="*/ 486883 h 867209"/>
                <a:gd name="connsiteX367" fmla="*/ 518030 w 634423"/>
                <a:gd name="connsiteY367" fmla="*/ 490162 h 867209"/>
                <a:gd name="connsiteX368" fmla="*/ 514752 w 634423"/>
                <a:gd name="connsiteY368" fmla="*/ 493440 h 867209"/>
                <a:gd name="connsiteX369" fmla="*/ 513112 w 634423"/>
                <a:gd name="connsiteY369" fmla="*/ 495080 h 867209"/>
                <a:gd name="connsiteX370" fmla="*/ 509833 w 634423"/>
                <a:gd name="connsiteY370" fmla="*/ 496719 h 867209"/>
                <a:gd name="connsiteX371" fmla="*/ 508194 w 634423"/>
                <a:gd name="connsiteY371" fmla="*/ 501637 h 867209"/>
                <a:gd name="connsiteX372" fmla="*/ 508194 w 634423"/>
                <a:gd name="connsiteY372" fmla="*/ 504916 h 867209"/>
                <a:gd name="connsiteX373" fmla="*/ 508194 w 634423"/>
                <a:gd name="connsiteY373" fmla="*/ 508194 h 867209"/>
                <a:gd name="connsiteX374" fmla="*/ 508194 w 634423"/>
                <a:gd name="connsiteY374" fmla="*/ 513112 h 867209"/>
                <a:gd name="connsiteX375" fmla="*/ 506555 w 634423"/>
                <a:gd name="connsiteY375" fmla="*/ 516391 h 867209"/>
                <a:gd name="connsiteX376" fmla="*/ 504916 w 634423"/>
                <a:gd name="connsiteY376" fmla="*/ 519670 h 867209"/>
                <a:gd name="connsiteX377" fmla="*/ 503276 w 634423"/>
                <a:gd name="connsiteY377" fmla="*/ 522949 h 867209"/>
                <a:gd name="connsiteX378" fmla="*/ 504916 w 634423"/>
                <a:gd name="connsiteY378" fmla="*/ 524588 h 867209"/>
                <a:gd name="connsiteX379" fmla="*/ 504916 w 634423"/>
                <a:gd name="connsiteY379" fmla="*/ 526227 h 867209"/>
                <a:gd name="connsiteX380" fmla="*/ 504916 w 634423"/>
                <a:gd name="connsiteY380" fmla="*/ 527866 h 867209"/>
                <a:gd name="connsiteX381" fmla="*/ 504916 w 634423"/>
                <a:gd name="connsiteY381" fmla="*/ 529506 h 867209"/>
                <a:gd name="connsiteX382" fmla="*/ 504916 w 634423"/>
                <a:gd name="connsiteY382" fmla="*/ 532785 h 867209"/>
                <a:gd name="connsiteX383" fmla="*/ 503276 w 634423"/>
                <a:gd name="connsiteY383" fmla="*/ 537703 h 867209"/>
                <a:gd name="connsiteX384" fmla="*/ 504916 w 634423"/>
                <a:gd name="connsiteY384" fmla="*/ 540981 h 867209"/>
                <a:gd name="connsiteX385" fmla="*/ 501637 w 634423"/>
                <a:gd name="connsiteY385" fmla="*/ 545899 h 867209"/>
                <a:gd name="connsiteX386" fmla="*/ 496719 w 634423"/>
                <a:gd name="connsiteY386" fmla="*/ 549178 h 867209"/>
                <a:gd name="connsiteX387" fmla="*/ 496719 w 634423"/>
                <a:gd name="connsiteY387" fmla="*/ 547539 h 867209"/>
                <a:gd name="connsiteX388" fmla="*/ 493440 w 634423"/>
                <a:gd name="connsiteY388" fmla="*/ 542620 h 867209"/>
                <a:gd name="connsiteX389" fmla="*/ 490162 w 634423"/>
                <a:gd name="connsiteY389" fmla="*/ 539342 h 867209"/>
                <a:gd name="connsiteX390" fmla="*/ 486883 w 634423"/>
                <a:gd name="connsiteY390" fmla="*/ 542620 h 867209"/>
                <a:gd name="connsiteX391" fmla="*/ 483604 w 634423"/>
                <a:gd name="connsiteY391" fmla="*/ 545899 h 867209"/>
                <a:gd name="connsiteX392" fmla="*/ 481965 w 634423"/>
                <a:gd name="connsiteY392" fmla="*/ 550817 h 867209"/>
                <a:gd name="connsiteX393" fmla="*/ 478686 w 634423"/>
                <a:gd name="connsiteY393" fmla="*/ 554096 h 867209"/>
                <a:gd name="connsiteX394" fmla="*/ 478686 w 634423"/>
                <a:gd name="connsiteY394" fmla="*/ 554096 h 867209"/>
                <a:gd name="connsiteX395" fmla="*/ 478686 w 634423"/>
                <a:gd name="connsiteY395" fmla="*/ 555735 h 867209"/>
                <a:gd name="connsiteX396" fmla="*/ 480325 w 634423"/>
                <a:gd name="connsiteY396" fmla="*/ 559014 h 867209"/>
                <a:gd name="connsiteX397" fmla="*/ 480325 w 634423"/>
                <a:gd name="connsiteY397" fmla="*/ 563932 h 867209"/>
                <a:gd name="connsiteX398" fmla="*/ 480325 w 634423"/>
                <a:gd name="connsiteY398" fmla="*/ 567210 h 867209"/>
                <a:gd name="connsiteX399" fmla="*/ 480325 w 634423"/>
                <a:gd name="connsiteY399" fmla="*/ 570489 h 867209"/>
                <a:gd name="connsiteX400" fmla="*/ 480325 w 634423"/>
                <a:gd name="connsiteY400" fmla="*/ 575407 h 867209"/>
                <a:gd name="connsiteX401" fmla="*/ 477047 w 634423"/>
                <a:gd name="connsiteY401" fmla="*/ 578686 h 867209"/>
                <a:gd name="connsiteX402" fmla="*/ 477047 w 634423"/>
                <a:gd name="connsiteY402" fmla="*/ 580325 h 867209"/>
                <a:gd name="connsiteX403" fmla="*/ 475408 w 634423"/>
                <a:gd name="connsiteY403" fmla="*/ 583604 h 867209"/>
                <a:gd name="connsiteX404" fmla="*/ 473768 w 634423"/>
                <a:gd name="connsiteY404" fmla="*/ 588522 h 867209"/>
                <a:gd name="connsiteX405" fmla="*/ 473768 w 634423"/>
                <a:gd name="connsiteY405" fmla="*/ 591800 h 867209"/>
                <a:gd name="connsiteX406" fmla="*/ 472129 w 634423"/>
                <a:gd name="connsiteY406" fmla="*/ 595079 h 867209"/>
                <a:gd name="connsiteX407" fmla="*/ 472129 w 634423"/>
                <a:gd name="connsiteY407" fmla="*/ 599997 h 867209"/>
                <a:gd name="connsiteX408" fmla="*/ 472129 w 634423"/>
                <a:gd name="connsiteY408" fmla="*/ 603276 h 867209"/>
                <a:gd name="connsiteX409" fmla="*/ 472129 w 634423"/>
                <a:gd name="connsiteY409" fmla="*/ 606555 h 867209"/>
                <a:gd name="connsiteX410" fmla="*/ 472129 w 634423"/>
                <a:gd name="connsiteY410" fmla="*/ 611473 h 867209"/>
                <a:gd name="connsiteX411" fmla="*/ 473768 w 634423"/>
                <a:gd name="connsiteY411" fmla="*/ 614752 h 867209"/>
                <a:gd name="connsiteX412" fmla="*/ 473768 w 634423"/>
                <a:gd name="connsiteY412" fmla="*/ 618030 h 867209"/>
                <a:gd name="connsiteX413" fmla="*/ 473768 w 634423"/>
                <a:gd name="connsiteY413" fmla="*/ 622948 h 867209"/>
                <a:gd name="connsiteX414" fmla="*/ 473768 w 634423"/>
                <a:gd name="connsiteY414" fmla="*/ 626227 h 867209"/>
                <a:gd name="connsiteX415" fmla="*/ 473768 w 634423"/>
                <a:gd name="connsiteY415" fmla="*/ 629505 h 867209"/>
                <a:gd name="connsiteX416" fmla="*/ 473768 w 634423"/>
                <a:gd name="connsiteY416" fmla="*/ 634423 h 867209"/>
                <a:gd name="connsiteX417" fmla="*/ 473768 w 634423"/>
                <a:gd name="connsiteY417" fmla="*/ 637702 h 867209"/>
                <a:gd name="connsiteX418" fmla="*/ 473768 w 634423"/>
                <a:gd name="connsiteY418" fmla="*/ 640981 h 867209"/>
                <a:gd name="connsiteX419" fmla="*/ 472129 w 634423"/>
                <a:gd name="connsiteY419" fmla="*/ 644259 h 867209"/>
                <a:gd name="connsiteX420" fmla="*/ 468850 w 634423"/>
                <a:gd name="connsiteY420" fmla="*/ 647538 h 867209"/>
                <a:gd name="connsiteX421" fmla="*/ 465572 w 634423"/>
                <a:gd name="connsiteY421" fmla="*/ 647538 h 867209"/>
                <a:gd name="connsiteX422" fmla="*/ 460653 w 634423"/>
                <a:gd name="connsiteY422" fmla="*/ 650817 h 867209"/>
                <a:gd name="connsiteX423" fmla="*/ 460653 w 634423"/>
                <a:gd name="connsiteY423" fmla="*/ 650817 h 867209"/>
                <a:gd name="connsiteX424" fmla="*/ 457375 w 634423"/>
                <a:gd name="connsiteY424" fmla="*/ 649177 h 867209"/>
                <a:gd name="connsiteX425" fmla="*/ 452457 w 634423"/>
                <a:gd name="connsiteY425" fmla="*/ 647538 h 867209"/>
                <a:gd name="connsiteX426" fmla="*/ 449178 w 634423"/>
                <a:gd name="connsiteY426" fmla="*/ 647538 h 867209"/>
                <a:gd name="connsiteX427" fmla="*/ 445899 w 634423"/>
                <a:gd name="connsiteY427" fmla="*/ 647538 h 867209"/>
                <a:gd name="connsiteX428" fmla="*/ 442621 w 634423"/>
                <a:gd name="connsiteY428" fmla="*/ 647538 h 867209"/>
                <a:gd name="connsiteX429" fmla="*/ 437703 w 634423"/>
                <a:gd name="connsiteY429" fmla="*/ 647538 h 867209"/>
                <a:gd name="connsiteX430" fmla="*/ 437703 w 634423"/>
                <a:gd name="connsiteY430" fmla="*/ 649177 h 867209"/>
                <a:gd name="connsiteX431" fmla="*/ 437703 w 634423"/>
                <a:gd name="connsiteY431" fmla="*/ 654096 h 867209"/>
                <a:gd name="connsiteX432" fmla="*/ 437703 w 634423"/>
                <a:gd name="connsiteY432" fmla="*/ 657374 h 867209"/>
                <a:gd name="connsiteX433" fmla="*/ 437703 w 634423"/>
                <a:gd name="connsiteY433" fmla="*/ 660653 h 867209"/>
                <a:gd name="connsiteX434" fmla="*/ 434424 w 634423"/>
                <a:gd name="connsiteY434" fmla="*/ 663932 h 867209"/>
                <a:gd name="connsiteX435" fmla="*/ 432785 w 634423"/>
                <a:gd name="connsiteY435" fmla="*/ 667210 h 867209"/>
                <a:gd name="connsiteX436" fmla="*/ 431145 w 634423"/>
                <a:gd name="connsiteY436" fmla="*/ 668849 h 867209"/>
                <a:gd name="connsiteX437" fmla="*/ 431145 w 634423"/>
                <a:gd name="connsiteY437" fmla="*/ 672128 h 867209"/>
                <a:gd name="connsiteX438" fmla="*/ 431145 w 634423"/>
                <a:gd name="connsiteY438" fmla="*/ 673767 h 867209"/>
                <a:gd name="connsiteX439" fmla="*/ 434424 w 634423"/>
                <a:gd name="connsiteY439" fmla="*/ 677046 h 867209"/>
                <a:gd name="connsiteX440" fmla="*/ 437703 w 634423"/>
                <a:gd name="connsiteY440" fmla="*/ 677046 h 867209"/>
                <a:gd name="connsiteX441" fmla="*/ 442621 w 634423"/>
                <a:gd name="connsiteY441" fmla="*/ 678686 h 867209"/>
                <a:gd name="connsiteX442" fmla="*/ 445899 w 634423"/>
                <a:gd name="connsiteY442" fmla="*/ 678686 h 867209"/>
                <a:gd name="connsiteX443" fmla="*/ 449178 w 634423"/>
                <a:gd name="connsiteY443" fmla="*/ 680325 h 867209"/>
                <a:gd name="connsiteX444" fmla="*/ 454096 w 634423"/>
                <a:gd name="connsiteY444" fmla="*/ 681964 h 867209"/>
                <a:gd name="connsiteX445" fmla="*/ 457375 w 634423"/>
                <a:gd name="connsiteY445" fmla="*/ 681964 h 867209"/>
                <a:gd name="connsiteX446" fmla="*/ 460653 w 634423"/>
                <a:gd name="connsiteY446" fmla="*/ 685243 h 867209"/>
                <a:gd name="connsiteX447" fmla="*/ 463932 w 634423"/>
                <a:gd name="connsiteY447" fmla="*/ 686882 h 867209"/>
                <a:gd name="connsiteX448" fmla="*/ 468850 w 634423"/>
                <a:gd name="connsiteY448" fmla="*/ 691800 h 867209"/>
                <a:gd name="connsiteX449" fmla="*/ 470489 w 634423"/>
                <a:gd name="connsiteY449" fmla="*/ 695079 h 867209"/>
                <a:gd name="connsiteX450" fmla="*/ 470489 w 634423"/>
                <a:gd name="connsiteY450" fmla="*/ 698357 h 867209"/>
                <a:gd name="connsiteX451" fmla="*/ 473768 w 634423"/>
                <a:gd name="connsiteY451" fmla="*/ 703276 h 867209"/>
                <a:gd name="connsiteX452" fmla="*/ 477047 w 634423"/>
                <a:gd name="connsiteY452" fmla="*/ 706554 h 867209"/>
                <a:gd name="connsiteX453" fmla="*/ 478686 w 634423"/>
                <a:gd name="connsiteY453" fmla="*/ 709833 h 867209"/>
                <a:gd name="connsiteX454" fmla="*/ 481965 w 634423"/>
                <a:gd name="connsiteY454" fmla="*/ 713112 h 867209"/>
                <a:gd name="connsiteX455" fmla="*/ 485243 w 634423"/>
                <a:gd name="connsiteY455" fmla="*/ 714751 h 867209"/>
                <a:gd name="connsiteX456" fmla="*/ 488522 w 634423"/>
                <a:gd name="connsiteY456" fmla="*/ 716390 h 867209"/>
                <a:gd name="connsiteX457" fmla="*/ 490162 w 634423"/>
                <a:gd name="connsiteY457" fmla="*/ 719669 h 867209"/>
                <a:gd name="connsiteX458" fmla="*/ 491801 w 634423"/>
                <a:gd name="connsiteY458" fmla="*/ 722947 h 867209"/>
                <a:gd name="connsiteX459" fmla="*/ 496719 w 634423"/>
                <a:gd name="connsiteY459" fmla="*/ 724587 h 867209"/>
                <a:gd name="connsiteX460" fmla="*/ 498358 w 634423"/>
                <a:gd name="connsiteY460" fmla="*/ 727866 h 867209"/>
                <a:gd name="connsiteX461" fmla="*/ 499998 w 634423"/>
                <a:gd name="connsiteY461" fmla="*/ 732783 h 867209"/>
                <a:gd name="connsiteX462" fmla="*/ 501637 w 634423"/>
                <a:gd name="connsiteY462" fmla="*/ 736062 h 867209"/>
                <a:gd name="connsiteX463" fmla="*/ 503276 w 634423"/>
                <a:gd name="connsiteY463" fmla="*/ 739341 h 867209"/>
                <a:gd name="connsiteX464" fmla="*/ 503276 w 634423"/>
                <a:gd name="connsiteY464" fmla="*/ 744259 h 867209"/>
                <a:gd name="connsiteX465" fmla="*/ 504916 w 634423"/>
                <a:gd name="connsiteY465" fmla="*/ 747537 h 867209"/>
                <a:gd name="connsiteX466" fmla="*/ 508194 w 634423"/>
                <a:gd name="connsiteY466" fmla="*/ 750816 h 867209"/>
                <a:gd name="connsiteX467" fmla="*/ 508194 w 634423"/>
                <a:gd name="connsiteY467" fmla="*/ 755734 h 867209"/>
                <a:gd name="connsiteX468" fmla="*/ 508194 w 634423"/>
                <a:gd name="connsiteY468" fmla="*/ 757374 h 867209"/>
                <a:gd name="connsiteX469" fmla="*/ 509833 w 634423"/>
                <a:gd name="connsiteY469" fmla="*/ 762292 h 867209"/>
                <a:gd name="connsiteX470" fmla="*/ 511473 w 634423"/>
                <a:gd name="connsiteY470" fmla="*/ 765570 h 867209"/>
                <a:gd name="connsiteX471" fmla="*/ 513112 w 634423"/>
                <a:gd name="connsiteY471" fmla="*/ 768849 h 867209"/>
                <a:gd name="connsiteX472" fmla="*/ 516391 w 634423"/>
                <a:gd name="connsiteY472" fmla="*/ 773767 h 867209"/>
                <a:gd name="connsiteX473" fmla="*/ 519669 w 634423"/>
                <a:gd name="connsiteY473" fmla="*/ 777046 h 867209"/>
                <a:gd name="connsiteX474" fmla="*/ 519669 w 634423"/>
                <a:gd name="connsiteY474" fmla="*/ 780324 h 867209"/>
                <a:gd name="connsiteX475" fmla="*/ 522948 w 634423"/>
                <a:gd name="connsiteY475" fmla="*/ 783603 h 867209"/>
                <a:gd name="connsiteX476" fmla="*/ 526227 w 634423"/>
                <a:gd name="connsiteY476" fmla="*/ 781964 h 867209"/>
                <a:gd name="connsiteX477" fmla="*/ 529506 w 634423"/>
                <a:gd name="connsiteY477" fmla="*/ 781964 h 867209"/>
                <a:gd name="connsiteX478" fmla="*/ 534423 w 634423"/>
                <a:gd name="connsiteY478" fmla="*/ 783603 h 867209"/>
                <a:gd name="connsiteX479" fmla="*/ 537702 w 634423"/>
                <a:gd name="connsiteY479" fmla="*/ 783603 h 867209"/>
                <a:gd name="connsiteX480" fmla="*/ 540981 w 634423"/>
                <a:gd name="connsiteY480" fmla="*/ 785242 h 867209"/>
                <a:gd name="connsiteX481" fmla="*/ 540981 w 634423"/>
                <a:gd name="connsiteY481" fmla="*/ 788521 h 867209"/>
                <a:gd name="connsiteX482" fmla="*/ 540981 w 634423"/>
                <a:gd name="connsiteY482" fmla="*/ 791800 h 867209"/>
                <a:gd name="connsiteX483" fmla="*/ 539342 w 634423"/>
                <a:gd name="connsiteY483" fmla="*/ 796718 h 867209"/>
                <a:gd name="connsiteX484" fmla="*/ 539342 w 634423"/>
                <a:gd name="connsiteY484" fmla="*/ 799996 h 867209"/>
                <a:gd name="connsiteX485" fmla="*/ 539342 w 634423"/>
                <a:gd name="connsiteY485" fmla="*/ 801636 h 867209"/>
                <a:gd name="connsiteX486" fmla="*/ 539342 w 634423"/>
                <a:gd name="connsiteY486" fmla="*/ 804914 h 867209"/>
                <a:gd name="connsiteX487" fmla="*/ 539342 w 634423"/>
                <a:gd name="connsiteY487" fmla="*/ 808193 h 867209"/>
                <a:gd name="connsiteX488" fmla="*/ 542620 w 634423"/>
                <a:gd name="connsiteY488" fmla="*/ 813111 h 867209"/>
                <a:gd name="connsiteX489" fmla="*/ 545899 w 634423"/>
                <a:gd name="connsiteY489" fmla="*/ 816390 h 867209"/>
                <a:gd name="connsiteX490" fmla="*/ 544260 w 634423"/>
                <a:gd name="connsiteY490" fmla="*/ 816390 h 867209"/>
                <a:gd name="connsiteX491" fmla="*/ 540981 w 634423"/>
                <a:gd name="connsiteY491" fmla="*/ 816390 h 867209"/>
                <a:gd name="connsiteX492" fmla="*/ 536063 w 634423"/>
                <a:gd name="connsiteY492" fmla="*/ 816390 h 867209"/>
                <a:gd name="connsiteX493" fmla="*/ 532784 w 634423"/>
                <a:gd name="connsiteY493" fmla="*/ 816390 h 867209"/>
                <a:gd name="connsiteX494" fmla="*/ 529506 w 634423"/>
                <a:gd name="connsiteY494" fmla="*/ 816390 h 867209"/>
                <a:gd name="connsiteX495" fmla="*/ 527866 w 634423"/>
                <a:gd name="connsiteY495" fmla="*/ 816390 h 867209"/>
                <a:gd name="connsiteX496" fmla="*/ 524588 w 634423"/>
                <a:gd name="connsiteY496" fmla="*/ 816390 h 867209"/>
                <a:gd name="connsiteX497" fmla="*/ 521309 w 634423"/>
                <a:gd name="connsiteY497" fmla="*/ 816390 h 867209"/>
                <a:gd name="connsiteX498" fmla="*/ 518030 w 634423"/>
                <a:gd name="connsiteY498" fmla="*/ 816390 h 867209"/>
                <a:gd name="connsiteX499" fmla="*/ 513112 w 634423"/>
                <a:gd name="connsiteY499" fmla="*/ 816390 h 867209"/>
                <a:gd name="connsiteX500" fmla="*/ 509833 w 634423"/>
                <a:gd name="connsiteY500" fmla="*/ 816390 h 867209"/>
                <a:gd name="connsiteX501" fmla="*/ 508194 w 634423"/>
                <a:gd name="connsiteY501" fmla="*/ 816390 h 867209"/>
                <a:gd name="connsiteX502" fmla="*/ 504916 w 634423"/>
                <a:gd name="connsiteY502" fmla="*/ 816390 h 867209"/>
                <a:gd name="connsiteX503" fmla="*/ 501637 w 634423"/>
                <a:gd name="connsiteY503" fmla="*/ 816390 h 867209"/>
                <a:gd name="connsiteX504" fmla="*/ 496719 w 634423"/>
                <a:gd name="connsiteY504" fmla="*/ 816390 h 867209"/>
                <a:gd name="connsiteX505" fmla="*/ 493440 w 634423"/>
                <a:gd name="connsiteY505" fmla="*/ 816390 h 867209"/>
                <a:gd name="connsiteX506" fmla="*/ 490162 w 634423"/>
                <a:gd name="connsiteY506" fmla="*/ 816390 h 867209"/>
                <a:gd name="connsiteX507" fmla="*/ 486883 w 634423"/>
                <a:gd name="connsiteY507" fmla="*/ 818029 h 867209"/>
                <a:gd name="connsiteX508" fmla="*/ 483604 w 634423"/>
                <a:gd name="connsiteY508" fmla="*/ 819669 h 867209"/>
                <a:gd name="connsiteX509" fmla="*/ 480325 w 634423"/>
                <a:gd name="connsiteY509" fmla="*/ 822947 h 867209"/>
                <a:gd name="connsiteX510" fmla="*/ 477047 w 634423"/>
                <a:gd name="connsiteY510" fmla="*/ 826226 h 867209"/>
                <a:gd name="connsiteX511" fmla="*/ 473768 w 634423"/>
                <a:gd name="connsiteY511" fmla="*/ 831144 h 867209"/>
                <a:gd name="connsiteX512" fmla="*/ 470489 w 634423"/>
                <a:gd name="connsiteY512" fmla="*/ 834423 h 867209"/>
                <a:gd name="connsiteX513" fmla="*/ 468850 w 634423"/>
                <a:gd name="connsiteY513" fmla="*/ 836062 h 867209"/>
                <a:gd name="connsiteX514" fmla="*/ 465572 w 634423"/>
                <a:gd name="connsiteY514" fmla="*/ 839340 h 867209"/>
                <a:gd name="connsiteX515" fmla="*/ 462293 w 634423"/>
                <a:gd name="connsiteY515" fmla="*/ 844259 h 867209"/>
                <a:gd name="connsiteX516" fmla="*/ 459014 w 634423"/>
                <a:gd name="connsiteY516" fmla="*/ 847537 h 867209"/>
                <a:gd name="connsiteX517" fmla="*/ 455735 w 634423"/>
                <a:gd name="connsiteY517" fmla="*/ 850816 h 867209"/>
                <a:gd name="connsiteX518" fmla="*/ 452457 w 634423"/>
                <a:gd name="connsiteY518" fmla="*/ 855734 h 867209"/>
                <a:gd name="connsiteX519" fmla="*/ 450818 w 634423"/>
                <a:gd name="connsiteY519" fmla="*/ 854094 h 867209"/>
                <a:gd name="connsiteX520" fmla="*/ 447539 w 634423"/>
                <a:gd name="connsiteY520" fmla="*/ 854094 h 867209"/>
                <a:gd name="connsiteX521" fmla="*/ 444260 w 634423"/>
                <a:gd name="connsiteY521" fmla="*/ 854094 h 867209"/>
                <a:gd name="connsiteX522" fmla="*/ 439342 w 634423"/>
                <a:gd name="connsiteY522" fmla="*/ 854094 h 867209"/>
                <a:gd name="connsiteX523" fmla="*/ 439342 w 634423"/>
                <a:gd name="connsiteY523" fmla="*/ 854094 h 867209"/>
                <a:gd name="connsiteX524" fmla="*/ 436063 w 634423"/>
                <a:gd name="connsiteY524" fmla="*/ 850816 h 867209"/>
                <a:gd name="connsiteX525" fmla="*/ 431145 w 634423"/>
                <a:gd name="connsiteY525" fmla="*/ 850816 h 867209"/>
                <a:gd name="connsiteX526" fmla="*/ 427867 w 634423"/>
                <a:gd name="connsiteY526" fmla="*/ 852455 h 867209"/>
                <a:gd name="connsiteX527" fmla="*/ 424588 w 634423"/>
                <a:gd name="connsiteY527" fmla="*/ 854094 h 867209"/>
                <a:gd name="connsiteX528" fmla="*/ 421309 w 634423"/>
                <a:gd name="connsiteY528" fmla="*/ 854094 h 867209"/>
                <a:gd name="connsiteX529" fmla="*/ 416391 w 634423"/>
                <a:gd name="connsiteY529" fmla="*/ 855734 h 867209"/>
                <a:gd name="connsiteX530" fmla="*/ 413113 w 634423"/>
                <a:gd name="connsiteY530" fmla="*/ 855734 h 867209"/>
                <a:gd name="connsiteX531" fmla="*/ 409834 w 634423"/>
                <a:gd name="connsiteY531" fmla="*/ 855734 h 867209"/>
                <a:gd name="connsiteX532" fmla="*/ 404916 w 634423"/>
                <a:gd name="connsiteY532" fmla="*/ 859013 h 867209"/>
                <a:gd name="connsiteX533" fmla="*/ 401638 w 634423"/>
                <a:gd name="connsiteY533" fmla="*/ 860652 h 867209"/>
                <a:gd name="connsiteX534" fmla="*/ 401638 w 634423"/>
                <a:gd name="connsiteY534" fmla="*/ 862291 h 867209"/>
                <a:gd name="connsiteX535" fmla="*/ 401638 w 634423"/>
                <a:gd name="connsiteY535" fmla="*/ 865570 h 867209"/>
                <a:gd name="connsiteX536" fmla="*/ 401638 w 634423"/>
                <a:gd name="connsiteY536" fmla="*/ 865570 h 867209"/>
                <a:gd name="connsiteX537" fmla="*/ 396719 w 634423"/>
                <a:gd name="connsiteY537" fmla="*/ 862291 h 867209"/>
                <a:gd name="connsiteX538" fmla="*/ 396719 w 634423"/>
                <a:gd name="connsiteY538" fmla="*/ 862291 h 867209"/>
                <a:gd name="connsiteX539" fmla="*/ 395080 w 634423"/>
                <a:gd name="connsiteY539" fmla="*/ 862291 h 867209"/>
                <a:gd name="connsiteX540" fmla="*/ 393441 w 634423"/>
                <a:gd name="connsiteY540" fmla="*/ 862291 h 867209"/>
                <a:gd name="connsiteX541" fmla="*/ 391801 w 634423"/>
                <a:gd name="connsiteY541" fmla="*/ 857373 h 867209"/>
                <a:gd name="connsiteX542" fmla="*/ 388523 w 634423"/>
                <a:gd name="connsiteY542" fmla="*/ 854094 h 867209"/>
                <a:gd name="connsiteX543" fmla="*/ 385244 w 634423"/>
                <a:gd name="connsiteY543" fmla="*/ 854094 h 867209"/>
                <a:gd name="connsiteX544" fmla="*/ 381965 w 634423"/>
                <a:gd name="connsiteY544" fmla="*/ 857373 h 867209"/>
                <a:gd name="connsiteX545" fmla="*/ 380326 w 634423"/>
                <a:gd name="connsiteY545" fmla="*/ 857373 h 867209"/>
                <a:gd name="connsiteX546" fmla="*/ 377047 w 634423"/>
                <a:gd name="connsiteY546" fmla="*/ 859013 h 867209"/>
                <a:gd name="connsiteX547" fmla="*/ 372129 w 634423"/>
                <a:gd name="connsiteY547" fmla="*/ 855734 h 867209"/>
                <a:gd name="connsiteX548" fmla="*/ 368851 w 634423"/>
                <a:gd name="connsiteY548" fmla="*/ 854094 h 867209"/>
                <a:gd name="connsiteX549" fmla="*/ 365572 w 634423"/>
                <a:gd name="connsiteY549" fmla="*/ 852455 h 867209"/>
                <a:gd name="connsiteX550" fmla="*/ 360654 w 634423"/>
                <a:gd name="connsiteY550" fmla="*/ 854094 h 867209"/>
                <a:gd name="connsiteX551" fmla="*/ 357375 w 634423"/>
                <a:gd name="connsiteY551" fmla="*/ 857373 h 867209"/>
                <a:gd name="connsiteX552" fmla="*/ 354096 w 634423"/>
                <a:gd name="connsiteY552" fmla="*/ 860652 h 867209"/>
                <a:gd name="connsiteX553" fmla="*/ 350818 w 634423"/>
                <a:gd name="connsiteY553" fmla="*/ 863930 h 867209"/>
                <a:gd name="connsiteX554" fmla="*/ 350818 w 634423"/>
                <a:gd name="connsiteY554" fmla="*/ 867209 h 867209"/>
                <a:gd name="connsiteX555" fmla="*/ 350818 w 634423"/>
                <a:gd name="connsiteY555" fmla="*/ 863930 h 867209"/>
                <a:gd name="connsiteX556" fmla="*/ 347539 w 634423"/>
                <a:gd name="connsiteY556" fmla="*/ 860652 h 867209"/>
                <a:gd name="connsiteX557" fmla="*/ 344261 w 634423"/>
                <a:gd name="connsiteY557" fmla="*/ 860652 h 867209"/>
                <a:gd name="connsiteX558" fmla="*/ 340982 w 634423"/>
                <a:gd name="connsiteY558" fmla="*/ 860652 h 867209"/>
                <a:gd name="connsiteX559" fmla="*/ 339342 w 634423"/>
                <a:gd name="connsiteY559" fmla="*/ 860652 h 867209"/>
                <a:gd name="connsiteX560" fmla="*/ 339342 w 634423"/>
                <a:gd name="connsiteY560" fmla="*/ 857373 h 867209"/>
                <a:gd name="connsiteX561" fmla="*/ 339342 w 634423"/>
                <a:gd name="connsiteY561" fmla="*/ 854094 h 867209"/>
                <a:gd name="connsiteX562" fmla="*/ 337703 w 634423"/>
                <a:gd name="connsiteY562" fmla="*/ 849176 h 867209"/>
                <a:gd name="connsiteX563" fmla="*/ 334425 w 634423"/>
                <a:gd name="connsiteY563" fmla="*/ 849176 h 867209"/>
                <a:gd name="connsiteX564" fmla="*/ 331146 w 634423"/>
                <a:gd name="connsiteY564" fmla="*/ 847537 h 867209"/>
                <a:gd name="connsiteX565" fmla="*/ 327867 w 634423"/>
                <a:gd name="connsiteY565" fmla="*/ 845898 h 867209"/>
                <a:gd name="connsiteX566" fmla="*/ 324588 w 634423"/>
                <a:gd name="connsiteY566" fmla="*/ 844259 h 867209"/>
                <a:gd name="connsiteX567" fmla="*/ 322949 w 634423"/>
                <a:gd name="connsiteY567" fmla="*/ 839340 h 867209"/>
                <a:gd name="connsiteX568" fmla="*/ 319671 w 634423"/>
                <a:gd name="connsiteY568" fmla="*/ 837701 h 867209"/>
                <a:gd name="connsiteX569" fmla="*/ 316392 w 634423"/>
                <a:gd name="connsiteY569" fmla="*/ 834423 h 867209"/>
                <a:gd name="connsiteX570" fmla="*/ 314752 w 634423"/>
                <a:gd name="connsiteY570" fmla="*/ 832783 h 867209"/>
                <a:gd name="connsiteX571" fmla="*/ 313113 w 634423"/>
                <a:gd name="connsiteY571" fmla="*/ 827865 h 867209"/>
                <a:gd name="connsiteX572" fmla="*/ 309835 w 634423"/>
                <a:gd name="connsiteY572" fmla="*/ 826226 h 867209"/>
                <a:gd name="connsiteX573" fmla="*/ 309835 w 634423"/>
                <a:gd name="connsiteY573" fmla="*/ 822947 h 867209"/>
                <a:gd name="connsiteX574" fmla="*/ 308195 w 634423"/>
                <a:gd name="connsiteY574" fmla="*/ 818029 h 867209"/>
                <a:gd name="connsiteX575" fmla="*/ 303277 w 634423"/>
                <a:gd name="connsiteY575" fmla="*/ 816390 h 867209"/>
                <a:gd name="connsiteX576" fmla="*/ 299998 w 634423"/>
                <a:gd name="connsiteY576" fmla="*/ 814750 h 867209"/>
                <a:gd name="connsiteX577" fmla="*/ 296720 w 634423"/>
                <a:gd name="connsiteY577" fmla="*/ 814750 h 867209"/>
                <a:gd name="connsiteX578" fmla="*/ 295081 w 634423"/>
                <a:gd name="connsiteY578" fmla="*/ 819669 h 867209"/>
                <a:gd name="connsiteX579" fmla="*/ 293441 w 634423"/>
                <a:gd name="connsiteY579" fmla="*/ 822947 h 867209"/>
                <a:gd name="connsiteX580" fmla="*/ 288523 w 634423"/>
                <a:gd name="connsiteY580" fmla="*/ 826226 h 867209"/>
                <a:gd name="connsiteX581" fmla="*/ 285245 w 634423"/>
                <a:gd name="connsiteY581" fmla="*/ 827865 h 867209"/>
                <a:gd name="connsiteX582" fmla="*/ 281966 w 634423"/>
                <a:gd name="connsiteY582" fmla="*/ 824586 h 867209"/>
                <a:gd name="connsiteX583" fmla="*/ 277048 w 634423"/>
                <a:gd name="connsiteY583" fmla="*/ 822947 h 867209"/>
                <a:gd name="connsiteX584" fmla="*/ 273769 w 634423"/>
                <a:gd name="connsiteY584" fmla="*/ 822947 h 867209"/>
                <a:gd name="connsiteX585" fmla="*/ 270491 w 634423"/>
                <a:gd name="connsiteY585" fmla="*/ 819669 h 867209"/>
                <a:gd name="connsiteX586" fmla="*/ 267212 w 634423"/>
                <a:gd name="connsiteY586" fmla="*/ 822947 h 867209"/>
                <a:gd name="connsiteX587" fmla="*/ 262294 w 634423"/>
                <a:gd name="connsiteY587" fmla="*/ 826226 h 867209"/>
                <a:gd name="connsiteX588" fmla="*/ 259015 w 634423"/>
                <a:gd name="connsiteY588" fmla="*/ 827865 h 867209"/>
                <a:gd name="connsiteX589" fmla="*/ 255736 w 634423"/>
                <a:gd name="connsiteY589" fmla="*/ 831144 h 867209"/>
                <a:gd name="connsiteX590" fmla="*/ 254097 w 634423"/>
                <a:gd name="connsiteY590" fmla="*/ 831144 h 867209"/>
                <a:gd name="connsiteX591" fmla="*/ 250818 w 634423"/>
                <a:gd name="connsiteY591" fmla="*/ 827865 h 867209"/>
                <a:gd name="connsiteX592" fmla="*/ 247539 w 634423"/>
                <a:gd name="connsiteY592" fmla="*/ 827865 h 867209"/>
                <a:gd name="connsiteX593" fmla="*/ 244261 w 634423"/>
                <a:gd name="connsiteY593" fmla="*/ 824586 h 867209"/>
                <a:gd name="connsiteX594" fmla="*/ 240982 w 634423"/>
                <a:gd name="connsiteY594" fmla="*/ 822947 h 867209"/>
                <a:gd name="connsiteX595" fmla="*/ 239343 w 634423"/>
                <a:gd name="connsiteY595" fmla="*/ 819669 h 867209"/>
                <a:gd name="connsiteX596" fmla="*/ 234425 w 634423"/>
                <a:gd name="connsiteY596" fmla="*/ 819669 h 867209"/>
                <a:gd name="connsiteX597" fmla="*/ 231146 w 634423"/>
                <a:gd name="connsiteY597" fmla="*/ 816390 h 867209"/>
                <a:gd name="connsiteX598" fmla="*/ 231146 w 634423"/>
                <a:gd name="connsiteY598" fmla="*/ 813111 h 867209"/>
                <a:gd name="connsiteX599" fmla="*/ 227868 w 634423"/>
                <a:gd name="connsiteY599" fmla="*/ 809832 h 867209"/>
                <a:gd name="connsiteX600" fmla="*/ 227868 w 634423"/>
                <a:gd name="connsiteY600" fmla="*/ 808193 h 867209"/>
                <a:gd name="connsiteX601" fmla="*/ 226228 w 634423"/>
                <a:gd name="connsiteY601" fmla="*/ 804914 h 867209"/>
                <a:gd name="connsiteX602" fmla="*/ 222949 w 634423"/>
                <a:gd name="connsiteY602" fmla="*/ 803275 h 867209"/>
                <a:gd name="connsiteX603" fmla="*/ 219671 w 634423"/>
                <a:gd name="connsiteY603" fmla="*/ 799996 h 867209"/>
                <a:gd name="connsiteX604" fmla="*/ 219671 w 634423"/>
                <a:gd name="connsiteY604" fmla="*/ 799996 h 867209"/>
                <a:gd name="connsiteX605" fmla="*/ 219671 w 634423"/>
                <a:gd name="connsiteY605" fmla="*/ 796718 h 867209"/>
                <a:gd name="connsiteX606" fmla="*/ 216392 w 634423"/>
                <a:gd name="connsiteY606" fmla="*/ 793439 h 867209"/>
                <a:gd name="connsiteX607" fmla="*/ 213114 w 634423"/>
                <a:gd name="connsiteY607" fmla="*/ 790160 h 867209"/>
                <a:gd name="connsiteX608" fmla="*/ 211474 w 634423"/>
                <a:gd name="connsiteY608" fmla="*/ 785242 h 867209"/>
                <a:gd name="connsiteX609" fmla="*/ 209835 w 634423"/>
                <a:gd name="connsiteY609" fmla="*/ 781964 h 867209"/>
                <a:gd name="connsiteX610" fmla="*/ 209835 w 634423"/>
                <a:gd name="connsiteY610" fmla="*/ 780324 h 867209"/>
                <a:gd name="connsiteX611" fmla="*/ 211474 w 634423"/>
                <a:gd name="connsiteY611" fmla="*/ 777046 h 867209"/>
                <a:gd name="connsiteX612" fmla="*/ 209835 w 634423"/>
                <a:gd name="connsiteY612" fmla="*/ 773767 h 867209"/>
                <a:gd name="connsiteX613" fmla="*/ 209835 w 634423"/>
                <a:gd name="connsiteY613" fmla="*/ 768849 h 867209"/>
                <a:gd name="connsiteX614" fmla="*/ 204917 w 634423"/>
                <a:gd name="connsiteY614" fmla="*/ 765570 h 867209"/>
                <a:gd name="connsiteX615" fmla="*/ 201638 w 634423"/>
                <a:gd name="connsiteY615" fmla="*/ 762292 h 867209"/>
                <a:gd name="connsiteX616" fmla="*/ 198359 w 634423"/>
                <a:gd name="connsiteY616" fmla="*/ 760652 h 867209"/>
                <a:gd name="connsiteX617" fmla="*/ 195081 w 634423"/>
                <a:gd name="connsiteY617" fmla="*/ 759013 h 867209"/>
                <a:gd name="connsiteX618" fmla="*/ 191802 w 634423"/>
                <a:gd name="connsiteY618" fmla="*/ 755734 h 867209"/>
                <a:gd name="connsiteX619" fmla="*/ 191802 w 634423"/>
                <a:gd name="connsiteY619" fmla="*/ 755734 h 867209"/>
                <a:gd name="connsiteX620" fmla="*/ 186884 w 634423"/>
                <a:gd name="connsiteY620" fmla="*/ 755734 h 867209"/>
                <a:gd name="connsiteX621" fmla="*/ 183605 w 634423"/>
                <a:gd name="connsiteY621" fmla="*/ 754095 h 867209"/>
                <a:gd name="connsiteX622" fmla="*/ 180327 w 634423"/>
                <a:gd name="connsiteY622" fmla="*/ 749177 h 867209"/>
                <a:gd name="connsiteX623" fmla="*/ 181966 w 634423"/>
                <a:gd name="connsiteY623" fmla="*/ 745898 h 867209"/>
                <a:gd name="connsiteX624" fmla="*/ 178688 w 634423"/>
                <a:gd name="connsiteY624" fmla="*/ 742620 h 867209"/>
                <a:gd name="connsiteX625" fmla="*/ 173769 w 634423"/>
                <a:gd name="connsiteY625" fmla="*/ 739341 h 867209"/>
                <a:gd name="connsiteX626" fmla="*/ 173769 w 634423"/>
                <a:gd name="connsiteY626" fmla="*/ 736062 h 867209"/>
                <a:gd name="connsiteX627" fmla="*/ 175409 w 634423"/>
                <a:gd name="connsiteY627" fmla="*/ 731144 h 867209"/>
                <a:gd name="connsiteX628" fmla="*/ 177048 w 634423"/>
                <a:gd name="connsiteY628" fmla="*/ 727866 h 867209"/>
                <a:gd name="connsiteX629" fmla="*/ 173769 w 634423"/>
                <a:gd name="connsiteY629" fmla="*/ 724587 h 867209"/>
                <a:gd name="connsiteX630" fmla="*/ 170491 w 634423"/>
                <a:gd name="connsiteY630" fmla="*/ 722947 h 867209"/>
                <a:gd name="connsiteX631" fmla="*/ 167212 w 634423"/>
                <a:gd name="connsiteY631" fmla="*/ 719669 h 867209"/>
                <a:gd name="connsiteX632" fmla="*/ 163934 w 634423"/>
                <a:gd name="connsiteY632" fmla="*/ 714751 h 867209"/>
                <a:gd name="connsiteX633" fmla="*/ 163934 w 634423"/>
                <a:gd name="connsiteY633" fmla="*/ 711472 h 867209"/>
                <a:gd name="connsiteX634" fmla="*/ 160655 w 634423"/>
                <a:gd name="connsiteY634" fmla="*/ 709833 h 867209"/>
                <a:gd name="connsiteX635" fmla="*/ 155737 w 634423"/>
                <a:gd name="connsiteY635" fmla="*/ 706554 h 867209"/>
                <a:gd name="connsiteX636" fmla="*/ 152458 w 634423"/>
                <a:gd name="connsiteY636" fmla="*/ 704915 h 867209"/>
                <a:gd name="connsiteX637" fmla="*/ 149179 w 634423"/>
                <a:gd name="connsiteY637" fmla="*/ 703276 h 867209"/>
                <a:gd name="connsiteX638" fmla="*/ 144261 w 634423"/>
                <a:gd name="connsiteY638" fmla="*/ 699997 h 867209"/>
                <a:gd name="connsiteX639" fmla="*/ 140983 w 634423"/>
                <a:gd name="connsiteY639" fmla="*/ 698357 h 867209"/>
                <a:gd name="connsiteX640" fmla="*/ 137704 w 634423"/>
                <a:gd name="connsiteY640" fmla="*/ 695079 h 867209"/>
                <a:gd name="connsiteX641" fmla="*/ 134425 w 634423"/>
                <a:gd name="connsiteY641" fmla="*/ 691800 h 867209"/>
                <a:gd name="connsiteX642" fmla="*/ 131147 w 634423"/>
                <a:gd name="connsiteY642" fmla="*/ 688522 h 867209"/>
                <a:gd name="connsiteX643" fmla="*/ 131147 w 634423"/>
                <a:gd name="connsiteY643" fmla="*/ 685243 h 867209"/>
                <a:gd name="connsiteX644" fmla="*/ 134425 w 634423"/>
                <a:gd name="connsiteY644" fmla="*/ 683603 h 867209"/>
                <a:gd name="connsiteX645" fmla="*/ 134425 w 634423"/>
                <a:gd name="connsiteY645" fmla="*/ 680325 h 867209"/>
                <a:gd name="connsiteX646" fmla="*/ 132786 w 634423"/>
                <a:gd name="connsiteY646" fmla="*/ 675407 h 867209"/>
                <a:gd name="connsiteX647" fmla="*/ 131147 w 634423"/>
                <a:gd name="connsiteY647" fmla="*/ 672128 h 867209"/>
                <a:gd name="connsiteX648" fmla="*/ 126229 w 634423"/>
                <a:gd name="connsiteY648" fmla="*/ 672128 h 867209"/>
                <a:gd name="connsiteX649" fmla="*/ 122950 w 634423"/>
                <a:gd name="connsiteY649" fmla="*/ 668849 h 867209"/>
                <a:gd name="connsiteX650" fmla="*/ 122950 w 634423"/>
                <a:gd name="connsiteY650" fmla="*/ 667210 h 867209"/>
                <a:gd name="connsiteX651" fmla="*/ 121311 w 634423"/>
                <a:gd name="connsiteY651" fmla="*/ 663932 h 867209"/>
                <a:gd name="connsiteX652" fmla="*/ 118032 w 634423"/>
                <a:gd name="connsiteY652" fmla="*/ 660653 h 867209"/>
                <a:gd name="connsiteX653" fmla="*/ 116393 w 634423"/>
                <a:gd name="connsiteY653" fmla="*/ 659013 h 867209"/>
                <a:gd name="connsiteX654" fmla="*/ 113114 w 634423"/>
                <a:gd name="connsiteY654" fmla="*/ 659013 h 867209"/>
                <a:gd name="connsiteX655" fmla="*/ 109835 w 634423"/>
                <a:gd name="connsiteY655" fmla="*/ 657374 h 867209"/>
                <a:gd name="connsiteX656" fmla="*/ 106557 w 634423"/>
                <a:gd name="connsiteY656" fmla="*/ 659013 h 867209"/>
                <a:gd name="connsiteX657" fmla="*/ 101639 w 634423"/>
                <a:gd name="connsiteY657" fmla="*/ 655735 h 867209"/>
                <a:gd name="connsiteX658" fmla="*/ 98360 w 634423"/>
                <a:gd name="connsiteY658" fmla="*/ 655735 h 867209"/>
                <a:gd name="connsiteX659" fmla="*/ 95081 w 634423"/>
                <a:gd name="connsiteY659" fmla="*/ 655735 h 867209"/>
                <a:gd name="connsiteX660" fmla="*/ 90164 w 634423"/>
                <a:gd name="connsiteY660" fmla="*/ 652456 h 867209"/>
                <a:gd name="connsiteX661" fmla="*/ 90164 w 634423"/>
                <a:gd name="connsiteY661" fmla="*/ 647538 h 867209"/>
                <a:gd name="connsiteX662" fmla="*/ 91802 w 634423"/>
                <a:gd name="connsiteY662" fmla="*/ 644259 h 867209"/>
                <a:gd name="connsiteX663" fmla="*/ 93442 w 634423"/>
                <a:gd name="connsiteY663" fmla="*/ 640981 h 867209"/>
                <a:gd name="connsiteX664" fmla="*/ 91802 w 634423"/>
                <a:gd name="connsiteY664" fmla="*/ 637702 h 867209"/>
                <a:gd name="connsiteX665" fmla="*/ 88524 w 634423"/>
                <a:gd name="connsiteY665" fmla="*/ 637702 h 867209"/>
                <a:gd name="connsiteX666" fmla="*/ 85245 w 634423"/>
                <a:gd name="connsiteY666" fmla="*/ 636063 h 867209"/>
                <a:gd name="connsiteX667" fmla="*/ 80327 w 634423"/>
                <a:gd name="connsiteY667" fmla="*/ 636063 h 867209"/>
                <a:gd name="connsiteX668" fmla="*/ 77049 w 634423"/>
                <a:gd name="connsiteY668" fmla="*/ 636063 h 867209"/>
                <a:gd name="connsiteX669" fmla="*/ 73770 w 634423"/>
                <a:gd name="connsiteY669" fmla="*/ 636063 h 867209"/>
                <a:gd name="connsiteX670" fmla="*/ 68852 w 634423"/>
                <a:gd name="connsiteY670" fmla="*/ 634423 h 867209"/>
                <a:gd name="connsiteX671" fmla="*/ 65573 w 634423"/>
                <a:gd name="connsiteY671" fmla="*/ 634423 h 867209"/>
                <a:gd name="connsiteX672" fmla="*/ 67212 w 634423"/>
                <a:gd name="connsiteY672" fmla="*/ 631145 h 867209"/>
                <a:gd name="connsiteX673" fmla="*/ 68852 w 634423"/>
                <a:gd name="connsiteY673" fmla="*/ 626227 h 867209"/>
                <a:gd name="connsiteX674" fmla="*/ 67212 w 634423"/>
                <a:gd name="connsiteY674" fmla="*/ 622948 h 867209"/>
                <a:gd name="connsiteX675" fmla="*/ 63934 w 634423"/>
                <a:gd name="connsiteY675" fmla="*/ 624587 h 867209"/>
                <a:gd name="connsiteX676" fmla="*/ 63934 w 634423"/>
                <a:gd name="connsiteY676" fmla="*/ 621309 h 867209"/>
                <a:gd name="connsiteX677" fmla="*/ 63934 w 634423"/>
                <a:gd name="connsiteY677" fmla="*/ 618030 h 867209"/>
                <a:gd name="connsiteX678" fmla="*/ 63934 w 634423"/>
                <a:gd name="connsiteY678" fmla="*/ 616390 h 867209"/>
                <a:gd name="connsiteX679" fmla="*/ 68852 w 634423"/>
                <a:gd name="connsiteY679" fmla="*/ 613112 h 867209"/>
                <a:gd name="connsiteX680" fmla="*/ 70491 w 634423"/>
                <a:gd name="connsiteY680" fmla="*/ 609833 h 867209"/>
                <a:gd name="connsiteX681" fmla="*/ 70491 w 634423"/>
                <a:gd name="connsiteY681" fmla="*/ 606555 h 867209"/>
                <a:gd name="connsiteX682" fmla="*/ 70491 w 634423"/>
                <a:gd name="connsiteY682" fmla="*/ 601637 h 867209"/>
                <a:gd name="connsiteX683" fmla="*/ 70491 w 634423"/>
                <a:gd name="connsiteY683" fmla="*/ 598358 h 867209"/>
                <a:gd name="connsiteX684" fmla="*/ 72131 w 634423"/>
                <a:gd name="connsiteY684" fmla="*/ 595079 h 867209"/>
                <a:gd name="connsiteX685" fmla="*/ 72131 w 634423"/>
                <a:gd name="connsiteY685" fmla="*/ 590161 h 867209"/>
                <a:gd name="connsiteX686" fmla="*/ 72131 w 634423"/>
                <a:gd name="connsiteY686" fmla="*/ 586883 h 867209"/>
                <a:gd name="connsiteX687" fmla="*/ 70491 w 634423"/>
                <a:gd name="connsiteY687" fmla="*/ 583604 h 867209"/>
                <a:gd name="connsiteX688" fmla="*/ 67212 w 634423"/>
                <a:gd name="connsiteY688" fmla="*/ 578686 h 867209"/>
                <a:gd name="connsiteX689" fmla="*/ 67212 w 634423"/>
                <a:gd name="connsiteY689" fmla="*/ 578686 h 867209"/>
                <a:gd name="connsiteX690" fmla="*/ 65573 w 634423"/>
                <a:gd name="connsiteY690" fmla="*/ 573768 h 867209"/>
                <a:gd name="connsiteX691" fmla="*/ 63934 w 634423"/>
                <a:gd name="connsiteY691" fmla="*/ 570489 h 867209"/>
                <a:gd name="connsiteX692" fmla="*/ 60655 w 634423"/>
                <a:gd name="connsiteY692" fmla="*/ 567210 h 867209"/>
                <a:gd name="connsiteX693" fmla="*/ 59016 w 634423"/>
                <a:gd name="connsiteY693" fmla="*/ 562293 h 867209"/>
                <a:gd name="connsiteX694" fmla="*/ 55737 w 634423"/>
                <a:gd name="connsiteY694" fmla="*/ 559014 h 867209"/>
                <a:gd name="connsiteX695" fmla="*/ 55737 w 634423"/>
                <a:gd name="connsiteY695" fmla="*/ 557375 h 867209"/>
                <a:gd name="connsiteX696" fmla="*/ 52458 w 634423"/>
                <a:gd name="connsiteY696" fmla="*/ 554096 h 867209"/>
                <a:gd name="connsiteX697" fmla="*/ 47541 w 634423"/>
                <a:gd name="connsiteY697" fmla="*/ 550817 h 867209"/>
                <a:gd name="connsiteX698" fmla="*/ 44262 w 634423"/>
                <a:gd name="connsiteY698" fmla="*/ 545899 h 867209"/>
                <a:gd name="connsiteX699" fmla="*/ 42622 w 634423"/>
                <a:gd name="connsiteY699" fmla="*/ 542620 h 867209"/>
                <a:gd name="connsiteX700" fmla="*/ 40983 w 634423"/>
                <a:gd name="connsiteY700" fmla="*/ 537703 h 867209"/>
                <a:gd name="connsiteX701" fmla="*/ 40983 w 634423"/>
                <a:gd name="connsiteY701" fmla="*/ 536063 h 867209"/>
                <a:gd name="connsiteX702" fmla="*/ 42622 w 634423"/>
                <a:gd name="connsiteY702" fmla="*/ 532785 h 867209"/>
                <a:gd name="connsiteX703" fmla="*/ 42622 w 634423"/>
                <a:gd name="connsiteY703" fmla="*/ 527866 h 867209"/>
                <a:gd name="connsiteX704" fmla="*/ 44262 w 634423"/>
                <a:gd name="connsiteY704" fmla="*/ 524588 h 867209"/>
                <a:gd name="connsiteX705" fmla="*/ 42622 w 634423"/>
                <a:gd name="connsiteY705" fmla="*/ 521309 h 867209"/>
                <a:gd name="connsiteX706" fmla="*/ 40983 w 634423"/>
                <a:gd name="connsiteY706" fmla="*/ 516391 h 867209"/>
                <a:gd name="connsiteX707" fmla="*/ 36065 w 634423"/>
                <a:gd name="connsiteY707" fmla="*/ 518031 h 867209"/>
                <a:gd name="connsiteX708" fmla="*/ 32787 w 634423"/>
                <a:gd name="connsiteY708" fmla="*/ 513112 h 867209"/>
                <a:gd name="connsiteX709" fmla="*/ 29508 w 634423"/>
                <a:gd name="connsiteY709" fmla="*/ 509834 h 867209"/>
                <a:gd name="connsiteX710" fmla="*/ 27868 w 634423"/>
                <a:gd name="connsiteY710" fmla="*/ 506555 h 867209"/>
                <a:gd name="connsiteX711" fmla="*/ 27868 w 634423"/>
                <a:gd name="connsiteY711" fmla="*/ 503276 h 867209"/>
                <a:gd name="connsiteX712" fmla="*/ 27868 w 634423"/>
                <a:gd name="connsiteY712" fmla="*/ 498359 h 867209"/>
                <a:gd name="connsiteX713" fmla="*/ 29508 w 634423"/>
                <a:gd name="connsiteY713" fmla="*/ 495080 h 867209"/>
                <a:gd name="connsiteX714" fmla="*/ 29508 w 634423"/>
                <a:gd name="connsiteY714" fmla="*/ 491801 h 867209"/>
                <a:gd name="connsiteX715" fmla="*/ 27868 w 634423"/>
                <a:gd name="connsiteY715" fmla="*/ 486883 h 867209"/>
                <a:gd name="connsiteX716" fmla="*/ 24590 w 634423"/>
                <a:gd name="connsiteY716" fmla="*/ 488522 h 867209"/>
                <a:gd name="connsiteX717" fmla="*/ 24590 w 634423"/>
                <a:gd name="connsiteY717" fmla="*/ 485244 h 867209"/>
                <a:gd name="connsiteX718" fmla="*/ 24590 w 634423"/>
                <a:gd name="connsiteY718" fmla="*/ 481965 h 867209"/>
                <a:gd name="connsiteX719" fmla="*/ 24590 w 634423"/>
                <a:gd name="connsiteY719" fmla="*/ 478686 h 867209"/>
                <a:gd name="connsiteX720" fmla="*/ 22951 w 634423"/>
                <a:gd name="connsiteY720" fmla="*/ 475408 h 867209"/>
                <a:gd name="connsiteX721" fmla="*/ 21311 w 634423"/>
                <a:gd name="connsiteY721" fmla="*/ 470490 h 867209"/>
                <a:gd name="connsiteX722" fmla="*/ 22951 w 634423"/>
                <a:gd name="connsiteY722" fmla="*/ 467211 h 867209"/>
                <a:gd name="connsiteX723" fmla="*/ 22951 w 634423"/>
                <a:gd name="connsiteY723" fmla="*/ 463932 h 867209"/>
                <a:gd name="connsiteX724" fmla="*/ 19672 w 634423"/>
                <a:gd name="connsiteY724" fmla="*/ 462293 h 867209"/>
                <a:gd name="connsiteX725" fmla="*/ 16393 w 634423"/>
                <a:gd name="connsiteY725" fmla="*/ 459014 h 867209"/>
                <a:gd name="connsiteX726" fmla="*/ 13114 w 634423"/>
                <a:gd name="connsiteY726" fmla="*/ 460654 h 867209"/>
                <a:gd name="connsiteX727" fmla="*/ 8197 w 634423"/>
                <a:gd name="connsiteY727" fmla="*/ 462293 h 867209"/>
                <a:gd name="connsiteX728" fmla="*/ 4918 w 634423"/>
                <a:gd name="connsiteY728" fmla="*/ 462293 h 867209"/>
                <a:gd name="connsiteX729" fmla="*/ 1639 w 634423"/>
                <a:gd name="connsiteY729" fmla="*/ 459014 h 867209"/>
                <a:gd name="connsiteX730" fmla="*/ 0 w 634423"/>
                <a:gd name="connsiteY730" fmla="*/ 455736 h 867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</a:cxnLst>
              <a:rect l="l" t="t" r="r" b="b"/>
              <a:pathLst>
                <a:path w="634423" h="867209">
                  <a:moveTo>
                    <a:pt x="0" y="455736"/>
                  </a:moveTo>
                  <a:lnTo>
                    <a:pt x="0" y="455736"/>
                  </a:lnTo>
                  <a:lnTo>
                    <a:pt x="0" y="454096"/>
                  </a:lnTo>
                  <a:lnTo>
                    <a:pt x="1639" y="450818"/>
                  </a:lnTo>
                  <a:lnTo>
                    <a:pt x="3278" y="445900"/>
                  </a:lnTo>
                  <a:lnTo>
                    <a:pt x="4918" y="442621"/>
                  </a:lnTo>
                  <a:lnTo>
                    <a:pt x="8197" y="439342"/>
                  </a:lnTo>
                  <a:lnTo>
                    <a:pt x="11475" y="437703"/>
                  </a:lnTo>
                  <a:lnTo>
                    <a:pt x="14754" y="434424"/>
                  </a:lnTo>
                  <a:lnTo>
                    <a:pt x="16393" y="431146"/>
                  </a:lnTo>
                  <a:lnTo>
                    <a:pt x="14754" y="426228"/>
                  </a:lnTo>
                  <a:lnTo>
                    <a:pt x="14754" y="424588"/>
                  </a:lnTo>
                  <a:lnTo>
                    <a:pt x="13114" y="421309"/>
                  </a:lnTo>
                  <a:lnTo>
                    <a:pt x="9836" y="418031"/>
                  </a:lnTo>
                  <a:lnTo>
                    <a:pt x="9836" y="414752"/>
                  </a:lnTo>
                  <a:lnTo>
                    <a:pt x="9836" y="409834"/>
                  </a:lnTo>
                  <a:lnTo>
                    <a:pt x="13114" y="406556"/>
                  </a:lnTo>
                  <a:lnTo>
                    <a:pt x="14754" y="403277"/>
                  </a:lnTo>
                  <a:lnTo>
                    <a:pt x="19672" y="401637"/>
                  </a:lnTo>
                  <a:lnTo>
                    <a:pt x="22951" y="398359"/>
                  </a:lnTo>
                  <a:lnTo>
                    <a:pt x="26229" y="395080"/>
                  </a:lnTo>
                  <a:lnTo>
                    <a:pt x="22951" y="391802"/>
                  </a:lnTo>
                  <a:lnTo>
                    <a:pt x="22951" y="391802"/>
                  </a:lnTo>
                  <a:lnTo>
                    <a:pt x="22951" y="386884"/>
                  </a:lnTo>
                  <a:lnTo>
                    <a:pt x="21311" y="383605"/>
                  </a:lnTo>
                  <a:lnTo>
                    <a:pt x="19672" y="380326"/>
                  </a:lnTo>
                  <a:lnTo>
                    <a:pt x="21311" y="375408"/>
                  </a:lnTo>
                  <a:lnTo>
                    <a:pt x="24590" y="373769"/>
                  </a:lnTo>
                  <a:lnTo>
                    <a:pt x="29508" y="372129"/>
                  </a:lnTo>
                  <a:lnTo>
                    <a:pt x="31147" y="370490"/>
                  </a:lnTo>
                  <a:lnTo>
                    <a:pt x="31147" y="370490"/>
                  </a:lnTo>
                  <a:lnTo>
                    <a:pt x="29508" y="365572"/>
                  </a:lnTo>
                  <a:lnTo>
                    <a:pt x="32787" y="362294"/>
                  </a:lnTo>
                  <a:lnTo>
                    <a:pt x="34426" y="359015"/>
                  </a:lnTo>
                  <a:lnTo>
                    <a:pt x="36065" y="357375"/>
                  </a:lnTo>
                  <a:lnTo>
                    <a:pt x="36065" y="355736"/>
                  </a:lnTo>
                  <a:lnTo>
                    <a:pt x="40983" y="352457"/>
                  </a:lnTo>
                  <a:lnTo>
                    <a:pt x="42622" y="349179"/>
                  </a:lnTo>
                  <a:lnTo>
                    <a:pt x="42622" y="344261"/>
                  </a:lnTo>
                  <a:lnTo>
                    <a:pt x="42622" y="342622"/>
                  </a:lnTo>
                  <a:lnTo>
                    <a:pt x="40983" y="339343"/>
                  </a:lnTo>
                  <a:lnTo>
                    <a:pt x="39344" y="334425"/>
                  </a:lnTo>
                  <a:lnTo>
                    <a:pt x="39344" y="332785"/>
                  </a:lnTo>
                  <a:lnTo>
                    <a:pt x="44262" y="331146"/>
                  </a:lnTo>
                  <a:lnTo>
                    <a:pt x="47541" y="327867"/>
                  </a:lnTo>
                  <a:lnTo>
                    <a:pt x="50819" y="327867"/>
                  </a:lnTo>
                  <a:lnTo>
                    <a:pt x="54098" y="327867"/>
                  </a:lnTo>
                  <a:lnTo>
                    <a:pt x="57377" y="327867"/>
                  </a:lnTo>
                  <a:lnTo>
                    <a:pt x="60655" y="326228"/>
                  </a:lnTo>
                  <a:lnTo>
                    <a:pt x="65573" y="324589"/>
                  </a:lnTo>
                  <a:lnTo>
                    <a:pt x="68852" y="324589"/>
                  </a:lnTo>
                  <a:lnTo>
                    <a:pt x="72131" y="326228"/>
                  </a:lnTo>
                  <a:lnTo>
                    <a:pt x="77049" y="326228"/>
                  </a:lnTo>
                  <a:lnTo>
                    <a:pt x="80327" y="327867"/>
                  </a:lnTo>
                  <a:lnTo>
                    <a:pt x="80327" y="322949"/>
                  </a:lnTo>
                  <a:lnTo>
                    <a:pt x="80327" y="319671"/>
                  </a:lnTo>
                  <a:lnTo>
                    <a:pt x="80327" y="314753"/>
                  </a:lnTo>
                  <a:lnTo>
                    <a:pt x="80327" y="309835"/>
                  </a:lnTo>
                  <a:lnTo>
                    <a:pt x="80327" y="304917"/>
                  </a:lnTo>
                  <a:lnTo>
                    <a:pt x="80327" y="298359"/>
                  </a:lnTo>
                  <a:lnTo>
                    <a:pt x="80327" y="293441"/>
                  </a:lnTo>
                  <a:lnTo>
                    <a:pt x="80327" y="285245"/>
                  </a:lnTo>
                  <a:lnTo>
                    <a:pt x="80327" y="277048"/>
                  </a:lnTo>
                  <a:lnTo>
                    <a:pt x="80327" y="270491"/>
                  </a:lnTo>
                  <a:lnTo>
                    <a:pt x="78688" y="263933"/>
                  </a:lnTo>
                  <a:lnTo>
                    <a:pt x="78688" y="259015"/>
                  </a:lnTo>
                  <a:lnTo>
                    <a:pt x="78688" y="254097"/>
                  </a:lnTo>
                  <a:lnTo>
                    <a:pt x="78688" y="249179"/>
                  </a:lnTo>
                  <a:lnTo>
                    <a:pt x="78688" y="244261"/>
                  </a:lnTo>
                  <a:lnTo>
                    <a:pt x="78688" y="239343"/>
                  </a:lnTo>
                  <a:lnTo>
                    <a:pt x="78688" y="232786"/>
                  </a:lnTo>
                  <a:lnTo>
                    <a:pt x="78688" y="229507"/>
                  </a:lnTo>
                  <a:lnTo>
                    <a:pt x="78688" y="224589"/>
                  </a:lnTo>
                  <a:lnTo>
                    <a:pt x="78688" y="216392"/>
                  </a:lnTo>
                  <a:lnTo>
                    <a:pt x="78688" y="211475"/>
                  </a:lnTo>
                  <a:lnTo>
                    <a:pt x="78688" y="204917"/>
                  </a:lnTo>
                  <a:lnTo>
                    <a:pt x="78688" y="201638"/>
                  </a:lnTo>
                  <a:lnTo>
                    <a:pt x="78688" y="196720"/>
                  </a:lnTo>
                  <a:lnTo>
                    <a:pt x="77049" y="193442"/>
                  </a:lnTo>
                  <a:lnTo>
                    <a:pt x="77049" y="188524"/>
                  </a:lnTo>
                  <a:lnTo>
                    <a:pt x="77049" y="181966"/>
                  </a:lnTo>
                  <a:lnTo>
                    <a:pt x="77049" y="177048"/>
                  </a:lnTo>
                  <a:lnTo>
                    <a:pt x="77049" y="172130"/>
                  </a:lnTo>
                  <a:lnTo>
                    <a:pt x="77049" y="165573"/>
                  </a:lnTo>
                  <a:lnTo>
                    <a:pt x="77049" y="160655"/>
                  </a:lnTo>
                  <a:lnTo>
                    <a:pt x="77049" y="160655"/>
                  </a:lnTo>
                  <a:lnTo>
                    <a:pt x="77049" y="154098"/>
                  </a:lnTo>
                  <a:lnTo>
                    <a:pt x="77049" y="149180"/>
                  </a:lnTo>
                  <a:lnTo>
                    <a:pt x="77049" y="145901"/>
                  </a:lnTo>
                  <a:lnTo>
                    <a:pt x="77049" y="137704"/>
                  </a:lnTo>
                  <a:lnTo>
                    <a:pt x="81967" y="137704"/>
                  </a:lnTo>
                  <a:lnTo>
                    <a:pt x="95081" y="137704"/>
                  </a:lnTo>
                  <a:lnTo>
                    <a:pt x="114754" y="137704"/>
                  </a:lnTo>
                  <a:lnTo>
                    <a:pt x="114754" y="116393"/>
                  </a:lnTo>
                  <a:lnTo>
                    <a:pt x="113114" y="93442"/>
                  </a:lnTo>
                  <a:lnTo>
                    <a:pt x="113114" y="72131"/>
                  </a:lnTo>
                  <a:lnTo>
                    <a:pt x="113114" y="62295"/>
                  </a:lnTo>
                  <a:lnTo>
                    <a:pt x="113114" y="49180"/>
                  </a:lnTo>
                  <a:lnTo>
                    <a:pt x="118032" y="49180"/>
                  </a:lnTo>
                  <a:lnTo>
                    <a:pt x="121311" y="49180"/>
                  </a:lnTo>
                  <a:lnTo>
                    <a:pt x="127868" y="49180"/>
                  </a:lnTo>
                  <a:lnTo>
                    <a:pt x="132786" y="49180"/>
                  </a:lnTo>
                  <a:lnTo>
                    <a:pt x="137704" y="49180"/>
                  </a:lnTo>
                  <a:lnTo>
                    <a:pt x="140983" y="49180"/>
                  </a:lnTo>
                  <a:lnTo>
                    <a:pt x="147540" y="49180"/>
                  </a:lnTo>
                  <a:lnTo>
                    <a:pt x="152458" y="49180"/>
                  </a:lnTo>
                  <a:lnTo>
                    <a:pt x="159015" y="49180"/>
                  </a:lnTo>
                  <a:lnTo>
                    <a:pt x="165573" y="49180"/>
                  </a:lnTo>
                  <a:lnTo>
                    <a:pt x="168851" y="49180"/>
                  </a:lnTo>
                  <a:lnTo>
                    <a:pt x="173769" y="49180"/>
                  </a:lnTo>
                  <a:lnTo>
                    <a:pt x="178688" y="49180"/>
                  </a:lnTo>
                  <a:lnTo>
                    <a:pt x="181966" y="49180"/>
                  </a:lnTo>
                  <a:lnTo>
                    <a:pt x="185245" y="49180"/>
                  </a:lnTo>
                  <a:lnTo>
                    <a:pt x="191802" y="49180"/>
                  </a:lnTo>
                  <a:lnTo>
                    <a:pt x="196720" y="49180"/>
                  </a:lnTo>
                  <a:lnTo>
                    <a:pt x="201638" y="49180"/>
                  </a:lnTo>
                  <a:lnTo>
                    <a:pt x="203278" y="49180"/>
                  </a:lnTo>
                  <a:lnTo>
                    <a:pt x="204917" y="49180"/>
                  </a:lnTo>
                  <a:lnTo>
                    <a:pt x="208195" y="49180"/>
                  </a:lnTo>
                  <a:lnTo>
                    <a:pt x="213114" y="49180"/>
                  </a:lnTo>
                  <a:lnTo>
                    <a:pt x="218032" y="49180"/>
                  </a:lnTo>
                  <a:lnTo>
                    <a:pt x="222949" y="49180"/>
                  </a:lnTo>
                  <a:lnTo>
                    <a:pt x="227868" y="49180"/>
                  </a:lnTo>
                  <a:lnTo>
                    <a:pt x="234425" y="49180"/>
                  </a:lnTo>
                  <a:lnTo>
                    <a:pt x="239343" y="49180"/>
                  </a:lnTo>
                  <a:lnTo>
                    <a:pt x="242622" y="49180"/>
                  </a:lnTo>
                  <a:lnTo>
                    <a:pt x="249179" y="49180"/>
                  </a:lnTo>
                  <a:lnTo>
                    <a:pt x="252458" y="49180"/>
                  </a:lnTo>
                  <a:lnTo>
                    <a:pt x="257376" y="49180"/>
                  </a:lnTo>
                  <a:lnTo>
                    <a:pt x="260654" y="49180"/>
                  </a:lnTo>
                  <a:lnTo>
                    <a:pt x="263933" y="49180"/>
                  </a:lnTo>
                  <a:lnTo>
                    <a:pt x="268851" y="49180"/>
                  </a:lnTo>
                  <a:lnTo>
                    <a:pt x="272130" y="49180"/>
                  </a:lnTo>
                  <a:lnTo>
                    <a:pt x="277048" y="49180"/>
                  </a:lnTo>
                  <a:lnTo>
                    <a:pt x="281966" y="49180"/>
                  </a:lnTo>
                  <a:lnTo>
                    <a:pt x="286884" y="49180"/>
                  </a:lnTo>
                  <a:lnTo>
                    <a:pt x="291802" y="49180"/>
                  </a:lnTo>
                  <a:lnTo>
                    <a:pt x="296720" y="49180"/>
                  </a:lnTo>
                  <a:lnTo>
                    <a:pt x="299998" y="49180"/>
                  </a:lnTo>
                  <a:lnTo>
                    <a:pt x="301638" y="49180"/>
                  </a:lnTo>
                  <a:lnTo>
                    <a:pt x="304916" y="49180"/>
                  </a:lnTo>
                  <a:lnTo>
                    <a:pt x="309835" y="49180"/>
                  </a:lnTo>
                  <a:lnTo>
                    <a:pt x="313113" y="49180"/>
                  </a:lnTo>
                  <a:lnTo>
                    <a:pt x="316392" y="49180"/>
                  </a:lnTo>
                  <a:lnTo>
                    <a:pt x="321310" y="49180"/>
                  </a:lnTo>
                  <a:lnTo>
                    <a:pt x="324588" y="49180"/>
                  </a:lnTo>
                  <a:lnTo>
                    <a:pt x="331146" y="49180"/>
                  </a:lnTo>
                  <a:lnTo>
                    <a:pt x="334425" y="49180"/>
                  </a:lnTo>
                  <a:lnTo>
                    <a:pt x="339342" y="49180"/>
                  </a:lnTo>
                  <a:lnTo>
                    <a:pt x="342621" y="49180"/>
                  </a:lnTo>
                  <a:lnTo>
                    <a:pt x="347539" y="49180"/>
                  </a:lnTo>
                  <a:lnTo>
                    <a:pt x="350818" y="47541"/>
                  </a:lnTo>
                  <a:lnTo>
                    <a:pt x="350818" y="45901"/>
                  </a:lnTo>
                  <a:lnTo>
                    <a:pt x="352457" y="44262"/>
                  </a:lnTo>
                  <a:lnTo>
                    <a:pt x="354096" y="40983"/>
                  </a:lnTo>
                  <a:lnTo>
                    <a:pt x="357375" y="39344"/>
                  </a:lnTo>
                  <a:lnTo>
                    <a:pt x="357375" y="40983"/>
                  </a:lnTo>
                  <a:lnTo>
                    <a:pt x="359015" y="40983"/>
                  </a:lnTo>
                  <a:lnTo>
                    <a:pt x="357375" y="45901"/>
                  </a:lnTo>
                  <a:lnTo>
                    <a:pt x="357375" y="49180"/>
                  </a:lnTo>
                  <a:lnTo>
                    <a:pt x="357375" y="49180"/>
                  </a:lnTo>
                  <a:lnTo>
                    <a:pt x="362293" y="49180"/>
                  </a:lnTo>
                  <a:lnTo>
                    <a:pt x="365572" y="49180"/>
                  </a:lnTo>
                  <a:lnTo>
                    <a:pt x="372129" y="49180"/>
                  </a:lnTo>
                  <a:lnTo>
                    <a:pt x="377047" y="49180"/>
                  </a:lnTo>
                  <a:lnTo>
                    <a:pt x="381965" y="49180"/>
                  </a:lnTo>
                  <a:lnTo>
                    <a:pt x="385244" y="49180"/>
                  </a:lnTo>
                  <a:lnTo>
                    <a:pt x="386883" y="49180"/>
                  </a:lnTo>
                  <a:lnTo>
                    <a:pt x="393441" y="49180"/>
                  </a:lnTo>
                  <a:lnTo>
                    <a:pt x="396719" y="49180"/>
                  </a:lnTo>
                  <a:lnTo>
                    <a:pt x="401638" y="49180"/>
                  </a:lnTo>
                  <a:lnTo>
                    <a:pt x="408195" y="49180"/>
                  </a:lnTo>
                  <a:lnTo>
                    <a:pt x="413113" y="49180"/>
                  </a:lnTo>
                  <a:lnTo>
                    <a:pt x="416391" y="49180"/>
                  </a:lnTo>
                  <a:lnTo>
                    <a:pt x="416391" y="49180"/>
                  </a:lnTo>
                  <a:lnTo>
                    <a:pt x="421309" y="49180"/>
                  </a:lnTo>
                  <a:lnTo>
                    <a:pt x="421309" y="49180"/>
                  </a:lnTo>
                  <a:lnTo>
                    <a:pt x="424588" y="52459"/>
                  </a:lnTo>
                  <a:lnTo>
                    <a:pt x="429506" y="55738"/>
                  </a:lnTo>
                  <a:lnTo>
                    <a:pt x="432785" y="59016"/>
                  </a:lnTo>
                  <a:lnTo>
                    <a:pt x="437703" y="62295"/>
                  </a:lnTo>
                  <a:lnTo>
                    <a:pt x="440981" y="62295"/>
                  </a:lnTo>
                  <a:lnTo>
                    <a:pt x="444260" y="60655"/>
                  </a:lnTo>
                  <a:lnTo>
                    <a:pt x="449178" y="60655"/>
                  </a:lnTo>
                  <a:lnTo>
                    <a:pt x="452457" y="60655"/>
                  </a:lnTo>
                  <a:lnTo>
                    <a:pt x="454096" y="55738"/>
                  </a:lnTo>
                  <a:lnTo>
                    <a:pt x="455735" y="52459"/>
                  </a:lnTo>
                  <a:lnTo>
                    <a:pt x="455735" y="49180"/>
                  </a:lnTo>
                  <a:lnTo>
                    <a:pt x="457375" y="45901"/>
                  </a:lnTo>
                  <a:lnTo>
                    <a:pt x="459014" y="40983"/>
                  </a:lnTo>
                  <a:lnTo>
                    <a:pt x="460653" y="40983"/>
                  </a:lnTo>
                  <a:lnTo>
                    <a:pt x="463932" y="39344"/>
                  </a:lnTo>
                  <a:lnTo>
                    <a:pt x="468850" y="39344"/>
                  </a:lnTo>
                  <a:lnTo>
                    <a:pt x="472129" y="37705"/>
                  </a:lnTo>
                  <a:lnTo>
                    <a:pt x="477047" y="37705"/>
                  </a:lnTo>
                  <a:lnTo>
                    <a:pt x="480325" y="34426"/>
                  </a:lnTo>
                  <a:lnTo>
                    <a:pt x="481965" y="29508"/>
                  </a:lnTo>
                  <a:lnTo>
                    <a:pt x="483604" y="26229"/>
                  </a:lnTo>
                  <a:lnTo>
                    <a:pt x="483604" y="22951"/>
                  </a:lnTo>
                  <a:lnTo>
                    <a:pt x="483604" y="21311"/>
                  </a:lnTo>
                  <a:lnTo>
                    <a:pt x="485243" y="18033"/>
                  </a:lnTo>
                  <a:lnTo>
                    <a:pt x="486883" y="14754"/>
                  </a:lnTo>
                  <a:lnTo>
                    <a:pt x="488522" y="13115"/>
                  </a:lnTo>
                  <a:lnTo>
                    <a:pt x="491801" y="13115"/>
                  </a:lnTo>
                  <a:lnTo>
                    <a:pt x="496719" y="14754"/>
                  </a:lnTo>
                  <a:lnTo>
                    <a:pt x="499998" y="11475"/>
                  </a:lnTo>
                  <a:lnTo>
                    <a:pt x="504916" y="8197"/>
                  </a:lnTo>
                  <a:lnTo>
                    <a:pt x="508194" y="4918"/>
                  </a:lnTo>
                  <a:lnTo>
                    <a:pt x="509833" y="1639"/>
                  </a:lnTo>
                  <a:lnTo>
                    <a:pt x="511473" y="0"/>
                  </a:lnTo>
                  <a:lnTo>
                    <a:pt x="513112" y="3279"/>
                  </a:lnTo>
                  <a:lnTo>
                    <a:pt x="514752" y="8197"/>
                  </a:lnTo>
                  <a:lnTo>
                    <a:pt x="518030" y="11475"/>
                  </a:lnTo>
                  <a:lnTo>
                    <a:pt x="519669" y="14754"/>
                  </a:lnTo>
                  <a:lnTo>
                    <a:pt x="524588" y="18033"/>
                  </a:lnTo>
                  <a:lnTo>
                    <a:pt x="527866" y="19672"/>
                  </a:lnTo>
                  <a:lnTo>
                    <a:pt x="531145" y="19672"/>
                  </a:lnTo>
                  <a:lnTo>
                    <a:pt x="536063" y="21311"/>
                  </a:lnTo>
                  <a:lnTo>
                    <a:pt x="537702" y="26229"/>
                  </a:lnTo>
                  <a:lnTo>
                    <a:pt x="540981" y="29508"/>
                  </a:lnTo>
                  <a:lnTo>
                    <a:pt x="544260" y="32787"/>
                  </a:lnTo>
                  <a:lnTo>
                    <a:pt x="547538" y="36065"/>
                  </a:lnTo>
                  <a:lnTo>
                    <a:pt x="550817" y="39344"/>
                  </a:lnTo>
                  <a:lnTo>
                    <a:pt x="555735" y="42623"/>
                  </a:lnTo>
                  <a:lnTo>
                    <a:pt x="559013" y="44262"/>
                  </a:lnTo>
                  <a:lnTo>
                    <a:pt x="562292" y="49180"/>
                  </a:lnTo>
                  <a:lnTo>
                    <a:pt x="562292" y="49180"/>
                  </a:lnTo>
                  <a:lnTo>
                    <a:pt x="560653" y="54098"/>
                  </a:lnTo>
                  <a:lnTo>
                    <a:pt x="560653" y="57377"/>
                  </a:lnTo>
                  <a:lnTo>
                    <a:pt x="562292" y="60655"/>
                  </a:lnTo>
                  <a:lnTo>
                    <a:pt x="562292" y="65573"/>
                  </a:lnTo>
                  <a:lnTo>
                    <a:pt x="563932" y="68852"/>
                  </a:lnTo>
                  <a:lnTo>
                    <a:pt x="565571" y="72131"/>
                  </a:lnTo>
                  <a:lnTo>
                    <a:pt x="568850" y="75410"/>
                  </a:lnTo>
                  <a:lnTo>
                    <a:pt x="570489" y="80328"/>
                  </a:lnTo>
                  <a:lnTo>
                    <a:pt x="573768" y="83606"/>
                  </a:lnTo>
                  <a:lnTo>
                    <a:pt x="577046" y="88524"/>
                  </a:lnTo>
                  <a:lnTo>
                    <a:pt x="578686" y="91803"/>
                  </a:lnTo>
                  <a:lnTo>
                    <a:pt x="575407" y="86885"/>
                  </a:lnTo>
                  <a:lnTo>
                    <a:pt x="572128" y="86885"/>
                  </a:lnTo>
                  <a:lnTo>
                    <a:pt x="570489" y="90164"/>
                  </a:lnTo>
                  <a:lnTo>
                    <a:pt x="572128" y="95082"/>
                  </a:lnTo>
                  <a:lnTo>
                    <a:pt x="573768" y="98360"/>
                  </a:lnTo>
                  <a:lnTo>
                    <a:pt x="573768" y="101639"/>
                  </a:lnTo>
                  <a:lnTo>
                    <a:pt x="575407" y="106557"/>
                  </a:lnTo>
                  <a:lnTo>
                    <a:pt x="575407" y="109836"/>
                  </a:lnTo>
                  <a:lnTo>
                    <a:pt x="577046" y="114754"/>
                  </a:lnTo>
                  <a:lnTo>
                    <a:pt x="575407" y="118032"/>
                  </a:lnTo>
                  <a:lnTo>
                    <a:pt x="575407" y="121311"/>
                  </a:lnTo>
                  <a:lnTo>
                    <a:pt x="575407" y="126229"/>
                  </a:lnTo>
                  <a:lnTo>
                    <a:pt x="575407" y="129508"/>
                  </a:lnTo>
                  <a:lnTo>
                    <a:pt x="577046" y="134426"/>
                  </a:lnTo>
                  <a:lnTo>
                    <a:pt x="577046" y="137704"/>
                  </a:lnTo>
                  <a:lnTo>
                    <a:pt x="578686" y="142622"/>
                  </a:lnTo>
                  <a:lnTo>
                    <a:pt x="578686" y="142622"/>
                  </a:lnTo>
                  <a:lnTo>
                    <a:pt x="580325" y="147540"/>
                  </a:lnTo>
                  <a:lnTo>
                    <a:pt x="580325" y="150819"/>
                  </a:lnTo>
                  <a:lnTo>
                    <a:pt x="580325" y="155737"/>
                  </a:lnTo>
                  <a:lnTo>
                    <a:pt x="580325" y="159016"/>
                  </a:lnTo>
                  <a:lnTo>
                    <a:pt x="581965" y="162294"/>
                  </a:lnTo>
                  <a:lnTo>
                    <a:pt x="581965" y="167212"/>
                  </a:lnTo>
                  <a:lnTo>
                    <a:pt x="583604" y="170491"/>
                  </a:lnTo>
                  <a:lnTo>
                    <a:pt x="583604" y="173770"/>
                  </a:lnTo>
                  <a:lnTo>
                    <a:pt x="585243" y="178688"/>
                  </a:lnTo>
                  <a:lnTo>
                    <a:pt x="586882" y="181966"/>
                  </a:lnTo>
                  <a:lnTo>
                    <a:pt x="586882" y="185245"/>
                  </a:lnTo>
                  <a:lnTo>
                    <a:pt x="588522" y="190163"/>
                  </a:lnTo>
                  <a:lnTo>
                    <a:pt x="591800" y="193442"/>
                  </a:lnTo>
                  <a:lnTo>
                    <a:pt x="595079" y="195081"/>
                  </a:lnTo>
                  <a:lnTo>
                    <a:pt x="598358" y="195081"/>
                  </a:lnTo>
                  <a:lnTo>
                    <a:pt x="601636" y="198360"/>
                  </a:lnTo>
                  <a:lnTo>
                    <a:pt x="606555" y="201638"/>
                  </a:lnTo>
                  <a:lnTo>
                    <a:pt x="609833" y="203278"/>
                  </a:lnTo>
                  <a:lnTo>
                    <a:pt x="613112" y="208196"/>
                  </a:lnTo>
                  <a:lnTo>
                    <a:pt x="614751" y="211475"/>
                  </a:lnTo>
                  <a:lnTo>
                    <a:pt x="618030" y="214753"/>
                  </a:lnTo>
                  <a:lnTo>
                    <a:pt x="621309" y="213114"/>
                  </a:lnTo>
                  <a:lnTo>
                    <a:pt x="622948" y="216392"/>
                  </a:lnTo>
                  <a:lnTo>
                    <a:pt x="626226" y="216392"/>
                  </a:lnTo>
                  <a:lnTo>
                    <a:pt x="629505" y="219671"/>
                  </a:lnTo>
                  <a:lnTo>
                    <a:pt x="632784" y="224589"/>
                  </a:lnTo>
                  <a:lnTo>
                    <a:pt x="634423" y="226229"/>
                  </a:lnTo>
                  <a:lnTo>
                    <a:pt x="631145" y="229507"/>
                  </a:lnTo>
                  <a:lnTo>
                    <a:pt x="627866" y="232786"/>
                  </a:lnTo>
                  <a:lnTo>
                    <a:pt x="627866" y="237704"/>
                  </a:lnTo>
                  <a:lnTo>
                    <a:pt x="626226" y="240982"/>
                  </a:lnTo>
                  <a:lnTo>
                    <a:pt x="622948" y="242622"/>
                  </a:lnTo>
                  <a:lnTo>
                    <a:pt x="618030" y="245901"/>
                  </a:lnTo>
                  <a:lnTo>
                    <a:pt x="614751" y="245901"/>
                  </a:lnTo>
                  <a:lnTo>
                    <a:pt x="611472" y="247540"/>
                  </a:lnTo>
                  <a:lnTo>
                    <a:pt x="608194" y="250819"/>
                  </a:lnTo>
                  <a:lnTo>
                    <a:pt x="603276" y="250819"/>
                  </a:lnTo>
                  <a:lnTo>
                    <a:pt x="601636" y="254097"/>
                  </a:lnTo>
                  <a:lnTo>
                    <a:pt x="596719" y="254097"/>
                  </a:lnTo>
                  <a:lnTo>
                    <a:pt x="593440" y="255737"/>
                  </a:lnTo>
                  <a:lnTo>
                    <a:pt x="593440" y="257376"/>
                  </a:lnTo>
                  <a:lnTo>
                    <a:pt x="595079" y="260655"/>
                  </a:lnTo>
                  <a:lnTo>
                    <a:pt x="593440" y="265573"/>
                  </a:lnTo>
                  <a:lnTo>
                    <a:pt x="590161" y="268851"/>
                  </a:lnTo>
                  <a:lnTo>
                    <a:pt x="590161" y="268851"/>
                  </a:lnTo>
                  <a:lnTo>
                    <a:pt x="586882" y="267212"/>
                  </a:lnTo>
                  <a:lnTo>
                    <a:pt x="581965" y="268851"/>
                  </a:lnTo>
                  <a:lnTo>
                    <a:pt x="578686" y="268851"/>
                  </a:lnTo>
                  <a:lnTo>
                    <a:pt x="575407" y="270491"/>
                  </a:lnTo>
                  <a:lnTo>
                    <a:pt x="575407" y="273769"/>
                  </a:lnTo>
                  <a:lnTo>
                    <a:pt x="575407" y="277048"/>
                  </a:lnTo>
                  <a:lnTo>
                    <a:pt x="575407" y="281966"/>
                  </a:lnTo>
                  <a:lnTo>
                    <a:pt x="572128" y="285245"/>
                  </a:lnTo>
                  <a:lnTo>
                    <a:pt x="572128" y="288523"/>
                  </a:lnTo>
                  <a:lnTo>
                    <a:pt x="572128" y="293441"/>
                  </a:lnTo>
                  <a:lnTo>
                    <a:pt x="573768" y="296720"/>
                  </a:lnTo>
                  <a:lnTo>
                    <a:pt x="573768" y="299999"/>
                  </a:lnTo>
                  <a:lnTo>
                    <a:pt x="573768" y="304917"/>
                  </a:lnTo>
                  <a:lnTo>
                    <a:pt x="572128" y="308195"/>
                  </a:lnTo>
                  <a:lnTo>
                    <a:pt x="570489" y="311474"/>
                  </a:lnTo>
                  <a:lnTo>
                    <a:pt x="570489" y="314753"/>
                  </a:lnTo>
                  <a:lnTo>
                    <a:pt x="568850" y="319671"/>
                  </a:lnTo>
                  <a:lnTo>
                    <a:pt x="567210" y="322949"/>
                  </a:lnTo>
                  <a:lnTo>
                    <a:pt x="563932" y="327867"/>
                  </a:lnTo>
                  <a:lnTo>
                    <a:pt x="563932" y="331146"/>
                  </a:lnTo>
                  <a:lnTo>
                    <a:pt x="563932" y="334425"/>
                  </a:lnTo>
                  <a:lnTo>
                    <a:pt x="563932" y="339343"/>
                  </a:lnTo>
                  <a:lnTo>
                    <a:pt x="560653" y="342622"/>
                  </a:lnTo>
                  <a:lnTo>
                    <a:pt x="560653" y="345900"/>
                  </a:lnTo>
                  <a:lnTo>
                    <a:pt x="559013" y="349179"/>
                  </a:lnTo>
                  <a:lnTo>
                    <a:pt x="555735" y="352457"/>
                  </a:lnTo>
                  <a:lnTo>
                    <a:pt x="557375" y="354097"/>
                  </a:lnTo>
                  <a:lnTo>
                    <a:pt x="557375" y="359015"/>
                  </a:lnTo>
                  <a:lnTo>
                    <a:pt x="557375" y="362294"/>
                  </a:lnTo>
                  <a:lnTo>
                    <a:pt x="557375" y="365572"/>
                  </a:lnTo>
                  <a:lnTo>
                    <a:pt x="559013" y="370490"/>
                  </a:lnTo>
                  <a:lnTo>
                    <a:pt x="559013" y="373769"/>
                  </a:lnTo>
                  <a:lnTo>
                    <a:pt x="559013" y="377047"/>
                  </a:lnTo>
                  <a:lnTo>
                    <a:pt x="560653" y="381966"/>
                  </a:lnTo>
                  <a:lnTo>
                    <a:pt x="560653" y="385244"/>
                  </a:lnTo>
                  <a:lnTo>
                    <a:pt x="560653" y="390162"/>
                  </a:lnTo>
                  <a:lnTo>
                    <a:pt x="560653" y="391802"/>
                  </a:lnTo>
                  <a:lnTo>
                    <a:pt x="560653" y="393441"/>
                  </a:lnTo>
                  <a:lnTo>
                    <a:pt x="559013" y="398359"/>
                  </a:lnTo>
                  <a:lnTo>
                    <a:pt x="559013" y="401637"/>
                  </a:lnTo>
                  <a:lnTo>
                    <a:pt x="559013" y="406556"/>
                  </a:lnTo>
                  <a:lnTo>
                    <a:pt x="559013" y="409834"/>
                  </a:lnTo>
                  <a:lnTo>
                    <a:pt x="557375" y="413113"/>
                  </a:lnTo>
                  <a:lnTo>
                    <a:pt x="557375" y="418031"/>
                  </a:lnTo>
                  <a:lnTo>
                    <a:pt x="557375" y="421309"/>
                  </a:lnTo>
                  <a:lnTo>
                    <a:pt x="554096" y="426228"/>
                  </a:lnTo>
                  <a:lnTo>
                    <a:pt x="552456" y="429506"/>
                  </a:lnTo>
                  <a:lnTo>
                    <a:pt x="550817" y="432785"/>
                  </a:lnTo>
                  <a:lnTo>
                    <a:pt x="549178" y="436064"/>
                  </a:lnTo>
                  <a:lnTo>
                    <a:pt x="549178" y="440982"/>
                  </a:lnTo>
                  <a:lnTo>
                    <a:pt x="547538" y="444260"/>
                  </a:lnTo>
                  <a:lnTo>
                    <a:pt x="547538" y="449178"/>
                  </a:lnTo>
                  <a:lnTo>
                    <a:pt x="547538" y="452457"/>
                  </a:lnTo>
                  <a:lnTo>
                    <a:pt x="547538" y="455736"/>
                  </a:lnTo>
                  <a:lnTo>
                    <a:pt x="547538" y="459014"/>
                  </a:lnTo>
                  <a:lnTo>
                    <a:pt x="545899" y="460654"/>
                  </a:lnTo>
                  <a:lnTo>
                    <a:pt x="542620" y="459014"/>
                  </a:lnTo>
                  <a:lnTo>
                    <a:pt x="539342" y="460654"/>
                  </a:lnTo>
                  <a:lnTo>
                    <a:pt x="534423" y="460654"/>
                  </a:lnTo>
                  <a:lnTo>
                    <a:pt x="531145" y="460654"/>
                  </a:lnTo>
                  <a:lnTo>
                    <a:pt x="531145" y="463932"/>
                  </a:lnTo>
                  <a:lnTo>
                    <a:pt x="527866" y="467211"/>
                  </a:lnTo>
                  <a:lnTo>
                    <a:pt x="526227" y="470490"/>
                  </a:lnTo>
                  <a:lnTo>
                    <a:pt x="524588" y="475408"/>
                  </a:lnTo>
                  <a:lnTo>
                    <a:pt x="521309" y="478686"/>
                  </a:lnTo>
                  <a:lnTo>
                    <a:pt x="521309" y="481965"/>
                  </a:lnTo>
                  <a:lnTo>
                    <a:pt x="518030" y="486883"/>
                  </a:lnTo>
                  <a:lnTo>
                    <a:pt x="518030" y="490162"/>
                  </a:lnTo>
                  <a:lnTo>
                    <a:pt x="514752" y="493440"/>
                  </a:lnTo>
                  <a:lnTo>
                    <a:pt x="513112" y="495080"/>
                  </a:lnTo>
                  <a:lnTo>
                    <a:pt x="509833" y="496719"/>
                  </a:lnTo>
                  <a:lnTo>
                    <a:pt x="508194" y="501637"/>
                  </a:lnTo>
                  <a:lnTo>
                    <a:pt x="508194" y="504916"/>
                  </a:lnTo>
                  <a:lnTo>
                    <a:pt x="508194" y="508194"/>
                  </a:lnTo>
                  <a:lnTo>
                    <a:pt x="508194" y="513112"/>
                  </a:lnTo>
                  <a:lnTo>
                    <a:pt x="506555" y="516391"/>
                  </a:lnTo>
                  <a:lnTo>
                    <a:pt x="504916" y="519670"/>
                  </a:lnTo>
                  <a:lnTo>
                    <a:pt x="503276" y="522949"/>
                  </a:lnTo>
                  <a:lnTo>
                    <a:pt x="504916" y="524588"/>
                  </a:lnTo>
                  <a:lnTo>
                    <a:pt x="504916" y="526227"/>
                  </a:lnTo>
                  <a:lnTo>
                    <a:pt x="504916" y="527866"/>
                  </a:lnTo>
                  <a:lnTo>
                    <a:pt x="504916" y="529506"/>
                  </a:lnTo>
                  <a:lnTo>
                    <a:pt x="504916" y="532785"/>
                  </a:lnTo>
                  <a:lnTo>
                    <a:pt x="503276" y="537703"/>
                  </a:lnTo>
                  <a:lnTo>
                    <a:pt x="504916" y="540981"/>
                  </a:lnTo>
                  <a:lnTo>
                    <a:pt x="501637" y="545899"/>
                  </a:lnTo>
                  <a:lnTo>
                    <a:pt x="496719" y="549178"/>
                  </a:lnTo>
                  <a:lnTo>
                    <a:pt x="496719" y="547539"/>
                  </a:lnTo>
                  <a:lnTo>
                    <a:pt x="493440" y="542620"/>
                  </a:lnTo>
                  <a:lnTo>
                    <a:pt x="490162" y="539342"/>
                  </a:lnTo>
                  <a:lnTo>
                    <a:pt x="486883" y="542620"/>
                  </a:lnTo>
                  <a:lnTo>
                    <a:pt x="483604" y="545899"/>
                  </a:lnTo>
                  <a:lnTo>
                    <a:pt x="481965" y="550817"/>
                  </a:lnTo>
                  <a:lnTo>
                    <a:pt x="478686" y="554096"/>
                  </a:lnTo>
                  <a:lnTo>
                    <a:pt x="478686" y="554096"/>
                  </a:lnTo>
                  <a:lnTo>
                    <a:pt x="478686" y="555735"/>
                  </a:lnTo>
                  <a:lnTo>
                    <a:pt x="480325" y="559014"/>
                  </a:lnTo>
                  <a:lnTo>
                    <a:pt x="480325" y="563932"/>
                  </a:lnTo>
                  <a:lnTo>
                    <a:pt x="480325" y="567210"/>
                  </a:lnTo>
                  <a:lnTo>
                    <a:pt x="480325" y="570489"/>
                  </a:lnTo>
                  <a:lnTo>
                    <a:pt x="480325" y="575407"/>
                  </a:lnTo>
                  <a:lnTo>
                    <a:pt x="477047" y="578686"/>
                  </a:lnTo>
                  <a:lnTo>
                    <a:pt x="477047" y="580325"/>
                  </a:lnTo>
                  <a:lnTo>
                    <a:pt x="475408" y="583604"/>
                  </a:lnTo>
                  <a:lnTo>
                    <a:pt x="473768" y="588522"/>
                  </a:lnTo>
                  <a:lnTo>
                    <a:pt x="473768" y="591800"/>
                  </a:lnTo>
                  <a:lnTo>
                    <a:pt x="472129" y="595079"/>
                  </a:lnTo>
                  <a:lnTo>
                    <a:pt x="472129" y="599997"/>
                  </a:lnTo>
                  <a:lnTo>
                    <a:pt x="472129" y="603276"/>
                  </a:lnTo>
                  <a:lnTo>
                    <a:pt x="472129" y="606555"/>
                  </a:lnTo>
                  <a:lnTo>
                    <a:pt x="472129" y="611473"/>
                  </a:lnTo>
                  <a:lnTo>
                    <a:pt x="473768" y="614752"/>
                  </a:lnTo>
                  <a:lnTo>
                    <a:pt x="473768" y="618030"/>
                  </a:lnTo>
                  <a:lnTo>
                    <a:pt x="473768" y="622948"/>
                  </a:lnTo>
                  <a:lnTo>
                    <a:pt x="473768" y="626227"/>
                  </a:lnTo>
                  <a:lnTo>
                    <a:pt x="473768" y="629505"/>
                  </a:lnTo>
                  <a:lnTo>
                    <a:pt x="473768" y="634423"/>
                  </a:lnTo>
                  <a:lnTo>
                    <a:pt x="473768" y="637702"/>
                  </a:lnTo>
                  <a:lnTo>
                    <a:pt x="473768" y="640981"/>
                  </a:lnTo>
                  <a:lnTo>
                    <a:pt x="472129" y="644259"/>
                  </a:lnTo>
                  <a:lnTo>
                    <a:pt x="468850" y="647538"/>
                  </a:lnTo>
                  <a:lnTo>
                    <a:pt x="465572" y="647538"/>
                  </a:lnTo>
                  <a:lnTo>
                    <a:pt x="460653" y="650817"/>
                  </a:lnTo>
                  <a:lnTo>
                    <a:pt x="460653" y="650817"/>
                  </a:lnTo>
                  <a:lnTo>
                    <a:pt x="457375" y="649177"/>
                  </a:lnTo>
                  <a:lnTo>
                    <a:pt x="452457" y="647538"/>
                  </a:lnTo>
                  <a:lnTo>
                    <a:pt x="449178" y="647538"/>
                  </a:lnTo>
                  <a:lnTo>
                    <a:pt x="445899" y="647538"/>
                  </a:lnTo>
                  <a:lnTo>
                    <a:pt x="442621" y="647538"/>
                  </a:lnTo>
                  <a:lnTo>
                    <a:pt x="437703" y="647538"/>
                  </a:lnTo>
                  <a:lnTo>
                    <a:pt x="437703" y="649177"/>
                  </a:lnTo>
                  <a:lnTo>
                    <a:pt x="437703" y="654096"/>
                  </a:lnTo>
                  <a:lnTo>
                    <a:pt x="437703" y="657374"/>
                  </a:lnTo>
                  <a:lnTo>
                    <a:pt x="437703" y="660653"/>
                  </a:lnTo>
                  <a:lnTo>
                    <a:pt x="434424" y="663932"/>
                  </a:lnTo>
                  <a:lnTo>
                    <a:pt x="432785" y="667210"/>
                  </a:lnTo>
                  <a:lnTo>
                    <a:pt x="431145" y="668849"/>
                  </a:lnTo>
                  <a:lnTo>
                    <a:pt x="431145" y="672128"/>
                  </a:lnTo>
                  <a:lnTo>
                    <a:pt x="431145" y="673767"/>
                  </a:lnTo>
                  <a:lnTo>
                    <a:pt x="434424" y="677046"/>
                  </a:lnTo>
                  <a:lnTo>
                    <a:pt x="437703" y="677046"/>
                  </a:lnTo>
                  <a:lnTo>
                    <a:pt x="442621" y="678686"/>
                  </a:lnTo>
                  <a:lnTo>
                    <a:pt x="445899" y="678686"/>
                  </a:lnTo>
                  <a:lnTo>
                    <a:pt x="449178" y="680325"/>
                  </a:lnTo>
                  <a:lnTo>
                    <a:pt x="454096" y="681964"/>
                  </a:lnTo>
                  <a:lnTo>
                    <a:pt x="457375" y="681964"/>
                  </a:lnTo>
                  <a:lnTo>
                    <a:pt x="460653" y="685243"/>
                  </a:lnTo>
                  <a:lnTo>
                    <a:pt x="463932" y="686882"/>
                  </a:lnTo>
                  <a:lnTo>
                    <a:pt x="468850" y="691800"/>
                  </a:lnTo>
                  <a:lnTo>
                    <a:pt x="470489" y="695079"/>
                  </a:lnTo>
                  <a:lnTo>
                    <a:pt x="470489" y="698357"/>
                  </a:lnTo>
                  <a:lnTo>
                    <a:pt x="473768" y="703276"/>
                  </a:lnTo>
                  <a:lnTo>
                    <a:pt x="477047" y="706554"/>
                  </a:lnTo>
                  <a:lnTo>
                    <a:pt x="478686" y="709833"/>
                  </a:lnTo>
                  <a:lnTo>
                    <a:pt x="481965" y="713112"/>
                  </a:lnTo>
                  <a:lnTo>
                    <a:pt x="485243" y="714751"/>
                  </a:lnTo>
                  <a:lnTo>
                    <a:pt x="488522" y="716390"/>
                  </a:lnTo>
                  <a:lnTo>
                    <a:pt x="490162" y="719669"/>
                  </a:lnTo>
                  <a:lnTo>
                    <a:pt x="491801" y="722947"/>
                  </a:lnTo>
                  <a:lnTo>
                    <a:pt x="496719" y="724587"/>
                  </a:lnTo>
                  <a:lnTo>
                    <a:pt x="498358" y="727866"/>
                  </a:lnTo>
                  <a:lnTo>
                    <a:pt x="499998" y="732783"/>
                  </a:lnTo>
                  <a:lnTo>
                    <a:pt x="501637" y="736062"/>
                  </a:lnTo>
                  <a:lnTo>
                    <a:pt x="503276" y="739341"/>
                  </a:lnTo>
                  <a:lnTo>
                    <a:pt x="503276" y="744259"/>
                  </a:lnTo>
                  <a:lnTo>
                    <a:pt x="504916" y="747537"/>
                  </a:lnTo>
                  <a:lnTo>
                    <a:pt x="508194" y="750816"/>
                  </a:lnTo>
                  <a:lnTo>
                    <a:pt x="508194" y="755734"/>
                  </a:lnTo>
                  <a:lnTo>
                    <a:pt x="508194" y="757374"/>
                  </a:lnTo>
                  <a:lnTo>
                    <a:pt x="509833" y="762292"/>
                  </a:lnTo>
                  <a:lnTo>
                    <a:pt x="511473" y="765570"/>
                  </a:lnTo>
                  <a:lnTo>
                    <a:pt x="513112" y="768849"/>
                  </a:lnTo>
                  <a:lnTo>
                    <a:pt x="516391" y="773767"/>
                  </a:lnTo>
                  <a:lnTo>
                    <a:pt x="519669" y="777046"/>
                  </a:lnTo>
                  <a:lnTo>
                    <a:pt x="519669" y="780324"/>
                  </a:lnTo>
                  <a:lnTo>
                    <a:pt x="522948" y="783603"/>
                  </a:lnTo>
                  <a:lnTo>
                    <a:pt x="526227" y="781964"/>
                  </a:lnTo>
                  <a:lnTo>
                    <a:pt x="529506" y="781964"/>
                  </a:lnTo>
                  <a:lnTo>
                    <a:pt x="534423" y="783603"/>
                  </a:lnTo>
                  <a:lnTo>
                    <a:pt x="537702" y="783603"/>
                  </a:lnTo>
                  <a:lnTo>
                    <a:pt x="540981" y="785242"/>
                  </a:lnTo>
                  <a:lnTo>
                    <a:pt x="540981" y="788521"/>
                  </a:lnTo>
                  <a:lnTo>
                    <a:pt x="540981" y="791800"/>
                  </a:lnTo>
                  <a:lnTo>
                    <a:pt x="539342" y="796718"/>
                  </a:lnTo>
                  <a:lnTo>
                    <a:pt x="539342" y="799996"/>
                  </a:lnTo>
                  <a:lnTo>
                    <a:pt x="539342" y="801636"/>
                  </a:lnTo>
                  <a:lnTo>
                    <a:pt x="539342" y="804914"/>
                  </a:lnTo>
                  <a:lnTo>
                    <a:pt x="539342" y="808193"/>
                  </a:lnTo>
                  <a:lnTo>
                    <a:pt x="542620" y="813111"/>
                  </a:lnTo>
                  <a:lnTo>
                    <a:pt x="545899" y="816390"/>
                  </a:lnTo>
                  <a:lnTo>
                    <a:pt x="544260" y="816390"/>
                  </a:lnTo>
                  <a:lnTo>
                    <a:pt x="540981" y="816390"/>
                  </a:lnTo>
                  <a:lnTo>
                    <a:pt x="536063" y="816390"/>
                  </a:lnTo>
                  <a:lnTo>
                    <a:pt x="532784" y="816390"/>
                  </a:lnTo>
                  <a:lnTo>
                    <a:pt x="529506" y="816390"/>
                  </a:lnTo>
                  <a:lnTo>
                    <a:pt x="527866" y="816390"/>
                  </a:lnTo>
                  <a:lnTo>
                    <a:pt x="524588" y="816390"/>
                  </a:lnTo>
                  <a:lnTo>
                    <a:pt x="521309" y="816390"/>
                  </a:lnTo>
                  <a:lnTo>
                    <a:pt x="518030" y="816390"/>
                  </a:lnTo>
                  <a:lnTo>
                    <a:pt x="513112" y="816390"/>
                  </a:lnTo>
                  <a:lnTo>
                    <a:pt x="509833" y="816390"/>
                  </a:lnTo>
                  <a:lnTo>
                    <a:pt x="508194" y="816390"/>
                  </a:lnTo>
                  <a:lnTo>
                    <a:pt x="504916" y="816390"/>
                  </a:lnTo>
                  <a:lnTo>
                    <a:pt x="501637" y="816390"/>
                  </a:lnTo>
                  <a:lnTo>
                    <a:pt x="496719" y="816390"/>
                  </a:lnTo>
                  <a:lnTo>
                    <a:pt x="493440" y="816390"/>
                  </a:lnTo>
                  <a:lnTo>
                    <a:pt x="490162" y="816390"/>
                  </a:lnTo>
                  <a:lnTo>
                    <a:pt x="486883" y="818029"/>
                  </a:lnTo>
                  <a:lnTo>
                    <a:pt x="483604" y="819669"/>
                  </a:lnTo>
                  <a:lnTo>
                    <a:pt x="480325" y="822947"/>
                  </a:lnTo>
                  <a:lnTo>
                    <a:pt x="477047" y="826226"/>
                  </a:lnTo>
                  <a:lnTo>
                    <a:pt x="473768" y="831144"/>
                  </a:lnTo>
                  <a:lnTo>
                    <a:pt x="470489" y="834423"/>
                  </a:lnTo>
                  <a:lnTo>
                    <a:pt x="468850" y="836062"/>
                  </a:lnTo>
                  <a:lnTo>
                    <a:pt x="465572" y="839340"/>
                  </a:lnTo>
                  <a:lnTo>
                    <a:pt x="462293" y="844259"/>
                  </a:lnTo>
                  <a:lnTo>
                    <a:pt x="459014" y="847537"/>
                  </a:lnTo>
                  <a:lnTo>
                    <a:pt x="455735" y="850816"/>
                  </a:lnTo>
                  <a:lnTo>
                    <a:pt x="452457" y="855734"/>
                  </a:lnTo>
                  <a:lnTo>
                    <a:pt x="450818" y="854094"/>
                  </a:lnTo>
                  <a:lnTo>
                    <a:pt x="447539" y="854094"/>
                  </a:lnTo>
                  <a:lnTo>
                    <a:pt x="444260" y="854094"/>
                  </a:lnTo>
                  <a:lnTo>
                    <a:pt x="439342" y="854094"/>
                  </a:lnTo>
                  <a:lnTo>
                    <a:pt x="439342" y="854094"/>
                  </a:lnTo>
                  <a:lnTo>
                    <a:pt x="436063" y="850816"/>
                  </a:lnTo>
                  <a:lnTo>
                    <a:pt x="431145" y="850816"/>
                  </a:lnTo>
                  <a:lnTo>
                    <a:pt x="427867" y="852455"/>
                  </a:lnTo>
                  <a:lnTo>
                    <a:pt x="424588" y="854094"/>
                  </a:lnTo>
                  <a:lnTo>
                    <a:pt x="421309" y="854094"/>
                  </a:lnTo>
                  <a:lnTo>
                    <a:pt x="416391" y="855734"/>
                  </a:lnTo>
                  <a:lnTo>
                    <a:pt x="413113" y="855734"/>
                  </a:lnTo>
                  <a:lnTo>
                    <a:pt x="409834" y="855734"/>
                  </a:lnTo>
                  <a:lnTo>
                    <a:pt x="404916" y="859013"/>
                  </a:lnTo>
                  <a:lnTo>
                    <a:pt x="401638" y="860652"/>
                  </a:lnTo>
                  <a:lnTo>
                    <a:pt x="401638" y="862291"/>
                  </a:lnTo>
                  <a:lnTo>
                    <a:pt x="401638" y="865570"/>
                  </a:lnTo>
                  <a:lnTo>
                    <a:pt x="401638" y="865570"/>
                  </a:lnTo>
                  <a:lnTo>
                    <a:pt x="396719" y="862291"/>
                  </a:lnTo>
                  <a:lnTo>
                    <a:pt x="396719" y="862291"/>
                  </a:lnTo>
                  <a:lnTo>
                    <a:pt x="395080" y="862291"/>
                  </a:lnTo>
                  <a:lnTo>
                    <a:pt x="393441" y="862291"/>
                  </a:lnTo>
                  <a:lnTo>
                    <a:pt x="391801" y="857373"/>
                  </a:lnTo>
                  <a:lnTo>
                    <a:pt x="388523" y="854094"/>
                  </a:lnTo>
                  <a:lnTo>
                    <a:pt x="385244" y="854094"/>
                  </a:lnTo>
                  <a:lnTo>
                    <a:pt x="381965" y="857373"/>
                  </a:lnTo>
                  <a:lnTo>
                    <a:pt x="380326" y="857373"/>
                  </a:lnTo>
                  <a:lnTo>
                    <a:pt x="377047" y="859013"/>
                  </a:lnTo>
                  <a:lnTo>
                    <a:pt x="372129" y="855734"/>
                  </a:lnTo>
                  <a:lnTo>
                    <a:pt x="368851" y="854094"/>
                  </a:lnTo>
                  <a:lnTo>
                    <a:pt x="365572" y="852455"/>
                  </a:lnTo>
                  <a:lnTo>
                    <a:pt x="360654" y="854094"/>
                  </a:lnTo>
                  <a:lnTo>
                    <a:pt x="357375" y="857373"/>
                  </a:lnTo>
                  <a:lnTo>
                    <a:pt x="354096" y="860652"/>
                  </a:lnTo>
                  <a:lnTo>
                    <a:pt x="350818" y="863930"/>
                  </a:lnTo>
                  <a:lnTo>
                    <a:pt x="350818" y="867209"/>
                  </a:lnTo>
                  <a:lnTo>
                    <a:pt x="350818" y="863930"/>
                  </a:lnTo>
                  <a:lnTo>
                    <a:pt x="347539" y="860652"/>
                  </a:lnTo>
                  <a:lnTo>
                    <a:pt x="344261" y="860652"/>
                  </a:lnTo>
                  <a:lnTo>
                    <a:pt x="340982" y="860652"/>
                  </a:lnTo>
                  <a:lnTo>
                    <a:pt x="339342" y="860652"/>
                  </a:lnTo>
                  <a:lnTo>
                    <a:pt x="339342" y="857373"/>
                  </a:lnTo>
                  <a:lnTo>
                    <a:pt x="339342" y="854094"/>
                  </a:lnTo>
                  <a:lnTo>
                    <a:pt x="337703" y="849176"/>
                  </a:lnTo>
                  <a:lnTo>
                    <a:pt x="334425" y="849176"/>
                  </a:lnTo>
                  <a:lnTo>
                    <a:pt x="331146" y="847537"/>
                  </a:lnTo>
                  <a:lnTo>
                    <a:pt x="327867" y="845898"/>
                  </a:lnTo>
                  <a:lnTo>
                    <a:pt x="324588" y="844259"/>
                  </a:lnTo>
                  <a:lnTo>
                    <a:pt x="322949" y="839340"/>
                  </a:lnTo>
                  <a:lnTo>
                    <a:pt x="319671" y="837701"/>
                  </a:lnTo>
                  <a:lnTo>
                    <a:pt x="316392" y="834423"/>
                  </a:lnTo>
                  <a:lnTo>
                    <a:pt x="314752" y="832783"/>
                  </a:lnTo>
                  <a:lnTo>
                    <a:pt x="313113" y="827865"/>
                  </a:lnTo>
                  <a:lnTo>
                    <a:pt x="309835" y="826226"/>
                  </a:lnTo>
                  <a:lnTo>
                    <a:pt x="309835" y="822947"/>
                  </a:lnTo>
                  <a:lnTo>
                    <a:pt x="308195" y="818029"/>
                  </a:lnTo>
                  <a:lnTo>
                    <a:pt x="303277" y="816390"/>
                  </a:lnTo>
                  <a:lnTo>
                    <a:pt x="299998" y="814750"/>
                  </a:lnTo>
                  <a:lnTo>
                    <a:pt x="296720" y="814750"/>
                  </a:lnTo>
                  <a:lnTo>
                    <a:pt x="295081" y="819669"/>
                  </a:lnTo>
                  <a:lnTo>
                    <a:pt x="293441" y="822947"/>
                  </a:lnTo>
                  <a:lnTo>
                    <a:pt x="288523" y="826226"/>
                  </a:lnTo>
                  <a:lnTo>
                    <a:pt x="285245" y="827865"/>
                  </a:lnTo>
                  <a:lnTo>
                    <a:pt x="281966" y="824586"/>
                  </a:lnTo>
                  <a:lnTo>
                    <a:pt x="277048" y="822947"/>
                  </a:lnTo>
                  <a:lnTo>
                    <a:pt x="273769" y="822947"/>
                  </a:lnTo>
                  <a:lnTo>
                    <a:pt x="270491" y="819669"/>
                  </a:lnTo>
                  <a:lnTo>
                    <a:pt x="267212" y="822947"/>
                  </a:lnTo>
                  <a:lnTo>
                    <a:pt x="262294" y="826226"/>
                  </a:lnTo>
                  <a:lnTo>
                    <a:pt x="259015" y="827865"/>
                  </a:lnTo>
                  <a:lnTo>
                    <a:pt x="255736" y="831144"/>
                  </a:lnTo>
                  <a:lnTo>
                    <a:pt x="254097" y="831144"/>
                  </a:lnTo>
                  <a:lnTo>
                    <a:pt x="250818" y="827865"/>
                  </a:lnTo>
                  <a:lnTo>
                    <a:pt x="247539" y="827865"/>
                  </a:lnTo>
                  <a:lnTo>
                    <a:pt x="244261" y="824586"/>
                  </a:lnTo>
                  <a:lnTo>
                    <a:pt x="240982" y="822947"/>
                  </a:lnTo>
                  <a:lnTo>
                    <a:pt x="239343" y="819669"/>
                  </a:lnTo>
                  <a:lnTo>
                    <a:pt x="234425" y="819669"/>
                  </a:lnTo>
                  <a:lnTo>
                    <a:pt x="231146" y="816390"/>
                  </a:lnTo>
                  <a:lnTo>
                    <a:pt x="231146" y="813111"/>
                  </a:lnTo>
                  <a:lnTo>
                    <a:pt x="227868" y="809832"/>
                  </a:lnTo>
                  <a:lnTo>
                    <a:pt x="227868" y="808193"/>
                  </a:lnTo>
                  <a:lnTo>
                    <a:pt x="226228" y="804914"/>
                  </a:lnTo>
                  <a:lnTo>
                    <a:pt x="222949" y="803275"/>
                  </a:lnTo>
                  <a:lnTo>
                    <a:pt x="219671" y="799996"/>
                  </a:lnTo>
                  <a:lnTo>
                    <a:pt x="219671" y="799996"/>
                  </a:lnTo>
                  <a:lnTo>
                    <a:pt x="219671" y="796718"/>
                  </a:lnTo>
                  <a:lnTo>
                    <a:pt x="216392" y="793439"/>
                  </a:lnTo>
                  <a:lnTo>
                    <a:pt x="213114" y="790160"/>
                  </a:lnTo>
                  <a:lnTo>
                    <a:pt x="211474" y="785242"/>
                  </a:lnTo>
                  <a:lnTo>
                    <a:pt x="209835" y="781964"/>
                  </a:lnTo>
                  <a:lnTo>
                    <a:pt x="209835" y="780324"/>
                  </a:lnTo>
                  <a:lnTo>
                    <a:pt x="211474" y="777046"/>
                  </a:lnTo>
                  <a:lnTo>
                    <a:pt x="209835" y="773767"/>
                  </a:lnTo>
                  <a:lnTo>
                    <a:pt x="209835" y="768849"/>
                  </a:lnTo>
                  <a:lnTo>
                    <a:pt x="204917" y="765570"/>
                  </a:lnTo>
                  <a:lnTo>
                    <a:pt x="201638" y="762292"/>
                  </a:lnTo>
                  <a:lnTo>
                    <a:pt x="198359" y="760652"/>
                  </a:lnTo>
                  <a:lnTo>
                    <a:pt x="195081" y="759013"/>
                  </a:lnTo>
                  <a:lnTo>
                    <a:pt x="191802" y="755734"/>
                  </a:lnTo>
                  <a:lnTo>
                    <a:pt x="191802" y="755734"/>
                  </a:lnTo>
                  <a:lnTo>
                    <a:pt x="186884" y="755734"/>
                  </a:lnTo>
                  <a:lnTo>
                    <a:pt x="183605" y="754095"/>
                  </a:lnTo>
                  <a:lnTo>
                    <a:pt x="180327" y="749177"/>
                  </a:lnTo>
                  <a:lnTo>
                    <a:pt x="181966" y="745898"/>
                  </a:lnTo>
                  <a:lnTo>
                    <a:pt x="178688" y="742620"/>
                  </a:lnTo>
                  <a:lnTo>
                    <a:pt x="173769" y="739341"/>
                  </a:lnTo>
                  <a:lnTo>
                    <a:pt x="173769" y="736062"/>
                  </a:lnTo>
                  <a:lnTo>
                    <a:pt x="175409" y="731144"/>
                  </a:lnTo>
                  <a:lnTo>
                    <a:pt x="177048" y="727866"/>
                  </a:lnTo>
                  <a:lnTo>
                    <a:pt x="173769" y="724587"/>
                  </a:lnTo>
                  <a:lnTo>
                    <a:pt x="170491" y="722947"/>
                  </a:lnTo>
                  <a:lnTo>
                    <a:pt x="167212" y="719669"/>
                  </a:lnTo>
                  <a:lnTo>
                    <a:pt x="163934" y="714751"/>
                  </a:lnTo>
                  <a:lnTo>
                    <a:pt x="163934" y="711472"/>
                  </a:lnTo>
                  <a:lnTo>
                    <a:pt x="160655" y="709833"/>
                  </a:lnTo>
                  <a:lnTo>
                    <a:pt x="155737" y="706554"/>
                  </a:lnTo>
                  <a:lnTo>
                    <a:pt x="152458" y="704915"/>
                  </a:lnTo>
                  <a:lnTo>
                    <a:pt x="149179" y="703276"/>
                  </a:lnTo>
                  <a:lnTo>
                    <a:pt x="144261" y="699997"/>
                  </a:lnTo>
                  <a:lnTo>
                    <a:pt x="140983" y="698357"/>
                  </a:lnTo>
                  <a:lnTo>
                    <a:pt x="137704" y="695079"/>
                  </a:lnTo>
                  <a:lnTo>
                    <a:pt x="134425" y="691800"/>
                  </a:lnTo>
                  <a:lnTo>
                    <a:pt x="131147" y="688522"/>
                  </a:lnTo>
                  <a:lnTo>
                    <a:pt x="131147" y="685243"/>
                  </a:lnTo>
                  <a:lnTo>
                    <a:pt x="134425" y="683603"/>
                  </a:lnTo>
                  <a:lnTo>
                    <a:pt x="134425" y="680325"/>
                  </a:lnTo>
                  <a:lnTo>
                    <a:pt x="132786" y="675407"/>
                  </a:lnTo>
                  <a:lnTo>
                    <a:pt x="131147" y="672128"/>
                  </a:lnTo>
                  <a:lnTo>
                    <a:pt x="126229" y="672128"/>
                  </a:lnTo>
                  <a:lnTo>
                    <a:pt x="122950" y="668849"/>
                  </a:lnTo>
                  <a:lnTo>
                    <a:pt x="122950" y="667210"/>
                  </a:lnTo>
                  <a:lnTo>
                    <a:pt x="121311" y="663932"/>
                  </a:lnTo>
                  <a:lnTo>
                    <a:pt x="118032" y="660653"/>
                  </a:lnTo>
                  <a:lnTo>
                    <a:pt x="116393" y="659013"/>
                  </a:lnTo>
                  <a:lnTo>
                    <a:pt x="113114" y="659013"/>
                  </a:lnTo>
                  <a:lnTo>
                    <a:pt x="109835" y="657374"/>
                  </a:lnTo>
                  <a:lnTo>
                    <a:pt x="106557" y="659013"/>
                  </a:lnTo>
                  <a:lnTo>
                    <a:pt x="101639" y="655735"/>
                  </a:lnTo>
                  <a:lnTo>
                    <a:pt x="98360" y="655735"/>
                  </a:lnTo>
                  <a:lnTo>
                    <a:pt x="95081" y="655735"/>
                  </a:lnTo>
                  <a:lnTo>
                    <a:pt x="90164" y="652456"/>
                  </a:lnTo>
                  <a:lnTo>
                    <a:pt x="90164" y="647538"/>
                  </a:lnTo>
                  <a:lnTo>
                    <a:pt x="91802" y="644259"/>
                  </a:lnTo>
                  <a:lnTo>
                    <a:pt x="93442" y="640981"/>
                  </a:lnTo>
                  <a:lnTo>
                    <a:pt x="91802" y="637702"/>
                  </a:lnTo>
                  <a:lnTo>
                    <a:pt x="88524" y="637702"/>
                  </a:lnTo>
                  <a:lnTo>
                    <a:pt x="85245" y="636063"/>
                  </a:lnTo>
                  <a:lnTo>
                    <a:pt x="80327" y="636063"/>
                  </a:lnTo>
                  <a:lnTo>
                    <a:pt x="77049" y="636063"/>
                  </a:lnTo>
                  <a:lnTo>
                    <a:pt x="73770" y="636063"/>
                  </a:lnTo>
                  <a:lnTo>
                    <a:pt x="68852" y="634423"/>
                  </a:lnTo>
                  <a:lnTo>
                    <a:pt x="65573" y="634423"/>
                  </a:lnTo>
                  <a:lnTo>
                    <a:pt x="67212" y="631145"/>
                  </a:lnTo>
                  <a:lnTo>
                    <a:pt x="68852" y="626227"/>
                  </a:lnTo>
                  <a:lnTo>
                    <a:pt x="67212" y="622948"/>
                  </a:lnTo>
                  <a:lnTo>
                    <a:pt x="63934" y="624587"/>
                  </a:lnTo>
                  <a:lnTo>
                    <a:pt x="63934" y="621309"/>
                  </a:lnTo>
                  <a:lnTo>
                    <a:pt x="63934" y="618030"/>
                  </a:lnTo>
                  <a:lnTo>
                    <a:pt x="63934" y="616390"/>
                  </a:lnTo>
                  <a:lnTo>
                    <a:pt x="68852" y="613112"/>
                  </a:lnTo>
                  <a:lnTo>
                    <a:pt x="70491" y="609833"/>
                  </a:lnTo>
                  <a:lnTo>
                    <a:pt x="70491" y="606555"/>
                  </a:lnTo>
                  <a:lnTo>
                    <a:pt x="70491" y="601637"/>
                  </a:lnTo>
                  <a:lnTo>
                    <a:pt x="70491" y="598358"/>
                  </a:lnTo>
                  <a:lnTo>
                    <a:pt x="72131" y="595079"/>
                  </a:lnTo>
                  <a:lnTo>
                    <a:pt x="72131" y="590161"/>
                  </a:lnTo>
                  <a:lnTo>
                    <a:pt x="72131" y="586883"/>
                  </a:lnTo>
                  <a:lnTo>
                    <a:pt x="70491" y="583604"/>
                  </a:lnTo>
                  <a:lnTo>
                    <a:pt x="67212" y="578686"/>
                  </a:lnTo>
                  <a:lnTo>
                    <a:pt x="67212" y="578686"/>
                  </a:lnTo>
                  <a:lnTo>
                    <a:pt x="65573" y="573768"/>
                  </a:lnTo>
                  <a:lnTo>
                    <a:pt x="63934" y="570489"/>
                  </a:lnTo>
                  <a:lnTo>
                    <a:pt x="60655" y="567210"/>
                  </a:lnTo>
                  <a:lnTo>
                    <a:pt x="59016" y="562293"/>
                  </a:lnTo>
                  <a:lnTo>
                    <a:pt x="55737" y="559014"/>
                  </a:lnTo>
                  <a:lnTo>
                    <a:pt x="55737" y="557375"/>
                  </a:lnTo>
                  <a:lnTo>
                    <a:pt x="52458" y="554096"/>
                  </a:lnTo>
                  <a:lnTo>
                    <a:pt x="47541" y="550817"/>
                  </a:lnTo>
                  <a:lnTo>
                    <a:pt x="44262" y="545899"/>
                  </a:lnTo>
                  <a:lnTo>
                    <a:pt x="42622" y="542620"/>
                  </a:lnTo>
                  <a:lnTo>
                    <a:pt x="40983" y="537703"/>
                  </a:lnTo>
                  <a:lnTo>
                    <a:pt x="40983" y="536063"/>
                  </a:lnTo>
                  <a:lnTo>
                    <a:pt x="42622" y="532785"/>
                  </a:lnTo>
                  <a:lnTo>
                    <a:pt x="42622" y="527866"/>
                  </a:lnTo>
                  <a:lnTo>
                    <a:pt x="44262" y="524588"/>
                  </a:lnTo>
                  <a:lnTo>
                    <a:pt x="42622" y="521309"/>
                  </a:lnTo>
                  <a:lnTo>
                    <a:pt x="40983" y="516391"/>
                  </a:lnTo>
                  <a:lnTo>
                    <a:pt x="36065" y="518031"/>
                  </a:lnTo>
                  <a:lnTo>
                    <a:pt x="32787" y="513112"/>
                  </a:lnTo>
                  <a:lnTo>
                    <a:pt x="29508" y="509834"/>
                  </a:lnTo>
                  <a:lnTo>
                    <a:pt x="27868" y="506555"/>
                  </a:lnTo>
                  <a:lnTo>
                    <a:pt x="27868" y="503276"/>
                  </a:lnTo>
                  <a:lnTo>
                    <a:pt x="27868" y="498359"/>
                  </a:lnTo>
                  <a:lnTo>
                    <a:pt x="29508" y="495080"/>
                  </a:lnTo>
                  <a:lnTo>
                    <a:pt x="29508" y="491801"/>
                  </a:lnTo>
                  <a:lnTo>
                    <a:pt x="27868" y="486883"/>
                  </a:lnTo>
                  <a:lnTo>
                    <a:pt x="24590" y="488522"/>
                  </a:lnTo>
                  <a:lnTo>
                    <a:pt x="24590" y="485244"/>
                  </a:lnTo>
                  <a:lnTo>
                    <a:pt x="24590" y="481965"/>
                  </a:lnTo>
                  <a:lnTo>
                    <a:pt x="24590" y="478686"/>
                  </a:lnTo>
                  <a:lnTo>
                    <a:pt x="22951" y="475408"/>
                  </a:lnTo>
                  <a:lnTo>
                    <a:pt x="21311" y="470490"/>
                  </a:lnTo>
                  <a:lnTo>
                    <a:pt x="22951" y="467211"/>
                  </a:lnTo>
                  <a:lnTo>
                    <a:pt x="22951" y="463932"/>
                  </a:lnTo>
                  <a:lnTo>
                    <a:pt x="19672" y="462293"/>
                  </a:lnTo>
                  <a:lnTo>
                    <a:pt x="16393" y="459014"/>
                  </a:lnTo>
                  <a:lnTo>
                    <a:pt x="13114" y="460654"/>
                  </a:lnTo>
                  <a:lnTo>
                    <a:pt x="8197" y="462293"/>
                  </a:lnTo>
                  <a:lnTo>
                    <a:pt x="4918" y="462293"/>
                  </a:lnTo>
                  <a:lnTo>
                    <a:pt x="1639" y="459014"/>
                  </a:lnTo>
                  <a:lnTo>
                    <a:pt x="0" y="4557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5" name="Freeform 3034">
              <a:extLst>
                <a:ext uri="{FF2B5EF4-FFF2-40B4-BE49-F238E27FC236}">
                  <a16:creationId xmlns:a16="http://schemas.microsoft.com/office/drawing/2014/main" id="{0D136D45-91B1-1449-9C11-5F8E29836389}"/>
                </a:ext>
              </a:extLst>
            </p:cNvPr>
            <p:cNvSpPr/>
            <p:nvPr/>
          </p:nvSpPr>
          <p:spPr>
            <a:xfrm>
              <a:off x="6987799" y="1695236"/>
              <a:ext cx="1370485" cy="636062"/>
            </a:xfrm>
            <a:custGeom>
              <a:avLst/>
              <a:gdLst>
                <a:gd name="connsiteX0" fmla="*/ 1639 w 1370485"/>
                <a:gd name="connsiteY0" fmla="*/ 286884 h 636062"/>
                <a:gd name="connsiteX1" fmla="*/ 3279 w 1370485"/>
                <a:gd name="connsiteY1" fmla="*/ 283605 h 636062"/>
                <a:gd name="connsiteX2" fmla="*/ 3279 w 1370485"/>
                <a:gd name="connsiteY2" fmla="*/ 280327 h 636062"/>
                <a:gd name="connsiteX3" fmla="*/ 3279 w 1370485"/>
                <a:gd name="connsiteY3" fmla="*/ 278687 h 636062"/>
                <a:gd name="connsiteX4" fmla="*/ 4918 w 1370485"/>
                <a:gd name="connsiteY4" fmla="*/ 273769 h 636062"/>
                <a:gd name="connsiteX5" fmla="*/ 6557 w 1370485"/>
                <a:gd name="connsiteY5" fmla="*/ 273769 h 636062"/>
                <a:gd name="connsiteX6" fmla="*/ 6557 w 1370485"/>
                <a:gd name="connsiteY6" fmla="*/ 273769 h 636062"/>
                <a:gd name="connsiteX7" fmla="*/ 11476 w 1370485"/>
                <a:gd name="connsiteY7" fmla="*/ 270491 h 636062"/>
                <a:gd name="connsiteX8" fmla="*/ 13115 w 1370485"/>
                <a:gd name="connsiteY8" fmla="*/ 267212 h 636062"/>
                <a:gd name="connsiteX9" fmla="*/ 11476 w 1370485"/>
                <a:gd name="connsiteY9" fmla="*/ 262294 h 636062"/>
                <a:gd name="connsiteX10" fmla="*/ 8197 w 1370485"/>
                <a:gd name="connsiteY10" fmla="*/ 260655 h 636062"/>
                <a:gd name="connsiteX11" fmla="*/ 3279 w 1370485"/>
                <a:gd name="connsiteY11" fmla="*/ 257376 h 636062"/>
                <a:gd name="connsiteX12" fmla="*/ 1639 w 1370485"/>
                <a:gd name="connsiteY12" fmla="*/ 254097 h 636062"/>
                <a:gd name="connsiteX13" fmla="*/ 1639 w 1370485"/>
                <a:gd name="connsiteY13" fmla="*/ 252458 h 636062"/>
                <a:gd name="connsiteX14" fmla="*/ 1639 w 1370485"/>
                <a:gd name="connsiteY14" fmla="*/ 247540 h 636062"/>
                <a:gd name="connsiteX15" fmla="*/ 1639 w 1370485"/>
                <a:gd name="connsiteY15" fmla="*/ 245901 h 636062"/>
                <a:gd name="connsiteX16" fmla="*/ 1639 w 1370485"/>
                <a:gd name="connsiteY16" fmla="*/ 240983 h 636062"/>
                <a:gd name="connsiteX17" fmla="*/ 1639 w 1370485"/>
                <a:gd name="connsiteY17" fmla="*/ 237704 h 636062"/>
                <a:gd name="connsiteX18" fmla="*/ 4918 w 1370485"/>
                <a:gd name="connsiteY18" fmla="*/ 232786 h 636062"/>
                <a:gd name="connsiteX19" fmla="*/ 8197 w 1370485"/>
                <a:gd name="connsiteY19" fmla="*/ 232786 h 636062"/>
                <a:gd name="connsiteX20" fmla="*/ 13115 w 1370485"/>
                <a:gd name="connsiteY20" fmla="*/ 229507 h 636062"/>
                <a:gd name="connsiteX21" fmla="*/ 13115 w 1370485"/>
                <a:gd name="connsiteY21" fmla="*/ 227868 h 636062"/>
                <a:gd name="connsiteX22" fmla="*/ 13115 w 1370485"/>
                <a:gd name="connsiteY22" fmla="*/ 222950 h 636062"/>
                <a:gd name="connsiteX23" fmla="*/ 11476 w 1370485"/>
                <a:gd name="connsiteY23" fmla="*/ 221310 h 636062"/>
                <a:gd name="connsiteX24" fmla="*/ 11476 w 1370485"/>
                <a:gd name="connsiteY24" fmla="*/ 216393 h 636062"/>
                <a:gd name="connsiteX25" fmla="*/ 14754 w 1370485"/>
                <a:gd name="connsiteY25" fmla="*/ 213114 h 636062"/>
                <a:gd name="connsiteX26" fmla="*/ 19672 w 1370485"/>
                <a:gd name="connsiteY26" fmla="*/ 209835 h 636062"/>
                <a:gd name="connsiteX27" fmla="*/ 22951 w 1370485"/>
                <a:gd name="connsiteY27" fmla="*/ 211475 h 636062"/>
                <a:gd name="connsiteX28" fmla="*/ 26229 w 1370485"/>
                <a:gd name="connsiteY28" fmla="*/ 214753 h 636062"/>
                <a:gd name="connsiteX29" fmla="*/ 29508 w 1370485"/>
                <a:gd name="connsiteY29" fmla="*/ 216393 h 636062"/>
                <a:gd name="connsiteX30" fmla="*/ 34426 w 1370485"/>
                <a:gd name="connsiteY30" fmla="*/ 219671 h 636062"/>
                <a:gd name="connsiteX31" fmla="*/ 36066 w 1370485"/>
                <a:gd name="connsiteY31" fmla="*/ 221310 h 636062"/>
                <a:gd name="connsiteX32" fmla="*/ 39344 w 1370485"/>
                <a:gd name="connsiteY32" fmla="*/ 224589 h 636062"/>
                <a:gd name="connsiteX33" fmla="*/ 42623 w 1370485"/>
                <a:gd name="connsiteY33" fmla="*/ 229507 h 636062"/>
                <a:gd name="connsiteX34" fmla="*/ 44262 w 1370485"/>
                <a:gd name="connsiteY34" fmla="*/ 231147 h 636062"/>
                <a:gd name="connsiteX35" fmla="*/ 49180 w 1370485"/>
                <a:gd name="connsiteY35" fmla="*/ 234425 h 636062"/>
                <a:gd name="connsiteX36" fmla="*/ 52459 w 1370485"/>
                <a:gd name="connsiteY36" fmla="*/ 236065 h 636062"/>
                <a:gd name="connsiteX37" fmla="*/ 55737 w 1370485"/>
                <a:gd name="connsiteY37" fmla="*/ 236065 h 636062"/>
                <a:gd name="connsiteX38" fmla="*/ 59016 w 1370485"/>
                <a:gd name="connsiteY38" fmla="*/ 234425 h 636062"/>
                <a:gd name="connsiteX39" fmla="*/ 62295 w 1370485"/>
                <a:gd name="connsiteY39" fmla="*/ 232786 h 636062"/>
                <a:gd name="connsiteX40" fmla="*/ 67213 w 1370485"/>
                <a:gd name="connsiteY40" fmla="*/ 229507 h 636062"/>
                <a:gd name="connsiteX41" fmla="*/ 67213 w 1370485"/>
                <a:gd name="connsiteY41" fmla="*/ 227868 h 636062"/>
                <a:gd name="connsiteX42" fmla="*/ 65573 w 1370485"/>
                <a:gd name="connsiteY42" fmla="*/ 226229 h 636062"/>
                <a:gd name="connsiteX43" fmla="*/ 62295 w 1370485"/>
                <a:gd name="connsiteY43" fmla="*/ 222950 h 636062"/>
                <a:gd name="connsiteX44" fmla="*/ 60656 w 1370485"/>
                <a:gd name="connsiteY44" fmla="*/ 218032 h 636062"/>
                <a:gd name="connsiteX45" fmla="*/ 59016 w 1370485"/>
                <a:gd name="connsiteY45" fmla="*/ 214753 h 636062"/>
                <a:gd name="connsiteX46" fmla="*/ 57377 w 1370485"/>
                <a:gd name="connsiteY46" fmla="*/ 211475 h 636062"/>
                <a:gd name="connsiteX47" fmla="*/ 55737 w 1370485"/>
                <a:gd name="connsiteY47" fmla="*/ 206557 h 636062"/>
                <a:gd name="connsiteX48" fmla="*/ 54098 w 1370485"/>
                <a:gd name="connsiteY48" fmla="*/ 203278 h 636062"/>
                <a:gd name="connsiteX49" fmla="*/ 50820 w 1370485"/>
                <a:gd name="connsiteY49" fmla="*/ 201638 h 636062"/>
                <a:gd name="connsiteX50" fmla="*/ 54098 w 1370485"/>
                <a:gd name="connsiteY50" fmla="*/ 203278 h 636062"/>
                <a:gd name="connsiteX51" fmla="*/ 59016 w 1370485"/>
                <a:gd name="connsiteY51" fmla="*/ 203278 h 636062"/>
                <a:gd name="connsiteX52" fmla="*/ 62295 w 1370485"/>
                <a:gd name="connsiteY52" fmla="*/ 201638 h 636062"/>
                <a:gd name="connsiteX53" fmla="*/ 65573 w 1370485"/>
                <a:gd name="connsiteY53" fmla="*/ 198360 h 636062"/>
                <a:gd name="connsiteX54" fmla="*/ 70492 w 1370485"/>
                <a:gd name="connsiteY54" fmla="*/ 195081 h 636062"/>
                <a:gd name="connsiteX55" fmla="*/ 73770 w 1370485"/>
                <a:gd name="connsiteY55" fmla="*/ 195081 h 636062"/>
                <a:gd name="connsiteX56" fmla="*/ 77049 w 1370485"/>
                <a:gd name="connsiteY56" fmla="*/ 190163 h 636062"/>
                <a:gd name="connsiteX57" fmla="*/ 73770 w 1370485"/>
                <a:gd name="connsiteY57" fmla="*/ 186885 h 636062"/>
                <a:gd name="connsiteX58" fmla="*/ 73770 w 1370485"/>
                <a:gd name="connsiteY58" fmla="*/ 183606 h 636062"/>
                <a:gd name="connsiteX59" fmla="*/ 77049 w 1370485"/>
                <a:gd name="connsiteY59" fmla="*/ 181966 h 636062"/>
                <a:gd name="connsiteX60" fmla="*/ 81967 w 1370485"/>
                <a:gd name="connsiteY60" fmla="*/ 181966 h 636062"/>
                <a:gd name="connsiteX61" fmla="*/ 85246 w 1370485"/>
                <a:gd name="connsiteY61" fmla="*/ 181966 h 636062"/>
                <a:gd name="connsiteX62" fmla="*/ 90164 w 1370485"/>
                <a:gd name="connsiteY62" fmla="*/ 178688 h 636062"/>
                <a:gd name="connsiteX63" fmla="*/ 90164 w 1370485"/>
                <a:gd name="connsiteY63" fmla="*/ 178688 h 636062"/>
                <a:gd name="connsiteX64" fmla="*/ 91803 w 1370485"/>
                <a:gd name="connsiteY64" fmla="*/ 177048 h 636062"/>
                <a:gd name="connsiteX65" fmla="*/ 95082 w 1370485"/>
                <a:gd name="connsiteY65" fmla="*/ 175409 h 636062"/>
                <a:gd name="connsiteX66" fmla="*/ 100000 w 1370485"/>
                <a:gd name="connsiteY66" fmla="*/ 175409 h 636062"/>
                <a:gd name="connsiteX67" fmla="*/ 103279 w 1370485"/>
                <a:gd name="connsiteY67" fmla="*/ 173770 h 636062"/>
                <a:gd name="connsiteX68" fmla="*/ 103279 w 1370485"/>
                <a:gd name="connsiteY68" fmla="*/ 168852 h 636062"/>
                <a:gd name="connsiteX69" fmla="*/ 106557 w 1370485"/>
                <a:gd name="connsiteY69" fmla="*/ 167213 h 636062"/>
                <a:gd name="connsiteX70" fmla="*/ 106557 w 1370485"/>
                <a:gd name="connsiteY70" fmla="*/ 163934 h 636062"/>
                <a:gd name="connsiteX71" fmla="*/ 108196 w 1370485"/>
                <a:gd name="connsiteY71" fmla="*/ 159016 h 636062"/>
                <a:gd name="connsiteX72" fmla="*/ 111475 w 1370485"/>
                <a:gd name="connsiteY72" fmla="*/ 160655 h 636062"/>
                <a:gd name="connsiteX73" fmla="*/ 114754 w 1370485"/>
                <a:gd name="connsiteY73" fmla="*/ 160655 h 636062"/>
                <a:gd name="connsiteX74" fmla="*/ 113114 w 1370485"/>
                <a:gd name="connsiteY74" fmla="*/ 157376 h 636062"/>
                <a:gd name="connsiteX75" fmla="*/ 113114 w 1370485"/>
                <a:gd name="connsiteY75" fmla="*/ 154098 h 636062"/>
                <a:gd name="connsiteX76" fmla="*/ 116393 w 1370485"/>
                <a:gd name="connsiteY76" fmla="*/ 155737 h 636062"/>
                <a:gd name="connsiteX77" fmla="*/ 119672 w 1370485"/>
                <a:gd name="connsiteY77" fmla="*/ 157376 h 636062"/>
                <a:gd name="connsiteX78" fmla="*/ 121311 w 1370485"/>
                <a:gd name="connsiteY78" fmla="*/ 157376 h 636062"/>
                <a:gd name="connsiteX79" fmla="*/ 124590 w 1370485"/>
                <a:gd name="connsiteY79" fmla="*/ 157376 h 636062"/>
                <a:gd name="connsiteX80" fmla="*/ 129508 w 1370485"/>
                <a:gd name="connsiteY80" fmla="*/ 157376 h 636062"/>
                <a:gd name="connsiteX81" fmla="*/ 132786 w 1370485"/>
                <a:gd name="connsiteY81" fmla="*/ 159016 h 636062"/>
                <a:gd name="connsiteX82" fmla="*/ 132786 w 1370485"/>
                <a:gd name="connsiteY82" fmla="*/ 162294 h 636062"/>
                <a:gd name="connsiteX83" fmla="*/ 136065 w 1370485"/>
                <a:gd name="connsiteY83" fmla="*/ 167213 h 636062"/>
                <a:gd name="connsiteX84" fmla="*/ 139344 w 1370485"/>
                <a:gd name="connsiteY84" fmla="*/ 165573 h 636062"/>
                <a:gd name="connsiteX85" fmla="*/ 142623 w 1370485"/>
                <a:gd name="connsiteY85" fmla="*/ 163934 h 636062"/>
                <a:gd name="connsiteX86" fmla="*/ 145901 w 1370485"/>
                <a:gd name="connsiteY86" fmla="*/ 167213 h 636062"/>
                <a:gd name="connsiteX87" fmla="*/ 147540 w 1370485"/>
                <a:gd name="connsiteY87" fmla="*/ 163934 h 636062"/>
                <a:gd name="connsiteX88" fmla="*/ 149180 w 1370485"/>
                <a:gd name="connsiteY88" fmla="*/ 159016 h 636062"/>
                <a:gd name="connsiteX89" fmla="*/ 152459 w 1370485"/>
                <a:gd name="connsiteY89" fmla="*/ 157376 h 636062"/>
                <a:gd name="connsiteX90" fmla="*/ 157376 w 1370485"/>
                <a:gd name="connsiteY90" fmla="*/ 159016 h 636062"/>
                <a:gd name="connsiteX91" fmla="*/ 160655 w 1370485"/>
                <a:gd name="connsiteY91" fmla="*/ 155737 h 636062"/>
                <a:gd name="connsiteX92" fmla="*/ 163934 w 1370485"/>
                <a:gd name="connsiteY92" fmla="*/ 154098 h 636062"/>
                <a:gd name="connsiteX93" fmla="*/ 165573 w 1370485"/>
                <a:gd name="connsiteY93" fmla="*/ 157376 h 636062"/>
                <a:gd name="connsiteX94" fmla="*/ 170491 w 1370485"/>
                <a:gd name="connsiteY94" fmla="*/ 160655 h 636062"/>
                <a:gd name="connsiteX95" fmla="*/ 172130 w 1370485"/>
                <a:gd name="connsiteY95" fmla="*/ 165573 h 636062"/>
                <a:gd name="connsiteX96" fmla="*/ 172130 w 1370485"/>
                <a:gd name="connsiteY96" fmla="*/ 165573 h 636062"/>
                <a:gd name="connsiteX97" fmla="*/ 175409 w 1370485"/>
                <a:gd name="connsiteY97" fmla="*/ 167213 h 636062"/>
                <a:gd name="connsiteX98" fmla="*/ 178688 w 1370485"/>
                <a:gd name="connsiteY98" fmla="*/ 167213 h 636062"/>
                <a:gd name="connsiteX99" fmla="*/ 183606 w 1370485"/>
                <a:gd name="connsiteY99" fmla="*/ 165573 h 636062"/>
                <a:gd name="connsiteX100" fmla="*/ 186884 w 1370485"/>
                <a:gd name="connsiteY100" fmla="*/ 167213 h 636062"/>
                <a:gd name="connsiteX101" fmla="*/ 188524 w 1370485"/>
                <a:gd name="connsiteY101" fmla="*/ 165573 h 636062"/>
                <a:gd name="connsiteX102" fmla="*/ 193442 w 1370485"/>
                <a:gd name="connsiteY102" fmla="*/ 165573 h 636062"/>
                <a:gd name="connsiteX103" fmla="*/ 196720 w 1370485"/>
                <a:gd name="connsiteY103" fmla="*/ 165573 h 636062"/>
                <a:gd name="connsiteX104" fmla="*/ 199999 w 1370485"/>
                <a:gd name="connsiteY104" fmla="*/ 165573 h 636062"/>
                <a:gd name="connsiteX105" fmla="*/ 201639 w 1370485"/>
                <a:gd name="connsiteY105" fmla="*/ 165573 h 636062"/>
                <a:gd name="connsiteX106" fmla="*/ 204917 w 1370485"/>
                <a:gd name="connsiteY106" fmla="*/ 167213 h 636062"/>
                <a:gd name="connsiteX107" fmla="*/ 208196 w 1370485"/>
                <a:gd name="connsiteY107" fmla="*/ 168852 h 636062"/>
                <a:gd name="connsiteX108" fmla="*/ 211474 w 1370485"/>
                <a:gd name="connsiteY108" fmla="*/ 172130 h 636062"/>
                <a:gd name="connsiteX109" fmla="*/ 213114 w 1370485"/>
                <a:gd name="connsiteY109" fmla="*/ 175409 h 636062"/>
                <a:gd name="connsiteX110" fmla="*/ 218032 w 1370485"/>
                <a:gd name="connsiteY110" fmla="*/ 177048 h 636062"/>
                <a:gd name="connsiteX111" fmla="*/ 221310 w 1370485"/>
                <a:gd name="connsiteY111" fmla="*/ 178688 h 636062"/>
                <a:gd name="connsiteX112" fmla="*/ 224589 w 1370485"/>
                <a:gd name="connsiteY112" fmla="*/ 178688 h 636062"/>
                <a:gd name="connsiteX113" fmla="*/ 229507 w 1370485"/>
                <a:gd name="connsiteY113" fmla="*/ 181966 h 636062"/>
                <a:gd name="connsiteX114" fmla="*/ 229507 w 1370485"/>
                <a:gd name="connsiteY114" fmla="*/ 181966 h 636062"/>
                <a:gd name="connsiteX115" fmla="*/ 231147 w 1370485"/>
                <a:gd name="connsiteY115" fmla="*/ 183606 h 636062"/>
                <a:gd name="connsiteX116" fmla="*/ 234425 w 1370485"/>
                <a:gd name="connsiteY116" fmla="*/ 188524 h 636062"/>
                <a:gd name="connsiteX117" fmla="*/ 237704 w 1370485"/>
                <a:gd name="connsiteY117" fmla="*/ 190163 h 636062"/>
                <a:gd name="connsiteX118" fmla="*/ 240983 w 1370485"/>
                <a:gd name="connsiteY118" fmla="*/ 191803 h 636062"/>
                <a:gd name="connsiteX119" fmla="*/ 245901 w 1370485"/>
                <a:gd name="connsiteY119" fmla="*/ 193442 h 636062"/>
                <a:gd name="connsiteX120" fmla="*/ 244261 w 1370485"/>
                <a:gd name="connsiteY120" fmla="*/ 196720 h 636062"/>
                <a:gd name="connsiteX121" fmla="*/ 244261 w 1370485"/>
                <a:gd name="connsiteY121" fmla="*/ 199999 h 636062"/>
                <a:gd name="connsiteX122" fmla="*/ 245901 w 1370485"/>
                <a:gd name="connsiteY122" fmla="*/ 203278 h 636062"/>
                <a:gd name="connsiteX123" fmla="*/ 249179 w 1370485"/>
                <a:gd name="connsiteY123" fmla="*/ 206557 h 636062"/>
                <a:gd name="connsiteX124" fmla="*/ 249179 w 1370485"/>
                <a:gd name="connsiteY124" fmla="*/ 206557 h 636062"/>
                <a:gd name="connsiteX125" fmla="*/ 254097 w 1370485"/>
                <a:gd name="connsiteY125" fmla="*/ 204917 h 636062"/>
                <a:gd name="connsiteX126" fmla="*/ 254097 w 1370485"/>
                <a:gd name="connsiteY126" fmla="*/ 201638 h 636062"/>
                <a:gd name="connsiteX127" fmla="*/ 252458 w 1370485"/>
                <a:gd name="connsiteY127" fmla="*/ 196720 h 636062"/>
                <a:gd name="connsiteX128" fmla="*/ 250819 w 1370485"/>
                <a:gd name="connsiteY128" fmla="*/ 193442 h 636062"/>
                <a:gd name="connsiteX129" fmla="*/ 247540 w 1370485"/>
                <a:gd name="connsiteY129" fmla="*/ 190163 h 636062"/>
                <a:gd name="connsiteX130" fmla="*/ 245901 w 1370485"/>
                <a:gd name="connsiteY130" fmla="*/ 186885 h 636062"/>
                <a:gd name="connsiteX131" fmla="*/ 249179 w 1370485"/>
                <a:gd name="connsiteY131" fmla="*/ 185245 h 636062"/>
                <a:gd name="connsiteX132" fmla="*/ 252458 w 1370485"/>
                <a:gd name="connsiteY132" fmla="*/ 186885 h 636062"/>
                <a:gd name="connsiteX133" fmla="*/ 257376 w 1370485"/>
                <a:gd name="connsiteY133" fmla="*/ 188524 h 636062"/>
                <a:gd name="connsiteX134" fmla="*/ 260654 w 1370485"/>
                <a:gd name="connsiteY134" fmla="*/ 190163 h 636062"/>
                <a:gd name="connsiteX135" fmla="*/ 262294 w 1370485"/>
                <a:gd name="connsiteY135" fmla="*/ 190163 h 636062"/>
                <a:gd name="connsiteX136" fmla="*/ 265573 w 1370485"/>
                <a:gd name="connsiteY136" fmla="*/ 195081 h 636062"/>
                <a:gd name="connsiteX137" fmla="*/ 268851 w 1370485"/>
                <a:gd name="connsiteY137" fmla="*/ 196720 h 636062"/>
                <a:gd name="connsiteX138" fmla="*/ 273769 w 1370485"/>
                <a:gd name="connsiteY138" fmla="*/ 199999 h 636062"/>
                <a:gd name="connsiteX139" fmla="*/ 277048 w 1370485"/>
                <a:gd name="connsiteY139" fmla="*/ 201638 h 636062"/>
                <a:gd name="connsiteX140" fmla="*/ 280327 w 1370485"/>
                <a:gd name="connsiteY140" fmla="*/ 199999 h 636062"/>
                <a:gd name="connsiteX141" fmla="*/ 283606 w 1370485"/>
                <a:gd name="connsiteY141" fmla="*/ 203278 h 636062"/>
                <a:gd name="connsiteX142" fmla="*/ 288523 w 1370485"/>
                <a:gd name="connsiteY142" fmla="*/ 206557 h 636062"/>
                <a:gd name="connsiteX143" fmla="*/ 291802 w 1370485"/>
                <a:gd name="connsiteY143" fmla="*/ 203278 h 636062"/>
                <a:gd name="connsiteX144" fmla="*/ 295081 w 1370485"/>
                <a:gd name="connsiteY144" fmla="*/ 201638 h 636062"/>
                <a:gd name="connsiteX145" fmla="*/ 299999 w 1370485"/>
                <a:gd name="connsiteY145" fmla="*/ 198360 h 636062"/>
                <a:gd name="connsiteX146" fmla="*/ 299999 w 1370485"/>
                <a:gd name="connsiteY146" fmla="*/ 195081 h 636062"/>
                <a:gd name="connsiteX147" fmla="*/ 299999 w 1370485"/>
                <a:gd name="connsiteY147" fmla="*/ 193442 h 636062"/>
                <a:gd name="connsiteX148" fmla="*/ 303277 w 1370485"/>
                <a:gd name="connsiteY148" fmla="*/ 190163 h 636062"/>
                <a:gd name="connsiteX149" fmla="*/ 308196 w 1370485"/>
                <a:gd name="connsiteY149" fmla="*/ 188524 h 636062"/>
                <a:gd name="connsiteX150" fmla="*/ 308196 w 1370485"/>
                <a:gd name="connsiteY150" fmla="*/ 183606 h 636062"/>
                <a:gd name="connsiteX151" fmla="*/ 313113 w 1370485"/>
                <a:gd name="connsiteY151" fmla="*/ 185245 h 636062"/>
                <a:gd name="connsiteX152" fmla="*/ 316392 w 1370485"/>
                <a:gd name="connsiteY152" fmla="*/ 186885 h 636062"/>
                <a:gd name="connsiteX153" fmla="*/ 316392 w 1370485"/>
                <a:gd name="connsiteY153" fmla="*/ 183606 h 636062"/>
                <a:gd name="connsiteX154" fmla="*/ 321310 w 1370485"/>
                <a:gd name="connsiteY154" fmla="*/ 183606 h 636062"/>
                <a:gd name="connsiteX155" fmla="*/ 324589 w 1370485"/>
                <a:gd name="connsiteY155" fmla="*/ 183606 h 636062"/>
                <a:gd name="connsiteX156" fmla="*/ 327867 w 1370485"/>
                <a:gd name="connsiteY156" fmla="*/ 183606 h 636062"/>
                <a:gd name="connsiteX157" fmla="*/ 331146 w 1370485"/>
                <a:gd name="connsiteY157" fmla="*/ 181966 h 636062"/>
                <a:gd name="connsiteX158" fmla="*/ 334425 w 1370485"/>
                <a:gd name="connsiteY158" fmla="*/ 185245 h 636062"/>
                <a:gd name="connsiteX159" fmla="*/ 337703 w 1370485"/>
                <a:gd name="connsiteY159" fmla="*/ 186885 h 636062"/>
                <a:gd name="connsiteX160" fmla="*/ 340982 w 1370485"/>
                <a:gd name="connsiteY160" fmla="*/ 191803 h 636062"/>
                <a:gd name="connsiteX161" fmla="*/ 344261 w 1370485"/>
                <a:gd name="connsiteY161" fmla="*/ 191803 h 636062"/>
                <a:gd name="connsiteX162" fmla="*/ 345900 w 1370485"/>
                <a:gd name="connsiteY162" fmla="*/ 191803 h 636062"/>
                <a:gd name="connsiteX163" fmla="*/ 349179 w 1370485"/>
                <a:gd name="connsiteY163" fmla="*/ 190163 h 636062"/>
                <a:gd name="connsiteX164" fmla="*/ 352457 w 1370485"/>
                <a:gd name="connsiteY164" fmla="*/ 190163 h 636062"/>
                <a:gd name="connsiteX165" fmla="*/ 352457 w 1370485"/>
                <a:gd name="connsiteY165" fmla="*/ 186885 h 636062"/>
                <a:gd name="connsiteX166" fmla="*/ 350818 w 1370485"/>
                <a:gd name="connsiteY166" fmla="*/ 181966 h 636062"/>
                <a:gd name="connsiteX167" fmla="*/ 352457 w 1370485"/>
                <a:gd name="connsiteY167" fmla="*/ 181966 h 636062"/>
                <a:gd name="connsiteX168" fmla="*/ 355736 w 1370485"/>
                <a:gd name="connsiteY168" fmla="*/ 181966 h 636062"/>
                <a:gd name="connsiteX169" fmla="*/ 359015 w 1370485"/>
                <a:gd name="connsiteY169" fmla="*/ 183606 h 636062"/>
                <a:gd name="connsiteX170" fmla="*/ 363933 w 1370485"/>
                <a:gd name="connsiteY170" fmla="*/ 183606 h 636062"/>
                <a:gd name="connsiteX171" fmla="*/ 367211 w 1370485"/>
                <a:gd name="connsiteY171" fmla="*/ 180327 h 636062"/>
                <a:gd name="connsiteX172" fmla="*/ 370490 w 1370485"/>
                <a:gd name="connsiteY172" fmla="*/ 180327 h 636062"/>
                <a:gd name="connsiteX173" fmla="*/ 373769 w 1370485"/>
                <a:gd name="connsiteY173" fmla="*/ 183606 h 636062"/>
                <a:gd name="connsiteX174" fmla="*/ 375408 w 1370485"/>
                <a:gd name="connsiteY174" fmla="*/ 183606 h 636062"/>
                <a:gd name="connsiteX175" fmla="*/ 375408 w 1370485"/>
                <a:gd name="connsiteY175" fmla="*/ 183606 h 636062"/>
                <a:gd name="connsiteX176" fmla="*/ 380326 w 1370485"/>
                <a:gd name="connsiteY176" fmla="*/ 185245 h 636062"/>
                <a:gd name="connsiteX177" fmla="*/ 380326 w 1370485"/>
                <a:gd name="connsiteY177" fmla="*/ 188524 h 636062"/>
                <a:gd name="connsiteX178" fmla="*/ 381966 w 1370485"/>
                <a:gd name="connsiteY178" fmla="*/ 191803 h 636062"/>
                <a:gd name="connsiteX179" fmla="*/ 385244 w 1370485"/>
                <a:gd name="connsiteY179" fmla="*/ 195081 h 636062"/>
                <a:gd name="connsiteX180" fmla="*/ 388523 w 1370485"/>
                <a:gd name="connsiteY180" fmla="*/ 195081 h 636062"/>
                <a:gd name="connsiteX181" fmla="*/ 393441 w 1370485"/>
                <a:gd name="connsiteY181" fmla="*/ 198360 h 636062"/>
                <a:gd name="connsiteX182" fmla="*/ 396720 w 1370485"/>
                <a:gd name="connsiteY182" fmla="*/ 199999 h 636062"/>
                <a:gd name="connsiteX183" fmla="*/ 398359 w 1370485"/>
                <a:gd name="connsiteY183" fmla="*/ 199999 h 636062"/>
                <a:gd name="connsiteX184" fmla="*/ 401638 w 1370485"/>
                <a:gd name="connsiteY184" fmla="*/ 199999 h 636062"/>
                <a:gd name="connsiteX185" fmla="*/ 404916 w 1370485"/>
                <a:gd name="connsiteY185" fmla="*/ 199999 h 636062"/>
                <a:gd name="connsiteX186" fmla="*/ 409834 w 1370485"/>
                <a:gd name="connsiteY186" fmla="*/ 201638 h 636062"/>
                <a:gd name="connsiteX187" fmla="*/ 413113 w 1370485"/>
                <a:gd name="connsiteY187" fmla="*/ 201638 h 636062"/>
                <a:gd name="connsiteX188" fmla="*/ 418031 w 1370485"/>
                <a:gd name="connsiteY188" fmla="*/ 203278 h 636062"/>
                <a:gd name="connsiteX189" fmla="*/ 416391 w 1370485"/>
                <a:gd name="connsiteY189" fmla="*/ 206557 h 636062"/>
                <a:gd name="connsiteX190" fmla="*/ 419670 w 1370485"/>
                <a:gd name="connsiteY190" fmla="*/ 206557 h 636062"/>
                <a:gd name="connsiteX191" fmla="*/ 422949 w 1370485"/>
                <a:gd name="connsiteY191" fmla="*/ 206557 h 636062"/>
                <a:gd name="connsiteX192" fmla="*/ 427867 w 1370485"/>
                <a:gd name="connsiteY192" fmla="*/ 203278 h 636062"/>
                <a:gd name="connsiteX193" fmla="*/ 427867 w 1370485"/>
                <a:gd name="connsiteY193" fmla="*/ 201638 h 636062"/>
                <a:gd name="connsiteX194" fmla="*/ 427867 w 1370485"/>
                <a:gd name="connsiteY194" fmla="*/ 198360 h 636062"/>
                <a:gd name="connsiteX195" fmla="*/ 427867 w 1370485"/>
                <a:gd name="connsiteY195" fmla="*/ 193442 h 636062"/>
                <a:gd name="connsiteX196" fmla="*/ 427867 w 1370485"/>
                <a:gd name="connsiteY196" fmla="*/ 193442 h 636062"/>
                <a:gd name="connsiteX197" fmla="*/ 427867 w 1370485"/>
                <a:gd name="connsiteY197" fmla="*/ 193442 h 636062"/>
                <a:gd name="connsiteX198" fmla="*/ 431146 w 1370485"/>
                <a:gd name="connsiteY198" fmla="*/ 191803 h 636062"/>
                <a:gd name="connsiteX199" fmla="*/ 434424 w 1370485"/>
                <a:gd name="connsiteY199" fmla="*/ 193442 h 636062"/>
                <a:gd name="connsiteX200" fmla="*/ 436064 w 1370485"/>
                <a:gd name="connsiteY200" fmla="*/ 196720 h 636062"/>
                <a:gd name="connsiteX201" fmla="*/ 439343 w 1370485"/>
                <a:gd name="connsiteY201" fmla="*/ 198360 h 636062"/>
                <a:gd name="connsiteX202" fmla="*/ 442621 w 1370485"/>
                <a:gd name="connsiteY202" fmla="*/ 199999 h 636062"/>
                <a:gd name="connsiteX203" fmla="*/ 447539 w 1370485"/>
                <a:gd name="connsiteY203" fmla="*/ 199999 h 636062"/>
                <a:gd name="connsiteX204" fmla="*/ 450818 w 1370485"/>
                <a:gd name="connsiteY204" fmla="*/ 199999 h 636062"/>
                <a:gd name="connsiteX205" fmla="*/ 454096 w 1370485"/>
                <a:gd name="connsiteY205" fmla="*/ 201638 h 636062"/>
                <a:gd name="connsiteX206" fmla="*/ 459014 w 1370485"/>
                <a:gd name="connsiteY206" fmla="*/ 199999 h 636062"/>
                <a:gd name="connsiteX207" fmla="*/ 462293 w 1370485"/>
                <a:gd name="connsiteY207" fmla="*/ 199999 h 636062"/>
                <a:gd name="connsiteX208" fmla="*/ 465572 w 1370485"/>
                <a:gd name="connsiteY208" fmla="*/ 198360 h 636062"/>
                <a:gd name="connsiteX209" fmla="*/ 470490 w 1370485"/>
                <a:gd name="connsiteY209" fmla="*/ 196720 h 636062"/>
                <a:gd name="connsiteX210" fmla="*/ 473768 w 1370485"/>
                <a:gd name="connsiteY210" fmla="*/ 196720 h 636062"/>
                <a:gd name="connsiteX211" fmla="*/ 477047 w 1370485"/>
                <a:gd name="connsiteY211" fmla="*/ 193442 h 636062"/>
                <a:gd name="connsiteX212" fmla="*/ 477047 w 1370485"/>
                <a:gd name="connsiteY212" fmla="*/ 190163 h 636062"/>
                <a:gd name="connsiteX213" fmla="*/ 477047 w 1370485"/>
                <a:gd name="connsiteY213" fmla="*/ 186885 h 636062"/>
                <a:gd name="connsiteX214" fmla="*/ 477047 w 1370485"/>
                <a:gd name="connsiteY214" fmla="*/ 185245 h 636062"/>
                <a:gd name="connsiteX215" fmla="*/ 477047 w 1370485"/>
                <a:gd name="connsiteY215" fmla="*/ 185245 h 636062"/>
                <a:gd name="connsiteX216" fmla="*/ 475408 w 1370485"/>
                <a:gd name="connsiteY216" fmla="*/ 180327 h 636062"/>
                <a:gd name="connsiteX217" fmla="*/ 475408 w 1370485"/>
                <a:gd name="connsiteY217" fmla="*/ 177048 h 636062"/>
                <a:gd name="connsiteX218" fmla="*/ 480326 w 1370485"/>
                <a:gd name="connsiteY218" fmla="*/ 175409 h 636062"/>
                <a:gd name="connsiteX219" fmla="*/ 478687 w 1370485"/>
                <a:gd name="connsiteY219" fmla="*/ 175409 h 636062"/>
                <a:gd name="connsiteX220" fmla="*/ 473768 w 1370485"/>
                <a:gd name="connsiteY220" fmla="*/ 172130 h 636062"/>
                <a:gd name="connsiteX221" fmla="*/ 470490 w 1370485"/>
                <a:gd name="connsiteY221" fmla="*/ 168852 h 636062"/>
                <a:gd name="connsiteX222" fmla="*/ 470490 w 1370485"/>
                <a:gd name="connsiteY222" fmla="*/ 168852 h 636062"/>
                <a:gd name="connsiteX223" fmla="*/ 467211 w 1370485"/>
                <a:gd name="connsiteY223" fmla="*/ 167213 h 636062"/>
                <a:gd name="connsiteX224" fmla="*/ 463933 w 1370485"/>
                <a:gd name="connsiteY224" fmla="*/ 167213 h 636062"/>
                <a:gd name="connsiteX225" fmla="*/ 459014 w 1370485"/>
                <a:gd name="connsiteY225" fmla="*/ 167213 h 636062"/>
                <a:gd name="connsiteX226" fmla="*/ 455736 w 1370485"/>
                <a:gd name="connsiteY226" fmla="*/ 165573 h 636062"/>
                <a:gd name="connsiteX227" fmla="*/ 452457 w 1370485"/>
                <a:gd name="connsiteY227" fmla="*/ 163934 h 636062"/>
                <a:gd name="connsiteX228" fmla="*/ 450818 w 1370485"/>
                <a:gd name="connsiteY228" fmla="*/ 160655 h 636062"/>
                <a:gd name="connsiteX229" fmla="*/ 447539 w 1370485"/>
                <a:gd name="connsiteY229" fmla="*/ 160655 h 636062"/>
                <a:gd name="connsiteX230" fmla="*/ 444260 w 1370485"/>
                <a:gd name="connsiteY230" fmla="*/ 160655 h 636062"/>
                <a:gd name="connsiteX231" fmla="*/ 440981 w 1370485"/>
                <a:gd name="connsiteY231" fmla="*/ 160655 h 636062"/>
                <a:gd name="connsiteX232" fmla="*/ 436064 w 1370485"/>
                <a:gd name="connsiteY232" fmla="*/ 160655 h 636062"/>
                <a:gd name="connsiteX233" fmla="*/ 432785 w 1370485"/>
                <a:gd name="connsiteY233" fmla="*/ 155737 h 636062"/>
                <a:gd name="connsiteX234" fmla="*/ 431146 w 1370485"/>
                <a:gd name="connsiteY234" fmla="*/ 152458 h 636062"/>
                <a:gd name="connsiteX235" fmla="*/ 426228 w 1370485"/>
                <a:gd name="connsiteY235" fmla="*/ 150819 h 636062"/>
                <a:gd name="connsiteX236" fmla="*/ 422949 w 1370485"/>
                <a:gd name="connsiteY236" fmla="*/ 149180 h 636062"/>
                <a:gd name="connsiteX237" fmla="*/ 419670 w 1370485"/>
                <a:gd name="connsiteY237" fmla="*/ 149180 h 636062"/>
                <a:gd name="connsiteX238" fmla="*/ 414753 w 1370485"/>
                <a:gd name="connsiteY238" fmla="*/ 145901 h 636062"/>
                <a:gd name="connsiteX239" fmla="*/ 414753 w 1370485"/>
                <a:gd name="connsiteY239" fmla="*/ 144262 h 636062"/>
                <a:gd name="connsiteX240" fmla="*/ 418031 w 1370485"/>
                <a:gd name="connsiteY240" fmla="*/ 144262 h 636062"/>
                <a:gd name="connsiteX241" fmla="*/ 418031 w 1370485"/>
                <a:gd name="connsiteY241" fmla="*/ 144262 h 636062"/>
                <a:gd name="connsiteX242" fmla="*/ 421310 w 1370485"/>
                <a:gd name="connsiteY242" fmla="*/ 144262 h 636062"/>
                <a:gd name="connsiteX243" fmla="*/ 424588 w 1370485"/>
                <a:gd name="connsiteY243" fmla="*/ 140983 h 636062"/>
                <a:gd name="connsiteX244" fmla="*/ 427867 w 1370485"/>
                <a:gd name="connsiteY244" fmla="*/ 137704 h 636062"/>
                <a:gd name="connsiteX245" fmla="*/ 432785 w 1370485"/>
                <a:gd name="connsiteY245" fmla="*/ 137704 h 636062"/>
                <a:gd name="connsiteX246" fmla="*/ 436064 w 1370485"/>
                <a:gd name="connsiteY246" fmla="*/ 137704 h 636062"/>
                <a:gd name="connsiteX247" fmla="*/ 439343 w 1370485"/>
                <a:gd name="connsiteY247" fmla="*/ 134426 h 636062"/>
                <a:gd name="connsiteX248" fmla="*/ 444260 w 1370485"/>
                <a:gd name="connsiteY248" fmla="*/ 131147 h 636062"/>
                <a:gd name="connsiteX249" fmla="*/ 444260 w 1370485"/>
                <a:gd name="connsiteY249" fmla="*/ 129508 h 636062"/>
                <a:gd name="connsiteX250" fmla="*/ 440981 w 1370485"/>
                <a:gd name="connsiteY250" fmla="*/ 126229 h 636062"/>
                <a:gd name="connsiteX251" fmla="*/ 439343 w 1370485"/>
                <a:gd name="connsiteY251" fmla="*/ 122950 h 636062"/>
                <a:gd name="connsiteX252" fmla="*/ 434424 w 1370485"/>
                <a:gd name="connsiteY252" fmla="*/ 121311 h 636062"/>
                <a:gd name="connsiteX253" fmla="*/ 432785 w 1370485"/>
                <a:gd name="connsiteY253" fmla="*/ 118032 h 636062"/>
                <a:gd name="connsiteX254" fmla="*/ 429506 w 1370485"/>
                <a:gd name="connsiteY254" fmla="*/ 116393 h 636062"/>
                <a:gd name="connsiteX255" fmla="*/ 429506 w 1370485"/>
                <a:gd name="connsiteY255" fmla="*/ 111475 h 636062"/>
                <a:gd name="connsiteX256" fmla="*/ 432785 w 1370485"/>
                <a:gd name="connsiteY256" fmla="*/ 109836 h 636062"/>
                <a:gd name="connsiteX257" fmla="*/ 436064 w 1370485"/>
                <a:gd name="connsiteY257" fmla="*/ 106557 h 636062"/>
                <a:gd name="connsiteX258" fmla="*/ 434424 w 1370485"/>
                <a:gd name="connsiteY258" fmla="*/ 103278 h 636062"/>
                <a:gd name="connsiteX259" fmla="*/ 439343 w 1370485"/>
                <a:gd name="connsiteY259" fmla="*/ 101639 h 636062"/>
                <a:gd name="connsiteX260" fmla="*/ 440981 w 1370485"/>
                <a:gd name="connsiteY260" fmla="*/ 101639 h 636062"/>
                <a:gd name="connsiteX261" fmla="*/ 444260 w 1370485"/>
                <a:gd name="connsiteY261" fmla="*/ 101639 h 636062"/>
                <a:gd name="connsiteX262" fmla="*/ 447539 w 1370485"/>
                <a:gd name="connsiteY262" fmla="*/ 101639 h 636062"/>
                <a:gd name="connsiteX263" fmla="*/ 452457 w 1370485"/>
                <a:gd name="connsiteY263" fmla="*/ 101639 h 636062"/>
                <a:gd name="connsiteX264" fmla="*/ 455736 w 1370485"/>
                <a:gd name="connsiteY264" fmla="*/ 103278 h 636062"/>
                <a:gd name="connsiteX265" fmla="*/ 459014 w 1370485"/>
                <a:gd name="connsiteY265" fmla="*/ 103278 h 636062"/>
                <a:gd name="connsiteX266" fmla="*/ 463933 w 1370485"/>
                <a:gd name="connsiteY266" fmla="*/ 103278 h 636062"/>
                <a:gd name="connsiteX267" fmla="*/ 467211 w 1370485"/>
                <a:gd name="connsiteY267" fmla="*/ 104918 h 636062"/>
                <a:gd name="connsiteX268" fmla="*/ 470490 w 1370485"/>
                <a:gd name="connsiteY268" fmla="*/ 101639 h 636062"/>
                <a:gd name="connsiteX269" fmla="*/ 468850 w 1370485"/>
                <a:gd name="connsiteY269" fmla="*/ 96721 h 636062"/>
                <a:gd name="connsiteX270" fmla="*/ 465572 w 1370485"/>
                <a:gd name="connsiteY270" fmla="*/ 96721 h 636062"/>
                <a:gd name="connsiteX271" fmla="*/ 462293 w 1370485"/>
                <a:gd name="connsiteY271" fmla="*/ 95082 h 636062"/>
                <a:gd name="connsiteX272" fmla="*/ 457375 w 1370485"/>
                <a:gd name="connsiteY272" fmla="*/ 95082 h 636062"/>
                <a:gd name="connsiteX273" fmla="*/ 454096 w 1370485"/>
                <a:gd name="connsiteY273" fmla="*/ 91803 h 636062"/>
                <a:gd name="connsiteX274" fmla="*/ 450818 w 1370485"/>
                <a:gd name="connsiteY274" fmla="*/ 93442 h 636062"/>
                <a:gd name="connsiteX275" fmla="*/ 447539 w 1370485"/>
                <a:gd name="connsiteY275" fmla="*/ 91803 h 636062"/>
                <a:gd name="connsiteX276" fmla="*/ 442621 w 1370485"/>
                <a:gd name="connsiteY276" fmla="*/ 90164 h 636062"/>
                <a:gd name="connsiteX277" fmla="*/ 439343 w 1370485"/>
                <a:gd name="connsiteY277" fmla="*/ 90164 h 636062"/>
                <a:gd name="connsiteX278" fmla="*/ 434424 w 1370485"/>
                <a:gd name="connsiteY278" fmla="*/ 86885 h 636062"/>
                <a:gd name="connsiteX279" fmla="*/ 436064 w 1370485"/>
                <a:gd name="connsiteY279" fmla="*/ 83606 h 636062"/>
                <a:gd name="connsiteX280" fmla="*/ 439343 w 1370485"/>
                <a:gd name="connsiteY280" fmla="*/ 81967 h 636062"/>
                <a:gd name="connsiteX281" fmla="*/ 442621 w 1370485"/>
                <a:gd name="connsiteY281" fmla="*/ 83606 h 636062"/>
                <a:gd name="connsiteX282" fmla="*/ 445900 w 1370485"/>
                <a:gd name="connsiteY282" fmla="*/ 80328 h 636062"/>
                <a:gd name="connsiteX283" fmla="*/ 442621 w 1370485"/>
                <a:gd name="connsiteY283" fmla="*/ 77049 h 636062"/>
                <a:gd name="connsiteX284" fmla="*/ 439343 w 1370485"/>
                <a:gd name="connsiteY284" fmla="*/ 77049 h 636062"/>
                <a:gd name="connsiteX285" fmla="*/ 434424 w 1370485"/>
                <a:gd name="connsiteY285" fmla="*/ 78688 h 636062"/>
                <a:gd name="connsiteX286" fmla="*/ 431146 w 1370485"/>
                <a:gd name="connsiteY286" fmla="*/ 77049 h 636062"/>
                <a:gd name="connsiteX287" fmla="*/ 427867 w 1370485"/>
                <a:gd name="connsiteY287" fmla="*/ 75410 h 636062"/>
                <a:gd name="connsiteX288" fmla="*/ 424588 w 1370485"/>
                <a:gd name="connsiteY288" fmla="*/ 73770 h 636062"/>
                <a:gd name="connsiteX289" fmla="*/ 427867 w 1370485"/>
                <a:gd name="connsiteY289" fmla="*/ 73770 h 636062"/>
                <a:gd name="connsiteX290" fmla="*/ 429506 w 1370485"/>
                <a:gd name="connsiteY290" fmla="*/ 68852 h 636062"/>
                <a:gd name="connsiteX291" fmla="*/ 431146 w 1370485"/>
                <a:gd name="connsiteY291" fmla="*/ 67213 h 636062"/>
                <a:gd name="connsiteX292" fmla="*/ 426228 w 1370485"/>
                <a:gd name="connsiteY292" fmla="*/ 65573 h 636062"/>
                <a:gd name="connsiteX293" fmla="*/ 422949 w 1370485"/>
                <a:gd name="connsiteY293" fmla="*/ 62295 h 636062"/>
                <a:gd name="connsiteX294" fmla="*/ 426228 w 1370485"/>
                <a:gd name="connsiteY294" fmla="*/ 62295 h 636062"/>
                <a:gd name="connsiteX295" fmla="*/ 429506 w 1370485"/>
                <a:gd name="connsiteY295" fmla="*/ 62295 h 636062"/>
                <a:gd name="connsiteX296" fmla="*/ 429506 w 1370485"/>
                <a:gd name="connsiteY296" fmla="*/ 59016 h 636062"/>
                <a:gd name="connsiteX297" fmla="*/ 434424 w 1370485"/>
                <a:gd name="connsiteY297" fmla="*/ 57377 h 636062"/>
                <a:gd name="connsiteX298" fmla="*/ 437703 w 1370485"/>
                <a:gd name="connsiteY298" fmla="*/ 59016 h 636062"/>
                <a:gd name="connsiteX299" fmla="*/ 437703 w 1370485"/>
                <a:gd name="connsiteY299" fmla="*/ 59016 h 636062"/>
                <a:gd name="connsiteX300" fmla="*/ 442621 w 1370485"/>
                <a:gd name="connsiteY300" fmla="*/ 60656 h 636062"/>
                <a:gd name="connsiteX301" fmla="*/ 442621 w 1370485"/>
                <a:gd name="connsiteY301" fmla="*/ 59016 h 636062"/>
                <a:gd name="connsiteX302" fmla="*/ 444260 w 1370485"/>
                <a:gd name="connsiteY302" fmla="*/ 59016 h 636062"/>
                <a:gd name="connsiteX303" fmla="*/ 447539 w 1370485"/>
                <a:gd name="connsiteY303" fmla="*/ 59016 h 636062"/>
                <a:gd name="connsiteX304" fmla="*/ 450818 w 1370485"/>
                <a:gd name="connsiteY304" fmla="*/ 62295 h 636062"/>
                <a:gd name="connsiteX305" fmla="*/ 455736 w 1370485"/>
                <a:gd name="connsiteY305" fmla="*/ 62295 h 636062"/>
                <a:gd name="connsiteX306" fmla="*/ 457375 w 1370485"/>
                <a:gd name="connsiteY306" fmla="*/ 59016 h 636062"/>
                <a:gd name="connsiteX307" fmla="*/ 460654 w 1370485"/>
                <a:gd name="connsiteY307" fmla="*/ 59016 h 636062"/>
                <a:gd name="connsiteX308" fmla="*/ 465572 w 1370485"/>
                <a:gd name="connsiteY308" fmla="*/ 59016 h 636062"/>
                <a:gd name="connsiteX309" fmla="*/ 468850 w 1370485"/>
                <a:gd name="connsiteY309" fmla="*/ 59016 h 636062"/>
                <a:gd name="connsiteX310" fmla="*/ 470490 w 1370485"/>
                <a:gd name="connsiteY310" fmla="*/ 62295 h 636062"/>
                <a:gd name="connsiteX311" fmla="*/ 473768 w 1370485"/>
                <a:gd name="connsiteY311" fmla="*/ 63934 h 636062"/>
                <a:gd name="connsiteX312" fmla="*/ 473768 w 1370485"/>
                <a:gd name="connsiteY312" fmla="*/ 60656 h 636062"/>
                <a:gd name="connsiteX313" fmla="*/ 473768 w 1370485"/>
                <a:gd name="connsiteY313" fmla="*/ 57377 h 636062"/>
                <a:gd name="connsiteX314" fmla="*/ 477047 w 1370485"/>
                <a:gd name="connsiteY314" fmla="*/ 55738 h 636062"/>
                <a:gd name="connsiteX315" fmla="*/ 481965 w 1370485"/>
                <a:gd name="connsiteY315" fmla="*/ 55738 h 636062"/>
                <a:gd name="connsiteX316" fmla="*/ 485244 w 1370485"/>
                <a:gd name="connsiteY316" fmla="*/ 55738 h 636062"/>
                <a:gd name="connsiteX317" fmla="*/ 488523 w 1370485"/>
                <a:gd name="connsiteY317" fmla="*/ 55738 h 636062"/>
                <a:gd name="connsiteX318" fmla="*/ 490162 w 1370485"/>
                <a:gd name="connsiteY318" fmla="*/ 52459 h 636062"/>
                <a:gd name="connsiteX319" fmla="*/ 493440 w 1370485"/>
                <a:gd name="connsiteY319" fmla="*/ 52459 h 636062"/>
                <a:gd name="connsiteX320" fmla="*/ 496719 w 1370485"/>
                <a:gd name="connsiteY320" fmla="*/ 52459 h 636062"/>
                <a:gd name="connsiteX321" fmla="*/ 499998 w 1370485"/>
                <a:gd name="connsiteY321" fmla="*/ 50820 h 636062"/>
                <a:gd name="connsiteX322" fmla="*/ 504916 w 1370485"/>
                <a:gd name="connsiteY322" fmla="*/ 49180 h 636062"/>
                <a:gd name="connsiteX323" fmla="*/ 508194 w 1370485"/>
                <a:gd name="connsiteY323" fmla="*/ 49180 h 636062"/>
                <a:gd name="connsiteX324" fmla="*/ 511473 w 1370485"/>
                <a:gd name="connsiteY324" fmla="*/ 50820 h 636062"/>
                <a:gd name="connsiteX325" fmla="*/ 513113 w 1370485"/>
                <a:gd name="connsiteY325" fmla="*/ 52459 h 636062"/>
                <a:gd name="connsiteX326" fmla="*/ 516391 w 1370485"/>
                <a:gd name="connsiteY326" fmla="*/ 50820 h 636062"/>
                <a:gd name="connsiteX327" fmla="*/ 518031 w 1370485"/>
                <a:gd name="connsiteY327" fmla="*/ 45901 h 636062"/>
                <a:gd name="connsiteX328" fmla="*/ 521309 w 1370485"/>
                <a:gd name="connsiteY328" fmla="*/ 45901 h 636062"/>
                <a:gd name="connsiteX329" fmla="*/ 524588 w 1370485"/>
                <a:gd name="connsiteY329" fmla="*/ 45901 h 636062"/>
                <a:gd name="connsiteX330" fmla="*/ 529506 w 1370485"/>
                <a:gd name="connsiteY330" fmla="*/ 44262 h 636062"/>
                <a:gd name="connsiteX331" fmla="*/ 532784 w 1370485"/>
                <a:gd name="connsiteY331" fmla="*/ 44262 h 636062"/>
                <a:gd name="connsiteX332" fmla="*/ 534424 w 1370485"/>
                <a:gd name="connsiteY332" fmla="*/ 44262 h 636062"/>
                <a:gd name="connsiteX333" fmla="*/ 539342 w 1370485"/>
                <a:gd name="connsiteY333" fmla="*/ 45901 h 636062"/>
                <a:gd name="connsiteX334" fmla="*/ 540981 w 1370485"/>
                <a:gd name="connsiteY334" fmla="*/ 42623 h 636062"/>
                <a:gd name="connsiteX335" fmla="*/ 545899 w 1370485"/>
                <a:gd name="connsiteY335" fmla="*/ 44262 h 636062"/>
                <a:gd name="connsiteX336" fmla="*/ 545899 w 1370485"/>
                <a:gd name="connsiteY336" fmla="*/ 44262 h 636062"/>
                <a:gd name="connsiteX337" fmla="*/ 549178 w 1370485"/>
                <a:gd name="connsiteY337" fmla="*/ 45901 h 636062"/>
                <a:gd name="connsiteX338" fmla="*/ 552457 w 1370485"/>
                <a:gd name="connsiteY338" fmla="*/ 44262 h 636062"/>
                <a:gd name="connsiteX339" fmla="*/ 550817 w 1370485"/>
                <a:gd name="connsiteY339" fmla="*/ 40983 h 636062"/>
                <a:gd name="connsiteX340" fmla="*/ 554096 w 1370485"/>
                <a:gd name="connsiteY340" fmla="*/ 36066 h 636062"/>
                <a:gd name="connsiteX341" fmla="*/ 557375 w 1370485"/>
                <a:gd name="connsiteY341" fmla="*/ 34426 h 636062"/>
                <a:gd name="connsiteX342" fmla="*/ 560653 w 1370485"/>
                <a:gd name="connsiteY342" fmla="*/ 32787 h 636062"/>
                <a:gd name="connsiteX343" fmla="*/ 563932 w 1370485"/>
                <a:gd name="connsiteY343" fmla="*/ 34426 h 636062"/>
                <a:gd name="connsiteX344" fmla="*/ 568850 w 1370485"/>
                <a:gd name="connsiteY344" fmla="*/ 31148 h 636062"/>
                <a:gd name="connsiteX345" fmla="*/ 572128 w 1370485"/>
                <a:gd name="connsiteY345" fmla="*/ 29508 h 636062"/>
                <a:gd name="connsiteX346" fmla="*/ 575407 w 1370485"/>
                <a:gd name="connsiteY346" fmla="*/ 34426 h 636062"/>
                <a:gd name="connsiteX347" fmla="*/ 577047 w 1370485"/>
                <a:gd name="connsiteY347" fmla="*/ 32787 h 636062"/>
                <a:gd name="connsiteX348" fmla="*/ 581965 w 1370485"/>
                <a:gd name="connsiteY348" fmla="*/ 31148 h 636062"/>
                <a:gd name="connsiteX349" fmla="*/ 585243 w 1370485"/>
                <a:gd name="connsiteY349" fmla="*/ 31148 h 636062"/>
                <a:gd name="connsiteX350" fmla="*/ 588522 w 1370485"/>
                <a:gd name="connsiteY350" fmla="*/ 29508 h 636062"/>
                <a:gd name="connsiteX351" fmla="*/ 591801 w 1370485"/>
                <a:gd name="connsiteY351" fmla="*/ 29508 h 636062"/>
                <a:gd name="connsiteX352" fmla="*/ 596719 w 1370485"/>
                <a:gd name="connsiteY352" fmla="*/ 29508 h 636062"/>
                <a:gd name="connsiteX353" fmla="*/ 599997 w 1370485"/>
                <a:gd name="connsiteY353" fmla="*/ 27869 h 636062"/>
                <a:gd name="connsiteX354" fmla="*/ 603276 w 1370485"/>
                <a:gd name="connsiteY354" fmla="*/ 27869 h 636062"/>
                <a:gd name="connsiteX355" fmla="*/ 608194 w 1370485"/>
                <a:gd name="connsiteY355" fmla="*/ 26229 h 636062"/>
                <a:gd name="connsiteX356" fmla="*/ 611473 w 1370485"/>
                <a:gd name="connsiteY356" fmla="*/ 26229 h 636062"/>
                <a:gd name="connsiteX357" fmla="*/ 614751 w 1370485"/>
                <a:gd name="connsiteY357" fmla="*/ 24590 h 636062"/>
                <a:gd name="connsiteX358" fmla="*/ 619670 w 1370485"/>
                <a:gd name="connsiteY358" fmla="*/ 22951 h 636062"/>
                <a:gd name="connsiteX359" fmla="*/ 622948 w 1370485"/>
                <a:gd name="connsiteY359" fmla="*/ 22951 h 636062"/>
                <a:gd name="connsiteX360" fmla="*/ 626227 w 1370485"/>
                <a:gd name="connsiteY360" fmla="*/ 22951 h 636062"/>
                <a:gd name="connsiteX361" fmla="*/ 629505 w 1370485"/>
                <a:gd name="connsiteY361" fmla="*/ 19672 h 636062"/>
                <a:gd name="connsiteX362" fmla="*/ 634424 w 1370485"/>
                <a:gd name="connsiteY362" fmla="*/ 19672 h 636062"/>
                <a:gd name="connsiteX363" fmla="*/ 637702 w 1370485"/>
                <a:gd name="connsiteY363" fmla="*/ 19672 h 636062"/>
                <a:gd name="connsiteX364" fmla="*/ 639341 w 1370485"/>
                <a:gd name="connsiteY364" fmla="*/ 18033 h 636062"/>
                <a:gd name="connsiteX365" fmla="*/ 640981 w 1370485"/>
                <a:gd name="connsiteY365" fmla="*/ 18033 h 636062"/>
                <a:gd name="connsiteX366" fmla="*/ 640981 w 1370485"/>
                <a:gd name="connsiteY366" fmla="*/ 16393 h 636062"/>
                <a:gd name="connsiteX367" fmla="*/ 642620 w 1370485"/>
                <a:gd name="connsiteY367" fmla="*/ 14754 h 636062"/>
                <a:gd name="connsiteX368" fmla="*/ 639341 w 1370485"/>
                <a:gd name="connsiteY368" fmla="*/ 13115 h 636062"/>
                <a:gd name="connsiteX369" fmla="*/ 639341 w 1370485"/>
                <a:gd name="connsiteY369" fmla="*/ 9836 h 636062"/>
                <a:gd name="connsiteX370" fmla="*/ 644260 w 1370485"/>
                <a:gd name="connsiteY370" fmla="*/ 9836 h 636062"/>
                <a:gd name="connsiteX371" fmla="*/ 647538 w 1370485"/>
                <a:gd name="connsiteY371" fmla="*/ 9836 h 636062"/>
                <a:gd name="connsiteX372" fmla="*/ 650817 w 1370485"/>
                <a:gd name="connsiteY372" fmla="*/ 6557 h 636062"/>
                <a:gd name="connsiteX373" fmla="*/ 650817 w 1370485"/>
                <a:gd name="connsiteY373" fmla="*/ 3279 h 636062"/>
                <a:gd name="connsiteX374" fmla="*/ 652456 w 1370485"/>
                <a:gd name="connsiteY374" fmla="*/ 3279 h 636062"/>
                <a:gd name="connsiteX375" fmla="*/ 655735 w 1370485"/>
                <a:gd name="connsiteY375" fmla="*/ 3279 h 636062"/>
                <a:gd name="connsiteX376" fmla="*/ 659014 w 1370485"/>
                <a:gd name="connsiteY376" fmla="*/ 3279 h 636062"/>
                <a:gd name="connsiteX377" fmla="*/ 657374 w 1370485"/>
                <a:gd name="connsiteY377" fmla="*/ 0 h 636062"/>
                <a:gd name="connsiteX378" fmla="*/ 660653 w 1370485"/>
                <a:gd name="connsiteY378" fmla="*/ 0 h 636062"/>
                <a:gd name="connsiteX379" fmla="*/ 663931 w 1370485"/>
                <a:gd name="connsiteY379" fmla="*/ 1639 h 636062"/>
                <a:gd name="connsiteX380" fmla="*/ 668850 w 1370485"/>
                <a:gd name="connsiteY380" fmla="*/ 3279 h 636062"/>
                <a:gd name="connsiteX381" fmla="*/ 670489 w 1370485"/>
                <a:gd name="connsiteY381" fmla="*/ 1639 h 636062"/>
                <a:gd name="connsiteX382" fmla="*/ 673768 w 1370485"/>
                <a:gd name="connsiteY382" fmla="*/ 3279 h 636062"/>
                <a:gd name="connsiteX383" fmla="*/ 678685 w 1370485"/>
                <a:gd name="connsiteY383" fmla="*/ 3279 h 636062"/>
                <a:gd name="connsiteX384" fmla="*/ 681964 w 1370485"/>
                <a:gd name="connsiteY384" fmla="*/ 3279 h 636062"/>
                <a:gd name="connsiteX385" fmla="*/ 686882 w 1370485"/>
                <a:gd name="connsiteY385" fmla="*/ 4918 h 636062"/>
                <a:gd name="connsiteX386" fmla="*/ 690161 w 1370485"/>
                <a:gd name="connsiteY386" fmla="*/ 8197 h 636062"/>
                <a:gd name="connsiteX387" fmla="*/ 695079 w 1370485"/>
                <a:gd name="connsiteY387" fmla="*/ 9836 h 636062"/>
                <a:gd name="connsiteX388" fmla="*/ 695079 w 1370485"/>
                <a:gd name="connsiteY388" fmla="*/ 9836 h 636062"/>
                <a:gd name="connsiteX389" fmla="*/ 699997 w 1370485"/>
                <a:gd name="connsiteY389" fmla="*/ 11476 h 636062"/>
                <a:gd name="connsiteX390" fmla="*/ 703275 w 1370485"/>
                <a:gd name="connsiteY390" fmla="*/ 11476 h 636062"/>
                <a:gd name="connsiteX391" fmla="*/ 706554 w 1370485"/>
                <a:gd name="connsiteY391" fmla="*/ 9836 h 636062"/>
                <a:gd name="connsiteX392" fmla="*/ 708194 w 1370485"/>
                <a:gd name="connsiteY392" fmla="*/ 6557 h 636062"/>
                <a:gd name="connsiteX393" fmla="*/ 711472 w 1370485"/>
                <a:gd name="connsiteY393" fmla="*/ 6557 h 636062"/>
                <a:gd name="connsiteX394" fmla="*/ 714751 w 1370485"/>
                <a:gd name="connsiteY394" fmla="*/ 4918 h 636062"/>
                <a:gd name="connsiteX395" fmla="*/ 718030 w 1370485"/>
                <a:gd name="connsiteY395" fmla="*/ 4918 h 636062"/>
                <a:gd name="connsiteX396" fmla="*/ 721308 w 1370485"/>
                <a:gd name="connsiteY396" fmla="*/ 8197 h 636062"/>
                <a:gd name="connsiteX397" fmla="*/ 724587 w 1370485"/>
                <a:gd name="connsiteY397" fmla="*/ 11476 h 636062"/>
                <a:gd name="connsiteX398" fmla="*/ 727865 w 1370485"/>
                <a:gd name="connsiteY398" fmla="*/ 14754 h 636062"/>
                <a:gd name="connsiteX399" fmla="*/ 729505 w 1370485"/>
                <a:gd name="connsiteY399" fmla="*/ 18033 h 636062"/>
                <a:gd name="connsiteX400" fmla="*/ 731144 w 1370485"/>
                <a:gd name="connsiteY400" fmla="*/ 21311 h 636062"/>
                <a:gd name="connsiteX401" fmla="*/ 731144 w 1370485"/>
                <a:gd name="connsiteY401" fmla="*/ 21311 h 636062"/>
                <a:gd name="connsiteX402" fmla="*/ 732784 w 1370485"/>
                <a:gd name="connsiteY402" fmla="*/ 24590 h 636062"/>
                <a:gd name="connsiteX403" fmla="*/ 736062 w 1370485"/>
                <a:gd name="connsiteY403" fmla="*/ 27869 h 636062"/>
                <a:gd name="connsiteX404" fmla="*/ 739341 w 1370485"/>
                <a:gd name="connsiteY404" fmla="*/ 29508 h 636062"/>
                <a:gd name="connsiteX405" fmla="*/ 744259 w 1370485"/>
                <a:gd name="connsiteY405" fmla="*/ 31148 h 636062"/>
                <a:gd name="connsiteX406" fmla="*/ 740980 w 1370485"/>
                <a:gd name="connsiteY406" fmla="*/ 34426 h 636062"/>
                <a:gd name="connsiteX407" fmla="*/ 744259 w 1370485"/>
                <a:gd name="connsiteY407" fmla="*/ 39344 h 636062"/>
                <a:gd name="connsiteX408" fmla="*/ 747538 w 1370485"/>
                <a:gd name="connsiteY408" fmla="*/ 42623 h 636062"/>
                <a:gd name="connsiteX409" fmla="*/ 745898 w 1370485"/>
                <a:gd name="connsiteY409" fmla="*/ 45901 h 636062"/>
                <a:gd name="connsiteX410" fmla="*/ 740980 w 1370485"/>
                <a:gd name="connsiteY410" fmla="*/ 47541 h 636062"/>
                <a:gd name="connsiteX411" fmla="*/ 745898 w 1370485"/>
                <a:gd name="connsiteY411" fmla="*/ 52459 h 636062"/>
                <a:gd name="connsiteX412" fmla="*/ 749177 w 1370485"/>
                <a:gd name="connsiteY412" fmla="*/ 54098 h 636062"/>
                <a:gd name="connsiteX413" fmla="*/ 752455 w 1370485"/>
                <a:gd name="connsiteY413" fmla="*/ 54098 h 636062"/>
                <a:gd name="connsiteX414" fmla="*/ 755734 w 1370485"/>
                <a:gd name="connsiteY414" fmla="*/ 52459 h 636062"/>
                <a:gd name="connsiteX415" fmla="*/ 760652 w 1370485"/>
                <a:gd name="connsiteY415" fmla="*/ 55738 h 636062"/>
                <a:gd name="connsiteX416" fmla="*/ 763931 w 1370485"/>
                <a:gd name="connsiteY416" fmla="*/ 54098 h 636062"/>
                <a:gd name="connsiteX417" fmla="*/ 767210 w 1370485"/>
                <a:gd name="connsiteY417" fmla="*/ 54098 h 636062"/>
                <a:gd name="connsiteX418" fmla="*/ 768849 w 1370485"/>
                <a:gd name="connsiteY418" fmla="*/ 49180 h 636062"/>
                <a:gd name="connsiteX419" fmla="*/ 773767 w 1370485"/>
                <a:gd name="connsiteY419" fmla="*/ 49180 h 636062"/>
                <a:gd name="connsiteX420" fmla="*/ 777046 w 1370485"/>
                <a:gd name="connsiteY420" fmla="*/ 50820 h 636062"/>
                <a:gd name="connsiteX421" fmla="*/ 780324 w 1370485"/>
                <a:gd name="connsiteY421" fmla="*/ 50820 h 636062"/>
                <a:gd name="connsiteX422" fmla="*/ 777046 w 1370485"/>
                <a:gd name="connsiteY422" fmla="*/ 47541 h 636062"/>
                <a:gd name="connsiteX423" fmla="*/ 777046 w 1370485"/>
                <a:gd name="connsiteY423" fmla="*/ 44262 h 636062"/>
                <a:gd name="connsiteX424" fmla="*/ 781964 w 1370485"/>
                <a:gd name="connsiteY424" fmla="*/ 45901 h 636062"/>
                <a:gd name="connsiteX425" fmla="*/ 785242 w 1370485"/>
                <a:gd name="connsiteY425" fmla="*/ 49180 h 636062"/>
                <a:gd name="connsiteX426" fmla="*/ 788521 w 1370485"/>
                <a:gd name="connsiteY426" fmla="*/ 52459 h 636062"/>
                <a:gd name="connsiteX427" fmla="*/ 791800 w 1370485"/>
                <a:gd name="connsiteY427" fmla="*/ 54098 h 636062"/>
                <a:gd name="connsiteX428" fmla="*/ 790161 w 1370485"/>
                <a:gd name="connsiteY428" fmla="*/ 55738 h 636062"/>
                <a:gd name="connsiteX429" fmla="*/ 791800 w 1370485"/>
                <a:gd name="connsiteY429" fmla="*/ 59016 h 636062"/>
                <a:gd name="connsiteX430" fmla="*/ 795078 w 1370485"/>
                <a:gd name="connsiteY430" fmla="*/ 63934 h 636062"/>
                <a:gd name="connsiteX431" fmla="*/ 798357 w 1370485"/>
                <a:gd name="connsiteY431" fmla="*/ 60656 h 636062"/>
                <a:gd name="connsiteX432" fmla="*/ 801636 w 1370485"/>
                <a:gd name="connsiteY432" fmla="*/ 60656 h 636062"/>
                <a:gd name="connsiteX433" fmla="*/ 798357 w 1370485"/>
                <a:gd name="connsiteY433" fmla="*/ 57377 h 636062"/>
                <a:gd name="connsiteX434" fmla="*/ 795078 w 1370485"/>
                <a:gd name="connsiteY434" fmla="*/ 57377 h 636062"/>
                <a:gd name="connsiteX435" fmla="*/ 798357 w 1370485"/>
                <a:gd name="connsiteY435" fmla="*/ 54098 h 636062"/>
                <a:gd name="connsiteX436" fmla="*/ 801636 w 1370485"/>
                <a:gd name="connsiteY436" fmla="*/ 54098 h 636062"/>
                <a:gd name="connsiteX437" fmla="*/ 804914 w 1370485"/>
                <a:gd name="connsiteY437" fmla="*/ 54098 h 636062"/>
                <a:gd name="connsiteX438" fmla="*/ 809832 w 1370485"/>
                <a:gd name="connsiteY438" fmla="*/ 55738 h 636062"/>
                <a:gd name="connsiteX439" fmla="*/ 813111 w 1370485"/>
                <a:gd name="connsiteY439" fmla="*/ 59016 h 636062"/>
                <a:gd name="connsiteX440" fmla="*/ 816390 w 1370485"/>
                <a:gd name="connsiteY440" fmla="*/ 60656 h 636062"/>
                <a:gd name="connsiteX441" fmla="*/ 821308 w 1370485"/>
                <a:gd name="connsiteY441" fmla="*/ 62295 h 636062"/>
                <a:gd name="connsiteX442" fmla="*/ 824587 w 1370485"/>
                <a:gd name="connsiteY442" fmla="*/ 60656 h 636062"/>
                <a:gd name="connsiteX443" fmla="*/ 829505 w 1370485"/>
                <a:gd name="connsiteY443" fmla="*/ 60656 h 636062"/>
                <a:gd name="connsiteX444" fmla="*/ 831144 w 1370485"/>
                <a:gd name="connsiteY444" fmla="*/ 55738 h 636062"/>
                <a:gd name="connsiteX445" fmla="*/ 832783 w 1370485"/>
                <a:gd name="connsiteY445" fmla="*/ 57377 h 636062"/>
                <a:gd name="connsiteX446" fmla="*/ 832783 w 1370485"/>
                <a:gd name="connsiteY446" fmla="*/ 57377 h 636062"/>
                <a:gd name="connsiteX447" fmla="*/ 836062 w 1370485"/>
                <a:gd name="connsiteY447" fmla="*/ 60656 h 636062"/>
                <a:gd name="connsiteX448" fmla="*/ 836062 w 1370485"/>
                <a:gd name="connsiteY448" fmla="*/ 60656 h 636062"/>
                <a:gd name="connsiteX449" fmla="*/ 836062 w 1370485"/>
                <a:gd name="connsiteY449" fmla="*/ 65573 h 636062"/>
                <a:gd name="connsiteX450" fmla="*/ 831144 w 1370485"/>
                <a:gd name="connsiteY450" fmla="*/ 65573 h 636062"/>
                <a:gd name="connsiteX451" fmla="*/ 827865 w 1370485"/>
                <a:gd name="connsiteY451" fmla="*/ 67213 h 636062"/>
                <a:gd name="connsiteX452" fmla="*/ 826226 w 1370485"/>
                <a:gd name="connsiteY452" fmla="*/ 70492 h 636062"/>
                <a:gd name="connsiteX453" fmla="*/ 824587 w 1370485"/>
                <a:gd name="connsiteY453" fmla="*/ 73770 h 636062"/>
                <a:gd name="connsiteX454" fmla="*/ 824587 w 1370485"/>
                <a:gd name="connsiteY454" fmla="*/ 75410 h 636062"/>
                <a:gd name="connsiteX455" fmla="*/ 829505 w 1370485"/>
                <a:gd name="connsiteY455" fmla="*/ 78688 h 636062"/>
                <a:gd name="connsiteX456" fmla="*/ 832783 w 1370485"/>
                <a:gd name="connsiteY456" fmla="*/ 80328 h 636062"/>
                <a:gd name="connsiteX457" fmla="*/ 834422 w 1370485"/>
                <a:gd name="connsiteY457" fmla="*/ 83606 h 636062"/>
                <a:gd name="connsiteX458" fmla="*/ 836062 w 1370485"/>
                <a:gd name="connsiteY458" fmla="*/ 81967 h 636062"/>
                <a:gd name="connsiteX459" fmla="*/ 839341 w 1370485"/>
                <a:gd name="connsiteY459" fmla="*/ 78688 h 636062"/>
                <a:gd name="connsiteX460" fmla="*/ 842619 w 1370485"/>
                <a:gd name="connsiteY460" fmla="*/ 75410 h 636062"/>
                <a:gd name="connsiteX461" fmla="*/ 845898 w 1370485"/>
                <a:gd name="connsiteY461" fmla="*/ 73770 h 636062"/>
                <a:gd name="connsiteX462" fmla="*/ 849177 w 1370485"/>
                <a:gd name="connsiteY462" fmla="*/ 75410 h 636062"/>
                <a:gd name="connsiteX463" fmla="*/ 854095 w 1370485"/>
                <a:gd name="connsiteY463" fmla="*/ 77049 h 636062"/>
                <a:gd name="connsiteX464" fmla="*/ 854095 w 1370485"/>
                <a:gd name="connsiteY464" fmla="*/ 77049 h 636062"/>
                <a:gd name="connsiteX465" fmla="*/ 859012 w 1370485"/>
                <a:gd name="connsiteY465" fmla="*/ 77049 h 636062"/>
                <a:gd name="connsiteX466" fmla="*/ 862291 w 1370485"/>
                <a:gd name="connsiteY466" fmla="*/ 80328 h 636062"/>
                <a:gd name="connsiteX467" fmla="*/ 865570 w 1370485"/>
                <a:gd name="connsiteY467" fmla="*/ 81967 h 636062"/>
                <a:gd name="connsiteX468" fmla="*/ 865570 w 1370485"/>
                <a:gd name="connsiteY468" fmla="*/ 77049 h 636062"/>
                <a:gd name="connsiteX469" fmla="*/ 867209 w 1370485"/>
                <a:gd name="connsiteY469" fmla="*/ 73770 h 636062"/>
                <a:gd name="connsiteX470" fmla="*/ 870488 w 1370485"/>
                <a:gd name="connsiteY470" fmla="*/ 68852 h 636062"/>
                <a:gd name="connsiteX471" fmla="*/ 875406 w 1370485"/>
                <a:gd name="connsiteY471" fmla="*/ 67213 h 636062"/>
                <a:gd name="connsiteX472" fmla="*/ 878685 w 1370485"/>
                <a:gd name="connsiteY472" fmla="*/ 67213 h 636062"/>
                <a:gd name="connsiteX473" fmla="*/ 880324 w 1370485"/>
                <a:gd name="connsiteY473" fmla="*/ 67213 h 636062"/>
                <a:gd name="connsiteX474" fmla="*/ 881963 w 1370485"/>
                <a:gd name="connsiteY474" fmla="*/ 67213 h 636062"/>
                <a:gd name="connsiteX475" fmla="*/ 883602 w 1370485"/>
                <a:gd name="connsiteY475" fmla="*/ 65573 h 636062"/>
                <a:gd name="connsiteX476" fmla="*/ 886881 w 1370485"/>
                <a:gd name="connsiteY476" fmla="*/ 62295 h 636062"/>
                <a:gd name="connsiteX477" fmla="*/ 890160 w 1370485"/>
                <a:gd name="connsiteY477" fmla="*/ 60656 h 636062"/>
                <a:gd name="connsiteX478" fmla="*/ 888521 w 1370485"/>
                <a:gd name="connsiteY478" fmla="*/ 55738 h 636062"/>
                <a:gd name="connsiteX479" fmla="*/ 893439 w 1370485"/>
                <a:gd name="connsiteY479" fmla="*/ 55738 h 636062"/>
                <a:gd name="connsiteX480" fmla="*/ 896717 w 1370485"/>
                <a:gd name="connsiteY480" fmla="*/ 55738 h 636062"/>
                <a:gd name="connsiteX481" fmla="*/ 898357 w 1370485"/>
                <a:gd name="connsiteY481" fmla="*/ 54098 h 636062"/>
                <a:gd name="connsiteX482" fmla="*/ 903275 w 1370485"/>
                <a:gd name="connsiteY482" fmla="*/ 52459 h 636062"/>
                <a:gd name="connsiteX483" fmla="*/ 906554 w 1370485"/>
                <a:gd name="connsiteY483" fmla="*/ 50820 h 636062"/>
                <a:gd name="connsiteX484" fmla="*/ 911471 w 1370485"/>
                <a:gd name="connsiteY484" fmla="*/ 49180 h 636062"/>
                <a:gd name="connsiteX485" fmla="*/ 913111 w 1370485"/>
                <a:gd name="connsiteY485" fmla="*/ 45901 h 636062"/>
                <a:gd name="connsiteX486" fmla="*/ 914750 w 1370485"/>
                <a:gd name="connsiteY486" fmla="*/ 45901 h 636062"/>
                <a:gd name="connsiteX487" fmla="*/ 919668 w 1370485"/>
                <a:gd name="connsiteY487" fmla="*/ 45901 h 636062"/>
                <a:gd name="connsiteX488" fmla="*/ 922947 w 1370485"/>
                <a:gd name="connsiteY488" fmla="*/ 40983 h 636062"/>
                <a:gd name="connsiteX489" fmla="*/ 926225 w 1370485"/>
                <a:gd name="connsiteY489" fmla="*/ 40983 h 636062"/>
                <a:gd name="connsiteX490" fmla="*/ 929504 w 1370485"/>
                <a:gd name="connsiteY490" fmla="*/ 40983 h 636062"/>
                <a:gd name="connsiteX491" fmla="*/ 927865 w 1370485"/>
                <a:gd name="connsiteY491" fmla="*/ 44262 h 636062"/>
                <a:gd name="connsiteX492" fmla="*/ 931144 w 1370485"/>
                <a:gd name="connsiteY492" fmla="*/ 45901 h 636062"/>
                <a:gd name="connsiteX493" fmla="*/ 931144 w 1370485"/>
                <a:gd name="connsiteY493" fmla="*/ 50820 h 636062"/>
                <a:gd name="connsiteX494" fmla="*/ 927865 w 1370485"/>
                <a:gd name="connsiteY494" fmla="*/ 54098 h 636062"/>
                <a:gd name="connsiteX495" fmla="*/ 924586 w 1370485"/>
                <a:gd name="connsiteY495" fmla="*/ 52459 h 636062"/>
                <a:gd name="connsiteX496" fmla="*/ 919668 w 1370485"/>
                <a:gd name="connsiteY496" fmla="*/ 54098 h 636062"/>
                <a:gd name="connsiteX497" fmla="*/ 924586 w 1370485"/>
                <a:gd name="connsiteY497" fmla="*/ 57377 h 636062"/>
                <a:gd name="connsiteX498" fmla="*/ 927865 w 1370485"/>
                <a:gd name="connsiteY498" fmla="*/ 62295 h 636062"/>
                <a:gd name="connsiteX499" fmla="*/ 929504 w 1370485"/>
                <a:gd name="connsiteY499" fmla="*/ 62295 h 636062"/>
                <a:gd name="connsiteX500" fmla="*/ 932783 w 1370485"/>
                <a:gd name="connsiteY500" fmla="*/ 63934 h 636062"/>
                <a:gd name="connsiteX501" fmla="*/ 937701 w 1370485"/>
                <a:gd name="connsiteY501" fmla="*/ 65573 h 636062"/>
                <a:gd name="connsiteX502" fmla="*/ 942619 w 1370485"/>
                <a:gd name="connsiteY502" fmla="*/ 68852 h 636062"/>
                <a:gd name="connsiteX503" fmla="*/ 945898 w 1370485"/>
                <a:gd name="connsiteY503" fmla="*/ 70492 h 636062"/>
                <a:gd name="connsiteX504" fmla="*/ 947537 w 1370485"/>
                <a:gd name="connsiteY504" fmla="*/ 70492 h 636062"/>
                <a:gd name="connsiteX505" fmla="*/ 952455 w 1370485"/>
                <a:gd name="connsiteY505" fmla="*/ 73770 h 636062"/>
                <a:gd name="connsiteX506" fmla="*/ 955734 w 1370485"/>
                <a:gd name="connsiteY506" fmla="*/ 75410 h 636062"/>
                <a:gd name="connsiteX507" fmla="*/ 959012 w 1370485"/>
                <a:gd name="connsiteY507" fmla="*/ 77049 h 636062"/>
                <a:gd name="connsiteX508" fmla="*/ 962291 w 1370485"/>
                <a:gd name="connsiteY508" fmla="*/ 78688 h 636062"/>
                <a:gd name="connsiteX509" fmla="*/ 965569 w 1370485"/>
                <a:gd name="connsiteY509" fmla="*/ 80328 h 636062"/>
                <a:gd name="connsiteX510" fmla="*/ 970488 w 1370485"/>
                <a:gd name="connsiteY510" fmla="*/ 81967 h 636062"/>
                <a:gd name="connsiteX511" fmla="*/ 973766 w 1370485"/>
                <a:gd name="connsiteY511" fmla="*/ 85246 h 636062"/>
                <a:gd name="connsiteX512" fmla="*/ 978684 w 1370485"/>
                <a:gd name="connsiteY512" fmla="*/ 86885 h 636062"/>
                <a:gd name="connsiteX513" fmla="*/ 980324 w 1370485"/>
                <a:gd name="connsiteY513" fmla="*/ 88524 h 636062"/>
                <a:gd name="connsiteX514" fmla="*/ 983602 w 1370485"/>
                <a:gd name="connsiteY514" fmla="*/ 90164 h 636062"/>
                <a:gd name="connsiteX515" fmla="*/ 986881 w 1370485"/>
                <a:gd name="connsiteY515" fmla="*/ 93442 h 636062"/>
                <a:gd name="connsiteX516" fmla="*/ 991799 w 1370485"/>
                <a:gd name="connsiteY516" fmla="*/ 98360 h 636062"/>
                <a:gd name="connsiteX517" fmla="*/ 995078 w 1370485"/>
                <a:gd name="connsiteY517" fmla="*/ 101639 h 636062"/>
                <a:gd name="connsiteX518" fmla="*/ 999995 w 1370485"/>
                <a:gd name="connsiteY518" fmla="*/ 104918 h 636062"/>
                <a:gd name="connsiteX519" fmla="*/ 1003274 w 1370485"/>
                <a:gd name="connsiteY519" fmla="*/ 108196 h 636062"/>
                <a:gd name="connsiteX520" fmla="*/ 1008192 w 1370485"/>
                <a:gd name="connsiteY520" fmla="*/ 111475 h 636062"/>
                <a:gd name="connsiteX521" fmla="*/ 1011471 w 1370485"/>
                <a:gd name="connsiteY521" fmla="*/ 114754 h 636062"/>
                <a:gd name="connsiteX522" fmla="*/ 1014749 w 1370485"/>
                <a:gd name="connsiteY522" fmla="*/ 118032 h 636062"/>
                <a:gd name="connsiteX523" fmla="*/ 1019668 w 1370485"/>
                <a:gd name="connsiteY523" fmla="*/ 121311 h 636062"/>
                <a:gd name="connsiteX524" fmla="*/ 1019668 w 1370485"/>
                <a:gd name="connsiteY524" fmla="*/ 122950 h 636062"/>
                <a:gd name="connsiteX525" fmla="*/ 1022946 w 1370485"/>
                <a:gd name="connsiteY525" fmla="*/ 126229 h 636062"/>
                <a:gd name="connsiteX526" fmla="*/ 1027864 w 1370485"/>
                <a:gd name="connsiteY526" fmla="*/ 129508 h 636062"/>
                <a:gd name="connsiteX527" fmla="*/ 1031143 w 1370485"/>
                <a:gd name="connsiteY527" fmla="*/ 132786 h 636062"/>
                <a:gd name="connsiteX528" fmla="*/ 1036061 w 1370485"/>
                <a:gd name="connsiteY528" fmla="*/ 136065 h 636062"/>
                <a:gd name="connsiteX529" fmla="*/ 1039339 w 1370485"/>
                <a:gd name="connsiteY529" fmla="*/ 140983 h 636062"/>
                <a:gd name="connsiteX530" fmla="*/ 1044258 w 1370485"/>
                <a:gd name="connsiteY530" fmla="*/ 144262 h 636062"/>
                <a:gd name="connsiteX531" fmla="*/ 1045897 w 1370485"/>
                <a:gd name="connsiteY531" fmla="*/ 147540 h 636062"/>
                <a:gd name="connsiteX532" fmla="*/ 1050815 w 1370485"/>
                <a:gd name="connsiteY532" fmla="*/ 150819 h 636062"/>
                <a:gd name="connsiteX533" fmla="*/ 1054094 w 1370485"/>
                <a:gd name="connsiteY533" fmla="*/ 154098 h 636062"/>
                <a:gd name="connsiteX534" fmla="*/ 1059012 w 1370485"/>
                <a:gd name="connsiteY534" fmla="*/ 157376 h 636062"/>
                <a:gd name="connsiteX535" fmla="*/ 1062291 w 1370485"/>
                <a:gd name="connsiteY535" fmla="*/ 162294 h 636062"/>
                <a:gd name="connsiteX536" fmla="*/ 1067208 w 1370485"/>
                <a:gd name="connsiteY536" fmla="*/ 165573 h 636062"/>
                <a:gd name="connsiteX537" fmla="*/ 1070487 w 1370485"/>
                <a:gd name="connsiteY537" fmla="*/ 168852 h 636062"/>
                <a:gd name="connsiteX538" fmla="*/ 1075405 w 1370485"/>
                <a:gd name="connsiteY538" fmla="*/ 173770 h 636062"/>
                <a:gd name="connsiteX539" fmla="*/ 1078684 w 1370485"/>
                <a:gd name="connsiteY539" fmla="*/ 177048 h 636062"/>
                <a:gd name="connsiteX540" fmla="*/ 1081963 w 1370485"/>
                <a:gd name="connsiteY540" fmla="*/ 181966 h 636062"/>
                <a:gd name="connsiteX541" fmla="*/ 1085241 w 1370485"/>
                <a:gd name="connsiteY541" fmla="*/ 185245 h 636062"/>
                <a:gd name="connsiteX542" fmla="*/ 1088520 w 1370485"/>
                <a:gd name="connsiteY542" fmla="*/ 188524 h 636062"/>
                <a:gd name="connsiteX543" fmla="*/ 1093437 w 1370485"/>
                <a:gd name="connsiteY543" fmla="*/ 191803 h 636062"/>
                <a:gd name="connsiteX544" fmla="*/ 1095077 w 1370485"/>
                <a:gd name="connsiteY544" fmla="*/ 195081 h 636062"/>
                <a:gd name="connsiteX545" fmla="*/ 1095077 w 1370485"/>
                <a:gd name="connsiteY545" fmla="*/ 195081 h 636062"/>
                <a:gd name="connsiteX546" fmla="*/ 1099995 w 1370485"/>
                <a:gd name="connsiteY546" fmla="*/ 196720 h 636062"/>
                <a:gd name="connsiteX547" fmla="*/ 1096716 w 1370485"/>
                <a:gd name="connsiteY547" fmla="*/ 193442 h 636062"/>
                <a:gd name="connsiteX548" fmla="*/ 1099995 w 1370485"/>
                <a:gd name="connsiteY548" fmla="*/ 193442 h 636062"/>
                <a:gd name="connsiteX549" fmla="*/ 1103274 w 1370485"/>
                <a:gd name="connsiteY549" fmla="*/ 190163 h 636062"/>
                <a:gd name="connsiteX550" fmla="*/ 1106553 w 1370485"/>
                <a:gd name="connsiteY550" fmla="*/ 188524 h 636062"/>
                <a:gd name="connsiteX551" fmla="*/ 1106553 w 1370485"/>
                <a:gd name="connsiteY551" fmla="*/ 185245 h 636062"/>
                <a:gd name="connsiteX552" fmla="*/ 1103274 w 1370485"/>
                <a:gd name="connsiteY552" fmla="*/ 181966 h 636062"/>
                <a:gd name="connsiteX553" fmla="*/ 1104913 w 1370485"/>
                <a:gd name="connsiteY553" fmla="*/ 177048 h 636062"/>
                <a:gd name="connsiteX554" fmla="*/ 1109831 w 1370485"/>
                <a:gd name="connsiteY554" fmla="*/ 177048 h 636062"/>
                <a:gd name="connsiteX555" fmla="*/ 1109831 w 1370485"/>
                <a:gd name="connsiteY555" fmla="*/ 173770 h 636062"/>
                <a:gd name="connsiteX556" fmla="*/ 1113110 w 1370485"/>
                <a:gd name="connsiteY556" fmla="*/ 175409 h 636062"/>
                <a:gd name="connsiteX557" fmla="*/ 1118027 w 1370485"/>
                <a:gd name="connsiteY557" fmla="*/ 175409 h 636062"/>
                <a:gd name="connsiteX558" fmla="*/ 1121306 w 1370485"/>
                <a:gd name="connsiteY558" fmla="*/ 178688 h 636062"/>
                <a:gd name="connsiteX559" fmla="*/ 1126224 w 1370485"/>
                <a:gd name="connsiteY559" fmla="*/ 178688 h 636062"/>
                <a:gd name="connsiteX560" fmla="*/ 1126224 w 1370485"/>
                <a:gd name="connsiteY560" fmla="*/ 178688 h 636062"/>
                <a:gd name="connsiteX561" fmla="*/ 1127864 w 1370485"/>
                <a:gd name="connsiteY561" fmla="*/ 178688 h 636062"/>
                <a:gd name="connsiteX562" fmla="*/ 1127864 w 1370485"/>
                <a:gd name="connsiteY562" fmla="*/ 178688 h 636062"/>
                <a:gd name="connsiteX563" fmla="*/ 1127864 w 1370485"/>
                <a:gd name="connsiteY563" fmla="*/ 180327 h 636062"/>
                <a:gd name="connsiteX564" fmla="*/ 1127864 w 1370485"/>
                <a:gd name="connsiteY564" fmla="*/ 180327 h 636062"/>
                <a:gd name="connsiteX565" fmla="*/ 1127864 w 1370485"/>
                <a:gd name="connsiteY565" fmla="*/ 185245 h 636062"/>
                <a:gd name="connsiteX566" fmla="*/ 1129503 w 1370485"/>
                <a:gd name="connsiteY566" fmla="*/ 188524 h 636062"/>
                <a:gd name="connsiteX567" fmla="*/ 1132782 w 1370485"/>
                <a:gd name="connsiteY567" fmla="*/ 188524 h 636062"/>
                <a:gd name="connsiteX568" fmla="*/ 1137700 w 1370485"/>
                <a:gd name="connsiteY568" fmla="*/ 188524 h 636062"/>
                <a:gd name="connsiteX569" fmla="*/ 1140979 w 1370485"/>
                <a:gd name="connsiteY569" fmla="*/ 190163 h 636062"/>
                <a:gd name="connsiteX570" fmla="*/ 1144257 w 1370485"/>
                <a:gd name="connsiteY570" fmla="*/ 193442 h 636062"/>
                <a:gd name="connsiteX571" fmla="*/ 1145896 w 1370485"/>
                <a:gd name="connsiteY571" fmla="*/ 196720 h 636062"/>
                <a:gd name="connsiteX572" fmla="*/ 1149175 w 1370485"/>
                <a:gd name="connsiteY572" fmla="*/ 198360 h 636062"/>
                <a:gd name="connsiteX573" fmla="*/ 1152454 w 1370485"/>
                <a:gd name="connsiteY573" fmla="*/ 196720 h 636062"/>
                <a:gd name="connsiteX574" fmla="*/ 1157372 w 1370485"/>
                <a:gd name="connsiteY574" fmla="*/ 196720 h 636062"/>
                <a:gd name="connsiteX575" fmla="*/ 1160651 w 1370485"/>
                <a:gd name="connsiteY575" fmla="*/ 196720 h 636062"/>
                <a:gd name="connsiteX576" fmla="*/ 1162290 w 1370485"/>
                <a:gd name="connsiteY576" fmla="*/ 196720 h 636062"/>
                <a:gd name="connsiteX577" fmla="*/ 1167208 w 1370485"/>
                <a:gd name="connsiteY577" fmla="*/ 198360 h 636062"/>
                <a:gd name="connsiteX578" fmla="*/ 1170486 w 1370485"/>
                <a:gd name="connsiteY578" fmla="*/ 198360 h 636062"/>
                <a:gd name="connsiteX579" fmla="*/ 1175404 w 1370485"/>
                <a:gd name="connsiteY579" fmla="*/ 196720 h 636062"/>
                <a:gd name="connsiteX580" fmla="*/ 1178683 w 1370485"/>
                <a:gd name="connsiteY580" fmla="*/ 196720 h 636062"/>
                <a:gd name="connsiteX581" fmla="*/ 1181962 w 1370485"/>
                <a:gd name="connsiteY581" fmla="*/ 196720 h 636062"/>
                <a:gd name="connsiteX582" fmla="*/ 1185241 w 1370485"/>
                <a:gd name="connsiteY582" fmla="*/ 195081 h 636062"/>
                <a:gd name="connsiteX583" fmla="*/ 1188520 w 1370485"/>
                <a:gd name="connsiteY583" fmla="*/ 190163 h 636062"/>
                <a:gd name="connsiteX584" fmla="*/ 1191798 w 1370485"/>
                <a:gd name="connsiteY584" fmla="*/ 191803 h 636062"/>
                <a:gd name="connsiteX585" fmla="*/ 1195076 w 1370485"/>
                <a:gd name="connsiteY585" fmla="*/ 190163 h 636062"/>
                <a:gd name="connsiteX586" fmla="*/ 1196716 w 1370485"/>
                <a:gd name="connsiteY586" fmla="*/ 186885 h 636062"/>
                <a:gd name="connsiteX587" fmla="*/ 1199994 w 1370485"/>
                <a:gd name="connsiteY587" fmla="*/ 186885 h 636062"/>
                <a:gd name="connsiteX588" fmla="*/ 1199994 w 1370485"/>
                <a:gd name="connsiteY588" fmla="*/ 186885 h 636062"/>
                <a:gd name="connsiteX589" fmla="*/ 1204913 w 1370485"/>
                <a:gd name="connsiteY589" fmla="*/ 186885 h 636062"/>
                <a:gd name="connsiteX590" fmla="*/ 1209831 w 1370485"/>
                <a:gd name="connsiteY590" fmla="*/ 188524 h 636062"/>
                <a:gd name="connsiteX591" fmla="*/ 1213110 w 1370485"/>
                <a:gd name="connsiteY591" fmla="*/ 188524 h 636062"/>
                <a:gd name="connsiteX592" fmla="*/ 1216388 w 1370485"/>
                <a:gd name="connsiteY592" fmla="*/ 190163 h 636062"/>
                <a:gd name="connsiteX593" fmla="*/ 1219666 w 1370485"/>
                <a:gd name="connsiteY593" fmla="*/ 191803 h 636062"/>
                <a:gd name="connsiteX594" fmla="*/ 1224584 w 1370485"/>
                <a:gd name="connsiteY594" fmla="*/ 193442 h 636062"/>
                <a:gd name="connsiteX595" fmla="*/ 1227863 w 1370485"/>
                <a:gd name="connsiteY595" fmla="*/ 196720 h 636062"/>
                <a:gd name="connsiteX596" fmla="*/ 1229503 w 1370485"/>
                <a:gd name="connsiteY596" fmla="*/ 199999 h 636062"/>
                <a:gd name="connsiteX597" fmla="*/ 1231142 w 1370485"/>
                <a:gd name="connsiteY597" fmla="*/ 199999 h 636062"/>
                <a:gd name="connsiteX598" fmla="*/ 1231142 w 1370485"/>
                <a:gd name="connsiteY598" fmla="*/ 199999 h 636062"/>
                <a:gd name="connsiteX599" fmla="*/ 1234421 w 1370485"/>
                <a:gd name="connsiteY599" fmla="*/ 201638 h 636062"/>
                <a:gd name="connsiteX600" fmla="*/ 1236060 w 1370485"/>
                <a:gd name="connsiteY600" fmla="*/ 203278 h 636062"/>
                <a:gd name="connsiteX601" fmla="*/ 1240978 w 1370485"/>
                <a:gd name="connsiteY601" fmla="*/ 206557 h 636062"/>
                <a:gd name="connsiteX602" fmla="*/ 1242618 w 1370485"/>
                <a:gd name="connsiteY602" fmla="*/ 209835 h 636062"/>
                <a:gd name="connsiteX603" fmla="*/ 1245896 w 1370485"/>
                <a:gd name="connsiteY603" fmla="*/ 214753 h 636062"/>
                <a:gd name="connsiteX604" fmla="*/ 1247535 w 1370485"/>
                <a:gd name="connsiteY604" fmla="*/ 218032 h 636062"/>
                <a:gd name="connsiteX605" fmla="*/ 1252453 w 1370485"/>
                <a:gd name="connsiteY605" fmla="*/ 219671 h 636062"/>
                <a:gd name="connsiteX606" fmla="*/ 1255732 w 1370485"/>
                <a:gd name="connsiteY606" fmla="*/ 219671 h 636062"/>
                <a:gd name="connsiteX607" fmla="*/ 1259011 w 1370485"/>
                <a:gd name="connsiteY607" fmla="*/ 221310 h 636062"/>
                <a:gd name="connsiteX608" fmla="*/ 1263929 w 1370485"/>
                <a:gd name="connsiteY608" fmla="*/ 221310 h 636062"/>
                <a:gd name="connsiteX609" fmla="*/ 1267208 w 1370485"/>
                <a:gd name="connsiteY609" fmla="*/ 222950 h 636062"/>
                <a:gd name="connsiteX610" fmla="*/ 1270487 w 1370485"/>
                <a:gd name="connsiteY610" fmla="*/ 224589 h 636062"/>
                <a:gd name="connsiteX611" fmla="*/ 1273764 w 1370485"/>
                <a:gd name="connsiteY611" fmla="*/ 226229 h 636062"/>
                <a:gd name="connsiteX612" fmla="*/ 1275404 w 1370485"/>
                <a:gd name="connsiteY612" fmla="*/ 229507 h 636062"/>
                <a:gd name="connsiteX613" fmla="*/ 1275404 w 1370485"/>
                <a:gd name="connsiteY613" fmla="*/ 229507 h 636062"/>
                <a:gd name="connsiteX614" fmla="*/ 1275404 w 1370485"/>
                <a:gd name="connsiteY614" fmla="*/ 229507 h 636062"/>
                <a:gd name="connsiteX615" fmla="*/ 1277043 w 1370485"/>
                <a:gd name="connsiteY615" fmla="*/ 232786 h 636062"/>
                <a:gd name="connsiteX616" fmla="*/ 1278683 w 1370485"/>
                <a:gd name="connsiteY616" fmla="*/ 232786 h 636062"/>
                <a:gd name="connsiteX617" fmla="*/ 1280322 w 1370485"/>
                <a:gd name="connsiteY617" fmla="*/ 234425 h 636062"/>
                <a:gd name="connsiteX618" fmla="*/ 1283601 w 1370485"/>
                <a:gd name="connsiteY618" fmla="*/ 237704 h 636062"/>
                <a:gd name="connsiteX619" fmla="*/ 1286880 w 1370485"/>
                <a:gd name="connsiteY619" fmla="*/ 239343 h 636062"/>
                <a:gd name="connsiteX620" fmla="*/ 1288519 w 1370485"/>
                <a:gd name="connsiteY620" fmla="*/ 244261 h 636062"/>
                <a:gd name="connsiteX621" fmla="*/ 1293437 w 1370485"/>
                <a:gd name="connsiteY621" fmla="*/ 247540 h 636062"/>
                <a:gd name="connsiteX622" fmla="*/ 1296716 w 1370485"/>
                <a:gd name="connsiteY622" fmla="*/ 245901 h 636062"/>
                <a:gd name="connsiteX623" fmla="*/ 1299994 w 1370485"/>
                <a:gd name="connsiteY623" fmla="*/ 245901 h 636062"/>
                <a:gd name="connsiteX624" fmla="*/ 1303273 w 1370485"/>
                <a:gd name="connsiteY624" fmla="*/ 245901 h 636062"/>
                <a:gd name="connsiteX625" fmla="*/ 1308191 w 1370485"/>
                <a:gd name="connsiteY625" fmla="*/ 247540 h 636062"/>
                <a:gd name="connsiteX626" fmla="*/ 1311470 w 1370485"/>
                <a:gd name="connsiteY626" fmla="*/ 249179 h 636062"/>
                <a:gd name="connsiteX627" fmla="*/ 1316388 w 1370485"/>
                <a:gd name="connsiteY627" fmla="*/ 247540 h 636062"/>
                <a:gd name="connsiteX628" fmla="*/ 1319667 w 1370485"/>
                <a:gd name="connsiteY628" fmla="*/ 249179 h 636062"/>
                <a:gd name="connsiteX629" fmla="*/ 1322945 w 1370485"/>
                <a:gd name="connsiteY629" fmla="*/ 249179 h 636062"/>
                <a:gd name="connsiteX630" fmla="*/ 1326223 w 1370485"/>
                <a:gd name="connsiteY630" fmla="*/ 249179 h 636062"/>
                <a:gd name="connsiteX631" fmla="*/ 1327863 w 1370485"/>
                <a:gd name="connsiteY631" fmla="*/ 245901 h 636062"/>
                <a:gd name="connsiteX632" fmla="*/ 1327863 w 1370485"/>
                <a:gd name="connsiteY632" fmla="*/ 245901 h 636062"/>
                <a:gd name="connsiteX633" fmla="*/ 1331141 w 1370485"/>
                <a:gd name="connsiteY633" fmla="*/ 242622 h 636062"/>
                <a:gd name="connsiteX634" fmla="*/ 1331141 w 1370485"/>
                <a:gd name="connsiteY634" fmla="*/ 240983 h 636062"/>
                <a:gd name="connsiteX635" fmla="*/ 1331141 w 1370485"/>
                <a:gd name="connsiteY635" fmla="*/ 240983 h 636062"/>
                <a:gd name="connsiteX636" fmla="*/ 1332781 w 1370485"/>
                <a:gd name="connsiteY636" fmla="*/ 239343 h 636062"/>
                <a:gd name="connsiteX637" fmla="*/ 1336060 w 1370485"/>
                <a:gd name="connsiteY637" fmla="*/ 237704 h 636062"/>
                <a:gd name="connsiteX638" fmla="*/ 1339338 w 1370485"/>
                <a:gd name="connsiteY638" fmla="*/ 239343 h 636062"/>
                <a:gd name="connsiteX639" fmla="*/ 1337699 w 1370485"/>
                <a:gd name="connsiteY639" fmla="*/ 242622 h 636062"/>
                <a:gd name="connsiteX640" fmla="*/ 1337699 w 1370485"/>
                <a:gd name="connsiteY640" fmla="*/ 247540 h 636062"/>
                <a:gd name="connsiteX641" fmla="*/ 1342617 w 1370485"/>
                <a:gd name="connsiteY641" fmla="*/ 247540 h 636062"/>
                <a:gd name="connsiteX642" fmla="*/ 1345896 w 1370485"/>
                <a:gd name="connsiteY642" fmla="*/ 249179 h 636062"/>
                <a:gd name="connsiteX643" fmla="*/ 1347535 w 1370485"/>
                <a:gd name="connsiteY643" fmla="*/ 252458 h 636062"/>
                <a:gd name="connsiteX644" fmla="*/ 1352453 w 1370485"/>
                <a:gd name="connsiteY644" fmla="*/ 254097 h 636062"/>
                <a:gd name="connsiteX645" fmla="*/ 1354092 w 1370485"/>
                <a:gd name="connsiteY645" fmla="*/ 259015 h 636062"/>
                <a:gd name="connsiteX646" fmla="*/ 1357371 w 1370485"/>
                <a:gd name="connsiteY646" fmla="*/ 260655 h 636062"/>
                <a:gd name="connsiteX647" fmla="*/ 1360650 w 1370485"/>
                <a:gd name="connsiteY647" fmla="*/ 260655 h 636062"/>
                <a:gd name="connsiteX648" fmla="*/ 1362289 w 1370485"/>
                <a:gd name="connsiteY648" fmla="*/ 260655 h 636062"/>
                <a:gd name="connsiteX649" fmla="*/ 1365568 w 1370485"/>
                <a:gd name="connsiteY649" fmla="*/ 262294 h 636062"/>
                <a:gd name="connsiteX650" fmla="*/ 1367207 w 1370485"/>
                <a:gd name="connsiteY650" fmla="*/ 263933 h 636062"/>
                <a:gd name="connsiteX651" fmla="*/ 1370486 w 1370485"/>
                <a:gd name="connsiteY651" fmla="*/ 267212 h 636062"/>
                <a:gd name="connsiteX652" fmla="*/ 1368847 w 1370485"/>
                <a:gd name="connsiteY652" fmla="*/ 267212 h 636062"/>
                <a:gd name="connsiteX653" fmla="*/ 1365568 w 1370485"/>
                <a:gd name="connsiteY653" fmla="*/ 267212 h 636062"/>
                <a:gd name="connsiteX654" fmla="*/ 1360650 w 1370485"/>
                <a:gd name="connsiteY654" fmla="*/ 267212 h 636062"/>
                <a:gd name="connsiteX655" fmla="*/ 1357371 w 1370485"/>
                <a:gd name="connsiteY655" fmla="*/ 267212 h 636062"/>
                <a:gd name="connsiteX656" fmla="*/ 1354092 w 1370485"/>
                <a:gd name="connsiteY656" fmla="*/ 267212 h 636062"/>
                <a:gd name="connsiteX657" fmla="*/ 1352453 w 1370485"/>
                <a:gd name="connsiteY657" fmla="*/ 272130 h 636062"/>
                <a:gd name="connsiteX658" fmla="*/ 1354092 w 1370485"/>
                <a:gd name="connsiteY658" fmla="*/ 275409 h 636062"/>
                <a:gd name="connsiteX659" fmla="*/ 1357371 w 1370485"/>
                <a:gd name="connsiteY659" fmla="*/ 278687 h 636062"/>
                <a:gd name="connsiteX660" fmla="*/ 1357371 w 1370485"/>
                <a:gd name="connsiteY660" fmla="*/ 281966 h 636062"/>
                <a:gd name="connsiteX661" fmla="*/ 1357371 w 1370485"/>
                <a:gd name="connsiteY661" fmla="*/ 285245 h 636062"/>
                <a:gd name="connsiteX662" fmla="*/ 1355731 w 1370485"/>
                <a:gd name="connsiteY662" fmla="*/ 290163 h 636062"/>
                <a:gd name="connsiteX663" fmla="*/ 1352453 w 1370485"/>
                <a:gd name="connsiteY663" fmla="*/ 293441 h 636062"/>
                <a:gd name="connsiteX664" fmla="*/ 1347535 w 1370485"/>
                <a:gd name="connsiteY664" fmla="*/ 293441 h 636062"/>
                <a:gd name="connsiteX665" fmla="*/ 1344257 w 1370485"/>
                <a:gd name="connsiteY665" fmla="*/ 296720 h 636062"/>
                <a:gd name="connsiteX666" fmla="*/ 1340978 w 1370485"/>
                <a:gd name="connsiteY666" fmla="*/ 296720 h 636062"/>
                <a:gd name="connsiteX667" fmla="*/ 1336060 w 1370485"/>
                <a:gd name="connsiteY667" fmla="*/ 296720 h 636062"/>
                <a:gd name="connsiteX668" fmla="*/ 1332781 w 1370485"/>
                <a:gd name="connsiteY668" fmla="*/ 296720 h 636062"/>
                <a:gd name="connsiteX669" fmla="*/ 1329502 w 1370485"/>
                <a:gd name="connsiteY669" fmla="*/ 299999 h 636062"/>
                <a:gd name="connsiteX670" fmla="*/ 1329502 w 1370485"/>
                <a:gd name="connsiteY670" fmla="*/ 303277 h 636062"/>
                <a:gd name="connsiteX671" fmla="*/ 1327863 w 1370485"/>
                <a:gd name="connsiteY671" fmla="*/ 308195 h 636062"/>
                <a:gd name="connsiteX672" fmla="*/ 1329502 w 1370485"/>
                <a:gd name="connsiteY672" fmla="*/ 311474 h 636062"/>
                <a:gd name="connsiteX673" fmla="*/ 1329502 w 1370485"/>
                <a:gd name="connsiteY673" fmla="*/ 314753 h 636062"/>
                <a:gd name="connsiteX674" fmla="*/ 1329502 w 1370485"/>
                <a:gd name="connsiteY674" fmla="*/ 316392 h 636062"/>
                <a:gd name="connsiteX675" fmla="*/ 1329502 w 1370485"/>
                <a:gd name="connsiteY675" fmla="*/ 316392 h 636062"/>
                <a:gd name="connsiteX676" fmla="*/ 1331141 w 1370485"/>
                <a:gd name="connsiteY676" fmla="*/ 321310 h 636062"/>
                <a:gd name="connsiteX677" fmla="*/ 1334420 w 1370485"/>
                <a:gd name="connsiteY677" fmla="*/ 324589 h 636062"/>
                <a:gd name="connsiteX678" fmla="*/ 1336060 w 1370485"/>
                <a:gd name="connsiteY678" fmla="*/ 329507 h 636062"/>
                <a:gd name="connsiteX679" fmla="*/ 1337699 w 1370485"/>
                <a:gd name="connsiteY679" fmla="*/ 332785 h 636062"/>
                <a:gd name="connsiteX680" fmla="*/ 1339338 w 1370485"/>
                <a:gd name="connsiteY680" fmla="*/ 336064 h 636062"/>
                <a:gd name="connsiteX681" fmla="*/ 1339338 w 1370485"/>
                <a:gd name="connsiteY681" fmla="*/ 337703 h 636062"/>
                <a:gd name="connsiteX682" fmla="*/ 1344257 w 1370485"/>
                <a:gd name="connsiteY682" fmla="*/ 340982 h 636062"/>
                <a:gd name="connsiteX683" fmla="*/ 1345896 w 1370485"/>
                <a:gd name="connsiteY683" fmla="*/ 345900 h 636062"/>
                <a:gd name="connsiteX684" fmla="*/ 1345896 w 1370485"/>
                <a:gd name="connsiteY684" fmla="*/ 349179 h 636062"/>
                <a:gd name="connsiteX685" fmla="*/ 1342617 w 1370485"/>
                <a:gd name="connsiteY685" fmla="*/ 352457 h 636062"/>
                <a:gd name="connsiteX686" fmla="*/ 1342617 w 1370485"/>
                <a:gd name="connsiteY686" fmla="*/ 355736 h 636062"/>
                <a:gd name="connsiteX687" fmla="*/ 1339338 w 1370485"/>
                <a:gd name="connsiteY687" fmla="*/ 355736 h 636062"/>
                <a:gd name="connsiteX688" fmla="*/ 1336060 w 1370485"/>
                <a:gd name="connsiteY688" fmla="*/ 355736 h 636062"/>
                <a:gd name="connsiteX689" fmla="*/ 1331141 w 1370485"/>
                <a:gd name="connsiteY689" fmla="*/ 359015 h 636062"/>
                <a:gd name="connsiteX690" fmla="*/ 1327863 w 1370485"/>
                <a:gd name="connsiteY690" fmla="*/ 362294 h 636062"/>
                <a:gd name="connsiteX691" fmla="*/ 1324584 w 1370485"/>
                <a:gd name="connsiteY691" fmla="*/ 363933 h 636062"/>
                <a:gd name="connsiteX692" fmla="*/ 1319667 w 1370485"/>
                <a:gd name="connsiteY692" fmla="*/ 362294 h 636062"/>
                <a:gd name="connsiteX693" fmla="*/ 1316388 w 1370485"/>
                <a:gd name="connsiteY693" fmla="*/ 359015 h 636062"/>
                <a:gd name="connsiteX694" fmla="*/ 1313109 w 1370485"/>
                <a:gd name="connsiteY694" fmla="*/ 359015 h 636062"/>
                <a:gd name="connsiteX695" fmla="*/ 1309830 w 1370485"/>
                <a:gd name="connsiteY695" fmla="*/ 359015 h 636062"/>
                <a:gd name="connsiteX696" fmla="*/ 1304912 w 1370485"/>
                <a:gd name="connsiteY696" fmla="*/ 357375 h 636062"/>
                <a:gd name="connsiteX697" fmla="*/ 1301633 w 1370485"/>
                <a:gd name="connsiteY697" fmla="*/ 357375 h 636062"/>
                <a:gd name="connsiteX698" fmla="*/ 1298354 w 1370485"/>
                <a:gd name="connsiteY698" fmla="*/ 359015 h 636062"/>
                <a:gd name="connsiteX699" fmla="*/ 1295077 w 1370485"/>
                <a:gd name="connsiteY699" fmla="*/ 359015 h 636062"/>
                <a:gd name="connsiteX700" fmla="*/ 1290158 w 1370485"/>
                <a:gd name="connsiteY700" fmla="*/ 359015 h 636062"/>
                <a:gd name="connsiteX701" fmla="*/ 1286880 w 1370485"/>
                <a:gd name="connsiteY701" fmla="*/ 359015 h 636062"/>
                <a:gd name="connsiteX702" fmla="*/ 1283601 w 1370485"/>
                <a:gd name="connsiteY702" fmla="*/ 357375 h 636062"/>
                <a:gd name="connsiteX703" fmla="*/ 1278683 w 1370485"/>
                <a:gd name="connsiteY703" fmla="*/ 355736 h 636062"/>
                <a:gd name="connsiteX704" fmla="*/ 1275404 w 1370485"/>
                <a:gd name="connsiteY704" fmla="*/ 355736 h 636062"/>
                <a:gd name="connsiteX705" fmla="*/ 1272125 w 1370485"/>
                <a:gd name="connsiteY705" fmla="*/ 352457 h 636062"/>
                <a:gd name="connsiteX706" fmla="*/ 1268847 w 1370485"/>
                <a:gd name="connsiteY706" fmla="*/ 350818 h 636062"/>
                <a:gd name="connsiteX707" fmla="*/ 1265568 w 1370485"/>
                <a:gd name="connsiteY707" fmla="*/ 350818 h 636062"/>
                <a:gd name="connsiteX708" fmla="*/ 1260650 w 1370485"/>
                <a:gd name="connsiteY708" fmla="*/ 349179 h 636062"/>
                <a:gd name="connsiteX709" fmla="*/ 1257371 w 1370485"/>
                <a:gd name="connsiteY709" fmla="*/ 350818 h 636062"/>
                <a:gd name="connsiteX710" fmla="*/ 1257371 w 1370485"/>
                <a:gd name="connsiteY710" fmla="*/ 355736 h 636062"/>
                <a:gd name="connsiteX711" fmla="*/ 1259011 w 1370485"/>
                <a:gd name="connsiteY711" fmla="*/ 359015 h 636062"/>
                <a:gd name="connsiteX712" fmla="*/ 1259011 w 1370485"/>
                <a:gd name="connsiteY712" fmla="*/ 362294 h 636062"/>
                <a:gd name="connsiteX713" fmla="*/ 1257371 w 1370485"/>
                <a:gd name="connsiteY713" fmla="*/ 365572 h 636062"/>
                <a:gd name="connsiteX714" fmla="*/ 1257371 w 1370485"/>
                <a:gd name="connsiteY714" fmla="*/ 370490 h 636062"/>
                <a:gd name="connsiteX715" fmla="*/ 1257371 w 1370485"/>
                <a:gd name="connsiteY715" fmla="*/ 372130 h 636062"/>
                <a:gd name="connsiteX716" fmla="*/ 1257371 w 1370485"/>
                <a:gd name="connsiteY716" fmla="*/ 377047 h 636062"/>
                <a:gd name="connsiteX717" fmla="*/ 1257371 w 1370485"/>
                <a:gd name="connsiteY717" fmla="*/ 380326 h 636062"/>
                <a:gd name="connsiteX718" fmla="*/ 1257371 w 1370485"/>
                <a:gd name="connsiteY718" fmla="*/ 383605 h 636062"/>
                <a:gd name="connsiteX719" fmla="*/ 1257371 w 1370485"/>
                <a:gd name="connsiteY719" fmla="*/ 386884 h 636062"/>
                <a:gd name="connsiteX720" fmla="*/ 1257371 w 1370485"/>
                <a:gd name="connsiteY720" fmla="*/ 390162 h 636062"/>
                <a:gd name="connsiteX721" fmla="*/ 1255732 w 1370485"/>
                <a:gd name="connsiteY721" fmla="*/ 395080 h 636062"/>
                <a:gd name="connsiteX722" fmla="*/ 1257371 w 1370485"/>
                <a:gd name="connsiteY722" fmla="*/ 398359 h 636062"/>
                <a:gd name="connsiteX723" fmla="*/ 1257371 w 1370485"/>
                <a:gd name="connsiteY723" fmla="*/ 401637 h 636062"/>
                <a:gd name="connsiteX724" fmla="*/ 1259011 w 1370485"/>
                <a:gd name="connsiteY724" fmla="*/ 404916 h 636062"/>
                <a:gd name="connsiteX725" fmla="*/ 1257371 w 1370485"/>
                <a:gd name="connsiteY725" fmla="*/ 409834 h 636062"/>
                <a:gd name="connsiteX726" fmla="*/ 1257371 w 1370485"/>
                <a:gd name="connsiteY726" fmla="*/ 413113 h 636062"/>
                <a:gd name="connsiteX727" fmla="*/ 1257371 w 1370485"/>
                <a:gd name="connsiteY727" fmla="*/ 416392 h 636062"/>
                <a:gd name="connsiteX728" fmla="*/ 1257371 w 1370485"/>
                <a:gd name="connsiteY728" fmla="*/ 421310 h 636062"/>
                <a:gd name="connsiteX729" fmla="*/ 1260650 w 1370485"/>
                <a:gd name="connsiteY729" fmla="*/ 422949 h 636062"/>
                <a:gd name="connsiteX730" fmla="*/ 1263929 w 1370485"/>
                <a:gd name="connsiteY730" fmla="*/ 422949 h 636062"/>
                <a:gd name="connsiteX731" fmla="*/ 1267208 w 1370485"/>
                <a:gd name="connsiteY731" fmla="*/ 424588 h 636062"/>
                <a:gd name="connsiteX732" fmla="*/ 1270487 w 1370485"/>
                <a:gd name="connsiteY732" fmla="*/ 427867 h 636062"/>
                <a:gd name="connsiteX733" fmla="*/ 1272125 w 1370485"/>
                <a:gd name="connsiteY733" fmla="*/ 431146 h 636062"/>
                <a:gd name="connsiteX734" fmla="*/ 1272125 w 1370485"/>
                <a:gd name="connsiteY734" fmla="*/ 436064 h 636062"/>
                <a:gd name="connsiteX735" fmla="*/ 1272125 w 1370485"/>
                <a:gd name="connsiteY735" fmla="*/ 436064 h 636062"/>
                <a:gd name="connsiteX736" fmla="*/ 1272125 w 1370485"/>
                <a:gd name="connsiteY736" fmla="*/ 437703 h 636062"/>
                <a:gd name="connsiteX737" fmla="*/ 1270487 w 1370485"/>
                <a:gd name="connsiteY737" fmla="*/ 439342 h 636062"/>
                <a:gd name="connsiteX738" fmla="*/ 1267208 w 1370485"/>
                <a:gd name="connsiteY738" fmla="*/ 437703 h 636062"/>
                <a:gd name="connsiteX739" fmla="*/ 1263929 w 1370485"/>
                <a:gd name="connsiteY739" fmla="*/ 434424 h 636062"/>
                <a:gd name="connsiteX740" fmla="*/ 1259011 w 1370485"/>
                <a:gd name="connsiteY740" fmla="*/ 434424 h 636062"/>
                <a:gd name="connsiteX741" fmla="*/ 1255732 w 1370485"/>
                <a:gd name="connsiteY741" fmla="*/ 436064 h 636062"/>
                <a:gd name="connsiteX742" fmla="*/ 1252453 w 1370485"/>
                <a:gd name="connsiteY742" fmla="*/ 437703 h 636062"/>
                <a:gd name="connsiteX743" fmla="*/ 1247535 w 1370485"/>
                <a:gd name="connsiteY743" fmla="*/ 436064 h 636062"/>
                <a:gd name="connsiteX744" fmla="*/ 1244257 w 1370485"/>
                <a:gd name="connsiteY744" fmla="*/ 434424 h 636062"/>
                <a:gd name="connsiteX745" fmla="*/ 1242618 w 1370485"/>
                <a:gd name="connsiteY745" fmla="*/ 431146 h 636062"/>
                <a:gd name="connsiteX746" fmla="*/ 1239339 w 1370485"/>
                <a:gd name="connsiteY746" fmla="*/ 429506 h 636062"/>
                <a:gd name="connsiteX747" fmla="*/ 1236060 w 1370485"/>
                <a:gd name="connsiteY747" fmla="*/ 431146 h 636062"/>
                <a:gd name="connsiteX748" fmla="*/ 1231142 w 1370485"/>
                <a:gd name="connsiteY748" fmla="*/ 432785 h 636062"/>
                <a:gd name="connsiteX749" fmla="*/ 1227863 w 1370485"/>
                <a:gd name="connsiteY749" fmla="*/ 432785 h 636062"/>
                <a:gd name="connsiteX750" fmla="*/ 1224584 w 1370485"/>
                <a:gd name="connsiteY750" fmla="*/ 434424 h 636062"/>
                <a:gd name="connsiteX751" fmla="*/ 1219666 w 1370485"/>
                <a:gd name="connsiteY751" fmla="*/ 436064 h 636062"/>
                <a:gd name="connsiteX752" fmla="*/ 1216388 w 1370485"/>
                <a:gd name="connsiteY752" fmla="*/ 437703 h 636062"/>
                <a:gd name="connsiteX753" fmla="*/ 1213110 w 1370485"/>
                <a:gd name="connsiteY753" fmla="*/ 439342 h 636062"/>
                <a:gd name="connsiteX754" fmla="*/ 1209831 w 1370485"/>
                <a:gd name="connsiteY754" fmla="*/ 437703 h 636062"/>
                <a:gd name="connsiteX755" fmla="*/ 1204913 w 1370485"/>
                <a:gd name="connsiteY755" fmla="*/ 439342 h 636062"/>
                <a:gd name="connsiteX756" fmla="*/ 1201634 w 1370485"/>
                <a:gd name="connsiteY756" fmla="*/ 439342 h 636062"/>
                <a:gd name="connsiteX757" fmla="*/ 1198355 w 1370485"/>
                <a:gd name="connsiteY757" fmla="*/ 442621 h 636062"/>
                <a:gd name="connsiteX758" fmla="*/ 1193438 w 1370485"/>
                <a:gd name="connsiteY758" fmla="*/ 442621 h 636062"/>
                <a:gd name="connsiteX759" fmla="*/ 1190159 w 1370485"/>
                <a:gd name="connsiteY759" fmla="*/ 442621 h 636062"/>
                <a:gd name="connsiteX760" fmla="*/ 1186880 w 1370485"/>
                <a:gd name="connsiteY760" fmla="*/ 444260 h 636062"/>
                <a:gd name="connsiteX761" fmla="*/ 1185241 w 1370485"/>
                <a:gd name="connsiteY761" fmla="*/ 445900 h 636062"/>
                <a:gd name="connsiteX762" fmla="*/ 1183601 w 1370485"/>
                <a:gd name="connsiteY762" fmla="*/ 447539 h 636062"/>
                <a:gd name="connsiteX763" fmla="*/ 1185241 w 1370485"/>
                <a:gd name="connsiteY763" fmla="*/ 450818 h 636062"/>
                <a:gd name="connsiteX764" fmla="*/ 1188520 w 1370485"/>
                <a:gd name="connsiteY764" fmla="*/ 452457 h 636062"/>
                <a:gd name="connsiteX765" fmla="*/ 1190159 w 1370485"/>
                <a:gd name="connsiteY765" fmla="*/ 454096 h 636062"/>
                <a:gd name="connsiteX766" fmla="*/ 1191798 w 1370485"/>
                <a:gd name="connsiteY766" fmla="*/ 452457 h 636062"/>
                <a:gd name="connsiteX767" fmla="*/ 1196716 w 1370485"/>
                <a:gd name="connsiteY767" fmla="*/ 452457 h 636062"/>
                <a:gd name="connsiteX768" fmla="*/ 1199994 w 1370485"/>
                <a:gd name="connsiteY768" fmla="*/ 454096 h 636062"/>
                <a:gd name="connsiteX769" fmla="*/ 1203273 w 1370485"/>
                <a:gd name="connsiteY769" fmla="*/ 454096 h 636062"/>
                <a:gd name="connsiteX770" fmla="*/ 1206552 w 1370485"/>
                <a:gd name="connsiteY770" fmla="*/ 457375 h 636062"/>
                <a:gd name="connsiteX771" fmla="*/ 1204913 w 1370485"/>
                <a:gd name="connsiteY771" fmla="*/ 460654 h 636062"/>
                <a:gd name="connsiteX772" fmla="*/ 1204913 w 1370485"/>
                <a:gd name="connsiteY772" fmla="*/ 465572 h 636062"/>
                <a:gd name="connsiteX773" fmla="*/ 1204913 w 1370485"/>
                <a:gd name="connsiteY773" fmla="*/ 468850 h 636062"/>
                <a:gd name="connsiteX774" fmla="*/ 1208191 w 1370485"/>
                <a:gd name="connsiteY774" fmla="*/ 472129 h 636062"/>
                <a:gd name="connsiteX775" fmla="*/ 1209831 w 1370485"/>
                <a:gd name="connsiteY775" fmla="*/ 475408 h 636062"/>
                <a:gd name="connsiteX776" fmla="*/ 1209831 w 1370485"/>
                <a:gd name="connsiteY776" fmla="*/ 480326 h 636062"/>
                <a:gd name="connsiteX777" fmla="*/ 1209831 w 1370485"/>
                <a:gd name="connsiteY777" fmla="*/ 480326 h 636062"/>
                <a:gd name="connsiteX778" fmla="*/ 1213110 w 1370485"/>
                <a:gd name="connsiteY778" fmla="*/ 485244 h 636062"/>
                <a:gd name="connsiteX779" fmla="*/ 1214749 w 1370485"/>
                <a:gd name="connsiteY779" fmla="*/ 488522 h 636062"/>
                <a:gd name="connsiteX780" fmla="*/ 1219666 w 1370485"/>
                <a:gd name="connsiteY780" fmla="*/ 491801 h 636062"/>
                <a:gd name="connsiteX781" fmla="*/ 1221306 w 1370485"/>
                <a:gd name="connsiteY781" fmla="*/ 496719 h 636062"/>
                <a:gd name="connsiteX782" fmla="*/ 1221306 w 1370485"/>
                <a:gd name="connsiteY782" fmla="*/ 496719 h 636062"/>
                <a:gd name="connsiteX783" fmla="*/ 1222945 w 1370485"/>
                <a:gd name="connsiteY783" fmla="*/ 498359 h 636062"/>
                <a:gd name="connsiteX784" fmla="*/ 1226224 w 1370485"/>
                <a:gd name="connsiteY784" fmla="*/ 503277 h 636062"/>
                <a:gd name="connsiteX785" fmla="*/ 1229503 w 1370485"/>
                <a:gd name="connsiteY785" fmla="*/ 506555 h 636062"/>
                <a:gd name="connsiteX786" fmla="*/ 1232781 w 1370485"/>
                <a:gd name="connsiteY786" fmla="*/ 509834 h 636062"/>
                <a:gd name="connsiteX787" fmla="*/ 1232781 w 1370485"/>
                <a:gd name="connsiteY787" fmla="*/ 514752 h 636062"/>
                <a:gd name="connsiteX788" fmla="*/ 1232781 w 1370485"/>
                <a:gd name="connsiteY788" fmla="*/ 518031 h 636062"/>
                <a:gd name="connsiteX789" fmla="*/ 1237700 w 1370485"/>
                <a:gd name="connsiteY789" fmla="*/ 519670 h 636062"/>
                <a:gd name="connsiteX790" fmla="*/ 1239339 w 1370485"/>
                <a:gd name="connsiteY790" fmla="*/ 522949 h 636062"/>
                <a:gd name="connsiteX791" fmla="*/ 1239339 w 1370485"/>
                <a:gd name="connsiteY791" fmla="*/ 526227 h 636062"/>
                <a:gd name="connsiteX792" fmla="*/ 1234421 w 1370485"/>
                <a:gd name="connsiteY792" fmla="*/ 524588 h 636062"/>
                <a:gd name="connsiteX793" fmla="*/ 1231142 w 1370485"/>
                <a:gd name="connsiteY793" fmla="*/ 527867 h 636062"/>
                <a:gd name="connsiteX794" fmla="*/ 1227863 w 1370485"/>
                <a:gd name="connsiteY794" fmla="*/ 532784 h 636062"/>
                <a:gd name="connsiteX795" fmla="*/ 1231142 w 1370485"/>
                <a:gd name="connsiteY795" fmla="*/ 534424 h 636062"/>
                <a:gd name="connsiteX796" fmla="*/ 1236060 w 1370485"/>
                <a:gd name="connsiteY796" fmla="*/ 536063 h 636062"/>
                <a:gd name="connsiteX797" fmla="*/ 1232781 w 1370485"/>
                <a:gd name="connsiteY797" fmla="*/ 537703 h 636062"/>
                <a:gd name="connsiteX798" fmla="*/ 1229503 w 1370485"/>
                <a:gd name="connsiteY798" fmla="*/ 539342 h 636062"/>
                <a:gd name="connsiteX799" fmla="*/ 1226224 w 1370485"/>
                <a:gd name="connsiteY799" fmla="*/ 539342 h 636062"/>
                <a:gd name="connsiteX800" fmla="*/ 1226224 w 1370485"/>
                <a:gd name="connsiteY800" fmla="*/ 542621 h 636062"/>
                <a:gd name="connsiteX801" fmla="*/ 1224584 w 1370485"/>
                <a:gd name="connsiteY801" fmla="*/ 547539 h 636062"/>
                <a:gd name="connsiteX802" fmla="*/ 1226224 w 1370485"/>
                <a:gd name="connsiteY802" fmla="*/ 550817 h 636062"/>
                <a:gd name="connsiteX803" fmla="*/ 1229503 w 1370485"/>
                <a:gd name="connsiteY803" fmla="*/ 554096 h 636062"/>
                <a:gd name="connsiteX804" fmla="*/ 1231142 w 1370485"/>
                <a:gd name="connsiteY804" fmla="*/ 557374 h 636062"/>
                <a:gd name="connsiteX805" fmla="*/ 1232781 w 1370485"/>
                <a:gd name="connsiteY805" fmla="*/ 562293 h 636062"/>
                <a:gd name="connsiteX806" fmla="*/ 1232781 w 1370485"/>
                <a:gd name="connsiteY806" fmla="*/ 562293 h 636062"/>
                <a:gd name="connsiteX807" fmla="*/ 1232781 w 1370485"/>
                <a:gd name="connsiteY807" fmla="*/ 567211 h 636062"/>
                <a:gd name="connsiteX808" fmla="*/ 1229503 w 1370485"/>
                <a:gd name="connsiteY808" fmla="*/ 563932 h 636062"/>
                <a:gd name="connsiteX809" fmla="*/ 1226224 w 1370485"/>
                <a:gd name="connsiteY809" fmla="*/ 560653 h 636062"/>
                <a:gd name="connsiteX810" fmla="*/ 1222945 w 1370485"/>
                <a:gd name="connsiteY810" fmla="*/ 557374 h 636062"/>
                <a:gd name="connsiteX811" fmla="*/ 1218028 w 1370485"/>
                <a:gd name="connsiteY811" fmla="*/ 555735 h 636062"/>
                <a:gd name="connsiteX812" fmla="*/ 1214749 w 1370485"/>
                <a:gd name="connsiteY812" fmla="*/ 555735 h 636062"/>
                <a:gd name="connsiteX813" fmla="*/ 1211470 w 1370485"/>
                <a:gd name="connsiteY813" fmla="*/ 554096 h 636062"/>
                <a:gd name="connsiteX814" fmla="*/ 1206552 w 1370485"/>
                <a:gd name="connsiteY814" fmla="*/ 555735 h 636062"/>
                <a:gd name="connsiteX815" fmla="*/ 1203273 w 1370485"/>
                <a:gd name="connsiteY815" fmla="*/ 554096 h 636062"/>
                <a:gd name="connsiteX816" fmla="*/ 1199994 w 1370485"/>
                <a:gd name="connsiteY816" fmla="*/ 552457 h 636062"/>
                <a:gd name="connsiteX817" fmla="*/ 1196716 w 1370485"/>
                <a:gd name="connsiteY817" fmla="*/ 547539 h 636062"/>
                <a:gd name="connsiteX818" fmla="*/ 1191798 w 1370485"/>
                <a:gd name="connsiteY818" fmla="*/ 545899 h 636062"/>
                <a:gd name="connsiteX819" fmla="*/ 1190159 w 1370485"/>
                <a:gd name="connsiteY819" fmla="*/ 542621 h 636062"/>
                <a:gd name="connsiteX820" fmla="*/ 1185241 w 1370485"/>
                <a:gd name="connsiteY820" fmla="*/ 540981 h 636062"/>
                <a:gd name="connsiteX821" fmla="*/ 1185241 w 1370485"/>
                <a:gd name="connsiteY821" fmla="*/ 540981 h 636062"/>
                <a:gd name="connsiteX822" fmla="*/ 1181962 w 1370485"/>
                <a:gd name="connsiteY822" fmla="*/ 540981 h 636062"/>
                <a:gd name="connsiteX823" fmla="*/ 1177044 w 1370485"/>
                <a:gd name="connsiteY823" fmla="*/ 540981 h 636062"/>
                <a:gd name="connsiteX824" fmla="*/ 1173765 w 1370485"/>
                <a:gd name="connsiteY824" fmla="*/ 539342 h 636062"/>
                <a:gd name="connsiteX825" fmla="*/ 1170486 w 1370485"/>
                <a:gd name="connsiteY825" fmla="*/ 539342 h 636062"/>
                <a:gd name="connsiteX826" fmla="*/ 1165569 w 1370485"/>
                <a:gd name="connsiteY826" fmla="*/ 537703 h 636062"/>
                <a:gd name="connsiteX827" fmla="*/ 1162290 w 1370485"/>
                <a:gd name="connsiteY827" fmla="*/ 536063 h 636062"/>
                <a:gd name="connsiteX828" fmla="*/ 1159011 w 1370485"/>
                <a:gd name="connsiteY828" fmla="*/ 536063 h 636062"/>
                <a:gd name="connsiteX829" fmla="*/ 1155733 w 1370485"/>
                <a:gd name="connsiteY829" fmla="*/ 537703 h 636062"/>
                <a:gd name="connsiteX830" fmla="*/ 1152454 w 1370485"/>
                <a:gd name="connsiteY830" fmla="*/ 537703 h 636062"/>
                <a:gd name="connsiteX831" fmla="*/ 1147536 w 1370485"/>
                <a:gd name="connsiteY831" fmla="*/ 537703 h 636062"/>
                <a:gd name="connsiteX832" fmla="*/ 1144257 w 1370485"/>
                <a:gd name="connsiteY832" fmla="*/ 536063 h 636062"/>
                <a:gd name="connsiteX833" fmla="*/ 1140979 w 1370485"/>
                <a:gd name="connsiteY833" fmla="*/ 536063 h 636062"/>
                <a:gd name="connsiteX834" fmla="*/ 1136061 w 1370485"/>
                <a:gd name="connsiteY834" fmla="*/ 536063 h 636062"/>
                <a:gd name="connsiteX835" fmla="*/ 1132782 w 1370485"/>
                <a:gd name="connsiteY835" fmla="*/ 536063 h 636062"/>
                <a:gd name="connsiteX836" fmla="*/ 1129503 w 1370485"/>
                <a:gd name="connsiteY836" fmla="*/ 534424 h 636062"/>
                <a:gd name="connsiteX837" fmla="*/ 1124585 w 1370485"/>
                <a:gd name="connsiteY837" fmla="*/ 534424 h 636062"/>
                <a:gd name="connsiteX838" fmla="*/ 1121306 w 1370485"/>
                <a:gd name="connsiteY838" fmla="*/ 536063 h 636062"/>
                <a:gd name="connsiteX839" fmla="*/ 1118027 w 1370485"/>
                <a:gd name="connsiteY839" fmla="*/ 536063 h 636062"/>
                <a:gd name="connsiteX840" fmla="*/ 1118027 w 1370485"/>
                <a:gd name="connsiteY840" fmla="*/ 534424 h 636062"/>
                <a:gd name="connsiteX841" fmla="*/ 1113110 w 1370485"/>
                <a:gd name="connsiteY841" fmla="*/ 532784 h 636062"/>
                <a:gd name="connsiteX842" fmla="*/ 1109831 w 1370485"/>
                <a:gd name="connsiteY842" fmla="*/ 532784 h 636062"/>
                <a:gd name="connsiteX843" fmla="*/ 1106553 w 1370485"/>
                <a:gd name="connsiteY843" fmla="*/ 532784 h 636062"/>
                <a:gd name="connsiteX844" fmla="*/ 1103274 w 1370485"/>
                <a:gd name="connsiteY844" fmla="*/ 534424 h 636062"/>
                <a:gd name="connsiteX845" fmla="*/ 1098356 w 1370485"/>
                <a:gd name="connsiteY845" fmla="*/ 534424 h 636062"/>
                <a:gd name="connsiteX846" fmla="*/ 1095077 w 1370485"/>
                <a:gd name="connsiteY846" fmla="*/ 536063 h 636062"/>
                <a:gd name="connsiteX847" fmla="*/ 1091798 w 1370485"/>
                <a:gd name="connsiteY847" fmla="*/ 536063 h 636062"/>
                <a:gd name="connsiteX848" fmla="*/ 1086881 w 1370485"/>
                <a:gd name="connsiteY848" fmla="*/ 536063 h 636062"/>
                <a:gd name="connsiteX849" fmla="*/ 1083602 w 1370485"/>
                <a:gd name="connsiteY849" fmla="*/ 534424 h 636062"/>
                <a:gd name="connsiteX850" fmla="*/ 1080323 w 1370485"/>
                <a:gd name="connsiteY850" fmla="*/ 534424 h 636062"/>
                <a:gd name="connsiteX851" fmla="*/ 1075405 w 1370485"/>
                <a:gd name="connsiteY851" fmla="*/ 534424 h 636062"/>
                <a:gd name="connsiteX852" fmla="*/ 1072126 w 1370485"/>
                <a:gd name="connsiteY852" fmla="*/ 534424 h 636062"/>
                <a:gd name="connsiteX853" fmla="*/ 1068848 w 1370485"/>
                <a:gd name="connsiteY853" fmla="*/ 534424 h 636062"/>
                <a:gd name="connsiteX854" fmla="*/ 1067208 w 1370485"/>
                <a:gd name="connsiteY854" fmla="*/ 534424 h 636062"/>
                <a:gd name="connsiteX855" fmla="*/ 1067208 w 1370485"/>
                <a:gd name="connsiteY855" fmla="*/ 537703 h 636062"/>
                <a:gd name="connsiteX856" fmla="*/ 1065569 w 1370485"/>
                <a:gd name="connsiteY856" fmla="*/ 539342 h 636062"/>
                <a:gd name="connsiteX857" fmla="*/ 1060651 w 1370485"/>
                <a:gd name="connsiteY857" fmla="*/ 539342 h 636062"/>
                <a:gd name="connsiteX858" fmla="*/ 1057372 w 1370485"/>
                <a:gd name="connsiteY858" fmla="*/ 539342 h 636062"/>
                <a:gd name="connsiteX859" fmla="*/ 1054094 w 1370485"/>
                <a:gd name="connsiteY859" fmla="*/ 537703 h 636062"/>
                <a:gd name="connsiteX860" fmla="*/ 1050815 w 1370485"/>
                <a:gd name="connsiteY860" fmla="*/ 537703 h 636062"/>
                <a:gd name="connsiteX861" fmla="*/ 1045897 w 1370485"/>
                <a:gd name="connsiteY861" fmla="*/ 536063 h 636062"/>
                <a:gd name="connsiteX862" fmla="*/ 1042618 w 1370485"/>
                <a:gd name="connsiteY862" fmla="*/ 536063 h 636062"/>
                <a:gd name="connsiteX863" fmla="*/ 1039339 w 1370485"/>
                <a:gd name="connsiteY863" fmla="*/ 534424 h 636062"/>
                <a:gd name="connsiteX864" fmla="*/ 1036061 w 1370485"/>
                <a:gd name="connsiteY864" fmla="*/ 532784 h 636062"/>
                <a:gd name="connsiteX865" fmla="*/ 1032782 w 1370485"/>
                <a:gd name="connsiteY865" fmla="*/ 532784 h 636062"/>
                <a:gd name="connsiteX866" fmla="*/ 1029504 w 1370485"/>
                <a:gd name="connsiteY866" fmla="*/ 531145 h 636062"/>
                <a:gd name="connsiteX867" fmla="*/ 1027864 w 1370485"/>
                <a:gd name="connsiteY867" fmla="*/ 529506 h 636062"/>
                <a:gd name="connsiteX868" fmla="*/ 1024585 w 1370485"/>
                <a:gd name="connsiteY868" fmla="*/ 527867 h 636062"/>
                <a:gd name="connsiteX869" fmla="*/ 1019668 w 1370485"/>
                <a:gd name="connsiteY869" fmla="*/ 524588 h 636062"/>
                <a:gd name="connsiteX870" fmla="*/ 1016389 w 1370485"/>
                <a:gd name="connsiteY870" fmla="*/ 524588 h 636062"/>
                <a:gd name="connsiteX871" fmla="*/ 1013110 w 1370485"/>
                <a:gd name="connsiteY871" fmla="*/ 521309 h 636062"/>
                <a:gd name="connsiteX872" fmla="*/ 1009832 w 1370485"/>
                <a:gd name="connsiteY872" fmla="*/ 519670 h 636062"/>
                <a:gd name="connsiteX873" fmla="*/ 1008192 w 1370485"/>
                <a:gd name="connsiteY873" fmla="*/ 519670 h 636062"/>
                <a:gd name="connsiteX874" fmla="*/ 1008192 w 1370485"/>
                <a:gd name="connsiteY874" fmla="*/ 521309 h 636062"/>
                <a:gd name="connsiteX875" fmla="*/ 1006553 w 1370485"/>
                <a:gd name="connsiteY875" fmla="*/ 522949 h 636062"/>
                <a:gd name="connsiteX876" fmla="*/ 1003274 w 1370485"/>
                <a:gd name="connsiteY876" fmla="*/ 522949 h 636062"/>
                <a:gd name="connsiteX877" fmla="*/ 999995 w 1370485"/>
                <a:gd name="connsiteY877" fmla="*/ 524588 h 636062"/>
                <a:gd name="connsiteX878" fmla="*/ 998356 w 1370485"/>
                <a:gd name="connsiteY878" fmla="*/ 526227 h 636062"/>
                <a:gd name="connsiteX879" fmla="*/ 993438 w 1370485"/>
                <a:gd name="connsiteY879" fmla="*/ 527867 h 636062"/>
                <a:gd name="connsiteX880" fmla="*/ 990159 w 1370485"/>
                <a:gd name="connsiteY880" fmla="*/ 529506 h 636062"/>
                <a:gd name="connsiteX881" fmla="*/ 988520 w 1370485"/>
                <a:gd name="connsiteY881" fmla="*/ 529506 h 636062"/>
                <a:gd name="connsiteX882" fmla="*/ 988520 w 1370485"/>
                <a:gd name="connsiteY882" fmla="*/ 534424 h 636062"/>
                <a:gd name="connsiteX883" fmla="*/ 988520 w 1370485"/>
                <a:gd name="connsiteY883" fmla="*/ 537703 h 636062"/>
                <a:gd name="connsiteX884" fmla="*/ 990159 w 1370485"/>
                <a:gd name="connsiteY884" fmla="*/ 539342 h 636062"/>
                <a:gd name="connsiteX885" fmla="*/ 990159 w 1370485"/>
                <a:gd name="connsiteY885" fmla="*/ 540981 h 636062"/>
                <a:gd name="connsiteX886" fmla="*/ 988520 w 1370485"/>
                <a:gd name="connsiteY886" fmla="*/ 544260 h 636062"/>
                <a:gd name="connsiteX887" fmla="*/ 988520 w 1370485"/>
                <a:gd name="connsiteY887" fmla="*/ 547539 h 636062"/>
                <a:gd name="connsiteX888" fmla="*/ 990159 w 1370485"/>
                <a:gd name="connsiteY888" fmla="*/ 552457 h 636062"/>
                <a:gd name="connsiteX889" fmla="*/ 995078 w 1370485"/>
                <a:gd name="connsiteY889" fmla="*/ 555735 h 636062"/>
                <a:gd name="connsiteX890" fmla="*/ 995078 w 1370485"/>
                <a:gd name="connsiteY890" fmla="*/ 555735 h 636062"/>
                <a:gd name="connsiteX891" fmla="*/ 990159 w 1370485"/>
                <a:gd name="connsiteY891" fmla="*/ 555735 h 636062"/>
                <a:gd name="connsiteX892" fmla="*/ 986881 w 1370485"/>
                <a:gd name="connsiteY892" fmla="*/ 552457 h 636062"/>
                <a:gd name="connsiteX893" fmla="*/ 981963 w 1370485"/>
                <a:gd name="connsiteY893" fmla="*/ 552457 h 636062"/>
                <a:gd name="connsiteX894" fmla="*/ 978684 w 1370485"/>
                <a:gd name="connsiteY894" fmla="*/ 550817 h 636062"/>
                <a:gd name="connsiteX895" fmla="*/ 975405 w 1370485"/>
                <a:gd name="connsiteY895" fmla="*/ 550817 h 636062"/>
                <a:gd name="connsiteX896" fmla="*/ 972127 w 1370485"/>
                <a:gd name="connsiteY896" fmla="*/ 550817 h 636062"/>
                <a:gd name="connsiteX897" fmla="*/ 967209 w 1370485"/>
                <a:gd name="connsiteY897" fmla="*/ 549178 h 636062"/>
                <a:gd name="connsiteX898" fmla="*/ 963930 w 1370485"/>
                <a:gd name="connsiteY898" fmla="*/ 545899 h 636062"/>
                <a:gd name="connsiteX899" fmla="*/ 960651 w 1370485"/>
                <a:gd name="connsiteY899" fmla="*/ 545899 h 636062"/>
                <a:gd name="connsiteX900" fmla="*/ 955734 w 1370485"/>
                <a:gd name="connsiteY900" fmla="*/ 545899 h 636062"/>
                <a:gd name="connsiteX901" fmla="*/ 952455 w 1370485"/>
                <a:gd name="connsiteY901" fmla="*/ 542621 h 636062"/>
                <a:gd name="connsiteX902" fmla="*/ 949176 w 1370485"/>
                <a:gd name="connsiteY902" fmla="*/ 542621 h 636062"/>
                <a:gd name="connsiteX903" fmla="*/ 944258 w 1370485"/>
                <a:gd name="connsiteY903" fmla="*/ 540981 h 636062"/>
                <a:gd name="connsiteX904" fmla="*/ 940979 w 1370485"/>
                <a:gd name="connsiteY904" fmla="*/ 542621 h 636062"/>
                <a:gd name="connsiteX905" fmla="*/ 937701 w 1370485"/>
                <a:gd name="connsiteY905" fmla="*/ 539342 h 636062"/>
                <a:gd name="connsiteX906" fmla="*/ 932783 w 1370485"/>
                <a:gd name="connsiteY906" fmla="*/ 539342 h 636062"/>
                <a:gd name="connsiteX907" fmla="*/ 929504 w 1370485"/>
                <a:gd name="connsiteY907" fmla="*/ 539342 h 636062"/>
                <a:gd name="connsiteX908" fmla="*/ 926225 w 1370485"/>
                <a:gd name="connsiteY908" fmla="*/ 539342 h 636062"/>
                <a:gd name="connsiteX909" fmla="*/ 922947 w 1370485"/>
                <a:gd name="connsiteY909" fmla="*/ 542621 h 636062"/>
                <a:gd name="connsiteX910" fmla="*/ 919668 w 1370485"/>
                <a:gd name="connsiteY910" fmla="*/ 540981 h 636062"/>
                <a:gd name="connsiteX911" fmla="*/ 914750 w 1370485"/>
                <a:gd name="connsiteY911" fmla="*/ 542621 h 636062"/>
                <a:gd name="connsiteX912" fmla="*/ 911471 w 1370485"/>
                <a:gd name="connsiteY912" fmla="*/ 542621 h 636062"/>
                <a:gd name="connsiteX913" fmla="*/ 911471 w 1370485"/>
                <a:gd name="connsiteY913" fmla="*/ 542621 h 636062"/>
                <a:gd name="connsiteX914" fmla="*/ 908192 w 1370485"/>
                <a:gd name="connsiteY914" fmla="*/ 545899 h 636062"/>
                <a:gd name="connsiteX915" fmla="*/ 909832 w 1370485"/>
                <a:gd name="connsiteY915" fmla="*/ 545899 h 636062"/>
                <a:gd name="connsiteX916" fmla="*/ 906554 w 1370485"/>
                <a:gd name="connsiteY916" fmla="*/ 549178 h 636062"/>
                <a:gd name="connsiteX917" fmla="*/ 908192 w 1370485"/>
                <a:gd name="connsiteY917" fmla="*/ 552457 h 636062"/>
                <a:gd name="connsiteX918" fmla="*/ 904914 w 1370485"/>
                <a:gd name="connsiteY918" fmla="*/ 557374 h 636062"/>
                <a:gd name="connsiteX919" fmla="*/ 903275 w 1370485"/>
                <a:gd name="connsiteY919" fmla="*/ 560653 h 636062"/>
                <a:gd name="connsiteX920" fmla="*/ 903275 w 1370485"/>
                <a:gd name="connsiteY920" fmla="*/ 560653 h 636062"/>
                <a:gd name="connsiteX921" fmla="*/ 903275 w 1370485"/>
                <a:gd name="connsiteY921" fmla="*/ 562293 h 636062"/>
                <a:gd name="connsiteX922" fmla="*/ 906554 w 1370485"/>
                <a:gd name="connsiteY922" fmla="*/ 563932 h 636062"/>
                <a:gd name="connsiteX923" fmla="*/ 903275 w 1370485"/>
                <a:gd name="connsiteY923" fmla="*/ 567211 h 636062"/>
                <a:gd name="connsiteX924" fmla="*/ 899996 w 1370485"/>
                <a:gd name="connsiteY924" fmla="*/ 568850 h 636062"/>
                <a:gd name="connsiteX925" fmla="*/ 898357 w 1370485"/>
                <a:gd name="connsiteY925" fmla="*/ 572129 h 636062"/>
                <a:gd name="connsiteX926" fmla="*/ 895078 w 1370485"/>
                <a:gd name="connsiteY926" fmla="*/ 573768 h 636062"/>
                <a:gd name="connsiteX927" fmla="*/ 890160 w 1370485"/>
                <a:gd name="connsiteY927" fmla="*/ 570489 h 636062"/>
                <a:gd name="connsiteX928" fmla="*/ 886881 w 1370485"/>
                <a:gd name="connsiteY928" fmla="*/ 573768 h 636062"/>
                <a:gd name="connsiteX929" fmla="*/ 885242 w 1370485"/>
                <a:gd name="connsiteY929" fmla="*/ 577047 h 636062"/>
                <a:gd name="connsiteX930" fmla="*/ 883602 w 1370485"/>
                <a:gd name="connsiteY930" fmla="*/ 581965 h 636062"/>
                <a:gd name="connsiteX931" fmla="*/ 878685 w 1370485"/>
                <a:gd name="connsiteY931" fmla="*/ 585243 h 636062"/>
                <a:gd name="connsiteX932" fmla="*/ 878685 w 1370485"/>
                <a:gd name="connsiteY932" fmla="*/ 585243 h 636062"/>
                <a:gd name="connsiteX933" fmla="*/ 875406 w 1370485"/>
                <a:gd name="connsiteY933" fmla="*/ 588522 h 636062"/>
                <a:gd name="connsiteX934" fmla="*/ 872127 w 1370485"/>
                <a:gd name="connsiteY934" fmla="*/ 588522 h 636062"/>
                <a:gd name="connsiteX935" fmla="*/ 868849 w 1370485"/>
                <a:gd name="connsiteY935" fmla="*/ 588522 h 636062"/>
                <a:gd name="connsiteX936" fmla="*/ 865570 w 1370485"/>
                <a:gd name="connsiteY936" fmla="*/ 591801 h 636062"/>
                <a:gd name="connsiteX937" fmla="*/ 860652 w 1370485"/>
                <a:gd name="connsiteY937" fmla="*/ 593440 h 636062"/>
                <a:gd name="connsiteX938" fmla="*/ 859012 w 1370485"/>
                <a:gd name="connsiteY938" fmla="*/ 598358 h 636062"/>
                <a:gd name="connsiteX939" fmla="*/ 857373 w 1370485"/>
                <a:gd name="connsiteY939" fmla="*/ 598358 h 636062"/>
                <a:gd name="connsiteX940" fmla="*/ 852455 w 1370485"/>
                <a:gd name="connsiteY940" fmla="*/ 599997 h 636062"/>
                <a:gd name="connsiteX941" fmla="*/ 849177 w 1370485"/>
                <a:gd name="connsiteY941" fmla="*/ 603276 h 636062"/>
                <a:gd name="connsiteX942" fmla="*/ 850816 w 1370485"/>
                <a:gd name="connsiteY942" fmla="*/ 606555 h 636062"/>
                <a:gd name="connsiteX943" fmla="*/ 849177 w 1370485"/>
                <a:gd name="connsiteY943" fmla="*/ 609833 h 636062"/>
                <a:gd name="connsiteX944" fmla="*/ 845898 w 1370485"/>
                <a:gd name="connsiteY944" fmla="*/ 611473 h 636062"/>
                <a:gd name="connsiteX945" fmla="*/ 842619 w 1370485"/>
                <a:gd name="connsiteY945" fmla="*/ 616391 h 636062"/>
                <a:gd name="connsiteX946" fmla="*/ 842619 w 1370485"/>
                <a:gd name="connsiteY946" fmla="*/ 619669 h 636062"/>
                <a:gd name="connsiteX947" fmla="*/ 839341 w 1370485"/>
                <a:gd name="connsiteY947" fmla="*/ 621309 h 636062"/>
                <a:gd name="connsiteX948" fmla="*/ 839341 w 1370485"/>
                <a:gd name="connsiteY948" fmla="*/ 621309 h 636062"/>
                <a:gd name="connsiteX949" fmla="*/ 837701 w 1370485"/>
                <a:gd name="connsiteY949" fmla="*/ 626227 h 636062"/>
                <a:gd name="connsiteX950" fmla="*/ 839341 w 1370485"/>
                <a:gd name="connsiteY950" fmla="*/ 627866 h 636062"/>
                <a:gd name="connsiteX951" fmla="*/ 839341 w 1370485"/>
                <a:gd name="connsiteY951" fmla="*/ 627866 h 636062"/>
                <a:gd name="connsiteX952" fmla="*/ 842619 w 1370485"/>
                <a:gd name="connsiteY952" fmla="*/ 631145 h 636062"/>
                <a:gd name="connsiteX953" fmla="*/ 842619 w 1370485"/>
                <a:gd name="connsiteY953" fmla="*/ 636063 h 636062"/>
                <a:gd name="connsiteX954" fmla="*/ 839341 w 1370485"/>
                <a:gd name="connsiteY954" fmla="*/ 634424 h 636062"/>
                <a:gd name="connsiteX955" fmla="*/ 836062 w 1370485"/>
                <a:gd name="connsiteY955" fmla="*/ 636063 h 636062"/>
                <a:gd name="connsiteX956" fmla="*/ 832783 w 1370485"/>
                <a:gd name="connsiteY956" fmla="*/ 634424 h 636062"/>
                <a:gd name="connsiteX957" fmla="*/ 829505 w 1370485"/>
                <a:gd name="connsiteY957" fmla="*/ 632784 h 636062"/>
                <a:gd name="connsiteX958" fmla="*/ 827865 w 1370485"/>
                <a:gd name="connsiteY958" fmla="*/ 631145 h 636062"/>
                <a:gd name="connsiteX959" fmla="*/ 824587 w 1370485"/>
                <a:gd name="connsiteY959" fmla="*/ 631145 h 636062"/>
                <a:gd name="connsiteX960" fmla="*/ 821308 w 1370485"/>
                <a:gd name="connsiteY960" fmla="*/ 627866 h 636062"/>
                <a:gd name="connsiteX961" fmla="*/ 821308 w 1370485"/>
                <a:gd name="connsiteY961" fmla="*/ 624587 h 636062"/>
                <a:gd name="connsiteX962" fmla="*/ 821308 w 1370485"/>
                <a:gd name="connsiteY962" fmla="*/ 622948 h 636062"/>
                <a:gd name="connsiteX963" fmla="*/ 821308 w 1370485"/>
                <a:gd name="connsiteY963" fmla="*/ 621309 h 636062"/>
                <a:gd name="connsiteX964" fmla="*/ 821308 w 1370485"/>
                <a:gd name="connsiteY964" fmla="*/ 619669 h 636062"/>
                <a:gd name="connsiteX965" fmla="*/ 821308 w 1370485"/>
                <a:gd name="connsiteY965" fmla="*/ 616391 h 636062"/>
                <a:gd name="connsiteX966" fmla="*/ 819668 w 1370485"/>
                <a:gd name="connsiteY966" fmla="*/ 616391 h 636062"/>
                <a:gd name="connsiteX967" fmla="*/ 814751 w 1370485"/>
                <a:gd name="connsiteY967" fmla="*/ 614751 h 636062"/>
                <a:gd name="connsiteX968" fmla="*/ 811472 w 1370485"/>
                <a:gd name="connsiteY968" fmla="*/ 609833 h 636062"/>
                <a:gd name="connsiteX969" fmla="*/ 811472 w 1370485"/>
                <a:gd name="connsiteY969" fmla="*/ 609833 h 636062"/>
                <a:gd name="connsiteX970" fmla="*/ 809832 w 1370485"/>
                <a:gd name="connsiteY970" fmla="*/ 611473 h 636062"/>
                <a:gd name="connsiteX971" fmla="*/ 808193 w 1370485"/>
                <a:gd name="connsiteY971" fmla="*/ 611473 h 636062"/>
                <a:gd name="connsiteX972" fmla="*/ 804914 w 1370485"/>
                <a:gd name="connsiteY972" fmla="*/ 609833 h 636062"/>
                <a:gd name="connsiteX973" fmla="*/ 801636 w 1370485"/>
                <a:gd name="connsiteY973" fmla="*/ 611473 h 636062"/>
                <a:gd name="connsiteX974" fmla="*/ 798357 w 1370485"/>
                <a:gd name="connsiteY974" fmla="*/ 611473 h 636062"/>
                <a:gd name="connsiteX975" fmla="*/ 793439 w 1370485"/>
                <a:gd name="connsiteY975" fmla="*/ 611473 h 636062"/>
                <a:gd name="connsiteX976" fmla="*/ 790161 w 1370485"/>
                <a:gd name="connsiteY976" fmla="*/ 613112 h 636062"/>
                <a:gd name="connsiteX977" fmla="*/ 786882 w 1370485"/>
                <a:gd name="connsiteY977" fmla="*/ 613112 h 636062"/>
                <a:gd name="connsiteX978" fmla="*/ 781964 w 1370485"/>
                <a:gd name="connsiteY978" fmla="*/ 613112 h 636062"/>
                <a:gd name="connsiteX979" fmla="*/ 778685 w 1370485"/>
                <a:gd name="connsiteY979" fmla="*/ 613112 h 636062"/>
                <a:gd name="connsiteX980" fmla="*/ 775407 w 1370485"/>
                <a:gd name="connsiteY980" fmla="*/ 611473 h 636062"/>
                <a:gd name="connsiteX981" fmla="*/ 770488 w 1370485"/>
                <a:gd name="connsiteY981" fmla="*/ 611473 h 636062"/>
                <a:gd name="connsiteX982" fmla="*/ 768849 w 1370485"/>
                <a:gd name="connsiteY982" fmla="*/ 611473 h 636062"/>
                <a:gd name="connsiteX983" fmla="*/ 767210 w 1370485"/>
                <a:gd name="connsiteY983" fmla="*/ 606555 h 636062"/>
                <a:gd name="connsiteX984" fmla="*/ 765570 w 1370485"/>
                <a:gd name="connsiteY984" fmla="*/ 603276 h 636062"/>
                <a:gd name="connsiteX985" fmla="*/ 763931 w 1370485"/>
                <a:gd name="connsiteY985" fmla="*/ 599997 h 636062"/>
                <a:gd name="connsiteX986" fmla="*/ 762292 w 1370485"/>
                <a:gd name="connsiteY986" fmla="*/ 595079 h 636062"/>
                <a:gd name="connsiteX987" fmla="*/ 759013 w 1370485"/>
                <a:gd name="connsiteY987" fmla="*/ 591801 h 636062"/>
                <a:gd name="connsiteX988" fmla="*/ 757374 w 1370485"/>
                <a:gd name="connsiteY988" fmla="*/ 586883 h 636062"/>
                <a:gd name="connsiteX989" fmla="*/ 755734 w 1370485"/>
                <a:gd name="connsiteY989" fmla="*/ 583604 h 636062"/>
                <a:gd name="connsiteX990" fmla="*/ 754095 w 1370485"/>
                <a:gd name="connsiteY990" fmla="*/ 578686 h 636062"/>
                <a:gd name="connsiteX991" fmla="*/ 752455 w 1370485"/>
                <a:gd name="connsiteY991" fmla="*/ 575407 h 636062"/>
                <a:gd name="connsiteX992" fmla="*/ 747538 w 1370485"/>
                <a:gd name="connsiteY992" fmla="*/ 575407 h 636062"/>
                <a:gd name="connsiteX993" fmla="*/ 744259 w 1370485"/>
                <a:gd name="connsiteY993" fmla="*/ 575407 h 636062"/>
                <a:gd name="connsiteX994" fmla="*/ 739341 w 1370485"/>
                <a:gd name="connsiteY994" fmla="*/ 575407 h 636062"/>
                <a:gd name="connsiteX995" fmla="*/ 734423 w 1370485"/>
                <a:gd name="connsiteY995" fmla="*/ 572129 h 636062"/>
                <a:gd name="connsiteX996" fmla="*/ 734423 w 1370485"/>
                <a:gd name="connsiteY996" fmla="*/ 567211 h 636062"/>
                <a:gd name="connsiteX997" fmla="*/ 732784 w 1370485"/>
                <a:gd name="connsiteY997" fmla="*/ 563932 h 636062"/>
                <a:gd name="connsiteX998" fmla="*/ 732784 w 1370485"/>
                <a:gd name="connsiteY998" fmla="*/ 560653 h 636062"/>
                <a:gd name="connsiteX999" fmla="*/ 732784 w 1370485"/>
                <a:gd name="connsiteY999" fmla="*/ 557374 h 636062"/>
                <a:gd name="connsiteX1000" fmla="*/ 732784 w 1370485"/>
                <a:gd name="connsiteY1000" fmla="*/ 552457 h 636062"/>
                <a:gd name="connsiteX1001" fmla="*/ 731144 w 1370485"/>
                <a:gd name="connsiteY1001" fmla="*/ 547539 h 636062"/>
                <a:gd name="connsiteX1002" fmla="*/ 731144 w 1370485"/>
                <a:gd name="connsiteY1002" fmla="*/ 544260 h 636062"/>
                <a:gd name="connsiteX1003" fmla="*/ 731144 w 1370485"/>
                <a:gd name="connsiteY1003" fmla="*/ 540981 h 636062"/>
                <a:gd name="connsiteX1004" fmla="*/ 729505 w 1370485"/>
                <a:gd name="connsiteY1004" fmla="*/ 536063 h 636062"/>
                <a:gd name="connsiteX1005" fmla="*/ 727865 w 1370485"/>
                <a:gd name="connsiteY1005" fmla="*/ 532784 h 636062"/>
                <a:gd name="connsiteX1006" fmla="*/ 724587 w 1370485"/>
                <a:gd name="connsiteY1006" fmla="*/ 532784 h 636062"/>
                <a:gd name="connsiteX1007" fmla="*/ 721308 w 1370485"/>
                <a:gd name="connsiteY1007" fmla="*/ 536063 h 636062"/>
                <a:gd name="connsiteX1008" fmla="*/ 716390 w 1370485"/>
                <a:gd name="connsiteY1008" fmla="*/ 534424 h 636062"/>
                <a:gd name="connsiteX1009" fmla="*/ 713112 w 1370485"/>
                <a:gd name="connsiteY1009" fmla="*/ 529506 h 636062"/>
                <a:gd name="connsiteX1010" fmla="*/ 709833 w 1370485"/>
                <a:gd name="connsiteY1010" fmla="*/ 524588 h 636062"/>
                <a:gd name="connsiteX1011" fmla="*/ 706554 w 1370485"/>
                <a:gd name="connsiteY1011" fmla="*/ 521309 h 636062"/>
                <a:gd name="connsiteX1012" fmla="*/ 703275 w 1370485"/>
                <a:gd name="connsiteY1012" fmla="*/ 518031 h 636062"/>
                <a:gd name="connsiteX1013" fmla="*/ 699997 w 1370485"/>
                <a:gd name="connsiteY1013" fmla="*/ 514752 h 636062"/>
                <a:gd name="connsiteX1014" fmla="*/ 695079 w 1370485"/>
                <a:gd name="connsiteY1014" fmla="*/ 513112 h 636062"/>
                <a:gd name="connsiteX1015" fmla="*/ 691800 w 1370485"/>
                <a:gd name="connsiteY1015" fmla="*/ 511473 h 636062"/>
                <a:gd name="connsiteX1016" fmla="*/ 688521 w 1370485"/>
                <a:gd name="connsiteY1016" fmla="*/ 508194 h 636062"/>
                <a:gd name="connsiteX1017" fmla="*/ 685243 w 1370485"/>
                <a:gd name="connsiteY1017" fmla="*/ 504916 h 636062"/>
                <a:gd name="connsiteX1018" fmla="*/ 681964 w 1370485"/>
                <a:gd name="connsiteY1018" fmla="*/ 501637 h 636062"/>
                <a:gd name="connsiteX1019" fmla="*/ 677046 w 1370485"/>
                <a:gd name="connsiteY1019" fmla="*/ 499998 h 636062"/>
                <a:gd name="connsiteX1020" fmla="*/ 673768 w 1370485"/>
                <a:gd name="connsiteY1020" fmla="*/ 501637 h 636062"/>
                <a:gd name="connsiteX1021" fmla="*/ 670489 w 1370485"/>
                <a:gd name="connsiteY1021" fmla="*/ 503277 h 636062"/>
                <a:gd name="connsiteX1022" fmla="*/ 665571 w 1370485"/>
                <a:gd name="connsiteY1022" fmla="*/ 506555 h 636062"/>
                <a:gd name="connsiteX1023" fmla="*/ 662292 w 1370485"/>
                <a:gd name="connsiteY1023" fmla="*/ 508194 h 636062"/>
                <a:gd name="connsiteX1024" fmla="*/ 657374 w 1370485"/>
                <a:gd name="connsiteY1024" fmla="*/ 508194 h 636062"/>
                <a:gd name="connsiteX1025" fmla="*/ 654095 w 1370485"/>
                <a:gd name="connsiteY1025" fmla="*/ 506555 h 636062"/>
                <a:gd name="connsiteX1026" fmla="*/ 649177 w 1370485"/>
                <a:gd name="connsiteY1026" fmla="*/ 506555 h 636062"/>
                <a:gd name="connsiteX1027" fmla="*/ 644260 w 1370485"/>
                <a:gd name="connsiteY1027" fmla="*/ 506555 h 636062"/>
                <a:gd name="connsiteX1028" fmla="*/ 640981 w 1370485"/>
                <a:gd name="connsiteY1028" fmla="*/ 506555 h 636062"/>
                <a:gd name="connsiteX1029" fmla="*/ 636063 w 1370485"/>
                <a:gd name="connsiteY1029" fmla="*/ 504916 h 636062"/>
                <a:gd name="connsiteX1030" fmla="*/ 632784 w 1370485"/>
                <a:gd name="connsiteY1030" fmla="*/ 504916 h 636062"/>
                <a:gd name="connsiteX1031" fmla="*/ 627866 w 1370485"/>
                <a:gd name="connsiteY1031" fmla="*/ 504916 h 636062"/>
                <a:gd name="connsiteX1032" fmla="*/ 624587 w 1370485"/>
                <a:gd name="connsiteY1032" fmla="*/ 503277 h 636062"/>
                <a:gd name="connsiteX1033" fmla="*/ 619670 w 1370485"/>
                <a:gd name="connsiteY1033" fmla="*/ 503277 h 636062"/>
                <a:gd name="connsiteX1034" fmla="*/ 616391 w 1370485"/>
                <a:gd name="connsiteY1034" fmla="*/ 503277 h 636062"/>
                <a:gd name="connsiteX1035" fmla="*/ 613112 w 1370485"/>
                <a:gd name="connsiteY1035" fmla="*/ 504916 h 636062"/>
                <a:gd name="connsiteX1036" fmla="*/ 608194 w 1370485"/>
                <a:gd name="connsiteY1036" fmla="*/ 504916 h 636062"/>
                <a:gd name="connsiteX1037" fmla="*/ 604915 w 1370485"/>
                <a:gd name="connsiteY1037" fmla="*/ 506555 h 636062"/>
                <a:gd name="connsiteX1038" fmla="*/ 599997 w 1370485"/>
                <a:gd name="connsiteY1038" fmla="*/ 506555 h 636062"/>
                <a:gd name="connsiteX1039" fmla="*/ 596719 w 1370485"/>
                <a:gd name="connsiteY1039" fmla="*/ 508194 h 636062"/>
                <a:gd name="connsiteX1040" fmla="*/ 591801 w 1370485"/>
                <a:gd name="connsiteY1040" fmla="*/ 508194 h 636062"/>
                <a:gd name="connsiteX1041" fmla="*/ 586883 w 1370485"/>
                <a:gd name="connsiteY1041" fmla="*/ 508194 h 636062"/>
                <a:gd name="connsiteX1042" fmla="*/ 583604 w 1370485"/>
                <a:gd name="connsiteY1042" fmla="*/ 509834 h 636062"/>
                <a:gd name="connsiteX1043" fmla="*/ 580325 w 1370485"/>
                <a:gd name="connsiteY1043" fmla="*/ 509834 h 636062"/>
                <a:gd name="connsiteX1044" fmla="*/ 578686 w 1370485"/>
                <a:gd name="connsiteY1044" fmla="*/ 509834 h 636062"/>
                <a:gd name="connsiteX1045" fmla="*/ 575407 w 1370485"/>
                <a:gd name="connsiteY1045" fmla="*/ 506555 h 636062"/>
                <a:gd name="connsiteX1046" fmla="*/ 570490 w 1370485"/>
                <a:gd name="connsiteY1046" fmla="*/ 503277 h 636062"/>
                <a:gd name="connsiteX1047" fmla="*/ 567211 w 1370485"/>
                <a:gd name="connsiteY1047" fmla="*/ 499998 h 636062"/>
                <a:gd name="connsiteX1048" fmla="*/ 563932 w 1370485"/>
                <a:gd name="connsiteY1048" fmla="*/ 496719 h 636062"/>
                <a:gd name="connsiteX1049" fmla="*/ 560653 w 1370485"/>
                <a:gd name="connsiteY1049" fmla="*/ 493440 h 636062"/>
                <a:gd name="connsiteX1050" fmla="*/ 555735 w 1370485"/>
                <a:gd name="connsiteY1050" fmla="*/ 490162 h 636062"/>
                <a:gd name="connsiteX1051" fmla="*/ 552457 w 1370485"/>
                <a:gd name="connsiteY1051" fmla="*/ 486883 h 636062"/>
                <a:gd name="connsiteX1052" fmla="*/ 549178 w 1370485"/>
                <a:gd name="connsiteY1052" fmla="*/ 485244 h 636062"/>
                <a:gd name="connsiteX1053" fmla="*/ 544260 w 1370485"/>
                <a:gd name="connsiteY1053" fmla="*/ 481965 h 636062"/>
                <a:gd name="connsiteX1054" fmla="*/ 540981 w 1370485"/>
                <a:gd name="connsiteY1054" fmla="*/ 478687 h 636062"/>
                <a:gd name="connsiteX1055" fmla="*/ 539342 w 1370485"/>
                <a:gd name="connsiteY1055" fmla="*/ 475408 h 636062"/>
                <a:gd name="connsiteX1056" fmla="*/ 537703 w 1370485"/>
                <a:gd name="connsiteY1056" fmla="*/ 470490 h 636062"/>
                <a:gd name="connsiteX1057" fmla="*/ 532784 w 1370485"/>
                <a:gd name="connsiteY1057" fmla="*/ 468850 h 636062"/>
                <a:gd name="connsiteX1058" fmla="*/ 529506 w 1370485"/>
                <a:gd name="connsiteY1058" fmla="*/ 467211 h 636062"/>
                <a:gd name="connsiteX1059" fmla="*/ 524588 w 1370485"/>
                <a:gd name="connsiteY1059" fmla="*/ 463932 h 636062"/>
                <a:gd name="connsiteX1060" fmla="*/ 522948 w 1370485"/>
                <a:gd name="connsiteY1060" fmla="*/ 463932 h 636062"/>
                <a:gd name="connsiteX1061" fmla="*/ 504916 w 1370485"/>
                <a:gd name="connsiteY1061" fmla="*/ 454096 h 636062"/>
                <a:gd name="connsiteX1062" fmla="*/ 486883 w 1370485"/>
                <a:gd name="connsiteY1062" fmla="*/ 444260 h 636062"/>
                <a:gd name="connsiteX1063" fmla="*/ 475408 w 1370485"/>
                <a:gd name="connsiteY1063" fmla="*/ 439342 h 636062"/>
                <a:gd name="connsiteX1064" fmla="*/ 472129 w 1370485"/>
                <a:gd name="connsiteY1064" fmla="*/ 437703 h 636062"/>
                <a:gd name="connsiteX1065" fmla="*/ 470490 w 1370485"/>
                <a:gd name="connsiteY1065" fmla="*/ 436064 h 636062"/>
                <a:gd name="connsiteX1066" fmla="*/ 467211 w 1370485"/>
                <a:gd name="connsiteY1066" fmla="*/ 434424 h 636062"/>
                <a:gd name="connsiteX1067" fmla="*/ 467211 w 1370485"/>
                <a:gd name="connsiteY1067" fmla="*/ 434424 h 636062"/>
                <a:gd name="connsiteX1068" fmla="*/ 465572 w 1370485"/>
                <a:gd name="connsiteY1068" fmla="*/ 432785 h 636062"/>
                <a:gd name="connsiteX1069" fmla="*/ 460654 w 1370485"/>
                <a:gd name="connsiteY1069" fmla="*/ 431146 h 636062"/>
                <a:gd name="connsiteX1070" fmla="*/ 457375 w 1370485"/>
                <a:gd name="connsiteY1070" fmla="*/ 429506 h 636062"/>
                <a:gd name="connsiteX1071" fmla="*/ 452457 w 1370485"/>
                <a:gd name="connsiteY1071" fmla="*/ 427867 h 636062"/>
                <a:gd name="connsiteX1072" fmla="*/ 450818 w 1370485"/>
                <a:gd name="connsiteY1072" fmla="*/ 426228 h 636062"/>
                <a:gd name="connsiteX1073" fmla="*/ 447539 w 1370485"/>
                <a:gd name="connsiteY1073" fmla="*/ 424588 h 636062"/>
                <a:gd name="connsiteX1074" fmla="*/ 444260 w 1370485"/>
                <a:gd name="connsiteY1074" fmla="*/ 422949 h 636062"/>
                <a:gd name="connsiteX1075" fmla="*/ 439343 w 1370485"/>
                <a:gd name="connsiteY1075" fmla="*/ 419670 h 636062"/>
                <a:gd name="connsiteX1076" fmla="*/ 439343 w 1370485"/>
                <a:gd name="connsiteY1076" fmla="*/ 419670 h 636062"/>
                <a:gd name="connsiteX1077" fmla="*/ 437703 w 1370485"/>
                <a:gd name="connsiteY1077" fmla="*/ 419670 h 636062"/>
                <a:gd name="connsiteX1078" fmla="*/ 436064 w 1370485"/>
                <a:gd name="connsiteY1078" fmla="*/ 419670 h 636062"/>
                <a:gd name="connsiteX1079" fmla="*/ 431146 w 1370485"/>
                <a:gd name="connsiteY1079" fmla="*/ 421310 h 636062"/>
                <a:gd name="connsiteX1080" fmla="*/ 427867 w 1370485"/>
                <a:gd name="connsiteY1080" fmla="*/ 422949 h 636062"/>
                <a:gd name="connsiteX1081" fmla="*/ 422949 w 1370485"/>
                <a:gd name="connsiteY1081" fmla="*/ 422949 h 636062"/>
                <a:gd name="connsiteX1082" fmla="*/ 419670 w 1370485"/>
                <a:gd name="connsiteY1082" fmla="*/ 424588 h 636062"/>
                <a:gd name="connsiteX1083" fmla="*/ 416391 w 1370485"/>
                <a:gd name="connsiteY1083" fmla="*/ 426228 h 636062"/>
                <a:gd name="connsiteX1084" fmla="*/ 411474 w 1370485"/>
                <a:gd name="connsiteY1084" fmla="*/ 427867 h 636062"/>
                <a:gd name="connsiteX1085" fmla="*/ 406556 w 1370485"/>
                <a:gd name="connsiteY1085" fmla="*/ 427867 h 636062"/>
                <a:gd name="connsiteX1086" fmla="*/ 403277 w 1370485"/>
                <a:gd name="connsiteY1086" fmla="*/ 429506 h 636062"/>
                <a:gd name="connsiteX1087" fmla="*/ 398359 w 1370485"/>
                <a:gd name="connsiteY1087" fmla="*/ 431146 h 636062"/>
                <a:gd name="connsiteX1088" fmla="*/ 395080 w 1370485"/>
                <a:gd name="connsiteY1088" fmla="*/ 432785 h 636062"/>
                <a:gd name="connsiteX1089" fmla="*/ 390162 w 1370485"/>
                <a:gd name="connsiteY1089" fmla="*/ 432785 h 636062"/>
                <a:gd name="connsiteX1090" fmla="*/ 386884 w 1370485"/>
                <a:gd name="connsiteY1090" fmla="*/ 434424 h 636062"/>
                <a:gd name="connsiteX1091" fmla="*/ 381966 w 1370485"/>
                <a:gd name="connsiteY1091" fmla="*/ 436064 h 636062"/>
                <a:gd name="connsiteX1092" fmla="*/ 378687 w 1370485"/>
                <a:gd name="connsiteY1092" fmla="*/ 436064 h 636062"/>
                <a:gd name="connsiteX1093" fmla="*/ 375408 w 1370485"/>
                <a:gd name="connsiteY1093" fmla="*/ 437703 h 636062"/>
                <a:gd name="connsiteX1094" fmla="*/ 372130 w 1370485"/>
                <a:gd name="connsiteY1094" fmla="*/ 439342 h 636062"/>
                <a:gd name="connsiteX1095" fmla="*/ 367211 w 1370485"/>
                <a:gd name="connsiteY1095" fmla="*/ 440982 h 636062"/>
                <a:gd name="connsiteX1096" fmla="*/ 363933 w 1370485"/>
                <a:gd name="connsiteY1096" fmla="*/ 440982 h 636062"/>
                <a:gd name="connsiteX1097" fmla="*/ 359015 w 1370485"/>
                <a:gd name="connsiteY1097" fmla="*/ 442621 h 636062"/>
                <a:gd name="connsiteX1098" fmla="*/ 355736 w 1370485"/>
                <a:gd name="connsiteY1098" fmla="*/ 444260 h 636062"/>
                <a:gd name="connsiteX1099" fmla="*/ 354097 w 1370485"/>
                <a:gd name="connsiteY1099" fmla="*/ 444260 h 636062"/>
                <a:gd name="connsiteX1100" fmla="*/ 355736 w 1370485"/>
                <a:gd name="connsiteY1100" fmla="*/ 447539 h 636062"/>
                <a:gd name="connsiteX1101" fmla="*/ 357376 w 1370485"/>
                <a:gd name="connsiteY1101" fmla="*/ 452457 h 636062"/>
                <a:gd name="connsiteX1102" fmla="*/ 357376 w 1370485"/>
                <a:gd name="connsiteY1102" fmla="*/ 457375 h 636062"/>
                <a:gd name="connsiteX1103" fmla="*/ 359015 w 1370485"/>
                <a:gd name="connsiteY1103" fmla="*/ 460654 h 636062"/>
                <a:gd name="connsiteX1104" fmla="*/ 359015 w 1370485"/>
                <a:gd name="connsiteY1104" fmla="*/ 465572 h 636062"/>
                <a:gd name="connsiteX1105" fmla="*/ 360654 w 1370485"/>
                <a:gd name="connsiteY1105" fmla="*/ 468850 h 636062"/>
                <a:gd name="connsiteX1106" fmla="*/ 360654 w 1370485"/>
                <a:gd name="connsiteY1106" fmla="*/ 473768 h 636062"/>
                <a:gd name="connsiteX1107" fmla="*/ 362294 w 1370485"/>
                <a:gd name="connsiteY1107" fmla="*/ 478687 h 636062"/>
                <a:gd name="connsiteX1108" fmla="*/ 363933 w 1370485"/>
                <a:gd name="connsiteY1108" fmla="*/ 481965 h 636062"/>
                <a:gd name="connsiteX1109" fmla="*/ 363933 w 1370485"/>
                <a:gd name="connsiteY1109" fmla="*/ 486883 h 636062"/>
                <a:gd name="connsiteX1110" fmla="*/ 365572 w 1370485"/>
                <a:gd name="connsiteY1110" fmla="*/ 490162 h 636062"/>
                <a:gd name="connsiteX1111" fmla="*/ 365572 w 1370485"/>
                <a:gd name="connsiteY1111" fmla="*/ 495080 h 636062"/>
                <a:gd name="connsiteX1112" fmla="*/ 367211 w 1370485"/>
                <a:gd name="connsiteY1112" fmla="*/ 499998 h 636062"/>
                <a:gd name="connsiteX1113" fmla="*/ 367211 w 1370485"/>
                <a:gd name="connsiteY1113" fmla="*/ 499998 h 636062"/>
                <a:gd name="connsiteX1114" fmla="*/ 367211 w 1370485"/>
                <a:gd name="connsiteY1114" fmla="*/ 503277 h 636062"/>
                <a:gd name="connsiteX1115" fmla="*/ 368851 w 1370485"/>
                <a:gd name="connsiteY1115" fmla="*/ 508194 h 636062"/>
                <a:gd name="connsiteX1116" fmla="*/ 370490 w 1370485"/>
                <a:gd name="connsiteY1116" fmla="*/ 511473 h 636062"/>
                <a:gd name="connsiteX1117" fmla="*/ 370490 w 1370485"/>
                <a:gd name="connsiteY1117" fmla="*/ 516391 h 636062"/>
                <a:gd name="connsiteX1118" fmla="*/ 372130 w 1370485"/>
                <a:gd name="connsiteY1118" fmla="*/ 521309 h 636062"/>
                <a:gd name="connsiteX1119" fmla="*/ 372130 w 1370485"/>
                <a:gd name="connsiteY1119" fmla="*/ 524588 h 636062"/>
                <a:gd name="connsiteX1120" fmla="*/ 373769 w 1370485"/>
                <a:gd name="connsiteY1120" fmla="*/ 529506 h 636062"/>
                <a:gd name="connsiteX1121" fmla="*/ 373769 w 1370485"/>
                <a:gd name="connsiteY1121" fmla="*/ 532784 h 636062"/>
                <a:gd name="connsiteX1122" fmla="*/ 375408 w 1370485"/>
                <a:gd name="connsiteY1122" fmla="*/ 537703 h 636062"/>
                <a:gd name="connsiteX1123" fmla="*/ 375408 w 1370485"/>
                <a:gd name="connsiteY1123" fmla="*/ 540981 h 636062"/>
                <a:gd name="connsiteX1124" fmla="*/ 377047 w 1370485"/>
                <a:gd name="connsiteY1124" fmla="*/ 545899 h 636062"/>
                <a:gd name="connsiteX1125" fmla="*/ 377047 w 1370485"/>
                <a:gd name="connsiteY1125" fmla="*/ 549178 h 636062"/>
                <a:gd name="connsiteX1126" fmla="*/ 378687 w 1370485"/>
                <a:gd name="connsiteY1126" fmla="*/ 554096 h 636062"/>
                <a:gd name="connsiteX1127" fmla="*/ 380326 w 1370485"/>
                <a:gd name="connsiteY1127" fmla="*/ 559014 h 636062"/>
                <a:gd name="connsiteX1128" fmla="*/ 380326 w 1370485"/>
                <a:gd name="connsiteY1128" fmla="*/ 562293 h 636062"/>
                <a:gd name="connsiteX1129" fmla="*/ 381966 w 1370485"/>
                <a:gd name="connsiteY1129" fmla="*/ 570489 h 636062"/>
                <a:gd name="connsiteX1130" fmla="*/ 383605 w 1370485"/>
                <a:gd name="connsiteY1130" fmla="*/ 575407 h 636062"/>
                <a:gd name="connsiteX1131" fmla="*/ 383605 w 1370485"/>
                <a:gd name="connsiteY1131" fmla="*/ 578686 h 636062"/>
                <a:gd name="connsiteX1132" fmla="*/ 385244 w 1370485"/>
                <a:gd name="connsiteY1132" fmla="*/ 583604 h 636062"/>
                <a:gd name="connsiteX1133" fmla="*/ 385244 w 1370485"/>
                <a:gd name="connsiteY1133" fmla="*/ 586883 h 636062"/>
                <a:gd name="connsiteX1134" fmla="*/ 386884 w 1370485"/>
                <a:gd name="connsiteY1134" fmla="*/ 591801 h 636062"/>
                <a:gd name="connsiteX1135" fmla="*/ 386884 w 1370485"/>
                <a:gd name="connsiteY1135" fmla="*/ 596719 h 636062"/>
                <a:gd name="connsiteX1136" fmla="*/ 388523 w 1370485"/>
                <a:gd name="connsiteY1136" fmla="*/ 604915 h 636062"/>
                <a:gd name="connsiteX1137" fmla="*/ 388523 w 1370485"/>
                <a:gd name="connsiteY1137" fmla="*/ 604915 h 636062"/>
                <a:gd name="connsiteX1138" fmla="*/ 385244 w 1370485"/>
                <a:gd name="connsiteY1138" fmla="*/ 604915 h 636062"/>
                <a:gd name="connsiteX1139" fmla="*/ 380326 w 1370485"/>
                <a:gd name="connsiteY1139" fmla="*/ 606555 h 636062"/>
                <a:gd name="connsiteX1140" fmla="*/ 377047 w 1370485"/>
                <a:gd name="connsiteY1140" fmla="*/ 606555 h 636062"/>
                <a:gd name="connsiteX1141" fmla="*/ 373769 w 1370485"/>
                <a:gd name="connsiteY1141" fmla="*/ 606555 h 636062"/>
                <a:gd name="connsiteX1142" fmla="*/ 368851 w 1370485"/>
                <a:gd name="connsiteY1142" fmla="*/ 604915 h 636062"/>
                <a:gd name="connsiteX1143" fmla="*/ 367211 w 1370485"/>
                <a:gd name="connsiteY1143" fmla="*/ 601637 h 636062"/>
                <a:gd name="connsiteX1144" fmla="*/ 363933 w 1370485"/>
                <a:gd name="connsiteY1144" fmla="*/ 599997 h 636062"/>
                <a:gd name="connsiteX1145" fmla="*/ 360654 w 1370485"/>
                <a:gd name="connsiteY1145" fmla="*/ 596719 h 636062"/>
                <a:gd name="connsiteX1146" fmla="*/ 357376 w 1370485"/>
                <a:gd name="connsiteY1146" fmla="*/ 591801 h 636062"/>
                <a:gd name="connsiteX1147" fmla="*/ 354097 w 1370485"/>
                <a:gd name="connsiteY1147" fmla="*/ 588522 h 636062"/>
                <a:gd name="connsiteX1148" fmla="*/ 349179 w 1370485"/>
                <a:gd name="connsiteY1148" fmla="*/ 585243 h 636062"/>
                <a:gd name="connsiteX1149" fmla="*/ 347540 w 1370485"/>
                <a:gd name="connsiteY1149" fmla="*/ 581965 h 636062"/>
                <a:gd name="connsiteX1150" fmla="*/ 345900 w 1370485"/>
                <a:gd name="connsiteY1150" fmla="*/ 577047 h 636062"/>
                <a:gd name="connsiteX1151" fmla="*/ 340982 w 1370485"/>
                <a:gd name="connsiteY1151" fmla="*/ 573768 h 636062"/>
                <a:gd name="connsiteX1152" fmla="*/ 337703 w 1370485"/>
                <a:gd name="connsiteY1152" fmla="*/ 572129 h 636062"/>
                <a:gd name="connsiteX1153" fmla="*/ 334425 w 1370485"/>
                <a:gd name="connsiteY1153" fmla="*/ 570489 h 636062"/>
                <a:gd name="connsiteX1154" fmla="*/ 331146 w 1370485"/>
                <a:gd name="connsiteY1154" fmla="*/ 567211 h 636062"/>
                <a:gd name="connsiteX1155" fmla="*/ 326228 w 1370485"/>
                <a:gd name="connsiteY1155" fmla="*/ 565571 h 636062"/>
                <a:gd name="connsiteX1156" fmla="*/ 322950 w 1370485"/>
                <a:gd name="connsiteY1156" fmla="*/ 563932 h 636062"/>
                <a:gd name="connsiteX1157" fmla="*/ 319671 w 1370485"/>
                <a:gd name="connsiteY1157" fmla="*/ 562293 h 636062"/>
                <a:gd name="connsiteX1158" fmla="*/ 314753 w 1370485"/>
                <a:gd name="connsiteY1158" fmla="*/ 560653 h 636062"/>
                <a:gd name="connsiteX1159" fmla="*/ 311474 w 1370485"/>
                <a:gd name="connsiteY1159" fmla="*/ 560653 h 636062"/>
                <a:gd name="connsiteX1160" fmla="*/ 308196 w 1370485"/>
                <a:gd name="connsiteY1160" fmla="*/ 560653 h 636062"/>
                <a:gd name="connsiteX1161" fmla="*/ 304917 w 1370485"/>
                <a:gd name="connsiteY1161" fmla="*/ 560653 h 636062"/>
                <a:gd name="connsiteX1162" fmla="*/ 301638 w 1370485"/>
                <a:gd name="connsiteY1162" fmla="*/ 562293 h 636062"/>
                <a:gd name="connsiteX1163" fmla="*/ 298360 w 1370485"/>
                <a:gd name="connsiteY1163" fmla="*/ 562293 h 636062"/>
                <a:gd name="connsiteX1164" fmla="*/ 295081 w 1370485"/>
                <a:gd name="connsiteY1164" fmla="*/ 562293 h 636062"/>
                <a:gd name="connsiteX1165" fmla="*/ 290163 w 1370485"/>
                <a:gd name="connsiteY1165" fmla="*/ 563932 h 636062"/>
                <a:gd name="connsiteX1166" fmla="*/ 286884 w 1370485"/>
                <a:gd name="connsiteY1166" fmla="*/ 563932 h 636062"/>
                <a:gd name="connsiteX1167" fmla="*/ 283606 w 1370485"/>
                <a:gd name="connsiteY1167" fmla="*/ 567211 h 636062"/>
                <a:gd name="connsiteX1168" fmla="*/ 280327 w 1370485"/>
                <a:gd name="connsiteY1168" fmla="*/ 567211 h 636062"/>
                <a:gd name="connsiteX1169" fmla="*/ 275409 w 1370485"/>
                <a:gd name="connsiteY1169" fmla="*/ 570489 h 636062"/>
                <a:gd name="connsiteX1170" fmla="*/ 272130 w 1370485"/>
                <a:gd name="connsiteY1170" fmla="*/ 572129 h 636062"/>
                <a:gd name="connsiteX1171" fmla="*/ 268851 w 1370485"/>
                <a:gd name="connsiteY1171" fmla="*/ 577047 h 636062"/>
                <a:gd name="connsiteX1172" fmla="*/ 265573 w 1370485"/>
                <a:gd name="connsiteY1172" fmla="*/ 580325 h 636062"/>
                <a:gd name="connsiteX1173" fmla="*/ 263933 w 1370485"/>
                <a:gd name="connsiteY1173" fmla="*/ 581965 h 636062"/>
                <a:gd name="connsiteX1174" fmla="*/ 260654 w 1370485"/>
                <a:gd name="connsiteY1174" fmla="*/ 586883 h 636062"/>
                <a:gd name="connsiteX1175" fmla="*/ 260654 w 1370485"/>
                <a:gd name="connsiteY1175" fmla="*/ 581965 h 636062"/>
                <a:gd name="connsiteX1176" fmla="*/ 260654 w 1370485"/>
                <a:gd name="connsiteY1176" fmla="*/ 578686 h 636062"/>
                <a:gd name="connsiteX1177" fmla="*/ 257376 w 1370485"/>
                <a:gd name="connsiteY1177" fmla="*/ 575407 h 636062"/>
                <a:gd name="connsiteX1178" fmla="*/ 255737 w 1370485"/>
                <a:gd name="connsiteY1178" fmla="*/ 570489 h 636062"/>
                <a:gd name="connsiteX1179" fmla="*/ 255737 w 1370485"/>
                <a:gd name="connsiteY1179" fmla="*/ 567211 h 636062"/>
                <a:gd name="connsiteX1180" fmla="*/ 259016 w 1370485"/>
                <a:gd name="connsiteY1180" fmla="*/ 563932 h 636062"/>
                <a:gd name="connsiteX1181" fmla="*/ 260654 w 1370485"/>
                <a:gd name="connsiteY1181" fmla="*/ 560653 h 636062"/>
                <a:gd name="connsiteX1182" fmla="*/ 260654 w 1370485"/>
                <a:gd name="connsiteY1182" fmla="*/ 557374 h 636062"/>
                <a:gd name="connsiteX1183" fmla="*/ 262294 w 1370485"/>
                <a:gd name="connsiteY1183" fmla="*/ 552457 h 636062"/>
                <a:gd name="connsiteX1184" fmla="*/ 260654 w 1370485"/>
                <a:gd name="connsiteY1184" fmla="*/ 549178 h 636062"/>
                <a:gd name="connsiteX1185" fmla="*/ 257376 w 1370485"/>
                <a:gd name="connsiteY1185" fmla="*/ 545899 h 636062"/>
                <a:gd name="connsiteX1186" fmla="*/ 260654 w 1370485"/>
                <a:gd name="connsiteY1186" fmla="*/ 547539 h 636062"/>
                <a:gd name="connsiteX1187" fmla="*/ 262294 w 1370485"/>
                <a:gd name="connsiteY1187" fmla="*/ 544260 h 636062"/>
                <a:gd name="connsiteX1188" fmla="*/ 259016 w 1370485"/>
                <a:gd name="connsiteY1188" fmla="*/ 542621 h 636062"/>
                <a:gd name="connsiteX1189" fmla="*/ 254097 w 1370485"/>
                <a:gd name="connsiteY1189" fmla="*/ 539342 h 636062"/>
                <a:gd name="connsiteX1190" fmla="*/ 250819 w 1370485"/>
                <a:gd name="connsiteY1190" fmla="*/ 539342 h 636062"/>
                <a:gd name="connsiteX1191" fmla="*/ 247540 w 1370485"/>
                <a:gd name="connsiteY1191" fmla="*/ 539342 h 636062"/>
                <a:gd name="connsiteX1192" fmla="*/ 242622 w 1370485"/>
                <a:gd name="connsiteY1192" fmla="*/ 537703 h 636062"/>
                <a:gd name="connsiteX1193" fmla="*/ 239343 w 1370485"/>
                <a:gd name="connsiteY1193" fmla="*/ 536063 h 636062"/>
                <a:gd name="connsiteX1194" fmla="*/ 236064 w 1370485"/>
                <a:gd name="connsiteY1194" fmla="*/ 537703 h 636062"/>
                <a:gd name="connsiteX1195" fmla="*/ 231147 w 1370485"/>
                <a:gd name="connsiteY1195" fmla="*/ 537703 h 636062"/>
                <a:gd name="connsiteX1196" fmla="*/ 227868 w 1370485"/>
                <a:gd name="connsiteY1196" fmla="*/ 534424 h 636062"/>
                <a:gd name="connsiteX1197" fmla="*/ 226229 w 1370485"/>
                <a:gd name="connsiteY1197" fmla="*/ 531145 h 636062"/>
                <a:gd name="connsiteX1198" fmla="*/ 222950 w 1370485"/>
                <a:gd name="connsiteY1198" fmla="*/ 527867 h 636062"/>
                <a:gd name="connsiteX1199" fmla="*/ 221310 w 1370485"/>
                <a:gd name="connsiteY1199" fmla="*/ 522949 h 636062"/>
                <a:gd name="connsiteX1200" fmla="*/ 216393 w 1370485"/>
                <a:gd name="connsiteY1200" fmla="*/ 524588 h 636062"/>
                <a:gd name="connsiteX1201" fmla="*/ 213114 w 1370485"/>
                <a:gd name="connsiteY1201" fmla="*/ 524588 h 636062"/>
                <a:gd name="connsiteX1202" fmla="*/ 209835 w 1370485"/>
                <a:gd name="connsiteY1202" fmla="*/ 524588 h 636062"/>
                <a:gd name="connsiteX1203" fmla="*/ 206557 w 1370485"/>
                <a:gd name="connsiteY1203" fmla="*/ 521309 h 636062"/>
                <a:gd name="connsiteX1204" fmla="*/ 206557 w 1370485"/>
                <a:gd name="connsiteY1204" fmla="*/ 518031 h 636062"/>
                <a:gd name="connsiteX1205" fmla="*/ 206557 w 1370485"/>
                <a:gd name="connsiteY1205" fmla="*/ 513112 h 636062"/>
                <a:gd name="connsiteX1206" fmla="*/ 204917 w 1370485"/>
                <a:gd name="connsiteY1206" fmla="*/ 509834 h 636062"/>
                <a:gd name="connsiteX1207" fmla="*/ 201639 w 1370485"/>
                <a:gd name="connsiteY1207" fmla="*/ 506555 h 636062"/>
                <a:gd name="connsiteX1208" fmla="*/ 201639 w 1370485"/>
                <a:gd name="connsiteY1208" fmla="*/ 506555 h 636062"/>
                <a:gd name="connsiteX1209" fmla="*/ 198360 w 1370485"/>
                <a:gd name="connsiteY1209" fmla="*/ 503277 h 636062"/>
                <a:gd name="connsiteX1210" fmla="*/ 195081 w 1370485"/>
                <a:gd name="connsiteY1210" fmla="*/ 499998 h 636062"/>
                <a:gd name="connsiteX1211" fmla="*/ 193442 w 1370485"/>
                <a:gd name="connsiteY1211" fmla="*/ 496719 h 636062"/>
                <a:gd name="connsiteX1212" fmla="*/ 191803 w 1370485"/>
                <a:gd name="connsiteY1212" fmla="*/ 491801 h 636062"/>
                <a:gd name="connsiteX1213" fmla="*/ 188524 w 1370485"/>
                <a:gd name="connsiteY1213" fmla="*/ 488522 h 636062"/>
                <a:gd name="connsiteX1214" fmla="*/ 185245 w 1370485"/>
                <a:gd name="connsiteY1214" fmla="*/ 483604 h 636062"/>
                <a:gd name="connsiteX1215" fmla="*/ 183606 w 1370485"/>
                <a:gd name="connsiteY1215" fmla="*/ 480326 h 636062"/>
                <a:gd name="connsiteX1216" fmla="*/ 180327 w 1370485"/>
                <a:gd name="connsiteY1216" fmla="*/ 477047 h 636062"/>
                <a:gd name="connsiteX1217" fmla="*/ 177049 w 1370485"/>
                <a:gd name="connsiteY1217" fmla="*/ 475408 h 636062"/>
                <a:gd name="connsiteX1218" fmla="*/ 172130 w 1370485"/>
                <a:gd name="connsiteY1218" fmla="*/ 475408 h 636062"/>
                <a:gd name="connsiteX1219" fmla="*/ 168852 w 1370485"/>
                <a:gd name="connsiteY1219" fmla="*/ 475408 h 636062"/>
                <a:gd name="connsiteX1220" fmla="*/ 165573 w 1370485"/>
                <a:gd name="connsiteY1220" fmla="*/ 473768 h 636062"/>
                <a:gd name="connsiteX1221" fmla="*/ 160655 w 1370485"/>
                <a:gd name="connsiteY1221" fmla="*/ 472129 h 636062"/>
                <a:gd name="connsiteX1222" fmla="*/ 160655 w 1370485"/>
                <a:gd name="connsiteY1222" fmla="*/ 468850 h 636062"/>
                <a:gd name="connsiteX1223" fmla="*/ 159016 w 1370485"/>
                <a:gd name="connsiteY1223" fmla="*/ 465572 h 636062"/>
                <a:gd name="connsiteX1224" fmla="*/ 160655 w 1370485"/>
                <a:gd name="connsiteY1224" fmla="*/ 460654 h 636062"/>
                <a:gd name="connsiteX1225" fmla="*/ 163934 w 1370485"/>
                <a:gd name="connsiteY1225" fmla="*/ 460654 h 636062"/>
                <a:gd name="connsiteX1226" fmla="*/ 168852 w 1370485"/>
                <a:gd name="connsiteY1226" fmla="*/ 460654 h 636062"/>
                <a:gd name="connsiteX1227" fmla="*/ 172130 w 1370485"/>
                <a:gd name="connsiteY1227" fmla="*/ 460654 h 636062"/>
                <a:gd name="connsiteX1228" fmla="*/ 175409 w 1370485"/>
                <a:gd name="connsiteY1228" fmla="*/ 460654 h 636062"/>
                <a:gd name="connsiteX1229" fmla="*/ 180327 w 1370485"/>
                <a:gd name="connsiteY1229" fmla="*/ 460654 h 636062"/>
                <a:gd name="connsiteX1230" fmla="*/ 183606 w 1370485"/>
                <a:gd name="connsiteY1230" fmla="*/ 462293 h 636062"/>
                <a:gd name="connsiteX1231" fmla="*/ 186884 w 1370485"/>
                <a:gd name="connsiteY1231" fmla="*/ 465572 h 636062"/>
                <a:gd name="connsiteX1232" fmla="*/ 190163 w 1370485"/>
                <a:gd name="connsiteY1232" fmla="*/ 467211 h 636062"/>
                <a:gd name="connsiteX1233" fmla="*/ 195081 w 1370485"/>
                <a:gd name="connsiteY1233" fmla="*/ 465572 h 636062"/>
                <a:gd name="connsiteX1234" fmla="*/ 198360 w 1370485"/>
                <a:gd name="connsiteY1234" fmla="*/ 463932 h 636062"/>
                <a:gd name="connsiteX1235" fmla="*/ 201639 w 1370485"/>
                <a:gd name="connsiteY1235" fmla="*/ 465572 h 636062"/>
                <a:gd name="connsiteX1236" fmla="*/ 204917 w 1370485"/>
                <a:gd name="connsiteY1236" fmla="*/ 465572 h 636062"/>
                <a:gd name="connsiteX1237" fmla="*/ 201639 w 1370485"/>
                <a:gd name="connsiteY1237" fmla="*/ 462293 h 636062"/>
                <a:gd name="connsiteX1238" fmla="*/ 198360 w 1370485"/>
                <a:gd name="connsiteY1238" fmla="*/ 462293 h 636062"/>
                <a:gd name="connsiteX1239" fmla="*/ 193442 w 1370485"/>
                <a:gd name="connsiteY1239" fmla="*/ 459014 h 636062"/>
                <a:gd name="connsiteX1240" fmla="*/ 190163 w 1370485"/>
                <a:gd name="connsiteY1240" fmla="*/ 455736 h 636062"/>
                <a:gd name="connsiteX1241" fmla="*/ 186884 w 1370485"/>
                <a:gd name="connsiteY1241" fmla="*/ 454096 h 636062"/>
                <a:gd name="connsiteX1242" fmla="*/ 183606 w 1370485"/>
                <a:gd name="connsiteY1242" fmla="*/ 450818 h 636062"/>
                <a:gd name="connsiteX1243" fmla="*/ 181966 w 1370485"/>
                <a:gd name="connsiteY1243" fmla="*/ 447539 h 636062"/>
                <a:gd name="connsiteX1244" fmla="*/ 185245 w 1370485"/>
                <a:gd name="connsiteY1244" fmla="*/ 444260 h 636062"/>
                <a:gd name="connsiteX1245" fmla="*/ 188524 w 1370485"/>
                <a:gd name="connsiteY1245" fmla="*/ 440982 h 636062"/>
                <a:gd name="connsiteX1246" fmla="*/ 190163 w 1370485"/>
                <a:gd name="connsiteY1246" fmla="*/ 437703 h 636062"/>
                <a:gd name="connsiteX1247" fmla="*/ 190163 w 1370485"/>
                <a:gd name="connsiteY1247" fmla="*/ 434424 h 636062"/>
                <a:gd name="connsiteX1248" fmla="*/ 193442 w 1370485"/>
                <a:gd name="connsiteY1248" fmla="*/ 429506 h 636062"/>
                <a:gd name="connsiteX1249" fmla="*/ 196720 w 1370485"/>
                <a:gd name="connsiteY1249" fmla="*/ 429506 h 636062"/>
                <a:gd name="connsiteX1250" fmla="*/ 199999 w 1370485"/>
                <a:gd name="connsiteY1250" fmla="*/ 429506 h 636062"/>
                <a:gd name="connsiteX1251" fmla="*/ 203278 w 1370485"/>
                <a:gd name="connsiteY1251" fmla="*/ 426228 h 636062"/>
                <a:gd name="connsiteX1252" fmla="*/ 208196 w 1370485"/>
                <a:gd name="connsiteY1252" fmla="*/ 427867 h 636062"/>
                <a:gd name="connsiteX1253" fmla="*/ 211474 w 1370485"/>
                <a:gd name="connsiteY1253" fmla="*/ 429506 h 636062"/>
                <a:gd name="connsiteX1254" fmla="*/ 214753 w 1370485"/>
                <a:gd name="connsiteY1254" fmla="*/ 427867 h 636062"/>
                <a:gd name="connsiteX1255" fmla="*/ 219671 w 1370485"/>
                <a:gd name="connsiteY1255" fmla="*/ 427867 h 636062"/>
                <a:gd name="connsiteX1256" fmla="*/ 222950 w 1370485"/>
                <a:gd name="connsiteY1256" fmla="*/ 427867 h 636062"/>
                <a:gd name="connsiteX1257" fmla="*/ 226229 w 1370485"/>
                <a:gd name="connsiteY1257" fmla="*/ 426228 h 636062"/>
                <a:gd name="connsiteX1258" fmla="*/ 231147 w 1370485"/>
                <a:gd name="connsiteY1258" fmla="*/ 426228 h 636062"/>
                <a:gd name="connsiteX1259" fmla="*/ 234425 w 1370485"/>
                <a:gd name="connsiteY1259" fmla="*/ 427867 h 636062"/>
                <a:gd name="connsiteX1260" fmla="*/ 237704 w 1370485"/>
                <a:gd name="connsiteY1260" fmla="*/ 429506 h 636062"/>
                <a:gd name="connsiteX1261" fmla="*/ 240983 w 1370485"/>
                <a:gd name="connsiteY1261" fmla="*/ 429506 h 636062"/>
                <a:gd name="connsiteX1262" fmla="*/ 245901 w 1370485"/>
                <a:gd name="connsiteY1262" fmla="*/ 431146 h 636062"/>
                <a:gd name="connsiteX1263" fmla="*/ 249179 w 1370485"/>
                <a:gd name="connsiteY1263" fmla="*/ 431146 h 636062"/>
                <a:gd name="connsiteX1264" fmla="*/ 252458 w 1370485"/>
                <a:gd name="connsiteY1264" fmla="*/ 431146 h 636062"/>
                <a:gd name="connsiteX1265" fmla="*/ 255737 w 1370485"/>
                <a:gd name="connsiteY1265" fmla="*/ 429506 h 636062"/>
                <a:gd name="connsiteX1266" fmla="*/ 252458 w 1370485"/>
                <a:gd name="connsiteY1266" fmla="*/ 427867 h 636062"/>
                <a:gd name="connsiteX1267" fmla="*/ 249179 w 1370485"/>
                <a:gd name="connsiteY1267" fmla="*/ 426228 h 636062"/>
                <a:gd name="connsiteX1268" fmla="*/ 244261 w 1370485"/>
                <a:gd name="connsiteY1268" fmla="*/ 424588 h 636062"/>
                <a:gd name="connsiteX1269" fmla="*/ 240983 w 1370485"/>
                <a:gd name="connsiteY1269" fmla="*/ 422949 h 636062"/>
                <a:gd name="connsiteX1270" fmla="*/ 237704 w 1370485"/>
                <a:gd name="connsiteY1270" fmla="*/ 421310 h 636062"/>
                <a:gd name="connsiteX1271" fmla="*/ 237704 w 1370485"/>
                <a:gd name="connsiteY1271" fmla="*/ 421310 h 636062"/>
                <a:gd name="connsiteX1272" fmla="*/ 237704 w 1370485"/>
                <a:gd name="connsiteY1272" fmla="*/ 418031 h 636062"/>
                <a:gd name="connsiteX1273" fmla="*/ 237704 w 1370485"/>
                <a:gd name="connsiteY1273" fmla="*/ 413113 h 636062"/>
                <a:gd name="connsiteX1274" fmla="*/ 240983 w 1370485"/>
                <a:gd name="connsiteY1274" fmla="*/ 409834 h 636062"/>
                <a:gd name="connsiteX1275" fmla="*/ 242622 w 1370485"/>
                <a:gd name="connsiteY1275" fmla="*/ 406556 h 636062"/>
                <a:gd name="connsiteX1276" fmla="*/ 244261 w 1370485"/>
                <a:gd name="connsiteY1276" fmla="*/ 403277 h 636062"/>
                <a:gd name="connsiteX1277" fmla="*/ 244261 w 1370485"/>
                <a:gd name="connsiteY1277" fmla="*/ 398359 h 636062"/>
                <a:gd name="connsiteX1278" fmla="*/ 245901 w 1370485"/>
                <a:gd name="connsiteY1278" fmla="*/ 396720 h 636062"/>
                <a:gd name="connsiteX1279" fmla="*/ 244261 w 1370485"/>
                <a:gd name="connsiteY1279" fmla="*/ 391802 h 636062"/>
                <a:gd name="connsiteX1280" fmla="*/ 244261 w 1370485"/>
                <a:gd name="connsiteY1280" fmla="*/ 388523 h 636062"/>
                <a:gd name="connsiteX1281" fmla="*/ 244261 w 1370485"/>
                <a:gd name="connsiteY1281" fmla="*/ 385244 h 636062"/>
                <a:gd name="connsiteX1282" fmla="*/ 240983 w 1370485"/>
                <a:gd name="connsiteY1282" fmla="*/ 380326 h 636062"/>
                <a:gd name="connsiteX1283" fmla="*/ 239343 w 1370485"/>
                <a:gd name="connsiteY1283" fmla="*/ 377047 h 636062"/>
                <a:gd name="connsiteX1284" fmla="*/ 239343 w 1370485"/>
                <a:gd name="connsiteY1284" fmla="*/ 375408 h 636062"/>
                <a:gd name="connsiteX1285" fmla="*/ 237704 w 1370485"/>
                <a:gd name="connsiteY1285" fmla="*/ 372130 h 636062"/>
                <a:gd name="connsiteX1286" fmla="*/ 236064 w 1370485"/>
                <a:gd name="connsiteY1286" fmla="*/ 367212 h 636062"/>
                <a:gd name="connsiteX1287" fmla="*/ 232786 w 1370485"/>
                <a:gd name="connsiteY1287" fmla="*/ 365572 h 636062"/>
                <a:gd name="connsiteX1288" fmla="*/ 231147 w 1370485"/>
                <a:gd name="connsiteY1288" fmla="*/ 362294 h 636062"/>
                <a:gd name="connsiteX1289" fmla="*/ 229507 w 1370485"/>
                <a:gd name="connsiteY1289" fmla="*/ 360654 h 636062"/>
                <a:gd name="connsiteX1290" fmla="*/ 224589 w 1370485"/>
                <a:gd name="connsiteY1290" fmla="*/ 360654 h 636062"/>
                <a:gd name="connsiteX1291" fmla="*/ 221310 w 1370485"/>
                <a:gd name="connsiteY1291" fmla="*/ 360654 h 636062"/>
                <a:gd name="connsiteX1292" fmla="*/ 218032 w 1370485"/>
                <a:gd name="connsiteY1292" fmla="*/ 359015 h 636062"/>
                <a:gd name="connsiteX1293" fmla="*/ 213114 w 1370485"/>
                <a:gd name="connsiteY1293" fmla="*/ 359015 h 636062"/>
                <a:gd name="connsiteX1294" fmla="*/ 213114 w 1370485"/>
                <a:gd name="connsiteY1294" fmla="*/ 362294 h 636062"/>
                <a:gd name="connsiteX1295" fmla="*/ 209835 w 1370485"/>
                <a:gd name="connsiteY1295" fmla="*/ 365572 h 636062"/>
                <a:gd name="connsiteX1296" fmla="*/ 204917 w 1370485"/>
                <a:gd name="connsiteY1296" fmla="*/ 365572 h 636062"/>
                <a:gd name="connsiteX1297" fmla="*/ 201639 w 1370485"/>
                <a:gd name="connsiteY1297" fmla="*/ 363933 h 636062"/>
                <a:gd name="connsiteX1298" fmla="*/ 196720 w 1370485"/>
                <a:gd name="connsiteY1298" fmla="*/ 363933 h 636062"/>
                <a:gd name="connsiteX1299" fmla="*/ 193442 w 1370485"/>
                <a:gd name="connsiteY1299" fmla="*/ 362294 h 636062"/>
                <a:gd name="connsiteX1300" fmla="*/ 190163 w 1370485"/>
                <a:gd name="connsiteY1300" fmla="*/ 360654 h 636062"/>
                <a:gd name="connsiteX1301" fmla="*/ 190163 w 1370485"/>
                <a:gd name="connsiteY1301" fmla="*/ 360654 h 636062"/>
                <a:gd name="connsiteX1302" fmla="*/ 185245 w 1370485"/>
                <a:gd name="connsiteY1302" fmla="*/ 359015 h 636062"/>
                <a:gd name="connsiteX1303" fmla="*/ 181966 w 1370485"/>
                <a:gd name="connsiteY1303" fmla="*/ 355736 h 636062"/>
                <a:gd name="connsiteX1304" fmla="*/ 177049 w 1370485"/>
                <a:gd name="connsiteY1304" fmla="*/ 354097 h 636062"/>
                <a:gd name="connsiteX1305" fmla="*/ 173770 w 1370485"/>
                <a:gd name="connsiteY1305" fmla="*/ 354097 h 636062"/>
                <a:gd name="connsiteX1306" fmla="*/ 170491 w 1370485"/>
                <a:gd name="connsiteY1306" fmla="*/ 352457 h 636062"/>
                <a:gd name="connsiteX1307" fmla="*/ 167213 w 1370485"/>
                <a:gd name="connsiteY1307" fmla="*/ 355736 h 636062"/>
                <a:gd name="connsiteX1308" fmla="*/ 162294 w 1370485"/>
                <a:gd name="connsiteY1308" fmla="*/ 355736 h 636062"/>
                <a:gd name="connsiteX1309" fmla="*/ 159016 w 1370485"/>
                <a:gd name="connsiteY1309" fmla="*/ 359015 h 636062"/>
                <a:gd name="connsiteX1310" fmla="*/ 157376 w 1370485"/>
                <a:gd name="connsiteY1310" fmla="*/ 362294 h 636062"/>
                <a:gd name="connsiteX1311" fmla="*/ 154098 w 1370485"/>
                <a:gd name="connsiteY1311" fmla="*/ 360654 h 636062"/>
                <a:gd name="connsiteX1312" fmla="*/ 149180 w 1370485"/>
                <a:gd name="connsiteY1312" fmla="*/ 363933 h 636062"/>
                <a:gd name="connsiteX1313" fmla="*/ 145901 w 1370485"/>
                <a:gd name="connsiteY1313" fmla="*/ 362294 h 636062"/>
                <a:gd name="connsiteX1314" fmla="*/ 144262 w 1370485"/>
                <a:gd name="connsiteY1314" fmla="*/ 365572 h 636062"/>
                <a:gd name="connsiteX1315" fmla="*/ 140983 w 1370485"/>
                <a:gd name="connsiteY1315" fmla="*/ 370490 h 636062"/>
                <a:gd name="connsiteX1316" fmla="*/ 137704 w 1370485"/>
                <a:gd name="connsiteY1316" fmla="*/ 370490 h 636062"/>
                <a:gd name="connsiteX1317" fmla="*/ 134426 w 1370485"/>
                <a:gd name="connsiteY1317" fmla="*/ 373769 h 636062"/>
                <a:gd name="connsiteX1318" fmla="*/ 131147 w 1370485"/>
                <a:gd name="connsiteY1318" fmla="*/ 375408 h 636062"/>
                <a:gd name="connsiteX1319" fmla="*/ 127869 w 1370485"/>
                <a:gd name="connsiteY1319" fmla="*/ 377047 h 636062"/>
                <a:gd name="connsiteX1320" fmla="*/ 122950 w 1370485"/>
                <a:gd name="connsiteY1320" fmla="*/ 377047 h 636062"/>
                <a:gd name="connsiteX1321" fmla="*/ 119672 w 1370485"/>
                <a:gd name="connsiteY1321" fmla="*/ 378687 h 636062"/>
                <a:gd name="connsiteX1322" fmla="*/ 116393 w 1370485"/>
                <a:gd name="connsiteY1322" fmla="*/ 375408 h 636062"/>
                <a:gd name="connsiteX1323" fmla="*/ 118032 w 1370485"/>
                <a:gd name="connsiteY1323" fmla="*/ 380326 h 636062"/>
                <a:gd name="connsiteX1324" fmla="*/ 114754 w 1370485"/>
                <a:gd name="connsiteY1324" fmla="*/ 377047 h 636062"/>
                <a:gd name="connsiteX1325" fmla="*/ 109836 w 1370485"/>
                <a:gd name="connsiteY1325" fmla="*/ 375408 h 636062"/>
                <a:gd name="connsiteX1326" fmla="*/ 109836 w 1370485"/>
                <a:gd name="connsiteY1326" fmla="*/ 377047 h 636062"/>
                <a:gd name="connsiteX1327" fmla="*/ 114754 w 1370485"/>
                <a:gd name="connsiteY1327" fmla="*/ 380326 h 636062"/>
                <a:gd name="connsiteX1328" fmla="*/ 111475 w 1370485"/>
                <a:gd name="connsiteY1328" fmla="*/ 380326 h 636062"/>
                <a:gd name="connsiteX1329" fmla="*/ 111475 w 1370485"/>
                <a:gd name="connsiteY1329" fmla="*/ 383605 h 636062"/>
                <a:gd name="connsiteX1330" fmla="*/ 106557 w 1370485"/>
                <a:gd name="connsiteY1330" fmla="*/ 383605 h 636062"/>
                <a:gd name="connsiteX1331" fmla="*/ 109836 w 1370485"/>
                <a:gd name="connsiteY1331" fmla="*/ 386884 h 636062"/>
                <a:gd name="connsiteX1332" fmla="*/ 104917 w 1370485"/>
                <a:gd name="connsiteY1332" fmla="*/ 383605 h 636062"/>
                <a:gd name="connsiteX1333" fmla="*/ 101639 w 1370485"/>
                <a:gd name="connsiteY1333" fmla="*/ 381966 h 636062"/>
                <a:gd name="connsiteX1334" fmla="*/ 98360 w 1370485"/>
                <a:gd name="connsiteY1334" fmla="*/ 380326 h 636062"/>
                <a:gd name="connsiteX1335" fmla="*/ 95082 w 1370485"/>
                <a:gd name="connsiteY1335" fmla="*/ 380326 h 636062"/>
                <a:gd name="connsiteX1336" fmla="*/ 91803 w 1370485"/>
                <a:gd name="connsiteY1336" fmla="*/ 377047 h 636062"/>
                <a:gd name="connsiteX1337" fmla="*/ 90164 w 1370485"/>
                <a:gd name="connsiteY1337" fmla="*/ 377047 h 636062"/>
                <a:gd name="connsiteX1338" fmla="*/ 85246 w 1370485"/>
                <a:gd name="connsiteY1338" fmla="*/ 375408 h 636062"/>
                <a:gd name="connsiteX1339" fmla="*/ 85246 w 1370485"/>
                <a:gd name="connsiteY1339" fmla="*/ 375408 h 636062"/>
                <a:gd name="connsiteX1340" fmla="*/ 81967 w 1370485"/>
                <a:gd name="connsiteY1340" fmla="*/ 372130 h 636062"/>
                <a:gd name="connsiteX1341" fmla="*/ 81967 w 1370485"/>
                <a:gd name="connsiteY1341" fmla="*/ 372130 h 636062"/>
                <a:gd name="connsiteX1342" fmla="*/ 85246 w 1370485"/>
                <a:gd name="connsiteY1342" fmla="*/ 367212 h 636062"/>
                <a:gd name="connsiteX1343" fmla="*/ 88524 w 1370485"/>
                <a:gd name="connsiteY1343" fmla="*/ 368851 h 636062"/>
                <a:gd name="connsiteX1344" fmla="*/ 93442 w 1370485"/>
                <a:gd name="connsiteY1344" fmla="*/ 370490 h 636062"/>
                <a:gd name="connsiteX1345" fmla="*/ 96721 w 1370485"/>
                <a:gd name="connsiteY1345" fmla="*/ 370490 h 636062"/>
                <a:gd name="connsiteX1346" fmla="*/ 98360 w 1370485"/>
                <a:gd name="connsiteY1346" fmla="*/ 367212 h 636062"/>
                <a:gd name="connsiteX1347" fmla="*/ 95082 w 1370485"/>
                <a:gd name="connsiteY1347" fmla="*/ 362294 h 636062"/>
                <a:gd name="connsiteX1348" fmla="*/ 91803 w 1370485"/>
                <a:gd name="connsiteY1348" fmla="*/ 359015 h 636062"/>
                <a:gd name="connsiteX1349" fmla="*/ 86885 w 1370485"/>
                <a:gd name="connsiteY1349" fmla="*/ 355736 h 636062"/>
                <a:gd name="connsiteX1350" fmla="*/ 85246 w 1370485"/>
                <a:gd name="connsiteY1350" fmla="*/ 350818 h 636062"/>
                <a:gd name="connsiteX1351" fmla="*/ 81967 w 1370485"/>
                <a:gd name="connsiteY1351" fmla="*/ 347540 h 636062"/>
                <a:gd name="connsiteX1352" fmla="*/ 80327 w 1370485"/>
                <a:gd name="connsiteY1352" fmla="*/ 344261 h 636062"/>
                <a:gd name="connsiteX1353" fmla="*/ 75410 w 1370485"/>
                <a:gd name="connsiteY1353" fmla="*/ 339343 h 636062"/>
                <a:gd name="connsiteX1354" fmla="*/ 72131 w 1370485"/>
                <a:gd name="connsiteY1354" fmla="*/ 337703 h 636062"/>
                <a:gd name="connsiteX1355" fmla="*/ 68852 w 1370485"/>
                <a:gd name="connsiteY1355" fmla="*/ 334425 h 636062"/>
                <a:gd name="connsiteX1356" fmla="*/ 65573 w 1370485"/>
                <a:gd name="connsiteY1356" fmla="*/ 329507 h 636062"/>
                <a:gd name="connsiteX1357" fmla="*/ 62295 w 1370485"/>
                <a:gd name="connsiteY1357" fmla="*/ 326228 h 636062"/>
                <a:gd name="connsiteX1358" fmla="*/ 59016 w 1370485"/>
                <a:gd name="connsiteY1358" fmla="*/ 324589 h 636062"/>
                <a:gd name="connsiteX1359" fmla="*/ 54098 w 1370485"/>
                <a:gd name="connsiteY1359" fmla="*/ 324589 h 636062"/>
                <a:gd name="connsiteX1360" fmla="*/ 50820 w 1370485"/>
                <a:gd name="connsiteY1360" fmla="*/ 324589 h 636062"/>
                <a:gd name="connsiteX1361" fmla="*/ 47541 w 1370485"/>
                <a:gd name="connsiteY1361" fmla="*/ 324589 h 636062"/>
                <a:gd name="connsiteX1362" fmla="*/ 42623 w 1370485"/>
                <a:gd name="connsiteY1362" fmla="*/ 324589 h 636062"/>
                <a:gd name="connsiteX1363" fmla="*/ 39344 w 1370485"/>
                <a:gd name="connsiteY1363" fmla="*/ 322950 h 636062"/>
                <a:gd name="connsiteX1364" fmla="*/ 36066 w 1370485"/>
                <a:gd name="connsiteY1364" fmla="*/ 322950 h 636062"/>
                <a:gd name="connsiteX1365" fmla="*/ 34426 w 1370485"/>
                <a:gd name="connsiteY1365" fmla="*/ 327867 h 636062"/>
                <a:gd name="connsiteX1366" fmla="*/ 29508 w 1370485"/>
                <a:gd name="connsiteY1366" fmla="*/ 324589 h 636062"/>
                <a:gd name="connsiteX1367" fmla="*/ 26229 w 1370485"/>
                <a:gd name="connsiteY1367" fmla="*/ 322950 h 636062"/>
                <a:gd name="connsiteX1368" fmla="*/ 26229 w 1370485"/>
                <a:gd name="connsiteY1368" fmla="*/ 318031 h 636062"/>
                <a:gd name="connsiteX1369" fmla="*/ 22951 w 1370485"/>
                <a:gd name="connsiteY1369" fmla="*/ 314753 h 636062"/>
                <a:gd name="connsiteX1370" fmla="*/ 26229 w 1370485"/>
                <a:gd name="connsiteY1370" fmla="*/ 311474 h 636062"/>
                <a:gd name="connsiteX1371" fmla="*/ 22951 w 1370485"/>
                <a:gd name="connsiteY1371" fmla="*/ 308195 h 636062"/>
                <a:gd name="connsiteX1372" fmla="*/ 22951 w 1370485"/>
                <a:gd name="connsiteY1372" fmla="*/ 304917 h 636062"/>
                <a:gd name="connsiteX1373" fmla="*/ 21312 w 1370485"/>
                <a:gd name="connsiteY1373" fmla="*/ 303277 h 636062"/>
                <a:gd name="connsiteX1374" fmla="*/ 18033 w 1370485"/>
                <a:gd name="connsiteY1374" fmla="*/ 301638 h 636062"/>
                <a:gd name="connsiteX1375" fmla="*/ 13115 w 1370485"/>
                <a:gd name="connsiteY1375" fmla="*/ 299999 h 636062"/>
                <a:gd name="connsiteX1376" fmla="*/ 9836 w 1370485"/>
                <a:gd name="connsiteY1376" fmla="*/ 299999 h 636062"/>
                <a:gd name="connsiteX1377" fmla="*/ 8197 w 1370485"/>
                <a:gd name="connsiteY1377" fmla="*/ 299999 h 636062"/>
                <a:gd name="connsiteX1378" fmla="*/ 8197 w 1370485"/>
                <a:gd name="connsiteY1378" fmla="*/ 299999 h 636062"/>
                <a:gd name="connsiteX1379" fmla="*/ 3279 w 1370485"/>
                <a:gd name="connsiteY1379" fmla="*/ 298359 h 636062"/>
                <a:gd name="connsiteX1380" fmla="*/ 0 w 1370485"/>
                <a:gd name="connsiteY1380" fmla="*/ 293441 h 636062"/>
                <a:gd name="connsiteX1381" fmla="*/ 1639 w 1370485"/>
                <a:gd name="connsiteY1381" fmla="*/ 290163 h 636062"/>
                <a:gd name="connsiteX1382" fmla="*/ 1639 w 1370485"/>
                <a:gd name="connsiteY1382" fmla="*/ 286884 h 63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</a:cxnLst>
              <a:rect l="l" t="t" r="r" b="b"/>
              <a:pathLst>
                <a:path w="1370485" h="636062">
                  <a:moveTo>
                    <a:pt x="1639" y="286884"/>
                  </a:moveTo>
                  <a:lnTo>
                    <a:pt x="3279" y="283605"/>
                  </a:lnTo>
                  <a:lnTo>
                    <a:pt x="3279" y="280327"/>
                  </a:lnTo>
                  <a:lnTo>
                    <a:pt x="3279" y="278687"/>
                  </a:lnTo>
                  <a:lnTo>
                    <a:pt x="4918" y="273769"/>
                  </a:lnTo>
                  <a:lnTo>
                    <a:pt x="6557" y="273769"/>
                  </a:lnTo>
                  <a:lnTo>
                    <a:pt x="6557" y="273769"/>
                  </a:lnTo>
                  <a:lnTo>
                    <a:pt x="11476" y="270491"/>
                  </a:lnTo>
                  <a:lnTo>
                    <a:pt x="13115" y="267212"/>
                  </a:lnTo>
                  <a:lnTo>
                    <a:pt x="11476" y="262294"/>
                  </a:lnTo>
                  <a:lnTo>
                    <a:pt x="8197" y="260655"/>
                  </a:lnTo>
                  <a:lnTo>
                    <a:pt x="3279" y="257376"/>
                  </a:lnTo>
                  <a:lnTo>
                    <a:pt x="1639" y="254097"/>
                  </a:lnTo>
                  <a:lnTo>
                    <a:pt x="1639" y="252458"/>
                  </a:lnTo>
                  <a:lnTo>
                    <a:pt x="1639" y="247540"/>
                  </a:lnTo>
                  <a:lnTo>
                    <a:pt x="1639" y="245901"/>
                  </a:lnTo>
                  <a:lnTo>
                    <a:pt x="1639" y="240983"/>
                  </a:lnTo>
                  <a:lnTo>
                    <a:pt x="1639" y="237704"/>
                  </a:lnTo>
                  <a:lnTo>
                    <a:pt x="4918" y="232786"/>
                  </a:lnTo>
                  <a:lnTo>
                    <a:pt x="8197" y="232786"/>
                  </a:lnTo>
                  <a:lnTo>
                    <a:pt x="13115" y="229507"/>
                  </a:lnTo>
                  <a:lnTo>
                    <a:pt x="13115" y="227868"/>
                  </a:lnTo>
                  <a:lnTo>
                    <a:pt x="13115" y="222950"/>
                  </a:lnTo>
                  <a:lnTo>
                    <a:pt x="11476" y="221310"/>
                  </a:lnTo>
                  <a:lnTo>
                    <a:pt x="11476" y="216393"/>
                  </a:lnTo>
                  <a:lnTo>
                    <a:pt x="14754" y="213114"/>
                  </a:lnTo>
                  <a:lnTo>
                    <a:pt x="19672" y="209835"/>
                  </a:lnTo>
                  <a:lnTo>
                    <a:pt x="22951" y="211475"/>
                  </a:lnTo>
                  <a:lnTo>
                    <a:pt x="26229" y="214753"/>
                  </a:lnTo>
                  <a:lnTo>
                    <a:pt x="29508" y="216393"/>
                  </a:lnTo>
                  <a:lnTo>
                    <a:pt x="34426" y="219671"/>
                  </a:lnTo>
                  <a:lnTo>
                    <a:pt x="36066" y="221310"/>
                  </a:lnTo>
                  <a:lnTo>
                    <a:pt x="39344" y="224589"/>
                  </a:lnTo>
                  <a:lnTo>
                    <a:pt x="42623" y="229507"/>
                  </a:lnTo>
                  <a:lnTo>
                    <a:pt x="44262" y="231147"/>
                  </a:lnTo>
                  <a:lnTo>
                    <a:pt x="49180" y="234425"/>
                  </a:lnTo>
                  <a:lnTo>
                    <a:pt x="52459" y="236065"/>
                  </a:lnTo>
                  <a:lnTo>
                    <a:pt x="55737" y="236065"/>
                  </a:lnTo>
                  <a:lnTo>
                    <a:pt x="59016" y="234425"/>
                  </a:lnTo>
                  <a:lnTo>
                    <a:pt x="62295" y="232786"/>
                  </a:lnTo>
                  <a:lnTo>
                    <a:pt x="67213" y="229507"/>
                  </a:lnTo>
                  <a:lnTo>
                    <a:pt x="67213" y="227868"/>
                  </a:lnTo>
                  <a:lnTo>
                    <a:pt x="65573" y="226229"/>
                  </a:lnTo>
                  <a:lnTo>
                    <a:pt x="62295" y="222950"/>
                  </a:lnTo>
                  <a:lnTo>
                    <a:pt x="60656" y="218032"/>
                  </a:lnTo>
                  <a:lnTo>
                    <a:pt x="59016" y="214753"/>
                  </a:lnTo>
                  <a:lnTo>
                    <a:pt x="57377" y="211475"/>
                  </a:lnTo>
                  <a:lnTo>
                    <a:pt x="55737" y="206557"/>
                  </a:lnTo>
                  <a:lnTo>
                    <a:pt x="54098" y="203278"/>
                  </a:lnTo>
                  <a:lnTo>
                    <a:pt x="50820" y="201638"/>
                  </a:lnTo>
                  <a:lnTo>
                    <a:pt x="54098" y="203278"/>
                  </a:lnTo>
                  <a:lnTo>
                    <a:pt x="59016" y="203278"/>
                  </a:lnTo>
                  <a:lnTo>
                    <a:pt x="62295" y="201638"/>
                  </a:lnTo>
                  <a:lnTo>
                    <a:pt x="65573" y="198360"/>
                  </a:lnTo>
                  <a:lnTo>
                    <a:pt x="70492" y="195081"/>
                  </a:lnTo>
                  <a:lnTo>
                    <a:pt x="73770" y="195081"/>
                  </a:lnTo>
                  <a:lnTo>
                    <a:pt x="77049" y="190163"/>
                  </a:lnTo>
                  <a:lnTo>
                    <a:pt x="73770" y="186885"/>
                  </a:lnTo>
                  <a:lnTo>
                    <a:pt x="73770" y="183606"/>
                  </a:lnTo>
                  <a:lnTo>
                    <a:pt x="77049" y="181966"/>
                  </a:lnTo>
                  <a:lnTo>
                    <a:pt x="81967" y="181966"/>
                  </a:lnTo>
                  <a:lnTo>
                    <a:pt x="85246" y="181966"/>
                  </a:lnTo>
                  <a:lnTo>
                    <a:pt x="90164" y="178688"/>
                  </a:lnTo>
                  <a:lnTo>
                    <a:pt x="90164" y="178688"/>
                  </a:lnTo>
                  <a:lnTo>
                    <a:pt x="91803" y="177048"/>
                  </a:lnTo>
                  <a:lnTo>
                    <a:pt x="95082" y="175409"/>
                  </a:lnTo>
                  <a:lnTo>
                    <a:pt x="100000" y="175409"/>
                  </a:lnTo>
                  <a:lnTo>
                    <a:pt x="103279" y="173770"/>
                  </a:lnTo>
                  <a:lnTo>
                    <a:pt x="103279" y="168852"/>
                  </a:lnTo>
                  <a:lnTo>
                    <a:pt x="106557" y="167213"/>
                  </a:lnTo>
                  <a:lnTo>
                    <a:pt x="106557" y="163934"/>
                  </a:lnTo>
                  <a:lnTo>
                    <a:pt x="108196" y="159016"/>
                  </a:lnTo>
                  <a:lnTo>
                    <a:pt x="111475" y="160655"/>
                  </a:lnTo>
                  <a:lnTo>
                    <a:pt x="114754" y="160655"/>
                  </a:lnTo>
                  <a:lnTo>
                    <a:pt x="113114" y="157376"/>
                  </a:lnTo>
                  <a:lnTo>
                    <a:pt x="113114" y="154098"/>
                  </a:lnTo>
                  <a:lnTo>
                    <a:pt x="116393" y="155737"/>
                  </a:lnTo>
                  <a:lnTo>
                    <a:pt x="119672" y="157376"/>
                  </a:lnTo>
                  <a:lnTo>
                    <a:pt x="121311" y="157376"/>
                  </a:lnTo>
                  <a:lnTo>
                    <a:pt x="124590" y="157376"/>
                  </a:lnTo>
                  <a:lnTo>
                    <a:pt x="129508" y="157376"/>
                  </a:lnTo>
                  <a:lnTo>
                    <a:pt x="132786" y="159016"/>
                  </a:lnTo>
                  <a:lnTo>
                    <a:pt x="132786" y="162294"/>
                  </a:lnTo>
                  <a:lnTo>
                    <a:pt x="136065" y="167213"/>
                  </a:lnTo>
                  <a:lnTo>
                    <a:pt x="139344" y="165573"/>
                  </a:lnTo>
                  <a:lnTo>
                    <a:pt x="142623" y="163934"/>
                  </a:lnTo>
                  <a:lnTo>
                    <a:pt x="145901" y="167213"/>
                  </a:lnTo>
                  <a:lnTo>
                    <a:pt x="147540" y="163934"/>
                  </a:lnTo>
                  <a:lnTo>
                    <a:pt x="149180" y="159016"/>
                  </a:lnTo>
                  <a:lnTo>
                    <a:pt x="152459" y="157376"/>
                  </a:lnTo>
                  <a:lnTo>
                    <a:pt x="157376" y="159016"/>
                  </a:lnTo>
                  <a:lnTo>
                    <a:pt x="160655" y="155737"/>
                  </a:lnTo>
                  <a:lnTo>
                    <a:pt x="163934" y="154098"/>
                  </a:lnTo>
                  <a:lnTo>
                    <a:pt x="165573" y="157376"/>
                  </a:lnTo>
                  <a:lnTo>
                    <a:pt x="170491" y="160655"/>
                  </a:lnTo>
                  <a:lnTo>
                    <a:pt x="172130" y="165573"/>
                  </a:lnTo>
                  <a:lnTo>
                    <a:pt x="172130" y="165573"/>
                  </a:lnTo>
                  <a:lnTo>
                    <a:pt x="175409" y="167213"/>
                  </a:lnTo>
                  <a:lnTo>
                    <a:pt x="178688" y="167213"/>
                  </a:lnTo>
                  <a:lnTo>
                    <a:pt x="183606" y="165573"/>
                  </a:lnTo>
                  <a:lnTo>
                    <a:pt x="186884" y="167213"/>
                  </a:lnTo>
                  <a:lnTo>
                    <a:pt x="188524" y="165573"/>
                  </a:lnTo>
                  <a:lnTo>
                    <a:pt x="193442" y="165573"/>
                  </a:lnTo>
                  <a:lnTo>
                    <a:pt x="196720" y="165573"/>
                  </a:lnTo>
                  <a:lnTo>
                    <a:pt x="199999" y="165573"/>
                  </a:lnTo>
                  <a:lnTo>
                    <a:pt x="201639" y="165573"/>
                  </a:lnTo>
                  <a:lnTo>
                    <a:pt x="204917" y="167213"/>
                  </a:lnTo>
                  <a:lnTo>
                    <a:pt x="208196" y="168852"/>
                  </a:lnTo>
                  <a:lnTo>
                    <a:pt x="211474" y="172130"/>
                  </a:lnTo>
                  <a:lnTo>
                    <a:pt x="213114" y="175409"/>
                  </a:lnTo>
                  <a:lnTo>
                    <a:pt x="218032" y="177048"/>
                  </a:lnTo>
                  <a:lnTo>
                    <a:pt x="221310" y="178688"/>
                  </a:lnTo>
                  <a:lnTo>
                    <a:pt x="224589" y="178688"/>
                  </a:lnTo>
                  <a:lnTo>
                    <a:pt x="229507" y="181966"/>
                  </a:lnTo>
                  <a:lnTo>
                    <a:pt x="229507" y="181966"/>
                  </a:lnTo>
                  <a:lnTo>
                    <a:pt x="231147" y="183606"/>
                  </a:lnTo>
                  <a:lnTo>
                    <a:pt x="234425" y="188524"/>
                  </a:lnTo>
                  <a:lnTo>
                    <a:pt x="237704" y="190163"/>
                  </a:lnTo>
                  <a:lnTo>
                    <a:pt x="240983" y="191803"/>
                  </a:lnTo>
                  <a:lnTo>
                    <a:pt x="245901" y="193442"/>
                  </a:lnTo>
                  <a:lnTo>
                    <a:pt x="244261" y="196720"/>
                  </a:lnTo>
                  <a:lnTo>
                    <a:pt x="244261" y="199999"/>
                  </a:lnTo>
                  <a:lnTo>
                    <a:pt x="245901" y="203278"/>
                  </a:lnTo>
                  <a:lnTo>
                    <a:pt x="249179" y="206557"/>
                  </a:lnTo>
                  <a:lnTo>
                    <a:pt x="249179" y="206557"/>
                  </a:lnTo>
                  <a:lnTo>
                    <a:pt x="254097" y="204917"/>
                  </a:lnTo>
                  <a:lnTo>
                    <a:pt x="254097" y="201638"/>
                  </a:lnTo>
                  <a:lnTo>
                    <a:pt x="252458" y="196720"/>
                  </a:lnTo>
                  <a:lnTo>
                    <a:pt x="250819" y="193442"/>
                  </a:lnTo>
                  <a:lnTo>
                    <a:pt x="247540" y="190163"/>
                  </a:lnTo>
                  <a:lnTo>
                    <a:pt x="245901" y="186885"/>
                  </a:lnTo>
                  <a:lnTo>
                    <a:pt x="249179" y="185245"/>
                  </a:lnTo>
                  <a:lnTo>
                    <a:pt x="252458" y="186885"/>
                  </a:lnTo>
                  <a:lnTo>
                    <a:pt x="257376" y="188524"/>
                  </a:lnTo>
                  <a:lnTo>
                    <a:pt x="260654" y="190163"/>
                  </a:lnTo>
                  <a:lnTo>
                    <a:pt x="262294" y="190163"/>
                  </a:lnTo>
                  <a:lnTo>
                    <a:pt x="265573" y="195081"/>
                  </a:lnTo>
                  <a:lnTo>
                    <a:pt x="268851" y="196720"/>
                  </a:lnTo>
                  <a:lnTo>
                    <a:pt x="273769" y="199999"/>
                  </a:lnTo>
                  <a:lnTo>
                    <a:pt x="277048" y="201638"/>
                  </a:lnTo>
                  <a:lnTo>
                    <a:pt x="280327" y="199999"/>
                  </a:lnTo>
                  <a:lnTo>
                    <a:pt x="283606" y="203278"/>
                  </a:lnTo>
                  <a:lnTo>
                    <a:pt x="288523" y="206557"/>
                  </a:lnTo>
                  <a:lnTo>
                    <a:pt x="291802" y="203278"/>
                  </a:lnTo>
                  <a:lnTo>
                    <a:pt x="295081" y="201638"/>
                  </a:lnTo>
                  <a:lnTo>
                    <a:pt x="299999" y="198360"/>
                  </a:lnTo>
                  <a:lnTo>
                    <a:pt x="299999" y="195081"/>
                  </a:lnTo>
                  <a:lnTo>
                    <a:pt x="299999" y="193442"/>
                  </a:lnTo>
                  <a:lnTo>
                    <a:pt x="303277" y="190163"/>
                  </a:lnTo>
                  <a:lnTo>
                    <a:pt x="308196" y="188524"/>
                  </a:lnTo>
                  <a:lnTo>
                    <a:pt x="308196" y="183606"/>
                  </a:lnTo>
                  <a:lnTo>
                    <a:pt x="313113" y="185245"/>
                  </a:lnTo>
                  <a:lnTo>
                    <a:pt x="316392" y="186885"/>
                  </a:lnTo>
                  <a:lnTo>
                    <a:pt x="316392" y="183606"/>
                  </a:lnTo>
                  <a:lnTo>
                    <a:pt x="321310" y="183606"/>
                  </a:lnTo>
                  <a:lnTo>
                    <a:pt x="324589" y="183606"/>
                  </a:lnTo>
                  <a:lnTo>
                    <a:pt x="327867" y="183606"/>
                  </a:lnTo>
                  <a:lnTo>
                    <a:pt x="331146" y="181966"/>
                  </a:lnTo>
                  <a:lnTo>
                    <a:pt x="334425" y="185245"/>
                  </a:lnTo>
                  <a:lnTo>
                    <a:pt x="337703" y="186885"/>
                  </a:lnTo>
                  <a:lnTo>
                    <a:pt x="340982" y="191803"/>
                  </a:lnTo>
                  <a:lnTo>
                    <a:pt x="344261" y="191803"/>
                  </a:lnTo>
                  <a:lnTo>
                    <a:pt x="345900" y="191803"/>
                  </a:lnTo>
                  <a:lnTo>
                    <a:pt x="349179" y="190163"/>
                  </a:lnTo>
                  <a:lnTo>
                    <a:pt x="352457" y="190163"/>
                  </a:lnTo>
                  <a:lnTo>
                    <a:pt x="352457" y="186885"/>
                  </a:lnTo>
                  <a:lnTo>
                    <a:pt x="350818" y="181966"/>
                  </a:lnTo>
                  <a:lnTo>
                    <a:pt x="352457" y="181966"/>
                  </a:lnTo>
                  <a:lnTo>
                    <a:pt x="355736" y="181966"/>
                  </a:lnTo>
                  <a:lnTo>
                    <a:pt x="359015" y="183606"/>
                  </a:lnTo>
                  <a:lnTo>
                    <a:pt x="363933" y="183606"/>
                  </a:lnTo>
                  <a:lnTo>
                    <a:pt x="367211" y="180327"/>
                  </a:lnTo>
                  <a:lnTo>
                    <a:pt x="370490" y="180327"/>
                  </a:lnTo>
                  <a:lnTo>
                    <a:pt x="373769" y="183606"/>
                  </a:lnTo>
                  <a:lnTo>
                    <a:pt x="375408" y="183606"/>
                  </a:lnTo>
                  <a:lnTo>
                    <a:pt x="375408" y="183606"/>
                  </a:lnTo>
                  <a:lnTo>
                    <a:pt x="380326" y="185245"/>
                  </a:lnTo>
                  <a:lnTo>
                    <a:pt x="380326" y="188524"/>
                  </a:lnTo>
                  <a:lnTo>
                    <a:pt x="381966" y="191803"/>
                  </a:lnTo>
                  <a:lnTo>
                    <a:pt x="385244" y="195081"/>
                  </a:lnTo>
                  <a:lnTo>
                    <a:pt x="388523" y="195081"/>
                  </a:lnTo>
                  <a:lnTo>
                    <a:pt x="393441" y="198360"/>
                  </a:lnTo>
                  <a:lnTo>
                    <a:pt x="396720" y="199999"/>
                  </a:lnTo>
                  <a:lnTo>
                    <a:pt x="398359" y="199999"/>
                  </a:lnTo>
                  <a:lnTo>
                    <a:pt x="401638" y="199999"/>
                  </a:lnTo>
                  <a:lnTo>
                    <a:pt x="404916" y="199999"/>
                  </a:lnTo>
                  <a:lnTo>
                    <a:pt x="409834" y="201638"/>
                  </a:lnTo>
                  <a:lnTo>
                    <a:pt x="413113" y="201638"/>
                  </a:lnTo>
                  <a:lnTo>
                    <a:pt x="418031" y="203278"/>
                  </a:lnTo>
                  <a:lnTo>
                    <a:pt x="416391" y="206557"/>
                  </a:lnTo>
                  <a:lnTo>
                    <a:pt x="419670" y="206557"/>
                  </a:lnTo>
                  <a:lnTo>
                    <a:pt x="422949" y="206557"/>
                  </a:lnTo>
                  <a:lnTo>
                    <a:pt x="427867" y="203278"/>
                  </a:lnTo>
                  <a:lnTo>
                    <a:pt x="427867" y="201638"/>
                  </a:lnTo>
                  <a:lnTo>
                    <a:pt x="427867" y="198360"/>
                  </a:lnTo>
                  <a:lnTo>
                    <a:pt x="427867" y="193442"/>
                  </a:lnTo>
                  <a:lnTo>
                    <a:pt x="427867" y="193442"/>
                  </a:lnTo>
                  <a:lnTo>
                    <a:pt x="427867" y="193442"/>
                  </a:lnTo>
                  <a:lnTo>
                    <a:pt x="431146" y="191803"/>
                  </a:lnTo>
                  <a:lnTo>
                    <a:pt x="434424" y="193442"/>
                  </a:lnTo>
                  <a:lnTo>
                    <a:pt x="436064" y="196720"/>
                  </a:lnTo>
                  <a:lnTo>
                    <a:pt x="439343" y="198360"/>
                  </a:lnTo>
                  <a:lnTo>
                    <a:pt x="442621" y="199999"/>
                  </a:lnTo>
                  <a:lnTo>
                    <a:pt x="447539" y="199999"/>
                  </a:lnTo>
                  <a:lnTo>
                    <a:pt x="450818" y="199999"/>
                  </a:lnTo>
                  <a:lnTo>
                    <a:pt x="454096" y="201638"/>
                  </a:lnTo>
                  <a:lnTo>
                    <a:pt x="459014" y="199999"/>
                  </a:lnTo>
                  <a:lnTo>
                    <a:pt x="462293" y="199999"/>
                  </a:lnTo>
                  <a:lnTo>
                    <a:pt x="465572" y="198360"/>
                  </a:lnTo>
                  <a:lnTo>
                    <a:pt x="470490" y="196720"/>
                  </a:lnTo>
                  <a:lnTo>
                    <a:pt x="473768" y="196720"/>
                  </a:lnTo>
                  <a:lnTo>
                    <a:pt x="477047" y="193442"/>
                  </a:lnTo>
                  <a:lnTo>
                    <a:pt x="477047" y="190163"/>
                  </a:lnTo>
                  <a:lnTo>
                    <a:pt x="477047" y="186885"/>
                  </a:lnTo>
                  <a:lnTo>
                    <a:pt x="477047" y="185245"/>
                  </a:lnTo>
                  <a:lnTo>
                    <a:pt x="477047" y="185245"/>
                  </a:lnTo>
                  <a:lnTo>
                    <a:pt x="475408" y="180327"/>
                  </a:lnTo>
                  <a:lnTo>
                    <a:pt x="475408" y="177048"/>
                  </a:lnTo>
                  <a:lnTo>
                    <a:pt x="480326" y="175409"/>
                  </a:lnTo>
                  <a:lnTo>
                    <a:pt x="478687" y="175409"/>
                  </a:lnTo>
                  <a:lnTo>
                    <a:pt x="473768" y="172130"/>
                  </a:lnTo>
                  <a:lnTo>
                    <a:pt x="470490" y="168852"/>
                  </a:lnTo>
                  <a:lnTo>
                    <a:pt x="470490" y="168852"/>
                  </a:lnTo>
                  <a:lnTo>
                    <a:pt x="467211" y="167213"/>
                  </a:lnTo>
                  <a:lnTo>
                    <a:pt x="463933" y="167213"/>
                  </a:lnTo>
                  <a:lnTo>
                    <a:pt x="459014" y="167213"/>
                  </a:lnTo>
                  <a:lnTo>
                    <a:pt x="455736" y="165573"/>
                  </a:lnTo>
                  <a:lnTo>
                    <a:pt x="452457" y="163934"/>
                  </a:lnTo>
                  <a:lnTo>
                    <a:pt x="450818" y="160655"/>
                  </a:lnTo>
                  <a:lnTo>
                    <a:pt x="447539" y="160655"/>
                  </a:lnTo>
                  <a:lnTo>
                    <a:pt x="444260" y="160655"/>
                  </a:lnTo>
                  <a:lnTo>
                    <a:pt x="440981" y="160655"/>
                  </a:lnTo>
                  <a:lnTo>
                    <a:pt x="436064" y="160655"/>
                  </a:lnTo>
                  <a:lnTo>
                    <a:pt x="432785" y="155737"/>
                  </a:lnTo>
                  <a:lnTo>
                    <a:pt x="431146" y="152458"/>
                  </a:lnTo>
                  <a:lnTo>
                    <a:pt x="426228" y="150819"/>
                  </a:lnTo>
                  <a:lnTo>
                    <a:pt x="422949" y="149180"/>
                  </a:lnTo>
                  <a:lnTo>
                    <a:pt x="419670" y="149180"/>
                  </a:lnTo>
                  <a:lnTo>
                    <a:pt x="414753" y="145901"/>
                  </a:lnTo>
                  <a:lnTo>
                    <a:pt x="414753" y="144262"/>
                  </a:lnTo>
                  <a:lnTo>
                    <a:pt x="418031" y="144262"/>
                  </a:lnTo>
                  <a:lnTo>
                    <a:pt x="418031" y="144262"/>
                  </a:lnTo>
                  <a:lnTo>
                    <a:pt x="421310" y="144262"/>
                  </a:lnTo>
                  <a:lnTo>
                    <a:pt x="424588" y="140983"/>
                  </a:lnTo>
                  <a:lnTo>
                    <a:pt x="427867" y="137704"/>
                  </a:lnTo>
                  <a:lnTo>
                    <a:pt x="432785" y="137704"/>
                  </a:lnTo>
                  <a:lnTo>
                    <a:pt x="436064" y="137704"/>
                  </a:lnTo>
                  <a:lnTo>
                    <a:pt x="439343" y="134426"/>
                  </a:lnTo>
                  <a:lnTo>
                    <a:pt x="444260" y="131147"/>
                  </a:lnTo>
                  <a:lnTo>
                    <a:pt x="444260" y="129508"/>
                  </a:lnTo>
                  <a:lnTo>
                    <a:pt x="440981" y="126229"/>
                  </a:lnTo>
                  <a:lnTo>
                    <a:pt x="439343" y="122950"/>
                  </a:lnTo>
                  <a:lnTo>
                    <a:pt x="434424" y="121311"/>
                  </a:lnTo>
                  <a:lnTo>
                    <a:pt x="432785" y="118032"/>
                  </a:lnTo>
                  <a:lnTo>
                    <a:pt x="429506" y="116393"/>
                  </a:lnTo>
                  <a:lnTo>
                    <a:pt x="429506" y="111475"/>
                  </a:lnTo>
                  <a:lnTo>
                    <a:pt x="432785" y="109836"/>
                  </a:lnTo>
                  <a:lnTo>
                    <a:pt x="436064" y="106557"/>
                  </a:lnTo>
                  <a:lnTo>
                    <a:pt x="434424" y="103278"/>
                  </a:lnTo>
                  <a:lnTo>
                    <a:pt x="439343" y="101639"/>
                  </a:lnTo>
                  <a:lnTo>
                    <a:pt x="440981" y="101639"/>
                  </a:lnTo>
                  <a:lnTo>
                    <a:pt x="444260" y="101639"/>
                  </a:lnTo>
                  <a:lnTo>
                    <a:pt x="447539" y="101639"/>
                  </a:lnTo>
                  <a:lnTo>
                    <a:pt x="452457" y="101639"/>
                  </a:lnTo>
                  <a:lnTo>
                    <a:pt x="455736" y="103278"/>
                  </a:lnTo>
                  <a:lnTo>
                    <a:pt x="459014" y="103278"/>
                  </a:lnTo>
                  <a:lnTo>
                    <a:pt x="463933" y="103278"/>
                  </a:lnTo>
                  <a:lnTo>
                    <a:pt x="467211" y="104918"/>
                  </a:lnTo>
                  <a:lnTo>
                    <a:pt x="470490" y="101639"/>
                  </a:lnTo>
                  <a:lnTo>
                    <a:pt x="468850" y="96721"/>
                  </a:lnTo>
                  <a:lnTo>
                    <a:pt x="465572" y="96721"/>
                  </a:lnTo>
                  <a:lnTo>
                    <a:pt x="462293" y="95082"/>
                  </a:lnTo>
                  <a:lnTo>
                    <a:pt x="457375" y="95082"/>
                  </a:lnTo>
                  <a:lnTo>
                    <a:pt x="454096" y="91803"/>
                  </a:lnTo>
                  <a:lnTo>
                    <a:pt x="450818" y="93442"/>
                  </a:lnTo>
                  <a:lnTo>
                    <a:pt x="447539" y="91803"/>
                  </a:lnTo>
                  <a:lnTo>
                    <a:pt x="442621" y="90164"/>
                  </a:lnTo>
                  <a:lnTo>
                    <a:pt x="439343" y="90164"/>
                  </a:lnTo>
                  <a:lnTo>
                    <a:pt x="434424" y="86885"/>
                  </a:lnTo>
                  <a:lnTo>
                    <a:pt x="436064" y="83606"/>
                  </a:lnTo>
                  <a:lnTo>
                    <a:pt x="439343" y="81967"/>
                  </a:lnTo>
                  <a:lnTo>
                    <a:pt x="442621" y="83606"/>
                  </a:lnTo>
                  <a:lnTo>
                    <a:pt x="445900" y="80328"/>
                  </a:lnTo>
                  <a:lnTo>
                    <a:pt x="442621" y="77049"/>
                  </a:lnTo>
                  <a:lnTo>
                    <a:pt x="439343" y="77049"/>
                  </a:lnTo>
                  <a:lnTo>
                    <a:pt x="434424" y="78688"/>
                  </a:lnTo>
                  <a:lnTo>
                    <a:pt x="431146" y="77049"/>
                  </a:lnTo>
                  <a:lnTo>
                    <a:pt x="427867" y="75410"/>
                  </a:lnTo>
                  <a:lnTo>
                    <a:pt x="424588" y="73770"/>
                  </a:lnTo>
                  <a:lnTo>
                    <a:pt x="427867" y="73770"/>
                  </a:lnTo>
                  <a:lnTo>
                    <a:pt x="429506" y="68852"/>
                  </a:lnTo>
                  <a:lnTo>
                    <a:pt x="431146" y="67213"/>
                  </a:lnTo>
                  <a:lnTo>
                    <a:pt x="426228" y="65573"/>
                  </a:lnTo>
                  <a:lnTo>
                    <a:pt x="422949" y="62295"/>
                  </a:lnTo>
                  <a:lnTo>
                    <a:pt x="426228" y="62295"/>
                  </a:lnTo>
                  <a:lnTo>
                    <a:pt x="429506" y="62295"/>
                  </a:lnTo>
                  <a:lnTo>
                    <a:pt x="429506" y="59016"/>
                  </a:lnTo>
                  <a:lnTo>
                    <a:pt x="434424" y="57377"/>
                  </a:lnTo>
                  <a:lnTo>
                    <a:pt x="437703" y="59016"/>
                  </a:lnTo>
                  <a:lnTo>
                    <a:pt x="437703" y="59016"/>
                  </a:lnTo>
                  <a:lnTo>
                    <a:pt x="442621" y="60656"/>
                  </a:lnTo>
                  <a:lnTo>
                    <a:pt x="442621" y="59016"/>
                  </a:lnTo>
                  <a:lnTo>
                    <a:pt x="444260" y="59016"/>
                  </a:lnTo>
                  <a:lnTo>
                    <a:pt x="447539" y="59016"/>
                  </a:lnTo>
                  <a:lnTo>
                    <a:pt x="450818" y="62295"/>
                  </a:lnTo>
                  <a:lnTo>
                    <a:pt x="455736" y="62295"/>
                  </a:lnTo>
                  <a:lnTo>
                    <a:pt x="457375" y="59016"/>
                  </a:lnTo>
                  <a:lnTo>
                    <a:pt x="460654" y="59016"/>
                  </a:lnTo>
                  <a:lnTo>
                    <a:pt x="465572" y="59016"/>
                  </a:lnTo>
                  <a:lnTo>
                    <a:pt x="468850" y="59016"/>
                  </a:lnTo>
                  <a:lnTo>
                    <a:pt x="470490" y="62295"/>
                  </a:lnTo>
                  <a:lnTo>
                    <a:pt x="473768" y="63934"/>
                  </a:lnTo>
                  <a:lnTo>
                    <a:pt x="473768" y="60656"/>
                  </a:lnTo>
                  <a:lnTo>
                    <a:pt x="473768" y="57377"/>
                  </a:lnTo>
                  <a:lnTo>
                    <a:pt x="477047" y="55738"/>
                  </a:lnTo>
                  <a:lnTo>
                    <a:pt x="481965" y="55738"/>
                  </a:lnTo>
                  <a:lnTo>
                    <a:pt x="485244" y="55738"/>
                  </a:lnTo>
                  <a:lnTo>
                    <a:pt x="488523" y="55738"/>
                  </a:lnTo>
                  <a:lnTo>
                    <a:pt x="490162" y="52459"/>
                  </a:lnTo>
                  <a:lnTo>
                    <a:pt x="493440" y="52459"/>
                  </a:lnTo>
                  <a:lnTo>
                    <a:pt x="496719" y="52459"/>
                  </a:lnTo>
                  <a:lnTo>
                    <a:pt x="499998" y="50820"/>
                  </a:lnTo>
                  <a:lnTo>
                    <a:pt x="504916" y="49180"/>
                  </a:lnTo>
                  <a:lnTo>
                    <a:pt x="508194" y="49180"/>
                  </a:lnTo>
                  <a:lnTo>
                    <a:pt x="511473" y="50820"/>
                  </a:lnTo>
                  <a:lnTo>
                    <a:pt x="513113" y="52459"/>
                  </a:lnTo>
                  <a:lnTo>
                    <a:pt x="516391" y="50820"/>
                  </a:lnTo>
                  <a:lnTo>
                    <a:pt x="518031" y="45901"/>
                  </a:lnTo>
                  <a:lnTo>
                    <a:pt x="521309" y="45901"/>
                  </a:lnTo>
                  <a:lnTo>
                    <a:pt x="524588" y="45901"/>
                  </a:lnTo>
                  <a:lnTo>
                    <a:pt x="529506" y="44262"/>
                  </a:lnTo>
                  <a:lnTo>
                    <a:pt x="532784" y="44262"/>
                  </a:lnTo>
                  <a:lnTo>
                    <a:pt x="534424" y="44262"/>
                  </a:lnTo>
                  <a:lnTo>
                    <a:pt x="539342" y="45901"/>
                  </a:lnTo>
                  <a:lnTo>
                    <a:pt x="540981" y="42623"/>
                  </a:lnTo>
                  <a:lnTo>
                    <a:pt x="545899" y="44262"/>
                  </a:lnTo>
                  <a:lnTo>
                    <a:pt x="545899" y="44262"/>
                  </a:lnTo>
                  <a:lnTo>
                    <a:pt x="549178" y="45901"/>
                  </a:lnTo>
                  <a:lnTo>
                    <a:pt x="552457" y="44262"/>
                  </a:lnTo>
                  <a:lnTo>
                    <a:pt x="550817" y="40983"/>
                  </a:lnTo>
                  <a:lnTo>
                    <a:pt x="554096" y="36066"/>
                  </a:lnTo>
                  <a:lnTo>
                    <a:pt x="557375" y="34426"/>
                  </a:lnTo>
                  <a:lnTo>
                    <a:pt x="560653" y="32787"/>
                  </a:lnTo>
                  <a:lnTo>
                    <a:pt x="563932" y="34426"/>
                  </a:lnTo>
                  <a:lnTo>
                    <a:pt x="568850" y="31148"/>
                  </a:lnTo>
                  <a:lnTo>
                    <a:pt x="572128" y="29508"/>
                  </a:lnTo>
                  <a:lnTo>
                    <a:pt x="575407" y="34426"/>
                  </a:lnTo>
                  <a:lnTo>
                    <a:pt x="577047" y="32787"/>
                  </a:lnTo>
                  <a:lnTo>
                    <a:pt x="581965" y="31148"/>
                  </a:lnTo>
                  <a:lnTo>
                    <a:pt x="585243" y="31148"/>
                  </a:lnTo>
                  <a:lnTo>
                    <a:pt x="588522" y="29508"/>
                  </a:lnTo>
                  <a:lnTo>
                    <a:pt x="591801" y="29508"/>
                  </a:lnTo>
                  <a:lnTo>
                    <a:pt x="596719" y="29508"/>
                  </a:lnTo>
                  <a:lnTo>
                    <a:pt x="599997" y="27869"/>
                  </a:lnTo>
                  <a:lnTo>
                    <a:pt x="603276" y="27869"/>
                  </a:lnTo>
                  <a:lnTo>
                    <a:pt x="608194" y="26229"/>
                  </a:lnTo>
                  <a:lnTo>
                    <a:pt x="611473" y="26229"/>
                  </a:lnTo>
                  <a:lnTo>
                    <a:pt x="614751" y="24590"/>
                  </a:lnTo>
                  <a:lnTo>
                    <a:pt x="619670" y="22951"/>
                  </a:lnTo>
                  <a:lnTo>
                    <a:pt x="622948" y="22951"/>
                  </a:lnTo>
                  <a:lnTo>
                    <a:pt x="626227" y="22951"/>
                  </a:lnTo>
                  <a:lnTo>
                    <a:pt x="629505" y="19672"/>
                  </a:lnTo>
                  <a:lnTo>
                    <a:pt x="634424" y="19672"/>
                  </a:lnTo>
                  <a:lnTo>
                    <a:pt x="637702" y="19672"/>
                  </a:lnTo>
                  <a:lnTo>
                    <a:pt x="639341" y="18033"/>
                  </a:lnTo>
                  <a:lnTo>
                    <a:pt x="640981" y="18033"/>
                  </a:lnTo>
                  <a:lnTo>
                    <a:pt x="640981" y="16393"/>
                  </a:lnTo>
                  <a:lnTo>
                    <a:pt x="642620" y="14754"/>
                  </a:lnTo>
                  <a:lnTo>
                    <a:pt x="639341" y="13115"/>
                  </a:lnTo>
                  <a:lnTo>
                    <a:pt x="639341" y="9836"/>
                  </a:lnTo>
                  <a:lnTo>
                    <a:pt x="644260" y="9836"/>
                  </a:lnTo>
                  <a:lnTo>
                    <a:pt x="647538" y="9836"/>
                  </a:lnTo>
                  <a:lnTo>
                    <a:pt x="650817" y="6557"/>
                  </a:lnTo>
                  <a:lnTo>
                    <a:pt x="650817" y="3279"/>
                  </a:lnTo>
                  <a:lnTo>
                    <a:pt x="652456" y="3279"/>
                  </a:lnTo>
                  <a:lnTo>
                    <a:pt x="655735" y="3279"/>
                  </a:lnTo>
                  <a:lnTo>
                    <a:pt x="659014" y="3279"/>
                  </a:lnTo>
                  <a:lnTo>
                    <a:pt x="657374" y="0"/>
                  </a:lnTo>
                  <a:lnTo>
                    <a:pt x="660653" y="0"/>
                  </a:lnTo>
                  <a:lnTo>
                    <a:pt x="663931" y="1639"/>
                  </a:lnTo>
                  <a:lnTo>
                    <a:pt x="668850" y="3279"/>
                  </a:lnTo>
                  <a:lnTo>
                    <a:pt x="670489" y="1639"/>
                  </a:lnTo>
                  <a:lnTo>
                    <a:pt x="673768" y="3279"/>
                  </a:lnTo>
                  <a:lnTo>
                    <a:pt x="678685" y="3279"/>
                  </a:lnTo>
                  <a:lnTo>
                    <a:pt x="681964" y="3279"/>
                  </a:lnTo>
                  <a:lnTo>
                    <a:pt x="686882" y="4918"/>
                  </a:lnTo>
                  <a:lnTo>
                    <a:pt x="690161" y="8197"/>
                  </a:lnTo>
                  <a:lnTo>
                    <a:pt x="695079" y="9836"/>
                  </a:lnTo>
                  <a:lnTo>
                    <a:pt x="695079" y="9836"/>
                  </a:lnTo>
                  <a:lnTo>
                    <a:pt x="699997" y="11476"/>
                  </a:lnTo>
                  <a:lnTo>
                    <a:pt x="703275" y="11476"/>
                  </a:lnTo>
                  <a:lnTo>
                    <a:pt x="706554" y="9836"/>
                  </a:lnTo>
                  <a:lnTo>
                    <a:pt x="708194" y="6557"/>
                  </a:lnTo>
                  <a:lnTo>
                    <a:pt x="711472" y="6557"/>
                  </a:lnTo>
                  <a:lnTo>
                    <a:pt x="714751" y="4918"/>
                  </a:lnTo>
                  <a:lnTo>
                    <a:pt x="718030" y="4918"/>
                  </a:lnTo>
                  <a:lnTo>
                    <a:pt x="721308" y="8197"/>
                  </a:lnTo>
                  <a:lnTo>
                    <a:pt x="724587" y="11476"/>
                  </a:lnTo>
                  <a:lnTo>
                    <a:pt x="727865" y="14754"/>
                  </a:lnTo>
                  <a:lnTo>
                    <a:pt x="729505" y="18033"/>
                  </a:lnTo>
                  <a:lnTo>
                    <a:pt x="731144" y="21311"/>
                  </a:lnTo>
                  <a:lnTo>
                    <a:pt x="731144" y="21311"/>
                  </a:lnTo>
                  <a:lnTo>
                    <a:pt x="732784" y="24590"/>
                  </a:lnTo>
                  <a:lnTo>
                    <a:pt x="736062" y="27869"/>
                  </a:lnTo>
                  <a:lnTo>
                    <a:pt x="739341" y="29508"/>
                  </a:lnTo>
                  <a:lnTo>
                    <a:pt x="744259" y="31148"/>
                  </a:lnTo>
                  <a:lnTo>
                    <a:pt x="740980" y="34426"/>
                  </a:lnTo>
                  <a:lnTo>
                    <a:pt x="744259" y="39344"/>
                  </a:lnTo>
                  <a:lnTo>
                    <a:pt x="747538" y="42623"/>
                  </a:lnTo>
                  <a:lnTo>
                    <a:pt x="745898" y="45901"/>
                  </a:lnTo>
                  <a:lnTo>
                    <a:pt x="740980" y="47541"/>
                  </a:lnTo>
                  <a:lnTo>
                    <a:pt x="745898" y="52459"/>
                  </a:lnTo>
                  <a:lnTo>
                    <a:pt x="749177" y="54098"/>
                  </a:lnTo>
                  <a:lnTo>
                    <a:pt x="752455" y="54098"/>
                  </a:lnTo>
                  <a:lnTo>
                    <a:pt x="755734" y="52459"/>
                  </a:lnTo>
                  <a:lnTo>
                    <a:pt x="760652" y="55738"/>
                  </a:lnTo>
                  <a:lnTo>
                    <a:pt x="763931" y="54098"/>
                  </a:lnTo>
                  <a:lnTo>
                    <a:pt x="767210" y="54098"/>
                  </a:lnTo>
                  <a:lnTo>
                    <a:pt x="768849" y="49180"/>
                  </a:lnTo>
                  <a:lnTo>
                    <a:pt x="773767" y="49180"/>
                  </a:lnTo>
                  <a:lnTo>
                    <a:pt x="777046" y="50820"/>
                  </a:lnTo>
                  <a:lnTo>
                    <a:pt x="780324" y="50820"/>
                  </a:lnTo>
                  <a:lnTo>
                    <a:pt x="777046" y="47541"/>
                  </a:lnTo>
                  <a:lnTo>
                    <a:pt x="777046" y="44262"/>
                  </a:lnTo>
                  <a:lnTo>
                    <a:pt x="781964" y="45901"/>
                  </a:lnTo>
                  <a:lnTo>
                    <a:pt x="785242" y="49180"/>
                  </a:lnTo>
                  <a:lnTo>
                    <a:pt x="788521" y="52459"/>
                  </a:lnTo>
                  <a:lnTo>
                    <a:pt x="791800" y="54098"/>
                  </a:lnTo>
                  <a:lnTo>
                    <a:pt x="790161" y="55738"/>
                  </a:lnTo>
                  <a:lnTo>
                    <a:pt x="791800" y="59016"/>
                  </a:lnTo>
                  <a:lnTo>
                    <a:pt x="795078" y="63934"/>
                  </a:lnTo>
                  <a:lnTo>
                    <a:pt x="798357" y="60656"/>
                  </a:lnTo>
                  <a:lnTo>
                    <a:pt x="801636" y="60656"/>
                  </a:lnTo>
                  <a:lnTo>
                    <a:pt x="798357" y="57377"/>
                  </a:lnTo>
                  <a:lnTo>
                    <a:pt x="795078" y="57377"/>
                  </a:lnTo>
                  <a:lnTo>
                    <a:pt x="798357" y="54098"/>
                  </a:lnTo>
                  <a:lnTo>
                    <a:pt x="801636" y="54098"/>
                  </a:lnTo>
                  <a:lnTo>
                    <a:pt x="804914" y="54098"/>
                  </a:lnTo>
                  <a:lnTo>
                    <a:pt x="809832" y="55738"/>
                  </a:lnTo>
                  <a:lnTo>
                    <a:pt x="813111" y="59016"/>
                  </a:lnTo>
                  <a:lnTo>
                    <a:pt x="816390" y="60656"/>
                  </a:lnTo>
                  <a:lnTo>
                    <a:pt x="821308" y="62295"/>
                  </a:lnTo>
                  <a:lnTo>
                    <a:pt x="824587" y="60656"/>
                  </a:lnTo>
                  <a:lnTo>
                    <a:pt x="829505" y="60656"/>
                  </a:lnTo>
                  <a:lnTo>
                    <a:pt x="831144" y="55738"/>
                  </a:lnTo>
                  <a:lnTo>
                    <a:pt x="832783" y="57377"/>
                  </a:lnTo>
                  <a:lnTo>
                    <a:pt x="832783" y="57377"/>
                  </a:lnTo>
                  <a:lnTo>
                    <a:pt x="836062" y="60656"/>
                  </a:lnTo>
                  <a:lnTo>
                    <a:pt x="836062" y="60656"/>
                  </a:lnTo>
                  <a:lnTo>
                    <a:pt x="836062" y="65573"/>
                  </a:lnTo>
                  <a:lnTo>
                    <a:pt x="831144" y="65573"/>
                  </a:lnTo>
                  <a:lnTo>
                    <a:pt x="827865" y="67213"/>
                  </a:lnTo>
                  <a:lnTo>
                    <a:pt x="826226" y="70492"/>
                  </a:lnTo>
                  <a:lnTo>
                    <a:pt x="824587" y="73770"/>
                  </a:lnTo>
                  <a:lnTo>
                    <a:pt x="824587" y="75410"/>
                  </a:lnTo>
                  <a:lnTo>
                    <a:pt x="829505" y="78688"/>
                  </a:lnTo>
                  <a:lnTo>
                    <a:pt x="832783" y="80328"/>
                  </a:lnTo>
                  <a:lnTo>
                    <a:pt x="834422" y="83606"/>
                  </a:lnTo>
                  <a:lnTo>
                    <a:pt x="836062" y="81967"/>
                  </a:lnTo>
                  <a:lnTo>
                    <a:pt x="839341" y="78688"/>
                  </a:lnTo>
                  <a:lnTo>
                    <a:pt x="842619" y="75410"/>
                  </a:lnTo>
                  <a:lnTo>
                    <a:pt x="845898" y="73770"/>
                  </a:lnTo>
                  <a:lnTo>
                    <a:pt x="849177" y="75410"/>
                  </a:lnTo>
                  <a:lnTo>
                    <a:pt x="854095" y="77049"/>
                  </a:lnTo>
                  <a:lnTo>
                    <a:pt x="854095" y="77049"/>
                  </a:lnTo>
                  <a:lnTo>
                    <a:pt x="859012" y="77049"/>
                  </a:lnTo>
                  <a:lnTo>
                    <a:pt x="862291" y="80328"/>
                  </a:lnTo>
                  <a:lnTo>
                    <a:pt x="865570" y="81967"/>
                  </a:lnTo>
                  <a:lnTo>
                    <a:pt x="865570" y="77049"/>
                  </a:lnTo>
                  <a:lnTo>
                    <a:pt x="867209" y="73770"/>
                  </a:lnTo>
                  <a:lnTo>
                    <a:pt x="870488" y="68852"/>
                  </a:lnTo>
                  <a:lnTo>
                    <a:pt x="875406" y="67213"/>
                  </a:lnTo>
                  <a:lnTo>
                    <a:pt x="878685" y="67213"/>
                  </a:lnTo>
                  <a:lnTo>
                    <a:pt x="880324" y="67213"/>
                  </a:lnTo>
                  <a:lnTo>
                    <a:pt x="881963" y="67213"/>
                  </a:lnTo>
                  <a:lnTo>
                    <a:pt x="883602" y="65573"/>
                  </a:lnTo>
                  <a:lnTo>
                    <a:pt x="886881" y="62295"/>
                  </a:lnTo>
                  <a:lnTo>
                    <a:pt x="890160" y="60656"/>
                  </a:lnTo>
                  <a:lnTo>
                    <a:pt x="888521" y="55738"/>
                  </a:lnTo>
                  <a:lnTo>
                    <a:pt x="893439" y="55738"/>
                  </a:lnTo>
                  <a:lnTo>
                    <a:pt x="896717" y="55738"/>
                  </a:lnTo>
                  <a:lnTo>
                    <a:pt x="898357" y="54098"/>
                  </a:lnTo>
                  <a:lnTo>
                    <a:pt x="903275" y="52459"/>
                  </a:lnTo>
                  <a:lnTo>
                    <a:pt x="906554" y="50820"/>
                  </a:lnTo>
                  <a:lnTo>
                    <a:pt x="911471" y="49180"/>
                  </a:lnTo>
                  <a:lnTo>
                    <a:pt x="913111" y="45901"/>
                  </a:lnTo>
                  <a:lnTo>
                    <a:pt x="914750" y="45901"/>
                  </a:lnTo>
                  <a:lnTo>
                    <a:pt x="919668" y="45901"/>
                  </a:lnTo>
                  <a:lnTo>
                    <a:pt x="922947" y="40983"/>
                  </a:lnTo>
                  <a:lnTo>
                    <a:pt x="926225" y="40983"/>
                  </a:lnTo>
                  <a:lnTo>
                    <a:pt x="929504" y="40983"/>
                  </a:lnTo>
                  <a:lnTo>
                    <a:pt x="927865" y="44262"/>
                  </a:lnTo>
                  <a:lnTo>
                    <a:pt x="931144" y="45901"/>
                  </a:lnTo>
                  <a:lnTo>
                    <a:pt x="931144" y="50820"/>
                  </a:lnTo>
                  <a:lnTo>
                    <a:pt x="927865" y="54098"/>
                  </a:lnTo>
                  <a:lnTo>
                    <a:pt x="924586" y="52459"/>
                  </a:lnTo>
                  <a:lnTo>
                    <a:pt x="919668" y="54098"/>
                  </a:lnTo>
                  <a:lnTo>
                    <a:pt x="924586" y="57377"/>
                  </a:lnTo>
                  <a:lnTo>
                    <a:pt x="927865" y="62295"/>
                  </a:lnTo>
                  <a:lnTo>
                    <a:pt x="929504" y="62295"/>
                  </a:lnTo>
                  <a:lnTo>
                    <a:pt x="932783" y="63934"/>
                  </a:lnTo>
                  <a:lnTo>
                    <a:pt x="937701" y="65573"/>
                  </a:lnTo>
                  <a:lnTo>
                    <a:pt x="942619" y="68852"/>
                  </a:lnTo>
                  <a:lnTo>
                    <a:pt x="945898" y="70492"/>
                  </a:lnTo>
                  <a:lnTo>
                    <a:pt x="947537" y="70492"/>
                  </a:lnTo>
                  <a:lnTo>
                    <a:pt x="952455" y="73770"/>
                  </a:lnTo>
                  <a:lnTo>
                    <a:pt x="955734" y="75410"/>
                  </a:lnTo>
                  <a:lnTo>
                    <a:pt x="959012" y="77049"/>
                  </a:lnTo>
                  <a:lnTo>
                    <a:pt x="962291" y="78688"/>
                  </a:lnTo>
                  <a:lnTo>
                    <a:pt x="965569" y="80328"/>
                  </a:lnTo>
                  <a:lnTo>
                    <a:pt x="970488" y="81967"/>
                  </a:lnTo>
                  <a:lnTo>
                    <a:pt x="973766" y="85246"/>
                  </a:lnTo>
                  <a:lnTo>
                    <a:pt x="978684" y="86885"/>
                  </a:lnTo>
                  <a:lnTo>
                    <a:pt x="980324" y="88524"/>
                  </a:lnTo>
                  <a:lnTo>
                    <a:pt x="983602" y="90164"/>
                  </a:lnTo>
                  <a:lnTo>
                    <a:pt x="986881" y="93442"/>
                  </a:lnTo>
                  <a:lnTo>
                    <a:pt x="991799" y="98360"/>
                  </a:lnTo>
                  <a:lnTo>
                    <a:pt x="995078" y="101639"/>
                  </a:lnTo>
                  <a:lnTo>
                    <a:pt x="999995" y="104918"/>
                  </a:lnTo>
                  <a:lnTo>
                    <a:pt x="1003274" y="108196"/>
                  </a:lnTo>
                  <a:lnTo>
                    <a:pt x="1008192" y="111475"/>
                  </a:lnTo>
                  <a:lnTo>
                    <a:pt x="1011471" y="114754"/>
                  </a:lnTo>
                  <a:lnTo>
                    <a:pt x="1014749" y="118032"/>
                  </a:lnTo>
                  <a:lnTo>
                    <a:pt x="1019668" y="121311"/>
                  </a:lnTo>
                  <a:lnTo>
                    <a:pt x="1019668" y="122950"/>
                  </a:lnTo>
                  <a:lnTo>
                    <a:pt x="1022946" y="126229"/>
                  </a:lnTo>
                  <a:lnTo>
                    <a:pt x="1027864" y="129508"/>
                  </a:lnTo>
                  <a:lnTo>
                    <a:pt x="1031143" y="132786"/>
                  </a:lnTo>
                  <a:lnTo>
                    <a:pt x="1036061" y="136065"/>
                  </a:lnTo>
                  <a:lnTo>
                    <a:pt x="1039339" y="140983"/>
                  </a:lnTo>
                  <a:lnTo>
                    <a:pt x="1044258" y="144262"/>
                  </a:lnTo>
                  <a:lnTo>
                    <a:pt x="1045897" y="147540"/>
                  </a:lnTo>
                  <a:lnTo>
                    <a:pt x="1050815" y="150819"/>
                  </a:lnTo>
                  <a:lnTo>
                    <a:pt x="1054094" y="154098"/>
                  </a:lnTo>
                  <a:lnTo>
                    <a:pt x="1059012" y="157376"/>
                  </a:lnTo>
                  <a:lnTo>
                    <a:pt x="1062291" y="162294"/>
                  </a:lnTo>
                  <a:lnTo>
                    <a:pt x="1067208" y="165573"/>
                  </a:lnTo>
                  <a:lnTo>
                    <a:pt x="1070487" y="168852"/>
                  </a:lnTo>
                  <a:lnTo>
                    <a:pt x="1075405" y="173770"/>
                  </a:lnTo>
                  <a:lnTo>
                    <a:pt x="1078684" y="177048"/>
                  </a:lnTo>
                  <a:lnTo>
                    <a:pt x="1081963" y="181966"/>
                  </a:lnTo>
                  <a:lnTo>
                    <a:pt x="1085241" y="185245"/>
                  </a:lnTo>
                  <a:lnTo>
                    <a:pt x="1088520" y="188524"/>
                  </a:lnTo>
                  <a:lnTo>
                    <a:pt x="1093437" y="191803"/>
                  </a:lnTo>
                  <a:lnTo>
                    <a:pt x="1095077" y="195081"/>
                  </a:lnTo>
                  <a:lnTo>
                    <a:pt x="1095077" y="195081"/>
                  </a:lnTo>
                  <a:lnTo>
                    <a:pt x="1099995" y="196720"/>
                  </a:lnTo>
                  <a:lnTo>
                    <a:pt x="1096716" y="193442"/>
                  </a:lnTo>
                  <a:lnTo>
                    <a:pt x="1099995" y="193442"/>
                  </a:lnTo>
                  <a:lnTo>
                    <a:pt x="1103274" y="190163"/>
                  </a:lnTo>
                  <a:lnTo>
                    <a:pt x="1106553" y="188524"/>
                  </a:lnTo>
                  <a:lnTo>
                    <a:pt x="1106553" y="185245"/>
                  </a:lnTo>
                  <a:lnTo>
                    <a:pt x="1103274" y="181966"/>
                  </a:lnTo>
                  <a:lnTo>
                    <a:pt x="1104913" y="177048"/>
                  </a:lnTo>
                  <a:lnTo>
                    <a:pt x="1109831" y="177048"/>
                  </a:lnTo>
                  <a:lnTo>
                    <a:pt x="1109831" y="173770"/>
                  </a:lnTo>
                  <a:lnTo>
                    <a:pt x="1113110" y="175409"/>
                  </a:lnTo>
                  <a:lnTo>
                    <a:pt x="1118027" y="175409"/>
                  </a:lnTo>
                  <a:lnTo>
                    <a:pt x="1121306" y="178688"/>
                  </a:lnTo>
                  <a:lnTo>
                    <a:pt x="1126224" y="178688"/>
                  </a:lnTo>
                  <a:lnTo>
                    <a:pt x="1126224" y="178688"/>
                  </a:lnTo>
                  <a:lnTo>
                    <a:pt x="1127864" y="178688"/>
                  </a:lnTo>
                  <a:lnTo>
                    <a:pt x="1127864" y="178688"/>
                  </a:lnTo>
                  <a:lnTo>
                    <a:pt x="1127864" y="180327"/>
                  </a:lnTo>
                  <a:lnTo>
                    <a:pt x="1127864" y="180327"/>
                  </a:lnTo>
                  <a:lnTo>
                    <a:pt x="1127864" y="185245"/>
                  </a:lnTo>
                  <a:lnTo>
                    <a:pt x="1129503" y="188524"/>
                  </a:lnTo>
                  <a:lnTo>
                    <a:pt x="1132782" y="188524"/>
                  </a:lnTo>
                  <a:lnTo>
                    <a:pt x="1137700" y="188524"/>
                  </a:lnTo>
                  <a:lnTo>
                    <a:pt x="1140979" y="190163"/>
                  </a:lnTo>
                  <a:lnTo>
                    <a:pt x="1144257" y="193442"/>
                  </a:lnTo>
                  <a:lnTo>
                    <a:pt x="1145896" y="196720"/>
                  </a:lnTo>
                  <a:lnTo>
                    <a:pt x="1149175" y="198360"/>
                  </a:lnTo>
                  <a:lnTo>
                    <a:pt x="1152454" y="196720"/>
                  </a:lnTo>
                  <a:lnTo>
                    <a:pt x="1157372" y="196720"/>
                  </a:lnTo>
                  <a:lnTo>
                    <a:pt x="1160651" y="196720"/>
                  </a:lnTo>
                  <a:lnTo>
                    <a:pt x="1162290" y="196720"/>
                  </a:lnTo>
                  <a:lnTo>
                    <a:pt x="1167208" y="198360"/>
                  </a:lnTo>
                  <a:lnTo>
                    <a:pt x="1170486" y="198360"/>
                  </a:lnTo>
                  <a:lnTo>
                    <a:pt x="1175404" y="196720"/>
                  </a:lnTo>
                  <a:lnTo>
                    <a:pt x="1178683" y="196720"/>
                  </a:lnTo>
                  <a:lnTo>
                    <a:pt x="1181962" y="196720"/>
                  </a:lnTo>
                  <a:lnTo>
                    <a:pt x="1185241" y="195081"/>
                  </a:lnTo>
                  <a:lnTo>
                    <a:pt x="1188520" y="190163"/>
                  </a:lnTo>
                  <a:lnTo>
                    <a:pt x="1191798" y="191803"/>
                  </a:lnTo>
                  <a:lnTo>
                    <a:pt x="1195076" y="190163"/>
                  </a:lnTo>
                  <a:lnTo>
                    <a:pt x="1196716" y="186885"/>
                  </a:lnTo>
                  <a:lnTo>
                    <a:pt x="1199994" y="186885"/>
                  </a:lnTo>
                  <a:lnTo>
                    <a:pt x="1199994" y="186885"/>
                  </a:lnTo>
                  <a:lnTo>
                    <a:pt x="1204913" y="186885"/>
                  </a:lnTo>
                  <a:lnTo>
                    <a:pt x="1209831" y="188524"/>
                  </a:lnTo>
                  <a:lnTo>
                    <a:pt x="1213110" y="188524"/>
                  </a:lnTo>
                  <a:lnTo>
                    <a:pt x="1216388" y="190163"/>
                  </a:lnTo>
                  <a:lnTo>
                    <a:pt x="1219666" y="191803"/>
                  </a:lnTo>
                  <a:lnTo>
                    <a:pt x="1224584" y="193442"/>
                  </a:lnTo>
                  <a:lnTo>
                    <a:pt x="1227863" y="196720"/>
                  </a:lnTo>
                  <a:lnTo>
                    <a:pt x="1229503" y="199999"/>
                  </a:lnTo>
                  <a:lnTo>
                    <a:pt x="1231142" y="199999"/>
                  </a:lnTo>
                  <a:lnTo>
                    <a:pt x="1231142" y="199999"/>
                  </a:lnTo>
                  <a:lnTo>
                    <a:pt x="1234421" y="201638"/>
                  </a:lnTo>
                  <a:lnTo>
                    <a:pt x="1236060" y="203278"/>
                  </a:lnTo>
                  <a:lnTo>
                    <a:pt x="1240978" y="206557"/>
                  </a:lnTo>
                  <a:lnTo>
                    <a:pt x="1242618" y="209835"/>
                  </a:lnTo>
                  <a:lnTo>
                    <a:pt x="1245896" y="214753"/>
                  </a:lnTo>
                  <a:lnTo>
                    <a:pt x="1247535" y="218032"/>
                  </a:lnTo>
                  <a:lnTo>
                    <a:pt x="1252453" y="219671"/>
                  </a:lnTo>
                  <a:lnTo>
                    <a:pt x="1255732" y="219671"/>
                  </a:lnTo>
                  <a:lnTo>
                    <a:pt x="1259011" y="221310"/>
                  </a:lnTo>
                  <a:lnTo>
                    <a:pt x="1263929" y="221310"/>
                  </a:lnTo>
                  <a:lnTo>
                    <a:pt x="1267208" y="222950"/>
                  </a:lnTo>
                  <a:lnTo>
                    <a:pt x="1270487" y="224589"/>
                  </a:lnTo>
                  <a:lnTo>
                    <a:pt x="1273764" y="226229"/>
                  </a:lnTo>
                  <a:lnTo>
                    <a:pt x="1275404" y="229507"/>
                  </a:lnTo>
                  <a:lnTo>
                    <a:pt x="1275404" y="229507"/>
                  </a:lnTo>
                  <a:lnTo>
                    <a:pt x="1275404" y="229507"/>
                  </a:lnTo>
                  <a:lnTo>
                    <a:pt x="1277043" y="232786"/>
                  </a:lnTo>
                  <a:lnTo>
                    <a:pt x="1278683" y="232786"/>
                  </a:lnTo>
                  <a:lnTo>
                    <a:pt x="1280322" y="234425"/>
                  </a:lnTo>
                  <a:lnTo>
                    <a:pt x="1283601" y="237704"/>
                  </a:lnTo>
                  <a:lnTo>
                    <a:pt x="1286880" y="239343"/>
                  </a:lnTo>
                  <a:lnTo>
                    <a:pt x="1288519" y="244261"/>
                  </a:lnTo>
                  <a:lnTo>
                    <a:pt x="1293437" y="247540"/>
                  </a:lnTo>
                  <a:lnTo>
                    <a:pt x="1296716" y="245901"/>
                  </a:lnTo>
                  <a:lnTo>
                    <a:pt x="1299994" y="245901"/>
                  </a:lnTo>
                  <a:lnTo>
                    <a:pt x="1303273" y="245901"/>
                  </a:lnTo>
                  <a:lnTo>
                    <a:pt x="1308191" y="247540"/>
                  </a:lnTo>
                  <a:lnTo>
                    <a:pt x="1311470" y="249179"/>
                  </a:lnTo>
                  <a:lnTo>
                    <a:pt x="1316388" y="247540"/>
                  </a:lnTo>
                  <a:lnTo>
                    <a:pt x="1319667" y="249179"/>
                  </a:lnTo>
                  <a:lnTo>
                    <a:pt x="1322945" y="249179"/>
                  </a:lnTo>
                  <a:lnTo>
                    <a:pt x="1326223" y="249179"/>
                  </a:lnTo>
                  <a:lnTo>
                    <a:pt x="1327863" y="245901"/>
                  </a:lnTo>
                  <a:lnTo>
                    <a:pt x="1327863" y="245901"/>
                  </a:lnTo>
                  <a:lnTo>
                    <a:pt x="1331141" y="242622"/>
                  </a:lnTo>
                  <a:lnTo>
                    <a:pt x="1331141" y="240983"/>
                  </a:lnTo>
                  <a:lnTo>
                    <a:pt x="1331141" y="240983"/>
                  </a:lnTo>
                  <a:lnTo>
                    <a:pt x="1332781" y="239343"/>
                  </a:lnTo>
                  <a:lnTo>
                    <a:pt x="1336060" y="237704"/>
                  </a:lnTo>
                  <a:lnTo>
                    <a:pt x="1339338" y="239343"/>
                  </a:lnTo>
                  <a:lnTo>
                    <a:pt x="1337699" y="242622"/>
                  </a:lnTo>
                  <a:lnTo>
                    <a:pt x="1337699" y="247540"/>
                  </a:lnTo>
                  <a:lnTo>
                    <a:pt x="1342617" y="247540"/>
                  </a:lnTo>
                  <a:lnTo>
                    <a:pt x="1345896" y="249179"/>
                  </a:lnTo>
                  <a:lnTo>
                    <a:pt x="1347535" y="252458"/>
                  </a:lnTo>
                  <a:lnTo>
                    <a:pt x="1352453" y="254097"/>
                  </a:lnTo>
                  <a:lnTo>
                    <a:pt x="1354092" y="259015"/>
                  </a:lnTo>
                  <a:lnTo>
                    <a:pt x="1357371" y="260655"/>
                  </a:lnTo>
                  <a:lnTo>
                    <a:pt x="1360650" y="260655"/>
                  </a:lnTo>
                  <a:lnTo>
                    <a:pt x="1362289" y="260655"/>
                  </a:lnTo>
                  <a:lnTo>
                    <a:pt x="1365568" y="262294"/>
                  </a:lnTo>
                  <a:lnTo>
                    <a:pt x="1367207" y="263933"/>
                  </a:lnTo>
                  <a:lnTo>
                    <a:pt x="1370486" y="267212"/>
                  </a:lnTo>
                  <a:lnTo>
                    <a:pt x="1368847" y="267212"/>
                  </a:lnTo>
                  <a:lnTo>
                    <a:pt x="1365568" y="267212"/>
                  </a:lnTo>
                  <a:lnTo>
                    <a:pt x="1360650" y="267212"/>
                  </a:lnTo>
                  <a:lnTo>
                    <a:pt x="1357371" y="267212"/>
                  </a:lnTo>
                  <a:lnTo>
                    <a:pt x="1354092" y="267212"/>
                  </a:lnTo>
                  <a:lnTo>
                    <a:pt x="1352453" y="272130"/>
                  </a:lnTo>
                  <a:lnTo>
                    <a:pt x="1354092" y="275409"/>
                  </a:lnTo>
                  <a:lnTo>
                    <a:pt x="1357371" y="278687"/>
                  </a:lnTo>
                  <a:lnTo>
                    <a:pt x="1357371" y="281966"/>
                  </a:lnTo>
                  <a:lnTo>
                    <a:pt x="1357371" y="285245"/>
                  </a:lnTo>
                  <a:lnTo>
                    <a:pt x="1355731" y="290163"/>
                  </a:lnTo>
                  <a:lnTo>
                    <a:pt x="1352453" y="293441"/>
                  </a:lnTo>
                  <a:lnTo>
                    <a:pt x="1347535" y="293441"/>
                  </a:lnTo>
                  <a:lnTo>
                    <a:pt x="1344257" y="296720"/>
                  </a:lnTo>
                  <a:lnTo>
                    <a:pt x="1340978" y="296720"/>
                  </a:lnTo>
                  <a:lnTo>
                    <a:pt x="1336060" y="296720"/>
                  </a:lnTo>
                  <a:lnTo>
                    <a:pt x="1332781" y="296720"/>
                  </a:lnTo>
                  <a:lnTo>
                    <a:pt x="1329502" y="299999"/>
                  </a:lnTo>
                  <a:lnTo>
                    <a:pt x="1329502" y="303277"/>
                  </a:lnTo>
                  <a:lnTo>
                    <a:pt x="1327863" y="308195"/>
                  </a:lnTo>
                  <a:lnTo>
                    <a:pt x="1329502" y="311474"/>
                  </a:lnTo>
                  <a:lnTo>
                    <a:pt x="1329502" y="314753"/>
                  </a:lnTo>
                  <a:lnTo>
                    <a:pt x="1329502" y="316392"/>
                  </a:lnTo>
                  <a:lnTo>
                    <a:pt x="1329502" y="316392"/>
                  </a:lnTo>
                  <a:lnTo>
                    <a:pt x="1331141" y="321310"/>
                  </a:lnTo>
                  <a:lnTo>
                    <a:pt x="1334420" y="324589"/>
                  </a:lnTo>
                  <a:lnTo>
                    <a:pt x="1336060" y="329507"/>
                  </a:lnTo>
                  <a:lnTo>
                    <a:pt x="1337699" y="332785"/>
                  </a:lnTo>
                  <a:lnTo>
                    <a:pt x="1339338" y="336064"/>
                  </a:lnTo>
                  <a:lnTo>
                    <a:pt x="1339338" y="337703"/>
                  </a:lnTo>
                  <a:lnTo>
                    <a:pt x="1344257" y="340982"/>
                  </a:lnTo>
                  <a:lnTo>
                    <a:pt x="1345896" y="345900"/>
                  </a:lnTo>
                  <a:lnTo>
                    <a:pt x="1345896" y="349179"/>
                  </a:lnTo>
                  <a:lnTo>
                    <a:pt x="1342617" y="352457"/>
                  </a:lnTo>
                  <a:lnTo>
                    <a:pt x="1342617" y="355736"/>
                  </a:lnTo>
                  <a:lnTo>
                    <a:pt x="1339338" y="355736"/>
                  </a:lnTo>
                  <a:lnTo>
                    <a:pt x="1336060" y="355736"/>
                  </a:lnTo>
                  <a:lnTo>
                    <a:pt x="1331141" y="359015"/>
                  </a:lnTo>
                  <a:lnTo>
                    <a:pt x="1327863" y="362294"/>
                  </a:lnTo>
                  <a:lnTo>
                    <a:pt x="1324584" y="363933"/>
                  </a:lnTo>
                  <a:lnTo>
                    <a:pt x="1319667" y="362294"/>
                  </a:lnTo>
                  <a:lnTo>
                    <a:pt x="1316388" y="359015"/>
                  </a:lnTo>
                  <a:lnTo>
                    <a:pt x="1313109" y="359015"/>
                  </a:lnTo>
                  <a:lnTo>
                    <a:pt x="1309830" y="359015"/>
                  </a:lnTo>
                  <a:lnTo>
                    <a:pt x="1304912" y="357375"/>
                  </a:lnTo>
                  <a:lnTo>
                    <a:pt x="1301633" y="357375"/>
                  </a:lnTo>
                  <a:lnTo>
                    <a:pt x="1298354" y="359015"/>
                  </a:lnTo>
                  <a:lnTo>
                    <a:pt x="1295077" y="359015"/>
                  </a:lnTo>
                  <a:lnTo>
                    <a:pt x="1290158" y="359015"/>
                  </a:lnTo>
                  <a:lnTo>
                    <a:pt x="1286880" y="359015"/>
                  </a:lnTo>
                  <a:lnTo>
                    <a:pt x="1283601" y="357375"/>
                  </a:lnTo>
                  <a:lnTo>
                    <a:pt x="1278683" y="355736"/>
                  </a:lnTo>
                  <a:lnTo>
                    <a:pt x="1275404" y="355736"/>
                  </a:lnTo>
                  <a:lnTo>
                    <a:pt x="1272125" y="352457"/>
                  </a:lnTo>
                  <a:lnTo>
                    <a:pt x="1268847" y="350818"/>
                  </a:lnTo>
                  <a:lnTo>
                    <a:pt x="1265568" y="350818"/>
                  </a:lnTo>
                  <a:lnTo>
                    <a:pt x="1260650" y="349179"/>
                  </a:lnTo>
                  <a:lnTo>
                    <a:pt x="1257371" y="350818"/>
                  </a:lnTo>
                  <a:lnTo>
                    <a:pt x="1257371" y="355736"/>
                  </a:lnTo>
                  <a:lnTo>
                    <a:pt x="1259011" y="359015"/>
                  </a:lnTo>
                  <a:lnTo>
                    <a:pt x="1259011" y="362294"/>
                  </a:lnTo>
                  <a:lnTo>
                    <a:pt x="1257371" y="365572"/>
                  </a:lnTo>
                  <a:lnTo>
                    <a:pt x="1257371" y="370490"/>
                  </a:lnTo>
                  <a:lnTo>
                    <a:pt x="1257371" y="372130"/>
                  </a:lnTo>
                  <a:lnTo>
                    <a:pt x="1257371" y="377047"/>
                  </a:lnTo>
                  <a:lnTo>
                    <a:pt x="1257371" y="380326"/>
                  </a:lnTo>
                  <a:lnTo>
                    <a:pt x="1257371" y="383605"/>
                  </a:lnTo>
                  <a:lnTo>
                    <a:pt x="1257371" y="386884"/>
                  </a:lnTo>
                  <a:lnTo>
                    <a:pt x="1257371" y="390162"/>
                  </a:lnTo>
                  <a:lnTo>
                    <a:pt x="1255732" y="395080"/>
                  </a:lnTo>
                  <a:lnTo>
                    <a:pt x="1257371" y="398359"/>
                  </a:lnTo>
                  <a:lnTo>
                    <a:pt x="1257371" y="401637"/>
                  </a:lnTo>
                  <a:lnTo>
                    <a:pt x="1259011" y="404916"/>
                  </a:lnTo>
                  <a:lnTo>
                    <a:pt x="1257371" y="409834"/>
                  </a:lnTo>
                  <a:lnTo>
                    <a:pt x="1257371" y="413113"/>
                  </a:lnTo>
                  <a:lnTo>
                    <a:pt x="1257371" y="416392"/>
                  </a:lnTo>
                  <a:lnTo>
                    <a:pt x="1257371" y="421310"/>
                  </a:lnTo>
                  <a:lnTo>
                    <a:pt x="1260650" y="422949"/>
                  </a:lnTo>
                  <a:lnTo>
                    <a:pt x="1263929" y="422949"/>
                  </a:lnTo>
                  <a:lnTo>
                    <a:pt x="1267208" y="424588"/>
                  </a:lnTo>
                  <a:lnTo>
                    <a:pt x="1270487" y="427867"/>
                  </a:lnTo>
                  <a:lnTo>
                    <a:pt x="1272125" y="431146"/>
                  </a:lnTo>
                  <a:lnTo>
                    <a:pt x="1272125" y="436064"/>
                  </a:lnTo>
                  <a:lnTo>
                    <a:pt x="1272125" y="436064"/>
                  </a:lnTo>
                  <a:lnTo>
                    <a:pt x="1272125" y="437703"/>
                  </a:lnTo>
                  <a:lnTo>
                    <a:pt x="1270487" y="439342"/>
                  </a:lnTo>
                  <a:lnTo>
                    <a:pt x="1267208" y="437703"/>
                  </a:lnTo>
                  <a:lnTo>
                    <a:pt x="1263929" y="434424"/>
                  </a:lnTo>
                  <a:lnTo>
                    <a:pt x="1259011" y="434424"/>
                  </a:lnTo>
                  <a:lnTo>
                    <a:pt x="1255732" y="436064"/>
                  </a:lnTo>
                  <a:lnTo>
                    <a:pt x="1252453" y="437703"/>
                  </a:lnTo>
                  <a:lnTo>
                    <a:pt x="1247535" y="436064"/>
                  </a:lnTo>
                  <a:lnTo>
                    <a:pt x="1244257" y="434424"/>
                  </a:lnTo>
                  <a:lnTo>
                    <a:pt x="1242618" y="431146"/>
                  </a:lnTo>
                  <a:lnTo>
                    <a:pt x="1239339" y="429506"/>
                  </a:lnTo>
                  <a:lnTo>
                    <a:pt x="1236060" y="431146"/>
                  </a:lnTo>
                  <a:lnTo>
                    <a:pt x="1231142" y="432785"/>
                  </a:lnTo>
                  <a:lnTo>
                    <a:pt x="1227863" y="432785"/>
                  </a:lnTo>
                  <a:lnTo>
                    <a:pt x="1224584" y="434424"/>
                  </a:lnTo>
                  <a:lnTo>
                    <a:pt x="1219666" y="436064"/>
                  </a:lnTo>
                  <a:lnTo>
                    <a:pt x="1216388" y="437703"/>
                  </a:lnTo>
                  <a:lnTo>
                    <a:pt x="1213110" y="439342"/>
                  </a:lnTo>
                  <a:lnTo>
                    <a:pt x="1209831" y="437703"/>
                  </a:lnTo>
                  <a:lnTo>
                    <a:pt x="1204913" y="439342"/>
                  </a:lnTo>
                  <a:lnTo>
                    <a:pt x="1201634" y="439342"/>
                  </a:lnTo>
                  <a:lnTo>
                    <a:pt x="1198355" y="442621"/>
                  </a:lnTo>
                  <a:lnTo>
                    <a:pt x="1193438" y="442621"/>
                  </a:lnTo>
                  <a:lnTo>
                    <a:pt x="1190159" y="442621"/>
                  </a:lnTo>
                  <a:lnTo>
                    <a:pt x="1186880" y="444260"/>
                  </a:lnTo>
                  <a:lnTo>
                    <a:pt x="1185241" y="445900"/>
                  </a:lnTo>
                  <a:lnTo>
                    <a:pt x="1183601" y="447539"/>
                  </a:lnTo>
                  <a:lnTo>
                    <a:pt x="1185241" y="450818"/>
                  </a:lnTo>
                  <a:lnTo>
                    <a:pt x="1188520" y="452457"/>
                  </a:lnTo>
                  <a:lnTo>
                    <a:pt x="1190159" y="454096"/>
                  </a:lnTo>
                  <a:lnTo>
                    <a:pt x="1191798" y="452457"/>
                  </a:lnTo>
                  <a:lnTo>
                    <a:pt x="1196716" y="452457"/>
                  </a:lnTo>
                  <a:lnTo>
                    <a:pt x="1199994" y="454096"/>
                  </a:lnTo>
                  <a:lnTo>
                    <a:pt x="1203273" y="454096"/>
                  </a:lnTo>
                  <a:lnTo>
                    <a:pt x="1206552" y="457375"/>
                  </a:lnTo>
                  <a:lnTo>
                    <a:pt x="1204913" y="460654"/>
                  </a:lnTo>
                  <a:lnTo>
                    <a:pt x="1204913" y="465572"/>
                  </a:lnTo>
                  <a:lnTo>
                    <a:pt x="1204913" y="468850"/>
                  </a:lnTo>
                  <a:lnTo>
                    <a:pt x="1208191" y="472129"/>
                  </a:lnTo>
                  <a:lnTo>
                    <a:pt x="1209831" y="475408"/>
                  </a:lnTo>
                  <a:lnTo>
                    <a:pt x="1209831" y="480326"/>
                  </a:lnTo>
                  <a:lnTo>
                    <a:pt x="1209831" y="480326"/>
                  </a:lnTo>
                  <a:lnTo>
                    <a:pt x="1213110" y="485244"/>
                  </a:lnTo>
                  <a:lnTo>
                    <a:pt x="1214749" y="488522"/>
                  </a:lnTo>
                  <a:lnTo>
                    <a:pt x="1219666" y="491801"/>
                  </a:lnTo>
                  <a:lnTo>
                    <a:pt x="1221306" y="496719"/>
                  </a:lnTo>
                  <a:lnTo>
                    <a:pt x="1221306" y="496719"/>
                  </a:lnTo>
                  <a:lnTo>
                    <a:pt x="1222945" y="498359"/>
                  </a:lnTo>
                  <a:lnTo>
                    <a:pt x="1226224" y="503277"/>
                  </a:lnTo>
                  <a:lnTo>
                    <a:pt x="1229503" y="506555"/>
                  </a:lnTo>
                  <a:lnTo>
                    <a:pt x="1232781" y="509834"/>
                  </a:lnTo>
                  <a:lnTo>
                    <a:pt x="1232781" y="514752"/>
                  </a:lnTo>
                  <a:lnTo>
                    <a:pt x="1232781" y="518031"/>
                  </a:lnTo>
                  <a:lnTo>
                    <a:pt x="1237700" y="519670"/>
                  </a:lnTo>
                  <a:lnTo>
                    <a:pt x="1239339" y="522949"/>
                  </a:lnTo>
                  <a:lnTo>
                    <a:pt x="1239339" y="526227"/>
                  </a:lnTo>
                  <a:lnTo>
                    <a:pt x="1234421" y="524588"/>
                  </a:lnTo>
                  <a:lnTo>
                    <a:pt x="1231142" y="527867"/>
                  </a:lnTo>
                  <a:lnTo>
                    <a:pt x="1227863" y="532784"/>
                  </a:lnTo>
                  <a:lnTo>
                    <a:pt x="1231142" y="534424"/>
                  </a:lnTo>
                  <a:lnTo>
                    <a:pt x="1236060" y="536063"/>
                  </a:lnTo>
                  <a:lnTo>
                    <a:pt x="1232781" y="537703"/>
                  </a:lnTo>
                  <a:lnTo>
                    <a:pt x="1229503" y="539342"/>
                  </a:lnTo>
                  <a:lnTo>
                    <a:pt x="1226224" y="539342"/>
                  </a:lnTo>
                  <a:lnTo>
                    <a:pt x="1226224" y="542621"/>
                  </a:lnTo>
                  <a:lnTo>
                    <a:pt x="1224584" y="547539"/>
                  </a:lnTo>
                  <a:lnTo>
                    <a:pt x="1226224" y="550817"/>
                  </a:lnTo>
                  <a:lnTo>
                    <a:pt x="1229503" y="554096"/>
                  </a:lnTo>
                  <a:lnTo>
                    <a:pt x="1231142" y="557374"/>
                  </a:lnTo>
                  <a:lnTo>
                    <a:pt x="1232781" y="562293"/>
                  </a:lnTo>
                  <a:lnTo>
                    <a:pt x="1232781" y="562293"/>
                  </a:lnTo>
                  <a:lnTo>
                    <a:pt x="1232781" y="567211"/>
                  </a:lnTo>
                  <a:lnTo>
                    <a:pt x="1229503" y="563932"/>
                  </a:lnTo>
                  <a:lnTo>
                    <a:pt x="1226224" y="560653"/>
                  </a:lnTo>
                  <a:lnTo>
                    <a:pt x="1222945" y="557374"/>
                  </a:lnTo>
                  <a:lnTo>
                    <a:pt x="1218028" y="555735"/>
                  </a:lnTo>
                  <a:lnTo>
                    <a:pt x="1214749" y="555735"/>
                  </a:lnTo>
                  <a:lnTo>
                    <a:pt x="1211470" y="554096"/>
                  </a:lnTo>
                  <a:lnTo>
                    <a:pt x="1206552" y="555735"/>
                  </a:lnTo>
                  <a:lnTo>
                    <a:pt x="1203273" y="554096"/>
                  </a:lnTo>
                  <a:lnTo>
                    <a:pt x="1199994" y="552457"/>
                  </a:lnTo>
                  <a:lnTo>
                    <a:pt x="1196716" y="547539"/>
                  </a:lnTo>
                  <a:lnTo>
                    <a:pt x="1191798" y="545899"/>
                  </a:lnTo>
                  <a:lnTo>
                    <a:pt x="1190159" y="542621"/>
                  </a:lnTo>
                  <a:lnTo>
                    <a:pt x="1185241" y="540981"/>
                  </a:lnTo>
                  <a:lnTo>
                    <a:pt x="1185241" y="540981"/>
                  </a:lnTo>
                  <a:lnTo>
                    <a:pt x="1181962" y="540981"/>
                  </a:lnTo>
                  <a:lnTo>
                    <a:pt x="1177044" y="540981"/>
                  </a:lnTo>
                  <a:lnTo>
                    <a:pt x="1173765" y="539342"/>
                  </a:lnTo>
                  <a:lnTo>
                    <a:pt x="1170486" y="539342"/>
                  </a:lnTo>
                  <a:lnTo>
                    <a:pt x="1165569" y="537703"/>
                  </a:lnTo>
                  <a:lnTo>
                    <a:pt x="1162290" y="536063"/>
                  </a:lnTo>
                  <a:lnTo>
                    <a:pt x="1159011" y="536063"/>
                  </a:lnTo>
                  <a:lnTo>
                    <a:pt x="1155733" y="537703"/>
                  </a:lnTo>
                  <a:lnTo>
                    <a:pt x="1152454" y="537703"/>
                  </a:lnTo>
                  <a:lnTo>
                    <a:pt x="1147536" y="537703"/>
                  </a:lnTo>
                  <a:lnTo>
                    <a:pt x="1144257" y="536063"/>
                  </a:lnTo>
                  <a:lnTo>
                    <a:pt x="1140979" y="536063"/>
                  </a:lnTo>
                  <a:lnTo>
                    <a:pt x="1136061" y="536063"/>
                  </a:lnTo>
                  <a:lnTo>
                    <a:pt x="1132782" y="536063"/>
                  </a:lnTo>
                  <a:lnTo>
                    <a:pt x="1129503" y="534424"/>
                  </a:lnTo>
                  <a:lnTo>
                    <a:pt x="1124585" y="534424"/>
                  </a:lnTo>
                  <a:lnTo>
                    <a:pt x="1121306" y="536063"/>
                  </a:lnTo>
                  <a:lnTo>
                    <a:pt x="1118027" y="536063"/>
                  </a:lnTo>
                  <a:lnTo>
                    <a:pt x="1118027" y="534424"/>
                  </a:lnTo>
                  <a:lnTo>
                    <a:pt x="1113110" y="532784"/>
                  </a:lnTo>
                  <a:lnTo>
                    <a:pt x="1109831" y="532784"/>
                  </a:lnTo>
                  <a:lnTo>
                    <a:pt x="1106553" y="532784"/>
                  </a:lnTo>
                  <a:lnTo>
                    <a:pt x="1103274" y="534424"/>
                  </a:lnTo>
                  <a:lnTo>
                    <a:pt x="1098356" y="534424"/>
                  </a:lnTo>
                  <a:lnTo>
                    <a:pt x="1095077" y="536063"/>
                  </a:lnTo>
                  <a:lnTo>
                    <a:pt x="1091798" y="536063"/>
                  </a:lnTo>
                  <a:lnTo>
                    <a:pt x="1086881" y="536063"/>
                  </a:lnTo>
                  <a:lnTo>
                    <a:pt x="1083602" y="534424"/>
                  </a:lnTo>
                  <a:lnTo>
                    <a:pt x="1080323" y="534424"/>
                  </a:lnTo>
                  <a:lnTo>
                    <a:pt x="1075405" y="534424"/>
                  </a:lnTo>
                  <a:lnTo>
                    <a:pt x="1072126" y="534424"/>
                  </a:lnTo>
                  <a:lnTo>
                    <a:pt x="1068848" y="534424"/>
                  </a:lnTo>
                  <a:lnTo>
                    <a:pt x="1067208" y="534424"/>
                  </a:lnTo>
                  <a:lnTo>
                    <a:pt x="1067208" y="537703"/>
                  </a:lnTo>
                  <a:lnTo>
                    <a:pt x="1065569" y="539342"/>
                  </a:lnTo>
                  <a:lnTo>
                    <a:pt x="1060651" y="539342"/>
                  </a:lnTo>
                  <a:lnTo>
                    <a:pt x="1057372" y="539342"/>
                  </a:lnTo>
                  <a:lnTo>
                    <a:pt x="1054094" y="537703"/>
                  </a:lnTo>
                  <a:lnTo>
                    <a:pt x="1050815" y="537703"/>
                  </a:lnTo>
                  <a:lnTo>
                    <a:pt x="1045897" y="536063"/>
                  </a:lnTo>
                  <a:lnTo>
                    <a:pt x="1042618" y="536063"/>
                  </a:lnTo>
                  <a:lnTo>
                    <a:pt x="1039339" y="534424"/>
                  </a:lnTo>
                  <a:lnTo>
                    <a:pt x="1036061" y="532784"/>
                  </a:lnTo>
                  <a:lnTo>
                    <a:pt x="1032782" y="532784"/>
                  </a:lnTo>
                  <a:lnTo>
                    <a:pt x="1029504" y="531145"/>
                  </a:lnTo>
                  <a:lnTo>
                    <a:pt x="1027864" y="529506"/>
                  </a:lnTo>
                  <a:lnTo>
                    <a:pt x="1024585" y="527867"/>
                  </a:lnTo>
                  <a:lnTo>
                    <a:pt x="1019668" y="524588"/>
                  </a:lnTo>
                  <a:lnTo>
                    <a:pt x="1016389" y="524588"/>
                  </a:lnTo>
                  <a:lnTo>
                    <a:pt x="1013110" y="521309"/>
                  </a:lnTo>
                  <a:lnTo>
                    <a:pt x="1009832" y="519670"/>
                  </a:lnTo>
                  <a:lnTo>
                    <a:pt x="1008192" y="519670"/>
                  </a:lnTo>
                  <a:lnTo>
                    <a:pt x="1008192" y="521309"/>
                  </a:lnTo>
                  <a:lnTo>
                    <a:pt x="1006553" y="522949"/>
                  </a:lnTo>
                  <a:lnTo>
                    <a:pt x="1003274" y="522949"/>
                  </a:lnTo>
                  <a:lnTo>
                    <a:pt x="999995" y="524588"/>
                  </a:lnTo>
                  <a:lnTo>
                    <a:pt x="998356" y="526227"/>
                  </a:lnTo>
                  <a:lnTo>
                    <a:pt x="993438" y="527867"/>
                  </a:lnTo>
                  <a:lnTo>
                    <a:pt x="990159" y="529506"/>
                  </a:lnTo>
                  <a:lnTo>
                    <a:pt x="988520" y="529506"/>
                  </a:lnTo>
                  <a:lnTo>
                    <a:pt x="988520" y="534424"/>
                  </a:lnTo>
                  <a:lnTo>
                    <a:pt x="988520" y="537703"/>
                  </a:lnTo>
                  <a:lnTo>
                    <a:pt x="990159" y="539342"/>
                  </a:lnTo>
                  <a:lnTo>
                    <a:pt x="990159" y="540981"/>
                  </a:lnTo>
                  <a:lnTo>
                    <a:pt x="988520" y="544260"/>
                  </a:lnTo>
                  <a:lnTo>
                    <a:pt x="988520" y="547539"/>
                  </a:lnTo>
                  <a:lnTo>
                    <a:pt x="990159" y="552457"/>
                  </a:lnTo>
                  <a:lnTo>
                    <a:pt x="995078" y="555735"/>
                  </a:lnTo>
                  <a:lnTo>
                    <a:pt x="995078" y="555735"/>
                  </a:lnTo>
                  <a:lnTo>
                    <a:pt x="990159" y="555735"/>
                  </a:lnTo>
                  <a:lnTo>
                    <a:pt x="986881" y="552457"/>
                  </a:lnTo>
                  <a:lnTo>
                    <a:pt x="981963" y="552457"/>
                  </a:lnTo>
                  <a:lnTo>
                    <a:pt x="978684" y="550817"/>
                  </a:lnTo>
                  <a:lnTo>
                    <a:pt x="975405" y="550817"/>
                  </a:lnTo>
                  <a:lnTo>
                    <a:pt x="972127" y="550817"/>
                  </a:lnTo>
                  <a:lnTo>
                    <a:pt x="967209" y="549178"/>
                  </a:lnTo>
                  <a:lnTo>
                    <a:pt x="963930" y="545899"/>
                  </a:lnTo>
                  <a:lnTo>
                    <a:pt x="960651" y="545899"/>
                  </a:lnTo>
                  <a:lnTo>
                    <a:pt x="955734" y="545899"/>
                  </a:lnTo>
                  <a:lnTo>
                    <a:pt x="952455" y="542621"/>
                  </a:lnTo>
                  <a:lnTo>
                    <a:pt x="949176" y="542621"/>
                  </a:lnTo>
                  <a:lnTo>
                    <a:pt x="944258" y="540981"/>
                  </a:lnTo>
                  <a:lnTo>
                    <a:pt x="940979" y="542621"/>
                  </a:lnTo>
                  <a:lnTo>
                    <a:pt x="937701" y="539342"/>
                  </a:lnTo>
                  <a:lnTo>
                    <a:pt x="932783" y="539342"/>
                  </a:lnTo>
                  <a:lnTo>
                    <a:pt x="929504" y="539342"/>
                  </a:lnTo>
                  <a:lnTo>
                    <a:pt x="926225" y="539342"/>
                  </a:lnTo>
                  <a:lnTo>
                    <a:pt x="922947" y="542621"/>
                  </a:lnTo>
                  <a:lnTo>
                    <a:pt x="919668" y="540981"/>
                  </a:lnTo>
                  <a:lnTo>
                    <a:pt x="914750" y="542621"/>
                  </a:lnTo>
                  <a:lnTo>
                    <a:pt x="911471" y="542621"/>
                  </a:lnTo>
                  <a:lnTo>
                    <a:pt x="911471" y="542621"/>
                  </a:lnTo>
                  <a:lnTo>
                    <a:pt x="908192" y="545899"/>
                  </a:lnTo>
                  <a:lnTo>
                    <a:pt x="909832" y="545899"/>
                  </a:lnTo>
                  <a:lnTo>
                    <a:pt x="906554" y="549178"/>
                  </a:lnTo>
                  <a:lnTo>
                    <a:pt x="908192" y="552457"/>
                  </a:lnTo>
                  <a:lnTo>
                    <a:pt x="904914" y="557374"/>
                  </a:lnTo>
                  <a:lnTo>
                    <a:pt x="903275" y="560653"/>
                  </a:lnTo>
                  <a:lnTo>
                    <a:pt x="903275" y="560653"/>
                  </a:lnTo>
                  <a:lnTo>
                    <a:pt x="903275" y="562293"/>
                  </a:lnTo>
                  <a:lnTo>
                    <a:pt x="906554" y="563932"/>
                  </a:lnTo>
                  <a:lnTo>
                    <a:pt x="903275" y="567211"/>
                  </a:lnTo>
                  <a:lnTo>
                    <a:pt x="899996" y="568850"/>
                  </a:lnTo>
                  <a:lnTo>
                    <a:pt x="898357" y="572129"/>
                  </a:lnTo>
                  <a:lnTo>
                    <a:pt x="895078" y="573768"/>
                  </a:lnTo>
                  <a:lnTo>
                    <a:pt x="890160" y="570489"/>
                  </a:lnTo>
                  <a:lnTo>
                    <a:pt x="886881" y="573768"/>
                  </a:lnTo>
                  <a:lnTo>
                    <a:pt x="885242" y="577047"/>
                  </a:lnTo>
                  <a:lnTo>
                    <a:pt x="883602" y="581965"/>
                  </a:lnTo>
                  <a:lnTo>
                    <a:pt x="878685" y="585243"/>
                  </a:lnTo>
                  <a:lnTo>
                    <a:pt x="878685" y="585243"/>
                  </a:lnTo>
                  <a:lnTo>
                    <a:pt x="875406" y="588522"/>
                  </a:lnTo>
                  <a:lnTo>
                    <a:pt x="872127" y="588522"/>
                  </a:lnTo>
                  <a:lnTo>
                    <a:pt x="868849" y="588522"/>
                  </a:lnTo>
                  <a:lnTo>
                    <a:pt x="865570" y="591801"/>
                  </a:lnTo>
                  <a:lnTo>
                    <a:pt x="860652" y="593440"/>
                  </a:lnTo>
                  <a:lnTo>
                    <a:pt x="859012" y="598358"/>
                  </a:lnTo>
                  <a:lnTo>
                    <a:pt x="857373" y="598358"/>
                  </a:lnTo>
                  <a:lnTo>
                    <a:pt x="852455" y="599997"/>
                  </a:lnTo>
                  <a:lnTo>
                    <a:pt x="849177" y="603276"/>
                  </a:lnTo>
                  <a:lnTo>
                    <a:pt x="850816" y="606555"/>
                  </a:lnTo>
                  <a:lnTo>
                    <a:pt x="849177" y="609833"/>
                  </a:lnTo>
                  <a:lnTo>
                    <a:pt x="845898" y="611473"/>
                  </a:lnTo>
                  <a:lnTo>
                    <a:pt x="842619" y="616391"/>
                  </a:lnTo>
                  <a:lnTo>
                    <a:pt x="842619" y="619669"/>
                  </a:lnTo>
                  <a:lnTo>
                    <a:pt x="839341" y="621309"/>
                  </a:lnTo>
                  <a:lnTo>
                    <a:pt x="839341" y="621309"/>
                  </a:lnTo>
                  <a:lnTo>
                    <a:pt x="837701" y="626227"/>
                  </a:lnTo>
                  <a:lnTo>
                    <a:pt x="839341" y="627866"/>
                  </a:lnTo>
                  <a:lnTo>
                    <a:pt x="839341" y="627866"/>
                  </a:lnTo>
                  <a:lnTo>
                    <a:pt x="842619" y="631145"/>
                  </a:lnTo>
                  <a:lnTo>
                    <a:pt x="842619" y="636063"/>
                  </a:lnTo>
                  <a:lnTo>
                    <a:pt x="839341" y="634424"/>
                  </a:lnTo>
                  <a:lnTo>
                    <a:pt x="836062" y="636063"/>
                  </a:lnTo>
                  <a:lnTo>
                    <a:pt x="832783" y="634424"/>
                  </a:lnTo>
                  <a:lnTo>
                    <a:pt x="829505" y="632784"/>
                  </a:lnTo>
                  <a:lnTo>
                    <a:pt x="827865" y="631145"/>
                  </a:lnTo>
                  <a:lnTo>
                    <a:pt x="824587" y="631145"/>
                  </a:lnTo>
                  <a:lnTo>
                    <a:pt x="821308" y="627866"/>
                  </a:lnTo>
                  <a:lnTo>
                    <a:pt x="821308" y="624587"/>
                  </a:lnTo>
                  <a:lnTo>
                    <a:pt x="821308" y="622948"/>
                  </a:lnTo>
                  <a:lnTo>
                    <a:pt x="821308" y="621309"/>
                  </a:lnTo>
                  <a:lnTo>
                    <a:pt x="821308" y="619669"/>
                  </a:lnTo>
                  <a:lnTo>
                    <a:pt x="821308" y="616391"/>
                  </a:lnTo>
                  <a:lnTo>
                    <a:pt x="819668" y="616391"/>
                  </a:lnTo>
                  <a:lnTo>
                    <a:pt x="814751" y="614751"/>
                  </a:lnTo>
                  <a:lnTo>
                    <a:pt x="811472" y="609833"/>
                  </a:lnTo>
                  <a:lnTo>
                    <a:pt x="811472" y="609833"/>
                  </a:lnTo>
                  <a:lnTo>
                    <a:pt x="809832" y="611473"/>
                  </a:lnTo>
                  <a:lnTo>
                    <a:pt x="808193" y="611473"/>
                  </a:lnTo>
                  <a:lnTo>
                    <a:pt x="804914" y="609833"/>
                  </a:lnTo>
                  <a:lnTo>
                    <a:pt x="801636" y="611473"/>
                  </a:lnTo>
                  <a:lnTo>
                    <a:pt x="798357" y="611473"/>
                  </a:lnTo>
                  <a:lnTo>
                    <a:pt x="793439" y="611473"/>
                  </a:lnTo>
                  <a:lnTo>
                    <a:pt x="790161" y="613112"/>
                  </a:lnTo>
                  <a:lnTo>
                    <a:pt x="786882" y="613112"/>
                  </a:lnTo>
                  <a:lnTo>
                    <a:pt x="781964" y="613112"/>
                  </a:lnTo>
                  <a:lnTo>
                    <a:pt x="778685" y="613112"/>
                  </a:lnTo>
                  <a:lnTo>
                    <a:pt x="775407" y="611473"/>
                  </a:lnTo>
                  <a:lnTo>
                    <a:pt x="770488" y="611473"/>
                  </a:lnTo>
                  <a:lnTo>
                    <a:pt x="768849" y="611473"/>
                  </a:lnTo>
                  <a:lnTo>
                    <a:pt x="767210" y="606555"/>
                  </a:lnTo>
                  <a:lnTo>
                    <a:pt x="765570" y="603276"/>
                  </a:lnTo>
                  <a:lnTo>
                    <a:pt x="763931" y="599997"/>
                  </a:lnTo>
                  <a:lnTo>
                    <a:pt x="762292" y="595079"/>
                  </a:lnTo>
                  <a:lnTo>
                    <a:pt x="759013" y="591801"/>
                  </a:lnTo>
                  <a:lnTo>
                    <a:pt x="757374" y="586883"/>
                  </a:lnTo>
                  <a:lnTo>
                    <a:pt x="755734" y="583604"/>
                  </a:lnTo>
                  <a:lnTo>
                    <a:pt x="754095" y="578686"/>
                  </a:lnTo>
                  <a:lnTo>
                    <a:pt x="752455" y="575407"/>
                  </a:lnTo>
                  <a:lnTo>
                    <a:pt x="747538" y="575407"/>
                  </a:lnTo>
                  <a:lnTo>
                    <a:pt x="744259" y="575407"/>
                  </a:lnTo>
                  <a:lnTo>
                    <a:pt x="739341" y="575407"/>
                  </a:lnTo>
                  <a:lnTo>
                    <a:pt x="734423" y="572129"/>
                  </a:lnTo>
                  <a:lnTo>
                    <a:pt x="734423" y="567211"/>
                  </a:lnTo>
                  <a:lnTo>
                    <a:pt x="732784" y="563932"/>
                  </a:lnTo>
                  <a:lnTo>
                    <a:pt x="732784" y="560653"/>
                  </a:lnTo>
                  <a:lnTo>
                    <a:pt x="732784" y="557374"/>
                  </a:lnTo>
                  <a:lnTo>
                    <a:pt x="732784" y="552457"/>
                  </a:lnTo>
                  <a:lnTo>
                    <a:pt x="731144" y="547539"/>
                  </a:lnTo>
                  <a:lnTo>
                    <a:pt x="731144" y="544260"/>
                  </a:lnTo>
                  <a:lnTo>
                    <a:pt x="731144" y="540981"/>
                  </a:lnTo>
                  <a:lnTo>
                    <a:pt x="729505" y="536063"/>
                  </a:lnTo>
                  <a:lnTo>
                    <a:pt x="727865" y="532784"/>
                  </a:lnTo>
                  <a:lnTo>
                    <a:pt x="724587" y="532784"/>
                  </a:lnTo>
                  <a:lnTo>
                    <a:pt x="721308" y="536063"/>
                  </a:lnTo>
                  <a:lnTo>
                    <a:pt x="716390" y="534424"/>
                  </a:lnTo>
                  <a:lnTo>
                    <a:pt x="713112" y="529506"/>
                  </a:lnTo>
                  <a:lnTo>
                    <a:pt x="709833" y="524588"/>
                  </a:lnTo>
                  <a:lnTo>
                    <a:pt x="706554" y="521309"/>
                  </a:lnTo>
                  <a:lnTo>
                    <a:pt x="703275" y="518031"/>
                  </a:lnTo>
                  <a:lnTo>
                    <a:pt x="699997" y="514752"/>
                  </a:lnTo>
                  <a:lnTo>
                    <a:pt x="695079" y="513112"/>
                  </a:lnTo>
                  <a:lnTo>
                    <a:pt x="691800" y="511473"/>
                  </a:lnTo>
                  <a:lnTo>
                    <a:pt x="688521" y="508194"/>
                  </a:lnTo>
                  <a:lnTo>
                    <a:pt x="685243" y="504916"/>
                  </a:lnTo>
                  <a:lnTo>
                    <a:pt x="681964" y="501637"/>
                  </a:lnTo>
                  <a:lnTo>
                    <a:pt x="677046" y="499998"/>
                  </a:lnTo>
                  <a:lnTo>
                    <a:pt x="673768" y="501637"/>
                  </a:lnTo>
                  <a:lnTo>
                    <a:pt x="670489" y="503277"/>
                  </a:lnTo>
                  <a:lnTo>
                    <a:pt x="665571" y="506555"/>
                  </a:lnTo>
                  <a:lnTo>
                    <a:pt x="662292" y="508194"/>
                  </a:lnTo>
                  <a:lnTo>
                    <a:pt x="657374" y="508194"/>
                  </a:lnTo>
                  <a:lnTo>
                    <a:pt x="654095" y="506555"/>
                  </a:lnTo>
                  <a:lnTo>
                    <a:pt x="649177" y="506555"/>
                  </a:lnTo>
                  <a:lnTo>
                    <a:pt x="644260" y="506555"/>
                  </a:lnTo>
                  <a:lnTo>
                    <a:pt x="640981" y="506555"/>
                  </a:lnTo>
                  <a:lnTo>
                    <a:pt x="636063" y="504916"/>
                  </a:lnTo>
                  <a:lnTo>
                    <a:pt x="632784" y="504916"/>
                  </a:lnTo>
                  <a:lnTo>
                    <a:pt x="627866" y="504916"/>
                  </a:lnTo>
                  <a:lnTo>
                    <a:pt x="624587" y="503277"/>
                  </a:lnTo>
                  <a:lnTo>
                    <a:pt x="619670" y="503277"/>
                  </a:lnTo>
                  <a:lnTo>
                    <a:pt x="616391" y="503277"/>
                  </a:lnTo>
                  <a:lnTo>
                    <a:pt x="613112" y="504916"/>
                  </a:lnTo>
                  <a:lnTo>
                    <a:pt x="608194" y="504916"/>
                  </a:lnTo>
                  <a:lnTo>
                    <a:pt x="604915" y="506555"/>
                  </a:lnTo>
                  <a:lnTo>
                    <a:pt x="599997" y="506555"/>
                  </a:lnTo>
                  <a:lnTo>
                    <a:pt x="596719" y="508194"/>
                  </a:lnTo>
                  <a:lnTo>
                    <a:pt x="591801" y="508194"/>
                  </a:lnTo>
                  <a:lnTo>
                    <a:pt x="586883" y="508194"/>
                  </a:lnTo>
                  <a:lnTo>
                    <a:pt x="583604" y="509834"/>
                  </a:lnTo>
                  <a:lnTo>
                    <a:pt x="580325" y="509834"/>
                  </a:lnTo>
                  <a:lnTo>
                    <a:pt x="578686" y="509834"/>
                  </a:lnTo>
                  <a:lnTo>
                    <a:pt x="575407" y="506555"/>
                  </a:lnTo>
                  <a:lnTo>
                    <a:pt x="570490" y="503277"/>
                  </a:lnTo>
                  <a:lnTo>
                    <a:pt x="567211" y="499998"/>
                  </a:lnTo>
                  <a:lnTo>
                    <a:pt x="563932" y="496719"/>
                  </a:lnTo>
                  <a:lnTo>
                    <a:pt x="560653" y="493440"/>
                  </a:lnTo>
                  <a:lnTo>
                    <a:pt x="555735" y="490162"/>
                  </a:lnTo>
                  <a:lnTo>
                    <a:pt x="552457" y="486883"/>
                  </a:lnTo>
                  <a:lnTo>
                    <a:pt x="549178" y="485244"/>
                  </a:lnTo>
                  <a:lnTo>
                    <a:pt x="544260" y="481965"/>
                  </a:lnTo>
                  <a:lnTo>
                    <a:pt x="540981" y="478687"/>
                  </a:lnTo>
                  <a:lnTo>
                    <a:pt x="539342" y="475408"/>
                  </a:lnTo>
                  <a:lnTo>
                    <a:pt x="537703" y="470490"/>
                  </a:lnTo>
                  <a:lnTo>
                    <a:pt x="532784" y="468850"/>
                  </a:lnTo>
                  <a:lnTo>
                    <a:pt x="529506" y="467211"/>
                  </a:lnTo>
                  <a:lnTo>
                    <a:pt x="524588" y="463932"/>
                  </a:lnTo>
                  <a:lnTo>
                    <a:pt x="522948" y="463932"/>
                  </a:lnTo>
                  <a:lnTo>
                    <a:pt x="504916" y="454096"/>
                  </a:lnTo>
                  <a:lnTo>
                    <a:pt x="486883" y="444260"/>
                  </a:lnTo>
                  <a:lnTo>
                    <a:pt x="475408" y="439342"/>
                  </a:lnTo>
                  <a:lnTo>
                    <a:pt x="472129" y="437703"/>
                  </a:lnTo>
                  <a:lnTo>
                    <a:pt x="470490" y="436064"/>
                  </a:lnTo>
                  <a:lnTo>
                    <a:pt x="467211" y="434424"/>
                  </a:lnTo>
                  <a:lnTo>
                    <a:pt x="467211" y="434424"/>
                  </a:lnTo>
                  <a:lnTo>
                    <a:pt x="465572" y="432785"/>
                  </a:lnTo>
                  <a:lnTo>
                    <a:pt x="460654" y="431146"/>
                  </a:lnTo>
                  <a:lnTo>
                    <a:pt x="457375" y="429506"/>
                  </a:lnTo>
                  <a:lnTo>
                    <a:pt x="452457" y="427867"/>
                  </a:lnTo>
                  <a:lnTo>
                    <a:pt x="450818" y="426228"/>
                  </a:lnTo>
                  <a:lnTo>
                    <a:pt x="447539" y="424588"/>
                  </a:lnTo>
                  <a:lnTo>
                    <a:pt x="444260" y="422949"/>
                  </a:lnTo>
                  <a:lnTo>
                    <a:pt x="439343" y="419670"/>
                  </a:lnTo>
                  <a:lnTo>
                    <a:pt x="439343" y="419670"/>
                  </a:lnTo>
                  <a:lnTo>
                    <a:pt x="437703" y="419670"/>
                  </a:lnTo>
                  <a:lnTo>
                    <a:pt x="436064" y="419670"/>
                  </a:lnTo>
                  <a:lnTo>
                    <a:pt x="431146" y="421310"/>
                  </a:lnTo>
                  <a:lnTo>
                    <a:pt x="427867" y="422949"/>
                  </a:lnTo>
                  <a:lnTo>
                    <a:pt x="422949" y="422949"/>
                  </a:lnTo>
                  <a:lnTo>
                    <a:pt x="419670" y="424588"/>
                  </a:lnTo>
                  <a:lnTo>
                    <a:pt x="416391" y="426228"/>
                  </a:lnTo>
                  <a:lnTo>
                    <a:pt x="411474" y="427867"/>
                  </a:lnTo>
                  <a:lnTo>
                    <a:pt x="406556" y="427867"/>
                  </a:lnTo>
                  <a:lnTo>
                    <a:pt x="403277" y="429506"/>
                  </a:lnTo>
                  <a:lnTo>
                    <a:pt x="398359" y="431146"/>
                  </a:lnTo>
                  <a:lnTo>
                    <a:pt x="395080" y="432785"/>
                  </a:lnTo>
                  <a:lnTo>
                    <a:pt x="390162" y="432785"/>
                  </a:lnTo>
                  <a:lnTo>
                    <a:pt x="386884" y="434424"/>
                  </a:lnTo>
                  <a:lnTo>
                    <a:pt x="381966" y="436064"/>
                  </a:lnTo>
                  <a:lnTo>
                    <a:pt x="378687" y="436064"/>
                  </a:lnTo>
                  <a:lnTo>
                    <a:pt x="375408" y="437703"/>
                  </a:lnTo>
                  <a:lnTo>
                    <a:pt x="372130" y="439342"/>
                  </a:lnTo>
                  <a:lnTo>
                    <a:pt x="367211" y="440982"/>
                  </a:lnTo>
                  <a:lnTo>
                    <a:pt x="363933" y="440982"/>
                  </a:lnTo>
                  <a:lnTo>
                    <a:pt x="359015" y="442621"/>
                  </a:lnTo>
                  <a:lnTo>
                    <a:pt x="355736" y="444260"/>
                  </a:lnTo>
                  <a:lnTo>
                    <a:pt x="354097" y="444260"/>
                  </a:lnTo>
                  <a:lnTo>
                    <a:pt x="355736" y="447539"/>
                  </a:lnTo>
                  <a:lnTo>
                    <a:pt x="357376" y="452457"/>
                  </a:lnTo>
                  <a:lnTo>
                    <a:pt x="357376" y="457375"/>
                  </a:lnTo>
                  <a:lnTo>
                    <a:pt x="359015" y="460654"/>
                  </a:lnTo>
                  <a:lnTo>
                    <a:pt x="359015" y="465572"/>
                  </a:lnTo>
                  <a:lnTo>
                    <a:pt x="360654" y="468850"/>
                  </a:lnTo>
                  <a:lnTo>
                    <a:pt x="360654" y="473768"/>
                  </a:lnTo>
                  <a:lnTo>
                    <a:pt x="362294" y="478687"/>
                  </a:lnTo>
                  <a:lnTo>
                    <a:pt x="363933" y="481965"/>
                  </a:lnTo>
                  <a:lnTo>
                    <a:pt x="363933" y="486883"/>
                  </a:lnTo>
                  <a:lnTo>
                    <a:pt x="365572" y="490162"/>
                  </a:lnTo>
                  <a:lnTo>
                    <a:pt x="365572" y="495080"/>
                  </a:lnTo>
                  <a:lnTo>
                    <a:pt x="367211" y="499998"/>
                  </a:lnTo>
                  <a:lnTo>
                    <a:pt x="367211" y="499998"/>
                  </a:lnTo>
                  <a:lnTo>
                    <a:pt x="367211" y="503277"/>
                  </a:lnTo>
                  <a:lnTo>
                    <a:pt x="368851" y="508194"/>
                  </a:lnTo>
                  <a:lnTo>
                    <a:pt x="370490" y="511473"/>
                  </a:lnTo>
                  <a:lnTo>
                    <a:pt x="370490" y="516391"/>
                  </a:lnTo>
                  <a:lnTo>
                    <a:pt x="372130" y="521309"/>
                  </a:lnTo>
                  <a:lnTo>
                    <a:pt x="372130" y="524588"/>
                  </a:lnTo>
                  <a:lnTo>
                    <a:pt x="373769" y="529506"/>
                  </a:lnTo>
                  <a:lnTo>
                    <a:pt x="373769" y="532784"/>
                  </a:lnTo>
                  <a:lnTo>
                    <a:pt x="375408" y="537703"/>
                  </a:lnTo>
                  <a:lnTo>
                    <a:pt x="375408" y="540981"/>
                  </a:lnTo>
                  <a:lnTo>
                    <a:pt x="377047" y="545899"/>
                  </a:lnTo>
                  <a:lnTo>
                    <a:pt x="377047" y="549178"/>
                  </a:lnTo>
                  <a:lnTo>
                    <a:pt x="378687" y="554096"/>
                  </a:lnTo>
                  <a:lnTo>
                    <a:pt x="380326" y="559014"/>
                  </a:lnTo>
                  <a:lnTo>
                    <a:pt x="380326" y="562293"/>
                  </a:lnTo>
                  <a:lnTo>
                    <a:pt x="381966" y="570489"/>
                  </a:lnTo>
                  <a:lnTo>
                    <a:pt x="383605" y="575407"/>
                  </a:lnTo>
                  <a:lnTo>
                    <a:pt x="383605" y="578686"/>
                  </a:lnTo>
                  <a:lnTo>
                    <a:pt x="385244" y="583604"/>
                  </a:lnTo>
                  <a:lnTo>
                    <a:pt x="385244" y="586883"/>
                  </a:lnTo>
                  <a:lnTo>
                    <a:pt x="386884" y="591801"/>
                  </a:lnTo>
                  <a:lnTo>
                    <a:pt x="386884" y="596719"/>
                  </a:lnTo>
                  <a:lnTo>
                    <a:pt x="388523" y="604915"/>
                  </a:lnTo>
                  <a:lnTo>
                    <a:pt x="388523" y="604915"/>
                  </a:lnTo>
                  <a:lnTo>
                    <a:pt x="385244" y="604915"/>
                  </a:lnTo>
                  <a:lnTo>
                    <a:pt x="380326" y="606555"/>
                  </a:lnTo>
                  <a:lnTo>
                    <a:pt x="377047" y="606555"/>
                  </a:lnTo>
                  <a:lnTo>
                    <a:pt x="373769" y="606555"/>
                  </a:lnTo>
                  <a:lnTo>
                    <a:pt x="368851" y="604915"/>
                  </a:lnTo>
                  <a:lnTo>
                    <a:pt x="367211" y="601637"/>
                  </a:lnTo>
                  <a:lnTo>
                    <a:pt x="363933" y="599997"/>
                  </a:lnTo>
                  <a:lnTo>
                    <a:pt x="360654" y="596719"/>
                  </a:lnTo>
                  <a:lnTo>
                    <a:pt x="357376" y="591801"/>
                  </a:lnTo>
                  <a:lnTo>
                    <a:pt x="354097" y="588522"/>
                  </a:lnTo>
                  <a:lnTo>
                    <a:pt x="349179" y="585243"/>
                  </a:lnTo>
                  <a:lnTo>
                    <a:pt x="347540" y="581965"/>
                  </a:lnTo>
                  <a:lnTo>
                    <a:pt x="345900" y="577047"/>
                  </a:lnTo>
                  <a:lnTo>
                    <a:pt x="340982" y="573768"/>
                  </a:lnTo>
                  <a:lnTo>
                    <a:pt x="337703" y="572129"/>
                  </a:lnTo>
                  <a:lnTo>
                    <a:pt x="334425" y="570489"/>
                  </a:lnTo>
                  <a:lnTo>
                    <a:pt x="331146" y="567211"/>
                  </a:lnTo>
                  <a:lnTo>
                    <a:pt x="326228" y="565571"/>
                  </a:lnTo>
                  <a:lnTo>
                    <a:pt x="322950" y="563932"/>
                  </a:lnTo>
                  <a:lnTo>
                    <a:pt x="319671" y="562293"/>
                  </a:lnTo>
                  <a:lnTo>
                    <a:pt x="314753" y="560653"/>
                  </a:lnTo>
                  <a:lnTo>
                    <a:pt x="311474" y="560653"/>
                  </a:lnTo>
                  <a:lnTo>
                    <a:pt x="308196" y="560653"/>
                  </a:lnTo>
                  <a:lnTo>
                    <a:pt x="304917" y="560653"/>
                  </a:lnTo>
                  <a:lnTo>
                    <a:pt x="301638" y="562293"/>
                  </a:lnTo>
                  <a:lnTo>
                    <a:pt x="298360" y="562293"/>
                  </a:lnTo>
                  <a:lnTo>
                    <a:pt x="295081" y="562293"/>
                  </a:lnTo>
                  <a:lnTo>
                    <a:pt x="290163" y="563932"/>
                  </a:lnTo>
                  <a:lnTo>
                    <a:pt x="286884" y="563932"/>
                  </a:lnTo>
                  <a:lnTo>
                    <a:pt x="283606" y="567211"/>
                  </a:lnTo>
                  <a:lnTo>
                    <a:pt x="280327" y="567211"/>
                  </a:lnTo>
                  <a:lnTo>
                    <a:pt x="275409" y="570489"/>
                  </a:lnTo>
                  <a:lnTo>
                    <a:pt x="272130" y="572129"/>
                  </a:lnTo>
                  <a:lnTo>
                    <a:pt x="268851" y="577047"/>
                  </a:lnTo>
                  <a:lnTo>
                    <a:pt x="265573" y="580325"/>
                  </a:lnTo>
                  <a:lnTo>
                    <a:pt x="263933" y="581965"/>
                  </a:lnTo>
                  <a:lnTo>
                    <a:pt x="260654" y="586883"/>
                  </a:lnTo>
                  <a:lnTo>
                    <a:pt x="260654" y="581965"/>
                  </a:lnTo>
                  <a:lnTo>
                    <a:pt x="260654" y="578686"/>
                  </a:lnTo>
                  <a:lnTo>
                    <a:pt x="257376" y="575407"/>
                  </a:lnTo>
                  <a:lnTo>
                    <a:pt x="255737" y="570489"/>
                  </a:lnTo>
                  <a:lnTo>
                    <a:pt x="255737" y="567211"/>
                  </a:lnTo>
                  <a:lnTo>
                    <a:pt x="259016" y="563932"/>
                  </a:lnTo>
                  <a:lnTo>
                    <a:pt x="260654" y="560653"/>
                  </a:lnTo>
                  <a:lnTo>
                    <a:pt x="260654" y="557374"/>
                  </a:lnTo>
                  <a:lnTo>
                    <a:pt x="262294" y="552457"/>
                  </a:lnTo>
                  <a:lnTo>
                    <a:pt x="260654" y="549178"/>
                  </a:lnTo>
                  <a:lnTo>
                    <a:pt x="257376" y="545899"/>
                  </a:lnTo>
                  <a:lnTo>
                    <a:pt x="260654" y="547539"/>
                  </a:lnTo>
                  <a:lnTo>
                    <a:pt x="262294" y="544260"/>
                  </a:lnTo>
                  <a:lnTo>
                    <a:pt x="259016" y="542621"/>
                  </a:lnTo>
                  <a:lnTo>
                    <a:pt x="254097" y="539342"/>
                  </a:lnTo>
                  <a:lnTo>
                    <a:pt x="250819" y="539342"/>
                  </a:lnTo>
                  <a:lnTo>
                    <a:pt x="247540" y="539342"/>
                  </a:lnTo>
                  <a:lnTo>
                    <a:pt x="242622" y="537703"/>
                  </a:lnTo>
                  <a:lnTo>
                    <a:pt x="239343" y="536063"/>
                  </a:lnTo>
                  <a:lnTo>
                    <a:pt x="236064" y="537703"/>
                  </a:lnTo>
                  <a:lnTo>
                    <a:pt x="231147" y="537703"/>
                  </a:lnTo>
                  <a:lnTo>
                    <a:pt x="227868" y="534424"/>
                  </a:lnTo>
                  <a:lnTo>
                    <a:pt x="226229" y="531145"/>
                  </a:lnTo>
                  <a:lnTo>
                    <a:pt x="222950" y="527867"/>
                  </a:lnTo>
                  <a:lnTo>
                    <a:pt x="221310" y="522949"/>
                  </a:lnTo>
                  <a:lnTo>
                    <a:pt x="216393" y="524588"/>
                  </a:lnTo>
                  <a:lnTo>
                    <a:pt x="213114" y="524588"/>
                  </a:lnTo>
                  <a:lnTo>
                    <a:pt x="209835" y="524588"/>
                  </a:lnTo>
                  <a:lnTo>
                    <a:pt x="206557" y="521309"/>
                  </a:lnTo>
                  <a:lnTo>
                    <a:pt x="206557" y="518031"/>
                  </a:lnTo>
                  <a:lnTo>
                    <a:pt x="206557" y="513112"/>
                  </a:lnTo>
                  <a:lnTo>
                    <a:pt x="204917" y="509834"/>
                  </a:lnTo>
                  <a:lnTo>
                    <a:pt x="201639" y="506555"/>
                  </a:lnTo>
                  <a:lnTo>
                    <a:pt x="201639" y="506555"/>
                  </a:lnTo>
                  <a:lnTo>
                    <a:pt x="198360" y="503277"/>
                  </a:lnTo>
                  <a:lnTo>
                    <a:pt x="195081" y="499998"/>
                  </a:lnTo>
                  <a:lnTo>
                    <a:pt x="193442" y="496719"/>
                  </a:lnTo>
                  <a:lnTo>
                    <a:pt x="191803" y="491801"/>
                  </a:lnTo>
                  <a:lnTo>
                    <a:pt x="188524" y="488522"/>
                  </a:lnTo>
                  <a:lnTo>
                    <a:pt x="185245" y="483604"/>
                  </a:lnTo>
                  <a:lnTo>
                    <a:pt x="183606" y="480326"/>
                  </a:lnTo>
                  <a:lnTo>
                    <a:pt x="180327" y="477047"/>
                  </a:lnTo>
                  <a:lnTo>
                    <a:pt x="177049" y="475408"/>
                  </a:lnTo>
                  <a:lnTo>
                    <a:pt x="172130" y="475408"/>
                  </a:lnTo>
                  <a:lnTo>
                    <a:pt x="168852" y="475408"/>
                  </a:lnTo>
                  <a:lnTo>
                    <a:pt x="165573" y="473768"/>
                  </a:lnTo>
                  <a:lnTo>
                    <a:pt x="160655" y="472129"/>
                  </a:lnTo>
                  <a:lnTo>
                    <a:pt x="160655" y="468850"/>
                  </a:lnTo>
                  <a:lnTo>
                    <a:pt x="159016" y="465572"/>
                  </a:lnTo>
                  <a:lnTo>
                    <a:pt x="160655" y="460654"/>
                  </a:lnTo>
                  <a:lnTo>
                    <a:pt x="163934" y="460654"/>
                  </a:lnTo>
                  <a:lnTo>
                    <a:pt x="168852" y="460654"/>
                  </a:lnTo>
                  <a:lnTo>
                    <a:pt x="172130" y="460654"/>
                  </a:lnTo>
                  <a:lnTo>
                    <a:pt x="175409" y="460654"/>
                  </a:lnTo>
                  <a:lnTo>
                    <a:pt x="180327" y="460654"/>
                  </a:lnTo>
                  <a:lnTo>
                    <a:pt x="183606" y="462293"/>
                  </a:lnTo>
                  <a:lnTo>
                    <a:pt x="186884" y="465572"/>
                  </a:lnTo>
                  <a:lnTo>
                    <a:pt x="190163" y="467211"/>
                  </a:lnTo>
                  <a:lnTo>
                    <a:pt x="195081" y="465572"/>
                  </a:lnTo>
                  <a:lnTo>
                    <a:pt x="198360" y="463932"/>
                  </a:lnTo>
                  <a:lnTo>
                    <a:pt x="201639" y="465572"/>
                  </a:lnTo>
                  <a:lnTo>
                    <a:pt x="204917" y="465572"/>
                  </a:lnTo>
                  <a:lnTo>
                    <a:pt x="201639" y="462293"/>
                  </a:lnTo>
                  <a:lnTo>
                    <a:pt x="198360" y="462293"/>
                  </a:lnTo>
                  <a:lnTo>
                    <a:pt x="193442" y="459014"/>
                  </a:lnTo>
                  <a:lnTo>
                    <a:pt x="190163" y="455736"/>
                  </a:lnTo>
                  <a:lnTo>
                    <a:pt x="186884" y="454096"/>
                  </a:lnTo>
                  <a:lnTo>
                    <a:pt x="183606" y="450818"/>
                  </a:lnTo>
                  <a:lnTo>
                    <a:pt x="181966" y="447539"/>
                  </a:lnTo>
                  <a:lnTo>
                    <a:pt x="185245" y="444260"/>
                  </a:lnTo>
                  <a:lnTo>
                    <a:pt x="188524" y="440982"/>
                  </a:lnTo>
                  <a:lnTo>
                    <a:pt x="190163" y="437703"/>
                  </a:lnTo>
                  <a:lnTo>
                    <a:pt x="190163" y="434424"/>
                  </a:lnTo>
                  <a:lnTo>
                    <a:pt x="193442" y="429506"/>
                  </a:lnTo>
                  <a:lnTo>
                    <a:pt x="196720" y="429506"/>
                  </a:lnTo>
                  <a:lnTo>
                    <a:pt x="199999" y="429506"/>
                  </a:lnTo>
                  <a:lnTo>
                    <a:pt x="203278" y="426228"/>
                  </a:lnTo>
                  <a:lnTo>
                    <a:pt x="208196" y="427867"/>
                  </a:lnTo>
                  <a:lnTo>
                    <a:pt x="211474" y="429506"/>
                  </a:lnTo>
                  <a:lnTo>
                    <a:pt x="214753" y="427867"/>
                  </a:lnTo>
                  <a:lnTo>
                    <a:pt x="219671" y="427867"/>
                  </a:lnTo>
                  <a:lnTo>
                    <a:pt x="222950" y="427867"/>
                  </a:lnTo>
                  <a:lnTo>
                    <a:pt x="226229" y="426228"/>
                  </a:lnTo>
                  <a:lnTo>
                    <a:pt x="231147" y="426228"/>
                  </a:lnTo>
                  <a:lnTo>
                    <a:pt x="234425" y="427867"/>
                  </a:lnTo>
                  <a:lnTo>
                    <a:pt x="237704" y="429506"/>
                  </a:lnTo>
                  <a:lnTo>
                    <a:pt x="240983" y="429506"/>
                  </a:lnTo>
                  <a:lnTo>
                    <a:pt x="245901" y="431146"/>
                  </a:lnTo>
                  <a:lnTo>
                    <a:pt x="249179" y="431146"/>
                  </a:lnTo>
                  <a:lnTo>
                    <a:pt x="252458" y="431146"/>
                  </a:lnTo>
                  <a:lnTo>
                    <a:pt x="255737" y="429506"/>
                  </a:lnTo>
                  <a:lnTo>
                    <a:pt x="252458" y="427867"/>
                  </a:lnTo>
                  <a:lnTo>
                    <a:pt x="249179" y="426228"/>
                  </a:lnTo>
                  <a:lnTo>
                    <a:pt x="244261" y="424588"/>
                  </a:lnTo>
                  <a:lnTo>
                    <a:pt x="240983" y="422949"/>
                  </a:lnTo>
                  <a:lnTo>
                    <a:pt x="237704" y="421310"/>
                  </a:lnTo>
                  <a:lnTo>
                    <a:pt x="237704" y="421310"/>
                  </a:lnTo>
                  <a:lnTo>
                    <a:pt x="237704" y="418031"/>
                  </a:lnTo>
                  <a:lnTo>
                    <a:pt x="237704" y="413113"/>
                  </a:lnTo>
                  <a:lnTo>
                    <a:pt x="240983" y="409834"/>
                  </a:lnTo>
                  <a:lnTo>
                    <a:pt x="242622" y="406556"/>
                  </a:lnTo>
                  <a:lnTo>
                    <a:pt x="244261" y="403277"/>
                  </a:lnTo>
                  <a:lnTo>
                    <a:pt x="244261" y="398359"/>
                  </a:lnTo>
                  <a:lnTo>
                    <a:pt x="245901" y="396720"/>
                  </a:lnTo>
                  <a:lnTo>
                    <a:pt x="244261" y="391802"/>
                  </a:lnTo>
                  <a:lnTo>
                    <a:pt x="244261" y="388523"/>
                  </a:lnTo>
                  <a:lnTo>
                    <a:pt x="244261" y="385244"/>
                  </a:lnTo>
                  <a:lnTo>
                    <a:pt x="240983" y="380326"/>
                  </a:lnTo>
                  <a:lnTo>
                    <a:pt x="239343" y="377047"/>
                  </a:lnTo>
                  <a:lnTo>
                    <a:pt x="239343" y="375408"/>
                  </a:lnTo>
                  <a:lnTo>
                    <a:pt x="237704" y="372130"/>
                  </a:lnTo>
                  <a:lnTo>
                    <a:pt x="236064" y="367212"/>
                  </a:lnTo>
                  <a:lnTo>
                    <a:pt x="232786" y="365572"/>
                  </a:lnTo>
                  <a:lnTo>
                    <a:pt x="231147" y="362294"/>
                  </a:lnTo>
                  <a:lnTo>
                    <a:pt x="229507" y="360654"/>
                  </a:lnTo>
                  <a:lnTo>
                    <a:pt x="224589" y="360654"/>
                  </a:lnTo>
                  <a:lnTo>
                    <a:pt x="221310" y="360654"/>
                  </a:lnTo>
                  <a:lnTo>
                    <a:pt x="218032" y="359015"/>
                  </a:lnTo>
                  <a:lnTo>
                    <a:pt x="213114" y="359015"/>
                  </a:lnTo>
                  <a:lnTo>
                    <a:pt x="213114" y="362294"/>
                  </a:lnTo>
                  <a:lnTo>
                    <a:pt x="209835" y="365572"/>
                  </a:lnTo>
                  <a:lnTo>
                    <a:pt x="204917" y="365572"/>
                  </a:lnTo>
                  <a:lnTo>
                    <a:pt x="201639" y="363933"/>
                  </a:lnTo>
                  <a:lnTo>
                    <a:pt x="196720" y="363933"/>
                  </a:lnTo>
                  <a:lnTo>
                    <a:pt x="193442" y="362294"/>
                  </a:lnTo>
                  <a:lnTo>
                    <a:pt x="190163" y="360654"/>
                  </a:lnTo>
                  <a:lnTo>
                    <a:pt x="190163" y="360654"/>
                  </a:lnTo>
                  <a:lnTo>
                    <a:pt x="185245" y="359015"/>
                  </a:lnTo>
                  <a:lnTo>
                    <a:pt x="181966" y="355736"/>
                  </a:lnTo>
                  <a:lnTo>
                    <a:pt x="177049" y="354097"/>
                  </a:lnTo>
                  <a:lnTo>
                    <a:pt x="173770" y="354097"/>
                  </a:lnTo>
                  <a:lnTo>
                    <a:pt x="170491" y="352457"/>
                  </a:lnTo>
                  <a:lnTo>
                    <a:pt x="167213" y="355736"/>
                  </a:lnTo>
                  <a:lnTo>
                    <a:pt x="162294" y="355736"/>
                  </a:lnTo>
                  <a:lnTo>
                    <a:pt x="159016" y="359015"/>
                  </a:lnTo>
                  <a:lnTo>
                    <a:pt x="157376" y="362294"/>
                  </a:lnTo>
                  <a:lnTo>
                    <a:pt x="154098" y="360654"/>
                  </a:lnTo>
                  <a:lnTo>
                    <a:pt x="149180" y="363933"/>
                  </a:lnTo>
                  <a:lnTo>
                    <a:pt x="145901" y="362294"/>
                  </a:lnTo>
                  <a:lnTo>
                    <a:pt x="144262" y="365572"/>
                  </a:lnTo>
                  <a:lnTo>
                    <a:pt x="140983" y="370490"/>
                  </a:lnTo>
                  <a:lnTo>
                    <a:pt x="137704" y="370490"/>
                  </a:lnTo>
                  <a:lnTo>
                    <a:pt x="134426" y="373769"/>
                  </a:lnTo>
                  <a:lnTo>
                    <a:pt x="131147" y="375408"/>
                  </a:lnTo>
                  <a:lnTo>
                    <a:pt x="127869" y="377047"/>
                  </a:lnTo>
                  <a:lnTo>
                    <a:pt x="122950" y="377047"/>
                  </a:lnTo>
                  <a:lnTo>
                    <a:pt x="119672" y="378687"/>
                  </a:lnTo>
                  <a:lnTo>
                    <a:pt x="116393" y="375408"/>
                  </a:lnTo>
                  <a:lnTo>
                    <a:pt x="118032" y="380326"/>
                  </a:lnTo>
                  <a:lnTo>
                    <a:pt x="114754" y="377047"/>
                  </a:lnTo>
                  <a:lnTo>
                    <a:pt x="109836" y="375408"/>
                  </a:lnTo>
                  <a:lnTo>
                    <a:pt x="109836" y="377047"/>
                  </a:lnTo>
                  <a:lnTo>
                    <a:pt x="114754" y="380326"/>
                  </a:lnTo>
                  <a:lnTo>
                    <a:pt x="111475" y="380326"/>
                  </a:lnTo>
                  <a:lnTo>
                    <a:pt x="111475" y="383605"/>
                  </a:lnTo>
                  <a:lnTo>
                    <a:pt x="106557" y="383605"/>
                  </a:lnTo>
                  <a:lnTo>
                    <a:pt x="109836" y="386884"/>
                  </a:lnTo>
                  <a:lnTo>
                    <a:pt x="104917" y="383605"/>
                  </a:lnTo>
                  <a:lnTo>
                    <a:pt x="101639" y="381966"/>
                  </a:lnTo>
                  <a:lnTo>
                    <a:pt x="98360" y="380326"/>
                  </a:lnTo>
                  <a:lnTo>
                    <a:pt x="95082" y="380326"/>
                  </a:lnTo>
                  <a:lnTo>
                    <a:pt x="91803" y="377047"/>
                  </a:lnTo>
                  <a:lnTo>
                    <a:pt x="90164" y="377047"/>
                  </a:lnTo>
                  <a:lnTo>
                    <a:pt x="85246" y="375408"/>
                  </a:lnTo>
                  <a:lnTo>
                    <a:pt x="85246" y="375408"/>
                  </a:lnTo>
                  <a:lnTo>
                    <a:pt x="81967" y="372130"/>
                  </a:lnTo>
                  <a:lnTo>
                    <a:pt x="81967" y="372130"/>
                  </a:lnTo>
                  <a:lnTo>
                    <a:pt x="85246" y="367212"/>
                  </a:lnTo>
                  <a:lnTo>
                    <a:pt x="88524" y="368851"/>
                  </a:lnTo>
                  <a:lnTo>
                    <a:pt x="93442" y="370490"/>
                  </a:lnTo>
                  <a:lnTo>
                    <a:pt x="96721" y="370490"/>
                  </a:lnTo>
                  <a:lnTo>
                    <a:pt x="98360" y="367212"/>
                  </a:lnTo>
                  <a:lnTo>
                    <a:pt x="95082" y="362294"/>
                  </a:lnTo>
                  <a:lnTo>
                    <a:pt x="91803" y="359015"/>
                  </a:lnTo>
                  <a:lnTo>
                    <a:pt x="86885" y="355736"/>
                  </a:lnTo>
                  <a:lnTo>
                    <a:pt x="85246" y="350818"/>
                  </a:lnTo>
                  <a:lnTo>
                    <a:pt x="81967" y="347540"/>
                  </a:lnTo>
                  <a:lnTo>
                    <a:pt x="80327" y="344261"/>
                  </a:lnTo>
                  <a:lnTo>
                    <a:pt x="75410" y="339343"/>
                  </a:lnTo>
                  <a:lnTo>
                    <a:pt x="72131" y="337703"/>
                  </a:lnTo>
                  <a:lnTo>
                    <a:pt x="68852" y="334425"/>
                  </a:lnTo>
                  <a:lnTo>
                    <a:pt x="65573" y="329507"/>
                  </a:lnTo>
                  <a:lnTo>
                    <a:pt x="62295" y="326228"/>
                  </a:lnTo>
                  <a:lnTo>
                    <a:pt x="59016" y="324589"/>
                  </a:lnTo>
                  <a:lnTo>
                    <a:pt x="54098" y="324589"/>
                  </a:lnTo>
                  <a:lnTo>
                    <a:pt x="50820" y="324589"/>
                  </a:lnTo>
                  <a:lnTo>
                    <a:pt x="47541" y="324589"/>
                  </a:lnTo>
                  <a:lnTo>
                    <a:pt x="42623" y="324589"/>
                  </a:lnTo>
                  <a:lnTo>
                    <a:pt x="39344" y="322950"/>
                  </a:lnTo>
                  <a:lnTo>
                    <a:pt x="36066" y="322950"/>
                  </a:lnTo>
                  <a:lnTo>
                    <a:pt x="34426" y="327867"/>
                  </a:lnTo>
                  <a:lnTo>
                    <a:pt x="29508" y="324589"/>
                  </a:lnTo>
                  <a:lnTo>
                    <a:pt x="26229" y="322950"/>
                  </a:lnTo>
                  <a:lnTo>
                    <a:pt x="26229" y="318031"/>
                  </a:lnTo>
                  <a:lnTo>
                    <a:pt x="22951" y="314753"/>
                  </a:lnTo>
                  <a:lnTo>
                    <a:pt x="26229" y="311474"/>
                  </a:lnTo>
                  <a:lnTo>
                    <a:pt x="22951" y="308195"/>
                  </a:lnTo>
                  <a:lnTo>
                    <a:pt x="22951" y="304917"/>
                  </a:lnTo>
                  <a:lnTo>
                    <a:pt x="21312" y="303277"/>
                  </a:lnTo>
                  <a:lnTo>
                    <a:pt x="18033" y="301638"/>
                  </a:lnTo>
                  <a:lnTo>
                    <a:pt x="13115" y="299999"/>
                  </a:lnTo>
                  <a:lnTo>
                    <a:pt x="9836" y="299999"/>
                  </a:lnTo>
                  <a:lnTo>
                    <a:pt x="8197" y="299999"/>
                  </a:lnTo>
                  <a:lnTo>
                    <a:pt x="8197" y="299999"/>
                  </a:lnTo>
                  <a:lnTo>
                    <a:pt x="3279" y="298359"/>
                  </a:lnTo>
                  <a:lnTo>
                    <a:pt x="0" y="293441"/>
                  </a:lnTo>
                  <a:lnTo>
                    <a:pt x="1639" y="290163"/>
                  </a:lnTo>
                  <a:lnTo>
                    <a:pt x="1639" y="28688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6" name="Freeform 3035">
              <a:extLst>
                <a:ext uri="{FF2B5EF4-FFF2-40B4-BE49-F238E27FC236}">
                  <a16:creationId xmlns:a16="http://schemas.microsoft.com/office/drawing/2014/main" id="{BE167263-9469-7F46-BED0-9DCCF4A2AD24}"/>
                </a:ext>
              </a:extLst>
            </p:cNvPr>
            <p:cNvSpPr/>
            <p:nvPr/>
          </p:nvSpPr>
          <p:spPr>
            <a:xfrm>
              <a:off x="9145166" y="3726374"/>
              <a:ext cx="1638" cy="3278"/>
            </a:xfrm>
            <a:custGeom>
              <a:avLst/>
              <a:gdLst>
                <a:gd name="connsiteX0" fmla="*/ 1639 w 1638"/>
                <a:gd name="connsiteY0" fmla="*/ 0 h 3278"/>
                <a:gd name="connsiteX1" fmla="*/ 0 w 1638"/>
                <a:gd name="connsiteY1" fmla="*/ 0 h 3278"/>
                <a:gd name="connsiteX2" fmla="*/ 0 w 163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1639" y="0"/>
                  </a:move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7" name="Freeform 3036">
              <a:extLst>
                <a:ext uri="{FF2B5EF4-FFF2-40B4-BE49-F238E27FC236}">
                  <a16:creationId xmlns:a16="http://schemas.microsoft.com/office/drawing/2014/main" id="{8E7190C1-6EFF-AD49-8366-E4B58A23478E}"/>
                </a:ext>
              </a:extLst>
            </p:cNvPr>
            <p:cNvSpPr/>
            <p:nvPr/>
          </p:nvSpPr>
          <p:spPr>
            <a:xfrm>
              <a:off x="9146805" y="3760800"/>
              <a:ext cx="6557" cy="19672"/>
            </a:xfrm>
            <a:custGeom>
              <a:avLst/>
              <a:gdLst>
                <a:gd name="connsiteX0" fmla="*/ 1640 w 6557"/>
                <a:gd name="connsiteY0" fmla="*/ 0 h 19672"/>
                <a:gd name="connsiteX1" fmla="*/ 1640 w 6557"/>
                <a:gd name="connsiteY1" fmla="*/ 0 h 19672"/>
                <a:gd name="connsiteX2" fmla="*/ 1640 w 6557"/>
                <a:gd name="connsiteY2" fmla="*/ 3279 h 19672"/>
                <a:gd name="connsiteX3" fmla="*/ 1640 w 6557"/>
                <a:gd name="connsiteY3" fmla="*/ 8197 h 19672"/>
                <a:gd name="connsiteX4" fmla="*/ 0 w 6557"/>
                <a:gd name="connsiteY4" fmla="*/ 11476 h 19672"/>
                <a:gd name="connsiteX5" fmla="*/ 1640 w 6557"/>
                <a:gd name="connsiteY5" fmla="*/ 14754 h 19672"/>
                <a:gd name="connsiteX6" fmla="*/ 3279 w 6557"/>
                <a:gd name="connsiteY6" fmla="*/ 19672 h 19672"/>
                <a:gd name="connsiteX7" fmla="*/ 6558 w 6557"/>
                <a:gd name="connsiteY7" fmla="*/ 14754 h 19672"/>
                <a:gd name="connsiteX8" fmla="*/ 6558 w 6557"/>
                <a:gd name="connsiteY8" fmla="*/ 11476 h 19672"/>
                <a:gd name="connsiteX9" fmla="*/ 6558 w 6557"/>
                <a:gd name="connsiteY9" fmla="*/ 8197 h 19672"/>
                <a:gd name="connsiteX10" fmla="*/ 6558 w 6557"/>
                <a:gd name="connsiteY10" fmla="*/ 3279 h 19672"/>
                <a:gd name="connsiteX11" fmla="*/ 3279 w 6557"/>
                <a:gd name="connsiteY11" fmla="*/ 1639 h 19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57" h="19672">
                  <a:moveTo>
                    <a:pt x="1640" y="0"/>
                  </a:moveTo>
                  <a:lnTo>
                    <a:pt x="1640" y="0"/>
                  </a:lnTo>
                  <a:lnTo>
                    <a:pt x="1640" y="3279"/>
                  </a:lnTo>
                  <a:lnTo>
                    <a:pt x="1640" y="8197"/>
                  </a:lnTo>
                  <a:lnTo>
                    <a:pt x="0" y="11476"/>
                  </a:lnTo>
                  <a:lnTo>
                    <a:pt x="1640" y="14754"/>
                  </a:lnTo>
                  <a:lnTo>
                    <a:pt x="3279" y="19672"/>
                  </a:lnTo>
                  <a:lnTo>
                    <a:pt x="6558" y="14754"/>
                  </a:lnTo>
                  <a:lnTo>
                    <a:pt x="6558" y="11476"/>
                  </a:lnTo>
                  <a:lnTo>
                    <a:pt x="6558" y="8197"/>
                  </a:lnTo>
                  <a:lnTo>
                    <a:pt x="6558" y="327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8" name="Freeform 3037">
              <a:extLst>
                <a:ext uri="{FF2B5EF4-FFF2-40B4-BE49-F238E27FC236}">
                  <a16:creationId xmlns:a16="http://schemas.microsoft.com/office/drawing/2014/main" id="{492E95C9-94B6-084C-894C-0D103C551017}"/>
                </a:ext>
              </a:extLst>
            </p:cNvPr>
            <p:cNvSpPr/>
            <p:nvPr/>
          </p:nvSpPr>
          <p:spPr>
            <a:xfrm>
              <a:off x="9156641" y="3764079"/>
              <a:ext cx="4917" cy="8196"/>
            </a:xfrm>
            <a:custGeom>
              <a:avLst/>
              <a:gdLst>
                <a:gd name="connsiteX0" fmla="*/ 1639 w 4917"/>
                <a:gd name="connsiteY0" fmla="*/ 0 h 8196"/>
                <a:gd name="connsiteX1" fmla="*/ 0 w 4917"/>
                <a:gd name="connsiteY1" fmla="*/ 0 h 8196"/>
                <a:gd name="connsiteX2" fmla="*/ 3279 w 4917"/>
                <a:gd name="connsiteY2" fmla="*/ 4918 h 8196"/>
                <a:gd name="connsiteX3" fmla="*/ 4918 w 4917"/>
                <a:gd name="connsiteY3" fmla="*/ 8197 h 8196"/>
                <a:gd name="connsiteX4" fmla="*/ 3279 w 4917"/>
                <a:gd name="connsiteY4" fmla="*/ 327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8196">
                  <a:moveTo>
                    <a:pt x="1639" y="0"/>
                  </a:moveTo>
                  <a:lnTo>
                    <a:pt x="0" y="0"/>
                  </a:lnTo>
                  <a:lnTo>
                    <a:pt x="3279" y="4918"/>
                  </a:lnTo>
                  <a:lnTo>
                    <a:pt x="4918" y="8197"/>
                  </a:lnTo>
                  <a:lnTo>
                    <a:pt x="3279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9" name="Freeform 3038">
              <a:extLst>
                <a:ext uri="{FF2B5EF4-FFF2-40B4-BE49-F238E27FC236}">
                  <a16:creationId xmlns:a16="http://schemas.microsoft.com/office/drawing/2014/main" id="{FCCBC188-6513-A34D-900F-D63691B0AC75}"/>
                </a:ext>
              </a:extLst>
            </p:cNvPr>
            <p:cNvSpPr/>
            <p:nvPr/>
          </p:nvSpPr>
          <p:spPr>
            <a:xfrm>
              <a:off x="9177953" y="3785390"/>
              <a:ext cx="3278" cy="8196"/>
            </a:xfrm>
            <a:custGeom>
              <a:avLst/>
              <a:gdLst>
                <a:gd name="connsiteX0" fmla="*/ 3279 w 3278"/>
                <a:gd name="connsiteY0" fmla="*/ 8197 h 8196"/>
                <a:gd name="connsiteX1" fmla="*/ 1639 w 3278"/>
                <a:gd name="connsiteY1" fmla="*/ 3279 h 8196"/>
                <a:gd name="connsiteX2" fmla="*/ 0 w 3278"/>
                <a:gd name="connsiteY2" fmla="*/ 0 h 8196"/>
                <a:gd name="connsiteX3" fmla="*/ 0 w 3278"/>
                <a:gd name="connsiteY3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8196">
                  <a:moveTo>
                    <a:pt x="3279" y="8197"/>
                  </a:moveTo>
                  <a:lnTo>
                    <a:pt x="1639" y="3279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0" name="Freeform 3039">
              <a:extLst>
                <a:ext uri="{FF2B5EF4-FFF2-40B4-BE49-F238E27FC236}">
                  <a16:creationId xmlns:a16="http://schemas.microsoft.com/office/drawing/2014/main" id="{08C201E0-E9D2-B24A-9E12-BEFEFFCEFEF1}"/>
                </a:ext>
              </a:extLst>
            </p:cNvPr>
            <p:cNvSpPr/>
            <p:nvPr/>
          </p:nvSpPr>
          <p:spPr>
            <a:xfrm>
              <a:off x="9202543" y="3826373"/>
              <a:ext cx="3278" cy="8196"/>
            </a:xfrm>
            <a:custGeom>
              <a:avLst/>
              <a:gdLst>
                <a:gd name="connsiteX0" fmla="*/ 1639 w 3278"/>
                <a:gd name="connsiteY0" fmla="*/ 0 h 8196"/>
                <a:gd name="connsiteX1" fmla="*/ 0 w 3278"/>
                <a:gd name="connsiteY1" fmla="*/ 1639 h 8196"/>
                <a:gd name="connsiteX2" fmla="*/ 0 w 3278"/>
                <a:gd name="connsiteY2" fmla="*/ 4918 h 8196"/>
                <a:gd name="connsiteX3" fmla="*/ 3279 w 3278"/>
                <a:gd name="connsiteY3" fmla="*/ 8197 h 8196"/>
                <a:gd name="connsiteX4" fmla="*/ 3279 w 3278"/>
                <a:gd name="connsiteY4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8196">
                  <a:moveTo>
                    <a:pt x="1639" y="0"/>
                  </a:moveTo>
                  <a:lnTo>
                    <a:pt x="0" y="1639"/>
                  </a:lnTo>
                  <a:lnTo>
                    <a:pt x="0" y="4918"/>
                  </a:lnTo>
                  <a:lnTo>
                    <a:pt x="3279" y="8197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1" name="Freeform 3040">
              <a:extLst>
                <a:ext uri="{FF2B5EF4-FFF2-40B4-BE49-F238E27FC236}">
                  <a16:creationId xmlns:a16="http://schemas.microsoft.com/office/drawing/2014/main" id="{B7C89BD7-01D1-8A43-B6D0-7215B044CCAB}"/>
                </a:ext>
              </a:extLst>
            </p:cNvPr>
            <p:cNvSpPr/>
            <p:nvPr/>
          </p:nvSpPr>
          <p:spPr>
            <a:xfrm>
              <a:off x="9209100" y="3700145"/>
              <a:ext cx="3277" cy="6557"/>
            </a:xfrm>
            <a:custGeom>
              <a:avLst/>
              <a:gdLst>
                <a:gd name="connsiteX0" fmla="*/ 1639 w 3277"/>
                <a:gd name="connsiteY0" fmla="*/ 0 h 6557"/>
                <a:gd name="connsiteX1" fmla="*/ 0 w 3277"/>
                <a:gd name="connsiteY1" fmla="*/ 3278 h 6557"/>
                <a:gd name="connsiteX2" fmla="*/ 1639 w 3277"/>
                <a:gd name="connsiteY2" fmla="*/ 6557 h 6557"/>
                <a:gd name="connsiteX3" fmla="*/ 3278 w 3277"/>
                <a:gd name="connsiteY3" fmla="*/ 327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7" h="6557">
                  <a:moveTo>
                    <a:pt x="1639" y="0"/>
                  </a:moveTo>
                  <a:lnTo>
                    <a:pt x="0" y="3278"/>
                  </a:lnTo>
                  <a:lnTo>
                    <a:pt x="1639" y="6557"/>
                  </a:lnTo>
                  <a:lnTo>
                    <a:pt x="3278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2" name="Freeform 3041">
              <a:extLst>
                <a:ext uri="{FF2B5EF4-FFF2-40B4-BE49-F238E27FC236}">
                  <a16:creationId xmlns:a16="http://schemas.microsoft.com/office/drawing/2014/main" id="{F9B74BD8-86C1-4048-81C8-E0DBD0840E88}"/>
                </a:ext>
              </a:extLst>
            </p:cNvPr>
            <p:cNvSpPr/>
            <p:nvPr/>
          </p:nvSpPr>
          <p:spPr>
            <a:xfrm>
              <a:off x="9209100" y="3690309"/>
              <a:ext cx="3277" cy="3278"/>
            </a:xfrm>
            <a:custGeom>
              <a:avLst/>
              <a:gdLst>
                <a:gd name="connsiteX0" fmla="*/ 0 w 3277"/>
                <a:gd name="connsiteY0" fmla="*/ 0 h 3278"/>
                <a:gd name="connsiteX1" fmla="*/ 0 w 3277"/>
                <a:gd name="connsiteY1" fmla="*/ 0 h 3278"/>
                <a:gd name="connsiteX2" fmla="*/ 1639 w 3277"/>
                <a:gd name="connsiteY2" fmla="*/ 3278 h 3278"/>
                <a:gd name="connsiteX3" fmla="*/ 3278 w 3277"/>
                <a:gd name="connsiteY3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7" h="3278">
                  <a:moveTo>
                    <a:pt x="0" y="0"/>
                  </a:moveTo>
                  <a:lnTo>
                    <a:pt x="0" y="0"/>
                  </a:lnTo>
                  <a:lnTo>
                    <a:pt x="1639" y="3278"/>
                  </a:lnTo>
                  <a:lnTo>
                    <a:pt x="3278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3" name="Freeform 3042">
              <a:extLst>
                <a:ext uri="{FF2B5EF4-FFF2-40B4-BE49-F238E27FC236}">
                  <a16:creationId xmlns:a16="http://schemas.microsoft.com/office/drawing/2014/main" id="{E3ED78BE-1434-8E4C-ADC3-90E99DBFA839}"/>
                </a:ext>
              </a:extLst>
            </p:cNvPr>
            <p:cNvSpPr/>
            <p:nvPr/>
          </p:nvSpPr>
          <p:spPr>
            <a:xfrm>
              <a:off x="9289427" y="3587030"/>
              <a:ext cx="4917" cy="6557"/>
            </a:xfrm>
            <a:custGeom>
              <a:avLst/>
              <a:gdLst>
                <a:gd name="connsiteX0" fmla="*/ 1640 w 4917"/>
                <a:gd name="connsiteY0" fmla="*/ 4918 h 6557"/>
                <a:gd name="connsiteX1" fmla="*/ 4918 w 4917"/>
                <a:gd name="connsiteY1" fmla="*/ 6557 h 6557"/>
                <a:gd name="connsiteX2" fmla="*/ 3279 w 4917"/>
                <a:gd name="connsiteY2" fmla="*/ 1639 h 6557"/>
                <a:gd name="connsiteX3" fmla="*/ 0 w 4917"/>
                <a:gd name="connsiteY3" fmla="*/ 0 h 6557"/>
                <a:gd name="connsiteX4" fmla="*/ 0 w 4917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6557">
                  <a:moveTo>
                    <a:pt x="1640" y="4918"/>
                  </a:moveTo>
                  <a:lnTo>
                    <a:pt x="4918" y="6557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4" name="Freeform 3043">
              <a:extLst>
                <a:ext uri="{FF2B5EF4-FFF2-40B4-BE49-F238E27FC236}">
                  <a16:creationId xmlns:a16="http://schemas.microsoft.com/office/drawing/2014/main" id="{3E2ED893-01BC-5F4B-A178-E2CF11C6EF5D}"/>
                </a:ext>
              </a:extLst>
            </p:cNvPr>
            <p:cNvSpPr/>
            <p:nvPr/>
          </p:nvSpPr>
          <p:spPr>
            <a:xfrm>
              <a:off x="9300903" y="3603424"/>
              <a:ext cx="3278" cy="8196"/>
            </a:xfrm>
            <a:custGeom>
              <a:avLst/>
              <a:gdLst>
                <a:gd name="connsiteX0" fmla="*/ 1639 w 3278"/>
                <a:gd name="connsiteY0" fmla="*/ 0 h 8196"/>
                <a:gd name="connsiteX1" fmla="*/ 0 w 3278"/>
                <a:gd name="connsiteY1" fmla="*/ 0 h 8196"/>
                <a:gd name="connsiteX2" fmla="*/ 0 w 3278"/>
                <a:gd name="connsiteY2" fmla="*/ 3279 h 8196"/>
                <a:gd name="connsiteX3" fmla="*/ 3279 w 3278"/>
                <a:gd name="connsiteY3" fmla="*/ 8197 h 8196"/>
                <a:gd name="connsiteX4" fmla="*/ 3279 w 3278"/>
                <a:gd name="connsiteY4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8196">
                  <a:moveTo>
                    <a:pt x="1639" y="0"/>
                  </a:moveTo>
                  <a:lnTo>
                    <a:pt x="0" y="0"/>
                  </a:lnTo>
                  <a:lnTo>
                    <a:pt x="0" y="3279"/>
                  </a:lnTo>
                  <a:lnTo>
                    <a:pt x="3279" y="8197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5" name="Freeform 3044">
              <a:extLst>
                <a:ext uri="{FF2B5EF4-FFF2-40B4-BE49-F238E27FC236}">
                  <a16:creationId xmlns:a16="http://schemas.microsoft.com/office/drawing/2014/main" id="{E07DA543-8C31-B84F-A4DA-6D0046DA4D97}"/>
                </a:ext>
              </a:extLst>
            </p:cNvPr>
            <p:cNvSpPr/>
            <p:nvPr/>
          </p:nvSpPr>
          <p:spPr>
            <a:xfrm>
              <a:off x="9071396" y="3219819"/>
              <a:ext cx="332785" cy="652456"/>
            </a:xfrm>
            <a:custGeom>
              <a:avLst/>
              <a:gdLst>
                <a:gd name="connsiteX0" fmla="*/ 0 w 332785"/>
                <a:gd name="connsiteY0" fmla="*/ 81967 h 652456"/>
                <a:gd name="connsiteX1" fmla="*/ 0 w 332785"/>
                <a:gd name="connsiteY1" fmla="*/ 83606 h 652456"/>
                <a:gd name="connsiteX2" fmla="*/ 4918 w 332785"/>
                <a:gd name="connsiteY2" fmla="*/ 86885 h 652456"/>
                <a:gd name="connsiteX3" fmla="*/ 8197 w 332785"/>
                <a:gd name="connsiteY3" fmla="*/ 85246 h 652456"/>
                <a:gd name="connsiteX4" fmla="*/ 11476 w 332785"/>
                <a:gd name="connsiteY4" fmla="*/ 83606 h 652456"/>
                <a:gd name="connsiteX5" fmla="*/ 14754 w 332785"/>
                <a:gd name="connsiteY5" fmla="*/ 83606 h 652456"/>
                <a:gd name="connsiteX6" fmla="*/ 16393 w 332785"/>
                <a:gd name="connsiteY6" fmla="*/ 78688 h 652456"/>
                <a:gd name="connsiteX7" fmla="*/ 14754 w 332785"/>
                <a:gd name="connsiteY7" fmla="*/ 75410 h 652456"/>
                <a:gd name="connsiteX8" fmla="*/ 13114 w 332785"/>
                <a:gd name="connsiteY8" fmla="*/ 70492 h 652456"/>
                <a:gd name="connsiteX9" fmla="*/ 9836 w 332785"/>
                <a:gd name="connsiteY9" fmla="*/ 67213 h 652456"/>
                <a:gd name="connsiteX10" fmla="*/ 11476 w 332785"/>
                <a:gd name="connsiteY10" fmla="*/ 63934 h 652456"/>
                <a:gd name="connsiteX11" fmla="*/ 14754 w 332785"/>
                <a:gd name="connsiteY11" fmla="*/ 60656 h 652456"/>
                <a:gd name="connsiteX12" fmla="*/ 14754 w 332785"/>
                <a:gd name="connsiteY12" fmla="*/ 55738 h 652456"/>
                <a:gd name="connsiteX13" fmla="*/ 14754 w 332785"/>
                <a:gd name="connsiteY13" fmla="*/ 54098 h 652456"/>
                <a:gd name="connsiteX14" fmla="*/ 14754 w 332785"/>
                <a:gd name="connsiteY14" fmla="*/ 50820 h 652456"/>
                <a:gd name="connsiteX15" fmla="*/ 13114 w 332785"/>
                <a:gd name="connsiteY15" fmla="*/ 47541 h 652456"/>
                <a:gd name="connsiteX16" fmla="*/ 13114 w 332785"/>
                <a:gd name="connsiteY16" fmla="*/ 42623 h 652456"/>
                <a:gd name="connsiteX17" fmla="*/ 13114 w 332785"/>
                <a:gd name="connsiteY17" fmla="*/ 39344 h 652456"/>
                <a:gd name="connsiteX18" fmla="*/ 13114 w 332785"/>
                <a:gd name="connsiteY18" fmla="*/ 39344 h 652456"/>
                <a:gd name="connsiteX19" fmla="*/ 18032 w 332785"/>
                <a:gd name="connsiteY19" fmla="*/ 37705 h 652456"/>
                <a:gd name="connsiteX20" fmla="*/ 19672 w 332785"/>
                <a:gd name="connsiteY20" fmla="*/ 32787 h 652456"/>
                <a:gd name="connsiteX21" fmla="*/ 19672 w 332785"/>
                <a:gd name="connsiteY21" fmla="*/ 29508 h 652456"/>
                <a:gd name="connsiteX22" fmla="*/ 22951 w 332785"/>
                <a:gd name="connsiteY22" fmla="*/ 29508 h 652456"/>
                <a:gd name="connsiteX23" fmla="*/ 26229 w 332785"/>
                <a:gd name="connsiteY23" fmla="*/ 32787 h 652456"/>
                <a:gd name="connsiteX24" fmla="*/ 29508 w 332785"/>
                <a:gd name="connsiteY24" fmla="*/ 34426 h 652456"/>
                <a:gd name="connsiteX25" fmla="*/ 34426 w 332785"/>
                <a:gd name="connsiteY25" fmla="*/ 32787 h 652456"/>
                <a:gd name="connsiteX26" fmla="*/ 36066 w 332785"/>
                <a:gd name="connsiteY26" fmla="*/ 32787 h 652456"/>
                <a:gd name="connsiteX27" fmla="*/ 39344 w 332785"/>
                <a:gd name="connsiteY27" fmla="*/ 34426 h 652456"/>
                <a:gd name="connsiteX28" fmla="*/ 40983 w 332785"/>
                <a:gd name="connsiteY28" fmla="*/ 32787 h 652456"/>
                <a:gd name="connsiteX29" fmla="*/ 45901 w 332785"/>
                <a:gd name="connsiteY29" fmla="*/ 31148 h 652456"/>
                <a:gd name="connsiteX30" fmla="*/ 49180 w 332785"/>
                <a:gd name="connsiteY30" fmla="*/ 27869 h 652456"/>
                <a:gd name="connsiteX31" fmla="*/ 52459 w 332785"/>
                <a:gd name="connsiteY31" fmla="*/ 31148 h 652456"/>
                <a:gd name="connsiteX32" fmla="*/ 54098 w 332785"/>
                <a:gd name="connsiteY32" fmla="*/ 29508 h 652456"/>
                <a:gd name="connsiteX33" fmla="*/ 55738 w 332785"/>
                <a:gd name="connsiteY33" fmla="*/ 26229 h 652456"/>
                <a:gd name="connsiteX34" fmla="*/ 55738 w 332785"/>
                <a:gd name="connsiteY34" fmla="*/ 22951 h 652456"/>
                <a:gd name="connsiteX35" fmla="*/ 55738 w 332785"/>
                <a:gd name="connsiteY35" fmla="*/ 19672 h 652456"/>
                <a:gd name="connsiteX36" fmla="*/ 55738 w 332785"/>
                <a:gd name="connsiteY36" fmla="*/ 16393 h 652456"/>
                <a:gd name="connsiteX37" fmla="*/ 59016 w 332785"/>
                <a:gd name="connsiteY37" fmla="*/ 14754 h 652456"/>
                <a:gd name="connsiteX38" fmla="*/ 62295 w 332785"/>
                <a:gd name="connsiteY38" fmla="*/ 14754 h 652456"/>
                <a:gd name="connsiteX39" fmla="*/ 65573 w 332785"/>
                <a:gd name="connsiteY39" fmla="*/ 16393 h 652456"/>
                <a:gd name="connsiteX40" fmla="*/ 70491 w 332785"/>
                <a:gd name="connsiteY40" fmla="*/ 16393 h 652456"/>
                <a:gd name="connsiteX41" fmla="*/ 72131 w 332785"/>
                <a:gd name="connsiteY41" fmla="*/ 13115 h 652456"/>
                <a:gd name="connsiteX42" fmla="*/ 72131 w 332785"/>
                <a:gd name="connsiteY42" fmla="*/ 9836 h 652456"/>
                <a:gd name="connsiteX43" fmla="*/ 70491 w 332785"/>
                <a:gd name="connsiteY43" fmla="*/ 6557 h 652456"/>
                <a:gd name="connsiteX44" fmla="*/ 75409 w 332785"/>
                <a:gd name="connsiteY44" fmla="*/ 4918 h 652456"/>
                <a:gd name="connsiteX45" fmla="*/ 77049 w 332785"/>
                <a:gd name="connsiteY45" fmla="*/ 6557 h 652456"/>
                <a:gd name="connsiteX46" fmla="*/ 80328 w 332785"/>
                <a:gd name="connsiteY46" fmla="*/ 4918 h 652456"/>
                <a:gd name="connsiteX47" fmla="*/ 83606 w 332785"/>
                <a:gd name="connsiteY47" fmla="*/ 1639 h 652456"/>
                <a:gd name="connsiteX48" fmla="*/ 85246 w 332785"/>
                <a:gd name="connsiteY48" fmla="*/ 0 h 652456"/>
                <a:gd name="connsiteX49" fmla="*/ 88525 w 332785"/>
                <a:gd name="connsiteY49" fmla="*/ 0 h 652456"/>
                <a:gd name="connsiteX50" fmla="*/ 90164 w 332785"/>
                <a:gd name="connsiteY50" fmla="*/ 1639 h 652456"/>
                <a:gd name="connsiteX51" fmla="*/ 93442 w 332785"/>
                <a:gd name="connsiteY51" fmla="*/ 4918 h 652456"/>
                <a:gd name="connsiteX52" fmla="*/ 93442 w 332785"/>
                <a:gd name="connsiteY52" fmla="*/ 4918 h 652456"/>
                <a:gd name="connsiteX53" fmla="*/ 93442 w 332785"/>
                <a:gd name="connsiteY53" fmla="*/ 8197 h 652456"/>
                <a:gd name="connsiteX54" fmla="*/ 98360 w 332785"/>
                <a:gd name="connsiteY54" fmla="*/ 6557 h 652456"/>
                <a:gd name="connsiteX55" fmla="*/ 99999 w 332785"/>
                <a:gd name="connsiteY55" fmla="*/ 3279 h 652456"/>
                <a:gd name="connsiteX56" fmla="*/ 103278 w 332785"/>
                <a:gd name="connsiteY56" fmla="*/ 3279 h 652456"/>
                <a:gd name="connsiteX57" fmla="*/ 103278 w 332785"/>
                <a:gd name="connsiteY57" fmla="*/ 3279 h 652456"/>
                <a:gd name="connsiteX58" fmla="*/ 104918 w 332785"/>
                <a:gd name="connsiteY58" fmla="*/ 8197 h 652456"/>
                <a:gd name="connsiteX59" fmla="*/ 108196 w 332785"/>
                <a:gd name="connsiteY59" fmla="*/ 11476 h 652456"/>
                <a:gd name="connsiteX60" fmla="*/ 111475 w 332785"/>
                <a:gd name="connsiteY60" fmla="*/ 13115 h 652456"/>
                <a:gd name="connsiteX61" fmla="*/ 113115 w 332785"/>
                <a:gd name="connsiteY61" fmla="*/ 13115 h 652456"/>
                <a:gd name="connsiteX62" fmla="*/ 113115 w 332785"/>
                <a:gd name="connsiteY62" fmla="*/ 16393 h 652456"/>
                <a:gd name="connsiteX63" fmla="*/ 113115 w 332785"/>
                <a:gd name="connsiteY63" fmla="*/ 19672 h 652456"/>
                <a:gd name="connsiteX64" fmla="*/ 111475 w 332785"/>
                <a:gd name="connsiteY64" fmla="*/ 22951 h 652456"/>
                <a:gd name="connsiteX65" fmla="*/ 109836 w 332785"/>
                <a:gd name="connsiteY65" fmla="*/ 27869 h 652456"/>
                <a:gd name="connsiteX66" fmla="*/ 108196 w 332785"/>
                <a:gd name="connsiteY66" fmla="*/ 31148 h 652456"/>
                <a:gd name="connsiteX67" fmla="*/ 108196 w 332785"/>
                <a:gd name="connsiteY67" fmla="*/ 31148 h 652456"/>
                <a:gd name="connsiteX68" fmla="*/ 111475 w 332785"/>
                <a:gd name="connsiteY68" fmla="*/ 36066 h 652456"/>
                <a:gd name="connsiteX69" fmla="*/ 113115 w 332785"/>
                <a:gd name="connsiteY69" fmla="*/ 39344 h 652456"/>
                <a:gd name="connsiteX70" fmla="*/ 116393 w 332785"/>
                <a:gd name="connsiteY70" fmla="*/ 42623 h 652456"/>
                <a:gd name="connsiteX71" fmla="*/ 118032 w 332785"/>
                <a:gd name="connsiteY71" fmla="*/ 42623 h 652456"/>
                <a:gd name="connsiteX72" fmla="*/ 121311 w 332785"/>
                <a:gd name="connsiteY72" fmla="*/ 40983 h 652456"/>
                <a:gd name="connsiteX73" fmla="*/ 124589 w 332785"/>
                <a:gd name="connsiteY73" fmla="*/ 42623 h 652456"/>
                <a:gd name="connsiteX74" fmla="*/ 127868 w 332785"/>
                <a:gd name="connsiteY74" fmla="*/ 39344 h 652456"/>
                <a:gd name="connsiteX75" fmla="*/ 131147 w 332785"/>
                <a:gd name="connsiteY75" fmla="*/ 36066 h 652456"/>
                <a:gd name="connsiteX76" fmla="*/ 134426 w 332785"/>
                <a:gd name="connsiteY76" fmla="*/ 37705 h 652456"/>
                <a:gd name="connsiteX77" fmla="*/ 136065 w 332785"/>
                <a:gd name="connsiteY77" fmla="*/ 39344 h 652456"/>
                <a:gd name="connsiteX78" fmla="*/ 139344 w 332785"/>
                <a:gd name="connsiteY78" fmla="*/ 37705 h 652456"/>
                <a:gd name="connsiteX79" fmla="*/ 142623 w 332785"/>
                <a:gd name="connsiteY79" fmla="*/ 42623 h 652456"/>
                <a:gd name="connsiteX80" fmla="*/ 140983 w 332785"/>
                <a:gd name="connsiteY80" fmla="*/ 45901 h 652456"/>
                <a:gd name="connsiteX81" fmla="*/ 142623 w 332785"/>
                <a:gd name="connsiteY81" fmla="*/ 49180 h 652456"/>
                <a:gd name="connsiteX82" fmla="*/ 144261 w 332785"/>
                <a:gd name="connsiteY82" fmla="*/ 52459 h 652456"/>
                <a:gd name="connsiteX83" fmla="*/ 144261 w 332785"/>
                <a:gd name="connsiteY83" fmla="*/ 55738 h 652456"/>
                <a:gd name="connsiteX84" fmla="*/ 147540 w 332785"/>
                <a:gd name="connsiteY84" fmla="*/ 60656 h 652456"/>
                <a:gd name="connsiteX85" fmla="*/ 149179 w 332785"/>
                <a:gd name="connsiteY85" fmla="*/ 63934 h 652456"/>
                <a:gd name="connsiteX86" fmla="*/ 147540 w 332785"/>
                <a:gd name="connsiteY86" fmla="*/ 67213 h 652456"/>
                <a:gd name="connsiteX87" fmla="*/ 145901 w 332785"/>
                <a:gd name="connsiteY87" fmla="*/ 70492 h 652456"/>
                <a:gd name="connsiteX88" fmla="*/ 145901 w 332785"/>
                <a:gd name="connsiteY88" fmla="*/ 75410 h 652456"/>
                <a:gd name="connsiteX89" fmla="*/ 147540 w 332785"/>
                <a:gd name="connsiteY89" fmla="*/ 78688 h 652456"/>
                <a:gd name="connsiteX90" fmla="*/ 145901 w 332785"/>
                <a:gd name="connsiteY90" fmla="*/ 81967 h 652456"/>
                <a:gd name="connsiteX91" fmla="*/ 142623 w 332785"/>
                <a:gd name="connsiteY91" fmla="*/ 86885 h 652456"/>
                <a:gd name="connsiteX92" fmla="*/ 142623 w 332785"/>
                <a:gd name="connsiteY92" fmla="*/ 90164 h 652456"/>
                <a:gd name="connsiteX93" fmla="*/ 142623 w 332785"/>
                <a:gd name="connsiteY93" fmla="*/ 91803 h 652456"/>
                <a:gd name="connsiteX94" fmla="*/ 145901 w 332785"/>
                <a:gd name="connsiteY94" fmla="*/ 93442 h 652456"/>
                <a:gd name="connsiteX95" fmla="*/ 145901 w 332785"/>
                <a:gd name="connsiteY95" fmla="*/ 96721 h 652456"/>
                <a:gd name="connsiteX96" fmla="*/ 147540 w 332785"/>
                <a:gd name="connsiteY96" fmla="*/ 100000 h 652456"/>
                <a:gd name="connsiteX97" fmla="*/ 147540 w 332785"/>
                <a:gd name="connsiteY97" fmla="*/ 104918 h 652456"/>
                <a:gd name="connsiteX98" fmla="*/ 145901 w 332785"/>
                <a:gd name="connsiteY98" fmla="*/ 108196 h 652456"/>
                <a:gd name="connsiteX99" fmla="*/ 144261 w 332785"/>
                <a:gd name="connsiteY99" fmla="*/ 111475 h 652456"/>
                <a:gd name="connsiteX100" fmla="*/ 144261 w 332785"/>
                <a:gd name="connsiteY100" fmla="*/ 114754 h 652456"/>
                <a:gd name="connsiteX101" fmla="*/ 142623 w 332785"/>
                <a:gd name="connsiteY101" fmla="*/ 119672 h 652456"/>
                <a:gd name="connsiteX102" fmla="*/ 142623 w 332785"/>
                <a:gd name="connsiteY102" fmla="*/ 122950 h 652456"/>
                <a:gd name="connsiteX103" fmla="*/ 140983 w 332785"/>
                <a:gd name="connsiteY103" fmla="*/ 126229 h 652456"/>
                <a:gd name="connsiteX104" fmla="*/ 142623 w 332785"/>
                <a:gd name="connsiteY104" fmla="*/ 127868 h 652456"/>
                <a:gd name="connsiteX105" fmla="*/ 145901 w 332785"/>
                <a:gd name="connsiteY105" fmla="*/ 127868 h 652456"/>
                <a:gd name="connsiteX106" fmla="*/ 147540 w 332785"/>
                <a:gd name="connsiteY106" fmla="*/ 131147 h 652456"/>
                <a:gd name="connsiteX107" fmla="*/ 150819 w 332785"/>
                <a:gd name="connsiteY107" fmla="*/ 131147 h 652456"/>
                <a:gd name="connsiteX108" fmla="*/ 150819 w 332785"/>
                <a:gd name="connsiteY108" fmla="*/ 131147 h 652456"/>
                <a:gd name="connsiteX109" fmla="*/ 152458 w 332785"/>
                <a:gd name="connsiteY109" fmla="*/ 131147 h 652456"/>
                <a:gd name="connsiteX110" fmla="*/ 152458 w 332785"/>
                <a:gd name="connsiteY110" fmla="*/ 129508 h 652456"/>
                <a:gd name="connsiteX111" fmla="*/ 155737 w 332785"/>
                <a:gd name="connsiteY111" fmla="*/ 124590 h 652456"/>
                <a:gd name="connsiteX112" fmla="*/ 159016 w 332785"/>
                <a:gd name="connsiteY112" fmla="*/ 121311 h 652456"/>
                <a:gd name="connsiteX113" fmla="*/ 159016 w 332785"/>
                <a:gd name="connsiteY113" fmla="*/ 121311 h 652456"/>
                <a:gd name="connsiteX114" fmla="*/ 162295 w 332785"/>
                <a:gd name="connsiteY114" fmla="*/ 118032 h 652456"/>
                <a:gd name="connsiteX115" fmla="*/ 163934 w 332785"/>
                <a:gd name="connsiteY115" fmla="*/ 116393 h 652456"/>
                <a:gd name="connsiteX116" fmla="*/ 167213 w 332785"/>
                <a:gd name="connsiteY116" fmla="*/ 113114 h 652456"/>
                <a:gd name="connsiteX117" fmla="*/ 170491 w 332785"/>
                <a:gd name="connsiteY117" fmla="*/ 109836 h 652456"/>
                <a:gd name="connsiteX118" fmla="*/ 170491 w 332785"/>
                <a:gd name="connsiteY118" fmla="*/ 104918 h 652456"/>
                <a:gd name="connsiteX119" fmla="*/ 175409 w 332785"/>
                <a:gd name="connsiteY119" fmla="*/ 106557 h 652456"/>
                <a:gd name="connsiteX120" fmla="*/ 178688 w 332785"/>
                <a:gd name="connsiteY120" fmla="*/ 103278 h 652456"/>
                <a:gd name="connsiteX121" fmla="*/ 180327 w 332785"/>
                <a:gd name="connsiteY121" fmla="*/ 100000 h 652456"/>
                <a:gd name="connsiteX122" fmla="*/ 181966 w 332785"/>
                <a:gd name="connsiteY122" fmla="*/ 98360 h 652456"/>
                <a:gd name="connsiteX123" fmla="*/ 183606 w 332785"/>
                <a:gd name="connsiteY123" fmla="*/ 98360 h 652456"/>
                <a:gd name="connsiteX124" fmla="*/ 186885 w 332785"/>
                <a:gd name="connsiteY124" fmla="*/ 101639 h 652456"/>
                <a:gd name="connsiteX125" fmla="*/ 190163 w 332785"/>
                <a:gd name="connsiteY125" fmla="*/ 104918 h 652456"/>
                <a:gd name="connsiteX126" fmla="*/ 193442 w 332785"/>
                <a:gd name="connsiteY126" fmla="*/ 106557 h 652456"/>
                <a:gd name="connsiteX127" fmla="*/ 198359 w 332785"/>
                <a:gd name="connsiteY127" fmla="*/ 109836 h 652456"/>
                <a:gd name="connsiteX128" fmla="*/ 201638 w 332785"/>
                <a:gd name="connsiteY128" fmla="*/ 109836 h 652456"/>
                <a:gd name="connsiteX129" fmla="*/ 203278 w 332785"/>
                <a:gd name="connsiteY129" fmla="*/ 113114 h 652456"/>
                <a:gd name="connsiteX130" fmla="*/ 208196 w 332785"/>
                <a:gd name="connsiteY130" fmla="*/ 113114 h 652456"/>
                <a:gd name="connsiteX131" fmla="*/ 208196 w 332785"/>
                <a:gd name="connsiteY131" fmla="*/ 113114 h 652456"/>
                <a:gd name="connsiteX132" fmla="*/ 208196 w 332785"/>
                <a:gd name="connsiteY132" fmla="*/ 113114 h 652456"/>
                <a:gd name="connsiteX133" fmla="*/ 211475 w 332785"/>
                <a:gd name="connsiteY133" fmla="*/ 109836 h 652456"/>
                <a:gd name="connsiteX134" fmla="*/ 216393 w 332785"/>
                <a:gd name="connsiteY134" fmla="*/ 108196 h 652456"/>
                <a:gd name="connsiteX135" fmla="*/ 219672 w 332785"/>
                <a:gd name="connsiteY135" fmla="*/ 108196 h 652456"/>
                <a:gd name="connsiteX136" fmla="*/ 219672 w 332785"/>
                <a:gd name="connsiteY136" fmla="*/ 106557 h 652456"/>
                <a:gd name="connsiteX137" fmla="*/ 219672 w 332785"/>
                <a:gd name="connsiteY137" fmla="*/ 103278 h 652456"/>
                <a:gd name="connsiteX138" fmla="*/ 221310 w 332785"/>
                <a:gd name="connsiteY138" fmla="*/ 101639 h 652456"/>
                <a:gd name="connsiteX139" fmla="*/ 222949 w 332785"/>
                <a:gd name="connsiteY139" fmla="*/ 101639 h 652456"/>
                <a:gd name="connsiteX140" fmla="*/ 222949 w 332785"/>
                <a:gd name="connsiteY140" fmla="*/ 96721 h 652456"/>
                <a:gd name="connsiteX141" fmla="*/ 226228 w 332785"/>
                <a:gd name="connsiteY141" fmla="*/ 95082 h 652456"/>
                <a:gd name="connsiteX142" fmla="*/ 224589 w 332785"/>
                <a:gd name="connsiteY142" fmla="*/ 91803 h 652456"/>
                <a:gd name="connsiteX143" fmla="*/ 227868 w 332785"/>
                <a:gd name="connsiteY143" fmla="*/ 88524 h 652456"/>
                <a:gd name="connsiteX144" fmla="*/ 232786 w 332785"/>
                <a:gd name="connsiteY144" fmla="*/ 90164 h 652456"/>
                <a:gd name="connsiteX145" fmla="*/ 232786 w 332785"/>
                <a:gd name="connsiteY145" fmla="*/ 90164 h 652456"/>
                <a:gd name="connsiteX146" fmla="*/ 236065 w 332785"/>
                <a:gd name="connsiteY146" fmla="*/ 90164 h 652456"/>
                <a:gd name="connsiteX147" fmla="*/ 239343 w 332785"/>
                <a:gd name="connsiteY147" fmla="*/ 91803 h 652456"/>
                <a:gd name="connsiteX148" fmla="*/ 242622 w 332785"/>
                <a:gd name="connsiteY148" fmla="*/ 93442 h 652456"/>
                <a:gd name="connsiteX149" fmla="*/ 247539 w 332785"/>
                <a:gd name="connsiteY149" fmla="*/ 93442 h 652456"/>
                <a:gd name="connsiteX150" fmla="*/ 250818 w 332785"/>
                <a:gd name="connsiteY150" fmla="*/ 95082 h 652456"/>
                <a:gd name="connsiteX151" fmla="*/ 254097 w 332785"/>
                <a:gd name="connsiteY151" fmla="*/ 95082 h 652456"/>
                <a:gd name="connsiteX152" fmla="*/ 257376 w 332785"/>
                <a:gd name="connsiteY152" fmla="*/ 98360 h 652456"/>
                <a:gd name="connsiteX153" fmla="*/ 259015 w 332785"/>
                <a:gd name="connsiteY153" fmla="*/ 101639 h 652456"/>
                <a:gd name="connsiteX154" fmla="*/ 260655 w 332785"/>
                <a:gd name="connsiteY154" fmla="*/ 104918 h 652456"/>
                <a:gd name="connsiteX155" fmla="*/ 263933 w 332785"/>
                <a:gd name="connsiteY155" fmla="*/ 108196 h 652456"/>
                <a:gd name="connsiteX156" fmla="*/ 265573 w 332785"/>
                <a:gd name="connsiteY156" fmla="*/ 111475 h 652456"/>
                <a:gd name="connsiteX157" fmla="*/ 267212 w 332785"/>
                <a:gd name="connsiteY157" fmla="*/ 114754 h 652456"/>
                <a:gd name="connsiteX158" fmla="*/ 272130 w 332785"/>
                <a:gd name="connsiteY158" fmla="*/ 118032 h 652456"/>
                <a:gd name="connsiteX159" fmla="*/ 273769 w 332785"/>
                <a:gd name="connsiteY159" fmla="*/ 121311 h 652456"/>
                <a:gd name="connsiteX160" fmla="*/ 277048 w 332785"/>
                <a:gd name="connsiteY160" fmla="*/ 124590 h 652456"/>
                <a:gd name="connsiteX161" fmla="*/ 278687 w 332785"/>
                <a:gd name="connsiteY161" fmla="*/ 124590 h 652456"/>
                <a:gd name="connsiteX162" fmla="*/ 281966 w 332785"/>
                <a:gd name="connsiteY162" fmla="*/ 127868 h 652456"/>
                <a:gd name="connsiteX163" fmla="*/ 285245 w 332785"/>
                <a:gd name="connsiteY163" fmla="*/ 129508 h 652456"/>
                <a:gd name="connsiteX164" fmla="*/ 285245 w 332785"/>
                <a:gd name="connsiteY164" fmla="*/ 131147 h 652456"/>
                <a:gd name="connsiteX165" fmla="*/ 288523 w 332785"/>
                <a:gd name="connsiteY165" fmla="*/ 134426 h 652456"/>
                <a:gd name="connsiteX166" fmla="*/ 290163 w 332785"/>
                <a:gd name="connsiteY166" fmla="*/ 139344 h 652456"/>
                <a:gd name="connsiteX167" fmla="*/ 291802 w 332785"/>
                <a:gd name="connsiteY167" fmla="*/ 144262 h 652456"/>
                <a:gd name="connsiteX168" fmla="*/ 291802 w 332785"/>
                <a:gd name="connsiteY168" fmla="*/ 145901 h 652456"/>
                <a:gd name="connsiteX169" fmla="*/ 290163 w 332785"/>
                <a:gd name="connsiteY169" fmla="*/ 150819 h 652456"/>
                <a:gd name="connsiteX170" fmla="*/ 290163 w 332785"/>
                <a:gd name="connsiteY170" fmla="*/ 154098 h 652456"/>
                <a:gd name="connsiteX171" fmla="*/ 291802 w 332785"/>
                <a:gd name="connsiteY171" fmla="*/ 159016 h 652456"/>
                <a:gd name="connsiteX172" fmla="*/ 291802 w 332785"/>
                <a:gd name="connsiteY172" fmla="*/ 163934 h 652456"/>
                <a:gd name="connsiteX173" fmla="*/ 291802 w 332785"/>
                <a:gd name="connsiteY173" fmla="*/ 167213 h 652456"/>
                <a:gd name="connsiteX174" fmla="*/ 291802 w 332785"/>
                <a:gd name="connsiteY174" fmla="*/ 170491 h 652456"/>
                <a:gd name="connsiteX175" fmla="*/ 295081 w 332785"/>
                <a:gd name="connsiteY175" fmla="*/ 175409 h 652456"/>
                <a:gd name="connsiteX176" fmla="*/ 298360 w 332785"/>
                <a:gd name="connsiteY176" fmla="*/ 178688 h 652456"/>
                <a:gd name="connsiteX177" fmla="*/ 301638 w 332785"/>
                <a:gd name="connsiteY177" fmla="*/ 183606 h 652456"/>
                <a:gd name="connsiteX178" fmla="*/ 303277 w 332785"/>
                <a:gd name="connsiteY178" fmla="*/ 183606 h 652456"/>
                <a:gd name="connsiteX179" fmla="*/ 303277 w 332785"/>
                <a:gd name="connsiteY179" fmla="*/ 185245 h 652456"/>
                <a:gd name="connsiteX180" fmla="*/ 304916 w 332785"/>
                <a:gd name="connsiteY180" fmla="*/ 188524 h 652456"/>
                <a:gd name="connsiteX181" fmla="*/ 308195 w 332785"/>
                <a:gd name="connsiteY181" fmla="*/ 191803 h 652456"/>
                <a:gd name="connsiteX182" fmla="*/ 311474 w 332785"/>
                <a:gd name="connsiteY182" fmla="*/ 193442 h 652456"/>
                <a:gd name="connsiteX183" fmla="*/ 314753 w 332785"/>
                <a:gd name="connsiteY183" fmla="*/ 195081 h 652456"/>
                <a:gd name="connsiteX184" fmla="*/ 318032 w 332785"/>
                <a:gd name="connsiteY184" fmla="*/ 195081 h 652456"/>
                <a:gd name="connsiteX185" fmla="*/ 321310 w 332785"/>
                <a:gd name="connsiteY185" fmla="*/ 196720 h 652456"/>
                <a:gd name="connsiteX186" fmla="*/ 318032 w 332785"/>
                <a:gd name="connsiteY186" fmla="*/ 199999 h 652456"/>
                <a:gd name="connsiteX187" fmla="*/ 319671 w 332785"/>
                <a:gd name="connsiteY187" fmla="*/ 203278 h 652456"/>
                <a:gd name="connsiteX188" fmla="*/ 324588 w 332785"/>
                <a:gd name="connsiteY188" fmla="*/ 206557 h 652456"/>
                <a:gd name="connsiteX189" fmla="*/ 326228 w 332785"/>
                <a:gd name="connsiteY189" fmla="*/ 206557 h 652456"/>
                <a:gd name="connsiteX190" fmla="*/ 329506 w 332785"/>
                <a:gd name="connsiteY190" fmla="*/ 209835 h 652456"/>
                <a:gd name="connsiteX191" fmla="*/ 331146 w 332785"/>
                <a:gd name="connsiteY191" fmla="*/ 213114 h 652456"/>
                <a:gd name="connsiteX192" fmla="*/ 329506 w 332785"/>
                <a:gd name="connsiteY192" fmla="*/ 218032 h 652456"/>
                <a:gd name="connsiteX193" fmla="*/ 331146 w 332785"/>
                <a:gd name="connsiteY193" fmla="*/ 221310 h 652456"/>
                <a:gd name="connsiteX194" fmla="*/ 326228 w 332785"/>
                <a:gd name="connsiteY194" fmla="*/ 222950 h 652456"/>
                <a:gd name="connsiteX195" fmla="*/ 327867 w 332785"/>
                <a:gd name="connsiteY195" fmla="*/ 226229 h 652456"/>
                <a:gd name="connsiteX196" fmla="*/ 331146 w 332785"/>
                <a:gd name="connsiteY196" fmla="*/ 226229 h 652456"/>
                <a:gd name="connsiteX197" fmla="*/ 329506 w 332785"/>
                <a:gd name="connsiteY197" fmla="*/ 229507 h 652456"/>
                <a:gd name="connsiteX198" fmla="*/ 327867 w 332785"/>
                <a:gd name="connsiteY198" fmla="*/ 232786 h 652456"/>
                <a:gd name="connsiteX199" fmla="*/ 327867 w 332785"/>
                <a:gd name="connsiteY199" fmla="*/ 234425 h 652456"/>
                <a:gd name="connsiteX200" fmla="*/ 331146 w 332785"/>
                <a:gd name="connsiteY200" fmla="*/ 237704 h 652456"/>
                <a:gd name="connsiteX201" fmla="*/ 332785 w 332785"/>
                <a:gd name="connsiteY201" fmla="*/ 240983 h 652456"/>
                <a:gd name="connsiteX202" fmla="*/ 332785 w 332785"/>
                <a:gd name="connsiteY202" fmla="*/ 244261 h 652456"/>
                <a:gd name="connsiteX203" fmla="*/ 331146 w 332785"/>
                <a:gd name="connsiteY203" fmla="*/ 247540 h 652456"/>
                <a:gd name="connsiteX204" fmla="*/ 331146 w 332785"/>
                <a:gd name="connsiteY204" fmla="*/ 250819 h 652456"/>
                <a:gd name="connsiteX205" fmla="*/ 331146 w 332785"/>
                <a:gd name="connsiteY205" fmla="*/ 255737 h 652456"/>
                <a:gd name="connsiteX206" fmla="*/ 332785 w 332785"/>
                <a:gd name="connsiteY206" fmla="*/ 259015 h 652456"/>
                <a:gd name="connsiteX207" fmla="*/ 331146 w 332785"/>
                <a:gd name="connsiteY207" fmla="*/ 262294 h 652456"/>
                <a:gd name="connsiteX208" fmla="*/ 326228 w 332785"/>
                <a:gd name="connsiteY208" fmla="*/ 267212 h 652456"/>
                <a:gd name="connsiteX209" fmla="*/ 322950 w 332785"/>
                <a:gd name="connsiteY209" fmla="*/ 268851 h 652456"/>
                <a:gd name="connsiteX210" fmla="*/ 321310 w 332785"/>
                <a:gd name="connsiteY210" fmla="*/ 268851 h 652456"/>
                <a:gd name="connsiteX211" fmla="*/ 319671 w 332785"/>
                <a:gd name="connsiteY211" fmla="*/ 272130 h 652456"/>
                <a:gd name="connsiteX212" fmla="*/ 316392 w 332785"/>
                <a:gd name="connsiteY212" fmla="*/ 275409 h 652456"/>
                <a:gd name="connsiteX213" fmla="*/ 313113 w 332785"/>
                <a:gd name="connsiteY213" fmla="*/ 270491 h 652456"/>
                <a:gd name="connsiteX214" fmla="*/ 313113 w 332785"/>
                <a:gd name="connsiteY214" fmla="*/ 270491 h 652456"/>
                <a:gd name="connsiteX215" fmla="*/ 313113 w 332785"/>
                <a:gd name="connsiteY215" fmla="*/ 267212 h 652456"/>
                <a:gd name="connsiteX216" fmla="*/ 311474 w 332785"/>
                <a:gd name="connsiteY216" fmla="*/ 267212 h 652456"/>
                <a:gd name="connsiteX217" fmla="*/ 309835 w 332785"/>
                <a:gd name="connsiteY217" fmla="*/ 267212 h 652456"/>
                <a:gd name="connsiteX218" fmla="*/ 308195 w 332785"/>
                <a:gd name="connsiteY218" fmla="*/ 265573 h 652456"/>
                <a:gd name="connsiteX219" fmla="*/ 306556 w 332785"/>
                <a:gd name="connsiteY219" fmla="*/ 265573 h 652456"/>
                <a:gd name="connsiteX220" fmla="*/ 303277 w 332785"/>
                <a:gd name="connsiteY220" fmla="*/ 265573 h 652456"/>
                <a:gd name="connsiteX221" fmla="*/ 298360 w 332785"/>
                <a:gd name="connsiteY221" fmla="*/ 265573 h 652456"/>
                <a:gd name="connsiteX222" fmla="*/ 296720 w 332785"/>
                <a:gd name="connsiteY222" fmla="*/ 268851 h 652456"/>
                <a:gd name="connsiteX223" fmla="*/ 291802 w 332785"/>
                <a:gd name="connsiteY223" fmla="*/ 268851 h 652456"/>
                <a:gd name="connsiteX224" fmla="*/ 288523 w 332785"/>
                <a:gd name="connsiteY224" fmla="*/ 267212 h 652456"/>
                <a:gd name="connsiteX225" fmla="*/ 285245 w 332785"/>
                <a:gd name="connsiteY225" fmla="*/ 267212 h 652456"/>
                <a:gd name="connsiteX226" fmla="*/ 281966 w 332785"/>
                <a:gd name="connsiteY226" fmla="*/ 267212 h 652456"/>
                <a:gd name="connsiteX227" fmla="*/ 280326 w 332785"/>
                <a:gd name="connsiteY227" fmla="*/ 268851 h 652456"/>
                <a:gd name="connsiteX228" fmla="*/ 277048 w 332785"/>
                <a:gd name="connsiteY228" fmla="*/ 268851 h 652456"/>
                <a:gd name="connsiteX229" fmla="*/ 273769 w 332785"/>
                <a:gd name="connsiteY229" fmla="*/ 268851 h 652456"/>
                <a:gd name="connsiteX230" fmla="*/ 270491 w 332785"/>
                <a:gd name="connsiteY230" fmla="*/ 268851 h 652456"/>
                <a:gd name="connsiteX231" fmla="*/ 267212 w 332785"/>
                <a:gd name="connsiteY231" fmla="*/ 268851 h 652456"/>
                <a:gd name="connsiteX232" fmla="*/ 262294 w 332785"/>
                <a:gd name="connsiteY232" fmla="*/ 265573 h 652456"/>
                <a:gd name="connsiteX233" fmla="*/ 259015 w 332785"/>
                <a:gd name="connsiteY233" fmla="*/ 265573 h 652456"/>
                <a:gd name="connsiteX234" fmla="*/ 255736 w 332785"/>
                <a:gd name="connsiteY234" fmla="*/ 267212 h 652456"/>
                <a:gd name="connsiteX235" fmla="*/ 252458 w 332785"/>
                <a:gd name="connsiteY235" fmla="*/ 268851 h 652456"/>
                <a:gd name="connsiteX236" fmla="*/ 247539 w 332785"/>
                <a:gd name="connsiteY236" fmla="*/ 268851 h 652456"/>
                <a:gd name="connsiteX237" fmla="*/ 245901 w 332785"/>
                <a:gd name="connsiteY237" fmla="*/ 270491 h 652456"/>
                <a:gd name="connsiteX238" fmla="*/ 244262 w 332785"/>
                <a:gd name="connsiteY238" fmla="*/ 270491 h 652456"/>
                <a:gd name="connsiteX239" fmla="*/ 242622 w 332785"/>
                <a:gd name="connsiteY239" fmla="*/ 270491 h 652456"/>
                <a:gd name="connsiteX240" fmla="*/ 239343 w 332785"/>
                <a:gd name="connsiteY240" fmla="*/ 273769 h 652456"/>
                <a:gd name="connsiteX241" fmla="*/ 234425 w 332785"/>
                <a:gd name="connsiteY241" fmla="*/ 277048 h 652456"/>
                <a:gd name="connsiteX242" fmla="*/ 234425 w 332785"/>
                <a:gd name="connsiteY242" fmla="*/ 278687 h 652456"/>
                <a:gd name="connsiteX243" fmla="*/ 234425 w 332785"/>
                <a:gd name="connsiteY243" fmla="*/ 281966 h 652456"/>
                <a:gd name="connsiteX244" fmla="*/ 234425 w 332785"/>
                <a:gd name="connsiteY244" fmla="*/ 283605 h 652456"/>
                <a:gd name="connsiteX245" fmla="*/ 234425 w 332785"/>
                <a:gd name="connsiteY245" fmla="*/ 283605 h 652456"/>
                <a:gd name="connsiteX246" fmla="*/ 231146 w 332785"/>
                <a:gd name="connsiteY246" fmla="*/ 286884 h 652456"/>
                <a:gd name="connsiteX247" fmla="*/ 229507 w 332785"/>
                <a:gd name="connsiteY247" fmla="*/ 291802 h 652456"/>
                <a:gd name="connsiteX248" fmla="*/ 229507 w 332785"/>
                <a:gd name="connsiteY248" fmla="*/ 293441 h 652456"/>
                <a:gd name="connsiteX249" fmla="*/ 226228 w 332785"/>
                <a:gd name="connsiteY249" fmla="*/ 296720 h 652456"/>
                <a:gd name="connsiteX250" fmla="*/ 222949 w 332785"/>
                <a:gd name="connsiteY250" fmla="*/ 298359 h 652456"/>
                <a:gd name="connsiteX251" fmla="*/ 222949 w 332785"/>
                <a:gd name="connsiteY251" fmla="*/ 299999 h 652456"/>
                <a:gd name="connsiteX252" fmla="*/ 222949 w 332785"/>
                <a:gd name="connsiteY252" fmla="*/ 303277 h 652456"/>
                <a:gd name="connsiteX253" fmla="*/ 218032 w 332785"/>
                <a:gd name="connsiteY253" fmla="*/ 303277 h 652456"/>
                <a:gd name="connsiteX254" fmla="*/ 214753 w 332785"/>
                <a:gd name="connsiteY254" fmla="*/ 303277 h 652456"/>
                <a:gd name="connsiteX255" fmla="*/ 216393 w 332785"/>
                <a:gd name="connsiteY255" fmla="*/ 308195 h 652456"/>
                <a:gd name="connsiteX256" fmla="*/ 216393 w 332785"/>
                <a:gd name="connsiteY256" fmla="*/ 311474 h 652456"/>
                <a:gd name="connsiteX257" fmla="*/ 216393 w 332785"/>
                <a:gd name="connsiteY257" fmla="*/ 314753 h 652456"/>
                <a:gd name="connsiteX258" fmla="*/ 216393 w 332785"/>
                <a:gd name="connsiteY258" fmla="*/ 318031 h 652456"/>
                <a:gd name="connsiteX259" fmla="*/ 218032 w 332785"/>
                <a:gd name="connsiteY259" fmla="*/ 321310 h 652456"/>
                <a:gd name="connsiteX260" fmla="*/ 221310 w 332785"/>
                <a:gd name="connsiteY260" fmla="*/ 324589 h 652456"/>
                <a:gd name="connsiteX261" fmla="*/ 222949 w 332785"/>
                <a:gd name="connsiteY261" fmla="*/ 327867 h 652456"/>
                <a:gd name="connsiteX262" fmla="*/ 222949 w 332785"/>
                <a:gd name="connsiteY262" fmla="*/ 332785 h 652456"/>
                <a:gd name="connsiteX263" fmla="*/ 224589 w 332785"/>
                <a:gd name="connsiteY263" fmla="*/ 336064 h 652456"/>
                <a:gd name="connsiteX264" fmla="*/ 224589 w 332785"/>
                <a:gd name="connsiteY264" fmla="*/ 339343 h 652456"/>
                <a:gd name="connsiteX265" fmla="*/ 224589 w 332785"/>
                <a:gd name="connsiteY265" fmla="*/ 340982 h 652456"/>
                <a:gd name="connsiteX266" fmla="*/ 226228 w 332785"/>
                <a:gd name="connsiteY266" fmla="*/ 344261 h 652456"/>
                <a:gd name="connsiteX267" fmla="*/ 231146 w 332785"/>
                <a:gd name="connsiteY267" fmla="*/ 347540 h 652456"/>
                <a:gd name="connsiteX268" fmla="*/ 234425 w 332785"/>
                <a:gd name="connsiteY268" fmla="*/ 350818 h 652456"/>
                <a:gd name="connsiteX269" fmla="*/ 236065 w 332785"/>
                <a:gd name="connsiteY269" fmla="*/ 354097 h 652456"/>
                <a:gd name="connsiteX270" fmla="*/ 234425 w 332785"/>
                <a:gd name="connsiteY270" fmla="*/ 357375 h 652456"/>
                <a:gd name="connsiteX271" fmla="*/ 234425 w 332785"/>
                <a:gd name="connsiteY271" fmla="*/ 360654 h 652456"/>
                <a:gd name="connsiteX272" fmla="*/ 234425 w 332785"/>
                <a:gd name="connsiteY272" fmla="*/ 363933 h 652456"/>
                <a:gd name="connsiteX273" fmla="*/ 236065 w 332785"/>
                <a:gd name="connsiteY273" fmla="*/ 367212 h 652456"/>
                <a:gd name="connsiteX274" fmla="*/ 237704 w 332785"/>
                <a:gd name="connsiteY274" fmla="*/ 372130 h 652456"/>
                <a:gd name="connsiteX275" fmla="*/ 239343 w 332785"/>
                <a:gd name="connsiteY275" fmla="*/ 375408 h 652456"/>
                <a:gd name="connsiteX276" fmla="*/ 240983 w 332785"/>
                <a:gd name="connsiteY276" fmla="*/ 378687 h 652456"/>
                <a:gd name="connsiteX277" fmla="*/ 242622 w 332785"/>
                <a:gd name="connsiteY277" fmla="*/ 381966 h 652456"/>
                <a:gd name="connsiteX278" fmla="*/ 244262 w 332785"/>
                <a:gd name="connsiteY278" fmla="*/ 385244 h 652456"/>
                <a:gd name="connsiteX279" fmla="*/ 244262 w 332785"/>
                <a:gd name="connsiteY279" fmla="*/ 388523 h 652456"/>
                <a:gd name="connsiteX280" fmla="*/ 244262 w 332785"/>
                <a:gd name="connsiteY280" fmla="*/ 388523 h 652456"/>
                <a:gd name="connsiteX281" fmla="*/ 242622 w 332785"/>
                <a:gd name="connsiteY281" fmla="*/ 383605 h 652456"/>
                <a:gd name="connsiteX282" fmla="*/ 240983 w 332785"/>
                <a:gd name="connsiteY282" fmla="*/ 380326 h 652456"/>
                <a:gd name="connsiteX283" fmla="*/ 237704 w 332785"/>
                <a:gd name="connsiteY283" fmla="*/ 377047 h 652456"/>
                <a:gd name="connsiteX284" fmla="*/ 237704 w 332785"/>
                <a:gd name="connsiteY284" fmla="*/ 372130 h 652456"/>
                <a:gd name="connsiteX285" fmla="*/ 234425 w 332785"/>
                <a:gd name="connsiteY285" fmla="*/ 368851 h 652456"/>
                <a:gd name="connsiteX286" fmla="*/ 232786 w 332785"/>
                <a:gd name="connsiteY286" fmla="*/ 365572 h 652456"/>
                <a:gd name="connsiteX287" fmla="*/ 227868 w 332785"/>
                <a:gd name="connsiteY287" fmla="*/ 363933 h 652456"/>
                <a:gd name="connsiteX288" fmla="*/ 229507 w 332785"/>
                <a:gd name="connsiteY288" fmla="*/ 367212 h 652456"/>
                <a:gd name="connsiteX289" fmla="*/ 229507 w 332785"/>
                <a:gd name="connsiteY289" fmla="*/ 370490 h 652456"/>
                <a:gd name="connsiteX290" fmla="*/ 226228 w 332785"/>
                <a:gd name="connsiteY290" fmla="*/ 367212 h 652456"/>
                <a:gd name="connsiteX291" fmla="*/ 222949 w 332785"/>
                <a:gd name="connsiteY291" fmla="*/ 365572 h 652456"/>
                <a:gd name="connsiteX292" fmla="*/ 221310 w 332785"/>
                <a:gd name="connsiteY292" fmla="*/ 365572 h 652456"/>
                <a:gd name="connsiteX293" fmla="*/ 218032 w 332785"/>
                <a:gd name="connsiteY293" fmla="*/ 363933 h 652456"/>
                <a:gd name="connsiteX294" fmla="*/ 216393 w 332785"/>
                <a:gd name="connsiteY294" fmla="*/ 360654 h 652456"/>
                <a:gd name="connsiteX295" fmla="*/ 219672 w 332785"/>
                <a:gd name="connsiteY295" fmla="*/ 357375 h 652456"/>
                <a:gd name="connsiteX296" fmla="*/ 218032 w 332785"/>
                <a:gd name="connsiteY296" fmla="*/ 357375 h 652456"/>
                <a:gd name="connsiteX297" fmla="*/ 214753 w 332785"/>
                <a:gd name="connsiteY297" fmla="*/ 354097 h 652456"/>
                <a:gd name="connsiteX298" fmla="*/ 214753 w 332785"/>
                <a:gd name="connsiteY298" fmla="*/ 357375 h 652456"/>
                <a:gd name="connsiteX299" fmla="*/ 211475 w 332785"/>
                <a:gd name="connsiteY299" fmla="*/ 354097 h 652456"/>
                <a:gd name="connsiteX300" fmla="*/ 208196 w 332785"/>
                <a:gd name="connsiteY300" fmla="*/ 350818 h 652456"/>
                <a:gd name="connsiteX301" fmla="*/ 208196 w 332785"/>
                <a:gd name="connsiteY301" fmla="*/ 350818 h 652456"/>
                <a:gd name="connsiteX302" fmla="*/ 206556 w 332785"/>
                <a:gd name="connsiteY302" fmla="*/ 349179 h 652456"/>
                <a:gd name="connsiteX303" fmla="*/ 203278 w 332785"/>
                <a:gd name="connsiteY303" fmla="*/ 345900 h 652456"/>
                <a:gd name="connsiteX304" fmla="*/ 203278 w 332785"/>
                <a:gd name="connsiteY304" fmla="*/ 349179 h 652456"/>
                <a:gd name="connsiteX305" fmla="*/ 199999 w 332785"/>
                <a:gd name="connsiteY305" fmla="*/ 345900 h 652456"/>
                <a:gd name="connsiteX306" fmla="*/ 196720 w 332785"/>
                <a:gd name="connsiteY306" fmla="*/ 342622 h 652456"/>
                <a:gd name="connsiteX307" fmla="*/ 195081 w 332785"/>
                <a:gd name="connsiteY307" fmla="*/ 340982 h 652456"/>
                <a:gd name="connsiteX308" fmla="*/ 191803 w 332785"/>
                <a:gd name="connsiteY308" fmla="*/ 344261 h 652456"/>
                <a:gd name="connsiteX309" fmla="*/ 186885 w 332785"/>
                <a:gd name="connsiteY309" fmla="*/ 345900 h 652456"/>
                <a:gd name="connsiteX310" fmla="*/ 183606 w 332785"/>
                <a:gd name="connsiteY310" fmla="*/ 345900 h 652456"/>
                <a:gd name="connsiteX311" fmla="*/ 180327 w 332785"/>
                <a:gd name="connsiteY311" fmla="*/ 345900 h 652456"/>
                <a:gd name="connsiteX312" fmla="*/ 177048 w 332785"/>
                <a:gd name="connsiteY312" fmla="*/ 344261 h 652456"/>
                <a:gd name="connsiteX313" fmla="*/ 173769 w 332785"/>
                <a:gd name="connsiteY313" fmla="*/ 344261 h 652456"/>
                <a:gd name="connsiteX314" fmla="*/ 170491 w 332785"/>
                <a:gd name="connsiteY314" fmla="*/ 342622 h 652456"/>
                <a:gd name="connsiteX315" fmla="*/ 165573 w 332785"/>
                <a:gd name="connsiteY315" fmla="*/ 344261 h 652456"/>
                <a:gd name="connsiteX316" fmla="*/ 163934 w 332785"/>
                <a:gd name="connsiteY316" fmla="*/ 344261 h 652456"/>
                <a:gd name="connsiteX317" fmla="*/ 160655 w 332785"/>
                <a:gd name="connsiteY317" fmla="*/ 340982 h 652456"/>
                <a:gd name="connsiteX318" fmla="*/ 163934 w 332785"/>
                <a:gd name="connsiteY318" fmla="*/ 337703 h 652456"/>
                <a:gd name="connsiteX319" fmla="*/ 160655 w 332785"/>
                <a:gd name="connsiteY319" fmla="*/ 332785 h 652456"/>
                <a:gd name="connsiteX320" fmla="*/ 162295 w 332785"/>
                <a:gd name="connsiteY320" fmla="*/ 329507 h 652456"/>
                <a:gd name="connsiteX321" fmla="*/ 162295 w 332785"/>
                <a:gd name="connsiteY321" fmla="*/ 326228 h 652456"/>
                <a:gd name="connsiteX322" fmla="*/ 162295 w 332785"/>
                <a:gd name="connsiteY322" fmla="*/ 321310 h 652456"/>
                <a:gd name="connsiteX323" fmla="*/ 162295 w 332785"/>
                <a:gd name="connsiteY323" fmla="*/ 319671 h 652456"/>
                <a:gd name="connsiteX324" fmla="*/ 160655 w 332785"/>
                <a:gd name="connsiteY324" fmla="*/ 316392 h 652456"/>
                <a:gd name="connsiteX325" fmla="*/ 163934 w 332785"/>
                <a:gd name="connsiteY325" fmla="*/ 311474 h 652456"/>
                <a:gd name="connsiteX326" fmla="*/ 162295 w 332785"/>
                <a:gd name="connsiteY326" fmla="*/ 308195 h 652456"/>
                <a:gd name="connsiteX327" fmla="*/ 163934 w 332785"/>
                <a:gd name="connsiteY327" fmla="*/ 306556 h 652456"/>
                <a:gd name="connsiteX328" fmla="*/ 160655 w 332785"/>
                <a:gd name="connsiteY328" fmla="*/ 308195 h 652456"/>
                <a:gd name="connsiteX329" fmla="*/ 157376 w 332785"/>
                <a:gd name="connsiteY329" fmla="*/ 308195 h 652456"/>
                <a:gd name="connsiteX330" fmla="*/ 154098 w 332785"/>
                <a:gd name="connsiteY330" fmla="*/ 306556 h 652456"/>
                <a:gd name="connsiteX331" fmla="*/ 149179 w 332785"/>
                <a:gd name="connsiteY331" fmla="*/ 306556 h 652456"/>
                <a:gd name="connsiteX332" fmla="*/ 147540 w 332785"/>
                <a:gd name="connsiteY332" fmla="*/ 301638 h 652456"/>
                <a:gd name="connsiteX333" fmla="*/ 147540 w 332785"/>
                <a:gd name="connsiteY333" fmla="*/ 306556 h 652456"/>
                <a:gd name="connsiteX334" fmla="*/ 142623 w 332785"/>
                <a:gd name="connsiteY334" fmla="*/ 306556 h 652456"/>
                <a:gd name="connsiteX335" fmla="*/ 140983 w 332785"/>
                <a:gd name="connsiteY335" fmla="*/ 308195 h 652456"/>
                <a:gd name="connsiteX336" fmla="*/ 139344 w 332785"/>
                <a:gd name="connsiteY336" fmla="*/ 308195 h 652456"/>
                <a:gd name="connsiteX337" fmla="*/ 136065 w 332785"/>
                <a:gd name="connsiteY337" fmla="*/ 306556 h 652456"/>
                <a:gd name="connsiteX338" fmla="*/ 132786 w 332785"/>
                <a:gd name="connsiteY338" fmla="*/ 308195 h 652456"/>
                <a:gd name="connsiteX339" fmla="*/ 129508 w 332785"/>
                <a:gd name="connsiteY339" fmla="*/ 309835 h 652456"/>
                <a:gd name="connsiteX340" fmla="*/ 126229 w 332785"/>
                <a:gd name="connsiteY340" fmla="*/ 313113 h 652456"/>
                <a:gd name="connsiteX341" fmla="*/ 126229 w 332785"/>
                <a:gd name="connsiteY341" fmla="*/ 314753 h 652456"/>
                <a:gd name="connsiteX342" fmla="*/ 124589 w 332785"/>
                <a:gd name="connsiteY342" fmla="*/ 316392 h 652456"/>
                <a:gd name="connsiteX343" fmla="*/ 126229 w 332785"/>
                <a:gd name="connsiteY343" fmla="*/ 319671 h 652456"/>
                <a:gd name="connsiteX344" fmla="*/ 129508 w 332785"/>
                <a:gd name="connsiteY344" fmla="*/ 321310 h 652456"/>
                <a:gd name="connsiteX345" fmla="*/ 131147 w 332785"/>
                <a:gd name="connsiteY345" fmla="*/ 324589 h 652456"/>
                <a:gd name="connsiteX346" fmla="*/ 129508 w 332785"/>
                <a:gd name="connsiteY346" fmla="*/ 329507 h 652456"/>
                <a:gd name="connsiteX347" fmla="*/ 129508 w 332785"/>
                <a:gd name="connsiteY347" fmla="*/ 332785 h 652456"/>
                <a:gd name="connsiteX348" fmla="*/ 127868 w 332785"/>
                <a:gd name="connsiteY348" fmla="*/ 336064 h 652456"/>
                <a:gd name="connsiteX349" fmla="*/ 127868 w 332785"/>
                <a:gd name="connsiteY349" fmla="*/ 337703 h 652456"/>
                <a:gd name="connsiteX350" fmla="*/ 127868 w 332785"/>
                <a:gd name="connsiteY350" fmla="*/ 340982 h 652456"/>
                <a:gd name="connsiteX351" fmla="*/ 127868 w 332785"/>
                <a:gd name="connsiteY351" fmla="*/ 344261 h 652456"/>
                <a:gd name="connsiteX352" fmla="*/ 127868 w 332785"/>
                <a:gd name="connsiteY352" fmla="*/ 347540 h 652456"/>
                <a:gd name="connsiteX353" fmla="*/ 127868 w 332785"/>
                <a:gd name="connsiteY353" fmla="*/ 352457 h 652456"/>
                <a:gd name="connsiteX354" fmla="*/ 129508 w 332785"/>
                <a:gd name="connsiteY354" fmla="*/ 355736 h 652456"/>
                <a:gd name="connsiteX355" fmla="*/ 129508 w 332785"/>
                <a:gd name="connsiteY355" fmla="*/ 359015 h 652456"/>
                <a:gd name="connsiteX356" fmla="*/ 131147 w 332785"/>
                <a:gd name="connsiteY356" fmla="*/ 362294 h 652456"/>
                <a:gd name="connsiteX357" fmla="*/ 131147 w 332785"/>
                <a:gd name="connsiteY357" fmla="*/ 365572 h 652456"/>
                <a:gd name="connsiteX358" fmla="*/ 129508 w 332785"/>
                <a:gd name="connsiteY358" fmla="*/ 367212 h 652456"/>
                <a:gd name="connsiteX359" fmla="*/ 127868 w 332785"/>
                <a:gd name="connsiteY359" fmla="*/ 372130 h 652456"/>
                <a:gd name="connsiteX360" fmla="*/ 124589 w 332785"/>
                <a:gd name="connsiteY360" fmla="*/ 375408 h 652456"/>
                <a:gd name="connsiteX361" fmla="*/ 124589 w 332785"/>
                <a:gd name="connsiteY361" fmla="*/ 378687 h 652456"/>
                <a:gd name="connsiteX362" fmla="*/ 124589 w 332785"/>
                <a:gd name="connsiteY362" fmla="*/ 383605 h 652456"/>
                <a:gd name="connsiteX363" fmla="*/ 121311 w 332785"/>
                <a:gd name="connsiteY363" fmla="*/ 386884 h 652456"/>
                <a:gd name="connsiteX364" fmla="*/ 121311 w 332785"/>
                <a:gd name="connsiteY364" fmla="*/ 390162 h 652456"/>
                <a:gd name="connsiteX365" fmla="*/ 119671 w 332785"/>
                <a:gd name="connsiteY365" fmla="*/ 393441 h 652456"/>
                <a:gd name="connsiteX366" fmla="*/ 118032 w 332785"/>
                <a:gd name="connsiteY366" fmla="*/ 398359 h 652456"/>
                <a:gd name="connsiteX367" fmla="*/ 118032 w 332785"/>
                <a:gd name="connsiteY367" fmla="*/ 401637 h 652456"/>
                <a:gd name="connsiteX368" fmla="*/ 116393 w 332785"/>
                <a:gd name="connsiteY368" fmla="*/ 404916 h 652456"/>
                <a:gd name="connsiteX369" fmla="*/ 114754 w 332785"/>
                <a:gd name="connsiteY369" fmla="*/ 409834 h 652456"/>
                <a:gd name="connsiteX370" fmla="*/ 114754 w 332785"/>
                <a:gd name="connsiteY370" fmla="*/ 413113 h 652456"/>
                <a:gd name="connsiteX371" fmla="*/ 116393 w 332785"/>
                <a:gd name="connsiteY371" fmla="*/ 416391 h 652456"/>
                <a:gd name="connsiteX372" fmla="*/ 114754 w 332785"/>
                <a:gd name="connsiteY372" fmla="*/ 419670 h 652456"/>
                <a:gd name="connsiteX373" fmla="*/ 113115 w 332785"/>
                <a:gd name="connsiteY373" fmla="*/ 422949 h 652456"/>
                <a:gd name="connsiteX374" fmla="*/ 113115 w 332785"/>
                <a:gd name="connsiteY374" fmla="*/ 426228 h 652456"/>
                <a:gd name="connsiteX375" fmla="*/ 111475 w 332785"/>
                <a:gd name="connsiteY375" fmla="*/ 431146 h 652456"/>
                <a:gd name="connsiteX376" fmla="*/ 108196 w 332785"/>
                <a:gd name="connsiteY376" fmla="*/ 434424 h 652456"/>
                <a:gd name="connsiteX377" fmla="*/ 106557 w 332785"/>
                <a:gd name="connsiteY377" fmla="*/ 437703 h 652456"/>
                <a:gd name="connsiteX378" fmla="*/ 108196 w 332785"/>
                <a:gd name="connsiteY378" fmla="*/ 440981 h 652456"/>
                <a:gd name="connsiteX379" fmla="*/ 108196 w 332785"/>
                <a:gd name="connsiteY379" fmla="*/ 445900 h 652456"/>
                <a:gd name="connsiteX380" fmla="*/ 104918 w 332785"/>
                <a:gd name="connsiteY380" fmla="*/ 445900 h 652456"/>
                <a:gd name="connsiteX381" fmla="*/ 106557 w 332785"/>
                <a:gd name="connsiteY381" fmla="*/ 449178 h 652456"/>
                <a:gd name="connsiteX382" fmla="*/ 106557 w 332785"/>
                <a:gd name="connsiteY382" fmla="*/ 454096 h 652456"/>
                <a:gd name="connsiteX383" fmla="*/ 104918 w 332785"/>
                <a:gd name="connsiteY383" fmla="*/ 457375 h 652456"/>
                <a:gd name="connsiteX384" fmla="*/ 104918 w 332785"/>
                <a:gd name="connsiteY384" fmla="*/ 460654 h 652456"/>
                <a:gd name="connsiteX385" fmla="*/ 104918 w 332785"/>
                <a:gd name="connsiteY385" fmla="*/ 462293 h 652456"/>
                <a:gd name="connsiteX386" fmla="*/ 106557 w 332785"/>
                <a:gd name="connsiteY386" fmla="*/ 465572 h 652456"/>
                <a:gd name="connsiteX387" fmla="*/ 104918 w 332785"/>
                <a:gd name="connsiteY387" fmla="*/ 470490 h 652456"/>
                <a:gd name="connsiteX388" fmla="*/ 106557 w 332785"/>
                <a:gd name="connsiteY388" fmla="*/ 473768 h 652456"/>
                <a:gd name="connsiteX389" fmla="*/ 106557 w 332785"/>
                <a:gd name="connsiteY389" fmla="*/ 477047 h 652456"/>
                <a:gd name="connsiteX390" fmla="*/ 108196 w 332785"/>
                <a:gd name="connsiteY390" fmla="*/ 480326 h 652456"/>
                <a:gd name="connsiteX391" fmla="*/ 111475 w 332785"/>
                <a:gd name="connsiteY391" fmla="*/ 483604 h 652456"/>
                <a:gd name="connsiteX392" fmla="*/ 111475 w 332785"/>
                <a:gd name="connsiteY392" fmla="*/ 488523 h 652456"/>
                <a:gd name="connsiteX393" fmla="*/ 109836 w 332785"/>
                <a:gd name="connsiteY393" fmla="*/ 491801 h 652456"/>
                <a:gd name="connsiteX394" fmla="*/ 111475 w 332785"/>
                <a:gd name="connsiteY394" fmla="*/ 495080 h 652456"/>
                <a:gd name="connsiteX395" fmla="*/ 116393 w 332785"/>
                <a:gd name="connsiteY395" fmla="*/ 496719 h 652456"/>
                <a:gd name="connsiteX396" fmla="*/ 119671 w 332785"/>
                <a:gd name="connsiteY396" fmla="*/ 496719 h 652456"/>
                <a:gd name="connsiteX397" fmla="*/ 122950 w 332785"/>
                <a:gd name="connsiteY397" fmla="*/ 493440 h 652456"/>
                <a:gd name="connsiteX398" fmla="*/ 127868 w 332785"/>
                <a:gd name="connsiteY398" fmla="*/ 491801 h 652456"/>
                <a:gd name="connsiteX399" fmla="*/ 131147 w 332785"/>
                <a:gd name="connsiteY399" fmla="*/ 491801 h 652456"/>
                <a:gd name="connsiteX400" fmla="*/ 134426 w 332785"/>
                <a:gd name="connsiteY400" fmla="*/ 495080 h 652456"/>
                <a:gd name="connsiteX401" fmla="*/ 136065 w 332785"/>
                <a:gd name="connsiteY401" fmla="*/ 498358 h 652456"/>
                <a:gd name="connsiteX402" fmla="*/ 137705 w 332785"/>
                <a:gd name="connsiteY402" fmla="*/ 501637 h 652456"/>
                <a:gd name="connsiteX403" fmla="*/ 137705 w 332785"/>
                <a:gd name="connsiteY403" fmla="*/ 504916 h 652456"/>
                <a:gd name="connsiteX404" fmla="*/ 137705 w 332785"/>
                <a:gd name="connsiteY404" fmla="*/ 509834 h 652456"/>
                <a:gd name="connsiteX405" fmla="*/ 137705 w 332785"/>
                <a:gd name="connsiteY405" fmla="*/ 513113 h 652456"/>
                <a:gd name="connsiteX406" fmla="*/ 139344 w 332785"/>
                <a:gd name="connsiteY406" fmla="*/ 516391 h 652456"/>
                <a:gd name="connsiteX407" fmla="*/ 139344 w 332785"/>
                <a:gd name="connsiteY407" fmla="*/ 521309 h 652456"/>
                <a:gd name="connsiteX408" fmla="*/ 140983 w 332785"/>
                <a:gd name="connsiteY408" fmla="*/ 524588 h 652456"/>
                <a:gd name="connsiteX409" fmla="*/ 142623 w 332785"/>
                <a:gd name="connsiteY409" fmla="*/ 526227 h 652456"/>
                <a:gd name="connsiteX410" fmla="*/ 144261 w 332785"/>
                <a:gd name="connsiteY410" fmla="*/ 529506 h 652456"/>
                <a:gd name="connsiteX411" fmla="*/ 149179 w 332785"/>
                <a:gd name="connsiteY411" fmla="*/ 532784 h 652456"/>
                <a:gd name="connsiteX412" fmla="*/ 150819 w 332785"/>
                <a:gd name="connsiteY412" fmla="*/ 529506 h 652456"/>
                <a:gd name="connsiteX413" fmla="*/ 152458 w 332785"/>
                <a:gd name="connsiteY413" fmla="*/ 532784 h 652456"/>
                <a:gd name="connsiteX414" fmla="*/ 152458 w 332785"/>
                <a:gd name="connsiteY414" fmla="*/ 537703 h 652456"/>
                <a:gd name="connsiteX415" fmla="*/ 154098 w 332785"/>
                <a:gd name="connsiteY415" fmla="*/ 540981 h 652456"/>
                <a:gd name="connsiteX416" fmla="*/ 154098 w 332785"/>
                <a:gd name="connsiteY416" fmla="*/ 544260 h 652456"/>
                <a:gd name="connsiteX417" fmla="*/ 155737 w 332785"/>
                <a:gd name="connsiteY417" fmla="*/ 547538 h 652456"/>
                <a:gd name="connsiteX418" fmla="*/ 155737 w 332785"/>
                <a:gd name="connsiteY418" fmla="*/ 552457 h 652456"/>
                <a:gd name="connsiteX419" fmla="*/ 155737 w 332785"/>
                <a:gd name="connsiteY419" fmla="*/ 554096 h 652456"/>
                <a:gd name="connsiteX420" fmla="*/ 157376 w 332785"/>
                <a:gd name="connsiteY420" fmla="*/ 557374 h 652456"/>
                <a:gd name="connsiteX421" fmla="*/ 159016 w 332785"/>
                <a:gd name="connsiteY421" fmla="*/ 560653 h 652456"/>
                <a:gd name="connsiteX422" fmla="*/ 159016 w 332785"/>
                <a:gd name="connsiteY422" fmla="*/ 565571 h 652456"/>
                <a:gd name="connsiteX423" fmla="*/ 159016 w 332785"/>
                <a:gd name="connsiteY423" fmla="*/ 568850 h 652456"/>
                <a:gd name="connsiteX424" fmla="*/ 160655 w 332785"/>
                <a:gd name="connsiteY424" fmla="*/ 572128 h 652456"/>
                <a:gd name="connsiteX425" fmla="*/ 162295 w 332785"/>
                <a:gd name="connsiteY425" fmla="*/ 575407 h 652456"/>
                <a:gd name="connsiteX426" fmla="*/ 163934 w 332785"/>
                <a:gd name="connsiteY426" fmla="*/ 580325 h 652456"/>
                <a:gd name="connsiteX427" fmla="*/ 163934 w 332785"/>
                <a:gd name="connsiteY427" fmla="*/ 583604 h 652456"/>
                <a:gd name="connsiteX428" fmla="*/ 160655 w 332785"/>
                <a:gd name="connsiteY428" fmla="*/ 581965 h 652456"/>
                <a:gd name="connsiteX429" fmla="*/ 160655 w 332785"/>
                <a:gd name="connsiteY429" fmla="*/ 577047 h 652456"/>
                <a:gd name="connsiteX430" fmla="*/ 160655 w 332785"/>
                <a:gd name="connsiteY430" fmla="*/ 573768 h 652456"/>
                <a:gd name="connsiteX431" fmla="*/ 159016 w 332785"/>
                <a:gd name="connsiteY431" fmla="*/ 570489 h 652456"/>
                <a:gd name="connsiteX432" fmla="*/ 155737 w 332785"/>
                <a:gd name="connsiteY432" fmla="*/ 567211 h 652456"/>
                <a:gd name="connsiteX433" fmla="*/ 155737 w 332785"/>
                <a:gd name="connsiteY433" fmla="*/ 563932 h 652456"/>
                <a:gd name="connsiteX434" fmla="*/ 155737 w 332785"/>
                <a:gd name="connsiteY434" fmla="*/ 559014 h 652456"/>
                <a:gd name="connsiteX435" fmla="*/ 150819 w 332785"/>
                <a:gd name="connsiteY435" fmla="*/ 559014 h 652456"/>
                <a:gd name="connsiteX436" fmla="*/ 149179 w 332785"/>
                <a:gd name="connsiteY436" fmla="*/ 562293 h 652456"/>
                <a:gd name="connsiteX437" fmla="*/ 149179 w 332785"/>
                <a:gd name="connsiteY437" fmla="*/ 565571 h 652456"/>
                <a:gd name="connsiteX438" fmla="*/ 150819 w 332785"/>
                <a:gd name="connsiteY438" fmla="*/ 570489 h 652456"/>
                <a:gd name="connsiteX439" fmla="*/ 152458 w 332785"/>
                <a:gd name="connsiteY439" fmla="*/ 573768 h 652456"/>
                <a:gd name="connsiteX440" fmla="*/ 155737 w 332785"/>
                <a:gd name="connsiteY440" fmla="*/ 577047 h 652456"/>
                <a:gd name="connsiteX441" fmla="*/ 159016 w 332785"/>
                <a:gd name="connsiteY441" fmla="*/ 580325 h 652456"/>
                <a:gd name="connsiteX442" fmla="*/ 160655 w 332785"/>
                <a:gd name="connsiteY442" fmla="*/ 583604 h 652456"/>
                <a:gd name="connsiteX443" fmla="*/ 162295 w 332785"/>
                <a:gd name="connsiteY443" fmla="*/ 586883 h 652456"/>
                <a:gd name="connsiteX444" fmla="*/ 165573 w 332785"/>
                <a:gd name="connsiteY444" fmla="*/ 586883 h 652456"/>
                <a:gd name="connsiteX445" fmla="*/ 170491 w 332785"/>
                <a:gd name="connsiteY445" fmla="*/ 586883 h 652456"/>
                <a:gd name="connsiteX446" fmla="*/ 172130 w 332785"/>
                <a:gd name="connsiteY446" fmla="*/ 591801 h 652456"/>
                <a:gd name="connsiteX447" fmla="*/ 175409 w 332785"/>
                <a:gd name="connsiteY447" fmla="*/ 595080 h 652456"/>
                <a:gd name="connsiteX448" fmla="*/ 178688 w 332785"/>
                <a:gd name="connsiteY448" fmla="*/ 596718 h 652456"/>
                <a:gd name="connsiteX449" fmla="*/ 181966 w 332785"/>
                <a:gd name="connsiteY449" fmla="*/ 598358 h 652456"/>
                <a:gd name="connsiteX450" fmla="*/ 186885 w 332785"/>
                <a:gd name="connsiteY450" fmla="*/ 599997 h 652456"/>
                <a:gd name="connsiteX451" fmla="*/ 186885 w 332785"/>
                <a:gd name="connsiteY451" fmla="*/ 599997 h 652456"/>
                <a:gd name="connsiteX452" fmla="*/ 190163 w 332785"/>
                <a:gd name="connsiteY452" fmla="*/ 599997 h 652456"/>
                <a:gd name="connsiteX453" fmla="*/ 195081 w 332785"/>
                <a:gd name="connsiteY453" fmla="*/ 598358 h 652456"/>
                <a:gd name="connsiteX454" fmla="*/ 196720 w 332785"/>
                <a:gd name="connsiteY454" fmla="*/ 596718 h 652456"/>
                <a:gd name="connsiteX455" fmla="*/ 201638 w 332785"/>
                <a:gd name="connsiteY455" fmla="*/ 598358 h 652456"/>
                <a:gd name="connsiteX456" fmla="*/ 204917 w 332785"/>
                <a:gd name="connsiteY456" fmla="*/ 599997 h 652456"/>
                <a:gd name="connsiteX457" fmla="*/ 208196 w 332785"/>
                <a:gd name="connsiteY457" fmla="*/ 603276 h 652456"/>
                <a:gd name="connsiteX458" fmla="*/ 208196 w 332785"/>
                <a:gd name="connsiteY458" fmla="*/ 604915 h 652456"/>
                <a:gd name="connsiteX459" fmla="*/ 209835 w 332785"/>
                <a:gd name="connsiteY459" fmla="*/ 608194 h 652456"/>
                <a:gd name="connsiteX460" fmla="*/ 211475 w 332785"/>
                <a:gd name="connsiteY460" fmla="*/ 613112 h 652456"/>
                <a:gd name="connsiteX461" fmla="*/ 213114 w 332785"/>
                <a:gd name="connsiteY461" fmla="*/ 614751 h 652456"/>
                <a:gd name="connsiteX462" fmla="*/ 216393 w 332785"/>
                <a:gd name="connsiteY462" fmla="*/ 618030 h 652456"/>
                <a:gd name="connsiteX463" fmla="*/ 219672 w 332785"/>
                <a:gd name="connsiteY463" fmla="*/ 621309 h 652456"/>
                <a:gd name="connsiteX464" fmla="*/ 222949 w 332785"/>
                <a:gd name="connsiteY464" fmla="*/ 624587 h 652456"/>
                <a:gd name="connsiteX465" fmla="*/ 227868 w 332785"/>
                <a:gd name="connsiteY465" fmla="*/ 627866 h 652456"/>
                <a:gd name="connsiteX466" fmla="*/ 227868 w 332785"/>
                <a:gd name="connsiteY466" fmla="*/ 627866 h 652456"/>
                <a:gd name="connsiteX467" fmla="*/ 226228 w 332785"/>
                <a:gd name="connsiteY467" fmla="*/ 629505 h 652456"/>
                <a:gd name="connsiteX468" fmla="*/ 227868 w 332785"/>
                <a:gd name="connsiteY468" fmla="*/ 632784 h 652456"/>
                <a:gd name="connsiteX469" fmla="*/ 222949 w 332785"/>
                <a:gd name="connsiteY469" fmla="*/ 636063 h 652456"/>
                <a:gd name="connsiteX470" fmla="*/ 222949 w 332785"/>
                <a:gd name="connsiteY470" fmla="*/ 637702 h 652456"/>
                <a:gd name="connsiteX471" fmla="*/ 221310 w 332785"/>
                <a:gd name="connsiteY471" fmla="*/ 640981 h 652456"/>
                <a:gd name="connsiteX472" fmla="*/ 221310 w 332785"/>
                <a:gd name="connsiteY472" fmla="*/ 645899 h 652456"/>
                <a:gd name="connsiteX473" fmla="*/ 221310 w 332785"/>
                <a:gd name="connsiteY473" fmla="*/ 645899 h 652456"/>
                <a:gd name="connsiteX474" fmla="*/ 216393 w 332785"/>
                <a:gd name="connsiteY474" fmla="*/ 649177 h 652456"/>
                <a:gd name="connsiteX475" fmla="*/ 213114 w 332785"/>
                <a:gd name="connsiteY475" fmla="*/ 647538 h 652456"/>
                <a:gd name="connsiteX476" fmla="*/ 211475 w 332785"/>
                <a:gd name="connsiteY476" fmla="*/ 645899 h 652456"/>
                <a:gd name="connsiteX477" fmla="*/ 208196 w 332785"/>
                <a:gd name="connsiteY477" fmla="*/ 642620 h 652456"/>
                <a:gd name="connsiteX478" fmla="*/ 204917 w 332785"/>
                <a:gd name="connsiteY478" fmla="*/ 642620 h 652456"/>
                <a:gd name="connsiteX479" fmla="*/ 203278 w 332785"/>
                <a:gd name="connsiteY479" fmla="*/ 644260 h 652456"/>
                <a:gd name="connsiteX480" fmla="*/ 199999 w 332785"/>
                <a:gd name="connsiteY480" fmla="*/ 645899 h 652456"/>
                <a:gd name="connsiteX481" fmla="*/ 196720 w 332785"/>
                <a:gd name="connsiteY481" fmla="*/ 649177 h 652456"/>
                <a:gd name="connsiteX482" fmla="*/ 195081 w 332785"/>
                <a:gd name="connsiteY482" fmla="*/ 652456 h 652456"/>
                <a:gd name="connsiteX483" fmla="*/ 190163 w 332785"/>
                <a:gd name="connsiteY483" fmla="*/ 652456 h 652456"/>
                <a:gd name="connsiteX484" fmla="*/ 186885 w 332785"/>
                <a:gd name="connsiteY484" fmla="*/ 649177 h 652456"/>
                <a:gd name="connsiteX485" fmla="*/ 185245 w 332785"/>
                <a:gd name="connsiteY485" fmla="*/ 647538 h 652456"/>
                <a:gd name="connsiteX486" fmla="*/ 185245 w 332785"/>
                <a:gd name="connsiteY486" fmla="*/ 645899 h 652456"/>
                <a:gd name="connsiteX487" fmla="*/ 186885 w 332785"/>
                <a:gd name="connsiteY487" fmla="*/ 642620 h 652456"/>
                <a:gd name="connsiteX488" fmla="*/ 190163 w 332785"/>
                <a:gd name="connsiteY488" fmla="*/ 637702 h 652456"/>
                <a:gd name="connsiteX489" fmla="*/ 190163 w 332785"/>
                <a:gd name="connsiteY489" fmla="*/ 634424 h 652456"/>
                <a:gd name="connsiteX490" fmla="*/ 188524 w 332785"/>
                <a:gd name="connsiteY490" fmla="*/ 631145 h 652456"/>
                <a:gd name="connsiteX491" fmla="*/ 186885 w 332785"/>
                <a:gd name="connsiteY491" fmla="*/ 626227 h 652456"/>
                <a:gd name="connsiteX492" fmla="*/ 183606 w 332785"/>
                <a:gd name="connsiteY492" fmla="*/ 627866 h 652456"/>
                <a:gd name="connsiteX493" fmla="*/ 178688 w 332785"/>
                <a:gd name="connsiteY493" fmla="*/ 624587 h 652456"/>
                <a:gd name="connsiteX494" fmla="*/ 178688 w 332785"/>
                <a:gd name="connsiteY494" fmla="*/ 624587 h 652456"/>
                <a:gd name="connsiteX495" fmla="*/ 178688 w 332785"/>
                <a:gd name="connsiteY495" fmla="*/ 621309 h 652456"/>
                <a:gd name="connsiteX496" fmla="*/ 177048 w 332785"/>
                <a:gd name="connsiteY496" fmla="*/ 618030 h 652456"/>
                <a:gd name="connsiteX497" fmla="*/ 173769 w 332785"/>
                <a:gd name="connsiteY497" fmla="*/ 616391 h 652456"/>
                <a:gd name="connsiteX498" fmla="*/ 173769 w 332785"/>
                <a:gd name="connsiteY498" fmla="*/ 616391 h 652456"/>
                <a:gd name="connsiteX499" fmla="*/ 168851 w 332785"/>
                <a:gd name="connsiteY499" fmla="*/ 618030 h 652456"/>
                <a:gd name="connsiteX500" fmla="*/ 165573 w 332785"/>
                <a:gd name="connsiteY500" fmla="*/ 614751 h 652456"/>
                <a:gd name="connsiteX501" fmla="*/ 162295 w 332785"/>
                <a:gd name="connsiteY501" fmla="*/ 614751 h 652456"/>
                <a:gd name="connsiteX502" fmla="*/ 160655 w 332785"/>
                <a:gd name="connsiteY502" fmla="*/ 613112 h 652456"/>
                <a:gd name="connsiteX503" fmla="*/ 159016 w 332785"/>
                <a:gd name="connsiteY503" fmla="*/ 613112 h 652456"/>
                <a:gd name="connsiteX504" fmla="*/ 159016 w 332785"/>
                <a:gd name="connsiteY504" fmla="*/ 608194 h 652456"/>
                <a:gd name="connsiteX505" fmla="*/ 157376 w 332785"/>
                <a:gd name="connsiteY505" fmla="*/ 606555 h 652456"/>
                <a:gd name="connsiteX506" fmla="*/ 154098 w 332785"/>
                <a:gd name="connsiteY506" fmla="*/ 606555 h 652456"/>
                <a:gd name="connsiteX507" fmla="*/ 152458 w 332785"/>
                <a:gd name="connsiteY507" fmla="*/ 608194 h 652456"/>
                <a:gd name="connsiteX508" fmla="*/ 152458 w 332785"/>
                <a:gd name="connsiteY508" fmla="*/ 611473 h 652456"/>
                <a:gd name="connsiteX509" fmla="*/ 152458 w 332785"/>
                <a:gd name="connsiteY509" fmla="*/ 614751 h 652456"/>
                <a:gd name="connsiteX510" fmla="*/ 150819 w 332785"/>
                <a:gd name="connsiteY510" fmla="*/ 618030 h 652456"/>
                <a:gd name="connsiteX511" fmla="*/ 149179 w 332785"/>
                <a:gd name="connsiteY511" fmla="*/ 614751 h 652456"/>
                <a:gd name="connsiteX512" fmla="*/ 145901 w 332785"/>
                <a:gd name="connsiteY512" fmla="*/ 613112 h 652456"/>
                <a:gd name="connsiteX513" fmla="*/ 145901 w 332785"/>
                <a:gd name="connsiteY513" fmla="*/ 613112 h 652456"/>
                <a:gd name="connsiteX514" fmla="*/ 144261 w 332785"/>
                <a:gd name="connsiteY514" fmla="*/ 608194 h 652456"/>
                <a:gd name="connsiteX515" fmla="*/ 140983 w 332785"/>
                <a:gd name="connsiteY515" fmla="*/ 604915 h 652456"/>
                <a:gd name="connsiteX516" fmla="*/ 137705 w 332785"/>
                <a:gd name="connsiteY516" fmla="*/ 601637 h 652456"/>
                <a:gd name="connsiteX517" fmla="*/ 132786 w 332785"/>
                <a:gd name="connsiteY517" fmla="*/ 598358 h 652456"/>
                <a:gd name="connsiteX518" fmla="*/ 134426 w 332785"/>
                <a:gd name="connsiteY518" fmla="*/ 595080 h 652456"/>
                <a:gd name="connsiteX519" fmla="*/ 132786 w 332785"/>
                <a:gd name="connsiteY519" fmla="*/ 591801 h 652456"/>
                <a:gd name="connsiteX520" fmla="*/ 134426 w 332785"/>
                <a:gd name="connsiteY520" fmla="*/ 586883 h 652456"/>
                <a:gd name="connsiteX521" fmla="*/ 134426 w 332785"/>
                <a:gd name="connsiteY521" fmla="*/ 588522 h 652456"/>
                <a:gd name="connsiteX522" fmla="*/ 132786 w 332785"/>
                <a:gd name="connsiteY522" fmla="*/ 588522 h 652456"/>
                <a:gd name="connsiteX523" fmla="*/ 129508 w 332785"/>
                <a:gd name="connsiteY523" fmla="*/ 586883 h 652456"/>
                <a:gd name="connsiteX524" fmla="*/ 127868 w 332785"/>
                <a:gd name="connsiteY524" fmla="*/ 583604 h 652456"/>
                <a:gd name="connsiteX525" fmla="*/ 127868 w 332785"/>
                <a:gd name="connsiteY525" fmla="*/ 580325 h 652456"/>
                <a:gd name="connsiteX526" fmla="*/ 126229 w 332785"/>
                <a:gd name="connsiteY526" fmla="*/ 577047 h 652456"/>
                <a:gd name="connsiteX527" fmla="*/ 124589 w 332785"/>
                <a:gd name="connsiteY527" fmla="*/ 580325 h 652456"/>
                <a:gd name="connsiteX528" fmla="*/ 121311 w 332785"/>
                <a:gd name="connsiteY528" fmla="*/ 580325 h 652456"/>
                <a:gd name="connsiteX529" fmla="*/ 119671 w 332785"/>
                <a:gd name="connsiteY529" fmla="*/ 577047 h 652456"/>
                <a:gd name="connsiteX530" fmla="*/ 118032 w 332785"/>
                <a:gd name="connsiteY530" fmla="*/ 572128 h 652456"/>
                <a:gd name="connsiteX531" fmla="*/ 116393 w 332785"/>
                <a:gd name="connsiteY531" fmla="*/ 568850 h 652456"/>
                <a:gd name="connsiteX532" fmla="*/ 114754 w 332785"/>
                <a:gd name="connsiteY532" fmla="*/ 565571 h 652456"/>
                <a:gd name="connsiteX533" fmla="*/ 114754 w 332785"/>
                <a:gd name="connsiteY533" fmla="*/ 563932 h 652456"/>
                <a:gd name="connsiteX534" fmla="*/ 111475 w 332785"/>
                <a:gd name="connsiteY534" fmla="*/ 562293 h 652456"/>
                <a:gd name="connsiteX535" fmla="*/ 108196 w 332785"/>
                <a:gd name="connsiteY535" fmla="*/ 562293 h 652456"/>
                <a:gd name="connsiteX536" fmla="*/ 106557 w 332785"/>
                <a:gd name="connsiteY536" fmla="*/ 559014 h 652456"/>
                <a:gd name="connsiteX537" fmla="*/ 106557 w 332785"/>
                <a:gd name="connsiteY537" fmla="*/ 555735 h 652456"/>
                <a:gd name="connsiteX538" fmla="*/ 103278 w 332785"/>
                <a:gd name="connsiteY538" fmla="*/ 552457 h 652456"/>
                <a:gd name="connsiteX539" fmla="*/ 101639 w 332785"/>
                <a:gd name="connsiteY539" fmla="*/ 547538 h 652456"/>
                <a:gd name="connsiteX540" fmla="*/ 101639 w 332785"/>
                <a:gd name="connsiteY540" fmla="*/ 547538 h 652456"/>
                <a:gd name="connsiteX541" fmla="*/ 98360 w 332785"/>
                <a:gd name="connsiteY541" fmla="*/ 547538 h 652456"/>
                <a:gd name="connsiteX542" fmla="*/ 95081 w 332785"/>
                <a:gd name="connsiteY542" fmla="*/ 544260 h 652456"/>
                <a:gd name="connsiteX543" fmla="*/ 95081 w 332785"/>
                <a:gd name="connsiteY543" fmla="*/ 540981 h 652456"/>
                <a:gd name="connsiteX544" fmla="*/ 91802 w 332785"/>
                <a:gd name="connsiteY544" fmla="*/ 536063 h 652456"/>
                <a:gd name="connsiteX545" fmla="*/ 90164 w 332785"/>
                <a:gd name="connsiteY545" fmla="*/ 532784 h 652456"/>
                <a:gd name="connsiteX546" fmla="*/ 86885 w 332785"/>
                <a:gd name="connsiteY546" fmla="*/ 532784 h 652456"/>
                <a:gd name="connsiteX547" fmla="*/ 83606 w 332785"/>
                <a:gd name="connsiteY547" fmla="*/ 536063 h 652456"/>
                <a:gd name="connsiteX548" fmla="*/ 83606 w 332785"/>
                <a:gd name="connsiteY548" fmla="*/ 539342 h 652456"/>
                <a:gd name="connsiteX549" fmla="*/ 81967 w 332785"/>
                <a:gd name="connsiteY549" fmla="*/ 542621 h 652456"/>
                <a:gd name="connsiteX550" fmla="*/ 78688 w 332785"/>
                <a:gd name="connsiteY550" fmla="*/ 540981 h 652456"/>
                <a:gd name="connsiteX551" fmla="*/ 75409 w 332785"/>
                <a:gd name="connsiteY551" fmla="*/ 537703 h 652456"/>
                <a:gd name="connsiteX552" fmla="*/ 75409 w 332785"/>
                <a:gd name="connsiteY552" fmla="*/ 532784 h 652456"/>
                <a:gd name="connsiteX553" fmla="*/ 73770 w 332785"/>
                <a:gd name="connsiteY553" fmla="*/ 529506 h 652456"/>
                <a:gd name="connsiteX554" fmla="*/ 72131 w 332785"/>
                <a:gd name="connsiteY554" fmla="*/ 526227 h 652456"/>
                <a:gd name="connsiteX555" fmla="*/ 73770 w 332785"/>
                <a:gd name="connsiteY555" fmla="*/ 522948 h 652456"/>
                <a:gd name="connsiteX556" fmla="*/ 73770 w 332785"/>
                <a:gd name="connsiteY556" fmla="*/ 518031 h 652456"/>
                <a:gd name="connsiteX557" fmla="*/ 73770 w 332785"/>
                <a:gd name="connsiteY557" fmla="*/ 514752 h 652456"/>
                <a:gd name="connsiteX558" fmla="*/ 73770 w 332785"/>
                <a:gd name="connsiteY558" fmla="*/ 511473 h 652456"/>
                <a:gd name="connsiteX559" fmla="*/ 75409 w 332785"/>
                <a:gd name="connsiteY559" fmla="*/ 506555 h 652456"/>
                <a:gd name="connsiteX560" fmla="*/ 75409 w 332785"/>
                <a:gd name="connsiteY560" fmla="*/ 503277 h 652456"/>
                <a:gd name="connsiteX561" fmla="*/ 77049 w 332785"/>
                <a:gd name="connsiteY561" fmla="*/ 499998 h 652456"/>
                <a:gd name="connsiteX562" fmla="*/ 77049 w 332785"/>
                <a:gd name="connsiteY562" fmla="*/ 495080 h 652456"/>
                <a:gd name="connsiteX563" fmla="*/ 77049 w 332785"/>
                <a:gd name="connsiteY563" fmla="*/ 491801 h 652456"/>
                <a:gd name="connsiteX564" fmla="*/ 77049 w 332785"/>
                <a:gd name="connsiteY564" fmla="*/ 490162 h 652456"/>
                <a:gd name="connsiteX565" fmla="*/ 78688 w 332785"/>
                <a:gd name="connsiteY565" fmla="*/ 486883 h 652456"/>
                <a:gd name="connsiteX566" fmla="*/ 78688 w 332785"/>
                <a:gd name="connsiteY566" fmla="*/ 481965 h 652456"/>
                <a:gd name="connsiteX567" fmla="*/ 80328 w 332785"/>
                <a:gd name="connsiteY567" fmla="*/ 478687 h 652456"/>
                <a:gd name="connsiteX568" fmla="*/ 81967 w 332785"/>
                <a:gd name="connsiteY568" fmla="*/ 475408 h 652456"/>
                <a:gd name="connsiteX569" fmla="*/ 81967 w 332785"/>
                <a:gd name="connsiteY569" fmla="*/ 470490 h 652456"/>
                <a:gd name="connsiteX570" fmla="*/ 81967 w 332785"/>
                <a:gd name="connsiteY570" fmla="*/ 467211 h 652456"/>
                <a:gd name="connsiteX571" fmla="*/ 85246 w 332785"/>
                <a:gd name="connsiteY571" fmla="*/ 463933 h 652456"/>
                <a:gd name="connsiteX572" fmla="*/ 83606 w 332785"/>
                <a:gd name="connsiteY572" fmla="*/ 460654 h 652456"/>
                <a:gd name="connsiteX573" fmla="*/ 85246 w 332785"/>
                <a:gd name="connsiteY573" fmla="*/ 457375 h 652456"/>
                <a:gd name="connsiteX574" fmla="*/ 86885 w 332785"/>
                <a:gd name="connsiteY574" fmla="*/ 454096 h 652456"/>
                <a:gd name="connsiteX575" fmla="*/ 88525 w 332785"/>
                <a:gd name="connsiteY575" fmla="*/ 449178 h 652456"/>
                <a:gd name="connsiteX576" fmla="*/ 88525 w 332785"/>
                <a:gd name="connsiteY576" fmla="*/ 445900 h 652456"/>
                <a:gd name="connsiteX577" fmla="*/ 88525 w 332785"/>
                <a:gd name="connsiteY577" fmla="*/ 445900 h 652456"/>
                <a:gd name="connsiteX578" fmla="*/ 88525 w 332785"/>
                <a:gd name="connsiteY578" fmla="*/ 442621 h 652456"/>
                <a:gd name="connsiteX579" fmla="*/ 91802 w 332785"/>
                <a:gd name="connsiteY579" fmla="*/ 437703 h 652456"/>
                <a:gd name="connsiteX580" fmla="*/ 88525 w 332785"/>
                <a:gd name="connsiteY580" fmla="*/ 434424 h 652456"/>
                <a:gd name="connsiteX581" fmla="*/ 88525 w 332785"/>
                <a:gd name="connsiteY581" fmla="*/ 431146 h 652456"/>
                <a:gd name="connsiteX582" fmla="*/ 91802 w 332785"/>
                <a:gd name="connsiteY582" fmla="*/ 427867 h 652456"/>
                <a:gd name="connsiteX583" fmla="*/ 93442 w 332785"/>
                <a:gd name="connsiteY583" fmla="*/ 427867 h 652456"/>
                <a:gd name="connsiteX584" fmla="*/ 96721 w 332785"/>
                <a:gd name="connsiteY584" fmla="*/ 424588 h 652456"/>
                <a:gd name="connsiteX585" fmla="*/ 96721 w 332785"/>
                <a:gd name="connsiteY585" fmla="*/ 421310 h 652456"/>
                <a:gd name="connsiteX586" fmla="*/ 99999 w 332785"/>
                <a:gd name="connsiteY586" fmla="*/ 416391 h 652456"/>
                <a:gd name="connsiteX587" fmla="*/ 101639 w 332785"/>
                <a:gd name="connsiteY587" fmla="*/ 416391 h 652456"/>
                <a:gd name="connsiteX588" fmla="*/ 104918 w 332785"/>
                <a:gd name="connsiteY588" fmla="*/ 411474 h 652456"/>
                <a:gd name="connsiteX589" fmla="*/ 106557 w 332785"/>
                <a:gd name="connsiteY589" fmla="*/ 408195 h 652456"/>
                <a:gd name="connsiteX590" fmla="*/ 108196 w 332785"/>
                <a:gd name="connsiteY590" fmla="*/ 404916 h 652456"/>
                <a:gd name="connsiteX591" fmla="*/ 108196 w 332785"/>
                <a:gd name="connsiteY591" fmla="*/ 403277 h 652456"/>
                <a:gd name="connsiteX592" fmla="*/ 109836 w 332785"/>
                <a:gd name="connsiteY592" fmla="*/ 399998 h 652456"/>
                <a:gd name="connsiteX593" fmla="*/ 111475 w 332785"/>
                <a:gd name="connsiteY593" fmla="*/ 396720 h 652456"/>
                <a:gd name="connsiteX594" fmla="*/ 111475 w 332785"/>
                <a:gd name="connsiteY594" fmla="*/ 391802 h 652456"/>
                <a:gd name="connsiteX595" fmla="*/ 116393 w 332785"/>
                <a:gd name="connsiteY595" fmla="*/ 388523 h 652456"/>
                <a:gd name="connsiteX596" fmla="*/ 118032 w 332785"/>
                <a:gd name="connsiteY596" fmla="*/ 385244 h 652456"/>
                <a:gd name="connsiteX597" fmla="*/ 118032 w 332785"/>
                <a:gd name="connsiteY597" fmla="*/ 381966 h 652456"/>
                <a:gd name="connsiteX598" fmla="*/ 114754 w 332785"/>
                <a:gd name="connsiteY598" fmla="*/ 377047 h 652456"/>
                <a:gd name="connsiteX599" fmla="*/ 116393 w 332785"/>
                <a:gd name="connsiteY599" fmla="*/ 373769 h 652456"/>
                <a:gd name="connsiteX600" fmla="*/ 113115 w 332785"/>
                <a:gd name="connsiteY600" fmla="*/ 370490 h 652456"/>
                <a:gd name="connsiteX601" fmla="*/ 113115 w 332785"/>
                <a:gd name="connsiteY601" fmla="*/ 367212 h 652456"/>
                <a:gd name="connsiteX602" fmla="*/ 109836 w 332785"/>
                <a:gd name="connsiteY602" fmla="*/ 362294 h 652456"/>
                <a:gd name="connsiteX603" fmla="*/ 108196 w 332785"/>
                <a:gd name="connsiteY603" fmla="*/ 359015 h 652456"/>
                <a:gd name="connsiteX604" fmla="*/ 108196 w 332785"/>
                <a:gd name="connsiteY604" fmla="*/ 354097 h 652456"/>
                <a:gd name="connsiteX605" fmla="*/ 108196 w 332785"/>
                <a:gd name="connsiteY605" fmla="*/ 350818 h 652456"/>
                <a:gd name="connsiteX606" fmla="*/ 108196 w 332785"/>
                <a:gd name="connsiteY606" fmla="*/ 347540 h 652456"/>
                <a:gd name="connsiteX607" fmla="*/ 103278 w 332785"/>
                <a:gd name="connsiteY607" fmla="*/ 344261 h 652456"/>
                <a:gd name="connsiteX608" fmla="*/ 99999 w 332785"/>
                <a:gd name="connsiteY608" fmla="*/ 340982 h 652456"/>
                <a:gd name="connsiteX609" fmla="*/ 98360 w 332785"/>
                <a:gd name="connsiteY609" fmla="*/ 337703 h 652456"/>
                <a:gd name="connsiteX610" fmla="*/ 96721 w 332785"/>
                <a:gd name="connsiteY610" fmla="*/ 334425 h 652456"/>
                <a:gd name="connsiteX611" fmla="*/ 96721 w 332785"/>
                <a:gd name="connsiteY611" fmla="*/ 329507 h 652456"/>
                <a:gd name="connsiteX612" fmla="*/ 93442 w 332785"/>
                <a:gd name="connsiteY612" fmla="*/ 326228 h 652456"/>
                <a:gd name="connsiteX613" fmla="*/ 93442 w 332785"/>
                <a:gd name="connsiteY613" fmla="*/ 322950 h 652456"/>
                <a:gd name="connsiteX614" fmla="*/ 96721 w 332785"/>
                <a:gd name="connsiteY614" fmla="*/ 319671 h 652456"/>
                <a:gd name="connsiteX615" fmla="*/ 95081 w 332785"/>
                <a:gd name="connsiteY615" fmla="*/ 316392 h 652456"/>
                <a:gd name="connsiteX616" fmla="*/ 95081 w 332785"/>
                <a:gd name="connsiteY616" fmla="*/ 314753 h 652456"/>
                <a:gd name="connsiteX617" fmla="*/ 95081 w 332785"/>
                <a:gd name="connsiteY617" fmla="*/ 311474 h 652456"/>
                <a:gd name="connsiteX618" fmla="*/ 95081 w 332785"/>
                <a:gd name="connsiteY618" fmla="*/ 308195 h 652456"/>
                <a:gd name="connsiteX619" fmla="*/ 93442 w 332785"/>
                <a:gd name="connsiteY619" fmla="*/ 303277 h 652456"/>
                <a:gd name="connsiteX620" fmla="*/ 93442 w 332785"/>
                <a:gd name="connsiteY620" fmla="*/ 299999 h 652456"/>
                <a:gd name="connsiteX621" fmla="*/ 93442 w 332785"/>
                <a:gd name="connsiteY621" fmla="*/ 296720 h 652456"/>
                <a:gd name="connsiteX622" fmla="*/ 90164 w 332785"/>
                <a:gd name="connsiteY622" fmla="*/ 293441 h 652456"/>
                <a:gd name="connsiteX623" fmla="*/ 88525 w 332785"/>
                <a:gd name="connsiteY623" fmla="*/ 288523 h 652456"/>
                <a:gd name="connsiteX624" fmla="*/ 85246 w 332785"/>
                <a:gd name="connsiteY624" fmla="*/ 285245 h 652456"/>
                <a:gd name="connsiteX625" fmla="*/ 83606 w 332785"/>
                <a:gd name="connsiteY625" fmla="*/ 281966 h 652456"/>
                <a:gd name="connsiteX626" fmla="*/ 80328 w 332785"/>
                <a:gd name="connsiteY626" fmla="*/ 278687 h 652456"/>
                <a:gd name="connsiteX627" fmla="*/ 77049 w 332785"/>
                <a:gd name="connsiteY627" fmla="*/ 275409 h 652456"/>
                <a:gd name="connsiteX628" fmla="*/ 73770 w 332785"/>
                <a:gd name="connsiteY628" fmla="*/ 272130 h 652456"/>
                <a:gd name="connsiteX629" fmla="*/ 70491 w 332785"/>
                <a:gd name="connsiteY629" fmla="*/ 270491 h 652456"/>
                <a:gd name="connsiteX630" fmla="*/ 67212 w 332785"/>
                <a:gd name="connsiteY630" fmla="*/ 267212 h 652456"/>
                <a:gd name="connsiteX631" fmla="*/ 65573 w 332785"/>
                <a:gd name="connsiteY631" fmla="*/ 263933 h 652456"/>
                <a:gd name="connsiteX632" fmla="*/ 62295 w 332785"/>
                <a:gd name="connsiteY632" fmla="*/ 259015 h 652456"/>
                <a:gd name="connsiteX633" fmla="*/ 59016 w 332785"/>
                <a:gd name="connsiteY633" fmla="*/ 255737 h 652456"/>
                <a:gd name="connsiteX634" fmla="*/ 55738 w 332785"/>
                <a:gd name="connsiteY634" fmla="*/ 252458 h 652456"/>
                <a:gd name="connsiteX635" fmla="*/ 52459 w 332785"/>
                <a:gd name="connsiteY635" fmla="*/ 247540 h 652456"/>
                <a:gd name="connsiteX636" fmla="*/ 52459 w 332785"/>
                <a:gd name="connsiteY636" fmla="*/ 244261 h 652456"/>
                <a:gd name="connsiteX637" fmla="*/ 50819 w 332785"/>
                <a:gd name="connsiteY637" fmla="*/ 240983 h 652456"/>
                <a:gd name="connsiteX638" fmla="*/ 50819 w 332785"/>
                <a:gd name="connsiteY638" fmla="*/ 240983 h 652456"/>
                <a:gd name="connsiteX639" fmla="*/ 49180 w 332785"/>
                <a:gd name="connsiteY639" fmla="*/ 236065 h 652456"/>
                <a:gd name="connsiteX640" fmla="*/ 50819 w 332785"/>
                <a:gd name="connsiteY640" fmla="*/ 232786 h 652456"/>
                <a:gd name="connsiteX641" fmla="*/ 49180 w 332785"/>
                <a:gd name="connsiteY641" fmla="*/ 229507 h 652456"/>
                <a:gd name="connsiteX642" fmla="*/ 52459 w 332785"/>
                <a:gd name="connsiteY642" fmla="*/ 227868 h 652456"/>
                <a:gd name="connsiteX643" fmla="*/ 57377 w 332785"/>
                <a:gd name="connsiteY643" fmla="*/ 229507 h 652456"/>
                <a:gd name="connsiteX644" fmla="*/ 57377 w 332785"/>
                <a:gd name="connsiteY644" fmla="*/ 229507 h 652456"/>
                <a:gd name="connsiteX645" fmla="*/ 57377 w 332785"/>
                <a:gd name="connsiteY645" fmla="*/ 224589 h 652456"/>
                <a:gd name="connsiteX646" fmla="*/ 60656 w 332785"/>
                <a:gd name="connsiteY646" fmla="*/ 224589 h 652456"/>
                <a:gd name="connsiteX647" fmla="*/ 62295 w 332785"/>
                <a:gd name="connsiteY647" fmla="*/ 219671 h 652456"/>
                <a:gd name="connsiteX648" fmla="*/ 62295 w 332785"/>
                <a:gd name="connsiteY648" fmla="*/ 216393 h 652456"/>
                <a:gd name="connsiteX649" fmla="*/ 60656 w 332785"/>
                <a:gd name="connsiteY649" fmla="*/ 211475 h 652456"/>
                <a:gd name="connsiteX650" fmla="*/ 62295 w 332785"/>
                <a:gd name="connsiteY650" fmla="*/ 211475 h 652456"/>
                <a:gd name="connsiteX651" fmla="*/ 60656 w 332785"/>
                <a:gd name="connsiteY651" fmla="*/ 208196 h 652456"/>
                <a:gd name="connsiteX652" fmla="*/ 62295 w 332785"/>
                <a:gd name="connsiteY652" fmla="*/ 203278 h 652456"/>
                <a:gd name="connsiteX653" fmla="*/ 60656 w 332785"/>
                <a:gd name="connsiteY653" fmla="*/ 199999 h 652456"/>
                <a:gd name="connsiteX654" fmla="*/ 60656 w 332785"/>
                <a:gd name="connsiteY654" fmla="*/ 196720 h 652456"/>
                <a:gd name="connsiteX655" fmla="*/ 59016 w 332785"/>
                <a:gd name="connsiteY655" fmla="*/ 193442 h 652456"/>
                <a:gd name="connsiteX656" fmla="*/ 63935 w 332785"/>
                <a:gd name="connsiteY656" fmla="*/ 190163 h 652456"/>
                <a:gd name="connsiteX657" fmla="*/ 67212 w 332785"/>
                <a:gd name="connsiteY657" fmla="*/ 190163 h 652456"/>
                <a:gd name="connsiteX658" fmla="*/ 68852 w 332785"/>
                <a:gd name="connsiteY658" fmla="*/ 186885 h 652456"/>
                <a:gd name="connsiteX659" fmla="*/ 72131 w 332785"/>
                <a:gd name="connsiteY659" fmla="*/ 183606 h 652456"/>
                <a:gd name="connsiteX660" fmla="*/ 72131 w 332785"/>
                <a:gd name="connsiteY660" fmla="*/ 180327 h 652456"/>
                <a:gd name="connsiteX661" fmla="*/ 68852 w 332785"/>
                <a:gd name="connsiteY661" fmla="*/ 175409 h 652456"/>
                <a:gd name="connsiteX662" fmla="*/ 67212 w 332785"/>
                <a:gd name="connsiteY662" fmla="*/ 180327 h 652456"/>
                <a:gd name="connsiteX663" fmla="*/ 63935 w 332785"/>
                <a:gd name="connsiteY663" fmla="*/ 183606 h 652456"/>
                <a:gd name="connsiteX664" fmla="*/ 62295 w 332785"/>
                <a:gd name="connsiteY664" fmla="*/ 180327 h 652456"/>
                <a:gd name="connsiteX665" fmla="*/ 60656 w 332785"/>
                <a:gd name="connsiteY665" fmla="*/ 175409 h 652456"/>
                <a:gd name="connsiteX666" fmla="*/ 57377 w 332785"/>
                <a:gd name="connsiteY666" fmla="*/ 172130 h 652456"/>
                <a:gd name="connsiteX667" fmla="*/ 55738 w 332785"/>
                <a:gd name="connsiteY667" fmla="*/ 168852 h 652456"/>
                <a:gd name="connsiteX668" fmla="*/ 54098 w 332785"/>
                <a:gd name="connsiteY668" fmla="*/ 165573 h 652456"/>
                <a:gd name="connsiteX669" fmla="*/ 54098 w 332785"/>
                <a:gd name="connsiteY669" fmla="*/ 162294 h 652456"/>
                <a:gd name="connsiteX670" fmla="*/ 54098 w 332785"/>
                <a:gd name="connsiteY670" fmla="*/ 157376 h 652456"/>
                <a:gd name="connsiteX671" fmla="*/ 52459 w 332785"/>
                <a:gd name="connsiteY671" fmla="*/ 154098 h 652456"/>
                <a:gd name="connsiteX672" fmla="*/ 49180 w 332785"/>
                <a:gd name="connsiteY672" fmla="*/ 150819 h 652456"/>
                <a:gd name="connsiteX673" fmla="*/ 45901 w 332785"/>
                <a:gd name="connsiteY673" fmla="*/ 149180 h 652456"/>
                <a:gd name="connsiteX674" fmla="*/ 44262 w 332785"/>
                <a:gd name="connsiteY674" fmla="*/ 149180 h 652456"/>
                <a:gd name="connsiteX675" fmla="*/ 42622 w 332785"/>
                <a:gd name="connsiteY675" fmla="*/ 144262 h 652456"/>
                <a:gd name="connsiteX676" fmla="*/ 39344 w 332785"/>
                <a:gd name="connsiteY676" fmla="*/ 140983 h 652456"/>
                <a:gd name="connsiteX677" fmla="*/ 36066 w 332785"/>
                <a:gd name="connsiteY677" fmla="*/ 137704 h 652456"/>
                <a:gd name="connsiteX678" fmla="*/ 32787 w 332785"/>
                <a:gd name="connsiteY678" fmla="*/ 134426 h 652456"/>
                <a:gd name="connsiteX679" fmla="*/ 31148 w 332785"/>
                <a:gd name="connsiteY679" fmla="*/ 129508 h 652456"/>
                <a:gd name="connsiteX680" fmla="*/ 27869 w 332785"/>
                <a:gd name="connsiteY680" fmla="*/ 127868 h 652456"/>
                <a:gd name="connsiteX681" fmla="*/ 22951 w 332785"/>
                <a:gd name="connsiteY681" fmla="*/ 124590 h 652456"/>
                <a:gd name="connsiteX682" fmla="*/ 21311 w 332785"/>
                <a:gd name="connsiteY682" fmla="*/ 119672 h 652456"/>
                <a:gd name="connsiteX683" fmla="*/ 18032 w 332785"/>
                <a:gd name="connsiteY683" fmla="*/ 116393 h 652456"/>
                <a:gd name="connsiteX684" fmla="*/ 16393 w 332785"/>
                <a:gd name="connsiteY684" fmla="*/ 116393 h 652456"/>
                <a:gd name="connsiteX685" fmla="*/ 16393 w 332785"/>
                <a:gd name="connsiteY685" fmla="*/ 114754 h 652456"/>
                <a:gd name="connsiteX686" fmla="*/ 18032 w 332785"/>
                <a:gd name="connsiteY686" fmla="*/ 109836 h 652456"/>
                <a:gd name="connsiteX687" fmla="*/ 16393 w 332785"/>
                <a:gd name="connsiteY687" fmla="*/ 106557 h 652456"/>
                <a:gd name="connsiteX688" fmla="*/ 14754 w 332785"/>
                <a:gd name="connsiteY688" fmla="*/ 103278 h 652456"/>
                <a:gd name="connsiteX689" fmla="*/ 13114 w 332785"/>
                <a:gd name="connsiteY689" fmla="*/ 98360 h 652456"/>
                <a:gd name="connsiteX690" fmla="*/ 13114 w 332785"/>
                <a:gd name="connsiteY690" fmla="*/ 95082 h 652456"/>
                <a:gd name="connsiteX691" fmla="*/ 8197 w 332785"/>
                <a:gd name="connsiteY691" fmla="*/ 95082 h 652456"/>
                <a:gd name="connsiteX692" fmla="*/ 4918 w 332785"/>
                <a:gd name="connsiteY692" fmla="*/ 93442 h 652456"/>
                <a:gd name="connsiteX693" fmla="*/ 3279 w 332785"/>
                <a:gd name="connsiteY693" fmla="*/ 90164 h 652456"/>
                <a:gd name="connsiteX694" fmla="*/ 1639 w 332785"/>
                <a:gd name="connsiteY694" fmla="*/ 86885 h 652456"/>
                <a:gd name="connsiteX695" fmla="*/ 0 w 332785"/>
                <a:gd name="connsiteY695" fmla="*/ 81967 h 65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</a:cxnLst>
              <a:rect l="l" t="t" r="r" b="b"/>
              <a:pathLst>
                <a:path w="332785" h="652456">
                  <a:moveTo>
                    <a:pt x="0" y="81967"/>
                  </a:moveTo>
                  <a:lnTo>
                    <a:pt x="0" y="83606"/>
                  </a:lnTo>
                  <a:lnTo>
                    <a:pt x="4918" y="86885"/>
                  </a:lnTo>
                  <a:lnTo>
                    <a:pt x="8197" y="85246"/>
                  </a:lnTo>
                  <a:lnTo>
                    <a:pt x="11476" y="83606"/>
                  </a:lnTo>
                  <a:lnTo>
                    <a:pt x="14754" y="83606"/>
                  </a:lnTo>
                  <a:lnTo>
                    <a:pt x="16393" y="78688"/>
                  </a:lnTo>
                  <a:lnTo>
                    <a:pt x="14754" y="75410"/>
                  </a:lnTo>
                  <a:lnTo>
                    <a:pt x="13114" y="70492"/>
                  </a:lnTo>
                  <a:lnTo>
                    <a:pt x="9836" y="67213"/>
                  </a:lnTo>
                  <a:lnTo>
                    <a:pt x="11476" y="63934"/>
                  </a:lnTo>
                  <a:lnTo>
                    <a:pt x="14754" y="60656"/>
                  </a:lnTo>
                  <a:lnTo>
                    <a:pt x="14754" y="55738"/>
                  </a:lnTo>
                  <a:lnTo>
                    <a:pt x="14754" y="54098"/>
                  </a:lnTo>
                  <a:lnTo>
                    <a:pt x="14754" y="50820"/>
                  </a:lnTo>
                  <a:lnTo>
                    <a:pt x="13114" y="47541"/>
                  </a:lnTo>
                  <a:lnTo>
                    <a:pt x="13114" y="42623"/>
                  </a:lnTo>
                  <a:lnTo>
                    <a:pt x="13114" y="39344"/>
                  </a:lnTo>
                  <a:lnTo>
                    <a:pt x="13114" y="39344"/>
                  </a:lnTo>
                  <a:lnTo>
                    <a:pt x="18032" y="37705"/>
                  </a:lnTo>
                  <a:lnTo>
                    <a:pt x="19672" y="32787"/>
                  </a:lnTo>
                  <a:lnTo>
                    <a:pt x="19672" y="29508"/>
                  </a:lnTo>
                  <a:lnTo>
                    <a:pt x="22951" y="29508"/>
                  </a:lnTo>
                  <a:lnTo>
                    <a:pt x="26229" y="32787"/>
                  </a:lnTo>
                  <a:lnTo>
                    <a:pt x="29508" y="34426"/>
                  </a:lnTo>
                  <a:lnTo>
                    <a:pt x="34426" y="32787"/>
                  </a:lnTo>
                  <a:lnTo>
                    <a:pt x="36066" y="32787"/>
                  </a:lnTo>
                  <a:lnTo>
                    <a:pt x="39344" y="34426"/>
                  </a:lnTo>
                  <a:lnTo>
                    <a:pt x="40983" y="32787"/>
                  </a:lnTo>
                  <a:lnTo>
                    <a:pt x="45901" y="31148"/>
                  </a:lnTo>
                  <a:lnTo>
                    <a:pt x="49180" y="27869"/>
                  </a:lnTo>
                  <a:lnTo>
                    <a:pt x="52459" y="31148"/>
                  </a:lnTo>
                  <a:lnTo>
                    <a:pt x="54098" y="29508"/>
                  </a:lnTo>
                  <a:lnTo>
                    <a:pt x="55738" y="26229"/>
                  </a:lnTo>
                  <a:lnTo>
                    <a:pt x="55738" y="22951"/>
                  </a:lnTo>
                  <a:lnTo>
                    <a:pt x="55738" y="19672"/>
                  </a:lnTo>
                  <a:lnTo>
                    <a:pt x="55738" y="16393"/>
                  </a:lnTo>
                  <a:lnTo>
                    <a:pt x="59016" y="14754"/>
                  </a:lnTo>
                  <a:lnTo>
                    <a:pt x="62295" y="14754"/>
                  </a:lnTo>
                  <a:lnTo>
                    <a:pt x="65573" y="16393"/>
                  </a:lnTo>
                  <a:lnTo>
                    <a:pt x="70491" y="16393"/>
                  </a:lnTo>
                  <a:lnTo>
                    <a:pt x="72131" y="13115"/>
                  </a:lnTo>
                  <a:lnTo>
                    <a:pt x="72131" y="9836"/>
                  </a:lnTo>
                  <a:lnTo>
                    <a:pt x="70491" y="6557"/>
                  </a:lnTo>
                  <a:lnTo>
                    <a:pt x="75409" y="4918"/>
                  </a:lnTo>
                  <a:lnTo>
                    <a:pt x="77049" y="6557"/>
                  </a:lnTo>
                  <a:lnTo>
                    <a:pt x="80328" y="4918"/>
                  </a:lnTo>
                  <a:lnTo>
                    <a:pt x="83606" y="1639"/>
                  </a:lnTo>
                  <a:lnTo>
                    <a:pt x="85246" y="0"/>
                  </a:lnTo>
                  <a:lnTo>
                    <a:pt x="88525" y="0"/>
                  </a:lnTo>
                  <a:lnTo>
                    <a:pt x="90164" y="1639"/>
                  </a:lnTo>
                  <a:lnTo>
                    <a:pt x="93442" y="4918"/>
                  </a:lnTo>
                  <a:lnTo>
                    <a:pt x="93442" y="4918"/>
                  </a:lnTo>
                  <a:lnTo>
                    <a:pt x="93442" y="8197"/>
                  </a:lnTo>
                  <a:lnTo>
                    <a:pt x="98360" y="6557"/>
                  </a:lnTo>
                  <a:lnTo>
                    <a:pt x="99999" y="3279"/>
                  </a:lnTo>
                  <a:lnTo>
                    <a:pt x="103278" y="3279"/>
                  </a:lnTo>
                  <a:lnTo>
                    <a:pt x="103278" y="3279"/>
                  </a:lnTo>
                  <a:lnTo>
                    <a:pt x="104918" y="8197"/>
                  </a:lnTo>
                  <a:lnTo>
                    <a:pt x="108196" y="11476"/>
                  </a:lnTo>
                  <a:lnTo>
                    <a:pt x="111475" y="13115"/>
                  </a:lnTo>
                  <a:lnTo>
                    <a:pt x="113115" y="13115"/>
                  </a:lnTo>
                  <a:lnTo>
                    <a:pt x="113115" y="16393"/>
                  </a:lnTo>
                  <a:lnTo>
                    <a:pt x="113115" y="19672"/>
                  </a:lnTo>
                  <a:lnTo>
                    <a:pt x="111475" y="22951"/>
                  </a:lnTo>
                  <a:lnTo>
                    <a:pt x="109836" y="27869"/>
                  </a:lnTo>
                  <a:lnTo>
                    <a:pt x="108196" y="31148"/>
                  </a:lnTo>
                  <a:lnTo>
                    <a:pt x="108196" y="31148"/>
                  </a:lnTo>
                  <a:lnTo>
                    <a:pt x="111475" y="36066"/>
                  </a:lnTo>
                  <a:lnTo>
                    <a:pt x="113115" y="39344"/>
                  </a:lnTo>
                  <a:lnTo>
                    <a:pt x="116393" y="42623"/>
                  </a:lnTo>
                  <a:lnTo>
                    <a:pt x="118032" y="42623"/>
                  </a:lnTo>
                  <a:lnTo>
                    <a:pt x="121311" y="40983"/>
                  </a:lnTo>
                  <a:lnTo>
                    <a:pt x="124589" y="42623"/>
                  </a:lnTo>
                  <a:lnTo>
                    <a:pt x="127868" y="39344"/>
                  </a:lnTo>
                  <a:lnTo>
                    <a:pt x="131147" y="36066"/>
                  </a:lnTo>
                  <a:lnTo>
                    <a:pt x="134426" y="37705"/>
                  </a:lnTo>
                  <a:lnTo>
                    <a:pt x="136065" y="39344"/>
                  </a:lnTo>
                  <a:lnTo>
                    <a:pt x="139344" y="37705"/>
                  </a:lnTo>
                  <a:lnTo>
                    <a:pt x="142623" y="42623"/>
                  </a:lnTo>
                  <a:lnTo>
                    <a:pt x="140983" y="45901"/>
                  </a:lnTo>
                  <a:lnTo>
                    <a:pt x="142623" y="49180"/>
                  </a:lnTo>
                  <a:lnTo>
                    <a:pt x="144261" y="52459"/>
                  </a:lnTo>
                  <a:lnTo>
                    <a:pt x="144261" y="55738"/>
                  </a:lnTo>
                  <a:lnTo>
                    <a:pt x="147540" y="60656"/>
                  </a:lnTo>
                  <a:lnTo>
                    <a:pt x="149179" y="63934"/>
                  </a:lnTo>
                  <a:lnTo>
                    <a:pt x="147540" y="67213"/>
                  </a:lnTo>
                  <a:lnTo>
                    <a:pt x="145901" y="70492"/>
                  </a:lnTo>
                  <a:lnTo>
                    <a:pt x="145901" y="75410"/>
                  </a:lnTo>
                  <a:lnTo>
                    <a:pt x="147540" y="78688"/>
                  </a:lnTo>
                  <a:lnTo>
                    <a:pt x="145901" y="81967"/>
                  </a:lnTo>
                  <a:lnTo>
                    <a:pt x="142623" y="86885"/>
                  </a:lnTo>
                  <a:lnTo>
                    <a:pt x="142623" y="90164"/>
                  </a:lnTo>
                  <a:lnTo>
                    <a:pt x="142623" y="91803"/>
                  </a:lnTo>
                  <a:lnTo>
                    <a:pt x="145901" y="93442"/>
                  </a:lnTo>
                  <a:lnTo>
                    <a:pt x="145901" y="96721"/>
                  </a:lnTo>
                  <a:lnTo>
                    <a:pt x="147540" y="100000"/>
                  </a:lnTo>
                  <a:lnTo>
                    <a:pt x="147540" y="104918"/>
                  </a:lnTo>
                  <a:lnTo>
                    <a:pt x="145901" y="108196"/>
                  </a:lnTo>
                  <a:lnTo>
                    <a:pt x="144261" y="111475"/>
                  </a:lnTo>
                  <a:lnTo>
                    <a:pt x="144261" y="114754"/>
                  </a:lnTo>
                  <a:lnTo>
                    <a:pt x="142623" y="119672"/>
                  </a:lnTo>
                  <a:lnTo>
                    <a:pt x="142623" y="122950"/>
                  </a:lnTo>
                  <a:lnTo>
                    <a:pt x="140983" y="126229"/>
                  </a:lnTo>
                  <a:lnTo>
                    <a:pt x="142623" y="127868"/>
                  </a:lnTo>
                  <a:lnTo>
                    <a:pt x="145901" y="127868"/>
                  </a:lnTo>
                  <a:lnTo>
                    <a:pt x="147540" y="131147"/>
                  </a:lnTo>
                  <a:lnTo>
                    <a:pt x="150819" y="131147"/>
                  </a:lnTo>
                  <a:lnTo>
                    <a:pt x="150819" y="131147"/>
                  </a:lnTo>
                  <a:lnTo>
                    <a:pt x="152458" y="131147"/>
                  </a:lnTo>
                  <a:lnTo>
                    <a:pt x="152458" y="129508"/>
                  </a:lnTo>
                  <a:lnTo>
                    <a:pt x="155737" y="124590"/>
                  </a:lnTo>
                  <a:lnTo>
                    <a:pt x="159016" y="121311"/>
                  </a:lnTo>
                  <a:lnTo>
                    <a:pt x="159016" y="121311"/>
                  </a:lnTo>
                  <a:lnTo>
                    <a:pt x="162295" y="118032"/>
                  </a:lnTo>
                  <a:lnTo>
                    <a:pt x="163934" y="116393"/>
                  </a:lnTo>
                  <a:lnTo>
                    <a:pt x="167213" y="113114"/>
                  </a:lnTo>
                  <a:lnTo>
                    <a:pt x="170491" y="109836"/>
                  </a:lnTo>
                  <a:lnTo>
                    <a:pt x="170491" y="104918"/>
                  </a:lnTo>
                  <a:lnTo>
                    <a:pt x="175409" y="106557"/>
                  </a:lnTo>
                  <a:lnTo>
                    <a:pt x="178688" y="103278"/>
                  </a:lnTo>
                  <a:lnTo>
                    <a:pt x="180327" y="100000"/>
                  </a:lnTo>
                  <a:lnTo>
                    <a:pt x="181966" y="98360"/>
                  </a:lnTo>
                  <a:lnTo>
                    <a:pt x="183606" y="98360"/>
                  </a:lnTo>
                  <a:lnTo>
                    <a:pt x="186885" y="101639"/>
                  </a:lnTo>
                  <a:lnTo>
                    <a:pt x="190163" y="104918"/>
                  </a:lnTo>
                  <a:lnTo>
                    <a:pt x="193442" y="106557"/>
                  </a:lnTo>
                  <a:lnTo>
                    <a:pt x="198359" y="109836"/>
                  </a:lnTo>
                  <a:lnTo>
                    <a:pt x="201638" y="109836"/>
                  </a:lnTo>
                  <a:lnTo>
                    <a:pt x="203278" y="113114"/>
                  </a:lnTo>
                  <a:lnTo>
                    <a:pt x="208196" y="113114"/>
                  </a:lnTo>
                  <a:lnTo>
                    <a:pt x="208196" y="113114"/>
                  </a:lnTo>
                  <a:lnTo>
                    <a:pt x="208196" y="113114"/>
                  </a:lnTo>
                  <a:lnTo>
                    <a:pt x="211475" y="109836"/>
                  </a:lnTo>
                  <a:lnTo>
                    <a:pt x="216393" y="108196"/>
                  </a:lnTo>
                  <a:lnTo>
                    <a:pt x="219672" y="108196"/>
                  </a:lnTo>
                  <a:lnTo>
                    <a:pt x="219672" y="106557"/>
                  </a:lnTo>
                  <a:lnTo>
                    <a:pt x="219672" y="103278"/>
                  </a:lnTo>
                  <a:lnTo>
                    <a:pt x="221310" y="101639"/>
                  </a:lnTo>
                  <a:lnTo>
                    <a:pt x="222949" y="101639"/>
                  </a:lnTo>
                  <a:lnTo>
                    <a:pt x="222949" y="96721"/>
                  </a:lnTo>
                  <a:lnTo>
                    <a:pt x="226228" y="95082"/>
                  </a:lnTo>
                  <a:lnTo>
                    <a:pt x="224589" y="91803"/>
                  </a:lnTo>
                  <a:lnTo>
                    <a:pt x="227868" y="88524"/>
                  </a:lnTo>
                  <a:lnTo>
                    <a:pt x="232786" y="90164"/>
                  </a:lnTo>
                  <a:lnTo>
                    <a:pt x="232786" y="90164"/>
                  </a:lnTo>
                  <a:lnTo>
                    <a:pt x="236065" y="90164"/>
                  </a:lnTo>
                  <a:lnTo>
                    <a:pt x="239343" y="91803"/>
                  </a:lnTo>
                  <a:lnTo>
                    <a:pt x="242622" y="93442"/>
                  </a:lnTo>
                  <a:lnTo>
                    <a:pt x="247539" y="93442"/>
                  </a:lnTo>
                  <a:lnTo>
                    <a:pt x="250818" y="95082"/>
                  </a:lnTo>
                  <a:lnTo>
                    <a:pt x="254097" y="95082"/>
                  </a:lnTo>
                  <a:lnTo>
                    <a:pt x="257376" y="98360"/>
                  </a:lnTo>
                  <a:lnTo>
                    <a:pt x="259015" y="101639"/>
                  </a:lnTo>
                  <a:lnTo>
                    <a:pt x="260655" y="104918"/>
                  </a:lnTo>
                  <a:lnTo>
                    <a:pt x="263933" y="108196"/>
                  </a:lnTo>
                  <a:lnTo>
                    <a:pt x="265573" y="111475"/>
                  </a:lnTo>
                  <a:lnTo>
                    <a:pt x="267212" y="114754"/>
                  </a:lnTo>
                  <a:lnTo>
                    <a:pt x="272130" y="118032"/>
                  </a:lnTo>
                  <a:lnTo>
                    <a:pt x="273769" y="121311"/>
                  </a:lnTo>
                  <a:lnTo>
                    <a:pt x="277048" y="124590"/>
                  </a:lnTo>
                  <a:lnTo>
                    <a:pt x="278687" y="124590"/>
                  </a:lnTo>
                  <a:lnTo>
                    <a:pt x="281966" y="127868"/>
                  </a:lnTo>
                  <a:lnTo>
                    <a:pt x="285245" y="129508"/>
                  </a:lnTo>
                  <a:lnTo>
                    <a:pt x="285245" y="131147"/>
                  </a:lnTo>
                  <a:lnTo>
                    <a:pt x="288523" y="134426"/>
                  </a:lnTo>
                  <a:lnTo>
                    <a:pt x="290163" y="139344"/>
                  </a:lnTo>
                  <a:lnTo>
                    <a:pt x="291802" y="144262"/>
                  </a:lnTo>
                  <a:lnTo>
                    <a:pt x="291802" y="145901"/>
                  </a:lnTo>
                  <a:lnTo>
                    <a:pt x="290163" y="150819"/>
                  </a:lnTo>
                  <a:lnTo>
                    <a:pt x="290163" y="154098"/>
                  </a:lnTo>
                  <a:lnTo>
                    <a:pt x="291802" y="159016"/>
                  </a:lnTo>
                  <a:lnTo>
                    <a:pt x="291802" y="163934"/>
                  </a:lnTo>
                  <a:lnTo>
                    <a:pt x="291802" y="167213"/>
                  </a:lnTo>
                  <a:lnTo>
                    <a:pt x="291802" y="170491"/>
                  </a:lnTo>
                  <a:lnTo>
                    <a:pt x="295081" y="175409"/>
                  </a:lnTo>
                  <a:lnTo>
                    <a:pt x="298360" y="178688"/>
                  </a:lnTo>
                  <a:lnTo>
                    <a:pt x="301638" y="183606"/>
                  </a:lnTo>
                  <a:lnTo>
                    <a:pt x="303277" y="183606"/>
                  </a:lnTo>
                  <a:lnTo>
                    <a:pt x="303277" y="185245"/>
                  </a:lnTo>
                  <a:lnTo>
                    <a:pt x="304916" y="188524"/>
                  </a:lnTo>
                  <a:lnTo>
                    <a:pt x="308195" y="191803"/>
                  </a:lnTo>
                  <a:lnTo>
                    <a:pt x="311474" y="193442"/>
                  </a:lnTo>
                  <a:lnTo>
                    <a:pt x="314753" y="195081"/>
                  </a:lnTo>
                  <a:lnTo>
                    <a:pt x="318032" y="195081"/>
                  </a:lnTo>
                  <a:lnTo>
                    <a:pt x="321310" y="196720"/>
                  </a:lnTo>
                  <a:lnTo>
                    <a:pt x="318032" y="199999"/>
                  </a:lnTo>
                  <a:lnTo>
                    <a:pt x="319671" y="203278"/>
                  </a:lnTo>
                  <a:lnTo>
                    <a:pt x="324588" y="206557"/>
                  </a:lnTo>
                  <a:lnTo>
                    <a:pt x="326228" y="206557"/>
                  </a:lnTo>
                  <a:lnTo>
                    <a:pt x="329506" y="209835"/>
                  </a:lnTo>
                  <a:lnTo>
                    <a:pt x="331146" y="213114"/>
                  </a:lnTo>
                  <a:lnTo>
                    <a:pt x="329506" y="218032"/>
                  </a:lnTo>
                  <a:lnTo>
                    <a:pt x="331146" y="221310"/>
                  </a:lnTo>
                  <a:lnTo>
                    <a:pt x="326228" y="222950"/>
                  </a:lnTo>
                  <a:lnTo>
                    <a:pt x="327867" y="226229"/>
                  </a:lnTo>
                  <a:lnTo>
                    <a:pt x="331146" y="226229"/>
                  </a:lnTo>
                  <a:lnTo>
                    <a:pt x="329506" y="229507"/>
                  </a:lnTo>
                  <a:lnTo>
                    <a:pt x="327867" y="232786"/>
                  </a:lnTo>
                  <a:lnTo>
                    <a:pt x="327867" y="234425"/>
                  </a:lnTo>
                  <a:lnTo>
                    <a:pt x="331146" y="237704"/>
                  </a:lnTo>
                  <a:lnTo>
                    <a:pt x="332785" y="240983"/>
                  </a:lnTo>
                  <a:lnTo>
                    <a:pt x="332785" y="244261"/>
                  </a:lnTo>
                  <a:lnTo>
                    <a:pt x="331146" y="247540"/>
                  </a:lnTo>
                  <a:lnTo>
                    <a:pt x="331146" y="250819"/>
                  </a:lnTo>
                  <a:lnTo>
                    <a:pt x="331146" y="255737"/>
                  </a:lnTo>
                  <a:lnTo>
                    <a:pt x="332785" y="259015"/>
                  </a:lnTo>
                  <a:lnTo>
                    <a:pt x="331146" y="262294"/>
                  </a:lnTo>
                  <a:lnTo>
                    <a:pt x="326228" y="267212"/>
                  </a:lnTo>
                  <a:lnTo>
                    <a:pt x="322950" y="268851"/>
                  </a:lnTo>
                  <a:lnTo>
                    <a:pt x="321310" y="268851"/>
                  </a:lnTo>
                  <a:lnTo>
                    <a:pt x="319671" y="272130"/>
                  </a:lnTo>
                  <a:lnTo>
                    <a:pt x="316392" y="275409"/>
                  </a:lnTo>
                  <a:lnTo>
                    <a:pt x="313113" y="270491"/>
                  </a:lnTo>
                  <a:lnTo>
                    <a:pt x="313113" y="270491"/>
                  </a:lnTo>
                  <a:lnTo>
                    <a:pt x="313113" y="267212"/>
                  </a:lnTo>
                  <a:lnTo>
                    <a:pt x="311474" y="267212"/>
                  </a:lnTo>
                  <a:lnTo>
                    <a:pt x="309835" y="267212"/>
                  </a:lnTo>
                  <a:lnTo>
                    <a:pt x="308195" y="265573"/>
                  </a:lnTo>
                  <a:lnTo>
                    <a:pt x="306556" y="265573"/>
                  </a:lnTo>
                  <a:lnTo>
                    <a:pt x="303277" y="265573"/>
                  </a:lnTo>
                  <a:lnTo>
                    <a:pt x="298360" y="265573"/>
                  </a:lnTo>
                  <a:lnTo>
                    <a:pt x="296720" y="268851"/>
                  </a:lnTo>
                  <a:lnTo>
                    <a:pt x="291802" y="268851"/>
                  </a:lnTo>
                  <a:lnTo>
                    <a:pt x="288523" y="267212"/>
                  </a:lnTo>
                  <a:lnTo>
                    <a:pt x="285245" y="267212"/>
                  </a:lnTo>
                  <a:lnTo>
                    <a:pt x="281966" y="267212"/>
                  </a:lnTo>
                  <a:lnTo>
                    <a:pt x="280326" y="268851"/>
                  </a:lnTo>
                  <a:lnTo>
                    <a:pt x="277048" y="268851"/>
                  </a:lnTo>
                  <a:lnTo>
                    <a:pt x="273769" y="268851"/>
                  </a:lnTo>
                  <a:lnTo>
                    <a:pt x="270491" y="268851"/>
                  </a:lnTo>
                  <a:lnTo>
                    <a:pt x="267212" y="268851"/>
                  </a:lnTo>
                  <a:lnTo>
                    <a:pt x="262294" y="265573"/>
                  </a:lnTo>
                  <a:lnTo>
                    <a:pt x="259015" y="265573"/>
                  </a:lnTo>
                  <a:lnTo>
                    <a:pt x="255736" y="267212"/>
                  </a:lnTo>
                  <a:lnTo>
                    <a:pt x="252458" y="268851"/>
                  </a:lnTo>
                  <a:lnTo>
                    <a:pt x="247539" y="268851"/>
                  </a:lnTo>
                  <a:lnTo>
                    <a:pt x="245901" y="270491"/>
                  </a:lnTo>
                  <a:lnTo>
                    <a:pt x="244262" y="270491"/>
                  </a:lnTo>
                  <a:lnTo>
                    <a:pt x="242622" y="270491"/>
                  </a:lnTo>
                  <a:lnTo>
                    <a:pt x="239343" y="273769"/>
                  </a:lnTo>
                  <a:lnTo>
                    <a:pt x="234425" y="277048"/>
                  </a:lnTo>
                  <a:lnTo>
                    <a:pt x="234425" y="278687"/>
                  </a:lnTo>
                  <a:lnTo>
                    <a:pt x="234425" y="281966"/>
                  </a:lnTo>
                  <a:lnTo>
                    <a:pt x="234425" y="283605"/>
                  </a:lnTo>
                  <a:lnTo>
                    <a:pt x="234425" y="283605"/>
                  </a:lnTo>
                  <a:lnTo>
                    <a:pt x="231146" y="286884"/>
                  </a:lnTo>
                  <a:lnTo>
                    <a:pt x="229507" y="291802"/>
                  </a:lnTo>
                  <a:lnTo>
                    <a:pt x="229507" y="293441"/>
                  </a:lnTo>
                  <a:lnTo>
                    <a:pt x="226228" y="296720"/>
                  </a:lnTo>
                  <a:lnTo>
                    <a:pt x="222949" y="298359"/>
                  </a:lnTo>
                  <a:lnTo>
                    <a:pt x="222949" y="299999"/>
                  </a:lnTo>
                  <a:lnTo>
                    <a:pt x="222949" y="303277"/>
                  </a:lnTo>
                  <a:lnTo>
                    <a:pt x="218032" y="303277"/>
                  </a:lnTo>
                  <a:lnTo>
                    <a:pt x="214753" y="303277"/>
                  </a:lnTo>
                  <a:lnTo>
                    <a:pt x="216393" y="308195"/>
                  </a:lnTo>
                  <a:lnTo>
                    <a:pt x="216393" y="311474"/>
                  </a:lnTo>
                  <a:lnTo>
                    <a:pt x="216393" y="314753"/>
                  </a:lnTo>
                  <a:lnTo>
                    <a:pt x="216393" y="318031"/>
                  </a:lnTo>
                  <a:lnTo>
                    <a:pt x="218032" y="321310"/>
                  </a:lnTo>
                  <a:lnTo>
                    <a:pt x="221310" y="324589"/>
                  </a:lnTo>
                  <a:lnTo>
                    <a:pt x="222949" y="327867"/>
                  </a:lnTo>
                  <a:lnTo>
                    <a:pt x="222949" y="332785"/>
                  </a:lnTo>
                  <a:lnTo>
                    <a:pt x="224589" y="336064"/>
                  </a:lnTo>
                  <a:lnTo>
                    <a:pt x="224589" y="339343"/>
                  </a:lnTo>
                  <a:lnTo>
                    <a:pt x="224589" y="340982"/>
                  </a:lnTo>
                  <a:lnTo>
                    <a:pt x="226228" y="344261"/>
                  </a:lnTo>
                  <a:lnTo>
                    <a:pt x="231146" y="347540"/>
                  </a:lnTo>
                  <a:lnTo>
                    <a:pt x="234425" y="350818"/>
                  </a:lnTo>
                  <a:lnTo>
                    <a:pt x="236065" y="354097"/>
                  </a:lnTo>
                  <a:lnTo>
                    <a:pt x="234425" y="357375"/>
                  </a:lnTo>
                  <a:lnTo>
                    <a:pt x="234425" y="360654"/>
                  </a:lnTo>
                  <a:lnTo>
                    <a:pt x="234425" y="363933"/>
                  </a:lnTo>
                  <a:lnTo>
                    <a:pt x="236065" y="367212"/>
                  </a:lnTo>
                  <a:lnTo>
                    <a:pt x="237704" y="372130"/>
                  </a:lnTo>
                  <a:lnTo>
                    <a:pt x="239343" y="375408"/>
                  </a:lnTo>
                  <a:lnTo>
                    <a:pt x="240983" y="378687"/>
                  </a:lnTo>
                  <a:lnTo>
                    <a:pt x="242622" y="381966"/>
                  </a:lnTo>
                  <a:lnTo>
                    <a:pt x="244262" y="385244"/>
                  </a:lnTo>
                  <a:lnTo>
                    <a:pt x="244262" y="388523"/>
                  </a:lnTo>
                  <a:lnTo>
                    <a:pt x="244262" y="388523"/>
                  </a:lnTo>
                  <a:lnTo>
                    <a:pt x="242622" y="383605"/>
                  </a:lnTo>
                  <a:lnTo>
                    <a:pt x="240983" y="380326"/>
                  </a:lnTo>
                  <a:lnTo>
                    <a:pt x="237704" y="377047"/>
                  </a:lnTo>
                  <a:lnTo>
                    <a:pt x="237704" y="372130"/>
                  </a:lnTo>
                  <a:lnTo>
                    <a:pt x="234425" y="368851"/>
                  </a:lnTo>
                  <a:lnTo>
                    <a:pt x="232786" y="365572"/>
                  </a:lnTo>
                  <a:lnTo>
                    <a:pt x="227868" y="363933"/>
                  </a:lnTo>
                  <a:lnTo>
                    <a:pt x="229507" y="367212"/>
                  </a:lnTo>
                  <a:lnTo>
                    <a:pt x="229507" y="370490"/>
                  </a:lnTo>
                  <a:lnTo>
                    <a:pt x="226228" y="367212"/>
                  </a:lnTo>
                  <a:lnTo>
                    <a:pt x="222949" y="365572"/>
                  </a:lnTo>
                  <a:lnTo>
                    <a:pt x="221310" y="365572"/>
                  </a:lnTo>
                  <a:lnTo>
                    <a:pt x="218032" y="363933"/>
                  </a:lnTo>
                  <a:lnTo>
                    <a:pt x="216393" y="360654"/>
                  </a:lnTo>
                  <a:lnTo>
                    <a:pt x="219672" y="357375"/>
                  </a:lnTo>
                  <a:lnTo>
                    <a:pt x="218032" y="357375"/>
                  </a:lnTo>
                  <a:lnTo>
                    <a:pt x="214753" y="354097"/>
                  </a:lnTo>
                  <a:lnTo>
                    <a:pt x="214753" y="357375"/>
                  </a:lnTo>
                  <a:lnTo>
                    <a:pt x="211475" y="354097"/>
                  </a:lnTo>
                  <a:lnTo>
                    <a:pt x="208196" y="350818"/>
                  </a:lnTo>
                  <a:lnTo>
                    <a:pt x="208196" y="350818"/>
                  </a:lnTo>
                  <a:lnTo>
                    <a:pt x="206556" y="349179"/>
                  </a:lnTo>
                  <a:lnTo>
                    <a:pt x="203278" y="345900"/>
                  </a:lnTo>
                  <a:lnTo>
                    <a:pt x="203278" y="349179"/>
                  </a:lnTo>
                  <a:lnTo>
                    <a:pt x="199999" y="345900"/>
                  </a:lnTo>
                  <a:lnTo>
                    <a:pt x="196720" y="342622"/>
                  </a:lnTo>
                  <a:lnTo>
                    <a:pt x="195081" y="340982"/>
                  </a:lnTo>
                  <a:lnTo>
                    <a:pt x="191803" y="344261"/>
                  </a:lnTo>
                  <a:lnTo>
                    <a:pt x="186885" y="345900"/>
                  </a:lnTo>
                  <a:lnTo>
                    <a:pt x="183606" y="345900"/>
                  </a:lnTo>
                  <a:lnTo>
                    <a:pt x="180327" y="345900"/>
                  </a:lnTo>
                  <a:lnTo>
                    <a:pt x="177048" y="344261"/>
                  </a:lnTo>
                  <a:lnTo>
                    <a:pt x="173769" y="344261"/>
                  </a:lnTo>
                  <a:lnTo>
                    <a:pt x="170491" y="342622"/>
                  </a:lnTo>
                  <a:lnTo>
                    <a:pt x="165573" y="344261"/>
                  </a:lnTo>
                  <a:lnTo>
                    <a:pt x="163934" y="344261"/>
                  </a:lnTo>
                  <a:lnTo>
                    <a:pt x="160655" y="340982"/>
                  </a:lnTo>
                  <a:lnTo>
                    <a:pt x="163934" y="337703"/>
                  </a:lnTo>
                  <a:lnTo>
                    <a:pt x="160655" y="332785"/>
                  </a:lnTo>
                  <a:lnTo>
                    <a:pt x="162295" y="329507"/>
                  </a:lnTo>
                  <a:lnTo>
                    <a:pt x="162295" y="326228"/>
                  </a:lnTo>
                  <a:lnTo>
                    <a:pt x="162295" y="321310"/>
                  </a:lnTo>
                  <a:lnTo>
                    <a:pt x="162295" y="319671"/>
                  </a:lnTo>
                  <a:lnTo>
                    <a:pt x="160655" y="316392"/>
                  </a:lnTo>
                  <a:lnTo>
                    <a:pt x="163934" y="311474"/>
                  </a:lnTo>
                  <a:lnTo>
                    <a:pt x="162295" y="308195"/>
                  </a:lnTo>
                  <a:lnTo>
                    <a:pt x="163934" y="306556"/>
                  </a:lnTo>
                  <a:lnTo>
                    <a:pt x="160655" y="308195"/>
                  </a:lnTo>
                  <a:lnTo>
                    <a:pt x="157376" y="308195"/>
                  </a:lnTo>
                  <a:lnTo>
                    <a:pt x="154098" y="306556"/>
                  </a:lnTo>
                  <a:lnTo>
                    <a:pt x="149179" y="306556"/>
                  </a:lnTo>
                  <a:lnTo>
                    <a:pt x="147540" y="301638"/>
                  </a:lnTo>
                  <a:lnTo>
                    <a:pt x="147540" y="306556"/>
                  </a:lnTo>
                  <a:lnTo>
                    <a:pt x="142623" y="306556"/>
                  </a:lnTo>
                  <a:lnTo>
                    <a:pt x="140983" y="308195"/>
                  </a:lnTo>
                  <a:lnTo>
                    <a:pt x="139344" y="308195"/>
                  </a:lnTo>
                  <a:lnTo>
                    <a:pt x="136065" y="306556"/>
                  </a:lnTo>
                  <a:lnTo>
                    <a:pt x="132786" y="308195"/>
                  </a:lnTo>
                  <a:lnTo>
                    <a:pt x="129508" y="309835"/>
                  </a:lnTo>
                  <a:lnTo>
                    <a:pt x="126229" y="313113"/>
                  </a:lnTo>
                  <a:lnTo>
                    <a:pt x="126229" y="314753"/>
                  </a:lnTo>
                  <a:lnTo>
                    <a:pt x="124589" y="316392"/>
                  </a:lnTo>
                  <a:lnTo>
                    <a:pt x="126229" y="319671"/>
                  </a:lnTo>
                  <a:lnTo>
                    <a:pt x="129508" y="321310"/>
                  </a:lnTo>
                  <a:lnTo>
                    <a:pt x="131147" y="324589"/>
                  </a:lnTo>
                  <a:lnTo>
                    <a:pt x="129508" y="329507"/>
                  </a:lnTo>
                  <a:lnTo>
                    <a:pt x="129508" y="332785"/>
                  </a:lnTo>
                  <a:lnTo>
                    <a:pt x="127868" y="336064"/>
                  </a:lnTo>
                  <a:lnTo>
                    <a:pt x="127868" y="337703"/>
                  </a:lnTo>
                  <a:lnTo>
                    <a:pt x="127868" y="340982"/>
                  </a:lnTo>
                  <a:lnTo>
                    <a:pt x="127868" y="344261"/>
                  </a:lnTo>
                  <a:lnTo>
                    <a:pt x="127868" y="347540"/>
                  </a:lnTo>
                  <a:lnTo>
                    <a:pt x="127868" y="352457"/>
                  </a:lnTo>
                  <a:lnTo>
                    <a:pt x="129508" y="355736"/>
                  </a:lnTo>
                  <a:lnTo>
                    <a:pt x="129508" y="359015"/>
                  </a:lnTo>
                  <a:lnTo>
                    <a:pt x="131147" y="362294"/>
                  </a:lnTo>
                  <a:lnTo>
                    <a:pt x="131147" y="365572"/>
                  </a:lnTo>
                  <a:lnTo>
                    <a:pt x="129508" y="367212"/>
                  </a:lnTo>
                  <a:lnTo>
                    <a:pt x="127868" y="372130"/>
                  </a:lnTo>
                  <a:lnTo>
                    <a:pt x="124589" y="375408"/>
                  </a:lnTo>
                  <a:lnTo>
                    <a:pt x="124589" y="378687"/>
                  </a:lnTo>
                  <a:lnTo>
                    <a:pt x="124589" y="383605"/>
                  </a:lnTo>
                  <a:lnTo>
                    <a:pt x="121311" y="386884"/>
                  </a:lnTo>
                  <a:lnTo>
                    <a:pt x="121311" y="390162"/>
                  </a:lnTo>
                  <a:lnTo>
                    <a:pt x="119671" y="393441"/>
                  </a:lnTo>
                  <a:lnTo>
                    <a:pt x="118032" y="398359"/>
                  </a:lnTo>
                  <a:lnTo>
                    <a:pt x="118032" y="401637"/>
                  </a:lnTo>
                  <a:lnTo>
                    <a:pt x="116393" y="404916"/>
                  </a:lnTo>
                  <a:lnTo>
                    <a:pt x="114754" y="409834"/>
                  </a:lnTo>
                  <a:lnTo>
                    <a:pt x="114754" y="413113"/>
                  </a:lnTo>
                  <a:lnTo>
                    <a:pt x="116393" y="416391"/>
                  </a:lnTo>
                  <a:lnTo>
                    <a:pt x="114754" y="419670"/>
                  </a:lnTo>
                  <a:lnTo>
                    <a:pt x="113115" y="422949"/>
                  </a:lnTo>
                  <a:lnTo>
                    <a:pt x="113115" y="426228"/>
                  </a:lnTo>
                  <a:lnTo>
                    <a:pt x="111475" y="431146"/>
                  </a:lnTo>
                  <a:lnTo>
                    <a:pt x="108196" y="434424"/>
                  </a:lnTo>
                  <a:lnTo>
                    <a:pt x="106557" y="437703"/>
                  </a:lnTo>
                  <a:lnTo>
                    <a:pt x="108196" y="440981"/>
                  </a:lnTo>
                  <a:lnTo>
                    <a:pt x="108196" y="445900"/>
                  </a:lnTo>
                  <a:lnTo>
                    <a:pt x="104918" y="445900"/>
                  </a:lnTo>
                  <a:lnTo>
                    <a:pt x="106557" y="449178"/>
                  </a:lnTo>
                  <a:lnTo>
                    <a:pt x="106557" y="454096"/>
                  </a:lnTo>
                  <a:lnTo>
                    <a:pt x="104918" y="457375"/>
                  </a:lnTo>
                  <a:lnTo>
                    <a:pt x="104918" y="460654"/>
                  </a:lnTo>
                  <a:lnTo>
                    <a:pt x="104918" y="462293"/>
                  </a:lnTo>
                  <a:lnTo>
                    <a:pt x="106557" y="465572"/>
                  </a:lnTo>
                  <a:lnTo>
                    <a:pt x="104918" y="470490"/>
                  </a:lnTo>
                  <a:lnTo>
                    <a:pt x="106557" y="473768"/>
                  </a:lnTo>
                  <a:lnTo>
                    <a:pt x="106557" y="477047"/>
                  </a:lnTo>
                  <a:lnTo>
                    <a:pt x="108196" y="480326"/>
                  </a:lnTo>
                  <a:lnTo>
                    <a:pt x="111475" y="483604"/>
                  </a:lnTo>
                  <a:lnTo>
                    <a:pt x="111475" y="488523"/>
                  </a:lnTo>
                  <a:lnTo>
                    <a:pt x="109836" y="491801"/>
                  </a:lnTo>
                  <a:lnTo>
                    <a:pt x="111475" y="495080"/>
                  </a:lnTo>
                  <a:lnTo>
                    <a:pt x="116393" y="496719"/>
                  </a:lnTo>
                  <a:lnTo>
                    <a:pt x="119671" y="496719"/>
                  </a:lnTo>
                  <a:lnTo>
                    <a:pt x="122950" y="493440"/>
                  </a:lnTo>
                  <a:lnTo>
                    <a:pt x="127868" y="491801"/>
                  </a:lnTo>
                  <a:lnTo>
                    <a:pt x="131147" y="491801"/>
                  </a:lnTo>
                  <a:lnTo>
                    <a:pt x="134426" y="495080"/>
                  </a:lnTo>
                  <a:lnTo>
                    <a:pt x="136065" y="498358"/>
                  </a:lnTo>
                  <a:lnTo>
                    <a:pt x="137705" y="501637"/>
                  </a:lnTo>
                  <a:lnTo>
                    <a:pt x="137705" y="504916"/>
                  </a:lnTo>
                  <a:lnTo>
                    <a:pt x="137705" y="509834"/>
                  </a:lnTo>
                  <a:lnTo>
                    <a:pt x="137705" y="513113"/>
                  </a:lnTo>
                  <a:lnTo>
                    <a:pt x="139344" y="516391"/>
                  </a:lnTo>
                  <a:lnTo>
                    <a:pt x="139344" y="521309"/>
                  </a:lnTo>
                  <a:lnTo>
                    <a:pt x="140983" y="524588"/>
                  </a:lnTo>
                  <a:lnTo>
                    <a:pt x="142623" y="526227"/>
                  </a:lnTo>
                  <a:lnTo>
                    <a:pt x="144261" y="529506"/>
                  </a:lnTo>
                  <a:lnTo>
                    <a:pt x="149179" y="532784"/>
                  </a:lnTo>
                  <a:lnTo>
                    <a:pt x="150819" y="529506"/>
                  </a:lnTo>
                  <a:lnTo>
                    <a:pt x="152458" y="532784"/>
                  </a:lnTo>
                  <a:lnTo>
                    <a:pt x="152458" y="537703"/>
                  </a:lnTo>
                  <a:lnTo>
                    <a:pt x="154098" y="540981"/>
                  </a:lnTo>
                  <a:lnTo>
                    <a:pt x="154098" y="544260"/>
                  </a:lnTo>
                  <a:lnTo>
                    <a:pt x="155737" y="547538"/>
                  </a:lnTo>
                  <a:lnTo>
                    <a:pt x="155737" y="552457"/>
                  </a:lnTo>
                  <a:lnTo>
                    <a:pt x="155737" y="554096"/>
                  </a:lnTo>
                  <a:lnTo>
                    <a:pt x="157376" y="557374"/>
                  </a:lnTo>
                  <a:lnTo>
                    <a:pt x="159016" y="560653"/>
                  </a:lnTo>
                  <a:lnTo>
                    <a:pt x="159016" y="565571"/>
                  </a:lnTo>
                  <a:lnTo>
                    <a:pt x="159016" y="568850"/>
                  </a:lnTo>
                  <a:lnTo>
                    <a:pt x="160655" y="572128"/>
                  </a:lnTo>
                  <a:lnTo>
                    <a:pt x="162295" y="575407"/>
                  </a:lnTo>
                  <a:lnTo>
                    <a:pt x="163934" y="580325"/>
                  </a:lnTo>
                  <a:lnTo>
                    <a:pt x="163934" y="583604"/>
                  </a:lnTo>
                  <a:lnTo>
                    <a:pt x="160655" y="581965"/>
                  </a:lnTo>
                  <a:lnTo>
                    <a:pt x="160655" y="577047"/>
                  </a:lnTo>
                  <a:lnTo>
                    <a:pt x="160655" y="573768"/>
                  </a:lnTo>
                  <a:lnTo>
                    <a:pt x="159016" y="570489"/>
                  </a:lnTo>
                  <a:lnTo>
                    <a:pt x="155737" y="567211"/>
                  </a:lnTo>
                  <a:lnTo>
                    <a:pt x="155737" y="563932"/>
                  </a:lnTo>
                  <a:lnTo>
                    <a:pt x="155737" y="559014"/>
                  </a:lnTo>
                  <a:lnTo>
                    <a:pt x="150819" y="559014"/>
                  </a:lnTo>
                  <a:lnTo>
                    <a:pt x="149179" y="562293"/>
                  </a:lnTo>
                  <a:lnTo>
                    <a:pt x="149179" y="565571"/>
                  </a:lnTo>
                  <a:lnTo>
                    <a:pt x="150819" y="570489"/>
                  </a:lnTo>
                  <a:lnTo>
                    <a:pt x="152458" y="573768"/>
                  </a:lnTo>
                  <a:lnTo>
                    <a:pt x="155737" y="577047"/>
                  </a:lnTo>
                  <a:lnTo>
                    <a:pt x="159016" y="580325"/>
                  </a:lnTo>
                  <a:lnTo>
                    <a:pt x="160655" y="583604"/>
                  </a:lnTo>
                  <a:lnTo>
                    <a:pt x="162295" y="586883"/>
                  </a:lnTo>
                  <a:lnTo>
                    <a:pt x="165573" y="586883"/>
                  </a:lnTo>
                  <a:lnTo>
                    <a:pt x="170491" y="586883"/>
                  </a:lnTo>
                  <a:lnTo>
                    <a:pt x="172130" y="591801"/>
                  </a:lnTo>
                  <a:lnTo>
                    <a:pt x="175409" y="595080"/>
                  </a:lnTo>
                  <a:lnTo>
                    <a:pt x="178688" y="596718"/>
                  </a:lnTo>
                  <a:lnTo>
                    <a:pt x="181966" y="598358"/>
                  </a:lnTo>
                  <a:lnTo>
                    <a:pt x="186885" y="599997"/>
                  </a:lnTo>
                  <a:lnTo>
                    <a:pt x="186885" y="599997"/>
                  </a:lnTo>
                  <a:lnTo>
                    <a:pt x="190163" y="599997"/>
                  </a:lnTo>
                  <a:lnTo>
                    <a:pt x="195081" y="598358"/>
                  </a:lnTo>
                  <a:lnTo>
                    <a:pt x="196720" y="596718"/>
                  </a:lnTo>
                  <a:lnTo>
                    <a:pt x="201638" y="598358"/>
                  </a:lnTo>
                  <a:lnTo>
                    <a:pt x="204917" y="599997"/>
                  </a:lnTo>
                  <a:lnTo>
                    <a:pt x="208196" y="603276"/>
                  </a:lnTo>
                  <a:lnTo>
                    <a:pt x="208196" y="604915"/>
                  </a:lnTo>
                  <a:lnTo>
                    <a:pt x="209835" y="608194"/>
                  </a:lnTo>
                  <a:lnTo>
                    <a:pt x="211475" y="613112"/>
                  </a:lnTo>
                  <a:lnTo>
                    <a:pt x="213114" y="614751"/>
                  </a:lnTo>
                  <a:lnTo>
                    <a:pt x="216393" y="618030"/>
                  </a:lnTo>
                  <a:lnTo>
                    <a:pt x="219672" y="621309"/>
                  </a:lnTo>
                  <a:lnTo>
                    <a:pt x="222949" y="624587"/>
                  </a:lnTo>
                  <a:lnTo>
                    <a:pt x="227868" y="627866"/>
                  </a:lnTo>
                  <a:lnTo>
                    <a:pt x="227868" y="627866"/>
                  </a:lnTo>
                  <a:lnTo>
                    <a:pt x="226228" y="629505"/>
                  </a:lnTo>
                  <a:lnTo>
                    <a:pt x="227868" y="632784"/>
                  </a:lnTo>
                  <a:lnTo>
                    <a:pt x="222949" y="636063"/>
                  </a:lnTo>
                  <a:lnTo>
                    <a:pt x="222949" y="637702"/>
                  </a:lnTo>
                  <a:lnTo>
                    <a:pt x="221310" y="640981"/>
                  </a:lnTo>
                  <a:lnTo>
                    <a:pt x="221310" y="645899"/>
                  </a:lnTo>
                  <a:lnTo>
                    <a:pt x="221310" y="645899"/>
                  </a:lnTo>
                  <a:lnTo>
                    <a:pt x="216393" y="649177"/>
                  </a:lnTo>
                  <a:lnTo>
                    <a:pt x="213114" y="647538"/>
                  </a:lnTo>
                  <a:lnTo>
                    <a:pt x="211475" y="645899"/>
                  </a:lnTo>
                  <a:lnTo>
                    <a:pt x="208196" y="642620"/>
                  </a:lnTo>
                  <a:lnTo>
                    <a:pt x="204917" y="642620"/>
                  </a:lnTo>
                  <a:lnTo>
                    <a:pt x="203278" y="644260"/>
                  </a:lnTo>
                  <a:lnTo>
                    <a:pt x="199999" y="645899"/>
                  </a:lnTo>
                  <a:lnTo>
                    <a:pt x="196720" y="649177"/>
                  </a:lnTo>
                  <a:lnTo>
                    <a:pt x="195081" y="652456"/>
                  </a:lnTo>
                  <a:lnTo>
                    <a:pt x="190163" y="652456"/>
                  </a:lnTo>
                  <a:lnTo>
                    <a:pt x="186885" y="649177"/>
                  </a:lnTo>
                  <a:lnTo>
                    <a:pt x="185245" y="647538"/>
                  </a:lnTo>
                  <a:lnTo>
                    <a:pt x="185245" y="645899"/>
                  </a:lnTo>
                  <a:lnTo>
                    <a:pt x="186885" y="642620"/>
                  </a:lnTo>
                  <a:lnTo>
                    <a:pt x="190163" y="637702"/>
                  </a:lnTo>
                  <a:lnTo>
                    <a:pt x="190163" y="634424"/>
                  </a:lnTo>
                  <a:lnTo>
                    <a:pt x="188524" y="631145"/>
                  </a:lnTo>
                  <a:lnTo>
                    <a:pt x="186885" y="626227"/>
                  </a:lnTo>
                  <a:lnTo>
                    <a:pt x="183606" y="627866"/>
                  </a:lnTo>
                  <a:lnTo>
                    <a:pt x="178688" y="624587"/>
                  </a:lnTo>
                  <a:lnTo>
                    <a:pt x="178688" y="624587"/>
                  </a:lnTo>
                  <a:lnTo>
                    <a:pt x="178688" y="621309"/>
                  </a:lnTo>
                  <a:lnTo>
                    <a:pt x="177048" y="618030"/>
                  </a:lnTo>
                  <a:lnTo>
                    <a:pt x="173769" y="616391"/>
                  </a:lnTo>
                  <a:lnTo>
                    <a:pt x="173769" y="616391"/>
                  </a:lnTo>
                  <a:lnTo>
                    <a:pt x="168851" y="618030"/>
                  </a:lnTo>
                  <a:lnTo>
                    <a:pt x="165573" y="614751"/>
                  </a:lnTo>
                  <a:lnTo>
                    <a:pt x="162295" y="614751"/>
                  </a:lnTo>
                  <a:lnTo>
                    <a:pt x="160655" y="613112"/>
                  </a:lnTo>
                  <a:lnTo>
                    <a:pt x="159016" y="613112"/>
                  </a:lnTo>
                  <a:lnTo>
                    <a:pt x="159016" y="608194"/>
                  </a:lnTo>
                  <a:lnTo>
                    <a:pt x="157376" y="606555"/>
                  </a:lnTo>
                  <a:lnTo>
                    <a:pt x="154098" y="606555"/>
                  </a:lnTo>
                  <a:lnTo>
                    <a:pt x="152458" y="608194"/>
                  </a:lnTo>
                  <a:lnTo>
                    <a:pt x="152458" y="611473"/>
                  </a:lnTo>
                  <a:lnTo>
                    <a:pt x="152458" y="614751"/>
                  </a:lnTo>
                  <a:lnTo>
                    <a:pt x="150819" y="618030"/>
                  </a:lnTo>
                  <a:lnTo>
                    <a:pt x="149179" y="614751"/>
                  </a:lnTo>
                  <a:lnTo>
                    <a:pt x="145901" y="613112"/>
                  </a:lnTo>
                  <a:lnTo>
                    <a:pt x="145901" y="613112"/>
                  </a:lnTo>
                  <a:lnTo>
                    <a:pt x="144261" y="608194"/>
                  </a:lnTo>
                  <a:lnTo>
                    <a:pt x="140983" y="604915"/>
                  </a:lnTo>
                  <a:lnTo>
                    <a:pt x="137705" y="601637"/>
                  </a:lnTo>
                  <a:lnTo>
                    <a:pt x="132786" y="598358"/>
                  </a:lnTo>
                  <a:lnTo>
                    <a:pt x="134426" y="595080"/>
                  </a:lnTo>
                  <a:lnTo>
                    <a:pt x="132786" y="591801"/>
                  </a:lnTo>
                  <a:lnTo>
                    <a:pt x="134426" y="586883"/>
                  </a:lnTo>
                  <a:lnTo>
                    <a:pt x="134426" y="588522"/>
                  </a:lnTo>
                  <a:lnTo>
                    <a:pt x="132786" y="588522"/>
                  </a:lnTo>
                  <a:lnTo>
                    <a:pt x="129508" y="586883"/>
                  </a:lnTo>
                  <a:lnTo>
                    <a:pt x="127868" y="583604"/>
                  </a:lnTo>
                  <a:lnTo>
                    <a:pt x="127868" y="580325"/>
                  </a:lnTo>
                  <a:lnTo>
                    <a:pt x="126229" y="577047"/>
                  </a:lnTo>
                  <a:lnTo>
                    <a:pt x="124589" y="580325"/>
                  </a:lnTo>
                  <a:lnTo>
                    <a:pt x="121311" y="580325"/>
                  </a:lnTo>
                  <a:lnTo>
                    <a:pt x="119671" y="577047"/>
                  </a:lnTo>
                  <a:lnTo>
                    <a:pt x="118032" y="572128"/>
                  </a:lnTo>
                  <a:lnTo>
                    <a:pt x="116393" y="568850"/>
                  </a:lnTo>
                  <a:lnTo>
                    <a:pt x="114754" y="565571"/>
                  </a:lnTo>
                  <a:lnTo>
                    <a:pt x="114754" y="563932"/>
                  </a:lnTo>
                  <a:lnTo>
                    <a:pt x="111475" y="562293"/>
                  </a:lnTo>
                  <a:lnTo>
                    <a:pt x="108196" y="562293"/>
                  </a:lnTo>
                  <a:lnTo>
                    <a:pt x="106557" y="559014"/>
                  </a:lnTo>
                  <a:lnTo>
                    <a:pt x="106557" y="555735"/>
                  </a:lnTo>
                  <a:lnTo>
                    <a:pt x="103278" y="552457"/>
                  </a:lnTo>
                  <a:lnTo>
                    <a:pt x="101639" y="547538"/>
                  </a:lnTo>
                  <a:lnTo>
                    <a:pt x="101639" y="547538"/>
                  </a:lnTo>
                  <a:lnTo>
                    <a:pt x="98360" y="547538"/>
                  </a:lnTo>
                  <a:lnTo>
                    <a:pt x="95081" y="544260"/>
                  </a:lnTo>
                  <a:lnTo>
                    <a:pt x="95081" y="540981"/>
                  </a:lnTo>
                  <a:lnTo>
                    <a:pt x="91802" y="536063"/>
                  </a:lnTo>
                  <a:lnTo>
                    <a:pt x="90164" y="532784"/>
                  </a:lnTo>
                  <a:lnTo>
                    <a:pt x="86885" y="532784"/>
                  </a:lnTo>
                  <a:lnTo>
                    <a:pt x="83606" y="536063"/>
                  </a:lnTo>
                  <a:lnTo>
                    <a:pt x="83606" y="539342"/>
                  </a:lnTo>
                  <a:lnTo>
                    <a:pt x="81967" y="542621"/>
                  </a:lnTo>
                  <a:lnTo>
                    <a:pt x="78688" y="540981"/>
                  </a:lnTo>
                  <a:lnTo>
                    <a:pt x="75409" y="537703"/>
                  </a:lnTo>
                  <a:lnTo>
                    <a:pt x="75409" y="532784"/>
                  </a:lnTo>
                  <a:lnTo>
                    <a:pt x="73770" y="529506"/>
                  </a:lnTo>
                  <a:lnTo>
                    <a:pt x="72131" y="526227"/>
                  </a:lnTo>
                  <a:lnTo>
                    <a:pt x="73770" y="522948"/>
                  </a:lnTo>
                  <a:lnTo>
                    <a:pt x="73770" y="518031"/>
                  </a:lnTo>
                  <a:lnTo>
                    <a:pt x="73770" y="514752"/>
                  </a:lnTo>
                  <a:lnTo>
                    <a:pt x="73770" y="511473"/>
                  </a:lnTo>
                  <a:lnTo>
                    <a:pt x="75409" y="506555"/>
                  </a:lnTo>
                  <a:lnTo>
                    <a:pt x="75409" y="503277"/>
                  </a:lnTo>
                  <a:lnTo>
                    <a:pt x="77049" y="499998"/>
                  </a:lnTo>
                  <a:lnTo>
                    <a:pt x="77049" y="495080"/>
                  </a:lnTo>
                  <a:lnTo>
                    <a:pt x="77049" y="491801"/>
                  </a:lnTo>
                  <a:lnTo>
                    <a:pt x="77049" y="490162"/>
                  </a:lnTo>
                  <a:lnTo>
                    <a:pt x="78688" y="486883"/>
                  </a:lnTo>
                  <a:lnTo>
                    <a:pt x="78688" y="481965"/>
                  </a:lnTo>
                  <a:lnTo>
                    <a:pt x="80328" y="478687"/>
                  </a:lnTo>
                  <a:lnTo>
                    <a:pt x="81967" y="475408"/>
                  </a:lnTo>
                  <a:lnTo>
                    <a:pt x="81967" y="470490"/>
                  </a:lnTo>
                  <a:lnTo>
                    <a:pt x="81967" y="467211"/>
                  </a:lnTo>
                  <a:lnTo>
                    <a:pt x="85246" y="463933"/>
                  </a:lnTo>
                  <a:lnTo>
                    <a:pt x="83606" y="460654"/>
                  </a:lnTo>
                  <a:lnTo>
                    <a:pt x="85246" y="457375"/>
                  </a:lnTo>
                  <a:lnTo>
                    <a:pt x="86885" y="454096"/>
                  </a:lnTo>
                  <a:lnTo>
                    <a:pt x="88525" y="449178"/>
                  </a:lnTo>
                  <a:lnTo>
                    <a:pt x="88525" y="445900"/>
                  </a:lnTo>
                  <a:lnTo>
                    <a:pt x="88525" y="445900"/>
                  </a:lnTo>
                  <a:lnTo>
                    <a:pt x="88525" y="442621"/>
                  </a:lnTo>
                  <a:lnTo>
                    <a:pt x="91802" y="437703"/>
                  </a:lnTo>
                  <a:lnTo>
                    <a:pt x="88525" y="434424"/>
                  </a:lnTo>
                  <a:lnTo>
                    <a:pt x="88525" y="431146"/>
                  </a:lnTo>
                  <a:lnTo>
                    <a:pt x="91802" y="427867"/>
                  </a:lnTo>
                  <a:lnTo>
                    <a:pt x="93442" y="427867"/>
                  </a:lnTo>
                  <a:lnTo>
                    <a:pt x="96721" y="424588"/>
                  </a:lnTo>
                  <a:lnTo>
                    <a:pt x="96721" y="421310"/>
                  </a:lnTo>
                  <a:lnTo>
                    <a:pt x="99999" y="416391"/>
                  </a:lnTo>
                  <a:lnTo>
                    <a:pt x="101639" y="416391"/>
                  </a:lnTo>
                  <a:lnTo>
                    <a:pt x="104918" y="411474"/>
                  </a:lnTo>
                  <a:lnTo>
                    <a:pt x="106557" y="408195"/>
                  </a:lnTo>
                  <a:lnTo>
                    <a:pt x="108196" y="404916"/>
                  </a:lnTo>
                  <a:lnTo>
                    <a:pt x="108196" y="403277"/>
                  </a:lnTo>
                  <a:lnTo>
                    <a:pt x="109836" y="399998"/>
                  </a:lnTo>
                  <a:lnTo>
                    <a:pt x="111475" y="396720"/>
                  </a:lnTo>
                  <a:lnTo>
                    <a:pt x="111475" y="391802"/>
                  </a:lnTo>
                  <a:lnTo>
                    <a:pt x="116393" y="388523"/>
                  </a:lnTo>
                  <a:lnTo>
                    <a:pt x="118032" y="385244"/>
                  </a:lnTo>
                  <a:lnTo>
                    <a:pt x="118032" y="381966"/>
                  </a:lnTo>
                  <a:lnTo>
                    <a:pt x="114754" y="377047"/>
                  </a:lnTo>
                  <a:lnTo>
                    <a:pt x="116393" y="373769"/>
                  </a:lnTo>
                  <a:lnTo>
                    <a:pt x="113115" y="370490"/>
                  </a:lnTo>
                  <a:lnTo>
                    <a:pt x="113115" y="367212"/>
                  </a:lnTo>
                  <a:lnTo>
                    <a:pt x="109836" y="362294"/>
                  </a:lnTo>
                  <a:lnTo>
                    <a:pt x="108196" y="359015"/>
                  </a:lnTo>
                  <a:lnTo>
                    <a:pt x="108196" y="354097"/>
                  </a:lnTo>
                  <a:lnTo>
                    <a:pt x="108196" y="350818"/>
                  </a:lnTo>
                  <a:lnTo>
                    <a:pt x="108196" y="347540"/>
                  </a:lnTo>
                  <a:lnTo>
                    <a:pt x="103278" y="344261"/>
                  </a:lnTo>
                  <a:lnTo>
                    <a:pt x="99999" y="340982"/>
                  </a:lnTo>
                  <a:lnTo>
                    <a:pt x="98360" y="337703"/>
                  </a:lnTo>
                  <a:lnTo>
                    <a:pt x="96721" y="334425"/>
                  </a:lnTo>
                  <a:lnTo>
                    <a:pt x="96721" y="329507"/>
                  </a:lnTo>
                  <a:lnTo>
                    <a:pt x="93442" y="326228"/>
                  </a:lnTo>
                  <a:lnTo>
                    <a:pt x="93442" y="322950"/>
                  </a:lnTo>
                  <a:lnTo>
                    <a:pt x="96721" y="319671"/>
                  </a:lnTo>
                  <a:lnTo>
                    <a:pt x="95081" y="316392"/>
                  </a:lnTo>
                  <a:lnTo>
                    <a:pt x="95081" y="314753"/>
                  </a:lnTo>
                  <a:lnTo>
                    <a:pt x="95081" y="311474"/>
                  </a:lnTo>
                  <a:lnTo>
                    <a:pt x="95081" y="308195"/>
                  </a:lnTo>
                  <a:lnTo>
                    <a:pt x="93442" y="303277"/>
                  </a:lnTo>
                  <a:lnTo>
                    <a:pt x="93442" y="299999"/>
                  </a:lnTo>
                  <a:lnTo>
                    <a:pt x="93442" y="296720"/>
                  </a:lnTo>
                  <a:lnTo>
                    <a:pt x="90164" y="293441"/>
                  </a:lnTo>
                  <a:lnTo>
                    <a:pt x="88525" y="288523"/>
                  </a:lnTo>
                  <a:lnTo>
                    <a:pt x="85246" y="285245"/>
                  </a:lnTo>
                  <a:lnTo>
                    <a:pt x="83606" y="281966"/>
                  </a:lnTo>
                  <a:lnTo>
                    <a:pt x="80328" y="278687"/>
                  </a:lnTo>
                  <a:lnTo>
                    <a:pt x="77049" y="275409"/>
                  </a:lnTo>
                  <a:lnTo>
                    <a:pt x="73770" y="272130"/>
                  </a:lnTo>
                  <a:lnTo>
                    <a:pt x="70491" y="270491"/>
                  </a:lnTo>
                  <a:lnTo>
                    <a:pt x="67212" y="267212"/>
                  </a:lnTo>
                  <a:lnTo>
                    <a:pt x="65573" y="263933"/>
                  </a:lnTo>
                  <a:lnTo>
                    <a:pt x="62295" y="259015"/>
                  </a:lnTo>
                  <a:lnTo>
                    <a:pt x="59016" y="255737"/>
                  </a:lnTo>
                  <a:lnTo>
                    <a:pt x="55738" y="252458"/>
                  </a:lnTo>
                  <a:lnTo>
                    <a:pt x="52459" y="247540"/>
                  </a:lnTo>
                  <a:lnTo>
                    <a:pt x="52459" y="244261"/>
                  </a:lnTo>
                  <a:lnTo>
                    <a:pt x="50819" y="240983"/>
                  </a:lnTo>
                  <a:lnTo>
                    <a:pt x="50819" y="240983"/>
                  </a:lnTo>
                  <a:lnTo>
                    <a:pt x="49180" y="236065"/>
                  </a:lnTo>
                  <a:lnTo>
                    <a:pt x="50819" y="232786"/>
                  </a:lnTo>
                  <a:lnTo>
                    <a:pt x="49180" y="229507"/>
                  </a:lnTo>
                  <a:lnTo>
                    <a:pt x="52459" y="227868"/>
                  </a:lnTo>
                  <a:lnTo>
                    <a:pt x="57377" y="229507"/>
                  </a:lnTo>
                  <a:lnTo>
                    <a:pt x="57377" y="229507"/>
                  </a:lnTo>
                  <a:lnTo>
                    <a:pt x="57377" y="224589"/>
                  </a:lnTo>
                  <a:lnTo>
                    <a:pt x="60656" y="224589"/>
                  </a:lnTo>
                  <a:lnTo>
                    <a:pt x="62295" y="219671"/>
                  </a:lnTo>
                  <a:lnTo>
                    <a:pt x="62295" y="216393"/>
                  </a:lnTo>
                  <a:lnTo>
                    <a:pt x="60656" y="211475"/>
                  </a:lnTo>
                  <a:lnTo>
                    <a:pt x="62295" y="211475"/>
                  </a:lnTo>
                  <a:lnTo>
                    <a:pt x="60656" y="208196"/>
                  </a:lnTo>
                  <a:lnTo>
                    <a:pt x="62295" y="203278"/>
                  </a:lnTo>
                  <a:lnTo>
                    <a:pt x="60656" y="199999"/>
                  </a:lnTo>
                  <a:lnTo>
                    <a:pt x="60656" y="196720"/>
                  </a:lnTo>
                  <a:lnTo>
                    <a:pt x="59016" y="193442"/>
                  </a:lnTo>
                  <a:lnTo>
                    <a:pt x="63935" y="190163"/>
                  </a:lnTo>
                  <a:lnTo>
                    <a:pt x="67212" y="190163"/>
                  </a:lnTo>
                  <a:lnTo>
                    <a:pt x="68852" y="186885"/>
                  </a:lnTo>
                  <a:lnTo>
                    <a:pt x="72131" y="183606"/>
                  </a:lnTo>
                  <a:lnTo>
                    <a:pt x="72131" y="180327"/>
                  </a:lnTo>
                  <a:lnTo>
                    <a:pt x="68852" y="175409"/>
                  </a:lnTo>
                  <a:lnTo>
                    <a:pt x="67212" y="180327"/>
                  </a:lnTo>
                  <a:lnTo>
                    <a:pt x="63935" y="183606"/>
                  </a:lnTo>
                  <a:lnTo>
                    <a:pt x="62295" y="180327"/>
                  </a:lnTo>
                  <a:lnTo>
                    <a:pt x="60656" y="175409"/>
                  </a:lnTo>
                  <a:lnTo>
                    <a:pt x="57377" y="172130"/>
                  </a:lnTo>
                  <a:lnTo>
                    <a:pt x="55738" y="168852"/>
                  </a:lnTo>
                  <a:lnTo>
                    <a:pt x="54098" y="165573"/>
                  </a:lnTo>
                  <a:lnTo>
                    <a:pt x="54098" y="162294"/>
                  </a:lnTo>
                  <a:lnTo>
                    <a:pt x="54098" y="157376"/>
                  </a:lnTo>
                  <a:lnTo>
                    <a:pt x="52459" y="154098"/>
                  </a:lnTo>
                  <a:lnTo>
                    <a:pt x="49180" y="150819"/>
                  </a:lnTo>
                  <a:lnTo>
                    <a:pt x="45901" y="149180"/>
                  </a:lnTo>
                  <a:lnTo>
                    <a:pt x="44262" y="149180"/>
                  </a:lnTo>
                  <a:lnTo>
                    <a:pt x="42622" y="144262"/>
                  </a:lnTo>
                  <a:lnTo>
                    <a:pt x="39344" y="140983"/>
                  </a:lnTo>
                  <a:lnTo>
                    <a:pt x="36066" y="137704"/>
                  </a:lnTo>
                  <a:lnTo>
                    <a:pt x="32787" y="134426"/>
                  </a:lnTo>
                  <a:lnTo>
                    <a:pt x="31148" y="129508"/>
                  </a:lnTo>
                  <a:lnTo>
                    <a:pt x="27869" y="127868"/>
                  </a:lnTo>
                  <a:lnTo>
                    <a:pt x="22951" y="124590"/>
                  </a:lnTo>
                  <a:lnTo>
                    <a:pt x="21311" y="119672"/>
                  </a:lnTo>
                  <a:lnTo>
                    <a:pt x="18032" y="116393"/>
                  </a:lnTo>
                  <a:lnTo>
                    <a:pt x="16393" y="116393"/>
                  </a:lnTo>
                  <a:lnTo>
                    <a:pt x="16393" y="114754"/>
                  </a:lnTo>
                  <a:lnTo>
                    <a:pt x="18032" y="109836"/>
                  </a:lnTo>
                  <a:lnTo>
                    <a:pt x="16393" y="106557"/>
                  </a:lnTo>
                  <a:lnTo>
                    <a:pt x="14754" y="103278"/>
                  </a:lnTo>
                  <a:lnTo>
                    <a:pt x="13114" y="98360"/>
                  </a:lnTo>
                  <a:lnTo>
                    <a:pt x="13114" y="95082"/>
                  </a:lnTo>
                  <a:lnTo>
                    <a:pt x="8197" y="95082"/>
                  </a:lnTo>
                  <a:lnTo>
                    <a:pt x="4918" y="93442"/>
                  </a:lnTo>
                  <a:lnTo>
                    <a:pt x="3279" y="90164"/>
                  </a:lnTo>
                  <a:lnTo>
                    <a:pt x="1639" y="86885"/>
                  </a:lnTo>
                  <a:lnTo>
                    <a:pt x="0" y="8196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6" name="Freeform 3045">
              <a:extLst>
                <a:ext uri="{FF2B5EF4-FFF2-40B4-BE49-F238E27FC236}">
                  <a16:creationId xmlns:a16="http://schemas.microsoft.com/office/drawing/2014/main" id="{B870CECD-C383-FE45-993A-8E065F6E59D7}"/>
                </a:ext>
              </a:extLst>
            </p:cNvPr>
            <p:cNvSpPr/>
            <p:nvPr/>
          </p:nvSpPr>
          <p:spPr>
            <a:xfrm>
              <a:off x="11177943" y="1487040"/>
              <a:ext cx="34425" cy="8196"/>
            </a:xfrm>
            <a:custGeom>
              <a:avLst/>
              <a:gdLst>
                <a:gd name="connsiteX0" fmla="*/ 34426 w 34425"/>
                <a:gd name="connsiteY0" fmla="*/ 8197 h 8196"/>
                <a:gd name="connsiteX1" fmla="*/ 34426 w 34425"/>
                <a:gd name="connsiteY1" fmla="*/ 8197 h 8196"/>
                <a:gd name="connsiteX2" fmla="*/ 31148 w 34425"/>
                <a:gd name="connsiteY2" fmla="*/ 6557 h 8196"/>
                <a:gd name="connsiteX3" fmla="*/ 27869 w 34425"/>
                <a:gd name="connsiteY3" fmla="*/ 4918 h 8196"/>
                <a:gd name="connsiteX4" fmla="*/ 22951 w 34425"/>
                <a:gd name="connsiteY4" fmla="*/ 4918 h 8196"/>
                <a:gd name="connsiteX5" fmla="*/ 19672 w 34425"/>
                <a:gd name="connsiteY5" fmla="*/ 4918 h 8196"/>
                <a:gd name="connsiteX6" fmla="*/ 16393 w 34425"/>
                <a:gd name="connsiteY6" fmla="*/ 3279 h 8196"/>
                <a:gd name="connsiteX7" fmla="*/ 13114 w 34425"/>
                <a:gd name="connsiteY7" fmla="*/ 1639 h 8196"/>
                <a:gd name="connsiteX8" fmla="*/ 8197 w 34425"/>
                <a:gd name="connsiteY8" fmla="*/ 1639 h 8196"/>
                <a:gd name="connsiteX9" fmla="*/ 4918 w 34425"/>
                <a:gd name="connsiteY9" fmla="*/ 0 h 8196"/>
                <a:gd name="connsiteX10" fmla="*/ 0 w 34425"/>
                <a:gd name="connsiteY10" fmla="*/ 0 h 8196"/>
                <a:gd name="connsiteX11" fmla="*/ 4918 w 34425"/>
                <a:gd name="connsiteY11" fmla="*/ 1639 h 8196"/>
                <a:gd name="connsiteX12" fmla="*/ 8197 w 34425"/>
                <a:gd name="connsiteY12" fmla="*/ 3279 h 8196"/>
                <a:gd name="connsiteX13" fmla="*/ 13114 w 34425"/>
                <a:gd name="connsiteY13" fmla="*/ 3279 h 8196"/>
                <a:gd name="connsiteX14" fmla="*/ 16393 w 34425"/>
                <a:gd name="connsiteY14" fmla="*/ 4918 h 8196"/>
                <a:gd name="connsiteX15" fmla="*/ 19672 w 34425"/>
                <a:gd name="connsiteY15" fmla="*/ 6557 h 8196"/>
                <a:gd name="connsiteX16" fmla="*/ 24590 w 34425"/>
                <a:gd name="connsiteY16" fmla="*/ 8197 h 8196"/>
                <a:gd name="connsiteX17" fmla="*/ 27869 w 34425"/>
                <a:gd name="connsiteY17" fmla="*/ 6557 h 8196"/>
                <a:gd name="connsiteX18" fmla="*/ 31148 w 34425"/>
                <a:gd name="connsiteY18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425" h="8196">
                  <a:moveTo>
                    <a:pt x="34426" y="8197"/>
                  </a:moveTo>
                  <a:lnTo>
                    <a:pt x="34426" y="8197"/>
                  </a:lnTo>
                  <a:lnTo>
                    <a:pt x="31148" y="6557"/>
                  </a:lnTo>
                  <a:lnTo>
                    <a:pt x="27869" y="4918"/>
                  </a:lnTo>
                  <a:lnTo>
                    <a:pt x="22951" y="4918"/>
                  </a:lnTo>
                  <a:lnTo>
                    <a:pt x="19672" y="4918"/>
                  </a:lnTo>
                  <a:lnTo>
                    <a:pt x="16393" y="3279"/>
                  </a:lnTo>
                  <a:lnTo>
                    <a:pt x="13114" y="1639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4918" y="1639"/>
                  </a:lnTo>
                  <a:lnTo>
                    <a:pt x="8197" y="3279"/>
                  </a:lnTo>
                  <a:lnTo>
                    <a:pt x="13114" y="3279"/>
                  </a:lnTo>
                  <a:lnTo>
                    <a:pt x="16393" y="4918"/>
                  </a:lnTo>
                  <a:lnTo>
                    <a:pt x="19672" y="6557"/>
                  </a:lnTo>
                  <a:lnTo>
                    <a:pt x="24590" y="8197"/>
                  </a:lnTo>
                  <a:lnTo>
                    <a:pt x="27869" y="6557"/>
                  </a:lnTo>
                  <a:lnTo>
                    <a:pt x="3114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7" name="Freeform 3046">
              <a:extLst>
                <a:ext uri="{FF2B5EF4-FFF2-40B4-BE49-F238E27FC236}">
                  <a16:creationId xmlns:a16="http://schemas.microsoft.com/office/drawing/2014/main" id="{A85DCC38-C91A-0747-B5B5-D0DA32316DDD}"/>
                </a:ext>
              </a:extLst>
            </p:cNvPr>
            <p:cNvSpPr/>
            <p:nvPr/>
          </p:nvSpPr>
          <p:spPr>
            <a:xfrm>
              <a:off x="10787781" y="4236207"/>
              <a:ext cx="373768" cy="357375"/>
            </a:xfrm>
            <a:custGeom>
              <a:avLst/>
              <a:gdLst>
                <a:gd name="connsiteX0" fmla="*/ 0 w 373768"/>
                <a:gd name="connsiteY0" fmla="*/ 288523 h 357375"/>
                <a:gd name="connsiteX1" fmla="*/ 0 w 373768"/>
                <a:gd name="connsiteY1" fmla="*/ 288523 h 357375"/>
                <a:gd name="connsiteX2" fmla="*/ 0 w 373768"/>
                <a:gd name="connsiteY2" fmla="*/ 285244 h 357375"/>
                <a:gd name="connsiteX3" fmla="*/ 0 w 373768"/>
                <a:gd name="connsiteY3" fmla="*/ 281966 h 357375"/>
                <a:gd name="connsiteX4" fmla="*/ 1639 w 373768"/>
                <a:gd name="connsiteY4" fmla="*/ 277048 h 357375"/>
                <a:gd name="connsiteX5" fmla="*/ 1639 w 373768"/>
                <a:gd name="connsiteY5" fmla="*/ 273769 h 357375"/>
                <a:gd name="connsiteX6" fmla="*/ 1639 w 373768"/>
                <a:gd name="connsiteY6" fmla="*/ 268851 h 357375"/>
                <a:gd name="connsiteX7" fmla="*/ 1639 w 373768"/>
                <a:gd name="connsiteY7" fmla="*/ 265573 h 357375"/>
                <a:gd name="connsiteX8" fmla="*/ 1639 w 373768"/>
                <a:gd name="connsiteY8" fmla="*/ 262294 h 357375"/>
                <a:gd name="connsiteX9" fmla="*/ 3279 w 373768"/>
                <a:gd name="connsiteY9" fmla="*/ 257376 h 357375"/>
                <a:gd name="connsiteX10" fmla="*/ 3279 w 373768"/>
                <a:gd name="connsiteY10" fmla="*/ 254097 h 357375"/>
                <a:gd name="connsiteX11" fmla="*/ 3279 w 373768"/>
                <a:gd name="connsiteY11" fmla="*/ 250819 h 357375"/>
                <a:gd name="connsiteX12" fmla="*/ 3279 w 373768"/>
                <a:gd name="connsiteY12" fmla="*/ 245901 h 357375"/>
                <a:gd name="connsiteX13" fmla="*/ 3279 w 373768"/>
                <a:gd name="connsiteY13" fmla="*/ 242622 h 357375"/>
                <a:gd name="connsiteX14" fmla="*/ 3279 w 373768"/>
                <a:gd name="connsiteY14" fmla="*/ 237704 h 357375"/>
                <a:gd name="connsiteX15" fmla="*/ 4918 w 373768"/>
                <a:gd name="connsiteY15" fmla="*/ 234425 h 357375"/>
                <a:gd name="connsiteX16" fmla="*/ 4918 w 373768"/>
                <a:gd name="connsiteY16" fmla="*/ 231147 h 357375"/>
                <a:gd name="connsiteX17" fmla="*/ 4918 w 373768"/>
                <a:gd name="connsiteY17" fmla="*/ 226229 h 357375"/>
                <a:gd name="connsiteX18" fmla="*/ 4918 w 373768"/>
                <a:gd name="connsiteY18" fmla="*/ 222950 h 357375"/>
                <a:gd name="connsiteX19" fmla="*/ 4918 w 373768"/>
                <a:gd name="connsiteY19" fmla="*/ 219671 h 357375"/>
                <a:gd name="connsiteX20" fmla="*/ 6557 w 373768"/>
                <a:gd name="connsiteY20" fmla="*/ 214753 h 357375"/>
                <a:gd name="connsiteX21" fmla="*/ 6557 w 373768"/>
                <a:gd name="connsiteY21" fmla="*/ 211474 h 357375"/>
                <a:gd name="connsiteX22" fmla="*/ 6557 w 373768"/>
                <a:gd name="connsiteY22" fmla="*/ 206557 h 357375"/>
                <a:gd name="connsiteX23" fmla="*/ 6557 w 373768"/>
                <a:gd name="connsiteY23" fmla="*/ 203278 h 357375"/>
                <a:gd name="connsiteX24" fmla="*/ 6557 w 373768"/>
                <a:gd name="connsiteY24" fmla="*/ 199999 h 357375"/>
                <a:gd name="connsiteX25" fmla="*/ 6557 w 373768"/>
                <a:gd name="connsiteY25" fmla="*/ 195081 h 357375"/>
                <a:gd name="connsiteX26" fmla="*/ 8197 w 373768"/>
                <a:gd name="connsiteY26" fmla="*/ 191803 h 357375"/>
                <a:gd name="connsiteX27" fmla="*/ 8197 w 373768"/>
                <a:gd name="connsiteY27" fmla="*/ 190163 h 357375"/>
                <a:gd name="connsiteX28" fmla="*/ 3279 w 373768"/>
                <a:gd name="connsiteY28" fmla="*/ 188524 h 357375"/>
                <a:gd name="connsiteX29" fmla="*/ 3279 w 373768"/>
                <a:gd name="connsiteY29" fmla="*/ 185245 h 357375"/>
                <a:gd name="connsiteX30" fmla="*/ 1639 w 373768"/>
                <a:gd name="connsiteY30" fmla="*/ 181966 h 357375"/>
                <a:gd name="connsiteX31" fmla="*/ 3279 w 373768"/>
                <a:gd name="connsiteY31" fmla="*/ 177049 h 357375"/>
                <a:gd name="connsiteX32" fmla="*/ 4918 w 373768"/>
                <a:gd name="connsiteY32" fmla="*/ 173770 h 357375"/>
                <a:gd name="connsiteX33" fmla="*/ 4918 w 373768"/>
                <a:gd name="connsiteY33" fmla="*/ 170491 h 357375"/>
                <a:gd name="connsiteX34" fmla="*/ 8197 w 373768"/>
                <a:gd name="connsiteY34" fmla="*/ 167213 h 357375"/>
                <a:gd name="connsiteX35" fmla="*/ 9836 w 373768"/>
                <a:gd name="connsiteY35" fmla="*/ 165573 h 357375"/>
                <a:gd name="connsiteX36" fmla="*/ 9836 w 373768"/>
                <a:gd name="connsiteY36" fmla="*/ 162294 h 357375"/>
                <a:gd name="connsiteX37" fmla="*/ 9836 w 373768"/>
                <a:gd name="connsiteY37" fmla="*/ 157376 h 357375"/>
                <a:gd name="connsiteX38" fmla="*/ 9836 w 373768"/>
                <a:gd name="connsiteY38" fmla="*/ 154098 h 357375"/>
                <a:gd name="connsiteX39" fmla="*/ 9836 w 373768"/>
                <a:gd name="connsiteY39" fmla="*/ 150819 h 357375"/>
                <a:gd name="connsiteX40" fmla="*/ 9836 w 373768"/>
                <a:gd name="connsiteY40" fmla="*/ 147540 h 357375"/>
                <a:gd name="connsiteX41" fmla="*/ 9836 w 373768"/>
                <a:gd name="connsiteY41" fmla="*/ 142622 h 357375"/>
                <a:gd name="connsiteX42" fmla="*/ 11476 w 373768"/>
                <a:gd name="connsiteY42" fmla="*/ 139344 h 357375"/>
                <a:gd name="connsiteX43" fmla="*/ 11476 w 373768"/>
                <a:gd name="connsiteY43" fmla="*/ 134426 h 357375"/>
                <a:gd name="connsiteX44" fmla="*/ 11476 w 373768"/>
                <a:gd name="connsiteY44" fmla="*/ 131147 h 357375"/>
                <a:gd name="connsiteX45" fmla="*/ 11476 w 373768"/>
                <a:gd name="connsiteY45" fmla="*/ 127869 h 357375"/>
                <a:gd name="connsiteX46" fmla="*/ 11476 w 373768"/>
                <a:gd name="connsiteY46" fmla="*/ 122950 h 357375"/>
                <a:gd name="connsiteX47" fmla="*/ 11476 w 373768"/>
                <a:gd name="connsiteY47" fmla="*/ 119672 h 357375"/>
                <a:gd name="connsiteX48" fmla="*/ 11476 w 373768"/>
                <a:gd name="connsiteY48" fmla="*/ 116393 h 357375"/>
                <a:gd name="connsiteX49" fmla="*/ 13114 w 373768"/>
                <a:gd name="connsiteY49" fmla="*/ 111475 h 357375"/>
                <a:gd name="connsiteX50" fmla="*/ 13114 w 373768"/>
                <a:gd name="connsiteY50" fmla="*/ 108196 h 357375"/>
                <a:gd name="connsiteX51" fmla="*/ 13114 w 373768"/>
                <a:gd name="connsiteY51" fmla="*/ 106557 h 357375"/>
                <a:gd name="connsiteX52" fmla="*/ 13114 w 373768"/>
                <a:gd name="connsiteY52" fmla="*/ 88524 h 357375"/>
                <a:gd name="connsiteX53" fmla="*/ 14753 w 373768"/>
                <a:gd name="connsiteY53" fmla="*/ 70492 h 357375"/>
                <a:gd name="connsiteX54" fmla="*/ 14753 w 373768"/>
                <a:gd name="connsiteY54" fmla="*/ 62295 h 357375"/>
                <a:gd name="connsiteX55" fmla="*/ 16393 w 373768"/>
                <a:gd name="connsiteY55" fmla="*/ 29508 h 357375"/>
                <a:gd name="connsiteX56" fmla="*/ 16393 w 373768"/>
                <a:gd name="connsiteY56" fmla="*/ 18033 h 357375"/>
                <a:gd name="connsiteX57" fmla="*/ 18032 w 373768"/>
                <a:gd name="connsiteY57" fmla="*/ 1639 h 357375"/>
                <a:gd name="connsiteX58" fmla="*/ 19672 w 373768"/>
                <a:gd name="connsiteY58" fmla="*/ 0 h 357375"/>
                <a:gd name="connsiteX59" fmla="*/ 22950 w 373768"/>
                <a:gd name="connsiteY59" fmla="*/ 1639 h 357375"/>
                <a:gd name="connsiteX60" fmla="*/ 26229 w 373768"/>
                <a:gd name="connsiteY60" fmla="*/ 1639 h 357375"/>
                <a:gd name="connsiteX61" fmla="*/ 31147 w 373768"/>
                <a:gd name="connsiteY61" fmla="*/ 4918 h 357375"/>
                <a:gd name="connsiteX62" fmla="*/ 34426 w 373768"/>
                <a:gd name="connsiteY62" fmla="*/ 6557 h 357375"/>
                <a:gd name="connsiteX63" fmla="*/ 37705 w 373768"/>
                <a:gd name="connsiteY63" fmla="*/ 8197 h 357375"/>
                <a:gd name="connsiteX64" fmla="*/ 42622 w 373768"/>
                <a:gd name="connsiteY64" fmla="*/ 11476 h 357375"/>
                <a:gd name="connsiteX65" fmla="*/ 45901 w 373768"/>
                <a:gd name="connsiteY65" fmla="*/ 13115 h 357375"/>
                <a:gd name="connsiteX66" fmla="*/ 49180 w 373768"/>
                <a:gd name="connsiteY66" fmla="*/ 14754 h 357375"/>
                <a:gd name="connsiteX67" fmla="*/ 52459 w 373768"/>
                <a:gd name="connsiteY67" fmla="*/ 16393 h 357375"/>
                <a:gd name="connsiteX68" fmla="*/ 57377 w 373768"/>
                <a:gd name="connsiteY68" fmla="*/ 18033 h 357375"/>
                <a:gd name="connsiteX69" fmla="*/ 59016 w 373768"/>
                <a:gd name="connsiteY69" fmla="*/ 21312 h 357375"/>
                <a:gd name="connsiteX70" fmla="*/ 62295 w 373768"/>
                <a:gd name="connsiteY70" fmla="*/ 22951 h 357375"/>
                <a:gd name="connsiteX71" fmla="*/ 67212 w 373768"/>
                <a:gd name="connsiteY71" fmla="*/ 22951 h 357375"/>
                <a:gd name="connsiteX72" fmla="*/ 70491 w 373768"/>
                <a:gd name="connsiteY72" fmla="*/ 24590 h 357375"/>
                <a:gd name="connsiteX73" fmla="*/ 73770 w 373768"/>
                <a:gd name="connsiteY73" fmla="*/ 27869 h 357375"/>
                <a:gd name="connsiteX74" fmla="*/ 77049 w 373768"/>
                <a:gd name="connsiteY74" fmla="*/ 27869 h 357375"/>
                <a:gd name="connsiteX75" fmla="*/ 81967 w 373768"/>
                <a:gd name="connsiteY75" fmla="*/ 29508 h 357375"/>
                <a:gd name="connsiteX76" fmla="*/ 85246 w 373768"/>
                <a:gd name="connsiteY76" fmla="*/ 31147 h 357375"/>
                <a:gd name="connsiteX77" fmla="*/ 88524 w 373768"/>
                <a:gd name="connsiteY77" fmla="*/ 32787 h 357375"/>
                <a:gd name="connsiteX78" fmla="*/ 93442 w 373768"/>
                <a:gd name="connsiteY78" fmla="*/ 34426 h 357375"/>
                <a:gd name="connsiteX79" fmla="*/ 96720 w 373768"/>
                <a:gd name="connsiteY79" fmla="*/ 34426 h 357375"/>
                <a:gd name="connsiteX80" fmla="*/ 98360 w 373768"/>
                <a:gd name="connsiteY80" fmla="*/ 34426 h 357375"/>
                <a:gd name="connsiteX81" fmla="*/ 101639 w 373768"/>
                <a:gd name="connsiteY81" fmla="*/ 34426 h 357375"/>
                <a:gd name="connsiteX82" fmla="*/ 103278 w 373768"/>
                <a:gd name="connsiteY82" fmla="*/ 36066 h 357375"/>
                <a:gd name="connsiteX83" fmla="*/ 108196 w 373768"/>
                <a:gd name="connsiteY83" fmla="*/ 36066 h 357375"/>
                <a:gd name="connsiteX84" fmla="*/ 111475 w 373768"/>
                <a:gd name="connsiteY84" fmla="*/ 37705 h 357375"/>
                <a:gd name="connsiteX85" fmla="*/ 114754 w 373768"/>
                <a:gd name="connsiteY85" fmla="*/ 39344 h 357375"/>
                <a:gd name="connsiteX86" fmla="*/ 118032 w 373768"/>
                <a:gd name="connsiteY86" fmla="*/ 42623 h 357375"/>
                <a:gd name="connsiteX87" fmla="*/ 121310 w 373768"/>
                <a:gd name="connsiteY87" fmla="*/ 45902 h 357375"/>
                <a:gd name="connsiteX88" fmla="*/ 124589 w 373768"/>
                <a:gd name="connsiteY88" fmla="*/ 47541 h 357375"/>
                <a:gd name="connsiteX89" fmla="*/ 129507 w 373768"/>
                <a:gd name="connsiteY89" fmla="*/ 50820 h 357375"/>
                <a:gd name="connsiteX90" fmla="*/ 132786 w 373768"/>
                <a:gd name="connsiteY90" fmla="*/ 54098 h 357375"/>
                <a:gd name="connsiteX91" fmla="*/ 136065 w 373768"/>
                <a:gd name="connsiteY91" fmla="*/ 55737 h 357375"/>
                <a:gd name="connsiteX92" fmla="*/ 140983 w 373768"/>
                <a:gd name="connsiteY92" fmla="*/ 57377 h 357375"/>
                <a:gd name="connsiteX93" fmla="*/ 144261 w 373768"/>
                <a:gd name="connsiteY93" fmla="*/ 54098 h 357375"/>
                <a:gd name="connsiteX94" fmla="*/ 147540 w 373768"/>
                <a:gd name="connsiteY94" fmla="*/ 54098 h 357375"/>
                <a:gd name="connsiteX95" fmla="*/ 150819 w 373768"/>
                <a:gd name="connsiteY95" fmla="*/ 55737 h 357375"/>
                <a:gd name="connsiteX96" fmla="*/ 152458 w 373768"/>
                <a:gd name="connsiteY96" fmla="*/ 59016 h 357375"/>
                <a:gd name="connsiteX97" fmla="*/ 152458 w 373768"/>
                <a:gd name="connsiteY97" fmla="*/ 62295 h 357375"/>
                <a:gd name="connsiteX98" fmla="*/ 155737 w 373768"/>
                <a:gd name="connsiteY98" fmla="*/ 63934 h 357375"/>
                <a:gd name="connsiteX99" fmla="*/ 159016 w 373768"/>
                <a:gd name="connsiteY99" fmla="*/ 63934 h 357375"/>
                <a:gd name="connsiteX100" fmla="*/ 162294 w 373768"/>
                <a:gd name="connsiteY100" fmla="*/ 67213 h 357375"/>
                <a:gd name="connsiteX101" fmla="*/ 163934 w 373768"/>
                <a:gd name="connsiteY101" fmla="*/ 70492 h 357375"/>
                <a:gd name="connsiteX102" fmla="*/ 167213 w 373768"/>
                <a:gd name="connsiteY102" fmla="*/ 72131 h 357375"/>
                <a:gd name="connsiteX103" fmla="*/ 168851 w 373768"/>
                <a:gd name="connsiteY103" fmla="*/ 75410 h 357375"/>
                <a:gd name="connsiteX104" fmla="*/ 172130 w 373768"/>
                <a:gd name="connsiteY104" fmla="*/ 78688 h 357375"/>
                <a:gd name="connsiteX105" fmla="*/ 177048 w 373768"/>
                <a:gd name="connsiteY105" fmla="*/ 80327 h 357375"/>
                <a:gd name="connsiteX106" fmla="*/ 180327 w 373768"/>
                <a:gd name="connsiteY106" fmla="*/ 78688 h 357375"/>
                <a:gd name="connsiteX107" fmla="*/ 183606 w 373768"/>
                <a:gd name="connsiteY107" fmla="*/ 81967 h 357375"/>
                <a:gd name="connsiteX108" fmla="*/ 186884 w 373768"/>
                <a:gd name="connsiteY108" fmla="*/ 86885 h 357375"/>
                <a:gd name="connsiteX109" fmla="*/ 190163 w 373768"/>
                <a:gd name="connsiteY109" fmla="*/ 90164 h 357375"/>
                <a:gd name="connsiteX110" fmla="*/ 191803 w 373768"/>
                <a:gd name="connsiteY110" fmla="*/ 93442 h 357375"/>
                <a:gd name="connsiteX111" fmla="*/ 195080 w 373768"/>
                <a:gd name="connsiteY111" fmla="*/ 96721 h 357375"/>
                <a:gd name="connsiteX112" fmla="*/ 198359 w 373768"/>
                <a:gd name="connsiteY112" fmla="*/ 101639 h 357375"/>
                <a:gd name="connsiteX113" fmla="*/ 196720 w 373768"/>
                <a:gd name="connsiteY113" fmla="*/ 104917 h 357375"/>
                <a:gd name="connsiteX114" fmla="*/ 196720 w 373768"/>
                <a:gd name="connsiteY114" fmla="*/ 108196 h 357375"/>
                <a:gd name="connsiteX115" fmla="*/ 196720 w 373768"/>
                <a:gd name="connsiteY115" fmla="*/ 113114 h 357375"/>
                <a:gd name="connsiteX116" fmla="*/ 196720 w 373768"/>
                <a:gd name="connsiteY116" fmla="*/ 116393 h 357375"/>
                <a:gd name="connsiteX117" fmla="*/ 193442 w 373768"/>
                <a:gd name="connsiteY117" fmla="*/ 119672 h 357375"/>
                <a:gd name="connsiteX118" fmla="*/ 193442 w 373768"/>
                <a:gd name="connsiteY118" fmla="*/ 124590 h 357375"/>
                <a:gd name="connsiteX119" fmla="*/ 196720 w 373768"/>
                <a:gd name="connsiteY119" fmla="*/ 127869 h 357375"/>
                <a:gd name="connsiteX120" fmla="*/ 199999 w 373768"/>
                <a:gd name="connsiteY120" fmla="*/ 127869 h 357375"/>
                <a:gd name="connsiteX121" fmla="*/ 204917 w 373768"/>
                <a:gd name="connsiteY121" fmla="*/ 127869 h 357375"/>
                <a:gd name="connsiteX122" fmla="*/ 208196 w 373768"/>
                <a:gd name="connsiteY122" fmla="*/ 129508 h 357375"/>
                <a:gd name="connsiteX123" fmla="*/ 211474 w 373768"/>
                <a:gd name="connsiteY123" fmla="*/ 131147 h 357375"/>
                <a:gd name="connsiteX124" fmla="*/ 216393 w 373768"/>
                <a:gd name="connsiteY124" fmla="*/ 132786 h 357375"/>
                <a:gd name="connsiteX125" fmla="*/ 219671 w 373768"/>
                <a:gd name="connsiteY125" fmla="*/ 132786 h 357375"/>
                <a:gd name="connsiteX126" fmla="*/ 222949 w 373768"/>
                <a:gd name="connsiteY126" fmla="*/ 134426 h 357375"/>
                <a:gd name="connsiteX127" fmla="*/ 226228 w 373768"/>
                <a:gd name="connsiteY127" fmla="*/ 137704 h 357375"/>
                <a:gd name="connsiteX128" fmla="*/ 229507 w 373768"/>
                <a:gd name="connsiteY128" fmla="*/ 140983 h 357375"/>
                <a:gd name="connsiteX129" fmla="*/ 232786 w 373768"/>
                <a:gd name="connsiteY129" fmla="*/ 142622 h 357375"/>
                <a:gd name="connsiteX130" fmla="*/ 234425 w 373768"/>
                <a:gd name="connsiteY130" fmla="*/ 144262 h 357375"/>
                <a:gd name="connsiteX131" fmla="*/ 239343 w 373768"/>
                <a:gd name="connsiteY131" fmla="*/ 144262 h 357375"/>
                <a:gd name="connsiteX132" fmla="*/ 240983 w 373768"/>
                <a:gd name="connsiteY132" fmla="*/ 147540 h 357375"/>
                <a:gd name="connsiteX133" fmla="*/ 245901 w 373768"/>
                <a:gd name="connsiteY133" fmla="*/ 149180 h 357375"/>
                <a:gd name="connsiteX134" fmla="*/ 249179 w 373768"/>
                <a:gd name="connsiteY134" fmla="*/ 149180 h 357375"/>
                <a:gd name="connsiteX135" fmla="*/ 252457 w 373768"/>
                <a:gd name="connsiteY135" fmla="*/ 149180 h 357375"/>
                <a:gd name="connsiteX136" fmla="*/ 255736 w 373768"/>
                <a:gd name="connsiteY136" fmla="*/ 149180 h 357375"/>
                <a:gd name="connsiteX137" fmla="*/ 260654 w 373768"/>
                <a:gd name="connsiteY137" fmla="*/ 150819 h 357375"/>
                <a:gd name="connsiteX138" fmla="*/ 260654 w 373768"/>
                <a:gd name="connsiteY138" fmla="*/ 152459 h 357375"/>
                <a:gd name="connsiteX139" fmla="*/ 263933 w 373768"/>
                <a:gd name="connsiteY139" fmla="*/ 155737 h 357375"/>
                <a:gd name="connsiteX140" fmla="*/ 267212 w 373768"/>
                <a:gd name="connsiteY140" fmla="*/ 159016 h 357375"/>
                <a:gd name="connsiteX141" fmla="*/ 268851 w 373768"/>
                <a:gd name="connsiteY141" fmla="*/ 163934 h 357375"/>
                <a:gd name="connsiteX142" fmla="*/ 272130 w 373768"/>
                <a:gd name="connsiteY142" fmla="*/ 167213 h 357375"/>
                <a:gd name="connsiteX143" fmla="*/ 272130 w 373768"/>
                <a:gd name="connsiteY143" fmla="*/ 170491 h 357375"/>
                <a:gd name="connsiteX144" fmla="*/ 272130 w 373768"/>
                <a:gd name="connsiteY144" fmla="*/ 173770 h 357375"/>
                <a:gd name="connsiteX145" fmla="*/ 272130 w 373768"/>
                <a:gd name="connsiteY145" fmla="*/ 178688 h 357375"/>
                <a:gd name="connsiteX146" fmla="*/ 270491 w 373768"/>
                <a:gd name="connsiteY146" fmla="*/ 181966 h 357375"/>
                <a:gd name="connsiteX147" fmla="*/ 267212 w 373768"/>
                <a:gd name="connsiteY147" fmla="*/ 183606 h 357375"/>
                <a:gd name="connsiteX148" fmla="*/ 263933 w 373768"/>
                <a:gd name="connsiteY148" fmla="*/ 183606 h 357375"/>
                <a:gd name="connsiteX149" fmla="*/ 260654 w 373768"/>
                <a:gd name="connsiteY149" fmla="*/ 183606 h 357375"/>
                <a:gd name="connsiteX150" fmla="*/ 255736 w 373768"/>
                <a:gd name="connsiteY150" fmla="*/ 183606 h 357375"/>
                <a:gd name="connsiteX151" fmla="*/ 252457 w 373768"/>
                <a:gd name="connsiteY151" fmla="*/ 183606 h 357375"/>
                <a:gd name="connsiteX152" fmla="*/ 249179 w 373768"/>
                <a:gd name="connsiteY152" fmla="*/ 183606 h 357375"/>
                <a:gd name="connsiteX153" fmla="*/ 245901 w 373768"/>
                <a:gd name="connsiteY153" fmla="*/ 181966 h 357375"/>
                <a:gd name="connsiteX154" fmla="*/ 240983 w 373768"/>
                <a:gd name="connsiteY154" fmla="*/ 183606 h 357375"/>
                <a:gd name="connsiteX155" fmla="*/ 237704 w 373768"/>
                <a:gd name="connsiteY155" fmla="*/ 183606 h 357375"/>
                <a:gd name="connsiteX156" fmla="*/ 236064 w 373768"/>
                <a:gd name="connsiteY156" fmla="*/ 186884 h 357375"/>
                <a:gd name="connsiteX157" fmla="*/ 236064 w 373768"/>
                <a:gd name="connsiteY157" fmla="*/ 190163 h 357375"/>
                <a:gd name="connsiteX158" fmla="*/ 237704 w 373768"/>
                <a:gd name="connsiteY158" fmla="*/ 195081 h 357375"/>
                <a:gd name="connsiteX159" fmla="*/ 239343 w 373768"/>
                <a:gd name="connsiteY159" fmla="*/ 198360 h 357375"/>
                <a:gd name="connsiteX160" fmla="*/ 240983 w 373768"/>
                <a:gd name="connsiteY160" fmla="*/ 201639 h 357375"/>
                <a:gd name="connsiteX161" fmla="*/ 242622 w 373768"/>
                <a:gd name="connsiteY161" fmla="*/ 206557 h 357375"/>
                <a:gd name="connsiteX162" fmla="*/ 242622 w 373768"/>
                <a:gd name="connsiteY162" fmla="*/ 209835 h 357375"/>
                <a:gd name="connsiteX163" fmla="*/ 242622 w 373768"/>
                <a:gd name="connsiteY163" fmla="*/ 213114 h 357375"/>
                <a:gd name="connsiteX164" fmla="*/ 247539 w 373768"/>
                <a:gd name="connsiteY164" fmla="*/ 216393 h 357375"/>
                <a:gd name="connsiteX165" fmla="*/ 250818 w 373768"/>
                <a:gd name="connsiteY165" fmla="*/ 219671 h 357375"/>
                <a:gd name="connsiteX166" fmla="*/ 254097 w 373768"/>
                <a:gd name="connsiteY166" fmla="*/ 221310 h 357375"/>
                <a:gd name="connsiteX167" fmla="*/ 257376 w 373768"/>
                <a:gd name="connsiteY167" fmla="*/ 226229 h 357375"/>
                <a:gd name="connsiteX168" fmla="*/ 259015 w 373768"/>
                <a:gd name="connsiteY168" fmla="*/ 229507 h 357375"/>
                <a:gd name="connsiteX169" fmla="*/ 262294 w 373768"/>
                <a:gd name="connsiteY169" fmla="*/ 232786 h 357375"/>
                <a:gd name="connsiteX170" fmla="*/ 263933 w 373768"/>
                <a:gd name="connsiteY170" fmla="*/ 236064 h 357375"/>
                <a:gd name="connsiteX171" fmla="*/ 268851 w 373768"/>
                <a:gd name="connsiteY171" fmla="*/ 236064 h 357375"/>
                <a:gd name="connsiteX172" fmla="*/ 272130 w 373768"/>
                <a:gd name="connsiteY172" fmla="*/ 239343 h 357375"/>
                <a:gd name="connsiteX173" fmla="*/ 273769 w 373768"/>
                <a:gd name="connsiteY173" fmla="*/ 240983 h 357375"/>
                <a:gd name="connsiteX174" fmla="*/ 273769 w 373768"/>
                <a:gd name="connsiteY174" fmla="*/ 240983 h 357375"/>
                <a:gd name="connsiteX175" fmla="*/ 278687 w 373768"/>
                <a:gd name="connsiteY175" fmla="*/ 240983 h 357375"/>
                <a:gd name="connsiteX176" fmla="*/ 278687 w 373768"/>
                <a:gd name="connsiteY176" fmla="*/ 244261 h 357375"/>
                <a:gd name="connsiteX177" fmla="*/ 278687 w 373768"/>
                <a:gd name="connsiteY177" fmla="*/ 247540 h 357375"/>
                <a:gd name="connsiteX178" fmla="*/ 280326 w 373768"/>
                <a:gd name="connsiteY178" fmla="*/ 250819 h 357375"/>
                <a:gd name="connsiteX179" fmla="*/ 280326 w 373768"/>
                <a:gd name="connsiteY179" fmla="*/ 254097 h 357375"/>
                <a:gd name="connsiteX180" fmla="*/ 280326 w 373768"/>
                <a:gd name="connsiteY180" fmla="*/ 259016 h 357375"/>
                <a:gd name="connsiteX181" fmla="*/ 280326 w 373768"/>
                <a:gd name="connsiteY181" fmla="*/ 262294 h 357375"/>
                <a:gd name="connsiteX182" fmla="*/ 281966 w 373768"/>
                <a:gd name="connsiteY182" fmla="*/ 265573 h 357375"/>
                <a:gd name="connsiteX183" fmla="*/ 286884 w 373768"/>
                <a:gd name="connsiteY183" fmla="*/ 268851 h 357375"/>
                <a:gd name="connsiteX184" fmla="*/ 288523 w 373768"/>
                <a:gd name="connsiteY184" fmla="*/ 272130 h 357375"/>
                <a:gd name="connsiteX185" fmla="*/ 288523 w 373768"/>
                <a:gd name="connsiteY185" fmla="*/ 275409 h 357375"/>
                <a:gd name="connsiteX186" fmla="*/ 290163 w 373768"/>
                <a:gd name="connsiteY186" fmla="*/ 280327 h 357375"/>
                <a:gd name="connsiteX187" fmla="*/ 290163 w 373768"/>
                <a:gd name="connsiteY187" fmla="*/ 283606 h 357375"/>
                <a:gd name="connsiteX188" fmla="*/ 293441 w 373768"/>
                <a:gd name="connsiteY188" fmla="*/ 286884 h 357375"/>
                <a:gd name="connsiteX189" fmla="*/ 296720 w 373768"/>
                <a:gd name="connsiteY189" fmla="*/ 288523 h 357375"/>
                <a:gd name="connsiteX190" fmla="*/ 299998 w 373768"/>
                <a:gd name="connsiteY190" fmla="*/ 286884 h 357375"/>
                <a:gd name="connsiteX191" fmla="*/ 304916 w 373768"/>
                <a:gd name="connsiteY191" fmla="*/ 285244 h 357375"/>
                <a:gd name="connsiteX192" fmla="*/ 308195 w 373768"/>
                <a:gd name="connsiteY192" fmla="*/ 285244 h 357375"/>
                <a:gd name="connsiteX193" fmla="*/ 311474 w 373768"/>
                <a:gd name="connsiteY193" fmla="*/ 283606 h 357375"/>
                <a:gd name="connsiteX194" fmla="*/ 316392 w 373768"/>
                <a:gd name="connsiteY194" fmla="*/ 283606 h 357375"/>
                <a:gd name="connsiteX195" fmla="*/ 319671 w 373768"/>
                <a:gd name="connsiteY195" fmla="*/ 286884 h 357375"/>
                <a:gd name="connsiteX196" fmla="*/ 319671 w 373768"/>
                <a:gd name="connsiteY196" fmla="*/ 290163 h 357375"/>
                <a:gd name="connsiteX197" fmla="*/ 316392 w 373768"/>
                <a:gd name="connsiteY197" fmla="*/ 293441 h 357375"/>
                <a:gd name="connsiteX198" fmla="*/ 314753 w 373768"/>
                <a:gd name="connsiteY198" fmla="*/ 298359 h 357375"/>
                <a:gd name="connsiteX199" fmla="*/ 313113 w 373768"/>
                <a:gd name="connsiteY199" fmla="*/ 301638 h 357375"/>
                <a:gd name="connsiteX200" fmla="*/ 314753 w 373768"/>
                <a:gd name="connsiteY200" fmla="*/ 304917 h 357375"/>
                <a:gd name="connsiteX201" fmla="*/ 319671 w 373768"/>
                <a:gd name="connsiteY201" fmla="*/ 306556 h 357375"/>
                <a:gd name="connsiteX202" fmla="*/ 322950 w 373768"/>
                <a:gd name="connsiteY202" fmla="*/ 309835 h 357375"/>
                <a:gd name="connsiteX203" fmla="*/ 324588 w 373768"/>
                <a:gd name="connsiteY203" fmla="*/ 309835 h 357375"/>
                <a:gd name="connsiteX204" fmla="*/ 327867 w 373768"/>
                <a:gd name="connsiteY204" fmla="*/ 311474 h 357375"/>
                <a:gd name="connsiteX205" fmla="*/ 332785 w 373768"/>
                <a:gd name="connsiteY205" fmla="*/ 309835 h 357375"/>
                <a:gd name="connsiteX206" fmla="*/ 336064 w 373768"/>
                <a:gd name="connsiteY206" fmla="*/ 311474 h 357375"/>
                <a:gd name="connsiteX207" fmla="*/ 339343 w 373768"/>
                <a:gd name="connsiteY207" fmla="*/ 311474 h 357375"/>
                <a:gd name="connsiteX208" fmla="*/ 344261 w 373768"/>
                <a:gd name="connsiteY208" fmla="*/ 311474 h 357375"/>
                <a:gd name="connsiteX209" fmla="*/ 344261 w 373768"/>
                <a:gd name="connsiteY209" fmla="*/ 311474 h 357375"/>
                <a:gd name="connsiteX210" fmla="*/ 342621 w 373768"/>
                <a:gd name="connsiteY210" fmla="*/ 316392 h 357375"/>
                <a:gd name="connsiteX211" fmla="*/ 339343 w 373768"/>
                <a:gd name="connsiteY211" fmla="*/ 316392 h 357375"/>
                <a:gd name="connsiteX212" fmla="*/ 336064 w 373768"/>
                <a:gd name="connsiteY212" fmla="*/ 318031 h 357375"/>
                <a:gd name="connsiteX213" fmla="*/ 331146 w 373768"/>
                <a:gd name="connsiteY213" fmla="*/ 319671 h 357375"/>
                <a:gd name="connsiteX214" fmla="*/ 334424 w 373768"/>
                <a:gd name="connsiteY214" fmla="*/ 322950 h 357375"/>
                <a:gd name="connsiteX215" fmla="*/ 336064 w 373768"/>
                <a:gd name="connsiteY215" fmla="*/ 327867 h 357375"/>
                <a:gd name="connsiteX216" fmla="*/ 337703 w 373768"/>
                <a:gd name="connsiteY216" fmla="*/ 327867 h 357375"/>
                <a:gd name="connsiteX217" fmla="*/ 340982 w 373768"/>
                <a:gd name="connsiteY217" fmla="*/ 331146 h 357375"/>
                <a:gd name="connsiteX218" fmla="*/ 344261 w 373768"/>
                <a:gd name="connsiteY218" fmla="*/ 331146 h 357375"/>
                <a:gd name="connsiteX219" fmla="*/ 347540 w 373768"/>
                <a:gd name="connsiteY219" fmla="*/ 331146 h 357375"/>
                <a:gd name="connsiteX220" fmla="*/ 352457 w 373768"/>
                <a:gd name="connsiteY220" fmla="*/ 334425 h 357375"/>
                <a:gd name="connsiteX221" fmla="*/ 355736 w 373768"/>
                <a:gd name="connsiteY221" fmla="*/ 336064 h 357375"/>
                <a:gd name="connsiteX222" fmla="*/ 359014 w 373768"/>
                <a:gd name="connsiteY222" fmla="*/ 336064 h 357375"/>
                <a:gd name="connsiteX223" fmla="*/ 363933 w 373768"/>
                <a:gd name="connsiteY223" fmla="*/ 337703 h 357375"/>
                <a:gd name="connsiteX224" fmla="*/ 367211 w 373768"/>
                <a:gd name="connsiteY224" fmla="*/ 339343 h 357375"/>
                <a:gd name="connsiteX225" fmla="*/ 370490 w 373768"/>
                <a:gd name="connsiteY225" fmla="*/ 339343 h 357375"/>
                <a:gd name="connsiteX226" fmla="*/ 373769 w 373768"/>
                <a:gd name="connsiteY226" fmla="*/ 337703 h 357375"/>
                <a:gd name="connsiteX227" fmla="*/ 370490 w 373768"/>
                <a:gd name="connsiteY227" fmla="*/ 339343 h 357375"/>
                <a:gd name="connsiteX228" fmla="*/ 367211 w 373768"/>
                <a:gd name="connsiteY228" fmla="*/ 340982 h 357375"/>
                <a:gd name="connsiteX229" fmla="*/ 363933 w 373768"/>
                <a:gd name="connsiteY229" fmla="*/ 342621 h 357375"/>
                <a:gd name="connsiteX230" fmla="*/ 359014 w 373768"/>
                <a:gd name="connsiteY230" fmla="*/ 340982 h 357375"/>
                <a:gd name="connsiteX231" fmla="*/ 355736 w 373768"/>
                <a:gd name="connsiteY231" fmla="*/ 340982 h 357375"/>
                <a:gd name="connsiteX232" fmla="*/ 354096 w 373768"/>
                <a:gd name="connsiteY232" fmla="*/ 344261 h 357375"/>
                <a:gd name="connsiteX233" fmla="*/ 357375 w 373768"/>
                <a:gd name="connsiteY233" fmla="*/ 345900 h 357375"/>
                <a:gd name="connsiteX234" fmla="*/ 360654 w 373768"/>
                <a:gd name="connsiteY234" fmla="*/ 347540 h 357375"/>
                <a:gd name="connsiteX235" fmla="*/ 365572 w 373768"/>
                <a:gd name="connsiteY235" fmla="*/ 349179 h 357375"/>
                <a:gd name="connsiteX236" fmla="*/ 365572 w 373768"/>
                <a:gd name="connsiteY236" fmla="*/ 352457 h 357375"/>
                <a:gd name="connsiteX237" fmla="*/ 360654 w 373768"/>
                <a:gd name="connsiteY237" fmla="*/ 354097 h 357375"/>
                <a:gd name="connsiteX238" fmla="*/ 357375 w 373768"/>
                <a:gd name="connsiteY238" fmla="*/ 354097 h 357375"/>
                <a:gd name="connsiteX239" fmla="*/ 354096 w 373768"/>
                <a:gd name="connsiteY239" fmla="*/ 357376 h 357375"/>
                <a:gd name="connsiteX240" fmla="*/ 350817 w 373768"/>
                <a:gd name="connsiteY240" fmla="*/ 357376 h 357375"/>
                <a:gd name="connsiteX241" fmla="*/ 345900 w 373768"/>
                <a:gd name="connsiteY241" fmla="*/ 357376 h 357375"/>
                <a:gd name="connsiteX242" fmla="*/ 342621 w 373768"/>
                <a:gd name="connsiteY242" fmla="*/ 355736 h 357375"/>
                <a:gd name="connsiteX243" fmla="*/ 339343 w 373768"/>
                <a:gd name="connsiteY243" fmla="*/ 352457 h 357375"/>
                <a:gd name="connsiteX244" fmla="*/ 337703 w 373768"/>
                <a:gd name="connsiteY244" fmla="*/ 354097 h 357375"/>
                <a:gd name="connsiteX245" fmla="*/ 336064 w 373768"/>
                <a:gd name="connsiteY245" fmla="*/ 349179 h 357375"/>
                <a:gd name="connsiteX246" fmla="*/ 339343 w 373768"/>
                <a:gd name="connsiteY246" fmla="*/ 350818 h 357375"/>
                <a:gd name="connsiteX247" fmla="*/ 342621 w 373768"/>
                <a:gd name="connsiteY247" fmla="*/ 347540 h 357375"/>
                <a:gd name="connsiteX248" fmla="*/ 339343 w 373768"/>
                <a:gd name="connsiteY248" fmla="*/ 347540 h 357375"/>
                <a:gd name="connsiteX249" fmla="*/ 336064 w 373768"/>
                <a:gd name="connsiteY249" fmla="*/ 349179 h 357375"/>
                <a:gd name="connsiteX250" fmla="*/ 336064 w 373768"/>
                <a:gd name="connsiteY250" fmla="*/ 345900 h 357375"/>
                <a:gd name="connsiteX251" fmla="*/ 331146 w 373768"/>
                <a:gd name="connsiteY251" fmla="*/ 342621 h 357375"/>
                <a:gd name="connsiteX252" fmla="*/ 327867 w 373768"/>
                <a:gd name="connsiteY252" fmla="*/ 342621 h 357375"/>
                <a:gd name="connsiteX253" fmla="*/ 326227 w 373768"/>
                <a:gd name="connsiteY253" fmla="*/ 342621 h 357375"/>
                <a:gd name="connsiteX254" fmla="*/ 322950 w 373768"/>
                <a:gd name="connsiteY254" fmla="*/ 342621 h 357375"/>
                <a:gd name="connsiteX255" fmla="*/ 319671 w 373768"/>
                <a:gd name="connsiteY255" fmla="*/ 340982 h 357375"/>
                <a:gd name="connsiteX256" fmla="*/ 314753 w 373768"/>
                <a:gd name="connsiteY256" fmla="*/ 340982 h 357375"/>
                <a:gd name="connsiteX257" fmla="*/ 311474 w 373768"/>
                <a:gd name="connsiteY257" fmla="*/ 339343 h 357375"/>
                <a:gd name="connsiteX258" fmla="*/ 308195 w 373768"/>
                <a:gd name="connsiteY258" fmla="*/ 337703 h 357375"/>
                <a:gd name="connsiteX259" fmla="*/ 303277 w 373768"/>
                <a:gd name="connsiteY259" fmla="*/ 337703 h 357375"/>
                <a:gd name="connsiteX260" fmla="*/ 299998 w 373768"/>
                <a:gd name="connsiteY260" fmla="*/ 339343 h 357375"/>
                <a:gd name="connsiteX261" fmla="*/ 296720 w 373768"/>
                <a:gd name="connsiteY261" fmla="*/ 337703 h 357375"/>
                <a:gd name="connsiteX262" fmla="*/ 291802 w 373768"/>
                <a:gd name="connsiteY262" fmla="*/ 337703 h 357375"/>
                <a:gd name="connsiteX263" fmla="*/ 293441 w 373768"/>
                <a:gd name="connsiteY263" fmla="*/ 332786 h 357375"/>
                <a:gd name="connsiteX264" fmla="*/ 290163 w 373768"/>
                <a:gd name="connsiteY264" fmla="*/ 334425 h 357375"/>
                <a:gd name="connsiteX265" fmla="*/ 285244 w 373768"/>
                <a:gd name="connsiteY265" fmla="*/ 336064 h 357375"/>
                <a:gd name="connsiteX266" fmla="*/ 281966 w 373768"/>
                <a:gd name="connsiteY266" fmla="*/ 336064 h 357375"/>
                <a:gd name="connsiteX267" fmla="*/ 278687 w 373768"/>
                <a:gd name="connsiteY267" fmla="*/ 336064 h 357375"/>
                <a:gd name="connsiteX268" fmla="*/ 273769 w 373768"/>
                <a:gd name="connsiteY268" fmla="*/ 332786 h 357375"/>
                <a:gd name="connsiteX269" fmla="*/ 270491 w 373768"/>
                <a:gd name="connsiteY269" fmla="*/ 331146 h 357375"/>
                <a:gd name="connsiteX270" fmla="*/ 267212 w 373768"/>
                <a:gd name="connsiteY270" fmla="*/ 332786 h 357375"/>
                <a:gd name="connsiteX271" fmla="*/ 263933 w 373768"/>
                <a:gd name="connsiteY271" fmla="*/ 334425 h 357375"/>
                <a:gd name="connsiteX272" fmla="*/ 260654 w 373768"/>
                <a:gd name="connsiteY272" fmla="*/ 331146 h 357375"/>
                <a:gd name="connsiteX273" fmla="*/ 257376 w 373768"/>
                <a:gd name="connsiteY273" fmla="*/ 329507 h 357375"/>
                <a:gd name="connsiteX274" fmla="*/ 254097 w 373768"/>
                <a:gd name="connsiteY274" fmla="*/ 331146 h 357375"/>
                <a:gd name="connsiteX275" fmla="*/ 252457 w 373768"/>
                <a:gd name="connsiteY275" fmla="*/ 327867 h 357375"/>
                <a:gd name="connsiteX276" fmla="*/ 249179 w 373768"/>
                <a:gd name="connsiteY276" fmla="*/ 326228 h 357375"/>
                <a:gd name="connsiteX277" fmla="*/ 245901 w 373768"/>
                <a:gd name="connsiteY277" fmla="*/ 321310 h 357375"/>
                <a:gd name="connsiteX278" fmla="*/ 245901 w 373768"/>
                <a:gd name="connsiteY278" fmla="*/ 318031 h 357375"/>
                <a:gd name="connsiteX279" fmla="*/ 244261 w 373768"/>
                <a:gd name="connsiteY279" fmla="*/ 313113 h 357375"/>
                <a:gd name="connsiteX280" fmla="*/ 242622 w 373768"/>
                <a:gd name="connsiteY280" fmla="*/ 309835 h 357375"/>
                <a:gd name="connsiteX281" fmla="*/ 239343 w 373768"/>
                <a:gd name="connsiteY281" fmla="*/ 306556 h 357375"/>
                <a:gd name="connsiteX282" fmla="*/ 236064 w 373768"/>
                <a:gd name="connsiteY282" fmla="*/ 306556 h 357375"/>
                <a:gd name="connsiteX283" fmla="*/ 232786 w 373768"/>
                <a:gd name="connsiteY283" fmla="*/ 304917 h 357375"/>
                <a:gd name="connsiteX284" fmla="*/ 231146 w 373768"/>
                <a:gd name="connsiteY284" fmla="*/ 304917 h 357375"/>
                <a:gd name="connsiteX285" fmla="*/ 229507 w 373768"/>
                <a:gd name="connsiteY285" fmla="*/ 299999 h 357375"/>
                <a:gd name="connsiteX286" fmla="*/ 229507 w 373768"/>
                <a:gd name="connsiteY286" fmla="*/ 296720 h 357375"/>
                <a:gd name="connsiteX287" fmla="*/ 226228 w 373768"/>
                <a:gd name="connsiteY287" fmla="*/ 291802 h 357375"/>
                <a:gd name="connsiteX288" fmla="*/ 226228 w 373768"/>
                <a:gd name="connsiteY288" fmla="*/ 288523 h 357375"/>
                <a:gd name="connsiteX289" fmla="*/ 227867 w 373768"/>
                <a:gd name="connsiteY289" fmla="*/ 288523 h 357375"/>
                <a:gd name="connsiteX290" fmla="*/ 222949 w 373768"/>
                <a:gd name="connsiteY290" fmla="*/ 286884 h 357375"/>
                <a:gd name="connsiteX291" fmla="*/ 219671 w 373768"/>
                <a:gd name="connsiteY291" fmla="*/ 285244 h 357375"/>
                <a:gd name="connsiteX292" fmla="*/ 216393 w 373768"/>
                <a:gd name="connsiteY292" fmla="*/ 283606 h 357375"/>
                <a:gd name="connsiteX293" fmla="*/ 214753 w 373768"/>
                <a:gd name="connsiteY293" fmla="*/ 280327 h 357375"/>
                <a:gd name="connsiteX294" fmla="*/ 216393 w 373768"/>
                <a:gd name="connsiteY294" fmla="*/ 277048 h 357375"/>
                <a:gd name="connsiteX295" fmla="*/ 213114 w 373768"/>
                <a:gd name="connsiteY295" fmla="*/ 272130 h 357375"/>
                <a:gd name="connsiteX296" fmla="*/ 211474 w 373768"/>
                <a:gd name="connsiteY296" fmla="*/ 268851 h 357375"/>
                <a:gd name="connsiteX297" fmla="*/ 209835 w 373768"/>
                <a:gd name="connsiteY297" fmla="*/ 265573 h 357375"/>
                <a:gd name="connsiteX298" fmla="*/ 206556 w 373768"/>
                <a:gd name="connsiteY298" fmla="*/ 262294 h 357375"/>
                <a:gd name="connsiteX299" fmla="*/ 204917 w 373768"/>
                <a:gd name="connsiteY299" fmla="*/ 259016 h 357375"/>
                <a:gd name="connsiteX300" fmla="*/ 204917 w 373768"/>
                <a:gd name="connsiteY300" fmla="*/ 255737 h 357375"/>
                <a:gd name="connsiteX301" fmla="*/ 204917 w 373768"/>
                <a:gd name="connsiteY301" fmla="*/ 252458 h 357375"/>
                <a:gd name="connsiteX302" fmla="*/ 201638 w 373768"/>
                <a:gd name="connsiteY302" fmla="*/ 249179 h 357375"/>
                <a:gd name="connsiteX303" fmla="*/ 199999 w 373768"/>
                <a:gd name="connsiteY303" fmla="*/ 245901 h 357375"/>
                <a:gd name="connsiteX304" fmla="*/ 196720 w 373768"/>
                <a:gd name="connsiteY304" fmla="*/ 242622 h 357375"/>
                <a:gd name="connsiteX305" fmla="*/ 193442 w 373768"/>
                <a:gd name="connsiteY305" fmla="*/ 240983 h 357375"/>
                <a:gd name="connsiteX306" fmla="*/ 190163 w 373768"/>
                <a:gd name="connsiteY306" fmla="*/ 239343 h 357375"/>
                <a:gd name="connsiteX307" fmla="*/ 186884 w 373768"/>
                <a:gd name="connsiteY307" fmla="*/ 236064 h 357375"/>
                <a:gd name="connsiteX308" fmla="*/ 183606 w 373768"/>
                <a:gd name="connsiteY308" fmla="*/ 237704 h 357375"/>
                <a:gd name="connsiteX309" fmla="*/ 180327 w 373768"/>
                <a:gd name="connsiteY309" fmla="*/ 236064 h 357375"/>
                <a:gd name="connsiteX310" fmla="*/ 175409 w 373768"/>
                <a:gd name="connsiteY310" fmla="*/ 237704 h 357375"/>
                <a:gd name="connsiteX311" fmla="*/ 172130 w 373768"/>
                <a:gd name="connsiteY311" fmla="*/ 234425 h 357375"/>
                <a:gd name="connsiteX312" fmla="*/ 168851 w 373768"/>
                <a:gd name="connsiteY312" fmla="*/ 232786 h 357375"/>
                <a:gd name="connsiteX313" fmla="*/ 163934 w 373768"/>
                <a:gd name="connsiteY313" fmla="*/ 231147 h 357375"/>
                <a:gd name="connsiteX314" fmla="*/ 162294 w 373768"/>
                <a:gd name="connsiteY314" fmla="*/ 231147 h 357375"/>
                <a:gd name="connsiteX315" fmla="*/ 159016 w 373768"/>
                <a:gd name="connsiteY315" fmla="*/ 231147 h 357375"/>
                <a:gd name="connsiteX316" fmla="*/ 155737 w 373768"/>
                <a:gd name="connsiteY316" fmla="*/ 229507 h 357375"/>
                <a:gd name="connsiteX317" fmla="*/ 152458 w 373768"/>
                <a:gd name="connsiteY317" fmla="*/ 227868 h 357375"/>
                <a:gd name="connsiteX318" fmla="*/ 154097 w 373768"/>
                <a:gd name="connsiteY318" fmla="*/ 224589 h 357375"/>
                <a:gd name="connsiteX319" fmla="*/ 154097 w 373768"/>
                <a:gd name="connsiteY319" fmla="*/ 219671 h 357375"/>
                <a:gd name="connsiteX320" fmla="*/ 152458 w 373768"/>
                <a:gd name="connsiteY320" fmla="*/ 222950 h 357375"/>
                <a:gd name="connsiteX321" fmla="*/ 149179 w 373768"/>
                <a:gd name="connsiteY321" fmla="*/ 224589 h 357375"/>
                <a:gd name="connsiteX322" fmla="*/ 145900 w 373768"/>
                <a:gd name="connsiteY322" fmla="*/ 219671 h 357375"/>
                <a:gd name="connsiteX323" fmla="*/ 145900 w 373768"/>
                <a:gd name="connsiteY323" fmla="*/ 219671 h 357375"/>
                <a:gd name="connsiteX324" fmla="*/ 145900 w 373768"/>
                <a:gd name="connsiteY324" fmla="*/ 222950 h 357375"/>
                <a:gd name="connsiteX325" fmla="*/ 142623 w 373768"/>
                <a:gd name="connsiteY325" fmla="*/ 221310 h 357375"/>
                <a:gd name="connsiteX326" fmla="*/ 140983 w 373768"/>
                <a:gd name="connsiteY326" fmla="*/ 218032 h 357375"/>
                <a:gd name="connsiteX327" fmla="*/ 140983 w 373768"/>
                <a:gd name="connsiteY327" fmla="*/ 218032 h 357375"/>
                <a:gd name="connsiteX328" fmla="*/ 139344 w 373768"/>
                <a:gd name="connsiteY328" fmla="*/ 221310 h 357375"/>
                <a:gd name="connsiteX329" fmla="*/ 136065 w 373768"/>
                <a:gd name="connsiteY329" fmla="*/ 218032 h 357375"/>
                <a:gd name="connsiteX330" fmla="*/ 136065 w 373768"/>
                <a:gd name="connsiteY330" fmla="*/ 221310 h 357375"/>
                <a:gd name="connsiteX331" fmla="*/ 137704 w 373768"/>
                <a:gd name="connsiteY331" fmla="*/ 224589 h 357375"/>
                <a:gd name="connsiteX332" fmla="*/ 137704 w 373768"/>
                <a:gd name="connsiteY332" fmla="*/ 227868 h 357375"/>
                <a:gd name="connsiteX333" fmla="*/ 134426 w 373768"/>
                <a:gd name="connsiteY333" fmla="*/ 224589 h 357375"/>
                <a:gd name="connsiteX334" fmla="*/ 131147 w 373768"/>
                <a:gd name="connsiteY334" fmla="*/ 222950 h 357375"/>
                <a:gd name="connsiteX335" fmla="*/ 129507 w 373768"/>
                <a:gd name="connsiteY335" fmla="*/ 226229 h 357375"/>
                <a:gd name="connsiteX336" fmla="*/ 126229 w 373768"/>
                <a:gd name="connsiteY336" fmla="*/ 229507 h 357375"/>
                <a:gd name="connsiteX337" fmla="*/ 122950 w 373768"/>
                <a:gd name="connsiteY337" fmla="*/ 227868 h 357375"/>
                <a:gd name="connsiteX338" fmla="*/ 119671 w 373768"/>
                <a:gd name="connsiteY338" fmla="*/ 226229 h 357375"/>
                <a:gd name="connsiteX339" fmla="*/ 116393 w 373768"/>
                <a:gd name="connsiteY339" fmla="*/ 224589 h 357375"/>
                <a:gd name="connsiteX340" fmla="*/ 113114 w 373768"/>
                <a:gd name="connsiteY340" fmla="*/ 221310 h 357375"/>
                <a:gd name="connsiteX341" fmla="*/ 111475 w 373768"/>
                <a:gd name="connsiteY341" fmla="*/ 216393 h 357375"/>
                <a:gd name="connsiteX342" fmla="*/ 108196 w 373768"/>
                <a:gd name="connsiteY342" fmla="*/ 216393 h 357375"/>
                <a:gd name="connsiteX343" fmla="*/ 108196 w 373768"/>
                <a:gd name="connsiteY343" fmla="*/ 214753 h 357375"/>
                <a:gd name="connsiteX344" fmla="*/ 108196 w 373768"/>
                <a:gd name="connsiteY344" fmla="*/ 216393 h 357375"/>
                <a:gd name="connsiteX345" fmla="*/ 111475 w 373768"/>
                <a:gd name="connsiteY345" fmla="*/ 219671 h 357375"/>
                <a:gd name="connsiteX346" fmla="*/ 113114 w 373768"/>
                <a:gd name="connsiteY346" fmla="*/ 222950 h 357375"/>
                <a:gd name="connsiteX347" fmla="*/ 114754 w 373768"/>
                <a:gd name="connsiteY347" fmla="*/ 227868 h 357375"/>
                <a:gd name="connsiteX348" fmla="*/ 114754 w 373768"/>
                <a:gd name="connsiteY348" fmla="*/ 231147 h 357375"/>
                <a:gd name="connsiteX349" fmla="*/ 116393 w 373768"/>
                <a:gd name="connsiteY349" fmla="*/ 234425 h 357375"/>
                <a:gd name="connsiteX350" fmla="*/ 116393 w 373768"/>
                <a:gd name="connsiteY350" fmla="*/ 239343 h 357375"/>
                <a:gd name="connsiteX351" fmla="*/ 116393 w 373768"/>
                <a:gd name="connsiteY351" fmla="*/ 239343 h 357375"/>
                <a:gd name="connsiteX352" fmla="*/ 113114 w 373768"/>
                <a:gd name="connsiteY352" fmla="*/ 237704 h 357375"/>
                <a:gd name="connsiteX353" fmla="*/ 113114 w 373768"/>
                <a:gd name="connsiteY353" fmla="*/ 240983 h 357375"/>
                <a:gd name="connsiteX354" fmla="*/ 109836 w 373768"/>
                <a:gd name="connsiteY354" fmla="*/ 240983 h 357375"/>
                <a:gd name="connsiteX355" fmla="*/ 106557 w 373768"/>
                <a:gd name="connsiteY355" fmla="*/ 239343 h 357375"/>
                <a:gd name="connsiteX356" fmla="*/ 101639 w 373768"/>
                <a:gd name="connsiteY356" fmla="*/ 239343 h 357375"/>
                <a:gd name="connsiteX357" fmla="*/ 98360 w 373768"/>
                <a:gd name="connsiteY357" fmla="*/ 236064 h 357375"/>
                <a:gd name="connsiteX358" fmla="*/ 95081 w 373768"/>
                <a:gd name="connsiteY358" fmla="*/ 234425 h 357375"/>
                <a:gd name="connsiteX359" fmla="*/ 95081 w 373768"/>
                <a:gd name="connsiteY359" fmla="*/ 236064 h 357375"/>
                <a:gd name="connsiteX360" fmla="*/ 96720 w 373768"/>
                <a:gd name="connsiteY360" fmla="*/ 236064 h 357375"/>
                <a:gd name="connsiteX361" fmla="*/ 98360 w 373768"/>
                <a:gd name="connsiteY361" fmla="*/ 239343 h 357375"/>
                <a:gd name="connsiteX362" fmla="*/ 101639 w 373768"/>
                <a:gd name="connsiteY362" fmla="*/ 240983 h 357375"/>
                <a:gd name="connsiteX363" fmla="*/ 103278 w 373768"/>
                <a:gd name="connsiteY363" fmla="*/ 244261 h 357375"/>
                <a:gd name="connsiteX364" fmla="*/ 103278 w 373768"/>
                <a:gd name="connsiteY364" fmla="*/ 245901 h 357375"/>
                <a:gd name="connsiteX365" fmla="*/ 103278 w 373768"/>
                <a:gd name="connsiteY365" fmla="*/ 249179 h 357375"/>
                <a:gd name="connsiteX366" fmla="*/ 99999 w 373768"/>
                <a:gd name="connsiteY366" fmla="*/ 249179 h 357375"/>
                <a:gd name="connsiteX367" fmla="*/ 95081 w 373768"/>
                <a:gd name="connsiteY367" fmla="*/ 250819 h 357375"/>
                <a:gd name="connsiteX368" fmla="*/ 91802 w 373768"/>
                <a:gd name="connsiteY368" fmla="*/ 250819 h 357375"/>
                <a:gd name="connsiteX369" fmla="*/ 88524 w 373768"/>
                <a:gd name="connsiteY369" fmla="*/ 250819 h 357375"/>
                <a:gd name="connsiteX370" fmla="*/ 83606 w 373768"/>
                <a:gd name="connsiteY370" fmla="*/ 252458 h 357375"/>
                <a:gd name="connsiteX371" fmla="*/ 80327 w 373768"/>
                <a:gd name="connsiteY371" fmla="*/ 254097 h 357375"/>
                <a:gd name="connsiteX372" fmla="*/ 77049 w 373768"/>
                <a:gd name="connsiteY372" fmla="*/ 254097 h 357375"/>
                <a:gd name="connsiteX373" fmla="*/ 73770 w 373768"/>
                <a:gd name="connsiteY373" fmla="*/ 250819 h 357375"/>
                <a:gd name="connsiteX374" fmla="*/ 68852 w 373768"/>
                <a:gd name="connsiteY374" fmla="*/ 250819 h 357375"/>
                <a:gd name="connsiteX375" fmla="*/ 65573 w 373768"/>
                <a:gd name="connsiteY375" fmla="*/ 250819 h 357375"/>
                <a:gd name="connsiteX376" fmla="*/ 62295 w 373768"/>
                <a:gd name="connsiteY376" fmla="*/ 254097 h 357375"/>
                <a:gd name="connsiteX377" fmla="*/ 57377 w 373768"/>
                <a:gd name="connsiteY377" fmla="*/ 254097 h 357375"/>
                <a:gd name="connsiteX378" fmla="*/ 55737 w 373768"/>
                <a:gd name="connsiteY378" fmla="*/ 250819 h 357375"/>
                <a:gd name="connsiteX379" fmla="*/ 55737 w 373768"/>
                <a:gd name="connsiteY379" fmla="*/ 247540 h 357375"/>
                <a:gd name="connsiteX380" fmla="*/ 55737 w 373768"/>
                <a:gd name="connsiteY380" fmla="*/ 252458 h 357375"/>
                <a:gd name="connsiteX381" fmla="*/ 59016 w 373768"/>
                <a:gd name="connsiteY381" fmla="*/ 255737 h 357375"/>
                <a:gd name="connsiteX382" fmla="*/ 62295 w 373768"/>
                <a:gd name="connsiteY382" fmla="*/ 254097 h 357375"/>
                <a:gd name="connsiteX383" fmla="*/ 65573 w 373768"/>
                <a:gd name="connsiteY383" fmla="*/ 252458 h 357375"/>
                <a:gd name="connsiteX384" fmla="*/ 70491 w 373768"/>
                <a:gd name="connsiteY384" fmla="*/ 254097 h 357375"/>
                <a:gd name="connsiteX385" fmla="*/ 73770 w 373768"/>
                <a:gd name="connsiteY385" fmla="*/ 255737 h 357375"/>
                <a:gd name="connsiteX386" fmla="*/ 77049 w 373768"/>
                <a:gd name="connsiteY386" fmla="*/ 259016 h 357375"/>
                <a:gd name="connsiteX387" fmla="*/ 80327 w 373768"/>
                <a:gd name="connsiteY387" fmla="*/ 259016 h 357375"/>
                <a:gd name="connsiteX388" fmla="*/ 85246 w 373768"/>
                <a:gd name="connsiteY388" fmla="*/ 262294 h 357375"/>
                <a:gd name="connsiteX389" fmla="*/ 88524 w 373768"/>
                <a:gd name="connsiteY389" fmla="*/ 265573 h 357375"/>
                <a:gd name="connsiteX390" fmla="*/ 90164 w 373768"/>
                <a:gd name="connsiteY390" fmla="*/ 268851 h 357375"/>
                <a:gd name="connsiteX391" fmla="*/ 91802 w 373768"/>
                <a:gd name="connsiteY391" fmla="*/ 272130 h 357375"/>
                <a:gd name="connsiteX392" fmla="*/ 93442 w 373768"/>
                <a:gd name="connsiteY392" fmla="*/ 275409 h 357375"/>
                <a:gd name="connsiteX393" fmla="*/ 93442 w 373768"/>
                <a:gd name="connsiteY393" fmla="*/ 278687 h 357375"/>
                <a:gd name="connsiteX394" fmla="*/ 91802 w 373768"/>
                <a:gd name="connsiteY394" fmla="*/ 283606 h 357375"/>
                <a:gd name="connsiteX395" fmla="*/ 88524 w 373768"/>
                <a:gd name="connsiteY395" fmla="*/ 283606 h 357375"/>
                <a:gd name="connsiteX396" fmla="*/ 83606 w 373768"/>
                <a:gd name="connsiteY396" fmla="*/ 285244 h 357375"/>
                <a:gd name="connsiteX397" fmla="*/ 80327 w 373768"/>
                <a:gd name="connsiteY397" fmla="*/ 286884 h 357375"/>
                <a:gd name="connsiteX398" fmla="*/ 77049 w 373768"/>
                <a:gd name="connsiteY398" fmla="*/ 288523 h 357375"/>
                <a:gd name="connsiteX399" fmla="*/ 73770 w 373768"/>
                <a:gd name="connsiteY399" fmla="*/ 291802 h 357375"/>
                <a:gd name="connsiteX400" fmla="*/ 68852 w 373768"/>
                <a:gd name="connsiteY400" fmla="*/ 293441 h 357375"/>
                <a:gd name="connsiteX401" fmla="*/ 65573 w 373768"/>
                <a:gd name="connsiteY401" fmla="*/ 295081 h 357375"/>
                <a:gd name="connsiteX402" fmla="*/ 62295 w 373768"/>
                <a:gd name="connsiteY402" fmla="*/ 298359 h 357375"/>
                <a:gd name="connsiteX403" fmla="*/ 60656 w 373768"/>
                <a:gd name="connsiteY403" fmla="*/ 298359 h 357375"/>
                <a:gd name="connsiteX404" fmla="*/ 57377 w 373768"/>
                <a:gd name="connsiteY404" fmla="*/ 295081 h 357375"/>
                <a:gd name="connsiteX405" fmla="*/ 54098 w 373768"/>
                <a:gd name="connsiteY405" fmla="*/ 293441 h 357375"/>
                <a:gd name="connsiteX406" fmla="*/ 49180 w 373768"/>
                <a:gd name="connsiteY406" fmla="*/ 291802 h 357375"/>
                <a:gd name="connsiteX407" fmla="*/ 45901 w 373768"/>
                <a:gd name="connsiteY407" fmla="*/ 290163 h 357375"/>
                <a:gd name="connsiteX408" fmla="*/ 44262 w 373768"/>
                <a:gd name="connsiteY408" fmla="*/ 291802 h 357375"/>
                <a:gd name="connsiteX409" fmla="*/ 39343 w 373768"/>
                <a:gd name="connsiteY409" fmla="*/ 291802 h 357375"/>
                <a:gd name="connsiteX410" fmla="*/ 39343 w 373768"/>
                <a:gd name="connsiteY410" fmla="*/ 291802 h 357375"/>
                <a:gd name="connsiteX411" fmla="*/ 36066 w 373768"/>
                <a:gd name="connsiteY411" fmla="*/ 291802 h 357375"/>
                <a:gd name="connsiteX412" fmla="*/ 32787 w 373768"/>
                <a:gd name="connsiteY412" fmla="*/ 293441 h 357375"/>
                <a:gd name="connsiteX413" fmla="*/ 29508 w 373768"/>
                <a:gd name="connsiteY413" fmla="*/ 291802 h 357375"/>
                <a:gd name="connsiteX414" fmla="*/ 26229 w 373768"/>
                <a:gd name="connsiteY414" fmla="*/ 293441 h 357375"/>
                <a:gd name="connsiteX415" fmla="*/ 21311 w 373768"/>
                <a:gd name="connsiteY415" fmla="*/ 293441 h 357375"/>
                <a:gd name="connsiteX416" fmla="*/ 18032 w 373768"/>
                <a:gd name="connsiteY416" fmla="*/ 291802 h 357375"/>
                <a:gd name="connsiteX417" fmla="*/ 14753 w 373768"/>
                <a:gd name="connsiteY417" fmla="*/ 290163 h 357375"/>
                <a:gd name="connsiteX418" fmla="*/ 9836 w 373768"/>
                <a:gd name="connsiteY418" fmla="*/ 290163 h 357375"/>
                <a:gd name="connsiteX419" fmla="*/ 6557 w 373768"/>
                <a:gd name="connsiteY419" fmla="*/ 293441 h 357375"/>
                <a:gd name="connsiteX420" fmla="*/ 3279 w 373768"/>
                <a:gd name="connsiteY420" fmla="*/ 293441 h 357375"/>
                <a:gd name="connsiteX421" fmla="*/ 0 w 373768"/>
                <a:gd name="connsiteY421" fmla="*/ 288523 h 35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</a:cxnLst>
              <a:rect l="l" t="t" r="r" b="b"/>
              <a:pathLst>
                <a:path w="373768" h="357375">
                  <a:moveTo>
                    <a:pt x="0" y="288523"/>
                  </a:moveTo>
                  <a:lnTo>
                    <a:pt x="0" y="288523"/>
                  </a:lnTo>
                  <a:lnTo>
                    <a:pt x="0" y="285244"/>
                  </a:lnTo>
                  <a:lnTo>
                    <a:pt x="0" y="281966"/>
                  </a:lnTo>
                  <a:lnTo>
                    <a:pt x="1639" y="277048"/>
                  </a:lnTo>
                  <a:lnTo>
                    <a:pt x="1639" y="273769"/>
                  </a:lnTo>
                  <a:lnTo>
                    <a:pt x="1639" y="268851"/>
                  </a:lnTo>
                  <a:lnTo>
                    <a:pt x="1639" y="265573"/>
                  </a:lnTo>
                  <a:lnTo>
                    <a:pt x="1639" y="262294"/>
                  </a:lnTo>
                  <a:lnTo>
                    <a:pt x="3279" y="257376"/>
                  </a:lnTo>
                  <a:lnTo>
                    <a:pt x="3279" y="254097"/>
                  </a:lnTo>
                  <a:lnTo>
                    <a:pt x="3279" y="250819"/>
                  </a:lnTo>
                  <a:lnTo>
                    <a:pt x="3279" y="245901"/>
                  </a:lnTo>
                  <a:lnTo>
                    <a:pt x="3279" y="242622"/>
                  </a:lnTo>
                  <a:lnTo>
                    <a:pt x="3279" y="237704"/>
                  </a:lnTo>
                  <a:lnTo>
                    <a:pt x="4918" y="234425"/>
                  </a:lnTo>
                  <a:lnTo>
                    <a:pt x="4918" y="231147"/>
                  </a:lnTo>
                  <a:lnTo>
                    <a:pt x="4918" y="226229"/>
                  </a:lnTo>
                  <a:lnTo>
                    <a:pt x="4918" y="222950"/>
                  </a:lnTo>
                  <a:lnTo>
                    <a:pt x="4918" y="219671"/>
                  </a:lnTo>
                  <a:lnTo>
                    <a:pt x="6557" y="214753"/>
                  </a:lnTo>
                  <a:lnTo>
                    <a:pt x="6557" y="211474"/>
                  </a:lnTo>
                  <a:lnTo>
                    <a:pt x="6557" y="206557"/>
                  </a:lnTo>
                  <a:lnTo>
                    <a:pt x="6557" y="203278"/>
                  </a:lnTo>
                  <a:lnTo>
                    <a:pt x="6557" y="199999"/>
                  </a:lnTo>
                  <a:lnTo>
                    <a:pt x="6557" y="195081"/>
                  </a:lnTo>
                  <a:lnTo>
                    <a:pt x="8197" y="191803"/>
                  </a:lnTo>
                  <a:lnTo>
                    <a:pt x="8197" y="190163"/>
                  </a:lnTo>
                  <a:lnTo>
                    <a:pt x="3279" y="188524"/>
                  </a:lnTo>
                  <a:lnTo>
                    <a:pt x="3279" y="185245"/>
                  </a:lnTo>
                  <a:lnTo>
                    <a:pt x="1639" y="181966"/>
                  </a:lnTo>
                  <a:lnTo>
                    <a:pt x="3279" y="177049"/>
                  </a:lnTo>
                  <a:lnTo>
                    <a:pt x="4918" y="173770"/>
                  </a:lnTo>
                  <a:lnTo>
                    <a:pt x="4918" y="170491"/>
                  </a:lnTo>
                  <a:lnTo>
                    <a:pt x="8197" y="167213"/>
                  </a:lnTo>
                  <a:lnTo>
                    <a:pt x="9836" y="165573"/>
                  </a:lnTo>
                  <a:lnTo>
                    <a:pt x="9836" y="162294"/>
                  </a:lnTo>
                  <a:lnTo>
                    <a:pt x="9836" y="157376"/>
                  </a:lnTo>
                  <a:lnTo>
                    <a:pt x="9836" y="154098"/>
                  </a:lnTo>
                  <a:lnTo>
                    <a:pt x="9836" y="150819"/>
                  </a:lnTo>
                  <a:lnTo>
                    <a:pt x="9836" y="147540"/>
                  </a:lnTo>
                  <a:lnTo>
                    <a:pt x="9836" y="142622"/>
                  </a:lnTo>
                  <a:lnTo>
                    <a:pt x="11476" y="139344"/>
                  </a:lnTo>
                  <a:lnTo>
                    <a:pt x="11476" y="134426"/>
                  </a:lnTo>
                  <a:lnTo>
                    <a:pt x="11476" y="131147"/>
                  </a:lnTo>
                  <a:lnTo>
                    <a:pt x="11476" y="127869"/>
                  </a:lnTo>
                  <a:lnTo>
                    <a:pt x="11476" y="122950"/>
                  </a:lnTo>
                  <a:lnTo>
                    <a:pt x="11476" y="119672"/>
                  </a:lnTo>
                  <a:lnTo>
                    <a:pt x="11476" y="116393"/>
                  </a:lnTo>
                  <a:lnTo>
                    <a:pt x="13114" y="111475"/>
                  </a:lnTo>
                  <a:lnTo>
                    <a:pt x="13114" y="108196"/>
                  </a:lnTo>
                  <a:lnTo>
                    <a:pt x="13114" y="106557"/>
                  </a:lnTo>
                  <a:lnTo>
                    <a:pt x="13114" y="88524"/>
                  </a:lnTo>
                  <a:lnTo>
                    <a:pt x="14753" y="70492"/>
                  </a:lnTo>
                  <a:lnTo>
                    <a:pt x="14753" y="62295"/>
                  </a:lnTo>
                  <a:lnTo>
                    <a:pt x="16393" y="29508"/>
                  </a:lnTo>
                  <a:lnTo>
                    <a:pt x="16393" y="18033"/>
                  </a:lnTo>
                  <a:lnTo>
                    <a:pt x="18032" y="1639"/>
                  </a:lnTo>
                  <a:lnTo>
                    <a:pt x="19672" y="0"/>
                  </a:lnTo>
                  <a:lnTo>
                    <a:pt x="22950" y="1639"/>
                  </a:lnTo>
                  <a:lnTo>
                    <a:pt x="26229" y="1639"/>
                  </a:lnTo>
                  <a:lnTo>
                    <a:pt x="31147" y="4918"/>
                  </a:lnTo>
                  <a:lnTo>
                    <a:pt x="34426" y="6557"/>
                  </a:lnTo>
                  <a:lnTo>
                    <a:pt x="37705" y="8197"/>
                  </a:lnTo>
                  <a:lnTo>
                    <a:pt x="42622" y="11476"/>
                  </a:lnTo>
                  <a:lnTo>
                    <a:pt x="45901" y="13115"/>
                  </a:lnTo>
                  <a:lnTo>
                    <a:pt x="49180" y="14754"/>
                  </a:lnTo>
                  <a:lnTo>
                    <a:pt x="52459" y="16393"/>
                  </a:lnTo>
                  <a:lnTo>
                    <a:pt x="57377" y="18033"/>
                  </a:lnTo>
                  <a:lnTo>
                    <a:pt x="59016" y="21312"/>
                  </a:lnTo>
                  <a:lnTo>
                    <a:pt x="62295" y="22951"/>
                  </a:lnTo>
                  <a:lnTo>
                    <a:pt x="67212" y="22951"/>
                  </a:lnTo>
                  <a:lnTo>
                    <a:pt x="70491" y="24590"/>
                  </a:lnTo>
                  <a:lnTo>
                    <a:pt x="73770" y="27869"/>
                  </a:lnTo>
                  <a:lnTo>
                    <a:pt x="77049" y="27869"/>
                  </a:lnTo>
                  <a:lnTo>
                    <a:pt x="81967" y="29508"/>
                  </a:lnTo>
                  <a:lnTo>
                    <a:pt x="85246" y="31147"/>
                  </a:lnTo>
                  <a:lnTo>
                    <a:pt x="88524" y="32787"/>
                  </a:lnTo>
                  <a:lnTo>
                    <a:pt x="93442" y="34426"/>
                  </a:lnTo>
                  <a:lnTo>
                    <a:pt x="96720" y="34426"/>
                  </a:lnTo>
                  <a:lnTo>
                    <a:pt x="98360" y="34426"/>
                  </a:lnTo>
                  <a:lnTo>
                    <a:pt x="101639" y="34426"/>
                  </a:lnTo>
                  <a:lnTo>
                    <a:pt x="103278" y="36066"/>
                  </a:lnTo>
                  <a:lnTo>
                    <a:pt x="108196" y="36066"/>
                  </a:lnTo>
                  <a:lnTo>
                    <a:pt x="111475" y="37705"/>
                  </a:lnTo>
                  <a:lnTo>
                    <a:pt x="114754" y="39344"/>
                  </a:lnTo>
                  <a:lnTo>
                    <a:pt x="118032" y="42623"/>
                  </a:lnTo>
                  <a:lnTo>
                    <a:pt x="121310" y="45902"/>
                  </a:lnTo>
                  <a:lnTo>
                    <a:pt x="124589" y="47541"/>
                  </a:lnTo>
                  <a:lnTo>
                    <a:pt x="129507" y="50820"/>
                  </a:lnTo>
                  <a:lnTo>
                    <a:pt x="132786" y="54098"/>
                  </a:lnTo>
                  <a:lnTo>
                    <a:pt x="136065" y="55737"/>
                  </a:lnTo>
                  <a:lnTo>
                    <a:pt x="140983" y="57377"/>
                  </a:lnTo>
                  <a:lnTo>
                    <a:pt x="144261" y="54098"/>
                  </a:lnTo>
                  <a:lnTo>
                    <a:pt x="147540" y="54098"/>
                  </a:lnTo>
                  <a:lnTo>
                    <a:pt x="150819" y="55737"/>
                  </a:lnTo>
                  <a:lnTo>
                    <a:pt x="152458" y="59016"/>
                  </a:lnTo>
                  <a:lnTo>
                    <a:pt x="152458" y="62295"/>
                  </a:lnTo>
                  <a:lnTo>
                    <a:pt x="155737" y="63934"/>
                  </a:lnTo>
                  <a:lnTo>
                    <a:pt x="159016" y="63934"/>
                  </a:lnTo>
                  <a:lnTo>
                    <a:pt x="162294" y="67213"/>
                  </a:lnTo>
                  <a:lnTo>
                    <a:pt x="163934" y="70492"/>
                  </a:lnTo>
                  <a:lnTo>
                    <a:pt x="167213" y="72131"/>
                  </a:lnTo>
                  <a:lnTo>
                    <a:pt x="168851" y="75410"/>
                  </a:lnTo>
                  <a:lnTo>
                    <a:pt x="172130" y="78688"/>
                  </a:lnTo>
                  <a:lnTo>
                    <a:pt x="177048" y="80327"/>
                  </a:lnTo>
                  <a:lnTo>
                    <a:pt x="180327" y="78688"/>
                  </a:lnTo>
                  <a:lnTo>
                    <a:pt x="183606" y="81967"/>
                  </a:lnTo>
                  <a:lnTo>
                    <a:pt x="186884" y="86885"/>
                  </a:lnTo>
                  <a:lnTo>
                    <a:pt x="190163" y="90164"/>
                  </a:lnTo>
                  <a:lnTo>
                    <a:pt x="191803" y="93442"/>
                  </a:lnTo>
                  <a:lnTo>
                    <a:pt x="195080" y="96721"/>
                  </a:lnTo>
                  <a:lnTo>
                    <a:pt x="198359" y="101639"/>
                  </a:lnTo>
                  <a:lnTo>
                    <a:pt x="196720" y="104917"/>
                  </a:lnTo>
                  <a:lnTo>
                    <a:pt x="196720" y="108196"/>
                  </a:lnTo>
                  <a:lnTo>
                    <a:pt x="196720" y="113114"/>
                  </a:lnTo>
                  <a:lnTo>
                    <a:pt x="196720" y="116393"/>
                  </a:lnTo>
                  <a:lnTo>
                    <a:pt x="193442" y="119672"/>
                  </a:lnTo>
                  <a:lnTo>
                    <a:pt x="193442" y="124590"/>
                  </a:lnTo>
                  <a:lnTo>
                    <a:pt x="196720" y="127869"/>
                  </a:lnTo>
                  <a:lnTo>
                    <a:pt x="199999" y="127869"/>
                  </a:lnTo>
                  <a:lnTo>
                    <a:pt x="204917" y="127869"/>
                  </a:lnTo>
                  <a:lnTo>
                    <a:pt x="208196" y="129508"/>
                  </a:lnTo>
                  <a:lnTo>
                    <a:pt x="211474" y="131147"/>
                  </a:lnTo>
                  <a:lnTo>
                    <a:pt x="216393" y="132786"/>
                  </a:lnTo>
                  <a:lnTo>
                    <a:pt x="219671" y="132786"/>
                  </a:lnTo>
                  <a:lnTo>
                    <a:pt x="222949" y="134426"/>
                  </a:lnTo>
                  <a:lnTo>
                    <a:pt x="226228" y="137704"/>
                  </a:lnTo>
                  <a:lnTo>
                    <a:pt x="229507" y="140983"/>
                  </a:lnTo>
                  <a:lnTo>
                    <a:pt x="232786" y="142622"/>
                  </a:lnTo>
                  <a:lnTo>
                    <a:pt x="234425" y="144262"/>
                  </a:lnTo>
                  <a:lnTo>
                    <a:pt x="239343" y="144262"/>
                  </a:lnTo>
                  <a:lnTo>
                    <a:pt x="240983" y="147540"/>
                  </a:lnTo>
                  <a:lnTo>
                    <a:pt x="245901" y="149180"/>
                  </a:lnTo>
                  <a:lnTo>
                    <a:pt x="249179" y="149180"/>
                  </a:lnTo>
                  <a:lnTo>
                    <a:pt x="252457" y="149180"/>
                  </a:lnTo>
                  <a:lnTo>
                    <a:pt x="255736" y="149180"/>
                  </a:lnTo>
                  <a:lnTo>
                    <a:pt x="260654" y="150819"/>
                  </a:lnTo>
                  <a:lnTo>
                    <a:pt x="260654" y="152459"/>
                  </a:lnTo>
                  <a:lnTo>
                    <a:pt x="263933" y="155737"/>
                  </a:lnTo>
                  <a:lnTo>
                    <a:pt x="267212" y="159016"/>
                  </a:lnTo>
                  <a:lnTo>
                    <a:pt x="268851" y="163934"/>
                  </a:lnTo>
                  <a:lnTo>
                    <a:pt x="272130" y="167213"/>
                  </a:lnTo>
                  <a:lnTo>
                    <a:pt x="272130" y="170491"/>
                  </a:lnTo>
                  <a:lnTo>
                    <a:pt x="272130" y="173770"/>
                  </a:lnTo>
                  <a:lnTo>
                    <a:pt x="272130" y="178688"/>
                  </a:lnTo>
                  <a:lnTo>
                    <a:pt x="270491" y="181966"/>
                  </a:lnTo>
                  <a:lnTo>
                    <a:pt x="267212" y="183606"/>
                  </a:lnTo>
                  <a:lnTo>
                    <a:pt x="263933" y="183606"/>
                  </a:lnTo>
                  <a:lnTo>
                    <a:pt x="260654" y="183606"/>
                  </a:lnTo>
                  <a:lnTo>
                    <a:pt x="255736" y="183606"/>
                  </a:lnTo>
                  <a:lnTo>
                    <a:pt x="252457" y="183606"/>
                  </a:lnTo>
                  <a:lnTo>
                    <a:pt x="249179" y="183606"/>
                  </a:lnTo>
                  <a:lnTo>
                    <a:pt x="245901" y="181966"/>
                  </a:lnTo>
                  <a:lnTo>
                    <a:pt x="240983" y="183606"/>
                  </a:lnTo>
                  <a:lnTo>
                    <a:pt x="237704" y="183606"/>
                  </a:lnTo>
                  <a:lnTo>
                    <a:pt x="236064" y="186884"/>
                  </a:lnTo>
                  <a:lnTo>
                    <a:pt x="236064" y="190163"/>
                  </a:lnTo>
                  <a:lnTo>
                    <a:pt x="237704" y="195081"/>
                  </a:lnTo>
                  <a:lnTo>
                    <a:pt x="239343" y="198360"/>
                  </a:lnTo>
                  <a:lnTo>
                    <a:pt x="240983" y="201639"/>
                  </a:lnTo>
                  <a:lnTo>
                    <a:pt x="242622" y="206557"/>
                  </a:lnTo>
                  <a:lnTo>
                    <a:pt x="242622" y="209835"/>
                  </a:lnTo>
                  <a:lnTo>
                    <a:pt x="242622" y="213114"/>
                  </a:lnTo>
                  <a:lnTo>
                    <a:pt x="247539" y="216393"/>
                  </a:lnTo>
                  <a:lnTo>
                    <a:pt x="250818" y="219671"/>
                  </a:lnTo>
                  <a:lnTo>
                    <a:pt x="254097" y="221310"/>
                  </a:lnTo>
                  <a:lnTo>
                    <a:pt x="257376" y="226229"/>
                  </a:lnTo>
                  <a:lnTo>
                    <a:pt x="259015" y="229507"/>
                  </a:lnTo>
                  <a:lnTo>
                    <a:pt x="262294" y="232786"/>
                  </a:lnTo>
                  <a:lnTo>
                    <a:pt x="263933" y="236064"/>
                  </a:lnTo>
                  <a:lnTo>
                    <a:pt x="268851" y="236064"/>
                  </a:lnTo>
                  <a:lnTo>
                    <a:pt x="272130" y="239343"/>
                  </a:lnTo>
                  <a:lnTo>
                    <a:pt x="273769" y="240983"/>
                  </a:lnTo>
                  <a:lnTo>
                    <a:pt x="273769" y="240983"/>
                  </a:lnTo>
                  <a:lnTo>
                    <a:pt x="278687" y="240983"/>
                  </a:lnTo>
                  <a:lnTo>
                    <a:pt x="278687" y="244261"/>
                  </a:lnTo>
                  <a:lnTo>
                    <a:pt x="278687" y="247540"/>
                  </a:lnTo>
                  <a:lnTo>
                    <a:pt x="280326" y="250819"/>
                  </a:lnTo>
                  <a:lnTo>
                    <a:pt x="280326" y="254097"/>
                  </a:lnTo>
                  <a:lnTo>
                    <a:pt x="280326" y="259016"/>
                  </a:lnTo>
                  <a:lnTo>
                    <a:pt x="280326" y="262294"/>
                  </a:lnTo>
                  <a:lnTo>
                    <a:pt x="281966" y="265573"/>
                  </a:lnTo>
                  <a:lnTo>
                    <a:pt x="286884" y="268851"/>
                  </a:lnTo>
                  <a:lnTo>
                    <a:pt x="288523" y="272130"/>
                  </a:lnTo>
                  <a:lnTo>
                    <a:pt x="288523" y="275409"/>
                  </a:lnTo>
                  <a:lnTo>
                    <a:pt x="290163" y="280327"/>
                  </a:lnTo>
                  <a:lnTo>
                    <a:pt x="290163" y="283606"/>
                  </a:lnTo>
                  <a:lnTo>
                    <a:pt x="293441" y="286884"/>
                  </a:lnTo>
                  <a:lnTo>
                    <a:pt x="296720" y="288523"/>
                  </a:lnTo>
                  <a:lnTo>
                    <a:pt x="299998" y="286884"/>
                  </a:lnTo>
                  <a:lnTo>
                    <a:pt x="304916" y="285244"/>
                  </a:lnTo>
                  <a:lnTo>
                    <a:pt x="308195" y="285244"/>
                  </a:lnTo>
                  <a:lnTo>
                    <a:pt x="311474" y="283606"/>
                  </a:lnTo>
                  <a:lnTo>
                    <a:pt x="316392" y="283606"/>
                  </a:lnTo>
                  <a:lnTo>
                    <a:pt x="319671" y="286884"/>
                  </a:lnTo>
                  <a:lnTo>
                    <a:pt x="319671" y="290163"/>
                  </a:lnTo>
                  <a:lnTo>
                    <a:pt x="316392" y="293441"/>
                  </a:lnTo>
                  <a:lnTo>
                    <a:pt x="314753" y="298359"/>
                  </a:lnTo>
                  <a:lnTo>
                    <a:pt x="313113" y="301638"/>
                  </a:lnTo>
                  <a:lnTo>
                    <a:pt x="314753" y="304917"/>
                  </a:lnTo>
                  <a:lnTo>
                    <a:pt x="319671" y="306556"/>
                  </a:lnTo>
                  <a:lnTo>
                    <a:pt x="322950" y="309835"/>
                  </a:lnTo>
                  <a:lnTo>
                    <a:pt x="324588" y="309835"/>
                  </a:lnTo>
                  <a:lnTo>
                    <a:pt x="327867" y="311474"/>
                  </a:lnTo>
                  <a:lnTo>
                    <a:pt x="332785" y="309835"/>
                  </a:lnTo>
                  <a:lnTo>
                    <a:pt x="336064" y="311474"/>
                  </a:lnTo>
                  <a:lnTo>
                    <a:pt x="339343" y="311474"/>
                  </a:lnTo>
                  <a:lnTo>
                    <a:pt x="344261" y="311474"/>
                  </a:lnTo>
                  <a:lnTo>
                    <a:pt x="344261" y="311474"/>
                  </a:lnTo>
                  <a:lnTo>
                    <a:pt x="342621" y="316392"/>
                  </a:lnTo>
                  <a:lnTo>
                    <a:pt x="339343" y="316392"/>
                  </a:lnTo>
                  <a:lnTo>
                    <a:pt x="336064" y="318031"/>
                  </a:lnTo>
                  <a:lnTo>
                    <a:pt x="331146" y="319671"/>
                  </a:lnTo>
                  <a:lnTo>
                    <a:pt x="334424" y="322950"/>
                  </a:lnTo>
                  <a:lnTo>
                    <a:pt x="336064" y="327867"/>
                  </a:lnTo>
                  <a:lnTo>
                    <a:pt x="337703" y="327867"/>
                  </a:lnTo>
                  <a:lnTo>
                    <a:pt x="340982" y="331146"/>
                  </a:lnTo>
                  <a:lnTo>
                    <a:pt x="344261" y="331146"/>
                  </a:lnTo>
                  <a:lnTo>
                    <a:pt x="347540" y="331146"/>
                  </a:lnTo>
                  <a:lnTo>
                    <a:pt x="352457" y="334425"/>
                  </a:lnTo>
                  <a:lnTo>
                    <a:pt x="355736" y="336064"/>
                  </a:lnTo>
                  <a:lnTo>
                    <a:pt x="359014" y="336064"/>
                  </a:lnTo>
                  <a:lnTo>
                    <a:pt x="363933" y="337703"/>
                  </a:lnTo>
                  <a:lnTo>
                    <a:pt x="367211" y="339343"/>
                  </a:lnTo>
                  <a:lnTo>
                    <a:pt x="370490" y="339343"/>
                  </a:lnTo>
                  <a:lnTo>
                    <a:pt x="373769" y="337703"/>
                  </a:lnTo>
                  <a:lnTo>
                    <a:pt x="370490" y="339343"/>
                  </a:lnTo>
                  <a:lnTo>
                    <a:pt x="367211" y="340982"/>
                  </a:lnTo>
                  <a:lnTo>
                    <a:pt x="363933" y="342621"/>
                  </a:lnTo>
                  <a:lnTo>
                    <a:pt x="359014" y="340982"/>
                  </a:lnTo>
                  <a:lnTo>
                    <a:pt x="355736" y="340982"/>
                  </a:lnTo>
                  <a:lnTo>
                    <a:pt x="354096" y="344261"/>
                  </a:lnTo>
                  <a:lnTo>
                    <a:pt x="357375" y="345900"/>
                  </a:lnTo>
                  <a:lnTo>
                    <a:pt x="360654" y="347540"/>
                  </a:lnTo>
                  <a:lnTo>
                    <a:pt x="365572" y="349179"/>
                  </a:lnTo>
                  <a:lnTo>
                    <a:pt x="365572" y="352457"/>
                  </a:lnTo>
                  <a:lnTo>
                    <a:pt x="360654" y="354097"/>
                  </a:lnTo>
                  <a:lnTo>
                    <a:pt x="357375" y="354097"/>
                  </a:lnTo>
                  <a:lnTo>
                    <a:pt x="354096" y="357376"/>
                  </a:lnTo>
                  <a:lnTo>
                    <a:pt x="350817" y="357376"/>
                  </a:lnTo>
                  <a:lnTo>
                    <a:pt x="345900" y="357376"/>
                  </a:lnTo>
                  <a:lnTo>
                    <a:pt x="342621" y="355736"/>
                  </a:lnTo>
                  <a:lnTo>
                    <a:pt x="339343" y="352457"/>
                  </a:lnTo>
                  <a:lnTo>
                    <a:pt x="337703" y="354097"/>
                  </a:lnTo>
                  <a:lnTo>
                    <a:pt x="336064" y="349179"/>
                  </a:lnTo>
                  <a:lnTo>
                    <a:pt x="339343" y="350818"/>
                  </a:lnTo>
                  <a:lnTo>
                    <a:pt x="342621" y="347540"/>
                  </a:lnTo>
                  <a:lnTo>
                    <a:pt x="339343" y="347540"/>
                  </a:lnTo>
                  <a:lnTo>
                    <a:pt x="336064" y="349179"/>
                  </a:lnTo>
                  <a:lnTo>
                    <a:pt x="336064" y="345900"/>
                  </a:lnTo>
                  <a:lnTo>
                    <a:pt x="331146" y="342621"/>
                  </a:lnTo>
                  <a:lnTo>
                    <a:pt x="327867" y="342621"/>
                  </a:lnTo>
                  <a:lnTo>
                    <a:pt x="326227" y="342621"/>
                  </a:lnTo>
                  <a:lnTo>
                    <a:pt x="322950" y="342621"/>
                  </a:lnTo>
                  <a:lnTo>
                    <a:pt x="319671" y="340982"/>
                  </a:lnTo>
                  <a:lnTo>
                    <a:pt x="314753" y="340982"/>
                  </a:lnTo>
                  <a:lnTo>
                    <a:pt x="311474" y="339343"/>
                  </a:lnTo>
                  <a:lnTo>
                    <a:pt x="308195" y="337703"/>
                  </a:lnTo>
                  <a:lnTo>
                    <a:pt x="303277" y="337703"/>
                  </a:lnTo>
                  <a:lnTo>
                    <a:pt x="299998" y="339343"/>
                  </a:lnTo>
                  <a:lnTo>
                    <a:pt x="296720" y="337703"/>
                  </a:lnTo>
                  <a:lnTo>
                    <a:pt x="291802" y="337703"/>
                  </a:lnTo>
                  <a:lnTo>
                    <a:pt x="293441" y="332786"/>
                  </a:lnTo>
                  <a:lnTo>
                    <a:pt x="290163" y="334425"/>
                  </a:lnTo>
                  <a:lnTo>
                    <a:pt x="285244" y="336064"/>
                  </a:lnTo>
                  <a:lnTo>
                    <a:pt x="281966" y="336064"/>
                  </a:lnTo>
                  <a:lnTo>
                    <a:pt x="278687" y="336064"/>
                  </a:lnTo>
                  <a:lnTo>
                    <a:pt x="273769" y="332786"/>
                  </a:lnTo>
                  <a:lnTo>
                    <a:pt x="270491" y="331146"/>
                  </a:lnTo>
                  <a:lnTo>
                    <a:pt x="267212" y="332786"/>
                  </a:lnTo>
                  <a:lnTo>
                    <a:pt x="263933" y="334425"/>
                  </a:lnTo>
                  <a:lnTo>
                    <a:pt x="260654" y="331146"/>
                  </a:lnTo>
                  <a:lnTo>
                    <a:pt x="257376" y="329507"/>
                  </a:lnTo>
                  <a:lnTo>
                    <a:pt x="254097" y="331146"/>
                  </a:lnTo>
                  <a:lnTo>
                    <a:pt x="252457" y="327867"/>
                  </a:lnTo>
                  <a:lnTo>
                    <a:pt x="249179" y="326228"/>
                  </a:lnTo>
                  <a:lnTo>
                    <a:pt x="245901" y="321310"/>
                  </a:lnTo>
                  <a:lnTo>
                    <a:pt x="245901" y="318031"/>
                  </a:lnTo>
                  <a:lnTo>
                    <a:pt x="244261" y="313113"/>
                  </a:lnTo>
                  <a:lnTo>
                    <a:pt x="242622" y="309835"/>
                  </a:lnTo>
                  <a:lnTo>
                    <a:pt x="239343" y="306556"/>
                  </a:lnTo>
                  <a:lnTo>
                    <a:pt x="236064" y="306556"/>
                  </a:lnTo>
                  <a:lnTo>
                    <a:pt x="232786" y="304917"/>
                  </a:lnTo>
                  <a:lnTo>
                    <a:pt x="231146" y="304917"/>
                  </a:lnTo>
                  <a:lnTo>
                    <a:pt x="229507" y="299999"/>
                  </a:lnTo>
                  <a:lnTo>
                    <a:pt x="229507" y="296720"/>
                  </a:lnTo>
                  <a:lnTo>
                    <a:pt x="226228" y="291802"/>
                  </a:lnTo>
                  <a:lnTo>
                    <a:pt x="226228" y="288523"/>
                  </a:lnTo>
                  <a:lnTo>
                    <a:pt x="227867" y="288523"/>
                  </a:lnTo>
                  <a:lnTo>
                    <a:pt x="222949" y="286884"/>
                  </a:lnTo>
                  <a:lnTo>
                    <a:pt x="219671" y="285244"/>
                  </a:lnTo>
                  <a:lnTo>
                    <a:pt x="216393" y="283606"/>
                  </a:lnTo>
                  <a:lnTo>
                    <a:pt x="214753" y="280327"/>
                  </a:lnTo>
                  <a:lnTo>
                    <a:pt x="216393" y="277048"/>
                  </a:lnTo>
                  <a:lnTo>
                    <a:pt x="213114" y="272130"/>
                  </a:lnTo>
                  <a:lnTo>
                    <a:pt x="211474" y="268851"/>
                  </a:lnTo>
                  <a:lnTo>
                    <a:pt x="209835" y="265573"/>
                  </a:lnTo>
                  <a:lnTo>
                    <a:pt x="206556" y="262294"/>
                  </a:lnTo>
                  <a:lnTo>
                    <a:pt x="204917" y="259016"/>
                  </a:lnTo>
                  <a:lnTo>
                    <a:pt x="204917" y="255737"/>
                  </a:lnTo>
                  <a:lnTo>
                    <a:pt x="204917" y="252458"/>
                  </a:lnTo>
                  <a:lnTo>
                    <a:pt x="201638" y="249179"/>
                  </a:lnTo>
                  <a:lnTo>
                    <a:pt x="199999" y="245901"/>
                  </a:lnTo>
                  <a:lnTo>
                    <a:pt x="196720" y="242622"/>
                  </a:lnTo>
                  <a:lnTo>
                    <a:pt x="193442" y="240983"/>
                  </a:lnTo>
                  <a:lnTo>
                    <a:pt x="190163" y="239343"/>
                  </a:lnTo>
                  <a:lnTo>
                    <a:pt x="186884" y="236064"/>
                  </a:lnTo>
                  <a:lnTo>
                    <a:pt x="183606" y="237704"/>
                  </a:lnTo>
                  <a:lnTo>
                    <a:pt x="180327" y="236064"/>
                  </a:lnTo>
                  <a:lnTo>
                    <a:pt x="175409" y="237704"/>
                  </a:lnTo>
                  <a:lnTo>
                    <a:pt x="172130" y="234425"/>
                  </a:lnTo>
                  <a:lnTo>
                    <a:pt x="168851" y="232786"/>
                  </a:lnTo>
                  <a:lnTo>
                    <a:pt x="163934" y="231147"/>
                  </a:lnTo>
                  <a:lnTo>
                    <a:pt x="162294" y="231147"/>
                  </a:lnTo>
                  <a:lnTo>
                    <a:pt x="159016" y="231147"/>
                  </a:lnTo>
                  <a:lnTo>
                    <a:pt x="155737" y="229507"/>
                  </a:lnTo>
                  <a:lnTo>
                    <a:pt x="152458" y="227868"/>
                  </a:lnTo>
                  <a:lnTo>
                    <a:pt x="154097" y="224589"/>
                  </a:lnTo>
                  <a:lnTo>
                    <a:pt x="154097" y="219671"/>
                  </a:lnTo>
                  <a:lnTo>
                    <a:pt x="152458" y="222950"/>
                  </a:lnTo>
                  <a:lnTo>
                    <a:pt x="149179" y="224589"/>
                  </a:lnTo>
                  <a:lnTo>
                    <a:pt x="145900" y="219671"/>
                  </a:lnTo>
                  <a:lnTo>
                    <a:pt x="145900" y="219671"/>
                  </a:lnTo>
                  <a:lnTo>
                    <a:pt x="145900" y="222950"/>
                  </a:lnTo>
                  <a:lnTo>
                    <a:pt x="142623" y="221310"/>
                  </a:lnTo>
                  <a:lnTo>
                    <a:pt x="140983" y="218032"/>
                  </a:lnTo>
                  <a:lnTo>
                    <a:pt x="140983" y="218032"/>
                  </a:lnTo>
                  <a:lnTo>
                    <a:pt x="139344" y="221310"/>
                  </a:lnTo>
                  <a:lnTo>
                    <a:pt x="136065" y="218032"/>
                  </a:lnTo>
                  <a:lnTo>
                    <a:pt x="136065" y="221310"/>
                  </a:lnTo>
                  <a:lnTo>
                    <a:pt x="137704" y="224589"/>
                  </a:lnTo>
                  <a:lnTo>
                    <a:pt x="137704" y="227868"/>
                  </a:lnTo>
                  <a:lnTo>
                    <a:pt x="134426" y="224589"/>
                  </a:lnTo>
                  <a:lnTo>
                    <a:pt x="131147" y="222950"/>
                  </a:lnTo>
                  <a:lnTo>
                    <a:pt x="129507" y="226229"/>
                  </a:lnTo>
                  <a:lnTo>
                    <a:pt x="126229" y="229507"/>
                  </a:lnTo>
                  <a:lnTo>
                    <a:pt x="122950" y="227868"/>
                  </a:lnTo>
                  <a:lnTo>
                    <a:pt x="119671" y="226229"/>
                  </a:lnTo>
                  <a:lnTo>
                    <a:pt x="116393" y="224589"/>
                  </a:lnTo>
                  <a:lnTo>
                    <a:pt x="113114" y="221310"/>
                  </a:lnTo>
                  <a:lnTo>
                    <a:pt x="111475" y="216393"/>
                  </a:lnTo>
                  <a:lnTo>
                    <a:pt x="108196" y="216393"/>
                  </a:lnTo>
                  <a:lnTo>
                    <a:pt x="108196" y="214753"/>
                  </a:lnTo>
                  <a:lnTo>
                    <a:pt x="108196" y="216393"/>
                  </a:lnTo>
                  <a:lnTo>
                    <a:pt x="111475" y="219671"/>
                  </a:lnTo>
                  <a:lnTo>
                    <a:pt x="113114" y="222950"/>
                  </a:lnTo>
                  <a:lnTo>
                    <a:pt x="114754" y="227868"/>
                  </a:lnTo>
                  <a:lnTo>
                    <a:pt x="114754" y="231147"/>
                  </a:lnTo>
                  <a:lnTo>
                    <a:pt x="116393" y="234425"/>
                  </a:lnTo>
                  <a:lnTo>
                    <a:pt x="116393" y="239343"/>
                  </a:lnTo>
                  <a:lnTo>
                    <a:pt x="116393" y="239343"/>
                  </a:lnTo>
                  <a:lnTo>
                    <a:pt x="113114" y="237704"/>
                  </a:lnTo>
                  <a:lnTo>
                    <a:pt x="113114" y="240983"/>
                  </a:lnTo>
                  <a:lnTo>
                    <a:pt x="109836" y="240983"/>
                  </a:lnTo>
                  <a:lnTo>
                    <a:pt x="106557" y="239343"/>
                  </a:lnTo>
                  <a:lnTo>
                    <a:pt x="101639" y="239343"/>
                  </a:lnTo>
                  <a:lnTo>
                    <a:pt x="98360" y="236064"/>
                  </a:lnTo>
                  <a:lnTo>
                    <a:pt x="95081" y="234425"/>
                  </a:lnTo>
                  <a:lnTo>
                    <a:pt x="95081" y="236064"/>
                  </a:lnTo>
                  <a:lnTo>
                    <a:pt x="96720" y="236064"/>
                  </a:lnTo>
                  <a:lnTo>
                    <a:pt x="98360" y="239343"/>
                  </a:lnTo>
                  <a:lnTo>
                    <a:pt x="101639" y="240983"/>
                  </a:lnTo>
                  <a:lnTo>
                    <a:pt x="103278" y="244261"/>
                  </a:lnTo>
                  <a:lnTo>
                    <a:pt x="103278" y="245901"/>
                  </a:lnTo>
                  <a:lnTo>
                    <a:pt x="103278" y="249179"/>
                  </a:lnTo>
                  <a:lnTo>
                    <a:pt x="99999" y="249179"/>
                  </a:lnTo>
                  <a:lnTo>
                    <a:pt x="95081" y="250819"/>
                  </a:lnTo>
                  <a:lnTo>
                    <a:pt x="91802" y="250819"/>
                  </a:lnTo>
                  <a:lnTo>
                    <a:pt x="88524" y="250819"/>
                  </a:lnTo>
                  <a:lnTo>
                    <a:pt x="83606" y="252458"/>
                  </a:lnTo>
                  <a:lnTo>
                    <a:pt x="80327" y="254097"/>
                  </a:lnTo>
                  <a:lnTo>
                    <a:pt x="77049" y="254097"/>
                  </a:lnTo>
                  <a:lnTo>
                    <a:pt x="73770" y="250819"/>
                  </a:lnTo>
                  <a:lnTo>
                    <a:pt x="68852" y="250819"/>
                  </a:lnTo>
                  <a:lnTo>
                    <a:pt x="65573" y="250819"/>
                  </a:lnTo>
                  <a:lnTo>
                    <a:pt x="62295" y="254097"/>
                  </a:lnTo>
                  <a:lnTo>
                    <a:pt x="57377" y="254097"/>
                  </a:lnTo>
                  <a:lnTo>
                    <a:pt x="55737" y="250819"/>
                  </a:lnTo>
                  <a:lnTo>
                    <a:pt x="55737" y="247540"/>
                  </a:lnTo>
                  <a:lnTo>
                    <a:pt x="55737" y="252458"/>
                  </a:lnTo>
                  <a:lnTo>
                    <a:pt x="59016" y="255737"/>
                  </a:lnTo>
                  <a:lnTo>
                    <a:pt x="62295" y="254097"/>
                  </a:lnTo>
                  <a:lnTo>
                    <a:pt x="65573" y="252458"/>
                  </a:lnTo>
                  <a:lnTo>
                    <a:pt x="70491" y="254097"/>
                  </a:lnTo>
                  <a:lnTo>
                    <a:pt x="73770" y="255737"/>
                  </a:lnTo>
                  <a:lnTo>
                    <a:pt x="77049" y="259016"/>
                  </a:lnTo>
                  <a:lnTo>
                    <a:pt x="80327" y="259016"/>
                  </a:lnTo>
                  <a:lnTo>
                    <a:pt x="85246" y="262294"/>
                  </a:lnTo>
                  <a:lnTo>
                    <a:pt x="88524" y="265573"/>
                  </a:lnTo>
                  <a:lnTo>
                    <a:pt x="90164" y="268851"/>
                  </a:lnTo>
                  <a:lnTo>
                    <a:pt x="91802" y="272130"/>
                  </a:lnTo>
                  <a:lnTo>
                    <a:pt x="93442" y="275409"/>
                  </a:lnTo>
                  <a:lnTo>
                    <a:pt x="93442" y="278687"/>
                  </a:lnTo>
                  <a:lnTo>
                    <a:pt x="91802" y="283606"/>
                  </a:lnTo>
                  <a:lnTo>
                    <a:pt x="88524" y="283606"/>
                  </a:lnTo>
                  <a:lnTo>
                    <a:pt x="83606" y="285244"/>
                  </a:lnTo>
                  <a:lnTo>
                    <a:pt x="80327" y="286884"/>
                  </a:lnTo>
                  <a:lnTo>
                    <a:pt x="77049" y="288523"/>
                  </a:lnTo>
                  <a:lnTo>
                    <a:pt x="73770" y="291802"/>
                  </a:lnTo>
                  <a:lnTo>
                    <a:pt x="68852" y="293441"/>
                  </a:lnTo>
                  <a:lnTo>
                    <a:pt x="65573" y="295081"/>
                  </a:lnTo>
                  <a:lnTo>
                    <a:pt x="62295" y="298359"/>
                  </a:lnTo>
                  <a:lnTo>
                    <a:pt x="60656" y="298359"/>
                  </a:lnTo>
                  <a:lnTo>
                    <a:pt x="57377" y="295081"/>
                  </a:lnTo>
                  <a:lnTo>
                    <a:pt x="54098" y="293441"/>
                  </a:lnTo>
                  <a:lnTo>
                    <a:pt x="49180" y="291802"/>
                  </a:lnTo>
                  <a:lnTo>
                    <a:pt x="45901" y="290163"/>
                  </a:lnTo>
                  <a:lnTo>
                    <a:pt x="44262" y="291802"/>
                  </a:lnTo>
                  <a:lnTo>
                    <a:pt x="39343" y="291802"/>
                  </a:lnTo>
                  <a:lnTo>
                    <a:pt x="39343" y="291802"/>
                  </a:lnTo>
                  <a:lnTo>
                    <a:pt x="36066" y="291802"/>
                  </a:lnTo>
                  <a:lnTo>
                    <a:pt x="32787" y="293441"/>
                  </a:lnTo>
                  <a:lnTo>
                    <a:pt x="29508" y="291802"/>
                  </a:lnTo>
                  <a:lnTo>
                    <a:pt x="26229" y="293441"/>
                  </a:lnTo>
                  <a:lnTo>
                    <a:pt x="21311" y="293441"/>
                  </a:lnTo>
                  <a:lnTo>
                    <a:pt x="18032" y="291802"/>
                  </a:lnTo>
                  <a:lnTo>
                    <a:pt x="14753" y="290163"/>
                  </a:lnTo>
                  <a:lnTo>
                    <a:pt x="9836" y="290163"/>
                  </a:lnTo>
                  <a:lnTo>
                    <a:pt x="6557" y="293441"/>
                  </a:lnTo>
                  <a:lnTo>
                    <a:pt x="3279" y="293441"/>
                  </a:lnTo>
                  <a:lnTo>
                    <a:pt x="0" y="28852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8" name="Freeform 3047">
              <a:extLst>
                <a:ext uri="{FF2B5EF4-FFF2-40B4-BE49-F238E27FC236}">
                  <a16:creationId xmlns:a16="http://schemas.microsoft.com/office/drawing/2014/main" id="{41FB8BD4-35D0-514C-8481-EA28136A6461}"/>
                </a:ext>
              </a:extLst>
            </p:cNvPr>
            <p:cNvSpPr/>
            <p:nvPr/>
          </p:nvSpPr>
          <p:spPr>
            <a:xfrm>
              <a:off x="10904174" y="4464075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1639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9" name="Freeform 3048">
              <a:extLst>
                <a:ext uri="{FF2B5EF4-FFF2-40B4-BE49-F238E27FC236}">
                  <a16:creationId xmlns:a16="http://schemas.microsoft.com/office/drawing/2014/main" id="{31087D5C-9D4A-924E-AEFC-1A179A6641A6}"/>
                </a:ext>
              </a:extLst>
            </p:cNvPr>
            <p:cNvSpPr/>
            <p:nvPr/>
          </p:nvSpPr>
          <p:spPr>
            <a:xfrm>
              <a:off x="10989420" y="4321453"/>
              <a:ext cx="6557" cy="11475"/>
            </a:xfrm>
            <a:custGeom>
              <a:avLst/>
              <a:gdLst>
                <a:gd name="connsiteX0" fmla="*/ 1639 w 6557"/>
                <a:gd name="connsiteY0" fmla="*/ 11475 h 11475"/>
                <a:gd name="connsiteX1" fmla="*/ 6558 w 6557"/>
                <a:gd name="connsiteY1" fmla="*/ 8197 h 11475"/>
                <a:gd name="connsiteX2" fmla="*/ 6558 w 6557"/>
                <a:gd name="connsiteY2" fmla="*/ 4918 h 11475"/>
                <a:gd name="connsiteX3" fmla="*/ 4918 w 6557"/>
                <a:gd name="connsiteY3" fmla="*/ 0 h 11475"/>
                <a:gd name="connsiteX4" fmla="*/ 1639 w 6557"/>
                <a:gd name="connsiteY4" fmla="*/ 3278 h 11475"/>
                <a:gd name="connsiteX5" fmla="*/ 0 w 6557"/>
                <a:gd name="connsiteY5" fmla="*/ 655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11475">
                  <a:moveTo>
                    <a:pt x="1639" y="11475"/>
                  </a:moveTo>
                  <a:lnTo>
                    <a:pt x="6558" y="8197"/>
                  </a:lnTo>
                  <a:lnTo>
                    <a:pt x="6558" y="4918"/>
                  </a:lnTo>
                  <a:lnTo>
                    <a:pt x="4918" y="0"/>
                  </a:lnTo>
                  <a:lnTo>
                    <a:pt x="1639" y="3278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0" name="Freeform 3049">
              <a:extLst>
                <a:ext uri="{FF2B5EF4-FFF2-40B4-BE49-F238E27FC236}">
                  <a16:creationId xmlns:a16="http://schemas.microsoft.com/office/drawing/2014/main" id="{0DB409F9-07F8-7B4B-A4FF-94874679A5BA}"/>
                </a:ext>
              </a:extLst>
            </p:cNvPr>
            <p:cNvSpPr/>
            <p:nvPr/>
          </p:nvSpPr>
          <p:spPr>
            <a:xfrm>
              <a:off x="11030403" y="4352600"/>
              <a:ext cx="8196" cy="9836"/>
            </a:xfrm>
            <a:custGeom>
              <a:avLst/>
              <a:gdLst>
                <a:gd name="connsiteX0" fmla="*/ 4918 w 8196"/>
                <a:gd name="connsiteY0" fmla="*/ 9836 h 9836"/>
                <a:gd name="connsiteX1" fmla="*/ 8197 w 8196"/>
                <a:gd name="connsiteY1" fmla="*/ 8197 h 9836"/>
                <a:gd name="connsiteX2" fmla="*/ 8197 w 8196"/>
                <a:gd name="connsiteY2" fmla="*/ 4918 h 9836"/>
                <a:gd name="connsiteX3" fmla="*/ 8197 w 8196"/>
                <a:gd name="connsiteY3" fmla="*/ 1639 h 9836"/>
                <a:gd name="connsiteX4" fmla="*/ 4918 w 8196"/>
                <a:gd name="connsiteY4" fmla="*/ 0 h 9836"/>
                <a:gd name="connsiteX5" fmla="*/ 0 w 8196"/>
                <a:gd name="connsiteY5" fmla="*/ 3279 h 9836"/>
                <a:gd name="connsiteX6" fmla="*/ 1639 w 8196"/>
                <a:gd name="connsiteY6" fmla="*/ 655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9836">
                  <a:moveTo>
                    <a:pt x="4918" y="9836"/>
                  </a:moveTo>
                  <a:lnTo>
                    <a:pt x="8197" y="8197"/>
                  </a:lnTo>
                  <a:lnTo>
                    <a:pt x="8197" y="4918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3279"/>
                  </a:lnTo>
                  <a:lnTo>
                    <a:pt x="163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1" name="Freeform 3050">
              <a:extLst>
                <a:ext uri="{FF2B5EF4-FFF2-40B4-BE49-F238E27FC236}">
                  <a16:creationId xmlns:a16="http://schemas.microsoft.com/office/drawing/2014/main" id="{B5C99505-81FD-114E-BDC9-DD78C00D2110}"/>
                </a:ext>
              </a:extLst>
            </p:cNvPr>
            <p:cNvSpPr/>
            <p:nvPr/>
          </p:nvSpPr>
          <p:spPr>
            <a:xfrm>
              <a:off x="11059911" y="4365715"/>
              <a:ext cx="11475" cy="14754"/>
            </a:xfrm>
            <a:custGeom>
              <a:avLst/>
              <a:gdLst>
                <a:gd name="connsiteX0" fmla="*/ 8197 w 11475"/>
                <a:gd name="connsiteY0" fmla="*/ 14754 h 14754"/>
                <a:gd name="connsiteX1" fmla="*/ 9837 w 11475"/>
                <a:gd name="connsiteY1" fmla="*/ 13115 h 14754"/>
                <a:gd name="connsiteX2" fmla="*/ 11476 w 11475"/>
                <a:gd name="connsiteY2" fmla="*/ 8197 h 14754"/>
                <a:gd name="connsiteX3" fmla="*/ 11476 w 11475"/>
                <a:gd name="connsiteY3" fmla="*/ 4918 h 14754"/>
                <a:gd name="connsiteX4" fmla="*/ 6558 w 11475"/>
                <a:gd name="connsiteY4" fmla="*/ 1639 h 14754"/>
                <a:gd name="connsiteX5" fmla="*/ 3279 w 11475"/>
                <a:gd name="connsiteY5" fmla="*/ 0 h 14754"/>
                <a:gd name="connsiteX6" fmla="*/ 0 w 11475"/>
                <a:gd name="connsiteY6" fmla="*/ 0 h 14754"/>
                <a:gd name="connsiteX7" fmla="*/ 0 w 11475"/>
                <a:gd name="connsiteY7" fmla="*/ 3279 h 14754"/>
                <a:gd name="connsiteX8" fmla="*/ 1640 w 11475"/>
                <a:gd name="connsiteY8" fmla="*/ 8197 h 14754"/>
                <a:gd name="connsiteX9" fmla="*/ 3279 w 11475"/>
                <a:gd name="connsiteY9" fmla="*/ 11476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5" h="14754">
                  <a:moveTo>
                    <a:pt x="8197" y="14754"/>
                  </a:moveTo>
                  <a:lnTo>
                    <a:pt x="9837" y="13115"/>
                  </a:lnTo>
                  <a:lnTo>
                    <a:pt x="11476" y="8197"/>
                  </a:lnTo>
                  <a:lnTo>
                    <a:pt x="11476" y="4918"/>
                  </a:lnTo>
                  <a:lnTo>
                    <a:pt x="6558" y="163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1640" y="8197"/>
                  </a:lnTo>
                  <a:lnTo>
                    <a:pt x="3279" y="1147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2" name="Freeform 3051">
              <a:extLst>
                <a:ext uri="{FF2B5EF4-FFF2-40B4-BE49-F238E27FC236}">
                  <a16:creationId xmlns:a16="http://schemas.microsoft.com/office/drawing/2014/main" id="{65F3EFE1-33B9-9E43-966C-656945526DAE}"/>
                </a:ext>
              </a:extLst>
            </p:cNvPr>
            <p:cNvSpPr/>
            <p:nvPr/>
          </p:nvSpPr>
          <p:spPr>
            <a:xfrm>
              <a:off x="11066469" y="4223093"/>
              <a:ext cx="1638" cy="3278"/>
            </a:xfrm>
            <a:custGeom>
              <a:avLst/>
              <a:gdLst>
                <a:gd name="connsiteX0" fmla="*/ 0 w 1638"/>
                <a:gd name="connsiteY0" fmla="*/ 3278 h 3278"/>
                <a:gd name="connsiteX1" fmla="*/ 1639 w 1638"/>
                <a:gd name="connsiteY1" fmla="*/ 3278 h 3278"/>
                <a:gd name="connsiteX2" fmla="*/ 1639 w 163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0" y="3278"/>
                  </a:moveTo>
                  <a:lnTo>
                    <a:pt x="1639" y="3278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3" name="Freeform 3052">
              <a:extLst>
                <a:ext uri="{FF2B5EF4-FFF2-40B4-BE49-F238E27FC236}">
                  <a16:creationId xmlns:a16="http://schemas.microsoft.com/office/drawing/2014/main" id="{BC161628-FD27-1941-9515-354A1C39EFDC}"/>
                </a:ext>
              </a:extLst>
            </p:cNvPr>
            <p:cNvSpPr/>
            <p:nvPr/>
          </p:nvSpPr>
          <p:spPr>
            <a:xfrm>
              <a:off x="11073025" y="4359158"/>
              <a:ext cx="16393" cy="4918"/>
            </a:xfrm>
            <a:custGeom>
              <a:avLst/>
              <a:gdLst>
                <a:gd name="connsiteX0" fmla="*/ 0 w 16393"/>
                <a:gd name="connsiteY0" fmla="*/ 4918 h 4918"/>
                <a:gd name="connsiteX1" fmla="*/ 0 w 16393"/>
                <a:gd name="connsiteY1" fmla="*/ 4918 h 4918"/>
                <a:gd name="connsiteX2" fmla="*/ 0 w 16393"/>
                <a:gd name="connsiteY2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4918">
                  <a:moveTo>
                    <a:pt x="0" y="4918"/>
                  </a:moveTo>
                  <a:lnTo>
                    <a:pt x="0" y="49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4" name="Freeform 3053">
              <a:extLst>
                <a:ext uri="{FF2B5EF4-FFF2-40B4-BE49-F238E27FC236}">
                  <a16:creationId xmlns:a16="http://schemas.microsoft.com/office/drawing/2014/main" id="{374A8FCE-5F42-5E44-9A74-A1ED2F976E17}"/>
                </a:ext>
              </a:extLst>
            </p:cNvPr>
            <p:cNvSpPr/>
            <p:nvPr/>
          </p:nvSpPr>
          <p:spPr>
            <a:xfrm>
              <a:off x="11081222" y="4306699"/>
              <a:ext cx="159015" cy="95081"/>
            </a:xfrm>
            <a:custGeom>
              <a:avLst/>
              <a:gdLst>
                <a:gd name="connsiteX0" fmla="*/ 19672 w 159015"/>
                <a:gd name="connsiteY0" fmla="*/ 78688 h 95081"/>
                <a:gd name="connsiteX1" fmla="*/ 21312 w 159015"/>
                <a:gd name="connsiteY1" fmla="*/ 80327 h 95081"/>
                <a:gd name="connsiteX2" fmla="*/ 26230 w 159015"/>
                <a:gd name="connsiteY2" fmla="*/ 83606 h 95081"/>
                <a:gd name="connsiteX3" fmla="*/ 27869 w 159015"/>
                <a:gd name="connsiteY3" fmla="*/ 86885 h 95081"/>
                <a:gd name="connsiteX4" fmla="*/ 31148 w 159015"/>
                <a:gd name="connsiteY4" fmla="*/ 85245 h 95081"/>
                <a:gd name="connsiteX5" fmla="*/ 36066 w 159015"/>
                <a:gd name="connsiteY5" fmla="*/ 83606 h 95081"/>
                <a:gd name="connsiteX6" fmla="*/ 39344 w 159015"/>
                <a:gd name="connsiteY6" fmla="*/ 83606 h 95081"/>
                <a:gd name="connsiteX7" fmla="*/ 42623 w 159015"/>
                <a:gd name="connsiteY7" fmla="*/ 85245 h 95081"/>
                <a:gd name="connsiteX8" fmla="*/ 44262 w 159015"/>
                <a:gd name="connsiteY8" fmla="*/ 90164 h 95081"/>
                <a:gd name="connsiteX9" fmla="*/ 47541 w 159015"/>
                <a:gd name="connsiteY9" fmla="*/ 93442 h 95081"/>
                <a:gd name="connsiteX10" fmla="*/ 50820 w 159015"/>
                <a:gd name="connsiteY10" fmla="*/ 93442 h 95081"/>
                <a:gd name="connsiteX11" fmla="*/ 54099 w 159015"/>
                <a:gd name="connsiteY11" fmla="*/ 93442 h 95081"/>
                <a:gd name="connsiteX12" fmla="*/ 59017 w 159015"/>
                <a:gd name="connsiteY12" fmla="*/ 93442 h 95081"/>
                <a:gd name="connsiteX13" fmla="*/ 62296 w 159015"/>
                <a:gd name="connsiteY13" fmla="*/ 93442 h 95081"/>
                <a:gd name="connsiteX14" fmla="*/ 62296 w 159015"/>
                <a:gd name="connsiteY14" fmla="*/ 95081 h 95081"/>
                <a:gd name="connsiteX15" fmla="*/ 65573 w 159015"/>
                <a:gd name="connsiteY15" fmla="*/ 93442 h 95081"/>
                <a:gd name="connsiteX16" fmla="*/ 70492 w 159015"/>
                <a:gd name="connsiteY16" fmla="*/ 91802 h 95081"/>
                <a:gd name="connsiteX17" fmla="*/ 73770 w 159015"/>
                <a:gd name="connsiteY17" fmla="*/ 93442 h 95081"/>
                <a:gd name="connsiteX18" fmla="*/ 77049 w 159015"/>
                <a:gd name="connsiteY18" fmla="*/ 93442 h 95081"/>
                <a:gd name="connsiteX19" fmla="*/ 81967 w 159015"/>
                <a:gd name="connsiteY19" fmla="*/ 91802 h 95081"/>
                <a:gd name="connsiteX20" fmla="*/ 85246 w 159015"/>
                <a:gd name="connsiteY20" fmla="*/ 88524 h 95081"/>
                <a:gd name="connsiteX21" fmla="*/ 88525 w 159015"/>
                <a:gd name="connsiteY21" fmla="*/ 86885 h 95081"/>
                <a:gd name="connsiteX22" fmla="*/ 91803 w 159015"/>
                <a:gd name="connsiteY22" fmla="*/ 86885 h 95081"/>
                <a:gd name="connsiteX23" fmla="*/ 93442 w 159015"/>
                <a:gd name="connsiteY23" fmla="*/ 85245 h 95081"/>
                <a:gd name="connsiteX24" fmla="*/ 95082 w 159015"/>
                <a:gd name="connsiteY24" fmla="*/ 81967 h 95081"/>
                <a:gd name="connsiteX25" fmla="*/ 98360 w 159015"/>
                <a:gd name="connsiteY25" fmla="*/ 81967 h 95081"/>
                <a:gd name="connsiteX26" fmla="*/ 103279 w 159015"/>
                <a:gd name="connsiteY26" fmla="*/ 81967 h 95081"/>
                <a:gd name="connsiteX27" fmla="*/ 106557 w 159015"/>
                <a:gd name="connsiteY27" fmla="*/ 78688 h 95081"/>
                <a:gd name="connsiteX28" fmla="*/ 109836 w 159015"/>
                <a:gd name="connsiteY28" fmla="*/ 78688 h 95081"/>
                <a:gd name="connsiteX29" fmla="*/ 113115 w 159015"/>
                <a:gd name="connsiteY29" fmla="*/ 73770 h 95081"/>
                <a:gd name="connsiteX30" fmla="*/ 114754 w 159015"/>
                <a:gd name="connsiteY30" fmla="*/ 73770 h 95081"/>
                <a:gd name="connsiteX31" fmla="*/ 118032 w 159015"/>
                <a:gd name="connsiteY31" fmla="*/ 70491 h 95081"/>
                <a:gd name="connsiteX32" fmla="*/ 119672 w 159015"/>
                <a:gd name="connsiteY32" fmla="*/ 67212 h 95081"/>
                <a:gd name="connsiteX33" fmla="*/ 121311 w 159015"/>
                <a:gd name="connsiteY33" fmla="*/ 63934 h 95081"/>
                <a:gd name="connsiteX34" fmla="*/ 121311 w 159015"/>
                <a:gd name="connsiteY34" fmla="*/ 59016 h 95081"/>
                <a:gd name="connsiteX35" fmla="*/ 124590 w 159015"/>
                <a:gd name="connsiteY35" fmla="*/ 60655 h 95081"/>
                <a:gd name="connsiteX36" fmla="*/ 127869 w 159015"/>
                <a:gd name="connsiteY36" fmla="*/ 60655 h 95081"/>
                <a:gd name="connsiteX37" fmla="*/ 131147 w 159015"/>
                <a:gd name="connsiteY37" fmla="*/ 60655 h 95081"/>
                <a:gd name="connsiteX38" fmla="*/ 136066 w 159015"/>
                <a:gd name="connsiteY38" fmla="*/ 62295 h 95081"/>
                <a:gd name="connsiteX39" fmla="*/ 139344 w 159015"/>
                <a:gd name="connsiteY39" fmla="*/ 60655 h 95081"/>
                <a:gd name="connsiteX40" fmla="*/ 142623 w 159015"/>
                <a:gd name="connsiteY40" fmla="*/ 57377 h 95081"/>
                <a:gd name="connsiteX41" fmla="*/ 147540 w 159015"/>
                <a:gd name="connsiteY41" fmla="*/ 54098 h 95081"/>
                <a:gd name="connsiteX42" fmla="*/ 147540 w 159015"/>
                <a:gd name="connsiteY42" fmla="*/ 50819 h 95081"/>
                <a:gd name="connsiteX43" fmla="*/ 144262 w 159015"/>
                <a:gd name="connsiteY43" fmla="*/ 45901 h 95081"/>
                <a:gd name="connsiteX44" fmla="*/ 140984 w 159015"/>
                <a:gd name="connsiteY44" fmla="*/ 42622 h 95081"/>
                <a:gd name="connsiteX45" fmla="*/ 140984 w 159015"/>
                <a:gd name="connsiteY45" fmla="*/ 39344 h 95081"/>
                <a:gd name="connsiteX46" fmla="*/ 142623 w 159015"/>
                <a:gd name="connsiteY46" fmla="*/ 34426 h 95081"/>
                <a:gd name="connsiteX47" fmla="*/ 145901 w 159015"/>
                <a:gd name="connsiteY47" fmla="*/ 36065 h 95081"/>
                <a:gd name="connsiteX48" fmla="*/ 150819 w 159015"/>
                <a:gd name="connsiteY48" fmla="*/ 36065 h 95081"/>
                <a:gd name="connsiteX49" fmla="*/ 154098 w 159015"/>
                <a:gd name="connsiteY49" fmla="*/ 34426 h 95081"/>
                <a:gd name="connsiteX50" fmla="*/ 157377 w 159015"/>
                <a:gd name="connsiteY50" fmla="*/ 29508 h 95081"/>
                <a:gd name="connsiteX51" fmla="*/ 159016 w 159015"/>
                <a:gd name="connsiteY51" fmla="*/ 26229 h 95081"/>
                <a:gd name="connsiteX52" fmla="*/ 159016 w 159015"/>
                <a:gd name="connsiteY52" fmla="*/ 22951 h 95081"/>
                <a:gd name="connsiteX53" fmla="*/ 159016 w 159015"/>
                <a:gd name="connsiteY53" fmla="*/ 18032 h 95081"/>
                <a:gd name="connsiteX54" fmla="*/ 157377 w 159015"/>
                <a:gd name="connsiteY54" fmla="*/ 14754 h 95081"/>
                <a:gd name="connsiteX55" fmla="*/ 157377 w 159015"/>
                <a:gd name="connsiteY55" fmla="*/ 14754 h 95081"/>
                <a:gd name="connsiteX56" fmla="*/ 159016 w 159015"/>
                <a:gd name="connsiteY56" fmla="*/ 11475 h 95081"/>
                <a:gd name="connsiteX57" fmla="*/ 159016 w 159015"/>
                <a:gd name="connsiteY57" fmla="*/ 6557 h 95081"/>
                <a:gd name="connsiteX58" fmla="*/ 155737 w 159015"/>
                <a:gd name="connsiteY58" fmla="*/ 6557 h 95081"/>
                <a:gd name="connsiteX59" fmla="*/ 150819 w 159015"/>
                <a:gd name="connsiteY59" fmla="*/ 3278 h 95081"/>
                <a:gd name="connsiteX60" fmla="*/ 154098 w 159015"/>
                <a:gd name="connsiteY60" fmla="*/ 0 h 95081"/>
                <a:gd name="connsiteX61" fmla="*/ 150819 w 159015"/>
                <a:gd name="connsiteY61" fmla="*/ 1639 h 95081"/>
                <a:gd name="connsiteX62" fmla="*/ 145901 w 159015"/>
                <a:gd name="connsiteY62" fmla="*/ 3278 h 95081"/>
                <a:gd name="connsiteX63" fmla="*/ 144262 w 159015"/>
                <a:gd name="connsiteY63" fmla="*/ 6557 h 95081"/>
                <a:gd name="connsiteX64" fmla="*/ 140984 w 159015"/>
                <a:gd name="connsiteY64" fmla="*/ 4918 h 95081"/>
                <a:gd name="connsiteX65" fmla="*/ 137705 w 159015"/>
                <a:gd name="connsiteY65" fmla="*/ 1639 h 95081"/>
                <a:gd name="connsiteX66" fmla="*/ 134426 w 159015"/>
                <a:gd name="connsiteY66" fmla="*/ 1639 h 95081"/>
                <a:gd name="connsiteX67" fmla="*/ 129508 w 159015"/>
                <a:gd name="connsiteY67" fmla="*/ 1639 h 95081"/>
                <a:gd name="connsiteX68" fmla="*/ 126229 w 159015"/>
                <a:gd name="connsiteY68" fmla="*/ 3278 h 95081"/>
                <a:gd name="connsiteX69" fmla="*/ 127869 w 159015"/>
                <a:gd name="connsiteY69" fmla="*/ 8197 h 95081"/>
                <a:gd name="connsiteX70" fmla="*/ 129508 w 159015"/>
                <a:gd name="connsiteY70" fmla="*/ 11475 h 95081"/>
                <a:gd name="connsiteX71" fmla="*/ 129508 w 159015"/>
                <a:gd name="connsiteY71" fmla="*/ 14754 h 95081"/>
                <a:gd name="connsiteX72" fmla="*/ 131147 w 159015"/>
                <a:gd name="connsiteY72" fmla="*/ 18032 h 95081"/>
                <a:gd name="connsiteX73" fmla="*/ 131147 w 159015"/>
                <a:gd name="connsiteY73" fmla="*/ 22951 h 95081"/>
                <a:gd name="connsiteX74" fmla="*/ 131147 w 159015"/>
                <a:gd name="connsiteY74" fmla="*/ 26229 h 95081"/>
                <a:gd name="connsiteX75" fmla="*/ 131147 w 159015"/>
                <a:gd name="connsiteY75" fmla="*/ 29508 h 95081"/>
                <a:gd name="connsiteX76" fmla="*/ 129508 w 159015"/>
                <a:gd name="connsiteY76" fmla="*/ 34426 h 95081"/>
                <a:gd name="connsiteX77" fmla="*/ 127869 w 159015"/>
                <a:gd name="connsiteY77" fmla="*/ 34426 h 95081"/>
                <a:gd name="connsiteX78" fmla="*/ 124590 w 159015"/>
                <a:gd name="connsiteY78" fmla="*/ 34426 h 95081"/>
                <a:gd name="connsiteX79" fmla="*/ 119672 w 159015"/>
                <a:gd name="connsiteY79" fmla="*/ 32787 h 95081"/>
                <a:gd name="connsiteX80" fmla="*/ 116394 w 159015"/>
                <a:gd name="connsiteY80" fmla="*/ 34426 h 95081"/>
                <a:gd name="connsiteX81" fmla="*/ 113115 w 159015"/>
                <a:gd name="connsiteY81" fmla="*/ 37705 h 95081"/>
                <a:gd name="connsiteX82" fmla="*/ 109836 w 159015"/>
                <a:gd name="connsiteY82" fmla="*/ 40983 h 95081"/>
                <a:gd name="connsiteX83" fmla="*/ 106557 w 159015"/>
                <a:gd name="connsiteY83" fmla="*/ 45901 h 95081"/>
                <a:gd name="connsiteX84" fmla="*/ 104918 w 159015"/>
                <a:gd name="connsiteY84" fmla="*/ 49180 h 95081"/>
                <a:gd name="connsiteX85" fmla="*/ 104918 w 159015"/>
                <a:gd name="connsiteY85" fmla="*/ 52458 h 95081"/>
                <a:gd name="connsiteX86" fmla="*/ 101639 w 159015"/>
                <a:gd name="connsiteY86" fmla="*/ 55737 h 95081"/>
                <a:gd name="connsiteX87" fmla="*/ 98360 w 159015"/>
                <a:gd name="connsiteY87" fmla="*/ 57377 h 95081"/>
                <a:gd name="connsiteX88" fmla="*/ 93442 w 159015"/>
                <a:gd name="connsiteY88" fmla="*/ 57377 h 95081"/>
                <a:gd name="connsiteX89" fmla="*/ 90164 w 159015"/>
                <a:gd name="connsiteY89" fmla="*/ 60655 h 95081"/>
                <a:gd name="connsiteX90" fmla="*/ 90164 w 159015"/>
                <a:gd name="connsiteY90" fmla="*/ 60655 h 95081"/>
                <a:gd name="connsiteX91" fmla="*/ 86886 w 159015"/>
                <a:gd name="connsiteY91" fmla="*/ 57377 h 95081"/>
                <a:gd name="connsiteX92" fmla="*/ 81967 w 159015"/>
                <a:gd name="connsiteY92" fmla="*/ 55737 h 95081"/>
                <a:gd name="connsiteX93" fmla="*/ 78689 w 159015"/>
                <a:gd name="connsiteY93" fmla="*/ 59016 h 95081"/>
                <a:gd name="connsiteX94" fmla="*/ 75410 w 159015"/>
                <a:gd name="connsiteY94" fmla="*/ 60655 h 95081"/>
                <a:gd name="connsiteX95" fmla="*/ 70492 w 159015"/>
                <a:gd name="connsiteY95" fmla="*/ 60655 h 95081"/>
                <a:gd name="connsiteX96" fmla="*/ 68852 w 159015"/>
                <a:gd name="connsiteY96" fmla="*/ 57377 h 95081"/>
                <a:gd name="connsiteX97" fmla="*/ 67213 w 159015"/>
                <a:gd name="connsiteY97" fmla="*/ 54098 h 95081"/>
                <a:gd name="connsiteX98" fmla="*/ 65573 w 159015"/>
                <a:gd name="connsiteY98" fmla="*/ 49180 h 95081"/>
                <a:gd name="connsiteX99" fmla="*/ 68852 w 159015"/>
                <a:gd name="connsiteY99" fmla="*/ 45901 h 95081"/>
                <a:gd name="connsiteX100" fmla="*/ 70492 w 159015"/>
                <a:gd name="connsiteY100" fmla="*/ 42622 h 95081"/>
                <a:gd name="connsiteX101" fmla="*/ 73770 w 159015"/>
                <a:gd name="connsiteY101" fmla="*/ 39344 h 95081"/>
                <a:gd name="connsiteX102" fmla="*/ 70492 w 159015"/>
                <a:gd name="connsiteY102" fmla="*/ 36065 h 95081"/>
                <a:gd name="connsiteX103" fmla="*/ 65573 w 159015"/>
                <a:gd name="connsiteY103" fmla="*/ 39344 h 95081"/>
                <a:gd name="connsiteX104" fmla="*/ 65573 w 159015"/>
                <a:gd name="connsiteY104" fmla="*/ 44262 h 95081"/>
                <a:gd name="connsiteX105" fmla="*/ 65573 w 159015"/>
                <a:gd name="connsiteY105" fmla="*/ 47541 h 95081"/>
                <a:gd name="connsiteX106" fmla="*/ 62296 w 159015"/>
                <a:gd name="connsiteY106" fmla="*/ 50819 h 95081"/>
                <a:gd name="connsiteX107" fmla="*/ 63935 w 159015"/>
                <a:gd name="connsiteY107" fmla="*/ 55737 h 95081"/>
                <a:gd name="connsiteX108" fmla="*/ 60656 w 159015"/>
                <a:gd name="connsiteY108" fmla="*/ 59016 h 95081"/>
                <a:gd name="connsiteX109" fmla="*/ 57377 w 159015"/>
                <a:gd name="connsiteY109" fmla="*/ 59016 h 95081"/>
                <a:gd name="connsiteX110" fmla="*/ 54099 w 159015"/>
                <a:gd name="connsiteY110" fmla="*/ 60655 h 95081"/>
                <a:gd name="connsiteX111" fmla="*/ 49180 w 159015"/>
                <a:gd name="connsiteY111" fmla="*/ 59016 h 95081"/>
                <a:gd name="connsiteX112" fmla="*/ 45902 w 159015"/>
                <a:gd name="connsiteY112" fmla="*/ 60655 h 95081"/>
                <a:gd name="connsiteX113" fmla="*/ 45902 w 159015"/>
                <a:gd name="connsiteY113" fmla="*/ 60655 h 95081"/>
                <a:gd name="connsiteX114" fmla="*/ 42623 w 159015"/>
                <a:gd name="connsiteY114" fmla="*/ 60655 h 95081"/>
                <a:gd name="connsiteX115" fmla="*/ 37706 w 159015"/>
                <a:gd name="connsiteY115" fmla="*/ 62295 h 95081"/>
                <a:gd name="connsiteX116" fmla="*/ 34427 w 159015"/>
                <a:gd name="connsiteY116" fmla="*/ 62295 h 95081"/>
                <a:gd name="connsiteX117" fmla="*/ 31148 w 159015"/>
                <a:gd name="connsiteY117" fmla="*/ 59016 h 95081"/>
                <a:gd name="connsiteX118" fmla="*/ 26230 w 159015"/>
                <a:gd name="connsiteY118" fmla="*/ 57377 h 95081"/>
                <a:gd name="connsiteX119" fmla="*/ 22951 w 159015"/>
                <a:gd name="connsiteY119" fmla="*/ 57377 h 95081"/>
                <a:gd name="connsiteX120" fmla="*/ 19672 w 159015"/>
                <a:gd name="connsiteY120" fmla="*/ 60655 h 95081"/>
                <a:gd name="connsiteX121" fmla="*/ 16393 w 159015"/>
                <a:gd name="connsiteY121" fmla="*/ 57377 h 95081"/>
                <a:gd name="connsiteX122" fmla="*/ 11476 w 159015"/>
                <a:gd name="connsiteY122" fmla="*/ 57377 h 95081"/>
                <a:gd name="connsiteX123" fmla="*/ 8197 w 159015"/>
                <a:gd name="connsiteY123" fmla="*/ 60655 h 95081"/>
                <a:gd name="connsiteX124" fmla="*/ 4919 w 159015"/>
                <a:gd name="connsiteY124" fmla="*/ 55737 h 95081"/>
                <a:gd name="connsiteX125" fmla="*/ 1640 w 159015"/>
                <a:gd name="connsiteY125" fmla="*/ 59016 h 95081"/>
                <a:gd name="connsiteX126" fmla="*/ 0 w 159015"/>
                <a:gd name="connsiteY126" fmla="*/ 62295 h 95081"/>
                <a:gd name="connsiteX127" fmla="*/ 0 w 159015"/>
                <a:gd name="connsiteY127" fmla="*/ 65573 h 95081"/>
                <a:gd name="connsiteX128" fmla="*/ 1640 w 159015"/>
                <a:gd name="connsiteY128" fmla="*/ 70491 h 95081"/>
                <a:gd name="connsiteX129" fmla="*/ 4919 w 159015"/>
                <a:gd name="connsiteY129" fmla="*/ 72131 h 95081"/>
                <a:gd name="connsiteX130" fmla="*/ 9837 w 159015"/>
                <a:gd name="connsiteY130" fmla="*/ 73770 h 95081"/>
                <a:gd name="connsiteX131" fmla="*/ 13115 w 159015"/>
                <a:gd name="connsiteY131" fmla="*/ 73770 h 95081"/>
                <a:gd name="connsiteX132" fmla="*/ 16393 w 159015"/>
                <a:gd name="connsiteY132" fmla="*/ 77049 h 95081"/>
                <a:gd name="connsiteX133" fmla="*/ 19672 w 159015"/>
                <a:gd name="connsiteY133" fmla="*/ 78688 h 9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</a:cxnLst>
              <a:rect l="l" t="t" r="r" b="b"/>
              <a:pathLst>
                <a:path w="159015" h="95081">
                  <a:moveTo>
                    <a:pt x="19672" y="78688"/>
                  </a:moveTo>
                  <a:lnTo>
                    <a:pt x="21312" y="80327"/>
                  </a:lnTo>
                  <a:lnTo>
                    <a:pt x="26230" y="83606"/>
                  </a:lnTo>
                  <a:lnTo>
                    <a:pt x="27869" y="86885"/>
                  </a:lnTo>
                  <a:lnTo>
                    <a:pt x="31148" y="85245"/>
                  </a:lnTo>
                  <a:lnTo>
                    <a:pt x="36066" y="83606"/>
                  </a:lnTo>
                  <a:lnTo>
                    <a:pt x="39344" y="83606"/>
                  </a:lnTo>
                  <a:lnTo>
                    <a:pt x="42623" y="85245"/>
                  </a:lnTo>
                  <a:lnTo>
                    <a:pt x="44262" y="90164"/>
                  </a:lnTo>
                  <a:lnTo>
                    <a:pt x="47541" y="93442"/>
                  </a:lnTo>
                  <a:lnTo>
                    <a:pt x="50820" y="93442"/>
                  </a:lnTo>
                  <a:lnTo>
                    <a:pt x="54099" y="93442"/>
                  </a:lnTo>
                  <a:lnTo>
                    <a:pt x="59017" y="93442"/>
                  </a:lnTo>
                  <a:lnTo>
                    <a:pt x="62296" y="93442"/>
                  </a:lnTo>
                  <a:lnTo>
                    <a:pt x="62296" y="95081"/>
                  </a:lnTo>
                  <a:lnTo>
                    <a:pt x="65573" y="93442"/>
                  </a:lnTo>
                  <a:lnTo>
                    <a:pt x="70492" y="91802"/>
                  </a:lnTo>
                  <a:lnTo>
                    <a:pt x="73770" y="93442"/>
                  </a:lnTo>
                  <a:lnTo>
                    <a:pt x="77049" y="93442"/>
                  </a:lnTo>
                  <a:lnTo>
                    <a:pt x="81967" y="91802"/>
                  </a:lnTo>
                  <a:lnTo>
                    <a:pt x="85246" y="88524"/>
                  </a:lnTo>
                  <a:lnTo>
                    <a:pt x="88525" y="86885"/>
                  </a:lnTo>
                  <a:lnTo>
                    <a:pt x="91803" y="86885"/>
                  </a:lnTo>
                  <a:lnTo>
                    <a:pt x="93442" y="85245"/>
                  </a:lnTo>
                  <a:lnTo>
                    <a:pt x="95082" y="81967"/>
                  </a:lnTo>
                  <a:lnTo>
                    <a:pt x="98360" y="81967"/>
                  </a:lnTo>
                  <a:lnTo>
                    <a:pt x="103279" y="81967"/>
                  </a:lnTo>
                  <a:lnTo>
                    <a:pt x="106557" y="78688"/>
                  </a:lnTo>
                  <a:lnTo>
                    <a:pt x="109836" y="78688"/>
                  </a:lnTo>
                  <a:lnTo>
                    <a:pt x="113115" y="73770"/>
                  </a:lnTo>
                  <a:lnTo>
                    <a:pt x="114754" y="73770"/>
                  </a:lnTo>
                  <a:lnTo>
                    <a:pt x="118032" y="70491"/>
                  </a:lnTo>
                  <a:lnTo>
                    <a:pt x="119672" y="67212"/>
                  </a:lnTo>
                  <a:lnTo>
                    <a:pt x="121311" y="63934"/>
                  </a:lnTo>
                  <a:lnTo>
                    <a:pt x="121311" y="59016"/>
                  </a:lnTo>
                  <a:lnTo>
                    <a:pt x="124590" y="60655"/>
                  </a:lnTo>
                  <a:lnTo>
                    <a:pt x="127869" y="60655"/>
                  </a:lnTo>
                  <a:lnTo>
                    <a:pt x="131147" y="60655"/>
                  </a:lnTo>
                  <a:lnTo>
                    <a:pt x="136066" y="62295"/>
                  </a:lnTo>
                  <a:lnTo>
                    <a:pt x="139344" y="60655"/>
                  </a:lnTo>
                  <a:lnTo>
                    <a:pt x="142623" y="57377"/>
                  </a:lnTo>
                  <a:lnTo>
                    <a:pt x="147540" y="54098"/>
                  </a:lnTo>
                  <a:lnTo>
                    <a:pt x="147540" y="50819"/>
                  </a:lnTo>
                  <a:lnTo>
                    <a:pt x="144262" y="45901"/>
                  </a:lnTo>
                  <a:lnTo>
                    <a:pt x="140984" y="42622"/>
                  </a:lnTo>
                  <a:lnTo>
                    <a:pt x="140984" y="39344"/>
                  </a:lnTo>
                  <a:lnTo>
                    <a:pt x="142623" y="34426"/>
                  </a:lnTo>
                  <a:lnTo>
                    <a:pt x="145901" y="36065"/>
                  </a:lnTo>
                  <a:lnTo>
                    <a:pt x="150819" y="36065"/>
                  </a:lnTo>
                  <a:lnTo>
                    <a:pt x="154098" y="34426"/>
                  </a:lnTo>
                  <a:lnTo>
                    <a:pt x="157377" y="29508"/>
                  </a:lnTo>
                  <a:lnTo>
                    <a:pt x="159016" y="26229"/>
                  </a:lnTo>
                  <a:lnTo>
                    <a:pt x="159016" y="22951"/>
                  </a:lnTo>
                  <a:lnTo>
                    <a:pt x="159016" y="18032"/>
                  </a:lnTo>
                  <a:lnTo>
                    <a:pt x="157377" y="14754"/>
                  </a:lnTo>
                  <a:lnTo>
                    <a:pt x="157377" y="14754"/>
                  </a:lnTo>
                  <a:lnTo>
                    <a:pt x="159016" y="11475"/>
                  </a:lnTo>
                  <a:lnTo>
                    <a:pt x="159016" y="6557"/>
                  </a:lnTo>
                  <a:lnTo>
                    <a:pt x="155737" y="6557"/>
                  </a:lnTo>
                  <a:lnTo>
                    <a:pt x="150819" y="3278"/>
                  </a:lnTo>
                  <a:lnTo>
                    <a:pt x="154098" y="0"/>
                  </a:lnTo>
                  <a:lnTo>
                    <a:pt x="150819" y="1639"/>
                  </a:lnTo>
                  <a:lnTo>
                    <a:pt x="145901" y="3278"/>
                  </a:lnTo>
                  <a:lnTo>
                    <a:pt x="144262" y="6557"/>
                  </a:lnTo>
                  <a:lnTo>
                    <a:pt x="140984" y="4918"/>
                  </a:lnTo>
                  <a:lnTo>
                    <a:pt x="137705" y="1639"/>
                  </a:lnTo>
                  <a:lnTo>
                    <a:pt x="134426" y="1639"/>
                  </a:lnTo>
                  <a:lnTo>
                    <a:pt x="129508" y="1639"/>
                  </a:lnTo>
                  <a:lnTo>
                    <a:pt x="126229" y="3278"/>
                  </a:lnTo>
                  <a:lnTo>
                    <a:pt x="127869" y="8197"/>
                  </a:lnTo>
                  <a:lnTo>
                    <a:pt x="129508" y="11475"/>
                  </a:lnTo>
                  <a:lnTo>
                    <a:pt x="129508" y="14754"/>
                  </a:lnTo>
                  <a:lnTo>
                    <a:pt x="131147" y="18032"/>
                  </a:lnTo>
                  <a:lnTo>
                    <a:pt x="131147" y="22951"/>
                  </a:lnTo>
                  <a:lnTo>
                    <a:pt x="131147" y="26229"/>
                  </a:lnTo>
                  <a:lnTo>
                    <a:pt x="131147" y="29508"/>
                  </a:lnTo>
                  <a:lnTo>
                    <a:pt x="129508" y="34426"/>
                  </a:lnTo>
                  <a:lnTo>
                    <a:pt x="127869" y="34426"/>
                  </a:lnTo>
                  <a:lnTo>
                    <a:pt x="124590" y="34426"/>
                  </a:lnTo>
                  <a:lnTo>
                    <a:pt x="119672" y="32787"/>
                  </a:lnTo>
                  <a:lnTo>
                    <a:pt x="116394" y="34426"/>
                  </a:lnTo>
                  <a:lnTo>
                    <a:pt x="113115" y="37705"/>
                  </a:lnTo>
                  <a:lnTo>
                    <a:pt x="109836" y="40983"/>
                  </a:lnTo>
                  <a:lnTo>
                    <a:pt x="106557" y="45901"/>
                  </a:lnTo>
                  <a:lnTo>
                    <a:pt x="104918" y="49180"/>
                  </a:lnTo>
                  <a:lnTo>
                    <a:pt x="104918" y="52458"/>
                  </a:lnTo>
                  <a:lnTo>
                    <a:pt x="101639" y="55737"/>
                  </a:lnTo>
                  <a:lnTo>
                    <a:pt x="98360" y="57377"/>
                  </a:lnTo>
                  <a:lnTo>
                    <a:pt x="93442" y="57377"/>
                  </a:lnTo>
                  <a:lnTo>
                    <a:pt x="90164" y="60655"/>
                  </a:lnTo>
                  <a:lnTo>
                    <a:pt x="90164" y="60655"/>
                  </a:lnTo>
                  <a:lnTo>
                    <a:pt x="86886" y="57377"/>
                  </a:lnTo>
                  <a:lnTo>
                    <a:pt x="81967" y="55737"/>
                  </a:lnTo>
                  <a:lnTo>
                    <a:pt x="78689" y="59016"/>
                  </a:lnTo>
                  <a:lnTo>
                    <a:pt x="75410" y="60655"/>
                  </a:lnTo>
                  <a:lnTo>
                    <a:pt x="70492" y="60655"/>
                  </a:lnTo>
                  <a:lnTo>
                    <a:pt x="68852" y="57377"/>
                  </a:lnTo>
                  <a:lnTo>
                    <a:pt x="67213" y="54098"/>
                  </a:lnTo>
                  <a:lnTo>
                    <a:pt x="65573" y="49180"/>
                  </a:lnTo>
                  <a:lnTo>
                    <a:pt x="68852" y="45901"/>
                  </a:lnTo>
                  <a:lnTo>
                    <a:pt x="70492" y="42622"/>
                  </a:lnTo>
                  <a:lnTo>
                    <a:pt x="73770" y="39344"/>
                  </a:lnTo>
                  <a:lnTo>
                    <a:pt x="70492" y="36065"/>
                  </a:lnTo>
                  <a:lnTo>
                    <a:pt x="65573" y="39344"/>
                  </a:lnTo>
                  <a:lnTo>
                    <a:pt x="65573" y="44262"/>
                  </a:lnTo>
                  <a:lnTo>
                    <a:pt x="65573" y="47541"/>
                  </a:lnTo>
                  <a:lnTo>
                    <a:pt x="62296" y="50819"/>
                  </a:lnTo>
                  <a:lnTo>
                    <a:pt x="63935" y="55737"/>
                  </a:lnTo>
                  <a:lnTo>
                    <a:pt x="60656" y="59016"/>
                  </a:lnTo>
                  <a:lnTo>
                    <a:pt x="57377" y="59016"/>
                  </a:lnTo>
                  <a:lnTo>
                    <a:pt x="54099" y="60655"/>
                  </a:lnTo>
                  <a:lnTo>
                    <a:pt x="49180" y="59016"/>
                  </a:lnTo>
                  <a:lnTo>
                    <a:pt x="45902" y="60655"/>
                  </a:lnTo>
                  <a:lnTo>
                    <a:pt x="45902" y="60655"/>
                  </a:lnTo>
                  <a:lnTo>
                    <a:pt x="42623" y="60655"/>
                  </a:lnTo>
                  <a:lnTo>
                    <a:pt x="37706" y="62295"/>
                  </a:lnTo>
                  <a:lnTo>
                    <a:pt x="34427" y="62295"/>
                  </a:lnTo>
                  <a:lnTo>
                    <a:pt x="31148" y="59016"/>
                  </a:lnTo>
                  <a:lnTo>
                    <a:pt x="26230" y="57377"/>
                  </a:lnTo>
                  <a:lnTo>
                    <a:pt x="22951" y="57377"/>
                  </a:lnTo>
                  <a:lnTo>
                    <a:pt x="19672" y="60655"/>
                  </a:lnTo>
                  <a:lnTo>
                    <a:pt x="16393" y="57377"/>
                  </a:lnTo>
                  <a:lnTo>
                    <a:pt x="11476" y="57377"/>
                  </a:lnTo>
                  <a:lnTo>
                    <a:pt x="8197" y="60655"/>
                  </a:lnTo>
                  <a:lnTo>
                    <a:pt x="4919" y="55737"/>
                  </a:lnTo>
                  <a:lnTo>
                    <a:pt x="1640" y="59016"/>
                  </a:lnTo>
                  <a:lnTo>
                    <a:pt x="0" y="62295"/>
                  </a:lnTo>
                  <a:lnTo>
                    <a:pt x="0" y="65573"/>
                  </a:lnTo>
                  <a:lnTo>
                    <a:pt x="1640" y="70491"/>
                  </a:lnTo>
                  <a:lnTo>
                    <a:pt x="4919" y="72131"/>
                  </a:lnTo>
                  <a:lnTo>
                    <a:pt x="9837" y="73770"/>
                  </a:lnTo>
                  <a:lnTo>
                    <a:pt x="13115" y="73770"/>
                  </a:lnTo>
                  <a:lnTo>
                    <a:pt x="16393" y="77049"/>
                  </a:lnTo>
                  <a:lnTo>
                    <a:pt x="19672" y="7868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5" name="Freeform 3054">
              <a:extLst>
                <a:ext uri="{FF2B5EF4-FFF2-40B4-BE49-F238E27FC236}">
                  <a16:creationId xmlns:a16="http://schemas.microsoft.com/office/drawing/2014/main" id="{8BDA1728-F269-F048-BB33-C91BF0E70FEB}"/>
                </a:ext>
              </a:extLst>
            </p:cNvPr>
            <p:cNvSpPr/>
            <p:nvPr/>
          </p:nvSpPr>
          <p:spPr>
            <a:xfrm>
              <a:off x="11127124" y="4328010"/>
              <a:ext cx="3277" cy="3278"/>
            </a:xfrm>
            <a:custGeom>
              <a:avLst/>
              <a:gdLst>
                <a:gd name="connsiteX0" fmla="*/ 3278 w 3277"/>
                <a:gd name="connsiteY0" fmla="*/ 3279 h 3278"/>
                <a:gd name="connsiteX1" fmla="*/ 3278 w 3277"/>
                <a:gd name="connsiteY1" fmla="*/ 0 h 3278"/>
                <a:gd name="connsiteX2" fmla="*/ 0 w 3277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7" h="3278">
                  <a:moveTo>
                    <a:pt x="3278" y="3279"/>
                  </a:moveTo>
                  <a:lnTo>
                    <a:pt x="327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6" name="Freeform 3055">
              <a:extLst>
                <a:ext uri="{FF2B5EF4-FFF2-40B4-BE49-F238E27FC236}">
                  <a16:creationId xmlns:a16="http://schemas.microsoft.com/office/drawing/2014/main" id="{6E7100D0-1823-5B4A-9671-FE8D8159640B}"/>
                </a:ext>
              </a:extLst>
            </p:cNvPr>
            <p:cNvSpPr/>
            <p:nvPr/>
          </p:nvSpPr>
          <p:spPr>
            <a:xfrm>
              <a:off x="11135321" y="4183749"/>
              <a:ext cx="9835" cy="9835"/>
            </a:xfrm>
            <a:custGeom>
              <a:avLst/>
              <a:gdLst>
                <a:gd name="connsiteX0" fmla="*/ 8197 w 9835"/>
                <a:gd name="connsiteY0" fmla="*/ 9836 h 9835"/>
                <a:gd name="connsiteX1" fmla="*/ 9836 w 9835"/>
                <a:gd name="connsiteY1" fmla="*/ 8197 h 9835"/>
                <a:gd name="connsiteX2" fmla="*/ 8197 w 9835"/>
                <a:gd name="connsiteY2" fmla="*/ 3278 h 9835"/>
                <a:gd name="connsiteX3" fmla="*/ 6557 w 9835"/>
                <a:gd name="connsiteY3" fmla="*/ 0 h 9835"/>
                <a:gd name="connsiteX4" fmla="*/ 1639 w 9835"/>
                <a:gd name="connsiteY4" fmla="*/ 0 h 9835"/>
                <a:gd name="connsiteX5" fmla="*/ 0 w 9835"/>
                <a:gd name="connsiteY5" fmla="*/ 3278 h 9835"/>
                <a:gd name="connsiteX6" fmla="*/ 4918 w 9835"/>
                <a:gd name="connsiteY6" fmla="*/ 6557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5" h="9835">
                  <a:moveTo>
                    <a:pt x="8197" y="9836"/>
                  </a:moveTo>
                  <a:lnTo>
                    <a:pt x="9836" y="8197"/>
                  </a:lnTo>
                  <a:lnTo>
                    <a:pt x="8197" y="3278"/>
                  </a:lnTo>
                  <a:lnTo>
                    <a:pt x="6557" y="0"/>
                  </a:lnTo>
                  <a:lnTo>
                    <a:pt x="1639" y="0"/>
                  </a:lnTo>
                  <a:lnTo>
                    <a:pt x="0" y="3278"/>
                  </a:lnTo>
                  <a:lnTo>
                    <a:pt x="491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7" name="Freeform 3056">
              <a:extLst>
                <a:ext uri="{FF2B5EF4-FFF2-40B4-BE49-F238E27FC236}">
                  <a16:creationId xmlns:a16="http://schemas.microsoft.com/office/drawing/2014/main" id="{368E222A-C5E6-0544-AA04-D8FEE6C3B8C8}"/>
                </a:ext>
              </a:extLst>
            </p:cNvPr>
            <p:cNvSpPr/>
            <p:nvPr/>
          </p:nvSpPr>
          <p:spPr>
            <a:xfrm>
              <a:off x="11136960" y="4528010"/>
              <a:ext cx="9835" cy="14753"/>
            </a:xfrm>
            <a:custGeom>
              <a:avLst/>
              <a:gdLst>
                <a:gd name="connsiteX0" fmla="*/ 8197 w 9835"/>
                <a:gd name="connsiteY0" fmla="*/ 14754 h 14753"/>
                <a:gd name="connsiteX1" fmla="*/ 8197 w 9835"/>
                <a:gd name="connsiteY1" fmla="*/ 13114 h 14753"/>
                <a:gd name="connsiteX2" fmla="*/ 9836 w 9835"/>
                <a:gd name="connsiteY2" fmla="*/ 9836 h 14753"/>
                <a:gd name="connsiteX3" fmla="*/ 8197 w 9835"/>
                <a:gd name="connsiteY3" fmla="*/ 6557 h 14753"/>
                <a:gd name="connsiteX4" fmla="*/ 8197 w 9835"/>
                <a:gd name="connsiteY4" fmla="*/ 1639 h 14753"/>
                <a:gd name="connsiteX5" fmla="*/ 4918 w 9835"/>
                <a:gd name="connsiteY5" fmla="*/ 0 h 14753"/>
                <a:gd name="connsiteX6" fmla="*/ 0 w 9835"/>
                <a:gd name="connsiteY6" fmla="*/ 4918 h 14753"/>
                <a:gd name="connsiteX7" fmla="*/ 0 w 9835"/>
                <a:gd name="connsiteY7" fmla="*/ 8197 h 14753"/>
                <a:gd name="connsiteX8" fmla="*/ 3279 w 9835"/>
                <a:gd name="connsiteY8" fmla="*/ 11475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35" h="14753">
                  <a:moveTo>
                    <a:pt x="8197" y="14754"/>
                  </a:moveTo>
                  <a:lnTo>
                    <a:pt x="8197" y="13114"/>
                  </a:lnTo>
                  <a:lnTo>
                    <a:pt x="9836" y="9836"/>
                  </a:lnTo>
                  <a:lnTo>
                    <a:pt x="8197" y="6557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3279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8" name="Freeform 3057">
              <a:extLst>
                <a:ext uri="{FF2B5EF4-FFF2-40B4-BE49-F238E27FC236}">
                  <a16:creationId xmlns:a16="http://schemas.microsoft.com/office/drawing/2014/main" id="{B0FC4E02-2B8F-C848-855B-1C0621E9FF8F}"/>
                </a:ext>
              </a:extLst>
            </p:cNvPr>
            <p:cNvSpPr/>
            <p:nvPr/>
          </p:nvSpPr>
          <p:spPr>
            <a:xfrm>
              <a:off x="11148436" y="4534567"/>
              <a:ext cx="18032" cy="16393"/>
            </a:xfrm>
            <a:custGeom>
              <a:avLst/>
              <a:gdLst>
                <a:gd name="connsiteX0" fmla="*/ 14753 w 18032"/>
                <a:gd name="connsiteY0" fmla="*/ 16393 h 16393"/>
                <a:gd name="connsiteX1" fmla="*/ 16393 w 18032"/>
                <a:gd name="connsiteY1" fmla="*/ 16393 h 16393"/>
                <a:gd name="connsiteX2" fmla="*/ 18032 w 18032"/>
                <a:gd name="connsiteY2" fmla="*/ 11475 h 16393"/>
                <a:gd name="connsiteX3" fmla="*/ 18032 w 18032"/>
                <a:gd name="connsiteY3" fmla="*/ 8197 h 16393"/>
                <a:gd name="connsiteX4" fmla="*/ 14753 w 18032"/>
                <a:gd name="connsiteY4" fmla="*/ 4918 h 16393"/>
                <a:gd name="connsiteX5" fmla="*/ 11476 w 18032"/>
                <a:gd name="connsiteY5" fmla="*/ 3278 h 16393"/>
                <a:gd name="connsiteX6" fmla="*/ 8197 w 18032"/>
                <a:gd name="connsiteY6" fmla="*/ 3278 h 16393"/>
                <a:gd name="connsiteX7" fmla="*/ 3279 w 18032"/>
                <a:gd name="connsiteY7" fmla="*/ 0 h 16393"/>
                <a:gd name="connsiteX8" fmla="*/ 0 w 18032"/>
                <a:gd name="connsiteY8" fmla="*/ 1639 h 16393"/>
                <a:gd name="connsiteX9" fmla="*/ 1639 w 18032"/>
                <a:gd name="connsiteY9" fmla="*/ 6557 h 16393"/>
                <a:gd name="connsiteX10" fmla="*/ 3279 w 18032"/>
                <a:gd name="connsiteY10" fmla="*/ 9836 h 16393"/>
                <a:gd name="connsiteX11" fmla="*/ 0 w 18032"/>
                <a:gd name="connsiteY11" fmla="*/ 13114 h 16393"/>
                <a:gd name="connsiteX12" fmla="*/ 3279 w 18032"/>
                <a:gd name="connsiteY12" fmla="*/ 13114 h 16393"/>
                <a:gd name="connsiteX13" fmla="*/ 6557 w 18032"/>
                <a:gd name="connsiteY13" fmla="*/ 13114 h 16393"/>
                <a:gd name="connsiteX14" fmla="*/ 11476 w 18032"/>
                <a:gd name="connsiteY14" fmla="*/ 13114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032" h="16393">
                  <a:moveTo>
                    <a:pt x="14753" y="16393"/>
                  </a:moveTo>
                  <a:lnTo>
                    <a:pt x="16393" y="16393"/>
                  </a:lnTo>
                  <a:lnTo>
                    <a:pt x="18032" y="11475"/>
                  </a:lnTo>
                  <a:lnTo>
                    <a:pt x="18032" y="8197"/>
                  </a:lnTo>
                  <a:lnTo>
                    <a:pt x="14753" y="4918"/>
                  </a:lnTo>
                  <a:lnTo>
                    <a:pt x="11476" y="3278"/>
                  </a:lnTo>
                  <a:lnTo>
                    <a:pt x="8197" y="3278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1639" y="6557"/>
                  </a:lnTo>
                  <a:lnTo>
                    <a:pt x="3279" y="9836"/>
                  </a:lnTo>
                  <a:lnTo>
                    <a:pt x="0" y="13114"/>
                  </a:lnTo>
                  <a:lnTo>
                    <a:pt x="3279" y="13114"/>
                  </a:lnTo>
                  <a:lnTo>
                    <a:pt x="6557" y="13114"/>
                  </a:lnTo>
                  <a:lnTo>
                    <a:pt x="11476" y="1311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9" name="Freeform 3058">
              <a:extLst>
                <a:ext uri="{FF2B5EF4-FFF2-40B4-BE49-F238E27FC236}">
                  <a16:creationId xmlns:a16="http://schemas.microsoft.com/office/drawing/2014/main" id="{C60A0A73-65ED-6948-87CA-896C74D720E3}"/>
                </a:ext>
              </a:extLst>
            </p:cNvPr>
            <p:cNvSpPr/>
            <p:nvPr/>
          </p:nvSpPr>
          <p:spPr>
            <a:xfrm>
              <a:off x="11153353" y="4226371"/>
              <a:ext cx="16393" cy="14754"/>
            </a:xfrm>
            <a:custGeom>
              <a:avLst/>
              <a:gdLst>
                <a:gd name="connsiteX0" fmla="*/ 0 w 16393"/>
                <a:gd name="connsiteY0" fmla="*/ 6558 h 14754"/>
                <a:gd name="connsiteX1" fmla="*/ 3279 w 16393"/>
                <a:gd name="connsiteY1" fmla="*/ 9836 h 14754"/>
                <a:gd name="connsiteX2" fmla="*/ 4918 w 16393"/>
                <a:gd name="connsiteY2" fmla="*/ 13115 h 14754"/>
                <a:gd name="connsiteX3" fmla="*/ 9836 w 16393"/>
                <a:gd name="connsiteY3" fmla="*/ 14754 h 14754"/>
                <a:gd name="connsiteX4" fmla="*/ 13114 w 16393"/>
                <a:gd name="connsiteY4" fmla="*/ 14754 h 14754"/>
                <a:gd name="connsiteX5" fmla="*/ 16393 w 16393"/>
                <a:gd name="connsiteY5" fmla="*/ 11476 h 14754"/>
                <a:gd name="connsiteX6" fmla="*/ 16393 w 16393"/>
                <a:gd name="connsiteY6" fmla="*/ 8197 h 14754"/>
                <a:gd name="connsiteX7" fmla="*/ 14754 w 16393"/>
                <a:gd name="connsiteY7" fmla="*/ 4918 h 14754"/>
                <a:gd name="connsiteX8" fmla="*/ 11476 w 16393"/>
                <a:gd name="connsiteY8" fmla="*/ 3279 h 14754"/>
                <a:gd name="connsiteX9" fmla="*/ 6558 w 16393"/>
                <a:gd name="connsiteY9" fmla="*/ 0 h 14754"/>
                <a:gd name="connsiteX10" fmla="*/ 3279 w 16393"/>
                <a:gd name="connsiteY10" fmla="*/ 3279 h 14754"/>
                <a:gd name="connsiteX11" fmla="*/ 0 w 16393"/>
                <a:gd name="connsiteY11" fmla="*/ 4918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93" h="14754">
                  <a:moveTo>
                    <a:pt x="0" y="6558"/>
                  </a:moveTo>
                  <a:lnTo>
                    <a:pt x="3279" y="9836"/>
                  </a:lnTo>
                  <a:lnTo>
                    <a:pt x="4918" y="13115"/>
                  </a:lnTo>
                  <a:lnTo>
                    <a:pt x="9836" y="14754"/>
                  </a:lnTo>
                  <a:lnTo>
                    <a:pt x="13114" y="14754"/>
                  </a:lnTo>
                  <a:lnTo>
                    <a:pt x="16393" y="11476"/>
                  </a:lnTo>
                  <a:lnTo>
                    <a:pt x="16393" y="8197"/>
                  </a:lnTo>
                  <a:lnTo>
                    <a:pt x="14754" y="4918"/>
                  </a:lnTo>
                  <a:lnTo>
                    <a:pt x="11476" y="3279"/>
                  </a:lnTo>
                  <a:lnTo>
                    <a:pt x="6558" y="0"/>
                  </a:lnTo>
                  <a:lnTo>
                    <a:pt x="3279" y="3279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0" name="Freeform 3059">
              <a:extLst>
                <a:ext uri="{FF2B5EF4-FFF2-40B4-BE49-F238E27FC236}">
                  <a16:creationId xmlns:a16="http://schemas.microsoft.com/office/drawing/2014/main" id="{82FFAA63-194A-EC4C-81B3-B3DF1BE22104}"/>
                </a:ext>
              </a:extLst>
            </p:cNvPr>
            <p:cNvSpPr/>
            <p:nvPr/>
          </p:nvSpPr>
          <p:spPr>
            <a:xfrm>
              <a:off x="11156632" y="4587025"/>
              <a:ext cx="4917" cy="4918"/>
            </a:xfrm>
            <a:custGeom>
              <a:avLst/>
              <a:gdLst>
                <a:gd name="connsiteX0" fmla="*/ 3279 w 4917"/>
                <a:gd name="connsiteY0" fmla="*/ 4918 h 4918"/>
                <a:gd name="connsiteX1" fmla="*/ 4918 w 4917"/>
                <a:gd name="connsiteY1" fmla="*/ 4918 h 4918"/>
                <a:gd name="connsiteX2" fmla="*/ 4918 w 4917"/>
                <a:gd name="connsiteY2" fmla="*/ 0 h 4918"/>
                <a:gd name="connsiteX3" fmla="*/ 1639 w 4917"/>
                <a:gd name="connsiteY3" fmla="*/ 0 h 4918"/>
                <a:gd name="connsiteX4" fmla="*/ 0 w 4917"/>
                <a:gd name="connsiteY4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4918">
                  <a:moveTo>
                    <a:pt x="3279" y="4918"/>
                  </a:moveTo>
                  <a:lnTo>
                    <a:pt x="4918" y="4918"/>
                  </a:lnTo>
                  <a:lnTo>
                    <a:pt x="4918" y="0"/>
                  </a:lnTo>
                  <a:lnTo>
                    <a:pt x="1639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1" name="Freeform 3060">
              <a:extLst>
                <a:ext uri="{FF2B5EF4-FFF2-40B4-BE49-F238E27FC236}">
                  <a16:creationId xmlns:a16="http://schemas.microsoft.com/office/drawing/2014/main" id="{A715E16A-F46D-9242-A996-F841FDAADE07}"/>
                </a:ext>
              </a:extLst>
            </p:cNvPr>
            <p:cNvSpPr/>
            <p:nvPr/>
          </p:nvSpPr>
          <p:spPr>
            <a:xfrm>
              <a:off x="11159911" y="4552600"/>
              <a:ext cx="19671" cy="18032"/>
            </a:xfrm>
            <a:custGeom>
              <a:avLst/>
              <a:gdLst>
                <a:gd name="connsiteX0" fmla="*/ 4918 w 19671"/>
                <a:gd name="connsiteY0" fmla="*/ 11475 h 18032"/>
                <a:gd name="connsiteX1" fmla="*/ 4918 w 19671"/>
                <a:gd name="connsiteY1" fmla="*/ 11475 h 18032"/>
                <a:gd name="connsiteX2" fmla="*/ 8197 w 19671"/>
                <a:gd name="connsiteY2" fmla="*/ 11475 h 18032"/>
                <a:gd name="connsiteX3" fmla="*/ 6557 w 19671"/>
                <a:gd name="connsiteY3" fmla="*/ 13114 h 18032"/>
                <a:gd name="connsiteX4" fmla="*/ 8197 w 19671"/>
                <a:gd name="connsiteY4" fmla="*/ 16393 h 18032"/>
                <a:gd name="connsiteX5" fmla="*/ 11475 w 19671"/>
                <a:gd name="connsiteY5" fmla="*/ 16393 h 18032"/>
                <a:gd name="connsiteX6" fmla="*/ 16393 w 19671"/>
                <a:gd name="connsiteY6" fmla="*/ 18032 h 18032"/>
                <a:gd name="connsiteX7" fmla="*/ 18032 w 19671"/>
                <a:gd name="connsiteY7" fmla="*/ 14754 h 18032"/>
                <a:gd name="connsiteX8" fmla="*/ 19671 w 19671"/>
                <a:gd name="connsiteY8" fmla="*/ 11475 h 18032"/>
                <a:gd name="connsiteX9" fmla="*/ 18032 w 19671"/>
                <a:gd name="connsiteY9" fmla="*/ 8197 h 18032"/>
                <a:gd name="connsiteX10" fmla="*/ 13114 w 19671"/>
                <a:gd name="connsiteY10" fmla="*/ 11475 h 18032"/>
                <a:gd name="connsiteX11" fmla="*/ 13114 w 19671"/>
                <a:gd name="connsiteY11" fmla="*/ 13114 h 18032"/>
                <a:gd name="connsiteX12" fmla="*/ 9836 w 19671"/>
                <a:gd name="connsiteY12" fmla="*/ 11475 h 18032"/>
                <a:gd name="connsiteX13" fmla="*/ 9836 w 19671"/>
                <a:gd name="connsiteY13" fmla="*/ 9836 h 18032"/>
                <a:gd name="connsiteX14" fmla="*/ 6557 w 19671"/>
                <a:gd name="connsiteY14" fmla="*/ 6557 h 18032"/>
                <a:gd name="connsiteX15" fmla="*/ 3278 w 19671"/>
                <a:gd name="connsiteY15" fmla="*/ 1639 h 18032"/>
                <a:gd name="connsiteX16" fmla="*/ 0 w 19671"/>
                <a:gd name="connsiteY16" fmla="*/ 0 h 18032"/>
                <a:gd name="connsiteX17" fmla="*/ 1639 w 19671"/>
                <a:gd name="connsiteY17" fmla="*/ 3278 h 18032"/>
                <a:gd name="connsiteX18" fmla="*/ 3278 w 19671"/>
                <a:gd name="connsiteY18" fmla="*/ 6557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671" h="18032">
                  <a:moveTo>
                    <a:pt x="4918" y="11475"/>
                  </a:moveTo>
                  <a:lnTo>
                    <a:pt x="4918" y="11475"/>
                  </a:lnTo>
                  <a:lnTo>
                    <a:pt x="8197" y="11475"/>
                  </a:lnTo>
                  <a:lnTo>
                    <a:pt x="6557" y="13114"/>
                  </a:lnTo>
                  <a:lnTo>
                    <a:pt x="8197" y="16393"/>
                  </a:lnTo>
                  <a:lnTo>
                    <a:pt x="11475" y="16393"/>
                  </a:lnTo>
                  <a:lnTo>
                    <a:pt x="16393" y="18032"/>
                  </a:lnTo>
                  <a:lnTo>
                    <a:pt x="18032" y="14754"/>
                  </a:lnTo>
                  <a:lnTo>
                    <a:pt x="19671" y="11475"/>
                  </a:lnTo>
                  <a:lnTo>
                    <a:pt x="18032" y="8197"/>
                  </a:lnTo>
                  <a:lnTo>
                    <a:pt x="13114" y="11475"/>
                  </a:lnTo>
                  <a:lnTo>
                    <a:pt x="13114" y="13114"/>
                  </a:lnTo>
                  <a:lnTo>
                    <a:pt x="9836" y="11475"/>
                  </a:lnTo>
                  <a:lnTo>
                    <a:pt x="9836" y="9836"/>
                  </a:lnTo>
                  <a:lnTo>
                    <a:pt x="6557" y="6557"/>
                  </a:lnTo>
                  <a:lnTo>
                    <a:pt x="3278" y="1639"/>
                  </a:lnTo>
                  <a:lnTo>
                    <a:pt x="0" y="0"/>
                  </a:lnTo>
                  <a:lnTo>
                    <a:pt x="1639" y="3278"/>
                  </a:lnTo>
                  <a:lnTo>
                    <a:pt x="327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2" name="Freeform 3061">
              <a:extLst>
                <a:ext uri="{FF2B5EF4-FFF2-40B4-BE49-F238E27FC236}">
                  <a16:creationId xmlns:a16="http://schemas.microsoft.com/office/drawing/2014/main" id="{6CB5B195-F04F-B049-BD6B-C04DCC972683}"/>
                </a:ext>
              </a:extLst>
            </p:cNvPr>
            <p:cNvSpPr/>
            <p:nvPr/>
          </p:nvSpPr>
          <p:spPr>
            <a:xfrm>
              <a:off x="11161550" y="4590304"/>
              <a:ext cx="4917" cy="3278"/>
            </a:xfrm>
            <a:custGeom>
              <a:avLst/>
              <a:gdLst>
                <a:gd name="connsiteX0" fmla="*/ 0 w 4917"/>
                <a:gd name="connsiteY0" fmla="*/ 3279 h 3278"/>
                <a:gd name="connsiteX1" fmla="*/ 1639 w 4917"/>
                <a:gd name="connsiteY1" fmla="*/ 1639 h 3278"/>
                <a:gd name="connsiteX2" fmla="*/ 4918 w 4917"/>
                <a:gd name="connsiteY2" fmla="*/ 0 h 3278"/>
                <a:gd name="connsiteX3" fmla="*/ 1639 w 4917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3278">
                  <a:moveTo>
                    <a:pt x="0" y="3279"/>
                  </a:moveTo>
                  <a:lnTo>
                    <a:pt x="1639" y="1639"/>
                  </a:lnTo>
                  <a:lnTo>
                    <a:pt x="4918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3" name="Freeform 3062">
              <a:extLst>
                <a:ext uri="{FF2B5EF4-FFF2-40B4-BE49-F238E27FC236}">
                  <a16:creationId xmlns:a16="http://schemas.microsoft.com/office/drawing/2014/main" id="{59D37EB2-6D85-6B4E-8837-35F6564957CA}"/>
                </a:ext>
              </a:extLst>
            </p:cNvPr>
            <p:cNvSpPr/>
            <p:nvPr/>
          </p:nvSpPr>
          <p:spPr>
            <a:xfrm>
              <a:off x="11174665" y="4493584"/>
              <a:ext cx="4917" cy="18032"/>
            </a:xfrm>
            <a:custGeom>
              <a:avLst/>
              <a:gdLst>
                <a:gd name="connsiteX0" fmla="*/ 3279 w 4917"/>
                <a:gd name="connsiteY0" fmla="*/ 18033 h 18032"/>
                <a:gd name="connsiteX1" fmla="*/ 3279 w 4917"/>
                <a:gd name="connsiteY1" fmla="*/ 14754 h 18032"/>
                <a:gd name="connsiteX2" fmla="*/ 3279 w 4917"/>
                <a:gd name="connsiteY2" fmla="*/ 11475 h 18032"/>
                <a:gd name="connsiteX3" fmla="*/ 4918 w 4917"/>
                <a:gd name="connsiteY3" fmla="*/ 8197 h 18032"/>
                <a:gd name="connsiteX4" fmla="*/ 3279 w 4917"/>
                <a:gd name="connsiteY4" fmla="*/ 4918 h 18032"/>
                <a:gd name="connsiteX5" fmla="*/ 4918 w 4917"/>
                <a:gd name="connsiteY5" fmla="*/ 0 h 18032"/>
                <a:gd name="connsiteX6" fmla="*/ 1640 w 4917"/>
                <a:gd name="connsiteY6" fmla="*/ 1639 h 18032"/>
                <a:gd name="connsiteX7" fmla="*/ 0 w 4917"/>
                <a:gd name="connsiteY7" fmla="*/ 4918 h 18032"/>
                <a:gd name="connsiteX8" fmla="*/ 3279 w 4917"/>
                <a:gd name="connsiteY8" fmla="*/ 6557 h 18032"/>
                <a:gd name="connsiteX9" fmla="*/ 3279 w 4917"/>
                <a:gd name="connsiteY9" fmla="*/ 11475 h 18032"/>
                <a:gd name="connsiteX10" fmla="*/ 0 w 4917"/>
                <a:gd name="connsiteY10" fmla="*/ 14754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17" h="18032">
                  <a:moveTo>
                    <a:pt x="3279" y="18033"/>
                  </a:moveTo>
                  <a:lnTo>
                    <a:pt x="3279" y="14754"/>
                  </a:lnTo>
                  <a:lnTo>
                    <a:pt x="3279" y="11475"/>
                  </a:lnTo>
                  <a:lnTo>
                    <a:pt x="4918" y="8197"/>
                  </a:lnTo>
                  <a:lnTo>
                    <a:pt x="3279" y="4918"/>
                  </a:lnTo>
                  <a:lnTo>
                    <a:pt x="4918" y="0"/>
                  </a:lnTo>
                  <a:lnTo>
                    <a:pt x="1640" y="1639"/>
                  </a:lnTo>
                  <a:lnTo>
                    <a:pt x="0" y="4918"/>
                  </a:lnTo>
                  <a:lnTo>
                    <a:pt x="3279" y="6557"/>
                  </a:lnTo>
                  <a:lnTo>
                    <a:pt x="3279" y="11475"/>
                  </a:lnTo>
                  <a:lnTo>
                    <a:pt x="0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4" name="Freeform 3063">
              <a:extLst>
                <a:ext uri="{FF2B5EF4-FFF2-40B4-BE49-F238E27FC236}">
                  <a16:creationId xmlns:a16="http://schemas.microsoft.com/office/drawing/2014/main" id="{B9D83037-C460-E749-8D99-2BF6EE984EDD}"/>
                </a:ext>
              </a:extLst>
            </p:cNvPr>
            <p:cNvSpPr/>
            <p:nvPr/>
          </p:nvSpPr>
          <p:spPr>
            <a:xfrm>
              <a:off x="11181222" y="4250961"/>
              <a:ext cx="8196" cy="3278"/>
            </a:xfrm>
            <a:custGeom>
              <a:avLst/>
              <a:gdLst>
                <a:gd name="connsiteX0" fmla="*/ 0 w 8196"/>
                <a:gd name="connsiteY0" fmla="*/ 3279 h 3278"/>
                <a:gd name="connsiteX1" fmla="*/ 4918 w 8196"/>
                <a:gd name="connsiteY1" fmla="*/ 1639 h 3278"/>
                <a:gd name="connsiteX2" fmla="*/ 8197 w 8196"/>
                <a:gd name="connsiteY2" fmla="*/ 1639 h 3278"/>
                <a:gd name="connsiteX3" fmla="*/ 4918 w 8196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0" y="3279"/>
                  </a:moveTo>
                  <a:lnTo>
                    <a:pt x="4918" y="1639"/>
                  </a:lnTo>
                  <a:lnTo>
                    <a:pt x="8197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5" name="Freeform 3064">
              <a:extLst>
                <a:ext uri="{FF2B5EF4-FFF2-40B4-BE49-F238E27FC236}">
                  <a16:creationId xmlns:a16="http://schemas.microsoft.com/office/drawing/2014/main" id="{F3267B84-B3AF-0D4E-8BC1-8FD5843C6B2F}"/>
                </a:ext>
              </a:extLst>
            </p:cNvPr>
            <p:cNvSpPr/>
            <p:nvPr/>
          </p:nvSpPr>
          <p:spPr>
            <a:xfrm>
              <a:off x="11182861" y="4237847"/>
              <a:ext cx="86884" cy="98360"/>
            </a:xfrm>
            <a:custGeom>
              <a:avLst/>
              <a:gdLst>
                <a:gd name="connsiteX0" fmla="*/ 70491 w 86884"/>
                <a:gd name="connsiteY0" fmla="*/ 54098 h 98360"/>
                <a:gd name="connsiteX1" fmla="*/ 67213 w 86884"/>
                <a:gd name="connsiteY1" fmla="*/ 52459 h 98360"/>
                <a:gd name="connsiteX2" fmla="*/ 65573 w 86884"/>
                <a:gd name="connsiteY2" fmla="*/ 49180 h 98360"/>
                <a:gd name="connsiteX3" fmla="*/ 63935 w 86884"/>
                <a:gd name="connsiteY3" fmla="*/ 45901 h 98360"/>
                <a:gd name="connsiteX4" fmla="*/ 60656 w 86884"/>
                <a:gd name="connsiteY4" fmla="*/ 44262 h 98360"/>
                <a:gd name="connsiteX5" fmla="*/ 59017 w 86884"/>
                <a:gd name="connsiteY5" fmla="*/ 40983 h 98360"/>
                <a:gd name="connsiteX6" fmla="*/ 54098 w 86884"/>
                <a:gd name="connsiteY6" fmla="*/ 37705 h 98360"/>
                <a:gd name="connsiteX7" fmla="*/ 50820 w 86884"/>
                <a:gd name="connsiteY7" fmla="*/ 34426 h 98360"/>
                <a:gd name="connsiteX8" fmla="*/ 49180 w 86884"/>
                <a:gd name="connsiteY8" fmla="*/ 31147 h 98360"/>
                <a:gd name="connsiteX9" fmla="*/ 45901 w 86884"/>
                <a:gd name="connsiteY9" fmla="*/ 27869 h 98360"/>
                <a:gd name="connsiteX10" fmla="*/ 40983 w 86884"/>
                <a:gd name="connsiteY10" fmla="*/ 26229 h 98360"/>
                <a:gd name="connsiteX11" fmla="*/ 37705 w 86884"/>
                <a:gd name="connsiteY11" fmla="*/ 24590 h 98360"/>
                <a:gd name="connsiteX12" fmla="*/ 34427 w 86884"/>
                <a:gd name="connsiteY12" fmla="*/ 21311 h 98360"/>
                <a:gd name="connsiteX13" fmla="*/ 31148 w 86884"/>
                <a:gd name="connsiteY13" fmla="*/ 18033 h 98360"/>
                <a:gd name="connsiteX14" fmla="*/ 27869 w 86884"/>
                <a:gd name="connsiteY14" fmla="*/ 16393 h 98360"/>
                <a:gd name="connsiteX15" fmla="*/ 22951 w 86884"/>
                <a:gd name="connsiteY15" fmla="*/ 13114 h 98360"/>
                <a:gd name="connsiteX16" fmla="*/ 19672 w 86884"/>
                <a:gd name="connsiteY16" fmla="*/ 11476 h 98360"/>
                <a:gd name="connsiteX17" fmla="*/ 16393 w 86884"/>
                <a:gd name="connsiteY17" fmla="*/ 11476 h 98360"/>
                <a:gd name="connsiteX18" fmla="*/ 14754 w 86884"/>
                <a:gd name="connsiteY18" fmla="*/ 8197 h 98360"/>
                <a:gd name="connsiteX19" fmla="*/ 11476 w 86884"/>
                <a:gd name="connsiteY19" fmla="*/ 6557 h 98360"/>
                <a:gd name="connsiteX20" fmla="*/ 6558 w 86884"/>
                <a:gd name="connsiteY20" fmla="*/ 3279 h 98360"/>
                <a:gd name="connsiteX21" fmla="*/ 3279 w 86884"/>
                <a:gd name="connsiteY21" fmla="*/ 0 h 98360"/>
                <a:gd name="connsiteX22" fmla="*/ 4918 w 86884"/>
                <a:gd name="connsiteY22" fmla="*/ 3279 h 98360"/>
                <a:gd name="connsiteX23" fmla="*/ 0 w 86884"/>
                <a:gd name="connsiteY23" fmla="*/ 4918 h 98360"/>
                <a:gd name="connsiteX24" fmla="*/ 4918 w 86884"/>
                <a:gd name="connsiteY24" fmla="*/ 6557 h 98360"/>
                <a:gd name="connsiteX25" fmla="*/ 8197 w 86884"/>
                <a:gd name="connsiteY25" fmla="*/ 6557 h 98360"/>
                <a:gd name="connsiteX26" fmla="*/ 11476 w 86884"/>
                <a:gd name="connsiteY26" fmla="*/ 9836 h 98360"/>
                <a:gd name="connsiteX27" fmla="*/ 14754 w 86884"/>
                <a:gd name="connsiteY27" fmla="*/ 13114 h 98360"/>
                <a:gd name="connsiteX28" fmla="*/ 19672 w 86884"/>
                <a:gd name="connsiteY28" fmla="*/ 16393 h 98360"/>
                <a:gd name="connsiteX29" fmla="*/ 22951 w 86884"/>
                <a:gd name="connsiteY29" fmla="*/ 18033 h 98360"/>
                <a:gd name="connsiteX30" fmla="*/ 26230 w 86884"/>
                <a:gd name="connsiteY30" fmla="*/ 22951 h 98360"/>
                <a:gd name="connsiteX31" fmla="*/ 29508 w 86884"/>
                <a:gd name="connsiteY31" fmla="*/ 24590 h 98360"/>
                <a:gd name="connsiteX32" fmla="*/ 32787 w 86884"/>
                <a:gd name="connsiteY32" fmla="*/ 27869 h 98360"/>
                <a:gd name="connsiteX33" fmla="*/ 36066 w 86884"/>
                <a:gd name="connsiteY33" fmla="*/ 31147 h 98360"/>
                <a:gd name="connsiteX34" fmla="*/ 40983 w 86884"/>
                <a:gd name="connsiteY34" fmla="*/ 34426 h 98360"/>
                <a:gd name="connsiteX35" fmla="*/ 44262 w 86884"/>
                <a:gd name="connsiteY35" fmla="*/ 37705 h 98360"/>
                <a:gd name="connsiteX36" fmla="*/ 47541 w 86884"/>
                <a:gd name="connsiteY36" fmla="*/ 37705 h 98360"/>
                <a:gd name="connsiteX37" fmla="*/ 52459 w 86884"/>
                <a:gd name="connsiteY37" fmla="*/ 39344 h 98360"/>
                <a:gd name="connsiteX38" fmla="*/ 55738 w 86884"/>
                <a:gd name="connsiteY38" fmla="*/ 42623 h 98360"/>
                <a:gd name="connsiteX39" fmla="*/ 59017 w 86884"/>
                <a:gd name="connsiteY39" fmla="*/ 45901 h 98360"/>
                <a:gd name="connsiteX40" fmla="*/ 59017 w 86884"/>
                <a:gd name="connsiteY40" fmla="*/ 49180 h 98360"/>
                <a:gd name="connsiteX41" fmla="*/ 62295 w 86884"/>
                <a:gd name="connsiteY41" fmla="*/ 52459 h 98360"/>
                <a:gd name="connsiteX42" fmla="*/ 65573 w 86884"/>
                <a:gd name="connsiteY42" fmla="*/ 57377 h 98360"/>
                <a:gd name="connsiteX43" fmla="*/ 67213 w 86884"/>
                <a:gd name="connsiteY43" fmla="*/ 60656 h 98360"/>
                <a:gd name="connsiteX44" fmla="*/ 68852 w 86884"/>
                <a:gd name="connsiteY44" fmla="*/ 63934 h 98360"/>
                <a:gd name="connsiteX45" fmla="*/ 70491 w 86884"/>
                <a:gd name="connsiteY45" fmla="*/ 68852 h 98360"/>
                <a:gd name="connsiteX46" fmla="*/ 70491 w 86884"/>
                <a:gd name="connsiteY46" fmla="*/ 72131 h 98360"/>
                <a:gd name="connsiteX47" fmla="*/ 70491 w 86884"/>
                <a:gd name="connsiteY47" fmla="*/ 75410 h 98360"/>
                <a:gd name="connsiteX48" fmla="*/ 68852 w 86884"/>
                <a:gd name="connsiteY48" fmla="*/ 80327 h 98360"/>
                <a:gd name="connsiteX49" fmla="*/ 68852 w 86884"/>
                <a:gd name="connsiteY49" fmla="*/ 83606 h 98360"/>
                <a:gd name="connsiteX50" fmla="*/ 70491 w 86884"/>
                <a:gd name="connsiteY50" fmla="*/ 86885 h 98360"/>
                <a:gd name="connsiteX51" fmla="*/ 70491 w 86884"/>
                <a:gd name="connsiteY51" fmla="*/ 90164 h 98360"/>
                <a:gd name="connsiteX52" fmla="*/ 73770 w 86884"/>
                <a:gd name="connsiteY52" fmla="*/ 95081 h 98360"/>
                <a:gd name="connsiteX53" fmla="*/ 75410 w 86884"/>
                <a:gd name="connsiteY53" fmla="*/ 98360 h 98360"/>
                <a:gd name="connsiteX54" fmla="*/ 80328 w 86884"/>
                <a:gd name="connsiteY54" fmla="*/ 95081 h 98360"/>
                <a:gd name="connsiteX55" fmla="*/ 81967 w 86884"/>
                <a:gd name="connsiteY55" fmla="*/ 90164 h 98360"/>
                <a:gd name="connsiteX56" fmla="*/ 81967 w 86884"/>
                <a:gd name="connsiteY56" fmla="*/ 88524 h 98360"/>
                <a:gd name="connsiteX57" fmla="*/ 83607 w 86884"/>
                <a:gd name="connsiteY57" fmla="*/ 85246 h 98360"/>
                <a:gd name="connsiteX58" fmla="*/ 83607 w 86884"/>
                <a:gd name="connsiteY58" fmla="*/ 81967 h 98360"/>
                <a:gd name="connsiteX59" fmla="*/ 86885 w 86884"/>
                <a:gd name="connsiteY59" fmla="*/ 77049 h 98360"/>
                <a:gd name="connsiteX60" fmla="*/ 86885 w 86884"/>
                <a:gd name="connsiteY60" fmla="*/ 73770 h 98360"/>
                <a:gd name="connsiteX61" fmla="*/ 85246 w 86884"/>
                <a:gd name="connsiteY61" fmla="*/ 70491 h 98360"/>
                <a:gd name="connsiteX62" fmla="*/ 83607 w 86884"/>
                <a:gd name="connsiteY62" fmla="*/ 67213 h 98360"/>
                <a:gd name="connsiteX63" fmla="*/ 80328 w 86884"/>
                <a:gd name="connsiteY63" fmla="*/ 62295 h 98360"/>
                <a:gd name="connsiteX64" fmla="*/ 77049 w 86884"/>
                <a:gd name="connsiteY64" fmla="*/ 59016 h 98360"/>
                <a:gd name="connsiteX65" fmla="*/ 77049 w 86884"/>
                <a:gd name="connsiteY65" fmla="*/ 55737 h 98360"/>
                <a:gd name="connsiteX66" fmla="*/ 72131 w 86884"/>
                <a:gd name="connsiteY66" fmla="*/ 55737 h 98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86884" h="98360">
                  <a:moveTo>
                    <a:pt x="70491" y="54098"/>
                  </a:moveTo>
                  <a:lnTo>
                    <a:pt x="67213" y="52459"/>
                  </a:lnTo>
                  <a:lnTo>
                    <a:pt x="65573" y="49180"/>
                  </a:lnTo>
                  <a:lnTo>
                    <a:pt x="63935" y="45901"/>
                  </a:lnTo>
                  <a:lnTo>
                    <a:pt x="60656" y="44262"/>
                  </a:lnTo>
                  <a:lnTo>
                    <a:pt x="59017" y="40983"/>
                  </a:lnTo>
                  <a:lnTo>
                    <a:pt x="54098" y="37705"/>
                  </a:lnTo>
                  <a:lnTo>
                    <a:pt x="50820" y="34426"/>
                  </a:lnTo>
                  <a:lnTo>
                    <a:pt x="49180" y="31147"/>
                  </a:lnTo>
                  <a:lnTo>
                    <a:pt x="45901" y="27869"/>
                  </a:lnTo>
                  <a:lnTo>
                    <a:pt x="40983" y="26229"/>
                  </a:lnTo>
                  <a:lnTo>
                    <a:pt x="37705" y="24590"/>
                  </a:lnTo>
                  <a:lnTo>
                    <a:pt x="34427" y="21311"/>
                  </a:lnTo>
                  <a:lnTo>
                    <a:pt x="31148" y="18033"/>
                  </a:lnTo>
                  <a:lnTo>
                    <a:pt x="27869" y="16393"/>
                  </a:lnTo>
                  <a:lnTo>
                    <a:pt x="22951" y="13114"/>
                  </a:lnTo>
                  <a:lnTo>
                    <a:pt x="19672" y="11476"/>
                  </a:lnTo>
                  <a:lnTo>
                    <a:pt x="16393" y="11476"/>
                  </a:lnTo>
                  <a:lnTo>
                    <a:pt x="14754" y="8197"/>
                  </a:lnTo>
                  <a:lnTo>
                    <a:pt x="11476" y="6557"/>
                  </a:lnTo>
                  <a:lnTo>
                    <a:pt x="6558" y="3279"/>
                  </a:lnTo>
                  <a:lnTo>
                    <a:pt x="3279" y="0"/>
                  </a:lnTo>
                  <a:lnTo>
                    <a:pt x="4918" y="3279"/>
                  </a:lnTo>
                  <a:lnTo>
                    <a:pt x="0" y="4918"/>
                  </a:lnTo>
                  <a:lnTo>
                    <a:pt x="4918" y="6557"/>
                  </a:lnTo>
                  <a:lnTo>
                    <a:pt x="8197" y="6557"/>
                  </a:lnTo>
                  <a:lnTo>
                    <a:pt x="11476" y="9836"/>
                  </a:lnTo>
                  <a:lnTo>
                    <a:pt x="14754" y="13114"/>
                  </a:lnTo>
                  <a:lnTo>
                    <a:pt x="19672" y="16393"/>
                  </a:lnTo>
                  <a:lnTo>
                    <a:pt x="22951" y="18033"/>
                  </a:lnTo>
                  <a:lnTo>
                    <a:pt x="26230" y="22951"/>
                  </a:lnTo>
                  <a:lnTo>
                    <a:pt x="29508" y="24590"/>
                  </a:lnTo>
                  <a:lnTo>
                    <a:pt x="32787" y="27869"/>
                  </a:lnTo>
                  <a:lnTo>
                    <a:pt x="36066" y="31147"/>
                  </a:lnTo>
                  <a:lnTo>
                    <a:pt x="40983" y="34426"/>
                  </a:lnTo>
                  <a:lnTo>
                    <a:pt x="44262" y="37705"/>
                  </a:lnTo>
                  <a:lnTo>
                    <a:pt x="47541" y="37705"/>
                  </a:lnTo>
                  <a:lnTo>
                    <a:pt x="52459" y="39344"/>
                  </a:lnTo>
                  <a:lnTo>
                    <a:pt x="55738" y="42623"/>
                  </a:lnTo>
                  <a:lnTo>
                    <a:pt x="59017" y="45901"/>
                  </a:lnTo>
                  <a:lnTo>
                    <a:pt x="59017" y="49180"/>
                  </a:lnTo>
                  <a:lnTo>
                    <a:pt x="62295" y="52459"/>
                  </a:lnTo>
                  <a:lnTo>
                    <a:pt x="65573" y="57377"/>
                  </a:lnTo>
                  <a:lnTo>
                    <a:pt x="67213" y="60656"/>
                  </a:lnTo>
                  <a:lnTo>
                    <a:pt x="68852" y="63934"/>
                  </a:lnTo>
                  <a:lnTo>
                    <a:pt x="70491" y="68852"/>
                  </a:lnTo>
                  <a:lnTo>
                    <a:pt x="70491" y="72131"/>
                  </a:lnTo>
                  <a:lnTo>
                    <a:pt x="70491" y="75410"/>
                  </a:lnTo>
                  <a:lnTo>
                    <a:pt x="68852" y="80327"/>
                  </a:lnTo>
                  <a:lnTo>
                    <a:pt x="68852" y="83606"/>
                  </a:lnTo>
                  <a:lnTo>
                    <a:pt x="70491" y="86885"/>
                  </a:lnTo>
                  <a:lnTo>
                    <a:pt x="70491" y="90164"/>
                  </a:lnTo>
                  <a:lnTo>
                    <a:pt x="73770" y="95081"/>
                  </a:lnTo>
                  <a:lnTo>
                    <a:pt x="75410" y="98360"/>
                  </a:lnTo>
                  <a:lnTo>
                    <a:pt x="80328" y="95081"/>
                  </a:lnTo>
                  <a:lnTo>
                    <a:pt x="81967" y="90164"/>
                  </a:lnTo>
                  <a:lnTo>
                    <a:pt x="81967" y="88524"/>
                  </a:lnTo>
                  <a:lnTo>
                    <a:pt x="83607" y="85246"/>
                  </a:lnTo>
                  <a:lnTo>
                    <a:pt x="83607" y="81967"/>
                  </a:lnTo>
                  <a:lnTo>
                    <a:pt x="86885" y="77049"/>
                  </a:lnTo>
                  <a:lnTo>
                    <a:pt x="86885" y="73770"/>
                  </a:lnTo>
                  <a:lnTo>
                    <a:pt x="85246" y="70491"/>
                  </a:lnTo>
                  <a:lnTo>
                    <a:pt x="83607" y="67213"/>
                  </a:lnTo>
                  <a:lnTo>
                    <a:pt x="80328" y="62295"/>
                  </a:lnTo>
                  <a:lnTo>
                    <a:pt x="77049" y="59016"/>
                  </a:lnTo>
                  <a:lnTo>
                    <a:pt x="77049" y="55737"/>
                  </a:lnTo>
                  <a:lnTo>
                    <a:pt x="72131" y="5573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6" name="Freeform 3065">
              <a:extLst>
                <a:ext uri="{FF2B5EF4-FFF2-40B4-BE49-F238E27FC236}">
                  <a16:creationId xmlns:a16="http://schemas.microsoft.com/office/drawing/2014/main" id="{159A5A30-1908-4146-9BB8-63D8FBD45038}"/>
                </a:ext>
              </a:extLst>
            </p:cNvPr>
            <p:cNvSpPr/>
            <p:nvPr/>
          </p:nvSpPr>
          <p:spPr>
            <a:xfrm>
              <a:off x="11223845" y="4591944"/>
              <a:ext cx="11475" cy="3278"/>
            </a:xfrm>
            <a:custGeom>
              <a:avLst/>
              <a:gdLst>
                <a:gd name="connsiteX0" fmla="*/ 8197 w 11475"/>
                <a:gd name="connsiteY0" fmla="*/ 3278 h 3278"/>
                <a:gd name="connsiteX1" fmla="*/ 11476 w 11475"/>
                <a:gd name="connsiteY1" fmla="*/ 0 h 3278"/>
                <a:gd name="connsiteX2" fmla="*/ 8197 w 11475"/>
                <a:gd name="connsiteY2" fmla="*/ 0 h 3278"/>
                <a:gd name="connsiteX3" fmla="*/ 4918 w 11475"/>
                <a:gd name="connsiteY3" fmla="*/ 0 h 3278"/>
                <a:gd name="connsiteX4" fmla="*/ 0 w 11475"/>
                <a:gd name="connsiteY4" fmla="*/ 0 h 3278"/>
                <a:gd name="connsiteX5" fmla="*/ 4918 w 11475"/>
                <a:gd name="connsiteY5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3278">
                  <a:moveTo>
                    <a:pt x="8197" y="3278"/>
                  </a:moveTo>
                  <a:lnTo>
                    <a:pt x="11476" y="0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7" name="Freeform 3066">
              <a:extLst>
                <a:ext uri="{FF2B5EF4-FFF2-40B4-BE49-F238E27FC236}">
                  <a16:creationId xmlns:a16="http://schemas.microsoft.com/office/drawing/2014/main" id="{BF482EB8-72DD-3C40-9AFD-AF08D092CDCC}"/>
                </a:ext>
              </a:extLst>
            </p:cNvPr>
            <p:cNvSpPr/>
            <p:nvPr/>
          </p:nvSpPr>
          <p:spPr>
            <a:xfrm>
              <a:off x="11227123" y="4244404"/>
              <a:ext cx="1638" cy="3278"/>
            </a:xfrm>
            <a:custGeom>
              <a:avLst/>
              <a:gdLst>
                <a:gd name="connsiteX0" fmla="*/ 0 w 1638"/>
                <a:gd name="connsiteY0" fmla="*/ 3279 h 3278"/>
                <a:gd name="connsiteX1" fmla="*/ 1639 w 1638"/>
                <a:gd name="connsiteY1" fmla="*/ 3279 h 3278"/>
                <a:gd name="connsiteX2" fmla="*/ 0 w 163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0" y="3279"/>
                  </a:moveTo>
                  <a:lnTo>
                    <a:pt x="1639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8" name="Freeform 3067">
              <a:extLst>
                <a:ext uri="{FF2B5EF4-FFF2-40B4-BE49-F238E27FC236}">
                  <a16:creationId xmlns:a16="http://schemas.microsoft.com/office/drawing/2014/main" id="{D4B65513-5F43-7D4A-9065-703370260D0F}"/>
                </a:ext>
              </a:extLst>
            </p:cNvPr>
            <p:cNvSpPr/>
            <p:nvPr/>
          </p:nvSpPr>
          <p:spPr>
            <a:xfrm>
              <a:off x="11228762" y="4250961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3279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9" name="Freeform 3068">
              <a:extLst>
                <a:ext uri="{FF2B5EF4-FFF2-40B4-BE49-F238E27FC236}">
                  <a16:creationId xmlns:a16="http://schemas.microsoft.com/office/drawing/2014/main" id="{A6D56160-1C49-EA4D-A5CC-05D0F8706ACE}"/>
                </a:ext>
              </a:extLst>
            </p:cNvPr>
            <p:cNvSpPr/>
            <p:nvPr/>
          </p:nvSpPr>
          <p:spPr>
            <a:xfrm>
              <a:off x="11233681" y="4518174"/>
              <a:ext cx="14753" cy="11475"/>
            </a:xfrm>
            <a:custGeom>
              <a:avLst/>
              <a:gdLst>
                <a:gd name="connsiteX0" fmla="*/ 8197 w 14753"/>
                <a:gd name="connsiteY0" fmla="*/ 11475 h 11475"/>
                <a:gd name="connsiteX1" fmla="*/ 9836 w 14753"/>
                <a:gd name="connsiteY1" fmla="*/ 11475 h 11475"/>
                <a:gd name="connsiteX2" fmla="*/ 13114 w 14753"/>
                <a:gd name="connsiteY2" fmla="*/ 9836 h 11475"/>
                <a:gd name="connsiteX3" fmla="*/ 14753 w 14753"/>
                <a:gd name="connsiteY3" fmla="*/ 4918 h 11475"/>
                <a:gd name="connsiteX4" fmla="*/ 11475 w 14753"/>
                <a:gd name="connsiteY4" fmla="*/ 3278 h 11475"/>
                <a:gd name="connsiteX5" fmla="*/ 6557 w 14753"/>
                <a:gd name="connsiteY5" fmla="*/ 0 h 11475"/>
                <a:gd name="connsiteX6" fmla="*/ 3278 w 14753"/>
                <a:gd name="connsiteY6" fmla="*/ 0 h 11475"/>
                <a:gd name="connsiteX7" fmla="*/ 0 w 14753"/>
                <a:gd name="connsiteY7" fmla="*/ 1639 h 11475"/>
                <a:gd name="connsiteX8" fmla="*/ 3278 w 14753"/>
                <a:gd name="connsiteY8" fmla="*/ 4918 h 11475"/>
                <a:gd name="connsiteX9" fmla="*/ 4918 w 14753"/>
                <a:gd name="connsiteY9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53" h="11475">
                  <a:moveTo>
                    <a:pt x="8197" y="11475"/>
                  </a:moveTo>
                  <a:lnTo>
                    <a:pt x="9836" y="11475"/>
                  </a:lnTo>
                  <a:lnTo>
                    <a:pt x="13114" y="9836"/>
                  </a:lnTo>
                  <a:lnTo>
                    <a:pt x="14753" y="4918"/>
                  </a:lnTo>
                  <a:lnTo>
                    <a:pt x="11475" y="3278"/>
                  </a:lnTo>
                  <a:lnTo>
                    <a:pt x="6557" y="0"/>
                  </a:lnTo>
                  <a:lnTo>
                    <a:pt x="3278" y="0"/>
                  </a:lnTo>
                  <a:lnTo>
                    <a:pt x="0" y="1639"/>
                  </a:lnTo>
                  <a:lnTo>
                    <a:pt x="3278" y="4918"/>
                  </a:lnTo>
                  <a:lnTo>
                    <a:pt x="4918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0" name="Freeform 3069">
              <a:extLst>
                <a:ext uri="{FF2B5EF4-FFF2-40B4-BE49-F238E27FC236}">
                  <a16:creationId xmlns:a16="http://schemas.microsoft.com/office/drawing/2014/main" id="{DC69F1D8-60AA-4248-938A-6DE5D6D4412D}"/>
                </a:ext>
              </a:extLst>
            </p:cNvPr>
            <p:cNvSpPr/>
            <p:nvPr/>
          </p:nvSpPr>
          <p:spPr>
            <a:xfrm>
              <a:off x="11243517" y="4616534"/>
              <a:ext cx="3278" cy="3278"/>
            </a:xfrm>
            <a:custGeom>
              <a:avLst/>
              <a:gdLst>
                <a:gd name="connsiteX0" fmla="*/ 3279 w 3278"/>
                <a:gd name="connsiteY0" fmla="*/ 3278 h 3278"/>
                <a:gd name="connsiteX1" fmla="*/ 3279 w 3278"/>
                <a:gd name="connsiteY1" fmla="*/ 1639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8"/>
                  </a:move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1" name="Freeform 3070">
              <a:extLst>
                <a:ext uri="{FF2B5EF4-FFF2-40B4-BE49-F238E27FC236}">
                  <a16:creationId xmlns:a16="http://schemas.microsoft.com/office/drawing/2014/main" id="{C843AC4A-209F-4642-A6B2-5C3506FEA2C4}"/>
                </a:ext>
              </a:extLst>
            </p:cNvPr>
            <p:cNvSpPr/>
            <p:nvPr/>
          </p:nvSpPr>
          <p:spPr>
            <a:xfrm>
              <a:off x="11246796" y="4624730"/>
              <a:ext cx="18032" cy="11475"/>
            </a:xfrm>
            <a:custGeom>
              <a:avLst/>
              <a:gdLst>
                <a:gd name="connsiteX0" fmla="*/ 11476 w 18032"/>
                <a:gd name="connsiteY0" fmla="*/ 11475 h 11475"/>
                <a:gd name="connsiteX1" fmla="*/ 14753 w 18032"/>
                <a:gd name="connsiteY1" fmla="*/ 9836 h 11475"/>
                <a:gd name="connsiteX2" fmla="*/ 18032 w 18032"/>
                <a:gd name="connsiteY2" fmla="*/ 8197 h 11475"/>
                <a:gd name="connsiteX3" fmla="*/ 14753 w 18032"/>
                <a:gd name="connsiteY3" fmla="*/ 4918 h 11475"/>
                <a:gd name="connsiteX4" fmla="*/ 11476 w 18032"/>
                <a:gd name="connsiteY4" fmla="*/ 4918 h 11475"/>
                <a:gd name="connsiteX5" fmla="*/ 8197 w 18032"/>
                <a:gd name="connsiteY5" fmla="*/ 1639 h 11475"/>
                <a:gd name="connsiteX6" fmla="*/ 3279 w 18032"/>
                <a:gd name="connsiteY6" fmla="*/ 0 h 11475"/>
                <a:gd name="connsiteX7" fmla="*/ 0 w 18032"/>
                <a:gd name="connsiteY7" fmla="*/ 0 h 11475"/>
                <a:gd name="connsiteX8" fmla="*/ 3279 w 18032"/>
                <a:gd name="connsiteY8" fmla="*/ 4918 h 11475"/>
                <a:gd name="connsiteX9" fmla="*/ 4918 w 18032"/>
                <a:gd name="connsiteY9" fmla="*/ 8197 h 11475"/>
                <a:gd name="connsiteX10" fmla="*/ 8197 w 18032"/>
                <a:gd name="connsiteY10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032" h="11475">
                  <a:moveTo>
                    <a:pt x="11476" y="11475"/>
                  </a:moveTo>
                  <a:lnTo>
                    <a:pt x="14753" y="9836"/>
                  </a:lnTo>
                  <a:lnTo>
                    <a:pt x="18032" y="8197"/>
                  </a:lnTo>
                  <a:lnTo>
                    <a:pt x="14753" y="4918"/>
                  </a:lnTo>
                  <a:lnTo>
                    <a:pt x="11476" y="4918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4918"/>
                  </a:lnTo>
                  <a:lnTo>
                    <a:pt x="4918" y="8197"/>
                  </a:lnTo>
                  <a:lnTo>
                    <a:pt x="8197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2" name="Freeform 3071">
              <a:extLst>
                <a:ext uri="{FF2B5EF4-FFF2-40B4-BE49-F238E27FC236}">
                  <a16:creationId xmlns:a16="http://schemas.microsoft.com/office/drawing/2014/main" id="{844422CF-332C-6648-8005-695EC5A03E40}"/>
                </a:ext>
              </a:extLst>
            </p:cNvPr>
            <p:cNvSpPr/>
            <p:nvPr/>
          </p:nvSpPr>
          <p:spPr>
            <a:xfrm>
              <a:off x="11250075" y="4257519"/>
              <a:ext cx="4917" cy="8196"/>
            </a:xfrm>
            <a:custGeom>
              <a:avLst/>
              <a:gdLst>
                <a:gd name="connsiteX0" fmla="*/ 3278 w 4917"/>
                <a:gd name="connsiteY0" fmla="*/ 8197 h 8196"/>
                <a:gd name="connsiteX1" fmla="*/ 4918 w 4917"/>
                <a:gd name="connsiteY1" fmla="*/ 3278 h 8196"/>
                <a:gd name="connsiteX2" fmla="*/ 1639 w 4917"/>
                <a:gd name="connsiteY2" fmla="*/ 0 h 8196"/>
                <a:gd name="connsiteX3" fmla="*/ 0 w 4917"/>
                <a:gd name="connsiteY3" fmla="*/ 327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8196">
                  <a:moveTo>
                    <a:pt x="3278" y="8197"/>
                  </a:moveTo>
                  <a:lnTo>
                    <a:pt x="4918" y="3278"/>
                  </a:lnTo>
                  <a:lnTo>
                    <a:pt x="1639" y="0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3" name="Freeform 3072">
              <a:extLst>
                <a:ext uri="{FF2B5EF4-FFF2-40B4-BE49-F238E27FC236}">
                  <a16:creationId xmlns:a16="http://schemas.microsoft.com/office/drawing/2014/main" id="{2DD29AE0-013A-AE4D-A2A9-8857B1452106}"/>
                </a:ext>
              </a:extLst>
            </p:cNvPr>
            <p:cNvSpPr/>
            <p:nvPr/>
          </p:nvSpPr>
          <p:spPr>
            <a:xfrm>
              <a:off x="11276304" y="4621452"/>
              <a:ext cx="11475" cy="4918"/>
            </a:xfrm>
            <a:custGeom>
              <a:avLst/>
              <a:gdLst>
                <a:gd name="connsiteX0" fmla="*/ 4918 w 11475"/>
                <a:gd name="connsiteY0" fmla="*/ 4918 h 4918"/>
                <a:gd name="connsiteX1" fmla="*/ 8197 w 11475"/>
                <a:gd name="connsiteY1" fmla="*/ 3279 h 4918"/>
                <a:gd name="connsiteX2" fmla="*/ 11476 w 11475"/>
                <a:gd name="connsiteY2" fmla="*/ 3279 h 4918"/>
                <a:gd name="connsiteX3" fmla="*/ 8197 w 11475"/>
                <a:gd name="connsiteY3" fmla="*/ 0 h 4918"/>
                <a:gd name="connsiteX4" fmla="*/ 4918 w 11475"/>
                <a:gd name="connsiteY4" fmla="*/ 3279 h 4918"/>
                <a:gd name="connsiteX5" fmla="*/ 0 w 11475"/>
                <a:gd name="connsiteY5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4918">
                  <a:moveTo>
                    <a:pt x="4918" y="4918"/>
                  </a:moveTo>
                  <a:lnTo>
                    <a:pt x="8197" y="3279"/>
                  </a:lnTo>
                  <a:lnTo>
                    <a:pt x="11476" y="3279"/>
                  </a:lnTo>
                  <a:lnTo>
                    <a:pt x="8197" y="0"/>
                  </a:lnTo>
                  <a:lnTo>
                    <a:pt x="4918" y="3279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4" name="Freeform 3073">
              <a:extLst>
                <a:ext uri="{FF2B5EF4-FFF2-40B4-BE49-F238E27FC236}">
                  <a16:creationId xmlns:a16="http://schemas.microsoft.com/office/drawing/2014/main" id="{754F0C2B-6C78-DB44-89CB-ED6FB3AD8E4A}"/>
                </a:ext>
              </a:extLst>
            </p:cNvPr>
            <p:cNvSpPr/>
            <p:nvPr/>
          </p:nvSpPr>
          <p:spPr>
            <a:xfrm>
              <a:off x="11310729" y="4321453"/>
              <a:ext cx="1639" cy="3278"/>
            </a:xfrm>
            <a:custGeom>
              <a:avLst/>
              <a:gdLst>
                <a:gd name="connsiteX0" fmla="*/ 1640 w 1639"/>
                <a:gd name="connsiteY0" fmla="*/ 3278 h 3278"/>
                <a:gd name="connsiteX1" fmla="*/ 1640 w 1639"/>
                <a:gd name="connsiteY1" fmla="*/ 3278 h 3278"/>
                <a:gd name="connsiteX2" fmla="*/ 0 w 1639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1640" y="3278"/>
                  </a:moveTo>
                  <a:lnTo>
                    <a:pt x="1640" y="3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5" name="Freeform 3074">
              <a:extLst>
                <a:ext uri="{FF2B5EF4-FFF2-40B4-BE49-F238E27FC236}">
                  <a16:creationId xmlns:a16="http://schemas.microsoft.com/office/drawing/2014/main" id="{CE3EC5D8-2D23-584F-90CF-F1FACD30F34A}"/>
                </a:ext>
              </a:extLst>
            </p:cNvPr>
            <p:cNvSpPr/>
            <p:nvPr/>
          </p:nvSpPr>
          <p:spPr>
            <a:xfrm>
              <a:off x="11322205" y="4344404"/>
              <a:ext cx="6557" cy="18032"/>
            </a:xfrm>
            <a:custGeom>
              <a:avLst/>
              <a:gdLst>
                <a:gd name="connsiteX0" fmla="*/ 1640 w 6557"/>
                <a:gd name="connsiteY0" fmla="*/ 18033 h 18032"/>
                <a:gd name="connsiteX1" fmla="*/ 4918 w 6557"/>
                <a:gd name="connsiteY1" fmla="*/ 14754 h 18032"/>
                <a:gd name="connsiteX2" fmla="*/ 4918 w 6557"/>
                <a:gd name="connsiteY2" fmla="*/ 11476 h 18032"/>
                <a:gd name="connsiteX3" fmla="*/ 6558 w 6557"/>
                <a:gd name="connsiteY3" fmla="*/ 8197 h 18032"/>
                <a:gd name="connsiteX4" fmla="*/ 4918 w 6557"/>
                <a:gd name="connsiteY4" fmla="*/ 3279 h 18032"/>
                <a:gd name="connsiteX5" fmla="*/ 1640 w 6557"/>
                <a:gd name="connsiteY5" fmla="*/ 0 h 18032"/>
                <a:gd name="connsiteX6" fmla="*/ 0 w 6557"/>
                <a:gd name="connsiteY6" fmla="*/ 3279 h 18032"/>
                <a:gd name="connsiteX7" fmla="*/ 0 w 6557"/>
                <a:gd name="connsiteY7" fmla="*/ 6557 h 18032"/>
                <a:gd name="connsiteX8" fmla="*/ 0 w 6557"/>
                <a:gd name="connsiteY8" fmla="*/ 11476 h 18032"/>
                <a:gd name="connsiteX9" fmla="*/ 1640 w 6557"/>
                <a:gd name="connsiteY9" fmla="*/ 14754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57" h="18032">
                  <a:moveTo>
                    <a:pt x="1640" y="18033"/>
                  </a:moveTo>
                  <a:lnTo>
                    <a:pt x="4918" y="14754"/>
                  </a:lnTo>
                  <a:lnTo>
                    <a:pt x="4918" y="11476"/>
                  </a:lnTo>
                  <a:lnTo>
                    <a:pt x="6558" y="8197"/>
                  </a:lnTo>
                  <a:lnTo>
                    <a:pt x="4918" y="3279"/>
                  </a:lnTo>
                  <a:lnTo>
                    <a:pt x="1640" y="0"/>
                  </a:lnTo>
                  <a:lnTo>
                    <a:pt x="0" y="3279"/>
                  </a:lnTo>
                  <a:lnTo>
                    <a:pt x="0" y="6557"/>
                  </a:lnTo>
                  <a:lnTo>
                    <a:pt x="0" y="11476"/>
                  </a:lnTo>
                  <a:lnTo>
                    <a:pt x="1640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6" name="Freeform 3075">
              <a:extLst>
                <a:ext uri="{FF2B5EF4-FFF2-40B4-BE49-F238E27FC236}">
                  <a16:creationId xmlns:a16="http://schemas.microsoft.com/office/drawing/2014/main" id="{30EF6AE0-920E-D642-B11D-353735831774}"/>
                </a:ext>
              </a:extLst>
            </p:cNvPr>
            <p:cNvSpPr/>
            <p:nvPr/>
          </p:nvSpPr>
          <p:spPr>
            <a:xfrm>
              <a:off x="11325484" y="4362437"/>
              <a:ext cx="45901" cy="62294"/>
            </a:xfrm>
            <a:custGeom>
              <a:avLst/>
              <a:gdLst>
                <a:gd name="connsiteX0" fmla="*/ 11476 w 45901"/>
                <a:gd name="connsiteY0" fmla="*/ 34426 h 62294"/>
                <a:gd name="connsiteX1" fmla="*/ 14754 w 45901"/>
                <a:gd name="connsiteY1" fmla="*/ 37705 h 62294"/>
                <a:gd name="connsiteX2" fmla="*/ 18032 w 45901"/>
                <a:gd name="connsiteY2" fmla="*/ 37705 h 62294"/>
                <a:gd name="connsiteX3" fmla="*/ 19672 w 45901"/>
                <a:gd name="connsiteY3" fmla="*/ 42623 h 62294"/>
                <a:gd name="connsiteX4" fmla="*/ 18032 w 45901"/>
                <a:gd name="connsiteY4" fmla="*/ 45901 h 62294"/>
                <a:gd name="connsiteX5" fmla="*/ 18032 w 45901"/>
                <a:gd name="connsiteY5" fmla="*/ 49180 h 62294"/>
                <a:gd name="connsiteX6" fmla="*/ 19672 w 45901"/>
                <a:gd name="connsiteY6" fmla="*/ 54098 h 62294"/>
                <a:gd name="connsiteX7" fmla="*/ 22951 w 45901"/>
                <a:gd name="connsiteY7" fmla="*/ 57377 h 62294"/>
                <a:gd name="connsiteX8" fmla="*/ 26229 w 45901"/>
                <a:gd name="connsiteY8" fmla="*/ 59016 h 62294"/>
                <a:gd name="connsiteX9" fmla="*/ 29508 w 45901"/>
                <a:gd name="connsiteY9" fmla="*/ 62295 h 62294"/>
                <a:gd name="connsiteX10" fmla="*/ 29508 w 45901"/>
                <a:gd name="connsiteY10" fmla="*/ 62295 h 62294"/>
                <a:gd name="connsiteX11" fmla="*/ 34426 w 45901"/>
                <a:gd name="connsiteY11" fmla="*/ 62295 h 62294"/>
                <a:gd name="connsiteX12" fmla="*/ 37705 w 45901"/>
                <a:gd name="connsiteY12" fmla="*/ 62295 h 62294"/>
                <a:gd name="connsiteX13" fmla="*/ 40983 w 45901"/>
                <a:gd name="connsiteY13" fmla="*/ 59016 h 62294"/>
                <a:gd name="connsiteX14" fmla="*/ 44262 w 45901"/>
                <a:gd name="connsiteY14" fmla="*/ 59016 h 62294"/>
                <a:gd name="connsiteX15" fmla="*/ 45901 w 45901"/>
                <a:gd name="connsiteY15" fmla="*/ 55737 h 62294"/>
                <a:gd name="connsiteX16" fmla="*/ 44262 w 45901"/>
                <a:gd name="connsiteY16" fmla="*/ 52458 h 62294"/>
                <a:gd name="connsiteX17" fmla="*/ 45901 w 45901"/>
                <a:gd name="connsiteY17" fmla="*/ 47541 h 62294"/>
                <a:gd name="connsiteX18" fmla="*/ 44262 w 45901"/>
                <a:gd name="connsiteY18" fmla="*/ 47541 h 62294"/>
                <a:gd name="connsiteX19" fmla="*/ 42622 w 45901"/>
                <a:gd name="connsiteY19" fmla="*/ 44262 h 62294"/>
                <a:gd name="connsiteX20" fmla="*/ 39344 w 45901"/>
                <a:gd name="connsiteY20" fmla="*/ 40983 h 62294"/>
                <a:gd name="connsiteX21" fmla="*/ 37705 w 45901"/>
                <a:gd name="connsiteY21" fmla="*/ 36065 h 62294"/>
                <a:gd name="connsiteX22" fmla="*/ 36066 w 45901"/>
                <a:gd name="connsiteY22" fmla="*/ 32787 h 62294"/>
                <a:gd name="connsiteX23" fmla="*/ 31148 w 45901"/>
                <a:gd name="connsiteY23" fmla="*/ 32787 h 62294"/>
                <a:gd name="connsiteX24" fmla="*/ 27869 w 45901"/>
                <a:gd name="connsiteY24" fmla="*/ 29508 h 62294"/>
                <a:gd name="connsiteX25" fmla="*/ 27869 w 45901"/>
                <a:gd name="connsiteY25" fmla="*/ 26229 h 62294"/>
                <a:gd name="connsiteX26" fmla="*/ 24590 w 45901"/>
                <a:gd name="connsiteY26" fmla="*/ 22951 h 62294"/>
                <a:gd name="connsiteX27" fmla="*/ 21311 w 45901"/>
                <a:gd name="connsiteY27" fmla="*/ 19672 h 62294"/>
                <a:gd name="connsiteX28" fmla="*/ 19672 w 45901"/>
                <a:gd name="connsiteY28" fmla="*/ 16393 h 62294"/>
                <a:gd name="connsiteX29" fmla="*/ 18032 w 45901"/>
                <a:gd name="connsiteY29" fmla="*/ 11475 h 62294"/>
                <a:gd name="connsiteX30" fmla="*/ 16393 w 45901"/>
                <a:gd name="connsiteY30" fmla="*/ 8197 h 62294"/>
                <a:gd name="connsiteX31" fmla="*/ 13114 w 45901"/>
                <a:gd name="connsiteY31" fmla="*/ 4918 h 62294"/>
                <a:gd name="connsiteX32" fmla="*/ 8197 w 45901"/>
                <a:gd name="connsiteY32" fmla="*/ 4918 h 62294"/>
                <a:gd name="connsiteX33" fmla="*/ 4918 w 45901"/>
                <a:gd name="connsiteY33" fmla="*/ 1639 h 62294"/>
                <a:gd name="connsiteX34" fmla="*/ 1639 w 45901"/>
                <a:gd name="connsiteY34" fmla="*/ 0 h 62294"/>
                <a:gd name="connsiteX35" fmla="*/ 3279 w 45901"/>
                <a:gd name="connsiteY35" fmla="*/ 3278 h 62294"/>
                <a:gd name="connsiteX36" fmla="*/ 3279 w 45901"/>
                <a:gd name="connsiteY36" fmla="*/ 6557 h 62294"/>
                <a:gd name="connsiteX37" fmla="*/ 1639 w 45901"/>
                <a:gd name="connsiteY37" fmla="*/ 11475 h 62294"/>
                <a:gd name="connsiteX38" fmla="*/ 0 w 45901"/>
                <a:gd name="connsiteY38" fmla="*/ 14754 h 62294"/>
                <a:gd name="connsiteX39" fmla="*/ 1639 w 45901"/>
                <a:gd name="connsiteY39" fmla="*/ 18033 h 62294"/>
                <a:gd name="connsiteX40" fmla="*/ 1639 w 45901"/>
                <a:gd name="connsiteY40" fmla="*/ 22951 h 62294"/>
                <a:gd name="connsiteX41" fmla="*/ 4918 w 45901"/>
                <a:gd name="connsiteY41" fmla="*/ 26229 h 62294"/>
                <a:gd name="connsiteX42" fmla="*/ 8197 w 45901"/>
                <a:gd name="connsiteY42" fmla="*/ 29508 h 62294"/>
                <a:gd name="connsiteX43" fmla="*/ 9836 w 45901"/>
                <a:gd name="connsiteY43" fmla="*/ 32787 h 62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5901" h="62294">
                  <a:moveTo>
                    <a:pt x="11476" y="34426"/>
                  </a:moveTo>
                  <a:lnTo>
                    <a:pt x="14754" y="37705"/>
                  </a:lnTo>
                  <a:lnTo>
                    <a:pt x="18032" y="37705"/>
                  </a:lnTo>
                  <a:lnTo>
                    <a:pt x="19672" y="42623"/>
                  </a:lnTo>
                  <a:lnTo>
                    <a:pt x="18032" y="45901"/>
                  </a:lnTo>
                  <a:lnTo>
                    <a:pt x="18032" y="49180"/>
                  </a:lnTo>
                  <a:lnTo>
                    <a:pt x="19672" y="54098"/>
                  </a:lnTo>
                  <a:lnTo>
                    <a:pt x="22951" y="57377"/>
                  </a:lnTo>
                  <a:lnTo>
                    <a:pt x="26229" y="59016"/>
                  </a:lnTo>
                  <a:lnTo>
                    <a:pt x="29508" y="62295"/>
                  </a:lnTo>
                  <a:lnTo>
                    <a:pt x="29508" y="62295"/>
                  </a:lnTo>
                  <a:lnTo>
                    <a:pt x="34426" y="62295"/>
                  </a:lnTo>
                  <a:lnTo>
                    <a:pt x="37705" y="62295"/>
                  </a:lnTo>
                  <a:lnTo>
                    <a:pt x="40983" y="59016"/>
                  </a:lnTo>
                  <a:lnTo>
                    <a:pt x="44262" y="59016"/>
                  </a:lnTo>
                  <a:lnTo>
                    <a:pt x="45901" y="55737"/>
                  </a:lnTo>
                  <a:lnTo>
                    <a:pt x="44262" y="52458"/>
                  </a:lnTo>
                  <a:lnTo>
                    <a:pt x="45901" y="47541"/>
                  </a:lnTo>
                  <a:lnTo>
                    <a:pt x="44262" y="47541"/>
                  </a:lnTo>
                  <a:lnTo>
                    <a:pt x="42622" y="44262"/>
                  </a:lnTo>
                  <a:lnTo>
                    <a:pt x="39344" y="40983"/>
                  </a:lnTo>
                  <a:lnTo>
                    <a:pt x="37705" y="36065"/>
                  </a:lnTo>
                  <a:lnTo>
                    <a:pt x="36066" y="32787"/>
                  </a:lnTo>
                  <a:lnTo>
                    <a:pt x="31148" y="32787"/>
                  </a:lnTo>
                  <a:lnTo>
                    <a:pt x="27869" y="29508"/>
                  </a:lnTo>
                  <a:lnTo>
                    <a:pt x="27869" y="26229"/>
                  </a:lnTo>
                  <a:lnTo>
                    <a:pt x="24590" y="22951"/>
                  </a:lnTo>
                  <a:lnTo>
                    <a:pt x="21311" y="19672"/>
                  </a:lnTo>
                  <a:lnTo>
                    <a:pt x="19672" y="16393"/>
                  </a:lnTo>
                  <a:lnTo>
                    <a:pt x="18032" y="11475"/>
                  </a:lnTo>
                  <a:lnTo>
                    <a:pt x="16393" y="8197"/>
                  </a:lnTo>
                  <a:lnTo>
                    <a:pt x="13114" y="4918"/>
                  </a:lnTo>
                  <a:lnTo>
                    <a:pt x="8197" y="4918"/>
                  </a:lnTo>
                  <a:lnTo>
                    <a:pt x="4918" y="1639"/>
                  </a:lnTo>
                  <a:lnTo>
                    <a:pt x="1639" y="0"/>
                  </a:lnTo>
                  <a:lnTo>
                    <a:pt x="3279" y="3278"/>
                  </a:lnTo>
                  <a:lnTo>
                    <a:pt x="3279" y="6557"/>
                  </a:lnTo>
                  <a:lnTo>
                    <a:pt x="1639" y="11475"/>
                  </a:lnTo>
                  <a:lnTo>
                    <a:pt x="0" y="14754"/>
                  </a:lnTo>
                  <a:lnTo>
                    <a:pt x="1639" y="18033"/>
                  </a:lnTo>
                  <a:lnTo>
                    <a:pt x="1639" y="22951"/>
                  </a:lnTo>
                  <a:lnTo>
                    <a:pt x="4918" y="26229"/>
                  </a:lnTo>
                  <a:lnTo>
                    <a:pt x="8197" y="29508"/>
                  </a:lnTo>
                  <a:lnTo>
                    <a:pt x="9836" y="327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7" name="Freeform 3076">
              <a:extLst>
                <a:ext uri="{FF2B5EF4-FFF2-40B4-BE49-F238E27FC236}">
                  <a16:creationId xmlns:a16="http://schemas.microsoft.com/office/drawing/2014/main" id="{22E4BF42-A500-8B4E-A6C2-07BCD3194EAF}"/>
                </a:ext>
              </a:extLst>
            </p:cNvPr>
            <p:cNvSpPr/>
            <p:nvPr/>
          </p:nvSpPr>
          <p:spPr>
            <a:xfrm>
              <a:off x="11359909" y="4431288"/>
              <a:ext cx="6557" cy="4918"/>
            </a:xfrm>
            <a:custGeom>
              <a:avLst/>
              <a:gdLst>
                <a:gd name="connsiteX0" fmla="*/ 3279 w 6557"/>
                <a:gd name="connsiteY0" fmla="*/ 4918 h 4918"/>
                <a:gd name="connsiteX1" fmla="*/ 6558 w 6557"/>
                <a:gd name="connsiteY1" fmla="*/ 4918 h 4918"/>
                <a:gd name="connsiteX2" fmla="*/ 4919 w 6557"/>
                <a:gd name="connsiteY2" fmla="*/ 0 h 4918"/>
                <a:gd name="connsiteX3" fmla="*/ 1640 w 6557"/>
                <a:gd name="connsiteY3" fmla="*/ 0 h 4918"/>
                <a:gd name="connsiteX4" fmla="*/ 0 w 6557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8">
                  <a:moveTo>
                    <a:pt x="3279" y="4918"/>
                  </a:moveTo>
                  <a:lnTo>
                    <a:pt x="6558" y="4918"/>
                  </a:lnTo>
                  <a:lnTo>
                    <a:pt x="4919" y="0"/>
                  </a:lnTo>
                  <a:lnTo>
                    <a:pt x="164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8" name="Freeform 3077">
              <a:extLst>
                <a:ext uri="{FF2B5EF4-FFF2-40B4-BE49-F238E27FC236}">
                  <a16:creationId xmlns:a16="http://schemas.microsoft.com/office/drawing/2014/main" id="{400425AE-41EC-CC4A-9D85-B588D81DEB22}"/>
                </a:ext>
              </a:extLst>
            </p:cNvPr>
            <p:cNvSpPr/>
            <p:nvPr/>
          </p:nvSpPr>
          <p:spPr>
            <a:xfrm>
              <a:off x="11376303" y="4423092"/>
              <a:ext cx="16393" cy="8196"/>
            </a:xfrm>
            <a:custGeom>
              <a:avLst/>
              <a:gdLst>
                <a:gd name="connsiteX0" fmla="*/ 0 w 16393"/>
                <a:gd name="connsiteY0" fmla="*/ 8197 h 8196"/>
                <a:gd name="connsiteX1" fmla="*/ 0 w 16393"/>
                <a:gd name="connsiteY1" fmla="*/ 3279 h 8196"/>
                <a:gd name="connsiteX2" fmla="*/ 0 w 16393"/>
                <a:gd name="connsiteY2" fmla="*/ 0 h 8196"/>
                <a:gd name="connsiteX3" fmla="*/ 0 w 16393"/>
                <a:gd name="connsiteY3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93" h="8196">
                  <a:moveTo>
                    <a:pt x="0" y="8197"/>
                  </a:moveTo>
                  <a:lnTo>
                    <a:pt x="0" y="3279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9" name="Freeform 3078">
              <a:extLst>
                <a:ext uri="{FF2B5EF4-FFF2-40B4-BE49-F238E27FC236}">
                  <a16:creationId xmlns:a16="http://schemas.microsoft.com/office/drawing/2014/main" id="{268753F5-8F23-1E40-8734-7B9E1BD16BC8}"/>
                </a:ext>
              </a:extLst>
            </p:cNvPr>
            <p:cNvSpPr/>
            <p:nvPr/>
          </p:nvSpPr>
          <p:spPr>
            <a:xfrm>
              <a:off x="11018928" y="4208339"/>
              <a:ext cx="32786" cy="13114"/>
            </a:xfrm>
            <a:custGeom>
              <a:avLst/>
              <a:gdLst>
                <a:gd name="connsiteX0" fmla="*/ 1640 w 32786"/>
                <a:gd name="connsiteY0" fmla="*/ 13114 h 13114"/>
                <a:gd name="connsiteX1" fmla="*/ 1640 w 32786"/>
                <a:gd name="connsiteY1" fmla="*/ 11475 h 13114"/>
                <a:gd name="connsiteX2" fmla="*/ 0 w 32786"/>
                <a:gd name="connsiteY2" fmla="*/ 8197 h 13114"/>
                <a:gd name="connsiteX3" fmla="*/ 3279 w 32786"/>
                <a:gd name="connsiteY3" fmla="*/ 4918 h 13114"/>
                <a:gd name="connsiteX4" fmla="*/ 4918 w 32786"/>
                <a:gd name="connsiteY4" fmla="*/ 0 h 13114"/>
                <a:gd name="connsiteX5" fmla="*/ 8197 w 32786"/>
                <a:gd name="connsiteY5" fmla="*/ 1639 h 13114"/>
                <a:gd name="connsiteX6" fmla="*/ 13114 w 32786"/>
                <a:gd name="connsiteY6" fmla="*/ 0 h 13114"/>
                <a:gd name="connsiteX7" fmla="*/ 16393 w 32786"/>
                <a:gd name="connsiteY7" fmla="*/ 0 h 13114"/>
                <a:gd name="connsiteX8" fmla="*/ 19672 w 32786"/>
                <a:gd name="connsiteY8" fmla="*/ 0 h 13114"/>
                <a:gd name="connsiteX9" fmla="*/ 22951 w 32786"/>
                <a:gd name="connsiteY9" fmla="*/ 1639 h 13114"/>
                <a:gd name="connsiteX10" fmla="*/ 27869 w 32786"/>
                <a:gd name="connsiteY10" fmla="*/ 1639 h 13114"/>
                <a:gd name="connsiteX11" fmla="*/ 31148 w 32786"/>
                <a:gd name="connsiteY11" fmla="*/ 3278 h 13114"/>
                <a:gd name="connsiteX12" fmla="*/ 32787 w 32786"/>
                <a:gd name="connsiteY12" fmla="*/ 3278 h 13114"/>
                <a:gd name="connsiteX13" fmla="*/ 32787 w 32786"/>
                <a:gd name="connsiteY13" fmla="*/ 4918 h 13114"/>
                <a:gd name="connsiteX14" fmla="*/ 29508 w 32786"/>
                <a:gd name="connsiteY14" fmla="*/ 6557 h 13114"/>
                <a:gd name="connsiteX15" fmla="*/ 27869 w 32786"/>
                <a:gd name="connsiteY15" fmla="*/ 9836 h 13114"/>
                <a:gd name="connsiteX16" fmla="*/ 24590 w 32786"/>
                <a:gd name="connsiteY16" fmla="*/ 9836 h 13114"/>
                <a:gd name="connsiteX17" fmla="*/ 19672 w 32786"/>
                <a:gd name="connsiteY17" fmla="*/ 11475 h 13114"/>
                <a:gd name="connsiteX18" fmla="*/ 16393 w 32786"/>
                <a:gd name="connsiteY18" fmla="*/ 11475 h 13114"/>
                <a:gd name="connsiteX19" fmla="*/ 13114 w 32786"/>
                <a:gd name="connsiteY19" fmla="*/ 9836 h 13114"/>
                <a:gd name="connsiteX20" fmla="*/ 9837 w 32786"/>
                <a:gd name="connsiteY20" fmla="*/ 8197 h 13114"/>
                <a:gd name="connsiteX21" fmla="*/ 4918 w 32786"/>
                <a:gd name="connsiteY21" fmla="*/ 11475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786" h="13114">
                  <a:moveTo>
                    <a:pt x="1640" y="13114"/>
                  </a:moveTo>
                  <a:lnTo>
                    <a:pt x="1640" y="11475"/>
                  </a:lnTo>
                  <a:lnTo>
                    <a:pt x="0" y="8197"/>
                  </a:lnTo>
                  <a:lnTo>
                    <a:pt x="3279" y="4918"/>
                  </a:lnTo>
                  <a:lnTo>
                    <a:pt x="4918" y="0"/>
                  </a:lnTo>
                  <a:lnTo>
                    <a:pt x="8197" y="1639"/>
                  </a:lnTo>
                  <a:lnTo>
                    <a:pt x="13114" y="0"/>
                  </a:lnTo>
                  <a:lnTo>
                    <a:pt x="16393" y="0"/>
                  </a:lnTo>
                  <a:lnTo>
                    <a:pt x="19672" y="0"/>
                  </a:lnTo>
                  <a:lnTo>
                    <a:pt x="22951" y="1639"/>
                  </a:lnTo>
                  <a:lnTo>
                    <a:pt x="27869" y="1639"/>
                  </a:lnTo>
                  <a:lnTo>
                    <a:pt x="31148" y="3278"/>
                  </a:lnTo>
                  <a:lnTo>
                    <a:pt x="32787" y="3278"/>
                  </a:lnTo>
                  <a:lnTo>
                    <a:pt x="32787" y="4918"/>
                  </a:lnTo>
                  <a:lnTo>
                    <a:pt x="29508" y="6557"/>
                  </a:lnTo>
                  <a:lnTo>
                    <a:pt x="27869" y="9836"/>
                  </a:lnTo>
                  <a:lnTo>
                    <a:pt x="24590" y="9836"/>
                  </a:lnTo>
                  <a:lnTo>
                    <a:pt x="19672" y="11475"/>
                  </a:lnTo>
                  <a:lnTo>
                    <a:pt x="16393" y="11475"/>
                  </a:lnTo>
                  <a:lnTo>
                    <a:pt x="13114" y="9836"/>
                  </a:lnTo>
                  <a:lnTo>
                    <a:pt x="9837" y="8197"/>
                  </a:lnTo>
                  <a:lnTo>
                    <a:pt x="4918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80" name="Freeform 3079">
              <a:extLst>
                <a:ext uri="{FF2B5EF4-FFF2-40B4-BE49-F238E27FC236}">
                  <a16:creationId xmlns:a16="http://schemas.microsoft.com/office/drawing/2014/main" id="{16A076A3-2F92-9749-9BDA-EF140DEFAC73}"/>
                </a:ext>
              </a:extLst>
            </p:cNvPr>
            <p:cNvSpPr/>
            <p:nvPr/>
          </p:nvSpPr>
          <p:spPr>
            <a:xfrm>
              <a:off x="11051714" y="4209978"/>
              <a:ext cx="1639" cy="1639"/>
            </a:xfrm>
            <a:custGeom>
              <a:avLst/>
              <a:gdLst>
                <a:gd name="connsiteX0" fmla="*/ 0 w 1639"/>
                <a:gd name="connsiteY0" fmla="*/ 1639 h 1639"/>
                <a:gd name="connsiteX1" fmla="*/ 1640 w 1639"/>
                <a:gd name="connsiteY1" fmla="*/ 0 h 1639"/>
                <a:gd name="connsiteX2" fmla="*/ 1640 w 1639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1639">
                  <a:moveTo>
                    <a:pt x="0" y="1639"/>
                  </a:moveTo>
                  <a:lnTo>
                    <a:pt x="1640" y="0"/>
                  </a:lnTo>
                  <a:lnTo>
                    <a:pt x="164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81" name="Freeform 3080">
              <a:extLst>
                <a:ext uri="{FF2B5EF4-FFF2-40B4-BE49-F238E27FC236}">
                  <a16:creationId xmlns:a16="http://schemas.microsoft.com/office/drawing/2014/main" id="{D54C2111-4C43-C84F-9B91-0B36DBA7FB79}"/>
                </a:ext>
              </a:extLst>
            </p:cNvPr>
            <p:cNvSpPr/>
            <p:nvPr/>
          </p:nvSpPr>
          <p:spPr>
            <a:xfrm>
              <a:off x="11053354" y="4208339"/>
              <a:ext cx="16393" cy="1638"/>
            </a:xfrm>
            <a:custGeom>
              <a:avLst/>
              <a:gdLst>
                <a:gd name="connsiteX0" fmla="*/ 0 w 16393"/>
                <a:gd name="connsiteY0" fmla="*/ 0 h 1638"/>
                <a:gd name="connsiteX1" fmla="*/ 0 w 16393"/>
                <a:gd name="connsiteY1" fmla="*/ 1639 h 1638"/>
                <a:gd name="connsiteX2" fmla="*/ 0 w 16393"/>
                <a:gd name="connsiteY2" fmla="*/ 1639 h 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1638">
                  <a:moveTo>
                    <a:pt x="0" y="0"/>
                  </a:moveTo>
                  <a:lnTo>
                    <a:pt x="0" y="163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82" name="Freeform 3081">
              <a:extLst>
                <a:ext uri="{FF2B5EF4-FFF2-40B4-BE49-F238E27FC236}">
                  <a16:creationId xmlns:a16="http://schemas.microsoft.com/office/drawing/2014/main" id="{97128785-0E8E-6943-8FB6-55C02A7F06CE}"/>
                </a:ext>
              </a:extLst>
            </p:cNvPr>
            <p:cNvSpPr/>
            <p:nvPr/>
          </p:nvSpPr>
          <p:spPr>
            <a:xfrm>
              <a:off x="11046796" y="1359172"/>
              <a:ext cx="85245" cy="22950"/>
            </a:xfrm>
            <a:custGeom>
              <a:avLst/>
              <a:gdLst>
                <a:gd name="connsiteX0" fmla="*/ 42622 w 85245"/>
                <a:gd name="connsiteY0" fmla="*/ 13115 h 22950"/>
                <a:gd name="connsiteX1" fmla="*/ 37705 w 85245"/>
                <a:gd name="connsiteY1" fmla="*/ 11475 h 22950"/>
                <a:gd name="connsiteX2" fmla="*/ 34426 w 85245"/>
                <a:gd name="connsiteY2" fmla="*/ 13115 h 22950"/>
                <a:gd name="connsiteX3" fmla="*/ 31148 w 85245"/>
                <a:gd name="connsiteY3" fmla="*/ 16393 h 22950"/>
                <a:gd name="connsiteX4" fmla="*/ 26229 w 85245"/>
                <a:gd name="connsiteY4" fmla="*/ 14754 h 22950"/>
                <a:gd name="connsiteX5" fmla="*/ 22951 w 85245"/>
                <a:gd name="connsiteY5" fmla="*/ 14754 h 22950"/>
                <a:gd name="connsiteX6" fmla="*/ 18032 w 85245"/>
                <a:gd name="connsiteY6" fmla="*/ 13115 h 22950"/>
                <a:gd name="connsiteX7" fmla="*/ 14754 w 85245"/>
                <a:gd name="connsiteY7" fmla="*/ 11475 h 22950"/>
                <a:gd name="connsiteX8" fmla="*/ 11476 w 85245"/>
                <a:gd name="connsiteY8" fmla="*/ 9836 h 22950"/>
                <a:gd name="connsiteX9" fmla="*/ 6558 w 85245"/>
                <a:gd name="connsiteY9" fmla="*/ 6557 h 22950"/>
                <a:gd name="connsiteX10" fmla="*/ 4918 w 85245"/>
                <a:gd name="connsiteY10" fmla="*/ 3279 h 22950"/>
                <a:gd name="connsiteX11" fmla="*/ 0 w 85245"/>
                <a:gd name="connsiteY11" fmla="*/ 0 h 22950"/>
                <a:gd name="connsiteX12" fmla="*/ 4918 w 85245"/>
                <a:gd name="connsiteY12" fmla="*/ 0 h 22950"/>
                <a:gd name="connsiteX13" fmla="*/ 8197 w 85245"/>
                <a:gd name="connsiteY13" fmla="*/ 1639 h 22950"/>
                <a:gd name="connsiteX14" fmla="*/ 11476 w 85245"/>
                <a:gd name="connsiteY14" fmla="*/ 3279 h 22950"/>
                <a:gd name="connsiteX15" fmla="*/ 16393 w 85245"/>
                <a:gd name="connsiteY15" fmla="*/ 4918 h 22950"/>
                <a:gd name="connsiteX16" fmla="*/ 19672 w 85245"/>
                <a:gd name="connsiteY16" fmla="*/ 4918 h 22950"/>
                <a:gd name="connsiteX17" fmla="*/ 22951 w 85245"/>
                <a:gd name="connsiteY17" fmla="*/ 4918 h 22950"/>
                <a:gd name="connsiteX18" fmla="*/ 27869 w 85245"/>
                <a:gd name="connsiteY18" fmla="*/ 4918 h 22950"/>
                <a:gd name="connsiteX19" fmla="*/ 31148 w 85245"/>
                <a:gd name="connsiteY19" fmla="*/ 6557 h 22950"/>
                <a:gd name="connsiteX20" fmla="*/ 34426 w 85245"/>
                <a:gd name="connsiteY20" fmla="*/ 4918 h 22950"/>
                <a:gd name="connsiteX21" fmla="*/ 39344 w 85245"/>
                <a:gd name="connsiteY21" fmla="*/ 3279 h 22950"/>
                <a:gd name="connsiteX22" fmla="*/ 42622 w 85245"/>
                <a:gd name="connsiteY22" fmla="*/ 1639 h 22950"/>
                <a:gd name="connsiteX23" fmla="*/ 45901 w 85245"/>
                <a:gd name="connsiteY23" fmla="*/ 1639 h 22950"/>
                <a:gd name="connsiteX24" fmla="*/ 50819 w 85245"/>
                <a:gd name="connsiteY24" fmla="*/ 3279 h 22950"/>
                <a:gd name="connsiteX25" fmla="*/ 54098 w 85245"/>
                <a:gd name="connsiteY25" fmla="*/ 4918 h 22950"/>
                <a:gd name="connsiteX26" fmla="*/ 57377 w 85245"/>
                <a:gd name="connsiteY26" fmla="*/ 4918 h 22950"/>
                <a:gd name="connsiteX27" fmla="*/ 60656 w 85245"/>
                <a:gd name="connsiteY27" fmla="*/ 8197 h 22950"/>
                <a:gd name="connsiteX28" fmla="*/ 65573 w 85245"/>
                <a:gd name="connsiteY28" fmla="*/ 9836 h 22950"/>
                <a:gd name="connsiteX29" fmla="*/ 85246 w 85245"/>
                <a:gd name="connsiteY29" fmla="*/ 22951 h 22950"/>
                <a:gd name="connsiteX30" fmla="*/ 80328 w 85245"/>
                <a:gd name="connsiteY30" fmla="*/ 21311 h 22950"/>
                <a:gd name="connsiteX31" fmla="*/ 75409 w 85245"/>
                <a:gd name="connsiteY31" fmla="*/ 21311 h 22950"/>
                <a:gd name="connsiteX32" fmla="*/ 72131 w 85245"/>
                <a:gd name="connsiteY32" fmla="*/ 18033 h 22950"/>
                <a:gd name="connsiteX33" fmla="*/ 68852 w 85245"/>
                <a:gd name="connsiteY33" fmla="*/ 18033 h 22950"/>
                <a:gd name="connsiteX34" fmla="*/ 63935 w 85245"/>
                <a:gd name="connsiteY34" fmla="*/ 16393 h 22950"/>
                <a:gd name="connsiteX35" fmla="*/ 60656 w 85245"/>
                <a:gd name="connsiteY35" fmla="*/ 14754 h 22950"/>
                <a:gd name="connsiteX36" fmla="*/ 57377 w 85245"/>
                <a:gd name="connsiteY36" fmla="*/ 14754 h 22950"/>
                <a:gd name="connsiteX37" fmla="*/ 52459 w 85245"/>
                <a:gd name="connsiteY37" fmla="*/ 13115 h 22950"/>
                <a:gd name="connsiteX38" fmla="*/ 49180 w 85245"/>
                <a:gd name="connsiteY38" fmla="*/ 13115 h 22950"/>
                <a:gd name="connsiteX39" fmla="*/ 45901 w 85245"/>
                <a:gd name="connsiteY39" fmla="*/ 11475 h 22950"/>
                <a:gd name="connsiteX40" fmla="*/ 40983 w 85245"/>
                <a:gd name="connsiteY40" fmla="*/ 11475 h 22950"/>
                <a:gd name="connsiteX41" fmla="*/ 37705 w 85245"/>
                <a:gd name="connsiteY41" fmla="*/ 11475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85245" h="22950">
                  <a:moveTo>
                    <a:pt x="42622" y="13115"/>
                  </a:moveTo>
                  <a:lnTo>
                    <a:pt x="37705" y="11475"/>
                  </a:lnTo>
                  <a:lnTo>
                    <a:pt x="34426" y="13115"/>
                  </a:lnTo>
                  <a:lnTo>
                    <a:pt x="31148" y="16393"/>
                  </a:lnTo>
                  <a:lnTo>
                    <a:pt x="26229" y="14754"/>
                  </a:lnTo>
                  <a:lnTo>
                    <a:pt x="22951" y="14754"/>
                  </a:lnTo>
                  <a:lnTo>
                    <a:pt x="18032" y="13115"/>
                  </a:lnTo>
                  <a:lnTo>
                    <a:pt x="14754" y="11475"/>
                  </a:lnTo>
                  <a:lnTo>
                    <a:pt x="11476" y="9836"/>
                  </a:lnTo>
                  <a:lnTo>
                    <a:pt x="6558" y="6557"/>
                  </a:lnTo>
                  <a:lnTo>
                    <a:pt x="4918" y="3279"/>
                  </a:lnTo>
                  <a:lnTo>
                    <a:pt x="0" y="0"/>
                  </a:lnTo>
                  <a:lnTo>
                    <a:pt x="4918" y="0"/>
                  </a:lnTo>
                  <a:lnTo>
                    <a:pt x="8197" y="1639"/>
                  </a:lnTo>
                  <a:lnTo>
                    <a:pt x="11476" y="3279"/>
                  </a:lnTo>
                  <a:lnTo>
                    <a:pt x="16393" y="4918"/>
                  </a:lnTo>
                  <a:lnTo>
                    <a:pt x="19672" y="4918"/>
                  </a:lnTo>
                  <a:lnTo>
                    <a:pt x="22951" y="4918"/>
                  </a:lnTo>
                  <a:lnTo>
                    <a:pt x="27869" y="4918"/>
                  </a:lnTo>
                  <a:lnTo>
                    <a:pt x="31148" y="6557"/>
                  </a:lnTo>
                  <a:lnTo>
                    <a:pt x="34426" y="4918"/>
                  </a:lnTo>
                  <a:lnTo>
                    <a:pt x="39344" y="3279"/>
                  </a:lnTo>
                  <a:lnTo>
                    <a:pt x="42622" y="1639"/>
                  </a:lnTo>
                  <a:lnTo>
                    <a:pt x="45901" y="1639"/>
                  </a:lnTo>
                  <a:lnTo>
                    <a:pt x="50819" y="3279"/>
                  </a:lnTo>
                  <a:lnTo>
                    <a:pt x="54098" y="4918"/>
                  </a:lnTo>
                  <a:lnTo>
                    <a:pt x="57377" y="4918"/>
                  </a:lnTo>
                  <a:lnTo>
                    <a:pt x="60656" y="8197"/>
                  </a:lnTo>
                  <a:lnTo>
                    <a:pt x="65573" y="9836"/>
                  </a:lnTo>
                  <a:lnTo>
                    <a:pt x="85246" y="22951"/>
                  </a:lnTo>
                  <a:lnTo>
                    <a:pt x="80328" y="21311"/>
                  </a:lnTo>
                  <a:lnTo>
                    <a:pt x="75409" y="21311"/>
                  </a:lnTo>
                  <a:lnTo>
                    <a:pt x="72131" y="18033"/>
                  </a:lnTo>
                  <a:lnTo>
                    <a:pt x="68852" y="18033"/>
                  </a:lnTo>
                  <a:lnTo>
                    <a:pt x="63935" y="16393"/>
                  </a:lnTo>
                  <a:lnTo>
                    <a:pt x="60656" y="14754"/>
                  </a:lnTo>
                  <a:lnTo>
                    <a:pt x="57377" y="14754"/>
                  </a:lnTo>
                  <a:lnTo>
                    <a:pt x="52459" y="13115"/>
                  </a:lnTo>
                  <a:lnTo>
                    <a:pt x="49180" y="13115"/>
                  </a:lnTo>
                  <a:lnTo>
                    <a:pt x="45901" y="11475"/>
                  </a:lnTo>
                  <a:lnTo>
                    <a:pt x="40983" y="11475"/>
                  </a:lnTo>
                  <a:lnTo>
                    <a:pt x="37705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83" name="Freeform 3082">
              <a:extLst>
                <a:ext uri="{FF2B5EF4-FFF2-40B4-BE49-F238E27FC236}">
                  <a16:creationId xmlns:a16="http://schemas.microsoft.com/office/drawing/2014/main" id="{7C84CC5E-C171-3143-B6E7-D3A5F5F03830}"/>
                </a:ext>
              </a:extLst>
            </p:cNvPr>
            <p:cNvSpPr/>
            <p:nvPr/>
          </p:nvSpPr>
          <p:spPr>
            <a:xfrm>
              <a:off x="6805832" y="2473921"/>
              <a:ext cx="375408" cy="365572"/>
            </a:xfrm>
            <a:custGeom>
              <a:avLst/>
              <a:gdLst>
                <a:gd name="connsiteX0" fmla="*/ 0 w 375408"/>
                <a:gd name="connsiteY0" fmla="*/ 175409 h 365572"/>
                <a:gd name="connsiteX1" fmla="*/ 4918 w 375408"/>
                <a:gd name="connsiteY1" fmla="*/ 173770 h 365572"/>
                <a:gd name="connsiteX2" fmla="*/ 4918 w 375408"/>
                <a:gd name="connsiteY2" fmla="*/ 172130 h 365572"/>
                <a:gd name="connsiteX3" fmla="*/ 8197 w 375408"/>
                <a:gd name="connsiteY3" fmla="*/ 170491 h 365572"/>
                <a:gd name="connsiteX4" fmla="*/ 13115 w 375408"/>
                <a:gd name="connsiteY4" fmla="*/ 168852 h 365572"/>
                <a:gd name="connsiteX5" fmla="*/ 16393 w 375408"/>
                <a:gd name="connsiteY5" fmla="*/ 165573 h 365572"/>
                <a:gd name="connsiteX6" fmla="*/ 19672 w 375408"/>
                <a:gd name="connsiteY6" fmla="*/ 163934 h 365572"/>
                <a:gd name="connsiteX7" fmla="*/ 22951 w 375408"/>
                <a:gd name="connsiteY7" fmla="*/ 160655 h 365572"/>
                <a:gd name="connsiteX8" fmla="*/ 27869 w 375408"/>
                <a:gd name="connsiteY8" fmla="*/ 159016 h 365572"/>
                <a:gd name="connsiteX9" fmla="*/ 31148 w 375408"/>
                <a:gd name="connsiteY9" fmla="*/ 157376 h 365572"/>
                <a:gd name="connsiteX10" fmla="*/ 32787 w 375408"/>
                <a:gd name="connsiteY10" fmla="*/ 155737 h 365572"/>
                <a:gd name="connsiteX11" fmla="*/ 37705 w 375408"/>
                <a:gd name="connsiteY11" fmla="*/ 154098 h 365572"/>
                <a:gd name="connsiteX12" fmla="*/ 40983 w 375408"/>
                <a:gd name="connsiteY12" fmla="*/ 150819 h 365572"/>
                <a:gd name="connsiteX13" fmla="*/ 42623 w 375408"/>
                <a:gd name="connsiteY13" fmla="*/ 150819 h 365572"/>
                <a:gd name="connsiteX14" fmla="*/ 45902 w 375408"/>
                <a:gd name="connsiteY14" fmla="*/ 147540 h 365572"/>
                <a:gd name="connsiteX15" fmla="*/ 49180 w 375408"/>
                <a:gd name="connsiteY15" fmla="*/ 145901 h 365572"/>
                <a:gd name="connsiteX16" fmla="*/ 52459 w 375408"/>
                <a:gd name="connsiteY16" fmla="*/ 144262 h 365572"/>
                <a:gd name="connsiteX17" fmla="*/ 57377 w 375408"/>
                <a:gd name="connsiteY17" fmla="*/ 140983 h 365572"/>
                <a:gd name="connsiteX18" fmla="*/ 60656 w 375408"/>
                <a:gd name="connsiteY18" fmla="*/ 139344 h 365572"/>
                <a:gd name="connsiteX19" fmla="*/ 63935 w 375408"/>
                <a:gd name="connsiteY19" fmla="*/ 137704 h 365572"/>
                <a:gd name="connsiteX20" fmla="*/ 67213 w 375408"/>
                <a:gd name="connsiteY20" fmla="*/ 136065 h 365572"/>
                <a:gd name="connsiteX21" fmla="*/ 68852 w 375408"/>
                <a:gd name="connsiteY21" fmla="*/ 134426 h 365572"/>
                <a:gd name="connsiteX22" fmla="*/ 68852 w 375408"/>
                <a:gd name="connsiteY22" fmla="*/ 134426 h 365572"/>
                <a:gd name="connsiteX23" fmla="*/ 72131 w 375408"/>
                <a:gd name="connsiteY23" fmla="*/ 131147 h 365572"/>
                <a:gd name="connsiteX24" fmla="*/ 75410 w 375408"/>
                <a:gd name="connsiteY24" fmla="*/ 129508 h 365572"/>
                <a:gd name="connsiteX25" fmla="*/ 77049 w 375408"/>
                <a:gd name="connsiteY25" fmla="*/ 129508 h 365572"/>
                <a:gd name="connsiteX26" fmla="*/ 78688 w 375408"/>
                <a:gd name="connsiteY26" fmla="*/ 124590 h 365572"/>
                <a:gd name="connsiteX27" fmla="*/ 78688 w 375408"/>
                <a:gd name="connsiteY27" fmla="*/ 121311 h 365572"/>
                <a:gd name="connsiteX28" fmla="*/ 81967 w 375408"/>
                <a:gd name="connsiteY28" fmla="*/ 118032 h 365572"/>
                <a:gd name="connsiteX29" fmla="*/ 83606 w 375408"/>
                <a:gd name="connsiteY29" fmla="*/ 113114 h 365572"/>
                <a:gd name="connsiteX30" fmla="*/ 81967 w 375408"/>
                <a:gd name="connsiteY30" fmla="*/ 109836 h 365572"/>
                <a:gd name="connsiteX31" fmla="*/ 81967 w 375408"/>
                <a:gd name="connsiteY31" fmla="*/ 104918 h 365572"/>
                <a:gd name="connsiteX32" fmla="*/ 81967 w 375408"/>
                <a:gd name="connsiteY32" fmla="*/ 103278 h 365572"/>
                <a:gd name="connsiteX33" fmla="*/ 81967 w 375408"/>
                <a:gd name="connsiteY33" fmla="*/ 100000 h 365572"/>
                <a:gd name="connsiteX34" fmla="*/ 80328 w 375408"/>
                <a:gd name="connsiteY34" fmla="*/ 98360 h 365572"/>
                <a:gd name="connsiteX35" fmla="*/ 80328 w 375408"/>
                <a:gd name="connsiteY35" fmla="*/ 98360 h 365572"/>
                <a:gd name="connsiteX36" fmla="*/ 80328 w 375408"/>
                <a:gd name="connsiteY36" fmla="*/ 93442 h 365572"/>
                <a:gd name="connsiteX37" fmla="*/ 81967 w 375408"/>
                <a:gd name="connsiteY37" fmla="*/ 90164 h 365572"/>
                <a:gd name="connsiteX38" fmla="*/ 81967 w 375408"/>
                <a:gd name="connsiteY38" fmla="*/ 86885 h 365572"/>
                <a:gd name="connsiteX39" fmla="*/ 81967 w 375408"/>
                <a:gd name="connsiteY39" fmla="*/ 81967 h 365572"/>
                <a:gd name="connsiteX40" fmla="*/ 83606 w 375408"/>
                <a:gd name="connsiteY40" fmla="*/ 78688 h 365572"/>
                <a:gd name="connsiteX41" fmla="*/ 85246 w 375408"/>
                <a:gd name="connsiteY41" fmla="*/ 75410 h 365572"/>
                <a:gd name="connsiteX42" fmla="*/ 83606 w 375408"/>
                <a:gd name="connsiteY42" fmla="*/ 72131 h 365572"/>
                <a:gd name="connsiteX43" fmla="*/ 83606 w 375408"/>
                <a:gd name="connsiteY43" fmla="*/ 67213 h 365572"/>
                <a:gd name="connsiteX44" fmla="*/ 81967 w 375408"/>
                <a:gd name="connsiteY44" fmla="*/ 63934 h 365572"/>
                <a:gd name="connsiteX45" fmla="*/ 78688 w 375408"/>
                <a:gd name="connsiteY45" fmla="*/ 60656 h 365572"/>
                <a:gd name="connsiteX46" fmla="*/ 78688 w 375408"/>
                <a:gd name="connsiteY46" fmla="*/ 55738 h 365572"/>
                <a:gd name="connsiteX47" fmla="*/ 78688 w 375408"/>
                <a:gd name="connsiteY47" fmla="*/ 52459 h 365572"/>
                <a:gd name="connsiteX48" fmla="*/ 78688 w 375408"/>
                <a:gd name="connsiteY48" fmla="*/ 47541 h 365572"/>
                <a:gd name="connsiteX49" fmla="*/ 78688 w 375408"/>
                <a:gd name="connsiteY49" fmla="*/ 47541 h 365572"/>
                <a:gd name="connsiteX50" fmla="*/ 78688 w 375408"/>
                <a:gd name="connsiteY50" fmla="*/ 44262 h 365572"/>
                <a:gd name="connsiteX51" fmla="*/ 78688 w 375408"/>
                <a:gd name="connsiteY51" fmla="*/ 42623 h 365572"/>
                <a:gd name="connsiteX52" fmla="*/ 78688 w 375408"/>
                <a:gd name="connsiteY52" fmla="*/ 42623 h 365572"/>
                <a:gd name="connsiteX53" fmla="*/ 80328 w 375408"/>
                <a:gd name="connsiteY53" fmla="*/ 39344 h 365572"/>
                <a:gd name="connsiteX54" fmla="*/ 80328 w 375408"/>
                <a:gd name="connsiteY54" fmla="*/ 37705 h 365572"/>
                <a:gd name="connsiteX55" fmla="*/ 85246 w 375408"/>
                <a:gd name="connsiteY55" fmla="*/ 36066 h 365572"/>
                <a:gd name="connsiteX56" fmla="*/ 88525 w 375408"/>
                <a:gd name="connsiteY56" fmla="*/ 36066 h 365572"/>
                <a:gd name="connsiteX57" fmla="*/ 91803 w 375408"/>
                <a:gd name="connsiteY57" fmla="*/ 34426 h 365572"/>
                <a:gd name="connsiteX58" fmla="*/ 95082 w 375408"/>
                <a:gd name="connsiteY58" fmla="*/ 32787 h 365572"/>
                <a:gd name="connsiteX59" fmla="*/ 100000 w 375408"/>
                <a:gd name="connsiteY59" fmla="*/ 29508 h 365572"/>
                <a:gd name="connsiteX60" fmla="*/ 103279 w 375408"/>
                <a:gd name="connsiteY60" fmla="*/ 26229 h 365572"/>
                <a:gd name="connsiteX61" fmla="*/ 103279 w 375408"/>
                <a:gd name="connsiteY61" fmla="*/ 24590 h 365572"/>
                <a:gd name="connsiteX62" fmla="*/ 104918 w 375408"/>
                <a:gd name="connsiteY62" fmla="*/ 24590 h 365572"/>
                <a:gd name="connsiteX63" fmla="*/ 106557 w 375408"/>
                <a:gd name="connsiteY63" fmla="*/ 21311 h 365572"/>
                <a:gd name="connsiteX64" fmla="*/ 108196 w 375408"/>
                <a:gd name="connsiteY64" fmla="*/ 19672 h 365572"/>
                <a:gd name="connsiteX65" fmla="*/ 109836 w 375408"/>
                <a:gd name="connsiteY65" fmla="*/ 18033 h 365572"/>
                <a:gd name="connsiteX66" fmla="*/ 111475 w 375408"/>
                <a:gd name="connsiteY66" fmla="*/ 16393 h 365572"/>
                <a:gd name="connsiteX67" fmla="*/ 113115 w 375408"/>
                <a:gd name="connsiteY67" fmla="*/ 13115 h 365572"/>
                <a:gd name="connsiteX68" fmla="*/ 113115 w 375408"/>
                <a:gd name="connsiteY68" fmla="*/ 11476 h 365572"/>
                <a:gd name="connsiteX69" fmla="*/ 114754 w 375408"/>
                <a:gd name="connsiteY69" fmla="*/ 11476 h 365572"/>
                <a:gd name="connsiteX70" fmla="*/ 118032 w 375408"/>
                <a:gd name="connsiteY70" fmla="*/ 9836 h 365572"/>
                <a:gd name="connsiteX71" fmla="*/ 121311 w 375408"/>
                <a:gd name="connsiteY71" fmla="*/ 8197 h 365572"/>
                <a:gd name="connsiteX72" fmla="*/ 122950 w 375408"/>
                <a:gd name="connsiteY72" fmla="*/ 4918 h 365572"/>
                <a:gd name="connsiteX73" fmla="*/ 124590 w 375408"/>
                <a:gd name="connsiteY73" fmla="*/ 1639 h 365572"/>
                <a:gd name="connsiteX74" fmla="*/ 126229 w 375408"/>
                <a:gd name="connsiteY74" fmla="*/ 0 h 365572"/>
                <a:gd name="connsiteX75" fmla="*/ 129508 w 375408"/>
                <a:gd name="connsiteY75" fmla="*/ 0 h 365572"/>
                <a:gd name="connsiteX76" fmla="*/ 134426 w 375408"/>
                <a:gd name="connsiteY76" fmla="*/ 1639 h 365572"/>
                <a:gd name="connsiteX77" fmla="*/ 137705 w 375408"/>
                <a:gd name="connsiteY77" fmla="*/ 0 h 365572"/>
                <a:gd name="connsiteX78" fmla="*/ 140983 w 375408"/>
                <a:gd name="connsiteY78" fmla="*/ 0 h 365572"/>
                <a:gd name="connsiteX79" fmla="*/ 144262 w 375408"/>
                <a:gd name="connsiteY79" fmla="*/ 1639 h 365572"/>
                <a:gd name="connsiteX80" fmla="*/ 147540 w 375408"/>
                <a:gd name="connsiteY80" fmla="*/ 1639 h 365572"/>
                <a:gd name="connsiteX81" fmla="*/ 152459 w 375408"/>
                <a:gd name="connsiteY81" fmla="*/ 4918 h 365572"/>
                <a:gd name="connsiteX82" fmla="*/ 155737 w 375408"/>
                <a:gd name="connsiteY82" fmla="*/ 4918 h 365572"/>
                <a:gd name="connsiteX83" fmla="*/ 159016 w 375408"/>
                <a:gd name="connsiteY83" fmla="*/ 4918 h 365572"/>
                <a:gd name="connsiteX84" fmla="*/ 162295 w 375408"/>
                <a:gd name="connsiteY84" fmla="*/ 4918 h 365572"/>
                <a:gd name="connsiteX85" fmla="*/ 167213 w 375408"/>
                <a:gd name="connsiteY85" fmla="*/ 6557 h 365572"/>
                <a:gd name="connsiteX86" fmla="*/ 170491 w 375408"/>
                <a:gd name="connsiteY86" fmla="*/ 3279 h 365572"/>
                <a:gd name="connsiteX87" fmla="*/ 173770 w 375408"/>
                <a:gd name="connsiteY87" fmla="*/ 1639 h 365572"/>
                <a:gd name="connsiteX88" fmla="*/ 177049 w 375408"/>
                <a:gd name="connsiteY88" fmla="*/ 3279 h 365572"/>
                <a:gd name="connsiteX89" fmla="*/ 180327 w 375408"/>
                <a:gd name="connsiteY89" fmla="*/ 6557 h 365572"/>
                <a:gd name="connsiteX90" fmla="*/ 178688 w 375408"/>
                <a:gd name="connsiteY90" fmla="*/ 9836 h 365572"/>
                <a:gd name="connsiteX91" fmla="*/ 180327 w 375408"/>
                <a:gd name="connsiteY91" fmla="*/ 14754 h 365572"/>
                <a:gd name="connsiteX92" fmla="*/ 183606 w 375408"/>
                <a:gd name="connsiteY92" fmla="*/ 16393 h 365572"/>
                <a:gd name="connsiteX93" fmla="*/ 186885 w 375408"/>
                <a:gd name="connsiteY93" fmla="*/ 13115 h 365572"/>
                <a:gd name="connsiteX94" fmla="*/ 190163 w 375408"/>
                <a:gd name="connsiteY94" fmla="*/ 11476 h 365572"/>
                <a:gd name="connsiteX95" fmla="*/ 195081 w 375408"/>
                <a:gd name="connsiteY95" fmla="*/ 8197 h 365572"/>
                <a:gd name="connsiteX96" fmla="*/ 198360 w 375408"/>
                <a:gd name="connsiteY96" fmla="*/ 8197 h 365572"/>
                <a:gd name="connsiteX97" fmla="*/ 199999 w 375408"/>
                <a:gd name="connsiteY97" fmla="*/ 9836 h 365572"/>
                <a:gd name="connsiteX98" fmla="*/ 199999 w 375408"/>
                <a:gd name="connsiteY98" fmla="*/ 11476 h 365572"/>
                <a:gd name="connsiteX99" fmla="*/ 203278 w 375408"/>
                <a:gd name="connsiteY99" fmla="*/ 14754 h 365572"/>
                <a:gd name="connsiteX100" fmla="*/ 204917 w 375408"/>
                <a:gd name="connsiteY100" fmla="*/ 18033 h 365572"/>
                <a:gd name="connsiteX101" fmla="*/ 204917 w 375408"/>
                <a:gd name="connsiteY101" fmla="*/ 21311 h 365572"/>
                <a:gd name="connsiteX102" fmla="*/ 206557 w 375408"/>
                <a:gd name="connsiteY102" fmla="*/ 26229 h 365572"/>
                <a:gd name="connsiteX103" fmla="*/ 209835 w 375408"/>
                <a:gd name="connsiteY103" fmla="*/ 26229 h 365572"/>
                <a:gd name="connsiteX104" fmla="*/ 209835 w 375408"/>
                <a:gd name="connsiteY104" fmla="*/ 26229 h 365572"/>
                <a:gd name="connsiteX105" fmla="*/ 213114 w 375408"/>
                <a:gd name="connsiteY105" fmla="*/ 29508 h 365572"/>
                <a:gd name="connsiteX106" fmla="*/ 211475 w 375408"/>
                <a:gd name="connsiteY106" fmla="*/ 32787 h 365572"/>
                <a:gd name="connsiteX107" fmla="*/ 211475 w 375408"/>
                <a:gd name="connsiteY107" fmla="*/ 36066 h 365572"/>
                <a:gd name="connsiteX108" fmla="*/ 214753 w 375408"/>
                <a:gd name="connsiteY108" fmla="*/ 39344 h 365572"/>
                <a:gd name="connsiteX109" fmla="*/ 218032 w 375408"/>
                <a:gd name="connsiteY109" fmla="*/ 40983 h 365572"/>
                <a:gd name="connsiteX110" fmla="*/ 221310 w 375408"/>
                <a:gd name="connsiteY110" fmla="*/ 44262 h 365572"/>
                <a:gd name="connsiteX111" fmla="*/ 222950 w 375408"/>
                <a:gd name="connsiteY111" fmla="*/ 47541 h 365572"/>
                <a:gd name="connsiteX112" fmla="*/ 224589 w 375408"/>
                <a:gd name="connsiteY112" fmla="*/ 50820 h 365572"/>
                <a:gd name="connsiteX113" fmla="*/ 224589 w 375408"/>
                <a:gd name="connsiteY113" fmla="*/ 52459 h 365572"/>
                <a:gd name="connsiteX114" fmla="*/ 227868 w 375408"/>
                <a:gd name="connsiteY114" fmla="*/ 55738 h 365572"/>
                <a:gd name="connsiteX115" fmla="*/ 226229 w 375408"/>
                <a:gd name="connsiteY115" fmla="*/ 59016 h 365572"/>
                <a:gd name="connsiteX116" fmla="*/ 226229 w 375408"/>
                <a:gd name="connsiteY116" fmla="*/ 60656 h 365572"/>
                <a:gd name="connsiteX117" fmla="*/ 232786 w 375408"/>
                <a:gd name="connsiteY117" fmla="*/ 59016 h 365572"/>
                <a:gd name="connsiteX118" fmla="*/ 234425 w 375408"/>
                <a:gd name="connsiteY118" fmla="*/ 60656 h 365572"/>
                <a:gd name="connsiteX119" fmla="*/ 236065 w 375408"/>
                <a:gd name="connsiteY119" fmla="*/ 60656 h 365572"/>
                <a:gd name="connsiteX120" fmla="*/ 237704 w 375408"/>
                <a:gd name="connsiteY120" fmla="*/ 60656 h 365572"/>
                <a:gd name="connsiteX121" fmla="*/ 239343 w 375408"/>
                <a:gd name="connsiteY121" fmla="*/ 62295 h 365572"/>
                <a:gd name="connsiteX122" fmla="*/ 240983 w 375408"/>
                <a:gd name="connsiteY122" fmla="*/ 67213 h 365572"/>
                <a:gd name="connsiteX123" fmla="*/ 245901 w 375408"/>
                <a:gd name="connsiteY123" fmla="*/ 67213 h 365572"/>
                <a:gd name="connsiteX124" fmla="*/ 249179 w 375408"/>
                <a:gd name="connsiteY124" fmla="*/ 67213 h 365572"/>
                <a:gd name="connsiteX125" fmla="*/ 252458 w 375408"/>
                <a:gd name="connsiteY125" fmla="*/ 67213 h 365572"/>
                <a:gd name="connsiteX126" fmla="*/ 255737 w 375408"/>
                <a:gd name="connsiteY126" fmla="*/ 65573 h 365572"/>
                <a:gd name="connsiteX127" fmla="*/ 259016 w 375408"/>
                <a:gd name="connsiteY127" fmla="*/ 67213 h 365572"/>
                <a:gd name="connsiteX128" fmla="*/ 263933 w 375408"/>
                <a:gd name="connsiteY128" fmla="*/ 67213 h 365572"/>
                <a:gd name="connsiteX129" fmla="*/ 262294 w 375408"/>
                <a:gd name="connsiteY129" fmla="*/ 72131 h 365572"/>
                <a:gd name="connsiteX130" fmla="*/ 259016 w 375408"/>
                <a:gd name="connsiteY130" fmla="*/ 72131 h 365572"/>
                <a:gd name="connsiteX131" fmla="*/ 254097 w 375408"/>
                <a:gd name="connsiteY131" fmla="*/ 73770 h 365572"/>
                <a:gd name="connsiteX132" fmla="*/ 252458 w 375408"/>
                <a:gd name="connsiteY132" fmla="*/ 77049 h 365572"/>
                <a:gd name="connsiteX133" fmla="*/ 252458 w 375408"/>
                <a:gd name="connsiteY133" fmla="*/ 78688 h 365572"/>
                <a:gd name="connsiteX134" fmla="*/ 252458 w 375408"/>
                <a:gd name="connsiteY134" fmla="*/ 83606 h 365572"/>
                <a:gd name="connsiteX135" fmla="*/ 255737 w 375408"/>
                <a:gd name="connsiteY135" fmla="*/ 86885 h 365572"/>
                <a:gd name="connsiteX136" fmla="*/ 259016 w 375408"/>
                <a:gd name="connsiteY136" fmla="*/ 90164 h 365572"/>
                <a:gd name="connsiteX137" fmla="*/ 259016 w 375408"/>
                <a:gd name="connsiteY137" fmla="*/ 91803 h 365572"/>
                <a:gd name="connsiteX138" fmla="*/ 260655 w 375408"/>
                <a:gd name="connsiteY138" fmla="*/ 96721 h 365572"/>
                <a:gd name="connsiteX139" fmla="*/ 260655 w 375408"/>
                <a:gd name="connsiteY139" fmla="*/ 98360 h 365572"/>
                <a:gd name="connsiteX140" fmla="*/ 260655 w 375408"/>
                <a:gd name="connsiteY140" fmla="*/ 100000 h 365572"/>
                <a:gd name="connsiteX141" fmla="*/ 255737 w 375408"/>
                <a:gd name="connsiteY141" fmla="*/ 101639 h 365572"/>
                <a:gd name="connsiteX142" fmla="*/ 252458 w 375408"/>
                <a:gd name="connsiteY142" fmla="*/ 100000 h 365572"/>
                <a:gd name="connsiteX143" fmla="*/ 252458 w 375408"/>
                <a:gd name="connsiteY143" fmla="*/ 100000 h 365572"/>
                <a:gd name="connsiteX144" fmla="*/ 250819 w 375408"/>
                <a:gd name="connsiteY144" fmla="*/ 103278 h 365572"/>
                <a:gd name="connsiteX145" fmla="*/ 252458 w 375408"/>
                <a:gd name="connsiteY145" fmla="*/ 106557 h 365572"/>
                <a:gd name="connsiteX146" fmla="*/ 247540 w 375408"/>
                <a:gd name="connsiteY146" fmla="*/ 108196 h 365572"/>
                <a:gd name="connsiteX147" fmla="*/ 247540 w 375408"/>
                <a:gd name="connsiteY147" fmla="*/ 108196 h 365572"/>
                <a:gd name="connsiteX148" fmla="*/ 245901 w 375408"/>
                <a:gd name="connsiteY148" fmla="*/ 111475 h 365572"/>
                <a:gd name="connsiteX149" fmla="*/ 244262 w 375408"/>
                <a:gd name="connsiteY149" fmla="*/ 116393 h 365572"/>
                <a:gd name="connsiteX150" fmla="*/ 247540 w 375408"/>
                <a:gd name="connsiteY150" fmla="*/ 119672 h 365572"/>
                <a:gd name="connsiteX151" fmla="*/ 247540 w 375408"/>
                <a:gd name="connsiteY151" fmla="*/ 122950 h 365572"/>
                <a:gd name="connsiteX152" fmla="*/ 244262 w 375408"/>
                <a:gd name="connsiteY152" fmla="*/ 122950 h 365572"/>
                <a:gd name="connsiteX153" fmla="*/ 240983 w 375408"/>
                <a:gd name="connsiteY153" fmla="*/ 121311 h 365572"/>
                <a:gd name="connsiteX154" fmla="*/ 240983 w 375408"/>
                <a:gd name="connsiteY154" fmla="*/ 122950 h 365572"/>
                <a:gd name="connsiteX155" fmla="*/ 237704 w 375408"/>
                <a:gd name="connsiteY155" fmla="*/ 127868 h 365572"/>
                <a:gd name="connsiteX156" fmla="*/ 239343 w 375408"/>
                <a:gd name="connsiteY156" fmla="*/ 131147 h 365572"/>
                <a:gd name="connsiteX157" fmla="*/ 242622 w 375408"/>
                <a:gd name="connsiteY157" fmla="*/ 132786 h 365572"/>
                <a:gd name="connsiteX158" fmla="*/ 244262 w 375408"/>
                <a:gd name="connsiteY158" fmla="*/ 136065 h 365572"/>
                <a:gd name="connsiteX159" fmla="*/ 244262 w 375408"/>
                <a:gd name="connsiteY159" fmla="*/ 139344 h 365572"/>
                <a:gd name="connsiteX160" fmla="*/ 242622 w 375408"/>
                <a:gd name="connsiteY160" fmla="*/ 144262 h 365572"/>
                <a:gd name="connsiteX161" fmla="*/ 240983 w 375408"/>
                <a:gd name="connsiteY161" fmla="*/ 147540 h 365572"/>
                <a:gd name="connsiteX162" fmla="*/ 240983 w 375408"/>
                <a:gd name="connsiteY162" fmla="*/ 149180 h 365572"/>
                <a:gd name="connsiteX163" fmla="*/ 239343 w 375408"/>
                <a:gd name="connsiteY163" fmla="*/ 149180 h 365572"/>
                <a:gd name="connsiteX164" fmla="*/ 240983 w 375408"/>
                <a:gd name="connsiteY164" fmla="*/ 150819 h 365572"/>
                <a:gd name="connsiteX165" fmla="*/ 240983 w 375408"/>
                <a:gd name="connsiteY165" fmla="*/ 150819 h 365572"/>
                <a:gd name="connsiteX166" fmla="*/ 245901 w 375408"/>
                <a:gd name="connsiteY166" fmla="*/ 152458 h 365572"/>
                <a:gd name="connsiteX167" fmla="*/ 247540 w 375408"/>
                <a:gd name="connsiteY167" fmla="*/ 157376 h 365572"/>
                <a:gd name="connsiteX168" fmla="*/ 249179 w 375408"/>
                <a:gd name="connsiteY168" fmla="*/ 160655 h 365572"/>
                <a:gd name="connsiteX169" fmla="*/ 254097 w 375408"/>
                <a:gd name="connsiteY169" fmla="*/ 163934 h 365572"/>
                <a:gd name="connsiteX170" fmla="*/ 257376 w 375408"/>
                <a:gd name="connsiteY170" fmla="*/ 163934 h 365572"/>
                <a:gd name="connsiteX171" fmla="*/ 260655 w 375408"/>
                <a:gd name="connsiteY171" fmla="*/ 167213 h 365572"/>
                <a:gd name="connsiteX172" fmla="*/ 260655 w 375408"/>
                <a:gd name="connsiteY172" fmla="*/ 170491 h 365572"/>
                <a:gd name="connsiteX173" fmla="*/ 263933 w 375408"/>
                <a:gd name="connsiteY173" fmla="*/ 170491 h 365572"/>
                <a:gd name="connsiteX174" fmla="*/ 265573 w 375408"/>
                <a:gd name="connsiteY174" fmla="*/ 172130 h 365572"/>
                <a:gd name="connsiteX175" fmla="*/ 267212 w 375408"/>
                <a:gd name="connsiteY175" fmla="*/ 177048 h 365572"/>
                <a:gd name="connsiteX176" fmla="*/ 270491 w 375408"/>
                <a:gd name="connsiteY176" fmla="*/ 180327 h 365572"/>
                <a:gd name="connsiteX177" fmla="*/ 272130 w 375408"/>
                <a:gd name="connsiteY177" fmla="*/ 183606 h 365572"/>
                <a:gd name="connsiteX178" fmla="*/ 270491 w 375408"/>
                <a:gd name="connsiteY178" fmla="*/ 186885 h 365572"/>
                <a:gd name="connsiteX179" fmla="*/ 267212 w 375408"/>
                <a:gd name="connsiteY179" fmla="*/ 188524 h 365572"/>
                <a:gd name="connsiteX180" fmla="*/ 270491 w 375408"/>
                <a:gd name="connsiteY180" fmla="*/ 190163 h 365572"/>
                <a:gd name="connsiteX181" fmla="*/ 272130 w 375408"/>
                <a:gd name="connsiteY181" fmla="*/ 193442 h 365572"/>
                <a:gd name="connsiteX182" fmla="*/ 275409 w 375408"/>
                <a:gd name="connsiteY182" fmla="*/ 193442 h 365572"/>
                <a:gd name="connsiteX183" fmla="*/ 278687 w 375408"/>
                <a:gd name="connsiteY183" fmla="*/ 193442 h 365572"/>
                <a:gd name="connsiteX184" fmla="*/ 281966 w 375408"/>
                <a:gd name="connsiteY184" fmla="*/ 195081 h 365572"/>
                <a:gd name="connsiteX185" fmla="*/ 285245 w 375408"/>
                <a:gd name="connsiteY185" fmla="*/ 196720 h 365572"/>
                <a:gd name="connsiteX186" fmla="*/ 288523 w 375408"/>
                <a:gd name="connsiteY186" fmla="*/ 198360 h 365572"/>
                <a:gd name="connsiteX187" fmla="*/ 290163 w 375408"/>
                <a:gd name="connsiteY187" fmla="*/ 199999 h 365572"/>
                <a:gd name="connsiteX188" fmla="*/ 293442 w 375408"/>
                <a:gd name="connsiteY188" fmla="*/ 201638 h 365572"/>
                <a:gd name="connsiteX189" fmla="*/ 296720 w 375408"/>
                <a:gd name="connsiteY189" fmla="*/ 204917 h 365572"/>
                <a:gd name="connsiteX190" fmla="*/ 301638 w 375408"/>
                <a:gd name="connsiteY190" fmla="*/ 208196 h 365572"/>
                <a:gd name="connsiteX191" fmla="*/ 304917 w 375408"/>
                <a:gd name="connsiteY191" fmla="*/ 211475 h 365572"/>
                <a:gd name="connsiteX192" fmla="*/ 308196 w 375408"/>
                <a:gd name="connsiteY192" fmla="*/ 214753 h 365572"/>
                <a:gd name="connsiteX193" fmla="*/ 311474 w 375408"/>
                <a:gd name="connsiteY193" fmla="*/ 216393 h 365572"/>
                <a:gd name="connsiteX194" fmla="*/ 314753 w 375408"/>
                <a:gd name="connsiteY194" fmla="*/ 214753 h 365572"/>
                <a:gd name="connsiteX195" fmla="*/ 314753 w 375408"/>
                <a:gd name="connsiteY195" fmla="*/ 214753 h 365572"/>
                <a:gd name="connsiteX196" fmla="*/ 316392 w 375408"/>
                <a:gd name="connsiteY196" fmla="*/ 214753 h 365572"/>
                <a:gd name="connsiteX197" fmla="*/ 319671 w 375408"/>
                <a:gd name="connsiteY197" fmla="*/ 216393 h 365572"/>
                <a:gd name="connsiteX198" fmla="*/ 321310 w 375408"/>
                <a:gd name="connsiteY198" fmla="*/ 219671 h 365572"/>
                <a:gd name="connsiteX199" fmla="*/ 321310 w 375408"/>
                <a:gd name="connsiteY199" fmla="*/ 221310 h 365572"/>
                <a:gd name="connsiteX200" fmla="*/ 324589 w 375408"/>
                <a:gd name="connsiteY200" fmla="*/ 222950 h 365572"/>
                <a:gd name="connsiteX201" fmla="*/ 326228 w 375408"/>
                <a:gd name="connsiteY201" fmla="*/ 227868 h 365572"/>
                <a:gd name="connsiteX202" fmla="*/ 327867 w 375408"/>
                <a:gd name="connsiteY202" fmla="*/ 231147 h 365572"/>
                <a:gd name="connsiteX203" fmla="*/ 327867 w 375408"/>
                <a:gd name="connsiteY203" fmla="*/ 231147 h 365572"/>
                <a:gd name="connsiteX204" fmla="*/ 329507 w 375408"/>
                <a:gd name="connsiteY204" fmla="*/ 231147 h 365572"/>
                <a:gd name="connsiteX205" fmla="*/ 329507 w 375408"/>
                <a:gd name="connsiteY205" fmla="*/ 231147 h 365572"/>
                <a:gd name="connsiteX206" fmla="*/ 332786 w 375408"/>
                <a:gd name="connsiteY206" fmla="*/ 234425 h 365572"/>
                <a:gd name="connsiteX207" fmla="*/ 332786 w 375408"/>
                <a:gd name="connsiteY207" fmla="*/ 236065 h 365572"/>
                <a:gd name="connsiteX208" fmla="*/ 332786 w 375408"/>
                <a:gd name="connsiteY208" fmla="*/ 236065 h 365572"/>
                <a:gd name="connsiteX209" fmla="*/ 334425 w 375408"/>
                <a:gd name="connsiteY209" fmla="*/ 237704 h 365572"/>
                <a:gd name="connsiteX210" fmla="*/ 337703 w 375408"/>
                <a:gd name="connsiteY210" fmla="*/ 240983 h 365572"/>
                <a:gd name="connsiteX211" fmla="*/ 339343 w 375408"/>
                <a:gd name="connsiteY211" fmla="*/ 244261 h 365572"/>
                <a:gd name="connsiteX212" fmla="*/ 339343 w 375408"/>
                <a:gd name="connsiteY212" fmla="*/ 247540 h 365572"/>
                <a:gd name="connsiteX213" fmla="*/ 339343 w 375408"/>
                <a:gd name="connsiteY213" fmla="*/ 249179 h 365572"/>
                <a:gd name="connsiteX214" fmla="*/ 337703 w 375408"/>
                <a:gd name="connsiteY214" fmla="*/ 254097 h 365572"/>
                <a:gd name="connsiteX215" fmla="*/ 337703 w 375408"/>
                <a:gd name="connsiteY215" fmla="*/ 257376 h 365572"/>
                <a:gd name="connsiteX216" fmla="*/ 336064 w 375408"/>
                <a:gd name="connsiteY216" fmla="*/ 260655 h 365572"/>
                <a:gd name="connsiteX217" fmla="*/ 336064 w 375408"/>
                <a:gd name="connsiteY217" fmla="*/ 265573 h 365572"/>
                <a:gd name="connsiteX218" fmla="*/ 336064 w 375408"/>
                <a:gd name="connsiteY218" fmla="*/ 268851 h 365572"/>
                <a:gd name="connsiteX219" fmla="*/ 337703 w 375408"/>
                <a:gd name="connsiteY219" fmla="*/ 272130 h 365572"/>
                <a:gd name="connsiteX220" fmla="*/ 337703 w 375408"/>
                <a:gd name="connsiteY220" fmla="*/ 277048 h 365572"/>
                <a:gd name="connsiteX221" fmla="*/ 339343 w 375408"/>
                <a:gd name="connsiteY221" fmla="*/ 280327 h 365572"/>
                <a:gd name="connsiteX222" fmla="*/ 342622 w 375408"/>
                <a:gd name="connsiteY222" fmla="*/ 280327 h 365572"/>
                <a:gd name="connsiteX223" fmla="*/ 347540 w 375408"/>
                <a:gd name="connsiteY223" fmla="*/ 280327 h 365572"/>
                <a:gd name="connsiteX224" fmla="*/ 350818 w 375408"/>
                <a:gd name="connsiteY224" fmla="*/ 280327 h 365572"/>
                <a:gd name="connsiteX225" fmla="*/ 350818 w 375408"/>
                <a:gd name="connsiteY225" fmla="*/ 285245 h 365572"/>
                <a:gd name="connsiteX226" fmla="*/ 350818 w 375408"/>
                <a:gd name="connsiteY226" fmla="*/ 288523 h 365572"/>
                <a:gd name="connsiteX227" fmla="*/ 352457 w 375408"/>
                <a:gd name="connsiteY227" fmla="*/ 291802 h 365572"/>
                <a:gd name="connsiteX228" fmla="*/ 352457 w 375408"/>
                <a:gd name="connsiteY228" fmla="*/ 296720 h 365572"/>
                <a:gd name="connsiteX229" fmla="*/ 352457 w 375408"/>
                <a:gd name="connsiteY229" fmla="*/ 299999 h 365572"/>
                <a:gd name="connsiteX230" fmla="*/ 354097 w 375408"/>
                <a:gd name="connsiteY230" fmla="*/ 304917 h 365572"/>
                <a:gd name="connsiteX231" fmla="*/ 357376 w 375408"/>
                <a:gd name="connsiteY231" fmla="*/ 304917 h 365572"/>
                <a:gd name="connsiteX232" fmla="*/ 357376 w 375408"/>
                <a:gd name="connsiteY232" fmla="*/ 304917 h 365572"/>
                <a:gd name="connsiteX233" fmla="*/ 359015 w 375408"/>
                <a:gd name="connsiteY233" fmla="*/ 309835 h 365572"/>
                <a:gd name="connsiteX234" fmla="*/ 362294 w 375408"/>
                <a:gd name="connsiteY234" fmla="*/ 309835 h 365572"/>
                <a:gd name="connsiteX235" fmla="*/ 365572 w 375408"/>
                <a:gd name="connsiteY235" fmla="*/ 313113 h 365572"/>
                <a:gd name="connsiteX236" fmla="*/ 368851 w 375408"/>
                <a:gd name="connsiteY236" fmla="*/ 318031 h 365572"/>
                <a:gd name="connsiteX237" fmla="*/ 368851 w 375408"/>
                <a:gd name="connsiteY237" fmla="*/ 321310 h 365572"/>
                <a:gd name="connsiteX238" fmla="*/ 370490 w 375408"/>
                <a:gd name="connsiteY238" fmla="*/ 324589 h 365572"/>
                <a:gd name="connsiteX239" fmla="*/ 373769 w 375408"/>
                <a:gd name="connsiteY239" fmla="*/ 326228 h 365572"/>
                <a:gd name="connsiteX240" fmla="*/ 373769 w 375408"/>
                <a:gd name="connsiteY240" fmla="*/ 326228 h 365572"/>
                <a:gd name="connsiteX241" fmla="*/ 373769 w 375408"/>
                <a:gd name="connsiteY241" fmla="*/ 326228 h 365572"/>
                <a:gd name="connsiteX242" fmla="*/ 375409 w 375408"/>
                <a:gd name="connsiteY242" fmla="*/ 327867 h 365572"/>
                <a:gd name="connsiteX243" fmla="*/ 370490 w 375408"/>
                <a:gd name="connsiteY243" fmla="*/ 327867 h 365572"/>
                <a:gd name="connsiteX244" fmla="*/ 367212 w 375408"/>
                <a:gd name="connsiteY244" fmla="*/ 326228 h 365572"/>
                <a:gd name="connsiteX245" fmla="*/ 363933 w 375408"/>
                <a:gd name="connsiteY245" fmla="*/ 324589 h 365572"/>
                <a:gd name="connsiteX246" fmla="*/ 359015 w 375408"/>
                <a:gd name="connsiteY246" fmla="*/ 322950 h 365572"/>
                <a:gd name="connsiteX247" fmla="*/ 355736 w 375408"/>
                <a:gd name="connsiteY247" fmla="*/ 322950 h 365572"/>
                <a:gd name="connsiteX248" fmla="*/ 352457 w 375408"/>
                <a:gd name="connsiteY248" fmla="*/ 322950 h 365572"/>
                <a:gd name="connsiteX249" fmla="*/ 350818 w 375408"/>
                <a:gd name="connsiteY249" fmla="*/ 319671 h 365572"/>
                <a:gd name="connsiteX250" fmla="*/ 352457 w 375408"/>
                <a:gd name="connsiteY250" fmla="*/ 322950 h 365572"/>
                <a:gd name="connsiteX251" fmla="*/ 352457 w 375408"/>
                <a:gd name="connsiteY251" fmla="*/ 322950 h 365572"/>
                <a:gd name="connsiteX252" fmla="*/ 347540 w 375408"/>
                <a:gd name="connsiteY252" fmla="*/ 322950 h 365572"/>
                <a:gd name="connsiteX253" fmla="*/ 344261 w 375408"/>
                <a:gd name="connsiteY253" fmla="*/ 321310 h 365572"/>
                <a:gd name="connsiteX254" fmla="*/ 342622 w 375408"/>
                <a:gd name="connsiteY254" fmla="*/ 321310 h 365572"/>
                <a:gd name="connsiteX255" fmla="*/ 339343 w 375408"/>
                <a:gd name="connsiteY255" fmla="*/ 321310 h 365572"/>
                <a:gd name="connsiteX256" fmla="*/ 336064 w 375408"/>
                <a:gd name="connsiteY256" fmla="*/ 321310 h 365572"/>
                <a:gd name="connsiteX257" fmla="*/ 334425 w 375408"/>
                <a:gd name="connsiteY257" fmla="*/ 321310 h 365572"/>
                <a:gd name="connsiteX258" fmla="*/ 334425 w 375408"/>
                <a:gd name="connsiteY258" fmla="*/ 321310 h 365572"/>
                <a:gd name="connsiteX259" fmla="*/ 331146 w 375408"/>
                <a:gd name="connsiteY259" fmla="*/ 321310 h 365572"/>
                <a:gd name="connsiteX260" fmla="*/ 327867 w 375408"/>
                <a:gd name="connsiteY260" fmla="*/ 322950 h 365572"/>
                <a:gd name="connsiteX261" fmla="*/ 324589 w 375408"/>
                <a:gd name="connsiteY261" fmla="*/ 322950 h 365572"/>
                <a:gd name="connsiteX262" fmla="*/ 322950 w 375408"/>
                <a:gd name="connsiteY262" fmla="*/ 324589 h 365572"/>
                <a:gd name="connsiteX263" fmla="*/ 321310 w 375408"/>
                <a:gd name="connsiteY263" fmla="*/ 327867 h 365572"/>
                <a:gd name="connsiteX264" fmla="*/ 319671 w 375408"/>
                <a:gd name="connsiteY264" fmla="*/ 332785 h 365572"/>
                <a:gd name="connsiteX265" fmla="*/ 318032 w 375408"/>
                <a:gd name="connsiteY265" fmla="*/ 336064 h 365572"/>
                <a:gd name="connsiteX266" fmla="*/ 318032 w 375408"/>
                <a:gd name="connsiteY266" fmla="*/ 339343 h 365572"/>
                <a:gd name="connsiteX267" fmla="*/ 316392 w 375408"/>
                <a:gd name="connsiteY267" fmla="*/ 342622 h 365572"/>
                <a:gd name="connsiteX268" fmla="*/ 314753 w 375408"/>
                <a:gd name="connsiteY268" fmla="*/ 347540 h 365572"/>
                <a:gd name="connsiteX269" fmla="*/ 313113 w 375408"/>
                <a:gd name="connsiteY269" fmla="*/ 350818 h 365572"/>
                <a:gd name="connsiteX270" fmla="*/ 311474 w 375408"/>
                <a:gd name="connsiteY270" fmla="*/ 354097 h 365572"/>
                <a:gd name="connsiteX271" fmla="*/ 308196 w 375408"/>
                <a:gd name="connsiteY271" fmla="*/ 357375 h 365572"/>
                <a:gd name="connsiteX272" fmla="*/ 308196 w 375408"/>
                <a:gd name="connsiteY272" fmla="*/ 359015 h 365572"/>
                <a:gd name="connsiteX273" fmla="*/ 308196 w 375408"/>
                <a:gd name="connsiteY273" fmla="*/ 359015 h 365572"/>
                <a:gd name="connsiteX274" fmla="*/ 308196 w 375408"/>
                <a:gd name="connsiteY274" fmla="*/ 360654 h 365572"/>
                <a:gd name="connsiteX275" fmla="*/ 304917 w 375408"/>
                <a:gd name="connsiteY275" fmla="*/ 363933 h 365572"/>
                <a:gd name="connsiteX276" fmla="*/ 303277 w 375408"/>
                <a:gd name="connsiteY276" fmla="*/ 363933 h 365572"/>
                <a:gd name="connsiteX277" fmla="*/ 303277 w 375408"/>
                <a:gd name="connsiteY277" fmla="*/ 363933 h 365572"/>
                <a:gd name="connsiteX278" fmla="*/ 298360 w 375408"/>
                <a:gd name="connsiteY278" fmla="*/ 365572 h 365572"/>
                <a:gd name="connsiteX279" fmla="*/ 295081 w 375408"/>
                <a:gd name="connsiteY279" fmla="*/ 365572 h 365572"/>
                <a:gd name="connsiteX280" fmla="*/ 288523 w 375408"/>
                <a:gd name="connsiteY280" fmla="*/ 363933 h 365572"/>
                <a:gd name="connsiteX281" fmla="*/ 280327 w 375408"/>
                <a:gd name="connsiteY281" fmla="*/ 363933 h 365572"/>
                <a:gd name="connsiteX282" fmla="*/ 275409 w 375408"/>
                <a:gd name="connsiteY282" fmla="*/ 363933 h 365572"/>
                <a:gd name="connsiteX283" fmla="*/ 268852 w 375408"/>
                <a:gd name="connsiteY283" fmla="*/ 362294 h 365572"/>
                <a:gd name="connsiteX284" fmla="*/ 262294 w 375408"/>
                <a:gd name="connsiteY284" fmla="*/ 362294 h 365572"/>
                <a:gd name="connsiteX285" fmla="*/ 255737 w 375408"/>
                <a:gd name="connsiteY285" fmla="*/ 360654 h 365572"/>
                <a:gd name="connsiteX286" fmla="*/ 249179 w 375408"/>
                <a:gd name="connsiteY286" fmla="*/ 360654 h 365572"/>
                <a:gd name="connsiteX287" fmla="*/ 245901 w 375408"/>
                <a:gd name="connsiteY287" fmla="*/ 360654 h 365572"/>
                <a:gd name="connsiteX288" fmla="*/ 244262 w 375408"/>
                <a:gd name="connsiteY288" fmla="*/ 360654 h 365572"/>
                <a:gd name="connsiteX289" fmla="*/ 240983 w 375408"/>
                <a:gd name="connsiteY289" fmla="*/ 360654 h 365572"/>
                <a:gd name="connsiteX290" fmla="*/ 236065 w 375408"/>
                <a:gd name="connsiteY290" fmla="*/ 359015 h 365572"/>
                <a:gd name="connsiteX291" fmla="*/ 231147 w 375408"/>
                <a:gd name="connsiteY291" fmla="*/ 355736 h 365572"/>
                <a:gd name="connsiteX292" fmla="*/ 226229 w 375408"/>
                <a:gd name="connsiteY292" fmla="*/ 352457 h 365572"/>
                <a:gd name="connsiteX293" fmla="*/ 221310 w 375408"/>
                <a:gd name="connsiteY293" fmla="*/ 349179 h 365572"/>
                <a:gd name="connsiteX294" fmla="*/ 216393 w 375408"/>
                <a:gd name="connsiteY294" fmla="*/ 344261 h 365572"/>
                <a:gd name="connsiteX295" fmla="*/ 208196 w 375408"/>
                <a:gd name="connsiteY295" fmla="*/ 339343 h 365572"/>
                <a:gd name="connsiteX296" fmla="*/ 204917 w 375408"/>
                <a:gd name="connsiteY296" fmla="*/ 334425 h 365572"/>
                <a:gd name="connsiteX297" fmla="*/ 199999 w 375408"/>
                <a:gd name="connsiteY297" fmla="*/ 331146 h 365572"/>
                <a:gd name="connsiteX298" fmla="*/ 198360 w 375408"/>
                <a:gd name="connsiteY298" fmla="*/ 331146 h 365572"/>
                <a:gd name="connsiteX299" fmla="*/ 195081 w 375408"/>
                <a:gd name="connsiteY299" fmla="*/ 327867 h 365572"/>
                <a:gd name="connsiteX300" fmla="*/ 191803 w 375408"/>
                <a:gd name="connsiteY300" fmla="*/ 324589 h 365572"/>
                <a:gd name="connsiteX301" fmla="*/ 190163 w 375408"/>
                <a:gd name="connsiteY301" fmla="*/ 324589 h 365572"/>
                <a:gd name="connsiteX302" fmla="*/ 190163 w 375408"/>
                <a:gd name="connsiteY302" fmla="*/ 324589 h 365572"/>
                <a:gd name="connsiteX303" fmla="*/ 185245 w 375408"/>
                <a:gd name="connsiteY303" fmla="*/ 319671 h 365572"/>
                <a:gd name="connsiteX304" fmla="*/ 180327 w 375408"/>
                <a:gd name="connsiteY304" fmla="*/ 316392 h 365572"/>
                <a:gd name="connsiteX305" fmla="*/ 177049 w 375408"/>
                <a:gd name="connsiteY305" fmla="*/ 313113 h 365572"/>
                <a:gd name="connsiteX306" fmla="*/ 172130 w 375408"/>
                <a:gd name="connsiteY306" fmla="*/ 309835 h 365572"/>
                <a:gd name="connsiteX307" fmla="*/ 167213 w 375408"/>
                <a:gd name="connsiteY307" fmla="*/ 306556 h 365572"/>
                <a:gd name="connsiteX308" fmla="*/ 163934 w 375408"/>
                <a:gd name="connsiteY308" fmla="*/ 303277 h 365572"/>
                <a:gd name="connsiteX309" fmla="*/ 159016 w 375408"/>
                <a:gd name="connsiteY309" fmla="*/ 299999 h 365572"/>
                <a:gd name="connsiteX310" fmla="*/ 152459 w 375408"/>
                <a:gd name="connsiteY310" fmla="*/ 293441 h 365572"/>
                <a:gd name="connsiteX311" fmla="*/ 147540 w 375408"/>
                <a:gd name="connsiteY311" fmla="*/ 290163 h 365572"/>
                <a:gd name="connsiteX312" fmla="*/ 142623 w 375408"/>
                <a:gd name="connsiteY312" fmla="*/ 285245 h 365572"/>
                <a:gd name="connsiteX313" fmla="*/ 136065 w 375408"/>
                <a:gd name="connsiteY313" fmla="*/ 280327 h 365572"/>
                <a:gd name="connsiteX314" fmla="*/ 129508 w 375408"/>
                <a:gd name="connsiteY314" fmla="*/ 275409 h 365572"/>
                <a:gd name="connsiteX315" fmla="*/ 126229 w 375408"/>
                <a:gd name="connsiteY315" fmla="*/ 273769 h 365572"/>
                <a:gd name="connsiteX316" fmla="*/ 121311 w 375408"/>
                <a:gd name="connsiteY316" fmla="*/ 272130 h 365572"/>
                <a:gd name="connsiteX317" fmla="*/ 118032 w 375408"/>
                <a:gd name="connsiteY317" fmla="*/ 270491 h 365572"/>
                <a:gd name="connsiteX318" fmla="*/ 114754 w 375408"/>
                <a:gd name="connsiteY318" fmla="*/ 268851 h 365572"/>
                <a:gd name="connsiteX319" fmla="*/ 113115 w 375408"/>
                <a:gd name="connsiteY319" fmla="*/ 267212 h 365572"/>
                <a:gd name="connsiteX320" fmla="*/ 109836 w 375408"/>
                <a:gd name="connsiteY320" fmla="*/ 265573 h 365572"/>
                <a:gd name="connsiteX321" fmla="*/ 104918 w 375408"/>
                <a:gd name="connsiteY321" fmla="*/ 263933 h 365572"/>
                <a:gd name="connsiteX322" fmla="*/ 104918 w 375408"/>
                <a:gd name="connsiteY322" fmla="*/ 263933 h 365572"/>
                <a:gd name="connsiteX323" fmla="*/ 98360 w 375408"/>
                <a:gd name="connsiteY323" fmla="*/ 259015 h 365572"/>
                <a:gd name="connsiteX324" fmla="*/ 90164 w 375408"/>
                <a:gd name="connsiteY324" fmla="*/ 254097 h 365572"/>
                <a:gd name="connsiteX325" fmla="*/ 85246 w 375408"/>
                <a:gd name="connsiteY325" fmla="*/ 250819 h 365572"/>
                <a:gd name="connsiteX326" fmla="*/ 78688 w 375408"/>
                <a:gd name="connsiteY326" fmla="*/ 245901 h 365572"/>
                <a:gd name="connsiteX327" fmla="*/ 72131 w 375408"/>
                <a:gd name="connsiteY327" fmla="*/ 242622 h 365572"/>
                <a:gd name="connsiteX328" fmla="*/ 65573 w 375408"/>
                <a:gd name="connsiteY328" fmla="*/ 239343 h 365572"/>
                <a:gd name="connsiteX329" fmla="*/ 62295 w 375408"/>
                <a:gd name="connsiteY329" fmla="*/ 237704 h 365572"/>
                <a:gd name="connsiteX330" fmla="*/ 57377 w 375408"/>
                <a:gd name="connsiteY330" fmla="*/ 237704 h 365572"/>
                <a:gd name="connsiteX331" fmla="*/ 52459 w 375408"/>
                <a:gd name="connsiteY331" fmla="*/ 236065 h 365572"/>
                <a:gd name="connsiteX332" fmla="*/ 50820 w 375408"/>
                <a:gd name="connsiteY332" fmla="*/ 236065 h 365572"/>
                <a:gd name="connsiteX333" fmla="*/ 42623 w 375408"/>
                <a:gd name="connsiteY333" fmla="*/ 234425 h 365572"/>
                <a:gd name="connsiteX334" fmla="*/ 39344 w 375408"/>
                <a:gd name="connsiteY334" fmla="*/ 234425 h 365572"/>
                <a:gd name="connsiteX335" fmla="*/ 36066 w 375408"/>
                <a:gd name="connsiteY335" fmla="*/ 232786 h 365572"/>
                <a:gd name="connsiteX336" fmla="*/ 31148 w 375408"/>
                <a:gd name="connsiteY336" fmla="*/ 232786 h 365572"/>
                <a:gd name="connsiteX337" fmla="*/ 29508 w 375408"/>
                <a:gd name="connsiteY337" fmla="*/ 232786 h 365572"/>
                <a:gd name="connsiteX338" fmla="*/ 24590 w 375408"/>
                <a:gd name="connsiteY338" fmla="*/ 231147 h 365572"/>
                <a:gd name="connsiteX339" fmla="*/ 19672 w 375408"/>
                <a:gd name="connsiteY339" fmla="*/ 231147 h 365572"/>
                <a:gd name="connsiteX340" fmla="*/ 22951 w 375408"/>
                <a:gd name="connsiteY340" fmla="*/ 226229 h 365572"/>
                <a:gd name="connsiteX341" fmla="*/ 22951 w 375408"/>
                <a:gd name="connsiteY341" fmla="*/ 226229 h 365572"/>
                <a:gd name="connsiteX342" fmla="*/ 24590 w 375408"/>
                <a:gd name="connsiteY342" fmla="*/ 224589 h 365572"/>
                <a:gd name="connsiteX343" fmla="*/ 22951 w 375408"/>
                <a:gd name="connsiteY343" fmla="*/ 221310 h 365572"/>
                <a:gd name="connsiteX344" fmla="*/ 21312 w 375408"/>
                <a:gd name="connsiteY344" fmla="*/ 219671 h 365572"/>
                <a:gd name="connsiteX345" fmla="*/ 19672 w 375408"/>
                <a:gd name="connsiteY345" fmla="*/ 221310 h 365572"/>
                <a:gd name="connsiteX346" fmla="*/ 14754 w 375408"/>
                <a:gd name="connsiteY346" fmla="*/ 222950 h 365572"/>
                <a:gd name="connsiteX347" fmla="*/ 13115 w 375408"/>
                <a:gd name="connsiteY347" fmla="*/ 218032 h 365572"/>
                <a:gd name="connsiteX348" fmla="*/ 11476 w 375408"/>
                <a:gd name="connsiteY348" fmla="*/ 216393 h 365572"/>
                <a:gd name="connsiteX349" fmla="*/ 11476 w 375408"/>
                <a:gd name="connsiteY349" fmla="*/ 216393 h 365572"/>
                <a:gd name="connsiteX350" fmla="*/ 11476 w 375408"/>
                <a:gd name="connsiteY350" fmla="*/ 214753 h 365572"/>
                <a:gd name="connsiteX351" fmla="*/ 11476 w 375408"/>
                <a:gd name="connsiteY351" fmla="*/ 214753 h 365572"/>
                <a:gd name="connsiteX352" fmla="*/ 13115 w 375408"/>
                <a:gd name="connsiteY352" fmla="*/ 214753 h 365572"/>
                <a:gd name="connsiteX353" fmla="*/ 14754 w 375408"/>
                <a:gd name="connsiteY353" fmla="*/ 214753 h 365572"/>
                <a:gd name="connsiteX354" fmla="*/ 13115 w 375408"/>
                <a:gd name="connsiteY354" fmla="*/ 213114 h 365572"/>
                <a:gd name="connsiteX355" fmla="*/ 13115 w 375408"/>
                <a:gd name="connsiteY355" fmla="*/ 209835 h 365572"/>
                <a:gd name="connsiteX356" fmla="*/ 11476 w 375408"/>
                <a:gd name="connsiteY356" fmla="*/ 206557 h 365572"/>
                <a:gd name="connsiteX357" fmla="*/ 11476 w 375408"/>
                <a:gd name="connsiteY357" fmla="*/ 203278 h 365572"/>
                <a:gd name="connsiteX358" fmla="*/ 9836 w 375408"/>
                <a:gd name="connsiteY358" fmla="*/ 203278 h 365572"/>
                <a:gd name="connsiteX359" fmla="*/ 6558 w 375408"/>
                <a:gd name="connsiteY359" fmla="*/ 191803 h 365572"/>
                <a:gd name="connsiteX360" fmla="*/ 4918 w 375408"/>
                <a:gd name="connsiteY360" fmla="*/ 186885 h 365572"/>
                <a:gd name="connsiteX361" fmla="*/ 1639 w 375408"/>
                <a:gd name="connsiteY361" fmla="*/ 180327 h 365572"/>
                <a:gd name="connsiteX362" fmla="*/ 0 w 375408"/>
                <a:gd name="connsiteY362" fmla="*/ 175409 h 36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</a:cxnLst>
              <a:rect l="l" t="t" r="r" b="b"/>
              <a:pathLst>
                <a:path w="375408" h="365572">
                  <a:moveTo>
                    <a:pt x="0" y="175409"/>
                  </a:moveTo>
                  <a:lnTo>
                    <a:pt x="4918" y="173770"/>
                  </a:lnTo>
                  <a:lnTo>
                    <a:pt x="4918" y="172130"/>
                  </a:lnTo>
                  <a:lnTo>
                    <a:pt x="8197" y="170491"/>
                  </a:lnTo>
                  <a:lnTo>
                    <a:pt x="13115" y="168852"/>
                  </a:lnTo>
                  <a:lnTo>
                    <a:pt x="16393" y="165573"/>
                  </a:lnTo>
                  <a:lnTo>
                    <a:pt x="19672" y="163934"/>
                  </a:lnTo>
                  <a:lnTo>
                    <a:pt x="22951" y="160655"/>
                  </a:lnTo>
                  <a:lnTo>
                    <a:pt x="27869" y="159016"/>
                  </a:lnTo>
                  <a:lnTo>
                    <a:pt x="31148" y="157376"/>
                  </a:lnTo>
                  <a:lnTo>
                    <a:pt x="32787" y="155737"/>
                  </a:lnTo>
                  <a:lnTo>
                    <a:pt x="37705" y="154098"/>
                  </a:lnTo>
                  <a:lnTo>
                    <a:pt x="40983" y="150819"/>
                  </a:lnTo>
                  <a:lnTo>
                    <a:pt x="42623" y="150819"/>
                  </a:lnTo>
                  <a:lnTo>
                    <a:pt x="45902" y="147540"/>
                  </a:lnTo>
                  <a:lnTo>
                    <a:pt x="49180" y="145901"/>
                  </a:lnTo>
                  <a:lnTo>
                    <a:pt x="52459" y="144262"/>
                  </a:lnTo>
                  <a:lnTo>
                    <a:pt x="57377" y="140983"/>
                  </a:lnTo>
                  <a:lnTo>
                    <a:pt x="60656" y="139344"/>
                  </a:lnTo>
                  <a:lnTo>
                    <a:pt x="63935" y="137704"/>
                  </a:lnTo>
                  <a:lnTo>
                    <a:pt x="67213" y="136065"/>
                  </a:lnTo>
                  <a:lnTo>
                    <a:pt x="68852" y="134426"/>
                  </a:lnTo>
                  <a:lnTo>
                    <a:pt x="68852" y="134426"/>
                  </a:lnTo>
                  <a:lnTo>
                    <a:pt x="72131" y="131147"/>
                  </a:lnTo>
                  <a:lnTo>
                    <a:pt x="75410" y="129508"/>
                  </a:lnTo>
                  <a:lnTo>
                    <a:pt x="77049" y="129508"/>
                  </a:lnTo>
                  <a:lnTo>
                    <a:pt x="78688" y="124590"/>
                  </a:lnTo>
                  <a:lnTo>
                    <a:pt x="78688" y="121311"/>
                  </a:lnTo>
                  <a:lnTo>
                    <a:pt x="81967" y="118032"/>
                  </a:lnTo>
                  <a:lnTo>
                    <a:pt x="83606" y="113114"/>
                  </a:lnTo>
                  <a:lnTo>
                    <a:pt x="81967" y="109836"/>
                  </a:lnTo>
                  <a:lnTo>
                    <a:pt x="81967" y="104918"/>
                  </a:lnTo>
                  <a:lnTo>
                    <a:pt x="81967" y="103278"/>
                  </a:lnTo>
                  <a:lnTo>
                    <a:pt x="81967" y="100000"/>
                  </a:lnTo>
                  <a:lnTo>
                    <a:pt x="80328" y="98360"/>
                  </a:lnTo>
                  <a:lnTo>
                    <a:pt x="80328" y="98360"/>
                  </a:lnTo>
                  <a:lnTo>
                    <a:pt x="80328" y="93442"/>
                  </a:lnTo>
                  <a:lnTo>
                    <a:pt x="81967" y="90164"/>
                  </a:lnTo>
                  <a:lnTo>
                    <a:pt x="81967" y="86885"/>
                  </a:lnTo>
                  <a:lnTo>
                    <a:pt x="81967" y="81967"/>
                  </a:lnTo>
                  <a:lnTo>
                    <a:pt x="83606" y="78688"/>
                  </a:lnTo>
                  <a:lnTo>
                    <a:pt x="85246" y="75410"/>
                  </a:lnTo>
                  <a:lnTo>
                    <a:pt x="83606" y="72131"/>
                  </a:lnTo>
                  <a:lnTo>
                    <a:pt x="83606" y="67213"/>
                  </a:lnTo>
                  <a:lnTo>
                    <a:pt x="81967" y="63934"/>
                  </a:lnTo>
                  <a:lnTo>
                    <a:pt x="78688" y="60656"/>
                  </a:lnTo>
                  <a:lnTo>
                    <a:pt x="78688" y="55738"/>
                  </a:lnTo>
                  <a:lnTo>
                    <a:pt x="78688" y="52459"/>
                  </a:lnTo>
                  <a:lnTo>
                    <a:pt x="78688" y="47541"/>
                  </a:lnTo>
                  <a:lnTo>
                    <a:pt x="78688" y="47541"/>
                  </a:lnTo>
                  <a:lnTo>
                    <a:pt x="78688" y="44262"/>
                  </a:lnTo>
                  <a:lnTo>
                    <a:pt x="78688" y="42623"/>
                  </a:lnTo>
                  <a:lnTo>
                    <a:pt x="78688" y="42623"/>
                  </a:lnTo>
                  <a:lnTo>
                    <a:pt x="80328" y="39344"/>
                  </a:lnTo>
                  <a:lnTo>
                    <a:pt x="80328" y="37705"/>
                  </a:lnTo>
                  <a:lnTo>
                    <a:pt x="85246" y="36066"/>
                  </a:lnTo>
                  <a:lnTo>
                    <a:pt x="88525" y="36066"/>
                  </a:lnTo>
                  <a:lnTo>
                    <a:pt x="91803" y="34426"/>
                  </a:lnTo>
                  <a:lnTo>
                    <a:pt x="95082" y="32787"/>
                  </a:lnTo>
                  <a:lnTo>
                    <a:pt x="100000" y="29508"/>
                  </a:lnTo>
                  <a:lnTo>
                    <a:pt x="103279" y="26229"/>
                  </a:lnTo>
                  <a:lnTo>
                    <a:pt x="103279" y="24590"/>
                  </a:lnTo>
                  <a:lnTo>
                    <a:pt x="104918" y="24590"/>
                  </a:lnTo>
                  <a:lnTo>
                    <a:pt x="106557" y="21311"/>
                  </a:lnTo>
                  <a:lnTo>
                    <a:pt x="108196" y="19672"/>
                  </a:lnTo>
                  <a:lnTo>
                    <a:pt x="109836" y="18033"/>
                  </a:lnTo>
                  <a:lnTo>
                    <a:pt x="111475" y="16393"/>
                  </a:lnTo>
                  <a:lnTo>
                    <a:pt x="113115" y="13115"/>
                  </a:lnTo>
                  <a:lnTo>
                    <a:pt x="113115" y="11476"/>
                  </a:lnTo>
                  <a:lnTo>
                    <a:pt x="114754" y="11476"/>
                  </a:lnTo>
                  <a:lnTo>
                    <a:pt x="118032" y="9836"/>
                  </a:lnTo>
                  <a:lnTo>
                    <a:pt x="121311" y="8197"/>
                  </a:lnTo>
                  <a:lnTo>
                    <a:pt x="122950" y="4918"/>
                  </a:lnTo>
                  <a:lnTo>
                    <a:pt x="124590" y="1639"/>
                  </a:lnTo>
                  <a:lnTo>
                    <a:pt x="126229" y="0"/>
                  </a:lnTo>
                  <a:lnTo>
                    <a:pt x="129508" y="0"/>
                  </a:lnTo>
                  <a:lnTo>
                    <a:pt x="134426" y="1639"/>
                  </a:lnTo>
                  <a:lnTo>
                    <a:pt x="137705" y="0"/>
                  </a:lnTo>
                  <a:lnTo>
                    <a:pt x="140983" y="0"/>
                  </a:lnTo>
                  <a:lnTo>
                    <a:pt x="144262" y="1639"/>
                  </a:lnTo>
                  <a:lnTo>
                    <a:pt x="147540" y="1639"/>
                  </a:lnTo>
                  <a:lnTo>
                    <a:pt x="152459" y="4918"/>
                  </a:lnTo>
                  <a:lnTo>
                    <a:pt x="155737" y="4918"/>
                  </a:lnTo>
                  <a:lnTo>
                    <a:pt x="159016" y="4918"/>
                  </a:lnTo>
                  <a:lnTo>
                    <a:pt x="162295" y="4918"/>
                  </a:lnTo>
                  <a:lnTo>
                    <a:pt x="167213" y="6557"/>
                  </a:lnTo>
                  <a:lnTo>
                    <a:pt x="170491" y="3279"/>
                  </a:lnTo>
                  <a:lnTo>
                    <a:pt x="173770" y="1639"/>
                  </a:lnTo>
                  <a:lnTo>
                    <a:pt x="177049" y="3279"/>
                  </a:lnTo>
                  <a:lnTo>
                    <a:pt x="180327" y="6557"/>
                  </a:lnTo>
                  <a:lnTo>
                    <a:pt x="178688" y="9836"/>
                  </a:lnTo>
                  <a:lnTo>
                    <a:pt x="180327" y="14754"/>
                  </a:lnTo>
                  <a:lnTo>
                    <a:pt x="183606" y="16393"/>
                  </a:lnTo>
                  <a:lnTo>
                    <a:pt x="186885" y="13115"/>
                  </a:lnTo>
                  <a:lnTo>
                    <a:pt x="190163" y="11476"/>
                  </a:lnTo>
                  <a:lnTo>
                    <a:pt x="195081" y="8197"/>
                  </a:lnTo>
                  <a:lnTo>
                    <a:pt x="198360" y="8197"/>
                  </a:lnTo>
                  <a:lnTo>
                    <a:pt x="199999" y="9836"/>
                  </a:lnTo>
                  <a:lnTo>
                    <a:pt x="199999" y="11476"/>
                  </a:lnTo>
                  <a:lnTo>
                    <a:pt x="203278" y="14754"/>
                  </a:lnTo>
                  <a:lnTo>
                    <a:pt x="204917" y="18033"/>
                  </a:lnTo>
                  <a:lnTo>
                    <a:pt x="204917" y="21311"/>
                  </a:lnTo>
                  <a:lnTo>
                    <a:pt x="206557" y="26229"/>
                  </a:lnTo>
                  <a:lnTo>
                    <a:pt x="209835" y="26229"/>
                  </a:lnTo>
                  <a:lnTo>
                    <a:pt x="209835" y="26229"/>
                  </a:lnTo>
                  <a:lnTo>
                    <a:pt x="213114" y="29508"/>
                  </a:lnTo>
                  <a:lnTo>
                    <a:pt x="211475" y="32787"/>
                  </a:lnTo>
                  <a:lnTo>
                    <a:pt x="211475" y="36066"/>
                  </a:lnTo>
                  <a:lnTo>
                    <a:pt x="214753" y="39344"/>
                  </a:lnTo>
                  <a:lnTo>
                    <a:pt x="218032" y="40983"/>
                  </a:lnTo>
                  <a:lnTo>
                    <a:pt x="221310" y="44262"/>
                  </a:lnTo>
                  <a:lnTo>
                    <a:pt x="222950" y="47541"/>
                  </a:lnTo>
                  <a:lnTo>
                    <a:pt x="224589" y="50820"/>
                  </a:lnTo>
                  <a:lnTo>
                    <a:pt x="224589" y="52459"/>
                  </a:lnTo>
                  <a:lnTo>
                    <a:pt x="227868" y="55738"/>
                  </a:lnTo>
                  <a:lnTo>
                    <a:pt x="226229" y="59016"/>
                  </a:lnTo>
                  <a:lnTo>
                    <a:pt x="226229" y="60656"/>
                  </a:lnTo>
                  <a:lnTo>
                    <a:pt x="232786" y="59016"/>
                  </a:lnTo>
                  <a:lnTo>
                    <a:pt x="234425" y="60656"/>
                  </a:lnTo>
                  <a:lnTo>
                    <a:pt x="236065" y="60656"/>
                  </a:lnTo>
                  <a:lnTo>
                    <a:pt x="237704" y="60656"/>
                  </a:lnTo>
                  <a:lnTo>
                    <a:pt x="239343" y="62295"/>
                  </a:lnTo>
                  <a:lnTo>
                    <a:pt x="240983" y="67213"/>
                  </a:lnTo>
                  <a:lnTo>
                    <a:pt x="245901" y="67213"/>
                  </a:lnTo>
                  <a:lnTo>
                    <a:pt x="249179" y="67213"/>
                  </a:lnTo>
                  <a:lnTo>
                    <a:pt x="252458" y="67213"/>
                  </a:lnTo>
                  <a:lnTo>
                    <a:pt x="255737" y="65573"/>
                  </a:lnTo>
                  <a:lnTo>
                    <a:pt x="259016" y="67213"/>
                  </a:lnTo>
                  <a:lnTo>
                    <a:pt x="263933" y="67213"/>
                  </a:lnTo>
                  <a:lnTo>
                    <a:pt x="262294" y="72131"/>
                  </a:lnTo>
                  <a:lnTo>
                    <a:pt x="259016" y="72131"/>
                  </a:lnTo>
                  <a:lnTo>
                    <a:pt x="254097" y="73770"/>
                  </a:lnTo>
                  <a:lnTo>
                    <a:pt x="252458" y="77049"/>
                  </a:lnTo>
                  <a:lnTo>
                    <a:pt x="252458" y="78688"/>
                  </a:lnTo>
                  <a:lnTo>
                    <a:pt x="252458" y="83606"/>
                  </a:lnTo>
                  <a:lnTo>
                    <a:pt x="255737" y="86885"/>
                  </a:lnTo>
                  <a:lnTo>
                    <a:pt x="259016" y="90164"/>
                  </a:lnTo>
                  <a:lnTo>
                    <a:pt x="259016" y="91803"/>
                  </a:lnTo>
                  <a:lnTo>
                    <a:pt x="260655" y="96721"/>
                  </a:lnTo>
                  <a:lnTo>
                    <a:pt x="260655" y="98360"/>
                  </a:lnTo>
                  <a:lnTo>
                    <a:pt x="260655" y="100000"/>
                  </a:lnTo>
                  <a:lnTo>
                    <a:pt x="255737" y="101639"/>
                  </a:lnTo>
                  <a:lnTo>
                    <a:pt x="252458" y="100000"/>
                  </a:lnTo>
                  <a:lnTo>
                    <a:pt x="252458" y="100000"/>
                  </a:lnTo>
                  <a:lnTo>
                    <a:pt x="250819" y="103278"/>
                  </a:lnTo>
                  <a:lnTo>
                    <a:pt x="252458" y="106557"/>
                  </a:lnTo>
                  <a:lnTo>
                    <a:pt x="247540" y="108196"/>
                  </a:lnTo>
                  <a:lnTo>
                    <a:pt x="247540" y="108196"/>
                  </a:lnTo>
                  <a:lnTo>
                    <a:pt x="245901" y="111475"/>
                  </a:lnTo>
                  <a:lnTo>
                    <a:pt x="244262" y="116393"/>
                  </a:lnTo>
                  <a:lnTo>
                    <a:pt x="247540" y="119672"/>
                  </a:lnTo>
                  <a:lnTo>
                    <a:pt x="247540" y="122950"/>
                  </a:lnTo>
                  <a:lnTo>
                    <a:pt x="244262" y="122950"/>
                  </a:lnTo>
                  <a:lnTo>
                    <a:pt x="240983" y="121311"/>
                  </a:lnTo>
                  <a:lnTo>
                    <a:pt x="240983" y="122950"/>
                  </a:lnTo>
                  <a:lnTo>
                    <a:pt x="237704" y="127868"/>
                  </a:lnTo>
                  <a:lnTo>
                    <a:pt x="239343" y="131147"/>
                  </a:lnTo>
                  <a:lnTo>
                    <a:pt x="242622" y="132786"/>
                  </a:lnTo>
                  <a:lnTo>
                    <a:pt x="244262" y="136065"/>
                  </a:lnTo>
                  <a:lnTo>
                    <a:pt x="244262" y="139344"/>
                  </a:lnTo>
                  <a:lnTo>
                    <a:pt x="242622" y="144262"/>
                  </a:lnTo>
                  <a:lnTo>
                    <a:pt x="240983" y="147540"/>
                  </a:lnTo>
                  <a:lnTo>
                    <a:pt x="240983" y="149180"/>
                  </a:lnTo>
                  <a:lnTo>
                    <a:pt x="239343" y="149180"/>
                  </a:lnTo>
                  <a:lnTo>
                    <a:pt x="240983" y="150819"/>
                  </a:lnTo>
                  <a:lnTo>
                    <a:pt x="240983" y="150819"/>
                  </a:lnTo>
                  <a:lnTo>
                    <a:pt x="245901" y="152458"/>
                  </a:lnTo>
                  <a:lnTo>
                    <a:pt x="247540" y="157376"/>
                  </a:lnTo>
                  <a:lnTo>
                    <a:pt x="249179" y="160655"/>
                  </a:lnTo>
                  <a:lnTo>
                    <a:pt x="254097" y="163934"/>
                  </a:lnTo>
                  <a:lnTo>
                    <a:pt x="257376" y="163934"/>
                  </a:lnTo>
                  <a:lnTo>
                    <a:pt x="260655" y="167213"/>
                  </a:lnTo>
                  <a:lnTo>
                    <a:pt x="260655" y="170491"/>
                  </a:lnTo>
                  <a:lnTo>
                    <a:pt x="263933" y="170491"/>
                  </a:lnTo>
                  <a:lnTo>
                    <a:pt x="265573" y="172130"/>
                  </a:lnTo>
                  <a:lnTo>
                    <a:pt x="267212" y="177048"/>
                  </a:lnTo>
                  <a:lnTo>
                    <a:pt x="270491" y="180327"/>
                  </a:lnTo>
                  <a:lnTo>
                    <a:pt x="272130" y="183606"/>
                  </a:lnTo>
                  <a:lnTo>
                    <a:pt x="270491" y="186885"/>
                  </a:lnTo>
                  <a:lnTo>
                    <a:pt x="267212" y="188524"/>
                  </a:lnTo>
                  <a:lnTo>
                    <a:pt x="270491" y="190163"/>
                  </a:lnTo>
                  <a:lnTo>
                    <a:pt x="272130" y="193442"/>
                  </a:lnTo>
                  <a:lnTo>
                    <a:pt x="275409" y="193442"/>
                  </a:lnTo>
                  <a:lnTo>
                    <a:pt x="278687" y="193442"/>
                  </a:lnTo>
                  <a:lnTo>
                    <a:pt x="281966" y="195081"/>
                  </a:lnTo>
                  <a:lnTo>
                    <a:pt x="285245" y="196720"/>
                  </a:lnTo>
                  <a:lnTo>
                    <a:pt x="288523" y="198360"/>
                  </a:lnTo>
                  <a:lnTo>
                    <a:pt x="290163" y="199999"/>
                  </a:lnTo>
                  <a:lnTo>
                    <a:pt x="293442" y="201638"/>
                  </a:lnTo>
                  <a:lnTo>
                    <a:pt x="296720" y="204917"/>
                  </a:lnTo>
                  <a:lnTo>
                    <a:pt x="301638" y="208196"/>
                  </a:lnTo>
                  <a:lnTo>
                    <a:pt x="304917" y="211475"/>
                  </a:lnTo>
                  <a:lnTo>
                    <a:pt x="308196" y="214753"/>
                  </a:lnTo>
                  <a:lnTo>
                    <a:pt x="311474" y="216393"/>
                  </a:lnTo>
                  <a:lnTo>
                    <a:pt x="314753" y="214753"/>
                  </a:lnTo>
                  <a:lnTo>
                    <a:pt x="314753" y="214753"/>
                  </a:lnTo>
                  <a:lnTo>
                    <a:pt x="316392" y="214753"/>
                  </a:lnTo>
                  <a:lnTo>
                    <a:pt x="319671" y="216393"/>
                  </a:lnTo>
                  <a:lnTo>
                    <a:pt x="321310" y="219671"/>
                  </a:lnTo>
                  <a:lnTo>
                    <a:pt x="321310" y="221310"/>
                  </a:lnTo>
                  <a:lnTo>
                    <a:pt x="324589" y="222950"/>
                  </a:lnTo>
                  <a:lnTo>
                    <a:pt x="326228" y="227868"/>
                  </a:lnTo>
                  <a:lnTo>
                    <a:pt x="327867" y="231147"/>
                  </a:lnTo>
                  <a:lnTo>
                    <a:pt x="327867" y="231147"/>
                  </a:lnTo>
                  <a:lnTo>
                    <a:pt x="329507" y="231147"/>
                  </a:lnTo>
                  <a:lnTo>
                    <a:pt x="329507" y="231147"/>
                  </a:lnTo>
                  <a:lnTo>
                    <a:pt x="332786" y="234425"/>
                  </a:lnTo>
                  <a:lnTo>
                    <a:pt x="332786" y="236065"/>
                  </a:lnTo>
                  <a:lnTo>
                    <a:pt x="332786" y="236065"/>
                  </a:lnTo>
                  <a:lnTo>
                    <a:pt x="334425" y="237704"/>
                  </a:lnTo>
                  <a:lnTo>
                    <a:pt x="337703" y="240983"/>
                  </a:lnTo>
                  <a:lnTo>
                    <a:pt x="339343" y="244261"/>
                  </a:lnTo>
                  <a:lnTo>
                    <a:pt x="339343" y="247540"/>
                  </a:lnTo>
                  <a:lnTo>
                    <a:pt x="339343" y="249179"/>
                  </a:lnTo>
                  <a:lnTo>
                    <a:pt x="337703" y="254097"/>
                  </a:lnTo>
                  <a:lnTo>
                    <a:pt x="337703" y="257376"/>
                  </a:lnTo>
                  <a:lnTo>
                    <a:pt x="336064" y="260655"/>
                  </a:lnTo>
                  <a:lnTo>
                    <a:pt x="336064" y="265573"/>
                  </a:lnTo>
                  <a:lnTo>
                    <a:pt x="336064" y="268851"/>
                  </a:lnTo>
                  <a:lnTo>
                    <a:pt x="337703" y="272130"/>
                  </a:lnTo>
                  <a:lnTo>
                    <a:pt x="337703" y="277048"/>
                  </a:lnTo>
                  <a:lnTo>
                    <a:pt x="339343" y="280327"/>
                  </a:lnTo>
                  <a:lnTo>
                    <a:pt x="342622" y="280327"/>
                  </a:lnTo>
                  <a:lnTo>
                    <a:pt x="347540" y="280327"/>
                  </a:lnTo>
                  <a:lnTo>
                    <a:pt x="350818" y="280327"/>
                  </a:lnTo>
                  <a:lnTo>
                    <a:pt x="350818" y="285245"/>
                  </a:lnTo>
                  <a:lnTo>
                    <a:pt x="350818" y="288523"/>
                  </a:lnTo>
                  <a:lnTo>
                    <a:pt x="352457" y="291802"/>
                  </a:lnTo>
                  <a:lnTo>
                    <a:pt x="352457" y="296720"/>
                  </a:lnTo>
                  <a:lnTo>
                    <a:pt x="352457" y="299999"/>
                  </a:lnTo>
                  <a:lnTo>
                    <a:pt x="354097" y="304917"/>
                  </a:lnTo>
                  <a:lnTo>
                    <a:pt x="357376" y="304917"/>
                  </a:lnTo>
                  <a:lnTo>
                    <a:pt x="357376" y="304917"/>
                  </a:lnTo>
                  <a:lnTo>
                    <a:pt x="359015" y="309835"/>
                  </a:lnTo>
                  <a:lnTo>
                    <a:pt x="362294" y="309835"/>
                  </a:lnTo>
                  <a:lnTo>
                    <a:pt x="365572" y="313113"/>
                  </a:lnTo>
                  <a:lnTo>
                    <a:pt x="368851" y="318031"/>
                  </a:lnTo>
                  <a:lnTo>
                    <a:pt x="368851" y="321310"/>
                  </a:lnTo>
                  <a:lnTo>
                    <a:pt x="370490" y="324589"/>
                  </a:lnTo>
                  <a:lnTo>
                    <a:pt x="373769" y="326228"/>
                  </a:lnTo>
                  <a:lnTo>
                    <a:pt x="373769" y="326228"/>
                  </a:lnTo>
                  <a:lnTo>
                    <a:pt x="373769" y="326228"/>
                  </a:lnTo>
                  <a:lnTo>
                    <a:pt x="375409" y="327867"/>
                  </a:lnTo>
                  <a:lnTo>
                    <a:pt x="370490" y="327867"/>
                  </a:lnTo>
                  <a:lnTo>
                    <a:pt x="367212" y="326228"/>
                  </a:lnTo>
                  <a:lnTo>
                    <a:pt x="363933" y="324589"/>
                  </a:lnTo>
                  <a:lnTo>
                    <a:pt x="359015" y="322950"/>
                  </a:lnTo>
                  <a:lnTo>
                    <a:pt x="355736" y="322950"/>
                  </a:lnTo>
                  <a:lnTo>
                    <a:pt x="352457" y="322950"/>
                  </a:lnTo>
                  <a:lnTo>
                    <a:pt x="350818" y="319671"/>
                  </a:lnTo>
                  <a:lnTo>
                    <a:pt x="352457" y="322950"/>
                  </a:lnTo>
                  <a:lnTo>
                    <a:pt x="352457" y="322950"/>
                  </a:lnTo>
                  <a:lnTo>
                    <a:pt x="347540" y="322950"/>
                  </a:lnTo>
                  <a:lnTo>
                    <a:pt x="344261" y="321310"/>
                  </a:lnTo>
                  <a:lnTo>
                    <a:pt x="342622" y="321310"/>
                  </a:lnTo>
                  <a:lnTo>
                    <a:pt x="339343" y="321310"/>
                  </a:lnTo>
                  <a:lnTo>
                    <a:pt x="336064" y="321310"/>
                  </a:lnTo>
                  <a:lnTo>
                    <a:pt x="334425" y="321310"/>
                  </a:lnTo>
                  <a:lnTo>
                    <a:pt x="334425" y="321310"/>
                  </a:lnTo>
                  <a:lnTo>
                    <a:pt x="331146" y="321310"/>
                  </a:lnTo>
                  <a:lnTo>
                    <a:pt x="327867" y="322950"/>
                  </a:lnTo>
                  <a:lnTo>
                    <a:pt x="324589" y="322950"/>
                  </a:lnTo>
                  <a:lnTo>
                    <a:pt x="322950" y="324589"/>
                  </a:lnTo>
                  <a:lnTo>
                    <a:pt x="321310" y="327867"/>
                  </a:lnTo>
                  <a:lnTo>
                    <a:pt x="319671" y="332785"/>
                  </a:lnTo>
                  <a:lnTo>
                    <a:pt x="318032" y="336064"/>
                  </a:lnTo>
                  <a:lnTo>
                    <a:pt x="318032" y="339343"/>
                  </a:lnTo>
                  <a:lnTo>
                    <a:pt x="316392" y="342622"/>
                  </a:lnTo>
                  <a:lnTo>
                    <a:pt x="314753" y="347540"/>
                  </a:lnTo>
                  <a:lnTo>
                    <a:pt x="313113" y="350818"/>
                  </a:lnTo>
                  <a:lnTo>
                    <a:pt x="311474" y="354097"/>
                  </a:lnTo>
                  <a:lnTo>
                    <a:pt x="308196" y="357375"/>
                  </a:lnTo>
                  <a:lnTo>
                    <a:pt x="308196" y="359015"/>
                  </a:lnTo>
                  <a:lnTo>
                    <a:pt x="308196" y="359015"/>
                  </a:lnTo>
                  <a:lnTo>
                    <a:pt x="308196" y="360654"/>
                  </a:lnTo>
                  <a:lnTo>
                    <a:pt x="304917" y="363933"/>
                  </a:lnTo>
                  <a:lnTo>
                    <a:pt x="303277" y="363933"/>
                  </a:lnTo>
                  <a:lnTo>
                    <a:pt x="303277" y="363933"/>
                  </a:lnTo>
                  <a:lnTo>
                    <a:pt x="298360" y="365572"/>
                  </a:lnTo>
                  <a:lnTo>
                    <a:pt x="295081" y="365572"/>
                  </a:lnTo>
                  <a:lnTo>
                    <a:pt x="288523" y="363933"/>
                  </a:lnTo>
                  <a:lnTo>
                    <a:pt x="280327" y="363933"/>
                  </a:lnTo>
                  <a:lnTo>
                    <a:pt x="275409" y="363933"/>
                  </a:lnTo>
                  <a:lnTo>
                    <a:pt x="268852" y="362294"/>
                  </a:lnTo>
                  <a:lnTo>
                    <a:pt x="262294" y="362294"/>
                  </a:lnTo>
                  <a:lnTo>
                    <a:pt x="255737" y="360654"/>
                  </a:lnTo>
                  <a:lnTo>
                    <a:pt x="249179" y="360654"/>
                  </a:lnTo>
                  <a:lnTo>
                    <a:pt x="245901" y="360654"/>
                  </a:lnTo>
                  <a:lnTo>
                    <a:pt x="244262" y="360654"/>
                  </a:lnTo>
                  <a:lnTo>
                    <a:pt x="240983" y="360654"/>
                  </a:lnTo>
                  <a:lnTo>
                    <a:pt x="236065" y="359015"/>
                  </a:lnTo>
                  <a:lnTo>
                    <a:pt x="231147" y="355736"/>
                  </a:lnTo>
                  <a:lnTo>
                    <a:pt x="226229" y="352457"/>
                  </a:lnTo>
                  <a:lnTo>
                    <a:pt x="221310" y="349179"/>
                  </a:lnTo>
                  <a:lnTo>
                    <a:pt x="216393" y="344261"/>
                  </a:lnTo>
                  <a:lnTo>
                    <a:pt x="208196" y="339343"/>
                  </a:lnTo>
                  <a:lnTo>
                    <a:pt x="204917" y="334425"/>
                  </a:lnTo>
                  <a:lnTo>
                    <a:pt x="199999" y="331146"/>
                  </a:lnTo>
                  <a:lnTo>
                    <a:pt x="198360" y="331146"/>
                  </a:lnTo>
                  <a:lnTo>
                    <a:pt x="195081" y="327867"/>
                  </a:lnTo>
                  <a:lnTo>
                    <a:pt x="191803" y="324589"/>
                  </a:lnTo>
                  <a:lnTo>
                    <a:pt x="190163" y="324589"/>
                  </a:lnTo>
                  <a:lnTo>
                    <a:pt x="190163" y="324589"/>
                  </a:lnTo>
                  <a:lnTo>
                    <a:pt x="185245" y="319671"/>
                  </a:lnTo>
                  <a:lnTo>
                    <a:pt x="180327" y="316392"/>
                  </a:lnTo>
                  <a:lnTo>
                    <a:pt x="177049" y="313113"/>
                  </a:lnTo>
                  <a:lnTo>
                    <a:pt x="172130" y="309835"/>
                  </a:lnTo>
                  <a:lnTo>
                    <a:pt x="167213" y="306556"/>
                  </a:lnTo>
                  <a:lnTo>
                    <a:pt x="163934" y="303277"/>
                  </a:lnTo>
                  <a:lnTo>
                    <a:pt x="159016" y="299999"/>
                  </a:lnTo>
                  <a:lnTo>
                    <a:pt x="152459" y="293441"/>
                  </a:lnTo>
                  <a:lnTo>
                    <a:pt x="147540" y="290163"/>
                  </a:lnTo>
                  <a:lnTo>
                    <a:pt x="142623" y="285245"/>
                  </a:lnTo>
                  <a:lnTo>
                    <a:pt x="136065" y="280327"/>
                  </a:lnTo>
                  <a:lnTo>
                    <a:pt x="129508" y="275409"/>
                  </a:lnTo>
                  <a:lnTo>
                    <a:pt x="126229" y="273769"/>
                  </a:lnTo>
                  <a:lnTo>
                    <a:pt x="121311" y="272130"/>
                  </a:lnTo>
                  <a:lnTo>
                    <a:pt x="118032" y="270491"/>
                  </a:lnTo>
                  <a:lnTo>
                    <a:pt x="114754" y="268851"/>
                  </a:lnTo>
                  <a:lnTo>
                    <a:pt x="113115" y="267212"/>
                  </a:lnTo>
                  <a:lnTo>
                    <a:pt x="109836" y="265573"/>
                  </a:lnTo>
                  <a:lnTo>
                    <a:pt x="104918" y="263933"/>
                  </a:lnTo>
                  <a:lnTo>
                    <a:pt x="104918" y="263933"/>
                  </a:lnTo>
                  <a:lnTo>
                    <a:pt x="98360" y="259015"/>
                  </a:lnTo>
                  <a:lnTo>
                    <a:pt x="90164" y="254097"/>
                  </a:lnTo>
                  <a:lnTo>
                    <a:pt x="85246" y="250819"/>
                  </a:lnTo>
                  <a:lnTo>
                    <a:pt x="78688" y="245901"/>
                  </a:lnTo>
                  <a:lnTo>
                    <a:pt x="72131" y="242622"/>
                  </a:lnTo>
                  <a:lnTo>
                    <a:pt x="65573" y="239343"/>
                  </a:lnTo>
                  <a:lnTo>
                    <a:pt x="62295" y="237704"/>
                  </a:lnTo>
                  <a:lnTo>
                    <a:pt x="57377" y="237704"/>
                  </a:lnTo>
                  <a:lnTo>
                    <a:pt x="52459" y="236065"/>
                  </a:lnTo>
                  <a:lnTo>
                    <a:pt x="50820" y="236065"/>
                  </a:lnTo>
                  <a:lnTo>
                    <a:pt x="42623" y="234425"/>
                  </a:lnTo>
                  <a:lnTo>
                    <a:pt x="39344" y="234425"/>
                  </a:lnTo>
                  <a:lnTo>
                    <a:pt x="36066" y="232786"/>
                  </a:lnTo>
                  <a:lnTo>
                    <a:pt x="31148" y="232786"/>
                  </a:lnTo>
                  <a:lnTo>
                    <a:pt x="29508" y="232786"/>
                  </a:lnTo>
                  <a:lnTo>
                    <a:pt x="24590" y="231147"/>
                  </a:lnTo>
                  <a:lnTo>
                    <a:pt x="19672" y="231147"/>
                  </a:lnTo>
                  <a:lnTo>
                    <a:pt x="22951" y="226229"/>
                  </a:lnTo>
                  <a:lnTo>
                    <a:pt x="22951" y="226229"/>
                  </a:lnTo>
                  <a:lnTo>
                    <a:pt x="24590" y="224589"/>
                  </a:lnTo>
                  <a:lnTo>
                    <a:pt x="22951" y="221310"/>
                  </a:lnTo>
                  <a:lnTo>
                    <a:pt x="21312" y="219671"/>
                  </a:lnTo>
                  <a:lnTo>
                    <a:pt x="19672" y="221310"/>
                  </a:lnTo>
                  <a:lnTo>
                    <a:pt x="14754" y="222950"/>
                  </a:lnTo>
                  <a:lnTo>
                    <a:pt x="13115" y="218032"/>
                  </a:lnTo>
                  <a:lnTo>
                    <a:pt x="11476" y="216393"/>
                  </a:lnTo>
                  <a:lnTo>
                    <a:pt x="11476" y="216393"/>
                  </a:lnTo>
                  <a:lnTo>
                    <a:pt x="11476" y="214753"/>
                  </a:lnTo>
                  <a:lnTo>
                    <a:pt x="11476" y="214753"/>
                  </a:lnTo>
                  <a:lnTo>
                    <a:pt x="13115" y="214753"/>
                  </a:lnTo>
                  <a:lnTo>
                    <a:pt x="14754" y="214753"/>
                  </a:lnTo>
                  <a:lnTo>
                    <a:pt x="13115" y="213114"/>
                  </a:lnTo>
                  <a:lnTo>
                    <a:pt x="13115" y="209835"/>
                  </a:lnTo>
                  <a:lnTo>
                    <a:pt x="11476" y="206557"/>
                  </a:lnTo>
                  <a:lnTo>
                    <a:pt x="11476" y="203278"/>
                  </a:lnTo>
                  <a:lnTo>
                    <a:pt x="9836" y="203278"/>
                  </a:lnTo>
                  <a:lnTo>
                    <a:pt x="6558" y="191803"/>
                  </a:lnTo>
                  <a:lnTo>
                    <a:pt x="4918" y="186885"/>
                  </a:lnTo>
                  <a:lnTo>
                    <a:pt x="1639" y="180327"/>
                  </a:lnTo>
                  <a:lnTo>
                    <a:pt x="0" y="17540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84" name="Freeform 3083">
              <a:extLst>
                <a:ext uri="{FF2B5EF4-FFF2-40B4-BE49-F238E27FC236}">
                  <a16:creationId xmlns:a16="http://schemas.microsoft.com/office/drawing/2014/main" id="{06BF8A39-C0FD-554D-AD61-CF2ED3A454A4}"/>
                </a:ext>
              </a:extLst>
            </p:cNvPr>
            <p:cNvSpPr/>
            <p:nvPr/>
          </p:nvSpPr>
          <p:spPr>
            <a:xfrm>
              <a:off x="2815687" y="3305064"/>
              <a:ext cx="60655" cy="26229"/>
            </a:xfrm>
            <a:custGeom>
              <a:avLst/>
              <a:gdLst>
                <a:gd name="connsiteX0" fmla="*/ 47541 w 60655"/>
                <a:gd name="connsiteY0" fmla="*/ 24590 h 26229"/>
                <a:gd name="connsiteX1" fmla="*/ 44262 w 60655"/>
                <a:gd name="connsiteY1" fmla="*/ 24590 h 26229"/>
                <a:gd name="connsiteX2" fmla="*/ 39344 w 60655"/>
                <a:gd name="connsiteY2" fmla="*/ 26229 h 26229"/>
                <a:gd name="connsiteX3" fmla="*/ 36066 w 60655"/>
                <a:gd name="connsiteY3" fmla="*/ 26229 h 26229"/>
                <a:gd name="connsiteX4" fmla="*/ 32787 w 60655"/>
                <a:gd name="connsiteY4" fmla="*/ 24590 h 26229"/>
                <a:gd name="connsiteX5" fmla="*/ 29508 w 60655"/>
                <a:gd name="connsiteY5" fmla="*/ 24590 h 26229"/>
                <a:gd name="connsiteX6" fmla="*/ 24590 w 60655"/>
                <a:gd name="connsiteY6" fmla="*/ 24590 h 26229"/>
                <a:gd name="connsiteX7" fmla="*/ 21311 w 60655"/>
                <a:gd name="connsiteY7" fmla="*/ 24590 h 26229"/>
                <a:gd name="connsiteX8" fmla="*/ 18033 w 60655"/>
                <a:gd name="connsiteY8" fmla="*/ 24590 h 26229"/>
                <a:gd name="connsiteX9" fmla="*/ 14754 w 60655"/>
                <a:gd name="connsiteY9" fmla="*/ 24590 h 26229"/>
                <a:gd name="connsiteX10" fmla="*/ 9836 w 60655"/>
                <a:gd name="connsiteY10" fmla="*/ 24590 h 26229"/>
                <a:gd name="connsiteX11" fmla="*/ 6557 w 60655"/>
                <a:gd name="connsiteY11" fmla="*/ 24590 h 26229"/>
                <a:gd name="connsiteX12" fmla="*/ 3279 w 60655"/>
                <a:gd name="connsiteY12" fmla="*/ 24590 h 26229"/>
                <a:gd name="connsiteX13" fmla="*/ 1639 w 60655"/>
                <a:gd name="connsiteY13" fmla="*/ 21311 h 26229"/>
                <a:gd name="connsiteX14" fmla="*/ 1639 w 60655"/>
                <a:gd name="connsiteY14" fmla="*/ 18033 h 26229"/>
                <a:gd name="connsiteX15" fmla="*/ 3279 w 60655"/>
                <a:gd name="connsiteY15" fmla="*/ 13114 h 26229"/>
                <a:gd name="connsiteX16" fmla="*/ 0 w 60655"/>
                <a:gd name="connsiteY16" fmla="*/ 9836 h 26229"/>
                <a:gd name="connsiteX17" fmla="*/ 0 w 60655"/>
                <a:gd name="connsiteY17" fmla="*/ 6557 h 26229"/>
                <a:gd name="connsiteX18" fmla="*/ 3279 w 60655"/>
                <a:gd name="connsiteY18" fmla="*/ 4918 h 26229"/>
                <a:gd name="connsiteX19" fmla="*/ 4918 w 60655"/>
                <a:gd name="connsiteY19" fmla="*/ 1639 h 26229"/>
                <a:gd name="connsiteX20" fmla="*/ 8197 w 60655"/>
                <a:gd name="connsiteY20" fmla="*/ 0 h 26229"/>
                <a:gd name="connsiteX21" fmla="*/ 11476 w 60655"/>
                <a:gd name="connsiteY21" fmla="*/ 1639 h 26229"/>
                <a:gd name="connsiteX22" fmla="*/ 14754 w 60655"/>
                <a:gd name="connsiteY22" fmla="*/ 1639 h 26229"/>
                <a:gd name="connsiteX23" fmla="*/ 19672 w 60655"/>
                <a:gd name="connsiteY23" fmla="*/ 1639 h 26229"/>
                <a:gd name="connsiteX24" fmla="*/ 22951 w 60655"/>
                <a:gd name="connsiteY24" fmla="*/ 1639 h 26229"/>
                <a:gd name="connsiteX25" fmla="*/ 26229 w 60655"/>
                <a:gd name="connsiteY25" fmla="*/ 1639 h 26229"/>
                <a:gd name="connsiteX26" fmla="*/ 31148 w 60655"/>
                <a:gd name="connsiteY26" fmla="*/ 1639 h 26229"/>
                <a:gd name="connsiteX27" fmla="*/ 34426 w 60655"/>
                <a:gd name="connsiteY27" fmla="*/ 1639 h 26229"/>
                <a:gd name="connsiteX28" fmla="*/ 37705 w 60655"/>
                <a:gd name="connsiteY28" fmla="*/ 1639 h 26229"/>
                <a:gd name="connsiteX29" fmla="*/ 40983 w 60655"/>
                <a:gd name="connsiteY29" fmla="*/ 3279 h 26229"/>
                <a:gd name="connsiteX30" fmla="*/ 45901 w 60655"/>
                <a:gd name="connsiteY30" fmla="*/ 3279 h 26229"/>
                <a:gd name="connsiteX31" fmla="*/ 49180 w 60655"/>
                <a:gd name="connsiteY31" fmla="*/ 3279 h 26229"/>
                <a:gd name="connsiteX32" fmla="*/ 52459 w 60655"/>
                <a:gd name="connsiteY32" fmla="*/ 3279 h 26229"/>
                <a:gd name="connsiteX33" fmla="*/ 57377 w 60655"/>
                <a:gd name="connsiteY33" fmla="*/ 4918 h 26229"/>
                <a:gd name="connsiteX34" fmla="*/ 60656 w 60655"/>
                <a:gd name="connsiteY34" fmla="*/ 6557 h 26229"/>
                <a:gd name="connsiteX35" fmla="*/ 60656 w 60655"/>
                <a:gd name="connsiteY35" fmla="*/ 9836 h 26229"/>
                <a:gd name="connsiteX36" fmla="*/ 60656 w 60655"/>
                <a:gd name="connsiteY36" fmla="*/ 13114 h 26229"/>
                <a:gd name="connsiteX37" fmla="*/ 55738 w 60655"/>
                <a:gd name="connsiteY37" fmla="*/ 14754 h 26229"/>
                <a:gd name="connsiteX38" fmla="*/ 54098 w 60655"/>
                <a:gd name="connsiteY38" fmla="*/ 19672 h 26229"/>
                <a:gd name="connsiteX39" fmla="*/ 50820 w 60655"/>
                <a:gd name="connsiteY39" fmla="*/ 22951 h 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60655" h="26229">
                  <a:moveTo>
                    <a:pt x="47541" y="24590"/>
                  </a:moveTo>
                  <a:lnTo>
                    <a:pt x="44262" y="24590"/>
                  </a:lnTo>
                  <a:lnTo>
                    <a:pt x="39344" y="26229"/>
                  </a:lnTo>
                  <a:lnTo>
                    <a:pt x="36066" y="26229"/>
                  </a:lnTo>
                  <a:lnTo>
                    <a:pt x="32787" y="24590"/>
                  </a:lnTo>
                  <a:lnTo>
                    <a:pt x="29508" y="24590"/>
                  </a:lnTo>
                  <a:lnTo>
                    <a:pt x="24590" y="24590"/>
                  </a:lnTo>
                  <a:lnTo>
                    <a:pt x="21311" y="24590"/>
                  </a:lnTo>
                  <a:lnTo>
                    <a:pt x="18033" y="24590"/>
                  </a:lnTo>
                  <a:lnTo>
                    <a:pt x="14754" y="24590"/>
                  </a:lnTo>
                  <a:lnTo>
                    <a:pt x="9836" y="24590"/>
                  </a:lnTo>
                  <a:lnTo>
                    <a:pt x="6557" y="24590"/>
                  </a:lnTo>
                  <a:lnTo>
                    <a:pt x="3279" y="24590"/>
                  </a:lnTo>
                  <a:lnTo>
                    <a:pt x="1639" y="21311"/>
                  </a:lnTo>
                  <a:lnTo>
                    <a:pt x="1639" y="18033"/>
                  </a:lnTo>
                  <a:lnTo>
                    <a:pt x="3279" y="13114"/>
                  </a:lnTo>
                  <a:lnTo>
                    <a:pt x="0" y="9836"/>
                  </a:lnTo>
                  <a:lnTo>
                    <a:pt x="0" y="6557"/>
                  </a:lnTo>
                  <a:lnTo>
                    <a:pt x="3279" y="4918"/>
                  </a:lnTo>
                  <a:lnTo>
                    <a:pt x="4918" y="1639"/>
                  </a:lnTo>
                  <a:lnTo>
                    <a:pt x="8197" y="0"/>
                  </a:lnTo>
                  <a:lnTo>
                    <a:pt x="11476" y="1639"/>
                  </a:lnTo>
                  <a:lnTo>
                    <a:pt x="14754" y="1639"/>
                  </a:lnTo>
                  <a:lnTo>
                    <a:pt x="19672" y="1639"/>
                  </a:lnTo>
                  <a:lnTo>
                    <a:pt x="22951" y="1639"/>
                  </a:lnTo>
                  <a:lnTo>
                    <a:pt x="26229" y="1639"/>
                  </a:lnTo>
                  <a:lnTo>
                    <a:pt x="31148" y="1639"/>
                  </a:lnTo>
                  <a:lnTo>
                    <a:pt x="34426" y="1639"/>
                  </a:lnTo>
                  <a:lnTo>
                    <a:pt x="37705" y="1639"/>
                  </a:lnTo>
                  <a:lnTo>
                    <a:pt x="40983" y="3279"/>
                  </a:lnTo>
                  <a:lnTo>
                    <a:pt x="45901" y="3279"/>
                  </a:lnTo>
                  <a:lnTo>
                    <a:pt x="49180" y="3279"/>
                  </a:lnTo>
                  <a:lnTo>
                    <a:pt x="52459" y="3279"/>
                  </a:lnTo>
                  <a:lnTo>
                    <a:pt x="57377" y="4918"/>
                  </a:lnTo>
                  <a:lnTo>
                    <a:pt x="60656" y="6557"/>
                  </a:lnTo>
                  <a:lnTo>
                    <a:pt x="60656" y="9836"/>
                  </a:lnTo>
                  <a:lnTo>
                    <a:pt x="60656" y="13114"/>
                  </a:lnTo>
                  <a:lnTo>
                    <a:pt x="55738" y="14754"/>
                  </a:lnTo>
                  <a:lnTo>
                    <a:pt x="54098" y="19672"/>
                  </a:lnTo>
                  <a:lnTo>
                    <a:pt x="50820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85" name="Freeform 3084">
              <a:extLst>
                <a:ext uri="{FF2B5EF4-FFF2-40B4-BE49-F238E27FC236}">
                  <a16:creationId xmlns:a16="http://schemas.microsoft.com/office/drawing/2014/main" id="{60090F32-767A-8149-A316-9A1A4125DE46}"/>
                </a:ext>
              </a:extLst>
            </p:cNvPr>
            <p:cNvSpPr/>
            <p:nvPr/>
          </p:nvSpPr>
          <p:spPr>
            <a:xfrm>
              <a:off x="2879621" y="3321458"/>
              <a:ext cx="8196" cy="3278"/>
            </a:xfrm>
            <a:custGeom>
              <a:avLst/>
              <a:gdLst>
                <a:gd name="connsiteX0" fmla="*/ 0 w 8196"/>
                <a:gd name="connsiteY0" fmla="*/ 3279 h 3278"/>
                <a:gd name="connsiteX1" fmla="*/ 3279 w 8196"/>
                <a:gd name="connsiteY1" fmla="*/ 0 h 3278"/>
                <a:gd name="connsiteX2" fmla="*/ 8197 w 8196"/>
                <a:gd name="connsiteY2" fmla="*/ 0 h 3278"/>
                <a:gd name="connsiteX3" fmla="*/ 3279 w 8196"/>
                <a:gd name="connsiteY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0" y="3279"/>
                  </a:moveTo>
                  <a:lnTo>
                    <a:pt x="3279" y="0"/>
                  </a:lnTo>
                  <a:lnTo>
                    <a:pt x="8197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86" name="Freeform 3085">
              <a:extLst>
                <a:ext uri="{FF2B5EF4-FFF2-40B4-BE49-F238E27FC236}">
                  <a16:creationId xmlns:a16="http://schemas.microsoft.com/office/drawing/2014/main" id="{77CBA853-796C-2F44-BE1E-5D7288E0E4F8}"/>
                </a:ext>
              </a:extLst>
            </p:cNvPr>
            <p:cNvSpPr/>
            <p:nvPr/>
          </p:nvSpPr>
          <p:spPr>
            <a:xfrm>
              <a:off x="5873050" y="2072283"/>
              <a:ext cx="203277" cy="157376"/>
            </a:xfrm>
            <a:custGeom>
              <a:avLst/>
              <a:gdLst>
                <a:gd name="connsiteX0" fmla="*/ 3279 w 203277"/>
                <a:gd name="connsiteY0" fmla="*/ 45901 h 157376"/>
                <a:gd name="connsiteX1" fmla="*/ 3279 w 203277"/>
                <a:gd name="connsiteY1" fmla="*/ 47541 h 157376"/>
                <a:gd name="connsiteX2" fmla="*/ 6557 w 203277"/>
                <a:gd name="connsiteY2" fmla="*/ 47541 h 157376"/>
                <a:gd name="connsiteX3" fmla="*/ 8197 w 203277"/>
                <a:gd name="connsiteY3" fmla="*/ 47541 h 157376"/>
                <a:gd name="connsiteX4" fmla="*/ 11476 w 203277"/>
                <a:gd name="connsiteY4" fmla="*/ 49180 h 157376"/>
                <a:gd name="connsiteX5" fmla="*/ 14754 w 203277"/>
                <a:gd name="connsiteY5" fmla="*/ 47541 h 157376"/>
                <a:gd name="connsiteX6" fmla="*/ 16393 w 203277"/>
                <a:gd name="connsiteY6" fmla="*/ 47541 h 157376"/>
                <a:gd name="connsiteX7" fmla="*/ 18033 w 203277"/>
                <a:gd name="connsiteY7" fmla="*/ 44262 h 157376"/>
                <a:gd name="connsiteX8" fmla="*/ 21312 w 203277"/>
                <a:gd name="connsiteY8" fmla="*/ 45901 h 157376"/>
                <a:gd name="connsiteX9" fmla="*/ 21312 w 203277"/>
                <a:gd name="connsiteY9" fmla="*/ 45901 h 157376"/>
                <a:gd name="connsiteX10" fmla="*/ 24590 w 203277"/>
                <a:gd name="connsiteY10" fmla="*/ 45901 h 157376"/>
                <a:gd name="connsiteX11" fmla="*/ 26229 w 203277"/>
                <a:gd name="connsiteY11" fmla="*/ 45901 h 157376"/>
                <a:gd name="connsiteX12" fmla="*/ 26229 w 203277"/>
                <a:gd name="connsiteY12" fmla="*/ 45901 h 157376"/>
                <a:gd name="connsiteX13" fmla="*/ 27869 w 203277"/>
                <a:gd name="connsiteY13" fmla="*/ 45901 h 157376"/>
                <a:gd name="connsiteX14" fmla="*/ 29508 w 203277"/>
                <a:gd name="connsiteY14" fmla="*/ 45901 h 157376"/>
                <a:gd name="connsiteX15" fmla="*/ 32787 w 203277"/>
                <a:gd name="connsiteY15" fmla="*/ 44262 h 157376"/>
                <a:gd name="connsiteX16" fmla="*/ 34426 w 203277"/>
                <a:gd name="connsiteY16" fmla="*/ 42623 h 157376"/>
                <a:gd name="connsiteX17" fmla="*/ 36066 w 203277"/>
                <a:gd name="connsiteY17" fmla="*/ 39344 h 157376"/>
                <a:gd name="connsiteX18" fmla="*/ 36066 w 203277"/>
                <a:gd name="connsiteY18" fmla="*/ 39344 h 157376"/>
                <a:gd name="connsiteX19" fmla="*/ 37705 w 203277"/>
                <a:gd name="connsiteY19" fmla="*/ 39344 h 157376"/>
                <a:gd name="connsiteX20" fmla="*/ 37705 w 203277"/>
                <a:gd name="connsiteY20" fmla="*/ 40983 h 157376"/>
                <a:gd name="connsiteX21" fmla="*/ 40983 w 203277"/>
                <a:gd name="connsiteY21" fmla="*/ 44262 h 157376"/>
                <a:gd name="connsiteX22" fmla="*/ 44262 w 203277"/>
                <a:gd name="connsiteY22" fmla="*/ 45901 h 157376"/>
                <a:gd name="connsiteX23" fmla="*/ 47541 w 203277"/>
                <a:gd name="connsiteY23" fmla="*/ 45901 h 157376"/>
                <a:gd name="connsiteX24" fmla="*/ 50820 w 203277"/>
                <a:gd name="connsiteY24" fmla="*/ 45901 h 157376"/>
                <a:gd name="connsiteX25" fmla="*/ 52459 w 203277"/>
                <a:gd name="connsiteY25" fmla="*/ 45901 h 157376"/>
                <a:gd name="connsiteX26" fmla="*/ 52459 w 203277"/>
                <a:gd name="connsiteY26" fmla="*/ 45901 h 157376"/>
                <a:gd name="connsiteX27" fmla="*/ 54098 w 203277"/>
                <a:gd name="connsiteY27" fmla="*/ 47541 h 157376"/>
                <a:gd name="connsiteX28" fmla="*/ 59016 w 203277"/>
                <a:gd name="connsiteY28" fmla="*/ 49180 h 157376"/>
                <a:gd name="connsiteX29" fmla="*/ 59016 w 203277"/>
                <a:gd name="connsiteY29" fmla="*/ 49180 h 157376"/>
                <a:gd name="connsiteX30" fmla="*/ 62295 w 203277"/>
                <a:gd name="connsiteY30" fmla="*/ 45901 h 157376"/>
                <a:gd name="connsiteX31" fmla="*/ 62295 w 203277"/>
                <a:gd name="connsiteY31" fmla="*/ 44262 h 157376"/>
                <a:gd name="connsiteX32" fmla="*/ 62295 w 203277"/>
                <a:gd name="connsiteY32" fmla="*/ 42623 h 157376"/>
                <a:gd name="connsiteX33" fmla="*/ 62295 w 203277"/>
                <a:gd name="connsiteY33" fmla="*/ 39344 h 157376"/>
                <a:gd name="connsiteX34" fmla="*/ 63934 w 203277"/>
                <a:gd name="connsiteY34" fmla="*/ 39344 h 157376"/>
                <a:gd name="connsiteX35" fmla="*/ 63934 w 203277"/>
                <a:gd name="connsiteY35" fmla="*/ 39344 h 157376"/>
                <a:gd name="connsiteX36" fmla="*/ 63934 w 203277"/>
                <a:gd name="connsiteY36" fmla="*/ 39344 h 157376"/>
                <a:gd name="connsiteX37" fmla="*/ 60656 w 203277"/>
                <a:gd name="connsiteY37" fmla="*/ 37705 h 157376"/>
                <a:gd name="connsiteX38" fmla="*/ 59016 w 203277"/>
                <a:gd name="connsiteY38" fmla="*/ 37705 h 157376"/>
                <a:gd name="connsiteX39" fmla="*/ 59016 w 203277"/>
                <a:gd name="connsiteY39" fmla="*/ 36066 h 157376"/>
                <a:gd name="connsiteX40" fmla="*/ 62295 w 203277"/>
                <a:gd name="connsiteY40" fmla="*/ 34426 h 157376"/>
                <a:gd name="connsiteX41" fmla="*/ 65573 w 203277"/>
                <a:gd name="connsiteY41" fmla="*/ 34426 h 157376"/>
                <a:gd name="connsiteX42" fmla="*/ 67213 w 203277"/>
                <a:gd name="connsiteY42" fmla="*/ 32787 h 157376"/>
                <a:gd name="connsiteX43" fmla="*/ 68852 w 203277"/>
                <a:gd name="connsiteY43" fmla="*/ 31148 h 157376"/>
                <a:gd name="connsiteX44" fmla="*/ 70492 w 203277"/>
                <a:gd name="connsiteY44" fmla="*/ 31148 h 157376"/>
                <a:gd name="connsiteX45" fmla="*/ 75410 w 203277"/>
                <a:gd name="connsiteY45" fmla="*/ 31148 h 157376"/>
                <a:gd name="connsiteX46" fmla="*/ 75410 w 203277"/>
                <a:gd name="connsiteY46" fmla="*/ 29508 h 157376"/>
                <a:gd name="connsiteX47" fmla="*/ 75410 w 203277"/>
                <a:gd name="connsiteY47" fmla="*/ 29508 h 157376"/>
                <a:gd name="connsiteX48" fmla="*/ 73770 w 203277"/>
                <a:gd name="connsiteY48" fmla="*/ 27869 h 157376"/>
                <a:gd name="connsiteX49" fmla="*/ 75410 w 203277"/>
                <a:gd name="connsiteY49" fmla="*/ 26229 h 157376"/>
                <a:gd name="connsiteX50" fmla="*/ 75410 w 203277"/>
                <a:gd name="connsiteY50" fmla="*/ 22951 h 157376"/>
                <a:gd name="connsiteX51" fmla="*/ 73770 w 203277"/>
                <a:gd name="connsiteY51" fmla="*/ 21311 h 157376"/>
                <a:gd name="connsiteX52" fmla="*/ 72131 w 203277"/>
                <a:gd name="connsiteY52" fmla="*/ 18033 h 157376"/>
                <a:gd name="connsiteX53" fmla="*/ 73770 w 203277"/>
                <a:gd name="connsiteY53" fmla="*/ 14754 h 157376"/>
                <a:gd name="connsiteX54" fmla="*/ 77049 w 203277"/>
                <a:gd name="connsiteY54" fmla="*/ 14754 h 157376"/>
                <a:gd name="connsiteX55" fmla="*/ 78688 w 203277"/>
                <a:gd name="connsiteY55" fmla="*/ 13115 h 157376"/>
                <a:gd name="connsiteX56" fmla="*/ 80327 w 203277"/>
                <a:gd name="connsiteY56" fmla="*/ 13115 h 157376"/>
                <a:gd name="connsiteX57" fmla="*/ 80327 w 203277"/>
                <a:gd name="connsiteY57" fmla="*/ 13115 h 157376"/>
                <a:gd name="connsiteX58" fmla="*/ 81967 w 203277"/>
                <a:gd name="connsiteY58" fmla="*/ 11476 h 157376"/>
                <a:gd name="connsiteX59" fmla="*/ 86885 w 203277"/>
                <a:gd name="connsiteY59" fmla="*/ 9836 h 157376"/>
                <a:gd name="connsiteX60" fmla="*/ 86885 w 203277"/>
                <a:gd name="connsiteY60" fmla="*/ 6557 h 157376"/>
                <a:gd name="connsiteX61" fmla="*/ 90164 w 203277"/>
                <a:gd name="connsiteY61" fmla="*/ 6557 h 157376"/>
                <a:gd name="connsiteX62" fmla="*/ 91803 w 203277"/>
                <a:gd name="connsiteY62" fmla="*/ 8197 h 157376"/>
                <a:gd name="connsiteX63" fmla="*/ 95082 w 203277"/>
                <a:gd name="connsiteY63" fmla="*/ 8197 h 157376"/>
                <a:gd name="connsiteX64" fmla="*/ 95082 w 203277"/>
                <a:gd name="connsiteY64" fmla="*/ 6557 h 157376"/>
                <a:gd name="connsiteX65" fmla="*/ 93442 w 203277"/>
                <a:gd name="connsiteY65" fmla="*/ 3279 h 157376"/>
                <a:gd name="connsiteX66" fmla="*/ 95082 w 203277"/>
                <a:gd name="connsiteY66" fmla="*/ 1639 h 157376"/>
                <a:gd name="connsiteX67" fmla="*/ 98360 w 203277"/>
                <a:gd name="connsiteY67" fmla="*/ 0 h 157376"/>
                <a:gd name="connsiteX68" fmla="*/ 100000 w 203277"/>
                <a:gd name="connsiteY68" fmla="*/ 1639 h 157376"/>
                <a:gd name="connsiteX69" fmla="*/ 103279 w 203277"/>
                <a:gd name="connsiteY69" fmla="*/ 3279 h 157376"/>
                <a:gd name="connsiteX70" fmla="*/ 104917 w 203277"/>
                <a:gd name="connsiteY70" fmla="*/ 3279 h 157376"/>
                <a:gd name="connsiteX71" fmla="*/ 108196 w 203277"/>
                <a:gd name="connsiteY71" fmla="*/ 6557 h 157376"/>
                <a:gd name="connsiteX72" fmla="*/ 113114 w 203277"/>
                <a:gd name="connsiteY72" fmla="*/ 8197 h 157376"/>
                <a:gd name="connsiteX73" fmla="*/ 114754 w 203277"/>
                <a:gd name="connsiteY73" fmla="*/ 8197 h 157376"/>
                <a:gd name="connsiteX74" fmla="*/ 114754 w 203277"/>
                <a:gd name="connsiteY74" fmla="*/ 9836 h 157376"/>
                <a:gd name="connsiteX75" fmla="*/ 114754 w 203277"/>
                <a:gd name="connsiteY75" fmla="*/ 11476 h 157376"/>
                <a:gd name="connsiteX76" fmla="*/ 118032 w 203277"/>
                <a:gd name="connsiteY76" fmla="*/ 13115 h 157376"/>
                <a:gd name="connsiteX77" fmla="*/ 119672 w 203277"/>
                <a:gd name="connsiteY77" fmla="*/ 14754 h 157376"/>
                <a:gd name="connsiteX78" fmla="*/ 124590 w 203277"/>
                <a:gd name="connsiteY78" fmla="*/ 16393 h 157376"/>
                <a:gd name="connsiteX79" fmla="*/ 126229 w 203277"/>
                <a:gd name="connsiteY79" fmla="*/ 19672 h 157376"/>
                <a:gd name="connsiteX80" fmla="*/ 126229 w 203277"/>
                <a:gd name="connsiteY80" fmla="*/ 19672 h 157376"/>
                <a:gd name="connsiteX81" fmla="*/ 127869 w 203277"/>
                <a:gd name="connsiteY81" fmla="*/ 19672 h 157376"/>
                <a:gd name="connsiteX82" fmla="*/ 127869 w 203277"/>
                <a:gd name="connsiteY82" fmla="*/ 21311 h 157376"/>
                <a:gd name="connsiteX83" fmla="*/ 127869 w 203277"/>
                <a:gd name="connsiteY83" fmla="*/ 21311 h 157376"/>
                <a:gd name="connsiteX84" fmla="*/ 127869 w 203277"/>
                <a:gd name="connsiteY84" fmla="*/ 22951 h 157376"/>
                <a:gd name="connsiteX85" fmla="*/ 129508 w 203277"/>
                <a:gd name="connsiteY85" fmla="*/ 22951 h 157376"/>
                <a:gd name="connsiteX86" fmla="*/ 129508 w 203277"/>
                <a:gd name="connsiteY86" fmla="*/ 22951 h 157376"/>
                <a:gd name="connsiteX87" fmla="*/ 129508 w 203277"/>
                <a:gd name="connsiteY87" fmla="*/ 24590 h 157376"/>
                <a:gd name="connsiteX88" fmla="*/ 129508 w 203277"/>
                <a:gd name="connsiteY88" fmla="*/ 24590 h 157376"/>
                <a:gd name="connsiteX89" fmla="*/ 132786 w 203277"/>
                <a:gd name="connsiteY89" fmla="*/ 26229 h 157376"/>
                <a:gd name="connsiteX90" fmla="*/ 132786 w 203277"/>
                <a:gd name="connsiteY90" fmla="*/ 26229 h 157376"/>
                <a:gd name="connsiteX91" fmla="*/ 134426 w 203277"/>
                <a:gd name="connsiteY91" fmla="*/ 26229 h 157376"/>
                <a:gd name="connsiteX92" fmla="*/ 134426 w 203277"/>
                <a:gd name="connsiteY92" fmla="*/ 26229 h 157376"/>
                <a:gd name="connsiteX93" fmla="*/ 136065 w 203277"/>
                <a:gd name="connsiteY93" fmla="*/ 26229 h 157376"/>
                <a:gd name="connsiteX94" fmla="*/ 139344 w 203277"/>
                <a:gd name="connsiteY94" fmla="*/ 26229 h 157376"/>
                <a:gd name="connsiteX95" fmla="*/ 142623 w 203277"/>
                <a:gd name="connsiteY95" fmla="*/ 31148 h 157376"/>
                <a:gd name="connsiteX96" fmla="*/ 142623 w 203277"/>
                <a:gd name="connsiteY96" fmla="*/ 31148 h 157376"/>
                <a:gd name="connsiteX97" fmla="*/ 147540 w 203277"/>
                <a:gd name="connsiteY97" fmla="*/ 31148 h 157376"/>
                <a:gd name="connsiteX98" fmla="*/ 150819 w 203277"/>
                <a:gd name="connsiteY98" fmla="*/ 32787 h 157376"/>
                <a:gd name="connsiteX99" fmla="*/ 150819 w 203277"/>
                <a:gd name="connsiteY99" fmla="*/ 32787 h 157376"/>
                <a:gd name="connsiteX100" fmla="*/ 154098 w 203277"/>
                <a:gd name="connsiteY100" fmla="*/ 32787 h 157376"/>
                <a:gd name="connsiteX101" fmla="*/ 159016 w 203277"/>
                <a:gd name="connsiteY101" fmla="*/ 32787 h 157376"/>
                <a:gd name="connsiteX102" fmla="*/ 162294 w 203277"/>
                <a:gd name="connsiteY102" fmla="*/ 32787 h 157376"/>
                <a:gd name="connsiteX103" fmla="*/ 163934 w 203277"/>
                <a:gd name="connsiteY103" fmla="*/ 34426 h 157376"/>
                <a:gd name="connsiteX104" fmla="*/ 165573 w 203277"/>
                <a:gd name="connsiteY104" fmla="*/ 34426 h 157376"/>
                <a:gd name="connsiteX105" fmla="*/ 165573 w 203277"/>
                <a:gd name="connsiteY105" fmla="*/ 34426 h 157376"/>
                <a:gd name="connsiteX106" fmla="*/ 170491 w 203277"/>
                <a:gd name="connsiteY106" fmla="*/ 34426 h 157376"/>
                <a:gd name="connsiteX107" fmla="*/ 173770 w 203277"/>
                <a:gd name="connsiteY107" fmla="*/ 32787 h 157376"/>
                <a:gd name="connsiteX108" fmla="*/ 175409 w 203277"/>
                <a:gd name="connsiteY108" fmla="*/ 31148 h 157376"/>
                <a:gd name="connsiteX109" fmla="*/ 177049 w 203277"/>
                <a:gd name="connsiteY109" fmla="*/ 27869 h 157376"/>
                <a:gd name="connsiteX110" fmla="*/ 178688 w 203277"/>
                <a:gd name="connsiteY110" fmla="*/ 27869 h 157376"/>
                <a:gd name="connsiteX111" fmla="*/ 181966 w 203277"/>
                <a:gd name="connsiteY111" fmla="*/ 27869 h 157376"/>
                <a:gd name="connsiteX112" fmla="*/ 183606 w 203277"/>
                <a:gd name="connsiteY112" fmla="*/ 31148 h 157376"/>
                <a:gd name="connsiteX113" fmla="*/ 183606 w 203277"/>
                <a:gd name="connsiteY113" fmla="*/ 31148 h 157376"/>
                <a:gd name="connsiteX114" fmla="*/ 186884 w 203277"/>
                <a:gd name="connsiteY114" fmla="*/ 32787 h 157376"/>
                <a:gd name="connsiteX115" fmla="*/ 185245 w 203277"/>
                <a:gd name="connsiteY115" fmla="*/ 36066 h 157376"/>
                <a:gd name="connsiteX116" fmla="*/ 185245 w 203277"/>
                <a:gd name="connsiteY116" fmla="*/ 36066 h 157376"/>
                <a:gd name="connsiteX117" fmla="*/ 186884 w 203277"/>
                <a:gd name="connsiteY117" fmla="*/ 40983 h 157376"/>
                <a:gd name="connsiteX118" fmla="*/ 186884 w 203277"/>
                <a:gd name="connsiteY118" fmla="*/ 44262 h 157376"/>
                <a:gd name="connsiteX119" fmla="*/ 190163 w 203277"/>
                <a:gd name="connsiteY119" fmla="*/ 44262 h 157376"/>
                <a:gd name="connsiteX120" fmla="*/ 191803 w 203277"/>
                <a:gd name="connsiteY120" fmla="*/ 44262 h 157376"/>
                <a:gd name="connsiteX121" fmla="*/ 191803 w 203277"/>
                <a:gd name="connsiteY121" fmla="*/ 44262 h 157376"/>
                <a:gd name="connsiteX122" fmla="*/ 190163 w 203277"/>
                <a:gd name="connsiteY122" fmla="*/ 45901 h 157376"/>
                <a:gd name="connsiteX123" fmla="*/ 190163 w 203277"/>
                <a:gd name="connsiteY123" fmla="*/ 47541 h 157376"/>
                <a:gd name="connsiteX124" fmla="*/ 190163 w 203277"/>
                <a:gd name="connsiteY124" fmla="*/ 52459 h 157376"/>
                <a:gd name="connsiteX125" fmla="*/ 195081 w 203277"/>
                <a:gd name="connsiteY125" fmla="*/ 54098 h 157376"/>
                <a:gd name="connsiteX126" fmla="*/ 196720 w 203277"/>
                <a:gd name="connsiteY126" fmla="*/ 55738 h 157376"/>
                <a:gd name="connsiteX127" fmla="*/ 196720 w 203277"/>
                <a:gd name="connsiteY127" fmla="*/ 55738 h 157376"/>
                <a:gd name="connsiteX128" fmla="*/ 198360 w 203277"/>
                <a:gd name="connsiteY128" fmla="*/ 55738 h 157376"/>
                <a:gd name="connsiteX129" fmla="*/ 198360 w 203277"/>
                <a:gd name="connsiteY129" fmla="*/ 55738 h 157376"/>
                <a:gd name="connsiteX130" fmla="*/ 198360 w 203277"/>
                <a:gd name="connsiteY130" fmla="*/ 55738 h 157376"/>
                <a:gd name="connsiteX131" fmla="*/ 201639 w 203277"/>
                <a:gd name="connsiteY131" fmla="*/ 57377 h 157376"/>
                <a:gd name="connsiteX132" fmla="*/ 203278 w 203277"/>
                <a:gd name="connsiteY132" fmla="*/ 57377 h 157376"/>
                <a:gd name="connsiteX133" fmla="*/ 203278 w 203277"/>
                <a:gd name="connsiteY133" fmla="*/ 57377 h 157376"/>
                <a:gd name="connsiteX134" fmla="*/ 203278 w 203277"/>
                <a:gd name="connsiteY134" fmla="*/ 59016 h 157376"/>
                <a:gd name="connsiteX135" fmla="*/ 203278 w 203277"/>
                <a:gd name="connsiteY135" fmla="*/ 59016 h 157376"/>
                <a:gd name="connsiteX136" fmla="*/ 199999 w 203277"/>
                <a:gd name="connsiteY136" fmla="*/ 59016 h 157376"/>
                <a:gd name="connsiteX137" fmla="*/ 195081 w 203277"/>
                <a:gd name="connsiteY137" fmla="*/ 60656 h 157376"/>
                <a:gd name="connsiteX138" fmla="*/ 193442 w 203277"/>
                <a:gd name="connsiteY138" fmla="*/ 60656 h 157376"/>
                <a:gd name="connsiteX139" fmla="*/ 191803 w 203277"/>
                <a:gd name="connsiteY139" fmla="*/ 62295 h 157376"/>
                <a:gd name="connsiteX140" fmla="*/ 193442 w 203277"/>
                <a:gd name="connsiteY140" fmla="*/ 65573 h 157376"/>
                <a:gd name="connsiteX141" fmla="*/ 193442 w 203277"/>
                <a:gd name="connsiteY141" fmla="*/ 67213 h 157376"/>
                <a:gd name="connsiteX142" fmla="*/ 195081 w 203277"/>
                <a:gd name="connsiteY142" fmla="*/ 68852 h 157376"/>
                <a:gd name="connsiteX143" fmla="*/ 191803 w 203277"/>
                <a:gd name="connsiteY143" fmla="*/ 72131 h 157376"/>
                <a:gd name="connsiteX144" fmla="*/ 191803 w 203277"/>
                <a:gd name="connsiteY144" fmla="*/ 73770 h 157376"/>
                <a:gd name="connsiteX145" fmla="*/ 190163 w 203277"/>
                <a:gd name="connsiteY145" fmla="*/ 73770 h 157376"/>
                <a:gd name="connsiteX146" fmla="*/ 185245 w 203277"/>
                <a:gd name="connsiteY146" fmla="*/ 73770 h 157376"/>
                <a:gd name="connsiteX147" fmla="*/ 181966 w 203277"/>
                <a:gd name="connsiteY147" fmla="*/ 70492 h 157376"/>
                <a:gd name="connsiteX148" fmla="*/ 181966 w 203277"/>
                <a:gd name="connsiteY148" fmla="*/ 67213 h 157376"/>
                <a:gd name="connsiteX149" fmla="*/ 181966 w 203277"/>
                <a:gd name="connsiteY149" fmla="*/ 67213 h 157376"/>
                <a:gd name="connsiteX150" fmla="*/ 180327 w 203277"/>
                <a:gd name="connsiteY150" fmla="*/ 67213 h 157376"/>
                <a:gd name="connsiteX151" fmla="*/ 180327 w 203277"/>
                <a:gd name="connsiteY151" fmla="*/ 65573 h 157376"/>
                <a:gd name="connsiteX152" fmla="*/ 177049 w 203277"/>
                <a:gd name="connsiteY152" fmla="*/ 63934 h 157376"/>
                <a:gd name="connsiteX153" fmla="*/ 173770 w 203277"/>
                <a:gd name="connsiteY153" fmla="*/ 63934 h 157376"/>
                <a:gd name="connsiteX154" fmla="*/ 172130 w 203277"/>
                <a:gd name="connsiteY154" fmla="*/ 63934 h 157376"/>
                <a:gd name="connsiteX155" fmla="*/ 172130 w 203277"/>
                <a:gd name="connsiteY155" fmla="*/ 63934 h 157376"/>
                <a:gd name="connsiteX156" fmla="*/ 172130 w 203277"/>
                <a:gd name="connsiteY156" fmla="*/ 63934 h 157376"/>
                <a:gd name="connsiteX157" fmla="*/ 170491 w 203277"/>
                <a:gd name="connsiteY157" fmla="*/ 63934 h 157376"/>
                <a:gd name="connsiteX158" fmla="*/ 167213 w 203277"/>
                <a:gd name="connsiteY158" fmla="*/ 62295 h 157376"/>
                <a:gd name="connsiteX159" fmla="*/ 162294 w 203277"/>
                <a:gd name="connsiteY159" fmla="*/ 63934 h 157376"/>
                <a:gd name="connsiteX160" fmla="*/ 159016 w 203277"/>
                <a:gd name="connsiteY160" fmla="*/ 63934 h 157376"/>
                <a:gd name="connsiteX161" fmla="*/ 155737 w 203277"/>
                <a:gd name="connsiteY161" fmla="*/ 60656 h 157376"/>
                <a:gd name="connsiteX162" fmla="*/ 154098 w 203277"/>
                <a:gd name="connsiteY162" fmla="*/ 62295 h 157376"/>
                <a:gd name="connsiteX163" fmla="*/ 154098 w 203277"/>
                <a:gd name="connsiteY163" fmla="*/ 62295 h 157376"/>
                <a:gd name="connsiteX164" fmla="*/ 152459 w 203277"/>
                <a:gd name="connsiteY164" fmla="*/ 63934 h 157376"/>
                <a:gd name="connsiteX165" fmla="*/ 149180 w 203277"/>
                <a:gd name="connsiteY165" fmla="*/ 63934 h 157376"/>
                <a:gd name="connsiteX166" fmla="*/ 147540 w 203277"/>
                <a:gd name="connsiteY166" fmla="*/ 63934 h 157376"/>
                <a:gd name="connsiteX167" fmla="*/ 144262 w 203277"/>
                <a:gd name="connsiteY167" fmla="*/ 60656 h 157376"/>
                <a:gd name="connsiteX168" fmla="*/ 142623 w 203277"/>
                <a:gd name="connsiteY168" fmla="*/ 62295 h 157376"/>
                <a:gd name="connsiteX169" fmla="*/ 139344 w 203277"/>
                <a:gd name="connsiteY169" fmla="*/ 62295 h 157376"/>
                <a:gd name="connsiteX170" fmla="*/ 137704 w 203277"/>
                <a:gd name="connsiteY170" fmla="*/ 62295 h 157376"/>
                <a:gd name="connsiteX171" fmla="*/ 132786 w 203277"/>
                <a:gd name="connsiteY171" fmla="*/ 60656 h 157376"/>
                <a:gd name="connsiteX172" fmla="*/ 129508 w 203277"/>
                <a:gd name="connsiteY172" fmla="*/ 60656 h 157376"/>
                <a:gd name="connsiteX173" fmla="*/ 129508 w 203277"/>
                <a:gd name="connsiteY173" fmla="*/ 60656 h 157376"/>
                <a:gd name="connsiteX174" fmla="*/ 124590 w 203277"/>
                <a:gd name="connsiteY174" fmla="*/ 59016 h 157376"/>
                <a:gd name="connsiteX175" fmla="*/ 121311 w 203277"/>
                <a:gd name="connsiteY175" fmla="*/ 57377 h 157376"/>
                <a:gd name="connsiteX176" fmla="*/ 121311 w 203277"/>
                <a:gd name="connsiteY176" fmla="*/ 57377 h 157376"/>
                <a:gd name="connsiteX177" fmla="*/ 118032 w 203277"/>
                <a:gd name="connsiteY177" fmla="*/ 55738 h 157376"/>
                <a:gd name="connsiteX178" fmla="*/ 114754 w 203277"/>
                <a:gd name="connsiteY178" fmla="*/ 57377 h 157376"/>
                <a:gd name="connsiteX179" fmla="*/ 114754 w 203277"/>
                <a:gd name="connsiteY179" fmla="*/ 59016 h 157376"/>
                <a:gd name="connsiteX180" fmla="*/ 111475 w 203277"/>
                <a:gd name="connsiteY180" fmla="*/ 59016 h 157376"/>
                <a:gd name="connsiteX181" fmla="*/ 108196 w 203277"/>
                <a:gd name="connsiteY181" fmla="*/ 57377 h 157376"/>
                <a:gd name="connsiteX182" fmla="*/ 104917 w 203277"/>
                <a:gd name="connsiteY182" fmla="*/ 57377 h 157376"/>
                <a:gd name="connsiteX183" fmla="*/ 103279 w 203277"/>
                <a:gd name="connsiteY183" fmla="*/ 59016 h 157376"/>
                <a:gd name="connsiteX184" fmla="*/ 103279 w 203277"/>
                <a:gd name="connsiteY184" fmla="*/ 59016 h 157376"/>
                <a:gd name="connsiteX185" fmla="*/ 101639 w 203277"/>
                <a:gd name="connsiteY185" fmla="*/ 60656 h 157376"/>
                <a:gd name="connsiteX186" fmla="*/ 100000 w 203277"/>
                <a:gd name="connsiteY186" fmla="*/ 63934 h 157376"/>
                <a:gd name="connsiteX187" fmla="*/ 96721 w 203277"/>
                <a:gd name="connsiteY187" fmla="*/ 67213 h 157376"/>
                <a:gd name="connsiteX188" fmla="*/ 96721 w 203277"/>
                <a:gd name="connsiteY188" fmla="*/ 67213 h 157376"/>
                <a:gd name="connsiteX189" fmla="*/ 96721 w 203277"/>
                <a:gd name="connsiteY189" fmla="*/ 67213 h 157376"/>
                <a:gd name="connsiteX190" fmla="*/ 93442 w 203277"/>
                <a:gd name="connsiteY190" fmla="*/ 65573 h 157376"/>
                <a:gd name="connsiteX191" fmla="*/ 88524 w 203277"/>
                <a:gd name="connsiteY191" fmla="*/ 60656 h 157376"/>
                <a:gd name="connsiteX192" fmla="*/ 88524 w 203277"/>
                <a:gd name="connsiteY192" fmla="*/ 60656 h 157376"/>
                <a:gd name="connsiteX193" fmla="*/ 85246 w 203277"/>
                <a:gd name="connsiteY193" fmla="*/ 57377 h 157376"/>
                <a:gd name="connsiteX194" fmla="*/ 81967 w 203277"/>
                <a:gd name="connsiteY194" fmla="*/ 57377 h 157376"/>
                <a:gd name="connsiteX195" fmla="*/ 80327 w 203277"/>
                <a:gd name="connsiteY195" fmla="*/ 57377 h 157376"/>
                <a:gd name="connsiteX196" fmla="*/ 78688 w 203277"/>
                <a:gd name="connsiteY196" fmla="*/ 59016 h 157376"/>
                <a:gd name="connsiteX197" fmla="*/ 78688 w 203277"/>
                <a:gd name="connsiteY197" fmla="*/ 63934 h 157376"/>
                <a:gd name="connsiteX198" fmla="*/ 78688 w 203277"/>
                <a:gd name="connsiteY198" fmla="*/ 63934 h 157376"/>
                <a:gd name="connsiteX199" fmla="*/ 78688 w 203277"/>
                <a:gd name="connsiteY199" fmla="*/ 67213 h 157376"/>
                <a:gd name="connsiteX200" fmla="*/ 78688 w 203277"/>
                <a:gd name="connsiteY200" fmla="*/ 70492 h 157376"/>
                <a:gd name="connsiteX201" fmla="*/ 80327 w 203277"/>
                <a:gd name="connsiteY201" fmla="*/ 73770 h 157376"/>
                <a:gd name="connsiteX202" fmla="*/ 78688 w 203277"/>
                <a:gd name="connsiteY202" fmla="*/ 77049 h 157376"/>
                <a:gd name="connsiteX203" fmla="*/ 81967 w 203277"/>
                <a:gd name="connsiteY203" fmla="*/ 80328 h 157376"/>
                <a:gd name="connsiteX204" fmla="*/ 83606 w 203277"/>
                <a:gd name="connsiteY204" fmla="*/ 80328 h 157376"/>
                <a:gd name="connsiteX205" fmla="*/ 85246 w 203277"/>
                <a:gd name="connsiteY205" fmla="*/ 80328 h 157376"/>
                <a:gd name="connsiteX206" fmla="*/ 85246 w 203277"/>
                <a:gd name="connsiteY206" fmla="*/ 81967 h 157376"/>
                <a:gd name="connsiteX207" fmla="*/ 86885 w 203277"/>
                <a:gd name="connsiteY207" fmla="*/ 83606 h 157376"/>
                <a:gd name="connsiteX208" fmla="*/ 90164 w 203277"/>
                <a:gd name="connsiteY208" fmla="*/ 88524 h 157376"/>
                <a:gd name="connsiteX209" fmla="*/ 91803 w 203277"/>
                <a:gd name="connsiteY209" fmla="*/ 90164 h 157376"/>
                <a:gd name="connsiteX210" fmla="*/ 91803 w 203277"/>
                <a:gd name="connsiteY210" fmla="*/ 91803 h 157376"/>
                <a:gd name="connsiteX211" fmla="*/ 93442 w 203277"/>
                <a:gd name="connsiteY211" fmla="*/ 93442 h 157376"/>
                <a:gd name="connsiteX212" fmla="*/ 95082 w 203277"/>
                <a:gd name="connsiteY212" fmla="*/ 95082 h 157376"/>
                <a:gd name="connsiteX213" fmla="*/ 95082 w 203277"/>
                <a:gd name="connsiteY213" fmla="*/ 96721 h 157376"/>
                <a:gd name="connsiteX214" fmla="*/ 95082 w 203277"/>
                <a:gd name="connsiteY214" fmla="*/ 100000 h 157376"/>
                <a:gd name="connsiteX215" fmla="*/ 95082 w 203277"/>
                <a:gd name="connsiteY215" fmla="*/ 100000 h 157376"/>
                <a:gd name="connsiteX216" fmla="*/ 95082 w 203277"/>
                <a:gd name="connsiteY216" fmla="*/ 101639 h 157376"/>
                <a:gd name="connsiteX217" fmla="*/ 96721 w 203277"/>
                <a:gd name="connsiteY217" fmla="*/ 101639 h 157376"/>
                <a:gd name="connsiteX218" fmla="*/ 98360 w 203277"/>
                <a:gd name="connsiteY218" fmla="*/ 103278 h 157376"/>
                <a:gd name="connsiteX219" fmla="*/ 100000 w 203277"/>
                <a:gd name="connsiteY219" fmla="*/ 108196 h 157376"/>
                <a:gd name="connsiteX220" fmla="*/ 104917 w 203277"/>
                <a:gd name="connsiteY220" fmla="*/ 109836 h 157376"/>
                <a:gd name="connsiteX221" fmla="*/ 108196 w 203277"/>
                <a:gd name="connsiteY221" fmla="*/ 113114 h 157376"/>
                <a:gd name="connsiteX222" fmla="*/ 108196 w 203277"/>
                <a:gd name="connsiteY222" fmla="*/ 113114 h 157376"/>
                <a:gd name="connsiteX223" fmla="*/ 111475 w 203277"/>
                <a:gd name="connsiteY223" fmla="*/ 116393 h 157376"/>
                <a:gd name="connsiteX224" fmla="*/ 114754 w 203277"/>
                <a:gd name="connsiteY224" fmla="*/ 121311 h 157376"/>
                <a:gd name="connsiteX225" fmla="*/ 116393 w 203277"/>
                <a:gd name="connsiteY225" fmla="*/ 122950 h 157376"/>
                <a:gd name="connsiteX226" fmla="*/ 119672 w 203277"/>
                <a:gd name="connsiteY226" fmla="*/ 126229 h 157376"/>
                <a:gd name="connsiteX227" fmla="*/ 122950 w 203277"/>
                <a:gd name="connsiteY227" fmla="*/ 127868 h 157376"/>
                <a:gd name="connsiteX228" fmla="*/ 126229 w 203277"/>
                <a:gd name="connsiteY228" fmla="*/ 131147 h 157376"/>
                <a:gd name="connsiteX229" fmla="*/ 129508 w 203277"/>
                <a:gd name="connsiteY229" fmla="*/ 132786 h 157376"/>
                <a:gd name="connsiteX230" fmla="*/ 132786 w 203277"/>
                <a:gd name="connsiteY230" fmla="*/ 136065 h 157376"/>
                <a:gd name="connsiteX231" fmla="*/ 132786 w 203277"/>
                <a:gd name="connsiteY231" fmla="*/ 136065 h 157376"/>
                <a:gd name="connsiteX232" fmla="*/ 132786 w 203277"/>
                <a:gd name="connsiteY232" fmla="*/ 136065 h 157376"/>
                <a:gd name="connsiteX233" fmla="*/ 132786 w 203277"/>
                <a:gd name="connsiteY233" fmla="*/ 140983 h 157376"/>
                <a:gd name="connsiteX234" fmla="*/ 134426 w 203277"/>
                <a:gd name="connsiteY234" fmla="*/ 142622 h 157376"/>
                <a:gd name="connsiteX235" fmla="*/ 134426 w 203277"/>
                <a:gd name="connsiteY235" fmla="*/ 142622 h 157376"/>
                <a:gd name="connsiteX236" fmla="*/ 139344 w 203277"/>
                <a:gd name="connsiteY236" fmla="*/ 147540 h 157376"/>
                <a:gd name="connsiteX237" fmla="*/ 140983 w 203277"/>
                <a:gd name="connsiteY237" fmla="*/ 147540 h 157376"/>
                <a:gd name="connsiteX238" fmla="*/ 144262 w 203277"/>
                <a:gd name="connsiteY238" fmla="*/ 150819 h 157376"/>
                <a:gd name="connsiteX239" fmla="*/ 145901 w 203277"/>
                <a:gd name="connsiteY239" fmla="*/ 152458 h 157376"/>
                <a:gd name="connsiteX240" fmla="*/ 145901 w 203277"/>
                <a:gd name="connsiteY240" fmla="*/ 152458 h 157376"/>
                <a:gd name="connsiteX241" fmla="*/ 147540 w 203277"/>
                <a:gd name="connsiteY241" fmla="*/ 152458 h 157376"/>
                <a:gd name="connsiteX242" fmla="*/ 147540 w 203277"/>
                <a:gd name="connsiteY242" fmla="*/ 155737 h 157376"/>
                <a:gd name="connsiteX243" fmla="*/ 144262 w 203277"/>
                <a:gd name="connsiteY243" fmla="*/ 157376 h 157376"/>
                <a:gd name="connsiteX244" fmla="*/ 144262 w 203277"/>
                <a:gd name="connsiteY244" fmla="*/ 157376 h 157376"/>
                <a:gd name="connsiteX245" fmla="*/ 140983 w 203277"/>
                <a:gd name="connsiteY245" fmla="*/ 155737 h 157376"/>
                <a:gd name="connsiteX246" fmla="*/ 139344 w 203277"/>
                <a:gd name="connsiteY246" fmla="*/ 152458 h 157376"/>
                <a:gd name="connsiteX247" fmla="*/ 139344 w 203277"/>
                <a:gd name="connsiteY247" fmla="*/ 152458 h 157376"/>
                <a:gd name="connsiteX248" fmla="*/ 139344 w 203277"/>
                <a:gd name="connsiteY248" fmla="*/ 152458 h 157376"/>
                <a:gd name="connsiteX249" fmla="*/ 134426 w 203277"/>
                <a:gd name="connsiteY249" fmla="*/ 149180 h 157376"/>
                <a:gd name="connsiteX250" fmla="*/ 134426 w 203277"/>
                <a:gd name="connsiteY250" fmla="*/ 147540 h 157376"/>
                <a:gd name="connsiteX251" fmla="*/ 129508 w 203277"/>
                <a:gd name="connsiteY251" fmla="*/ 147540 h 157376"/>
                <a:gd name="connsiteX252" fmla="*/ 126229 w 203277"/>
                <a:gd name="connsiteY252" fmla="*/ 144262 h 157376"/>
                <a:gd name="connsiteX253" fmla="*/ 122950 w 203277"/>
                <a:gd name="connsiteY253" fmla="*/ 140983 h 157376"/>
                <a:gd name="connsiteX254" fmla="*/ 119672 w 203277"/>
                <a:gd name="connsiteY254" fmla="*/ 137704 h 157376"/>
                <a:gd name="connsiteX255" fmla="*/ 116393 w 203277"/>
                <a:gd name="connsiteY255" fmla="*/ 136065 h 157376"/>
                <a:gd name="connsiteX256" fmla="*/ 111475 w 203277"/>
                <a:gd name="connsiteY256" fmla="*/ 134426 h 157376"/>
                <a:gd name="connsiteX257" fmla="*/ 108196 w 203277"/>
                <a:gd name="connsiteY257" fmla="*/ 134426 h 157376"/>
                <a:gd name="connsiteX258" fmla="*/ 104917 w 203277"/>
                <a:gd name="connsiteY258" fmla="*/ 132786 h 157376"/>
                <a:gd name="connsiteX259" fmla="*/ 101639 w 203277"/>
                <a:gd name="connsiteY259" fmla="*/ 131147 h 157376"/>
                <a:gd name="connsiteX260" fmla="*/ 98360 w 203277"/>
                <a:gd name="connsiteY260" fmla="*/ 131147 h 157376"/>
                <a:gd name="connsiteX261" fmla="*/ 95082 w 203277"/>
                <a:gd name="connsiteY261" fmla="*/ 131147 h 157376"/>
                <a:gd name="connsiteX262" fmla="*/ 91803 w 203277"/>
                <a:gd name="connsiteY262" fmla="*/ 134426 h 157376"/>
                <a:gd name="connsiteX263" fmla="*/ 88524 w 203277"/>
                <a:gd name="connsiteY263" fmla="*/ 132786 h 157376"/>
                <a:gd name="connsiteX264" fmla="*/ 85246 w 203277"/>
                <a:gd name="connsiteY264" fmla="*/ 129508 h 157376"/>
                <a:gd name="connsiteX265" fmla="*/ 86885 w 203277"/>
                <a:gd name="connsiteY265" fmla="*/ 124590 h 157376"/>
                <a:gd name="connsiteX266" fmla="*/ 83606 w 203277"/>
                <a:gd name="connsiteY266" fmla="*/ 122950 h 157376"/>
                <a:gd name="connsiteX267" fmla="*/ 78688 w 203277"/>
                <a:gd name="connsiteY267" fmla="*/ 121311 h 157376"/>
                <a:gd name="connsiteX268" fmla="*/ 75410 w 203277"/>
                <a:gd name="connsiteY268" fmla="*/ 119672 h 157376"/>
                <a:gd name="connsiteX269" fmla="*/ 72131 w 203277"/>
                <a:gd name="connsiteY269" fmla="*/ 116393 h 157376"/>
                <a:gd name="connsiteX270" fmla="*/ 68852 w 203277"/>
                <a:gd name="connsiteY270" fmla="*/ 113114 h 157376"/>
                <a:gd name="connsiteX271" fmla="*/ 65573 w 203277"/>
                <a:gd name="connsiteY271" fmla="*/ 109836 h 157376"/>
                <a:gd name="connsiteX272" fmla="*/ 62295 w 203277"/>
                <a:gd name="connsiteY272" fmla="*/ 106557 h 157376"/>
                <a:gd name="connsiteX273" fmla="*/ 59016 w 203277"/>
                <a:gd name="connsiteY273" fmla="*/ 103278 h 157376"/>
                <a:gd name="connsiteX274" fmla="*/ 55737 w 203277"/>
                <a:gd name="connsiteY274" fmla="*/ 98360 h 157376"/>
                <a:gd name="connsiteX275" fmla="*/ 60656 w 203277"/>
                <a:gd name="connsiteY275" fmla="*/ 98360 h 157376"/>
                <a:gd name="connsiteX276" fmla="*/ 63934 w 203277"/>
                <a:gd name="connsiteY276" fmla="*/ 98360 h 157376"/>
                <a:gd name="connsiteX277" fmla="*/ 67213 w 203277"/>
                <a:gd name="connsiteY277" fmla="*/ 98360 h 157376"/>
                <a:gd name="connsiteX278" fmla="*/ 70492 w 203277"/>
                <a:gd name="connsiteY278" fmla="*/ 100000 h 157376"/>
                <a:gd name="connsiteX279" fmla="*/ 70492 w 203277"/>
                <a:gd name="connsiteY279" fmla="*/ 100000 h 157376"/>
                <a:gd name="connsiteX280" fmla="*/ 67213 w 203277"/>
                <a:gd name="connsiteY280" fmla="*/ 98360 h 157376"/>
                <a:gd name="connsiteX281" fmla="*/ 63934 w 203277"/>
                <a:gd name="connsiteY281" fmla="*/ 95082 h 157376"/>
                <a:gd name="connsiteX282" fmla="*/ 62295 w 203277"/>
                <a:gd name="connsiteY282" fmla="*/ 95082 h 157376"/>
                <a:gd name="connsiteX283" fmla="*/ 59016 w 203277"/>
                <a:gd name="connsiteY283" fmla="*/ 91803 h 157376"/>
                <a:gd name="connsiteX284" fmla="*/ 54098 w 203277"/>
                <a:gd name="connsiteY284" fmla="*/ 88524 h 157376"/>
                <a:gd name="connsiteX285" fmla="*/ 52459 w 203277"/>
                <a:gd name="connsiteY285" fmla="*/ 85246 h 157376"/>
                <a:gd name="connsiteX286" fmla="*/ 49180 w 203277"/>
                <a:gd name="connsiteY286" fmla="*/ 81967 h 157376"/>
                <a:gd name="connsiteX287" fmla="*/ 49180 w 203277"/>
                <a:gd name="connsiteY287" fmla="*/ 78688 h 157376"/>
                <a:gd name="connsiteX288" fmla="*/ 47541 w 203277"/>
                <a:gd name="connsiteY288" fmla="*/ 75410 h 157376"/>
                <a:gd name="connsiteX289" fmla="*/ 49180 w 203277"/>
                <a:gd name="connsiteY289" fmla="*/ 70492 h 157376"/>
                <a:gd name="connsiteX290" fmla="*/ 49180 w 203277"/>
                <a:gd name="connsiteY290" fmla="*/ 67213 h 157376"/>
                <a:gd name="connsiteX291" fmla="*/ 47541 w 203277"/>
                <a:gd name="connsiteY291" fmla="*/ 67213 h 157376"/>
                <a:gd name="connsiteX292" fmla="*/ 47541 w 203277"/>
                <a:gd name="connsiteY292" fmla="*/ 65573 h 157376"/>
                <a:gd name="connsiteX293" fmla="*/ 45902 w 203277"/>
                <a:gd name="connsiteY293" fmla="*/ 62295 h 157376"/>
                <a:gd name="connsiteX294" fmla="*/ 42623 w 203277"/>
                <a:gd name="connsiteY294" fmla="*/ 60656 h 157376"/>
                <a:gd name="connsiteX295" fmla="*/ 39344 w 203277"/>
                <a:gd name="connsiteY295" fmla="*/ 57377 h 157376"/>
                <a:gd name="connsiteX296" fmla="*/ 37705 w 203277"/>
                <a:gd name="connsiteY296" fmla="*/ 57377 h 157376"/>
                <a:gd name="connsiteX297" fmla="*/ 34426 w 203277"/>
                <a:gd name="connsiteY297" fmla="*/ 54098 h 157376"/>
                <a:gd name="connsiteX298" fmla="*/ 31147 w 203277"/>
                <a:gd name="connsiteY298" fmla="*/ 52459 h 157376"/>
                <a:gd name="connsiteX299" fmla="*/ 27869 w 203277"/>
                <a:gd name="connsiteY299" fmla="*/ 52459 h 157376"/>
                <a:gd name="connsiteX300" fmla="*/ 26229 w 203277"/>
                <a:gd name="connsiteY300" fmla="*/ 55738 h 157376"/>
                <a:gd name="connsiteX301" fmla="*/ 26229 w 203277"/>
                <a:gd name="connsiteY301" fmla="*/ 59016 h 157376"/>
                <a:gd name="connsiteX302" fmla="*/ 24590 w 203277"/>
                <a:gd name="connsiteY302" fmla="*/ 60656 h 157376"/>
                <a:gd name="connsiteX303" fmla="*/ 22951 w 203277"/>
                <a:gd name="connsiteY303" fmla="*/ 63934 h 157376"/>
                <a:gd name="connsiteX304" fmla="*/ 22951 w 203277"/>
                <a:gd name="connsiteY304" fmla="*/ 67213 h 157376"/>
                <a:gd name="connsiteX305" fmla="*/ 19672 w 203277"/>
                <a:gd name="connsiteY305" fmla="*/ 67213 h 157376"/>
                <a:gd name="connsiteX306" fmla="*/ 19672 w 203277"/>
                <a:gd name="connsiteY306" fmla="*/ 65573 h 157376"/>
                <a:gd name="connsiteX307" fmla="*/ 18033 w 203277"/>
                <a:gd name="connsiteY307" fmla="*/ 67213 h 157376"/>
                <a:gd name="connsiteX308" fmla="*/ 18033 w 203277"/>
                <a:gd name="connsiteY308" fmla="*/ 70492 h 157376"/>
                <a:gd name="connsiteX309" fmla="*/ 16393 w 203277"/>
                <a:gd name="connsiteY309" fmla="*/ 75410 h 157376"/>
                <a:gd name="connsiteX310" fmla="*/ 14754 w 203277"/>
                <a:gd name="connsiteY310" fmla="*/ 77049 h 157376"/>
                <a:gd name="connsiteX311" fmla="*/ 11476 w 203277"/>
                <a:gd name="connsiteY311" fmla="*/ 73770 h 157376"/>
                <a:gd name="connsiteX312" fmla="*/ 9836 w 203277"/>
                <a:gd name="connsiteY312" fmla="*/ 70492 h 157376"/>
                <a:gd name="connsiteX313" fmla="*/ 8197 w 203277"/>
                <a:gd name="connsiteY313" fmla="*/ 67213 h 157376"/>
                <a:gd name="connsiteX314" fmla="*/ 4918 w 203277"/>
                <a:gd name="connsiteY314" fmla="*/ 63934 h 157376"/>
                <a:gd name="connsiteX315" fmla="*/ 8197 w 203277"/>
                <a:gd name="connsiteY315" fmla="*/ 62295 h 157376"/>
                <a:gd name="connsiteX316" fmla="*/ 3279 w 203277"/>
                <a:gd name="connsiteY316" fmla="*/ 62295 h 157376"/>
                <a:gd name="connsiteX317" fmla="*/ 3279 w 203277"/>
                <a:gd name="connsiteY317" fmla="*/ 57377 h 157376"/>
                <a:gd name="connsiteX318" fmla="*/ 3279 w 203277"/>
                <a:gd name="connsiteY318" fmla="*/ 54098 h 157376"/>
                <a:gd name="connsiteX319" fmla="*/ 3279 w 203277"/>
                <a:gd name="connsiteY319" fmla="*/ 54098 h 157376"/>
                <a:gd name="connsiteX320" fmla="*/ 1639 w 203277"/>
                <a:gd name="connsiteY320" fmla="*/ 49180 h 157376"/>
                <a:gd name="connsiteX321" fmla="*/ 0 w 203277"/>
                <a:gd name="connsiteY321" fmla="*/ 45901 h 157376"/>
                <a:gd name="connsiteX322" fmla="*/ 3279 w 203277"/>
                <a:gd name="connsiteY322" fmla="*/ 45901 h 15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</a:cxnLst>
              <a:rect l="l" t="t" r="r" b="b"/>
              <a:pathLst>
                <a:path w="203277" h="157376">
                  <a:moveTo>
                    <a:pt x="3279" y="45901"/>
                  </a:moveTo>
                  <a:lnTo>
                    <a:pt x="3279" y="47541"/>
                  </a:lnTo>
                  <a:lnTo>
                    <a:pt x="6557" y="47541"/>
                  </a:lnTo>
                  <a:lnTo>
                    <a:pt x="8197" y="47541"/>
                  </a:lnTo>
                  <a:lnTo>
                    <a:pt x="11476" y="49180"/>
                  </a:lnTo>
                  <a:lnTo>
                    <a:pt x="14754" y="47541"/>
                  </a:lnTo>
                  <a:lnTo>
                    <a:pt x="16393" y="47541"/>
                  </a:lnTo>
                  <a:lnTo>
                    <a:pt x="18033" y="44262"/>
                  </a:lnTo>
                  <a:lnTo>
                    <a:pt x="21312" y="45901"/>
                  </a:lnTo>
                  <a:lnTo>
                    <a:pt x="21312" y="45901"/>
                  </a:lnTo>
                  <a:lnTo>
                    <a:pt x="24590" y="45901"/>
                  </a:lnTo>
                  <a:lnTo>
                    <a:pt x="26229" y="45901"/>
                  </a:lnTo>
                  <a:lnTo>
                    <a:pt x="26229" y="45901"/>
                  </a:lnTo>
                  <a:lnTo>
                    <a:pt x="27869" y="45901"/>
                  </a:lnTo>
                  <a:lnTo>
                    <a:pt x="29508" y="45901"/>
                  </a:lnTo>
                  <a:lnTo>
                    <a:pt x="32787" y="44262"/>
                  </a:lnTo>
                  <a:lnTo>
                    <a:pt x="34426" y="42623"/>
                  </a:lnTo>
                  <a:lnTo>
                    <a:pt x="36066" y="39344"/>
                  </a:lnTo>
                  <a:lnTo>
                    <a:pt x="36066" y="39344"/>
                  </a:lnTo>
                  <a:lnTo>
                    <a:pt x="37705" y="39344"/>
                  </a:lnTo>
                  <a:lnTo>
                    <a:pt x="37705" y="40983"/>
                  </a:lnTo>
                  <a:lnTo>
                    <a:pt x="40983" y="44262"/>
                  </a:lnTo>
                  <a:lnTo>
                    <a:pt x="44262" y="45901"/>
                  </a:lnTo>
                  <a:lnTo>
                    <a:pt x="47541" y="45901"/>
                  </a:lnTo>
                  <a:lnTo>
                    <a:pt x="50820" y="45901"/>
                  </a:lnTo>
                  <a:lnTo>
                    <a:pt x="52459" y="45901"/>
                  </a:lnTo>
                  <a:lnTo>
                    <a:pt x="52459" y="45901"/>
                  </a:lnTo>
                  <a:lnTo>
                    <a:pt x="54098" y="47541"/>
                  </a:lnTo>
                  <a:lnTo>
                    <a:pt x="59016" y="49180"/>
                  </a:lnTo>
                  <a:lnTo>
                    <a:pt x="59016" y="49180"/>
                  </a:lnTo>
                  <a:lnTo>
                    <a:pt x="62295" y="45901"/>
                  </a:lnTo>
                  <a:lnTo>
                    <a:pt x="62295" y="44262"/>
                  </a:lnTo>
                  <a:lnTo>
                    <a:pt x="62295" y="42623"/>
                  </a:lnTo>
                  <a:lnTo>
                    <a:pt x="62295" y="39344"/>
                  </a:lnTo>
                  <a:lnTo>
                    <a:pt x="63934" y="39344"/>
                  </a:lnTo>
                  <a:lnTo>
                    <a:pt x="63934" y="39344"/>
                  </a:lnTo>
                  <a:lnTo>
                    <a:pt x="63934" y="39344"/>
                  </a:lnTo>
                  <a:lnTo>
                    <a:pt x="60656" y="37705"/>
                  </a:lnTo>
                  <a:lnTo>
                    <a:pt x="59016" y="37705"/>
                  </a:lnTo>
                  <a:lnTo>
                    <a:pt x="59016" y="36066"/>
                  </a:lnTo>
                  <a:lnTo>
                    <a:pt x="62295" y="34426"/>
                  </a:lnTo>
                  <a:lnTo>
                    <a:pt x="65573" y="34426"/>
                  </a:lnTo>
                  <a:lnTo>
                    <a:pt x="67213" y="32787"/>
                  </a:lnTo>
                  <a:lnTo>
                    <a:pt x="68852" y="31148"/>
                  </a:lnTo>
                  <a:lnTo>
                    <a:pt x="70492" y="31148"/>
                  </a:lnTo>
                  <a:lnTo>
                    <a:pt x="75410" y="31148"/>
                  </a:lnTo>
                  <a:lnTo>
                    <a:pt x="75410" y="29508"/>
                  </a:lnTo>
                  <a:lnTo>
                    <a:pt x="75410" y="29508"/>
                  </a:lnTo>
                  <a:lnTo>
                    <a:pt x="73770" y="27869"/>
                  </a:lnTo>
                  <a:lnTo>
                    <a:pt x="75410" y="26229"/>
                  </a:lnTo>
                  <a:lnTo>
                    <a:pt x="75410" y="22951"/>
                  </a:lnTo>
                  <a:lnTo>
                    <a:pt x="73770" y="21311"/>
                  </a:lnTo>
                  <a:lnTo>
                    <a:pt x="72131" y="18033"/>
                  </a:lnTo>
                  <a:lnTo>
                    <a:pt x="73770" y="14754"/>
                  </a:lnTo>
                  <a:lnTo>
                    <a:pt x="77049" y="14754"/>
                  </a:lnTo>
                  <a:lnTo>
                    <a:pt x="78688" y="13115"/>
                  </a:lnTo>
                  <a:lnTo>
                    <a:pt x="80327" y="13115"/>
                  </a:lnTo>
                  <a:lnTo>
                    <a:pt x="80327" y="13115"/>
                  </a:lnTo>
                  <a:lnTo>
                    <a:pt x="81967" y="11476"/>
                  </a:lnTo>
                  <a:lnTo>
                    <a:pt x="86885" y="9836"/>
                  </a:lnTo>
                  <a:lnTo>
                    <a:pt x="86885" y="6557"/>
                  </a:lnTo>
                  <a:lnTo>
                    <a:pt x="90164" y="6557"/>
                  </a:lnTo>
                  <a:lnTo>
                    <a:pt x="91803" y="8197"/>
                  </a:lnTo>
                  <a:lnTo>
                    <a:pt x="95082" y="8197"/>
                  </a:lnTo>
                  <a:lnTo>
                    <a:pt x="95082" y="6557"/>
                  </a:lnTo>
                  <a:lnTo>
                    <a:pt x="93442" y="3279"/>
                  </a:lnTo>
                  <a:lnTo>
                    <a:pt x="95082" y="1639"/>
                  </a:lnTo>
                  <a:lnTo>
                    <a:pt x="98360" y="0"/>
                  </a:lnTo>
                  <a:lnTo>
                    <a:pt x="100000" y="1639"/>
                  </a:lnTo>
                  <a:lnTo>
                    <a:pt x="103279" y="3279"/>
                  </a:lnTo>
                  <a:lnTo>
                    <a:pt x="104917" y="3279"/>
                  </a:lnTo>
                  <a:lnTo>
                    <a:pt x="108196" y="6557"/>
                  </a:lnTo>
                  <a:lnTo>
                    <a:pt x="113114" y="8197"/>
                  </a:lnTo>
                  <a:lnTo>
                    <a:pt x="114754" y="8197"/>
                  </a:lnTo>
                  <a:lnTo>
                    <a:pt x="114754" y="9836"/>
                  </a:lnTo>
                  <a:lnTo>
                    <a:pt x="114754" y="11476"/>
                  </a:lnTo>
                  <a:lnTo>
                    <a:pt x="118032" y="13115"/>
                  </a:lnTo>
                  <a:lnTo>
                    <a:pt x="119672" y="14754"/>
                  </a:lnTo>
                  <a:lnTo>
                    <a:pt x="124590" y="16393"/>
                  </a:lnTo>
                  <a:lnTo>
                    <a:pt x="126229" y="19672"/>
                  </a:lnTo>
                  <a:lnTo>
                    <a:pt x="126229" y="19672"/>
                  </a:lnTo>
                  <a:lnTo>
                    <a:pt x="127869" y="19672"/>
                  </a:lnTo>
                  <a:lnTo>
                    <a:pt x="127869" y="21311"/>
                  </a:lnTo>
                  <a:lnTo>
                    <a:pt x="127869" y="21311"/>
                  </a:lnTo>
                  <a:lnTo>
                    <a:pt x="127869" y="22951"/>
                  </a:lnTo>
                  <a:lnTo>
                    <a:pt x="129508" y="22951"/>
                  </a:lnTo>
                  <a:lnTo>
                    <a:pt x="129508" y="22951"/>
                  </a:lnTo>
                  <a:lnTo>
                    <a:pt x="129508" y="24590"/>
                  </a:lnTo>
                  <a:lnTo>
                    <a:pt x="129508" y="24590"/>
                  </a:lnTo>
                  <a:lnTo>
                    <a:pt x="132786" y="26229"/>
                  </a:lnTo>
                  <a:lnTo>
                    <a:pt x="132786" y="26229"/>
                  </a:lnTo>
                  <a:lnTo>
                    <a:pt x="134426" y="26229"/>
                  </a:lnTo>
                  <a:lnTo>
                    <a:pt x="134426" y="26229"/>
                  </a:lnTo>
                  <a:lnTo>
                    <a:pt x="136065" y="26229"/>
                  </a:lnTo>
                  <a:lnTo>
                    <a:pt x="139344" y="26229"/>
                  </a:lnTo>
                  <a:lnTo>
                    <a:pt x="142623" y="31148"/>
                  </a:lnTo>
                  <a:lnTo>
                    <a:pt x="142623" y="31148"/>
                  </a:lnTo>
                  <a:lnTo>
                    <a:pt x="147540" y="31148"/>
                  </a:lnTo>
                  <a:lnTo>
                    <a:pt x="150819" y="32787"/>
                  </a:lnTo>
                  <a:lnTo>
                    <a:pt x="150819" y="32787"/>
                  </a:lnTo>
                  <a:lnTo>
                    <a:pt x="154098" y="32787"/>
                  </a:lnTo>
                  <a:lnTo>
                    <a:pt x="159016" y="32787"/>
                  </a:lnTo>
                  <a:lnTo>
                    <a:pt x="162294" y="32787"/>
                  </a:lnTo>
                  <a:lnTo>
                    <a:pt x="163934" y="34426"/>
                  </a:lnTo>
                  <a:lnTo>
                    <a:pt x="165573" y="34426"/>
                  </a:lnTo>
                  <a:lnTo>
                    <a:pt x="165573" y="34426"/>
                  </a:lnTo>
                  <a:lnTo>
                    <a:pt x="170491" y="34426"/>
                  </a:lnTo>
                  <a:lnTo>
                    <a:pt x="173770" y="32787"/>
                  </a:lnTo>
                  <a:lnTo>
                    <a:pt x="175409" y="31148"/>
                  </a:lnTo>
                  <a:lnTo>
                    <a:pt x="177049" y="27869"/>
                  </a:lnTo>
                  <a:lnTo>
                    <a:pt x="178688" y="27869"/>
                  </a:lnTo>
                  <a:lnTo>
                    <a:pt x="181966" y="27869"/>
                  </a:lnTo>
                  <a:lnTo>
                    <a:pt x="183606" y="31148"/>
                  </a:lnTo>
                  <a:lnTo>
                    <a:pt x="183606" y="31148"/>
                  </a:lnTo>
                  <a:lnTo>
                    <a:pt x="186884" y="32787"/>
                  </a:lnTo>
                  <a:lnTo>
                    <a:pt x="185245" y="36066"/>
                  </a:lnTo>
                  <a:lnTo>
                    <a:pt x="185245" y="36066"/>
                  </a:lnTo>
                  <a:lnTo>
                    <a:pt x="186884" y="40983"/>
                  </a:lnTo>
                  <a:lnTo>
                    <a:pt x="186884" y="44262"/>
                  </a:lnTo>
                  <a:lnTo>
                    <a:pt x="190163" y="44262"/>
                  </a:lnTo>
                  <a:lnTo>
                    <a:pt x="191803" y="44262"/>
                  </a:lnTo>
                  <a:lnTo>
                    <a:pt x="191803" y="44262"/>
                  </a:lnTo>
                  <a:lnTo>
                    <a:pt x="190163" y="45901"/>
                  </a:lnTo>
                  <a:lnTo>
                    <a:pt x="190163" y="47541"/>
                  </a:lnTo>
                  <a:lnTo>
                    <a:pt x="190163" y="52459"/>
                  </a:lnTo>
                  <a:lnTo>
                    <a:pt x="195081" y="54098"/>
                  </a:lnTo>
                  <a:lnTo>
                    <a:pt x="196720" y="55738"/>
                  </a:lnTo>
                  <a:lnTo>
                    <a:pt x="196720" y="55738"/>
                  </a:lnTo>
                  <a:lnTo>
                    <a:pt x="198360" y="55738"/>
                  </a:lnTo>
                  <a:lnTo>
                    <a:pt x="198360" y="55738"/>
                  </a:lnTo>
                  <a:lnTo>
                    <a:pt x="198360" y="55738"/>
                  </a:lnTo>
                  <a:lnTo>
                    <a:pt x="201639" y="57377"/>
                  </a:lnTo>
                  <a:lnTo>
                    <a:pt x="203278" y="57377"/>
                  </a:lnTo>
                  <a:lnTo>
                    <a:pt x="203278" y="57377"/>
                  </a:lnTo>
                  <a:lnTo>
                    <a:pt x="203278" y="59016"/>
                  </a:lnTo>
                  <a:lnTo>
                    <a:pt x="203278" y="59016"/>
                  </a:lnTo>
                  <a:lnTo>
                    <a:pt x="199999" y="59016"/>
                  </a:lnTo>
                  <a:lnTo>
                    <a:pt x="195081" y="60656"/>
                  </a:lnTo>
                  <a:lnTo>
                    <a:pt x="193442" y="60656"/>
                  </a:lnTo>
                  <a:lnTo>
                    <a:pt x="191803" y="62295"/>
                  </a:lnTo>
                  <a:lnTo>
                    <a:pt x="193442" y="65573"/>
                  </a:lnTo>
                  <a:lnTo>
                    <a:pt x="193442" y="67213"/>
                  </a:lnTo>
                  <a:lnTo>
                    <a:pt x="195081" y="68852"/>
                  </a:lnTo>
                  <a:lnTo>
                    <a:pt x="191803" y="72131"/>
                  </a:lnTo>
                  <a:lnTo>
                    <a:pt x="191803" y="73770"/>
                  </a:lnTo>
                  <a:lnTo>
                    <a:pt x="190163" y="73770"/>
                  </a:lnTo>
                  <a:lnTo>
                    <a:pt x="185245" y="73770"/>
                  </a:lnTo>
                  <a:lnTo>
                    <a:pt x="181966" y="70492"/>
                  </a:lnTo>
                  <a:lnTo>
                    <a:pt x="181966" y="67213"/>
                  </a:lnTo>
                  <a:lnTo>
                    <a:pt x="181966" y="67213"/>
                  </a:lnTo>
                  <a:lnTo>
                    <a:pt x="180327" y="67213"/>
                  </a:lnTo>
                  <a:lnTo>
                    <a:pt x="180327" y="65573"/>
                  </a:lnTo>
                  <a:lnTo>
                    <a:pt x="177049" y="63934"/>
                  </a:lnTo>
                  <a:lnTo>
                    <a:pt x="173770" y="63934"/>
                  </a:lnTo>
                  <a:lnTo>
                    <a:pt x="172130" y="63934"/>
                  </a:lnTo>
                  <a:lnTo>
                    <a:pt x="172130" y="63934"/>
                  </a:lnTo>
                  <a:lnTo>
                    <a:pt x="172130" y="63934"/>
                  </a:lnTo>
                  <a:lnTo>
                    <a:pt x="170491" y="63934"/>
                  </a:lnTo>
                  <a:lnTo>
                    <a:pt x="167213" y="62295"/>
                  </a:lnTo>
                  <a:lnTo>
                    <a:pt x="162294" y="63934"/>
                  </a:lnTo>
                  <a:lnTo>
                    <a:pt x="159016" y="63934"/>
                  </a:lnTo>
                  <a:lnTo>
                    <a:pt x="155737" y="60656"/>
                  </a:lnTo>
                  <a:lnTo>
                    <a:pt x="154098" y="62295"/>
                  </a:lnTo>
                  <a:lnTo>
                    <a:pt x="154098" y="62295"/>
                  </a:lnTo>
                  <a:lnTo>
                    <a:pt x="152459" y="63934"/>
                  </a:lnTo>
                  <a:lnTo>
                    <a:pt x="149180" y="63934"/>
                  </a:lnTo>
                  <a:lnTo>
                    <a:pt x="147540" y="63934"/>
                  </a:lnTo>
                  <a:lnTo>
                    <a:pt x="144262" y="60656"/>
                  </a:lnTo>
                  <a:lnTo>
                    <a:pt x="142623" y="62295"/>
                  </a:lnTo>
                  <a:lnTo>
                    <a:pt x="139344" y="62295"/>
                  </a:lnTo>
                  <a:lnTo>
                    <a:pt x="137704" y="62295"/>
                  </a:lnTo>
                  <a:lnTo>
                    <a:pt x="132786" y="60656"/>
                  </a:lnTo>
                  <a:lnTo>
                    <a:pt x="129508" y="60656"/>
                  </a:lnTo>
                  <a:lnTo>
                    <a:pt x="129508" y="60656"/>
                  </a:lnTo>
                  <a:lnTo>
                    <a:pt x="124590" y="59016"/>
                  </a:lnTo>
                  <a:lnTo>
                    <a:pt x="121311" y="57377"/>
                  </a:lnTo>
                  <a:lnTo>
                    <a:pt x="121311" y="57377"/>
                  </a:lnTo>
                  <a:lnTo>
                    <a:pt x="118032" y="55738"/>
                  </a:lnTo>
                  <a:lnTo>
                    <a:pt x="114754" y="57377"/>
                  </a:lnTo>
                  <a:lnTo>
                    <a:pt x="114754" y="59016"/>
                  </a:lnTo>
                  <a:lnTo>
                    <a:pt x="111475" y="59016"/>
                  </a:lnTo>
                  <a:lnTo>
                    <a:pt x="108196" y="57377"/>
                  </a:lnTo>
                  <a:lnTo>
                    <a:pt x="104917" y="57377"/>
                  </a:lnTo>
                  <a:lnTo>
                    <a:pt x="103279" y="59016"/>
                  </a:lnTo>
                  <a:lnTo>
                    <a:pt x="103279" y="59016"/>
                  </a:lnTo>
                  <a:lnTo>
                    <a:pt x="101639" y="60656"/>
                  </a:lnTo>
                  <a:lnTo>
                    <a:pt x="100000" y="63934"/>
                  </a:lnTo>
                  <a:lnTo>
                    <a:pt x="96721" y="67213"/>
                  </a:lnTo>
                  <a:lnTo>
                    <a:pt x="96721" y="67213"/>
                  </a:lnTo>
                  <a:lnTo>
                    <a:pt x="96721" y="67213"/>
                  </a:lnTo>
                  <a:lnTo>
                    <a:pt x="93442" y="65573"/>
                  </a:lnTo>
                  <a:lnTo>
                    <a:pt x="88524" y="60656"/>
                  </a:lnTo>
                  <a:lnTo>
                    <a:pt x="88524" y="60656"/>
                  </a:lnTo>
                  <a:lnTo>
                    <a:pt x="85246" y="57377"/>
                  </a:lnTo>
                  <a:lnTo>
                    <a:pt x="81967" y="57377"/>
                  </a:lnTo>
                  <a:lnTo>
                    <a:pt x="80327" y="57377"/>
                  </a:lnTo>
                  <a:lnTo>
                    <a:pt x="78688" y="59016"/>
                  </a:lnTo>
                  <a:lnTo>
                    <a:pt x="78688" y="63934"/>
                  </a:lnTo>
                  <a:lnTo>
                    <a:pt x="78688" y="63934"/>
                  </a:lnTo>
                  <a:lnTo>
                    <a:pt x="78688" y="67213"/>
                  </a:lnTo>
                  <a:lnTo>
                    <a:pt x="78688" y="70492"/>
                  </a:lnTo>
                  <a:lnTo>
                    <a:pt x="80327" y="73770"/>
                  </a:lnTo>
                  <a:lnTo>
                    <a:pt x="78688" y="77049"/>
                  </a:lnTo>
                  <a:lnTo>
                    <a:pt x="81967" y="80328"/>
                  </a:lnTo>
                  <a:lnTo>
                    <a:pt x="83606" y="80328"/>
                  </a:lnTo>
                  <a:lnTo>
                    <a:pt x="85246" y="80328"/>
                  </a:lnTo>
                  <a:lnTo>
                    <a:pt x="85246" y="81967"/>
                  </a:lnTo>
                  <a:lnTo>
                    <a:pt x="86885" y="83606"/>
                  </a:lnTo>
                  <a:lnTo>
                    <a:pt x="90164" y="88524"/>
                  </a:lnTo>
                  <a:lnTo>
                    <a:pt x="91803" y="90164"/>
                  </a:lnTo>
                  <a:lnTo>
                    <a:pt x="91803" y="91803"/>
                  </a:lnTo>
                  <a:lnTo>
                    <a:pt x="93442" y="93442"/>
                  </a:lnTo>
                  <a:lnTo>
                    <a:pt x="95082" y="95082"/>
                  </a:lnTo>
                  <a:lnTo>
                    <a:pt x="95082" y="96721"/>
                  </a:lnTo>
                  <a:lnTo>
                    <a:pt x="95082" y="100000"/>
                  </a:lnTo>
                  <a:lnTo>
                    <a:pt x="95082" y="100000"/>
                  </a:lnTo>
                  <a:lnTo>
                    <a:pt x="95082" y="101639"/>
                  </a:lnTo>
                  <a:lnTo>
                    <a:pt x="96721" y="101639"/>
                  </a:lnTo>
                  <a:lnTo>
                    <a:pt x="98360" y="103278"/>
                  </a:lnTo>
                  <a:lnTo>
                    <a:pt x="100000" y="108196"/>
                  </a:lnTo>
                  <a:lnTo>
                    <a:pt x="104917" y="109836"/>
                  </a:lnTo>
                  <a:lnTo>
                    <a:pt x="108196" y="113114"/>
                  </a:lnTo>
                  <a:lnTo>
                    <a:pt x="108196" y="113114"/>
                  </a:lnTo>
                  <a:lnTo>
                    <a:pt x="111475" y="116393"/>
                  </a:lnTo>
                  <a:lnTo>
                    <a:pt x="114754" y="121311"/>
                  </a:lnTo>
                  <a:lnTo>
                    <a:pt x="116393" y="122950"/>
                  </a:lnTo>
                  <a:lnTo>
                    <a:pt x="119672" y="126229"/>
                  </a:lnTo>
                  <a:lnTo>
                    <a:pt x="122950" y="127868"/>
                  </a:lnTo>
                  <a:lnTo>
                    <a:pt x="126229" y="131147"/>
                  </a:lnTo>
                  <a:lnTo>
                    <a:pt x="129508" y="132786"/>
                  </a:lnTo>
                  <a:lnTo>
                    <a:pt x="132786" y="136065"/>
                  </a:lnTo>
                  <a:lnTo>
                    <a:pt x="132786" y="136065"/>
                  </a:lnTo>
                  <a:lnTo>
                    <a:pt x="132786" y="136065"/>
                  </a:lnTo>
                  <a:lnTo>
                    <a:pt x="132786" y="140983"/>
                  </a:lnTo>
                  <a:lnTo>
                    <a:pt x="134426" y="142622"/>
                  </a:lnTo>
                  <a:lnTo>
                    <a:pt x="134426" y="142622"/>
                  </a:lnTo>
                  <a:lnTo>
                    <a:pt x="139344" y="147540"/>
                  </a:lnTo>
                  <a:lnTo>
                    <a:pt x="140983" y="147540"/>
                  </a:lnTo>
                  <a:lnTo>
                    <a:pt x="144262" y="150819"/>
                  </a:lnTo>
                  <a:lnTo>
                    <a:pt x="145901" y="152458"/>
                  </a:lnTo>
                  <a:lnTo>
                    <a:pt x="145901" y="152458"/>
                  </a:lnTo>
                  <a:lnTo>
                    <a:pt x="147540" y="152458"/>
                  </a:lnTo>
                  <a:lnTo>
                    <a:pt x="147540" y="155737"/>
                  </a:lnTo>
                  <a:lnTo>
                    <a:pt x="144262" y="157376"/>
                  </a:lnTo>
                  <a:lnTo>
                    <a:pt x="144262" y="157376"/>
                  </a:lnTo>
                  <a:lnTo>
                    <a:pt x="140983" y="155737"/>
                  </a:lnTo>
                  <a:lnTo>
                    <a:pt x="139344" y="152458"/>
                  </a:lnTo>
                  <a:lnTo>
                    <a:pt x="139344" y="152458"/>
                  </a:lnTo>
                  <a:lnTo>
                    <a:pt x="139344" y="152458"/>
                  </a:lnTo>
                  <a:lnTo>
                    <a:pt x="134426" y="149180"/>
                  </a:lnTo>
                  <a:lnTo>
                    <a:pt x="134426" y="147540"/>
                  </a:lnTo>
                  <a:lnTo>
                    <a:pt x="129508" y="147540"/>
                  </a:lnTo>
                  <a:lnTo>
                    <a:pt x="126229" y="144262"/>
                  </a:lnTo>
                  <a:lnTo>
                    <a:pt x="122950" y="140983"/>
                  </a:lnTo>
                  <a:lnTo>
                    <a:pt x="119672" y="137704"/>
                  </a:lnTo>
                  <a:lnTo>
                    <a:pt x="116393" y="136065"/>
                  </a:lnTo>
                  <a:lnTo>
                    <a:pt x="111475" y="134426"/>
                  </a:lnTo>
                  <a:lnTo>
                    <a:pt x="108196" y="134426"/>
                  </a:lnTo>
                  <a:lnTo>
                    <a:pt x="104917" y="132786"/>
                  </a:lnTo>
                  <a:lnTo>
                    <a:pt x="101639" y="131147"/>
                  </a:lnTo>
                  <a:lnTo>
                    <a:pt x="98360" y="131147"/>
                  </a:lnTo>
                  <a:lnTo>
                    <a:pt x="95082" y="131147"/>
                  </a:lnTo>
                  <a:lnTo>
                    <a:pt x="91803" y="134426"/>
                  </a:lnTo>
                  <a:lnTo>
                    <a:pt x="88524" y="132786"/>
                  </a:lnTo>
                  <a:lnTo>
                    <a:pt x="85246" y="129508"/>
                  </a:lnTo>
                  <a:lnTo>
                    <a:pt x="86885" y="124590"/>
                  </a:lnTo>
                  <a:lnTo>
                    <a:pt x="83606" y="122950"/>
                  </a:lnTo>
                  <a:lnTo>
                    <a:pt x="78688" y="121311"/>
                  </a:lnTo>
                  <a:lnTo>
                    <a:pt x="75410" y="119672"/>
                  </a:lnTo>
                  <a:lnTo>
                    <a:pt x="72131" y="116393"/>
                  </a:lnTo>
                  <a:lnTo>
                    <a:pt x="68852" y="113114"/>
                  </a:lnTo>
                  <a:lnTo>
                    <a:pt x="65573" y="109836"/>
                  </a:lnTo>
                  <a:lnTo>
                    <a:pt x="62295" y="106557"/>
                  </a:lnTo>
                  <a:lnTo>
                    <a:pt x="59016" y="103278"/>
                  </a:lnTo>
                  <a:lnTo>
                    <a:pt x="55737" y="98360"/>
                  </a:lnTo>
                  <a:lnTo>
                    <a:pt x="60656" y="98360"/>
                  </a:lnTo>
                  <a:lnTo>
                    <a:pt x="63934" y="98360"/>
                  </a:lnTo>
                  <a:lnTo>
                    <a:pt x="67213" y="98360"/>
                  </a:lnTo>
                  <a:lnTo>
                    <a:pt x="70492" y="100000"/>
                  </a:lnTo>
                  <a:lnTo>
                    <a:pt x="70492" y="100000"/>
                  </a:lnTo>
                  <a:lnTo>
                    <a:pt x="67213" y="98360"/>
                  </a:lnTo>
                  <a:lnTo>
                    <a:pt x="63934" y="95082"/>
                  </a:lnTo>
                  <a:lnTo>
                    <a:pt x="62295" y="95082"/>
                  </a:lnTo>
                  <a:lnTo>
                    <a:pt x="59016" y="91803"/>
                  </a:lnTo>
                  <a:lnTo>
                    <a:pt x="54098" y="88524"/>
                  </a:lnTo>
                  <a:lnTo>
                    <a:pt x="52459" y="85246"/>
                  </a:lnTo>
                  <a:lnTo>
                    <a:pt x="49180" y="81967"/>
                  </a:lnTo>
                  <a:lnTo>
                    <a:pt x="49180" y="78688"/>
                  </a:lnTo>
                  <a:lnTo>
                    <a:pt x="47541" y="75410"/>
                  </a:lnTo>
                  <a:lnTo>
                    <a:pt x="49180" y="70492"/>
                  </a:lnTo>
                  <a:lnTo>
                    <a:pt x="49180" y="67213"/>
                  </a:lnTo>
                  <a:lnTo>
                    <a:pt x="47541" y="67213"/>
                  </a:lnTo>
                  <a:lnTo>
                    <a:pt x="47541" y="65573"/>
                  </a:lnTo>
                  <a:lnTo>
                    <a:pt x="45902" y="62295"/>
                  </a:lnTo>
                  <a:lnTo>
                    <a:pt x="42623" y="60656"/>
                  </a:lnTo>
                  <a:lnTo>
                    <a:pt x="39344" y="57377"/>
                  </a:lnTo>
                  <a:lnTo>
                    <a:pt x="37705" y="57377"/>
                  </a:lnTo>
                  <a:lnTo>
                    <a:pt x="34426" y="54098"/>
                  </a:lnTo>
                  <a:lnTo>
                    <a:pt x="31147" y="52459"/>
                  </a:lnTo>
                  <a:lnTo>
                    <a:pt x="27869" y="52459"/>
                  </a:lnTo>
                  <a:lnTo>
                    <a:pt x="26229" y="55738"/>
                  </a:lnTo>
                  <a:lnTo>
                    <a:pt x="26229" y="59016"/>
                  </a:lnTo>
                  <a:lnTo>
                    <a:pt x="24590" y="60656"/>
                  </a:lnTo>
                  <a:lnTo>
                    <a:pt x="22951" y="63934"/>
                  </a:lnTo>
                  <a:lnTo>
                    <a:pt x="22951" y="67213"/>
                  </a:lnTo>
                  <a:lnTo>
                    <a:pt x="19672" y="67213"/>
                  </a:lnTo>
                  <a:lnTo>
                    <a:pt x="19672" y="65573"/>
                  </a:lnTo>
                  <a:lnTo>
                    <a:pt x="18033" y="67213"/>
                  </a:lnTo>
                  <a:lnTo>
                    <a:pt x="18033" y="70492"/>
                  </a:lnTo>
                  <a:lnTo>
                    <a:pt x="16393" y="75410"/>
                  </a:lnTo>
                  <a:lnTo>
                    <a:pt x="14754" y="77049"/>
                  </a:lnTo>
                  <a:lnTo>
                    <a:pt x="11476" y="73770"/>
                  </a:lnTo>
                  <a:lnTo>
                    <a:pt x="9836" y="70492"/>
                  </a:lnTo>
                  <a:lnTo>
                    <a:pt x="8197" y="67213"/>
                  </a:lnTo>
                  <a:lnTo>
                    <a:pt x="4918" y="63934"/>
                  </a:lnTo>
                  <a:lnTo>
                    <a:pt x="8197" y="62295"/>
                  </a:lnTo>
                  <a:lnTo>
                    <a:pt x="3279" y="62295"/>
                  </a:lnTo>
                  <a:lnTo>
                    <a:pt x="3279" y="57377"/>
                  </a:lnTo>
                  <a:lnTo>
                    <a:pt x="3279" y="54098"/>
                  </a:lnTo>
                  <a:lnTo>
                    <a:pt x="3279" y="54098"/>
                  </a:lnTo>
                  <a:lnTo>
                    <a:pt x="1639" y="49180"/>
                  </a:lnTo>
                  <a:lnTo>
                    <a:pt x="0" y="45901"/>
                  </a:lnTo>
                  <a:lnTo>
                    <a:pt x="3279" y="4590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87" name="Freeform 3086">
              <a:extLst>
                <a:ext uri="{FF2B5EF4-FFF2-40B4-BE49-F238E27FC236}">
                  <a16:creationId xmlns:a16="http://schemas.microsoft.com/office/drawing/2014/main" id="{C07F226C-F329-FD4C-AAF4-1C81594E245A}"/>
                </a:ext>
              </a:extLst>
            </p:cNvPr>
            <p:cNvSpPr/>
            <p:nvPr/>
          </p:nvSpPr>
          <p:spPr>
            <a:xfrm>
              <a:off x="6000918" y="2226381"/>
              <a:ext cx="49180" cy="24590"/>
            </a:xfrm>
            <a:custGeom>
              <a:avLst/>
              <a:gdLst>
                <a:gd name="connsiteX0" fmla="*/ 19672 w 49180"/>
                <a:gd name="connsiteY0" fmla="*/ 4918 h 24590"/>
                <a:gd name="connsiteX1" fmla="*/ 19672 w 49180"/>
                <a:gd name="connsiteY1" fmla="*/ 4918 h 24590"/>
                <a:gd name="connsiteX2" fmla="*/ 21311 w 49180"/>
                <a:gd name="connsiteY2" fmla="*/ 3279 h 24590"/>
                <a:gd name="connsiteX3" fmla="*/ 26229 w 49180"/>
                <a:gd name="connsiteY3" fmla="*/ 4918 h 24590"/>
                <a:gd name="connsiteX4" fmla="*/ 26229 w 49180"/>
                <a:gd name="connsiteY4" fmla="*/ 6557 h 24590"/>
                <a:gd name="connsiteX5" fmla="*/ 29508 w 49180"/>
                <a:gd name="connsiteY5" fmla="*/ 9836 h 24590"/>
                <a:gd name="connsiteX6" fmla="*/ 32787 w 49180"/>
                <a:gd name="connsiteY6" fmla="*/ 11475 h 24590"/>
                <a:gd name="connsiteX7" fmla="*/ 37705 w 49180"/>
                <a:gd name="connsiteY7" fmla="*/ 13115 h 24590"/>
                <a:gd name="connsiteX8" fmla="*/ 39344 w 49180"/>
                <a:gd name="connsiteY8" fmla="*/ 14754 h 24590"/>
                <a:gd name="connsiteX9" fmla="*/ 40983 w 49180"/>
                <a:gd name="connsiteY9" fmla="*/ 16393 h 24590"/>
                <a:gd name="connsiteX10" fmla="*/ 44262 w 49180"/>
                <a:gd name="connsiteY10" fmla="*/ 16393 h 24590"/>
                <a:gd name="connsiteX11" fmla="*/ 47541 w 49180"/>
                <a:gd name="connsiteY11" fmla="*/ 19672 h 24590"/>
                <a:gd name="connsiteX12" fmla="*/ 47541 w 49180"/>
                <a:gd name="connsiteY12" fmla="*/ 22951 h 24590"/>
                <a:gd name="connsiteX13" fmla="*/ 49180 w 49180"/>
                <a:gd name="connsiteY13" fmla="*/ 24590 h 24590"/>
                <a:gd name="connsiteX14" fmla="*/ 45901 w 49180"/>
                <a:gd name="connsiteY14" fmla="*/ 22951 h 24590"/>
                <a:gd name="connsiteX15" fmla="*/ 42622 w 49180"/>
                <a:gd name="connsiteY15" fmla="*/ 21311 h 24590"/>
                <a:gd name="connsiteX16" fmla="*/ 39344 w 49180"/>
                <a:gd name="connsiteY16" fmla="*/ 18033 h 24590"/>
                <a:gd name="connsiteX17" fmla="*/ 36065 w 49180"/>
                <a:gd name="connsiteY17" fmla="*/ 16393 h 24590"/>
                <a:gd name="connsiteX18" fmla="*/ 34426 w 49180"/>
                <a:gd name="connsiteY18" fmla="*/ 16393 h 24590"/>
                <a:gd name="connsiteX19" fmla="*/ 32787 w 49180"/>
                <a:gd name="connsiteY19" fmla="*/ 13115 h 24590"/>
                <a:gd name="connsiteX20" fmla="*/ 32787 w 49180"/>
                <a:gd name="connsiteY20" fmla="*/ 13115 h 24590"/>
                <a:gd name="connsiteX21" fmla="*/ 29508 w 49180"/>
                <a:gd name="connsiteY21" fmla="*/ 11475 h 24590"/>
                <a:gd name="connsiteX22" fmla="*/ 26229 w 49180"/>
                <a:gd name="connsiteY22" fmla="*/ 8197 h 24590"/>
                <a:gd name="connsiteX23" fmla="*/ 21311 w 49180"/>
                <a:gd name="connsiteY23" fmla="*/ 8197 h 24590"/>
                <a:gd name="connsiteX24" fmla="*/ 18032 w 49180"/>
                <a:gd name="connsiteY24" fmla="*/ 8197 h 24590"/>
                <a:gd name="connsiteX25" fmla="*/ 14754 w 49180"/>
                <a:gd name="connsiteY25" fmla="*/ 6557 h 24590"/>
                <a:gd name="connsiteX26" fmla="*/ 11475 w 49180"/>
                <a:gd name="connsiteY26" fmla="*/ 4918 h 24590"/>
                <a:gd name="connsiteX27" fmla="*/ 6557 w 49180"/>
                <a:gd name="connsiteY27" fmla="*/ 3279 h 24590"/>
                <a:gd name="connsiteX28" fmla="*/ 3278 w 49180"/>
                <a:gd name="connsiteY28" fmla="*/ 1639 h 24590"/>
                <a:gd name="connsiteX29" fmla="*/ 0 w 49180"/>
                <a:gd name="connsiteY29" fmla="*/ 1639 h 24590"/>
                <a:gd name="connsiteX30" fmla="*/ 3278 w 49180"/>
                <a:gd name="connsiteY30" fmla="*/ 0 h 24590"/>
                <a:gd name="connsiteX31" fmla="*/ 6557 w 49180"/>
                <a:gd name="connsiteY31" fmla="*/ 0 h 24590"/>
                <a:gd name="connsiteX32" fmla="*/ 11475 w 49180"/>
                <a:gd name="connsiteY32" fmla="*/ 1639 h 24590"/>
                <a:gd name="connsiteX33" fmla="*/ 14754 w 49180"/>
                <a:gd name="connsiteY33" fmla="*/ 4918 h 24590"/>
                <a:gd name="connsiteX34" fmla="*/ 18032 w 49180"/>
                <a:gd name="connsiteY34" fmla="*/ 4918 h 24590"/>
                <a:gd name="connsiteX35" fmla="*/ 21311 w 49180"/>
                <a:gd name="connsiteY35" fmla="*/ 8197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9180" h="24590">
                  <a:moveTo>
                    <a:pt x="19672" y="4918"/>
                  </a:moveTo>
                  <a:lnTo>
                    <a:pt x="19672" y="4918"/>
                  </a:lnTo>
                  <a:lnTo>
                    <a:pt x="21311" y="3279"/>
                  </a:lnTo>
                  <a:lnTo>
                    <a:pt x="26229" y="4918"/>
                  </a:lnTo>
                  <a:lnTo>
                    <a:pt x="26229" y="6557"/>
                  </a:lnTo>
                  <a:lnTo>
                    <a:pt x="29508" y="9836"/>
                  </a:lnTo>
                  <a:lnTo>
                    <a:pt x="32787" y="11475"/>
                  </a:lnTo>
                  <a:lnTo>
                    <a:pt x="37705" y="13115"/>
                  </a:lnTo>
                  <a:lnTo>
                    <a:pt x="39344" y="14754"/>
                  </a:lnTo>
                  <a:lnTo>
                    <a:pt x="40983" y="16393"/>
                  </a:lnTo>
                  <a:lnTo>
                    <a:pt x="44262" y="16393"/>
                  </a:lnTo>
                  <a:lnTo>
                    <a:pt x="47541" y="19672"/>
                  </a:lnTo>
                  <a:lnTo>
                    <a:pt x="47541" y="22951"/>
                  </a:lnTo>
                  <a:lnTo>
                    <a:pt x="49180" y="24590"/>
                  </a:lnTo>
                  <a:lnTo>
                    <a:pt x="45901" y="22951"/>
                  </a:lnTo>
                  <a:lnTo>
                    <a:pt x="42622" y="21311"/>
                  </a:lnTo>
                  <a:lnTo>
                    <a:pt x="39344" y="18033"/>
                  </a:lnTo>
                  <a:lnTo>
                    <a:pt x="36065" y="16393"/>
                  </a:lnTo>
                  <a:lnTo>
                    <a:pt x="34426" y="16393"/>
                  </a:lnTo>
                  <a:lnTo>
                    <a:pt x="32787" y="13115"/>
                  </a:lnTo>
                  <a:lnTo>
                    <a:pt x="32787" y="13115"/>
                  </a:lnTo>
                  <a:lnTo>
                    <a:pt x="29508" y="11475"/>
                  </a:lnTo>
                  <a:lnTo>
                    <a:pt x="26229" y="8197"/>
                  </a:lnTo>
                  <a:lnTo>
                    <a:pt x="21311" y="8197"/>
                  </a:lnTo>
                  <a:lnTo>
                    <a:pt x="18032" y="8197"/>
                  </a:lnTo>
                  <a:lnTo>
                    <a:pt x="14754" y="6557"/>
                  </a:lnTo>
                  <a:lnTo>
                    <a:pt x="11475" y="4918"/>
                  </a:lnTo>
                  <a:lnTo>
                    <a:pt x="6557" y="3279"/>
                  </a:lnTo>
                  <a:lnTo>
                    <a:pt x="3278" y="1639"/>
                  </a:lnTo>
                  <a:lnTo>
                    <a:pt x="0" y="1639"/>
                  </a:lnTo>
                  <a:lnTo>
                    <a:pt x="3278" y="0"/>
                  </a:lnTo>
                  <a:lnTo>
                    <a:pt x="6557" y="0"/>
                  </a:lnTo>
                  <a:lnTo>
                    <a:pt x="11475" y="1639"/>
                  </a:lnTo>
                  <a:lnTo>
                    <a:pt x="14754" y="4918"/>
                  </a:lnTo>
                  <a:lnTo>
                    <a:pt x="18032" y="4918"/>
                  </a:lnTo>
                  <a:lnTo>
                    <a:pt x="21311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88" name="Freeform 3087">
              <a:extLst>
                <a:ext uri="{FF2B5EF4-FFF2-40B4-BE49-F238E27FC236}">
                  <a16:creationId xmlns:a16="http://schemas.microsoft.com/office/drawing/2014/main" id="{283C2146-510B-8746-A37E-B2E5640FA6BA}"/>
                </a:ext>
              </a:extLst>
            </p:cNvPr>
            <p:cNvSpPr/>
            <p:nvPr/>
          </p:nvSpPr>
          <p:spPr>
            <a:xfrm>
              <a:off x="5900919" y="2131299"/>
              <a:ext cx="6557" cy="22950"/>
            </a:xfrm>
            <a:custGeom>
              <a:avLst/>
              <a:gdLst>
                <a:gd name="connsiteX0" fmla="*/ 1639 w 6557"/>
                <a:gd name="connsiteY0" fmla="*/ 8197 h 22950"/>
                <a:gd name="connsiteX1" fmla="*/ 0 w 6557"/>
                <a:gd name="connsiteY1" fmla="*/ 4918 h 22950"/>
                <a:gd name="connsiteX2" fmla="*/ 0 w 6557"/>
                <a:gd name="connsiteY2" fmla="*/ 0 h 22950"/>
                <a:gd name="connsiteX3" fmla="*/ 1639 w 6557"/>
                <a:gd name="connsiteY3" fmla="*/ 4918 h 22950"/>
                <a:gd name="connsiteX4" fmla="*/ 3278 w 6557"/>
                <a:gd name="connsiteY4" fmla="*/ 8197 h 22950"/>
                <a:gd name="connsiteX5" fmla="*/ 4918 w 6557"/>
                <a:gd name="connsiteY5" fmla="*/ 11475 h 22950"/>
                <a:gd name="connsiteX6" fmla="*/ 4918 w 6557"/>
                <a:gd name="connsiteY6" fmla="*/ 16393 h 22950"/>
                <a:gd name="connsiteX7" fmla="*/ 6557 w 6557"/>
                <a:gd name="connsiteY7" fmla="*/ 19672 h 22950"/>
                <a:gd name="connsiteX8" fmla="*/ 6557 w 6557"/>
                <a:gd name="connsiteY8" fmla="*/ 22951 h 22950"/>
                <a:gd name="connsiteX9" fmla="*/ 3278 w 6557"/>
                <a:gd name="connsiteY9" fmla="*/ 21311 h 22950"/>
                <a:gd name="connsiteX10" fmla="*/ 3278 w 6557"/>
                <a:gd name="connsiteY10" fmla="*/ 18033 h 22950"/>
                <a:gd name="connsiteX11" fmla="*/ 1639 w 6557"/>
                <a:gd name="connsiteY11" fmla="*/ 14754 h 22950"/>
                <a:gd name="connsiteX12" fmla="*/ 0 w 6557"/>
                <a:gd name="connsiteY12" fmla="*/ 11475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57" h="22950">
                  <a:moveTo>
                    <a:pt x="1639" y="8197"/>
                  </a:moveTo>
                  <a:lnTo>
                    <a:pt x="0" y="4918"/>
                  </a:lnTo>
                  <a:lnTo>
                    <a:pt x="0" y="0"/>
                  </a:lnTo>
                  <a:lnTo>
                    <a:pt x="1639" y="4918"/>
                  </a:lnTo>
                  <a:lnTo>
                    <a:pt x="3278" y="8197"/>
                  </a:lnTo>
                  <a:lnTo>
                    <a:pt x="4918" y="11475"/>
                  </a:lnTo>
                  <a:lnTo>
                    <a:pt x="4918" y="16393"/>
                  </a:lnTo>
                  <a:lnTo>
                    <a:pt x="6557" y="19672"/>
                  </a:lnTo>
                  <a:lnTo>
                    <a:pt x="6557" y="22951"/>
                  </a:lnTo>
                  <a:lnTo>
                    <a:pt x="3278" y="21311"/>
                  </a:lnTo>
                  <a:lnTo>
                    <a:pt x="3278" y="18033"/>
                  </a:lnTo>
                  <a:lnTo>
                    <a:pt x="1639" y="14754"/>
                  </a:lnTo>
                  <a:lnTo>
                    <a:pt x="0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89" name="Freeform 3088">
              <a:extLst>
                <a:ext uri="{FF2B5EF4-FFF2-40B4-BE49-F238E27FC236}">
                  <a16:creationId xmlns:a16="http://schemas.microsoft.com/office/drawing/2014/main" id="{E364793E-6BC0-D64D-B98A-84F9CD944F3B}"/>
                </a:ext>
              </a:extLst>
            </p:cNvPr>
            <p:cNvSpPr/>
            <p:nvPr/>
          </p:nvSpPr>
          <p:spPr>
            <a:xfrm>
              <a:off x="5902558" y="2155889"/>
              <a:ext cx="6557" cy="6557"/>
            </a:xfrm>
            <a:custGeom>
              <a:avLst/>
              <a:gdLst>
                <a:gd name="connsiteX0" fmla="*/ 6557 w 6557"/>
                <a:gd name="connsiteY0" fmla="*/ 6557 h 6557"/>
                <a:gd name="connsiteX1" fmla="*/ 3278 w 6557"/>
                <a:gd name="connsiteY1" fmla="*/ 3279 h 6557"/>
                <a:gd name="connsiteX2" fmla="*/ 0 w 6557"/>
                <a:gd name="connsiteY2" fmla="*/ 0 h 6557"/>
                <a:gd name="connsiteX3" fmla="*/ 4918 w 6557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6557">
                  <a:moveTo>
                    <a:pt x="6557" y="6557"/>
                  </a:moveTo>
                  <a:lnTo>
                    <a:pt x="3278" y="3279"/>
                  </a:lnTo>
                  <a:lnTo>
                    <a:pt x="0" y="0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90" name="Freeform 3089">
              <a:extLst>
                <a:ext uri="{FF2B5EF4-FFF2-40B4-BE49-F238E27FC236}">
                  <a16:creationId xmlns:a16="http://schemas.microsoft.com/office/drawing/2014/main" id="{B989BA89-A020-824A-B0C7-F5F202BAE898}"/>
                </a:ext>
              </a:extLst>
            </p:cNvPr>
            <p:cNvSpPr/>
            <p:nvPr/>
          </p:nvSpPr>
          <p:spPr>
            <a:xfrm>
              <a:off x="5905836" y="2131299"/>
              <a:ext cx="11475" cy="9836"/>
            </a:xfrm>
            <a:custGeom>
              <a:avLst/>
              <a:gdLst>
                <a:gd name="connsiteX0" fmla="*/ 6557 w 11475"/>
                <a:gd name="connsiteY0" fmla="*/ 8197 h 9836"/>
                <a:gd name="connsiteX1" fmla="*/ 1639 w 11475"/>
                <a:gd name="connsiteY1" fmla="*/ 6557 h 9836"/>
                <a:gd name="connsiteX2" fmla="*/ 0 w 11475"/>
                <a:gd name="connsiteY2" fmla="*/ 3279 h 9836"/>
                <a:gd name="connsiteX3" fmla="*/ 3279 w 11475"/>
                <a:gd name="connsiteY3" fmla="*/ 0 h 9836"/>
                <a:gd name="connsiteX4" fmla="*/ 6557 w 11475"/>
                <a:gd name="connsiteY4" fmla="*/ 1639 h 9836"/>
                <a:gd name="connsiteX5" fmla="*/ 8197 w 11475"/>
                <a:gd name="connsiteY5" fmla="*/ 4918 h 9836"/>
                <a:gd name="connsiteX6" fmla="*/ 11476 w 11475"/>
                <a:gd name="connsiteY6" fmla="*/ 8197 h 9836"/>
                <a:gd name="connsiteX7" fmla="*/ 11476 w 11475"/>
                <a:gd name="connsiteY7" fmla="*/ 8197 h 9836"/>
                <a:gd name="connsiteX8" fmla="*/ 8197 w 11475"/>
                <a:gd name="connsiteY8" fmla="*/ 9836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75" h="9836">
                  <a:moveTo>
                    <a:pt x="6557" y="8197"/>
                  </a:moveTo>
                  <a:lnTo>
                    <a:pt x="1639" y="6557"/>
                  </a:lnTo>
                  <a:lnTo>
                    <a:pt x="0" y="3279"/>
                  </a:lnTo>
                  <a:lnTo>
                    <a:pt x="3279" y="0"/>
                  </a:lnTo>
                  <a:lnTo>
                    <a:pt x="6557" y="1639"/>
                  </a:lnTo>
                  <a:lnTo>
                    <a:pt x="8197" y="4918"/>
                  </a:lnTo>
                  <a:lnTo>
                    <a:pt x="11476" y="8197"/>
                  </a:lnTo>
                  <a:lnTo>
                    <a:pt x="11476" y="8197"/>
                  </a:lnTo>
                  <a:lnTo>
                    <a:pt x="8197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91" name="Freeform 3090">
              <a:extLst>
                <a:ext uri="{FF2B5EF4-FFF2-40B4-BE49-F238E27FC236}">
                  <a16:creationId xmlns:a16="http://schemas.microsoft.com/office/drawing/2014/main" id="{235AD219-6C79-F94C-8CCB-AF670A0B606A}"/>
                </a:ext>
              </a:extLst>
            </p:cNvPr>
            <p:cNvSpPr/>
            <p:nvPr/>
          </p:nvSpPr>
          <p:spPr>
            <a:xfrm>
              <a:off x="5914033" y="2147693"/>
              <a:ext cx="4918" cy="1639"/>
            </a:xfrm>
            <a:custGeom>
              <a:avLst/>
              <a:gdLst>
                <a:gd name="connsiteX0" fmla="*/ 0 w 4918"/>
                <a:gd name="connsiteY0" fmla="*/ 0 h 1639"/>
                <a:gd name="connsiteX1" fmla="*/ 4918 w 4918"/>
                <a:gd name="connsiteY1" fmla="*/ 1639 h 1639"/>
                <a:gd name="connsiteX2" fmla="*/ 0 w 491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0" y="0"/>
                  </a:moveTo>
                  <a:lnTo>
                    <a:pt x="4918" y="163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92" name="Freeform 3091">
              <a:extLst>
                <a:ext uri="{FF2B5EF4-FFF2-40B4-BE49-F238E27FC236}">
                  <a16:creationId xmlns:a16="http://schemas.microsoft.com/office/drawing/2014/main" id="{179C5497-A285-EA47-B501-331639E1185B}"/>
                </a:ext>
              </a:extLst>
            </p:cNvPr>
            <p:cNvSpPr/>
            <p:nvPr/>
          </p:nvSpPr>
          <p:spPr>
            <a:xfrm>
              <a:off x="5918951" y="2172283"/>
              <a:ext cx="3278" cy="1639"/>
            </a:xfrm>
            <a:custGeom>
              <a:avLst/>
              <a:gdLst>
                <a:gd name="connsiteX0" fmla="*/ 3278 w 3278"/>
                <a:gd name="connsiteY0" fmla="*/ 1639 h 1639"/>
                <a:gd name="connsiteX1" fmla="*/ 0 w 3278"/>
                <a:gd name="connsiteY1" fmla="*/ 0 h 1639"/>
                <a:gd name="connsiteX2" fmla="*/ 3278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8" y="1639"/>
                  </a:moveTo>
                  <a:lnTo>
                    <a:pt x="0" y="0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93" name="Freeform 3092">
              <a:extLst>
                <a:ext uri="{FF2B5EF4-FFF2-40B4-BE49-F238E27FC236}">
                  <a16:creationId xmlns:a16="http://schemas.microsoft.com/office/drawing/2014/main" id="{C4C77497-A3B4-EE4E-A83C-E70C30629598}"/>
                </a:ext>
              </a:extLst>
            </p:cNvPr>
            <p:cNvSpPr/>
            <p:nvPr/>
          </p:nvSpPr>
          <p:spPr>
            <a:xfrm>
              <a:off x="5915672" y="2152611"/>
              <a:ext cx="16393" cy="16393"/>
            </a:xfrm>
            <a:custGeom>
              <a:avLst/>
              <a:gdLst>
                <a:gd name="connsiteX0" fmla="*/ 9836 w 16393"/>
                <a:gd name="connsiteY0" fmla="*/ 11475 h 16393"/>
                <a:gd name="connsiteX1" fmla="*/ 6557 w 16393"/>
                <a:gd name="connsiteY1" fmla="*/ 8197 h 16393"/>
                <a:gd name="connsiteX2" fmla="*/ 3279 w 16393"/>
                <a:gd name="connsiteY2" fmla="*/ 4918 h 16393"/>
                <a:gd name="connsiteX3" fmla="*/ 0 w 16393"/>
                <a:gd name="connsiteY3" fmla="*/ 0 h 16393"/>
                <a:gd name="connsiteX4" fmla="*/ 4918 w 16393"/>
                <a:gd name="connsiteY4" fmla="*/ 3279 h 16393"/>
                <a:gd name="connsiteX5" fmla="*/ 8197 w 16393"/>
                <a:gd name="connsiteY5" fmla="*/ 4918 h 16393"/>
                <a:gd name="connsiteX6" fmla="*/ 9836 w 16393"/>
                <a:gd name="connsiteY6" fmla="*/ 6557 h 16393"/>
                <a:gd name="connsiteX7" fmla="*/ 9836 w 16393"/>
                <a:gd name="connsiteY7" fmla="*/ 8197 h 16393"/>
                <a:gd name="connsiteX8" fmla="*/ 9836 w 16393"/>
                <a:gd name="connsiteY8" fmla="*/ 9836 h 16393"/>
                <a:gd name="connsiteX9" fmla="*/ 13114 w 16393"/>
                <a:gd name="connsiteY9" fmla="*/ 11475 h 16393"/>
                <a:gd name="connsiteX10" fmla="*/ 16393 w 16393"/>
                <a:gd name="connsiteY10" fmla="*/ 14754 h 16393"/>
                <a:gd name="connsiteX11" fmla="*/ 13114 w 16393"/>
                <a:gd name="connsiteY11" fmla="*/ 16393 h 16393"/>
                <a:gd name="connsiteX12" fmla="*/ 11476 w 16393"/>
                <a:gd name="connsiteY12" fmla="*/ 13115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393" h="16393">
                  <a:moveTo>
                    <a:pt x="9836" y="11475"/>
                  </a:moveTo>
                  <a:lnTo>
                    <a:pt x="6557" y="8197"/>
                  </a:lnTo>
                  <a:lnTo>
                    <a:pt x="3279" y="4918"/>
                  </a:lnTo>
                  <a:lnTo>
                    <a:pt x="0" y="0"/>
                  </a:lnTo>
                  <a:lnTo>
                    <a:pt x="4918" y="3279"/>
                  </a:lnTo>
                  <a:lnTo>
                    <a:pt x="8197" y="4918"/>
                  </a:lnTo>
                  <a:lnTo>
                    <a:pt x="9836" y="6557"/>
                  </a:lnTo>
                  <a:lnTo>
                    <a:pt x="9836" y="8197"/>
                  </a:lnTo>
                  <a:lnTo>
                    <a:pt x="9836" y="9836"/>
                  </a:lnTo>
                  <a:lnTo>
                    <a:pt x="13114" y="11475"/>
                  </a:lnTo>
                  <a:lnTo>
                    <a:pt x="16393" y="14754"/>
                  </a:lnTo>
                  <a:lnTo>
                    <a:pt x="13114" y="16393"/>
                  </a:lnTo>
                  <a:lnTo>
                    <a:pt x="11476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94" name="Freeform 3093">
              <a:extLst>
                <a:ext uri="{FF2B5EF4-FFF2-40B4-BE49-F238E27FC236}">
                  <a16:creationId xmlns:a16="http://schemas.microsoft.com/office/drawing/2014/main" id="{0E5F1828-255B-C643-A417-9F53E1770A57}"/>
                </a:ext>
              </a:extLst>
            </p:cNvPr>
            <p:cNvSpPr/>
            <p:nvPr/>
          </p:nvSpPr>
          <p:spPr>
            <a:xfrm>
              <a:off x="5922230" y="2178840"/>
              <a:ext cx="9836" cy="6557"/>
            </a:xfrm>
            <a:custGeom>
              <a:avLst/>
              <a:gdLst>
                <a:gd name="connsiteX0" fmla="*/ 3279 w 9836"/>
                <a:gd name="connsiteY0" fmla="*/ 3279 h 6557"/>
                <a:gd name="connsiteX1" fmla="*/ 0 w 9836"/>
                <a:gd name="connsiteY1" fmla="*/ 0 h 6557"/>
                <a:gd name="connsiteX2" fmla="*/ 3279 w 9836"/>
                <a:gd name="connsiteY2" fmla="*/ 0 h 6557"/>
                <a:gd name="connsiteX3" fmla="*/ 6557 w 9836"/>
                <a:gd name="connsiteY3" fmla="*/ 4918 h 6557"/>
                <a:gd name="connsiteX4" fmla="*/ 9836 w 9836"/>
                <a:gd name="connsiteY4" fmla="*/ 6557 h 6557"/>
                <a:gd name="connsiteX5" fmla="*/ 6557 w 9836"/>
                <a:gd name="connsiteY5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6" h="6557">
                  <a:moveTo>
                    <a:pt x="3279" y="3279"/>
                  </a:moveTo>
                  <a:lnTo>
                    <a:pt x="0" y="0"/>
                  </a:lnTo>
                  <a:lnTo>
                    <a:pt x="3279" y="0"/>
                  </a:lnTo>
                  <a:lnTo>
                    <a:pt x="6557" y="4918"/>
                  </a:lnTo>
                  <a:lnTo>
                    <a:pt x="9836" y="6557"/>
                  </a:lnTo>
                  <a:lnTo>
                    <a:pt x="6557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95" name="Freeform 3094">
              <a:extLst>
                <a:ext uri="{FF2B5EF4-FFF2-40B4-BE49-F238E27FC236}">
                  <a16:creationId xmlns:a16="http://schemas.microsoft.com/office/drawing/2014/main" id="{CB75DD22-3EC9-C442-91ED-4C2F32AF85B1}"/>
                </a:ext>
              </a:extLst>
            </p:cNvPr>
            <p:cNvSpPr/>
            <p:nvPr/>
          </p:nvSpPr>
          <p:spPr>
            <a:xfrm>
              <a:off x="5925509" y="2169004"/>
              <a:ext cx="4917" cy="1639"/>
            </a:xfrm>
            <a:custGeom>
              <a:avLst/>
              <a:gdLst>
                <a:gd name="connsiteX0" fmla="*/ 4918 w 4917"/>
                <a:gd name="connsiteY0" fmla="*/ 1639 h 1639"/>
                <a:gd name="connsiteX1" fmla="*/ 0 w 4917"/>
                <a:gd name="connsiteY1" fmla="*/ 0 h 1639"/>
                <a:gd name="connsiteX2" fmla="*/ 4918 w 4917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4918" y="1639"/>
                  </a:moveTo>
                  <a:lnTo>
                    <a:pt x="0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96" name="Freeform 3095">
              <a:extLst>
                <a:ext uri="{FF2B5EF4-FFF2-40B4-BE49-F238E27FC236}">
                  <a16:creationId xmlns:a16="http://schemas.microsoft.com/office/drawing/2014/main" id="{E0B36B38-084E-1D4C-9887-EAB432BBF301}"/>
                </a:ext>
              </a:extLst>
            </p:cNvPr>
            <p:cNvSpPr/>
            <p:nvPr/>
          </p:nvSpPr>
          <p:spPr>
            <a:xfrm>
              <a:off x="5933705" y="2188676"/>
              <a:ext cx="8196" cy="6557"/>
            </a:xfrm>
            <a:custGeom>
              <a:avLst/>
              <a:gdLst>
                <a:gd name="connsiteX0" fmla="*/ 0 w 8196"/>
                <a:gd name="connsiteY0" fmla="*/ 0 h 6557"/>
                <a:gd name="connsiteX1" fmla="*/ 4918 w 8196"/>
                <a:gd name="connsiteY1" fmla="*/ 3279 h 6557"/>
                <a:gd name="connsiteX2" fmla="*/ 8197 w 8196"/>
                <a:gd name="connsiteY2" fmla="*/ 6557 h 6557"/>
                <a:gd name="connsiteX3" fmla="*/ 4918 w 8196"/>
                <a:gd name="connsiteY3" fmla="*/ 3279 h 6557"/>
                <a:gd name="connsiteX4" fmla="*/ 0 w 8196"/>
                <a:gd name="connsiteY4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6557">
                  <a:moveTo>
                    <a:pt x="0" y="0"/>
                  </a:moveTo>
                  <a:lnTo>
                    <a:pt x="4918" y="3279"/>
                  </a:lnTo>
                  <a:lnTo>
                    <a:pt x="8197" y="6557"/>
                  </a:lnTo>
                  <a:lnTo>
                    <a:pt x="4918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97" name="Freeform 3096">
              <a:extLst>
                <a:ext uri="{FF2B5EF4-FFF2-40B4-BE49-F238E27FC236}">
                  <a16:creationId xmlns:a16="http://schemas.microsoft.com/office/drawing/2014/main" id="{B0BC831B-AB67-1049-BE59-068472D8B87B}"/>
                </a:ext>
              </a:extLst>
            </p:cNvPr>
            <p:cNvSpPr/>
            <p:nvPr/>
          </p:nvSpPr>
          <p:spPr>
            <a:xfrm>
              <a:off x="5930426" y="2180479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0 w 3278"/>
                <a:gd name="connsiteY1" fmla="*/ 0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98" name="Freeform 3097">
              <a:extLst>
                <a:ext uri="{FF2B5EF4-FFF2-40B4-BE49-F238E27FC236}">
                  <a16:creationId xmlns:a16="http://schemas.microsoft.com/office/drawing/2014/main" id="{7E8E16EF-9126-0B41-A03F-B4E9AB48D10F}"/>
                </a:ext>
              </a:extLst>
            </p:cNvPr>
            <p:cNvSpPr/>
            <p:nvPr/>
          </p:nvSpPr>
          <p:spPr>
            <a:xfrm>
              <a:off x="5948459" y="2196873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3279 w 3278"/>
                <a:gd name="connsiteY1" fmla="*/ 1639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3279" y="163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99" name="Freeform 3098">
              <a:extLst>
                <a:ext uri="{FF2B5EF4-FFF2-40B4-BE49-F238E27FC236}">
                  <a16:creationId xmlns:a16="http://schemas.microsoft.com/office/drawing/2014/main" id="{178610EA-FE64-0B45-B6F1-4BF13DD0E700}"/>
                </a:ext>
              </a:extLst>
            </p:cNvPr>
            <p:cNvSpPr/>
            <p:nvPr/>
          </p:nvSpPr>
          <p:spPr>
            <a:xfrm>
              <a:off x="5968131" y="2205069"/>
              <a:ext cx="4917" cy="16393"/>
            </a:xfrm>
            <a:custGeom>
              <a:avLst/>
              <a:gdLst>
                <a:gd name="connsiteX0" fmla="*/ 0 w 4917"/>
                <a:gd name="connsiteY0" fmla="*/ 0 h 16393"/>
                <a:gd name="connsiteX1" fmla="*/ 4918 w 4917"/>
                <a:gd name="connsiteY1" fmla="*/ 0 h 16393"/>
                <a:gd name="connsiteX2" fmla="*/ 0 w 4917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3">
                  <a:moveTo>
                    <a:pt x="0" y="0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00" name="Freeform 3099">
              <a:extLst>
                <a:ext uri="{FF2B5EF4-FFF2-40B4-BE49-F238E27FC236}">
                  <a16:creationId xmlns:a16="http://schemas.microsoft.com/office/drawing/2014/main" id="{2C70E6B7-1F3C-9647-A392-F978B2C70BC4}"/>
                </a:ext>
              </a:extLst>
            </p:cNvPr>
            <p:cNvSpPr/>
            <p:nvPr/>
          </p:nvSpPr>
          <p:spPr>
            <a:xfrm>
              <a:off x="5971410" y="2209988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0 w 3278"/>
                <a:gd name="connsiteY1" fmla="*/ 0 h 3278"/>
                <a:gd name="connsiteX2" fmla="*/ 3279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01" name="Freeform 3100">
              <a:extLst>
                <a:ext uri="{FF2B5EF4-FFF2-40B4-BE49-F238E27FC236}">
                  <a16:creationId xmlns:a16="http://schemas.microsoft.com/office/drawing/2014/main" id="{C25ABCD3-B68A-E14D-8405-6978BFD89E87}"/>
                </a:ext>
              </a:extLst>
            </p:cNvPr>
            <p:cNvSpPr/>
            <p:nvPr/>
          </p:nvSpPr>
          <p:spPr>
            <a:xfrm>
              <a:off x="5976328" y="2209988"/>
              <a:ext cx="14753" cy="4918"/>
            </a:xfrm>
            <a:custGeom>
              <a:avLst/>
              <a:gdLst>
                <a:gd name="connsiteX0" fmla="*/ 9836 w 14753"/>
                <a:gd name="connsiteY0" fmla="*/ 4918 h 4918"/>
                <a:gd name="connsiteX1" fmla="*/ 4918 w 14753"/>
                <a:gd name="connsiteY1" fmla="*/ 4918 h 4918"/>
                <a:gd name="connsiteX2" fmla="*/ 1639 w 14753"/>
                <a:gd name="connsiteY2" fmla="*/ 3279 h 4918"/>
                <a:gd name="connsiteX3" fmla="*/ 0 w 14753"/>
                <a:gd name="connsiteY3" fmla="*/ 0 h 4918"/>
                <a:gd name="connsiteX4" fmla="*/ 3278 w 14753"/>
                <a:gd name="connsiteY4" fmla="*/ 0 h 4918"/>
                <a:gd name="connsiteX5" fmla="*/ 8197 w 14753"/>
                <a:gd name="connsiteY5" fmla="*/ 0 h 4918"/>
                <a:gd name="connsiteX6" fmla="*/ 11475 w 14753"/>
                <a:gd name="connsiteY6" fmla="*/ 1639 h 4918"/>
                <a:gd name="connsiteX7" fmla="*/ 14754 w 14753"/>
                <a:gd name="connsiteY7" fmla="*/ 1639 h 4918"/>
                <a:gd name="connsiteX8" fmla="*/ 11475 w 14753"/>
                <a:gd name="connsiteY8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3" h="4918">
                  <a:moveTo>
                    <a:pt x="9836" y="4918"/>
                  </a:moveTo>
                  <a:lnTo>
                    <a:pt x="4918" y="4918"/>
                  </a:lnTo>
                  <a:lnTo>
                    <a:pt x="1639" y="3279"/>
                  </a:lnTo>
                  <a:lnTo>
                    <a:pt x="0" y="0"/>
                  </a:lnTo>
                  <a:lnTo>
                    <a:pt x="3278" y="0"/>
                  </a:lnTo>
                  <a:lnTo>
                    <a:pt x="8197" y="0"/>
                  </a:lnTo>
                  <a:lnTo>
                    <a:pt x="11475" y="1639"/>
                  </a:lnTo>
                  <a:lnTo>
                    <a:pt x="14754" y="1639"/>
                  </a:lnTo>
                  <a:lnTo>
                    <a:pt x="11475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02" name="Freeform 3101">
              <a:extLst>
                <a:ext uri="{FF2B5EF4-FFF2-40B4-BE49-F238E27FC236}">
                  <a16:creationId xmlns:a16="http://schemas.microsoft.com/office/drawing/2014/main" id="{AC45A96C-A4A2-F24E-8EE8-E5DECB7DAFA6}"/>
                </a:ext>
              </a:extLst>
            </p:cNvPr>
            <p:cNvSpPr/>
            <p:nvPr/>
          </p:nvSpPr>
          <p:spPr>
            <a:xfrm>
              <a:off x="5984525" y="2228020"/>
              <a:ext cx="19671" cy="3278"/>
            </a:xfrm>
            <a:custGeom>
              <a:avLst/>
              <a:gdLst>
                <a:gd name="connsiteX0" fmla="*/ 8197 w 19671"/>
                <a:gd name="connsiteY0" fmla="*/ 3279 h 3278"/>
                <a:gd name="connsiteX1" fmla="*/ 4918 w 19671"/>
                <a:gd name="connsiteY1" fmla="*/ 3279 h 3278"/>
                <a:gd name="connsiteX2" fmla="*/ 0 w 19671"/>
                <a:gd name="connsiteY2" fmla="*/ 1639 h 3278"/>
                <a:gd name="connsiteX3" fmla="*/ 4918 w 19671"/>
                <a:gd name="connsiteY3" fmla="*/ 0 h 3278"/>
                <a:gd name="connsiteX4" fmla="*/ 8197 w 19671"/>
                <a:gd name="connsiteY4" fmla="*/ 0 h 3278"/>
                <a:gd name="connsiteX5" fmla="*/ 11475 w 19671"/>
                <a:gd name="connsiteY5" fmla="*/ 0 h 3278"/>
                <a:gd name="connsiteX6" fmla="*/ 14754 w 19671"/>
                <a:gd name="connsiteY6" fmla="*/ 0 h 3278"/>
                <a:gd name="connsiteX7" fmla="*/ 19672 w 19671"/>
                <a:gd name="connsiteY7" fmla="*/ 1639 h 3278"/>
                <a:gd name="connsiteX8" fmla="*/ 16393 w 19671"/>
                <a:gd name="connsiteY8" fmla="*/ 3279 h 3278"/>
                <a:gd name="connsiteX9" fmla="*/ 11475 w 19671"/>
                <a:gd name="connsiteY9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1" h="3278">
                  <a:moveTo>
                    <a:pt x="8197" y="3279"/>
                  </a:moveTo>
                  <a:lnTo>
                    <a:pt x="4918" y="3279"/>
                  </a:lnTo>
                  <a:lnTo>
                    <a:pt x="0" y="1639"/>
                  </a:lnTo>
                  <a:lnTo>
                    <a:pt x="4918" y="0"/>
                  </a:lnTo>
                  <a:lnTo>
                    <a:pt x="8197" y="0"/>
                  </a:lnTo>
                  <a:lnTo>
                    <a:pt x="11475" y="0"/>
                  </a:lnTo>
                  <a:lnTo>
                    <a:pt x="14754" y="0"/>
                  </a:lnTo>
                  <a:lnTo>
                    <a:pt x="19672" y="1639"/>
                  </a:lnTo>
                  <a:lnTo>
                    <a:pt x="16393" y="3279"/>
                  </a:lnTo>
                  <a:lnTo>
                    <a:pt x="11475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03" name="Freeform 3102">
              <a:extLst>
                <a:ext uri="{FF2B5EF4-FFF2-40B4-BE49-F238E27FC236}">
                  <a16:creationId xmlns:a16="http://schemas.microsoft.com/office/drawing/2014/main" id="{E4CEE19F-7EA9-B346-A8C5-1C65CB38ADC8}"/>
                </a:ext>
              </a:extLst>
            </p:cNvPr>
            <p:cNvSpPr/>
            <p:nvPr/>
          </p:nvSpPr>
          <p:spPr>
            <a:xfrm>
              <a:off x="5976328" y="2216545"/>
              <a:ext cx="26228" cy="4918"/>
            </a:xfrm>
            <a:custGeom>
              <a:avLst/>
              <a:gdLst>
                <a:gd name="connsiteX0" fmla="*/ 22951 w 26228"/>
                <a:gd name="connsiteY0" fmla="*/ 4918 h 4918"/>
                <a:gd name="connsiteX1" fmla="*/ 18032 w 26228"/>
                <a:gd name="connsiteY1" fmla="*/ 4918 h 4918"/>
                <a:gd name="connsiteX2" fmla="*/ 14754 w 26228"/>
                <a:gd name="connsiteY2" fmla="*/ 4918 h 4918"/>
                <a:gd name="connsiteX3" fmla="*/ 11475 w 26228"/>
                <a:gd name="connsiteY3" fmla="*/ 4918 h 4918"/>
                <a:gd name="connsiteX4" fmla="*/ 8197 w 26228"/>
                <a:gd name="connsiteY4" fmla="*/ 4918 h 4918"/>
                <a:gd name="connsiteX5" fmla="*/ 4918 w 26228"/>
                <a:gd name="connsiteY5" fmla="*/ 3279 h 4918"/>
                <a:gd name="connsiteX6" fmla="*/ 0 w 26228"/>
                <a:gd name="connsiteY6" fmla="*/ 3279 h 4918"/>
                <a:gd name="connsiteX7" fmla="*/ 4918 w 26228"/>
                <a:gd name="connsiteY7" fmla="*/ 1639 h 4918"/>
                <a:gd name="connsiteX8" fmla="*/ 8197 w 26228"/>
                <a:gd name="connsiteY8" fmla="*/ 0 h 4918"/>
                <a:gd name="connsiteX9" fmla="*/ 11475 w 26228"/>
                <a:gd name="connsiteY9" fmla="*/ 3279 h 4918"/>
                <a:gd name="connsiteX10" fmla="*/ 14754 w 26228"/>
                <a:gd name="connsiteY10" fmla="*/ 3279 h 4918"/>
                <a:gd name="connsiteX11" fmla="*/ 18032 w 26228"/>
                <a:gd name="connsiteY11" fmla="*/ 3279 h 4918"/>
                <a:gd name="connsiteX12" fmla="*/ 22951 w 26228"/>
                <a:gd name="connsiteY12" fmla="*/ 3279 h 4918"/>
                <a:gd name="connsiteX13" fmla="*/ 26229 w 26228"/>
                <a:gd name="connsiteY1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228" h="4918">
                  <a:moveTo>
                    <a:pt x="22951" y="4918"/>
                  </a:moveTo>
                  <a:lnTo>
                    <a:pt x="18032" y="4918"/>
                  </a:lnTo>
                  <a:lnTo>
                    <a:pt x="14754" y="4918"/>
                  </a:lnTo>
                  <a:lnTo>
                    <a:pt x="11475" y="4918"/>
                  </a:lnTo>
                  <a:lnTo>
                    <a:pt x="8197" y="4918"/>
                  </a:lnTo>
                  <a:lnTo>
                    <a:pt x="4918" y="3279"/>
                  </a:lnTo>
                  <a:lnTo>
                    <a:pt x="0" y="3279"/>
                  </a:lnTo>
                  <a:lnTo>
                    <a:pt x="4918" y="1639"/>
                  </a:lnTo>
                  <a:lnTo>
                    <a:pt x="8197" y="0"/>
                  </a:lnTo>
                  <a:lnTo>
                    <a:pt x="11475" y="3279"/>
                  </a:lnTo>
                  <a:lnTo>
                    <a:pt x="14754" y="3279"/>
                  </a:lnTo>
                  <a:lnTo>
                    <a:pt x="18032" y="3279"/>
                  </a:lnTo>
                  <a:lnTo>
                    <a:pt x="22951" y="3279"/>
                  </a:lnTo>
                  <a:lnTo>
                    <a:pt x="2622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04" name="Freeform 3103">
              <a:extLst>
                <a:ext uri="{FF2B5EF4-FFF2-40B4-BE49-F238E27FC236}">
                  <a16:creationId xmlns:a16="http://schemas.microsoft.com/office/drawing/2014/main" id="{D1C1B9EB-D792-B340-BE32-E97B1F80991F}"/>
                </a:ext>
              </a:extLst>
            </p:cNvPr>
            <p:cNvSpPr/>
            <p:nvPr/>
          </p:nvSpPr>
          <p:spPr>
            <a:xfrm>
              <a:off x="6012393" y="2237856"/>
              <a:ext cx="11475" cy="1639"/>
            </a:xfrm>
            <a:custGeom>
              <a:avLst/>
              <a:gdLst>
                <a:gd name="connsiteX0" fmla="*/ 11476 w 11475"/>
                <a:gd name="connsiteY0" fmla="*/ 1639 h 1639"/>
                <a:gd name="connsiteX1" fmla="*/ 6557 w 11475"/>
                <a:gd name="connsiteY1" fmla="*/ 1639 h 1639"/>
                <a:gd name="connsiteX2" fmla="*/ 3279 w 11475"/>
                <a:gd name="connsiteY2" fmla="*/ 0 h 1639"/>
                <a:gd name="connsiteX3" fmla="*/ 0 w 11475"/>
                <a:gd name="connsiteY3" fmla="*/ 0 h 1639"/>
                <a:gd name="connsiteX4" fmla="*/ 3279 w 11475"/>
                <a:gd name="connsiteY4" fmla="*/ 0 h 1639"/>
                <a:gd name="connsiteX5" fmla="*/ 6557 w 11475"/>
                <a:gd name="connsiteY5" fmla="*/ 0 h 1639"/>
                <a:gd name="connsiteX6" fmla="*/ 11476 w 11475"/>
                <a:gd name="connsiteY6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1639">
                  <a:moveTo>
                    <a:pt x="11476" y="1639"/>
                  </a:moveTo>
                  <a:lnTo>
                    <a:pt x="6557" y="163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0"/>
                  </a:lnTo>
                  <a:lnTo>
                    <a:pt x="6557" y="0"/>
                  </a:lnTo>
                  <a:lnTo>
                    <a:pt x="11476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05" name="Freeform 3104">
              <a:extLst>
                <a:ext uri="{FF2B5EF4-FFF2-40B4-BE49-F238E27FC236}">
                  <a16:creationId xmlns:a16="http://schemas.microsoft.com/office/drawing/2014/main" id="{DCED4BD2-2E99-2946-B23C-CB8CE94A0B60}"/>
                </a:ext>
              </a:extLst>
            </p:cNvPr>
            <p:cNvSpPr/>
            <p:nvPr/>
          </p:nvSpPr>
          <p:spPr>
            <a:xfrm>
              <a:off x="1135367" y="1609990"/>
              <a:ext cx="39344" cy="54098"/>
            </a:xfrm>
            <a:custGeom>
              <a:avLst/>
              <a:gdLst>
                <a:gd name="connsiteX0" fmla="*/ 4918 w 39344"/>
                <a:gd name="connsiteY0" fmla="*/ 37705 h 54098"/>
                <a:gd name="connsiteX1" fmla="*/ 8197 w 39344"/>
                <a:gd name="connsiteY1" fmla="*/ 36065 h 54098"/>
                <a:gd name="connsiteX2" fmla="*/ 11475 w 39344"/>
                <a:gd name="connsiteY2" fmla="*/ 32787 h 54098"/>
                <a:gd name="connsiteX3" fmla="*/ 16393 w 39344"/>
                <a:gd name="connsiteY3" fmla="*/ 32787 h 54098"/>
                <a:gd name="connsiteX4" fmla="*/ 11475 w 39344"/>
                <a:gd name="connsiteY4" fmla="*/ 36065 h 54098"/>
                <a:gd name="connsiteX5" fmla="*/ 8197 w 39344"/>
                <a:gd name="connsiteY5" fmla="*/ 37705 h 54098"/>
                <a:gd name="connsiteX6" fmla="*/ 4918 w 39344"/>
                <a:gd name="connsiteY6" fmla="*/ 39344 h 54098"/>
                <a:gd name="connsiteX7" fmla="*/ 1639 w 39344"/>
                <a:gd name="connsiteY7" fmla="*/ 42623 h 54098"/>
                <a:gd name="connsiteX8" fmla="*/ 1639 w 39344"/>
                <a:gd name="connsiteY8" fmla="*/ 47541 h 54098"/>
                <a:gd name="connsiteX9" fmla="*/ 0 w 39344"/>
                <a:gd name="connsiteY9" fmla="*/ 50820 h 54098"/>
                <a:gd name="connsiteX10" fmla="*/ 0 w 39344"/>
                <a:gd name="connsiteY10" fmla="*/ 54098 h 54098"/>
                <a:gd name="connsiteX11" fmla="*/ 4918 w 39344"/>
                <a:gd name="connsiteY11" fmla="*/ 52459 h 54098"/>
                <a:gd name="connsiteX12" fmla="*/ 8197 w 39344"/>
                <a:gd name="connsiteY12" fmla="*/ 49180 h 54098"/>
                <a:gd name="connsiteX13" fmla="*/ 11475 w 39344"/>
                <a:gd name="connsiteY13" fmla="*/ 45901 h 54098"/>
                <a:gd name="connsiteX14" fmla="*/ 14754 w 39344"/>
                <a:gd name="connsiteY14" fmla="*/ 40983 h 54098"/>
                <a:gd name="connsiteX15" fmla="*/ 18033 w 39344"/>
                <a:gd name="connsiteY15" fmla="*/ 37705 h 54098"/>
                <a:gd name="connsiteX16" fmla="*/ 21311 w 39344"/>
                <a:gd name="connsiteY16" fmla="*/ 34426 h 54098"/>
                <a:gd name="connsiteX17" fmla="*/ 24590 w 39344"/>
                <a:gd name="connsiteY17" fmla="*/ 31148 h 54098"/>
                <a:gd name="connsiteX18" fmla="*/ 26229 w 39344"/>
                <a:gd name="connsiteY18" fmla="*/ 27869 h 54098"/>
                <a:gd name="connsiteX19" fmla="*/ 29508 w 39344"/>
                <a:gd name="connsiteY19" fmla="*/ 24590 h 54098"/>
                <a:gd name="connsiteX20" fmla="*/ 32787 w 39344"/>
                <a:gd name="connsiteY20" fmla="*/ 19672 h 54098"/>
                <a:gd name="connsiteX21" fmla="*/ 34426 w 39344"/>
                <a:gd name="connsiteY21" fmla="*/ 16393 h 54098"/>
                <a:gd name="connsiteX22" fmla="*/ 37705 w 39344"/>
                <a:gd name="connsiteY22" fmla="*/ 13115 h 54098"/>
                <a:gd name="connsiteX23" fmla="*/ 37705 w 39344"/>
                <a:gd name="connsiteY23" fmla="*/ 8197 h 54098"/>
                <a:gd name="connsiteX24" fmla="*/ 39344 w 39344"/>
                <a:gd name="connsiteY24" fmla="*/ 4918 h 54098"/>
                <a:gd name="connsiteX25" fmla="*/ 36065 w 39344"/>
                <a:gd name="connsiteY25" fmla="*/ 3279 h 54098"/>
                <a:gd name="connsiteX26" fmla="*/ 32787 w 39344"/>
                <a:gd name="connsiteY26" fmla="*/ 1639 h 54098"/>
                <a:gd name="connsiteX27" fmla="*/ 27869 w 39344"/>
                <a:gd name="connsiteY27" fmla="*/ 3279 h 54098"/>
                <a:gd name="connsiteX28" fmla="*/ 32787 w 39344"/>
                <a:gd name="connsiteY28" fmla="*/ 0 h 54098"/>
                <a:gd name="connsiteX29" fmla="*/ 27869 w 39344"/>
                <a:gd name="connsiteY29" fmla="*/ 0 h 54098"/>
                <a:gd name="connsiteX30" fmla="*/ 24590 w 39344"/>
                <a:gd name="connsiteY30" fmla="*/ 1639 h 54098"/>
                <a:gd name="connsiteX31" fmla="*/ 21311 w 39344"/>
                <a:gd name="connsiteY31" fmla="*/ 3279 h 54098"/>
                <a:gd name="connsiteX32" fmla="*/ 18033 w 39344"/>
                <a:gd name="connsiteY32" fmla="*/ 4918 h 54098"/>
                <a:gd name="connsiteX33" fmla="*/ 16393 w 39344"/>
                <a:gd name="connsiteY33" fmla="*/ 9836 h 54098"/>
                <a:gd name="connsiteX34" fmla="*/ 19672 w 39344"/>
                <a:gd name="connsiteY34" fmla="*/ 9836 h 54098"/>
                <a:gd name="connsiteX35" fmla="*/ 19672 w 39344"/>
                <a:gd name="connsiteY35" fmla="*/ 11475 h 54098"/>
                <a:gd name="connsiteX36" fmla="*/ 19672 w 39344"/>
                <a:gd name="connsiteY36" fmla="*/ 11475 h 54098"/>
                <a:gd name="connsiteX37" fmla="*/ 16393 w 39344"/>
                <a:gd name="connsiteY37" fmla="*/ 14754 h 54098"/>
                <a:gd name="connsiteX38" fmla="*/ 21311 w 39344"/>
                <a:gd name="connsiteY38" fmla="*/ 13115 h 54098"/>
                <a:gd name="connsiteX39" fmla="*/ 16393 w 39344"/>
                <a:gd name="connsiteY39" fmla="*/ 14754 h 54098"/>
                <a:gd name="connsiteX40" fmla="*/ 16393 w 39344"/>
                <a:gd name="connsiteY40" fmla="*/ 19672 h 54098"/>
                <a:gd name="connsiteX41" fmla="*/ 13115 w 39344"/>
                <a:gd name="connsiteY41" fmla="*/ 21311 h 54098"/>
                <a:gd name="connsiteX42" fmla="*/ 9836 w 39344"/>
                <a:gd name="connsiteY42" fmla="*/ 24590 h 54098"/>
                <a:gd name="connsiteX43" fmla="*/ 6557 w 39344"/>
                <a:gd name="connsiteY43" fmla="*/ 26229 h 54098"/>
                <a:gd name="connsiteX44" fmla="*/ 9836 w 39344"/>
                <a:gd name="connsiteY44" fmla="*/ 27869 h 54098"/>
                <a:gd name="connsiteX45" fmla="*/ 9836 w 39344"/>
                <a:gd name="connsiteY45" fmla="*/ 27869 h 54098"/>
                <a:gd name="connsiteX46" fmla="*/ 9836 w 39344"/>
                <a:gd name="connsiteY46" fmla="*/ 29508 h 54098"/>
                <a:gd name="connsiteX47" fmla="*/ 6557 w 39344"/>
                <a:gd name="connsiteY47" fmla="*/ 32787 h 54098"/>
                <a:gd name="connsiteX48" fmla="*/ 9836 w 39344"/>
                <a:gd name="connsiteY48" fmla="*/ 31148 h 54098"/>
                <a:gd name="connsiteX49" fmla="*/ 6557 w 39344"/>
                <a:gd name="connsiteY49" fmla="*/ 34426 h 54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344" h="54098">
                  <a:moveTo>
                    <a:pt x="4918" y="37705"/>
                  </a:moveTo>
                  <a:lnTo>
                    <a:pt x="8197" y="36065"/>
                  </a:lnTo>
                  <a:lnTo>
                    <a:pt x="11475" y="32787"/>
                  </a:lnTo>
                  <a:lnTo>
                    <a:pt x="16393" y="32787"/>
                  </a:lnTo>
                  <a:lnTo>
                    <a:pt x="11475" y="36065"/>
                  </a:lnTo>
                  <a:lnTo>
                    <a:pt x="8197" y="37705"/>
                  </a:lnTo>
                  <a:lnTo>
                    <a:pt x="4918" y="39344"/>
                  </a:lnTo>
                  <a:lnTo>
                    <a:pt x="1639" y="42623"/>
                  </a:lnTo>
                  <a:lnTo>
                    <a:pt x="1639" y="47541"/>
                  </a:lnTo>
                  <a:lnTo>
                    <a:pt x="0" y="50820"/>
                  </a:lnTo>
                  <a:lnTo>
                    <a:pt x="0" y="54098"/>
                  </a:lnTo>
                  <a:lnTo>
                    <a:pt x="4918" y="52459"/>
                  </a:lnTo>
                  <a:lnTo>
                    <a:pt x="8197" y="49180"/>
                  </a:lnTo>
                  <a:lnTo>
                    <a:pt x="11475" y="45901"/>
                  </a:lnTo>
                  <a:lnTo>
                    <a:pt x="14754" y="40983"/>
                  </a:lnTo>
                  <a:lnTo>
                    <a:pt x="18033" y="37705"/>
                  </a:lnTo>
                  <a:lnTo>
                    <a:pt x="21311" y="34426"/>
                  </a:lnTo>
                  <a:lnTo>
                    <a:pt x="24590" y="31148"/>
                  </a:lnTo>
                  <a:lnTo>
                    <a:pt x="26229" y="27869"/>
                  </a:lnTo>
                  <a:lnTo>
                    <a:pt x="29508" y="24590"/>
                  </a:lnTo>
                  <a:lnTo>
                    <a:pt x="32787" y="19672"/>
                  </a:lnTo>
                  <a:lnTo>
                    <a:pt x="34426" y="16393"/>
                  </a:lnTo>
                  <a:lnTo>
                    <a:pt x="37705" y="13115"/>
                  </a:lnTo>
                  <a:lnTo>
                    <a:pt x="37705" y="8197"/>
                  </a:lnTo>
                  <a:lnTo>
                    <a:pt x="39344" y="4918"/>
                  </a:lnTo>
                  <a:lnTo>
                    <a:pt x="36065" y="3279"/>
                  </a:lnTo>
                  <a:lnTo>
                    <a:pt x="32787" y="1639"/>
                  </a:lnTo>
                  <a:lnTo>
                    <a:pt x="27869" y="3279"/>
                  </a:lnTo>
                  <a:lnTo>
                    <a:pt x="32787" y="0"/>
                  </a:lnTo>
                  <a:lnTo>
                    <a:pt x="27869" y="0"/>
                  </a:lnTo>
                  <a:lnTo>
                    <a:pt x="24590" y="1639"/>
                  </a:lnTo>
                  <a:lnTo>
                    <a:pt x="21311" y="3279"/>
                  </a:lnTo>
                  <a:lnTo>
                    <a:pt x="18033" y="4918"/>
                  </a:lnTo>
                  <a:lnTo>
                    <a:pt x="16393" y="9836"/>
                  </a:lnTo>
                  <a:lnTo>
                    <a:pt x="19672" y="9836"/>
                  </a:lnTo>
                  <a:lnTo>
                    <a:pt x="19672" y="11475"/>
                  </a:lnTo>
                  <a:lnTo>
                    <a:pt x="19672" y="11475"/>
                  </a:lnTo>
                  <a:lnTo>
                    <a:pt x="16393" y="14754"/>
                  </a:lnTo>
                  <a:lnTo>
                    <a:pt x="21311" y="13115"/>
                  </a:lnTo>
                  <a:lnTo>
                    <a:pt x="16393" y="14754"/>
                  </a:lnTo>
                  <a:lnTo>
                    <a:pt x="16393" y="19672"/>
                  </a:lnTo>
                  <a:lnTo>
                    <a:pt x="13115" y="21311"/>
                  </a:lnTo>
                  <a:lnTo>
                    <a:pt x="9836" y="24590"/>
                  </a:lnTo>
                  <a:lnTo>
                    <a:pt x="6557" y="26229"/>
                  </a:lnTo>
                  <a:lnTo>
                    <a:pt x="9836" y="27869"/>
                  </a:lnTo>
                  <a:lnTo>
                    <a:pt x="9836" y="27869"/>
                  </a:lnTo>
                  <a:lnTo>
                    <a:pt x="9836" y="29508"/>
                  </a:lnTo>
                  <a:lnTo>
                    <a:pt x="6557" y="32787"/>
                  </a:lnTo>
                  <a:lnTo>
                    <a:pt x="9836" y="31148"/>
                  </a:lnTo>
                  <a:lnTo>
                    <a:pt x="6557" y="344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06" name="Freeform 3105">
              <a:extLst>
                <a:ext uri="{FF2B5EF4-FFF2-40B4-BE49-F238E27FC236}">
                  <a16:creationId xmlns:a16="http://schemas.microsoft.com/office/drawing/2014/main" id="{BC73A44C-C80C-E44D-86C2-9C26199530E8}"/>
                </a:ext>
              </a:extLst>
            </p:cNvPr>
            <p:cNvSpPr/>
            <p:nvPr/>
          </p:nvSpPr>
          <p:spPr>
            <a:xfrm>
              <a:off x="1146842" y="1632941"/>
              <a:ext cx="40983" cy="39343"/>
            </a:xfrm>
            <a:custGeom>
              <a:avLst/>
              <a:gdLst>
                <a:gd name="connsiteX0" fmla="*/ 0 w 40983"/>
                <a:gd name="connsiteY0" fmla="*/ 39344 h 39343"/>
                <a:gd name="connsiteX1" fmla="*/ 3279 w 40983"/>
                <a:gd name="connsiteY1" fmla="*/ 36065 h 39343"/>
                <a:gd name="connsiteX2" fmla="*/ 4918 w 40983"/>
                <a:gd name="connsiteY2" fmla="*/ 32787 h 39343"/>
                <a:gd name="connsiteX3" fmla="*/ 8197 w 40983"/>
                <a:gd name="connsiteY3" fmla="*/ 31147 h 39343"/>
                <a:gd name="connsiteX4" fmla="*/ 11475 w 40983"/>
                <a:gd name="connsiteY4" fmla="*/ 27869 h 39343"/>
                <a:gd name="connsiteX5" fmla="*/ 9836 w 40983"/>
                <a:gd name="connsiteY5" fmla="*/ 31147 h 39343"/>
                <a:gd name="connsiteX6" fmla="*/ 14754 w 40983"/>
                <a:gd name="connsiteY6" fmla="*/ 29508 h 39343"/>
                <a:gd name="connsiteX7" fmla="*/ 16393 w 40983"/>
                <a:gd name="connsiteY7" fmla="*/ 26229 h 39343"/>
                <a:gd name="connsiteX8" fmla="*/ 19672 w 40983"/>
                <a:gd name="connsiteY8" fmla="*/ 26229 h 39343"/>
                <a:gd name="connsiteX9" fmla="*/ 22951 w 40983"/>
                <a:gd name="connsiteY9" fmla="*/ 22951 h 39343"/>
                <a:gd name="connsiteX10" fmla="*/ 26229 w 40983"/>
                <a:gd name="connsiteY10" fmla="*/ 21311 h 39343"/>
                <a:gd name="connsiteX11" fmla="*/ 27869 w 40983"/>
                <a:gd name="connsiteY11" fmla="*/ 18033 h 39343"/>
                <a:gd name="connsiteX12" fmla="*/ 31147 w 40983"/>
                <a:gd name="connsiteY12" fmla="*/ 13114 h 39343"/>
                <a:gd name="connsiteX13" fmla="*/ 34426 w 40983"/>
                <a:gd name="connsiteY13" fmla="*/ 14754 h 39343"/>
                <a:gd name="connsiteX14" fmla="*/ 37705 w 40983"/>
                <a:gd name="connsiteY14" fmla="*/ 11475 h 39343"/>
                <a:gd name="connsiteX15" fmla="*/ 40983 w 40983"/>
                <a:gd name="connsiteY15" fmla="*/ 8197 h 39343"/>
                <a:gd name="connsiteX16" fmla="*/ 36065 w 40983"/>
                <a:gd name="connsiteY16" fmla="*/ 8197 h 39343"/>
                <a:gd name="connsiteX17" fmla="*/ 32787 w 40983"/>
                <a:gd name="connsiteY17" fmla="*/ 11475 h 39343"/>
                <a:gd name="connsiteX18" fmla="*/ 29508 w 40983"/>
                <a:gd name="connsiteY18" fmla="*/ 11475 h 39343"/>
                <a:gd name="connsiteX19" fmla="*/ 32787 w 40983"/>
                <a:gd name="connsiteY19" fmla="*/ 9836 h 39343"/>
                <a:gd name="connsiteX20" fmla="*/ 36065 w 40983"/>
                <a:gd name="connsiteY20" fmla="*/ 8197 h 39343"/>
                <a:gd name="connsiteX21" fmla="*/ 37705 w 40983"/>
                <a:gd name="connsiteY21" fmla="*/ 4918 h 39343"/>
                <a:gd name="connsiteX22" fmla="*/ 34426 w 40983"/>
                <a:gd name="connsiteY22" fmla="*/ 0 h 39343"/>
                <a:gd name="connsiteX23" fmla="*/ 34426 w 40983"/>
                <a:gd name="connsiteY23" fmla="*/ 4918 h 39343"/>
                <a:gd name="connsiteX24" fmla="*/ 29508 w 40983"/>
                <a:gd name="connsiteY24" fmla="*/ 1639 h 39343"/>
                <a:gd name="connsiteX25" fmla="*/ 27869 w 40983"/>
                <a:gd name="connsiteY25" fmla="*/ 4918 h 39343"/>
                <a:gd name="connsiteX26" fmla="*/ 26229 w 40983"/>
                <a:gd name="connsiteY26" fmla="*/ 3279 h 39343"/>
                <a:gd name="connsiteX27" fmla="*/ 22951 w 40983"/>
                <a:gd name="connsiteY27" fmla="*/ 6557 h 39343"/>
                <a:gd name="connsiteX28" fmla="*/ 19672 w 40983"/>
                <a:gd name="connsiteY28" fmla="*/ 9836 h 39343"/>
                <a:gd name="connsiteX29" fmla="*/ 19672 w 40983"/>
                <a:gd name="connsiteY29" fmla="*/ 9836 h 39343"/>
                <a:gd name="connsiteX30" fmla="*/ 22951 w 40983"/>
                <a:gd name="connsiteY30" fmla="*/ 9836 h 39343"/>
                <a:gd name="connsiteX31" fmla="*/ 19672 w 40983"/>
                <a:gd name="connsiteY31" fmla="*/ 14754 h 39343"/>
                <a:gd name="connsiteX32" fmla="*/ 16393 w 40983"/>
                <a:gd name="connsiteY32" fmla="*/ 14754 h 39343"/>
                <a:gd name="connsiteX33" fmla="*/ 19672 w 40983"/>
                <a:gd name="connsiteY33" fmla="*/ 18033 h 39343"/>
                <a:gd name="connsiteX34" fmla="*/ 19672 w 40983"/>
                <a:gd name="connsiteY34" fmla="*/ 21311 h 39343"/>
                <a:gd name="connsiteX35" fmla="*/ 14754 w 40983"/>
                <a:gd name="connsiteY35" fmla="*/ 22951 h 39343"/>
                <a:gd name="connsiteX36" fmla="*/ 11475 w 40983"/>
                <a:gd name="connsiteY36" fmla="*/ 22951 h 39343"/>
                <a:gd name="connsiteX37" fmla="*/ 8197 w 40983"/>
                <a:gd name="connsiteY37" fmla="*/ 26229 h 39343"/>
                <a:gd name="connsiteX38" fmla="*/ 11475 w 40983"/>
                <a:gd name="connsiteY38" fmla="*/ 26229 h 39343"/>
                <a:gd name="connsiteX39" fmla="*/ 8197 w 40983"/>
                <a:gd name="connsiteY39" fmla="*/ 27869 h 39343"/>
                <a:gd name="connsiteX40" fmla="*/ 4918 w 40983"/>
                <a:gd name="connsiteY40" fmla="*/ 29508 h 39343"/>
                <a:gd name="connsiteX41" fmla="*/ 1639 w 40983"/>
                <a:gd name="connsiteY41" fmla="*/ 34426 h 39343"/>
                <a:gd name="connsiteX42" fmla="*/ 0 w 40983"/>
                <a:gd name="connsiteY42" fmla="*/ 37705 h 3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0983" h="39343">
                  <a:moveTo>
                    <a:pt x="0" y="39344"/>
                  </a:moveTo>
                  <a:lnTo>
                    <a:pt x="3279" y="36065"/>
                  </a:lnTo>
                  <a:lnTo>
                    <a:pt x="4918" y="32787"/>
                  </a:lnTo>
                  <a:lnTo>
                    <a:pt x="8197" y="31147"/>
                  </a:lnTo>
                  <a:lnTo>
                    <a:pt x="11475" y="27869"/>
                  </a:lnTo>
                  <a:lnTo>
                    <a:pt x="9836" y="31147"/>
                  </a:lnTo>
                  <a:lnTo>
                    <a:pt x="14754" y="29508"/>
                  </a:lnTo>
                  <a:lnTo>
                    <a:pt x="16393" y="26229"/>
                  </a:lnTo>
                  <a:lnTo>
                    <a:pt x="19672" y="26229"/>
                  </a:lnTo>
                  <a:lnTo>
                    <a:pt x="22951" y="22951"/>
                  </a:lnTo>
                  <a:lnTo>
                    <a:pt x="26229" y="21311"/>
                  </a:lnTo>
                  <a:lnTo>
                    <a:pt x="27869" y="18033"/>
                  </a:lnTo>
                  <a:lnTo>
                    <a:pt x="31147" y="13114"/>
                  </a:lnTo>
                  <a:lnTo>
                    <a:pt x="34426" y="14754"/>
                  </a:lnTo>
                  <a:lnTo>
                    <a:pt x="37705" y="11475"/>
                  </a:lnTo>
                  <a:lnTo>
                    <a:pt x="40983" y="8197"/>
                  </a:lnTo>
                  <a:lnTo>
                    <a:pt x="36065" y="8197"/>
                  </a:lnTo>
                  <a:lnTo>
                    <a:pt x="32787" y="11475"/>
                  </a:lnTo>
                  <a:lnTo>
                    <a:pt x="29508" y="11475"/>
                  </a:lnTo>
                  <a:lnTo>
                    <a:pt x="32787" y="9836"/>
                  </a:lnTo>
                  <a:lnTo>
                    <a:pt x="36065" y="8197"/>
                  </a:lnTo>
                  <a:lnTo>
                    <a:pt x="37705" y="4918"/>
                  </a:lnTo>
                  <a:lnTo>
                    <a:pt x="34426" y="0"/>
                  </a:lnTo>
                  <a:lnTo>
                    <a:pt x="34426" y="4918"/>
                  </a:lnTo>
                  <a:lnTo>
                    <a:pt x="29508" y="1639"/>
                  </a:lnTo>
                  <a:lnTo>
                    <a:pt x="27869" y="4918"/>
                  </a:lnTo>
                  <a:lnTo>
                    <a:pt x="26229" y="3279"/>
                  </a:lnTo>
                  <a:lnTo>
                    <a:pt x="22951" y="6557"/>
                  </a:lnTo>
                  <a:lnTo>
                    <a:pt x="19672" y="9836"/>
                  </a:lnTo>
                  <a:lnTo>
                    <a:pt x="19672" y="9836"/>
                  </a:lnTo>
                  <a:lnTo>
                    <a:pt x="22951" y="9836"/>
                  </a:lnTo>
                  <a:lnTo>
                    <a:pt x="19672" y="14754"/>
                  </a:lnTo>
                  <a:lnTo>
                    <a:pt x="16393" y="14754"/>
                  </a:lnTo>
                  <a:lnTo>
                    <a:pt x="19672" y="18033"/>
                  </a:lnTo>
                  <a:lnTo>
                    <a:pt x="19672" y="21311"/>
                  </a:lnTo>
                  <a:lnTo>
                    <a:pt x="14754" y="22951"/>
                  </a:lnTo>
                  <a:lnTo>
                    <a:pt x="11475" y="22951"/>
                  </a:lnTo>
                  <a:lnTo>
                    <a:pt x="8197" y="26229"/>
                  </a:lnTo>
                  <a:lnTo>
                    <a:pt x="11475" y="26229"/>
                  </a:lnTo>
                  <a:lnTo>
                    <a:pt x="8197" y="27869"/>
                  </a:lnTo>
                  <a:lnTo>
                    <a:pt x="4918" y="29508"/>
                  </a:lnTo>
                  <a:lnTo>
                    <a:pt x="1639" y="34426"/>
                  </a:lnTo>
                  <a:lnTo>
                    <a:pt x="0" y="3770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07" name="Freeform 3106">
              <a:extLst>
                <a:ext uri="{FF2B5EF4-FFF2-40B4-BE49-F238E27FC236}">
                  <a16:creationId xmlns:a16="http://schemas.microsoft.com/office/drawing/2014/main" id="{86F10EFE-7BFE-A84B-BDE9-68880094C46B}"/>
                </a:ext>
              </a:extLst>
            </p:cNvPr>
            <p:cNvSpPr/>
            <p:nvPr/>
          </p:nvSpPr>
          <p:spPr>
            <a:xfrm>
              <a:off x="1148481" y="1578843"/>
              <a:ext cx="54098" cy="36065"/>
            </a:xfrm>
            <a:custGeom>
              <a:avLst/>
              <a:gdLst>
                <a:gd name="connsiteX0" fmla="*/ 3279 w 54098"/>
                <a:gd name="connsiteY0" fmla="*/ 14754 h 36065"/>
                <a:gd name="connsiteX1" fmla="*/ 1639 w 54098"/>
                <a:gd name="connsiteY1" fmla="*/ 19672 h 36065"/>
                <a:gd name="connsiteX2" fmla="*/ 3279 w 54098"/>
                <a:gd name="connsiteY2" fmla="*/ 22951 h 36065"/>
                <a:gd name="connsiteX3" fmla="*/ 4918 w 54098"/>
                <a:gd name="connsiteY3" fmla="*/ 26229 h 36065"/>
                <a:gd name="connsiteX4" fmla="*/ 1639 w 54098"/>
                <a:gd name="connsiteY4" fmla="*/ 26229 h 36065"/>
                <a:gd name="connsiteX5" fmla="*/ 3279 w 54098"/>
                <a:gd name="connsiteY5" fmla="*/ 31147 h 36065"/>
                <a:gd name="connsiteX6" fmla="*/ 3279 w 54098"/>
                <a:gd name="connsiteY6" fmla="*/ 34426 h 36065"/>
                <a:gd name="connsiteX7" fmla="*/ 0 w 54098"/>
                <a:gd name="connsiteY7" fmla="*/ 31147 h 36065"/>
                <a:gd name="connsiteX8" fmla="*/ 0 w 54098"/>
                <a:gd name="connsiteY8" fmla="*/ 34426 h 36065"/>
                <a:gd name="connsiteX9" fmla="*/ 3279 w 54098"/>
                <a:gd name="connsiteY9" fmla="*/ 36065 h 36065"/>
                <a:gd name="connsiteX10" fmla="*/ 8197 w 54098"/>
                <a:gd name="connsiteY10" fmla="*/ 34426 h 36065"/>
                <a:gd name="connsiteX11" fmla="*/ 11475 w 54098"/>
                <a:gd name="connsiteY11" fmla="*/ 32787 h 36065"/>
                <a:gd name="connsiteX12" fmla="*/ 14754 w 54098"/>
                <a:gd name="connsiteY12" fmla="*/ 29508 h 36065"/>
                <a:gd name="connsiteX13" fmla="*/ 14754 w 54098"/>
                <a:gd name="connsiteY13" fmla="*/ 26229 h 36065"/>
                <a:gd name="connsiteX14" fmla="*/ 11475 w 54098"/>
                <a:gd name="connsiteY14" fmla="*/ 24590 h 36065"/>
                <a:gd name="connsiteX15" fmla="*/ 14754 w 54098"/>
                <a:gd name="connsiteY15" fmla="*/ 24590 h 36065"/>
                <a:gd name="connsiteX16" fmla="*/ 14754 w 54098"/>
                <a:gd name="connsiteY16" fmla="*/ 19672 h 36065"/>
                <a:gd name="connsiteX17" fmla="*/ 19672 w 54098"/>
                <a:gd name="connsiteY17" fmla="*/ 22951 h 36065"/>
                <a:gd name="connsiteX18" fmla="*/ 21311 w 54098"/>
                <a:gd name="connsiteY18" fmla="*/ 26229 h 36065"/>
                <a:gd name="connsiteX19" fmla="*/ 24590 w 54098"/>
                <a:gd name="connsiteY19" fmla="*/ 29508 h 36065"/>
                <a:gd name="connsiteX20" fmla="*/ 29508 w 54098"/>
                <a:gd name="connsiteY20" fmla="*/ 32787 h 36065"/>
                <a:gd name="connsiteX21" fmla="*/ 32787 w 54098"/>
                <a:gd name="connsiteY21" fmla="*/ 32787 h 36065"/>
                <a:gd name="connsiteX22" fmla="*/ 36065 w 54098"/>
                <a:gd name="connsiteY22" fmla="*/ 29508 h 36065"/>
                <a:gd name="connsiteX23" fmla="*/ 39344 w 54098"/>
                <a:gd name="connsiteY23" fmla="*/ 26229 h 36065"/>
                <a:gd name="connsiteX24" fmla="*/ 42623 w 54098"/>
                <a:gd name="connsiteY24" fmla="*/ 22951 h 36065"/>
                <a:gd name="connsiteX25" fmla="*/ 39344 w 54098"/>
                <a:gd name="connsiteY25" fmla="*/ 21311 h 36065"/>
                <a:gd name="connsiteX26" fmla="*/ 34426 w 54098"/>
                <a:gd name="connsiteY26" fmla="*/ 21311 h 36065"/>
                <a:gd name="connsiteX27" fmla="*/ 31147 w 54098"/>
                <a:gd name="connsiteY27" fmla="*/ 21311 h 36065"/>
                <a:gd name="connsiteX28" fmla="*/ 29508 w 54098"/>
                <a:gd name="connsiteY28" fmla="*/ 18033 h 36065"/>
                <a:gd name="connsiteX29" fmla="*/ 26229 w 54098"/>
                <a:gd name="connsiteY29" fmla="*/ 14754 h 36065"/>
                <a:gd name="connsiteX30" fmla="*/ 29508 w 54098"/>
                <a:gd name="connsiteY30" fmla="*/ 14754 h 36065"/>
                <a:gd name="connsiteX31" fmla="*/ 32787 w 54098"/>
                <a:gd name="connsiteY31" fmla="*/ 18033 h 36065"/>
                <a:gd name="connsiteX32" fmla="*/ 37705 w 54098"/>
                <a:gd name="connsiteY32" fmla="*/ 19672 h 36065"/>
                <a:gd name="connsiteX33" fmla="*/ 40983 w 54098"/>
                <a:gd name="connsiteY33" fmla="*/ 19672 h 36065"/>
                <a:gd name="connsiteX34" fmla="*/ 44262 w 54098"/>
                <a:gd name="connsiteY34" fmla="*/ 18033 h 36065"/>
                <a:gd name="connsiteX35" fmla="*/ 42623 w 54098"/>
                <a:gd name="connsiteY35" fmla="*/ 14754 h 36065"/>
                <a:gd name="connsiteX36" fmla="*/ 45901 w 54098"/>
                <a:gd name="connsiteY36" fmla="*/ 14754 h 36065"/>
                <a:gd name="connsiteX37" fmla="*/ 49180 w 54098"/>
                <a:gd name="connsiteY37" fmla="*/ 14754 h 36065"/>
                <a:gd name="connsiteX38" fmla="*/ 54098 w 54098"/>
                <a:gd name="connsiteY38" fmla="*/ 11475 h 36065"/>
                <a:gd name="connsiteX39" fmla="*/ 50820 w 54098"/>
                <a:gd name="connsiteY39" fmla="*/ 8197 h 36065"/>
                <a:gd name="connsiteX40" fmla="*/ 47541 w 54098"/>
                <a:gd name="connsiteY40" fmla="*/ 6557 h 36065"/>
                <a:gd name="connsiteX41" fmla="*/ 44262 w 54098"/>
                <a:gd name="connsiteY41" fmla="*/ 4918 h 36065"/>
                <a:gd name="connsiteX42" fmla="*/ 39344 w 54098"/>
                <a:gd name="connsiteY42" fmla="*/ 8197 h 36065"/>
                <a:gd name="connsiteX43" fmla="*/ 36065 w 54098"/>
                <a:gd name="connsiteY43" fmla="*/ 9836 h 36065"/>
                <a:gd name="connsiteX44" fmla="*/ 32787 w 54098"/>
                <a:gd name="connsiteY44" fmla="*/ 11475 h 36065"/>
                <a:gd name="connsiteX45" fmla="*/ 27869 w 54098"/>
                <a:gd name="connsiteY45" fmla="*/ 13115 h 36065"/>
                <a:gd name="connsiteX46" fmla="*/ 31147 w 54098"/>
                <a:gd name="connsiteY46" fmla="*/ 9836 h 36065"/>
                <a:gd name="connsiteX47" fmla="*/ 34426 w 54098"/>
                <a:gd name="connsiteY47" fmla="*/ 8197 h 36065"/>
                <a:gd name="connsiteX48" fmla="*/ 39344 w 54098"/>
                <a:gd name="connsiteY48" fmla="*/ 6557 h 36065"/>
                <a:gd name="connsiteX49" fmla="*/ 40983 w 54098"/>
                <a:gd name="connsiteY49" fmla="*/ 3279 h 36065"/>
                <a:gd name="connsiteX50" fmla="*/ 37705 w 54098"/>
                <a:gd name="connsiteY50" fmla="*/ 1639 h 36065"/>
                <a:gd name="connsiteX51" fmla="*/ 34426 w 54098"/>
                <a:gd name="connsiteY51" fmla="*/ 0 h 36065"/>
                <a:gd name="connsiteX52" fmla="*/ 31147 w 54098"/>
                <a:gd name="connsiteY52" fmla="*/ 1639 h 36065"/>
                <a:gd name="connsiteX53" fmla="*/ 26229 w 54098"/>
                <a:gd name="connsiteY53" fmla="*/ 3279 h 36065"/>
                <a:gd name="connsiteX54" fmla="*/ 22951 w 54098"/>
                <a:gd name="connsiteY54" fmla="*/ 3279 h 36065"/>
                <a:gd name="connsiteX55" fmla="*/ 19672 w 54098"/>
                <a:gd name="connsiteY55" fmla="*/ 6557 h 36065"/>
                <a:gd name="connsiteX56" fmla="*/ 19672 w 54098"/>
                <a:gd name="connsiteY56" fmla="*/ 1639 h 36065"/>
                <a:gd name="connsiteX57" fmla="*/ 16393 w 54098"/>
                <a:gd name="connsiteY57" fmla="*/ 4918 h 36065"/>
                <a:gd name="connsiteX58" fmla="*/ 13115 w 54098"/>
                <a:gd name="connsiteY58" fmla="*/ 4918 h 36065"/>
                <a:gd name="connsiteX59" fmla="*/ 9836 w 54098"/>
                <a:gd name="connsiteY59" fmla="*/ 9836 h 36065"/>
                <a:gd name="connsiteX60" fmla="*/ 11475 w 54098"/>
                <a:gd name="connsiteY60" fmla="*/ 13115 h 36065"/>
                <a:gd name="connsiteX61" fmla="*/ 13115 w 54098"/>
                <a:gd name="connsiteY61" fmla="*/ 16393 h 36065"/>
                <a:gd name="connsiteX62" fmla="*/ 9836 w 54098"/>
                <a:gd name="connsiteY62" fmla="*/ 13115 h 36065"/>
                <a:gd name="connsiteX63" fmla="*/ 6557 w 54098"/>
                <a:gd name="connsiteY63" fmla="*/ 13115 h 36065"/>
                <a:gd name="connsiteX64" fmla="*/ 8197 w 54098"/>
                <a:gd name="connsiteY64" fmla="*/ 11475 h 36065"/>
                <a:gd name="connsiteX65" fmla="*/ 9836 w 54098"/>
                <a:gd name="connsiteY65" fmla="*/ 6557 h 36065"/>
                <a:gd name="connsiteX66" fmla="*/ 8197 w 54098"/>
                <a:gd name="connsiteY66" fmla="*/ 6557 h 36065"/>
                <a:gd name="connsiteX67" fmla="*/ 3279 w 54098"/>
                <a:gd name="connsiteY67" fmla="*/ 9836 h 36065"/>
                <a:gd name="connsiteX68" fmla="*/ 0 w 54098"/>
                <a:gd name="connsiteY68" fmla="*/ 13115 h 36065"/>
                <a:gd name="connsiteX69" fmla="*/ 0 w 54098"/>
                <a:gd name="connsiteY69" fmla="*/ 16393 h 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54098" h="36065">
                  <a:moveTo>
                    <a:pt x="3279" y="14754"/>
                  </a:moveTo>
                  <a:lnTo>
                    <a:pt x="1639" y="19672"/>
                  </a:lnTo>
                  <a:lnTo>
                    <a:pt x="3279" y="22951"/>
                  </a:lnTo>
                  <a:lnTo>
                    <a:pt x="4918" y="26229"/>
                  </a:lnTo>
                  <a:lnTo>
                    <a:pt x="1639" y="26229"/>
                  </a:lnTo>
                  <a:lnTo>
                    <a:pt x="3279" y="31147"/>
                  </a:lnTo>
                  <a:lnTo>
                    <a:pt x="3279" y="34426"/>
                  </a:lnTo>
                  <a:lnTo>
                    <a:pt x="0" y="31147"/>
                  </a:lnTo>
                  <a:lnTo>
                    <a:pt x="0" y="34426"/>
                  </a:lnTo>
                  <a:lnTo>
                    <a:pt x="3279" y="36065"/>
                  </a:lnTo>
                  <a:lnTo>
                    <a:pt x="8197" y="34426"/>
                  </a:lnTo>
                  <a:lnTo>
                    <a:pt x="11475" y="32787"/>
                  </a:lnTo>
                  <a:lnTo>
                    <a:pt x="14754" y="29508"/>
                  </a:lnTo>
                  <a:lnTo>
                    <a:pt x="14754" y="26229"/>
                  </a:lnTo>
                  <a:lnTo>
                    <a:pt x="11475" y="24590"/>
                  </a:lnTo>
                  <a:lnTo>
                    <a:pt x="14754" y="24590"/>
                  </a:lnTo>
                  <a:lnTo>
                    <a:pt x="14754" y="19672"/>
                  </a:lnTo>
                  <a:lnTo>
                    <a:pt x="19672" y="22951"/>
                  </a:lnTo>
                  <a:lnTo>
                    <a:pt x="21311" y="26229"/>
                  </a:lnTo>
                  <a:lnTo>
                    <a:pt x="24590" y="29508"/>
                  </a:lnTo>
                  <a:lnTo>
                    <a:pt x="29508" y="32787"/>
                  </a:lnTo>
                  <a:lnTo>
                    <a:pt x="32787" y="32787"/>
                  </a:lnTo>
                  <a:lnTo>
                    <a:pt x="36065" y="29508"/>
                  </a:lnTo>
                  <a:lnTo>
                    <a:pt x="39344" y="26229"/>
                  </a:lnTo>
                  <a:lnTo>
                    <a:pt x="42623" y="22951"/>
                  </a:lnTo>
                  <a:lnTo>
                    <a:pt x="39344" y="21311"/>
                  </a:lnTo>
                  <a:lnTo>
                    <a:pt x="34426" y="21311"/>
                  </a:lnTo>
                  <a:lnTo>
                    <a:pt x="31147" y="21311"/>
                  </a:lnTo>
                  <a:lnTo>
                    <a:pt x="29508" y="18033"/>
                  </a:lnTo>
                  <a:lnTo>
                    <a:pt x="26229" y="14754"/>
                  </a:lnTo>
                  <a:lnTo>
                    <a:pt x="29508" y="14754"/>
                  </a:lnTo>
                  <a:lnTo>
                    <a:pt x="32787" y="18033"/>
                  </a:lnTo>
                  <a:lnTo>
                    <a:pt x="37705" y="19672"/>
                  </a:lnTo>
                  <a:lnTo>
                    <a:pt x="40983" y="19672"/>
                  </a:lnTo>
                  <a:lnTo>
                    <a:pt x="44262" y="18033"/>
                  </a:lnTo>
                  <a:lnTo>
                    <a:pt x="42623" y="14754"/>
                  </a:lnTo>
                  <a:lnTo>
                    <a:pt x="45901" y="14754"/>
                  </a:lnTo>
                  <a:lnTo>
                    <a:pt x="49180" y="14754"/>
                  </a:lnTo>
                  <a:lnTo>
                    <a:pt x="54098" y="11475"/>
                  </a:lnTo>
                  <a:lnTo>
                    <a:pt x="50820" y="8197"/>
                  </a:lnTo>
                  <a:lnTo>
                    <a:pt x="47541" y="6557"/>
                  </a:lnTo>
                  <a:lnTo>
                    <a:pt x="44262" y="4918"/>
                  </a:lnTo>
                  <a:lnTo>
                    <a:pt x="39344" y="8197"/>
                  </a:lnTo>
                  <a:lnTo>
                    <a:pt x="36065" y="9836"/>
                  </a:lnTo>
                  <a:lnTo>
                    <a:pt x="32787" y="11475"/>
                  </a:lnTo>
                  <a:lnTo>
                    <a:pt x="27869" y="13115"/>
                  </a:lnTo>
                  <a:lnTo>
                    <a:pt x="31147" y="9836"/>
                  </a:lnTo>
                  <a:lnTo>
                    <a:pt x="34426" y="8197"/>
                  </a:lnTo>
                  <a:lnTo>
                    <a:pt x="39344" y="6557"/>
                  </a:lnTo>
                  <a:lnTo>
                    <a:pt x="40983" y="3279"/>
                  </a:lnTo>
                  <a:lnTo>
                    <a:pt x="37705" y="1639"/>
                  </a:lnTo>
                  <a:lnTo>
                    <a:pt x="34426" y="0"/>
                  </a:lnTo>
                  <a:lnTo>
                    <a:pt x="31147" y="1639"/>
                  </a:lnTo>
                  <a:lnTo>
                    <a:pt x="26229" y="3279"/>
                  </a:lnTo>
                  <a:lnTo>
                    <a:pt x="22951" y="3279"/>
                  </a:lnTo>
                  <a:lnTo>
                    <a:pt x="19672" y="6557"/>
                  </a:lnTo>
                  <a:lnTo>
                    <a:pt x="19672" y="1639"/>
                  </a:lnTo>
                  <a:lnTo>
                    <a:pt x="16393" y="4918"/>
                  </a:lnTo>
                  <a:lnTo>
                    <a:pt x="13115" y="4918"/>
                  </a:lnTo>
                  <a:lnTo>
                    <a:pt x="9836" y="9836"/>
                  </a:lnTo>
                  <a:lnTo>
                    <a:pt x="11475" y="13115"/>
                  </a:lnTo>
                  <a:lnTo>
                    <a:pt x="13115" y="16393"/>
                  </a:lnTo>
                  <a:lnTo>
                    <a:pt x="9836" y="13115"/>
                  </a:lnTo>
                  <a:lnTo>
                    <a:pt x="6557" y="13115"/>
                  </a:lnTo>
                  <a:lnTo>
                    <a:pt x="8197" y="11475"/>
                  </a:lnTo>
                  <a:lnTo>
                    <a:pt x="9836" y="6557"/>
                  </a:lnTo>
                  <a:lnTo>
                    <a:pt x="8197" y="6557"/>
                  </a:lnTo>
                  <a:lnTo>
                    <a:pt x="3279" y="9836"/>
                  </a:lnTo>
                  <a:lnTo>
                    <a:pt x="0" y="13115"/>
                  </a:lnTo>
                  <a:lnTo>
                    <a:pt x="0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08" name="Freeform 3107">
              <a:extLst>
                <a:ext uri="{FF2B5EF4-FFF2-40B4-BE49-F238E27FC236}">
                  <a16:creationId xmlns:a16="http://schemas.microsoft.com/office/drawing/2014/main" id="{C40226A9-FA60-424C-9DF4-6A3EA0545DEC}"/>
                </a:ext>
              </a:extLst>
            </p:cNvPr>
            <p:cNvSpPr/>
            <p:nvPr/>
          </p:nvSpPr>
          <p:spPr>
            <a:xfrm>
              <a:off x="1176350" y="1613269"/>
              <a:ext cx="4917" cy="4918"/>
            </a:xfrm>
            <a:custGeom>
              <a:avLst/>
              <a:gdLst>
                <a:gd name="connsiteX0" fmla="*/ 4918 w 4917"/>
                <a:gd name="connsiteY0" fmla="*/ 0 h 4918"/>
                <a:gd name="connsiteX1" fmla="*/ 3279 w 4917"/>
                <a:gd name="connsiteY1" fmla="*/ 0 h 4918"/>
                <a:gd name="connsiteX2" fmla="*/ 0 w 4917"/>
                <a:gd name="connsiteY2" fmla="*/ 0 h 4918"/>
                <a:gd name="connsiteX3" fmla="*/ 1639 w 4917"/>
                <a:gd name="connsiteY3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8">
                  <a:moveTo>
                    <a:pt x="4918" y="0"/>
                  </a:moveTo>
                  <a:lnTo>
                    <a:pt x="3279" y="0"/>
                  </a:lnTo>
                  <a:lnTo>
                    <a:pt x="0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09" name="Freeform 3108">
              <a:extLst>
                <a:ext uri="{FF2B5EF4-FFF2-40B4-BE49-F238E27FC236}">
                  <a16:creationId xmlns:a16="http://schemas.microsoft.com/office/drawing/2014/main" id="{6997C5D5-7DDC-504A-8FA7-248404A53717}"/>
                </a:ext>
              </a:extLst>
            </p:cNvPr>
            <p:cNvSpPr/>
            <p:nvPr/>
          </p:nvSpPr>
          <p:spPr>
            <a:xfrm>
              <a:off x="1181268" y="1626384"/>
              <a:ext cx="37704" cy="27868"/>
            </a:xfrm>
            <a:custGeom>
              <a:avLst/>
              <a:gdLst>
                <a:gd name="connsiteX0" fmla="*/ 0 w 37704"/>
                <a:gd name="connsiteY0" fmla="*/ 27869 h 27868"/>
                <a:gd name="connsiteX1" fmla="*/ 3279 w 37704"/>
                <a:gd name="connsiteY1" fmla="*/ 26229 h 27868"/>
                <a:gd name="connsiteX2" fmla="*/ 8197 w 37704"/>
                <a:gd name="connsiteY2" fmla="*/ 24590 h 27868"/>
                <a:gd name="connsiteX3" fmla="*/ 11475 w 37704"/>
                <a:gd name="connsiteY3" fmla="*/ 26229 h 27868"/>
                <a:gd name="connsiteX4" fmla="*/ 14754 w 37704"/>
                <a:gd name="connsiteY4" fmla="*/ 26229 h 27868"/>
                <a:gd name="connsiteX5" fmla="*/ 19672 w 37704"/>
                <a:gd name="connsiteY5" fmla="*/ 22951 h 27868"/>
                <a:gd name="connsiteX6" fmla="*/ 22951 w 37704"/>
                <a:gd name="connsiteY6" fmla="*/ 19672 h 27868"/>
                <a:gd name="connsiteX7" fmla="*/ 18033 w 37704"/>
                <a:gd name="connsiteY7" fmla="*/ 19672 h 27868"/>
                <a:gd name="connsiteX8" fmla="*/ 22951 w 37704"/>
                <a:gd name="connsiteY8" fmla="*/ 16393 h 27868"/>
                <a:gd name="connsiteX9" fmla="*/ 22951 w 37704"/>
                <a:gd name="connsiteY9" fmla="*/ 13115 h 27868"/>
                <a:gd name="connsiteX10" fmla="*/ 24590 w 37704"/>
                <a:gd name="connsiteY10" fmla="*/ 16393 h 27868"/>
                <a:gd name="connsiteX11" fmla="*/ 24590 w 37704"/>
                <a:gd name="connsiteY11" fmla="*/ 19672 h 27868"/>
                <a:gd name="connsiteX12" fmla="*/ 27869 w 37704"/>
                <a:gd name="connsiteY12" fmla="*/ 19672 h 27868"/>
                <a:gd name="connsiteX13" fmla="*/ 31147 w 37704"/>
                <a:gd name="connsiteY13" fmla="*/ 14754 h 27868"/>
                <a:gd name="connsiteX14" fmla="*/ 34426 w 37704"/>
                <a:gd name="connsiteY14" fmla="*/ 11475 h 27868"/>
                <a:gd name="connsiteX15" fmla="*/ 37705 w 37704"/>
                <a:gd name="connsiteY15" fmla="*/ 9836 h 27868"/>
                <a:gd name="connsiteX16" fmla="*/ 37705 w 37704"/>
                <a:gd name="connsiteY16" fmla="*/ 6557 h 27868"/>
                <a:gd name="connsiteX17" fmla="*/ 34426 w 37704"/>
                <a:gd name="connsiteY17" fmla="*/ 4918 h 27868"/>
                <a:gd name="connsiteX18" fmla="*/ 31147 w 37704"/>
                <a:gd name="connsiteY18" fmla="*/ 4918 h 27868"/>
                <a:gd name="connsiteX19" fmla="*/ 27869 w 37704"/>
                <a:gd name="connsiteY19" fmla="*/ 3279 h 27868"/>
                <a:gd name="connsiteX20" fmla="*/ 22951 w 37704"/>
                <a:gd name="connsiteY20" fmla="*/ 1639 h 27868"/>
                <a:gd name="connsiteX21" fmla="*/ 19672 w 37704"/>
                <a:gd name="connsiteY21" fmla="*/ 1639 h 27868"/>
                <a:gd name="connsiteX22" fmla="*/ 16393 w 37704"/>
                <a:gd name="connsiteY22" fmla="*/ 0 h 27868"/>
                <a:gd name="connsiteX23" fmla="*/ 11475 w 37704"/>
                <a:gd name="connsiteY23" fmla="*/ 1639 h 27868"/>
                <a:gd name="connsiteX24" fmla="*/ 9836 w 37704"/>
                <a:gd name="connsiteY24" fmla="*/ 4918 h 27868"/>
                <a:gd name="connsiteX25" fmla="*/ 11475 w 37704"/>
                <a:gd name="connsiteY25" fmla="*/ 8197 h 27868"/>
                <a:gd name="connsiteX26" fmla="*/ 8197 w 37704"/>
                <a:gd name="connsiteY26" fmla="*/ 8197 h 27868"/>
                <a:gd name="connsiteX27" fmla="*/ 8197 w 37704"/>
                <a:gd name="connsiteY27" fmla="*/ 11475 h 27868"/>
                <a:gd name="connsiteX28" fmla="*/ 13115 w 37704"/>
                <a:gd name="connsiteY28" fmla="*/ 9836 h 27868"/>
                <a:gd name="connsiteX29" fmla="*/ 8197 w 37704"/>
                <a:gd name="connsiteY29" fmla="*/ 14754 h 27868"/>
                <a:gd name="connsiteX30" fmla="*/ 4918 w 37704"/>
                <a:gd name="connsiteY30" fmla="*/ 18033 h 27868"/>
                <a:gd name="connsiteX31" fmla="*/ 1639 w 37704"/>
                <a:gd name="connsiteY31" fmla="*/ 21311 h 27868"/>
                <a:gd name="connsiteX32" fmla="*/ 0 w 37704"/>
                <a:gd name="connsiteY32" fmla="*/ 24590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7704" h="27868">
                  <a:moveTo>
                    <a:pt x="0" y="27869"/>
                  </a:moveTo>
                  <a:lnTo>
                    <a:pt x="3279" y="26229"/>
                  </a:lnTo>
                  <a:lnTo>
                    <a:pt x="8197" y="24590"/>
                  </a:lnTo>
                  <a:lnTo>
                    <a:pt x="11475" y="26229"/>
                  </a:lnTo>
                  <a:lnTo>
                    <a:pt x="14754" y="26229"/>
                  </a:lnTo>
                  <a:lnTo>
                    <a:pt x="19672" y="22951"/>
                  </a:lnTo>
                  <a:lnTo>
                    <a:pt x="22951" y="19672"/>
                  </a:lnTo>
                  <a:lnTo>
                    <a:pt x="18033" y="19672"/>
                  </a:lnTo>
                  <a:lnTo>
                    <a:pt x="22951" y="16393"/>
                  </a:lnTo>
                  <a:lnTo>
                    <a:pt x="22951" y="13115"/>
                  </a:lnTo>
                  <a:lnTo>
                    <a:pt x="24590" y="16393"/>
                  </a:lnTo>
                  <a:lnTo>
                    <a:pt x="24590" y="19672"/>
                  </a:lnTo>
                  <a:lnTo>
                    <a:pt x="27869" y="19672"/>
                  </a:lnTo>
                  <a:lnTo>
                    <a:pt x="31147" y="14754"/>
                  </a:lnTo>
                  <a:lnTo>
                    <a:pt x="34426" y="11475"/>
                  </a:lnTo>
                  <a:lnTo>
                    <a:pt x="37705" y="9836"/>
                  </a:lnTo>
                  <a:lnTo>
                    <a:pt x="37705" y="6557"/>
                  </a:lnTo>
                  <a:lnTo>
                    <a:pt x="34426" y="4918"/>
                  </a:lnTo>
                  <a:lnTo>
                    <a:pt x="31147" y="4918"/>
                  </a:lnTo>
                  <a:lnTo>
                    <a:pt x="27869" y="3279"/>
                  </a:lnTo>
                  <a:lnTo>
                    <a:pt x="22951" y="1639"/>
                  </a:lnTo>
                  <a:lnTo>
                    <a:pt x="19672" y="1639"/>
                  </a:lnTo>
                  <a:lnTo>
                    <a:pt x="16393" y="0"/>
                  </a:lnTo>
                  <a:lnTo>
                    <a:pt x="11475" y="1639"/>
                  </a:lnTo>
                  <a:lnTo>
                    <a:pt x="9836" y="4918"/>
                  </a:lnTo>
                  <a:lnTo>
                    <a:pt x="11475" y="8197"/>
                  </a:lnTo>
                  <a:lnTo>
                    <a:pt x="8197" y="8197"/>
                  </a:lnTo>
                  <a:lnTo>
                    <a:pt x="8197" y="11475"/>
                  </a:lnTo>
                  <a:lnTo>
                    <a:pt x="13115" y="9836"/>
                  </a:lnTo>
                  <a:lnTo>
                    <a:pt x="8197" y="14754"/>
                  </a:lnTo>
                  <a:lnTo>
                    <a:pt x="4918" y="18033"/>
                  </a:lnTo>
                  <a:lnTo>
                    <a:pt x="1639" y="21311"/>
                  </a:lnTo>
                  <a:lnTo>
                    <a:pt x="0" y="2459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10" name="Freeform 3109">
              <a:extLst>
                <a:ext uri="{FF2B5EF4-FFF2-40B4-BE49-F238E27FC236}">
                  <a16:creationId xmlns:a16="http://schemas.microsoft.com/office/drawing/2014/main" id="{347B9E1F-0C65-B84B-A38D-203C74E7A12A}"/>
                </a:ext>
              </a:extLst>
            </p:cNvPr>
            <p:cNvSpPr/>
            <p:nvPr/>
          </p:nvSpPr>
          <p:spPr>
            <a:xfrm>
              <a:off x="1191104" y="1729662"/>
              <a:ext cx="11475" cy="6557"/>
            </a:xfrm>
            <a:custGeom>
              <a:avLst/>
              <a:gdLst>
                <a:gd name="connsiteX0" fmla="*/ 11475 w 11475"/>
                <a:gd name="connsiteY0" fmla="*/ 0 h 6557"/>
                <a:gd name="connsiteX1" fmla="*/ 9836 w 11475"/>
                <a:gd name="connsiteY1" fmla="*/ 0 h 6557"/>
                <a:gd name="connsiteX2" fmla="*/ 6557 w 11475"/>
                <a:gd name="connsiteY2" fmla="*/ 0 h 6557"/>
                <a:gd name="connsiteX3" fmla="*/ 3279 w 11475"/>
                <a:gd name="connsiteY3" fmla="*/ 1639 h 6557"/>
                <a:gd name="connsiteX4" fmla="*/ 0 w 11475"/>
                <a:gd name="connsiteY4" fmla="*/ 6557 h 6557"/>
                <a:gd name="connsiteX5" fmla="*/ 3279 w 11475"/>
                <a:gd name="connsiteY5" fmla="*/ 4918 h 6557"/>
                <a:gd name="connsiteX6" fmla="*/ 6557 w 11475"/>
                <a:gd name="connsiteY6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6557">
                  <a:moveTo>
                    <a:pt x="11475" y="0"/>
                  </a:moveTo>
                  <a:lnTo>
                    <a:pt x="9836" y="0"/>
                  </a:lnTo>
                  <a:lnTo>
                    <a:pt x="6557" y="0"/>
                  </a:lnTo>
                  <a:lnTo>
                    <a:pt x="3279" y="1639"/>
                  </a:lnTo>
                  <a:lnTo>
                    <a:pt x="0" y="6557"/>
                  </a:lnTo>
                  <a:lnTo>
                    <a:pt x="3279" y="4918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11" name="Freeform 3110">
              <a:extLst>
                <a:ext uri="{FF2B5EF4-FFF2-40B4-BE49-F238E27FC236}">
                  <a16:creationId xmlns:a16="http://schemas.microsoft.com/office/drawing/2014/main" id="{9F9116A3-2C4F-4540-A7E9-CF2E48579BCF}"/>
                </a:ext>
              </a:extLst>
            </p:cNvPr>
            <p:cNvSpPr/>
            <p:nvPr/>
          </p:nvSpPr>
          <p:spPr>
            <a:xfrm>
              <a:off x="1194383" y="1652613"/>
              <a:ext cx="16393" cy="9835"/>
            </a:xfrm>
            <a:custGeom>
              <a:avLst/>
              <a:gdLst>
                <a:gd name="connsiteX0" fmla="*/ 16393 w 16393"/>
                <a:gd name="connsiteY0" fmla="*/ 0 h 9835"/>
                <a:gd name="connsiteX1" fmla="*/ 14754 w 16393"/>
                <a:gd name="connsiteY1" fmla="*/ 0 h 9835"/>
                <a:gd name="connsiteX2" fmla="*/ 11475 w 16393"/>
                <a:gd name="connsiteY2" fmla="*/ 1639 h 9835"/>
                <a:gd name="connsiteX3" fmla="*/ 8197 w 16393"/>
                <a:gd name="connsiteY3" fmla="*/ 0 h 9835"/>
                <a:gd name="connsiteX4" fmla="*/ 3279 w 16393"/>
                <a:gd name="connsiteY4" fmla="*/ 3279 h 9835"/>
                <a:gd name="connsiteX5" fmla="*/ 0 w 16393"/>
                <a:gd name="connsiteY5" fmla="*/ 6557 h 9835"/>
                <a:gd name="connsiteX6" fmla="*/ 3279 w 16393"/>
                <a:gd name="connsiteY6" fmla="*/ 9836 h 9835"/>
                <a:gd name="connsiteX7" fmla="*/ 6557 w 16393"/>
                <a:gd name="connsiteY7" fmla="*/ 8197 h 9835"/>
                <a:gd name="connsiteX8" fmla="*/ 9836 w 16393"/>
                <a:gd name="connsiteY8" fmla="*/ 8197 h 9835"/>
                <a:gd name="connsiteX9" fmla="*/ 13115 w 16393"/>
                <a:gd name="connsiteY9" fmla="*/ 4918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393" h="9835">
                  <a:moveTo>
                    <a:pt x="16393" y="0"/>
                  </a:moveTo>
                  <a:lnTo>
                    <a:pt x="14754" y="0"/>
                  </a:lnTo>
                  <a:lnTo>
                    <a:pt x="11475" y="1639"/>
                  </a:lnTo>
                  <a:lnTo>
                    <a:pt x="8197" y="0"/>
                  </a:lnTo>
                  <a:lnTo>
                    <a:pt x="3279" y="3279"/>
                  </a:lnTo>
                  <a:lnTo>
                    <a:pt x="0" y="6557"/>
                  </a:lnTo>
                  <a:lnTo>
                    <a:pt x="3279" y="9836"/>
                  </a:lnTo>
                  <a:lnTo>
                    <a:pt x="6557" y="8197"/>
                  </a:lnTo>
                  <a:lnTo>
                    <a:pt x="9836" y="8197"/>
                  </a:lnTo>
                  <a:lnTo>
                    <a:pt x="13115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12" name="Freeform 3111">
              <a:extLst>
                <a:ext uri="{FF2B5EF4-FFF2-40B4-BE49-F238E27FC236}">
                  <a16:creationId xmlns:a16="http://schemas.microsoft.com/office/drawing/2014/main" id="{B729E9E8-8A69-5D48-B682-5F2BCCC25672}"/>
                </a:ext>
              </a:extLst>
            </p:cNvPr>
            <p:cNvSpPr/>
            <p:nvPr/>
          </p:nvSpPr>
          <p:spPr>
            <a:xfrm>
              <a:off x="1199301" y="1657531"/>
              <a:ext cx="16393" cy="18032"/>
            </a:xfrm>
            <a:custGeom>
              <a:avLst/>
              <a:gdLst>
                <a:gd name="connsiteX0" fmla="*/ 16393 w 16393"/>
                <a:gd name="connsiteY0" fmla="*/ 0 h 18032"/>
                <a:gd name="connsiteX1" fmla="*/ 14754 w 16393"/>
                <a:gd name="connsiteY1" fmla="*/ 0 h 18032"/>
                <a:gd name="connsiteX2" fmla="*/ 11475 w 16393"/>
                <a:gd name="connsiteY2" fmla="*/ 0 h 18032"/>
                <a:gd name="connsiteX3" fmla="*/ 8197 w 16393"/>
                <a:gd name="connsiteY3" fmla="*/ 3279 h 18032"/>
                <a:gd name="connsiteX4" fmla="*/ 3279 w 16393"/>
                <a:gd name="connsiteY4" fmla="*/ 4918 h 18032"/>
                <a:gd name="connsiteX5" fmla="*/ 0 w 16393"/>
                <a:gd name="connsiteY5" fmla="*/ 6557 h 18032"/>
                <a:gd name="connsiteX6" fmla="*/ 0 w 16393"/>
                <a:gd name="connsiteY6" fmla="*/ 11475 h 18032"/>
                <a:gd name="connsiteX7" fmla="*/ 3279 w 16393"/>
                <a:gd name="connsiteY7" fmla="*/ 14754 h 18032"/>
                <a:gd name="connsiteX8" fmla="*/ 3279 w 16393"/>
                <a:gd name="connsiteY8" fmla="*/ 18033 h 18032"/>
                <a:gd name="connsiteX9" fmla="*/ 6557 w 16393"/>
                <a:gd name="connsiteY9" fmla="*/ 16393 h 18032"/>
                <a:gd name="connsiteX10" fmla="*/ 9836 w 16393"/>
                <a:gd name="connsiteY10" fmla="*/ 14754 h 18032"/>
                <a:gd name="connsiteX11" fmla="*/ 13115 w 16393"/>
                <a:gd name="connsiteY11" fmla="*/ 9836 h 18032"/>
                <a:gd name="connsiteX12" fmla="*/ 16393 w 16393"/>
                <a:gd name="connsiteY12" fmla="*/ 8197 h 18032"/>
                <a:gd name="connsiteX13" fmla="*/ 13115 w 16393"/>
                <a:gd name="connsiteY13" fmla="*/ 4918 h 18032"/>
                <a:gd name="connsiteX14" fmla="*/ 8197 w 16393"/>
                <a:gd name="connsiteY14" fmla="*/ 4918 h 18032"/>
                <a:gd name="connsiteX15" fmla="*/ 13115 w 16393"/>
                <a:gd name="connsiteY15" fmla="*/ 4918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393" h="18032">
                  <a:moveTo>
                    <a:pt x="16393" y="0"/>
                  </a:moveTo>
                  <a:lnTo>
                    <a:pt x="14754" y="0"/>
                  </a:lnTo>
                  <a:lnTo>
                    <a:pt x="11475" y="0"/>
                  </a:lnTo>
                  <a:lnTo>
                    <a:pt x="8197" y="3279"/>
                  </a:lnTo>
                  <a:lnTo>
                    <a:pt x="3279" y="4918"/>
                  </a:lnTo>
                  <a:lnTo>
                    <a:pt x="0" y="6557"/>
                  </a:lnTo>
                  <a:lnTo>
                    <a:pt x="0" y="11475"/>
                  </a:lnTo>
                  <a:lnTo>
                    <a:pt x="3279" y="14754"/>
                  </a:lnTo>
                  <a:lnTo>
                    <a:pt x="3279" y="18033"/>
                  </a:lnTo>
                  <a:lnTo>
                    <a:pt x="6557" y="16393"/>
                  </a:lnTo>
                  <a:lnTo>
                    <a:pt x="9836" y="14754"/>
                  </a:lnTo>
                  <a:lnTo>
                    <a:pt x="13115" y="9836"/>
                  </a:lnTo>
                  <a:lnTo>
                    <a:pt x="16393" y="8197"/>
                  </a:lnTo>
                  <a:lnTo>
                    <a:pt x="13115" y="4918"/>
                  </a:lnTo>
                  <a:lnTo>
                    <a:pt x="8197" y="4918"/>
                  </a:lnTo>
                  <a:lnTo>
                    <a:pt x="13115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13" name="Freeform 3112">
              <a:extLst>
                <a:ext uri="{FF2B5EF4-FFF2-40B4-BE49-F238E27FC236}">
                  <a16:creationId xmlns:a16="http://schemas.microsoft.com/office/drawing/2014/main" id="{81968800-38CD-DA4B-8363-1EB8B70A6EBC}"/>
                </a:ext>
              </a:extLst>
            </p:cNvPr>
            <p:cNvSpPr/>
            <p:nvPr/>
          </p:nvSpPr>
          <p:spPr>
            <a:xfrm>
              <a:off x="1207497" y="1637859"/>
              <a:ext cx="13114" cy="13114"/>
            </a:xfrm>
            <a:custGeom>
              <a:avLst/>
              <a:gdLst>
                <a:gd name="connsiteX0" fmla="*/ 13115 w 13114"/>
                <a:gd name="connsiteY0" fmla="*/ 1639 h 13114"/>
                <a:gd name="connsiteX1" fmla="*/ 8197 w 13114"/>
                <a:gd name="connsiteY1" fmla="*/ 0 h 13114"/>
                <a:gd name="connsiteX2" fmla="*/ 6557 w 13114"/>
                <a:gd name="connsiteY2" fmla="*/ 3279 h 13114"/>
                <a:gd name="connsiteX3" fmla="*/ 3279 w 13114"/>
                <a:gd name="connsiteY3" fmla="*/ 8197 h 13114"/>
                <a:gd name="connsiteX4" fmla="*/ 0 w 13114"/>
                <a:gd name="connsiteY4" fmla="*/ 9836 h 13114"/>
                <a:gd name="connsiteX5" fmla="*/ 0 w 13114"/>
                <a:gd name="connsiteY5" fmla="*/ 13115 h 13114"/>
                <a:gd name="connsiteX6" fmla="*/ 4918 w 13114"/>
                <a:gd name="connsiteY6" fmla="*/ 11476 h 13114"/>
                <a:gd name="connsiteX7" fmla="*/ 8197 w 13114"/>
                <a:gd name="connsiteY7" fmla="*/ 11476 h 13114"/>
                <a:gd name="connsiteX8" fmla="*/ 13115 w 13114"/>
                <a:gd name="connsiteY8" fmla="*/ 8197 h 13114"/>
                <a:gd name="connsiteX9" fmla="*/ 11475 w 13114"/>
                <a:gd name="connsiteY9" fmla="*/ 4918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14" h="13114">
                  <a:moveTo>
                    <a:pt x="13115" y="1639"/>
                  </a:moveTo>
                  <a:lnTo>
                    <a:pt x="8197" y="0"/>
                  </a:lnTo>
                  <a:lnTo>
                    <a:pt x="6557" y="3279"/>
                  </a:lnTo>
                  <a:lnTo>
                    <a:pt x="3279" y="8197"/>
                  </a:lnTo>
                  <a:lnTo>
                    <a:pt x="0" y="9836"/>
                  </a:lnTo>
                  <a:lnTo>
                    <a:pt x="0" y="13115"/>
                  </a:lnTo>
                  <a:lnTo>
                    <a:pt x="4918" y="11476"/>
                  </a:lnTo>
                  <a:lnTo>
                    <a:pt x="8197" y="11476"/>
                  </a:lnTo>
                  <a:lnTo>
                    <a:pt x="13115" y="8197"/>
                  </a:lnTo>
                  <a:lnTo>
                    <a:pt x="11475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14" name="Freeform 3113">
              <a:extLst>
                <a:ext uri="{FF2B5EF4-FFF2-40B4-BE49-F238E27FC236}">
                  <a16:creationId xmlns:a16="http://schemas.microsoft.com/office/drawing/2014/main" id="{0781744F-14CD-7D4C-AA1D-AD14527F4483}"/>
                </a:ext>
              </a:extLst>
            </p:cNvPr>
            <p:cNvSpPr/>
            <p:nvPr/>
          </p:nvSpPr>
          <p:spPr>
            <a:xfrm>
              <a:off x="1215694" y="1721465"/>
              <a:ext cx="3278" cy="4918"/>
            </a:xfrm>
            <a:custGeom>
              <a:avLst/>
              <a:gdLst>
                <a:gd name="connsiteX0" fmla="*/ 3279 w 3278"/>
                <a:gd name="connsiteY0" fmla="*/ 0 h 4918"/>
                <a:gd name="connsiteX1" fmla="*/ 1639 w 3278"/>
                <a:gd name="connsiteY1" fmla="*/ 0 h 4918"/>
                <a:gd name="connsiteX2" fmla="*/ 0 w 3278"/>
                <a:gd name="connsiteY2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3279" y="0"/>
                  </a:moveTo>
                  <a:lnTo>
                    <a:pt x="1639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15" name="Freeform 3114">
              <a:extLst>
                <a:ext uri="{FF2B5EF4-FFF2-40B4-BE49-F238E27FC236}">
                  <a16:creationId xmlns:a16="http://schemas.microsoft.com/office/drawing/2014/main" id="{385C10C2-802C-CE4A-972C-6A667137AC69}"/>
                </a:ext>
              </a:extLst>
            </p:cNvPr>
            <p:cNvSpPr/>
            <p:nvPr/>
          </p:nvSpPr>
          <p:spPr>
            <a:xfrm>
              <a:off x="1148481" y="1585400"/>
              <a:ext cx="9836" cy="9836"/>
            </a:xfrm>
            <a:custGeom>
              <a:avLst/>
              <a:gdLst>
                <a:gd name="connsiteX0" fmla="*/ 3279 w 9836"/>
                <a:gd name="connsiteY0" fmla="*/ 8197 h 9836"/>
                <a:gd name="connsiteX1" fmla="*/ 0 w 9836"/>
                <a:gd name="connsiteY1" fmla="*/ 9836 h 9836"/>
                <a:gd name="connsiteX2" fmla="*/ 0 w 9836"/>
                <a:gd name="connsiteY2" fmla="*/ 6557 h 9836"/>
                <a:gd name="connsiteX3" fmla="*/ 3279 w 9836"/>
                <a:gd name="connsiteY3" fmla="*/ 3279 h 9836"/>
                <a:gd name="connsiteX4" fmla="*/ 8197 w 9836"/>
                <a:gd name="connsiteY4" fmla="*/ 0 h 9836"/>
                <a:gd name="connsiteX5" fmla="*/ 9836 w 9836"/>
                <a:gd name="connsiteY5" fmla="*/ 0 h 9836"/>
                <a:gd name="connsiteX6" fmla="*/ 8197 w 9836"/>
                <a:gd name="connsiteY6" fmla="*/ 4918 h 9836"/>
                <a:gd name="connsiteX7" fmla="*/ 6557 w 9836"/>
                <a:gd name="connsiteY7" fmla="*/ 655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6" h="9836">
                  <a:moveTo>
                    <a:pt x="3279" y="8197"/>
                  </a:moveTo>
                  <a:lnTo>
                    <a:pt x="0" y="9836"/>
                  </a:lnTo>
                  <a:lnTo>
                    <a:pt x="0" y="6557"/>
                  </a:lnTo>
                  <a:lnTo>
                    <a:pt x="3279" y="3279"/>
                  </a:lnTo>
                  <a:lnTo>
                    <a:pt x="8197" y="0"/>
                  </a:lnTo>
                  <a:lnTo>
                    <a:pt x="9836" y="0"/>
                  </a:lnTo>
                  <a:lnTo>
                    <a:pt x="8197" y="4918"/>
                  </a:lnTo>
                  <a:lnTo>
                    <a:pt x="6557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16" name="Freeform 3115">
              <a:extLst>
                <a:ext uri="{FF2B5EF4-FFF2-40B4-BE49-F238E27FC236}">
                  <a16:creationId xmlns:a16="http://schemas.microsoft.com/office/drawing/2014/main" id="{6049AD96-4186-EF42-BD27-D95A7F88438E}"/>
                </a:ext>
              </a:extLst>
            </p:cNvPr>
            <p:cNvSpPr/>
            <p:nvPr/>
          </p:nvSpPr>
          <p:spPr>
            <a:xfrm>
              <a:off x="1132088" y="1616548"/>
              <a:ext cx="18032" cy="14753"/>
            </a:xfrm>
            <a:custGeom>
              <a:avLst/>
              <a:gdLst>
                <a:gd name="connsiteX0" fmla="*/ 18033 w 18032"/>
                <a:gd name="connsiteY0" fmla="*/ 0 h 14753"/>
                <a:gd name="connsiteX1" fmla="*/ 16393 w 18032"/>
                <a:gd name="connsiteY1" fmla="*/ 0 h 14753"/>
                <a:gd name="connsiteX2" fmla="*/ 13115 w 18032"/>
                <a:gd name="connsiteY2" fmla="*/ 1639 h 14753"/>
                <a:gd name="connsiteX3" fmla="*/ 9836 w 18032"/>
                <a:gd name="connsiteY3" fmla="*/ 4918 h 14753"/>
                <a:gd name="connsiteX4" fmla="*/ 6557 w 18032"/>
                <a:gd name="connsiteY4" fmla="*/ 9836 h 14753"/>
                <a:gd name="connsiteX5" fmla="*/ 3279 w 18032"/>
                <a:gd name="connsiteY5" fmla="*/ 9836 h 14753"/>
                <a:gd name="connsiteX6" fmla="*/ 0 w 18032"/>
                <a:gd name="connsiteY6" fmla="*/ 14754 h 14753"/>
                <a:gd name="connsiteX7" fmla="*/ 3279 w 18032"/>
                <a:gd name="connsiteY7" fmla="*/ 14754 h 14753"/>
                <a:gd name="connsiteX8" fmla="*/ 8197 w 18032"/>
                <a:gd name="connsiteY8" fmla="*/ 13114 h 14753"/>
                <a:gd name="connsiteX9" fmla="*/ 11475 w 18032"/>
                <a:gd name="connsiteY9" fmla="*/ 11475 h 14753"/>
                <a:gd name="connsiteX10" fmla="*/ 14754 w 18032"/>
                <a:gd name="connsiteY10" fmla="*/ 6557 h 14753"/>
                <a:gd name="connsiteX11" fmla="*/ 18033 w 18032"/>
                <a:gd name="connsiteY11" fmla="*/ 4918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2" h="14753">
                  <a:moveTo>
                    <a:pt x="18033" y="0"/>
                  </a:moveTo>
                  <a:lnTo>
                    <a:pt x="16393" y="0"/>
                  </a:lnTo>
                  <a:lnTo>
                    <a:pt x="13115" y="1639"/>
                  </a:lnTo>
                  <a:lnTo>
                    <a:pt x="9836" y="4918"/>
                  </a:lnTo>
                  <a:lnTo>
                    <a:pt x="6557" y="9836"/>
                  </a:lnTo>
                  <a:lnTo>
                    <a:pt x="3279" y="9836"/>
                  </a:lnTo>
                  <a:lnTo>
                    <a:pt x="0" y="14754"/>
                  </a:lnTo>
                  <a:lnTo>
                    <a:pt x="3279" y="14754"/>
                  </a:lnTo>
                  <a:lnTo>
                    <a:pt x="8197" y="13114"/>
                  </a:lnTo>
                  <a:lnTo>
                    <a:pt x="11475" y="11475"/>
                  </a:lnTo>
                  <a:lnTo>
                    <a:pt x="14754" y="6557"/>
                  </a:lnTo>
                  <a:lnTo>
                    <a:pt x="18033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17" name="Freeform 3116">
              <a:extLst>
                <a:ext uri="{FF2B5EF4-FFF2-40B4-BE49-F238E27FC236}">
                  <a16:creationId xmlns:a16="http://schemas.microsoft.com/office/drawing/2014/main" id="{12A228EC-6F7D-C44B-B177-257FB359CCF0}"/>
                </a:ext>
              </a:extLst>
            </p:cNvPr>
            <p:cNvSpPr/>
            <p:nvPr/>
          </p:nvSpPr>
          <p:spPr>
            <a:xfrm>
              <a:off x="1133727" y="1696875"/>
              <a:ext cx="11475" cy="6557"/>
            </a:xfrm>
            <a:custGeom>
              <a:avLst/>
              <a:gdLst>
                <a:gd name="connsiteX0" fmla="*/ 11475 w 11475"/>
                <a:gd name="connsiteY0" fmla="*/ 0 h 6557"/>
                <a:gd name="connsiteX1" fmla="*/ 11475 w 11475"/>
                <a:gd name="connsiteY1" fmla="*/ 0 h 6557"/>
                <a:gd name="connsiteX2" fmla="*/ 6557 w 11475"/>
                <a:gd name="connsiteY2" fmla="*/ 0 h 6557"/>
                <a:gd name="connsiteX3" fmla="*/ 3279 w 11475"/>
                <a:gd name="connsiteY3" fmla="*/ 3279 h 6557"/>
                <a:gd name="connsiteX4" fmla="*/ 0 w 11475"/>
                <a:gd name="connsiteY4" fmla="*/ 6557 h 6557"/>
                <a:gd name="connsiteX5" fmla="*/ 4918 w 11475"/>
                <a:gd name="connsiteY5" fmla="*/ 3279 h 6557"/>
                <a:gd name="connsiteX6" fmla="*/ 8197 w 11475"/>
                <a:gd name="connsiteY6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6557">
                  <a:moveTo>
                    <a:pt x="11475" y="0"/>
                  </a:moveTo>
                  <a:lnTo>
                    <a:pt x="11475" y="0"/>
                  </a:lnTo>
                  <a:lnTo>
                    <a:pt x="6557" y="0"/>
                  </a:lnTo>
                  <a:lnTo>
                    <a:pt x="3279" y="3279"/>
                  </a:lnTo>
                  <a:lnTo>
                    <a:pt x="0" y="6557"/>
                  </a:lnTo>
                  <a:lnTo>
                    <a:pt x="4918" y="3279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18" name="Freeform 3117">
              <a:extLst>
                <a:ext uri="{FF2B5EF4-FFF2-40B4-BE49-F238E27FC236}">
                  <a16:creationId xmlns:a16="http://schemas.microsoft.com/office/drawing/2014/main" id="{04895909-BC55-8240-A189-A3FAC2974B06}"/>
                </a:ext>
              </a:extLst>
            </p:cNvPr>
            <p:cNvSpPr/>
            <p:nvPr/>
          </p:nvSpPr>
          <p:spPr>
            <a:xfrm>
              <a:off x="1135367" y="1675564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8197 w 8196"/>
                <a:gd name="connsiteY1" fmla="*/ 0 h 3278"/>
                <a:gd name="connsiteX2" fmla="*/ 4918 w 8196"/>
                <a:gd name="connsiteY2" fmla="*/ 0 h 3278"/>
                <a:gd name="connsiteX3" fmla="*/ 0 w 8196"/>
                <a:gd name="connsiteY3" fmla="*/ 0 h 3278"/>
                <a:gd name="connsiteX4" fmla="*/ 0 w 8196"/>
                <a:gd name="connsiteY4" fmla="*/ 3279 h 3278"/>
                <a:gd name="connsiteX5" fmla="*/ 3279 w 8196"/>
                <a:gd name="connsiteY5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8197" y="0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19" name="Freeform 3118">
              <a:extLst>
                <a:ext uri="{FF2B5EF4-FFF2-40B4-BE49-F238E27FC236}">
                  <a16:creationId xmlns:a16="http://schemas.microsoft.com/office/drawing/2014/main" id="{C1CBAA6D-2085-A247-92FF-D9C7677C55C8}"/>
                </a:ext>
              </a:extLst>
            </p:cNvPr>
            <p:cNvSpPr/>
            <p:nvPr/>
          </p:nvSpPr>
          <p:spPr>
            <a:xfrm>
              <a:off x="1137006" y="1690318"/>
              <a:ext cx="8196" cy="4917"/>
            </a:xfrm>
            <a:custGeom>
              <a:avLst/>
              <a:gdLst>
                <a:gd name="connsiteX0" fmla="*/ 3279 w 8196"/>
                <a:gd name="connsiteY0" fmla="*/ 4918 h 4917"/>
                <a:gd name="connsiteX1" fmla="*/ 4918 w 8196"/>
                <a:gd name="connsiteY1" fmla="*/ 3279 h 4917"/>
                <a:gd name="connsiteX2" fmla="*/ 8197 w 8196"/>
                <a:gd name="connsiteY2" fmla="*/ 0 h 4917"/>
                <a:gd name="connsiteX3" fmla="*/ 3279 w 8196"/>
                <a:gd name="connsiteY3" fmla="*/ 1639 h 4917"/>
                <a:gd name="connsiteX4" fmla="*/ 0 w 8196"/>
                <a:gd name="connsiteY4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7">
                  <a:moveTo>
                    <a:pt x="3279" y="4918"/>
                  </a:moveTo>
                  <a:lnTo>
                    <a:pt x="4918" y="3279"/>
                  </a:lnTo>
                  <a:lnTo>
                    <a:pt x="8197" y="0"/>
                  </a:lnTo>
                  <a:lnTo>
                    <a:pt x="3279" y="1639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20" name="Freeform 3119">
              <a:extLst>
                <a:ext uri="{FF2B5EF4-FFF2-40B4-BE49-F238E27FC236}">
                  <a16:creationId xmlns:a16="http://schemas.microsoft.com/office/drawing/2014/main" id="{509343DA-7BBF-324E-925C-E84FB5E53528}"/>
                </a:ext>
              </a:extLst>
            </p:cNvPr>
            <p:cNvSpPr/>
            <p:nvPr/>
          </p:nvSpPr>
          <p:spPr>
            <a:xfrm>
              <a:off x="1138645" y="1703432"/>
              <a:ext cx="11475" cy="22950"/>
            </a:xfrm>
            <a:custGeom>
              <a:avLst/>
              <a:gdLst>
                <a:gd name="connsiteX0" fmla="*/ 11475 w 11475"/>
                <a:gd name="connsiteY0" fmla="*/ 0 h 22950"/>
                <a:gd name="connsiteX1" fmla="*/ 11475 w 11475"/>
                <a:gd name="connsiteY1" fmla="*/ 0 h 22950"/>
                <a:gd name="connsiteX2" fmla="*/ 6557 w 11475"/>
                <a:gd name="connsiteY2" fmla="*/ 1639 h 22950"/>
                <a:gd name="connsiteX3" fmla="*/ 4918 w 11475"/>
                <a:gd name="connsiteY3" fmla="*/ 4918 h 22950"/>
                <a:gd name="connsiteX4" fmla="*/ 1639 w 11475"/>
                <a:gd name="connsiteY4" fmla="*/ 8197 h 22950"/>
                <a:gd name="connsiteX5" fmla="*/ 0 w 11475"/>
                <a:gd name="connsiteY5" fmla="*/ 11476 h 22950"/>
                <a:gd name="connsiteX6" fmla="*/ 0 w 11475"/>
                <a:gd name="connsiteY6" fmla="*/ 14754 h 22950"/>
                <a:gd name="connsiteX7" fmla="*/ 0 w 11475"/>
                <a:gd name="connsiteY7" fmla="*/ 19672 h 22950"/>
                <a:gd name="connsiteX8" fmla="*/ 0 w 11475"/>
                <a:gd name="connsiteY8" fmla="*/ 22951 h 22950"/>
                <a:gd name="connsiteX9" fmla="*/ 3279 w 11475"/>
                <a:gd name="connsiteY9" fmla="*/ 22951 h 22950"/>
                <a:gd name="connsiteX10" fmla="*/ 6557 w 11475"/>
                <a:gd name="connsiteY10" fmla="*/ 19672 h 22950"/>
                <a:gd name="connsiteX11" fmla="*/ 6557 w 11475"/>
                <a:gd name="connsiteY11" fmla="*/ 14754 h 22950"/>
                <a:gd name="connsiteX12" fmla="*/ 4918 w 11475"/>
                <a:gd name="connsiteY12" fmla="*/ 11476 h 22950"/>
                <a:gd name="connsiteX13" fmla="*/ 6557 w 11475"/>
                <a:gd name="connsiteY13" fmla="*/ 8197 h 22950"/>
                <a:gd name="connsiteX14" fmla="*/ 9836 w 11475"/>
                <a:gd name="connsiteY14" fmla="*/ 6557 h 22950"/>
                <a:gd name="connsiteX15" fmla="*/ 9836 w 11475"/>
                <a:gd name="connsiteY15" fmla="*/ 3279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75" h="22950">
                  <a:moveTo>
                    <a:pt x="11475" y="0"/>
                  </a:moveTo>
                  <a:lnTo>
                    <a:pt x="11475" y="0"/>
                  </a:lnTo>
                  <a:lnTo>
                    <a:pt x="6557" y="1639"/>
                  </a:lnTo>
                  <a:lnTo>
                    <a:pt x="4918" y="4918"/>
                  </a:lnTo>
                  <a:lnTo>
                    <a:pt x="1639" y="8197"/>
                  </a:lnTo>
                  <a:lnTo>
                    <a:pt x="0" y="11476"/>
                  </a:lnTo>
                  <a:lnTo>
                    <a:pt x="0" y="14754"/>
                  </a:lnTo>
                  <a:lnTo>
                    <a:pt x="0" y="19672"/>
                  </a:lnTo>
                  <a:lnTo>
                    <a:pt x="0" y="22951"/>
                  </a:lnTo>
                  <a:lnTo>
                    <a:pt x="3279" y="22951"/>
                  </a:lnTo>
                  <a:lnTo>
                    <a:pt x="6557" y="19672"/>
                  </a:lnTo>
                  <a:lnTo>
                    <a:pt x="6557" y="14754"/>
                  </a:lnTo>
                  <a:lnTo>
                    <a:pt x="4918" y="11476"/>
                  </a:lnTo>
                  <a:lnTo>
                    <a:pt x="6557" y="8197"/>
                  </a:lnTo>
                  <a:lnTo>
                    <a:pt x="9836" y="6557"/>
                  </a:lnTo>
                  <a:lnTo>
                    <a:pt x="9836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21" name="Freeform 3120">
              <a:extLst>
                <a:ext uri="{FF2B5EF4-FFF2-40B4-BE49-F238E27FC236}">
                  <a16:creationId xmlns:a16="http://schemas.microsoft.com/office/drawing/2014/main" id="{4F419F75-8AB3-784D-96E8-585D4E370433}"/>
                </a:ext>
              </a:extLst>
            </p:cNvPr>
            <p:cNvSpPr/>
            <p:nvPr/>
          </p:nvSpPr>
          <p:spPr>
            <a:xfrm>
              <a:off x="1138645" y="1700154"/>
              <a:ext cx="8196" cy="4918"/>
            </a:xfrm>
            <a:custGeom>
              <a:avLst/>
              <a:gdLst>
                <a:gd name="connsiteX0" fmla="*/ 8197 w 8196"/>
                <a:gd name="connsiteY0" fmla="*/ 0 h 4918"/>
                <a:gd name="connsiteX1" fmla="*/ 6557 w 8196"/>
                <a:gd name="connsiteY1" fmla="*/ 0 h 4918"/>
                <a:gd name="connsiteX2" fmla="*/ 3279 w 8196"/>
                <a:gd name="connsiteY2" fmla="*/ 1639 h 4918"/>
                <a:gd name="connsiteX3" fmla="*/ 0 w 8196"/>
                <a:gd name="connsiteY3" fmla="*/ 4918 h 4918"/>
                <a:gd name="connsiteX4" fmla="*/ 3279 w 8196"/>
                <a:gd name="connsiteY4" fmla="*/ 4918 h 4918"/>
                <a:gd name="connsiteX5" fmla="*/ 6557 w 8196"/>
                <a:gd name="connsiteY5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4918">
                  <a:moveTo>
                    <a:pt x="8197" y="0"/>
                  </a:moveTo>
                  <a:lnTo>
                    <a:pt x="6557" y="0"/>
                  </a:lnTo>
                  <a:lnTo>
                    <a:pt x="3279" y="1639"/>
                  </a:lnTo>
                  <a:lnTo>
                    <a:pt x="0" y="4918"/>
                  </a:lnTo>
                  <a:lnTo>
                    <a:pt x="3279" y="4918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22" name="Freeform 3121">
              <a:extLst>
                <a:ext uri="{FF2B5EF4-FFF2-40B4-BE49-F238E27FC236}">
                  <a16:creationId xmlns:a16="http://schemas.microsoft.com/office/drawing/2014/main" id="{F6161DB3-E7A3-AD42-8B6B-6029867944A2}"/>
                </a:ext>
              </a:extLst>
            </p:cNvPr>
            <p:cNvSpPr/>
            <p:nvPr/>
          </p:nvSpPr>
          <p:spPr>
            <a:xfrm>
              <a:off x="1145203" y="1691957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163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23" name="Freeform 3122">
              <a:extLst>
                <a:ext uri="{FF2B5EF4-FFF2-40B4-BE49-F238E27FC236}">
                  <a16:creationId xmlns:a16="http://schemas.microsoft.com/office/drawing/2014/main" id="{7FBCB1FE-5FEE-7F4B-A06A-916F48021DD4}"/>
                </a:ext>
              </a:extLst>
            </p:cNvPr>
            <p:cNvSpPr/>
            <p:nvPr/>
          </p:nvSpPr>
          <p:spPr>
            <a:xfrm>
              <a:off x="1146842" y="1716547"/>
              <a:ext cx="4918" cy="6557"/>
            </a:xfrm>
            <a:custGeom>
              <a:avLst/>
              <a:gdLst>
                <a:gd name="connsiteX0" fmla="*/ 4918 w 4918"/>
                <a:gd name="connsiteY0" fmla="*/ 1639 h 6557"/>
                <a:gd name="connsiteX1" fmla="*/ 3279 w 4918"/>
                <a:gd name="connsiteY1" fmla="*/ 0 h 6557"/>
                <a:gd name="connsiteX2" fmla="*/ 0 w 4918"/>
                <a:gd name="connsiteY2" fmla="*/ 3279 h 6557"/>
                <a:gd name="connsiteX3" fmla="*/ 0 w 4918"/>
                <a:gd name="connsiteY3" fmla="*/ 6557 h 6557"/>
                <a:gd name="connsiteX4" fmla="*/ 1639 w 4918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6557">
                  <a:moveTo>
                    <a:pt x="4918" y="1639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0" y="6557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24" name="Freeform 3123">
              <a:extLst>
                <a:ext uri="{FF2B5EF4-FFF2-40B4-BE49-F238E27FC236}">
                  <a16:creationId xmlns:a16="http://schemas.microsoft.com/office/drawing/2014/main" id="{57D0FF5C-03E1-274D-9958-7E509838D311}"/>
                </a:ext>
              </a:extLst>
            </p:cNvPr>
            <p:cNvSpPr/>
            <p:nvPr/>
          </p:nvSpPr>
          <p:spPr>
            <a:xfrm>
              <a:off x="1148481" y="1657531"/>
              <a:ext cx="42622" cy="68852"/>
            </a:xfrm>
            <a:custGeom>
              <a:avLst/>
              <a:gdLst>
                <a:gd name="connsiteX0" fmla="*/ 13115 w 42622"/>
                <a:gd name="connsiteY0" fmla="*/ 54098 h 68852"/>
                <a:gd name="connsiteX1" fmla="*/ 9836 w 42622"/>
                <a:gd name="connsiteY1" fmla="*/ 55737 h 68852"/>
                <a:gd name="connsiteX2" fmla="*/ 13115 w 42622"/>
                <a:gd name="connsiteY2" fmla="*/ 57377 h 68852"/>
                <a:gd name="connsiteX3" fmla="*/ 13115 w 42622"/>
                <a:gd name="connsiteY3" fmla="*/ 60655 h 68852"/>
                <a:gd name="connsiteX4" fmla="*/ 9836 w 42622"/>
                <a:gd name="connsiteY4" fmla="*/ 63934 h 68852"/>
                <a:gd name="connsiteX5" fmla="*/ 13115 w 42622"/>
                <a:gd name="connsiteY5" fmla="*/ 63934 h 68852"/>
                <a:gd name="connsiteX6" fmla="*/ 8197 w 42622"/>
                <a:gd name="connsiteY6" fmla="*/ 65573 h 68852"/>
                <a:gd name="connsiteX7" fmla="*/ 13115 w 42622"/>
                <a:gd name="connsiteY7" fmla="*/ 68852 h 68852"/>
                <a:gd name="connsiteX8" fmla="*/ 16393 w 42622"/>
                <a:gd name="connsiteY8" fmla="*/ 68852 h 68852"/>
                <a:gd name="connsiteX9" fmla="*/ 19672 w 42622"/>
                <a:gd name="connsiteY9" fmla="*/ 65573 h 68852"/>
                <a:gd name="connsiteX10" fmla="*/ 21311 w 42622"/>
                <a:gd name="connsiteY10" fmla="*/ 60655 h 68852"/>
                <a:gd name="connsiteX11" fmla="*/ 26229 w 42622"/>
                <a:gd name="connsiteY11" fmla="*/ 59016 h 68852"/>
                <a:gd name="connsiteX12" fmla="*/ 29508 w 42622"/>
                <a:gd name="connsiteY12" fmla="*/ 55737 h 68852"/>
                <a:gd name="connsiteX13" fmla="*/ 24590 w 42622"/>
                <a:gd name="connsiteY13" fmla="*/ 55737 h 68852"/>
                <a:gd name="connsiteX14" fmla="*/ 21311 w 42622"/>
                <a:gd name="connsiteY14" fmla="*/ 55737 h 68852"/>
                <a:gd name="connsiteX15" fmla="*/ 24590 w 42622"/>
                <a:gd name="connsiteY15" fmla="*/ 54098 h 68852"/>
                <a:gd name="connsiteX16" fmla="*/ 29508 w 42622"/>
                <a:gd name="connsiteY16" fmla="*/ 52459 h 68852"/>
                <a:gd name="connsiteX17" fmla="*/ 32787 w 42622"/>
                <a:gd name="connsiteY17" fmla="*/ 50819 h 68852"/>
                <a:gd name="connsiteX18" fmla="*/ 36065 w 42622"/>
                <a:gd name="connsiteY18" fmla="*/ 47541 h 68852"/>
                <a:gd name="connsiteX19" fmla="*/ 32787 w 42622"/>
                <a:gd name="connsiteY19" fmla="*/ 47541 h 68852"/>
                <a:gd name="connsiteX20" fmla="*/ 29508 w 42622"/>
                <a:gd name="connsiteY20" fmla="*/ 47541 h 68852"/>
                <a:gd name="connsiteX21" fmla="*/ 32787 w 42622"/>
                <a:gd name="connsiteY21" fmla="*/ 45901 h 68852"/>
                <a:gd name="connsiteX22" fmla="*/ 36065 w 42622"/>
                <a:gd name="connsiteY22" fmla="*/ 42623 h 68852"/>
                <a:gd name="connsiteX23" fmla="*/ 31147 w 42622"/>
                <a:gd name="connsiteY23" fmla="*/ 39344 h 68852"/>
                <a:gd name="connsiteX24" fmla="*/ 27869 w 42622"/>
                <a:gd name="connsiteY24" fmla="*/ 39344 h 68852"/>
                <a:gd name="connsiteX25" fmla="*/ 32787 w 42622"/>
                <a:gd name="connsiteY25" fmla="*/ 37705 h 68852"/>
                <a:gd name="connsiteX26" fmla="*/ 36065 w 42622"/>
                <a:gd name="connsiteY26" fmla="*/ 37705 h 68852"/>
                <a:gd name="connsiteX27" fmla="*/ 32787 w 42622"/>
                <a:gd name="connsiteY27" fmla="*/ 34426 h 68852"/>
                <a:gd name="connsiteX28" fmla="*/ 27869 w 42622"/>
                <a:gd name="connsiteY28" fmla="*/ 36065 h 68852"/>
                <a:gd name="connsiteX29" fmla="*/ 24590 w 42622"/>
                <a:gd name="connsiteY29" fmla="*/ 37705 h 68852"/>
                <a:gd name="connsiteX30" fmla="*/ 27869 w 42622"/>
                <a:gd name="connsiteY30" fmla="*/ 36065 h 68852"/>
                <a:gd name="connsiteX31" fmla="*/ 31147 w 42622"/>
                <a:gd name="connsiteY31" fmla="*/ 32787 h 68852"/>
                <a:gd name="connsiteX32" fmla="*/ 36065 w 42622"/>
                <a:gd name="connsiteY32" fmla="*/ 32787 h 68852"/>
                <a:gd name="connsiteX33" fmla="*/ 39344 w 42622"/>
                <a:gd name="connsiteY33" fmla="*/ 37705 h 68852"/>
                <a:gd name="connsiteX34" fmla="*/ 40983 w 42622"/>
                <a:gd name="connsiteY34" fmla="*/ 32787 h 68852"/>
                <a:gd name="connsiteX35" fmla="*/ 40983 w 42622"/>
                <a:gd name="connsiteY35" fmla="*/ 29508 h 68852"/>
                <a:gd name="connsiteX36" fmla="*/ 40983 w 42622"/>
                <a:gd name="connsiteY36" fmla="*/ 26229 h 68852"/>
                <a:gd name="connsiteX37" fmla="*/ 42623 w 42622"/>
                <a:gd name="connsiteY37" fmla="*/ 22951 h 68852"/>
                <a:gd name="connsiteX38" fmla="*/ 42623 w 42622"/>
                <a:gd name="connsiteY38" fmla="*/ 18033 h 68852"/>
                <a:gd name="connsiteX39" fmla="*/ 42623 w 42622"/>
                <a:gd name="connsiteY39" fmla="*/ 14754 h 68852"/>
                <a:gd name="connsiteX40" fmla="*/ 39344 w 42622"/>
                <a:gd name="connsiteY40" fmla="*/ 13114 h 68852"/>
                <a:gd name="connsiteX41" fmla="*/ 34426 w 42622"/>
                <a:gd name="connsiteY41" fmla="*/ 11475 h 68852"/>
                <a:gd name="connsiteX42" fmla="*/ 37705 w 42622"/>
                <a:gd name="connsiteY42" fmla="*/ 8197 h 68852"/>
                <a:gd name="connsiteX43" fmla="*/ 40983 w 42622"/>
                <a:gd name="connsiteY43" fmla="*/ 4918 h 68852"/>
                <a:gd name="connsiteX44" fmla="*/ 40983 w 42622"/>
                <a:gd name="connsiteY44" fmla="*/ 1639 h 68852"/>
                <a:gd name="connsiteX45" fmla="*/ 37705 w 42622"/>
                <a:gd name="connsiteY45" fmla="*/ 1639 h 68852"/>
                <a:gd name="connsiteX46" fmla="*/ 34426 w 42622"/>
                <a:gd name="connsiteY46" fmla="*/ 1639 h 68852"/>
                <a:gd name="connsiteX47" fmla="*/ 31147 w 42622"/>
                <a:gd name="connsiteY47" fmla="*/ 0 h 68852"/>
                <a:gd name="connsiteX48" fmla="*/ 26229 w 42622"/>
                <a:gd name="connsiteY48" fmla="*/ 1639 h 68852"/>
                <a:gd name="connsiteX49" fmla="*/ 22951 w 42622"/>
                <a:gd name="connsiteY49" fmla="*/ 4918 h 68852"/>
                <a:gd name="connsiteX50" fmla="*/ 26229 w 42622"/>
                <a:gd name="connsiteY50" fmla="*/ 8197 h 68852"/>
                <a:gd name="connsiteX51" fmla="*/ 31147 w 42622"/>
                <a:gd name="connsiteY51" fmla="*/ 6557 h 68852"/>
                <a:gd name="connsiteX52" fmla="*/ 29508 w 42622"/>
                <a:gd name="connsiteY52" fmla="*/ 8197 h 68852"/>
                <a:gd name="connsiteX53" fmla="*/ 27869 w 42622"/>
                <a:gd name="connsiteY53" fmla="*/ 8197 h 68852"/>
                <a:gd name="connsiteX54" fmla="*/ 24590 w 42622"/>
                <a:gd name="connsiteY54" fmla="*/ 8197 h 68852"/>
                <a:gd name="connsiteX55" fmla="*/ 21311 w 42622"/>
                <a:gd name="connsiteY55" fmla="*/ 11475 h 68852"/>
                <a:gd name="connsiteX56" fmla="*/ 16393 w 42622"/>
                <a:gd name="connsiteY56" fmla="*/ 11475 h 68852"/>
                <a:gd name="connsiteX57" fmla="*/ 13115 w 42622"/>
                <a:gd name="connsiteY57" fmla="*/ 13114 h 68852"/>
                <a:gd name="connsiteX58" fmla="*/ 9836 w 42622"/>
                <a:gd name="connsiteY58" fmla="*/ 14754 h 68852"/>
                <a:gd name="connsiteX59" fmla="*/ 8197 w 42622"/>
                <a:gd name="connsiteY59" fmla="*/ 18033 h 68852"/>
                <a:gd name="connsiteX60" fmla="*/ 11475 w 42622"/>
                <a:gd name="connsiteY60" fmla="*/ 16393 h 68852"/>
                <a:gd name="connsiteX61" fmla="*/ 14754 w 42622"/>
                <a:gd name="connsiteY61" fmla="*/ 14754 h 68852"/>
                <a:gd name="connsiteX62" fmla="*/ 19672 w 42622"/>
                <a:gd name="connsiteY62" fmla="*/ 13114 h 68852"/>
                <a:gd name="connsiteX63" fmla="*/ 22951 w 42622"/>
                <a:gd name="connsiteY63" fmla="*/ 14754 h 68852"/>
                <a:gd name="connsiteX64" fmla="*/ 26229 w 42622"/>
                <a:gd name="connsiteY64" fmla="*/ 13114 h 68852"/>
                <a:gd name="connsiteX65" fmla="*/ 27869 w 42622"/>
                <a:gd name="connsiteY65" fmla="*/ 9836 h 68852"/>
                <a:gd name="connsiteX66" fmla="*/ 27869 w 42622"/>
                <a:gd name="connsiteY66" fmla="*/ 11475 h 68852"/>
                <a:gd name="connsiteX67" fmla="*/ 26229 w 42622"/>
                <a:gd name="connsiteY67" fmla="*/ 14754 h 68852"/>
                <a:gd name="connsiteX68" fmla="*/ 22951 w 42622"/>
                <a:gd name="connsiteY68" fmla="*/ 18033 h 68852"/>
                <a:gd name="connsiteX69" fmla="*/ 21311 w 42622"/>
                <a:gd name="connsiteY69" fmla="*/ 19672 h 68852"/>
                <a:gd name="connsiteX70" fmla="*/ 18033 w 42622"/>
                <a:gd name="connsiteY70" fmla="*/ 19672 h 68852"/>
                <a:gd name="connsiteX71" fmla="*/ 18033 w 42622"/>
                <a:gd name="connsiteY71" fmla="*/ 22951 h 68852"/>
                <a:gd name="connsiteX72" fmla="*/ 21311 w 42622"/>
                <a:gd name="connsiteY72" fmla="*/ 19672 h 68852"/>
                <a:gd name="connsiteX73" fmla="*/ 21311 w 42622"/>
                <a:gd name="connsiteY73" fmla="*/ 22951 h 68852"/>
                <a:gd name="connsiteX74" fmla="*/ 18033 w 42622"/>
                <a:gd name="connsiteY74" fmla="*/ 24590 h 68852"/>
                <a:gd name="connsiteX75" fmla="*/ 13115 w 42622"/>
                <a:gd name="connsiteY75" fmla="*/ 26229 h 68852"/>
                <a:gd name="connsiteX76" fmla="*/ 9836 w 42622"/>
                <a:gd name="connsiteY76" fmla="*/ 27869 h 68852"/>
                <a:gd name="connsiteX77" fmla="*/ 9836 w 42622"/>
                <a:gd name="connsiteY77" fmla="*/ 31147 h 68852"/>
                <a:gd name="connsiteX78" fmla="*/ 13115 w 42622"/>
                <a:gd name="connsiteY78" fmla="*/ 31147 h 68852"/>
                <a:gd name="connsiteX79" fmla="*/ 16393 w 42622"/>
                <a:gd name="connsiteY79" fmla="*/ 29508 h 68852"/>
                <a:gd name="connsiteX80" fmla="*/ 21311 w 42622"/>
                <a:gd name="connsiteY80" fmla="*/ 29508 h 68852"/>
                <a:gd name="connsiteX81" fmla="*/ 16393 w 42622"/>
                <a:gd name="connsiteY81" fmla="*/ 31147 h 68852"/>
                <a:gd name="connsiteX82" fmla="*/ 13115 w 42622"/>
                <a:gd name="connsiteY82" fmla="*/ 32787 h 68852"/>
                <a:gd name="connsiteX83" fmla="*/ 13115 w 42622"/>
                <a:gd name="connsiteY83" fmla="*/ 37705 h 68852"/>
                <a:gd name="connsiteX84" fmla="*/ 14754 w 42622"/>
                <a:gd name="connsiteY84" fmla="*/ 40983 h 68852"/>
                <a:gd name="connsiteX85" fmla="*/ 9836 w 42622"/>
                <a:gd name="connsiteY85" fmla="*/ 40983 h 68852"/>
                <a:gd name="connsiteX86" fmla="*/ 6557 w 42622"/>
                <a:gd name="connsiteY86" fmla="*/ 39344 h 68852"/>
                <a:gd name="connsiteX87" fmla="*/ 3279 w 42622"/>
                <a:gd name="connsiteY87" fmla="*/ 40983 h 68852"/>
                <a:gd name="connsiteX88" fmla="*/ 0 w 42622"/>
                <a:gd name="connsiteY88" fmla="*/ 44262 h 68852"/>
                <a:gd name="connsiteX89" fmla="*/ 3279 w 42622"/>
                <a:gd name="connsiteY89" fmla="*/ 44262 h 68852"/>
                <a:gd name="connsiteX90" fmla="*/ 6557 w 42622"/>
                <a:gd name="connsiteY90" fmla="*/ 44262 h 68852"/>
                <a:gd name="connsiteX91" fmla="*/ 3279 w 42622"/>
                <a:gd name="connsiteY91" fmla="*/ 45901 h 68852"/>
                <a:gd name="connsiteX92" fmla="*/ 6557 w 42622"/>
                <a:gd name="connsiteY92" fmla="*/ 47541 h 68852"/>
                <a:gd name="connsiteX93" fmla="*/ 11475 w 42622"/>
                <a:gd name="connsiteY93" fmla="*/ 44262 h 68852"/>
                <a:gd name="connsiteX94" fmla="*/ 9836 w 42622"/>
                <a:gd name="connsiteY94" fmla="*/ 47541 h 68852"/>
                <a:gd name="connsiteX95" fmla="*/ 13115 w 42622"/>
                <a:gd name="connsiteY95" fmla="*/ 49180 h 68852"/>
                <a:gd name="connsiteX96" fmla="*/ 16393 w 42622"/>
                <a:gd name="connsiteY96" fmla="*/ 45901 h 68852"/>
                <a:gd name="connsiteX97" fmla="*/ 14754 w 42622"/>
                <a:gd name="connsiteY97" fmla="*/ 49180 h 68852"/>
                <a:gd name="connsiteX98" fmla="*/ 11475 w 42622"/>
                <a:gd name="connsiteY98" fmla="*/ 52459 h 68852"/>
                <a:gd name="connsiteX99" fmla="*/ 14754 w 42622"/>
                <a:gd name="connsiteY99" fmla="*/ 50819 h 68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42622" h="68852">
                  <a:moveTo>
                    <a:pt x="13115" y="54098"/>
                  </a:moveTo>
                  <a:lnTo>
                    <a:pt x="9836" y="55737"/>
                  </a:lnTo>
                  <a:lnTo>
                    <a:pt x="13115" y="57377"/>
                  </a:lnTo>
                  <a:lnTo>
                    <a:pt x="13115" y="60655"/>
                  </a:lnTo>
                  <a:lnTo>
                    <a:pt x="9836" y="63934"/>
                  </a:lnTo>
                  <a:lnTo>
                    <a:pt x="13115" y="63934"/>
                  </a:lnTo>
                  <a:lnTo>
                    <a:pt x="8197" y="65573"/>
                  </a:lnTo>
                  <a:lnTo>
                    <a:pt x="13115" y="68852"/>
                  </a:lnTo>
                  <a:lnTo>
                    <a:pt x="16393" y="68852"/>
                  </a:lnTo>
                  <a:lnTo>
                    <a:pt x="19672" y="65573"/>
                  </a:lnTo>
                  <a:lnTo>
                    <a:pt x="21311" y="60655"/>
                  </a:lnTo>
                  <a:lnTo>
                    <a:pt x="26229" y="59016"/>
                  </a:lnTo>
                  <a:lnTo>
                    <a:pt x="29508" y="55737"/>
                  </a:lnTo>
                  <a:lnTo>
                    <a:pt x="24590" y="55737"/>
                  </a:lnTo>
                  <a:lnTo>
                    <a:pt x="21311" y="55737"/>
                  </a:lnTo>
                  <a:lnTo>
                    <a:pt x="24590" y="54098"/>
                  </a:lnTo>
                  <a:lnTo>
                    <a:pt x="29508" y="52459"/>
                  </a:lnTo>
                  <a:lnTo>
                    <a:pt x="32787" y="50819"/>
                  </a:lnTo>
                  <a:lnTo>
                    <a:pt x="36065" y="47541"/>
                  </a:lnTo>
                  <a:lnTo>
                    <a:pt x="32787" y="47541"/>
                  </a:lnTo>
                  <a:lnTo>
                    <a:pt x="29508" y="47541"/>
                  </a:lnTo>
                  <a:lnTo>
                    <a:pt x="32787" y="45901"/>
                  </a:lnTo>
                  <a:lnTo>
                    <a:pt x="36065" y="42623"/>
                  </a:lnTo>
                  <a:lnTo>
                    <a:pt x="31147" y="39344"/>
                  </a:lnTo>
                  <a:lnTo>
                    <a:pt x="27869" y="39344"/>
                  </a:lnTo>
                  <a:lnTo>
                    <a:pt x="32787" y="37705"/>
                  </a:lnTo>
                  <a:lnTo>
                    <a:pt x="36065" y="37705"/>
                  </a:lnTo>
                  <a:lnTo>
                    <a:pt x="32787" y="34426"/>
                  </a:lnTo>
                  <a:lnTo>
                    <a:pt x="27869" y="36065"/>
                  </a:lnTo>
                  <a:lnTo>
                    <a:pt x="24590" y="37705"/>
                  </a:lnTo>
                  <a:lnTo>
                    <a:pt x="27869" y="36065"/>
                  </a:lnTo>
                  <a:lnTo>
                    <a:pt x="31147" y="32787"/>
                  </a:lnTo>
                  <a:lnTo>
                    <a:pt x="36065" y="32787"/>
                  </a:lnTo>
                  <a:lnTo>
                    <a:pt x="39344" y="37705"/>
                  </a:lnTo>
                  <a:lnTo>
                    <a:pt x="40983" y="32787"/>
                  </a:lnTo>
                  <a:lnTo>
                    <a:pt x="40983" y="29508"/>
                  </a:lnTo>
                  <a:lnTo>
                    <a:pt x="40983" y="26229"/>
                  </a:lnTo>
                  <a:lnTo>
                    <a:pt x="42623" y="22951"/>
                  </a:lnTo>
                  <a:lnTo>
                    <a:pt x="42623" y="18033"/>
                  </a:lnTo>
                  <a:lnTo>
                    <a:pt x="42623" y="14754"/>
                  </a:lnTo>
                  <a:lnTo>
                    <a:pt x="39344" y="13114"/>
                  </a:lnTo>
                  <a:lnTo>
                    <a:pt x="34426" y="11475"/>
                  </a:lnTo>
                  <a:lnTo>
                    <a:pt x="37705" y="8197"/>
                  </a:lnTo>
                  <a:lnTo>
                    <a:pt x="40983" y="4918"/>
                  </a:lnTo>
                  <a:lnTo>
                    <a:pt x="40983" y="1639"/>
                  </a:lnTo>
                  <a:lnTo>
                    <a:pt x="37705" y="1639"/>
                  </a:lnTo>
                  <a:lnTo>
                    <a:pt x="34426" y="1639"/>
                  </a:lnTo>
                  <a:lnTo>
                    <a:pt x="31147" y="0"/>
                  </a:lnTo>
                  <a:lnTo>
                    <a:pt x="26229" y="1639"/>
                  </a:lnTo>
                  <a:lnTo>
                    <a:pt x="22951" y="4918"/>
                  </a:lnTo>
                  <a:lnTo>
                    <a:pt x="26229" y="8197"/>
                  </a:lnTo>
                  <a:lnTo>
                    <a:pt x="31147" y="6557"/>
                  </a:lnTo>
                  <a:lnTo>
                    <a:pt x="29508" y="8197"/>
                  </a:lnTo>
                  <a:lnTo>
                    <a:pt x="27869" y="8197"/>
                  </a:lnTo>
                  <a:lnTo>
                    <a:pt x="24590" y="8197"/>
                  </a:lnTo>
                  <a:lnTo>
                    <a:pt x="21311" y="11475"/>
                  </a:lnTo>
                  <a:lnTo>
                    <a:pt x="16393" y="11475"/>
                  </a:lnTo>
                  <a:lnTo>
                    <a:pt x="13115" y="13114"/>
                  </a:lnTo>
                  <a:lnTo>
                    <a:pt x="9836" y="14754"/>
                  </a:lnTo>
                  <a:lnTo>
                    <a:pt x="8197" y="18033"/>
                  </a:lnTo>
                  <a:lnTo>
                    <a:pt x="11475" y="16393"/>
                  </a:lnTo>
                  <a:lnTo>
                    <a:pt x="14754" y="14754"/>
                  </a:lnTo>
                  <a:lnTo>
                    <a:pt x="19672" y="13114"/>
                  </a:lnTo>
                  <a:lnTo>
                    <a:pt x="22951" y="14754"/>
                  </a:lnTo>
                  <a:lnTo>
                    <a:pt x="26229" y="13114"/>
                  </a:lnTo>
                  <a:lnTo>
                    <a:pt x="27869" y="9836"/>
                  </a:lnTo>
                  <a:lnTo>
                    <a:pt x="27869" y="11475"/>
                  </a:lnTo>
                  <a:lnTo>
                    <a:pt x="26229" y="14754"/>
                  </a:lnTo>
                  <a:lnTo>
                    <a:pt x="22951" y="18033"/>
                  </a:lnTo>
                  <a:lnTo>
                    <a:pt x="21311" y="19672"/>
                  </a:lnTo>
                  <a:lnTo>
                    <a:pt x="18033" y="19672"/>
                  </a:lnTo>
                  <a:lnTo>
                    <a:pt x="18033" y="22951"/>
                  </a:lnTo>
                  <a:lnTo>
                    <a:pt x="21311" y="19672"/>
                  </a:lnTo>
                  <a:lnTo>
                    <a:pt x="21311" y="22951"/>
                  </a:lnTo>
                  <a:lnTo>
                    <a:pt x="18033" y="24590"/>
                  </a:lnTo>
                  <a:lnTo>
                    <a:pt x="13115" y="26229"/>
                  </a:lnTo>
                  <a:lnTo>
                    <a:pt x="9836" y="27869"/>
                  </a:lnTo>
                  <a:lnTo>
                    <a:pt x="9836" y="31147"/>
                  </a:lnTo>
                  <a:lnTo>
                    <a:pt x="13115" y="31147"/>
                  </a:lnTo>
                  <a:lnTo>
                    <a:pt x="16393" y="29508"/>
                  </a:lnTo>
                  <a:lnTo>
                    <a:pt x="21311" y="29508"/>
                  </a:lnTo>
                  <a:lnTo>
                    <a:pt x="16393" y="31147"/>
                  </a:lnTo>
                  <a:lnTo>
                    <a:pt x="13115" y="32787"/>
                  </a:lnTo>
                  <a:lnTo>
                    <a:pt x="13115" y="37705"/>
                  </a:lnTo>
                  <a:lnTo>
                    <a:pt x="14754" y="40983"/>
                  </a:lnTo>
                  <a:lnTo>
                    <a:pt x="9836" y="40983"/>
                  </a:lnTo>
                  <a:lnTo>
                    <a:pt x="6557" y="39344"/>
                  </a:lnTo>
                  <a:lnTo>
                    <a:pt x="3279" y="40983"/>
                  </a:lnTo>
                  <a:lnTo>
                    <a:pt x="0" y="44262"/>
                  </a:lnTo>
                  <a:lnTo>
                    <a:pt x="3279" y="44262"/>
                  </a:lnTo>
                  <a:lnTo>
                    <a:pt x="6557" y="44262"/>
                  </a:lnTo>
                  <a:lnTo>
                    <a:pt x="3279" y="45901"/>
                  </a:lnTo>
                  <a:lnTo>
                    <a:pt x="6557" y="47541"/>
                  </a:lnTo>
                  <a:lnTo>
                    <a:pt x="11475" y="44262"/>
                  </a:lnTo>
                  <a:lnTo>
                    <a:pt x="9836" y="47541"/>
                  </a:lnTo>
                  <a:lnTo>
                    <a:pt x="13115" y="49180"/>
                  </a:lnTo>
                  <a:lnTo>
                    <a:pt x="16393" y="45901"/>
                  </a:lnTo>
                  <a:lnTo>
                    <a:pt x="14754" y="49180"/>
                  </a:lnTo>
                  <a:lnTo>
                    <a:pt x="11475" y="52459"/>
                  </a:lnTo>
                  <a:lnTo>
                    <a:pt x="14754" y="5081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25" name="Freeform 3124">
              <a:extLst>
                <a:ext uri="{FF2B5EF4-FFF2-40B4-BE49-F238E27FC236}">
                  <a16:creationId xmlns:a16="http://schemas.microsoft.com/office/drawing/2014/main" id="{E125E8F9-8681-8A4F-9179-14F716121897}"/>
                </a:ext>
              </a:extLst>
            </p:cNvPr>
            <p:cNvSpPr/>
            <p:nvPr/>
          </p:nvSpPr>
          <p:spPr>
            <a:xfrm>
              <a:off x="1148481" y="1675564"/>
              <a:ext cx="4918" cy="3278"/>
            </a:xfrm>
            <a:custGeom>
              <a:avLst/>
              <a:gdLst>
                <a:gd name="connsiteX0" fmla="*/ 0 w 4918"/>
                <a:gd name="connsiteY0" fmla="*/ 1639 h 3278"/>
                <a:gd name="connsiteX1" fmla="*/ 0 w 4918"/>
                <a:gd name="connsiteY1" fmla="*/ 3279 h 3278"/>
                <a:gd name="connsiteX2" fmla="*/ 4918 w 4918"/>
                <a:gd name="connsiteY2" fmla="*/ 0 h 3278"/>
                <a:gd name="connsiteX3" fmla="*/ 3279 w 4918"/>
                <a:gd name="connsiteY3" fmla="*/ 0 h 3278"/>
                <a:gd name="connsiteX4" fmla="*/ 0 w 4918"/>
                <a:gd name="connsiteY4" fmla="*/ 1639 h 3278"/>
                <a:gd name="connsiteX5" fmla="*/ 0 w 4918"/>
                <a:gd name="connsiteY5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8" h="3278">
                  <a:moveTo>
                    <a:pt x="0" y="1639"/>
                  </a:moveTo>
                  <a:lnTo>
                    <a:pt x="0" y="3279"/>
                  </a:lnTo>
                  <a:lnTo>
                    <a:pt x="4918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26" name="Freeform 3125">
              <a:extLst>
                <a:ext uri="{FF2B5EF4-FFF2-40B4-BE49-F238E27FC236}">
                  <a16:creationId xmlns:a16="http://schemas.microsoft.com/office/drawing/2014/main" id="{ADDC0DC4-30FF-544A-8CE4-7CB0C093BD04}"/>
                </a:ext>
              </a:extLst>
            </p:cNvPr>
            <p:cNvSpPr/>
            <p:nvPr/>
          </p:nvSpPr>
          <p:spPr>
            <a:xfrm>
              <a:off x="1150121" y="1705072"/>
              <a:ext cx="8196" cy="8196"/>
            </a:xfrm>
            <a:custGeom>
              <a:avLst/>
              <a:gdLst>
                <a:gd name="connsiteX0" fmla="*/ 6557 w 8196"/>
                <a:gd name="connsiteY0" fmla="*/ 0 h 8196"/>
                <a:gd name="connsiteX1" fmla="*/ 6557 w 8196"/>
                <a:gd name="connsiteY1" fmla="*/ 0 h 8196"/>
                <a:gd name="connsiteX2" fmla="*/ 3279 w 8196"/>
                <a:gd name="connsiteY2" fmla="*/ 4918 h 8196"/>
                <a:gd name="connsiteX3" fmla="*/ 0 w 8196"/>
                <a:gd name="connsiteY3" fmla="*/ 6557 h 8196"/>
                <a:gd name="connsiteX4" fmla="*/ 3279 w 8196"/>
                <a:gd name="connsiteY4" fmla="*/ 8197 h 8196"/>
                <a:gd name="connsiteX5" fmla="*/ 8197 w 8196"/>
                <a:gd name="connsiteY5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8196">
                  <a:moveTo>
                    <a:pt x="6557" y="0"/>
                  </a:moveTo>
                  <a:lnTo>
                    <a:pt x="6557" y="0"/>
                  </a:lnTo>
                  <a:lnTo>
                    <a:pt x="3279" y="4918"/>
                  </a:lnTo>
                  <a:lnTo>
                    <a:pt x="0" y="6557"/>
                  </a:lnTo>
                  <a:lnTo>
                    <a:pt x="3279" y="8197"/>
                  </a:lnTo>
                  <a:lnTo>
                    <a:pt x="819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27" name="Freeform 3126">
              <a:extLst>
                <a:ext uri="{FF2B5EF4-FFF2-40B4-BE49-F238E27FC236}">
                  <a16:creationId xmlns:a16="http://schemas.microsoft.com/office/drawing/2014/main" id="{D7A3D69D-41C2-2440-AEFC-BE52983A6B30}"/>
                </a:ext>
              </a:extLst>
            </p:cNvPr>
            <p:cNvSpPr/>
            <p:nvPr/>
          </p:nvSpPr>
          <p:spPr>
            <a:xfrm>
              <a:off x="1151760" y="1690318"/>
              <a:ext cx="3278" cy="3278"/>
            </a:xfrm>
            <a:custGeom>
              <a:avLst/>
              <a:gdLst>
                <a:gd name="connsiteX0" fmla="*/ 3279 w 3278"/>
                <a:gd name="connsiteY0" fmla="*/ 1639 h 3278"/>
                <a:gd name="connsiteX1" fmla="*/ 327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1639"/>
                  </a:move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28" name="Freeform 3127">
              <a:extLst>
                <a:ext uri="{FF2B5EF4-FFF2-40B4-BE49-F238E27FC236}">
                  <a16:creationId xmlns:a16="http://schemas.microsoft.com/office/drawing/2014/main" id="{7FD80A25-DC95-294E-852A-DF2E17036585}"/>
                </a:ext>
              </a:extLst>
            </p:cNvPr>
            <p:cNvSpPr/>
            <p:nvPr/>
          </p:nvSpPr>
          <p:spPr>
            <a:xfrm>
              <a:off x="1153399" y="1678842"/>
              <a:ext cx="9835" cy="4918"/>
            </a:xfrm>
            <a:custGeom>
              <a:avLst/>
              <a:gdLst>
                <a:gd name="connsiteX0" fmla="*/ 9836 w 9835"/>
                <a:gd name="connsiteY0" fmla="*/ 1639 h 4918"/>
                <a:gd name="connsiteX1" fmla="*/ 6557 w 9835"/>
                <a:gd name="connsiteY1" fmla="*/ 1639 h 4918"/>
                <a:gd name="connsiteX2" fmla="*/ 3279 w 9835"/>
                <a:gd name="connsiteY2" fmla="*/ 0 h 4918"/>
                <a:gd name="connsiteX3" fmla="*/ 0 w 9835"/>
                <a:gd name="connsiteY3" fmla="*/ 1639 h 4918"/>
                <a:gd name="connsiteX4" fmla="*/ 0 w 9835"/>
                <a:gd name="connsiteY4" fmla="*/ 4918 h 4918"/>
                <a:gd name="connsiteX5" fmla="*/ 4918 w 9835"/>
                <a:gd name="connsiteY5" fmla="*/ 1639 h 4918"/>
                <a:gd name="connsiteX6" fmla="*/ 8197 w 9835"/>
                <a:gd name="connsiteY6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5" h="4918">
                  <a:moveTo>
                    <a:pt x="9836" y="1639"/>
                  </a:moveTo>
                  <a:lnTo>
                    <a:pt x="6557" y="163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4918" y="1639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29" name="Freeform 3128">
              <a:extLst>
                <a:ext uri="{FF2B5EF4-FFF2-40B4-BE49-F238E27FC236}">
                  <a16:creationId xmlns:a16="http://schemas.microsoft.com/office/drawing/2014/main" id="{0B5A350F-8D44-C04B-B1CB-24866AF6D36F}"/>
                </a:ext>
              </a:extLst>
            </p:cNvPr>
            <p:cNvSpPr/>
            <p:nvPr/>
          </p:nvSpPr>
          <p:spPr>
            <a:xfrm>
              <a:off x="1164875" y="1672285"/>
              <a:ext cx="4918" cy="1639"/>
            </a:xfrm>
            <a:custGeom>
              <a:avLst/>
              <a:gdLst>
                <a:gd name="connsiteX0" fmla="*/ 4918 w 4918"/>
                <a:gd name="connsiteY0" fmla="*/ 0 h 1639"/>
                <a:gd name="connsiteX1" fmla="*/ 4918 w 4918"/>
                <a:gd name="connsiteY1" fmla="*/ 0 h 1639"/>
                <a:gd name="connsiteX2" fmla="*/ 0 w 491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4918" y="0"/>
                  </a:move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30" name="Freeform 3129">
              <a:extLst>
                <a:ext uri="{FF2B5EF4-FFF2-40B4-BE49-F238E27FC236}">
                  <a16:creationId xmlns:a16="http://schemas.microsoft.com/office/drawing/2014/main" id="{FF618818-EC85-E249-9C2B-9BD7BE3B1F5E}"/>
                </a:ext>
              </a:extLst>
            </p:cNvPr>
            <p:cNvSpPr/>
            <p:nvPr/>
          </p:nvSpPr>
          <p:spPr>
            <a:xfrm>
              <a:off x="1191104" y="1713268"/>
              <a:ext cx="9835" cy="4918"/>
            </a:xfrm>
            <a:custGeom>
              <a:avLst/>
              <a:gdLst>
                <a:gd name="connsiteX0" fmla="*/ 9836 w 9835"/>
                <a:gd name="connsiteY0" fmla="*/ 0 h 4918"/>
                <a:gd name="connsiteX1" fmla="*/ 6557 w 9835"/>
                <a:gd name="connsiteY1" fmla="*/ 1639 h 4918"/>
                <a:gd name="connsiteX2" fmla="*/ 3279 w 9835"/>
                <a:gd name="connsiteY2" fmla="*/ 1639 h 4918"/>
                <a:gd name="connsiteX3" fmla="*/ 0 w 9835"/>
                <a:gd name="connsiteY3" fmla="*/ 3279 h 4918"/>
                <a:gd name="connsiteX4" fmla="*/ 3279 w 9835"/>
                <a:gd name="connsiteY4" fmla="*/ 4918 h 4918"/>
                <a:gd name="connsiteX5" fmla="*/ 6557 w 9835"/>
                <a:gd name="connsiteY5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5" h="4918">
                  <a:moveTo>
                    <a:pt x="9836" y="0"/>
                  </a:moveTo>
                  <a:lnTo>
                    <a:pt x="6557" y="1639"/>
                  </a:lnTo>
                  <a:lnTo>
                    <a:pt x="3279" y="1639"/>
                  </a:lnTo>
                  <a:lnTo>
                    <a:pt x="0" y="3279"/>
                  </a:lnTo>
                  <a:lnTo>
                    <a:pt x="3279" y="4918"/>
                  </a:lnTo>
                  <a:lnTo>
                    <a:pt x="655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31" name="Freeform 3130">
              <a:extLst>
                <a:ext uri="{FF2B5EF4-FFF2-40B4-BE49-F238E27FC236}">
                  <a16:creationId xmlns:a16="http://schemas.microsoft.com/office/drawing/2014/main" id="{7909DD24-CFB1-7F4E-8F81-91116488AAC6}"/>
                </a:ext>
              </a:extLst>
            </p:cNvPr>
            <p:cNvSpPr/>
            <p:nvPr/>
          </p:nvSpPr>
          <p:spPr>
            <a:xfrm>
              <a:off x="1191104" y="1696875"/>
              <a:ext cx="8196" cy="9836"/>
            </a:xfrm>
            <a:custGeom>
              <a:avLst/>
              <a:gdLst>
                <a:gd name="connsiteX0" fmla="*/ 6557 w 8196"/>
                <a:gd name="connsiteY0" fmla="*/ 0 h 9836"/>
                <a:gd name="connsiteX1" fmla="*/ 3279 w 8196"/>
                <a:gd name="connsiteY1" fmla="*/ 1639 h 9836"/>
                <a:gd name="connsiteX2" fmla="*/ 0 w 8196"/>
                <a:gd name="connsiteY2" fmla="*/ 4918 h 9836"/>
                <a:gd name="connsiteX3" fmla="*/ 1639 w 8196"/>
                <a:gd name="connsiteY3" fmla="*/ 9836 h 9836"/>
                <a:gd name="connsiteX4" fmla="*/ 4918 w 8196"/>
                <a:gd name="connsiteY4" fmla="*/ 6557 h 9836"/>
                <a:gd name="connsiteX5" fmla="*/ 8197 w 8196"/>
                <a:gd name="connsiteY5" fmla="*/ 3279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9836">
                  <a:moveTo>
                    <a:pt x="6557" y="0"/>
                  </a:moveTo>
                  <a:lnTo>
                    <a:pt x="3279" y="1639"/>
                  </a:lnTo>
                  <a:lnTo>
                    <a:pt x="0" y="4918"/>
                  </a:lnTo>
                  <a:lnTo>
                    <a:pt x="1639" y="9836"/>
                  </a:lnTo>
                  <a:lnTo>
                    <a:pt x="4918" y="6557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32" name="Freeform 3131">
              <a:extLst>
                <a:ext uri="{FF2B5EF4-FFF2-40B4-BE49-F238E27FC236}">
                  <a16:creationId xmlns:a16="http://schemas.microsoft.com/office/drawing/2014/main" id="{E0AC20FF-F445-CC44-91F9-562D3108E5E5}"/>
                </a:ext>
              </a:extLst>
            </p:cNvPr>
            <p:cNvSpPr/>
            <p:nvPr/>
          </p:nvSpPr>
          <p:spPr>
            <a:xfrm>
              <a:off x="1192743" y="1701793"/>
              <a:ext cx="9835" cy="11475"/>
            </a:xfrm>
            <a:custGeom>
              <a:avLst/>
              <a:gdLst>
                <a:gd name="connsiteX0" fmla="*/ 9836 w 9835"/>
                <a:gd name="connsiteY0" fmla="*/ 1639 h 11475"/>
                <a:gd name="connsiteX1" fmla="*/ 8197 w 9835"/>
                <a:gd name="connsiteY1" fmla="*/ 0 h 11475"/>
                <a:gd name="connsiteX2" fmla="*/ 4918 w 9835"/>
                <a:gd name="connsiteY2" fmla="*/ 3279 h 11475"/>
                <a:gd name="connsiteX3" fmla="*/ 1639 w 9835"/>
                <a:gd name="connsiteY3" fmla="*/ 6557 h 11475"/>
                <a:gd name="connsiteX4" fmla="*/ 0 w 9835"/>
                <a:gd name="connsiteY4" fmla="*/ 9836 h 11475"/>
                <a:gd name="connsiteX5" fmla="*/ 3279 w 9835"/>
                <a:gd name="connsiteY5" fmla="*/ 11475 h 11475"/>
                <a:gd name="connsiteX6" fmla="*/ 6557 w 9835"/>
                <a:gd name="connsiteY6" fmla="*/ 9836 h 11475"/>
                <a:gd name="connsiteX7" fmla="*/ 9836 w 9835"/>
                <a:gd name="connsiteY7" fmla="*/ 4918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5" h="11475">
                  <a:moveTo>
                    <a:pt x="9836" y="1639"/>
                  </a:moveTo>
                  <a:lnTo>
                    <a:pt x="8197" y="0"/>
                  </a:lnTo>
                  <a:lnTo>
                    <a:pt x="4918" y="3279"/>
                  </a:lnTo>
                  <a:lnTo>
                    <a:pt x="1639" y="6557"/>
                  </a:lnTo>
                  <a:lnTo>
                    <a:pt x="0" y="9836"/>
                  </a:lnTo>
                  <a:lnTo>
                    <a:pt x="3279" y="11475"/>
                  </a:lnTo>
                  <a:lnTo>
                    <a:pt x="6557" y="9836"/>
                  </a:lnTo>
                  <a:lnTo>
                    <a:pt x="9836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33" name="Freeform 3132">
              <a:extLst>
                <a:ext uri="{FF2B5EF4-FFF2-40B4-BE49-F238E27FC236}">
                  <a16:creationId xmlns:a16="http://schemas.microsoft.com/office/drawing/2014/main" id="{FE5312F5-A8AB-F04B-9AF0-AB7A86FDE45B}"/>
                </a:ext>
              </a:extLst>
            </p:cNvPr>
            <p:cNvSpPr/>
            <p:nvPr/>
          </p:nvSpPr>
          <p:spPr>
            <a:xfrm>
              <a:off x="1151760" y="1591958"/>
              <a:ext cx="3278" cy="1639"/>
            </a:xfrm>
            <a:custGeom>
              <a:avLst/>
              <a:gdLst>
                <a:gd name="connsiteX0" fmla="*/ 0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163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34" name="Freeform 3133">
              <a:extLst>
                <a:ext uri="{FF2B5EF4-FFF2-40B4-BE49-F238E27FC236}">
                  <a16:creationId xmlns:a16="http://schemas.microsoft.com/office/drawing/2014/main" id="{4C654064-82E6-EE4A-A39B-6FFC6ABE6DFF}"/>
                </a:ext>
              </a:extLst>
            </p:cNvPr>
            <p:cNvSpPr/>
            <p:nvPr/>
          </p:nvSpPr>
          <p:spPr>
            <a:xfrm>
              <a:off x="1166514" y="1677203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0 w 3278"/>
                <a:gd name="connsiteY1" fmla="*/ 3279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0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35" name="Freeform 3134">
              <a:extLst>
                <a:ext uri="{FF2B5EF4-FFF2-40B4-BE49-F238E27FC236}">
                  <a16:creationId xmlns:a16="http://schemas.microsoft.com/office/drawing/2014/main" id="{AE58EDD0-72AB-754C-845E-F3AD3E082613}"/>
                </a:ext>
              </a:extLst>
            </p:cNvPr>
            <p:cNvSpPr/>
            <p:nvPr/>
          </p:nvSpPr>
          <p:spPr>
            <a:xfrm>
              <a:off x="3176341" y="5844397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36" name="Freeform 3135">
              <a:extLst>
                <a:ext uri="{FF2B5EF4-FFF2-40B4-BE49-F238E27FC236}">
                  <a16:creationId xmlns:a16="http://schemas.microsoft.com/office/drawing/2014/main" id="{F15EEBD9-66C6-1B48-8791-F26856C94179}"/>
                </a:ext>
              </a:extLst>
            </p:cNvPr>
            <p:cNvSpPr/>
            <p:nvPr/>
          </p:nvSpPr>
          <p:spPr>
            <a:xfrm>
              <a:off x="3177980" y="5847676"/>
              <a:ext cx="8196" cy="6557"/>
            </a:xfrm>
            <a:custGeom>
              <a:avLst/>
              <a:gdLst>
                <a:gd name="connsiteX0" fmla="*/ 8197 w 8196"/>
                <a:gd name="connsiteY0" fmla="*/ 6557 h 6557"/>
                <a:gd name="connsiteX1" fmla="*/ 6557 w 8196"/>
                <a:gd name="connsiteY1" fmla="*/ 3278 h 6557"/>
                <a:gd name="connsiteX2" fmla="*/ 3279 w 8196"/>
                <a:gd name="connsiteY2" fmla="*/ 0 h 6557"/>
                <a:gd name="connsiteX3" fmla="*/ 0 w 8196"/>
                <a:gd name="connsiteY3" fmla="*/ 1639 h 6557"/>
                <a:gd name="connsiteX4" fmla="*/ 3279 w 8196"/>
                <a:gd name="connsiteY4" fmla="*/ 327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6557">
                  <a:moveTo>
                    <a:pt x="8197" y="6557"/>
                  </a:moveTo>
                  <a:lnTo>
                    <a:pt x="6557" y="3278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37" name="Freeform 3136">
              <a:extLst>
                <a:ext uri="{FF2B5EF4-FFF2-40B4-BE49-F238E27FC236}">
                  <a16:creationId xmlns:a16="http://schemas.microsoft.com/office/drawing/2014/main" id="{90E79775-CAB0-9143-ACC2-5695544E6DF6}"/>
                </a:ext>
              </a:extLst>
            </p:cNvPr>
            <p:cNvSpPr/>
            <p:nvPr/>
          </p:nvSpPr>
          <p:spPr>
            <a:xfrm>
              <a:off x="3697650" y="680486"/>
              <a:ext cx="1542615" cy="831143"/>
            </a:xfrm>
            <a:custGeom>
              <a:avLst/>
              <a:gdLst>
                <a:gd name="connsiteX0" fmla="*/ 31148 w 1542615"/>
                <a:gd name="connsiteY0" fmla="*/ 201638 h 831143"/>
                <a:gd name="connsiteX1" fmla="*/ 34426 w 1542615"/>
                <a:gd name="connsiteY1" fmla="*/ 203278 h 831143"/>
                <a:gd name="connsiteX2" fmla="*/ 37705 w 1542615"/>
                <a:gd name="connsiteY2" fmla="*/ 203278 h 831143"/>
                <a:gd name="connsiteX3" fmla="*/ 42623 w 1542615"/>
                <a:gd name="connsiteY3" fmla="*/ 204917 h 831143"/>
                <a:gd name="connsiteX4" fmla="*/ 45901 w 1542615"/>
                <a:gd name="connsiteY4" fmla="*/ 204917 h 831143"/>
                <a:gd name="connsiteX5" fmla="*/ 50820 w 1542615"/>
                <a:gd name="connsiteY5" fmla="*/ 204917 h 831143"/>
                <a:gd name="connsiteX6" fmla="*/ 54098 w 1542615"/>
                <a:gd name="connsiteY6" fmla="*/ 204917 h 831143"/>
                <a:gd name="connsiteX7" fmla="*/ 57377 w 1542615"/>
                <a:gd name="connsiteY7" fmla="*/ 206556 h 831143"/>
                <a:gd name="connsiteX8" fmla="*/ 60655 w 1542615"/>
                <a:gd name="connsiteY8" fmla="*/ 204917 h 831143"/>
                <a:gd name="connsiteX9" fmla="*/ 65573 w 1542615"/>
                <a:gd name="connsiteY9" fmla="*/ 204917 h 831143"/>
                <a:gd name="connsiteX10" fmla="*/ 68852 w 1542615"/>
                <a:gd name="connsiteY10" fmla="*/ 204917 h 831143"/>
                <a:gd name="connsiteX11" fmla="*/ 73770 w 1542615"/>
                <a:gd name="connsiteY11" fmla="*/ 204917 h 831143"/>
                <a:gd name="connsiteX12" fmla="*/ 77049 w 1542615"/>
                <a:gd name="connsiteY12" fmla="*/ 204917 h 831143"/>
                <a:gd name="connsiteX13" fmla="*/ 75410 w 1542615"/>
                <a:gd name="connsiteY13" fmla="*/ 208196 h 831143"/>
                <a:gd name="connsiteX14" fmla="*/ 72131 w 1542615"/>
                <a:gd name="connsiteY14" fmla="*/ 208196 h 831143"/>
                <a:gd name="connsiteX15" fmla="*/ 67213 w 1542615"/>
                <a:gd name="connsiteY15" fmla="*/ 208196 h 831143"/>
                <a:gd name="connsiteX16" fmla="*/ 62295 w 1542615"/>
                <a:gd name="connsiteY16" fmla="*/ 208196 h 831143"/>
                <a:gd name="connsiteX17" fmla="*/ 59016 w 1542615"/>
                <a:gd name="connsiteY17" fmla="*/ 208196 h 831143"/>
                <a:gd name="connsiteX18" fmla="*/ 55738 w 1542615"/>
                <a:gd name="connsiteY18" fmla="*/ 208196 h 831143"/>
                <a:gd name="connsiteX19" fmla="*/ 50820 w 1542615"/>
                <a:gd name="connsiteY19" fmla="*/ 209835 h 831143"/>
                <a:gd name="connsiteX20" fmla="*/ 47541 w 1542615"/>
                <a:gd name="connsiteY20" fmla="*/ 211474 h 831143"/>
                <a:gd name="connsiteX21" fmla="*/ 44262 w 1542615"/>
                <a:gd name="connsiteY21" fmla="*/ 211474 h 831143"/>
                <a:gd name="connsiteX22" fmla="*/ 39344 w 1542615"/>
                <a:gd name="connsiteY22" fmla="*/ 213114 h 831143"/>
                <a:gd name="connsiteX23" fmla="*/ 36065 w 1542615"/>
                <a:gd name="connsiteY23" fmla="*/ 213114 h 831143"/>
                <a:gd name="connsiteX24" fmla="*/ 32787 w 1542615"/>
                <a:gd name="connsiteY24" fmla="*/ 213114 h 831143"/>
                <a:gd name="connsiteX25" fmla="*/ 27869 w 1542615"/>
                <a:gd name="connsiteY25" fmla="*/ 214753 h 831143"/>
                <a:gd name="connsiteX26" fmla="*/ 31148 w 1542615"/>
                <a:gd name="connsiteY26" fmla="*/ 218032 h 831143"/>
                <a:gd name="connsiteX27" fmla="*/ 36065 w 1542615"/>
                <a:gd name="connsiteY27" fmla="*/ 218032 h 831143"/>
                <a:gd name="connsiteX28" fmla="*/ 39344 w 1542615"/>
                <a:gd name="connsiteY28" fmla="*/ 219671 h 831143"/>
                <a:gd name="connsiteX29" fmla="*/ 44262 w 1542615"/>
                <a:gd name="connsiteY29" fmla="*/ 221310 h 831143"/>
                <a:gd name="connsiteX30" fmla="*/ 47541 w 1542615"/>
                <a:gd name="connsiteY30" fmla="*/ 222950 h 831143"/>
                <a:gd name="connsiteX31" fmla="*/ 50820 w 1542615"/>
                <a:gd name="connsiteY31" fmla="*/ 222950 h 831143"/>
                <a:gd name="connsiteX32" fmla="*/ 47541 w 1542615"/>
                <a:gd name="connsiteY32" fmla="*/ 222950 h 831143"/>
                <a:gd name="connsiteX33" fmla="*/ 50820 w 1542615"/>
                <a:gd name="connsiteY33" fmla="*/ 226229 h 831143"/>
                <a:gd name="connsiteX34" fmla="*/ 52459 w 1542615"/>
                <a:gd name="connsiteY34" fmla="*/ 226229 h 831143"/>
                <a:gd name="connsiteX35" fmla="*/ 57377 w 1542615"/>
                <a:gd name="connsiteY35" fmla="*/ 226229 h 831143"/>
                <a:gd name="connsiteX36" fmla="*/ 60655 w 1542615"/>
                <a:gd name="connsiteY36" fmla="*/ 226229 h 831143"/>
                <a:gd name="connsiteX37" fmla="*/ 65573 w 1542615"/>
                <a:gd name="connsiteY37" fmla="*/ 226229 h 831143"/>
                <a:gd name="connsiteX38" fmla="*/ 68852 w 1542615"/>
                <a:gd name="connsiteY38" fmla="*/ 226229 h 831143"/>
                <a:gd name="connsiteX39" fmla="*/ 73770 w 1542615"/>
                <a:gd name="connsiteY39" fmla="*/ 227868 h 831143"/>
                <a:gd name="connsiteX40" fmla="*/ 77049 w 1542615"/>
                <a:gd name="connsiteY40" fmla="*/ 227868 h 831143"/>
                <a:gd name="connsiteX41" fmla="*/ 81967 w 1542615"/>
                <a:gd name="connsiteY41" fmla="*/ 227868 h 831143"/>
                <a:gd name="connsiteX42" fmla="*/ 85245 w 1542615"/>
                <a:gd name="connsiteY42" fmla="*/ 229507 h 831143"/>
                <a:gd name="connsiteX43" fmla="*/ 88524 w 1542615"/>
                <a:gd name="connsiteY43" fmla="*/ 229507 h 831143"/>
                <a:gd name="connsiteX44" fmla="*/ 91803 w 1542615"/>
                <a:gd name="connsiteY44" fmla="*/ 227868 h 831143"/>
                <a:gd name="connsiteX45" fmla="*/ 88524 w 1542615"/>
                <a:gd name="connsiteY45" fmla="*/ 226229 h 831143"/>
                <a:gd name="connsiteX46" fmla="*/ 85245 w 1542615"/>
                <a:gd name="connsiteY46" fmla="*/ 222950 h 831143"/>
                <a:gd name="connsiteX47" fmla="*/ 81967 w 1542615"/>
                <a:gd name="connsiteY47" fmla="*/ 221310 h 831143"/>
                <a:gd name="connsiteX48" fmla="*/ 85245 w 1542615"/>
                <a:gd name="connsiteY48" fmla="*/ 221310 h 831143"/>
                <a:gd name="connsiteX49" fmla="*/ 88524 w 1542615"/>
                <a:gd name="connsiteY49" fmla="*/ 219671 h 831143"/>
                <a:gd name="connsiteX50" fmla="*/ 91803 w 1542615"/>
                <a:gd name="connsiteY50" fmla="*/ 219671 h 831143"/>
                <a:gd name="connsiteX51" fmla="*/ 96721 w 1542615"/>
                <a:gd name="connsiteY51" fmla="*/ 222950 h 831143"/>
                <a:gd name="connsiteX52" fmla="*/ 100000 w 1542615"/>
                <a:gd name="connsiteY52" fmla="*/ 224589 h 831143"/>
                <a:gd name="connsiteX53" fmla="*/ 104918 w 1542615"/>
                <a:gd name="connsiteY53" fmla="*/ 222950 h 831143"/>
                <a:gd name="connsiteX54" fmla="*/ 108196 w 1542615"/>
                <a:gd name="connsiteY54" fmla="*/ 221310 h 831143"/>
                <a:gd name="connsiteX55" fmla="*/ 111475 w 1542615"/>
                <a:gd name="connsiteY55" fmla="*/ 218032 h 831143"/>
                <a:gd name="connsiteX56" fmla="*/ 116393 w 1542615"/>
                <a:gd name="connsiteY56" fmla="*/ 219671 h 831143"/>
                <a:gd name="connsiteX57" fmla="*/ 119672 w 1542615"/>
                <a:gd name="connsiteY57" fmla="*/ 219671 h 831143"/>
                <a:gd name="connsiteX58" fmla="*/ 124590 w 1542615"/>
                <a:gd name="connsiteY58" fmla="*/ 219671 h 831143"/>
                <a:gd name="connsiteX59" fmla="*/ 119672 w 1542615"/>
                <a:gd name="connsiteY59" fmla="*/ 222950 h 831143"/>
                <a:gd name="connsiteX60" fmla="*/ 116393 w 1542615"/>
                <a:gd name="connsiteY60" fmla="*/ 224589 h 831143"/>
                <a:gd name="connsiteX61" fmla="*/ 119672 w 1542615"/>
                <a:gd name="connsiteY61" fmla="*/ 226229 h 831143"/>
                <a:gd name="connsiteX62" fmla="*/ 124590 w 1542615"/>
                <a:gd name="connsiteY62" fmla="*/ 226229 h 831143"/>
                <a:gd name="connsiteX63" fmla="*/ 127868 w 1542615"/>
                <a:gd name="connsiteY63" fmla="*/ 226229 h 831143"/>
                <a:gd name="connsiteX64" fmla="*/ 131147 w 1542615"/>
                <a:gd name="connsiteY64" fmla="*/ 222950 h 831143"/>
                <a:gd name="connsiteX65" fmla="*/ 134426 w 1542615"/>
                <a:gd name="connsiteY65" fmla="*/ 222950 h 831143"/>
                <a:gd name="connsiteX66" fmla="*/ 137704 w 1542615"/>
                <a:gd name="connsiteY66" fmla="*/ 224589 h 831143"/>
                <a:gd name="connsiteX67" fmla="*/ 139344 w 1542615"/>
                <a:gd name="connsiteY67" fmla="*/ 221310 h 831143"/>
                <a:gd name="connsiteX68" fmla="*/ 144262 w 1542615"/>
                <a:gd name="connsiteY68" fmla="*/ 222950 h 831143"/>
                <a:gd name="connsiteX69" fmla="*/ 147540 w 1542615"/>
                <a:gd name="connsiteY69" fmla="*/ 222950 h 831143"/>
                <a:gd name="connsiteX70" fmla="*/ 150819 w 1542615"/>
                <a:gd name="connsiteY70" fmla="*/ 219671 h 831143"/>
                <a:gd name="connsiteX71" fmla="*/ 154098 w 1542615"/>
                <a:gd name="connsiteY71" fmla="*/ 219671 h 831143"/>
                <a:gd name="connsiteX72" fmla="*/ 157376 w 1542615"/>
                <a:gd name="connsiteY72" fmla="*/ 219671 h 831143"/>
                <a:gd name="connsiteX73" fmla="*/ 162294 w 1542615"/>
                <a:gd name="connsiteY73" fmla="*/ 219671 h 831143"/>
                <a:gd name="connsiteX74" fmla="*/ 162294 w 1542615"/>
                <a:gd name="connsiteY74" fmla="*/ 222950 h 831143"/>
                <a:gd name="connsiteX75" fmla="*/ 165573 w 1542615"/>
                <a:gd name="connsiteY75" fmla="*/ 222950 h 831143"/>
                <a:gd name="connsiteX76" fmla="*/ 168852 w 1542615"/>
                <a:gd name="connsiteY76" fmla="*/ 222950 h 831143"/>
                <a:gd name="connsiteX77" fmla="*/ 173770 w 1542615"/>
                <a:gd name="connsiteY77" fmla="*/ 221310 h 831143"/>
                <a:gd name="connsiteX78" fmla="*/ 177048 w 1542615"/>
                <a:gd name="connsiteY78" fmla="*/ 219671 h 831143"/>
                <a:gd name="connsiteX79" fmla="*/ 181966 w 1542615"/>
                <a:gd name="connsiteY79" fmla="*/ 218032 h 831143"/>
                <a:gd name="connsiteX80" fmla="*/ 185245 w 1542615"/>
                <a:gd name="connsiteY80" fmla="*/ 214753 h 831143"/>
                <a:gd name="connsiteX81" fmla="*/ 188524 w 1542615"/>
                <a:gd name="connsiteY81" fmla="*/ 216392 h 831143"/>
                <a:gd name="connsiteX82" fmla="*/ 193442 w 1542615"/>
                <a:gd name="connsiteY82" fmla="*/ 216392 h 831143"/>
                <a:gd name="connsiteX83" fmla="*/ 196721 w 1542615"/>
                <a:gd name="connsiteY83" fmla="*/ 218032 h 831143"/>
                <a:gd name="connsiteX84" fmla="*/ 196721 w 1542615"/>
                <a:gd name="connsiteY84" fmla="*/ 221310 h 831143"/>
                <a:gd name="connsiteX85" fmla="*/ 201638 w 1542615"/>
                <a:gd name="connsiteY85" fmla="*/ 219671 h 831143"/>
                <a:gd name="connsiteX86" fmla="*/ 204917 w 1542615"/>
                <a:gd name="connsiteY86" fmla="*/ 219671 h 831143"/>
                <a:gd name="connsiteX87" fmla="*/ 209835 w 1542615"/>
                <a:gd name="connsiteY87" fmla="*/ 219671 h 831143"/>
                <a:gd name="connsiteX88" fmla="*/ 213114 w 1542615"/>
                <a:gd name="connsiteY88" fmla="*/ 219671 h 831143"/>
                <a:gd name="connsiteX89" fmla="*/ 216392 w 1542615"/>
                <a:gd name="connsiteY89" fmla="*/ 219671 h 831143"/>
                <a:gd name="connsiteX90" fmla="*/ 221311 w 1542615"/>
                <a:gd name="connsiteY90" fmla="*/ 221310 h 831143"/>
                <a:gd name="connsiteX91" fmla="*/ 224589 w 1542615"/>
                <a:gd name="connsiteY91" fmla="*/ 221310 h 831143"/>
                <a:gd name="connsiteX92" fmla="*/ 229507 w 1542615"/>
                <a:gd name="connsiteY92" fmla="*/ 222950 h 831143"/>
                <a:gd name="connsiteX93" fmla="*/ 232786 w 1542615"/>
                <a:gd name="connsiteY93" fmla="*/ 221310 h 831143"/>
                <a:gd name="connsiteX94" fmla="*/ 236065 w 1542615"/>
                <a:gd name="connsiteY94" fmla="*/ 222950 h 831143"/>
                <a:gd name="connsiteX95" fmla="*/ 240982 w 1542615"/>
                <a:gd name="connsiteY95" fmla="*/ 222950 h 831143"/>
                <a:gd name="connsiteX96" fmla="*/ 244261 w 1542615"/>
                <a:gd name="connsiteY96" fmla="*/ 222950 h 831143"/>
                <a:gd name="connsiteX97" fmla="*/ 242622 w 1542615"/>
                <a:gd name="connsiteY97" fmla="*/ 226229 h 831143"/>
                <a:gd name="connsiteX98" fmla="*/ 245901 w 1542615"/>
                <a:gd name="connsiteY98" fmla="*/ 227868 h 831143"/>
                <a:gd name="connsiteX99" fmla="*/ 249179 w 1542615"/>
                <a:gd name="connsiteY99" fmla="*/ 226229 h 831143"/>
                <a:gd name="connsiteX100" fmla="*/ 254097 w 1542615"/>
                <a:gd name="connsiteY100" fmla="*/ 226229 h 831143"/>
                <a:gd name="connsiteX101" fmla="*/ 257376 w 1542615"/>
                <a:gd name="connsiteY101" fmla="*/ 226229 h 831143"/>
                <a:gd name="connsiteX102" fmla="*/ 262294 w 1542615"/>
                <a:gd name="connsiteY102" fmla="*/ 229507 h 831143"/>
                <a:gd name="connsiteX103" fmla="*/ 260655 w 1542615"/>
                <a:gd name="connsiteY103" fmla="*/ 229507 h 831143"/>
                <a:gd name="connsiteX104" fmla="*/ 260655 w 1542615"/>
                <a:gd name="connsiteY104" fmla="*/ 229507 h 831143"/>
                <a:gd name="connsiteX105" fmla="*/ 263933 w 1542615"/>
                <a:gd name="connsiteY105" fmla="*/ 229507 h 831143"/>
                <a:gd name="connsiteX106" fmla="*/ 268851 w 1542615"/>
                <a:gd name="connsiteY106" fmla="*/ 229507 h 831143"/>
                <a:gd name="connsiteX107" fmla="*/ 265573 w 1542615"/>
                <a:gd name="connsiteY107" fmla="*/ 232786 h 831143"/>
                <a:gd name="connsiteX108" fmla="*/ 268851 w 1542615"/>
                <a:gd name="connsiteY108" fmla="*/ 232786 h 831143"/>
                <a:gd name="connsiteX109" fmla="*/ 272130 w 1542615"/>
                <a:gd name="connsiteY109" fmla="*/ 232786 h 831143"/>
                <a:gd name="connsiteX110" fmla="*/ 277048 w 1542615"/>
                <a:gd name="connsiteY110" fmla="*/ 232786 h 831143"/>
                <a:gd name="connsiteX111" fmla="*/ 280326 w 1542615"/>
                <a:gd name="connsiteY111" fmla="*/ 232786 h 831143"/>
                <a:gd name="connsiteX112" fmla="*/ 277048 w 1542615"/>
                <a:gd name="connsiteY112" fmla="*/ 234425 h 831143"/>
                <a:gd name="connsiteX113" fmla="*/ 278688 w 1542615"/>
                <a:gd name="connsiteY113" fmla="*/ 237704 h 831143"/>
                <a:gd name="connsiteX114" fmla="*/ 281966 w 1542615"/>
                <a:gd name="connsiteY114" fmla="*/ 237704 h 831143"/>
                <a:gd name="connsiteX115" fmla="*/ 286884 w 1542615"/>
                <a:gd name="connsiteY115" fmla="*/ 237704 h 831143"/>
                <a:gd name="connsiteX116" fmla="*/ 290163 w 1542615"/>
                <a:gd name="connsiteY116" fmla="*/ 236065 h 831143"/>
                <a:gd name="connsiteX117" fmla="*/ 293441 w 1542615"/>
                <a:gd name="connsiteY117" fmla="*/ 236065 h 831143"/>
                <a:gd name="connsiteX118" fmla="*/ 290163 w 1542615"/>
                <a:gd name="connsiteY118" fmla="*/ 239343 h 831143"/>
                <a:gd name="connsiteX119" fmla="*/ 293441 w 1542615"/>
                <a:gd name="connsiteY119" fmla="*/ 239343 h 831143"/>
                <a:gd name="connsiteX120" fmla="*/ 295081 w 1542615"/>
                <a:gd name="connsiteY120" fmla="*/ 244261 h 831143"/>
                <a:gd name="connsiteX121" fmla="*/ 291802 w 1542615"/>
                <a:gd name="connsiteY121" fmla="*/ 247540 h 831143"/>
                <a:gd name="connsiteX122" fmla="*/ 286884 w 1542615"/>
                <a:gd name="connsiteY122" fmla="*/ 247540 h 831143"/>
                <a:gd name="connsiteX123" fmla="*/ 283605 w 1542615"/>
                <a:gd name="connsiteY123" fmla="*/ 247540 h 831143"/>
                <a:gd name="connsiteX124" fmla="*/ 278688 w 1542615"/>
                <a:gd name="connsiteY124" fmla="*/ 249179 h 831143"/>
                <a:gd name="connsiteX125" fmla="*/ 283605 w 1542615"/>
                <a:gd name="connsiteY125" fmla="*/ 250819 h 831143"/>
                <a:gd name="connsiteX126" fmla="*/ 286884 w 1542615"/>
                <a:gd name="connsiteY126" fmla="*/ 247540 h 831143"/>
                <a:gd name="connsiteX127" fmla="*/ 291802 w 1542615"/>
                <a:gd name="connsiteY127" fmla="*/ 247540 h 831143"/>
                <a:gd name="connsiteX128" fmla="*/ 286884 w 1542615"/>
                <a:gd name="connsiteY128" fmla="*/ 250819 h 831143"/>
                <a:gd name="connsiteX129" fmla="*/ 286884 w 1542615"/>
                <a:gd name="connsiteY129" fmla="*/ 254097 h 831143"/>
                <a:gd name="connsiteX130" fmla="*/ 291802 w 1542615"/>
                <a:gd name="connsiteY130" fmla="*/ 255737 h 831143"/>
                <a:gd name="connsiteX131" fmla="*/ 286884 w 1542615"/>
                <a:gd name="connsiteY131" fmla="*/ 257376 h 831143"/>
                <a:gd name="connsiteX132" fmla="*/ 291802 w 1542615"/>
                <a:gd name="connsiteY132" fmla="*/ 260655 h 831143"/>
                <a:gd name="connsiteX133" fmla="*/ 295081 w 1542615"/>
                <a:gd name="connsiteY133" fmla="*/ 260655 h 831143"/>
                <a:gd name="connsiteX134" fmla="*/ 298359 w 1542615"/>
                <a:gd name="connsiteY134" fmla="*/ 262294 h 831143"/>
                <a:gd name="connsiteX135" fmla="*/ 298359 w 1542615"/>
                <a:gd name="connsiteY135" fmla="*/ 262294 h 831143"/>
                <a:gd name="connsiteX136" fmla="*/ 303278 w 1542615"/>
                <a:gd name="connsiteY136" fmla="*/ 263933 h 831143"/>
                <a:gd name="connsiteX137" fmla="*/ 306556 w 1542615"/>
                <a:gd name="connsiteY137" fmla="*/ 265573 h 831143"/>
                <a:gd name="connsiteX138" fmla="*/ 309835 w 1542615"/>
                <a:gd name="connsiteY138" fmla="*/ 263933 h 831143"/>
                <a:gd name="connsiteX139" fmla="*/ 313113 w 1542615"/>
                <a:gd name="connsiteY139" fmla="*/ 267212 h 831143"/>
                <a:gd name="connsiteX140" fmla="*/ 309835 w 1542615"/>
                <a:gd name="connsiteY140" fmla="*/ 268851 h 831143"/>
                <a:gd name="connsiteX141" fmla="*/ 306556 w 1542615"/>
                <a:gd name="connsiteY141" fmla="*/ 268851 h 831143"/>
                <a:gd name="connsiteX142" fmla="*/ 304916 w 1542615"/>
                <a:gd name="connsiteY142" fmla="*/ 273769 h 831143"/>
                <a:gd name="connsiteX143" fmla="*/ 309835 w 1542615"/>
                <a:gd name="connsiteY143" fmla="*/ 272130 h 831143"/>
                <a:gd name="connsiteX144" fmla="*/ 313113 w 1542615"/>
                <a:gd name="connsiteY144" fmla="*/ 273769 h 831143"/>
                <a:gd name="connsiteX145" fmla="*/ 318031 w 1542615"/>
                <a:gd name="connsiteY145" fmla="*/ 273769 h 831143"/>
                <a:gd name="connsiteX146" fmla="*/ 318031 w 1542615"/>
                <a:gd name="connsiteY146" fmla="*/ 277048 h 831143"/>
                <a:gd name="connsiteX147" fmla="*/ 322949 w 1542615"/>
                <a:gd name="connsiteY147" fmla="*/ 277048 h 831143"/>
                <a:gd name="connsiteX148" fmla="*/ 318031 w 1542615"/>
                <a:gd name="connsiteY148" fmla="*/ 280327 h 831143"/>
                <a:gd name="connsiteX149" fmla="*/ 314753 w 1542615"/>
                <a:gd name="connsiteY149" fmla="*/ 280327 h 831143"/>
                <a:gd name="connsiteX150" fmla="*/ 311474 w 1542615"/>
                <a:gd name="connsiteY150" fmla="*/ 280327 h 831143"/>
                <a:gd name="connsiteX151" fmla="*/ 306556 w 1542615"/>
                <a:gd name="connsiteY151" fmla="*/ 280327 h 831143"/>
                <a:gd name="connsiteX152" fmla="*/ 311474 w 1542615"/>
                <a:gd name="connsiteY152" fmla="*/ 281966 h 831143"/>
                <a:gd name="connsiteX153" fmla="*/ 314753 w 1542615"/>
                <a:gd name="connsiteY153" fmla="*/ 281966 h 831143"/>
                <a:gd name="connsiteX154" fmla="*/ 318031 w 1542615"/>
                <a:gd name="connsiteY154" fmla="*/ 281966 h 831143"/>
                <a:gd name="connsiteX155" fmla="*/ 314753 w 1542615"/>
                <a:gd name="connsiteY155" fmla="*/ 283605 h 831143"/>
                <a:gd name="connsiteX156" fmla="*/ 311474 w 1542615"/>
                <a:gd name="connsiteY156" fmla="*/ 283605 h 831143"/>
                <a:gd name="connsiteX157" fmla="*/ 306556 w 1542615"/>
                <a:gd name="connsiteY157" fmla="*/ 283605 h 831143"/>
                <a:gd name="connsiteX158" fmla="*/ 311474 w 1542615"/>
                <a:gd name="connsiteY158" fmla="*/ 286884 h 831143"/>
                <a:gd name="connsiteX159" fmla="*/ 314753 w 1542615"/>
                <a:gd name="connsiteY159" fmla="*/ 285245 h 831143"/>
                <a:gd name="connsiteX160" fmla="*/ 311474 w 1542615"/>
                <a:gd name="connsiteY160" fmla="*/ 286884 h 831143"/>
                <a:gd name="connsiteX161" fmla="*/ 308195 w 1542615"/>
                <a:gd name="connsiteY161" fmla="*/ 286884 h 831143"/>
                <a:gd name="connsiteX162" fmla="*/ 304916 w 1542615"/>
                <a:gd name="connsiteY162" fmla="*/ 288523 h 831143"/>
                <a:gd name="connsiteX163" fmla="*/ 299999 w 1542615"/>
                <a:gd name="connsiteY163" fmla="*/ 290163 h 831143"/>
                <a:gd name="connsiteX164" fmla="*/ 296720 w 1542615"/>
                <a:gd name="connsiteY164" fmla="*/ 290163 h 831143"/>
                <a:gd name="connsiteX165" fmla="*/ 291802 w 1542615"/>
                <a:gd name="connsiteY165" fmla="*/ 290163 h 831143"/>
                <a:gd name="connsiteX166" fmla="*/ 288523 w 1542615"/>
                <a:gd name="connsiteY166" fmla="*/ 291802 h 831143"/>
                <a:gd name="connsiteX167" fmla="*/ 283605 w 1542615"/>
                <a:gd name="connsiteY167" fmla="*/ 291802 h 831143"/>
                <a:gd name="connsiteX168" fmla="*/ 288523 w 1542615"/>
                <a:gd name="connsiteY168" fmla="*/ 293441 h 831143"/>
                <a:gd name="connsiteX169" fmla="*/ 291802 w 1542615"/>
                <a:gd name="connsiteY169" fmla="*/ 291802 h 831143"/>
                <a:gd name="connsiteX170" fmla="*/ 296720 w 1542615"/>
                <a:gd name="connsiteY170" fmla="*/ 291802 h 831143"/>
                <a:gd name="connsiteX171" fmla="*/ 299999 w 1542615"/>
                <a:gd name="connsiteY171" fmla="*/ 291802 h 831143"/>
                <a:gd name="connsiteX172" fmla="*/ 304916 w 1542615"/>
                <a:gd name="connsiteY172" fmla="*/ 290163 h 831143"/>
                <a:gd name="connsiteX173" fmla="*/ 308195 w 1542615"/>
                <a:gd name="connsiteY173" fmla="*/ 290163 h 831143"/>
                <a:gd name="connsiteX174" fmla="*/ 311474 w 1542615"/>
                <a:gd name="connsiteY174" fmla="*/ 288523 h 831143"/>
                <a:gd name="connsiteX175" fmla="*/ 316392 w 1542615"/>
                <a:gd name="connsiteY175" fmla="*/ 286884 h 831143"/>
                <a:gd name="connsiteX176" fmla="*/ 311474 w 1542615"/>
                <a:gd name="connsiteY176" fmla="*/ 291802 h 831143"/>
                <a:gd name="connsiteX177" fmla="*/ 308195 w 1542615"/>
                <a:gd name="connsiteY177" fmla="*/ 293441 h 831143"/>
                <a:gd name="connsiteX178" fmla="*/ 313113 w 1542615"/>
                <a:gd name="connsiteY178" fmla="*/ 295081 h 831143"/>
                <a:gd name="connsiteX179" fmla="*/ 316392 w 1542615"/>
                <a:gd name="connsiteY179" fmla="*/ 295081 h 831143"/>
                <a:gd name="connsiteX180" fmla="*/ 313113 w 1542615"/>
                <a:gd name="connsiteY180" fmla="*/ 296720 h 831143"/>
                <a:gd name="connsiteX181" fmla="*/ 316392 w 1542615"/>
                <a:gd name="connsiteY181" fmla="*/ 299999 h 831143"/>
                <a:gd name="connsiteX182" fmla="*/ 319671 w 1542615"/>
                <a:gd name="connsiteY182" fmla="*/ 299999 h 831143"/>
                <a:gd name="connsiteX183" fmla="*/ 316392 w 1542615"/>
                <a:gd name="connsiteY183" fmla="*/ 301638 h 831143"/>
                <a:gd name="connsiteX184" fmla="*/ 316392 w 1542615"/>
                <a:gd name="connsiteY184" fmla="*/ 304917 h 831143"/>
                <a:gd name="connsiteX185" fmla="*/ 319671 w 1542615"/>
                <a:gd name="connsiteY185" fmla="*/ 306556 h 831143"/>
                <a:gd name="connsiteX186" fmla="*/ 314753 w 1542615"/>
                <a:gd name="connsiteY186" fmla="*/ 306556 h 831143"/>
                <a:gd name="connsiteX187" fmla="*/ 311474 w 1542615"/>
                <a:gd name="connsiteY187" fmla="*/ 304917 h 831143"/>
                <a:gd name="connsiteX188" fmla="*/ 308195 w 1542615"/>
                <a:gd name="connsiteY188" fmla="*/ 306556 h 831143"/>
                <a:gd name="connsiteX189" fmla="*/ 311474 w 1542615"/>
                <a:gd name="connsiteY189" fmla="*/ 306556 h 831143"/>
                <a:gd name="connsiteX190" fmla="*/ 308195 w 1542615"/>
                <a:gd name="connsiteY190" fmla="*/ 308195 h 831143"/>
                <a:gd name="connsiteX191" fmla="*/ 311474 w 1542615"/>
                <a:gd name="connsiteY191" fmla="*/ 309835 h 831143"/>
                <a:gd name="connsiteX192" fmla="*/ 314753 w 1542615"/>
                <a:gd name="connsiteY192" fmla="*/ 311474 h 831143"/>
                <a:gd name="connsiteX193" fmla="*/ 316392 w 1542615"/>
                <a:gd name="connsiteY193" fmla="*/ 314753 h 831143"/>
                <a:gd name="connsiteX194" fmla="*/ 319671 w 1542615"/>
                <a:gd name="connsiteY194" fmla="*/ 316392 h 831143"/>
                <a:gd name="connsiteX195" fmla="*/ 322949 w 1542615"/>
                <a:gd name="connsiteY195" fmla="*/ 316392 h 831143"/>
                <a:gd name="connsiteX196" fmla="*/ 324589 w 1542615"/>
                <a:gd name="connsiteY196" fmla="*/ 319671 h 831143"/>
                <a:gd name="connsiteX197" fmla="*/ 321310 w 1542615"/>
                <a:gd name="connsiteY197" fmla="*/ 318031 h 831143"/>
                <a:gd name="connsiteX198" fmla="*/ 316392 w 1542615"/>
                <a:gd name="connsiteY198" fmla="*/ 319671 h 831143"/>
                <a:gd name="connsiteX199" fmla="*/ 313113 w 1542615"/>
                <a:gd name="connsiteY199" fmla="*/ 322949 h 831143"/>
                <a:gd name="connsiteX200" fmla="*/ 316392 w 1542615"/>
                <a:gd name="connsiteY200" fmla="*/ 322949 h 831143"/>
                <a:gd name="connsiteX201" fmla="*/ 313113 w 1542615"/>
                <a:gd name="connsiteY201" fmla="*/ 324589 h 831143"/>
                <a:gd name="connsiteX202" fmla="*/ 308195 w 1542615"/>
                <a:gd name="connsiteY202" fmla="*/ 327867 h 831143"/>
                <a:gd name="connsiteX203" fmla="*/ 304916 w 1542615"/>
                <a:gd name="connsiteY203" fmla="*/ 327867 h 831143"/>
                <a:gd name="connsiteX204" fmla="*/ 308195 w 1542615"/>
                <a:gd name="connsiteY204" fmla="*/ 329507 h 831143"/>
                <a:gd name="connsiteX205" fmla="*/ 311474 w 1542615"/>
                <a:gd name="connsiteY205" fmla="*/ 329507 h 831143"/>
                <a:gd name="connsiteX206" fmla="*/ 314753 w 1542615"/>
                <a:gd name="connsiteY206" fmla="*/ 331146 h 831143"/>
                <a:gd name="connsiteX207" fmla="*/ 319671 w 1542615"/>
                <a:gd name="connsiteY207" fmla="*/ 329507 h 831143"/>
                <a:gd name="connsiteX208" fmla="*/ 322949 w 1542615"/>
                <a:gd name="connsiteY208" fmla="*/ 331146 h 831143"/>
                <a:gd name="connsiteX209" fmla="*/ 324589 w 1542615"/>
                <a:gd name="connsiteY209" fmla="*/ 334425 h 831143"/>
                <a:gd name="connsiteX210" fmla="*/ 321310 w 1542615"/>
                <a:gd name="connsiteY210" fmla="*/ 339343 h 831143"/>
                <a:gd name="connsiteX211" fmla="*/ 316392 w 1542615"/>
                <a:gd name="connsiteY211" fmla="*/ 339343 h 831143"/>
                <a:gd name="connsiteX212" fmla="*/ 321310 w 1542615"/>
                <a:gd name="connsiteY212" fmla="*/ 340982 h 831143"/>
                <a:gd name="connsiteX213" fmla="*/ 324589 w 1542615"/>
                <a:gd name="connsiteY213" fmla="*/ 339343 h 831143"/>
                <a:gd name="connsiteX214" fmla="*/ 321310 w 1542615"/>
                <a:gd name="connsiteY214" fmla="*/ 340982 h 831143"/>
                <a:gd name="connsiteX215" fmla="*/ 316392 w 1542615"/>
                <a:gd name="connsiteY215" fmla="*/ 344261 h 831143"/>
                <a:gd name="connsiteX216" fmla="*/ 313113 w 1542615"/>
                <a:gd name="connsiteY216" fmla="*/ 345900 h 831143"/>
                <a:gd name="connsiteX217" fmla="*/ 309835 w 1542615"/>
                <a:gd name="connsiteY217" fmla="*/ 347539 h 831143"/>
                <a:gd name="connsiteX218" fmla="*/ 313113 w 1542615"/>
                <a:gd name="connsiteY218" fmla="*/ 347539 h 831143"/>
                <a:gd name="connsiteX219" fmla="*/ 316392 w 1542615"/>
                <a:gd name="connsiteY219" fmla="*/ 349179 h 831143"/>
                <a:gd name="connsiteX220" fmla="*/ 321310 w 1542615"/>
                <a:gd name="connsiteY220" fmla="*/ 349179 h 831143"/>
                <a:gd name="connsiteX221" fmla="*/ 324589 w 1542615"/>
                <a:gd name="connsiteY221" fmla="*/ 349179 h 831143"/>
                <a:gd name="connsiteX222" fmla="*/ 321310 w 1542615"/>
                <a:gd name="connsiteY222" fmla="*/ 350818 h 831143"/>
                <a:gd name="connsiteX223" fmla="*/ 316392 w 1542615"/>
                <a:gd name="connsiteY223" fmla="*/ 350818 h 831143"/>
                <a:gd name="connsiteX224" fmla="*/ 313113 w 1542615"/>
                <a:gd name="connsiteY224" fmla="*/ 349179 h 831143"/>
                <a:gd name="connsiteX225" fmla="*/ 308195 w 1542615"/>
                <a:gd name="connsiteY225" fmla="*/ 350818 h 831143"/>
                <a:gd name="connsiteX226" fmla="*/ 304916 w 1542615"/>
                <a:gd name="connsiteY226" fmla="*/ 349179 h 831143"/>
                <a:gd name="connsiteX227" fmla="*/ 301638 w 1542615"/>
                <a:gd name="connsiteY227" fmla="*/ 349179 h 831143"/>
                <a:gd name="connsiteX228" fmla="*/ 296720 w 1542615"/>
                <a:gd name="connsiteY228" fmla="*/ 349179 h 831143"/>
                <a:gd name="connsiteX229" fmla="*/ 293441 w 1542615"/>
                <a:gd name="connsiteY229" fmla="*/ 349179 h 831143"/>
                <a:gd name="connsiteX230" fmla="*/ 288523 w 1542615"/>
                <a:gd name="connsiteY230" fmla="*/ 350818 h 831143"/>
                <a:gd name="connsiteX231" fmla="*/ 293441 w 1542615"/>
                <a:gd name="connsiteY231" fmla="*/ 352457 h 831143"/>
                <a:gd name="connsiteX232" fmla="*/ 296720 w 1542615"/>
                <a:gd name="connsiteY232" fmla="*/ 350818 h 831143"/>
                <a:gd name="connsiteX233" fmla="*/ 299999 w 1542615"/>
                <a:gd name="connsiteY233" fmla="*/ 354097 h 831143"/>
                <a:gd name="connsiteX234" fmla="*/ 304916 w 1542615"/>
                <a:gd name="connsiteY234" fmla="*/ 352457 h 831143"/>
                <a:gd name="connsiteX235" fmla="*/ 308195 w 1542615"/>
                <a:gd name="connsiteY235" fmla="*/ 352457 h 831143"/>
                <a:gd name="connsiteX236" fmla="*/ 313113 w 1542615"/>
                <a:gd name="connsiteY236" fmla="*/ 354097 h 831143"/>
                <a:gd name="connsiteX237" fmla="*/ 308195 w 1542615"/>
                <a:gd name="connsiteY237" fmla="*/ 354097 h 831143"/>
                <a:gd name="connsiteX238" fmla="*/ 304916 w 1542615"/>
                <a:gd name="connsiteY238" fmla="*/ 357375 h 831143"/>
                <a:gd name="connsiteX239" fmla="*/ 301638 w 1542615"/>
                <a:gd name="connsiteY239" fmla="*/ 359015 h 831143"/>
                <a:gd name="connsiteX240" fmla="*/ 298359 w 1542615"/>
                <a:gd name="connsiteY240" fmla="*/ 360654 h 831143"/>
                <a:gd name="connsiteX241" fmla="*/ 296720 w 1542615"/>
                <a:gd name="connsiteY241" fmla="*/ 360654 h 831143"/>
                <a:gd name="connsiteX242" fmla="*/ 293441 w 1542615"/>
                <a:gd name="connsiteY242" fmla="*/ 362293 h 831143"/>
                <a:gd name="connsiteX243" fmla="*/ 288523 w 1542615"/>
                <a:gd name="connsiteY243" fmla="*/ 365572 h 831143"/>
                <a:gd name="connsiteX244" fmla="*/ 285245 w 1542615"/>
                <a:gd name="connsiteY244" fmla="*/ 365572 h 831143"/>
                <a:gd name="connsiteX245" fmla="*/ 281966 w 1542615"/>
                <a:gd name="connsiteY245" fmla="*/ 367211 h 831143"/>
                <a:gd name="connsiteX246" fmla="*/ 285245 w 1542615"/>
                <a:gd name="connsiteY246" fmla="*/ 368851 h 831143"/>
                <a:gd name="connsiteX247" fmla="*/ 288523 w 1542615"/>
                <a:gd name="connsiteY247" fmla="*/ 370490 h 831143"/>
                <a:gd name="connsiteX248" fmla="*/ 293441 w 1542615"/>
                <a:gd name="connsiteY248" fmla="*/ 370490 h 831143"/>
                <a:gd name="connsiteX249" fmla="*/ 296720 w 1542615"/>
                <a:gd name="connsiteY249" fmla="*/ 370490 h 831143"/>
                <a:gd name="connsiteX250" fmla="*/ 299999 w 1542615"/>
                <a:gd name="connsiteY250" fmla="*/ 368851 h 831143"/>
                <a:gd name="connsiteX251" fmla="*/ 304916 w 1542615"/>
                <a:gd name="connsiteY251" fmla="*/ 367211 h 831143"/>
                <a:gd name="connsiteX252" fmla="*/ 308195 w 1542615"/>
                <a:gd name="connsiteY252" fmla="*/ 363933 h 831143"/>
                <a:gd name="connsiteX253" fmla="*/ 311474 w 1542615"/>
                <a:gd name="connsiteY253" fmla="*/ 362293 h 831143"/>
                <a:gd name="connsiteX254" fmla="*/ 316392 w 1542615"/>
                <a:gd name="connsiteY254" fmla="*/ 360654 h 831143"/>
                <a:gd name="connsiteX255" fmla="*/ 311474 w 1542615"/>
                <a:gd name="connsiteY255" fmla="*/ 363933 h 831143"/>
                <a:gd name="connsiteX256" fmla="*/ 308195 w 1542615"/>
                <a:gd name="connsiteY256" fmla="*/ 367211 h 831143"/>
                <a:gd name="connsiteX257" fmla="*/ 304916 w 1542615"/>
                <a:gd name="connsiteY257" fmla="*/ 367211 h 831143"/>
                <a:gd name="connsiteX258" fmla="*/ 299999 w 1542615"/>
                <a:gd name="connsiteY258" fmla="*/ 368851 h 831143"/>
                <a:gd name="connsiteX259" fmla="*/ 296720 w 1542615"/>
                <a:gd name="connsiteY259" fmla="*/ 370490 h 831143"/>
                <a:gd name="connsiteX260" fmla="*/ 291802 w 1542615"/>
                <a:gd name="connsiteY260" fmla="*/ 370490 h 831143"/>
                <a:gd name="connsiteX261" fmla="*/ 288523 w 1542615"/>
                <a:gd name="connsiteY261" fmla="*/ 370490 h 831143"/>
                <a:gd name="connsiteX262" fmla="*/ 285245 w 1542615"/>
                <a:gd name="connsiteY262" fmla="*/ 372129 h 831143"/>
                <a:gd name="connsiteX263" fmla="*/ 280326 w 1542615"/>
                <a:gd name="connsiteY263" fmla="*/ 373769 h 831143"/>
                <a:gd name="connsiteX264" fmla="*/ 277048 w 1542615"/>
                <a:gd name="connsiteY264" fmla="*/ 375408 h 831143"/>
                <a:gd name="connsiteX265" fmla="*/ 273769 w 1542615"/>
                <a:gd name="connsiteY265" fmla="*/ 377047 h 831143"/>
                <a:gd name="connsiteX266" fmla="*/ 268851 w 1542615"/>
                <a:gd name="connsiteY266" fmla="*/ 377047 h 831143"/>
                <a:gd name="connsiteX267" fmla="*/ 265573 w 1542615"/>
                <a:gd name="connsiteY267" fmla="*/ 378687 h 831143"/>
                <a:gd name="connsiteX268" fmla="*/ 268851 w 1542615"/>
                <a:gd name="connsiteY268" fmla="*/ 380326 h 831143"/>
                <a:gd name="connsiteX269" fmla="*/ 268851 w 1542615"/>
                <a:gd name="connsiteY269" fmla="*/ 385244 h 831143"/>
                <a:gd name="connsiteX270" fmla="*/ 272130 w 1542615"/>
                <a:gd name="connsiteY270" fmla="*/ 388523 h 831143"/>
                <a:gd name="connsiteX271" fmla="*/ 275409 w 1542615"/>
                <a:gd name="connsiteY271" fmla="*/ 390162 h 831143"/>
                <a:gd name="connsiteX272" fmla="*/ 278688 w 1542615"/>
                <a:gd name="connsiteY272" fmla="*/ 388523 h 831143"/>
                <a:gd name="connsiteX273" fmla="*/ 277048 w 1542615"/>
                <a:gd name="connsiteY273" fmla="*/ 385244 h 831143"/>
                <a:gd name="connsiteX274" fmla="*/ 281966 w 1542615"/>
                <a:gd name="connsiteY274" fmla="*/ 388523 h 831143"/>
                <a:gd name="connsiteX275" fmla="*/ 285245 w 1542615"/>
                <a:gd name="connsiteY275" fmla="*/ 390162 h 831143"/>
                <a:gd name="connsiteX276" fmla="*/ 288523 w 1542615"/>
                <a:gd name="connsiteY276" fmla="*/ 390162 h 831143"/>
                <a:gd name="connsiteX277" fmla="*/ 293441 w 1542615"/>
                <a:gd name="connsiteY277" fmla="*/ 390162 h 831143"/>
                <a:gd name="connsiteX278" fmla="*/ 296720 w 1542615"/>
                <a:gd name="connsiteY278" fmla="*/ 390162 h 831143"/>
                <a:gd name="connsiteX279" fmla="*/ 301638 w 1542615"/>
                <a:gd name="connsiteY279" fmla="*/ 390162 h 831143"/>
                <a:gd name="connsiteX280" fmla="*/ 304916 w 1542615"/>
                <a:gd name="connsiteY280" fmla="*/ 388523 h 831143"/>
                <a:gd name="connsiteX281" fmla="*/ 308195 w 1542615"/>
                <a:gd name="connsiteY281" fmla="*/ 388523 h 831143"/>
                <a:gd name="connsiteX282" fmla="*/ 311474 w 1542615"/>
                <a:gd name="connsiteY282" fmla="*/ 386883 h 831143"/>
                <a:gd name="connsiteX283" fmla="*/ 316392 w 1542615"/>
                <a:gd name="connsiteY283" fmla="*/ 385244 h 831143"/>
                <a:gd name="connsiteX284" fmla="*/ 313113 w 1542615"/>
                <a:gd name="connsiteY284" fmla="*/ 381966 h 831143"/>
                <a:gd name="connsiteX285" fmla="*/ 314753 w 1542615"/>
                <a:gd name="connsiteY285" fmla="*/ 377047 h 831143"/>
                <a:gd name="connsiteX286" fmla="*/ 318031 w 1542615"/>
                <a:gd name="connsiteY286" fmla="*/ 380326 h 831143"/>
                <a:gd name="connsiteX287" fmla="*/ 321310 w 1542615"/>
                <a:gd name="connsiteY287" fmla="*/ 380326 h 831143"/>
                <a:gd name="connsiteX288" fmla="*/ 321310 w 1542615"/>
                <a:gd name="connsiteY288" fmla="*/ 377047 h 831143"/>
                <a:gd name="connsiteX289" fmla="*/ 324589 w 1542615"/>
                <a:gd name="connsiteY289" fmla="*/ 377047 h 831143"/>
                <a:gd name="connsiteX290" fmla="*/ 327868 w 1542615"/>
                <a:gd name="connsiteY290" fmla="*/ 375408 h 831143"/>
                <a:gd name="connsiteX291" fmla="*/ 332785 w 1542615"/>
                <a:gd name="connsiteY291" fmla="*/ 375408 h 831143"/>
                <a:gd name="connsiteX292" fmla="*/ 336064 w 1542615"/>
                <a:gd name="connsiteY292" fmla="*/ 372129 h 831143"/>
                <a:gd name="connsiteX293" fmla="*/ 336064 w 1542615"/>
                <a:gd name="connsiteY293" fmla="*/ 368851 h 831143"/>
                <a:gd name="connsiteX294" fmla="*/ 334425 w 1542615"/>
                <a:gd name="connsiteY294" fmla="*/ 365572 h 831143"/>
                <a:gd name="connsiteX295" fmla="*/ 331146 w 1542615"/>
                <a:gd name="connsiteY295" fmla="*/ 362293 h 831143"/>
                <a:gd name="connsiteX296" fmla="*/ 332785 w 1542615"/>
                <a:gd name="connsiteY296" fmla="*/ 359015 h 831143"/>
                <a:gd name="connsiteX297" fmla="*/ 334425 w 1542615"/>
                <a:gd name="connsiteY297" fmla="*/ 354097 h 831143"/>
                <a:gd name="connsiteX298" fmla="*/ 337703 w 1542615"/>
                <a:gd name="connsiteY298" fmla="*/ 354097 h 831143"/>
                <a:gd name="connsiteX299" fmla="*/ 342622 w 1542615"/>
                <a:gd name="connsiteY299" fmla="*/ 354097 h 831143"/>
                <a:gd name="connsiteX300" fmla="*/ 337703 w 1542615"/>
                <a:gd name="connsiteY300" fmla="*/ 355736 h 831143"/>
                <a:gd name="connsiteX301" fmla="*/ 334425 w 1542615"/>
                <a:gd name="connsiteY301" fmla="*/ 355736 h 831143"/>
                <a:gd name="connsiteX302" fmla="*/ 334425 w 1542615"/>
                <a:gd name="connsiteY302" fmla="*/ 360654 h 831143"/>
                <a:gd name="connsiteX303" fmla="*/ 336064 w 1542615"/>
                <a:gd name="connsiteY303" fmla="*/ 363933 h 831143"/>
                <a:gd name="connsiteX304" fmla="*/ 339343 w 1542615"/>
                <a:gd name="connsiteY304" fmla="*/ 367211 h 831143"/>
                <a:gd name="connsiteX305" fmla="*/ 337703 w 1542615"/>
                <a:gd name="connsiteY305" fmla="*/ 372129 h 831143"/>
                <a:gd name="connsiteX306" fmla="*/ 336064 w 1542615"/>
                <a:gd name="connsiteY306" fmla="*/ 375408 h 831143"/>
                <a:gd name="connsiteX307" fmla="*/ 340982 w 1542615"/>
                <a:gd name="connsiteY307" fmla="*/ 373769 h 831143"/>
                <a:gd name="connsiteX308" fmla="*/ 344261 w 1542615"/>
                <a:gd name="connsiteY308" fmla="*/ 373769 h 831143"/>
                <a:gd name="connsiteX309" fmla="*/ 349179 w 1542615"/>
                <a:gd name="connsiteY309" fmla="*/ 370490 h 831143"/>
                <a:gd name="connsiteX310" fmla="*/ 352458 w 1542615"/>
                <a:gd name="connsiteY310" fmla="*/ 368851 h 831143"/>
                <a:gd name="connsiteX311" fmla="*/ 355736 w 1542615"/>
                <a:gd name="connsiteY311" fmla="*/ 367211 h 831143"/>
                <a:gd name="connsiteX312" fmla="*/ 352458 w 1542615"/>
                <a:gd name="connsiteY312" fmla="*/ 370490 h 831143"/>
                <a:gd name="connsiteX313" fmla="*/ 349179 w 1542615"/>
                <a:gd name="connsiteY313" fmla="*/ 373769 h 831143"/>
                <a:gd name="connsiteX314" fmla="*/ 344261 w 1542615"/>
                <a:gd name="connsiteY314" fmla="*/ 373769 h 831143"/>
                <a:gd name="connsiteX315" fmla="*/ 340982 w 1542615"/>
                <a:gd name="connsiteY315" fmla="*/ 375408 h 831143"/>
                <a:gd name="connsiteX316" fmla="*/ 337703 w 1542615"/>
                <a:gd name="connsiteY316" fmla="*/ 378687 h 831143"/>
                <a:gd name="connsiteX317" fmla="*/ 340982 w 1542615"/>
                <a:gd name="connsiteY317" fmla="*/ 378687 h 831143"/>
                <a:gd name="connsiteX318" fmla="*/ 345900 w 1542615"/>
                <a:gd name="connsiteY318" fmla="*/ 378687 h 831143"/>
                <a:gd name="connsiteX319" fmla="*/ 349179 w 1542615"/>
                <a:gd name="connsiteY319" fmla="*/ 378687 h 831143"/>
                <a:gd name="connsiteX320" fmla="*/ 352458 w 1542615"/>
                <a:gd name="connsiteY320" fmla="*/ 378687 h 831143"/>
                <a:gd name="connsiteX321" fmla="*/ 357375 w 1542615"/>
                <a:gd name="connsiteY321" fmla="*/ 380326 h 831143"/>
                <a:gd name="connsiteX322" fmla="*/ 360654 w 1542615"/>
                <a:gd name="connsiteY322" fmla="*/ 381966 h 831143"/>
                <a:gd name="connsiteX323" fmla="*/ 365572 w 1542615"/>
                <a:gd name="connsiteY323" fmla="*/ 381966 h 831143"/>
                <a:gd name="connsiteX324" fmla="*/ 368851 w 1542615"/>
                <a:gd name="connsiteY324" fmla="*/ 380326 h 831143"/>
                <a:gd name="connsiteX325" fmla="*/ 373769 w 1542615"/>
                <a:gd name="connsiteY325" fmla="*/ 380326 h 831143"/>
                <a:gd name="connsiteX326" fmla="*/ 377048 w 1542615"/>
                <a:gd name="connsiteY326" fmla="*/ 377047 h 831143"/>
                <a:gd name="connsiteX327" fmla="*/ 380326 w 1542615"/>
                <a:gd name="connsiteY327" fmla="*/ 377047 h 831143"/>
                <a:gd name="connsiteX328" fmla="*/ 377048 w 1542615"/>
                <a:gd name="connsiteY328" fmla="*/ 380326 h 831143"/>
                <a:gd name="connsiteX329" fmla="*/ 372129 w 1542615"/>
                <a:gd name="connsiteY329" fmla="*/ 381966 h 831143"/>
                <a:gd name="connsiteX330" fmla="*/ 368851 w 1542615"/>
                <a:gd name="connsiteY330" fmla="*/ 381966 h 831143"/>
                <a:gd name="connsiteX331" fmla="*/ 365572 w 1542615"/>
                <a:gd name="connsiteY331" fmla="*/ 381966 h 831143"/>
                <a:gd name="connsiteX332" fmla="*/ 360654 w 1542615"/>
                <a:gd name="connsiteY332" fmla="*/ 381966 h 831143"/>
                <a:gd name="connsiteX333" fmla="*/ 357375 w 1542615"/>
                <a:gd name="connsiteY333" fmla="*/ 383605 h 831143"/>
                <a:gd name="connsiteX334" fmla="*/ 354097 w 1542615"/>
                <a:gd name="connsiteY334" fmla="*/ 383605 h 831143"/>
                <a:gd name="connsiteX335" fmla="*/ 349179 w 1542615"/>
                <a:gd name="connsiteY335" fmla="*/ 383605 h 831143"/>
                <a:gd name="connsiteX336" fmla="*/ 345900 w 1542615"/>
                <a:gd name="connsiteY336" fmla="*/ 385244 h 831143"/>
                <a:gd name="connsiteX337" fmla="*/ 342622 w 1542615"/>
                <a:gd name="connsiteY337" fmla="*/ 386883 h 831143"/>
                <a:gd name="connsiteX338" fmla="*/ 337703 w 1542615"/>
                <a:gd name="connsiteY338" fmla="*/ 388523 h 831143"/>
                <a:gd name="connsiteX339" fmla="*/ 342622 w 1542615"/>
                <a:gd name="connsiteY339" fmla="*/ 388523 h 831143"/>
                <a:gd name="connsiteX340" fmla="*/ 345900 w 1542615"/>
                <a:gd name="connsiteY340" fmla="*/ 390162 h 831143"/>
                <a:gd name="connsiteX341" fmla="*/ 349179 w 1542615"/>
                <a:gd name="connsiteY341" fmla="*/ 390162 h 831143"/>
                <a:gd name="connsiteX342" fmla="*/ 354097 w 1542615"/>
                <a:gd name="connsiteY342" fmla="*/ 390162 h 831143"/>
                <a:gd name="connsiteX343" fmla="*/ 357375 w 1542615"/>
                <a:gd name="connsiteY343" fmla="*/ 388523 h 831143"/>
                <a:gd name="connsiteX344" fmla="*/ 360654 w 1542615"/>
                <a:gd name="connsiteY344" fmla="*/ 388523 h 831143"/>
                <a:gd name="connsiteX345" fmla="*/ 365572 w 1542615"/>
                <a:gd name="connsiteY345" fmla="*/ 386883 h 831143"/>
                <a:gd name="connsiteX346" fmla="*/ 368851 w 1542615"/>
                <a:gd name="connsiteY346" fmla="*/ 386883 h 831143"/>
                <a:gd name="connsiteX347" fmla="*/ 372129 w 1542615"/>
                <a:gd name="connsiteY347" fmla="*/ 385244 h 831143"/>
                <a:gd name="connsiteX348" fmla="*/ 375408 w 1542615"/>
                <a:gd name="connsiteY348" fmla="*/ 385244 h 831143"/>
                <a:gd name="connsiteX349" fmla="*/ 380326 w 1542615"/>
                <a:gd name="connsiteY349" fmla="*/ 385244 h 831143"/>
                <a:gd name="connsiteX350" fmla="*/ 383605 w 1542615"/>
                <a:gd name="connsiteY350" fmla="*/ 385244 h 831143"/>
                <a:gd name="connsiteX351" fmla="*/ 380326 w 1542615"/>
                <a:gd name="connsiteY351" fmla="*/ 386883 h 831143"/>
                <a:gd name="connsiteX352" fmla="*/ 377048 w 1542615"/>
                <a:gd name="connsiteY352" fmla="*/ 386883 h 831143"/>
                <a:gd name="connsiteX353" fmla="*/ 372129 w 1542615"/>
                <a:gd name="connsiteY353" fmla="*/ 386883 h 831143"/>
                <a:gd name="connsiteX354" fmla="*/ 368851 w 1542615"/>
                <a:gd name="connsiteY354" fmla="*/ 388523 h 831143"/>
                <a:gd name="connsiteX355" fmla="*/ 365572 w 1542615"/>
                <a:gd name="connsiteY355" fmla="*/ 388523 h 831143"/>
                <a:gd name="connsiteX356" fmla="*/ 360654 w 1542615"/>
                <a:gd name="connsiteY356" fmla="*/ 388523 h 831143"/>
                <a:gd name="connsiteX357" fmla="*/ 357375 w 1542615"/>
                <a:gd name="connsiteY357" fmla="*/ 390162 h 831143"/>
                <a:gd name="connsiteX358" fmla="*/ 354097 w 1542615"/>
                <a:gd name="connsiteY358" fmla="*/ 393441 h 831143"/>
                <a:gd name="connsiteX359" fmla="*/ 349179 w 1542615"/>
                <a:gd name="connsiteY359" fmla="*/ 395080 h 831143"/>
                <a:gd name="connsiteX360" fmla="*/ 345900 w 1542615"/>
                <a:gd name="connsiteY360" fmla="*/ 395080 h 831143"/>
                <a:gd name="connsiteX361" fmla="*/ 349179 w 1542615"/>
                <a:gd name="connsiteY361" fmla="*/ 396719 h 831143"/>
                <a:gd name="connsiteX362" fmla="*/ 354097 w 1542615"/>
                <a:gd name="connsiteY362" fmla="*/ 396719 h 831143"/>
                <a:gd name="connsiteX363" fmla="*/ 357375 w 1542615"/>
                <a:gd name="connsiteY363" fmla="*/ 395080 h 831143"/>
                <a:gd name="connsiteX364" fmla="*/ 360654 w 1542615"/>
                <a:gd name="connsiteY364" fmla="*/ 393441 h 831143"/>
                <a:gd name="connsiteX365" fmla="*/ 365572 w 1542615"/>
                <a:gd name="connsiteY365" fmla="*/ 391802 h 831143"/>
                <a:gd name="connsiteX366" fmla="*/ 368851 w 1542615"/>
                <a:gd name="connsiteY366" fmla="*/ 391802 h 831143"/>
                <a:gd name="connsiteX367" fmla="*/ 373769 w 1542615"/>
                <a:gd name="connsiteY367" fmla="*/ 390162 h 831143"/>
                <a:gd name="connsiteX368" fmla="*/ 373769 w 1542615"/>
                <a:gd name="connsiteY368" fmla="*/ 393441 h 831143"/>
                <a:gd name="connsiteX369" fmla="*/ 368851 w 1542615"/>
                <a:gd name="connsiteY369" fmla="*/ 393441 h 831143"/>
                <a:gd name="connsiteX370" fmla="*/ 365572 w 1542615"/>
                <a:gd name="connsiteY370" fmla="*/ 395080 h 831143"/>
                <a:gd name="connsiteX371" fmla="*/ 362293 w 1542615"/>
                <a:gd name="connsiteY371" fmla="*/ 395080 h 831143"/>
                <a:gd name="connsiteX372" fmla="*/ 357375 w 1542615"/>
                <a:gd name="connsiteY372" fmla="*/ 396719 h 831143"/>
                <a:gd name="connsiteX373" fmla="*/ 354097 w 1542615"/>
                <a:gd name="connsiteY373" fmla="*/ 398359 h 831143"/>
                <a:gd name="connsiteX374" fmla="*/ 357375 w 1542615"/>
                <a:gd name="connsiteY374" fmla="*/ 399998 h 831143"/>
                <a:gd name="connsiteX375" fmla="*/ 362293 w 1542615"/>
                <a:gd name="connsiteY375" fmla="*/ 398359 h 831143"/>
                <a:gd name="connsiteX376" fmla="*/ 365572 w 1542615"/>
                <a:gd name="connsiteY376" fmla="*/ 398359 h 831143"/>
                <a:gd name="connsiteX377" fmla="*/ 370490 w 1542615"/>
                <a:gd name="connsiteY377" fmla="*/ 399998 h 831143"/>
                <a:gd name="connsiteX378" fmla="*/ 373769 w 1542615"/>
                <a:gd name="connsiteY378" fmla="*/ 398359 h 831143"/>
                <a:gd name="connsiteX379" fmla="*/ 378687 w 1542615"/>
                <a:gd name="connsiteY379" fmla="*/ 398359 h 831143"/>
                <a:gd name="connsiteX380" fmla="*/ 373769 w 1542615"/>
                <a:gd name="connsiteY380" fmla="*/ 399998 h 831143"/>
                <a:gd name="connsiteX381" fmla="*/ 378687 w 1542615"/>
                <a:gd name="connsiteY381" fmla="*/ 403277 h 831143"/>
                <a:gd name="connsiteX382" fmla="*/ 381966 w 1542615"/>
                <a:gd name="connsiteY382" fmla="*/ 403277 h 831143"/>
                <a:gd name="connsiteX383" fmla="*/ 385244 w 1542615"/>
                <a:gd name="connsiteY383" fmla="*/ 403277 h 831143"/>
                <a:gd name="connsiteX384" fmla="*/ 381966 w 1542615"/>
                <a:gd name="connsiteY384" fmla="*/ 404916 h 831143"/>
                <a:gd name="connsiteX385" fmla="*/ 377048 w 1542615"/>
                <a:gd name="connsiteY385" fmla="*/ 404916 h 831143"/>
                <a:gd name="connsiteX386" fmla="*/ 373769 w 1542615"/>
                <a:gd name="connsiteY386" fmla="*/ 403277 h 831143"/>
                <a:gd name="connsiteX387" fmla="*/ 368851 w 1542615"/>
                <a:gd name="connsiteY387" fmla="*/ 403277 h 831143"/>
                <a:gd name="connsiteX388" fmla="*/ 365572 w 1542615"/>
                <a:gd name="connsiteY388" fmla="*/ 401637 h 831143"/>
                <a:gd name="connsiteX389" fmla="*/ 362293 w 1542615"/>
                <a:gd name="connsiteY389" fmla="*/ 401637 h 831143"/>
                <a:gd name="connsiteX390" fmla="*/ 357375 w 1542615"/>
                <a:gd name="connsiteY390" fmla="*/ 403277 h 831143"/>
                <a:gd name="connsiteX391" fmla="*/ 362293 w 1542615"/>
                <a:gd name="connsiteY391" fmla="*/ 403277 h 831143"/>
                <a:gd name="connsiteX392" fmla="*/ 365572 w 1542615"/>
                <a:gd name="connsiteY392" fmla="*/ 406556 h 831143"/>
                <a:gd name="connsiteX393" fmla="*/ 370490 w 1542615"/>
                <a:gd name="connsiteY393" fmla="*/ 406556 h 831143"/>
                <a:gd name="connsiteX394" fmla="*/ 373769 w 1542615"/>
                <a:gd name="connsiteY394" fmla="*/ 406556 h 831143"/>
                <a:gd name="connsiteX395" fmla="*/ 377048 w 1542615"/>
                <a:gd name="connsiteY395" fmla="*/ 409834 h 831143"/>
                <a:gd name="connsiteX396" fmla="*/ 381966 w 1542615"/>
                <a:gd name="connsiteY396" fmla="*/ 408195 h 831143"/>
                <a:gd name="connsiteX397" fmla="*/ 385244 w 1542615"/>
                <a:gd name="connsiteY397" fmla="*/ 408195 h 831143"/>
                <a:gd name="connsiteX398" fmla="*/ 385244 w 1542615"/>
                <a:gd name="connsiteY398" fmla="*/ 411473 h 831143"/>
                <a:gd name="connsiteX399" fmla="*/ 381966 w 1542615"/>
                <a:gd name="connsiteY399" fmla="*/ 413113 h 831143"/>
                <a:gd name="connsiteX400" fmla="*/ 378687 w 1542615"/>
                <a:gd name="connsiteY400" fmla="*/ 411473 h 831143"/>
                <a:gd name="connsiteX401" fmla="*/ 373769 w 1542615"/>
                <a:gd name="connsiteY401" fmla="*/ 409834 h 831143"/>
                <a:gd name="connsiteX402" fmla="*/ 370490 w 1542615"/>
                <a:gd name="connsiteY402" fmla="*/ 411473 h 831143"/>
                <a:gd name="connsiteX403" fmla="*/ 367212 w 1542615"/>
                <a:gd name="connsiteY403" fmla="*/ 413113 h 831143"/>
                <a:gd name="connsiteX404" fmla="*/ 370490 w 1542615"/>
                <a:gd name="connsiteY404" fmla="*/ 414752 h 831143"/>
                <a:gd name="connsiteX405" fmla="*/ 373769 w 1542615"/>
                <a:gd name="connsiteY405" fmla="*/ 413113 h 831143"/>
                <a:gd name="connsiteX406" fmla="*/ 378687 w 1542615"/>
                <a:gd name="connsiteY406" fmla="*/ 414752 h 831143"/>
                <a:gd name="connsiteX407" fmla="*/ 381966 w 1542615"/>
                <a:gd name="connsiteY407" fmla="*/ 414752 h 831143"/>
                <a:gd name="connsiteX408" fmla="*/ 385244 w 1542615"/>
                <a:gd name="connsiteY408" fmla="*/ 416392 h 831143"/>
                <a:gd name="connsiteX409" fmla="*/ 381966 w 1542615"/>
                <a:gd name="connsiteY409" fmla="*/ 416392 h 831143"/>
                <a:gd name="connsiteX410" fmla="*/ 377048 w 1542615"/>
                <a:gd name="connsiteY410" fmla="*/ 416392 h 831143"/>
                <a:gd name="connsiteX411" fmla="*/ 381966 w 1542615"/>
                <a:gd name="connsiteY411" fmla="*/ 419670 h 831143"/>
                <a:gd name="connsiteX412" fmla="*/ 377048 w 1542615"/>
                <a:gd name="connsiteY412" fmla="*/ 419670 h 831143"/>
                <a:gd name="connsiteX413" fmla="*/ 373769 w 1542615"/>
                <a:gd name="connsiteY413" fmla="*/ 419670 h 831143"/>
                <a:gd name="connsiteX414" fmla="*/ 370490 w 1542615"/>
                <a:gd name="connsiteY414" fmla="*/ 418031 h 831143"/>
                <a:gd name="connsiteX415" fmla="*/ 365572 w 1542615"/>
                <a:gd name="connsiteY415" fmla="*/ 418031 h 831143"/>
                <a:gd name="connsiteX416" fmla="*/ 370490 w 1542615"/>
                <a:gd name="connsiteY416" fmla="*/ 421309 h 831143"/>
                <a:gd name="connsiteX417" fmla="*/ 373769 w 1542615"/>
                <a:gd name="connsiteY417" fmla="*/ 422949 h 831143"/>
                <a:gd name="connsiteX418" fmla="*/ 370490 w 1542615"/>
                <a:gd name="connsiteY418" fmla="*/ 422949 h 831143"/>
                <a:gd name="connsiteX419" fmla="*/ 373769 w 1542615"/>
                <a:gd name="connsiteY419" fmla="*/ 424588 h 831143"/>
                <a:gd name="connsiteX420" fmla="*/ 378687 w 1542615"/>
                <a:gd name="connsiteY420" fmla="*/ 424588 h 831143"/>
                <a:gd name="connsiteX421" fmla="*/ 381966 w 1542615"/>
                <a:gd name="connsiteY421" fmla="*/ 422949 h 831143"/>
                <a:gd name="connsiteX422" fmla="*/ 385244 w 1542615"/>
                <a:gd name="connsiteY422" fmla="*/ 419670 h 831143"/>
                <a:gd name="connsiteX423" fmla="*/ 381966 w 1542615"/>
                <a:gd name="connsiteY423" fmla="*/ 424588 h 831143"/>
                <a:gd name="connsiteX424" fmla="*/ 380326 w 1542615"/>
                <a:gd name="connsiteY424" fmla="*/ 427867 h 831143"/>
                <a:gd name="connsiteX425" fmla="*/ 377048 w 1542615"/>
                <a:gd name="connsiteY425" fmla="*/ 427867 h 831143"/>
                <a:gd name="connsiteX426" fmla="*/ 373769 w 1542615"/>
                <a:gd name="connsiteY426" fmla="*/ 427867 h 831143"/>
                <a:gd name="connsiteX427" fmla="*/ 370490 w 1542615"/>
                <a:gd name="connsiteY427" fmla="*/ 426228 h 831143"/>
                <a:gd name="connsiteX428" fmla="*/ 365572 w 1542615"/>
                <a:gd name="connsiteY428" fmla="*/ 424588 h 831143"/>
                <a:gd name="connsiteX429" fmla="*/ 362293 w 1542615"/>
                <a:gd name="connsiteY429" fmla="*/ 424588 h 831143"/>
                <a:gd name="connsiteX430" fmla="*/ 359015 w 1542615"/>
                <a:gd name="connsiteY430" fmla="*/ 424588 h 831143"/>
                <a:gd name="connsiteX431" fmla="*/ 354097 w 1542615"/>
                <a:gd name="connsiteY431" fmla="*/ 422949 h 831143"/>
                <a:gd name="connsiteX432" fmla="*/ 350818 w 1542615"/>
                <a:gd name="connsiteY432" fmla="*/ 421309 h 831143"/>
                <a:gd name="connsiteX433" fmla="*/ 347539 w 1542615"/>
                <a:gd name="connsiteY433" fmla="*/ 419670 h 831143"/>
                <a:gd name="connsiteX434" fmla="*/ 342622 w 1542615"/>
                <a:gd name="connsiteY434" fmla="*/ 418031 h 831143"/>
                <a:gd name="connsiteX435" fmla="*/ 339343 w 1542615"/>
                <a:gd name="connsiteY435" fmla="*/ 416392 h 831143"/>
                <a:gd name="connsiteX436" fmla="*/ 336064 w 1542615"/>
                <a:gd name="connsiteY436" fmla="*/ 413113 h 831143"/>
                <a:gd name="connsiteX437" fmla="*/ 331146 w 1542615"/>
                <a:gd name="connsiteY437" fmla="*/ 413113 h 831143"/>
                <a:gd name="connsiteX438" fmla="*/ 327868 w 1542615"/>
                <a:gd name="connsiteY438" fmla="*/ 413113 h 831143"/>
                <a:gd name="connsiteX439" fmla="*/ 324589 w 1542615"/>
                <a:gd name="connsiteY439" fmla="*/ 411473 h 831143"/>
                <a:gd name="connsiteX440" fmla="*/ 321310 w 1542615"/>
                <a:gd name="connsiteY440" fmla="*/ 411473 h 831143"/>
                <a:gd name="connsiteX441" fmla="*/ 316392 w 1542615"/>
                <a:gd name="connsiteY441" fmla="*/ 411473 h 831143"/>
                <a:gd name="connsiteX442" fmla="*/ 313113 w 1542615"/>
                <a:gd name="connsiteY442" fmla="*/ 413113 h 831143"/>
                <a:gd name="connsiteX443" fmla="*/ 308195 w 1542615"/>
                <a:gd name="connsiteY443" fmla="*/ 411473 h 831143"/>
                <a:gd name="connsiteX444" fmla="*/ 304916 w 1542615"/>
                <a:gd name="connsiteY444" fmla="*/ 411473 h 831143"/>
                <a:gd name="connsiteX445" fmla="*/ 299999 w 1542615"/>
                <a:gd name="connsiteY445" fmla="*/ 409834 h 831143"/>
                <a:gd name="connsiteX446" fmla="*/ 296720 w 1542615"/>
                <a:gd name="connsiteY446" fmla="*/ 409834 h 831143"/>
                <a:gd name="connsiteX447" fmla="*/ 293441 w 1542615"/>
                <a:gd name="connsiteY447" fmla="*/ 409834 h 831143"/>
                <a:gd name="connsiteX448" fmla="*/ 288523 w 1542615"/>
                <a:gd name="connsiteY448" fmla="*/ 409834 h 831143"/>
                <a:gd name="connsiteX449" fmla="*/ 285245 w 1542615"/>
                <a:gd name="connsiteY449" fmla="*/ 411473 h 831143"/>
                <a:gd name="connsiteX450" fmla="*/ 281966 w 1542615"/>
                <a:gd name="connsiteY450" fmla="*/ 413113 h 831143"/>
                <a:gd name="connsiteX451" fmla="*/ 277048 w 1542615"/>
                <a:gd name="connsiteY451" fmla="*/ 414752 h 831143"/>
                <a:gd name="connsiteX452" fmla="*/ 281966 w 1542615"/>
                <a:gd name="connsiteY452" fmla="*/ 418031 h 831143"/>
                <a:gd name="connsiteX453" fmla="*/ 285245 w 1542615"/>
                <a:gd name="connsiteY453" fmla="*/ 421309 h 831143"/>
                <a:gd name="connsiteX454" fmla="*/ 288523 w 1542615"/>
                <a:gd name="connsiteY454" fmla="*/ 424588 h 831143"/>
                <a:gd name="connsiteX455" fmla="*/ 291802 w 1542615"/>
                <a:gd name="connsiteY455" fmla="*/ 426228 h 831143"/>
                <a:gd name="connsiteX456" fmla="*/ 296720 w 1542615"/>
                <a:gd name="connsiteY456" fmla="*/ 426228 h 831143"/>
                <a:gd name="connsiteX457" fmla="*/ 299999 w 1542615"/>
                <a:gd name="connsiteY457" fmla="*/ 426228 h 831143"/>
                <a:gd name="connsiteX458" fmla="*/ 304916 w 1542615"/>
                <a:gd name="connsiteY458" fmla="*/ 427867 h 831143"/>
                <a:gd name="connsiteX459" fmla="*/ 308195 w 1542615"/>
                <a:gd name="connsiteY459" fmla="*/ 427867 h 831143"/>
                <a:gd name="connsiteX460" fmla="*/ 311474 w 1542615"/>
                <a:gd name="connsiteY460" fmla="*/ 427867 h 831143"/>
                <a:gd name="connsiteX461" fmla="*/ 316392 w 1542615"/>
                <a:gd name="connsiteY461" fmla="*/ 429506 h 831143"/>
                <a:gd name="connsiteX462" fmla="*/ 319671 w 1542615"/>
                <a:gd name="connsiteY462" fmla="*/ 431146 h 831143"/>
                <a:gd name="connsiteX463" fmla="*/ 322949 w 1542615"/>
                <a:gd name="connsiteY463" fmla="*/ 434424 h 831143"/>
                <a:gd name="connsiteX464" fmla="*/ 326228 w 1542615"/>
                <a:gd name="connsiteY464" fmla="*/ 437703 h 831143"/>
                <a:gd name="connsiteX465" fmla="*/ 331146 w 1542615"/>
                <a:gd name="connsiteY465" fmla="*/ 439342 h 831143"/>
                <a:gd name="connsiteX466" fmla="*/ 334425 w 1542615"/>
                <a:gd name="connsiteY466" fmla="*/ 437703 h 831143"/>
                <a:gd name="connsiteX467" fmla="*/ 339343 w 1542615"/>
                <a:gd name="connsiteY467" fmla="*/ 439342 h 831143"/>
                <a:gd name="connsiteX468" fmla="*/ 342622 w 1542615"/>
                <a:gd name="connsiteY468" fmla="*/ 439342 h 831143"/>
                <a:gd name="connsiteX469" fmla="*/ 345900 w 1542615"/>
                <a:gd name="connsiteY469" fmla="*/ 439342 h 831143"/>
                <a:gd name="connsiteX470" fmla="*/ 347539 w 1542615"/>
                <a:gd name="connsiteY470" fmla="*/ 439342 h 831143"/>
                <a:gd name="connsiteX471" fmla="*/ 349179 w 1542615"/>
                <a:gd name="connsiteY471" fmla="*/ 440982 h 831143"/>
                <a:gd name="connsiteX472" fmla="*/ 352458 w 1542615"/>
                <a:gd name="connsiteY472" fmla="*/ 439342 h 831143"/>
                <a:gd name="connsiteX473" fmla="*/ 355736 w 1542615"/>
                <a:gd name="connsiteY473" fmla="*/ 437703 h 831143"/>
                <a:gd name="connsiteX474" fmla="*/ 359015 w 1542615"/>
                <a:gd name="connsiteY474" fmla="*/ 437703 h 831143"/>
                <a:gd name="connsiteX475" fmla="*/ 362293 w 1542615"/>
                <a:gd name="connsiteY475" fmla="*/ 439342 h 831143"/>
                <a:gd name="connsiteX476" fmla="*/ 359015 w 1542615"/>
                <a:gd name="connsiteY476" fmla="*/ 439342 h 831143"/>
                <a:gd name="connsiteX477" fmla="*/ 355736 w 1542615"/>
                <a:gd name="connsiteY477" fmla="*/ 440982 h 831143"/>
                <a:gd name="connsiteX478" fmla="*/ 359015 w 1542615"/>
                <a:gd name="connsiteY478" fmla="*/ 440982 h 831143"/>
                <a:gd name="connsiteX479" fmla="*/ 362293 w 1542615"/>
                <a:gd name="connsiteY479" fmla="*/ 440982 h 831143"/>
                <a:gd name="connsiteX480" fmla="*/ 365572 w 1542615"/>
                <a:gd name="connsiteY480" fmla="*/ 440982 h 831143"/>
                <a:gd name="connsiteX481" fmla="*/ 370490 w 1542615"/>
                <a:gd name="connsiteY481" fmla="*/ 439342 h 831143"/>
                <a:gd name="connsiteX482" fmla="*/ 372129 w 1542615"/>
                <a:gd name="connsiteY482" fmla="*/ 439342 h 831143"/>
                <a:gd name="connsiteX483" fmla="*/ 375408 w 1542615"/>
                <a:gd name="connsiteY483" fmla="*/ 439342 h 831143"/>
                <a:gd name="connsiteX484" fmla="*/ 380326 w 1542615"/>
                <a:gd name="connsiteY484" fmla="*/ 437703 h 831143"/>
                <a:gd name="connsiteX485" fmla="*/ 383605 w 1542615"/>
                <a:gd name="connsiteY485" fmla="*/ 437703 h 831143"/>
                <a:gd name="connsiteX486" fmla="*/ 383605 w 1542615"/>
                <a:gd name="connsiteY486" fmla="*/ 439342 h 831143"/>
                <a:gd name="connsiteX487" fmla="*/ 383605 w 1542615"/>
                <a:gd name="connsiteY487" fmla="*/ 439342 h 831143"/>
                <a:gd name="connsiteX488" fmla="*/ 380326 w 1542615"/>
                <a:gd name="connsiteY488" fmla="*/ 440982 h 831143"/>
                <a:gd name="connsiteX489" fmla="*/ 375408 w 1542615"/>
                <a:gd name="connsiteY489" fmla="*/ 444260 h 831143"/>
                <a:gd name="connsiteX490" fmla="*/ 378687 w 1542615"/>
                <a:gd name="connsiteY490" fmla="*/ 445900 h 831143"/>
                <a:gd name="connsiteX491" fmla="*/ 378687 w 1542615"/>
                <a:gd name="connsiteY491" fmla="*/ 449178 h 831143"/>
                <a:gd name="connsiteX492" fmla="*/ 375408 w 1542615"/>
                <a:gd name="connsiteY492" fmla="*/ 449178 h 831143"/>
                <a:gd name="connsiteX493" fmla="*/ 372129 w 1542615"/>
                <a:gd name="connsiteY493" fmla="*/ 447539 h 831143"/>
                <a:gd name="connsiteX494" fmla="*/ 367212 w 1542615"/>
                <a:gd name="connsiteY494" fmla="*/ 449178 h 831143"/>
                <a:gd name="connsiteX495" fmla="*/ 363933 w 1542615"/>
                <a:gd name="connsiteY495" fmla="*/ 452457 h 831143"/>
                <a:gd name="connsiteX496" fmla="*/ 367212 w 1542615"/>
                <a:gd name="connsiteY496" fmla="*/ 452457 h 831143"/>
                <a:gd name="connsiteX497" fmla="*/ 372129 w 1542615"/>
                <a:gd name="connsiteY497" fmla="*/ 454096 h 831143"/>
                <a:gd name="connsiteX498" fmla="*/ 367212 w 1542615"/>
                <a:gd name="connsiteY498" fmla="*/ 454096 h 831143"/>
                <a:gd name="connsiteX499" fmla="*/ 363933 w 1542615"/>
                <a:gd name="connsiteY499" fmla="*/ 452457 h 831143"/>
                <a:gd name="connsiteX500" fmla="*/ 359015 w 1542615"/>
                <a:gd name="connsiteY500" fmla="*/ 454096 h 831143"/>
                <a:gd name="connsiteX501" fmla="*/ 359015 w 1542615"/>
                <a:gd name="connsiteY501" fmla="*/ 459014 h 831143"/>
                <a:gd name="connsiteX502" fmla="*/ 362293 w 1542615"/>
                <a:gd name="connsiteY502" fmla="*/ 459014 h 831143"/>
                <a:gd name="connsiteX503" fmla="*/ 365572 w 1542615"/>
                <a:gd name="connsiteY503" fmla="*/ 459014 h 831143"/>
                <a:gd name="connsiteX504" fmla="*/ 370490 w 1542615"/>
                <a:gd name="connsiteY504" fmla="*/ 457375 h 831143"/>
                <a:gd name="connsiteX505" fmla="*/ 373769 w 1542615"/>
                <a:gd name="connsiteY505" fmla="*/ 459014 h 831143"/>
                <a:gd name="connsiteX506" fmla="*/ 368851 w 1542615"/>
                <a:gd name="connsiteY506" fmla="*/ 459014 h 831143"/>
                <a:gd name="connsiteX507" fmla="*/ 365572 w 1542615"/>
                <a:gd name="connsiteY507" fmla="*/ 460654 h 831143"/>
                <a:gd name="connsiteX508" fmla="*/ 362293 w 1542615"/>
                <a:gd name="connsiteY508" fmla="*/ 459014 h 831143"/>
                <a:gd name="connsiteX509" fmla="*/ 357375 w 1542615"/>
                <a:gd name="connsiteY509" fmla="*/ 459014 h 831143"/>
                <a:gd name="connsiteX510" fmla="*/ 354097 w 1542615"/>
                <a:gd name="connsiteY510" fmla="*/ 462293 h 831143"/>
                <a:gd name="connsiteX511" fmla="*/ 352458 w 1542615"/>
                <a:gd name="connsiteY511" fmla="*/ 465572 h 831143"/>
                <a:gd name="connsiteX512" fmla="*/ 349179 w 1542615"/>
                <a:gd name="connsiteY512" fmla="*/ 467211 h 831143"/>
                <a:gd name="connsiteX513" fmla="*/ 344261 w 1542615"/>
                <a:gd name="connsiteY513" fmla="*/ 470490 h 831143"/>
                <a:gd name="connsiteX514" fmla="*/ 349179 w 1542615"/>
                <a:gd name="connsiteY514" fmla="*/ 470490 h 831143"/>
                <a:gd name="connsiteX515" fmla="*/ 352458 w 1542615"/>
                <a:gd name="connsiteY515" fmla="*/ 470490 h 831143"/>
                <a:gd name="connsiteX516" fmla="*/ 355736 w 1542615"/>
                <a:gd name="connsiteY516" fmla="*/ 468850 h 831143"/>
                <a:gd name="connsiteX517" fmla="*/ 359015 w 1542615"/>
                <a:gd name="connsiteY517" fmla="*/ 467211 h 831143"/>
                <a:gd name="connsiteX518" fmla="*/ 363933 w 1542615"/>
                <a:gd name="connsiteY518" fmla="*/ 465572 h 831143"/>
                <a:gd name="connsiteX519" fmla="*/ 365572 w 1542615"/>
                <a:gd name="connsiteY519" fmla="*/ 470490 h 831143"/>
                <a:gd name="connsiteX520" fmla="*/ 368851 w 1542615"/>
                <a:gd name="connsiteY520" fmla="*/ 472129 h 831143"/>
                <a:gd name="connsiteX521" fmla="*/ 365572 w 1542615"/>
                <a:gd name="connsiteY521" fmla="*/ 472129 h 831143"/>
                <a:gd name="connsiteX522" fmla="*/ 360654 w 1542615"/>
                <a:gd name="connsiteY522" fmla="*/ 472129 h 831143"/>
                <a:gd name="connsiteX523" fmla="*/ 357375 w 1542615"/>
                <a:gd name="connsiteY523" fmla="*/ 473768 h 831143"/>
                <a:gd name="connsiteX524" fmla="*/ 360654 w 1542615"/>
                <a:gd name="connsiteY524" fmla="*/ 475408 h 831143"/>
                <a:gd name="connsiteX525" fmla="*/ 365572 w 1542615"/>
                <a:gd name="connsiteY525" fmla="*/ 477047 h 831143"/>
                <a:gd name="connsiteX526" fmla="*/ 360654 w 1542615"/>
                <a:gd name="connsiteY526" fmla="*/ 477047 h 831143"/>
                <a:gd name="connsiteX527" fmla="*/ 357375 w 1542615"/>
                <a:gd name="connsiteY527" fmla="*/ 480326 h 831143"/>
                <a:gd name="connsiteX528" fmla="*/ 355736 w 1542615"/>
                <a:gd name="connsiteY528" fmla="*/ 475408 h 831143"/>
                <a:gd name="connsiteX529" fmla="*/ 352458 w 1542615"/>
                <a:gd name="connsiteY529" fmla="*/ 473768 h 831143"/>
                <a:gd name="connsiteX530" fmla="*/ 349179 w 1542615"/>
                <a:gd name="connsiteY530" fmla="*/ 475408 h 831143"/>
                <a:gd name="connsiteX531" fmla="*/ 345900 w 1542615"/>
                <a:gd name="connsiteY531" fmla="*/ 475408 h 831143"/>
                <a:gd name="connsiteX532" fmla="*/ 349179 w 1542615"/>
                <a:gd name="connsiteY532" fmla="*/ 472129 h 831143"/>
                <a:gd name="connsiteX533" fmla="*/ 345900 w 1542615"/>
                <a:gd name="connsiteY533" fmla="*/ 472129 h 831143"/>
                <a:gd name="connsiteX534" fmla="*/ 340982 w 1542615"/>
                <a:gd name="connsiteY534" fmla="*/ 473768 h 831143"/>
                <a:gd name="connsiteX535" fmla="*/ 340982 w 1542615"/>
                <a:gd name="connsiteY535" fmla="*/ 477047 h 831143"/>
                <a:gd name="connsiteX536" fmla="*/ 339343 w 1542615"/>
                <a:gd name="connsiteY536" fmla="*/ 481965 h 831143"/>
                <a:gd name="connsiteX537" fmla="*/ 337703 w 1542615"/>
                <a:gd name="connsiteY537" fmla="*/ 481965 h 831143"/>
                <a:gd name="connsiteX538" fmla="*/ 334425 w 1542615"/>
                <a:gd name="connsiteY538" fmla="*/ 483604 h 831143"/>
                <a:gd name="connsiteX539" fmla="*/ 331146 w 1542615"/>
                <a:gd name="connsiteY539" fmla="*/ 486883 h 831143"/>
                <a:gd name="connsiteX540" fmla="*/ 334425 w 1542615"/>
                <a:gd name="connsiteY540" fmla="*/ 486883 h 831143"/>
                <a:gd name="connsiteX541" fmla="*/ 337703 w 1542615"/>
                <a:gd name="connsiteY541" fmla="*/ 485244 h 831143"/>
                <a:gd name="connsiteX542" fmla="*/ 342622 w 1542615"/>
                <a:gd name="connsiteY542" fmla="*/ 485244 h 831143"/>
                <a:gd name="connsiteX543" fmla="*/ 345900 w 1542615"/>
                <a:gd name="connsiteY543" fmla="*/ 483604 h 831143"/>
                <a:gd name="connsiteX544" fmla="*/ 342622 w 1542615"/>
                <a:gd name="connsiteY544" fmla="*/ 485244 h 831143"/>
                <a:gd name="connsiteX545" fmla="*/ 337703 w 1542615"/>
                <a:gd name="connsiteY545" fmla="*/ 486883 h 831143"/>
                <a:gd name="connsiteX546" fmla="*/ 339343 w 1542615"/>
                <a:gd name="connsiteY546" fmla="*/ 491801 h 831143"/>
                <a:gd name="connsiteX547" fmla="*/ 334425 w 1542615"/>
                <a:gd name="connsiteY547" fmla="*/ 490162 h 831143"/>
                <a:gd name="connsiteX548" fmla="*/ 331146 w 1542615"/>
                <a:gd name="connsiteY548" fmla="*/ 493440 h 831143"/>
                <a:gd name="connsiteX549" fmla="*/ 327868 w 1542615"/>
                <a:gd name="connsiteY549" fmla="*/ 493440 h 831143"/>
                <a:gd name="connsiteX550" fmla="*/ 322949 w 1542615"/>
                <a:gd name="connsiteY550" fmla="*/ 495080 h 831143"/>
                <a:gd name="connsiteX551" fmla="*/ 319671 w 1542615"/>
                <a:gd name="connsiteY551" fmla="*/ 493440 h 831143"/>
                <a:gd name="connsiteX552" fmla="*/ 316392 w 1542615"/>
                <a:gd name="connsiteY552" fmla="*/ 495080 h 831143"/>
                <a:gd name="connsiteX553" fmla="*/ 311474 w 1542615"/>
                <a:gd name="connsiteY553" fmla="*/ 495080 h 831143"/>
                <a:gd name="connsiteX554" fmla="*/ 308195 w 1542615"/>
                <a:gd name="connsiteY554" fmla="*/ 493440 h 831143"/>
                <a:gd name="connsiteX555" fmla="*/ 304916 w 1542615"/>
                <a:gd name="connsiteY555" fmla="*/ 493440 h 831143"/>
                <a:gd name="connsiteX556" fmla="*/ 308195 w 1542615"/>
                <a:gd name="connsiteY556" fmla="*/ 491801 h 831143"/>
                <a:gd name="connsiteX557" fmla="*/ 311474 w 1542615"/>
                <a:gd name="connsiteY557" fmla="*/ 490162 h 831143"/>
                <a:gd name="connsiteX558" fmla="*/ 308195 w 1542615"/>
                <a:gd name="connsiteY558" fmla="*/ 491801 h 831143"/>
                <a:gd name="connsiteX559" fmla="*/ 304916 w 1542615"/>
                <a:gd name="connsiteY559" fmla="*/ 490162 h 831143"/>
                <a:gd name="connsiteX560" fmla="*/ 299999 w 1542615"/>
                <a:gd name="connsiteY560" fmla="*/ 490162 h 831143"/>
                <a:gd name="connsiteX561" fmla="*/ 296720 w 1542615"/>
                <a:gd name="connsiteY561" fmla="*/ 493440 h 831143"/>
                <a:gd name="connsiteX562" fmla="*/ 301638 w 1542615"/>
                <a:gd name="connsiteY562" fmla="*/ 493440 h 831143"/>
                <a:gd name="connsiteX563" fmla="*/ 304916 w 1542615"/>
                <a:gd name="connsiteY563" fmla="*/ 493440 h 831143"/>
                <a:gd name="connsiteX564" fmla="*/ 301638 w 1542615"/>
                <a:gd name="connsiteY564" fmla="*/ 493440 h 831143"/>
                <a:gd name="connsiteX565" fmla="*/ 296720 w 1542615"/>
                <a:gd name="connsiteY565" fmla="*/ 493440 h 831143"/>
                <a:gd name="connsiteX566" fmla="*/ 293441 w 1542615"/>
                <a:gd name="connsiteY566" fmla="*/ 495080 h 831143"/>
                <a:gd name="connsiteX567" fmla="*/ 288523 w 1542615"/>
                <a:gd name="connsiteY567" fmla="*/ 495080 h 831143"/>
                <a:gd name="connsiteX568" fmla="*/ 291802 w 1542615"/>
                <a:gd name="connsiteY568" fmla="*/ 495080 h 831143"/>
                <a:gd name="connsiteX569" fmla="*/ 288523 w 1542615"/>
                <a:gd name="connsiteY569" fmla="*/ 498358 h 831143"/>
                <a:gd name="connsiteX570" fmla="*/ 285245 w 1542615"/>
                <a:gd name="connsiteY570" fmla="*/ 498358 h 831143"/>
                <a:gd name="connsiteX571" fmla="*/ 280326 w 1542615"/>
                <a:gd name="connsiteY571" fmla="*/ 498358 h 831143"/>
                <a:gd name="connsiteX572" fmla="*/ 277048 w 1542615"/>
                <a:gd name="connsiteY572" fmla="*/ 501637 h 831143"/>
                <a:gd name="connsiteX573" fmla="*/ 273769 w 1542615"/>
                <a:gd name="connsiteY573" fmla="*/ 501637 h 831143"/>
                <a:gd name="connsiteX574" fmla="*/ 268851 w 1542615"/>
                <a:gd name="connsiteY574" fmla="*/ 501637 h 831143"/>
                <a:gd name="connsiteX575" fmla="*/ 265573 w 1542615"/>
                <a:gd name="connsiteY575" fmla="*/ 503276 h 831143"/>
                <a:gd name="connsiteX576" fmla="*/ 268851 w 1542615"/>
                <a:gd name="connsiteY576" fmla="*/ 503276 h 831143"/>
                <a:gd name="connsiteX577" fmla="*/ 272130 w 1542615"/>
                <a:gd name="connsiteY577" fmla="*/ 503276 h 831143"/>
                <a:gd name="connsiteX578" fmla="*/ 277048 w 1542615"/>
                <a:gd name="connsiteY578" fmla="*/ 503276 h 831143"/>
                <a:gd name="connsiteX579" fmla="*/ 280326 w 1542615"/>
                <a:gd name="connsiteY579" fmla="*/ 501637 h 831143"/>
                <a:gd name="connsiteX580" fmla="*/ 285245 w 1542615"/>
                <a:gd name="connsiteY580" fmla="*/ 501637 h 831143"/>
                <a:gd name="connsiteX581" fmla="*/ 280326 w 1542615"/>
                <a:gd name="connsiteY581" fmla="*/ 503276 h 831143"/>
                <a:gd name="connsiteX582" fmla="*/ 277048 w 1542615"/>
                <a:gd name="connsiteY582" fmla="*/ 506555 h 831143"/>
                <a:gd name="connsiteX583" fmla="*/ 280326 w 1542615"/>
                <a:gd name="connsiteY583" fmla="*/ 504916 h 831143"/>
                <a:gd name="connsiteX584" fmla="*/ 283605 w 1542615"/>
                <a:gd name="connsiteY584" fmla="*/ 504916 h 831143"/>
                <a:gd name="connsiteX585" fmla="*/ 288523 w 1542615"/>
                <a:gd name="connsiteY585" fmla="*/ 508194 h 831143"/>
                <a:gd name="connsiteX586" fmla="*/ 291802 w 1542615"/>
                <a:gd name="connsiteY586" fmla="*/ 506555 h 831143"/>
                <a:gd name="connsiteX587" fmla="*/ 295081 w 1542615"/>
                <a:gd name="connsiteY587" fmla="*/ 506555 h 831143"/>
                <a:gd name="connsiteX588" fmla="*/ 299999 w 1542615"/>
                <a:gd name="connsiteY588" fmla="*/ 504916 h 831143"/>
                <a:gd name="connsiteX589" fmla="*/ 303278 w 1542615"/>
                <a:gd name="connsiteY589" fmla="*/ 504916 h 831143"/>
                <a:gd name="connsiteX590" fmla="*/ 306556 w 1542615"/>
                <a:gd name="connsiteY590" fmla="*/ 504916 h 831143"/>
                <a:gd name="connsiteX591" fmla="*/ 311474 w 1542615"/>
                <a:gd name="connsiteY591" fmla="*/ 504916 h 831143"/>
                <a:gd name="connsiteX592" fmla="*/ 314753 w 1542615"/>
                <a:gd name="connsiteY592" fmla="*/ 504916 h 831143"/>
                <a:gd name="connsiteX593" fmla="*/ 318031 w 1542615"/>
                <a:gd name="connsiteY593" fmla="*/ 504916 h 831143"/>
                <a:gd name="connsiteX594" fmla="*/ 321310 w 1542615"/>
                <a:gd name="connsiteY594" fmla="*/ 501637 h 831143"/>
                <a:gd name="connsiteX595" fmla="*/ 318031 w 1542615"/>
                <a:gd name="connsiteY595" fmla="*/ 501637 h 831143"/>
                <a:gd name="connsiteX596" fmla="*/ 314753 w 1542615"/>
                <a:gd name="connsiteY596" fmla="*/ 498358 h 831143"/>
                <a:gd name="connsiteX597" fmla="*/ 318031 w 1542615"/>
                <a:gd name="connsiteY597" fmla="*/ 499998 h 831143"/>
                <a:gd name="connsiteX598" fmla="*/ 321310 w 1542615"/>
                <a:gd name="connsiteY598" fmla="*/ 498358 h 831143"/>
                <a:gd name="connsiteX599" fmla="*/ 326228 w 1542615"/>
                <a:gd name="connsiteY599" fmla="*/ 498358 h 831143"/>
                <a:gd name="connsiteX600" fmla="*/ 329507 w 1542615"/>
                <a:gd name="connsiteY600" fmla="*/ 498358 h 831143"/>
                <a:gd name="connsiteX601" fmla="*/ 332785 w 1542615"/>
                <a:gd name="connsiteY601" fmla="*/ 496719 h 831143"/>
                <a:gd name="connsiteX602" fmla="*/ 337703 w 1542615"/>
                <a:gd name="connsiteY602" fmla="*/ 496719 h 831143"/>
                <a:gd name="connsiteX603" fmla="*/ 332785 w 1542615"/>
                <a:gd name="connsiteY603" fmla="*/ 498358 h 831143"/>
                <a:gd name="connsiteX604" fmla="*/ 329507 w 1542615"/>
                <a:gd name="connsiteY604" fmla="*/ 498358 h 831143"/>
                <a:gd name="connsiteX605" fmla="*/ 326228 w 1542615"/>
                <a:gd name="connsiteY605" fmla="*/ 499998 h 831143"/>
                <a:gd name="connsiteX606" fmla="*/ 322949 w 1542615"/>
                <a:gd name="connsiteY606" fmla="*/ 503276 h 831143"/>
                <a:gd name="connsiteX607" fmla="*/ 319671 w 1542615"/>
                <a:gd name="connsiteY607" fmla="*/ 504916 h 831143"/>
                <a:gd name="connsiteX608" fmla="*/ 322949 w 1542615"/>
                <a:gd name="connsiteY608" fmla="*/ 506555 h 831143"/>
                <a:gd name="connsiteX609" fmla="*/ 326228 w 1542615"/>
                <a:gd name="connsiteY609" fmla="*/ 508194 h 831143"/>
                <a:gd name="connsiteX610" fmla="*/ 322949 w 1542615"/>
                <a:gd name="connsiteY610" fmla="*/ 508194 h 831143"/>
                <a:gd name="connsiteX611" fmla="*/ 319671 w 1542615"/>
                <a:gd name="connsiteY611" fmla="*/ 506555 h 831143"/>
                <a:gd name="connsiteX612" fmla="*/ 316392 w 1542615"/>
                <a:gd name="connsiteY612" fmla="*/ 508194 h 831143"/>
                <a:gd name="connsiteX613" fmla="*/ 319671 w 1542615"/>
                <a:gd name="connsiteY613" fmla="*/ 508194 h 831143"/>
                <a:gd name="connsiteX614" fmla="*/ 322949 w 1542615"/>
                <a:gd name="connsiteY614" fmla="*/ 511473 h 831143"/>
                <a:gd name="connsiteX615" fmla="*/ 326228 w 1542615"/>
                <a:gd name="connsiteY615" fmla="*/ 513112 h 831143"/>
                <a:gd name="connsiteX616" fmla="*/ 331146 w 1542615"/>
                <a:gd name="connsiteY616" fmla="*/ 513112 h 831143"/>
                <a:gd name="connsiteX617" fmla="*/ 334425 w 1542615"/>
                <a:gd name="connsiteY617" fmla="*/ 514752 h 831143"/>
                <a:gd name="connsiteX618" fmla="*/ 337703 w 1542615"/>
                <a:gd name="connsiteY618" fmla="*/ 516391 h 831143"/>
                <a:gd name="connsiteX619" fmla="*/ 342622 w 1542615"/>
                <a:gd name="connsiteY619" fmla="*/ 516391 h 831143"/>
                <a:gd name="connsiteX620" fmla="*/ 345900 w 1542615"/>
                <a:gd name="connsiteY620" fmla="*/ 518030 h 831143"/>
                <a:gd name="connsiteX621" fmla="*/ 342622 w 1542615"/>
                <a:gd name="connsiteY621" fmla="*/ 518030 h 831143"/>
                <a:gd name="connsiteX622" fmla="*/ 337703 w 1542615"/>
                <a:gd name="connsiteY622" fmla="*/ 516391 h 831143"/>
                <a:gd name="connsiteX623" fmla="*/ 334425 w 1542615"/>
                <a:gd name="connsiteY623" fmla="*/ 518030 h 831143"/>
                <a:gd name="connsiteX624" fmla="*/ 329507 w 1542615"/>
                <a:gd name="connsiteY624" fmla="*/ 516391 h 831143"/>
                <a:gd name="connsiteX625" fmla="*/ 326228 w 1542615"/>
                <a:gd name="connsiteY625" fmla="*/ 514752 h 831143"/>
                <a:gd name="connsiteX626" fmla="*/ 322949 w 1542615"/>
                <a:gd name="connsiteY626" fmla="*/ 513112 h 831143"/>
                <a:gd name="connsiteX627" fmla="*/ 319671 w 1542615"/>
                <a:gd name="connsiteY627" fmla="*/ 511473 h 831143"/>
                <a:gd name="connsiteX628" fmla="*/ 314753 w 1542615"/>
                <a:gd name="connsiteY628" fmla="*/ 511473 h 831143"/>
                <a:gd name="connsiteX629" fmla="*/ 311474 w 1542615"/>
                <a:gd name="connsiteY629" fmla="*/ 513112 h 831143"/>
                <a:gd name="connsiteX630" fmla="*/ 308195 w 1542615"/>
                <a:gd name="connsiteY630" fmla="*/ 511473 h 831143"/>
                <a:gd name="connsiteX631" fmla="*/ 303278 w 1542615"/>
                <a:gd name="connsiteY631" fmla="*/ 513112 h 831143"/>
                <a:gd name="connsiteX632" fmla="*/ 299999 w 1542615"/>
                <a:gd name="connsiteY632" fmla="*/ 513112 h 831143"/>
                <a:gd name="connsiteX633" fmla="*/ 295081 w 1542615"/>
                <a:gd name="connsiteY633" fmla="*/ 511473 h 831143"/>
                <a:gd name="connsiteX634" fmla="*/ 291802 w 1542615"/>
                <a:gd name="connsiteY634" fmla="*/ 511473 h 831143"/>
                <a:gd name="connsiteX635" fmla="*/ 288523 w 1542615"/>
                <a:gd name="connsiteY635" fmla="*/ 509834 h 831143"/>
                <a:gd name="connsiteX636" fmla="*/ 285245 w 1542615"/>
                <a:gd name="connsiteY636" fmla="*/ 508194 h 831143"/>
                <a:gd name="connsiteX637" fmla="*/ 280326 w 1542615"/>
                <a:gd name="connsiteY637" fmla="*/ 508194 h 831143"/>
                <a:gd name="connsiteX638" fmla="*/ 277048 w 1542615"/>
                <a:gd name="connsiteY638" fmla="*/ 508194 h 831143"/>
                <a:gd name="connsiteX639" fmla="*/ 280326 w 1542615"/>
                <a:gd name="connsiteY639" fmla="*/ 509834 h 831143"/>
                <a:gd name="connsiteX640" fmla="*/ 285245 w 1542615"/>
                <a:gd name="connsiteY640" fmla="*/ 511473 h 831143"/>
                <a:gd name="connsiteX641" fmla="*/ 280326 w 1542615"/>
                <a:gd name="connsiteY641" fmla="*/ 511473 h 831143"/>
                <a:gd name="connsiteX642" fmla="*/ 277048 w 1542615"/>
                <a:gd name="connsiteY642" fmla="*/ 509834 h 831143"/>
                <a:gd name="connsiteX643" fmla="*/ 273769 w 1542615"/>
                <a:gd name="connsiteY643" fmla="*/ 509834 h 831143"/>
                <a:gd name="connsiteX644" fmla="*/ 270491 w 1542615"/>
                <a:gd name="connsiteY644" fmla="*/ 508194 h 831143"/>
                <a:gd name="connsiteX645" fmla="*/ 265573 w 1542615"/>
                <a:gd name="connsiteY645" fmla="*/ 506555 h 831143"/>
                <a:gd name="connsiteX646" fmla="*/ 262294 w 1542615"/>
                <a:gd name="connsiteY646" fmla="*/ 508194 h 831143"/>
                <a:gd name="connsiteX647" fmla="*/ 259015 w 1542615"/>
                <a:gd name="connsiteY647" fmla="*/ 508194 h 831143"/>
                <a:gd name="connsiteX648" fmla="*/ 262294 w 1542615"/>
                <a:gd name="connsiteY648" fmla="*/ 508194 h 831143"/>
                <a:gd name="connsiteX649" fmla="*/ 265573 w 1542615"/>
                <a:gd name="connsiteY649" fmla="*/ 508194 h 831143"/>
                <a:gd name="connsiteX650" fmla="*/ 267212 w 1542615"/>
                <a:gd name="connsiteY650" fmla="*/ 511473 h 831143"/>
                <a:gd name="connsiteX651" fmla="*/ 272130 w 1542615"/>
                <a:gd name="connsiteY651" fmla="*/ 514752 h 831143"/>
                <a:gd name="connsiteX652" fmla="*/ 275409 w 1542615"/>
                <a:gd name="connsiteY652" fmla="*/ 516391 h 831143"/>
                <a:gd name="connsiteX653" fmla="*/ 278688 w 1542615"/>
                <a:gd name="connsiteY653" fmla="*/ 516391 h 831143"/>
                <a:gd name="connsiteX654" fmla="*/ 281966 w 1542615"/>
                <a:gd name="connsiteY654" fmla="*/ 516391 h 831143"/>
                <a:gd name="connsiteX655" fmla="*/ 286884 w 1542615"/>
                <a:gd name="connsiteY655" fmla="*/ 516391 h 831143"/>
                <a:gd name="connsiteX656" fmla="*/ 290163 w 1542615"/>
                <a:gd name="connsiteY656" fmla="*/ 516391 h 831143"/>
                <a:gd name="connsiteX657" fmla="*/ 286884 w 1542615"/>
                <a:gd name="connsiteY657" fmla="*/ 516391 h 831143"/>
                <a:gd name="connsiteX658" fmla="*/ 281966 w 1542615"/>
                <a:gd name="connsiteY658" fmla="*/ 516391 h 831143"/>
                <a:gd name="connsiteX659" fmla="*/ 278688 w 1542615"/>
                <a:gd name="connsiteY659" fmla="*/ 516391 h 831143"/>
                <a:gd name="connsiteX660" fmla="*/ 275409 w 1542615"/>
                <a:gd name="connsiteY660" fmla="*/ 516391 h 831143"/>
                <a:gd name="connsiteX661" fmla="*/ 272130 w 1542615"/>
                <a:gd name="connsiteY661" fmla="*/ 514752 h 831143"/>
                <a:gd name="connsiteX662" fmla="*/ 267212 w 1542615"/>
                <a:gd name="connsiteY662" fmla="*/ 513112 h 831143"/>
                <a:gd name="connsiteX663" fmla="*/ 263933 w 1542615"/>
                <a:gd name="connsiteY663" fmla="*/ 513112 h 831143"/>
                <a:gd name="connsiteX664" fmla="*/ 259015 w 1542615"/>
                <a:gd name="connsiteY664" fmla="*/ 513112 h 831143"/>
                <a:gd name="connsiteX665" fmla="*/ 263933 w 1542615"/>
                <a:gd name="connsiteY665" fmla="*/ 514752 h 831143"/>
                <a:gd name="connsiteX666" fmla="*/ 267212 w 1542615"/>
                <a:gd name="connsiteY666" fmla="*/ 514752 h 831143"/>
                <a:gd name="connsiteX667" fmla="*/ 263933 w 1542615"/>
                <a:gd name="connsiteY667" fmla="*/ 516391 h 831143"/>
                <a:gd name="connsiteX668" fmla="*/ 259015 w 1542615"/>
                <a:gd name="connsiteY668" fmla="*/ 516391 h 831143"/>
                <a:gd name="connsiteX669" fmla="*/ 255736 w 1542615"/>
                <a:gd name="connsiteY669" fmla="*/ 518030 h 831143"/>
                <a:gd name="connsiteX670" fmla="*/ 260655 w 1542615"/>
                <a:gd name="connsiteY670" fmla="*/ 518030 h 831143"/>
                <a:gd name="connsiteX671" fmla="*/ 255736 w 1542615"/>
                <a:gd name="connsiteY671" fmla="*/ 519670 h 831143"/>
                <a:gd name="connsiteX672" fmla="*/ 252458 w 1542615"/>
                <a:gd name="connsiteY672" fmla="*/ 518030 h 831143"/>
                <a:gd name="connsiteX673" fmla="*/ 254097 w 1542615"/>
                <a:gd name="connsiteY673" fmla="*/ 522948 h 831143"/>
                <a:gd name="connsiteX674" fmla="*/ 250819 w 1542615"/>
                <a:gd name="connsiteY674" fmla="*/ 522948 h 831143"/>
                <a:gd name="connsiteX675" fmla="*/ 245901 w 1542615"/>
                <a:gd name="connsiteY675" fmla="*/ 521309 h 831143"/>
                <a:gd name="connsiteX676" fmla="*/ 242622 w 1542615"/>
                <a:gd name="connsiteY676" fmla="*/ 521309 h 831143"/>
                <a:gd name="connsiteX677" fmla="*/ 244261 w 1542615"/>
                <a:gd name="connsiteY677" fmla="*/ 522948 h 831143"/>
                <a:gd name="connsiteX678" fmla="*/ 239343 w 1542615"/>
                <a:gd name="connsiteY678" fmla="*/ 522948 h 831143"/>
                <a:gd name="connsiteX679" fmla="*/ 240982 w 1542615"/>
                <a:gd name="connsiteY679" fmla="*/ 526227 h 831143"/>
                <a:gd name="connsiteX680" fmla="*/ 244261 w 1542615"/>
                <a:gd name="connsiteY680" fmla="*/ 522948 h 831143"/>
                <a:gd name="connsiteX681" fmla="*/ 245901 w 1542615"/>
                <a:gd name="connsiteY681" fmla="*/ 526227 h 831143"/>
                <a:gd name="connsiteX682" fmla="*/ 240982 w 1542615"/>
                <a:gd name="connsiteY682" fmla="*/ 527866 h 831143"/>
                <a:gd name="connsiteX683" fmla="*/ 237704 w 1542615"/>
                <a:gd name="connsiteY683" fmla="*/ 529506 h 831143"/>
                <a:gd name="connsiteX684" fmla="*/ 237704 w 1542615"/>
                <a:gd name="connsiteY684" fmla="*/ 532784 h 831143"/>
                <a:gd name="connsiteX685" fmla="*/ 240982 w 1542615"/>
                <a:gd name="connsiteY685" fmla="*/ 532784 h 831143"/>
                <a:gd name="connsiteX686" fmla="*/ 244261 w 1542615"/>
                <a:gd name="connsiteY686" fmla="*/ 531145 h 831143"/>
                <a:gd name="connsiteX687" fmla="*/ 249179 w 1542615"/>
                <a:gd name="connsiteY687" fmla="*/ 529506 h 831143"/>
                <a:gd name="connsiteX688" fmla="*/ 252458 w 1542615"/>
                <a:gd name="connsiteY688" fmla="*/ 527866 h 831143"/>
                <a:gd name="connsiteX689" fmla="*/ 255736 w 1542615"/>
                <a:gd name="connsiteY689" fmla="*/ 526227 h 831143"/>
                <a:gd name="connsiteX690" fmla="*/ 260655 w 1542615"/>
                <a:gd name="connsiteY690" fmla="*/ 524588 h 831143"/>
                <a:gd name="connsiteX691" fmla="*/ 263933 w 1542615"/>
                <a:gd name="connsiteY691" fmla="*/ 522948 h 831143"/>
                <a:gd name="connsiteX692" fmla="*/ 268851 w 1542615"/>
                <a:gd name="connsiteY692" fmla="*/ 522948 h 831143"/>
                <a:gd name="connsiteX693" fmla="*/ 272130 w 1542615"/>
                <a:gd name="connsiteY693" fmla="*/ 522948 h 831143"/>
                <a:gd name="connsiteX694" fmla="*/ 275409 w 1542615"/>
                <a:gd name="connsiteY694" fmla="*/ 521309 h 831143"/>
                <a:gd name="connsiteX695" fmla="*/ 278688 w 1542615"/>
                <a:gd name="connsiteY695" fmla="*/ 521309 h 831143"/>
                <a:gd name="connsiteX696" fmla="*/ 283605 w 1542615"/>
                <a:gd name="connsiteY696" fmla="*/ 519670 h 831143"/>
                <a:gd name="connsiteX697" fmla="*/ 286884 w 1542615"/>
                <a:gd name="connsiteY697" fmla="*/ 518030 h 831143"/>
                <a:gd name="connsiteX698" fmla="*/ 291802 w 1542615"/>
                <a:gd name="connsiteY698" fmla="*/ 518030 h 831143"/>
                <a:gd name="connsiteX699" fmla="*/ 295081 w 1542615"/>
                <a:gd name="connsiteY699" fmla="*/ 518030 h 831143"/>
                <a:gd name="connsiteX700" fmla="*/ 298359 w 1542615"/>
                <a:gd name="connsiteY700" fmla="*/ 516391 h 831143"/>
                <a:gd name="connsiteX701" fmla="*/ 301638 w 1542615"/>
                <a:gd name="connsiteY701" fmla="*/ 516391 h 831143"/>
                <a:gd name="connsiteX702" fmla="*/ 306556 w 1542615"/>
                <a:gd name="connsiteY702" fmla="*/ 516391 h 831143"/>
                <a:gd name="connsiteX703" fmla="*/ 301638 w 1542615"/>
                <a:gd name="connsiteY703" fmla="*/ 518030 h 831143"/>
                <a:gd name="connsiteX704" fmla="*/ 298359 w 1542615"/>
                <a:gd name="connsiteY704" fmla="*/ 518030 h 831143"/>
                <a:gd name="connsiteX705" fmla="*/ 295081 w 1542615"/>
                <a:gd name="connsiteY705" fmla="*/ 519670 h 831143"/>
                <a:gd name="connsiteX706" fmla="*/ 291802 w 1542615"/>
                <a:gd name="connsiteY706" fmla="*/ 519670 h 831143"/>
                <a:gd name="connsiteX707" fmla="*/ 286884 w 1542615"/>
                <a:gd name="connsiteY707" fmla="*/ 519670 h 831143"/>
                <a:gd name="connsiteX708" fmla="*/ 283605 w 1542615"/>
                <a:gd name="connsiteY708" fmla="*/ 519670 h 831143"/>
                <a:gd name="connsiteX709" fmla="*/ 286884 w 1542615"/>
                <a:gd name="connsiteY709" fmla="*/ 522948 h 831143"/>
                <a:gd name="connsiteX710" fmla="*/ 291802 w 1542615"/>
                <a:gd name="connsiteY710" fmla="*/ 524588 h 831143"/>
                <a:gd name="connsiteX711" fmla="*/ 295081 w 1542615"/>
                <a:gd name="connsiteY711" fmla="*/ 522948 h 831143"/>
                <a:gd name="connsiteX712" fmla="*/ 298359 w 1542615"/>
                <a:gd name="connsiteY712" fmla="*/ 522948 h 831143"/>
                <a:gd name="connsiteX713" fmla="*/ 295081 w 1542615"/>
                <a:gd name="connsiteY713" fmla="*/ 524588 h 831143"/>
                <a:gd name="connsiteX714" fmla="*/ 298359 w 1542615"/>
                <a:gd name="connsiteY714" fmla="*/ 526227 h 831143"/>
                <a:gd name="connsiteX715" fmla="*/ 301638 w 1542615"/>
                <a:gd name="connsiteY715" fmla="*/ 524588 h 831143"/>
                <a:gd name="connsiteX716" fmla="*/ 306556 w 1542615"/>
                <a:gd name="connsiteY716" fmla="*/ 524588 h 831143"/>
                <a:gd name="connsiteX717" fmla="*/ 309835 w 1542615"/>
                <a:gd name="connsiteY717" fmla="*/ 522948 h 831143"/>
                <a:gd name="connsiteX718" fmla="*/ 306556 w 1542615"/>
                <a:gd name="connsiteY718" fmla="*/ 518030 h 831143"/>
                <a:gd name="connsiteX719" fmla="*/ 311474 w 1542615"/>
                <a:gd name="connsiteY719" fmla="*/ 518030 h 831143"/>
                <a:gd name="connsiteX720" fmla="*/ 314753 w 1542615"/>
                <a:gd name="connsiteY720" fmla="*/ 516391 h 831143"/>
                <a:gd name="connsiteX721" fmla="*/ 318031 w 1542615"/>
                <a:gd name="connsiteY721" fmla="*/ 516391 h 831143"/>
                <a:gd name="connsiteX722" fmla="*/ 322949 w 1542615"/>
                <a:gd name="connsiteY722" fmla="*/ 518030 h 831143"/>
                <a:gd name="connsiteX723" fmla="*/ 318031 w 1542615"/>
                <a:gd name="connsiteY723" fmla="*/ 518030 h 831143"/>
                <a:gd name="connsiteX724" fmla="*/ 314753 w 1542615"/>
                <a:gd name="connsiteY724" fmla="*/ 518030 h 831143"/>
                <a:gd name="connsiteX725" fmla="*/ 311474 w 1542615"/>
                <a:gd name="connsiteY725" fmla="*/ 519670 h 831143"/>
                <a:gd name="connsiteX726" fmla="*/ 313113 w 1542615"/>
                <a:gd name="connsiteY726" fmla="*/ 522948 h 831143"/>
                <a:gd name="connsiteX727" fmla="*/ 316392 w 1542615"/>
                <a:gd name="connsiteY727" fmla="*/ 522948 h 831143"/>
                <a:gd name="connsiteX728" fmla="*/ 319671 w 1542615"/>
                <a:gd name="connsiteY728" fmla="*/ 522948 h 831143"/>
                <a:gd name="connsiteX729" fmla="*/ 322949 w 1542615"/>
                <a:gd name="connsiteY729" fmla="*/ 522948 h 831143"/>
                <a:gd name="connsiteX730" fmla="*/ 327868 w 1542615"/>
                <a:gd name="connsiteY730" fmla="*/ 521309 h 831143"/>
                <a:gd name="connsiteX731" fmla="*/ 322949 w 1542615"/>
                <a:gd name="connsiteY731" fmla="*/ 519670 h 831143"/>
                <a:gd name="connsiteX732" fmla="*/ 327868 w 1542615"/>
                <a:gd name="connsiteY732" fmla="*/ 518030 h 831143"/>
                <a:gd name="connsiteX733" fmla="*/ 331146 w 1542615"/>
                <a:gd name="connsiteY733" fmla="*/ 519670 h 831143"/>
                <a:gd name="connsiteX734" fmla="*/ 336064 w 1542615"/>
                <a:gd name="connsiteY734" fmla="*/ 519670 h 831143"/>
                <a:gd name="connsiteX735" fmla="*/ 339343 w 1542615"/>
                <a:gd name="connsiteY735" fmla="*/ 521309 h 831143"/>
                <a:gd name="connsiteX736" fmla="*/ 336064 w 1542615"/>
                <a:gd name="connsiteY736" fmla="*/ 521309 h 831143"/>
                <a:gd name="connsiteX737" fmla="*/ 332785 w 1542615"/>
                <a:gd name="connsiteY737" fmla="*/ 521309 h 831143"/>
                <a:gd name="connsiteX738" fmla="*/ 327868 w 1542615"/>
                <a:gd name="connsiteY738" fmla="*/ 522948 h 831143"/>
                <a:gd name="connsiteX739" fmla="*/ 324589 w 1542615"/>
                <a:gd name="connsiteY739" fmla="*/ 522948 h 831143"/>
                <a:gd name="connsiteX740" fmla="*/ 321310 w 1542615"/>
                <a:gd name="connsiteY740" fmla="*/ 524588 h 831143"/>
                <a:gd name="connsiteX741" fmla="*/ 316392 w 1542615"/>
                <a:gd name="connsiteY741" fmla="*/ 524588 h 831143"/>
                <a:gd name="connsiteX742" fmla="*/ 313113 w 1542615"/>
                <a:gd name="connsiteY742" fmla="*/ 524588 h 831143"/>
                <a:gd name="connsiteX743" fmla="*/ 309835 w 1542615"/>
                <a:gd name="connsiteY743" fmla="*/ 524588 h 831143"/>
                <a:gd name="connsiteX744" fmla="*/ 313113 w 1542615"/>
                <a:gd name="connsiteY744" fmla="*/ 526227 h 831143"/>
                <a:gd name="connsiteX745" fmla="*/ 316392 w 1542615"/>
                <a:gd name="connsiteY745" fmla="*/ 527866 h 831143"/>
                <a:gd name="connsiteX746" fmla="*/ 319671 w 1542615"/>
                <a:gd name="connsiteY746" fmla="*/ 527866 h 831143"/>
                <a:gd name="connsiteX747" fmla="*/ 324589 w 1542615"/>
                <a:gd name="connsiteY747" fmla="*/ 527866 h 831143"/>
                <a:gd name="connsiteX748" fmla="*/ 327868 w 1542615"/>
                <a:gd name="connsiteY748" fmla="*/ 527866 h 831143"/>
                <a:gd name="connsiteX749" fmla="*/ 331146 w 1542615"/>
                <a:gd name="connsiteY749" fmla="*/ 526227 h 831143"/>
                <a:gd name="connsiteX750" fmla="*/ 336064 w 1542615"/>
                <a:gd name="connsiteY750" fmla="*/ 524588 h 831143"/>
                <a:gd name="connsiteX751" fmla="*/ 337703 w 1542615"/>
                <a:gd name="connsiteY751" fmla="*/ 524588 h 831143"/>
                <a:gd name="connsiteX752" fmla="*/ 334425 w 1542615"/>
                <a:gd name="connsiteY752" fmla="*/ 526227 h 831143"/>
                <a:gd name="connsiteX753" fmla="*/ 329507 w 1542615"/>
                <a:gd name="connsiteY753" fmla="*/ 526227 h 831143"/>
                <a:gd name="connsiteX754" fmla="*/ 326228 w 1542615"/>
                <a:gd name="connsiteY754" fmla="*/ 527866 h 831143"/>
                <a:gd name="connsiteX755" fmla="*/ 322949 w 1542615"/>
                <a:gd name="connsiteY755" fmla="*/ 529506 h 831143"/>
                <a:gd name="connsiteX756" fmla="*/ 319671 w 1542615"/>
                <a:gd name="connsiteY756" fmla="*/ 529506 h 831143"/>
                <a:gd name="connsiteX757" fmla="*/ 322949 w 1542615"/>
                <a:gd name="connsiteY757" fmla="*/ 532784 h 831143"/>
                <a:gd name="connsiteX758" fmla="*/ 326228 w 1542615"/>
                <a:gd name="connsiteY758" fmla="*/ 532784 h 831143"/>
                <a:gd name="connsiteX759" fmla="*/ 329507 w 1542615"/>
                <a:gd name="connsiteY759" fmla="*/ 532784 h 831143"/>
                <a:gd name="connsiteX760" fmla="*/ 334425 w 1542615"/>
                <a:gd name="connsiteY760" fmla="*/ 532784 h 831143"/>
                <a:gd name="connsiteX761" fmla="*/ 337703 w 1542615"/>
                <a:gd name="connsiteY761" fmla="*/ 532784 h 831143"/>
                <a:gd name="connsiteX762" fmla="*/ 332785 w 1542615"/>
                <a:gd name="connsiteY762" fmla="*/ 534424 h 831143"/>
                <a:gd name="connsiteX763" fmla="*/ 329507 w 1542615"/>
                <a:gd name="connsiteY763" fmla="*/ 534424 h 831143"/>
                <a:gd name="connsiteX764" fmla="*/ 326228 w 1542615"/>
                <a:gd name="connsiteY764" fmla="*/ 534424 h 831143"/>
                <a:gd name="connsiteX765" fmla="*/ 322949 w 1542615"/>
                <a:gd name="connsiteY765" fmla="*/ 534424 h 831143"/>
                <a:gd name="connsiteX766" fmla="*/ 318031 w 1542615"/>
                <a:gd name="connsiteY766" fmla="*/ 531145 h 831143"/>
                <a:gd name="connsiteX767" fmla="*/ 314753 w 1542615"/>
                <a:gd name="connsiteY767" fmla="*/ 529506 h 831143"/>
                <a:gd name="connsiteX768" fmla="*/ 311474 w 1542615"/>
                <a:gd name="connsiteY768" fmla="*/ 527866 h 831143"/>
                <a:gd name="connsiteX769" fmla="*/ 306556 w 1542615"/>
                <a:gd name="connsiteY769" fmla="*/ 526227 h 831143"/>
                <a:gd name="connsiteX770" fmla="*/ 303278 w 1542615"/>
                <a:gd name="connsiteY770" fmla="*/ 527866 h 831143"/>
                <a:gd name="connsiteX771" fmla="*/ 299999 w 1542615"/>
                <a:gd name="connsiteY771" fmla="*/ 527866 h 831143"/>
                <a:gd name="connsiteX772" fmla="*/ 295081 w 1542615"/>
                <a:gd name="connsiteY772" fmla="*/ 527866 h 831143"/>
                <a:gd name="connsiteX773" fmla="*/ 291802 w 1542615"/>
                <a:gd name="connsiteY773" fmla="*/ 527866 h 831143"/>
                <a:gd name="connsiteX774" fmla="*/ 288523 w 1542615"/>
                <a:gd name="connsiteY774" fmla="*/ 526227 h 831143"/>
                <a:gd name="connsiteX775" fmla="*/ 283605 w 1542615"/>
                <a:gd name="connsiteY775" fmla="*/ 524588 h 831143"/>
                <a:gd name="connsiteX776" fmla="*/ 280326 w 1542615"/>
                <a:gd name="connsiteY776" fmla="*/ 524588 h 831143"/>
                <a:gd name="connsiteX777" fmla="*/ 277048 w 1542615"/>
                <a:gd name="connsiteY777" fmla="*/ 522948 h 831143"/>
                <a:gd name="connsiteX778" fmla="*/ 272130 w 1542615"/>
                <a:gd name="connsiteY778" fmla="*/ 524588 h 831143"/>
                <a:gd name="connsiteX779" fmla="*/ 268851 w 1542615"/>
                <a:gd name="connsiteY779" fmla="*/ 524588 h 831143"/>
                <a:gd name="connsiteX780" fmla="*/ 272130 w 1542615"/>
                <a:gd name="connsiteY780" fmla="*/ 524588 h 831143"/>
                <a:gd name="connsiteX781" fmla="*/ 268851 w 1542615"/>
                <a:gd name="connsiteY781" fmla="*/ 526227 h 831143"/>
                <a:gd name="connsiteX782" fmla="*/ 265573 w 1542615"/>
                <a:gd name="connsiteY782" fmla="*/ 524588 h 831143"/>
                <a:gd name="connsiteX783" fmla="*/ 262294 w 1542615"/>
                <a:gd name="connsiteY783" fmla="*/ 526227 h 831143"/>
                <a:gd name="connsiteX784" fmla="*/ 257376 w 1542615"/>
                <a:gd name="connsiteY784" fmla="*/ 526227 h 831143"/>
                <a:gd name="connsiteX785" fmla="*/ 262294 w 1542615"/>
                <a:gd name="connsiteY785" fmla="*/ 526227 h 831143"/>
                <a:gd name="connsiteX786" fmla="*/ 257376 w 1542615"/>
                <a:gd name="connsiteY786" fmla="*/ 527866 h 831143"/>
                <a:gd name="connsiteX787" fmla="*/ 254097 w 1542615"/>
                <a:gd name="connsiteY787" fmla="*/ 529506 h 831143"/>
                <a:gd name="connsiteX788" fmla="*/ 250819 w 1542615"/>
                <a:gd name="connsiteY788" fmla="*/ 531145 h 831143"/>
                <a:gd name="connsiteX789" fmla="*/ 245901 w 1542615"/>
                <a:gd name="connsiteY789" fmla="*/ 532784 h 831143"/>
                <a:gd name="connsiteX790" fmla="*/ 242622 w 1542615"/>
                <a:gd name="connsiteY790" fmla="*/ 532784 h 831143"/>
                <a:gd name="connsiteX791" fmla="*/ 239343 w 1542615"/>
                <a:gd name="connsiteY791" fmla="*/ 534424 h 831143"/>
                <a:gd name="connsiteX792" fmla="*/ 234425 w 1542615"/>
                <a:gd name="connsiteY792" fmla="*/ 536063 h 831143"/>
                <a:gd name="connsiteX793" fmla="*/ 231146 w 1542615"/>
                <a:gd name="connsiteY793" fmla="*/ 536063 h 831143"/>
                <a:gd name="connsiteX794" fmla="*/ 227868 w 1542615"/>
                <a:gd name="connsiteY794" fmla="*/ 540981 h 831143"/>
                <a:gd name="connsiteX795" fmla="*/ 227868 w 1542615"/>
                <a:gd name="connsiteY795" fmla="*/ 544260 h 831143"/>
                <a:gd name="connsiteX796" fmla="*/ 231146 w 1542615"/>
                <a:gd name="connsiteY796" fmla="*/ 544260 h 831143"/>
                <a:gd name="connsiteX797" fmla="*/ 236065 w 1542615"/>
                <a:gd name="connsiteY797" fmla="*/ 542620 h 831143"/>
                <a:gd name="connsiteX798" fmla="*/ 239343 w 1542615"/>
                <a:gd name="connsiteY798" fmla="*/ 542620 h 831143"/>
                <a:gd name="connsiteX799" fmla="*/ 242622 w 1542615"/>
                <a:gd name="connsiteY799" fmla="*/ 540981 h 831143"/>
                <a:gd name="connsiteX800" fmla="*/ 247540 w 1542615"/>
                <a:gd name="connsiteY800" fmla="*/ 539342 h 831143"/>
                <a:gd name="connsiteX801" fmla="*/ 250819 w 1542615"/>
                <a:gd name="connsiteY801" fmla="*/ 540981 h 831143"/>
                <a:gd name="connsiteX802" fmla="*/ 254097 w 1542615"/>
                <a:gd name="connsiteY802" fmla="*/ 540981 h 831143"/>
                <a:gd name="connsiteX803" fmla="*/ 259015 w 1542615"/>
                <a:gd name="connsiteY803" fmla="*/ 540981 h 831143"/>
                <a:gd name="connsiteX804" fmla="*/ 262294 w 1542615"/>
                <a:gd name="connsiteY804" fmla="*/ 539342 h 831143"/>
                <a:gd name="connsiteX805" fmla="*/ 265573 w 1542615"/>
                <a:gd name="connsiteY805" fmla="*/ 539342 h 831143"/>
                <a:gd name="connsiteX806" fmla="*/ 270491 w 1542615"/>
                <a:gd name="connsiteY806" fmla="*/ 537703 h 831143"/>
                <a:gd name="connsiteX807" fmla="*/ 273769 w 1542615"/>
                <a:gd name="connsiteY807" fmla="*/ 537703 h 831143"/>
                <a:gd name="connsiteX808" fmla="*/ 277048 w 1542615"/>
                <a:gd name="connsiteY808" fmla="*/ 537703 h 831143"/>
                <a:gd name="connsiteX809" fmla="*/ 281966 w 1542615"/>
                <a:gd name="connsiteY809" fmla="*/ 537703 h 831143"/>
                <a:gd name="connsiteX810" fmla="*/ 285245 w 1542615"/>
                <a:gd name="connsiteY810" fmla="*/ 539342 h 831143"/>
                <a:gd name="connsiteX811" fmla="*/ 288523 w 1542615"/>
                <a:gd name="connsiteY811" fmla="*/ 539342 h 831143"/>
                <a:gd name="connsiteX812" fmla="*/ 293441 w 1542615"/>
                <a:gd name="connsiteY812" fmla="*/ 539342 h 831143"/>
                <a:gd name="connsiteX813" fmla="*/ 296720 w 1542615"/>
                <a:gd name="connsiteY813" fmla="*/ 537703 h 831143"/>
                <a:gd name="connsiteX814" fmla="*/ 299999 w 1542615"/>
                <a:gd name="connsiteY814" fmla="*/ 537703 h 831143"/>
                <a:gd name="connsiteX815" fmla="*/ 304916 w 1542615"/>
                <a:gd name="connsiteY815" fmla="*/ 537703 h 831143"/>
                <a:gd name="connsiteX816" fmla="*/ 308195 w 1542615"/>
                <a:gd name="connsiteY816" fmla="*/ 536063 h 831143"/>
                <a:gd name="connsiteX817" fmla="*/ 304916 w 1542615"/>
                <a:gd name="connsiteY817" fmla="*/ 537703 h 831143"/>
                <a:gd name="connsiteX818" fmla="*/ 299999 w 1542615"/>
                <a:gd name="connsiteY818" fmla="*/ 537703 h 831143"/>
                <a:gd name="connsiteX819" fmla="*/ 296720 w 1542615"/>
                <a:gd name="connsiteY819" fmla="*/ 539342 h 831143"/>
                <a:gd name="connsiteX820" fmla="*/ 298359 w 1542615"/>
                <a:gd name="connsiteY820" fmla="*/ 542620 h 831143"/>
                <a:gd name="connsiteX821" fmla="*/ 299999 w 1542615"/>
                <a:gd name="connsiteY821" fmla="*/ 545899 h 831143"/>
                <a:gd name="connsiteX822" fmla="*/ 304916 w 1542615"/>
                <a:gd name="connsiteY822" fmla="*/ 547539 h 831143"/>
                <a:gd name="connsiteX823" fmla="*/ 308195 w 1542615"/>
                <a:gd name="connsiteY823" fmla="*/ 545899 h 831143"/>
                <a:gd name="connsiteX824" fmla="*/ 311474 w 1542615"/>
                <a:gd name="connsiteY824" fmla="*/ 545899 h 831143"/>
                <a:gd name="connsiteX825" fmla="*/ 314753 w 1542615"/>
                <a:gd name="connsiteY825" fmla="*/ 544260 h 831143"/>
                <a:gd name="connsiteX826" fmla="*/ 319671 w 1542615"/>
                <a:gd name="connsiteY826" fmla="*/ 544260 h 831143"/>
                <a:gd name="connsiteX827" fmla="*/ 322949 w 1542615"/>
                <a:gd name="connsiteY827" fmla="*/ 544260 h 831143"/>
                <a:gd name="connsiteX828" fmla="*/ 319671 w 1542615"/>
                <a:gd name="connsiteY828" fmla="*/ 545899 h 831143"/>
                <a:gd name="connsiteX829" fmla="*/ 314753 w 1542615"/>
                <a:gd name="connsiteY829" fmla="*/ 545899 h 831143"/>
                <a:gd name="connsiteX830" fmla="*/ 311474 w 1542615"/>
                <a:gd name="connsiteY830" fmla="*/ 545899 h 831143"/>
                <a:gd name="connsiteX831" fmla="*/ 308195 w 1542615"/>
                <a:gd name="connsiteY831" fmla="*/ 547539 h 831143"/>
                <a:gd name="connsiteX832" fmla="*/ 304916 w 1542615"/>
                <a:gd name="connsiteY832" fmla="*/ 547539 h 831143"/>
                <a:gd name="connsiteX833" fmla="*/ 299999 w 1542615"/>
                <a:gd name="connsiteY833" fmla="*/ 547539 h 831143"/>
                <a:gd name="connsiteX834" fmla="*/ 296720 w 1542615"/>
                <a:gd name="connsiteY834" fmla="*/ 544260 h 831143"/>
                <a:gd name="connsiteX835" fmla="*/ 295081 w 1542615"/>
                <a:gd name="connsiteY835" fmla="*/ 539342 h 831143"/>
                <a:gd name="connsiteX836" fmla="*/ 291802 w 1542615"/>
                <a:gd name="connsiteY836" fmla="*/ 539342 h 831143"/>
                <a:gd name="connsiteX837" fmla="*/ 286884 w 1542615"/>
                <a:gd name="connsiteY837" fmla="*/ 539342 h 831143"/>
                <a:gd name="connsiteX838" fmla="*/ 283605 w 1542615"/>
                <a:gd name="connsiteY838" fmla="*/ 539342 h 831143"/>
                <a:gd name="connsiteX839" fmla="*/ 278688 w 1542615"/>
                <a:gd name="connsiteY839" fmla="*/ 539342 h 831143"/>
                <a:gd name="connsiteX840" fmla="*/ 275409 w 1542615"/>
                <a:gd name="connsiteY840" fmla="*/ 539342 h 831143"/>
                <a:gd name="connsiteX841" fmla="*/ 272130 w 1542615"/>
                <a:gd name="connsiteY841" fmla="*/ 539342 h 831143"/>
                <a:gd name="connsiteX842" fmla="*/ 268851 w 1542615"/>
                <a:gd name="connsiteY842" fmla="*/ 540981 h 831143"/>
                <a:gd name="connsiteX843" fmla="*/ 263933 w 1542615"/>
                <a:gd name="connsiteY843" fmla="*/ 540981 h 831143"/>
                <a:gd name="connsiteX844" fmla="*/ 260655 w 1542615"/>
                <a:gd name="connsiteY844" fmla="*/ 540981 h 831143"/>
                <a:gd name="connsiteX845" fmla="*/ 257376 w 1542615"/>
                <a:gd name="connsiteY845" fmla="*/ 540981 h 831143"/>
                <a:gd name="connsiteX846" fmla="*/ 252458 w 1542615"/>
                <a:gd name="connsiteY846" fmla="*/ 542620 h 831143"/>
                <a:gd name="connsiteX847" fmla="*/ 249179 w 1542615"/>
                <a:gd name="connsiteY847" fmla="*/ 542620 h 831143"/>
                <a:gd name="connsiteX848" fmla="*/ 245901 w 1542615"/>
                <a:gd name="connsiteY848" fmla="*/ 542620 h 831143"/>
                <a:gd name="connsiteX849" fmla="*/ 240982 w 1542615"/>
                <a:gd name="connsiteY849" fmla="*/ 544260 h 831143"/>
                <a:gd name="connsiteX850" fmla="*/ 237704 w 1542615"/>
                <a:gd name="connsiteY850" fmla="*/ 544260 h 831143"/>
                <a:gd name="connsiteX851" fmla="*/ 234425 w 1542615"/>
                <a:gd name="connsiteY851" fmla="*/ 544260 h 831143"/>
                <a:gd name="connsiteX852" fmla="*/ 237704 w 1542615"/>
                <a:gd name="connsiteY852" fmla="*/ 544260 h 831143"/>
                <a:gd name="connsiteX853" fmla="*/ 234425 w 1542615"/>
                <a:gd name="connsiteY853" fmla="*/ 545899 h 831143"/>
                <a:gd name="connsiteX854" fmla="*/ 229507 w 1542615"/>
                <a:gd name="connsiteY854" fmla="*/ 545899 h 831143"/>
                <a:gd name="connsiteX855" fmla="*/ 226229 w 1542615"/>
                <a:gd name="connsiteY855" fmla="*/ 545899 h 831143"/>
                <a:gd name="connsiteX856" fmla="*/ 222950 w 1542615"/>
                <a:gd name="connsiteY856" fmla="*/ 547539 h 831143"/>
                <a:gd name="connsiteX857" fmla="*/ 226229 w 1542615"/>
                <a:gd name="connsiteY857" fmla="*/ 549178 h 831143"/>
                <a:gd name="connsiteX858" fmla="*/ 229507 w 1542615"/>
                <a:gd name="connsiteY858" fmla="*/ 549178 h 831143"/>
                <a:gd name="connsiteX859" fmla="*/ 234425 w 1542615"/>
                <a:gd name="connsiteY859" fmla="*/ 549178 h 831143"/>
                <a:gd name="connsiteX860" fmla="*/ 237704 w 1542615"/>
                <a:gd name="connsiteY860" fmla="*/ 547539 h 831143"/>
                <a:gd name="connsiteX861" fmla="*/ 234425 w 1542615"/>
                <a:gd name="connsiteY861" fmla="*/ 549178 h 831143"/>
                <a:gd name="connsiteX862" fmla="*/ 229507 w 1542615"/>
                <a:gd name="connsiteY862" fmla="*/ 549178 h 831143"/>
                <a:gd name="connsiteX863" fmla="*/ 226229 w 1542615"/>
                <a:gd name="connsiteY863" fmla="*/ 549178 h 831143"/>
                <a:gd name="connsiteX864" fmla="*/ 229507 w 1542615"/>
                <a:gd name="connsiteY864" fmla="*/ 552456 h 831143"/>
                <a:gd name="connsiteX865" fmla="*/ 234425 w 1542615"/>
                <a:gd name="connsiteY865" fmla="*/ 552456 h 831143"/>
                <a:gd name="connsiteX866" fmla="*/ 237704 w 1542615"/>
                <a:gd name="connsiteY866" fmla="*/ 552456 h 831143"/>
                <a:gd name="connsiteX867" fmla="*/ 234425 w 1542615"/>
                <a:gd name="connsiteY867" fmla="*/ 552456 h 831143"/>
                <a:gd name="connsiteX868" fmla="*/ 229507 w 1542615"/>
                <a:gd name="connsiteY868" fmla="*/ 552456 h 831143"/>
                <a:gd name="connsiteX869" fmla="*/ 226229 w 1542615"/>
                <a:gd name="connsiteY869" fmla="*/ 552456 h 831143"/>
                <a:gd name="connsiteX870" fmla="*/ 222950 w 1542615"/>
                <a:gd name="connsiteY870" fmla="*/ 552456 h 831143"/>
                <a:gd name="connsiteX871" fmla="*/ 226229 w 1542615"/>
                <a:gd name="connsiteY871" fmla="*/ 554096 h 831143"/>
                <a:gd name="connsiteX872" fmla="*/ 229507 w 1542615"/>
                <a:gd name="connsiteY872" fmla="*/ 555735 h 831143"/>
                <a:gd name="connsiteX873" fmla="*/ 234425 w 1542615"/>
                <a:gd name="connsiteY873" fmla="*/ 555735 h 831143"/>
                <a:gd name="connsiteX874" fmla="*/ 237704 w 1542615"/>
                <a:gd name="connsiteY874" fmla="*/ 555735 h 831143"/>
                <a:gd name="connsiteX875" fmla="*/ 242622 w 1542615"/>
                <a:gd name="connsiteY875" fmla="*/ 555735 h 831143"/>
                <a:gd name="connsiteX876" fmla="*/ 245901 w 1542615"/>
                <a:gd name="connsiteY876" fmla="*/ 555735 h 831143"/>
                <a:gd name="connsiteX877" fmla="*/ 247540 w 1542615"/>
                <a:gd name="connsiteY877" fmla="*/ 555735 h 831143"/>
                <a:gd name="connsiteX878" fmla="*/ 244261 w 1542615"/>
                <a:gd name="connsiteY878" fmla="*/ 555735 h 831143"/>
                <a:gd name="connsiteX879" fmla="*/ 240982 w 1542615"/>
                <a:gd name="connsiteY879" fmla="*/ 557374 h 831143"/>
                <a:gd name="connsiteX880" fmla="*/ 237704 w 1542615"/>
                <a:gd name="connsiteY880" fmla="*/ 557374 h 831143"/>
                <a:gd name="connsiteX881" fmla="*/ 232786 w 1542615"/>
                <a:gd name="connsiteY881" fmla="*/ 557374 h 831143"/>
                <a:gd name="connsiteX882" fmla="*/ 229507 w 1542615"/>
                <a:gd name="connsiteY882" fmla="*/ 560653 h 831143"/>
                <a:gd name="connsiteX883" fmla="*/ 232786 w 1542615"/>
                <a:gd name="connsiteY883" fmla="*/ 559014 h 831143"/>
                <a:gd name="connsiteX884" fmla="*/ 236065 w 1542615"/>
                <a:gd name="connsiteY884" fmla="*/ 559014 h 831143"/>
                <a:gd name="connsiteX885" fmla="*/ 240982 w 1542615"/>
                <a:gd name="connsiteY885" fmla="*/ 557374 h 831143"/>
                <a:gd name="connsiteX886" fmla="*/ 244261 w 1542615"/>
                <a:gd name="connsiteY886" fmla="*/ 557374 h 831143"/>
                <a:gd name="connsiteX887" fmla="*/ 247540 w 1542615"/>
                <a:gd name="connsiteY887" fmla="*/ 555735 h 831143"/>
                <a:gd name="connsiteX888" fmla="*/ 249179 w 1542615"/>
                <a:gd name="connsiteY888" fmla="*/ 555735 h 831143"/>
                <a:gd name="connsiteX889" fmla="*/ 249179 w 1542615"/>
                <a:gd name="connsiteY889" fmla="*/ 557374 h 831143"/>
                <a:gd name="connsiteX890" fmla="*/ 254097 w 1542615"/>
                <a:gd name="connsiteY890" fmla="*/ 555735 h 831143"/>
                <a:gd name="connsiteX891" fmla="*/ 257376 w 1542615"/>
                <a:gd name="connsiteY891" fmla="*/ 555735 h 831143"/>
                <a:gd name="connsiteX892" fmla="*/ 260655 w 1542615"/>
                <a:gd name="connsiteY892" fmla="*/ 554096 h 831143"/>
                <a:gd name="connsiteX893" fmla="*/ 265573 w 1542615"/>
                <a:gd name="connsiteY893" fmla="*/ 555735 h 831143"/>
                <a:gd name="connsiteX894" fmla="*/ 260655 w 1542615"/>
                <a:gd name="connsiteY894" fmla="*/ 557374 h 831143"/>
                <a:gd name="connsiteX895" fmla="*/ 265573 w 1542615"/>
                <a:gd name="connsiteY895" fmla="*/ 559014 h 831143"/>
                <a:gd name="connsiteX896" fmla="*/ 260655 w 1542615"/>
                <a:gd name="connsiteY896" fmla="*/ 559014 h 831143"/>
                <a:gd name="connsiteX897" fmla="*/ 257376 w 1542615"/>
                <a:gd name="connsiteY897" fmla="*/ 557374 h 831143"/>
                <a:gd name="connsiteX898" fmla="*/ 254097 w 1542615"/>
                <a:gd name="connsiteY898" fmla="*/ 557374 h 831143"/>
                <a:gd name="connsiteX899" fmla="*/ 249179 w 1542615"/>
                <a:gd name="connsiteY899" fmla="*/ 557374 h 831143"/>
                <a:gd name="connsiteX900" fmla="*/ 245901 w 1542615"/>
                <a:gd name="connsiteY900" fmla="*/ 559014 h 831143"/>
                <a:gd name="connsiteX901" fmla="*/ 242622 w 1542615"/>
                <a:gd name="connsiteY901" fmla="*/ 559014 h 831143"/>
                <a:gd name="connsiteX902" fmla="*/ 245901 w 1542615"/>
                <a:gd name="connsiteY902" fmla="*/ 559014 h 831143"/>
                <a:gd name="connsiteX903" fmla="*/ 249179 w 1542615"/>
                <a:gd name="connsiteY903" fmla="*/ 559014 h 831143"/>
                <a:gd name="connsiteX904" fmla="*/ 245901 w 1542615"/>
                <a:gd name="connsiteY904" fmla="*/ 562293 h 831143"/>
                <a:gd name="connsiteX905" fmla="*/ 242622 w 1542615"/>
                <a:gd name="connsiteY905" fmla="*/ 562293 h 831143"/>
                <a:gd name="connsiteX906" fmla="*/ 239343 w 1542615"/>
                <a:gd name="connsiteY906" fmla="*/ 562293 h 831143"/>
                <a:gd name="connsiteX907" fmla="*/ 242622 w 1542615"/>
                <a:gd name="connsiteY907" fmla="*/ 563932 h 831143"/>
                <a:gd name="connsiteX908" fmla="*/ 245901 w 1542615"/>
                <a:gd name="connsiteY908" fmla="*/ 562293 h 831143"/>
                <a:gd name="connsiteX909" fmla="*/ 250819 w 1542615"/>
                <a:gd name="connsiteY909" fmla="*/ 562293 h 831143"/>
                <a:gd name="connsiteX910" fmla="*/ 245901 w 1542615"/>
                <a:gd name="connsiteY910" fmla="*/ 563932 h 831143"/>
                <a:gd name="connsiteX911" fmla="*/ 242622 w 1542615"/>
                <a:gd name="connsiteY911" fmla="*/ 565571 h 831143"/>
                <a:gd name="connsiteX912" fmla="*/ 239343 w 1542615"/>
                <a:gd name="connsiteY912" fmla="*/ 565571 h 831143"/>
                <a:gd name="connsiteX913" fmla="*/ 234425 w 1542615"/>
                <a:gd name="connsiteY913" fmla="*/ 563932 h 831143"/>
                <a:gd name="connsiteX914" fmla="*/ 231146 w 1542615"/>
                <a:gd name="connsiteY914" fmla="*/ 565571 h 831143"/>
                <a:gd name="connsiteX915" fmla="*/ 227868 w 1542615"/>
                <a:gd name="connsiteY915" fmla="*/ 565571 h 831143"/>
                <a:gd name="connsiteX916" fmla="*/ 231146 w 1542615"/>
                <a:gd name="connsiteY916" fmla="*/ 568850 h 831143"/>
                <a:gd name="connsiteX917" fmla="*/ 234425 w 1542615"/>
                <a:gd name="connsiteY917" fmla="*/ 568850 h 831143"/>
                <a:gd name="connsiteX918" fmla="*/ 239343 w 1542615"/>
                <a:gd name="connsiteY918" fmla="*/ 568850 h 831143"/>
                <a:gd name="connsiteX919" fmla="*/ 242622 w 1542615"/>
                <a:gd name="connsiteY919" fmla="*/ 568850 h 831143"/>
                <a:gd name="connsiteX920" fmla="*/ 245901 w 1542615"/>
                <a:gd name="connsiteY920" fmla="*/ 568850 h 831143"/>
                <a:gd name="connsiteX921" fmla="*/ 250819 w 1542615"/>
                <a:gd name="connsiteY921" fmla="*/ 570489 h 831143"/>
                <a:gd name="connsiteX922" fmla="*/ 254097 w 1542615"/>
                <a:gd name="connsiteY922" fmla="*/ 568850 h 831143"/>
                <a:gd name="connsiteX923" fmla="*/ 250819 w 1542615"/>
                <a:gd name="connsiteY923" fmla="*/ 570489 h 831143"/>
                <a:gd name="connsiteX924" fmla="*/ 245901 w 1542615"/>
                <a:gd name="connsiteY924" fmla="*/ 570489 h 831143"/>
                <a:gd name="connsiteX925" fmla="*/ 242622 w 1542615"/>
                <a:gd name="connsiteY925" fmla="*/ 570489 h 831143"/>
                <a:gd name="connsiteX926" fmla="*/ 239343 w 1542615"/>
                <a:gd name="connsiteY926" fmla="*/ 570489 h 831143"/>
                <a:gd name="connsiteX927" fmla="*/ 234425 w 1542615"/>
                <a:gd name="connsiteY927" fmla="*/ 572129 h 831143"/>
                <a:gd name="connsiteX928" fmla="*/ 231146 w 1542615"/>
                <a:gd name="connsiteY928" fmla="*/ 572129 h 831143"/>
                <a:gd name="connsiteX929" fmla="*/ 227868 w 1542615"/>
                <a:gd name="connsiteY929" fmla="*/ 570489 h 831143"/>
                <a:gd name="connsiteX930" fmla="*/ 231146 w 1542615"/>
                <a:gd name="connsiteY930" fmla="*/ 570489 h 831143"/>
                <a:gd name="connsiteX931" fmla="*/ 227868 w 1542615"/>
                <a:gd name="connsiteY931" fmla="*/ 570489 h 831143"/>
                <a:gd name="connsiteX932" fmla="*/ 222950 w 1542615"/>
                <a:gd name="connsiteY932" fmla="*/ 570489 h 831143"/>
                <a:gd name="connsiteX933" fmla="*/ 219671 w 1542615"/>
                <a:gd name="connsiteY933" fmla="*/ 572129 h 831143"/>
                <a:gd name="connsiteX934" fmla="*/ 218032 w 1542615"/>
                <a:gd name="connsiteY934" fmla="*/ 575407 h 831143"/>
                <a:gd name="connsiteX935" fmla="*/ 213114 w 1542615"/>
                <a:gd name="connsiteY935" fmla="*/ 577046 h 831143"/>
                <a:gd name="connsiteX936" fmla="*/ 214753 w 1542615"/>
                <a:gd name="connsiteY936" fmla="*/ 581965 h 831143"/>
                <a:gd name="connsiteX937" fmla="*/ 218032 w 1542615"/>
                <a:gd name="connsiteY937" fmla="*/ 580325 h 831143"/>
                <a:gd name="connsiteX938" fmla="*/ 221311 w 1542615"/>
                <a:gd name="connsiteY938" fmla="*/ 580325 h 831143"/>
                <a:gd name="connsiteX939" fmla="*/ 226229 w 1542615"/>
                <a:gd name="connsiteY939" fmla="*/ 580325 h 831143"/>
                <a:gd name="connsiteX940" fmla="*/ 229507 w 1542615"/>
                <a:gd name="connsiteY940" fmla="*/ 580325 h 831143"/>
                <a:gd name="connsiteX941" fmla="*/ 224589 w 1542615"/>
                <a:gd name="connsiteY941" fmla="*/ 580325 h 831143"/>
                <a:gd name="connsiteX942" fmla="*/ 221311 w 1542615"/>
                <a:gd name="connsiteY942" fmla="*/ 581965 h 831143"/>
                <a:gd name="connsiteX943" fmla="*/ 218032 w 1542615"/>
                <a:gd name="connsiteY943" fmla="*/ 581965 h 831143"/>
                <a:gd name="connsiteX944" fmla="*/ 214753 w 1542615"/>
                <a:gd name="connsiteY944" fmla="*/ 583604 h 831143"/>
                <a:gd name="connsiteX945" fmla="*/ 211475 w 1542615"/>
                <a:gd name="connsiteY945" fmla="*/ 585243 h 831143"/>
                <a:gd name="connsiteX946" fmla="*/ 214753 w 1542615"/>
                <a:gd name="connsiteY946" fmla="*/ 586883 h 831143"/>
                <a:gd name="connsiteX947" fmla="*/ 219671 w 1542615"/>
                <a:gd name="connsiteY947" fmla="*/ 586883 h 831143"/>
                <a:gd name="connsiteX948" fmla="*/ 222950 w 1542615"/>
                <a:gd name="connsiteY948" fmla="*/ 585243 h 831143"/>
                <a:gd name="connsiteX949" fmla="*/ 226229 w 1542615"/>
                <a:gd name="connsiteY949" fmla="*/ 583604 h 831143"/>
                <a:gd name="connsiteX950" fmla="*/ 231146 w 1542615"/>
                <a:gd name="connsiteY950" fmla="*/ 583604 h 831143"/>
                <a:gd name="connsiteX951" fmla="*/ 234425 w 1542615"/>
                <a:gd name="connsiteY951" fmla="*/ 581965 h 831143"/>
                <a:gd name="connsiteX952" fmla="*/ 237704 w 1542615"/>
                <a:gd name="connsiteY952" fmla="*/ 580325 h 831143"/>
                <a:gd name="connsiteX953" fmla="*/ 240982 w 1542615"/>
                <a:gd name="connsiteY953" fmla="*/ 577046 h 831143"/>
                <a:gd name="connsiteX954" fmla="*/ 245901 w 1542615"/>
                <a:gd name="connsiteY954" fmla="*/ 575407 h 831143"/>
                <a:gd name="connsiteX955" fmla="*/ 249179 w 1542615"/>
                <a:gd name="connsiteY955" fmla="*/ 575407 h 831143"/>
                <a:gd name="connsiteX956" fmla="*/ 252458 w 1542615"/>
                <a:gd name="connsiteY956" fmla="*/ 573768 h 831143"/>
                <a:gd name="connsiteX957" fmla="*/ 257376 w 1542615"/>
                <a:gd name="connsiteY957" fmla="*/ 572129 h 831143"/>
                <a:gd name="connsiteX958" fmla="*/ 260655 w 1542615"/>
                <a:gd name="connsiteY958" fmla="*/ 572129 h 831143"/>
                <a:gd name="connsiteX959" fmla="*/ 263933 w 1542615"/>
                <a:gd name="connsiteY959" fmla="*/ 568850 h 831143"/>
                <a:gd name="connsiteX960" fmla="*/ 268851 w 1542615"/>
                <a:gd name="connsiteY960" fmla="*/ 565571 h 831143"/>
                <a:gd name="connsiteX961" fmla="*/ 272130 w 1542615"/>
                <a:gd name="connsiteY961" fmla="*/ 565571 h 831143"/>
                <a:gd name="connsiteX962" fmla="*/ 275409 w 1542615"/>
                <a:gd name="connsiteY962" fmla="*/ 563932 h 831143"/>
                <a:gd name="connsiteX963" fmla="*/ 280326 w 1542615"/>
                <a:gd name="connsiteY963" fmla="*/ 562293 h 831143"/>
                <a:gd name="connsiteX964" fmla="*/ 283605 w 1542615"/>
                <a:gd name="connsiteY964" fmla="*/ 560653 h 831143"/>
                <a:gd name="connsiteX965" fmla="*/ 286884 w 1542615"/>
                <a:gd name="connsiteY965" fmla="*/ 559014 h 831143"/>
                <a:gd name="connsiteX966" fmla="*/ 291802 w 1542615"/>
                <a:gd name="connsiteY966" fmla="*/ 557374 h 831143"/>
                <a:gd name="connsiteX967" fmla="*/ 295081 w 1542615"/>
                <a:gd name="connsiteY967" fmla="*/ 555735 h 831143"/>
                <a:gd name="connsiteX968" fmla="*/ 298359 w 1542615"/>
                <a:gd name="connsiteY968" fmla="*/ 555735 h 831143"/>
                <a:gd name="connsiteX969" fmla="*/ 303278 w 1542615"/>
                <a:gd name="connsiteY969" fmla="*/ 554096 h 831143"/>
                <a:gd name="connsiteX970" fmla="*/ 306556 w 1542615"/>
                <a:gd name="connsiteY970" fmla="*/ 552456 h 831143"/>
                <a:gd name="connsiteX971" fmla="*/ 311474 w 1542615"/>
                <a:gd name="connsiteY971" fmla="*/ 552456 h 831143"/>
                <a:gd name="connsiteX972" fmla="*/ 314753 w 1542615"/>
                <a:gd name="connsiteY972" fmla="*/ 550817 h 831143"/>
                <a:gd name="connsiteX973" fmla="*/ 318031 w 1542615"/>
                <a:gd name="connsiteY973" fmla="*/ 550817 h 831143"/>
                <a:gd name="connsiteX974" fmla="*/ 321310 w 1542615"/>
                <a:gd name="connsiteY974" fmla="*/ 550817 h 831143"/>
                <a:gd name="connsiteX975" fmla="*/ 326228 w 1542615"/>
                <a:gd name="connsiteY975" fmla="*/ 549178 h 831143"/>
                <a:gd name="connsiteX976" fmla="*/ 321310 w 1542615"/>
                <a:gd name="connsiteY976" fmla="*/ 550817 h 831143"/>
                <a:gd name="connsiteX977" fmla="*/ 318031 w 1542615"/>
                <a:gd name="connsiteY977" fmla="*/ 550817 h 831143"/>
                <a:gd name="connsiteX978" fmla="*/ 321310 w 1542615"/>
                <a:gd name="connsiteY978" fmla="*/ 552456 h 831143"/>
                <a:gd name="connsiteX979" fmla="*/ 326228 w 1542615"/>
                <a:gd name="connsiteY979" fmla="*/ 552456 h 831143"/>
                <a:gd name="connsiteX980" fmla="*/ 329507 w 1542615"/>
                <a:gd name="connsiteY980" fmla="*/ 552456 h 831143"/>
                <a:gd name="connsiteX981" fmla="*/ 326228 w 1542615"/>
                <a:gd name="connsiteY981" fmla="*/ 554096 h 831143"/>
                <a:gd name="connsiteX982" fmla="*/ 322949 w 1542615"/>
                <a:gd name="connsiteY982" fmla="*/ 552456 h 831143"/>
                <a:gd name="connsiteX983" fmla="*/ 318031 w 1542615"/>
                <a:gd name="connsiteY983" fmla="*/ 552456 h 831143"/>
                <a:gd name="connsiteX984" fmla="*/ 314753 w 1542615"/>
                <a:gd name="connsiteY984" fmla="*/ 552456 h 831143"/>
                <a:gd name="connsiteX985" fmla="*/ 311474 w 1542615"/>
                <a:gd name="connsiteY985" fmla="*/ 552456 h 831143"/>
                <a:gd name="connsiteX986" fmla="*/ 306556 w 1542615"/>
                <a:gd name="connsiteY986" fmla="*/ 554096 h 831143"/>
                <a:gd name="connsiteX987" fmla="*/ 303278 w 1542615"/>
                <a:gd name="connsiteY987" fmla="*/ 555735 h 831143"/>
                <a:gd name="connsiteX988" fmla="*/ 306556 w 1542615"/>
                <a:gd name="connsiteY988" fmla="*/ 557374 h 831143"/>
                <a:gd name="connsiteX989" fmla="*/ 311474 w 1542615"/>
                <a:gd name="connsiteY989" fmla="*/ 557374 h 831143"/>
                <a:gd name="connsiteX990" fmla="*/ 314753 w 1542615"/>
                <a:gd name="connsiteY990" fmla="*/ 557374 h 831143"/>
                <a:gd name="connsiteX991" fmla="*/ 318031 w 1542615"/>
                <a:gd name="connsiteY991" fmla="*/ 557374 h 831143"/>
                <a:gd name="connsiteX992" fmla="*/ 314753 w 1542615"/>
                <a:gd name="connsiteY992" fmla="*/ 559014 h 831143"/>
                <a:gd name="connsiteX993" fmla="*/ 311474 w 1542615"/>
                <a:gd name="connsiteY993" fmla="*/ 557374 h 831143"/>
                <a:gd name="connsiteX994" fmla="*/ 306556 w 1542615"/>
                <a:gd name="connsiteY994" fmla="*/ 559014 h 831143"/>
                <a:gd name="connsiteX995" fmla="*/ 303278 w 1542615"/>
                <a:gd name="connsiteY995" fmla="*/ 559014 h 831143"/>
                <a:gd name="connsiteX996" fmla="*/ 299999 w 1542615"/>
                <a:gd name="connsiteY996" fmla="*/ 557374 h 831143"/>
                <a:gd name="connsiteX997" fmla="*/ 295081 w 1542615"/>
                <a:gd name="connsiteY997" fmla="*/ 557374 h 831143"/>
                <a:gd name="connsiteX998" fmla="*/ 291802 w 1542615"/>
                <a:gd name="connsiteY998" fmla="*/ 559014 h 831143"/>
                <a:gd name="connsiteX999" fmla="*/ 288523 w 1542615"/>
                <a:gd name="connsiteY999" fmla="*/ 560653 h 831143"/>
                <a:gd name="connsiteX1000" fmla="*/ 285245 w 1542615"/>
                <a:gd name="connsiteY1000" fmla="*/ 562293 h 831143"/>
                <a:gd name="connsiteX1001" fmla="*/ 280326 w 1542615"/>
                <a:gd name="connsiteY1001" fmla="*/ 563932 h 831143"/>
                <a:gd name="connsiteX1002" fmla="*/ 277048 w 1542615"/>
                <a:gd name="connsiteY1002" fmla="*/ 565571 h 831143"/>
                <a:gd name="connsiteX1003" fmla="*/ 272130 w 1542615"/>
                <a:gd name="connsiteY1003" fmla="*/ 565571 h 831143"/>
                <a:gd name="connsiteX1004" fmla="*/ 268851 w 1542615"/>
                <a:gd name="connsiteY1004" fmla="*/ 568850 h 831143"/>
                <a:gd name="connsiteX1005" fmla="*/ 265573 w 1542615"/>
                <a:gd name="connsiteY1005" fmla="*/ 570489 h 831143"/>
                <a:gd name="connsiteX1006" fmla="*/ 260655 w 1542615"/>
                <a:gd name="connsiteY1006" fmla="*/ 572129 h 831143"/>
                <a:gd name="connsiteX1007" fmla="*/ 257376 w 1542615"/>
                <a:gd name="connsiteY1007" fmla="*/ 573768 h 831143"/>
                <a:gd name="connsiteX1008" fmla="*/ 254097 w 1542615"/>
                <a:gd name="connsiteY1008" fmla="*/ 573768 h 831143"/>
                <a:gd name="connsiteX1009" fmla="*/ 249179 w 1542615"/>
                <a:gd name="connsiteY1009" fmla="*/ 575407 h 831143"/>
                <a:gd name="connsiteX1010" fmla="*/ 245901 w 1542615"/>
                <a:gd name="connsiteY1010" fmla="*/ 577046 h 831143"/>
                <a:gd name="connsiteX1011" fmla="*/ 242622 w 1542615"/>
                <a:gd name="connsiteY1011" fmla="*/ 578686 h 831143"/>
                <a:gd name="connsiteX1012" fmla="*/ 239343 w 1542615"/>
                <a:gd name="connsiteY1012" fmla="*/ 581965 h 831143"/>
                <a:gd name="connsiteX1013" fmla="*/ 234425 w 1542615"/>
                <a:gd name="connsiteY1013" fmla="*/ 581965 h 831143"/>
                <a:gd name="connsiteX1014" fmla="*/ 231146 w 1542615"/>
                <a:gd name="connsiteY1014" fmla="*/ 583604 h 831143"/>
                <a:gd name="connsiteX1015" fmla="*/ 227868 w 1542615"/>
                <a:gd name="connsiteY1015" fmla="*/ 585243 h 831143"/>
                <a:gd name="connsiteX1016" fmla="*/ 222950 w 1542615"/>
                <a:gd name="connsiteY1016" fmla="*/ 586883 h 831143"/>
                <a:gd name="connsiteX1017" fmla="*/ 219671 w 1542615"/>
                <a:gd name="connsiteY1017" fmla="*/ 586883 h 831143"/>
                <a:gd name="connsiteX1018" fmla="*/ 214753 w 1542615"/>
                <a:gd name="connsiteY1018" fmla="*/ 588522 h 831143"/>
                <a:gd name="connsiteX1019" fmla="*/ 218032 w 1542615"/>
                <a:gd name="connsiteY1019" fmla="*/ 590161 h 831143"/>
                <a:gd name="connsiteX1020" fmla="*/ 222950 w 1542615"/>
                <a:gd name="connsiteY1020" fmla="*/ 590161 h 831143"/>
                <a:gd name="connsiteX1021" fmla="*/ 218032 w 1542615"/>
                <a:gd name="connsiteY1021" fmla="*/ 590161 h 831143"/>
                <a:gd name="connsiteX1022" fmla="*/ 214753 w 1542615"/>
                <a:gd name="connsiteY1022" fmla="*/ 590161 h 831143"/>
                <a:gd name="connsiteX1023" fmla="*/ 218032 w 1542615"/>
                <a:gd name="connsiteY1023" fmla="*/ 593440 h 831143"/>
                <a:gd name="connsiteX1024" fmla="*/ 222950 w 1542615"/>
                <a:gd name="connsiteY1024" fmla="*/ 591801 h 831143"/>
                <a:gd name="connsiteX1025" fmla="*/ 226229 w 1542615"/>
                <a:gd name="connsiteY1025" fmla="*/ 590161 h 831143"/>
                <a:gd name="connsiteX1026" fmla="*/ 229507 w 1542615"/>
                <a:gd name="connsiteY1026" fmla="*/ 590161 h 831143"/>
                <a:gd name="connsiteX1027" fmla="*/ 226229 w 1542615"/>
                <a:gd name="connsiteY1027" fmla="*/ 591801 h 831143"/>
                <a:gd name="connsiteX1028" fmla="*/ 221311 w 1542615"/>
                <a:gd name="connsiteY1028" fmla="*/ 593440 h 831143"/>
                <a:gd name="connsiteX1029" fmla="*/ 218032 w 1542615"/>
                <a:gd name="connsiteY1029" fmla="*/ 593440 h 831143"/>
                <a:gd name="connsiteX1030" fmla="*/ 221311 w 1542615"/>
                <a:gd name="connsiteY1030" fmla="*/ 595079 h 831143"/>
                <a:gd name="connsiteX1031" fmla="*/ 226229 w 1542615"/>
                <a:gd name="connsiteY1031" fmla="*/ 595079 h 831143"/>
                <a:gd name="connsiteX1032" fmla="*/ 229507 w 1542615"/>
                <a:gd name="connsiteY1032" fmla="*/ 593440 h 831143"/>
                <a:gd name="connsiteX1033" fmla="*/ 232786 w 1542615"/>
                <a:gd name="connsiteY1033" fmla="*/ 591801 h 831143"/>
                <a:gd name="connsiteX1034" fmla="*/ 236065 w 1542615"/>
                <a:gd name="connsiteY1034" fmla="*/ 591801 h 831143"/>
                <a:gd name="connsiteX1035" fmla="*/ 240982 w 1542615"/>
                <a:gd name="connsiteY1035" fmla="*/ 590161 h 831143"/>
                <a:gd name="connsiteX1036" fmla="*/ 244261 w 1542615"/>
                <a:gd name="connsiteY1036" fmla="*/ 595079 h 831143"/>
                <a:gd name="connsiteX1037" fmla="*/ 247540 w 1542615"/>
                <a:gd name="connsiteY1037" fmla="*/ 591801 h 831143"/>
                <a:gd name="connsiteX1038" fmla="*/ 252458 w 1542615"/>
                <a:gd name="connsiteY1038" fmla="*/ 590161 h 831143"/>
                <a:gd name="connsiteX1039" fmla="*/ 255736 w 1542615"/>
                <a:gd name="connsiteY1039" fmla="*/ 590161 h 831143"/>
                <a:gd name="connsiteX1040" fmla="*/ 259015 w 1542615"/>
                <a:gd name="connsiteY1040" fmla="*/ 588522 h 831143"/>
                <a:gd name="connsiteX1041" fmla="*/ 263933 w 1542615"/>
                <a:gd name="connsiteY1041" fmla="*/ 588522 h 831143"/>
                <a:gd name="connsiteX1042" fmla="*/ 262294 w 1542615"/>
                <a:gd name="connsiteY1042" fmla="*/ 591801 h 831143"/>
                <a:gd name="connsiteX1043" fmla="*/ 259015 w 1542615"/>
                <a:gd name="connsiteY1043" fmla="*/ 590161 h 831143"/>
                <a:gd name="connsiteX1044" fmla="*/ 255736 w 1542615"/>
                <a:gd name="connsiteY1044" fmla="*/ 590161 h 831143"/>
                <a:gd name="connsiteX1045" fmla="*/ 250819 w 1542615"/>
                <a:gd name="connsiteY1045" fmla="*/ 591801 h 831143"/>
                <a:gd name="connsiteX1046" fmla="*/ 247540 w 1542615"/>
                <a:gd name="connsiteY1046" fmla="*/ 593440 h 831143"/>
                <a:gd name="connsiteX1047" fmla="*/ 244261 w 1542615"/>
                <a:gd name="connsiteY1047" fmla="*/ 596719 h 831143"/>
                <a:gd name="connsiteX1048" fmla="*/ 239343 w 1542615"/>
                <a:gd name="connsiteY1048" fmla="*/ 595079 h 831143"/>
                <a:gd name="connsiteX1049" fmla="*/ 236065 w 1542615"/>
                <a:gd name="connsiteY1049" fmla="*/ 593440 h 831143"/>
                <a:gd name="connsiteX1050" fmla="*/ 232786 w 1542615"/>
                <a:gd name="connsiteY1050" fmla="*/ 593440 h 831143"/>
                <a:gd name="connsiteX1051" fmla="*/ 229507 w 1542615"/>
                <a:gd name="connsiteY1051" fmla="*/ 595079 h 831143"/>
                <a:gd name="connsiteX1052" fmla="*/ 224589 w 1542615"/>
                <a:gd name="connsiteY1052" fmla="*/ 595079 h 831143"/>
                <a:gd name="connsiteX1053" fmla="*/ 221311 w 1542615"/>
                <a:gd name="connsiteY1053" fmla="*/ 596719 h 831143"/>
                <a:gd name="connsiteX1054" fmla="*/ 218032 w 1542615"/>
                <a:gd name="connsiteY1054" fmla="*/ 599997 h 831143"/>
                <a:gd name="connsiteX1055" fmla="*/ 221311 w 1542615"/>
                <a:gd name="connsiteY1055" fmla="*/ 599997 h 831143"/>
                <a:gd name="connsiteX1056" fmla="*/ 224589 w 1542615"/>
                <a:gd name="connsiteY1056" fmla="*/ 598358 h 831143"/>
                <a:gd name="connsiteX1057" fmla="*/ 221311 w 1542615"/>
                <a:gd name="connsiteY1057" fmla="*/ 599997 h 831143"/>
                <a:gd name="connsiteX1058" fmla="*/ 218032 w 1542615"/>
                <a:gd name="connsiteY1058" fmla="*/ 601637 h 831143"/>
                <a:gd name="connsiteX1059" fmla="*/ 221311 w 1542615"/>
                <a:gd name="connsiteY1059" fmla="*/ 603276 h 831143"/>
                <a:gd name="connsiteX1060" fmla="*/ 224589 w 1542615"/>
                <a:gd name="connsiteY1060" fmla="*/ 603276 h 831143"/>
                <a:gd name="connsiteX1061" fmla="*/ 227868 w 1542615"/>
                <a:gd name="connsiteY1061" fmla="*/ 601637 h 831143"/>
                <a:gd name="connsiteX1062" fmla="*/ 232786 w 1542615"/>
                <a:gd name="connsiteY1062" fmla="*/ 598358 h 831143"/>
                <a:gd name="connsiteX1063" fmla="*/ 231146 w 1542615"/>
                <a:gd name="connsiteY1063" fmla="*/ 601637 h 831143"/>
                <a:gd name="connsiteX1064" fmla="*/ 227868 w 1542615"/>
                <a:gd name="connsiteY1064" fmla="*/ 603276 h 831143"/>
                <a:gd name="connsiteX1065" fmla="*/ 231146 w 1542615"/>
                <a:gd name="connsiteY1065" fmla="*/ 603276 h 831143"/>
                <a:gd name="connsiteX1066" fmla="*/ 227868 w 1542615"/>
                <a:gd name="connsiteY1066" fmla="*/ 604915 h 831143"/>
                <a:gd name="connsiteX1067" fmla="*/ 224589 w 1542615"/>
                <a:gd name="connsiteY1067" fmla="*/ 608194 h 831143"/>
                <a:gd name="connsiteX1068" fmla="*/ 227868 w 1542615"/>
                <a:gd name="connsiteY1068" fmla="*/ 608194 h 831143"/>
                <a:gd name="connsiteX1069" fmla="*/ 231146 w 1542615"/>
                <a:gd name="connsiteY1069" fmla="*/ 606555 h 831143"/>
                <a:gd name="connsiteX1070" fmla="*/ 236065 w 1542615"/>
                <a:gd name="connsiteY1070" fmla="*/ 603276 h 831143"/>
                <a:gd name="connsiteX1071" fmla="*/ 232786 w 1542615"/>
                <a:gd name="connsiteY1071" fmla="*/ 606555 h 831143"/>
                <a:gd name="connsiteX1072" fmla="*/ 227868 w 1542615"/>
                <a:gd name="connsiteY1072" fmla="*/ 609833 h 831143"/>
                <a:gd name="connsiteX1073" fmla="*/ 232786 w 1542615"/>
                <a:gd name="connsiteY1073" fmla="*/ 609833 h 831143"/>
                <a:gd name="connsiteX1074" fmla="*/ 229507 w 1542615"/>
                <a:gd name="connsiteY1074" fmla="*/ 613112 h 831143"/>
                <a:gd name="connsiteX1075" fmla="*/ 232786 w 1542615"/>
                <a:gd name="connsiteY1075" fmla="*/ 613112 h 831143"/>
                <a:gd name="connsiteX1076" fmla="*/ 237704 w 1542615"/>
                <a:gd name="connsiteY1076" fmla="*/ 611473 h 831143"/>
                <a:gd name="connsiteX1077" fmla="*/ 240982 w 1542615"/>
                <a:gd name="connsiteY1077" fmla="*/ 609833 h 831143"/>
                <a:gd name="connsiteX1078" fmla="*/ 244261 w 1542615"/>
                <a:gd name="connsiteY1078" fmla="*/ 609833 h 831143"/>
                <a:gd name="connsiteX1079" fmla="*/ 249179 w 1542615"/>
                <a:gd name="connsiteY1079" fmla="*/ 608194 h 831143"/>
                <a:gd name="connsiteX1080" fmla="*/ 250819 w 1542615"/>
                <a:gd name="connsiteY1080" fmla="*/ 604915 h 831143"/>
                <a:gd name="connsiteX1081" fmla="*/ 254097 w 1542615"/>
                <a:gd name="connsiteY1081" fmla="*/ 603276 h 831143"/>
                <a:gd name="connsiteX1082" fmla="*/ 257376 w 1542615"/>
                <a:gd name="connsiteY1082" fmla="*/ 601637 h 831143"/>
                <a:gd name="connsiteX1083" fmla="*/ 262294 w 1542615"/>
                <a:gd name="connsiteY1083" fmla="*/ 601637 h 831143"/>
                <a:gd name="connsiteX1084" fmla="*/ 265573 w 1542615"/>
                <a:gd name="connsiteY1084" fmla="*/ 599997 h 831143"/>
                <a:gd name="connsiteX1085" fmla="*/ 268851 w 1542615"/>
                <a:gd name="connsiteY1085" fmla="*/ 599997 h 831143"/>
                <a:gd name="connsiteX1086" fmla="*/ 273769 w 1542615"/>
                <a:gd name="connsiteY1086" fmla="*/ 598358 h 831143"/>
                <a:gd name="connsiteX1087" fmla="*/ 277048 w 1542615"/>
                <a:gd name="connsiteY1087" fmla="*/ 598358 h 831143"/>
                <a:gd name="connsiteX1088" fmla="*/ 280326 w 1542615"/>
                <a:gd name="connsiteY1088" fmla="*/ 598358 h 831143"/>
                <a:gd name="connsiteX1089" fmla="*/ 285245 w 1542615"/>
                <a:gd name="connsiteY1089" fmla="*/ 599997 h 831143"/>
                <a:gd name="connsiteX1090" fmla="*/ 288523 w 1542615"/>
                <a:gd name="connsiteY1090" fmla="*/ 599997 h 831143"/>
                <a:gd name="connsiteX1091" fmla="*/ 288523 w 1542615"/>
                <a:gd name="connsiteY1091" fmla="*/ 599997 h 831143"/>
                <a:gd name="connsiteX1092" fmla="*/ 288523 w 1542615"/>
                <a:gd name="connsiteY1092" fmla="*/ 601637 h 831143"/>
                <a:gd name="connsiteX1093" fmla="*/ 291802 w 1542615"/>
                <a:gd name="connsiteY1093" fmla="*/ 603276 h 831143"/>
                <a:gd name="connsiteX1094" fmla="*/ 286884 w 1542615"/>
                <a:gd name="connsiteY1094" fmla="*/ 603276 h 831143"/>
                <a:gd name="connsiteX1095" fmla="*/ 283605 w 1542615"/>
                <a:gd name="connsiteY1095" fmla="*/ 601637 h 831143"/>
                <a:gd name="connsiteX1096" fmla="*/ 280326 w 1542615"/>
                <a:gd name="connsiteY1096" fmla="*/ 599997 h 831143"/>
                <a:gd name="connsiteX1097" fmla="*/ 275409 w 1542615"/>
                <a:gd name="connsiteY1097" fmla="*/ 599997 h 831143"/>
                <a:gd name="connsiteX1098" fmla="*/ 272130 w 1542615"/>
                <a:gd name="connsiteY1098" fmla="*/ 599997 h 831143"/>
                <a:gd name="connsiteX1099" fmla="*/ 268851 w 1542615"/>
                <a:gd name="connsiteY1099" fmla="*/ 599997 h 831143"/>
                <a:gd name="connsiteX1100" fmla="*/ 263933 w 1542615"/>
                <a:gd name="connsiteY1100" fmla="*/ 601637 h 831143"/>
                <a:gd name="connsiteX1101" fmla="*/ 260655 w 1542615"/>
                <a:gd name="connsiteY1101" fmla="*/ 601637 h 831143"/>
                <a:gd name="connsiteX1102" fmla="*/ 257376 w 1542615"/>
                <a:gd name="connsiteY1102" fmla="*/ 603276 h 831143"/>
                <a:gd name="connsiteX1103" fmla="*/ 252458 w 1542615"/>
                <a:gd name="connsiteY1103" fmla="*/ 606555 h 831143"/>
                <a:gd name="connsiteX1104" fmla="*/ 249179 w 1542615"/>
                <a:gd name="connsiteY1104" fmla="*/ 608194 h 831143"/>
                <a:gd name="connsiteX1105" fmla="*/ 245901 w 1542615"/>
                <a:gd name="connsiteY1105" fmla="*/ 609833 h 831143"/>
                <a:gd name="connsiteX1106" fmla="*/ 240982 w 1542615"/>
                <a:gd name="connsiteY1106" fmla="*/ 611473 h 831143"/>
                <a:gd name="connsiteX1107" fmla="*/ 237704 w 1542615"/>
                <a:gd name="connsiteY1107" fmla="*/ 613112 h 831143"/>
                <a:gd name="connsiteX1108" fmla="*/ 234425 w 1542615"/>
                <a:gd name="connsiteY1108" fmla="*/ 613112 h 831143"/>
                <a:gd name="connsiteX1109" fmla="*/ 229507 w 1542615"/>
                <a:gd name="connsiteY1109" fmla="*/ 614751 h 831143"/>
                <a:gd name="connsiteX1110" fmla="*/ 227868 w 1542615"/>
                <a:gd name="connsiteY1110" fmla="*/ 619669 h 831143"/>
                <a:gd name="connsiteX1111" fmla="*/ 224589 w 1542615"/>
                <a:gd name="connsiteY1111" fmla="*/ 621309 h 831143"/>
                <a:gd name="connsiteX1112" fmla="*/ 227868 w 1542615"/>
                <a:gd name="connsiteY1112" fmla="*/ 619669 h 831143"/>
                <a:gd name="connsiteX1113" fmla="*/ 232786 w 1542615"/>
                <a:gd name="connsiteY1113" fmla="*/ 616391 h 831143"/>
                <a:gd name="connsiteX1114" fmla="*/ 236065 w 1542615"/>
                <a:gd name="connsiteY1114" fmla="*/ 618030 h 831143"/>
                <a:gd name="connsiteX1115" fmla="*/ 232786 w 1542615"/>
                <a:gd name="connsiteY1115" fmla="*/ 621309 h 831143"/>
                <a:gd name="connsiteX1116" fmla="*/ 237704 w 1542615"/>
                <a:gd name="connsiteY1116" fmla="*/ 619669 h 831143"/>
                <a:gd name="connsiteX1117" fmla="*/ 240982 w 1542615"/>
                <a:gd name="connsiteY1117" fmla="*/ 618030 h 831143"/>
                <a:gd name="connsiteX1118" fmla="*/ 237704 w 1542615"/>
                <a:gd name="connsiteY1118" fmla="*/ 621309 h 831143"/>
                <a:gd name="connsiteX1119" fmla="*/ 232786 w 1542615"/>
                <a:gd name="connsiteY1119" fmla="*/ 622948 h 831143"/>
                <a:gd name="connsiteX1120" fmla="*/ 232786 w 1542615"/>
                <a:gd name="connsiteY1120" fmla="*/ 627866 h 831143"/>
                <a:gd name="connsiteX1121" fmla="*/ 234425 w 1542615"/>
                <a:gd name="connsiteY1121" fmla="*/ 631145 h 831143"/>
                <a:gd name="connsiteX1122" fmla="*/ 229507 w 1542615"/>
                <a:gd name="connsiteY1122" fmla="*/ 632784 h 831143"/>
                <a:gd name="connsiteX1123" fmla="*/ 229507 w 1542615"/>
                <a:gd name="connsiteY1123" fmla="*/ 636063 h 831143"/>
                <a:gd name="connsiteX1124" fmla="*/ 234425 w 1542615"/>
                <a:gd name="connsiteY1124" fmla="*/ 636063 h 831143"/>
                <a:gd name="connsiteX1125" fmla="*/ 229507 w 1542615"/>
                <a:gd name="connsiteY1125" fmla="*/ 637702 h 831143"/>
                <a:gd name="connsiteX1126" fmla="*/ 234425 w 1542615"/>
                <a:gd name="connsiteY1126" fmla="*/ 636063 h 831143"/>
                <a:gd name="connsiteX1127" fmla="*/ 237704 w 1542615"/>
                <a:gd name="connsiteY1127" fmla="*/ 634423 h 831143"/>
                <a:gd name="connsiteX1128" fmla="*/ 240982 w 1542615"/>
                <a:gd name="connsiteY1128" fmla="*/ 631145 h 831143"/>
                <a:gd name="connsiteX1129" fmla="*/ 245901 w 1542615"/>
                <a:gd name="connsiteY1129" fmla="*/ 629505 h 831143"/>
                <a:gd name="connsiteX1130" fmla="*/ 249179 w 1542615"/>
                <a:gd name="connsiteY1130" fmla="*/ 629505 h 831143"/>
                <a:gd name="connsiteX1131" fmla="*/ 245901 w 1542615"/>
                <a:gd name="connsiteY1131" fmla="*/ 632784 h 831143"/>
                <a:gd name="connsiteX1132" fmla="*/ 249179 w 1542615"/>
                <a:gd name="connsiteY1132" fmla="*/ 632784 h 831143"/>
                <a:gd name="connsiteX1133" fmla="*/ 252458 w 1542615"/>
                <a:gd name="connsiteY1133" fmla="*/ 631145 h 831143"/>
                <a:gd name="connsiteX1134" fmla="*/ 257376 w 1542615"/>
                <a:gd name="connsiteY1134" fmla="*/ 629505 h 831143"/>
                <a:gd name="connsiteX1135" fmla="*/ 252458 w 1542615"/>
                <a:gd name="connsiteY1135" fmla="*/ 631145 h 831143"/>
                <a:gd name="connsiteX1136" fmla="*/ 249179 w 1542615"/>
                <a:gd name="connsiteY1136" fmla="*/ 632784 h 831143"/>
                <a:gd name="connsiteX1137" fmla="*/ 245901 w 1542615"/>
                <a:gd name="connsiteY1137" fmla="*/ 634423 h 831143"/>
                <a:gd name="connsiteX1138" fmla="*/ 240982 w 1542615"/>
                <a:gd name="connsiteY1138" fmla="*/ 634423 h 831143"/>
                <a:gd name="connsiteX1139" fmla="*/ 237704 w 1542615"/>
                <a:gd name="connsiteY1139" fmla="*/ 636063 h 831143"/>
                <a:gd name="connsiteX1140" fmla="*/ 234425 w 1542615"/>
                <a:gd name="connsiteY1140" fmla="*/ 637702 h 831143"/>
                <a:gd name="connsiteX1141" fmla="*/ 229507 w 1542615"/>
                <a:gd name="connsiteY1141" fmla="*/ 639341 h 831143"/>
                <a:gd name="connsiteX1142" fmla="*/ 226229 w 1542615"/>
                <a:gd name="connsiteY1142" fmla="*/ 640981 h 831143"/>
                <a:gd name="connsiteX1143" fmla="*/ 227868 w 1542615"/>
                <a:gd name="connsiteY1143" fmla="*/ 645899 h 831143"/>
                <a:gd name="connsiteX1144" fmla="*/ 226229 w 1542615"/>
                <a:gd name="connsiteY1144" fmla="*/ 649177 h 831143"/>
                <a:gd name="connsiteX1145" fmla="*/ 224589 w 1542615"/>
                <a:gd name="connsiteY1145" fmla="*/ 652456 h 831143"/>
                <a:gd name="connsiteX1146" fmla="*/ 222950 w 1542615"/>
                <a:gd name="connsiteY1146" fmla="*/ 655735 h 831143"/>
                <a:gd name="connsiteX1147" fmla="*/ 222950 w 1542615"/>
                <a:gd name="connsiteY1147" fmla="*/ 660653 h 831143"/>
                <a:gd name="connsiteX1148" fmla="*/ 226229 w 1542615"/>
                <a:gd name="connsiteY1148" fmla="*/ 660653 h 831143"/>
                <a:gd name="connsiteX1149" fmla="*/ 231146 w 1542615"/>
                <a:gd name="connsiteY1149" fmla="*/ 657374 h 831143"/>
                <a:gd name="connsiteX1150" fmla="*/ 232786 w 1542615"/>
                <a:gd name="connsiteY1150" fmla="*/ 654095 h 831143"/>
                <a:gd name="connsiteX1151" fmla="*/ 237704 w 1542615"/>
                <a:gd name="connsiteY1151" fmla="*/ 652456 h 831143"/>
                <a:gd name="connsiteX1152" fmla="*/ 240982 w 1542615"/>
                <a:gd name="connsiteY1152" fmla="*/ 649177 h 831143"/>
                <a:gd name="connsiteX1153" fmla="*/ 244261 w 1542615"/>
                <a:gd name="connsiteY1153" fmla="*/ 645899 h 831143"/>
                <a:gd name="connsiteX1154" fmla="*/ 249179 w 1542615"/>
                <a:gd name="connsiteY1154" fmla="*/ 642620 h 831143"/>
                <a:gd name="connsiteX1155" fmla="*/ 252458 w 1542615"/>
                <a:gd name="connsiteY1155" fmla="*/ 639341 h 831143"/>
                <a:gd name="connsiteX1156" fmla="*/ 255736 w 1542615"/>
                <a:gd name="connsiteY1156" fmla="*/ 637702 h 831143"/>
                <a:gd name="connsiteX1157" fmla="*/ 259015 w 1542615"/>
                <a:gd name="connsiteY1157" fmla="*/ 639341 h 831143"/>
                <a:gd name="connsiteX1158" fmla="*/ 255736 w 1542615"/>
                <a:gd name="connsiteY1158" fmla="*/ 640981 h 831143"/>
                <a:gd name="connsiteX1159" fmla="*/ 252458 w 1542615"/>
                <a:gd name="connsiteY1159" fmla="*/ 644259 h 831143"/>
                <a:gd name="connsiteX1160" fmla="*/ 255736 w 1542615"/>
                <a:gd name="connsiteY1160" fmla="*/ 644259 h 831143"/>
                <a:gd name="connsiteX1161" fmla="*/ 260655 w 1542615"/>
                <a:gd name="connsiteY1161" fmla="*/ 642620 h 831143"/>
                <a:gd name="connsiteX1162" fmla="*/ 263933 w 1542615"/>
                <a:gd name="connsiteY1162" fmla="*/ 640981 h 831143"/>
                <a:gd name="connsiteX1163" fmla="*/ 268851 w 1542615"/>
                <a:gd name="connsiteY1163" fmla="*/ 639341 h 831143"/>
                <a:gd name="connsiteX1164" fmla="*/ 272130 w 1542615"/>
                <a:gd name="connsiteY1164" fmla="*/ 636063 h 831143"/>
                <a:gd name="connsiteX1165" fmla="*/ 272130 w 1542615"/>
                <a:gd name="connsiteY1165" fmla="*/ 632784 h 831143"/>
                <a:gd name="connsiteX1166" fmla="*/ 273769 w 1542615"/>
                <a:gd name="connsiteY1166" fmla="*/ 629505 h 831143"/>
                <a:gd name="connsiteX1167" fmla="*/ 270491 w 1542615"/>
                <a:gd name="connsiteY1167" fmla="*/ 627866 h 831143"/>
                <a:gd name="connsiteX1168" fmla="*/ 270491 w 1542615"/>
                <a:gd name="connsiteY1168" fmla="*/ 624587 h 831143"/>
                <a:gd name="connsiteX1169" fmla="*/ 270491 w 1542615"/>
                <a:gd name="connsiteY1169" fmla="*/ 621309 h 831143"/>
                <a:gd name="connsiteX1170" fmla="*/ 275409 w 1542615"/>
                <a:gd name="connsiteY1170" fmla="*/ 622948 h 831143"/>
                <a:gd name="connsiteX1171" fmla="*/ 278688 w 1542615"/>
                <a:gd name="connsiteY1171" fmla="*/ 621309 h 831143"/>
                <a:gd name="connsiteX1172" fmla="*/ 275409 w 1542615"/>
                <a:gd name="connsiteY1172" fmla="*/ 622948 h 831143"/>
                <a:gd name="connsiteX1173" fmla="*/ 273769 w 1542615"/>
                <a:gd name="connsiteY1173" fmla="*/ 627866 h 831143"/>
                <a:gd name="connsiteX1174" fmla="*/ 273769 w 1542615"/>
                <a:gd name="connsiteY1174" fmla="*/ 631145 h 831143"/>
                <a:gd name="connsiteX1175" fmla="*/ 275409 w 1542615"/>
                <a:gd name="connsiteY1175" fmla="*/ 634423 h 831143"/>
                <a:gd name="connsiteX1176" fmla="*/ 277048 w 1542615"/>
                <a:gd name="connsiteY1176" fmla="*/ 639341 h 831143"/>
                <a:gd name="connsiteX1177" fmla="*/ 281966 w 1542615"/>
                <a:gd name="connsiteY1177" fmla="*/ 639341 h 831143"/>
                <a:gd name="connsiteX1178" fmla="*/ 285245 w 1542615"/>
                <a:gd name="connsiteY1178" fmla="*/ 637702 h 831143"/>
                <a:gd name="connsiteX1179" fmla="*/ 288523 w 1542615"/>
                <a:gd name="connsiteY1179" fmla="*/ 636063 h 831143"/>
                <a:gd name="connsiteX1180" fmla="*/ 293441 w 1542615"/>
                <a:gd name="connsiteY1180" fmla="*/ 634423 h 831143"/>
                <a:gd name="connsiteX1181" fmla="*/ 293441 w 1542615"/>
                <a:gd name="connsiteY1181" fmla="*/ 634423 h 831143"/>
                <a:gd name="connsiteX1182" fmla="*/ 291802 w 1542615"/>
                <a:gd name="connsiteY1182" fmla="*/ 636063 h 831143"/>
                <a:gd name="connsiteX1183" fmla="*/ 286884 w 1542615"/>
                <a:gd name="connsiteY1183" fmla="*/ 637702 h 831143"/>
                <a:gd name="connsiteX1184" fmla="*/ 285245 w 1542615"/>
                <a:gd name="connsiteY1184" fmla="*/ 640981 h 831143"/>
                <a:gd name="connsiteX1185" fmla="*/ 290163 w 1542615"/>
                <a:gd name="connsiteY1185" fmla="*/ 640981 h 831143"/>
                <a:gd name="connsiteX1186" fmla="*/ 290163 w 1542615"/>
                <a:gd name="connsiteY1186" fmla="*/ 640981 h 831143"/>
                <a:gd name="connsiteX1187" fmla="*/ 288523 w 1542615"/>
                <a:gd name="connsiteY1187" fmla="*/ 642620 h 831143"/>
                <a:gd name="connsiteX1188" fmla="*/ 285245 w 1542615"/>
                <a:gd name="connsiteY1188" fmla="*/ 644259 h 831143"/>
                <a:gd name="connsiteX1189" fmla="*/ 286884 w 1542615"/>
                <a:gd name="connsiteY1189" fmla="*/ 649177 h 831143"/>
                <a:gd name="connsiteX1190" fmla="*/ 290163 w 1542615"/>
                <a:gd name="connsiteY1190" fmla="*/ 650817 h 831143"/>
                <a:gd name="connsiteX1191" fmla="*/ 293441 w 1542615"/>
                <a:gd name="connsiteY1191" fmla="*/ 650817 h 831143"/>
                <a:gd name="connsiteX1192" fmla="*/ 295081 w 1542615"/>
                <a:gd name="connsiteY1192" fmla="*/ 655735 h 831143"/>
                <a:gd name="connsiteX1193" fmla="*/ 290163 w 1542615"/>
                <a:gd name="connsiteY1193" fmla="*/ 654095 h 831143"/>
                <a:gd name="connsiteX1194" fmla="*/ 286884 w 1542615"/>
                <a:gd name="connsiteY1194" fmla="*/ 652456 h 831143"/>
                <a:gd name="connsiteX1195" fmla="*/ 285245 w 1542615"/>
                <a:gd name="connsiteY1195" fmla="*/ 650817 h 831143"/>
                <a:gd name="connsiteX1196" fmla="*/ 281966 w 1542615"/>
                <a:gd name="connsiteY1196" fmla="*/ 649177 h 831143"/>
                <a:gd name="connsiteX1197" fmla="*/ 280326 w 1542615"/>
                <a:gd name="connsiteY1197" fmla="*/ 645899 h 831143"/>
                <a:gd name="connsiteX1198" fmla="*/ 278688 w 1542615"/>
                <a:gd name="connsiteY1198" fmla="*/ 640981 h 831143"/>
                <a:gd name="connsiteX1199" fmla="*/ 275409 w 1542615"/>
                <a:gd name="connsiteY1199" fmla="*/ 640981 h 831143"/>
                <a:gd name="connsiteX1200" fmla="*/ 272130 w 1542615"/>
                <a:gd name="connsiteY1200" fmla="*/ 640981 h 831143"/>
                <a:gd name="connsiteX1201" fmla="*/ 275409 w 1542615"/>
                <a:gd name="connsiteY1201" fmla="*/ 642620 h 831143"/>
                <a:gd name="connsiteX1202" fmla="*/ 272130 w 1542615"/>
                <a:gd name="connsiteY1202" fmla="*/ 644259 h 831143"/>
                <a:gd name="connsiteX1203" fmla="*/ 267212 w 1542615"/>
                <a:gd name="connsiteY1203" fmla="*/ 642620 h 831143"/>
                <a:gd name="connsiteX1204" fmla="*/ 263933 w 1542615"/>
                <a:gd name="connsiteY1204" fmla="*/ 642620 h 831143"/>
                <a:gd name="connsiteX1205" fmla="*/ 267212 w 1542615"/>
                <a:gd name="connsiteY1205" fmla="*/ 645899 h 831143"/>
                <a:gd name="connsiteX1206" fmla="*/ 272130 w 1542615"/>
                <a:gd name="connsiteY1206" fmla="*/ 647538 h 831143"/>
                <a:gd name="connsiteX1207" fmla="*/ 267212 w 1542615"/>
                <a:gd name="connsiteY1207" fmla="*/ 649177 h 831143"/>
                <a:gd name="connsiteX1208" fmla="*/ 272130 w 1542615"/>
                <a:gd name="connsiteY1208" fmla="*/ 650817 h 831143"/>
                <a:gd name="connsiteX1209" fmla="*/ 275409 w 1542615"/>
                <a:gd name="connsiteY1209" fmla="*/ 650817 h 831143"/>
                <a:gd name="connsiteX1210" fmla="*/ 278688 w 1542615"/>
                <a:gd name="connsiteY1210" fmla="*/ 649177 h 831143"/>
                <a:gd name="connsiteX1211" fmla="*/ 275409 w 1542615"/>
                <a:gd name="connsiteY1211" fmla="*/ 652456 h 831143"/>
                <a:gd name="connsiteX1212" fmla="*/ 272130 w 1542615"/>
                <a:gd name="connsiteY1212" fmla="*/ 652456 h 831143"/>
                <a:gd name="connsiteX1213" fmla="*/ 268851 w 1542615"/>
                <a:gd name="connsiteY1213" fmla="*/ 652456 h 831143"/>
                <a:gd name="connsiteX1214" fmla="*/ 263933 w 1542615"/>
                <a:gd name="connsiteY1214" fmla="*/ 652456 h 831143"/>
                <a:gd name="connsiteX1215" fmla="*/ 260655 w 1542615"/>
                <a:gd name="connsiteY1215" fmla="*/ 652456 h 831143"/>
                <a:gd name="connsiteX1216" fmla="*/ 255736 w 1542615"/>
                <a:gd name="connsiteY1216" fmla="*/ 654095 h 831143"/>
                <a:gd name="connsiteX1217" fmla="*/ 252458 w 1542615"/>
                <a:gd name="connsiteY1217" fmla="*/ 657374 h 831143"/>
                <a:gd name="connsiteX1218" fmla="*/ 255736 w 1542615"/>
                <a:gd name="connsiteY1218" fmla="*/ 657374 h 831143"/>
                <a:gd name="connsiteX1219" fmla="*/ 252458 w 1542615"/>
                <a:gd name="connsiteY1219" fmla="*/ 660653 h 831143"/>
                <a:gd name="connsiteX1220" fmla="*/ 249179 w 1542615"/>
                <a:gd name="connsiteY1220" fmla="*/ 659013 h 831143"/>
                <a:gd name="connsiteX1221" fmla="*/ 245901 w 1542615"/>
                <a:gd name="connsiteY1221" fmla="*/ 660653 h 831143"/>
                <a:gd name="connsiteX1222" fmla="*/ 240982 w 1542615"/>
                <a:gd name="connsiteY1222" fmla="*/ 660653 h 831143"/>
                <a:gd name="connsiteX1223" fmla="*/ 237704 w 1542615"/>
                <a:gd name="connsiteY1223" fmla="*/ 660653 h 831143"/>
                <a:gd name="connsiteX1224" fmla="*/ 232786 w 1542615"/>
                <a:gd name="connsiteY1224" fmla="*/ 660653 h 831143"/>
                <a:gd name="connsiteX1225" fmla="*/ 229507 w 1542615"/>
                <a:gd name="connsiteY1225" fmla="*/ 660653 h 831143"/>
                <a:gd name="connsiteX1226" fmla="*/ 234425 w 1542615"/>
                <a:gd name="connsiteY1226" fmla="*/ 660653 h 831143"/>
                <a:gd name="connsiteX1227" fmla="*/ 237704 w 1542615"/>
                <a:gd name="connsiteY1227" fmla="*/ 660653 h 831143"/>
                <a:gd name="connsiteX1228" fmla="*/ 234425 w 1542615"/>
                <a:gd name="connsiteY1228" fmla="*/ 662292 h 831143"/>
                <a:gd name="connsiteX1229" fmla="*/ 229507 w 1542615"/>
                <a:gd name="connsiteY1229" fmla="*/ 663931 h 831143"/>
                <a:gd name="connsiteX1230" fmla="*/ 234425 w 1542615"/>
                <a:gd name="connsiteY1230" fmla="*/ 665571 h 831143"/>
                <a:gd name="connsiteX1231" fmla="*/ 237704 w 1542615"/>
                <a:gd name="connsiteY1231" fmla="*/ 663931 h 831143"/>
                <a:gd name="connsiteX1232" fmla="*/ 242622 w 1542615"/>
                <a:gd name="connsiteY1232" fmla="*/ 663931 h 831143"/>
                <a:gd name="connsiteX1233" fmla="*/ 245901 w 1542615"/>
                <a:gd name="connsiteY1233" fmla="*/ 663931 h 831143"/>
                <a:gd name="connsiteX1234" fmla="*/ 249179 w 1542615"/>
                <a:gd name="connsiteY1234" fmla="*/ 663931 h 831143"/>
                <a:gd name="connsiteX1235" fmla="*/ 252458 w 1542615"/>
                <a:gd name="connsiteY1235" fmla="*/ 662292 h 831143"/>
                <a:gd name="connsiteX1236" fmla="*/ 257376 w 1542615"/>
                <a:gd name="connsiteY1236" fmla="*/ 660653 h 831143"/>
                <a:gd name="connsiteX1237" fmla="*/ 260655 w 1542615"/>
                <a:gd name="connsiteY1237" fmla="*/ 660653 h 831143"/>
                <a:gd name="connsiteX1238" fmla="*/ 263933 w 1542615"/>
                <a:gd name="connsiteY1238" fmla="*/ 659013 h 831143"/>
                <a:gd name="connsiteX1239" fmla="*/ 268851 w 1542615"/>
                <a:gd name="connsiteY1239" fmla="*/ 657374 h 831143"/>
                <a:gd name="connsiteX1240" fmla="*/ 272130 w 1542615"/>
                <a:gd name="connsiteY1240" fmla="*/ 654095 h 831143"/>
                <a:gd name="connsiteX1241" fmla="*/ 268851 w 1542615"/>
                <a:gd name="connsiteY1241" fmla="*/ 657374 h 831143"/>
                <a:gd name="connsiteX1242" fmla="*/ 263933 w 1542615"/>
                <a:gd name="connsiteY1242" fmla="*/ 660653 h 831143"/>
                <a:gd name="connsiteX1243" fmla="*/ 268851 w 1542615"/>
                <a:gd name="connsiteY1243" fmla="*/ 660653 h 831143"/>
                <a:gd name="connsiteX1244" fmla="*/ 272130 w 1542615"/>
                <a:gd name="connsiteY1244" fmla="*/ 660653 h 831143"/>
                <a:gd name="connsiteX1245" fmla="*/ 275409 w 1542615"/>
                <a:gd name="connsiteY1245" fmla="*/ 659013 h 831143"/>
                <a:gd name="connsiteX1246" fmla="*/ 277048 w 1542615"/>
                <a:gd name="connsiteY1246" fmla="*/ 662292 h 831143"/>
                <a:gd name="connsiteX1247" fmla="*/ 273769 w 1542615"/>
                <a:gd name="connsiteY1247" fmla="*/ 660653 h 831143"/>
                <a:gd name="connsiteX1248" fmla="*/ 268851 w 1542615"/>
                <a:gd name="connsiteY1248" fmla="*/ 662292 h 831143"/>
                <a:gd name="connsiteX1249" fmla="*/ 265573 w 1542615"/>
                <a:gd name="connsiteY1249" fmla="*/ 663931 h 831143"/>
                <a:gd name="connsiteX1250" fmla="*/ 262294 w 1542615"/>
                <a:gd name="connsiteY1250" fmla="*/ 662292 h 831143"/>
                <a:gd name="connsiteX1251" fmla="*/ 257376 w 1542615"/>
                <a:gd name="connsiteY1251" fmla="*/ 662292 h 831143"/>
                <a:gd name="connsiteX1252" fmla="*/ 254097 w 1542615"/>
                <a:gd name="connsiteY1252" fmla="*/ 663931 h 831143"/>
                <a:gd name="connsiteX1253" fmla="*/ 250819 w 1542615"/>
                <a:gd name="connsiteY1253" fmla="*/ 663931 h 831143"/>
                <a:gd name="connsiteX1254" fmla="*/ 245901 w 1542615"/>
                <a:gd name="connsiteY1254" fmla="*/ 665571 h 831143"/>
                <a:gd name="connsiteX1255" fmla="*/ 242622 w 1542615"/>
                <a:gd name="connsiteY1255" fmla="*/ 665571 h 831143"/>
                <a:gd name="connsiteX1256" fmla="*/ 239343 w 1542615"/>
                <a:gd name="connsiteY1256" fmla="*/ 665571 h 831143"/>
                <a:gd name="connsiteX1257" fmla="*/ 236065 w 1542615"/>
                <a:gd name="connsiteY1257" fmla="*/ 667210 h 831143"/>
                <a:gd name="connsiteX1258" fmla="*/ 231146 w 1542615"/>
                <a:gd name="connsiteY1258" fmla="*/ 667210 h 831143"/>
                <a:gd name="connsiteX1259" fmla="*/ 231146 w 1542615"/>
                <a:gd name="connsiteY1259" fmla="*/ 667210 h 831143"/>
                <a:gd name="connsiteX1260" fmla="*/ 236065 w 1542615"/>
                <a:gd name="connsiteY1260" fmla="*/ 668849 h 831143"/>
                <a:gd name="connsiteX1261" fmla="*/ 232786 w 1542615"/>
                <a:gd name="connsiteY1261" fmla="*/ 672128 h 831143"/>
                <a:gd name="connsiteX1262" fmla="*/ 236065 w 1542615"/>
                <a:gd name="connsiteY1262" fmla="*/ 673767 h 831143"/>
                <a:gd name="connsiteX1263" fmla="*/ 240982 w 1542615"/>
                <a:gd name="connsiteY1263" fmla="*/ 672128 h 831143"/>
                <a:gd name="connsiteX1264" fmla="*/ 244261 w 1542615"/>
                <a:gd name="connsiteY1264" fmla="*/ 672128 h 831143"/>
                <a:gd name="connsiteX1265" fmla="*/ 247540 w 1542615"/>
                <a:gd name="connsiteY1265" fmla="*/ 670489 h 831143"/>
                <a:gd name="connsiteX1266" fmla="*/ 244261 w 1542615"/>
                <a:gd name="connsiteY1266" fmla="*/ 672128 h 831143"/>
                <a:gd name="connsiteX1267" fmla="*/ 240982 w 1542615"/>
                <a:gd name="connsiteY1267" fmla="*/ 673767 h 831143"/>
                <a:gd name="connsiteX1268" fmla="*/ 236065 w 1542615"/>
                <a:gd name="connsiteY1268" fmla="*/ 675407 h 831143"/>
                <a:gd name="connsiteX1269" fmla="*/ 232786 w 1542615"/>
                <a:gd name="connsiteY1269" fmla="*/ 677046 h 831143"/>
                <a:gd name="connsiteX1270" fmla="*/ 229507 w 1542615"/>
                <a:gd name="connsiteY1270" fmla="*/ 677046 h 831143"/>
                <a:gd name="connsiteX1271" fmla="*/ 224589 w 1542615"/>
                <a:gd name="connsiteY1271" fmla="*/ 678685 h 831143"/>
                <a:gd name="connsiteX1272" fmla="*/ 229507 w 1542615"/>
                <a:gd name="connsiteY1272" fmla="*/ 678685 h 831143"/>
                <a:gd name="connsiteX1273" fmla="*/ 226229 w 1542615"/>
                <a:gd name="connsiteY1273" fmla="*/ 680325 h 831143"/>
                <a:gd name="connsiteX1274" fmla="*/ 229507 w 1542615"/>
                <a:gd name="connsiteY1274" fmla="*/ 683603 h 831143"/>
                <a:gd name="connsiteX1275" fmla="*/ 232786 w 1542615"/>
                <a:gd name="connsiteY1275" fmla="*/ 686882 h 831143"/>
                <a:gd name="connsiteX1276" fmla="*/ 234425 w 1542615"/>
                <a:gd name="connsiteY1276" fmla="*/ 683603 h 831143"/>
                <a:gd name="connsiteX1277" fmla="*/ 237704 w 1542615"/>
                <a:gd name="connsiteY1277" fmla="*/ 681964 h 831143"/>
                <a:gd name="connsiteX1278" fmla="*/ 242622 w 1542615"/>
                <a:gd name="connsiteY1278" fmla="*/ 681964 h 831143"/>
                <a:gd name="connsiteX1279" fmla="*/ 245901 w 1542615"/>
                <a:gd name="connsiteY1279" fmla="*/ 681964 h 831143"/>
                <a:gd name="connsiteX1280" fmla="*/ 249179 w 1542615"/>
                <a:gd name="connsiteY1280" fmla="*/ 681964 h 831143"/>
                <a:gd name="connsiteX1281" fmla="*/ 252458 w 1542615"/>
                <a:gd name="connsiteY1281" fmla="*/ 681964 h 831143"/>
                <a:gd name="connsiteX1282" fmla="*/ 249179 w 1542615"/>
                <a:gd name="connsiteY1282" fmla="*/ 681964 h 831143"/>
                <a:gd name="connsiteX1283" fmla="*/ 245901 w 1542615"/>
                <a:gd name="connsiteY1283" fmla="*/ 683603 h 831143"/>
                <a:gd name="connsiteX1284" fmla="*/ 242622 w 1542615"/>
                <a:gd name="connsiteY1284" fmla="*/ 683603 h 831143"/>
                <a:gd name="connsiteX1285" fmla="*/ 237704 w 1542615"/>
                <a:gd name="connsiteY1285" fmla="*/ 683603 h 831143"/>
                <a:gd name="connsiteX1286" fmla="*/ 236065 w 1542615"/>
                <a:gd name="connsiteY1286" fmla="*/ 686882 h 831143"/>
                <a:gd name="connsiteX1287" fmla="*/ 239343 w 1542615"/>
                <a:gd name="connsiteY1287" fmla="*/ 686882 h 831143"/>
                <a:gd name="connsiteX1288" fmla="*/ 242622 w 1542615"/>
                <a:gd name="connsiteY1288" fmla="*/ 686882 h 831143"/>
                <a:gd name="connsiteX1289" fmla="*/ 245901 w 1542615"/>
                <a:gd name="connsiteY1289" fmla="*/ 685243 h 831143"/>
                <a:gd name="connsiteX1290" fmla="*/ 242622 w 1542615"/>
                <a:gd name="connsiteY1290" fmla="*/ 686882 h 831143"/>
                <a:gd name="connsiteX1291" fmla="*/ 239343 w 1542615"/>
                <a:gd name="connsiteY1291" fmla="*/ 688521 h 831143"/>
                <a:gd name="connsiteX1292" fmla="*/ 234425 w 1542615"/>
                <a:gd name="connsiteY1292" fmla="*/ 688521 h 831143"/>
                <a:gd name="connsiteX1293" fmla="*/ 231146 w 1542615"/>
                <a:gd name="connsiteY1293" fmla="*/ 690161 h 831143"/>
                <a:gd name="connsiteX1294" fmla="*/ 234425 w 1542615"/>
                <a:gd name="connsiteY1294" fmla="*/ 690161 h 831143"/>
                <a:gd name="connsiteX1295" fmla="*/ 239343 w 1542615"/>
                <a:gd name="connsiteY1295" fmla="*/ 693439 h 831143"/>
                <a:gd name="connsiteX1296" fmla="*/ 242622 w 1542615"/>
                <a:gd name="connsiteY1296" fmla="*/ 693439 h 831143"/>
                <a:gd name="connsiteX1297" fmla="*/ 245901 w 1542615"/>
                <a:gd name="connsiteY1297" fmla="*/ 691800 h 831143"/>
                <a:gd name="connsiteX1298" fmla="*/ 250819 w 1542615"/>
                <a:gd name="connsiteY1298" fmla="*/ 691800 h 831143"/>
                <a:gd name="connsiteX1299" fmla="*/ 254097 w 1542615"/>
                <a:gd name="connsiteY1299" fmla="*/ 691800 h 831143"/>
                <a:gd name="connsiteX1300" fmla="*/ 250819 w 1542615"/>
                <a:gd name="connsiteY1300" fmla="*/ 693439 h 831143"/>
                <a:gd name="connsiteX1301" fmla="*/ 245901 w 1542615"/>
                <a:gd name="connsiteY1301" fmla="*/ 693439 h 831143"/>
                <a:gd name="connsiteX1302" fmla="*/ 242622 w 1542615"/>
                <a:gd name="connsiteY1302" fmla="*/ 693439 h 831143"/>
                <a:gd name="connsiteX1303" fmla="*/ 239343 w 1542615"/>
                <a:gd name="connsiteY1303" fmla="*/ 693439 h 831143"/>
                <a:gd name="connsiteX1304" fmla="*/ 236065 w 1542615"/>
                <a:gd name="connsiteY1304" fmla="*/ 693439 h 831143"/>
                <a:gd name="connsiteX1305" fmla="*/ 231146 w 1542615"/>
                <a:gd name="connsiteY1305" fmla="*/ 693439 h 831143"/>
                <a:gd name="connsiteX1306" fmla="*/ 231146 w 1542615"/>
                <a:gd name="connsiteY1306" fmla="*/ 698357 h 831143"/>
                <a:gd name="connsiteX1307" fmla="*/ 234425 w 1542615"/>
                <a:gd name="connsiteY1307" fmla="*/ 699997 h 831143"/>
                <a:gd name="connsiteX1308" fmla="*/ 239343 w 1542615"/>
                <a:gd name="connsiteY1308" fmla="*/ 698357 h 831143"/>
                <a:gd name="connsiteX1309" fmla="*/ 234425 w 1542615"/>
                <a:gd name="connsiteY1309" fmla="*/ 699997 h 831143"/>
                <a:gd name="connsiteX1310" fmla="*/ 239343 w 1542615"/>
                <a:gd name="connsiteY1310" fmla="*/ 699997 h 831143"/>
                <a:gd name="connsiteX1311" fmla="*/ 242622 w 1542615"/>
                <a:gd name="connsiteY1311" fmla="*/ 699997 h 831143"/>
                <a:gd name="connsiteX1312" fmla="*/ 245901 w 1542615"/>
                <a:gd name="connsiteY1312" fmla="*/ 698357 h 831143"/>
                <a:gd name="connsiteX1313" fmla="*/ 249179 w 1542615"/>
                <a:gd name="connsiteY1313" fmla="*/ 699997 h 831143"/>
                <a:gd name="connsiteX1314" fmla="*/ 254097 w 1542615"/>
                <a:gd name="connsiteY1314" fmla="*/ 698357 h 831143"/>
                <a:gd name="connsiteX1315" fmla="*/ 257376 w 1542615"/>
                <a:gd name="connsiteY1315" fmla="*/ 698357 h 831143"/>
                <a:gd name="connsiteX1316" fmla="*/ 254097 w 1542615"/>
                <a:gd name="connsiteY1316" fmla="*/ 699997 h 831143"/>
                <a:gd name="connsiteX1317" fmla="*/ 249179 w 1542615"/>
                <a:gd name="connsiteY1317" fmla="*/ 699997 h 831143"/>
                <a:gd name="connsiteX1318" fmla="*/ 245901 w 1542615"/>
                <a:gd name="connsiteY1318" fmla="*/ 703275 h 831143"/>
                <a:gd name="connsiteX1319" fmla="*/ 242622 w 1542615"/>
                <a:gd name="connsiteY1319" fmla="*/ 703275 h 831143"/>
                <a:gd name="connsiteX1320" fmla="*/ 242622 w 1542615"/>
                <a:gd name="connsiteY1320" fmla="*/ 708193 h 831143"/>
                <a:gd name="connsiteX1321" fmla="*/ 247540 w 1542615"/>
                <a:gd name="connsiteY1321" fmla="*/ 709833 h 831143"/>
                <a:gd name="connsiteX1322" fmla="*/ 250819 w 1542615"/>
                <a:gd name="connsiteY1322" fmla="*/ 706554 h 831143"/>
                <a:gd name="connsiteX1323" fmla="*/ 247540 w 1542615"/>
                <a:gd name="connsiteY1323" fmla="*/ 711472 h 831143"/>
                <a:gd name="connsiteX1324" fmla="*/ 244261 w 1542615"/>
                <a:gd name="connsiteY1324" fmla="*/ 714751 h 831143"/>
                <a:gd name="connsiteX1325" fmla="*/ 249179 w 1542615"/>
                <a:gd name="connsiteY1325" fmla="*/ 713111 h 831143"/>
                <a:gd name="connsiteX1326" fmla="*/ 252458 w 1542615"/>
                <a:gd name="connsiteY1326" fmla="*/ 709833 h 831143"/>
                <a:gd name="connsiteX1327" fmla="*/ 255736 w 1542615"/>
                <a:gd name="connsiteY1327" fmla="*/ 709833 h 831143"/>
                <a:gd name="connsiteX1328" fmla="*/ 255736 w 1542615"/>
                <a:gd name="connsiteY1328" fmla="*/ 709833 h 831143"/>
                <a:gd name="connsiteX1329" fmla="*/ 252458 w 1542615"/>
                <a:gd name="connsiteY1329" fmla="*/ 711472 h 831143"/>
                <a:gd name="connsiteX1330" fmla="*/ 247540 w 1542615"/>
                <a:gd name="connsiteY1330" fmla="*/ 714751 h 831143"/>
                <a:gd name="connsiteX1331" fmla="*/ 244261 w 1542615"/>
                <a:gd name="connsiteY1331" fmla="*/ 718030 h 831143"/>
                <a:gd name="connsiteX1332" fmla="*/ 247540 w 1542615"/>
                <a:gd name="connsiteY1332" fmla="*/ 718030 h 831143"/>
                <a:gd name="connsiteX1333" fmla="*/ 252458 w 1542615"/>
                <a:gd name="connsiteY1333" fmla="*/ 716390 h 831143"/>
                <a:gd name="connsiteX1334" fmla="*/ 255736 w 1542615"/>
                <a:gd name="connsiteY1334" fmla="*/ 714751 h 831143"/>
                <a:gd name="connsiteX1335" fmla="*/ 259015 w 1542615"/>
                <a:gd name="connsiteY1335" fmla="*/ 711472 h 831143"/>
                <a:gd name="connsiteX1336" fmla="*/ 255736 w 1542615"/>
                <a:gd name="connsiteY1336" fmla="*/ 714751 h 831143"/>
                <a:gd name="connsiteX1337" fmla="*/ 255736 w 1542615"/>
                <a:gd name="connsiteY1337" fmla="*/ 714751 h 831143"/>
                <a:gd name="connsiteX1338" fmla="*/ 254097 w 1542615"/>
                <a:gd name="connsiteY1338" fmla="*/ 714751 h 831143"/>
                <a:gd name="connsiteX1339" fmla="*/ 250819 w 1542615"/>
                <a:gd name="connsiteY1339" fmla="*/ 718030 h 831143"/>
                <a:gd name="connsiteX1340" fmla="*/ 247540 w 1542615"/>
                <a:gd name="connsiteY1340" fmla="*/ 719669 h 831143"/>
                <a:gd name="connsiteX1341" fmla="*/ 242622 w 1542615"/>
                <a:gd name="connsiteY1341" fmla="*/ 724587 h 831143"/>
                <a:gd name="connsiteX1342" fmla="*/ 239343 w 1542615"/>
                <a:gd name="connsiteY1342" fmla="*/ 727866 h 831143"/>
                <a:gd name="connsiteX1343" fmla="*/ 242622 w 1542615"/>
                <a:gd name="connsiteY1343" fmla="*/ 731144 h 831143"/>
                <a:gd name="connsiteX1344" fmla="*/ 245901 w 1542615"/>
                <a:gd name="connsiteY1344" fmla="*/ 734423 h 831143"/>
                <a:gd name="connsiteX1345" fmla="*/ 249179 w 1542615"/>
                <a:gd name="connsiteY1345" fmla="*/ 732783 h 831143"/>
                <a:gd name="connsiteX1346" fmla="*/ 252458 w 1542615"/>
                <a:gd name="connsiteY1346" fmla="*/ 737702 h 831143"/>
                <a:gd name="connsiteX1347" fmla="*/ 255736 w 1542615"/>
                <a:gd name="connsiteY1347" fmla="*/ 737702 h 831143"/>
                <a:gd name="connsiteX1348" fmla="*/ 259015 w 1542615"/>
                <a:gd name="connsiteY1348" fmla="*/ 737702 h 831143"/>
                <a:gd name="connsiteX1349" fmla="*/ 263933 w 1542615"/>
                <a:gd name="connsiteY1349" fmla="*/ 737702 h 831143"/>
                <a:gd name="connsiteX1350" fmla="*/ 259015 w 1542615"/>
                <a:gd name="connsiteY1350" fmla="*/ 737702 h 831143"/>
                <a:gd name="connsiteX1351" fmla="*/ 255736 w 1542615"/>
                <a:gd name="connsiteY1351" fmla="*/ 740980 h 831143"/>
                <a:gd name="connsiteX1352" fmla="*/ 259015 w 1542615"/>
                <a:gd name="connsiteY1352" fmla="*/ 740980 h 831143"/>
                <a:gd name="connsiteX1353" fmla="*/ 263933 w 1542615"/>
                <a:gd name="connsiteY1353" fmla="*/ 742620 h 831143"/>
                <a:gd name="connsiteX1354" fmla="*/ 259015 w 1542615"/>
                <a:gd name="connsiteY1354" fmla="*/ 744259 h 831143"/>
                <a:gd name="connsiteX1355" fmla="*/ 255736 w 1542615"/>
                <a:gd name="connsiteY1355" fmla="*/ 742620 h 831143"/>
                <a:gd name="connsiteX1356" fmla="*/ 252458 w 1542615"/>
                <a:gd name="connsiteY1356" fmla="*/ 744259 h 831143"/>
                <a:gd name="connsiteX1357" fmla="*/ 255736 w 1542615"/>
                <a:gd name="connsiteY1357" fmla="*/ 744259 h 831143"/>
                <a:gd name="connsiteX1358" fmla="*/ 252458 w 1542615"/>
                <a:gd name="connsiteY1358" fmla="*/ 747538 h 831143"/>
                <a:gd name="connsiteX1359" fmla="*/ 255736 w 1542615"/>
                <a:gd name="connsiteY1359" fmla="*/ 747538 h 831143"/>
                <a:gd name="connsiteX1360" fmla="*/ 259015 w 1542615"/>
                <a:gd name="connsiteY1360" fmla="*/ 747538 h 831143"/>
                <a:gd name="connsiteX1361" fmla="*/ 262294 w 1542615"/>
                <a:gd name="connsiteY1361" fmla="*/ 747538 h 831143"/>
                <a:gd name="connsiteX1362" fmla="*/ 267212 w 1542615"/>
                <a:gd name="connsiteY1362" fmla="*/ 745898 h 831143"/>
                <a:gd name="connsiteX1363" fmla="*/ 268851 w 1542615"/>
                <a:gd name="connsiteY1363" fmla="*/ 742620 h 831143"/>
                <a:gd name="connsiteX1364" fmla="*/ 272130 w 1542615"/>
                <a:gd name="connsiteY1364" fmla="*/ 740980 h 831143"/>
                <a:gd name="connsiteX1365" fmla="*/ 272130 w 1542615"/>
                <a:gd name="connsiteY1365" fmla="*/ 744259 h 831143"/>
                <a:gd name="connsiteX1366" fmla="*/ 277048 w 1542615"/>
                <a:gd name="connsiteY1366" fmla="*/ 744259 h 831143"/>
                <a:gd name="connsiteX1367" fmla="*/ 272130 w 1542615"/>
                <a:gd name="connsiteY1367" fmla="*/ 745898 h 831143"/>
                <a:gd name="connsiteX1368" fmla="*/ 268851 w 1542615"/>
                <a:gd name="connsiteY1368" fmla="*/ 747538 h 831143"/>
                <a:gd name="connsiteX1369" fmla="*/ 265573 w 1542615"/>
                <a:gd name="connsiteY1369" fmla="*/ 749177 h 831143"/>
                <a:gd name="connsiteX1370" fmla="*/ 260655 w 1542615"/>
                <a:gd name="connsiteY1370" fmla="*/ 749177 h 831143"/>
                <a:gd name="connsiteX1371" fmla="*/ 257376 w 1542615"/>
                <a:gd name="connsiteY1371" fmla="*/ 750816 h 831143"/>
                <a:gd name="connsiteX1372" fmla="*/ 255736 w 1542615"/>
                <a:gd name="connsiteY1372" fmla="*/ 755734 h 831143"/>
                <a:gd name="connsiteX1373" fmla="*/ 260655 w 1542615"/>
                <a:gd name="connsiteY1373" fmla="*/ 754095 h 831143"/>
                <a:gd name="connsiteX1374" fmla="*/ 257376 w 1542615"/>
                <a:gd name="connsiteY1374" fmla="*/ 757374 h 831143"/>
                <a:gd name="connsiteX1375" fmla="*/ 260655 w 1542615"/>
                <a:gd name="connsiteY1375" fmla="*/ 755734 h 831143"/>
                <a:gd name="connsiteX1376" fmla="*/ 263933 w 1542615"/>
                <a:gd name="connsiteY1376" fmla="*/ 752456 h 831143"/>
                <a:gd name="connsiteX1377" fmla="*/ 267212 w 1542615"/>
                <a:gd name="connsiteY1377" fmla="*/ 750816 h 831143"/>
                <a:gd name="connsiteX1378" fmla="*/ 272130 w 1542615"/>
                <a:gd name="connsiteY1378" fmla="*/ 749177 h 831143"/>
                <a:gd name="connsiteX1379" fmla="*/ 275409 w 1542615"/>
                <a:gd name="connsiteY1379" fmla="*/ 749177 h 831143"/>
                <a:gd name="connsiteX1380" fmla="*/ 272130 w 1542615"/>
                <a:gd name="connsiteY1380" fmla="*/ 750816 h 831143"/>
                <a:gd name="connsiteX1381" fmla="*/ 267212 w 1542615"/>
                <a:gd name="connsiteY1381" fmla="*/ 754095 h 831143"/>
                <a:gd name="connsiteX1382" fmla="*/ 263933 w 1542615"/>
                <a:gd name="connsiteY1382" fmla="*/ 754095 h 831143"/>
                <a:gd name="connsiteX1383" fmla="*/ 262294 w 1542615"/>
                <a:gd name="connsiteY1383" fmla="*/ 759013 h 831143"/>
                <a:gd name="connsiteX1384" fmla="*/ 265573 w 1542615"/>
                <a:gd name="connsiteY1384" fmla="*/ 757374 h 831143"/>
                <a:gd name="connsiteX1385" fmla="*/ 270491 w 1542615"/>
                <a:gd name="connsiteY1385" fmla="*/ 755734 h 831143"/>
                <a:gd name="connsiteX1386" fmla="*/ 265573 w 1542615"/>
                <a:gd name="connsiteY1386" fmla="*/ 759013 h 831143"/>
                <a:gd name="connsiteX1387" fmla="*/ 263933 w 1542615"/>
                <a:gd name="connsiteY1387" fmla="*/ 762292 h 831143"/>
                <a:gd name="connsiteX1388" fmla="*/ 267212 w 1542615"/>
                <a:gd name="connsiteY1388" fmla="*/ 762292 h 831143"/>
                <a:gd name="connsiteX1389" fmla="*/ 270491 w 1542615"/>
                <a:gd name="connsiteY1389" fmla="*/ 762292 h 831143"/>
                <a:gd name="connsiteX1390" fmla="*/ 275409 w 1542615"/>
                <a:gd name="connsiteY1390" fmla="*/ 762292 h 831143"/>
                <a:gd name="connsiteX1391" fmla="*/ 270491 w 1542615"/>
                <a:gd name="connsiteY1391" fmla="*/ 762292 h 831143"/>
                <a:gd name="connsiteX1392" fmla="*/ 267212 w 1542615"/>
                <a:gd name="connsiteY1392" fmla="*/ 763931 h 831143"/>
                <a:gd name="connsiteX1393" fmla="*/ 263933 w 1542615"/>
                <a:gd name="connsiteY1393" fmla="*/ 763931 h 831143"/>
                <a:gd name="connsiteX1394" fmla="*/ 259015 w 1542615"/>
                <a:gd name="connsiteY1394" fmla="*/ 763931 h 831143"/>
                <a:gd name="connsiteX1395" fmla="*/ 255736 w 1542615"/>
                <a:gd name="connsiteY1395" fmla="*/ 765570 h 831143"/>
                <a:gd name="connsiteX1396" fmla="*/ 259015 w 1542615"/>
                <a:gd name="connsiteY1396" fmla="*/ 767210 h 831143"/>
                <a:gd name="connsiteX1397" fmla="*/ 263933 w 1542615"/>
                <a:gd name="connsiteY1397" fmla="*/ 768849 h 831143"/>
                <a:gd name="connsiteX1398" fmla="*/ 267212 w 1542615"/>
                <a:gd name="connsiteY1398" fmla="*/ 767210 h 831143"/>
                <a:gd name="connsiteX1399" fmla="*/ 272130 w 1542615"/>
                <a:gd name="connsiteY1399" fmla="*/ 767210 h 831143"/>
                <a:gd name="connsiteX1400" fmla="*/ 275409 w 1542615"/>
                <a:gd name="connsiteY1400" fmla="*/ 765570 h 831143"/>
                <a:gd name="connsiteX1401" fmla="*/ 278688 w 1542615"/>
                <a:gd name="connsiteY1401" fmla="*/ 765570 h 831143"/>
                <a:gd name="connsiteX1402" fmla="*/ 281966 w 1542615"/>
                <a:gd name="connsiteY1402" fmla="*/ 765570 h 831143"/>
                <a:gd name="connsiteX1403" fmla="*/ 278688 w 1542615"/>
                <a:gd name="connsiteY1403" fmla="*/ 765570 h 831143"/>
                <a:gd name="connsiteX1404" fmla="*/ 281966 w 1542615"/>
                <a:gd name="connsiteY1404" fmla="*/ 767210 h 831143"/>
                <a:gd name="connsiteX1405" fmla="*/ 278688 w 1542615"/>
                <a:gd name="connsiteY1405" fmla="*/ 767210 h 831143"/>
                <a:gd name="connsiteX1406" fmla="*/ 275409 w 1542615"/>
                <a:gd name="connsiteY1406" fmla="*/ 767210 h 831143"/>
                <a:gd name="connsiteX1407" fmla="*/ 272130 w 1542615"/>
                <a:gd name="connsiteY1407" fmla="*/ 768849 h 831143"/>
                <a:gd name="connsiteX1408" fmla="*/ 267212 w 1542615"/>
                <a:gd name="connsiteY1408" fmla="*/ 768849 h 831143"/>
                <a:gd name="connsiteX1409" fmla="*/ 263933 w 1542615"/>
                <a:gd name="connsiteY1409" fmla="*/ 770488 h 831143"/>
                <a:gd name="connsiteX1410" fmla="*/ 260655 w 1542615"/>
                <a:gd name="connsiteY1410" fmla="*/ 773767 h 831143"/>
                <a:gd name="connsiteX1411" fmla="*/ 263933 w 1542615"/>
                <a:gd name="connsiteY1411" fmla="*/ 770488 h 831143"/>
                <a:gd name="connsiteX1412" fmla="*/ 267212 w 1542615"/>
                <a:gd name="connsiteY1412" fmla="*/ 772128 h 831143"/>
                <a:gd name="connsiteX1413" fmla="*/ 270491 w 1542615"/>
                <a:gd name="connsiteY1413" fmla="*/ 772128 h 831143"/>
                <a:gd name="connsiteX1414" fmla="*/ 275409 w 1542615"/>
                <a:gd name="connsiteY1414" fmla="*/ 772128 h 831143"/>
                <a:gd name="connsiteX1415" fmla="*/ 278688 w 1542615"/>
                <a:gd name="connsiteY1415" fmla="*/ 773767 h 831143"/>
                <a:gd name="connsiteX1416" fmla="*/ 273769 w 1542615"/>
                <a:gd name="connsiteY1416" fmla="*/ 775406 h 831143"/>
                <a:gd name="connsiteX1417" fmla="*/ 270491 w 1542615"/>
                <a:gd name="connsiteY1417" fmla="*/ 775406 h 831143"/>
                <a:gd name="connsiteX1418" fmla="*/ 270491 w 1542615"/>
                <a:gd name="connsiteY1418" fmla="*/ 780324 h 831143"/>
                <a:gd name="connsiteX1419" fmla="*/ 275409 w 1542615"/>
                <a:gd name="connsiteY1419" fmla="*/ 780324 h 831143"/>
                <a:gd name="connsiteX1420" fmla="*/ 278688 w 1542615"/>
                <a:gd name="connsiteY1420" fmla="*/ 778685 h 831143"/>
                <a:gd name="connsiteX1421" fmla="*/ 275409 w 1542615"/>
                <a:gd name="connsiteY1421" fmla="*/ 781964 h 831143"/>
                <a:gd name="connsiteX1422" fmla="*/ 278688 w 1542615"/>
                <a:gd name="connsiteY1422" fmla="*/ 781964 h 831143"/>
                <a:gd name="connsiteX1423" fmla="*/ 280326 w 1542615"/>
                <a:gd name="connsiteY1423" fmla="*/ 777046 h 831143"/>
                <a:gd name="connsiteX1424" fmla="*/ 283605 w 1542615"/>
                <a:gd name="connsiteY1424" fmla="*/ 775406 h 831143"/>
                <a:gd name="connsiteX1425" fmla="*/ 288523 w 1542615"/>
                <a:gd name="connsiteY1425" fmla="*/ 773767 h 831143"/>
                <a:gd name="connsiteX1426" fmla="*/ 291802 w 1542615"/>
                <a:gd name="connsiteY1426" fmla="*/ 773767 h 831143"/>
                <a:gd name="connsiteX1427" fmla="*/ 288523 w 1542615"/>
                <a:gd name="connsiteY1427" fmla="*/ 775406 h 831143"/>
                <a:gd name="connsiteX1428" fmla="*/ 283605 w 1542615"/>
                <a:gd name="connsiteY1428" fmla="*/ 778685 h 831143"/>
                <a:gd name="connsiteX1429" fmla="*/ 280326 w 1542615"/>
                <a:gd name="connsiteY1429" fmla="*/ 780324 h 831143"/>
                <a:gd name="connsiteX1430" fmla="*/ 283605 w 1542615"/>
                <a:gd name="connsiteY1430" fmla="*/ 783603 h 831143"/>
                <a:gd name="connsiteX1431" fmla="*/ 286884 w 1542615"/>
                <a:gd name="connsiteY1431" fmla="*/ 783603 h 831143"/>
                <a:gd name="connsiteX1432" fmla="*/ 290163 w 1542615"/>
                <a:gd name="connsiteY1432" fmla="*/ 781964 h 831143"/>
                <a:gd name="connsiteX1433" fmla="*/ 288523 w 1542615"/>
                <a:gd name="connsiteY1433" fmla="*/ 785242 h 831143"/>
                <a:gd name="connsiteX1434" fmla="*/ 285245 w 1542615"/>
                <a:gd name="connsiteY1434" fmla="*/ 785242 h 831143"/>
                <a:gd name="connsiteX1435" fmla="*/ 281966 w 1542615"/>
                <a:gd name="connsiteY1435" fmla="*/ 786882 h 831143"/>
                <a:gd name="connsiteX1436" fmla="*/ 277048 w 1542615"/>
                <a:gd name="connsiteY1436" fmla="*/ 786882 h 831143"/>
                <a:gd name="connsiteX1437" fmla="*/ 273769 w 1542615"/>
                <a:gd name="connsiteY1437" fmla="*/ 788521 h 831143"/>
                <a:gd name="connsiteX1438" fmla="*/ 277048 w 1542615"/>
                <a:gd name="connsiteY1438" fmla="*/ 788521 h 831143"/>
                <a:gd name="connsiteX1439" fmla="*/ 281966 w 1542615"/>
                <a:gd name="connsiteY1439" fmla="*/ 788521 h 831143"/>
                <a:gd name="connsiteX1440" fmla="*/ 285245 w 1542615"/>
                <a:gd name="connsiteY1440" fmla="*/ 786882 h 831143"/>
                <a:gd name="connsiteX1441" fmla="*/ 288523 w 1542615"/>
                <a:gd name="connsiteY1441" fmla="*/ 786882 h 831143"/>
                <a:gd name="connsiteX1442" fmla="*/ 291802 w 1542615"/>
                <a:gd name="connsiteY1442" fmla="*/ 786882 h 831143"/>
                <a:gd name="connsiteX1443" fmla="*/ 288523 w 1542615"/>
                <a:gd name="connsiteY1443" fmla="*/ 788521 h 831143"/>
                <a:gd name="connsiteX1444" fmla="*/ 285245 w 1542615"/>
                <a:gd name="connsiteY1444" fmla="*/ 790160 h 831143"/>
                <a:gd name="connsiteX1445" fmla="*/ 280326 w 1542615"/>
                <a:gd name="connsiteY1445" fmla="*/ 791800 h 831143"/>
                <a:gd name="connsiteX1446" fmla="*/ 277048 w 1542615"/>
                <a:gd name="connsiteY1446" fmla="*/ 791800 h 831143"/>
                <a:gd name="connsiteX1447" fmla="*/ 273769 w 1542615"/>
                <a:gd name="connsiteY1447" fmla="*/ 795078 h 831143"/>
                <a:gd name="connsiteX1448" fmla="*/ 277048 w 1542615"/>
                <a:gd name="connsiteY1448" fmla="*/ 795078 h 831143"/>
                <a:gd name="connsiteX1449" fmla="*/ 280326 w 1542615"/>
                <a:gd name="connsiteY1449" fmla="*/ 793439 h 831143"/>
                <a:gd name="connsiteX1450" fmla="*/ 285245 w 1542615"/>
                <a:gd name="connsiteY1450" fmla="*/ 793439 h 831143"/>
                <a:gd name="connsiteX1451" fmla="*/ 288523 w 1542615"/>
                <a:gd name="connsiteY1451" fmla="*/ 793439 h 831143"/>
                <a:gd name="connsiteX1452" fmla="*/ 291802 w 1542615"/>
                <a:gd name="connsiteY1452" fmla="*/ 795078 h 831143"/>
                <a:gd name="connsiteX1453" fmla="*/ 296720 w 1542615"/>
                <a:gd name="connsiteY1453" fmla="*/ 795078 h 831143"/>
                <a:gd name="connsiteX1454" fmla="*/ 299999 w 1542615"/>
                <a:gd name="connsiteY1454" fmla="*/ 791800 h 831143"/>
                <a:gd name="connsiteX1455" fmla="*/ 296720 w 1542615"/>
                <a:gd name="connsiteY1455" fmla="*/ 791800 h 831143"/>
                <a:gd name="connsiteX1456" fmla="*/ 291802 w 1542615"/>
                <a:gd name="connsiteY1456" fmla="*/ 791800 h 831143"/>
                <a:gd name="connsiteX1457" fmla="*/ 288523 w 1542615"/>
                <a:gd name="connsiteY1457" fmla="*/ 791800 h 831143"/>
                <a:gd name="connsiteX1458" fmla="*/ 291802 w 1542615"/>
                <a:gd name="connsiteY1458" fmla="*/ 791800 h 831143"/>
                <a:gd name="connsiteX1459" fmla="*/ 296720 w 1542615"/>
                <a:gd name="connsiteY1459" fmla="*/ 790160 h 831143"/>
                <a:gd name="connsiteX1460" fmla="*/ 299999 w 1542615"/>
                <a:gd name="connsiteY1460" fmla="*/ 790160 h 831143"/>
                <a:gd name="connsiteX1461" fmla="*/ 304916 w 1542615"/>
                <a:gd name="connsiteY1461" fmla="*/ 788521 h 831143"/>
                <a:gd name="connsiteX1462" fmla="*/ 308195 w 1542615"/>
                <a:gd name="connsiteY1462" fmla="*/ 790160 h 831143"/>
                <a:gd name="connsiteX1463" fmla="*/ 311474 w 1542615"/>
                <a:gd name="connsiteY1463" fmla="*/ 790160 h 831143"/>
                <a:gd name="connsiteX1464" fmla="*/ 314753 w 1542615"/>
                <a:gd name="connsiteY1464" fmla="*/ 790160 h 831143"/>
                <a:gd name="connsiteX1465" fmla="*/ 311474 w 1542615"/>
                <a:gd name="connsiteY1465" fmla="*/ 793439 h 831143"/>
                <a:gd name="connsiteX1466" fmla="*/ 314753 w 1542615"/>
                <a:gd name="connsiteY1466" fmla="*/ 795078 h 831143"/>
                <a:gd name="connsiteX1467" fmla="*/ 319671 w 1542615"/>
                <a:gd name="connsiteY1467" fmla="*/ 793439 h 831143"/>
                <a:gd name="connsiteX1468" fmla="*/ 318031 w 1542615"/>
                <a:gd name="connsiteY1468" fmla="*/ 790160 h 831143"/>
                <a:gd name="connsiteX1469" fmla="*/ 322949 w 1542615"/>
                <a:gd name="connsiteY1469" fmla="*/ 790160 h 831143"/>
                <a:gd name="connsiteX1470" fmla="*/ 326228 w 1542615"/>
                <a:gd name="connsiteY1470" fmla="*/ 790160 h 831143"/>
                <a:gd name="connsiteX1471" fmla="*/ 327868 w 1542615"/>
                <a:gd name="connsiteY1471" fmla="*/ 786882 h 831143"/>
                <a:gd name="connsiteX1472" fmla="*/ 331146 w 1542615"/>
                <a:gd name="connsiteY1472" fmla="*/ 785242 h 831143"/>
                <a:gd name="connsiteX1473" fmla="*/ 336064 w 1542615"/>
                <a:gd name="connsiteY1473" fmla="*/ 785242 h 831143"/>
                <a:gd name="connsiteX1474" fmla="*/ 337703 w 1542615"/>
                <a:gd name="connsiteY1474" fmla="*/ 788521 h 831143"/>
                <a:gd name="connsiteX1475" fmla="*/ 340982 w 1542615"/>
                <a:gd name="connsiteY1475" fmla="*/ 786882 h 831143"/>
                <a:gd name="connsiteX1476" fmla="*/ 337703 w 1542615"/>
                <a:gd name="connsiteY1476" fmla="*/ 783603 h 831143"/>
                <a:gd name="connsiteX1477" fmla="*/ 340982 w 1542615"/>
                <a:gd name="connsiteY1477" fmla="*/ 785242 h 831143"/>
                <a:gd name="connsiteX1478" fmla="*/ 344261 w 1542615"/>
                <a:gd name="connsiteY1478" fmla="*/ 785242 h 831143"/>
                <a:gd name="connsiteX1479" fmla="*/ 349179 w 1542615"/>
                <a:gd name="connsiteY1479" fmla="*/ 783603 h 831143"/>
                <a:gd name="connsiteX1480" fmla="*/ 349179 w 1542615"/>
                <a:gd name="connsiteY1480" fmla="*/ 778685 h 831143"/>
                <a:gd name="connsiteX1481" fmla="*/ 345900 w 1542615"/>
                <a:gd name="connsiteY1481" fmla="*/ 777046 h 831143"/>
                <a:gd name="connsiteX1482" fmla="*/ 349179 w 1542615"/>
                <a:gd name="connsiteY1482" fmla="*/ 778685 h 831143"/>
                <a:gd name="connsiteX1483" fmla="*/ 352458 w 1542615"/>
                <a:gd name="connsiteY1483" fmla="*/ 775406 h 831143"/>
                <a:gd name="connsiteX1484" fmla="*/ 357375 w 1542615"/>
                <a:gd name="connsiteY1484" fmla="*/ 775406 h 831143"/>
                <a:gd name="connsiteX1485" fmla="*/ 352458 w 1542615"/>
                <a:gd name="connsiteY1485" fmla="*/ 778685 h 831143"/>
                <a:gd name="connsiteX1486" fmla="*/ 357375 w 1542615"/>
                <a:gd name="connsiteY1486" fmla="*/ 781964 h 831143"/>
                <a:gd name="connsiteX1487" fmla="*/ 352458 w 1542615"/>
                <a:gd name="connsiteY1487" fmla="*/ 785242 h 831143"/>
                <a:gd name="connsiteX1488" fmla="*/ 349179 w 1542615"/>
                <a:gd name="connsiteY1488" fmla="*/ 785242 h 831143"/>
                <a:gd name="connsiteX1489" fmla="*/ 345900 w 1542615"/>
                <a:gd name="connsiteY1489" fmla="*/ 786882 h 831143"/>
                <a:gd name="connsiteX1490" fmla="*/ 344261 w 1542615"/>
                <a:gd name="connsiteY1490" fmla="*/ 790160 h 831143"/>
                <a:gd name="connsiteX1491" fmla="*/ 347539 w 1542615"/>
                <a:gd name="connsiteY1491" fmla="*/ 788521 h 831143"/>
                <a:gd name="connsiteX1492" fmla="*/ 350818 w 1542615"/>
                <a:gd name="connsiteY1492" fmla="*/ 788521 h 831143"/>
                <a:gd name="connsiteX1493" fmla="*/ 355736 w 1542615"/>
                <a:gd name="connsiteY1493" fmla="*/ 786882 h 831143"/>
                <a:gd name="connsiteX1494" fmla="*/ 359015 w 1542615"/>
                <a:gd name="connsiteY1494" fmla="*/ 785242 h 831143"/>
                <a:gd name="connsiteX1495" fmla="*/ 362293 w 1542615"/>
                <a:gd name="connsiteY1495" fmla="*/ 781964 h 831143"/>
                <a:gd name="connsiteX1496" fmla="*/ 365572 w 1542615"/>
                <a:gd name="connsiteY1496" fmla="*/ 778685 h 831143"/>
                <a:gd name="connsiteX1497" fmla="*/ 365572 w 1542615"/>
                <a:gd name="connsiteY1497" fmla="*/ 781964 h 831143"/>
                <a:gd name="connsiteX1498" fmla="*/ 368851 w 1542615"/>
                <a:gd name="connsiteY1498" fmla="*/ 781964 h 831143"/>
                <a:gd name="connsiteX1499" fmla="*/ 372129 w 1542615"/>
                <a:gd name="connsiteY1499" fmla="*/ 780324 h 831143"/>
                <a:gd name="connsiteX1500" fmla="*/ 368851 w 1542615"/>
                <a:gd name="connsiteY1500" fmla="*/ 783603 h 831143"/>
                <a:gd name="connsiteX1501" fmla="*/ 365572 w 1542615"/>
                <a:gd name="connsiteY1501" fmla="*/ 785242 h 831143"/>
                <a:gd name="connsiteX1502" fmla="*/ 365572 w 1542615"/>
                <a:gd name="connsiteY1502" fmla="*/ 785242 h 831143"/>
                <a:gd name="connsiteX1503" fmla="*/ 360654 w 1542615"/>
                <a:gd name="connsiteY1503" fmla="*/ 786882 h 831143"/>
                <a:gd name="connsiteX1504" fmla="*/ 357375 w 1542615"/>
                <a:gd name="connsiteY1504" fmla="*/ 788521 h 831143"/>
                <a:gd name="connsiteX1505" fmla="*/ 354097 w 1542615"/>
                <a:gd name="connsiteY1505" fmla="*/ 790160 h 831143"/>
                <a:gd name="connsiteX1506" fmla="*/ 349179 w 1542615"/>
                <a:gd name="connsiteY1506" fmla="*/ 790160 h 831143"/>
                <a:gd name="connsiteX1507" fmla="*/ 345900 w 1542615"/>
                <a:gd name="connsiteY1507" fmla="*/ 790160 h 831143"/>
                <a:gd name="connsiteX1508" fmla="*/ 342622 w 1542615"/>
                <a:gd name="connsiteY1508" fmla="*/ 791800 h 831143"/>
                <a:gd name="connsiteX1509" fmla="*/ 337703 w 1542615"/>
                <a:gd name="connsiteY1509" fmla="*/ 795078 h 831143"/>
                <a:gd name="connsiteX1510" fmla="*/ 342622 w 1542615"/>
                <a:gd name="connsiteY1510" fmla="*/ 793439 h 831143"/>
                <a:gd name="connsiteX1511" fmla="*/ 345900 w 1542615"/>
                <a:gd name="connsiteY1511" fmla="*/ 793439 h 831143"/>
                <a:gd name="connsiteX1512" fmla="*/ 342622 w 1542615"/>
                <a:gd name="connsiteY1512" fmla="*/ 795078 h 831143"/>
                <a:gd name="connsiteX1513" fmla="*/ 337703 w 1542615"/>
                <a:gd name="connsiteY1513" fmla="*/ 795078 h 831143"/>
                <a:gd name="connsiteX1514" fmla="*/ 334425 w 1542615"/>
                <a:gd name="connsiteY1514" fmla="*/ 798357 h 831143"/>
                <a:gd name="connsiteX1515" fmla="*/ 337703 w 1542615"/>
                <a:gd name="connsiteY1515" fmla="*/ 798357 h 831143"/>
                <a:gd name="connsiteX1516" fmla="*/ 342622 w 1542615"/>
                <a:gd name="connsiteY1516" fmla="*/ 795078 h 831143"/>
                <a:gd name="connsiteX1517" fmla="*/ 345900 w 1542615"/>
                <a:gd name="connsiteY1517" fmla="*/ 793439 h 831143"/>
                <a:gd name="connsiteX1518" fmla="*/ 349179 w 1542615"/>
                <a:gd name="connsiteY1518" fmla="*/ 795078 h 831143"/>
                <a:gd name="connsiteX1519" fmla="*/ 345900 w 1542615"/>
                <a:gd name="connsiteY1519" fmla="*/ 796718 h 831143"/>
                <a:gd name="connsiteX1520" fmla="*/ 349179 w 1542615"/>
                <a:gd name="connsiteY1520" fmla="*/ 796718 h 831143"/>
                <a:gd name="connsiteX1521" fmla="*/ 352458 w 1542615"/>
                <a:gd name="connsiteY1521" fmla="*/ 795078 h 831143"/>
                <a:gd name="connsiteX1522" fmla="*/ 357375 w 1542615"/>
                <a:gd name="connsiteY1522" fmla="*/ 793439 h 831143"/>
                <a:gd name="connsiteX1523" fmla="*/ 360654 w 1542615"/>
                <a:gd name="connsiteY1523" fmla="*/ 790160 h 831143"/>
                <a:gd name="connsiteX1524" fmla="*/ 363933 w 1542615"/>
                <a:gd name="connsiteY1524" fmla="*/ 786882 h 831143"/>
                <a:gd name="connsiteX1525" fmla="*/ 365572 w 1542615"/>
                <a:gd name="connsiteY1525" fmla="*/ 791800 h 831143"/>
                <a:gd name="connsiteX1526" fmla="*/ 362293 w 1542615"/>
                <a:gd name="connsiteY1526" fmla="*/ 791800 h 831143"/>
                <a:gd name="connsiteX1527" fmla="*/ 357375 w 1542615"/>
                <a:gd name="connsiteY1527" fmla="*/ 793439 h 831143"/>
                <a:gd name="connsiteX1528" fmla="*/ 354097 w 1542615"/>
                <a:gd name="connsiteY1528" fmla="*/ 795078 h 831143"/>
                <a:gd name="connsiteX1529" fmla="*/ 350818 w 1542615"/>
                <a:gd name="connsiteY1529" fmla="*/ 798357 h 831143"/>
                <a:gd name="connsiteX1530" fmla="*/ 345900 w 1542615"/>
                <a:gd name="connsiteY1530" fmla="*/ 799996 h 831143"/>
                <a:gd name="connsiteX1531" fmla="*/ 350818 w 1542615"/>
                <a:gd name="connsiteY1531" fmla="*/ 799996 h 831143"/>
                <a:gd name="connsiteX1532" fmla="*/ 345900 w 1542615"/>
                <a:gd name="connsiteY1532" fmla="*/ 801636 h 831143"/>
                <a:gd name="connsiteX1533" fmla="*/ 342622 w 1542615"/>
                <a:gd name="connsiteY1533" fmla="*/ 803275 h 831143"/>
                <a:gd name="connsiteX1534" fmla="*/ 339343 w 1542615"/>
                <a:gd name="connsiteY1534" fmla="*/ 804914 h 831143"/>
                <a:gd name="connsiteX1535" fmla="*/ 342622 w 1542615"/>
                <a:gd name="connsiteY1535" fmla="*/ 804914 h 831143"/>
                <a:gd name="connsiteX1536" fmla="*/ 345900 w 1542615"/>
                <a:gd name="connsiteY1536" fmla="*/ 801636 h 831143"/>
                <a:gd name="connsiteX1537" fmla="*/ 350818 w 1542615"/>
                <a:gd name="connsiteY1537" fmla="*/ 801636 h 831143"/>
                <a:gd name="connsiteX1538" fmla="*/ 345900 w 1542615"/>
                <a:gd name="connsiteY1538" fmla="*/ 804914 h 831143"/>
                <a:gd name="connsiteX1539" fmla="*/ 350818 w 1542615"/>
                <a:gd name="connsiteY1539" fmla="*/ 804914 h 831143"/>
                <a:gd name="connsiteX1540" fmla="*/ 349179 w 1542615"/>
                <a:gd name="connsiteY1540" fmla="*/ 808193 h 831143"/>
                <a:gd name="connsiteX1541" fmla="*/ 354097 w 1542615"/>
                <a:gd name="connsiteY1541" fmla="*/ 804914 h 831143"/>
                <a:gd name="connsiteX1542" fmla="*/ 357375 w 1542615"/>
                <a:gd name="connsiteY1542" fmla="*/ 801636 h 831143"/>
                <a:gd name="connsiteX1543" fmla="*/ 360654 w 1542615"/>
                <a:gd name="connsiteY1543" fmla="*/ 799996 h 831143"/>
                <a:gd name="connsiteX1544" fmla="*/ 363933 w 1542615"/>
                <a:gd name="connsiteY1544" fmla="*/ 799996 h 831143"/>
                <a:gd name="connsiteX1545" fmla="*/ 360654 w 1542615"/>
                <a:gd name="connsiteY1545" fmla="*/ 801636 h 831143"/>
                <a:gd name="connsiteX1546" fmla="*/ 357375 w 1542615"/>
                <a:gd name="connsiteY1546" fmla="*/ 803275 h 831143"/>
                <a:gd name="connsiteX1547" fmla="*/ 354097 w 1542615"/>
                <a:gd name="connsiteY1547" fmla="*/ 808193 h 831143"/>
                <a:gd name="connsiteX1548" fmla="*/ 357375 w 1542615"/>
                <a:gd name="connsiteY1548" fmla="*/ 806554 h 831143"/>
                <a:gd name="connsiteX1549" fmla="*/ 360654 w 1542615"/>
                <a:gd name="connsiteY1549" fmla="*/ 804914 h 831143"/>
                <a:gd name="connsiteX1550" fmla="*/ 365572 w 1542615"/>
                <a:gd name="connsiteY1550" fmla="*/ 803275 h 831143"/>
                <a:gd name="connsiteX1551" fmla="*/ 360654 w 1542615"/>
                <a:gd name="connsiteY1551" fmla="*/ 804914 h 831143"/>
                <a:gd name="connsiteX1552" fmla="*/ 359015 w 1542615"/>
                <a:gd name="connsiteY1552" fmla="*/ 808193 h 831143"/>
                <a:gd name="connsiteX1553" fmla="*/ 362293 w 1542615"/>
                <a:gd name="connsiteY1553" fmla="*/ 808193 h 831143"/>
                <a:gd name="connsiteX1554" fmla="*/ 365572 w 1542615"/>
                <a:gd name="connsiteY1554" fmla="*/ 808193 h 831143"/>
                <a:gd name="connsiteX1555" fmla="*/ 368851 w 1542615"/>
                <a:gd name="connsiteY1555" fmla="*/ 806554 h 831143"/>
                <a:gd name="connsiteX1556" fmla="*/ 373769 w 1542615"/>
                <a:gd name="connsiteY1556" fmla="*/ 803275 h 831143"/>
                <a:gd name="connsiteX1557" fmla="*/ 377048 w 1542615"/>
                <a:gd name="connsiteY1557" fmla="*/ 799996 h 831143"/>
                <a:gd name="connsiteX1558" fmla="*/ 380326 w 1542615"/>
                <a:gd name="connsiteY1558" fmla="*/ 798357 h 831143"/>
                <a:gd name="connsiteX1559" fmla="*/ 377048 w 1542615"/>
                <a:gd name="connsiteY1559" fmla="*/ 801636 h 831143"/>
                <a:gd name="connsiteX1560" fmla="*/ 373769 w 1542615"/>
                <a:gd name="connsiteY1560" fmla="*/ 804914 h 831143"/>
                <a:gd name="connsiteX1561" fmla="*/ 370490 w 1542615"/>
                <a:gd name="connsiteY1561" fmla="*/ 808193 h 831143"/>
                <a:gd name="connsiteX1562" fmla="*/ 367212 w 1542615"/>
                <a:gd name="connsiteY1562" fmla="*/ 813111 h 831143"/>
                <a:gd name="connsiteX1563" fmla="*/ 363933 w 1542615"/>
                <a:gd name="connsiteY1563" fmla="*/ 814750 h 831143"/>
                <a:gd name="connsiteX1564" fmla="*/ 359015 w 1542615"/>
                <a:gd name="connsiteY1564" fmla="*/ 816390 h 831143"/>
                <a:gd name="connsiteX1565" fmla="*/ 357375 w 1542615"/>
                <a:gd name="connsiteY1565" fmla="*/ 821308 h 831143"/>
                <a:gd name="connsiteX1566" fmla="*/ 362293 w 1542615"/>
                <a:gd name="connsiteY1566" fmla="*/ 819668 h 831143"/>
                <a:gd name="connsiteX1567" fmla="*/ 365572 w 1542615"/>
                <a:gd name="connsiteY1567" fmla="*/ 819668 h 831143"/>
                <a:gd name="connsiteX1568" fmla="*/ 368851 w 1542615"/>
                <a:gd name="connsiteY1568" fmla="*/ 816390 h 831143"/>
                <a:gd name="connsiteX1569" fmla="*/ 372129 w 1542615"/>
                <a:gd name="connsiteY1569" fmla="*/ 813111 h 831143"/>
                <a:gd name="connsiteX1570" fmla="*/ 377048 w 1542615"/>
                <a:gd name="connsiteY1570" fmla="*/ 811472 h 831143"/>
                <a:gd name="connsiteX1571" fmla="*/ 380326 w 1542615"/>
                <a:gd name="connsiteY1571" fmla="*/ 808193 h 831143"/>
                <a:gd name="connsiteX1572" fmla="*/ 383605 w 1542615"/>
                <a:gd name="connsiteY1572" fmla="*/ 806554 h 831143"/>
                <a:gd name="connsiteX1573" fmla="*/ 380326 w 1542615"/>
                <a:gd name="connsiteY1573" fmla="*/ 809832 h 831143"/>
                <a:gd name="connsiteX1574" fmla="*/ 375408 w 1542615"/>
                <a:gd name="connsiteY1574" fmla="*/ 813111 h 831143"/>
                <a:gd name="connsiteX1575" fmla="*/ 372129 w 1542615"/>
                <a:gd name="connsiteY1575" fmla="*/ 816390 h 831143"/>
                <a:gd name="connsiteX1576" fmla="*/ 368851 w 1542615"/>
                <a:gd name="connsiteY1576" fmla="*/ 819668 h 831143"/>
                <a:gd name="connsiteX1577" fmla="*/ 365572 w 1542615"/>
                <a:gd name="connsiteY1577" fmla="*/ 819668 h 831143"/>
                <a:gd name="connsiteX1578" fmla="*/ 360654 w 1542615"/>
                <a:gd name="connsiteY1578" fmla="*/ 821308 h 831143"/>
                <a:gd name="connsiteX1579" fmla="*/ 357375 w 1542615"/>
                <a:gd name="connsiteY1579" fmla="*/ 822947 h 831143"/>
                <a:gd name="connsiteX1580" fmla="*/ 360654 w 1542615"/>
                <a:gd name="connsiteY1580" fmla="*/ 826226 h 831143"/>
                <a:gd name="connsiteX1581" fmla="*/ 365572 w 1542615"/>
                <a:gd name="connsiteY1581" fmla="*/ 822947 h 831143"/>
                <a:gd name="connsiteX1582" fmla="*/ 365572 w 1542615"/>
                <a:gd name="connsiteY1582" fmla="*/ 827865 h 831143"/>
                <a:gd name="connsiteX1583" fmla="*/ 368851 w 1542615"/>
                <a:gd name="connsiteY1583" fmla="*/ 827865 h 831143"/>
                <a:gd name="connsiteX1584" fmla="*/ 368851 w 1542615"/>
                <a:gd name="connsiteY1584" fmla="*/ 827865 h 831143"/>
                <a:gd name="connsiteX1585" fmla="*/ 370490 w 1542615"/>
                <a:gd name="connsiteY1585" fmla="*/ 822947 h 831143"/>
                <a:gd name="connsiteX1586" fmla="*/ 370490 w 1542615"/>
                <a:gd name="connsiteY1586" fmla="*/ 827865 h 831143"/>
                <a:gd name="connsiteX1587" fmla="*/ 372129 w 1542615"/>
                <a:gd name="connsiteY1587" fmla="*/ 827865 h 831143"/>
                <a:gd name="connsiteX1588" fmla="*/ 375408 w 1542615"/>
                <a:gd name="connsiteY1588" fmla="*/ 824586 h 831143"/>
                <a:gd name="connsiteX1589" fmla="*/ 378687 w 1542615"/>
                <a:gd name="connsiteY1589" fmla="*/ 821308 h 831143"/>
                <a:gd name="connsiteX1590" fmla="*/ 383605 w 1542615"/>
                <a:gd name="connsiteY1590" fmla="*/ 821308 h 831143"/>
                <a:gd name="connsiteX1591" fmla="*/ 386883 w 1542615"/>
                <a:gd name="connsiteY1591" fmla="*/ 818029 h 831143"/>
                <a:gd name="connsiteX1592" fmla="*/ 388523 w 1542615"/>
                <a:gd name="connsiteY1592" fmla="*/ 813111 h 831143"/>
                <a:gd name="connsiteX1593" fmla="*/ 391802 w 1542615"/>
                <a:gd name="connsiteY1593" fmla="*/ 816390 h 831143"/>
                <a:gd name="connsiteX1594" fmla="*/ 393441 w 1542615"/>
                <a:gd name="connsiteY1594" fmla="*/ 813111 h 831143"/>
                <a:gd name="connsiteX1595" fmla="*/ 393441 w 1542615"/>
                <a:gd name="connsiteY1595" fmla="*/ 816390 h 831143"/>
                <a:gd name="connsiteX1596" fmla="*/ 390162 w 1542615"/>
                <a:gd name="connsiteY1596" fmla="*/ 819668 h 831143"/>
                <a:gd name="connsiteX1597" fmla="*/ 393441 w 1542615"/>
                <a:gd name="connsiteY1597" fmla="*/ 819668 h 831143"/>
                <a:gd name="connsiteX1598" fmla="*/ 396719 w 1542615"/>
                <a:gd name="connsiteY1598" fmla="*/ 821308 h 831143"/>
                <a:gd name="connsiteX1599" fmla="*/ 393441 w 1542615"/>
                <a:gd name="connsiteY1599" fmla="*/ 821308 h 831143"/>
                <a:gd name="connsiteX1600" fmla="*/ 388523 w 1542615"/>
                <a:gd name="connsiteY1600" fmla="*/ 822947 h 831143"/>
                <a:gd name="connsiteX1601" fmla="*/ 393441 w 1542615"/>
                <a:gd name="connsiteY1601" fmla="*/ 826226 h 831143"/>
                <a:gd name="connsiteX1602" fmla="*/ 396719 w 1542615"/>
                <a:gd name="connsiteY1602" fmla="*/ 826226 h 831143"/>
                <a:gd name="connsiteX1603" fmla="*/ 393441 w 1542615"/>
                <a:gd name="connsiteY1603" fmla="*/ 827865 h 831143"/>
                <a:gd name="connsiteX1604" fmla="*/ 393441 w 1542615"/>
                <a:gd name="connsiteY1604" fmla="*/ 827865 h 831143"/>
                <a:gd name="connsiteX1605" fmla="*/ 398359 w 1542615"/>
                <a:gd name="connsiteY1605" fmla="*/ 829504 h 831143"/>
                <a:gd name="connsiteX1606" fmla="*/ 401638 w 1542615"/>
                <a:gd name="connsiteY1606" fmla="*/ 831144 h 831143"/>
                <a:gd name="connsiteX1607" fmla="*/ 404916 w 1542615"/>
                <a:gd name="connsiteY1607" fmla="*/ 827865 h 831143"/>
                <a:gd name="connsiteX1608" fmla="*/ 404916 w 1542615"/>
                <a:gd name="connsiteY1608" fmla="*/ 824586 h 831143"/>
                <a:gd name="connsiteX1609" fmla="*/ 409834 w 1542615"/>
                <a:gd name="connsiteY1609" fmla="*/ 826226 h 831143"/>
                <a:gd name="connsiteX1610" fmla="*/ 413113 w 1542615"/>
                <a:gd name="connsiteY1610" fmla="*/ 827865 h 831143"/>
                <a:gd name="connsiteX1611" fmla="*/ 416392 w 1542615"/>
                <a:gd name="connsiteY1611" fmla="*/ 827865 h 831143"/>
                <a:gd name="connsiteX1612" fmla="*/ 416392 w 1542615"/>
                <a:gd name="connsiteY1612" fmla="*/ 824586 h 831143"/>
                <a:gd name="connsiteX1613" fmla="*/ 411473 w 1542615"/>
                <a:gd name="connsiteY1613" fmla="*/ 824586 h 831143"/>
                <a:gd name="connsiteX1614" fmla="*/ 408195 w 1542615"/>
                <a:gd name="connsiteY1614" fmla="*/ 822947 h 831143"/>
                <a:gd name="connsiteX1615" fmla="*/ 403277 w 1542615"/>
                <a:gd name="connsiteY1615" fmla="*/ 822947 h 831143"/>
                <a:gd name="connsiteX1616" fmla="*/ 399998 w 1542615"/>
                <a:gd name="connsiteY1616" fmla="*/ 821308 h 831143"/>
                <a:gd name="connsiteX1617" fmla="*/ 396719 w 1542615"/>
                <a:gd name="connsiteY1617" fmla="*/ 821308 h 831143"/>
                <a:gd name="connsiteX1618" fmla="*/ 401638 w 1542615"/>
                <a:gd name="connsiteY1618" fmla="*/ 821308 h 831143"/>
                <a:gd name="connsiteX1619" fmla="*/ 404916 w 1542615"/>
                <a:gd name="connsiteY1619" fmla="*/ 821308 h 831143"/>
                <a:gd name="connsiteX1620" fmla="*/ 408195 w 1542615"/>
                <a:gd name="connsiteY1620" fmla="*/ 822947 h 831143"/>
                <a:gd name="connsiteX1621" fmla="*/ 413113 w 1542615"/>
                <a:gd name="connsiteY1621" fmla="*/ 822947 h 831143"/>
                <a:gd name="connsiteX1622" fmla="*/ 416392 w 1542615"/>
                <a:gd name="connsiteY1622" fmla="*/ 824586 h 831143"/>
                <a:gd name="connsiteX1623" fmla="*/ 419670 w 1542615"/>
                <a:gd name="connsiteY1623" fmla="*/ 822947 h 831143"/>
                <a:gd name="connsiteX1624" fmla="*/ 418031 w 1542615"/>
                <a:gd name="connsiteY1624" fmla="*/ 819668 h 831143"/>
                <a:gd name="connsiteX1625" fmla="*/ 414752 w 1542615"/>
                <a:gd name="connsiteY1625" fmla="*/ 819668 h 831143"/>
                <a:gd name="connsiteX1626" fmla="*/ 418031 w 1542615"/>
                <a:gd name="connsiteY1626" fmla="*/ 818029 h 831143"/>
                <a:gd name="connsiteX1627" fmla="*/ 421310 w 1542615"/>
                <a:gd name="connsiteY1627" fmla="*/ 818029 h 831143"/>
                <a:gd name="connsiteX1628" fmla="*/ 419670 w 1542615"/>
                <a:gd name="connsiteY1628" fmla="*/ 813111 h 831143"/>
                <a:gd name="connsiteX1629" fmla="*/ 416392 w 1542615"/>
                <a:gd name="connsiteY1629" fmla="*/ 813111 h 831143"/>
                <a:gd name="connsiteX1630" fmla="*/ 419670 w 1542615"/>
                <a:gd name="connsiteY1630" fmla="*/ 811472 h 831143"/>
                <a:gd name="connsiteX1631" fmla="*/ 416392 w 1542615"/>
                <a:gd name="connsiteY1631" fmla="*/ 811472 h 831143"/>
                <a:gd name="connsiteX1632" fmla="*/ 411473 w 1542615"/>
                <a:gd name="connsiteY1632" fmla="*/ 813111 h 831143"/>
                <a:gd name="connsiteX1633" fmla="*/ 408195 w 1542615"/>
                <a:gd name="connsiteY1633" fmla="*/ 814750 h 831143"/>
                <a:gd name="connsiteX1634" fmla="*/ 411473 w 1542615"/>
                <a:gd name="connsiteY1634" fmla="*/ 811472 h 831143"/>
                <a:gd name="connsiteX1635" fmla="*/ 414752 w 1542615"/>
                <a:gd name="connsiteY1635" fmla="*/ 808193 h 831143"/>
                <a:gd name="connsiteX1636" fmla="*/ 411473 w 1542615"/>
                <a:gd name="connsiteY1636" fmla="*/ 806554 h 831143"/>
                <a:gd name="connsiteX1637" fmla="*/ 406556 w 1542615"/>
                <a:gd name="connsiteY1637" fmla="*/ 806554 h 831143"/>
                <a:gd name="connsiteX1638" fmla="*/ 403277 w 1542615"/>
                <a:gd name="connsiteY1638" fmla="*/ 806554 h 831143"/>
                <a:gd name="connsiteX1639" fmla="*/ 399998 w 1542615"/>
                <a:gd name="connsiteY1639" fmla="*/ 804914 h 831143"/>
                <a:gd name="connsiteX1640" fmla="*/ 396719 w 1542615"/>
                <a:gd name="connsiteY1640" fmla="*/ 803275 h 831143"/>
                <a:gd name="connsiteX1641" fmla="*/ 399998 w 1542615"/>
                <a:gd name="connsiteY1641" fmla="*/ 803275 h 831143"/>
                <a:gd name="connsiteX1642" fmla="*/ 403277 w 1542615"/>
                <a:gd name="connsiteY1642" fmla="*/ 804914 h 831143"/>
                <a:gd name="connsiteX1643" fmla="*/ 406556 w 1542615"/>
                <a:gd name="connsiteY1643" fmla="*/ 804914 h 831143"/>
                <a:gd name="connsiteX1644" fmla="*/ 409834 w 1542615"/>
                <a:gd name="connsiteY1644" fmla="*/ 801636 h 831143"/>
                <a:gd name="connsiteX1645" fmla="*/ 413113 w 1542615"/>
                <a:gd name="connsiteY1645" fmla="*/ 804914 h 831143"/>
                <a:gd name="connsiteX1646" fmla="*/ 416392 w 1542615"/>
                <a:gd name="connsiteY1646" fmla="*/ 806554 h 831143"/>
                <a:gd name="connsiteX1647" fmla="*/ 419670 w 1542615"/>
                <a:gd name="connsiteY1647" fmla="*/ 808193 h 831143"/>
                <a:gd name="connsiteX1648" fmla="*/ 422949 w 1542615"/>
                <a:gd name="connsiteY1648" fmla="*/ 808193 h 831143"/>
                <a:gd name="connsiteX1649" fmla="*/ 419670 w 1542615"/>
                <a:gd name="connsiteY1649" fmla="*/ 804914 h 831143"/>
                <a:gd name="connsiteX1650" fmla="*/ 422949 w 1542615"/>
                <a:gd name="connsiteY1650" fmla="*/ 806554 h 831143"/>
                <a:gd name="connsiteX1651" fmla="*/ 427867 w 1542615"/>
                <a:gd name="connsiteY1651" fmla="*/ 804914 h 831143"/>
                <a:gd name="connsiteX1652" fmla="*/ 431146 w 1542615"/>
                <a:gd name="connsiteY1652" fmla="*/ 804914 h 831143"/>
                <a:gd name="connsiteX1653" fmla="*/ 434425 w 1542615"/>
                <a:gd name="connsiteY1653" fmla="*/ 804914 h 831143"/>
                <a:gd name="connsiteX1654" fmla="*/ 431146 w 1542615"/>
                <a:gd name="connsiteY1654" fmla="*/ 803275 h 831143"/>
                <a:gd name="connsiteX1655" fmla="*/ 427867 w 1542615"/>
                <a:gd name="connsiteY1655" fmla="*/ 803275 h 831143"/>
                <a:gd name="connsiteX1656" fmla="*/ 431146 w 1542615"/>
                <a:gd name="connsiteY1656" fmla="*/ 803275 h 831143"/>
                <a:gd name="connsiteX1657" fmla="*/ 434425 w 1542615"/>
                <a:gd name="connsiteY1657" fmla="*/ 803275 h 831143"/>
                <a:gd name="connsiteX1658" fmla="*/ 439342 w 1542615"/>
                <a:gd name="connsiteY1658" fmla="*/ 799996 h 831143"/>
                <a:gd name="connsiteX1659" fmla="*/ 434425 w 1542615"/>
                <a:gd name="connsiteY1659" fmla="*/ 801636 h 831143"/>
                <a:gd name="connsiteX1660" fmla="*/ 431146 w 1542615"/>
                <a:gd name="connsiteY1660" fmla="*/ 801636 h 831143"/>
                <a:gd name="connsiteX1661" fmla="*/ 427867 w 1542615"/>
                <a:gd name="connsiteY1661" fmla="*/ 801636 h 831143"/>
                <a:gd name="connsiteX1662" fmla="*/ 422949 w 1542615"/>
                <a:gd name="connsiteY1662" fmla="*/ 799996 h 831143"/>
                <a:gd name="connsiteX1663" fmla="*/ 427867 w 1542615"/>
                <a:gd name="connsiteY1663" fmla="*/ 801636 h 831143"/>
                <a:gd name="connsiteX1664" fmla="*/ 431146 w 1542615"/>
                <a:gd name="connsiteY1664" fmla="*/ 801636 h 831143"/>
                <a:gd name="connsiteX1665" fmla="*/ 434425 w 1542615"/>
                <a:gd name="connsiteY1665" fmla="*/ 801636 h 831143"/>
                <a:gd name="connsiteX1666" fmla="*/ 436063 w 1542615"/>
                <a:gd name="connsiteY1666" fmla="*/ 796718 h 831143"/>
                <a:gd name="connsiteX1667" fmla="*/ 432785 w 1542615"/>
                <a:gd name="connsiteY1667" fmla="*/ 795078 h 831143"/>
                <a:gd name="connsiteX1668" fmla="*/ 429506 w 1542615"/>
                <a:gd name="connsiteY1668" fmla="*/ 795078 h 831143"/>
                <a:gd name="connsiteX1669" fmla="*/ 424588 w 1542615"/>
                <a:gd name="connsiteY1669" fmla="*/ 795078 h 831143"/>
                <a:gd name="connsiteX1670" fmla="*/ 421310 w 1542615"/>
                <a:gd name="connsiteY1670" fmla="*/ 793439 h 831143"/>
                <a:gd name="connsiteX1671" fmla="*/ 424588 w 1542615"/>
                <a:gd name="connsiteY1671" fmla="*/ 795078 h 831143"/>
                <a:gd name="connsiteX1672" fmla="*/ 429506 w 1542615"/>
                <a:gd name="connsiteY1672" fmla="*/ 795078 h 831143"/>
                <a:gd name="connsiteX1673" fmla="*/ 432785 w 1542615"/>
                <a:gd name="connsiteY1673" fmla="*/ 795078 h 831143"/>
                <a:gd name="connsiteX1674" fmla="*/ 436063 w 1542615"/>
                <a:gd name="connsiteY1674" fmla="*/ 795078 h 831143"/>
                <a:gd name="connsiteX1675" fmla="*/ 440982 w 1542615"/>
                <a:gd name="connsiteY1675" fmla="*/ 795078 h 831143"/>
                <a:gd name="connsiteX1676" fmla="*/ 436063 w 1542615"/>
                <a:gd name="connsiteY1676" fmla="*/ 793439 h 831143"/>
                <a:gd name="connsiteX1677" fmla="*/ 432785 w 1542615"/>
                <a:gd name="connsiteY1677" fmla="*/ 793439 h 831143"/>
                <a:gd name="connsiteX1678" fmla="*/ 429506 w 1542615"/>
                <a:gd name="connsiteY1678" fmla="*/ 791800 h 831143"/>
                <a:gd name="connsiteX1679" fmla="*/ 426228 w 1542615"/>
                <a:gd name="connsiteY1679" fmla="*/ 791800 h 831143"/>
                <a:gd name="connsiteX1680" fmla="*/ 421310 w 1542615"/>
                <a:gd name="connsiteY1680" fmla="*/ 790160 h 831143"/>
                <a:gd name="connsiteX1681" fmla="*/ 426228 w 1542615"/>
                <a:gd name="connsiteY1681" fmla="*/ 790160 h 831143"/>
                <a:gd name="connsiteX1682" fmla="*/ 429506 w 1542615"/>
                <a:gd name="connsiteY1682" fmla="*/ 791800 h 831143"/>
                <a:gd name="connsiteX1683" fmla="*/ 432785 w 1542615"/>
                <a:gd name="connsiteY1683" fmla="*/ 791800 h 831143"/>
                <a:gd name="connsiteX1684" fmla="*/ 436063 w 1542615"/>
                <a:gd name="connsiteY1684" fmla="*/ 791800 h 831143"/>
                <a:gd name="connsiteX1685" fmla="*/ 440982 w 1542615"/>
                <a:gd name="connsiteY1685" fmla="*/ 790160 h 831143"/>
                <a:gd name="connsiteX1686" fmla="*/ 442621 w 1542615"/>
                <a:gd name="connsiteY1686" fmla="*/ 786882 h 831143"/>
                <a:gd name="connsiteX1687" fmla="*/ 445900 w 1542615"/>
                <a:gd name="connsiteY1687" fmla="*/ 785242 h 831143"/>
                <a:gd name="connsiteX1688" fmla="*/ 442621 w 1542615"/>
                <a:gd name="connsiteY1688" fmla="*/ 785242 h 831143"/>
                <a:gd name="connsiteX1689" fmla="*/ 439342 w 1542615"/>
                <a:gd name="connsiteY1689" fmla="*/ 783603 h 831143"/>
                <a:gd name="connsiteX1690" fmla="*/ 434425 w 1542615"/>
                <a:gd name="connsiteY1690" fmla="*/ 783603 h 831143"/>
                <a:gd name="connsiteX1691" fmla="*/ 432785 w 1542615"/>
                <a:gd name="connsiteY1691" fmla="*/ 783603 h 831143"/>
                <a:gd name="connsiteX1692" fmla="*/ 427867 w 1542615"/>
                <a:gd name="connsiteY1692" fmla="*/ 783603 h 831143"/>
                <a:gd name="connsiteX1693" fmla="*/ 424588 w 1542615"/>
                <a:gd name="connsiteY1693" fmla="*/ 783603 h 831143"/>
                <a:gd name="connsiteX1694" fmla="*/ 421310 w 1542615"/>
                <a:gd name="connsiteY1694" fmla="*/ 781964 h 831143"/>
                <a:gd name="connsiteX1695" fmla="*/ 424588 w 1542615"/>
                <a:gd name="connsiteY1695" fmla="*/ 781964 h 831143"/>
                <a:gd name="connsiteX1696" fmla="*/ 427867 w 1542615"/>
                <a:gd name="connsiteY1696" fmla="*/ 781964 h 831143"/>
                <a:gd name="connsiteX1697" fmla="*/ 432785 w 1542615"/>
                <a:gd name="connsiteY1697" fmla="*/ 781964 h 831143"/>
                <a:gd name="connsiteX1698" fmla="*/ 436063 w 1542615"/>
                <a:gd name="connsiteY1698" fmla="*/ 781964 h 831143"/>
                <a:gd name="connsiteX1699" fmla="*/ 439342 w 1542615"/>
                <a:gd name="connsiteY1699" fmla="*/ 783603 h 831143"/>
                <a:gd name="connsiteX1700" fmla="*/ 442621 w 1542615"/>
                <a:gd name="connsiteY1700" fmla="*/ 783603 h 831143"/>
                <a:gd name="connsiteX1701" fmla="*/ 447539 w 1542615"/>
                <a:gd name="connsiteY1701" fmla="*/ 781964 h 831143"/>
                <a:gd name="connsiteX1702" fmla="*/ 442621 w 1542615"/>
                <a:gd name="connsiteY1702" fmla="*/ 780324 h 831143"/>
                <a:gd name="connsiteX1703" fmla="*/ 439342 w 1542615"/>
                <a:gd name="connsiteY1703" fmla="*/ 780324 h 831143"/>
                <a:gd name="connsiteX1704" fmla="*/ 436063 w 1542615"/>
                <a:gd name="connsiteY1704" fmla="*/ 778685 h 831143"/>
                <a:gd name="connsiteX1705" fmla="*/ 439342 w 1542615"/>
                <a:gd name="connsiteY1705" fmla="*/ 778685 h 831143"/>
                <a:gd name="connsiteX1706" fmla="*/ 442621 w 1542615"/>
                <a:gd name="connsiteY1706" fmla="*/ 778685 h 831143"/>
                <a:gd name="connsiteX1707" fmla="*/ 447539 w 1542615"/>
                <a:gd name="connsiteY1707" fmla="*/ 780324 h 831143"/>
                <a:gd name="connsiteX1708" fmla="*/ 450818 w 1542615"/>
                <a:gd name="connsiteY1708" fmla="*/ 777046 h 831143"/>
                <a:gd name="connsiteX1709" fmla="*/ 447539 w 1542615"/>
                <a:gd name="connsiteY1709" fmla="*/ 777046 h 831143"/>
                <a:gd name="connsiteX1710" fmla="*/ 442621 w 1542615"/>
                <a:gd name="connsiteY1710" fmla="*/ 777046 h 831143"/>
                <a:gd name="connsiteX1711" fmla="*/ 447539 w 1542615"/>
                <a:gd name="connsiteY1711" fmla="*/ 775406 h 831143"/>
                <a:gd name="connsiteX1712" fmla="*/ 442621 w 1542615"/>
                <a:gd name="connsiteY1712" fmla="*/ 775406 h 831143"/>
                <a:gd name="connsiteX1713" fmla="*/ 439342 w 1542615"/>
                <a:gd name="connsiteY1713" fmla="*/ 773767 h 831143"/>
                <a:gd name="connsiteX1714" fmla="*/ 436063 w 1542615"/>
                <a:gd name="connsiteY1714" fmla="*/ 773767 h 831143"/>
                <a:gd name="connsiteX1715" fmla="*/ 439342 w 1542615"/>
                <a:gd name="connsiteY1715" fmla="*/ 773767 h 831143"/>
                <a:gd name="connsiteX1716" fmla="*/ 442621 w 1542615"/>
                <a:gd name="connsiteY1716" fmla="*/ 773767 h 831143"/>
                <a:gd name="connsiteX1717" fmla="*/ 447539 w 1542615"/>
                <a:gd name="connsiteY1717" fmla="*/ 773767 h 831143"/>
                <a:gd name="connsiteX1718" fmla="*/ 450818 w 1542615"/>
                <a:gd name="connsiteY1718" fmla="*/ 775406 h 831143"/>
                <a:gd name="connsiteX1719" fmla="*/ 454096 w 1542615"/>
                <a:gd name="connsiteY1719" fmla="*/ 773767 h 831143"/>
                <a:gd name="connsiteX1720" fmla="*/ 457375 w 1542615"/>
                <a:gd name="connsiteY1720" fmla="*/ 770488 h 831143"/>
                <a:gd name="connsiteX1721" fmla="*/ 459015 w 1542615"/>
                <a:gd name="connsiteY1721" fmla="*/ 765570 h 831143"/>
                <a:gd name="connsiteX1722" fmla="*/ 454096 w 1542615"/>
                <a:gd name="connsiteY1722" fmla="*/ 765570 h 831143"/>
                <a:gd name="connsiteX1723" fmla="*/ 450818 w 1542615"/>
                <a:gd name="connsiteY1723" fmla="*/ 765570 h 831143"/>
                <a:gd name="connsiteX1724" fmla="*/ 447539 w 1542615"/>
                <a:gd name="connsiteY1724" fmla="*/ 765570 h 831143"/>
                <a:gd name="connsiteX1725" fmla="*/ 444260 w 1542615"/>
                <a:gd name="connsiteY1725" fmla="*/ 763931 h 831143"/>
                <a:gd name="connsiteX1726" fmla="*/ 447539 w 1542615"/>
                <a:gd name="connsiteY1726" fmla="*/ 763931 h 831143"/>
                <a:gd name="connsiteX1727" fmla="*/ 450818 w 1542615"/>
                <a:gd name="connsiteY1727" fmla="*/ 765570 h 831143"/>
                <a:gd name="connsiteX1728" fmla="*/ 455736 w 1542615"/>
                <a:gd name="connsiteY1728" fmla="*/ 765570 h 831143"/>
                <a:gd name="connsiteX1729" fmla="*/ 459015 w 1542615"/>
                <a:gd name="connsiteY1729" fmla="*/ 765570 h 831143"/>
                <a:gd name="connsiteX1730" fmla="*/ 462293 w 1542615"/>
                <a:gd name="connsiteY1730" fmla="*/ 763931 h 831143"/>
                <a:gd name="connsiteX1731" fmla="*/ 465572 w 1542615"/>
                <a:gd name="connsiteY1731" fmla="*/ 760652 h 831143"/>
                <a:gd name="connsiteX1732" fmla="*/ 468850 w 1542615"/>
                <a:gd name="connsiteY1732" fmla="*/ 759013 h 831143"/>
                <a:gd name="connsiteX1733" fmla="*/ 465572 w 1542615"/>
                <a:gd name="connsiteY1733" fmla="*/ 759013 h 831143"/>
                <a:gd name="connsiteX1734" fmla="*/ 462293 w 1542615"/>
                <a:gd name="connsiteY1734" fmla="*/ 759013 h 831143"/>
                <a:gd name="connsiteX1735" fmla="*/ 457375 w 1542615"/>
                <a:gd name="connsiteY1735" fmla="*/ 757374 h 831143"/>
                <a:gd name="connsiteX1736" fmla="*/ 454096 w 1542615"/>
                <a:gd name="connsiteY1736" fmla="*/ 755734 h 831143"/>
                <a:gd name="connsiteX1737" fmla="*/ 457375 w 1542615"/>
                <a:gd name="connsiteY1737" fmla="*/ 755734 h 831143"/>
                <a:gd name="connsiteX1738" fmla="*/ 462293 w 1542615"/>
                <a:gd name="connsiteY1738" fmla="*/ 757374 h 831143"/>
                <a:gd name="connsiteX1739" fmla="*/ 465572 w 1542615"/>
                <a:gd name="connsiteY1739" fmla="*/ 757374 h 831143"/>
                <a:gd name="connsiteX1740" fmla="*/ 468850 w 1542615"/>
                <a:gd name="connsiteY1740" fmla="*/ 757374 h 831143"/>
                <a:gd name="connsiteX1741" fmla="*/ 473768 w 1542615"/>
                <a:gd name="connsiteY1741" fmla="*/ 754095 h 831143"/>
                <a:gd name="connsiteX1742" fmla="*/ 472129 w 1542615"/>
                <a:gd name="connsiteY1742" fmla="*/ 750816 h 831143"/>
                <a:gd name="connsiteX1743" fmla="*/ 475408 w 1542615"/>
                <a:gd name="connsiteY1743" fmla="*/ 750816 h 831143"/>
                <a:gd name="connsiteX1744" fmla="*/ 475408 w 1542615"/>
                <a:gd name="connsiteY1744" fmla="*/ 745898 h 831143"/>
                <a:gd name="connsiteX1745" fmla="*/ 472129 w 1542615"/>
                <a:gd name="connsiteY1745" fmla="*/ 747538 h 831143"/>
                <a:gd name="connsiteX1746" fmla="*/ 467211 w 1542615"/>
                <a:gd name="connsiteY1746" fmla="*/ 749177 h 831143"/>
                <a:gd name="connsiteX1747" fmla="*/ 467211 w 1542615"/>
                <a:gd name="connsiteY1747" fmla="*/ 749177 h 831143"/>
                <a:gd name="connsiteX1748" fmla="*/ 470490 w 1542615"/>
                <a:gd name="connsiteY1748" fmla="*/ 745898 h 831143"/>
                <a:gd name="connsiteX1749" fmla="*/ 475408 w 1542615"/>
                <a:gd name="connsiteY1749" fmla="*/ 740980 h 831143"/>
                <a:gd name="connsiteX1750" fmla="*/ 478686 w 1542615"/>
                <a:gd name="connsiteY1750" fmla="*/ 737702 h 831143"/>
                <a:gd name="connsiteX1751" fmla="*/ 477047 w 1542615"/>
                <a:gd name="connsiteY1751" fmla="*/ 734423 h 831143"/>
                <a:gd name="connsiteX1752" fmla="*/ 472129 w 1542615"/>
                <a:gd name="connsiteY1752" fmla="*/ 734423 h 831143"/>
                <a:gd name="connsiteX1753" fmla="*/ 468850 w 1542615"/>
                <a:gd name="connsiteY1753" fmla="*/ 732783 h 831143"/>
                <a:gd name="connsiteX1754" fmla="*/ 465572 w 1542615"/>
                <a:gd name="connsiteY1754" fmla="*/ 729505 h 831143"/>
                <a:gd name="connsiteX1755" fmla="*/ 460653 w 1542615"/>
                <a:gd name="connsiteY1755" fmla="*/ 726226 h 831143"/>
                <a:gd name="connsiteX1756" fmla="*/ 465572 w 1542615"/>
                <a:gd name="connsiteY1756" fmla="*/ 727866 h 831143"/>
                <a:gd name="connsiteX1757" fmla="*/ 468850 w 1542615"/>
                <a:gd name="connsiteY1757" fmla="*/ 727866 h 831143"/>
                <a:gd name="connsiteX1758" fmla="*/ 472129 w 1542615"/>
                <a:gd name="connsiteY1758" fmla="*/ 731144 h 831143"/>
                <a:gd name="connsiteX1759" fmla="*/ 475408 w 1542615"/>
                <a:gd name="connsiteY1759" fmla="*/ 731144 h 831143"/>
                <a:gd name="connsiteX1760" fmla="*/ 480326 w 1542615"/>
                <a:gd name="connsiteY1760" fmla="*/ 732783 h 831143"/>
                <a:gd name="connsiteX1761" fmla="*/ 483605 w 1542615"/>
                <a:gd name="connsiteY1761" fmla="*/ 731144 h 831143"/>
                <a:gd name="connsiteX1762" fmla="*/ 480326 w 1542615"/>
                <a:gd name="connsiteY1762" fmla="*/ 729505 h 831143"/>
                <a:gd name="connsiteX1763" fmla="*/ 475408 w 1542615"/>
                <a:gd name="connsiteY1763" fmla="*/ 727866 h 831143"/>
                <a:gd name="connsiteX1764" fmla="*/ 480326 w 1542615"/>
                <a:gd name="connsiteY1764" fmla="*/ 727866 h 831143"/>
                <a:gd name="connsiteX1765" fmla="*/ 478686 w 1542615"/>
                <a:gd name="connsiteY1765" fmla="*/ 724587 h 831143"/>
                <a:gd name="connsiteX1766" fmla="*/ 475408 w 1542615"/>
                <a:gd name="connsiteY1766" fmla="*/ 722947 h 831143"/>
                <a:gd name="connsiteX1767" fmla="*/ 472129 w 1542615"/>
                <a:gd name="connsiteY1767" fmla="*/ 724587 h 831143"/>
                <a:gd name="connsiteX1768" fmla="*/ 467211 w 1542615"/>
                <a:gd name="connsiteY1768" fmla="*/ 721308 h 831143"/>
                <a:gd name="connsiteX1769" fmla="*/ 463932 w 1542615"/>
                <a:gd name="connsiteY1769" fmla="*/ 719669 h 831143"/>
                <a:gd name="connsiteX1770" fmla="*/ 460653 w 1542615"/>
                <a:gd name="connsiteY1770" fmla="*/ 716390 h 831143"/>
                <a:gd name="connsiteX1771" fmla="*/ 463932 w 1542615"/>
                <a:gd name="connsiteY1771" fmla="*/ 718030 h 831143"/>
                <a:gd name="connsiteX1772" fmla="*/ 467211 w 1542615"/>
                <a:gd name="connsiteY1772" fmla="*/ 719669 h 831143"/>
                <a:gd name="connsiteX1773" fmla="*/ 470490 w 1542615"/>
                <a:gd name="connsiteY1773" fmla="*/ 719669 h 831143"/>
                <a:gd name="connsiteX1774" fmla="*/ 475408 w 1542615"/>
                <a:gd name="connsiteY1774" fmla="*/ 719669 h 831143"/>
                <a:gd name="connsiteX1775" fmla="*/ 478686 w 1542615"/>
                <a:gd name="connsiteY1775" fmla="*/ 718030 h 831143"/>
                <a:gd name="connsiteX1776" fmla="*/ 478686 w 1542615"/>
                <a:gd name="connsiteY1776" fmla="*/ 714751 h 831143"/>
                <a:gd name="connsiteX1777" fmla="*/ 481965 w 1542615"/>
                <a:gd name="connsiteY1777" fmla="*/ 714751 h 831143"/>
                <a:gd name="connsiteX1778" fmla="*/ 478686 w 1542615"/>
                <a:gd name="connsiteY1778" fmla="*/ 713111 h 831143"/>
                <a:gd name="connsiteX1779" fmla="*/ 481965 w 1542615"/>
                <a:gd name="connsiteY1779" fmla="*/ 713111 h 831143"/>
                <a:gd name="connsiteX1780" fmla="*/ 485244 w 1542615"/>
                <a:gd name="connsiteY1780" fmla="*/ 713111 h 831143"/>
                <a:gd name="connsiteX1781" fmla="*/ 490162 w 1542615"/>
                <a:gd name="connsiteY1781" fmla="*/ 714751 h 831143"/>
                <a:gd name="connsiteX1782" fmla="*/ 490162 w 1542615"/>
                <a:gd name="connsiteY1782" fmla="*/ 716390 h 831143"/>
                <a:gd name="connsiteX1783" fmla="*/ 486883 w 1542615"/>
                <a:gd name="connsiteY1783" fmla="*/ 714751 h 831143"/>
                <a:gd name="connsiteX1784" fmla="*/ 483605 w 1542615"/>
                <a:gd name="connsiteY1784" fmla="*/ 716390 h 831143"/>
                <a:gd name="connsiteX1785" fmla="*/ 481965 w 1542615"/>
                <a:gd name="connsiteY1785" fmla="*/ 719669 h 831143"/>
                <a:gd name="connsiteX1786" fmla="*/ 483605 w 1542615"/>
                <a:gd name="connsiteY1786" fmla="*/ 719669 h 831143"/>
                <a:gd name="connsiteX1787" fmla="*/ 486883 w 1542615"/>
                <a:gd name="connsiteY1787" fmla="*/ 719669 h 831143"/>
                <a:gd name="connsiteX1788" fmla="*/ 490162 w 1542615"/>
                <a:gd name="connsiteY1788" fmla="*/ 718030 h 831143"/>
                <a:gd name="connsiteX1789" fmla="*/ 495080 w 1542615"/>
                <a:gd name="connsiteY1789" fmla="*/ 716390 h 831143"/>
                <a:gd name="connsiteX1790" fmla="*/ 493440 w 1542615"/>
                <a:gd name="connsiteY1790" fmla="*/ 716390 h 831143"/>
                <a:gd name="connsiteX1791" fmla="*/ 496719 w 1542615"/>
                <a:gd name="connsiteY1791" fmla="*/ 713111 h 831143"/>
                <a:gd name="connsiteX1792" fmla="*/ 499998 w 1542615"/>
                <a:gd name="connsiteY1792" fmla="*/ 714751 h 831143"/>
                <a:gd name="connsiteX1793" fmla="*/ 503276 w 1542615"/>
                <a:gd name="connsiteY1793" fmla="*/ 709833 h 831143"/>
                <a:gd name="connsiteX1794" fmla="*/ 506555 w 1542615"/>
                <a:gd name="connsiteY1794" fmla="*/ 711472 h 831143"/>
                <a:gd name="connsiteX1795" fmla="*/ 506555 w 1542615"/>
                <a:gd name="connsiteY1795" fmla="*/ 706554 h 831143"/>
                <a:gd name="connsiteX1796" fmla="*/ 503276 w 1542615"/>
                <a:gd name="connsiteY1796" fmla="*/ 706554 h 831143"/>
                <a:gd name="connsiteX1797" fmla="*/ 498359 w 1542615"/>
                <a:gd name="connsiteY1797" fmla="*/ 706554 h 831143"/>
                <a:gd name="connsiteX1798" fmla="*/ 495080 w 1542615"/>
                <a:gd name="connsiteY1798" fmla="*/ 703275 h 831143"/>
                <a:gd name="connsiteX1799" fmla="*/ 496719 w 1542615"/>
                <a:gd name="connsiteY1799" fmla="*/ 699997 h 831143"/>
                <a:gd name="connsiteX1800" fmla="*/ 498359 w 1542615"/>
                <a:gd name="connsiteY1800" fmla="*/ 703275 h 831143"/>
                <a:gd name="connsiteX1801" fmla="*/ 503276 w 1542615"/>
                <a:gd name="connsiteY1801" fmla="*/ 703275 h 831143"/>
                <a:gd name="connsiteX1802" fmla="*/ 506555 w 1542615"/>
                <a:gd name="connsiteY1802" fmla="*/ 706554 h 831143"/>
                <a:gd name="connsiteX1803" fmla="*/ 509834 w 1542615"/>
                <a:gd name="connsiteY1803" fmla="*/ 706554 h 831143"/>
                <a:gd name="connsiteX1804" fmla="*/ 508195 w 1542615"/>
                <a:gd name="connsiteY1804" fmla="*/ 703275 h 831143"/>
                <a:gd name="connsiteX1805" fmla="*/ 504916 w 1542615"/>
                <a:gd name="connsiteY1805" fmla="*/ 699997 h 831143"/>
                <a:gd name="connsiteX1806" fmla="*/ 508195 w 1542615"/>
                <a:gd name="connsiteY1806" fmla="*/ 699997 h 831143"/>
                <a:gd name="connsiteX1807" fmla="*/ 513112 w 1542615"/>
                <a:gd name="connsiteY1807" fmla="*/ 703275 h 831143"/>
                <a:gd name="connsiteX1808" fmla="*/ 516391 w 1542615"/>
                <a:gd name="connsiteY1808" fmla="*/ 703275 h 831143"/>
                <a:gd name="connsiteX1809" fmla="*/ 516391 w 1542615"/>
                <a:gd name="connsiteY1809" fmla="*/ 699997 h 831143"/>
                <a:gd name="connsiteX1810" fmla="*/ 513112 w 1542615"/>
                <a:gd name="connsiteY1810" fmla="*/ 695079 h 831143"/>
                <a:gd name="connsiteX1811" fmla="*/ 509834 w 1542615"/>
                <a:gd name="connsiteY1811" fmla="*/ 695079 h 831143"/>
                <a:gd name="connsiteX1812" fmla="*/ 508195 w 1542615"/>
                <a:gd name="connsiteY1812" fmla="*/ 691800 h 831143"/>
                <a:gd name="connsiteX1813" fmla="*/ 509834 w 1542615"/>
                <a:gd name="connsiteY1813" fmla="*/ 690161 h 831143"/>
                <a:gd name="connsiteX1814" fmla="*/ 513112 w 1542615"/>
                <a:gd name="connsiteY1814" fmla="*/ 691800 h 831143"/>
                <a:gd name="connsiteX1815" fmla="*/ 516391 w 1542615"/>
                <a:gd name="connsiteY1815" fmla="*/ 695079 h 831143"/>
                <a:gd name="connsiteX1816" fmla="*/ 519670 w 1542615"/>
                <a:gd name="connsiteY1816" fmla="*/ 698357 h 831143"/>
                <a:gd name="connsiteX1817" fmla="*/ 524588 w 1542615"/>
                <a:gd name="connsiteY1817" fmla="*/ 699997 h 831143"/>
                <a:gd name="connsiteX1818" fmla="*/ 527866 w 1542615"/>
                <a:gd name="connsiteY1818" fmla="*/ 699997 h 831143"/>
                <a:gd name="connsiteX1819" fmla="*/ 527866 w 1542615"/>
                <a:gd name="connsiteY1819" fmla="*/ 696718 h 831143"/>
                <a:gd name="connsiteX1820" fmla="*/ 524588 w 1542615"/>
                <a:gd name="connsiteY1820" fmla="*/ 693439 h 831143"/>
                <a:gd name="connsiteX1821" fmla="*/ 519670 w 1542615"/>
                <a:gd name="connsiteY1821" fmla="*/ 691800 h 831143"/>
                <a:gd name="connsiteX1822" fmla="*/ 518030 w 1542615"/>
                <a:gd name="connsiteY1822" fmla="*/ 690161 h 831143"/>
                <a:gd name="connsiteX1823" fmla="*/ 521309 w 1542615"/>
                <a:gd name="connsiteY1823" fmla="*/ 691800 h 831143"/>
                <a:gd name="connsiteX1824" fmla="*/ 524588 w 1542615"/>
                <a:gd name="connsiteY1824" fmla="*/ 693439 h 831143"/>
                <a:gd name="connsiteX1825" fmla="*/ 527866 w 1542615"/>
                <a:gd name="connsiteY1825" fmla="*/ 695079 h 831143"/>
                <a:gd name="connsiteX1826" fmla="*/ 524588 w 1542615"/>
                <a:gd name="connsiteY1826" fmla="*/ 691800 h 831143"/>
                <a:gd name="connsiteX1827" fmla="*/ 521309 w 1542615"/>
                <a:gd name="connsiteY1827" fmla="*/ 690161 h 831143"/>
                <a:gd name="connsiteX1828" fmla="*/ 524588 w 1542615"/>
                <a:gd name="connsiteY1828" fmla="*/ 691800 h 831143"/>
                <a:gd name="connsiteX1829" fmla="*/ 524588 w 1542615"/>
                <a:gd name="connsiteY1829" fmla="*/ 686882 h 831143"/>
                <a:gd name="connsiteX1830" fmla="*/ 527866 w 1542615"/>
                <a:gd name="connsiteY1830" fmla="*/ 690161 h 831143"/>
                <a:gd name="connsiteX1831" fmla="*/ 532785 w 1542615"/>
                <a:gd name="connsiteY1831" fmla="*/ 691800 h 831143"/>
                <a:gd name="connsiteX1832" fmla="*/ 529506 w 1542615"/>
                <a:gd name="connsiteY1832" fmla="*/ 688521 h 831143"/>
                <a:gd name="connsiteX1833" fmla="*/ 532785 w 1542615"/>
                <a:gd name="connsiteY1833" fmla="*/ 690161 h 831143"/>
                <a:gd name="connsiteX1834" fmla="*/ 536063 w 1542615"/>
                <a:gd name="connsiteY1834" fmla="*/ 686882 h 831143"/>
                <a:gd name="connsiteX1835" fmla="*/ 539342 w 1542615"/>
                <a:gd name="connsiteY1835" fmla="*/ 688521 h 831143"/>
                <a:gd name="connsiteX1836" fmla="*/ 542620 w 1542615"/>
                <a:gd name="connsiteY1836" fmla="*/ 686882 h 831143"/>
                <a:gd name="connsiteX1837" fmla="*/ 542620 w 1542615"/>
                <a:gd name="connsiteY1837" fmla="*/ 683603 h 831143"/>
                <a:gd name="connsiteX1838" fmla="*/ 537703 w 1542615"/>
                <a:gd name="connsiteY1838" fmla="*/ 681964 h 831143"/>
                <a:gd name="connsiteX1839" fmla="*/ 537703 w 1542615"/>
                <a:gd name="connsiteY1839" fmla="*/ 681964 h 831143"/>
                <a:gd name="connsiteX1840" fmla="*/ 532785 w 1542615"/>
                <a:gd name="connsiteY1840" fmla="*/ 680325 h 831143"/>
                <a:gd name="connsiteX1841" fmla="*/ 529506 w 1542615"/>
                <a:gd name="connsiteY1841" fmla="*/ 678685 h 831143"/>
                <a:gd name="connsiteX1842" fmla="*/ 526227 w 1542615"/>
                <a:gd name="connsiteY1842" fmla="*/ 677046 h 831143"/>
                <a:gd name="connsiteX1843" fmla="*/ 521309 w 1542615"/>
                <a:gd name="connsiteY1843" fmla="*/ 678685 h 831143"/>
                <a:gd name="connsiteX1844" fmla="*/ 526227 w 1542615"/>
                <a:gd name="connsiteY1844" fmla="*/ 675407 h 831143"/>
                <a:gd name="connsiteX1845" fmla="*/ 529506 w 1542615"/>
                <a:gd name="connsiteY1845" fmla="*/ 677046 h 831143"/>
                <a:gd name="connsiteX1846" fmla="*/ 532785 w 1542615"/>
                <a:gd name="connsiteY1846" fmla="*/ 678685 h 831143"/>
                <a:gd name="connsiteX1847" fmla="*/ 537703 w 1542615"/>
                <a:gd name="connsiteY1847" fmla="*/ 678685 h 831143"/>
                <a:gd name="connsiteX1848" fmla="*/ 540981 w 1542615"/>
                <a:gd name="connsiteY1848" fmla="*/ 680325 h 831143"/>
                <a:gd name="connsiteX1849" fmla="*/ 544260 w 1542615"/>
                <a:gd name="connsiteY1849" fmla="*/ 680325 h 831143"/>
                <a:gd name="connsiteX1850" fmla="*/ 549178 w 1542615"/>
                <a:gd name="connsiteY1850" fmla="*/ 680325 h 831143"/>
                <a:gd name="connsiteX1851" fmla="*/ 552456 w 1542615"/>
                <a:gd name="connsiteY1851" fmla="*/ 680325 h 831143"/>
                <a:gd name="connsiteX1852" fmla="*/ 552456 w 1542615"/>
                <a:gd name="connsiteY1852" fmla="*/ 677046 h 831143"/>
                <a:gd name="connsiteX1853" fmla="*/ 554096 w 1542615"/>
                <a:gd name="connsiteY1853" fmla="*/ 673767 h 831143"/>
                <a:gd name="connsiteX1854" fmla="*/ 549178 w 1542615"/>
                <a:gd name="connsiteY1854" fmla="*/ 670489 h 831143"/>
                <a:gd name="connsiteX1855" fmla="*/ 554096 w 1542615"/>
                <a:gd name="connsiteY1855" fmla="*/ 670489 h 831143"/>
                <a:gd name="connsiteX1856" fmla="*/ 557375 w 1542615"/>
                <a:gd name="connsiteY1856" fmla="*/ 665571 h 831143"/>
                <a:gd name="connsiteX1857" fmla="*/ 555735 w 1542615"/>
                <a:gd name="connsiteY1857" fmla="*/ 662292 h 831143"/>
                <a:gd name="connsiteX1858" fmla="*/ 550817 w 1542615"/>
                <a:gd name="connsiteY1858" fmla="*/ 662292 h 831143"/>
                <a:gd name="connsiteX1859" fmla="*/ 547539 w 1542615"/>
                <a:gd name="connsiteY1859" fmla="*/ 662292 h 831143"/>
                <a:gd name="connsiteX1860" fmla="*/ 544260 w 1542615"/>
                <a:gd name="connsiteY1860" fmla="*/ 662292 h 831143"/>
                <a:gd name="connsiteX1861" fmla="*/ 539342 w 1542615"/>
                <a:gd name="connsiteY1861" fmla="*/ 662292 h 831143"/>
                <a:gd name="connsiteX1862" fmla="*/ 536063 w 1542615"/>
                <a:gd name="connsiteY1862" fmla="*/ 662292 h 831143"/>
                <a:gd name="connsiteX1863" fmla="*/ 532785 w 1542615"/>
                <a:gd name="connsiteY1863" fmla="*/ 659013 h 831143"/>
                <a:gd name="connsiteX1864" fmla="*/ 536063 w 1542615"/>
                <a:gd name="connsiteY1864" fmla="*/ 655735 h 831143"/>
                <a:gd name="connsiteX1865" fmla="*/ 539342 w 1542615"/>
                <a:gd name="connsiteY1865" fmla="*/ 655735 h 831143"/>
                <a:gd name="connsiteX1866" fmla="*/ 544260 w 1542615"/>
                <a:gd name="connsiteY1866" fmla="*/ 655735 h 831143"/>
                <a:gd name="connsiteX1867" fmla="*/ 547539 w 1542615"/>
                <a:gd name="connsiteY1867" fmla="*/ 655735 h 831143"/>
                <a:gd name="connsiteX1868" fmla="*/ 552456 w 1542615"/>
                <a:gd name="connsiteY1868" fmla="*/ 655735 h 831143"/>
                <a:gd name="connsiteX1869" fmla="*/ 555735 w 1542615"/>
                <a:gd name="connsiteY1869" fmla="*/ 654095 h 831143"/>
                <a:gd name="connsiteX1870" fmla="*/ 559014 w 1542615"/>
                <a:gd name="connsiteY1870" fmla="*/ 654095 h 831143"/>
                <a:gd name="connsiteX1871" fmla="*/ 562293 w 1542615"/>
                <a:gd name="connsiteY1871" fmla="*/ 655735 h 831143"/>
                <a:gd name="connsiteX1872" fmla="*/ 567210 w 1542615"/>
                <a:gd name="connsiteY1872" fmla="*/ 655735 h 831143"/>
                <a:gd name="connsiteX1873" fmla="*/ 565571 w 1542615"/>
                <a:gd name="connsiteY1873" fmla="*/ 650817 h 831143"/>
                <a:gd name="connsiteX1874" fmla="*/ 562293 w 1542615"/>
                <a:gd name="connsiteY1874" fmla="*/ 650817 h 831143"/>
                <a:gd name="connsiteX1875" fmla="*/ 563932 w 1542615"/>
                <a:gd name="connsiteY1875" fmla="*/ 645899 h 831143"/>
                <a:gd name="connsiteX1876" fmla="*/ 565571 w 1542615"/>
                <a:gd name="connsiteY1876" fmla="*/ 642620 h 831143"/>
                <a:gd name="connsiteX1877" fmla="*/ 562293 w 1542615"/>
                <a:gd name="connsiteY1877" fmla="*/ 639341 h 831143"/>
                <a:gd name="connsiteX1878" fmla="*/ 557375 w 1542615"/>
                <a:gd name="connsiteY1878" fmla="*/ 636063 h 831143"/>
                <a:gd name="connsiteX1879" fmla="*/ 555735 w 1542615"/>
                <a:gd name="connsiteY1879" fmla="*/ 632784 h 831143"/>
                <a:gd name="connsiteX1880" fmla="*/ 559014 w 1542615"/>
                <a:gd name="connsiteY1880" fmla="*/ 631145 h 831143"/>
                <a:gd name="connsiteX1881" fmla="*/ 559014 w 1542615"/>
                <a:gd name="connsiteY1881" fmla="*/ 627866 h 831143"/>
                <a:gd name="connsiteX1882" fmla="*/ 562293 w 1542615"/>
                <a:gd name="connsiteY1882" fmla="*/ 626227 h 831143"/>
                <a:gd name="connsiteX1883" fmla="*/ 565571 w 1542615"/>
                <a:gd name="connsiteY1883" fmla="*/ 626227 h 831143"/>
                <a:gd name="connsiteX1884" fmla="*/ 568850 w 1542615"/>
                <a:gd name="connsiteY1884" fmla="*/ 626227 h 831143"/>
                <a:gd name="connsiteX1885" fmla="*/ 573768 w 1542615"/>
                <a:gd name="connsiteY1885" fmla="*/ 624587 h 831143"/>
                <a:gd name="connsiteX1886" fmla="*/ 577047 w 1542615"/>
                <a:gd name="connsiteY1886" fmla="*/ 627866 h 831143"/>
                <a:gd name="connsiteX1887" fmla="*/ 580325 w 1542615"/>
                <a:gd name="connsiteY1887" fmla="*/ 629505 h 831143"/>
                <a:gd name="connsiteX1888" fmla="*/ 583604 w 1542615"/>
                <a:gd name="connsiteY1888" fmla="*/ 627866 h 831143"/>
                <a:gd name="connsiteX1889" fmla="*/ 588522 w 1542615"/>
                <a:gd name="connsiteY1889" fmla="*/ 626227 h 831143"/>
                <a:gd name="connsiteX1890" fmla="*/ 590162 w 1542615"/>
                <a:gd name="connsiteY1890" fmla="*/ 626227 h 831143"/>
                <a:gd name="connsiteX1891" fmla="*/ 590162 w 1542615"/>
                <a:gd name="connsiteY1891" fmla="*/ 624587 h 831143"/>
                <a:gd name="connsiteX1892" fmla="*/ 586883 w 1542615"/>
                <a:gd name="connsiteY1892" fmla="*/ 624587 h 831143"/>
                <a:gd name="connsiteX1893" fmla="*/ 590162 w 1542615"/>
                <a:gd name="connsiteY1893" fmla="*/ 624587 h 831143"/>
                <a:gd name="connsiteX1894" fmla="*/ 591800 w 1542615"/>
                <a:gd name="connsiteY1894" fmla="*/ 622948 h 831143"/>
                <a:gd name="connsiteX1895" fmla="*/ 591800 w 1542615"/>
                <a:gd name="connsiteY1895" fmla="*/ 621309 h 831143"/>
                <a:gd name="connsiteX1896" fmla="*/ 595079 w 1542615"/>
                <a:gd name="connsiteY1896" fmla="*/ 619669 h 831143"/>
                <a:gd name="connsiteX1897" fmla="*/ 599997 w 1542615"/>
                <a:gd name="connsiteY1897" fmla="*/ 619669 h 831143"/>
                <a:gd name="connsiteX1898" fmla="*/ 596719 w 1542615"/>
                <a:gd name="connsiteY1898" fmla="*/ 616391 h 831143"/>
                <a:gd name="connsiteX1899" fmla="*/ 599997 w 1542615"/>
                <a:gd name="connsiteY1899" fmla="*/ 614751 h 831143"/>
                <a:gd name="connsiteX1900" fmla="*/ 596719 w 1542615"/>
                <a:gd name="connsiteY1900" fmla="*/ 613112 h 831143"/>
                <a:gd name="connsiteX1901" fmla="*/ 595079 w 1542615"/>
                <a:gd name="connsiteY1901" fmla="*/ 613112 h 831143"/>
                <a:gd name="connsiteX1902" fmla="*/ 591800 w 1542615"/>
                <a:gd name="connsiteY1902" fmla="*/ 611473 h 831143"/>
                <a:gd name="connsiteX1903" fmla="*/ 593440 w 1542615"/>
                <a:gd name="connsiteY1903" fmla="*/ 608194 h 831143"/>
                <a:gd name="connsiteX1904" fmla="*/ 596719 w 1542615"/>
                <a:gd name="connsiteY1904" fmla="*/ 608194 h 831143"/>
                <a:gd name="connsiteX1905" fmla="*/ 596719 w 1542615"/>
                <a:gd name="connsiteY1905" fmla="*/ 608194 h 831143"/>
                <a:gd name="connsiteX1906" fmla="*/ 601637 w 1542615"/>
                <a:gd name="connsiteY1906" fmla="*/ 609833 h 831143"/>
                <a:gd name="connsiteX1907" fmla="*/ 603276 w 1542615"/>
                <a:gd name="connsiteY1907" fmla="*/ 606555 h 831143"/>
                <a:gd name="connsiteX1908" fmla="*/ 608194 w 1542615"/>
                <a:gd name="connsiteY1908" fmla="*/ 603276 h 831143"/>
                <a:gd name="connsiteX1909" fmla="*/ 611473 w 1542615"/>
                <a:gd name="connsiteY1909" fmla="*/ 604915 h 831143"/>
                <a:gd name="connsiteX1910" fmla="*/ 613112 w 1542615"/>
                <a:gd name="connsiteY1910" fmla="*/ 608194 h 831143"/>
                <a:gd name="connsiteX1911" fmla="*/ 616390 w 1542615"/>
                <a:gd name="connsiteY1911" fmla="*/ 608194 h 831143"/>
                <a:gd name="connsiteX1912" fmla="*/ 621309 w 1542615"/>
                <a:gd name="connsiteY1912" fmla="*/ 604915 h 831143"/>
                <a:gd name="connsiteX1913" fmla="*/ 619669 w 1542615"/>
                <a:gd name="connsiteY1913" fmla="*/ 601637 h 831143"/>
                <a:gd name="connsiteX1914" fmla="*/ 622948 w 1542615"/>
                <a:gd name="connsiteY1914" fmla="*/ 603276 h 831143"/>
                <a:gd name="connsiteX1915" fmla="*/ 627866 w 1542615"/>
                <a:gd name="connsiteY1915" fmla="*/ 606555 h 831143"/>
                <a:gd name="connsiteX1916" fmla="*/ 631145 w 1542615"/>
                <a:gd name="connsiteY1916" fmla="*/ 606555 h 831143"/>
                <a:gd name="connsiteX1917" fmla="*/ 634423 w 1542615"/>
                <a:gd name="connsiteY1917" fmla="*/ 606555 h 831143"/>
                <a:gd name="connsiteX1918" fmla="*/ 637702 w 1542615"/>
                <a:gd name="connsiteY1918" fmla="*/ 606555 h 831143"/>
                <a:gd name="connsiteX1919" fmla="*/ 634423 w 1542615"/>
                <a:gd name="connsiteY1919" fmla="*/ 603276 h 831143"/>
                <a:gd name="connsiteX1920" fmla="*/ 639342 w 1542615"/>
                <a:gd name="connsiteY1920" fmla="*/ 603276 h 831143"/>
                <a:gd name="connsiteX1921" fmla="*/ 642620 w 1542615"/>
                <a:gd name="connsiteY1921" fmla="*/ 603276 h 831143"/>
                <a:gd name="connsiteX1922" fmla="*/ 640981 w 1542615"/>
                <a:gd name="connsiteY1922" fmla="*/ 606555 h 831143"/>
                <a:gd name="connsiteX1923" fmla="*/ 645899 w 1542615"/>
                <a:gd name="connsiteY1923" fmla="*/ 603276 h 831143"/>
                <a:gd name="connsiteX1924" fmla="*/ 649177 w 1542615"/>
                <a:gd name="connsiteY1924" fmla="*/ 604915 h 831143"/>
                <a:gd name="connsiteX1925" fmla="*/ 652456 w 1542615"/>
                <a:gd name="connsiteY1925" fmla="*/ 601637 h 831143"/>
                <a:gd name="connsiteX1926" fmla="*/ 655735 w 1542615"/>
                <a:gd name="connsiteY1926" fmla="*/ 598358 h 831143"/>
                <a:gd name="connsiteX1927" fmla="*/ 650817 w 1542615"/>
                <a:gd name="connsiteY1927" fmla="*/ 596719 h 831143"/>
                <a:gd name="connsiteX1928" fmla="*/ 647538 w 1542615"/>
                <a:gd name="connsiteY1928" fmla="*/ 593440 h 831143"/>
                <a:gd name="connsiteX1929" fmla="*/ 649177 w 1542615"/>
                <a:gd name="connsiteY1929" fmla="*/ 590161 h 831143"/>
                <a:gd name="connsiteX1930" fmla="*/ 650817 w 1542615"/>
                <a:gd name="connsiteY1930" fmla="*/ 593440 h 831143"/>
                <a:gd name="connsiteX1931" fmla="*/ 655735 w 1542615"/>
                <a:gd name="connsiteY1931" fmla="*/ 595079 h 831143"/>
                <a:gd name="connsiteX1932" fmla="*/ 659013 w 1542615"/>
                <a:gd name="connsiteY1932" fmla="*/ 593440 h 831143"/>
                <a:gd name="connsiteX1933" fmla="*/ 662292 w 1542615"/>
                <a:gd name="connsiteY1933" fmla="*/ 590161 h 831143"/>
                <a:gd name="connsiteX1934" fmla="*/ 662292 w 1542615"/>
                <a:gd name="connsiteY1934" fmla="*/ 586883 h 831143"/>
                <a:gd name="connsiteX1935" fmla="*/ 665571 w 1542615"/>
                <a:gd name="connsiteY1935" fmla="*/ 585243 h 831143"/>
                <a:gd name="connsiteX1936" fmla="*/ 667210 w 1542615"/>
                <a:gd name="connsiteY1936" fmla="*/ 581965 h 831143"/>
                <a:gd name="connsiteX1937" fmla="*/ 672128 w 1542615"/>
                <a:gd name="connsiteY1937" fmla="*/ 578686 h 831143"/>
                <a:gd name="connsiteX1938" fmla="*/ 667210 w 1542615"/>
                <a:gd name="connsiteY1938" fmla="*/ 578686 h 831143"/>
                <a:gd name="connsiteX1939" fmla="*/ 663932 w 1542615"/>
                <a:gd name="connsiteY1939" fmla="*/ 575407 h 831143"/>
                <a:gd name="connsiteX1940" fmla="*/ 667210 w 1542615"/>
                <a:gd name="connsiteY1940" fmla="*/ 575407 h 831143"/>
                <a:gd name="connsiteX1941" fmla="*/ 672128 w 1542615"/>
                <a:gd name="connsiteY1941" fmla="*/ 577046 h 831143"/>
                <a:gd name="connsiteX1942" fmla="*/ 675407 w 1542615"/>
                <a:gd name="connsiteY1942" fmla="*/ 577046 h 831143"/>
                <a:gd name="connsiteX1943" fmla="*/ 678686 w 1542615"/>
                <a:gd name="connsiteY1943" fmla="*/ 578686 h 831143"/>
                <a:gd name="connsiteX1944" fmla="*/ 678686 w 1542615"/>
                <a:gd name="connsiteY1944" fmla="*/ 578686 h 831143"/>
                <a:gd name="connsiteX1945" fmla="*/ 683603 w 1542615"/>
                <a:gd name="connsiteY1945" fmla="*/ 577046 h 831143"/>
                <a:gd name="connsiteX1946" fmla="*/ 686882 w 1542615"/>
                <a:gd name="connsiteY1946" fmla="*/ 578686 h 831143"/>
                <a:gd name="connsiteX1947" fmla="*/ 690161 w 1542615"/>
                <a:gd name="connsiteY1947" fmla="*/ 578686 h 831143"/>
                <a:gd name="connsiteX1948" fmla="*/ 686882 w 1542615"/>
                <a:gd name="connsiteY1948" fmla="*/ 578686 h 831143"/>
                <a:gd name="connsiteX1949" fmla="*/ 683603 w 1542615"/>
                <a:gd name="connsiteY1949" fmla="*/ 581965 h 831143"/>
                <a:gd name="connsiteX1950" fmla="*/ 678686 w 1542615"/>
                <a:gd name="connsiteY1950" fmla="*/ 583604 h 831143"/>
                <a:gd name="connsiteX1951" fmla="*/ 675407 w 1542615"/>
                <a:gd name="connsiteY1951" fmla="*/ 586883 h 831143"/>
                <a:gd name="connsiteX1952" fmla="*/ 672128 w 1542615"/>
                <a:gd name="connsiteY1952" fmla="*/ 588522 h 831143"/>
                <a:gd name="connsiteX1953" fmla="*/ 667210 w 1542615"/>
                <a:gd name="connsiteY1953" fmla="*/ 590161 h 831143"/>
                <a:gd name="connsiteX1954" fmla="*/ 667210 w 1542615"/>
                <a:gd name="connsiteY1954" fmla="*/ 595079 h 831143"/>
                <a:gd name="connsiteX1955" fmla="*/ 670489 w 1542615"/>
                <a:gd name="connsiteY1955" fmla="*/ 593440 h 831143"/>
                <a:gd name="connsiteX1956" fmla="*/ 673767 w 1542615"/>
                <a:gd name="connsiteY1956" fmla="*/ 595079 h 831143"/>
                <a:gd name="connsiteX1957" fmla="*/ 677046 w 1542615"/>
                <a:gd name="connsiteY1957" fmla="*/ 596719 h 831143"/>
                <a:gd name="connsiteX1958" fmla="*/ 681964 w 1542615"/>
                <a:gd name="connsiteY1958" fmla="*/ 596719 h 831143"/>
                <a:gd name="connsiteX1959" fmla="*/ 685243 w 1542615"/>
                <a:gd name="connsiteY1959" fmla="*/ 596719 h 831143"/>
                <a:gd name="connsiteX1960" fmla="*/ 685243 w 1542615"/>
                <a:gd name="connsiteY1960" fmla="*/ 593440 h 831143"/>
                <a:gd name="connsiteX1961" fmla="*/ 686882 w 1542615"/>
                <a:gd name="connsiteY1961" fmla="*/ 590161 h 831143"/>
                <a:gd name="connsiteX1962" fmla="*/ 690161 w 1542615"/>
                <a:gd name="connsiteY1962" fmla="*/ 590161 h 831143"/>
                <a:gd name="connsiteX1963" fmla="*/ 686882 w 1542615"/>
                <a:gd name="connsiteY1963" fmla="*/ 593440 h 831143"/>
                <a:gd name="connsiteX1964" fmla="*/ 688522 w 1542615"/>
                <a:gd name="connsiteY1964" fmla="*/ 596719 h 831143"/>
                <a:gd name="connsiteX1965" fmla="*/ 693440 w 1542615"/>
                <a:gd name="connsiteY1965" fmla="*/ 593440 h 831143"/>
                <a:gd name="connsiteX1966" fmla="*/ 696718 w 1542615"/>
                <a:gd name="connsiteY1966" fmla="*/ 593440 h 831143"/>
                <a:gd name="connsiteX1967" fmla="*/ 699997 w 1542615"/>
                <a:gd name="connsiteY1967" fmla="*/ 591801 h 831143"/>
                <a:gd name="connsiteX1968" fmla="*/ 703276 w 1542615"/>
                <a:gd name="connsiteY1968" fmla="*/ 591801 h 831143"/>
                <a:gd name="connsiteX1969" fmla="*/ 704915 w 1542615"/>
                <a:gd name="connsiteY1969" fmla="*/ 586883 h 831143"/>
                <a:gd name="connsiteX1970" fmla="*/ 708193 w 1542615"/>
                <a:gd name="connsiteY1970" fmla="*/ 590161 h 831143"/>
                <a:gd name="connsiteX1971" fmla="*/ 708193 w 1542615"/>
                <a:gd name="connsiteY1971" fmla="*/ 593440 h 831143"/>
                <a:gd name="connsiteX1972" fmla="*/ 711472 w 1542615"/>
                <a:gd name="connsiteY1972" fmla="*/ 593440 h 831143"/>
                <a:gd name="connsiteX1973" fmla="*/ 716390 w 1542615"/>
                <a:gd name="connsiteY1973" fmla="*/ 593440 h 831143"/>
                <a:gd name="connsiteX1974" fmla="*/ 719669 w 1542615"/>
                <a:gd name="connsiteY1974" fmla="*/ 591801 h 831143"/>
                <a:gd name="connsiteX1975" fmla="*/ 722947 w 1542615"/>
                <a:gd name="connsiteY1975" fmla="*/ 588522 h 831143"/>
                <a:gd name="connsiteX1976" fmla="*/ 726226 w 1542615"/>
                <a:gd name="connsiteY1976" fmla="*/ 585243 h 831143"/>
                <a:gd name="connsiteX1977" fmla="*/ 731144 w 1542615"/>
                <a:gd name="connsiteY1977" fmla="*/ 586883 h 831143"/>
                <a:gd name="connsiteX1978" fmla="*/ 734423 w 1542615"/>
                <a:gd name="connsiteY1978" fmla="*/ 585243 h 831143"/>
                <a:gd name="connsiteX1979" fmla="*/ 732784 w 1542615"/>
                <a:gd name="connsiteY1979" fmla="*/ 581965 h 831143"/>
                <a:gd name="connsiteX1980" fmla="*/ 734423 w 1542615"/>
                <a:gd name="connsiteY1980" fmla="*/ 578686 h 831143"/>
                <a:gd name="connsiteX1981" fmla="*/ 729505 w 1542615"/>
                <a:gd name="connsiteY1981" fmla="*/ 575407 h 831143"/>
                <a:gd name="connsiteX1982" fmla="*/ 734423 w 1542615"/>
                <a:gd name="connsiteY1982" fmla="*/ 573768 h 831143"/>
                <a:gd name="connsiteX1983" fmla="*/ 734423 w 1542615"/>
                <a:gd name="connsiteY1983" fmla="*/ 577046 h 831143"/>
                <a:gd name="connsiteX1984" fmla="*/ 739341 w 1542615"/>
                <a:gd name="connsiteY1984" fmla="*/ 580325 h 831143"/>
                <a:gd name="connsiteX1985" fmla="*/ 742620 w 1542615"/>
                <a:gd name="connsiteY1985" fmla="*/ 580325 h 831143"/>
                <a:gd name="connsiteX1986" fmla="*/ 745898 w 1542615"/>
                <a:gd name="connsiteY1986" fmla="*/ 581965 h 831143"/>
                <a:gd name="connsiteX1987" fmla="*/ 749177 w 1542615"/>
                <a:gd name="connsiteY1987" fmla="*/ 581965 h 831143"/>
                <a:gd name="connsiteX1988" fmla="*/ 747537 w 1542615"/>
                <a:gd name="connsiteY1988" fmla="*/ 578686 h 831143"/>
                <a:gd name="connsiteX1989" fmla="*/ 750816 w 1542615"/>
                <a:gd name="connsiteY1989" fmla="*/ 575407 h 831143"/>
                <a:gd name="connsiteX1990" fmla="*/ 750816 w 1542615"/>
                <a:gd name="connsiteY1990" fmla="*/ 578686 h 831143"/>
                <a:gd name="connsiteX1991" fmla="*/ 755734 w 1542615"/>
                <a:gd name="connsiteY1991" fmla="*/ 578686 h 831143"/>
                <a:gd name="connsiteX1992" fmla="*/ 759013 w 1542615"/>
                <a:gd name="connsiteY1992" fmla="*/ 577046 h 831143"/>
                <a:gd name="connsiteX1993" fmla="*/ 762292 w 1542615"/>
                <a:gd name="connsiteY1993" fmla="*/ 575407 h 831143"/>
                <a:gd name="connsiteX1994" fmla="*/ 767210 w 1542615"/>
                <a:gd name="connsiteY1994" fmla="*/ 573768 h 831143"/>
                <a:gd name="connsiteX1995" fmla="*/ 770489 w 1542615"/>
                <a:gd name="connsiteY1995" fmla="*/ 570489 h 831143"/>
                <a:gd name="connsiteX1996" fmla="*/ 773767 w 1542615"/>
                <a:gd name="connsiteY1996" fmla="*/ 570489 h 831143"/>
                <a:gd name="connsiteX1997" fmla="*/ 772127 w 1542615"/>
                <a:gd name="connsiteY1997" fmla="*/ 565571 h 831143"/>
                <a:gd name="connsiteX1998" fmla="*/ 775406 w 1542615"/>
                <a:gd name="connsiteY1998" fmla="*/ 562293 h 831143"/>
                <a:gd name="connsiteX1999" fmla="*/ 775406 w 1542615"/>
                <a:gd name="connsiteY1999" fmla="*/ 565571 h 831143"/>
                <a:gd name="connsiteX2000" fmla="*/ 778685 w 1542615"/>
                <a:gd name="connsiteY2000" fmla="*/ 565571 h 831143"/>
                <a:gd name="connsiteX2001" fmla="*/ 777046 w 1542615"/>
                <a:gd name="connsiteY2001" fmla="*/ 568850 h 831143"/>
                <a:gd name="connsiteX2002" fmla="*/ 780324 w 1542615"/>
                <a:gd name="connsiteY2002" fmla="*/ 565571 h 831143"/>
                <a:gd name="connsiteX2003" fmla="*/ 785242 w 1542615"/>
                <a:gd name="connsiteY2003" fmla="*/ 563932 h 831143"/>
                <a:gd name="connsiteX2004" fmla="*/ 786882 w 1542615"/>
                <a:gd name="connsiteY2004" fmla="*/ 560653 h 831143"/>
                <a:gd name="connsiteX2005" fmla="*/ 790160 w 1542615"/>
                <a:gd name="connsiteY2005" fmla="*/ 562293 h 831143"/>
                <a:gd name="connsiteX2006" fmla="*/ 790160 w 1542615"/>
                <a:gd name="connsiteY2006" fmla="*/ 557374 h 831143"/>
                <a:gd name="connsiteX2007" fmla="*/ 791800 w 1542615"/>
                <a:gd name="connsiteY2007" fmla="*/ 554096 h 831143"/>
                <a:gd name="connsiteX2008" fmla="*/ 795079 w 1542615"/>
                <a:gd name="connsiteY2008" fmla="*/ 554096 h 831143"/>
                <a:gd name="connsiteX2009" fmla="*/ 793439 w 1542615"/>
                <a:gd name="connsiteY2009" fmla="*/ 552456 h 831143"/>
                <a:gd name="connsiteX2010" fmla="*/ 796718 w 1542615"/>
                <a:gd name="connsiteY2010" fmla="*/ 550817 h 831143"/>
                <a:gd name="connsiteX2011" fmla="*/ 799996 w 1542615"/>
                <a:gd name="connsiteY2011" fmla="*/ 550817 h 831143"/>
                <a:gd name="connsiteX2012" fmla="*/ 803275 w 1542615"/>
                <a:gd name="connsiteY2012" fmla="*/ 549178 h 831143"/>
                <a:gd name="connsiteX2013" fmla="*/ 806554 w 1542615"/>
                <a:gd name="connsiteY2013" fmla="*/ 547539 h 831143"/>
                <a:gd name="connsiteX2014" fmla="*/ 808193 w 1542615"/>
                <a:gd name="connsiteY2014" fmla="*/ 544260 h 831143"/>
                <a:gd name="connsiteX2015" fmla="*/ 811472 w 1542615"/>
                <a:gd name="connsiteY2015" fmla="*/ 542620 h 831143"/>
                <a:gd name="connsiteX2016" fmla="*/ 811472 w 1542615"/>
                <a:gd name="connsiteY2016" fmla="*/ 537703 h 831143"/>
                <a:gd name="connsiteX2017" fmla="*/ 814750 w 1542615"/>
                <a:gd name="connsiteY2017" fmla="*/ 539342 h 831143"/>
                <a:gd name="connsiteX2018" fmla="*/ 818029 w 1542615"/>
                <a:gd name="connsiteY2018" fmla="*/ 536063 h 831143"/>
                <a:gd name="connsiteX2019" fmla="*/ 818029 w 1542615"/>
                <a:gd name="connsiteY2019" fmla="*/ 531145 h 831143"/>
                <a:gd name="connsiteX2020" fmla="*/ 821308 w 1542615"/>
                <a:gd name="connsiteY2020" fmla="*/ 532784 h 831143"/>
                <a:gd name="connsiteX2021" fmla="*/ 824586 w 1542615"/>
                <a:gd name="connsiteY2021" fmla="*/ 529506 h 831143"/>
                <a:gd name="connsiteX2022" fmla="*/ 827865 w 1542615"/>
                <a:gd name="connsiteY2022" fmla="*/ 526227 h 831143"/>
                <a:gd name="connsiteX2023" fmla="*/ 831144 w 1542615"/>
                <a:gd name="connsiteY2023" fmla="*/ 526227 h 831143"/>
                <a:gd name="connsiteX2024" fmla="*/ 834423 w 1542615"/>
                <a:gd name="connsiteY2024" fmla="*/ 526227 h 831143"/>
                <a:gd name="connsiteX2025" fmla="*/ 837701 w 1542615"/>
                <a:gd name="connsiteY2025" fmla="*/ 524588 h 831143"/>
                <a:gd name="connsiteX2026" fmla="*/ 842619 w 1542615"/>
                <a:gd name="connsiteY2026" fmla="*/ 521309 h 831143"/>
                <a:gd name="connsiteX2027" fmla="*/ 845898 w 1542615"/>
                <a:gd name="connsiteY2027" fmla="*/ 519670 h 831143"/>
                <a:gd name="connsiteX2028" fmla="*/ 849177 w 1542615"/>
                <a:gd name="connsiteY2028" fmla="*/ 519670 h 831143"/>
                <a:gd name="connsiteX2029" fmla="*/ 852455 w 1542615"/>
                <a:gd name="connsiteY2029" fmla="*/ 519670 h 831143"/>
                <a:gd name="connsiteX2030" fmla="*/ 857373 w 1542615"/>
                <a:gd name="connsiteY2030" fmla="*/ 519670 h 831143"/>
                <a:gd name="connsiteX2031" fmla="*/ 859013 w 1542615"/>
                <a:gd name="connsiteY2031" fmla="*/ 516391 h 831143"/>
                <a:gd name="connsiteX2032" fmla="*/ 859013 w 1542615"/>
                <a:gd name="connsiteY2032" fmla="*/ 513112 h 831143"/>
                <a:gd name="connsiteX2033" fmla="*/ 863930 w 1542615"/>
                <a:gd name="connsiteY2033" fmla="*/ 513112 h 831143"/>
                <a:gd name="connsiteX2034" fmla="*/ 862291 w 1542615"/>
                <a:gd name="connsiteY2034" fmla="*/ 508194 h 831143"/>
                <a:gd name="connsiteX2035" fmla="*/ 857373 w 1542615"/>
                <a:gd name="connsiteY2035" fmla="*/ 508194 h 831143"/>
                <a:gd name="connsiteX2036" fmla="*/ 854094 w 1542615"/>
                <a:gd name="connsiteY2036" fmla="*/ 506555 h 831143"/>
                <a:gd name="connsiteX2037" fmla="*/ 857373 w 1542615"/>
                <a:gd name="connsiteY2037" fmla="*/ 506555 h 831143"/>
                <a:gd name="connsiteX2038" fmla="*/ 862291 w 1542615"/>
                <a:gd name="connsiteY2038" fmla="*/ 504916 h 831143"/>
                <a:gd name="connsiteX2039" fmla="*/ 857373 w 1542615"/>
                <a:gd name="connsiteY2039" fmla="*/ 501637 h 831143"/>
                <a:gd name="connsiteX2040" fmla="*/ 854094 w 1542615"/>
                <a:gd name="connsiteY2040" fmla="*/ 499998 h 831143"/>
                <a:gd name="connsiteX2041" fmla="*/ 854094 w 1542615"/>
                <a:gd name="connsiteY2041" fmla="*/ 495080 h 831143"/>
                <a:gd name="connsiteX2042" fmla="*/ 857373 w 1542615"/>
                <a:gd name="connsiteY2042" fmla="*/ 495080 h 831143"/>
                <a:gd name="connsiteX2043" fmla="*/ 859013 w 1542615"/>
                <a:gd name="connsiteY2043" fmla="*/ 491801 h 831143"/>
                <a:gd name="connsiteX2044" fmla="*/ 860652 w 1542615"/>
                <a:gd name="connsiteY2044" fmla="*/ 495080 h 831143"/>
                <a:gd name="connsiteX2045" fmla="*/ 860652 w 1542615"/>
                <a:gd name="connsiteY2045" fmla="*/ 498358 h 831143"/>
                <a:gd name="connsiteX2046" fmla="*/ 865570 w 1542615"/>
                <a:gd name="connsiteY2046" fmla="*/ 496719 h 831143"/>
                <a:gd name="connsiteX2047" fmla="*/ 865570 w 1542615"/>
                <a:gd name="connsiteY2047" fmla="*/ 501637 h 831143"/>
                <a:gd name="connsiteX2048" fmla="*/ 865570 w 1542615"/>
                <a:gd name="connsiteY2048" fmla="*/ 504916 h 831143"/>
                <a:gd name="connsiteX2049" fmla="*/ 870488 w 1542615"/>
                <a:gd name="connsiteY2049" fmla="*/ 504916 h 831143"/>
                <a:gd name="connsiteX2050" fmla="*/ 873767 w 1542615"/>
                <a:gd name="connsiteY2050" fmla="*/ 504916 h 831143"/>
                <a:gd name="connsiteX2051" fmla="*/ 877045 w 1542615"/>
                <a:gd name="connsiteY2051" fmla="*/ 506555 h 831143"/>
                <a:gd name="connsiteX2052" fmla="*/ 873767 w 1542615"/>
                <a:gd name="connsiteY2052" fmla="*/ 508194 h 831143"/>
                <a:gd name="connsiteX2053" fmla="*/ 873767 w 1542615"/>
                <a:gd name="connsiteY2053" fmla="*/ 511473 h 831143"/>
                <a:gd name="connsiteX2054" fmla="*/ 878684 w 1542615"/>
                <a:gd name="connsiteY2054" fmla="*/ 511473 h 831143"/>
                <a:gd name="connsiteX2055" fmla="*/ 881963 w 1542615"/>
                <a:gd name="connsiteY2055" fmla="*/ 509834 h 831143"/>
                <a:gd name="connsiteX2056" fmla="*/ 885242 w 1542615"/>
                <a:gd name="connsiteY2056" fmla="*/ 511473 h 831143"/>
                <a:gd name="connsiteX2057" fmla="*/ 890160 w 1542615"/>
                <a:gd name="connsiteY2057" fmla="*/ 511473 h 831143"/>
                <a:gd name="connsiteX2058" fmla="*/ 893439 w 1542615"/>
                <a:gd name="connsiteY2058" fmla="*/ 513112 h 831143"/>
                <a:gd name="connsiteX2059" fmla="*/ 896717 w 1542615"/>
                <a:gd name="connsiteY2059" fmla="*/ 511473 h 831143"/>
                <a:gd name="connsiteX2060" fmla="*/ 899996 w 1542615"/>
                <a:gd name="connsiteY2060" fmla="*/ 511473 h 831143"/>
                <a:gd name="connsiteX2061" fmla="*/ 904914 w 1542615"/>
                <a:gd name="connsiteY2061" fmla="*/ 511473 h 831143"/>
                <a:gd name="connsiteX2062" fmla="*/ 908193 w 1542615"/>
                <a:gd name="connsiteY2062" fmla="*/ 511473 h 831143"/>
                <a:gd name="connsiteX2063" fmla="*/ 904914 w 1542615"/>
                <a:gd name="connsiteY2063" fmla="*/ 506555 h 831143"/>
                <a:gd name="connsiteX2064" fmla="*/ 901635 w 1542615"/>
                <a:gd name="connsiteY2064" fmla="*/ 504916 h 831143"/>
                <a:gd name="connsiteX2065" fmla="*/ 904914 w 1542615"/>
                <a:gd name="connsiteY2065" fmla="*/ 504916 h 831143"/>
                <a:gd name="connsiteX2066" fmla="*/ 909832 w 1542615"/>
                <a:gd name="connsiteY2066" fmla="*/ 509834 h 831143"/>
                <a:gd name="connsiteX2067" fmla="*/ 913111 w 1542615"/>
                <a:gd name="connsiteY2067" fmla="*/ 511473 h 831143"/>
                <a:gd name="connsiteX2068" fmla="*/ 916389 w 1542615"/>
                <a:gd name="connsiteY2068" fmla="*/ 509834 h 831143"/>
                <a:gd name="connsiteX2069" fmla="*/ 921307 w 1542615"/>
                <a:gd name="connsiteY2069" fmla="*/ 509834 h 831143"/>
                <a:gd name="connsiteX2070" fmla="*/ 919668 w 1542615"/>
                <a:gd name="connsiteY2070" fmla="*/ 506555 h 831143"/>
                <a:gd name="connsiteX2071" fmla="*/ 914750 w 1542615"/>
                <a:gd name="connsiteY2071" fmla="*/ 504916 h 831143"/>
                <a:gd name="connsiteX2072" fmla="*/ 919668 w 1542615"/>
                <a:gd name="connsiteY2072" fmla="*/ 504916 h 831143"/>
                <a:gd name="connsiteX2073" fmla="*/ 922947 w 1542615"/>
                <a:gd name="connsiteY2073" fmla="*/ 504916 h 831143"/>
                <a:gd name="connsiteX2074" fmla="*/ 922947 w 1542615"/>
                <a:gd name="connsiteY2074" fmla="*/ 504916 h 831143"/>
                <a:gd name="connsiteX2075" fmla="*/ 924586 w 1542615"/>
                <a:gd name="connsiteY2075" fmla="*/ 501637 h 831143"/>
                <a:gd name="connsiteX2076" fmla="*/ 924586 w 1542615"/>
                <a:gd name="connsiteY2076" fmla="*/ 499998 h 831143"/>
                <a:gd name="connsiteX2077" fmla="*/ 924586 w 1542615"/>
                <a:gd name="connsiteY2077" fmla="*/ 499998 h 831143"/>
                <a:gd name="connsiteX2078" fmla="*/ 929504 w 1542615"/>
                <a:gd name="connsiteY2078" fmla="*/ 503276 h 831143"/>
                <a:gd name="connsiteX2079" fmla="*/ 932783 w 1542615"/>
                <a:gd name="connsiteY2079" fmla="*/ 504916 h 831143"/>
                <a:gd name="connsiteX2080" fmla="*/ 936061 w 1542615"/>
                <a:gd name="connsiteY2080" fmla="*/ 506555 h 831143"/>
                <a:gd name="connsiteX2081" fmla="*/ 940979 w 1542615"/>
                <a:gd name="connsiteY2081" fmla="*/ 504916 h 831143"/>
                <a:gd name="connsiteX2082" fmla="*/ 944258 w 1542615"/>
                <a:gd name="connsiteY2082" fmla="*/ 503276 h 831143"/>
                <a:gd name="connsiteX2083" fmla="*/ 947537 w 1542615"/>
                <a:gd name="connsiteY2083" fmla="*/ 503276 h 831143"/>
                <a:gd name="connsiteX2084" fmla="*/ 947537 w 1542615"/>
                <a:gd name="connsiteY2084" fmla="*/ 499998 h 831143"/>
                <a:gd name="connsiteX2085" fmla="*/ 952455 w 1542615"/>
                <a:gd name="connsiteY2085" fmla="*/ 501637 h 831143"/>
                <a:gd name="connsiteX2086" fmla="*/ 955733 w 1542615"/>
                <a:gd name="connsiteY2086" fmla="*/ 501637 h 831143"/>
                <a:gd name="connsiteX2087" fmla="*/ 959012 w 1542615"/>
                <a:gd name="connsiteY2087" fmla="*/ 501637 h 831143"/>
                <a:gd name="connsiteX2088" fmla="*/ 962291 w 1542615"/>
                <a:gd name="connsiteY2088" fmla="*/ 499998 h 831143"/>
                <a:gd name="connsiteX2089" fmla="*/ 967209 w 1542615"/>
                <a:gd name="connsiteY2089" fmla="*/ 499998 h 831143"/>
                <a:gd name="connsiteX2090" fmla="*/ 970487 w 1542615"/>
                <a:gd name="connsiteY2090" fmla="*/ 498358 h 831143"/>
                <a:gd name="connsiteX2091" fmla="*/ 973766 w 1542615"/>
                <a:gd name="connsiteY2091" fmla="*/ 495080 h 831143"/>
                <a:gd name="connsiteX2092" fmla="*/ 977045 w 1542615"/>
                <a:gd name="connsiteY2092" fmla="*/ 498358 h 831143"/>
                <a:gd name="connsiteX2093" fmla="*/ 981963 w 1542615"/>
                <a:gd name="connsiteY2093" fmla="*/ 496719 h 831143"/>
                <a:gd name="connsiteX2094" fmla="*/ 983602 w 1542615"/>
                <a:gd name="connsiteY2094" fmla="*/ 493440 h 831143"/>
                <a:gd name="connsiteX2095" fmla="*/ 986881 w 1542615"/>
                <a:gd name="connsiteY2095" fmla="*/ 496719 h 831143"/>
                <a:gd name="connsiteX2096" fmla="*/ 990160 w 1542615"/>
                <a:gd name="connsiteY2096" fmla="*/ 495080 h 831143"/>
                <a:gd name="connsiteX2097" fmla="*/ 995077 w 1542615"/>
                <a:gd name="connsiteY2097" fmla="*/ 493440 h 831143"/>
                <a:gd name="connsiteX2098" fmla="*/ 998356 w 1542615"/>
                <a:gd name="connsiteY2098" fmla="*/ 495080 h 831143"/>
                <a:gd name="connsiteX2099" fmla="*/ 1001635 w 1542615"/>
                <a:gd name="connsiteY2099" fmla="*/ 491801 h 831143"/>
                <a:gd name="connsiteX2100" fmla="*/ 1006553 w 1542615"/>
                <a:gd name="connsiteY2100" fmla="*/ 491801 h 831143"/>
                <a:gd name="connsiteX2101" fmla="*/ 1009831 w 1542615"/>
                <a:gd name="connsiteY2101" fmla="*/ 493440 h 831143"/>
                <a:gd name="connsiteX2102" fmla="*/ 1013110 w 1542615"/>
                <a:gd name="connsiteY2102" fmla="*/ 490162 h 831143"/>
                <a:gd name="connsiteX2103" fmla="*/ 1016389 w 1542615"/>
                <a:gd name="connsiteY2103" fmla="*/ 490162 h 831143"/>
                <a:gd name="connsiteX2104" fmla="*/ 1021307 w 1542615"/>
                <a:gd name="connsiteY2104" fmla="*/ 490162 h 831143"/>
                <a:gd name="connsiteX2105" fmla="*/ 1024586 w 1542615"/>
                <a:gd name="connsiteY2105" fmla="*/ 490162 h 831143"/>
                <a:gd name="connsiteX2106" fmla="*/ 1027864 w 1542615"/>
                <a:gd name="connsiteY2106" fmla="*/ 490162 h 831143"/>
                <a:gd name="connsiteX2107" fmla="*/ 1032782 w 1542615"/>
                <a:gd name="connsiteY2107" fmla="*/ 488522 h 831143"/>
                <a:gd name="connsiteX2108" fmla="*/ 1036061 w 1542615"/>
                <a:gd name="connsiteY2108" fmla="*/ 485244 h 831143"/>
                <a:gd name="connsiteX2109" fmla="*/ 1039340 w 1542615"/>
                <a:gd name="connsiteY2109" fmla="*/ 485244 h 831143"/>
                <a:gd name="connsiteX2110" fmla="*/ 1042618 w 1542615"/>
                <a:gd name="connsiteY2110" fmla="*/ 485244 h 831143"/>
                <a:gd name="connsiteX2111" fmla="*/ 1047536 w 1542615"/>
                <a:gd name="connsiteY2111" fmla="*/ 483604 h 831143"/>
                <a:gd name="connsiteX2112" fmla="*/ 1050815 w 1542615"/>
                <a:gd name="connsiteY2112" fmla="*/ 481965 h 831143"/>
                <a:gd name="connsiteX2113" fmla="*/ 1054094 w 1542615"/>
                <a:gd name="connsiteY2113" fmla="*/ 478686 h 831143"/>
                <a:gd name="connsiteX2114" fmla="*/ 1059011 w 1542615"/>
                <a:gd name="connsiteY2114" fmla="*/ 477047 h 831143"/>
                <a:gd name="connsiteX2115" fmla="*/ 1054094 w 1542615"/>
                <a:gd name="connsiteY2115" fmla="*/ 477047 h 831143"/>
                <a:gd name="connsiteX2116" fmla="*/ 1059011 w 1542615"/>
                <a:gd name="connsiteY2116" fmla="*/ 473768 h 831143"/>
                <a:gd name="connsiteX2117" fmla="*/ 1062290 w 1542615"/>
                <a:gd name="connsiteY2117" fmla="*/ 475408 h 831143"/>
                <a:gd name="connsiteX2118" fmla="*/ 1065569 w 1542615"/>
                <a:gd name="connsiteY2118" fmla="*/ 475408 h 831143"/>
                <a:gd name="connsiteX2119" fmla="*/ 1065569 w 1542615"/>
                <a:gd name="connsiteY2119" fmla="*/ 472129 h 831143"/>
                <a:gd name="connsiteX2120" fmla="*/ 1068848 w 1542615"/>
                <a:gd name="connsiteY2120" fmla="*/ 473768 h 831143"/>
                <a:gd name="connsiteX2121" fmla="*/ 1072126 w 1542615"/>
                <a:gd name="connsiteY2121" fmla="*/ 472129 h 831143"/>
                <a:gd name="connsiteX2122" fmla="*/ 1073766 w 1542615"/>
                <a:gd name="connsiteY2122" fmla="*/ 468850 h 831143"/>
                <a:gd name="connsiteX2123" fmla="*/ 1070487 w 1542615"/>
                <a:gd name="connsiteY2123" fmla="*/ 468850 h 831143"/>
                <a:gd name="connsiteX2124" fmla="*/ 1073766 w 1542615"/>
                <a:gd name="connsiteY2124" fmla="*/ 465572 h 831143"/>
                <a:gd name="connsiteX2125" fmla="*/ 1078684 w 1542615"/>
                <a:gd name="connsiteY2125" fmla="*/ 467211 h 831143"/>
                <a:gd name="connsiteX2126" fmla="*/ 1081963 w 1542615"/>
                <a:gd name="connsiteY2126" fmla="*/ 468850 h 831143"/>
                <a:gd name="connsiteX2127" fmla="*/ 1085241 w 1542615"/>
                <a:gd name="connsiteY2127" fmla="*/ 467211 h 831143"/>
                <a:gd name="connsiteX2128" fmla="*/ 1081963 w 1542615"/>
                <a:gd name="connsiteY2128" fmla="*/ 465572 h 831143"/>
                <a:gd name="connsiteX2129" fmla="*/ 1086880 w 1542615"/>
                <a:gd name="connsiteY2129" fmla="*/ 465572 h 831143"/>
                <a:gd name="connsiteX2130" fmla="*/ 1083601 w 1542615"/>
                <a:gd name="connsiteY2130" fmla="*/ 462293 h 831143"/>
                <a:gd name="connsiteX2131" fmla="*/ 1088520 w 1542615"/>
                <a:gd name="connsiteY2131" fmla="*/ 462293 h 831143"/>
                <a:gd name="connsiteX2132" fmla="*/ 1091798 w 1542615"/>
                <a:gd name="connsiteY2132" fmla="*/ 463932 h 831143"/>
                <a:gd name="connsiteX2133" fmla="*/ 1095077 w 1542615"/>
                <a:gd name="connsiteY2133" fmla="*/ 460654 h 831143"/>
                <a:gd name="connsiteX2134" fmla="*/ 1098356 w 1542615"/>
                <a:gd name="connsiteY2134" fmla="*/ 460654 h 831143"/>
                <a:gd name="connsiteX2135" fmla="*/ 1101634 w 1542615"/>
                <a:gd name="connsiteY2135" fmla="*/ 462293 h 831143"/>
                <a:gd name="connsiteX2136" fmla="*/ 1103274 w 1542615"/>
                <a:gd name="connsiteY2136" fmla="*/ 457375 h 831143"/>
                <a:gd name="connsiteX2137" fmla="*/ 1099995 w 1542615"/>
                <a:gd name="connsiteY2137" fmla="*/ 455736 h 831143"/>
                <a:gd name="connsiteX2138" fmla="*/ 1103274 w 1542615"/>
                <a:gd name="connsiteY2138" fmla="*/ 455736 h 831143"/>
                <a:gd name="connsiteX2139" fmla="*/ 1106553 w 1542615"/>
                <a:gd name="connsiteY2139" fmla="*/ 455736 h 831143"/>
                <a:gd name="connsiteX2140" fmla="*/ 1111470 w 1542615"/>
                <a:gd name="connsiteY2140" fmla="*/ 459014 h 831143"/>
                <a:gd name="connsiteX2141" fmla="*/ 1114749 w 1542615"/>
                <a:gd name="connsiteY2141" fmla="*/ 457375 h 831143"/>
                <a:gd name="connsiteX2142" fmla="*/ 1118028 w 1542615"/>
                <a:gd name="connsiteY2142" fmla="*/ 454096 h 831143"/>
                <a:gd name="connsiteX2143" fmla="*/ 1116388 w 1542615"/>
                <a:gd name="connsiteY2143" fmla="*/ 450818 h 831143"/>
                <a:gd name="connsiteX2144" fmla="*/ 1111470 w 1542615"/>
                <a:gd name="connsiteY2144" fmla="*/ 449178 h 831143"/>
                <a:gd name="connsiteX2145" fmla="*/ 1116388 w 1542615"/>
                <a:gd name="connsiteY2145" fmla="*/ 449178 h 831143"/>
                <a:gd name="connsiteX2146" fmla="*/ 1119667 w 1542615"/>
                <a:gd name="connsiteY2146" fmla="*/ 450818 h 831143"/>
                <a:gd name="connsiteX2147" fmla="*/ 1124585 w 1542615"/>
                <a:gd name="connsiteY2147" fmla="*/ 449178 h 831143"/>
                <a:gd name="connsiteX2148" fmla="*/ 1127864 w 1542615"/>
                <a:gd name="connsiteY2148" fmla="*/ 449178 h 831143"/>
                <a:gd name="connsiteX2149" fmla="*/ 1127864 w 1542615"/>
                <a:gd name="connsiteY2149" fmla="*/ 445900 h 831143"/>
                <a:gd name="connsiteX2150" fmla="*/ 1131143 w 1542615"/>
                <a:gd name="connsiteY2150" fmla="*/ 447539 h 831143"/>
                <a:gd name="connsiteX2151" fmla="*/ 1134421 w 1542615"/>
                <a:gd name="connsiteY2151" fmla="*/ 449178 h 831143"/>
                <a:gd name="connsiteX2152" fmla="*/ 1139339 w 1542615"/>
                <a:gd name="connsiteY2152" fmla="*/ 447539 h 831143"/>
                <a:gd name="connsiteX2153" fmla="*/ 1134421 w 1542615"/>
                <a:gd name="connsiteY2153" fmla="*/ 445900 h 831143"/>
                <a:gd name="connsiteX2154" fmla="*/ 1131143 w 1542615"/>
                <a:gd name="connsiteY2154" fmla="*/ 445900 h 831143"/>
                <a:gd name="connsiteX2155" fmla="*/ 1134421 w 1542615"/>
                <a:gd name="connsiteY2155" fmla="*/ 444260 h 831143"/>
                <a:gd name="connsiteX2156" fmla="*/ 1139339 w 1542615"/>
                <a:gd name="connsiteY2156" fmla="*/ 442621 h 831143"/>
                <a:gd name="connsiteX2157" fmla="*/ 1142618 w 1542615"/>
                <a:gd name="connsiteY2157" fmla="*/ 444260 h 831143"/>
                <a:gd name="connsiteX2158" fmla="*/ 1145897 w 1542615"/>
                <a:gd name="connsiteY2158" fmla="*/ 442621 h 831143"/>
                <a:gd name="connsiteX2159" fmla="*/ 1150814 w 1542615"/>
                <a:gd name="connsiteY2159" fmla="*/ 442621 h 831143"/>
                <a:gd name="connsiteX2160" fmla="*/ 1154093 w 1542615"/>
                <a:gd name="connsiteY2160" fmla="*/ 439342 h 831143"/>
                <a:gd name="connsiteX2161" fmla="*/ 1155733 w 1542615"/>
                <a:gd name="connsiteY2161" fmla="*/ 439342 h 831143"/>
                <a:gd name="connsiteX2162" fmla="*/ 1159011 w 1542615"/>
                <a:gd name="connsiteY2162" fmla="*/ 439342 h 831143"/>
                <a:gd name="connsiteX2163" fmla="*/ 1162290 w 1542615"/>
                <a:gd name="connsiteY2163" fmla="*/ 437703 h 831143"/>
                <a:gd name="connsiteX2164" fmla="*/ 1159011 w 1542615"/>
                <a:gd name="connsiteY2164" fmla="*/ 436064 h 831143"/>
                <a:gd name="connsiteX2165" fmla="*/ 1154093 w 1542615"/>
                <a:gd name="connsiteY2165" fmla="*/ 436064 h 831143"/>
                <a:gd name="connsiteX2166" fmla="*/ 1150814 w 1542615"/>
                <a:gd name="connsiteY2166" fmla="*/ 436064 h 831143"/>
                <a:gd name="connsiteX2167" fmla="*/ 1147536 w 1542615"/>
                <a:gd name="connsiteY2167" fmla="*/ 437703 h 831143"/>
                <a:gd name="connsiteX2168" fmla="*/ 1142618 w 1542615"/>
                <a:gd name="connsiteY2168" fmla="*/ 437703 h 831143"/>
                <a:gd name="connsiteX2169" fmla="*/ 1139339 w 1542615"/>
                <a:gd name="connsiteY2169" fmla="*/ 436064 h 831143"/>
                <a:gd name="connsiteX2170" fmla="*/ 1134421 w 1542615"/>
                <a:gd name="connsiteY2170" fmla="*/ 436064 h 831143"/>
                <a:gd name="connsiteX2171" fmla="*/ 1131143 w 1542615"/>
                <a:gd name="connsiteY2171" fmla="*/ 436064 h 831143"/>
                <a:gd name="connsiteX2172" fmla="*/ 1127864 w 1542615"/>
                <a:gd name="connsiteY2172" fmla="*/ 436064 h 831143"/>
                <a:gd name="connsiteX2173" fmla="*/ 1122946 w 1542615"/>
                <a:gd name="connsiteY2173" fmla="*/ 436064 h 831143"/>
                <a:gd name="connsiteX2174" fmla="*/ 1119667 w 1542615"/>
                <a:gd name="connsiteY2174" fmla="*/ 434424 h 831143"/>
                <a:gd name="connsiteX2175" fmla="*/ 1116388 w 1542615"/>
                <a:gd name="connsiteY2175" fmla="*/ 434424 h 831143"/>
                <a:gd name="connsiteX2176" fmla="*/ 1111470 w 1542615"/>
                <a:gd name="connsiteY2176" fmla="*/ 432785 h 831143"/>
                <a:gd name="connsiteX2177" fmla="*/ 1108192 w 1542615"/>
                <a:gd name="connsiteY2177" fmla="*/ 432785 h 831143"/>
                <a:gd name="connsiteX2178" fmla="*/ 1104913 w 1542615"/>
                <a:gd name="connsiteY2178" fmla="*/ 431146 h 831143"/>
                <a:gd name="connsiteX2179" fmla="*/ 1101634 w 1542615"/>
                <a:gd name="connsiteY2179" fmla="*/ 431146 h 831143"/>
                <a:gd name="connsiteX2180" fmla="*/ 1096716 w 1542615"/>
                <a:gd name="connsiteY2180" fmla="*/ 429506 h 831143"/>
                <a:gd name="connsiteX2181" fmla="*/ 1093438 w 1542615"/>
                <a:gd name="connsiteY2181" fmla="*/ 427867 h 831143"/>
                <a:gd name="connsiteX2182" fmla="*/ 1090159 w 1542615"/>
                <a:gd name="connsiteY2182" fmla="*/ 427867 h 831143"/>
                <a:gd name="connsiteX2183" fmla="*/ 1085241 w 1542615"/>
                <a:gd name="connsiteY2183" fmla="*/ 427867 h 831143"/>
                <a:gd name="connsiteX2184" fmla="*/ 1081963 w 1542615"/>
                <a:gd name="connsiteY2184" fmla="*/ 429506 h 831143"/>
                <a:gd name="connsiteX2185" fmla="*/ 1078684 w 1542615"/>
                <a:gd name="connsiteY2185" fmla="*/ 429506 h 831143"/>
                <a:gd name="connsiteX2186" fmla="*/ 1081963 w 1542615"/>
                <a:gd name="connsiteY2186" fmla="*/ 426228 h 831143"/>
                <a:gd name="connsiteX2187" fmla="*/ 1077044 w 1542615"/>
                <a:gd name="connsiteY2187" fmla="*/ 426228 h 831143"/>
                <a:gd name="connsiteX2188" fmla="*/ 1073766 w 1542615"/>
                <a:gd name="connsiteY2188" fmla="*/ 426228 h 831143"/>
                <a:gd name="connsiteX2189" fmla="*/ 1070487 w 1542615"/>
                <a:gd name="connsiteY2189" fmla="*/ 427867 h 831143"/>
                <a:gd name="connsiteX2190" fmla="*/ 1065569 w 1542615"/>
                <a:gd name="connsiteY2190" fmla="*/ 427867 h 831143"/>
                <a:gd name="connsiteX2191" fmla="*/ 1062290 w 1542615"/>
                <a:gd name="connsiteY2191" fmla="*/ 429506 h 831143"/>
                <a:gd name="connsiteX2192" fmla="*/ 1059011 w 1542615"/>
                <a:gd name="connsiteY2192" fmla="*/ 431146 h 831143"/>
                <a:gd name="connsiteX2193" fmla="*/ 1054094 w 1542615"/>
                <a:gd name="connsiteY2193" fmla="*/ 431146 h 831143"/>
                <a:gd name="connsiteX2194" fmla="*/ 1050815 w 1542615"/>
                <a:gd name="connsiteY2194" fmla="*/ 432785 h 831143"/>
                <a:gd name="connsiteX2195" fmla="*/ 1047536 w 1542615"/>
                <a:gd name="connsiteY2195" fmla="*/ 432785 h 831143"/>
                <a:gd name="connsiteX2196" fmla="*/ 1044257 w 1542615"/>
                <a:gd name="connsiteY2196" fmla="*/ 432785 h 831143"/>
                <a:gd name="connsiteX2197" fmla="*/ 1039340 w 1542615"/>
                <a:gd name="connsiteY2197" fmla="*/ 431146 h 831143"/>
                <a:gd name="connsiteX2198" fmla="*/ 1034421 w 1542615"/>
                <a:gd name="connsiteY2198" fmla="*/ 431146 h 831143"/>
                <a:gd name="connsiteX2199" fmla="*/ 1031143 w 1542615"/>
                <a:gd name="connsiteY2199" fmla="*/ 432785 h 831143"/>
                <a:gd name="connsiteX2200" fmla="*/ 1027864 w 1542615"/>
                <a:gd name="connsiteY2200" fmla="*/ 432785 h 831143"/>
                <a:gd name="connsiteX2201" fmla="*/ 1024586 w 1542615"/>
                <a:gd name="connsiteY2201" fmla="*/ 436064 h 831143"/>
                <a:gd name="connsiteX2202" fmla="*/ 1021307 w 1542615"/>
                <a:gd name="connsiteY2202" fmla="*/ 439342 h 831143"/>
                <a:gd name="connsiteX2203" fmla="*/ 1016389 w 1542615"/>
                <a:gd name="connsiteY2203" fmla="*/ 440982 h 831143"/>
                <a:gd name="connsiteX2204" fmla="*/ 1013110 w 1542615"/>
                <a:gd name="connsiteY2204" fmla="*/ 439342 h 831143"/>
                <a:gd name="connsiteX2205" fmla="*/ 1013110 w 1542615"/>
                <a:gd name="connsiteY2205" fmla="*/ 437703 h 831143"/>
                <a:gd name="connsiteX2206" fmla="*/ 1009831 w 1542615"/>
                <a:gd name="connsiteY2206" fmla="*/ 437703 h 831143"/>
                <a:gd name="connsiteX2207" fmla="*/ 1004913 w 1542615"/>
                <a:gd name="connsiteY2207" fmla="*/ 439342 h 831143"/>
                <a:gd name="connsiteX2208" fmla="*/ 1001635 w 1542615"/>
                <a:gd name="connsiteY2208" fmla="*/ 439342 h 831143"/>
                <a:gd name="connsiteX2209" fmla="*/ 998356 w 1542615"/>
                <a:gd name="connsiteY2209" fmla="*/ 437703 h 831143"/>
                <a:gd name="connsiteX2210" fmla="*/ 993438 w 1542615"/>
                <a:gd name="connsiteY2210" fmla="*/ 437703 h 831143"/>
                <a:gd name="connsiteX2211" fmla="*/ 990160 w 1542615"/>
                <a:gd name="connsiteY2211" fmla="*/ 437703 h 831143"/>
                <a:gd name="connsiteX2212" fmla="*/ 986881 w 1542615"/>
                <a:gd name="connsiteY2212" fmla="*/ 436064 h 831143"/>
                <a:gd name="connsiteX2213" fmla="*/ 990160 w 1542615"/>
                <a:gd name="connsiteY2213" fmla="*/ 436064 h 831143"/>
                <a:gd name="connsiteX2214" fmla="*/ 993438 w 1542615"/>
                <a:gd name="connsiteY2214" fmla="*/ 434424 h 831143"/>
                <a:gd name="connsiteX2215" fmla="*/ 998356 w 1542615"/>
                <a:gd name="connsiteY2215" fmla="*/ 434424 h 831143"/>
                <a:gd name="connsiteX2216" fmla="*/ 1001635 w 1542615"/>
                <a:gd name="connsiteY2216" fmla="*/ 436064 h 831143"/>
                <a:gd name="connsiteX2217" fmla="*/ 1004913 w 1542615"/>
                <a:gd name="connsiteY2217" fmla="*/ 436064 h 831143"/>
                <a:gd name="connsiteX2218" fmla="*/ 1008192 w 1542615"/>
                <a:gd name="connsiteY2218" fmla="*/ 436064 h 831143"/>
                <a:gd name="connsiteX2219" fmla="*/ 1013110 w 1542615"/>
                <a:gd name="connsiteY2219" fmla="*/ 434424 h 831143"/>
                <a:gd name="connsiteX2220" fmla="*/ 1016389 w 1542615"/>
                <a:gd name="connsiteY2220" fmla="*/ 434424 h 831143"/>
                <a:gd name="connsiteX2221" fmla="*/ 1021307 w 1542615"/>
                <a:gd name="connsiteY2221" fmla="*/ 432785 h 831143"/>
                <a:gd name="connsiteX2222" fmla="*/ 1024586 w 1542615"/>
                <a:gd name="connsiteY2222" fmla="*/ 431146 h 831143"/>
                <a:gd name="connsiteX2223" fmla="*/ 1027864 w 1542615"/>
                <a:gd name="connsiteY2223" fmla="*/ 429506 h 831143"/>
                <a:gd name="connsiteX2224" fmla="*/ 1031143 w 1542615"/>
                <a:gd name="connsiteY2224" fmla="*/ 427867 h 831143"/>
                <a:gd name="connsiteX2225" fmla="*/ 1036061 w 1542615"/>
                <a:gd name="connsiteY2225" fmla="*/ 429506 h 831143"/>
                <a:gd name="connsiteX2226" fmla="*/ 1039340 w 1542615"/>
                <a:gd name="connsiteY2226" fmla="*/ 429506 h 831143"/>
                <a:gd name="connsiteX2227" fmla="*/ 1042618 w 1542615"/>
                <a:gd name="connsiteY2227" fmla="*/ 429506 h 831143"/>
                <a:gd name="connsiteX2228" fmla="*/ 1047536 w 1542615"/>
                <a:gd name="connsiteY2228" fmla="*/ 427867 h 831143"/>
                <a:gd name="connsiteX2229" fmla="*/ 1050815 w 1542615"/>
                <a:gd name="connsiteY2229" fmla="*/ 424588 h 831143"/>
                <a:gd name="connsiteX2230" fmla="*/ 1047536 w 1542615"/>
                <a:gd name="connsiteY2230" fmla="*/ 422949 h 831143"/>
                <a:gd name="connsiteX2231" fmla="*/ 1042618 w 1542615"/>
                <a:gd name="connsiteY2231" fmla="*/ 422949 h 831143"/>
                <a:gd name="connsiteX2232" fmla="*/ 1039340 w 1542615"/>
                <a:gd name="connsiteY2232" fmla="*/ 422949 h 831143"/>
                <a:gd name="connsiteX2233" fmla="*/ 1036061 w 1542615"/>
                <a:gd name="connsiteY2233" fmla="*/ 422949 h 831143"/>
                <a:gd name="connsiteX2234" fmla="*/ 1031143 w 1542615"/>
                <a:gd name="connsiteY2234" fmla="*/ 424588 h 831143"/>
                <a:gd name="connsiteX2235" fmla="*/ 1027864 w 1542615"/>
                <a:gd name="connsiteY2235" fmla="*/ 422949 h 831143"/>
                <a:gd name="connsiteX2236" fmla="*/ 1024586 w 1542615"/>
                <a:gd name="connsiteY2236" fmla="*/ 424588 h 831143"/>
                <a:gd name="connsiteX2237" fmla="*/ 1019667 w 1542615"/>
                <a:gd name="connsiteY2237" fmla="*/ 424588 h 831143"/>
                <a:gd name="connsiteX2238" fmla="*/ 1016389 w 1542615"/>
                <a:gd name="connsiteY2238" fmla="*/ 424588 h 831143"/>
                <a:gd name="connsiteX2239" fmla="*/ 1011471 w 1542615"/>
                <a:gd name="connsiteY2239" fmla="*/ 424588 h 831143"/>
                <a:gd name="connsiteX2240" fmla="*/ 1008192 w 1542615"/>
                <a:gd name="connsiteY2240" fmla="*/ 424588 h 831143"/>
                <a:gd name="connsiteX2241" fmla="*/ 1004913 w 1542615"/>
                <a:gd name="connsiteY2241" fmla="*/ 426228 h 831143"/>
                <a:gd name="connsiteX2242" fmla="*/ 1001635 w 1542615"/>
                <a:gd name="connsiteY2242" fmla="*/ 426228 h 831143"/>
                <a:gd name="connsiteX2243" fmla="*/ 996717 w 1542615"/>
                <a:gd name="connsiteY2243" fmla="*/ 426228 h 831143"/>
                <a:gd name="connsiteX2244" fmla="*/ 996717 w 1542615"/>
                <a:gd name="connsiteY2244" fmla="*/ 421309 h 831143"/>
                <a:gd name="connsiteX2245" fmla="*/ 991799 w 1542615"/>
                <a:gd name="connsiteY2245" fmla="*/ 422949 h 831143"/>
                <a:gd name="connsiteX2246" fmla="*/ 988520 w 1542615"/>
                <a:gd name="connsiteY2246" fmla="*/ 422949 h 831143"/>
                <a:gd name="connsiteX2247" fmla="*/ 983602 w 1542615"/>
                <a:gd name="connsiteY2247" fmla="*/ 422949 h 831143"/>
                <a:gd name="connsiteX2248" fmla="*/ 980323 w 1542615"/>
                <a:gd name="connsiteY2248" fmla="*/ 424588 h 831143"/>
                <a:gd name="connsiteX2249" fmla="*/ 977045 w 1542615"/>
                <a:gd name="connsiteY2249" fmla="*/ 424588 h 831143"/>
                <a:gd name="connsiteX2250" fmla="*/ 973766 w 1542615"/>
                <a:gd name="connsiteY2250" fmla="*/ 422949 h 831143"/>
                <a:gd name="connsiteX2251" fmla="*/ 977045 w 1542615"/>
                <a:gd name="connsiteY2251" fmla="*/ 422949 h 831143"/>
                <a:gd name="connsiteX2252" fmla="*/ 980323 w 1542615"/>
                <a:gd name="connsiteY2252" fmla="*/ 421309 h 831143"/>
                <a:gd name="connsiteX2253" fmla="*/ 983602 w 1542615"/>
                <a:gd name="connsiteY2253" fmla="*/ 421309 h 831143"/>
                <a:gd name="connsiteX2254" fmla="*/ 988520 w 1542615"/>
                <a:gd name="connsiteY2254" fmla="*/ 421309 h 831143"/>
                <a:gd name="connsiteX2255" fmla="*/ 991799 w 1542615"/>
                <a:gd name="connsiteY2255" fmla="*/ 419670 h 831143"/>
                <a:gd name="connsiteX2256" fmla="*/ 996717 w 1542615"/>
                <a:gd name="connsiteY2256" fmla="*/ 419670 h 831143"/>
                <a:gd name="connsiteX2257" fmla="*/ 999996 w 1542615"/>
                <a:gd name="connsiteY2257" fmla="*/ 416392 h 831143"/>
                <a:gd name="connsiteX2258" fmla="*/ 1003274 w 1542615"/>
                <a:gd name="connsiteY2258" fmla="*/ 416392 h 831143"/>
                <a:gd name="connsiteX2259" fmla="*/ 1008192 w 1542615"/>
                <a:gd name="connsiteY2259" fmla="*/ 414752 h 831143"/>
                <a:gd name="connsiteX2260" fmla="*/ 1011471 w 1542615"/>
                <a:gd name="connsiteY2260" fmla="*/ 411473 h 831143"/>
                <a:gd name="connsiteX2261" fmla="*/ 1011471 w 1542615"/>
                <a:gd name="connsiteY2261" fmla="*/ 408195 h 831143"/>
                <a:gd name="connsiteX2262" fmla="*/ 1006553 w 1542615"/>
                <a:gd name="connsiteY2262" fmla="*/ 404916 h 831143"/>
                <a:gd name="connsiteX2263" fmla="*/ 1003274 w 1542615"/>
                <a:gd name="connsiteY2263" fmla="*/ 403277 h 831143"/>
                <a:gd name="connsiteX2264" fmla="*/ 1006553 w 1542615"/>
                <a:gd name="connsiteY2264" fmla="*/ 404916 h 831143"/>
                <a:gd name="connsiteX2265" fmla="*/ 1011471 w 1542615"/>
                <a:gd name="connsiteY2265" fmla="*/ 403277 h 831143"/>
                <a:gd name="connsiteX2266" fmla="*/ 1014750 w 1542615"/>
                <a:gd name="connsiteY2266" fmla="*/ 404916 h 831143"/>
                <a:gd name="connsiteX2267" fmla="*/ 1018028 w 1542615"/>
                <a:gd name="connsiteY2267" fmla="*/ 404916 h 831143"/>
                <a:gd name="connsiteX2268" fmla="*/ 1022946 w 1542615"/>
                <a:gd name="connsiteY2268" fmla="*/ 404916 h 831143"/>
                <a:gd name="connsiteX2269" fmla="*/ 1019667 w 1542615"/>
                <a:gd name="connsiteY2269" fmla="*/ 401637 h 831143"/>
                <a:gd name="connsiteX2270" fmla="*/ 1018028 w 1542615"/>
                <a:gd name="connsiteY2270" fmla="*/ 398359 h 831143"/>
                <a:gd name="connsiteX2271" fmla="*/ 1021307 w 1542615"/>
                <a:gd name="connsiteY2271" fmla="*/ 398359 h 831143"/>
                <a:gd name="connsiteX2272" fmla="*/ 1024586 w 1542615"/>
                <a:gd name="connsiteY2272" fmla="*/ 401637 h 831143"/>
                <a:gd name="connsiteX2273" fmla="*/ 1027864 w 1542615"/>
                <a:gd name="connsiteY2273" fmla="*/ 406556 h 831143"/>
                <a:gd name="connsiteX2274" fmla="*/ 1031143 w 1542615"/>
                <a:gd name="connsiteY2274" fmla="*/ 406556 h 831143"/>
                <a:gd name="connsiteX2275" fmla="*/ 1036061 w 1542615"/>
                <a:gd name="connsiteY2275" fmla="*/ 404916 h 831143"/>
                <a:gd name="connsiteX2276" fmla="*/ 1039340 w 1542615"/>
                <a:gd name="connsiteY2276" fmla="*/ 404916 h 831143"/>
                <a:gd name="connsiteX2277" fmla="*/ 1044257 w 1542615"/>
                <a:gd name="connsiteY2277" fmla="*/ 406556 h 831143"/>
                <a:gd name="connsiteX2278" fmla="*/ 1047536 w 1542615"/>
                <a:gd name="connsiteY2278" fmla="*/ 404916 h 831143"/>
                <a:gd name="connsiteX2279" fmla="*/ 1050815 w 1542615"/>
                <a:gd name="connsiteY2279" fmla="*/ 404916 h 831143"/>
                <a:gd name="connsiteX2280" fmla="*/ 1055733 w 1542615"/>
                <a:gd name="connsiteY2280" fmla="*/ 404916 h 831143"/>
                <a:gd name="connsiteX2281" fmla="*/ 1059011 w 1542615"/>
                <a:gd name="connsiteY2281" fmla="*/ 403277 h 831143"/>
                <a:gd name="connsiteX2282" fmla="*/ 1062290 w 1542615"/>
                <a:gd name="connsiteY2282" fmla="*/ 401637 h 831143"/>
                <a:gd name="connsiteX2283" fmla="*/ 1067208 w 1542615"/>
                <a:gd name="connsiteY2283" fmla="*/ 401637 h 831143"/>
                <a:gd name="connsiteX2284" fmla="*/ 1070487 w 1542615"/>
                <a:gd name="connsiteY2284" fmla="*/ 399998 h 831143"/>
                <a:gd name="connsiteX2285" fmla="*/ 1073766 w 1542615"/>
                <a:gd name="connsiteY2285" fmla="*/ 399998 h 831143"/>
                <a:gd name="connsiteX2286" fmla="*/ 1075405 w 1542615"/>
                <a:gd name="connsiteY2286" fmla="*/ 398359 h 831143"/>
                <a:gd name="connsiteX2287" fmla="*/ 1078684 w 1542615"/>
                <a:gd name="connsiteY2287" fmla="*/ 398359 h 831143"/>
                <a:gd name="connsiteX2288" fmla="*/ 1080323 w 1542615"/>
                <a:gd name="connsiteY2288" fmla="*/ 395080 h 831143"/>
                <a:gd name="connsiteX2289" fmla="*/ 1083601 w 1542615"/>
                <a:gd name="connsiteY2289" fmla="*/ 395080 h 831143"/>
                <a:gd name="connsiteX2290" fmla="*/ 1086880 w 1542615"/>
                <a:gd name="connsiteY2290" fmla="*/ 393441 h 831143"/>
                <a:gd name="connsiteX2291" fmla="*/ 1086880 w 1542615"/>
                <a:gd name="connsiteY2291" fmla="*/ 390162 h 831143"/>
                <a:gd name="connsiteX2292" fmla="*/ 1083601 w 1542615"/>
                <a:gd name="connsiteY2292" fmla="*/ 386883 h 831143"/>
                <a:gd name="connsiteX2293" fmla="*/ 1078684 w 1542615"/>
                <a:gd name="connsiteY2293" fmla="*/ 385244 h 831143"/>
                <a:gd name="connsiteX2294" fmla="*/ 1075405 w 1542615"/>
                <a:gd name="connsiteY2294" fmla="*/ 385244 h 831143"/>
                <a:gd name="connsiteX2295" fmla="*/ 1070487 w 1542615"/>
                <a:gd name="connsiteY2295" fmla="*/ 385244 h 831143"/>
                <a:gd name="connsiteX2296" fmla="*/ 1067208 w 1542615"/>
                <a:gd name="connsiteY2296" fmla="*/ 385244 h 831143"/>
                <a:gd name="connsiteX2297" fmla="*/ 1063930 w 1542615"/>
                <a:gd name="connsiteY2297" fmla="*/ 385244 h 831143"/>
                <a:gd name="connsiteX2298" fmla="*/ 1059011 w 1542615"/>
                <a:gd name="connsiteY2298" fmla="*/ 385244 h 831143"/>
                <a:gd name="connsiteX2299" fmla="*/ 1055733 w 1542615"/>
                <a:gd name="connsiteY2299" fmla="*/ 386883 h 831143"/>
                <a:gd name="connsiteX2300" fmla="*/ 1052454 w 1542615"/>
                <a:gd name="connsiteY2300" fmla="*/ 385244 h 831143"/>
                <a:gd name="connsiteX2301" fmla="*/ 1047536 w 1542615"/>
                <a:gd name="connsiteY2301" fmla="*/ 385244 h 831143"/>
                <a:gd name="connsiteX2302" fmla="*/ 1044257 w 1542615"/>
                <a:gd name="connsiteY2302" fmla="*/ 385244 h 831143"/>
                <a:gd name="connsiteX2303" fmla="*/ 1040979 w 1542615"/>
                <a:gd name="connsiteY2303" fmla="*/ 385244 h 831143"/>
                <a:gd name="connsiteX2304" fmla="*/ 1044257 w 1542615"/>
                <a:gd name="connsiteY2304" fmla="*/ 383605 h 831143"/>
                <a:gd name="connsiteX2305" fmla="*/ 1040979 w 1542615"/>
                <a:gd name="connsiteY2305" fmla="*/ 381966 h 831143"/>
                <a:gd name="connsiteX2306" fmla="*/ 1037700 w 1542615"/>
                <a:gd name="connsiteY2306" fmla="*/ 381966 h 831143"/>
                <a:gd name="connsiteX2307" fmla="*/ 1032782 w 1542615"/>
                <a:gd name="connsiteY2307" fmla="*/ 381966 h 831143"/>
                <a:gd name="connsiteX2308" fmla="*/ 1027864 w 1542615"/>
                <a:gd name="connsiteY2308" fmla="*/ 381966 h 831143"/>
                <a:gd name="connsiteX2309" fmla="*/ 1024586 w 1542615"/>
                <a:gd name="connsiteY2309" fmla="*/ 381966 h 831143"/>
                <a:gd name="connsiteX2310" fmla="*/ 1021307 w 1542615"/>
                <a:gd name="connsiteY2310" fmla="*/ 383605 h 831143"/>
                <a:gd name="connsiteX2311" fmla="*/ 1018028 w 1542615"/>
                <a:gd name="connsiteY2311" fmla="*/ 383605 h 831143"/>
                <a:gd name="connsiteX2312" fmla="*/ 1014750 w 1542615"/>
                <a:gd name="connsiteY2312" fmla="*/ 383605 h 831143"/>
                <a:gd name="connsiteX2313" fmla="*/ 1009831 w 1542615"/>
                <a:gd name="connsiteY2313" fmla="*/ 383605 h 831143"/>
                <a:gd name="connsiteX2314" fmla="*/ 1014750 w 1542615"/>
                <a:gd name="connsiteY2314" fmla="*/ 381966 h 831143"/>
                <a:gd name="connsiteX2315" fmla="*/ 1018028 w 1542615"/>
                <a:gd name="connsiteY2315" fmla="*/ 381966 h 831143"/>
                <a:gd name="connsiteX2316" fmla="*/ 1021307 w 1542615"/>
                <a:gd name="connsiteY2316" fmla="*/ 380326 h 831143"/>
                <a:gd name="connsiteX2317" fmla="*/ 1024586 w 1542615"/>
                <a:gd name="connsiteY2317" fmla="*/ 381966 h 831143"/>
                <a:gd name="connsiteX2318" fmla="*/ 1029504 w 1542615"/>
                <a:gd name="connsiteY2318" fmla="*/ 380326 h 831143"/>
                <a:gd name="connsiteX2319" fmla="*/ 1032782 w 1542615"/>
                <a:gd name="connsiteY2319" fmla="*/ 380326 h 831143"/>
                <a:gd name="connsiteX2320" fmla="*/ 1037700 w 1542615"/>
                <a:gd name="connsiteY2320" fmla="*/ 380326 h 831143"/>
                <a:gd name="connsiteX2321" fmla="*/ 1040979 w 1542615"/>
                <a:gd name="connsiteY2321" fmla="*/ 377047 h 831143"/>
                <a:gd name="connsiteX2322" fmla="*/ 1036061 w 1542615"/>
                <a:gd name="connsiteY2322" fmla="*/ 377047 h 831143"/>
                <a:gd name="connsiteX2323" fmla="*/ 1032782 w 1542615"/>
                <a:gd name="connsiteY2323" fmla="*/ 375408 h 831143"/>
                <a:gd name="connsiteX2324" fmla="*/ 1029504 w 1542615"/>
                <a:gd name="connsiteY2324" fmla="*/ 373769 h 831143"/>
                <a:gd name="connsiteX2325" fmla="*/ 1024586 w 1542615"/>
                <a:gd name="connsiteY2325" fmla="*/ 370490 h 831143"/>
                <a:gd name="connsiteX2326" fmla="*/ 1029504 w 1542615"/>
                <a:gd name="connsiteY2326" fmla="*/ 370490 h 831143"/>
                <a:gd name="connsiteX2327" fmla="*/ 1024586 w 1542615"/>
                <a:gd name="connsiteY2327" fmla="*/ 370490 h 831143"/>
                <a:gd name="connsiteX2328" fmla="*/ 1021307 w 1542615"/>
                <a:gd name="connsiteY2328" fmla="*/ 370490 h 831143"/>
                <a:gd name="connsiteX2329" fmla="*/ 1018028 w 1542615"/>
                <a:gd name="connsiteY2329" fmla="*/ 370490 h 831143"/>
                <a:gd name="connsiteX2330" fmla="*/ 1013110 w 1542615"/>
                <a:gd name="connsiteY2330" fmla="*/ 370490 h 831143"/>
                <a:gd name="connsiteX2331" fmla="*/ 1016389 w 1542615"/>
                <a:gd name="connsiteY2331" fmla="*/ 365572 h 831143"/>
                <a:gd name="connsiteX2332" fmla="*/ 1011471 w 1542615"/>
                <a:gd name="connsiteY2332" fmla="*/ 362293 h 831143"/>
                <a:gd name="connsiteX2333" fmla="*/ 1016389 w 1542615"/>
                <a:gd name="connsiteY2333" fmla="*/ 363933 h 831143"/>
                <a:gd name="connsiteX2334" fmla="*/ 1019667 w 1542615"/>
                <a:gd name="connsiteY2334" fmla="*/ 367211 h 831143"/>
                <a:gd name="connsiteX2335" fmla="*/ 1022946 w 1542615"/>
                <a:gd name="connsiteY2335" fmla="*/ 367211 h 831143"/>
                <a:gd name="connsiteX2336" fmla="*/ 1027864 w 1542615"/>
                <a:gd name="connsiteY2336" fmla="*/ 367211 h 831143"/>
                <a:gd name="connsiteX2337" fmla="*/ 1031143 w 1542615"/>
                <a:gd name="connsiteY2337" fmla="*/ 368851 h 831143"/>
                <a:gd name="connsiteX2338" fmla="*/ 1034421 w 1542615"/>
                <a:gd name="connsiteY2338" fmla="*/ 372129 h 831143"/>
                <a:gd name="connsiteX2339" fmla="*/ 1037700 w 1542615"/>
                <a:gd name="connsiteY2339" fmla="*/ 373769 h 831143"/>
                <a:gd name="connsiteX2340" fmla="*/ 1042618 w 1542615"/>
                <a:gd name="connsiteY2340" fmla="*/ 375408 h 831143"/>
                <a:gd name="connsiteX2341" fmla="*/ 1044257 w 1542615"/>
                <a:gd name="connsiteY2341" fmla="*/ 378687 h 831143"/>
                <a:gd name="connsiteX2342" fmla="*/ 1049176 w 1542615"/>
                <a:gd name="connsiteY2342" fmla="*/ 381966 h 831143"/>
                <a:gd name="connsiteX2343" fmla="*/ 1052454 w 1542615"/>
                <a:gd name="connsiteY2343" fmla="*/ 383605 h 831143"/>
                <a:gd name="connsiteX2344" fmla="*/ 1055733 w 1542615"/>
                <a:gd name="connsiteY2344" fmla="*/ 383605 h 831143"/>
                <a:gd name="connsiteX2345" fmla="*/ 1060651 w 1542615"/>
                <a:gd name="connsiteY2345" fmla="*/ 383605 h 831143"/>
                <a:gd name="connsiteX2346" fmla="*/ 1063930 w 1542615"/>
                <a:gd name="connsiteY2346" fmla="*/ 380326 h 831143"/>
                <a:gd name="connsiteX2347" fmla="*/ 1067208 w 1542615"/>
                <a:gd name="connsiteY2347" fmla="*/ 381966 h 831143"/>
                <a:gd name="connsiteX2348" fmla="*/ 1070487 w 1542615"/>
                <a:gd name="connsiteY2348" fmla="*/ 381966 h 831143"/>
                <a:gd name="connsiteX2349" fmla="*/ 1075405 w 1542615"/>
                <a:gd name="connsiteY2349" fmla="*/ 383605 h 831143"/>
                <a:gd name="connsiteX2350" fmla="*/ 1078684 w 1542615"/>
                <a:gd name="connsiteY2350" fmla="*/ 381966 h 831143"/>
                <a:gd name="connsiteX2351" fmla="*/ 1083601 w 1542615"/>
                <a:gd name="connsiteY2351" fmla="*/ 383605 h 831143"/>
                <a:gd name="connsiteX2352" fmla="*/ 1083601 w 1542615"/>
                <a:gd name="connsiteY2352" fmla="*/ 383605 h 831143"/>
                <a:gd name="connsiteX2353" fmla="*/ 1086880 w 1542615"/>
                <a:gd name="connsiteY2353" fmla="*/ 385244 h 831143"/>
                <a:gd name="connsiteX2354" fmla="*/ 1091798 w 1542615"/>
                <a:gd name="connsiteY2354" fmla="*/ 388523 h 831143"/>
                <a:gd name="connsiteX2355" fmla="*/ 1095077 w 1542615"/>
                <a:gd name="connsiteY2355" fmla="*/ 391802 h 831143"/>
                <a:gd name="connsiteX2356" fmla="*/ 1098356 w 1542615"/>
                <a:gd name="connsiteY2356" fmla="*/ 391802 h 831143"/>
                <a:gd name="connsiteX2357" fmla="*/ 1103274 w 1542615"/>
                <a:gd name="connsiteY2357" fmla="*/ 391802 h 831143"/>
                <a:gd name="connsiteX2358" fmla="*/ 1106553 w 1542615"/>
                <a:gd name="connsiteY2358" fmla="*/ 391802 h 831143"/>
                <a:gd name="connsiteX2359" fmla="*/ 1109831 w 1542615"/>
                <a:gd name="connsiteY2359" fmla="*/ 393441 h 831143"/>
                <a:gd name="connsiteX2360" fmla="*/ 1113110 w 1542615"/>
                <a:gd name="connsiteY2360" fmla="*/ 398359 h 831143"/>
                <a:gd name="connsiteX2361" fmla="*/ 1116388 w 1542615"/>
                <a:gd name="connsiteY2361" fmla="*/ 401637 h 831143"/>
                <a:gd name="connsiteX2362" fmla="*/ 1116388 w 1542615"/>
                <a:gd name="connsiteY2362" fmla="*/ 404916 h 831143"/>
                <a:gd name="connsiteX2363" fmla="*/ 1116388 w 1542615"/>
                <a:gd name="connsiteY2363" fmla="*/ 408195 h 831143"/>
                <a:gd name="connsiteX2364" fmla="*/ 1116388 w 1542615"/>
                <a:gd name="connsiteY2364" fmla="*/ 413113 h 831143"/>
                <a:gd name="connsiteX2365" fmla="*/ 1118028 w 1542615"/>
                <a:gd name="connsiteY2365" fmla="*/ 416392 h 831143"/>
                <a:gd name="connsiteX2366" fmla="*/ 1121307 w 1542615"/>
                <a:gd name="connsiteY2366" fmla="*/ 418031 h 831143"/>
                <a:gd name="connsiteX2367" fmla="*/ 1126224 w 1542615"/>
                <a:gd name="connsiteY2367" fmla="*/ 419670 h 831143"/>
                <a:gd name="connsiteX2368" fmla="*/ 1129503 w 1542615"/>
                <a:gd name="connsiteY2368" fmla="*/ 421309 h 831143"/>
                <a:gd name="connsiteX2369" fmla="*/ 1132782 w 1542615"/>
                <a:gd name="connsiteY2369" fmla="*/ 422949 h 831143"/>
                <a:gd name="connsiteX2370" fmla="*/ 1137700 w 1542615"/>
                <a:gd name="connsiteY2370" fmla="*/ 424588 h 831143"/>
                <a:gd name="connsiteX2371" fmla="*/ 1140978 w 1542615"/>
                <a:gd name="connsiteY2371" fmla="*/ 424588 h 831143"/>
                <a:gd name="connsiteX2372" fmla="*/ 1145897 w 1542615"/>
                <a:gd name="connsiteY2372" fmla="*/ 424588 h 831143"/>
                <a:gd name="connsiteX2373" fmla="*/ 1149175 w 1542615"/>
                <a:gd name="connsiteY2373" fmla="*/ 424588 h 831143"/>
                <a:gd name="connsiteX2374" fmla="*/ 1152454 w 1542615"/>
                <a:gd name="connsiteY2374" fmla="*/ 424588 h 831143"/>
                <a:gd name="connsiteX2375" fmla="*/ 1155733 w 1542615"/>
                <a:gd name="connsiteY2375" fmla="*/ 421309 h 831143"/>
                <a:gd name="connsiteX2376" fmla="*/ 1157372 w 1542615"/>
                <a:gd name="connsiteY2376" fmla="*/ 418031 h 831143"/>
                <a:gd name="connsiteX2377" fmla="*/ 1157372 w 1542615"/>
                <a:gd name="connsiteY2377" fmla="*/ 413113 h 831143"/>
                <a:gd name="connsiteX2378" fmla="*/ 1159011 w 1542615"/>
                <a:gd name="connsiteY2378" fmla="*/ 409834 h 831143"/>
                <a:gd name="connsiteX2379" fmla="*/ 1163929 w 1542615"/>
                <a:gd name="connsiteY2379" fmla="*/ 411473 h 831143"/>
                <a:gd name="connsiteX2380" fmla="*/ 1162290 w 1542615"/>
                <a:gd name="connsiteY2380" fmla="*/ 413113 h 831143"/>
                <a:gd name="connsiteX2381" fmla="*/ 1160651 w 1542615"/>
                <a:gd name="connsiteY2381" fmla="*/ 416392 h 831143"/>
                <a:gd name="connsiteX2382" fmla="*/ 1160651 w 1542615"/>
                <a:gd name="connsiteY2382" fmla="*/ 419670 h 831143"/>
                <a:gd name="connsiteX2383" fmla="*/ 1163929 w 1542615"/>
                <a:gd name="connsiteY2383" fmla="*/ 422949 h 831143"/>
                <a:gd name="connsiteX2384" fmla="*/ 1167208 w 1542615"/>
                <a:gd name="connsiteY2384" fmla="*/ 422949 h 831143"/>
                <a:gd name="connsiteX2385" fmla="*/ 1172126 w 1542615"/>
                <a:gd name="connsiteY2385" fmla="*/ 421309 h 831143"/>
                <a:gd name="connsiteX2386" fmla="*/ 1173765 w 1542615"/>
                <a:gd name="connsiteY2386" fmla="*/ 424588 h 831143"/>
                <a:gd name="connsiteX2387" fmla="*/ 1177044 w 1542615"/>
                <a:gd name="connsiteY2387" fmla="*/ 424588 h 831143"/>
                <a:gd name="connsiteX2388" fmla="*/ 1180323 w 1542615"/>
                <a:gd name="connsiteY2388" fmla="*/ 424588 h 831143"/>
                <a:gd name="connsiteX2389" fmla="*/ 1185241 w 1542615"/>
                <a:gd name="connsiteY2389" fmla="*/ 421309 h 831143"/>
                <a:gd name="connsiteX2390" fmla="*/ 1183601 w 1542615"/>
                <a:gd name="connsiteY2390" fmla="*/ 418031 h 831143"/>
                <a:gd name="connsiteX2391" fmla="*/ 1180323 w 1542615"/>
                <a:gd name="connsiteY2391" fmla="*/ 418031 h 831143"/>
                <a:gd name="connsiteX2392" fmla="*/ 1181962 w 1542615"/>
                <a:gd name="connsiteY2392" fmla="*/ 413113 h 831143"/>
                <a:gd name="connsiteX2393" fmla="*/ 1186880 w 1542615"/>
                <a:gd name="connsiteY2393" fmla="*/ 413113 h 831143"/>
                <a:gd name="connsiteX2394" fmla="*/ 1181962 w 1542615"/>
                <a:gd name="connsiteY2394" fmla="*/ 411473 h 831143"/>
                <a:gd name="connsiteX2395" fmla="*/ 1178683 w 1542615"/>
                <a:gd name="connsiteY2395" fmla="*/ 409834 h 831143"/>
                <a:gd name="connsiteX2396" fmla="*/ 1181962 w 1542615"/>
                <a:gd name="connsiteY2396" fmla="*/ 411473 h 831143"/>
                <a:gd name="connsiteX2397" fmla="*/ 1185241 w 1542615"/>
                <a:gd name="connsiteY2397" fmla="*/ 406556 h 831143"/>
                <a:gd name="connsiteX2398" fmla="*/ 1188519 w 1542615"/>
                <a:gd name="connsiteY2398" fmla="*/ 404916 h 831143"/>
                <a:gd name="connsiteX2399" fmla="*/ 1185241 w 1542615"/>
                <a:gd name="connsiteY2399" fmla="*/ 403277 h 831143"/>
                <a:gd name="connsiteX2400" fmla="*/ 1180323 w 1542615"/>
                <a:gd name="connsiteY2400" fmla="*/ 404916 h 831143"/>
                <a:gd name="connsiteX2401" fmla="*/ 1183601 w 1542615"/>
                <a:gd name="connsiteY2401" fmla="*/ 399998 h 831143"/>
                <a:gd name="connsiteX2402" fmla="*/ 1180323 w 1542615"/>
                <a:gd name="connsiteY2402" fmla="*/ 401637 h 831143"/>
                <a:gd name="connsiteX2403" fmla="*/ 1177044 w 1542615"/>
                <a:gd name="connsiteY2403" fmla="*/ 401637 h 831143"/>
                <a:gd name="connsiteX2404" fmla="*/ 1173765 w 1542615"/>
                <a:gd name="connsiteY2404" fmla="*/ 401637 h 831143"/>
                <a:gd name="connsiteX2405" fmla="*/ 1177044 w 1542615"/>
                <a:gd name="connsiteY2405" fmla="*/ 399998 h 831143"/>
                <a:gd name="connsiteX2406" fmla="*/ 1180323 w 1542615"/>
                <a:gd name="connsiteY2406" fmla="*/ 399998 h 831143"/>
                <a:gd name="connsiteX2407" fmla="*/ 1183601 w 1542615"/>
                <a:gd name="connsiteY2407" fmla="*/ 396719 h 831143"/>
                <a:gd name="connsiteX2408" fmla="*/ 1188519 w 1542615"/>
                <a:gd name="connsiteY2408" fmla="*/ 398359 h 831143"/>
                <a:gd name="connsiteX2409" fmla="*/ 1186880 w 1542615"/>
                <a:gd name="connsiteY2409" fmla="*/ 393441 h 831143"/>
                <a:gd name="connsiteX2410" fmla="*/ 1183601 w 1542615"/>
                <a:gd name="connsiteY2410" fmla="*/ 393441 h 831143"/>
                <a:gd name="connsiteX2411" fmla="*/ 1186880 w 1542615"/>
                <a:gd name="connsiteY2411" fmla="*/ 393441 h 831143"/>
                <a:gd name="connsiteX2412" fmla="*/ 1190158 w 1542615"/>
                <a:gd name="connsiteY2412" fmla="*/ 391802 h 831143"/>
                <a:gd name="connsiteX2413" fmla="*/ 1186880 w 1542615"/>
                <a:gd name="connsiteY2413" fmla="*/ 390162 h 831143"/>
                <a:gd name="connsiteX2414" fmla="*/ 1190158 w 1542615"/>
                <a:gd name="connsiteY2414" fmla="*/ 388523 h 831143"/>
                <a:gd name="connsiteX2415" fmla="*/ 1186880 w 1542615"/>
                <a:gd name="connsiteY2415" fmla="*/ 386883 h 831143"/>
                <a:gd name="connsiteX2416" fmla="*/ 1183601 w 1542615"/>
                <a:gd name="connsiteY2416" fmla="*/ 385244 h 831143"/>
                <a:gd name="connsiteX2417" fmla="*/ 1178683 w 1542615"/>
                <a:gd name="connsiteY2417" fmla="*/ 385244 h 831143"/>
                <a:gd name="connsiteX2418" fmla="*/ 1175404 w 1542615"/>
                <a:gd name="connsiteY2418" fmla="*/ 388523 h 831143"/>
                <a:gd name="connsiteX2419" fmla="*/ 1172126 w 1542615"/>
                <a:gd name="connsiteY2419" fmla="*/ 391802 h 831143"/>
                <a:gd name="connsiteX2420" fmla="*/ 1167208 w 1542615"/>
                <a:gd name="connsiteY2420" fmla="*/ 393441 h 831143"/>
                <a:gd name="connsiteX2421" fmla="*/ 1168847 w 1542615"/>
                <a:gd name="connsiteY2421" fmla="*/ 390162 h 831143"/>
                <a:gd name="connsiteX2422" fmla="*/ 1168847 w 1542615"/>
                <a:gd name="connsiteY2422" fmla="*/ 386883 h 831143"/>
                <a:gd name="connsiteX2423" fmla="*/ 1172126 w 1542615"/>
                <a:gd name="connsiteY2423" fmla="*/ 381966 h 831143"/>
                <a:gd name="connsiteX2424" fmla="*/ 1175404 w 1542615"/>
                <a:gd name="connsiteY2424" fmla="*/ 381966 h 831143"/>
                <a:gd name="connsiteX2425" fmla="*/ 1178683 w 1542615"/>
                <a:gd name="connsiteY2425" fmla="*/ 381966 h 831143"/>
                <a:gd name="connsiteX2426" fmla="*/ 1181962 w 1542615"/>
                <a:gd name="connsiteY2426" fmla="*/ 378687 h 831143"/>
                <a:gd name="connsiteX2427" fmla="*/ 1186880 w 1542615"/>
                <a:gd name="connsiteY2427" fmla="*/ 377047 h 831143"/>
                <a:gd name="connsiteX2428" fmla="*/ 1183601 w 1542615"/>
                <a:gd name="connsiteY2428" fmla="*/ 377047 h 831143"/>
                <a:gd name="connsiteX2429" fmla="*/ 1180323 w 1542615"/>
                <a:gd name="connsiteY2429" fmla="*/ 377047 h 831143"/>
                <a:gd name="connsiteX2430" fmla="*/ 1175404 w 1542615"/>
                <a:gd name="connsiteY2430" fmla="*/ 378687 h 831143"/>
                <a:gd name="connsiteX2431" fmla="*/ 1172126 w 1542615"/>
                <a:gd name="connsiteY2431" fmla="*/ 380326 h 831143"/>
                <a:gd name="connsiteX2432" fmla="*/ 1167208 w 1542615"/>
                <a:gd name="connsiteY2432" fmla="*/ 381966 h 831143"/>
                <a:gd name="connsiteX2433" fmla="*/ 1168847 w 1542615"/>
                <a:gd name="connsiteY2433" fmla="*/ 378687 h 831143"/>
                <a:gd name="connsiteX2434" fmla="*/ 1172126 w 1542615"/>
                <a:gd name="connsiteY2434" fmla="*/ 377047 h 831143"/>
                <a:gd name="connsiteX2435" fmla="*/ 1168847 w 1542615"/>
                <a:gd name="connsiteY2435" fmla="*/ 377047 h 831143"/>
                <a:gd name="connsiteX2436" fmla="*/ 1163929 w 1542615"/>
                <a:gd name="connsiteY2436" fmla="*/ 377047 h 831143"/>
                <a:gd name="connsiteX2437" fmla="*/ 1160651 w 1542615"/>
                <a:gd name="connsiteY2437" fmla="*/ 378687 h 831143"/>
                <a:gd name="connsiteX2438" fmla="*/ 1157372 w 1542615"/>
                <a:gd name="connsiteY2438" fmla="*/ 380326 h 831143"/>
                <a:gd name="connsiteX2439" fmla="*/ 1159011 w 1542615"/>
                <a:gd name="connsiteY2439" fmla="*/ 377047 h 831143"/>
                <a:gd name="connsiteX2440" fmla="*/ 1162290 w 1542615"/>
                <a:gd name="connsiteY2440" fmla="*/ 375408 h 831143"/>
                <a:gd name="connsiteX2441" fmla="*/ 1167208 w 1542615"/>
                <a:gd name="connsiteY2441" fmla="*/ 373769 h 831143"/>
                <a:gd name="connsiteX2442" fmla="*/ 1170487 w 1542615"/>
                <a:gd name="connsiteY2442" fmla="*/ 372129 h 831143"/>
                <a:gd name="connsiteX2443" fmla="*/ 1173765 w 1542615"/>
                <a:gd name="connsiteY2443" fmla="*/ 372129 h 831143"/>
                <a:gd name="connsiteX2444" fmla="*/ 1170487 w 1542615"/>
                <a:gd name="connsiteY2444" fmla="*/ 368851 h 831143"/>
                <a:gd name="connsiteX2445" fmla="*/ 1165568 w 1542615"/>
                <a:gd name="connsiteY2445" fmla="*/ 367211 h 831143"/>
                <a:gd name="connsiteX2446" fmla="*/ 1162290 w 1542615"/>
                <a:gd name="connsiteY2446" fmla="*/ 367211 h 831143"/>
                <a:gd name="connsiteX2447" fmla="*/ 1159011 w 1542615"/>
                <a:gd name="connsiteY2447" fmla="*/ 367211 h 831143"/>
                <a:gd name="connsiteX2448" fmla="*/ 1155733 w 1542615"/>
                <a:gd name="connsiteY2448" fmla="*/ 363933 h 831143"/>
                <a:gd name="connsiteX2449" fmla="*/ 1150814 w 1542615"/>
                <a:gd name="connsiteY2449" fmla="*/ 363933 h 831143"/>
                <a:gd name="connsiteX2450" fmla="*/ 1147536 w 1542615"/>
                <a:gd name="connsiteY2450" fmla="*/ 362293 h 831143"/>
                <a:gd name="connsiteX2451" fmla="*/ 1144257 w 1542615"/>
                <a:gd name="connsiteY2451" fmla="*/ 362293 h 831143"/>
                <a:gd name="connsiteX2452" fmla="*/ 1144257 w 1542615"/>
                <a:gd name="connsiteY2452" fmla="*/ 359015 h 831143"/>
                <a:gd name="connsiteX2453" fmla="*/ 1140978 w 1542615"/>
                <a:gd name="connsiteY2453" fmla="*/ 359015 h 831143"/>
                <a:gd name="connsiteX2454" fmla="*/ 1136060 w 1542615"/>
                <a:gd name="connsiteY2454" fmla="*/ 357375 h 831143"/>
                <a:gd name="connsiteX2455" fmla="*/ 1132782 w 1542615"/>
                <a:gd name="connsiteY2455" fmla="*/ 355736 h 831143"/>
                <a:gd name="connsiteX2456" fmla="*/ 1129503 w 1542615"/>
                <a:gd name="connsiteY2456" fmla="*/ 355736 h 831143"/>
                <a:gd name="connsiteX2457" fmla="*/ 1124585 w 1542615"/>
                <a:gd name="connsiteY2457" fmla="*/ 352457 h 831143"/>
                <a:gd name="connsiteX2458" fmla="*/ 1121307 w 1542615"/>
                <a:gd name="connsiteY2458" fmla="*/ 352457 h 831143"/>
                <a:gd name="connsiteX2459" fmla="*/ 1118028 w 1542615"/>
                <a:gd name="connsiteY2459" fmla="*/ 352457 h 831143"/>
                <a:gd name="connsiteX2460" fmla="*/ 1114749 w 1542615"/>
                <a:gd name="connsiteY2460" fmla="*/ 352457 h 831143"/>
                <a:gd name="connsiteX2461" fmla="*/ 1111470 w 1542615"/>
                <a:gd name="connsiteY2461" fmla="*/ 354097 h 831143"/>
                <a:gd name="connsiteX2462" fmla="*/ 1108192 w 1542615"/>
                <a:gd name="connsiteY2462" fmla="*/ 354097 h 831143"/>
                <a:gd name="connsiteX2463" fmla="*/ 1104913 w 1542615"/>
                <a:gd name="connsiteY2463" fmla="*/ 355736 h 831143"/>
                <a:gd name="connsiteX2464" fmla="*/ 1099995 w 1542615"/>
                <a:gd name="connsiteY2464" fmla="*/ 359015 h 831143"/>
                <a:gd name="connsiteX2465" fmla="*/ 1096716 w 1542615"/>
                <a:gd name="connsiteY2465" fmla="*/ 360654 h 831143"/>
                <a:gd name="connsiteX2466" fmla="*/ 1099995 w 1542615"/>
                <a:gd name="connsiteY2466" fmla="*/ 357375 h 831143"/>
                <a:gd name="connsiteX2467" fmla="*/ 1101634 w 1542615"/>
                <a:gd name="connsiteY2467" fmla="*/ 352457 h 831143"/>
                <a:gd name="connsiteX2468" fmla="*/ 1098356 w 1542615"/>
                <a:gd name="connsiteY2468" fmla="*/ 352457 h 831143"/>
                <a:gd name="connsiteX2469" fmla="*/ 1093438 w 1542615"/>
                <a:gd name="connsiteY2469" fmla="*/ 352457 h 831143"/>
                <a:gd name="connsiteX2470" fmla="*/ 1090159 w 1542615"/>
                <a:gd name="connsiteY2470" fmla="*/ 352457 h 831143"/>
                <a:gd name="connsiteX2471" fmla="*/ 1095077 w 1542615"/>
                <a:gd name="connsiteY2471" fmla="*/ 352457 h 831143"/>
                <a:gd name="connsiteX2472" fmla="*/ 1098356 w 1542615"/>
                <a:gd name="connsiteY2472" fmla="*/ 352457 h 831143"/>
                <a:gd name="connsiteX2473" fmla="*/ 1101634 w 1542615"/>
                <a:gd name="connsiteY2473" fmla="*/ 352457 h 831143"/>
                <a:gd name="connsiteX2474" fmla="*/ 1106553 w 1542615"/>
                <a:gd name="connsiteY2474" fmla="*/ 352457 h 831143"/>
                <a:gd name="connsiteX2475" fmla="*/ 1109831 w 1542615"/>
                <a:gd name="connsiteY2475" fmla="*/ 352457 h 831143"/>
                <a:gd name="connsiteX2476" fmla="*/ 1114749 w 1542615"/>
                <a:gd name="connsiteY2476" fmla="*/ 350818 h 831143"/>
                <a:gd name="connsiteX2477" fmla="*/ 1118028 w 1542615"/>
                <a:gd name="connsiteY2477" fmla="*/ 350818 h 831143"/>
                <a:gd name="connsiteX2478" fmla="*/ 1121307 w 1542615"/>
                <a:gd name="connsiteY2478" fmla="*/ 349179 h 831143"/>
                <a:gd name="connsiteX2479" fmla="*/ 1122946 w 1542615"/>
                <a:gd name="connsiteY2479" fmla="*/ 345900 h 831143"/>
                <a:gd name="connsiteX2480" fmla="*/ 1121307 w 1542615"/>
                <a:gd name="connsiteY2480" fmla="*/ 342621 h 831143"/>
                <a:gd name="connsiteX2481" fmla="*/ 1118028 w 1542615"/>
                <a:gd name="connsiteY2481" fmla="*/ 340982 h 831143"/>
                <a:gd name="connsiteX2482" fmla="*/ 1113110 w 1542615"/>
                <a:gd name="connsiteY2482" fmla="*/ 340982 h 831143"/>
                <a:gd name="connsiteX2483" fmla="*/ 1109831 w 1542615"/>
                <a:gd name="connsiteY2483" fmla="*/ 339343 h 831143"/>
                <a:gd name="connsiteX2484" fmla="*/ 1104913 w 1542615"/>
                <a:gd name="connsiteY2484" fmla="*/ 337703 h 831143"/>
                <a:gd name="connsiteX2485" fmla="*/ 1101634 w 1542615"/>
                <a:gd name="connsiteY2485" fmla="*/ 337703 h 831143"/>
                <a:gd name="connsiteX2486" fmla="*/ 1096716 w 1542615"/>
                <a:gd name="connsiteY2486" fmla="*/ 339343 h 831143"/>
                <a:gd name="connsiteX2487" fmla="*/ 1093438 w 1542615"/>
                <a:gd name="connsiteY2487" fmla="*/ 340982 h 831143"/>
                <a:gd name="connsiteX2488" fmla="*/ 1090159 w 1542615"/>
                <a:gd name="connsiteY2488" fmla="*/ 340982 h 831143"/>
                <a:gd name="connsiteX2489" fmla="*/ 1085241 w 1542615"/>
                <a:gd name="connsiteY2489" fmla="*/ 342621 h 831143"/>
                <a:gd name="connsiteX2490" fmla="*/ 1081963 w 1542615"/>
                <a:gd name="connsiteY2490" fmla="*/ 344261 h 831143"/>
                <a:gd name="connsiteX2491" fmla="*/ 1078684 w 1542615"/>
                <a:gd name="connsiteY2491" fmla="*/ 345900 h 831143"/>
                <a:gd name="connsiteX2492" fmla="*/ 1081963 w 1542615"/>
                <a:gd name="connsiteY2492" fmla="*/ 340982 h 831143"/>
                <a:gd name="connsiteX2493" fmla="*/ 1077044 w 1542615"/>
                <a:gd name="connsiteY2493" fmla="*/ 340982 h 831143"/>
                <a:gd name="connsiteX2494" fmla="*/ 1073766 w 1542615"/>
                <a:gd name="connsiteY2494" fmla="*/ 340982 h 831143"/>
                <a:gd name="connsiteX2495" fmla="*/ 1070487 w 1542615"/>
                <a:gd name="connsiteY2495" fmla="*/ 340982 h 831143"/>
                <a:gd name="connsiteX2496" fmla="*/ 1073766 w 1542615"/>
                <a:gd name="connsiteY2496" fmla="*/ 340982 h 831143"/>
                <a:gd name="connsiteX2497" fmla="*/ 1077044 w 1542615"/>
                <a:gd name="connsiteY2497" fmla="*/ 339343 h 831143"/>
                <a:gd name="connsiteX2498" fmla="*/ 1073766 w 1542615"/>
                <a:gd name="connsiteY2498" fmla="*/ 337703 h 831143"/>
                <a:gd name="connsiteX2499" fmla="*/ 1070487 w 1542615"/>
                <a:gd name="connsiteY2499" fmla="*/ 337703 h 831143"/>
                <a:gd name="connsiteX2500" fmla="*/ 1065569 w 1542615"/>
                <a:gd name="connsiteY2500" fmla="*/ 337703 h 831143"/>
                <a:gd name="connsiteX2501" fmla="*/ 1062290 w 1542615"/>
                <a:gd name="connsiteY2501" fmla="*/ 339343 h 831143"/>
                <a:gd name="connsiteX2502" fmla="*/ 1057373 w 1542615"/>
                <a:gd name="connsiteY2502" fmla="*/ 337703 h 831143"/>
                <a:gd name="connsiteX2503" fmla="*/ 1054094 w 1542615"/>
                <a:gd name="connsiteY2503" fmla="*/ 336064 h 831143"/>
                <a:gd name="connsiteX2504" fmla="*/ 1057373 w 1542615"/>
                <a:gd name="connsiteY2504" fmla="*/ 337703 h 831143"/>
                <a:gd name="connsiteX2505" fmla="*/ 1062290 w 1542615"/>
                <a:gd name="connsiteY2505" fmla="*/ 337703 h 831143"/>
                <a:gd name="connsiteX2506" fmla="*/ 1065569 w 1542615"/>
                <a:gd name="connsiteY2506" fmla="*/ 337703 h 831143"/>
                <a:gd name="connsiteX2507" fmla="*/ 1070487 w 1542615"/>
                <a:gd name="connsiteY2507" fmla="*/ 336064 h 831143"/>
                <a:gd name="connsiteX2508" fmla="*/ 1073766 w 1542615"/>
                <a:gd name="connsiteY2508" fmla="*/ 336064 h 831143"/>
                <a:gd name="connsiteX2509" fmla="*/ 1077044 w 1542615"/>
                <a:gd name="connsiteY2509" fmla="*/ 337703 h 831143"/>
                <a:gd name="connsiteX2510" fmla="*/ 1081963 w 1542615"/>
                <a:gd name="connsiteY2510" fmla="*/ 339343 h 831143"/>
                <a:gd name="connsiteX2511" fmla="*/ 1085241 w 1542615"/>
                <a:gd name="connsiteY2511" fmla="*/ 339343 h 831143"/>
                <a:gd name="connsiteX2512" fmla="*/ 1090159 w 1542615"/>
                <a:gd name="connsiteY2512" fmla="*/ 339343 h 831143"/>
                <a:gd name="connsiteX2513" fmla="*/ 1093438 w 1542615"/>
                <a:gd name="connsiteY2513" fmla="*/ 337703 h 831143"/>
                <a:gd name="connsiteX2514" fmla="*/ 1096716 w 1542615"/>
                <a:gd name="connsiteY2514" fmla="*/ 336064 h 831143"/>
                <a:gd name="connsiteX2515" fmla="*/ 1099995 w 1542615"/>
                <a:gd name="connsiteY2515" fmla="*/ 336064 h 831143"/>
                <a:gd name="connsiteX2516" fmla="*/ 1104913 w 1542615"/>
                <a:gd name="connsiteY2516" fmla="*/ 336064 h 831143"/>
                <a:gd name="connsiteX2517" fmla="*/ 1108192 w 1542615"/>
                <a:gd name="connsiteY2517" fmla="*/ 336064 h 831143"/>
                <a:gd name="connsiteX2518" fmla="*/ 1111470 w 1542615"/>
                <a:gd name="connsiteY2518" fmla="*/ 334425 h 831143"/>
                <a:gd name="connsiteX2519" fmla="*/ 1116388 w 1542615"/>
                <a:gd name="connsiteY2519" fmla="*/ 332785 h 831143"/>
                <a:gd name="connsiteX2520" fmla="*/ 1119667 w 1542615"/>
                <a:gd name="connsiteY2520" fmla="*/ 329507 h 831143"/>
                <a:gd name="connsiteX2521" fmla="*/ 1116388 w 1542615"/>
                <a:gd name="connsiteY2521" fmla="*/ 327867 h 831143"/>
                <a:gd name="connsiteX2522" fmla="*/ 1111470 w 1542615"/>
                <a:gd name="connsiteY2522" fmla="*/ 327867 h 831143"/>
                <a:gd name="connsiteX2523" fmla="*/ 1108192 w 1542615"/>
                <a:gd name="connsiteY2523" fmla="*/ 327867 h 831143"/>
                <a:gd name="connsiteX2524" fmla="*/ 1104913 w 1542615"/>
                <a:gd name="connsiteY2524" fmla="*/ 327867 h 831143"/>
                <a:gd name="connsiteX2525" fmla="*/ 1099995 w 1542615"/>
                <a:gd name="connsiteY2525" fmla="*/ 326228 h 831143"/>
                <a:gd name="connsiteX2526" fmla="*/ 1096716 w 1542615"/>
                <a:gd name="connsiteY2526" fmla="*/ 324589 h 831143"/>
                <a:gd name="connsiteX2527" fmla="*/ 1093438 w 1542615"/>
                <a:gd name="connsiteY2527" fmla="*/ 324589 h 831143"/>
                <a:gd name="connsiteX2528" fmla="*/ 1090159 w 1542615"/>
                <a:gd name="connsiteY2528" fmla="*/ 324589 h 831143"/>
                <a:gd name="connsiteX2529" fmla="*/ 1086880 w 1542615"/>
                <a:gd name="connsiteY2529" fmla="*/ 324589 h 831143"/>
                <a:gd name="connsiteX2530" fmla="*/ 1081963 w 1542615"/>
                <a:gd name="connsiteY2530" fmla="*/ 324589 h 831143"/>
                <a:gd name="connsiteX2531" fmla="*/ 1078684 w 1542615"/>
                <a:gd name="connsiteY2531" fmla="*/ 327867 h 831143"/>
                <a:gd name="connsiteX2532" fmla="*/ 1073766 w 1542615"/>
                <a:gd name="connsiteY2532" fmla="*/ 327867 h 831143"/>
                <a:gd name="connsiteX2533" fmla="*/ 1070487 w 1542615"/>
                <a:gd name="connsiteY2533" fmla="*/ 327867 h 831143"/>
                <a:gd name="connsiteX2534" fmla="*/ 1067208 w 1542615"/>
                <a:gd name="connsiteY2534" fmla="*/ 326228 h 831143"/>
                <a:gd name="connsiteX2535" fmla="*/ 1063930 w 1542615"/>
                <a:gd name="connsiteY2535" fmla="*/ 326228 h 831143"/>
                <a:gd name="connsiteX2536" fmla="*/ 1059011 w 1542615"/>
                <a:gd name="connsiteY2536" fmla="*/ 329507 h 831143"/>
                <a:gd name="connsiteX2537" fmla="*/ 1055733 w 1542615"/>
                <a:gd name="connsiteY2537" fmla="*/ 332785 h 831143"/>
                <a:gd name="connsiteX2538" fmla="*/ 1052454 w 1542615"/>
                <a:gd name="connsiteY2538" fmla="*/ 332785 h 831143"/>
                <a:gd name="connsiteX2539" fmla="*/ 1057373 w 1542615"/>
                <a:gd name="connsiteY2539" fmla="*/ 331146 h 831143"/>
                <a:gd name="connsiteX2540" fmla="*/ 1055733 w 1542615"/>
                <a:gd name="connsiteY2540" fmla="*/ 326228 h 831143"/>
                <a:gd name="connsiteX2541" fmla="*/ 1052454 w 1542615"/>
                <a:gd name="connsiteY2541" fmla="*/ 326228 h 831143"/>
                <a:gd name="connsiteX2542" fmla="*/ 1055733 w 1542615"/>
                <a:gd name="connsiteY2542" fmla="*/ 326228 h 831143"/>
                <a:gd name="connsiteX2543" fmla="*/ 1060651 w 1542615"/>
                <a:gd name="connsiteY2543" fmla="*/ 326228 h 831143"/>
                <a:gd name="connsiteX2544" fmla="*/ 1063930 w 1542615"/>
                <a:gd name="connsiteY2544" fmla="*/ 324589 h 831143"/>
                <a:gd name="connsiteX2545" fmla="*/ 1067208 w 1542615"/>
                <a:gd name="connsiteY2545" fmla="*/ 324589 h 831143"/>
                <a:gd name="connsiteX2546" fmla="*/ 1070487 w 1542615"/>
                <a:gd name="connsiteY2546" fmla="*/ 326228 h 831143"/>
                <a:gd name="connsiteX2547" fmla="*/ 1075405 w 1542615"/>
                <a:gd name="connsiteY2547" fmla="*/ 327867 h 831143"/>
                <a:gd name="connsiteX2548" fmla="*/ 1078684 w 1542615"/>
                <a:gd name="connsiteY2548" fmla="*/ 324589 h 831143"/>
                <a:gd name="connsiteX2549" fmla="*/ 1083601 w 1542615"/>
                <a:gd name="connsiteY2549" fmla="*/ 321310 h 831143"/>
                <a:gd name="connsiteX2550" fmla="*/ 1078684 w 1542615"/>
                <a:gd name="connsiteY2550" fmla="*/ 321310 h 831143"/>
                <a:gd name="connsiteX2551" fmla="*/ 1075405 w 1542615"/>
                <a:gd name="connsiteY2551" fmla="*/ 321310 h 831143"/>
                <a:gd name="connsiteX2552" fmla="*/ 1072126 w 1542615"/>
                <a:gd name="connsiteY2552" fmla="*/ 319671 h 831143"/>
                <a:gd name="connsiteX2553" fmla="*/ 1067208 w 1542615"/>
                <a:gd name="connsiteY2553" fmla="*/ 319671 h 831143"/>
                <a:gd name="connsiteX2554" fmla="*/ 1063930 w 1542615"/>
                <a:gd name="connsiteY2554" fmla="*/ 316392 h 831143"/>
                <a:gd name="connsiteX2555" fmla="*/ 1060651 w 1542615"/>
                <a:gd name="connsiteY2555" fmla="*/ 314753 h 831143"/>
                <a:gd name="connsiteX2556" fmla="*/ 1063930 w 1542615"/>
                <a:gd name="connsiteY2556" fmla="*/ 314753 h 831143"/>
                <a:gd name="connsiteX2557" fmla="*/ 1067208 w 1542615"/>
                <a:gd name="connsiteY2557" fmla="*/ 316392 h 831143"/>
                <a:gd name="connsiteX2558" fmla="*/ 1072126 w 1542615"/>
                <a:gd name="connsiteY2558" fmla="*/ 318031 h 831143"/>
                <a:gd name="connsiteX2559" fmla="*/ 1075405 w 1542615"/>
                <a:gd name="connsiteY2559" fmla="*/ 319671 h 831143"/>
                <a:gd name="connsiteX2560" fmla="*/ 1080323 w 1542615"/>
                <a:gd name="connsiteY2560" fmla="*/ 319671 h 831143"/>
                <a:gd name="connsiteX2561" fmla="*/ 1083601 w 1542615"/>
                <a:gd name="connsiteY2561" fmla="*/ 319671 h 831143"/>
                <a:gd name="connsiteX2562" fmla="*/ 1086880 w 1542615"/>
                <a:gd name="connsiteY2562" fmla="*/ 319671 h 831143"/>
                <a:gd name="connsiteX2563" fmla="*/ 1091798 w 1542615"/>
                <a:gd name="connsiteY2563" fmla="*/ 322949 h 831143"/>
                <a:gd name="connsiteX2564" fmla="*/ 1095077 w 1542615"/>
                <a:gd name="connsiteY2564" fmla="*/ 322949 h 831143"/>
                <a:gd name="connsiteX2565" fmla="*/ 1099995 w 1542615"/>
                <a:gd name="connsiteY2565" fmla="*/ 322949 h 831143"/>
                <a:gd name="connsiteX2566" fmla="*/ 1103274 w 1542615"/>
                <a:gd name="connsiteY2566" fmla="*/ 322949 h 831143"/>
                <a:gd name="connsiteX2567" fmla="*/ 1108192 w 1542615"/>
                <a:gd name="connsiteY2567" fmla="*/ 321310 h 831143"/>
                <a:gd name="connsiteX2568" fmla="*/ 1111470 w 1542615"/>
                <a:gd name="connsiteY2568" fmla="*/ 319671 h 831143"/>
                <a:gd name="connsiteX2569" fmla="*/ 1114749 w 1542615"/>
                <a:gd name="connsiteY2569" fmla="*/ 316392 h 831143"/>
                <a:gd name="connsiteX2570" fmla="*/ 1119667 w 1542615"/>
                <a:gd name="connsiteY2570" fmla="*/ 314753 h 831143"/>
                <a:gd name="connsiteX2571" fmla="*/ 1122946 w 1542615"/>
                <a:gd name="connsiteY2571" fmla="*/ 314753 h 831143"/>
                <a:gd name="connsiteX2572" fmla="*/ 1126224 w 1542615"/>
                <a:gd name="connsiteY2572" fmla="*/ 314753 h 831143"/>
                <a:gd name="connsiteX2573" fmla="*/ 1131143 w 1542615"/>
                <a:gd name="connsiteY2573" fmla="*/ 314753 h 831143"/>
                <a:gd name="connsiteX2574" fmla="*/ 1134421 w 1542615"/>
                <a:gd name="connsiteY2574" fmla="*/ 314753 h 831143"/>
                <a:gd name="connsiteX2575" fmla="*/ 1129503 w 1542615"/>
                <a:gd name="connsiteY2575" fmla="*/ 311474 h 831143"/>
                <a:gd name="connsiteX2576" fmla="*/ 1126224 w 1542615"/>
                <a:gd name="connsiteY2576" fmla="*/ 311474 h 831143"/>
                <a:gd name="connsiteX2577" fmla="*/ 1124585 w 1542615"/>
                <a:gd name="connsiteY2577" fmla="*/ 306556 h 831143"/>
                <a:gd name="connsiteX2578" fmla="*/ 1121307 w 1542615"/>
                <a:gd name="connsiteY2578" fmla="*/ 304917 h 831143"/>
                <a:gd name="connsiteX2579" fmla="*/ 1116388 w 1542615"/>
                <a:gd name="connsiteY2579" fmla="*/ 303277 h 831143"/>
                <a:gd name="connsiteX2580" fmla="*/ 1113110 w 1542615"/>
                <a:gd name="connsiteY2580" fmla="*/ 299999 h 831143"/>
                <a:gd name="connsiteX2581" fmla="*/ 1116388 w 1542615"/>
                <a:gd name="connsiteY2581" fmla="*/ 299999 h 831143"/>
                <a:gd name="connsiteX2582" fmla="*/ 1121307 w 1542615"/>
                <a:gd name="connsiteY2582" fmla="*/ 303277 h 831143"/>
                <a:gd name="connsiteX2583" fmla="*/ 1124585 w 1542615"/>
                <a:gd name="connsiteY2583" fmla="*/ 304917 h 831143"/>
                <a:gd name="connsiteX2584" fmla="*/ 1127864 w 1542615"/>
                <a:gd name="connsiteY2584" fmla="*/ 306556 h 831143"/>
                <a:gd name="connsiteX2585" fmla="*/ 1127864 w 1542615"/>
                <a:gd name="connsiteY2585" fmla="*/ 309835 h 831143"/>
                <a:gd name="connsiteX2586" fmla="*/ 1132782 w 1542615"/>
                <a:gd name="connsiteY2586" fmla="*/ 311474 h 831143"/>
                <a:gd name="connsiteX2587" fmla="*/ 1136060 w 1542615"/>
                <a:gd name="connsiteY2587" fmla="*/ 311474 h 831143"/>
                <a:gd name="connsiteX2588" fmla="*/ 1139339 w 1542615"/>
                <a:gd name="connsiteY2588" fmla="*/ 311474 h 831143"/>
                <a:gd name="connsiteX2589" fmla="*/ 1142618 w 1542615"/>
                <a:gd name="connsiteY2589" fmla="*/ 308195 h 831143"/>
                <a:gd name="connsiteX2590" fmla="*/ 1145897 w 1542615"/>
                <a:gd name="connsiteY2590" fmla="*/ 304917 h 831143"/>
                <a:gd name="connsiteX2591" fmla="*/ 1150814 w 1542615"/>
                <a:gd name="connsiteY2591" fmla="*/ 303277 h 831143"/>
                <a:gd name="connsiteX2592" fmla="*/ 1154093 w 1542615"/>
                <a:gd name="connsiteY2592" fmla="*/ 303277 h 831143"/>
                <a:gd name="connsiteX2593" fmla="*/ 1157372 w 1542615"/>
                <a:gd name="connsiteY2593" fmla="*/ 304917 h 831143"/>
                <a:gd name="connsiteX2594" fmla="*/ 1162290 w 1542615"/>
                <a:gd name="connsiteY2594" fmla="*/ 306556 h 831143"/>
                <a:gd name="connsiteX2595" fmla="*/ 1165568 w 1542615"/>
                <a:gd name="connsiteY2595" fmla="*/ 306556 h 831143"/>
                <a:gd name="connsiteX2596" fmla="*/ 1168847 w 1542615"/>
                <a:gd name="connsiteY2596" fmla="*/ 306556 h 831143"/>
                <a:gd name="connsiteX2597" fmla="*/ 1173765 w 1542615"/>
                <a:gd name="connsiteY2597" fmla="*/ 306556 h 831143"/>
                <a:gd name="connsiteX2598" fmla="*/ 1177044 w 1542615"/>
                <a:gd name="connsiteY2598" fmla="*/ 308195 h 831143"/>
                <a:gd name="connsiteX2599" fmla="*/ 1180323 w 1542615"/>
                <a:gd name="connsiteY2599" fmla="*/ 309835 h 831143"/>
                <a:gd name="connsiteX2600" fmla="*/ 1183601 w 1542615"/>
                <a:gd name="connsiteY2600" fmla="*/ 311474 h 831143"/>
                <a:gd name="connsiteX2601" fmla="*/ 1188519 w 1542615"/>
                <a:gd name="connsiteY2601" fmla="*/ 311474 h 831143"/>
                <a:gd name="connsiteX2602" fmla="*/ 1191798 w 1542615"/>
                <a:gd name="connsiteY2602" fmla="*/ 311474 h 831143"/>
                <a:gd name="connsiteX2603" fmla="*/ 1195077 w 1542615"/>
                <a:gd name="connsiteY2603" fmla="*/ 309835 h 831143"/>
                <a:gd name="connsiteX2604" fmla="*/ 1199995 w 1542615"/>
                <a:gd name="connsiteY2604" fmla="*/ 309835 h 831143"/>
                <a:gd name="connsiteX2605" fmla="*/ 1196716 w 1542615"/>
                <a:gd name="connsiteY2605" fmla="*/ 311474 h 831143"/>
                <a:gd name="connsiteX2606" fmla="*/ 1191798 w 1542615"/>
                <a:gd name="connsiteY2606" fmla="*/ 311474 h 831143"/>
                <a:gd name="connsiteX2607" fmla="*/ 1188519 w 1542615"/>
                <a:gd name="connsiteY2607" fmla="*/ 311474 h 831143"/>
                <a:gd name="connsiteX2608" fmla="*/ 1185241 w 1542615"/>
                <a:gd name="connsiteY2608" fmla="*/ 311474 h 831143"/>
                <a:gd name="connsiteX2609" fmla="*/ 1180323 w 1542615"/>
                <a:gd name="connsiteY2609" fmla="*/ 311474 h 831143"/>
                <a:gd name="connsiteX2610" fmla="*/ 1177044 w 1542615"/>
                <a:gd name="connsiteY2610" fmla="*/ 309835 h 831143"/>
                <a:gd name="connsiteX2611" fmla="*/ 1173765 w 1542615"/>
                <a:gd name="connsiteY2611" fmla="*/ 308195 h 831143"/>
                <a:gd name="connsiteX2612" fmla="*/ 1168847 w 1542615"/>
                <a:gd name="connsiteY2612" fmla="*/ 306556 h 831143"/>
                <a:gd name="connsiteX2613" fmla="*/ 1165568 w 1542615"/>
                <a:gd name="connsiteY2613" fmla="*/ 306556 h 831143"/>
                <a:gd name="connsiteX2614" fmla="*/ 1160651 w 1542615"/>
                <a:gd name="connsiteY2614" fmla="*/ 306556 h 831143"/>
                <a:gd name="connsiteX2615" fmla="*/ 1157372 w 1542615"/>
                <a:gd name="connsiteY2615" fmla="*/ 306556 h 831143"/>
                <a:gd name="connsiteX2616" fmla="*/ 1154093 w 1542615"/>
                <a:gd name="connsiteY2616" fmla="*/ 309835 h 831143"/>
                <a:gd name="connsiteX2617" fmla="*/ 1157372 w 1542615"/>
                <a:gd name="connsiteY2617" fmla="*/ 311474 h 831143"/>
                <a:gd name="connsiteX2618" fmla="*/ 1160651 w 1542615"/>
                <a:gd name="connsiteY2618" fmla="*/ 314753 h 831143"/>
                <a:gd name="connsiteX2619" fmla="*/ 1165568 w 1542615"/>
                <a:gd name="connsiteY2619" fmla="*/ 316392 h 831143"/>
                <a:gd name="connsiteX2620" fmla="*/ 1168847 w 1542615"/>
                <a:gd name="connsiteY2620" fmla="*/ 318031 h 831143"/>
                <a:gd name="connsiteX2621" fmla="*/ 1173765 w 1542615"/>
                <a:gd name="connsiteY2621" fmla="*/ 318031 h 831143"/>
                <a:gd name="connsiteX2622" fmla="*/ 1177044 w 1542615"/>
                <a:gd name="connsiteY2622" fmla="*/ 319671 h 831143"/>
                <a:gd name="connsiteX2623" fmla="*/ 1180323 w 1542615"/>
                <a:gd name="connsiteY2623" fmla="*/ 319671 h 831143"/>
                <a:gd name="connsiteX2624" fmla="*/ 1183601 w 1542615"/>
                <a:gd name="connsiteY2624" fmla="*/ 321310 h 831143"/>
                <a:gd name="connsiteX2625" fmla="*/ 1188519 w 1542615"/>
                <a:gd name="connsiteY2625" fmla="*/ 321310 h 831143"/>
                <a:gd name="connsiteX2626" fmla="*/ 1191798 w 1542615"/>
                <a:gd name="connsiteY2626" fmla="*/ 322949 h 831143"/>
                <a:gd name="connsiteX2627" fmla="*/ 1196716 w 1542615"/>
                <a:gd name="connsiteY2627" fmla="*/ 322949 h 831143"/>
                <a:gd name="connsiteX2628" fmla="*/ 1199995 w 1542615"/>
                <a:gd name="connsiteY2628" fmla="*/ 321310 h 831143"/>
                <a:gd name="connsiteX2629" fmla="*/ 1203273 w 1542615"/>
                <a:gd name="connsiteY2629" fmla="*/ 319671 h 831143"/>
                <a:gd name="connsiteX2630" fmla="*/ 1208191 w 1542615"/>
                <a:gd name="connsiteY2630" fmla="*/ 319671 h 831143"/>
                <a:gd name="connsiteX2631" fmla="*/ 1211470 w 1542615"/>
                <a:gd name="connsiteY2631" fmla="*/ 318031 h 831143"/>
                <a:gd name="connsiteX2632" fmla="*/ 1216388 w 1542615"/>
                <a:gd name="connsiteY2632" fmla="*/ 318031 h 831143"/>
                <a:gd name="connsiteX2633" fmla="*/ 1219667 w 1542615"/>
                <a:gd name="connsiteY2633" fmla="*/ 314753 h 831143"/>
                <a:gd name="connsiteX2634" fmla="*/ 1222945 w 1542615"/>
                <a:gd name="connsiteY2634" fmla="*/ 314753 h 831143"/>
                <a:gd name="connsiteX2635" fmla="*/ 1227863 w 1542615"/>
                <a:gd name="connsiteY2635" fmla="*/ 316392 h 831143"/>
                <a:gd name="connsiteX2636" fmla="*/ 1231142 w 1542615"/>
                <a:gd name="connsiteY2636" fmla="*/ 314753 h 831143"/>
                <a:gd name="connsiteX2637" fmla="*/ 1234421 w 1542615"/>
                <a:gd name="connsiteY2637" fmla="*/ 314753 h 831143"/>
                <a:gd name="connsiteX2638" fmla="*/ 1237700 w 1542615"/>
                <a:gd name="connsiteY2638" fmla="*/ 314753 h 831143"/>
                <a:gd name="connsiteX2639" fmla="*/ 1242617 w 1542615"/>
                <a:gd name="connsiteY2639" fmla="*/ 316392 h 831143"/>
                <a:gd name="connsiteX2640" fmla="*/ 1245896 w 1542615"/>
                <a:gd name="connsiteY2640" fmla="*/ 314753 h 831143"/>
                <a:gd name="connsiteX2641" fmla="*/ 1245896 w 1542615"/>
                <a:gd name="connsiteY2641" fmla="*/ 311474 h 831143"/>
                <a:gd name="connsiteX2642" fmla="*/ 1247535 w 1542615"/>
                <a:gd name="connsiteY2642" fmla="*/ 309835 h 831143"/>
                <a:gd name="connsiteX2643" fmla="*/ 1249175 w 1542615"/>
                <a:gd name="connsiteY2643" fmla="*/ 304917 h 831143"/>
                <a:gd name="connsiteX2644" fmla="*/ 1252453 w 1542615"/>
                <a:gd name="connsiteY2644" fmla="*/ 303277 h 831143"/>
                <a:gd name="connsiteX2645" fmla="*/ 1254093 w 1542615"/>
                <a:gd name="connsiteY2645" fmla="*/ 299999 h 831143"/>
                <a:gd name="connsiteX2646" fmla="*/ 1250814 w 1542615"/>
                <a:gd name="connsiteY2646" fmla="*/ 299999 h 831143"/>
                <a:gd name="connsiteX2647" fmla="*/ 1245896 w 1542615"/>
                <a:gd name="connsiteY2647" fmla="*/ 299999 h 831143"/>
                <a:gd name="connsiteX2648" fmla="*/ 1242617 w 1542615"/>
                <a:gd name="connsiteY2648" fmla="*/ 299999 h 831143"/>
                <a:gd name="connsiteX2649" fmla="*/ 1239338 w 1542615"/>
                <a:gd name="connsiteY2649" fmla="*/ 298359 h 831143"/>
                <a:gd name="connsiteX2650" fmla="*/ 1234421 w 1542615"/>
                <a:gd name="connsiteY2650" fmla="*/ 298359 h 831143"/>
                <a:gd name="connsiteX2651" fmla="*/ 1231142 w 1542615"/>
                <a:gd name="connsiteY2651" fmla="*/ 296720 h 831143"/>
                <a:gd name="connsiteX2652" fmla="*/ 1227863 w 1542615"/>
                <a:gd name="connsiteY2652" fmla="*/ 296720 h 831143"/>
                <a:gd name="connsiteX2653" fmla="*/ 1222945 w 1542615"/>
                <a:gd name="connsiteY2653" fmla="*/ 295081 h 831143"/>
                <a:gd name="connsiteX2654" fmla="*/ 1219667 w 1542615"/>
                <a:gd name="connsiteY2654" fmla="*/ 293441 h 831143"/>
                <a:gd name="connsiteX2655" fmla="*/ 1214748 w 1542615"/>
                <a:gd name="connsiteY2655" fmla="*/ 295081 h 831143"/>
                <a:gd name="connsiteX2656" fmla="*/ 1213109 w 1542615"/>
                <a:gd name="connsiteY2656" fmla="*/ 298359 h 831143"/>
                <a:gd name="connsiteX2657" fmla="*/ 1216388 w 1542615"/>
                <a:gd name="connsiteY2657" fmla="*/ 303277 h 831143"/>
                <a:gd name="connsiteX2658" fmla="*/ 1214748 w 1542615"/>
                <a:gd name="connsiteY2658" fmla="*/ 306556 h 831143"/>
                <a:gd name="connsiteX2659" fmla="*/ 1211470 w 1542615"/>
                <a:gd name="connsiteY2659" fmla="*/ 308195 h 831143"/>
                <a:gd name="connsiteX2660" fmla="*/ 1213109 w 1542615"/>
                <a:gd name="connsiteY2660" fmla="*/ 304917 h 831143"/>
                <a:gd name="connsiteX2661" fmla="*/ 1214748 w 1542615"/>
                <a:gd name="connsiteY2661" fmla="*/ 301638 h 831143"/>
                <a:gd name="connsiteX2662" fmla="*/ 1211470 w 1542615"/>
                <a:gd name="connsiteY2662" fmla="*/ 296720 h 831143"/>
                <a:gd name="connsiteX2663" fmla="*/ 1206552 w 1542615"/>
                <a:gd name="connsiteY2663" fmla="*/ 295081 h 831143"/>
                <a:gd name="connsiteX2664" fmla="*/ 1203273 w 1542615"/>
                <a:gd name="connsiteY2664" fmla="*/ 295081 h 831143"/>
                <a:gd name="connsiteX2665" fmla="*/ 1198355 w 1542615"/>
                <a:gd name="connsiteY2665" fmla="*/ 293441 h 831143"/>
                <a:gd name="connsiteX2666" fmla="*/ 1203273 w 1542615"/>
                <a:gd name="connsiteY2666" fmla="*/ 293441 h 831143"/>
                <a:gd name="connsiteX2667" fmla="*/ 1206552 w 1542615"/>
                <a:gd name="connsiteY2667" fmla="*/ 293441 h 831143"/>
                <a:gd name="connsiteX2668" fmla="*/ 1209831 w 1542615"/>
                <a:gd name="connsiteY2668" fmla="*/ 290163 h 831143"/>
                <a:gd name="connsiteX2669" fmla="*/ 1206552 w 1542615"/>
                <a:gd name="connsiteY2669" fmla="*/ 286884 h 831143"/>
                <a:gd name="connsiteX2670" fmla="*/ 1203273 w 1542615"/>
                <a:gd name="connsiteY2670" fmla="*/ 285245 h 831143"/>
                <a:gd name="connsiteX2671" fmla="*/ 1206552 w 1542615"/>
                <a:gd name="connsiteY2671" fmla="*/ 286884 h 831143"/>
                <a:gd name="connsiteX2672" fmla="*/ 1209831 w 1542615"/>
                <a:gd name="connsiteY2672" fmla="*/ 285245 h 831143"/>
                <a:gd name="connsiteX2673" fmla="*/ 1214748 w 1542615"/>
                <a:gd name="connsiteY2673" fmla="*/ 285245 h 831143"/>
                <a:gd name="connsiteX2674" fmla="*/ 1218027 w 1542615"/>
                <a:gd name="connsiteY2674" fmla="*/ 283605 h 831143"/>
                <a:gd name="connsiteX2675" fmla="*/ 1221306 w 1542615"/>
                <a:gd name="connsiteY2675" fmla="*/ 281966 h 831143"/>
                <a:gd name="connsiteX2676" fmla="*/ 1219667 w 1542615"/>
                <a:gd name="connsiteY2676" fmla="*/ 278687 h 831143"/>
                <a:gd name="connsiteX2677" fmla="*/ 1214748 w 1542615"/>
                <a:gd name="connsiteY2677" fmla="*/ 275409 h 831143"/>
                <a:gd name="connsiteX2678" fmla="*/ 1219667 w 1542615"/>
                <a:gd name="connsiteY2678" fmla="*/ 277048 h 831143"/>
                <a:gd name="connsiteX2679" fmla="*/ 1222945 w 1542615"/>
                <a:gd name="connsiteY2679" fmla="*/ 280327 h 831143"/>
                <a:gd name="connsiteX2680" fmla="*/ 1227863 w 1542615"/>
                <a:gd name="connsiteY2680" fmla="*/ 280327 h 831143"/>
                <a:gd name="connsiteX2681" fmla="*/ 1231142 w 1542615"/>
                <a:gd name="connsiteY2681" fmla="*/ 280327 h 831143"/>
                <a:gd name="connsiteX2682" fmla="*/ 1234421 w 1542615"/>
                <a:gd name="connsiteY2682" fmla="*/ 280327 h 831143"/>
                <a:gd name="connsiteX2683" fmla="*/ 1239338 w 1542615"/>
                <a:gd name="connsiteY2683" fmla="*/ 280327 h 831143"/>
                <a:gd name="connsiteX2684" fmla="*/ 1242617 w 1542615"/>
                <a:gd name="connsiteY2684" fmla="*/ 280327 h 831143"/>
                <a:gd name="connsiteX2685" fmla="*/ 1247535 w 1542615"/>
                <a:gd name="connsiteY2685" fmla="*/ 280327 h 831143"/>
                <a:gd name="connsiteX2686" fmla="*/ 1250814 w 1542615"/>
                <a:gd name="connsiteY2686" fmla="*/ 280327 h 831143"/>
                <a:gd name="connsiteX2687" fmla="*/ 1254093 w 1542615"/>
                <a:gd name="connsiteY2687" fmla="*/ 280327 h 831143"/>
                <a:gd name="connsiteX2688" fmla="*/ 1259011 w 1542615"/>
                <a:gd name="connsiteY2688" fmla="*/ 280327 h 831143"/>
                <a:gd name="connsiteX2689" fmla="*/ 1262290 w 1542615"/>
                <a:gd name="connsiteY2689" fmla="*/ 285245 h 831143"/>
                <a:gd name="connsiteX2690" fmla="*/ 1265568 w 1542615"/>
                <a:gd name="connsiteY2690" fmla="*/ 286884 h 831143"/>
                <a:gd name="connsiteX2691" fmla="*/ 1267207 w 1542615"/>
                <a:gd name="connsiteY2691" fmla="*/ 286884 h 831143"/>
                <a:gd name="connsiteX2692" fmla="*/ 1270486 w 1542615"/>
                <a:gd name="connsiteY2692" fmla="*/ 286884 h 831143"/>
                <a:gd name="connsiteX2693" fmla="*/ 1273765 w 1542615"/>
                <a:gd name="connsiteY2693" fmla="*/ 288523 h 831143"/>
                <a:gd name="connsiteX2694" fmla="*/ 1277044 w 1542615"/>
                <a:gd name="connsiteY2694" fmla="*/ 288523 h 831143"/>
                <a:gd name="connsiteX2695" fmla="*/ 1281961 w 1542615"/>
                <a:gd name="connsiteY2695" fmla="*/ 286884 h 831143"/>
                <a:gd name="connsiteX2696" fmla="*/ 1285240 w 1542615"/>
                <a:gd name="connsiteY2696" fmla="*/ 286884 h 831143"/>
                <a:gd name="connsiteX2697" fmla="*/ 1288519 w 1542615"/>
                <a:gd name="connsiteY2697" fmla="*/ 285245 h 831143"/>
                <a:gd name="connsiteX2698" fmla="*/ 1293437 w 1542615"/>
                <a:gd name="connsiteY2698" fmla="*/ 281966 h 831143"/>
                <a:gd name="connsiteX2699" fmla="*/ 1296715 w 1542615"/>
                <a:gd name="connsiteY2699" fmla="*/ 278687 h 831143"/>
                <a:gd name="connsiteX2700" fmla="*/ 1293437 w 1542615"/>
                <a:gd name="connsiteY2700" fmla="*/ 278687 h 831143"/>
                <a:gd name="connsiteX2701" fmla="*/ 1290158 w 1542615"/>
                <a:gd name="connsiteY2701" fmla="*/ 277048 h 831143"/>
                <a:gd name="connsiteX2702" fmla="*/ 1290158 w 1542615"/>
                <a:gd name="connsiteY2702" fmla="*/ 272130 h 831143"/>
                <a:gd name="connsiteX2703" fmla="*/ 1285240 w 1542615"/>
                <a:gd name="connsiteY2703" fmla="*/ 273769 h 831143"/>
                <a:gd name="connsiteX2704" fmla="*/ 1281961 w 1542615"/>
                <a:gd name="connsiteY2704" fmla="*/ 273769 h 831143"/>
                <a:gd name="connsiteX2705" fmla="*/ 1278683 w 1542615"/>
                <a:gd name="connsiteY2705" fmla="*/ 275409 h 831143"/>
                <a:gd name="connsiteX2706" fmla="*/ 1275404 w 1542615"/>
                <a:gd name="connsiteY2706" fmla="*/ 275409 h 831143"/>
                <a:gd name="connsiteX2707" fmla="*/ 1270486 w 1542615"/>
                <a:gd name="connsiteY2707" fmla="*/ 275409 h 831143"/>
                <a:gd name="connsiteX2708" fmla="*/ 1267207 w 1542615"/>
                <a:gd name="connsiteY2708" fmla="*/ 272130 h 831143"/>
                <a:gd name="connsiteX2709" fmla="*/ 1263929 w 1542615"/>
                <a:gd name="connsiteY2709" fmla="*/ 273769 h 831143"/>
                <a:gd name="connsiteX2710" fmla="*/ 1259011 w 1542615"/>
                <a:gd name="connsiteY2710" fmla="*/ 272130 h 831143"/>
                <a:gd name="connsiteX2711" fmla="*/ 1255732 w 1542615"/>
                <a:gd name="connsiteY2711" fmla="*/ 273769 h 831143"/>
                <a:gd name="connsiteX2712" fmla="*/ 1252453 w 1542615"/>
                <a:gd name="connsiteY2712" fmla="*/ 273769 h 831143"/>
                <a:gd name="connsiteX2713" fmla="*/ 1247535 w 1542615"/>
                <a:gd name="connsiteY2713" fmla="*/ 273769 h 831143"/>
                <a:gd name="connsiteX2714" fmla="*/ 1244257 w 1542615"/>
                <a:gd name="connsiteY2714" fmla="*/ 273769 h 831143"/>
                <a:gd name="connsiteX2715" fmla="*/ 1247535 w 1542615"/>
                <a:gd name="connsiteY2715" fmla="*/ 273769 h 831143"/>
                <a:gd name="connsiteX2716" fmla="*/ 1252453 w 1542615"/>
                <a:gd name="connsiteY2716" fmla="*/ 272130 h 831143"/>
                <a:gd name="connsiteX2717" fmla="*/ 1255732 w 1542615"/>
                <a:gd name="connsiteY2717" fmla="*/ 270491 h 831143"/>
                <a:gd name="connsiteX2718" fmla="*/ 1254093 w 1542615"/>
                <a:gd name="connsiteY2718" fmla="*/ 267212 h 831143"/>
                <a:gd name="connsiteX2719" fmla="*/ 1255732 w 1542615"/>
                <a:gd name="connsiteY2719" fmla="*/ 263933 h 831143"/>
                <a:gd name="connsiteX2720" fmla="*/ 1259011 w 1542615"/>
                <a:gd name="connsiteY2720" fmla="*/ 259015 h 831143"/>
                <a:gd name="connsiteX2721" fmla="*/ 1255732 w 1542615"/>
                <a:gd name="connsiteY2721" fmla="*/ 259015 h 831143"/>
                <a:gd name="connsiteX2722" fmla="*/ 1250814 w 1542615"/>
                <a:gd name="connsiteY2722" fmla="*/ 259015 h 831143"/>
                <a:gd name="connsiteX2723" fmla="*/ 1247535 w 1542615"/>
                <a:gd name="connsiteY2723" fmla="*/ 259015 h 831143"/>
                <a:gd name="connsiteX2724" fmla="*/ 1242617 w 1542615"/>
                <a:gd name="connsiteY2724" fmla="*/ 260655 h 831143"/>
                <a:gd name="connsiteX2725" fmla="*/ 1239338 w 1542615"/>
                <a:gd name="connsiteY2725" fmla="*/ 260655 h 831143"/>
                <a:gd name="connsiteX2726" fmla="*/ 1234421 w 1542615"/>
                <a:gd name="connsiteY2726" fmla="*/ 262294 h 831143"/>
                <a:gd name="connsiteX2727" fmla="*/ 1231142 w 1542615"/>
                <a:gd name="connsiteY2727" fmla="*/ 263933 h 831143"/>
                <a:gd name="connsiteX2728" fmla="*/ 1227863 w 1542615"/>
                <a:gd name="connsiteY2728" fmla="*/ 262294 h 831143"/>
                <a:gd name="connsiteX2729" fmla="*/ 1222945 w 1542615"/>
                <a:gd name="connsiteY2729" fmla="*/ 260655 h 831143"/>
                <a:gd name="connsiteX2730" fmla="*/ 1219667 w 1542615"/>
                <a:gd name="connsiteY2730" fmla="*/ 257376 h 831143"/>
                <a:gd name="connsiteX2731" fmla="*/ 1216388 w 1542615"/>
                <a:gd name="connsiteY2731" fmla="*/ 257376 h 831143"/>
                <a:gd name="connsiteX2732" fmla="*/ 1219667 w 1542615"/>
                <a:gd name="connsiteY2732" fmla="*/ 257376 h 831143"/>
                <a:gd name="connsiteX2733" fmla="*/ 1222945 w 1542615"/>
                <a:gd name="connsiteY2733" fmla="*/ 257376 h 831143"/>
                <a:gd name="connsiteX2734" fmla="*/ 1227863 w 1542615"/>
                <a:gd name="connsiteY2734" fmla="*/ 260655 h 831143"/>
                <a:gd name="connsiteX2735" fmla="*/ 1231142 w 1542615"/>
                <a:gd name="connsiteY2735" fmla="*/ 262294 h 831143"/>
                <a:gd name="connsiteX2736" fmla="*/ 1236060 w 1542615"/>
                <a:gd name="connsiteY2736" fmla="*/ 260655 h 831143"/>
                <a:gd name="connsiteX2737" fmla="*/ 1239338 w 1542615"/>
                <a:gd name="connsiteY2737" fmla="*/ 259015 h 831143"/>
                <a:gd name="connsiteX2738" fmla="*/ 1242617 w 1542615"/>
                <a:gd name="connsiteY2738" fmla="*/ 257376 h 831143"/>
                <a:gd name="connsiteX2739" fmla="*/ 1247535 w 1542615"/>
                <a:gd name="connsiteY2739" fmla="*/ 257376 h 831143"/>
                <a:gd name="connsiteX2740" fmla="*/ 1250814 w 1542615"/>
                <a:gd name="connsiteY2740" fmla="*/ 257376 h 831143"/>
                <a:gd name="connsiteX2741" fmla="*/ 1254093 w 1542615"/>
                <a:gd name="connsiteY2741" fmla="*/ 257376 h 831143"/>
                <a:gd name="connsiteX2742" fmla="*/ 1259011 w 1542615"/>
                <a:gd name="connsiteY2742" fmla="*/ 257376 h 831143"/>
                <a:gd name="connsiteX2743" fmla="*/ 1262290 w 1542615"/>
                <a:gd name="connsiteY2743" fmla="*/ 257376 h 831143"/>
                <a:gd name="connsiteX2744" fmla="*/ 1259011 w 1542615"/>
                <a:gd name="connsiteY2744" fmla="*/ 254097 h 831143"/>
                <a:gd name="connsiteX2745" fmla="*/ 1255732 w 1542615"/>
                <a:gd name="connsiteY2745" fmla="*/ 252458 h 831143"/>
                <a:gd name="connsiteX2746" fmla="*/ 1250814 w 1542615"/>
                <a:gd name="connsiteY2746" fmla="*/ 250819 h 831143"/>
                <a:gd name="connsiteX2747" fmla="*/ 1247535 w 1542615"/>
                <a:gd name="connsiteY2747" fmla="*/ 249179 h 831143"/>
                <a:gd name="connsiteX2748" fmla="*/ 1244257 w 1542615"/>
                <a:gd name="connsiteY2748" fmla="*/ 247540 h 831143"/>
                <a:gd name="connsiteX2749" fmla="*/ 1240978 w 1542615"/>
                <a:gd name="connsiteY2749" fmla="*/ 247540 h 831143"/>
                <a:gd name="connsiteX2750" fmla="*/ 1236060 w 1542615"/>
                <a:gd name="connsiteY2750" fmla="*/ 245901 h 831143"/>
                <a:gd name="connsiteX2751" fmla="*/ 1232781 w 1542615"/>
                <a:gd name="connsiteY2751" fmla="*/ 245901 h 831143"/>
                <a:gd name="connsiteX2752" fmla="*/ 1227863 w 1542615"/>
                <a:gd name="connsiteY2752" fmla="*/ 245901 h 831143"/>
                <a:gd name="connsiteX2753" fmla="*/ 1224585 w 1542615"/>
                <a:gd name="connsiteY2753" fmla="*/ 245901 h 831143"/>
                <a:gd name="connsiteX2754" fmla="*/ 1227863 w 1542615"/>
                <a:gd name="connsiteY2754" fmla="*/ 245901 h 831143"/>
                <a:gd name="connsiteX2755" fmla="*/ 1232781 w 1542615"/>
                <a:gd name="connsiteY2755" fmla="*/ 245901 h 831143"/>
                <a:gd name="connsiteX2756" fmla="*/ 1236060 w 1542615"/>
                <a:gd name="connsiteY2756" fmla="*/ 245901 h 831143"/>
                <a:gd name="connsiteX2757" fmla="*/ 1240978 w 1542615"/>
                <a:gd name="connsiteY2757" fmla="*/ 245901 h 831143"/>
                <a:gd name="connsiteX2758" fmla="*/ 1237700 w 1542615"/>
                <a:gd name="connsiteY2758" fmla="*/ 242622 h 831143"/>
                <a:gd name="connsiteX2759" fmla="*/ 1232781 w 1542615"/>
                <a:gd name="connsiteY2759" fmla="*/ 240982 h 831143"/>
                <a:gd name="connsiteX2760" fmla="*/ 1229503 w 1542615"/>
                <a:gd name="connsiteY2760" fmla="*/ 240982 h 831143"/>
                <a:gd name="connsiteX2761" fmla="*/ 1224585 w 1542615"/>
                <a:gd name="connsiteY2761" fmla="*/ 240982 h 831143"/>
                <a:gd name="connsiteX2762" fmla="*/ 1229503 w 1542615"/>
                <a:gd name="connsiteY2762" fmla="*/ 239343 h 831143"/>
                <a:gd name="connsiteX2763" fmla="*/ 1234421 w 1542615"/>
                <a:gd name="connsiteY2763" fmla="*/ 240982 h 831143"/>
                <a:gd name="connsiteX2764" fmla="*/ 1237700 w 1542615"/>
                <a:gd name="connsiteY2764" fmla="*/ 240982 h 831143"/>
                <a:gd name="connsiteX2765" fmla="*/ 1240978 w 1542615"/>
                <a:gd name="connsiteY2765" fmla="*/ 242622 h 831143"/>
                <a:gd name="connsiteX2766" fmla="*/ 1245896 w 1542615"/>
                <a:gd name="connsiteY2766" fmla="*/ 244261 h 831143"/>
                <a:gd name="connsiteX2767" fmla="*/ 1249175 w 1542615"/>
                <a:gd name="connsiteY2767" fmla="*/ 247540 h 831143"/>
                <a:gd name="connsiteX2768" fmla="*/ 1252453 w 1542615"/>
                <a:gd name="connsiteY2768" fmla="*/ 249179 h 831143"/>
                <a:gd name="connsiteX2769" fmla="*/ 1257371 w 1542615"/>
                <a:gd name="connsiteY2769" fmla="*/ 250819 h 831143"/>
                <a:gd name="connsiteX2770" fmla="*/ 1260650 w 1542615"/>
                <a:gd name="connsiteY2770" fmla="*/ 252458 h 831143"/>
                <a:gd name="connsiteX2771" fmla="*/ 1265568 w 1542615"/>
                <a:gd name="connsiteY2771" fmla="*/ 250819 h 831143"/>
                <a:gd name="connsiteX2772" fmla="*/ 1268847 w 1542615"/>
                <a:gd name="connsiteY2772" fmla="*/ 250819 h 831143"/>
                <a:gd name="connsiteX2773" fmla="*/ 1272125 w 1542615"/>
                <a:gd name="connsiteY2773" fmla="*/ 250819 h 831143"/>
                <a:gd name="connsiteX2774" fmla="*/ 1277044 w 1542615"/>
                <a:gd name="connsiteY2774" fmla="*/ 250819 h 831143"/>
                <a:gd name="connsiteX2775" fmla="*/ 1278683 w 1542615"/>
                <a:gd name="connsiteY2775" fmla="*/ 250819 h 831143"/>
                <a:gd name="connsiteX2776" fmla="*/ 1278683 w 1542615"/>
                <a:gd name="connsiteY2776" fmla="*/ 252458 h 831143"/>
                <a:gd name="connsiteX2777" fmla="*/ 1277044 w 1542615"/>
                <a:gd name="connsiteY2777" fmla="*/ 255737 h 831143"/>
                <a:gd name="connsiteX2778" fmla="*/ 1280322 w 1542615"/>
                <a:gd name="connsiteY2778" fmla="*/ 257376 h 831143"/>
                <a:gd name="connsiteX2779" fmla="*/ 1285240 w 1542615"/>
                <a:gd name="connsiteY2779" fmla="*/ 257376 h 831143"/>
                <a:gd name="connsiteX2780" fmla="*/ 1288519 w 1542615"/>
                <a:gd name="connsiteY2780" fmla="*/ 255737 h 831143"/>
                <a:gd name="connsiteX2781" fmla="*/ 1291797 w 1542615"/>
                <a:gd name="connsiteY2781" fmla="*/ 254097 h 831143"/>
                <a:gd name="connsiteX2782" fmla="*/ 1295076 w 1542615"/>
                <a:gd name="connsiteY2782" fmla="*/ 250819 h 831143"/>
                <a:gd name="connsiteX2783" fmla="*/ 1296715 w 1542615"/>
                <a:gd name="connsiteY2783" fmla="*/ 245901 h 831143"/>
                <a:gd name="connsiteX2784" fmla="*/ 1296715 w 1542615"/>
                <a:gd name="connsiteY2784" fmla="*/ 242622 h 831143"/>
                <a:gd name="connsiteX2785" fmla="*/ 1293437 w 1542615"/>
                <a:gd name="connsiteY2785" fmla="*/ 239343 h 831143"/>
                <a:gd name="connsiteX2786" fmla="*/ 1296715 w 1542615"/>
                <a:gd name="connsiteY2786" fmla="*/ 236065 h 831143"/>
                <a:gd name="connsiteX2787" fmla="*/ 1293437 w 1542615"/>
                <a:gd name="connsiteY2787" fmla="*/ 232786 h 831143"/>
                <a:gd name="connsiteX2788" fmla="*/ 1288519 w 1542615"/>
                <a:gd name="connsiteY2788" fmla="*/ 231146 h 831143"/>
                <a:gd name="connsiteX2789" fmla="*/ 1285240 w 1542615"/>
                <a:gd name="connsiteY2789" fmla="*/ 229507 h 831143"/>
                <a:gd name="connsiteX2790" fmla="*/ 1281961 w 1542615"/>
                <a:gd name="connsiteY2790" fmla="*/ 229507 h 831143"/>
                <a:gd name="connsiteX2791" fmla="*/ 1277044 w 1542615"/>
                <a:gd name="connsiteY2791" fmla="*/ 229507 h 831143"/>
                <a:gd name="connsiteX2792" fmla="*/ 1273765 w 1542615"/>
                <a:gd name="connsiteY2792" fmla="*/ 229507 h 831143"/>
                <a:gd name="connsiteX2793" fmla="*/ 1270486 w 1542615"/>
                <a:gd name="connsiteY2793" fmla="*/ 229507 h 831143"/>
                <a:gd name="connsiteX2794" fmla="*/ 1265568 w 1542615"/>
                <a:gd name="connsiteY2794" fmla="*/ 229507 h 831143"/>
                <a:gd name="connsiteX2795" fmla="*/ 1262290 w 1542615"/>
                <a:gd name="connsiteY2795" fmla="*/ 229507 h 831143"/>
                <a:gd name="connsiteX2796" fmla="*/ 1257371 w 1542615"/>
                <a:gd name="connsiteY2796" fmla="*/ 229507 h 831143"/>
                <a:gd name="connsiteX2797" fmla="*/ 1254093 w 1542615"/>
                <a:gd name="connsiteY2797" fmla="*/ 229507 h 831143"/>
                <a:gd name="connsiteX2798" fmla="*/ 1250814 w 1542615"/>
                <a:gd name="connsiteY2798" fmla="*/ 229507 h 831143"/>
                <a:gd name="connsiteX2799" fmla="*/ 1245896 w 1542615"/>
                <a:gd name="connsiteY2799" fmla="*/ 229507 h 831143"/>
                <a:gd name="connsiteX2800" fmla="*/ 1242617 w 1542615"/>
                <a:gd name="connsiteY2800" fmla="*/ 229507 h 831143"/>
                <a:gd name="connsiteX2801" fmla="*/ 1237700 w 1542615"/>
                <a:gd name="connsiteY2801" fmla="*/ 229507 h 831143"/>
                <a:gd name="connsiteX2802" fmla="*/ 1242617 w 1542615"/>
                <a:gd name="connsiteY2802" fmla="*/ 229507 h 831143"/>
                <a:gd name="connsiteX2803" fmla="*/ 1245896 w 1542615"/>
                <a:gd name="connsiteY2803" fmla="*/ 227868 h 831143"/>
                <a:gd name="connsiteX2804" fmla="*/ 1250814 w 1542615"/>
                <a:gd name="connsiteY2804" fmla="*/ 229507 h 831143"/>
                <a:gd name="connsiteX2805" fmla="*/ 1254093 w 1542615"/>
                <a:gd name="connsiteY2805" fmla="*/ 227868 h 831143"/>
                <a:gd name="connsiteX2806" fmla="*/ 1257371 w 1542615"/>
                <a:gd name="connsiteY2806" fmla="*/ 227868 h 831143"/>
                <a:gd name="connsiteX2807" fmla="*/ 1262290 w 1542615"/>
                <a:gd name="connsiteY2807" fmla="*/ 227868 h 831143"/>
                <a:gd name="connsiteX2808" fmla="*/ 1265568 w 1542615"/>
                <a:gd name="connsiteY2808" fmla="*/ 227868 h 831143"/>
                <a:gd name="connsiteX2809" fmla="*/ 1270486 w 1542615"/>
                <a:gd name="connsiteY2809" fmla="*/ 227868 h 831143"/>
                <a:gd name="connsiteX2810" fmla="*/ 1273765 w 1542615"/>
                <a:gd name="connsiteY2810" fmla="*/ 227868 h 831143"/>
                <a:gd name="connsiteX2811" fmla="*/ 1277044 w 1542615"/>
                <a:gd name="connsiteY2811" fmla="*/ 227868 h 831143"/>
                <a:gd name="connsiteX2812" fmla="*/ 1281961 w 1542615"/>
                <a:gd name="connsiteY2812" fmla="*/ 227868 h 831143"/>
                <a:gd name="connsiteX2813" fmla="*/ 1285240 w 1542615"/>
                <a:gd name="connsiteY2813" fmla="*/ 226229 h 831143"/>
                <a:gd name="connsiteX2814" fmla="*/ 1286880 w 1542615"/>
                <a:gd name="connsiteY2814" fmla="*/ 226229 h 831143"/>
                <a:gd name="connsiteX2815" fmla="*/ 1290158 w 1542615"/>
                <a:gd name="connsiteY2815" fmla="*/ 226229 h 831143"/>
                <a:gd name="connsiteX2816" fmla="*/ 1295076 w 1542615"/>
                <a:gd name="connsiteY2816" fmla="*/ 226229 h 831143"/>
                <a:gd name="connsiteX2817" fmla="*/ 1295076 w 1542615"/>
                <a:gd name="connsiteY2817" fmla="*/ 222950 h 831143"/>
                <a:gd name="connsiteX2818" fmla="*/ 1291797 w 1542615"/>
                <a:gd name="connsiteY2818" fmla="*/ 219671 h 831143"/>
                <a:gd name="connsiteX2819" fmla="*/ 1288519 w 1542615"/>
                <a:gd name="connsiteY2819" fmla="*/ 219671 h 831143"/>
                <a:gd name="connsiteX2820" fmla="*/ 1285240 w 1542615"/>
                <a:gd name="connsiteY2820" fmla="*/ 219671 h 831143"/>
                <a:gd name="connsiteX2821" fmla="*/ 1281961 w 1542615"/>
                <a:gd name="connsiteY2821" fmla="*/ 219671 h 831143"/>
                <a:gd name="connsiteX2822" fmla="*/ 1277044 w 1542615"/>
                <a:gd name="connsiteY2822" fmla="*/ 219671 h 831143"/>
                <a:gd name="connsiteX2823" fmla="*/ 1273765 w 1542615"/>
                <a:gd name="connsiteY2823" fmla="*/ 219671 h 831143"/>
                <a:gd name="connsiteX2824" fmla="*/ 1270486 w 1542615"/>
                <a:gd name="connsiteY2824" fmla="*/ 218032 h 831143"/>
                <a:gd name="connsiteX2825" fmla="*/ 1265568 w 1542615"/>
                <a:gd name="connsiteY2825" fmla="*/ 218032 h 831143"/>
                <a:gd name="connsiteX2826" fmla="*/ 1262290 w 1542615"/>
                <a:gd name="connsiteY2826" fmla="*/ 218032 h 831143"/>
                <a:gd name="connsiteX2827" fmla="*/ 1265568 w 1542615"/>
                <a:gd name="connsiteY2827" fmla="*/ 219671 h 831143"/>
                <a:gd name="connsiteX2828" fmla="*/ 1270486 w 1542615"/>
                <a:gd name="connsiteY2828" fmla="*/ 221310 h 831143"/>
                <a:gd name="connsiteX2829" fmla="*/ 1273765 w 1542615"/>
                <a:gd name="connsiteY2829" fmla="*/ 222950 h 831143"/>
                <a:gd name="connsiteX2830" fmla="*/ 1277044 w 1542615"/>
                <a:gd name="connsiteY2830" fmla="*/ 222950 h 831143"/>
                <a:gd name="connsiteX2831" fmla="*/ 1273765 w 1542615"/>
                <a:gd name="connsiteY2831" fmla="*/ 222950 h 831143"/>
                <a:gd name="connsiteX2832" fmla="*/ 1270486 w 1542615"/>
                <a:gd name="connsiteY2832" fmla="*/ 221310 h 831143"/>
                <a:gd name="connsiteX2833" fmla="*/ 1265568 w 1542615"/>
                <a:gd name="connsiteY2833" fmla="*/ 221310 h 831143"/>
                <a:gd name="connsiteX2834" fmla="*/ 1262290 w 1542615"/>
                <a:gd name="connsiteY2834" fmla="*/ 219671 h 831143"/>
                <a:gd name="connsiteX2835" fmla="*/ 1259011 w 1542615"/>
                <a:gd name="connsiteY2835" fmla="*/ 218032 h 831143"/>
                <a:gd name="connsiteX2836" fmla="*/ 1254093 w 1542615"/>
                <a:gd name="connsiteY2836" fmla="*/ 219671 h 831143"/>
                <a:gd name="connsiteX2837" fmla="*/ 1250814 w 1542615"/>
                <a:gd name="connsiteY2837" fmla="*/ 219671 h 831143"/>
                <a:gd name="connsiteX2838" fmla="*/ 1245896 w 1542615"/>
                <a:gd name="connsiteY2838" fmla="*/ 219671 h 831143"/>
                <a:gd name="connsiteX2839" fmla="*/ 1249175 w 1542615"/>
                <a:gd name="connsiteY2839" fmla="*/ 216392 h 831143"/>
                <a:gd name="connsiteX2840" fmla="*/ 1245896 w 1542615"/>
                <a:gd name="connsiteY2840" fmla="*/ 213114 h 831143"/>
                <a:gd name="connsiteX2841" fmla="*/ 1240978 w 1542615"/>
                <a:gd name="connsiteY2841" fmla="*/ 213114 h 831143"/>
                <a:gd name="connsiteX2842" fmla="*/ 1237700 w 1542615"/>
                <a:gd name="connsiteY2842" fmla="*/ 214753 h 831143"/>
                <a:gd name="connsiteX2843" fmla="*/ 1234421 w 1542615"/>
                <a:gd name="connsiteY2843" fmla="*/ 213114 h 831143"/>
                <a:gd name="connsiteX2844" fmla="*/ 1229503 w 1542615"/>
                <a:gd name="connsiteY2844" fmla="*/ 213114 h 831143"/>
                <a:gd name="connsiteX2845" fmla="*/ 1234421 w 1542615"/>
                <a:gd name="connsiteY2845" fmla="*/ 211474 h 831143"/>
                <a:gd name="connsiteX2846" fmla="*/ 1237700 w 1542615"/>
                <a:gd name="connsiteY2846" fmla="*/ 213114 h 831143"/>
                <a:gd name="connsiteX2847" fmla="*/ 1240978 w 1542615"/>
                <a:gd name="connsiteY2847" fmla="*/ 213114 h 831143"/>
                <a:gd name="connsiteX2848" fmla="*/ 1245896 w 1542615"/>
                <a:gd name="connsiteY2848" fmla="*/ 213114 h 831143"/>
                <a:gd name="connsiteX2849" fmla="*/ 1249175 w 1542615"/>
                <a:gd name="connsiteY2849" fmla="*/ 211474 h 831143"/>
                <a:gd name="connsiteX2850" fmla="*/ 1244257 w 1542615"/>
                <a:gd name="connsiteY2850" fmla="*/ 211474 h 831143"/>
                <a:gd name="connsiteX2851" fmla="*/ 1240978 w 1542615"/>
                <a:gd name="connsiteY2851" fmla="*/ 213114 h 831143"/>
                <a:gd name="connsiteX2852" fmla="*/ 1244257 w 1542615"/>
                <a:gd name="connsiteY2852" fmla="*/ 211474 h 831143"/>
                <a:gd name="connsiteX2853" fmla="*/ 1249175 w 1542615"/>
                <a:gd name="connsiteY2853" fmla="*/ 211474 h 831143"/>
                <a:gd name="connsiteX2854" fmla="*/ 1244257 w 1542615"/>
                <a:gd name="connsiteY2854" fmla="*/ 209835 h 831143"/>
                <a:gd name="connsiteX2855" fmla="*/ 1240978 w 1542615"/>
                <a:gd name="connsiteY2855" fmla="*/ 209835 h 831143"/>
                <a:gd name="connsiteX2856" fmla="*/ 1244257 w 1542615"/>
                <a:gd name="connsiteY2856" fmla="*/ 208196 h 831143"/>
                <a:gd name="connsiteX2857" fmla="*/ 1240978 w 1542615"/>
                <a:gd name="connsiteY2857" fmla="*/ 208196 h 831143"/>
                <a:gd name="connsiteX2858" fmla="*/ 1237700 w 1542615"/>
                <a:gd name="connsiteY2858" fmla="*/ 206556 h 831143"/>
                <a:gd name="connsiteX2859" fmla="*/ 1232781 w 1542615"/>
                <a:gd name="connsiteY2859" fmla="*/ 211474 h 831143"/>
                <a:gd name="connsiteX2860" fmla="*/ 1231142 w 1542615"/>
                <a:gd name="connsiteY2860" fmla="*/ 206556 h 831143"/>
                <a:gd name="connsiteX2861" fmla="*/ 1227863 w 1542615"/>
                <a:gd name="connsiteY2861" fmla="*/ 204917 h 831143"/>
                <a:gd name="connsiteX2862" fmla="*/ 1231142 w 1542615"/>
                <a:gd name="connsiteY2862" fmla="*/ 203278 h 831143"/>
                <a:gd name="connsiteX2863" fmla="*/ 1234421 w 1542615"/>
                <a:gd name="connsiteY2863" fmla="*/ 203278 h 831143"/>
                <a:gd name="connsiteX2864" fmla="*/ 1237700 w 1542615"/>
                <a:gd name="connsiteY2864" fmla="*/ 199999 h 831143"/>
                <a:gd name="connsiteX2865" fmla="*/ 1242617 w 1542615"/>
                <a:gd name="connsiteY2865" fmla="*/ 199999 h 831143"/>
                <a:gd name="connsiteX2866" fmla="*/ 1245896 w 1542615"/>
                <a:gd name="connsiteY2866" fmla="*/ 201638 h 831143"/>
                <a:gd name="connsiteX2867" fmla="*/ 1249175 w 1542615"/>
                <a:gd name="connsiteY2867" fmla="*/ 204917 h 831143"/>
                <a:gd name="connsiteX2868" fmla="*/ 1254093 w 1542615"/>
                <a:gd name="connsiteY2868" fmla="*/ 206556 h 831143"/>
                <a:gd name="connsiteX2869" fmla="*/ 1257371 w 1542615"/>
                <a:gd name="connsiteY2869" fmla="*/ 204917 h 831143"/>
                <a:gd name="connsiteX2870" fmla="*/ 1260650 w 1542615"/>
                <a:gd name="connsiteY2870" fmla="*/ 203278 h 831143"/>
                <a:gd name="connsiteX2871" fmla="*/ 1265568 w 1542615"/>
                <a:gd name="connsiteY2871" fmla="*/ 201638 h 831143"/>
                <a:gd name="connsiteX2872" fmla="*/ 1268847 w 1542615"/>
                <a:gd name="connsiteY2872" fmla="*/ 201638 h 831143"/>
                <a:gd name="connsiteX2873" fmla="*/ 1273765 w 1542615"/>
                <a:gd name="connsiteY2873" fmla="*/ 199999 h 831143"/>
                <a:gd name="connsiteX2874" fmla="*/ 1268847 w 1542615"/>
                <a:gd name="connsiteY2874" fmla="*/ 198360 h 831143"/>
                <a:gd name="connsiteX2875" fmla="*/ 1265568 w 1542615"/>
                <a:gd name="connsiteY2875" fmla="*/ 198360 h 831143"/>
                <a:gd name="connsiteX2876" fmla="*/ 1262290 w 1542615"/>
                <a:gd name="connsiteY2876" fmla="*/ 198360 h 831143"/>
                <a:gd name="connsiteX2877" fmla="*/ 1257371 w 1542615"/>
                <a:gd name="connsiteY2877" fmla="*/ 198360 h 831143"/>
                <a:gd name="connsiteX2878" fmla="*/ 1254093 w 1542615"/>
                <a:gd name="connsiteY2878" fmla="*/ 198360 h 831143"/>
                <a:gd name="connsiteX2879" fmla="*/ 1257371 w 1542615"/>
                <a:gd name="connsiteY2879" fmla="*/ 198360 h 831143"/>
                <a:gd name="connsiteX2880" fmla="*/ 1262290 w 1542615"/>
                <a:gd name="connsiteY2880" fmla="*/ 198360 h 831143"/>
                <a:gd name="connsiteX2881" fmla="*/ 1265568 w 1542615"/>
                <a:gd name="connsiteY2881" fmla="*/ 198360 h 831143"/>
                <a:gd name="connsiteX2882" fmla="*/ 1268847 w 1542615"/>
                <a:gd name="connsiteY2882" fmla="*/ 198360 h 831143"/>
                <a:gd name="connsiteX2883" fmla="*/ 1273765 w 1542615"/>
                <a:gd name="connsiteY2883" fmla="*/ 198360 h 831143"/>
                <a:gd name="connsiteX2884" fmla="*/ 1277044 w 1542615"/>
                <a:gd name="connsiteY2884" fmla="*/ 198360 h 831143"/>
                <a:gd name="connsiteX2885" fmla="*/ 1280322 w 1542615"/>
                <a:gd name="connsiteY2885" fmla="*/ 198360 h 831143"/>
                <a:gd name="connsiteX2886" fmla="*/ 1277044 w 1542615"/>
                <a:gd name="connsiteY2886" fmla="*/ 196720 h 831143"/>
                <a:gd name="connsiteX2887" fmla="*/ 1272125 w 1542615"/>
                <a:gd name="connsiteY2887" fmla="*/ 196720 h 831143"/>
                <a:gd name="connsiteX2888" fmla="*/ 1277044 w 1542615"/>
                <a:gd name="connsiteY2888" fmla="*/ 195081 h 831143"/>
                <a:gd name="connsiteX2889" fmla="*/ 1281961 w 1542615"/>
                <a:gd name="connsiteY2889" fmla="*/ 195081 h 831143"/>
                <a:gd name="connsiteX2890" fmla="*/ 1285240 w 1542615"/>
                <a:gd name="connsiteY2890" fmla="*/ 195081 h 831143"/>
                <a:gd name="connsiteX2891" fmla="*/ 1288519 w 1542615"/>
                <a:gd name="connsiteY2891" fmla="*/ 195081 h 831143"/>
                <a:gd name="connsiteX2892" fmla="*/ 1291797 w 1542615"/>
                <a:gd name="connsiteY2892" fmla="*/ 196720 h 831143"/>
                <a:gd name="connsiteX2893" fmla="*/ 1296715 w 1542615"/>
                <a:gd name="connsiteY2893" fmla="*/ 196720 h 831143"/>
                <a:gd name="connsiteX2894" fmla="*/ 1298355 w 1542615"/>
                <a:gd name="connsiteY2894" fmla="*/ 196720 h 831143"/>
                <a:gd name="connsiteX2895" fmla="*/ 1301634 w 1542615"/>
                <a:gd name="connsiteY2895" fmla="*/ 196720 h 831143"/>
                <a:gd name="connsiteX2896" fmla="*/ 1304912 w 1542615"/>
                <a:gd name="connsiteY2896" fmla="*/ 196720 h 831143"/>
                <a:gd name="connsiteX2897" fmla="*/ 1308191 w 1542615"/>
                <a:gd name="connsiteY2897" fmla="*/ 198360 h 831143"/>
                <a:gd name="connsiteX2898" fmla="*/ 1313109 w 1542615"/>
                <a:gd name="connsiteY2898" fmla="*/ 198360 h 831143"/>
                <a:gd name="connsiteX2899" fmla="*/ 1316388 w 1542615"/>
                <a:gd name="connsiteY2899" fmla="*/ 198360 h 831143"/>
                <a:gd name="connsiteX2900" fmla="*/ 1321305 w 1542615"/>
                <a:gd name="connsiteY2900" fmla="*/ 199999 h 831143"/>
                <a:gd name="connsiteX2901" fmla="*/ 1324584 w 1542615"/>
                <a:gd name="connsiteY2901" fmla="*/ 199999 h 831143"/>
                <a:gd name="connsiteX2902" fmla="*/ 1327863 w 1542615"/>
                <a:gd name="connsiteY2902" fmla="*/ 199999 h 831143"/>
                <a:gd name="connsiteX2903" fmla="*/ 1331141 w 1542615"/>
                <a:gd name="connsiteY2903" fmla="*/ 201638 h 831143"/>
                <a:gd name="connsiteX2904" fmla="*/ 1336060 w 1542615"/>
                <a:gd name="connsiteY2904" fmla="*/ 199999 h 831143"/>
                <a:gd name="connsiteX2905" fmla="*/ 1339338 w 1542615"/>
                <a:gd name="connsiteY2905" fmla="*/ 199999 h 831143"/>
                <a:gd name="connsiteX2906" fmla="*/ 1344256 w 1542615"/>
                <a:gd name="connsiteY2906" fmla="*/ 198360 h 831143"/>
                <a:gd name="connsiteX2907" fmla="*/ 1345895 w 1542615"/>
                <a:gd name="connsiteY2907" fmla="*/ 195081 h 831143"/>
                <a:gd name="connsiteX2908" fmla="*/ 1345895 w 1542615"/>
                <a:gd name="connsiteY2908" fmla="*/ 190163 h 831143"/>
                <a:gd name="connsiteX2909" fmla="*/ 1345895 w 1542615"/>
                <a:gd name="connsiteY2909" fmla="*/ 186884 h 831143"/>
                <a:gd name="connsiteX2910" fmla="*/ 1342617 w 1542615"/>
                <a:gd name="connsiteY2910" fmla="*/ 183606 h 831143"/>
                <a:gd name="connsiteX2911" fmla="*/ 1339338 w 1542615"/>
                <a:gd name="connsiteY2911" fmla="*/ 183606 h 831143"/>
                <a:gd name="connsiteX2912" fmla="*/ 1334420 w 1542615"/>
                <a:gd name="connsiteY2912" fmla="*/ 183606 h 831143"/>
                <a:gd name="connsiteX2913" fmla="*/ 1331141 w 1542615"/>
                <a:gd name="connsiteY2913" fmla="*/ 181966 h 831143"/>
                <a:gd name="connsiteX2914" fmla="*/ 1327863 w 1542615"/>
                <a:gd name="connsiteY2914" fmla="*/ 183606 h 831143"/>
                <a:gd name="connsiteX2915" fmla="*/ 1322945 w 1542615"/>
                <a:gd name="connsiteY2915" fmla="*/ 186884 h 831143"/>
                <a:gd name="connsiteX2916" fmla="*/ 1319666 w 1542615"/>
                <a:gd name="connsiteY2916" fmla="*/ 186884 h 831143"/>
                <a:gd name="connsiteX2917" fmla="*/ 1314748 w 1542615"/>
                <a:gd name="connsiteY2917" fmla="*/ 186884 h 831143"/>
                <a:gd name="connsiteX2918" fmla="*/ 1313109 w 1542615"/>
                <a:gd name="connsiteY2918" fmla="*/ 183606 h 831143"/>
                <a:gd name="connsiteX2919" fmla="*/ 1309830 w 1542615"/>
                <a:gd name="connsiteY2919" fmla="*/ 181966 h 831143"/>
                <a:gd name="connsiteX2920" fmla="*/ 1306551 w 1542615"/>
                <a:gd name="connsiteY2920" fmla="*/ 181966 h 831143"/>
                <a:gd name="connsiteX2921" fmla="*/ 1303273 w 1542615"/>
                <a:gd name="connsiteY2921" fmla="*/ 181966 h 831143"/>
                <a:gd name="connsiteX2922" fmla="*/ 1298355 w 1542615"/>
                <a:gd name="connsiteY2922" fmla="*/ 181966 h 831143"/>
                <a:gd name="connsiteX2923" fmla="*/ 1295076 w 1542615"/>
                <a:gd name="connsiteY2923" fmla="*/ 181966 h 831143"/>
                <a:gd name="connsiteX2924" fmla="*/ 1291797 w 1542615"/>
                <a:gd name="connsiteY2924" fmla="*/ 181966 h 831143"/>
                <a:gd name="connsiteX2925" fmla="*/ 1286880 w 1542615"/>
                <a:gd name="connsiteY2925" fmla="*/ 180327 h 831143"/>
                <a:gd name="connsiteX2926" fmla="*/ 1290158 w 1542615"/>
                <a:gd name="connsiteY2926" fmla="*/ 180327 h 831143"/>
                <a:gd name="connsiteX2927" fmla="*/ 1295076 w 1542615"/>
                <a:gd name="connsiteY2927" fmla="*/ 180327 h 831143"/>
                <a:gd name="connsiteX2928" fmla="*/ 1298355 w 1542615"/>
                <a:gd name="connsiteY2928" fmla="*/ 180327 h 831143"/>
                <a:gd name="connsiteX2929" fmla="*/ 1303273 w 1542615"/>
                <a:gd name="connsiteY2929" fmla="*/ 180327 h 831143"/>
                <a:gd name="connsiteX2930" fmla="*/ 1298355 w 1542615"/>
                <a:gd name="connsiteY2930" fmla="*/ 180327 h 831143"/>
                <a:gd name="connsiteX2931" fmla="*/ 1295076 w 1542615"/>
                <a:gd name="connsiteY2931" fmla="*/ 178688 h 831143"/>
                <a:gd name="connsiteX2932" fmla="*/ 1290158 w 1542615"/>
                <a:gd name="connsiteY2932" fmla="*/ 178688 h 831143"/>
                <a:gd name="connsiteX2933" fmla="*/ 1286880 w 1542615"/>
                <a:gd name="connsiteY2933" fmla="*/ 178688 h 831143"/>
                <a:gd name="connsiteX2934" fmla="*/ 1283601 w 1542615"/>
                <a:gd name="connsiteY2934" fmla="*/ 177048 h 831143"/>
                <a:gd name="connsiteX2935" fmla="*/ 1278683 w 1542615"/>
                <a:gd name="connsiteY2935" fmla="*/ 177048 h 831143"/>
                <a:gd name="connsiteX2936" fmla="*/ 1281961 w 1542615"/>
                <a:gd name="connsiteY2936" fmla="*/ 177048 h 831143"/>
                <a:gd name="connsiteX2937" fmla="*/ 1286880 w 1542615"/>
                <a:gd name="connsiteY2937" fmla="*/ 177048 h 831143"/>
                <a:gd name="connsiteX2938" fmla="*/ 1290158 w 1542615"/>
                <a:gd name="connsiteY2938" fmla="*/ 178688 h 831143"/>
                <a:gd name="connsiteX2939" fmla="*/ 1295076 w 1542615"/>
                <a:gd name="connsiteY2939" fmla="*/ 177048 h 831143"/>
                <a:gd name="connsiteX2940" fmla="*/ 1290158 w 1542615"/>
                <a:gd name="connsiteY2940" fmla="*/ 177048 h 831143"/>
                <a:gd name="connsiteX2941" fmla="*/ 1295076 w 1542615"/>
                <a:gd name="connsiteY2941" fmla="*/ 175409 h 831143"/>
                <a:gd name="connsiteX2942" fmla="*/ 1298355 w 1542615"/>
                <a:gd name="connsiteY2942" fmla="*/ 177048 h 831143"/>
                <a:gd name="connsiteX2943" fmla="*/ 1295076 w 1542615"/>
                <a:gd name="connsiteY2943" fmla="*/ 173770 h 831143"/>
                <a:gd name="connsiteX2944" fmla="*/ 1290158 w 1542615"/>
                <a:gd name="connsiteY2944" fmla="*/ 173770 h 831143"/>
                <a:gd name="connsiteX2945" fmla="*/ 1286880 w 1542615"/>
                <a:gd name="connsiteY2945" fmla="*/ 173770 h 831143"/>
                <a:gd name="connsiteX2946" fmla="*/ 1283601 w 1542615"/>
                <a:gd name="connsiteY2946" fmla="*/ 173770 h 831143"/>
                <a:gd name="connsiteX2947" fmla="*/ 1286880 w 1542615"/>
                <a:gd name="connsiteY2947" fmla="*/ 172130 h 831143"/>
                <a:gd name="connsiteX2948" fmla="*/ 1291797 w 1542615"/>
                <a:gd name="connsiteY2948" fmla="*/ 170491 h 831143"/>
                <a:gd name="connsiteX2949" fmla="*/ 1295076 w 1542615"/>
                <a:gd name="connsiteY2949" fmla="*/ 172130 h 831143"/>
                <a:gd name="connsiteX2950" fmla="*/ 1298355 w 1542615"/>
                <a:gd name="connsiteY2950" fmla="*/ 170491 h 831143"/>
                <a:gd name="connsiteX2951" fmla="*/ 1301634 w 1542615"/>
                <a:gd name="connsiteY2951" fmla="*/ 170491 h 831143"/>
                <a:gd name="connsiteX2952" fmla="*/ 1306551 w 1542615"/>
                <a:gd name="connsiteY2952" fmla="*/ 170491 h 831143"/>
                <a:gd name="connsiteX2953" fmla="*/ 1306551 w 1542615"/>
                <a:gd name="connsiteY2953" fmla="*/ 170491 h 831143"/>
                <a:gd name="connsiteX2954" fmla="*/ 1309830 w 1542615"/>
                <a:gd name="connsiteY2954" fmla="*/ 172130 h 831143"/>
                <a:gd name="connsiteX2955" fmla="*/ 1314748 w 1542615"/>
                <a:gd name="connsiteY2955" fmla="*/ 173770 h 831143"/>
                <a:gd name="connsiteX2956" fmla="*/ 1318027 w 1542615"/>
                <a:gd name="connsiteY2956" fmla="*/ 175409 h 831143"/>
                <a:gd name="connsiteX2957" fmla="*/ 1321305 w 1542615"/>
                <a:gd name="connsiteY2957" fmla="*/ 175409 h 831143"/>
                <a:gd name="connsiteX2958" fmla="*/ 1326224 w 1542615"/>
                <a:gd name="connsiteY2958" fmla="*/ 175409 h 831143"/>
                <a:gd name="connsiteX2959" fmla="*/ 1329502 w 1542615"/>
                <a:gd name="connsiteY2959" fmla="*/ 173770 h 831143"/>
                <a:gd name="connsiteX2960" fmla="*/ 1327863 w 1542615"/>
                <a:gd name="connsiteY2960" fmla="*/ 170491 h 831143"/>
                <a:gd name="connsiteX2961" fmla="*/ 1324584 w 1542615"/>
                <a:gd name="connsiteY2961" fmla="*/ 168852 h 831143"/>
                <a:gd name="connsiteX2962" fmla="*/ 1319666 w 1542615"/>
                <a:gd name="connsiteY2962" fmla="*/ 168852 h 831143"/>
                <a:gd name="connsiteX2963" fmla="*/ 1316388 w 1542615"/>
                <a:gd name="connsiteY2963" fmla="*/ 168852 h 831143"/>
                <a:gd name="connsiteX2964" fmla="*/ 1311470 w 1542615"/>
                <a:gd name="connsiteY2964" fmla="*/ 168852 h 831143"/>
                <a:gd name="connsiteX2965" fmla="*/ 1308191 w 1542615"/>
                <a:gd name="connsiteY2965" fmla="*/ 167212 h 831143"/>
                <a:gd name="connsiteX2966" fmla="*/ 1303273 w 1542615"/>
                <a:gd name="connsiteY2966" fmla="*/ 167212 h 831143"/>
                <a:gd name="connsiteX2967" fmla="*/ 1299994 w 1542615"/>
                <a:gd name="connsiteY2967" fmla="*/ 165573 h 831143"/>
                <a:gd name="connsiteX2968" fmla="*/ 1296715 w 1542615"/>
                <a:gd name="connsiteY2968" fmla="*/ 163934 h 831143"/>
                <a:gd name="connsiteX2969" fmla="*/ 1291797 w 1542615"/>
                <a:gd name="connsiteY2969" fmla="*/ 162294 h 831143"/>
                <a:gd name="connsiteX2970" fmla="*/ 1288519 w 1542615"/>
                <a:gd name="connsiteY2970" fmla="*/ 162294 h 831143"/>
                <a:gd name="connsiteX2971" fmla="*/ 1285240 w 1542615"/>
                <a:gd name="connsiteY2971" fmla="*/ 162294 h 831143"/>
                <a:gd name="connsiteX2972" fmla="*/ 1281961 w 1542615"/>
                <a:gd name="connsiteY2972" fmla="*/ 163934 h 831143"/>
                <a:gd name="connsiteX2973" fmla="*/ 1277044 w 1542615"/>
                <a:gd name="connsiteY2973" fmla="*/ 165573 h 831143"/>
                <a:gd name="connsiteX2974" fmla="*/ 1273765 w 1542615"/>
                <a:gd name="connsiteY2974" fmla="*/ 168852 h 831143"/>
                <a:gd name="connsiteX2975" fmla="*/ 1272125 w 1542615"/>
                <a:gd name="connsiteY2975" fmla="*/ 172130 h 831143"/>
                <a:gd name="connsiteX2976" fmla="*/ 1267207 w 1542615"/>
                <a:gd name="connsiteY2976" fmla="*/ 175409 h 831143"/>
                <a:gd name="connsiteX2977" fmla="*/ 1263929 w 1542615"/>
                <a:gd name="connsiteY2977" fmla="*/ 177048 h 831143"/>
                <a:gd name="connsiteX2978" fmla="*/ 1267207 w 1542615"/>
                <a:gd name="connsiteY2978" fmla="*/ 173770 h 831143"/>
                <a:gd name="connsiteX2979" fmla="*/ 1263929 w 1542615"/>
                <a:gd name="connsiteY2979" fmla="*/ 172130 h 831143"/>
                <a:gd name="connsiteX2980" fmla="*/ 1259011 w 1542615"/>
                <a:gd name="connsiteY2980" fmla="*/ 172130 h 831143"/>
                <a:gd name="connsiteX2981" fmla="*/ 1255732 w 1542615"/>
                <a:gd name="connsiteY2981" fmla="*/ 172130 h 831143"/>
                <a:gd name="connsiteX2982" fmla="*/ 1259011 w 1542615"/>
                <a:gd name="connsiteY2982" fmla="*/ 168852 h 831143"/>
                <a:gd name="connsiteX2983" fmla="*/ 1263929 w 1542615"/>
                <a:gd name="connsiteY2983" fmla="*/ 167212 h 831143"/>
                <a:gd name="connsiteX2984" fmla="*/ 1267207 w 1542615"/>
                <a:gd name="connsiteY2984" fmla="*/ 165573 h 831143"/>
                <a:gd name="connsiteX2985" fmla="*/ 1268847 w 1542615"/>
                <a:gd name="connsiteY2985" fmla="*/ 162294 h 831143"/>
                <a:gd name="connsiteX2986" fmla="*/ 1272125 w 1542615"/>
                <a:gd name="connsiteY2986" fmla="*/ 160655 h 831143"/>
                <a:gd name="connsiteX2987" fmla="*/ 1277044 w 1542615"/>
                <a:gd name="connsiteY2987" fmla="*/ 159016 h 831143"/>
                <a:gd name="connsiteX2988" fmla="*/ 1272125 w 1542615"/>
                <a:gd name="connsiteY2988" fmla="*/ 159016 h 831143"/>
                <a:gd name="connsiteX2989" fmla="*/ 1268847 w 1542615"/>
                <a:gd name="connsiteY2989" fmla="*/ 157376 h 831143"/>
                <a:gd name="connsiteX2990" fmla="*/ 1272125 w 1542615"/>
                <a:gd name="connsiteY2990" fmla="*/ 157376 h 831143"/>
                <a:gd name="connsiteX2991" fmla="*/ 1277044 w 1542615"/>
                <a:gd name="connsiteY2991" fmla="*/ 157376 h 831143"/>
                <a:gd name="connsiteX2992" fmla="*/ 1280322 w 1542615"/>
                <a:gd name="connsiteY2992" fmla="*/ 155737 h 831143"/>
                <a:gd name="connsiteX2993" fmla="*/ 1281961 w 1542615"/>
                <a:gd name="connsiteY2993" fmla="*/ 150819 h 831143"/>
                <a:gd name="connsiteX2994" fmla="*/ 1285240 w 1542615"/>
                <a:gd name="connsiteY2994" fmla="*/ 149180 h 831143"/>
                <a:gd name="connsiteX2995" fmla="*/ 1288519 w 1542615"/>
                <a:gd name="connsiteY2995" fmla="*/ 145901 h 831143"/>
                <a:gd name="connsiteX2996" fmla="*/ 1291797 w 1542615"/>
                <a:gd name="connsiteY2996" fmla="*/ 144262 h 831143"/>
                <a:gd name="connsiteX2997" fmla="*/ 1288519 w 1542615"/>
                <a:gd name="connsiteY2997" fmla="*/ 140983 h 831143"/>
                <a:gd name="connsiteX2998" fmla="*/ 1285240 w 1542615"/>
                <a:gd name="connsiteY2998" fmla="*/ 142622 h 831143"/>
                <a:gd name="connsiteX2999" fmla="*/ 1288519 w 1542615"/>
                <a:gd name="connsiteY2999" fmla="*/ 140983 h 831143"/>
                <a:gd name="connsiteX3000" fmla="*/ 1291797 w 1542615"/>
                <a:gd name="connsiteY3000" fmla="*/ 140983 h 831143"/>
                <a:gd name="connsiteX3001" fmla="*/ 1295076 w 1542615"/>
                <a:gd name="connsiteY3001" fmla="*/ 136065 h 831143"/>
                <a:gd name="connsiteX3002" fmla="*/ 1291797 w 1542615"/>
                <a:gd name="connsiteY3002" fmla="*/ 136065 h 831143"/>
                <a:gd name="connsiteX3003" fmla="*/ 1295076 w 1542615"/>
                <a:gd name="connsiteY3003" fmla="*/ 136065 h 831143"/>
                <a:gd name="connsiteX3004" fmla="*/ 1298355 w 1542615"/>
                <a:gd name="connsiteY3004" fmla="*/ 134426 h 831143"/>
                <a:gd name="connsiteX3005" fmla="*/ 1303273 w 1542615"/>
                <a:gd name="connsiteY3005" fmla="*/ 134426 h 831143"/>
                <a:gd name="connsiteX3006" fmla="*/ 1306551 w 1542615"/>
                <a:gd name="connsiteY3006" fmla="*/ 132786 h 831143"/>
                <a:gd name="connsiteX3007" fmla="*/ 1311470 w 1542615"/>
                <a:gd name="connsiteY3007" fmla="*/ 134426 h 831143"/>
                <a:gd name="connsiteX3008" fmla="*/ 1314748 w 1542615"/>
                <a:gd name="connsiteY3008" fmla="*/ 134426 h 831143"/>
                <a:gd name="connsiteX3009" fmla="*/ 1319666 w 1542615"/>
                <a:gd name="connsiteY3009" fmla="*/ 134426 h 831143"/>
                <a:gd name="connsiteX3010" fmla="*/ 1321305 w 1542615"/>
                <a:gd name="connsiteY3010" fmla="*/ 134426 h 831143"/>
                <a:gd name="connsiteX3011" fmla="*/ 1322945 w 1542615"/>
                <a:gd name="connsiteY3011" fmla="*/ 129508 h 831143"/>
                <a:gd name="connsiteX3012" fmla="*/ 1322945 w 1542615"/>
                <a:gd name="connsiteY3012" fmla="*/ 129508 h 831143"/>
                <a:gd name="connsiteX3013" fmla="*/ 1322945 w 1542615"/>
                <a:gd name="connsiteY3013" fmla="*/ 127868 h 831143"/>
                <a:gd name="connsiteX3014" fmla="*/ 1324584 w 1542615"/>
                <a:gd name="connsiteY3014" fmla="*/ 126229 h 831143"/>
                <a:gd name="connsiteX3015" fmla="*/ 1329502 w 1542615"/>
                <a:gd name="connsiteY3015" fmla="*/ 126229 h 831143"/>
                <a:gd name="connsiteX3016" fmla="*/ 1334420 w 1542615"/>
                <a:gd name="connsiteY3016" fmla="*/ 126229 h 831143"/>
                <a:gd name="connsiteX3017" fmla="*/ 1337699 w 1542615"/>
                <a:gd name="connsiteY3017" fmla="*/ 122950 h 831143"/>
                <a:gd name="connsiteX3018" fmla="*/ 1340978 w 1542615"/>
                <a:gd name="connsiteY3018" fmla="*/ 121311 h 831143"/>
                <a:gd name="connsiteX3019" fmla="*/ 1345895 w 1542615"/>
                <a:gd name="connsiteY3019" fmla="*/ 122950 h 831143"/>
                <a:gd name="connsiteX3020" fmla="*/ 1349174 w 1542615"/>
                <a:gd name="connsiteY3020" fmla="*/ 119672 h 831143"/>
                <a:gd name="connsiteX3021" fmla="*/ 1345895 w 1542615"/>
                <a:gd name="connsiteY3021" fmla="*/ 119672 h 831143"/>
                <a:gd name="connsiteX3022" fmla="*/ 1340978 w 1542615"/>
                <a:gd name="connsiteY3022" fmla="*/ 119672 h 831143"/>
                <a:gd name="connsiteX3023" fmla="*/ 1337699 w 1542615"/>
                <a:gd name="connsiteY3023" fmla="*/ 119672 h 831143"/>
                <a:gd name="connsiteX3024" fmla="*/ 1334420 w 1542615"/>
                <a:gd name="connsiteY3024" fmla="*/ 122950 h 831143"/>
                <a:gd name="connsiteX3025" fmla="*/ 1329502 w 1542615"/>
                <a:gd name="connsiteY3025" fmla="*/ 122950 h 831143"/>
                <a:gd name="connsiteX3026" fmla="*/ 1334420 w 1542615"/>
                <a:gd name="connsiteY3026" fmla="*/ 121311 h 831143"/>
                <a:gd name="connsiteX3027" fmla="*/ 1337699 w 1542615"/>
                <a:gd name="connsiteY3027" fmla="*/ 116393 h 831143"/>
                <a:gd name="connsiteX3028" fmla="*/ 1337699 w 1542615"/>
                <a:gd name="connsiteY3028" fmla="*/ 113114 h 831143"/>
                <a:gd name="connsiteX3029" fmla="*/ 1340978 w 1542615"/>
                <a:gd name="connsiteY3029" fmla="*/ 111475 h 831143"/>
                <a:gd name="connsiteX3030" fmla="*/ 1344256 w 1542615"/>
                <a:gd name="connsiteY3030" fmla="*/ 108196 h 831143"/>
                <a:gd name="connsiteX3031" fmla="*/ 1347535 w 1542615"/>
                <a:gd name="connsiteY3031" fmla="*/ 106557 h 831143"/>
                <a:gd name="connsiteX3032" fmla="*/ 1350814 w 1542615"/>
                <a:gd name="connsiteY3032" fmla="*/ 104918 h 831143"/>
                <a:gd name="connsiteX3033" fmla="*/ 1355731 w 1542615"/>
                <a:gd name="connsiteY3033" fmla="*/ 104918 h 831143"/>
                <a:gd name="connsiteX3034" fmla="*/ 1359010 w 1542615"/>
                <a:gd name="connsiteY3034" fmla="*/ 104918 h 831143"/>
                <a:gd name="connsiteX3035" fmla="*/ 1362289 w 1542615"/>
                <a:gd name="connsiteY3035" fmla="*/ 106557 h 831143"/>
                <a:gd name="connsiteX3036" fmla="*/ 1367207 w 1542615"/>
                <a:gd name="connsiteY3036" fmla="*/ 106557 h 831143"/>
                <a:gd name="connsiteX3037" fmla="*/ 1370485 w 1542615"/>
                <a:gd name="connsiteY3037" fmla="*/ 106557 h 831143"/>
                <a:gd name="connsiteX3038" fmla="*/ 1375404 w 1542615"/>
                <a:gd name="connsiteY3038" fmla="*/ 106557 h 831143"/>
                <a:gd name="connsiteX3039" fmla="*/ 1378682 w 1542615"/>
                <a:gd name="connsiteY3039" fmla="*/ 104918 h 831143"/>
                <a:gd name="connsiteX3040" fmla="*/ 1381961 w 1542615"/>
                <a:gd name="connsiteY3040" fmla="*/ 104918 h 831143"/>
                <a:gd name="connsiteX3041" fmla="*/ 1385240 w 1542615"/>
                <a:gd name="connsiteY3041" fmla="*/ 103278 h 831143"/>
                <a:gd name="connsiteX3042" fmla="*/ 1390158 w 1542615"/>
                <a:gd name="connsiteY3042" fmla="*/ 100000 h 831143"/>
                <a:gd name="connsiteX3043" fmla="*/ 1393437 w 1542615"/>
                <a:gd name="connsiteY3043" fmla="*/ 98360 h 831143"/>
                <a:gd name="connsiteX3044" fmla="*/ 1395075 w 1542615"/>
                <a:gd name="connsiteY3044" fmla="*/ 98360 h 831143"/>
                <a:gd name="connsiteX3045" fmla="*/ 1398354 w 1542615"/>
                <a:gd name="connsiteY3045" fmla="*/ 96721 h 831143"/>
                <a:gd name="connsiteX3046" fmla="*/ 1395075 w 1542615"/>
                <a:gd name="connsiteY3046" fmla="*/ 95082 h 831143"/>
                <a:gd name="connsiteX3047" fmla="*/ 1390158 w 1542615"/>
                <a:gd name="connsiteY3047" fmla="*/ 95082 h 831143"/>
                <a:gd name="connsiteX3048" fmla="*/ 1385240 w 1542615"/>
                <a:gd name="connsiteY3048" fmla="*/ 95082 h 831143"/>
                <a:gd name="connsiteX3049" fmla="*/ 1381961 w 1542615"/>
                <a:gd name="connsiteY3049" fmla="*/ 95082 h 831143"/>
                <a:gd name="connsiteX3050" fmla="*/ 1378682 w 1542615"/>
                <a:gd name="connsiteY3050" fmla="*/ 95082 h 831143"/>
                <a:gd name="connsiteX3051" fmla="*/ 1373764 w 1542615"/>
                <a:gd name="connsiteY3051" fmla="*/ 95082 h 831143"/>
                <a:gd name="connsiteX3052" fmla="*/ 1370485 w 1542615"/>
                <a:gd name="connsiteY3052" fmla="*/ 95082 h 831143"/>
                <a:gd name="connsiteX3053" fmla="*/ 1365568 w 1542615"/>
                <a:gd name="connsiteY3053" fmla="*/ 95082 h 831143"/>
                <a:gd name="connsiteX3054" fmla="*/ 1362289 w 1542615"/>
                <a:gd name="connsiteY3054" fmla="*/ 96721 h 831143"/>
                <a:gd name="connsiteX3055" fmla="*/ 1357371 w 1542615"/>
                <a:gd name="connsiteY3055" fmla="*/ 95082 h 831143"/>
                <a:gd name="connsiteX3056" fmla="*/ 1354092 w 1542615"/>
                <a:gd name="connsiteY3056" fmla="*/ 95082 h 831143"/>
                <a:gd name="connsiteX3057" fmla="*/ 1350814 w 1542615"/>
                <a:gd name="connsiteY3057" fmla="*/ 96721 h 831143"/>
                <a:gd name="connsiteX3058" fmla="*/ 1345895 w 1542615"/>
                <a:gd name="connsiteY3058" fmla="*/ 96721 h 831143"/>
                <a:gd name="connsiteX3059" fmla="*/ 1340978 w 1542615"/>
                <a:gd name="connsiteY3059" fmla="*/ 98360 h 831143"/>
                <a:gd name="connsiteX3060" fmla="*/ 1337699 w 1542615"/>
                <a:gd name="connsiteY3060" fmla="*/ 98360 h 831143"/>
                <a:gd name="connsiteX3061" fmla="*/ 1336060 w 1542615"/>
                <a:gd name="connsiteY3061" fmla="*/ 98360 h 831143"/>
                <a:gd name="connsiteX3062" fmla="*/ 1334420 w 1542615"/>
                <a:gd name="connsiteY3062" fmla="*/ 98360 h 831143"/>
                <a:gd name="connsiteX3063" fmla="*/ 1331141 w 1542615"/>
                <a:gd name="connsiteY3063" fmla="*/ 100000 h 831143"/>
                <a:gd name="connsiteX3064" fmla="*/ 1329502 w 1542615"/>
                <a:gd name="connsiteY3064" fmla="*/ 104918 h 831143"/>
                <a:gd name="connsiteX3065" fmla="*/ 1332781 w 1542615"/>
                <a:gd name="connsiteY3065" fmla="*/ 103278 h 831143"/>
                <a:gd name="connsiteX3066" fmla="*/ 1332781 w 1542615"/>
                <a:gd name="connsiteY3066" fmla="*/ 104918 h 831143"/>
                <a:gd name="connsiteX3067" fmla="*/ 1327863 w 1542615"/>
                <a:gd name="connsiteY3067" fmla="*/ 104918 h 831143"/>
                <a:gd name="connsiteX3068" fmla="*/ 1324584 w 1542615"/>
                <a:gd name="connsiteY3068" fmla="*/ 106557 h 831143"/>
                <a:gd name="connsiteX3069" fmla="*/ 1321305 w 1542615"/>
                <a:gd name="connsiteY3069" fmla="*/ 103278 h 831143"/>
                <a:gd name="connsiteX3070" fmla="*/ 1316388 w 1542615"/>
                <a:gd name="connsiteY3070" fmla="*/ 103278 h 831143"/>
                <a:gd name="connsiteX3071" fmla="*/ 1321305 w 1542615"/>
                <a:gd name="connsiteY3071" fmla="*/ 100000 h 831143"/>
                <a:gd name="connsiteX3072" fmla="*/ 1324584 w 1542615"/>
                <a:gd name="connsiteY3072" fmla="*/ 98360 h 831143"/>
                <a:gd name="connsiteX3073" fmla="*/ 1324584 w 1542615"/>
                <a:gd name="connsiteY3073" fmla="*/ 98360 h 831143"/>
                <a:gd name="connsiteX3074" fmla="*/ 1327863 w 1542615"/>
                <a:gd name="connsiteY3074" fmla="*/ 96721 h 831143"/>
                <a:gd name="connsiteX3075" fmla="*/ 1324584 w 1542615"/>
                <a:gd name="connsiteY3075" fmla="*/ 95082 h 831143"/>
                <a:gd name="connsiteX3076" fmla="*/ 1327863 w 1542615"/>
                <a:gd name="connsiteY3076" fmla="*/ 95082 h 831143"/>
                <a:gd name="connsiteX3077" fmla="*/ 1331141 w 1542615"/>
                <a:gd name="connsiteY3077" fmla="*/ 95082 h 831143"/>
                <a:gd name="connsiteX3078" fmla="*/ 1336060 w 1542615"/>
                <a:gd name="connsiteY3078" fmla="*/ 93442 h 831143"/>
                <a:gd name="connsiteX3079" fmla="*/ 1339338 w 1542615"/>
                <a:gd name="connsiteY3079" fmla="*/ 91803 h 831143"/>
                <a:gd name="connsiteX3080" fmla="*/ 1344256 w 1542615"/>
                <a:gd name="connsiteY3080" fmla="*/ 90164 h 831143"/>
                <a:gd name="connsiteX3081" fmla="*/ 1347535 w 1542615"/>
                <a:gd name="connsiteY3081" fmla="*/ 90164 h 831143"/>
                <a:gd name="connsiteX3082" fmla="*/ 1350814 w 1542615"/>
                <a:gd name="connsiteY3082" fmla="*/ 90164 h 831143"/>
                <a:gd name="connsiteX3083" fmla="*/ 1355731 w 1542615"/>
                <a:gd name="connsiteY3083" fmla="*/ 90164 h 831143"/>
                <a:gd name="connsiteX3084" fmla="*/ 1359010 w 1542615"/>
                <a:gd name="connsiteY3084" fmla="*/ 91803 h 831143"/>
                <a:gd name="connsiteX3085" fmla="*/ 1362289 w 1542615"/>
                <a:gd name="connsiteY3085" fmla="*/ 91803 h 831143"/>
                <a:gd name="connsiteX3086" fmla="*/ 1367207 w 1542615"/>
                <a:gd name="connsiteY3086" fmla="*/ 91803 h 831143"/>
                <a:gd name="connsiteX3087" fmla="*/ 1372125 w 1542615"/>
                <a:gd name="connsiteY3087" fmla="*/ 91803 h 831143"/>
                <a:gd name="connsiteX3088" fmla="*/ 1375404 w 1542615"/>
                <a:gd name="connsiteY3088" fmla="*/ 91803 h 831143"/>
                <a:gd name="connsiteX3089" fmla="*/ 1380322 w 1542615"/>
                <a:gd name="connsiteY3089" fmla="*/ 91803 h 831143"/>
                <a:gd name="connsiteX3090" fmla="*/ 1383600 w 1542615"/>
                <a:gd name="connsiteY3090" fmla="*/ 91803 h 831143"/>
                <a:gd name="connsiteX3091" fmla="*/ 1388518 w 1542615"/>
                <a:gd name="connsiteY3091" fmla="*/ 91803 h 831143"/>
                <a:gd name="connsiteX3092" fmla="*/ 1391797 w 1542615"/>
                <a:gd name="connsiteY3092" fmla="*/ 91803 h 831143"/>
                <a:gd name="connsiteX3093" fmla="*/ 1395075 w 1542615"/>
                <a:gd name="connsiteY3093" fmla="*/ 91803 h 831143"/>
                <a:gd name="connsiteX3094" fmla="*/ 1399994 w 1542615"/>
                <a:gd name="connsiteY3094" fmla="*/ 91803 h 831143"/>
                <a:gd name="connsiteX3095" fmla="*/ 1403272 w 1542615"/>
                <a:gd name="connsiteY3095" fmla="*/ 91803 h 831143"/>
                <a:gd name="connsiteX3096" fmla="*/ 1408190 w 1542615"/>
                <a:gd name="connsiteY3096" fmla="*/ 91803 h 831143"/>
                <a:gd name="connsiteX3097" fmla="*/ 1411469 w 1542615"/>
                <a:gd name="connsiteY3097" fmla="*/ 91803 h 831143"/>
                <a:gd name="connsiteX3098" fmla="*/ 1416387 w 1542615"/>
                <a:gd name="connsiteY3098" fmla="*/ 90164 h 831143"/>
                <a:gd name="connsiteX3099" fmla="*/ 1419666 w 1542615"/>
                <a:gd name="connsiteY3099" fmla="*/ 86885 h 831143"/>
                <a:gd name="connsiteX3100" fmla="*/ 1424584 w 1542615"/>
                <a:gd name="connsiteY3100" fmla="*/ 88524 h 831143"/>
                <a:gd name="connsiteX3101" fmla="*/ 1427862 w 1542615"/>
                <a:gd name="connsiteY3101" fmla="*/ 85245 h 831143"/>
                <a:gd name="connsiteX3102" fmla="*/ 1431141 w 1542615"/>
                <a:gd name="connsiteY3102" fmla="*/ 85245 h 831143"/>
                <a:gd name="connsiteX3103" fmla="*/ 1436059 w 1542615"/>
                <a:gd name="connsiteY3103" fmla="*/ 83606 h 831143"/>
                <a:gd name="connsiteX3104" fmla="*/ 1431141 w 1542615"/>
                <a:gd name="connsiteY3104" fmla="*/ 83606 h 831143"/>
                <a:gd name="connsiteX3105" fmla="*/ 1427862 w 1542615"/>
                <a:gd name="connsiteY3105" fmla="*/ 81967 h 831143"/>
                <a:gd name="connsiteX3106" fmla="*/ 1422944 w 1542615"/>
                <a:gd name="connsiteY3106" fmla="*/ 81967 h 831143"/>
                <a:gd name="connsiteX3107" fmla="*/ 1419666 w 1542615"/>
                <a:gd name="connsiteY3107" fmla="*/ 81967 h 831143"/>
                <a:gd name="connsiteX3108" fmla="*/ 1414748 w 1542615"/>
                <a:gd name="connsiteY3108" fmla="*/ 81967 h 831143"/>
                <a:gd name="connsiteX3109" fmla="*/ 1411469 w 1542615"/>
                <a:gd name="connsiteY3109" fmla="*/ 81967 h 831143"/>
                <a:gd name="connsiteX3110" fmla="*/ 1406551 w 1542615"/>
                <a:gd name="connsiteY3110" fmla="*/ 80328 h 831143"/>
                <a:gd name="connsiteX3111" fmla="*/ 1403272 w 1542615"/>
                <a:gd name="connsiteY3111" fmla="*/ 80328 h 831143"/>
                <a:gd name="connsiteX3112" fmla="*/ 1398354 w 1542615"/>
                <a:gd name="connsiteY3112" fmla="*/ 81967 h 831143"/>
                <a:gd name="connsiteX3113" fmla="*/ 1395075 w 1542615"/>
                <a:gd name="connsiteY3113" fmla="*/ 81967 h 831143"/>
                <a:gd name="connsiteX3114" fmla="*/ 1391797 w 1542615"/>
                <a:gd name="connsiteY3114" fmla="*/ 81967 h 831143"/>
                <a:gd name="connsiteX3115" fmla="*/ 1386879 w 1542615"/>
                <a:gd name="connsiteY3115" fmla="*/ 81967 h 831143"/>
                <a:gd name="connsiteX3116" fmla="*/ 1383600 w 1542615"/>
                <a:gd name="connsiteY3116" fmla="*/ 81967 h 831143"/>
                <a:gd name="connsiteX3117" fmla="*/ 1378682 w 1542615"/>
                <a:gd name="connsiteY3117" fmla="*/ 83606 h 831143"/>
                <a:gd name="connsiteX3118" fmla="*/ 1375404 w 1542615"/>
                <a:gd name="connsiteY3118" fmla="*/ 81967 h 831143"/>
                <a:gd name="connsiteX3119" fmla="*/ 1370485 w 1542615"/>
                <a:gd name="connsiteY3119" fmla="*/ 81967 h 831143"/>
                <a:gd name="connsiteX3120" fmla="*/ 1367207 w 1542615"/>
                <a:gd name="connsiteY3120" fmla="*/ 81967 h 831143"/>
                <a:gd name="connsiteX3121" fmla="*/ 1363928 w 1542615"/>
                <a:gd name="connsiteY3121" fmla="*/ 81967 h 831143"/>
                <a:gd name="connsiteX3122" fmla="*/ 1359010 w 1542615"/>
                <a:gd name="connsiteY3122" fmla="*/ 81967 h 831143"/>
                <a:gd name="connsiteX3123" fmla="*/ 1355731 w 1542615"/>
                <a:gd name="connsiteY3123" fmla="*/ 81967 h 831143"/>
                <a:gd name="connsiteX3124" fmla="*/ 1350814 w 1542615"/>
                <a:gd name="connsiteY3124" fmla="*/ 80328 h 831143"/>
                <a:gd name="connsiteX3125" fmla="*/ 1347535 w 1542615"/>
                <a:gd name="connsiteY3125" fmla="*/ 80328 h 831143"/>
                <a:gd name="connsiteX3126" fmla="*/ 1342617 w 1542615"/>
                <a:gd name="connsiteY3126" fmla="*/ 80328 h 831143"/>
                <a:gd name="connsiteX3127" fmla="*/ 1339338 w 1542615"/>
                <a:gd name="connsiteY3127" fmla="*/ 80328 h 831143"/>
                <a:gd name="connsiteX3128" fmla="*/ 1336060 w 1542615"/>
                <a:gd name="connsiteY3128" fmla="*/ 81967 h 831143"/>
                <a:gd name="connsiteX3129" fmla="*/ 1331141 w 1542615"/>
                <a:gd name="connsiteY3129" fmla="*/ 81967 h 831143"/>
                <a:gd name="connsiteX3130" fmla="*/ 1327863 w 1542615"/>
                <a:gd name="connsiteY3130" fmla="*/ 81967 h 831143"/>
                <a:gd name="connsiteX3131" fmla="*/ 1324584 w 1542615"/>
                <a:gd name="connsiteY3131" fmla="*/ 83606 h 831143"/>
                <a:gd name="connsiteX3132" fmla="*/ 1319666 w 1542615"/>
                <a:gd name="connsiteY3132" fmla="*/ 81967 h 831143"/>
                <a:gd name="connsiteX3133" fmla="*/ 1316388 w 1542615"/>
                <a:gd name="connsiteY3133" fmla="*/ 81967 h 831143"/>
                <a:gd name="connsiteX3134" fmla="*/ 1313109 w 1542615"/>
                <a:gd name="connsiteY3134" fmla="*/ 81967 h 831143"/>
                <a:gd name="connsiteX3135" fmla="*/ 1316388 w 1542615"/>
                <a:gd name="connsiteY3135" fmla="*/ 81967 h 831143"/>
                <a:gd name="connsiteX3136" fmla="*/ 1319666 w 1542615"/>
                <a:gd name="connsiteY3136" fmla="*/ 81967 h 831143"/>
                <a:gd name="connsiteX3137" fmla="*/ 1324584 w 1542615"/>
                <a:gd name="connsiteY3137" fmla="*/ 81967 h 831143"/>
                <a:gd name="connsiteX3138" fmla="*/ 1329502 w 1542615"/>
                <a:gd name="connsiteY3138" fmla="*/ 81967 h 831143"/>
                <a:gd name="connsiteX3139" fmla="*/ 1332781 w 1542615"/>
                <a:gd name="connsiteY3139" fmla="*/ 80328 h 831143"/>
                <a:gd name="connsiteX3140" fmla="*/ 1336060 w 1542615"/>
                <a:gd name="connsiteY3140" fmla="*/ 80328 h 831143"/>
                <a:gd name="connsiteX3141" fmla="*/ 1340978 w 1542615"/>
                <a:gd name="connsiteY3141" fmla="*/ 78688 h 831143"/>
                <a:gd name="connsiteX3142" fmla="*/ 1344256 w 1542615"/>
                <a:gd name="connsiteY3142" fmla="*/ 78688 h 831143"/>
                <a:gd name="connsiteX3143" fmla="*/ 1347535 w 1542615"/>
                <a:gd name="connsiteY3143" fmla="*/ 78688 h 831143"/>
                <a:gd name="connsiteX3144" fmla="*/ 1352453 w 1542615"/>
                <a:gd name="connsiteY3144" fmla="*/ 78688 h 831143"/>
                <a:gd name="connsiteX3145" fmla="*/ 1355731 w 1542615"/>
                <a:gd name="connsiteY3145" fmla="*/ 80328 h 831143"/>
                <a:gd name="connsiteX3146" fmla="*/ 1360650 w 1542615"/>
                <a:gd name="connsiteY3146" fmla="*/ 80328 h 831143"/>
                <a:gd name="connsiteX3147" fmla="*/ 1363928 w 1542615"/>
                <a:gd name="connsiteY3147" fmla="*/ 80328 h 831143"/>
                <a:gd name="connsiteX3148" fmla="*/ 1368846 w 1542615"/>
                <a:gd name="connsiteY3148" fmla="*/ 80328 h 831143"/>
                <a:gd name="connsiteX3149" fmla="*/ 1372125 w 1542615"/>
                <a:gd name="connsiteY3149" fmla="*/ 80328 h 831143"/>
                <a:gd name="connsiteX3150" fmla="*/ 1377043 w 1542615"/>
                <a:gd name="connsiteY3150" fmla="*/ 80328 h 831143"/>
                <a:gd name="connsiteX3151" fmla="*/ 1381961 w 1542615"/>
                <a:gd name="connsiteY3151" fmla="*/ 80328 h 831143"/>
                <a:gd name="connsiteX3152" fmla="*/ 1385240 w 1542615"/>
                <a:gd name="connsiteY3152" fmla="*/ 78688 h 831143"/>
                <a:gd name="connsiteX3153" fmla="*/ 1388518 w 1542615"/>
                <a:gd name="connsiteY3153" fmla="*/ 78688 h 831143"/>
                <a:gd name="connsiteX3154" fmla="*/ 1393437 w 1542615"/>
                <a:gd name="connsiteY3154" fmla="*/ 75409 h 831143"/>
                <a:gd name="connsiteX3155" fmla="*/ 1396715 w 1542615"/>
                <a:gd name="connsiteY3155" fmla="*/ 75409 h 831143"/>
                <a:gd name="connsiteX3156" fmla="*/ 1399994 w 1542615"/>
                <a:gd name="connsiteY3156" fmla="*/ 77049 h 831143"/>
                <a:gd name="connsiteX3157" fmla="*/ 1404912 w 1542615"/>
                <a:gd name="connsiteY3157" fmla="*/ 77049 h 831143"/>
                <a:gd name="connsiteX3158" fmla="*/ 1408190 w 1542615"/>
                <a:gd name="connsiteY3158" fmla="*/ 77049 h 831143"/>
                <a:gd name="connsiteX3159" fmla="*/ 1413108 w 1542615"/>
                <a:gd name="connsiteY3159" fmla="*/ 77049 h 831143"/>
                <a:gd name="connsiteX3160" fmla="*/ 1416387 w 1542615"/>
                <a:gd name="connsiteY3160" fmla="*/ 77049 h 831143"/>
                <a:gd name="connsiteX3161" fmla="*/ 1421305 w 1542615"/>
                <a:gd name="connsiteY3161" fmla="*/ 77049 h 831143"/>
                <a:gd name="connsiteX3162" fmla="*/ 1424584 w 1542615"/>
                <a:gd name="connsiteY3162" fmla="*/ 78688 h 831143"/>
                <a:gd name="connsiteX3163" fmla="*/ 1427862 w 1542615"/>
                <a:gd name="connsiteY3163" fmla="*/ 77049 h 831143"/>
                <a:gd name="connsiteX3164" fmla="*/ 1432781 w 1542615"/>
                <a:gd name="connsiteY3164" fmla="*/ 77049 h 831143"/>
                <a:gd name="connsiteX3165" fmla="*/ 1436059 w 1542615"/>
                <a:gd name="connsiteY3165" fmla="*/ 77049 h 831143"/>
                <a:gd name="connsiteX3166" fmla="*/ 1440977 w 1542615"/>
                <a:gd name="connsiteY3166" fmla="*/ 77049 h 831143"/>
                <a:gd name="connsiteX3167" fmla="*/ 1444256 w 1542615"/>
                <a:gd name="connsiteY3167" fmla="*/ 75409 h 831143"/>
                <a:gd name="connsiteX3168" fmla="*/ 1449174 w 1542615"/>
                <a:gd name="connsiteY3168" fmla="*/ 73770 h 831143"/>
                <a:gd name="connsiteX3169" fmla="*/ 1452452 w 1542615"/>
                <a:gd name="connsiteY3169" fmla="*/ 73770 h 831143"/>
                <a:gd name="connsiteX3170" fmla="*/ 1457371 w 1542615"/>
                <a:gd name="connsiteY3170" fmla="*/ 73770 h 831143"/>
                <a:gd name="connsiteX3171" fmla="*/ 1460649 w 1542615"/>
                <a:gd name="connsiteY3171" fmla="*/ 73770 h 831143"/>
                <a:gd name="connsiteX3172" fmla="*/ 1465567 w 1542615"/>
                <a:gd name="connsiteY3172" fmla="*/ 73770 h 831143"/>
                <a:gd name="connsiteX3173" fmla="*/ 1468846 w 1542615"/>
                <a:gd name="connsiteY3173" fmla="*/ 73770 h 831143"/>
                <a:gd name="connsiteX3174" fmla="*/ 1472125 w 1542615"/>
                <a:gd name="connsiteY3174" fmla="*/ 70492 h 831143"/>
                <a:gd name="connsiteX3175" fmla="*/ 1468846 w 1542615"/>
                <a:gd name="connsiteY3175" fmla="*/ 70492 h 831143"/>
                <a:gd name="connsiteX3176" fmla="*/ 1465567 w 1542615"/>
                <a:gd name="connsiteY3176" fmla="*/ 67213 h 831143"/>
                <a:gd name="connsiteX3177" fmla="*/ 1468846 w 1542615"/>
                <a:gd name="connsiteY3177" fmla="*/ 67213 h 831143"/>
                <a:gd name="connsiteX3178" fmla="*/ 1473764 w 1542615"/>
                <a:gd name="connsiteY3178" fmla="*/ 65573 h 831143"/>
                <a:gd name="connsiteX3179" fmla="*/ 1477042 w 1542615"/>
                <a:gd name="connsiteY3179" fmla="*/ 67213 h 831143"/>
                <a:gd name="connsiteX3180" fmla="*/ 1481961 w 1542615"/>
                <a:gd name="connsiteY3180" fmla="*/ 67213 h 831143"/>
                <a:gd name="connsiteX3181" fmla="*/ 1485239 w 1542615"/>
                <a:gd name="connsiteY3181" fmla="*/ 67213 h 831143"/>
                <a:gd name="connsiteX3182" fmla="*/ 1490157 w 1542615"/>
                <a:gd name="connsiteY3182" fmla="*/ 67213 h 831143"/>
                <a:gd name="connsiteX3183" fmla="*/ 1495075 w 1542615"/>
                <a:gd name="connsiteY3183" fmla="*/ 65573 h 831143"/>
                <a:gd name="connsiteX3184" fmla="*/ 1498354 w 1542615"/>
                <a:gd name="connsiteY3184" fmla="*/ 63934 h 831143"/>
                <a:gd name="connsiteX3185" fmla="*/ 1503272 w 1542615"/>
                <a:gd name="connsiteY3185" fmla="*/ 62295 h 831143"/>
                <a:gd name="connsiteX3186" fmla="*/ 1506551 w 1542615"/>
                <a:gd name="connsiteY3186" fmla="*/ 62295 h 831143"/>
                <a:gd name="connsiteX3187" fmla="*/ 1511468 w 1542615"/>
                <a:gd name="connsiteY3187" fmla="*/ 60655 h 831143"/>
                <a:gd name="connsiteX3188" fmla="*/ 1514747 w 1542615"/>
                <a:gd name="connsiteY3188" fmla="*/ 60655 h 831143"/>
                <a:gd name="connsiteX3189" fmla="*/ 1518026 w 1542615"/>
                <a:gd name="connsiteY3189" fmla="*/ 59016 h 831143"/>
                <a:gd name="connsiteX3190" fmla="*/ 1522944 w 1542615"/>
                <a:gd name="connsiteY3190" fmla="*/ 57377 h 831143"/>
                <a:gd name="connsiteX3191" fmla="*/ 1526222 w 1542615"/>
                <a:gd name="connsiteY3191" fmla="*/ 57377 h 831143"/>
                <a:gd name="connsiteX3192" fmla="*/ 1531141 w 1542615"/>
                <a:gd name="connsiteY3192" fmla="*/ 57377 h 831143"/>
                <a:gd name="connsiteX3193" fmla="*/ 1534419 w 1542615"/>
                <a:gd name="connsiteY3193" fmla="*/ 55737 h 831143"/>
                <a:gd name="connsiteX3194" fmla="*/ 1537698 w 1542615"/>
                <a:gd name="connsiteY3194" fmla="*/ 55737 h 831143"/>
                <a:gd name="connsiteX3195" fmla="*/ 1542616 w 1542615"/>
                <a:gd name="connsiteY3195" fmla="*/ 52459 h 831143"/>
                <a:gd name="connsiteX3196" fmla="*/ 1537698 w 1542615"/>
                <a:gd name="connsiteY3196" fmla="*/ 52459 h 831143"/>
                <a:gd name="connsiteX3197" fmla="*/ 1532780 w 1542615"/>
                <a:gd name="connsiteY3197" fmla="*/ 52459 h 831143"/>
                <a:gd name="connsiteX3198" fmla="*/ 1529501 w 1542615"/>
                <a:gd name="connsiteY3198" fmla="*/ 50819 h 831143"/>
                <a:gd name="connsiteX3199" fmla="*/ 1526222 w 1542615"/>
                <a:gd name="connsiteY3199" fmla="*/ 49180 h 831143"/>
                <a:gd name="connsiteX3200" fmla="*/ 1522944 w 1542615"/>
                <a:gd name="connsiteY3200" fmla="*/ 49180 h 831143"/>
                <a:gd name="connsiteX3201" fmla="*/ 1518026 w 1542615"/>
                <a:gd name="connsiteY3201" fmla="*/ 49180 h 831143"/>
                <a:gd name="connsiteX3202" fmla="*/ 1514747 w 1542615"/>
                <a:gd name="connsiteY3202" fmla="*/ 47541 h 831143"/>
                <a:gd name="connsiteX3203" fmla="*/ 1511468 w 1542615"/>
                <a:gd name="connsiteY3203" fmla="*/ 47541 h 831143"/>
                <a:gd name="connsiteX3204" fmla="*/ 1506551 w 1542615"/>
                <a:gd name="connsiteY3204" fmla="*/ 47541 h 831143"/>
                <a:gd name="connsiteX3205" fmla="*/ 1503272 w 1542615"/>
                <a:gd name="connsiteY3205" fmla="*/ 47541 h 831143"/>
                <a:gd name="connsiteX3206" fmla="*/ 1499993 w 1542615"/>
                <a:gd name="connsiteY3206" fmla="*/ 47541 h 831143"/>
                <a:gd name="connsiteX3207" fmla="*/ 1495075 w 1542615"/>
                <a:gd name="connsiteY3207" fmla="*/ 45901 h 831143"/>
                <a:gd name="connsiteX3208" fmla="*/ 1491797 w 1542615"/>
                <a:gd name="connsiteY3208" fmla="*/ 45901 h 831143"/>
                <a:gd name="connsiteX3209" fmla="*/ 1488518 w 1542615"/>
                <a:gd name="connsiteY3209" fmla="*/ 45901 h 831143"/>
                <a:gd name="connsiteX3210" fmla="*/ 1483600 w 1542615"/>
                <a:gd name="connsiteY3210" fmla="*/ 45901 h 831143"/>
                <a:gd name="connsiteX3211" fmla="*/ 1480321 w 1542615"/>
                <a:gd name="connsiteY3211" fmla="*/ 44262 h 831143"/>
                <a:gd name="connsiteX3212" fmla="*/ 1475403 w 1542615"/>
                <a:gd name="connsiteY3212" fmla="*/ 44262 h 831143"/>
                <a:gd name="connsiteX3213" fmla="*/ 1472125 w 1542615"/>
                <a:gd name="connsiteY3213" fmla="*/ 44262 h 831143"/>
                <a:gd name="connsiteX3214" fmla="*/ 1468846 w 1542615"/>
                <a:gd name="connsiteY3214" fmla="*/ 44262 h 831143"/>
                <a:gd name="connsiteX3215" fmla="*/ 1465567 w 1542615"/>
                <a:gd name="connsiteY3215" fmla="*/ 44262 h 831143"/>
                <a:gd name="connsiteX3216" fmla="*/ 1460649 w 1542615"/>
                <a:gd name="connsiteY3216" fmla="*/ 45901 h 831143"/>
                <a:gd name="connsiteX3217" fmla="*/ 1455731 w 1542615"/>
                <a:gd name="connsiteY3217" fmla="*/ 45901 h 831143"/>
                <a:gd name="connsiteX3218" fmla="*/ 1450813 w 1542615"/>
                <a:gd name="connsiteY3218" fmla="*/ 44262 h 831143"/>
                <a:gd name="connsiteX3219" fmla="*/ 1447534 w 1542615"/>
                <a:gd name="connsiteY3219" fmla="*/ 44262 h 831143"/>
                <a:gd name="connsiteX3220" fmla="*/ 1444256 w 1542615"/>
                <a:gd name="connsiteY3220" fmla="*/ 44262 h 831143"/>
                <a:gd name="connsiteX3221" fmla="*/ 1439338 w 1542615"/>
                <a:gd name="connsiteY3221" fmla="*/ 44262 h 831143"/>
                <a:gd name="connsiteX3222" fmla="*/ 1434420 w 1542615"/>
                <a:gd name="connsiteY3222" fmla="*/ 44262 h 831143"/>
                <a:gd name="connsiteX3223" fmla="*/ 1431141 w 1542615"/>
                <a:gd name="connsiteY3223" fmla="*/ 45901 h 831143"/>
                <a:gd name="connsiteX3224" fmla="*/ 1427862 w 1542615"/>
                <a:gd name="connsiteY3224" fmla="*/ 45901 h 831143"/>
                <a:gd name="connsiteX3225" fmla="*/ 1422944 w 1542615"/>
                <a:gd name="connsiteY3225" fmla="*/ 45901 h 831143"/>
                <a:gd name="connsiteX3226" fmla="*/ 1419666 w 1542615"/>
                <a:gd name="connsiteY3226" fmla="*/ 45901 h 831143"/>
                <a:gd name="connsiteX3227" fmla="*/ 1414748 w 1542615"/>
                <a:gd name="connsiteY3227" fmla="*/ 47541 h 831143"/>
                <a:gd name="connsiteX3228" fmla="*/ 1418027 w 1542615"/>
                <a:gd name="connsiteY3228" fmla="*/ 50819 h 831143"/>
                <a:gd name="connsiteX3229" fmla="*/ 1414748 w 1542615"/>
                <a:gd name="connsiteY3229" fmla="*/ 50819 h 831143"/>
                <a:gd name="connsiteX3230" fmla="*/ 1409830 w 1542615"/>
                <a:gd name="connsiteY3230" fmla="*/ 49180 h 831143"/>
                <a:gd name="connsiteX3231" fmla="*/ 1406551 w 1542615"/>
                <a:gd name="connsiteY3231" fmla="*/ 52459 h 831143"/>
                <a:gd name="connsiteX3232" fmla="*/ 1411469 w 1542615"/>
                <a:gd name="connsiteY3232" fmla="*/ 52459 h 831143"/>
                <a:gd name="connsiteX3233" fmla="*/ 1406551 w 1542615"/>
                <a:gd name="connsiteY3233" fmla="*/ 54098 h 831143"/>
                <a:gd name="connsiteX3234" fmla="*/ 1401633 w 1542615"/>
                <a:gd name="connsiteY3234" fmla="*/ 54098 h 831143"/>
                <a:gd name="connsiteX3235" fmla="*/ 1398354 w 1542615"/>
                <a:gd name="connsiteY3235" fmla="*/ 57377 h 831143"/>
                <a:gd name="connsiteX3236" fmla="*/ 1395075 w 1542615"/>
                <a:gd name="connsiteY3236" fmla="*/ 57377 h 831143"/>
                <a:gd name="connsiteX3237" fmla="*/ 1390158 w 1542615"/>
                <a:gd name="connsiteY3237" fmla="*/ 57377 h 831143"/>
                <a:gd name="connsiteX3238" fmla="*/ 1386879 w 1542615"/>
                <a:gd name="connsiteY3238" fmla="*/ 55737 h 831143"/>
                <a:gd name="connsiteX3239" fmla="*/ 1383600 w 1542615"/>
                <a:gd name="connsiteY3239" fmla="*/ 55737 h 831143"/>
                <a:gd name="connsiteX3240" fmla="*/ 1378682 w 1542615"/>
                <a:gd name="connsiteY3240" fmla="*/ 55737 h 831143"/>
                <a:gd name="connsiteX3241" fmla="*/ 1375404 w 1542615"/>
                <a:gd name="connsiteY3241" fmla="*/ 54098 h 831143"/>
                <a:gd name="connsiteX3242" fmla="*/ 1370485 w 1542615"/>
                <a:gd name="connsiteY3242" fmla="*/ 55737 h 831143"/>
                <a:gd name="connsiteX3243" fmla="*/ 1367207 w 1542615"/>
                <a:gd name="connsiteY3243" fmla="*/ 54098 h 831143"/>
                <a:gd name="connsiteX3244" fmla="*/ 1362289 w 1542615"/>
                <a:gd name="connsiteY3244" fmla="*/ 55737 h 831143"/>
                <a:gd name="connsiteX3245" fmla="*/ 1359010 w 1542615"/>
                <a:gd name="connsiteY3245" fmla="*/ 55737 h 831143"/>
                <a:gd name="connsiteX3246" fmla="*/ 1354092 w 1542615"/>
                <a:gd name="connsiteY3246" fmla="*/ 55737 h 831143"/>
                <a:gd name="connsiteX3247" fmla="*/ 1350814 w 1542615"/>
                <a:gd name="connsiteY3247" fmla="*/ 57377 h 831143"/>
                <a:gd name="connsiteX3248" fmla="*/ 1345895 w 1542615"/>
                <a:gd name="connsiteY3248" fmla="*/ 59016 h 831143"/>
                <a:gd name="connsiteX3249" fmla="*/ 1349174 w 1542615"/>
                <a:gd name="connsiteY3249" fmla="*/ 54098 h 831143"/>
                <a:gd name="connsiteX3250" fmla="*/ 1352453 w 1542615"/>
                <a:gd name="connsiteY3250" fmla="*/ 52459 h 831143"/>
                <a:gd name="connsiteX3251" fmla="*/ 1355731 w 1542615"/>
                <a:gd name="connsiteY3251" fmla="*/ 52459 h 831143"/>
                <a:gd name="connsiteX3252" fmla="*/ 1352453 w 1542615"/>
                <a:gd name="connsiteY3252" fmla="*/ 52459 h 831143"/>
                <a:gd name="connsiteX3253" fmla="*/ 1349174 w 1542615"/>
                <a:gd name="connsiteY3253" fmla="*/ 52459 h 831143"/>
                <a:gd name="connsiteX3254" fmla="*/ 1344256 w 1542615"/>
                <a:gd name="connsiteY3254" fmla="*/ 52459 h 831143"/>
                <a:gd name="connsiteX3255" fmla="*/ 1340978 w 1542615"/>
                <a:gd name="connsiteY3255" fmla="*/ 52459 h 831143"/>
                <a:gd name="connsiteX3256" fmla="*/ 1337699 w 1542615"/>
                <a:gd name="connsiteY3256" fmla="*/ 54098 h 831143"/>
                <a:gd name="connsiteX3257" fmla="*/ 1332781 w 1542615"/>
                <a:gd name="connsiteY3257" fmla="*/ 54098 h 831143"/>
                <a:gd name="connsiteX3258" fmla="*/ 1329502 w 1542615"/>
                <a:gd name="connsiteY3258" fmla="*/ 55737 h 831143"/>
                <a:gd name="connsiteX3259" fmla="*/ 1324584 w 1542615"/>
                <a:gd name="connsiteY3259" fmla="*/ 57377 h 831143"/>
                <a:gd name="connsiteX3260" fmla="*/ 1321305 w 1542615"/>
                <a:gd name="connsiteY3260" fmla="*/ 57377 h 831143"/>
                <a:gd name="connsiteX3261" fmla="*/ 1318027 w 1542615"/>
                <a:gd name="connsiteY3261" fmla="*/ 59016 h 831143"/>
                <a:gd name="connsiteX3262" fmla="*/ 1313109 w 1542615"/>
                <a:gd name="connsiteY3262" fmla="*/ 60655 h 831143"/>
                <a:gd name="connsiteX3263" fmla="*/ 1309830 w 1542615"/>
                <a:gd name="connsiteY3263" fmla="*/ 62295 h 831143"/>
                <a:gd name="connsiteX3264" fmla="*/ 1304912 w 1542615"/>
                <a:gd name="connsiteY3264" fmla="*/ 63934 h 831143"/>
                <a:gd name="connsiteX3265" fmla="*/ 1301634 w 1542615"/>
                <a:gd name="connsiteY3265" fmla="*/ 63934 h 831143"/>
                <a:gd name="connsiteX3266" fmla="*/ 1296715 w 1542615"/>
                <a:gd name="connsiteY3266" fmla="*/ 65573 h 831143"/>
                <a:gd name="connsiteX3267" fmla="*/ 1293437 w 1542615"/>
                <a:gd name="connsiteY3267" fmla="*/ 65573 h 831143"/>
                <a:gd name="connsiteX3268" fmla="*/ 1288519 w 1542615"/>
                <a:gd name="connsiteY3268" fmla="*/ 67213 h 831143"/>
                <a:gd name="connsiteX3269" fmla="*/ 1285240 w 1542615"/>
                <a:gd name="connsiteY3269" fmla="*/ 68852 h 831143"/>
                <a:gd name="connsiteX3270" fmla="*/ 1280322 w 1542615"/>
                <a:gd name="connsiteY3270" fmla="*/ 70492 h 831143"/>
                <a:gd name="connsiteX3271" fmla="*/ 1275404 w 1542615"/>
                <a:gd name="connsiteY3271" fmla="*/ 70492 h 831143"/>
                <a:gd name="connsiteX3272" fmla="*/ 1272125 w 1542615"/>
                <a:gd name="connsiteY3272" fmla="*/ 72131 h 831143"/>
                <a:gd name="connsiteX3273" fmla="*/ 1267207 w 1542615"/>
                <a:gd name="connsiteY3273" fmla="*/ 72131 h 831143"/>
                <a:gd name="connsiteX3274" fmla="*/ 1263929 w 1542615"/>
                <a:gd name="connsiteY3274" fmla="*/ 72131 h 831143"/>
                <a:gd name="connsiteX3275" fmla="*/ 1260650 w 1542615"/>
                <a:gd name="connsiteY3275" fmla="*/ 75409 h 831143"/>
                <a:gd name="connsiteX3276" fmla="*/ 1255732 w 1542615"/>
                <a:gd name="connsiteY3276" fmla="*/ 77049 h 831143"/>
                <a:gd name="connsiteX3277" fmla="*/ 1252453 w 1542615"/>
                <a:gd name="connsiteY3277" fmla="*/ 78688 h 831143"/>
                <a:gd name="connsiteX3278" fmla="*/ 1247535 w 1542615"/>
                <a:gd name="connsiteY3278" fmla="*/ 80328 h 831143"/>
                <a:gd name="connsiteX3279" fmla="*/ 1244257 w 1542615"/>
                <a:gd name="connsiteY3279" fmla="*/ 81967 h 831143"/>
                <a:gd name="connsiteX3280" fmla="*/ 1240978 w 1542615"/>
                <a:gd name="connsiteY3280" fmla="*/ 81967 h 831143"/>
                <a:gd name="connsiteX3281" fmla="*/ 1236060 w 1542615"/>
                <a:gd name="connsiteY3281" fmla="*/ 83606 h 831143"/>
                <a:gd name="connsiteX3282" fmla="*/ 1239338 w 1542615"/>
                <a:gd name="connsiteY3282" fmla="*/ 81967 h 831143"/>
                <a:gd name="connsiteX3283" fmla="*/ 1244257 w 1542615"/>
                <a:gd name="connsiteY3283" fmla="*/ 78688 h 831143"/>
                <a:gd name="connsiteX3284" fmla="*/ 1239338 w 1542615"/>
                <a:gd name="connsiteY3284" fmla="*/ 78688 h 831143"/>
                <a:gd name="connsiteX3285" fmla="*/ 1244257 w 1542615"/>
                <a:gd name="connsiteY3285" fmla="*/ 78688 h 831143"/>
                <a:gd name="connsiteX3286" fmla="*/ 1247535 w 1542615"/>
                <a:gd name="connsiteY3286" fmla="*/ 77049 h 831143"/>
                <a:gd name="connsiteX3287" fmla="*/ 1250814 w 1542615"/>
                <a:gd name="connsiteY3287" fmla="*/ 77049 h 831143"/>
                <a:gd name="connsiteX3288" fmla="*/ 1255732 w 1542615"/>
                <a:gd name="connsiteY3288" fmla="*/ 72131 h 831143"/>
                <a:gd name="connsiteX3289" fmla="*/ 1259011 w 1542615"/>
                <a:gd name="connsiteY3289" fmla="*/ 70492 h 831143"/>
                <a:gd name="connsiteX3290" fmla="*/ 1263929 w 1542615"/>
                <a:gd name="connsiteY3290" fmla="*/ 70492 h 831143"/>
                <a:gd name="connsiteX3291" fmla="*/ 1267207 w 1542615"/>
                <a:gd name="connsiteY3291" fmla="*/ 68852 h 831143"/>
                <a:gd name="connsiteX3292" fmla="*/ 1272125 w 1542615"/>
                <a:gd name="connsiteY3292" fmla="*/ 67213 h 831143"/>
                <a:gd name="connsiteX3293" fmla="*/ 1275404 w 1542615"/>
                <a:gd name="connsiteY3293" fmla="*/ 65573 h 831143"/>
                <a:gd name="connsiteX3294" fmla="*/ 1278683 w 1542615"/>
                <a:gd name="connsiteY3294" fmla="*/ 65573 h 831143"/>
                <a:gd name="connsiteX3295" fmla="*/ 1283601 w 1542615"/>
                <a:gd name="connsiteY3295" fmla="*/ 63934 h 831143"/>
                <a:gd name="connsiteX3296" fmla="*/ 1286880 w 1542615"/>
                <a:gd name="connsiteY3296" fmla="*/ 60655 h 831143"/>
                <a:gd name="connsiteX3297" fmla="*/ 1291797 w 1542615"/>
                <a:gd name="connsiteY3297" fmla="*/ 60655 h 831143"/>
                <a:gd name="connsiteX3298" fmla="*/ 1295076 w 1542615"/>
                <a:gd name="connsiteY3298" fmla="*/ 59016 h 831143"/>
                <a:gd name="connsiteX3299" fmla="*/ 1298355 w 1542615"/>
                <a:gd name="connsiteY3299" fmla="*/ 57377 h 831143"/>
                <a:gd name="connsiteX3300" fmla="*/ 1303273 w 1542615"/>
                <a:gd name="connsiteY3300" fmla="*/ 55737 h 831143"/>
                <a:gd name="connsiteX3301" fmla="*/ 1306551 w 1542615"/>
                <a:gd name="connsiteY3301" fmla="*/ 52459 h 831143"/>
                <a:gd name="connsiteX3302" fmla="*/ 1309830 w 1542615"/>
                <a:gd name="connsiteY3302" fmla="*/ 47541 h 831143"/>
                <a:gd name="connsiteX3303" fmla="*/ 1311470 w 1542615"/>
                <a:gd name="connsiteY3303" fmla="*/ 44262 h 831143"/>
                <a:gd name="connsiteX3304" fmla="*/ 1306551 w 1542615"/>
                <a:gd name="connsiteY3304" fmla="*/ 40983 h 831143"/>
                <a:gd name="connsiteX3305" fmla="*/ 1303273 w 1542615"/>
                <a:gd name="connsiteY3305" fmla="*/ 40983 h 831143"/>
                <a:gd name="connsiteX3306" fmla="*/ 1299994 w 1542615"/>
                <a:gd name="connsiteY3306" fmla="*/ 40983 h 831143"/>
                <a:gd name="connsiteX3307" fmla="*/ 1295076 w 1542615"/>
                <a:gd name="connsiteY3307" fmla="*/ 40983 h 831143"/>
                <a:gd name="connsiteX3308" fmla="*/ 1291797 w 1542615"/>
                <a:gd name="connsiteY3308" fmla="*/ 40983 h 831143"/>
                <a:gd name="connsiteX3309" fmla="*/ 1286880 w 1542615"/>
                <a:gd name="connsiteY3309" fmla="*/ 40983 h 831143"/>
                <a:gd name="connsiteX3310" fmla="*/ 1283601 w 1542615"/>
                <a:gd name="connsiteY3310" fmla="*/ 40983 h 831143"/>
                <a:gd name="connsiteX3311" fmla="*/ 1278683 w 1542615"/>
                <a:gd name="connsiteY3311" fmla="*/ 40983 h 831143"/>
                <a:gd name="connsiteX3312" fmla="*/ 1273765 w 1542615"/>
                <a:gd name="connsiteY3312" fmla="*/ 40983 h 831143"/>
                <a:gd name="connsiteX3313" fmla="*/ 1270486 w 1542615"/>
                <a:gd name="connsiteY3313" fmla="*/ 42623 h 831143"/>
                <a:gd name="connsiteX3314" fmla="*/ 1267207 w 1542615"/>
                <a:gd name="connsiteY3314" fmla="*/ 42623 h 831143"/>
                <a:gd name="connsiteX3315" fmla="*/ 1262290 w 1542615"/>
                <a:gd name="connsiteY3315" fmla="*/ 44262 h 831143"/>
                <a:gd name="connsiteX3316" fmla="*/ 1260650 w 1542615"/>
                <a:gd name="connsiteY3316" fmla="*/ 47541 h 831143"/>
                <a:gd name="connsiteX3317" fmla="*/ 1255732 w 1542615"/>
                <a:gd name="connsiteY3317" fmla="*/ 50819 h 831143"/>
                <a:gd name="connsiteX3318" fmla="*/ 1252453 w 1542615"/>
                <a:gd name="connsiteY3318" fmla="*/ 50819 h 831143"/>
                <a:gd name="connsiteX3319" fmla="*/ 1247535 w 1542615"/>
                <a:gd name="connsiteY3319" fmla="*/ 49180 h 831143"/>
                <a:gd name="connsiteX3320" fmla="*/ 1244257 w 1542615"/>
                <a:gd name="connsiteY3320" fmla="*/ 50819 h 831143"/>
                <a:gd name="connsiteX3321" fmla="*/ 1239338 w 1542615"/>
                <a:gd name="connsiteY3321" fmla="*/ 50819 h 831143"/>
                <a:gd name="connsiteX3322" fmla="*/ 1236060 w 1542615"/>
                <a:gd name="connsiteY3322" fmla="*/ 50819 h 831143"/>
                <a:gd name="connsiteX3323" fmla="*/ 1231142 w 1542615"/>
                <a:gd name="connsiteY3323" fmla="*/ 52459 h 831143"/>
                <a:gd name="connsiteX3324" fmla="*/ 1227863 w 1542615"/>
                <a:gd name="connsiteY3324" fmla="*/ 52459 h 831143"/>
                <a:gd name="connsiteX3325" fmla="*/ 1222945 w 1542615"/>
                <a:gd name="connsiteY3325" fmla="*/ 54098 h 831143"/>
                <a:gd name="connsiteX3326" fmla="*/ 1219667 w 1542615"/>
                <a:gd name="connsiteY3326" fmla="*/ 54098 h 831143"/>
                <a:gd name="connsiteX3327" fmla="*/ 1214748 w 1542615"/>
                <a:gd name="connsiteY3327" fmla="*/ 54098 h 831143"/>
                <a:gd name="connsiteX3328" fmla="*/ 1211470 w 1542615"/>
                <a:gd name="connsiteY3328" fmla="*/ 55737 h 831143"/>
                <a:gd name="connsiteX3329" fmla="*/ 1206552 w 1542615"/>
                <a:gd name="connsiteY3329" fmla="*/ 55737 h 831143"/>
                <a:gd name="connsiteX3330" fmla="*/ 1201634 w 1542615"/>
                <a:gd name="connsiteY3330" fmla="*/ 55737 h 831143"/>
                <a:gd name="connsiteX3331" fmla="*/ 1198355 w 1542615"/>
                <a:gd name="connsiteY3331" fmla="*/ 55737 h 831143"/>
                <a:gd name="connsiteX3332" fmla="*/ 1195077 w 1542615"/>
                <a:gd name="connsiteY3332" fmla="*/ 57377 h 831143"/>
                <a:gd name="connsiteX3333" fmla="*/ 1190158 w 1542615"/>
                <a:gd name="connsiteY3333" fmla="*/ 59016 h 831143"/>
                <a:gd name="connsiteX3334" fmla="*/ 1186880 w 1542615"/>
                <a:gd name="connsiteY3334" fmla="*/ 59016 h 831143"/>
                <a:gd name="connsiteX3335" fmla="*/ 1181962 w 1542615"/>
                <a:gd name="connsiteY3335" fmla="*/ 59016 h 831143"/>
                <a:gd name="connsiteX3336" fmla="*/ 1178683 w 1542615"/>
                <a:gd name="connsiteY3336" fmla="*/ 59016 h 831143"/>
                <a:gd name="connsiteX3337" fmla="*/ 1175404 w 1542615"/>
                <a:gd name="connsiteY3337" fmla="*/ 59016 h 831143"/>
                <a:gd name="connsiteX3338" fmla="*/ 1178683 w 1542615"/>
                <a:gd name="connsiteY3338" fmla="*/ 59016 h 831143"/>
                <a:gd name="connsiteX3339" fmla="*/ 1181962 w 1542615"/>
                <a:gd name="connsiteY3339" fmla="*/ 59016 h 831143"/>
                <a:gd name="connsiteX3340" fmla="*/ 1178683 w 1542615"/>
                <a:gd name="connsiteY3340" fmla="*/ 57377 h 831143"/>
                <a:gd name="connsiteX3341" fmla="*/ 1173765 w 1542615"/>
                <a:gd name="connsiteY3341" fmla="*/ 57377 h 831143"/>
                <a:gd name="connsiteX3342" fmla="*/ 1178683 w 1542615"/>
                <a:gd name="connsiteY3342" fmla="*/ 55737 h 831143"/>
                <a:gd name="connsiteX3343" fmla="*/ 1181962 w 1542615"/>
                <a:gd name="connsiteY3343" fmla="*/ 55737 h 831143"/>
                <a:gd name="connsiteX3344" fmla="*/ 1186880 w 1542615"/>
                <a:gd name="connsiteY3344" fmla="*/ 54098 h 831143"/>
                <a:gd name="connsiteX3345" fmla="*/ 1191798 w 1542615"/>
                <a:gd name="connsiteY3345" fmla="*/ 54098 h 831143"/>
                <a:gd name="connsiteX3346" fmla="*/ 1195077 w 1542615"/>
                <a:gd name="connsiteY3346" fmla="*/ 54098 h 831143"/>
                <a:gd name="connsiteX3347" fmla="*/ 1199995 w 1542615"/>
                <a:gd name="connsiteY3347" fmla="*/ 54098 h 831143"/>
                <a:gd name="connsiteX3348" fmla="*/ 1203273 w 1542615"/>
                <a:gd name="connsiteY3348" fmla="*/ 52459 h 831143"/>
                <a:gd name="connsiteX3349" fmla="*/ 1208191 w 1542615"/>
                <a:gd name="connsiteY3349" fmla="*/ 52459 h 831143"/>
                <a:gd name="connsiteX3350" fmla="*/ 1211470 w 1542615"/>
                <a:gd name="connsiteY3350" fmla="*/ 52459 h 831143"/>
                <a:gd name="connsiteX3351" fmla="*/ 1216388 w 1542615"/>
                <a:gd name="connsiteY3351" fmla="*/ 50819 h 831143"/>
                <a:gd name="connsiteX3352" fmla="*/ 1221306 w 1542615"/>
                <a:gd name="connsiteY3352" fmla="*/ 50819 h 831143"/>
                <a:gd name="connsiteX3353" fmla="*/ 1224585 w 1542615"/>
                <a:gd name="connsiteY3353" fmla="*/ 49180 h 831143"/>
                <a:gd name="connsiteX3354" fmla="*/ 1227863 w 1542615"/>
                <a:gd name="connsiteY3354" fmla="*/ 49180 h 831143"/>
                <a:gd name="connsiteX3355" fmla="*/ 1231142 w 1542615"/>
                <a:gd name="connsiteY3355" fmla="*/ 49180 h 831143"/>
                <a:gd name="connsiteX3356" fmla="*/ 1234421 w 1542615"/>
                <a:gd name="connsiteY3356" fmla="*/ 44262 h 831143"/>
                <a:gd name="connsiteX3357" fmla="*/ 1231142 w 1542615"/>
                <a:gd name="connsiteY3357" fmla="*/ 42623 h 831143"/>
                <a:gd name="connsiteX3358" fmla="*/ 1227863 w 1542615"/>
                <a:gd name="connsiteY3358" fmla="*/ 42623 h 831143"/>
                <a:gd name="connsiteX3359" fmla="*/ 1222945 w 1542615"/>
                <a:gd name="connsiteY3359" fmla="*/ 42623 h 831143"/>
                <a:gd name="connsiteX3360" fmla="*/ 1218027 w 1542615"/>
                <a:gd name="connsiteY3360" fmla="*/ 42623 h 831143"/>
                <a:gd name="connsiteX3361" fmla="*/ 1214748 w 1542615"/>
                <a:gd name="connsiteY3361" fmla="*/ 42623 h 831143"/>
                <a:gd name="connsiteX3362" fmla="*/ 1209831 w 1542615"/>
                <a:gd name="connsiteY3362" fmla="*/ 42623 h 831143"/>
                <a:gd name="connsiteX3363" fmla="*/ 1206552 w 1542615"/>
                <a:gd name="connsiteY3363" fmla="*/ 42623 h 831143"/>
                <a:gd name="connsiteX3364" fmla="*/ 1201634 w 1542615"/>
                <a:gd name="connsiteY3364" fmla="*/ 42623 h 831143"/>
                <a:gd name="connsiteX3365" fmla="*/ 1198355 w 1542615"/>
                <a:gd name="connsiteY3365" fmla="*/ 42623 h 831143"/>
                <a:gd name="connsiteX3366" fmla="*/ 1195077 w 1542615"/>
                <a:gd name="connsiteY3366" fmla="*/ 42623 h 831143"/>
                <a:gd name="connsiteX3367" fmla="*/ 1190158 w 1542615"/>
                <a:gd name="connsiteY3367" fmla="*/ 42623 h 831143"/>
                <a:gd name="connsiteX3368" fmla="*/ 1186880 w 1542615"/>
                <a:gd name="connsiteY3368" fmla="*/ 42623 h 831143"/>
                <a:gd name="connsiteX3369" fmla="*/ 1181962 w 1542615"/>
                <a:gd name="connsiteY3369" fmla="*/ 42623 h 831143"/>
                <a:gd name="connsiteX3370" fmla="*/ 1178683 w 1542615"/>
                <a:gd name="connsiteY3370" fmla="*/ 42623 h 831143"/>
                <a:gd name="connsiteX3371" fmla="*/ 1173765 w 1542615"/>
                <a:gd name="connsiteY3371" fmla="*/ 42623 h 831143"/>
                <a:gd name="connsiteX3372" fmla="*/ 1170487 w 1542615"/>
                <a:gd name="connsiteY3372" fmla="*/ 42623 h 831143"/>
                <a:gd name="connsiteX3373" fmla="*/ 1167208 w 1542615"/>
                <a:gd name="connsiteY3373" fmla="*/ 42623 h 831143"/>
                <a:gd name="connsiteX3374" fmla="*/ 1162290 w 1542615"/>
                <a:gd name="connsiteY3374" fmla="*/ 42623 h 831143"/>
                <a:gd name="connsiteX3375" fmla="*/ 1159011 w 1542615"/>
                <a:gd name="connsiteY3375" fmla="*/ 42623 h 831143"/>
                <a:gd name="connsiteX3376" fmla="*/ 1154093 w 1542615"/>
                <a:gd name="connsiteY3376" fmla="*/ 42623 h 831143"/>
                <a:gd name="connsiteX3377" fmla="*/ 1150814 w 1542615"/>
                <a:gd name="connsiteY3377" fmla="*/ 42623 h 831143"/>
                <a:gd name="connsiteX3378" fmla="*/ 1145897 w 1542615"/>
                <a:gd name="connsiteY3378" fmla="*/ 42623 h 831143"/>
                <a:gd name="connsiteX3379" fmla="*/ 1140978 w 1542615"/>
                <a:gd name="connsiteY3379" fmla="*/ 42623 h 831143"/>
                <a:gd name="connsiteX3380" fmla="*/ 1137700 w 1542615"/>
                <a:gd name="connsiteY3380" fmla="*/ 44262 h 831143"/>
                <a:gd name="connsiteX3381" fmla="*/ 1134421 w 1542615"/>
                <a:gd name="connsiteY3381" fmla="*/ 45901 h 831143"/>
                <a:gd name="connsiteX3382" fmla="*/ 1129503 w 1542615"/>
                <a:gd name="connsiteY3382" fmla="*/ 45901 h 831143"/>
                <a:gd name="connsiteX3383" fmla="*/ 1126224 w 1542615"/>
                <a:gd name="connsiteY3383" fmla="*/ 44262 h 831143"/>
                <a:gd name="connsiteX3384" fmla="*/ 1122946 w 1542615"/>
                <a:gd name="connsiteY3384" fmla="*/ 44262 h 831143"/>
                <a:gd name="connsiteX3385" fmla="*/ 1118028 w 1542615"/>
                <a:gd name="connsiteY3385" fmla="*/ 44262 h 831143"/>
                <a:gd name="connsiteX3386" fmla="*/ 1114749 w 1542615"/>
                <a:gd name="connsiteY3386" fmla="*/ 45901 h 831143"/>
                <a:gd name="connsiteX3387" fmla="*/ 1111470 w 1542615"/>
                <a:gd name="connsiteY3387" fmla="*/ 45901 h 831143"/>
                <a:gd name="connsiteX3388" fmla="*/ 1106553 w 1542615"/>
                <a:gd name="connsiteY3388" fmla="*/ 45901 h 831143"/>
                <a:gd name="connsiteX3389" fmla="*/ 1101634 w 1542615"/>
                <a:gd name="connsiteY3389" fmla="*/ 45901 h 831143"/>
                <a:gd name="connsiteX3390" fmla="*/ 1098356 w 1542615"/>
                <a:gd name="connsiteY3390" fmla="*/ 45901 h 831143"/>
                <a:gd name="connsiteX3391" fmla="*/ 1093438 w 1542615"/>
                <a:gd name="connsiteY3391" fmla="*/ 45901 h 831143"/>
                <a:gd name="connsiteX3392" fmla="*/ 1090159 w 1542615"/>
                <a:gd name="connsiteY3392" fmla="*/ 47541 h 831143"/>
                <a:gd name="connsiteX3393" fmla="*/ 1085241 w 1542615"/>
                <a:gd name="connsiteY3393" fmla="*/ 47541 h 831143"/>
                <a:gd name="connsiteX3394" fmla="*/ 1081963 w 1542615"/>
                <a:gd name="connsiteY3394" fmla="*/ 47541 h 831143"/>
                <a:gd name="connsiteX3395" fmla="*/ 1077044 w 1542615"/>
                <a:gd name="connsiteY3395" fmla="*/ 47541 h 831143"/>
                <a:gd name="connsiteX3396" fmla="*/ 1073766 w 1542615"/>
                <a:gd name="connsiteY3396" fmla="*/ 49180 h 831143"/>
                <a:gd name="connsiteX3397" fmla="*/ 1070487 w 1542615"/>
                <a:gd name="connsiteY3397" fmla="*/ 49180 h 831143"/>
                <a:gd name="connsiteX3398" fmla="*/ 1065569 w 1542615"/>
                <a:gd name="connsiteY3398" fmla="*/ 49180 h 831143"/>
                <a:gd name="connsiteX3399" fmla="*/ 1062290 w 1542615"/>
                <a:gd name="connsiteY3399" fmla="*/ 50819 h 831143"/>
                <a:gd name="connsiteX3400" fmla="*/ 1059011 w 1542615"/>
                <a:gd name="connsiteY3400" fmla="*/ 50819 h 831143"/>
                <a:gd name="connsiteX3401" fmla="*/ 1054094 w 1542615"/>
                <a:gd name="connsiteY3401" fmla="*/ 50819 h 831143"/>
                <a:gd name="connsiteX3402" fmla="*/ 1050815 w 1542615"/>
                <a:gd name="connsiteY3402" fmla="*/ 52459 h 831143"/>
                <a:gd name="connsiteX3403" fmla="*/ 1052454 w 1542615"/>
                <a:gd name="connsiteY3403" fmla="*/ 47541 h 831143"/>
                <a:gd name="connsiteX3404" fmla="*/ 1055733 w 1542615"/>
                <a:gd name="connsiteY3404" fmla="*/ 45901 h 831143"/>
                <a:gd name="connsiteX3405" fmla="*/ 1060651 w 1542615"/>
                <a:gd name="connsiteY3405" fmla="*/ 45901 h 831143"/>
                <a:gd name="connsiteX3406" fmla="*/ 1063930 w 1542615"/>
                <a:gd name="connsiteY3406" fmla="*/ 45901 h 831143"/>
                <a:gd name="connsiteX3407" fmla="*/ 1067208 w 1542615"/>
                <a:gd name="connsiteY3407" fmla="*/ 45901 h 831143"/>
                <a:gd name="connsiteX3408" fmla="*/ 1072126 w 1542615"/>
                <a:gd name="connsiteY3408" fmla="*/ 44262 h 831143"/>
                <a:gd name="connsiteX3409" fmla="*/ 1077044 w 1542615"/>
                <a:gd name="connsiteY3409" fmla="*/ 44262 h 831143"/>
                <a:gd name="connsiteX3410" fmla="*/ 1080323 w 1542615"/>
                <a:gd name="connsiteY3410" fmla="*/ 44262 h 831143"/>
                <a:gd name="connsiteX3411" fmla="*/ 1085241 w 1542615"/>
                <a:gd name="connsiteY3411" fmla="*/ 44262 h 831143"/>
                <a:gd name="connsiteX3412" fmla="*/ 1088520 w 1542615"/>
                <a:gd name="connsiteY3412" fmla="*/ 44262 h 831143"/>
                <a:gd name="connsiteX3413" fmla="*/ 1093438 w 1542615"/>
                <a:gd name="connsiteY3413" fmla="*/ 42623 h 831143"/>
                <a:gd name="connsiteX3414" fmla="*/ 1093438 w 1542615"/>
                <a:gd name="connsiteY3414" fmla="*/ 42623 h 831143"/>
                <a:gd name="connsiteX3415" fmla="*/ 1098356 w 1542615"/>
                <a:gd name="connsiteY3415" fmla="*/ 42623 h 831143"/>
                <a:gd name="connsiteX3416" fmla="*/ 1101634 w 1542615"/>
                <a:gd name="connsiteY3416" fmla="*/ 42623 h 831143"/>
                <a:gd name="connsiteX3417" fmla="*/ 1106553 w 1542615"/>
                <a:gd name="connsiteY3417" fmla="*/ 42623 h 831143"/>
                <a:gd name="connsiteX3418" fmla="*/ 1109831 w 1542615"/>
                <a:gd name="connsiteY3418" fmla="*/ 42623 h 831143"/>
                <a:gd name="connsiteX3419" fmla="*/ 1113110 w 1542615"/>
                <a:gd name="connsiteY3419" fmla="*/ 40983 h 831143"/>
                <a:gd name="connsiteX3420" fmla="*/ 1118028 w 1542615"/>
                <a:gd name="connsiteY3420" fmla="*/ 40983 h 831143"/>
                <a:gd name="connsiteX3421" fmla="*/ 1121307 w 1542615"/>
                <a:gd name="connsiteY3421" fmla="*/ 40983 h 831143"/>
                <a:gd name="connsiteX3422" fmla="*/ 1126224 w 1542615"/>
                <a:gd name="connsiteY3422" fmla="*/ 40983 h 831143"/>
                <a:gd name="connsiteX3423" fmla="*/ 1122946 w 1542615"/>
                <a:gd name="connsiteY3423" fmla="*/ 37705 h 831143"/>
                <a:gd name="connsiteX3424" fmla="*/ 1118028 w 1542615"/>
                <a:gd name="connsiteY3424" fmla="*/ 37705 h 831143"/>
                <a:gd name="connsiteX3425" fmla="*/ 1114749 w 1542615"/>
                <a:gd name="connsiteY3425" fmla="*/ 37705 h 831143"/>
                <a:gd name="connsiteX3426" fmla="*/ 1109831 w 1542615"/>
                <a:gd name="connsiteY3426" fmla="*/ 37705 h 831143"/>
                <a:gd name="connsiteX3427" fmla="*/ 1106553 w 1542615"/>
                <a:gd name="connsiteY3427" fmla="*/ 37705 h 831143"/>
                <a:gd name="connsiteX3428" fmla="*/ 1101634 w 1542615"/>
                <a:gd name="connsiteY3428" fmla="*/ 37705 h 831143"/>
                <a:gd name="connsiteX3429" fmla="*/ 1098356 w 1542615"/>
                <a:gd name="connsiteY3429" fmla="*/ 37705 h 831143"/>
                <a:gd name="connsiteX3430" fmla="*/ 1093438 w 1542615"/>
                <a:gd name="connsiteY3430" fmla="*/ 37705 h 831143"/>
                <a:gd name="connsiteX3431" fmla="*/ 1098356 w 1542615"/>
                <a:gd name="connsiteY3431" fmla="*/ 37705 h 831143"/>
                <a:gd name="connsiteX3432" fmla="*/ 1101634 w 1542615"/>
                <a:gd name="connsiteY3432" fmla="*/ 37705 h 831143"/>
                <a:gd name="connsiteX3433" fmla="*/ 1104913 w 1542615"/>
                <a:gd name="connsiteY3433" fmla="*/ 37705 h 831143"/>
                <a:gd name="connsiteX3434" fmla="*/ 1109831 w 1542615"/>
                <a:gd name="connsiteY3434" fmla="*/ 37705 h 831143"/>
                <a:gd name="connsiteX3435" fmla="*/ 1113110 w 1542615"/>
                <a:gd name="connsiteY3435" fmla="*/ 37705 h 831143"/>
                <a:gd name="connsiteX3436" fmla="*/ 1118028 w 1542615"/>
                <a:gd name="connsiteY3436" fmla="*/ 37705 h 831143"/>
                <a:gd name="connsiteX3437" fmla="*/ 1121307 w 1542615"/>
                <a:gd name="connsiteY3437" fmla="*/ 37705 h 831143"/>
                <a:gd name="connsiteX3438" fmla="*/ 1126224 w 1542615"/>
                <a:gd name="connsiteY3438" fmla="*/ 37705 h 831143"/>
                <a:gd name="connsiteX3439" fmla="*/ 1129503 w 1542615"/>
                <a:gd name="connsiteY3439" fmla="*/ 37705 h 831143"/>
                <a:gd name="connsiteX3440" fmla="*/ 1134421 w 1542615"/>
                <a:gd name="connsiteY3440" fmla="*/ 39344 h 831143"/>
                <a:gd name="connsiteX3441" fmla="*/ 1137700 w 1542615"/>
                <a:gd name="connsiteY3441" fmla="*/ 39344 h 831143"/>
                <a:gd name="connsiteX3442" fmla="*/ 1142618 w 1542615"/>
                <a:gd name="connsiteY3442" fmla="*/ 39344 h 831143"/>
                <a:gd name="connsiteX3443" fmla="*/ 1147536 w 1542615"/>
                <a:gd name="connsiteY3443" fmla="*/ 39344 h 831143"/>
                <a:gd name="connsiteX3444" fmla="*/ 1150814 w 1542615"/>
                <a:gd name="connsiteY3444" fmla="*/ 39344 h 831143"/>
                <a:gd name="connsiteX3445" fmla="*/ 1155733 w 1542615"/>
                <a:gd name="connsiteY3445" fmla="*/ 37705 h 831143"/>
                <a:gd name="connsiteX3446" fmla="*/ 1159011 w 1542615"/>
                <a:gd name="connsiteY3446" fmla="*/ 37705 h 831143"/>
                <a:gd name="connsiteX3447" fmla="*/ 1163929 w 1542615"/>
                <a:gd name="connsiteY3447" fmla="*/ 37705 h 831143"/>
                <a:gd name="connsiteX3448" fmla="*/ 1167208 w 1542615"/>
                <a:gd name="connsiteY3448" fmla="*/ 37705 h 831143"/>
                <a:gd name="connsiteX3449" fmla="*/ 1170487 w 1542615"/>
                <a:gd name="connsiteY3449" fmla="*/ 37705 h 831143"/>
                <a:gd name="connsiteX3450" fmla="*/ 1175404 w 1542615"/>
                <a:gd name="connsiteY3450" fmla="*/ 37705 h 831143"/>
                <a:gd name="connsiteX3451" fmla="*/ 1178683 w 1542615"/>
                <a:gd name="connsiteY3451" fmla="*/ 37705 h 831143"/>
                <a:gd name="connsiteX3452" fmla="*/ 1181962 w 1542615"/>
                <a:gd name="connsiteY3452" fmla="*/ 37705 h 831143"/>
                <a:gd name="connsiteX3453" fmla="*/ 1186880 w 1542615"/>
                <a:gd name="connsiteY3453" fmla="*/ 37705 h 831143"/>
                <a:gd name="connsiteX3454" fmla="*/ 1191798 w 1542615"/>
                <a:gd name="connsiteY3454" fmla="*/ 37705 h 831143"/>
                <a:gd name="connsiteX3455" fmla="*/ 1195077 w 1542615"/>
                <a:gd name="connsiteY3455" fmla="*/ 37705 h 831143"/>
                <a:gd name="connsiteX3456" fmla="*/ 1198355 w 1542615"/>
                <a:gd name="connsiteY3456" fmla="*/ 37705 h 831143"/>
                <a:gd name="connsiteX3457" fmla="*/ 1203273 w 1542615"/>
                <a:gd name="connsiteY3457" fmla="*/ 37705 h 831143"/>
                <a:gd name="connsiteX3458" fmla="*/ 1206552 w 1542615"/>
                <a:gd name="connsiteY3458" fmla="*/ 37705 h 831143"/>
                <a:gd name="connsiteX3459" fmla="*/ 1211470 w 1542615"/>
                <a:gd name="connsiteY3459" fmla="*/ 39344 h 831143"/>
                <a:gd name="connsiteX3460" fmla="*/ 1214748 w 1542615"/>
                <a:gd name="connsiteY3460" fmla="*/ 39344 h 831143"/>
                <a:gd name="connsiteX3461" fmla="*/ 1219667 w 1542615"/>
                <a:gd name="connsiteY3461" fmla="*/ 39344 h 831143"/>
                <a:gd name="connsiteX3462" fmla="*/ 1222945 w 1542615"/>
                <a:gd name="connsiteY3462" fmla="*/ 39344 h 831143"/>
                <a:gd name="connsiteX3463" fmla="*/ 1227863 w 1542615"/>
                <a:gd name="connsiteY3463" fmla="*/ 39344 h 831143"/>
                <a:gd name="connsiteX3464" fmla="*/ 1231142 w 1542615"/>
                <a:gd name="connsiteY3464" fmla="*/ 39344 h 831143"/>
                <a:gd name="connsiteX3465" fmla="*/ 1234421 w 1542615"/>
                <a:gd name="connsiteY3465" fmla="*/ 39344 h 831143"/>
                <a:gd name="connsiteX3466" fmla="*/ 1239338 w 1542615"/>
                <a:gd name="connsiteY3466" fmla="*/ 39344 h 831143"/>
                <a:gd name="connsiteX3467" fmla="*/ 1242617 w 1542615"/>
                <a:gd name="connsiteY3467" fmla="*/ 39344 h 831143"/>
                <a:gd name="connsiteX3468" fmla="*/ 1247535 w 1542615"/>
                <a:gd name="connsiteY3468" fmla="*/ 37705 h 831143"/>
                <a:gd name="connsiteX3469" fmla="*/ 1250814 w 1542615"/>
                <a:gd name="connsiteY3469" fmla="*/ 37705 h 831143"/>
                <a:gd name="connsiteX3470" fmla="*/ 1254093 w 1542615"/>
                <a:gd name="connsiteY3470" fmla="*/ 37705 h 831143"/>
                <a:gd name="connsiteX3471" fmla="*/ 1259011 w 1542615"/>
                <a:gd name="connsiteY3471" fmla="*/ 36065 h 831143"/>
                <a:gd name="connsiteX3472" fmla="*/ 1263929 w 1542615"/>
                <a:gd name="connsiteY3472" fmla="*/ 36065 h 831143"/>
                <a:gd name="connsiteX3473" fmla="*/ 1267207 w 1542615"/>
                <a:gd name="connsiteY3473" fmla="*/ 36065 h 831143"/>
                <a:gd name="connsiteX3474" fmla="*/ 1270486 w 1542615"/>
                <a:gd name="connsiteY3474" fmla="*/ 36065 h 831143"/>
                <a:gd name="connsiteX3475" fmla="*/ 1275404 w 1542615"/>
                <a:gd name="connsiteY3475" fmla="*/ 34426 h 831143"/>
                <a:gd name="connsiteX3476" fmla="*/ 1278683 w 1542615"/>
                <a:gd name="connsiteY3476" fmla="*/ 34426 h 831143"/>
                <a:gd name="connsiteX3477" fmla="*/ 1283601 w 1542615"/>
                <a:gd name="connsiteY3477" fmla="*/ 34426 h 831143"/>
                <a:gd name="connsiteX3478" fmla="*/ 1286880 w 1542615"/>
                <a:gd name="connsiteY3478" fmla="*/ 34426 h 831143"/>
                <a:gd name="connsiteX3479" fmla="*/ 1291797 w 1542615"/>
                <a:gd name="connsiteY3479" fmla="*/ 34426 h 831143"/>
                <a:gd name="connsiteX3480" fmla="*/ 1295076 w 1542615"/>
                <a:gd name="connsiteY3480" fmla="*/ 34426 h 831143"/>
                <a:gd name="connsiteX3481" fmla="*/ 1298355 w 1542615"/>
                <a:gd name="connsiteY3481" fmla="*/ 34426 h 831143"/>
                <a:gd name="connsiteX3482" fmla="*/ 1303273 w 1542615"/>
                <a:gd name="connsiteY3482" fmla="*/ 34426 h 831143"/>
                <a:gd name="connsiteX3483" fmla="*/ 1306551 w 1542615"/>
                <a:gd name="connsiteY3483" fmla="*/ 32787 h 831143"/>
                <a:gd name="connsiteX3484" fmla="*/ 1309830 w 1542615"/>
                <a:gd name="connsiteY3484" fmla="*/ 32787 h 831143"/>
                <a:gd name="connsiteX3485" fmla="*/ 1314748 w 1542615"/>
                <a:gd name="connsiteY3485" fmla="*/ 29508 h 831143"/>
                <a:gd name="connsiteX3486" fmla="*/ 1319666 w 1542615"/>
                <a:gd name="connsiteY3486" fmla="*/ 29508 h 831143"/>
                <a:gd name="connsiteX3487" fmla="*/ 1322945 w 1542615"/>
                <a:gd name="connsiteY3487" fmla="*/ 29508 h 831143"/>
                <a:gd name="connsiteX3488" fmla="*/ 1326224 w 1542615"/>
                <a:gd name="connsiteY3488" fmla="*/ 27869 h 831143"/>
                <a:gd name="connsiteX3489" fmla="*/ 1331141 w 1542615"/>
                <a:gd name="connsiteY3489" fmla="*/ 27869 h 831143"/>
                <a:gd name="connsiteX3490" fmla="*/ 1334420 w 1542615"/>
                <a:gd name="connsiteY3490" fmla="*/ 26229 h 831143"/>
                <a:gd name="connsiteX3491" fmla="*/ 1331141 w 1542615"/>
                <a:gd name="connsiteY3491" fmla="*/ 24590 h 831143"/>
                <a:gd name="connsiteX3492" fmla="*/ 1326224 w 1542615"/>
                <a:gd name="connsiteY3492" fmla="*/ 24590 h 831143"/>
                <a:gd name="connsiteX3493" fmla="*/ 1321305 w 1542615"/>
                <a:gd name="connsiteY3493" fmla="*/ 24590 h 831143"/>
                <a:gd name="connsiteX3494" fmla="*/ 1318027 w 1542615"/>
                <a:gd name="connsiteY3494" fmla="*/ 22951 h 831143"/>
                <a:gd name="connsiteX3495" fmla="*/ 1313109 w 1542615"/>
                <a:gd name="connsiteY3495" fmla="*/ 22951 h 831143"/>
                <a:gd name="connsiteX3496" fmla="*/ 1309830 w 1542615"/>
                <a:gd name="connsiteY3496" fmla="*/ 21311 h 831143"/>
                <a:gd name="connsiteX3497" fmla="*/ 1304912 w 1542615"/>
                <a:gd name="connsiteY3497" fmla="*/ 22951 h 831143"/>
                <a:gd name="connsiteX3498" fmla="*/ 1301634 w 1542615"/>
                <a:gd name="connsiteY3498" fmla="*/ 22951 h 831143"/>
                <a:gd name="connsiteX3499" fmla="*/ 1298355 w 1542615"/>
                <a:gd name="connsiteY3499" fmla="*/ 21311 h 831143"/>
                <a:gd name="connsiteX3500" fmla="*/ 1293437 w 1542615"/>
                <a:gd name="connsiteY3500" fmla="*/ 21311 h 831143"/>
                <a:gd name="connsiteX3501" fmla="*/ 1288519 w 1542615"/>
                <a:gd name="connsiteY3501" fmla="*/ 19672 h 831143"/>
                <a:gd name="connsiteX3502" fmla="*/ 1285240 w 1542615"/>
                <a:gd name="connsiteY3502" fmla="*/ 21311 h 831143"/>
                <a:gd name="connsiteX3503" fmla="*/ 1280322 w 1542615"/>
                <a:gd name="connsiteY3503" fmla="*/ 21311 h 831143"/>
                <a:gd name="connsiteX3504" fmla="*/ 1275404 w 1542615"/>
                <a:gd name="connsiteY3504" fmla="*/ 22951 h 831143"/>
                <a:gd name="connsiteX3505" fmla="*/ 1280322 w 1542615"/>
                <a:gd name="connsiteY3505" fmla="*/ 19672 h 831143"/>
                <a:gd name="connsiteX3506" fmla="*/ 1275404 w 1542615"/>
                <a:gd name="connsiteY3506" fmla="*/ 18033 h 831143"/>
                <a:gd name="connsiteX3507" fmla="*/ 1272125 w 1542615"/>
                <a:gd name="connsiteY3507" fmla="*/ 19672 h 831143"/>
                <a:gd name="connsiteX3508" fmla="*/ 1267207 w 1542615"/>
                <a:gd name="connsiteY3508" fmla="*/ 19672 h 831143"/>
                <a:gd name="connsiteX3509" fmla="*/ 1263929 w 1542615"/>
                <a:gd name="connsiteY3509" fmla="*/ 19672 h 831143"/>
                <a:gd name="connsiteX3510" fmla="*/ 1259011 w 1542615"/>
                <a:gd name="connsiteY3510" fmla="*/ 19672 h 831143"/>
                <a:gd name="connsiteX3511" fmla="*/ 1254093 w 1542615"/>
                <a:gd name="connsiteY3511" fmla="*/ 21311 h 831143"/>
                <a:gd name="connsiteX3512" fmla="*/ 1250814 w 1542615"/>
                <a:gd name="connsiteY3512" fmla="*/ 21311 h 831143"/>
                <a:gd name="connsiteX3513" fmla="*/ 1245896 w 1542615"/>
                <a:gd name="connsiteY3513" fmla="*/ 21311 h 831143"/>
                <a:gd name="connsiteX3514" fmla="*/ 1240978 w 1542615"/>
                <a:gd name="connsiteY3514" fmla="*/ 21311 h 831143"/>
                <a:gd name="connsiteX3515" fmla="*/ 1237700 w 1542615"/>
                <a:gd name="connsiteY3515" fmla="*/ 22951 h 831143"/>
                <a:gd name="connsiteX3516" fmla="*/ 1232781 w 1542615"/>
                <a:gd name="connsiteY3516" fmla="*/ 22951 h 831143"/>
                <a:gd name="connsiteX3517" fmla="*/ 1237700 w 1542615"/>
                <a:gd name="connsiteY3517" fmla="*/ 21311 h 831143"/>
                <a:gd name="connsiteX3518" fmla="*/ 1240978 w 1542615"/>
                <a:gd name="connsiteY3518" fmla="*/ 21311 h 831143"/>
                <a:gd name="connsiteX3519" fmla="*/ 1244257 w 1542615"/>
                <a:gd name="connsiteY3519" fmla="*/ 21311 h 831143"/>
                <a:gd name="connsiteX3520" fmla="*/ 1249175 w 1542615"/>
                <a:gd name="connsiteY3520" fmla="*/ 19672 h 831143"/>
                <a:gd name="connsiteX3521" fmla="*/ 1252453 w 1542615"/>
                <a:gd name="connsiteY3521" fmla="*/ 18033 h 831143"/>
                <a:gd name="connsiteX3522" fmla="*/ 1257371 w 1542615"/>
                <a:gd name="connsiteY3522" fmla="*/ 18033 h 831143"/>
                <a:gd name="connsiteX3523" fmla="*/ 1260650 w 1542615"/>
                <a:gd name="connsiteY3523" fmla="*/ 16393 h 831143"/>
                <a:gd name="connsiteX3524" fmla="*/ 1257371 w 1542615"/>
                <a:gd name="connsiteY3524" fmla="*/ 14754 h 831143"/>
                <a:gd name="connsiteX3525" fmla="*/ 1252453 w 1542615"/>
                <a:gd name="connsiteY3525" fmla="*/ 11475 h 831143"/>
                <a:gd name="connsiteX3526" fmla="*/ 1249175 w 1542615"/>
                <a:gd name="connsiteY3526" fmla="*/ 13115 h 831143"/>
                <a:gd name="connsiteX3527" fmla="*/ 1244257 w 1542615"/>
                <a:gd name="connsiteY3527" fmla="*/ 13115 h 831143"/>
                <a:gd name="connsiteX3528" fmla="*/ 1240978 w 1542615"/>
                <a:gd name="connsiteY3528" fmla="*/ 13115 h 831143"/>
                <a:gd name="connsiteX3529" fmla="*/ 1236060 w 1542615"/>
                <a:gd name="connsiteY3529" fmla="*/ 13115 h 831143"/>
                <a:gd name="connsiteX3530" fmla="*/ 1232781 w 1542615"/>
                <a:gd name="connsiteY3530" fmla="*/ 13115 h 831143"/>
                <a:gd name="connsiteX3531" fmla="*/ 1227863 w 1542615"/>
                <a:gd name="connsiteY3531" fmla="*/ 13115 h 831143"/>
                <a:gd name="connsiteX3532" fmla="*/ 1224585 w 1542615"/>
                <a:gd name="connsiteY3532" fmla="*/ 14754 h 831143"/>
                <a:gd name="connsiteX3533" fmla="*/ 1219667 w 1542615"/>
                <a:gd name="connsiteY3533" fmla="*/ 14754 h 831143"/>
                <a:gd name="connsiteX3534" fmla="*/ 1216388 w 1542615"/>
                <a:gd name="connsiteY3534" fmla="*/ 14754 h 831143"/>
                <a:gd name="connsiteX3535" fmla="*/ 1211470 w 1542615"/>
                <a:gd name="connsiteY3535" fmla="*/ 14754 h 831143"/>
                <a:gd name="connsiteX3536" fmla="*/ 1208191 w 1542615"/>
                <a:gd name="connsiteY3536" fmla="*/ 14754 h 831143"/>
                <a:gd name="connsiteX3537" fmla="*/ 1203273 w 1542615"/>
                <a:gd name="connsiteY3537" fmla="*/ 14754 h 831143"/>
                <a:gd name="connsiteX3538" fmla="*/ 1198355 w 1542615"/>
                <a:gd name="connsiteY3538" fmla="*/ 14754 h 831143"/>
                <a:gd name="connsiteX3539" fmla="*/ 1195077 w 1542615"/>
                <a:gd name="connsiteY3539" fmla="*/ 14754 h 831143"/>
                <a:gd name="connsiteX3540" fmla="*/ 1190158 w 1542615"/>
                <a:gd name="connsiteY3540" fmla="*/ 14754 h 831143"/>
                <a:gd name="connsiteX3541" fmla="*/ 1186880 w 1542615"/>
                <a:gd name="connsiteY3541" fmla="*/ 14754 h 831143"/>
                <a:gd name="connsiteX3542" fmla="*/ 1181962 w 1542615"/>
                <a:gd name="connsiteY3542" fmla="*/ 14754 h 831143"/>
                <a:gd name="connsiteX3543" fmla="*/ 1178683 w 1542615"/>
                <a:gd name="connsiteY3543" fmla="*/ 14754 h 831143"/>
                <a:gd name="connsiteX3544" fmla="*/ 1173765 w 1542615"/>
                <a:gd name="connsiteY3544" fmla="*/ 13115 h 831143"/>
                <a:gd name="connsiteX3545" fmla="*/ 1168847 w 1542615"/>
                <a:gd name="connsiteY3545" fmla="*/ 13115 h 831143"/>
                <a:gd name="connsiteX3546" fmla="*/ 1163929 w 1542615"/>
                <a:gd name="connsiteY3546" fmla="*/ 13115 h 831143"/>
                <a:gd name="connsiteX3547" fmla="*/ 1160651 w 1542615"/>
                <a:gd name="connsiteY3547" fmla="*/ 13115 h 831143"/>
                <a:gd name="connsiteX3548" fmla="*/ 1155733 w 1542615"/>
                <a:gd name="connsiteY3548" fmla="*/ 13115 h 831143"/>
                <a:gd name="connsiteX3549" fmla="*/ 1150814 w 1542615"/>
                <a:gd name="connsiteY3549" fmla="*/ 13115 h 831143"/>
                <a:gd name="connsiteX3550" fmla="*/ 1147536 w 1542615"/>
                <a:gd name="connsiteY3550" fmla="*/ 13115 h 831143"/>
                <a:gd name="connsiteX3551" fmla="*/ 1142618 w 1542615"/>
                <a:gd name="connsiteY3551" fmla="*/ 13115 h 831143"/>
                <a:gd name="connsiteX3552" fmla="*/ 1139339 w 1542615"/>
                <a:gd name="connsiteY3552" fmla="*/ 13115 h 831143"/>
                <a:gd name="connsiteX3553" fmla="*/ 1134421 w 1542615"/>
                <a:gd name="connsiteY3553" fmla="*/ 14754 h 831143"/>
                <a:gd name="connsiteX3554" fmla="*/ 1129503 w 1542615"/>
                <a:gd name="connsiteY3554" fmla="*/ 14754 h 831143"/>
                <a:gd name="connsiteX3555" fmla="*/ 1126224 w 1542615"/>
                <a:gd name="connsiteY3555" fmla="*/ 14754 h 831143"/>
                <a:gd name="connsiteX3556" fmla="*/ 1121307 w 1542615"/>
                <a:gd name="connsiteY3556" fmla="*/ 14754 h 831143"/>
                <a:gd name="connsiteX3557" fmla="*/ 1118028 w 1542615"/>
                <a:gd name="connsiteY3557" fmla="*/ 14754 h 831143"/>
                <a:gd name="connsiteX3558" fmla="*/ 1113110 w 1542615"/>
                <a:gd name="connsiteY3558" fmla="*/ 16393 h 831143"/>
                <a:gd name="connsiteX3559" fmla="*/ 1109831 w 1542615"/>
                <a:gd name="connsiteY3559" fmla="*/ 16393 h 831143"/>
                <a:gd name="connsiteX3560" fmla="*/ 1106553 w 1542615"/>
                <a:gd name="connsiteY3560" fmla="*/ 16393 h 831143"/>
                <a:gd name="connsiteX3561" fmla="*/ 1101634 w 1542615"/>
                <a:gd name="connsiteY3561" fmla="*/ 18033 h 831143"/>
                <a:gd name="connsiteX3562" fmla="*/ 1098356 w 1542615"/>
                <a:gd name="connsiteY3562" fmla="*/ 16393 h 831143"/>
                <a:gd name="connsiteX3563" fmla="*/ 1093438 w 1542615"/>
                <a:gd name="connsiteY3563" fmla="*/ 16393 h 831143"/>
                <a:gd name="connsiteX3564" fmla="*/ 1090159 w 1542615"/>
                <a:gd name="connsiteY3564" fmla="*/ 16393 h 831143"/>
                <a:gd name="connsiteX3565" fmla="*/ 1085241 w 1542615"/>
                <a:gd name="connsiteY3565" fmla="*/ 16393 h 831143"/>
                <a:gd name="connsiteX3566" fmla="*/ 1080323 w 1542615"/>
                <a:gd name="connsiteY3566" fmla="*/ 16393 h 831143"/>
                <a:gd name="connsiteX3567" fmla="*/ 1077044 w 1542615"/>
                <a:gd name="connsiteY3567" fmla="*/ 18033 h 831143"/>
                <a:gd name="connsiteX3568" fmla="*/ 1072126 w 1542615"/>
                <a:gd name="connsiteY3568" fmla="*/ 18033 h 831143"/>
                <a:gd name="connsiteX3569" fmla="*/ 1068848 w 1542615"/>
                <a:gd name="connsiteY3569" fmla="*/ 18033 h 831143"/>
                <a:gd name="connsiteX3570" fmla="*/ 1063930 w 1542615"/>
                <a:gd name="connsiteY3570" fmla="*/ 18033 h 831143"/>
                <a:gd name="connsiteX3571" fmla="*/ 1059011 w 1542615"/>
                <a:gd name="connsiteY3571" fmla="*/ 18033 h 831143"/>
                <a:gd name="connsiteX3572" fmla="*/ 1055733 w 1542615"/>
                <a:gd name="connsiteY3572" fmla="*/ 18033 h 831143"/>
                <a:gd name="connsiteX3573" fmla="*/ 1050815 w 1542615"/>
                <a:gd name="connsiteY3573" fmla="*/ 21311 h 831143"/>
                <a:gd name="connsiteX3574" fmla="*/ 1047536 w 1542615"/>
                <a:gd name="connsiteY3574" fmla="*/ 18033 h 831143"/>
                <a:gd name="connsiteX3575" fmla="*/ 1042618 w 1542615"/>
                <a:gd name="connsiteY3575" fmla="*/ 18033 h 831143"/>
                <a:gd name="connsiteX3576" fmla="*/ 1039340 w 1542615"/>
                <a:gd name="connsiteY3576" fmla="*/ 18033 h 831143"/>
                <a:gd name="connsiteX3577" fmla="*/ 1034421 w 1542615"/>
                <a:gd name="connsiteY3577" fmla="*/ 18033 h 831143"/>
                <a:gd name="connsiteX3578" fmla="*/ 1029504 w 1542615"/>
                <a:gd name="connsiteY3578" fmla="*/ 18033 h 831143"/>
                <a:gd name="connsiteX3579" fmla="*/ 1026225 w 1542615"/>
                <a:gd name="connsiteY3579" fmla="*/ 19672 h 831143"/>
                <a:gd name="connsiteX3580" fmla="*/ 1021307 w 1542615"/>
                <a:gd name="connsiteY3580" fmla="*/ 19672 h 831143"/>
                <a:gd name="connsiteX3581" fmla="*/ 1018028 w 1542615"/>
                <a:gd name="connsiteY3581" fmla="*/ 19672 h 831143"/>
                <a:gd name="connsiteX3582" fmla="*/ 1014750 w 1542615"/>
                <a:gd name="connsiteY3582" fmla="*/ 21311 h 831143"/>
                <a:gd name="connsiteX3583" fmla="*/ 1009831 w 1542615"/>
                <a:gd name="connsiteY3583" fmla="*/ 22951 h 831143"/>
                <a:gd name="connsiteX3584" fmla="*/ 1014750 w 1542615"/>
                <a:gd name="connsiteY3584" fmla="*/ 21311 h 831143"/>
                <a:gd name="connsiteX3585" fmla="*/ 1018028 w 1542615"/>
                <a:gd name="connsiteY3585" fmla="*/ 19672 h 831143"/>
                <a:gd name="connsiteX3586" fmla="*/ 1014750 w 1542615"/>
                <a:gd name="connsiteY3586" fmla="*/ 19672 h 831143"/>
                <a:gd name="connsiteX3587" fmla="*/ 1018028 w 1542615"/>
                <a:gd name="connsiteY3587" fmla="*/ 18033 h 831143"/>
                <a:gd name="connsiteX3588" fmla="*/ 1022946 w 1542615"/>
                <a:gd name="connsiteY3588" fmla="*/ 18033 h 831143"/>
                <a:gd name="connsiteX3589" fmla="*/ 1026225 w 1542615"/>
                <a:gd name="connsiteY3589" fmla="*/ 18033 h 831143"/>
                <a:gd name="connsiteX3590" fmla="*/ 1031143 w 1542615"/>
                <a:gd name="connsiteY3590" fmla="*/ 18033 h 831143"/>
                <a:gd name="connsiteX3591" fmla="*/ 1034421 w 1542615"/>
                <a:gd name="connsiteY3591" fmla="*/ 18033 h 831143"/>
                <a:gd name="connsiteX3592" fmla="*/ 1037700 w 1542615"/>
                <a:gd name="connsiteY3592" fmla="*/ 18033 h 831143"/>
                <a:gd name="connsiteX3593" fmla="*/ 1042618 w 1542615"/>
                <a:gd name="connsiteY3593" fmla="*/ 18033 h 831143"/>
                <a:gd name="connsiteX3594" fmla="*/ 1047536 w 1542615"/>
                <a:gd name="connsiteY3594" fmla="*/ 18033 h 831143"/>
                <a:gd name="connsiteX3595" fmla="*/ 1050815 w 1542615"/>
                <a:gd name="connsiteY3595" fmla="*/ 18033 h 831143"/>
                <a:gd name="connsiteX3596" fmla="*/ 1054094 w 1542615"/>
                <a:gd name="connsiteY3596" fmla="*/ 18033 h 831143"/>
                <a:gd name="connsiteX3597" fmla="*/ 1059011 w 1542615"/>
                <a:gd name="connsiteY3597" fmla="*/ 16393 h 831143"/>
                <a:gd name="connsiteX3598" fmla="*/ 1062290 w 1542615"/>
                <a:gd name="connsiteY3598" fmla="*/ 16393 h 831143"/>
                <a:gd name="connsiteX3599" fmla="*/ 1067208 w 1542615"/>
                <a:gd name="connsiteY3599" fmla="*/ 16393 h 831143"/>
                <a:gd name="connsiteX3600" fmla="*/ 1070487 w 1542615"/>
                <a:gd name="connsiteY3600" fmla="*/ 16393 h 831143"/>
                <a:gd name="connsiteX3601" fmla="*/ 1075405 w 1542615"/>
                <a:gd name="connsiteY3601" fmla="*/ 16393 h 831143"/>
                <a:gd name="connsiteX3602" fmla="*/ 1080323 w 1542615"/>
                <a:gd name="connsiteY3602" fmla="*/ 16393 h 831143"/>
                <a:gd name="connsiteX3603" fmla="*/ 1083601 w 1542615"/>
                <a:gd name="connsiteY3603" fmla="*/ 16393 h 831143"/>
                <a:gd name="connsiteX3604" fmla="*/ 1078684 w 1542615"/>
                <a:gd name="connsiteY3604" fmla="*/ 14754 h 831143"/>
                <a:gd name="connsiteX3605" fmla="*/ 1075405 w 1542615"/>
                <a:gd name="connsiteY3605" fmla="*/ 13115 h 831143"/>
                <a:gd name="connsiteX3606" fmla="*/ 1070487 w 1542615"/>
                <a:gd name="connsiteY3606" fmla="*/ 13115 h 831143"/>
                <a:gd name="connsiteX3607" fmla="*/ 1067208 w 1542615"/>
                <a:gd name="connsiteY3607" fmla="*/ 13115 h 831143"/>
                <a:gd name="connsiteX3608" fmla="*/ 1070487 w 1542615"/>
                <a:gd name="connsiteY3608" fmla="*/ 13115 h 831143"/>
                <a:gd name="connsiteX3609" fmla="*/ 1075405 w 1542615"/>
                <a:gd name="connsiteY3609" fmla="*/ 13115 h 831143"/>
                <a:gd name="connsiteX3610" fmla="*/ 1080323 w 1542615"/>
                <a:gd name="connsiteY3610" fmla="*/ 13115 h 831143"/>
                <a:gd name="connsiteX3611" fmla="*/ 1083601 w 1542615"/>
                <a:gd name="connsiteY3611" fmla="*/ 13115 h 831143"/>
                <a:gd name="connsiteX3612" fmla="*/ 1086880 w 1542615"/>
                <a:gd name="connsiteY3612" fmla="*/ 14754 h 831143"/>
                <a:gd name="connsiteX3613" fmla="*/ 1091798 w 1542615"/>
                <a:gd name="connsiteY3613" fmla="*/ 14754 h 831143"/>
                <a:gd name="connsiteX3614" fmla="*/ 1096716 w 1542615"/>
                <a:gd name="connsiteY3614" fmla="*/ 14754 h 831143"/>
                <a:gd name="connsiteX3615" fmla="*/ 1099995 w 1542615"/>
                <a:gd name="connsiteY3615" fmla="*/ 14754 h 831143"/>
                <a:gd name="connsiteX3616" fmla="*/ 1104913 w 1542615"/>
                <a:gd name="connsiteY3616" fmla="*/ 14754 h 831143"/>
                <a:gd name="connsiteX3617" fmla="*/ 1108192 w 1542615"/>
                <a:gd name="connsiteY3617" fmla="*/ 14754 h 831143"/>
                <a:gd name="connsiteX3618" fmla="*/ 1111470 w 1542615"/>
                <a:gd name="connsiteY3618" fmla="*/ 14754 h 831143"/>
                <a:gd name="connsiteX3619" fmla="*/ 1116388 w 1542615"/>
                <a:gd name="connsiteY3619" fmla="*/ 13115 h 831143"/>
                <a:gd name="connsiteX3620" fmla="*/ 1119667 w 1542615"/>
                <a:gd name="connsiteY3620" fmla="*/ 13115 h 831143"/>
                <a:gd name="connsiteX3621" fmla="*/ 1124585 w 1542615"/>
                <a:gd name="connsiteY3621" fmla="*/ 13115 h 831143"/>
                <a:gd name="connsiteX3622" fmla="*/ 1127864 w 1542615"/>
                <a:gd name="connsiteY3622" fmla="*/ 13115 h 831143"/>
                <a:gd name="connsiteX3623" fmla="*/ 1131143 w 1542615"/>
                <a:gd name="connsiteY3623" fmla="*/ 13115 h 831143"/>
                <a:gd name="connsiteX3624" fmla="*/ 1134421 w 1542615"/>
                <a:gd name="connsiteY3624" fmla="*/ 13115 h 831143"/>
                <a:gd name="connsiteX3625" fmla="*/ 1139339 w 1542615"/>
                <a:gd name="connsiteY3625" fmla="*/ 11475 h 831143"/>
                <a:gd name="connsiteX3626" fmla="*/ 1144257 w 1542615"/>
                <a:gd name="connsiteY3626" fmla="*/ 11475 h 831143"/>
                <a:gd name="connsiteX3627" fmla="*/ 1147536 w 1542615"/>
                <a:gd name="connsiteY3627" fmla="*/ 11475 h 831143"/>
                <a:gd name="connsiteX3628" fmla="*/ 1152454 w 1542615"/>
                <a:gd name="connsiteY3628" fmla="*/ 11475 h 831143"/>
                <a:gd name="connsiteX3629" fmla="*/ 1157372 w 1542615"/>
                <a:gd name="connsiteY3629" fmla="*/ 11475 h 831143"/>
                <a:gd name="connsiteX3630" fmla="*/ 1160651 w 1542615"/>
                <a:gd name="connsiteY3630" fmla="*/ 11475 h 831143"/>
                <a:gd name="connsiteX3631" fmla="*/ 1165568 w 1542615"/>
                <a:gd name="connsiteY3631" fmla="*/ 11475 h 831143"/>
                <a:gd name="connsiteX3632" fmla="*/ 1170487 w 1542615"/>
                <a:gd name="connsiteY3632" fmla="*/ 11475 h 831143"/>
                <a:gd name="connsiteX3633" fmla="*/ 1173765 w 1542615"/>
                <a:gd name="connsiteY3633" fmla="*/ 11475 h 831143"/>
                <a:gd name="connsiteX3634" fmla="*/ 1178683 w 1542615"/>
                <a:gd name="connsiteY3634" fmla="*/ 13115 h 831143"/>
                <a:gd name="connsiteX3635" fmla="*/ 1183601 w 1542615"/>
                <a:gd name="connsiteY3635" fmla="*/ 13115 h 831143"/>
                <a:gd name="connsiteX3636" fmla="*/ 1188519 w 1542615"/>
                <a:gd name="connsiteY3636" fmla="*/ 13115 h 831143"/>
                <a:gd name="connsiteX3637" fmla="*/ 1193437 w 1542615"/>
                <a:gd name="connsiteY3637" fmla="*/ 13115 h 831143"/>
                <a:gd name="connsiteX3638" fmla="*/ 1198355 w 1542615"/>
                <a:gd name="connsiteY3638" fmla="*/ 13115 h 831143"/>
                <a:gd name="connsiteX3639" fmla="*/ 1201634 w 1542615"/>
                <a:gd name="connsiteY3639" fmla="*/ 13115 h 831143"/>
                <a:gd name="connsiteX3640" fmla="*/ 1206552 w 1542615"/>
                <a:gd name="connsiteY3640" fmla="*/ 13115 h 831143"/>
                <a:gd name="connsiteX3641" fmla="*/ 1211470 w 1542615"/>
                <a:gd name="connsiteY3641" fmla="*/ 13115 h 831143"/>
                <a:gd name="connsiteX3642" fmla="*/ 1214748 w 1542615"/>
                <a:gd name="connsiteY3642" fmla="*/ 13115 h 831143"/>
                <a:gd name="connsiteX3643" fmla="*/ 1218027 w 1542615"/>
                <a:gd name="connsiteY3643" fmla="*/ 11475 h 831143"/>
                <a:gd name="connsiteX3644" fmla="*/ 1222945 w 1542615"/>
                <a:gd name="connsiteY3644" fmla="*/ 11475 h 831143"/>
                <a:gd name="connsiteX3645" fmla="*/ 1226224 w 1542615"/>
                <a:gd name="connsiteY3645" fmla="*/ 11475 h 831143"/>
                <a:gd name="connsiteX3646" fmla="*/ 1231142 w 1542615"/>
                <a:gd name="connsiteY3646" fmla="*/ 11475 h 831143"/>
                <a:gd name="connsiteX3647" fmla="*/ 1234421 w 1542615"/>
                <a:gd name="connsiteY3647" fmla="*/ 11475 h 831143"/>
                <a:gd name="connsiteX3648" fmla="*/ 1237700 w 1542615"/>
                <a:gd name="connsiteY3648" fmla="*/ 9836 h 831143"/>
                <a:gd name="connsiteX3649" fmla="*/ 1242617 w 1542615"/>
                <a:gd name="connsiteY3649" fmla="*/ 9836 h 831143"/>
                <a:gd name="connsiteX3650" fmla="*/ 1237700 w 1542615"/>
                <a:gd name="connsiteY3650" fmla="*/ 8197 h 831143"/>
                <a:gd name="connsiteX3651" fmla="*/ 1234421 w 1542615"/>
                <a:gd name="connsiteY3651" fmla="*/ 6557 h 831143"/>
                <a:gd name="connsiteX3652" fmla="*/ 1229503 w 1542615"/>
                <a:gd name="connsiteY3652" fmla="*/ 6557 h 831143"/>
                <a:gd name="connsiteX3653" fmla="*/ 1226224 w 1542615"/>
                <a:gd name="connsiteY3653" fmla="*/ 6557 h 831143"/>
                <a:gd name="connsiteX3654" fmla="*/ 1221306 w 1542615"/>
                <a:gd name="connsiteY3654" fmla="*/ 6557 h 831143"/>
                <a:gd name="connsiteX3655" fmla="*/ 1218027 w 1542615"/>
                <a:gd name="connsiteY3655" fmla="*/ 4918 h 831143"/>
                <a:gd name="connsiteX3656" fmla="*/ 1213109 w 1542615"/>
                <a:gd name="connsiteY3656" fmla="*/ 4918 h 831143"/>
                <a:gd name="connsiteX3657" fmla="*/ 1208191 w 1542615"/>
                <a:gd name="connsiteY3657" fmla="*/ 4918 h 831143"/>
                <a:gd name="connsiteX3658" fmla="*/ 1206552 w 1542615"/>
                <a:gd name="connsiteY3658" fmla="*/ 4918 h 831143"/>
                <a:gd name="connsiteX3659" fmla="*/ 1201634 w 1542615"/>
                <a:gd name="connsiteY3659" fmla="*/ 4918 h 831143"/>
                <a:gd name="connsiteX3660" fmla="*/ 1198355 w 1542615"/>
                <a:gd name="connsiteY3660" fmla="*/ 4918 h 831143"/>
                <a:gd name="connsiteX3661" fmla="*/ 1193437 w 1542615"/>
                <a:gd name="connsiteY3661" fmla="*/ 4918 h 831143"/>
                <a:gd name="connsiteX3662" fmla="*/ 1188519 w 1542615"/>
                <a:gd name="connsiteY3662" fmla="*/ 4918 h 831143"/>
                <a:gd name="connsiteX3663" fmla="*/ 1185241 w 1542615"/>
                <a:gd name="connsiteY3663" fmla="*/ 4918 h 831143"/>
                <a:gd name="connsiteX3664" fmla="*/ 1188519 w 1542615"/>
                <a:gd name="connsiteY3664" fmla="*/ 4918 h 831143"/>
                <a:gd name="connsiteX3665" fmla="*/ 1185241 w 1542615"/>
                <a:gd name="connsiteY3665" fmla="*/ 6557 h 831143"/>
                <a:gd name="connsiteX3666" fmla="*/ 1180323 w 1542615"/>
                <a:gd name="connsiteY3666" fmla="*/ 6557 h 831143"/>
                <a:gd name="connsiteX3667" fmla="*/ 1177044 w 1542615"/>
                <a:gd name="connsiteY3667" fmla="*/ 4918 h 831143"/>
                <a:gd name="connsiteX3668" fmla="*/ 1173765 w 1542615"/>
                <a:gd name="connsiteY3668" fmla="*/ 4918 h 831143"/>
                <a:gd name="connsiteX3669" fmla="*/ 1177044 w 1542615"/>
                <a:gd name="connsiteY3669" fmla="*/ 4918 h 831143"/>
                <a:gd name="connsiteX3670" fmla="*/ 1180323 w 1542615"/>
                <a:gd name="connsiteY3670" fmla="*/ 4918 h 831143"/>
                <a:gd name="connsiteX3671" fmla="*/ 1177044 w 1542615"/>
                <a:gd name="connsiteY3671" fmla="*/ 3279 h 831143"/>
                <a:gd name="connsiteX3672" fmla="*/ 1172126 w 1542615"/>
                <a:gd name="connsiteY3672" fmla="*/ 3279 h 831143"/>
                <a:gd name="connsiteX3673" fmla="*/ 1167208 w 1542615"/>
                <a:gd name="connsiteY3673" fmla="*/ 4918 h 831143"/>
                <a:gd name="connsiteX3674" fmla="*/ 1163929 w 1542615"/>
                <a:gd name="connsiteY3674" fmla="*/ 3279 h 831143"/>
                <a:gd name="connsiteX3675" fmla="*/ 1159011 w 1542615"/>
                <a:gd name="connsiteY3675" fmla="*/ 3279 h 831143"/>
                <a:gd name="connsiteX3676" fmla="*/ 1154093 w 1542615"/>
                <a:gd name="connsiteY3676" fmla="*/ 1639 h 831143"/>
                <a:gd name="connsiteX3677" fmla="*/ 1150814 w 1542615"/>
                <a:gd name="connsiteY3677" fmla="*/ 1639 h 831143"/>
                <a:gd name="connsiteX3678" fmla="*/ 1147536 w 1542615"/>
                <a:gd name="connsiteY3678" fmla="*/ 1639 h 831143"/>
                <a:gd name="connsiteX3679" fmla="*/ 1142618 w 1542615"/>
                <a:gd name="connsiteY3679" fmla="*/ 1639 h 831143"/>
                <a:gd name="connsiteX3680" fmla="*/ 1139339 w 1542615"/>
                <a:gd name="connsiteY3680" fmla="*/ 1639 h 831143"/>
                <a:gd name="connsiteX3681" fmla="*/ 1134421 w 1542615"/>
                <a:gd name="connsiteY3681" fmla="*/ 1639 h 831143"/>
                <a:gd name="connsiteX3682" fmla="*/ 1131143 w 1542615"/>
                <a:gd name="connsiteY3682" fmla="*/ 1639 h 831143"/>
                <a:gd name="connsiteX3683" fmla="*/ 1126224 w 1542615"/>
                <a:gd name="connsiteY3683" fmla="*/ 1639 h 831143"/>
                <a:gd name="connsiteX3684" fmla="*/ 1121307 w 1542615"/>
                <a:gd name="connsiteY3684" fmla="*/ 1639 h 831143"/>
                <a:gd name="connsiteX3685" fmla="*/ 1118028 w 1542615"/>
                <a:gd name="connsiteY3685" fmla="*/ 1639 h 831143"/>
                <a:gd name="connsiteX3686" fmla="*/ 1113110 w 1542615"/>
                <a:gd name="connsiteY3686" fmla="*/ 1639 h 831143"/>
                <a:gd name="connsiteX3687" fmla="*/ 1108192 w 1542615"/>
                <a:gd name="connsiteY3687" fmla="*/ 1639 h 831143"/>
                <a:gd name="connsiteX3688" fmla="*/ 1104913 w 1542615"/>
                <a:gd name="connsiteY3688" fmla="*/ 1639 h 831143"/>
                <a:gd name="connsiteX3689" fmla="*/ 1099995 w 1542615"/>
                <a:gd name="connsiteY3689" fmla="*/ 1639 h 831143"/>
                <a:gd name="connsiteX3690" fmla="*/ 1096716 w 1542615"/>
                <a:gd name="connsiteY3690" fmla="*/ 1639 h 831143"/>
                <a:gd name="connsiteX3691" fmla="*/ 1091798 w 1542615"/>
                <a:gd name="connsiteY3691" fmla="*/ 0 h 831143"/>
                <a:gd name="connsiteX3692" fmla="*/ 1088520 w 1542615"/>
                <a:gd name="connsiteY3692" fmla="*/ 0 h 831143"/>
                <a:gd name="connsiteX3693" fmla="*/ 1083601 w 1542615"/>
                <a:gd name="connsiteY3693" fmla="*/ 0 h 831143"/>
                <a:gd name="connsiteX3694" fmla="*/ 1080323 w 1542615"/>
                <a:gd name="connsiteY3694" fmla="*/ 0 h 831143"/>
                <a:gd name="connsiteX3695" fmla="*/ 1077044 w 1542615"/>
                <a:gd name="connsiteY3695" fmla="*/ 1639 h 831143"/>
                <a:gd name="connsiteX3696" fmla="*/ 1072126 w 1542615"/>
                <a:gd name="connsiteY3696" fmla="*/ 1639 h 831143"/>
                <a:gd name="connsiteX3697" fmla="*/ 1067208 w 1542615"/>
                <a:gd name="connsiteY3697" fmla="*/ 1639 h 831143"/>
                <a:gd name="connsiteX3698" fmla="*/ 1062290 w 1542615"/>
                <a:gd name="connsiteY3698" fmla="*/ 1639 h 831143"/>
                <a:gd name="connsiteX3699" fmla="*/ 1059011 w 1542615"/>
                <a:gd name="connsiteY3699" fmla="*/ 1639 h 831143"/>
                <a:gd name="connsiteX3700" fmla="*/ 1063930 w 1542615"/>
                <a:gd name="connsiteY3700" fmla="*/ 3279 h 831143"/>
                <a:gd name="connsiteX3701" fmla="*/ 1059011 w 1542615"/>
                <a:gd name="connsiteY3701" fmla="*/ 4918 h 831143"/>
                <a:gd name="connsiteX3702" fmla="*/ 1055733 w 1542615"/>
                <a:gd name="connsiteY3702" fmla="*/ 3279 h 831143"/>
                <a:gd name="connsiteX3703" fmla="*/ 1050815 w 1542615"/>
                <a:gd name="connsiteY3703" fmla="*/ 1639 h 831143"/>
                <a:gd name="connsiteX3704" fmla="*/ 1047536 w 1542615"/>
                <a:gd name="connsiteY3704" fmla="*/ 3279 h 831143"/>
                <a:gd name="connsiteX3705" fmla="*/ 1044257 w 1542615"/>
                <a:gd name="connsiteY3705" fmla="*/ 1639 h 831143"/>
                <a:gd name="connsiteX3706" fmla="*/ 1039340 w 1542615"/>
                <a:gd name="connsiteY3706" fmla="*/ 1639 h 831143"/>
                <a:gd name="connsiteX3707" fmla="*/ 1034421 w 1542615"/>
                <a:gd name="connsiteY3707" fmla="*/ 3279 h 831143"/>
                <a:gd name="connsiteX3708" fmla="*/ 1031143 w 1542615"/>
                <a:gd name="connsiteY3708" fmla="*/ 3279 h 831143"/>
                <a:gd name="connsiteX3709" fmla="*/ 1026225 w 1542615"/>
                <a:gd name="connsiteY3709" fmla="*/ 3279 h 831143"/>
                <a:gd name="connsiteX3710" fmla="*/ 1022946 w 1542615"/>
                <a:gd name="connsiteY3710" fmla="*/ 3279 h 831143"/>
                <a:gd name="connsiteX3711" fmla="*/ 1018028 w 1542615"/>
                <a:gd name="connsiteY3711" fmla="*/ 3279 h 831143"/>
                <a:gd name="connsiteX3712" fmla="*/ 1014750 w 1542615"/>
                <a:gd name="connsiteY3712" fmla="*/ 3279 h 831143"/>
                <a:gd name="connsiteX3713" fmla="*/ 1011471 w 1542615"/>
                <a:gd name="connsiteY3713" fmla="*/ 3279 h 831143"/>
                <a:gd name="connsiteX3714" fmla="*/ 1006553 w 1542615"/>
                <a:gd name="connsiteY3714" fmla="*/ 3279 h 831143"/>
                <a:gd name="connsiteX3715" fmla="*/ 1001635 w 1542615"/>
                <a:gd name="connsiteY3715" fmla="*/ 3279 h 831143"/>
                <a:gd name="connsiteX3716" fmla="*/ 998356 w 1542615"/>
                <a:gd name="connsiteY3716" fmla="*/ 3279 h 831143"/>
                <a:gd name="connsiteX3717" fmla="*/ 993438 w 1542615"/>
                <a:gd name="connsiteY3717" fmla="*/ 3279 h 831143"/>
                <a:gd name="connsiteX3718" fmla="*/ 996717 w 1542615"/>
                <a:gd name="connsiteY3718" fmla="*/ 4918 h 831143"/>
                <a:gd name="connsiteX3719" fmla="*/ 1001635 w 1542615"/>
                <a:gd name="connsiteY3719" fmla="*/ 6557 h 831143"/>
                <a:gd name="connsiteX3720" fmla="*/ 996717 w 1542615"/>
                <a:gd name="connsiteY3720" fmla="*/ 6557 h 831143"/>
                <a:gd name="connsiteX3721" fmla="*/ 993438 w 1542615"/>
                <a:gd name="connsiteY3721" fmla="*/ 4918 h 831143"/>
                <a:gd name="connsiteX3722" fmla="*/ 988520 w 1542615"/>
                <a:gd name="connsiteY3722" fmla="*/ 4918 h 831143"/>
                <a:gd name="connsiteX3723" fmla="*/ 985241 w 1542615"/>
                <a:gd name="connsiteY3723" fmla="*/ 4918 h 831143"/>
                <a:gd name="connsiteX3724" fmla="*/ 980323 w 1542615"/>
                <a:gd name="connsiteY3724" fmla="*/ 4918 h 831143"/>
                <a:gd name="connsiteX3725" fmla="*/ 977045 w 1542615"/>
                <a:gd name="connsiteY3725" fmla="*/ 3279 h 831143"/>
                <a:gd name="connsiteX3726" fmla="*/ 972127 w 1542615"/>
                <a:gd name="connsiteY3726" fmla="*/ 3279 h 831143"/>
                <a:gd name="connsiteX3727" fmla="*/ 968848 w 1542615"/>
                <a:gd name="connsiteY3727" fmla="*/ 4918 h 831143"/>
                <a:gd name="connsiteX3728" fmla="*/ 963930 w 1542615"/>
                <a:gd name="connsiteY3728" fmla="*/ 6557 h 831143"/>
                <a:gd name="connsiteX3729" fmla="*/ 960651 w 1542615"/>
                <a:gd name="connsiteY3729" fmla="*/ 6557 h 831143"/>
                <a:gd name="connsiteX3730" fmla="*/ 955733 w 1542615"/>
                <a:gd name="connsiteY3730" fmla="*/ 6557 h 831143"/>
                <a:gd name="connsiteX3731" fmla="*/ 950816 w 1542615"/>
                <a:gd name="connsiteY3731" fmla="*/ 6557 h 831143"/>
                <a:gd name="connsiteX3732" fmla="*/ 947537 w 1542615"/>
                <a:gd name="connsiteY3732" fmla="*/ 4918 h 831143"/>
                <a:gd name="connsiteX3733" fmla="*/ 947537 w 1542615"/>
                <a:gd name="connsiteY3733" fmla="*/ 9836 h 831143"/>
                <a:gd name="connsiteX3734" fmla="*/ 950816 w 1542615"/>
                <a:gd name="connsiteY3734" fmla="*/ 11475 h 831143"/>
                <a:gd name="connsiteX3735" fmla="*/ 954094 w 1542615"/>
                <a:gd name="connsiteY3735" fmla="*/ 11475 h 831143"/>
                <a:gd name="connsiteX3736" fmla="*/ 959012 w 1542615"/>
                <a:gd name="connsiteY3736" fmla="*/ 11475 h 831143"/>
                <a:gd name="connsiteX3737" fmla="*/ 963930 w 1542615"/>
                <a:gd name="connsiteY3737" fmla="*/ 11475 h 831143"/>
                <a:gd name="connsiteX3738" fmla="*/ 967209 w 1542615"/>
                <a:gd name="connsiteY3738" fmla="*/ 11475 h 831143"/>
                <a:gd name="connsiteX3739" fmla="*/ 970487 w 1542615"/>
                <a:gd name="connsiteY3739" fmla="*/ 11475 h 831143"/>
                <a:gd name="connsiteX3740" fmla="*/ 975406 w 1542615"/>
                <a:gd name="connsiteY3740" fmla="*/ 13115 h 831143"/>
                <a:gd name="connsiteX3741" fmla="*/ 980323 w 1542615"/>
                <a:gd name="connsiteY3741" fmla="*/ 13115 h 831143"/>
                <a:gd name="connsiteX3742" fmla="*/ 983602 w 1542615"/>
                <a:gd name="connsiteY3742" fmla="*/ 13115 h 831143"/>
                <a:gd name="connsiteX3743" fmla="*/ 980323 w 1542615"/>
                <a:gd name="connsiteY3743" fmla="*/ 13115 h 831143"/>
                <a:gd name="connsiteX3744" fmla="*/ 977045 w 1542615"/>
                <a:gd name="connsiteY3744" fmla="*/ 13115 h 831143"/>
                <a:gd name="connsiteX3745" fmla="*/ 972127 w 1542615"/>
                <a:gd name="connsiteY3745" fmla="*/ 13115 h 831143"/>
                <a:gd name="connsiteX3746" fmla="*/ 968848 w 1542615"/>
                <a:gd name="connsiteY3746" fmla="*/ 13115 h 831143"/>
                <a:gd name="connsiteX3747" fmla="*/ 963930 w 1542615"/>
                <a:gd name="connsiteY3747" fmla="*/ 13115 h 831143"/>
                <a:gd name="connsiteX3748" fmla="*/ 959012 w 1542615"/>
                <a:gd name="connsiteY3748" fmla="*/ 13115 h 831143"/>
                <a:gd name="connsiteX3749" fmla="*/ 955733 w 1542615"/>
                <a:gd name="connsiteY3749" fmla="*/ 13115 h 831143"/>
                <a:gd name="connsiteX3750" fmla="*/ 950816 w 1542615"/>
                <a:gd name="connsiteY3750" fmla="*/ 14754 h 831143"/>
                <a:gd name="connsiteX3751" fmla="*/ 947537 w 1542615"/>
                <a:gd name="connsiteY3751" fmla="*/ 14754 h 831143"/>
                <a:gd name="connsiteX3752" fmla="*/ 942619 w 1542615"/>
                <a:gd name="connsiteY3752" fmla="*/ 14754 h 831143"/>
                <a:gd name="connsiteX3753" fmla="*/ 947537 w 1542615"/>
                <a:gd name="connsiteY3753" fmla="*/ 14754 h 831143"/>
                <a:gd name="connsiteX3754" fmla="*/ 950816 w 1542615"/>
                <a:gd name="connsiteY3754" fmla="*/ 14754 h 831143"/>
                <a:gd name="connsiteX3755" fmla="*/ 955733 w 1542615"/>
                <a:gd name="connsiteY3755" fmla="*/ 14754 h 831143"/>
                <a:gd name="connsiteX3756" fmla="*/ 960651 w 1542615"/>
                <a:gd name="connsiteY3756" fmla="*/ 14754 h 831143"/>
                <a:gd name="connsiteX3757" fmla="*/ 963930 w 1542615"/>
                <a:gd name="connsiteY3757" fmla="*/ 14754 h 831143"/>
                <a:gd name="connsiteX3758" fmla="*/ 968848 w 1542615"/>
                <a:gd name="connsiteY3758" fmla="*/ 14754 h 831143"/>
                <a:gd name="connsiteX3759" fmla="*/ 973766 w 1542615"/>
                <a:gd name="connsiteY3759" fmla="*/ 16393 h 831143"/>
                <a:gd name="connsiteX3760" fmla="*/ 968848 w 1542615"/>
                <a:gd name="connsiteY3760" fmla="*/ 16393 h 831143"/>
                <a:gd name="connsiteX3761" fmla="*/ 963930 w 1542615"/>
                <a:gd name="connsiteY3761" fmla="*/ 16393 h 831143"/>
                <a:gd name="connsiteX3762" fmla="*/ 960651 w 1542615"/>
                <a:gd name="connsiteY3762" fmla="*/ 16393 h 831143"/>
                <a:gd name="connsiteX3763" fmla="*/ 957373 w 1542615"/>
                <a:gd name="connsiteY3763" fmla="*/ 16393 h 831143"/>
                <a:gd name="connsiteX3764" fmla="*/ 952455 w 1542615"/>
                <a:gd name="connsiteY3764" fmla="*/ 16393 h 831143"/>
                <a:gd name="connsiteX3765" fmla="*/ 947537 w 1542615"/>
                <a:gd name="connsiteY3765" fmla="*/ 16393 h 831143"/>
                <a:gd name="connsiteX3766" fmla="*/ 944258 w 1542615"/>
                <a:gd name="connsiteY3766" fmla="*/ 16393 h 831143"/>
                <a:gd name="connsiteX3767" fmla="*/ 939340 w 1542615"/>
                <a:gd name="connsiteY3767" fmla="*/ 16393 h 831143"/>
                <a:gd name="connsiteX3768" fmla="*/ 936061 w 1542615"/>
                <a:gd name="connsiteY3768" fmla="*/ 16393 h 831143"/>
                <a:gd name="connsiteX3769" fmla="*/ 931143 w 1542615"/>
                <a:gd name="connsiteY3769" fmla="*/ 16393 h 831143"/>
                <a:gd name="connsiteX3770" fmla="*/ 936061 w 1542615"/>
                <a:gd name="connsiteY3770" fmla="*/ 18033 h 831143"/>
                <a:gd name="connsiteX3771" fmla="*/ 939340 w 1542615"/>
                <a:gd name="connsiteY3771" fmla="*/ 21311 h 831143"/>
                <a:gd name="connsiteX3772" fmla="*/ 942619 w 1542615"/>
                <a:gd name="connsiteY3772" fmla="*/ 21311 h 831143"/>
                <a:gd name="connsiteX3773" fmla="*/ 939340 w 1542615"/>
                <a:gd name="connsiteY3773" fmla="*/ 22951 h 831143"/>
                <a:gd name="connsiteX3774" fmla="*/ 936061 w 1542615"/>
                <a:gd name="connsiteY3774" fmla="*/ 21311 h 831143"/>
                <a:gd name="connsiteX3775" fmla="*/ 931143 w 1542615"/>
                <a:gd name="connsiteY3775" fmla="*/ 18033 h 831143"/>
                <a:gd name="connsiteX3776" fmla="*/ 927864 w 1542615"/>
                <a:gd name="connsiteY3776" fmla="*/ 18033 h 831143"/>
                <a:gd name="connsiteX3777" fmla="*/ 924586 w 1542615"/>
                <a:gd name="connsiteY3777" fmla="*/ 18033 h 831143"/>
                <a:gd name="connsiteX3778" fmla="*/ 919668 w 1542615"/>
                <a:gd name="connsiteY3778" fmla="*/ 18033 h 831143"/>
                <a:gd name="connsiteX3779" fmla="*/ 916389 w 1542615"/>
                <a:gd name="connsiteY3779" fmla="*/ 18033 h 831143"/>
                <a:gd name="connsiteX3780" fmla="*/ 913111 w 1542615"/>
                <a:gd name="connsiteY3780" fmla="*/ 18033 h 831143"/>
                <a:gd name="connsiteX3781" fmla="*/ 908193 w 1542615"/>
                <a:gd name="connsiteY3781" fmla="*/ 18033 h 831143"/>
                <a:gd name="connsiteX3782" fmla="*/ 903274 w 1542615"/>
                <a:gd name="connsiteY3782" fmla="*/ 18033 h 831143"/>
                <a:gd name="connsiteX3783" fmla="*/ 899996 w 1542615"/>
                <a:gd name="connsiteY3783" fmla="*/ 18033 h 831143"/>
                <a:gd name="connsiteX3784" fmla="*/ 896717 w 1542615"/>
                <a:gd name="connsiteY3784" fmla="*/ 16393 h 831143"/>
                <a:gd name="connsiteX3785" fmla="*/ 891799 w 1542615"/>
                <a:gd name="connsiteY3785" fmla="*/ 14754 h 831143"/>
                <a:gd name="connsiteX3786" fmla="*/ 888520 w 1542615"/>
                <a:gd name="connsiteY3786" fmla="*/ 14754 h 831143"/>
                <a:gd name="connsiteX3787" fmla="*/ 883603 w 1542615"/>
                <a:gd name="connsiteY3787" fmla="*/ 13115 h 831143"/>
                <a:gd name="connsiteX3788" fmla="*/ 880324 w 1542615"/>
                <a:gd name="connsiteY3788" fmla="*/ 13115 h 831143"/>
                <a:gd name="connsiteX3789" fmla="*/ 877045 w 1542615"/>
                <a:gd name="connsiteY3789" fmla="*/ 13115 h 831143"/>
                <a:gd name="connsiteX3790" fmla="*/ 872127 w 1542615"/>
                <a:gd name="connsiteY3790" fmla="*/ 14754 h 831143"/>
                <a:gd name="connsiteX3791" fmla="*/ 875406 w 1542615"/>
                <a:gd name="connsiteY3791" fmla="*/ 13115 h 831143"/>
                <a:gd name="connsiteX3792" fmla="*/ 872127 w 1542615"/>
                <a:gd name="connsiteY3792" fmla="*/ 11475 h 831143"/>
                <a:gd name="connsiteX3793" fmla="*/ 867209 w 1542615"/>
                <a:gd name="connsiteY3793" fmla="*/ 11475 h 831143"/>
                <a:gd name="connsiteX3794" fmla="*/ 862291 w 1542615"/>
                <a:gd name="connsiteY3794" fmla="*/ 11475 h 831143"/>
                <a:gd name="connsiteX3795" fmla="*/ 859013 w 1542615"/>
                <a:gd name="connsiteY3795" fmla="*/ 9836 h 831143"/>
                <a:gd name="connsiteX3796" fmla="*/ 854094 w 1542615"/>
                <a:gd name="connsiteY3796" fmla="*/ 9836 h 831143"/>
                <a:gd name="connsiteX3797" fmla="*/ 849177 w 1542615"/>
                <a:gd name="connsiteY3797" fmla="*/ 9836 h 831143"/>
                <a:gd name="connsiteX3798" fmla="*/ 845898 w 1542615"/>
                <a:gd name="connsiteY3798" fmla="*/ 9836 h 831143"/>
                <a:gd name="connsiteX3799" fmla="*/ 840980 w 1542615"/>
                <a:gd name="connsiteY3799" fmla="*/ 11475 h 831143"/>
                <a:gd name="connsiteX3800" fmla="*/ 845898 w 1542615"/>
                <a:gd name="connsiteY3800" fmla="*/ 11475 h 831143"/>
                <a:gd name="connsiteX3801" fmla="*/ 850816 w 1542615"/>
                <a:gd name="connsiteY3801" fmla="*/ 11475 h 831143"/>
                <a:gd name="connsiteX3802" fmla="*/ 845898 w 1542615"/>
                <a:gd name="connsiteY3802" fmla="*/ 11475 h 831143"/>
                <a:gd name="connsiteX3803" fmla="*/ 842619 w 1542615"/>
                <a:gd name="connsiteY3803" fmla="*/ 11475 h 831143"/>
                <a:gd name="connsiteX3804" fmla="*/ 837701 w 1542615"/>
                <a:gd name="connsiteY3804" fmla="*/ 11475 h 831143"/>
                <a:gd name="connsiteX3805" fmla="*/ 832783 w 1542615"/>
                <a:gd name="connsiteY3805" fmla="*/ 11475 h 831143"/>
                <a:gd name="connsiteX3806" fmla="*/ 829504 w 1542615"/>
                <a:gd name="connsiteY3806" fmla="*/ 11475 h 831143"/>
                <a:gd name="connsiteX3807" fmla="*/ 832783 w 1542615"/>
                <a:gd name="connsiteY3807" fmla="*/ 11475 h 831143"/>
                <a:gd name="connsiteX3808" fmla="*/ 837701 w 1542615"/>
                <a:gd name="connsiteY3808" fmla="*/ 11475 h 831143"/>
                <a:gd name="connsiteX3809" fmla="*/ 840980 w 1542615"/>
                <a:gd name="connsiteY3809" fmla="*/ 13115 h 831143"/>
                <a:gd name="connsiteX3810" fmla="*/ 845898 w 1542615"/>
                <a:gd name="connsiteY3810" fmla="*/ 13115 h 831143"/>
                <a:gd name="connsiteX3811" fmla="*/ 849177 w 1542615"/>
                <a:gd name="connsiteY3811" fmla="*/ 14754 h 831143"/>
                <a:gd name="connsiteX3812" fmla="*/ 845898 w 1542615"/>
                <a:gd name="connsiteY3812" fmla="*/ 13115 h 831143"/>
                <a:gd name="connsiteX3813" fmla="*/ 842619 w 1542615"/>
                <a:gd name="connsiteY3813" fmla="*/ 13115 h 831143"/>
                <a:gd name="connsiteX3814" fmla="*/ 837701 w 1542615"/>
                <a:gd name="connsiteY3814" fmla="*/ 13115 h 831143"/>
                <a:gd name="connsiteX3815" fmla="*/ 834423 w 1542615"/>
                <a:gd name="connsiteY3815" fmla="*/ 13115 h 831143"/>
                <a:gd name="connsiteX3816" fmla="*/ 829504 w 1542615"/>
                <a:gd name="connsiteY3816" fmla="*/ 13115 h 831143"/>
                <a:gd name="connsiteX3817" fmla="*/ 826226 w 1542615"/>
                <a:gd name="connsiteY3817" fmla="*/ 13115 h 831143"/>
                <a:gd name="connsiteX3818" fmla="*/ 821308 w 1542615"/>
                <a:gd name="connsiteY3818" fmla="*/ 13115 h 831143"/>
                <a:gd name="connsiteX3819" fmla="*/ 818029 w 1542615"/>
                <a:gd name="connsiteY3819" fmla="*/ 11475 h 831143"/>
                <a:gd name="connsiteX3820" fmla="*/ 813111 w 1542615"/>
                <a:gd name="connsiteY3820" fmla="*/ 11475 h 831143"/>
                <a:gd name="connsiteX3821" fmla="*/ 809833 w 1542615"/>
                <a:gd name="connsiteY3821" fmla="*/ 11475 h 831143"/>
                <a:gd name="connsiteX3822" fmla="*/ 804914 w 1542615"/>
                <a:gd name="connsiteY3822" fmla="*/ 13115 h 831143"/>
                <a:gd name="connsiteX3823" fmla="*/ 801636 w 1542615"/>
                <a:gd name="connsiteY3823" fmla="*/ 13115 h 831143"/>
                <a:gd name="connsiteX3824" fmla="*/ 798357 w 1542615"/>
                <a:gd name="connsiteY3824" fmla="*/ 13115 h 831143"/>
                <a:gd name="connsiteX3825" fmla="*/ 793439 w 1542615"/>
                <a:gd name="connsiteY3825" fmla="*/ 13115 h 831143"/>
                <a:gd name="connsiteX3826" fmla="*/ 790160 w 1542615"/>
                <a:gd name="connsiteY3826" fmla="*/ 13115 h 831143"/>
                <a:gd name="connsiteX3827" fmla="*/ 793439 w 1542615"/>
                <a:gd name="connsiteY3827" fmla="*/ 14754 h 831143"/>
                <a:gd name="connsiteX3828" fmla="*/ 798357 w 1542615"/>
                <a:gd name="connsiteY3828" fmla="*/ 16393 h 831143"/>
                <a:gd name="connsiteX3829" fmla="*/ 801636 w 1542615"/>
                <a:gd name="connsiteY3829" fmla="*/ 16393 h 831143"/>
                <a:gd name="connsiteX3830" fmla="*/ 804914 w 1542615"/>
                <a:gd name="connsiteY3830" fmla="*/ 16393 h 831143"/>
                <a:gd name="connsiteX3831" fmla="*/ 809833 w 1542615"/>
                <a:gd name="connsiteY3831" fmla="*/ 18033 h 831143"/>
                <a:gd name="connsiteX3832" fmla="*/ 814750 w 1542615"/>
                <a:gd name="connsiteY3832" fmla="*/ 18033 h 831143"/>
                <a:gd name="connsiteX3833" fmla="*/ 818029 w 1542615"/>
                <a:gd name="connsiteY3833" fmla="*/ 18033 h 831143"/>
                <a:gd name="connsiteX3834" fmla="*/ 813111 w 1542615"/>
                <a:gd name="connsiteY3834" fmla="*/ 18033 h 831143"/>
                <a:gd name="connsiteX3835" fmla="*/ 808193 w 1542615"/>
                <a:gd name="connsiteY3835" fmla="*/ 18033 h 831143"/>
                <a:gd name="connsiteX3836" fmla="*/ 804914 w 1542615"/>
                <a:gd name="connsiteY3836" fmla="*/ 18033 h 831143"/>
                <a:gd name="connsiteX3837" fmla="*/ 799996 w 1542615"/>
                <a:gd name="connsiteY3837" fmla="*/ 18033 h 831143"/>
                <a:gd name="connsiteX3838" fmla="*/ 796718 w 1542615"/>
                <a:gd name="connsiteY3838" fmla="*/ 18033 h 831143"/>
                <a:gd name="connsiteX3839" fmla="*/ 795079 w 1542615"/>
                <a:gd name="connsiteY3839" fmla="*/ 18033 h 831143"/>
                <a:gd name="connsiteX3840" fmla="*/ 793439 w 1542615"/>
                <a:gd name="connsiteY3840" fmla="*/ 16393 h 831143"/>
                <a:gd name="connsiteX3841" fmla="*/ 790160 w 1542615"/>
                <a:gd name="connsiteY3841" fmla="*/ 16393 h 831143"/>
                <a:gd name="connsiteX3842" fmla="*/ 786882 w 1542615"/>
                <a:gd name="connsiteY3842" fmla="*/ 16393 h 831143"/>
                <a:gd name="connsiteX3843" fmla="*/ 781964 w 1542615"/>
                <a:gd name="connsiteY3843" fmla="*/ 14754 h 831143"/>
                <a:gd name="connsiteX3844" fmla="*/ 778685 w 1542615"/>
                <a:gd name="connsiteY3844" fmla="*/ 14754 h 831143"/>
                <a:gd name="connsiteX3845" fmla="*/ 773767 w 1542615"/>
                <a:gd name="connsiteY3845" fmla="*/ 14754 h 831143"/>
                <a:gd name="connsiteX3846" fmla="*/ 770489 w 1542615"/>
                <a:gd name="connsiteY3846" fmla="*/ 14754 h 831143"/>
                <a:gd name="connsiteX3847" fmla="*/ 767210 w 1542615"/>
                <a:gd name="connsiteY3847" fmla="*/ 14754 h 831143"/>
                <a:gd name="connsiteX3848" fmla="*/ 762292 w 1542615"/>
                <a:gd name="connsiteY3848" fmla="*/ 16393 h 831143"/>
                <a:gd name="connsiteX3849" fmla="*/ 765570 w 1542615"/>
                <a:gd name="connsiteY3849" fmla="*/ 16393 h 831143"/>
                <a:gd name="connsiteX3850" fmla="*/ 770489 w 1542615"/>
                <a:gd name="connsiteY3850" fmla="*/ 18033 h 831143"/>
                <a:gd name="connsiteX3851" fmla="*/ 773767 w 1542615"/>
                <a:gd name="connsiteY3851" fmla="*/ 18033 h 831143"/>
                <a:gd name="connsiteX3852" fmla="*/ 770489 w 1542615"/>
                <a:gd name="connsiteY3852" fmla="*/ 18033 h 831143"/>
                <a:gd name="connsiteX3853" fmla="*/ 767210 w 1542615"/>
                <a:gd name="connsiteY3853" fmla="*/ 18033 h 831143"/>
                <a:gd name="connsiteX3854" fmla="*/ 762292 w 1542615"/>
                <a:gd name="connsiteY3854" fmla="*/ 18033 h 831143"/>
                <a:gd name="connsiteX3855" fmla="*/ 757374 w 1542615"/>
                <a:gd name="connsiteY3855" fmla="*/ 18033 h 831143"/>
                <a:gd name="connsiteX3856" fmla="*/ 762292 w 1542615"/>
                <a:gd name="connsiteY3856" fmla="*/ 19672 h 831143"/>
                <a:gd name="connsiteX3857" fmla="*/ 765570 w 1542615"/>
                <a:gd name="connsiteY3857" fmla="*/ 19672 h 831143"/>
                <a:gd name="connsiteX3858" fmla="*/ 770489 w 1542615"/>
                <a:gd name="connsiteY3858" fmla="*/ 19672 h 831143"/>
                <a:gd name="connsiteX3859" fmla="*/ 773767 w 1542615"/>
                <a:gd name="connsiteY3859" fmla="*/ 21311 h 831143"/>
                <a:gd name="connsiteX3860" fmla="*/ 778685 w 1542615"/>
                <a:gd name="connsiteY3860" fmla="*/ 21311 h 831143"/>
                <a:gd name="connsiteX3861" fmla="*/ 781964 w 1542615"/>
                <a:gd name="connsiteY3861" fmla="*/ 19672 h 831143"/>
                <a:gd name="connsiteX3862" fmla="*/ 785242 w 1542615"/>
                <a:gd name="connsiteY3862" fmla="*/ 19672 h 831143"/>
                <a:gd name="connsiteX3863" fmla="*/ 790160 w 1542615"/>
                <a:gd name="connsiteY3863" fmla="*/ 19672 h 831143"/>
                <a:gd name="connsiteX3864" fmla="*/ 795079 w 1542615"/>
                <a:gd name="connsiteY3864" fmla="*/ 19672 h 831143"/>
                <a:gd name="connsiteX3865" fmla="*/ 799996 w 1542615"/>
                <a:gd name="connsiteY3865" fmla="*/ 19672 h 831143"/>
                <a:gd name="connsiteX3866" fmla="*/ 795079 w 1542615"/>
                <a:gd name="connsiteY3866" fmla="*/ 18033 h 831143"/>
                <a:gd name="connsiteX3867" fmla="*/ 799996 w 1542615"/>
                <a:gd name="connsiteY3867" fmla="*/ 19672 h 831143"/>
                <a:gd name="connsiteX3868" fmla="*/ 803275 w 1542615"/>
                <a:gd name="connsiteY3868" fmla="*/ 19672 h 831143"/>
                <a:gd name="connsiteX3869" fmla="*/ 806554 w 1542615"/>
                <a:gd name="connsiteY3869" fmla="*/ 19672 h 831143"/>
                <a:gd name="connsiteX3870" fmla="*/ 811472 w 1542615"/>
                <a:gd name="connsiteY3870" fmla="*/ 19672 h 831143"/>
                <a:gd name="connsiteX3871" fmla="*/ 816390 w 1542615"/>
                <a:gd name="connsiteY3871" fmla="*/ 21311 h 831143"/>
                <a:gd name="connsiteX3872" fmla="*/ 819669 w 1542615"/>
                <a:gd name="connsiteY3872" fmla="*/ 21311 h 831143"/>
                <a:gd name="connsiteX3873" fmla="*/ 824586 w 1542615"/>
                <a:gd name="connsiteY3873" fmla="*/ 21311 h 831143"/>
                <a:gd name="connsiteX3874" fmla="*/ 829504 w 1542615"/>
                <a:gd name="connsiteY3874" fmla="*/ 19672 h 831143"/>
                <a:gd name="connsiteX3875" fmla="*/ 834423 w 1542615"/>
                <a:gd name="connsiteY3875" fmla="*/ 19672 h 831143"/>
                <a:gd name="connsiteX3876" fmla="*/ 837701 w 1542615"/>
                <a:gd name="connsiteY3876" fmla="*/ 19672 h 831143"/>
                <a:gd name="connsiteX3877" fmla="*/ 842619 w 1542615"/>
                <a:gd name="connsiteY3877" fmla="*/ 19672 h 831143"/>
                <a:gd name="connsiteX3878" fmla="*/ 845898 w 1542615"/>
                <a:gd name="connsiteY3878" fmla="*/ 19672 h 831143"/>
                <a:gd name="connsiteX3879" fmla="*/ 850816 w 1542615"/>
                <a:gd name="connsiteY3879" fmla="*/ 19672 h 831143"/>
                <a:gd name="connsiteX3880" fmla="*/ 854094 w 1542615"/>
                <a:gd name="connsiteY3880" fmla="*/ 19672 h 831143"/>
                <a:gd name="connsiteX3881" fmla="*/ 859013 w 1542615"/>
                <a:gd name="connsiteY3881" fmla="*/ 19672 h 831143"/>
                <a:gd name="connsiteX3882" fmla="*/ 863930 w 1542615"/>
                <a:gd name="connsiteY3882" fmla="*/ 19672 h 831143"/>
                <a:gd name="connsiteX3883" fmla="*/ 867209 w 1542615"/>
                <a:gd name="connsiteY3883" fmla="*/ 21311 h 831143"/>
                <a:gd name="connsiteX3884" fmla="*/ 872127 w 1542615"/>
                <a:gd name="connsiteY3884" fmla="*/ 21311 h 831143"/>
                <a:gd name="connsiteX3885" fmla="*/ 877045 w 1542615"/>
                <a:gd name="connsiteY3885" fmla="*/ 21311 h 831143"/>
                <a:gd name="connsiteX3886" fmla="*/ 880324 w 1542615"/>
                <a:gd name="connsiteY3886" fmla="*/ 21311 h 831143"/>
                <a:gd name="connsiteX3887" fmla="*/ 883603 w 1542615"/>
                <a:gd name="connsiteY3887" fmla="*/ 21311 h 831143"/>
                <a:gd name="connsiteX3888" fmla="*/ 888520 w 1542615"/>
                <a:gd name="connsiteY3888" fmla="*/ 22951 h 831143"/>
                <a:gd name="connsiteX3889" fmla="*/ 893439 w 1542615"/>
                <a:gd name="connsiteY3889" fmla="*/ 22951 h 831143"/>
                <a:gd name="connsiteX3890" fmla="*/ 896717 w 1542615"/>
                <a:gd name="connsiteY3890" fmla="*/ 24590 h 831143"/>
                <a:gd name="connsiteX3891" fmla="*/ 901635 w 1542615"/>
                <a:gd name="connsiteY3891" fmla="*/ 22951 h 831143"/>
                <a:gd name="connsiteX3892" fmla="*/ 904914 w 1542615"/>
                <a:gd name="connsiteY3892" fmla="*/ 24590 h 831143"/>
                <a:gd name="connsiteX3893" fmla="*/ 908193 w 1542615"/>
                <a:gd name="connsiteY3893" fmla="*/ 26229 h 831143"/>
                <a:gd name="connsiteX3894" fmla="*/ 904914 w 1542615"/>
                <a:gd name="connsiteY3894" fmla="*/ 27869 h 831143"/>
                <a:gd name="connsiteX3895" fmla="*/ 908193 w 1542615"/>
                <a:gd name="connsiteY3895" fmla="*/ 29508 h 831143"/>
                <a:gd name="connsiteX3896" fmla="*/ 904914 w 1542615"/>
                <a:gd name="connsiteY3896" fmla="*/ 32787 h 831143"/>
                <a:gd name="connsiteX3897" fmla="*/ 901635 w 1542615"/>
                <a:gd name="connsiteY3897" fmla="*/ 29508 h 831143"/>
                <a:gd name="connsiteX3898" fmla="*/ 896717 w 1542615"/>
                <a:gd name="connsiteY3898" fmla="*/ 27869 h 831143"/>
                <a:gd name="connsiteX3899" fmla="*/ 893439 w 1542615"/>
                <a:gd name="connsiteY3899" fmla="*/ 27869 h 831143"/>
                <a:gd name="connsiteX3900" fmla="*/ 888520 w 1542615"/>
                <a:gd name="connsiteY3900" fmla="*/ 26229 h 831143"/>
                <a:gd name="connsiteX3901" fmla="*/ 885242 w 1542615"/>
                <a:gd name="connsiteY3901" fmla="*/ 26229 h 831143"/>
                <a:gd name="connsiteX3902" fmla="*/ 881963 w 1542615"/>
                <a:gd name="connsiteY3902" fmla="*/ 24590 h 831143"/>
                <a:gd name="connsiteX3903" fmla="*/ 877045 w 1542615"/>
                <a:gd name="connsiteY3903" fmla="*/ 24590 h 831143"/>
                <a:gd name="connsiteX3904" fmla="*/ 873767 w 1542615"/>
                <a:gd name="connsiteY3904" fmla="*/ 22951 h 831143"/>
                <a:gd name="connsiteX3905" fmla="*/ 868849 w 1542615"/>
                <a:gd name="connsiteY3905" fmla="*/ 22951 h 831143"/>
                <a:gd name="connsiteX3906" fmla="*/ 865570 w 1542615"/>
                <a:gd name="connsiteY3906" fmla="*/ 24590 h 831143"/>
                <a:gd name="connsiteX3907" fmla="*/ 868849 w 1542615"/>
                <a:gd name="connsiteY3907" fmla="*/ 26229 h 831143"/>
                <a:gd name="connsiteX3908" fmla="*/ 865570 w 1542615"/>
                <a:gd name="connsiteY3908" fmla="*/ 29508 h 831143"/>
                <a:gd name="connsiteX3909" fmla="*/ 862291 w 1542615"/>
                <a:gd name="connsiteY3909" fmla="*/ 27869 h 831143"/>
                <a:gd name="connsiteX3910" fmla="*/ 862291 w 1542615"/>
                <a:gd name="connsiteY3910" fmla="*/ 24590 h 831143"/>
                <a:gd name="connsiteX3911" fmla="*/ 857373 w 1542615"/>
                <a:gd name="connsiteY3911" fmla="*/ 22951 h 831143"/>
                <a:gd name="connsiteX3912" fmla="*/ 854094 w 1542615"/>
                <a:gd name="connsiteY3912" fmla="*/ 22951 h 831143"/>
                <a:gd name="connsiteX3913" fmla="*/ 850816 w 1542615"/>
                <a:gd name="connsiteY3913" fmla="*/ 21311 h 831143"/>
                <a:gd name="connsiteX3914" fmla="*/ 845898 w 1542615"/>
                <a:gd name="connsiteY3914" fmla="*/ 21311 h 831143"/>
                <a:gd name="connsiteX3915" fmla="*/ 842619 w 1542615"/>
                <a:gd name="connsiteY3915" fmla="*/ 21311 h 831143"/>
                <a:gd name="connsiteX3916" fmla="*/ 837701 w 1542615"/>
                <a:gd name="connsiteY3916" fmla="*/ 21311 h 831143"/>
                <a:gd name="connsiteX3917" fmla="*/ 832783 w 1542615"/>
                <a:gd name="connsiteY3917" fmla="*/ 21311 h 831143"/>
                <a:gd name="connsiteX3918" fmla="*/ 829504 w 1542615"/>
                <a:gd name="connsiteY3918" fmla="*/ 21311 h 831143"/>
                <a:gd name="connsiteX3919" fmla="*/ 824586 w 1542615"/>
                <a:gd name="connsiteY3919" fmla="*/ 21311 h 831143"/>
                <a:gd name="connsiteX3920" fmla="*/ 821308 w 1542615"/>
                <a:gd name="connsiteY3920" fmla="*/ 21311 h 831143"/>
                <a:gd name="connsiteX3921" fmla="*/ 816390 w 1542615"/>
                <a:gd name="connsiteY3921" fmla="*/ 22951 h 831143"/>
                <a:gd name="connsiteX3922" fmla="*/ 811472 w 1542615"/>
                <a:gd name="connsiteY3922" fmla="*/ 22951 h 831143"/>
                <a:gd name="connsiteX3923" fmla="*/ 808193 w 1542615"/>
                <a:gd name="connsiteY3923" fmla="*/ 22951 h 831143"/>
                <a:gd name="connsiteX3924" fmla="*/ 804914 w 1542615"/>
                <a:gd name="connsiteY3924" fmla="*/ 22951 h 831143"/>
                <a:gd name="connsiteX3925" fmla="*/ 799996 w 1542615"/>
                <a:gd name="connsiteY3925" fmla="*/ 22951 h 831143"/>
                <a:gd name="connsiteX3926" fmla="*/ 796718 w 1542615"/>
                <a:gd name="connsiteY3926" fmla="*/ 21311 h 831143"/>
                <a:gd name="connsiteX3927" fmla="*/ 791800 w 1542615"/>
                <a:gd name="connsiteY3927" fmla="*/ 21311 h 831143"/>
                <a:gd name="connsiteX3928" fmla="*/ 788521 w 1542615"/>
                <a:gd name="connsiteY3928" fmla="*/ 21311 h 831143"/>
                <a:gd name="connsiteX3929" fmla="*/ 783603 w 1542615"/>
                <a:gd name="connsiteY3929" fmla="*/ 21311 h 831143"/>
                <a:gd name="connsiteX3930" fmla="*/ 778685 w 1542615"/>
                <a:gd name="connsiteY3930" fmla="*/ 22951 h 831143"/>
                <a:gd name="connsiteX3931" fmla="*/ 783603 w 1542615"/>
                <a:gd name="connsiteY3931" fmla="*/ 24590 h 831143"/>
                <a:gd name="connsiteX3932" fmla="*/ 788521 w 1542615"/>
                <a:gd name="connsiteY3932" fmla="*/ 24590 h 831143"/>
                <a:gd name="connsiteX3933" fmla="*/ 791800 w 1542615"/>
                <a:gd name="connsiteY3933" fmla="*/ 26229 h 831143"/>
                <a:gd name="connsiteX3934" fmla="*/ 796718 w 1542615"/>
                <a:gd name="connsiteY3934" fmla="*/ 27869 h 831143"/>
                <a:gd name="connsiteX3935" fmla="*/ 799996 w 1542615"/>
                <a:gd name="connsiteY3935" fmla="*/ 27869 h 831143"/>
                <a:gd name="connsiteX3936" fmla="*/ 803275 w 1542615"/>
                <a:gd name="connsiteY3936" fmla="*/ 29508 h 831143"/>
                <a:gd name="connsiteX3937" fmla="*/ 808193 w 1542615"/>
                <a:gd name="connsiteY3937" fmla="*/ 31147 h 831143"/>
                <a:gd name="connsiteX3938" fmla="*/ 811472 w 1542615"/>
                <a:gd name="connsiteY3938" fmla="*/ 31147 h 831143"/>
                <a:gd name="connsiteX3939" fmla="*/ 816390 w 1542615"/>
                <a:gd name="connsiteY3939" fmla="*/ 31147 h 831143"/>
                <a:gd name="connsiteX3940" fmla="*/ 811472 w 1542615"/>
                <a:gd name="connsiteY3940" fmla="*/ 32787 h 831143"/>
                <a:gd name="connsiteX3941" fmla="*/ 816390 w 1542615"/>
                <a:gd name="connsiteY3941" fmla="*/ 34426 h 831143"/>
                <a:gd name="connsiteX3942" fmla="*/ 819669 w 1542615"/>
                <a:gd name="connsiteY3942" fmla="*/ 34426 h 831143"/>
                <a:gd name="connsiteX3943" fmla="*/ 824586 w 1542615"/>
                <a:gd name="connsiteY3943" fmla="*/ 36065 h 831143"/>
                <a:gd name="connsiteX3944" fmla="*/ 827865 w 1542615"/>
                <a:gd name="connsiteY3944" fmla="*/ 34426 h 831143"/>
                <a:gd name="connsiteX3945" fmla="*/ 832783 w 1542615"/>
                <a:gd name="connsiteY3945" fmla="*/ 34426 h 831143"/>
                <a:gd name="connsiteX3946" fmla="*/ 836062 w 1542615"/>
                <a:gd name="connsiteY3946" fmla="*/ 36065 h 831143"/>
                <a:gd name="connsiteX3947" fmla="*/ 840980 w 1542615"/>
                <a:gd name="connsiteY3947" fmla="*/ 36065 h 831143"/>
                <a:gd name="connsiteX3948" fmla="*/ 844259 w 1542615"/>
                <a:gd name="connsiteY3948" fmla="*/ 36065 h 831143"/>
                <a:gd name="connsiteX3949" fmla="*/ 839340 w 1542615"/>
                <a:gd name="connsiteY3949" fmla="*/ 36065 h 831143"/>
                <a:gd name="connsiteX3950" fmla="*/ 836062 w 1542615"/>
                <a:gd name="connsiteY3950" fmla="*/ 36065 h 831143"/>
                <a:gd name="connsiteX3951" fmla="*/ 831144 w 1542615"/>
                <a:gd name="connsiteY3951" fmla="*/ 36065 h 831143"/>
                <a:gd name="connsiteX3952" fmla="*/ 826226 w 1542615"/>
                <a:gd name="connsiteY3952" fmla="*/ 36065 h 831143"/>
                <a:gd name="connsiteX3953" fmla="*/ 822947 w 1542615"/>
                <a:gd name="connsiteY3953" fmla="*/ 36065 h 831143"/>
                <a:gd name="connsiteX3954" fmla="*/ 818029 w 1542615"/>
                <a:gd name="connsiteY3954" fmla="*/ 36065 h 831143"/>
                <a:gd name="connsiteX3955" fmla="*/ 813111 w 1542615"/>
                <a:gd name="connsiteY3955" fmla="*/ 36065 h 831143"/>
                <a:gd name="connsiteX3956" fmla="*/ 809833 w 1542615"/>
                <a:gd name="connsiteY3956" fmla="*/ 34426 h 831143"/>
                <a:gd name="connsiteX3957" fmla="*/ 806554 w 1542615"/>
                <a:gd name="connsiteY3957" fmla="*/ 34426 h 831143"/>
                <a:gd name="connsiteX3958" fmla="*/ 801636 w 1542615"/>
                <a:gd name="connsiteY3958" fmla="*/ 34426 h 831143"/>
                <a:gd name="connsiteX3959" fmla="*/ 798357 w 1542615"/>
                <a:gd name="connsiteY3959" fmla="*/ 34426 h 831143"/>
                <a:gd name="connsiteX3960" fmla="*/ 793439 w 1542615"/>
                <a:gd name="connsiteY3960" fmla="*/ 34426 h 831143"/>
                <a:gd name="connsiteX3961" fmla="*/ 790160 w 1542615"/>
                <a:gd name="connsiteY3961" fmla="*/ 39344 h 831143"/>
                <a:gd name="connsiteX3962" fmla="*/ 793439 w 1542615"/>
                <a:gd name="connsiteY3962" fmla="*/ 39344 h 831143"/>
                <a:gd name="connsiteX3963" fmla="*/ 788521 w 1542615"/>
                <a:gd name="connsiteY3963" fmla="*/ 40983 h 831143"/>
                <a:gd name="connsiteX3964" fmla="*/ 785242 w 1542615"/>
                <a:gd name="connsiteY3964" fmla="*/ 40983 h 831143"/>
                <a:gd name="connsiteX3965" fmla="*/ 781964 w 1542615"/>
                <a:gd name="connsiteY3965" fmla="*/ 42623 h 831143"/>
                <a:gd name="connsiteX3966" fmla="*/ 785242 w 1542615"/>
                <a:gd name="connsiteY3966" fmla="*/ 42623 h 831143"/>
                <a:gd name="connsiteX3967" fmla="*/ 788521 w 1542615"/>
                <a:gd name="connsiteY3967" fmla="*/ 44262 h 831143"/>
                <a:gd name="connsiteX3968" fmla="*/ 785242 w 1542615"/>
                <a:gd name="connsiteY3968" fmla="*/ 45901 h 831143"/>
                <a:gd name="connsiteX3969" fmla="*/ 790160 w 1542615"/>
                <a:gd name="connsiteY3969" fmla="*/ 45901 h 831143"/>
                <a:gd name="connsiteX3970" fmla="*/ 793439 w 1542615"/>
                <a:gd name="connsiteY3970" fmla="*/ 47541 h 831143"/>
                <a:gd name="connsiteX3971" fmla="*/ 790160 w 1542615"/>
                <a:gd name="connsiteY3971" fmla="*/ 47541 h 831143"/>
                <a:gd name="connsiteX3972" fmla="*/ 785242 w 1542615"/>
                <a:gd name="connsiteY3972" fmla="*/ 47541 h 831143"/>
                <a:gd name="connsiteX3973" fmla="*/ 781964 w 1542615"/>
                <a:gd name="connsiteY3973" fmla="*/ 49180 h 831143"/>
                <a:gd name="connsiteX3974" fmla="*/ 777046 w 1542615"/>
                <a:gd name="connsiteY3974" fmla="*/ 49180 h 831143"/>
                <a:gd name="connsiteX3975" fmla="*/ 773767 w 1542615"/>
                <a:gd name="connsiteY3975" fmla="*/ 49180 h 831143"/>
                <a:gd name="connsiteX3976" fmla="*/ 770489 w 1542615"/>
                <a:gd name="connsiteY3976" fmla="*/ 47541 h 831143"/>
                <a:gd name="connsiteX3977" fmla="*/ 765570 w 1542615"/>
                <a:gd name="connsiteY3977" fmla="*/ 45901 h 831143"/>
                <a:gd name="connsiteX3978" fmla="*/ 762292 w 1542615"/>
                <a:gd name="connsiteY3978" fmla="*/ 45901 h 831143"/>
                <a:gd name="connsiteX3979" fmla="*/ 759013 w 1542615"/>
                <a:gd name="connsiteY3979" fmla="*/ 44262 h 831143"/>
                <a:gd name="connsiteX3980" fmla="*/ 754095 w 1542615"/>
                <a:gd name="connsiteY3980" fmla="*/ 40983 h 831143"/>
                <a:gd name="connsiteX3981" fmla="*/ 750816 w 1542615"/>
                <a:gd name="connsiteY3981" fmla="*/ 40983 h 831143"/>
                <a:gd name="connsiteX3982" fmla="*/ 745898 w 1542615"/>
                <a:gd name="connsiteY3982" fmla="*/ 39344 h 831143"/>
                <a:gd name="connsiteX3983" fmla="*/ 742620 w 1542615"/>
                <a:gd name="connsiteY3983" fmla="*/ 39344 h 831143"/>
                <a:gd name="connsiteX3984" fmla="*/ 737702 w 1542615"/>
                <a:gd name="connsiteY3984" fmla="*/ 39344 h 831143"/>
                <a:gd name="connsiteX3985" fmla="*/ 734423 w 1542615"/>
                <a:gd name="connsiteY3985" fmla="*/ 39344 h 831143"/>
                <a:gd name="connsiteX3986" fmla="*/ 729505 w 1542615"/>
                <a:gd name="connsiteY3986" fmla="*/ 37705 h 831143"/>
                <a:gd name="connsiteX3987" fmla="*/ 726226 w 1542615"/>
                <a:gd name="connsiteY3987" fmla="*/ 37705 h 831143"/>
                <a:gd name="connsiteX3988" fmla="*/ 721308 w 1542615"/>
                <a:gd name="connsiteY3988" fmla="*/ 36065 h 831143"/>
                <a:gd name="connsiteX3989" fmla="*/ 718030 w 1542615"/>
                <a:gd name="connsiteY3989" fmla="*/ 36065 h 831143"/>
                <a:gd name="connsiteX3990" fmla="*/ 713112 w 1542615"/>
                <a:gd name="connsiteY3990" fmla="*/ 34426 h 831143"/>
                <a:gd name="connsiteX3991" fmla="*/ 709833 w 1542615"/>
                <a:gd name="connsiteY3991" fmla="*/ 34426 h 831143"/>
                <a:gd name="connsiteX3992" fmla="*/ 706554 w 1542615"/>
                <a:gd name="connsiteY3992" fmla="*/ 34426 h 831143"/>
                <a:gd name="connsiteX3993" fmla="*/ 701636 w 1542615"/>
                <a:gd name="connsiteY3993" fmla="*/ 34426 h 831143"/>
                <a:gd name="connsiteX3994" fmla="*/ 698357 w 1542615"/>
                <a:gd name="connsiteY3994" fmla="*/ 32787 h 831143"/>
                <a:gd name="connsiteX3995" fmla="*/ 693440 w 1542615"/>
                <a:gd name="connsiteY3995" fmla="*/ 31147 h 831143"/>
                <a:gd name="connsiteX3996" fmla="*/ 690161 w 1542615"/>
                <a:gd name="connsiteY3996" fmla="*/ 29508 h 831143"/>
                <a:gd name="connsiteX3997" fmla="*/ 685243 w 1542615"/>
                <a:gd name="connsiteY3997" fmla="*/ 29508 h 831143"/>
                <a:gd name="connsiteX3998" fmla="*/ 681964 w 1542615"/>
                <a:gd name="connsiteY3998" fmla="*/ 29508 h 831143"/>
                <a:gd name="connsiteX3999" fmla="*/ 677046 w 1542615"/>
                <a:gd name="connsiteY3999" fmla="*/ 29508 h 831143"/>
                <a:gd name="connsiteX4000" fmla="*/ 672128 w 1542615"/>
                <a:gd name="connsiteY4000" fmla="*/ 29508 h 831143"/>
                <a:gd name="connsiteX4001" fmla="*/ 667210 w 1542615"/>
                <a:gd name="connsiteY4001" fmla="*/ 29508 h 831143"/>
                <a:gd name="connsiteX4002" fmla="*/ 663932 w 1542615"/>
                <a:gd name="connsiteY4002" fmla="*/ 29508 h 831143"/>
                <a:gd name="connsiteX4003" fmla="*/ 660653 w 1542615"/>
                <a:gd name="connsiteY4003" fmla="*/ 29508 h 831143"/>
                <a:gd name="connsiteX4004" fmla="*/ 655735 w 1542615"/>
                <a:gd name="connsiteY4004" fmla="*/ 29508 h 831143"/>
                <a:gd name="connsiteX4005" fmla="*/ 652456 w 1542615"/>
                <a:gd name="connsiteY4005" fmla="*/ 29508 h 831143"/>
                <a:gd name="connsiteX4006" fmla="*/ 647538 w 1542615"/>
                <a:gd name="connsiteY4006" fmla="*/ 29508 h 831143"/>
                <a:gd name="connsiteX4007" fmla="*/ 650817 w 1542615"/>
                <a:gd name="connsiteY4007" fmla="*/ 32787 h 831143"/>
                <a:gd name="connsiteX4008" fmla="*/ 649177 w 1542615"/>
                <a:gd name="connsiteY4008" fmla="*/ 36065 h 831143"/>
                <a:gd name="connsiteX4009" fmla="*/ 654096 w 1542615"/>
                <a:gd name="connsiteY4009" fmla="*/ 39344 h 831143"/>
                <a:gd name="connsiteX4010" fmla="*/ 657374 w 1542615"/>
                <a:gd name="connsiteY4010" fmla="*/ 39344 h 831143"/>
                <a:gd name="connsiteX4011" fmla="*/ 660653 w 1542615"/>
                <a:gd name="connsiteY4011" fmla="*/ 42623 h 831143"/>
                <a:gd name="connsiteX4012" fmla="*/ 665571 w 1542615"/>
                <a:gd name="connsiteY4012" fmla="*/ 42623 h 831143"/>
                <a:gd name="connsiteX4013" fmla="*/ 668849 w 1542615"/>
                <a:gd name="connsiteY4013" fmla="*/ 42623 h 831143"/>
                <a:gd name="connsiteX4014" fmla="*/ 673767 w 1542615"/>
                <a:gd name="connsiteY4014" fmla="*/ 44262 h 831143"/>
                <a:gd name="connsiteX4015" fmla="*/ 668849 w 1542615"/>
                <a:gd name="connsiteY4015" fmla="*/ 45901 h 831143"/>
                <a:gd name="connsiteX4016" fmla="*/ 665571 w 1542615"/>
                <a:gd name="connsiteY4016" fmla="*/ 45901 h 831143"/>
                <a:gd name="connsiteX4017" fmla="*/ 660653 w 1542615"/>
                <a:gd name="connsiteY4017" fmla="*/ 45901 h 831143"/>
                <a:gd name="connsiteX4018" fmla="*/ 657374 w 1542615"/>
                <a:gd name="connsiteY4018" fmla="*/ 45901 h 831143"/>
                <a:gd name="connsiteX4019" fmla="*/ 652456 w 1542615"/>
                <a:gd name="connsiteY4019" fmla="*/ 45901 h 831143"/>
                <a:gd name="connsiteX4020" fmla="*/ 649177 w 1542615"/>
                <a:gd name="connsiteY4020" fmla="*/ 44262 h 831143"/>
                <a:gd name="connsiteX4021" fmla="*/ 645899 w 1542615"/>
                <a:gd name="connsiteY4021" fmla="*/ 44262 h 831143"/>
                <a:gd name="connsiteX4022" fmla="*/ 640981 w 1542615"/>
                <a:gd name="connsiteY4022" fmla="*/ 44262 h 831143"/>
                <a:gd name="connsiteX4023" fmla="*/ 637702 w 1542615"/>
                <a:gd name="connsiteY4023" fmla="*/ 44262 h 831143"/>
                <a:gd name="connsiteX4024" fmla="*/ 642620 w 1542615"/>
                <a:gd name="connsiteY4024" fmla="*/ 45901 h 831143"/>
                <a:gd name="connsiteX4025" fmla="*/ 645899 w 1542615"/>
                <a:gd name="connsiteY4025" fmla="*/ 49180 h 831143"/>
                <a:gd name="connsiteX4026" fmla="*/ 649177 w 1542615"/>
                <a:gd name="connsiteY4026" fmla="*/ 49180 h 831143"/>
                <a:gd name="connsiteX4027" fmla="*/ 652456 w 1542615"/>
                <a:gd name="connsiteY4027" fmla="*/ 49180 h 831143"/>
                <a:gd name="connsiteX4028" fmla="*/ 657374 w 1542615"/>
                <a:gd name="connsiteY4028" fmla="*/ 50819 h 831143"/>
                <a:gd name="connsiteX4029" fmla="*/ 660653 w 1542615"/>
                <a:gd name="connsiteY4029" fmla="*/ 52459 h 831143"/>
                <a:gd name="connsiteX4030" fmla="*/ 657374 w 1542615"/>
                <a:gd name="connsiteY4030" fmla="*/ 52459 h 831143"/>
                <a:gd name="connsiteX4031" fmla="*/ 652456 w 1542615"/>
                <a:gd name="connsiteY4031" fmla="*/ 52459 h 831143"/>
                <a:gd name="connsiteX4032" fmla="*/ 649177 w 1542615"/>
                <a:gd name="connsiteY4032" fmla="*/ 52459 h 831143"/>
                <a:gd name="connsiteX4033" fmla="*/ 644259 w 1542615"/>
                <a:gd name="connsiteY4033" fmla="*/ 49180 h 831143"/>
                <a:gd name="connsiteX4034" fmla="*/ 640981 w 1542615"/>
                <a:gd name="connsiteY4034" fmla="*/ 49180 h 831143"/>
                <a:gd name="connsiteX4035" fmla="*/ 637702 w 1542615"/>
                <a:gd name="connsiteY4035" fmla="*/ 47541 h 831143"/>
                <a:gd name="connsiteX4036" fmla="*/ 632784 w 1542615"/>
                <a:gd name="connsiteY4036" fmla="*/ 45901 h 831143"/>
                <a:gd name="connsiteX4037" fmla="*/ 629505 w 1542615"/>
                <a:gd name="connsiteY4037" fmla="*/ 45901 h 831143"/>
                <a:gd name="connsiteX4038" fmla="*/ 626227 w 1542615"/>
                <a:gd name="connsiteY4038" fmla="*/ 45901 h 831143"/>
                <a:gd name="connsiteX4039" fmla="*/ 622948 w 1542615"/>
                <a:gd name="connsiteY4039" fmla="*/ 44262 h 831143"/>
                <a:gd name="connsiteX4040" fmla="*/ 618030 w 1542615"/>
                <a:gd name="connsiteY4040" fmla="*/ 44262 h 831143"/>
                <a:gd name="connsiteX4041" fmla="*/ 613112 w 1542615"/>
                <a:gd name="connsiteY4041" fmla="*/ 44262 h 831143"/>
                <a:gd name="connsiteX4042" fmla="*/ 609833 w 1542615"/>
                <a:gd name="connsiteY4042" fmla="*/ 42623 h 831143"/>
                <a:gd name="connsiteX4043" fmla="*/ 604915 w 1542615"/>
                <a:gd name="connsiteY4043" fmla="*/ 42623 h 831143"/>
                <a:gd name="connsiteX4044" fmla="*/ 601637 w 1542615"/>
                <a:gd name="connsiteY4044" fmla="*/ 42623 h 831143"/>
                <a:gd name="connsiteX4045" fmla="*/ 598358 w 1542615"/>
                <a:gd name="connsiteY4045" fmla="*/ 40983 h 831143"/>
                <a:gd name="connsiteX4046" fmla="*/ 593440 w 1542615"/>
                <a:gd name="connsiteY4046" fmla="*/ 42623 h 831143"/>
                <a:gd name="connsiteX4047" fmla="*/ 591800 w 1542615"/>
                <a:gd name="connsiteY4047" fmla="*/ 45901 h 831143"/>
                <a:gd name="connsiteX4048" fmla="*/ 586883 w 1542615"/>
                <a:gd name="connsiteY4048" fmla="*/ 47541 h 831143"/>
                <a:gd name="connsiteX4049" fmla="*/ 583604 w 1542615"/>
                <a:gd name="connsiteY4049" fmla="*/ 49180 h 831143"/>
                <a:gd name="connsiteX4050" fmla="*/ 580325 w 1542615"/>
                <a:gd name="connsiteY4050" fmla="*/ 49180 h 831143"/>
                <a:gd name="connsiteX4051" fmla="*/ 575407 w 1542615"/>
                <a:gd name="connsiteY4051" fmla="*/ 50819 h 831143"/>
                <a:gd name="connsiteX4052" fmla="*/ 572129 w 1542615"/>
                <a:gd name="connsiteY4052" fmla="*/ 50819 h 831143"/>
                <a:gd name="connsiteX4053" fmla="*/ 567210 w 1542615"/>
                <a:gd name="connsiteY4053" fmla="*/ 54098 h 831143"/>
                <a:gd name="connsiteX4054" fmla="*/ 563932 w 1542615"/>
                <a:gd name="connsiteY4054" fmla="*/ 54098 h 831143"/>
                <a:gd name="connsiteX4055" fmla="*/ 567210 w 1542615"/>
                <a:gd name="connsiteY4055" fmla="*/ 50819 h 831143"/>
                <a:gd name="connsiteX4056" fmla="*/ 570489 w 1542615"/>
                <a:gd name="connsiteY4056" fmla="*/ 49180 h 831143"/>
                <a:gd name="connsiteX4057" fmla="*/ 573768 w 1542615"/>
                <a:gd name="connsiteY4057" fmla="*/ 47541 h 831143"/>
                <a:gd name="connsiteX4058" fmla="*/ 578686 w 1542615"/>
                <a:gd name="connsiteY4058" fmla="*/ 45901 h 831143"/>
                <a:gd name="connsiteX4059" fmla="*/ 578686 w 1542615"/>
                <a:gd name="connsiteY4059" fmla="*/ 40983 h 831143"/>
                <a:gd name="connsiteX4060" fmla="*/ 580325 w 1542615"/>
                <a:gd name="connsiteY4060" fmla="*/ 37705 h 831143"/>
                <a:gd name="connsiteX4061" fmla="*/ 577047 w 1542615"/>
                <a:gd name="connsiteY4061" fmla="*/ 36065 h 831143"/>
                <a:gd name="connsiteX4062" fmla="*/ 572129 w 1542615"/>
                <a:gd name="connsiteY4062" fmla="*/ 34426 h 831143"/>
                <a:gd name="connsiteX4063" fmla="*/ 568850 w 1542615"/>
                <a:gd name="connsiteY4063" fmla="*/ 32787 h 831143"/>
                <a:gd name="connsiteX4064" fmla="*/ 563932 w 1542615"/>
                <a:gd name="connsiteY4064" fmla="*/ 32787 h 831143"/>
                <a:gd name="connsiteX4065" fmla="*/ 560653 w 1542615"/>
                <a:gd name="connsiteY4065" fmla="*/ 32787 h 831143"/>
                <a:gd name="connsiteX4066" fmla="*/ 557375 w 1542615"/>
                <a:gd name="connsiteY4066" fmla="*/ 32787 h 831143"/>
                <a:gd name="connsiteX4067" fmla="*/ 552456 w 1542615"/>
                <a:gd name="connsiteY4067" fmla="*/ 34426 h 831143"/>
                <a:gd name="connsiteX4068" fmla="*/ 549178 w 1542615"/>
                <a:gd name="connsiteY4068" fmla="*/ 34426 h 831143"/>
                <a:gd name="connsiteX4069" fmla="*/ 545899 w 1542615"/>
                <a:gd name="connsiteY4069" fmla="*/ 34426 h 831143"/>
                <a:gd name="connsiteX4070" fmla="*/ 540981 w 1542615"/>
                <a:gd name="connsiteY4070" fmla="*/ 34426 h 831143"/>
                <a:gd name="connsiteX4071" fmla="*/ 545899 w 1542615"/>
                <a:gd name="connsiteY4071" fmla="*/ 34426 h 831143"/>
                <a:gd name="connsiteX4072" fmla="*/ 540981 w 1542615"/>
                <a:gd name="connsiteY4072" fmla="*/ 36065 h 831143"/>
                <a:gd name="connsiteX4073" fmla="*/ 537703 w 1542615"/>
                <a:gd name="connsiteY4073" fmla="*/ 36065 h 831143"/>
                <a:gd name="connsiteX4074" fmla="*/ 532785 w 1542615"/>
                <a:gd name="connsiteY4074" fmla="*/ 36065 h 831143"/>
                <a:gd name="connsiteX4075" fmla="*/ 527866 w 1542615"/>
                <a:gd name="connsiteY4075" fmla="*/ 36065 h 831143"/>
                <a:gd name="connsiteX4076" fmla="*/ 524588 w 1542615"/>
                <a:gd name="connsiteY4076" fmla="*/ 37705 h 831143"/>
                <a:gd name="connsiteX4077" fmla="*/ 519670 w 1542615"/>
                <a:gd name="connsiteY4077" fmla="*/ 37705 h 831143"/>
                <a:gd name="connsiteX4078" fmla="*/ 516391 w 1542615"/>
                <a:gd name="connsiteY4078" fmla="*/ 36065 h 831143"/>
                <a:gd name="connsiteX4079" fmla="*/ 511473 w 1542615"/>
                <a:gd name="connsiteY4079" fmla="*/ 36065 h 831143"/>
                <a:gd name="connsiteX4080" fmla="*/ 506555 w 1542615"/>
                <a:gd name="connsiteY4080" fmla="*/ 37705 h 831143"/>
                <a:gd name="connsiteX4081" fmla="*/ 503276 w 1542615"/>
                <a:gd name="connsiteY4081" fmla="*/ 37705 h 831143"/>
                <a:gd name="connsiteX4082" fmla="*/ 499998 w 1542615"/>
                <a:gd name="connsiteY4082" fmla="*/ 37705 h 831143"/>
                <a:gd name="connsiteX4083" fmla="*/ 495080 w 1542615"/>
                <a:gd name="connsiteY4083" fmla="*/ 37705 h 831143"/>
                <a:gd name="connsiteX4084" fmla="*/ 490162 w 1542615"/>
                <a:gd name="connsiteY4084" fmla="*/ 37705 h 831143"/>
                <a:gd name="connsiteX4085" fmla="*/ 486883 w 1542615"/>
                <a:gd name="connsiteY4085" fmla="*/ 37705 h 831143"/>
                <a:gd name="connsiteX4086" fmla="*/ 483605 w 1542615"/>
                <a:gd name="connsiteY4086" fmla="*/ 39344 h 831143"/>
                <a:gd name="connsiteX4087" fmla="*/ 478686 w 1542615"/>
                <a:gd name="connsiteY4087" fmla="*/ 39344 h 831143"/>
                <a:gd name="connsiteX4088" fmla="*/ 475408 w 1542615"/>
                <a:gd name="connsiteY4088" fmla="*/ 39344 h 831143"/>
                <a:gd name="connsiteX4089" fmla="*/ 470490 w 1542615"/>
                <a:gd name="connsiteY4089" fmla="*/ 39344 h 831143"/>
                <a:gd name="connsiteX4090" fmla="*/ 467211 w 1542615"/>
                <a:gd name="connsiteY4090" fmla="*/ 39344 h 831143"/>
                <a:gd name="connsiteX4091" fmla="*/ 462293 w 1542615"/>
                <a:gd name="connsiteY4091" fmla="*/ 39344 h 831143"/>
                <a:gd name="connsiteX4092" fmla="*/ 459015 w 1542615"/>
                <a:gd name="connsiteY4092" fmla="*/ 40983 h 831143"/>
                <a:gd name="connsiteX4093" fmla="*/ 455736 w 1542615"/>
                <a:gd name="connsiteY4093" fmla="*/ 40983 h 831143"/>
                <a:gd name="connsiteX4094" fmla="*/ 450818 w 1542615"/>
                <a:gd name="connsiteY4094" fmla="*/ 40983 h 831143"/>
                <a:gd name="connsiteX4095" fmla="*/ 447539 w 1542615"/>
                <a:gd name="connsiteY4095" fmla="*/ 42623 h 831143"/>
                <a:gd name="connsiteX4096" fmla="*/ 442621 w 1542615"/>
                <a:gd name="connsiteY4096" fmla="*/ 42623 h 831143"/>
                <a:gd name="connsiteX4097" fmla="*/ 445900 w 1542615"/>
                <a:gd name="connsiteY4097" fmla="*/ 44262 h 831143"/>
                <a:gd name="connsiteX4098" fmla="*/ 450818 w 1542615"/>
                <a:gd name="connsiteY4098" fmla="*/ 44262 h 831143"/>
                <a:gd name="connsiteX4099" fmla="*/ 455736 w 1542615"/>
                <a:gd name="connsiteY4099" fmla="*/ 44262 h 831143"/>
                <a:gd name="connsiteX4100" fmla="*/ 459015 w 1542615"/>
                <a:gd name="connsiteY4100" fmla="*/ 45901 h 831143"/>
                <a:gd name="connsiteX4101" fmla="*/ 462293 w 1542615"/>
                <a:gd name="connsiteY4101" fmla="*/ 49180 h 831143"/>
                <a:gd name="connsiteX4102" fmla="*/ 465572 w 1542615"/>
                <a:gd name="connsiteY4102" fmla="*/ 52459 h 831143"/>
                <a:gd name="connsiteX4103" fmla="*/ 470490 w 1542615"/>
                <a:gd name="connsiteY4103" fmla="*/ 52459 h 831143"/>
                <a:gd name="connsiteX4104" fmla="*/ 475408 w 1542615"/>
                <a:gd name="connsiteY4104" fmla="*/ 52459 h 831143"/>
                <a:gd name="connsiteX4105" fmla="*/ 478686 w 1542615"/>
                <a:gd name="connsiteY4105" fmla="*/ 54098 h 831143"/>
                <a:gd name="connsiteX4106" fmla="*/ 481965 w 1542615"/>
                <a:gd name="connsiteY4106" fmla="*/ 55737 h 831143"/>
                <a:gd name="connsiteX4107" fmla="*/ 486883 w 1542615"/>
                <a:gd name="connsiteY4107" fmla="*/ 59016 h 831143"/>
                <a:gd name="connsiteX4108" fmla="*/ 490162 w 1542615"/>
                <a:gd name="connsiteY4108" fmla="*/ 59016 h 831143"/>
                <a:gd name="connsiteX4109" fmla="*/ 493440 w 1542615"/>
                <a:gd name="connsiteY4109" fmla="*/ 59016 h 831143"/>
                <a:gd name="connsiteX4110" fmla="*/ 490162 w 1542615"/>
                <a:gd name="connsiteY4110" fmla="*/ 59016 h 831143"/>
                <a:gd name="connsiteX4111" fmla="*/ 486883 w 1542615"/>
                <a:gd name="connsiteY4111" fmla="*/ 59016 h 831143"/>
                <a:gd name="connsiteX4112" fmla="*/ 481965 w 1542615"/>
                <a:gd name="connsiteY4112" fmla="*/ 59016 h 831143"/>
                <a:gd name="connsiteX4113" fmla="*/ 478686 w 1542615"/>
                <a:gd name="connsiteY4113" fmla="*/ 55737 h 831143"/>
                <a:gd name="connsiteX4114" fmla="*/ 475408 w 1542615"/>
                <a:gd name="connsiteY4114" fmla="*/ 54098 h 831143"/>
                <a:gd name="connsiteX4115" fmla="*/ 470490 w 1542615"/>
                <a:gd name="connsiteY4115" fmla="*/ 54098 h 831143"/>
                <a:gd name="connsiteX4116" fmla="*/ 465572 w 1542615"/>
                <a:gd name="connsiteY4116" fmla="*/ 52459 h 831143"/>
                <a:gd name="connsiteX4117" fmla="*/ 462293 w 1542615"/>
                <a:gd name="connsiteY4117" fmla="*/ 52459 h 831143"/>
                <a:gd name="connsiteX4118" fmla="*/ 459015 w 1542615"/>
                <a:gd name="connsiteY4118" fmla="*/ 52459 h 831143"/>
                <a:gd name="connsiteX4119" fmla="*/ 454096 w 1542615"/>
                <a:gd name="connsiteY4119" fmla="*/ 52459 h 831143"/>
                <a:gd name="connsiteX4120" fmla="*/ 454096 w 1542615"/>
                <a:gd name="connsiteY4120" fmla="*/ 47541 h 831143"/>
                <a:gd name="connsiteX4121" fmla="*/ 449178 w 1542615"/>
                <a:gd name="connsiteY4121" fmla="*/ 45901 h 831143"/>
                <a:gd name="connsiteX4122" fmla="*/ 444260 w 1542615"/>
                <a:gd name="connsiteY4122" fmla="*/ 45901 h 831143"/>
                <a:gd name="connsiteX4123" fmla="*/ 440982 w 1542615"/>
                <a:gd name="connsiteY4123" fmla="*/ 45901 h 831143"/>
                <a:gd name="connsiteX4124" fmla="*/ 436063 w 1542615"/>
                <a:gd name="connsiteY4124" fmla="*/ 45901 h 831143"/>
                <a:gd name="connsiteX4125" fmla="*/ 432785 w 1542615"/>
                <a:gd name="connsiteY4125" fmla="*/ 44262 h 831143"/>
                <a:gd name="connsiteX4126" fmla="*/ 429506 w 1542615"/>
                <a:gd name="connsiteY4126" fmla="*/ 44262 h 831143"/>
                <a:gd name="connsiteX4127" fmla="*/ 426228 w 1542615"/>
                <a:gd name="connsiteY4127" fmla="*/ 44262 h 831143"/>
                <a:gd name="connsiteX4128" fmla="*/ 422949 w 1542615"/>
                <a:gd name="connsiteY4128" fmla="*/ 44262 h 831143"/>
                <a:gd name="connsiteX4129" fmla="*/ 419670 w 1542615"/>
                <a:gd name="connsiteY4129" fmla="*/ 44262 h 831143"/>
                <a:gd name="connsiteX4130" fmla="*/ 414752 w 1542615"/>
                <a:gd name="connsiteY4130" fmla="*/ 44262 h 831143"/>
                <a:gd name="connsiteX4131" fmla="*/ 411473 w 1542615"/>
                <a:gd name="connsiteY4131" fmla="*/ 45901 h 831143"/>
                <a:gd name="connsiteX4132" fmla="*/ 406556 w 1542615"/>
                <a:gd name="connsiteY4132" fmla="*/ 45901 h 831143"/>
                <a:gd name="connsiteX4133" fmla="*/ 403277 w 1542615"/>
                <a:gd name="connsiteY4133" fmla="*/ 45901 h 831143"/>
                <a:gd name="connsiteX4134" fmla="*/ 398359 w 1542615"/>
                <a:gd name="connsiteY4134" fmla="*/ 47541 h 831143"/>
                <a:gd name="connsiteX4135" fmla="*/ 395080 w 1542615"/>
                <a:gd name="connsiteY4135" fmla="*/ 47541 h 831143"/>
                <a:gd name="connsiteX4136" fmla="*/ 391802 w 1542615"/>
                <a:gd name="connsiteY4136" fmla="*/ 50819 h 831143"/>
                <a:gd name="connsiteX4137" fmla="*/ 395080 w 1542615"/>
                <a:gd name="connsiteY4137" fmla="*/ 55737 h 831143"/>
                <a:gd name="connsiteX4138" fmla="*/ 398359 w 1542615"/>
                <a:gd name="connsiteY4138" fmla="*/ 55737 h 831143"/>
                <a:gd name="connsiteX4139" fmla="*/ 395080 w 1542615"/>
                <a:gd name="connsiteY4139" fmla="*/ 57377 h 831143"/>
                <a:gd name="connsiteX4140" fmla="*/ 390162 w 1542615"/>
                <a:gd name="connsiteY4140" fmla="*/ 59016 h 831143"/>
                <a:gd name="connsiteX4141" fmla="*/ 386883 w 1542615"/>
                <a:gd name="connsiteY4141" fmla="*/ 59016 h 831143"/>
                <a:gd name="connsiteX4142" fmla="*/ 383605 w 1542615"/>
                <a:gd name="connsiteY4142" fmla="*/ 62295 h 831143"/>
                <a:gd name="connsiteX4143" fmla="*/ 385244 w 1542615"/>
                <a:gd name="connsiteY4143" fmla="*/ 65573 h 831143"/>
                <a:gd name="connsiteX4144" fmla="*/ 381966 w 1542615"/>
                <a:gd name="connsiteY4144" fmla="*/ 67213 h 831143"/>
                <a:gd name="connsiteX4145" fmla="*/ 377048 w 1542615"/>
                <a:gd name="connsiteY4145" fmla="*/ 67213 h 831143"/>
                <a:gd name="connsiteX4146" fmla="*/ 373769 w 1542615"/>
                <a:gd name="connsiteY4146" fmla="*/ 67213 h 831143"/>
                <a:gd name="connsiteX4147" fmla="*/ 368851 w 1542615"/>
                <a:gd name="connsiteY4147" fmla="*/ 67213 h 831143"/>
                <a:gd name="connsiteX4148" fmla="*/ 365572 w 1542615"/>
                <a:gd name="connsiteY4148" fmla="*/ 67213 h 831143"/>
                <a:gd name="connsiteX4149" fmla="*/ 360654 w 1542615"/>
                <a:gd name="connsiteY4149" fmla="*/ 65573 h 831143"/>
                <a:gd name="connsiteX4150" fmla="*/ 357375 w 1542615"/>
                <a:gd name="connsiteY4150" fmla="*/ 63934 h 831143"/>
                <a:gd name="connsiteX4151" fmla="*/ 352458 w 1542615"/>
                <a:gd name="connsiteY4151" fmla="*/ 63934 h 831143"/>
                <a:gd name="connsiteX4152" fmla="*/ 349179 w 1542615"/>
                <a:gd name="connsiteY4152" fmla="*/ 63934 h 831143"/>
                <a:gd name="connsiteX4153" fmla="*/ 344261 w 1542615"/>
                <a:gd name="connsiteY4153" fmla="*/ 63934 h 831143"/>
                <a:gd name="connsiteX4154" fmla="*/ 340982 w 1542615"/>
                <a:gd name="connsiteY4154" fmla="*/ 63934 h 831143"/>
                <a:gd name="connsiteX4155" fmla="*/ 336064 w 1542615"/>
                <a:gd name="connsiteY4155" fmla="*/ 63934 h 831143"/>
                <a:gd name="connsiteX4156" fmla="*/ 332785 w 1542615"/>
                <a:gd name="connsiteY4156" fmla="*/ 63934 h 831143"/>
                <a:gd name="connsiteX4157" fmla="*/ 327868 w 1542615"/>
                <a:gd name="connsiteY4157" fmla="*/ 65573 h 831143"/>
                <a:gd name="connsiteX4158" fmla="*/ 326228 w 1542615"/>
                <a:gd name="connsiteY4158" fmla="*/ 68852 h 831143"/>
                <a:gd name="connsiteX4159" fmla="*/ 329507 w 1542615"/>
                <a:gd name="connsiteY4159" fmla="*/ 72131 h 831143"/>
                <a:gd name="connsiteX4160" fmla="*/ 331146 w 1542615"/>
                <a:gd name="connsiteY4160" fmla="*/ 77049 h 831143"/>
                <a:gd name="connsiteX4161" fmla="*/ 327868 w 1542615"/>
                <a:gd name="connsiteY4161" fmla="*/ 73770 h 831143"/>
                <a:gd name="connsiteX4162" fmla="*/ 322949 w 1542615"/>
                <a:gd name="connsiteY4162" fmla="*/ 70492 h 831143"/>
                <a:gd name="connsiteX4163" fmla="*/ 324589 w 1542615"/>
                <a:gd name="connsiteY4163" fmla="*/ 67213 h 831143"/>
                <a:gd name="connsiteX4164" fmla="*/ 321310 w 1542615"/>
                <a:gd name="connsiteY4164" fmla="*/ 65573 h 831143"/>
                <a:gd name="connsiteX4165" fmla="*/ 316392 w 1542615"/>
                <a:gd name="connsiteY4165" fmla="*/ 67213 h 831143"/>
                <a:gd name="connsiteX4166" fmla="*/ 311474 w 1542615"/>
                <a:gd name="connsiteY4166" fmla="*/ 68852 h 831143"/>
                <a:gd name="connsiteX4167" fmla="*/ 308195 w 1542615"/>
                <a:gd name="connsiteY4167" fmla="*/ 68852 h 831143"/>
                <a:gd name="connsiteX4168" fmla="*/ 304916 w 1542615"/>
                <a:gd name="connsiteY4168" fmla="*/ 68852 h 831143"/>
                <a:gd name="connsiteX4169" fmla="*/ 299999 w 1542615"/>
                <a:gd name="connsiteY4169" fmla="*/ 68852 h 831143"/>
                <a:gd name="connsiteX4170" fmla="*/ 296720 w 1542615"/>
                <a:gd name="connsiteY4170" fmla="*/ 70492 h 831143"/>
                <a:gd name="connsiteX4171" fmla="*/ 293441 w 1542615"/>
                <a:gd name="connsiteY4171" fmla="*/ 70492 h 831143"/>
                <a:gd name="connsiteX4172" fmla="*/ 288523 w 1542615"/>
                <a:gd name="connsiteY4172" fmla="*/ 72131 h 831143"/>
                <a:gd name="connsiteX4173" fmla="*/ 285245 w 1542615"/>
                <a:gd name="connsiteY4173" fmla="*/ 72131 h 831143"/>
                <a:gd name="connsiteX4174" fmla="*/ 280326 w 1542615"/>
                <a:gd name="connsiteY4174" fmla="*/ 73770 h 831143"/>
                <a:gd name="connsiteX4175" fmla="*/ 277048 w 1542615"/>
                <a:gd name="connsiteY4175" fmla="*/ 75409 h 831143"/>
                <a:gd name="connsiteX4176" fmla="*/ 273769 w 1542615"/>
                <a:gd name="connsiteY4176" fmla="*/ 77049 h 831143"/>
                <a:gd name="connsiteX4177" fmla="*/ 268851 w 1542615"/>
                <a:gd name="connsiteY4177" fmla="*/ 77049 h 831143"/>
                <a:gd name="connsiteX4178" fmla="*/ 265573 w 1542615"/>
                <a:gd name="connsiteY4178" fmla="*/ 77049 h 831143"/>
                <a:gd name="connsiteX4179" fmla="*/ 260655 w 1542615"/>
                <a:gd name="connsiteY4179" fmla="*/ 78688 h 831143"/>
                <a:gd name="connsiteX4180" fmla="*/ 257376 w 1542615"/>
                <a:gd name="connsiteY4180" fmla="*/ 78688 h 831143"/>
                <a:gd name="connsiteX4181" fmla="*/ 252458 w 1542615"/>
                <a:gd name="connsiteY4181" fmla="*/ 78688 h 831143"/>
                <a:gd name="connsiteX4182" fmla="*/ 249179 w 1542615"/>
                <a:gd name="connsiteY4182" fmla="*/ 80328 h 831143"/>
                <a:gd name="connsiteX4183" fmla="*/ 244261 w 1542615"/>
                <a:gd name="connsiteY4183" fmla="*/ 81967 h 831143"/>
                <a:gd name="connsiteX4184" fmla="*/ 240982 w 1542615"/>
                <a:gd name="connsiteY4184" fmla="*/ 81967 h 831143"/>
                <a:gd name="connsiteX4185" fmla="*/ 237704 w 1542615"/>
                <a:gd name="connsiteY4185" fmla="*/ 81967 h 831143"/>
                <a:gd name="connsiteX4186" fmla="*/ 232786 w 1542615"/>
                <a:gd name="connsiteY4186" fmla="*/ 81967 h 831143"/>
                <a:gd name="connsiteX4187" fmla="*/ 229507 w 1542615"/>
                <a:gd name="connsiteY4187" fmla="*/ 83606 h 831143"/>
                <a:gd name="connsiteX4188" fmla="*/ 226229 w 1542615"/>
                <a:gd name="connsiteY4188" fmla="*/ 85245 h 831143"/>
                <a:gd name="connsiteX4189" fmla="*/ 221311 w 1542615"/>
                <a:gd name="connsiteY4189" fmla="*/ 85245 h 831143"/>
                <a:gd name="connsiteX4190" fmla="*/ 218032 w 1542615"/>
                <a:gd name="connsiteY4190" fmla="*/ 86885 h 831143"/>
                <a:gd name="connsiteX4191" fmla="*/ 214753 w 1542615"/>
                <a:gd name="connsiteY4191" fmla="*/ 88524 h 831143"/>
                <a:gd name="connsiteX4192" fmla="*/ 209835 w 1542615"/>
                <a:gd name="connsiteY4192" fmla="*/ 88524 h 831143"/>
                <a:gd name="connsiteX4193" fmla="*/ 204917 w 1542615"/>
                <a:gd name="connsiteY4193" fmla="*/ 90164 h 831143"/>
                <a:gd name="connsiteX4194" fmla="*/ 203278 w 1542615"/>
                <a:gd name="connsiteY4194" fmla="*/ 93442 h 831143"/>
                <a:gd name="connsiteX4195" fmla="*/ 206556 w 1542615"/>
                <a:gd name="connsiteY4195" fmla="*/ 93442 h 831143"/>
                <a:gd name="connsiteX4196" fmla="*/ 211475 w 1542615"/>
                <a:gd name="connsiteY4196" fmla="*/ 96721 h 831143"/>
                <a:gd name="connsiteX4197" fmla="*/ 214753 w 1542615"/>
                <a:gd name="connsiteY4197" fmla="*/ 96721 h 831143"/>
                <a:gd name="connsiteX4198" fmla="*/ 219671 w 1542615"/>
                <a:gd name="connsiteY4198" fmla="*/ 96721 h 831143"/>
                <a:gd name="connsiteX4199" fmla="*/ 222950 w 1542615"/>
                <a:gd name="connsiteY4199" fmla="*/ 96721 h 831143"/>
                <a:gd name="connsiteX4200" fmla="*/ 226229 w 1542615"/>
                <a:gd name="connsiteY4200" fmla="*/ 95082 h 831143"/>
                <a:gd name="connsiteX4201" fmla="*/ 231146 w 1542615"/>
                <a:gd name="connsiteY4201" fmla="*/ 98360 h 831143"/>
                <a:gd name="connsiteX4202" fmla="*/ 234425 w 1542615"/>
                <a:gd name="connsiteY4202" fmla="*/ 98360 h 831143"/>
                <a:gd name="connsiteX4203" fmla="*/ 239343 w 1542615"/>
                <a:gd name="connsiteY4203" fmla="*/ 98360 h 831143"/>
                <a:gd name="connsiteX4204" fmla="*/ 242622 w 1542615"/>
                <a:gd name="connsiteY4204" fmla="*/ 98360 h 831143"/>
                <a:gd name="connsiteX4205" fmla="*/ 245901 w 1542615"/>
                <a:gd name="connsiteY4205" fmla="*/ 96721 h 831143"/>
                <a:gd name="connsiteX4206" fmla="*/ 250819 w 1542615"/>
                <a:gd name="connsiteY4206" fmla="*/ 96721 h 831143"/>
                <a:gd name="connsiteX4207" fmla="*/ 254097 w 1542615"/>
                <a:gd name="connsiteY4207" fmla="*/ 96721 h 831143"/>
                <a:gd name="connsiteX4208" fmla="*/ 257376 w 1542615"/>
                <a:gd name="connsiteY4208" fmla="*/ 96721 h 831143"/>
                <a:gd name="connsiteX4209" fmla="*/ 262294 w 1542615"/>
                <a:gd name="connsiteY4209" fmla="*/ 96721 h 831143"/>
                <a:gd name="connsiteX4210" fmla="*/ 265573 w 1542615"/>
                <a:gd name="connsiteY4210" fmla="*/ 95082 h 831143"/>
                <a:gd name="connsiteX4211" fmla="*/ 270491 w 1542615"/>
                <a:gd name="connsiteY4211" fmla="*/ 95082 h 831143"/>
                <a:gd name="connsiteX4212" fmla="*/ 273769 w 1542615"/>
                <a:gd name="connsiteY4212" fmla="*/ 95082 h 831143"/>
                <a:gd name="connsiteX4213" fmla="*/ 278688 w 1542615"/>
                <a:gd name="connsiteY4213" fmla="*/ 93442 h 831143"/>
                <a:gd name="connsiteX4214" fmla="*/ 281966 w 1542615"/>
                <a:gd name="connsiteY4214" fmla="*/ 93442 h 831143"/>
                <a:gd name="connsiteX4215" fmla="*/ 286884 w 1542615"/>
                <a:gd name="connsiteY4215" fmla="*/ 95082 h 831143"/>
                <a:gd name="connsiteX4216" fmla="*/ 281966 w 1542615"/>
                <a:gd name="connsiteY4216" fmla="*/ 95082 h 831143"/>
                <a:gd name="connsiteX4217" fmla="*/ 278688 w 1542615"/>
                <a:gd name="connsiteY4217" fmla="*/ 95082 h 831143"/>
                <a:gd name="connsiteX4218" fmla="*/ 275409 w 1542615"/>
                <a:gd name="connsiteY4218" fmla="*/ 96721 h 831143"/>
                <a:gd name="connsiteX4219" fmla="*/ 270491 w 1542615"/>
                <a:gd name="connsiteY4219" fmla="*/ 96721 h 831143"/>
                <a:gd name="connsiteX4220" fmla="*/ 267212 w 1542615"/>
                <a:gd name="connsiteY4220" fmla="*/ 96721 h 831143"/>
                <a:gd name="connsiteX4221" fmla="*/ 262294 w 1542615"/>
                <a:gd name="connsiteY4221" fmla="*/ 98360 h 831143"/>
                <a:gd name="connsiteX4222" fmla="*/ 259015 w 1542615"/>
                <a:gd name="connsiteY4222" fmla="*/ 98360 h 831143"/>
                <a:gd name="connsiteX4223" fmla="*/ 254097 w 1542615"/>
                <a:gd name="connsiteY4223" fmla="*/ 98360 h 831143"/>
                <a:gd name="connsiteX4224" fmla="*/ 252458 w 1542615"/>
                <a:gd name="connsiteY4224" fmla="*/ 101639 h 831143"/>
                <a:gd name="connsiteX4225" fmla="*/ 247540 w 1542615"/>
                <a:gd name="connsiteY4225" fmla="*/ 106557 h 831143"/>
                <a:gd name="connsiteX4226" fmla="*/ 247540 w 1542615"/>
                <a:gd name="connsiteY4226" fmla="*/ 109836 h 831143"/>
                <a:gd name="connsiteX4227" fmla="*/ 244261 w 1542615"/>
                <a:gd name="connsiteY4227" fmla="*/ 113114 h 831143"/>
                <a:gd name="connsiteX4228" fmla="*/ 240982 w 1542615"/>
                <a:gd name="connsiteY4228" fmla="*/ 114754 h 831143"/>
                <a:gd name="connsiteX4229" fmla="*/ 237704 w 1542615"/>
                <a:gd name="connsiteY4229" fmla="*/ 116393 h 831143"/>
                <a:gd name="connsiteX4230" fmla="*/ 232786 w 1542615"/>
                <a:gd name="connsiteY4230" fmla="*/ 118032 h 831143"/>
                <a:gd name="connsiteX4231" fmla="*/ 229507 w 1542615"/>
                <a:gd name="connsiteY4231" fmla="*/ 119672 h 831143"/>
                <a:gd name="connsiteX4232" fmla="*/ 226229 w 1542615"/>
                <a:gd name="connsiteY4232" fmla="*/ 119672 h 831143"/>
                <a:gd name="connsiteX4233" fmla="*/ 221311 w 1542615"/>
                <a:gd name="connsiteY4233" fmla="*/ 121311 h 831143"/>
                <a:gd name="connsiteX4234" fmla="*/ 218032 w 1542615"/>
                <a:gd name="connsiteY4234" fmla="*/ 121311 h 831143"/>
                <a:gd name="connsiteX4235" fmla="*/ 213114 w 1542615"/>
                <a:gd name="connsiteY4235" fmla="*/ 122950 h 831143"/>
                <a:gd name="connsiteX4236" fmla="*/ 209835 w 1542615"/>
                <a:gd name="connsiteY4236" fmla="*/ 124590 h 831143"/>
                <a:gd name="connsiteX4237" fmla="*/ 206556 w 1542615"/>
                <a:gd name="connsiteY4237" fmla="*/ 126229 h 831143"/>
                <a:gd name="connsiteX4238" fmla="*/ 201638 w 1542615"/>
                <a:gd name="connsiteY4238" fmla="*/ 126229 h 831143"/>
                <a:gd name="connsiteX4239" fmla="*/ 198360 w 1542615"/>
                <a:gd name="connsiteY4239" fmla="*/ 126229 h 831143"/>
                <a:gd name="connsiteX4240" fmla="*/ 195081 w 1542615"/>
                <a:gd name="connsiteY4240" fmla="*/ 126229 h 831143"/>
                <a:gd name="connsiteX4241" fmla="*/ 191802 w 1542615"/>
                <a:gd name="connsiteY4241" fmla="*/ 126229 h 831143"/>
                <a:gd name="connsiteX4242" fmla="*/ 186885 w 1542615"/>
                <a:gd name="connsiteY4242" fmla="*/ 126229 h 831143"/>
                <a:gd name="connsiteX4243" fmla="*/ 183606 w 1542615"/>
                <a:gd name="connsiteY4243" fmla="*/ 126229 h 831143"/>
                <a:gd name="connsiteX4244" fmla="*/ 178688 w 1542615"/>
                <a:gd name="connsiteY4244" fmla="*/ 126229 h 831143"/>
                <a:gd name="connsiteX4245" fmla="*/ 175409 w 1542615"/>
                <a:gd name="connsiteY4245" fmla="*/ 124590 h 831143"/>
                <a:gd name="connsiteX4246" fmla="*/ 172131 w 1542615"/>
                <a:gd name="connsiteY4246" fmla="*/ 126229 h 831143"/>
                <a:gd name="connsiteX4247" fmla="*/ 168852 w 1542615"/>
                <a:gd name="connsiteY4247" fmla="*/ 126229 h 831143"/>
                <a:gd name="connsiteX4248" fmla="*/ 163934 w 1542615"/>
                <a:gd name="connsiteY4248" fmla="*/ 126229 h 831143"/>
                <a:gd name="connsiteX4249" fmla="*/ 160655 w 1542615"/>
                <a:gd name="connsiteY4249" fmla="*/ 127868 h 831143"/>
                <a:gd name="connsiteX4250" fmla="*/ 157376 w 1542615"/>
                <a:gd name="connsiteY4250" fmla="*/ 127868 h 831143"/>
                <a:gd name="connsiteX4251" fmla="*/ 152458 w 1542615"/>
                <a:gd name="connsiteY4251" fmla="*/ 127868 h 831143"/>
                <a:gd name="connsiteX4252" fmla="*/ 149180 w 1542615"/>
                <a:gd name="connsiteY4252" fmla="*/ 127868 h 831143"/>
                <a:gd name="connsiteX4253" fmla="*/ 144262 w 1542615"/>
                <a:gd name="connsiteY4253" fmla="*/ 127868 h 831143"/>
                <a:gd name="connsiteX4254" fmla="*/ 139344 w 1542615"/>
                <a:gd name="connsiteY4254" fmla="*/ 127868 h 831143"/>
                <a:gd name="connsiteX4255" fmla="*/ 136065 w 1542615"/>
                <a:gd name="connsiteY4255" fmla="*/ 129508 h 831143"/>
                <a:gd name="connsiteX4256" fmla="*/ 132786 w 1542615"/>
                <a:gd name="connsiteY4256" fmla="*/ 129508 h 831143"/>
                <a:gd name="connsiteX4257" fmla="*/ 127868 w 1542615"/>
                <a:gd name="connsiteY4257" fmla="*/ 131147 h 831143"/>
                <a:gd name="connsiteX4258" fmla="*/ 124590 w 1542615"/>
                <a:gd name="connsiteY4258" fmla="*/ 131147 h 831143"/>
                <a:gd name="connsiteX4259" fmla="*/ 121311 w 1542615"/>
                <a:gd name="connsiteY4259" fmla="*/ 132786 h 831143"/>
                <a:gd name="connsiteX4260" fmla="*/ 124590 w 1542615"/>
                <a:gd name="connsiteY4260" fmla="*/ 132786 h 831143"/>
                <a:gd name="connsiteX4261" fmla="*/ 121311 w 1542615"/>
                <a:gd name="connsiteY4261" fmla="*/ 134426 h 831143"/>
                <a:gd name="connsiteX4262" fmla="*/ 116393 w 1542615"/>
                <a:gd name="connsiteY4262" fmla="*/ 134426 h 831143"/>
                <a:gd name="connsiteX4263" fmla="*/ 113114 w 1542615"/>
                <a:gd name="connsiteY4263" fmla="*/ 136065 h 831143"/>
                <a:gd name="connsiteX4264" fmla="*/ 109836 w 1542615"/>
                <a:gd name="connsiteY4264" fmla="*/ 136065 h 831143"/>
                <a:gd name="connsiteX4265" fmla="*/ 104918 w 1542615"/>
                <a:gd name="connsiteY4265" fmla="*/ 136065 h 831143"/>
                <a:gd name="connsiteX4266" fmla="*/ 101639 w 1542615"/>
                <a:gd name="connsiteY4266" fmla="*/ 136065 h 831143"/>
                <a:gd name="connsiteX4267" fmla="*/ 98360 w 1542615"/>
                <a:gd name="connsiteY4267" fmla="*/ 136065 h 831143"/>
                <a:gd name="connsiteX4268" fmla="*/ 95082 w 1542615"/>
                <a:gd name="connsiteY4268" fmla="*/ 137704 h 831143"/>
                <a:gd name="connsiteX4269" fmla="*/ 95082 w 1542615"/>
                <a:gd name="connsiteY4269" fmla="*/ 137704 h 831143"/>
                <a:gd name="connsiteX4270" fmla="*/ 95082 w 1542615"/>
                <a:gd name="connsiteY4270" fmla="*/ 137704 h 831143"/>
                <a:gd name="connsiteX4271" fmla="*/ 90164 w 1542615"/>
                <a:gd name="connsiteY4271" fmla="*/ 137704 h 831143"/>
                <a:gd name="connsiteX4272" fmla="*/ 85245 w 1542615"/>
                <a:gd name="connsiteY4272" fmla="*/ 139344 h 831143"/>
                <a:gd name="connsiteX4273" fmla="*/ 81967 w 1542615"/>
                <a:gd name="connsiteY4273" fmla="*/ 139344 h 831143"/>
                <a:gd name="connsiteX4274" fmla="*/ 77049 w 1542615"/>
                <a:gd name="connsiteY4274" fmla="*/ 139344 h 831143"/>
                <a:gd name="connsiteX4275" fmla="*/ 73770 w 1542615"/>
                <a:gd name="connsiteY4275" fmla="*/ 139344 h 831143"/>
                <a:gd name="connsiteX4276" fmla="*/ 68852 w 1542615"/>
                <a:gd name="connsiteY4276" fmla="*/ 142622 h 831143"/>
                <a:gd name="connsiteX4277" fmla="*/ 65573 w 1542615"/>
                <a:gd name="connsiteY4277" fmla="*/ 142622 h 831143"/>
                <a:gd name="connsiteX4278" fmla="*/ 62295 w 1542615"/>
                <a:gd name="connsiteY4278" fmla="*/ 140983 h 831143"/>
                <a:gd name="connsiteX4279" fmla="*/ 57377 w 1542615"/>
                <a:gd name="connsiteY4279" fmla="*/ 140983 h 831143"/>
                <a:gd name="connsiteX4280" fmla="*/ 54098 w 1542615"/>
                <a:gd name="connsiteY4280" fmla="*/ 140983 h 831143"/>
                <a:gd name="connsiteX4281" fmla="*/ 50820 w 1542615"/>
                <a:gd name="connsiteY4281" fmla="*/ 142622 h 831143"/>
                <a:gd name="connsiteX4282" fmla="*/ 45901 w 1542615"/>
                <a:gd name="connsiteY4282" fmla="*/ 142622 h 831143"/>
                <a:gd name="connsiteX4283" fmla="*/ 42623 w 1542615"/>
                <a:gd name="connsiteY4283" fmla="*/ 144262 h 831143"/>
                <a:gd name="connsiteX4284" fmla="*/ 39344 w 1542615"/>
                <a:gd name="connsiteY4284" fmla="*/ 144262 h 831143"/>
                <a:gd name="connsiteX4285" fmla="*/ 34426 w 1542615"/>
                <a:gd name="connsiteY4285" fmla="*/ 144262 h 831143"/>
                <a:gd name="connsiteX4286" fmla="*/ 31148 w 1542615"/>
                <a:gd name="connsiteY4286" fmla="*/ 144262 h 831143"/>
                <a:gd name="connsiteX4287" fmla="*/ 26229 w 1542615"/>
                <a:gd name="connsiteY4287" fmla="*/ 144262 h 831143"/>
                <a:gd name="connsiteX4288" fmla="*/ 22951 w 1542615"/>
                <a:gd name="connsiteY4288" fmla="*/ 145901 h 831143"/>
                <a:gd name="connsiteX4289" fmla="*/ 18033 w 1542615"/>
                <a:gd name="connsiteY4289" fmla="*/ 147540 h 831143"/>
                <a:gd name="connsiteX4290" fmla="*/ 14754 w 1542615"/>
                <a:gd name="connsiteY4290" fmla="*/ 150819 h 831143"/>
                <a:gd name="connsiteX4291" fmla="*/ 11475 w 1542615"/>
                <a:gd name="connsiteY4291" fmla="*/ 150819 h 831143"/>
                <a:gd name="connsiteX4292" fmla="*/ 14754 w 1542615"/>
                <a:gd name="connsiteY4292" fmla="*/ 152458 h 831143"/>
                <a:gd name="connsiteX4293" fmla="*/ 11475 w 1542615"/>
                <a:gd name="connsiteY4293" fmla="*/ 154098 h 831143"/>
                <a:gd name="connsiteX4294" fmla="*/ 8197 w 1542615"/>
                <a:gd name="connsiteY4294" fmla="*/ 155737 h 831143"/>
                <a:gd name="connsiteX4295" fmla="*/ 3279 w 1542615"/>
                <a:gd name="connsiteY4295" fmla="*/ 157376 h 831143"/>
                <a:gd name="connsiteX4296" fmla="*/ 0 w 1542615"/>
                <a:gd name="connsiteY4296" fmla="*/ 155737 h 831143"/>
                <a:gd name="connsiteX4297" fmla="*/ 3279 w 1542615"/>
                <a:gd name="connsiteY4297" fmla="*/ 157376 h 831143"/>
                <a:gd name="connsiteX4298" fmla="*/ 8197 w 1542615"/>
                <a:gd name="connsiteY4298" fmla="*/ 160655 h 831143"/>
                <a:gd name="connsiteX4299" fmla="*/ 11475 w 1542615"/>
                <a:gd name="connsiteY4299" fmla="*/ 160655 h 831143"/>
                <a:gd name="connsiteX4300" fmla="*/ 11475 w 1542615"/>
                <a:gd name="connsiteY4300" fmla="*/ 163934 h 831143"/>
                <a:gd name="connsiteX4301" fmla="*/ 16393 w 1542615"/>
                <a:gd name="connsiteY4301" fmla="*/ 163934 h 831143"/>
                <a:gd name="connsiteX4302" fmla="*/ 19672 w 1542615"/>
                <a:gd name="connsiteY4302" fmla="*/ 165573 h 831143"/>
                <a:gd name="connsiteX4303" fmla="*/ 22951 w 1542615"/>
                <a:gd name="connsiteY4303" fmla="*/ 165573 h 831143"/>
                <a:gd name="connsiteX4304" fmla="*/ 27869 w 1542615"/>
                <a:gd name="connsiteY4304" fmla="*/ 163934 h 831143"/>
                <a:gd name="connsiteX4305" fmla="*/ 31148 w 1542615"/>
                <a:gd name="connsiteY4305" fmla="*/ 165573 h 831143"/>
                <a:gd name="connsiteX4306" fmla="*/ 34426 w 1542615"/>
                <a:gd name="connsiteY4306" fmla="*/ 165573 h 831143"/>
                <a:gd name="connsiteX4307" fmla="*/ 31148 w 1542615"/>
                <a:gd name="connsiteY4307" fmla="*/ 167212 h 831143"/>
                <a:gd name="connsiteX4308" fmla="*/ 27869 w 1542615"/>
                <a:gd name="connsiteY4308" fmla="*/ 168852 h 831143"/>
                <a:gd name="connsiteX4309" fmla="*/ 31148 w 1542615"/>
                <a:gd name="connsiteY4309" fmla="*/ 168852 h 831143"/>
                <a:gd name="connsiteX4310" fmla="*/ 34426 w 1542615"/>
                <a:gd name="connsiteY4310" fmla="*/ 168852 h 831143"/>
                <a:gd name="connsiteX4311" fmla="*/ 39344 w 1542615"/>
                <a:gd name="connsiteY4311" fmla="*/ 168852 h 831143"/>
                <a:gd name="connsiteX4312" fmla="*/ 44262 w 1542615"/>
                <a:gd name="connsiteY4312" fmla="*/ 168852 h 831143"/>
                <a:gd name="connsiteX4313" fmla="*/ 47541 w 1542615"/>
                <a:gd name="connsiteY4313" fmla="*/ 168852 h 831143"/>
                <a:gd name="connsiteX4314" fmla="*/ 52459 w 1542615"/>
                <a:gd name="connsiteY4314" fmla="*/ 167212 h 831143"/>
                <a:gd name="connsiteX4315" fmla="*/ 55738 w 1542615"/>
                <a:gd name="connsiteY4315" fmla="*/ 167212 h 831143"/>
                <a:gd name="connsiteX4316" fmla="*/ 59016 w 1542615"/>
                <a:gd name="connsiteY4316" fmla="*/ 167212 h 831143"/>
                <a:gd name="connsiteX4317" fmla="*/ 63934 w 1542615"/>
                <a:gd name="connsiteY4317" fmla="*/ 167212 h 831143"/>
                <a:gd name="connsiteX4318" fmla="*/ 63934 w 1542615"/>
                <a:gd name="connsiteY4318" fmla="*/ 167212 h 831143"/>
                <a:gd name="connsiteX4319" fmla="*/ 63934 w 1542615"/>
                <a:gd name="connsiteY4319" fmla="*/ 167212 h 831143"/>
                <a:gd name="connsiteX4320" fmla="*/ 60655 w 1542615"/>
                <a:gd name="connsiteY4320" fmla="*/ 167212 h 831143"/>
                <a:gd name="connsiteX4321" fmla="*/ 55738 w 1542615"/>
                <a:gd name="connsiteY4321" fmla="*/ 168852 h 831143"/>
                <a:gd name="connsiteX4322" fmla="*/ 52459 w 1542615"/>
                <a:gd name="connsiteY4322" fmla="*/ 168852 h 831143"/>
                <a:gd name="connsiteX4323" fmla="*/ 49180 w 1542615"/>
                <a:gd name="connsiteY4323" fmla="*/ 170491 h 831143"/>
                <a:gd name="connsiteX4324" fmla="*/ 44262 w 1542615"/>
                <a:gd name="connsiteY4324" fmla="*/ 172130 h 831143"/>
                <a:gd name="connsiteX4325" fmla="*/ 49180 w 1542615"/>
                <a:gd name="connsiteY4325" fmla="*/ 173770 h 831143"/>
                <a:gd name="connsiteX4326" fmla="*/ 54098 w 1542615"/>
                <a:gd name="connsiteY4326" fmla="*/ 173770 h 831143"/>
                <a:gd name="connsiteX4327" fmla="*/ 57377 w 1542615"/>
                <a:gd name="connsiteY4327" fmla="*/ 172130 h 831143"/>
                <a:gd name="connsiteX4328" fmla="*/ 59016 w 1542615"/>
                <a:gd name="connsiteY4328" fmla="*/ 172130 h 831143"/>
                <a:gd name="connsiteX4329" fmla="*/ 63934 w 1542615"/>
                <a:gd name="connsiteY4329" fmla="*/ 172130 h 831143"/>
                <a:gd name="connsiteX4330" fmla="*/ 67213 w 1542615"/>
                <a:gd name="connsiteY4330" fmla="*/ 172130 h 831143"/>
                <a:gd name="connsiteX4331" fmla="*/ 72131 w 1542615"/>
                <a:gd name="connsiteY4331" fmla="*/ 170491 h 831143"/>
                <a:gd name="connsiteX4332" fmla="*/ 67213 w 1542615"/>
                <a:gd name="connsiteY4332" fmla="*/ 173770 h 831143"/>
                <a:gd name="connsiteX4333" fmla="*/ 63934 w 1542615"/>
                <a:gd name="connsiteY4333" fmla="*/ 173770 h 831143"/>
                <a:gd name="connsiteX4334" fmla="*/ 59016 w 1542615"/>
                <a:gd name="connsiteY4334" fmla="*/ 173770 h 831143"/>
                <a:gd name="connsiteX4335" fmla="*/ 57377 w 1542615"/>
                <a:gd name="connsiteY4335" fmla="*/ 173770 h 831143"/>
                <a:gd name="connsiteX4336" fmla="*/ 54098 w 1542615"/>
                <a:gd name="connsiteY4336" fmla="*/ 175409 h 831143"/>
                <a:gd name="connsiteX4337" fmla="*/ 49180 w 1542615"/>
                <a:gd name="connsiteY4337" fmla="*/ 175409 h 831143"/>
                <a:gd name="connsiteX4338" fmla="*/ 52459 w 1542615"/>
                <a:gd name="connsiteY4338" fmla="*/ 177048 h 831143"/>
                <a:gd name="connsiteX4339" fmla="*/ 54098 w 1542615"/>
                <a:gd name="connsiteY4339" fmla="*/ 177048 h 831143"/>
                <a:gd name="connsiteX4340" fmla="*/ 59016 w 1542615"/>
                <a:gd name="connsiteY4340" fmla="*/ 177048 h 831143"/>
                <a:gd name="connsiteX4341" fmla="*/ 62295 w 1542615"/>
                <a:gd name="connsiteY4341" fmla="*/ 177048 h 831143"/>
                <a:gd name="connsiteX4342" fmla="*/ 67213 w 1542615"/>
                <a:gd name="connsiteY4342" fmla="*/ 178688 h 831143"/>
                <a:gd name="connsiteX4343" fmla="*/ 70492 w 1542615"/>
                <a:gd name="connsiteY4343" fmla="*/ 180327 h 831143"/>
                <a:gd name="connsiteX4344" fmla="*/ 75410 w 1542615"/>
                <a:gd name="connsiteY4344" fmla="*/ 180327 h 831143"/>
                <a:gd name="connsiteX4345" fmla="*/ 78688 w 1542615"/>
                <a:gd name="connsiteY4345" fmla="*/ 178688 h 831143"/>
                <a:gd name="connsiteX4346" fmla="*/ 83606 w 1542615"/>
                <a:gd name="connsiteY4346" fmla="*/ 178688 h 831143"/>
                <a:gd name="connsiteX4347" fmla="*/ 86885 w 1542615"/>
                <a:gd name="connsiteY4347" fmla="*/ 178688 h 831143"/>
                <a:gd name="connsiteX4348" fmla="*/ 88524 w 1542615"/>
                <a:gd name="connsiteY4348" fmla="*/ 173770 h 831143"/>
                <a:gd name="connsiteX4349" fmla="*/ 93442 w 1542615"/>
                <a:gd name="connsiteY4349" fmla="*/ 173770 h 831143"/>
                <a:gd name="connsiteX4350" fmla="*/ 95082 w 1542615"/>
                <a:gd name="connsiteY4350" fmla="*/ 177048 h 831143"/>
                <a:gd name="connsiteX4351" fmla="*/ 100000 w 1542615"/>
                <a:gd name="connsiteY4351" fmla="*/ 178688 h 831143"/>
                <a:gd name="connsiteX4352" fmla="*/ 103278 w 1542615"/>
                <a:gd name="connsiteY4352" fmla="*/ 178688 h 831143"/>
                <a:gd name="connsiteX4353" fmla="*/ 108196 w 1542615"/>
                <a:gd name="connsiteY4353" fmla="*/ 177048 h 831143"/>
                <a:gd name="connsiteX4354" fmla="*/ 111475 w 1542615"/>
                <a:gd name="connsiteY4354" fmla="*/ 177048 h 831143"/>
                <a:gd name="connsiteX4355" fmla="*/ 114754 w 1542615"/>
                <a:gd name="connsiteY4355" fmla="*/ 177048 h 831143"/>
                <a:gd name="connsiteX4356" fmla="*/ 119672 w 1542615"/>
                <a:gd name="connsiteY4356" fmla="*/ 177048 h 831143"/>
                <a:gd name="connsiteX4357" fmla="*/ 122950 w 1542615"/>
                <a:gd name="connsiteY4357" fmla="*/ 177048 h 831143"/>
                <a:gd name="connsiteX4358" fmla="*/ 127868 w 1542615"/>
                <a:gd name="connsiteY4358" fmla="*/ 175409 h 831143"/>
                <a:gd name="connsiteX4359" fmla="*/ 131147 w 1542615"/>
                <a:gd name="connsiteY4359" fmla="*/ 172130 h 831143"/>
                <a:gd name="connsiteX4360" fmla="*/ 134426 w 1542615"/>
                <a:gd name="connsiteY4360" fmla="*/ 172130 h 831143"/>
                <a:gd name="connsiteX4361" fmla="*/ 137704 w 1542615"/>
                <a:gd name="connsiteY4361" fmla="*/ 172130 h 831143"/>
                <a:gd name="connsiteX4362" fmla="*/ 142622 w 1542615"/>
                <a:gd name="connsiteY4362" fmla="*/ 170491 h 831143"/>
                <a:gd name="connsiteX4363" fmla="*/ 147540 w 1542615"/>
                <a:gd name="connsiteY4363" fmla="*/ 173770 h 831143"/>
                <a:gd name="connsiteX4364" fmla="*/ 150819 w 1542615"/>
                <a:gd name="connsiteY4364" fmla="*/ 175409 h 831143"/>
                <a:gd name="connsiteX4365" fmla="*/ 152458 w 1542615"/>
                <a:gd name="connsiteY4365" fmla="*/ 178688 h 831143"/>
                <a:gd name="connsiteX4366" fmla="*/ 147540 w 1542615"/>
                <a:gd name="connsiteY4366" fmla="*/ 180327 h 831143"/>
                <a:gd name="connsiteX4367" fmla="*/ 144262 w 1542615"/>
                <a:gd name="connsiteY4367" fmla="*/ 180327 h 831143"/>
                <a:gd name="connsiteX4368" fmla="*/ 139344 w 1542615"/>
                <a:gd name="connsiteY4368" fmla="*/ 180327 h 831143"/>
                <a:gd name="connsiteX4369" fmla="*/ 136065 w 1542615"/>
                <a:gd name="connsiteY4369" fmla="*/ 180327 h 831143"/>
                <a:gd name="connsiteX4370" fmla="*/ 136065 w 1542615"/>
                <a:gd name="connsiteY4370" fmla="*/ 185245 h 831143"/>
                <a:gd name="connsiteX4371" fmla="*/ 139344 w 1542615"/>
                <a:gd name="connsiteY4371" fmla="*/ 185245 h 831143"/>
                <a:gd name="connsiteX4372" fmla="*/ 136065 w 1542615"/>
                <a:gd name="connsiteY4372" fmla="*/ 185245 h 831143"/>
                <a:gd name="connsiteX4373" fmla="*/ 132786 w 1542615"/>
                <a:gd name="connsiteY4373" fmla="*/ 185245 h 831143"/>
                <a:gd name="connsiteX4374" fmla="*/ 127868 w 1542615"/>
                <a:gd name="connsiteY4374" fmla="*/ 183606 h 831143"/>
                <a:gd name="connsiteX4375" fmla="*/ 124590 w 1542615"/>
                <a:gd name="connsiteY4375" fmla="*/ 181966 h 831143"/>
                <a:gd name="connsiteX4376" fmla="*/ 121311 w 1542615"/>
                <a:gd name="connsiteY4376" fmla="*/ 181966 h 831143"/>
                <a:gd name="connsiteX4377" fmla="*/ 116393 w 1542615"/>
                <a:gd name="connsiteY4377" fmla="*/ 181966 h 831143"/>
                <a:gd name="connsiteX4378" fmla="*/ 113114 w 1542615"/>
                <a:gd name="connsiteY4378" fmla="*/ 181966 h 831143"/>
                <a:gd name="connsiteX4379" fmla="*/ 108196 w 1542615"/>
                <a:gd name="connsiteY4379" fmla="*/ 181966 h 831143"/>
                <a:gd name="connsiteX4380" fmla="*/ 104918 w 1542615"/>
                <a:gd name="connsiteY4380" fmla="*/ 181966 h 831143"/>
                <a:gd name="connsiteX4381" fmla="*/ 100000 w 1542615"/>
                <a:gd name="connsiteY4381" fmla="*/ 181966 h 831143"/>
                <a:gd name="connsiteX4382" fmla="*/ 96721 w 1542615"/>
                <a:gd name="connsiteY4382" fmla="*/ 181966 h 831143"/>
                <a:gd name="connsiteX4383" fmla="*/ 91803 w 1542615"/>
                <a:gd name="connsiteY4383" fmla="*/ 181966 h 831143"/>
                <a:gd name="connsiteX4384" fmla="*/ 88524 w 1542615"/>
                <a:gd name="connsiteY4384" fmla="*/ 181966 h 831143"/>
                <a:gd name="connsiteX4385" fmla="*/ 85245 w 1542615"/>
                <a:gd name="connsiteY4385" fmla="*/ 183606 h 831143"/>
                <a:gd name="connsiteX4386" fmla="*/ 80328 w 1542615"/>
                <a:gd name="connsiteY4386" fmla="*/ 183606 h 831143"/>
                <a:gd name="connsiteX4387" fmla="*/ 77049 w 1542615"/>
                <a:gd name="connsiteY4387" fmla="*/ 183606 h 831143"/>
                <a:gd name="connsiteX4388" fmla="*/ 72131 w 1542615"/>
                <a:gd name="connsiteY4388" fmla="*/ 185245 h 831143"/>
                <a:gd name="connsiteX4389" fmla="*/ 75410 w 1542615"/>
                <a:gd name="connsiteY4389" fmla="*/ 186884 h 831143"/>
                <a:gd name="connsiteX4390" fmla="*/ 80328 w 1542615"/>
                <a:gd name="connsiteY4390" fmla="*/ 186884 h 831143"/>
                <a:gd name="connsiteX4391" fmla="*/ 83606 w 1542615"/>
                <a:gd name="connsiteY4391" fmla="*/ 186884 h 831143"/>
                <a:gd name="connsiteX4392" fmla="*/ 88524 w 1542615"/>
                <a:gd name="connsiteY4392" fmla="*/ 188524 h 831143"/>
                <a:gd name="connsiteX4393" fmla="*/ 91803 w 1542615"/>
                <a:gd name="connsiteY4393" fmla="*/ 186884 h 831143"/>
                <a:gd name="connsiteX4394" fmla="*/ 96721 w 1542615"/>
                <a:gd name="connsiteY4394" fmla="*/ 186884 h 831143"/>
                <a:gd name="connsiteX4395" fmla="*/ 100000 w 1542615"/>
                <a:gd name="connsiteY4395" fmla="*/ 186884 h 831143"/>
                <a:gd name="connsiteX4396" fmla="*/ 104918 w 1542615"/>
                <a:gd name="connsiteY4396" fmla="*/ 188524 h 831143"/>
                <a:gd name="connsiteX4397" fmla="*/ 108196 w 1542615"/>
                <a:gd name="connsiteY4397" fmla="*/ 188524 h 831143"/>
                <a:gd name="connsiteX4398" fmla="*/ 113114 w 1542615"/>
                <a:gd name="connsiteY4398" fmla="*/ 188524 h 831143"/>
                <a:gd name="connsiteX4399" fmla="*/ 116393 w 1542615"/>
                <a:gd name="connsiteY4399" fmla="*/ 188524 h 831143"/>
                <a:gd name="connsiteX4400" fmla="*/ 119672 w 1542615"/>
                <a:gd name="connsiteY4400" fmla="*/ 190163 h 831143"/>
                <a:gd name="connsiteX4401" fmla="*/ 124590 w 1542615"/>
                <a:gd name="connsiteY4401" fmla="*/ 190163 h 831143"/>
                <a:gd name="connsiteX4402" fmla="*/ 127868 w 1542615"/>
                <a:gd name="connsiteY4402" fmla="*/ 190163 h 831143"/>
                <a:gd name="connsiteX4403" fmla="*/ 132786 w 1542615"/>
                <a:gd name="connsiteY4403" fmla="*/ 188524 h 831143"/>
                <a:gd name="connsiteX4404" fmla="*/ 136065 w 1542615"/>
                <a:gd name="connsiteY4404" fmla="*/ 188524 h 831143"/>
                <a:gd name="connsiteX4405" fmla="*/ 139344 w 1542615"/>
                <a:gd name="connsiteY4405" fmla="*/ 188524 h 831143"/>
                <a:gd name="connsiteX4406" fmla="*/ 136065 w 1542615"/>
                <a:gd name="connsiteY4406" fmla="*/ 190163 h 831143"/>
                <a:gd name="connsiteX4407" fmla="*/ 131147 w 1542615"/>
                <a:gd name="connsiteY4407" fmla="*/ 190163 h 831143"/>
                <a:gd name="connsiteX4408" fmla="*/ 127868 w 1542615"/>
                <a:gd name="connsiteY4408" fmla="*/ 190163 h 831143"/>
                <a:gd name="connsiteX4409" fmla="*/ 124590 w 1542615"/>
                <a:gd name="connsiteY4409" fmla="*/ 190163 h 831143"/>
                <a:gd name="connsiteX4410" fmla="*/ 119672 w 1542615"/>
                <a:gd name="connsiteY4410" fmla="*/ 190163 h 831143"/>
                <a:gd name="connsiteX4411" fmla="*/ 116393 w 1542615"/>
                <a:gd name="connsiteY4411" fmla="*/ 190163 h 831143"/>
                <a:gd name="connsiteX4412" fmla="*/ 111475 w 1542615"/>
                <a:gd name="connsiteY4412" fmla="*/ 190163 h 831143"/>
                <a:gd name="connsiteX4413" fmla="*/ 108196 w 1542615"/>
                <a:gd name="connsiteY4413" fmla="*/ 188524 h 831143"/>
                <a:gd name="connsiteX4414" fmla="*/ 103278 w 1542615"/>
                <a:gd name="connsiteY4414" fmla="*/ 188524 h 831143"/>
                <a:gd name="connsiteX4415" fmla="*/ 100000 w 1542615"/>
                <a:gd name="connsiteY4415" fmla="*/ 188524 h 831143"/>
                <a:gd name="connsiteX4416" fmla="*/ 95082 w 1542615"/>
                <a:gd name="connsiteY4416" fmla="*/ 188524 h 831143"/>
                <a:gd name="connsiteX4417" fmla="*/ 91803 w 1542615"/>
                <a:gd name="connsiteY4417" fmla="*/ 188524 h 831143"/>
                <a:gd name="connsiteX4418" fmla="*/ 86885 w 1542615"/>
                <a:gd name="connsiteY4418" fmla="*/ 188524 h 831143"/>
                <a:gd name="connsiteX4419" fmla="*/ 83606 w 1542615"/>
                <a:gd name="connsiteY4419" fmla="*/ 188524 h 831143"/>
                <a:gd name="connsiteX4420" fmla="*/ 80328 w 1542615"/>
                <a:gd name="connsiteY4420" fmla="*/ 188524 h 831143"/>
                <a:gd name="connsiteX4421" fmla="*/ 75410 w 1542615"/>
                <a:gd name="connsiteY4421" fmla="*/ 188524 h 831143"/>
                <a:gd name="connsiteX4422" fmla="*/ 72131 w 1542615"/>
                <a:gd name="connsiteY4422" fmla="*/ 188524 h 831143"/>
                <a:gd name="connsiteX4423" fmla="*/ 67213 w 1542615"/>
                <a:gd name="connsiteY4423" fmla="*/ 188524 h 831143"/>
                <a:gd name="connsiteX4424" fmla="*/ 63934 w 1542615"/>
                <a:gd name="connsiteY4424" fmla="*/ 186884 h 831143"/>
                <a:gd name="connsiteX4425" fmla="*/ 60655 w 1542615"/>
                <a:gd name="connsiteY4425" fmla="*/ 186884 h 831143"/>
                <a:gd name="connsiteX4426" fmla="*/ 55738 w 1542615"/>
                <a:gd name="connsiteY4426" fmla="*/ 186884 h 831143"/>
                <a:gd name="connsiteX4427" fmla="*/ 52459 w 1542615"/>
                <a:gd name="connsiteY4427" fmla="*/ 186884 h 831143"/>
                <a:gd name="connsiteX4428" fmla="*/ 49180 w 1542615"/>
                <a:gd name="connsiteY4428" fmla="*/ 186884 h 831143"/>
                <a:gd name="connsiteX4429" fmla="*/ 45901 w 1542615"/>
                <a:gd name="connsiteY4429" fmla="*/ 186884 h 831143"/>
                <a:gd name="connsiteX4430" fmla="*/ 40983 w 1542615"/>
                <a:gd name="connsiteY4430" fmla="*/ 186884 h 831143"/>
                <a:gd name="connsiteX4431" fmla="*/ 37705 w 1542615"/>
                <a:gd name="connsiteY4431" fmla="*/ 186884 h 831143"/>
                <a:gd name="connsiteX4432" fmla="*/ 34426 w 1542615"/>
                <a:gd name="connsiteY4432" fmla="*/ 186884 h 831143"/>
                <a:gd name="connsiteX4433" fmla="*/ 29508 w 1542615"/>
                <a:gd name="connsiteY4433" fmla="*/ 186884 h 831143"/>
                <a:gd name="connsiteX4434" fmla="*/ 26229 w 1542615"/>
                <a:gd name="connsiteY4434" fmla="*/ 188524 h 831143"/>
                <a:gd name="connsiteX4435" fmla="*/ 21311 w 1542615"/>
                <a:gd name="connsiteY4435" fmla="*/ 188524 h 831143"/>
                <a:gd name="connsiteX4436" fmla="*/ 18033 w 1542615"/>
                <a:gd name="connsiteY4436" fmla="*/ 190163 h 831143"/>
                <a:gd name="connsiteX4437" fmla="*/ 14754 w 1542615"/>
                <a:gd name="connsiteY4437" fmla="*/ 190163 h 831143"/>
                <a:gd name="connsiteX4438" fmla="*/ 9836 w 1542615"/>
                <a:gd name="connsiteY4438" fmla="*/ 190163 h 831143"/>
                <a:gd name="connsiteX4439" fmla="*/ 6557 w 1542615"/>
                <a:gd name="connsiteY4439" fmla="*/ 191802 h 831143"/>
                <a:gd name="connsiteX4440" fmla="*/ 6557 w 1542615"/>
                <a:gd name="connsiteY4440" fmla="*/ 196720 h 831143"/>
                <a:gd name="connsiteX4441" fmla="*/ 9836 w 1542615"/>
                <a:gd name="connsiteY4441" fmla="*/ 195081 h 831143"/>
                <a:gd name="connsiteX4442" fmla="*/ 14754 w 1542615"/>
                <a:gd name="connsiteY4442" fmla="*/ 196720 h 831143"/>
                <a:gd name="connsiteX4443" fmla="*/ 18033 w 1542615"/>
                <a:gd name="connsiteY4443" fmla="*/ 196720 h 831143"/>
                <a:gd name="connsiteX4444" fmla="*/ 14754 w 1542615"/>
                <a:gd name="connsiteY4444" fmla="*/ 198360 h 831143"/>
                <a:gd name="connsiteX4445" fmla="*/ 9836 w 1542615"/>
                <a:gd name="connsiteY4445" fmla="*/ 198360 h 831143"/>
                <a:gd name="connsiteX4446" fmla="*/ 14754 w 1542615"/>
                <a:gd name="connsiteY4446" fmla="*/ 201638 h 831143"/>
                <a:gd name="connsiteX4447" fmla="*/ 18033 w 1542615"/>
                <a:gd name="connsiteY4447" fmla="*/ 201638 h 831143"/>
                <a:gd name="connsiteX4448" fmla="*/ 21311 w 1542615"/>
                <a:gd name="connsiteY4448" fmla="*/ 201638 h 831143"/>
                <a:gd name="connsiteX4449" fmla="*/ 26229 w 1542615"/>
                <a:gd name="connsiteY4449" fmla="*/ 199999 h 831143"/>
                <a:gd name="connsiteX4450" fmla="*/ 29508 w 1542615"/>
                <a:gd name="connsiteY4450" fmla="*/ 198360 h 831143"/>
                <a:gd name="connsiteX4451" fmla="*/ 32787 w 1542615"/>
                <a:gd name="connsiteY4451" fmla="*/ 198360 h 831143"/>
                <a:gd name="connsiteX4452" fmla="*/ 34426 w 1542615"/>
                <a:gd name="connsiteY4452" fmla="*/ 198360 h 831143"/>
                <a:gd name="connsiteX4453" fmla="*/ 36065 w 1542615"/>
                <a:gd name="connsiteY4453" fmla="*/ 196720 h 831143"/>
                <a:gd name="connsiteX4454" fmla="*/ 40983 w 1542615"/>
                <a:gd name="connsiteY4454" fmla="*/ 195081 h 831143"/>
                <a:gd name="connsiteX4455" fmla="*/ 44262 w 1542615"/>
                <a:gd name="connsiteY4455" fmla="*/ 195081 h 831143"/>
                <a:gd name="connsiteX4456" fmla="*/ 47541 w 1542615"/>
                <a:gd name="connsiteY4456" fmla="*/ 195081 h 831143"/>
                <a:gd name="connsiteX4457" fmla="*/ 44262 w 1542615"/>
                <a:gd name="connsiteY4457" fmla="*/ 195081 h 831143"/>
                <a:gd name="connsiteX4458" fmla="*/ 40983 w 1542615"/>
                <a:gd name="connsiteY4458" fmla="*/ 196720 h 831143"/>
                <a:gd name="connsiteX4459" fmla="*/ 37705 w 1542615"/>
                <a:gd name="connsiteY4459" fmla="*/ 198360 h 831143"/>
                <a:gd name="connsiteX4460" fmla="*/ 32787 w 1542615"/>
                <a:gd name="connsiteY4460" fmla="*/ 199999 h 831143"/>
                <a:gd name="connsiteX4461" fmla="*/ 31148 w 1542615"/>
                <a:gd name="connsiteY4461" fmla="*/ 201638 h 83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</a:cxnLst>
              <a:rect l="l" t="t" r="r" b="b"/>
              <a:pathLst>
                <a:path w="1542615" h="831143">
                  <a:moveTo>
                    <a:pt x="31148" y="201638"/>
                  </a:moveTo>
                  <a:lnTo>
                    <a:pt x="34426" y="203278"/>
                  </a:lnTo>
                  <a:lnTo>
                    <a:pt x="37705" y="203278"/>
                  </a:lnTo>
                  <a:lnTo>
                    <a:pt x="42623" y="204917"/>
                  </a:lnTo>
                  <a:lnTo>
                    <a:pt x="45901" y="204917"/>
                  </a:lnTo>
                  <a:lnTo>
                    <a:pt x="50820" y="204917"/>
                  </a:lnTo>
                  <a:lnTo>
                    <a:pt x="54098" y="204917"/>
                  </a:lnTo>
                  <a:lnTo>
                    <a:pt x="57377" y="206556"/>
                  </a:lnTo>
                  <a:lnTo>
                    <a:pt x="60655" y="204917"/>
                  </a:lnTo>
                  <a:lnTo>
                    <a:pt x="65573" y="204917"/>
                  </a:lnTo>
                  <a:lnTo>
                    <a:pt x="68852" y="204917"/>
                  </a:lnTo>
                  <a:lnTo>
                    <a:pt x="73770" y="204917"/>
                  </a:lnTo>
                  <a:lnTo>
                    <a:pt x="77049" y="204917"/>
                  </a:lnTo>
                  <a:lnTo>
                    <a:pt x="75410" y="208196"/>
                  </a:lnTo>
                  <a:lnTo>
                    <a:pt x="72131" y="208196"/>
                  </a:lnTo>
                  <a:lnTo>
                    <a:pt x="67213" y="208196"/>
                  </a:lnTo>
                  <a:lnTo>
                    <a:pt x="62295" y="208196"/>
                  </a:lnTo>
                  <a:lnTo>
                    <a:pt x="59016" y="208196"/>
                  </a:lnTo>
                  <a:lnTo>
                    <a:pt x="55738" y="208196"/>
                  </a:lnTo>
                  <a:lnTo>
                    <a:pt x="50820" y="209835"/>
                  </a:lnTo>
                  <a:lnTo>
                    <a:pt x="47541" y="211474"/>
                  </a:lnTo>
                  <a:lnTo>
                    <a:pt x="44262" y="211474"/>
                  </a:lnTo>
                  <a:lnTo>
                    <a:pt x="39344" y="213114"/>
                  </a:lnTo>
                  <a:lnTo>
                    <a:pt x="36065" y="213114"/>
                  </a:lnTo>
                  <a:lnTo>
                    <a:pt x="32787" y="213114"/>
                  </a:lnTo>
                  <a:lnTo>
                    <a:pt x="27869" y="214753"/>
                  </a:lnTo>
                  <a:lnTo>
                    <a:pt x="31148" y="218032"/>
                  </a:lnTo>
                  <a:lnTo>
                    <a:pt x="36065" y="218032"/>
                  </a:lnTo>
                  <a:lnTo>
                    <a:pt x="39344" y="219671"/>
                  </a:lnTo>
                  <a:lnTo>
                    <a:pt x="44262" y="221310"/>
                  </a:lnTo>
                  <a:lnTo>
                    <a:pt x="47541" y="222950"/>
                  </a:lnTo>
                  <a:lnTo>
                    <a:pt x="50820" y="222950"/>
                  </a:lnTo>
                  <a:lnTo>
                    <a:pt x="47541" y="222950"/>
                  </a:lnTo>
                  <a:lnTo>
                    <a:pt x="50820" y="226229"/>
                  </a:lnTo>
                  <a:lnTo>
                    <a:pt x="52459" y="226229"/>
                  </a:lnTo>
                  <a:lnTo>
                    <a:pt x="57377" y="226229"/>
                  </a:lnTo>
                  <a:lnTo>
                    <a:pt x="60655" y="226229"/>
                  </a:lnTo>
                  <a:lnTo>
                    <a:pt x="65573" y="226229"/>
                  </a:lnTo>
                  <a:lnTo>
                    <a:pt x="68852" y="226229"/>
                  </a:lnTo>
                  <a:lnTo>
                    <a:pt x="73770" y="227868"/>
                  </a:lnTo>
                  <a:lnTo>
                    <a:pt x="77049" y="227868"/>
                  </a:lnTo>
                  <a:lnTo>
                    <a:pt x="81967" y="227868"/>
                  </a:lnTo>
                  <a:lnTo>
                    <a:pt x="85245" y="229507"/>
                  </a:lnTo>
                  <a:lnTo>
                    <a:pt x="88524" y="229507"/>
                  </a:lnTo>
                  <a:lnTo>
                    <a:pt x="91803" y="227868"/>
                  </a:lnTo>
                  <a:lnTo>
                    <a:pt x="88524" y="226229"/>
                  </a:lnTo>
                  <a:lnTo>
                    <a:pt x="85245" y="222950"/>
                  </a:lnTo>
                  <a:lnTo>
                    <a:pt x="81967" y="221310"/>
                  </a:lnTo>
                  <a:lnTo>
                    <a:pt x="85245" y="221310"/>
                  </a:lnTo>
                  <a:lnTo>
                    <a:pt x="88524" y="219671"/>
                  </a:lnTo>
                  <a:lnTo>
                    <a:pt x="91803" y="219671"/>
                  </a:lnTo>
                  <a:lnTo>
                    <a:pt x="96721" y="222950"/>
                  </a:lnTo>
                  <a:lnTo>
                    <a:pt x="100000" y="224589"/>
                  </a:lnTo>
                  <a:lnTo>
                    <a:pt x="104918" y="222950"/>
                  </a:lnTo>
                  <a:lnTo>
                    <a:pt x="108196" y="221310"/>
                  </a:lnTo>
                  <a:lnTo>
                    <a:pt x="111475" y="218032"/>
                  </a:lnTo>
                  <a:lnTo>
                    <a:pt x="116393" y="219671"/>
                  </a:lnTo>
                  <a:lnTo>
                    <a:pt x="119672" y="219671"/>
                  </a:lnTo>
                  <a:lnTo>
                    <a:pt x="124590" y="219671"/>
                  </a:lnTo>
                  <a:lnTo>
                    <a:pt x="119672" y="222950"/>
                  </a:lnTo>
                  <a:lnTo>
                    <a:pt x="116393" y="224589"/>
                  </a:lnTo>
                  <a:lnTo>
                    <a:pt x="119672" y="226229"/>
                  </a:lnTo>
                  <a:lnTo>
                    <a:pt x="124590" y="226229"/>
                  </a:lnTo>
                  <a:lnTo>
                    <a:pt x="127868" y="226229"/>
                  </a:lnTo>
                  <a:lnTo>
                    <a:pt x="131147" y="222950"/>
                  </a:lnTo>
                  <a:lnTo>
                    <a:pt x="134426" y="222950"/>
                  </a:lnTo>
                  <a:lnTo>
                    <a:pt x="137704" y="224589"/>
                  </a:lnTo>
                  <a:lnTo>
                    <a:pt x="139344" y="221310"/>
                  </a:lnTo>
                  <a:lnTo>
                    <a:pt x="144262" y="222950"/>
                  </a:lnTo>
                  <a:lnTo>
                    <a:pt x="147540" y="222950"/>
                  </a:lnTo>
                  <a:lnTo>
                    <a:pt x="150819" y="219671"/>
                  </a:lnTo>
                  <a:lnTo>
                    <a:pt x="154098" y="219671"/>
                  </a:lnTo>
                  <a:lnTo>
                    <a:pt x="157376" y="219671"/>
                  </a:lnTo>
                  <a:lnTo>
                    <a:pt x="162294" y="219671"/>
                  </a:lnTo>
                  <a:lnTo>
                    <a:pt x="162294" y="222950"/>
                  </a:lnTo>
                  <a:lnTo>
                    <a:pt x="165573" y="222950"/>
                  </a:lnTo>
                  <a:lnTo>
                    <a:pt x="168852" y="222950"/>
                  </a:lnTo>
                  <a:lnTo>
                    <a:pt x="173770" y="221310"/>
                  </a:lnTo>
                  <a:lnTo>
                    <a:pt x="177048" y="219671"/>
                  </a:lnTo>
                  <a:lnTo>
                    <a:pt x="181966" y="218032"/>
                  </a:lnTo>
                  <a:lnTo>
                    <a:pt x="185245" y="214753"/>
                  </a:lnTo>
                  <a:lnTo>
                    <a:pt x="188524" y="216392"/>
                  </a:lnTo>
                  <a:lnTo>
                    <a:pt x="193442" y="216392"/>
                  </a:lnTo>
                  <a:lnTo>
                    <a:pt x="196721" y="218032"/>
                  </a:lnTo>
                  <a:lnTo>
                    <a:pt x="196721" y="221310"/>
                  </a:lnTo>
                  <a:lnTo>
                    <a:pt x="201638" y="219671"/>
                  </a:lnTo>
                  <a:lnTo>
                    <a:pt x="204917" y="219671"/>
                  </a:lnTo>
                  <a:lnTo>
                    <a:pt x="209835" y="219671"/>
                  </a:lnTo>
                  <a:lnTo>
                    <a:pt x="213114" y="219671"/>
                  </a:lnTo>
                  <a:lnTo>
                    <a:pt x="216392" y="219671"/>
                  </a:lnTo>
                  <a:lnTo>
                    <a:pt x="221311" y="221310"/>
                  </a:lnTo>
                  <a:lnTo>
                    <a:pt x="224589" y="221310"/>
                  </a:lnTo>
                  <a:lnTo>
                    <a:pt x="229507" y="222950"/>
                  </a:lnTo>
                  <a:lnTo>
                    <a:pt x="232786" y="221310"/>
                  </a:lnTo>
                  <a:lnTo>
                    <a:pt x="236065" y="222950"/>
                  </a:lnTo>
                  <a:lnTo>
                    <a:pt x="240982" y="222950"/>
                  </a:lnTo>
                  <a:lnTo>
                    <a:pt x="244261" y="222950"/>
                  </a:lnTo>
                  <a:lnTo>
                    <a:pt x="242622" y="226229"/>
                  </a:lnTo>
                  <a:lnTo>
                    <a:pt x="245901" y="227868"/>
                  </a:lnTo>
                  <a:lnTo>
                    <a:pt x="249179" y="226229"/>
                  </a:lnTo>
                  <a:lnTo>
                    <a:pt x="254097" y="226229"/>
                  </a:lnTo>
                  <a:lnTo>
                    <a:pt x="257376" y="226229"/>
                  </a:lnTo>
                  <a:lnTo>
                    <a:pt x="262294" y="229507"/>
                  </a:lnTo>
                  <a:lnTo>
                    <a:pt x="260655" y="229507"/>
                  </a:lnTo>
                  <a:lnTo>
                    <a:pt x="260655" y="229507"/>
                  </a:lnTo>
                  <a:lnTo>
                    <a:pt x="263933" y="229507"/>
                  </a:lnTo>
                  <a:lnTo>
                    <a:pt x="268851" y="229507"/>
                  </a:lnTo>
                  <a:lnTo>
                    <a:pt x="265573" y="232786"/>
                  </a:lnTo>
                  <a:lnTo>
                    <a:pt x="268851" y="232786"/>
                  </a:lnTo>
                  <a:lnTo>
                    <a:pt x="272130" y="232786"/>
                  </a:lnTo>
                  <a:lnTo>
                    <a:pt x="277048" y="232786"/>
                  </a:lnTo>
                  <a:lnTo>
                    <a:pt x="280326" y="232786"/>
                  </a:lnTo>
                  <a:lnTo>
                    <a:pt x="277048" y="234425"/>
                  </a:lnTo>
                  <a:lnTo>
                    <a:pt x="278688" y="237704"/>
                  </a:lnTo>
                  <a:lnTo>
                    <a:pt x="281966" y="237704"/>
                  </a:lnTo>
                  <a:lnTo>
                    <a:pt x="286884" y="237704"/>
                  </a:lnTo>
                  <a:lnTo>
                    <a:pt x="290163" y="236065"/>
                  </a:lnTo>
                  <a:lnTo>
                    <a:pt x="293441" y="236065"/>
                  </a:lnTo>
                  <a:lnTo>
                    <a:pt x="290163" y="239343"/>
                  </a:lnTo>
                  <a:lnTo>
                    <a:pt x="293441" y="239343"/>
                  </a:lnTo>
                  <a:lnTo>
                    <a:pt x="295081" y="244261"/>
                  </a:lnTo>
                  <a:lnTo>
                    <a:pt x="291802" y="247540"/>
                  </a:lnTo>
                  <a:lnTo>
                    <a:pt x="286884" y="247540"/>
                  </a:lnTo>
                  <a:lnTo>
                    <a:pt x="283605" y="247540"/>
                  </a:lnTo>
                  <a:lnTo>
                    <a:pt x="278688" y="249179"/>
                  </a:lnTo>
                  <a:lnTo>
                    <a:pt x="283605" y="250819"/>
                  </a:lnTo>
                  <a:lnTo>
                    <a:pt x="286884" y="247540"/>
                  </a:lnTo>
                  <a:lnTo>
                    <a:pt x="291802" y="247540"/>
                  </a:lnTo>
                  <a:lnTo>
                    <a:pt x="286884" y="250819"/>
                  </a:lnTo>
                  <a:lnTo>
                    <a:pt x="286884" y="254097"/>
                  </a:lnTo>
                  <a:lnTo>
                    <a:pt x="291802" y="255737"/>
                  </a:lnTo>
                  <a:lnTo>
                    <a:pt x="286884" y="257376"/>
                  </a:lnTo>
                  <a:lnTo>
                    <a:pt x="291802" y="260655"/>
                  </a:lnTo>
                  <a:lnTo>
                    <a:pt x="295081" y="260655"/>
                  </a:lnTo>
                  <a:lnTo>
                    <a:pt x="298359" y="262294"/>
                  </a:lnTo>
                  <a:lnTo>
                    <a:pt x="298359" y="262294"/>
                  </a:lnTo>
                  <a:lnTo>
                    <a:pt x="303278" y="263933"/>
                  </a:lnTo>
                  <a:lnTo>
                    <a:pt x="306556" y="265573"/>
                  </a:lnTo>
                  <a:lnTo>
                    <a:pt x="309835" y="263933"/>
                  </a:lnTo>
                  <a:lnTo>
                    <a:pt x="313113" y="267212"/>
                  </a:lnTo>
                  <a:lnTo>
                    <a:pt x="309835" y="268851"/>
                  </a:lnTo>
                  <a:lnTo>
                    <a:pt x="306556" y="268851"/>
                  </a:lnTo>
                  <a:lnTo>
                    <a:pt x="304916" y="273769"/>
                  </a:lnTo>
                  <a:lnTo>
                    <a:pt x="309835" y="272130"/>
                  </a:lnTo>
                  <a:lnTo>
                    <a:pt x="313113" y="273769"/>
                  </a:lnTo>
                  <a:lnTo>
                    <a:pt x="318031" y="273769"/>
                  </a:lnTo>
                  <a:lnTo>
                    <a:pt x="318031" y="277048"/>
                  </a:lnTo>
                  <a:lnTo>
                    <a:pt x="322949" y="277048"/>
                  </a:lnTo>
                  <a:lnTo>
                    <a:pt x="318031" y="280327"/>
                  </a:lnTo>
                  <a:lnTo>
                    <a:pt x="314753" y="280327"/>
                  </a:lnTo>
                  <a:lnTo>
                    <a:pt x="311474" y="280327"/>
                  </a:lnTo>
                  <a:lnTo>
                    <a:pt x="306556" y="280327"/>
                  </a:lnTo>
                  <a:lnTo>
                    <a:pt x="311474" y="281966"/>
                  </a:lnTo>
                  <a:lnTo>
                    <a:pt x="314753" y="281966"/>
                  </a:lnTo>
                  <a:lnTo>
                    <a:pt x="318031" y="281966"/>
                  </a:lnTo>
                  <a:lnTo>
                    <a:pt x="314753" y="283605"/>
                  </a:lnTo>
                  <a:lnTo>
                    <a:pt x="311474" y="283605"/>
                  </a:lnTo>
                  <a:lnTo>
                    <a:pt x="306556" y="283605"/>
                  </a:lnTo>
                  <a:lnTo>
                    <a:pt x="311474" y="286884"/>
                  </a:lnTo>
                  <a:lnTo>
                    <a:pt x="314753" y="285245"/>
                  </a:lnTo>
                  <a:lnTo>
                    <a:pt x="311474" y="286884"/>
                  </a:lnTo>
                  <a:lnTo>
                    <a:pt x="308195" y="286884"/>
                  </a:lnTo>
                  <a:lnTo>
                    <a:pt x="304916" y="288523"/>
                  </a:lnTo>
                  <a:lnTo>
                    <a:pt x="299999" y="290163"/>
                  </a:lnTo>
                  <a:lnTo>
                    <a:pt x="296720" y="290163"/>
                  </a:lnTo>
                  <a:lnTo>
                    <a:pt x="291802" y="290163"/>
                  </a:lnTo>
                  <a:lnTo>
                    <a:pt x="288523" y="291802"/>
                  </a:lnTo>
                  <a:lnTo>
                    <a:pt x="283605" y="291802"/>
                  </a:lnTo>
                  <a:lnTo>
                    <a:pt x="288523" y="293441"/>
                  </a:lnTo>
                  <a:lnTo>
                    <a:pt x="291802" y="291802"/>
                  </a:lnTo>
                  <a:lnTo>
                    <a:pt x="296720" y="291802"/>
                  </a:lnTo>
                  <a:lnTo>
                    <a:pt x="299999" y="291802"/>
                  </a:lnTo>
                  <a:lnTo>
                    <a:pt x="304916" y="290163"/>
                  </a:lnTo>
                  <a:lnTo>
                    <a:pt x="308195" y="290163"/>
                  </a:lnTo>
                  <a:lnTo>
                    <a:pt x="311474" y="288523"/>
                  </a:lnTo>
                  <a:lnTo>
                    <a:pt x="316392" y="286884"/>
                  </a:lnTo>
                  <a:lnTo>
                    <a:pt x="311474" y="291802"/>
                  </a:lnTo>
                  <a:lnTo>
                    <a:pt x="308195" y="293441"/>
                  </a:lnTo>
                  <a:lnTo>
                    <a:pt x="313113" y="295081"/>
                  </a:lnTo>
                  <a:lnTo>
                    <a:pt x="316392" y="295081"/>
                  </a:lnTo>
                  <a:lnTo>
                    <a:pt x="313113" y="296720"/>
                  </a:lnTo>
                  <a:lnTo>
                    <a:pt x="316392" y="299999"/>
                  </a:lnTo>
                  <a:lnTo>
                    <a:pt x="319671" y="299999"/>
                  </a:lnTo>
                  <a:lnTo>
                    <a:pt x="316392" y="301638"/>
                  </a:lnTo>
                  <a:lnTo>
                    <a:pt x="316392" y="304917"/>
                  </a:lnTo>
                  <a:lnTo>
                    <a:pt x="319671" y="306556"/>
                  </a:lnTo>
                  <a:lnTo>
                    <a:pt x="314753" y="306556"/>
                  </a:lnTo>
                  <a:lnTo>
                    <a:pt x="311474" y="304917"/>
                  </a:lnTo>
                  <a:lnTo>
                    <a:pt x="308195" y="306556"/>
                  </a:lnTo>
                  <a:lnTo>
                    <a:pt x="311474" y="306556"/>
                  </a:lnTo>
                  <a:lnTo>
                    <a:pt x="308195" y="308195"/>
                  </a:lnTo>
                  <a:lnTo>
                    <a:pt x="311474" y="309835"/>
                  </a:lnTo>
                  <a:lnTo>
                    <a:pt x="314753" y="311474"/>
                  </a:lnTo>
                  <a:lnTo>
                    <a:pt x="316392" y="314753"/>
                  </a:lnTo>
                  <a:lnTo>
                    <a:pt x="319671" y="316392"/>
                  </a:lnTo>
                  <a:lnTo>
                    <a:pt x="322949" y="316392"/>
                  </a:lnTo>
                  <a:lnTo>
                    <a:pt x="324589" y="319671"/>
                  </a:lnTo>
                  <a:lnTo>
                    <a:pt x="321310" y="318031"/>
                  </a:lnTo>
                  <a:lnTo>
                    <a:pt x="316392" y="319671"/>
                  </a:lnTo>
                  <a:lnTo>
                    <a:pt x="313113" y="322949"/>
                  </a:lnTo>
                  <a:lnTo>
                    <a:pt x="316392" y="322949"/>
                  </a:lnTo>
                  <a:lnTo>
                    <a:pt x="313113" y="324589"/>
                  </a:lnTo>
                  <a:lnTo>
                    <a:pt x="308195" y="327867"/>
                  </a:lnTo>
                  <a:lnTo>
                    <a:pt x="304916" y="327867"/>
                  </a:lnTo>
                  <a:lnTo>
                    <a:pt x="308195" y="329507"/>
                  </a:lnTo>
                  <a:lnTo>
                    <a:pt x="311474" y="329507"/>
                  </a:lnTo>
                  <a:lnTo>
                    <a:pt x="314753" y="331146"/>
                  </a:lnTo>
                  <a:lnTo>
                    <a:pt x="319671" y="329507"/>
                  </a:lnTo>
                  <a:lnTo>
                    <a:pt x="322949" y="331146"/>
                  </a:lnTo>
                  <a:lnTo>
                    <a:pt x="324589" y="334425"/>
                  </a:lnTo>
                  <a:lnTo>
                    <a:pt x="321310" y="339343"/>
                  </a:lnTo>
                  <a:lnTo>
                    <a:pt x="316392" y="339343"/>
                  </a:lnTo>
                  <a:lnTo>
                    <a:pt x="321310" y="340982"/>
                  </a:lnTo>
                  <a:lnTo>
                    <a:pt x="324589" y="339343"/>
                  </a:lnTo>
                  <a:lnTo>
                    <a:pt x="321310" y="340982"/>
                  </a:lnTo>
                  <a:lnTo>
                    <a:pt x="316392" y="344261"/>
                  </a:lnTo>
                  <a:lnTo>
                    <a:pt x="313113" y="345900"/>
                  </a:lnTo>
                  <a:lnTo>
                    <a:pt x="309835" y="347539"/>
                  </a:lnTo>
                  <a:lnTo>
                    <a:pt x="313113" y="347539"/>
                  </a:lnTo>
                  <a:lnTo>
                    <a:pt x="316392" y="349179"/>
                  </a:lnTo>
                  <a:lnTo>
                    <a:pt x="321310" y="349179"/>
                  </a:lnTo>
                  <a:lnTo>
                    <a:pt x="324589" y="349179"/>
                  </a:lnTo>
                  <a:lnTo>
                    <a:pt x="321310" y="350818"/>
                  </a:lnTo>
                  <a:lnTo>
                    <a:pt x="316392" y="350818"/>
                  </a:lnTo>
                  <a:lnTo>
                    <a:pt x="313113" y="349179"/>
                  </a:lnTo>
                  <a:lnTo>
                    <a:pt x="308195" y="350818"/>
                  </a:lnTo>
                  <a:lnTo>
                    <a:pt x="304916" y="349179"/>
                  </a:lnTo>
                  <a:lnTo>
                    <a:pt x="301638" y="349179"/>
                  </a:lnTo>
                  <a:lnTo>
                    <a:pt x="296720" y="349179"/>
                  </a:lnTo>
                  <a:lnTo>
                    <a:pt x="293441" y="349179"/>
                  </a:lnTo>
                  <a:lnTo>
                    <a:pt x="288523" y="350818"/>
                  </a:lnTo>
                  <a:lnTo>
                    <a:pt x="293441" y="352457"/>
                  </a:lnTo>
                  <a:lnTo>
                    <a:pt x="296720" y="350818"/>
                  </a:lnTo>
                  <a:lnTo>
                    <a:pt x="299999" y="354097"/>
                  </a:lnTo>
                  <a:lnTo>
                    <a:pt x="304916" y="352457"/>
                  </a:lnTo>
                  <a:lnTo>
                    <a:pt x="308195" y="352457"/>
                  </a:lnTo>
                  <a:lnTo>
                    <a:pt x="313113" y="354097"/>
                  </a:lnTo>
                  <a:lnTo>
                    <a:pt x="308195" y="354097"/>
                  </a:lnTo>
                  <a:lnTo>
                    <a:pt x="304916" y="357375"/>
                  </a:lnTo>
                  <a:lnTo>
                    <a:pt x="301638" y="359015"/>
                  </a:lnTo>
                  <a:lnTo>
                    <a:pt x="298359" y="360654"/>
                  </a:lnTo>
                  <a:lnTo>
                    <a:pt x="296720" y="360654"/>
                  </a:lnTo>
                  <a:lnTo>
                    <a:pt x="293441" y="362293"/>
                  </a:lnTo>
                  <a:lnTo>
                    <a:pt x="288523" y="365572"/>
                  </a:lnTo>
                  <a:lnTo>
                    <a:pt x="285245" y="365572"/>
                  </a:lnTo>
                  <a:lnTo>
                    <a:pt x="281966" y="367211"/>
                  </a:lnTo>
                  <a:lnTo>
                    <a:pt x="285245" y="368851"/>
                  </a:lnTo>
                  <a:lnTo>
                    <a:pt x="288523" y="370490"/>
                  </a:lnTo>
                  <a:lnTo>
                    <a:pt x="293441" y="370490"/>
                  </a:lnTo>
                  <a:lnTo>
                    <a:pt x="296720" y="370490"/>
                  </a:lnTo>
                  <a:lnTo>
                    <a:pt x="299999" y="368851"/>
                  </a:lnTo>
                  <a:lnTo>
                    <a:pt x="304916" y="367211"/>
                  </a:lnTo>
                  <a:lnTo>
                    <a:pt x="308195" y="363933"/>
                  </a:lnTo>
                  <a:lnTo>
                    <a:pt x="311474" y="362293"/>
                  </a:lnTo>
                  <a:lnTo>
                    <a:pt x="316392" y="360654"/>
                  </a:lnTo>
                  <a:lnTo>
                    <a:pt x="311474" y="363933"/>
                  </a:lnTo>
                  <a:lnTo>
                    <a:pt x="308195" y="367211"/>
                  </a:lnTo>
                  <a:lnTo>
                    <a:pt x="304916" y="367211"/>
                  </a:lnTo>
                  <a:lnTo>
                    <a:pt x="299999" y="368851"/>
                  </a:lnTo>
                  <a:lnTo>
                    <a:pt x="296720" y="370490"/>
                  </a:lnTo>
                  <a:lnTo>
                    <a:pt x="291802" y="370490"/>
                  </a:lnTo>
                  <a:lnTo>
                    <a:pt x="288523" y="370490"/>
                  </a:lnTo>
                  <a:lnTo>
                    <a:pt x="285245" y="372129"/>
                  </a:lnTo>
                  <a:lnTo>
                    <a:pt x="280326" y="373769"/>
                  </a:lnTo>
                  <a:lnTo>
                    <a:pt x="277048" y="375408"/>
                  </a:lnTo>
                  <a:lnTo>
                    <a:pt x="273769" y="377047"/>
                  </a:lnTo>
                  <a:lnTo>
                    <a:pt x="268851" y="377047"/>
                  </a:lnTo>
                  <a:lnTo>
                    <a:pt x="265573" y="378687"/>
                  </a:lnTo>
                  <a:lnTo>
                    <a:pt x="268851" y="380326"/>
                  </a:lnTo>
                  <a:lnTo>
                    <a:pt x="268851" y="385244"/>
                  </a:lnTo>
                  <a:lnTo>
                    <a:pt x="272130" y="388523"/>
                  </a:lnTo>
                  <a:lnTo>
                    <a:pt x="275409" y="390162"/>
                  </a:lnTo>
                  <a:lnTo>
                    <a:pt x="278688" y="388523"/>
                  </a:lnTo>
                  <a:lnTo>
                    <a:pt x="277048" y="385244"/>
                  </a:lnTo>
                  <a:lnTo>
                    <a:pt x="281966" y="388523"/>
                  </a:lnTo>
                  <a:lnTo>
                    <a:pt x="285245" y="390162"/>
                  </a:lnTo>
                  <a:lnTo>
                    <a:pt x="288523" y="390162"/>
                  </a:lnTo>
                  <a:lnTo>
                    <a:pt x="293441" y="390162"/>
                  </a:lnTo>
                  <a:lnTo>
                    <a:pt x="296720" y="390162"/>
                  </a:lnTo>
                  <a:lnTo>
                    <a:pt x="301638" y="390162"/>
                  </a:lnTo>
                  <a:lnTo>
                    <a:pt x="304916" y="388523"/>
                  </a:lnTo>
                  <a:lnTo>
                    <a:pt x="308195" y="388523"/>
                  </a:lnTo>
                  <a:lnTo>
                    <a:pt x="311474" y="386883"/>
                  </a:lnTo>
                  <a:lnTo>
                    <a:pt x="316392" y="385244"/>
                  </a:lnTo>
                  <a:lnTo>
                    <a:pt x="313113" y="381966"/>
                  </a:lnTo>
                  <a:lnTo>
                    <a:pt x="314753" y="377047"/>
                  </a:lnTo>
                  <a:lnTo>
                    <a:pt x="318031" y="380326"/>
                  </a:lnTo>
                  <a:lnTo>
                    <a:pt x="321310" y="380326"/>
                  </a:lnTo>
                  <a:lnTo>
                    <a:pt x="321310" y="377047"/>
                  </a:lnTo>
                  <a:lnTo>
                    <a:pt x="324589" y="377047"/>
                  </a:lnTo>
                  <a:lnTo>
                    <a:pt x="327868" y="375408"/>
                  </a:lnTo>
                  <a:lnTo>
                    <a:pt x="332785" y="375408"/>
                  </a:lnTo>
                  <a:lnTo>
                    <a:pt x="336064" y="372129"/>
                  </a:lnTo>
                  <a:lnTo>
                    <a:pt x="336064" y="368851"/>
                  </a:lnTo>
                  <a:lnTo>
                    <a:pt x="334425" y="365572"/>
                  </a:lnTo>
                  <a:lnTo>
                    <a:pt x="331146" y="362293"/>
                  </a:lnTo>
                  <a:lnTo>
                    <a:pt x="332785" y="359015"/>
                  </a:lnTo>
                  <a:lnTo>
                    <a:pt x="334425" y="354097"/>
                  </a:lnTo>
                  <a:lnTo>
                    <a:pt x="337703" y="354097"/>
                  </a:lnTo>
                  <a:lnTo>
                    <a:pt x="342622" y="354097"/>
                  </a:lnTo>
                  <a:lnTo>
                    <a:pt x="337703" y="355736"/>
                  </a:lnTo>
                  <a:lnTo>
                    <a:pt x="334425" y="355736"/>
                  </a:lnTo>
                  <a:lnTo>
                    <a:pt x="334425" y="360654"/>
                  </a:lnTo>
                  <a:lnTo>
                    <a:pt x="336064" y="363933"/>
                  </a:lnTo>
                  <a:lnTo>
                    <a:pt x="339343" y="367211"/>
                  </a:lnTo>
                  <a:lnTo>
                    <a:pt x="337703" y="372129"/>
                  </a:lnTo>
                  <a:lnTo>
                    <a:pt x="336064" y="375408"/>
                  </a:lnTo>
                  <a:lnTo>
                    <a:pt x="340982" y="373769"/>
                  </a:lnTo>
                  <a:lnTo>
                    <a:pt x="344261" y="373769"/>
                  </a:lnTo>
                  <a:lnTo>
                    <a:pt x="349179" y="370490"/>
                  </a:lnTo>
                  <a:lnTo>
                    <a:pt x="352458" y="368851"/>
                  </a:lnTo>
                  <a:lnTo>
                    <a:pt x="355736" y="367211"/>
                  </a:lnTo>
                  <a:lnTo>
                    <a:pt x="352458" y="370490"/>
                  </a:lnTo>
                  <a:lnTo>
                    <a:pt x="349179" y="373769"/>
                  </a:lnTo>
                  <a:lnTo>
                    <a:pt x="344261" y="373769"/>
                  </a:lnTo>
                  <a:lnTo>
                    <a:pt x="340982" y="375408"/>
                  </a:lnTo>
                  <a:lnTo>
                    <a:pt x="337703" y="378687"/>
                  </a:lnTo>
                  <a:lnTo>
                    <a:pt x="340982" y="378687"/>
                  </a:lnTo>
                  <a:lnTo>
                    <a:pt x="345900" y="378687"/>
                  </a:lnTo>
                  <a:lnTo>
                    <a:pt x="349179" y="378687"/>
                  </a:lnTo>
                  <a:lnTo>
                    <a:pt x="352458" y="378687"/>
                  </a:lnTo>
                  <a:lnTo>
                    <a:pt x="357375" y="380326"/>
                  </a:lnTo>
                  <a:lnTo>
                    <a:pt x="360654" y="381966"/>
                  </a:lnTo>
                  <a:lnTo>
                    <a:pt x="365572" y="381966"/>
                  </a:lnTo>
                  <a:lnTo>
                    <a:pt x="368851" y="380326"/>
                  </a:lnTo>
                  <a:lnTo>
                    <a:pt x="373769" y="380326"/>
                  </a:lnTo>
                  <a:lnTo>
                    <a:pt x="377048" y="377047"/>
                  </a:lnTo>
                  <a:lnTo>
                    <a:pt x="380326" y="377047"/>
                  </a:lnTo>
                  <a:lnTo>
                    <a:pt x="377048" y="380326"/>
                  </a:lnTo>
                  <a:lnTo>
                    <a:pt x="372129" y="381966"/>
                  </a:lnTo>
                  <a:lnTo>
                    <a:pt x="368851" y="381966"/>
                  </a:lnTo>
                  <a:lnTo>
                    <a:pt x="365572" y="381966"/>
                  </a:lnTo>
                  <a:lnTo>
                    <a:pt x="360654" y="381966"/>
                  </a:lnTo>
                  <a:lnTo>
                    <a:pt x="357375" y="383605"/>
                  </a:lnTo>
                  <a:lnTo>
                    <a:pt x="354097" y="383605"/>
                  </a:lnTo>
                  <a:lnTo>
                    <a:pt x="349179" y="383605"/>
                  </a:lnTo>
                  <a:lnTo>
                    <a:pt x="345900" y="385244"/>
                  </a:lnTo>
                  <a:lnTo>
                    <a:pt x="342622" y="386883"/>
                  </a:lnTo>
                  <a:lnTo>
                    <a:pt x="337703" y="388523"/>
                  </a:lnTo>
                  <a:lnTo>
                    <a:pt x="342622" y="388523"/>
                  </a:lnTo>
                  <a:lnTo>
                    <a:pt x="345900" y="390162"/>
                  </a:lnTo>
                  <a:lnTo>
                    <a:pt x="349179" y="390162"/>
                  </a:lnTo>
                  <a:lnTo>
                    <a:pt x="354097" y="390162"/>
                  </a:lnTo>
                  <a:lnTo>
                    <a:pt x="357375" y="388523"/>
                  </a:lnTo>
                  <a:lnTo>
                    <a:pt x="360654" y="388523"/>
                  </a:lnTo>
                  <a:lnTo>
                    <a:pt x="365572" y="386883"/>
                  </a:lnTo>
                  <a:lnTo>
                    <a:pt x="368851" y="386883"/>
                  </a:lnTo>
                  <a:lnTo>
                    <a:pt x="372129" y="385244"/>
                  </a:lnTo>
                  <a:lnTo>
                    <a:pt x="375408" y="385244"/>
                  </a:lnTo>
                  <a:lnTo>
                    <a:pt x="380326" y="385244"/>
                  </a:lnTo>
                  <a:lnTo>
                    <a:pt x="383605" y="385244"/>
                  </a:lnTo>
                  <a:lnTo>
                    <a:pt x="380326" y="386883"/>
                  </a:lnTo>
                  <a:lnTo>
                    <a:pt x="377048" y="386883"/>
                  </a:lnTo>
                  <a:lnTo>
                    <a:pt x="372129" y="386883"/>
                  </a:lnTo>
                  <a:lnTo>
                    <a:pt x="368851" y="388523"/>
                  </a:lnTo>
                  <a:lnTo>
                    <a:pt x="365572" y="388523"/>
                  </a:lnTo>
                  <a:lnTo>
                    <a:pt x="360654" y="388523"/>
                  </a:lnTo>
                  <a:lnTo>
                    <a:pt x="357375" y="390162"/>
                  </a:lnTo>
                  <a:lnTo>
                    <a:pt x="354097" y="393441"/>
                  </a:lnTo>
                  <a:lnTo>
                    <a:pt x="349179" y="395080"/>
                  </a:lnTo>
                  <a:lnTo>
                    <a:pt x="345900" y="395080"/>
                  </a:lnTo>
                  <a:lnTo>
                    <a:pt x="349179" y="396719"/>
                  </a:lnTo>
                  <a:lnTo>
                    <a:pt x="354097" y="396719"/>
                  </a:lnTo>
                  <a:lnTo>
                    <a:pt x="357375" y="395080"/>
                  </a:lnTo>
                  <a:lnTo>
                    <a:pt x="360654" y="393441"/>
                  </a:lnTo>
                  <a:lnTo>
                    <a:pt x="365572" y="391802"/>
                  </a:lnTo>
                  <a:lnTo>
                    <a:pt x="368851" y="391802"/>
                  </a:lnTo>
                  <a:lnTo>
                    <a:pt x="373769" y="390162"/>
                  </a:lnTo>
                  <a:lnTo>
                    <a:pt x="373769" y="393441"/>
                  </a:lnTo>
                  <a:lnTo>
                    <a:pt x="368851" y="393441"/>
                  </a:lnTo>
                  <a:lnTo>
                    <a:pt x="365572" y="395080"/>
                  </a:lnTo>
                  <a:lnTo>
                    <a:pt x="362293" y="395080"/>
                  </a:lnTo>
                  <a:lnTo>
                    <a:pt x="357375" y="396719"/>
                  </a:lnTo>
                  <a:lnTo>
                    <a:pt x="354097" y="398359"/>
                  </a:lnTo>
                  <a:lnTo>
                    <a:pt x="357375" y="399998"/>
                  </a:lnTo>
                  <a:lnTo>
                    <a:pt x="362293" y="398359"/>
                  </a:lnTo>
                  <a:lnTo>
                    <a:pt x="365572" y="398359"/>
                  </a:lnTo>
                  <a:lnTo>
                    <a:pt x="370490" y="399998"/>
                  </a:lnTo>
                  <a:lnTo>
                    <a:pt x="373769" y="398359"/>
                  </a:lnTo>
                  <a:lnTo>
                    <a:pt x="378687" y="398359"/>
                  </a:lnTo>
                  <a:lnTo>
                    <a:pt x="373769" y="399998"/>
                  </a:lnTo>
                  <a:lnTo>
                    <a:pt x="378687" y="403277"/>
                  </a:lnTo>
                  <a:lnTo>
                    <a:pt x="381966" y="403277"/>
                  </a:lnTo>
                  <a:lnTo>
                    <a:pt x="385244" y="403277"/>
                  </a:lnTo>
                  <a:lnTo>
                    <a:pt x="381966" y="404916"/>
                  </a:lnTo>
                  <a:lnTo>
                    <a:pt x="377048" y="404916"/>
                  </a:lnTo>
                  <a:lnTo>
                    <a:pt x="373769" y="403277"/>
                  </a:lnTo>
                  <a:lnTo>
                    <a:pt x="368851" y="403277"/>
                  </a:lnTo>
                  <a:lnTo>
                    <a:pt x="365572" y="401637"/>
                  </a:lnTo>
                  <a:lnTo>
                    <a:pt x="362293" y="401637"/>
                  </a:lnTo>
                  <a:lnTo>
                    <a:pt x="357375" y="403277"/>
                  </a:lnTo>
                  <a:lnTo>
                    <a:pt x="362293" y="403277"/>
                  </a:lnTo>
                  <a:lnTo>
                    <a:pt x="365572" y="406556"/>
                  </a:lnTo>
                  <a:lnTo>
                    <a:pt x="370490" y="406556"/>
                  </a:lnTo>
                  <a:lnTo>
                    <a:pt x="373769" y="406556"/>
                  </a:lnTo>
                  <a:lnTo>
                    <a:pt x="377048" y="409834"/>
                  </a:lnTo>
                  <a:lnTo>
                    <a:pt x="381966" y="408195"/>
                  </a:lnTo>
                  <a:lnTo>
                    <a:pt x="385244" y="408195"/>
                  </a:lnTo>
                  <a:lnTo>
                    <a:pt x="385244" y="411473"/>
                  </a:lnTo>
                  <a:lnTo>
                    <a:pt x="381966" y="413113"/>
                  </a:lnTo>
                  <a:lnTo>
                    <a:pt x="378687" y="411473"/>
                  </a:lnTo>
                  <a:lnTo>
                    <a:pt x="373769" y="409834"/>
                  </a:lnTo>
                  <a:lnTo>
                    <a:pt x="370490" y="411473"/>
                  </a:lnTo>
                  <a:lnTo>
                    <a:pt x="367212" y="413113"/>
                  </a:lnTo>
                  <a:lnTo>
                    <a:pt x="370490" y="414752"/>
                  </a:lnTo>
                  <a:lnTo>
                    <a:pt x="373769" y="413113"/>
                  </a:lnTo>
                  <a:lnTo>
                    <a:pt x="378687" y="414752"/>
                  </a:lnTo>
                  <a:lnTo>
                    <a:pt x="381966" y="414752"/>
                  </a:lnTo>
                  <a:lnTo>
                    <a:pt x="385244" y="416392"/>
                  </a:lnTo>
                  <a:lnTo>
                    <a:pt x="381966" y="416392"/>
                  </a:lnTo>
                  <a:lnTo>
                    <a:pt x="377048" y="416392"/>
                  </a:lnTo>
                  <a:lnTo>
                    <a:pt x="381966" y="419670"/>
                  </a:lnTo>
                  <a:lnTo>
                    <a:pt x="377048" y="419670"/>
                  </a:lnTo>
                  <a:lnTo>
                    <a:pt x="373769" y="419670"/>
                  </a:lnTo>
                  <a:lnTo>
                    <a:pt x="370490" y="418031"/>
                  </a:lnTo>
                  <a:lnTo>
                    <a:pt x="365572" y="418031"/>
                  </a:lnTo>
                  <a:lnTo>
                    <a:pt x="370490" y="421309"/>
                  </a:lnTo>
                  <a:lnTo>
                    <a:pt x="373769" y="422949"/>
                  </a:lnTo>
                  <a:lnTo>
                    <a:pt x="370490" y="422949"/>
                  </a:lnTo>
                  <a:lnTo>
                    <a:pt x="373769" y="424588"/>
                  </a:lnTo>
                  <a:lnTo>
                    <a:pt x="378687" y="424588"/>
                  </a:lnTo>
                  <a:lnTo>
                    <a:pt x="381966" y="422949"/>
                  </a:lnTo>
                  <a:lnTo>
                    <a:pt x="385244" y="419670"/>
                  </a:lnTo>
                  <a:lnTo>
                    <a:pt x="381966" y="424588"/>
                  </a:lnTo>
                  <a:lnTo>
                    <a:pt x="380326" y="427867"/>
                  </a:lnTo>
                  <a:lnTo>
                    <a:pt x="377048" y="427867"/>
                  </a:lnTo>
                  <a:lnTo>
                    <a:pt x="373769" y="427867"/>
                  </a:lnTo>
                  <a:lnTo>
                    <a:pt x="370490" y="426228"/>
                  </a:lnTo>
                  <a:lnTo>
                    <a:pt x="365572" y="424588"/>
                  </a:lnTo>
                  <a:lnTo>
                    <a:pt x="362293" y="424588"/>
                  </a:lnTo>
                  <a:lnTo>
                    <a:pt x="359015" y="424588"/>
                  </a:lnTo>
                  <a:lnTo>
                    <a:pt x="354097" y="422949"/>
                  </a:lnTo>
                  <a:lnTo>
                    <a:pt x="350818" y="421309"/>
                  </a:lnTo>
                  <a:lnTo>
                    <a:pt x="347539" y="419670"/>
                  </a:lnTo>
                  <a:lnTo>
                    <a:pt x="342622" y="418031"/>
                  </a:lnTo>
                  <a:lnTo>
                    <a:pt x="339343" y="416392"/>
                  </a:lnTo>
                  <a:lnTo>
                    <a:pt x="336064" y="413113"/>
                  </a:lnTo>
                  <a:lnTo>
                    <a:pt x="331146" y="413113"/>
                  </a:lnTo>
                  <a:lnTo>
                    <a:pt x="327868" y="413113"/>
                  </a:lnTo>
                  <a:lnTo>
                    <a:pt x="324589" y="411473"/>
                  </a:lnTo>
                  <a:lnTo>
                    <a:pt x="321310" y="411473"/>
                  </a:lnTo>
                  <a:lnTo>
                    <a:pt x="316392" y="411473"/>
                  </a:lnTo>
                  <a:lnTo>
                    <a:pt x="313113" y="413113"/>
                  </a:lnTo>
                  <a:lnTo>
                    <a:pt x="308195" y="411473"/>
                  </a:lnTo>
                  <a:lnTo>
                    <a:pt x="304916" y="411473"/>
                  </a:lnTo>
                  <a:lnTo>
                    <a:pt x="299999" y="409834"/>
                  </a:lnTo>
                  <a:lnTo>
                    <a:pt x="296720" y="409834"/>
                  </a:lnTo>
                  <a:lnTo>
                    <a:pt x="293441" y="409834"/>
                  </a:lnTo>
                  <a:lnTo>
                    <a:pt x="288523" y="409834"/>
                  </a:lnTo>
                  <a:lnTo>
                    <a:pt x="285245" y="411473"/>
                  </a:lnTo>
                  <a:lnTo>
                    <a:pt x="281966" y="413113"/>
                  </a:lnTo>
                  <a:lnTo>
                    <a:pt x="277048" y="414752"/>
                  </a:lnTo>
                  <a:lnTo>
                    <a:pt x="281966" y="418031"/>
                  </a:lnTo>
                  <a:lnTo>
                    <a:pt x="285245" y="421309"/>
                  </a:lnTo>
                  <a:lnTo>
                    <a:pt x="288523" y="424588"/>
                  </a:lnTo>
                  <a:lnTo>
                    <a:pt x="291802" y="426228"/>
                  </a:lnTo>
                  <a:lnTo>
                    <a:pt x="296720" y="426228"/>
                  </a:lnTo>
                  <a:lnTo>
                    <a:pt x="299999" y="426228"/>
                  </a:lnTo>
                  <a:lnTo>
                    <a:pt x="304916" y="427867"/>
                  </a:lnTo>
                  <a:lnTo>
                    <a:pt x="308195" y="427867"/>
                  </a:lnTo>
                  <a:lnTo>
                    <a:pt x="311474" y="427867"/>
                  </a:lnTo>
                  <a:lnTo>
                    <a:pt x="316392" y="429506"/>
                  </a:lnTo>
                  <a:lnTo>
                    <a:pt x="319671" y="431146"/>
                  </a:lnTo>
                  <a:lnTo>
                    <a:pt x="322949" y="434424"/>
                  </a:lnTo>
                  <a:lnTo>
                    <a:pt x="326228" y="437703"/>
                  </a:lnTo>
                  <a:lnTo>
                    <a:pt x="331146" y="439342"/>
                  </a:lnTo>
                  <a:lnTo>
                    <a:pt x="334425" y="437703"/>
                  </a:lnTo>
                  <a:lnTo>
                    <a:pt x="339343" y="439342"/>
                  </a:lnTo>
                  <a:lnTo>
                    <a:pt x="342622" y="439342"/>
                  </a:lnTo>
                  <a:lnTo>
                    <a:pt x="345900" y="439342"/>
                  </a:lnTo>
                  <a:lnTo>
                    <a:pt x="347539" y="439342"/>
                  </a:lnTo>
                  <a:lnTo>
                    <a:pt x="349179" y="440982"/>
                  </a:lnTo>
                  <a:lnTo>
                    <a:pt x="352458" y="439342"/>
                  </a:lnTo>
                  <a:lnTo>
                    <a:pt x="355736" y="437703"/>
                  </a:lnTo>
                  <a:lnTo>
                    <a:pt x="359015" y="437703"/>
                  </a:lnTo>
                  <a:lnTo>
                    <a:pt x="362293" y="439342"/>
                  </a:lnTo>
                  <a:lnTo>
                    <a:pt x="359015" y="439342"/>
                  </a:lnTo>
                  <a:lnTo>
                    <a:pt x="355736" y="440982"/>
                  </a:lnTo>
                  <a:lnTo>
                    <a:pt x="359015" y="440982"/>
                  </a:lnTo>
                  <a:lnTo>
                    <a:pt x="362293" y="440982"/>
                  </a:lnTo>
                  <a:lnTo>
                    <a:pt x="365572" y="440982"/>
                  </a:lnTo>
                  <a:lnTo>
                    <a:pt x="370490" y="439342"/>
                  </a:lnTo>
                  <a:lnTo>
                    <a:pt x="372129" y="439342"/>
                  </a:lnTo>
                  <a:lnTo>
                    <a:pt x="375408" y="439342"/>
                  </a:lnTo>
                  <a:lnTo>
                    <a:pt x="380326" y="437703"/>
                  </a:lnTo>
                  <a:lnTo>
                    <a:pt x="383605" y="437703"/>
                  </a:lnTo>
                  <a:lnTo>
                    <a:pt x="383605" y="439342"/>
                  </a:lnTo>
                  <a:lnTo>
                    <a:pt x="383605" y="439342"/>
                  </a:lnTo>
                  <a:lnTo>
                    <a:pt x="380326" y="440982"/>
                  </a:lnTo>
                  <a:lnTo>
                    <a:pt x="375408" y="444260"/>
                  </a:lnTo>
                  <a:lnTo>
                    <a:pt x="378687" y="445900"/>
                  </a:lnTo>
                  <a:lnTo>
                    <a:pt x="378687" y="449178"/>
                  </a:lnTo>
                  <a:lnTo>
                    <a:pt x="375408" y="449178"/>
                  </a:lnTo>
                  <a:lnTo>
                    <a:pt x="372129" y="447539"/>
                  </a:lnTo>
                  <a:lnTo>
                    <a:pt x="367212" y="449178"/>
                  </a:lnTo>
                  <a:lnTo>
                    <a:pt x="363933" y="452457"/>
                  </a:lnTo>
                  <a:lnTo>
                    <a:pt x="367212" y="452457"/>
                  </a:lnTo>
                  <a:lnTo>
                    <a:pt x="372129" y="454096"/>
                  </a:lnTo>
                  <a:lnTo>
                    <a:pt x="367212" y="454096"/>
                  </a:lnTo>
                  <a:lnTo>
                    <a:pt x="363933" y="452457"/>
                  </a:lnTo>
                  <a:lnTo>
                    <a:pt x="359015" y="454096"/>
                  </a:lnTo>
                  <a:lnTo>
                    <a:pt x="359015" y="459014"/>
                  </a:lnTo>
                  <a:lnTo>
                    <a:pt x="362293" y="459014"/>
                  </a:lnTo>
                  <a:lnTo>
                    <a:pt x="365572" y="459014"/>
                  </a:lnTo>
                  <a:lnTo>
                    <a:pt x="370490" y="457375"/>
                  </a:lnTo>
                  <a:lnTo>
                    <a:pt x="373769" y="459014"/>
                  </a:lnTo>
                  <a:lnTo>
                    <a:pt x="368851" y="459014"/>
                  </a:lnTo>
                  <a:lnTo>
                    <a:pt x="365572" y="460654"/>
                  </a:lnTo>
                  <a:lnTo>
                    <a:pt x="362293" y="459014"/>
                  </a:lnTo>
                  <a:lnTo>
                    <a:pt x="357375" y="459014"/>
                  </a:lnTo>
                  <a:lnTo>
                    <a:pt x="354097" y="462293"/>
                  </a:lnTo>
                  <a:lnTo>
                    <a:pt x="352458" y="465572"/>
                  </a:lnTo>
                  <a:lnTo>
                    <a:pt x="349179" y="467211"/>
                  </a:lnTo>
                  <a:lnTo>
                    <a:pt x="344261" y="470490"/>
                  </a:lnTo>
                  <a:lnTo>
                    <a:pt x="349179" y="470490"/>
                  </a:lnTo>
                  <a:lnTo>
                    <a:pt x="352458" y="470490"/>
                  </a:lnTo>
                  <a:lnTo>
                    <a:pt x="355736" y="468850"/>
                  </a:lnTo>
                  <a:lnTo>
                    <a:pt x="359015" y="467211"/>
                  </a:lnTo>
                  <a:lnTo>
                    <a:pt x="363933" y="465572"/>
                  </a:lnTo>
                  <a:lnTo>
                    <a:pt x="365572" y="470490"/>
                  </a:lnTo>
                  <a:lnTo>
                    <a:pt x="368851" y="472129"/>
                  </a:lnTo>
                  <a:lnTo>
                    <a:pt x="365572" y="472129"/>
                  </a:lnTo>
                  <a:lnTo>
                    <a:pt x="360654" y="472129"/>
                  </a:lnTo>
                  <a:lnTo>
                    <a:pt x="357375" y="473768"/>
                  </a:lnTo>
                  <a:lnTo>
                    <a:pt x="360654" y="475408"/>
                  </a:lnTo>
                  <a:lnTo>
                    <a:pt x="365572" y="477047"/>
                  </a:lnTo>
                  <a:lnTo>
                    <a:pt x="360654" y="477047"/>
                  </a:lnTo>
                  <a:lnTo>
                    <a:pt x="357375" y="480326"/>
                  </a:lnTo>
                  <a:lnTo>
                    <a:pt x="355736" y="475408"/>
                  </a:lnTo>
                  <a:lnTo>
                    <a:pt x="352458" y="473768"/>
                  </a:lnTo>
                  <a:lnTo>
                    <a:pt x="349179" y="475408"/>
                  </a:lnTo>
                  <a:lnTo>
                    <a:pt x="345900" y="475408"/>
                  </a:lnTo>
                  <a:lnTo>
                    <a:pt x="349179" y="472129"/>
                  </a:lnTo>
                  <a:lnTo>
                    <a:pt x="345900" y="472129"/>
                  </a:lnTo>
                  <a:lnTo>
                    <a:pt x="340982" y="473768"/>
                  </a:lnTo>
                  <a:lnTo>
                    <a:pt x="340982" y="477047"/>
                  </a:lnTo>
                  <a:lnTo>
                    <a:pt x="339343" y="481965"/>
                  </a:lnTo>
                  <a:lnTo>
                    <a:pt x="337703" y="481965"/>
                  </a:lnTo>
                  <a:lnTo>
                    <a:pt x="334425" y="483604"/>
                  </a:lnTo>
                  <a:lnTo>
                    <a:pt x="331146" y="486883"/>
                  </a:lnTo>
                  <a:lnTo>
                    <a:pt x="334425" y="486883"/>
                  </a:lnTo>
                  <a:lnTo>
                    <a:pt x="337703" y="485244"/>
                  </a:lnTo>
                  <a:lnTo>
                    <a:pt x="342622" y="485244"/>
                  </a:lnTo>
                  <a:lnTo>
                    <a:pt x="345900" y="483604"/>
                  </a:lnTo>
                  <a:lnTo>
                    <a:pt x="342622" y="485244"/>
                  </a:lnTo>
                  <a:lnTo>
                    <a:pt x="337703" y="486883"/>
                  </a:lnTo>
                  <a:lnTo>
                    <a:pt x="339343" y="491801"/>
                  </a:lnTo>
                  <a:lnTo>
                    <a:pt x="334425" y="490162"/>
                  </a:lnTo>
                  <a:lnTo>
                    <a:pt x="331146" y="493440"/>
                  </a:lnTo>
                  <a:lnTo>
                    <a:pt x="327868" y="493440"/>
                  </a:lnTo>
                  <a:lnTo>
                    <a:pt x="322949" y="495080"/>
                  </a:lnTo>
                  <a:lnTo>
                    <a:pt x="319671" y="493440"/>
                  </a:lnTo>
                  <a:lnTo>
                    <a:pt x="316392" y="495080"/>
                  </a:lnTo>
                  <a:lnTo>
                    <a:pt x="311474" y="495080"/>
                  </a:lnTo>
                  <a:lnTo>
                    <a:pt x="308195" y="493440"/>
                  </a:lnTo>
                  <a:lnTo>
                    <a:pt x="304916" y="493440"/>
                  </a:lnTo>
                  <a:lnTo>
                    <a:pt x="308195" y="491801"/>
                  </a:lnTo>
                  <a:lnTo>
                    <a:pt x="311474" y="490162"/>
                  </a:lnTo>
                  <a:lnTo>
                    <a:pt x="308195" y="491801"/>
                  </a:lnTo>
                  <a:lnTo>
                    <a:pt x="304916" y="490162"/>
                  </a:lnTo>
                  <a:lnTo>
                    <a:pt x="299999" y="490162"/>
                  </a:lnTo>
                  <a:lnTo>
                    <a:pt x="296720" y="493440"/>
                  </a:lnTo>
                  <a:lnTo>
                    <a:pt x="301638" y="493440"/>
                  </a:lnTo>
                  <a:lnTo>
                    <a:pt x="304916" y="493440"/>
                  </a:lnTo>
                  <a:lnTo>
                    <a:pt x="301638" y="493440"/>
                  </a:lnTo>
                  <a:lnTo>
                    <a:pt x="296720" y="493440"/>
                  </a:lnTo>
                  <a:lnTo>
                    <a:pt x="293441" y="495080"/>
                  </a:lnTo>
                  <a:lnTo>
                    <a:pt x="288523" y="495080"/>
                  </a:lnTo>
                  <a:lnTo>
                    <a:pt x="291802" y="495080"/>
                  </a:lnTo>
                  <a:lnTo>
                    <a:pt x="288523" y="498358"/>
                  </a:lnTo>
                  <a:lnTo>
                    <a:pt x="285245" y="498358"/>
                  </a:lnTo>
                  <a:lnTo>
                    <a:pt x="280326" y="498358"/>
                  </a:lnTo>
                  <a:lnTo>
                    <a:pt x="277048" y="501637"/>
                  </a:lnTo>
                  <a:lnTo>
                    <a:pt x="273769" y="501637"/>
                  </a:lnTo>
                  <a:lnTo>
                    <a:pt x="268851" y="501637"/>
                  </a:lnTo>
                  <a:lnTo>
                    <a:pt x="265573" y="503276"/>
                  </a:lnTo>
                  <a:lnTo>
                    <a:pt x="268851" y="503276"/>
                  </a:lnTo>
                  <a:lnTo>
                    <a:pt x="272130" y="503276"/>
                  </a:lnTo>
                  <a:lnTo>
                    <a:pt x="277048" y="503276"/>
                  </a:lnTo>
                  <a:lnTo>
                    <a:pt x="280326" y="501637"/>
                  </a:lnTo>
                  <a:lnTo>
                    <a:pt x="285245" y="501637"/>
                  </a:lnTo>
                  <a:lnTo>
                    <a:pt x="280326" y="503276"/>
                  </a:lnTo>
                  <a:lnTo>
                    <a:pt x="277048" y="506555"/>
                  </a:lnTo>
                  <a:lnTo>
                    <a:pt x="280326" y="504916"/>
                  </a:lnTo>
                  <a:lnTo>
                    <a:pt x="283605" y="504916"/>
                  </a:lnTo>
                  <a:lnTo>
                    <a:pt x="288523" y="508194"/>
                  </a:lnTo>
                  <a:lnTo>
                    <a:pt x="291802" y="506555"/>
                  </a:lnTo>
                  <a:lnTo>
                    <a:pt x="295081" y="506555"/>
                  </a:lnTo>
                  <a:lnTo>
                    <a:pt x="299999" y="504916"/>
                  </a:lnTo>
                  <a:lnTo>
                    <a:pt x="303278" y="504916"/>
                  </a:lnTo>
                  <a:lnTo>
                    <a:pt x="306556" y="504916"/>
                  </a:lnTo>
                  <a:lnTo>
                    <a:pt x="311474" y="504916"/>
                  </a:lnTo>
                  <a:lnTo>
                    <a:pt x="314753" y="504916"/>
                  </a:lnTo>
                  <a:lnTo>
                    <a:pt x="318031" y="504916"/>
                  </a:lnTo>
                  <a:lnTo>
                    <a:pt x="321310" y="501637"/>
                  </a:lnTo>
                  <a:lnTo>
                    <a:pt x="318031" y="501637"/>
                  </a:lnTo>
                  <a:lnTo>
                    <a:pt x="314753" y="498358"/>
                  </a:lnTo>
                  <a:lnTo>
                    <a:pt x="318031" y="499998"/>
                  </a:lnTo>
                  <a:lnTo>
                    <a:pt x="321310" y="498358"/>
                  </a:lnTo>
                  <a:lnTo>
                    <a:pt x="326228" y="498358"/>
                  </a:lnTo>
                  <a:lnTo>
                    <a:pt x="329507" y="498358"/>
                  </a:lnTo>
                  <a:lnTo>
                    <a:pt x="332785" y="496719"/>
                  </a:lnTo>
                  <a:lnTo>
                    <a:pt x="337703" y="496719"/>
                  </a:lnTo>
                  <a:lnTo>
                    <a:pt x="332785" y="498358"/>
                  </a:lnTo>
                  <a:lnTo>
                    <a:pt x="329507" y="498358"/>
                  </a:lnTo>
                  <a:lnTo>
                    <a:pt x="326228" y="499998"/>
                  </a:lnTo>
                  <a:lnTo>
                    <a:pt x="322949" y="503276"/>
                  </a:lnTo>
                  <a:lnTo>
                    <a:pt x="319671" y="504916"/>
                  </a:lnTo>
                  <a:lnTo>
                    <a:pt x="322949" y="506555"/>
                  </a:lnTo>
                  <a:lnTo>
                    <a:pt x="326228" y="508194"/>
                  </a:lnTo>
                  <a:lnTo>
                    <a:pt x="322949" y="508194"/>
                  </a:lnTo>
                  <a:lnTo>
                    <a:pt x="319671" y="506555"/>
                  </a:lnTo>
                  <a:lnTo>
                    <a:pt x="316392" y="508194"/>
                  </a:lnTo>
                  <a:lnTo>
                    <a:pt x="319671" y="508194"/>
                  </a:lnTo>
                  <a:lnTo>
                    <a:pt x="322949" y="511473"/>
                  </a:lnTo>
                  <a:lnTo>
                    <a:pt x="326228" y="513112"/>
                  </a:lnTo>
                  <a:lnTo>
                    <a:pt x="331146" y="513112"/>
                  </a:lnTo>
                  <a:lnTo>
                    <a:pt x="334425" y="514752"/>
                  </a:lnTo>
                  <a:lnTo>
                    <a:pt x="337703" y="516391"/>
                  </a:lnTo>
                  <a:lnTo>
                    <a:pt x="342622" y="516391"/>
                  </a:lnTo>
                  <a:lnTo>
                    <a:pt x="345900" y="518030"/>
                  </a:lnTo>
                  <a:lnTo>
                    <a:pt x="342622" y="518030"/>
                  </a:lnTo>
                  <a:lnTo>
                    <a:pt x="337703" y="516391"/>
                  </a:lnTo>
                  <a:lnTo>
                    <a:pt x="334425" y="518030"/>
                  </a:lnTo>
                  <a:lnTo>
                    <a:pt x="329507" y="516391"/>
                  </a:lnTo>
                  <a:lnTo>
                    <a:pt x="326228" y="514752"/>
                  </a:lnTo>
                  <a:lnTo>
                    <a:pt x="322949" y="513112"/>
                  </a:lnTo>
                  <a:lnTo>
                    <a:pt x="319671" y="511473"/>
                  </a:lnTo>
                  <a:lnTo>
                    <a:pt x="314753" y="511473"/>
                  </a:lnTo>
                  <a:lnTo>
                    <a:pt x="311474" y="513112"/>
                  </a:lnTo>
                  <a:lnTo>
                    <a:pt x="308195" y="511473"/>
                  </a:lnTo>
                  <a:lnTo>
                    <a:pt x="303278" y="513112"/>
                  </a:lnTo>
                  <a:lnTo>
                    <a:pt x="299999" y="513112"/>
                  </a:lnTo>
                  <a:lnTo>
                    <a:pt x="295081" y="511473"/>
                  </a:lnTo>
                  <a:lnTo>
                    <a:pt x="291802" y="511473"/>
                  </a:lnTo>
                  <a:lnTo>
                    <a:pt x="288523" y="509834"/>
                  </a:lnTo>
                  <a:lnTo>
                    <a:pt x="285245" y="508194"/>
                  </a:lnTo>
                  <a:lnTo>
                    <a:pt x="280326" y="508194"/>
                  </a:lnTo>
                  <a:lnTo>
                    <a:pt x="277048" y="508194"/>
                  </a:lnTo>
                  <a:lnTo>
                    <a:pt x="280326" y="509834"/>
                  </a:lnTo>
                  <a:lnTo>
                    <a:pt x="285245" y="511473"/>
                  </a:lnTo>
                  <a:lnTo>
                    <a:pt x="280326" y="511473"/>
                  </a:lnTo>
                  <a:lnTo>
                    <a:pt x="277048" y="509834"/>
                  </a:lnTo>
                  <a:lnTo>
                    <a:pt x="273769" y="509834"/>
                  </a:lnTo>
                  <a:lnTo>
                    <a:pt x="270491" y="508194"/>
                  </a:lnTo>
                  <a:lnTo>
                    <a:pt x="265573" y="506555"/>
                  </a:lnTo>
                  <a:lnTo>
                    <a:pt x="262294" y="508194"/>
                  </a:lnTo>
                  <a:lnTo>
                    <a:pt x="259015" y="508194"/>
                  </a:lnTo>
                  <a:lnTo>
                    <a:pt x="262294" y="508194"/>
                  </a:lnTo>
                  <a:lnTo>
                    <a:pt x="265573" y="508194"/>
                  </a:lnTo>
                  <a:lnTo>
                    <a:pt x="267212" y="511473"/>
                  </a:lnTo>
                  <a:lnTo>
                    <a:pt x="272130" y="514752"/>
                  </a:lnTo>
                  <a:lnTo>
                    <a:pt x="275409" y="516391"/>
                  </a:lnTo>
                  <a:lnTo>
                    <a:pt x="278688" y="516391"/>
                  </a:lnTo>
                  <a:lnTo>
                    <a:pt x="281966" y="516391"/>
                  </a:lnTo>
                  <a:lnTo>
                    <a:pt x="286884" y="516391"/>
                  </a:lnTo>
                  <a:lnTo>
                    <a:pt x="290163" y="516391"/>
                  </a:lnTo>
                  <a:lnTo>
                    <a:pt x="286884" y="516391"/>
                  </a:lnTo>
                  <a:lnTo>
                    <a:pt x="281966" y="516391"/>
                  </a:lnTo>
                  <a:lnTo>
                    <a:pt x="278688" y="516391"/>
                  </a:lnTo>
                  <a:lnTo>
                    <a:pt x="275409" y="516391"/>
                  </a:lnTo>
                  <a:lnTo>
                    <a:pt x="272130" y="514752"/>
                  </a:lnTo>
                  <a:lnTo>
                    <a:pt x="267212" y="513112"/>
                  </a:lnTo>
                  <a:lnTo>
                    <a:pt x="263933" y="513112"/>
                  </a:lnTo>
                  <a:lnTo>
                    <a:pt x="259015" y="513112"/>
                  </a:lnTo>
                  <a:lnTo>
                    <a:pt x="263933" y="514752"/>
                  </a:lnTo>
                  <a:lnTo>
                    <a:pt x="267212" y="514752"/>
                  </a:lnTo>
                  <a:lnTo>
                    <a:pt x="263933" y="516391"/>
                  </a:lnTo>
                  <a:lnTo>
                    <a:pt x="259015" y="516391"/>
                  </a:lnTo>
                  <a:lnTo>
                    <a:pt x="255736" y="518030"/>
                  </a:lnTo>
                  <a:lnTo>
                    <a:pt x="260655" y="518030"/>
                  </a:lnTo>
                  <a:lnTo>
                    <a:pt x="255736" y="519670"/>
                  </a:lnTo>
                  <a:lnTo>
                    <a:pt x="252458" y="518030"/>
                  </a:lnTo>
                  <a:lnTo>
                    <a:pt x="254097" y="522948"/>
                  </a:lnTo>
                  <a:lnTo>
                    <a:pt x="250819" y="522948"/>
                  </a:lnTo>
                  <a:lnTo>
                    <a:pt x="245901" y="521309"/>
                  </a:lnTo>
                  <a:lnTo>
                    <a:pt x="242622" y="521309"/>
                  </a:lnTo>
                  <a:lnTo>
                    <a:pt x="244261" y="522948"/>
                  </a:lnTo>
                  <a:lnTo>
                    <a:pt x="239343" y="522948"/>
                  </a:lnTo>
                  <a:lnTo>
                    <a:pt x="240982" y="526227"/>
                  </a:lnTo>
                  <a:lnTo>
                    <a:pt x="244261" y="522948"/>
                  </a:lnTo>
                  <a:lnTo>
                    <a:pt x="245901" y="526227"/>
                  </a:lnTo>
                  <a:lnTo>
                    <a:pt x="240982" y="527866"/>
                  </a:lnTo>
                  <a:lnTo>
                    <a:pt x="237704" y="529506"/>
                  </a:lnTo>
                  <a:lnTo>
                    <a:pt x="237704" y="532784"/>
                  </a:lnTo>
                  <a:lnTo>
                    <a:pt x="240982" y="532784"/>
                  </a:lnTo>
                  <a:lnTo>
                    <a:pt x="244261" y="531145"/>
                  </a:lnTo>
                  <a:lnTo>
                    <a:pt x="249179" y="529506"/>
                  </a:lnTo>
                  <a:lnTo>
                    <a:pt x="252458" y="527866"/>
                  </a:lnTo>
                  <a:lnTo>
                    <a:pt x="255736" y="526227"/>
                  </a:lnTo>
                  <a:lnTo>
                    <a:pt x="260655" y="524588"/>
                  </a:lnTo>
                  <a:lnTo>
                    <a:pt x="263933" y="522948"/>
                  </a:lnTo>
                  <a:lnTo>
                    <a:pt x="268851" y="522948"/>
                  </a:lnTo>
                  <a:lnTo>
                    <a:pt x="272130" y="522948"/>
                  </a:lnTo>
                  <a:lnTo>
                    <a:pt x="275409" y="521309"/>
                  </a:lnTo>
                  <a:lnTo>
                    <a:pt x="278688" y="521309"/>
                  </a:lnTo>
                  <a:lnTo>
                    <a:pt x="283605" y="519670"/>
                  </a:lnTo>
                  <a:lnTo>
                    <a:pt x="286884" y="518030"/>
                  </a:lnTo>
                  <a:lnTo>
                    <a:pt x="291802" y="518030"/>
                  </a:lnTo>
                  <a:lnTo>
                    <a:pt x="295081" y="518030"/>
                  </a:lnTo>
                  <a:lnTo>
                    <a:pt x="298359" y="516391"/>
                  </a:lnTo>
                  <a:lnTo>
                    <a:pt x="301638" y="516391"/>
                  </a:lnTo>
                  <a:lnTo>
                    <a:pt x="306556" y="516391"/>
                  </a:lnTo>
                  <a:lnTo>
                    <a:pt x="301638" y="518030"/>
                  </a:lnTo>
                  <a:lnTo>
                    <a:pt x="298359" y="518030"/>
                  </a:lnTo>
                  <a:lnTo>
                    <a:pt x="295081" y="519670"/>
                  </a:lnTo>
                  <a:lnTo>
                    <a:pt x="291802" y="519670"/>
                  </a:lnTo>
                  <a:lnTo>
                    <a:pt x="286884" y="519670"/>
                  </a:lnTo>
                  <a:lnTo>
                    <a:pt x="283605" y="519670"/>
                  </a:lnTo>
                  <a:lnTo>
                    <a:pt x="286884" y="522948"/>
                  </a:lnTo>
                  <a:lnTo>
                    <a:pt x="291802" y="524588"/>
                  </a:lnTo>
                  <a:lnTo>
                    <a:pt x="295081" y="522948"/>
                  </a:lnTo>
                  <a:lnTo>
                    <a:pt x="298359" y="522948"/>
                  </a:lnTo>
                  <a:lnTo>
                    <a:pt x="295081" y="524588"/>
                  </a:lnTo>
                  <a:lnTo>
                    <a:pt x="298359" y="526227"/>
                  </a:lnTo>
                  <a:lnTo>
                    <a:pt x="301638" y="524588"/>
                  </a:lnTo>
                  <a:lnTo>
                    <a:pt x="306556" y="524588"/>
                  </a:lnTo>
                  <a:lnTo>
                    <a:pt x="309835" y="522948"/>
                  </a:lnTo>
                  <a:lnTo>
                    <a:pt x="306556" y="518030"/>
                  </a:lnTo>
                  <a:lnTo>
                    <a:pt x="311474" y="518030"/>
                  </a:lnTo>
                  <a:lnTo>
                    <a:pt x="314753" y="516391"/>
                  </a:lnTo>
                  <a:lnTo>
                    <a:pt x="318031" y="516391"/>
                  </a:lnTo>
                  <a:lnTo>
                    <a:pt x="322949" y="518030"/>
                  </a:lnTo>
                  <a:lnTo>
                    <a:pt x="318031" y="518030"/>
                  </a:lnTo>
                  <a:lnTo>
                    <a:pt x="314753" y="518030"/>
                  </a:lnTo>
                  <a:lnTo>
                    <a:pt x="311474" y="519670"/>
                  </a:lnTo>
                  <a:lnTo>
                    <a:pt x="313113" y="522948"/>
                  </a:lnTo>
                  <a:lnTo>
                    <a:pt x="316392" y="522948"/>
                  </a:lnTo>
                  <a:lnTo>
                    <a:pt x="319671" y="522948"/>
                  </a:lnTo>
                  <a:lnTo>
                    <a:pt x="322949" y="522948"/>
                  </a:lnTo>
                  <a:lnTo>
                    <a:pt x="327868" y="521309"/>
                  </a:lnTo>
                  <a:lnTo>
                    <a:pt x="322949" y="519670"/>
                  </a:lnTo>
                  <a:lnTo>
                    <a:pt x="327868" y="518030"/>
                  </a:lnTo>
                  <a:lnTo>
                    <a:pt x="331146" y="519670"/>
                  </a:lnTo>
                  <a:lnTo>
                    <a:pt x="336064" y="519670"/>
                  </a:lnTo>
                  <a:lnTo>
                    <a:pt x="339343" y="521309"/>
                  </a:lnTo>
                  <a:lnTo>
                    <a:pt x="336064" y="521309"/>
                  </a:lnTo>
                  <a:lnTo>
                    <a:pt x="332785" y="521309"/>
                  </a:lnTo>
                  <a:lnTo>
                    <a:pt x="327868" y="522948"/>
                  </a:lnTo>
                  <a:lnTo>
                    <a:pt x="324589" y="522948"/>
                  </a:lnTo>
                  <a:lnTo>
                    <a:pt x="321310" y="524588"/>
                  </a:lnTo>
                  <a:lnTo>
                    <a:pt x="316392" y="524588"/>
                  </a:lnTo>
                  <a:lnTo>
                    <a:pt x="313113" y="524588"/>
                  </a:lnTo>
                  <a:lnTo>
                    <a:pt x="309835" y="524588"/>
                  </a:lnTo>
                  <a:lnTo>
                    <a:pt x="313113" y="526227"/>
                  </a:lnTo>
                  <a:lnTo>
                    <a:pt x="316392" y="527866"/>
                  </a:lnTo>
                  <a:lnTo>
                    <a:pt x="319671" y="527866"/>
                  </a:lnTo>
                  <a:lnTo>
                    <a:pt x="324589" y="527866"/>
                  </a:lnTo>
                  <a:lnTo>
                    <a:pt x="327868" y="527866"/>
                  </a:lnTo>
                  <a:lnTo>
                    <a:pt x="331146" y="526227"/>
                  </a:lnTo>
                  <a:lnTo>
                    <a:pt x="336064" y="524588"/>
                  </a:lnTo>
                  <a:lnTo>
                    <a:pt x="337703" y="524588"/>
                  </a:lnTo>
                  <a:lnTo>
                    <a:pt x="334425" y="526227"/>
                  </a:lnTo>
                  <a:lnTo>
                    <a:pt x="329507" y="526227"/>
                  </a:lnTo>
                  <a:lnTo>
                    <a:pt x="326228" y="527866"/>
                  </a:lnTo>
                  <a:lnTo>
                    <a:pt x="322949" y="529506"/>
                  </a:lnTo>
                  <a:lnTo>
                    <a:pt x="319671" y="529506"/>
                  </a:lnTo>
                  <a:lnTo>
                    <a:pt x="322949" y="532784"/>
                  </a:lnTo>
                  <a:lnTo>
                    <a:pt x="326228" y="532784"/>
                  </a:lnTo>
                  <a:lnTo>
                    <a:pt x="329507" y="532784"/>
                  </a:lnTo>
                  <a:lnTo>
                    <a:pt x="334425" y="532784"/>
                  </a:lnTo>
                  <a:lnTo>
                    <a:pt x="337703" y="532784"/>
                  </a:lnTo>
                  <a:lnTo>
                    <a:pt x="332785" y="534424"/>
                  </a:lnTo>
                  <a:lnTo>
                    <a:pt x="329507" y="534424"/>
                  </a:lnTo>
                  <a:lnTo>
                    <a:pt x="326228" y="534424"/>
                  </a:lnTo>
                  <a:lnTo>
                    <a:pt x="322949" y="534424"/>
                  </a:lnTo>
                  <a:lnTo>
                    <a:pt x="318031" y="531145"/>
                  </a:lnTo>
                  <a:lnTo>
                    <a:pt x="314753" y="529506"/>
                  </a:lnTo>
                  <a:lnTo>
                    <a:pt x="311474" y="527866"/>
                  </a:lnTo>
                  <a:lnTo>
                    <a:pt x="306556" y="526227"/>
                  </a:lnTo>
                  <a:lnTo>
                    <a:pt x="303278" y="527866"/>
                  </a:lnTo>
                  <a:lnTo>
                    <a:pt x="299999" y="527866"/>
                  </a:lnTo>
                  <a:lnTo>
                    <a:pt x="295081" y="527866"/>
                  </a:lnTo>
                  <a:lnTo>
                    <a:pt x="291802" y="527866"/>
                  </a:lnTo>
                  <a:lnTo>
                    <a:pt x="288523" y="526227"/>
                  </a:lnTo>
                  <a:lnTo>
                    <a:pt x="283605" y="524588"/>
                  </a:lnTo>
                  <a:lnTo>
                    <a:pt x="280326" y="524588"/>
                  </a:lnTo>
                  <a:lnTo>
                    <a:pt x="277048" y="522948"/>
                  </a:lnTo>
                  <a:lnTo>
                    <a:pt x="272130" y="524588"/>
                  </a:lnTo>
                  <a:lnTo>
                    <a:pt x="268851" y="524588"/>
                  </a:lnTo>
                  <a:lnTo>
                    <a:pt x="272130" y="524588"/>
                  </a:lnTo>
                  <a:lnTo>
                    <a:pt x="268851" y="526227"/>
                  </a:lnTo>
                  <a:lnTo>
                    <a:pt x="265573" y="524588"/>
                  </a:lnTo>
                  <a:lnTo>
                    <a:pt x="262294" y="526227"/>
                  </a:lnTo>
                  <a:lnTo>
                    <a:pt x="257376" y="526227"/>
                  </a:lnTo>
                  <a:lnTo>
                    <a:pt x="262294" y="526227"/>
                  </a:lnTo>
                  <a:lnTo>
                    <a:pt x="257376" y="527866"/>
                  </a:lnTo>
                  <a:lnTo>
                    <a:pt x="254097" y="529506"/>
                  </a:lnTo>
                  <a:lnTo>
                    <a:pt x="250819" y="531145"/>
                  </a:lnTo>
                  <a:lnTo>
                    <a:pt x="245901" y="532784"/>
                  </a:lnTo>
                  <a:lnTo>
                    <a:pt x="242622" y="532784"/>
                  </a:lnTo>
                  <a:lnTo>
                    <a:pt x="239343" y="534424"/>
                  </a:lnTo>
                  <a:lnTo>
                    <a:pt x="234425" y="536063"/>
                  </a:lnTo>
                  <a:lnTo>
                    <a:pt x="231146" y="536063"/>
                  </a:lnTo>
                  <a:lnTo>
                    <a:pt x="227868" y="540981"/>
                  </a:lnTo>
                  <a:lnTo>
                    <a:pt x="227868" y="544260"/>
                  </a:lnTo>
                  <a:lnTo>
                    <a:pt x="231146" y="544260"/>
                  </a:lnTo>
                  <a:lnTo>
                    <a:pt x="236065" y="542620"/>
                  </a:lnTo>
                  <a:lnTo>
                    <a:pt x="239343" y="542620"/>
                  </a:lnTo>
                  <a:lnTo>
                    <a:pt x="242622" y="540981"/>
                  </a:lnTo>
                  <a:lnTo>
                    <a:pt x="247540" y="539342"/>
                  </a:lnTo>
                  <a:lnTo>
                    <a:pt x="250819" y="540981"/>
                  </a:lnTo>
                  <a:lnTo>
                    <a:pt x="254097" y="540981"/>
                  </a:lnTo>
                  <a:lnTo>
                    <a:pt x="259015" y="540981"/>
                  </a:lnTo>
                  <a:lnTo>
                    <a:pt x="262294" y="539342"/>
                  </a:lnTo>
                  <a:lnTo>
                    <a:pt x="265573" y="539342"/>
                  </a:lnTo>
                  <a:lnTo>
                    <a:pt x="270491" y="537703"/>
                  </a:lnTo>
                  <a:lnTo>
                    <a:pt x="273769" y="537703"/>
                  </a:lnTo>
                  <a:lnTo>
                    <a:pt x="277048" y="537703"/>
                  </a:lnTo>
                  <a:lnTo>
                    <a:pt x="281966" y="537703"/>
                  </a:lnTo>
                  <a:lnTo>
                    <a:pt x="285245" y="539342"/>
                  </a:lnTo>
                  <a:lnTo>
                    <a:pt x="288523" y="539342"/>
                  </a:lnTo>
                  <a:lnTo>
                    <a:pt x="293441" y="539342"/>
                  </a:lnTo>
                  <a:lnTo>
                    <a:pt x="296720" y="537703"/>
                  </a:lnTo>
                  <a:lnTo>
                    <a:pt x="299999" y="537703"/>
                  </a:lnTo>
                  <a:lnTo>
                    <a:pt x="304916" y="537703"/>
                  </a:lnTo>
                  <a:lnTo>
                    <a:pt x="308195" y="536063"/>
                  </a:lnTo>
                  <a:lnTo>
                    <a:pt x="304916" y="537703"/>
                  </a:lnTo>
                  <a:lnTo>
                    <a:pt x="299999" y="537703"/>
                  </a:lnTo>
                  <a:lnTo>
                    <a:pt x="296720" y="539342"/>
                  </a:lnTo>
                  <a:lnTo>
                    <a:pt x="298359" y="542620"/>
                  </a:lnTo>
                  <a:lnTo>
                    <a:pt x="299999" y="545899"/>
                  </a:lnTo>
                  <a:lnTo>
                    <a:pt x="304916" y="547539"/>
                  </a:lnTo>
                  <a:lnTo>
                    <a:pt x="308195" y="545899"/>
                  </a:lnTo>
                  <a:lnTo>
                    <a:pt x="311474" y="545899"/>
                  </a:lnTo>
                  <a:lnTo>
                    <a:pt x="314753" y="544260"/>
                  </a:lnTo>
                  <a:lnTo>
                    <a:pt x="319671" y="544260"/>
                  </a:lnTo>
                  <a:lnTo>
                    <a:pt x="322949" y="544260"/>
                  </a:lnTo>
                  <a:lnTo>
                    <a:pt x="319671" y="545899"/>
                  </a:lnTo>
                  <a:lnTo>
                    <a:pt x="314753" y="545899"/>
                  </a:lnTo>
                  <a:lnTo>
                    <a:pt x="311474" y="545899"/>
                  </a:lnTo>
                  <a:lnTo>
                    <a:pt x="308195" y="547539"/>
                  </a:lnTo>
                  <a:lnTo>
                    <a:pt x="304916" y="547539"/>
                  </a:lnTo>
                  <a:lnTo>
                    <a:pt x="299999" y="547539"/>
                  </a:lnTo>
                  <a:lnTo>
                    <a:pt x="296720" y="544260"/>
                  </a:lnTo>
                  <a:lnTo>
                    <a:pt x="295081" y="539342"/>
                  </a:lnTo>
                  <a:lnTo>
                    <a:pt x="291802" y="539342"/>
                  </a:lnTo>
                  <a:lnTo>
                    <a:pt x="286884" y="539342"/>
                  </a:lnTo>
                  <a:lnTo>
                    <a:pt x="283605" y="539342"/>
                  </a:lnTo>
                  <a:lnTo>
                    <a:pt x="278688" y="539342"/>
                  </a:lnTo>
                  <a:lnTo>
                    <a:pt x="275409" y="539342"/>
                  </a:lnTo>
                  <a:lnTo>
                    <a:pt x="272130" y="539342"/>
                  </a:lnTo>
                  <a:lnTo>
                    <a:pt x="268851" y="540981"/>
                  </a:lnTo>
                  <a:lnTo>
                    <a:pt x="263933" y="540981"/>
                  </a:lnTo>
                  <a:lnTo>
                    <a:pt x="260655" y="540981"/>
                  </a:lnTo>
                  <a:lnTo>
                    <a:pt x="257376" y="540981"/>
                  </a:lnTo>
                  <a:lnTo>
                    <a:pt x="252458" y="542620"/>
                  </a:lnTo>
                  <a:lnTo>
                    <a:pt x="249179" y="542620"/>
                  </a:lnTo>
                  <a:lnTo>
                    <a:pt x="245901" y="542620"/>
                  </a:lnTo>
                  <a:lnTo>
                    <a:pt x="240982" y="544260"/>
                  </a:lnTo>
                  <a:lnTo>
                    <a:pt x="237704" y="544260"/>
                  </a:lnTo>
                  <a:lnTo>
                    <a:pt x="234425" y="544260"/>
                  </a:lnTo>
                  <a:lnTo>
                    <a:pt x="237704" y="544260"/>
                  </a:lnTo>
                  <a:lnTo>
                    <a:pt x="234425" y="545899"/>
                  </a:lnTo>
                  <a:lnTo>
                    <a:pt x="229507" y="545899"/>
                  </a:lnTo>
                  <a:lnTo>
                    <a:pt x="226229" y="545899"/>
                  </a:lnTo>
                  <a:lnTo>
                    <a:pt x="222950" y="547539"/>
                  </a:lnTo>
                  <a:lnTo>
                    <a:pt x="226229" y="549178"/>
                  </a:lnTo>
                  <a:lnTo>
                    <a:pt x="229507" y="549178"/>
                  </a:lnTo>
                  <a:lnTo>
                    <a:pt x="234425" y="549178"/>
                  </a:lnTo>
                  <a:lnTo>
                    <a:pt x="237704" y="547539"/>
                  </a:lnTo>
                  <a:lnTo>
                    <a:pt x="234425" y="549178"/>
                  </a:lnTo>
                  <a:lnTo>
                    <a:pt x="229507" y="549178"/>
                  </a:lnTo>
                  <a:lnTo>
                    <a:pt x="226229" y="549178"/>
                  </a:lnTo>
                  <a:lnTo>
                    <a:pt x="229507" y="552456"/>
                  </a:lnTo>
                  <a:lnTo>
                    <a:pt x="234425" y="552456"/>
                  </a:lnTo>
                  <a:lnTo>
                    <a:pt x="237704" y="552456"/>
                  </a:lnTo>
                  <a:lnTo>
                    <a:pt x="234425" y="552456"/>
                  </a:lnTo>
                  <a:lnTo>
                    <a:pt x="229507" y="552456"/>
                  </a:lnTo>
                  <a:lnTo>
                    <a:pt x="226229" y="552456"/>
                  </a:lnTo>
                  <a:lnTo>
                    <a:pt x="222950" y="552456"/>
                  </a:lnTo>
                  <a:lnTo>
                    <a:pt x="226229" y="554096"/>
                  </a:lnTo>
                  <a:lnTo>
                    <a:pt x="229507" y="555735"/>
                  </a:lnTo>
                  <a:lnTo>
                    <a:pt x="234425" y="555735"/>
                  </a:lnTo>
                  <a:lnTo>
                    <a:pt x="237704" y="555735"/>
                  </a:lnTo>
                  <a:lnTo>
                    <a:pt x="242622" y="555735"/>
                  </a:lnTo>
                  <a:lnTo>
                    <a:pt x="245901" y="555735"/>
                  </a:lnTo>
                  <a:lnTo>
                    <a:pt x="247540" y="555735"/>
                  </a:lnTo>
                  <a:lnTo>
                    <a:pt x="244261" y="555735"/>
                  </a:lnTo>
                  <a:lnTo>
                    <a:pt x="240982" y="557374"/>
                  </a:lnTo>
                  <a:lnTo>
                    <a:pt x="237704" y="557374"/>
                  </a:lnTo>
                  <a:lnTo>
                    <a:pt x="232786" y="557374"/>
                  </a:lnTo>
                  <a:lnTo>
                    <a:pt x="229507" y="560653"/>
                  </a:lnTo>
                  <a:lnTo>
                    <a:pt x="232786" y="559014"/>
                  </a:lnTo>
                  <a:lnTo>
                    <a:pt x="236065" y="559014"/>
                  </a:lnTo>
                  <a:lnTo>
                    <a:pt x="240982" y="557374"/>
                  </a:lnTo>
                  <a:lnTo>
                    <a:pt x="244261" y="557374"/>
                  </a:lnTo>
                  <a:lnTo>
                    <a:pt x="247540" y="555735"/>
                  </a:lnTo>
                  <a:lnTo>
                    <a:pt x="249179" y="555735"/>
                  </a:lnTo>
                  <a:lnTo>
                    <a:pt x="249179" y="557374"/>
                  </a:lnTo>
                  <a:lnTo>
                    <a:pt x="254097" y="555735"/>
                  </a:lnTo>
                  <a:lnTo>
                    <a:pt x="257376" y="555735"/>
                  </a:lnTo>
                  <a:lnTo>
                    <a:pt x="260655" y="554096"/>
                  </a:lnTo>
                  <a:lnTo>
                    <a:pt x="265573" y="555735"/>
                  </a:lnTo>
                  <a:lnTo>
                    <a:pt x="260655" y="557374"/>
                  </a:lnTo>
                  <a:lnTo>
                    <a:pt x="265573" y="559014"/>
                  </a:lnTo>
                  <a:lnTo>
                    <a:pt x="260655" y="559014"/>
                  </a:lnTo>
                  <a:lnTo>
                    <a:pt x="257376" y="557374"/>
                  </a:lnTo>
                  <a:lnTo>
                    <a:pt x="254097" y="557374"/>
                  </a:lnTo>
                  <a:lnTo>
                    <a:pt x="249179" y="557374"/>
                  </a:lnTo>
                  <a:lnTo>
                    <a:pt x="245901" y="559014"/>
                  </a:lnTo>
                  <a:lnTo>
                    <a:pt x="242622" y="559014"/>
                  </a:lnTo>
                  <a:lnTo>
                    <a:pt x="245901" y="559014"/>
                  </a:lnTo>
                  <a:lnTo>
                    <a:pt x="249179" y="559014"/>
                  </a:lnTo>
                  <a:lnTo>
                    <a:pt x="245901" y="562293"/>
                  </a:lnTo>
                  <a:lnTo>
                    <a:pt x="242622" y="562293"/>
                  </a:lnTo>
                  <a:lnTo>
                    <a:pt x="239343" y="562293"/>
                  </a:lnTo>
                  <a:lnTo>
                    <a:pt x="242622" y="563932"/>
                  </a:lnTo>
                  <a:lnTo>
                    <a:pt x="245901" y="562293"/>
                  </a:lnTo>
                  <a:lnTo>
                    <a:pt x="250819" y="562293"/>
                  </a:lnTo>
                  <a:lnTo>
                    <a:pt x="245901" y="563932"/>
                  </a:lnTo>
                  <a:lnTo>
                    <a:pt x="242622" y="565571"/>
                  </a:lnTo>
                  <a:lnTo>
                    <a:pt x="239343" y="565571"/>
                  </a:lnTo>
                  <a:lnTo>
                    <a:pt x="234425" y="563932"/>
                  </a:lnTo>
                  <a:lnTo>
                    <a:pt x="231146" y="565571"/>
                  </a:lnTo>
                  <a:lnTo>
                    <a:pt x="227868" y="565571"/>
                  </a:lnTo>
                  <a:lnTo>
                    <a:pt x="231146" y="568850"/>
                  </a:lnTo>
                  <a:lnTo>
                    <a:pt x="234425" y="568850"/>
                  </a:lnTo>
                  <a:lnTo>
                    <a:pt x="239343" y="568850"/>
                  </a:lnTo>
                  <a:lnTo>
                    <a:pt x="242622" y="568850"/>
                  </a:lnTo>
                  <a:lnTo>
                    <a:pt x="245901" y="568850"/>
                  </a:lnTo>
                  <a:lnTo>
                    <a:pt x="250819" y="570489"/>
                  </a:lnTo>
                  <a:lnTo>
                    <a:pt x="254097" y="568850"/>
                  </a:lnTo>
                  <a:lnTo>
                    <a:pt x="250819" y="570489"/>
                  </a:lnTo>
                  <a:lnTo>
                    <a:pt x="245901" y="570489"/>
                  </a:lnTo>
                  <a:lnTo>
                    <a:pt x="242622" y="570489"/>
                  </a:lnTo>
                  <a:lnTo>
                    <a:pt x="239343" y="570489"/>
                  </a:lnTo>
                  <a:lnTo>
                    <a:pt x="234425" y="572129"/>
                  </a:lnTo>
                  <a:lnTo>
                    <a:pt x="231146" y="572129"/>
                  </a:lnTo>
                  <a:lnTo>
                    <a:pt x="227868" y="570489"/>
                  </a:lnTo>
                  <a:lnTo>
                    <a:pt x="231146" y="570489"/>
                  </a:lnTo>
                  <a:lnTo>
                    <a:pt x="227868" y="570489"/>
                  </a:lnTo>
                  <a:lnTo>
                    <a:pt x="222950" y="570489"/>
                  </a:lnTo>
                  <a:lnTo>
                    <a:pt x="219671" y="572129"/>
                  </a:lnTo>
                  <a:lnTo>
                    <a:pt x="218032" y="575407"/>
                  </a:lnTo>
                  <a:lnTo>
                    <a:pt x="213114" y="577046"/>
                  </a:lnTo>
                  <a:lnTo>
                    <a:pt x="214753" y="581965"/>
                  </a:lnTo>
                  <a:lnTo>
                    <a:pt x="218032" y="580325"/>
                  </a:lnTo>
                  <a:lnTo>
                    <a:pt x="221311" y="580325"/>
                  </a:lnTo>
                  <a:lnTo>
                    <a:pt x="226229" y="580325"/>
                  </a:lnTo>
                  <a:lnTo>
                    <a:pt x="229507" y="580325"/>
                  </a:lnTo>
                  <a:lnTo>
                    <a:pt x="224589" y="580325"/>
                  </a:lnTo>
                  <a:lnTo>
                    <a:pt x="221311" y="581965"/>
                  </a:lnTo>
                  <a:lnTo>
                    <a:pt x="218032" y="581965"/>
                  </a:lnTo>
                  <a:lnTo>
                    <a:pt x="214753" y="583604"/>
                  </a:lnTo>
                  <a:lnTo>
                    <a:pt x="211475" y="585243"/>
                  </a:lnTo>
                  <a:lnTo>
                    <a:pt x="214753" y="586883"/>
                  </a:lnTo>
                  <a:lnTo>
                    <a:pt x="219671" y="586883"/>
                  </a:lnTo>
                  <a:lnTo>
                    <a:pt x="222950" y="585243"/>
                  </a:lnTo>
                  <a:lnTo>
                    <a:pt x="226229" y="583604"/>
                  </a:lnTo>
                  <a:lnTo>
                    <a:pt x="231146" y="583604"/>
                  </a:lnTo>
                  <a:lnTo>
                    <a:pt x="234425" y="581965"/>
                  </a:lnTo>
                  <a:lnTo>
                    <a:pt x="237704" y="580325"/>
                  </a:lnTo>
                  <a:lnTo>
                    <a:pt x="240982" y="577046"/>
                  </a:lnTo>
                  <a:lnTo>
                    <a:pt x="245901" y="575407"/>
                  </a:lnTo>
                  <a:lnTo>
                    <a:pt x="249179" y="575407"/>
                  </a:lnTo>
                  <a:lnTo>
                    <a:pt x="252458" y="573768"/>
                  </a:lnTo>
                  <a:lnTo>
                    <a:pt x="257376" y="572129"/>
                  </a:lnTo>
                  <a:lnTo>
                    <a:pt x="260655" y="572129"/>
                  </a:lnTo>
                  <a:lnTo>
                    <a:pt x="263933" y="568850"/>
                  </a:lnTo>
                  <a:lnTo>
                    <a:pt x="268851" y="565571"/>
                  </a:lnTo>
                  <a:lnTo>
                    <a:pt x="272130" y="565571"/>
                  </a:lnTo>
                  <a:lnTo>
                    <a:pt x="275409" y="563932"/>
                  </a:lnTo>
                  <a:lnTo>
                    <a:pt x="280326" y="562293"/>
                  </a:lnTo>
                  <a:lnTo>
                    <a:pt x="283605" y="560653"/>
                  </a:lnTo>
                  <a:lnTo>
                    <a:pt x="286884" y="559014"/>
                  </a:lnTo>
                  <a:lnTo>
                    <a:pt x="291802" y="557374"/>
                  </a:lnTo>
                  <a:lnTo>
                    <a:pt x="295081" y="555735"/>
                  </a:lnTo>
                  <a:lnTo>
                    <a:pt x="298359" y="555735"/>
                  </a:lnTo>
                  <a:lnTo>
                    <a:pt x="303278" y="554096"/>
                  </a:lnTo>
                  <a:lnTo>
                    <a:pt x="306556" y="552456"/>
                  </a:lnTo>
                  <a:lnTo>
                    <a:pt x="311474" y="552456"/>
                  </a:lnTo>
                  <a:lnTo>
                    <a:pt x="314753" y="550817"/>
                  </a:lnTo>
                  <a:lnTo>
                    <a:pt x="318031" y="550817"/>
                  </a:lnTo>
                  <a:lnTo>
                    <a:pt x="321310" y="550817"/>
                  </a:lnTo>
                  <a:lnTo>
                    <a:pt x="326228" y="549178"/>
                  </a:lnTo>
                  <a:lnTo>
                    <a:pt x="321310" y="550817"/>
                  </a:lnTo>
                  <a:lnTo>
                    <a:pt x="318031" y="550817"/>
                  </a:lnTo>
                  <a:lnTo>
                    <a:pt x="321310" y="552456"/>
                  </a:lnTo>
                  <a:lnTo>
                    <a:pt x="326228" y="552456"/>
                  </a:lnTo>
                  <a:lnTo>
                    <a:pt x="329507" y="552456"/>
                  </a:lnTo>
                  <a:lnTo>
                    <a:pt x="326228" y="554096"/>
                  </a:lnTo>
                  <a:lnTo>
                    <a:pt x="322949" y="552456"/>
                  </a:lnTo>
                  <a:lnTo>
                    <a:pt x="318031" y="552456"/>
                  </a:lnTo>
                  <a:lnTo>
                    <a:pt x="314753" y="552456"/>
                  </a:lnTo>
                  <a:lnTo>
                    <a:pt x="311474" y="552456"/>
                  </a:lnTo>
                  <a:lnTo>
                    <a:pt x="306556" y="554096"/>
                  </a:lnTo>
                  <a:lnTo>
                    <a:pt x="303278" y="555735"/>
                  </a:lnTo>
                  <a:lnTo>
                    <a:pt x="306556" y="557374"/>
                  </a:lnTo>
                  <a:lnTo>
                    <a:pt x="311474" y="557374"/>
                  </a:lnTo>
                  <a:lnTo>
                    <a:pt x="314753" y="557374"/>
                  </a:lnTo>
                  <a:lnTo>
                    <a:pt x="318031" y="557374"/>
                  </a:lnTo>
                  <a:lnTo>
                    <a:pt x="314753" y="559014"/>
                  </a:lnTo>
                  <a:lnTo>
                    <a:pt x="311474" y="557374"/>
                  </a:lnTo>
                  <a:lnTo>
                    <a:pt x="306556" y="559014"/>
                  </a:lnTo>
                  <a:lnTo>
                    <a:pt x="303278" y="559014"/>
                  </a:lnTo>
                  <a:lnTo>
                    <a:pt x="299999" y="557374"/>
                  </a:lnTo>
                  <a:lnTo>
                    <a:pt x="295081" y="557374"/>
                  </a:lnTo>
                  <a:lnTo>
                    <a:pt x="291802" y="559014"/>
                  </a:lnTo>
                  <a:lnTo>
                    <a:pt x="288523" y="560653"/>
                  </a:lnTo>
                  <a:lnTo>
                    <a:pt x="285245" y="562293"/>
                  </a:lnTo>
                  <a:lnTo>
                    <a:pt x="280326" y="563932"/>
                  </a:lnTo>
                  <a:lnTo>
                    <a:pt x="277048" y="565571"/>
                  </a:lnTo>
                  <a:lnTo>
                    <a:pt x="272130" y="565571"/>
                  </a:lnTo>
                  <a:lnTo>
                    <a:pt x="268851" y="568850"/>
                  </a:lnTo>
                  <a:lnTo>
                    <a:pt x="265573" y="570489"/>
                  </a:lnTo>
                  <a:lnTo>
                    <a:pt x="260655" y="572129"/>
                  </a:lnTo>
                  <a:lnTo>
                    <a:pt x="257376" y="573768"/>
                  </a:lnTo>
                  <a:lnTo>
                    <a:pt x="254097" y="573768"/>
                  </a:lnTo>
                  <a:lnTo>
                    <a:pt x="249179" y="575407"/>
                  </a:lnTo>
                  <a:lnTo>
                    <a:pt x="245901" y="577046"/>
                  </a:lnTo>
                  <a:lnTo>
                    <a:pt x="242622" y="578686"/>
                  </a:lnTo>
                  <a:lnTo>
                    <a:pt x="239343" y="581965"/>
                  </a:lnTo>
                  <a:lnTo>
                    <a:pt x="234425" y="581965"/>
                  </a:lnTo>
                  <a:lnTo>
                    <a:pt x="231146" y="583604"/>
                  </a:lnTo>
                  <a:lnTo>
                    <a:pt x="227868" y="585243"/>
                  </a:lnTo>
                  <a:lnTo>
                    <a:pt x="222950" y="586883"/>
                  </a:lnTo>
                  <a:lnTo>
                    <a:pt x="219671" y="586883"/>
                  </a:lnTo>
                  <a:lnTo>
                    <a:pt x="214753" y="588522"/>
                  </a:lnTo>
                  <a:lnTo>
                    <a:pt x="218032" y="590161"/>
                  </a:lnTo>
                  <a:lnTo>
                    <a:pt x="222950" y="590161"/>
                  </a:lnTo>
                  <a:lnTo>
                    <a:pt x="218032" y="590161"/>
                  </a:lnTo>
                  <a:lnTo>
                    <a:pt x="214753" y="590161"/>
                  </a:lnTo>
                  <a:lnTo>
                    <a:pt x="218032" y="593440"/>
                  </a:lnTo>
                  <a:lnTo>
                    <a:pt x="222950" y="591801"/>
                  </a:lnTo>
                  <a:lnTo>
                    <a:pt x="226229" y="590161"/>
                  </a:lnTo>
                  <a:lnTo>
                    <a:pt x="229507" y="590161"/>
                  </a:lnTo>
                  <a:lnTo>
                    <a:pt x="226229" y="591801"/>
                  </a:lnTo>
                  <a:lnTo>
                    <a:pt x="221311" y="593440"/>
                  </a:lnTo>
                  <a:lnTo>
                    <a:pt x="218032" y="593440"/>
                  </a:lnTo>
                  <a:lnTo>
                    <a:pt x="221311" y="595079"/>
                  </a:lnTo>
                  <a:lnTo>
                    <a:pt x="226229" y="595079"/>
                  </a:lnTo>
                  <a:lnTo>
                    <a:pt x="229507" y="593440"/>
                  </a:lnTo>
                  <a:lnTo>
                    <a:pt x="232786" y="591801"/>
                  </a:lnTo>
                  <a:lnTo>
                    <a:pt x="236065" y="591801"/>
                  </a:lnTo>
                  <a:lnTo>
                    <a:pt x="240982" y="590161"/>
                  </a:lnTo>
                  <a:lnTo>
                    <a:pt x="244261" y="595079"/>
                  </a:lnTo>
                  <a:lnTo>
                    <a:pt x="247540" y="591801"/>
                  </a:lnTo>
                  <a:lnTo>
                    <a:pt x="252458" y="590161"/>
                  </a:lnTo>
                  <a:lnTo>
                    <a:pt x="255736" y="590161"/>
                  </a:lnTo>
                  <a:lnTo>
                    <a:pt x="259015" y="588522"/>
                  </a:lnTo>
                  <a:lnTo>
                    <a:pt x="263933" y="588522"/>
                  </a:lnTo>
                  <a:lnTo>
                    <a:pt x="262294" y="591801"/>
                  </a:lnTo>
                  <a:lnTo>
                    <a:pt x="259015" y="590161"/>
                  </a:lnTo>
                  <a:lnTo>
                    <a:pt x="255736" y="590161"/>
                  </a:lnTo>
                  <a:lnTo>
                    <a:pt x="250819" y="591801"/>
                  </a:lnTo>
                  <a:lnTo>
                    <a:pt x="247540" y="593440"/>
                  </a:lnTo>
                  <a:lnTo>
                    <a:pt x="244261" y="596719"/>
                  </a:lnTo>
                  <a:lnTo>
                    <a:pt x="239343" y="595079"/>
                  </a:lnTo>
                  <a:lnTo>
                    <a:pt x="236065" y="593440"/>
                  </a:lnTo>
                  <a:lnTo>
                    <a:pt x="232786" y="593440"/>
                  </a:lnTo>
                  <a:lnTo>
                    <a:pt x="229507" y="595079"/>
                  </a:lnTo>
                  <a:lnTo>
                    <a:pt x="224589" y="595079"/>
                  </a:lnTo>
                  <a:lnTo>
                    <a:pt x="221311" y="596719"/>
                  </a:lnTo>
                  <a:lnTo>
                    <a:pt x="218032" y="599997"/>
                  </a:lnTo>
                  <a:lnTo>
                    <a:pt x="221311" y="599997"/>
                  </a:lnTo>
                  <a:lnTo>
                    <a:pt x="224589" y="598358"/>
                  </a:lnTo>
                  <a:lnTo>
                    <a:pt x="221311" y="599997"/>
                  </a:lnTo>
                  <a:lnTo>
                    <a:pt x="218032" y="601637"/>
                  </a:lnTo>
                  <a:lnTo>
                    <a:pt x="221311" y="603276"/>
                  </a:lnTo>
                  <a:lnTo>
                    <a:pt x="224589" y="603276"/>
                  </a:lnTo>
                  <a:lnTo>
                    <a:pt x="227868" y="601637"/>
                  </a:lnTo>
                  <a:lnTo>
                    <a:pt x="232786" y="598358"/>
                  </a:lnTo>
                  <a:lnTo>
                    <a:pt x="231146" y="601637"/>
                  </a:lnTo>
                  <a:lnTo>
                    <a:pt x="227868" y="603276"/>
                  </a:lnTo>
                  <a:lnTo>
                    <a:pt x="231146" y="603276"/>
                  </a:lnTo>
                  <a:lnTo>
                    <a:pt x="227868" y="604915"/>
                  </a:lnTo>
                  <a:lnTo>
                    <a:pt x="224589" y="608194"/>
                  </a:lnTo>
                  <a:lnTo>
                    <a:pt x="227868" y="608194"/>
                  </a:lnTo>
                  <a:lnTo>
                    <a:pt x="231146" y="606555"/>
                  </a:lnTo>
                  <a:lnTo>
                    <a:pt x="236065" y="603276"/>
                  </a:lnTo>
                  <a:lnTo>
                    <a:pt x="232786" y="606555"/>
                  </a:lnTo>
                  <a:lnTo>
                    <a:pt x="227868" y="609833"/>
                  </a:lnTo>
                  <a:lnTo>
                    <a:pt x="232786" y="609833"/>
                  </a:lnTo>
                  <a:lnTo>
                    <a:pt x="229507" y="613112"/>
                  </a:lnTo>
                  <a:lnTo>
                    <a:pt x="232786" y="613112"/>
                  </a:lnTo>
                  <a:lnTo>
                    <a:pt x="237704" y="611473"/>
                  </a:lnTo>
                  <a:lnTo>
                    <a:pt x="240982" y="609833"/>
                  </a:lnTo>
                  <a:lnTo>
                    <a:pt x="244261" y="609833"/>
                  </a:lnTo>
                  <a:lnTo>
                    <a:pt x="249179" y="608194"/>
                  </a:lnTo>
                  <a:lnTo>
                    <a:pt x="250819" y="604915"/>
                  </a:lnTo>
                  <a:lnTo>
                    <a:pt x="254097" y="603276"/>
                  </a:lnTo>
                  <a:lnTo>
                    <a:pt x="257376" y="601637"/>
                  </a:lnTo>
                  <a:lnTo>
                    <a:pt x="262294" y="601637"/>
                  </a:lnTo>
                  <a:lnTo>
                    <a:pt x="265573" y="599997"/>
                  </a:lnTo>
                  <a:lnTo>
                    <a:pt x="268851" y="599997"/>
                  </a:lnTo>
                  <a:lnTo>
                    <a:pt x="273769" y="598358"/>
                  </a:lnTo>
                  <a:lnTo>
                    <a:pt x="277048" y="598358"/>
                  </a:lnTo>
                  <a:lnTo>
                    <a:pt x="280326" y="598358"/>
                  </a:lnTo>
                  <a:lnTo>
                    <a:pt x="285245" y="599997"/>
                  </a:lnTo>
                  <a:lnTo>
                    <a:pt x="288523" y="599997"/>
                  </a:lnTo>
                  <a:lnTo>
                    <a:pt x="288523" y="599997"/>
                  </a:lnTo>
                  <a:lnTo>
                    <a:pt x="288523" y="601637"/>
                  </a:lnTo>
                  <a:lnTo>
                    <a:pt x="291802" y="603276"/>
                  </a:lnTo>
                  <a:lnTo>
                    <a:pt x="286884" y="603276"/>
                  </a:lnTo>
                  <a:lnTo>
                    <a:pt x="283605" y="601637"/>
                  </a:lnTo>
                  <a:lnTo>
                    <a:pt x="280326" y="599997"/>
                  </a:lnTo>
                  <a:lnTo>
                    <a:pt x="275409" y="599997"/>
                  </a:lnTo>
                  <a:lnTo>
                    <a:pt x="272130" y="599997"/>
                  </a:lnTo>
                  <a:lnTo>
                    <a:pt x="268851" y="599997"/>
                  </a:lnTo>
                  <a:lnTo>
                    <a:pt x="263933" y="601637"/>
                  </a:lnTo>
                  <a:lnTo>
                    <a:pt x="260655" y="601637"/>
                  </a:lnTo>
                  <a:lnTo>
                    <a:pt x="257376" y="603276"/>
                  </a:lnTo>
                  <a:lnTo>
                    <a:pt x="252458" y="606555"/>
                  </a:lnTo>
                  <a:lnTo>
                    <a:pt x="249179" y="608194"/>
                  </a:lnTo>
                  <a:lnTo>
                    <a:pt x="245901" y="609833"/>
                  </a:lnTo>
                  <a:lnTo>
                    <a:pt x="240982" y="611473"/>
                  </a:lnTo>
                  <a:lnTo>
                    <a:pt x="237704" y="613112"/>
                  </a:lnTo>
                  <a:lnTo>
                    <a:pt x="234425" y="613112"/>
                  </a:lnTo>
                  <a:lnTo>
                    <a:pt x="229507" y="614751"/>
                  </a:lnTo>
                  <a:lnTo>
                    <a:pt x="227868" y="619669"/>
                  </a:lnTo>
                  <a:lnTo>
                    <a:pt x="224589" y="621309"/>
                  </a:lnTo>
                  <a:lnTo>
                    <a:pt x="227868" y="619669"/>
                  </a:lnTo>
                  <a:lnTo>
                    <a:pt x="232786" y="616391"/>
                  </a:lnTo>
                  <a:lnTo>
                    <a:pt x="236065" y="618030"/>
                  </a:lnTo>
                  <a:lnTo>
                    <a:pt x="232786" y="621309"/>
                  </a:lnTo>
                  <a:lnTo>
                    <a:pt x="237704" y="619669"/>
                  </a:lnTo>
                  <a:lnTo>
                    <a:pt x="240982" y="618030"/>
                  </a:lnTo>
                  <a:lnTo>
                    <a:pt x="237704" y="621309"/>
                  </a:lnTo>
                  <a:lnTo>
                    <a:pt x="232786" y="622948"/>
                  </a:lnTo>
                  <a:lnTo>
                    <a:pt x="232786" y="627866"/>
                  </a:lnTo>
                  <a:lnTo>
                    <a:pt x="234425" y="631145"/>
                  </a:lnTo>
                  <a:lnTo>
                    <a:pt x="229507" y="632784"/>
                  </a:lnTo>
                  <a:lnTo>
                    <a:pt x="229507" y="636063"/>
                  </a:lnTo>
                  <a:lnTo>
                    <a:pt x="234425" y="636063"/>
                  </a:lnTo>
                  <a:lnTo>
                    <a:pt x="229507" y="637702"/>
                  </a:lnTo>
                  <a:lnTo>
                    <a:pt x="234425" y="636063"/>
                  </a:lnTo>
                  <a:lnTo>
                    <a:pt x="237704" y="634423"/>
                  </a:lnTo>
                  <a:lnTo>
                    <a:pt x="240982" y="631145"/>
                  </a:lnTo>
                  <a:lnTo>
                    <a:pt x="245901" y="629505"/>
                  </a:lnTo>
                  <a:lnTo>
                    <a:pt x="249179" y="629505"/>
                  </a:lnTo>
                  <a:lnTo>
                    <a:pt x="245901" y="632784"/>
                  </a:lnTo>
                  <a:lnTo>
                    <a:pt x="249179" y="632784"/>
                  </a:lnTo>
                  <a:lnTo>
                    <a:pt x="252458" y="631145"/>
                  </a:lnTo>
                  <a:lnTo>
                    <a:pt x="257376" y="629505"/>
                  </a:lnTo>
                  <a:lnTo>
                    <a:pt x="252458" y="631145"/>
                  </a:lnTo>
                  <a:lnTo>
                    <a:pt x="249179" y="632784"/>
                  </a:lnTo>
                  <a:lnTo>
                    <a:pt x="245901" y="634423"/>
                  </a:lnTo>
                  <a:lnTo>
                    <a:pt x="240982" y="634423"/>
                  </a:lnTo>
                  <a:lnTo>
                    <a:pt x="237704" y="636063"/>
                  </a:lnTo>
                  <a:lnTo>
                    <a:pt x="234425" y="637702"/>
                  </a:lnTo>
                  <a:lnTo>
                    <a:pt x="229507" y="639341"/>
                  </a:lnTo>
                  <a:lnTo>
                    <a:pt x="226229" y="640981"/>
                  </a:lnTo>
                  <a:lnTo>
                    <a:pt x="227868" y="645899"/>
                  </a:lnTo>
                  <a:lnTo>
                    <a:pt x="226229" y="649177"/>
                  </a:lnTo>
                  <a:lnTo>
                    <a:pt x="224589" y="652456"/>
                  </a:lnTo>
                  <a:lnTo>
                    <a:pt x="222950" y="655735"/>
                  </a:lnTo>
                  <a:lnTo>
                    <a:pt x="222950" y="660653"/>
                  </a:lnTo>
                  <a:lnTo>
                    <a:pt x="226229" y="660653"/>
                  </a:lnTo>
                  <a:lnTo>
                    <a:pt x="231146" y="657374"/>
                  </a:lnTo>
                  <a:lnTo>
                    <a:pt x="232786" y="654095"/>
                  </a:lnTo>
                  <a:lnTo>
                    <a:pt x="237704" y="652456"/>
                  </a:lnTo>
                  <a:lnTo>
                    <a:pt x="240982" y="649177"/>
                  </a:lnTo>
                  <a:lnTo>
                    <a:pt x="244261" y="645899"/>
                  </a:lnTo>
                  <a:lnTo>
                    <a:pt x="249179" y="642620"/>
                  </a:lnTo>
                  <a:lnTo>
                    <a:pt x="252458" y="639341"/>
                  </a:lnTo>
                  <a:lnTo>
                    <a:pt x="255736" y="637702"/>
                  </a:lnTo>
                  <a:lnTo>
                    <a:pt x="259015" y="639341"/>
                  </a:lnTo>
                  <a:lnTo>
                    <a:pt x="255736" y="640981"/>
                  </a:lnTo>
                  <a:lnTo>
                    <a:pt x="252458" y="644259"/>
                  </a:lnTo>
                  <a:lnTo>
                    <a:pt x="255736" y="644259"/>
                  </a:lnTo>
                  <a:lnTo>
                    <a:pt x="260655" y="642620"/>
                  </a:lnTo>
                  <a:lnTo>
                    <a:pt x="263933" y="640981"/>
                  </a:lnTo>
                  <a:lnTo>
                    <a:pt x="268851" y="639341"/>
                  </a:lnTo>
                  <a:lnTo>
                    <a:pt x="272130" y="636063"/>
                  </a:lnTo>
                  <a:lnTo>
                    <a:pt x="272130" y="632784"/>
                  </a:lnTo>
                  <a:lnTo>
                    <a:pt x="273769" y="629505"/>
                  </a:lnTo>
                  <a:lnTo>
                    <a:pt x="270491" y="627866"/>
                  </a:lnTo>
                  <a:lnTo>
                    <a:pt x="270491" y="624587"/>
                  </a:lnTo>
                  <a:lnTo>
                    <a:pt x="270491" y="621309"/>
                  </a:lnTo>
                  <a:lnTo>
                    <a:pt x="275409" y="622948"/>
                  </a:lnTo>
                  <a:lnTo>
                    <a:pt x="278688" y="621309"/>
                  </a:lnTo>
                  <a:lnTo>
                    <a:pt x="275409" y="622948"/>
                  </a:lnTo>
                  <a:lnTo>
                    <a:pt x="273769" y="627866"/>
                  </a:lnTo>
                  <a:lnTo>
                    <a:pt x="273769" y="631145"/>
                  </a:lnTo>
                  <a:lnTo>
                    <a:pt x="275409" y="634423"/>
                  </a:lnTo>
                  <a:lnTo>
                    <a:pt x="277048" y="639341"/>
                  </a:lnTo>
                  <a:lnTo>
                    <a:pt x="281966" y="639341"/>
                  </a:lnTo>
                  <a:lnTo>
                    <a:pt x="285245" y="637702"/>
                  </a:lnTo>
                  <a:lnTo>
                    <a:pt x="288523" y="636063"/>
                  </a:lnTo>
                  <a:lnTo>
                    <a:pt x="293441" y="634423"/>
                  </a:lnTo>
                  <a:lnTo>
                    <a:pt x="293441" y="634423"/>
                  </a:lnTo>
                  <a:lnTo>
                    <a:pt x="291802" y="636063"/>
                  </a:lnTo>
                  <a:lnTo>
                    <a:pt x="286884" y="637702"/>
                  </a:lnTo>
                  <a:lnTo>
                    <a:pt x="285245" y="640981"/>
                  </a:lnTo>
                  <a:lnTo>
                    <a:pt x="290163" y="640981"/>
                  </a:lnTo>
                  <a:lnTo>
                    <a:pt x="290163" y="640981"/>
                  </a:lnTo>
                  <a:lnTo>
                    <a:pt x="288523" y="642620"/>
                  </a:lnTo>
                  <a:lnTo>
                    <a:pt x="285245" y="644259"/>
                  </a:lnTo>
                  <a:lnTo>
                    <a:pt x="286884" y="649177"/>
                  </a:lnTo>
                  <a:lnTo>
                    <a:pt x="290163" y="650817"/>
                  </a:lnTo>
                  <a:lnTo>
                    <a:pt x="293441" y="650817"/>
                  </a:lnTo>
                  <a:lnTo>
                    <a:pt x="295081" y="655735"/>
                  </a:lnTo>
                  <a:lnTo>
                    <a:pt x="290163" y="654095"/>
                  </a:lnTo>
                  <a:lnTo>
                    <a:pt x="286884" y="652456"/>
                  </a:lnTo>
                  <a:lnTo>
                    <a:pt x="285245" y="650817"/>
                  </a:lnTo>
                  <a:lnTo>
                    <a:pt x="281966" y="649177"/>
                  </a:lnTo>
                  <a:lnTo>
                    <a:pt x="280326" y="645899"/>
                  </a:lnTo>
                  <a:lnTo>
                    <a:pt x="278688" y="640981"/>
                  </a:lnTo>
                  <a:lnTo>
                    <a:pt x="275409" y="640981"/>
                  </a:lnTo>
                  <a:lnTo>
                    <a:pt x="272130" y="640981"/>
                  </a:lnTo>
                  <a:lnTo>
                    <a:pt x="275409" y="642620"/>
                  </a:lnTo>
                  <a:lnTo>
                    <a:pt x="272130" y="644259"/>
                  </a:lnTo>
                  <a:lnTo>
                    <a:pt x="267212" y="642620"/>
                  </a:lnTo>
                  <a:lnTo>
                    <a:pt x="263933" y="642620"/>
                  </a:lnTo>
                  <a:lnTo>
                    <a:pt x="267212" y="645899"/>
                  </a:lnTo>
                  <a:lnTo>
                    <a:pt x="272130" y="647538"/>
                  </a:lnTo>
                  <a:lnTo>
                    <a:pt x="267212" y="649177"/>
                  </a:lnTo>
                  <a:lnTo>
                    <a:pt x="272130" y="650817"/>
                  </a:lnTo>
                  <a:lnTo>
                    <a:pt x="275409" y="650817"/>
                  </a:lnTo>
                  <a:lnTo>
                    <a:pt x="278688" y="649177"/>
                  </a:lnTo>
                  <a:lnTo>
                    <a:pt x="275409" y="652456"/>
                  </a:lnTo>
                  <a:lnTo>
                    <a:pt x="272130" y="652456"/>
                  </a:lnTo>
                  <a:lnTo>
                    <a:pt x="268851" y="652456"/>
                  </a:lnTo>
                  <a:lnTo>
                    <a:pt x="263933" y="652456"/>
                  </a:lnTo>
                  <a:lnTo>
                    <a:pt x="260655" y="652456"/>
                  </a:lnTo>
                  <a:lnTo>
                    <a:pt x="255736" y="654095"/>
                  </a:lnTo>
                  <a:lnTo>
                    <a:pt x="252458" y="657374"/>
                  </a:lnTo>
                  <a:lnTo>
                    <a:pt x="255736" y="657374"/>
                  </a:lnTo>
                  <a:lnTo>
                    <a:pt x="252458" y="660653"/>
                  </a:lnTo>
                  <a:lnTo>
                    <a:pt x="249179" y="659013"/>
                  </a:lnTo>
                  <a:lnTo>
                    <a:pt x="245901" y="660653"/>
                  </a:lnTo>
                  <a:lnTo>
                    <a:pt x="240982" y="660653"/>
                  </a:lnTo>
                  <a:lnTo>
                    <a:pt x="237704" y="660653"/>
                  </a:lnTo>
                  <a:lnTo>
                    <a:pt x="232786" y="660653"/>
                  </a:lnTo>
                  <a:lnTo>
                    <a:pt x="229507" y="660653"/>
                  </a:lnTo>
                  <a:lnTo>
                    <a:pt x="234425" y="660653"/>
                  </a:lnTo>
                  <a:lnTo>
                    <a:pt x="237704" y="660653"/>
                  </a:lnTo>
                  <a:lnTo>
                    <a:pt x="234425" y="662292"/>
                  </a:lnTo>
                  <a:lnTo>
                    <a:pt x="229507" y="663931"/>
                  </a:lnTo>
                  <a:lnTo>
                    <a:pt x="234425" y="665571"/>
                  </a:lnTo>
                  <a:lnTo>
                    <a:pt x="237704" y="663931"/>
                  </a:lnTo>
                  <a:lnTo>
                    <a:pt x="242622" y="663931"/>
                  </a:lnTo>
                  <a:lnTo>
                    <a:pt x="245901" y="663931"/>
                  </a:lnTo>
                  <a:lnTo>
                    <a:pt x="249179" y="663931"/>
                  </a:lnTo>
                  <a:lnTo>
                    <a:pt x="252458" y="662292"/>
                  </a:lnTo>
                  <a:lnTo>
                    <a:pt x="257376" y="660653"/>
                  </a:lnTo>
                  <a:lnTo>
                    <a:pt x="260655" y="660653"/>
                  </a:lnTo>
                  <a:lnTo>
                    <a:pt x="263933" y="659013"/>
                  </a:lnTo>
                  <a:lnTo>
                    <a:pt x="268851" y="657374"/>
                  </a:lnTo>
                  <a:lnTo>
                    <a:pt x="272130" y="654095"/>
                  </a:lnTo>
                  <a:lnTo>
                    <a:pt x="268851" y="657374"/>
                  </a:lnTo>
                  <a:lnTo>
                    <a:pt x="263933" y="660653"/>
                  </a:lnTo>
                  <a:lnTo>
                    <a:pt x="268851" y="660653"/>
                  </a:lnTo>
                  <a:lnTo>
                    <a:pt x="272130" y="660653"/>
                  </a:lnTo>
                  <a:lnTo>
                    <a:pt x="275409" y="659013"/>
                  </a:lnTo>
                  <a:lnTo>
                    <a:pt x="277048" y="662292"/>
                  </a:lnTo>
                  <a:lnTo>
                    <a:pt x="273769" y="660653"/>
                  </a:lnTo>
                  <a:lnTo>
                    <a:pt x="268851" y="662292"/>
                  </a:lnTo>
                  <a:lnTo>
                    <a:pt x="265573" y="663931"/>
                  </a:lnTo>
                  <a:lnTo>
                    <a:pt x="262294" y="662292"/>
                  </a:lnTo>
                  <a:lnTo>
                    <a:pt x="257376" y="662292"/>
                  </a:lnTo>
                  <a:lnTo>
                    <a:pt x="254097" y="663931"/>
                  </a:lnTo>
                  <a:lnTo>
                    <a:pt x="250819" y="663931"/>
                  </a:lnTo>
                  <a:lnTo>
                    <a:pt x="245901" y="665571"/>
                  </a:lnTo>
                  <a:lnTo>
                    <a:pt x="242622" y="665571"/>
                  </a:lnTo>
                  <a:lnTo>
                    <a:pt x="239343" y="665571"/>
                  </a:lnTo>
                  <a:lnTo>
                    <a:pt x="236065" y="667210"/>
                  </a:lnTo>
                  <a:lnTo>
                    <a:pt x="231146" y="667210"/>
                  </a:lnTo>
                  <a:lnTo>
                    <a:pt x="231146" y="667210"/>
                  </a:lnTo>
                  <a:lnTo>
                    <a:pt x="236065" y="668849"/>
                  </a:lnTo>
                  <a:lnTo>
                    <a:pt x="232786" y="672128"/>
                  </a:lnTo>
                  <a:lnTo>
                    <a:pt x="236065" y="673767"/>
                  </a:lnTo>
                  <a:lnTo>
                    <a:pt x="240982" y="672128"/>
                  </a:lnTo>
                  <a:lnTo>
                    <a:pt x="244261" y="672128"/>
                  </a:lnTo>
                  <a:lnTo>
                    <a:pt x="247540" y="670489"/>
                  </a:lnTo>
                  <a:lnTo>
                    <a:pt x="244261" y="672128"/>
                  </a:lnTo>
                  <a:lnTo>
                    <a:pt x="240982" y="673767"/>
                  </a:lnTo>
                  <a:lnTo>
                    <a:pt x="236065" y="675407"/>
                  </a:lnTo>
                  <a:lnTo>
                    <a:pt x="232786" y="677046"/>
                  </a:lnTo>
                  <a:lnTo>
                    <a:pt x="229507" y="677046"/>
                  </a:lnTo>
                  <a:lnTo>
                    <a:pt x="224589" y="678685"/>
                  </a:lnTo>
                  <a:lnTo>
                    <a:pt x="229507" y="678685"/>
                  </a:lnTo>
                  <a:lnTo>
                    <a:pt x="226229" y="680325"/>
                  </a:lnTo>
                  <a:lnTo>
                    <a:pt x="229507" y="683603"/>
                  </a:lnTo>
                  <a:lnTo>
                    <a:pt x="232786" y="686882"/>
                  </a:lnTo>
                  <a:lnTo>
                    <a:pt x="234425" y="683603"/>
                  </a:lnTo>
                  <a:lnTo>
                    <a:pt x="237704" y="681964"/>
                  </a:lnTo>
                  <a:lnTo>
                    <a:pt x="242622" y="681964"/>
                  </a:lnTo>
                  <a:lnTo>
                    <a:pt x="245901" y="681964"/>
                  </a:lnTo>
                  <a:lnTo>
                    <a:pt x="249179" y="681964"/>
                  </a:lnTo>
                  <a:lnTo>
                    <a:pt x="252458" y="681964"/>
                  </a:lnTo>
                  <a:lnTo>
                    <a:pt x="249179" y="681964"/>
                  </a:lnTo>
                  <a:lnTo>
                    <a:pt x="245901" y="683603"/>
                  </a:lnTo>
                  <a:lnTo>
                    <a:pt x="242622" y="683603"/>
                  </a:lnTo>
                  <a:lnTo>
                    <a:pt x="237704" y="683603"/>
                  </a:lnTo>
                  <a:lnTo>
                    <a:pt x="236065" y="686882"/>
                  </a:lnTo>
                  <a:lnTo>
                    <a:pt x="239343" y="686882"/>
                  </a:lnTo>
                  <a:lnTo>
                    <a:pt x="242622" y="686882"/>
                  </a:lnTo>
                  <a:lnTo>
                    <a:pt x="245901" y="685243"/>
                  </a:lnTo>
                  <a:lnTo>
                    <a:pt x="242622" y="686882"/>
                  </a:lnTo>
                  <a:lnTo>
                    <a:pt x="239343" y="688521"/>
                  </a:lnTo>
                  <a:lnTo>
                    <a:pt x="234425" y="688521"/>
                  </a:lnTo>
                  <a:lnTo>
                    <a:pt x="231146" y="690161"/>
                  </a:lnTo>
                  <a:lnTo>
                    <a:pt x="234425" y="690161"/>
                  </a:lnTo>
                  <a:lnTo>
                    <a:pt x="239343" y="693439"/>
                  </a:lnTo>
                  <a:lnTo>
                    <a:pt x="242622" y="693439"/>
                  </a:lnTo>
                  <a:lnTo>
                    <a:pt x="245901" y="691800"/>
                  </a:lnTo>
                  <a:lnTo>
                    <a:pt x="250819" y="691800"/>
                  </a:lnTo>
                  <a:lnTo>
                    <a:pt x="254097" y="691800"/>
                  </a:lnTo>
                  <a:lnTo>
                    <a:pt x="250819" y="693439"/>
                  </a:lnTo>
                  <a:lnTo>
                    <a:pt x="245901" y="693439"/>
                  </a:lnTo>
                  <a:lnTo>
                    <a:pt x="242622" y="693439"/>
                  </a:lnTo>
                  <a:lnTo>
                    <a:pt x="239343" y="693439"/>
                  </a:lnTo>
                  <a:lnTo>
                    <a:pt x="236065" y="693439"/>
                  </a:lnTo>
                  <a:lnTo>
                    <a:pt x="231146" y="693439"/>
                  </a:lnTo>
                  <a:lnTo>
                    <a:pt x="231146" y="698357"/>
                  </a:lnTo>
                  <a:lnTo>
                    <a:pt x="234425" y="699997"/>
                  </a:lnTo>
                  <a:lnTo>
                    <a:pt x="239343" y="698357"/>
                  </a:lnTo>
                  <a:lnTo>
                    <a:pt x="234425" y="699997"/>
                  </a:lnTo>
                  <a:lnTo>
                    <a:pt x="239343" y="699997"/>
                  </a:lnTo>
                  <a:lnTo>
                    <a:pt x="242622" y="699997"/>
                  </a:lnTo>
                  <a:lnTo>
                    <a:pt x="245901" y="698357"/>
                  </a:lnTo>
                  <a:lnTo>
                    <a:pt x="249179" y="699997"/>
                  </a:lnTo>
                  <a:lnTo>
                    <a:pt x="254097" y="698357"/>
                  </a:lnTo>
                  <a:lnTo>
                    <a:pt x="257376" y="698357"/>
                  </a:lnTo>
                  <a:lnTo>
                    <a:pt x="254097" y="699997"/>
                  </a:lnTo>
                  <a:lnTo>
                    <a:pt x="249179" y="699997"/>
                  </a:lnTo>
                  <a:lnTo>
                    <a:pt x="245901" y="703275"/>
                  </a:lnTo>
                  <a:lnTo>
                    <a:pt x="242622" y="703275"/>
                  </a:lnTo>
                  <a:lnTo>
                    <a:pt x="242622" y="708193"/>
                  </a:lnTo>
                  <a:lnTo>
                    <a:pt x="247540" y="709833"/>
                  </a:lnTo>
                  <a:lnTo>
                    <a:pt x="250819" y="706554"/>
                  </a:lnTo>
                  <a:lnTo>
                    <a:pt x="247540" y="711472"/>
                  </a:lnTo>
                  <a:lnTo>
                    <a:pt x="244261" y="714751"/>
                  </a:lnTo>
                  <a:lnTo>
                    <a:pt x="249179" y="713111"/>
                  </a:lnTo>
                  <a:lnTo>
                    <a:pt x="252458" y="709833"/>
                  </a:lnTo>
                  <a:lnTo>
                    <a:pt x="255736" y="709833"/>
                  </a:lnTo>
                  <a:lnTo>
                    <a:pt x="255736" y="709833"/>
                  </a:lnTo>
                  <a:lnTo>
                    <a:pt x="252458" y="711472"/>
                  </a:lnTo>
                  <a:lnTo>
                    <a:pt x="247540" y="714751"/>
                  </a:lnTo>
                  <a:lnTo>
                    <a:pt x="244261" y="718030"/>
                  </a:lnTo>
                  <a:lnTo>
                    <a:pt x="247540" y="718030"/>
                  </a:lnTo>
                  <a:lnTo>
                    <a:pt x="252458" y="716390"/>
                  </a:lnTo>
                  <a:lnTo>
                    <a:pt x="255736" y="714751"/>
                  </a:lnTo>
                  <a:lnTo>
                    <a:pt x="259015" y="711472"/>
                  </a:lnTo>
                  <a:lnTo>
                    <a:pt x="255736" y="714751"/>
                  </a:lnTo>
                  <a:lnTo>
                    <a:pt x="255736" y="714751"/>
                  </a:lnTo>
                  <a:lnTo>
                    <a:pt x="254097" y="714751"/>
                  </a:lnTo>
                  <a:lnTo>
                    <a:pt x="250819" y="718030"/>
                  </a:lnTo>
                  <a:lnTo>
                    <a:pt x="247540" y="719669"/>
                  </a:lnTo>
                  <a:lnTo>
                    <a:pt x="242622" y="724587"/>
                  </a:lnTo>
                  <a:lnTo>
                    <a:pt x="239343" y="727866"/>
                  </a:lnTo>
                  <a:lnTo>
                    <a:pt x="242622" y="731144"/>
                  </a:lnTo>
                  <a:lnTo>
                    <a:pt x="245901" y="734423"/>
                  </a:lnTo>
                  <a:lnTo>
                    <a:pt x="249179" y="732783"/>
                  </a:lnTo>
                  <a:lnTo>
                    <a:pt x="252458" y="737702"/>
                  </a:lnTo>
                  <a:lnTo>
                    <a:pt x="255736" y="737702"/>
                  </a:lnTo>
                  <a:lnTo>
                    <a:pt x="259015" y="737702"/>
                  </a:lnTo>
                  <a:lnTo>
                    <a:pt x="263933" y="737702"/>
                  </a:lnTo>
                  <a:lnTo>
                    <a:pt x="259015" y="737702"/>
                  </a:lnTo>
                  <a:lnTo>
                    <a:pt x="255736" y="740980"/>
                  </a:lnTo>
                  <a:lnTo>
                    <a:pt x="259015" y="740980"/>
                  </a:lnTo>
                  <a:lnTo>
                    <a:pt x="263933" y="742620"/>
                  </a:lnTo>
                  <a:lnTo>
                    <a:pt x="259015" y="744259"/>
                  </a:lnTo>
                  <a:lnTo>
                    <a:pt x="255736" y="742620"/>
                  </a:lnTo>
                  <a:lnTo>
                    <a:pt x="252458" y="744259"/>
                  </a:lnTo>
                  <a:lnTo>
                    <a:pt x="255736" y="744259"/>
                  </a:lnTo>
                  <a:lnTo>
                    <a:pt x="252458" y="747538"/>
                  </a:lnTo>
                  <a:lnTo>
                    <a:pt x="255736" y="747538"/>
                  </a:lnTo>
                  <a:lnTo>
                    <a:pt x="259015" y="747538"/>
                  </a:lnTo>
                  <a:lnTo>
                    <a:pt x="262294" y="747538"/>
                  </a:lnTo>
                  <a:lnTo>
                    <a:pt x="267212" y="745898"/>
                  </a:lnTo>
                  <a:lnTo>
                    <a:pt x="268851" y="742620"/>
                  </a:lnTo>
                  <a:lnTo>
                    <a:pt x="272130" y="740980"/>
                  </a:lnTo>
                  <a:lnTo>
                    <a:pt x="272130" y="744259"/>
                  </a:lnTo>
                  <a:lnTo>
                    <a:pt x="277048" y="744259"/>
                  </a:lnTo>
                  <a:lnTo>
                    <a:pt x="272130" y="745898"/>
                  </a:lnTo>
                  <a:lnTo>
                    <a:pt x="268851" y="747538"/>
                  </a:lnTo>
                  <a:lnTo>
                    <a:pt x="265573" y="749177"/>
                  </a:lnTo>
                  <a:lnTo>
                    <a:pt x="260655" y="749177"/>
                  </a:lnTo>
                  <a:lnTo>
                    <a:pt x="257376" y="750816"/>
                  </a:lnTo>
                  <a:lnTo>
                    <a:pt x="255736" y="755734"/>
                  </a:lnTo>
                  <a:lnTo>
                    <a:pt x="260655" y="754095"/>
                  </a:lnTo>
                  <a:lnTo>
                    <a:pt x="257376" y="757374"/>
                  </a:lnTo>
                  <a:lnTo>
                    <a:pt x="260655" y="755734"/>
                  </a:lnTo>
                  <a:lnTo>
                    <a:pt x="263933" y="752456"/>
                  </a:lnTo>
                  <a:lnTo>
                    <a:pt x="267212" y="750816"/>
                  </a:lnTo>
                  <a:lnTo>
                    <a:pt x="272130" y="749177"/>
                  </a:lnTo>
                  <a:lnTo>
                    <a:pt x="275409" y="749177"/>
                  </a:lnTo>
                  <a:lnTo>
                    <a:pt x="272130" y="750816"/>
                  </a:lnTo>
                  <a:lnTo>
                    <a:pt x="267212" y="754095"/>
                  </a:lnTo>
                  <a:lnTo>
                    <a:pt x="263933" y="754095"/>
                  </a:lnTo>
                  <a:lnTo>
                    <a:pt x="262294" y="759013"/>
                  </a:lnTo>
                  <a:lnTo>
                    <a:pt x="265573" y="757374"/>
                  </a:lnTo>
                  <a:lnTo>
                    <a:pt x="270491" y="755734"/>
                  </a:lnTo>
                  <a:lnTo>
                    <a:pt x="265573" y="759013"/>
                  </a:lnTo>
                  <a:lnTo>
                    <a:pt x="263933" y="762292"/>
                  </a:lnTo>
                  <a:lnTo>
                    <a:pt x="267212" y="762292"/>
                  </a:lnTo>
                  <a:lnTo>
                    <a:pt x="270491" y="762292"/>
                  </a:lnTo>
                  <a:lnTo>
                    <a:pt x="275409" y="762292"/>
                  </a:lnTo>
                  <a:lnTo>
                    <a:pt x="270491" y="762292"/>
                  </a:lnTo>
                  <a:lnTo>
                    <a:pt x="267212" y="763931"/>
                  </a:lnTo>
                  <a:lnTo>
                    <a:pt x="263933" y="763931"/>
                  </a:lnTo>
                  <a:lnTo>
                    <a:pt x="259015" y="763931"/>
                  </a:lnTo>
                  <a:lnTo>
                    <a:pt x="255736" y="765570"/>
                  </a:lnTo>
                  <a:lnTo>
                    <a:pt x="259015" y="767210"/>
                  </a:lnTo>
                  <a:lnTo>
                    <a:pt x="263933" y="768849"/>
                  </a:lnTo>
                  <a:lnTo>
                    <a:pt x="267212" y="767210"/>
                  </a:lnTo>
                  <a:lnTo>
                    <a:pt x="272130" y="767210"/>
                  </a:lnTo>
                  <a:lnTo>
                    <a:pt x="275409" y="765570"/>
                  </a:lnTo>
                  <a:lnTo>
                    <a:pt x="278688" y="765570"/>
                  </a:lnTo>
                  <a:lnTo>
                    <a:pt x="281966" y="765570"/>
                  </a:lnTo>
                  <a:lnTo>
                    <a:pt x="278688" y="765570"/>
                  </a:lnTo>
                  <a:lnTo>
                    <a:pt x="281966" y="767210"/>
                  </a:lnTo>
                  <a:lnTo>
                    <a:pt x="278688" y="767210"/>
                  </a:lnTo>
                  <a:lnTo>
                    <a:pt x="275409" y="767210"/>
                  </a:lnTo>
                  <a:lnTo>
                    <a:pt x="272130" y="768849"/>
                  </a:lnTo>
                  <a:lnTo>
                    <a:pt x="267212" y="768849"/>
                  </a:lnTo>
                  <a:lnTo>
                    <a:pt x="263933" y="770488"/>
                  </a:lnTo>
                  <a:lnTo>
                    <a:pt x="260655" y="773767"/>
                  </a:lnTo>
                  <a:lnTo>
                    <a:pt x="263933" y="770488"/>
                  </a:lnTo>
                  <a:lnTo>
                    <a:pt x="267212" y="772128"/>
                  </a:lnTo>
                  <a:lnTo>
                    <a:pt x="270491" y="772128"/>
                  </a:lnTo>
                  <a:lnTo>
                    <a:pt x="275409" y="772128"/>
                  </a:lnTo>
                  <a:lnTo>
                    <a:pt x="278688" y="773767"/>
                  </a:lnTo>
                  <a:lnTo>
                    <a:pt x="273769" y="775406"/>
                  </a:lnTo>
                  <a:lnTo>
                    <a:pt x="270491" y="775406"/>
                  </a:lnTo>
                  <a:lnTo>
                    <a:pt x="270491" y="780324"/>
                  </a:lnTo>
                  <a:lnTo>
                    <a:pt x="275409" y="780324"/>
                  </a:lnTo>
                  <a:lnTo>
                    <a:pt x="278688" y="778685"/>
                  </a:lnTo>
                  <a:lnTo>
                    <a:pt x="275409" y="781964"/>
                  </a:lnTo>
                  <a:lnTo>
                    <a:pt x="278688" y="781964"/>
                  </a:lnTo>
                  <a:lnTo>
                    <a:pt x="280326" y="777046"/>
                  </a:lnTo>
                  <a:lnTo>
                    <a:pt x="283605" y="775406"/>
                  </a:lnTo>
                  <a:lnTo>
                    <a:pt x="288523" y="773767"/>
                  </a:lnTo>
                  <a:lnTo>
                    <a:pt x="291802" y="773767"/>
                  </a:lnTo>
                  <a:lnTo>
                    <a:pt x="288523" y="775406"/>
                  </a:lnTo>
                  <a:lnTo>
                    <a:pt x="283605" y="778685"/>
                  </a:lnTo>
                  <a:lnTo>
                    <a:pt x="280326" y="780324"/>
                  </a:lnTo>
                  <a:lnTo>
                    <a:pt x="283605" y="783603"/>
                  </a:lnTo>
                  <a:lnTo>
                    <a:pt x="286884" y="783603"/>
                  </a:lnTo>
                  <a:lnTo>
                    <a:pt x="290163" y="781964"/>
                  </a:lnTo>
                  <a:lnTo>
                    <a:pt x="288523" y="785242"/>
                  </a:lnTo>
                  <a:lnTo>
                    <a:pt x="285245" y="785242"/>
                  </a:lnTo>
                  <a:lnTo>
                    <a:pt x="281966" y="786882"/>
                  </a:lnTo>
                  <a:lnTo>
                    <a:pt x="277048" y="786882"/>
                  </a:lnTo>
                  <a:lnTo>
                    <a:pt x="273769" y="788521"/>
                  </a:lnTo>
                  <a:lnTo>
                    <a:pt x="277048" y="788521"/>
                  </a:lnTo>
                  <a:lnTo>
                    <a:pt x="281966" y="788521"/>
                  </a:lnTo>
                  <a:lnTo>
                    <a:pt x="285245" y="786882"/>
                  </a:lnTo>
                  <a:lnTo>
                    <a:pt x="288523" y="786882"/>
                  </a:lnTo>
                  <a:lnTo>
                    <a:pt x="291802" y="786882"/>
                  </a:lnTo>
                  <a:lnTo>
                    <a:pt x="288523" y="788521"/>
                  </a:lnTo>
                  <a:lnTo>
                    <a:pt x="285245" y="790160"/>
                  </a:lnTo>
                  <a:lnTo>
                    <a:pt x="280326" y="791800"/>
                  </a:lnTo>
                  <a:lnTo>
                    <a:pt x="277048" y="791800"/>
                  </a:lnTo>
                  <a:lnTo>
                    <a:pt x="273769" y="795078"/>
                  </a:lnTo>
                  <a:lnTo>
                    <a:pt x="277048" y="795078"/>
                  </a:lnTo>
                  <a:lnTo>
                    <a:pt x="280326" y="793439"/>
                  </a:lnTo>
                  <a:lnTo>
                    <a:pt x="285245" y="793439"/>
                  </a:lnTo>
                  <a:lnTo>
                    <a:pt x="288523" y="793439"/>
                  </a:lnTo>
                  <a:lnTo>
                    <a:pt x="291802" y="795078"/>
                  </a:lnTo>
                  <a:lnTo>
                    <a:pt x="296720" y="795078"/>
                  </a:lnTo>
                  <a:lnTo>
                    <a:pt x="299999" y="791800"/>
                  </a:lnTo>
                  <a:lnTo>
                    <a:pt x="296720" y="791800"/>
                  </a:lnTo>
                  <a:lnTo>
                    <a:pt x="291802" y="791800"/>
                  </a:lnTo>
                  <a:lnTo>
                    <a:pt x="288523" y="791800"/>
                  </a:lnTo>
                  <a:lnTo>
                    <a:pt x="291802" y="791800"/>
                  </a:lnTo>
                  <a:lnTo>
                    <a:pt x="296720" y="790160"/>
                  </a:lnTo>
                  <a:lnTo>
                    <a:pt x="299999" y="790160"/>
                  </a:lnTo>
                  <a:lnTo>
                    <a:pt x="304916" y="788521"/>
                  </a:lnTo>
                  <a:lnTo>
                    <a:pt x="308195" y="790160"/>
                  </a:lnTo>
                  <a:lnTo>
                    <a:pt x="311474" y="790160"/>
                  </a:lnTo>
                  <a:lnTo>
                    <a:pt x="314753" y="790160"/>
                  </a:lnTo>
                  <a:lnTo>
                    <a:pt x="311474" y="793439"/>
                  </a:lnTo>
                  <a:lnTo>
                    <a:pt x="314753" y="795078"/>
                  </a:lnTo>
                  <a:lnTo>
                    <a:pt x="319671" y="793439"/>
                  </a:lnTo>
                  <a:lnTo>
                    <a:pt x="318031" y="790160"/>
                  </a:lnTo>
                  <a:lnTo>
                    <a:pt x="322949" y="790160"/>
                  </a:lnTo>
                  <a:lnTo>
                    <a:pt x="326228" y="790160"/>
                  </a:lnTo>
                  <a:lnTo>
                    <a:pt x="327868" y="786882"/>
                  </a:lnTo>
                  <a:lnTo>
                    <a:pt x="331146" y="785242"/>
                  </a:lnTo>
                  <a:lnTo>
                    <a:pt x="336064" y="785242"/>
                  </a:lnTo>
                  <a:lnTo>
                    <a:pt x="337703" y="788521"/>
                  </a:lnTo>
                  <a:lnTo>
                    <a:pt x="340982" y="786882"/>
                  </a:lnTo>
                  <a:lnTo>
                    <a:pt x="337703" y="783603"/>
                  </a:lnTo>
                  <a:lnTo>
                    <a:pt x="340982" y="785242"/>
                  </a:lnTo>
                  <a:lnTo>
                    <a:pt x="344261" y="785242"/>
                  </a:lnTo>
                  <a:lnTo>
                    <a:pt x="349179" y="783603"/>
                  </a:lnTo>
                  <a:lnTo>
                    <a:pt x="349179" y="778685"/>
                  </a:lnTo>
                  <a:lnTo>
                    <a:pt x="345900" y="777046"/>
                  </a:lnTo>
                  <a:lnTo>
                    <a:pt x="349179" y="778685"/>
                  </a:lnTo>
                  <a:lnTo>
                    <a:pt x="352458" y="775406"/>
                  </a:lnTo>
                  <a:lnTo>
                    <a:pt x="357375" y="775406"/>
                  </a:lnTo>
                  <a:lnTo>
                    <a:pt x="352458" y="778685"/>
                  </a:lnTo>
                  <a:lnTo>
                    <a:pt x="357375" y="781964"/>
                  </a:lnTo>
                  <a:lnTo>
                    <a:pt x="352458" y="785242"/>
                  </a:lnTo>
                  <a:lnTo>
                    <a:pt x="349179" y="785242"/>
                  </a:lnTo>
                  <a:lnTo>
                    <a:pt x="345900" y="786882"/>
                  </a:lnTo>
                  <a:lnTo>
                    <a:pt x="344261" y="790160"/>
                  </a:lnTo>
                  <a:lnTo>
                    <a:pt x="347539" y="788521"/>
                  </a:lnTo>
                  <a:lnTo>
                    <a:pt x="350818" y="788521"/>
                  </a:lnTo>
                  <a:lnTo>
                    <a:pt x="355736" y="786882"/>
                  </a:lnTo>
                  <a:lnTo>
                    <a:pt x="359015" y="785242"/>
                  </a:lnTo>
                  <a:lnTo>
                    <a:pt x="362293" y="781964"/>
                  </a:lnTo>
                  <a:lnTo>
                    <a:pt x="365572" y="778685"/>
                  </a:lnTo>
                  <a:lnTo>
                    <a:pt x="365572" y="781964"/>
                  </a:lnTo>
                  <a:lnTo>
                    <a:pt x="368851" y="781964"/>
                  </a:lnTo>
                  <a:lnTo>
                    <a:pt x="372129" y="780324"/>
                  </a:lnTo>
                  <a:lnTo>
                    <a:pt x="368851" y="783603"/>
                  </a:lnTo>
                  <a:lnTo>
                    <a:pt x="365572" y="785242"/>
                  </a:lnTo>
                  <a:lnTo>
                    <a:pt x="365572" y="785242"/>
                  </a:lnTo>
                  <a:lnTo>
                    <a:pt x="360654" y="786882"/>
                  </a:lnTo>
                  <a:lnTo>
                    <a:pt x="357375" y="788521"/>
                  </a:lnTo>
                  <a:lnTo>
                    <a:pt x="354097" y="790160"/>
                  </a:lnTo>
                  <a:lnTo>
                    <a:pt x="349179" y="790160"/>
                  </a:lnTo>
                  <a:lnTo>
                    <a:pt x="345900" y="790160"/>
                  </a:lnTo>
                  <a:lnTo>
                    <a:pt x="342622" y="791800"/>
                  </a:lnTo>
                  <a:lnTo>
                    <a:pt x="337703" y="795078"/>
                  </a:lnTo>
                  <a:lnTo>
                    <a:pt x="342622" y="793439"/>
                  </a:lnTo>
                  <a:lnTo>
                    <a:pt x="345900" y="793439"/>
                  </a:lnTo>
                  <a:lnTo>
                    <a:pt x="342622" y="795078"/>
                  </a:lnTo>
                  <a:lnTo>
                    <a:pt x="337703" y="795078"/>
                  </a:lnTo>
                  <a:lnTo>
                    <a:pt x="334425" y="798357"/>
                  </a:lnTo>
                  <a:lnTo>
                    <a:pt x="337703" y="798357"/>
                  </a:lnTo>
                  <a:lnTo>
                    <a:pt x="342622" y="795078"/>
                  </a:lnTo>
                  <a:lnTo>
                    <a:pt x="345900" y="793439"/>
                  </a:lnTo>
                  <a:lnTo>
                    <a:pt x="349179" y="795078"/>
                  </a:lnTo>
                  <a:lnTo>
                    <a:pt x="345900" y="796718"/>
                  </a:lnTo>
                  <a:lnTo>
                    <a:pt x="349179" y="796718"/>
                  </a:lnTo>
                  <a:lnTo>
                    <a:pt x="352458" y="795078"/>
                  </a:lnTo>
                  <a:lnTo>
                    <a:pt x="357375" y="793439"/>
                  </a:lnTo>
                  <a:lnTo>
                    <a:pt x="360654" y="790160"/>
                  </a:lnTo>
                  <a:lnTo>
                    <a:pt x="363933" y="786882"/>
                  </a:lnTo>
                  <a:lnTo>
                    <a:pt x="365572" y="791800"/>
                  </a:lnTo>
                  <a:lnTo>
                    <a:pt x="362293" y="791800"/>
                  </a:lnTo>
                  <a:lnTo>
                    <a:pt x="357375" y="793439"/>
                  </a:lnTo>
                  <a:lnTo>
                    <a:pt x="354097" y="795078"/>
                  </a:lnTo>
                  <a:lnTo>
                    <a:pt x="350818" y="798357"/>
                  </a:lnTo>
                  <a:lnTo>
                    <a:pt x="345900" y="799996"/>
                  </a:lnTo>
                  <a:lnTo>
                    <a:pt x="350818" y="799996"/>
                  </a:lnTo>
                  <a:lnTo>
                    <a:pt x="345900" y="801636"/>
                  </a:lnTo>
                  <a:lnTo>
                    <a:pt x="342622" y="803275"/>
                  </a:lnTo>
                  <a:lnTo>
                    <a:pt x="339343" y="804914"/>
                  </a:lnTo>
                  <a:lnTo>
                    <a:pt x="342622" y="804914"/>
                  </a:lnTo>
                  <a:lnTo>
                    <a:pt x="345900" y="801636"/>
                  </a:lnTo>
                  <a:lnTo>
                    <a:pt x="350818" y="801636"/>
                  </a:lnTo>
                  <a:lnTo>
                    <a:pt x="345900" y="804914"/>
                  </a:lnTo>
                  <a:lnTo>
                    <a:pt x="350818" y="804914"/>
                  </a:lnTo>
                  <a:lnTo>
                    <a:pt x="349179" y="808193"/>
                  </a:lnTo>
                  <a:lnTo>
                    <a:pt x="354097" y="804914"/>
                  </a:lnTo>
                  <a:lnTo>
                    <a:pt x="357375" y="801636"/>
                  </a:lnTo>
                  <a:lnTo>
                    <a:pt x="360654" y="799996"/>
                  </a:lnTo>
                  <a:lnTo>
                    <a:pt x="363933" y="799996"/>
                  </a:lnTo>
                  <a:lnTo>
                    <a:pt x="360654" y="801636"/>
                  </a:lnTo>
                  <a:lnTo>
                    <a:pt x="357375" y="803275"/>
                  </a:lnTo>
                  <a:lnTo>
                    <a:pt x="354097" y="808193"/>
                  </a:lnTo>
                  <a:lnTo>
                    <a:pt x="357375" y="806554"/>
                  </a:lnTo>
                  <a:lnTo>
                    <a:pt x="360654" y="804914"/>
                  </a:lnTo>
                  <a:lnTo>
                    <a:pt x="365572" y="803275"/>
                  </a:lnTo>
                  <a:lnTo>
                    <a:pt x="360654" y="804914"/>
                  </a:lnTo>
                  <a:lnTo>
                    <a:pt x="359015" y="808193"/>
                  </a:lnTo>
                  <a:lnTo>
                    <a:pt x="362293" y="808193"/>
                  </a:lnTo>
                  <a:lnTo>
                    <a:pt x="365572" y="808193"/>
                  </a:lnTo>
                  <a:lnTo>
                    <a:pt x="368851" y="806554"/>
                  </a:lnTo>
                  <a:lnTo>
                    <a:pt x="373769" y="803275"/>
                  </a:lnTo>
                  <a:lnTo>
                    <a:pt x="377048" y="799996"/>
                  </a:lnTo>
                  <a:lnTo>
                    <a:pt x="380326" y="798357"/>
                  </a:lnTo>
                  <a:lnTo>
                    <a:pt x="377048" y="801636"/>
                  </a:lnTo>
                  <a:lnTo>
                    <a:pt x="373769" y="804914"/>
                  </a:lnTo>
                  <a:lnTo>
                    <a:pt x="370490" y="808193"/>
                  </a:lnTo>
                  <a:lnTo>
                    <a:pt x="367212" y="813111"/>
                  </a:lnTo>
                  <a:lnTo>
                    <a:pt x="363933" y="814750"/>
                  </a:lnTo>
                  <a:lnTo>
                    <a:pt x="359015" y="816390"/>
                  </a:lnTo>
                  <a:lnTo>
                    <a:pt x="357375" y="821308"/>
                  </a:lnTo>
                  <a:lnTo>
                    <a:pt x="362293" y="819668"/>
                  </a:lnTo>
                  <a:lnTo>
                    <a:pt x="365572" y="819668"/>
                  </a:lnTo>
                  <a:lnTo>
                    <a:pt x="368851" y="816390"/>
                  </a:lnTo>
                  <a:lnTo>
                    <a:pt x="372129" y="813111"/>
                  </a:lnTo>
                  <a:lnTo>
                    <a:pt x="377048" y="811472"/>
                  </a:lnTo>
                  <a:lnTo>
                    <a:pt x="380326" y="808193"/>
                  </a:lnTo>
                  <a:lnTo>
                    <a:pt x="383605" y="806554"/>
                  </a:lnTo>
                  <a:lnTo>
                    <a:pt x="380326" y="809832"/>
                  </a:lnTo>
                  <a:lnTo>
                    <a:pt x="375408" y="813111"/>
                  </a:lnTo>
                  <a:lnTo>
                    <a:pt x="372129" y="816390"/>
                  </a:lnTo>
                  <a:lnTo>
                    <a:pt x="368851" y="819668"/>
                  </a:lnTo>
                  <a:lnTo>
                    <a:pt x="365572" y="819668"/>
                  </a:lnTo>
                  <a:lnTo>
                    <a:pt x="360654" y="821308"/>
                  </a:lnTo>
                  <a:lnTo>
                    <a:pt x="357375" y="822947"/>
                  </a:lnTo>
                  <a:lnTo>
                    <a:pt x="360654" y="826226"/>
                  </a:lnTo>
                  <a:lnTo>
                    <a:pt x="365572" y="822947"/>
                  </a:lnTo>
                  <a:lnTo>
                    <a:pt x="365572" y="827865"/>
                  </a:lnTo>
                  <a:lnTo>
                    <a:pt x="368851" y="827865"/>
                  </a:lnTo>
                  <a:lnTo>
                    <a:pt x="368851" y="827865"/>
                  </a:lnTo>
                  <a:lnTo>
                    <a:pt x="370490" y="822947"/>
                  </a:lnTo>
                  <a:lnTo>
                    <a:pt x="370490" y="827865"/>
                  </a:lnTo>
                  <a:lnTo>
                    <a:pt x="372129" y="827865"/>
                  </a:lnTo>
                  <a:lnTo>
                    <a:pt x="375408" y="824586"/>
                  </a:lnTo>
                  <a:lnTo>
                    <a:pt x="378687" y="821308"/>
                  </a:lnTo>
                  <a:lnTo>
                    <a:pt x="383605" y="821308"/>
                  </a:lnTo>
                  <a:lnTo>
                    <a:pt x="386883" y="818029"/>
                  </a:lnTo>
                  <a:lnTo>
                    <a:pt x="388523" y="813111"/>
                  </a:lnTo>
                  <a:lnTo>
                    <a:pt x="391802" y="816390"/>
                  </a:lnTo>
                  <a:lnTo>
                    <a:pt x="393441" y="813111"/>
                  </a:lnTo>
                  <a:lnTo>
                    <a:pt x="393441" y="816390"/>
                  </a:lnTo>
                  <a:lnTo>
                    <a:pt x="390162" y="819668"/>
                  </a:lnTo>
                  <a:lnTo>
                    <a:pt x="393441" y="819668"/>
                  </a:lnTo>
                  <a:lnTo>
                    <a:pt x="396719" y="821308"/>
                  </a:lnTo>
                  <a:lnTo>
                    <a:pt x="393441" y="821308"/>
                  </a:lnTo>
                  <a:lnTo>
                    <a:pt x="388523" y="822947"/>
                  </a:lnTo>
                  <a:lnTo>
                    <a:pt x="393441" y="826226"/>
                  </a:lnTo>
                  <a:lnTo>
                    <a:pt x="396719" y="826226"/>
                  </a:lnTo>
                  <a:lnTo>
                    <a:pt x="393441" y="827865"/>
                  </a:lnTo>
                  <a:lnTo>
                    <a:pt x="393441" y="827865"/>
                  </a:lnTo>
                  <a:lnTo>
                    <a:pt x="398359" y="829504"/>
                  </a:lnTo>
                  <a:lnTo>
                    <a:pt x="401638" y="831144"/>
                  </a:lnTo>
                  <a:lnTo>
                    <a:pt x="404916" y="827865"/>
                  </a:lnTo>
                  <a:lnTo>
                    <a:pt x="404916" y="824586"/>
                  </a:lnTo>
                  <a:lnTo>
                    <a:pt x="409834" y="826226"/>
                  </a:lnTo>
                  <a:lnTo>
                    <a:pt x="413113" y="827865"/>
                  </a:lnTo>
                  <a:lnTo>
                    <a:pt x="416392" y="827865"/>
                  </a:lnTo>
                  <a:lnTo>
                    <a:pt x="416392" y="824586"/>
                  </a:lnTo>
                  <a:lnTo>
                    <a:pt x="411473" y="824586"/>
                  </a:lnTo>
                  <a:lnTo>
                    <a:pt x="408195" y="822947"/>
                  </a:lnTo>
                  <a:lnTo>
                    <a:pt x="403277" y="822947"/>
                  </a:lnTo>
                  <a:lnTo>
                    <a:pt x="399998" y="821308"/>
                  </a:lnTo>
                  <a:lnTo>
                    <a:pt x="396719" y="821308"/>
                  </a:lnTo>
                  <a:lnTo>
                    <a:pt x="401638" y="821308"/>
                  </a:lnTo>
                  <a:lnTo>
                    <a:pt x="404916" y="821308"/>
                  </a:lnTo>
                  <a:lnTo>
                    <a:pt x="408195" y="822947"/>
                  </a:lnTo>
                  <a:lnTo>
                    <a:pt x="413113" y="822947"/>
                  </a:lnTo>
                  <a:lnTo>
                    <a:pt x="416392" y="824586"/>
                  </a:lnTo>
                  <a:lnTo>
                    <a:pt x="419670" y="822947"/>
                  </a:lnTo>
                  <a:lnTo>
                    <a:pt x="418031" y="819668"/>
                  </a:lnTo>
                  <a:lnTo>
                    <a:pt x="414752" y="819668"/>
                  </a:lnTo>
                  <a:lnTo>
                    <a:pt x="418031" y="818029"/>
                  </a:lnTo>
                  <a:lnTo>
                    <a:pt x="421310" y="818029"/>
                  </a:lnTo>
                  <a:lnTo>
                    <a:pt x="419670" y="813111"/>
                  </a:lnTo>
                  <a:lnTo>
                    <a:pt x="416392" y="813111"/>
                  </a:lnTo>
                  <a:lnTo>
                    <a:pt x="419670" y="811472"/>
                  </a:lnTo>
                  <a:lnTo>
                    <a:pt x="416392" y="811472"/>
                  </a:lnTo>
                  <a:lnTo>
                    <a:pt x="411473" y="813111"/>
                  </a:lnTo>
                  <a:lnTo>
                    <a:pt x="408195" y="814750"/>
                  </a:lnTo>
                  <a:lnTo>
                    <a:pt x="411473" y="811472"/>
                  </a:lnTo>
                  <a:lnTo>
                    <a:pt x="414752" y="808193"/>
                  </a:lnTo>
                  <a:lnTo>
                    <a:pt x="411473" y="806554"/>
                  </a:lnTo>
                  <a:lnTo>
                    <a:pt x="406556" y="806554"/>
                  </a:lnTo>
                  <a:lnTo>
                    <a:pt x="403277" y="806554"/>
                  </a:lnTo>
                  <a:lnTo>
                    <a:pt x="399998" y="804914"/>
                  </a:lnTo>
                  <a:lnTo>
                    <a:pt x="396719" y="803275"/>
                  </a:lnTo>
                  <a:lnTo>
                    <a:pt x="399998" y="803275"/>
                  </a:lnTo>
                  <a:lnTo>
                    <a:pt x="403277" y="804914"/>
                  </a:lnTo>
                  <a:lnTo>
                    <a:pt x="406556" y="804914"/>
                  </a:lnTo>
                  <a:lnTo>
                    <a:pt x="409834" y="801636"/>
                  </a:lnTo>
                  <a:lnTo>
                    <a:pt x="413113" y="804914"/>
                  </a:lnTo>
                  <a:lnTo>
                    <a:pt x="416392" y="806554"/>
                  </a:lnTo>
                  <a:lnTo>
                    <a:pt x="419670" y="808193"/>
                  </a:lnTo>
                  <a:lnTo>
                    <a:pt x="422949" y="808193"/>
                  </a:lnTo>
                  <a:lnTo>
                    <a:pt x="419670" y="804914"/>
                  </a:lnTo>
                  <a:lnTo>
                    <a:pt x="422949" y="806554"/>
                  </a:lnTo>
                  <a:lnTo>
                    <a:pt x="427867" y="804914"/>
                  </a:lnTo>
                  <a:lnTo>
                    <a:pt x="431146" y="804914"/>
                  </a:lnTo>
                  <a:lnTo>
                    <a:pt x="434425" y="804914"/>
                  </a:lnTo>
                  <a:lnTo>
                    <a:pt x="431146" y="803275"/>
                  </a:lnTo>
                  <a:lnTo>
                    <a:pt x="427867" y="803275"/>
                  </a:lnTo>
                  <a:lnTo>
                    <a:pt x="431146" y="803275"/>
                  </a:lnTo>
                  <a:lnTo>
                    <a:pt x="434425" y="803275"/>
                  </a:lnTo>
                  <a:lnTo>
                    <a:pt x="439342" y="799996"/>
                  </a:lnTo>
                  <a:lnTo>
                    <a:pt x="434425" y="801636"/>
                  </a:lnTo>
                  <a:lnTo>
                    <a:pt x="431146" y="801636"/>
                  </a:lnTo>
                  <a:lnTo>
                    <a:pt x="427867" y="801636"/>
                  </a:lnTo>
                  <a:lnTo>
                    <a:pt x="422949" y="799996"/>
                  </a:lnTo>
                  <a:lnTo>
                    <a:pt x="427867" y="801636"/>
                  </a:lnTo>
                  <a:lnTo>
                    <a:pt x="431146" y="801636"/>
                  </a:lnTo>
                  <a:lnTo>
                    <a:pt x="434425" y="801636"/>
                  </a:lnTo>
                  <a:lnTo>
                    <a:pt x="436063" y="796718"/>
                  </a:lnTo>
                  <a:lnTo>
                    <a:pt x="432785" y="795078"/>
                  </a:lnTo>
                  <a:lnTo>
                    <a:pt x="429506" y="795078"/>
                  </a:lnTo>
                  <a:lnTo>
                    <a:pt x="424588" y="795078"/>
                  </a:lnTo>
                  <a:lnTo>
                    <a:pt x="421310" y="793439"/>
                  </a:lnTo>
                  <a:lnTo>
                    <a:pt x="424588" y="795078"/>
                  </a:lnTo>
                  <a:lnTo>
                    <a:pt x="429506" y="795078"/>
                  </a:lnTo>
                  <a:lnTo>
                    <a:pt x="432785" y="795078"/>
                  </a:lnTo>
                  <a:lnTo>
                    <a:pt x="436063" y="795078"/>
                  </a:lnTo>
                  <a:lnTo>
                    <a:pt x="440982" y="795078"/>
                  </a:lnTo>
                  <a:lnTo>
                    <a:pt x="436063" y="793439"/>
                  </a:lnTo>
                  <a:lnTo>
                    <a:pt x="432785" y="793439"/>
                  </a:lnTo>
                  <a:lnTo>
                    <a:pt x="429506" y="791800"/>
                  </a:lnTo>
                  <a:lnTo>
                    <a:pt x="426228" y="791800"/>
                  </a:lnTo>
                  <a:lnTo>
                    <a:pt x="421310" y="790160"/>
                  </a:lnTo>
                  <a:lnTo>
                    <a:pt x="426228" y="790160"/>
                  </a:lnTo>
                  <a:lnTo>
                    <a:pt x="429506" y="791800"/>
                  </a:lnTo>
                  <a:lnTo>
                    <a:pt x="432785" y="791800"/>
                  </a:lnTo>
                  <a:lnTo>
                    <a:pt x="436063" y="791800"/>
                  </a:lnTo>
                  <a:lnTo>
                    <a:pt x="440982" y="790160"/>
                  </a:lnTo>
                  <a:lnTo>
                    <a:pt x="442621" y="786882"/>
                  </a:lnTo>
                  <a:lnTo>
                    <a:pt x="445900" y="785242"/>
                  </a:lnTo>
                  <a:lnTo>
                    <a:pt x="442621" y="785242"/>
                  </a:lnTo>
                  <a:lnTo>
                    <a:pt x="439342" y="783603"/>
                  </a:lnTo>
                  <a:lnTo>
                    <a:pt x="434425" y="783603"/>
                  </a:lnTo>
                  <a:lnTo>
                    <a:pt x="432785" y="783603"/>
                  </a:lnTo>
                  <a:lnTo>
                    <a:pt x="427867" y="783603"/>
                  </a:lnTo>
                  <a:lnTo>
                    <a:pt x="424588" y="783603"/>
                  </a:lnTo>
                  <a:lnTo>
                    <a:pt x="421310" y="781964"/>
                  </a:lnTo>
                  <a:lnTo>
                    <a:pt x="424588" y="781964"/>
                  </a:lnTo>
                  <a:lnTo>
                    <a:pt x="427867" y="781964"/>
                  </a:lnTo>
                  <a:lnTo>
                    <a:pt x="432785" y="781964"/>
                  </a:lnTo>
                  <a:lnTo>
                    <a:pt x="436063" y="781964"/>
                  </a:lnTo>
                  <a:lnTo>
                    <a:pt x="439342" y="783603"/>
                  </a:lnTo>
                  <a:lnTo>
                    <a:pt x="442621" y="783603"/>
                  </a:lnTo>
                  <a:lnTo>
                    <a:pt x="447539" y="781964"/>
                  </a:lnTo>
                  <a:lnTo>
                    <a:pt x="442621" y="780324"/>
                  </a:lnTo>
                  <a:lnTo>
                    <a:pt x="439342" y="780324"/>
                  </a:lnTo>
                  <a:lnTo>
                    <a:pt x="436063" y="778685"/>
                  </a:lnTo>
                  <a:lnTo>
                    <a:pt x="439342" y="778685"/>
                  </a:lnTo>
                  <a:lnTo>
                    <a:pt x="442621" y="778685"/>
                  </a:lnTo>
                  <a:lnTo>
                    <a:pt x="447539" y="780324"/>
                  </a:lnTo>
                  <a:lnTo>
                    <a:pt x="450818" y="777046"/>
                  </a:lnTo>
                  <a:lnTo>
                    <a:pt x="447539" y="777046"/>
                  </a:lnTo>
                  <a:lnTo>
                    <a:pt x="442621" y="777046"/>
                  </a:lnTo>
                  <a:lnTo>
                    <a:pt x="447539" y="775406"/>
                  </a:lnTo>
                  <a:lnTo>
                    <a:pt x="442621" y="775406"/>
                  </a:lnTo>
                  <a:lnTo>
                    <a:pt x="439342" y="773767"/>
                  </a:lnTo>
                  <a:lnTo>
                    <a:pt x="436063" y="773767"/>
                  </a:lnTo>
                  <a:lnTo>
                    <a:pt x="439342" y="773767"/>
                  </a:lnTo>
                  <a:lnTo>
                    <a:pt x="442621" y="773767"/>
                  </a:lnTo>
                  <a:lnTo>
                    <a:pt x="447539" y="773767"/>
                  </a:lnTo>
                  <a:lnTo>
                    <a:pt x="450818" y="775406"/>
                  </a:lnTo>
                  <a:lnTo>
                    <a:pt x="454096" y="773767"/>
                  </a:lnTo>
                  <a:lnTo>
                    <a:pt x="457375" y="770488"/>
                  </a:lnTo>
                  <a:lnTo>
                    <a:pt x="459015" y="765570"/>
                  </a:lnTo>
                  <a:lnTo>
                    <a:pt x="454096" y="765570"/>
                  </a:lnTo>
                  <a:lnTo>
                    <a:pt x="450818" y="765570"/>
                  </a:lnTo>
                  <a:lnTo>
                    <a:pt x="447539" y="765570"/>
                  </a:lnTo>
                  <a:lnTo>
                    <a:pt x="444260" y="763931"/>
                  </a:lnTo>
                  <a:lnTo>
                    <a:pt x="447539" y="763931"/>
                  </a:lnTo>
                  <a:lnTo>
                    <a:pt x="450818" y="765570"/>
                  </a:lnTo>
                  <a:lnTo>
                    <a:pt x="455736" y="765570"/>
                  </a:lnTo>
                  <a:lnTo>
                    <a:pt x="459015" y="765570"/>
                  </a:lnTo>
                  <a:lnTo>
                    <a:pt x="462293" y="763931"/>
                  </a:lnTo>
                  <a:lnTo>
                    <a:pt x="465572" y="760652"/>
                  </a:lnTo>
                  <a:lnTo>
                    <a:pt x="468850" y="759013"/>
                  </a:lnTo>
                  <a:lnTo>
                    <a:pt x="465572" y="759013"/>
                  </a:lnTo>
                  <a:lnTo>
                    <a:pt x="462293" y="759013"/>
                  </a:lnTo>
                  <a:lnTo>
                    <a:pt x="457375" y="757374"/>
                  </a:lnTo>
                  <a:lnTo>
                    <a:pt x="454096" y="755734"/>
                  </a:lnTo>
                  <a:lnTo>
                    <a:pt x="457375" y="755734"/>
                  </a:lnTo>
                  <a:lnTo>
                    <a:pt x="462293" y="757374"/>
                  </a:lnTo>
                  <a:lnTo>
                    <a:pt x="465572" y="757374"/>
                  </a:lnTo>
                  <a:lnTo>
                    <a:pt x="468850" y="757374"/>
                  </a:lnTo>
                  <a:lnTo>
                    <a:pt x="473768" y="754095"/>
                  </a:lnTo>
                  <a:lnTo>
                    <a:pt x="472129" y="750816"/>
                  </a:lnTo>
                  <a:lnTo>
                    <a:pt x="475408" y="750816"/>
                  </a:lnTo>
                  <a:lnTo>
                    <a:pt x="475408" y="745898"/>
                  </a:lnTo>
                  <a:lnTo>
                    <a:pt x="472129" y="747538"/>
                  </a:lnTo>
                  <a:lnTo>
                    <a:pt x="467211" y="749177"/>
                  </a:lnTo>
                  <a:lnTo>
                    <a:pt x="467211" y="749177"/>
                  </a:lnTo>
                  <a:lnTo>
                    <a:pt x="470490" y="745898"/>
                  </a:lnTo>
                  <a:lnTo>
                    <a:pt x="475408" y="740980"/>
                  </a:lnTo>
                  <a:lnTo>
                    <a:pt x="478686" y="737702"/>
                  </a:lnTo>
                  <a:lnTo>
                    <a:pt x="477047" y="734423"/>
                  </a:lnTo>
                  <a:lnTo>
                    <a:pt x="472129" y="734423"/>
                  </a:lnTo>
                  <a:lnTo>
                    <a:pt x="468850" y="732783"/>
                  </a:lnTo>
                  <a:lnTo>
                    <a:pt x="465572" y="729505"/>
                  </a:lnTo>
                  <a:lnTo>
                    <a:pt x="460653" y="726226"/>
                  </a:lnTo>
                  <a:lnTo>
                    <a:pt x="465572" y="727866"/>
                  </a:lnTo>
                  <a:lnTo>
                    <a:pt x="468850" y="727866"/>
                  </a:lnTo>
                  <a:lnTo>
                    <a:pt x="472129" y="731144"/>
                  </a:lnTo>
                  <a:lnTo>
                    <a:pt x="475408" y="731144"/>
                  </a:lnTo>
                  <a:lnTo>
                    <a:pt x="480326" y="732783"/>
                  </a:lnTo>
                  <a:lnTo>
                    <a:pt x="483605" y="731144"/>
                  </a:lnTo>
                  <a:lnTo>
                    <a:pt x="480326" y="729505"/>
                  </a:lnTo>
                  <a:lnTo>
                    <a:pt x="475408" y="727866"/>
                  </a:lnTo>
                  <a:lnTo>
                    <a:pt x="480326" y="727866"/>
                  </a:lnTo>
                  <a:lnTo>
                    <a:pt x="478686" y="724587"/>
                  </a:lnTo>
                  <a:lnTo>
                    <a:pt x="475408" y="722947"/>
                  </a:lnTo>
                  <a:lnTo>
                    <a:pt x="472129" y="724587"/>
                  </a:lnTo>
                  <a:lnTo>
                    <a:pt x="467211" y="721308"/>
                  </a:lnTo>
                  <a:lnTo>
                    <a:pt x="463932" y="719669"/>
                  </a:lnTo>
                  <a:lnTo>
                    <a:pt x="460653" y="716390"/>
                  </a:lnTo>
                  <a:lnTo>
                    <a:pt x="463932" y="718030"/>
                  </a:lnTo>
                  <a:lnTo>
                    <a:pt x="467211" y="719669"/>
                  </a:lnTo>
                  <a:lnTo>
                    <a:pt x="470490" y="719669"/>
                  </a:lnTo>
                  <a:lnTo>
                    <a:pt x="475408" y="719669"/>
                  </a:lnTo>
                  <a:lnTo>
                    <a:pt x="478686" y="718030"/>
                  </a:lnTo>
                  <a:lnTo>
                    <a:pt x="478686" y="714751"/>
                  </a:lnTo>
                  <a:lnTo>
                    <a:pt x="481965" y="714751"/>
                  </a:lnTo>
                  <a:lnTo>
                    <a:pt x="478686" y="713111"/>
                  </a:lnTo>
                  <a:lnTo>
                    <a:pt x="481965" y="713111"/>
                  </a:lnTo>
                  <a:lnTo>
                    <a:pt x="485244" y="713111"/>
                  </a:lnTo>
                  <a:lnTo>
                    <a:pt x="490162" y="714751"/>
                  </a:lnTo>
                  <a:lnTo>
                    <a:pt x="490162" y="716390"/>
                  </a:lnTo>
                  <a:lnTo>
                    <a:pt x="486883" y="714751"/>
                  </a:lnTo>
                  <a:lnTo>
                    <a:pt x="483605" y="716390"/>
                  </a:lnTo>
                  <a:lnTo>
                    <a:pt x="481965" y="719669"/>
                  </a:lnTo>
                  <a:lnTo>
                    <a:pt x="483605" y="719669"/>
                  </a:lnTo>
                  <a:lnTo>
                    <a:pt x="486883" y="719669"/>
                  </a:lnTo>
                  <a:lnTo>
                    <a:pt x="490162" y="718030"/>
                  </a:lnTo>
                  <a:lnTo>
                    <a:pt x="495080" y="716390"/>
                  </a:lnTo>
                  <a:lnTo>
                    <a:pt x="493440" y="716390"/>
                  </a:lnTo>
                  <a:lnTo>
                    <a:pt x="496719" y="713111"/>
                  </a:lnTo>
                  <a:lnTo>
                    <a:pt x="499998" y="714751"/>
                  </a:lnTo>
                  <a:lnTo>
                    <a:pt x="503276" y="709833"/>
                  </a:lnTo>
                  <a:lnTo>
                    <a:pt x="506555" y="711472"/>
                  </a:lnTo>
                  <a:lnTo>
                    <a:pt x="506555" y="706554"/>
                  </a:lnTo>
                  <a:lnTo>
                    <a:pt x="503276" y="706554"/>
                  </a:lnTo>
                  <a:lnTo>
                    <a:pt x="498359" y="706554"/>
                  </a:lnTo>
                  <a:lnTo>
                    <a:pt x="495080" y="703275"/>
                  </a:lnTo>
                  <a:lnTo>
                    <a:pt x="496719" y="699997"/>
                  </a:lnTo>
                  <a:lnTo>
                    <a:pt x="498359" y="703275"/>
                  </a:lnTo>
                  <a:lnTo>
                    <a:pt x="503276" y="703275"/>
                  </a:lnTo>
                  <a:lnTo>
                    <a:pt x="506555" y="706554"/>
                  </a:lnTo>
                  <a:lnTo>
                    <a:pt x="509834" y="706554"/>
                  </a:lnTo>
                  <a:lnTo>
                    <a:pt x="508195" y="703275"/>
                  </a:lnTo>
                  <a:lnTo>
                    <a:pt x="504916" y="699997"/>
                  </a:lnTo>
                  <a:lnTo>
                    <a:pt x="508195" y="699997"/>
                  </a:lnTo>
                  <a:lnTo>
                    <a:pt x="513112" y="703275"/>
                  </a:lnTo>
                  <a:lnTo>
                    <a:pt x="516391" y="703275"/>
                  </a:lnTo>
                  <a:lnTo>
                    <a:pt x="516391" y="699997"/>
                  </a:lnTo>
                  <a:lnTo>
                    <a:pt x="513112" y="695079"/>
                  </a:lnTo>
                  <a:lnTo>
                    <a:pt x="509834" y="695079"/>
                  </a:lnTo>
                  <a:lnTo>
                    <a:pt x="508195" y="691800"/>
                  </a:lnTo>
                  <a:lnTo>
                    <a:pt x="509834" y="690161"/>
                  </a:lnTo>
                  <a:lnTo>
                    <a:pt x="513112" y="691800"/>
                  </a:lnTo>
                  <a:lnTo>
                    <a:pt x="516391" y="695079"/>
                  </a:lnTo>
                  <a:lnTo>
                    <a:pt x="519670" y="698357"/>
                  </a:lnTo>
                  <a:lnTo>
                    <a:pt x="524588" y="699997"/>
                  </a:lnTo>
                  <a:lnTo>
                    <a:pt x="527866" y="699997"/>
                  </a:lnTo>
                  <a:lnTo>
                    <a:pt x="527866" y="696718"/>
                  </a:lnTo>
                  <a:lnTo>
                    <a:pt x="524588" y="693439"/>
                  </a:lnTo>
                  <a:lnTo>
                    <a:pt x="519670" y="691800"/>
                  </a:lnTo>
                  <a:lnTo>
                    <a:pt x="518030" y="690161"/>
                  </a:lnTo>
                  <a:lnTo>
                    <a:pt x="521309" y="691800"/>
                  </a:lnTo>
                  <a:lnTo>
                    <a:pt x="524588" y="693439"/>
                  </a:lnTo>
                  <a:lnTo>
                    <a:pt x="527866" y="695079"/>
                  </a:lnTo>
                  <a:lnTo>
                    <a:pt x="524588" y="691800"/>
                  </a:lnTo>
                  <a:lnTo>
                    <a:pt x="521309" y="690161"/>
                  </a:lnTo>
                  <a:lnTo>
                    <a:pt x="524588" y="691800"/>
                  </a:lnTo>
                  <a:lnTo>
                    <a:pt x="524588" y="686882"/>
                  </a:lnTo>
                  <a:lnTo>
                    <a:pt x="527866" y="690161"/>
                  </a:lnTo>
                  <a:lnTo>
                    <a:pt x="532785" y="691800"/>
                  </a:lnTo>
                  <a:lnTo>
                    <a:pt x="529506" y="688521"/>
                  </a:lnTo>
                  <a:lnTo>
                    <a:pt x="532785" y="690161"/>
                  </a:lnTo>
                  <a:lnTo>
                    <a:pt x="536063" y="686882"/>
                  </a:lnTo>
                  <a:lnTo>
                    <a:pt x="539342" y="688521"/>
                  </a:lnTo>
                  <a:lnTo>
                    <a:pt x="542620" y="686882"/>
                  </a:lnTo>
                  <a:lnTo>
                    <a:pt x="542620" y="683603"/>
                  </a:lnTo>
                  <a:lnTo>
                    <a:pt x="537703" y="681964"/>
                  </a:lnTo>
                  <a:lnTo>
                    <a:pt x="537703" y="681964"/>
                  </a:lnTo>
                  <a:lnTo>
                    <a:pt x="532785" y="680325"/>
                  </a:lnTo>
                  <a:lnTo>
                    <a:pt x="529506" y="678685"/>
                  </a:lnTo>
                  <a:lnTo>
                    <a:pt x="526227" y="677046"/>
                  </a:lnTo>
                  <a:lnTo>
                    <a:pt x="521309" y="678685"/>
                  </a:lnTo>
                  <a:lnTo>
                    <a:pt x="526227" y="675407"/>
                  </a:lnTo>
                  <a:lnTo>
                    <a:pt x="529506" y="677046"/>
                  </a:lnTo>
                  <a:lnTo>
                    <a:pt x="532785" y="678685"/>
                  </a:lnTo>
                  <a:lnTo>
                    <a:pt x="537703" y="678685"/>
                  </a:lnTo>
                  <a:lnTo>
                    <a:pt x="540981" y="680325"/>
                  </a:lnTo>
                  <a:lnTo>
                    <a:pt x="544260" y="680325"/>
                  </a:lnTo>
                  <a:lnTo>
                    <a:pt x="549178" y="680325"/>
                  </a:lnTo>
                  <a:lnTo>
                    <a:pt x="552456" y="680325"/>
                  </a:lnTo>
                  <a:lnTo>
                    <a:pt x="552456" y="677046"/>
                  </a:lnTo>
                  <a:lnTo>
                    <a:pt x="554096" y="673767"/>
                  </a:lnTo>
                  <a:lnTo>
                    <a:pt x="549178" y="670489"/>
                  </a:lnTo>
                  <a:lnTo>
                    <a:pt x="554096" y="670489"/>
                  </a:lnTo>
                  <a:lnTo>
                    <a:pt x="557375" y="665571"/>
                  </a:lnTo>
                  <a:lnTo>
                    <a:pt x="555735" y="662292"/>
                  </a:lnTo>
                  <a:lnTo>
                    <a:pt x="550817" y="662292"/>
                  </a:lnTo>
                  <a:lnTo>
                    <a:pt x="547539" y="662292"/>
                  </a:lnTo>
                  <a:lnTo>
                    <a:pt x="544260" y="662292"/>
                  </a:lnTo>
                  <a:lnTo>
                    <a:pt x="539342" y="662292"/>
                  </a:lnTo>
                  <a:lnTo>
                    <a:pt x="536063" y="662292"/>
                  </a:lnTo>
                  <a:lnTo>
                    <a:pt x="532785" y="659013"/>
                  </a:lnTo>
                  <a:lnTo>
                    <a:pt x="536063" y="655735"/>
                  </a:lnTo>
                  <a:lnTo>
                    <a:pt x="539342" y="655735"/>
                  </a:lnTo>
                  <a:lnTo>
                    <a:pt x="544260" y="655735"/>
                  </a:lnTo>
                  <a:lnTo>
                    <a:pt x="547539" y="655735"/>
                  </a:lnTo>
                  <a:lnTo>
                    <a:pt x="552456" y="655735"/>
                  </a:lnTo>
                  <a:lnTo>
                    <a:pt x="555735" y="654095"/>
                  </a:lnTo>
                  <a:lnTo>
                    <a:pt x="559014" y="654095"/>
                  </a:lnTo>
                  <a:lnTo>
                    <a:pt x="562293" y="655735"/>
                  </a:lnTo>
                  <a:lnTo>
                    <a:pt x="567210" y="655735"/>
                  </a:lnTo>
                  <a:lnTo>
                    <a:pt x="565571" y="650817"/>
                  </a:lnTo>
                  <a:lnTo>
                    <a:pt x="562293" y="650817"/>
                  </a:lnTo>
                  <a:lnTo>
                    <a:pt x="563932" y="645899"/>
                  </a:lnTo>
                  <a:lnTo>
                    <a:pt x="565571" y="642620"/>
                  </a:lnTo>
                  <a:lnTo>
                    <a:pt x="562293" y="639341"/>
                  </a:lnTo>
                  <a:lnTo>
                    <a:pt x="557375" y="636063"/>
                  </a:lnTo>
                  <a:lnTo>
                    <a:pt x="555735" y="632784"/>
                  </a:lnTo>
                  <a:lnTo>
                    <a:pt x="559014" y="631145"/>
                  </a:lnTo>
                  <a:lnTo>
                    <a:pt x="559014" y="627866"/>
                  </a:lnTo>
                  <a:lnTo>
                    <a:pt x="562293" y="626227"/>
                  </a:lnTo>
                  <a:lnTo>
                    <a:pt x="565571" y="626227"/>
                  </a:lnTo>
                  <a:lnTo>
                    <a:pt x="568850" y="626227"/>
                  </a:lnTo>
                  <a:lnTo>
                    <a:pt x="573768" y="624587"/>
                  </a:lnTo>
                  <a:lnTo>
                    <a:pt x="577047" y="627866"/>
                  </a:lnTo>
                  <a:lnTo>
                    <a:pt x="580325" y="629505"/>
                  </a:lnTo>
                  <a:lnTo>
                    <a:pt x="583604" y="627866"/>
                  </a:lnTo>
                  <a:lnTo>
                    <a:pt x="588522" y="626227"/>
                  </a:lnTo>
                  <a:lnTo>
                    <a:pt x="590162" y="626227"/>
                  </a:lnTo>
                  <a:lnTo>
                    <a:pt x="590162" y="624587"/>
                  </a:lnTo>
                  <a:lnTo>
                    <a:pt x="586883" y="624587"/>
                  </a:lnTo>
                  <a:lnTo>
                    <a:pt x="590162" y="624587"/>
                  </a:lnTo>
                  <a:lnTo>
                    <a:pt x="591800" y="622948"/>
                  </a:lnTo>
                  <a:lnTo>
                    <a:pt x="591800" y="621309"/>
                  </a:lnTo>
                  <a:lnTo>
                    <a:pt x="595079" y="619669"/>
                  </a:lnTo>
                  <a:lnTo>
                    <a:pt x="599997" y="619669"/>
                  </a:lnTo>
                  <a:lnTo>
                    <a:pt x="596719" y="616391"/>
                  </a:lnTo>
                  <a:lnTo>
                    <a:pt x="599997" y="614751"/>
                  </a:lnTo>
                  <a:lnTo>
                    <a:pt x="596719" y="613112"/>
                  </a:lnTo>
                  <a:lnTo>
                    <a:pt x="595079" y="613112"/>
                  </a:lnTo>
                  <a:lnTo>
                    <a:pt x="591800" y="611473"/>
                  </a:lnTo>
                  <a:lnTo>
                    <a:pt x="593440" y="608194"/>
                  </a:lnTo>
                  <a:lnTo>
                    <a:pt x="596719" y="608194"/>
                  </a:lnTo>
                  <a:lnTo>
                    <a:pt x="596719" y="608194"/>
                  </a:lnTo>
                  <a:lnTo>
                    <a:pt x="601637" y="609833"/>
                  </a:lnTo>
                  <a:lnTo>
                    <a:pt x="603276" y="606555"/>
                  </a:lnTo>
                  <a:lnTo>
                    <a:pt x="608194" y="603276"/>
                  </a:lnTo>
                  <a:lnTo>
                    <a:pt x="611473" y="604915"/>
                  </a:lnTo>
                  <a:lnTo>
                    <a:pt x="613112" y="608194"/>
                  </a:lnTo>
                  <a:lnTo>
                    <a:pt x="616390" y="608194"/>
                  </a:lnTo>
                  <a:lnTo>
                    <a:pt x="621309" y="604915"/>
                  </a:lnTo>
                  <a:lnTo>
                    <a:pt x="619669" y="601637"/>
                  </a:lnTo>
                  <a:lnTo>
                    <a:pt x="622948" y="603276"/>
                  </a:lnTo>
                  <a:lnTo>
                    <a:pt x="627866" y="606555"/>
                  </a:lnTo>
                  <a:lnTo>
                    <a:pt x="631145" y="606555"/>
                  </a:lnTo>
                  <a:lnTo>
                    <a:pt x="634423" y="606555"/>
                  </a:lnTo>
                  <a:lnTo>
                    <a:pt x="637702" y="606555"/>
                  </a:lnTo>
                  <a:lnTo>
                    <a:pt x="634423" y="603276"/>
                  </a:lnTo>
                  <a:lnTo>
                    <a:pt x="639342" y="603276"/>
                  </a:lnTo>
                  <a:lnTo>
                    <a:pt x="642620" y="603276"/>
                  </a:lnTo>
                  <a:lnTo>
                    <a:pt x="640981" y="606555"/>
                  </a:lnTo>
                  <a:lnTo>
                    <a:pt x="645899" y="603276"/>
                  </a:lnTo>
                  <a:lnTo>
                    <a:pt x="649177" y="604915"/>
                  </a:lnTo>
                  <a:lnTo>
                    <a:pt x="652456" y="601637"/>
                  </a:lnTo>
                  <a:lnTo>
                    <a:pt x="655735" y="598358"/>
                  </a:lnTo>
                  <a:lnTo>
                    <a:pt x="650817" y="596719"/>
                  </a:lnTo>
                  <a:lnTo>
                    <a:pt x="647538" y="593440"/>
                  </a:lnTo>
                  <a:lnTo>
                    <a:pt x="649177" y="590161"/>
                  </a:lnTo>
                  <a:lnTo>
                    <a:pt x="650817" y="593440"/>
                  </a:lnTo>
                  <a:lnTo>
                    <a:pt x="655735" y="595079"/>
                  </a:lnTo>
                  <a:lnTo>
                    <a:pt x="659013" y="593440"/>
                  </a:lnTo>
                  <a:lnTo>
                    <a:pt x="662292" y="590161"/>
                  </a:lnTo>
                  <a:lnTo>
                    <a:pt x="662292" y="586883"/>
                  </a:lnTo>
                  <a:lnTo>
                    <a:pt x="665571" y="585243"/>
                  </a:lnTo>
                  <a:lnTo>
                    <a:pt x="667210" y="581965"/>
                  </a:lnTo>
                  <a:lnTo>
                    <a:pt x="672128" y="578686"/>
                  </a:lnTo>
                  <a:lnTo>
                    <a:pt x="667210" y="578686"/>
                  </a:lnTo>
                  <a:lnTo>
                    <a:pt x="663932" y="575407"/>
                  </a:lnTo>
                  <a:lnTo>
                    <a:pt x="667210" y="575407"/>
                  </a:lnTo>
                  <a:lnTo>
                    <a:pt x="672128" y="577046"/>
                  </a:lnTo>
                  <a:lnTo>
                    <a:pt x="675407" y="577046"/>
                  </a:lnTo>
                  <a:lnTo>
                    <a:pt x="678686" y="578686"/>
                  </a:lnTo>
                  <a:lnTo>
                    <a:pt x="678686" y="578686"/>
                  </a:lnTo>
                  <a:lnTo>
                    <a:pt x="683603" y="577046"/>
                  </a:lnTo>
                  <a:lnTo>
                    <a:pt x="686882" y="578686"/>
                  </a:lnTo>
                  <a:lnTo>
                    <a:pt x="690161" y="578686"/>
                  </a:lnTo>
                  <a:lnTo>
                    <a:pt x="686882" y="578686"/>
                  </a:lnTo>
                  <a:lnTo>
                    <a:pt x="683603" y="581965"/>
                  </a:lnTo>
                  <a:lnTo>
                    <a:pt x="678686" y="583604"/>
                  </a:lnTo>
                  <a:lnTo>
                    <a:pt x="675407" y="586883"/>
                  </a:lnTo>
                  <a:lnTo>
                    <a:pt x="672128" y="588522"/>
                  </a:lnTo>
                  <a:lnTo>
                    <a:pt x="667210" y="590161"/>
                  </a:lnTo>
                  <a:lnTo>
                    <a:pt x="667210" y="595079"/>
                  </a:lnTo>
                  <a:lnTo>
                    <a:pt x="670489" y="593440"/>
                  </a:lnTo>
                  <a:lnTo>
                    <a:pt x="673767" y="595079"/>
                  </a:lnTo>
                  <a:lnTo>
                    <a:pt x="677046" y="596719"/>
                  </a:lnTo>
                  <a:lnTo>
                    <a:pt x="681964" y="596719"/>
                  </a:lnTo>
                  <a:lnTo>
                    <a:pt x="685243" y="596719"/>
                  </a:lnTo>
                  <a:lnTo>
                    <a:pt x="685243" y="593440"/>
                  </a:lnTo>
                  <a:lnTo>
                    <a:pt x="686882" y="590161"/>
                  </a:lnTo>
                  <a:lnTo>
                    <a:pt x="690161" y="590161"/>
                  </a:lnTo>
                  <a:lnTo>
                    <a:pt x="686882" y="593440"/>
                  </a:lnTo>
                  <a:lnTo>
                    <a:pt x="688522" y="596719"/>
                  </a:lnTo>
                  <a:lnTo>
                    <a:pt x="693440" y="593440"/>
                  </a:lnTo>
                  <a:lnTo>
                    <a:pt x="696718" y="593440"/>
                  </a:lnTo>
                  <a:lnTo>
                    <a:pt x="699997" y="591801"/>
                  </a:lnTo>
                  <a:lnTo>
                    <a:pt x="703276" y="591801"/>
                  </a:lnTo>
                  <a:lnTo>
                    <a:pt x="704915" y="586883"/>
                  </a:lnTo>
                  <a:lnTo>
                    <a:pt x="708193" y="590161"/>
                  </a:lnTo>
                  <a:lnTo>
                    <a:pt x="708193" y="593440"/>
                  </a:lnTo>
                  <a:lnTo>
                    <a:pt x="711472" y="593440"/>
                  </a:lnTo>
                  <a:lnTo>
                    <a:pt x="716390" y="593440"/>
                  </a:lnTo>
                  <a:lnTo>
                    <a:pt x="719669" y="591801"/>
                  </a:lnTo>
                  <a:lnTo>
                    <a:pt x="722947" y="588522"/>
                  </a:lnTo>
                  <a:lnTo>
                    <a:pt x="726226" y="585243"/>
                  </a:lnTo>
                  <a:lnTo>
                    <a:pt x="731144" y="586883"/>
                  </a:lnTo>
                  <a:lnTo>
                    <a:pt x="734423" y="585243"/>
                  </a:lnTo>
                  <a:lnTo>
                    <a:pt x="732784" y="581965"/>
                  </a:lnTo>
                  <a:lnTo>
                    <a:pt x="734423" y="578686"/>
                  </a:lnTo>
                  <a:lnTo>
                    <a:pt x="729505" y="575407"/>
                  </a:lnTo>
                  <a:lnTo>
                    <a:pt x="734423" y="573768"/>
                  </a:lnTo>
                  <a:lnTo>
                    <a:pt x="734423" y="577046"/>
                  </a:lnTo>
                  <a:lnTo>
                    <a:pt x="739341" y="580325"/>
                  </a:lnTo>
                  <a:lnTo>
                    <a:pt x="742620" y="580325"/>
                  </a:lnTo>
                  <a:lnTo>
                    <a:pt x="745898" y="581965"/>
                  </a:lnTo>
                  <a:lnTo>
                    <a:pt x="749177" y="581965"/>
                  </a:lnTo>
                  <a:lnTo>
                    <a:pt x="747537" y="578686"/>
                  </a:lnTo>
                  <a:lnTo>
                    <a:pt x="750816" y="575407"/>
                  </a:lnTo>
                  <a:lnTo>
                    <a:pt x="750816" y="578686"/>
                  </a:lnTo>
                  <a:lnTo>
                    <a:pt x="755734" y="578686"/>
                  </a:lnTo>
                  <a:lnTo>
                    <a:pt x="759013" y="577046"/>
                  </a:lnTo>
                  <a:lnTo>
                    <a:pt x="762292" y="575407"/>
                  </a:lnTo>
                  <a:lnTo>
                    <a:pt x="767210" y="573768"/>
                  </a:lnTo>
                  <a:lnTo>
                    <a:pt x="770489" y="570489"/>
                  </a:lnTo>
                  <a:lnTo>
                    <a:pt x="773767" y="570489"/>
                  </a:lnTo>
                  <a:lnTo>
                    <a:pt x="772127" y="565571"/>
                  </a:lnTo>
                  <a:lnTo>
                    <a:pt x="775406" y="562293"/>
                  </a:lnTo>
                  <a:lnTo>
                    <a:pt x="775406" y="565571"/>
                  </a:lnTo>
                  <a:lnTo>
                    <a:pt x="778685" y="565571"/>
                  </a:lnTo>
                  <a:lnTo>
                    <a:pt x="777046" y="568850"/>
                  </a:lnTo>
                  <a:lnTo>
                    <a:pt x="780324" y="565571"/>
                  </a:lnTo>
                  <a:lnTo>
                    <a:pt x="785242" y="563932"/>
                  </a:lnTo>
                  <a:lnTo>
                    <a:pt x="786882" y="560653"/>
                  </a:lnTo>
                  <a:lnTo>
                    <a:pt x="790160" y="562293"/>
                  </a:lnTo>
                  <a:lnTo>
                    <a:pt x="790160" y="557374"/>
                  </a:lnTo>
                  <a:lnTo>
                    <a:pt x="791800" y="554096"/>
                  </a:lnTo>
                  <a:lnTo>
                    <a:pt x="795079" y="554096"/>
                  </a:lnTo>
                  <a:lnTo>
                    <a:pt x="793439" y="552456"/>
                  </a:lnTo>
                  <a:lnTo>
                    <a:pt x="796718" y="550817"/>
                  </a:lnTo>
                  <a:lnTo>
                    <a:pt x="799996" y="550817"/>
                  </a:lnTo>
                  <a:lnTo>
                    <a:pt x="803275" y="549178"/>
                  </a:lnTo>
                  <a:lnTo>
                    <a:pt x="806554" y="547539"/>
                  </a:lnTo>
                  <a:lnTo>
                    <a:pt x="808193" y="544260"/>
                  </a:lnTo>
                  <a:lnTo>
                    <a:pt x="811472" y="542620"/>
                  </a:lnTo>
                  <a:lnTo>
                    <a:pt x="811472" y="537703"/>
                  </a:lnTo>
                  <a:lnTo>
                    <a:pt x="814750" y="539342"/>
                  </a:lnTo>
                  <a:lnTo>
                    <a:pt x="818029" y="536063"/>
                  </a:lnTo>
                  <a:lnTo>
                    <a:pt x="818029" y="531145"/>
                  </a:lnTo>
                  <a:lnTo>
                    <a:pt x="821308" y="532784"/>
                  </a:lnTo>
                  <a:lnTo>
                    <a:pt x="824586" y="529506"/>
                  </a:lnTo>
                  <a:lnTo>
                    <a:pt x="827865" y="526227"/>
                  </a:lnTo>
                  <a:lnTo>
                    <a:pt x="831144" y="526227"/>
                  </a:lnTo>
                  <a:lnTo>
                    <a:pt x="834423" y="526227"/>
                  </a:lnTo>
                  <a:lnTo>
                    <a:pt x="837701" y="524588"/>
                  </a:lnTo>
                  <a:lnTo>
                    <a:pt x="842619" y="521309"/>
                  </a:lnTo>
                  <a:lnTo>
                    <a:pt x="845898" y="519670"/>
                  </a:lnTo>
                  <a:lnTo>
                    <a:pt x="849177" y="519670"/>
                  </a:lnTo>
                  <a:lnTo>
                    <a:pt x="852455" y="519670"/>
                  </a:lnTo>
                  <a:lnTo>
                    <a:pt x="857373" y="519670"/>
                  </a:lnTo>
                  <a:lnTo>
                    <a:pt x="859013" y="516391"/>
                  </a:lnTo>
                  <a:lnTo>
                    <a:pt x="859013" y="513112"/>
                  </a:lnTo>
                  <a:lnTo>
                    <a:pt x="863930" y="513112"/>
                  </a:lnTo>
                  <a:lnTo>
                    <a:pt x="862291" y="508194"/>
                  </a:lnTo>
                  <a:lnTo>
                    <a:pt x="857373" y="508194"/>
                  </a:lnTo>
                  <a:lnTo>
                    <a:pt x="854094" y="506555"/>
                  </a:lnTo>
                  <a:lnTo>
                    <a:pt x="857373" y="506555"/>
                  </a:lnTo>
                  <a:lnTo>
                    <a:pt x="862291" y="504916"/>
                  </a:lnTo>
                  <a:lnTo>
                    <a:pt x="857373" y="501637"/>
                  </a:lnTo>
                  <a:lnTo>
                    <a:pt x="854094" y="499998"/>
                  </a:lnTo>
                  <a:lnTo>
                    <a:pt x="854094" y="495080"/>
                  </a:lnTo>
                  <a:lnTo>
                    <a:pt x="857373" y="495080"/>
                  </a:lnTo>
                  <a:lnTo>
                    <a:pt x="859013" y="491801"/>
                  </a:lnTo>
                  <a:lnTo>
                    <a:pt x="860652" y="495080"/>
                  </a:lnTo>
                  <a:lnTo>
                    <a:pt x="860652" y="498358"/>
                  </a:lnTo>
                  <a:lnTo>
                    <a:pt x="865570" y="496719"/>
                  </a:lnTo>
                  <a:lnTo>
                    <a:pt x="865570" y="501637"/>
                  </a:lnTo>
                  <a:lnTo>
                    <a:pt x="865570" y="504916"/>
                  </a:lnTo>
                  <a:lnTo>
                    <a:pt x="870488" y="504916"/>
                  </a:lnTo>
                  <a:lnTo>
                    <a:pt x="873767" y="504916"/>
                  </a:lnTo>
                  <a:lnTo>
                    <a:pt x="877045" y="506555"/>
                  </a:lnTo>
                  <a:lnTo>
                    <a:pt x="873767" y="508194"/>
                  </a:lnTo>
                  <a:lnTo>
                    <a:pt x="873767" y="511473"/>
                  </a:lnTo>
                  <a:lnTo>
                    <a:pt x="878684" y="511473"/>
                  </a:lnTo>
                  <a:lnTo>
                    <a:pt x="881963" y="509834"/>
                  </a:lnTo>
                  <a:lnTo>
                    <a:pt x="885242" y="511473"/>
                  </a:lnTo>
                  <a:lnTo>
                    <a:pt x="890160" y="511473"/>
                  </a:lnTo>
                  <a:lnTo>
                    <a:pt x="893439" y="513112"/>
                  </a:lnTo>
                  <a:lnTo>
                    <a:pt x="896717" y="511473"/>
                  </a:lnTo>
                  <a:lnTo>
                    <a:pt x="899996" y="511473"/>
                  </a:lnTo>
                  <a:lnTo>
                    <a:pt x="904914" y="511473"/>
                  </a:lnTo>
                  <a:lnTo>
                    <a:pt x="908193" y="511473"/>
                  </a:lnTo>
                  <a:lnTo>
                    <a:pt x="904914" y="506555"/>
                  </a:lnTo>
                  <a:lnTo>
                    <a:pt x="901635" y="504916"/>
                  </a:lnTo>
                  <a:lnTo>
                    <a:pt x="904914" y="504916"/>
                  </a:lnTo>
                  <a:lnTo>
                    <a:pt x="909832" y="509834"/>
                  </a:lnTo>
                  <a:lnTo>
                    <a:pt x="913111" y="511473"/>
                  </a:lnTo>
                  <a:lnTo>
                    <a:pt x="916389" y="509834"/>
                  </a:lnTo>
                  <a:lnTo>
                    <a:pt x="921307" y="509834"/>
                  </a:lnTo>
                  <a:lnTo>
                    <a:pt x="919668" y="506555"/>
                  </a:lnTo>
                  <a:lnTo>
                    <a:pt x="914750" y="504916"/>
                  </a:lnTo>
                  <a:lnTo>
                    <a:pt x="919668" y="504916"/>
                  </a:lnTo>
                  <a:lnTo>
                    <a:pt x="922947" y="504916"/>
                  </a:lnTo>
                  <a:lnTo>
                    <a:pt x="922947" y="504916"/>
                  </a:lnTo>
                  <a:lnTo>
                    <a:pt x="924586" y="501637"/>
                  </a:lnTo>
                  <a:lnTo>
                    <a:pt x="924586" y="499998"/>
                  </a:lnTo>
                  <a:lnTo>
                    <a:pt x="924586" y="499998"/>
                  </a:lnTo>
                  <a:lnTo>
                    <a:pt x="929504" y="503276"/>
                  </a:lnTo>
                  <a:lnTo>
                    <a:pt x="932783" y="504916"/>
                  </a:lnTo>
                  <a:lnTo>
                    <a:pt x="936061" y="506555"/>
                  </a:lnTo>
                  <a:lnTo>
                    <a:pt x="940979" y="504916"/>
                  </a:lnTo>
                  <a:lnTo>
                    <a:pt x="944258" y="503276"/>
                  </a:lnTo>
                  <a:lnTo>
                    <a:pt x="947537" y="503276"/>
                  </a:lnTo>
                  <a:lnTo>
                    <a:pt x="947537" y="499998"/>
                  </a:lnTo>
                  <a:lnTo>
                    <a:pt x="952455" y="501637"/>
                  </a:lnTo>
                  <a:lnTo>
                    <a:pt x="955733" y="501637"/>
                  </a:lnTo>
                  <a:lnTo>
                    <a:pt x="959012" y="501637"/>
                  </a:lnTo>
                  <a:lnTo>
                    <a:pt x="962291" y="499998"/>
                  </a:lnTo>
                  <a:lnTo>
                    <a:pt x="967209" y="499998"/>
                  </a:lnTo>
                  <a:lnTo>
                    <a:pt x="970487" y="498358"/>
                  </a:lnTo>
                  <a:lnTo>
                    <a:pt x="973766" y="495080"/>
                  </a:lnTo>
                  <a:lnTo>
                    <a:pt x="977045" y="498358"/>
                  </a:lnTo>
                  <a:lnTo>
                    <a:pt x="981963" y="496719"/>
                  </a:lnTo>
                  <a:lnTo>
                    <a:pt x="983602" y="493440"/>
                  </a:lnTo>
                  <a:lnTo>
                    <a:pt x="986881" y="496719"/>
                  </a:lnTo>
                  <a:lnTo>
                    <a:pt x="990160" y="495080"/>
                  </a:lnTo>
                  <a:lnTo>
                    <a:pt x="995077" y="493440"/>
                  </a:lnTo>
                  <a:lnTo>
                    <a:pt x="998356" y="495080"/>
                  </a:lnTo>
                  <a:lnTo>
                    <a:pt x="1001635" y="491801"/>
                  </a:lnTo>
                  <a:lnTo>
                    <a:pt x="1006553" y="491801"/>
                  </a:lnTo>
                  <a:lnTo>
                    <a:pt x="1009831" y="493440"/>
                  </a:lnTo>
                  <a:lnTo>
                    <a:pt x="1013110" y="490162"/>
                  </a:lnTo>
                  <a:lnTo>
                    <a:pt x="1016389" y="490162"/>
                  </a:lnTo>
                  <a:lnTo>
                    <a:pt x="1021307" y="490162"/>
                  </a:lnTo>
                  <a:lnTo>
                    <a:pt x="1024586" y="490162"/>
                  </a:lnTo>
                  <a:lnTo>
                    <a:pt x="1027864" y="490162"/>
                  </a:lnTo>
                  <a:lnTo>
                    <a:pt x="1032782" y="488522"/>
                  </a:lnTo>
                  <a:lnTo>
                    <a:pt x="1036061" y="485244"/>
                  </a:lnTo>
                  <a:lnTo>
                    <a:pt x="1039340" y="485244"/>
                  </a:lnTo>
                  <a:lnTo>
                    <a:pt x="1042618" y="485244"/>
                  </a:lnTo>
                  <a:lnTo>
                    <a:pt x="1047536" y="483604"/>
                  </a:lnTo>
                  <a:lnTo>
                    <a:pt x="1050815" y="481965"/>
                  </a:lnTo>
                  <a:lnTo>
                    <a:pt x="1054094" y="478686"/>
                  </a:lnTo>
                  <a:lnTo>
                    <a:pt x="1059011" y="477047"/>
                  </a:lnTo>
                  <a:lnTo>
                    <a:pt x="1054094" y="477047"/>
                  </a:lnTo>
                  <a:lnTo>
                    <a:pt x="1059011" y="473768"/>
                  </a:lnTo>
                  <a:lnTo>
                    <a:pt x="1062290" y="475408"/>
                  </a:lnTo>
                  <a:lnTo>
                    <a:pt x="1065569" y="475408"/>
                  </a:lnTo>
                  <a:lnTo>
                    <a:pt x="1065569" y="472129"/>
                  </a:lnTo>
                  <a:lnTo>
                    <a:pt x="1068848" y="473768"/>
                  </a:lnTo>
                  <a:lnTo>
                    <a:pt x="1072126" y="472129"/>
                  </a:lnTo>
                  <a:lnTo>
                    <a:pt x="1073766" y="468850"/>
                  </a:lnTo>
                  <a:lnTo>
                    <a:pt x="1070487" y="468850"/>
                  </a:lnTo>
                  <a:lnTo>
                    <a:pt x="1073766" y="465572"/>
                  </a:lnTo>
                  <a:lnTo>
                    <a:pt x="1078684" y="467211"/>
                  </a:lnTo>
                  <a:lnTo>
                    <a:pt x="1081963" y="468850"/>
                  </a:lnTo>
                  <a:lnTo>
                    <a:pt x="1085241" y="467211"/>
                  </a:lnTo>
                  <a:lnTo>
                    <a:pt x="1081963" y="465572"/>
                  </a:lnTo>
                  <a:lnTo>
                    <a:pt x="1086880" y="465572"/>
                  </a:lnTo>
                  <a:lnTo>
                    <a:pt x="1083601" y="462293"/>
                  </a:lnTo>
                  <a:lnTo>
                    <a:pt x="1088520" y="462293"/>
                  </a:lnTo>
                  <a:lnTo>
                    <a:pt x="1091798" y="463932"/>
                  </a:lnTo>
                  <a:lnTo>
                    <a:pt x="1095077" y="460654"/>
                  </a:lnTo>
                  <a:lnTo>
                    <a:pt x="1098356" y="460654"/>
                  </a:lnTo>
                  <a:lnTo>
                    <a:pt x="1101634" y="462293"/>
                  </a:lnTo>
                  <a:lnTo>
                    <a:pt x="1103274" y="457375"/>
                  </a:lnTo>
                  <a:lnTo>
                    <a:pt x="1099995" y="455736"/>
                  </a:lnTo>
                  <a:lnTo>
                    <a:pt x="1103274" y="455736"/>
                  </a:lnTo>
                  <a:lnTo>
                    <a:pt x="1106553" y="455736"/>
                  </a:lnTo>
                  <a:lnTo>
                    <a:pt x="1111470" y="459014"/>
                  </a:lnTo>
                  <a:lnTo>
                    <a:pt x="1114749" y="457375"/>
                  </a:lnTo>
                  <a:lnTo>
                    <a:pt x="1118028" y="454096"/>
                  </a:lnTo>
                  <a:lnTo>
                    <a:pt x="1116388" y="450818"/>
                  </a:lnTo>
                  <a:lnTo>
                    <a:pt x="1111470" y="449178"/>
                  </a:lnTo>
                  <a:lnTo>
                    <a:pt x="1116388" y="449178"/>
                  </a:lnTo>
                  <a:lnTo>
                    <a:pt x="1119667" y="450818"/>
                  </a:lnTo>
                  <a:lnTo>
                    <a:pt x="1124585" y="449178"/>
                  </a:lnTo>
                  <a:lnTo>
                    <a:pt x="1127864" y="449178"/>
                  </a:lnTo>
                  <a:lnTo>
                    <a:pt x="1127864" y="445900"/>
                  </a:lnTo>
                  <a:lnTo>
                    <a:pt x="1131143" y="447539"/>
                  </a:lnTo>
                  <a:lnTo>
                    <a:pt x="1134421" y="449178"/>
                  </a:lnTo>
                  <a:lnTo>
                    <a:pt x="1139339" y="447539"/>
                  </a:lnTo>
                  <a:lnTo>
                    <a:pt x="1134421" y="445900"/>
                  </a:lnTo>
                  <a:lnTo>
                    <a:pt x="1131143" y="445900"/>
                  </a:lnTo>
                  <a:lnTo>
                    <a:pt x="1134421" y="444260"/>
                  </a:lnTo>
                  <a:lnTo>
                    <a:pt x="1139339" y="442621"/>
                  </a:lnTo>
                  <a:lnTo>
                    <a:pt x="1142618" y="444260"/>
                  </a:lnTo>
                  <a:lnTo>
                    <a:pt x="1145897" y="442621"/>
                  </a:lnTo>
                  <a:lnTo>
                    <a:pt x="1150814" y="442621"/>
                  </a:lnTo>
                  <a:lnTo>
                    <a:pt x="1154093" y="439342"/>
                  </a:lnTo>
                  <a:lnTo>
                    <a:pt x="1155733" y="439342"/>
                  </a:lnTo>
                  <a:lnTo>
                    <a:pt x="1159011" y="439342"/>
                  </a:lnTo>
                  <a:lnTo>
                    <a:pt x="1162290" y="437703"/>
                  </a:lnTo>
                  <a:lnTo>
                    <a:pt x="1159011" y="436064"/>
                  </a:lnTo>
                  <a:lnTo>
                    <a:pt x="1154093" y="436064"/>
                  </a:lnTo>
                  <a:lnTo>
                    <a:pt x="1150814" y="436064"/>
                  </a:lnTo>
                  <a:lnTo>
                    <a:pt x="1147536" y="437703"/>
                  </a:lnTo>
                  <a:lnTo>
                    <a:pt x="1142618" y="437703"/>
                  </a:lnTo>
                  <a:lnTo>
                    <a:pt x="1139339" y="436064"/>
                  </a:lnTo>
                  <a:lnTo>
                    <a:pt x="1134421" y="436064"/>
                  </a:lnTo>
                  <a:lnTo>
                    <a:pt x="1131143" y="436064"/>
                  </a:lnTo>
                  <a:lnTo>
                    <a:pt x="1127864" y="436064"/>
                  </a:lnTo>
                  <a:lnTo>
                    <a:pt x="1122946" y="436064"/>
                  </a:lnTo>
                  <a:lnTo>
                    <a:pt x="1119667" y="434424"/>
                  </a:lnTo>
                  <a:lnTo>
                    <a:pt x="1116388" y="434424"/>
                  </a:lnTo>
                  <a:lnTo>
                    <a:pt x="1111470" y="432785"/>
                  </a:lnTo>
                  <a:lnTo>
                    <a:pt x="1108192" y="432785"/>
                  </a:lnTo>
                  <a:lnTo>
                    <a:pt x="1104913" y="431146"/>
                  </a:lnTo>
                  <a:lnTo>
                    <a:pt x="1101634" y="431146"/>
                  </a:lnTo>
                  <a:lnTo>
                    <a:pt x="1096716" y="429506"/>
                  </a:lnTo>
                  <a:lnTo>
                    <a:pt x="1093438" y="427867"/>
                  </a:lnTo>
                  <a:lnTo>
                    <a:pt x="1090159" y="427867"/>
                  </a:lnTo>
                  <a:lnTo>
                    <a:pt x="1085241" y="427867"/>
                  </a:lnTo>
                  <a:lnTo>
                    <a:pt x="1081963" y="429506"/>
                  </a:lnTo>
                  <a:lnTo>
                    <a:pt x="1078684" y="429506"/>
                  </a:lnTo>
                  <a:lnTo>
                    <a:pt x="1081963" y="426228"/>
                  </a:lnTo>
                  <a:lnTo>
                    <a:pt x="1077044" y="426228"/>
                  </a:lnTo>
                  <a:lnTo>
                    <a:pt x="1073766" y="426228"/>
                  </a:lnTo>
                  <a:lnTo>
                    <a:pt x="1070487" y="427867"/>
                  </a:lnTo>
                  <a:lnTo>
                    <a:pt x="1065569" y="427867"/>
                  </a:lnTo>
                  <a:lnTo>
                    <a:pt x="1062290" y="429506"/>
                  </a:lnTo>
                  <a:lnTo>
                    <a:pt x="1059011" y="431146"/>
                  </a:lnTo>
                  <a:lnTo>
                    <a:pt x="1054094" y="431146"/>
                  </a:lnTo>
                  <a:lnTo>
                    <a:pt x="1050815" y="432785"/>
                  </a:lnTo>
                  <a:lnTo>
                    <a:pt x="1047536" y="432785"/>
                  </a:lnTo>
                  <a:lnTo>
                    <a:pt x="1044257" y="432785"/>
                  </a:lnTo>
                  <a:lnTo>
                    <a:pt x="1039340" y="431146"/>
                  </a:lnTo>
                  <a:lnTo>
                    <a:pt x="1034421" y="431146"/>
                  </a:lnTo>
                  <a:lnTo>
                    <a:pt x="1031143" y="432785"/>
                  </a:lnTo>
                  <a:lnTo>
                    <a:pt x="1027864" y="432785"/>
                  </a:lnTo>
                  <a:lnTo>
                    <a:pt x="1024586" y="436064"/>
                  </a:lnTo>
                  <a:lnTo>
                    <a:pt x="1021307" y="439342"/>
                  </a:lnTo>
                  <a:lnTo>
                    <a:pt x="1016389" y="440982"/>
                  </a:lnTo>
                  <a:lnTo>
                    <a:pt x="1013110" y="439342"/>
                  </a:lnTo>
                  <a:lnTo>
                    <a:pt x="1013110" y="437703"/>
                  </a:lnTo>
                  <a:lnTo>
                    <a:pt x="1009831" y="437703"/>
                  </a:lnTo>
                  <a:lnTo>
                    <a:pt x="1004913" y="439342"/>
                  </a:lnTo>
                  <a:lnTo>
                    <a:pt x="1001635" y="439342"/>
                  </a:lnTo>
                  <a:lnTo>
                    <a:pt x="998356" y="437703"/>
                  </a:lnTo>
                  <a:lnTo>
                    <a:pt x="993438" y="437703"/>
                  </a:lnTo>
                  <a:lnTo>
                    <a:pt x="990160" y="437703"/>
                  </a:lnTo>
                  <a:lnTo>
                    <a:pt x="986881" y="436064"/>
                  </a:lnTo>
                  <a:lnTo>
                    <a:pt x="990160" y="436064"/>
                  </a:lnTo>
                  <a:lnTo>
                    <a:pt x="993438" y="434424"/>
                  </a:lnTo>
                  <a:lnTo>
                    <a:pt x="998356" y="434424"/>
                  </a:lnTo>
                  <a:lnTo>
                    <a:pt x="1001635" y="436064"/>
                  </a:lnTo>
                  <a:lnTo>
                    <a:pt x="1004913" y="436064"/>
                  </a:lnTo>
                  <a:lnTo>
                    <a:pt x="1008192" y="436064"/>
                  </a:lnTo>
                  <a:lnTo>
                    <a:pt x="1013110" y="434424"/>
                  </a:lnTo>
                  <a:lnTo>
                    <a:pt x="1016389" y="434424"/>
                  </a:lnTo>
                  <a:lnTo>
                    <a:pt x="1021307" y="432785"/>
                  </a:lnTo>
                  <a:lnTo>
                    <a:pt x="1024586" y="431146"/>
                  </a:lnTo>
                  <a:lnTo>
                    <a:pt x="1027864" y="429506"/>
                  </a:lnTo>
                  <a:lnTo>
                    <a:pt x="1031143" y="427867"/>
                  </a:lnTo>
                  <a:lnTo>
                    <a:pt x="1036061" y="429506"/>
                  </a:lnTo>
                  <a:lnTo>
                    <a:pt x="1039340" y="429506"/>
                  </a:lnTo>
                  <a:lnTo>
                    <a:pt x="1042618" y="429506"/>
                  </a:lnTo>
                  <a:lnTo>
                    <a:pt x="1047536" y="427867"/>
                  </a:lnTo>
                  <a:lnTo>
                    <a:pt x="1050815" y="424588"/>
                  </a:lnTo>
                  <a:lnTo>
                    <a:pt x="1047536" y="422949"/>
                  </a:lnTo>
                  <a:lnTo>
                    <a:pt x="1042618" y="422949"/>
                  </a:lnTo>
                  <a:lnTo>
                    <a:pt x="1039340" y="422949"/>
                  </a:lnTo>
                  <a:lnTo>
                    <a:pt x="1036061" y="422949"/>
                  </a:lnTo>
                  <a:lnTo>
                    <a:pt x="1031143" y="424588"/>
                  </a:lnTo>
                  <a:lnTo>
                    <a:pt x="1027864" y="422949"/>
                  </a:lnTo>
                  <a:lnTo>
                    <a:pt x="1024586" y="424588"/>
                  </a:lnTo>
                  <a:lnTo>
                    <a:pt x="1019667" y="424588"/>
                  </a:lnTo>
                  <a:lnTo>
                    <a:pt x="1016389" y="424588"/>
                  </a:lnTo>
                  <a:lnTo>
                    <a:pt x="1011471" y="424588"/>
                  </a:lnTo>
                  <a:lnTo>
                    <a:pt x="1008192" y="424588"/>
                  </a:lnTo>
                  <a:lnTo>
                    <a:pt x="1004913" y="426228"/>
                  </a:lnTo>
                  <a:lnTo>
                    <a:pt x="1001635" y="426228"/>
                  </a:lnTo>
                  <a:lnTo>
                    <a:pt x="996717" y="426228"/>
                  </a:lnTo>
                  <a:lnTo>
                    <a:pt x="996717" y="421309"/>
                  </a:lnTo>
                  <a:lnTo>
                    <a:pt x="991799" y="422949"/>
                  </a:lnTo>
                  <a:lnTo>
                    <a:pt x="988520" y="422949"/>
                  </a:lnTo>
                  <a:lnTo>
                    <a:pt x="983602" y="422949"/>
                  </a:lnTo>
                  <a:lnTo>
                    <a:pt x="980323" y="424588"/>
                  </a:lnTo>
                  <a:lnTo>
                    <a:pt x="977045" y="424588"/>
                  </a:lnTo>
                  <a:lnTo>
                    <a:pt x="973766" y="422949"/>
                  </a:lnTo>
                  <a:lnTo>
                    <a:pt x="977045" y="422949"/>
                  </a:lnTo>
                  <a:lnTo>
                    <a:pt x="980323" y="421309"/>
                  </a:lnTo>
                  <a:lnTo>
                    <a:pt x="983602" y="421309"/>
                  </a:lnTo>
                  <a:lnTo>
                    <a:pt x="988520" y="421309"/>
                  </a:lnTo>
                  <a:lnTo>
                    <a:pt x="991799" y="419670"/>
                  </a:lnTo>
                  <a:lnTo>
                    <a:pt x="996717" y="419670"/>
                  </a:lnTo>
                  <a:lnTo>
                    <a:pt x="999996" y="416392"/>
                  </a:lnTo>
                  <a:lnTo>
                    <a:pt x="1003274" y="416392"/>
                  </a:lnTo>
                  <a:lnTo>
                    <a:pt x="1008192" y="414752"/>
                  </a:lnTo>
                  <a:lnTo>
                    <a:pt x="1011471" y="411473"/>
                  </a:lnTo>
                  <a:lnTo>
                    <a:pt x="1011471" y="408195"/>
                  </a:lnTo>
                  <a:lnTo>
                    <a:pt x="1006553" y="404916"/>
                  </a:lnTo>
                  <a:lnTo>
                    <a:pt x="1003274" y="403277"/>
                  </a:lnTo>
                  <a:lnTo>
                    <a:pt x="1006553" y="404916"/>
                  </a:lnTo>
                  <a:lnTo>
                    <a:pt x="1011471" y="403277"/>
                  </a:lnTo>
                  <a:lnTo>
                    <a:pt x="1014750" y="404916"/>
                  </a:lnTo>
                  <a:lnTo>
                    <a:pt x="1018028" y="404916"/>
                  </a:lnTo>
                  <a:lnTo>
                    <a:pt x="1022946" y="404916"/>
                  </a:lnTo>
                  <a:lnTo>
                    <a:pt x="1019667" y="401637"/>
                  </a:lnTo>
                  <a:lnTo>
                    <a:pt x="1018028" y="398359"/>
                  </a:lnTo>
                  <a:lnTo>
                    <a:pt x="1021307" y="398359"/>
                  </a:lnTo>
                  <a:lnTo>
                    <a:pt x="1024586" y="401637"/>
                  </a:lnTo>
                  <a:lnTo>
                    <a:pt x="1027864" y="406556"/>
                  </a:lnTo>
                  <a:lnTo>
                    <a:pt x="1031143" y="406556"/>
                  </a:lnTo>
                  <a:lnTo>
                    <a:pt x="1036061" y="404916"/>
                  </a:lnTo>
                  <a:lnTo>
                    <a:pt x="1039340" y="404916"/>
                  </a:lnTo>
                  <a:lnTo>
                    <a:pt x="1044257" y="406556"/>
                  </a:lnTo>
                  <a:lnTo>
                    <a:pt x="1047536" y="404916"/>
                  </a:lnTo>
                  <a:lnTo>
                    <a:pt x="1050815" y="404916"/>
                  </a:lnTo>
                  <a:lnTo>
                    <a:pt x="1055733" y="404916"/>
                  </a:lnTo>
                  <a:lnTo>
                    <a:pt x="1059011" y="403277"/>
                  </a:lnTo>
                  <a:lnTo>
                    <a:pt x="1062290" y="401637"/>
                  </a:lnTo>
                  <a:lnTo>
                    <a:pt x="1067208" y="401637"/>
                  </a:lnTo>
                  <a:lnTo>
                    <a:pt x="1070487" y="399998"/>
                  </a:lnTo>
                  <a:lnTo>
                    <a:pt x="1073766" y="399998"/>
                  </a:lnTo>
                  <a:lnTo>
                    <a:pt x="1075405" y="398359"/>
                  </a:lnTo>
                  <a:lnTo>
                    <a:pt x="1078684" y="398359"/>
                  </a:lnTo>
                  <a:lnTo>
                    <a:pt x="1080323" y="395080"/>
                  </a:lnTo>
                  <a:lnTo>
                    <a:pt x="1083601" y="395080"/>
                  </a:lnTo>
                  <a:lnTo>
                    <a:pt x="1086880" y="393441"/>
                  </a:lnTo>
                  <a:lnTo>
                    <a:pt x="1086880" y="390162"/>
                  </a:lnTo>
                  <a:lnTo>
                    <a:pt x="1083601" y="386883"/>
                  </a:lnTo>
                  <a:lnTo>
                    <a:pt x="1078684" y="385244"/>
                  </a:lnTo>
                  <a:lnTo>
                    <a:pt x="1075405" y="385244"/>
                  </a:lnTo>
                  <a:lnTo>
                    <a:pt x="1070487" y="385244"/>
                  </a:lnTo>
                  <a:lnTo>
                    <a:pt x="1067208" y="385244"/>
                  </a:lnTo>
                  <a:lnTo>
                    <a:pt x="1063930" y="385244"/>
                  </a:lnTo>
                  <a:lnTo>
                    <a:pt x="1059011" y="385244"/>
                  </a:lnTo>
                  <a:lnTo>
                    <a:pt x="1055733" y="386883"/>
                  </a:lnTo>
                  <a:lnTo>
                    <a:pt x="1052454" y="385244"/>
                  </a:lnTo>
                  <a:lnTo>
                    <a:pt x="1047536" y="385244"/>
                  </a:lnTo>
                  <a:lnTo>
                    <a:pt x="1044257" y="385244"/>
                  </a:lnTo>
                  <a:lnTo>
                    <a:pt x="1040979" y="385244"/>
                  </a:lnTo>
                  <a:lnTo>
                    <a:pt x="1044257" y="383605"/>
                  </a:lnTo>
                  <a:lnTo>
                    <a:pt x="1040979" y="381966"/>
                  </a:lnTo>
                  <a:lnTo>
                    <a:pt x="1037700" y="381966"/>
                  </a:lnTo>
                  <a:lnTo>
                    <a:pt x="1032782" y="381966"/>
                  </a:lnTo>
                  <a:lnTo>
                    <a:pt x="1027864" y="381966"/>
                  </a:lnTo>
                  <a:lnTo>
                    <a:pt x="1024586" y="381966"/>
                  </a:lnTo>
                  <a:lnTo>
                    <a:pt x="1021307" y="383605"/>
                  </a:lnTo>
                  <a:lnTo>
                    <a:pt x="1018028" y="383605"/>
                  </a:lnTo>
                  <a:lnTo>
                    <a:pt x="1014750" y="383605"/>
                  </a:lnTo>
                  <a:lnTo>
                    <a:pt x="1009831" y="383605"/>
                  </a:lnTo>
                  <a:lnTo>
                    <a:pt x="1014750" y="381966"/>
                  </a:lnTo>
                  <a:lnTo>
                    <a:pt x="1018028" y="381966"/>
                  </a:lnTo>
                  <a:lnTo>
                    <a:pt x="1021307" y="380326"/>
                  </a:lnTo>
                  <a:lnTo>
                    <a:pt x="1024586" y="381966"/>
                  </a:lnTo>
                  <a:lnTo>
                    <a:pt x="1029504" y="380326"/>
                  </a:lnTo>
                  <a:lnTo>
                    <a:pt x="1032782" y="380326"/>
                  </a:lnTo>
                  <a:lnTo>
                    <a:pt x="1037700" y="380326"/>
                  </a:lnTo>
                  <a:lnTo>
                    <a:pt x="1040979" y="377047"/>
                  </a:lnTo>
                  <a:lnTo>
                    <a:pt x="1036061" y="377047"/>
                  </a:lnTo>
                  <a:lnTo>
                    <a:pt x="1032782" y="375408"/>
                  </a:lnTo>
                  <a:lnTo>
                    <a:pt x="1029504" y="373769"/>
                  </a:lnTo>
                  <a:lnTo>
                    <a:pt x="1024586" y="370490"/>
                  </a:lnTo>
                  <a:lnTo>
                    <a:pt x="1029504" y="370490"/>
                  </a:lnTo>
                  <a:lnTo>
                    <a:pt x="1024586" y="370490"/>
                  </a:lnTo>
                  <a:lnTo>
                    <a:pt x="1021307" y="370490"/>
                  </a:lnTo>
                  <a:lnTo>
                    <a:pt x="1018028" y="370490"/>
                  </a:lnTo>
                  <a:lnTo>
                    <a:pt x="1013110" y="370490"/>
                  </a:lnTo>
                  <a:lnTo>
                    <a:pt x="1016389" y="365572"/>
                  </a:lnTo>
                  <a:lnTo>
                    <a:pt x="1011471" y="362293"/>
                  </a:lnTo>
                  <a:lnTo>
                    <a:pt x="1016389" y="363933"/>
                  </a:lnTo>
                  <a:lnTo>
                    <a:pt x="1019667" y="367211"/>
                  </a:lnTo>
                  <a:lnTo>
                    <a:pt x="1022946" y="367211"/>
                  </a:lnTo>
                  <a:lnTo>
                    <a:pt x="1027864" y="367211"/>
                  </a:lnTo>
                  <a:lnTo>
                    <a:pt x="1031143" y="368851"/>
                  </a:lnTo>
                  <a:lnTo>
                    <a:pt x="1034421" y="372129"/>
                  </a:lnTo>
                  <a:lnTo>
                    <a:pt x="1037700" y="373769"/>
                  </a:lnTo>
                  <a:lnTo>
                    <a:pt x="1042618" y="375408"/>
                  </a:lnTo>
                  <a:lnTo>
                    <a:pt x="1044257" y="378687"/>
                  </a:lnTo>
                  <a:lnTo>
                    <a:pt x="1049176" y="381966"/>
                  </a:lnTo>
                  <a:lnTo>
                    <a:pt x="1052454" y="383605"/>
                  </a:lnTo>
                  <a:lnTo>
                    <a:pt x="1055733" y="383605"/>
                  </a:lnTo>
                  <a:lnTo>
                    <a:pt x="1060651" y="383605"/>
                  </a:lnTo>
                  <a:lnTo>
                    <a:pt x="1063930" y="380326"/>
                  </a:lnTo>
                  <a:lnTo>
                    <a:pt x="1067208" y="381966"/>
                  </a:lnTo>
                  <a:lnTo>
                    <a:pt x="1070487" y="381966"/>
                  </a:lnTo>
                  <a:lnTo>
                    <a:pt x="1075405" y="383605"/>
                  </a:lnTo>
                  <a:lnTo>
                    <a:pt x="1078684" y="381966"/>
                  </a:lnTo>
                  <a:lnTo>
                    <a:pt x="1083601" y="383605"/>
                  </a:lnTo>
                  <a:lnTo>
                    <a:pt x="1083601" y="383605"/>
                  </a:lnTo>
                  <a:lnTo>
                    <a:pt x="1086880" y="385244"/>
                  </a:lnTo>
                  <a:lnTo>
                    <a:pt x="1091798" y="388523"/>
                  </a:lnTo>
                  <a:lnTo>
                    <a:pt x="1095077" y="391802"/>
                  </a:lnTo>
                  <a:lnTo>
                    <a:pt x="1098356" y="391802"/>
                  </a:lnTo>
                  <a:lnTo>
                    <a:pt x="1103274" y="391802"/>
                  </a:lnTo>
                  <a:lnTo>
                    <a:pt x="1106553" y="391802"/>
                  </a:lnTo>
                  <a:lnTo>
                    <a:pt x="1109831" y="393441"/>
                  </a:lnTo>
                  <a:lnTo>
                    <a:pt x="1113110" y="398359"/>
                  </a:lnTo>
                  <a:lnTo>
                    <a:pt x="1116388" y="401637"/>
                  </a:lnTo>
                  <a:lnTo>
                    <a:pt x="1116388" y="404916"/>
                  </a:lnTo>
                  <a:lnTo>
                    <a:pt x="1116388" y="408195"/>
                  </a:lnTo>
                  <a:lnTo>
                    <a:pt x="1116388" y="413113"/>
                  </a:lnTo>
                  <a:lnTo>
                    <a:pt x="1118028" y="416392"/>
                  </a:lnTo>
                  <a:lnTo>
                    <a:pt x="1121307" y="418031"/>
                  </a:lnTo>
                  <a:lnTo>
                    <a:pt x="1126224" y="419670"/>
                  </a:lnTo>
                  <a:lnTo>
                    <a:pt x="1129503" y="421309"/>
                  </a:lnTo>
                  <a:lnTo>
                    <a:pt x="1132782" y="422949"/>
                  </a:lnTo>
                  <a:lnTo>
                    <a:pt x="1137700" y="424588"/>
                  </a:lnTo>
                  <a:lnTo>
                    <a:pt x="1140978" y="424588"/>
                  </a:lnTo>
                  <a:lnTo>
                    <a:pt x="1145897" y="424588"/>
                  </a:lnTo>
                  <a:lnTo>
                    <a:pt x="1149175" y="424588"/>
                  </a:lnTo>
                  <a:lnTo>
                    <a:pt x="1152454" y="424588"/>
                  </a:lnTo>
                  <a:lnTo>
                    <a:pt x="1155733" y="421309"/>
                  </a:lnTo>
                  <a:lnTo>
                    <a:pt x="1157372" y="418031"/>
                  </a:lnTo>
                  <a:lnTo>
                    <a:pt x="1157372" y="413113"/>
                  </a:lnTo>
                  <a:lnTo>
                    <a:pt x="1159011" y="409834"/>
                  </a:lnTo>
                  <a:lnTo>
                    <a:pt x="1163929" y="411473"/>
                  </a:lnTo>
                  <a:lnTo>
                    <a:pt x="1162290" y="413113"/>
                  </a:lnTo>
                  <a:lnTo>
                    <a:pt x="1160651" y="416392"/>
                  </a:lnTo>
                  <a:lnTo>
                    <a:pt x="1160651" y="419670"/>
                  </a:lnTo>
                  <a:lnTo>
                    <a:pt x="1163929" y="422949"/>
                  </a:lnTo>
                  <a:lnTo>
                    <a:pt x="1167208" y="422949"/>
                  </a:lnTo>
                  <a:lnTo>
                    <a:pt x="1172126" y="421309"/>
                  </a:lnTo>
                  <a:lnTo>
                    <a:pt x="1173765" y="424588"/>
                  </a:lnTo>
                  <a:lnTo>
                    <a:pt x="1177044" y="424588"/>
                  </a:lnTo>
                  <a:lnTo>
                    <a:pt x="1180323" y="424588"/>
                  </a:lnTo>
                  <a:lnTo>
                    <a:pt x="1185241" y="421309"/>
                  </a:lnTo>
                  <a:lnTo>
                    <a:pt x="1183601" y="418031"/>
                  </a:lnTo>
                  <a:lnTo>
                    <a:pt x="1180323" y="418031"/>
                  </a:lnTo>
                  <a:lnTo>
                    <a:pt x="1181962" y="413113"/>
                  </a:lnTo>
                  <a:lnTo>
                    <a:pt x="1186880" y="413113"/>
                  </a:lnTo>
                  <a:lnTo>
                    <a:pt x="1181962" y="411473"/>
                  </a:lnTo>
                  <a:lnTo>
                    <a:pt x="1178683" y="409834"/>
                  </a:lnTo>
                  <a:lnTo>
                    <a:pt x="1181962" y="411473"/>
                  </a:lnTo>
                  <a:lnTo>
                    <a:pt x="1185241" y="406556"/>
                  </a:lnTo>
                  <a:lnTo>
                    <a:pt x="1188519" y="404916"/>
                  </a:lnTo>
                  <a:lnTo>
                    <a:pt x="1185241" y="403277"/>
                  </a:lnTo>
                  <a:lnTo>
                    <a:pt x="1180323" y="404916"/>
                  </a:lnTo>
                  <a:lnTo>
                    <a:pt x="1183601" y="399998"/>
                  </a:lnTo>
                  <a:lnTo>
                    <a:pt x="1180323" y="401637"/>
                  </a:lnTo>
                  <a:lnTo>
                    <a:pt x="1177044" y="401637"/>
                  </a:lnTo>
                  <a:lnTo>
                    <a:pt x="1173765" y="401637"/>
                  </a:lnTo>
                  <a:lnTo>
                    <a:pt x="1177044" y="399998"/>
                  </a:lnTo>
                  <a:lnTo>
                    <a:pt x="1180323" y="399998"/>
                  </a:lnTo>
                  <a:lnTo>
                    <a:pt x="1183601" y="396719"/>
                  </a:lnTo>
                  <a:lnTo>
                    <a:pt x="1188519" y="398359"/>
                  </a:lnTo>
                  <a:lnTo>
                    <a:pt x="1186880" y="393441"/>
                  </a:lnTo>
                  <a:lnTo>
                    <a:pt x="1183601" y="393441"/>
                  </a:lnTo>
                  <a:lnTo>
                    <a:pt x="1186880" y="393441"/>
                  </a:lnTo>
                  <a:lnTo>
                    <a:pt x="1190158" y="391802"/>
                  </a:lnTo>
                  <a:lnTo>
                    <a:pt x="1186880" y="390162"/>
                  </a:lnTo>
                  <a:lnTo>
                    <a:pt x="1190158" y="388523"/>
                  </a:lnTo>
                  <a:lnTo>
                    <a:pt x="1186880" y="386883"/>
                  </a:lnTo>
                  <a:lnTo>
                    <a:pt x="1183601" y="385244"/>
                  </a:lnTo>
                  <a:lnTo>
                    <a:pt x="1178683" y="385244"/>
                  </a:lnTo>
                  <a:lnTo>
                    <a:pt x="1175404" y="388523"/>
                  </a:lnTo>
                  <a:lnTo>
                    <a:pt x="1172126" y="391802"/>
                  </a:lnTo>
                  <a:lnTo>
                    <a:pt x="1167208" y="393441"/>
                  </a:lnTo>
                  <a:lnTo>
                    <a:pt x="1168847" y="390162"/>
                  </a:lnTo>
                  <a:lnTo>
                    <a:pt x="1168847" y="386883"/>
                  </a:lnTo>
                  <a:lnTo>
                    <a:pt x="1172126" y="381966"/>
                  </a:lnTo>
                  <a:lnTo>
                    <a:pt x="1175404" y="381966"/>
                  </a:lnTo>
                  <a:lnTo>
                    <a:pt x="1178683" y="381966"/>
                  </a:lnTo>
                  <a:lnTo>
                    <a:pt x="1181962" y="378687"/>
                  </a:lnTo>
                  <a:lnTo>
                    <a:pt x="1186880" y="377047"/>
                  </a:lnTo>
                  <a:lnTo>
                    <a:pt x="1183601" y="377047"/>
                  </a:lnTo>
                  <a:lnTo>
                    <a:pt x="1180323" y="377047"/>
                  </a:lnTo>
                  <a:lnTo>
                    <a:pt x="1175404" y="378687"/>
                  </a:lnTo>
                  <a:lnTo>
                    <a:pt x="1172126" y="380326"/>
                  </a:lnTo>
                  <a:lnTo>
                    <a:pt x="1167208" y="381966"/>
                  </a:lnTo>
                  <a:lnTo>
                    <a:pt x="1168847" y="378687"/>
                  </a:lnTo>
                  <a:lnTo>
                    <a:pt x="1172126" y="377047"/>
                  </a:lnTo>
                  <a:lnTo>
                    <a:pt x="1168847" y="377047"/>
                  </a:lnTo>
                  <a:lnTo>
                    <a:pt x="1163929" y="377047"/>
                  </a:lnTo>
                  <a:lnTo>
                    <a:pt x="1160651" y="378687"/>
                  </a:lnTo>
                  <a:lnTo>
                    <a:pt x="1157372" y="380326"/>
                  </a:lnTo>
                  <a:lnTo>
                    <a:pt x="1159011" y="377047"/>
                  </a:lnTo>
                  <a:lnTo>
                    <a:pt x="1162290" y="375408"/>
                  </a:lnTo>
                  <a:lnTo>
                    <a:pt x="1167208" y="373769"/>
                  </a:lnTo>
                  <a:lnTo>
                    <a:pt x="1170487" y="372129"/>
                  </a:lnTo>
                  <a:lnTo>
                    <a:pt x="1173765" y="372129"/>
                  </a:lnTo>
                  <a:lnTo>
                    <a:pt x="1170487" y="368851"/>
                  </a:lnTo>
                  <a:lnTo>
                    <a:pt x="1165568" y="367211"/>
                  </a:lnTo>
                  <a:lnTo>
                    <a:pt x="1162290" y="367211"/>
                  </a:lnTo>
                  <a:lnTo>
                    <a:pt x="1159011" y="367211"/>
                  </a:lnTo>
                  <a:lnTo>
                    <a:pt x="1155733" y="363933"/>
                  </a:lnTo>
                  <a:lnTo>
                    <a:pt x="1150814" y="363933"/>
                  </a:lnTo>
                  <a:lnTo>
                    <a:pt x="1147536" y="362293"/>
                  </a:lnTo>
                  <a:lnTo>
                    <a:pt x="1144257" y="362293"/>
                  </a:lnTo>
                  <a:lnTo>
                    <a:pt x="1144257" y="359015"/>
                  </a:lnTo>
                  <a:lnTo>
                    <a:pt x="1140978" y="359015"/>
                  </a:lnTo>
                  <a:lnTo>
                    <a:pt x="1136060" y="357375"/>
                  </a:lnTo>
                  <a:lnTo>
                    <a:pt x="1132782" y="355736"/>
                  </a:lnTo>
                  <a:lnTo>
                    <a:pt x="1129503" y="355736"/>
                  </a:lnTo>
                  <a:lnTo>
                    <a:pt x="1124585" y="352457"/>
                  </a:lnTo>
                  <a:lnTo>
                    <a:pt x="1121307" y="352457"/>
                  </a:lnTo>
                  <a:lnTo>
                    <a:pt x="1118028" y="352457"/>
                  </a:lnTo>
                  <a:lnTo>
                    <a:pt x="1114749" y="352457"/>
                  </a:lnTo>
                  <a:lnTo>
                    <a:pt x="1111470" y="354097"/>
                  </a:lnTo>
                  <a:lnTo>
                    <a:pt x="1108192" y="354097"/>
                  </a:lnTo>
                  <a:lnTo>
                    <a:pt x="1104913" y="355736"/>
                  </a:lnTo>
                  <a:lnTo>
                    <a:pt x="1099995" y="359015"/>
                  </a:lnTo>
                  <a:lnTo>
                    <a:pt x="1096716" y="360654"/>
                  </a:lnTo>
                  <a:lnTo>
                    <a:pt x="1099995" y="357375"/>
                  </a:lnTo>
                  <a:lnTo>
                    <a:pt x="1101634" y="352457"/>
                  </a:lnTo>
                  <a:lnTo>
                    <a:pt x="1098356" y="352457"/>
                  </a:lnTo>
                  <a:lnTo>
                    <a:pt x="1093438" y="352457"/>
                  </a:lnTo>
                  <a:lnTo>
                    <a:pt x="1090159" y="352457"/>
                  </a:lnTo>
                  <a:lnTo>
                    <a:pt x="1095077" y="352457"/>
                  </a:lnTo>
                  <a:lnTo>
                    <a:pt x="1098356" y="352457"/>
                  </a:lnTo>
                  <a:lnTo>
                    <a:pt x="1101634" y="352457"/>
                  </a:lnTo>
                  <a:lnTo>
                    <a:pt x="1106553" y="352457"/>
                  </a:lnTo>
                  <a:lnTo>
                    <a:pt x="1109831" y="352457"/>
                  </a:lnTo>
                  <a:lnTo>
                    <a:pt x="1114749" y="350818"/>
                  </a:lnTo>
                  <a:lnTo>
                    <a:pt x="1118028" y="350818"/>
                  </a:lnTo>
                  <a:lnTo>
                    <a:pt x="1121307" y="349179"/>
                  </a:lnTo>
                  <a:lnTo>
                    <a:pt x="1122946" y="345900"/>
                  </a:lnTo>
                  <a:lnTo>
                    <a:pt x="1121307" y="342621"/>
                  </a:lnTo>
                  <a:lnTo>
                    <a:pt x="1118028" y="340982"/>
                  </a:lnTo>
                  <a:lnTo>
                    <a:pt x="1113110" y="340982"/>
                  </a:lnTo>
                  <a:lnTo>
                    <a:pt x="1109831" y="339343"/>
                  </a:lnTo>
                  <a:lnTo>
                    <a:pt x="1104913" y="337703"/>
                  </a:lnTo>
                  <a:lnTo>
                    <a:pt x="1101634" y="337703"/>
                  </a:lnTo>
                  <a:lnTo>
                    <a:pt x="1096716" y="339343"/>
                  </a:lnTo>
                  <a:lnTo>
                    <a:pt x="1093438" y="340982"/>
                  </a:lnTo>
                  <a:lnTo>
                    <a:pt x="1090159" y="340982"/>
                  </a:lnTo>
                  <a:lnTo>
                    <a:pt x="1085241" y="342621"/>
                  </a:lnTo>
                  <a:lnTo>
                    <a:pt x="1081963" y="344261"/>
                  </a:lnTo>
                  <a:lnTo>
                    <a:pt x="1078684" y="345900"/>
                  </a:lnTo>
                  <a:lnTo>
                    <a:pt x="1081963" y="340982"/>
                  </a:lnTo>
                  <a:lnTo>
                    <a:pt x="1077044" y="340982"/>
                  </a:lnTo>
                  <a:lnTo>
                    <a:pt x="1073766" y="340982"/>
                  </a:lnTo>
                  <a:lnTo>
                    <a:pt x="1070487" y="340982"/>
                  </a:lnTo>
                  <a:lnTo>
                    <a:pt x="1073766" y="340982"/>
                  </a:lnTo>
                  <a:lnTo>
                    <a:pt x="1077044" y="339343"/>
                  </a:lnTo>
                  <a:lnTo>
                    <a:pt x="1073766" y="337703"/>
                  </a:lnTo>
                  <a:lnTo>
                    <a:pt x="1070487" y="337703"/>
                  </a:lnTo>
                  <a:lnTo>
                    <a:pt x="1065569" y="337703"/>
                  </a:lnTo>
                  <a:lnTo>
                    <a:pt x="1062290" y="339343"/>
                  </a:lnTo>
                  <a:lnTo>
                    <a:pt x="1057373" y="337703"/>
                  </a:lnTo>
                  <a:lnTo>
                    <a:pt x="1054094" y="336064"/>
                  </a:lnTo>
                  <a:lnTo>
                    <a:pt x="1057373" y="337703"/>
                  </a:lnTo>
                  <a:lnTo>
                    <a:pt x="1062290" y="337703"/>
                  </a:lnTo>
                  <a:lnTo>
                    <a:pt x="1065569" y="337703"/>
                  </a:lnTo>
                  <a:lnTo>
                    <a:pt x="1070487" y="336064"/>
                  </a:lnTo>
                  <a:lnTo>
                    <a:pt x="1073766" y="336064"/>
                  </a:lnTo>
                  <a:lnTo>
                    <a:pt x="1077044" y="337703"/>
                  </a:lnTo>
                  <a:lnTo>
                    <a:pt x="1081963" y="339343"/>
                  </a:lnTo>
                  <a:lnTo>
                    <a:pt x="1085241" y="339343"/>
                  </a:lnTo>
                  <a:lnTo>
                    <a:pt x="1090159" y="339343"/>
                  </a:lnTo>
                  <a:lnTo>
                    <a:pt x="1093438" y="337703"/>
                  </a:lnTo>
                  <a:lnTo>
                    <a:pt x="1096716" y="336064"/>
                  </a:lnTo>
                  <a:lnTo>
                    <a:pt x="1099995" y="336064"/>
                  </a:lnTo>
                  <a:lnTo>
                    <a:pt x="1104913" y="336064"/>
                  </a:lnTo>
                  <a:lnTo>
                    <a:pt x="1108192" y="336064"/>
                  </a:lnTo>
                  <a:lnTo>
                    <a:pt x="1111470" y="334425"/>
                  </a:lnTo>
                  <a:lnTo>
                    <a:pt x="1116388" y="332785"/>
                  </a:lnTo>
                  <a:lnTo>
                    <a:pt x="1119667" y="329507"/>
                  </a:lnTo>
                  <a:lnTo>
                    <a:pt x="1116388" y="327867"/>
                  </a:lnTo>
                  <a:lnTo>
                    <a:pt x="1111470" y="327867"/>
                  </a:lnTo>
                  <a:lnTo>
                    <a:pt x="1108192" y="327867"/>
                  </a:lnTo>
                  <a:lnTo>
                    <a:pt x="1104913" y="327867"/>
                  </a:lnTo>
                  <a:lnTo>
                    <a:pt x="1099995" y="326228"/>
                  </a:lnTo>
                  <a:lnTo>
                    <a:pt x="1096716" y="324589"/>
                  </a:lnTo>
                  <a:lnTo>
                    <a:pt x="1093438" y="324589"/>
                  </a:lnTo>
                  <a:lnTo>
                    <a:pt x="1090159" y="324589"/>
                  </a:lnTo>
                  <a:lnTo>
                    <a:pt x="1086880" y="324589"/>
                  </a:lnTo>
                  <a:lnTo>
                    <a:pt x="1081963" y="324589"/>
                  </a:lnTo>
                  <a:lnTo>
                    <a:pt x="1078684" y="327867"/>
                  </a:lnTo>
                  <a:lnTo>
                    <a:pt x="1073766" y="327867"/>
                  </a:lnTo>
                  <a:lnTo>
                    <a:pt x="1070487" y="327867"/>
                  </a:lnTo>
                  <a:lnTo>
                    <a:pt x="1067208" y="326228"/>
                  </a:lnTo>
                  <a:lnTo>
                    <a:pt x="1063930" y="326228"/>
                  </a:lnTo>
                  <a:lnTo>
                    <a:pt x="1059011" y="329507"/>
                  </a:lnTo>
                  <a:lnTo>
                    <a:pt x="1055733" y="332785"/>
                  </a:lnTo>
                  <a:lnTo>
                    <a:pt x="1052454" y="332785"/>
                  </a:lnTo>
                  <a:lnTo>
                    <a:pt x="1057373" y="331146"/>
                  </a:lnTo>
                  <a:lnTo>
                    <a:pt x="1055733" y="326228"/>
                  </a:lnTo>
                  <a:lnTo>
                    <a:pt x="1052454" y="326228"/>
                  </a:lnTo>
                  <a:lnTo>
                    <a:pt x="1055733" y="326228"/>
                  </a:lnTo>
                  <a:lnTo>
                    <a:pt x="1060651" y="326228"/>
                  </a:lnTo>
                  <a:lnTo>
                    <a:pt x="1063930" y="324589"/>
                  </a:lnTo>
                  <a:lnTo>
                    <a:pt x="1067208" y="324589"/>
                  </a:lnTo>
                  <a:lnTo>
                    <a:pt x="1070487" y="326228"/>
                  </a:lnTo>
                  <a:lnTo>
                    <a:pt x="1075405" y="327867"/>
                  </a:lnTo>
                  <a:lnTo>
                    <a:pt x="1078684" y="324589"/>
                  </a:lnTo>
                  <a:lnTo>
                    <a:pt x="1083601" y="321310"/>
                  </a:lnTo>
                  <a:lnTo>
                    <a:pt x="1078684" y="321310"/>
                  </a:lnTo>
                  <a:lnTo>
                    <a:pt x="1075405" y="321310"/>
                  </a:lnTo>
                  <a:lnTo>
                    <a:pt x="1072126" y="319671"/>
                  </a:lnTo>
                  <a:lnTo>
                    <a:pt x="1067208" y="319671"/>
                  </a:lnTo>
                  <a:lnTo>
                    <a:pt x="1063930" y="316392"/>
                  </a:lnTo>
                  <a:lnTo>
                    <a:pt x="1060651" y="314753"/>
                  </a:lnTo>
                  <a:lnTo>
                    <a:pt x="1063930" y="314753"/>
                  </a:lnTo>
                  <a:lnTo>
                    <a:pt x="1067208" y="316392"/>
                  </a:lnTo>
                  <a:lnTo>
                    <a:pt x="1072126" y="318031"/>
                  </a:lnTo>
                  <a:lnTo>
                    <a:pt x="1075405" y="319671"/>
                  </a:lnTo>
                  <a:lnTo>
                    <a:pt x="1080323" y="319671"/>
                  </a:lnTo>
                  <a:lnTo>
                    <a:pt x="1083601" y="319671"/>
                  </a:lnTo>
                  <a:lnTo>
                    <a:pt x="1086880" y="319671"/>
                  </a:lnTo>
                  <a:lnTo>
                    <a:pt x="1091798" y="322949"/>
                  </a:lnTo>
                  <a:lnTo>
                    <a:pt x="1095077" y="322949"/>
                  </a:lnTo>
                  <a:lnTo>
                    <a:pt x="1099995" y="322949"/>
                  </a:lnTo>
                  <a:lnTo>
                    <a:pt x="1103274" y="322949"/>
                  </a:lnTo>
                  <a:lnTo>
                    <a:pt x="1108192" y="321310"/>
                  </a:lnTo>
                  <a:lnTo>
                    <a:pt x="1111470" y="319671"/>
                  </a:lnTo>
                  <a:lnTo>
                    <a:pt x="1114749" y="316392"/>
                  </a:lnTo>
                  <a:lnTo>
                    <a:pt x="1119667" y="314753"/>
                  </a:lnTo>
                  <a:lnTo>
                    <a:pt x="1122946" y="314753"/>
                  </a:lnTo>
                  <a:lnTo>
                    <a:pt x="1126224" y="314753"/>
                  </a:lnTo>
                  <a:lnTo>
                    <a:pt x="1131143" y="314753"/>
                  </a:lnTo>
                  <a:lnTo>
                    <a:pt x="1134421" y="314753"/>
                  </a:lnTo>
                  <a:lnTo>
                    <a:pt x="1129503" y="311474"/>
                  </a:lnTo>
                  <a:lnTo>
                    <a:pt x="1126224" y="311474"/>
                  </a:lnTo>
                  <a:lnTo>
                    <a:pt x="1124585" y="306556"/>
                  </a:lnTo>
                  <a:lnTo>
                    <a:pt x="1121307" y="304917"/>
                  </a:lnTo>
                  <a:lnTo>
                    <a:pt x="1116388" y="303277"/>
                  </a:lnTo>
                  <a:lnTo>
                    <a:pt x="1113110" y="299999"/>
                  </a:lnTo>
                  <a:lnTo>
                    <a:pt x="1116388" y="299999"/>
                  </a:lnTo>
                  <a:lnTo>
                    <a:pt x="1121307" y="303277"/>
                  </a:lnTo>
                  <a:lnTo>
                    <a:pt x="1124585" y="304917"/>
                  </a:lnTo>
                  <a:lnTo>
                    <a:pt x="1127864" y="306556"/>
                  </a:lnTo>
                  <a:lnTo>
                    <a:pt x="1127864" y="309835"/>
                  </a:lnTo>
                  <a:lnTo>
                    <a:pt x="1132782" y="311474"/>
                  </a:lnTo>
                  <a:lnTo>
                    <a:pt x="1136060" y="311474"/>
                  </a:lnTo>
                  <a:lnTo>
                    <a:pt x="1139339" y="311474"/>
                  </a:lnTo>
                  <a:lnTo>
                    <a:pt x="1142618" y="308195"/>
                  </a:lnTo>
                  <a:lnTo>
                    <a:pt x="1145897" y="304917"/>
                  </a:lnTo>
                  <a:lnTo>
                    <a:pt x="1150814" y="303277"/>
                  </a:lnTo>
                  <a:lnTo>
                    <a:pt x="1154093" y="303277"/>
                  </a:lnTo>
                  <a:lnTo>
                    <a:pt x="1157372" y="304917"/>
                  </a:lnTo>
                  <a:lnTo>
                    <a:pt x="1162290" y="306556"/>
                  </a:lnTo>
                  <a:lnTo>
                    <a:pt x="1165568" y="306556"/>
                  </a:lnTo>
                  <a:lnTo>
                    <a:pt x="1168847" y="306556"/>
                  </a:lnTo>
                  <a:lnTo>
                    <a:pt x="1173765" y="306556"/>
                  </a:lnTo>
                  <a:lnTo>
                    <a:pt x="1177044" y="308195"/>
                  </a:lnTo>
                  <a:lnTo>
                    <a:pt x="1180323" y="309835"/>
                  </a:lnTo>
                  <a:lnTo>
                    <a:pt x="1183601" y="311474"/>
                  </a:lnTo>
                  <a:lnTo>
                    <a:pt x="1188519" y="311474"/>
                  </a:lnTo>
                  <a:lnTo>
                    <a:pt x="1191798" y="311474"/>
                  </a:lnTo>
                  <a:lnTo>
                    <a:pt x="1195077" y="309835"/>
                  </a:lnTo>
                  <a:lnTo>
                    <a:pt x="1199995" y="309835"/>
                  </a:lnTo>
                  <a:lnTo>
                    <a:pt x="1196716" y="311474"/>
                  </a:lnTo>
                  <a:lnTo>
                    <a:pt x="1191798" y="311474"/>
                  </a:lnTo>
                  <a:lnTo>
                    <a:pt x="1188519" y="311474"/>
                  </a:lnTo>
                  <a:lnTo>
                    <a:pt x="1185241" y="311474"/>
                  </a:lnTo>
                  <a:lnTo>
                    <a:pt x="1180323" y="311474"/>
                  </a:lnTo>
                  <a:lnTo>
                    <a:pt x="1177044" y="309835"/>
                  </a:lnTo>
                  <a:lnTo>
                    <a:pt x="1173765" y="308195"/>
                  </a:lnTo>
                  <a:lnTo>
                    <a:pt x="1168847" y="306556"/>
                  </a:lnTo>
                  <a:lnTo>
                    <a:pt x="1165568" y="306556"/>
                  </a:lnTo>
                  <a:lnTo>
                    <a:pt x="1160651" y="306556"/>
                  </a:lnTo>
                  <a:lnTo>
                    <a:pt x="1157372" y="306556"/>
                  </a:lnTo>
                  <a:lnTo>
                    <a:pt x="1154093" y="309835"/>
                  </a:lnTo>
                  <a:lnTo>
                    <a:pt x="1157372" y="311474"/>
                  </a:lnTo>
                  <a:lnTo>
                    <a:pt x="1160651" y="314753"/>
                  </a:lnTo>
                  <a:lnTo>
                    <a:pt x="1165568" y="316392"/>
                  </a:lnTo>
                  <a:lnTo>
                    <a:pt x="1168847" y="318031"/>
                  </a:lnTo>
                  <a:lnTo>
                    <a:pt x="1173765" y="318031"/>
                  </a:lnTo>
                  <a:lnTo>
                    <a:pt x="1177044" y="319671"/>
                  </a:lnTo>
                  <a:lnTo>
                    <a:pt x="1180323" y="319671"/>
                  </a:lnTo>
                  <a:lnTo>
                    <a:pt x="1183601" y="321310"/>
                  </a:lnTo>
                  <a:lnTo>
                    <a:pt x="1188519" y="321310"/>
                  </a:lnTo>
                  <a:lnTo>
                    <a:pt x="1191798" y="322949"/>
                  </a:lnTo>
                  <a:lnTo>
                    <a:pt x="1196716" y="322949"/>
                  </a:lnTo>
                  <a:lnTo>
                    <a:pt x="1199995" y="321310"/>
                  </a:lnTo>
                  <a:lnTo>
                    <a:pt x="1203273" y="319671"/>
                  </a:lnTo>
                  <a:lnTo>
                    <a:pt x="1208191" y="319671"/>
                  </a:lnTo>
                  <a:lnTo>
                    <a:pt x="1211470" y="318031"/>
                  </a:lnTo>
                  <a:lnTo>
                    <a:pt x="1216388" y="318031"/>
                  </a:lnTo>
                  <a:lnTo>
                    <a:pt x="1219667" y="314753"/>
                  </a:lnTo>
                  <a:lnTo>
                    <a:pt x="1222945" y="314753"/>
                  </a:lnTo>
                  <a:lnTo>
                    <a:pt x="1227863" y="316392"/>
                  </a:lnTo>
                  <a:lnTo>
                    <a:pt x="1231142" y="314753"/>
                  </a:lnTo>
                  <a:lnTo>
                    <a:pt x="1234421" y="314753"/>
                  </a:lnTo>
                  <a:lnTo>
                    <a:pt x="1237700" y="314753"/>
                  </a:lnTo>
                  <a:lnTo>
                    <a:pt x="1242617" y="316392"/>
                  </a:lnTo>
                  <a:lnTo>
                    <a:pt x="1245896" y="314753"/>
                  </a:lnTo>
                  <a:lnTo>
                    <a:pt x="1245896" y="311474"/>
                  </a:lnTo>
                  <a:lnTo>
                    <a:pt x="1247535" y="309835"/>
                  </a:lnTo>
                  <a:lnTo>
                    <a:pt x="1249175" y="304917"/>
                  </a:lnTo>
                  <a:lnTo>
                    <a:pt x="1252453" y="303277"/>
                  </a:lnTo>
                  <a:lnTo>
                    <a:pt x="1254093" y="299999"/>
                  </a:lnTo>
                  <a:lnTo>
                    <a:pt x="1250814" y="299999"/>
                  </a:lnTo>
                  <a:lnTo>
                    <a:pt x="1245896" y="299999"/>
                  </a:lnTo>
                  <a:lnTo>
                    <a:pt x="1242617" y="299999"/>
                  </a:lnTo>
                  <a:lnTo>
                    <a:pt x="1239338" y="298359"/>
                  </a:lnTo>
                  <a:lnTo>
                    <a:pt x="1234421" y="298359"/>
                  </a:lnTo>
                  <a:lnTo>
                    <a:pt x="1231142" y="296720"/>
                  </a:lnTo>
                  <a:lnTo>
                    <a:pt x="1227863" y="296720"/>
                  </a:lnTo>
                  <a:lnTo>
                    <a:pt x="1222945" y="295081"/>
                  </a:lnTo>
                  <a:lnTo>
                    <a:pt x="1219667" y="293441"/>
                  </a:lnTo>
                  <a:lnTo>
                    <a:pt x="1214748" y="295081"/>
                  </a:lnTo>
                  <a:lnTo>
                    <a:pt x="1213109" y="298359"/>
                  </a:lnTo>
                  <a:lnTo>
                    <a:pt x="1216388" y="303277"/>
                  </a:lnTo>
                  <a:lnTo>
                    <a:pt x="1214748" y="306556"/>
                  </a:lnTo>
                  <a:lnTo>
                    <a:pt x="1211470" y="308195"/>
                  </a:lnTo>
                  <a:lnTo>
                    <a:pt x="1213109" y="304917"/>
                  </a:lnTo>
                  <a:lnTo>
                    <a:pt x="1214748" y="301638"/>
                  </a:lnTo>
                  <a:lnTo>
                    <a:pt x="1211470" y="296720"/>
                  </a:lnTo>
                  <a:lnTo>
                    <a:pt x="1206552" y="295081"/>
                  </a:lnTo>
                  <a:lnTo>
                    <a:pt x="1203273" y="295081"/>
                  </a:lnTo>
                  <a:lnTo>
                    <a:pt x="1198355" y="293441"/>
                  </a:lnTo>
                  <a:lnTo>
                    <a:pt x="1203273" y="293441"/>
                  </a:lnTo>
                  <a:lnTo>
                    <a:pt x="1206552" y="293441"/>
                  </a:lnTo>
                  <a:lnTo>
                    <a:pt x="1209831" y="290163"/>
                  </a:lnTo>
                  <a:lnTo>
                    <a:pt x="1206552" y="286884"/>
                  </a:lnTo>
                  <a:lnTo>
                    <a:pt x="1203273" y="285245"/>
                  </a:lnTo>
                  <a:lnTo>
                    <a:pt x="1206552" y="286884"/>
                  </a:lnTo>
                  <a:lnTo>
                    <a:pt x="1209831" y="285245"/>
                  </a:lnTo>
                  <a:lnTo>
                    <a:pt x="1214748" y="285245"/>
                  </a:lnTo>
                  <a:lnTo>
                    <a:pt x="1218027" y="283605"/>
                  </a:lnTo>
                  <a:lnTo>
                    <a:pt x="1221306" y="281966"/>
                  </a:lnTo>
                  <a:lnTo>
                    <a:pt x="1219667" y="278687"/>
                  </a:lnTo>
                  <a:lnTo>
                    <a:pt x="1214748" y="275409"/>
                  </a:lnTo>
                  <a:lnTo>
                    <a:pt x="1219667" y="277048"/>
                  </a:lnTo>
                  <a:lnTo>
                    <a:pt x="1222945" y="280327"/>
                  </a:lnTo>
                  <a:lnTo>
                    <a:pt x="1227863" y="280327"/>
                  </a:lnTo>
                  <a:lnTo>
                    <a:pt x="1231142" y="280327"/>
                  </a:lnTo>
                  <a:lnTo>
                    <a:pt x="1234421" y="280327"/>
                  </a:lnTo>
                  <a:lnTo>
                    <a:pt x="1239338" y="280327"/>
                  </a:lnTo>
                  <a:lnTo>
                    <a:pt x="1242617" y="280327"/>
                  </a:lnTo>
                  <a:lnTo>
                    <a:pt x="1247535" y="280327"/>
                  </a:lnTo>
                  <a:lnTo>
                    <a:pt x="1250814" y="280327"/>
                  </a:lnTo>
                  <a:lnTo>
                    <a:pt x="1254093" y="280327"/>
                  </a:lnTo>
                  <a:lnTo>
                    <a:pt x="1259011" y="280327"/>
                  </a:lnTo>
                  <a:lnTo>
                    <a:pt x="1262290" y="285245"/>
                  </a:lnTo>
                  <a:lnTo>
                    <a:pt x="1265568" y="286884"/>
                  </a:lnTo>
                  <a:lnTo>
                    <a:pt x="1267207" y="286884"/>
                  </a:lnTo>
                  <a:lnTo>
                    <a:pt x="1270486" y="286884"/>
                  </a:lnTo>
                  <a:lnTo>
                    <a:pt x="1273765" y="288523"/>
                  </a:lnTo>
                  <a:lnTo>
                    <a:pt x="1277044" y="288523"/>
                  </a:lnTo>
                  <a:lnTo>
                    <a:pt x="1281961" y="286884"/>
                  </a:lnTo>
                  <a:lnTo>
                    <a:pt x="1285240" y="286884"/>
                  </a:lnTo>
                  <a:lnTo>
                    <a:pt x="1288519" y="285245"/>
                  </a:lnTo>
                  <a:lnTo>
                    <a:pt x="1293437" y="281966"/>
                  </a:lnTo>
                  <a:lnTo>
                    <a:pt x="1296715" y="278687"/>
                  </a:lnTo>
                  <a:lnTo>
                    <a:pt x="1293437" y="278687"/>
                  </a:lnTo>
                  <a:lnTo>
                    <a:pt x="1290158" y="277048"/>
                  </a:lnTo>
                  <a:lnTo>
                    <a:pt x="1290158" y="272130"/>
                  </a:lnTo>
                  <a:lnTo>
                    <a:pt x="1285240" y="273769"/>
                  </a:lnTo>
                  <a:lnTo>
                    <a:pt x="1281961" y="273769"/>
                  </a:lnTo>
                  <a:lnTo>
                    <a:pt x="1278683" y="275409"/>
                  </a:lnTo>
                  <a:lnTo>
                    <a:pt x="1275404" y="275409"/>
                  </a:lnTo>
                  <a:lnTo>
                    <a:pt x="1270486" y="275409"/>
                  </a:lnTo>
                  <a:lnTo>
                    <a:pt x="1267207" y="272130"/>
                  </a:lnTo>
                  <a:lnTo>
                    <a:pt x="1263929" y="273769"/>
                  </a:lnTo>
                  <a:lnTo>
                    <a:pt x="1259011" y="272130"/>
                  </a:lnTo>
                  <a:lnTo>
                    <a:pt x="1255732" y="273769"/>
                  </a:lnTo>
                  <a:lnTo>
                    <a:pt x="1252453" y="273769"/>
                  </a:lnTo>
                  <a:lnTo>
                    <a:pt x="1247535" y="273769"/>
                  </a:lnTo>
                  <a:lnTo>
                    <a:pt x="1244257" y="273769"/>
                  </a:lnTo>
                  <a:lnTo>
                    <a:pt x="1247535" y="273769"/>
                  </a:lnTo>
                  <a:lnTo>
                    <a:pt x="1252453" y="272130"/>
                  </a:lnTo>
                  <a:lnTo>
                    <a:pt x="1255732" y="270491"/>
                  </a:lnTo>
                  <a:lnTo>
                    <a:pt x="1254093" y="267212"/>
                  </a:lnTo>
                  <a:lnTo>
                    <a:pt x="1255732" y="263933"/>
                  </a:lnTo>
                  <a:lnTo>
                    <a:pt x="1259011" y="259015"/>
                  </a:lnTo>
                  <a:lnTo>
                    <a:pt x="1255732" y="259015"/>
                  </a:lnTo>
                  <a:lnTo>
                    <a:pt x="1250814" y="259015"/>
                  </a:lnTo>
                  <a:lnTo>
                    <a:pt x="1247535" y="259015"/>
                  </a:lnTo>
                  <a:lnTo>
                    <a:pt x="1242617" y="260655"/>
                  </a:lnTo>
                  <a:lnTo>
                    <a:pt x="1239338" y="260655"/>
                  </a:lnTo>
                  <a:lnTo>
                    <a:pt x="1234421" y="262294"/>
                  </a:lnTo>
                  <a:lnTo>
                    <a:pt x="1231142" y="263933"/>
                  </a:lnTo>
                  <a:lnTo>
                    <a:pt x="1227863" y="262294"/>
                  </a:lnTo>
                  <a:lnTo>
                    <a:pt x="1222945" y="260655"/>
                  </a:lnTo>
                  <a:lnTo>
                    <a:pt x="1219667" y="257376"/>
                  </a:lnTo>
                  <a:lnTo>
                    <a:pt x="1216388" y="257376"/>
                  </a:lnTo>
                  <a:lnTo>
                    <a:pt x="1219667" y="257376"/>
                  </a:lnTo>
                  <a:lnTo>
                    <a:pt x="1222945" y="257376"/>
                  </a:lnTo>
                  <a:lnTo>
                    <a:pt x="1227863" y="260655"/>
                  </a:lnTo>
                  <a:lnTo>
                    <a:pt x="1231142" y="262294"/>
                  </a:lnTo>
                  <a:lnTo>
                    <a:pt x="1236060" y="260655"/>
                  </a:lnTo>
                  <a:lnTo>
                    <a:pt x="1239338" y="259015"/>
                  </a:lnTo>
                  <a:lnTo>
                    <a:pt x="1242617" y="257376"/>
                  </a:lnTo>
                  <a:lnTo>
                    <a:pt x="1247535" y="257376"/>
                  </a:lnTo>
                  <a:lnTo>
                    <a:pt x="1250814" y="257376"/>
                  </a:lnTo>
                  <a:lnTo>
                    <a:pt x="1254093" y="257376"/>
                  </a:lnTo>
                  <a:lnTo>
                    <a:pt x="1259011" y="257376"/>
                  </a:lnTo>
                  <a:lnTo>
                    <a:pt x="1262290" y="257376"/>
                  </a:lnTo>
                  <a:lnTo>
                    <a:pt x="1259011" y="254097"/>
                  </a:lnTo>
                  <a:lnTo>
                    <a:pt x="1255732" y="252458"/>
                  </a:lnTo>
                  <a:lnTo>
                    <a:pt x="1250814" y="250819"/>
                  </a:lnTo>
                  <a:lnTo>
                    <a:pt x="1247535" y="249179"/>
                  </a:lnTo>
                  <a:lnTo>
                    <a:pt x="1244257" y="247540"/>
                  </a:lnTo>
                  <a:lnTo>
                    <a:pt x="1240978" y="247540"/>
                  </a:lnTo>
                  <a:lnTo>
                    <a:pt x="1236060" y="245901"/>
                  </a:lnTo>
                  <a:lnTo>
                    <a:pt x="1232781" y="245901"/>
                  </a:lnTo>
                  <a:lnTo>
                    <a:pt x="1227863" y="245901"/>
                  </a:lnTo>
                  <a:lnTo>
                    <a:pt x="1224585" y="245901"/>
                  </a:lnTo>
                  <a:lnTo>
                    <a:pt x="1227863" y="245901"/>
                  </a:lnTo>
                  <a:lnTo>
                    <a:pt x="1232781" y="245901"/>
                  </a:lnTo>
                  <a:lnTo>
                    <a:pt x="1236060" y="245901"/>
                  </a:lnTo>
                  <a:lnTo>
                    <a:pt x="1240978" y="245901"/>
                  </a:lnTo>
                  <a:lnTo>
                    <a:pt x="1237700" y="242622"/>
                  </a:lnTo>
                  <a:lnTo>
                    <a:pt x="1232781" y="240982"/>
                  </a:lnTo>
                  <a:lnTo>
                    <a:pt x="1229503" y="240982"/>
                  </a:lnTo>
                  <a:lnTo>
                    <a:pt x="1224585" y="240982"/>
                  </a:lnTo>
                  <a:lnTo>
                    <a:pt x="1229503" y="239343"/>
                  </a:lnTo>
                  <a:lnTo>
                    <a:pt x="1234421" y="240982"/>
                  </a:lnTo>
                  <a:lnTo>
                    <a:pt x="1237700" y="240982"/>
                  </a:lnTo>
                  <a:lnTo>
                    <a:pt x="1240978" y="242622"/>
                  </a:lnTo>
                  <a:lnTo>
                    <a:pt x="1245896" y="244261"/>
                  </a:lnTo>
                  <a:lnTo>
                    <a:pt x="1249175" y="247540"/>
                  </a:lnTo>
                  <a:lnTo>
                    <a:pt x="1252453" y="249179"/>
                  </a:lnTo>
                  <a:lnTo>
                    <a:pt x="1257371" y="250819"/>
                  </a:lnTo>
                  <a:lnTo>
                    <a:pt x="1260650" y="252458"/>
                  </a:lnTo>
                  <a:lnTo>
                    <a:pt x="1265568" y="250819"/>
                  </a:lnTo>
                  <a:lnTo>
                    <a:pt x="1268847" y="250819"/>
                  </a:lnTo>
                  <a:lnTo>
                    <a:pt x="1272125" y="250819"/>
                  </a:lnTo>
                  <a:lnTo>
                    <a:pt x="1277044" y="250819"/>
                  </a:lnTo>
                  <a:lnTo>
                    <a:pt x="1278683" y="250819"/>
                  </a:lnTo>
                  <a:lnTo>
                    <a:pt x="1278683" y="252458"/>
                  </a:lnTo>
                  <a:lnTo>
                    <a:pt x="1277044" y="255737"/>
                  </a:lnTo>
                  <a:lnTo>
                    <a:pt x="1280322" y="257376"/>
                  </a:lnTo>
                  <a:lnTo>
                    <a:pt x="1285240" y="257376"/>
                  </a:lnTo>
                  <a:lnTo>
                    <a:pt x="1288519" y="255737"/>
                  </a:lnTo>
                  <a:lnTo>
                    <a:pt x="1291797" y="254097"/>
                  </a:lnTo>
                  <a:lnTo>
                    <a:pt x="1295076" y="250819"/>
                  </a:lnTo>
                  <a:lnTo>
                    <a:pt x="1296715" y="245901"/>
                  </a:lnTo>
                  <a:lnTo>
                    <a:pt x="1296715" y="242622"/>
                  </a:lnTo>
                  <a:lnTo>
                    <a:pt x="1293437" y="239343"/>
                  </a:lnTo>
                  <a:lnTo>
                    <a:pt x="1296715" y="236065"/>
                  </a:lnTo>
                  <a:lnTo>
                    <a:pt x="1293437" y="232786"/>
                  </a:lnTo>
                  <a:lnTo>
                    <a:pt x="1288519" y="231146"/>
                  </a:lnTo>
                  <a:lnTo>
                    <a:pt x="1285240" y="229507"/>
                  </a:lnTo>
                  <a:lnTo>
                    <a:pt x="1281961" y="229507"/>
                  </a:lnTo>
                  <a:lnTo>
                    <a:pt x="1277044" y="229507"/>
                  </a:lnTo>
                  <a:lnTo>
                    <a:pt x="1273765" y="229507"/>
                  </a:lnTo>
                  <a:lnTo>
                    <a:pt x="1270486" y="229507"/>
                  </a:lnTo>
                  <a:lnTo>
                    <a:pt x="1265568" y="229507"/>
                  </a:lnTo>
                  <a:lnTo>
                    <a:pt x="1262290" y="229507"/>
                  </a:lnTo>
                  <a:lnTo>
                    <a:pt x="1257371" y="229507"/>
                  </a:lnTo>
                  <a:lnTo>
                    <a:pt x="1254093" y="229507"/>
                  </a:lnTo>
                  <a:lnTo>
                    <a:pt x="1250814" y="229507"/>
                  </a:lnTo>
                  <a:lnTo>
                    <a:pt x="1245896" y="229507"/>
                  </a:lnTo>
                  <a:lnTo>
                    <a:pt x="1242617" y="229507"/>
                  </a:lnTo>
                  <a:lnTo>
                    <a:pt x="1237700" y="229507"/>
                  </a:lnTo>
                  <a:lnTo>
                    <a:pt x="1242617" y="229507"/>
                  </a:lnTo>
                  <a:lnTo>
                    <a:pt x="1245896" y="227868"/>
                  </a:lnTo>
                  <a:lnTo>
                    <a:pt x="1250814" y="229507"/>
                  </a:lnTo>
                  <a:lnTo>
                    <a:pt x="1254093" y="227868"/>
                  </a:lnTo>
                  <a:lnTo>
                    <a:pt x="1257371" y="227868"/>
                  </a:lnTo>
                  <a:lnTo>
                    <a:pt x="1262290" y="227868"/>
                  </a:lnTo>
                  <a:lnTo>
                    <a:pt x="1265568" y="227868"/>
                  </a:lnTo>
                  <a:lnTo>
                    <a:pt x="1270486" y="227868"/>
                  </a:lnTo>
                  <a:lnTo>
                    <a:pt x="1273765" y="227868"/>
                  </a:lnTo>
                  <a:lnTo>
                    <a:pt x="1277044" y="227868"/>
                  </a:lnTo>
                  <a:lnTo>
                    <a:pt x="1281961" y="227868"/>
                  </a:lnTo>
                  <a:lnTo>
                    <a:pt x="1285240" y="226229"/>
                  </a:lnTo>
                  <a:lnTo>
                    <a:pt x="1286880" y="226229"/>
                  </a:lnTo>
                  <a:lnTo>
                    <a:pt x="1290158" y="226229"/>
                  </a:lnTo>
                  <a:lnTo>
                    <a:pt x="1295076" y="226229"/>
                  </a:lnTo>
                  <a:lnTo>
                    <a:pt x="1295076" y="222950"/>
                  </a:lnTo>
                  <a:lnTo>
                    <a:pt x="1291797" y="219671"/>
                  </a:lnTo>
                  <a:lnTo>
                    <a:pt x="1288519" y="219671"/>
                  </a:lnTo>
                  <a:lnTo>
                    <a:pt x="1285240" y="219671"/>
                  </a:lnTo>
                  <a:lnTo>
                    <a:pt x="1281961" y="219671"/>
                  </a:lnTo>
                  <a:lnTo>
                    <a:pt x="1277044" y="219671"/>
                  </a:lnTo>
                  <a:lnTo>
                    <a:pt x="1273765" y="219671"/>
                  </a:lnTo>
                  <a:lnTo>
                    <a:pt x="1270486" y="218032"/>
                  </a:lnTo>
                  <a:lnTo>
                    <a:pt x="1265568" y="218032"/>
                  </a:lnTo>
                  <a:lnTo>
                    <a:pt x="1262290" y="218032"/>
                  </a:lnTo>
                  <a:lnTo>
                    <a:pt x="1265568" y="219671"/>
                  </a:lnTo>
                  <a:lnTo>
                    <a:pt x="1270486" y="221310"/>
                  </a:lnTo>
                  <a:lnTo>
                    <a:pt x="1273765" y="222950"/>
                  </a:lnTo>
                  <a:lnTo>
                    <a:pt x="1277044" y="222950"/>
                  </a:lnTo>
                  <a:lnTo>
                    <a:pt x="1273765" y="222950"/>
                  </a:lnTo>
                  <a:lnTo>
                    <a:pt x="1270486" y="221310"/>
                  </a:lnTo>
                  <a:lnTo>
                    <a:pt x="1265568" y="221310"/>
                  </a:lnTo>
                  <a:lnTo>
                    <a:pt x="1262290" y="219671"/>
                  </a:lnTo>
                  <a:lnTo>
                    <a:pt x="1259011" y="218032"/>
                  </a:lnTo>
                  <a:lnTo>
                    <a:pt x="1254093" y="219671"/>
                  </a:lnTo>
                  <a:lnTo>
                    <a:pt x="1250814" y="219671"/>
                  </a:lnTo>
                  <a:lnTo>
                    <a:pt x="1245896" y="219671"/>
                  </a:lnTo>
                  <a:lnTo>
                    <a:pt x="1249175" y="216392"/>
                  </a:lnTo>
                  <a:lnTo>
                    <a:pt x="1245896" y="213114"/>
                  </a:lnTo>
                  <a:lnTo>
                    <a:pt x="1240978" y="213114"/>
                  </a:lnTo>
                  <a:lnTo>
                    <a:pt x="1237700" y="214753"/>
                  </a:lnTo>
                  <a:lnTo>
                    <a:pt x="1234421" y="213114"/>
                  </a:lnTo>
                  <a:lnTo>
                    <a:pt x="1229503" y="213114"/>
                  </a:lnTo>
                  <a:lnTo>
                    <a:pt x="1234421" y="211474"/>
                  </a:lnTo>
                  <a:lnTo>
                    <a:pt x="1237700" y="213114"/>
                  </a:lnTo>
                  <a:lnTo>
                    <a:pt x="1240978" y="213114"/>
                  </a:lnTo>
                  <a:lnTo>
                    <a:pt x="1245896" y="213114"/>
                  </a:lnTo>
                  <a:lnTo>
                    <a:pt x="1249175" y="211474"/>
                  </a:lnTo>
                  <a:lnTo>
                    <a:pt x="1244257" y="211474"/>
                  </a:lnTo>
                  <a:lnTo>
                    <a:pt x="1240978" y="213114"/>
                  </a:lnTo>
                  <a:lnTo>
                    <a:pt x="1244257" y="211474"/>
                  </a:lnTo>
                  <a:lnTo>
                    <a:pt x="1249175" y="211474"/>
                  </a:lnTo>
                  <a:lnTo>
                    <a:pt x="1244257" y="209835"/>
                  </a:lnTo>
                  <a:lnTo>
                    <a:pt x="1240978" y="209835"/>
                  </a:lnTo>
                  <a:lnTo>
                    <a:pt x="1244257" y="208196"/>
                  </a:lnTo>
                  <a:lnTo>
                    <a:pt x="1240978" y="208196"/>
                  </a:lnTo>
                  <a:lnTo>
                    <a:pt x="1237700" y="206556"/>
                  </a:lnTo>
                  <a:lnTo>
                    <a:pt x="1232781" y="211474"/>
                  </a:lnTo>
                  <a:lnTo>
                    <a:pt x="1231142" y="206556"/>
                  </a:lnTo>
                  <a:lnTo>
                    <a:pt x="1227863" y="204917"/>
                  </a:lnTo>
                  <a:lnTo>
                    <a:pt x="1231142" y="203278"/>
                  </a:lnTo>
                  <a:lnTo>
                    <a:pt x="1234421" y="203278"/>
                  </a:lnTo>
                  <a:lnTo>
                    <a:pt x="1237700" y="199999"/>
                  </a:lnTo>
                  <a:lnTo>
                    <a:pt x="1242617" y="199999"/>
                  </a:lnTo>
                  <a:lnTo>
                    <a:pt x="1245896" y="201638"/>
                  </a:lnTo>
                  <a:lnTo>
                    <a:pt x="1249175" y="204917"/>
                  </a:lnTo>
                  <a:lnTo>
                    <a:pt x="1254093" y="206556"/>
                  </a:lnTo>
                  <a:lnTo>
                    <a:pt x="1257371" y="204917"/>
                  </a:lnTo>
                  <a:lnTo>
                    <a:pt x="1260650" y="203278"/>
                  </a:lnTo>
                  <a:lnTo>
                    <a:pt x="1265568" y="201638"/>
                  </a:lnTo>
                  <a:lnTo>
                    <a:pt x="1268847" y="201638"/>
                  </a:lnTo>
                  <a:lnTo>
                    <a:pt x="1273765" y="199999"/>
                  </a:lnTo>
                  <a:lnTo>
                    <a:pt x="1268847" y="198360"/>
                  </a:lnTo>
                  <a:lnTo>
                    <a:pt x="1265568" y="198360"/>
                  </a:lnTo>
                  <a:lnTo>
                    <a:pt x="1262290" y="198360"/>
                  </a:lnTo>
                  <a:lnTo>
                    <a:pt x="1257371" y="198360"/>
                  </a:lnTo>
                  <a:lnTo>
                    <a:pt x="1254093" y="198360"/>
                  </a:lnTo>
                  <a:lnTo>
                    <a:pt x="1257371" y="198360"/>
                  </a:lnTo>
                  <a:lnTo>
                    <a:pt x="1262290" y="198360"/>
                  </a:lnTo>
                  <a:lnTo>
                    <a:pt x="1265568" y="198360"/>
                  </a:lnTo>
                  <a:lnTo>
                    <a:pt x="1268847" y="198360"/>
                  </a:lnTo>
                  <a:lnTo>
                    <a:pt x="1273765" y="198360"/>
                  </a:lnTo>
                  <a:lnTo>
                    <a:pt x="1277044" y="198360"/>
                  </a:lnTo>
                  <a:lnTo>
                    <a:pt x="1280322" y="198360"/>
                  </a:lnTo>
                  <a:lnTo>
                    <a:pt x="1277044" y="196720"/>
                  </a:lnTo>
                  <a:lnTo>
                    <a:pt x="1272125" y="196720"/>
                  </a:lnTo>
                  <a:lnTo>
                    <a:pt x="1277044" y="195081"/>
                  </a:lnTo>
                  <a:lnTo>
                    <a:pt x="1281961" y="195081"/>
                  </a:lnTo>
                  <a:lnTo>
                    <a:pt x="1285240" y="195081"/>
                  </a:lnTo>
                  <a:lnTo>
                    <a:pt x="1288519" y="195081"/>
                  </a:lnTo>
                  <a:lnTo>
                    <a:pt x="1291797" y="196720"/>
                  </a:lnTo>
                  <a:lnTo>
                    <a:pt x="1296715" y="196720"/>
                  </a:lnTo>
                  <a:lnTo>
                    <a:pt x="1298355" y="196720"/>
                  </a:lnTo>
                  <a:lnTo>
                    <a:pt x="1301634" y="196720"/>
                  </a:lnTo>
                  <a:lnTo>
                    <a:pt x="1304912" y="196720"/>
                  </a:lnTo>
                  <a:lnTo>
                    <a:pt x="1308191" y="198360"/>
                  </a:lnTo>
                  <a:lnTo>
                    <a:pt x="1313109" y="198360"/>
                  </a:lnTo>
                  <a:lnTo>
                    <a:pt x="1316388" y="198360"/>
                  </a:lnTo>
                  <a:lnTo>
                    <a:pt x="1321305" y="199999"/>
                  </a:lnTo>
                  <a:lnTo>
                    <a:pt x="1324584" y="199999"/>
                  </a:lnTo>
                  <a:lnTo>
                    <a:pt x="1327863" y="199999"/>
                  </a:lnTo>
                  <a:lnTo>
                    <a:pt x="1331141" y="201638"/>
                  </a:lnTo>
                  <a:lnTo>
                    <a:pt x="1336060" y="199999"/>
                  </a:lnTo>
                  <a:lnTo>
                    <a:pt x="1339338" y="199999"/>
                  </a:lnTo>
                  <a:lnTo>
                    <a:pt x="1344256" y="198360"/>
                  </a:lnTo>
                  <a:lnTo>
                    <a:pt x="1345895" y="195081"/>
                  </a:lnTo>
                  <a:lnTo>
                    <a:pt x="1345895" y="190163"/>
                  </a:lnTo>
                  <a:lnTo>
                    <a:pt x="1345895" y="186884"/>
                  </a:lnTo>
                  <a:lnTo>
                    <a:pt x="1342617" y="183606"/>
                  </a:lnTo>
                  <a:lnTo>
                    <a:pt x="1339338" y="183606"/>
                  </a:lnTo>
                  <a:lnTo>
                    <a:pt x="1334420" y="183606"/>
                  </a:lnTo>
                  <a:lnTo>
                    <a:pt x="1331141" y="181966"/>
                  </a:lnTo>
                  <a:lnTo>
                    <a:pt x="1327863" y="183606"/>
                  </a:lnTo>
                  <a:lnTo>
                    <a:pt x="1322945" y="186884"/>
                  </a:lnTo>
                  <a:lnTo>
                    <a:pt x="1319666" y="186884"/>
                  </a:lnTo>
                  <a:lnTo>
                    <a:pt x="1314748" y="186884"/>
                  </a:lnTo>
                  <a:lnTo>
                    <a:pt x="1313109" y="183606"/>
                  </a:lnTo>
                  <a:lnTo>
                    <a:pt x="1309830" y="181966"/>
                  </a:lnTo>
                  <a:lnTo>
                    <a:pt x="1306551" y="181966"/>
                  </a:lnTo>
                  <a:lnTo>
                    <a:pt x="1303273" y="181966"/>
                  </a:lnTo>
                  <a:lnTo>
                    <a:pt x="1298355" y="181966"/>
                  </a:lnTo>
                  <a:lnTo>
                    <a:pt x="1295076" y="181966"/>
                  </a:lnTo>
                  <a:lnTo>
                    <a:pt x="1291797" y="181966"/>
                  </a:lnTo>
                  <a:lnTo>
                    <a:pt x="1286880" y="180327"/>
                  </a:lnTo>
                  <a:lnTo>
                    <a:pt x="1290158" y="180327"/>
                  </a:lnTo>
                  <a:lnTo>
                    <a:pt x="1295076" y="180327"/>
                  </a:lnTo>
                  <a:lnTo>
                    <a:pt x="1298355" y="180327"/>
                  </a:lnTo>
                  <a:lnTo>
                    <a:pt x="1303273" y="180327"/>
                  </a:lnTo>
                  <a:lnTo>
                    <a:pt x="1298355" y="180327"/>
                  </a:lnTo>
                  <a:lnTo>
                    <a:pt x="1295076" y="178688"/>
                  </a:lnTo>
                  <a:lnTo>
                    <a:pt x="1290158" y="178688"/>
                  </a:lnTo>
                  <a:lnTo>
                    <a:pt x="1286880" y="178688"/>
                  </a:lnTo>
                  <a:lnTo>
                    <a:pt x="1283601" y="177048"/>
                  </a:lnTo>
                  <a:lnTo>
                    <a:pt x="1278683" y="177048"/>
                  </a:lnTo>
                  <a:lnTo>
                    <a:pt x="1281961" y="177048"/>
                  </a:lnTo>
                  <a:lnTo>
                    <a:pt x="1286880" y="177048"/>
                  </a:lnTo>
                  <a:lnTo>
                    <a:pt x="1290158" y="178688"/>
                  </a:lnTo>
                  <a:lnTo>
                    <a:pt x="1295076" y="177048"/>
                  </a:lnTo>
                  <a:lnTo>
                    <a:pt x="1290158" y="177048"/>
                  </a:lnTo>
                  <a:lnTo>
                    <a:pt x="1295076" y="175409"/>
                  </a:lnTo>
                  <a:lnTo>
                    <a:pt x="1298355" y="177048"/>
                  </a:lnTo>
                  <a:lnTo>
                    <a:pt x="1295076" y="173770"/>
                  </a:lnTo>
                  <a:lnTo>
                    <a:pt x="1290158" y="173770"/>
                  </a:lnTo>
                  <a:lnTo>
                    <a:pt x="1286880" y="173770"/>
                  </a:lnTo>
                  <a:lnTo>
                    <a:pt x="1283601" y="173770"/>
                  </a:lnTo>
                  <a:lnTo>
                    <a:pt x="1286880" y="172130"/>
                  </a:lnTo>
                  <a:lnTo>
                    <a:pt x="1291797" y="170491"/>
                  </a:lnTo>
                  <a:lnTo>
                    <a:pt x="1295076" y="172130"/>
                  </a:lnTo>
                  <a:lnTo>
                    <a:pt x="1298355" y="170491"/>
                  </a:lnTo>
                  <a:lnTo>
                    <a:pt x="1301634" y="170491"/>
                  </a:lnTo>
                  <a:lnTo>
                    <a:pt x="1306551" y="170491"/>
                  </a:lnTo>
                  <a:lnTo>
                    <a:pt x="1306551" y="170491"/>
                  </a:lnTo>
                  <a:lnTo>
                    <a:pt x="1309830" y="172130"/>
                  </a:lnTo>
                  <a:lnTo>
                    <a:pt x="1314748" y="173770"/>
                  </a:lnTo>
                  <a:lnTo>
                    <a:pt x="1318027" y="175409"/>
                  </a:lnTo>
                  <a:lnTo>
                    <a:pt x="1321305" y="175409"/>
                  </a:lnTo>
                  <a:lnTo>
                    <a:pt x="1326224" y="175409"/>
                  </a:lnTo>
                  <a:lnTo>
                    <a:pt x="1329502" y="173770"/>
                  </a:lnTo>
                  <a:lnTo>
                    <a:pt x="1327863" y="170491"/>
                  </a:lnTo>
                  <a:lnTo>
                    <a:pt x="1324584" y="168852"/>
                  </a:lnTo>
                  <a:lnTo>
                    <a:pt x="1319666" y="168852"/>
                  </a:lnTo>
                  <a:lnTo>
                    <a:pt x="1316388" y="168852"/>
                  </a:lnTo>
                  <a:lnTo>
                    <a:pt x="1311470" y="168852"/>
                  </a:lnTo>
                  <a:lnTo>
                    <a:pt x="1308191" y="167212"/>
                  </a:lnTo>
                  <a:lnTo>
                    <a:pt x="1303273" y="167212"/>
                  </a:lnTo>
                  <a:lnTo>
                    <a:pt x="1299994" y="165573"/>
                  </a:lnTo>
                  <a:lnTo>
                    <a:pt x="1296715" y="163934"/>
                  </a:lnTo>
                  <a:lnTo>
                    <a:pt x="1291797" y="162294"/>
                  </a:lnTo>
                  <a:lnTo>
                    <a:pt x="1288519" y="162294"/>
                  </a:lnTo>
                  <a:lnTo>
                    <a:pt x="1285240" y="162294"/>
                  </a:lnTo>
                  <a:lnTo>
                    <a:pt x="1281961" y="163934"/>
                  </a:lnTo>
                  <a:lnTo>
                    <a:pt x="1277044" y="165573"/>
                  </a:lnTo>
                  <a:lnTo>
                    <a:pt x="1273765" y="168852"/>
                  </a:lnTo>
                  <a:lnTo>
                    <a:pt x="1272125" y="172130"/>
                  </a:lnTo>
                  <a:lnTo>
                    <a:pt x="1267207" y="175409"/>
                  </a:lnTo>
                  <a:lnTo>
                    <a:pt x="1263929" y="177048"/>
                  </a:lnTo>
                  <a:lnTo>
                    <a:pt x="1267207" y="173770"/>
                  </a:lnTo>
                  <a:lnTo>
                    <a:pt x="1263929" y="172130"/>
                  </a:lnTo>
                  <a:lnTo>
                    <a:pt x="1259011" y="172130"/>
                  </a:lnTo>
                  <a:lnTo>
                    <a:pt x="1255732" y="172130"/>
                  </a:lnTo>
                  <a:lnTo>
                    <a:pt x="1259011" y="168852"/>
                  </a:lnTo>
                  <a:lnTo>
                    <a:pt x="1263929" y="167212"/>
                  </a:lnTo>
                  <a:lnTo>
                    <a:pt x="1267207" y="165573"/>
                  </a:lnTo>
                  <a:lnTo>
                    <a:pt x="1268847" y="162294"/>
                  </a:lnTo>
                  <a:lnTo>
                    <a:pt x="1272125" y="160655"/>
                  </a:lnTo>
                  <a:lnTo>
                    <a:pt x="1277044" y="159016"/>
                  </a:lnTo>
                  <a:lnTo>
                    <a:pt x="1272125" y="159016"/>
                  </a:lnTo>
                  <a:lnTo>
                    <a:pt x="1268847" y="157376"/>
                  </a:lnTo>
                  <a:lnTo>
                    <a:pt x="1272125" y="157376"/>
                  </a:lnTo>
                  <a:lnTo>
                    <a:pt x="1277044" y="157376"/>
                  </a:lnTo>
                  <a:lnTo>
                    <a:pt x="1280322" y="155737"/>
                  </a:lnTo>
                  <a:lnTo>
                    <a:pt x="1281961" y="150819"/>
                  </a:lnTo>
                  <a:lnTo>
                    <a:pt x="1285240" y="149180"/>
                  </a:lnTo>
                  <a:lnTo>
                    <a:pt x="1288519" y="145901"/>
                  </a:lnTo>
                  <a:lnTo>
                    <a:pt x="1291797" y="144262"/>
                  </a:lnTo>
                  <a:lnTo>
                    <a:pt x="1288519" y="140983"/>
                  </a:lnTo>
                  <a:lnTo>
                    <a:pt x="1285240" y="142622"/>
                  </a:lnTo>
                  <a:lnTo>
                    <a:pt x="1288519" y="140983"/>
                  </a:lnTo>
                  <a:lnTo>
                    <a:pt x="1291797" y="140983"/>
                  </a:lnTo>
                  <a:lnTo>
                    <a:pt x="1295076" y="136065"/>
                  </a:lnTo>
                  <a:lnTo>
                    <a:pt x="1291797" y="136065"/>
                  </a:lnTo>
                  <a:lnTo>
                    <a:pt x="1295076" y="136065"/>
                  </a:lnTo>
                  <a:lnTo>
                    <a:pt x="1298355" y="134426"/>
                  </a:lnTo>
                  <a:lnTo>
                    <a:pt x="1303273" y="134426"/>
                  </a:lnTo>
                  <a:lnTo>
                    <a:pt x="1306551" y="132786"/>
                  </a:lnTo>
                  <a:lnTo>
                    <a:pt x="1311470" y="134426"/>
                  </a:lnTo>
                  <a:lnTo>
                    <a:pt x="1314748" y="134426"/>
                  </a:lnTo>
                  <a:lnTo>
                    <a:pt x="1319666" y="134426"/>
                  </a:lnTo>
                  <a:lnTo>
                    <a:pt x="1321305" y="134426"/>
                  </a:lnTo>
                  <a:lnTo>
                    <a:pt x="1322945" y="129508"/>
                  </a:lnTo>
                  <a:lnTo>
                    <a:pt x="1322945" y="129508"/>
                  </a:lnTo>
                  <a:lnTo>
                    <a:pt x="1322945" y="127868"/>
                  </a:lnTo>
                  <a:lnTo>
                    <a:pt x="1324584" y="126229"/>
                  </a:lnTo>
                  <a:lnTo>
                    <a:pt x="1329502" y="126229"/>
                  </a:lnTo>
                  <a:lnTo>
                    <a:pt x="1334420" y="126229"/>
                  </a:lnTo>
                  <a:lnTo>
                    <a:pt x="1337699" y="122950"/>
                  </a:lnTo>
                  <a:lnTo>
                    <a:pt x="1340978" y="121311"/>
                  </a:lnTo>
                  <a:lnTo>
                    <a:pt x="1345895" y="122950"/>
                  </a:lnTo>
                  <a:lnTo>
                    <a:pt x="1349174" y="119672"/>
                  </a:lnTo>
                  <a:lnTo>
                    <a:pt x="1345895" y="119672"/>
                  </a:lnTo>
                  <a:lnTo>
                    <a:pt x="1340978" y="119672"/>
                  </a:lnTo>
                  <a:lnTo>
                    <a:pt x="1337699" y="119672"/>
                  </a:lnTo>
                  <a:lnTo>
                    <a:pt x="1334420" y="122950"/>
                  </a:lnTo>
                  <a:lnTo>
                    <a:pt x="1329502" y="122950"/>
                  </a:lnTo>
                  <a:lnTo>
                    <a:pt x="1334420" y="121311"/>
                  </a:lnTo>
                  <a:lnTo>
                    <a:pt x="1337699" y="116393"/>
                  </a:lnTo>
                  <a:lnTo>
                    <a:pt x="1337699" y="113114"/>
                  </a:lnTo>
                  <a:lnTo>
                    <a:pt x="1340978" y="111475"/>
                  </a:lnTo>
                  <a:lnTo>
                    <a:pt x="1344256" y="108196"/>
                  </a:lnTo>
                  <a:lnTo>
                    <a:pt x="1347535" y="106557"/>
                  </a:lnTo>
                  <a:lnTo>
                    <a:pt x="1350814" y="104918"/>
                  </a:lnTo>
                  <a:lnTo>
                    <a:pt x="1355731" y="104918"/>
                  </a:lnTo>
                  <a:lnTo>
                    <a:pt x="1359010" y="104918"/>
                  </a:lnTo>
                  <a:lnTo>
                    <a:pt x="1362289" y="106557"/>
                  </a:lnTo>
                  <a:lnTo>
                    <a:pt x="1367207" y="106557"/>
                  </a:lnTo>
                  <a:lnTo>
                    <a:pt x="1370485" y="106557"/>
                  </a:lnTo>
                  <a:lnTo>
                    <a:pt x="1375404" y="106557"/>
                  </a:lnTo>
                  <a:lnTo>
                    <a:pt x="1378682" y="104918"/>
                  </a:lnTo>
                  <a:lnTo>
                    <a:pt x="1381961" y="104918"/>
                  </a:lnTo>
                  <a:lnTo>
                    <a:pt x="1385240" y="103278"/>
                  </a:lnTo>
                  <a:lnTo>
                    <a:pt x="1390158" y="100000"/>
                  </a:lnTo>
                  <a:lnTo>
                    <a:pt x="1393437" y="98360"/>
                  </a:lnTo>
                  <a:lnTo>
                    <a:pt x="1395075" y="98360"/>
                  </a:lnTo>
                  <a:lnTo>
                    <a:pt x="1398354" y="96721"/>
                  </a:lnTo>
                  <a:lnTo>
                    <a:pt x="1395075" y="95082"/>
                  </a:lnTo>
                  <a:lnTo>
                    <a:pt x="1390158" y="95082"/>
                  </a:lnTo>
                  <a:lnTo>
                    <a:pt x="1385240" y="95082"/>
                  </a:lnTo>
                  <a:lnTo>
                    <a:pt x="1381961" y="95082"/>
                  </a:lnTo>
                  <a:lnTo>
                    <a:pt x="1378682" y="95082"/>
                  </a:lnTo>
                  <a:lnTo>
                    <a:pt x="1373764" y="95082"/>
                  </a:lnTo>
                  <a:lnTo>
                    <a:pt x="1370485" y="95082"/>
                  </a:lnTo>
                  <a:lnTo>
                    <a:pt x="1365568" y="95082"/>
                  </a:lnTo>
                  <a:lnTo>
                    <a:pt x="1362289" y="96721"/>
                  </a:lnTo>
                  <a:lnTo>
                    <a:pt x="1357371" y="95082"/>
                  </a:lnTo>
                  <a:lnTo>
                    <a:pt x="1354092" y="95082"/>
                  </a:lnTo>
                  <a:lnTo>
                    <a:pt x="1350814" y="96721"/>
                  </a:lnTo>
                  <a:lnTo>
                    <a:pt x="1345895" y="96721"/>
                  </a:lnTo>
                  <a:lnTo>
                    <a:pt x="1340978" y="98360"/>
                  </a:lnTo>
                  <a:lnTo>
                    <a:pt x="1337699" y="98360"/>
                  </a:lnTo>
                  <a:lnTo>
                    <a:pt x="1336060" y="98360"/>
                  </a:lnTo>
                  <a:lnTo>
                    <a:pt x="1334420" y="98360"/>
                  </a:lnTo>
                  <a:lnTo>
                    <a:pt x="1331141" y="100000"/>
                  </a:lnTo>
                  <a:lnTo>
                    <a:pt x="1329502" y="104918"/>
                  </a:lnTo>
                  <a:lnTo>
                    <a:pt x="1332781" y="103278"/>
                  </a:lnTo>
                  <a:lnTo>
                    <a:pt x="1332781" y="104918"/>
                  </a:lnTo>
                  <a:lnTo>
                    <a:pt x="1327863" y="104918"/>
                  </a:lnTo>
                  <a:lnTo>
                    <a:pt x="1324584" y="106557"/>
                  </a:lnTo>
                  <a:lnTo>
                    <a:pt x="1321305" y="103278"/>
                  </a:lnTo>
                  <a:lnTo>
                    <a:pt x="1316388" y="103278"/>
                  </a:lnTo>
                  <a:lnTo>
                    <a:pt x="1321305" y="100000"/>
                  </a:lnTo>
                  <a:lnTo>
                    <a:pt x="1324584" y="98360"/>
                  </a:lnTo>
                  <a:lnTo>
                    <a:pt x="1324584" y="98360"/>
                  </a:lnTo>
                  <a:lnTo>
                    <a:pt x="1327863" y="96721"/>
                  </a:lnTo>
                  <a:lnTo>
                    <a:pt x="1324584" y="95082"/>
                  </a:lnTo>
                  <a:lnTo>
                    <a:pt x="1327863" y="95082"/>
                  </a:lnTo>
                  <a:lnTo>
                    <a:pt x="1331141" y="95082"/>
                  </a:lnTo>
                  <a:lnTo>
                    <a:pt x="1336060" y="93442"/>
                  </a:lnTo>
                  <a:lnTo>
                    <a:pt x="1339338" y="91803"/>
                  </a:lnTo>
                  <a:lnTo>
                    <a:pt x="1344256" y="90164"/>
                  </a:lnTo>
                  <a:lnTo>
                    <a:pt x="1347535" y="90164"/>
                  </a:lnTo>
                  <a:lnTo>
                    <a:pt x="1350814" y="90164"/>
                  </a:lnTo>
                  <a:lnTo>
                    <a:pt x="1355731" y="90164"/>
                  </a:lnTo>
                  <a:lnTo>
                    <a:pt x="1359010" y="91803"/>
                  </a:lnTo>
                  <a:lnTo>
                    <a:pt x="1362289" y="91803"/>
                  </a:lnTo>
                  <a:lnTo>
                    <a:pt x="1367207" y="91803"/>
                  </a:lnTo>
                  <a:lnTo>
                    <a:pt x="1372125" y="91803"/>
                  </a:lnTo>
                  <a:lnTo>
                    <a:pt x="1375404" y="91803"/>
                  </a:lnTo>
                  <a:lnTo>
                    <a:pt x="1380322" y="91803"/>
                  </a:lnTo>
                  <a:lnTo>
                    <a:pt x="1383600" y="91803"/>
                  </a:lnTo>
                  <a:lnTo>
                    <a:pt x="1388518" y="91803"/>
                  </a:lnTo>
                  <a:lnTo>
                    <a:pt x="1391797" y="91803"/>
                  </a:lnTo>
                  <a:lnTo>
                    <a:pt x="1395075" y="91803"/>
                  </a:lnTo>
                  <a:lnTo>
                    <a:pt x="1399994" y="91803"/>
                  </a:lnTo>
                  <a:lnTo>
                    <a:pt x="1403272" y="91803"/>
                  </a:lnTo>
                  <a:lnTo>
                    <a:pt x="1408190" y="91803"/>
                  </a:lnTo>
                  <a:lnTo>
                    <a:pt x="1411469" y="91803"/>
                  </a:lnTo>
                  <a:lnTo>
                    <a:pt x="1416387" y="90164"/>
                  </a:lnTo>
                  <a:lnTo>
                    <a:pt x="1419666" y="86885"/>
                  </a:lnTo>
                  <a:lnTo>
                    <a:pt x="1424584" y="88524"/>
                  </a:lnTo>
                  <a:lnTo>
                    <a:pt x="1427862" y="85245"/>
                  </a:lnTo>
                  <a:lnTo>
                    <a:pt x="1431141" y="85245"/>
                  </a:lnTo>
                  <a:lnTo>
                    <a:pt x="1436059" y="83606"/>
                  </a:lnTo>
                  <a:lnTo>
                    <a:pt x="1431141" y="83606"/>
                  </a:lnTo>
                  <a:lnTo>
                    <a:pt x="1427862" y="81967"/>
                  </a:lnTo>
                  <a:lnTo>
                    <a:pt x="1422944" y="81967"/>
                  </a:lnTo>
                  <a:lnTo>
                    <a:pt x="1419666" y="81967"/>
                  </a:lnTo>
                  <a:lnTo>
                    <a:pt x="1414748" y="81967"/>
                  </a:lnTo>
                  <a:lnTo>
                    <a:pt x="1411469" y="81967"/>
                  </a:lnTo>
                  <a:lnTo>
                    <a:pt x="1406551" y="80328"/>
                  </a:lnTo>
                  <a:lnTo>
                    <a:pt x="1403272" y="80328"/>
                  </a:lnTo>
                  <a:lnTo>
                    <a:pt x="1398354" y="81967"/>
                  </a:lnTo>
                  <a:lnTo>
                    <a:pt x="1395075" y="81967"/>
                  </a:lnTo>
                  <a:lnTo>
                    <a:pt x="1391797" y="81967"/>
                  </a:lnTo>
                  <a:lnTo>
                    <a:pt x="1386879" y="81967"/>
                  </a:lnTo>
                  <a:lnTo>
                    <a:pt x="1383600" y="81967"/>
                  </a:lnTo>
                  <a:lnTo>
                    <a:pt x="1378682" y="83606"/>
                  </a:lnTo>
                  <a:lnTo>
                    <a:pt x="1375404" y="81967"/>
                  </a:lnTo>
                  <a:lnTo>
                    <a:pt x="1370485" y="81967"/>
                  </a:lnTo>
                  <a:lnTo>
                    <a:pt x="1367207" y="81967"/>
                  </a:lnTo>
                  <a:lnTo>
                    <a:pt x="1363928" y="81967"/>
                  </a:lnTo>
                  <a:lnTo>
                    <a:pt x="1359010" y="81967"/>
                  </a:lnTo>
                  <a:lnTo>
                    <a:pt x="1355731" y="81967"/>
                  </a:lnTo>
                  <a:lnTo>
                    <a:pt x="1350814" y="80328"/>
                  </a:lnTo>
                  <a:lnTo>
                    <a:pt x="1347535" y="80328"/>
                  </a:lnTo>
                  <a:lnTo>
                    <a:pt x="1342617" y="80328"/>
                  </a:lnTo>
                  <a:lnTo>
                    <a:pt x="1339338" y="80328"/>
                  </a:lnTo>
                  <a:lnTo>
                    <a:pt x="1336060" y="81967"/>
                  </a:lnTo>
                  <a:lnTo>
                    <a:pt x="1331141" y="81967"/>
                  </a:lnTo>
                  <a:lnTo>
                    <a:pt x="1327863" y="81967"/>
                  </a:lnTo>
                  <a:lnTo>
                    <a:pt x="1324584" y="83606"/>
                  </a:lnTo>
                  <a:lnTo>
                    <a:pt x="1319666" y="81967"/>
                  </a:lnTo>
                  <a:lnTo>
                    <a:pt x="1316388" y="81967"/>
                  </a:lnTo>
                  <a:lnTo>
                    <a:pt x="1313109" y="81967"/>
                  </a:lnTo>
                  <a:lnTo>
                    <a:pt x="1316388" y="81967"/>
                  </a:lnTo>
                  <a:lnTo>
                    <a:pt x="1319666" y="81967"/>
                  </a:lnTo>
                  <a:lnTo>
                    <a:pt x="1324584" y="81967"/>
                  </a:lnTo>
                  <a:lnTo>
                    <a:pt x="1329502" y="81967"/>
                  </a:lnTo>
                  <a:lnTo>
                    <a:pt x="1332781" y="80328"/>
                  </a:lnTo>
                  <a:lnTo>
                    <a:pt x="1336060" y="80328"/>
                  </a:lnTo>
                  <a:lnTo>
                    <a:pt x="1340978" y="78688"/>
                  </a:lnTo>
                  <a:lnTo>
                    <a:pt x="1344256" y="78688"/>
                  </a:lnTo>
                  <a:lnTo>
                    <a:pt x="1347535" y="78688"/>
                  </a:lnTo>
                  <a:lnTo>
                    <a:pt x="1352453" y="78688"/>
                  </a:lnTo>
                  <a:lnTo>
                    <a:pt x="1355731" y="80328"/>
                  </a:lnTo>
                  <a:lnTo>
                    <a:pt x="1360650" y="80328"/>
                  </a:lnTo>
                  <a:lnTo>
                    <a:pt x="1363928" y="80328"/>
                  </a:lnTo>
                  <a:lnTo>
                    <a:pt x="1368846" y="80328"/>
                  </a:lnTo>
                  <a:lnTo>
                    <a:pt x="1372125" y="80328"/>
                  </a:lnTo>
                  <a:lnTo>
                    <a:pt x="1377043" y="80328"/>
                  </a:lnTo>
                  <a:lnTo>
                    <a:pt x="1381961" y="80328"/>
                  </a:lnTo>
                  <a:lnTo>
                    <a:pt x="1385240" y="78688"/>
                  </a:lnTo>
                  <a:lnTo>
                    <a:pt x="1388518" y="78688"/>
                  </a:lnTo>
                  <a:lnTo>
                    <a:pt x="1393437" y="75409"/>
                  </a:lnTo>
                  <a:lnTo>
                    <a:pt x="1396715" y="75409"/>
                  </a:lnTo>
                  <a:lnTo>
                    <a:pt x="1399994" y="77049"/>
                  </a:lnTo>
                  <a:lnTo>
                    <a:pt x="1404912" y="77049"/>
                  </a:lnTo>
                  <a:lnTo>
                    <a:pt x="1408190" y="77049"/>
                  </a:lnTo>
                  <a:lnTo>
                    <a:pt x="1413108" y="77049"/>
                  </a:lnTo>
                  <a:lnTo>
                    <a:pt x="1416387" y="77049"/>
                  </a:lnTo>
                  <a:lnTo>
                    <a:pt x="1421305" y="77049"/>
                  </a:lnTo>
                  <a:lnTo>
                    <a:pt x="1424584" y="78688"/>
                  </a:lnTo>
                  <a:lnTo>
                    <a:pt x="1427862" y="77049"/>
                  </a:lnTo>
                  <a:lnTo>
                    <a:pt x="1432781" y="77049"/>
                  </a:lnTo>
                  <a:lnTo>
                    <a:pt x="1436059" y="77049"/>
                  </a:lnTo>
                  <a:lnTo>
                    <a:pt x="1440977" y="77049"/>
                  </a:lnTo>
                  <a:lnTo>
                    <a:pt x="1444256" y="75409"/>
                  </a:lnTo>
                  <a:lnTo>
                    <a:pt x="1449174" y="73770"/>
                  </a:lnTo>
                  <a:lnTo>
                    <a:pt x="1452452" y="73770"/>
                  </a:lnTo>
                  <a:lnTo>
                    <a:pt x="1457371" y="73770"/>
                  </a:lnTo>
                  <a:lnTo>
                    <a:pt x="1460649" y="73770"/>
                  </a:lnTo>
                  <a:lnTo>
                    <a:pt x="1465567" y="73770"/>
                  </a:lnTo>
                  <a:lnTo>
                    <a:pt x="1468846" y="73770"/>
                  </a:lnTo>
                  <a:lnTo>
                    <a:pt x="1472125" y="70492"/>
                  </a:lnTo>
                  <a:lnTo>
                    <a:pt x="1468846" y="70492"/>
                  </a:lnTo>
                  <a:lnTo>
                    <a:pt x="1465567" y="67213"/>
                  </a:lnTo>
                  <a:lnTo>
                    <a:pt x="1468846" y="67213"/>
                  </a:lnTo>
                  <a:lnTo>
                    <a:pt x="1473764" y="65573"/>
                  </a:lnTo>
                  <a:lnTo>
                    <a:pt x="1477042" y="67213"/>
                  </a:lnTo>
                  <a:lnTo>
                    <a:pt x="1481961" y="67213"/>
                  </a:lnTo>
                  <a:lnTo>
                    <a:pt x="1485239" y="67213"/>
                  </a:lnTo>
                  <a:lnTo>
                    <a:pt x="1490157" y="67213"/>
                  </a:lnTo>
                  <a:lnTo>
                    <a:pt x="1495075" y="65573"/>
                  </a:lnTo>
                  <a:lnTo>
                    <a:pt x="1498354" y="63934"/>
                  </a:lnTo>
                  <a:lnTo>
                    <a:pt x="1503272" y="62295"/>
                  </a:lnTo>
                  <a:lnTo>
                    <a:pt x="1506551" y="62295"/>
                  </a:lnTo>
                  <a:lnTo>
                    <a:pt x="1511468" y="60655"/>
                  </a:lnTo>
                  <a:lnTo>
                    <a:pt x="1514747" y="60655"/>
                  </a:lnTo>
                  <a:lnTo>
                    <a:pt x="1518026" y="59016"/>
                  </a:lnTo>
                  <a:lnTo>
                    <a:pt x="1522944" y="57377"/>
                  </a:lnTo>
                  <a:lnTo>
                    <a:pt x="1526222" y="57377"/>
                  </a:lnTo>
                  <a:lnTo>
                    <a:pt x="1531141" y="57377"/>
                  </a:lnTo>
                  <a:lnTo>
                    <a:pt x="1534419" y="55737"/>
                  </a:lnTo>
                  <a:lnTo>
                    <a:pt x="1537698" y="55737"/>
                  </a:lnTo>
                  <a:lnTo>
                    <a:pt x="1542616" y="52459"/>
                  </a:lnTo>
                  <a:lnTo>
                    <a:pt x="1537698" y="52459"/>
                  </a:lnTo>
                  <a:lnTo>
                    <a:pt x="1532780" y="52459"/>
                  </a:lnTo>
                  <a:lnTo>
                    <a:pt x="1529501" y="50819"/>
                  </a:lnTo>
                  <a:lnTo>
                    <a:pt x="1526222" y="49180"/>
                  </a:lnTo>
                  <a:lnTo>
                    <a:pt x="1522944" y="49180"/>
                  </a:lnTo>
                  <a:lnTo>
                    <a:pt x="1518026" y="49180"/>
                  </a:lnTo>
                  <a:lnTo>
                    <a:pt x="1514747" y="47541"/>
                  </a:lnTo>
                  <a:lnTo>
                    <a:pt x="1511468" y="47541"/>
                  </a:lnTo>
                  <a:lnTo>
                    <a:pt x="1506551" y="47541"/>
                  </a:lnTo>
                  <a:lnTo>
                    <a:pt x="1503272" y="47541"/>
                  </a:lnTo>
                  <a:lnTo>
                    <a:pt x="1499993" y="47541"/>
                  </a:lnTo>
                  <a:lnTo>
                    <a:pt x="1495075" y="45901"/>
                  </a:lnTo>
                  <a:lnTo>
                    <a:pt x="1491797" y="45901"/>
                  </a:lnTo>
                  <a:lnTo>
                    <a:pt x="1488518" y="45901"/>
                  </a:lnTo>
                  <a:lnTo>
                    <a:pt x="1483600" y="45901"/>
                  </a:lnTo>
                  <a:lnTo>
                    <a:pt x="1480321" y="44262"/>
                  </a:lnTo>
                  <a:lnTo>
                    <a:pt x="1475403" y="44262"/>
                  </a:lnTo>
                  <a:lnTo>
                    <a:pt x="1472125" y="44262"/>
                  </a:lnTo>
                  <a:lnTo>
                    <a:pt x="1468846" y="44262"/>
                  </a:lnTo>
                  <a:lnTo>
                    <a:pt x="1465567" y="44262"/>
                  </a:lnTo>
                  <a:lnTo>
                    <a:pt x="1460649" y="45901"/>
                  </a:lnTo>
                  <a:lnTo>
                    <a:pt x="1455731" y="45901"/>
                  </a:lnTo>
                  <a:lnTo>
                    <a:pt x="1450813" y="44262"/>
                  </a:lnTo>
                  <a:lnTo>
                    <a:pt x="1447534" y="44262"/>
                  </a:lnTo>
                  <a:lnTo>
                    <a:pt x="1444256" y="44262"/>
                  </a:lnTo>
                  <a:lnTo>
                    <a:pt x="1439338" y="44262"/>
                  </a:lnTo>
                  <a:lnTo>
                    <a:pt x="1434420" y="44262"/>
                  </a:lnTo>
                  <a:lnTo>
                    <a:pt x="1431141" y="45901"/>
                  </a:lnTo>
                  <a:lnTo>
                    <a:pt x="1427862" y="45901"/>
                  </a:lnTo>
                  <a:lnTo>
                    <a:pt x="1422944" y="45901"/>
                  </a:lnTo>
                  <a:lnTo>
                    <a:pt x="1419666" y="45901"/>
                  </a:lnTo>
                  <a:lnTo>
                    <a:pt x="1414748" y="47541"/>
                  </a:lnTo>
                  <a:lnTo>
                    <a:pt x="1418027" y="50819"/>
                  </a:lnTo>
                  <a:lnTo>
                    <a:pt x="1414748" y="50819"/>
                  </a:lnTo>
                  <a:lnTo>
                    <a:pt x="1409830" y="49180"/>
                  </a:lnTo>
                  <a:lnTo>
                    <a:pt x="1406551" y="52459"/>
                  </a:lnTo>
                  <a:lnTo>
                    <a:pt x="1411469" y="52459"/>
                  </a:lnTo>
                  <a:lnTo>
                    <a:pt x="1406551" y="54098"/>
                  </a:lnTo>
                  <a:lnTo>
                    <a:pt x="1401633" y="54098"/>
                  </a:lnTo>
                  <a:lnTo>
                    <a:pt x="1398354" y="57377"/>
                  </a:lnTo>
                  <a:lnTo>
                    <a:pt x="1395075" y="57377"/>
                  </a:lnTo>
                  <a:lnTo>
                    <a:pt x="1390158" y="57377"/>
                  </a:lnTo>
                  <a:lnTo>
                    <a:pt x="1386879" y="55737"/>
                  </a:lnTo>
                  <a:lnTo>
                    <a:pt x="1383600" y="55737"/>
                  </a:lnTo>
                  <a:lnTo>
                    <a:pt x="1378682" y="55737"/>
                  </a:lnTo>
                  <a:lnTo>
                    <a:pt x="1375404" y="54098"/>
                  </a:lnTo>
                  <a:lnTo>
                    <a:pt x="1370485" y="55737"/>
                  </a:lnTo>
                  <a:lnTo>
                    <a:pt x="1367207" y="54098"/>
                  </a:lnTo>
                  <a:lnTo>
                    <a:pt x="1362289" y="55737"/>
                  </a:lnTo>
                  <a:lnTo>
                    <a:pt x="1359010" y="55737"/>
                  </a:lnTo>
                  <a:lnTo>
                    <a:pt x="1354092" y="55737"/>
                  </a:lnTo>
                  <a:lnTo>
                    <a:pt x="1350814" y="57377"/>
                  </a:lnTo>
                  <a:lnTo>
                    <a:pt x="1345895" y="59016"/>
                  </a:lnTo>
                  <a:lnTo>
                    <a:pt x="1349174" y="54098"/>
                  </a:lnTo>
                  <a:lnTo>
                    <a:pt x="1352453" y="52459"/>
                  </a:lnTo>
                  <a:lnTo>
                    <a:pt x="1355731" y="52459"/>
                  </a:lnTo>
                  <a:lnTo>
                    <a:pt x="1352453" y="52459"/>
                  </a:lnTo>
                  <a:lnTo>
                    <a:pt x="1349174" y="52459"/>
                  </a:lnTo>
                  <a:lnTo>
                    <a:pt x="1344256" y="52459"/>
                  </a:lnTo>
                  <a:lnTo>
                    <a:pt x="1340978" y="52459"/>
                  </a:lnTo>
                  <a:lnTo>
                    <a:pt x="1337699" y="54098"/>
                  </a:lnTo>
                  <a:lnTo>
                    <a:pt x="1332781" y="54098"/>
                  </a:lnTo>
                  <a:lnTo>
                    <a:pt x="1329502" y="55737"/>
                  </a:lnTo>
                  <a:lnTo>
                    <a:pt x="1324584" y="57377"/>
                  </a:lnTo>
                  <a:lnTo>
                    <a:pt x="1321305" y="57377"/>
                  </a:lnTo>
                  <a:lnTo>
                    <a:pt x="1318027" y="59016"/>
                  </a:lnTo>
                  <a:lnTo>
                    <a:pt x="1313109" y="60655"/>
                  </a:lnTo>
                  <a:lnTo>
                    <a:pt x="1309830" y="62295"/>
                  </a:lnTo>
                  <a:lnTo>
                    <a:pt x="1304912" y="63934"/>
                  </a:lnTo>
                  <a:lnTo>
                    <a:pt x="1301634" y="63934"/>
                  </a:lnTo>
                  <a:lnTo>
                    <a:pt x="1296715" y="65573"/>
                  </a:lnTo>
                  <a:lnTo>
                    <a:pt x="1293437" y="65573"/>
                  </a:lnTo>
                  <a:lnTo>
                    <a:pt x="1288519" y="67213"/>
                  </a:lnTo>
                  <a:lnTo>
                    <a:pt x="1285240" y="68852"/>
                  </a:lnTo>
                  <a:lnTo>
                    <a:pt x="1280322" y="70492"/>
                  </a:lnTo>
                  <a:lnTo>
                    <a:pt x="1275404" y="70492"/>
                  </a:lnTo>
                  <a:lnTo>
                    <a:pt x="1272125" y="72131"/>
                  </a:lnTo>
                  <a:lnTo>
                    <a:pt x="1267207" y="72131"/>
                  </a:lnTo>
                  <a:lnTo>
                    <a:pt x="1263929" y="72131"/>
                  </a:lnTo>
                  <a:lnTo>
                    <a:pt x="1260650" y="75409"/>
                  </a:lnTo>
                  <a:lnTo>
                    <a:pt x="1255732" y="77049"/>
                  </a:lnTo>
                  <a:lnTo>
                    <a:pt x="1252453" y="78688"/>
                  </a:lnTo>
                  <a:lnTo>
                    <a:pt x="1247535" y="80328"/>
                  </a:lnTo>
                  <a:lnTo>
                    <a:pt x="1244257" y="81967"/>
                  </a:lnTo>
                  <a:lnTo>
                    <a:pt x="1240978" y="81967"/>
                  </a:lnTo>
                  <a:lnTo>
                    <a:pt x="1236060" y="83606"/>
                  </a:lnTo>
                  <a:lnTo>
                    <a:pt x="1239338" y="81967"/>
                  </a:lnTo>
                  <a:lnTo>
                    <a:pt x="1244257" y="78688"/>
                  </a:lnTo>
                  <a:lnTo>
                    <a:pt x="1239338" y="78688"/>
                  </a:lnTo>
                  <a:lnTo>
                    <a:pt x="1244257" y="78688"/>
                  </a:lnTo>
                  <a:lnTo>
                    <a:pt x="1247535" y="77049"/>
                  </a:lnTo>
                  <a:lnTo>
                    <a:pt x="1250814" y="77049"/>
                  </a:lnTo>
                  <a:lnTo>
                    <a:pt x="1255732" y="72131"/>
                  </a:lnTo>
                  <a:lnTo>
                    <a:pt x="1259011" y="70492"/>
                  </a:lnTo>
                  <a:lnTo>
                    <a:pt x="1263929" y="70492"/>
                  </a:lnTo>
                  <a:lnTo>
                    <a:pt x="1267207" y="68852"/>
                  </a:lnTo>
                  <a:lnTo>
                    <a:pt x="1272125" y="67213"/>
                  </a:lnTo>
                  <a:lnTo>
                    <a:pt x="1275404" y="65573"/>
                  </a:lnTo>
                  <a:lnTo>
                    <a:pt x="1278683" y="65573"/>
                  </a:lnTo>
                  <a:lnTo>
                    <a:pt x="1283601" y="63934"/>
                  </a:lnTo>
                  <a:lnTo>
                    <a:pt x="1286880" y="60655"/>
                  </a:lnTo>
                  <a:lnTo>
                    <a:pt x="1291797" y="60655"/>
                  </a:lnTo>
                  <a:lnTo>
                    <a:pt x="1295076" y="59016"/>
                  </a:lnTo>
                  <a:lnTo>
                    <a:pt x="1298355" y="57377"/>
                  </a:lnTo>
                  <a:lnTo>
                    <a:pt x="1303273" y="55737"/>
                  </a:lnTo>
                  <a:lnTo>
                    <a:pt x="1306551" y="52459"/>
                  </a:lnTo>
                  <a:lnTo>
                    <a:pt x="1309830" y="47541"/>
                  </a:lnTo>
                  <a:lnTo>
                    <a:pt x="1311470" y="44262"/>
                  </a:lnTo>
                  <a:lnTo>
                    <a:pt x="1306551" y="40983"/>
                  </a:lnTo>
                  <a:lnTo>
                    <a:pt x="1303273" y="40983"/>
                  </a:lnTo>
                  <a:lnTo>
                    <a:pt x="1299994" y="40983"/>
                  </a:lnTo>
                  <a:lnTo>
                    <a:pt x="1295076" y="40983"/>
                  </a:lnTo>
                  <a:lnTo>
                    <a:pt x="1291797" y="40983"/>
                  </a:lnTo>
                  <a:lnTo>
                    <a:pt x="1286880" y="40983"/>
                  </a:lnTo>
                  <a:lnTo>
                    <a:pt x="1283601" y="40983"/>
                  </a:lnTo>
                  <a:lnTo>
                    <a:pt x="1278683" y="40983"/>
                  </a:lnTo>
                  <a:lnTo>
                    <a:pt x="1273765" y="40983"/>
                  </a:lnTo>
                  <a:lnTo>
                    <a:pt x="1270486" y="42623"/>
                  </a:lnTo>
                  <a:lnTo>
                    <a:pt x="1267207" y="42623"/>
                  </a:lnTo>
                  <a:lnTo>
                    <a:pt x="1262290" y="44262"/>
                  </a:lnTo>
                  <a:lnTo>
                    <a:pt x="1260650" y="47541"/>
                  </a:lnTo>
                  <a:lnTo>
                    <a:pt x="1255732" y="50819"/>
                  </a:lnTo>
                  <a:lnTo>
                    <a:pt x="1252453" y="50819"/>
                  </a:lnTo>
                  <a:lnTo>
                    <a:pt x="1247535" y="49180"/>
                  </a:lnTo>
                  <a:lnTo>
                    <a:pt x="1244257" y="50819"/>
                  </a:lnTo>
                  <a:lnTo>
                    <a:pt x="1239338" y="50819"/>
                  </a:lnTo>
                  <a:lnTo>
                    <a:pt x="1236060" y="50819"/>
                  </a:lnTo>
                  <a:lnTo>
                    <a:pt x="1231142" y="52459"/>
                  </a:lnTo>
                  <a:lnTo>
                    <a:pt x="1227863" y="52459"/>
                  </a:lnTo>
                  <a:lnTo>
                    <a:pt x="1222945" y="54098"/>
                  </a:lnTo>
                  <a:lnTo>
                    <a:pt x="1219667" y="54098"/>
                  </a:lnTo>
                  <a:lnTo>
                    <a:pt x="1214748" y="54098"/>
                  </a:lnTo>
                  <a:lnTo>
                    <a:pt x="1211470" y="55737"/>
                  </a:lnTo>
                  <a:lnTo>
                    <a:pt x="1206552" y="55737"/>
                  </a:lnTo>
                  <a:lnTo>
                    <a:pt x="1201634" y="55737"/>
                  </a:lnTo>
                  <a:lnTo>
                    <a:pt x="1198355" y="55737"/>
                  </a:lnTo>
                  <a:lnTo>
                    <a:pt x="1195077" y="57377"/>
                  </a:lnTo>
                  <a:lnTo>
                    <a:pt x="1190158" y="59016"/>
                  </a:lnTo>
                  <a:lnTo>
                    <a:pt x="1186880" y="59016"/>
                  </a:lnTo>
                  <a:lnTo>
                    <a:pt x="1181962" y="59016"/>
                  </a:lnTo>
                  <a:lnTo>
                    <a:pt x="1178683" y="59016"/>
                  </a:lnTo>
                  <a:lnTo>
                    <a:pt x="1175404" y="59016"/>
                  </a:lnTo>
                  <a:lnTo>
                    <a:pt x="1178683" y="59016"/>
                  </a:lnTo>
                  <a:lnTo>
                    <a:pt x="1181962" y="59016"/>
                  </a:lnTo>
                  <a:lnTo>
                    <a:pt x="1178683" y="57377"/>
                  </a:lnTo>
                  <a:lnTo>
                    <a:pt x="1173765" y="57377"/>
                  </a:lnTo>
                  <a:lnTo>
                    <a:pt x="1178683" y="55737"/>
                  </a:lnTo>
                  <a:lnTo>
                    <a:pt x="1181962" y="55737"/>
                  </a:lnTo>
                  <a:lnTo>
                    <a:pt x="1186880" y="54098"/>
                  </a:lnTo>
                  <a:lnTo>
                    <a:pt x="1191798" y="54098"/>
                  </a:lnTo>
                  <a:lnTo>
                    <a:pt x="1195077" y="54098"/>
                  </a:lnTo>
                  <a:lnTo>
                    <a:pt x="1199995" y="54098"/>
                  </a:lnTo>
                  <a:lnTo>
                    <a:pt x="1203273" y="52459"/>
                  </a:lnTo>
                  <a:lnTo>
                    <a:pt x="1208191" y="52459"/>
                  </a:lnTo>
                  <a:lnTo>
                    <a:pt x="1211470" y="52459"/>
                  </a:lnTo>
                  <a:lnTo>
                    <a:pt x="1216388" y="50819"/>
                  </a:lnTo>
                  <a:lnTo>
                    <a:pt x="1221306" y="50819"/>
                  </a:lnTo>
                  <a:lnTo>
                    <a:pt x="1224585" y="49180"/>
                  </a:lnTo>
                  <a:lnTo>
                    <a:pt x="1227863" y="49180"/>
                  </a:lnTo>
                  <a:lnTo>
                    <a:pt x="1231142" y="49180"/>
                  </a:lnTo>
                  <a:lnTo>
                    <a:pt x="1234421" y="44262"/>
                  </a:lnTo>
                  <a:lnTo>
                    <a:pt x="1231142" y="42623"/>
                  </a:lnTo>
                  <a:lnTo>
                    <a:pt x="1227863" y="42623"/>
                  </a:lnTo>
                  <a:lnTo>
                    <a:pt x="1222945" y="42623"/>
                  </a:lnTo>
                  <a:lnTo>
                    <a:pt x="1218027" y="42623"/>
                  </a:lnTo>
                  <a:lnTo>
                    <a:pt x="1214748" y="42623"/>
                  </a:lnTo>
                  <a:lnTo>
                    <a:pt x="1209831" y="42623"/>
                  </a:lnTo>
                  <a:lnTo>
                    <a:pt x="1206552" y="42623"/>
                  </a:lnTo>
                  <a:lnTo>
                    <a:pt x="1201634" y="42623"/>
                  </a:lnTo>
                  <a:lnTo>
                    <a:pt x="1198355" y="42623"/>
                  </a:lnTo>
                  <a:lnTo>
                    <a:pt x="1195077" y="42623"/>
                  </a:lnTo>
                  <a:lnTo>
                    <a:pt x="1190158" y="42623"/>
                  </a:lnTo>
                  <a:lnTo>
                    <a:pt x="1186880" y="42623"/>
                  </a:lnTo>
                  <a:lnTo>
                    <a:pt x="1181962" y="42623"/>
                  </a:lnTo>
                  <a:lnTo>
                    <a:pt x="1178683" y="42623"/>
                  </a:lnTo>
                  <a:lnTo>
                    <a:pt x="1173765" y="42623"/>
                  </a:lnTo>
                  <a:lnTo>
                    <a:pt x="1170487" y="42623"/>
                  </a:lnTo>
                  <a:lnTo>
                    <a:pt x="1167208" y="42623"/>
                  </a:lnTo>
                  <a:lnTo>
                    <a:pt x="1162290" y="42623"/>
                  </a:lnTo>
                  <a:lnTo>
                    <a:pt x="1159011" y="42623"/>
                  </a:lnTo>
                  <a:lnTo>
                    <a:pt x="1154093" y="42623"/>
                  </a:lnTo>
                  <a:lnTo>
                    <a:pt x="1150814" y="42623"/>
                  </a:lnTo>
                  <a:lnTo>
                    <a:pt x="1145897" y="42623"/>
                  </a:lnTo>
                  <a:lnTo>
                    <a:pt x="1140978" y="42623"/>
                  </a:lnTo>
                  <a:lnTo>
                    <a:pt x="1137700" y="44262"/>
                  </a:lnTo>
                  <a:lnTo>
                    <a:pt x="1134421" y="45901"/>
                  </a:lnTo>
                  <a:lnTo>
                    <a:pt x="1129503" y="45901"/>
                  </a:lnTo>
                  <a:lnTo>
                    <a:pt x="1126224" y="44262"/>
                  </a:lnTo>
                  <a:lnTo>
                    <a:pt x="1122946" y="44262"/>
                  </a:lnTo>
                  <a:lnTo>
                    <a:pt x="1118028" y="44262"/>
                  </a:lnTo>
                  <a:lnTo>
                    <a:pt x="1114749" y="45901"/>
                  </a:lnTo>
                  <a:lnTo>
                    <a:pt x="1111470" y="45901"/>
                  </a:lnTo>
                  <a:lnTo>
                    <a:pt x="1106553" y="45901"/>
                  </a:lnTo>
                  <a:lnTo>
                    <a:pt x="1101634" y="45901"/>
                  </a:lnTo>
                  <a:lnTo>
                    <a:pt x="1098356" y="45901"/>
                  </a:lnTo>
                  <a:lnTo>
                    <a:pt x="1093438" y="45901"/>
                  </a:lnTo>
                  <a:lnTo>
                    <a:pt x="1090159" y="47541"/>
                  </a:lnTo>
                  <a:lnTo>
                    <a:pt x="1085241" y="47541"/>
                  </a:lnTo>
                  <a:lnTo>
                    <a:pt x="1081963" y="47541"/>
                  </a:lnTo>
                  <a:lnTo>
                    <a:pt x="1077044" y="47541"/>
                  </a:lnTo>
                  <a:lnTo>
                    <a:pt x="1073766" y="49180"/>
                  </a:lnTo>
                  <a:lnTo>
                    <a:pt x="1070487" y="49180"/>
                  </a:lnTo>
                  <a:lnTo>
                    <a:pt x="1065569" y="49180"/>
                  </a:lnTo>
                  <a:lnTo>
                    <a:pt x="1062290" y="50819"/>
                  </a:lnTo>
                  <a:lnTo>
                    <a:pt x="1059011" y="50819"/>
                  </a:lnTo>
                  <a:lnTo>
                    <a:pt x="1054094" y="50819"/>
                  </a:lnTo>
                  <a:lnTo>
                    <a:pt x="1050815" y="52459"/>
                  </a:lnTo>
                  <a:lnTo>
                    <a:pt x="1052454" y="47541"/>
                  </a:lnTo>
                  <a:lnTo>
                    <a:pt x="1055733" y="45901"/>
                  </a:lnTo>
                  <a:lnTo>
                    <a:pt x="1060651" y="45901"/>
                  </a:lnTo>
                  <a:lnTo>
                    <a:pt x="1063930" y="45901"/>
                  </a:lnTo>
                  <a:lnTo>
                    <a:pt x="1067208" y="45901"/>
                  </a:lnTo>
                  <a:lnTo>
                    <a:pt x="1072126" y="44262"/>
                  </a:lnTo>
                  <a:lnTo>
                    <a:pt x="1077044" y="44262"/>
                  </a:lnTo>
                  <a:lnTo>
                    <a:pt x="1080323" y="44262"/>
                  </a:lnTo>
                  <a:lnTo>
                    <a:pt x="1085241" y="44262"/>
                  </a:lnTo>
                  <a:lnTo>
                    <a:pt x="1088520" y="44262"/>
                  </a:lnTo>
                  <a:lnTo>
                    <a:pt x="1093438" y="42623"/>
                  </a:lnTo>
                  <a:lnTo>
                    <a:pt x="1093438" y="42623"/>
                  </a:lnTo>
                  <a:lnTo>
                    <a:pt x="1098356" y="42623"/>
                  </a:lnTo>
                  <a:lnTo>
                    <a:pt x="1101634" y="42623"/>
                  </a:lnTo>
                  <a:lnTo>
                    <a:pt x="1106553" y="42623"/>
                  </a:lnTo>
                  <a:lnTo>
                    <a:pt x="1109831" y="42623"/>
                  </a:lnTo>
                  <a:lnTo>
                    <a:pt x="1113110" y="40983"/>
                  </a:lnTo>
                  <a:lnTo>
                    <a:pt x="1118028" y="40983"/>
                  </a:lnTo>
                  <a:lnTo>
                    <a:pt x="1121307" y="40983"/>
                  </a:lnTo>
                  <a:lnTo>
                    <a:pt x="1126224" y="40983"/>
                  </a:lnTo>
                  <a:lnTo>
                    <a:pt x="1122946" y="37705"/>
                  </a:lnTo>
                  <a:lnTo>
                    <a:pt x="1118028" y="37705"/>
                  </a:lnTo>
                  <a:lnTo>
                    <a:pt x="1114749" y="37705"/>
                  </a:lnTo>
                  <a:lnTo>
                    <a:pt x="1109831" y="37705"/>
                  </a:lnTo>
                  <a:lnTo>
                    <a:pt x="1106553" y="37705"/>
                  </a:lnTo>
                  <a:lnTo>
                    <a:pt x="1101634" y="37705"/>
                  </a:lnTo>
                  <a:lnTo>
                    <a:pt x="1098356" y="37705"/>
                  </a:lnTo>
                  <a:lnTo>
                    <a:pt x="1093438" y="37705"/>
                  </a:lnTo>
                  <a:lnTo>
                    <a:pt x="1098356" y="37705"/>
                  </a:lnTo>
                  <a:lnTo>
                    <a:pt x="1101634" y="37705"/>
                  </a:lnTo>
                  <a:lnTo>
                    <a:pt x="1104913" y="37705"/>
                  </a:lnTo>
                  <a:lnTo>
                    <a:pt x="1109831" y="37705"/>
                  </a:lnTo>
                  <a:lnTo>
                    <a:pt x="1113110" y="37705"/>
                  </a:lnTo>
                  <a:lnTo>
                    <a:pt x="1118028" y="37705"/>
                  </a:lnTo>
                  <a:lnTo>
                    <a:pt x="1121307" y="37705"/>
                  </a:lnTo>
                  <a:lnTo>
                    <a:pt x="1126224" y="37705"/>
                  </a:lnTo>
                  <a:lnTo>
                    <a:pt x="1129503" y="37705"/>
                  </a:lnTo>
                  <a:lnTo>
                    <a:pt x="1134421" y="39344"/>
                  </a:lnTo>
                  <a:lnTo>
                    <a:pt x="1137700" y="39344"/>
                  </a:lnTo>
                  <a:lnTo>
                    <a:pt x="1142618" y="39344"/>
                  </a:lnTo>
                  <a:lnTo>
                    <a:pt x="1147536" y="39344"/>
                  </a:lnTo>
                  <a:lnTo>
                    <a:pt x="1150814" y="39344"/>
                  </a:lnTo>
                  <a:lnTo>
                    <a:pt x="1155733" y="37705"/>
                  </a:lnTo>
                  <a:lnTo>
                    <a:pt x="1159011" y="37705"/>
                  </a:lnTo>
                  <a:lnTo>
                    <a:pt x="1163929" y="37705"/>
                  </a:lnTo>
                  <a:lnTo>
                    <a:pt x="1167208" y="37705"/>
                  </a:lnTo>
                  <a:lnTo>
                    <a:pt x="1170487" y="37705"/>
                  </a:lnTo>
                  <a:lnTo>
                    <a:pt x="1175404" y="37705"/>
                  </a:lnTo>
                  <a:lnTo>
                    <a:pt x="1178683" y="37705"/>
                  </a:lnTo>
                  <a:lnTo>
                    <a:pt x="1181962" y="37705"/>
                  </a:lnTo>
                  <a:lnTo>
                    <a:pt x="1186880" y="37705"/>
                  </a:lnTo>
                  <a:lnTo>
                    <a:pt x="1191798" y="37705"/>
                  </a:lnTo>
                  <a:lnTo>
                    <a:pt x="1195077" y="37705"/>
                  </a:lnTo>
                  <a:lnTo>
                    <a:pt x="1198355" y="37705"/>
                  </a:lnTo>
                  <a:lnTo>
                    <a:pt x="1203273" y="37705"/>
                  </a:lnTo>
                  <a:lnTo>
                    <a:pt x="1206552" y="37705"/>
                  </a:lnTo>
                  <a:lnTo>
                    <a:pt x="1211470" y="39344"/>
                  </a:lnTo>
                  <a:lnTo>
                    <a:pt x="1214748" y="39344"/>
                  </a:lnTo>
                  <a:lnTo>
                    <a:pt x="1219667" y="39344"/>
                  </a:lnTo>
                  <a:lnTo>
                    <a:pt x="1222945" y="39344"/>
                  </a:lnTo>
                  <a:lnTo>
                    <a:pt x="1227863" y="39344"/>
                  </a:lnTo>
                  <a:lnTo>
                    <a:pt x="1231142" y="39344"/>
                  </a:lnTo>
                  <a:lnTo>
                    <a:pt x="1234421" y="39344"/>
                  </a:lnTo>
                  <a:lnTo>
                    <a:pt x="1239338" y="39344"/>
                  </a:lnTo>
                  <a:lnTo>
                    <a:pt x="1242617" y="39344"/>
                  </a:lnTo>
                  <a:lnTo>
                    <a:pt x="1247535" y="37705"/>
                  </a:lnTo>
                  <a:lnTo>
                    <a:pt x="1250814" y="37705"/>
                  </a:lnTo>
                  <a:lnTo>
                    <a:pt x="1254093" y="37705"/>
                  </a:lnTo>
                  <a:lnTo>
                    <a:pt x="1259011" y="36065"/>
                  </a:lnTo>
                  <a:lnTo>
                    <a:pt x="1263929" y="36065"/>
                  </a:lnTo>
                  <a:lnTo>
                    <a:pt x="1267207" y="36065"/>
                  </a:lnTo>
                  <a:lnTo>
                    <a:pt x="1270486" y="36065"/>
                  </a:lnTo>
                  <a:lnTo>
                    <a:pt x="1275404" y="34426"/>
                  </a:lnTo>
                  <a:lnTo>
                    <a:pt x="1278683" y="34426"/>
                  </a:lnTo>
                  <a:lnTo>
                    <a:pt x="1283601" y="34426"/>
                  </a:lnTo>
                  <a:lnTo>
                    <a:pt x="1286880" y="34426"/>
                  </a:lnTo>
                  <a:lnTo>
                    <a:pt x="1291797" y="34426"/>
                  </a:lnTo>
                  <a:lnTo>
                    <a:pt x="1295076" y="34426"/>
                  </a:lnTo>
                  <a:lnTo>
                    <a:pt x="1298355" y="34426"/>
                  </a:lnTo>
                  <a:lnTo>
                    <a:pt x="1303273" y="34426"/>
                  </a:lnTo>
                  <a:lnTo>
                    <a:pt x="1306551" y="32787"/>
                  </a:lnTo>
                  <a:lnTo>
                    <a:pt x="1309830" y="32787"/>
                  </a:lnTo>
                  <a:lnTo>
                    <a:pt x="1314748" y="29508"/>
                  </a:lnTo>
                  <a:lnTo>
                    <a:pt x="1319666" y="29508"/>
                  </a:lnTo>
                  <a:lnTo>
                    <a:pt x="1322945" y="29508"/>
                  </a:lnTo>
                  <a:lnTo>
                    <a:pt x="1326224" y="27869"/>
                  </a:lnTo>
                  <a:lnTo>
                    <a:pt x="1331141" y="27869"/>
                  </a:lnTo>
                  <a:lnTo>
                    <a:pt x="1334420" y="26229"/>
                  </a:lnTo>
                  <a:lnTo>
                    <a:pt x="1331141" y="24590"/>
                  </a:lnTo>
                  <a:lnTo>
                    <a:pt x="1326224" y="24590"/>
                  </a:lnTo>
                  <a:lnTo>
                    <a:pt x="1321305" y="24590"/>
                  </a:lnTo>
                  <a:lnTo>
                    <a:pt x="1318027" y="22951"/>
                  </a:lnTo>
                  <a:lnTo>
                    <a:pt x="1313109" y="22951"/>
                  </a:lnTo>
                  <a:lnTo>
                    <a:pt x="1309830" y="21311"/>
                  </a:lnTo>
                  <a:lnTo>
                    <a:pt x="1304912" y="22951"/>
                  </a:lnTo>
                  <a:lnTo>
                    <a:pt x="1301634" y="22951"/>
                  </a:lnTo>
                  <a:lnTo>
                    <a:pt x="1298355" y="21311"/>
                  </a:lnTo>
                  <a:lnTo>
                    <a:pt x="1293437" y="21311"/>
                  </a:lnTo>
                  <a:lnTo>
                    <a:pt x="1288519" y="19672"/>
                  </a:lnTo>
                  <a:lnTo>
                    <a:pt x="1285240" y="21311"/>
                  </a:lnTo>
                  <a:lnTo>
                    <a:pt x="1280322" y="21311"/>
                  </a:lnTo>
                  <a:lnTo>
                    <a:pt x="1275404" y="22951"/>
                  </a:lnTo>
                  <a:lnTo>
                    <a:pt x="1280322" y="19672"/>
                  </a:lnTo>
                  <a:lnTo>
                    <a:pt x="1275404" y="18033"/>
                  </a:lnTo>
                  <a:lnTo>
                    <a:pt x="1272125" y="19672"/>
                  </a:lnTo>
                  <a:lnTo>
                    <a:pt x="1267207" y="19672"/>
                  </a:lnTo>
                  <a:lnTo>
                    <a:pt x="1263929" y="19672"/>
                  </a:lnTo>
                  <a:lnTo>
                    <a:pt x="1259011" y="19672"/>
                  </a:lnTo>
                  <a:lnTo>
                    <a:pt x="1254093" y="21311"/>
                  </a:lnTo>
                  <a:lnTo>
                    <a:pt x="1250814" y="21311"/>
                  </a:lnTo>
                  <a:lnTo>
                    <a:pt x="1245896" y="21311"/>
                  </a:lnTo>
                  <a:lnTo>
                    <a:pt x="1240978" y="21311"/>
                  </a:lnTo>
                  <a:lnTo>
                    <a:pt x="1237700" y="22951"/>
                  </a:lnTo>
                  <a:lnTo>
                    <a:pt x="1232781" y="22951"/>
                  </a:lnTo>
                  <a:lnTo>
                    <a:pt x="1237700" y="21311"/>
                  </a:lnTo>
                  <a:lnTo>
                    <a:pt x="1240978" y="21311"/>
                  </a:lnTo>
                  <a:lnTo>
                    <a:pt x="1244257" y="21311"/>
                  </a:lnTo>
                  <a:lnTo>
                    <a:pt x="1249175" y="19672"/>
                  </a:lnTo>
                  <a:lnTo>
                    <a:pt x="1252453" y="18033"/>
                  </a:lnTo>
                  <a:lnTo>
                    <a:pt x="1257371" y="18033"/>
                  </a:lnTo>
                  <a:lnTo>
                    <a:pt x="1260650" y="16393"/>
                  </a:lnTo>
                  <a:lnTo>
                    <a:pt x="1257371" y="14754"/>
                  </a:lnTo>
                  <a:lnTo>
                    <a:pt x="1252453" y="11475"/>
                  </a:lnTo>
                  <a:lnTo>
                    <a:pt x="1249175" y="13115"/>
                  </a:lnTo>
                  <a:lnTo>
                    <a:pt x="1244257" y="13115"/>
                  </a:lnTo>
                  <a:lnTo>
                    <a:pt x="1240978" y="13115"/>
                  </a:lnTo>
                  <a:lnTo>
                    <a:pt x="1236060" y="13115"/>
                  </a:lnTo>
                  <a:lnTo>
                    <a:pt x="1232781" y="13115"/>
                  </a:lnTo>
                  <a:lnTo>
                    <a:pt x="1227863" y="13115"/>
                  </a:lnTo>
                  <a:lnTo>
                    <a:pt x="1224585" y="14754"/>
                  </a:lnTo>
                  <a:lnTo>
                    <a:pt x="1219667" y="14754"/>
                  </a:lnTo>
                  <a:lnTo>
                    <a:pt x="1216388" y="14754"/>
                  </a:lnTo>
                  <a:lnTo>
                    <a:pt x="1211470" y="14754"/>
                  </a:lnTo>
                  <a:lnTo>
                    <a:pt x="1208191" y="14754"/>
                  </a:lnTo>
                  <a:lnTo>
                    <a:pt x="1203273" y="14754"/>
                  </a:lnTo>
                  <a:lnTo>
                    <a:pt x="1198355" y="14754"/>
                  </a:lnTo>
                  <a:lnTo>
                    <a:pt x="1195077" y="14754"/>
                  </a:lnTo>
                  <a:lnTo>
                    <a:pt x="1190158" y="14754"/>
                  </a:lnTo>
                  <a:lnTo>
                    <a:pt x="1186880" y="14754"/>
                  </a:lnTo>
                  <a:lnTo>
                    <a:pt x="1181962" y="14754"/>
                  </a:lnTo>
                  <a:lnTo>
                    <a:pt x="1178683" y="14754"/>
                  </a:lnTo>
                  <a:lnTo>
                    <a:pt x="1173765" y="13115"/>
                  </a:lnTo>
                  <a:lnTo>
                    <a:pt x="1168847" y="13115"/>
                  </a:lnTo>
                  <a:lnTo>
                    <a:pt x="1163929" y="13115"/>
                  </a:lnTo>
                  <a:lnTo>
                    <a:pt x="1160651" y="13115"/>
                  </a:lnTo>
                  <a:lnTo>
                    <a:pt x="1155733" y="13115"/>
                  </a:lnTo>
                  <a:lnTo>
                    <a:pt x="1150814" y="13115"/>
                  </a:lnTo>
                  <a:lnTo>
                    <a:pt x="1147536" y="13115"/>
                  </a:lnTo>
                  <a:lnTo>
                    <a:pt x="1142618" y="13115"/>
                  </a:lnTo>
                  <a:lnTo>
                    <a:pt x="1139339" y="13115"/>
                  </a:lnTo>
                  <a:lnTo>
                    <a:pt x="1134421" y="14754"/>
                  </a:lnTo>
                  <a:lnTo>
                    <a:pt x="1129503" y="14754"/>
                  </a:lnTo>
                  <a:lnTo>
                    <a:pt x="1126224" y="14754"/>
                  </a:lnTo>
                  <a:lnTo>
                    <a:pt x="1121307" y="14754"/>
                  </a:lnTo>
                  <a:lnTo>
                    <a:pt x="1118028" y="14754"/>
                  </a:lnTo>
                  <a:lnTo>
                    <a:pt x="1113110" y="16393"/>
                  </a:lnTo>
                  <a:lnTo>
                    <a:pt x="1109831" y="16393"/>
                  </a:lnTo>
                  <a:lnTo>
                    <a:pt x="1106553" y="16393"/>
                  </a:lnTo>
                  <a:lnTo>
                    <a:pt x="1101634" y="18033"/>
                  </a:lnTo>
                  <a:lnTo>
                    <a:pt x="1098356" y="16393"/>
                  </a:lnTo>
                  <a:lnTo>
                    <a:pt x="1093438" y="16393"/>
                  </a:lnTo>
                  <a:lnTo>
                    <a:pt x="1090159" y="16393"/>
                  </a:lnTo>
                  <a:lnTo>
                    <a:pt x="1085241" y="16393"/>
                  </a:lnTo>
                  <a:lnTo>
                    <a:pt x="1080323" y="16393"/>
                  </a:lnTo>
                  <a:lnTo>
                    <a:pt x="1077044" y="18033"/>
                  </a:lnTo>
                  <a:lnTo>
                    <a:pt x="1072126" y="18033"/>
                  </a:lnTo>
                  <a:lnTo>
                    <a:pt x="1068848" y="18033"/>
                  </a:lnTo>
                  <a:lnTo>
                    <a:pt x="1063930" y="18033"/>
                  </a:lnTo>
                  <a:lnTo>
                    <a:pt x="1059011" y="18033"/>
                  </a:lnTo>
                  <a:lnTo>
                    <a:pt x="1055733" y="18033"/>
                  </a:lnTo>
                  <a:lnTo>
                    <a:pt x="1050815" y="21311"/>
                  </a:lnTo>
                  <a:lnTo>
                    <a:pt x="1047536" y="18033"/>
                  </a:lnTo>
                  <a:lnTo>
                    <a:pt x="1042618" y="18033"/>
                  </a:lnTo>
                  <a:lnTo>
                    <a:pt x="1039340" y="18033"/>
                  </a:lnTo>
                  <a:lnTo>
                    <a:pt x="1034421" y="18033"/>
                  </a:lnTo>
                  <a:lnTo>
                    <a:pt x="1029504" y="18033"/>
                  </a:lnTo>
                  <a:lnTo>
                    <a:pt x="1026225" y="19672"/>
                  </a:lnTo>
                  <a:lnTo>
                    <a:pt x="1021307" y="19672"/>
                  </a:lnTo>
                  <a:lnTo>
                    <a:pt x="1018028" y="19672"/>
                  </a:lnTo>
                  <a:lnTo>
                    <a:pt x="1014750" y="21311"/>
                  </a:lnTo>
                  <a:lnTo>
                    <a:pt x="1009831" y="22951"/>
                  </a:lnTo>
                  <a:lnTo>
                    <a:pt x="1014750" y="21311"/>
                  </a:lnTo>
                  <a:lnTo>
                    <a:pt x="1018028" y="19672"/>
                  </a:lnTo>
                  <a:lnTo>
                    <a:pt x="1014750" y="19672"/>
                  </a:lnTo>
                  <a:lnTo>
                    <a:pt x="1018028" y="18033"/>
                  </a:lnTo>
                  <a:lnTo>
                    <a:pt x="1022946" y="18033"/>
                  </a:lnTo>
                  <a:lnTo>
                    <a:pt x="1026225" y="18033"/>
                  </a:lnTo>
                  <a:lnTo>
                    <a:pt x="1031143" y="18033"/>
                  </a:lnTo>
                  <a:lnTo>
                    <a:pt x="1034421" y="18033"/>
                  </a:lnTo>
                  <a:lnTo>
                    <a:pt x="1037700" y="18033"/>
                  </a:lnTo>
                  <a:lnTo>
                    <a:pt x="1042618" y="18033"/>
                  </a:lnTo>
                  <a:lnTo>
                    <a:pt x="1047536" y="18033"/>
                  </a:lnTo>
                  <a:lnTo>
                    <a:pt x="1050815" y="18033"/>
                  </a:lnTo>
                  <a:lnTo>
                    <a:pt x="1054094" y="18033"/>
                  </a:lnTo>
                  <a:lnTo>
                    <a:pt x="1059011" y="16393"/>
                  </a:lnTo>
                  <a:lnTo>
                    <a:pt x="1062290" y="16393"/>
                  </a:lnTo>
                  <a:lnTo>
                    <a:pt x="1067208" y="16393"/>
                  </a:lnTo>
                  <a:lnTo>
                    <a:pt x="1070487" y="16393"/>
                  </a:lnTo>
                  <a:lnTo>
                    <a:pt x="1075405" y="16393"/>
                  </a:lnTo>
                  <a:lnTo>
                    <a:pt x="1080323" y="16393"/>
                  </a:lnTo>
                  <a:lnTo>
                    <a:pt x="1083601" y="16393"/>
                  </a:lnTo>
                  <a:lnTo>
                    <a:pt x="1078684" y="14754"/>
                  </a:lnTo>
                  <a:lnTo>
                    <a:pt x="1075405" y="13115"/>
                  </a:lnTo>
                  <a:lnTo>
                    <a:pt x="1070487" y="13115"/>
                  </a:lnTo>
                  <a:lnTo>
                    <a:pt x="1067208" y="13115"/>
                  </a:lnTo>
                  <a:lnTo>
                    <a:pt x="1070487" y="13115"/>
                  </a:lnTo>
                  <a:lnTo>
                    <a:pt x="1075405" y="13115"/>
                  </a:lnTo>
                  <a:lnTo>
                    <a:pt x="1080323" y="13115"/>
                  </a:lnTo>
                  <a:lnTo>
                    <a:pt x="1083601" y="13115"/>
                  </a:lnTo>
                  <a:lnTo>
                    <a:pt x="1086880" y="14754"/>
                  </a:lnTo>
                  <a:lnTo>
                    <a:pt x="1091798" y="14754"/>
                  </a:lnTo>
                  <a:lnTo>
                    <a:pt x="1096716" y="14754"/>
                  </a:lnTo>
                  <a:lnTo>
                    <a:pt x="1099995" y="14754"/>
                  </a:lnTo>
                  <a:lnTo>
                    <a:pt x="1104913" y="14754"/>
                  </a:lnTo>
                  <a:lnTo>
                    <a:pt x="1108192" y="14754"/>
                  </a:lnTo>
                  <a:lnTo>
                    <a:pt x="1111470" y="14754"/>
                  </a:lnTo>
                  <a:lnTo>
                    <a:pt x="1116388" y="13115"/>
                  </a:lnTo>
                  <a:lnTo>
                    <a:pt x="1119667" y="13115"/>
                  </a:lnTo>
                  <a:lnTo>
                    <a:pt x="1124585" y="13115"/>
                  </a:lnTo>
                  <a:lnTo>
                    <a:pt x="1127864" y="13115"/>
                  </a:lnTo>
                  <a:lnTo>
                    <a:pt x="1131143" y="13115"/>
                  </a:lnTo>
                  <a:lnTo>
                    <a:pt x="1134421" y="13115"/>
                  </a:lnTo>
                  <a:lnTo>
                    <a:pt x="1139339" y="11475"/>
                  </a:lnTo>
                  <a:lnTo>
                    <a:pt x="1144257" y="11475"/>
                  </a:lnTo>
                  <a:lnTo>
                    <a:pt x="1147536" y="11475"/>
                  </a:lnTo>
                  <a:lnTo>
                    <a:pt x="1152454" y="11475"/>
                  </a:lnTo>
                  <a:lnTo>
                    <a:pt x="1157372" y="11475"/>
                  </a:lnTo>
                  <a:lnTo>
                    <a:pt x="1160651" y="11475"/>
                  </a:lnTo>
                  <a:lnTo>
                    <a:pt x="1165568" y="11475"/>
                  </a:lnTo>
                  <a:lnTo>
                    <a:pt x="1170487" y="11475"/>
                  </a:lnTo>
                  <a:lnTo>
                    <a:pt x="1173765" y="11475"/>
                  </a:lnTo>
                  <a:lnTo>
                    <a:pt x="1178683" y="13115"/>
                  </a:lnTo>
                  <a:lnTo>
                    <a:pt x="1183601" y="13115"/>
                  </a:lnTo>
                  <a:lnTo>
                    <a:pt x="1188519" y="13115"/>
                  </a:lnTo>
                  <a:lnTo>
                    <a:pt x="1193437" y="13115"/>
                  </a:lnTo>
                  <a:lnTo>
                    <a:pt x="1198355" y="13115"/>
                  </a:lnTo>
                  <a:lnTo>
                    <a:pt x="1201634" y="13115"/>
                  </a:lnTo>
                  <a:lnTo>
                    <a:pt x="1206552" y="13115"/>
                  </a:lnTo>
                  <a:lnTo>
                    <a:pt x="1211470" y="13115"/>
                  </a:lnTo>
                  <a:lnTo>
                    <a:pt x="1214748" y="13115"/>
                  </a:lnTo>
                  <a:lnTo>
                    <a:pt x="1218027" y="11475"/>
                  </a:lnTo>
                  <a:lnTo>
                    <a:pt x="1222945" y="11475"/>
                  </a:lnTo>
                  <a:lnTo>
                    <a:pt x="1226224" y="11475"/>
                  </a:lnTo>
                  <a:lnTo>
                    <a:pt x="1231142" y="11475"/>
                  </a:lnTo>
                  <a:lnTo>
                    <a:pt x="1234421" y="11475"/>
                  </a:lnTo>
                  <a:lnTo>
                    <a:pt x="1237700" y="9836"/>
                  </a:lnTo>
                  <a:lnTo>
                    <a:pt x="1242617" y="9836"/>
                  </a:lnTo>
                  <a:lnTo>
                    <a:pt x="1237700" y="8197"/>
                  </a:lnTo>
                  <a:lnTo>
                    <a:pt x="1234421" y="6557"/>
                  </a:lnTo>
                  <a:lnTo>
                    <a:pt x="1229503" y="6557"/>
                  </a:lnTo>
                  <a:lnTo>
                    <a:pt x="1226224" y="6557"/>
                  </a:lnTo>
                  <a:lnTo>
                    <a:pt x="1221306" y="6557"/>
                  </a:lnTo>
                  <a:lnTo>
                    <a:pt x="1218027" y="4918"/>
                  </a:lnTo>
                  <a:lnTo>
                    <a:pt x="1213109" y="4918"/>
                  </a:lnTo>
                  <a:lnTo>
                    <a:pt x="1208191" y="4918"/>
                  </a:lnTo>
                  <a:lnTo>
                    <a:pt x="1206552" y="4918"/>
                  </a:lnTo>
                  <a:lnTo>
                    <a:pt x="1201634" y="4918"/>
                  </a:lnTo>
                  <a:lnTo>
                    <a:pt x="1198355" y="4918"/>
                  </a:lnTo>
                  <a:lnTo>
                    <a:pt x="1193437" y="4918"/>
                  </a:lnTo>
                  <a:lnTo>
                    <a:pt x="1188519" y="4918"/>
                  </a:lnTo>
                  <a:lnTo>
                    <a:pt x="1185241" y="4918"/>
                  </a:lnTo>
                  <a:lnTo>
                    <a:pt x="1188519" y="4918"/>
                  </a:lnTo>
                  <a:lnTo>
                    <a:pt x="1185241" y="6557"/>
                  </a:lnTo>
                  <a:lnTo>
                    <a:pt x="1180323" y="6557"/>
                  </a:lnTo>
                  <a:lnTo>
                    <a:pt x="1177044" y="4918"/>
                  </a:lnTo>
                  <a:lnTo>
                    <a:pt x="1173765" y="4918"/>
                  </a:lnTo>
                  <a:lnTo>
                    <a:pt x="1177044" y="4918"/>
                  </a:lnTo>
                  <a:lnTo>
                    <a:pt x="1180323" y="4918"/>
                  </a:lnTo>
                  <a:lnTo>
                    <a:pt x="1177044" y="3279"/>
                  </a:lnTo>
                  <a:lnTo>
                    <a:pt x="1172126" y="3279"/>
                  </a:lnTo>
                  <a:lnTo>
                    <a:pt x="1167208" y="4918"/>
                  </a:lnTo>
                  <a:lnTo>
                    <a:pt x="1163929" y="3279"/>
                  </a:lnTo>
                  <a:lnTo>
                    <a:pt x="1159011" y="3279"/>
                  </a:lnTo>
                  <a:lnTo>
                    <a:pt x="1154093" y="1639"/>
                  </a:lnTo>
                  <a:lnTo>
                    <a:pt x="1150814" y="1639"/>
                  </a:lnTo>
                  <a:lnTo>
                    <a:pt x="1147536" y="1639"/>
                  </a:lnTo>
                  <a:lnTo>
                    <a:pt x="1142618" y="1639"/>
                  </a:lnTo>
                  <a:lnTo>
                    <a:pt x="1139339" y="1639"/>
                  </a:lnTo>
                  <a:lnTo>
                    <a:pt x="1134421" y="1639"/>
                  </a:lnTo>
                  <a:lnTo>
                    <a:pt x="1131143" y="1639"/>
                  </a:lnTo>
                  <a:lnTo>
                    <a:pt x="1126224" y="1639"/>
                  </a:lnTo>
                  <a:lnTo>
                    <a:pt x="1121307" y="1639"/>
                  </a:lnTo>
                  <a:lnTo>
                    <a:pt x="1118028" y="1639"/>
                  </a:lnTo>
                  <a:lnTo>
                    <a:pt x="1113110" y="1639"/>
                  </a:lnTo>
                  <a:lnTo>
                    <a:pt x="1108192" y="1639"/>
                  </a:lnTo>
                  <a:lnTo>
                    <a:pt x="1104913" y="1639"/>
                  </a:lnTo>
                  <a:lnTo>
                    <a:pt x="1099995" y="1639"/>
                  </a:lnTo>
                  <a:lnTo>
                    <a:pt x="1096716" y="1639"/>
                  </a:lnTo>
                  <a:lnTo>
                    <a:pt x="1091798" y="0"/>
                  </a:lnTo>
                  <a:lnTo>
                    <a:pt x="1088520" y="0"/>
                  </a:lnTo>
                  <a:lnTo>
                    <a:pt x="1083601" y="0"/>
                  </a:lnTo>
                  <a:lnTo>
                    <a:pt x="1080323" y="0"/>
                  </a:lnTo>
                  <a:lnTo>
                    <a:pt x="1077044" y="1639"/>
                  </a:lnTo>
                  <a:lnTo>
                    <a:pt x="1072126" y="1639"/>
                  </a:lnTo>
                  <a:lnTo>
                    <a:pt x="1067208" y="1639"/>
                  </a:lnTo>
                  <a:lnTo>
                    <a:pt x="1062290" y="1639"/>
                  </a:lnTo>
                  <a:lnTo>
                    <a:pt x="1059011" y="1639"/>
                  </a:lnTo>
                  <a:lnTo>
                    <a:pt x="1063930" y="3279"/>
                  </a:lnTo>
                  <a:lnTo>
                    <a:pt x="1059011" y="4918"/>
                  </a:lnTo>
                  <a:lnTo>
                    <a:pt x="1055733" y="3279"/>
                  </a:lnTo>
                  <a:lnTo>
                    <a:pt x="1050815" y="1639"/>
                  </a:lnTo>
                  <a:lnTo>
                    <a:pt x="1047536" y="3279"/>
                  </a:lnTo>
                  <a:lnTo>
                    <a:pt x="1044257" y="1639"/>
                  </a:lnTo>
                  <a:lnTo>
                    <a:pt x="1039340" y="1639"/>
                  </a:lnTo>
                  <a:lnTo>
                    <a:pt x="1034421" y="3279"/>
                  </a:lnTo>
                  <a:lnTo>
                    <a:pt x="1031143" y="3279"/>
                  </a:lnTo>
                  <a:lnTo>
                    <a:pt x="1026225" y="3279"/>
                  </a:lnTo>
                  <a:lnTo>
                    <a:pt x="1022946" y="3279"/>
                  </a:lnTo>
                  <a:lnTo>
                    <a:pt x="1018028" y="3279"/>
                  </a:lnTo>
                  <a:lnTo>
                    <a:pt x="1014750" y="3279"/>
                  </a:lnTo>
                  <a:lnTo>
                    <a:pt x="1011471" y="3279"/>
                  </a:lnTo>
                  <a:lnTo>
                    <a:pt x="1006553" y="3279"/>
                  </a:lnTo>
                  <a:lnTo>
                    <a:pt x="1001635" y="3279"/>
                  </a:lnTo>
                  <a:lnTo>
                    <a:pt x="998356" y="3279"/>
                  </a:lnTo>
                  <a:lnTo>
                    <a:pt x="993438" y="3279"/>
                  </a:lnTo>
                  <a:lnTo>
                    <a:pt x="996717" y="4918"/>
                  </a:lnTo>
                  <a:lnTo>
                    <a:pt x="1001635" y="6557"/>
                  </a:lnTo>
                  <a:lnTo>
                    <a:pt x="996717" y="6557"/>
                  </a:lnTo>
                  <a:lnTo>
                    <a:pt x="993438" y="4918"/>
                  </a:lnTo>
                  <a:lnTo>
                    <a:pt x="988520" y="4918"/>
                  </a:lnTo>
                  <a:lnTo>
                    <a:pt x="985241" y="4918"/>
                  </a:lnTo>
                  <a:lnTo>
                    <a:pt x="980323" y="4918"/>
                  </a:lnTo>
                  <a:lnTo>
                    <a:pt x="977045" y="3279"/>
                  </a:lnTo>
                  <a:lnTo>
                    <a:pt x="972127" y="3279"/>
                  </a:lnTo>
                  <a:lnTo>
                    <a:pt x="968848" y="4918"/>
                  </a:lnTo>
                  <a:lnTo>
                    <a:pt x="963930" y="6557"/>
                  </a:lnTo>
                  <a:lnTo>
                    <a:pt x="960651" y="6557"/>
                  </a:lnTo>
                  <a:lnTo>
                    <a:pt x="955733" y="6557"/>
                  </a:lnTo>
                  <a:lnTo>
                    <a:pt x="950816" y="6557"/>
                  </a:lnTo>
                  <a:lnTo>
                    <a:pt x="947537" y="4918"/>
                  </a:lnTo>
                  <a:lnTo>
                    <a:pt x="947537" y="9836"/>
                  </a:lnTo>
                  <a:lnTo>
                    <a:pt x="950816" y="11475"/>
                  </a:lnTo>
                  <a:lnTo>
                    <a:pt x="954094" y="11475"/>
                  </a:lnTo>
                  <a:lnTo>
                    <a:pt x="959012" y="11475"/>
                  </a:lnTo>
                  <a:lnTo>
                    <a:pt x="963930" y="11475"/>
                  </a:lnTo>
                  <a:lnTo>
                    <a:pt x="967209" y="11475"/>
                  </a:lnTo>
                  <a:lnTo>
                    <a:pt x="970487" y="11475"/>
                  </a:lnTo>
                  <a:lnTo>
                    <a:pt x="975406" y="13115"/>
                  </a:lnTo>
                  <a:lnTo>
                    <a:pt x="980323" y="13115"/>
                  </a:lnTo>
                  <a:lnTo>
                    <a:pt x="983602" y="13115"/>
                  </a:lnTo>
                  <a:lnTo>
                    <a:pt x="980323" y="13115"/>
                  </a:lnTo>
                  <a:lnTo>
                    <a:pt x="977045" y="13115"/>
                  </a:lnTo>
                  <a:lnTo>
                    <a:pt x="972127" y="13115"/>
                  </a:lnTo>
                  <a:lnTo>
                    <a:pt x="968848" y="13115"/>
                  </a:lnTo>
                  <a:lnTo>
                    <a:pt x="963930" y="13115"/>
                  </a:lnTo>
                  <a:lnTo>
                    <a:pt x="959012" y="13115"/>
                  </a:lnTo>
                  <a:lnTo>
                    <a:pt x="955733" y="13115"/>
                  </a:lnTo>
                  <a:lnTo>
                    <a:pt x="950816" y="14754"/>
                  </a:lnTo>
                  <a:lnTo>
                    <a:pt x="947537" y="14754"/>
                  </a:lnTo>
                  <a:lnTo>
                    <a:pt x="942619" y="14754"/>
                  </a:lnTo>
                  <a:lnTo>
                    <a:pt x="947537" y="14754"/>
                  </a:lnTo>
                  <a:lnTo>
                    <a:pt x="950816" y="14754"/>
                  </a:lnTo>
                  <a:lnTo>
                    <a:pt x="955733" y="14754"/>
                  </a:lnTo>
                  <a:lnTo>
                    <a:pt x="960651" y="14754"/>
                  </a:lnTo>
                  <a:lnTo>
                    <a:pt x="963930" y="14754"/>
                  </a:lnTo>
                  <a:lnTo>
                    <a:pt x="968848" y="14754"/>
                  </a:lnTo>
                  <a:lnTo>
                    <a:pt x="973766" y="16393"/>
                  </a:lnTo>
                  <a:lnTo>
                    <a:pt x="968848" y="16393"/>
                  </a:lnTo>
                  <a:lnTo>
                    <a:pt x="963930" y="16393"/>
                  </a:lnTo>
                  <a:lnTo>
                    <a:pt x="960651" y="16393"/>
                  </a:lnTo>
                  <a:lnTo>
                    <a:pt x="957373" y="16393"/>
                  </a:lnTo>
                  <a:lnTo>
                    <a:pt x="952455" y="16393"/>
                  </a:lnTo>
                  <a:lnTo>
                    <a:pt x="947537" y="16393"/>
                  </a:lnTo>
                  <a:lnTo>
                    <a:pt x="944258" y="16393"/>
                  </a:lnTo>
                  <a:lnTo>
                    <a:pt x="939340" y="16393"/>
                  </a:lnTo>
                  <a:lnTo>
                    <a:pt x="936061" y="16393"/>
                  </a:lnTo>
                  <a:lnTo>
                    <a:pt x="931143" y="16393"/>
                  </a:lnTo>
                  <a:lnTo>
                    <a:pt x="936061" y="18033"/>
                  </a:lnTo>
                  <a:lnTo>
                    <a:pt x="939340" y="21311"/>
                  </a:lnTo>
                  <a:lnTo>
                    <a:pt x="942619" y="21311"/>
                  </a:lnTo>
                  <a:lnTo>
                    <a:pt x="939340" y="22951"/>
                  </a:lnTo>
                  <a:lnTo>
                    <a:pt x="936061" y="21311"/>
                  </a:lnTo>
                  <a:lnTo>
                    <a:pt x="931143" y="18033"/>
                  </a:lnTo>
                  <a:lnTo>
                    <a:pt x="927864" y="18033"/>
                  </a:lnTo>
                  <a:lnTo>
                    <a:pt x="924586" y="18033"/>
                  </a:lnTo>
                  <a:lnTo>
                    <a:pt x="919668" y="18033"/>
                  </a:lnTo>
                  <a:lnTo>
                    <a:pt x="916389" y="18033"/>
                  </a:lnTo>
                  <a:lnTo>
                    <a:pt x="913111" y="18033"/>
                  </a:lnTo>
                  <a:lnTo>
                    <a:pt x="908193" y="18033"/>
                  </a:lnTo>
                  <a:lnTo>
                    <a:pt x="903274" y="18033"/>
                  </a:lnTo>
                  <a:lnTo>
                    <a:pt x="899996" y="18033"/>
                  </a:lnTo>
                  <a:lnTo>
                    <a:pt x="896717" y="16393"/>
                  </a:lnTo>
                  <a:lnTo>
                    <a:pt x="891799" y="14754"/>
                  </a:lnTo>
                  <a:lnTo>
                    <a:pt x="888520" y="14754"/>
                  </a:lnTo>
                  <a:lnTo>
                    <a:pt x="883603" y="13115"/>
                  </a:lnTo>
                  <a:lnTo>
                    <a:pt x="880324" y="13115"/>
                  </a:lnTo>
                  <a:lnTo>
                    <a:pt x="877045" y="13115"/>
                  </a:lnTo>
                  <a:lnTo>
                    <a:pt x="872127" y="14754"/>
                  </a:lnTo>
                  <a:lnTo>
                    <a:pt x="875406" y="13115"/>
                  </a:lnTo>
                  <a:lnTo>
                    <a:pt x="872127" y="11475"/>
                  </a:lnTo>
                  <a:lnTo>
                    <a:pt x="867209" y="11475"/>
                  </a:lnTo>
                  <a:lnTo>
                    <a:pt x="862291" y="11475"/>
                  </a:lnTo>
                  <a:lnTo>
                    <a:pt x="859013" y="9836"/>
                  </a:lnTo>
                  <a:lnTo>
                    <a:pt x="854094" y="9836"/>
                  </a:lnTo>
                  <a:lnTo>
                    <a:pt x="849177" y="9836"/>
                  </a:lnTo>
                  <a:lnTo>
                    <a:pt x="845898" y="9836"/>
                  </a:lnTo>
                  <a:lnTo>
                    <a:pt x="840980" y="11475"/>
                  </a:lnTo>
                  <a:lnTo>
                    <a:pt x="845898" y="11475"/>
                  </a:lnTo>
                  <a:lnTo>
                    <a:pt x="850816" y="11475"/>
                  </a:lnTo>
                  <a:lnTo>
                    <a:pt x="845898" y="11475"/>
                  </a:lnTo>
                  <a:lnTo>
                    <a:pt x="842619" y="11475"/>
                  </a:lnTo>
                  <a:lnTo>
                    <a:pt x="837701" y="11475"/>
                  </a:lnTo>
                  <a:lnTo>
                    <a:pt x="832783" y="11475"/>
                  </a:lnTo>
                  <a:lnTo>
                    <a:pt x="829504" y="11475"/>
                  </a:lnTo>
                  <a:lnTo>
                    <a:pt x="832783" y="11475"/>
                  </a:lnTo>
                  <a:lnTo>
                    <a:pt x="837701" y="11475"/>
                  </a:lnTo>
                  <a:lnTo>
                    <a:pt x="840980" y="13115"/>
                  </a:lnTo>
                  <a:lnTo>
                    <a:pt x="845898" y="13115"/>
                  </a:lnTo>
                  <a:lnTo>
                    <a:pt x="849177" y="14754"/>
                  </a:lnTo>
                  <a:lnTo>
                    <a:pt x="845898" y="13115"/>
                  </a:lnTo>
                  <a:lnTo>
                    <a:pt x="842619" y="13115"/>
                  </a:lnTo>
                  <a:lnTo>
                    <a:pt x="837701" y="13115"/>
                  </a:lnTo>
                  <a:lnTo>
                    <a:pt x="834423" y="13115"/>
                  </a:lnTo>
                  <a:lnTo>
                    <a:pt x="829504" y="13115"/>
                  </a:lnTo>
                  <a:lnTo>
                    <a:pt x="826226" y="13115"/>
                  </a:lnTo>
                  <a:lnTo>
                    <a:pt x="821308" y="13115"/>
                  </a:lnTo>
                  <a:lnTo>
                    <a:pt x="818029" y="11475"/>
                  </a:lnTo>
                  <a:lnTo>
                    <a:pt x="813111" y="11475"/>
                  </a:lnTo>
                  <a:lnTo>
                    <a:pt x="809833" y="11475"/>
                  </a:lnTo>
                  <a:lnTo>
                    <a:pt x="804914" y="13115"/>
                  </a:lnTo>
                  <a:lnTo>
                    <a:pt x="801636" y="13115"/>
                  </a:lnTo>
                  <a:lnTo>
                    <a:pt x="798357" y="13115"/>
                  </a:lnTo>
                  <a:lnTo>
                    <a:pt x="793439" y="13115"/>
                  </a:lnTo>
                  <a:lnTo>
                    <a:pt x="790160" y="13115"/>
                  </a:lnTo>
                  <a:lnTo>
                    <a:pt x="793439" y="14754"/>
                  </a:lnTo>
                  <a:lnTo>
                    <a:pt x="798357" y="16393"/>
                  </a:lnTo>
                  <a:lnTo>
                    <a:pt x="801636" y="16393"/>
                  </a:lnTo>
                  <a:lnTo>
                    <a:pt x="804914" y="16393"/>
                  </a:lnTo>
                  <a:lnTo>
                    <a:pt x="809833" y="18033"/>
                  </a:lnTo>
                  <a:lnTo>
                    <a:pt x="814750" y="18033"/>
                  </a:lnTo>
                  <a:lnTo>
                    <a:pt x="818029" y="18033"/>
                  </a:lnTo>
                  <a:lnTo>
                    <a:pt x="813111" y="18033"/>
                  </a:lnTo>
                  <a:lnTo>
                    <a:pt x="808193" y="18033"/>
                  </a:lnTo>
                  <a:lnTo>
                    <a:pt x="804914" y="18033"/>
                  </a:lnTo>
                  <a:lnTo>
                    <a:pt x="799996" y="18033"/>
                  </a:lnTo>
                  <a:lnTo>
                    <a:pt x="796718" y="18033"/>
                  </a:lnTo>
                  <a:lnTo>
                    <a:pt x="795079" y="18033"/>
                  </a:lnTo>
                  <a:lnTo>
                    <a:pt x="793439" y="16393"/>
                  </a:lnTo>
                  <a:lnTo>
                    <a:pt x="790160" y="16393"/>
                  </a:lnTo>
                  <a:lnTo>
                    <a:pt x="786882" y="16393"/>
                  </a:lnTo>
                  <a:lnTo>
                    <a:pt x="781964" y="14754"/>
                  </a:lnTo>
                  <a:lnTo>
                    <a:pt x="778685" y="14754"/>
                  </a:lnTo>
                  <a:lnTo>
                    <a:pt x="773767" y="14754"/>
                  </a:lnTo>
                  <a:lnTo>
                    <a:pt x="770489" y="14754"/>
                  </a:lnTo>
                  <a:lnTo>
                    <a:pt x="767210" y="14754"/>
                  </a:lnTo>
                  <a:lnTo>
                    <a:pt x="762292" y="16393"/>
                  </a:lnTo>
                  <a:lnTo>
                    <a:pt x="765570" y="16393"/>
                  </a:lnTo>
                  <a:lnTo>
                    <a:pt x="770489" y="18033"/>
                  </a:lnTo>
                  <a:lnTo>
                    <a:pt x="773767" y="18033"/>
                  </a:lnTo>
                  <a:lnTo>
                    <a:pt x="770489" y="18033"/>
                  </a:lnTo>
                  <a:lnTo>
                    <a:pt x="767210" y="18033"/>
                  </a:lnTo>
                  <a:lnTo>
                    <a:pt x="762292" y="18033"/>
                  </a:lnTo>
                  <a:lnTo>
                    <a:pt x="757374" y="18033"/>
                  </a:lnTo>
                  <a:lnTo>
                    <a:pt x="762292" y="19672"/>
                  </a:lnTo>
                  <a:lnTo>
                    <a:pt x="765570" y="19672"/>
                  </a:lnTo>
                  <a:lnTo>
                    <a:pt x="770489" y="19672"/>
                  </a:lnTo>
                  <a:lnTo>
                    <a:pt x="773767" y="21311"/>
                  </a:lnTo>
                  <a:lnTo>
                    <a:pt x="778685" y="21311"/>
                  </a:lnTo>
                  <a:lnTo>
                    <a:pt x="781964" y="19672"/>
                  </a:lnTo>
                  <a:lnTo>
                    <a:pt x="785242" y="19672"/>
                  </a:lnTo>
                  <a:lnTo>
                    <a:pt x="790160" y="19672"/>
                  </a:lnTo>
                  <a:lnTo>
                    <a:pt x="795079" y="19672"/>
                  </a:lnTo>
                  <a:lnTo>
                    <a:pt x="799996" y="19672"/>
                  </a:lnTo>
                  <a:lnTo>
                    <a:pt x="795079" y="18033"/>
                  </a:lnTo>
                  <a:lnTo>
                    <a:pt x="799996" y="19672"/>
                  </a:lnTo>
                  <a:lnTo>
                    <a:pt x="803275" y="19672"/>
                  </a:lnTo>
                  <a:lnTo>
                    <a:pt x="806554" y="19672"/>
                  </a:lnTo>
                  <a:lnTo>
                    <a:pt x="811472" y="19672"/>
                  </a:lnTo>
                  <a:lnTo>
                    <a:pt x="816390" y="21311"/>
                  </a:lnTo>
                  <a:lnTo>
                    <a:pt x="819669" y="21311"/>
                  </a:lnTo>
                  <a:lnTo>
                    <a:pt x="824586" y="21311"/>
                  </a:lnTo>
                  <a:lnTo>
                    <a:pt x="829504" y="19672"/>
                  </a:lnTo>
                  <a:lnTo>
                    <a:pt x="834423" y="19672"/>
                  </a:lnTo>
                  <a:lnTo>
                    <a:pt x="837701" y="19672"/>
                  </a:lnTo>
                  <a:lnTo>
                    <a:pt x="842619" y="19672"/>
                  </a:lnTo>
                  <a:lnTo>
                    <a:pt x="845898" y="19672"/>
                  </a:lnTo>
                  <a:lnTo>
                    <a:pt x="850816" y="19672"/>
                  </a:lnTo>
                  <a:lnTo>
                    <a:pt x="854094" y="19672"/>
                  </a:lnTo>
                  <a:lnTo>
                    <a:pt x="859013" y="19672"/>
                  </a:lnTo>
                  <a:lnTo>
                    <a:pt x="863930" y="19672"/>
                  </a:lnTo>
                  <a:lnTo>
                    <a:pt x="867209" y="21311"/>
                  </a:lnTo>
                  <a:lnTo>
                    <a:pt x="872127" y="21311"/>
                  </a:lnTo>
                  <a:lnTo>
                    <a:pt x="877045" y="21311"/>
                  </a:lnTo>
                  <a:lnTo>
                    <a:pt x="880324" y="21311"/>
                  </a:lnTo>
                  <a:lnTo>
                    <a:pt x="883603" y="21311"/>
                  </a:lnTo>
                  <a:lnTo>
                    <a:pt x="888520" y="22951"/>
                  </a:lnTo>
                  <a:lnTo>
                    <a:pt x="893439" y="22951"/>
                  </a:lnTo>
                  <a:lnTo>
                    <a:pt x="896717" y="24590"/>
                  </a:lnTo>
                  <a:lnTo>
                    <a:pt x="901635" y="22951"/>
                  </a:lnTo>
                  <a:lnTo>
                    <a:pt x="904914" y="24590"/>
                  </a:lnTo>
                  <a:lnTo>
                    <a:pt x="908193" y="26229"/>
                  </a:lnTo>
                  <a:lnTo>
                    <a:pt x="904914" y="27869"/>
                  </a:lnTo>
                  <a:lnTo>
                    <a:pt x="908193" y="29508"/>
                  </a:lnTo>
                  <a:lnTo>
                    <a:pt x="904914" y="32787"/>
                  </a:lnTo>
                  <a:lnTo>
                    <a:pt x="901635" y="29508"/>
                  </a:lnTo>
                  <a:lnTo>
                    <a:pt x="896717" y="27869"/>
                  </a:lnTo>
                  <a:lnTo>
                    <a:pt x="893439" y="27869"/>
                  </a:lnTo>
                  <a:lnTo>
                    <a:pt x="888520" y="26229"/>
                  </a:lnTo>
                  <a:lnTo>
                    <a:pt x="885242" y="26229"/>
                  </a:lnTo>
                  <a:lnTo>
                    <a:pt x="881963" y="24590"/>
                  </a:lnTo>
                  <a:lnTo>
                    <a:pt x="877045" y="24590"/>
                  </a:lnTo>
                  <a:lnTo>
                    <a:pt x="873767" y="22951"/>
                  </a:lnTo>
                  <a:lnTo>
                    <a:pt x="868849" y="22951"/>
                  </a:lnTo>
                  <a:lnTo>
                    <a:pt x="865570" y="24590"/>
                  </a:lnTo>
                  <a:lnTo>
                    <a:pt x="868849" y="26229"/>
                  </a:lnTo>
                  <a:lnTo>
                    <a:pt x="865570" y="29508"/>
                  </a:lnTo>
                  <a:lnTo>
                    <a:pt x="862291" y="27869"/>
                  </a:lnTo>
                  <a:lnTo>
                    <a:pt x="862291" y="24590"/>
                  </a:lnTo>
                  <a:lnTo>
                    <a:pt x="857373" y="22951"/>
                  </a:lnTo>
                  <a:lnTo>
                    <a:pt x="854094" y="22951"/>
                  </a:lnTo>
                  <a:lnTo>
                    <a:pt x="850816" y="21311"/>
                  </a:lnTo>
                  <a:lnTo>
                    <a:pt x="845898" y="21311"/>
                  </a:lnTo>
                  <a:lnTo>
                    <a:pt x="842619" y="21311"/>
                  </a:lnTo>
                  <a:lnTo>
                    <a:pt x="837701" y="21311"/>
                  </a:lnTo>
                  <a:lnTo>
                    <a:pt x="832783" y="21311"/>
                  </a:lnTo>
                  <a:lnTo>
                    <a:pt x="829504" y="21311"/>
                  </a:lnTo>
                  <a:lnTo>
                    <a:pt x="824586" y="21311"/>
                  </a:lnTo>
                  <a:lnTo>
                    <a:pt x="821308" y="21311"/>
                  </a:lnTo>
                  <a:lnTo>
                    <a:pt x="816390" y="22951"/>
                  </a:lnTo>
                  <a:lnTo>
                    <a:pt x="811472" y="22951"/>
                  </a:lnTo>
                  <a:lnTo>
                    <a:pt x="808193" y="22951"/>
                  </a:lnTo>
                  <a:lnTo>
                    <a:pt x="804914" y="22951"/>
                  </a:lnTo>
                  <a:lnTo>
                    <a:pt x="799996" y="22951"/>
                  </a:lnTo>
                  <a:lnTo>
                    <a:pt x="796718" y="21311"/>
                  </a:lnTo>
                  <a:lnTo>
                    <a:pt x="791800" y="21311"/>
                  </a:lnTo>
                  <a:lnTo>
                    <a:pt x="788521" y="21311"/>
                  </a:lnTo>
                  <a:lnTo>
                    <a:pt x="783603" y="21311"/>
                  </a:lnTo>
                  <a:lnTo>
                    <a:pt x="778685" y="22951"/>
                  </a:lnTo>
                  <a:lnTo>
                    <a:pt x="783603" y="24590"/>
                  </a:lnTo>
                  <a:lnTo>
                    <a:pt x="788521" y="24590"/>
                  </a:lnTo>
                  <a:lnTo>
                    <a:pt x="791800" y="26229"/>
                  </a:lnTo>
                  <a:lnTo>
                    <a:pt x="796718" y="27869"/>
                  </a:lnTo>
                  <a:lnTo>
                    <a:pt x="799996" y="27869"/>
                  </a:lnTo>
                  <a:lnTo>
                    <a:pt x="803275" y="29508"/>
                  </a:lnTo>
                  <a:lnTo>
                    <a:pt x="808193" y="31147"/>
                  </a:lnTo>
                  <a:lnTo>
                    <a:pt x="811472" y="31147"/>
                  </a:lnTo>
                  <a:lnTo>
                    <a:pt x="816390" y="31147"/>
                  </a:lnTo>
                  <a:lnTo>
                    <a:pt x="811472" y="32787"/>
                  </a:lnTo>
                  <a:lnTo>
                    <a:pt x="816390" y="34426"/>
                  </a:lnTo>
                  <a:lnTo>
                    <a:pt x="819669" y="34426"/>
                  </a:lnTo>
                  <a:lnTo>
                    <a:pt x="824586" y="36065"/>
                  </a:lnTo>
                  <a:lnTo>
                    <a:pt x="827865" y="34426"/>
                  </a:lnTo>
                  <a:lnTo>
                    <a:pt x="832783" y="34426"/>
                  </a:lnTo>
                  <a:lnTo>
                    <a:pt x="836062" y="36065"/>
                  </a:lnTo>
                  <a:lnTo>
                    <a:pt x="840980" y="36065"/>
                  </a:lnTo>
                  <a:lnTo>
                    <a:pt x="844259" y="36065"/>
                  </a:lnTo>
                  <a:lnTo>
                    <a:pt x="839340" y="36065"/>
                  </a:lnTo>
                  <a:lnTo>
                    <a:pt x="836062" y="36065"/>
                  </a:lnTo>
                  <a:lnTo>
                    <a:pt x="831144" y="36065"/>
                  </a:lnTo>
                  <a:lnTo>
                    <a:pt x="826226" y="36065"/>
                  </a:lnTo>
                  <a:lnTo>
                    <a:pt x="822947" y="36065"/>
                  </a:lnTo>
                  <a:lnTo>
                    <a:pt x="818029" y="36065"/>
                  </a:lnTo>
                  <a:lnTo>
                    <a:pt x="813111" y="36065"/>
                  </a:lnTo>
                  <a:lnTo>
                    <a:pt x="809833" y="34426"/>
                  </a:lnTo>
                  <a:lnTo>
                    <a:pt x="806554" y="34426"/>
                  </a:lnTo>
                  <a:lnTo>
                    <a:pt x="801636" y="34426"/>
                  </a:lnTo>
                  <a:lnTo>
                    <a:pt x="798357" y="34426"/>
                  </a:lnTo>
                  <a:lnTo>
                    <a:pt x="793439" y="34426"/>
                  </a:lnTo>
                  <a:lnTo>
                    <a:pt x="790160" y="39344"/>
                  </a:lnTo>
                  <a:lnTo>
                    <a:pt x="793439" y="39344"/>
                  </a:lnTo>
                  <a:lnTo>
                    <a:pt x="788521" y="40983"/>
                  </a:lnTo>
                  <a:lnTo>
                    <a:pt x="785242" y="40983"/>
                  </a:lnTo>
                  <a:lnTo>
                    <a:pt x="781964" y="42623"/>
                  </a:lnTo>
                  <a:lnTo>
                    <a:pt x="785242" y="42623"/>
                  </a:lnTo>
                  <a:lnTo>
                    <a:pt x="788521" y="44262"/>
                  </a:lnTo>
                  <a:lnTo>
                    <a:pt x="785242" y="45901"/>
                  </a:lnTo>
                  <a:lnTo>
                    <a:pt x="790160" y="45901"/>
                  </a:lnTo>
                  <a:lnTo>
                    <a:pt x="793439" y="47541"/>
                  </a:lnTo>
                  <a:lnTo>
                    <a:pt x="790160" y="47541"/>
                  </a:lnTo>
                  <a:lnTo>
                    <a:pt x="785242" y="47541"/>
                  </a:lnTo>
                  <a:lnTo>
                    <a:pt x="781964" y="49180"/>
                  </a:lnTo>
                  <a:lnTo>
                    <a:pt x="777046" y="49180"/>
                  </a:lnTo>
                  <a:lnTo>
                    <a:pt x="773767" y="49180"/>
                  </a:lnTo>
                  <a:lnTo>
                    <a:pt x="770489" y="47541"/>
                  </a:lnTo>
                  <a:lnTo>
                    <a:pt x="765570" y="45901"/>
                  </a:lnTo>
                  <a:lnTo>
                    <a:pt x="762292" y="45901"/>
                  </a:lnTo>
                  <a:lnTo>
                    <a:pt x="759013" y="44262"/>
                  </a:lnTo>
                  <a:lnTo>
                    <a:pt x="754095" y="40983"/>
                  </a:lnTo>
                  <a:lnTo>
                    <a:pt x="750816" y="40983"/>
                  </a:lnTo>
                  <a:lnTo>
                    <a:pt x="745898" y="39344"/>
                  </a:lnTo>
                  <a:lnTo>
                    <a:pt x="742620" y="39344"/>
                  </a:lnTo>
                  <a:lnTo>
                    <a:pt x="737702" y="39344"/>
                  </a:lnTo>
                  <a:lnTo>
                    <a:pt x="734423" y="39344"/>
                  </a:lnTo>
                  <a:lnTo>
                    <a:pt x="729505" y="37705"/>
                  </a:lnTo>
                  <a:lnTo>
                    <a:pt x="726226" y="37705"/>
                  </a:lnTo>
                  <a:lnTo>
                    <a:pt x="721308" y="36065"/>
                  </a:lnTo>
                  <a:lnTo>
                    <a:pt x="718030" y="36065"/>
                  </a:lnTo>
                  <a:lnTo>
                    <a:pt x="713112" y="34426"/>
                  </a:lnTo>
                  <a:lnTo>
                    <a:pt x="709833" y="34426"/>
                  </a:lnTo>
                  <a:lnTo>
                    <a:pt x="706554" y="34426"/>
                  </a:lnTo>
                  <a:lnTo>
                    <a:pt x="701636" y="34426"/>
                  </a:lnTo>
                  <a:lnTo>
                    <a:pt x="698357" y="32787"/>
                  </a:lnTo>
                  <a:lnTo>
                    <a:pt x="693440" y="31147"/>
                  </a:lnTo>
                  <a:lnTo>
                    <a:pt x="690161" y="29508"/>
                  </a:lnTo>
                  <a:lnTo>
                    <a:pt x="685243" y="29508"/>
                  </a:lnTo>
                  <a:lnTo>
                    <a:pt x="681964" y="29508"/>
                  </a:lnTo>
                  <a:lnTo>
                    <a:pt x="677046" y="29508"/>
                  </a:lnTo>
                  <a:lnTo>
                    <a:pt x="672128" y="29508"/>
                  </a:lnTo>
                  <a:lnTo>
                    <a:pt x="667210" y="29508"/>
                  </a:lnTo>
                  <a:lnTo>
                    <a:pt x="663932" y="29508"/>
                  </a:lnTo>
                  <a:lnTo>
                    <a:pt x="660653" y="29508"/>
                  </a:lnTo>
                  <a:lnTo>
                    <a:pt x="655735" y="29508"/>
                  </a:lnTo>
                  <a:lnTo>
                    <a:pt x="652456" y="29508"/>
                  </a:lnTo>
                  <a:lnTo>
                    <a:pt x="647538" y="29508"/>
                  </a:lnTo>
                  <a:lnTo>
                    <a:pt x="650817" y="32787"/>
                  </a:lnTo>
                  <a:lnTo>
                    <a:pt x="649177" y="36065"/>
                  </a:lnTo>
                  <a:lnTo>
                    <a:pt x="654096" y="39344"/>
                  </a:lnTo>
                  <a:lnTo>
                    <a:pt x="657374" y="39344"/>
                  </a:lnTo>
                  <a:lnTo>
                    <a:pt x="660653" y="42623"/>
                  </a:lnTo>
                  <a:lnTo>
                    <a:pt x="665571" y="42623"/>
                  </a:lnTo>
                  <a:lnTo>
                    <a:pt x="668849" y="42623"/>
                  </a:lnTo>
                  <a:lnTo>
                    <a:pt x="673767" y="44262"/>
                  </a:lnTo>
                  <a:lnTo>
                    <a:pt x="668849" y="45901"/>
                  </a:lnTo>
                  <a:lnTo>
                    <a:pt x="665571" y="45901"/>
                  </a:lnTo>
                  <a:lnTo>
                    <a:pt x="660653" y="45901"/>
                  </a:lnTo>
                  <a:lnTo>
                    <a:pt x="657374" y="45901"/>
                  </a:lnTo>
                  <a:lnTo>
                    <a:pt x="652456" y="45901"/>
                  </a:lnTo>
                  <a:lnTo>
                    <a:pt x="649177" y="44262"/>
                  </a:lnTo>
                  <a:lnTo>
                    <a:pt x="645899" y="44262"/>
                  </a:lnTo>
                  <a:lnTo>
                    <a:pt x="640981" y="44262"/>
                  </a:lnTo>
                  <a:lnTo>
                    <a:pt x="637702" y="44262"/>
                  </a:lnTo>
                  <a:lnTo>
                    <a:pt x="642620" y="45901"/>
                  </a:lnTo>
                  <a:lnTo>
                    <a:pt x="645899" y="49180"/>
                  </a:lnTo>
                  <a:lnTo>
                    <a:pt x="649177" y="49180"/>
                  </a:lnTo>
                  <a:lnTo>
                    <a:pt x="652456" y="49180"/>
                  </a:lnTo>
                  <a:lnTo>
                    <a:pt x="657374" y="50819"/>
                  </a:lnTo>
                  <a:lnTo>
                    <a:pt x="660653" y="52459"/>
                  </a:lnTo>
                  <a:lnTo>
                    <a:pt x="657374" y="52459"/>
                  </a:lnTo>
                  <a:lnTo>
                    <a:pt x="652456" y="52459"/>
                  </a:lnTo>
                  <a:lnTo>
                    <a:pt x="649177" y="52459"/>
                  </a:lnTo>
                  <a:lnTo>
                    <a:pt x="644259" y="49180"/>
                  </a:lnTo>
                  <a:lnTo>
                    <a:pt x="640981" y="49180"/>
                  </a:lnTo>
                  <a:lnTo>
                    <a:pt x="637702" y="47541"/>
                  </a:lnTo>
                  <a:lnTo>
                    <a:pt x="632784" y="45901"/>
                  </a:lnTo>
                  <a:lnTo>
                    <a:pt x="629505" y="45901"/>
                  </a:lnTo>
                  <a:lnTo>
                    <a:pt x="626227" y="45901"/>
                  </a:lnTo>
                  <a:lnTo>
                    <a:pt x="622948" y="44262"/>
                  </a:lnTo>
                  <a:lnTo>
                    <a:pt x="618030" y="44262"/>
                  </a:lnTo>
                  <a:lnTo>
                    <a:pt x="613112" y="44262"/>
                  </a:lnTo>
                  <a:lnTo>
                    <a:pt x="609833" y="42623"/>
                  </a:lnTo>
                  <a:lnTo>
                    <a:pt x="604915" y="42623"/>
                  </a:lnTo>
                  <a:lnTo>
                    <a:pt x="601637" y="42623"/>
                  </a:lnTo>
                  <a:lnTo>
                    <a:pt x="598358" y="40983"/>
                  </a:lnTo>
                  <a:lnTo>
                    <a:pt x="593440" y="42623"/>
                  </a:lnTo>
                  <a:lnTo>
                    <a:pt x="591800" y="45901"/>
                  </a:lnTo>
                  <a:lnTo>
                    <a:pt x="586883" y="47541"/>
                  </a:lnTo>
                  <a:lnTo>
                    <a:pt x="583604" y="49180"/>
                  </a:lnTo>
                  <a:lnTo>
                    <a:pt x="580325" y="49180"/>
                  </a:lnTo>
                  <a:lnTo>
                    <a:pt x="575407" y="50819"/>
                  </a:lnTo>
                  <a:lnTo>
                    <a:pt x="572129" y="50819"/>
                  </a:lnTo>
                  <a:lnTo>
                    <a:pt x="567210" y="54098"/>
                  </a:lnTo>
                  <a:lnTo>
                    <a:pt x="563932" y="54098"/>
                  </a:lnTo>
                  <a:lnTo>
                    <a:pt x="567210" y="50819"/>
                  </a:lnTo>
                  <a:lnTo>
                    <a:pt x="570489" y="49180"/>
                  </a:lnTo>
                  <a:lnTo>
                    <a:pt x="573768" y="47541"/>
                  </a:lnTo>
                  <a:lnTo>
                    <a:pt x="578686" y="45901"/>
                  </a:lnTo>
                  <a:lnTo>
                    <a:pt x="578686" y="40983"/>
                  </a:lnTo>
                  <a:lnTo>
                    <a:pt x="580325" y="37705"/>
                  </a:lnTo>
                  <a:lnTo>
                    <a:pt x="577047" y="36065"/>
                  </a:lnTo>
                  <a:lnTo>
                    <a:pt x="572129" y="34426"/>
                  </a:lnTo>
                  <a:lnTo>
                    <a:pt x="568850" y="32787"/>
                  </a:lnTo>
                  <a:lnTo>
                    <a:pt x="563932" y="32787"/>
                  </a:lnTo>
                  <a:lnTo>
                    <a:pt x="560653" y="32787"/>
                  </a:lnTo>
                  <a:lnTo>
                    <a:pt x="557375" y="32787"/>
                  </a:lnTo>
                  <a:lnTo>
                    <a:pt x="552456" y="34426"/>
                  </a:lnTo>
                  <a:lnTo>
                    <a:pt x="549178" y="34426"/>
                  </a:lnTo>
                  <a:lnTo>
                    <a:pt x="545899" y="34426"/>
                  </a:lnTo>
                  <a:lnTo>
                    <a:pt x="540981" y="34426"/>
                  </a:lnTo>
                  <a:lnTo>
                    <a:pt x="545899" y="34426"/>
                  </a:lnTo>
                  <a:lnTo>
                    <a:pt x="540981" y="36065"/>
                  </a:lnTo>
                  <a:lnTo>
                    <a:pt x="537703" y="36065"/>
                  </a:lnTo>
                  <a:lnTo>
                    <a:pt x="532785" y="36065"/>
                  </a:lnTo>
                  <a:lnTo>
                    <a:pt x="527866" y="36065"/>
                  </a:lnTo>
                  <a:lnTo>
                    <a:pt x="524588" y="37705"/>
                  </a:lnTo>
                  <a:lnTo>
                    <a:pt x="519670" y="37705"/>
                  </a:lnTo>
                  <a:lnTo>
                    <a:pt x="516391" y="36065"/>
                  </a:lnTo>
                  <a:lnTo>
                    <a:pt x="511473" y="36065"/>
                  </a:lnTo>
                  <a:lnTo>
                    <a:pt x="506555" y="37705"/>
                  </a:lnTo>
                  <a:lnTo>
                    <a:pt x="503276" y="37705"/>
                  </a:lnTo>
                  <a:lnTo>
                    <a:pt x="499998" y="37705"/>
                  </a:lnTo>
                  <a:lnTo>
                    <a:pt x="495080" y="37705"/>
                  </a:lnTo>
                  <a:lnTo>
                    <a:pt x="490162" y="37705"/>
                  </a:lnTo>
                  <a:lnTo>
                    <a:pt x="486883" y="37705"/>
                  </a:lnTo>
                  <a:lnTo>
                    <a:pt x="483605" y="39344"/>
                  </a:lnTo>
                  <a:lnTo>
                    <a:pt x="478686" y="39344"/>
                  </a:lnTo>
                  <a:lnTo>
                    <a:pt x="475408" y="39344"/>
                  </a:lnTo>
                  <a:lnTo>
                    <a:pt x="470490" y="39344"/>
                  </a:lnTo>
                  <a:lnTo>
                    <a:pt x="467211" y="39344"/>
                  </a:lnTo>
                  <a:lnTo>
                    <a:pt x="462293" y="39344"/>
                  </a:lnTo>
                  <a:lnTo>
                    <a:pt x="459015" y="40983"/>
                  </a:lnTo>
                  <a:lnTo>
                    <a:pt x="455736" y="40983"/>
                  </a:lnTo>
                  <a:lnTo>
                    <a:pt x="450818" y="40983"/>
                  </a:lnTo>
                  <a:lnTo>
                    <a:pt x="447539" y="42623"/>
                  </a:lnTo>
                  <a:lnTo>
                    <a:pt x="442621" y="42623"/>
                  </a:lnTo>
                  <a:lnTo>
                    <a:pt x="445900" y="44262"/>
                  </a:lnTo>
                  <a:lnTo>
                    <a:pt x="450818" y="44262"/>
                  </a:lnTo>
                  <a:lnTo>
                    <a:pt x="455736" y="44262"/>
                  </a:lnTo>
                  <a:lnTo>
                    <a:pt x="459015" y="45901"/>
                  </a:lnTo>
                  <a:lnTo>
                    <a:pt x="462293" y="49180"/>
                  </a:lnTo>
                  <a:lnTo>
                    <a:pt x="465572" y="52459"/>
                  </a:lnTo>
                  <a:lnTo>
                    <a:pt x="470490" y="52459"/>
                  </a:lnTo>
                  <a:lnTo>
                    <a:pt x="475408" y="52459"/>
                  </a:lnTo>
                  <a:lnTo>
                    <a:pt x="478686" y="54098"/>
                  </a:lnTo>
                  <a:lnTo>
                    <a:pt x="481965" y="55737"/>
                  </a:lnTo>
                  <a:lnTo>
                    <a:pt x="486883" y="59016"/>
                  </a:lnTo>
                  <a:lnTo>
                    <a:pt x="490162" y="59016"/>
                  </a:lnTo>
                  <a:lnTo>
                    <a:pt x="493440" y="59016"/>
                  </a:lnTo>
                  <a:lnTo>
                    <a:pt x="490162" y="59016"/>
                  </a:lnTo>
                  <a:lnTo>
                    <a:pt x="486883" y="59016"/>
                  </a:lnTo>
                  <a:lnTo>
                    <a:pt x="481965" y="59016"/>
                  </a:lnTo>
                  <a:lnTo>
                    <a:pt x="478686" y="55737"/>
                  </a:lnTo>
                  <a:lnTo>
                    <a:pt x="475408" y="54098"/>
                  </a:lnTo>
                  <a:lnTo>
                    <a:pt x="470490" y="54098"/>
                  </a:lnTo>
                  <a:lnTo>
                    <a:pt x="465572" y="52459"/>
                  </a:lnTo>
                  <a:lnTo>
                    <a:pt x="462293" y="52459"/>
                  </a:lnTo>
                  <a:lnTo>
                    <a:pt x="459015" y="52459"/>
                  </a:lnTo>
                  <a:lnTo>
                    <a:pt x="454096" y="52459"/>
                  </a:lnTo>
                  <a:lnTo>
                    <a:pt x="454096" y="47541"/>
                  </a:lnTo>
                  <a:lnTo>
                    <a:pt x="449178" y="45901"/>
                  </a:lnTo>
                  <a:lnTo>
                    <a:pt x="444260" y="45901"/>
                  </a:lnTo>
                  <a:lnTo>
                    <a:pt x="440982" y="45901"/>
                  </a:lnTo>
                  <a:lnTo>
                    <a:pt x="436063" y="45901"/>
                  </a:lnTo>
                  <a:lnTo>
                    <a:pt x="432785" y="44262"/>
                  </a:lnTo>
                  <a:lnTo>
                    <a:pt x="429506" y="44262"/>
                  </a:lnTo>
                  <a:lnTo>
                    <a:pt x="426228" y="44262"/>
                  </a:lnTo>
                  <a:lnTo>
                    <a:pt x="422949" y="44262"/>
                  </a:lnTo>
                  <a:lnTo>
                    <a:pt x="419670" y="44262"/>
                  </a:lnTo>
                  <a:lnTo>
                    <a:pt x="414752" y="44262"/>
                  </a:lnTo>
                  <a:lnTo>
                    <a:pt x="411473" y="45901"/>
                  </a:lnTo>
                  <a:lnTo>
                    <a:pt x="406556" y="45901"/>
                  </a:lnTo>
                  <a:lnTo>
                    <a:pt x="403277" y="45901"/>
                  </a:lnTo>
                  <a:lnTo>
                    <a:pt x="398359" y="47541"/>
                  </a:lnTo>
                  <a:lnTo>
                    <a:pt x="395080" y="47541"/>
                  </a:lnTo>
                  <a:lnTo>
                    <a:pt x="391802" y="50819"/>
                  </a:lnTo>
                  <a:lnTo>
                    <a:pt x="395080" y="55737"/>
                  </a:lnTo>
                  <a:lnTo>
                    <a:pt x="398359" y="55737"/>
                  </a:lnTo>
                  <a:lnTo>
                    <a:pt x="395080" y="57377"/>
                  </a:lnTo>
                  <a:lnTo>
                    <a:pt x="390162" y="59016"/>
                  </a:lnTo>
                  <a:lnTo>
                    <a:pt x="386883" y="59016"/>
                  </a:lnTo>
                  <a:lnTo>
                    <a:pt x="383605" y="62295"/>
                  </a:lnTo>
                  <a:lnTo>
                    <a:pt x="385244" y="65573"/>
                  </a:lnTo>
                  <a:lnTo>
                    <a:pt x="381966" y="67213"/>
                  </a:lnTo>
                  <a:lnTo>
                    <a:pt x="377048" y="67213"/>
                  </a:lnTo>
                  <a:lnTo>
                    <a:pt x="373769" y="67213"/>
                  </a:lnTo>
                  <a:lnTo>
                    <a:pt x="368851" y="67213"/>
                  </a:lnTo>
                  <a:lnTo>
                    <a:pt x="365572" y="67213"/>
                  </a:lnTo>
                  <a:lnTo>
                    <a:pt x="360654" y="65573"/>
                  </a:lnTo>
                  <a:lnTo>
                    <a:pt x="357375" y="63934"/>
                  </a:lnTo>
                  <a:lnTo>
                    <a:pt x="352458" y="63934"/>
                  </a:lnTo>
                  <a:lnTo>
                    <a:pt x="349179" y="63934"/>
                  </a:lnTo>
                  <a:lnTo>
                    <a:pt x="344261" y="63934"/>
                  </a:lnTo>
                  <a:lnTo>
                    <a:pt x="340982" y="63934"/>
                  </a:lnTo>
                  <a:lnTo>
                    <a:pt x="336064" y="63934"/>
                  </a:lnTo>
                  <a:lnTo>
                    <a:pt x="332785" y="63934"/>
                  </a:lnTo>
                  <a:lnTo>
                    <a:pt x="327868" y="65573"/>
                  </a:lnTo>
                  <a:lnTo>
                    <a:pt x="326228" y="68852"/>
                  </a:lnTo>
                  <a:lnTo>
                    <a:pt x="329507" y="72131"/>
                  </a:lnTo>
                  <a:lnTo>
                    <a:pt x="331146" y="77049"/>
                  </a:lnTo>
                  <a:lnTo>
                    <a:pt x="327868" y="73770"/>
                  </a:lnTo>
                  <a:lnTo>
                    <a:pt x="322949" y="70492"/>
                  </a:lnTo>
                  <a:lnTo>
                    <a:pt x="324589" y="67213"/>
                  </a:lnTo>
                  <a:lnTo>
                    <a:pt x="321310" y="65573"/>
                  </a:lnTo>
                  <a:lnTo>
                    <a:pt x="316392" y="67213"/>
                  </a:lnTo>
                  <a:lnTo>
                    <a:pt x="311474" y="68852"/>
                  </a:lnTo>
                  <a:lnTo>
                    <a:pt x="308195" y="68852"/>
                  </a:lnTo>
                  <a:lnTo>
                    <a:pt x="304916" y="68852"/>
                  </a:lnTo>
                  <a:lnTo>
                    <a:pt x="299999" y="68852"/>
                  </a:lnTo>
                  <a:lnTo>
                    <a:pt x="296720" y="70492"/>
                  </a:lnTo>
                  <a:lnTo>
                    <a:pt x="293441" y="70492"/>
                  </a:lnTo>
                  <a:lnTo>
                    <a:pt x="288523" y="72131"/>
                  </a:lnTo>
                  <a:lnTo>
                    <a:pt x="285245" y="72131"/>
                  </a:lnTo>
                  <a:lnTo>
                    <a:pt x="280326" y="73770"/>
                  </a:lnTo>
                  <a:lnTo>
                    <a:pt x="277048" y="75409"/>
                  </a:lnTo>
                  <a:lnTo>
                    <a:pt x="273769" y="77049"/>
                  </a:lnTo>
                  <a:lnTo>
                    <a:pt x="268851" y="77049"/>
                  </a:lnTo>
                  <a:lnTo>
                    <a:pt x="265573" y="77049"/>
                  </a:lnTo>
                  <a:lnTo>
                    <a:pt x="260655" y="78688"/>
                  </a:lnTo>
                  <a:lnTo>
                    <a:pt x="257376" y="78688"/>
                  </a:lnTo>
                  <a:lnTo>
                    <a:pt x="252458" y="78688"/>
                  </a:lnTo>
                  <a:lnTo>
                    <a:pt x="249179" y="80328"/>
                  </a:lnTo>
                  <a:lnTo>
                    <a:pt x="244261" y="81967"/>
                  </a:lnTo>
                  <a:lnTo>
                    <a:pt x="240982" y="81967"/>
                  </a:lnTo>
                  <a:lnTo>
                    <a:pt x="237704" y="81967"/>
                  </a:lnTo>
                  <a:lnTo>
                    <a:pt x="232786" y="81967"/>
                  </a:lnTo>
                  <a:lnTo>
                    <a:pt x="229507" y="83606"/>
                  </a:lnTo>
                  <a:lnTo>
                    <a:pt x="226229" y="85245"/>
                  </a:lnTo>
                  <a:lnTo>
                    <a:pt x="221311" y="85245"/>
                  </a:lnTo>
                  <a:lnTo>
                    <a:pt x="218032" y="86885"/>
                  </a:lnTo>
                  <a:lnTo>
                    <a:pt x="214753" y="88524"/>
                  </a:lnTo>
                  <a:lnTo>
                    <a:pt x="209835" y="88524"/>
                  </a:lnTo>
                  <a:lnTo>
                    <a:pt x="204917" y="90164"/>
                  </a:lnTo>
                  <a:lnTo>
                    <a:pt x="203278" y="93442"/>
                  </a:lnTo>
                  <a:lnTo>
                    <a:pt x="206556" y="93442"/>
                  </a:lnTo>
                  <a:lnTo>
                    <a:pt x="211475" y="96721"/>
                  </a:lnTo>
                  <a:lnTo>
                    <a:pt x="214753" y="96721"/>
                  </a:lnTo>
                  <a:lnTo>
                    <a:pt x="219671" y="96721"/>
                  </a:lnTo>
                  <a:lnTo>
                    <a:pt x="222950" y="96721"/>
                  </a:lnTo>
                  <a:lnTo>
                    <a:pt x="226229" y="95082"/>
                  </a:lnTo>
                  <a:lnTo>
                    <a:pt x="231146" y="98360"/>
                  </a:lnTo>
                  <a:lnTo>
                    <a:pt x="234425" y="98360"/>
                  </a:lnTo>
                  <a:lnTo>
                    <a:pt x="239343" y="98360"/>
                  </a:lnTo>
                  <a:lnTo>
                    <a:pt x="242622" y="98360"/>
                  </a:lnTo>
                  <a:lnTo>
                    <a:pt x="245901" y="96721"/>
                  </a:lnTo>
                  <a:lnTo>
                    <a:pt x="250819" y="96721"/>
                  </a:lnTo>
                  <a:lnTo>
                    <a:pt x="254097" y="96721"/>
                  </a:lnTo>
                  <a:lnTo>
                    <a:pt x="257376" y="96721"/>
                  </a:lnTo>
                  <a:lnTo>
                    <a:pt x="262294" y="96721"/>
                  </a:lnTo>
                  <a:lnTo>
                    <a:pt x="265573" y="95082"/>
                  </a:lnTo>
                  <a:lnTo>
                    <a:pt x="270491" y="95082"/>
                  </a:lnTo>
                  <a:lnTo>
                    <a:pt x="273769" y="95082"/>
                  </a:lnTo>
                  <a:lnTo>
                    <a:pt x="278688" y="93442"/>
                  </a:lnTo>
                  <a:lnTo>
                    <a:pt x="281966" y="93442"/>
                  </a:lnTo>
                  <a:lnTo>
                    <a:pt x="286884" y="95082"/>
                  </a:lnTo>
                  <a:lnTo>
                    <a:pt x="281966" y="95082"/>
                  </a:lnTo>
                  <a:lnTo>
                    <a:pt x="278688" y="95082"/>
                  </a:lnTo>
                  <a:lnTo>
                    <a:pt x="275409" y="96721"/>
                  </a:lnTo>
                  <a:lnTo>
                    <a:pt x="270491" y="96721"/>
                  </a:lnTo>
                  <a:lnTo>
                    <a:pt x="267212" y="96721"/>
                  </a:lnTo>
                  <a:lnTo>
                    <a:pt x="262294" y="98360"/>
                  </a:lnTo>
                  <a:lnTo>
                    <a:pt x="259015" y="98360"/>
                  </a:lnTo>
                  <a:lnTo>
                    <a:pt x="254097" y="98360"/>
                  </a:lnTo>
                  <a:lnTo>
                    <a:pt x="252458" y="101639"/>
                  </a:lnTo>
                  <a:lnTo>
                    <a:pt x="247540" y="106557"/>
                  </a:lnTo>
                  <a:lnTo>
                    <a:pt x="247540" y="109836"/>
                  </a:lnTo>
                  <a:lnTo>
                    <a:pt x="244261" y="113114"/>
                  </a:lnTo>
                  <a:lnTo>
                    <a:pt x="240982" y="114754"/>
                  </a:lnTo>
                  <a:lnTo>
                    <a:pt x="237704" y="116393"/>
                  </a:lnTo>
                  <a:lnTo>
                    <a:pt x="232786" y="118032"/>
                  </a:lnTo>
                  <a:lnTo>
                    <a:pt x="229507" y="119672"/>
                  </a:lnTo>
                  <a:lnTo>
                    <a:pt x="226229" y="119672"/>
                  </a:lnTo>
                  <a:lnTo>
                    <a:pt x="221311" y="121311"/>
                  </a:lnTo>
                  <a:lnTo>
                    <a:pt x="218032" y="121311"/>
                  </a:lnTo>
                  <a:lnTo>
                    <a:pt x="213114" y="122950"/>
                  </a:lnTo>
                  <a:lnTo>
                    <a:pt x="209835" y="124590"/>
                  </a:lnTo>
                  <a:lnTo>
                    <a:pt x="206556" y="126229"/>
                  </a:lnTo>
                  <a:lnTo>
                    <a:pt x="201638" y="126229"/>
                  </a:lnTo>
                  <a:lnTo>
                    <a:pt x="198360" y="126229"/>
                  </a:lnTo>
                  <a:lnTo>
                    <a:pt x="195081" y="126229"/>
                  </a:lnTo>
                  <a:lnTo>
                    <a:pt x="191802" y="126229"/>
                  </a:lnTo>
                  <a:lnTo>
                    <a:pt x="186885" y="126229"/>
                  </a:lnTo>
                  <a:lnTo>
                    <a:pt x="183606" y="126229"/>
                  </a:lnTo>
                  <a:lnTo>
                    <a:pt x="178688" y="126229"/>
                  </a:lnTo>
                  <a:lnTo>
                    <a:pt x="175409" y="124590"/>
                  </a:lnTo>
                  <a:lnTo>
                    <a:pt x="172131" y="126229"/>
                  </a:lnTo>
                  <a:lnTo>
                    <a:pt x="168852" y="126229"/>
                  </a:lnTo>
                  <a:lnTo>
                    <a:pt x="163934" y="126229"/>
                  </a:lnTo>
                  <a:lnTo>
                    <a:pt x="160655" y="127868"/>
                  </a:lnTo>
                  <a:lnTo>
                    <a:pt x="157376" y="127868"/>
                  </a:lnTo>
                  <a:lnTo>
                    <a:pt x="152458" y="127868"/>
                  </a:lnTo>
                  <a:lnTo>
                    <a:pt x="149180" y="127868"/>
                  </a:lnTo>
                  <a:lnTo>
                    <a:pt x="144262" y="127868"/>
                  </a:lnTo>
                  <a:lnTo>
                    <a:pt x="139344" y="127868"/>
                  </a:lnTo>
                  <a:lnTo>
                    <a:pt x="136065" y="129508"/>
                  </a:lnTo>
                  <a:lnTo>
                    <a:pt x="132786" y="129508"/>
                  </a:lnTo>
                  <a:lnTo>
                    <a:pt x="127868" y="131147"/>
                  </a:lnTo>
                  <a:lnTo>
                    <a:pt x="124590" y="131147"/>
                  </a:lnTo>
                  <a:lnTo>
                    <a:pt x="121311" y="132786"/>
                  </a:lnTo>
                  <a:lnTo>
                    <a:pt x="124590" y="132786"/>
                  </a:lnTo>
                  <a:lnTo>
                    <a:pt x="121311" y="134426"/>
                  </a:lnTo>
                  <a:lnTo>
                    <a:pt x="116393" y="134426"/>
                  </a:lnTo>
                  <a:lnTo>
                    <a:pt x="113114" y="136065"/>
                  </a:lnTo>
                  <a:lnTo>
                    <a:pt x="109836" y="136065"/>
                  </a:lnTo>
                  <a:lnTo>
                    <a:pt x="104918" y="136065"/>
                  </a:lnTo>
                  <a:lnTo>
                    <a:pt x="101639" y="136065"/>
                  </a:lnTo>
                  <a:lnTo>
                    <a:pt x="98360" y="136065"/>
                  </a:lnTo>
                  <a:lnTo>
                    <a:pt x="95082" y="137704"/>
                  </a:lnTo>
                  <a:lnTo>
                    <a:pt x="95082" y="137704"/>
                  </a:lnTo>
                  <a:lnTo>
                    <a:pt x="95082" y="137704"/>
                  </a:lnTo>
                  <a:lnTo>
                    <a:pt x="90164" y="137704"/>
                  </a:lnTo>
                  <a:lnTo>
                    <a:pt x="85245" y="139344"/>
                  </a:lnTo>
                  <a:lnTo>
                    <a:pt x="81967" y="139344"/>
                  </a:lnTo>
                  <a:lnTo>
                    <a:pt x="77049" y="139344"/>
                  </a:lnTo>
                  <a:lnTo>
                    <a:pt x="73770" y="139344"/>
                  </a:lnTo>
                  <a:lnTo>
                    <a:pt x="68852" y="142622"/>
                  </a:lnTo>
                  <a:lnTo>
                    <a:pt x="65573" y="142622"/>
                  </a:lnTo>
                  <a:lnTo>
                    <a:pt x="62295" y="140983"/>
                  </a:lnTo>
                  <a:lnTo>
                    <a:pt x="57377" y="140983"/>
                  </a:lnTo>
                  <a:lnTo>
                    <a:pt x="54098" y="140983"/>
                  </a:lnTo>
                  <a:lnTo>
                    <a:pt x="50820" y="142622"/>
                  </a:lnTo>
                  <a:lnTo>
                    <a:pt x="45901" y="142622"/>
                  </a:lnTo>
                  <a:lnTo>
                    <a:pt x="42623" y="144262"/>
                  </a:lnTo>
                  <a:lnTo>
                    <a:pt x="39344" y="144262"/>
                  </a:lnTo>
                  <a:lnTo>
                    <a:pt x="34426" y="144262"/>
                  </a:lnTo>
                  <a:lnTo>
                    <a:pt x="31148" y="144262"/>
                  </a:lnTo>
                  <a:lnTo>
                    <a:pt x="26229" y="144262"/>
                  </a:lnTo>
                  <a:lnTo>
                    <a:pt x="22951" y="145901"/>
                  </a:lnTo>
                  <a:lnTo>
                    <a:pt x="18033" y="147540"/>
                  </a:lnTo>
                  <a:lnTo>
                    <a:pt x="14754" y="150819"/>
                  </a:lnTo>
                  <a:lnTo>
                    <a:pt x="11475" y="150819"/>
                  </a:lnTo>
                  <a:lnTo>
                    <a:pt x="14754" y="152458"/>
                  </a:lnTo>
                  <a:lnTo>
                    <a:pt x="11475" y="154098"/>
                  </a:lnTo>
                  <a:lnTo>
                    <a:pt x="8197" y="155737"/>
                  </a:lnTo>
                  <a:lnTo>
                    <a:pt x="3279" y="157376"/>
                  </a:lnTo>
                  <a:lnTo>
                    <a:pt x="0" y="155737"/>
                  </a:lnTo>
                  <a:lnTo>
                    <a:pt x="3279" y="157376"/>
                  </a:lnTo>
                  <a:lnTo>
                    <a:pt x="8197" y="160655"/>
                  </a:lnTo>
                  <a:lnTo>
                    <a:pt x="11475" y="160655"/>
                  </a:lnTo>
                  <a:lnTo>
                    <a:pt x="11475" y="163934"/>
                  </a:lnTo>
                  <a:lnTo>
                    <a:pt x="16393" y="163934"/>
                  </a:lnTo>
                  <a:lnTo>
                    <a:pt x="19672" y="165573"/>
                  </a:lnTo>
                  <a:lnTo>
                    <a:pt x="22951" y="165573"/>
                  </a:lnTo>
                  <a:lnTo>
                    <a:pt x="27869" y="163934"/>
                  </a:lnTo>
                  <a:lnTo>
                    <a:pt x="31148" y="165573"/>
                  </a:lnTo>
                  <a:lnTo>
                    <a:pt x="34426" y="165573"/>
                  </a:lnTo>
                  <a:lnTo>
                    <a:pt x="31148" y="167212"/>
                  </a:lnTo>
                  <a:lnTo>
                    <a:pt x="27869" y="168852"/>
                  </a:lnTo>
                  <a:lnTo>
                    <a:pt x="31148" y="168852"/>
                  </a:lnTo>
                  <a:lnTo>
                    <a:pt x="34426" y="168852"/>
                  </a:lnTo>
                  <a:lnTo>
                    <a:pt x="39344" y="168852"/>
                  </a:lnTo>
                  <a:lnTo>
                    <a:pt x="44262" y="168852"/>
                  </a:lnTo>
                  <a:lnTo>
                    <a:pt x="47541" y="168852"/>
                  </a:lnTo>
                  <a:lnTo>
                    <a:pt x="52459" y="167212"/>
                  </a:lnTo>
                  <a:lnTo>
                    <a:pt x="55738" y="167212"/>
                  </a:lnTo>
                  <a:lnTo>
                    <a:pt x="59016" y="167212"/>
                  </a:lnTo>
                  <a:lnTo>
                    <a:pt x="63934" y="167212"/>
                  </a:lnTo>
                  <a:lnTo>
                    <a:pt x="63934" y="167212"/>
                  </a:lnTo>
                  <a:lnTo>
                    <a:pt x="63934" y="167212"/>
                  </a:lnTo>
                  <a:lnTo>
                    <a:pt x="60655" y="167212"/>
                  </a:lnTo>
                  <a:lnTo>
                    <a:pt x="55738" y="168852"/>
                  </a:lnTo>
                  <a:lnTo>
                    <a:pt x="52459" y="168852"/>
                  </a:lnTo>
                  <a:lnTo>
                    <a:pt x="49180" y="170491"/>
                  </a:lnTo>
                  <a:lnTo>
                    <a:pt x="44262" y="172130"/>
                  </a:lnTo>
                  <a:lnTo>
                    <a:pt x="49180" y="173770"/>
                  </a:lnTo>
                  <a:lnTo>
                    <a:pt x="54098" y="173770"/>
                  </a:lnTo>
                  <a:lnTo>
                    <a:pt x="57377" y="172130"/>
                  </a:lnTo>
                  <a:lnTo>
                    <a:pt x="59016" y="172130"/>
                  </a:lnTo>
                  <a:lnTo>
                    <a:pt x="63934" y="172130"/>
                  </a:lnTo>
                  <a:lnTo>
                    <a:pt x="67213" y="172130"/>
                  </a:lnTo>
                  <a:lnTo>
                    <a:pt x="72131" y="170491"/>
                  </a:lnTo>
                  <a:lnTo>
                    <a:pt x="67213" y="173770"/>
                  </a:lnTo>
                  <a:lnTo>
                    <a:pt x="63934" y="173770"/>
                  </a:lnTo>
                  <a:lnTo>
                    <a:pt x="59016" y="173770"/>
                  </a:lnTo>
                  <a:lnTo>
                    <a:pt x="57377" y="173770"/>
                  </a:lnTo>
                  <a:lnTo>
                    <a:pt x="54098" y="175409"/>
                  </a:lnTo>
                  <a:lnTo>
                    <a:pt x="49180" y="175409"/>
                  </a:lnTo>
                  <a:lnTo>
                    <a:pt x="52459" y="177048"/>
                  </a:lnTo>
                  <a:lnTo>
                    <a:pt x="54098" y="177048"/>
                  </a:lnTo>
                  <a:lnTo>
                    <a:pt x="59016" y="177048"/>
                  </a:lnTo>
                  <a:lnTo>
                    <a:pt x="62295" y="177048"/>
                  </a:lnTo>
                  <a:lnTo>
                    <a:pt x="67213" y="178688"/>
                  </a:lnTo>
                  <a:lnTo>
                    <a:pt x="70492" y="180327"/>
                  </a:lnTo>
                  <a:lnTo>
                    <a:pt x="75410" y="180327"/>
                  </a:lnTo>
                  <a:lnTo>
                    <a:pt x="78688" y="178688"/>
                  </a:lnTo>
                  <a:lnTo>
                    <a:pt x="83606" y="178688"/>
                  </a:lnTo>
                  <a:lnTo>
                    <a:pt x="86885" y="178688"/>
                  </a:lnTo>
                  <a:lnTo>
                    <a:pt x="88524" y="173770"/>
                  </a:lnTo>
                  <a:lnTo>
                    <a:pt x="93442" y="173770"/>
                  </a:lnTo>
                  <a:lnTo>
                    <a:pt x="95082" y="177048"/>
                  </a:lnTo>
                  <a:lnTo>
                    <a:pt x="100000" y="178688"/>
                  </a:lnTo>
                  <a:lnTo>
                    <a:pt x="103278" y="178688"/>
                  </a:lnTo>
                  <a:lnTo>
                    <a:pt x="108196" y="177048"/>
                  </a:lnTo>
                  <a:lnTo>
                    <a:pt x="111475" y="177048"/>
                  </a:lnTo>
                  <a:lnTo>
                    <a:pt x="114754" y="177048"/>
                  </a:lnTo>
                  <a:lnTo>
                    <a:pt x="119672" y="177048"/>
                  </a:lnTo>
                  <a:lnTo>
                    <a:pt x="122950" y="177048"/>
                  </a:lnTo>
                  <a:lnTo>
                    <a:pt x="127868" y="175409"/>
                  </a:lnTo>
                  <a:lnTo>
                    <a:pt x="131147" y="172130"/>
                  </a:lnTo>
                  <a:lnTo>
                    <a:pt x="134426" y="172130"/>
                  </a:lnTo>
                  <a:lnTo>
                    <a:pt x="137704" y="172130"/>
                  </a:lnTo>
                  <a:lnTo>
                    <a:pt x="142622" y="170491"/>
                  </a:lnTo>
                  <a:lnTo>
                    <a:pt x="147540" y="173770"/>
                  </a:lnTo>
                  <a:lnTo>
                    <a:pt x="150819" y="175409"/>
                  </a:lnTo>
                  <a:lnTo>
                    <a:pt x="152458" y="178688"/>
                  </a:lnTo>
                  <a:lnTo>
                    <a:pt x="147540" y="180327"/>
                  </a:lnTo>
                  <a:lnTo>
                    <a:pt x="144262" y="180327"/>
                  </a:lnTo>
                  <a:lnTo>
                    <a:pt x="139344" y="180327"/>
                  </a:lnTo>
                  <a:lnTo>
                    <a:pt x="136065" y="180327"/>
                  </a:lnTo>
                  <a:lnTo>
                    <a:pt x="136065" y="185245"/>
                  </a:lnTo>
                  <a:lnTo>
                    <a:pt x="139344" y="185245"/>
                  </a:lnTo>
                  <a:lnTo>
                    <a:pt x="136065" y="185245"/>
                  </a:lnTo>
                  <a:lnTo>
                    <a:pt x="132786" y="185245"/>
                  </a:lnTo>
                  <a:lnTo>
                    <a:pt x="127868" y="183606"/>
                  </a:lnTo>
                  <a:lnTo>
                    <a:pt x="124590" y="181966"/>
                  </a:lnTo>
                  <a:lnTo>
                    <a:pt x="121311" y="181966"/>
                  </a:lnTo>
                  <a:lnTo>
                    <a:pt x="116393" y="181966"/>
                  </a:lnTo>
                  <a:lnTo>
                    <a:pt x="113114" y="181966"/>
                  </a:lnTo>
                  <a:lnTo>
                    <a:pt x="108196" y="181966"/>
                  </a:lnTo>
                  <a:lnTo>
                    <a:pt x="104918" y="181966"/>
                  </a:lnTo>
                  <a:lnTo>
                    <a:pt x="100000" y="181966"/>
                  </a:lnTo>
                  <a:lnTo>
                    <a:pt x="96721" y="181966"/>
                  </a:lnTo>
                  <a:lnTo>
                    <a:pt x="91803" y="181966"/>
                  </a:lnTo>
                  <a:lnTo>
                    <a:pt x="88524" y="181966"/>
                  </a:lnTo>
                  <a:lnTo>
                    <a:pt x="85245" y="183606"/>
                  </a:lnTo>
                  <a:lnTo>
                    <a:pt x="80328" y="183606"/>
                  </a:lnTo>
                  <a:lnTo>
                    <a:pt x="77049" y="183606"/>
                  </a:lnTo>
                  <a:lnTo>
                    <a:pt x="72131" y="185245"/>
                  </a:lnTo>
                  <a:lnTo>
                    <a:pt x="75410" y="186884"/>
                  </a:lnTo>
                  <a:lnTo>
                    <a:pt x="80328" y="186884"/>
                  </a:lnTo>
                  <a:lnTo>
                    <a:pt x="83606" y="186884"/>
                  </a:lnTo>
                  <a:lnTo>
                    <a:pt x="88524" y="188524"/>
                  </a:lnTo>
                  <a:lnTo>
                    <a:pt x="91803" y="186884"/>
                  </a:lnTo>
                  <a:lnTo>
                    <a:pt x="96721" y="186884"/>
                  </a:lnTo>
                  <a:lnTo>
                    <a:pt x="100000" y="186884"/>
                  </a:lnTo>
                  <a:lnTo>
                    <a:pt x="104918" y="188524"/>
                  </a:lnTo>
                  <a:lnTo>
                    <a:pt x="108196" y="188524"/>
                  </a:lnTo>
                  <a:lnTo>
                    <a:pt x="113114" y="188524"/>
                  </a:lnTo>
                  <a:lnTo>
                    <a:pt x="116393" y="188524"/>
                  </a:lnTo>
                  <a:lnTo>
                    <a:pt x="119672" y="190163"/>
                  </a:lnTo>
                  <a:lnTo>
                    <a:pt x="124590" y="190163"/>
                  </a:lnTo>
                  <a:lnTo>
                    <a:pt x="127868" y="190163"/>
                  </a:lnTo>
                  <a:lnTo>
                    <a:pt x="132786" y="188524"/>
                  </a:lnTo>
                  <a:lnTo>
                    <a:pt x="136065" y="188524"/>
                  </a:lnTo>
                  <a:lnTo>
                    <a:pt x="139344" y="188524"/>
                  </a:lnTo>
                  <a:lnTo>
                    <a:pt x="136065" y="190163"/>
                  </a:lnTo>
                  <a:lnTo>
                    <a:pt x="131147" y="190163"/>
                  </a:lnTo>
                  <a:lnTo>
                    <a:pt x="127868" y="190163"/>
                  </a:lnTo>
                  <a:lnTo>
                    <a:pt x="124590" y="190163"/>
                  </a:lnTo>
                  <a:lnTo>
                    <a:pt x="119672" y="190163"/>
                  </a:lnTo>
                  <a:lnTo>
                    <a:pt x="116393" y="190163"/>
                  </a:lnTo>
                  <a:lnTo>
                    <a:pt x="111475" y="190163"/>
                  </a:lnTo>
                  <a:lnTo>
                    <a:pt x="108196" y="188524"/>
                  </a:lnTo>
                  <a:lnTo>
                    <a:pt x="103278" y="188524"/>
                  </a:lnTo>
                  <a:lnTo>
                    <a:pt x="100000" y="188524"/>
                  </a:lnTo>
                  <a:lnTo>
                    <a:pt x="95082" y="188524"/>
                  </a:lnTo>
                  <a:lnTo>
                    <a:pt x="91803" y="188524"/>
                  </a:lnTo>
                  <a:lnTo>
                    <a:pt x="86885" y="188524"/>
                  </a:lnTo>
                  <a:lnTo>
                    <a:pt x="83606" y="188524"/>
                  </a:lnTo>
                  <a:lnTo>
                    <a:pt x="80328" y="188524"/>
                  </a:lnTo>
                  <a:lnTo>
                    <a:pt x="75410" y="188524"/>
                  </a:lnTo>
                  <a:lnTo>
                    <a:pt x="72131" y="188524"/>
                  </a:lnTo>
                  <a:lnTo>
                    <a:pt x="67213" y="188524"/>
                  </a:lnTo>
                  <a:lnTo>
                    <a:pt x="63934" y="186884"/>
                  </a:lnTo>
                  <a:lnTo>
                    <a:pt x="60655" y="186884"/>
                  </a:lnTo>
                  <a:lnTo>
                    <a:pt x="55738" y="186884"/>
                  </a:lnTo>
                  <a:lnTo>
                    <a:pt x="52459" y="186884"/>
                  </a:lnTo>
                  <a:lnTo>
                    <a:pt x="49180" y="186884"/>
                  </a:lnTo>
                  <a:lnTo>
                    <a:pt x="45901" y="186884"/>
                  </a:lnTo>
                  <a:lnTo>
                    <a:pt x="40983" y="186884"/>
                  </a:lnTo>
                  <a:lnTo>
                    <a:pt x="37705" y="186884"/>
                  </a:lnTo>
                  <a:lnTo>
                    <a:pt x="34426" y="186884"/>
                  </a:lnTo>
                  <a:lnTo>
                    <a:pt x="29508" y="186884"/>
                  </a:lnTo>
                  <a:lnTo>
                    <a:pt x="26229" y="188524"/>
                  </a:lnTo>
                  <a:lnTo>
                    <a:pt x="21311" y="188524"/>
                  </a:lnTo>
                  <a:lnTo>
                    <a:pt x="18033" y="190163"/>
                  </a:lnTo>
                  <a:lnTo>
                    <a:pt x="14754" y="190163"/>
                  </a:lnTo>
                  <a:lnTo>
                    <a:pt x="9836" y="190163"/>
                  </a:lnTo>
                  <a:lnTo>
                    <a:pt x="6557" y="191802"/>
                  </a:lnTo>
                  <a:lnTo>
                    <a:pt x="6557" y="196720"/>
                  </a:lnTo>
                  <a:lnTo>
                    <a:pt x="9836" y="195081"/>
                  </a:lnTo>
                  <a:lnTo>
                    <a:pt x="14754" y="196720"/>
                  </a:lnTo>
                  <a:lnTo>
                    <a:pt x="18033" y="196720"/>
                  </a:lnTo>
                  <a:lnTo>
                    <a:pt x="14754" y="198360"/>
                  </a:lnTo>
                  <a:lnTo>
                    <a:pt x="9836" y="198360"/>
                  </a:lnTo>
                  <a:lnTo>
                    <a:pt x="14754" y="201638"/>
                  </a:lnTo>
                  <a:lnTo>
                    <a:pt x="18033" y="201638"/>
                  </a:lnTo>
                  <a:lnTo>
                    <a:pt x="21311" y="201638"/>
                  </a:lnTo>
                  <a:lnTo>
                    <a:pt x="26229" y="199999"/>
                  </a:lnTo>
                  <a:lnTo>
                    <a:pt x="29508" y="198360"/>
                  </a:lnTo>
                  <a:lnTo>
                    <a:pt x="32787" y="198360"/>
                  </a:lnTo>
                  <a:lnTo>
                    <a:pt x="34426" y="198360"/>
                  </a:lnTo>
                  <a:lnTo>
                    <a:pt x="36065" y="196720"/>
                  </a:lnTo>
                  <a:lnTo>
                    <a:pt x="40983" y="195081"/>
                  </a:lnTo>
                  <a:lnTo>
                    <a:pt x="44262" y="195081"/>
                  </a:lnTo>
                  <a:lnTo>
                    <a:pt x="47541" y="195081"/>
                  </a:lnTo>
                  <a:lnTo>
                    <a:pt x="44262" y="195081"/>
                  </a:lnTo>
                  <a:lnTo>
                    <a:pt x="40983" y="196720"/>
                  </a:lnTo>
                  <a:lnTo>
                    <a:pt x="37705" y="198360"/>
                  </a:lnTo>
                  <a:lnTo>
                    <a:pt x="32787" y="199999"/>
                  </a:lnTo>
                  <a:lnTo>
                    <a:pt x="31148" y="20163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38" name="Freeform 3137">
              <a:extLst>
                <a:ext uri="{FF2B5EF4-FFF2-40B4-BE49-F238E27FC236}">
                  <a16:creationId xmlns:a16="http://schemas.microsoft.com/office/drawing/2014/main" id="{C2B186D9-C470-D24C-8610-9DD85D1A8121}"/>
                </a:ext>
              </a:extLst>
            </p:cNvPr>
            <p:cNvSpPr/>
            <p:nvPr/>
          </p:nvSpPr>
          <p:spPr>
            <a:xfrm>
              <a:off x="3943551" y="1108353"/>
              <a:ext cx="85245" cy="40983"/>
            </a:xfrm>
            <a:custGeom>
              <a:avLst/>
              <a:gdLst>
                <a:gd name="connsiteX0" fmla="*/ 16393 w 85245"/>
                <a:gd name="connsiteY0" fmla="*/ 11475 h 40983"/>
                <a:gd name="connsiteX1" fmla="*/ 16393 w 85245"/>
                <a:gd name="connsiteY1" fmla="*/ 13115 h 40983"/>
                <a:gd name="connsiteX2" fmla="*/ 21311 w 85245"/>
                <a:gd name="connsiteY2" fmla="*/ 13115 h 40983"/>
                <a:gd name="connsiteX3" fmla="*/ 24590 w 85245"/>
                <a:gd name="connsiteY3" fmla="*/ 14754 h 40983"/>
                <a:gd name="connsiteX4" fmla="*/ 19672 w 85245"/>
                <a:gd name="connsiteY4" fmla="*/ 14754 h 40983"/>
                <a:gd name="connsiteX5" fmla="*/ 16393 w 85245"/>
                <a:gd name="connsiteY5" fmla="*/ 13115 h 40983"/>
                <a:gd name="connsiteX6" fmla="*/ 13114 w 85245"/>
                <a:gd name="connsiteY6" fmla="*/ 13115 h 40983"/>
                <a:gd name="connsiteX7" fmla="*/ 8197 w 85245"/>
                <a:gd name="connsiteY7" fmla="*/ 16393 h 40983"/>
                <a:gd name="connsiteX8" fmla="*/ 8197 w 85245"/>
                <a:gd name="connsiteY8" fmla="*/ 19672 h 40983"/>
                <a:gd name="connsiteX9" fmla="*/ 11475 w 85245"/>
                <a:gd name="connsiteY9" fmla="*/ 21311 h 40983"/>
                <a:gd name="connsiteX10" fmla="*/ 14754 w 85245"/>
                <a:gd name="connsiteY10" fmla="*/ 24590 h 40983"/>
                <a:gd name="connsiteX11" fmla="*/ 11475 w 85245"/>
                <a:gd name="connsiteY11" fmla="*/ 22951 h 40983"/>
                <a:gd name="connsiteX12" fmla="*/ 8197 w 85245"/>
                <a:gd name="connsiteY12" fmla="*/ 21311 h 40983"/>
                <a:gd name="connsiteX13" fmla="*/ 3278 w 85245"/>
                <a:gd name="connsiteY13" fmla="*/ 21311 h 40983"/>
                <a:gd name="connsiteX14" fmla="*/ 0 w 85245"/>
                <a:gd name="connsiteY14" fmla="*/ 24590 h 40983"/>
                <a:gd name="connsiteX15" fmla="*/ 3278 w 85245"/>
                <a:gd name="connsiteY15" fmla="*/ 26229 h 40983"/>
                <a:gd name="connsiteX16" fmla="*/ 8197 w 85245"/>
                <a:gd name="connsiteY16" fmla="*/ 27869 h 40983"/>
                <a:gd name="connsiteX17" fmla="*/ 11475 w 85245"/>
                <a:gd name="connsiteY17" fmla="*/ 27869 h 40983"/>
                <a:gd name="connsiteX18" fmla="*/ 14754 w 85245"/>
                <a:gd name="connsiteY18" fmla="*/ 27869 h 40983"/>
                <a:gd name="connsiteX19" fmla="*/ 19672 w 85245"/>
                <a:gd name="connsiteY19" fmla="*/ 27869 h 40983"/>
                <a:gd name="connsiteX20" fmla="*/ 22951 w 85245"/>
                <a:gd name="connsiteY20" fmla="*/ 29508 h 40983"/>
                <a:gd name="connsiteX21" fmla="*/ 26229 w 85245"/>
                <a:gd name="connsiteY21" fmla="*/ 29508 h 40983"/>
                <a:gd name="connsiteX22" fmla="*/ 22951 w 85245"/>
                <a:gd name="connsiteY22" fmla="*/ 31147 h 40983"/>
                <a:gd name="connsiteX23" fmla="*/ 27868 w 85245"/>
                <a:gd name="connsiteY23" fmla="*/ 31147 h 40983"/>
                <a:gd name="connsiteX24" fmla="*/ 31147 w 85245"/>
                <a:gd name="connsiteY24" fmla="*/ 29508 h 40983"/>
                <a:gd name="connsiteX25" fmla="*/ 27868 w 85245"/>
                <a:gd name="connsiteY25" fmla="*/ 32787 h 40983"/>
                <a:gd name="connsiteX26" fmla="*/ 31147 w 85245"/>
                <a:gd name="connsiteY26" fmla="*/ 31147 h 40983"/>
                <a:gd name="connsiteX27" fmla="*/ 34426 w 85245"/>
                <a:gd name="connsiteY27" fmla="*/ 29508 h 40983"/>
                <a:gd name="connsiteX28" fmla="*/ 39344 w 85245"/>
                <a:gd name="connsiteY28" fmla="*/ 27869 h 40983"/>
                <a:gd name="connsiteX29" fmla="*/ 42622 w 85245"/>
                <a:gd name="connsiteY29" fmla="*/ 27869 h 40983"/>
                <a:gd name="connsiteX30" fmla="*/ 39344 w 85245"/>
                <a:gd name="connsiteY30" fmla="*/ 27869 h 40983"/>
                <a:gd name="connsiteX31" fmla="*/ 34426 w 85245"/>
                <a:gd name="connsiteY31" fmla="*/ 32787 h 40983"/>
                <a:gd name="connsiteX32" fmla="*/ 39344 w 85245"/>
                <a:gd name="connsiteY32" fmla="*/ 32787 h 40983"/>
                <a:gd name="connsiteX33" fmla="*/ 34426 w 85245"/>
                <a:gd name="connsiteY33" fmla="*/ 32787 h 40983"/>
                <a:gd name="connsiteX34" fmla="*/ 31147 w 85245"/>
                <a:gd name="connsiteY34" fmla="*/ 32787 h 40983"/>
                <a:gd name="connsiteX35" fmla="*/ 27868 w 85245"/>
                <a:gd name="connsiteY35" fmla="*/ 34426 h 40983"/>
                <a:gd name="connsiteX36" fmla="*/ 22951 w 85245"/>
                <a:gd name="connsiteY36" fmla="*/ 32787 h 40983"/>
                <a:gd name="connsiteX37" fmla="*/ 19672 w 85245"/>
                <a:gd name="connsiteY37" fmla="*/ 32787 h 40983"/>
                <a:gd name="connsiteX38" fmla="*/ 14754 w 85245"/>
                <a:gd name="connsiteY38" fmla="*/ 32787 h 40983"/>
                <a:gd name="connsiteX39" fmla="*/ 16393 w 85245"/>
                <a:gd name="connsiteY39" fmla="*/ 37705 h 40983"/>
                <a:gd name="connsiteX40" fmla="*/ 19672 w 85245"/>
                <a:gd name="connsiteY40" fmla="*/ 37705 h 40983"/>
                <a:gd name="connsiteX41" fmla="*/ 24590 w 85245"/>
                <a:gd name="connsiteY41" fmla="*/ 39344 h 40983"/>
                <a:gd name="connsiteX42" fmla="*/ 26229 w 85245"/>
                <a:gd name="connsiteY42" fmla="*/ 39344 h 40983"/>
                <a:gd name="connsiteX43" fmla="*/ 29508 w 85245"/>
                <a:gd name="connsiteY43" fmla="*/ 40983 h 40983"/>
                <a:gd name="connsiteX44" fmla="*/ 34426 w 85245"/>
                <a:gd name="connsiteY44" fmla="*/ 39344 h 40983"/>
                <a:gd name="connsiteX45" fmla="*/ 37705 w 85245"/>
                <a:gd name="connsiteY45" fmla="*/ 39344 h 40983"/>
                <a:gd name="connsiteX46" fmla="*/ 42622 w 85245"/>
                <a:gd name="connsiteY46" fmla="*/ 37705 h 40983"/>
                <a:gd name="connsiteX47" fmla="*/ 45901 w 85245"/>
                <a:gd name="connsiteY47" fmla="*/ 37705 h 40983"/>
                <a:gd name="connsiteX48" fmla="*/ 49180 w 85245"/>
                <a:gd name="connsiteY48" fmla="*/ 36065 h 40983"/>
                <a:gd name="connsiteX49" fmla="*/ 52458 w 85245"/>
                <a:gd name="connsiteY49" fmla="*/ 36065 h 40983"/>
                <a:gd name="connsiteX50" fmla="*/ 57377 w 85245"/>
                <a:gd name="connsiteY50" fmla="*/ 34426 h 40983"/>
                <a:gd name="connsiteX51" fmla="*/ 60655 w 85245"/>
                <a:gd name="connsiteY51" fmla="*/ 34426 h 40983"/>
                <a:gd name="connsiteX52" fmla="*/ 63934 w 85245"/>
                <a:gd name="connsiteY52" fmla="*/ 34426 h 40983"/>
                <a:gd name="connsiteX53" fmla="*/ 68852 w 85245"/>
                <a:gd name="connsiteY53" fmla="*/ 32787 h 40983"/>
                <a:gd name="connsiteX54" fmla="*/ 72131 w 85245"/>
                <a:gd name="connsiteY54" fmla="*/ 31147 h 40983"/>
                <a:gd name="connsiteX55" fmla="*/ 77049 w 85245"/>
                <a:gd name="connsiteY55" fmla="*/ 31147 h 40983"/>
                <a:gd name="connsiteX56" fmla="*/ 80327 w 85245"/>
                <a:gd name="connsiteY56" fmla="*/ 29508 h 40983"/>
                <a:gd name="connsiteX57" fmla="*/ 83606 w 85245"/>
                <a:gd name="connsiteY57" fmla="*/ 26229 h 40983"/>
                <a:gd name="connsiteX58" fmla="*/ 85245 w 85245"/>
                <a:gd name="connsiteY58" fmla="*/ 22951 h 40983"/>
                <a:gd name="connsiteX59" fmla="*/ 83606 w 85245"/>
                <a:gd name="connsiteY59" fmla="*/ 19672 h 40983"/>
                <a:gd name="connsiteX60" fmla="*/ 80327 w 85245"/>
                <a:gd name="connsiteY60" fmla="*/ 18033 h 40983"/>
                <a:gd name="connsiteX61" fmla="*/ 77049 w 85245"/>
                <a:gd name="connsiteY61" fmla="*/ 18033 h 40983"/>
                <a:gd name="connsiteX62" fmla="*/ 72131 w 85245"/>
                <a:gd name="connsiteY62" fmla="*/ 16393 h 40983"/>
                <a:gd name="connsiteX63" fmla="*/ 68852 w 85245"/>
                <a:gd name="connsiteY63" fmla="*/ 14754 h 40983"/>
                <a:gd name="connsiteX64" fmla="*/ 65573 w 85245"/>
                <a:gd name="connsiteY64" fmla="*/ 11475 h 40983"/>
                <a:gd name="connsiteX65" fmla="*/ 62295 w 85245"/>
                <a:gd name="connsiteY65" fmla="*/ 8197 h 40983"/>
                <a:gd name="connsiteX66" fmla="*/ 59016 w 85245"/>
                <a:gd name="connsiteY66" fmla="*/ 6557 h 40983"/>
                <a:gd name="connsiteX67" fmla="*/ 55737 w 85245"/>
                <a:gd name="connsiteY67" fmla="*/ 4918 h 40983"/>
                <a:gd name="connsiteX68" fmla="*/ 50819 w 85245"/>
                <a:gd name="connsiteY68" fmla="*/ 3279 h 40983"/>
                <a:gd name="connsiteX69" fmla="*/ 47541 w 85245"/>
                <a:gd name="connsiteY69" fmla="*/ 3279 h 40983"/>
                <a:gd name="connsiteX70" fmla="*/ 44262 w 85245"/>
                <a:gd name="connsiteY70" fmla="*/ 1639 h 40983"/>
                <a:gd name="connsiteX71" fmla="*/ 39344 w 85245"/>
                <a:gd name="connsiteY71" fmla="*/ 1639 h 40983"/>
                <a:gd name="connsiteX72" fmla="*/ 36065 w 85245"/>
                <a:gd name="connsiteY72" fmla="*/ 1639 h 40983"/>
                <a:gd name="connsiteX73" fmla="*/ 32787 w 85245"/>
                <a:gd name="connsiteY73" fmla="*/ 0 h 40983"/>
                <a:gd name="connsiteX74" fmla="*/ 27868 w 85245"/>
                <a:gd name="connsiteY74" fmla="*/ 0 h 40983"/>
                <a:gd name="connsiteX75" fmla="*/ 24590 w 85245"/>
                <a:gd name="connsiteY75" fmla="*/ 1639 h 40983"/>
                <a:gd name="connsiteX76" fmla="*/ 19672 w 85245"/>
                <a:gd name="connsiteY76" fmla="*/ 3279 h 40983"/>
                <a:gd name="connsiteX77" fmla="*/ 16393 w 85245"/>
                <a:gd name="connsiteY77" fmla="*/ 3279 h 40983"/>
                <a:gd name="connsiteX78" fmla="*/ 13114 w 85245"/>
                <a:gd name="connsiteY78" fmla="*/ 8197 h 40983"/>
                <a:gd name="connsiteX79" fmla="*/ 13114 w 85245"/>
                <a:gd name="connsiteY79" fmla="*/ 11475 h 4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85245" h="40983">
                  <a:moveTo>
                    <a:pt x="16393" y="11475"/>
                  </a:moveTo>
                  <a:lnTo>
                    <a:pt x="16393" y="13115"/>
                  </a:lnTo>
                  <a:lnTo>
                    <a:pt x="21311" y="13115"/>
                  </a:lnTo>
                  <a:lnTo>
                    <a:pt x="24590" y="14754"/>
                  </a:lnTo>
                  <a:lnTo>
                    <a:pt x="19672" y="14754"/>
                  </a:lnTo>
                  <a:lnTo>
                    <a:pt x="16393" y="13115"/>
                  </a:lnTo>
                  <a:lnTo>
                    <a:pt x="13114" y="13115"/>
                  </a:lnTo>
                  <a:lnTo>
                    <a:pt x="8197" y="16393"/>
                  </a:lnTo>
                  <a:lnTo>
                    <a:pt x="8197" y="19672"/>
                  </a:lnTo>
                  <a:lnTo>
                    <a:pt x="11475" y="21311"/>
                  </a:lnTo>
                  <a:lnTo>
                    <a:pt x="14754" y="24590"/>
                  </a:lnTo>
                  <a:lnTo>
                    <a:pt x="11475" y="22951"/>
                  </a:lnTo>
                  <a:lnTo>
                    <a:pt x="8197" y="21311"/>
                  </a:lnTo>
                  <a:lnTo>
                    <a:pt x="3278" y="21311"/>
                  </a:lnTo>
                  <a:lnTo>
                    <a:pt x="0" y="24590"/>
                  </a:lnTo>
                  <a:lnTo>
                    <a:pt x="3278" y="26229"/>
                  </a:lnTo>
                  <a:lnTo>
                    <a:pt x="8197" y="27869"/>
                  </a:lnTo>
                  <a:lnTo>
                    <a:pt x="11475" y="27869"/>
                  </a:lnTo>
                  <a:lnTo>
                    <a:pt x="14754" y="27869"/>
                  </a:lnTo>
                  <a:lnTo>
                    <a:pt x="19672" y="27869"/>
                  </a:lnTo>
                  <a:lnTo>
                    <a:pt x="22951" y="29508"/>
                  </a:lnTo>
                  <a:lnTo>
                    <a:pt x="26229" y="29508"/>
                  </a:lnTo>
                  <a:lnTo>
                    <a:pt x="22951" y="31147"/>
                  </a:lnTo>
                  <a:lnTo>
                    <a:pt x="27868" y="31147"/>
                  </a:lnTo>
                  <a:lnTo>
                    <a:pt x="31147" y="29508"/>
                  </a:lnTo>
                  <a:lnTo>
                    <a:pt x="27868" y="32787"/>
                  </a:lnTo>
                  <a:lnTo>
                    <a:pt x="31147" y="31147"/>
                  </a:lnTo>
                  <a:lnTo>
                    <a:pt x="34426" y="29508"/>
                  </a:lnTo>
                  <a:lnTo>
                    <a:pt x="39344" y="27869"/>
                  </a:lnTo>
                  <a:lnTo>
                    <a:pt x="42622" y="27869"/>
                  </a:lnTo>
                  <a:lnTo>
                    <a:pt x="39344" y="27869"/>
                  </a:lnTo>
                  <a:lnTo>
                    <a:pt x="34426" y="32787"/>
                  </a:lnTo>
                  <a:lnTo>
                    <a:pt x="39344" y="32787"/>
                  </a:lnTo>
                  <a:lnTo>
                    <a:pt x="34426" y="32787"/>
                  </a:lnTo>
                  <a:lnTo>
                    <a:pt x="31147" y="32787"/>
                  </a:lnTo>
                  <a:lnTo>
                    <a:pt x="27868" y="34426"/>
                  </a:lnTo>
                  <a:lnTo>
                    <a:pt x="22951" y="32787"/>
                  </a:lnTo>
                  <a:lnTo>
                    <a:pt x="19672" y="32787"/>
                  </a:lnTo>
                  <a:lnTo>
                    <a:pt x="14754" y="32787"/>
                  </a:lnTo>
                  <a:lnTo>
                    <a:pt x="16393" y="37705"/>
                  </a:lnTo>
                  <a:lnTo>
                    <a:pt x="19672" y="37705"/>
                  </a:lnTo>
                  <a:lnTo>
                    <a:pt x="24590" y="39344"/>
                  </a:lnTo>
                  <a:lnTo>
                    <a:pt x="26229" y="39344"/>
                  </a:lnTo>
                  <a:lnTo>
                    <a:pt x="29508" y="40983"/>
                  </a:lnTo>
                  <a:lnTo>
                    <a:pt x="34426" y="39344"/>
                  </a:lnTo>
                  <a:lnTo>
                    <a:pt x="37705" y="39344"/>
                  </a:lnTo>
                  <a:lnTo>
                    <a:pt x="42622" y="37705"/>
                  </a:lnTo>
                  <a:lnTo>
                    <a:pt x="45901" y="37705"/>
                  </a:lnTo>
                  <a:lnTo>
                    <a:pt x="49180" y="36065"/>
                  </a:lnTo>
                  <a:lnTo>
                    <a:pt x="52458" y="36065"/>
                  </a:lnTo>
                  <a:lnTo>
                    <a:pt x="57377" y="34426"/>
                  </a:lnTo>
                  <a:lnTo>
                    <a:pt x="60655" y="34426"/>
                  </a:lnTo>
                  <a:lnTo>
                    <a:pt x="63934" y="34426"/>
                  </a:lnTo>
                  <a:lnTo>
                    <a:pt x="68852" y="32787"/>
                  </a:lnTo>
                  <a:lnTo>
                    <a:pt x="72131" y="31147"/>
                  </a:lnTo>
                  <a:lnTo>
                    <a:pt x="77049" y="31147"/>
                  </a:lnTo>
                  <a:lnTo>
                    <a:pt x="80327" y="29508"/>
                  </a:lnTo>
                  <a:lnTo>
                    <a:pt x="83606" y="26229"/>
                  </a:lnTo>
                  <a:lnTo>
                    <a:pt x="85245" y="22951"/>
                  </a:lnTo>
                  <a:lnTo>
                    <a:pt x="83606" y="19672"/>
                  </a:lnTo>
                  <a:lnTo>
                    <a:pt x="80327" y="18033"/>
                  </a:lnTo>
                  <a:lnTo>
                    <a:pt x="77049" y="18033"/>
                  </a:lnTo>
                  <a:lnTo>
                    <a:pt x="72131" y="16393"/>
                  </a:lnTo>
                  <a:lnTo>
                    <a:pt x="68852" y="14754"/>
                  </a:lnTo>
                  <a:lnTo>
                    <a:pt x="65573" y="11475"/>
                  </a:lnTo>
                  <a:lnTo>
                    <a:pt x="62295" y="8197"/>
                  </a:lnTo>
                  <a:lnTo>
                    <a:pt x="59016" y="6557"/>
                  </a:lnTo>
                  <a:lnTo>
                    <a:pt x="55737" y="4918"/>
                  </a:lnTo>
                  <a:lnTo>
                    <a:pt x="50819" y="3279"/>
                  </a:lnTo>
                  <a:lnTo>
                    <a:pt x="47541" y="3279"/>
                  </a:lnTo>
                  <a:lnTo>
                    <a:pt x="44262" y="1639"/>
                  </a:lnTo>
                  <a:lnTo>
                    <a:pt x="39344" y="1639"/>
                  </a:lnTo>
                  <a:lnTo>
                    <a:pt x="36065" y="1639"/>
                  </a:lnTo>
                  <a:lnTo>
                    <a:pt x="32787" y="0"/>
                  </a:lnTo>
                  <a:lnTo>
                    <a:pt x="27868" y="0"/>
                  </a:lnTo>
                  <a:lnTo>
                    <a:pt x="24590" y="1639"/>
                  </a:lnTo>
                  <a:lnTo>
                    <a:pt x="19672" y="3279"/>
                  </a:lnTo>
                  <a:lnTo>
                    <a:pt x="16393" y="3279"/>
                  </a:lnTo>
                  <a:lnTo>
                    <a:pt x="13114" y="8197"/>
                  </a:lnTo>
                  <a:lnTo>
                    <a:pt x="13114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39" name="Freeform 3138">
              <a:extLst>
                <a:ext uri="{FF2B5EF4-FFF2-40B4-BE49-F238E27FC236}">
                  <a16:creationId xmlns:a16="http://schemas.microsoft.com/office/drawing/2014/main" id="{6AAFAC09-C591-C54E-B7F7-3B1331C7AD16}"/>
                </a:ext>
              </a:extLst>
            </p:cNvPr>
            <p:cNvSpPr/>
            <p:nvPr/>
          </p:nvSpPr>
          <p:spPr>
            <a:xfrm>
              <a:off x="3951747" y="1190320"/>
              <a:ext cx="4917" cy="4918"/>
            </a:xfrm>
            <a:custGeom>
              <a:avLst/>
              <a:gdLst>
                <a:gd name="connsiteX0" fmla="*/ 0 w 4917"/>
                <a:gd name="connsiteY0" fmla="*/ 1639 h 4918"/>
                <a:gd name="connsiteX1" fmla="*/ 3278 w 4917"/>
                <a:gd name="connsiteY1" fmla="*/ 4918 h 4918"/>
                <a:gd name="connsiteX2" fmla="*/ 4918 w 4917"/>
                <a:gd name="connsiteY2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4918">
                  <a:moveTo>
                    <a:pt x="0" y="1639"/>
                  </a:moveTo>
                  <a:lnTo>
                    <a:pt x="3278" y="4918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40" name="Freeform 3139">
              <a:extLst>
                <a:ext uri="{FF2B5EF4-FFF2-40B4-BE49-F238E27FC236}">
                  <a16:creationId xmlns:a16="http://schemas.microsoft.com/office/drawing/2014/main" id="{71AC7C2E-BA59-B646-A2ED-1B8EFE61385C}"/>
                </a:ext>
              </a:extLst>
            </p:cNvPr>
            <p:cNvSpPr/>
            <p:nvPr/>
          </p:nvSpPr>
          <p:spPr>
            <a:xfrm>
              <a:off x="3959944" y="1103435"/>
              <a:ext cx="4917" cy="3278"/>
            </a:xfrm>
            <a:custGeom>
              <a:avLst/>
              <a:gdLst>
                <a:gd name="connsiteX0" fmla="*/ 0 w 4917"/>
                <a:gd name="connsiteY0" fmla="*/ 0 h 3278"/>
                <a:gd name="connsiteX1" fmla="*/ 0 w 4917"/>
                <a:gd name="connsiteY1" fmla="*/ 0 h 3278"/>
                <a:gd name="connsiteX2" fmla="*/ 1639 w 4917"/>
                <a:gd name="connsiteY2" fmla="*/ 3279 h 3278"/>
                <a:gd name="connsiteX3" fmla="*/ 4918 w 4917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3278">
                  <a:moveTo>
                    <a:pt x="0" y="0"/>
                  </a:moveTo>
                  <a:lnTo>
                    <a:pt x="0" y="0"/>
                  </a:lnTo>
                  <a:lnTo>
                    <a:pt x="1639" y="327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41" name="Freeform 3140">
              <a:extLst>
                <a:ext uri="{FF2B5EF4-FFF2-40B4-BE49-F238E27FC236}">
                  <a16:creationId xmlns:a16="http://schemas.microsoft.com/office/drawing/2014/main" id="{718E08D9-81A8-1649-AAAB-2FC12909A10F}"/>
                </a:ext>
              </a:extLst>
            </p:cNvPr>
            <p:cNvSpPr/>
            <p:nvPr/>
          </p:nvSpPr>
          <p:spPr>
            <a:xfrm>
              <a:off x="3959944" y="1137861"/>
              <a:ext cx="4917" cy="1639"/>
            </a:xfrm>
            <a:custGeom>
              <a:avLst/>
              <a:gdLst>
                <a:gd name="connsiteX0" fmla="*/ 0 w 4917"/>
                <a:gd name="connsiteY0" fmla="*/ 0 h 1639"/>
                <a:gd name="connsiteX1" fmla="*/ 0 w 4917"/>
                <a:gd name="connsiteY1" fmla="*/ 1639 h 1639"/>
                <a:gd name="connsiteX2" fmla="*/ 4918 w 4917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0" y="0"/>
                  </a:move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42" name="Freeform 3141">
              <a:extLst>
                <a:ext uri="{FF2B5EF4-FFF2-40B4-BE49-F238E27FC236}">
                  <a16:creationId xmlns:a16="http://schemas.microsoft.com/office/drawing/2014/main" id="{12BAF8E3-0128-D846-803F-2EA2045AC86F}"/>
                </a:ext>
              </a:extLst>
            </p:cNvPr>
            <p:cNvSpPr/>
            <p:nvPr/>
          </p:nvSpPr>
          <p:spPr>
            <a:xfrm>
              <a:off x="3968141" y="1177205"/>
              <a:ext cx="6557" cy="4917"/>
            </a:xfrm>
            <a:custGeom>
              <a:avLst/>
              <a:gdLst>
                <a:gd name="connsiteX0" fmla="*/ 6557 w 6557"/>
                <a:gd name="connsiteY0" fmla="*/ 0 h 4917"/>
                <a:gd name="connsiteX1" fmla="*/ 3278 w 6557"/>
                <a:gd name="connsiteY1" fmla="*/ 1639 h 4917"/>
                <a:gd name="connsiteX2" fmla="*/ 0 w 6557"/>
                <a:gd name="connsiteY2" fmla="*/ 3279 h 4917"/>
                <a:gd name="connsiteX3" fmla="*/ 3278 w 6557"/>
                <a:gd name="connsiteY3" fmla="*/ 4918 h 4917"/>
                <a:gd name="connsiteX4" fmla="*/ 6557 w 6557"/>
                <a:gd name="connsiteY4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7">
                  <a:moveTo>
                    <a:pt x="6557" y="0"/>
                  </a:moveTo>
                  <a:lnTo>
                    <a:pt x="3278" y="1639"/>
                  </a:lnTo>
                  <a:lnTo>
                    <a:pt x="0" y="3279"/>
                  </a:lnTo>
                  <a:lnTo>
                    <a:pt x="3278" y="4918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43" name="Freeform 3142">
              <a:extLst>
                <a:ext uri="{FF2B5EF4-FFF2-40B4-BE49-F238E27FC236}">
                  <a16:creationId xmlns:a16="http://schemas.microsoft.com/office/drawing/2014/main" id="{BA56B4B6-7314-7E47-9C8B-8DD4C3EDAD62}"/>
                </a:ext>
              </a:extLst>
            </p:cNvPr>
            <p:cNvSpPr/>
            <p:nvPr/>
          </p:nvSpPr>
          <p:spPr>
            <a:xfrm>
              <a:off x="3969780" y="1050976"/>
              <a:ext cx="8196" cy="3278"/>
            </a:xfrm>
            <a:custGeom>
              <a:avLst/>
              <a:gdLst>
                <a:gd name="connsiteX0" fmla="*/ 0 w 8196"/>
                <a:gd name="connsiteY0" fmla="*/ 0 h 3278"/>
                <a:gd name="connsiteX1" fmla="*/ 1639 w 8196"/>
                <a:gd name="connsiteY1" fmla="*/ 3279 h 3278"/>
                <a:gd name="connsiteX2" fmla="*/ 6558 w 8196"/>
                <a:gd name="connsiteY2" fmla="*/ 3279 h 3278"/>
                <a:gd name="connsiteX3" fmla="*/ 8197 w 8196"/>
                <a:gd name="connsiteY3" fmla="*/ 0 h 3278"/>
                <a:gd name="connsiteX4" fmla="*/ 4918 w 8196"/>
                <a:gd name="connsiteY4" fmla="*/ 0 h 3278"/>
                <a:gd name="connsiteX5" fmla="*/ 1639 w 8196"/>
                <a:gd name="connsiteY5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3278">
                  <a:moveTo>
                    <a:pt x="0" y="0"/>
                  </a:moveTo>
                  <a:lnTo>
                    <a:pt x="1639" y="3279"/>
                  </a:lnTo>
                  <a:lnTo>
                    <a:pt x="6558" y="3279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44" name="Freeform 3143">
              <a:extLst>
                <a:ext uri="{FF2B5EF4-FFF2-40B4-BE49-F238E27FC236}">
                  <a16:creationId xmlns:a16="http://schemas.microsoft.com/office/drawing/2014/main" id="{B36157D7-16EA-4D46-A367-4C161302E12A}"/>
                </a:ext>
              </a:extLst>
            </p:cNvPr>
            <p:cNvSpPr/>
            <p:nvPr/>
          </p:nvSpPr>
          <p:spPr>
            <a:xfrm>
              <a:off x="3974698" y="1173927"/>
              <a:ext cx="3278" cy="1639"/>
            </a:xfrm>
            <a:custGeom>
              <a:avLst/>
              <a:gdLst>
                <a:gd name="connsiteX0" fmla="*/ 3278 w 3278"/>
                <a:gd name="connsiteY0" fmla="*/ 0 h 1639"/>
                <a:gd name="connsiteX1" fmla="*/ 3278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8" y="0"/>
                  </a:moveTo>
                  <a:lnTo>
                    <a:pt x="327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45" name="Freeform 3144">
              <a:extLst>
                <a:ext uri="{FF2B5EF4-FFF2-40B4-BE49-F238E27FC236}">
                  <a16:creationId xmlns:a16="http://schemas.microsoft.com/office/drawing/2014/main" id="{848165B6-65AC-D544-B50E-8C2A0CAFCCA5}"/>
                </a:ext>
              </a:extLst>
            </p:cNvPr>
            <p:cNvSpPr/>
            <p:nvPr/>
          </p:nvSpPr>
          <p:spPr>
            <a:xfrm>
              <a:off x="3974698" y="1169009"/>
              <a:ext cx="26229" cy="3278"/>
            </a:xfrm>
            <a:custGeom>
              <a:avLst/>
              <a:gdLst>
                <a:gd name="connsiteX0" fmla="*/ 26229 w 26229"/>
                <a:gd name="connsiteY0" fmla="*/ 0 h 3278"/>
                <a:gd name="connsiteX1" fmla="*/ 22951 w 26229"/>
                <a:gd name="connsiteY1" fmla="*/ 0 h 3278"/>
                <a:gd name="connsiteX2" fmla="*/ 19672 w 26229"/>
                <a:gd name="connsiteY2" fmla="*/ 0 h 3278"/>
                <a:gd name="connsiteX3" fmla="*/ 14754 w 26229"/>
                <a:gd name="connsiteY3" fmla="*/ 0 h 3278"/>
                <a:gd name="connsiteX4" fmla="*/ 11475 w 26229"/>
                <a:gd name="connsiteY4" fmla="*/ 0 h 3278"/>
                <a:gd name="connsiteX5" fmla="*/ 8197 w 26229"/>
                <a:gd name="connsiteY5" fmla="*/ 1639 h 3278"/>
                <a:gd name="connsiteX6" fmla="*/ 3278 w 26229"/>
                <a:gd name="connsiteY6" fmla="*/ 1639 h 3278"/>
                <a:gd name="connsiteX7" fmla="*/ 0 w 26229"/>
                <a:gd name="connsiteY7" fmla="*/ 3279 h 3278"/>
                <a:gd name="connsiteX8" fmla="*/ 3278 w 26229"/>
                <a:gd name="connsiteY8" fmla="*/ 3279 h 3278"/>
                <a:gd name="connsiteX9" fmla="*/ 8197 w 26229"/>
                <a:gd name="connsiteY9" fmla="*/ 3279 h 3278"/>
                <a:gd name="connsiteX10" fmla="*/ 11475 w 26229"/>
                <a:gd name="connsiteY10" fmla="*/ 3279 h 3278"/>
                <a:gd name="connsiteX11" fmla="*/ 14754 w 26229"/>
                <a:gd name="connsiteY11" fmla="*/ 1639 h 3278"/>
                <a:gd name="connsiteX12" fmla="*/ 19672 w 26229"/>
                <a:gd name="connsiteY12" fmla="*/ 1639 h 3278"/>
                <a:gd name="connsiteX13" fmla="*/ 22951 w 26229"/>
                <a:gd name="connsiteY1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229" h="3278">
                  <a:moveTo>
                    <a:pt x="26229" y="0"/>
                  </a:moveTo>
                  <a:lnTo>
                    <a:pt x="22951" y="0"/>
                  </a:lnTo>
                  <a:lnTo>
                    <a:pt x="19672" y="0"/>
                  </a:lnTo>
                  <a:lnTo>
                    <a:pt x="14754" y="0"/>
                  </a:lnTo>
                  <a:lnTo>
                    <a:pt x="11475" y="0"/>
                  </a:lnTo>
                  <a:lnTo>
                    <a:pt x="8197" y="1639"/>
                  </a:lnTo>
                  <a:lnTo>
                    <a:pt x="3278" y="1639"/>
                  </a:lnTo>
                  <a:lnTo>
                    <a:pt x="0" y="3279"/>
                  </a:lnTo>
                  <a:lnTo>
                    <a:pt x="3278" y="3279"/>
                  </a:lnTo>
                  <a:lnTo>
                    <a:pt x="8197" y="3279"/>
                  </a:lnTo>
                  <a:lnTo>
                    <a:pt x="11475" y="3279"/>
                  </a:lnTo>
                  <a:lnTo>
                    <a:pt x="14754" y="1639"/>
                  </a:lnTo>
                  <a:lnTo>
                    <a:pt x="19672" y="1639"/>
                  </a:lnTo>
                  <a:lnTo>
                    <a:pt x="22951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46" name="Freeform 3145">
              <a:extLst>
                <a:ext uri="{FF2B5EF4-FFF2-40B4-BE49-F238E27FC236}">
                  <a16:creationId xmlns:a16="http://schemas.microsoft.com/office/drawing/2014/main" id="{4BB046D1-5186-D84C-9270-3DB2118A8589}"/>
                </a:ext>
              </a:extLst>
            </p:cNvPr>
            <p:cNvSpPr/>
            <p:nvPr/>
          </p:nvSpPr>
          <p:spPr>
            <a:xfrm>
              <a:off x="3977976" y="1169009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47" name="Freeform 3146">
              <a:extLst>
                <a:ext uri="{FF2B5EF4-FFF2-40B4-BE49-F238E27FC236}">
                  <a16:creationId xmlns:a16="http://schemas.microsoft.com/office/drawing/2014/main" id="{C8926C3D-FBAE-7B43-BB15-87CA7BA8F5E9}"/>
                </a:ext>
              </a:extLst>
            </p:cNvPr>
            <p:cNvSpPr/>
            <p:nvPr/>
          </p:nvSpPr>
          <p:spPr>
            <a:xfrm>
              <a:off x="3982895" y="1167369"/>
              <a:ext cx="3278" cy="1639"/>
            </a:xfrm>
            <a:custGeom>
              <a:avLst/>
              <a:gdLst>
                <a:gd name="connsiteX0" fmla="*/ 3278 w 3278"/>
                <a:gd name="connsiteY0" fmla="*/ 0 h 1639"/>
                <a:gd name="connsiteX1" fmla="*/ 3278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8" y="0"/>
                  </a:moveTo>
                  <a:lnTo>
                    <a:pt x="327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48" name="Freeform 3147">
              <a:extLst>
                <a:ext uri="{FF2B5EF4-FFF2-40B4-BE49-F238E27FC236}">
                  <a16:creationId xmlns:a16="http://schemas.microsoft.com/office/drawing/2014/main" id="{ED06D8DE-23AD-7043-8FCB-A6CB083D3665}"/>
                </a:ext>
              </a:extLst>
            </p:cNvPr>
            <p:cNvSpPr/>
            <p:nvPr/>
          </p:nvSpPr>
          <p:spPr>
            <a:xfrm>
              <a:off x="3987812" y="1185402"/>
              <a:ext cx="22950" cy="4917"/>
            </a:xfrm>
            <a:custGeom>
              <a:avLst/>
              <a:gdLst>
                <a:gd name="connsiteX0" fmla="*/ 0 w 22950"/>
                <a:gd name="connsiteY0" fmla="*/ 3279 h 4917"/>
                <a:gd name="connsiteX1" fmla="*/ 0 w 22950"/>
                <a:gd name="connsiteY1" fmla="*/ 3279 h 4917"/>
                <a:gd name="connsiteX2" fmla="*/ 4918 w 22950"/>
                <a:gd name="connsiteY2" fmla="*/ 3279 h 4917"/>
                <a:gd name="connsiteX3" fmla="*/ 8197 w 22950"/>
                <a:gd name="connsiteY3" fmla="*/ 3279 h 4917"/>
                <a:gd name="connsiteX4" fmla="*/ 4918 w 22950"/>
                <a:gd name="connsiteY4" fmla="*/ 4918 h 4917"/>
                <a:gd name="connsiteX5" fmla="*/ 8197 w 22950"/>
                <a:gd name="connsiteY5" fmla="*/ 4918 h 4917"/>
                <a:gd name="connsiteX6" fmla="*/ 11476 w 22950"/>
                <a:gd name="connsiteY6" fmla="*/ 4918 h 4917"/>
                <a:gd name="connsiteX7" fmla="*/ 14754 w 22950"/>
                <a:gd name="connsiteY7" fmla="*/ 3279 h 4917"/>
                <a:gd name="connsiteX8" fmla="*/ 19672 w 22950"/>
                <a:gd name="connsiteY8" fmla="*/ 3279 h 4917"/>
                <a:gd name="connsiteX9" fmla="*/ 22951 w 22950"/>
                <a:gd name="connsiteY9" fmla="*/ 0 h 4917"/>
                <a:gd name="connsiteX10" fmla="*/ 19672 w 22950"/>
                <a:gd name="connsiteY10" fmla="*/ 0 h 4917"/>
                <a:gd name="connsiteX11" fmla="*/ 14754 w 22950"/>
                <a:gd name="connsiteY11" fmla="*/ 1639 h 4917"/>
                <a:gd name="connsiteX12" fmla="*/ 11476 w 22950"/>
                <a:gd name="connsiteY12" fmla="*/ 1639 h 4917"/>
                <a:gd name="connsiteX13" fmla="*/ 8197 w 22950"/>
                <a:gd name="connsiteY13" fmla="*/ 1639 h 4917"/>
                <a:gd name="connsiteX14" fmla="*/ 4918 w 22950"/>
                <a:gd name="connsiteY14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950" h="4917">
                  <a:moveTo>
                    <a:pt x="0" y="3279"/>
                  </a:moveTo>
                  <a:lnTo>
                    <a:pt x="0" y="3279"/>
                  </a:lnTo>
                  <a:lnTo>
                    <a:pt x="4918" y="3279"/>
                  </a:lnTo>
                  <a:lnTo>
                    <a:pt x="8197" y="3279"/>
                  </a:lnTo>
                  <a:lnTo>
                    <a:pt x="4918" y="4918"/>
                  </a:lnTo>
                  <a:lnTo>
                    <a:pt x="8197" y="4918"/>
                  </a:lnTo>
                  <a:lnTo>
                    <a:pt x="11476" y="4918"/>
                  </a:lnTo>
                  <a:lnTo>
                    <a:pt x="14754" y="3279"/>
                  </a:lnTo>
                  <a:lnTo>
                    <a:pt x="19672" y="3279"/>
                  </a:lnTo>
                  <a:lnTo>
                    <a:pt x="22951" y="0"/>
                  </a:lnTo>
                  <a:lnTo>
                    <a:pt x="19672" y="0"/>
                  </a:lnTo>
                  <a:lnTo>
                    <a:pt x="14754" y="1639"/>
                  </a:lnTo>
                  <a:lnTo>
                    <a:pt x="11476" y="1639"/>
                  </a:lnTo>
                  <a:lnTo>
                    <a:pt x="8197" y="163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49" name="Freeform 3148">
              <a:extLst>
                <a:ext uri="{FF2B5EF4-FFF2-40B4-BE49-F238E27FC236}">
                  <a16:creationId xmlns:a16="http://schemas.microsoft.com/office/drawing/2014/main" id="{759935ED-D00D-994E-B0F7-7F4E1E0E82DC}"/>
                </a:ext>
              </a:extLst>
            </p:cNvPr>
            <p:cNvSpPr/>
            <p:nvPr/>
          </p:nvSpPr>
          <p:spPr>
            <a:xfrm>
              <a:off x="3996009" y="1188681"/>
              <a:ext cx="19672" cy="3278"/>
            </a:xfrm>
            <a:custGeom>
              <a:avLst/>
              <a:gdLst>
                <a:gd name="connsiteX0" fmla="*/ 0 w 19672"/>
                <a:gd name="connsiteY0" fmla="*/ 3279 h 3278"/>
                <a:gd name="connsiteX1" fmla="*/ 0 w 19672"/>
                <a:gd name="connsiteY1" fmla="*/ 3279 h 3278"/>
                <a:gd name="connsiteX2" fmla="*/ 3279 w 19672"/>
                <a:gd name="connsiteY2" fmla="*/ 3279 h 3278"/>
                <a:gd name="connsiteX3" fmla="*/ 6557 w 19672"/>
                <a:gd name="connsiteY3" fmla="*/ 3279 h 3278"/>
                <a:gd name="connsiteX4" fmla="*/ 11476 w 19672"/>
                <a:gd name="connsiteY4" fmla="*/ 3279 h 3278"/>
                <a:gd name="connsiteX5" fmla="*/ 14754 w 19672"/>
                <a:gd name="connsiteY5" fmla="*/ 3279 h 3278"/>
                <a:gd name="connsiteX6" fmla="*/ 19672 w 19672"/>
                <a:gd name="connsiteY6" fmla="*/ 1639 h 3278"/>
                <a:gd name="connsiteX7" fmla="*/ 14754 w 19672"/>
                <a:gd name="connsiteY7" fmla="*/ 0 h 3278"/>
                <a:gd name="connsiteX8" fmla="*/ 11476 w 19672"/>
                <a:gd name="connsiteY8" fmla="*/ 1639 h 3278"/>
                <a:gd name="connsiteX9" fmla="*/ 8197 w 19672"/>
                <a:gd name="connsiteY9" fmla="*/ 1639 h 3278"/>
                <a:gd name="connsiteX10" fmla="*/ 3279 w 19672"/>
                <a:gd name="connsiteY10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72" h="3278">
                  <a:moveTo>
                    <a:pt x="0" y="3279"/>
                  </a:moveTo>
                  <a:lnTo>
                    <a:pt x="0" y="3279"/>
                  </a:lnTo>
                  <a:lnTo>
                    <a:pt x="3279" y="3279"/>
                  </a:lnTo>
                  <a:lnTo>
                    <a:pt x="6557" y="3279"/>
                  </a:lnTo>
                  <a:lnTo>
                    <a:pt x="11476" y="3279"/>
                  </a:lnTo>
                  <a:lnTo>
                    <a:pt x="14754" y="3279"/>
                  </a:lnTo>
                  <a:lnTo>
                    <a:pt x="19672" y="1639"/>
                  </a:lnTo>
                  <a:lnTo>
                    <a:pt x="14754" y="0"/>
                  </a:lnTo>
                  <a:lnTo>
                    <a:pt x="11476" y="1639"/>
                  </a:lnTo>
                  <a:lnTo>
                    <a:pt x="8197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50" name="Freeform 3149">
              <a:extLst>
                <a:ext uri="{FF2B5EF4-FFF2-40B4-BE49-F238E27FC236}">
                  <a16:creationId xmlns:a16="http://schemas.microsoft.com/office/drawing/2014/main" id="{F19338E9-96C2-3F40-860F-2E0D96B4DF7A}"/>
                </a:ext>
              </a:extLst>
            </p:cNvPr>
            <p:cNvSpPr/>
            <p:nvPr/>
          </p:nvSpPr>
          <p:spPr>
            <a:xfrm>
              <a:off x="4002566" y="1072288"/>
              <a:ext cx="16393" cy="11475"/>
            </a:xfrm>
            <a:custGeom>
              <a:avLst/>
              <a:gdLst>
                <a:gd name="connsiteX0" fmla="*/ 14754 w 16393"/>
                <a:gd name="connsiteY0" fmla="*/ 0 h 11475"/>
                <a:gd name="connsiteX1" fmla="*/ 11476 w 16393"/>
                <a:gd name="connsiteY1" fmla="*/ 1639 h 11475"/>
                <a:gd name="connsiteX2" fmla="*/ 6558 w 16393"/>
                <a:gd name="connsiteY2" fmla="*/ 3279 h 11475"/>
                <a:gd name="connsiteX3" fmla="*/ 3279 w 16393"/>
                <a:gd name="connsiteY3" fmla="*/ 4918 h 11475"/>
                <a:gd name="connsiteX4" fmla="*/ 0 w 16393"/>
                <a:gd name="connsiteY4" fmla="*/ 8197 h 11475"/>
                <a:gd name="connsiteX5" fmla="*/ 3279 w 16393"/>
                <a:gd name="connsiteY5" fmla="*/ 9836 h 11475"/>
                <a:gd name="connsiteX6" fmla="*/ 6558 w 16393"/>
                <a:gd name="connsiteY6" fmla="*/ 11475 h 11475"/>
                <a:gd name="connsiteX7" fmla="*/ 9836 w 16393"/>
                <a:gd name="connsiteY7" fmla="*/ 9836 h 11475"/>
                <a:gd name="connsiteX8" fmla="*/ 14754 w 16393"/>
                <a:gd name="connsiteY8" fmla="*/ 8197 h 11475"/>
                <a:gd name="connsiteX9" fmla="*/ 16393 w 16393"/>
                <a:gd name="connsiteY9" fmla="*/ 4918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393" h="11475">
                  <a:moveTo>
                    <a:pt x="14754" y="0"/>
                  </a:moveTo>
                  <a:lnTo>
                    <a:pt x="11476" y="1639"/>
                  </a:lnTo>
                  <a:lnTo>
                    <a:pt x="6558" y="3279"/>
                  </a:lnTo>
                  <a:lnTo>
                    <a:pt x="3279" y="4918"/>
                  </a:lnTo>
                  <a:lnTo>
                    <a:pt x="0" y="8197"/>
                  </a:lnTo>
                  <a:lnTo>
                    <a:pt x="3279" y="9836"/>
                  </a:lnTo>
                  <a:lnTo>
                    <a:pt x="6558" y="11475"/>
                  </a:lnTo>
                  <a:lnTo>
                    <a:pt x="9836" y="9836"/>
                  </a:lnTo>
                  <a:lnTo>
                    <a:pt x="14754" y="8197"/>
                  </a:lnTo>
                  <a:lnTo>
                    <a:pt x="16393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51" name="Freeform 3150">
              <a:extLst>
                <a:ext uri="{FF2B5EF4-FFF2-40B4-BE49-F238E27FC236}">
                  <a16:creationId xmlns:a16="http://schemas.microsoft.com/office/drawing/2014/main" id="{64B34F03-6D5E-924C-98D4-FF47B46A9776}"/>
                </a:ext>
              </a:extLst>
            </p:cNvPr>
            <p:cNvSpPr/>
            <p:nvPr/>
          </p:nvSpPr>
          <p:spPr>
            <a:xfrm>
              <a:off x="4027156" y="1059173"/>
              <a:ext cx="19672" cy="6557"/>
            </a:xfrm>
            <a:custGeom>
              <a:avLst/>
              <a:gdLst>
                <a:gd name="connsiteX0" fmla="*/ 4918 w 19672"/>
                <a:gd name="connsiteY0" fmla="*/ 6557 h 6557"/>
                <a:gd name="connsiteX1" fmla="*/ 8197 w 19672"/>
                <a:gd name="connsiteY1" fmla="*/ 4918 h 6557"/>
                <a:gd name="connsiteX2" fmla="*/ 11476 w 19672"/>
                <a:gd name="connsiteY2" fmla="*/ 3279 h 6557"/>
                <a:gd name="connsiteX3" fmla="*/ 16393 w 19672"/>
                <a:gd name="connsiteY3" fmla="*/ 3279 h 6557"/>
                <a:gd name="connsiteX4" fmla="*/ 19672 w 19672"/>
                <a:gd name="connsiteY4" fmla="*/ 0 h 6557"/>
                <a:gd name="connsiteX5" fmla="*/ 16393 w 19672"/>
                <a:gd name="connsiteY5" fmla="*/ 1639 h 6557"/>
                <a:gd name="connsiteX6" fmla="*/ 11476 w 19672"/>
                <a:gd name="connsiteY6" fmla="*/ 0 h 6557"/>
                <a:gd name="connsiteX7" fmla="*/ 8197 w 19672"/>
                <a:gd name="connsiteY7" fmla="*/ 0 h 6557"/>
                <a:gd name="connsiteX8" fmla="*/ 3279 w 19672"/>
                <a:gd name="connsiteY8" fmla="*/ 0 h 6557"/>
                <a:gd name="connsiteX9" fmla="*/ 0 w 19672"/>
                <a:gd name="connsiteY9" fmla="*/ 1639 h 6557"/>
                <a:gd name="connsiteX10" fmla="*/ 0 w 19672"/>
                <a:gd name="connsiteY10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72" h="6557">
                  <a:moveTo>
                    <a:pt x="4918" y="6557"/>
                  </a:moveTo>
                  <a:lnTo>
                    <a:pt x="8197" y="4918"/>
                  </a:lnTo>
                  <a:lnTo>
                    <a:pt x="11476" y="3279"/>
                  </a:lnTo>
                  <a:lnTo>
                    <a:pt x="16393" y="3279"/>
                  </a:lnTo>
                  <a:lnTo>
                    <a:pt x="19672" y="0"/>
                  </a:lnTo>
                  <a:lnTo>
                    <a:pt x="16393" y="1639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52" name="Freeform 3151">
              <a:extLst>
                <a:ext uri="{FF2B5EF4-FFF2-40B4-BE49-F238E27FC236}">
                  <a16:creationId xmlns:a16="http://schemas.microsoft.com/office/drawing/2014/main" id="{46BB6793-8713-664D-8EFB-9DA9FAF61397}"/>
                </a:ext>
              </a:extLst>
            </p:cNvPr>
            <p:cNvSpPr/>
            <p:nvPr/>
          </p:nvSpPr>
          <p:spPr>
            <a:xfrm>
              <a:off x="4027156" y="1070649"/>
              <a:ext cx="21311" cy="8196"/>
            </a:xfrm>
            <a:custGeom>
              <a:avLst/>
              <a:gdLst>
                <a:gd name="connsiteX0" fmla="*/ 1639 w 21311"/>
                <a:gd name="connsiteY0" fmla="*/ 1639 h 8196"/>
                <a:gd name="connsiteX1" fmla="*/ 0 w 21311"/>
                <a:gd name="connsiteY1" fmla="*/ 3279 h 8196"/>
                <a:gd name="connsiteX2" fmla="*/ 1639 w 21311"/>
                <a:gd name="connsiteY2" fmla="*/ 6557 h 8196"/>
                <a:gd name="connsiteX3" fmla="*/ 4918 w 21311"/>
                <a:gd name="connsiteY3" fmla="*/ 8197 h 8196"/>
                <a:gd name="connsiteX4" fmla="*/ 9836 w 21311"/>
                <a:gd name="connsiteY4" fmla="*/ 6557 h 8196"/>
                <a:gd name="connsiteX5" fmla="*/ 13115 w 21311"/>
                <a:gd name="connsiteY5" fmla="*/ 4918 h 8196"/>
                <a:gd name="connsiteX6" fmla="*/ 18033 w 21311"/>
                <a:gd name="connsiteY6" fmla="*/ 4918 h 8196"/>
                <a:gd name="connsiteX7" fmla="*/ 21312 w 21311"/>
                <a:gd name="connsiteY7" fmla="*/ 0 h 8196"/>
                <a:gd name="connsiteX8" fmla="*/ 18033 w 21311"/>
                <a:gd name="connsiteY8" fmla="*/ 0 h 8196"/>
                <a:gd name="connsiteX9" fmla="*/ 13115 w 21311"/>
                <a:gd name="connsiteY9" fmla="*/ 0 h 8196"/>
                <a:gd name="connsiteX10" fmla="*/ 9836 w 21311"/>
                <a:gd name="connsiteY10" fmla="*/ 0 h 8196"/>
                <a:gd name="connsiteX11" fmla="*/ 6558 w 21311"/>
                <a:gd name="connsiteY11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311" h="8196">
                  <a:moveTo>
                    <a:pt x="1639" y="1639"/>
                  </a:moveTo>
                  <a:lnTo>
                    <a:pt x="0" y="3279"/>
                  </a:lnTo>
                  <a:lnTo>
                    <a:pt x="1639" y="6557"/>
                  </a:lnTo>
                  <a:lnTo>
                    <a:pt x="4918" y="8197"/>
                  </a:lnTo>
                  <a:lnTo>
                    <a:pt x="9836" y="6557"/>
                  </a:lnTo>
                  <a:lnTo>
                    <a:pt x="13115" y="4918"/>
                  </a:lnTo>
                  <a:lnTo>
                    <a:pt x="18033" y="4918"/>
                  </a:lnTo>
                  <a:lnTo>
                    <a:pt x="21312" y="0"/>
                  </a:lnTo>
                  <a:lnTo>
                    <a:pt x="18033" y="0"/>
                  </a:lnTo>
                  <a:lnTo>
                    <a:pt x="13115" y="0"/>
                  </a:lnTo>
                  <a:lnTo>
                    <a:pt x="9836" y="0"/>
                  </a:lnTo>
                  <a:lnTo>
                    <a:pt x="655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53" name="Freeform 3152">
              <a:extLst>
                <a:ext uri="{FF2B5EF4-FFF2-40B4-BE49-F238E27FC236}">
                  <a16:creationId xmlns:a16="http://schemas.microsoft.com/office/drawing/2014/main" id="{3E7D7D35-AC1D-1742-906F-A5ABEC60875A}"/>
                </a:ext>
              </a:extLst>
            </p:cNvPr>
            <p:cNvSpPr/>
            <p:nvPr/>
          </p:nvSpPr>
          <p:spPr>
            <a:xfrm>
              <a:off x="4033714" y="1064091"/>
              <a:ext cx="6557" cy="3278"/>
            </a:xfrm>
            <a:custGeom>
              <a:avLst/>
              <a:gdLst>
                <a:gd name="connsiteX0" fmla="*/ 6557 w 6557"/>
                <a:gd name="connsiteY0" fmla="*/ 1639 h 3278"/>
                <a:gd name="connsiteX1" fmla="*/ 6557 w 6557"/>
                <a:gd name="connsiteY1" fmla="*/ 0 h 3278"/>
                <a:gd name="connsiteX2" fmla="*/ 3278 w 6557"/>
                <a:gd name="connsiteY2" fmla="*/ 1639 h 3278"/>
                <a:gd name="connsiteX3" fmla="*/ 0 w 6557"/>
                <a:gd name="connsiteY3" fmla="*/ 3279 h 3278"/>
                <a:gd name="connsiteX4" fmla="*/ 3278 w 6557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6557" y="1639"/>
                  </a:moveTo>
                  <a:lnTo>
                    <a:pt x="6557" y="0"/>
                  </a:lnTo>
                  <a:lnTo>
                    <a:pt x="3278" y="1639"/>
                  </a:lnTo>
                  <a:lnTo>
                    <a:pt x="0" y="3279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54" name="Freeform 3153">
              <a:extLst>
                <a:ext uri="{FF2B5EF4-FFF2-40B4-BE49-F238E27FC236}">
                  <a16:creationId xmlns:a16="http://schemas.microsoft.com/office/drawing/2014/main" id="{3AC0712F-8DA4-F64F-BCD7-6ED33C925209}"/>
                </a:ext>
              </a:extLst>
            </p:cNvPr>
            <p:cNvSpPr/>
            <p:nvPr/>
          </p:nvSpPr>
          <p:spPr>
            <a:xfrm>
              <a:off x="4428794" y="705076"/>
              <a:ext cx="65573" cy="16393"/>
            </a:xfrm>
            <a:custGeom>
              <a:avLst/>
              <a:gdLst>
                <a:gd name="connsiteX0" fmla="*/ 6558 w 65573"/>
                <a:gd name="connsiteY0" fmla="*/ 4918 h 16393"/>
                <a:gd name="connsiteX1" fmla="*/ 9836 w 65573"/>
                <a:gd name="connsiteY1" fmla="*/ 8197 h 16393"/>
                <a:gd name="connsiteX2" fmla="*/ 14754 w 65573"/>
                <a:gd name="connsiteY2" fmla="*/ 8197 h 16393"/>
                <a:gd name="connsiteX3" fmla="*/ 18033 w 65573"/>
                <a:gd name="connsiteY3" fmla="*/ 9836 h 16393"/>
                <a:gd name="connsiteX4" fmla="*/ 21312 w 65573"/>
                <a:gd name="connsiteY4" fmla="*/ 9836 h 16393"/>
                <a:gd name="connsiteX5" fmla="*/ 26229 w 65573"/>
                <a:gd name="connsiteY5" fmla="*/ 11475 h 16393"/>
                <a:gd name="connsiteX6" fmla="*/ 29508 w 65573"/>
                <a:gd name="connsiteY6" fmla="*/ 11475 h 16393"/>
                <a:gd name="connsiteX7" fmla="*/ 34426 w 65573"/>
                <a:gd name="connsiteY7" fmla="*/ 11475 h 16393"/>
                <a:gd name="connsiteX8" fmla="*/ 37705 w 65573"/>
                <a:gd name="connsiteY8" fmla="*/ 13115 h 16393"/>
                <a:gd name="connsiteX9" fmla="*/ 42623 w 65573"/>
                <a:gd name="connsiteY9" fmla="*/ 13115 h 16393"/>
                <a:gd name="connsiteX10" fmla="*/ 45902 w 65573"/>
                <a:gd name="connsiteY10" fmla="*/ 16393 h 16393"/>
                <a:gd name="connsiteX11" fmla="*/ 49180 w 65573"/>
                <a:gd name="connsiteY11" fmla="*/ 16393 h 16393"/>
                <a:gd name="connsiteX12" fmla="*/ 54098 w 65573"/>
                <a:gd name="connsiteY12" fmla="*/ 16393 h 16393"/>
                <a:gd name="connsiteX13" fmla="*/ 49180 w 65573"/>
                <a:gd name="connsiteY13" fmla="*/ 13115 h 16393"/>
                <a:gd name="connsiteX14" fmla="*/ 54098 w 65573"/>
                <a:gd name="connsiteY14" fmla="*/ 11475 h 16393"/>
                <a:gd name="connsiteX15" fmla="*/ 57377 w 65573"/>
                <a:gd name="connsiteY15" fmla="*/ 9836 h 16393"/>
                <a:gd name="connsiteX16" fmla="*/ 60656 w 65573"/>
                <a:gd name="connsiteY16" fmla="*/ 9836 h 16393"/>
                <a:gd name="connsiteX17" fmla="*/ 65573 w 65573"/>
                <a:gd name="connsiteY17" fmla="*/ 9836 h 16393"/>
                <a:gd name="connsiteX18" fmla="*/ 60656 w 65573"/>
                <a:gd name="connsiteY18" fmla="*/ 6557 h 16393"/>
                <a:gd name="connsiteX19" fmla="*/ 57377 w 65573"/>
                <a:gd name="connsiteY19" fmla="*/ 4918 h 16393"/>
                <a:gd name="connsiteX20" fmla="*/ 54098 w 65573"/>
                <a:gd name="connsiteY20" fmla="*/ 3279 h 16393"/>
                <a:gd name="connsiteX21" fmla="*/ 49180 w 65573"/>
                <a:gd name="connsiteY21" fmla="*/ 3279 h 16393"/>
                <a:gd name="connsiteX22" fmla="*/ 45902 w 65573"/>
                <a:gd name="connsiteY22" fmla="*/ 3279 h 16393"/>
                <a:gd name="connsiteX23" fmla="*/ 42623 w 65573"/>
                <a:gd name="connsiteY23" fmla="*/ 1639 h 16393"/>
                <a:gd name="connsiteX24" fmla="*/ 37705 w 65573"/>
                <a:gd name="connsiteY24" fmla="*/ 1639 h 16393"/>
                <a:gd name="connsiteX25" fmla="*/ 34426 w 65573"/>
                <a:gd name="connsiteY25" fmla="*/ 0 h 16393"/>
                <a:gd name="connsiteX26" fmla="*/ 29508 w 65573"/>
                <a:gd name="connsiteY26" fmla="*/ 0 h 16393"/>
                <a:gd name="connsiteX27" fmla="*/ 24590 w 65573"/>
                <a:gd name="connsiteY27" fmla="*/ 0 h 16393"/>
                <a:gd name="connsiteX28" fmla="*/ 21312 w 65573"/>
                <a:gd name="connsiteY28" fmla="*/ 0 h 16393"/>
                <a:gd name="connsiteX29" fmla="*/ 18033 w 65573"/>
                <a:gd name="connsiteY29" fmla="*/ 1639 h 16393"/>
                <a:gd name="connsiteX30" fmla="*/ 13115 w 65573"/>
                <a:gd name="connsiteY30" fmla="*/ 0 h 16393"/>
                <a:gd name="connsiteX31" fmla="*/ 8197 w 65573"/>
                <a:gd name="connsiteY31" fmla="*/ 0 h 16393"/>
                <a:gd name="connsiteX32" fmla="*/ 4918 w 65573"/>
                <a:gd name="connsiteY32" fmla="*/ 0 h 16393"/>
                <a:gd name="connsiteX33" fmla="*/ 0 w 65573"/>
                <a:gd name="connsiteY33" fmla="*/ 1639 h 16393"/>
                <a:gd name="connsiteX34" fmla="*/ 3279 w 65573"/>
                <a:gd name="connsiteY34" fmla="*/ 3279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5573" h="16393">
                  <a:moveTo>
                    <a:pt x="6558" y="4918"/>
                  </a:moveTo>
                  <a:lnTo>
                    <a:pt x="9836" y="8197"/>
                  </a:lnTo>
                  <a:lnTo>
                    <a:pt x="14754" y="8197"/>
                  </a:lnTo>
                  <a:lnTo>
                    <a:pt x="18033" y="9836"/>
                  </a:lnTo>
                  <a:lnTo>
                    <a:pt x="21312" y="9836"/>
                  </a:lnTo>
                  <a:lnTo>
                    <a:pt x="26229" y="11475"/>
                  </a:lnTo>
                  <a:lnTo>
                    <a:pt x="29508" y="11475"/>
                  </a:lnTo>
                  <a:lnTo>
                    <a:pt x="34426" y="11475"/>
                  </a:lnTo>
                  <a:lnTo>
                    <a:pt x="37705" y="13115"/>
                  </a:lnTo>
                  <a:lnTo>
                    <a:pt x="42623" y="13115"/>
                  </a:lnTo>
                  <a:lnTo>
                    <a:pt x="45902" y="16393"/>
                  </a:lnTo>
                  <a:lnTo>
                    <a:pt x="49180" y="16393"/>
                  </a:lnTo>
                  <a:lnTo>
                    <a:pt x="54098" y="16393"/>
                  </a:lnTo>
                  <a:lnTo>
                    <a:pt x="49180" y="13115"/>
                  </a:lnTo>
                  <a:lnTo>
                    <a:pt x="54098" y="11475"/>
                  </a:lnTo>
                  <a:lnTo>
                    <a:pt x="57377" y="9836"/>
                  </a:lnTo>
                  <a:lnTo>
                    <a:pt x="60656" y="9836"/>
                  </a:lnTo>
                  <a:lnTo>
                    <a:pt x="65573" y="9836"/>
                  </a:lnTo>
                  <a:lnTo>
                    <a:pt x="60656" y="6557"/>
                  </a:lnTo>
                  <a:lnTo>
                    <a:pt x="57377" y="4918"/>
                  </a:lnTo>
                  <a:lnTo>
                    <a:pt x="54098" y="3279"/>
                  </a:lnTo>
                  <a:lnTo>
                    <a:pt x="49180" y="3279"/>
                  </a:lnTo>
                  <a:lnTo>
                    <a:pt x="45902" y="3279"/>
                  </a:lnTo>
                  <a:lnTo>
                    <a:pt x="42623" y="1639"/>
                  </a:lnTo>
                  <a:lnTo>
                    <a:pt x="37705" y="1639"/>
                  </a:lnTo>
                  <a:lnTo>
                    <a:pt x="34426" y="0"/>
                  </a:lnTo>
                  <a:lnTo>
                    <a:pt x="29508" y="0"/>
                  </a:lnTo>
                  <a:lnTo>
                    <a:pt x="24590" y="0"/>
                  </a:lnTo>
                  <a:lnTo>
                    <a:pt x="21312" y="0"/>
                  </a:lnTo>
                  <a:lnTo>
                    <a:pt x="18033" y="1639"/>
                  </a:lnTo>
                  <a:lnTo>
                    <a:pt x="13115" y="0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55" name="Freeform 3154">
              <a:extLst>
                <a:ext uri="{FF2B5EF4-FFF2-40B4-BE49-F238E27FC236}">
                  <a16:creationId xmlns:a16="http://schemas.microsoft.com/office/drawing/2014/main" id="{04D1723D-CC1C-1043-9A72-EA21B948B28C}"/>
                </a:ext>
              </a:extLst>
            </p:cNvPr>
            <p:cNvSpPr/>
            <p:nvPr/>
          </p:nvSpPr>
          <p:spPr>
            <a:xfrm>
              <a:off x="4700924" y="1082124"/>
              <a:ext cx="80327" cy="22950"/>
            </a:xfrm>
            <a:custGeom>
              <a:avLst/>
              <a:gdLst>
                <a:gd name="connsiteX0" fmla="*/ 73770 w 80327"/>
                <a:gd name="connsiteY0" fmla="*/ 0 h 22950"/>
                <a:gd name="connsiteX1" fmla="*/ 70492 w 80327"/>
                <a:gd name="connsiteY1" fmla="*/ 0 h 22950"/>
                <a:gd name="connsiteX2" fmla="*/ 67213 w 80327"/>
                <a:gd name="connsiteY2" fmla="*/ 1639 h 22950"/>
                <a:gd name="connsiteX3" fmla="*/ 63934 w 80327"/>
                <a:gd name="connsiteY3" fmla="*/ 1639 h 22950"/>
                <a:gd name="connsiteX4" fmla="*/ 59016 w 80327"/>
                <a:gd name="connsiteY4" fmla="*/ 3279 h 22950"/>
                <a:gd name="connsiteX5" fmla="*/ 55737 w 80327"/>
                <a:gd name="connsiteY5" fmla="*/ 4918 h 22950"/>
                <a:gd name="connsiteX6" fmla="*/ 50820 w 80327"/>
                <a:gd name="connsiteY6" fmla="*/ 4918 h 22950"/>
                <a:gd name="connsiteX7" fmla="*/ 47541 w 80327"/>
                <a:gd name="connsiteY7" fmla="*/ 4918 h 22950"/>
                <a:gd name="connsiteX8" fmla="*/ 44262 w 80327"/>
                <a:gd name="connsiteY8" fmla="*/ 4918 h 22950"/>
                <a:gd name="connsiteX9" fmla="*/ 39344 w 80327"/>
                <a:gd name="connsiteY9" fmla="*/ 6557 h 22950"/>
                <a:gd name="connsiteX10" fmla="*/ 36066 w 80327"/>
                <a:gd name="connsiteY10" fmla="*/ 4918 h 22950"/>
                <a:gd name="connsiteX11" fmla="*/ 32787 w 80327"/>
                <a:gd name="connsiteY11" fmla="*/ 6557 h 22950"/>
                <a:gd name="connsiteX12" fmla="*/ 27869 w 80327"/>
                <a:gd name="connsiteY12" fmla="*/ 8197 h 22950"/>
                <a:gd name="connsiteX13" fmla="*/ 24590 w 80327"/>
                <a:gd name="connsiteY13" fmla="*/ 9836 h 22950"/>
                <a:gd name="connsiteX14" fmla="*/ 21312 w 80327"/>
                <a:gd name="connsiteY14" fmla="*/ 11475 h 22950"/>
                <a:gd name="connsiteX15" fmla="*/ 18033 w 80327"/>
                <a:gd name="connsiteY15" fmla="*/ 13115 h 22950"/>
                <a:gd name="connsiteX16" fmla="*/ 13115 w 80327"/>
                <a:gd name="connsiteY16" fmla="*/ 14754 h 22950"/>
                <a:gd name="connsiteX17" fmla="*/ 9836 w 80327"/>
                <a:gd name="connsiteY17" fmla="*/ 14754 h 22950"/>
                <a:gd name="connsiteX18" fmla="*/ 6557 w 80327"/>
                <a:gd name="connsiteY18" fmla="*/ 14754 h 22950"/>
                <a:gd name="connsiteX19" fmla="*/ 3279 w 80327"/>
                <a:gd name="connsiteY19" fmla="*/ 19672 h 22950"/>
                <a:gd name="connsiteX20" fmla="*/ 0 w 80327"/>
                <a:gd name="connsiteY20" fmla="*/ 21311 h 22950"/>
                <a:gd name="connsiteX21" fmla="*/ 3279 w 80327"/>
                <a:gd name="connsiteY21" fmla="*/ 22951 h 22950"/>
                <a:gd name="connsiteX22" fmla="*/ 8197 w 80327"/>
                <a:gd name="connsiteY22" fmla="*/ 22951 h 22950"/>
                <a:gd name="connsiteX23" fmla="*/ 11476 w 80327"/>
                <a:gd name="connsiteY23" fmla="*/ 21311 h 22950"/>
                <a:gd name="connsiteX24" fmla="*/ 14754 w 80327"/>
                <a:gd name="connsiteY24" fmla="*/ 21311 h 22950"/>
                <a:gd name="connsiteX25" fmla="*/ 19672 w 80327"/>
                <a:gd name="connsiteY25" fmla="*/ 21311 h 22950"/>
                <a:gd name="connsiteX26" fmla="*/ 22951 w 80327"/>
                <a:gd name="connsiteY26" fmla="*/ 21311 h 22950"/>
                <a:gd name="connsiteX27" fmla="*/ 27869 w 80327"/>
                <a:gd name="connsiteY27" fmla="*/ 19672 h 22950"/>
                <a:gd name="connsiteX28" fmla="*/ 31147 w 80327"/>
                <a:gd name="connsiteY28" fmla="*/ 19672 h 22950"/>
                <a:gd name="connsiteX29" fmla="*/ 34426 w 80327"/>
                <a:gd name="connsiteY29" fmla="*/ 19672 h 22950"/>
                <a:gd name="connsiteX30" fmla="*/ 39344 w 80327"/>
                <a:gd name="connsiteY30" fmla="*/ 19672 h 22950"/>
                <a:gd name="connsiteX31" fmla="*/ 42623 w 80327"/>
                <a:gd name="connsiteY31" fmla="*/ 19672 h 22950"/>
                <a:gd name="connsiteX32" fmla="*/ 45902 w 80327"/>
                <a:gd name="connsiteY32" fmla="*/ 18033 h 22950"/>
                <a:gd name="connsiteX33" fmla="*/ 50820 w 80327"/>
                <a:gd name="connsiteY33" fmla="*/ 18033 h 22950"/>
                <a:gd name="connsiteX34" fmla="*/ 54098 w 80327"/>
                <a:gd name="connsiteY34" fmla="*/ 16393 h 22950"/>
                <a:gd name="connsiteX35" fmla="*/ 57377 w 80327"/>
                <a:gd name="connsiteY35" fmla="*/ 19672 h 22950"/>
                <a:gd name="connsiteX36" fmla="*/ 62295 w 80327"/>
                <a:gd name="connsiteY36" fmla="*/ 18033 h 22950"/>
                <a:gd name="connsiteX37" fmla="*/ 65573 w 80327"/>
                <a:gd name="connsiteY37" fmla="*/ 16393 h 22950"/>
                <a:gd name="connsiteX38" fmla="*/ 68852 w 80327"/>
                <a:gd name="connsiteY38" fmla="*/ 16393 h 22950"/>
                <a:gd name="connsiteX39" fmla="*/ 73770 w 80327"/>
                <a:gd name="connsiteY39" fmla="*/ 14754 h 22950"/>
                <a:gd name="connsiteX40" fmla="*/ 77049 w 80327"/>
                <a:gd name="connsiteY40" fmla="*/ 14754 h 22950"/>
                <a:gd name="connsiteX41" fmla="*/ 80327 w 80327"/>
                <a:gd name="connsiteY41" fmla="*/ 13115 h 22950"/>
                <a:gd name="connsiteX42" fmla="*/ 77049 w 80327"/>
                <a:gd name="connsiteY42" fmla="*/ 9836 h 22950"/>
                <a:gd name="connsiteX43" fmla="*/ 80327 w 80327"/>
                <a:gd name="connsiteY43" fmla="*/ 8197 h 22950"/>
                <a:gd name="connsiteX44" fmla="*/ 80327 w 80327"/>
                <a:gd name="connsiteY44" fmla="*/ 4918 h 22950"/>
                <a:gd name="connsiteX45" fmla="*/ 77049 w 80327"/>
                <a:gd name="connsiteY45" fmla="*/ 3279 h 22950"/>
                <a:gd name="connsiteX46" fmla="*/ 73770 w 80327"/>
                <a:gd name="connsiteY46" fmla="*/ 3279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80327" h="22950">
                  <a:moveTo>
                    <a:pt x="73770" y="0"/>
                  </a:moveTo>
                  <a:lnTo>
                    <a:pt x="70492" y="0"/>
                  </a:lnTo>
                  <a:lnTo>
                    <a:pt x="67213" y="1639"/>
                  </a:lnTo>
                  <a:lnTo>
                    <a:pt x="63934" y="1639"/>
                  </a:lnTo>
                  <a:lnTo>
                    <a:pt x="59016" y="3279"/>
                  </a:lnTo>
                  <a:lnTo>
                    <a:pt x="55737" y="4918"/>
                  </a:lnTo>
                  <a:lnTo>
                    <a:pt x="50820" y="4918"/>
                  </a:lnTo>
                  <a:lnTo>
                    <a:pt x="47541" y="4918"/>
                  </a:lnTo>
                  <a:lnTo>
                    <a:pt x="44262" y="4918"/>
                  </a:lnTo>
                  <a:lnTo>
                    <a:pt x="39344" y="6557"/>
                  </a:lnTo>
                  <a:lnTo>
                    <a:pt x="36066" y="4918"/>
                  </a:lnTo>
                  <a:lnTo>
                    <a:pt x="32787" y="6557"/>
                  </a:lnTo>
                  <a:lnTo>
                    <a:pt x="27869" y="8197"/>
                  </a:lnTo>
                  <a:lnTo>
                    <a:pt x="24590" y="9836"/>
                  </a:lnTo>
                  <a:lnTo>
                    <a:pt x="21312" y="11475"/>
                  </a:lnTo>
                  <a:lnTo>
                    <a:pt x="18033" y="13115"/>
                  </a:lnTo>
                  <a:lnTo>
                    <a:pt x="13115" y="14754"/>
                  </a:lnTo>
                  <a:lnTo>
                    <a:pt x="9836" y="14754"/>
                  </a:lnTo>
                  <a:lnTo>
                    <a:pt x="6557" y="14754"/>
                  </a:lnTo>
                  <a:lnTo>
                    <a:pt x="3279" y="19672"/>
                  </a:lnTo>
                  <a:lnTo>
                    <a:pt x="0" y="21311"/>
                  </a:lnTo>
                  <a:lnTo>
                    <a:pt x="3279" y="22951"/>
                  </a:lnTo>
                  <a:lnTo>
                    <a:pt x="8197" y="22951"/>
                  </a:lnTo>
                  <a:lnTo>
                    <a:pt x="11476" y="21311"/>
                  </a:lnTo>
                  <a:lnTo>
                    <a:pt x="14754" y="21311"/>
                  </a:lnTo>
                  <a:lnTo>
                    <a:pt x="19672" y="21311"/>
                  </a:lnTo>
                  <a:lnTo>
                    <a:pt x="22951" y="21311"/>
                  </a:lnTo>
                  <a:lnTo>
                    <a:pt x="27869" y="19672"/>
                  </a:lnTo>
                  <a:lnTo>
                    <a:pt x="31147" y="19672"/>
                  </a:lnTo>
                  <a:lnTo>
                    <a:pt x="34426" y="19672"/>
                  </a:lnTo>
                  <a:lnTo>
                    <a:pt x="39344" y="19672"/>
                  </a:lnTo>
                  <a:lnTo>
                    <a:pt x="42623" y="19672"/>
                  </a:lnTo>
                  <a:lnTo>
                    <a:pt x="45902" y="18033"/>
                  </a:lnTo>
                  <a:lnTo>
                    <a:pt x="50820" y="18033"/>
                  </a:lnTo>
                  <a:lnTo>
                    <a:pt x="54098" y="16393"/>
                  </a:lnTo>
                  <a:lnTo>
                    <a:pt x="57377" y="19672"/>
                  </a:lnTo>
                  <a:lnTo>
                    <a:pt x="62295" y="18033"/>
                  </a:lnTo>
                  <a:lnTo>
                    <a:pt x="65573" y="16393"/>
                  </a:lnTo>
                  <a:lnTo>
                    <a:pt x="68852" y="16393"/>
                  </a:lnTo>
                  <a:lnTo>
                    <a:pt x="73770" y="14754"/>
                  </a:lnTo>
                  <a:lnTo>
                    <a:pt x="77049" y="14754"/>
                  </a:lnTo>
                  <a:lnTo>
                    <a:pt x="80327" y="13115"/>
                  </a:lnTo>
                  <a:lnTo>
                    <a:pt x="77049" y="9836"/>
                  </a:lnTo>
                  <a:lnTo>
                    <a:pt x="80327" y="8197"/>
                  </a:lnTo>
                  <a:lnTo>
                    <a:pt x="80327" y="4918"/>
                  </a:lnTo>
                  <a:lnTo>
                    <a:pt x="77049" y="3279"/>
                  </a:lnTo>
                  <a:lnTo>
                    <a:pt x="7377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56" name="Freeform 3155">
              <a:extLst>
                <a:ext uri="{FF2B5EF4-FFF2-40B4-BE49-F238E27FC236}">
                  <a16:creationId xmlns:a16="http://schemas.microsoft.com/office/drawing/2014/main" id="{C6F29B82-F394-6740-B0B3-42D24AB934CD}"/>
                </a:ext>
              </a:extLst>
            </p:cNvPr>
            <p:cNvSpPr/>
            <p:nvPr/>
          </p:nvSpPr>
          <p:spPr>
            <a:xfrm>
              <a:off x="4715678" y="1087042"/>
              <a:ext cx="13114" cy="6557"/>
            </a:xfrm>
            <a:custGeom>
              <a:avLst/>
              <a:gdLst>
                <a:gd name="connsiteX0" fmla="*/ 13115 w 13114"/>
                <a:gd name="connsiteY0" fmla="*/ 1639 h 6557"/>
                <a:gd name="connsiteX1" fmla="*/ 11476 w 13114"/>
                <a:gd name="connsiteY1" fmla="*/ 0 h 6557"/>
                <a:gd name="connsiteX2" fmla="*/ 8197 w 13114"/>
                <a:gd name="connsiteY2" fmla="*/ 1639 h 6557"/>
                <a:gd name="connsiteX3" fmla="*/ 3279 w 13114"/>
                <a:gd name="connsiteY3" fmla="*/ 0 h 6557"/>
                <a:gd name="connsiteX4" fmla="*/ 0 w 13114"/>
                <a:gd name="connsiteY4" fmla="*/ 1639 h 6557"/>
                <a:gd name="connsiteX5" fmla="*/ 3279 w 13114"/>
                <a:gd name="connsiteY5" fmla="*/ 6557 h 6557"/>
                <a:gd name="connsiteX6" fmla="*/ 6558 w 13114"/>
                <a:gd name="connsiteY6" fmla="*/ 4918 h 6557"/>
                <a:gd name="connsiteX7" fmla="*/ 9836 w 13114"/>
                <a:gd name="connsiteY7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4" h="6557">
                  <a:moveTo>
                    <a:pt x="13115" y="1639"/>
                  </a:moveTo>
                  <a:lnTo>
                    <a:pt x="11476" y="0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6557"/>
                  </a:lnTo>
                  <a:lnTo>
                    <a:pt x="6558" y="4918"/>
                  </a:lnTo>
                  <a:lnTo>
                    <a:pt x="9836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57" name="Freeform 3156">
              <a:extLst>
                <a:ext uri="{FF2B5EF4-FFF2-40B4-BE49-F238E27FC236}">
                  <a16:creationId xmlns:a16="http://schemas.microsoft.com/office/drawing/2014/main" id="{E276489A-40BC-A547-A1C4-A10F3896C641}"/>
                </a:ext>
              </a:extLst>
            </p:cNvPr>
            <p:cNvSpPr/>
            <p:nvPr/>
          </p:nvSpPr>
          <p:spPr>
            <a:xfrm>
              <a:off x="4750104" y="1100157"/>
              <a:ext cx="8196" cy="3278"/>
            </a:xfrm>
            <a:custGeom>
              <a:avLst/>
              <a:gdLst>
                <a:gd name="connsiteX0" fmla="*/ 8197 w 8196"/>
                <a:gd name="connsiteY0" fmla="*/ 1639 h 3278"/>
                <a:gd name="connsiteX1" fmla="*/ 8197 w 8196"/>
                <a:gd name="connsiteY1" fmla="*/ 0 h 3278"/>
                <a:gd name="connsiteX2" fmla="*/ 3279 w 8196"/>
                <a:gd name="connsiteY2" fmla="*/ 0 h 3278"/>
                <a:gd name="connsiteX3" fmla="*/ 0 w 8196"/>
                <a:gd name="connsiteY3" fmla="*/ 3279 h 3278"/>
                <a:gd name="connsiteX4" fmla="*/ 3279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1639"/>
                  </a:moveTo>
                  <a:lnTo>
                    <a:pt x="8197" y="0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58" name="Freeform 3157">
              <a:extLst>
                <a:ext uri="{FF2B5EF4-FFF2-40B4-BE49-F238E27FC236}">
                  <a16:creationId xmlns:a16="http://schemas.microsoft.com/office/drawing/2014/main" id="{C4527C7F-F748-4F49-913A-95F295E2AC25}"/>
                </a:ext>
              </a:extLst>
            </p:cNvPr>
            <p:cNvSpPr/>
            <p:nvPr/>
          </p:nvSpPr>
          <p:spPr>
            <a:xfrm>
              <a:off x="4807481" y="1014911"/>
              <a:ext cx="14753" cy="4917"/>
            </a:xfrm>
            <a:custGeom>
              <a:avLst/>
              <a:gdLst>
                <a:gd name="connsiteX0" fmla="*/ 14754 w 14753"/>
                <a:gd name="connsiteY0" fmla="*/ 1639 h 4917"/>
                <a:gd name="connsiteX1" fmla="*/ 11476 w 14753"/>
                <a:gd name="connsiteY1" fmla="*/ 0 h 4917"/>
                <a:gd name="connsiteX2" fmla="*/ 8197 w 14753"/>
                <a:gd name="connsiteY2" fmla="*/ 1639 h 4917"/>
                <a:gd name="connsiteX3" fmla="*/ 3279 w 14753"/>
                <a:gd name="connsiteY3" fmla="*/ 1639 h 4917"/>
                <a:gd name="connsiteX4" fmla="*/ 0 w 14753"/>
                <a:gd name="connsiteY4" fmla="*/ 3279 h 4917"/>
                <a:gd name="connsiteX5" fmla="*/ 3279 w 14753"/>
                <a:gd name="connsiteY5" fmla="*/ 3279 h 4917"/>
                <a:gd name="connsiteX6" fmla="*/ 8197 w 14753"/>
                <a:gd name="connsiteY6" fmla="*/ 4918 h 4917"/>
                <a:gd name="connsiteX7" fmla="*/ 11476 w 14753"/>
                <a:gd name="connsiteY7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3" h="4917">
                  <a:moveTo>
                    <a:pt x="14754" y="1639"/>
                  </a:moveTo>
                  <a:lnTo>
                    <a:pt x="11476" y="0"/>
                  </a:lnTo>
                  <a:lnTo>
                    <a:pt x="8197" y="1639"/>
                  </a:lnTo>
                  <a:lnTo>
                    <a:pt x="3279" y="1639"/>
                  </a:lnTo>
                  <a:lnTo>
                    <a:pt x="0" y="3279"/>
                  </a:lnTo>
                  <a:lnTo>
                    <a:pt x="3279" y="3279"/>
                  </a:lnTo>
                  <a:lnTo>
                    <a:pt x="8197" y="4918"/>
                  </a:lnTo>
                  <a:lnTo>
                    <a:pt x="11476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59" name="Freeform 3158">
              <a:extLst>
                <a:ext uri="{FF2B5EF4-FFF2-40B4-BE49-F238E27FC236}">
                  <a16:creationId xmlns:a16="http://schemas.microsoft.com/office/drawing/2014/main" id="{0F1349E8-5CE8-5047-8D95-6E35DFC3A288}"/>
                </a:ext>
              </a:extLst>
            </p:cNvPr>
            <p:cNvSpPr/>
            <p:nvPr/>
          </p:nvSpPr>
          <p:spPr>
            <a:xfrm>
              <a:off x="4815677" y="996878"/>
              <a:ext cx="50819" cy="8196"/>
            </a:xfrm>
            <a:custGeom>
              <a:avLst/>
              <a:gdLst>
                <a:gd name="connsiteX0" fmla="*/ 6557 w 50819"/>
                <a:gd name="connsiteY0" fmla="*/ 4918 h 8196"/>
                <a:gd name="connsiteX1" fmla="*/ 9836 w 50819"/>
                <a:gd name="connsiteY1" fmla="*/ 3279 h 8196"/>
                <a:gd name="connsiteX2" fmla="*/ 13115 w 50819"/>
                <a:gd name="connsiteY2" fmla="*/ 4918 h 8196"/>
                <a:gd name="connsiteX3" fmla="*/ 16393 w 50819"/>
                <a:gd name="connsiteY3" fmla="*/ 4918 h 8196"/>
                <a:gd name="connsiteX4" fmla="*/ 21312 w 50819"/>
                <a:gd name="connsiteY4" fmla="*/ 4918 h 8196"/>
                <a:gd name="connsiteX5" fmla="*/ 24590 w 50819"/>
                <a:gd name="connsiteY5" fmla="*/ 4918 h 8196"/>
                <a:gd name="connsiteX6" fmla="*/ 27869 w 50819"/>
                <a:gd name="connsiteY6" fmla="*/ 4918 h 8196"/>
                <a:gd name="connsiteX7" fmla="*/ 32787 w 50819"/>
                <a:gd name="connsiteY7" fmla="*/ 6557 h 8196"/>
                <a:gd name="connsiteX8" fmla="*/ 36066 w 50819"/>
                <a:gd name="connsiteY8" fmla="*/ 6557 h 8196"/>
                <a:gd name="connsiteX9" fmla="*/ 39344 w 50819"/>
                <a:gd name="connsiteY9" fmla="*/ 8197 h 8196"/>
                <a:gd name="connsiteX10" fmla="*/ 42623 w 50819"/>
                <a:gd name="connsiteY10" fmla="*/ 8197 h 8196"/>
                <a:gd name="connsiteX11" fmla="*/ 47541 w 50819"/>
                <a:gd name="connsiteY11" fmla="*/ 6557 h 8196"/>
                <a:gd name="connsiteX12" fmla="*/ 50820 w 50819"/>
                <a:gd name="connsiteY12" fmla="*/ 6557 h 8196"/>
                <a:gd name="connsiteX13" fmla="*/ 47541 w 50819"/>
                <a:gd name="connsiteY13" fmla="*/ 4918 h 8196"/>
                <a:gd name="connsiteX14" fmla="*/ 42623 w 50819"/>
                <a:gd name="connsiteY14" fmla="*/ 3279 h 8196"/>
                <a:gd name="connsiteX15" fmla="*/ 39344 w 50819"/>
                <a:gd name="connsiteY15" fmla="*/ 3279 h 8196"/>
                <a:gd name="connsiteX16" fmla="*/ 36066 w 50819"/>
                <a:gd name="connsiteY16" fmla="*/ 1639 h 8196"/>
                <a:gd name="connsiteX17" fmla="*/ 31147 w 50819"/>
                <a:gd name="connsiteY17" fmla="*/ 1639 h 8196"/>
                <a:gd name="connsiteX18" fmla="*/ 27869 w 50819"/>
                <a:gd name="connsiteY18" fmla="*/ 1639 h 8196"/>
                <a:gd name="connsiteX19" fmla="*/ 24590 w 50819"/>
                <a:gd name="connsiteY19" fmla="*/ 0 h 8196"/>
                <a:gd name="connsiteX20" fmla="*/ 19672 w 50819"/>
                <a:gd name="connsiteY20" fmla="*/ 0 h 8196"/>
                <a:gd name="connsiteX21" fmla="*/ 16393 w 50819"/>
                <a:gd name="connsiteY21" fmla="*/ 0 h 8196"/>
                <a:gd name="connsiteX22" fmla="*/ 11476 w 50819"/>
                <a:gd name="connsiteY22" fmla="*/ 0 h 8196"/>
                <a:gd name="connsiteX23" fmla="*/ 8197 w 50819"/>
                <a:gd name="connsiteY23" fmla="*/ 0 h 8196"/>
                <a:gd name="connsiteX24" fmla="*/ 4918 w 50819"/>
                <a:gd name="connsiteY24" fmla="*/ 1639 h 8196"/>
                <a:gd name="connsiteX25" fmla="*/ 0 w 50819"/>
                <a:gd name="connsiteY25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0819" h="8196">
                  <a:moveTo>
                    <a:pt x="6557" y="4918"/>
                  </a:moveTo>
                  <a:lnTo>
                    <a:pt x="9836" y="3279"/>
                  </a:lnTo>
                  <a:lnTo>
                    <a:pt x="13115" y="4918"/>
                  </a:lnTo>
                  <a:lnTo>
                    <a:pt x="16393" y="4918"/>
                  </a:lnTo>
                  <a:lnTo>
                    <a:pt x="21312" y="4918"/>
                  </a:lnTo>
                  <a:lnTo>
                    <a:pt x="24590" y="4918"/>
                  </a:lnTo>
                  <a:lnTo>
                    <a:pt x="27869" y="4918"/>
                  </a:lnTo>
                  <a:lnTo>
                    <a:pt x="32787" y="6557"/>
                  </a:lnTo>
                  <a:lnTo>
                    <a:pt x="36066" y="6557"/>
                  </a:lnTo>
                  <a:lnTo>
                    <a:pt x="39344" y="8197"/>
                  </a:lnTo>
                  <a:lnTo>
                    <a:pt x="42623" y="8197"/>
                  </a:lnTo>
                  <a:lnTo>
                    <a:pt x="47541" y="6557"/>
                  </a:lnTo>
                  <a:lnTo>
                    <a:pt x="50820" y="6557"/>
                  </a:lnTo>
                  <a:lnTo>
                    <a:pt x="47541" y="4918"/>
                  </a:lnTo>
                  <a:lnTo>
                    <a:pt x="42623" y="3279"/>
                  </a:lnTo>
                  <a:lnTo>
                    <a:pt x="39344" y="3279"/>
                  </a:lnTo>
                  <a:lnTo>
                    <a:pt x="36066" y="1639"/>
                  </a:lnTo>
                  <a:lnTo>
                    <a:pt x="31147" y="1639"/>
                  </a:lnTo>
                  <a:lnTo>
                    <a:pt x="27869" y="1639"/>
                  </a:lnTo>
                  <a:lnTo>
                    <a:pt x="24590" y="0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4918" y="1639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60" name="Freeform 3159">
              <a:extLst>
                <a:ext uri="{FF2B5EF4-FFF2-40B4-BE49-F238E27FC236}">
                  <a16:creationId xmlns:a16="http://schemas.microsoft.com/office/drawing/2014/main" id="{403DF5A7-B0BE-8645-B473-60338504DBE3}"/>
                </a:ext>
              </a:extLst>
            </p:cNvPr>
            <p:cNvSpPr/>
            <p:nvPr/>
          </p:nvSpPr>
          <p:spPr>
            <a:xfrm>
              <a:off x="4818956" y="1129665"/>
              <a:ext cx="8196" cy="3278"/>
            </a:xfrm>
            <a:custGeom>
              <a:avLst/>
              <a:gdLst>
                <a:gd name="connsiteX0" fmla="*/ 8197 w 8196"/>
                <a:gd name="connsiteY0" fmla="*/ 1639 h 3278"/>
                <a:gd name="connsiteX1" fmla="*/ 8197 w 8196"/>
                <a:gd name="connsiteY1" fmla="*/ 0 h 3278"/>
                <a:gd name="connsiteX2" fmla="*/ 3278 w 8196"/>
                <a:gd name="connsiteY2" fmla="*/ 0 h 3278"/>
                <a:gd name="connsiteX3" fmla="*/ 0 w 8196"/>
                <a:gd name="connsiteY3" fmla="*/ 3279 h 3278"/>
                <a:gd name="connsiteX4" fmla="*/ 3278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1639"/>
                  </a:moveTo>
                  <a:lnTo>
                    <a:pt x="8197" y="0"/>
                  </a:lnTo>
                  <a:lnTo>
                    <a:pt x="3278" y="0"/>
                  </a:lnTo>
                  <a:lnTo>
                    <a:pt x="0" y="3279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61" name="Freeform 3160">
              <a:extLst>
                <a:ext uri="{FF2B5EF4-FFF2-40B4-BE49-F238E27FC236}">
                  <a16:creationId xmlns:a16="http://schemas.microsoft.com/office/drawing/2014/main" id="{DC435FC1-9407-974C-8956-FE5DB0CDC092}"/>
                </a:ext>
              </a:extLst>
            </p:cNvPr>
            <p:cNvSpPr/>
            <p:nvPr/>
          </p:nvSpPr>
          <p:spPr>
            <a:xfrm>
              <a:off x="4828792" y="1016550"/>
              <a:ext cx="63934" cy="27868"/>
            </a:xfrm>
            <a:custGeom>
              <a:avLst/>
              <a:gdLst>
                <a:gd name="connsiteX0" fmla="*/ 49180 w 63934"/>
                <a:gd name="connsiteY0" fmla="*/ 19672 h 27868"/>
                <a:gd name="connsiteX1" fmla="*/ 44262 w 63934"/>
                <a:gd name="connsiteY1" fmla="*/ 18033 h 27868"/>
                <a:gd name="connsiteX2" fmla="*/ 44262 w 63934"/>
                <a:gd name="connsiteY2" fmla="*/ 14754 h 27868"/>
                <a:gd name="connsiteX3" fmla="*/ 49180 w 63934"/>
                <a:gd name="connsiteY3" fmla="*/ 14754 h 27868"/>
                <a:gd name="connsiteX4" fmla="*/ 52458 w 63934"/>
                <a:gd name="connsiteY4" fmla="*/ 16393 h 27868"/>
                <a:gd name="connsiteX5" fmla="*/ 55737 w 63934"/>
                <a:gd name="connsiteY5" fmla="*/ 16393 h 27868"/>
                <a:gd name="connsiteX6" fmla="*/ 60655 w 63934"/>
                <a:gd name="connsiteY6" fmla="*/ 16393 h 27868"/>
                <a:gd name="connsiteX7" fmla="*/ 63934 w 63934"/>
                <a:gd name="connsiteY7" fmla="*/ 16393 h 27868"/>
                <a:gd name="connsiteX8" fmla="*/ 62295 w 63934"/>
                <a:gd name="connsiteY8" fmla="*/ 13115 h 27868"/>
                <a:gd name="connsiteX9" fmla="*/ 59016 w 63934"/>
                <a:gd name="connsiteY9" fmla="*/ 13115 h 27868"/>
                <a:gd name="connsiteX10" fmla="*/ 55737 w 63934"/>
                <a:gd name="connsiteY10" fmla="*/ 11475 h 27868"/>
                <a:gd name="connsiteX11" fmla="*/ 50819 w 63934"/>
                <a:gd name="connsiteY11" fmla="*/ 8197 h 27868"/>
                <a:gd name="connsiteX12" fmla="*/ 47541 w 63934"/>
                <a:gd name="connsiteY12" fmla="*/ 9836 h 27868"/>
                <a:gd name="connsiteX13" fmla="*/ 44262 w 63934"/>
                <a:gd name="connsiteY13" fmla="*/ 6557 h 27868"/>
                <a:gd name="connsiteX14" fmla="*/ 39344 w 63934"/>
                <a:gd name="connsiteY14" fmla="*/ 4918 h 27868"/>
                <a:gd name="connsiteX15" fmla="*/ 36065 w 63934"/>
                <a:gd name="connsiteY15" fmla="*/ 1639 h 27868"/>
                <a:gd name="connsiteX16" fmla="*/ 32787 w 63934"/>
                <a:gd name="connsiteY16" fmla="*/ 1639 h 27868"/>
                <a:gd name="connsiteX17" fmla="*/ 29508 w 63934"/>
                <a:gd name="connsiteY17" fmla="*/ 1639 h 27868"/>
                <a:gd name="connsiteX18" fmla="*/ 24590 w 63934"/>
                <a:gd name="connsiteY18" fmla="*/ 1639 h 27868"/>
                <a:gd name="connsiteX19" fmla="*/ 21311 w 63934"/>
                <a:gd name="connsiteY19" fmla="*/ 0 h 27868"/>
                <a:gd name="connsiteX20" fmla="*/ 16393 w 63934"/>
                <a:gd name="connsiteY20" fmla="*/ 0 h 27868"/>
                <a:gd name="connsiteX21" fmla="*/ 13114 w 63934"/>
                <a:gd name="connsiteY21" fmla="*/ 0 h 27868"/>
                <a:gd name="connsiteX22" fmla="*/ 8197 w 63934"/>
                <a:gd name="connsiteY22" fmla="*/ 0 h 27868"/>
                <a:gd name="connsiteX23" fmla="*/ 4918 w 63934"/>
                <a:gd name="connsiteY23" fmla="*/ 0 h 27868"/>
                <a:gd name="connsiteX24" fmla="*/ 1639 w 63934"/>
                <a:gd name="connsiteY24" fmla="*/ 1639 h 27868"/>
                <a:gd name="connsiteX25" fmla="*/ 1639 w 63934"/>
                <a:gd name="connsiteY25" fmla="*/ 4918 h 27868"/>
                <a:gd name="connsiteX26" fmla="*/ 0 w 63934"/>
                <a:gd name="connsiteY26" fmla="*/ 8197 h 27868"/>
                <a:gd name="connsiteX27" fmla="*/ 4918 w 63934"/>
                <a:gd name="connsiteY27" fmla="*/ 11475 h 27868"/>
                <a:gd name="connsiteX28" fmla="*/ 8197 w 63934"/>
                <a:gd name="connsiteY28" fmla="*/ 11475 h 27868"/>
                <a:gd name="connsiteX29" fmla="*/ 13114 w 63934"/>
                <a:gd name="connsiteY29" fmla="*/ 14754 h 27868"/>
                <a:gd name="connsiteX30" fmla="*/ 16393 w 63934"/>
                <a:gd name="connsiteY30" fmla="*/ 16393 h 27868"/>
                <a:gd name="connsiteX31" fmla="*/ 19672 w 63934"/>
                <a:gd name="connsiteY31" fmla="*/ 16393 h 27868"/>
                <a:gd name="connsiteX32" fmla="*/ 22951 w 63934"/>
                <a:gd name="connsiteY32" fmla="*/ 18033 h 27868"/>
                <a:gd name="connsiteX33" fmla="*/ 27868 w 63934"/>
                <a:gd name="connsiteY33" fmla="*/ 18033 h 27868"/>
                <a:gd name="connsiteX34" fmla="*/ 31147 w 63934"/>
                <a:gd name="connsiteY34" fmla="*/ 19672 h 27868"/>
                <a:gd name="connsiteX35" fmla="*/ 36065 w 63934"/>
                <a:gd name="connsiteY35" fmla="*/ 22951 h 27868"/>
                <a:gd name="connsiteX36" fmla="*/ 39344 w 63934"/>
                <a:gd name="connsiteY36" fmla="*/ 24590 h 27868"/>
                <a:gd name="connsiteX37" fmla="*/ 44262 w 63934"/>
                <a:gd name="connsiteY37" fmla="*/ 24590 h 27868"/>
                <a:gd name="connsiteX38" fmla="*/ 47541 w 63934"/>
                <a:gd name="connsiteY38" fmla="*/ 26229 h 27868"/>
                <a:gd name="connsiteX39" fmla="*/ 50819 w 63934"/>
                <a:gd name="connsiteY39" fmla="*/ 27869 h 27868"/>
                <a:gd name="connsiteX40" fmla="*/ 55737 w 63934"/>
                <a:gd name="connsiteY40" fmla="*/ 26229 h 27868"/>
                <a:gd name="connsiteX41" fmla="*/ 57377 w 63934"/>
                <a:gd name="connsiteY41" fmla="*/ 22951 h 27868"/>
                <a:gd name="connsiteX42" fmla="*/ 54098 w 63934"/>
                <a:gd name="connsiteY42" fmla="*/ 21311 h 27868"/>
                <a:gd name="connsiteX43" fmla="*/ 50819 w 63934"/>
                <a:gd name="connsiteY43" fmla="*/ 19672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63934" h="27868">
                  <a:moveTo>
                    <a:pt x="49180" y="19672"/>
                  </a:moveTo>
                  <a:lnTo>
                    <a:pt x="44262" y="18033"/>
                  </a:lnTo>
                  <a:lnTo>
                    <a:pt x="44262" y="14754"/>
                  </a:lnTo>
                  <a:lnTo>
                    <a:pt x="49180" y="14754"/>
                  </a:lnTo>
                  <a:lnTo>
                    <a:pt x="52458" y="16393"/>
                  </a:lnTo>
                  <a:lnTo>
                    <a:pt x="55737" y="16393"/>
                  </a:lnTo>
                  <a:lnTo>
                    <a:pt x="60655" y="16393"/>
                  </a:lnTo>
                  <a:lnTo>
                    <a:pt x="63934" y="16393"/>
                  </a:lnTo>
                  <a:lnTo>
                    <a:pt x="62295" y="13115"/>
                  </a:lnTo>
                  <a:lnTo>
                    <a:pt x="59016" y="13115"/>
                  </a:lnTo>
                  <a:lnTo>
                    <a:pt x="55737" y="11475"/>
                  </a:lnTo>
                  <a:lnTo>
                    <a:pt x="50819" y="8197"/>
                  </a:lnTo>
                  <a:lnTo>
                    <a:pt x="47541" y="9836"/>
                  </a:lnTo>
                  <a:lnTo>
                    <a:pt x="44262" y="6557"/>
                  </a:lnTo>
                  <a:lnTo>
                    <a:pt x="39344" y="4918"/>
                  </a:lnTo>
                  <a:lnTo>
                    <a:pt x="36065" y="1639"/>
                  </a:lnTo>
                  <a:lnTo>
                    <a:pt x="32787" y="1639"/>
                  </a:lnTo>
                  <a:lnTo>
                    <a:pt x="29508" y="1639"/>
                  </a:lnTo>
                  <a:lnTo>
                    <a:pt x="24590" y="1639"/>
                  </a:lnTo>
                  <a:lnTo>
                    <a:pt x="21311" y="0"/>
                  </a:lnTo>
                  <a:lnTo>
                    <a:pt x="16393" y="0"/>
                  </a:lnTo>
                  <a:lnTo>
                    <a:pt x="13114" y="0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1639" y="1639"/>
                  </a:lnTo>
                  <a:lnTo>
                    <a:pt x="1639" y="4918"/>
                  </a:lnTo>
                  <a:lnTo>
                    <a:pt x="0" y="8197"/>
                  </a:lnTo>
                  <a:lnTo>
                    <a:pt x="4918" y="11475"/>
                  </a:lnTo>
                  <a:lnTo>
                    <a:pt x="8197" y="11475"/>
                  </a:lnTo>
                  <a:lnTo>
                    <a:pt x="13114" y="14754"/>
                  </a:lnTo>
                  <a:lnTo>
                    <a:pt x="16393" y="16393"/>
                  </a:lnTo>
                  <a:lnTo>
                    <a:pt x="19672" y="16393"/>
                  </a:lnTo>
                  <a:lnTo>
                    <a:pt x="22951" y="18033"/>
                  </a:lnTo>
                  <a:lnTo>
                    <a:pt x="27868" y="18033"/>
                  </a:lnTo>
                  <a:lnTo>
                    <a:pt x="31147" y="19672"/>
                  </a:lnTo>
                  <a:lnTo>
                    <a:pt x="36065" y="22951"/>
                  </a:lnTo>
                  <a:lnTo>
                    <a:pt x="39344" y="24590"/>
                  </a:lnTo>
                  <a:lnTo>
                    <a:pt x="44262" y="24590"/>
                  </a:lnTo>
                  <a:lnTo>
                    <a:pt x="47541" y="26229"/>
                  </a:lnTo>
                  <a:lnTo>
                    <a:pt x="50819" y="27869"/>
                  </a:lnTo>
                  <a:lnTo>
                    <a:pt x="55737" y="26229"/>
                  </a:lnTo>
                  <a:lnTo>
                    <a:pt x="57377" y="22951"/>
                  </a:lnTo>
                  <a:lnTo>
                    <a:pt x="54098" y="21311"/>
                  </a:lnTo>
                  <a:lnTo>
                    <a:pt x="50819" y="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62" name="Freeform 3161">
              <a:extLst>
                <a:ext uri="{FF2B5EF4-FFF2-40B4-BE49-F238E27FC236}">
                  <a16:creationId xmlns:a16="http://schemas.microsoft.com/office/drawing/2014/main" id="{B13B5E6B-BC4F-5746-A563-F1D3309DD625}"/>
                </a:ext>
              </a:extLst>
            </p:cNvPr>
            <p:cNvSpPr/>
            <p:nvPr/>
          </p:nvSpPr>
          <p:spPr>
            <a:xfrm>
              <a:off x="4830431" y="1009993"/>
              <a:ext cx="68852" cy="13114"/>
            </a:xfrm>
            <a:custGeom>
              <a:avLst/>
              <a:gdLst>
                <a:gd name="connsiteX0" fmla="*/ 68852 w 68852"/>
                <a:gd name="connsiteY0" fmla="*/ 4918 h 13114"/>
                <a:gd name="connsiteX1" fmla="*/ 67213 w 68852"/>
                <a:gd name="connsiteY1" fmla="*/ 4918 h 13114"/>
                <a:gd name="connsiteX2" fmla="*/ 63935 w 68852"/>
                <a:gd name="connsiteY2" fmla="*/ 4918 h 13114"/>
                <a:gd name="connsiteX3" fmla="*/ 59016 w 68852"/>
                <a:gd name="connsiteY3" fmla="*/ 3279 h 13114"/>
                <a:gd name="connsiteX4" fmla="*/ 55738 w 68852"/>
                <a:gd name="connsiteY4" fmla="*/ 1639 h 13114"/>
                <a:gd name="connsiteX5" fmla="*/ 52459 w 68852"/>
                <a:gd name="connsiteY5" fmla="*/ 1639 h 13114"/>
                <a:gd name="connsiteX6" fmla="*/ 47541 w 68852"/>
                <a:gd name="connsiteY6" fmla="*/ 1639 h 13114"/>
                <a:gd name="connsiteX7" fmla="*/ 44262 w 68852"/>
                <a:gd name="connsiteY7" fmla="*/ 1639 h 13114"/>
                <a:gd name="connsiteX8" fmla="*/ 39344 w 68852"/>
                <a:gd name="connsiteY8" fmla="*/ 0 h 13114"/>
                <a:gd name="connsiteX9" fmla="*/ 36066 w 68852"/>
                <a:gd name="connsiteY9" fmla="*/ 0 h 13114"/>
                <a:gd name="connsiteX10" fmla="*/ 31148 w 68852"/>
                <a:gd name="connsiteY10" fmla="*/ 0 h 13114"/>
                <a:gd name="connsiteX11" fmla="*/ 27869 w 68852"/>
                <a:gd name="connsiteY11" fmla="*/ 0 h 13114"/>
                <a:gd name="connsiteX12" fmla="*/ 24590 w 68852"/>
                <a:gd name="connsiteY12" fmla="*/ 1639 h 13114"/>
                <a:gd name="connsiteX13" fmla="*/ 21312 w 68852"/>
                <a:gd name="connsiteY13" fmla="*/ 1639 h 13114"/>
                <a:gd name="connsiteX14" fmla="*/ 16393 w 68852"/>
                <a:gd name="connsiteY14" fmla="*/ 1639 h 13114"/>
                <a:gd name="connsiteX15" fmla="*/ 11476 w 68852"/>
                <a:gd name="connsiteY15" fmla="*/ 1639 h 13114"/>
                <a:gd name="connsiteX16" fmla="*/ 8197 w 68852"/>
                <a:gd name="connsiteY16" fmla="*/ 1639 h 13114"/>
                <a:gd name="connsiteX17" fmla="*/ 4918 w 68852"/>
                <a:gd name="connsiteY17" fmla="*/ 1639 h 13114"/>
                <a:gd name="connsiteX18" fmla="*/ 0 w 68852"/>
                <a:gd name="connsiteY18" fmla="*/ 6557 h 13114"/>
                <a:gd name="connsiteX19" fmla="*/ 4918 w 68852"/>
                <a:gd name="connsiteY19" fmla="*/ 4918 h 13114"/>
                <a:gd name="connsiteX20" fmla="*/ 8197 w 68852"/>
                <a:gd name="connsiteY20" fmla="*/ 4918 h 13114"/>
                <a:gd name="connsiteX21" fmla="*/ 13115 w 68852"/>
                <a:gd name="connsiteY21" fmla="*/ 4918 h 13114"/>
                <a:gd name="connsiteX22" fmla="*/ 16393 w 68852"/>
                <a:gd name="connsiteY22" fmla="*/ 4918 h 13114"/>
                <a:gd name="connsiteX23" fmla="*/ 19672 w 68852"/>
                <a:gd name="connsiteY23" fmla="*/ 6557 h 13114"/>
                <a:gd name="connsiteX24" fmla="*/ 24590 w 68852"/>
                <a:gd name="connsiteY24" fmla="*/ 6557 h 13114"/>
                <a:gd name="connsiteX25" fmla="*/ 27869 w 68852"/>
                <a:gd name="connsiteY25" fmla="*/ 6557 h 13114"/>
                <a:gd name="connsiteX26" fmla="*/ 31148 w 68852"/>
                <a:gd name="connsiteY26" fmla="*/ 6557 h 13114"/>
                <a:gd name="connsiteX27" fmla="*/ 36066 w 68852"/>
                <a:gd name="connsiteY27" fmla="*/ 6557 h 13114"/>
                <a:gd name="connsiteX28" fmla="*/ 40983 w 68852"/>
                <a:gd name="connsiteY28" fmla="*/ 8197 h 13114"/>
                <a:gd name="connsiteX29" fmla="*/ 44262 w 68852"/>
                <a:gd name="connsiteY29" fmla="*/ 9836 h 13114"/>
                <a:gd name="connsiteX30" fmla="*/ 47541 w 68852"/>
                <a:gd name="connsiteY30" fmla="*/ 13115 h 13114"/>
                <a:gd name="connsiteX31" fmla="*/ 50820 w 68852"/>
                <a:gd name="connsiteY31" fmla="*/ 13115 h 13114"/>
                <a:gd name="connsiteX32" fmla="*/ 54098 w 68852"/>
                <a:gd name="connsiteY32" fmla="*/ 13115 h 13114"/>
                <a:gd name="connsiteX33" fmla="*/ 59016 w 68852"/>
                <a:gd name="connsiteY33" fmla="*/ 13115 h 13114"/>
                <a:gd name="connsiteX34" fmla="*/ 62295 w 68852"/>
                <a:gd name="connsiteY34" fmla="*/ 13115 h 13114"/>
                <a:gd name="connsiteX35" fmla="*/ 65573 w 68852"/>
                <a:gd name="connsiteY35" fmla="*/ 13115 h 13114"/>
                <a:gd name="connsiteX36" fmla="*/ 63935 w 68852"/>
                <a:gd name="connsiteY36" fmla="*/ 9836 h 13114"/>
                <a:gd name="connsiteX37" fmla="*/ 60656 w 68852"/>
                <a:gd name="connsiteY37" fmla="*/ 8197 h 13114"/>
                <a:gd name="connsiteX38" fmla="*/ 63935 w 68852"/>
                <a:gd name="connsiteY38" fmla="*/ 819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8852" h="13114">
                  <a:moveTo>
                    <a:pt x="68852" y="4918"/>
                  </a:moveTo>
                  <a:lnTo>
                    <a:pt x="67213" y="4918"/>
                  </a:lnTo>
                  <a:lnTo>
                    <a:pt x="63935" y="4918"/>
                  </a:lnTo>
                  <a:lnTo>
                    <a:pt x="59016" y="3279"/>
                  </a:lnTo>
                  <a:lnTo>
                    <a:pt x="55738" y="1639"/>
                  </a:lnTo>
                  <a:lnTo>
                    <a:pt x="52459" y="1639"/>
                  </a:lnTo>
                  <a:lnTo>
                    <a:pt x="47541" y="1639"/>
                  </a:lnTo>
                  <a:lnTo>
                    <a:pt x="44262" y="1639"/>
                  </a:lnTo>
                  <a:lnTo>
                    <a:pt x="39344" y="0"/>
                  </a:lnTo>
                  <a:lnTo>
                    <a:pt x="36066" y="0"/>
                  </a:lnTo>
                  <a:lnTo>
                    <a:pt x="31148" y="0"/>
                  </a:lnTo>
                  <a:lnTo>
                    <a:pt x="27869" y="0"/>
                  </a:lnTo>
                  <a:lnTo>
                    <a:pt x="24590" y="1639"/>
                  </a:lnTo>
                  <a:lnTo>
                    <a:pt x="21312" y="1639"/>
                  </a:lnTo>
                  <a:lnTo>
                    <a:pt x="16393" y="1639"/>
                  </a:lnTo>
                  <a:lnTo>
                    <a:pt x="11476" y="1639"/>
                  </a:lnTo>
                  <a:lnTo>
                    <a:pt x="8197" y="1639"/>
                  </a:lnTo>
                  <a:lnTo>
                    <a:pt x="4918" y="1639"/>
                  </a:lnTo>
                  <a:lnTo>
                    <a:pt x="0" y="6557"/>
                  </a:lnTo>
                  <a:lnTo>
                    <a:pt x="4918" y="4918"/>
                  </a:lnTo>
                  <a:lnTo>
                    <a:pt x="8197" y="4918"/>
                  </a:lnTo>
                  <a:lnTo>
                    <a:pt x="13115" y="4918"/>
                  </a:lnTo>
                  <a:lnTo>
                    <a:pt x="16393" y="4918"/>
                  </a:lnTo>
                  <a:lnTo>
                    <a:pt x="19672" y="6557"/>
                  </a:lnTo>
                  <a:lnTo>
                    <a:pt x="24590" y="6557"/>
                  </a:lnTo>
                  <a:lnTo>
                    <a:pt x="27869" y="6557"/>
                  </a:lnTo>
                  <a:lnTo>
                    <a:pt x="31148" y="6557"/>
                  </a:lnTo>
                  <a:lnTo>
                    <a:pt x="36066" y="6557"/>
                  </a:lnTo>
                  <a:lnTo>
                    <a:pt x="40983" y="8197"/>
                  </a:lnTo>
                  <a:lnTo>
                    <a:pt x="44262" y="9836"/>
                  </a:lnTo>
                  <a:lnTo>
                    <a:pt x="47541" y="13115"/>
                  </a:lnTo>
                  <a:lnTo>
                    <a:pt x="50820" y="13115"/>
                  </a:lnTo>
                  <a:lnTo>
                    <a:pt x="54098" y="13115"/>
                  </a:lnTo>
                  <a:lnTo>
                    <a:pt x="59016" y="13115"/>
                  </a:lnTo>
                  <a:lnTo>
                    <a:pt x="62295" y="13115"/>
                  </a:lnTo>
                  <a:lnTo>
                    <a:pt x="65573" y="13115"/>
                  </a:lnTo>
                  <a:lnTo>
                    <a:pt x="63935" y="9836"/>
                  </a:lnTo>
                  <a:lnTo>
                    <a:pt x="60656" y="8197"/>
                  </a:lnTo>
                  <a:lnTo>
                    <a:pt x="63935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63" name="Freeform 3162">
              <a:extLst>
                <a:ext uri="{FF2B5EF4-FFF2-40B4-BE49-F238E27FC236}">
                  <a16:creationId xmlns:a16="http://schemas.microsoft.com/office/drawing/2014/main" id="{42AACF65-E95D-AA40-A214-FD562D4C34B4}"/>
                </a:ext>
              </a:extLst>
            </p:cNvPr>
            <p:cNvSpPr/>
            <p:nvPr/>
          </p:nvSpPr>
          <p:spPr>
            <a:xfrm>
              <a:off x="4914038" y="960813"/>
              <a:ext cx="45901" cy="13114"/>
            </a:xfrm>
            <a:custGeom>
              <a:avLst/>
              <a:gdLst>
                <a:gd name="connsiteX0" fmla="*/ 27869 w 45901"/>
                <a:gd name="connsiteY0" fmla="*/ 0 h 13114"/>
                <a:gd name="connsiteX1" fmla="*/ 24590 w 45901"/>
                <a:gd name="connsiteY1" fmla="*/ 0 h 13114"/>
                <a:gd name="connsiteX2" fmla="*/ 19672 w 45901"/>
                <a:gd name="connsiteY2" fmla="*/ 0 h 13114"/>
                <a:gd name="connsiteX3" fmla="*/ 14754 w 45901"/>
                <a:gd name="connsiteY3" fmla="*/ 1639 h 13114"/>
                <a:gd name="connsiteX4" fmla="*/ 11476 w 45901"/>
                <a:gd name="connsiteY4" fmla="*/ 1639 h 13114"/>
                <a:gd name="connsiteX5" fmla="*/ 8197 w 45901"/>
                <a:gd name="connsiteY5" fmla="*/ 1639 h 13114"/>
                <a:gd name="connsiteX6" fmla="*/ 3279 w 45901"/>
                <a:gd name="connsiteY6" fmla="*/ 3279 h 13114"/>
                <a:gd name="connsiteX7" fmla="*/ 0 w 45901"/>
                <a:gd name="connsiteY7" fmla="*/ 6557 h 13114"/>
                <a:gd name="connsiteX8" fmla="*/ 1639 w 45901"/>
                <a:gd name="connsiteY8" fmla="*/ 9836 h 13114"/>
                <a:gd name="connsiteX9" fmla="*/ 6557 w 45901"/>
                <a:gd name="connsiteY9" fmla="*/ 9836 h 13114"/>
                <a:gd name="connsiteX10" fmla="*/ 9836 w 45901"/>
                <a:gd name="connsiteY10" fmla="*/ 11475 h 13114"/>
                <a:gd name="connsiteX11" fmla="*/ 14754 w 45901"/>
                <a:gd name="connsiteY11" fmla="*/ 13115 h 13114"/>
                <a:gd name="connsiteX12" fmla="*/ 18033 w 45901"/>
                <a:gd name="connsiteY12" fmla="*/ 13115 h 13114"/>
                <a:gd name="connsiteX13" fmla="*/ 21312 w 45901"/>
                <a:gd name="connsiteY13" fmla="*/ 13115 h 13114"/>
                <a:gd name="connsiteX14" fmla="*/ 26229 w 45901"/>
                <a:gd name="connsiteY14" fmla="*/ 11475 h 13114"/>
                <a:gd name="connsiteX15" fmla="*/ 29508 w 45901"/>
                <a:gd name="connsiteY15" fmla="*/ 11475 h 13114"/>
                <a:gd name="connsiteX16" fmla="*/ 34426 w 45901"/>
                <a:gd name="connsiteY16" fmla="*/ 11475 h 13114"/>
                <a:gd name="connsiteX17" fmla="*/ 37705 w 45901"/>
                <a:gd name="connsiteY17" fmla="*/ 11475 h 13114"/>
                <a:gd name="connsiteX18" fmla="*/ 42623 w 45901"/>
                <a:gd name="connsiteY18" fmla="*/ 9836 h 13114"/>
                <a:gd name="connsiteX19" fmla="*/ 45902 w 45901"/>
                <a:gd name="connsiteY19" fmla="*/ 9836 h 13114"/>
                <a:gd name="connsiteX20" fmla="*/ 42623 w 45901"/>
                <a:gd name="connsiteY20" fmla="*/ 8197 h 13114"/>
                <a:gd name="connsiteX21" fmla="*/ 39344 w 45901"/>
                <a:gd name="connsiteY21" fmla="*/ 4918 h 13114"/>
                <a:gd name="connsiteX22" fmla="*/ 36066 w 45901"/>
                <a:gd name="connsiteY22" fmla="*/ 1639 h 13114"/>
                <a:gd name="connsiteX23" fmla="*/ 32787 w 45901"/>
                <a:gd name="connsiteY23" fmla="*/ 1639 h 13114"/>
                <a:gd name="connsiteX24" fmla="*/ 27869 w 45901"/>
                <a:gd name="connsiteY24" fmla="*/ 1639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5901" h="13114">
                  <a:moveTo>
                    <a:pt x="27869" y="0"/>
                  </a:moveTo>
                  <a:lnTo>
                    <a:pt x="24590" y="0"/>
                  </a:lnTo>
                  <a:lnTo>
                    <a:pt x="19672" y="0"/>
                  </a:lnTo>
                  <a:lnTo>
                    <a:pt x="14754" y="1639"/>
                  </a:lnTo>
                  <a:lnTo>
                    <a:pt x="11476" y="1639"/>
                  </a:lnTo>
                  <a:lnTo>
                    <a:pt x="8197" y="1639"/>
                  </a:lnTo>
                  <a:lnTo>
                    <a:pt x="3279" y="3279"/>
                  </a:lnTo>
                  <a:lnTo>
                    <a:pt x="0" y="6557"/>
                  </a:lnTo>
                  <a:lnTo>
                    <a:pt x="1639" y="9836"/>
                  </a:lnTo>
                  <a:lnTo>
                    <a:pt x="6557" y="9836"/>
                  </a:lnTo>
                  <a:lnTo>
                    <a:pt x="9836" y="11475"/>
                  </a:lnTo>
                  <a:lnTo>
                    <a:pt x="14754" y="13115"/>
                  </a:lnTo>
                  <a:lnTo>
                    <a:pt x="18033" y="13115"/>
                  </a:lnTo>
                  <a:lnTo>
                    <a:pt x="21312" y="13115"/>
                  </a:lnTo>
                  <a:lnTo>
                    <a:pt x="26229" y="11475"/>
                  </a:lnTo>
                  <a:lnTo>
                    <a:pt x="29508" y="11475"/>
                  </a:lnTo>
                  <a:lnTo>
                    <a:pt x="34426" y="11475"/>
                  </a:lnTo>
                  <a:lnTo>
                    <a:pt x="37705" y="11475"/>
                  </a:lnTo>
                  <a:lnTo>
                    <a:pt x="42623" y="9836"/>
                  </a:lnTo>
                  <a:lnTo>
                    <a:pt x="45902" y="9836"/>
                  </a:lnTo>
                  <a:lnTo>
                    <a:pt x="42623" y="8197"/>
                  </a:lnTo>
                  <a:lnTo>
                    <a:pt x="39344" y="4918"/>
                  </a:lnTo>
                  <a:lnTo>
                    <a:pt x="36066" y="1639"/>
                  </a:lnTo>
                  <a:lnTo>
                    <a:pt x="32787" y="1639"/>
                  </a:lnTo>
                  <a:lnTo>
                    <a:pt x="2786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64" name="Freeform 3163">
              <a:extLst>
                <a:ext uri="{FF2B5EF4-FFF2-40B4-BE49-F238E27FC236}">
                  <a16:creationId xmlns:a16="http://schemas.microsoft.com/office/drawing/2014/main" id="{443EE265-CCDA-6440-BEE0-C5E2DED9BF48}"/>
                </a:ext>
              </a:extLst>
            </p:cNvPr>
            <p:cNvSpPr/>
            <p:nvPr/>
          </p:nvSpPr>
          <p:spPr>
            <a:xfrm>
              <a:off x="4953382" y="887043"/>
              <a:ext cx="11475" cy="3278"/>
            </a:xfrm>
            <a:custGeom>
              <a:avLst/>
              <a:gdLst>
                <a:gd name="connsiteX0" fmla="*/ 8197 w 11475"/>
                <a:gd name="connsiteY0" fmla="*/ 3279 h 3278"/>
                <a:gd name="connsiteX1" fmla="*/ 11476 w 11475"/>
                <a:gd name="connsiteY1" fmla="*/ 0 h 3278"/>
                <a:gd name="connsiteX2" fmla="*/ 6558 w 11475"/>
                <a:gd name="connsiteY2" fmla="*/ 0 h 3278"/>
                <a:gd name="connsiteX3" fmla="*/ 3279 w 11475"/>
                <a:gd name="connsiteY3" fmla="*/ 0 h 3278"/>
                <a:gd name="connsiteX4" fmla="*/ 0 w 11475"/>
                <a:gd name="connsiteY4" fmla="*/ 1639 h 3278"/>
                <a:gd name="connsiteX5" fmla="*/ 3279 w 11475"/>
                <a:gd name="connsiteY5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3278">
                  <a:moveTo>
                    <a:pt x="8197" y="3279"/>
                  </a:moveTo>
                  <a:lnTo>
                    <a:pt x="11476" y="0"/>
                  </a:lnTo>
                  <a:lnTo>
                    <a:pt x="6558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65" name="Freeform 3164">
              <a:extLst>
                <a:ext uri="{FF2B5EF4-FFF2-40B4-BE49-F238E27FC236}">
                  <a16:creationId xmlns:a16="http://schemas.microsoft.com/office/drawing/2014/main" id="{A5AA1F1F-4BA6-5643-82D4-530A169A8C4C}"/>
                </a:ext>
              </a:extLst>
            </p:cNvPr>
            <p:cNvSpPr/>
            <p:nvPr/>
          </p:nvSpPr>
          <p:spPr>
            <a:xfrm>
              <a:off x="4953382" y="941141"/>
              <a:ext cx="24590" cy="11475"/>
            </a:xfrm>
            <a:custGeom>
              <a:avLst/>
              <a:gdLst>
                <a:gd name="connsiteX0" fmla="*/ 16393 w 24590"/>
                <a:gd name="connsiteY0" fmla="*/ 9836 h 11475"/>
                <a:gd name="connsiteX1" fmla="*/ 19672 w 24590"/>
                <a:gd name="connsiteY1" fmla="*/ 8197 h 11475"/>
                <a:gd name="connsiteX2" fmla="*/ 24590 w 24590"/>
                <a:gd name="connsiteY2" fmla="*/ 6557 h 11475"/>
                <a:gd name="connsiteX3" fmla="*/ 19672 w 24590"/>
                <a:gd name="connsiteY3" fmla="*/ 4918 h 11475"/>
                <a:gd name="connsiteX4" fmla="*/ 18033 w 24590"/>
                <a:gd name="connsiteY4" fmla="*/ 3279 h 11475"/>
                <a:gd name="connsiteX5" fmla="*/ 14754 w 24590"/>
                <a:gd name="connsiteY5" fmla="*/ 4918 h 11475"/>
                <a:gd name="connsiteX6" fmla="*/ 18033 w 24590"/>
                <a:gd name="connsiteY6" fmla="*/ 1639 h 11475"/>
                <a:gd name="connsiteX7" fmla="*/ 19672 w 24590"/>
                <a:gd name="connsiteY7" fmla="*/ 1639 h 11475"/>
                <a:gd name="connsiteX8" fmla="*/ 19672 w 24590"/>
                <a:gd name="connsiteY8" fmla="*/ 0 h 11475"/>
                <a:gd name="connsiteX9" fmla="*/ 14754 w 24590"/>
                <a:gd name="connsiteY9" fmla="*/ 0 h 11475"/>
                <a:gd name="connsiteX10" fmla="*/ 11476 w 24590"/>
                <a:gd name="connsiteY10" fmla="*/ 0 h 11475"/>
                <a:gd name="connsiteX11" fmla="*/ 8197 w 24590"/>
                <a:gd name="connsiteY11" fmla="*/ 0 h 11475"/>
                <a:gd name="connsiteX12" fmla="*/ 4918 w 24590"/>
                <a:gd name="connsiteY12" fmla="*/ 1639 h 11475"/>
                <a:gd name="connsiteX13" fmla="*/ 3279 w 24590"/>
                <a:gd name="connsiteY13" fmla="*/ 4918 h 11475"/>
                <a:gd name="connsiteX14" fmla="*/ 0 w 24590"/>
                <a:gd name="connsiteY14" fmla="*/ 6557 h 11475"/>
                <a:gd name="connsiteX15" fmla="*/ 3279 w 24590"/>
                <a:gd name="connsiteY15" fmla="*/ 9836 h 11475"/>
                <a:gd name="connsiteX16" fmla="*/ 8197 w 24590"/>
                <a:gd name="connsiteY16" fmla="*/ 11475 h 11475"/>
                <a:gd name="connsiteX17" fmla="*/ 11476 w 24590"/>
                <a:gd name="connsiteY17" fmla="*/ 11475 h 11475"/>
                <a:gd name="connsiteX18" fmla="*/ 14754 w 24590"/>
                <a:gd name="connsiteY18" fmla="*/ 11475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90" h="11475">
                  <a:moveTo>
                    <a:pt x="16393" y="9836"/>
                  </a:moveTo>
                  <a:lnTo>
                    <a:pt x="19672" y="8197"/>
                  </a:lnTo>
                  <a:lnTo>
                    <a:pt x="24590" y="6557"/>
                  </a:lnTo>
                  <a:lnTo>
                    <a:pt x="19672" y="4918"/>
                  </a:lnTo>
                  <a:lnTo>
                    <a:pt x="18033" y="3279"/>
                  </a:lnTo>
                  <a:lnTo>
                    <a:pt x="14754" y="4918"/>
                  </a:lnTo>
                  <a:lnTo>
                    <a:pt x="18033" y="1639"/>
                  </a:lnTo>
                  <a:lnTo>
                    <a:pt x="19672" y="1639"/>
                  </a:lnTo>
                  <a:lnTo>
                    <a:pt x="19672" y="0"/>
                  </a:lnTo>
                  <a:lnTo>
                    <a:pt x="14754" y="0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4918" y="1639"/>
                  </a:lnTo>
                  <a:lnTo>
                    <a:pt x="3279" y="4918"/>
                  </a:lnTo>
                  <a:lnTo>
                    <a:pt x="0" y="6557"/>
                  </a:lnTo>
                  <a:lnTo>
                    <a:pt x="3279" y="9836"/>
                  </a:lnTo>
                  <a:lnTo>
                    <a:pt x="8197" y="11475"/>
                  </a:lnTo>
                  <a:lnTo>
                    <a:pt x="11476" y="11475"/>
                  </a:lnTo>
                  <a:lnTo>
                    <a:pt x="14754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66" name="Freeform 3165">
              <a:extLst>
                <a:ext uri="{FF2B5EF4-FFF2-40B4-BE49-F238E27FC236}">
                  <a16:creationId xmlns:a16="http://schemas.microsoft.com/office/drawing/2014/main" id="{45F559F4-E739-7C40-8A54-08F9AE29CD0C}"/>
                </a:ext>
              </a:extLst>
            </p:cNvPr>
            <p:cNvSpPr/>
            <p:nvPr/>
          </p:nvSpPr>
          <p:spPr>
            <a:xfrm>
              <a:off x="4956660" y="885403"/>
              <a:ext cx="4917" cy="16393"/>
            </a:xfrm>
            <a:custGeom>
              <a:avLst/>
              <a:gdLst>
                <a:gd name="connsiteX0" fmla="*/ 4918 w 4917"/>
                <a:gd name="connsiteY0" fmla="*/ 0 h 16393"/>
                <a:gd name="connsiteX1" fmla="*/ 3279 w 4917"/>
                <a:gd name="connsiteY1" fmla="*/ 0 h 16393"/>
                <a:gd name="connsiteX2" fmla="*/ 0 w 4917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3">
                  <a:moveTo>
                    <a:pt x="4918" y="0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67" name="Freeform 3166">
              <a:extLst>
                <a:ext uri="{FF2B5EF4-FFF2-40B4-BE49-F238E27FC236}">
                  <a16:creationId xmlns:a16="http://schemas.microsoft.com/office/drawing/2014/main" id="{3D364B56-569C-3941-9362-FBF904CCD3A1}"/>
                </a:ext>
              </a:extLst>
            </p:cNvPr>
            <p:cNvSpPr/>
            <p:nvPr/>
          </p:nvSpPr>
          <p:spPr>
            <a:xfrm>
              <a:off x="4959939" y="891961"/>
              <a:ext cx="11475" cy="3278"/>
            </a:xfrm>
            <a:custGeom>
              <a:avLst/>
              <a:gdLst>
                <a:gd name="connsiteX0" fmla="*/ 11475 w 11475"/>
                <a:gd name="connsiteY0" fmla="*/ 0 h 3278"/>
                <a:gd name="connsiteX1" fmla="*/ 8197 w 11475"/>
                <a:gd name="connsiteY1" fmla="*/ 0 h 3278"/>
                <a:gd name="connsiteX2" fmla="*/ 4918 w 11475"/>
                <a:gd name="connsiteY2" fmla="*/ 1639 h 3278"/>
                <a:gd name="connsiteX3" fmla="*/ 0 w 11475"/>
                <a:gd name="connsiteY3" fmla="*/ 1639 h 3278"/>
                <a:gd name="connsiteX4" fmla="*/ 4918 w 11475"/>
                <a:gd name="connsiteY4" fmla="*/ 3279 h 3278"/>
                <a:gd name="connsiteX5" fmla="*/ 8197 w 11475"/>
                <a:gd name="connsiteY5" fmla="*/ 3279 h 3278"/>
                <a:gd name="connsiteX6" fmla="*/ 11475 w 11475"/>
                <a:gd name="connsiteY6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11475" y="0"/>
                  </a:moveTo>
                  <a:lnTo>
                    <a:pt x="8197" y="0"/>
                  </a:lnTo>
                  <a:lnTo>
                    <a:pt x="4918" y="1639"/>
                  </a:lnTo>
                  <a:lnTo>
                    <a:pt x="0" y="1639"/>
                  </a:lnTo>
                  <a:lnTo>
                    <a:pt x="4918" y="3279"/>
                  </a:lnTo>
                  <a:lnTo>
                    <a:pt x="8197" y="3279"/>
                  </a:lnTo>
                  <a:lnTo>
                    <a:pt x="11475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68" name="Freeform 3167">
              <a:extLst>
                <a:ext uri="{FF2B5EF4-FFF2-40B4-BE49-F238E27FC236}">
                  <a16:creationId xmlns:a16="http://schemas.microsoft.com/office/drawing/2014/main" id="{FC50CCD5-E91A-2341-9CC8-C341AD9CD6E3}"/>
                </a:ext>
              </a:extLst>
            </p:cNvPr>
            <p:cNvSpPr/>
            <p:nvPr/>
          </p:nvSpPr>
          <p:spPr>
            <a:xfrm>
              <a:off x="4964857" y="895239"/>
              <a:ext cx="9836" cy="4918"/>
            </a:xfrm>
            <a:custGeom>
              <a:avLst/>
              <a:gdLst>
                <a:gd name="connsiteX0" fmla="*/ 0 w 9836"/>
                <a:gd name="connsiteY0" fmla="*/ 0 h 4918"/>
                <a:gd name="connsiteX1" fmla="*/ 0 w 9836"/>
                <a:gd name="connsiteY1" fmla="*/ 1639 h 4918"/>
                <a:gd name="connsiteX2" fmla="*/ 0 w 9836"/>
                <a:gd name="connsiteY2" fmla="*/ 1639 h 4918"/>
                <a:gd name="connsiteX3" fmla="*/ 3279 w 9836"/>
                <a:gd name="connsiteY3" fmla="*/ 1639 h 4918"/>
                <a:gd name="connsiteX4" fmla="*/ 6557 w 9836"/>
                <a:gd name="connsiteY4" fmla="*/ 3279 h 4918"/>
                <a:gd name="connsiteX5" fmla="*/ 9836 w 9836"/>
                <a:gd name="connsiteY5" fmla="*/ 4918 h 4918"/>
                <a:gd name="connsiteX6" fmla="*/ 6557 w 9836"/>
                <a:gd name="connsiteY6" fmla="*/ 3279 h 4918"/>
                <a:gd name="connsiteX7" fmla="*/ 3279 w 9836"/>
                <a:gd name="connsiteY7" fmla="*/ 1639 h 4918"/>
                <a:gd name="connsiteX8" fmla="*/ 0 w 9836"/>
                <a:gd name="connsiteY8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36" h="4918">
                  <a:moveTo>
                    <a:pt x="0" y="0"/>
                  </a:moveTo>
                  <a:lnTo>
                    <a:pt x="0" y="1639"/>
                  </a:lnTo>
                  <a:lnTo>
                    <a:pt x="0" y="1639"/>
                  </a:lnTo>
                  <a:lnTo>
                    <a:pt x="3279" y="1639"/>
                  </a:lnTo>
                  <a:lnTo>
                    <a:pt x="6557" y="3279"/>
                  </a:lnTo>
                  <a:lnTo>
                    <a:pt x="9836" y="4918"/>
                  </a:lnTo>
                  <a:lnTo>
                    <a:pt x="6557" y="3279"/>
                  </a:lnTo>
                  <a:lnTo>
                    <a:pt x="3279" y="163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69" name="Freeform 3168">
              <a:extLst>
                <a:ext uri="{FF2B5EF4-FFF2-40B4-BE49-F238E27FC236}">
                  <a16:creationId xmlns:a16="http://schemas.microsoft.com/office/drawing/2014/main" id="{43115045-2444-A649-990C-A966C35F327A}"/>
                </a:ext>
              </a:extLst>
            </p:cNvPr>
            <p:cNvSpPr/>
            <p:nvPr/>
          </p:nvSpPr>
          <p:spPr>
            <a:xfrm>
              <a:off x="4966497" y="888682"/>
              <a:ext cx="8196" cy="1639"/>
            </a:xfrm>
            <a:custGeom>
              <a:avLst/>
              <a:gdLst>
                <a:gd name="connsiteX0" fmla="*/ 8197 w 8196"/>
                <a:gd name="connsiteY0" fmla="*/ 0 h 1639"/>
                <a:gd name="connsiteX1" fmla="*/ 3278 w 8196"/>
                <a:gd name="connsiteY1" fmla="*/ 0 h 1639"/>
                <a:gd name="connsiteX2" fmla="*/ 0 w 8196"/>
                <a:gd name="connsiteY2" fmla="*/ 1639 h 1639"/>
                <a:gd name="connsiteX3" fmla="*/ 3278 w 8196"/>
                <a:gd name="connsiteY3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8197" y="0"/>
                  </a:moveTo>
                  <a:lnTo>
                    <a:pt x="3278" y="0"/>
                  </a:lnTo>
                  <a:lnTo>
                    <a:pt x="0" y="1639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70" name="Freeform 3169">
              <a:extLst>
                <a:ext uri="{FF2B5EF4-FFF2-40B4-BE49-F238E27FC236}">
                  <a16:creationId xmlns:a16="http://schemas.microsoft.com/office/drawing/2014/main" id="{81E639F3-200F-504F-A3AD-C20FE6EE981B}"/>
                </a:ext>
              </a:extLst>
            </p:cNvPr>
            <p:cNvSpPr/>
            <p:nvPr/>
          </p:nvSpPr>
          <p:spPr>
            <a:xfrm>
              <a:off x="4971414" y="895239"/>
              <a:ext cx="11475" cy="3278"/>
            </a:xfrm>
            <a:custGeom>
              <a:avLst/>
              <a:gdLst>
                <a:gd name="connsiteX0" fmla="*/ 11476 w 11475"/>
                <a:gd name="connsiteY0" fmla="*/ 1639 h 3278"/>
                <a:gd name="connsiteX1" fmla="*/ 11476 w 11475"/>
                <a:gd name="connsiteY1" fmla="*/ 1639 h 3278"/>
                <a:gd name="connsiteX2" fmla="*/ 8197 w 11475"/>
                <a:gd name="connsiteY2" fmla="*/ 0 h 3278"/>
                <a:gd name="connsiteX3" fmla="*/ 3279 w 11475"/>
                <a:gd name="connsiteY3" fmla="*/ 0 h 3278"/>
                <a:gd name="connsiteX4" fmla="*/ 0 w 11475"/>
                <a:gd name="connsiteY4" fmla="*/ 1639 h 3278"/>
                <a:gd name="connsiteX5" fmla="*/ 4918 w 11475"/>
                <a:gd name="connsiteY5" fmla="*/ 3279 h 3278"/>
                <a:gd name="connsiteX6" fmla="*/ 8197 w 11475"/>
                <a:gd name="connsiteY6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11476" y="1639"/>
                  </a:moveTo>
                  <a:lnTo>
                    <a:pt x="11476" y="1639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4918" y="3279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71" name="Freeform 3170">
              <a:extLst>
                <a:ext uri="{FF2B5EF4-FFF2-40B4-BE49-F238E27FC236}">
                  <a16:creationId xmlns:a16="http://schemas.microsoft.com/office/drawing/2014/main" id="{E6BFC0BE-0087-EC4E-94AB-787D2AD35543}"/>
                </a:ext>
              </a:extLst>
            </p:cNvPr>
            <p:cNvSpPr/>
            <p:nvPr/>
          </p:nvSpPr>
          <p:spPr>
            <a:xfrm>
              <a:off x="4973054" y="842781"/>
              <a:ext cx="6557" cy="3278"/>
            </a:xfrm>
            <a:custGeom>
              <a:avLst/>
              <a:gdLst>
                <a:gd name="connsiteX0" fmla="*/ 6557 w 6557"/>
                <a:gd name="connsiteY0" fmla="*/ 0 h 3278"/>
                <a:gd name="connsiteX1" fmla="*/ 6557 w 6557"/>
                <a:gd name="connsiteY1" fmla="*/ 0 h 3278"/>
                <a:gd name="connsiteX2" fmla="*/ 3279 w 6557"/>
                <a:gd name="connsiteY2" fmla="*/ 0 h 3278"/>
                <a:gd name="connsiteX3" fmla="*/ 0 w 6557"/>
                <a:gd name="connsiteY3" fmla="*/ 3279 h 3278"/>
                <a:gd name="connsiteX4" fmla="*/ 3279 w 6557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6557" y="0"/>
                  </a:moveTo>
                  <a:lnTo>
                    <a:pt x="6557" y="0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72" name="Freeform 3171">
              <a:extLst>
                <a:ext uri="{FF2B5EF4-FFF2-40B4-BE49-F238E27FC236}">
                  <a16:creationId xmlns:a16="http://schemas.microsoft.com/office/drawing/2014/main" id="{2CB085D6-096C-AA4D-9955-4A323677F2B1}"/>
                </a:ext>
              </a:extLst>
            </p:cNvPr>
            <p:cNvSpPr/>
            <p:nvPr/>
          </p:nvSpPr>
          <p:spPr>
            <a:xfrm>
              <a:off x="4973054" y="893600"/>
              <a:ext cx="11475" cy="1639"/>
            </a:xfrm>
            <a:custGeom>
              <a:avLst/>
              <a:gdLst>
                <a:gd name="connsiteX0" fmla="*/ 11476 w 11475"/>
                <a:gd name="connsiteY0" fmla="*/ 0 h 1639"/>
                <a:gd name="connsiteX1" fmla="*/ 11476 w 11475"/>
                <a:gd name="connsiteY1" fmla="*/ 0 h 1639"/>
                <a:gd name="connsiteX2" fmla="*/ 6557 w 11475"/>
                <a:gd name="connsiteY2" fmla="*/ 0 h 1639"/>
                <a:gd name="connsiteX3" fmla="*/ 3279 w 11475"/>
                <a:gd name="connsiteY3" fmla="*/ 1639 h 1639"/>
                <a:gd name="connsiteX4" fmla="*/ 0 w 11475"/>
                <a:gd name="connsiteY4" fmla="*/ 1639 h 1639"/>
                <a:gd name="connsiteX5" fmla="*/ 3279 w 11475"/>
                <a:gd name="connsiteY5" fmla="*/ 1639 h 1639"/>
                <a:gd name="connsiteX6" fmla="*/ 6557 w 11475"/>
                <a:gd name="connsiteY6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1639">
                  <a:moveTo>
                    <a:pt x="11476" y="0"/>
                  </a:moveTo>
                  <a:lnTo>
                    <a:pt x="11476" y="0"/>
                  </a:lnTo>
                  <a:lnTo>
                    <a:pt x="6557" y="0"/>
                  </a:lnTo>
                  <a:lnTo>
                    <a:pt x="3279" y="1639"/>
                  </a:lnTo>
                  <a:lnTo>
                    <a:pt x="0" y="1639"/>
                  </a:lnTo>
                  <a:lnTo>
                    <a:pt x="3279" y="1639"/>
                  </a:lnTo>
                  <a:lnTo>
                    <a:pt x="655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73" name="Freeform 3172">
              <a:extLst>
                <a:ext uri="{FF2B5EF4-FFF2-40B4-BE49-F238E27FC236}">
                  <a16:creationId xmlns:a16="http://schemas.microsoft.com/office/drawing/2014/main" id="{1CCA1000-559A-5349-981C-6104191E1437}"/>
                </a:ext>
              </a:extLst>
            </p:cNvPr>
            <p:cNvSpPr/>
            <p:nvPr/>
          </p:nvSpPr>
          <p:spPr>
            <a:xfrm>
              <a:off x="4991087" y="954256"/>
              <a:ext cx="11475" cy="3278"/>
            </a:xfrm>
            <a:custGeom>
              <a:avLst/>
              <a:gdLst>
                <a:gd name="connsiteX0" fmla="*/ 11475 w 11475"/>
                <a:gd name="connsiteY0" fmla="*/ 1639 h 3278"/>
                <a:gd name="connsiteX1" fmla="*/ 8197 w 11475"/>
                <a:gd name="connsiteY1" fmla="*/ 0 h 3278"/>
                <a:gd name="connsiteX2" fmla="*/ 3278 w 11475"/>
                <a:gd name="connsiteY2" fmla="*/ 0 h 3278"/>
                <a:gd name="connsiteX3" fmla="*/ 0 w 11475"/>
                <a:gd name="connsiteY3" fmla="*/ 1639 h 3278"/>
                <a:gd name="connsiteX4" fmla="*/ 3278 w 11475"/>
                <a:gd name="connsiteY4" fmla="*/ 3279 h 3278"/>
                <a:gd name="connsiteX5" fmla="*/ 8197 w 11475"/>
                <a:gd name="connsiteY5" fmla="*/ 3279 h 3278"/>
                <a:gd name="connsiteX6" fmla="*/ 11475 w 11475"/>
                <a:gd name="connsiteY6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11475" y="1639"/>
                  </a:moveTo>
                  <a:lnTo>
                    <a:pt x="8197" y="0"/>
                  </a:lnTo>
                  <a:lnTo>
                    <a:pt x="3278" y="0"/>
                  </a:lnTo>
                  <a:lnTo>
                    <a:pt x="0" y="1639"/>
                  </a:lnTo>
                  <a:lnTo>
                    <a:pt x="3278" y="3279"/>
                  </a:lnTo>
                  <a:lnTo>
                    <a:pt x="8197" y="3279"/>
                  </a:lnTo>
                  <a:lnTo>
                    <a:pt x="11475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74" name="Freeform 3173">
              <a:extLst>
                <a:ext uri="{FF2B5EF4-FFF2-40B4-BE49-F238E27FC236}">
                  <a16:creationId xmlns:a16="http://schemas.microsoft.com/office/drawing/2014/main" id="{67D2A98C-026C-B642-B0E7-8DF5B56AEFEB}"/>
                </a:ext>
              </a:extLst>
            </p:cNvPr>
            <p:cNvSpPr/>
            <p:nvPr/>
          </p:nvSpPr>
          <p:spPr>
            <a:xfrm>
              <a:off x="4992726" y="834584"/>
              <a:ext cx="8196" cy="3278"/>
            </a:xfrm>
            <a:custGeom>
              <a:avLst/>
              <a:gdLst>
                <a:gd name="connsiteX0" fmla="*/ 8197 w 8196"/>
                <a:gd name="connsiteY0" fmla="*/ 1639 h 3278"/>
                <a:gd name="connsiteX1" fmla="*/ 8197 w 8196"/>
                <a:gd name="connsiteY1" fmla="*/ 1639 h 3278"/>
                <a:gd name="connsiteX2" fmla="*/ 4918 w 8196"/>
                <a:gd name="connsiteY2" fmla="*/ 0 h 3278"/>
                <a:gd name="connsiteX3" fmla="*/ 0 w 8196"/>
                <a:gd name="connsiteY3" fmla="*/ 1639 h 3278"/>
                <a:gd name="connsiteX4" fmla="*/ 4918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1639"/>
                  </a:moveTo>
                  <a:lnTo>
                    <a:pt x="8197" y="1639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75" name="Freeform 3174">
              <a:extLst>
                <a:ext uri="{FF2B5EF4-FFF2-40B4-BE49-F238E27FC236}">
                  <a16:creationId xmlns:a16="http://schemas.microsoft.com/office/drawing/2014/main" id="{8F0EB5F0-FD64-924B-9212-30A60F651C86}"/>
                </a:ext>
              </a:extLst>
            </p:cNvPr>
            <p:cNvSpPr/>
            <p:nvPr/>
          </p:nvSpPr>
          <p:spPr>
            <a:xfrm>
              <a:off x="4992726" y="841141"/>
              <a:ext cx="4917" cy="1639"/>
            </a:xfrm>
            <a:custGeom>
              <a:avLst/>
              <a:gdLst>
                <a:gd name="connsiteX0" fmla="*/ 1639 w 4917"/>
                <a:gd name="connsiteY0" fmla="*/ 0 h 1639"/>
                <a:gd name="connsiteX1" fmla="*/ 0 w 4917"/>
                <a:gd name="connsiteY1" fmla="*/ 1639 h 1639"/>
                <a:gd name="connsiteX2" fmla="*/ 4918 w 4917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1639" y="0"/>
                  </a:move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76" name="Freeform 3175">
              <a:extLst>
                <a:ext uri="{FF2B5EF4-FFF2-40B4-BE49-F238E27FC236}">
                  <a16:creationId xmlns:a16="http://schemas.microsoft.com/office/drawing/2014/main" id="{83FB5247-799A-D84A-8A49-AC495B630933}"/>
                </a:ext>
              </a:extLst>
            </p:cNvPr>
            <p:cNvSpPr/>
            <p:nvPr/>
          </p:nvSpPr>
          <p:spPr>
            <a:xfrm>
              <a:off x="4996004" y="842781"/>
              <a:ext cx="26229" cy="6557"/>
            </a:xfrm>
            <a:custGeom>
              <a:avLst/>
              <a:gdLst>
                <a:gd name="connsiteX0" fmla="*/ 9836 w 26229"/>
                <a:gd name="connsiteY0" fmla="*/ 4918 h 6557"/>
                <a:gd name="connsiteX1" fmla="*/ 14754 w 26229"/>
                <a:gd name="connsiteY1" fmla="*/ 4918 h 6557"/>
                <a:gd name="connsiteX2" fmla="*/ 18033 w 26229"/>
                <a:gd name="connsiteY2" fmla="*/ 4918 h 6557"/>
                <a:gd name="connsiteX3" fmla="*/ 22951 w 26229"/>
                <a:gd name="connsiteY3" fmla="*/ 6557 h 6557"/>
                <a:gd name="connsiteX4" fmla="*/ 26229 w 26229"/>
                <a:gd name="connsiteY4" fmla="*/ 6557 h 6557"/>
                <a:gd name="connsiteX5" fmla="*/ 22951 w 26229"/>
                <a:gd name="connsiteY5" fmla="*/ 3279 h 6557"/>
                <a:gd name="connsiteX6" fmla="*/ 19672 w 26229"/>
                <a:gd name="connsiteY6" fmla="*/ 3279 h 6557"/>
                <a:gd name="connsiteX7" fmla="*/ 14754 w 26229"/>
                <a:gd name="connsiteY7" fmla="*/ 3279 h 6557"/>
                <a:gd name="connsiteX8" fmla="*/ 11476 w 26229"/>
                <a:gd name="connsiteY8" fmla="*/ 1639 h 6557"/>
                <a:gd name="connsiteX9" fmla="*/ 11476 w 26229"/>
                <a:gd name="connsiteY9" fmla="*/ 1639 h 6557"/>
                <a:gd name="connsiteX10" fmla="*/ 11476 w 26229"/>
                <a:gd name="connsiteY10" fmla="*/ 0 h 6557"/>
                <a:gd name="connsiteX11" fmla="*/ 8197 w 26229"/>
                <a:gd name="connsiteY11" fmla="*/ 0 h 6557"/>
                <a:gd name="connsiteX12" fmla="*/ 3279 w 26229"/>
                <a:gd name="connsiteY12" fmla="*/ 0 h 6557"/>
                <a:gd name="connsiteX13" fmla="*/ 0 w 26229"/>
                <a:gd name="connsiteY13" fmla="*/ 0 h 6557"/>
                <a:gd name="connsiteX14" fmla="*/ 3279 w 26229"/>
                <a:gd name="connsiteY14" fmla="*/ 3279 h 6557"/>
                <a:gd name="connsiteX15" fmla="*/ 8197 w 26229"/>
                <a:gd name="connsiteY15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229" h="6557">
                  <a:moveTo>
                    <a:pt x="9836" y="4918"/>
                  </a:moveTo>
                  <a:lnTo>
                    <a:pt x="14754" y="4918"/>
                  </a:lnTo>
                  <a:lnTo>
                    <a:pt x="18033" y="4918"/>
                  </a:lnTo>
                  <a:lnTo>
                    <a:pt x="22951" y="6557"/>
                  </a:lnTo>
                  <a:lnTo>
                    <a:pt x="26229" y="6557"/>
                  </a:lnTo>
                  <a:lnTo>
                    <a:pt x="22951" y="3279"/>
                  </a:lnTo>
                  <a:lnTo>
                    <a:pt x="19672" y="3279"/>
                  </a:lnTo>
                  <a:lnTo>
                    <a:pt x="14754" y="3279"/>
                  </a:lnTo>
                  <a:lnTo>
                    <a:pt x="11476" y="1639"/>
                  </a:lnTo>
                  <a:lnTo>
                    <a:pt x="11476" y="1639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3279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77" name="Freeform 3176">
              <a:extLst>
                <a:ext uri="{FF2B5EF4-FFF2-40B4-BE49-F238E27FC236}">
                  <a16:creationId xmlns:a16="http://schemas.microsoft.com/office/drawing/2014/main" id="{470E22EC-867F-7645-98C9-C7FB6E740119}"/>
                </a:ext>
              </a:extLst>
            </p:cNvPr>
            <p:cNvSpPr/>
            <p:nvPr/>
          </p:nvSpPr>
          <p:spPr>
            <a:xfrm>
              <a:off x="5002562" y="928026"/>
              <a:ext cx="42622" cy="16393"/>
            </a:xfrm>
            <a:custGeom>
              <a:avLst/>
              <a:gdLst>
                <a:gd name="connsiteX0" fmla="*/ 27869 w 42622"/>
                <a:gd name="connsiteY0" fmla="*/ 0 h 16393"/>
                <a:gd name="connsiteX1" fmla="*/ 24590 w 42622"/>
                <a:gd name="connsiteY1" fmla="*/ 0 h 16393"/>
                <a:gd name="connsiteX2" fmla="*/ 21312 w 42622"/>
                <a:gd name="connsiteY2" fmla="*/ 3279 h 16393"/>
                <a:gd name="connsiteX3" fmla="*/ 16393 w 42622"/>
                <a:gd name="connsiteY3" fmla="*/ 3279 h 16393"/>
                <a:gd name="connsiteX4" fmla="*/ 13115 w 42622"/>
                <a:gd name="connsiteY4" fmla="*/ 1639 h 16393"/>
                <a:gd name="connsiteX5" fmla="*/ 9836 w 42622"/>
                <a:gd name="connsiteY5" fmla="*/ 1639 h 16393"/>
                <a:gd name="connsiteX6" fmla="*/ 4918 w 42622"/>
                <a:gd name="connsiteY6" fmla="*/ 3279 h 16393"/>
                <a:gd name="connsiteX7" fmla="*/ 3279 w 42622"/>
                <a:gd name="connsiteY7" fmla="*/ 6557 h 16393"/>
                <a:gd name="connsiteX8" fmla="*/ 0 w 42622"/>
                <a:gd name="connsiteY8" fmla="*/ 9836 h 16393"/>
                <a:gd name="connsiteX9" fmla="*/ 0 w 42622"/>
                <a:gd name="connsiteY9" fmla="*/ 14754 h 16393"/>
                <a:gd name="connsiteX10" fmla="*/ 3279 w 42622"/>
                <a:gd name="connsiteY10" fmla="*/ 13115 h 16393"/>
                <a:gd name="connsiteX11" fmla="*/ 8197 w 42622"/>
                <a:gd name="connsiteY11" fmla="*/ 14754 h 16393"/>
                <a:gd name="connsiteX12" fmla="*/ 11476 w 42622"/>
                <a:gd name="connsiteY12" fmla="*/ 14754 h 16393"/>
                <a:gd name="connsiteX13" fmla="*/ 14754 w 42622"/>
                <a:gd name="connsiteY13" fmla="*/ 14754 h 16393"/>
                <a:gd name="connsiteX14" fmla="*/ 19672 w 42622"/>
                <a:gd name="connsiteY14" fmla="*/ 13115 h 16393"/>
                <a:gd name="connsiteX15" fmla="*/ 22951 w 42622"/>
                <a:gd name="connsiteY15" fmla="*/ 13115 h 16393"/>
                <a:gd name="connsiteX16" fmla="*/ 27869 w 42622"/>
                <a:gd name="connsiteY16" fmla="*/ 13115 h 16393"/>
                <a:gd name="connsiteX17" fmla="*/ 31148 w 42622"/>
                <a:gd name="connsiteY17" fmla="*/ 13115 h 16393"/>
                <a:gd name="connsiteX18" fmla="*/ 36066 w 42622"/>
                <a:gd name="connsiteY18" fmla="*/ 16393 h 16393"/>
                <a:gd name="connsiteX19" fmla="*/ 39344 w 42622"/>
                <a:gd name="connsiteY19" fmla="*/ 13115 h 16393"/>
                <a:gd name="connsiteX20" fmla="*/ 42623 w 42622"/>
                <a:gd name="connsiteY20" fmla="*/ 9836 h 16393"/>
                <a:gd name="connsiteX21" fmla="*/ 37705 w 42622"/>
                <a:gd name="connsiteY21" fmla="*/ 9836 h 16393"/>
                <a:gd name="connsiteX22" fmla="*/ 34426 w 42622"/>
                <a:gd name="connsiteY22" fmla="*/ 11475 h 16393"/>
                <a:gd name="connsiteX23" fmla="*/ 31148 w 42622"/>
                <a:gd name="connsiteY23" fmla="*/ 11475 h 16393"/>
                <a:gd name="connsiteX24" fmla="*/ 26229 w 42622"/>
                <a:gd name="connsiteY24" fmla="*/ 9836 h 16393"/>
                <a:gd name="connsiteX25" fmla="*/ 22951 w 42622"/>
                <a:gd name="connsiteY25" fmla="*/ 6557 h 16393"/>
                <a:gd name="connsiteX26" fmla="*/ 26229 w 42622"/>
                <a:gd name="connsiteY26" fmla="*/ 4918 h 16393"/>
                <a:gd name="connsiteX27" fmla="*/ 31148 w 42622"/>
                <a:gd name="connsiteY27" fmla="*/ 3279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2622" h="16393">
                  <a:moveTo>
                    <a:pt x="27869" y="0"/>
                  </a:moveTo>
                  <a:lnTo>
                    <a:pt x="24590" y="0"/>
                  </a:lnTo>
                  <a:lnTo>
                    <a:pt x="21312" y="3279"/>
                  </a:lnTo>
                  <a:lnTo>
                    <a:pt x="16393" y="3279"/>
                  </a:lnTo>
                  <a:lnTo>
                    <a:pt x="13115" y="1639"/>
                  </a:lnTo>
                  <a:lnTo>
                    <a:pt x="9836" y="1639"/>
                  </a:lnTo>
                  <a:lnTo>
                    <a:pt x="4918" y="3279"/>
                  </a:lnTo>
                  <a:lnTo>
                    <a:pt x="3279" y="6557"/>
                  </a:lnTo>
                  <a:lnTo>
                    <a:pt x="0" y="9836"/>
                  </a:lnTo>
                  <a:lnTo>
                    <a:pt x="0" y="14754"/>
                  </a:lnTo>
                  <a:lnTo>
                    <a:pt x="3279" y="13115"/>
                  </a:lnTo>
                  <a:lnTo>
                    <a:pt x="8197" y="14754"/>
                  </a:lnTo>
                  <a:lnTo>
                    <a:pt x="11476" y="14754"/>
                  </a:lnTo>
                  <a:lnTo>
                    <a:pt x="14754" y="14754"/>
                  </a:lnTo>
                  <a:lnTo>
                    <a:pt x="19672" y="13115"/>
                  </a:lnTo>
                  <a:lnTo>
                    <a:pt x="22951" y="13115"/>
                  </a:lnTo>
                  <a:lnTo>
                    <a:pt x="27869" y="13115"/>
                  </a:lnTo>
                  <a:lnTo>
                    <a:pt x="31148" y="13115"/>
                  </a:lnTo>
                  <a:lnTo>
                    <a:pt x="36066" y="16393"/>
                  </a:lnTo>
                  <a:lnTo>
                    <a:pt x="39344" y="13115"/>
                  </a:lnTo>
                  <a:lnTo>
                    <a:pt x="42623" y="9836"/>
                  </a:lnTo>
                  <a:lnTo>
                    <a:pt x="37705" y="9836"/>
                  </a:lnTo>
                  <a:lnTo>
                    <a:pt x="34426" y="11475"/>
                  </a:lnTo>
                  <a:lnTo>
                    <a:pt x="31148" y="11475"/>
                  </a:lnTo>
                  <a:lnTo>
                    <a:pt x="26229" y="9836"/>
                  </a:lnTo>
                  <a:lnTo>
                    <a:pt x="22951" y="6557"/>
                  </a:lnTo>
                  <a:lnTo>
                    <a:pt x="26229" y="4918"/>
                  </a:lnTo>
                  <a:lnTo>
                    <a:pt x="3114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78" name="Freeform 3177">
              <a:extLst>
                <a:ext uri="{FF2B5EF4-FFF2-40B4-BE49-F238E27FC236}">
                  <a16:creationId xmlns:a16="http://schemas.microsoft.com/office/drawing/2014/main" id="{1EFB199D-B556-9346-8D33-67F2E47629DE}"/>
                </a:ext>
              </a:extLst>
            </p:cNvPr>
            <p:cNvSpPr/>
            <p:nvPr/>
          </p:nvSpPr>
          <p:spPr>
            <a:xfrm>
              <a:off x="5014037" y="883764"/>
              <a:ext cx="13114" cy="24590"/>
            </a:xfrm>
            <a:custGeom>
              <a:avLst/>
              <a:gdLst>
                <a:gd name="connsiteX0" fmla="*/ 8197 w 13114"/>
                <a:gd name="connsiteY0" fmla="*/ 19672 h 24590"/>
                <a:gd name="connsiteX1" fmla="*/ 8197 w 13114"/>
                <a:gd name="connsiteY1" fmla="*/ 14754 h 24590"/>
                <a:gd name="connsiteX2" fmla="*/ 8197 w 13114"/>
                <a:gd name="connsiteY2" fmla="*/ 11475 h 24590"/>
                <a:gd name="connsiteX3" fmla="*/ 9836 w 13114"/>
                <a:gd name="connsiteY3" fmla="*/ 8197 h 24590"/>
                <a:gd name="connsiteX4" fmla="*/ 13114 w 13114"/>
                <a:gd name="connsiteY4" fmla="*/ 4918 h 24590"/>
                <a:gd name="connsiteX5" fmla="*/ 8197 w 13114"/>
                <a:gd name="connsiteY5" fmla="*/ 0 h 24590"/>
                <a:gd name="connsiteX6" fmla="*/ 4918 w 13114"/>
                <a:gd name="connsiteY6" fmla="*/ 0 h 24590"/>
                <a:gd name="connsiteX7" fmla="*/ 3279 w 13114"/>
                <a:gd name="connsiteY7" fmla="*/ 3279 h 24590"/>
                <a:gd name="connsiteX8" fmla="*/ 8197 w 13114"/>
                <a:gd name="connsiteY8" fmla="*/ 3279 h 24590"/>
                <a:gd name="connsiteX9" fmla="*/ 3279 w 13114"/>
                <a:gd name="connsiteY9" fmla="*/ 4918 h 24590"/>
                <a:gd name="connsiteX10" fmla="*/ 0 w 13114"/>
                <a:gd name="connsiteY10" fmla="*/ 4918 h 24590"/>
                <a:gd name="connsiteX11" fmla="*/ 0 w 13114"/>
                <a:gd name="connsiteY11" fmla="*/ 9836 h 24590"/>
                <a:gd name="connsiteX12" fmla="*/ 1639 w 13114"/>
                <a:gd name="connsiteY12" fmla="*/ 13115 h 24590"/>
                <a:gd name="connsiteX13" fmla="*/ 1639 w 13114"/>
                <a:gd name="connsiteY13" fmla="*/ 16393 h 24590"/>
                <a:gd name="connsiteX14" fmla="*/ 3279 w 13114"/>
                <a:gd name="connsiteY14" fmla="*/ 21311 h 24590"/>
                <a:gd name="connsiteX15" fmla="*/ 4918 w 13114"/>
                <a:gd name="connsiteY15" fmla="*/ 24590 h 24590"/>
                <a:gd name="connsiteX16" fmla="*/ 8197 w 13114"/>
                <a:gd name="connsiteY16" fmla="*/ 21311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14" h="24590">
                  <a:moveTo>
                    <a:pt x="8197" y="19672"/>
                  </a:moveTo>
                  <a:lnTo>
                    <a:pt x="8197" y="14754"/>
                  </a:lnTo>
                  <a:lnTo>
                    <a:pt x="8197" y="11475"/>
                  </a:lnTo>
                  <a:lnTo>
                    <a:pt x="9836" y="8197"/>
                  </a:lnTo>
                  <a:lnTo>
                    <a:pt x="13114" y="4918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3279" y="3279"/>
                  </a:lnTo>
                  <a:lnTo>
                    <a:pt x="8197" y="3279"/>
                  </a:lnTo>
                  <a:lnTo>
                    <a:pt x="3279" y="4918"/>
                  </a:lnTo>
                  <a:lnTo>
                    <a:pt x="0" y="4918"/>
                  </a:lnTo>
                  <a:lnTo>
                    <a:pt x="0" y="9836"/>
                  </a:lnTo>
                  <a:lnTo>
                    <a:pt x="1639" y="13115"/>
                  </a:lnTo>
                  <a:lnTo>
                    <a:pt x="1639" y="16393"/>
                  </a:lnTo>
                  <a:lnTo>
                    <a:pt x="3279" y="21311"/>
                  </a:lnTo>
                  <a:lnTo>
                    <a:pt x="4918" y="24590"/>
                  </a:lnTo>
                  <a:lnTo>
                    <a:pt x="8197" y="2131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79" name="Freeform 3178">
              <a:extLst>
                <a:ext uri="{FF2B5EF4-FFF2-40B4-BE49-F238E27FC236}">
                  <a16:creationId xmlns:a16="http://schemas.microsoft.com/office/drawing/2014/main" id="{EEE25A77-0511-B446-B096-08137538A822}"/>
                </a:ext>
              </a:extLst>
            </p:cNvPr>
            <p:cNvSpPr/>
            <p:nvPr/>
          </p:nvSpPr>
          <p:spPr>
            <a:xfrm>
              <a:off x="5025513" y="813273"/>
              <a:ext cx="11475" cy="6557"/>
            </a:xfrm>
            <a:custGeom>
              <a:avLst/>
              <a:gdLst>
                <a:gd name="connsiteX0" fmla="*/ 8197 w 11475"/>
                <a:gd name="connsiteY0" fmla="*/ 4918 h 6557"/>
                <a:gd name="connsiteX1" fmla="*/ 11475 w 11475"/>
                <a:gd name="connsiteY1" fmla="*/ 3279 h 6557"/>
                <a:gd name="connsiteX2" fmla="*/ 11475 w 11475"/>
                <a:gd name="connsiteY2" fmla="*/ 0 h 6557"/>
                <a:gd name="connsiteX3" fmla="*/ 8197 w 11475"/>
                <a:gd name="connsiteY3" fmla="*/ 0 h 6557"/>
                <a:gd name="connsiteX4" fmla="*/ 3278 w 11475"/>
                <a:gd name="connsiteY4" fmla="*/ 1639 h 6557"/>
                <a:gd name="connsiteX5" fmla="*/ 0 w 11475"/>
                <a:gd name="connsiteY5" fmla="*/ 3279 h 6557"/>
                <a:gd name="connsiteX6" fmla="*/ 3278 w 11475"/>
                <a:gd name="connsiteY6" fmla="*/ 4918 h 6557"/>
                <a:gd name="connsiteX7" fmla="*/ 8197 w 11475"/>
                <a:gd name="connsiteY7" fmla="*/ 6557 h 6557"/>
                <a:gd name="connsiteX8" fmla="*/ 11475 w 11475"/>
                <a:gd name="connsiteY8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75" h="6557">
                  <a:moveTo>
                    <a:pt x="8197" y="4918"/>
                  </a:moveTo>
                  <a:lnTo>
                    <a:pt x="11475" y="3279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3278" y="1639"/>
                  </a:lnTo>
                  <a:lnTo>
                    <a:pt x="0" y="3279"/>
                  </a:lnTo>
                  <a:lnTo>
                    <a:pt x="3278" y="4918"/>
                  </a:lnTo>
                  <a:lnTo>
                    <a:pt x="8197" y="6557"/>
                  </a:lnTo>
                  <a:lnTo>
                    <a:pt x="11475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80" name="Freeform 3179">
              <a:extLst>
                <a:ext uri="{FF2B5EF4-FFF2-40B4-BE49-F238E27FC236}">
                  <a16:creationId xmlns:a16="http://schemas.microsoft.com/office/drawing/2014/main" id="{5A8F2529-A647-A649-A197-36891D8E1585}"/>
                </a:ext>
              </a:extLst>
            </p:cNvPr>
            <p:cNvSpPr/>
            <p:nvPr/>
          </p:nvSpPr>
          <p:spPr>
            <a:xfrm>
              <a:off x="5028791" y="829666"/>
              <a:ext cx="4918" cy="1639"/>
            </a:xfrm>
            <a:custGeom>
              <a:avLst/>
              <a:gdLst>
                <a:gd name="connsiteX0" fmla="*/ 4918 w 4918"/>
                <a:gd name="connsiteY0" fmla="*/ 0 h 1639"/>
                <a:gd name="connsiteX1" fmla="*/ 0 w 4918"/>
                <a:gd name="connsiteY1" fmla="*/ 0 h 1639"/>
                <a:gd name="connsiteX2" fmla="*/ 4918 w 491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4918" y="0"/>
                  </a:moveTo>
                  <a:lnTo>
                    <a:pt x="0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81" name="Freeform 3180">
              <a:extLst>
                <a:ext uri="{FF2B5EF4-FFF2-40B4-BE49-F238E27FC236}">
                  <a16:creationId xmlns:a16="http://schemas.microsoft.com/office/drawing/2014/main" id="{6C90ED6D-7DC9-CC4D-BCA5-0F4EE1EED724}"/>
                </a:ext>
              </a:extLst>
            </p:cNvPr>
            <p:cNvSpPr/>
            <p:nvPr/>
          </p:nvSpPr>
          <p:spPr>
            <a:xfrm>
              <a:off x="5030431" y="731306"/>
              <a:ext cx="14753" cy="1639"/>
            </a:xfrm>
            <a:custGeom>
              <a:avLst/>
              <a:gdLst>
                <a:gd name="connsiteX0" fmla="*/ 0 w 14753"/>
                <a:gd name="connsiteY0" fmla="*/ 1639 h 1639"/>
                <a:gd name="connsiteX1" fmla="*/ 3279 w 14753"/>
                <a:gd name="connsiteY1" fmla="*/ 1639 h 1639"/>
                <a:gd name="connsiteX2" fmla="*/ 6557 w 14753"/>
                <a:gd name="connsiteY2" fmla="*/ 1639 h 1639"/>
                <a:gd name="connsiteX3" fmla="*/ 11476 w 14753"/>
                <a:gd name="connsiteY3" fmla="*/ 1639 h 1639"/>
                <a:gd name="connsiteX4" fmla="*/ 14754 w 14753"/>
                <a:gd name="connsiteY4" fmla="*/ 0 h 1639"/>
                <a:gd name="connsiteX5" fmla="*/ 11476 w 14753"/>
                <a:gd name="connsiteY5" fmla="*/ 0 h 1639"/>
                <a:gd name="connsiteX6" fmla="*/ 8197 w 14753"/>
                <a:gd name="connsiteY6" fmla="*/ 0 h 1639"/>
                <a:gd name="connsiteX7" fmla="*/ 3279 w 14753"/>
                <a:gd name="connsiteY7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3" h="1639">
                  <a:moveTo>
                    <a:pt x="0" y="1639"/>
                  </a:moveTo>
                  <a:lnTo>
                    <a:pt x="3279" y="1639"/>
                  </a:lnTo>
                  <a:lnTo>
                    <a:pt x="6557" y="1639"/>
                  </a:lnTo>
                  <a:lnTo>
                    <a:pt x="11476" y="1639"/>
                  </a:lnTo>
                  <a:lnTo>
                    <a:pt x="14754" y="0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82" name="Freeform 3181">
              <a:extLst>
                <a:ext uri="{FF2B5EF4-FFF2-40B4-BE49-F238E27FC236}">
                  <a16:creationId xmlns:a16="http://schemas.microsoft.com/office/drawing/2014/main" id="{FE644E08-95B9-B946-8E3C-F8B089937274}"/>
                </a:ext>
              </a:extLst>
            </p:cNvPr>
            <p:cNvSpPr/>
            <p:nvPr/>
          </p:nvSpPr>
          <p:spPr>
            <a:xfrm>
              <a:off x="5030431" y="836223"/>
              <a:ext cx="8196" cy="3278"/>
            </a:xfrm>
            <a:custGeom>
              <a:avLst/>
              <a:gdLst>
                <a:gd name="connsiteX0" fmla="*/ 8197 w 8196"/>
                <a:gd name="connsiteY0" fmla="*/ 1639 h 3278"/>
                <a:gd name="connsiteX1" fmla="*/ 8197 w 8196"/>
                <a:gd name="connsiteY1" fmla="*/ 0 h 3278"/>
                <a:gd name="connsiteX2" fmla="*/ 4918 w 8196"/>
                <a:gd name="connsiteY2" fmla="*/ 1639 h 3278"/>
                <a:gd name="connsiteX3" fmla="*/ 0 w 8196"/>
                <a:gd name="connsiteY3" fmla="*/ 3279 h 3278"/>
                <a:gd name="connsiteX4" fmla="*/ 4918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1639"/>
                  </a:moveTo>
                  <a:lnTo>
                    <a:pt x="8197" y="0"/>
                  </a:lnTo>
                  <a:lnTo>
                    <a:pt x="4918" y="1639"/>
                  </a:lnTo>
                  <a:lnTo>
                    <a:pt x="0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83" name="Freeform 3182">
              <a:extLst>
                <a:ext uri="{FF2B5EF4-FFF2-40B4-BE49-F238E27FC236}">
                  <a16:creationId xmlns:a16="http://schemas.microsoft.com/office/drawing/2014/main" id="{5B93EEBD-7738-EC4F-9770-0C3554B3AF32}"/>
                </a:ext>
              </a:extLst>
            </p:cNvPr>
            <p:cNvSpPr/>
            <p:nvPr/>
          </p:nvSpPr>
          <p:spPr>
            <a:xfrm>
              <a:off x="5032070" y="832945"/>
              <a:ext cx="6557" cy="1639"/>
            </a:xfrm>
            <a:custGeom>
              <a:avLst/>
              <a:gdLst>
                <a:gd name="connsiteX0" fmla="*/ 0 w 6557"/>
                <a:gd name="connsiteY0" fmla="*/ 1639 h 1639"/>
                <a:gd name="connsiteX1" fmla="*/ 3278 w 6557"/>
                <a:gd name="connsiteY1" fmla="*/ 1639 h 1639"/>
                <a:gd name="connsiteX2" fmla="*/ 6557 w 6557"/>
                <a:gd name="connsiteY2" fmla="*/ 0 h 1639"/>
                <a:gd name="connsiteX3" fmla="*/ 3278 w 6557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1639">
                  <a:moveTo>
                    <a:pt x="0" y="1639"/>
                  </a:moveTo>
                  <a:lnTo>
                    <a:pt x="3278" y="1639"/>
                  </a:lnTo>
                  <a:lnTo>
                    <a:pt x="655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84" name="Freeform 3183">
              <a:extLst>
                <a:ext uri="{FF2B5EF4-FFF2-40B4-BE49-F238E27FC236}">
                  <a16:creationId xmlns:a16="http://schemas.microsoft.com/office/drawing/2014/main" id="{43DFACB9-ED38-CD42-8028-2483C18B332C}"/>
                </a:ext>
              </a:extLst>
            </p:cNvPr>
            <p:cNvSpPr/>
            <p:nvPr/>
          </p:nvSpPr>
          <p:spPr>
            <a:xfrm>
              <a:off x="5033709" y="772289"/>
              <a:ext cx="24590" cy="4918"/>
            </a:xfrm>
            <a:custGeom>
              <a:avLst/>
              <a:gdLst>
                <a:gd name="connsiteX0" fmla="*/ 22951 w 24590"/>
                <a:gd name="connsiteY0" fmla="*/ 3279 h 4918"/>
                <a:gd name="connsiteX1" fmla="*/ 24590 w 24590"/>
                <a:gd name="connsiteY1" fmla="*/ 1639 h 4918"/>
                <a:gd name="connsiteX2" fmla="*/ 21311 w 24590"/>
                <a:gd name="connsiteY2" fmla="*/ 1639 h 4918"/>
                <a:gd name="connsiteX3" fmla="*/ 16393 w 24590"/>
                <a:gd name="connsiteY3" fmla="*/ 0 h 4918"/>
                <a:gd name="connsiteX4" fmla="*/ 13114 w 24590"/>
                <a:gd name="connsiteY4" fmla="*/ 0 h 4918"/>
                <a:gd name="connsiteX5" fmla="*/ 8197 w 24590"/>
                <a:gd name="connsiteY5" fmla="*/ 0 h 4918"/>
                <a:gd name="connsiteX6" fmla="*/ 4918 w 24590"/>
                <a:gd name="connsiteY6" fmla="*/ 1639 h 4918"/>
                <a:gd name="connsiteX7" fmla="*/ 0 w 24590"/>
                <a:gd name="connsiteY7" fmla="*/ 3279 h 4918"/>
                <a:gd name="connsiteX8" fmla="*/ 4918 w 24590"/>
                <a:gd name="connsiteY8" fmla="*/ 4918 h 4918"/>
                <a:gd name="connsiteX9" fmla="*/ 8197 w 24590"/>
                <a:gd name="connsiteY9" fmla="*/ 4918 h 4918"/>
                <a:gd name="connsiteX10" fmla="*/ 11475 w 24590"/>
                <a:gd name="connsiteY10" fmla="*/ 3279 h 4918"/>
                <a:gd name="connsiteX11" fmla="*/ 16393 w 24590"/>
                <a:gd name="connsiteY11" fmla="*/ 3279 h 4918"/>
                <a:gd name="connsiteX12" fmla="*/ 19672 w 24590"/>
                <a:gd name="connsiteY12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590" h="4918">
                  <a:moveTo>
                    <a:pt x="22951" y="3279"/>
                  </a:moveTo>
                  <a:lnTo>
                    <a:pt x="24590" y="1639"/>
                  </a:lnTo>
                  <a:lnTo>
                    <a:pt x="21311" y="1639"/>
                  </a:lnTo>
                  <a:lnTo>
                    <a:pt x="16393" y="0"/>
                  </a:lnTo>
                  <a:lnTo>
                    <a:pt x="13114" y="0"/>
                  </a:lnTo>
                  <a:lnTo>
                    <a:pt x="8197" y="0"/>
                  </a:lnTo>
                  <a:lnTo>
                    <a:pt x="4918" y="1639"/>
                  </a:lnTo>
                  <a:lnTo>
                    <a:pt x="0" y="3279"/>
                  </a:lnTo>
                  <a:lnTo>
                    <a:pt x="4918" y="4918"/>
                  </a:lnTo>
                  <a:lnTo>
                    <a:pt x="8197" y="4918"/>
                  </a:lnTo>
                  <a:lnTo>
                    <a:pt x="11475" y="3279"/>
                  </a:lnTo>
                  <a:lnTo>
                    <a:pt x="16393" y="3279"/>
                  </a:lnTo>
                  <a:lnTo>
                    <a:pt x="19672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85" name="Freeform 3184">
              <a:extLst>
                <a:ext uri="{FF2B5EF4-FFF2-40B4-BE49-F238E27FC236}">
                  <a16:creationId xmlns:a16="http://schemas.microsoft.com/office/drawing/2014/main" id="{A05F4985-DAD4-D440-90FE-C94C38751E03}"/>
                </a:ext>
              </a:extLst>
            </p:cNvPr>
            <p:cNvSpPr/>
            <p:nvPr/>
          </p:nvSpPr>
          <p:spPr>
            <a:xfrm>
              <a:off x="5041906" y="718191"/>
              <a:ext cx="16393" cy="8196"/>
            </a:xfrm>
            <a:custGeom>
              <a:avLst/>
              <a:gdLst>
                <a:gd name="connsiteX0" fmla="*/ 8197 w 16393"/>
                <a:gd name="connsiteY0" fmla="*/ 8197 h 8196"/>
                <a:gd name="connsiteX1" fmla="*/ 11475 w 16393"/>
                <a:gd name="connsiteY1" fmla="*/ 8197 h 8196"/>
                <a:gd name="connsiteX2" fmla="*/ 16393 w 16393"/>
                <a:gd name="connsiteY2" fmla="*/ 4918 h 8196"/>
                <a:gd name="connsiteX3" fmla="*/ 13114 w 16393"/>
                <a:gd name="connsiteY3" fmla="*/ 3279 h 8196"/>
                <a:gd name="connsiteX4" fmla="*/ 8197 w 16393"/>
                <a:gd name="connsiteY4" fmla="*/ 1639 h 8196"/>
                <a:gd name="connsiteX5" fmla="*/ 4918 w 16393"/>
                <a:gd name="connsiteY5" fmla="*/ 0 h 8196"/>
                <a:gd name="connsiteX6" fmla="*/ 0 w 16393"/>
                <a:gd name="connsiteY6" fmla="*/ 0 h 8196"/>
                <a:gd name="connsiteX7" fmla="*/ 0 w 16393"/>
                <a:gd name="connsiteY7" fmla="*/ 4918 h 8196"/>
                <a:gd name="connsiteX8" fmla="*/ 4918 w 16393"/>
                <a:gd name="connsiteY8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93" h="8196">
                  <a:moveTo>
                    <a:pt x="8197" y="8197"/>
                  </a:moveTo>
                  <a:lnTo>
                    <a:pt x="11475" y="8197"/>
                  </a:lnTo>
                  <a:lnTo>
                    <a:pt x="16393" y="4918"/>
                  </a:lnTo>
                  <a:lnTo>
                    <a:pt x="13114" y="3279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0" y="4918"/>
                  </a:lnTo>
                  <a:lnTo>
                    <a:pt x="491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86" name="Freeform 3185">
              <a:extLst>
                <a:ext uri="{FF2B5EF4-FFF2-40B4-BE49-F238E27FC236}">
                  <a16:creationId xmlns:a16="http://schemas.microsoft.com/office/drawing/2014/main" id="{ABE3432D-2996-4E4F-8C74-44DC10E4F665}"/>
                </a:ext>
              </a:extLst>
            </p:cNvPr>
            <p:cNvSpPr/>
            <p:nvPr/>
          </p:nvSpPr>
          <p:spPr>
            <a:xfrm>
              <a:off x="5048463" y="846059"/>
              <a:ext cx="18032" cy="8196"/>
            </a:xfrm>
            <a:custGeom>
              <a:avLst/>
              <a:gdLst>
                <a:gd name="connsiteX0" fmla="*/ 18033 w 18032"/>
                <a:gd name="connsiteY0" fmla="*/ 0 h 8196"/>
                <a:gd name="connsiteX1" fmla="*/ 16393 w 18032"/>
                <a:gd name="connsiteY1" fmla="*/ 0 h 8196"/>
                <a:gd name="connsiteX2" fmla="*/ 11475 w 18032"/>
                <a:gd name="connsiteY2" fmla="*/ 0 h 8196"/>
                <a:gd name="connsiteX3" fmla="*/ 8197 w 18032"/>
                <a:gd name="connsiteY3" fmla="*/ 3279 h 8196"/>
                <a:gd name="connsiteX4" fmla="*/ 4918 w 18032"/>
                <a:gd name="connsiteY4" fmla="*/ 4918 h 8196"/>
                <a:gd name="connsiteX5" fmla="*/ 0 w 18032"/>
                <a:gd name="connsiteY5" fmla="*/ 6557 h 8196"/>
                <a:gd name="connsiteX6" fmla="*/ 4918 w 18032"/>
                <a:gd name="connsiteY6" fmla="*/ 8197 h 8196"/>
                <a:gd name="connsiteX7" fmla="*/ 8197 w 18032"/>
                <a:gd name="connsiteY7" fmla="*/ 6557 h 8196"/>
                <a:gd name="connsiteX8" fmla="*/ 13114 w 18032"/>
                <a:gd name="connsiteY8" fmla="*/ 6557 h 8196"/>
                <a:gd name="connsiteX9" fmla="*/ 16393 w 18032"/>
                <a:gd name="connsiteY9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032" h="8196">
                  <a:moveTo>
                    <a:pt x="18033" y="0"/>
                  </a:moveTo>
                  <a:lnTo>
                    <a:pt x="16393" y="0"/>
                  </a:lnTo>
                  <a:lnTo>
                    <a:pt x="11475" y="0"/>
                  </a:lnTo>
                  <a:lnTo>
                    <a:pt x="8197" y="3279"/>
                  </a:lnTo>
                  <a:lnTo>
                    <a:pt x="4918" y="4918"/>
                  </a:lnTo>
                  <a:lnTo>
                    <a:pt x="0" y="6557"/>
                  </a:lnTo>
                  <a:lnTo>
                    <a:pt x="4918" y="8197"/>
                  </a:lnTo>
                  <a:lnTo>
                    <a:pt x="8197" y="6557"/>
                  </a:lnTo>
                  <a:lnTo>
                    <a:pt x="13114" y="6557"/>
                  </a:lnTo>
                  <a:lnTo>
                    <a:pt x="16393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87" name="Freeform 3186">
              <a:extLst>
                <a:ext uri="{FF2B5EF4-FFF2-40B4-BE49-F238E27FC236}">
                  <a16:creationId xmlns:a16="http://schemas.microsoft.com/office/drawing/2014/main" id="{94D74812-A40B-7444-951F-79BE3ECF53E7}"/>
                </a:ext>
              </a:extLst>
            </p:cNvPr>
            <p:cNvSpPr/>
            <p:nvPr/>
          </p:nvSpPr>
          <p:spPr>
            <a:xfrm>
              <a:off x="5050103" y="821469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8197 w 8196"/>
                <a:gd name="connsiteY1" fmla="*/ 0 h 3278"/>
                <a:gd name="connsiteX2" fmla="*/ 3278 w 8196"/>
                <a:gd name="connsiteY2" fmla="*/ 0 h 3278"/>
                <a:gd name="connsiteX3" fmla="*/ 0 w 8196"/>
                <a:gd name="connsiteY3" fmla="*/ 3279 h 3278"/>
                <a:gd name="connsiteX4" fmla="*/ 4918 w 8196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8197" y="0"/>
                  </a:lnTo>
                  <a:lnTo>
                    <a:pt x="3278" y="0"/>
                  </a:lnTo>
                  <a:lnTo>
                    <a:pt x="0" y="327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88" name="Freeform 3187">
              <a:extLst>
                <a:ext uri="{FF2B5EF4-FFF2-40B4-BE49-F238E27FC236}">
                  <a16:creationId xmlns:a16="http://schemas.microsoft.com/office/drawing/2014/main" id="{0149EACD-4861-1E46-8D70-2BF420C0A3B8}"/>
                </a:ext>
              </a:extLst>
            </p:cNvPr>
            <p:cNvSpPr/>
            <p:nvPr/>
          </p:nvSpPr>
          <p:spPr>
            <a:xfrm>
              <a:off x="5059938" y="814912"/>
              <a:ext cx="4918" cy="3278"/>
            </a:xfrm>
            <a:custGeom>
              <a:avLst/>
              <a:gdLst>
                <a:gd name="connsiteX0" fmla="*/ 4918 w 4918"/>
                <a:gd name="connsiteY0" fmla="*/ 0 h 3278"/>
                <a:gd name="connsiteX1" fmla="*/ 1639 w 4918"/>
                <a:gd name="connsiteY1" fmla="*/ 0 h 3278"/>
                <a:gd name="connsiteX2" fmla="*/ 0 w 491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4918" y="0"/>
                  </a:move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89" name="Freeform 3188">
              <a:extLst>
                <a:ext uri="{FF2B5EF4-FFF2-40B4-BE49-F238E27FC236}">
                  <a16:creationId xmlns:a16="http://schemas.microsoft.com/office/drawing/2014/main" id="{A00D72EA-ECDB-EB4F-AC82-F576C6638C33}"/>
                </a:ext>
              </a:extLst>
            </p:cNvPr>
            <p:cNvSpPr/>
            <p:nvPr/>
          </p:nvSpPr>
          <p:spPr>
            <a:xfrm>
              <a:off x="5069775" y="803437"/>
              <a:ext cx="11475" cy="8196"/>
            </a:xfrm>
            <a:custGeom>
              <a:avLst/>
              <a:gdLst>
                <a:gd name="connsiteX0" fmla="*/ 9836 w 11475"/>
                <a:gd name="connsiteY0" fmla="*/ 0 h 8196"/>
                <a:gd name="connsiteX1" fmla="*/ 8197 w 11475"/>
                <a:gd name="connsiteY1" fmla="*/ 0 h 8196"/>
                <a:gd name="connsiteX2" fmla="*/ 4918 w 11475"/>
                <a:gd name="connsiteY2" fmla="*/ 1639 h 8196"/>
                <a:gd name="connsiteX3" fmla="*/ 0 w 11475"/>
                <a:gd name="connsiteY3" fmla="*/ 3279 h 8196"/>
                <a:gd name="connsiteX4" fmla="*/ 0 w 11475"/>
                <a:gd name="connsiteY4" fmla="*/ 8197 h 8196"/>
                <a:gd name="connsiteX5" fmla="*/ 3279 w 11475"/>
                <a:gd name="connsiteY5" fmla="*/ 4918 h 8196"/>
                <a:gd name="connsiteX6" fmla="*/ 8197 w 11475"/>
                <a:gd name="connsiteY6" fmla="*/ 4918 h 8196"/>
                <a:gd name="connsiteX7" fmla="*/ 11476 w 11475"/>
                <a:gd name="connsiteY7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8196">
                  <a:moveTo>
                    <a:pt x="9836" y="0"/>
                  </a:moveTo>
                  <a:lnTo>
                    <a:pt x="8197" y="0"/>
                  </a:lnTo>
                  <a:lnTo>
                    <a:pt x="4918" y="1639"/>
                  </a:lnTo>
                  <a:lnTo>
                    <a:pt x="0" y="3279"/>
                  </a:lnTo>
                  <a:lnTo>
                    <a:pt x="0" y="8197"/>
                  </a:lnTo>
                  <a:lnTo>
                    <a:pt x="3279" y="4918"/>
                  </a:lnTo>
                  <a:lnTo>
                    <a:pt x="8197" y="4918"/>
                  </a:lnTo>
                  <a:lnTo>
                    <a:pt x="11476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90" name="Freeform 3189">
              <a:extLst>
                <a:ext uri="{FF2B5EF4-FFF2-40B4-BE49-F238E27FC236}">
                  <a16:creationId xmlns:a16="http://schemas.microsoft.com/office/drawing/2014/main" id="{27DE7B9C-BA62-AC46-8A25-9EAE5CA4EA8B}"/>
                </a:ext>
              </a:extLst>
            </p:cNvPr>
            <p:cNvSpPr/>
            <p:nvPr/>
          </p:nvSpPr>
          <p:spPr>
            <a:xfrm>
              <a:off x="5073053" y="728027"/>
              <a:ext cx="16393" cy="4917"/>
            </a:xfrm>
            <a:custGeom>
              <a:avLst/>
              <a:gdLst>
                <a:gd name="connsiteX0" fmla="*/ 13114 w 16393"/>
                <a:gd name="connsiteY0" fmla="*/ 4918 h 4917"/>
                <a:gd name="connsiteX1" fmla="*/ 16393 w 16393"/>
                <a:gd name="connsiteY1" fmla="*/ 3279 h 4917"/>
                <a:gd name="connsiteX2" fmla="*/ 13114 w 16393"/>
                <a:gd name="connsiteY2" fmla="*/ 1639 h 4917"/>
                <a:gd name="connsiteX3" fmla="*/ 8197 w 16393"/>
                <a:gd name="connsiteY3" fmla="*/ 0 h 4917"/>
                <a:gd name="connsiteX4" fmla="*/ 4918 w 16393"/>
                <a:gd name="connsiteY4" fmla="*/ 0 h 4917"/>
                <a:gd name="connsiteX5" fmla="*/ 0 w 16393"/>
                <a:gd name="connsiteY5" fmla="*/ 1639 h 4917"/>
                <a:gd name="connsiteX6" fmla="*/ 4918 w 16393"/>
                <a:gd name="connsiteY6" fmla="*/ 3279 h 4917"/>
                <a:gd name="connsiteX7" fmla="*/ 9836 w 16393"/>
                <a:gd name="connsiteY7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3" h="4917">
                  <a:moveTo>
                    <a:pt x="13114" y="4918"/>
                  </a:moveTo>
                  <a:lnTo>
                    <a:pt x="16393" y="3279"/>
                  </a:lnTo>
                  <a:lnTo>
                    <a:pt x="13114" y="1639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4918" y="3279"/>
                  </a:lnTo>
                  <a:lnTo>
                    <a:pt x="9836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91" name="Freeform 3190">
              <a:extLst>
                <a:ext uri="{FF2B5EF4-FFF2-40B4-BE49-F238E27FC236}">
                  <a16:creationId xmlns:a16="http://schemas.microsoft.com/office/drawing/2014/main" id="{D364C2F5-40E9-674E-B5BC-93E03CE0930C}"/>
                </a:ext>
              </a:extLst>
            </p:cNvPr>
            <p:cNvSpPr/>
            <p:nvPr/>
          </p:nvSpPr>
          <p:spPr>
            <a:xfrm>
              <a:off x="5076332" y="719830"/>
              <a:ext cx="6557" cy="3278"/>
            </a:xfrm>
            <a:custGeom>
              <a:avLst/>
              <a:gdLst>
                <a:gd name="connsiteX0" fmla="*/ 3279 w 6557"/>
                <a:gd name="connsiteY0" fmla="*/ 3279 h 3278"/>
                <a:gd name="connsiteX1" fmla="*/ 3279 w 6557"/>
                <a:gd name="connsiteY1" fmla="*/ 3279 h 3278"/>
                <a:gd name="connsiteX2" fmla="*/ 6558 w 6557"/>
                <a:gd name="connsiteY2" fmla="*/ 3279 h 3278"/>
                <a:gd name="connsiteX3" fmla="*/ 3279 w 6557"/>
                <a:gd name="connsiteY3" fmla="*/ 0 h 3278"/>
                <a:gd name="connsiteX4" fmla="*/ 0 w 6557"/>
                <a:gd name="connsiteY4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3279" y="3279"/>
                  </a:moveTo>
                  <a:lnTo>
                    <a:pt x="3279" y="3279"/>
                  </a:lnTo>
                  <a:lnTo>
                    <a:pt x="6558" y="3279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92" name="Freeform 3191">
              <a:extLst>
                <a:ext uri="{FF2B5EF4-FFF2-40B4-BE49-F238E27FC236}">
                  <a16:creationId xmlns:a16="http://schemas.microsoft.com/office/drawing/2014/main" id="{9F03FC8B-AE11-9E4E-9275-B3568385DA58}"/>
                </a:ext>
              </a:extLst>
            </p:cNvPr>
            <p:cNvSpPr/>
            <p:nvPr/>
          </p:nvSpPr>
          <p:spPr>
            <a:xfrm>
              <a:off x="5705838" y="1632941"/>
              <a:ext cx="11475" cy="11475"/>
            </a:xfrm>
            <a:custGeom>
              <a:avLst/>
              <a:gdLst>
                <a:gd name="connsiteX0" fmla="*/ 3278 w 11475"/>
                <a:gd name="connsiteY0" fmla="*/ 11475 h 11475"/>
                <a:gd name="connsiteX1" fmla="*/ 6557 w 11475"/>
                <a:gd name="connsiteY1" fmla="*/ 9836 h 11475"/>
                <a:gd name="connsiteX2" fmla="*/ 9836 w 11475"/>
                <a:gd name="connsiteY2" fmla="*/ 6557 h 11475"/>
                <a:gd name="connsiteX3" fmla="*/ 11475 w 11475"/>
                <a:gd name="connsiteY3" fmla="*/ 3279 h 11475"/>
                <a:gd name="connsiteX4" fmla="*/ 11475 w 11475"/>
                <a:gd name="connsiteY4" fmla="*/ 0 h 11475"/>
                <a:gd name="connsiteX5" fmla="*/ 6557 w 11475"/>
                <a:gd name="connsiteY5" fmla="*/ 1639 h 11475"/>
                <a:gd name="connsiteX6" fmla="*/ 3278 w 11475"/>
                <a:gd name="connsiteY6" fmla="*/ 3279 h 11475"/>
                <a:gd name="connsiteX7" fmla="*/ 3278 w 11475"/>
                <a:gd name="connsiteY7" fmla="*/ 4918 h 11475"/>
                <a:gd name="connsiteX8" fmla="*/ 0 w 11475"/>
                <a:gd name="connsiteY8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75" h="11475">
                  <a:moveTo>
                    <a:pt x="3278" y="11475"/>
                  </a:moveTo>
                  <a:lnTo>
                    <a:pt x="6557" y="9836"/>
                  </a:lnTo>
                  <a:lnTo>
                    <a:pt x="9836" y="6557"/>
                  </a:lnTo>
                  <a:lnTo>
                    <a:pt x="11475" y="3279"/>
                  </a:lnTo>
                  <a:lnTo>
                    <a:pt x="11475" y="0"/>
                  </a:lnTo>
                  <a:lnTo>
                    <a:pt x="6557" y="1639"/>
                  </a:lnTo>
                  <a:lnTo>
                    <a:pt x="3278" y="3279"/>
                  </a:lnTo>
                  <a:lnTo>
                    <a:pt x="3278" y="4918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93" name="Freeform 3192">
              <a:extLst>
                <a:ext uri="{FF2B5EF4-FFF2-40B4-BE49-F238E27FC236}">
                  <a16:creationId xmlns:a16="http://schemas.microsoft.com/office/drawing/2014/main" id="{C3C32E39-D3B8-094C-9432-DADE9BE9421E}"/>
                </a:ext>
              </a:extLst>
            </p:cNvPr>
            <p:cNvSpPr/>
            <p:nvPr/>
          </p:nvSpPr>
          <p:spPr>
            <a:xfrm>
              <a:off x="5741903" y="1709990"/>
              <a:ext cx="11475" cy="8196"/>
            </a:xfrm>
            <a:custGeom>
              <a:avLst/>
              <a:gdLst>
                <a:gd name="connsiteX0" fmla="*/ 0 w 11475"/>
                <a:gd name="connsiteY0" fmla="*/ 1639 h 8196"/>
                <a:gd name="connsiteX1" fmla="*/ 0 w 11475"/>
                <a:gd name="connsiteY1" fmla="*/ 1639 h 8196"/>
                <a:gd name="connsiteX2" fmla="*/ 3279 w 11475"/>
                <a:gd name="connsiteY2" fmla="*/ 3279 h 8196"/>
                <a:gd name="connsiteX3" fmla="*/ 3279 w 11475"/>
                <a:gd name="connsiteY3" fmla="*/ 6557 h 8196"/>
                <a:gd name="connsiteX4" fmla="*/ 6557 w 11475"/>
                <a:gd name="connsiteY4" fmla="*/ 8197 h 8196"/>
                <a:gd name="connsiteX5" fmla="*/ 9836 w 11475"/>
                <a:gd name="connsiteY5" fmla="*/ 8197 h 8196"/>
                <a:gd name="connsiteX6" fmla="*/ 11476 w 11475"/>
                <a:gd name="connsiteY6" fmla="*/ 6557 h 8196"/>
                <a:gd name="connsiteX7" fmla="*/ 9836 w 11475"/>
                <a:gd name="connsiteY7" fmla="*/ 3279 h 8196"/>
                <a:gd name="connsiteX8" fmla="*/ 9836 w 11475"/>
                <a:gd name="connsiteY8" fmla="*/ 3279 h 8196"/>
                <a:gd name="connsiteX9" fmla="*/ 8197 w 11475"/>
                <a:gd name="connsiteY9" fmla="*/ 1639 h 8196"/>
                <a:gd name="connsiteX10" fmla="*/ 4918 w 11475"/>
                <a:gd name="connsiteY10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75" h="8196">
                  <a:moveTo>
                    <a:pt x="0" y="1639"/>
                  </a:moveTo>
                  <a:lnTo>
                    <a:pt x="0" y="1639"/>
                  </a:lnTo>
                  <a:lnTo>
                    <a:pt x="3279" y="3279"/>
                  </a:lnTo>
                  <a:lnTo>
                    <a:pt x="3279" y="6557"/>
                  </a:lnTo>
                  <a:lnTo>
                    <a:pt x="6557" y="8197"/>
                  </a:lnTo>
                  <a:lnTo>
                    <a:pt x="9836" y="8197"/>
                  </a:lnTo>
                  <a:lnTo>
                    <a:pt x="11476" y="6557"/>
                  </a:lnTo>
                  <a:lnTo>
                    <a:pt x="9836" y="3279"/>
                  </a:lnTo>
                  <a:lnTo>
                    <a:pt x="9836" y="3279"/>
                  </a:lnTo>
                  <a:lnTo>
                    <a:pt x="8197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94" name="Freeform 3193">
              <a:extLst>
                <a:ext uri="{FF2B5EF4-FFF2-40B4-BE49-F238E27FC236}">
                  <a16:creationId xmlns:a16="http://schemas.microsoft.com/office/drawing/2014/main" id="{78724BD8-17CE-ED4E-AD3B-F529CD5EBEAC}"/>
                </a:ext>
              </a:extLst>
            </p:cNvPr>
            <p:cNvSpPr/>
            <p:nvPr/>
          </p:nvSpPr>
          <p:spPr>
            <a:xfrm>
              <a:off x="5743542" y="1687039"/>
              <a:ext cx="34426" cy="24590"/>
            </a:xfrm>
            <a:custGeom>
              <a:avLst/>
              <a:gdLst>
                <a:gd name="connsiteX0" fmla="*/ 0 w 34426"/>
                <a:gd name="connsiteY0" fmla="*/ 4918 h 24590"/>
                <a:gd name="connsiteX1" fmla="*/ 0 w 34426"/>
                <a:gd name="connsiteY1" fmla="*/ 8197 h 24590"/>
                <a:gd name="connsiteX2" fmla="*/ 3279 w 34426"/>
                <a:gd name="connsiteY2" fmla="*/ 9836 h 24590"/>
                <a:gd name="connsiteX3" fmla="*/ 4918 w 34426"/>
                <a:gd name="connsiteY3" fmla="*/ 13115 h 24590"/>
                <a:gd name="connsiteX4" fmla="*/ 8197 w 34426"/>
                <a:gd name="connsiteY4" fmla="*/ 18033 h 24590"/>
                <a:gd name="connsiteX5" fmla="*/ 8197 w 34426"/>
                <a:gd name="connsiteY5" fmla="*/ 21311 h 24590"/>
                <a:gd name="connsiteX6" fmla="*/ 8197 w 34426"/>
                <a:gd name="connsiteY6" fmla="*/ 19672 h 24590"/>
                <a:gd name="connsiteX7" fmla="*/ 8197 w 34426"/>
                <a:gd name="connsiteY7" fmla="*/ 18033 h 24590"/>
                <a:gd name="connsiteX8" fmla="*/ 11476 w 34426"/>
                <a:gd name="connsiteY8" fmla="*/ 19672 h 24590"/>
                <a:gd name="connsiteX9" fmla="*/ 13114 w 34426"/>
                <a:gd name="connsiteY9" fmla="*/ 22951 h 24590"/>
                <a:gd name="connsiteX10" fmla="*/ 16393 w 34426"/>
                <a:gd name="connsiteY10" fmla="*/ 22951 h 24590"/>
                <a:gd name="connsiteX11" fmla="*/ 21311 w 34426"/>
                <a:gd name="connsiteY11" fmla="*/ 24590 h 24590"/>
                <a:gd name="connsiteX12" fmla="*/ 24590 w 34426"/>
                <a:gd name="connsiteY12" fmla="*/ 24590 h 24590"/>
                <a:gd name="connsiteX13" fmla="*/ 27869 w 34426"/>
                <a:gd name="connsiteY13" fmla="*/ 24590 h 24590"/>
                <a:gd name="connsiteX14" fmla="*/ 29508 w 34426"/>
                <a:gd name="connsiteY14" fmla="*/ 24590 h 24590"/>
                <a:gd name="connsiteX15" fmla="*/ 32787 w 34426"/>
                <a:gd name="connsiteY15" fmla="*/ 21311 h 24590"/>
                <a:gd name="connsiteX16" fmla="*/ 34426 w 34426"/>
                <a:gd name="connsiteY16" fmla="*/ 21311 h 24590"/>
                <a:gd name="connsiteX17" fmla="*/ 34426 w 34426"/>
                <a:gd name="connsiteY17" fmla="*/ 18033 h 24590"/>
                <a:gd name="connsiteX18" fmla="*/ 34426 w 34426"/>
                <a:gd name="connsiteY18" fmla="*/ 13115 h 24590"/>
                <a:gd name="connsiteX19" fmla="*/ 34426 w 34426"/>
                <a:gd name="connsiteY19" fmla="*/ 11476 h 24590"/>
                <a:gd name="connsiteX20" fmla="*/ 31147 w 34426"/>
                <a:gd name="connsiteY20" fmla="*/ 8197 h 24590"/>
                <a:gd name="connsiteX21" fmla="*/ 27869 w 34426"/>
                <a:gd name="connsiteY21" fmla="*/ 6557 h 24590"/>
                <a:gd name="connsiteX22" fmla="*/ 31147 w 34426"/>
                <a:gd name="connsiteY22" fmla="*/ 4918 h 24590"/>
                <a:gd name="connsiteX23" fmla="*/ 27869 w 34426"/>
                <a:gd name="connsiteY23" fmla="*/ 0 h 24590"/>
                <a:gd name="connsiteX24" fmla="*/ 27869 w 34426"/>
                <a:gd name="connsiteY24" fmla="*/ 3279 h 24590"/>
                <a:gd name="connsiteX25" fmla="*/ 24590 w 34426"/>
                <a:gd name="connsiteY25" fmla="*/ 6557 h 24590"/>
                <a:gd name="connsiteX26" fmla="*/ 21311 w 34426"/>
                <a:gd name="connsiteY26" fmla="*/ 6557 h 24590"/>
                <a:gd name="connsiteX27" fmla="*/ 22951 w 34426"/>
                <a:gd name="connsiteY27" fmla="*/ 3279 h 24590"/>
                <a:gd name="connsiteX28" fmla="*/ 19672 w 34426"/>
                <a:gd name="connsiteY28" fmla="*/ 1639 h 24590"/>
                <a:gd name="connsiteX29" fmla="*/ 16393 w 34426"/>
                <a:gd name="connsiteY29" fmla="*/ 1639 h 24590"/>
                <a:gd name="connsiteX30" fmla="*/ 11476 w 34426"/>
                <a:gd name="connsiteY30" fmla="*/ 3279 h 24590"/>
                <a:gd name="connsiteX31" fmla="*/ 8197 w 34426"/>
                <a:gd name="connsiteY31" fmla="*/ 3279 h 24590"/>
                <a:gd name="connsiteX32" fmla="*/ 8197 w 34426"/>
                <a:gd name="connsiteY32" fmla="*/ 3279 h 24590"/>
                <a:gd name="connsiteX33" fmla="*/ 3279 w 34426"/>
                <a:gd name="connsiteY33" fmla="*/ 4918 h 24590"/>
                <a:gd name="connsiteX34" fmla="*/ 0 w 34426"/>
                <a:gd name="connsiteY34" fmla="*/ 4918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4426" h="24590">
                  <a:moveTo>
                    <a:pt x="0" y="4918"/>
                  </a:moveTo>
                  <a:lnTo>
                    <a:pt x="0" y="8197"/>
                  </a:lnTo>
                  <a:lnTo>
                    <a:pt x="3279" y="9836"/>
                  </a:lnTo>
                  <a:lnTo>
                    <a:pt x="4918" y="13115"/>
                  </a:lnTo>
                  <a:lnTo>
                    <a:pt x="8197" y="18033"/>
                  </a:lnTo>
                  <a:lnTo>
                    <a:pt x="8197" y="21311"/>
                  </a:lnTo>
                  <a:lnTo>
                    <a:pt x="8197" y="19672"/>
                  </a:lnTo>
                  <a:lnTo>
                    <a:pt x="8197" y="18033"/>
                  </a:lnTo>
                  <a:lnTo>
                    <a:pt x="11476" y="19672"/>
                  </a:lnTo>
                  <a:lnTo>
                    <a:pt x="13114" y="22951"/>
                  </a:lnTo>
                  <a:lnTo>
                    <a:pt x="16393" y="22951"/>
                  </a:lnTo>
                  <a:lnTo>
                    <a:pt x="21311" y="24590"/>
                  </a:lnTo>
                  <a:lnTo>
                    <a:pt x="24590" y="24590"/>
                  </a:lnTo>
                  <a:lnTo>
                    <a:pt x="27869" y="24590"/>
                  </a:lnTo>
                  <a:lnTo>
                    <a:pt x="29508" y="24590"/>
                  </a:lnTo>
                  <a:lnTo>
                    <a:pt x="32787" y="21311"/>
                  </a:lnTo>
                  <a:lnTo>
                    <a:pt x="34426" y="21311"/>
                  </a:lnTo>
                  <a:lnTo>
                    <a:pt x="34426" y="18033"/>
                  </a:lnTo>
                  <a:lnTo>
                    <a:pt x="34426" y="13115"/>
                  </a:lnTo>
                  <a:lnTo>
                    <a:pt x="34426" y="11476"/>
                  </a:lnTo>
                  <a:lnTo>
                    <a:pt x="31147" y="8197"/>
                  </a:lnTo>
                  <a:lnTo>
                    <a:pt x="27869" y="6557"/>
                  </a:lnTo>
                  <a:lnTo>
                    <a:pt x="31147" y="4918"/>
                  </a:lnTo>
                  <a:lnTo>
                    <a:pt x="27869" y="0"/>
                  </a:lnTo>
                  <a:lnTo>
                    <a:pt x="27869" y="3279"/>
                  </a:lnTo>
                  <a:lnTo>
                    <a:pt x="24590" y="6557"/>
                  </a:lnTo>
                  <a:lnTo>
                    <a:pt x="21311" y="6557"/>
                  </a:lnTo>
                  <a:lnTo>
                    <a:pt x="22951" y="3279"/>
                  </a:lnTo>
                  <a:lnTo>
                    <a:pt x="19672" y="1639"/>
                  </a:lnTo>
                  <a:lnTo>
                    <a:pt x="16393" y="1639"/>
                  </a:lnTo>
                  <a:lnTo>
                    <a:pt x="11476" y="3279"/>
                  </a:lnTo>
                  <a:lnTo>
                    <a:pt x="8197" y="3279"/>
                  </a:lnTo>
                  <a:lnTo>
                    <a:pt x="8197" y="3279"/>
                  </a:lnTo>
                  <a:lnTo>
                    <a:pt x="3279" y="4918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95" name="Freeform 3194">
              <a:extLst>
                <a:ext uri="{FF2B5EF4-FFF2-40B4-BE49-F238E27FC236}">
                  <a16:creationId xmlns:a16="http://schemas.microsoft.com/office/drawing/2014/main" id="{E21C9F0B-02A2-7C4D-88C4-4165C6485C0C}"/>
                </a:ext>
              </a:extLst>
            </p:cNvPr>
            <p:cNvSpPr/>
            <p:nvPr/>
          </p:nvSpPr>
          <p:spPr>
            <a:xfrm>
              <a:off x="5758296" y="1714908"/>
              <a:ext cx="6557" cy="6557"/>
            </a:xfrm>
            <a:custGeom>
              <a:avLst/>
              <a:gdLst>
                <a:gd name="connsiteX0" fmla="*/ 6557 w 6557"/>
                <a:gd name="connsiteY0" fmla="*/ 6557 h 6557"/>
                <a:gd name="connsiteX1" fmla="*/ 6557 w 6557"/>
                <a:gd name="connsiteY1" fmla="*/ 3279 h 6557"/>
                <a:gd name="connsiteX2" fmla="*/ 3279 w 6557"/>
                <a:gd name="connsiteY2" fmla="*/ 1639 h 6557"/>
                <a:gd name="connsiteX3" fmla="*/ 0 w 6557"/>
                <a:gd name="connsiteY3" fmla="*/ 0 h 6557"/>
                <a:gd name="connsiteX4" fmla="*/ 3279 w 6557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6557">
                  <a:moveTo>
                    <a:pt x="6557" y="6557"/>
                  </a:moveTo>
                  <a:lnTo>
                    <a:pt x="6557" y="3279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96" name="Freeform 3195">
              <a:extLst>
                <a:ext uri="{FF2B5EF4-FFF2-40B4-BE49-F238E27FC236}">
                  <a16:creationId xmlns:a16="http://schemas.microsoft.com/office/drawing/2014/main" id="{9101B92B-B615-4F45-B365-C9A75F5FDC77}"/>
                </a:ext>
              </a:extLst>
            </p:cNvPr>
            <p:cNvSpPr/>
            <p:nvPr/>
          </p:nvSpPr>
          <p:spPr>
            <a:xfrm>
              <a:off x="5768132" y="1711629"/>
              <a:ext cx="4917" cy="3278"/>
            </a:xfrm>
            <a:custGeom>
              <a:avLst/>
              <a:gdLst>
                <a:gd name="connsiteX0" fmla="*/ 0 w 4917"/>
                <a:gd name="connsiteY0" fmla="*/ 1639 h 3278"/>
                <a:gd name="connsiteX1" fmla="*/ 0 w 4917"/>
                <a:gd name="connsiteY1" fmla="*/ 3279 h 3278"/>
                <a:gd name="connsiteX2" fmla="*/ 4918 w 4917"/>
                <a:gd name="connsiteY2" fmla="*/ 3279 h 3278"/>
                <a:gd name="connsiteX3" fmla="*/ 4918 w 4917"/>
                <a:gd name="connsiteY3" fmla="*/ 1639 h 3278"/>
                <a:gd name="connsiteX4" fmla="*/ 3279 w 4917"/>
                <a:gd name="connsiteY4" fmla="*/ 0 h 3278"/>
                <a:gd name="connsiteX5" fmla="*/ 3279 w 4917"/>
                <a:gd name="connsiteY5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7" h="3278">
                  <a:moveTo>
                    <a:pt x="0" y="1639"/>
                  </a:moveTo>
                  <a:lnTo>
                    <a:pt x="0" y="3279"/>
                  </a:lnTo>
                  <a:lnTo>
                    <a:pt x="4918" y="3279"/>
                  </a:lnTo>
                  <a:lnTo>
                    <a:pt x="4918" y="1639"/>
                  </a:lnTo>
                  <a:lnTo>
                    <a:pt x="3279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97" name="Freeform 3196">
              <a:extLst>
                <a:ext uri="{FF2B5EF4-FFF2-40B4-BE49-F238E27FC236}">
                  <a16:creationId xmlns:a16="http://schemas.microsoft.com/office/drawing/2014/main" id="{0386AF58-52A2-7143-BE78-278289FB8397}"/>
                </a:ext>
              </a:extLst>
            </p:cNvPr>
            <p:cNvSpPr/>
            <p:nvPr/>
          </p:nvSpPr>
          <p:spPr>
            <a:xfrm>
              <a:off x="5768132" y="1672285"/>
              <a:ext cx="4917" cy="8196"/>
            </a:xfrm>
            <a:custGeom>
              <a:avLst/>
              <a:gdLst>
                <a:gd name="connsiteX0" fmla="*/ 4918 w 4917"/>
                <a:gd name="connsiteY0" fmla="*/ 4918 h 8196"/>
                <a:gd name="connsiteX1" fmla="*/ 3279 w 4917"/>
                <a:gd name="connsiteY1" fmla="*/ 4918 h 8196"/>
                <a:gd name="connsiteX2" fmla="*/ 0 w 4917"/>
                <a:gd name="connsiteY2" fmla="*/ 0 h 8196"/>
                <a:gd name="connsiteX3" fmla="*/ 3279 w 4917"/>
                <a:gd name="connsiteY3" fmla="*/ 4918 h 8196"/>
                <a:gd name="connsiteX4" fmla="*/ 0 w 4917"/>
                <a:gd name="connsiteY4" fmla="*/ 8197 h 8196"/>
                <a:gd name="connsiteX5" fmla="*/ 3279 w 4917"/>
                <a:gd name="connsiteY5" fmla="*/ 819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7" h="8196">
                  <a:moveTo>
                    <a:pt x="4918" y="4918"/>
                  </a:moveTo>
                  <a:lnTo>
                    <a:pt x="3279" y="4918"/>
                  </a:lnTo>
                  <a:lnTo>
                    <a:pt x="0" y="0"/>
                  </a:lnTo>
                  <a:lnTo>
                    <a:pt x="3279" y="4918"/>
                  </a:lnTo>
                  <a:lnTo>
                    <a:pt x="0" y="8197"/>
                  </a:lnTo>
                  <a:lnTo>
                    <a:pt x="327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98" name="Freeform 3197">
              <a:extLst>
                <a:ext uri="{FF2B5EF4-FFF2-40B4-BE49-F238E27FC236}">
                  <a16:creationId xmlns:a16="http://schemas.microsoft.com/office/drawing/2014/main" id="{76B5B21E-A1D2-5A4A-AA77-3547E742CEB3}"/>
                </a:ext>
              </a:extLst>
            </p:cNvPr>
            <p:cNvSpPr/>
            <p:nvPr/>
          </p:nvSpPr>
          <p:spPr>
            <a:xfrm>
              <a:off x="5773050" y="1709990"/>
              <a:ext cx="8196" cy="14753"/>
            </a:xfrm>
            <a:custGeom>
              <a:avLst/>
              <a:gdLst>
                <a:gd name="connsiteX0" fmla="*/ 1639 w 8196"/>
                <a:gd name="connsiteY0" fmla="*/ 6557 h 14753"/>
                <a:gd name="connsiteX1" fmla="*/ 1639 w 8196"/>
                <a:gd name="connsiteY1" fmla="*/ 6557 h 14753"/>
                <a:gd name="connsiteX2" fmla="*/ 0 w 8196"/>
                <a:gd name="connsiteY2" fmla="*/ 11475 h 14753"/>
                <a:gd name="connsiteX3" fmla="*/ 1639 w 8196"/>
                <a:gd name="connsiteY3" fmla="*/ 14754 h 14753"/>
                <a:gd name="connsiteX4" fmla="*/ 3279 w 8196"/>
                <a:gd name="connsiteY4" fmla="*/ 11475 h 14753"/>
                <a:gd name="connsiteX5" fmla="*/ 4918 w 8196"/>
                <a:gd name="connsiteY5" fmla="*/ 6557 h 14753"/>
                <a:gd name="connsiteX6" fmla="*/ 8197 w 8196"/>
                <a:gd name="connsiteY6" fmla="*/ 3279 h 14753"/>
                <a:gd name="connsiteX7" fmla="*/ 6558 w 8196"/>
                <a:gd name="connsiteY7" fmla="*/ 0 h 14753"/>
                <a:gd name="connsiteX8" fmla="*/ 4918 w 8196"/>
                <a:gd name="connsiteY8" fmla="*/ 3279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14753">
                  <a:moveTo>
                    <a:pt x="1639" y="6557"/>
                  </a:moveTo>
                  <a:lnTo>
                    <a:pt x="1639" y="6557"/>
                  </a:lnTo>
                  <a:lnTo>
                    <a:pt x="0" y="11475"/>
                  </a:lnTo>
                  <a:lnTo>
                    <a:pt x="1639" y="14754"/>
                  </a:lnTo>
                  <a:lnTo>
                    <a:pt x="3279" y="11475"/>
                  </a:lnTo>
                  <a:lnTo>
                    <a:pt x="4918" y="6557"/>
                  </a:lnTo>
                  <a:lnTo>
                    <a:pt x="8197" y="3279"/>
                  </a:lnTo>
                  <a:lnTo>
                    <a:pt x="6558" y="0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99" name="Freeform 3198">
              <a:extLst>
                <a:ext uri="{FF2B5EF4-FFF2-40B4-BE49-F238E27FC236}">
                  <a16:creationId xmlns:a16="http://schemas.microsoft.com/office/drawing/2014/main" id="{86D99564-078C-0B44-84A3-5C5D0F3373C7}"/>
                </a:ext>
              </a:extLst>
            </p:cNvPr>
            <p:cNvSpPr/>
            <p:nvPr/>
          </p:nvSpPr>
          <p:spPr>
            <a:xfrm>
              <a:off x="5779608" y="1616548"/>
              <a:ext cx="6557" cy="4917"/>
            </a:xfrm>
            <a:custGeom>
              <a:avLst/>
              <a:gdLst>
                <a:gd name="connsiteX0" fmla="*/ 3278 w 6557"/>
                <a:gd name="connsiteY0" fmla="*/ 4918 h 4917"/>
                <a:gd name="connsiteX1" fmla="*/ 4918 w 6557"/>
                <a:gd name="connsiteY1" fmla="*/ 4918 h 4917"/>
                <a:gd name="connsiteX2" fmla="*/ 6557 w 6557"/>
                <a:gd name="connsiteY2" fmla="*/ 0 h 4917"/>
                <a:gd name="connsiteX3" fmla="*/ 3278 w 6557"/>
                <a:gd name="connsiteY3" fmla="*/ 1639 h 4917"/>
                <a:gd name="connsiteX4" fmla="*/ 0 w 6557"/>
                <a:gd name="connsiteY4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7">
                  <a:moveTo>
                    <a:pt x="3278" y="4918"/>
                  </a:moveTo>
                  <a:lnTo>
                    <a:pt x="4918" y="4918"/>
                  </a:lnTo>
                  <a:lnTo>
                    <a:pt x="6557" y="0"/>
                  </a:lnTo>
                  <a:lnTo>
                    <a:pt x="3278" y="1639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00" name="Freeform 3199">
              <a:extLst>
                <a:ext uri="{FF2B5EF4-FFF2-40B4-BE49-F238E27FC236}">
                  <a16:creationId xmlns:a16="http://schemas.microsoft.com/office/drawing/2014/main" id="{EF4C7328-845A-554B-94E1-B80329AEA1D2}"/>
                </a:ext>
              </a:extLst>
            </p:cNvPr>
            <p:cNvSpPr/>
            <p:nvPr/>
          </p:nvSpPr>
          <p:spPr>
            <a:xfrm>
              <a:off x="5781247" y="1665728"/>
              <a:ext cx="54098" cy="65573"/>
            </a:xfrm>
            <a:custGeom>
              <a:avLst/>
              <a:gdLst>
                <a:gd name="connsiteX0" fmla="*/ 6558 w 54098"/>
                <a:gd name="connsiteY0" fmla="*/ 32787 h 65573"/>
                <a:gd name="connsiteX1" fmla="*/ 6558 w 54098"/>
                <a:gd name="connsiteY1" fmla="*/ 34426 h 65573"/>
                <a:gd name="connsiteX2" fmla="*/ 6558 w 54098"/>
                <a:gd name="connsiteY2" fmla="*/ 34426 h 65573"/>
                <a:gd name="connsiteX3" fmla="*/ 9836 w 54098"/>
                <a:gd name="connsiteY3" fmla="*/ 36065 h 65573"/>
                <a:gd name="connsiteX4" fmla="*/ 11476 w 54098"/>
                <a:gd name="connsiteY4" fmla="*/ 39344 h 65573"/>
                <a:gd name="connsiteX5" fmla="*/ 14754 w 54098"/>
                <a:gd name="connsiteY5" fmla="*/ 39344 h 65573"/>
                <a:gd name="connsiteX6" fmla="*/ 16393 w 54098"/>
                <a:gd name="connsiteY6" fmla="*/ 39344 h 65573"/>
                <a:gd name="connsiteX7" fmla="*/ 19672 w 54098"/>
                <a:gd name="connsiteY7" fmla="*/ 39344 h 65573"/>
                <a:gd name="connsiteX8" fmla="*/ 19672 w 54098"/>
                <a:gd name="connsiteY8" fmla="*/ 39344 h 65573"/>
                <a:gd name="connsiteX9" fmla="*/ 21312 w 54098"/>
                <a:gd name="connsiteY9" fmla="*/ 39344 h 65573"/>
                <a:gd name="connsiteX10" fmla="*/ 24590 w 54098"/>
                <a:gd name="connsiteY10" fmla="*/ 39344 h 65573"/>
                <a:gd name="connsiteX11" fmla="*/ 29508 w 54098"/>
                <a:gd name="connsiteY11" fmla="*/ 40983 h 65573"/>
                <a:gd name="connsiteX12" fmla="*/ 27869 w 54098"/>
                <a:gd name="connsiteY12" fmla="*/ 44262 h 65573"/>
                <a:gd name="connsiteX13" fmla="*/ 22951 w 54098"/>
                <a:gd name="connsiteY13" fmla="*/ 44262 h 65573"/>
                <a:gd name="connsiteX14" fmla="*/ 27869 w 54098"/>
                <a:gd name="connsiteY14" fmla="*/ 45901 h 65573"/>
                <a:gd name="connsiteX15" fmla="*/ 31148 w 54098"/>
                <a:gd name="connsiteY15" fmla="*/ 47541 h 65573"/>
                <a:gd name="connsiteX16" fmla="*/ 31148 w 54098"/>
                <a:gd name="connsiteY16" fmla="*/ 49180 h 65573"/>
                <a:gd name="connsiteX17" fmla="*/ 26229 w 54098"/>
                <a:gd name="connsiteY17" fmla="*/ 49180 h 65573"/>
                <a:gd name="connsiteX18" fmla="*/ 27869 w 54098"/>
                <a:gd name="connsiteY18" fmla="*/ 52459 h 65573"/>
                <a:gd name="connsiteX19" fmla="*/ 27869 w 54098"/>
                <a:gd name="connsiteY19" fmla="*/ 54098 h 65573"/>
                <a:gd name="connsiteX20" fmla="*/ 31148 w 54098"/>
                <a:gd name="connsiteY20" fmla="*/ 57377 h 65573"/>
                <a:gd name="connsiteX21" fmla="*/ 31148 w 54098"/>
                <a:gd name="connsiteY21" fmla="*/ 57377 h 65573"/>
                <a:gd name="connsiteX22" fmla="*/ 31148 w 54098"/>
                <a:gd name="connsiteY22" fmla="*/ 57377 h 65573"/>
                <a:gd name="connsiteX23" fmla="*/ 31148 w 54098"/>
                <a:gd name="connsiteY23" fmla="*/ 60655 h 65573"/>
                <a:gd name="connsiteX24" fmla="*/ 32787 w 54098"/>
                <a:gd name="connsiteY24" fmla="*/ 65573 h 65573"/>
                <a:gd name="connsiteX25" fmla="*/ 34426 w 54098"/>
                <a:gd name="connsiteY25" fmla="*/ 63934 h 65573"/>
                <a:gd name="connsiteX26" fmla="*/ 36066 w 54098"/>
                <a:gd name="connsiteY26" fmla="*/ 59016 h 65573"/>
                <a:gd name="connsiteX27" fmla="*/ 39344 w 54098"/>
                <a:gd name="connsiteY27" fmla="*/ 55737 h 65573"/>
                <a:gd name="connsiteX28" fmla="*/ 39344 w 54098"/>
                <a:gd name="connsiteY28" fmla="*/ 52459 h 65573"/>
                <a:gd name="connsiteX29" fmla="*/ 34426 w 54098"/>
                <a:gd name="connsiteY29" fmla="*/ 50819 h 65573"/>
                <a:gd name="connsiteX30" fmla="*/ 32787 w 54098"/>
                <a:gd name="connsiteY30" fmla="*/ 47541 h 65573"/>
                <a:gd name="connsiteX31" fmla="*/ 32787 w 54098"/>
                <a:gd name="connsiteY31" fmla="*/ 47541 h 65573"/>
                <a:gd name="connsiteX32" fmla="*/ 36066 w 54098"/>
                <a:gd name="connsiteY32" fmla="*/ 49180 h 65573"/>
                <a:gd name="connsiteX33" fmla="*/ 40983 w 54098"/>
                <a:gd name="connsiteY33" fmla="*/ 47541 h 65573"/>
                <a:gd name="connsiteX34" fmla="*/ 40983 w 54098"/>
                <a:gd name="connsiteY34" fmla="*/ 47541 h 65573"/>
                <a:gd name="connsiteX35" fmla="*/ 39344 w 54098"/>
                <a:gd name="connsiteY35" fmla="*/ 45901 h 65573"/>
                <a:gd name="connsiteX36" fmla="*/ 39344 w 54098"/>
                <a:gd name="connsiteY36" fmla="*/ 42623 h 65573"/>
                <a:gd name="connsiteX37" fmla="*/ 42623 w 54098"/>
                <a:gd name="connsiteY37" fmla="*/ 37705 h 65573"/>
                <a:gd name="connsiteX38" fmla="*/ 45902 w 54098"/>
                <a:gd name="connsiteY38" fmla="*/ 37705 h 65573"/>
                <a:gd name="connsiteX39" fmla="*/ 49180 w 54098"/>
                <a:gd name="connsiteY39" fmla="*/ 36065 h 65573"/>
                <a:gd name="connsiteX40" fmla="*/ 49180 w 54098"/>
                <a:gd name="connsiteY40" fmla="*/ 32787 h 65573"/>
                <a:gd name="connsiteX41" fmla="*/ 45902 w 54098"/>
                <a:gd name="connsiteY41" fmla="*/ 31147 h 65573"/>
                <a:gd name="connsiteX42" fmla="*/ 40983 w 54098"/>
                <a:gd name="connsiteY42" fmla="*/ 29508 h 65573"/>
                <a:gd name="connsiteX43" fmla="*/ 42623 w 54098"/>
                <a:gd name="connsiteY43" fmla="*/ 24590 h 65573"/>
                <a:gd name="connsiteX44" fmla="*/ 45902 w 54098"/>
                <a:gd name="connsiteY44" fmla="*/ 22951 h 65573"/>
                <a:gd name="connsiteX45" fmla="*/ 45902 w 54098"/>
                <a:gd name="connsiteY45" fmla="*/ 22951 h 65573"/>
                <a:gd name="connsiteX46" fmla="*/ 50820 w 54098"/>
                <a:gd name="connsiteY46" fmla="*/ 22951 h 65573"/>
                <a:gd name="connsiteX47" fmla="*/ 50820 w 54098"/>
                <a:gd name="connsiteY47" fmla="*/ 21311 h 65573"/>
                <a:gd name="connsiteX48" fmla="*/ 54098 w 54098"/>
                <a:gd name="connsiteY48" fmla="*/ 18033 h 65573"/>
                <a:gd name="connsiteX49" fmla="*/ 52459 w 54098"/>
                <a:gd name="connsiteY49" fmla="*/ 13114 h 65573"/>
                <a:gd name="connsiteX50" fmla="*/ 52459 w 54098"/>
                <a:gd name="connsiteY50" fmla="*/ 11475 h 65573"/>
                <a:gd name="connsiteX51" fmla="*/ 50820 w 54098"/>
                <a:gd name="connsiteY51" fmla="*/ 8197 h 65573"/>
                <a:gd name="connsiteX52" fmla="*/ 54098 w 54098"/>
                <a:gd name="connsiteY52" fmla="*/ 4918 h 65573"/>
                <a:gd name="connsiteX53" fmla="*/ 50820 w 54098"/>
                <a:gd name="connsiteY53" fmla="*/ 1639 h 65573"/>
                <a:gd name="connsiteX54" fmla="*/ 47541 w 54098"/>
                <a:gd name="connsiteY54" fmla="*/ 1639 h 65573"/>
                <a:gd name="connsiteX55" fmla="*/ 42623 w 54098"/>
                <a:gd name="connsiteY55" fmla="*/ 0 h 65573"/>
                <a:gd name="connsiteX56" fmla="*/ 39344 w 54098"/>
                <a:gd name="connsiteY56" fmla="*/ 1639 h 65573"/>
                <a:gd name="connsiteX57" fmla="*/ 36066 w 54098"/>
                <a:gd name="connsiteY57" fmla="*/ 4918 h 65573"/>
                <a:gd name="connsiteX58" fmla="*/ 32787 w 54098"/>
                <a:gd name="connsiteY58" fmla="*/ 6557 h 65573"/>
                <a:gd name="connsiteX59" fmla="*/ 36066 w 54098"/>
                <a:gd name="connsiteY59" fmla="*/ 9836 h 65573"/>
                <a:gd name="connsiteX60" fmla="*/ 36066 w 54098"/>
                <a:gd name="connsiteY60" fmla="*/ 13114 h 65573"/>
                <a:gd name="connsiteX61" fmla="*/ 37705 w 54098"/>
                <a:gd name="connsiteY61" fmla="*/ 14754 h 65573"/>
                <a:gd name="connsiteX62" fmla="*/ 37705 w 54098"/>
                <a:gd name="connsiteY62" fmla="*/ 19672 h 65573"/>
                <a:gd name="connsiteX63" fmla="*/ 34426 w 54098"/>
                <a:gd name="connsiteY63" fmla="*/ 19672 h 65573"/>
                <a:gd name="connsiteX64" fmla="*/ 32787 w 54098"/>
                <a:gd name="connsiteY64" fmla="*/ 21311 h 65573"/>
                <a:gd name="connsiteX65" fmla="*/ 34426 w 54098"/>
                <a:gd name="connsiteY65" fmla="*/ 18033 h 65573"/>
                <a:gd name="connsiteX66" fmla="*/ 36066 w 54098"/>
                <a:gd name="connsiteY66" fmla="*/ 14754 h 65573"/>
                <a:gd name="connsiteX67" fmla="*/ 34426 w 54098"/>
                <a:gd name="connsiteY67" fmla="*/ 9836 h 65573"/>
                <a:gd name="connsiteX68" fmla="*/ 31148 w 54098"/>
                <a:gd name="connsiteY68" fmla="*/ 14754 h 65573"/>
                <a:gd name="connsiteX69" fmla="*/ 29508 w 54098"/>
                <a:gd name="connsiteY69" fmla="*/ 18033 h 65573"/>
                <a:gd name="connsiteX70" fmla="*/ 27869 w 54098"/>
                <a:gd name="connsiteY70" fmla="*/ 19672 h 65573"/>
                <a:gd name="connsiteX71" fmla="*/ 24590 w 54098"/>
                <a:gd name="connsiteY71" fmla="*/ 18033 h 65573"/>
                <a:gd name="connsiteX72" fmla="*/ 24590 w 54098"/>
                <a:gd name="connsiteY72" fmla="*/ 18033 h 65573"/>
                <a:gd name="connsiteX73" fmla="*/ 26229 w 54098"/>
                <a:gd name="connsiteY73" fmla="*/ 13114 h 65573"/>
                <a:gd name="connsiteX74" fmla="*/ 24590 w 54098"/>
                <a:gd name="connsiteY74" fmla="*/ 9836 h 65573"/>
                <a:gd name="connsiteX75" fmla="*/ 26229 w 54098"/>
                <a:gd name="connsiteY75" fmla="*/ 9836 h 65573"/>
                <a:gd name="connsiteX76" fmla="*/ 26229 w 54098"/>
                <a:gd name="connsiteY76" fmla="*/ 8197 h 65573"/>
                <a:gd name="connsiteX77" fmla="*/ 21312 w 54098"/>
                <a:gd name="connsiteY77" fmla="*/ 8197 h 65573"/>
                <a:gd name="connsiteX78" fmla="*/ 18033 w 54098"/>
                <a:gd name="connsiteY78" fmla="*/ 8197 h 65573"/>
                <a:gd name="connsiteX79" fmla="*/ 14754 w 54098"/>
                <a:gd name="connsiteY79" fmla="*/ 8197 h 65573"/>
                <a:gd name="connsiteX80" fmla="*/ 18033 w 54098"/>
                <a:gd name="connsiteY80" fmla="*/ 9836 h 65573"/>
                <a:gd name="connsiteX81" fmla="*/ 18033 w 54098"/>
                <a:gd name="connsiteY81" fmla="*/ 13114 h 65573"/>
                <a:gd name="connsiteX82" fmla="*/ 13115 w 54098"/>
                <a:gd name="connsiteY82" fmla="*/ 13114 h 65573"/>
                <a:gd name="connsiteX83" fmla="*/ 11476 w 54098"/>
                <a:gd name="connsiteY83" fmla="*/ 16393 h 65573"/>
                <a:gd name="connsiteX84" fmla="*/ 8197 w 54098"/>
                <a:gd name="connsiteY84" fmla="*/ 16393 h 65573"/>
                <a:gd name="connsiteX85" fmla="*/ 3279 w 54098"/>
                <a:gd name="connsiteY85" fmla="*/ 18033 h 65573"/>
                <a:gd name="connsiteX86" fmla="*/ 0 w 54098"/>
                <a:gd name="connsiteY86" fmla="*/ 18033 h 65573"/>
                <a:gd name="connsiteX87" fmla="*/ 3279 w 54098"/>
                <a:gd name="connsiteY87" fmla="*/ 21311 h 65573"/>
                <a:gd name="connsiteX88" fmla="*/ 8197 w 54098"/>
                <a:gd name="connsiteY88" fmla="*/ 24590 h 65573"/>
                <a:gd name="connsiteX89" fmla="*/ 8197 w 54098"/>
                <a:gd name="connsiteY89" fmla="*/ 27869 h 65573"/>
                <a:gd name="connsiteX90" fmla="*/ 9836 w 54098"/>
                <a:gd name="connsiteY90" fmla="*/ 31147 h 6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4098" h="65573">
                  <a:moveTo>
                    <a:pt x="6558" y="32787"/>
                  </a:moveTo>
                  <a:lnTo>
                    <a:pt x="6558" y="34426"/>
                  </a:lnTo>
                  <a:lnTo>
                    <a:pt x="6558" y="34426"/>
                  </a:lnTo>
                  <a:lnTo>
                    <a:pt x="9836" y="36065"/>
                  </a:lnTo>
                  <a:lnTo>
                    <a:pt x="11476" y="39344"/>
                  </a:lnTo>
                  <a:lnTo>
                    <a:pt x="14754" y="39344"/>
                  </a:lnTo>
                  <a:lnTo>
                    <a:pt x="16393" y="39344"/>
                  </a:lnTo>
                  <a:lnTo>
                    <a:pt x="19672" y="39344"/>
                  </a:lnTo>
                  <a:lnTo>
                    <a:pt x="19672" y="39344"/>
                  </a:lnTo>
                  <a:lnTo>
                    <a:pt x="21312" y="39344"/>
                  </a:lnTo>
                  <a:lnTo>
                    <a:pt x="24590" y="39344"/>
                  </a:lnTo>
                  <a:lnTo>
                    <a:pt x="29508" y="40983"/>
                  </a:lnTo>
                  <a:lnTo>
                    <a:pt x="27869" y="44262"/>
                  </a:lnTo>
                  <a:lnTo>
                    <a:pt x="22951" y="44262"/>
                  </a:lnTo>
                  <a:lnTo>
                    <a:pt x="27869" y="45901"/>
                  </a:lnTo>
                  <a:lnTo>
                    <a:pt x="31148" y="47541"/>
                  </a:lnTo>
                  <a:lnTo>
                    <a:pt x="31148" y="49180"/>
                  </a:lnTo>
                  <a:lnTo>
                    <a:pt x="26229" y="49180"/>
                  </a:lnTo>
                  <a:lnTo>
                    <a:pt x="27869" y="52459"/>
                  </a:lnTo>
                  <a:lnTo>
                    <a:pt x="27869" y="54098"/>
                  </a:lnTo>
                  <a:lnTo>
                    <a:pt x="31148" y="57377"/>
                  </a:lnTo>
                  <a:lnTo>
                    <a:pt x="31148" y="57377"/>
                  </a:lnTo>
                  <a:lnTo>
                    <a:pt x="31148" y="57377"/>
                  </a:lnTo>
                  <a:lnTo>
                    <a:pt x="31148" y="60655"/>
                  </a:lnTo>
                  <a:lnTo>
                    <a:pt x="32787" y="65573"/>
                  </a:lnTo>
                  <a:lnTo>
                    <a:pt x="34426" y="63934"/>
                  </a:lnTo>
                  <a:lnTo>
                    <a:pt x="36066" y="59016"/>
                  </a:lnTo>
                  <a:lnTo>
                    <a:pt x="39344" y="55737"/>
                  </a:lnTo>
                  <a:lnTo>
                    <a:pt x="39344" y="52459"/>
                  </a:lnTo>
                  <a:lnTo>
                    <a:pt x="34426" y="50819"/>
                  </a:lnTo>
                  <a:lnTo>
                    <a:pt x="32787" y="47541"/>
                  </a:lnTo>
                  <a:lnTo>
                    <a:pt x="32787" y="47541"/>
                  </a:lnTo>
                  <a:lnTo>
                    <a:pt x="36066" y="49180"/>
                  </a:lnTo>
                  <a:lnTo>
                    <a:pt x="40983" y="47541"/>
                  </a:lnTo>
                  <a:lnTo>
                    <a:pt x="40983" y="47541"/>
                  </a:lnTo>
                  <a:lnTo>
                    <a:pt x="39344" y="45901"/>
                  </a:lnTo>
                  <a:lnTo>
                    <a:pt x="39344" y="42623"/>
                  </a:lnTo>
                  <a:lnTo>
                    <a:pt x="42623" y="37705"/>
                  </a:lnTo>
                  <a:lnTo>
                    <a:pt x="45902" y="37705"/>
                  </a:lnTo>
                  <a:lnTo>
                    <a:pt x="49180" y="36065"/>
                  </a:lnTo>
                  <a:lnTo>
                    <a:pt x="49180" y="32787"/>
                  </a:lnTo>
                  <a:lnTo>
                    <a:pt x="45902" y="31147"/>
                  </a:lnTo>
                  <a:lnTo>
                    <a:pt x="40983" y="29508"/>
                  </a:lnTo>
                  <a:lnTo>
                    <a:pt x="42623" y="24590"/>
                  </a:lnTo>
                  <a:lnTo>
                    <a:pt x="45902" y="22951"/>
                  </a:lnTo>
                  <a:lnTo>
                    <a:pt x="45902" y="22951"/>
                  </a:lnTo>
                  <a:lnTo>
                    <a:pt x="50820" y="22951"/>
                  </a:lnTo>
                  <a:lnTo>
                    <a:pt x="50820" y="21311"/>
                  </a:lnTo>
                  <a:lnTo>
                    <a:pt x="54098" y="18033"/>
                  </a:lnTo>
                  <a:lnTo>
                    <a:pt x="52459" y="13114"/>
                  </a:lnTo>
                  <a:lnTo>
                    <a:pt x="52459" y="11475"/>
                  </a:lnTo>
                  <a:lnTo>
                    <a:pt x="50820" y="8197"/>
                  </a:lnTo>
                  <a:lnTo>
                    <a:pt x="54098" y="4918"/>
                  </a:lnTo>
                  <a:lnTo>
                    <a:pt x="50820" y="1639"/>
                  </a:lnTo>
                  <a:lnTo>
                    <a:pt x="47541" y="1639"/>
                  </a:lnTo>
                  <a:lnTo>
                    <a:pt x="42623" y="0"/>
                  </a:lnTo>
                  <a:lnTo>
                    <a:pt x="39344" y="1639"/>
                  </a:lnTo>
                  <a:lnTo>
                    <a:pt x="36066" y="4918"/>
                  </a:lnTo>
                  <a:lnTo>
                    <a:pt x="32787" y="6557"/>
                  </a:lnTo>
                  <a:lnTo>
                    <a:pt x="36066" y="9836"/>
                  </a:lnTo>
                  <a:lnTo>
                    <a:pt x="36066" y="13114"/>
                  </a:lnTo>
                  <a:lnTo>
                    <a:pt x="37705" y="14754"/>
                  </a:lnTo>
                  <a:lnTo>
                    <a:pt x="37705" y="19672"/>
                  </a:lnTo>
                  <a:lnTo>
                    <a:pt x="34426" y="19672"/>
                  </a:lnTo>
                  <a:lnTo>
                    <a:pt x="32787" y="21311"/>
                  </a:lnTo>
                  <a:lnTo>
                    <a:pt x="34426" y="18033"/>
                  </a:lnTo>
                  <a:lnTo>
                    <a:pt x="36066" y="14754"/>
                  </a:lnTo>
                  <a:lnTo>
                    <a:pt x="34426" y="9836"/>
                  </a:lnTo>
                  <a:lnTo>
                    <a:pt x="31148" y="14754"/>
                  </a:lnTo>
                  <a:lnTo>
                    <a:pt x="29508" y="18033"/>
                  </a:lnTo>
                  <a:lnTo>
                    <a:pt x="27869" y="19672"/>
                  </a:lnTo>
                  <a:lnTo>
                    <a:pt x="24590" y="18033"/>
                  </a:lnTo>
                  <a:lnTo>
                    <a:pt x="24590" y="18033"/>
                  </a:lnTo>
                  <a:lnTo>
                    <a:pt x="26229" y="13114"/>
                  </a:lnTo>
                  <a:lnTo>
                    <a:pt x="24590" y="9836"/>
                  </a:lnTo>
                  <a:lnTo>
                    <a:pt x="26229" y="9836"/>
                  </a:lnTo>
                  <a:lnTo>
                    <a:pt x="26229" y="8197"/>
                  </a:lnTo>
                  <a:lnTo>
                    <a:pt x="21312" y="8197"/>
                  </a:lnTo>
                  <a:lnTo>
                    <a:pt x="18033" y="8197"/>
                  </a:lnTo>
                  <a:lnTo>
                    <a:pt x="14754" y="8197"/>
                  </a:lnTo>
                  <a:lnTo>
                    <a:pt x="18033" y="9836"/>
                  </a:lnTo>
                  <a:lnTo>
                    <a:pt x="18033" y="13114"/>
                  </a:lnTo>
                  <a:lnTo>
                    <a:pt x="13115" y="13114"/>
                  </a:lnTo>
                  <a:lnTo>
                    <a:pt x="11476" y="16393"/>
                  </a:lnTo>
                  <a:lnTo>
                    <a:pt x="8197" y="16393"/>
                  </a:lnTo>
                  <a:lnTo>
                    <a:pt x="3279" y="18033"/>
                  </a:lnTo>
                  <a:lnTo>
                    <a:pt x="0" y="18033"/>
                  </a:lnTo>
                  <a:lnTo>
                    <a:pt x="3279" y="21311"/>
                  </a:lnTo>
                  <a:lnTo>
                    <a:pt x="8197" y="24590"/>
                  </a:lnTo>
                  <a:lnTo>
                    <a:pt x="8197" y="27869"/>
                  </a:lnTo>
                  <a:lnTo>
                    <a:pt x="9836" y="3114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01" name="Freeform 3200">
              <a:extLst>
                <a:ext uri="{FF2B5EF4-FFF2-40B4-BE49-F238E27FC236}">
                  <a16:creationId xmlns:a16="http://schemas.microsoft.com/office/drawing/2014/main" id="{4149BE83-D7DC-5445-A31F-73C832977882}"/>
                </a:ext>
              </a:extLst>
            </p:cNvPr>
            <p:cNvSpPr/>
            <p:nvPr/>
          </p:nvSpPr>
          <p:spPr>
            <a:xfrm>
              <a:off x="5784526" y="1714908"/>
              <a:ext cx="27868" cy="13114"/>
            </a:xfrm>
            <a:custGeom>
              <a:avLst/>
              <a:gdLst>
                <a:gd name="connsiteX0" fmla="*/ 0 w 27868"/>
                <a:gd name="connsiteY0" fmla="*/ 6557 h 13114"/>
                <a:gd name="connsiteX1" fmla="*/ 0 w 27868"/>
                <a:gd name="connsiteY1" fmla="*/ 8197 h 13114"/>
                <a:gd name="connsiteX2" fmla="*/ 3279 w 27868"/>
                <a:gd name="connsiteY2" fmla="*/ 9836 h 13114"/>
                <a:gd name="connsiteX3" fmla="*/ 6557 w 27868"/>
                <a:gd name="connsiteY3" fmla="*/ 9836 h 13114"/>
                <a:gd name="connsiteX4" fmla="*/ 9836 w 27868"/>
                <a:gd name="connsiteY4" fmla="*/ 13114 h 13114"/>
                <a:gd name="connsiteX5" fmla="*/ 13114 w 27868"/>
                <a:gd name="connsiteY5" fmla="*/ 13114 h 13114"/>
                <a:gd name="connsiteX6" fmla="*/ 16393 w 27868"/>
                <a:gd name="connsiteY6" fmla="*/ 13114 h 13114"/>
                <a:gd name="connsiteX7" fmla="*/ 19672 w 27868"/>
                <a:gd name="connsiteY7" fmla="*/ 13114 h 13114"/>
                <a:gd name="connsiteX8" fmla="*/ 22951 w 27868"/>
                <a:gd name="connsiteY8" fmla="*/ 13114 h 13114"/>
                <a:gd name="connsiteX9" fmla="*/ 26229 w 27868"/>
                <a:gd name="connsiteY9" fmla="*/ 11475 h 13114"/>
                <a:gd name="connsiteX10" fmla="*/ 27869 w 27868"/>
                <a:gd name="connsiteY10" fmla="*/ 8197 h 13114"/>
                <a:gd name="connsiteX11" fmla="*/ 26229 w 27868"/>
                <a:gd name="connsiteY11" fmla="*/ 8197 h 13114"/>
                <a:gd name="connsiteX12" fmla="*/ 22951 w 27868"/>
                <a:gd name="connsiteY12" fmla="*/ 3279 h 13114"/>
                <a:gd name="connsiteX13" fmla="*/ 22951 w 27868"/>
                <a:gd name="connsiteY13" fmla="*/ 3279 h 13114"/>
                <a:gd name="connsiteX14" fmla="*/ 19672 w 27868"/>
                <a:gd name="connsiteY14" fmla="*/ 4918 h 13114"/>
                <a:gd name="connsiteX15" fmla="*/ 16393 w 27868"/>
                <a:gd name="connsiteY15" fmla="*/ 4918 h 13114"/>
                <a:gd name="connsiteX16" fmla="*/ 11476 w 27868"/>
                <a:gd name="connsiteY16" fmla="*/ 3279 h 13114"/>
                <a:gd name="connsiteX17" fmla="*/ 8197 w 27868"/>
                <a:gd name="connsiteY17" fmla="*/ 0 h 13114"/>
                <a:gd name="connsiteX18" fmla="*/ 4918 w 27868"/>
                <a:gd name="connsiteY18" fmla="*/ 0 h 13114"/>
                <a:gd name="connsiteX19" fmla="*/ 0 w 27868"/>
                <a:gd name="connsiteY19" fmla="*/ 1639 h 13114"/>
                <a:gd name="connsiteX20" fmla="*/ 3279 w 27868"/>
                <a:gd name="connsiteY20" fmla="*/ 655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868" h="13114">
                  <a:moveTo>
                    <a:pt x="0" y="6557"/>
                  </a:moveTo>
                  <a:lnTo>
                    <a:pt x="0" y="8197"/>
                  </a:lnTo>
                  <a:lnTo>
                    <a:pt x="3279" y="9836"/>
                  </a:lnTo>
                  <a:lnTo>
                    <a:pt x="6557" y="9836"/>
                  </a:lnTo>
                  <a:lnTo>
                    <a:pt x="9836" y="13114"/>
                  </a:lnTo>
                  <a:lnTo>
                    <a:pt x="13114" y="13114"/>
                  </a:lnTo>
                  <a:lnTo>
                    <a:pt x="16393" y="13114"/>
                  </a:lnTo>
                  <a:lnTo>
                    <a:pt x="19672" y="13114"/>
                  </a:lnTo>
                  <a:lnTo>
                    <a:pt x="22951" y="13114"/>
                  </a:lnTo>
                  <a:lnTo>
                    <a:pt x="26229" y="11475"/>
                  </a:lnTo>
                  <a:lnTo>
                    <a:pt x="27869" y="8197"/>
                  </a:lnTo>
                  <a:lnTo>
                    <a:pt x="26229" y="8197"/>
                  </a:lnTo>
                  <a:lnTo>
                    <a:pt x="22951" y="3279"/>
                  </a:lnTo>
                  <a:lnTo>
                    <a:pt x="22951" y="3279"/>
                  </a:lnTo>
                  <a:lnTo>
                    <a:pt x="19672" y="4918"/>
                  </a:lnTo>
                  <a:lnTo>
                    <a:pt x="16393" y="4918"/>
                  </a:lnTo>
                  <a:lnTo>
                    <a:pt x="11476" y="3279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327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02" name="Freeform 3201">
              <a:extLst>
                <a:ext uri="{FF2B5EF4-FFF2-40B4-BE49-F238E27FC236}">
                  <a16:creationId xmlns:a16="http://schemas.microsoft.com/office/drawing/2014/main" id="{4E89677C-4698-1943-BA9A-C97603C0D02D}"/>
                </a:ext>
              </a:extLst>
            </p:cNvPr>
            <p:cNvSpPr/>
            <p:nvPr/>
          </p:nvSpPr>
          <p:spPr>
            <a:xfrm>
              <a:off x="5820591" y="1711629"/>
              <a:ext cx="13114" cy="6557"/>
            </a:xfrm>
            <a:custGeom>
              <a:avLst/>
              <a:gdLst>
                <a:gd name="connsiteX0" fmla="*/ 1639 w 13114"/>
                <a:gd name="connsiteY0" fmla="*/ 1639 h 6557"/>
                <a:gd name="connsiteX1" fmla="*/ 1639 w 13114"/>
                <a:gd name="connsiteY1" fmla="*/ 3279 h 6557"/>
                <a:gd name="connsiteX2" fmla="*/ 0 w 13114"/>
                <a:gd name="connsiteY2" fmla="*/ 6557 h 6557"/>
                <a:gd name="connsiteX3" fmla="*/ 4918 w 13114"/>
                <a:gd name="connsiteY3" fmla="*/ 4918 h 6557"/>
                <a:gd name="connsiteX4" fmla="*/ 8197 w 13114"/>
                <a:gd name="connsiteY4" fmla="*/ 3279 h 6557"/>
                <a:gd name="connsiteX5" fmla="*/ 11475 w 13114"/>
                <a:gd name="connsiteY5" fmla="*/ 3279 h 6557"/>
                <a:gd name="connsiteX6" fmla="*/ 13114 w 13114"/>
                <a:gd name="connsiteY6" fmla="*/ 1639 h 6557"/>
                <a:gd name="connsiteX7" fmla="*/ 11475 w 13114"/>
                <a:gd name="connsiteY7" fmla="*/ 1639 h 6557"/>
                <a:gd name="connsiteX8" fmla="*/ 8197 w 13114"/>
                <a:gd name="connsiteY8" fmla="*/ 0 h 6557"/>
                <a:gd name="connsiteX9" fmla="*/ 4918 w 13114"/>
                <a:gd name="connsiteY9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14" h="6557">
                  <a:moveTo>
                    <a:pt x="1639" y="1639"/>
                  </a:moveTo>
                  <a:lnTo>
                    <a:pt x="1639" y="3279"/>
                  </a:lnTo>
                  <a:lnTo>
                    <a:pt x="0" y="6557"/>
                  </a:lnTo>
                  <a:lnTo>
                    <a:pt x="4918" y="4918"/>
                  </a:lnTo>
                  <a:lnTo>
                    <a:pt x="8197" y="3279"/>
                  </a:lnTo>
                  <a:lnTo>
                    <a:pt x="11475" y="3279"/>
                  </a:lnTo>
                  <a:lnTo>
                    <a:pt x="13114" y="1639"/>
                  </a:lnTo>
                  <a:lnTo>
                    <a:pt x="11475" y="1639"/>
                  </a:lnTo>
                  <a:lnTo>
                    <a:pt x="8197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03" name="Freeform 3202">
              <a:extLst>
                <a:ext uri="{FF2B5EF4-FFF2-40B4-BE49-F238E27FC236}">
                  <a16:creationId xmlns:a16="http://schemas.microsoft.com/office/drawing/2014/main" id="{8289B752-FDB7-6E4E-93AA-CE5A0F83D11C}"/>
                </a:ext>
              </a:extLst>
            </p:cNvPr>
            <p:cNvSpPr/>
            <p:nvPr/>
          </p:nvSpPr>
          <p:spPr>
            <a:xfrm>
              <a:off x="5832066" y="1687039"/>
              <a:ext cx="4918" cy="3278"/>
            </a:xfrm>
            <a:custGeom>
              <a:avLst/>
              <a:gdLst>
                <a:gd name="connsiteX0" fmla="*/ 0 w 4918"/>
                <a:gd name="connsiteY0" fmla="*/ 0 h 3278"/>
                <a:gd name="connsiteX1" fmla="*/ 3279 w 4918"/>
                <a:gd name="connsiteY1" fmla="*/ 3279 h 3278"/>
                <a:gd name="connsiteX2" fmla="*/ 4918 w 4918"/>
                <a:gd name="connsiteY2" fmla="*/ 0 h 3278"/>
                <a:gd name="connsiteX3" fmla="*/ 4918 w 491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3278">
                  <a:moveTo>
                    <a:pt x="0" y="0"/>
                  </a:moveTo>
                  <a:lnTo>
                    <a:pt x="3279" y="3279"/>
                  </a:lnTo>
                  <a:lnTo>
                    <a:pt x="4918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04" name="Freeform 3203">
              <a:extLst>
                <a:ext uri="{FF2B5EF4-FFF2-40B4-BE49-F238E27FC236}">
                  <a16:creationId xmlns:a16="http://schemas.microsoft.com/office/drawing/2014/main" id="{A753D268-696F-3F4C-A78F-BA4D6906A825}"/>
                </a:ext>
              </a:extLst>
            </p:cNvPr>
            <p:cNvSpPr/>
            <p:nvPr/>
          </p:nvSpPr>
          <p:spPr>
            <a:xfrm>
              <a:off x="5904197" y="1703432"/>
              <a:ext cx="13114" cy="9836"/>
            </a:xfrm>
            <a:custGeom>
              <a:avLst/>
              <a:gdLst>
                <a:gd name="connsiteX0" fmla="*/ 8197 w 13114"/>
                <a:gd name="connsiteY0" fmla="*/ 1639 h 9836"/>
                <a:gd name="connsiteX1" fmla="*/ 6558 w 13114"/>
                <a:gd name="connsiteY1" fmla="*/ 1639 h 9836"/>
                <a:gd name="connsiteX2" fmla="*/ 3279 w 13114"/>
                <a:gd name="connsiteY2" fmla="*/ 0 h 9836"/>
                <a:gd name="connsiteX3" fmla="*/ 0 w 13114"/>
                <a:gd name="connsiteY3" fmla="*/ 0 h 9836"/>
                <a:gd name="connsiteX4" fmla="*/ 0 w 13114"/>
                <a:gd name="connsiteY4" fmla="*/ 3279 h 9836"/>
                <a:gd name="connsiteX5" fmla="*/ 1639 w 13114"/>
                <a:gd name="connsiteY5" fmla="*/ 8197 h 9836"/>
                <a:gd name="connsiteX6" fmla="*/ 4918 w 13114"/>
                <a:gd name="connsiteY6" fmla="*/ 8197 h 9836"/>
                <a:gd name="connsiteX7" fmla="*/ 9836 w 13114"/>
                <a:gd name="connsiteY7" fmla="*/ 9836 h 9836"/>
                <a:gd name="connsiteX8" fmla="*/ 9836 w 13114"/>
                <a:gd name="connsiteY8" fmla="*/ 9836 h 9836"/>
                <a:gd name="connsiteX9" fmla="*/ 11476 w 13114"/>
                <a:gd name="connsiteY9" fmla="*/ 9836 h 9836"/>
                <a:gd name="connsiteX10" fmla="*/ 13115 w 13114"/>
                <a:gd name="connsiteY10" fmla="*/ 8197 h 9836"/>
                <a:gd name="connsiteX11" fmla="*/ 13115 w 13114"/>
                <a:gd name="connsiteY11" fmla="*/ 3279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14" h="9836">
                  <a:moveTo>
                    <a:pt x="8197" y="1639"/>
                  </a:moveTo>
                  <a:lnTo>
                    <a:pt x="6558" y="163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1639" y="8197"/>
                  </a:lnTo>
                  <a:lnTo>
                    <a:pt x="4918" y="8197"/>
                  </a:lnTo>
                  <a:lnTo>
                    <a:pt x="9836" y="9836"/>
                  </a:lnTo>
                  <a:lnTo>
                    <a:pt x="9836" y="9836"/>
                  </a:lnTo>
                  <a:lnTo>
                    <a:pt x="11476" y="9836"/>
                  </a:lnTo>
                  <a:lnTo>
                    <a:pt x="13115" y="8197"/>
                  </a:lnTo>
                  <a:lnTo>
                    <a:pt x="13115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05" name="Freeform 3204">
              <a:extLst>
                <a:ext uri="{FF2B5EF4-FFF2-40B4-BE49-F238E27FC236}">
                  <a16:creationId xmlns:a16="http://schemas.microsoft.com/office/drawing/2014/main" id="{7649143D-018A-B04F-BC15-85D4C8388A3B}"/>
                </a:ext>
              </a:extLst>
            </p:cNvPr>
            <p:cNvSpPr/>
            <p:nvPr/>
          </p:nvSpPr>
          <p:spPr>
            <a:xfrm>
              <a:off x="2779621" y="5083745"/>
              <a:ext cx="591800" cy="1337698"/>
            </a:xfrm>
            <a:custGeom>
              <a:avLst/>
              <a:gdLst>
                <a:gd name="connsiteX0" fmla="*/ 1639 w 591800"/>
                <a:gd name="connsiteY0" fmla="*/ 329507 h 1337698"/>
                <a:gd name="connsiteX1" fmla="*/ 3279 w 591800"/>
                <a:gd name="connsiteY1" fmla="*/ 326228 h 1337698"/>
                <a:gd name="connsiteX2" fmla="*/ 8197 w 591800"/>
                <a:gd name="connsiteY2" fmla="*/ 322949 h 1337698"/>
                <a:gd name="connsiteX3" fmla="*/ 8197 w 591800"/>
                <a:gd name="connsiteY3" fmla="*/ 319671 h 1337698"/>
                <a:gd name="connsiteX4" fmla="*/ 6557 w 591800"/>
                <a:gd name="connsiteY4" fmla="*/ 316392 h 1337698"/>
                <a:gd name="connsiteX5" fmla="*/ 8197 w 591800"/>
                <a:gd name="connsiteY5" fmla="*/ 313113 h 1337698"/>
                <a:gd name="connsiteX6" fmla="*/ 8197 w 591800"/>
                <a:gd name="connsiteY6" fmla="*/ 308195 h 1337698"/>
                <a:gd name="connsiteX7" fmla="*/ 6557 w 591800"/>
                <a:gd name="connsiteY7" fmla="*/ 304917 h 1337698"/>
                <a:gd name="connsiteX8" fmla="*/ 6557 w 591800"/>
                <a:gd name="connsiteY8" fmla="*/ 301638 h 1337698"/>
                <a:gd name="connsiteX9" fmla="*/ 8197 w 591800"/>
                <a:gd name="connsiteY9" fmla="*/ 298359 h 1337698"/>
                <a:gd name="connsiteX10" fmla="*/ 8197 w 591800"/>
                <a:gd name="connsiteY10" fmla="*/ 293441 h 1337698"/>
                <a:gd name="connsiteX11" fmla="*/ 6557 w 591800"/>
                <a:gd name="connsiteY11" fmla="*/ 291802 h 1337698"/>
                <a:gd name="connsiteX12" fmla="*/ 11475 w 591800"/>
                <a:gd name="connsiteY12" fmla="*/ 288523 h 1337698"/>
                <a:gd name="connsiteX13" fmla="*/ 13115 w 591800"/>
                <a:gd name="connsiteY13" fmla="*/ 283605 h 1337698"/>
                <a:gd name="connsiteX14" fmla="*/ 16393 w 591800"/>
                <a:gd name="connsiteY14" fmla="*/ 280327 h 1337698"/>
                <a:gd name="connsiteX15" fmla="*/ 16393 w 591800"/>
                <a:gd name="connsiteY15" fmla="*/ 277048 h 1337698"/>
                <a:gd name="connsiteX16" fmla="*/ 18033 w 591800"/>
                <a:gd name="connsiteY16" fmla="*/ 273769 h 1337698"/>
                <a:gd name="connsiteX17" fmla="*/ 21311 w 591800"/>
                <a:gd name="connsiteY17" fmla="*/ 268851 h 1337698"/>
                <a:gd name="connsiteX18" fmla="*/ 22951 w 591800"/>
                <a:gd name="connsiteY18" fmla="*/ 265572 h 1337698"/>
                <a:gd name="connsiteX19" fmla="*/ 22951 w 591800"/>
                <a:gd name="connsiteY19" fmla="*/ 263933 h 1337698"/>
                <a:gd name="connsiteX20" fmla="*/ 22951 w 591800"/>
                <a:gd name="connsiteY20" fmla="*/ 260654 h 1337698"/>
                <a:gd name="connsiteX21" fmla="*/ 22951 w 591800"/>
                <a:gd name="connsiteY21" fmla="*/ 255737 h 1337698"/>
                <a:gd name="connsiteX22" fmla="*/ 24590 w 591800"/>
                <a:gd name="connsiteY22" fmla="*/ 252458 h 1337698"/>
                <a:gd name="connsiteX23" fmla="*/ 26229 w 591800"/>
                <a:gd name="connsiteY23" fmla="*/ 249179 h 1337698"/>
                <a:gd name="connsiteX24" fmla="*/ 27869 w 591800"/>
                <a:gd name="connsiteY24" fmla="*/ 244261 h 1337698"/>
                <a:gd name="connsiteX25" fmla="*/ 26229 w 591800"/>
                <a:gd name="connsiteY25" fmla="*/ 240982 h 1337698"/>
                <a:gd name="connsiteX26" fmla="*/ 27869 w 591800"/>
                <a:gd name="connsiteY26" fmla="*/ 237704 h 1337698"/>
                <a:gd name="connsiteX27" fmla="*/ 31148 w 591800"/>
                <a:gd name="connsiteY27" fmla="*/ 234425 h 1337698"/>
                <a:gd name="connsiteX28" fmla="*/ 34426 w 591800"/>
                <a:gd name="connsiteY28" fmla="*/ 236064 h 1337698"/>
                <a:gd name="connsiteX29" fmla="*/ 39344 w 591800"/>
                <a:gd name="connsiteY29" fmla="*/ 234425 h 1337698"/>
                <a:gd name="connsiteX30" fmla="*/ 42623 w 591800"/>
                <a:gd name="connsiteY30" fmla="*/ 232786 h 1337698"/>
                <a:gd name="connsiteX31" fmla="*/ 45901 w 591800"/>
                <a:gd name="connsiteY31" fmla="*/ 229507 h 1337698"/>
                <a:gd name="connsiteX32" fmla="*/ 45901 w 591800"/>
                <a:gd name="connsiteY32" fmla="*/ 226228 h 1337698"/>
                <a:gd name="connsiteX33" fmla="*/ 45901 w 591800"/>
                <a:gd name="connsiteY33" fmla="*/ 224589 h 1337698"/>
                <a:gd name="connsiteX34" fmla="*/ 42623 w 591800"/>
                <a:gd name="connsiteY34" fmla="*/ 221310 h 1337698"/>
                <a:gd name="connsiteX35" fmla="*/ 39344 w 591800"/>
                <a:gd name="connsiteY35" fmla="*/ 218032 h 1337698"/>
                <a:gd name="connsiteX36" fmla="*/ 36065 w 591800"/>
                <a:gd name="connsiteY36" fmla="*/ 213114 h 1337698"/>
                <a:gd name="connsiteX37" fmla="*/ 32787 w 591800"/>
                <a:gd name="connsiteY37" fmla="*/ 209835 h 1337698"/>
                <a:gd name="connsiteX38" fmla="*/ 31148 w 591800"/>
                <a:gd name="connsiteY38" fmla="*/ 206557 h 1337698"/>
                <a:gd name="connsiteX39" fmla="*/ 31148 w 591800"/>
                <a:gd name="connsiteY39" fmla="*/ 201638 h 1337698"/>
                <a:gd name="connsiteX40" fmla="*/ 31148 w 591800"/>
                <a:gd name="connsiteY40" fmla="*/ 198360 h 1337698"/>
                <a:gd name="connsiteX41" fmla="*/ 34426 w 591800"/>
                <a:gd name="connsiteY41" fmla="*/ 195081 h 1337698"/>
                <a:gd name="connsiteX42" fmla="*/ 36065 w 591800"/>
                <a:gd name="connsiteY42" fmla="*/ 191802 h 1337698"/>
                <a:gd name="connsiteX43" fmla="*/ 34426 w 591800"/>
                <a:gd name="connsiteY43" fmla="*/ 186884 h 1337698"/>
                <a:gd name="connsiteX44" fmla="*/ 32787 w 591800"/>
                <a:gd name="connsiteY44" fmla="*/ 183605 h 1337698"/>
                <a:gd name="connsiteX45" fmla="*/ 31148 w 591800"/>
                <a:gd name="connsiteY45" fmla="*/ 180327 h 1337698"/>
                <a:gd name="connsiteX46" fmla="*/ 31148 w 591800"/>
                <a:gd name="connsiteY46" fmla="*/ 175409 h 1337698"/>
                <a:gd name="connsiteX47" fmla="*/ 29508 w 591800"/>
                <a:gd name="connsiteY47" fmla="*/ 172130 h 1337698"/>
                <a:gd name="connsiteX48" fmla="*/ 27869 w 591800"/>
                <a:gd name="connsiteY48" fmla="*/ 168851 h 1337698"/>
                <a:gd name="connsiteX49" fmla="*/ 26229 w 591800"/>
                <a:gd name="connsiteY49" fmla="*/ 165573 h 1337698"/>
                <a:gd name="connsiteX50" fmla="*/ 24590 w 591800"/>
                <a:gd name="connsiteY50" fmla="*/ 160655 h 1337698"/>
                <a:gd name="connsiteX51" fmla="*/ 24590 w 591800"/>
                <a:gd name="connsiteY51" fmla="*/ 157376 h 1337698"/>
                <a:gd name="connsiteX52" fmla="*/ 24590 w 591800"/>
                <a:gd name="connsiteY52" fmla="*/ 154098 h 1337698"/>
                <a:gd name="connsiteX53" fmla="*/ 26229 w 591800"/>
                <a:gd name="connsiteY53" fmla="*/ 150819 h 1337698"/>
                <a:gd name="connsiteX54" fmla="*/ 26229 w 591800"/>
                <a:gd name="connsiteY54" fmla="*/ 149180 h 1337698"/>
                <a:gd name="connsiteX55" fmla="*/ 29508 w 591800"/>
                <a:gd name="connsiteY55" fmla="*/ 147540 h 1337698"/>
                <a:gd name="connsiteX56" fmla="*/ 27869 w 591800"/>
                <a:gd name="connsiteY56" fmla="*/ 144261 h 1337698"/>
                <a:gd name="connsiteX57" fmla="*/ 27869 w 591800"/>
                <a:gd name="connsiteY57" fmla="*/ 142622 h 1337698"/>
                <a:gd name="connsiteX58" fmla="*/ 26229 w 591800"/>
                <a:gd name="connsiteY58" fmla="*/ 137704 h 1337698"/>
                <a:gd name="connsiteX59" fmla="*/ 22951 w 591800"/>
                <a:gd name="connsiteY59" fmla="*/ 136065 h 1337698"/>
                <a:gd name="connsiteX60" fmla="*/ 21311 w 591800"/>
                <a:gd name="connsiteY60" fmla="*/ 132786 h 1337698"/>
                <a:gd name="connsiteX61" fmla="*/ 22951 w 591800"/>
                <a:gd name="connsiteY61" fmla="*/ 127868 h 1337698"/>
                <a:gd name="connsiteX62" fmla="*/ 22951 w 591800"/>
                <a:gd name="connsiteY62" fmla="*/ 124590 h 1337698"/>
                <a:gd name="connsiteX63" fmla="*/ 26229 w 591800"/>
                <a:gd name="connsiteY63" fmla="*/ 121311 h 1337698"/>
                <a:gd name="connsiteX64" fmla="*/ 29508 w 591800"/>
                <a:gd name="connsiteY64" fmla="*/ 119671 h 1337698"/>
                <a:gd name="connsiteX65" fmla="*/ 29508 w 591800"/>
                <a:gd name="connsiteY65" fmla="*/ 118032 h 1337698"/>
                <a:gd name="connsiteX66" fmla="*/ 32787 w 591800"/>
                <a:gd name="connsiteY66" fmla="*/ 113114 h 1337698"/>
                <a:gd name="connsiteX67" fmla="*/ 37705 w 591800"/>
                <a:gd name="connsiteY67" fmla="*/ 111475 h 1337698"/>
                <a:gd name="connsiteX68" fmla="*/ 40983 w 591800"/>
                <a:gd name="connsiteY68" fmla="*/ 109835 h 1337698"/>
                <a:gd name="connsiteX69" fmla="*/ 44262 w 591800"/>
                <a:gd name="connsiteY69" fmla="*/ 108196 h 1337698"/>
                <a:gd name="connsiteX70" fmla="*/ 47541 w 591800"/>
                <a:gd name="connsiteY70" fmla="*/ 106557 h 1337698"/>
                <a:gd name="connsiteX71" fmla="*/ 52459 w 591800"/>
                <a:gd name="connsiteY71" fmla="*/ 104917 h 1337698"/>
                <a:gd name="connsiteX72" fmla="*/ 52459 w 591800"/>
                <a:gd name="connsiteY72" fmla="*/ 103278 h 1337698"/>
                <a:gd name="connsiteX73" fmla="*/ 54098 w 591800"/>
                <a:gd name="connsiteY73" fmla="*/ 103278 h 1337698"/>
                <a:gd name="connsiteX74" fmla="*/ 59016 w 591800"/>
                <a:gd name="connsiteY74" fmla="*/ 101639 h 1337698"/>
                <a:gd name="connsiteX75" fmla="*/ 62295 w 591800"/>
                <a:gd name="connsiteY75" fmla="*/ 98360 h 1337698"/>
                <a:gd name="connsiteX76" fmla="*/ 63934 w 591800"/>
                <a:gd name="connsiteY76" fmla="*/ 95081 h 1337698"/>
                <a:gd name="connsiteX77" fmla="*/ 63934 w 591800"/>
                <a:gd name="connsiteY77" fmla="*/ 90164 h 1337698"/>
                <a:gd name="connsiteX78" fmla="*/ 63934 w 591800"/>
                <a:gd name="connsiteY78" fmla="*/ 86885 h 1337698"/>
                <a:gd name="connsiteX79" fmla="*/ 63934 w 591800"/>
                <a:gd name="connsiteY79" fmla="*/ 85245 h 1337698"/>
                <a:gd name="connsiteX80" fmla="*/ 65573 w 591800"/>
                <a:gd name="connsiteY80" fmla="*/ 81967 h 1337698"/>
                <a:gd name="connsiteX81" fmla="*/ 65573 w 591800"/>
                <a:gd name="connsiteY81" fmla="*/ 77049 h 1337698"/>
                <a:gd name="connsiteX82" fmla="*/ 65573 w 591800"/>
                <a:gd name="connsiteY82" fmla="*/ 73770 h 1337698"/>
                <a:gd name="connsiteX83" fmla="*/ 67213 w 591800"/>
                <a:gd name="connsiteY83" fmla="*/ 68852 h 1337698"/>
                <a:gd name="connsiteX84" fmla="*/ 67213 w 591800"/>
                <a:gd name="connsiteY84" fmla="*/ 65573 h 1337698"/>
                <a:gd name="connsiteX85" fmla="*/ 67213 w 591800"/>
                <a:gd name="connsiteY85" fmla="*/ 62295 h 1337698"/>
                <a:gd name="connsiteX86" fmla="*/ 68852 w 591800"/>
                <a:gd name="connsiteY86" fmla="*/ 57377 h 1337698"/>
                <a:gd name="connsiteX87" fmla="*/ 68852 w 591800"/>
                <a:gd name="connsiteY87" fmla="*/ 54098 h 1337698"/>
                <a:gd name="connsiteX88" fmla="*/ 67213 w 591800"/>
                <a:gd name="connsiteY88" fmla="*/ 50820 h 1337698"/>
                <a:gd name="connsiteX89" fmla="*/ 62295 w 591800"/>
                <a:gd name="connsiteY89" fmla="*/ 47541 h 1337698"/>
                <a:gd name="connsiteX90" fmla="*/ 62295 w 591800"/>
                <a:gd name="connsiteY90" fmla="*/ 45901 h 1337698"/>
                <a:gd name="connsiteX91" fmla="*/ 63934 w 591800"/>
                <a:gd name="connsiteY91" fmla="*/ 42623 h 1337698"/>
                <a:gd name="connsiteX92" fmla="*/ 67213 w 591800"/>
                <a:gd name="connsiteY92" fmla="*/ 37705 h 1337698"/>
                <a:gd name="connsiteX93" fmla="*/ 67213 w 591800"/>
                <a:gd name="connsiteY93" fmla="*/ 34426 h 1337698"/>
                <a:gd name="connsiteX94" fmla="*/ 70492 w 591800"/>
                <a:gd name="connsiteY94" fmla="*/ 29508 h 1337698"/>
                <a:gd name="connsiteX95" fmla="*/ 73770 w 591800"/>
                <a:gd name="connsiteY95" fmla="*/ 27868 h 1337698"/>
                <a:gd name="connsiteX96" fmla="*/ 75410 w 591800"/>
                <a:gd name="connsiteY96" fmla="*/ 24590 h 1337698"/>
                <a:gd name="connsiteX97" fmla="*/ 75410 w 591800"/>
                <a:gd name="connsiteY97" fmla="*/ 21311 h 1337698"/>
                <a:gd name="connsiteX98" fmla="*/ 78688 w 591800"/>
                <a:gd name="connsiteY98" fmla="*/ 19672 h 1337698"/>
                <a:gd name="connsiteX99" fmla="*/ 83606 w 591800"/>
                <a:gd name="connsiteY99" fmla="*/ 16393 h 1337698"/>
                <a:gd name="connsiteX100" fmla="*/ 86885 w 591800"/>
                <a:gd name="connsiteY100" fmla="*/ 14754 h 1337698"/>
                <a:gd name="connsiteX101" fmla="*/ 90164 w 591800"/>
                <a:gd name="connsiteY101" fmla="*/ 14754 h 1337698"/>
                <a:gd name="connsiteX102" fmla="*/ 91803 w 591800"/>
                <a:gd name="connsiteY102" fmla="*/ 11475 h 1337698"/>
                <a:gd name="connsiteX103" fmla="*/ 91803 w 591800"/>
                <a:gd name="connsiteY103" fmla="*/ 6557 h 1337698"/>
                <a:gd name="connsiteX104" fmla="*/ 91803 w 591800"/>
                <a:gd name="connsiteY104" fmla="*/ 3278 h 1337698"/>
                <a:gd name="connsiteX105" fmla="*/ 91803 w 591800"/>
                <a:gd name="connsiteY105" fmla="*/ 0 h 1337698"/>
                <a:gd name="connsiteX106" fmla="*/ 96721 w 591800"/>
                <a:gd name="connsiteY106" fmla="*/ 1639 h 1337698"/>
                <a:gd name="connsiteX107" fmla="*/ 100000 w 591800"/>
                <a:gd name="connsiteY107" fmla="*/ 4918 h 1337698"/>
                <a:gd name="connsiteX108" fmla="*/ 104918 w 591800"/>
                <a:gd name="connsiteY108" fmla="*/ 6557 h 1337698"/>
                <a:gd name="connsiteX109" fmla="*/ 108196 w 591800"/>
                <a:gd name="connsiteY109" fmla="*/ 9836 h 1337698"/>
                <a:gd name="connsiteX110" fmla="*/ 111475 w 591800"/>
                <a:gd name="connsiteY110" fmla="*/ 14754 h 1337698"/>
                <a:gd name="connsiteX111" fmla="*/ 114754 w 591800"/>
                <a:gd name="connsiteY111" fmla="*/ 14754 h 1337698"/>
                <a:gd name="connsiteX112" fmla="*/ 118032 w 591800"/>
                <a:gd name="connsiteY112" fmla="*/ 13114 h 1337698"/>
                <a:gd name="connsiteX113" fmla="*/ 118032 w 591800"/>
                <a:gd name="connsiteY113" fmla="*/ 13114 h 1337698"/>
                <a:gd name="connsiteX114" fmla="*/ 121311 w 591800"/>
                <a:gd name="connsiteY114" fmla="*/ 13114 h 1337698"/>
                <a:gd name="connsiteX115" fmla="*/ 126229 w 591800"/>
                <a:gd name="connsiteY115" fmla="*/ 13114 h 1337698"/>
                <a:gd name="connsiteX116" fmla="*/ 131147 w 591800"/>
                <a:gd name="connsiteY116" fmla="*/ 13114 h 1337698"/>
                <a:gd name="connsiteX117" fmla="*/ 132786 w 591800"/>
                <a:gd name="connsiteY117" fmla="*/ 13114 h 1337698"/>
                <a:gd name="connsiteX118" fmla="*/ 137704 w 591800"/>
                <a:gd name="connsiteY118" fmla="*/ 13114 h 1337698"/>
                <a:gd name="connsiteX119" fmla="*/ 140983 w 591800"/>
                <a:gd name="connsiteY119" fmla="*/ 13114 h 1337698"/>
                <a:gd name="connsiteX120" fmla="*/ 144262 w 591800"/>
                <a:gd name="connsiteY120" fmla="*/ 14754 h 1337698"/>
                <a:gd name="connsiteX121" fmla="*/ 147540 w 591800"/>
                <a:gd name="connsiteY121" fmla="*/ 14754 h 1337698"/>
                <a:gd name="connsiteX122" fmla="*/ 150819 w 591800"/>
                <a:gd name="connsiteY122" fmla="*/ 18033 h 1337698"/>
                <a:gd name="connsiteX123" fmla="*/ 152458 w 591800"/>
                <a:gd name="connsiteY123" fmla="*/ 16393 h 1337698"/>
                <a:gd name="connsiteX124" fmla="*/ 157376 w 591800"/>
                <a:gd name="connsiteY124" fmla="*/ 19672 h 1337698"/>
                <a:gd name="connsiteX125" fmla="*/ 159016 w 591800"/>
                <a:gd name="connsiteY125" fmla="*/ 22951 h 1337698"/>
                <a:gd name="connsiteX126" fmla="*/ 160655 w 591800"/>
                <a:gd name="connsiteY126" fmla="*/ 26229 h 1337698"/>
                <a:gd name="connsiteX127" fmla="*/ 160655 w 591800"/>
                <a:gd name="connsiteY127" fmla="*/ 31147 h 1337698"/>
                <a:gd name="connsiteX128" fmla="*/ 163934 w 591800"/>
                <a:gd name="connsiteY128" fmla="*/ 34426 h 1337698"/>
                <a:gd name="connsiteX129" fmla="*/ 163934 w 591800"/>
                <a:gd name="connsiteY129" fmla="*/ 37705 h 1337698"/>
                <a:gd name="connsiteX130" fmla="*/ 165573 w 591800"/>
                <a:gd name="connsiteY130" fmla="*/ 39344 h 1337698"/>
                <a:gd name="connsiteX131" fmla="*/ 165573 w 591800"/>
                <a:gd name="connsiteY131" fmla="*/ 40983 h 1337698"/>
                <a:gd name="connsiteX132" fmla="*/ 168852 w 591800"/>
                <a:gd name="connsiteY132" fmla="*/ 44262 h 1337698"/>
                <a:gd name="connsiteX133" fmla="*/ 170491 w 591800"/>
                <a:gd name="connsiteY133" fmla="*/ 47541 h 1337698"/>
                <a:gd name="connsiteX134" fmla="*/ 170491 w 591800"/>
                <a:gd name="connsiteY134" fmla="*/ 47541 h 1337698"/>
                <a:gd name="connsiteX135" fmla="*/ 170491 w 591800"/>
                <a:gd name="connsiteY135" fmla="*/ 47541 h 1337698"/>
                <a:gd name="connsiteX136" fmla="*/ 170491 w 591800"/>
                <a:gd name="connsiteY136" fmla="*/ 44262 h 1337698"/>
                <a:gd name="connsiteX137" fmla="*/ 170491 w 591800"/>
                <a:gd name="connsiteY137" fmla="*/ 39344 h 1337698"/>
                <a:gd name="connsiteX138" fmla="*/ 170491 w 591800"/>
                <a:gd name="connsiteY138" fmla="*/ 36065 h 1337698"/>
                <a:gd name="connsiteX139" fmla="*/ 172130 w 591800"/>
                <a:gd name="connsiteY139" fmla="*/ 32787 h 1337698"/>
                <a:gd name="connsiteX140" fmla="*/ 173770 w 591800"/>
                <a:gd name="connsiteY140" fmla="*/ 27868 h 1337698"/>
                <a:gd name="connsiteX141" fmla="*/ 175409 w 591800"/>
                <a:gd name="connsiteY141" fmla="*/ 24590 h 1337698"/>
                <a:gd name="connsiteX142" fmla="*/ 175409 w 591800"/>
                <a:gd name="connsiteY142" fmla="*/ 21311 h 1337698"/>
                <a:gd name="connsiteX143" fmla="*/ 177048 w 591800"/>
                <a:gd name="connsiteY143" fmla="*/ 16393 h 1337698"/>
                <a:gd name="connsiteX144" fmla="*/ 178688 w 591800"/>
                <a:gd name="connsiteY144" fmla="*/ 13114 h 1337698"/>
                <a:gd name="connsiteX145" fmla="*/ 181966 w 591800"/>
                <a:gd name="connsiteY145" fmla="*/ 9836 h 1337698"/>
                <a:gd name="connsiteX146" fmla="*/ 188524 w 591800"/>
                <a:gd name="connsiteY146" fmla="*/ 11475 h 1337698"/>
                <a:gd name="connsiteX147" fmla="*/ 188524 w 591800"/>
                <a:gd name="connsiteY147" fmla="*/ 11475 h 1337698"/>
                <a:gd name="connsiteX148" fmla="*/ 188524 w 591800"/>
                <a:gd name="connsiteY148" fmla="*/ 11475 h 1337698"/>
                <a:gd name="connsiteX149" fmla="*/ 190163 w 591800"/>
                <a:gd name="connsiteY149" fmla="*/ 9836 h 1337698"/>
                <a:gd name="connsiteX150" fmla="*/ 190163 w 591800"/>
                <a:gd name="connsiteY150" fmla="*/ 9836 h 1337698"/>
                <a:gd name="connsiteX151" fmla="*/ 191802 w 591800"/>
                <a:gd name="connsiteY151" fmla="*/ 9836 h 1337698"/>
                <a:gd name="connsiteX152" fmla="*/ 196720 w 591800"/>
                <a:gd name="connsiteY152" fmla="*/ 9836 h 1337698"/>
                <a:gd name="connsiteX153" fmla="*/ 199999 w 591800"/>
                <a:gd name="connsiteY153" fmla="*/ 9836 h 1337698"/>
                <a:gd name="connsiteX154" fmla="*/ 204917 w 591800"/>
                <a:gd name="connsiteY154" fmla="*/ 9836 h 1337698"/>
                <a:gd name="connsiteX155" fmla="*/ 208196 w 591800"/>
                <a:gd name="connsiteY155" fmla="*/ 9836 h 1337698"/>
                <a:gd name="connsiteX156" fmla="*/ 213114 w 591800"/>
                <a:gd name="connsiteY156" fmla="*/ 9836 h 1337698"/>
                <a:gd name="connsiteX157" fmla="*/ 218032 w 591800"/>
                <a:gd name="connsiteY157" fmla="*/ 9836 h 1337698"/>
                <a:gd name="connsiteX158" fmla="*/ 221310 w 591800"/>
                <a:gd name="connsiteY158" fmla="*/ 9836 h 1337698"/>
                <a:gd name="connsiteX159" fmla="*/ 222950 w 591800"/>
                <a:gd name="connsiteY159" fmla="*/ 9836 h 1337698"/>
                <a:gd name="connsiteX160" fmla="*/ 222950 w 591800"/>
                <a:gd name="connsiteY160" fmla="*/ 13114 h 1337698"/>
                <a:gd name="connsiteX161" fmla="*/ 226229 w 591800"/>
                <a:gd name="connsiteY161" fmla="*/ 16393 h 1337698"/>
                <a:gd name="connsiteX162" fmla="*/ 229507 w 591800"/>
                <a:gd name="connsiteY162" fmla="*/ 19672 h 1337698"/>
                <a:gd name="connsiteX163" fmla="*/ 232786 w 591800"/>
                <a:gd name="connsiteY163" fmla="*/ 22951 h 1337698"/>
                <a:gd name="connsiteX164" fmla="*/ 237704 w 591800"/>
                <a:gd name="connsiteY164" fmla="*/ 26229 h 1337698"/>
                <a:gd name="connsiteX165" fmla="*/ 240982 w 591800"/>
                <a:gd name="connsiteY165" fmla="*/ 29508 h 1337698"/>
                <a:gd name="connsiteX166" fmla="*/ 242622 w 591800"/>
                <a:gd name="connsiteY166" fmla="*/ 29508 h 1337698"/>
                <a:gd name="connsiteX167" fmla="*/ 245901 w 591800"/>
                <a:gd name="connsiteY167" fmla="*/ 32787 h 1337698"/>
                <a:gd name="connsiteX168" fmla="*/ 247540 w 591800"/>
                <a:gd name="connsiteY168" fmla="*/ 36065 h 1337698"/>
                <a:gd name="connsiteX169" fmla="*/ 249179 w 591800"/>
                <a:gd name="connsiteY169" fmla="*/ 39344 h 1337698"/>
                <a:gd name="connsiteX170" fmla="*/ 252458 w 591800"/>
                <a:gd name="connsiteY170" fmla="*/ 44262 h 1337698"/>
                <a:gd name="connsiteX171" fmla="*/ 255737 w 591800"/>
                <a:gd name="connsiteY171" fmla="*/ 47541 h 1337698"/>
                <a:gd name="connsiteX172" fmla="*/ 257376 w 591800"/>
                <a:gd name="connsiteY172" fmla="*/ 50820 h 1337698"/>
                <a:gd name="connsiteX173" fmla="*/ 260655 w 591800"/>
                <a:gd name="connsiteY173" fmla="*/ 55737 h 1337698"/>
                <a:gd name="connsiteX174" fmla="*/ 263933 w 591800"/>
                <a:gd name="connsiteY174" fmla="*/ 57377 h 1337698"/>
                <a:gd name="connsiteX175" fmla="*/ 267212 w 591800"/>
                <a:gd name="connsiteY175" fmla="*/ 60655 h 1337698"/>
                <a:gd name="connsiteX176" fmla="*/ 270491 w 591800"/>
                <a:gd name="connsiteY176" fmla="*/ 63934 h 1337698"/>
                <a:gd name="connsiteX177" fmla="*/ 273769 w 591800"/>
                <a:gd name="connsiteY177" fmla="*/ 65573 h 1337698"/>
                <a:gd name="connsiteX178" fmla="*/ 277048 w 591800"/>
                <a:gd name="connsiteY178" fmla="*/ 68852 h 1337698"/>
                <a:gd name="connsiteX179" fmla="*/ 281966 w 591800"/>
                <a:gd name="connsiteY179" fmla="*/ 72131 h 1337698"/>
                <a:gd name="connsiteX180" fmla="*/ 285245 w 591800"/>
                <a:gd name="connsiteY180" fmla="*/ 73770 h 1337698"/>
                <a:gd name="connsiteX181" fmla="*/ 285245 w 591800"/>
                <a:gd name="connsiteY181" fmla="*/ 75410 h 1337698"/>
                <a:gd name="connsiteX182" fmla="*/ 290163 w 591800"/>
                <a:gd name="connsiteY182" fmla="*/ 77049 h 1337698"/>
                <a:gd name="connsiteX183" fmla="*/ 293441 w 591800"/>
                <a:gd name="connsiteY183" fmla="*/ 78688 h 1337698"/>
                <a:gd name="connsiteX184" fmla="*/ 295081 w 591800"/>
                <a:gd name="connsiteY184" fmla="*/ 80327 h 1337698"/>
                <a:gd name="connsiteX185" fmla="*/ 295081 w 591800"/>
                <a:gd name="connsiteY185" fmla="*/ 83606 h 1337698"/>
                <a:gd name="connsiteX186" fmla="*/ 298359 w 591800"/>
                <a:gd name="connsiteY186" fmla="*/ 86885 h 1337698"/>
                <a:gd name="connsiteX187" fmla="*/ 298359 w 591800"/>
                <a:gd name="connsiteY187" fmla="*/ 88524 h 1337698"/>
                <a:gd name="connsiteX188" fmla="*/ 303277 w 591800"/>
                <a:gd name="connsiteY188" fmla="*/ 90164 h 1337698"/>
                <a:gd name="connsiteX189" fmla="*/ 306556 w 591800"/>
                <a:gd name="connsiteY189" fmla="*/ 91803 h 1337698"/>
                <a:gd name="connsiteX190" fmla="*/ 308195 w 591800"/>
                <a:gd name="connsiteY190" fmla="*/ 91803 h 1337698"/>
                <a:gd name="connsiteX191" fmla="*/ 311474 w 591800"/>
                <a:gd name="connsiteY191" fmla="*/ 93442 h 1337698"/>
                <a:gd name="connsiteX192" fmla="*/ 316392 w 591800"/>
                <a:gd name="connsiteY192" fmla="*/ 93442 h 1337698"/>
                <a:gd name="connsiteX193" fmla="*/ 319671 w 591800"/>
                <a:gd name="connsiteY193" fmla="*/ 96721 h 1337698"/>
                <a:gd name="connsiteX194" fmla="*/ 322949 w 591800"/>
                <a:gd name="connsiteY194" fmla="*/ 96721 h 1337698"/>
                <a:gd name="connsiteX195" fmla="*/ 326228 w 591800"/>
                <a:gd name="connsiteY195" fmla="*/ 98360 h 1337698"/>
                <a:gd name="connsiteX196" fmla="*/ 327867 w 591800"/>
                <a:gd name="connsiteY196" fmla="*/ 98360 h 1337698"/>
                <a:gd name="connsiteX197" fmla="*/ 331146 w 591800"/>
                <a:gd name="connsiteY197" fmla="*/ 100000 h 1337698"/>
                <a:gd name="connsiteX198" fmla="*/ 334425 w 591800"/>
                <a:gd name="connsiteY198" fmla="*/ 98360 h 1337698"/>
                <a:gd name="connsiteX199" fmla="*/ 339343 w 591800"/>
                <a:gd name="connsiteY199" fmla="*/ 98360 h 1337698"/>
                <a:gd name="connsiteX200" fmla="*/ 339343 w 591800"/>
                <a:gd name="connsiteY200" fmla="*/ 100000 h 1337698"/>
                <a:gd name="connsiteX201" fmla="*/ 342622 w 591800"/>
                <a:gd name="connsiteY201" fmla="*/ 101639 h 1337698"/>
                <a:gd name="connsiteX202" fmla="*/ 345900 w 591800"/>
                <a:gd name="connsiteY202" fmla="*/ 103278 h 1337698"/>
                <a:gd name="connsiteX203" fmla="*/ 350818 w 591800"/>
                <a:gd name="connsiteY203" fmla="*/ 106557 h 1337698"/>
                <a:gd name="connsiteX204" fmla="*/ 354097 w 591800"/>
                <a:gd name="connsiteY204" fmla="*/ 108196 h 1337698"/>
                <a:gd name="connsiteX205" fmla="*/ 357375 w 591800"/>
                <a:gd name="connsiteY205" fmla="*/ 111475 h 1337698"/>
                <a:gd name="connsiteX206" fmla="*/ 360654 w 591800"/>
                <a:gd name="connsiteY206" fmla="*/ 114754 h 1337698"/>
                <a:gd name="connsiteX207" fmla="*/ 363933 w 591800"/>
                <a:gd name="connsiteY207" fmla="*/ 118032 h 1337698"/>
                <a:gd name="connsiteX208" fmla="*/ 368851 w 591800"/>
                <a:gd name="connsiteY208" fmla="*/ 121311 h 1337698"/>
                <a:gd name="connsiteX209" fmla="*/ 368851 w 591800"/>
                <a:gd name="connsiteY209" fmla="*/ 121311 h 1337698"/>
                <a:gd name="connsiteX210" fmla="*/ 373769 w 591800"/>
                <a:gd name="connsiteY210" fmla="*/ 122950 h 1337698"/>
                <a:gd name="connsiteX211" fmla="*/ 377047 w 591800"/>
                <a:gd name="connsiteY211" fmla="*/ 124590 h 1337698"/>
                <a:gd name="connsiteX212" fmla="*/ 380326 w 591800"/>
                <a:gd name="connsiteY212" fmla="*/ 126229 h 1337698"/>
                <a:gd name="connsiteX213" fmla="*/ 383605 w 591800"/>
                <a:gd name="connsiteY213" fmla="*/ 129508 h 1337698"/>
                <a:gd name="connsiteX214" fmla="*/ 388523 w 591800"/>
                <a:gd name="connsiteY214" fmla="*/ 132786 h 1337698"/>
                <a:gd name="connsiteX215" fmla="*/ 391802 w 591800"/>
                <a:gd name="connsiteY215" fmla="*/ 132786 h 1337698"/>
                <a:gd name="connsiteX216" fmla="*/ 395080 w 591800"/>
                <a:gd name="connsiteY216" fmla="*/ 134425 h 1337698"/>
                <a:gd name="connsiteX217" fmla="*/ 399998 w 591800"/>
                <a:gd name="connsiteY217" fmla="*/ 134425 h 1337698"/>
                <a:gd name="connsiteX218" fmla="*/ 403277 w 591800"/>
                <a:gd name="connsiteY218" fmla="*/ 137704 h 1337698"/>
                <a:gd name="connsiteX219" fmla="*/ 406556 w 591800"/>
                <a:gd name="connsiteY219" fmla="*/ 140983 h 1337698"/>
                <a:gd name="connsiteX220" fmla="*/ 409834 w 591800"/>
                <a:gd name="connsiteY220" fmla="*/ 139344 h 1337698"/>
                <a:gd name="connsiteX221" fmla="*/ 413113 w 591800"/>
                <a:gd name="connsiteY221" fmla="*/ 140983 h 1337698"/>
                <a:gd name="connsiteX222" fmla="*/ 414752 w 591800"/>
                <a:gd name="connsiteY222" fmla="*/ 142622 h 1337698"/>
                <a:gd name="connsiteX223" fmla="*/ 418031 w 591800"/>
                <a:gd name="connsiteY223" fmla="*/ 144261 h 1337698"/>
                <a:gd name="connsiteX224" fmla="*/ 421310 w 591800"/>
                <a:gd name="connsiteY224" fmla="*/ 145901 h 1337698"/>
                <a:gd name="connsiteX225" fmla="*/ 424588 w 591800"/>
                <a:gd name="connsiteY225" fmla="*/ 145901 h 1337698"/>
                <a:gd name="connsiteX226" fmla="*/ 429506 w 591800"/>
                <a:gd name="connsiteY226" fmla="*/ 149180 h 1337698"/>
                <a:gd name="connsiteX227" fmla="*/ 431146 w 591800"/>
                <a:gd name="connsiteY227" fmla="*/ 152458 h 1337698"/>
                <a:gd name="connsiteX228" fmla="*/ 431146 w 591800"/>
                <a:gd name="connsiteY228" fmla="*/ 154098 h 1337698"/>
                <a:gd name="connsiteX229" fmla="*/ 432785 w 591800"/>
                <a:gd name="connsiteY229" fmla="*/ 154098 h 1337698"/>
                <a:gd name="connsiteX230" fmla="*/ 434424 w 591800"/>
                <a:gd name="connsiteY230" fmla="*/ 159015 h 1337698"/>
                <a:gd name="connsiteX231" fmla="*/ 437703 w 591800"/>
                <a:gd name="connsiteY231" fmla="*/ 162294 h 1337698"/>
                <a:gd name="connsiteX232" fmla="*/ 437703 w 591800"/>
                <a:gd name="connsiteY232" fmla="*/ 165573 h 1337698"/>
                <a:gd name="connsiteX233" fmla="*/ 437703 w 591800"/>
                <a:gd name="connsiteY233" fmla="*/ 168851 h 1337698"/>
                <a:gd name="connsiteX234" fmla="*/ 432785 w 591800"/>
                <a:gd name="connsiteY234" fmla="*/ 170491 h 1337698"/>
                <a:gd name="connsiteX235" fmla="*/ 432785 w 591800"/>
                <a:gd name="connsiteY235" fmla="*/ 173770 h 1337698"/>
                <a:gd name="connsiteX236" fmla="*/ 431146 w 591800"/>
                <a:gd name="connsiteY236" fmla="*/ 178688 h 1337698"/>
                <a:gd name="connsiteX237" fmla="*/ 431146 w 591800"/>
                <a:gd name="connsiteY237" fmla="*/ 178688 h 1337698"/>
                <a:gd name="connsiteX238" fmla="*/ 429506 w 591800"/>
                <a:gd name="connsiteY238" fmla="*/ 183605 h 1337698"/>
                <a:gd name="connsiteX239" fmla="*/ 429506 w 591800"/>
                <a:gd name="connsiteY239" fmla="*/ 186884 h 1337698"/>
                <a:gd name="connsiteX240" fmla="*/ 426228 w 591800"/>
                <a:gd name="connsiteY240" fmla="*/ 190163 h 1337698"/>
                <a:gd name="connsiteX241" fmla="*/ 421310 w 591800"/>
                <a:gd name="connsiteY241" fmla="*/ 191802 h 1337698"/>
                <a:gd name="connsiteX242" fmla="*/ 422949 w 591800"/>
                <a:gd name="connsiteY242" fmla="*/ 196720 h 1337698"/>
                <a:gd name="connsiteX243" fmla="*/ 421310 w 591800"/>
                <a:gd name="connsiteY243" fmla="*/ 199999 h 1337698"/>
                <a:gd name="connsiteX244" fmla="*/ 419670 w 591800"/>
                <a:gd name="connsiteY244" fmla="*/ 203278 h 1337698"/>
                <a:gd name="connsiteX245" fmla="*/ 421310 w 591800"/>
                <a:gd name="connsiteY245" fmla="*/ 208195 h 1337698"/>
                <a:gd name="connsiteX246" fmla="*/ 421310 w 591800"/>
                <a:gd name="connsiteY246" fmla="*/ 211474 h 1337698"/>
                <a:gd name="connsiteX247" fmla="*/ 422949 w 591800"/>
                <a:gd name="connsiteY247" fmla="*/ 213114 h 1337698"/>
                <a:gd name="connsiteX248" fmla="*/ 421310 w 591800"/>
                <a:gd name="connsiteY248" fmla="*/ 216392 h 1337698"/>
                <a:gd name="connsiteX249" fmla="*/ 419670 w 591800"/>
                <a:gd name="connsiteY249" fmla="*/ 219671 h 1337698"/>
                <a:gd name="connsiteX250" fmla="*/ 418031 w 591800"/>
                <a:gd name="connsiteY250" fmla="*/ 224589 h 1337698"/>
                <a:gd name="connsiteX251" fmla="*/ 418031 w 591800"/>
                <a:gd name="connsiteY251" fmla="*/ 224589 h 1337698"/>
                <a:gd name="connsiteX252" fmla="*/ 413113 w 591800"/>
                <a:gd name="connsiteY252" fmla="*/ 226228 h 1337698"/>
                <a:gd name="connsiteX253" fmla="*/ 413113 w 591800"/>
                <a:gd name="connsiteY253" fmla="*/ 231147 h 1337698"/>
                <a:gd name="connsiteX254" fmla="*/ 411474 w 591800"/>
                <a:gd name="connsiteY254" fmla="*/ 234425 h 1337698"/>
                <a:gd name="connsiteX255" fmla="*/ 408195 w 591800"/>
                <a:gd name="connsiteY255" fmla="*/ 237704 h 1337698"/>
                <a:gd name="connsiteX256" fmla="*/ 411474 w 591800"/>
                <a:gd name="connsiteY256" fmla="*/ 242622 h 1337698"/>
                <a:gd name="connsiteX257" fmla="*/ 411474 w 591800"/>
                <a:gd name="connsiteY257" fmla="*/ 242622 h 1337698"/>
                <a:gd name="connsiteX258" fmla="*/ 411474 w 591800"/>
                <a:gd name="connsiteY258" fmla="*/ 244261 h 1337698"/>
                <a:gd name="connsiteX259" fmla="*/ 414752 w 591800"/>
                <a:gd name="connsiteY259" fmla="*/ 242622 h 1337698"/>
                <a:gd name="connsiteX260" fmla="*/ 418031 w 591800"/>
                <a:gd name="connsiteY260" fmla="*/ 242622 h 1337698"/>
                <a:gd name="connsiteX261" fmla="*/ 422949 w 591800"/>
                <a:gd name="connsiteY261" fmla="*/ 242622 h 1337698"/>
                <a:gd name="connsiteX262" fmla="*/ 426228 w 591800"/>
                <a:gd name="connsiteY262" fmla="*/ 240982 h 1337698"/>
                <a:gd name="connsiteX263" fmla="*/ 429506 w 591800"/>
                <a:gd name="connsiteY263" fmla="*/ 242622 h 1337698"/>
                <a:gd name="connsiteX264" fmla="*/ 434424 w 591800"/>
                <a:gd name="connsiteY264" fmla="*/ 240982 h 1337698"/>
                <a:gd name="connsiteX265" fmla="*/ 437703 w 591800"/>
                <a:gd name="connsiteY265" fmla="*/ 242622 h 1337698"/>
                <a:gd name="connsiteX266" fmla="*/ 440982 w 591800"/>
                <a:gd name="connsiteY266" fmla="*/ 242622 h 1337698"/>
                <a:gd name="connsiteX267" fmla="*/ 444260 w 591800"/>
                <a:gd name="connsiteY267" fmla="*/ 244261 h 1337698"/>
                <a:gd name="connsiteX268" fmla="*/ 449178 w 591800"/>
                <a:gd name="connsiteY268" fmla="*/ 245901 h 1337698"/>
                <a:gd name="connsiteX269" fmla="*/ 452457 w 591800"/>
                <a:gd name="connsiteY269" fmla="*/ 247540 h 1337698"/>
                <a:gd name="connsiteX270" fmla="*/ 457375 w 591800"/>
                <a:gd name="connsiteY270" fmla="*/ 249179 h 1337698"/>
                <a:gd name="connsiteX271" fmla="*/ 460654 w 591800"/>
                <a:gd name="connsiteY271" fmla="*/ 249179 h 1337698"/>
                <a:gd name="connsiteX272" fmla="*/ 463932 w 591800"/>
                <a:gd name="connsiteY272" fmla="*/ 250818 h 1337698"/>
                <a:gd name="connsiteX273" fmla="*/ 467211 w 591800"/>
                <a:gd name="connsiteY273" fmla="*/ 252458 h 1337698"/>
                <a:gd name="connsiteX274" fmla="*/ 472129 w 591800"/>
                <a:gd name="connsiteY274" fmla="*/ 250818 h 1337698"/>
                <a:gd name="connsiteX275" fmla="*/ 475408 w 591800"/>
                <a:gd name="connsiteY275" fmla="*/ 247540 h 1337698"/>
                <a:gd name="connsiteX276" fmla="*/ 478686 w 591800"/>
                <a:gd name="connsiteY276" fmla="*/ 250818 h 1337698"/>
                <a:gd name="connsiteX277" fmla="*/ 481965 w 591800"/>
                <a:gd name="connsiteY277" fmla="*/ 252458 h 1337698"/>
                <a:gd name="connsiteX278" fmla="*/ 485244 w 591800"/>
                <a:gd name="connsiteY278" fmla="*/ 250818 h 1337698"/>
                <a:gd name="connsiteX279" fmla="*/ 488522 w 591800"/>
                <a:gd name="connsiteY279" fmla="*/ 250818 h 1337698"/>
                <a:gd name="connsiteX280" fmla="*/ 491801 w 591800"/>
                <a:gd name="connsiteY280" fmla="*/ 254097 h 1337698"/>
                <a:gd name="connsiteX281" fmla="*/ 496719 w 591800"/>
                <a:gd name="connsiteY281" fmla="*/ 255737 h 1337698"/>
                <a:gd name="connsiteX282" fmla="*/ 498359 w 591800"/>
                <a:gd name="connsiteY282" fmla="*/ 252458 h 1337698"/>
                <a:gd name="connsiteX283" fmla="*/ 498359 w 591800"/>
                <a:gd name="connsiteY283" fmla="*/ 249179 h 1337698"/>
                <a:gd name="connsiteX284" fmla="*/ 501637 w 591800"/>
                <a:gd name="connsiteY284" fmla="*/ 244261 h 1337698"/>
                <a:gd name="connsiteX285" fmla="*/ 506555 w 591800"/>
                <a:gd name="connsiteY285" fmla="*/ 242622 h 1337698"/>
                <a:gd name="connsiteX286" fmla="*/ 509834 w 591800"/>
                <a:gd name="connsiteY286" fmla="*/ 244261 h 1337698"/>
                <a:gd name="connsiteX287" fmla="*/ 513112 w 591800"/>
                <a:gd name="connsiteY287" fmla="*/ 245901 h 1337698"/>
                <a:gd name="connsiteX288" fmla="*/ 518031 w 591800"/>
                <a:gd name="connsiteY288" fmla="*/ 249179 h 1337698"/>
                <a:gd name="connsiteX289" fmla="*/ 519670 w 591800"/>
                <a:gd name="connsiteY289" fmla="*/ 247540 h 1337698"/>
                <a:gd name="connsiteX290" fmla="*/ 524588 w 591800"/>
                <a:gd name="connsiteY290" fmla="*/ 244261 h 1337698"/>
                <a:gd name="connsiteX291" fmla="*/ 522949 w 591800"/>
                <a:gd name="connsiteY291" fmla="*/ 239343 h 1337698"/>
                <a:gd name="connsiteX292" fmla="*/ 524588 w 591800"/>
                <a:gd name="connsiteY292" fmla="*/ 236064 h 1337698"/>
                <a:gd name="connsiteX293" fmla="*/ 527866 w 591800"/>
                <a:gd name="connsiteY293" fmla="*/ 232786 h 1337698"/>
                <a:gd name="connsiteX294" fmla="*/ 531145 w 591800"/>
                <a:gd name="connsiteY294" fmla="*/ 227868 h 1337698"/>
                <a:gd name="connsiteX295" fmla="*/ 534424 w 591800"/>
                <a:gd name="connsiteY295" fmla="*/ 227868 h 1337698"/>
                <a:gd name="connsiteX296" fmla="*/ 534424 w 591800"/>
                <a:gd name="connsiteY296" fmla="*/ 227868 h 1337698"/>
                <a:gd name="connsiteX297" fmla="*/ 539342 w 591800"/>
                <a:gd name="connsiteY297" fmla="*/ 227868 h 1337698"/>
                <a:gd name="connsiteX298" fmla="*/ 539342 w 591800"/>
                <a:gd name="connsiteY298" fmla="*/ 222950 h 1337698"/>
                <a:gd name="connsiteX299" fmla="*/ 542621 w 591800"/>
                <a:gd name="connsiteY299" fmla="*/ 221310 h 1337698"/>
                <a:gd name="connsiteX300" fmla="*/ 544260 w 591800"/>
                <a:gd name="connsiteY300" fmla="*/ 219671 h 1337698"/>
                <a:gd name="connsiteX301" fmla="*/ 544260 w 591800"/>
                <a:gd name="connsiteY301" fmla="*/ 214753 h 1337698"/>
                <a:gd name="connsiteX302" fmla="*/ 549178 w 591800"/>
                <a:gd name="connsiteY302" fmla="*/ 214753 h 1337698"/>
                <a:gd name="connsiteX303" fmla="*/ 549178 w 591800"/>
                <a:gd name="connsiteY303" fmla="*/ 211474 h 1337698"/>
                <a:gd name="connsiteX304" fmla="*/ 549178 w 591800"/>
                <a:gd name="connsiteY304" fmla="*/ 208195 h 1337698"/>
                <a:gd name="connsiteX305" fmla="*/ 550817 w 591800"/>
                <a:gd name="connsiteY305" fmla="*/ 203278 h 1337698"/>
                <a:gd name="connsiteX306" fmla="*/ 552456 w 591800"/>
                <a:gd name="connsiteY306" fmla="*/ 199999 h 1337698"/>
                <a:gd name="connsiteX307" fmla="*/ 550817 w 591800"/>
                <a:gd name="connsiteY307" fmla="*/ 196720 h 1337698"/>
                <a:gd name="connsiteX308" fmla="*/ 552456 w 591800"/>
                <a:gd name="connsiteY308" fmla="*/ 193442 h 1337698"/>
                <a:gd name="connsiteX309" fmla="*/ 550817 w 591800"/>
                <a:gd name="connsiteY309" fmla="*/ 190163 h 1337698"/>
                <a:gd name="connsiteX310" fmla="*/ 550817 w 591800"/>
                <a:gd name="connsiteY310" fmla="*/ 185245 h 1337698"/>
                <a:gd name="connsiteX311" fmla="*/ 550817 w 591800"/>
                <a:gd name="connsiteY311" fmla="*/ 181966 h 1337698"/>
                <a:gd name="connsiteX312" fmla="*/ 552456 w 591800"/>
                <a:gd name="connsiteY312" fmla="*/ 178688 h 1337698"/>
                <a:gd name="connsiteX313" fmla="*/ 549178 w 591800"/>
                <a:gd name="connsiteY313" fmla="*/ 175409 h 1337698"/>
                <a:gd name="connsiteX314" fmla="*/ 549178 w 591800"/>
                <a:gd name="connsiteY314" fmla="*/ 170491 h 1337698"/>
                <a:gd name="connsiteX315" fmla="*/ 549178 w 591800"/>
                <a:gd name="connsiteY315" fmla="*/ 167212 h 1337698"/>
                <a:gd name="connsiteX316" fmla="*/ 549178 w 591800"/>
                <a:gd name="connsiteY316" fmla="*/ 167212 h 1337698"/>
                <a:gd name="connsiteX317" fmla="*/ 550817 w 591800"/>
                <a:gd name="connsiteY317" fmla="*/ 167212 h 1337698"/>
                <a:gd name="connsiteX318" fmla="*/ 552456 w 591800"/>
                <a:gd name="connsiteY318" fmla="*/ 168851 h 1337698"/>
                <a:gd name="connsiteX319" fmla="*/ 557375 w 591800"/>
                <a:gd name="connsiteY319" fmla="*/ 170491 h 1337698"/>
                <a:gd name="connsiteX320" fmla="*/ 559014 w 591800"/>
                <a:gd name="connsiteY320" fmla="*/ 167212 h 1337698"/>
                <a:gd name="connsiteX321" fmla="*/ 562293 w 591800"/>
                <a:gd name="connsiteY321" fmla="*/ 167212 h 1337698"/>
                <a:gd name="connsiteX322" fmla="*/ 565571 w 591800"/>
                <a:gd name="connsiteY322" fmla="*/ 165573 h 1337698"/>
                <a:gd name="connsiteX323" fmla="*/ 570489 w 591800"/>
                <a:gd name="connsiteY323" fmla="*/ 165573 h 1337698"/>
                <a:gd name="connsiteX324" fmla="*/ 573768 w 591800"/>
                <a:gd name="connsiteY324" fmla="*/ 167212 h 1337698"/>
                <a:gd name="connsiteX325" fmla="*/ 577047 w 591800"/>
                <a:gd name="connsiteY325" fmla="*/ 170491 h 1337698"/>
                <a:gd name="connsiteX326" fmla="*/ 578686 w 591800"/>
                <a:gd name="connsiteY326" fmla="*/ 175409 h 1337698"/>
                <a:gd name="connsiteX327" fmla="*/ 580325 w 591800"/>
                <a:gd name="connsiteY327" fmla="*/ 178688 h 1337698"/>
                <a:gd name="connsiteX328" fmla="*/ 581965 w 591800"/>
                <a:gd name="connsiteY328" fmla="*/ 181966 h 1337698"/>
                <a:gd name="connsiteX329" fmla="*/ 583604 w 591800"/>
                <a:gd name="connsiteY329" fmla="*/ 185245 h 1337698"/>
                <a:gd name="connsiteX330" fmla="*/ 585243 w 591800"/>
                <a:gd name="connsiteY330" fmla="*/ 190163 h 1337698"/>
                <a:gd name="connsiteX331" fmla="*/ 588522 w 591800"/>
                <a:gd name="connsiteY331" fmla="*/ 193442 h 1337698"/>
                <a:gd name="connsiteX332" fmla="*/ 590161 w 591800"/>
                <a:gd name="connsiteY332" fmla="*/ 196720 h 1337698"/>
                <a:gd name="connsiteX333" fmla="*/ 590161 w 591800"/>
                <a:gd name="connsiteY333" fmla="*/ 198360 h 1337698"/>
                <a:gd name="connsiteX334" fmla="*/ 588522 w 591800"/>
                <a:gd name="connsiteY334" fmla="*/ 201638 h 1337698"/>
                <a:gd name="connsiteX335" fmla="*/ 588522 w 591800"/>
                <a:gd name="connsiteY335" fmla="*/ 204917 h 1337698"/>
                <a:gd name="connsiteX336" fmla="*/ 588522 w 591800"/>
                <a:gd name="connsiteY336" fmla="*/ 208195 h 1337698"/>
                <a:gd name="connsiteX337" fmla="*/ 588522 w 591800"/>
                <a:gd name="connsiteY337" fmla="*/ 213114 h 1337698"/>
                <a:gd name="connsiteX338" fmla="*/ 588522 w 591800"/>
                <a:gd name="connsiteY338" fmla="*/ 216392 h 1337698"/>
                <a:gd name="connsiteX339" fmla="*/ 590161 w 591800"/>
                <a:gd name="connsiteY339" fmla="*/ 219671 h 1337698"/>
                <a:gd name="connsiteX340" fmla="*/ 591801 w 591800"/>
                <a:gd name="connsiteY340" fmla="*/ 222950 h 1337698"/>
                <a:gd name="connsiteX341" fmla="*/ 591801 w 591800"/>
                <a:gd name="connsiteY341" fmla="*/ 227868 h 1337698"/>
                <a:gd name="connsiteX342" fmla="*/ 590161 w 591800"/>
                <a:gd name="connsiteY342" fmla="*/ 231147 h 1337698"/>
                <a:gd name="connsiteX343" fmla="*/ 588522 w 591800"/>
                <a:gd name="connsiteY343" fmla="*/ 234425 h 1337698"/>
                <a:gd name="connsiteX344" fmla="*/ 588522 w 591800"/>
                <a:gd name="connsiteY344" fmla="*/ 237704 h 1337698"/>
                <a:gd name="connsiteX345" fmla="*/ 585243 w 591800"/>
                <a:gd name="connsiteY345" fmla="*/ 237704 h 1337698"/>
                <a:gd name="connsiteX346" fmla="*/ 580325 w 591800"/>
                <a:gd name="connsiteY346" fmla="*/ 240982 h 1337698"/>
                <a:gd name="connsiteX347" fmla="*/ 577047 w 591800"/>
                <a:gd name="connsiteY347" fmla="*/ 242622 h 1337698"/>
                <a:gd name="connsiteX348" fmla="*/ 575407 w 591800"/>
                <a:gd name="connsiteY348" fmla="*/ 245901 h 1337698"/>
                <a:gd name="connsiteX349" fmla="*/ 570489 w 591800"/>
                <a:gd name="connsiteY349" fmla="*/ 247540 h 1337698"/>
                <a:gd name="connsiteX350" fmla="*/ 567211 w 591800"/>
                <a:gd name="connsiteY350" fmla="*/ 247540 h 1337698"/>
                <a:gd name="connsiteX351" fmla="*/ 563932 w 591800"/>
                <a:gd name="connsiteY351" fmla="*/ 250818 h 1337698"/>
                <a:gd name="connsiteX352" fmla="*/ 559014 w 591800"/>
                <a:gd name="connsiteY352" fmla="*/ 252458 h 1337698"/>
                <a:gd name="connsiteX353" fmla="*/ 555735 w 591800"/>
                <a:gd name="connsiteY353" fmla="*/ 255737 h 1337698"/>
                <a:gd name="connsiteX354" fmla="*/ 552456 w 591800"/>
                <a:gd name="connsiteY354" fmla="*/ 257376 h 1337698"/>
                <a:gd name="connsiteX355" fmla="*/ 552456 w 591800"/>
                <a:gd name="connsiteY355" fmla="*/ 262294 h 1337698"/>
                <a:gd name="connsiteX356" fmla="*/ 549178 w 591800"/>
                <a:gd name="connsiteY356" fmla="*/ 265572 h 1337698"/>
                <a:gd name="connsiteX357" fmla="*/ 544260 w 591800"/>
                <a:gd name="connsiteY357" fmla="*/ 267212 h 1337698"/>
                <a:gd name="connsiteX358" fmla="*/ 540981 w 591800"/>
                <a:gd name="connsiteY358" fmla="*/ 268851 h 1337698"/>
                <a:gd name="connsiteX359" fmla="*/ 537703 w 591800"/>
                <a:gd name="connsiteY359" fmla="*/ 270491 h 1337698"/>
                <a:gd name="connsiteX360" fmla="*/ 537703 w 591800"/>
                <a:gd name="connsiteY360" fmla="*/ 272130 h 1337698"/>
                <a:gd name="connsiteX361" fmla="*/ 534424 w 591800"/>
                <a:gd name="connsiteY361" fmla="*/ 277048 h 1337698"/>
                <a:gd name="connsiteX362" fmla="*/ 532784 w 591800"/>
                <a:gd name="connsiteY362" fmla="*/ 277048 h 1337698"/>
                <a:gd name="connsiteX363" fmla="*/ 527866 w 591800"/>
                <a:gd name="connsiteY363" fmla="*/ 280327 h 1337698"/>
                <a:gd name="connsiteX364" fmla="*/ 527866 w 591800"/>
                <a:gd name="connsiteY364" fmla="*/ 280327 h 1337698"/>
                <a:gd name="connsiteX365" fmla="*/ 526227 w 591800"/>
                <a:gd name="connsiteY365" fmla="*/ 281966 h 1337698"/>
                <a:gd name="connsiteX366" fmla="*/ 524588 w 591800"/>
                <a:gd name="connsiteY366" fmla="*/ 285244 h 1337698"/>
                <a:gd name="connsiteX367" fmla="*/ 527866 w 591800"/>
                <a:gd name="connsiteY367" fmla="*/ 288523 h 1337698"/>
                <a:gd name="connsiteX368" fmla="*/ 526227 w 591800"/>
                <a:gd name="connsiteY368" fmla="*/ 291802 h 1337698"/>
                <a:gd name="connsiteX369" fmla="*/ 522949 w 591800"/>
                <a:gd name="connsiteY369" fmla="*/ 290162 h 1337698"/>
                <a:gd name="connsiteX370" fmla="*/ 519670 w 591800"/>
                <a:gd name="connsiteY370" fmla="*/ 291802 h 1337698"/>
                <a:gd name="connsiteX371" fmla="*/ 519670 w 591800"/>
                <a:gd name="connsiteY371" fmla="*/ 295081 h 1337698"/>
                <a:gd name="connsiteX372" fmla="*/ 516391 w 591800"/>
                <a:gd name="connsiteY372" fmla="*/ 296720 h 1337698"/>
                <a:gd name="connsiteX373" fmla="*/ 516391 w 591800"/>
                <a:gd name="connsiteY373" fmla="*/ 299998 h 1337698"/>
                <a:gd name="connsiteX374" fmla="*/ 513112 w 591800"/>
                <a:gd name="connsiteY374" fmla="*/ 303277 h 1337698"/>
                <a:gd name="connsiteX375" fmla="*/ 511473 w 591800"/>
                <a:gd name="connsiteY375" fmla="*/ 308195 h 1337698"/>
                <a:gd name="connsiteX376" fmla="*/ 508194 w 591800"/>
                <a:gd name="connsiteY376" fmla="*/ 311474 h 1337698"/>
                <a:gd name="connsiteX377" fmla="*/ 508194 w 591800"/>
                <a:gd name="connsiteY377" fmla="*/ 314752 h 1337698"/>
                <a:gd name="connsiteX378" fmla="*/ 504916 w 591800"/>
                <a:gd name="connsiteY378" fmla="*/ 318031 h 1337698"/>
                <a:gd name="connsiteX379" fmla="*/ 501637 w 591800"/>
                <a:gd name="connsiteY379" fmla="*/ 322949 h 1337698"/>
                <a:gd name="connsiteX380" fmla="*/ 498359 w 591800"/>
                <a:gd name="connsiteY380" fmla="*/ 324588 h 1337698"/>
                <a:gd name="connsiteX381" fmla="*/ 496719 w 591800"/>
                <a:gd name="connsiteY381" fmla="*/ 329507 h 1337698"/>
                <a:gd name="connsiteX382" fmla="*/ 496719 w 591800"/>
                <a:gd name="connsiteY382" fmla="*/ 332785 h 1337698"/>
                <a:gd name="connsiteX383" fmla="*/ 493440 w 591800"/>
                <a:gd name="connsiteY383" fmla="*/ 336064 h 1337698"/>
                <a:gd name="connsiteX384" fmla="*/ 493440 w 591800"/>
                <a:gd name="connsiteY384" fmla="*/ 337703 h 1337698"/>
                <a:gd name="connsiteX385" fmla="*/ 490162 w 591800"/>
                <a:gd name="connsiteY385" fmla="*/ 342621 h 1337698"/>
                <a:gd name="connsiteX386" fmla="*/ 488522 w 591800"/>
                <a:gd name="connsiteY386" fmla="*/ 345900 h 1337698"/>
                <a:gd name="connsiteX387" fmla="*/ 486883 w 591800"/>
                <a:gd name="connsiteY387" fmla="*/ 349179 h 1337698"/>
                <a:gd name="connsiteX388" fmla="*/ 485244 w 591800"/>
                <a:gd name="connsiteY388" fmla="*/ 350818 h 1337698"/>
                <a:gd name="connsiteX389" fmla="*/ 481965 w 591800"/>
                <a:gd name="connsiteY389" fmla="*/ 352457 h 1337698"/>
                <a:gd name="connsiteX390" fmla="*/ 478686 w 591800"/>
                <a:gd name="connsiteY390" fmla="*/ 354097 h 1337698"/>
                <a:gd name="connsiteX391" fmla="*/ 478686 w 591800"/>
                <a:gd name="connsiteY391" fmla="*/ 359015 h 1337698"/>
                <a:gd name="connsiteX392" fmla="*/ 477047 w 591800"/>
                <a:gd name="connsiteY392" fmla="*/ 362294 h 1337698"/>
                <a:gd name="connsiteX393" fmla="*/ 473768 w 591800"/>
                <a:gd name="connsiteY393" fmla="*/ 365572 h 1337698"/>
                <a:gd name="connsiteX394" fmla="*/ 470490 w 591800"/>
                <a:gd name="connsiteY394" fmla="*/ 370490 h 1337698"/>
                <a:gd name="connsiteX395" fmla="*/ 468850 w 591800"/>
                <a:gd name="connsiteY395" fmla="*/ 370490 h 1337698"/>
                <a:gd name="connsiteX396" fmla="*/ 468850 w 591800"/>
                <a:gd name="connsiteY396" fmla="*/ 370490 h 1337698"/>
                <a:gd name="connsiteX397" fmla="*/ 468850 w 591800"/>
                <a:gd name="connsiteY397" fmla="*/ 373769 h 1337698"/>
                <a:gd name="connsiteX398" fmla="*/ 468850 w 591800"/>
                <a:gd name="connsiteY398" fmla="*/ 378687 h 1337698"/>
                <a:gd name="connsiteX399" fmla="*/ 465572 w 591800"/>
                <a:gd name="connsiteY399" fmla="*/ 381965 h 1337698"/>
                <a:gd name="connsiteX400" fmla="*/ 462293 w 591800"/>
                <a:gd name="connsiteY400" fmla="*/ 385244 h 1337698"/>
                <a:gd name="connsiteX401" fmla="*/ 462293 w 591800"/>
                <a:gd name="connsiteY401" fmla="*/ 385244 h 1337698"/>
                <a:gd name="connsiteX402" fmla="*/ 462293 w 591800"/>
                <a:gd name="connsiteY402" fmla="*/ 390162 h 1337698"/>
                <a:gd name="connsiteX403" fmla="*/ 465572 w 591800"/>
                <a:gd name="connsiteY403" fmla="*/ 393441 h 1337698"/>
                <a:gd name="connsiteX404" fmla="*/ 465572 w 591800"/>
                <a:gd name="connsiteY404" fmla="*/ 395080 h 1337698"/>
                <a:gd name="connsiteX405" fmla="*/ 467211 w 591800"/>
                <a:gd name="connsiteY405" fmla="*/ 396719 h 1337698"/>
                <a:gd name="connsiteX406" fmla="*/ 467211 w 591800"/>
                <a:gd name="connsiteY406" fmla="*/ 401637 h 1337698"/>
                <a:gd name="connsiteX407" fmla="*/ 463932 w 591800"/>
                <a:gd name="connsiteY407" fmla="*/ 403277 h 1337698"/>
                <a:gd name="connsiteX408" fmla="*/ 465572 w 591800"/>
                <a:gd name="connsiteY408" fmla="*/ 408195 h 1337698"/>
                <a:gd name="connsiteX409" fmla="*/ 465572 w 591800"/>
                <a:gd name="connsiteY409" fmla="*/ 411474 h 1337698"/>
                <a:gd name="connsiteX410" fmla="*/ 467211 w 591800"/>
                <a:gd name="connsiteY410" fmla="*/ 414752 h 1337698"/>
                <a:gd name="connsiteX411" fmla="*/ 465572 w 591800"/>
                <a:gd name="connsiteY411" fmla="*/ 419670 h 1337698"/>
                <a:gd name="connsiteX412" fmla="*/ 465572 w 591800"/>
                <a:gd name="connsiteY412" fmla="*/ 422949 h 1337698"/>
                <a:gd name="connsiteX413" fmla="*/ 465572 w 591800"/>
                <a:gd name="connsiteY413" fmla="*/ 424588 h 1337698"/>
                <a:gd name="connsiteX414" fmla="*/ 462293 w 591800"/>
                <a:gd name="connsiteY414" fmla="*/ 427867 h 1337698"/>
                <a:gd name="connsiteX415" fmla="*/ 463932 w 591800"/>
                <a:gd name="connsiteY415" fmla="*/ 429506 h 1337698"/>
                <a:gd name="connsiteX416" fmla="*/ 467211 w 591800"/>
                <a:gd name="connsiteY416" fmla="*/ 432785 h 1337698"/>
                <a:gd name="connsiteX417" fmla="*/ 467211 w 591800"/>
                <a:gd name="connsiteY417" fmla="*/ 436064 h 1337698"/>
                <a:gd name="connsiteX418" fmla="*/ 467211 w 591800"/>
                <a:gd name="connsiteY418" fmla="*/ 440981 h 1337698"/>
                <a:gd name="connsiteX419" fmla="*/ 462293 w 591800"/>
                <a:gd name="connsiteY419" fmla="*/ 442621 h 1337698"/>
                <a:gd name="connsiteX420" fmla="*/ 462293 w 591800"/>
                <a:gd name="connsiteY420" fmla="*/ 447539 h 1337698"/>
                <a:gd name="connsiteX421" fmla="*/ 463932 w 591800"/>
                <a:gd name="connsiteY421" fmla="*/ 450818 h 1337698"/>
                <a:gd name="connsiteX422" fmla="*/ 465572 w 591800"/>
                <a:gd name="connsiteY422" fmla="*/ 454096 h 1337698"/>
                <a:gd name="connsiteX423" fmla="*/ 465572 w 591800"/>
                <a:gd name="connsiteY423" fmla="*/ 455735 h 1337698"/>
                <a:gd name="connsiteX424" fmla="*/ 465572 w 591800"/>
                <a:gd name="connsiteY424" fmla="*/ 459014 h 1337698"/>
                <a:gd name="connsiteX425" fmla="*/ 467211 w 591800"/>
                <a:gd name="connsiteY425" fmla="*/ 460654 h 1337698"/>
                <a:gd name="connsiteX426" fmla="*/ 468850 w 591800"/>
                <a:gd name="connsiteY426" fmla="*/ 462293 h 1337698"/>
                <a:gd name="connsiteX427" fmla="*/ 468850 w 591800"/>
                <a:gd name="connsiteY427" fmla="*/ 465572 h 1337698"/>
                <a:gd name="connsiteX428" fmla="*/ 467211 w 591800"/>
                <a:gd name="connsiteY428" fmla="*/ 468850 h 1337698"/>
                <a:gd name="connsiteX429" fmla="*/ 467211 w 591800"/>
                <a:gd name="connsiteY429" fmla="*/ 470489 h 1337698"/>
                <a:gd name="connsiteX430" fmla="*/ 465572 w 591800"/>
                <a:gd name="connsiteY430" fmla="*/ 472129 h 1337698"/>
                <a:gd name="connsiteX431" fmla="*/ 467211 w 591800"/>
                <a:gd name="connsiteY431" fmla="*/ 477047 h 1337698"/>
                <a:gd name="connsiteX432" fmla="*/ 468850 w 591800"/>
                <a:gd name="connsiteY432" fmla="*/ 480325 h 1337698"/>
                <a:gd name="connsiteX433" fmla="*/ 470490 w 591800"/>
                <a:gd name="connsiteY433" fmla="*/ 483604 h 1337698"/>
                <a:gd name="connsiteX434" fmla="*/ 470490 w 591800"/>
                <a:gd name="connsiteY434" fmla="*/ 488522 h 1337698"/>
                <a:gd name="connsiteX435" fmla="*/ 473768 w 591800"/>
                <a:gd name="connsiteY435" fmla="*/ 491801 h 1337698"/>
                <a:gd name="connsiteX436" fmla="*/ 473768 w 591800"/>
                <a:gd name="connsiteY436" fmla="*/ 495079 h 1337698"/>
                <a:gd name="connsiteX437" fmla="*/ 472129 w 591800"/>
                <a:gd name="connsiteY437" fmla="*/ 498358 h 1337698"/>
                <a:gd name="connsiteX438" fmla="*/ 468850 w 591800"/>
                <a:gd name="connsiteY438" fmla="*/ 498358 h 1337698"/>
                <a:gd name="connsiteX439" fmla="*/ 465572 w 591800"/>
                <a:gd name="connsiteY439" fmla="*/ 501637 h 1337698"/>
                <a:gd name="connsiteX440" fmla="*/ 465572 w 591800"/>
                <a:gd name="connsiteY440" fmla="*/ 504916 h 1337698"/>
                <a:gd name="connsiteX441" fmla="*/ 465572 w 591800"/>
                <a:gd name="connsiteY441" fmla="*/ 508194 h 1337698"/>
                <a:gd name="connsiteX442" fmla="*/ 463932 w 591800"/>
                <a:gd name="connsiteY442" fmla="*/ 513112 h 1337698"/>
                <a:gd name="connsiteX443" fmla="*/ 463932 w 591800"/>
                <a:gd name="connsiteY443" fmla="*/ 516391 h 1337698"/>
                <a:gd name="connsiteX444" fmla="*/ 465572 w 591800"/>
                <a:gd name="connsiteY444" fmla="*/ 519669 h 1337698"/>
                <a:gd name="connsiteX445" fmla="*/ 465572 w 591800"/>
                <a:gd name="connsiteY445" fmla="*/ 524588 h 1337698"/>
                <a:gd name="connsiteX446" fmla="*/ 465572 w 591800"/>
                <a:gd name="connsiteY446" fmla="*/ 527866 h 1337698"/>
                <a:gd name="connsiteX447" fmla="*/ 468850 w 591800"/>
                <a:gd name="connsiteY447" fmla="*/ 531145 h 1337698"/>
                <a:gd name="connsiteX448" fmla="*/ 470490 w 591800"/>
                <a:gd name="connsiteY448" fmla="*/ 534424 h 1337698"/>
                <a:gd name="connsiteX449" fmla="*/ 472129 w 591800"/>
                <a:gd name="connsiteY449" fmla="*/ 537702 h 1337698"/>
                <a:gd name="connsiteX450" fmla="*/ 472129 w 591800"/>
                <a:gd name="connsiteY450" fmla="*/ 539342 h 1337698"/>
                <a:gd name="connsiteX451" fmla="*/ 475408 w 591800"/>
                <a:gd name="connsiteY451" fmla="*/ 542621 h 1337698"/>
                <a:gd name="connsiteX452" fmla="*/ 475408 w 591800"/>
                <a:gd name="connsiteY452" fmla="*/ 545899 h 1337698"/>
                <a:gd name="connsiteX453" fmla="*/ 475408 w 591800"/>
                <a:gd name="connsiteY453" fmla="*/ 547538 h 1337698"/>
                <a:gd name="connsiteX454" fmla="*/ 475408 w 591800"/>
                <a:gd name="connsiteY454" fmla="*/ 549178 h 1337698"/>
                <a:gd name="connsiteX455" fmla="*/ 473768 w 591800"/>
                <a:gd name="connsiteY455" fmla="*/ 550817 h 1337698"/>
                <a:gd name="connsiteX456" fmla="*/ 470490 w 591800"/>
                <a:gd name="connsiteY456" fmla="*/ 552456 h 1337698"/>
                <a:gd name="connsiteX457" fmla="*/ 472129 w 591800"/>
                <a:gd name="connsiteY457" fmla="*/ 552456 h 1337698"/>
                <a:gd name="connsiteX458" fmla="*/ 473768 w 591800"/>
                <a:gd name="connsiteY458" fmla="*/ 555735 h 1337698"/>
                <a:gd name="connsiteX459" fmla="*/ 475408 w 591800"/>
                <a:gd name="connsiteY459" fmla="*/ 559014 h 1337698"/>
                <a:gd name="connsiteX460" fmla="*/ 477047 w 591800"/>
                <a:gd name="connsiteY460" fmla="*/ 563932 h 1337698"/>
                <a:gd name="connsiteX461" fmla="*/ 481965 w 591800"/>
                <a:gd name="connsiteY461" fmla="*/ 565571 h 1337698"/>
                <a:gd name="connsiteX462" fmla="*/ 483604 w 591800"/>
                <a:gd name="connsiteY462" fmla="*/ 567211 h 1337698"/>
                <a:gd name="connsiteX463" fmla="*/ 486883 w 591800"/>
                <a:gd name="connsiteY463" fmla="*/ 570489 h 1337698"/>
                <a:gd name="connsiteX464" fmla="*/ 490162 w 591800"/>
                <a:gd name="connsiteY464" fmla="*/ 572128 h 1337698"/>
                <a:gd name="connsiteX465" fmla="*/ 495080 w 591800"/>
                <a:gd name="connsiteY465" fmla="*/ 573768 h 1337698"/>
                <a:gd name="connsiteX466" fmla="*/ 498359 w 591800"/>
                <a:gd name="connsiteY466" fmla="*/ 575407 h 1337698"/>
                <a:gd name="connsiteX467" fmla="*/ 501637 w 591800"/>
                <a:gd name="connsiteY467" fmla="*/ 577046 h 1337698"/>
                <a:gd name="connsiteX468" fmla="*/ 504916 w 591800"/>
                <a:gd name="connsiteY468" fmla="*/ 578686 h 1337698"/>
                <a:gd name="connsiteX469" fmla="*/ 509834 w 591800"/>
                <a:gd name="connsiteY469" fmla="*/ 580325 h 1337698"/>
                <a:gd name="connsiteX470" fmla="*/ 513112 w 591800"/>
                <a:gd name="connsiteY470" fmla="*/ 583604 h 1337698"/>
                <a:gd name="connsiteX471" fmla="*/ 513112 w 591800"/>
                <a:gd name="connsiteY471" fmla="*/ 583604 h 1337698"/>
                <a:gd name="connsiteX472" fmla="*/ 516391 w 591800"/>
                <a:gd name="connsiteY472" fmla="*/ 585243 h 1337698"/>
                <a:gd name="connsiteX473" fmla="*/ 521309 w 591800"/>
                <a:gd name="connsiteY473" fmla="*/ 586882 h 1337698"/>
                <a:gd name="connsiteX474" fmla="*/ 524588 w 591800"/>
                <a:gd name="connsiteY474" fmla="*/ 590161 h 1337698"/>
                <a:gd name="connsiteX475" fmla="*/ 527866 w 591800"/>
                <a:gd name="connsiteY475" fmla="*/ 593440 h 1337698"/>
                <a:gd name="connsiteX476" fmla="*/ 531145 w 591800"/>
                <a:gd name="connsiteY476" fmla="*/ 596718 h 1337698"/>
                <a:gd name="connsiteX477" fmla="*/ 534424 w 591800"/>
                <a:gd name="connsiteY477" fmla="*/ 601636 h 1337698"/>
                <a:gd name="connsiteX478" fmla="*/ 534424 w 591800"/>
                <a:gd name="connsiteY478" fmla="*/ 604915 h 1337698"/>
                <a:gd name="connsiteX479" fmla="*/ 532784 w 591800"/>
                <a:gd name="connsiteY479" fmla="*/ 608194 h 1337698"/>
                <a:gd name="connsiteX480" fmla="*/ 531145 w 591800"/>
                <a:gd name="connsiteY480" fmla="*/ 613112 h 1337698"/>
                <a:gd name="connsiteX481" fmla="*/ 529506 w 591800"/>
                <a:gd name="connsiteY481" fmla="*/ 616391 h 1337698"/>
                <a:gd name="connsiteX482" fmla="*/ 529506 w 591800"/>
                <a:gd name="connsiteY482" fmla="*/ 619669 h 1337698"/>
                <a:gd name="connsiteX483" fmla="*/ 529506 w 591800"/>
                <a:gd name="connsiteY483" fmla="*/ 622948 h 1337698"/>
                <a:gd name="connsiteX484" fmla="*/ 532784 w 591800"/>
                <a:gd name="connsiteY484" fmla="*/ 626226 h 1337698"/>
                <a:gd name="connsiteX485" fmla="*/ 534424 w 591800"/>
                <a:gd name="connsiteY485" fmla="*/ 631145 h 1337698"/>
                <a:gd name="connsiteX486" fmla="*/ 537703 w 591800"/>
                <a:gd name="connsiteY486" fmla="*/ 634423 h 1337698"/>
                <a:gd name="connsiteX487" fmla="*/ 540981 w 591800"/>
                <a:gd name="connsiteY487" fmla="*/ 637702 h 1337698"/>
                <a:gd name="connsiteX488" fmla="*/ 545899 w 591800"/>
                <a:gd name="connsiteY488" fmla="*/ 640981 h 1337698"/>
                <a:gd name="connsiteX489" fmla="*/ 549178 w 591800"/>
                <a:gd name="connsiteY489" fmla="*/ 642620 h 1337698"/>
                <a:gd name="connsiteX490" fmla="*/ 552456 w 591800"/>
                <a:gd name="connsiteY490" fmla="*/ 642620 h 1337698"/>
                <a:gd name="connsiteX491" fmla="*/ 555735 w 591800"/>
                <a:gd name="connsiteY491" fmla="*/ 640981 h 1337698"/>
                <a:gd name="connsiteX492" fmla="*/ 559014 w 591800"/>
                <a:gd name="connsiteY492" fmla="*/ 642620 h 1337698"/>
                <a:gd name="connsiteX493" fmla="*/ 559014 w 591800"/>
                <a:gd name="connsiteY493" fmla="*/ 644259 h 1337698"/>
                <a:gd name="connsiteX494" fmla="*/ 560653 w 591800"/>
                <a:gd name="connsiteY494" fmla="*/ 647538 h 1337698"/>
                <a:gd name="connsiteX495" fmla="*/ 562293 w 591800"/>
                <a:gd name="connsiteY495" fmla="*/ 652456 h 1337698"/>
                <a:gd name="connsiteX496" fmla="*/ 563932 w 591800"/>
                <a:gd name="connsiteY496" fmla="*/ 655735 h 1337698"/>
                <a:gd name="connsiteX497" fmla="*/ 565571 w 591800"/>
                <a:gd name="connsiteY497" fmla="*/ 659013 h 1337698"/>
                <a:gd name="connsiteX498" fmla="*/ 565571 w 591800"/>
                <a:gd name="connsiteY498" fmla="*/ 663931 h 1337698"/>
                <a:gd name="connsiteX499" fmla="*/ 565571 w 591800"/>
                <a:gd name="connsiteY499" fmla="*/ 667210 h 1337698"/>
                <a:gd name="connsiteX500" fmla="*/ 563932 w 591800"/>
                <a:gd name="connsiteY500" fmla="*/ 672128 h 1337698"/>
                <a:gd name="connsiteX501" fmla="*/ 562293 w 591800"/>
                <a:gd name="connsiteY501" fmla="*/ 675406 h 1337698"/>
                <a:gd name="connsiteX502" fmla="*/ 560653 w 591800"/>
                <a:gd name="connsiteY502" fmla="*/ 678685 h 1337698"/>
                <a:gd name="connsiteX503" fmla="*/ 560653 w 591800"/>
                <a:gd name="connsiteY503" fmla="*/ 681964 h 1337698"/>
                <a:gd name="connsiteX504" fmla="*/ 559014 w 591800"/>
                <a:gd name="connsiteY504" fmla="*/ 686882 h 1337698"/>
                <a:gd name="connsiteX505" fmla="*/ 557375 w 591800"/>
                <a:gd name="connsiteY505" fmla="*/ 690161 h 1337698"/>
                <a:gd name="connsiteX506" fmla="*/ 555735 w 591800"/>
                <a:gd name="connsiteY506" fmla="*/ 693439 h 1337698"/>
                <a:gd name="connsiteX507" fmla="*/ 552456 w 591800"/>
                <a:gd name="connsiteY507" fmla="*/ 698358 h 1337698"/>
                <a:gd name="connsiteX508" fmla="*/ 550817 w 591800"/>
                <a:gd name="connsiteY508" fmla="*/ 701636 h 1337698"/>
                <a:gd name="connsiteX509" fmla="*/ 549178 w 591800"/>
                <a:gd name="connsiteY509" fmla="*/ 704915 h 1337698"/>
                <a:gd name="connsiteX510" fmla="*/ 545899 w 591800"/>
                <a:gd name="connsiteY510" fmla="*/ 709833 h 1337698"/>
                <a:gd name="connsiteX511" fmla="*/ 545899 w 591800"/>
                <a:gd name="connsiteY511" fmla="*/ 713111 h 1337698"/>
                <a:gd name="connsiteX512" fmla="*/ 547539 w 591800"/>
                <a:gd name="connsiteY512" fmla="*/ 716390 h 1337698"/>
                <a:gd name="connsiteX513" fmla="*/ 547539 w 591800"/>
                <a:gd name="connsiteY513" fmla="*/ 721308 h 1337698"/>
                <a:gd name="connsiteX514" fmla="*/ 544260 w 591800"/>
                <a:gd name="connsiteY514" fmla="*/ 724587 h 1337698"/>
                <a:gd name="connsiteX515" fmla="*/ 540981 w 591800"/>
                <a:gd name="connsiteY515" fmla="*/ 727865 h 1337698"/>
                <a:gd name="connsiteX516" fmla="*/ 536063 w 591800"/>
                <a:gd name="connsiteY516" fmla="*/ 729505 h 1337698"/>
                <a:gd name="connsiteX517" fmla="*/ 532784 w 591800"/>
                <a:gd name="connsiteY517" fmla="*/ 731144 h 1337698"/>
                <a:gd name="connsiteX518" fmla="*/ 529506 w 591800"/>
                <a:gd name="connsiteY518" fmla="*/ 734423 h 1337698"/>
                <a:gd name="connsiteX519" fmla="*/ 526227 w 591800"/>
                <a:gd name="connsiteY519" fmla="*/ 736062 h 1337698"/>
                <a:gd name="connsiteX520" fmla="*/ 521309 w 591800"/>
                <a:gd name="connsiteY520" fmla="*/ 737702 h 1337698"/>
                <a:gd name="connsiteX521" fmla="*/ 518031 w 591800"/>
                <a:gd name="connsiteY521" fmla="*/ 739341 h 1337698"/>
                <a:gd name="connsiteX522" fmla="*/ 514752 w 591800"/>
                <a:gd name="connsiteY522" fmla="*/ 740980 h 1337698"/>
                <a:gd name="connsiteX523" fmla="*/ 511473 w 591800"/>
                <a:gd name="connsiteY523" fmla="*/ 740980 h 1337698"/>
                <a:gd name="connsiteX524" fmla="*/ 506555 w 591800"/>
                <a:gd name="connsiteY524" fmla="*/ 742619 h 1337698"/>
                <a:gd name="connsiteX525" fmla="*/ 503276 w 591800"/>
                <a:gd name="connsiteY525" fmla="*/ 744259 h 1337698"/>
                <a:gd name="connsiteX526" fmla="*/ 499998 w 591800"/>
                <a:gd name="connsiteY526" fmla="*/ 745898 h 1337698"/>
                <a:gd name="connsiteX527" fmla="*/ 495080 w 591800"/>
                <a:gd name="connsiteY527" fmla="*/ 745898 h 1337698"/>
                <a:gd name="connsiteX528" fmla="*/ 491801 w 591800"/>
                <a:gd name="connsiteY528" fmla="*/ 747538 h 1337698"/>
                <a:gd name="connsiteX529" fmla="*/ 488522 w 591800"/>
                <a:gd name="connsiteY529" fmla="*/ 749177 h 1337698"/>
                <a:gd name="connsiteX530" fmla="*/ 483604 w 591800"/>
                <a:gd name="connsiteY530" fmla="*/ 749177 h 1337698"/>
                <a:gd name="connsiteX531" fmla="*/ 480326 w 591800"/>
                <a:gd name="connsiteY531" fmla="*/ 750816 h 1337698"/>
                <a:gd name="connsiteX532" fmla="*/ 477047 w 591800"/>
                <a:gd name="connsiteY532" fmla="*/ 752455 h 1337698"/>
                <a:gd name="connsiteX533" fmla="*/ 472129 w 591800"/>
                <a:gd name="connsiteY533" fmla="*/ 752455 h 1337698"/>
                <a:gd name="connsiteX534" fmla="*/ 468850 w 591800"/>
                <a:gd name="connsiteY534" fmla="*/ 752455 h 1337698"/>
                <a:gd name="connsiteX535" fmla="*/ 468850 w 591800"/>
                <a:gd name="connsiteY535" fmla="*/ 752455 h 1337698"/>
                <a:gd name="connsiteX536" fmla="*/ 465572 w 591800"/>
                <a:gd name="connsiteY536" fmla="*/ 754095 h 1337698"/>
                <a:gd name="connsiteX537" fmla="*/ 460654 w 591800"/>
                <a:gd name="connsiteY537" fmla="*/ 754095 h 1337698"/>
                <a:gd name="connsiteX538" fmla="*/ 457375 w 591800"/>
                <a:gd name="connsiteY538" fmla="*/ 755734 h 1337698"/>
                <a:gd name="connsiteX539" fmla="*/ 454096 w 591800"/>
                <a:gd name="connsiteY539" fmla="*/ 755734 h 1337698"/>
                <a:gd name="connsiteX540" fmla="*/ 450818 w 591800"/>
                <a:gd name="connsiteY540" fmla="*/ 755734 h 1337698"/>
                <a:gd name="connsiteX541" fmla="*/ 445900 w 591800"/>
                <a:gd name="connsiteY541" fmla="*/ 757373 h 1337698"/>
                <a:gd name="connsiteX542" fmla="*/ 442621 w 591800"/>
                <a:gd name="connsiteY542" fmla="*/ 757373 h 1337698"/>
                <a:gd name="connsiteX543" fmla="*/ 439342 w 591800"/>
                <a:gd name="connsiteY543" fmla="*/ 757373 h 1337698"/>
                <a:gd name="connsiteX544" fmla="*/ 434424 w 591800"/>
                <a:gd name="connsiteY544" fmla="*/ 757373 h 1337698"/>
                <a:gd name="connsiteX545" fmla="*/ 431146 w 591800"/>
                <a:gd name="connsiteY545" fmla="*/ 759013 h 1337698"/>
                <a:gd name="connsiteX546" fmla="*/ 427867 w 591800"/>
                <a:gd name="connsiteY546" fmla="*/ 759013 h 1337698"/>
                <a:gd name="connsiteX547" fmla="*/ 424588 w 591800"/>
                <a:gd name="connsiteY547" fmla="*/ 759013 h 1337698"/>
                <a:gd name="connsiteX548" fmla="*/ 419670 w 591800"/>
                <a:gd name="connsiteY548" fmla="*/ 759013 h 1337698"/>
                <a:gd name="connsiteX549" fmla="*/ 416392 w 591800"/>
                <a:gd name="connsiteY549" fmla="*/ 759013 h 1337698"/>
                <a:gd name="connsiteX550" fmla="*/ 413113 w 591800"/>
                <a:gd name="connsiteY550" fmla="*/ 759013 h 1337698"/>
                <a:gd name="connsiteX551" fmla="*/ 408195 w 591800"/>
                <a:gd name="connsiteY551" fmla="*/ 757373 h 1337698"/>
                <a:gd name="connsiteX552" fmla="*/ 404916 w 591800"/>
                <a:gd name="connsiteY552" fmla="*/ 759013 h 1337698"/>
                <a:gd name="connsiteX553" fmla="*/ 401638 w 591800"/>
                <a:gd name="connsiteY553" fmla="*/ 757373 h 1337698"/>
                <a:gd name="connsiteX554" fmla="*/ 398359 w 591800"/>
                <a:gd name="connsiteY554" fmla="*/ 757373 h 1337698"/>
                <a:gd name="connsiteX555" fmla="*/ 393441 w 591800"/>
                <a:gd name="connsiteY555" fmla="*/ 754095 h 1337698"/>
                <a:gd name="connsiteX556" fmla="*/ 390162 w 591800"/>
                <a:gd name="connsiteY556" fmla="*/ 750816 h 1337698"/>
                <a:gd name="connsiteX557" fmla="*/ 386884 w 591800"/>
                <a:gd name="connsiteY557" fmla="*/ 750816 h 1337698"/>
                <a:gd name="connsiteX558" fmla="*/ 383605 w 591800"/>
                <a:gd name="connsiteY558" fmla="*/ 750816 h 1337698"/>
                <a:gd name="connsiteX559" fmla="*/ 385244 w 591800"/>
                <a:gd name="connsiteY559" fmla="*/ 754095 h 1337698"/>
                <a:gd name="connsiteX560" fmla="*/ 388523 w 591800"/>
                <a:gd name="connsiteY560" fmla="*/ 757373 h 1337698"/>
                <a:gd name="connsiteX561" fmla="*/ 388523 w 591800"/>
                <a:gd name="connsiteY561" fmla="*/ 760652 h 1337698"/>
                <a:gd name="connsiteX562" fmla="*/ 388523 w 591800"/>
                <a:gd name="connsiteY562" fmla="*/ 763931 h 1337698"/>
                <a:gd name="connsiteX563" fmla="*/ 390162 w 591800"/>
                <a:gd name="connsiteY563" fmla="*/ 768849 h 1337698"/>
                <a:gd name="connsiteX564" fmla="*/ 393441 w 591800"/>
                <a:gd name="connsiteY564" fmla="*/ 770488 h 1337698"/>
                <a:gd name="connsiteX565" fmla="*/ 398359 w 591800"/>
                <a:gd name="connsiteY565" fmla="*/ 772128 h 1337698"/>
                <a:gd name="connsiteX566" fmla="*/ 399998 w 591800"/>
                <a:gd name="connsiteY566" fmla="*/ 775406 h 1337698"/>
                <a:gd name="connsiteX567" fmla="*/ 395080 w 591800"/>
                <a:gd name="connsiteY567" fmla="*/ 775406 h 1337698"/>
                <a:gd name="connsiteX568" fmla="*/ 399998 w 591800"/>
                <a:gd name="connsiteY568" fmla="*/ 778685 h 1337698"/>
                <a:gd name="connsiteX569" fmla="*/ 403277 w 591800"/>
                <a:gd name="connsiteY569" fmla="*/ 780324 h 1337698"/>
                <a:gd name="connsiteX570" fmla="*/ 403277 w 591800"/>
                <a:gd name="connsiteY570" fmla="*/ 785242 h 1337698"/>
                <a:gd name="connsiteX571" fmla="*/ 404916 w 591800"/>
                <a:gd name="connsiteY571" fmla="*/ 788521 h 1337698"/>
                <a:gd name="connsiteX572" fmla="*/ 404916 w 591800"/>
                <a:gd name="connsiteY572" fmla="*/ 791799 h 1337698"/>
                <a:gd name="connsiteX573" fmla="*/ 404916 w 591800"/>
                <a:gd name="connsiteY573" fmla="*/ 796718 h 1337698"/>
                <a:gd name="connsiteX574" fmla="*/ 401638 w 591800"/>
                <a:gd name="connsiteY574" fmla="*/ 796718 h 1337698"/>
                <a:gd name="connsiteX575" fmla="*/ 398359 w 591800"/>
                <a:gd name="connsiteY575" fmla="*/ 795078 h 1337698"/>
                <a:gd name="connsiteX576" fmla="*/ 399998 w 591800"/>
                <a:gd name="connsiteY576" fmla="*/ 799996 h 1337698"/>
                <a:gd name="connsiteX577" fmla="*/ 399998 w 591800"/>
                <a:gd name="connsiteY577" fmla="*/ 803275 h 1337698"/>
                <a:gd name="connsiteX578" fmla="*/ 399998 w 591800"/>
                <a:gd name="connsiteY578" fmla="*/ 804914 h 1337698"/>
                <a:gd name="connsiteX579" fmla="*/ 401638 w 591800"/>
                <a:gd name="connsiteY579" fmla="*/ 808193 h 1337698"/>
                <a:gd name="connsiteX580" fmla="*/ 401638 w 591800"/>
                <a:gd name="connsiteY580" fmla="*/ 811472 h 1337698"/>
                <a:gd name="connsiteX581" fmla="*/ 398359 w 591800"/>
                <a:gd name="connsiteY581" fmla="*/ 816389 h 1337698"/>
                <a:gd name="connsiteX582" fmla="*/ 399998 w 591800"/>
                <a:gd name="connsiteY582" fmla="*/ 819668 h 1337698"/>
                <a:gd name="connsiteX583" fmla="*/ 403277 w 591800"/>
                <a:gd name="connsiteY583" fmla="*/ 822947 h 1337698"/>
                <a:gd name="connsiteX584" fmla="*/ 406556 w 591800"/>
                <a:gd name="connsiteY584" fmla="*/ 824586 h 1337698"/>
                <a:gd name="connsiteX585" fmla="*/ 409834 w 591800"/>
                <a:gd name="connsiteY585" fmla="*/ 827865 h 1337698"/>
                <a:gd name="connsiteX586" fmla="*/ 409834 w 591800"/>
                <a:gd name="connsiteY586" fmla="*/ 832783 h 1337698"/>
                <a:gd name="connsiteX587" fmla="*/ 413113 w 591800"/>
                <a:gd name="connsiteY587" fmla="*/ 831143 h 1337698"/>
                <a:gd name="connsiteX588" fmla="*/ 413113 w 591800"/>
                <a:gd name="connsiteY588" fmla="*/ 834422 h 1337698"/>
                <a:gd name="connsiteX589" fmla="*/ 411474 w 591800"/>
                <a:gd name="connsiteY589" fmla="*/ 839340 h 1337698"/>
                <a:gd name="connsiteX590" fmla="*/ 409834 w 591800"/>
                <a:gd name="connsiteY590" fmla="*/ 842619 h 1337698"/>
                <a:gd name="connsiteX591" fmla="*/ 404916 w 591800"/>
                <a:gd name="connsiteY591" fmla="*/ 844258 h 1337698"/>
                <a:gd name="connsiteX592" fmla="*/ 401638 w 591800"/>
                <a:gd name="connsiteY592" fmla="*/ 847537 h 1337698"/>
                <a:gd name="connsiteX593" fmla="*/ 398359 w 591800"/>
                <a:gd name="connsiteY593" fmla="*/ 849176 h 1337698"/>
                <a:gd name="connsiteX594" fmla="*/ 396719 w 591800"/>
                <a:gd name="connsiteY594" fmla="*/ 849176 h 1337698"/>
                <a:gd name="connsiteX595" fmla="*/ 391802 w 591800"/>
                <a:gd name="connsiteY595" fmla="*/ 852455 h 1337698"/>
                <a:gd name="connsiteX596" fmla="*/ 388523 w 591800"/>
                <a:gd name="connsiteY596" fmla="*/ 854095 h 1337698"/>
                <a:gd name="connsiteX597" fmla="*/ 385244 w 591800"/>
                <a:gd name="connsiteY597" fmla="*/ 854095 h 1337698"/>
                <a:gd name="connsiteX598" fmla="*/ 381966 w 591800"/>
                <a:gd name="connsiteY598" fmla="*/ 854095 h 1337698"/>
                <a:gd name="connsiteX599" fmla="*/ 377047 w 591800"/>
                <a:gd name="connsiteY599" fmla="*/ 854095 h 1337698"/>
                <a:gd name="connsiteX600" fmla="*/ 373769 w 591800"/>
                <a:gd name="connsiteY600" fmla="*/ 854095 h 1337698"/>
                <a:gd name="connsiteX601" fmla="*/ 370490 w 591800"/>
                <a:gd name="connsiteY601" fmla="*/ 854095 h 1337698"/>
                <a:gd name="connsiteX602" fmla="*/ 367212 w 591800"/>
                <a:gd name="connsiteY602" fmla="*/ 854095 h 1337698"/>
                <a:gd name="connsiteX603" fmla="*/ 362294 w 591800"/>
                <a:gd name="connsiteY603" fmla="*/ 854095 h 1337698"/>
                <a:gd name="connsiteX604" fmla="*/ 359015 w 591800"/>
                <a:gd name="connsiteY604" fmla="*/ 850816 h 1337698"/>
                <a:gd name="connsiteX605" fmla="*/ 355736 w 591800"/>
                <a:gd name="connsiteY605" fmla="*/ 849176 h 1337698"/>
                <a:gd name="connsiteX606" fmla="*/ 350818 w 591800"/>
                <a:gd name="connsiteY606" fmla="*/ 847537 h 1337698"/>
                <a:gd name="connsiteX607" fmla="*/ 347539 w 591800"/>
                <a:gd name="connsiteY607" fmla="*/ 847537 h 1337698"/>
                <a:gd name="connsiteX608" fmla="*/ 344261 w 591800"/>
                <a:gd name="connsiteY608" fmla="*/ 845898 h 1337698"/>
                <a:gd name="connsiteX609" fmla="*/ 340982 w 591800"/>
                <a:gd name="connsiteY609" fmla="*/ 844258 h 1337698"/>
                <a:gd name="connsiteX610" fmla="*/ 336064 w 591800"/>
                <a:gd name="connsiteY610" fmla="*/ 842619 h 1337698"/>
                <a:gd name="connsiteX611" fmla="*/ 332785 w 591800"/>
                <a:gd name="connsiteY611" fmla="*/ 840980 h 1337698"/>
                <a:gd name="connsiteX612" fmla="*/ 329507 w 591800"/>
                <a:gd name="connsiteY612" fmla="*/ 840980 h 1337698"/>
                <a:gd name="connsiteX613" fmla="*/ 324589 w 591800"/>
                <a:gd name="connsiteY613" fmla="*/ 839340 h 1337698"/>
                <a:gd name="connsiteX614" fmla="*/ 321310 w 591800"/>
                <a:gd name="connsiteY614" fmla="*/ 837701 h 1337698"/>
                <a:gd name="connsiteX615" fmla="*/ 324589 w 591800"/>
                <a:gd name="connsiteY615" fmla="*/ 837701 h 1337698"/>
                <a:gd name="connsiteX616" fmla="*/ 321310 w 591800"/>
                <a:gd name="connsiteY616" fmla="*/ 834422 h 1337698"/>
                <a:gd name="connsiteX617" fmla="*/ 318031 w 591800"/>
                <a:gd name="connsiteY617" fmla="*/ 836062 h 1337698"/>
                <a:gd name="connsiteX618" fmla="*/ 313113 w 591800"/>
                <a:gd name="connsiteY618" fmla="*/ 837701 h 1337698"/>
                <a:gd name="connsiteX619" fmla="*/ 311474 w 591800"/>
                <a:gd name="connsiteY619" fmla="*/ 840980 h 1337698"/>
                <a:gd name="connsiteX620" fmla="*/ 311474 w 591800"/>
                <a:gd name="connsiteY620" fmla="*/ 845898 h 1337698"/>
                <a:gd name="connsiteX621" fmla="*/ 313113 w 591800"/>
                <a:gd name="connsiteY621" fmla="*/ 849176 h 1337698"/>
                <a:gd name="connsiteX622" fmla="*/ 314753 w 591800"/>
                <a:gd name="connsiteY622" fmla="*/ 852455 h 1337698"/>
                <a:gd name="connsiteX623" fmla="*/ 318031 w 591800"/>
                <a:gd name="connsiteY623" fmla="*/ 857373 h 1337698"/>
                <a:gd name="connsiteX624" fmla="*/ 319671 w 591800"/>
                <a:gd name="connsiteY624" fmla="*/ 860652 h 1337698"/>
                <a:gd name="connsiteX625" fmla="*/ 321310 w 591800"/>
                <a:gd name="connsiteY625" fmla="*/ 863930 h 1337698"/>
                <a:gd name="connsiteX626" fmla="*/ 326228 w 591800"/>
                <a:gd name="connsiteY626" fmla="*/ 868848 h 1337698"/>
                <a:gd name="connsiteX627" fmla="*/ 326228 w 591800"/>
                <a:gd name="connsiteY627" fmla="*/ 872127 h 1337698"/>
                <a:gd name="connsiteX628" fmla="*/ 327867 w 591800"/>
                <a:gd name="connsiteY628" fmla="*/ 875406 h 1337698"/>
                <a:gd name="connsiteX629" fmla="*/ 329507 w 591800"/>
                <a:gd name="connsiteY629" fmla="*/ 880324 h 1337698"/>
                <a:gd name="connsiteX630" fmla="*/ 329507 w 591800"/>
                <a:gd name="connsiteY630" fmla="*/ 883602 h 1337698"/>
                <a:gd name="connsiteX631" fmla="*/ 329507 w 591800"/>
                <a:gd name="connsiteY631" fmla="*/ 886881 h 1337698"/>
                <a:gd name="connsiteX632" fmla="*/ 331146 w 591800"/>
                <a:gd name="connsiteY632" fmla="*/ 891799 h 1337698"/>
                <a:gd name="connsiteX633" fmla="*/ 332785 w 591800"/>
                <a:gd name="connsiteY633" fmla="*/ 893439 h 1337698"/>
                <a:gd name="connsiteX634" fmla="*/ 334425 w 591800"/>
                <a:gd name="connsiteY634" fmla="*/ 895078 h 1337698"/>
                <a:gd name="connsiteX635" fmla="*/ 337703 w 591800"/>
                <a:gd name="connsiteY635" fmla="*/ 898356 h 1337698"/>
                <a:gd name="connsiteX636" fmla="*/ 342622 w 591800"/>
                <a:gd name="connsiteY636" fmla="*/ 898356 h 1337698"/>
                <a:gd name="connsiteX637" fmla="*/ 345900 w 591800"/>
                <a:gd name="connsiteY637" fmla="*/ 899996 h 1337698"/>
                <a:gd name="connsiteX638" fmla="*/ 349179 w 591800"/>
                <a:gd name="connsiteY638" fmla="*/ 901635 h 1337698"/>
                <a:gd name="connsiteX639" fmla="*/ 354097 w 591800"/>
                <a:gd name="connsiteY639" fmla="*/ 901635 h 1337698"/>
                <a:gd name="connsiteX640" fmla="*/ 354097 w 591800"/>
                <a:gd name="connsiteY640" fmla="*/ 904914 h 1337698"/>
                <a:gd name="connsiteX641" fmla="*/ 352457 w 591800"/>
                <a:gd name="connsiteY641" fmla="*/ 908192 h 1337698"/>
                <a:gd name="connsiteX642" fmla="*/ 357375 w 591800"/>
                <a:gd name="connsiteY642" fmla="*/ 909832 h 1337698"/>
                <a:gd name="connsiteX643" fmla="*/ 360654 w 591800"/>
                <a:gd name="connsiteY643" fmla="*/ 909832 h 1337698"/>
                <a:gd name="connsiteX644" fmla="*/ 363933 w 591800"/>
                <a:gd name="connsiteY644" fmla="*/ 908192 h 1337698"/>
                <a:gd name="connsiteX645" fmla="*/ 367212 w 591800"/>
                <a:gd name="connsiteY645" fmla="*/ 909832 h 1337698"/>
                <a:gd name="connsiteX646" fmla="*/ 372129 w 591800"/>
                <a:gd name="connsiteY646" fmla="*/ 908192 h 1337698"/>
                <a:gd name="connsiteX647" fmla="*/ 370490 w 591800"/>
                <a:gd name="connsiteY647" fmla="*/ 904914 h 1337698"/>
                <a:gd name="connsiteX648" fmla="*/ 367212 w 591800"/>
                <a:gd name="connsiteY648" fmla="*/ 901635 h 1337698"/>
                <a:gd name="connsiteX649" fmla="*/ 363933 w 591800"/>
                <a:gd name="connsiteY649" fmla="*/ 901635 h 1337698"/>
                <a:gd name="connsiteX650" fmla="*/ 360654 w 591800"/>
                <a:gd name="connsiteY650" fmla="*/ 899996 h 1337698"/>
                <a:gd name="connsiteX651" fmla="*/ 363933 w 591800"/>
                <a:gd name="connsiteY651" fmla="*/ 899996 h 1337698"/>
                <a:gd name="connsiteX652" fmla="*/ 367212 w 591800"/>
                <a:gd name="connsiteY652" fmla="*/ 898356 h 1337698"/>
                <a:gd name="connsiteX653" fmla="*/ 372129 w 591800"/>
                <a:gd name="connsiteY653" fmla="*/ 896717 h 1337698"/>
                <a:gd name="connsiteX654" fmla="*/ 375408 w 591800"/>
                <a:gd name="connsiteY654" fmla="*/ 895078 h 1337698"/>
                <a:gd name="connsiteX655" fmla="*/ 378687 w 591800"/>
                <a:gd name="connsiteY655" fmla="*/ 895078 h 1337698"/>
                <a:gd name="connsiteX656" fmla="*/ 381966 w 591800"/>
                <a:gd name="connsiteY656" fmla="*/ 898356 h 1337698"/>
                <a:gd name="connsiteX657" fmla="*/ 385244 w 591800"/>
                <a:gd name="connsiteY657" fmla="*/ 901635 h 1337698"/>
                <a:gd name="connsiteX658" fmla="*/ 388523 w 591800"/>
                <a:gd name="connsiteY658" fmla="*/ 906553 h 1337698"/>
                <a:gd name="connsiteX659" fmla="*/ 388523 w 591800"/>
                <a:gd name="connsiteY659" fmla="*/ 909832 h 1337698"/>
                <a:gd name="connsiteX660" fmla="*/ 390162 w 591800"/>
                <a:gd name="connsiteY660" fmla="*/ 913110 h 1337698"/>
                <a:gd name="connsiteX661" fmla="*/ 391802 w 591800"/>
                <a:gd name="connsiteY661" fmla="*/ 916389 h 1337698"/>
                <a:gd name="connsiteX662" fmla="*/ 391802 w 591800"/>
                <a:gd name="connsiteY662" fmla="*/ 921307 h 1337698"/>
                <a:gd name="connsiteX663" fmla="*/ 391802 w 591800"/>
                <a:gd name="connsiteY663" fmla="*/ 924586 h 1337698"/>
                <a:gd name="connsiteX664" fmla="*/ 388523 w 591800"/>
                <a:gd name="connsiteY664" fmla="*/ 926225 h 1337698"/>
                <a:gd name="connsiteX665" fmla="*/ 383605 w 591800"/>
                <a:gd name="connsiteY665" fmla="*/ 927865 h 1337698"/>
                <a:gd name="connsiteX666" fmla="*/ 380326 w 591800"/>
                <a:gd name="connsiteY666" fmla="*/ 927865 h 1337698"/>
                <a:gd name="connsiteX667" fmla="*/ 377047 w 591800"/>
                <a:gd name="connsiteY667" fmla="*/ 929504 h 1337698"/>
                <a:gd name="connsiteX668" fmla="*/ 373769 w 591800"/>
                <a:gd name="connsiteY668" fmla="*/ 926225 h 1337698"/>
                <a:gd name="connsiteX669" fmla="*/ 370490 w 591800"/>
                <a:gd name="connsiteY669" fmla="*/ 922946 h 1337698"/>
                <a:gd name="connsiteX670" fmla="*/ 370490 w 591800"/>
                <a:gd name="connsiteY670" fmla="*/ 918029 h 1337698"/>
                <a:gd name="connsiteX671" fmla="*/ 367212 w 591800"/>
                <a:gd name="connsiteY671" fmla="*/ 916389 h 1337698"/>
                <a:gd name="connsiteX672" fmla="*/ 363933 w 591800"/>
                <a:gd name="connsiteY672" fmla="*/ 913110 h 1337698"/>
                <a:gd name="connsiteX673" fmla="*/ 359015 w 591800"/>
                <a:gd name="connsiteY673" fmla="*/ 913110 h 1337698"/>
                <a:gd name="connsiteX674" fmla="*/ 355736 w 591800"/>
                <a:gd name="connsiteY674" fmla="*/ 913110 h 1337698"/>
                <a:gd name="connsiteX675" fmla="*/ 350818 w 591800"/>
                <a:gd name="connsiteY675" fmla="*/ 914750 h 1337698"/>
                <a:gd name="connsiteX676" fmla="*/ 347539 w 591800"/>
                <a:gd name="connsiteY676" fmla="*/ 918029 h 1337698"/>
                <a:gd name="connsiteX677" fmla="*/ 344261 w 591800"/>
                <a:gd name="connsiteY677" fmla="*/ 921307 h 1337698"/>
                <a:gd name="connsiteX678" fmla="*/ 344261 w 591800"/>
                <a:gd name="connsiteY678" fmla="*/ 924586 h 1337698"/>
                <a:gd name="connsiteX679" fmla="*/ 349179 w 591800"/>
                <a:gd name="connsiteY679" fmla="*/ 926225 h 1337698"/>
                <a:gd name="connsiteX680" fmla="*/ 352457 w 591800"/>
                <a:gd name="connsiteY680" fmla="*/ 927865 h 1337698"/>
                <a:gd name="connsiteX681" fmla="*/ 355736 w 591800"/>
                <a:gd name="connsiteY681" fmla="*/ 929504 h 1337698"/>
                <a:gd name="connsiteX682" fmla="*/ 360654 w 591800"/>
                <a:gd name="connsiteY682" fmla="*/ 931143 h 1337698"/>
                <a:gd name="connsiteX683" fmla="*/ 363933 w 591800"/>
                <a:gd name="connsiteY683" fmla="*/ 931143 h 1337698"/>
                <a:gd name="connsiteX684" fmla="*/ 367212 w 591800"/>
                <a:gd name="connsiteY684" fmla="*/ 932782 h 1337698"/>
                <a:gd name="connsiteX685" fmla="*/ 370490 w 591800"/>
                <a:gd name="connsiteY685" fmla="*/ 932782 h 1337698"/>
                <a:gd name="connsiteX686" fmla="*/ 368851 w 591800"/>
                <a:gd name="connsiteY686" fmla="*/ 936061 h 1337698"/>
                <a:gd name="connsiteX687" fmla="*/ 365572 w 591800"/>
                <a:gd name="connsiteY687" fmla="*/ 937700 h 1337698"/>
                <a:gd name="connsiteX688" fmla="*/ 362294 w 591800"/>
                <a:gd name="connsiteY688" fmla="*/ 939340 h 1337698"/>
                <a:gd name="connsiteX689" fmla="*/ 357375 w 591800"/>
                <a:gd name="connsiteY689" fmla="*/ 940979 h 1337698"/>
                <a:gd name="connsiteX690" fmla="*/ 354097 w 591800"/>
                <a:gd name="connsiteY690" fmla="*/ 944258 h 1337698"/>
                <a:gd name="connsiteX691" fmla="*/ 350818 w 591800"/>
                <a:gd name="connsiteY691" fmla="*/ 947536 h 1337698"/>
                <a:gd name="connsiteX692" fmla="*/ 350818 w 591800"/>
                <a:gd name="connsiteY692" fmla="*/ 947536 h 1337698"/>
                <a:gd name="connsiteX693" fmla="*/ 350818 w 591800"/>
                <a:gd name="connsiteY693" fmla="*/ 949176 h 1337698"/>
                <a:gd name="connsiteX694" fmla="*/ 350818 w 591800"/>
                <a:gd name="connsiteY694" fmla="*/ 952455 h 1337698"/>
                <a:gd name="connsiteX695" fmla="*/ 349179 w 591800"/>
                <a:gd name="connsiteY695" fmla="*/ 957373 h 1337698"/>
                <a:gd name="connsiteX696" fmla="*/ 347539 w 591800"/>
                <a:gd name="connsiteY696" fmla="*/ 960651 h 1337698"/>
                <a:gd name="connsiteX697" fmla="*/ 345900 w 591800"/>
                <a:gd name="connsiteY697" fmla="*/ 963930 h 1337698"/>
                <a:gd name="connsiteX698" fmla="*/ 347539 w 591800"/>
                <a:gd name="connsiteY698" fmla="*/ 967209 h 1337698"/>
                <a:gd name="connsiteX699" fmla="*/ 350818 w 591800"/>
                <a:gd name="connsiteY699" fmla="*/ 972126 h 1337698"/>
                <a:gd name="connsiteX700" fmla="*/ 352457 w 591800"/>
                <a:gd name="connsiteY700" fmla="*/ 975405 h 1337698"/>
                <a:gd name="connsiteX701" fmla="*/ 355736 w 591800"/>
                <a:gd name="connsiteY701" fmla="*/ 978684 h 1337698"/>
                <a:gd name="connsiteX702" fmla="*/ 355736 w 591800"/>
                <a:gd name="connsiteY702" fmla="*/ 983602 h 1337698"/>
                <a:gd name="connsiteX703" fmla="*/ 355736 w 591800"/>
                <a:gd name="connsiteY703" fmla="*/ 986880 h 1337698"/>
                <a:gd name="connsiteX704" fmla="*/ 357375 w 591800"/>
                <a:gd name="connsiteY704" fmla="*/ 990159 h 1337698"/>
                <a:gd name="connsiteX705" fmla="*/ 359015 w 591800"/>
                <a:gd name="connsiteY705" fmla="*/ 993438 h 1337698"/>
                <a:gd name="connsiteX706" fmla="*/ 359015 w 591800"/>
                <a:gd name="connsiteY706" fmla="*/ 998356 h 1337698"/>
                <a:gd name="connsiteX707" fmla="*/ 359015 w 591800"/>
                <a:gd name="connsiteY707" fmla="*/ 1001635 h 1337698"/>
                <a:gd name="connsiteX708" fmla="*/ 354097 w 591800"/>
                <a:gd name="connsiteY708" fmla="*/ 1003274 h 1337698"/>
                <a:gd name="connsiteX709" fmla="*/ 350818 w 591800"/>
                <a:gd name="connsiteY709" fmla="*/ 1004913 h 1337698"/>
                <a:gd name="connsiteX710" fmla="*/ 350818 w 591800"/>
                <a:gd name="connsiteY710" fmla="*/ 1009832 h 1337698"/>
                <a:gd name="connsiteX711" fmla="*/ 350818 w 591800"/>
                <a:gd name="connsiteY711" fmla="*/ 1013110 h 1337698"/>
                <a:gd name="connsiteX712" fmla="*/ 354097 w 591800"/>
                <a:gd name="connsiteY712" fmla="*/ 1014749 h 1337698"/>
                <a:gd name="connsiteX713" fmla="*/ 359015 w 591800"/>
                <a:gd name="connsiteY713" fmla="*/ 1018028 h 1337698"/>
                <a:gd name="connsiteX714" fmla="*/ 357375 w 591800"/>
                <a:gd name="connsiteY714" fmla="*/ 1021307 h 1337698"/>
                <a:gd name="connsiteX715" fmla="*/ 357375 w 591800"/>
                <a:gd name="connsiteY715" fmla="*/ 1022946 h 1337698"/>
                <a:gd name="connsiteX716" fmla="*/ 354097 w 591800"/>
                <a:gd name="connsiteY716" fmla="*/ 1021307 h 1337698"/>
                <a:gd name="connsiteX717" fmla="*/ 350818 w 591800"/>
                <a:gd name="connsiteY717" fmla="*/ 1021307 h 1337698"/>
                <a:gd name="connsiteX718" fmla="*/ 347539 w 591800"/>
                <a:gd name="connsiteY718" fmla="*/ 1021307 h 1337698"/>
                <a:gd name="connsiteX719" fmla="*/ 347539 w 591800"/>
                <a:gd name="connsiteY719" fmla="*/ 1021307 h 1337698"/>
                <a:gd name="connsiteX720" fmla="*/ 344261 w 591800"/>
                <a:gd name="connsiteY720" fmla="*/ 1021307 h 1337698"/>
                <a:gd name="connsiteX721" fmla="*/ 342622 w 591800"/>
                <a:gd name="connsiteY721" fmla="*/ 1019667 h 1337698"/>
                <a:gd name="connsiteX722" fmla="*/ 339343 w 591800"/>
                <a:gd name="connsiteY722" fmla="*/ 1019667 h 1337698"/>
                <a:gd name="connsiteX723" fmla="*/ 336064 w 591800"/>
                <a:gd name="connsiteY723" fmla="*/ 1021307 h 1337698"/>
                <a:gd name="connsiteX724" fmla="*/ 334425 w 591800"/>
                <a:gd name="connsiteY724" fmla="*/ 1021307 h 1337698"/>
                <a:gd name="connsiteX725" fmla="*/ 331146 w 591800"/>
                <a:gd name="connsiteY725" fmla="*/ 1022946 h 1337698"/>
                <a:gd name="connsiteX726" fmla="*/ 327867 w 591800"/>
                <a:gd name="connsiteY726" fmla="*/ 1026225 h 1337698"/>
                <a:gd name="connsiteX727" fmla="*/ 327867 w 591800"/>
                <a:gd name="connsiteY727" fmla="*/ 1029503 h 1337698"/>
                <a:gd name="connsiteX728" fmla="*/ 324589 w 591800"/>
                <a:gd name="connsiteY728" fmla="*/ 1029503 h 1337698"/>
                <a:gd name="connsiteX729" fmla="*/ 321310 w 591800"/>
                <a:gd name="connsiteY729" fmla="*/ 1031143 h 1337698"/>
                <a:gd name="connsiteX730" fmla="*/ 318031 w 591800"/>
                <a:gd name="connsiteY730" fmla="*/ 1031143 h 1337698"/>
                <a:gd name="connsiteX731" fmla="*/ 314753 w 591800"/>
                <a:gd name="connsiteY731" fmla="*/ 1034422 h 1337698"/>
                <a:gd name="connsiteX732" fmla="*/ 313113 w 591800"/>
                <a:gd name="connsiteY732" fmla="*/ 1037700 h 1337698"/>
                <a:gd name="connsiteX733" fmla="*/ 311474 w 591800"/>
                <a:gd name="connsiteY733" fmla="*/ 1042618 h 1337698"/>
                <a:gd name="connsiteX734" fmla="*/ 309835 w 591800"/>
                <a:gd name="connsiteY734" fmla="*/ 1045897 h 1337698"/>
                <a:gd name="connsiteX735" fmla="*/ 308195 w 591800"/>
                <a:gd name="connsiteY735" fmla="*/ 1049176 h 1337698"/>
                <a:gd name="connsiteX736" fmla="*/ 308195 w 591800"/>
                <a:gd name="connsiteY736" fmla="*/ 1054093 h 1337698"/>
                <a:gd name="connsiteX737" fmla="*/ 308195 w 591800"/>
                <a:gd name="connsiteY737" fmla="*/ 1057372 h 1337698"/>
                <a:gd name="connsiteX738" fmla="*/ 306556 w 591800"/>
                <a:gd name="connsiteY738" fmla="*/ 1060651 h 1337698"/>
                <a:gd name="connsiteX739" fmla="*/ 304917 w 591800"/>
                <a:gd name="connsiteY739" fmla="*/ 1063929 h 1337698"/>
                <a:gd name="connsiteX740" fmla="*/ 304917 w 591800"/>
                <a:gd name="connsiteY740" fmla="*/ 1065569 h 1337698"/>
                <a:gd name="connsiteX741" fmla="*/ 306556 w 591800"/>
                <a:gd name="connsiteY741" fmla="*/ 1070487 h 1337698"/>
                <a:gd name="connsiteX742" fmla="*/ 308195 w 591800"/>
                <a:gd name="connsiteY742" fmla="*/ 1073766 h 1337698"/>
                <a:gd name="connsiteX743" fmla="*/ 309835 w 591800"/>
                <a:gd name="connsiteY743" fmla="*/ 1077044 h 1337698"/>
                <a:gd name="connsiteX744" fmla="*/ 313113 w 591800"/>
                <a:gd name="connsiteY744" fmla="*/ 1081962 h 1337698"/>
                <a:gd name="connsiteX745" fmla="*/ 316392 w 591800"/>
                <a:gd name="connsiteY745" fmla="*/ 1085241 h 1337698"/>
                <a:gd name="connsiteX746" fmla="*/ 321310 w 591800"/>
                <a:gd name="connsiteY746" fmla="*/ 1088520 h 1337698"/>
                <a:gd name="connsiteX747" fmla="*/ 324589 w 591800"/>
                <a:gd name="connsiteY747" fmla="*/ 1091798 h 1337698"/>
                <a:gd name="connsiteX748" fmla="*/ 327867 w 591800"/>
                <a:gd name="connsiteY748" fmla="*/ 1093437 h 1337698"/>
                <a:gd name="connsiteX749" fmla="*/ 331146 w 591800"/>
                <a:gd name="connsiteY749" fmla="*/ 1095077 h 1337698"/>
                <a:gd name="connsiteX750" fmla="*/ 336064 w 591800"/>
                <a:gd name="connsiteY750" fmla="*/ 1098356 h 1337698"/>
                <a:gd name="connsiteX751" fmla="*/ 339343 w 591800"/>
                <a:gd name="connsiteY751" fmla="*/ 1099995 h 1337698"/>
                <a:gd name="connsiteX752" fmla="*/ 342622 w 591800"/>
                <a:gd name="connsiteY752" fmla="*/ 1103273 h 1337698"/>
                <a:gd name="connsiteX753" fmla="*/ 347539 w 591800"/>
                <a:gd name="connsiteY753" fmla="*/ 1106552 h 1337698"/>
                <a:gd name="connsiteX754" fmla="*/ 350818 w 591800"/>
                <a:gd name="connsiteY754" fmla="*/ 1108192 h 1337698"/>
                <a:gd name="connsiteX755" fmla="*/ 354097 w 591800"/>
                <a:gd name="connsiteY755" fmla="*/ 1109831 h 1337698"/>
                <a:gd name="connsiteX756" fmla="*/ 357375 w 591800"/>
                <a:gd name="connsiteY756" fmla="*/ 1109831 h 1337698"/>
                <a:gd name="connsiteX757" fmla="*/ 362294 w 591800"/>
                <a:gd name="connsiteY757" fmla="*/ 1109831 h 1337698"/>
                <a:gd name="connsiteX758" fmla="*/ 365572 w 591800"/>
                <a:gd name="connsiteY758" fmla="*/ 1111470 h 1337698"/>
                <a:gd name="connsiteX759" fmla="*/ 368851 w 591800"/>
                <a:gd name="connsiteY759" fmla="*/ 1111470 h 1337698"/>
                <a:gd name="connsiteX760" fmla="*/ 373769 w 591800"/>
                <a:gd name="connsiteY760" fmla="*/ 1111470 h 1337698"/>
                <a:gd name="connsiteX761" fmla="*/ 377047 w 591800"/>
                <a:gd name="connsiteY761" fmla="*/ 1109831 h 1337698"/>
                <a:gd name="connsiteX762" fmla="*/ 380326 w 591800"/>
                <a:gd name="connsiteY762" fmla="*/ 1111470 h 1337698"/>
                <a:gd name="connsiteX763" fmla="*/ 385244 w 591800"/>
                <a:gd name="connsiteY763" fmla="*/ 1114749 h 1337698"/>
                <a:gd name="connsiteX764" fmla="*/ 388523 w 591800"/>
                <a:gd name="connsiteY764" fmla="*/ 1118027 h 1337698"/>
                <a:gd name="connsiteX765" fmla="*/ 390162 w 591800"/>
                <a:gd name="connsiteY765" fmla="*/ 1121306 h 1337698"/>
                <a:gd name="connsiteX766" fmla="*/ 391802 w 591800"/>
                <a:gd name="connsiteY766" fmla="*/ 1126224 h 1337698"/>
                <a:gd name="connsiteX767" fmla="*/ 393441 w 591800"/>
                <a:gd name="connsiteY767" fmla="*/ 1129503 h 1337698"/>
                <a:gd name="connsiteX768" fmla="*/ 393441 w 591800"/>
                <a:gd name="connsiteY768" fmla="*/ 1132782 h 1337698"/>
                <a:gd name="connsiteX769" fmla="*/ 393441 w 591800"/>
                <a:gd name="connsiteY769" fmla="*/ 1137700 h 1337698"/>
                <a:gd name="connsiteX770" fmla="*/ 391802 w 591800"/>
                <a:gd name="connsiteY770" fmla="*/ 1140978 h 1337698"/>
                <a:gd name="connsiteX771" fmla="*/ 388523 w 591800"/>
                <a:gd name="connsiteY771" fmla="*/ 1140978 h 1337698"/>
                <a:gd name="connsiteX772" fmla="*/ 385244 w 591800"/>
                <a:gd name="connsiteY772" fmla="*/ 1142617 h 1337698"/>
                <a:gd name="connsiteX773" fmla="*/ 380326 w 591800"/>
                <a:gd name="connsiteY773" fmla="*/ 1144257 h 1337698"/>
                <a:gd name="connsiteX774" fmla="*/ 377047 w 591800"/>
                <a:gd name="connsiteY774" fmla="*/ 1144257 h 1337698"/>
                <a:gd name="connsiteX775" fmla="*/ 380326 w 591800"/>
                <a:gd name="connsiteY775" fmla="*/ 1145896 h 1337698"/>
                <a:gd name="connsiteX776" fmla="*/ 383605 w 591800"/>
                <a:gd name="connsiteY776" fmla="*/ 1144257 h 1337698"/>
                <a:gd name="connsiteX777" fmla="*/ 386884 w 591800"/>
                <a:gd name="connsiteY777" fmla="*/ 1142617 h 1337698"/>
                <a:gd name="connsiteX778" fmla="*/ 391802 w 591800"/>
                <a:gd name="connsiteY778" fmla="*/ 1140978 h 1337698"/>
                <a:gd name="connsiteX779" fmla="*/ 395080 w 591800"/>
                <a:gd name="connsiteY779" fmla="*/ 1145896 h 1337698"/>
                <a:gd name="connsiteX780" fmla="*/ 398359 w 591800"/>
                <a:gd name="connsiteY780" fmla="*/ 1149175 h 1337698"/>
                <a:gd name="connsiteX781" fmla="*/ 395080 w 591800"/>
                <a:gd name="connsiteY781" fmla="*/ 1150814 h 1337698"/>
                <a:gd name="connsiteX782" fmla="*/ 395080 w 591800"/>
                <a:gd name="connsiteY782" fmla="*/ 1154093 h 1337698"/>
                <a:gd name="connsiteX783" fmla="*/ 391802 w 591800"/>
                <a:gd name="connsiteY783" fmla="*/ 1155732 h 1337698"/>
                <a:gd name="connsiteX784" fmla="*/ 390162 w 591800"/>
                <a:gd name="connsiteY784" fmla="*/ 1159011 h 1337698"/>
                <a:gd name="connsiteX785" fmla="*/ 386884 w 591800"/>
                <a:gd name="connsiteY785" fmla="*/ 1162290 h 1337698"/>
                <a:gd name="connsiteX786" fmla="*/ 383605 w 591800"/>
                <a:gd name="connsiteY786" fmla="*/ 1165569 h 1337698"/>
                <a:gd name="connsiteX787" fmla="*/ 380326 w 591800"/>
                <a:gd name="connsiteY787" fmla="*/ 1168847 h 1337698"/>
                <a:gd name="connsiteX788" fmla="*/ 377047 w 591800"/>
                <a:gd name="connsiteY788" fmla="*/ 1172126 h 1337698"/>
                <a:gd name="connsiteX789" fmla="*/ 373769 w 591800"/>
                <a:gd name="connsiteY789" fmla="*/ 1175404 h 1337698"/>
                <a:gd name="connsiteX790" fmla="*/ 368851 w 591800"/>
                <a:gd name="connsiteY790" fmla="*/ 1177044 h 1337698"/>
                <a:gd name="connsiteX791" fmla="*/ 365572 w 591800"/>
                <a:gd name="connsiteY791" fmla="*/ 1180322 h 1337698"/>
                <a:gd name="connsiteX792" fmla="*/ 365572 w 591800"/>
                <a:gd name="connsiteY792" fmla="*/ 1183601 h 1337698"/>
                <a:gd name="connsiteX793" fmla="*/ 362294 w 591800"/>
                <a:gd name="connsiteY793" fmla="*/ 1188519 h 1337698"/>
                <a:gd name="connsiteX794" fmla="*/ 360654 w 591800"/>
                <a:gd name="connsiteY794" fmla="*/ 1191798 h 1337698"/>
                <a:gd name="connsiteX795" fmla="*/ 357375 w 591800"/>
                <a:gd name="connsiteY795" fmla="*/ 1195076 h 1337698"/>
                <a:gd name="connsiteX796" fmla="*/ 357375 w 591800"/>
                <a:gd name="connsiteY796" fmla="*/ 1198355 h 1337698"/>
                <a:gd name="connsiteX797" fmla="*/ 357375 w 591800"/>
                <a:gd name="connsiteY797" fmla="*/ 1201634 h 1337698"/>
                <a:gd name="connsiteX798" fmla="*/ 357375 w 591800"/>
                <a:gd name="connsiteY798" fmla="*/ 1206552 h 1337698"/>
                <a:gd name="connsiteX799" fmla="*/ 354097 w 591800"/>
                <a:gd name="connsiteY799" fmla="*/ 1209830 h 1337698"/>
                <a:gd name="connsiteX800" fmla="*/ 359015 w 591800"/>
                <a:gd name="connsiteY800" fmla="*/ 1209830 h 1337698"/>
                <a:gd name="connsiteX801" fmla="*/ 360654 w 591800"/>
                <a:gd name="connsiteY801" fmla="*/ 1206552 h 1337698"/>
                <a:gd name="connsiteX802" fmla="*/ 360654 w 591800"/>
                <a:gd name="connsiteY802" fmla="*/ 1209830 h 1337698"/>
                <a:gd name="connsiteX803" fmla="*/ 362294 w 591800"/>
                <a:gd name="connsiteY803" fmla="*/ 1213109 h 1337698"/>
                <a:gd name="connsiteX804" fmla="*/ 362294 w 591800"/>
                <a:gd name="connsiteY804" fmla="*/ 1218027 h 1337698"/>
                <a:gd name="connsiteX805" fmla="*/ 363933 w 591800"/>
                <a:gd name="connsiteY805" fmla="*/ 1221306 h 1337698"/>
                <a:gd name="connsiteX806" fmla="*/ 363933 w 591800"/>
                <a:gd name="connsiteY806" fmla="*/ 1224584 h 1337698"/>
                <a:gd name="connsiteX807" fmla="*/ 365572 w 591800"/>
                <a:gd name="connsiteY807" fmla="*/ 1229503 h 1337698"/>
                <a:gd name="connsiteX808" fmla="*/ 365572 w 591800"/>
                <a:gd name="connsiteY808" fmla="*/ 1232781 h 1337698"/>
                <a:gd name="connsiteX809" fmla="*/ 362294 w 591800"/>
                <a:gd name="connsiteY809" fmla="*/ 1236060 h 1337698"/>
                <a:gd name="connsiteX810" fmla="*/ 359015 w 591800"/>
                <a:gd name="connsiteY810" fmla="*/ 1239339 h 1337698"/>
                <a:gd name="connsiteX811" fmla="*/ 355736 w 591800"/>
                <a:gd name="connsiteY811" fmla="*/ 1240978 h 1337698"/>
                <a:gd name="connsiteX812" fmla="*/ 350818 w 591800"/>
                <a:gd name="connsiteY812" fmla="*/ 1240978 h 1337698"/>
                <a:gd name="connsiteX813" fmla="*/ 347539 w 591800"/>
                <a:gd name="connsiteY813" fmla="*/ 1239339 h 1337698"/>
                <a:gd name="connsiteX814" fmla="*/ 344261 w 591800"/>
                <a:gd name="connsiteY814" fmla="*/ 1236060 h 1337698"/>
                <a:gd name="connsiteX815" fmla="*/ 344261 w 591800"/>
                <a:gd name="connsiteY815" fmla="*/ 1236060 h 1337698"/>
                <a:gd name="connsiteX816" fmla="*/ 339343 w 591800"/>
                <a:gd name="connsiteY816" fmla="*/ 1232781 h 1337698"/>
                <a:gd name="connsiteX817" fmla="*/ 336064 w 591800"/>
                <a:gd name="connsiteY817" fmla="*/ 1229503 h 1337698"/>
                <a:gd name="connsiteX818" fmla="*/ 334425 w 591800"/>
                <a:gd name="connsiteY818" fmla="*/ 1226224 h 1337698"/>
                <a:gd name="connsiteX819" fmla="*/ 334425 w 591800"/>
                <a:gd name="connsiteY819" fmla="*/ 1226224 h 1337698"/>
                <a:gd name="connsiteX820" fmla="*/ 331146 w 591800"/>
                <a:gd name="connsiteY820" fmla="*/ 1224584 h 1337698"/>
                <a:gd name="connsiteX821" fmla="*/ 334425 w 591800"/>
                <a:gd name="connsiteY821" fmla="*/ 1226224 h 1337698"/>
                <a:gd name="connsiteX822" fmla="*/ 336064 w 591800"/>
                <a:gd name="connsiteY822" fmla="*/ 1229503 h 1337698"/>
                <a:gd name="connsiteX823" fmla="*/ 337703 w 591800"/>
                <a:gd name="connsiteY823" fmla="*/ 1231142 h 1337698"/>
                <a:gd name="connsiteX824" fmla="*/ 337703 w 591800"/>
                <a:gd name="connsiteY824" fmla="*/ 1234420 h 1337698"/>
                <a:gd name="connsiteX825" fmla="*/ 334425 w 591800"/>
                <a:gd name="connsiteY825" fmla="*/ 1234420 h 1337698"/>
                <a:gd name="connsiteX826" fmla="*/ 331146 w 591800"/>
                <a:gd name="connsiteY826" fmla="*/ 1236060 h 1337698"/>
                <a:gd name="connsiteX827" fmla="*/ 327867 w 591800"/>
                <a:gd name="connsiteY827" fmla="*/ 1236060 h 1337698"/>
                <a:gd name="connsiteX828" fmla="*/ 326228 w 591800"/>
                <a:gd name="connsiteY828" fmla="*/ 1236060 h 1337698"/>
                <a:gd name="connsiteX829" fmla="*/ 326228 w 591800"/>
                <a:gd name="connsiteY829" fmla="*/ 1237699 h 1337698"/>
                <a:gd name="connsiteX830" fmla="*/ 329507 w 591800"/>
                <a:gd name="connsiteY830" fmla="*/ 1236060 h 1337698"/>
                <a:gd name="connsiteX831" fmla="*/ 329507 w 591800"/>
                <a:gd name="connsiteY831" fmla="*/ 1236060 h 1337698"/>
                <a:gd name="connsiteX832" fmla="*/ 331146 w 591800"/>
                <a:gd name="connsiteY832" fmla="*/ 1236060 h 1337698"/>
                <a:gd name="connsiteX833" fmla="*/ 334425 w 591800"/>
                <a:gd name="connsiteY833" fmla="*/ 1236060 h 1337698"/>
                <a:gd name="connsiteX834" fmla="*/ 337703 w 591800"/>
                <a:gd name="connsiteY834" fmla="*/ 1236060 h 1337698"/>
                <a:gd name="connsiteX835" fmla="*/ 340982 w 591800"/>
                <a:gd name="connsiteY835" fmla="*/ 1236060 h 1337698"/>
                <a:gd name="connsiteX836" fmla="*/ 345900 w 591800"/>
                <a:gd name="connsiteY836" fmla="*/ 1240978 h 1337698"/>
                <a:gd name="connsiteX837" fmla="*/ 349179 w 591800"/>
                <a:gd name="connsiteY837" fmla="*/ 1240978 h 1337698"/>
                <a:gd name="connsiteX838" fmla="*/ 347539 w 591800"/>
                <a:gd name="connsiteY838" fmla="*/ 1245896 h 1337698"/>
                <a:gd name="connsiteX839" fmla="*/ 344261 w 591800"/>
                <a:gd name="connsiteY839" fmla="*/ 1247535 h 1337698"/>
                <a:gd name="connsiteX840" fmla="*/ 339343 w 591800"/>
                <a:gd name="connsiteY840" fmla="*/ 1249174 h 1337698"/>
                <a:gd name="connsiteX841" fmla="*/ 336064 w 591800"/>
                <a:gd name="connsiteY841" fmla="*/ 1252453 h 1337698"/>
                <a:gd name="connsiteX842" fmla="*/ 334425 w 591800"/>
                <a:gd name="connsiteY842" fmla="*/ 1255732 h 1337698"/>
                <a:gd name="connsiteX843" fmla="*/ 334425 w 591800"/>
                <a:gd name="connsiteY843" fmla="*/ 1259010 h 1337698"/>
                <a:gd name="connsiteX844" fmla="*/ 334425 w 591800"/>
                <a:gd name="connsiteY844" fmla="*/ 1263929 h 1337698"/>
                <a:gd name="connsiteX845" fmla="*/ 336064 w 591800"/>
                <a:gd name="connsiteY845" fmla="*/ 1267207 h 1337698"/>
                <a:gd name="connsiteX846" fmla="*/ 337703 w 591800"/>
                <a:gd name="connsiteY846" fmla="*/ 1270486 h 1337698"/>
                <a:gd name="connsiteX847" fmla="*/ 337703 w 591800"/>
                <a:gd name="connsiteY847" fmla="*/ 1275404 h 1337698"/>
                <a:gd name="connsiteX848" fmla="*/ 336064 w 591800"/>
                <a:gd name="connsiteY848" fmla="*/ 1278683 h 1337698"/>
                <a:gd name="connsiteX849" fmla="*/ 332785 w 591800"/>
                <a:gd name="connsiteY849" fmla="*/ 1281961 h 1337698"/>
                <a:gd name="connsiteX850" fmla="*/ 334425 w 591800"/>
                <a:gd name="connsiteY850" fmla="*/ 1281961 h 1337698"/>
                <a:gd name="connsiteX851" fmla="*/ 337703 w 591800"/>
                <a:gd name="connsiteY851" fmla="*/ 1278683 h 1337698"/>
                <a:gd name="connsiteX852" fmla="*/ 340982 w 591800"/>
                <a:gd name="connsiteY852" fmla="*/ 1280322 h 1337698"/>
                <a:gd name="connsiteX853" fmla="*/ 342622 w 591800"/>
                <a:gd name="connsiteY853" fmla="*/ 1283600 h 1337698"/>
                <a:gd name="connsiteX854" fmla="*/ 345900 w 591800"/>
                <a:gd name="connsiteY854" fmla="*/ 1288519 h 1337698"/>
                <a:gd name="connsiteX855" fmla="*/ 349179 w 591800"/>
                <a:gd name="connsiteY855" fmla="*/ 1291797 h 1337698"/>
                <a:gd name="connsiteX856" fmla="*/ 352457 w 591800"/>
                <a:gd name="connsiteY856" fmla="*/ 1295076 h 1337698"/>
                <a:gd name="connsiteX857" fmla="*/ 355736 w 591800"/>
                <a:gd name="connsiteY857" fmla="*/ 1299994 h 1337698"/>
                <a:gd name="connsiteX858" fmla="*/ 355736 w 591800"/>
                <a:gd name="connsiteY858" fmla="*/ 1303273 h 1337698"/>
                <a:gd name="connsiteX859" fmla="*/ 352457 w 591800"/>
                <a:gd name="connsiteY859" fmla="*/ 1304912 h 1337698"/>
                <a:gd name="connsiteX860" fmla="*/ 349179 w 591800"/>
                <a:gd name="connsiteY860" fmla="*/ 1303273 h 1337698"/>
                <a:gd name="connsiteX861" fmla="*/ 344261 w 591800"/>
                <a:gd name="connsiteY861" fmla="*/ 1303273 h 1337698"/>
                <a:gd name="connsiteX862" fmla="*/ 340982 w 591800"/>
                <a:gd name="connsiteY862" fmla="*/ 1303273 h 1337698"/>
                <a:gd name="connsiteX863" fmla="*/ 337703 w 591800"/>
                <a:gd name="connsiteY863" fmla="*/ 1304912 h 1337698"/>
                <a:gd name="connsiteX864" fmla="*/ 337703 w 591800"/>
                <a:gd name="connsiteY864" fmla="*/ 1304912 h 1337698"/>
                <a:gd name="connsiteX865" fmla="*/ 340982 w 591800"/>
                <a:gd name="connsiteY865" fmla="*/ 1304912 h 1337698"/>
                <a:gd name="connsiteX866" fmla="*/ 344261 w 591800"/>
                <a:gd name="connsiteY866" fmla="*/ 1304912 h 1337698"/>
                <a:gd name="connsiteX867" fmla="*/ 349179 w 591800"/>
                <a:gd name="connsiteY867" fmla="*/ 1304912 h 1337698"/>
                <a:gd name="connsiteX868" fmla="*/ 352457 w 591800"/>
                <a:gd name="connsiteY868" fmla="*/ 1308191 h 1337698"/>
                <a:gd name="connsiteX869" fmla="*/ 357375 w 591800"/>
                <a:gd name="connsiteY869" fmla="*/ 1304912 h 1337698"/>
                <a:gd name="connsiteX870" fmla="*/ 360654 w 591800"/>
                <a:gd name="connsiteY870" fmla="*/ 1308191 h 1337698"/>
                <a:gd name="connsiteX871" fmla="*/ 363933 w 591800"/>
                <a:gd name="connsiteY871" fmla="*/ 1311469 h 1337698"/>
                <a:gd name="connsiteX872" fmla="*/ 367212 w 591800"/>
                <a:gd name="connsiteY872" fmla="*/ 1314748 h 1337698"/>
                <a:gd name="connsiteX873" fmla="*/ 370490 w 591800"/>
                <a:gd name="connsiteY873" fmla="*/ 1318027 h 1337698"/>
                <a:gd name="connsiteX874" fmla="*/ 375408 w 591800"/>
                <a:gd name="connsiteY874" fmla="*/ 1321306 h 1337698"/>
                <a:gd name="connsiteX875" fmla="*/ 378687 w 591800"/>
                <a:gd name="connsiteY875" fmla="*/ 1324584 h 1337698"/>
                <a:gd name="connsiteX876" fmla="*/ 381966 w 591800"/>
                <a:gd name="connsiteY876" fmla="*/ 1327863 h 1337698"/>
                <a:gd name="connsiteX877" fmla="*/ 385244 w 591800"/>
                <a:gd name="connsiteY877" fmla="*/ 1329502 h 1337698"/>
                <a:gd name="connsiteX878" fmla="*/ 390162 w 591800"/>
                <a:gd name="connsiteY878" fmla="*/ 1332781 h 1337698"/>
                <a:gd name="connsiteX879" fmla="*/ 391802 w 591800"/>
                <a:gd name="connsiteY879" fmla="*/ 1337699 h 1337698"/>
                <a:gd name="connsiteX880" fmla="*/ 391802 w 591800"/>
                <a:gd name="connsiteY880" fmla="*/ 1337699 h 1337698"/>
                <a:gd name="connsiteX881" fmla="*/ 391802 w 591800"/>
                <a:gd name="connsiteY881" fmla="*/ 1337699 h 1337698"/>
                <a:gd name="connsiteX882" fmla="*/ 390162 w 591800"/>
                <a:gd name="connsiteY882" fmla="*/ 1336059 h 1337698"/>
                <a:gd name="connsiteX883" fmla="*/ 390162 w 591800"/>
                <a:gd name="connsiteY883" fmla="*/ 1336059 h 1337698"/>
                <a:gd name="connsiteX884" fmla="*/ 386884 w 591800"/>
                <a:gd name="connsiteY884" fmla="*/ 1334420 h 1337698"/>
                <a:gd name="connsiteX885" fmla="*/ 385244 w 591800"/>
                <a:gd name="connsiteY885" fmla="*/ 1334420 h 1337698"/>
                <a:gd name="connsiteX886" fmla="*/ 381966 w 591800"/>
                <a:gd name="connsiteY886" fmla="*/ 1334420 h 1337698"/>
                <a:gd name="connsiteX887" fmla="*/ 378687 w 591800"/>
                <a:gd name="connsiteY887" fmla="*/ 1332781 h 1337698"/>
                <a:gd name="connsiteX888" fmla="*/ 377047 w 591800"/>
                <a:gd name="connsiteY888" fmla="*/ 1332781 h 1337698"/>
                <a:gd name="connsiteX889" fmla="*/ 373769 w 591800"/>
                <a:gd name="connsiteY889" fmla="*/ 1332781 h 1337698"/>
                <a:gd name="connsiteX890" fmla="*/ 373769 w 591800"/>
                <a:gd name="connsiteY890" fmla="*/ 1332781 h 1337698"/>
                <a:gd name="connsiteX891" fmla="*/ 370490 w 591800"/>
                <a:gd name="connsiteY891" fmla="*/ 1331141 h 1337698"/>
                <a:gd name="connsiteX892" fmla="*/ 367212 w 591800"/>
                <a:gd name="connsiteY892" fmla="*/ 1329502 h 1337698"/>
                <a:gd name="connsiteX893" fmla="*/ 363933 w 591800"/>
                <a:gd name="connsiteY893" fmla="*/ 1329502 h 1337698"/>
                <a:gd name="connsiteX894" fmla="*/ 360654 w 591800"/>
                <a:gd name="connsiteY894" fmla="*/ 1327863 h 1337698"/>
                <a:gd name="connsiteX895" fmla="*/ 357375 w 591800"/>
                <a:gd name="connsiteY895" fmla="*/ 1327863 h 1337698"/>
                <a:gd name="connsiteX896" fmla="*/ 354097 w 591800"/>
                <a:gd name="connsiteY896" fmla="*/ 1327863 h 1337698"/>
                <a:gd name="connsiteX897" fmla="*/ 349179 w 591800"/>
                <a:gd name="connsiteY897" fmla="*/ 1326223 h 1337698"/>
                <a:gd name="connsiteX898" fmla="*/ 347539 w 591800"/>
                <a:gd name="connsiteY898" fmla="*/ 1326223 h 1337698"/>
                <a:gd name="connsiteX899" fmla="*/ 344261 w 591800"/>
                <a:gd name="connsiteY899" fmla="*/ 1324584 h 1337698"/>
                <a:gd name="connsiteX900" fmla="*/ 339343 w 591800"/>
                <a:gd name="connsiteY900" fmla="*/ 1322944 h 1337698"/>
                <a:gd name="connsiteX901" fmla="*/ 336064 w 591800"/>
                <a:gd name="connsiteY901" fmla="*/ 1322944 h 1337698"/>
                <a:gd name="connsiteX902" fmla="*/ 331146 w 591800"/>
                <a:gd name="connsiteY902" fmla="*/ 1321306 h 1337698"/>
                <a:gd name="connsiteX903" fmla="*/ 327867 w 591800"/>
                <a:gd name="connsiteY903" fmla="*/ 1321306 h 1337698"/>
                <a:gd name="connsiteX904" fmla="*/ 324589 w 591800"/>
                <a:gd name="connsiteY904" fmla="*/ 1321306 h 1337698"/>
                <a:gd name="connsiteX905" fmla="*/ 319671 w 591800"/>
                <a:gd name="connsiteY905" fmla="*/ 1321306 h 1337698"/>
                <a:gd name="connsiteX906" fmla="*/ 316392 w 591800"/>
                <a:gd name="connsiteY906" fmla="*/ 1321306 h 1337698"/>
                <a:gd name="connsiteX907" fmla="*/ 311474 w 591800"/>
                <a:gd name="connsiteY907" fmla="*/ 1321306 h 1337698"/>
                <a:gd name="connsiteX908" fmla="*/ 308195 w 591800"/>
                <a:gd name="connsiteY908" fmla="*/ 1321306 h 1337698"/>
                <a:gd name="connsiteX909" fmla="*/ 304917 w 591800"/>
                <a:gd name="connsiteY909" fmla="*/ 1321306 h 1337698"/>
                <a:gd name="connsiteX910" fmla="*/ 299999 w 591800"/>
                <a:gd name="connsiteY910" fmla="*/ 1321306 h 1337698"/>
                <a:gd name="connsiteX911" fmla="*/ 296720 w 591800"/>
                <a:gd name="connsiteY911" fmla="*/ 1321306 h 1337698"/>
                <a:gd name="connsiteX912" fmla="*/ 291802 w 591800"/>
                <a:gd name="connsiteY912" fmla="*/ 1321306 h 1337698"/>
                <a:gd name="connsiteX913" fmla="*/ 288523 w 591800"/>
                <a:gd name="connsiteY913" fmla="*/ 1321306 h 1337698"/>
                <a:gd name="connsiteX914" fmla="*/ 288523 w 591800"/>
                <a:gd name="connsiteY914" fmla="*/ 1321306 h 1337698"/>
                <a:gd name="connsiteX915" fmla="*/ 283605 w 591800"/>
                <a:gd name="connsiteY915" fmla="*/ 1321306 h 1337698"/>
                <a:gd name="connsiteX916" fmla="*/ 280327 w 591800"/>
                <a:gd name="connsiteY916" fmla="*/ 1321306 h 1337698"/>
                <a:gd name="connsiteX917" fmla="*/ 277048 w 591800"/>
                <a:gd name="connsiteY917" fmla="*/ 1321306 h 1337698"/>
                <a:gd name="connsiteX918" fmla="*/ 273769 w 591800"/>
                <a:gd name="connsiteY918" fmla="*/ 1321306 h 1337698"/>
                <a:gd name="connsiteX919" fmla="*/ 268851 w 591800"/>
                <a:gd name="connsiteY919" fmla="*/ 1321306 h 1337698"/>
                <a:gd name="connsiteX920" fmla="*/ 267212 w 591800"/>
                <a:gd name="connsiteY920" fmla="*/ 1319666 h 1337698"/>
                <a:gd name="connsiteX921" fmla="*/ 265573 w 591800"/>
                <a:gd name="connsiteY921" fmla="*/ 1316387 h 1337698"/>
                <a:gd name="connsiteX922" fmla="*/ 262294 w 591800"/>
                <a:gd name="connsiteY922" fmla="*/ 1313109 h 1337698"/>
                <a:gd name="connsiteX923" fmla="*/ 257376 w 591800"/>
                <a:gd name="connsiteY923" fmla="*/ 1311469 h 1337698"/>
                <a:gd name="connsiteX924" fmla="*/ 254097 w 591800"/>
                <a:gd name="connsiteY924" fmla="*/ 1309830 h 1337698"/>
                <a:gd name="connsiteX925" fmla="*/ 250819 w 591800"/>
                <a:gd name="connsiteY925" fmla="*/ 1308191 h 1337698"/>
                <a:gd name="connsiteX926" fmla="*/ 249179 w 591800"/>
                <a:gd name="connsiteY926" fmla="*/ 1308191 h 1337698"/>
                <a:gd name="connsiteX927" fmla="*/ 245901 w 591800"/>
                <a:gd name="connsiteY927" fmla="*/ 1303273 h 1337698"/>
                <a:gd name="connsiteX928" fmla="*/ 242622 w 591800"/>
                <a:gd name="connsiteY928" fmla="*/ 1303273 h 1337698"/>
                <a:gd name="connsiteX929" fmla="*/ 244261 w 591800"/>
                <a:gd name="connsiteY929" fmla="*/ 1298354 h 1337698"/>
                <a:gd name="connsiteX930" fmla="*/ 242622 w 591800"/>
                <a:gd name="connsiteY930" fmla="*/ 1295076 h 1337698"/>
                <a:gd name="connsiteX931" fmla="*/ 240982 w 591800"/>
                <a:gd name="connsiteY931" fmla="*/ 1291797 h 1337698"/>
                <a:gd name="connsiteX932" fmla="*/ 242622 w 591800"/>
                <a:gd name="connsiteY932" fmla="*/ 1290158 h 1337698"/>
                <a:gd name="connsiteX933" fmla="*/ 239343 w 591800"/>
                <a:gd name="connsiteY933" fmla="*/ 1286879 h 1337698"/>
                <a:gd name="connsiteX934" fmla="*/ 236065 w 591800"/>
                <a:gd name="connsiteY934" fmla="*/ 1285240 h 1337698"/>
                <a:gd name="connsiteX935" fmla="*/ 234425 w 591800"/>
                <a:gd name="connsiteY935" fmla="*/ 1281961 h 1337698"/>
                <a:gd name="connsiteX936" fmla="*/ 236065 w 591800"/>
                <a:gd name="connsiteY936" fmla="*/ 1278683 h 1337698"/>
                <a:gd name="connsiteX937" fmla="*/ 234425 w 591800"/>
                <a:gd name="connsiteY937" fmla="*/ 1273764 h 1337698"/>
                <a:gd name="connsiteX938" fmla="*/ 231147 w 591800"/>
                <a:gd name="connsiteY938" fmla="*/ 1270486 h 1337698"/>
                <a:gd name="connsiteX939" fmla="*/ 229507 w 591800"/>
                <a:gd name="connsiteY939" fmla="*/ 1265568 h 1337698"/>
                <a:gd name="connsiteX940" fmla="*/ 227868 w 591800"/>
                <a:gd name="connsiteY940" fmla="*/ 1263929 h 1337698"/>
                <a:gd name="connsiteX941" fmla="*/ 222950 w 591800"/>
                <a:gd name="connsiteY941" fmla="*/ 1262289 h 1337698"/>
                <a:gd name="connsiteX942" fmla="*/ 219671 w 591800"/>
                <a:gd name="connsiteY942" fmla="*/ 1263929 h 1337698"/>
                <a:gd name="connsiteX943" fmla="*/ 214753 w 591800"/>
                <a:gd name="connsiteY943" fmla="*/ 1263929 h 1337698"/>
                <a:gd name="connsiteX944" fmla="*/ 211475 w 591800"/>
                <a:gd name="connsiteY944" fmla="*/ 1263929 h 1337698"/>
                <a:gd name="connsiteX945" fmla="*/ 208196 w 591800"/>
                <a:gd name="connsiteY945" fmla="*/ 1265568 h 1337698"/>
                <a:gd name="connsiteX946" fmla="*/ 204917 w 591800"/>
                <a:gd name="connsiteY946" fmla="*/ 1268847 h 1337698"/>
                <a:gd name="connsiteX947" fmla="*/ 199999 w 591800"/>
                <a:gd name="connsiteY947" fmla="*/ 1267207 h 1337698"/>
                <a:gd name="connsiteX948" fmla="*/ 198360 w 591800"/>
                <a:gd name="connsiteY948" fmla="*/ 1263929 h 1337698"/>
                <a:gd name="connsiteX949" fmla="*/ 195081 w 591800"/>
                <a:gd name="connsiteY949" fmla="*/ 1260650 h 1337698"/>
                <a:gd name="connsiteX950" fmla="*/ 193442 w 591800"/>
                <a:gd name="connsiteY950" fmla="*/ 1255732 h 1337698"/>
                <a:gd name="connsiteX951" fmla="*/ 191802 w 591800"/>
                <a:gd name="connsiteY951" fmla="*/ 1252453 h 1337698"/>
                <a:gd name="connsiteX952" fmla="*/ 188524 w 591800"/>
                <a:gd name="connsiteY952" fmla="*/ 1249174 h 1337698"/>
                <a:gd name="connsiteX953" fmla="*/ 183606 w 591800"/>
                <a:gd name="connsiteY953" fmla="*/ 1245896 h 1337698"/>
                <a:gd name="connsiteX954" fmla="*/ 180327 w 591800"/>
                <a:gd name="connsiteY954" fmla="*/ 1244256 h 1337698"/>
                <a:gd name="connsiteX955" fmla="*/ 177048 w 591800"/>
                <a:gd name="connsiteY955" fmla="*/ 1240978 h 1337698"/>
                <a:gd name="connsiteX956" fmla="*/ 177048 w 591800"/>
                <a:gd name="connsiteY956" fmla="*/ 1236060 h 1337698"/>
                <a:gd name="connsiteX957" fmla="*/ 175409 w 591800"/>
                <a:gd name="connsiteY957" fmla="*/ 1236060 h 1337698"/>
                <a:gd name="connsiteX958" fmla="*/ 172130 w 591800"/>
                <a:gd name="connsiteY958" fmla="*/ 1232781 h 1337698"/>
                <a:gd name="connsiteX959" fmla="*/ 172130 w 591800"/>
                <a:gd name="connsiteY959" fmla="*/ 1229503 h 1337698"/>
                <a:gd name="connsiteX960" fmla="*/ 172130 w 591800"/>
                <a:gd name="connsiteY960" fmla="*/ 1226224 h 1337698"/>
                <a:gd name="connsiteX961" fmla="*/ 168852 w 591800"/>
                <a:gd name="connsiteY961" fmla="*/ 1221306 h 1337698"/>
                <a:gd name="connsiteX962" fmla="*/ 165573 w 591800"/>
                <a:gd name="connsiteY962" fmla="*/ 1218027 h 1337698"/>
                <a:gd name="connsiteX963" fmla="*/ 165573 w 591800"/>
                <a:gd name="connsiteY963" fmla="*/ 1214749 h 1337698"/>
                <a:gd name="connsiteX964" fmla="*/ 165573 w 591800"/>
                <a:gd name="connsiteY964" fmla="*/ 1211470 h 1337698"/>
                <a:gd name="connsiteX965" fmla="*/ 165573 w 591800"/>
                <a:gd name="connsiteY965" fmla="*/ 1206552 h 1337698"/>
                <a:gd name="connsiteX966" fmla="*/ 168852 w 591800"/>
                <a:gd name="connsiteY966" fmla="*/ 1206552 h 1337698"/>
                <a:gd name="connsiteX967" fmla="*/ 172130 w 591800"/>
                <a:gd name="connsiteY967" fmla="*/ 1204913 h 1337698"/>
                <a:gd name="connsiteX968" fmla="*/ 172130 w 591800"/>
                <a:gd name="connsiteY968" fmla="*/ 1203273 h 1337698"/>
                <a:gd name="connsiteX969" fmla="*/ 173770 w 591800"/>
                <a:gd name="connsiteY969" fmla="*/ 1199994 h 1337698"/>
                <a:gd name="connsiteX970" fmla="*/ 172130 w 591800"/>
                <a:gd name="connsiteY970" fmla="*/ 1195076 h 1337698"/>
                <a:gd name="connsiteX971" fmla="*/ 173770 w 591800"/>
                <a:gd name="connsiteY971" fmla="*/ 1191798 h 1337698"/>
                <a:gd name="connsiteX972" fmla="*/ 178688 w 591800"/>
                <a:gd name="connsiteY972" fmla="*/ 1191798 h 1337698"/>
                <a:gd name="connsiteX973" fmla="*/ 181966 w 591800"/>
                <a:gd name="connsiteY973" fmla="*/ 1188519 h 1337698"/>
                <a:gd name="connsiteX974" fmla="*/ 183606 w 591800"/>
                <a:gd name="connsiteY974" fmla="*/ 1186880 h 1337698"/>
                <a:gd name="connsiteX975" fmla="*/ 183606 w 591800"/>
                <a:gd name="connsiteY975" fmla="*/ 1181962 h 1337698"/>
                <a:gd name="connsiteX976" fmla="*/ 181966 w 591800"/>
                <a:gd name="connsiteY976" fmla="*/ 1178683 h 1337698"/>
                <a:gd name="connsiteX977" fmla="*/ 180327 w 591800"/>
                <a:gd name="connsiteY977" fmla="*/ 1175404 h 1337698"/>
                <a:gd name="connsiteX978" fmla="*/ 177048 w 591800"/>
                <a:gd name="connsiteY978" fmla="*/ 1172126 h 1337698"/>
                <a:gd name="connsiteX979" fmla="*/ 178688 w 591800"/>
                <a:gd name="connsiteY979" fmla="*/ 1170486 h 1337698"/>
                <a:gd name="connsiteX980" fmla="*/ 181966 w 591800"/>
                <a:gd name="connsiteY980" fmla="*/ 1168847 h 1337698"/>
                <a:gd name="connsiteX981" fmla="*/ 185245 w 591800"/>
                <a:gd name="connsiteY981" fmla="*/ 1163929 h 1337698"/>
                <a:gd name="connsiteX982" fmla="*/ 183606 w 591800"/>
                <a:gd name="connsiteY982" fmla="*/ 1160650 h 1337698"/>
                <a:gd name="connsiteX983" fmla="*/ 180327 w 591800"/>
                <a:gd name="connsiteY983" fmla="*/ 1157372 h 1337698"/>
                <a:gd name="connsiteX984" fmla="*/ 177048 w 591800"/>
                <a:gd name="connsiteY984" fmla="*/ 1152454 h 1337698"/>
                <a:gd name="connsiteX985" fmla="*/ 173770 w 591800"/>
                <a:gd name="connsiteY985" fmla="*/ 1150814 h 1337698"/>
                <a:gd name="connsiteX986" fmla="*/ 170491 w 591800"/>
                <a:gd name="connsiteY986" fmla="*/ 1149175 h 1337698"/>
                <a:gd name="connsiteX987" fmla="*/ 170491 w 591800"/>
                <a:gd name="connsiteY987" fmla="*/ 1144257 h 1337698"/>
                <a:gd name="connsiteX988" fmla="*/ 168852 w 591800"/>
                <a:gd name="connsiteY988" fmla="*/ 1140978 h 1337698"/>
                <a:gd name="connsiteX989" fmla="*/ 170491 w 591800"/>
                <a:gd name="connsiteY989" fmla="*/ 1136060 h 1337698"/>
                <a:gd name="connsiteX990" fmla="*/ 170491 w 591800"/>
                <a:gd name="connsiteY990" fmla="*/ 1132782 h 1337698"/>
                <a:gd name="connsiteX991" fmla="*/ 168852 w 591800"/>
                <a:gd name="connsiteY991" fmla="*/ 1129503 h 1337698"/>
                <a:gd name="connsiteX992" fmla="*/ 168852 w 591800"/>
                <a:gd name="connsiteY992" fmla="*/ 1124585 h 1337698"/>
                <a:gd name="connsiteX993" fmla="*/ 173770 w 591800"/>
                <a:gd name="connsiteY993" fmla="*/ 1124585 h 1337698"/>
                <a:gd name="connsiteX994" fmla="*/ 175409 w 591800"/>
                <a:gd name="connsiteY994" fmla="*/ 1121306 h 1337698"/>
                <a:gd name="connsiteX995" fmla="*/ 175409 w 591800"/>
                <a:gd name="connsiteY995" fmla="*/ 1119667 h 1337698"/>
                <a:gd name="connsiteX996" fmla="*/ 175409 w 591800"/>
                <a:gd name="connsiteY996" fmla="*/ 1116388 h 1337698"/>
                <a:gd name="connsiteX997" fmla="*/ 180327 w 591800"/>
                <a:gd name="connsiteY997" fmla="*/ 1116388 h 1337698"/>
                <a:gd name="connsiteX998" fmla="*/ 180327 w 591800"/>
                <a:gd name="connsiteY998" fmla="*/ 1116388 h 1337698"/>
                <a:gd name="connsiteX999" fmla="*/ 177048 w 591800"/>
                <a:gd name="connsiteY999" fmla="*/ 1111470 h 1337698"/>
                <a:gd name="connsiteX1000" fmla="*/ 172130 w 591800"/>
                <a:gd name="connsiteY1000" fmla="*/ 1109831 h 1337698"/>
                <a:gd name="connsiteX1001" fmla="*/ 173770 w 591800"/>
                <a:gd name="connsiteY1001" fmla="*/ 1106552 h 1337698"/>
                <a:gd name="connsiteX1002" fmla="*/ 170491 w 591800"/>
                <a:gd name="connsiteY1002" fmla="*/ 1103273 h 1337698"/>
                <a:gd name="connsiteX1003" fmla="*/ 170491 w 591800"/>
                <a:gd name="connsiteY1003" fmla="*/ 1098356 h 1337698"/>
                <a:gd name="connsiteX1004" fmla="*/ 173770 w 591800"/>
                <a:gd name="connsiteY1004" fmla="*/ 1096716 h 1337698"/>
                <a:gd name="connsiteX1005" fmla="*/ 177048 w 591800"/>
                <a:gd name="connsiteY1005" fmla="*/ 1091798 h 1337698"/>
                <a:gd name="connsiteX1006" fmla="*/ 173770 w 591800"/>
                <a:gd name="connsiteY1006" fmla="*/ 1088520 h 1337698"/>
                <a:gd name="connsiteX1007" fmla="*/ 173770 w 591800"/>
                <a:gd name="connsiteY1007" fmla="*/ 1086880 h 1337698"/>
                <a:gd name="connsiteX1008" fmla="*/ 173770 w 591800"/>
                <a:gd name="connsiteY1008" fmla="*/ 1086880 h 1337698"/>
                <a:gd name="connsiteX1009" fmla="*/ 170491 w 591800"/>
                <a:gd name="connsiteY1009" fmla="*/ 1083602 h 1337698"/>
                <a:gd name="connsiteX1010" fmla="*/ 168852 w 591800"/>
                <a:gd name="connsiteY1010" fmla="*/ 1078683 h 1337698"/>
                <a:gd name="connsiteX1011" fmla="*/ 167212 w 591800"/>
                <a:gd name="connsiteY1011" fmla="*/ 1077044 h 1337698"/>
                <a:gd name="connsiteX1012" fmla="*/ 167212 w 591800"/>
                <a:gd name="connsiteY1012" fmla="*/ 1077044 h 1337698"/>
                <a:gd name="connsiteX1013" fmla="*/ 163934 w 591800"/>
                <a:gd name="connsiteY1013" fmla="*/ 1073766 h 1337698"/>
                <a:gd name="connsiteX1014" fmla="*/ 160655 w 591800"/>
                <a:gd name="connsiteY1014" fmla="*/ 1070487 h 1337698"/>
                <a:gd name="connsiteX1015" fmla="*/ 163934 w 591800"/>
                <a:gd name="connsiteY1015" fmla="*/ 1068847 h 1337698"/>
                <a:gd name="connsiteX1016" fmla="*/ 165573 w 591800"/>
                <a:gd name="connsiteY1016" fmla="*/ 1065569 h 1337698"/>
                <a:gd name="connsiteX1017" fmla="*/ 165573 w 591800"/>
                <a:gd name="connsiteY1017" fmla="*/ 1063929 h 1337698"/>
                <a:gd name="connsiteX1018" fmla="*/ 165573 w 591800"/>
                <a:gd name="connsiteY1018" fmla="*/ 1062290 h 1337698"/>
                <a:gd name="connsiteX1019" fmla="*/ 163934 w 591800"/>
                <a:gd name="connsiteY1019" fmla="*/ 1060651 h 1337698"/>
                <a:gd name="connsiteX1020" fmla="*/ 163934 w 591800"/>
                <a:gd name="connsiteY1020" fmla="*/ 1059012 h 1337698"/>
                <a:gd name="connsiteX1021" fmla="*/ 159016 w 591800"/>
                <a:gd name="connsiteY1021" fmla="*/ 1057372 h 1337698"/>
                <a:gd name="connsiteX1022" fmla="*/ 159016 w 591800"/>
                <a:gd name="connsiteY1022" fmla="*/ 1055733 h 1337698"/>
                <a:gd name="connsiteX1023" fmla="*/ 155737 w 591800"/>
                <a:gd name="connsiteY1023" fmla="*/ 1050815 h 1337698"/>
                <a:gd name="connsiteX1024" fmla="*/ 155737 w 591800"/>
                <a:gd name="connsiteY1024" fmla="*/ 1047536 h 1337698"/>
                <a:gd name="connsiteX1025" fmla="*/ 157376 w 591800"/>
                <a:gd name="connsiteY1025" fmla="*/ 1044257 h 1337698"/>
                <a:gd name="connsiteX1026" fmla="*/ 160655 w 591800"/>
                <a:gd name="connsiteY1026" fmla="*/ 1044257 h 1337698"/>
                <a:gd name="connsiteX1027" fmla="*/ 162294 w 591800"/>
                <a:gd name="connsiteY1027" fmla="*/ 1042618 h 1337698"/>
                <a:gd name="connsiteX1028" fmla="*/ 162294 w 591800"/>
                <a:gd name="connsiteY1028" fmla="*/ 1037700 h 1337698"/>
                <a:gd name="connsiteX1029" fmla="*/ 165573 w 591800"/>
                <a:gd name="connsiteY1029" fmla="*/ 1034422 h 1337698"/>
                <a:gd name="connsiteX1030" fmla="*/ 162294 w 591800"/>
                <a:gd name="connsiteY1030" fmla="*/ 1031143 h 1337698"/>
                <a:gd name="connsiteX1031" fmla="*/ 159016 w 591800"/>
                <a:gd name="connsiteY1031" fmla="*/ 1027864 h 1337698"/>
                <a:gd name="connsiteX1032" fmla="*/ 155737 w 591800"/>
                <a:gd name="connsiteY1032" fmla="*/ 1024585 h 1337698"/>
                <a:gd name="connsiteX1033" fmla="*/ 152458 w 591800"/>
                <a:gd name="connsiteY1033" fmla="*/ 1021307 h 1337698"/>
                <a:gd name="connsiteX1034" fmla="*/ 150819 w 591800"/>
                <a:gd name="connsiteY1034" fmla="*/ 1019667 h 1337698"/>
                <a:gd name="connsiteX1035" fmla="*/ 147540 w 591800"/>
                <a:gd name="connsiteY1035" fmla="*/ 1019667 h 1337698"/>
                <a:gd name="connsiteX1036" fmla="*/ 142622 w 591800"/>
                <a:gd name="connsiteY1036" fmla="*/ 1018028 h 1337698"/>
                <a:gd name="connsiteX1037" fmla="*/ 139344 w 591800"/>
                <a:gd name="connsiteY1037" fmla="*/ 1018028 h 1337698"/>
                <a:gd name="connsiteX1038" fmla="*/ 136065 w 591800"/>
                <a:gd name="connsiteY1038" fmla="*/ 1018028 h 1337698"/>
                <a:gd name="connsiteX1039" fmla="*/ 131147 w 591800"/>
                <a:gd name="connsiteY1039" fmla="*/ 1014749 h 1337698"/>
                <a:gd name="connsiteX1040" fmla="*/ 132786 w 591800"/>
                <a:gd name="connsiteY1040" fmla="*/ 1011470 h 1337698"/>
                <a:gd name="connsiteX1041" fmla="*/ 136065 w 591800"/>
                <a:gd name="connsiteY1041" fmla="*/ 1011470 h 1337698"/>
                <a:gd name="connsiteX1042" fmla="*/ 139344 w 591800"/>
                <a:gd name="connsiteY1042" fmla="*/ 1009832 h 1337698"/>
                <a:gd name="connsiteX1043" fmla="*/ 144262 w 591800"/>
                <a:gd name="connsiteY1043" fmla="*/ 1011470 h 1337698"/>
                <a:gd name="connsiteX1044" fmla="*/ 147540 w 591800"/>
                <a:gd name="connsiteY1044" fmla="*/ 1011470 h 1337698"/>
                <a:gd name="connsiteX1045" fmla="*/ 150819 w 591800"/>
                <a:gd name="connsiteY1045" fmla="*/ 1011470 h 1337698"/>
                <a:gd name="connsiteX1046" fmla="*/ 155737 w 591800"/>
                <a:gd name="connsiteY1046" fmla="*/ 1013110 h 1337698"/>
                <a:gd name="connsiteX1047" fmla="*/ 159016 w 591800"/>
                <a:gd name="connsiteY1047" fmla="*/ 1009832 h 1337698"/>
                <a:gd name="connsiteX1048" fmla="*/ 157376 w 591800"/>
                <a:gd name="connsiteY1048" fmla="*/ 1004913 h 1337698"/>
                <a:gd name="connsiteX1049" fmla="*/ 159016 w 591800"/>
                <a:gd name="connsiteY1049" fmla="*/ 1001635 h 1337698"/>
                <a:gd name="connsiteX1050" fmla="*/ 157376 w 591800"/>
                <a:gd name="connsiteY1050" fmla="*/ 999995 h 1337698"/>
                <a:gd name="connsiteX1051" fmla="*/ 154098 w 591800"/>
                <a:gd name="connsiteY1051" fmla="*/ 996717 h 1337698"/>
                <a:gd name="connsiteX1052" fmla="*/ 150819 w 591800"/>
                <a:gd name="connsiteY1052" fmla="*/ 996717 h 1337698"/>
                <a:gd name="connsiteX1053" fmla="*/ 147540 w 591800"/>
                <a:gd name="connsiteY1053" fmla="*/ 995077 h 1337698"/>
                <a:gd name="connsiteX1054" fmla="*/ 142622 w 591800"/>
                <a:gd name="connsiteY1054" fmla="*/ 995077 h 1337698"/>
                <a:gd name="connsiteX1055" fmla="*/ 139344 w 591800"/>
                <a:gd name="connsiteY1055" fmla="*/ 995077 h 1337698"/>
                <a:gd name="connsiteX1056" fmla="*/ 134426 w 591800"/>
                <a:gd name="connsiteY1056" fmla="*/ 995077 h 1337698"/>
                <a:gd name="connsiteX1057" fmla="*/ 131147 w 591800"/>
                <a:gd name="connsiteY1057" fmla="*/ 995077 h 1337698"/>
                <a:gd name="connsiteX1058" fmla="*/ 131147 w 591800"/>
                <a:gd name="connsiteY1058" fmla="*/ 990159 h 1337698"/>
                <a:gd name="connsiteX1059" fmla="*/ 129508 w 591800"/>
                <a:gd name="connsiteY1059" fmla="*/ 986880 h 1337698"/>
                <a:gd name="connsiteX1060" fmla="*/ 126229 w 591800"/>
                <a:gd name="connsiteY1060" fmla="*/ 983602 h 1337698"/>
                <a:gd name="connsiteX1061" fmla="*/ 129508 w 591800"/>
                <a:gd name="connsiteY1061" fmla="*/ 980323 h 1337698"/>
                <a:gd name="connsiteX1062" fmla="*/ 129508 w 591800"/>
                <a:gd name="connsiteY1062" fmla="*/ 978684 h 1337698"/>
                <a:gd name="connsiteX1063" fmla="*/ 131147 w 591800"/>
                <a:gd name="connsiteY1063" fmla="*/ 975405 h 1337698"/>
                <a:gd name="connsiteX1064" fmla="*/ 129508 w 591800"/>
                <a:gd name="connsiteY1064" fmla="*/ 973766 h 1337698"/>
                <a:gd name="connsiteX1065" fmla="*/ 129508 w 591800"/>
                <a:gd name="connsiteY1065" fmla="*/ 973766 h 1337698"/>
                <a:gd name="connsiteX1066" fmla="*/ 126229 w 591800"/>
                <a:gd name="connsiteY1066" fmla="*/ 970487 h 1337698"/>
                <a:gd name="connsiteX1067" fmla="*/ 121311 w 591800"/>
                <a:gd name="connsiteY1067" fmla="*/ 967209 h 1337698"/>
                <a:gd name="connsiteX1068" fmla="*/ 124590 w 591800"/>
                <a:gd name="connsiteY1068" fmla="*/ 963930 h 1337698"/>
                <a:gd name="connsiteX1069" fmla="*/ 122950 w 591800"/>
                <a:gd name="connsiteY1069" fmla="*/ 959012 h 1337698"/>
                <a:gd name="connsiteX1070" fmla="*/ 119672 w 591800"/>
                <a:gd name="connsiteY1070" fmla="*/ 959012 h 1337698"/>
                <a:gd name="connsiteX1071" fmla="*/ 119672 w 591800"/>
                <a:gd name="connsiteY1071" fmla="*/ 959012 h 1337698"/>
                <a:gd name="connsiteX1072" fmla="*/ 116393 w 591800"/>
                <a:gd name="connsiteY1072" fmla="*/ 954094 h 1337698"/>
                <a:gd name="connsiteX1073" fmla="*/ 111475 w 591800"/>
                <a:gd name="connsiteY1073" fmla="*/ 952455 h 1337698"/>
                <a:gd name="connsiteX1074" fmla="*/ 113114 w 591800"/>
                <a:gd name="connsiteY1074" fmla="*/ 947536 h 1337698"/>
                <a:gd name="connsiteX1075" fmla="*/ 116393 w 591800"/>
                <a:gd name="connsiteY1075" fmla="*/ 945897 h 1337698"/>
                <a:gd name="connsiteX1076" fmla="*/ 114754 w 591800"/>
                <a:gd name="connsiteY1076" fmla="*/ 940979 h 1337698"/>
                <a:gd name="connsiteX1077" fmla="*/ 111475 w 591800"/>
                <a:gd name="connsiteY1077" fmla="*/ 940979 h 1337698"/>
                <a:gd name="connsiteX1078" fmla="*/ 108196 w 591800"/>
                <a:gd name="connsiteY1078" fmla="*/ 939340 h 1337698"/>
                <a:gd name="connsiteX1079" fmla="*/ 103278 w 591800"/>
                <a:gd name="connsiteY1079" fmla="*/ 939340 h 1337698"/>
                <a:gd name="connsiteX1080" fmla="*/ 100000 w 591800"/>
                <a:gd name="connsiteY1080" fmla="*/ 936061 h 1337698"/>
                <a:gd name="connsiteX1081" fmla="*/ 96721 w 591800"/>
                <a:gd name="connsiteY1081" fmla="*/ 932782 h 1337698"/>
                <a:gd name="connsiteX1082" fmla="*/ 96721 w 591800"/>
                <a:gd name="connsiteY1082" fmla="*/ 929504 h 1337698"/>
                <a:gd name="connsiteX1083" fmla="*/ 95082 w 591800"/>
                <a:gd name="connsiteY1083" fmla="*/ 924586 h 1337698"/>
                <a:gd name="connsiteX1084" fmla="*/ 93442 w 591800"/>
                <a:gd name="connsiteY1084" fmla="*/ 921307 h 1337698"/>
                <a:gd name="connsiteX1085" fmla="*/ 91803 w 591800"/>
                <a:gd name="connsiteY1085" fmla="*/ 918029 h 1337698"/>
                <a:gd name="connsiteX1086" fmla="*/ 91803 w 591800"/>
                <a:gd name="connsiteY1086" fmla="*/ 913110 h 1337698"/>
                <a:gd name="connsiteX1087" fmla="*/ 91803 w 591800"/>
                <a:gd name="connsiteY1087" fmla="*/ 909832 h 1337698"/>
                <a:gd name="connsiteX1088" fmla="*/ 90164 w 591800"/>
                <a:gd name="connsiteY1088" fmla="*/ 906553 h 1337698"/>
                <a:gd name="connsiteX1089" fmla="*/ 86885 w 591800"/>
                <a:gd name="connsiteY1089" fmla="*/ 903275 h 1337698"/>
                <a:gd name="connsiteX1090" fmla="*/ 88524 w 591800"/>
                <a:gd name="connsiteY1090" fmla="*/ 899996 h 1337698"/>
                <a:gd name="connsiteX1091" fmla="*/ 90164 w 591800"/>
                <a:gd name="connsiteY1091" fmla="*/ 896717 h 1337698"/>
                <a:gd name="connsiteX1092" fmla="*/ 93442 w 591800"/>
                <a:gd name="connsiteY1092" fmla="*/ 896717 h 1337698"/>
                <a:gd name="connsiteX1093" fmla="*/ 96721 w 591800"/>
                <a:gd name="connsiteY1093" fmla="*/ 895078 h 1337698"/>
                <a:gd name="connsiteX1094" fmla="*/ 95082 w 591800"/>
                <a:gd name="connsiteY1094" fmla="*/ 890160 h 1337698"/>
                <a:gd name="connsiteX1095" fmla="*/ 93442 w 591800"/>
                <a:gd name="connsiteY1095" fmla="*/ 890160 h 1337698"/>
                <a:gd name="connsiteX1096" fmla="*/ 93442 w 591800"/>
                <a:gd name="connsiteY1096" fmla="*/ 885242 h 1337698"/>
                <a:gd name="connsiteX1097" fmla="*/ 88524 w 591800"/>
                <a:gd name="connsiteY1097" fmla="*/ 881963 h 1337698"/>
                <a:gd name="connsiteX1098" fmla="*/ 86885 w 591800"/>
                <a:gd name="connsiteY1098" fmla="*/ 878685 h 1337698"/>
                <a:gd name="connsiteX1099" fmla="*/ 83606 w 591800"/>
                <a:gd name="connsiteY1099" fmla="*/ 873766 h 1337698"/>
                <a:gd name="connsiteX1100" fmla="*/ 83606 w 591800"/>
                <a:gd name="connsiteY1100" fmla="*/ 870488 h 1337698"/>
                <a:gd name="connsiteX1101" fmla="*/ 83606 w 591800"/>
                <a:gd name="connsiteY1101" fmla="*/ 867209 h 1337698"/>
                <a:gd name="connsiteX1102" fmla="*/ 80328 w 591800"/>
                <a:gd name="connsiteY1102" fmla="*/ 862291 h 1337698"/>
                <a:gd name="connsiteX1103" fmla="*/ 80328 w 591800"/>
                <a:gd name="connsiteY1103" fmla="*/ 859012 h 1337698"/>
                <a:gd name="connsiteX1104" fmla="*/ 78688 w 591800"/>
                <a:gd name="connsiteY1104" fmla="*/ 855733 h 1337698"/>
                <a:gd name="connsiteX1105" fmla="*/ 78688 w 591800"/>
                <a:gd name="connsiteY1105" fmla="*/ 850816 h 1337698"/>
                <a:gd name="connsiteX1106" fmla="*/ 78688 w 591800"/>
                <a:gd name="connsiteY1106" fmla="*/ 850816 h 1337698"/>
                <a:gd name="connsiteX1107" fmla="*/ 77049 w 591800"/>
                <a:gd name="connsiteY1107" fmla="*/ 847537 h 1337698"/>
                <a:gd name="connsiteX1108" fmla="*/ 75410 w 591800"/>
                <a:gd name="connsiteY1108" fmla="*/ 844258 h 1337698"/>
                <a:gd name="connsiteX1109" fmla="*/ 72131 w 591800"/>
                <a:gd name="connsiteY1109" fmla="*/ 839340 h 1337698"/>
                <a:gd name="connsiteX1110" fmla="*/ 68852 w 591800"/>
                <a:gd name="connsiteY1110" fmla="*/ 836062 h 1337698"/>
                <a:gd name="connsiteX1111" fmla="*/ 68852 w 591800"/>
                <a:gd name="connsiteY1111" fmla="*/ 834422 h 1337698"/>
                <a:gd name="connsiteX1112" fmla="*/ 70492 w 591800"/>
                <a:gd name="connsiteY1112" fmla="*/ 831143 h 1337698"/>
                <a:gd name="connsiteX1113" fmla="*/ 68852 w 591800"/>
                <a:gd name="connsiteY1113" fmla="*/ 826226 h 1337698"/>
                <a:gd name="connsiteX1114" fmla="*/ 70492 w 591800"/>
                <a:gd name="connsiteY1114" fmla="*/ 822947 h 1337698"/>
                <a:gd name="connsiteX1115" fmla="*/ 72131 w 591800"/>
                <a:gd name="connsiteY1115" fmla="*/ 819668 h 1337698"/>
                <a:gd name="connsiteX1116" fmla="*/ 72131 w 591800"/>
                <a:gd name="connsiteY1116" fmla="*/ 816389 h 1337698"/>
                <a:gd name="connsiteX1117" fmla="*/ 67213 w 591800"/>
                <a:gd name="connsiteY1117" fmla="*/ 814750 h 1337698"/>
                <a:gd name="connsiteX1118" fmla="*/ 65573 w 591800"/>
                <a:gd name="connsiteY1118" fmla="*/ 809832 h 1337698"/>
                <a:gd name="connsiteX1119" fmla="*/ 63934 w 591800"/>
                <a:gd name="connsiteY1119" fmla="*/ 806553 h 1337698"/>
                <a:gd name="connsiteX1120" fmla="*/ 68852 w 591800"/>
                <a:gd name="connsiteY1120" fmla="*/ 806553 h 1337698"/>
                <a:gd name="connsiteX1121" fmla="*/ 67213 w 591800"/>
                <a:gd name="connsiteY1121" fmla="*/ 803275 h 1337698"/>
                <a:gd name="connsiteX1122" fmla="*/ 68852 w 591800"/>
                <a:gd name="connsiteY1122" fmla="*/ 803275 h 1337698"/>
                <a:gd name="connsiteX1123" fmla="*/ 68852 w 591800"/>
                <a:gd name="connsiteY1123" fmla="*/ 799996 h 1337698"/>
                <a:gd name="connsiteX1124" fmla="*/ 65573 w 591800"/>
                <a:gd name="connsiteY1124" fmla="*/ 795078 h 1337698"/>
                <a:gd name="connsiteX1125" fmla="*/ 63934 w 591800"/>
                <a:gd name="connsiteY1125" fmla="*/ 795078 h 1337698"/>
                <a:gd name="connsiteX1126" fmla="*/ 62295 w 591800"/>
                <a:gd name="connsiteY1126" fmla="*/ 790160 h 1337698"/>
                <a:gd name="connsiteX1127" fmla="*/ 60655 w 591800"/>
                <a:gd name="connsiteY1127" fmla="*/ 786882 h 1337698"/>
                <a:gd name="connsiteX1128" fmla="*/ 62295 w 591800"/>
                <a:gd name="connsiteY1128" fmla="*/ 785242 h 1337698"/>
                <a:gd name="connsiteX1129" fmla="*/ 67213 w 591800"/>
                <a:gd name="connsiteY1129" fmla="*/ 785242 h 1337698"/>
                <a:gd name="connsiteX1130" fmla="*/ 68852 w 591800"/>
                <a:gd name="connsiteY1130" fmla="*/ 785242 h 1337698"/>
                <a:gd name="connsiteX1131" fmla="*/ 65573 w 591800"/>
                <a:gd name="connsiteY1131" fmla="*/ 781963 h 1337698"/>
                <a:gd name="connsiteX1132" fmla="*/ 67213 w 591800"/>
                <a:gd name="connsiteY1132" fmla="*/ 778685 h 1337698"/>
                <a:gd name="connsiteX1133" fmla="*/ 67213 w 591800"/>
                <a:gd name="connsiteY1133" fmla="*/ 773767 h 1337698"/>
                <a:gd name="connsiteX1134" fmla="*/ 67213 w 591800"/>
                <a:gd name="connsiteY1134" fmla="*/ 770488 h 1337698"/>
                <a:gd name="connsiteX1135" fmla="*/ 65573 w 591800"/>
                <a:gd name="connsiteY1135" fmla="*/ 767209 h 1337698"/>
                <a:gd name="connsiteX1136" fmla="*/ 63934 w 591800"/>
                <a:gd name="connsiteY1136" fmla="*/ 762292 h 1337698"/>
                <a:gd name="connsiteX1137" fmla="*/ 62295 w 591800"/>
                <a:gd name="connsiteY1137" fmla="*/ 759013 h 1337698"/>
                <a:gd name="connsiteX1138" fmla="*/ 62295 w 591800"/>
                <a:gd name="connsiteY1138" fmla="*/ 755734 h 1337698"/>
                <a:gd name="connsiteX1139" fmla="*/ 65573 w 591800"/>
                <a:gd name="connsiteY1139" fmla="*/ 752455 h 1337698"/>
                <a:gd name="connsiteX1140" fmla="*/ 68852 w 591800"/>
                <a:gd name="connsiteY1140" fmla="*/ 750816 h 1337698"/>
                <a:gd name="connsiteX1141" fmla="*/ 73770 w 591800"/>
                <a:gd name="connsiteY1141" fmla="*/ 747538 h 1337698"/>
                <a:gd name="connsiteX1142" fmla="*/ 77049 w 591800"/>
                <a:gd name="connsiteY1142" fmla="*/ 745898 h 1337698"/>
                <a:gd name="connsiteX1143" fmla="*/ 78688 w 591800"/>
                <a:gd name="connsiteY1143" fmla="*/ 745898 h 1337698"/>
                <a:gd name="connsiteX1144" fmla="*/ 77049 w 591800"/>
                <a:gd name="connsiteY1144" fmla="*/ 740980 h 1337698"/>
                <a:gd name="connsiteX1145" fmla="*/ 77049 w 591800"/>
                <a:gd name="connsiteY1145" fmla="*/ 737702 h 1337698"/>
                <a:gd name="connsiteX1146" fmla="*/ 72131 w 591800"/>
                <a:gd name="connsiteY1146" fmla="*/ 736062 h 1337698"/>
                <a:gd name="connsiteX1147" fmla="*/ 70492 w 591800"/>
                <a:gd name="connsiteY1147" fmla="*/ 732783 h 1337698"/>
                <a:gd name="connsiteX1148" fmla="*/ 67213 w 591800"/>
                <a:gd name="connsiteY1148" fmla="*/ 727865 h 1337698"/>
                <a:gd name="connsiteX1149" fmla="*/ 65573 w 591800"/>
                <a:gd name="connsiteY1149" fmla="*/ 724587 h 1337698"/>
                <a:gd name="connsiteX1150" fmla="*/ 65573 w 591800"/>
                <a:gd name="connsiteY1150" fmla="*/ 721308 h 1337698"/>
                <a:gd name="connsiteX1151" fmla="*/ 63934 w 591800"/>
                <a:gd name="connsiteY1151" fmla="*/ 718029 h 1337698"/>
                <a:gd name="connsiteX1152" fmla="*/ 62295 w 591800"/>
                <a:gd name="connsiteY1152" fmla="*/ 714751 h 1337698"/>
                <a:gd name="connsiteX1153" fmla="*/ 59016 w 591800"/>
                <a:gd name="connsiteY1153" fmla="*/ 709833 h 1337698"/>
                <a:gd name="connsiteX1154" fmla="*/ 55738 w 591800"/>
                <a:gd name="connsiteY1154" fmla="*/ 706554 h 1337698"/>
                <a:gd name="connsiteX1155" fmla="*/ 54098 w 591800"/>
                <a:gd name="connsiteY1155" fmla="*/ 703275 h 1337698"/>
                <a:gd name="connsiteX1156" fmla="*/ 52459 w 591800"/>
                <a:gd name="connsiteY1156" fmla="*/ 698358 h 1337698"/>
                <a:gd name="connsiteX1157" fmla="*/ 52459 w 591800"/>
                <a:gd name="connsiteY1157" fmla="*/ 695079 h 1337698"/>
                <a:gd name="connsiteX1158" fmla="*/ 52459 w 591800"/>
                <a:gd name="connsiteY1158" fmla="*/ 691800 h 1337698"/>
                <a:gd name="connsiteX1159" fmla="*/ 49180 w 591800"/>
                <a:gd name="connsiteY1159" fmla="*/ 686882 h 1337698"/>
                <a:gd name="connsiteX1160" fmla="*/ 47541 w 591800"/>
                <a:gd name="connsiteY1160" fmla="*/ 683603 h 1337698"/>
                <a:gd name="connsiteX1161" fmla="*/ 47541 w 591800"/>
                <a:gd name="connsiteY1161" fmla="*/ 680325 h 1337698"/>
                <a:gd name="connsiteX1162" fmla="*/ 47541 w 591800"/>
                <a:gd name="connsiteY1162" fmla="*/ 675406 h 1337698"/>
                <a:gd name="connsiteX1163" fmla="*/ 45901 w 591800"/>
                <a:gd name="connsiteY1163" fmla="*/ 672128 h 1337698"/>
                <a:gd name="connsiteX1164" fmla="*/ 45901 w 591800"/>
                <a:gd name="connsiteY1164" fmla="*/ 668849 h 1337698"/>
                <a:gd name="connsiteX1165" fmla="*/ 44262 w 591800"/>
                <a:gd name="connsiteY1165" fmla="*/ 668849 h 1337698"/>
                <a:gd name="connsiteX1166" fmla="*/ 44262 w 591800"/>
                <a:gd name="connsiteY1166" fmla="*/ 667210 h 1337698"/>
                <a:gd name="connsiteX1167" fmla="*/ 42623 w 591800"/>
                <a:gd name="connsiteY1167" fmla="*/ 663931 h 1337698"/>
                <a:gd name="connsiteX1168" fmla="*/ 42623 w 591800"/>
                <a:gd name="connsiteY1168" fmla="*/ 659013 h 1337698"/>
                <a:gd name="connsiteX1169" fmla="*/ 44262 w 591800"/>
                <a:gd name="connsiteY1169" fmla="*/ 655735 h 1337698"/>
                <a:gd name="connsiteX1170" fmla="*/ 42623 w 591800"/>
                <a:gd name="connsiteY1170" fmla="*/ 650816 h 1337698"/>
                <a:gd name="connsiteX1171" fmla="*/ 42623 w 591800"/>
                <a:gd name="connsiteY1171" fmla="*/ 647538 h 1337698"/>
                <a:gd name="connsiteX1172" fmla="*/ 45901 w 591800"/>
                <a:gd name="connsiteY1172" fmla="*/ 647538 h 1337698"/>
                <a:gd name="connsiteX1173" fmla="*/ 47541 w 591800"/>
                <a:gd name="connsiteY1173" fmla="*/ 644259 h 1337698"/>
                <a:gd name="connsiteX1174" fmla="*/ 50820 w 591800"/>
                <a:gd name="connsiteY1174" fmla="*/ 645899 h 1337698"/>
                <a:gd name="connsiteX1175" fmla="*/ 52459 w 591800"/>
                <a:gd name="connsiteY1175" fmla="*/ 642620 h 1337698"/>
                <a:gd name="connsiteX1176" fmla="*/ 52459 w 591800"/>
                <a:gd name="connsiteY1176" fmla="*/ 639341 h 1337698"/>
                <a:gd name="connsiteX1177" fmla="*/ 55738 w 591800"/>
                <a:gd name="connsiteY1177" fmla="*/ 634423 h 1337698"/>
                <a:gd name="connsiteX1178" fmla="*/ 59016 w 591800"/>
                <a:gd name="connsiteY1178" fmla="*/ 634423 h 1337698"/>
                <a:gd name="connsiteX1179" fmla="*/ 60655 w 591800"/>
                <a:gd name="connsiteY1179" fmla="*/ 632784 h 1337698"/>
                <a:gd name="connsiteX1180" fmla="*/ 60655 w 591800"/>
                <a:gd name="connsiteY1180" fmla="*/ 629505 h 1337698"/>
                <a:gd name="connsiteX1181" fmla="*/ 60655 w 591800"/>
                <a:gd name="connsiteY1181" fmla="*/ 627866 h 1337698"/>
                <a:gd name="connsiteX1182" fmla="*/ 59016 w 591800"/>
                <a:gd name="connsiteY1182" fmla="*/ 622948 h 1337698"/>
                <a:gd name="connsiteX1183" fmla="*/ 59016 w 591800"/>
                <a:gd name="connsiteY1183" fmla="*/ 619669 h 1337698"/>
                <a:gd name="connsiteX1184" fmla="*/ 57377 w 591800"/>
                <a:gd name="connsiteY1184" fmla="*/ 616391 h 1337698"/>
                <a:gd name="connsiteX1185" fmla="*/ 54098 w 591800"/>
                <a:gd name="connsiteY1185" fmla="*/ 611472 h 1337698"/>
                <a:gd name="connsiteX1186" fmla="*/ 54098 w 591800"/>
                <a:gd name="connsiteY1186" fmla="*/ 608194 h 1337698"/>
                <a:gd name="connsiteX1187" fmla="*/ 52459 w 591800"/>
                <a:gd name="connsiteY1187" fmla="*/ 604915 h 1337698"/>
                <a:gd name="connsiteX1188" fmla="*/ 50820 w 591800"/>
                <a:gd name="connsiteY1188" fmla="*/ 599997 h 1337698"/>
                <a:gd name="connsiteX1189" fmla="*/ 47541 w 591800"/>
                <a:gd name="connsiteY1189" fmla="*/ 596718 h 1337698"/>
                <a:gd name="connsiteX1190" fmla="*/ 44262 w 591800"/>
                <a:gd name="connsiteY1190" fmla="*/ 595079 h 1337698"/>
                <a:gd name="connsiteX1191" fmla="*/ 45901 w 591800"/>
                <a:gd name="connsiteY1191" fmla="*/ 591801 h 1337698"/>
                <a:gd name="connsiteX1192" fmla="*/ 49180 w 591800"/>
                <a:gd name="connsiteY1192" fmla="*/ 590161 h 1337698"/>
                <a:gd name="connsiteX1193" fmla="*/ 50820 w 591800"/>
                <a:gd name="connsiteY1193" fmla="*/ 586882 h 1337698"/>
                <a:gd name="connsiteX1194" fmla="*/ 49180 w 591800"/>
                <a:gd name="connsiteY1194" fmla="*/ 583604 h 1337698"/>
                <a:gd name="connsiteX1195" fmla="*/ 49180 w 591800"/>
                <a:gd name="connsiteY1195" fmla="*/ 580325 h 1337698"/>
                <a:gd name="connsiteX1196" fmla="*/ 49180 w 591800"/>
                <a:gd name="connsiteY1196" fmla="*/ 577046 h 1337698"/>
                <a:gd name="connsiteX1197" fmla="*/ 49180 w 591800"/>
                <a:gd name="connsiteY1197" fmla="*/ 573768 h 1337698"/>
                <a:gd name="connsiteX1198" fmla="*/ 49180 w 591800"/>
                <a:gd name="connsiteY1198" fmla="*/ 570489 h 1337698"/>
                <a:gd name="connsiteX1199" fmla="*/ 49180 w 591800"/>
                <a:gd name="connsiteY1199" fmla="*/ 565571 h 1337698"/>
                <a:gd name="connsiteX1200" fmla="*/ 50820 w 591800"/>
                <a:gd name="connsiteY1200" fmla="*/ 562292 h 1337698"/>
                <a:gd name="connsiteX1201" fmla="*/ 52459 w 591800"/>
                <a:gd name="connsiteY1201" fmla="*/ 559014 h 1337698"/>
                <a:gd name="connsiteX1202" fmla="*/ 52459 w 591800"/>
                <a:gd name="connsiteY1202" fmla="*/ 554096 h 1337698"/>
                <a:gd name="connsiteX1203" fmla="*/ 52459 w 591800"/>
                <a:gd name="connsiteY1203" fmla="*/ 552456 h 1337698"/>
                <a:gd name="connsiteX1204" fmla="*/ 54098 w 591800"/>
                <a:gd name="connsiteY1204" fmla="*/ 550817 h 1337698"/>
                <a:gd name="connsiteX1205" fmla="*/ 57377 w 591800"/>
                <a:gd name="connsiteY1205" fmla="*/ 552456 h 1337698"/>
                <a:gd name="connsiteX1206" fmla="*/ 59016 w 591800"/>
                <a:gd name="connsiteY1206" fmla="*/ 547538 h 1337698"/>
                <a:gd name="connsiteX1207" fmla="*/ 57377 w 591800"/>
                <a:gd name="connsiteY1207" fmla="*/ 544260 h 1337698"/>
                <a:gd name="connsiteX1208" fmla="*/ 55738 w 591800"/>
                <a:gd name="connsiteY1208" fmla="*/ 539342 h 1337698"/>
                <a:gd name="connsiteX1209" fmla="*/ 52459 w 591800"/>
                <a:gd name="connsiteY1209" fmla="*/ 536063 h 1337698"/>
                <a:gd name="connsiteX1210" fmla="*/ 52459 w 591800"/>
                <a:gd name="connsiteY1210" fmla="*/ 532784 h 1337698"/>
                <a:gd name="connsiteX1211" fmla="*/ 50820 w 591800"/>
                <a:gd name="connsiteY1211" fmla="*/ 529506 h 1337698"/>
                <a:gd name="connsiteX1212" fmla="*/ 50820 w 591800"/>
                <a:gd name="connsiteY1212" fmla="*/ 524588 h 1337698"/>
                <a:gd name="connsiteX1213" fmla="*/ 50820 w 591800"/>
                <a:gd name="connsiteY1213" fmla="*/ 521309 h 1337698"/>
                <a:gd name="connsiteX1214" fmla="*/ 50820 w 591800"/>
                <a:gd name="connsiteY1214" fmla="*/ 516391 h 1337698"/>
                <a:gd name="connsiteX1215" fmla="*/ 50820 w 591800"/>
                <a:gd name="connsiteY1215" fmla="*/ 513112 h 1337698"/>
                <a:gd name="connsiteX1216" fmla="*/ 50820 w 591800"/>
                <a:gd name="connsiteY1216" fmla="*/ 509834 h 1337698"/>
                <a:gd name="connsiteX1217" fmla="*/ 47541 w 591800"/>
                <a:gd name="connsiteY1217" fmla="*/ 506555 h 1337698"/>
                <a:gd name="connsiteX1218" fmla="*/ 42623 w 591800"/>
                <a:gd name="connsiteY1218" fmla="*/ 508194 h 1337698"/>
                <a:gd name="connsiteX1219" fmla="*/ 42623 w 591800"/>
                <a:gd name="connsiteY1219" fmla="*/ 508194 h 1337698"/>
                <a:gd name="connsiteX1220" fmla="*/ 39344 w 591800"/>
                <a:gd name="connsiteY1220" fmla="*/ 504916 h 1337698"/>
                <a:gd name="connsiteX1221" fmla="*/ 37705 w 591800"/>
                <a:gd name="connsiteY1221" fmla="*/ 499998 h 1337698"/>
                <a:gd name="connsiteX1222" fmla="*/ 36065 w 591800"/>
                <a:gd name="connsiteY1222" fmla="*/ 496719 h 1337698"/>
                <a:gd name="connsiteX1223" fmla="*/ 37705 w 591800"/>
                <a:gd name="connsiteY1223" fmla="*/ 493440 h 1337698"/>
                <a:gd name="connsiteX1224" fmla="*/ 37705 w 591800"/>
                <a:gd name="connsiteY1224" fmla="*/ 490162 h 1337698"/>
                <a:gd name="connsiteX1225" fmla="*/ 37705 w 591800"/>
                <a:gd name="connsiteY1225" fmla="*/ 488522 h 1337698"/>
                <a:gd name="connsiteX1226" fmla="*/ 34426 w 591800"/>
                <a:gd name="connsiteY1226" fmla="*/ 486883 h 1337698"/>
                <a:gd name="connsiteX1227" fmla="*/ 34426 w 591800"/>
                <a:gd name="connsiteY1227" fmla="*/ 486883 h 1337698"/>
                <a:gd name="connsiteX1228" fmla="*/ 31148 w 591800"/>
                <a:gd name="connsiteY1228" fmla="*/ 481965 h 1337698"/>
                <a:gd name="connsiteX1229" fmla="*/ 29508 w 591800"/>
                <a:gd name="connsiteY1229" fmla="*/ 478686 h 1337698"/>
                <a:gd name="connsiteX1230" fmla="*/ 29508 w 591800"/>
                <a:gd name="connsiteY1230" fmla="*/ 475408 h 1337698"/>
                <a:gd name="connsiteX1231" fmla="*/ 27869 w 591800"/>
                <a:gd name="connsiteY1231" fmla="*/ 472129 h 1337698"/>
                <a:gd name="connsiteX1232" fmla="*/ 24590 w 591800"/>
                <a:gd name="connsiteY1232" fmla="*/ 468850 h 1337698"/>
                <a:gd name="connsiteX1233" fmla="*/ 22951 w 591800"/>
                <a:gd name="connsiteY1233" fmla="*/ 465572 h 1337698"/>
                <a:gd name="connsiteX1234" fmla="*/ 22951 w 591800"/>
                <a:gd name="connsiteY1234" fmla="*/ 463932 h 1337698"/>
                <a:gd name="connsiteX1235" fmla="*/ 19672 w 591800"/>
                <a:gd name="connsiteY1235" fmla="*/ 460654 h 1337698"/>
                <a:gd name="connsiteX1236" fmla="*/ 19672 w 591800"/>
                <a:gd name="connsiteY1236" fmla="*/ 460654 h 1337698"/>
                <a:gd name="connsiteX1237" fmla="*/ 16393 w 591800"/>
                <a:gd name="connsiteY1237" fmla="*/ 455735 h 1337698"/>
                <a:gd name="connsiteX1238" fmla="*/ 14754 w 591800"/>
                <a:gd name="connsiteY1238" fmla="*/ 452457 h 1337698"/>
                <a:gd name="connsiteX1239" fmla="*/ 19672 w 591800"/>
                <a:gd name="connsiteY1239" fmla="*/ 452457 h 1337698"/>
                <a:gd name="connsiteX1240" fmla="*/ 19672 w 591800"/>
                <a:gd name="connsiteY1240" fmla="*/ 449178 h 1337698"/>
                <a:gd name="connsiteX1241" fmla="*/ 16393 w 591800"/>
                <a:gd name="connsiteY1241" fmla="*/ 445899 h 1337698"/>
                <a:gd name="connsiteX1242" fmla="*/ 11475 w 591800"/>
                <a:gd name="connsiteY1242" fmla="*/ 445899 h 1337698"/>
                <a:gd name="connsiteX1243" fmla="*/ 8197 w 591800"/>
                <a:gd name="connsiteY1243" fmla="*/ 440981 h 1337698"/>
                <a:gd name="connsiteX1244" fmla="*/ 6557 w 591800"/>
                <a:gd name="connsiteY1244" fmla="*/ 437703 h 1337698"/>
                <a:gd name="connsiteX1245" fmla="*/ 3279 w 591800"/>
                <a:gd name="connsiteY1245" fmla="*/ 434424 h 1337698"/>
                <a:gd name="connsiteX1246" fmla="*/ 1639 w 591800"/>
                <a:gd name="connsiteY1246" fmla="*/ 429506 h 1337698"/>
                <a:gd name="connsiteX1247" fmla="*/ 1639 w 591800"/>
                <a:gd name="connsiteY1247" fmla="*/ 426228 h 1337698"/>
                <a:gd name="connsiteX1248" fmla="*/ 1639 w 591800"/>
                <a:gd name="connsiteY1248" fmla="*/ 422949 h 1337698"/>
                <a:gd name="connsiteX1249" fmla="*/ 1639 w 591800"/>
                <a:gd name="connsiteY1249" fmla="*/ 419670 h 1337698"/>
                <a:gd name="connsiteX1250" fmla="*/ 0 w 591800"/>
                <a:gd name="connsiteY1250" fmla="*/ 414752 h 1337698"/>
                <a:gd name="connsiteX1251" fmla="*/ 1639 w 591800"/>
                <a:gd name="connsiteY1251" fmla="*/ 411474 h 1337698"/>
                <a:gd name="connsiteX1252" fmla="*/ 4918 w 591800"/>
                <a:gd name="connsiteY1252" fmla="*/ 413113 h 1337698"/>
                <a:gd name="connsiteX1253" fmla="*/ 6557 w 591800"/>
                <a:gd name="connsiteY1253" fmla="*/ 408195 h 1337698"/>
                <a:gd name="connsiteX1254" fmla="*/ 6557 w 591800"/>
                <a:gd name="connsiteY1254" fmla="*/ 404916 h 1337698"/>
                <a:gd name="connsiteX1255" fmla="*/ 4918 w 591800"/>
                <a:gd name="connsiteY1255" fmla="*/ 401637 h 1337698"/>
                <a:gd name="connsiteX1256" fmla="*/ 4918 w 591800"/>
                <a:gd name="connsiteY1256" fmla="*/ 396719 h 1337698"/>
                <a:gd name="connsiteX1257" fmla="*/ 6557 w 591800"/>
                <a:gd name="connsiteY1257" fmla="*/ 393441 h 1337698"/>
                <a:gd name="connsiteX1258" fmla="*/ 6557 w 591800"/>
                <a:gd name="connsiteY1258" fmla="*/ 390162 h 1337698"/>
                <a:gd name="connsiteX1259" fmla="*/ 6557 w 591800"/>
                <a:gd name="connsiteY1259" fmla="*/ 385244 h 1337698"/>
                <a:gd name="connsiteX1260" fmla="*/ 8197 w 591800"/>
                <a:gd name="connsiteY1260" fmla="*/ 381965 h 1337698"/>
                <a:gd name="connsiteX1261" fmla="*/ 6557 w 591800"/>
                <a:gd name="connsiteY1261" fmla="*/ 378687 h 1337698"/>
                <a:gd name="connsiteX1262" fmla="*/ 9836 w 591800"/>
                <a:gd name="connsiteY1262" fmla="*/ 380326 h 1337698"/>
                <a:gd name="connsiteX1263" fmla="*/ 13115 w 591800"/>
                <a:gd name="connsiteY1263" fmla="*/ 380326 h 1337698"/>
                <a:gd name="connsiteX1264" fmla="*/ 16393 w 591800"/>
                <a:gd name="connsiteY1264" fmla="*/ 375408 h 1337698"/>
                <a:gd name="connsiteX1265" fmla="*/ 14754 w 591800"/>
                <a:gd name="connsiteY1265" fmla="*/ 372129 h 1337698"/>
                <a:gd name="connsiteX1266" fmla="*/ 16393 w 591800"/>
                <a:gd name="connsiteY1266" fmla="*/ 368851 h 1337698"/>
                <a:gd name="connsiteX1267" fmla="*/ 13115 w 591800"/>
                <a:gd name="connsiteY1267" fmla="*/ 365572 h 1337698"/>
                <a:gd name="connsiteX1268" fmla="*/ 11475 w 591800"/>
                <a:gd name="connsiteY1268" fmla="*/ 362294 h 1337698"/>
                <a:gd name="connsiteX1269" fmla="*/ 11475 w 591800"/>
                <a:gd name="connsiteY1269" fmla="*/ 359015 h 1337698"/>
                <a:gd name="connsiteX1270" fmla="*/ 9836 w 591800"/>
                <a:gd name="connsiteY1270" fmla="*/ 354097 h 1337698"/>
                <a:gd name="connsiteX1271" fmla="*/ 9836 w 591800"/>
                <a:gd name="connsiteY1271" fmla="*/ 350818 h 1337698"/>
                <a:gd name="connsiteX1272" fmla="*/ 9836 w 591800"/>
                <a:gd name="connsiteY1272" fmla="*/ 349179 h 1337698"/>
                <a:gd name="connsiteX1273" fmla="*/ 6557 w 591800"/>
                <a:gd name="connsiteY1273" fmla="*/ 345900 h 1337698"/>
                <a:gd name="connsiteX1274" fmla="*/ 6557 w 591800"/>
                <a:gd name="connsiteY1274" fmla="*/ 342621 h 1337698"/>
                <a:gd name="connsiteX1275" fmla="*/ 3279 w 591800"/>
                <a:gd name="connsiteY1275" fmla="*/ 337703 h 1337698"/>
                <a:gd name="connsiteX1276" fmla="*/ 1639 w 591800"/>
                <a:gd name="connsiteY1276" fmla="*/ 334425 h 1337698"/>
                <a:gd name="connsiteX1277" fmla="*/ 1639 w 591800"/>
                <a:gd name="connsiteY1277" fmla="*/ 331146 h 1337698"/>
                <a:gd name="connsiteX1278" fmla="*/ 1639 w 591800"/>
                <a:gd name="connsiteY1278" fmla="*/ 329507 h 1337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</a:cxnLst>
              <a:rect l="l" t="t" r="r" b="b"/>
              <a:pathLst>
                <a:path w="591800" h="1337698">
                  <a:moveTo>
                    <a:pt x="1639" y="329507"/>
                  </a:moveTo>
                  <a:lnTo>
                    <a:pt x="3279" y="326228"/>
                  </a:lnTo>
                  <a:lnTo>
                    <a:pt x="8197" y="322949"/>
                  </a:lnTo>
                  <a:lnTo>
                    <a:pt x="8197" y="319671"/>
                  </a:lnTo>
                  <a:lnTo>
                    <a:pt x="6557" y="316392"/>
                  </a:lnTo>
                  <a:lnTo>
                    <a:pt x="8197" y="313113"/>
                  </a:lnTo>
                  <a:lnTo>
                    <a:pt x="8197" y="308195"/>
                  </a:lnTo>
                  <a:lnTo>
                    <a:pt x="6557" y="304917"/>
                  </a:lnTo>
                  <a:lnTo>
                    <a:pt x="6557" y="301638"/>
                  </a:lnTo>
                  <a:lnTo>
                    <a:pt x="8197" y="298359"/>
                  </a:lnTo>
                  <a:lnTo>
                    <a:pt x="8197" y="293441"/>
                  </a:lnTo>
                  <a:lnTo>
                    <a:pt x="6557" y="291802"/>
                  </a:lnTo>
                  <a:lnTo>
                    <a:pt x="11475" y="288523"/>
                  </a:lnTo>
                  <a:lnTo>
                    <a:pt x="13115" y="283605"/>
                  </a:lnTo>
                  <a:lnTo>
                    <a:pt x="16393" y="280327"/>
                  </a:lnTo>
                  <a:lnTo>
                    <a:pt x="16393" y="277048"/>
                  </a:lnTo>
                  <a:lnTo>
                    <a:pt x="18033" y="273769"/>
                  </a:lnTo>
                  <a:lnTo>
                    <a:pt x="21311" y="268851"/>
                  </a:lnTo>
                  <a:lnTo>
                    <a:pt x="22951" y="265572"/>
                  </a:lnTo>
                  <a:lnTo>
                    <a:pt x="22951" y="263933"/>
                  </a:lnTo>
                  <a:lnTo>
                    <a:pt x="22951" y="260654"/>
                  </a:lnTo>
                  <a:lnTo>
                    <a:pt x="22951" y="255737"/>
                  </a:lnTo>
                  <a:lnTo>
                    <a:pt x="24590" y="252458"/>
                  </a:lnTo>
                  <a:lnTo>
                    <a:pt x="26229" y="249179"/>
                  </a:lnTo>
                  <a:lnTo>
                    <a:pt x="27869" y="244261"/>
                  </a:lnTo>
                  <a:lnTo>
                    <a:pt x="26229" y="240982"/>
                  </a:lnTo>
                  <a:lnTo>
                    <a:pt x="27869" y="237704"/>
                  </a:lnTo>
                  <a:lnTo>
                    <a:pt x="31148" y="234425"/>
                  </a:lnTo>
                  <a:lnTo>
                    <a:pt x="34426" y="236064"/>
                  </a:lnTo>
                  <a:lnTo>
                    <a:pt x="39344" y="234425"/>
                  </a:lnTo>
                  <a:lnTo>
                    <a:pt x="42623" y="232786"/>
                  </a:lnTo>
                  <a:lnTo>
                    <a:pt x="45901" y="229507"/>
                  </a:lnTo>
                  <a:lnTo>
                    <a:pt x="45901" y="226228"/>
                  </a:lnTo>
                  <a:lnTo>
                    <a:pt x="45901" y="224589"/>
                  </a:lnTo>
                  <a:lnTo>
                    <a:pt x="42623" y="221310"/>
                  </a:lnTo>
                  <a:lnTo>
                    <a:pt x="39344" y="218032"/>
                  </a:lnTo>
                  <a:lnTo>
                    <a:pt x="36065" y="213114"/>
                  </a:lnTo>
                  <a:lnTo>
                    <a:pt x="32787" y="209835"/>
                  </a:lnTo>
                  <a:lnTo>
                    <a:pt x="31148" y="206557"/>
                  </a:lnTo>
                  <a:lnTo>
                    <a:pt x="31148" y="201638"/>
                  </a:lnTo>
                  <a:lnTo>
                    <a:pt x="31148" y="198360"/>
                  </a:lnTo>
                  <a:lnTo>
                    <a:pt x="34426" y="195081"/>
                  </a:lnTo>
                  <a:lnTo>
                    <a:pt x="36065" y="191802"/>
                  </a:lnTo>
                  <a:lnTo>
                    <a:pt x="34426" y="186884"/>
                  </a:lnTo>
                  <a:lnTo>
                    <a:pt x="32787" y="183605"/>
                  </a:lnTo>
                  <a:lnTo>
                    <a:pt x="31148" y="180327"/>
                  </a:lnTo>
                  <a:lnTo>
                    <a:pt x="31148" y="175409"/>
                  </a:lnTo>
                  <a:lnTo>
                    <a:pt x="29508" y="172130"/>
                  </a:lnTo>
                  <a:lnTo>
                    <a:pt x="27869" y="168851"/>
                  </a:lnTo>
                  <a:lnTo>
                    <a:pt x="26229" y="165573"/>
                  </a:lnTo>
                  <a:lnTo>
                    <a:pt x="24590" y="160655"/>
                  </a:lnTo>
                  <a:lnTo>
                    <a:pt x="24590" y="157376"/>
                  </a:lnTo>
                  <a:lnTo>
                    <a:pt x="24590" y="154098"/>
                  </a:lnTo>
                  <a:lnTo>
                    <a:pt x="26229" y="150819"/>
                  </a:lnTo>
                  <a:lnTo>
                    <a:pt x="26229" y="149180"/>
                  </a:lnTo>
                  <a:lnTo>
                    <a:pt x="29508" y="147540"/>
                  </a:lnTo>
                  <a:lnTo>
                    <a:pt x="27869" y="144261"/>
                  </a:lnTo>
                  <a:lnTo>
                    <a:pt x="27869" y="142622"/>
                  </a:lnTo>
                  <a:lnTo>
                    <a:pt x="26229" y="137704"/>
                  </a:lnTo>
                  <a:lnTo>
                    <a:pt x="22951" y="136065"/>
                  </a:lnTo>
                  <a:lnTo>
                    <a:pt x="21311" y="132786"/>
                  </a:lnTo>
                  <a:lnTo>
                    <a:pt x="22951" y="127868"/>
                  </a:lnTo>
                  <a:lnTo>
                    <a:pt x="22951" y="124590"/>
                  </a:lnTo>
                  <a:lnTo>
                    <a:pt x="26229" y="121311"/>
                  </a:lnTo>
                  <a:lnTo>
                    <a:pt x="29508" y="119671"/>
                  </a:lnTo>
                  <a:lnTo>
                    <a:pt x="29508" y="118032"/>
                  </a:lnTo>
                  <a:lnTo>
                    <a:pt x="32787" y="113114"/>
                  </a:lnTo>
                  <a:lnTo>
                    <a:pt x="37705" y="111475"/>
                  </a:lnTo>
                  <a:lnTo>
                    <a:pt x="40983" y="109835"/>
                  </a:lnTo>
                  <a:lnTo>
                    <a:pt x="44262" y="108196"/>
                  </a:lnTo>
                  <a:lnTo>
                    <a:pt x="47541" y="106557"/>
                  </a:lnTo>
                  <a:lnTo>
                    <a:pt x="52459" y="104917"/>
                  </a:lnTo>
                  <a:lnTo>
                    <a:pt x="52459" y="103278"/>
                  </a:lnTo>
                  <a:lnTo>
                    <a:pt x="54098" y="103278"/>
                  </a:lnTo>
                  <a:lnTo>
                    <a:pt x="59016" y="101639"/>
                  </a:lnTo>
                  <a:lnTo>
                    <a:pt x="62295" y="98360"/>
                  </a:lnTo>
                  <a:lnTo>
                    <a:pt x="63934" y="95081"/>
                  </a:lnTo>
                  <a:lnTo>
                    <a:pt x="63934" y="90164"/>
                  </a:lnTo>
                  <a:lnTo>
                    <a:pt x="63934" y="86885"/>
                  </a:lnTo>
                  <a:lnTo>
                    <a:pt x="63934" y="85245"/>
                  </a:lnTo>
                  <a:lnTo>
                    <a:pt x="65573" y="81967"/>
                  </a:lnTo>
                  <a:lnTo>
                    <a:pt x="65573" y="77049"/>
                  </a:lnTo>
                  <a:lnTo>
                    <a:pt x="65573" y="73770"/>
                  </a:lnTo>
                  <a:lnTo>
                    <a:pt x="67213" y="68852"/>
                  </a:lnTo>
                  <a:lnTo>
                    <a:pt x="67213" y="65573"/>
                  </a:lnTo>
                  <a:lnTo>
                    <a:pt x="67213" y="62295"/>
                  </a:lnTo>
                  <a:lnTo>
                    <a:pt x="68852" y="57377"/>
                  </a:lnTo>
                  <a:lnTo>
                    <a:pt x="68852" y="54098"/>
                  </a:lnTo>
                  <a:lnTo>
                    <a:pt x="67213" y="50820"/>
                  </a:lnTo>
                  <a:lnTo>
                    <a:pt x="62295" y="47541"/>
                  </a:lnTo>
                  <a:lnTo>
                    <a:pt x="62295" y="45901"/>
                  </a:lnTo>
                  <a:lnTo>
                    <a:pt x="63934" y="42623"/>
                  </a:lnTo>
                  <a:lnTo>
                    <a:pt x="67213" y="37705"/>
                  </a:lnTo>
                  <a:lnTo>
                    <a:pt x="67213" y="34426"/>
                  </a:lnTo>
                  <a:lnTo>
                    <a:pt x="70492" y="29508"/>
                  </a:lnTo>
                  <a:lnTo>
                    <a:pt x="73770" y="27868"/>
                  </a:lnTo>
                  <a:lnTo>
                    <a:pt x="75410" y="24590"/>
                  </a:lnTo>
                  <a:lnTo>
                    <a:pt x="75410" y="21311"/>
                  </a:lnTo>
                  <a:lnTo>
                    <a:pt x="78688" y="19672"/>
                  </a:lnTo>
                  <a:lnTo>
                    <a:pt x="83606" y="16393"/>
                  </a:lnTo>
                  <a:lnTo>
                    <a:pt x="86885" y="14754"/>
                  </a:lnTo>
                  <a:lnTo>
                    <a:pt x="90164" y="14754"/>
                  </a:lnTo>
                  <a:lnTo>
                    <a:pt x="91803" y="11475"/>
                  </a:lnTo>
                  <a:lnTo>
                    <a:pt x="91803" y="6557"/>
                  </a:lnTo>
                  <a:lnTo>
                    <a:pt x="91803" y="3278"/>
                  </a:lnTo>
                  <a:lnTo>
                    <a:pt x="91803" y="0"/>
                  </a:lnTo>
                  <a:lnTo>
                    <a:pt x="96721" y="1639"/>
                  </a:lnTo>
                  <a:lnTo>
                    <a:pt x="100000" y="4918"/>
                  </a:lnTo>
                  <a:lnTo>
                    <a:pt x="104918" y="6557"/>
                  </a:lnTo>
                  <a:lnTo>
                    <a:pt x="108196" y="9836"/>
                  </a:lnTo>
                  <a:lnTo>
                    <a:pt x="111475" y="14754"/>
                  </a:lnTo>
                  <a:lnTo>
                    <a:pt x="114754" y="14754"/>
                  </a:lnTo>
                  <a:lnTo>
                    <a:pt x="118032" y="13114"/>
                  </a:lnTo>
                  <a:lnTo>
                    <a:pt x="118032" y="13114"/>
                  </a:lnTo>
                  <a:lnTo>
                    <a:pt x="121311" y="13114"/>
                  </a:lnTo>
                  <a:lnTo>
                    <a:pt x="126229" y="13114"/>
                  </a:lnTo>
                  <a:lnTo>
                    <a:pt x="131147" y="13114"/>
                  </a:lnTo>
                  <a:lnTo>
                    <a:pt x="132786" y="13114"/>
                  </a:lnTo>
                  <a:lnTo>
                    <a:pt x="137704" y="13114"/>
                  </a:lnTo>
                  <a:lnTo>
                    <a:pt x="140983" y="13114"/>
                  </a:lnTo>
                  <a:lnTo>
                    <a:pt x="144262" y="14754"/>
                  </a:lnTo>
                  <a:lnTo>
                    <a:pt x="147540" y="14754"/>
                  </a:lnTo>
                  <a:lnTo>
                    <a:pt x="150819" y="18033"/>
                  </a:lnTo>
                  <a:lnTo>
                    <a:pt x="152458" y="16393"/>
                  </a:lnTo>
                  <a:lnTo>
                    <a:pt x="157376" y="19672"/>
                  </a:lnTo>
                  <a:lnTo>
                    <a:pt x="159016" y="22951"/>
                  </a:lnTo>
                  <a:lnTo>
                    <a:pt x="160655" y="26229"/>
                  </a:lnTo>
                  <a:lnTo>
                    <a:pt x="160655" y="31147"/>
                  </a:lnTo>
                  <a:lnTo>
                    <a:pt x="163934" y="34426"/>
                  </a:lnTo>
                  <a:lnTo>
                    <a:pt x="163934" y="37705"/>
                  </a:lnTo>
                  <a:lnTo>
                    <a:pt x="165573" y="39344"/>
                  </a:lnTo>
                  <a:lnTo>
                    <a:pt x="165573" y="40983"/>
                  </a:lnTo>
                  <a:lnTo>
                    <a:pt x="168852" y="44262"/>
                  </a:lnTo>
                  <a:lnTo>
                    <a:pt x="170491" y="47541"/>
                  </a:lnTo>
                  <a:lnTo>
                    <a:pt x="170491" y="47541"/>
                  </a:lnTo>
                  <a:lnTo>
                    <a:pt x="170491" y="47541"/>
                  </a:lnTo>
                  <a:lnTo>
                    <a:pt x="170491" y="44262"/>
                  </a:lnTo>
                  <a:lnTo>
                    <a:pt x="170491" y="39344"/>
                  </a:lnTo>
                  <a:lnTo>
                    <a:pt x="170491" y="36065"/>
                  </a:lnTo>
                  <a:lnTo>
                    <a:pt x="172130" y="32787"/>
                  </a:lnTo>
                  <a:lnTo>
                    <a:pt x="173770" y="27868"/>
                  </a:lnTo>
                  <a:lnTo>
                    <a:pt x="175409" y="24590"/>
                  </a:lnTo>
                  <a:lnTo>
                    <a:pt x="175409" y="21311"/>
                  </a:lnTo>
                  <a:lnTo>
                    <a:pt x="177048" y="16393"/>
                  </a:lnTo>
                  <a:lnTo>
                    <a:pt x="178688" y="13114"/>
                  </a:lnTo>
                  <a:lnTo>
                    <a:pt x="181966" y="9836"/>
                  </a:lnTo>
                  <a:lnTo>
                    <a:pt x="188524" y="11475"/>
                  </a:lnTo>
                  <a:lnTo>
                    <a:pt x="188524" y="11475"/>
                  </a:lnTo>
                  <a:lnTo>
                    <a:pt x="188524" y="11475"/>
                  </a:lnTo>
                  <a:lnTo>
                    <a:pt x="190163" y="9836"/>
                  </a:lnTo>
                  <a:lnTo>
                    <a:pt x="190163" y="9836"/>
                  </a:lnTo>
                  <a:lnTo>
                    <a:pt x="191802" y="9836"/>
                  </a:lnTo>
                  <a:lnTo>
                    <a:pt x="196720" y="9836"/>
                  </a:lnTo>
                  <a:lnTo>
                    <a:pt x="199999" y="9836"/>
                  </a:lnTo>
                  <a:lnTo>
                    <a:pt x="204917" y="9836"/>
                  </a:lnTo>
                  <a:lnTo>
                    <a:pt x="208196" y="9836"/>
                  </a:lnTo>
                  <a:lnTo>
                    <a:pt x="213114" y="9836"/>
                  </a:lnTo>
                  <a:lnTo>
                    <a:pt x="218032" y="9836"/>
                  </a:lnTo>
                  <a:lnTo>
                    <a:pt x="221310" y="9836"/>
                  </a:lnTo>
                  <a:lnTo>
                    <a:pt x="222950" y="9836"/>
                  </a:lnTo>
                  <a:lnTo>
                    <a:pt x="222950" y="13114"/>
                  </a:lnTo>
                  <a:lnTo>
                    <a:pt x="226229" y="16393"/>
                  </a:lnTo>
                  <a:lnTo>
                    <a:pt x="229507" y="19672"/>
                  </a:lnTo>
                  <a:lnTo>
                    <a:pt x="232786" y="22951"/>
                  </a:lnTo>
                  <a:lnTo>
                    <a:pt x="237704" y="26229"/>
                  </a:lnTo>
                  <a:lnTo>
                    <a:pt x="240982" y="29508"/>
                  </a:lnTo>
                  <a:lnTo>
                    <a:pt x="242622" y="29508"/>
                  </a:lnTo>
                  <a:lnTo>
                    <a:pt x="245901" y="32787"/>
                  </a:lnTo>
                  <a:lnTo>
                    <a:pt x="247540" y="36065"/>
                  </a:lnTo>
                  <a:lnTo>
                    <a:pt x="249179" y="39344"/>
                  </a:lnTo>
                  <a:lnTo>
                    <a:pt x="252458" y="44262"/>
                  </a:lnTo>
                  <a:lnTo>
                    <a:pt x="255737" y="47541"/>
                  </a:lnTo>
                  <a:lnTo>
                    <a:pt x="257376" y="50820"/>
                  </a:lnTo>
                  <a:lnTo>
                    <a:pt x="260655" y="55737"/>
                  </a:lnTo>
                  <a:lnTo>
                    <a:pt x="263933" y="57377"/>
                  </a:lnTo>
                  <a:lnTo>
                    <a:pt x="267212" y="60655"/>
                  </a:lnTo>
                  <a:lnTo>
                    <a:pt x="270491" y="63934"/>
                  </a:lnTo>
                  <a:lnTo>
                    <a:pt x="273769" y="65573"/>
                  </a:lnTo>
                  <a:lnTo>
                    <a:pt x="277048" y="68852"/>
                  </a:lnTo>
                  <a:lnTo>
                    <a:pt x="281966" y="72131"/>
                  </a:lnTo>
                  <a:lnTo>
                    <a:pt x="285245" y="73770"/>
                  </a:lnTo>
                  <a:lnTo>
                    <a:pt x="285245" y="75410"/>
                  </a:lnTo>
                  <a:lnTo>
                    <a:pt x="290163" y="77049"/>
                  </a:lnTo>
                  <a:lnTo>
                    <a:pt x="293441" y="78688"/>
                  </a:lnTo>
                  <a:lnTo>
                    <a:pt x="295081" y="80327"/>
                  </a:lnTo>
                  <a:lnTo>
                    <a:pt x="295081" y="83606"/>
                  </a:lnTo>
                  <a:lnTo>
                    <a:pt x="298359" y="86885"/>
                  </a:lnTo>
                  <a:lnTo>
                    <a:pt x="298359" y="88524"/>
                  </a:lnTo>
                  <a:lnTo>
                    <a:pt x="303277" y="90164"/>
                  </a:lnTo>
                  <a:lnTo>
                    <a:pt x="306556" y="91803"/>
                  </a:lnTo>
                  <a:lnTo>
                    <a:pt x="308195" y="91803"/>
                  </a:lnTo>
                  <a:lnTo>
                    <a:pt x="311474" y="93442"/>
                  </a:lnTo>
                  <a:lnTo>
                    <a:pt x="316392" y="93442"/>
                  </a:lnTo>
                  <a:lnTo>
                    <a:pt x="319671" y="96721"/>
                  </a:lnTo>
                  <a:lnTo>
                    <a:pt x="322949" y="96721"/>
                  </a:lnTo>
                  <a:lnTo>
                    <a:pt x="326228" y="98360"/>
                  </a:lnTo>
                  <a:lnTo>
                    <a:pt x="327867" y="98360"/>
                  </a:lnTo>
                  <a:lnTo>
                    <a:pt x="331146" y="100000"/>
                  </a:lnTo>
                  <a:lnTo>
                    <a:pt x="334425" y="98360"/>
                  </a:lnTo>
                  <a:lnTo>
                    <a:pt x="339343" y="98360"/>
                  </a:lnTo>
                  <a:lnTo>
                    <a:pt x="339343" y="100000"/>
                  </a:lnTo>
                  <a:lnTo>
                    <a:pt x="342622" y="101639"/>
                  </a:lnTo>
                  <a:lnTo>
                    <a:pt x="345900" y="103278"/>
                  </a:lnTo>
                  <a:lnTo>
                    <a:pt x="350818" y="106557"/>
                  </a:lnTo>
                  <a:lnTo>
                    <a:pt x="354097" y="108196"/>
                  </a:lnTo>
                  <a:lnTo>
                    <a:pt x="357375" y="111475"/>
                  </a:lnTo>
                  <a:lnTo>
                    <a:pt x="360654" y="114754"/>
                  </a:lnTo>
                  <a:lnTo>
                    <a:pt x="363933" y="118032"/>
                  </a:lnTo>
                  <a:lnTo>
                    <a:pt x="368851" y="121311"/>
                  </a:lnTo>
                  <a:lnTo>
                    <a:pt x="368851" y="121311"/>
                  </a:lnTo>
                  <a:lnTo>
                    <a:pt x="373769" y="122950"/>
                  </a:lnTo>
                  <a:lnTo>
                    <a:pt x="377047" y="124590"/>
                  </a:lnTo>
                  <a:lnTo>
                    <a:pt x="380326" y="126229"/>
                  </a:lnTo>
                  <a:lnTo>
                    <a:pt x="383605" y="129508"/>
                  </a:lnTo>
                  <a:lnTo>
                    <a:pt x="388523" y="132786"/>
                  </a:lnTo>
                  <a:lnTo>
                    <a:pt x="391802" y="132786"/>
                  </a:lnTo>
                  <a:lnTo>
                    <a:pt x="395080" y="134425"/>
                  </a:lnTo>
                  <a:lnTo>
                    <a:pt x="399998" y="134425"/>
                  </a:lnTo>
                  <a:lnTo>
                    <a:pt x="403277" y="137704"/>
                  </a:lnTo>
                  <a:lnTo>
                    <a:pt x="406556" y="140983"/>
                  </a:lnTo>
                  <a:lnTo>
                    <a:pt x="409834" y="139344"/>
                  </a:lnTo>
                  <a:lnTo>
                    <a:pt x="413113" y="140983"/>
                  </a:lnTo>
                  <a:lnTo>
                    <a:pt x="414752" y="142622"/>
                  </a:lnTo>
                  <a:lnTo>
                    <a:pt x="418031" y="144261"/>
                  </a:lnTo>
                  <a:lnTo>
                    <a:pt x="421310" y="145901"/>
                  </a:lnTo>
                  <a:lnTo>
                    <a:pt x="424588" y="145901"/>
                  </a:lnTo>
                  <a:lnTo>
                    <a:pt x="429506" y="149180"/>
                  </a:lnTo>
                  <a:lnTo>
                    <a:pt x="431146" y="152458"/>
                  </a:lnTo>
                  <a:lnTo>
                    <a:pt x="431146" y="154098"/>
                  </a:lnTo>
                  <a:lnTo>
                    <a:pt x="432785" y="154098"/>
                  </a:lnTo>
                  <a:lnTo>
                    <a:pt x="434424" y="159015"/>
                  </a:lnTo>
                  <a:lnTo>
                    <a:pt x="437703" y="162294"/>
                  </a:lnTo>
                  <a:lnTo>
                    <a:pt x="437703" y="165573"/>
                  </a:lnTo>
                  <a:lnTo>
                    <a:pt x="437703" y="168851"/>
                  </a:lnTo>
                  <a:lnTo>
                    <a:pt x="432785" y="170491"/>
                  </a:lnTo>
                  <a:lnTo>
                    <a:pt x="432785" y="173770"/>
                  </a:lnTo>
                  <a:lnTo>
                    <a:pt x="431146" y="178688"/>
                  </a:lnTo>
                  <a:lnTo>
                    <a:pt x="431146" y="178688"/>
                  </a:lnTo>
                  <a:lnTo>
                    <a:pt x="429506" y="183605"/>
                  </a:lnTo>
                  <a:lnTo>
                    <a:pt x="429506" y="186884"/>
                  </a:lnTo>
                  <a:lnTo>
                    <a:pt x="426228" y="190163"/>
                  </a:lnTo>
                  <a:lnTo>
                    <a:pt x="421310" y="191802"/>
                  </a:lnTo>
                  <a:lnTo>
                    <a:pt x="422949" y="196720"/>
                  </a:lnTo>
                  <a:lnTo>
                    <a:pt x="421310" y="199999"/>
                  </a:lnTo>
                  <a:lnTo>
                    <a:pt x="419670" y="203278"/>
                  </a:lnTo>
                  <a:lnTo>
                    <a:pt x="421310" y="208195"/>
                  </a:lnTo>
                  <a:lnTo>
                    <a:pt x="421310" y="211474"/>
                  </a:lnTo>
                  <a:lnTo>
                    <a:pt x="422949" y="213114"/>
                  </a:lnTo>
                  <a:lnTo>
                    <a:pt x="421310" y="216392"/>
                  </a:lnTo>
                  <a:lnTo>
                    <a:pt x="419670" y="219671"/>
                  </a:lnTo>
                  <a:lnTo>
                    <a:pt x="418031" y="224589"/>
                  </a:lnTo>
                  <a:lnTo>
                    <a:pt x="418031" y="224589"/>
                  </a:lnTo>
                  <a:lnTo>
                    <a:pt x="413113" y="226228"/>
                  </a:lnTo>
                  <a:lnTo>
                    <a:pt x="413113" y="231147"/>
                  </a:lnTo>
                  <a:lnTo>
                    <a:pt x="411474" y="234425"/>
                  </a:lnTo>
                  <a:lnTo>
                    <a:pt x="408195" y="237704"/>
                  </a:lnTo>
                  <a:lnTo>
                    <a:pt x="411474" y="242622"/>
                  </a:lnTo>
                  <a:lnTo>
                    <a:pt x="411474" y="242622"/>
                  </a:lnTo>
                  <a:lnTo>
                    <a:pt x="411474" y="244261"/>
                  </a:lnTo>
                  <a:lnTo>
                    <a:pt x="414752" y="242622"/>
                  </a:lnTo>
                  <a:lnTo>
                    <a:pt x="418031" y="242622"/>
                  </a:lnTo>
                  <a:lnTo>
                    <a:pt x="422949" y="242622"/>
                  </a:lnTo>
                  <a:lnTo>
                    <a:pt x="426228" y="240982"/>
                  </a:lnTo>
                  <a:lnTo>
                    <a:pt x="429506" y="242622"/>
                  </a:lnTo>
                  <a:lnTo>
                    <a:pt x="434424" y="240982"/>
                  </a:lnTo>
                  <a:lnTo>
                    <a:pt x="437703" y="242622"/>
                  </a:lnTo>
                  <a:lnTo>
                    <a:pt x="440982" y="242622"/>
                  </a:lnTo>
                  <a:lnTo>
                    <a:pt x="444260" y="244261"/>
                  </a:lnTo>
                  <a:lnTo>
                    <a:pt x="449178" y="245901"/>
                  </a:lnTo>
                  <a:lnTo>
                    <a:pt x="452457" y="247540"/>
                  </a:lnTo>
                  <a:lnTo>
                    <a:pt x="457375" y="249179"/>
                  </a:lnTo>
                  <a:lnTo>
                    <a:pt x="460654" y="249179"/>
                  </a:lnTo>
                  <a:lnTo>
                    <a:pt x="463932" y="250818"/>
                  </a:lnTo>
                  <a:lnTo>
                    <a:pt x="467211" y="252458"/>
                  </a:lnTo>
                  <a:lnTo>
                    <a:pt x="472129" y="250818"/>
                  </a:lnTo>
                  <a:lnTo>
                    <a:pt x="475408" y="247540"/>
                  </a:lnTo>
                  <a:lnTo>
                    <a:pt x="478686" y="250818"/>
                  </a:lnTo>
                  <a:lnTo>
                    <a:pt x="481965" y="252458"/>
                  </a:lnTo>
                  <a:lnTo>
                    <a:pt x="485244" y="250818"/>
                  </a:lnTo>
                  <a:lnTo>
                    <a:pt x="488522" y="250818"/>
                  </a:lnTo>
                  <a:lnTo>
                    <a:pt x="491801" y="254097"/>
                  </a:lnTo>
                  <a:lnTo>
                    <a:pt x="496719" y="255737"/>
                  </a:lnTo>
                  <a:lnTo>
                    <a:pt x="498359" y="252458"/>
                  </a:lnTo>
                  <a:lnTo>
                    <a:pt x="498359" y="249179"/>
                  </a:lnTo>
                  <a:lnTo>
                    <a:pt x="501637" y="244261"/>
                  </a:lnTo>
                  <a:lnTo>
                    <a:pt x="506555" y="242622"/>
                  </a:lnTo>
                  <a:lnTo>
                    <a:pt x="509834" y="244261"/>
                  </a:lnTo>
                  <a:lnTo>
                    <a:pt x="513112" y="245901"/>
                  </a:lnTo>
                  <a:lnTo>
                    <a:pt x="518031" y="249179"/>
                  </a:lnTo>
                  <a:lnTo>
                    <a:pt x="519670" y="247540"/>
                  </a:lnTo>
                  <a:lnTo>
                    <a:pt x="524588" y="244261"/>
                  </a:lnTo>
                  <a:lnTo>
                    <a:pt x="522949" y="239343"/>
                  </a:lnTo>
                  <a:lnTo>
                    <a:pt x="524588" y="236064"/>
                  </a:lnTo>
                  <a:lnTo>
                    <a:pt x="527866" y="232786"/>
                  </a:lnTo>
                  <a:lnTo>
                    <a:pt x="531145" y="227868"/>
                  </a:lnTo>
                  <a:lnTo>
                    <a:pt x="534424" y="227868"/>
                  </a:lnTo>
                  <a:lnTo>
                    <a:pt x="534424" y="227868"/>
                  </a:lnTo>
                  <a:lnTo>
                    <a:pt x="539342" y="227868"/>
                  </a:lnTo>
                  <a:lnTo>
                    <a:pt x="539342" y="222950"/>
                  </a:lnTo>
                  <a:lnTo>
                    <a:pt x="542621" y="221310"/>
                  </a:lnTo>
                  <a:lnTo>
                    <a:pt x="544260" y="219671"/>
                  </a:lnTo>
                  <a:lnTo>
                    <a:pt x="544260" y="214753"/>
                  </a:lnTo>
                  <a:lnTo>
                    <a:pt x="549178" y="214753"/>
                  </a:lnTo>
                  <a:lnTo>
                    <a:pt x="549178" y="211474"/>
                  </a:lnTo>
                  <a:lnTo>
                    <a:pt x="549178" y="208195"/>
                  </a:lnTo>
                  <a:lnTo>
                    <a:pt x="550817" y="203278"/>
                  </a:lnTo>
                  <a:lnTo>
                    <a:pt x="552456" y="199999"/>
                  </a:lnTo>
                  <a:lnTo>
                    <a:pt x="550817" y="196720"/>
                  </a:lnTo>
                  <a:lnTo>
                    <a:pt x="552456" y="193442"/>
                  </a:lnTo>
                  <a:lnTo>
                    <a:pt x="550817" y="190163"/>
                  </a:lnTo>
                  <a:lnTo>
                    <a:pt x="550817" y="185245"/>
                  </a:lnTo>
                  <a:lnTo>
                    <a:pt x="550817" y="181966"/>
                  </a:lnTo>
                  <a:lnTo>
                    <a:pt x="552456" y="178688"/>
                  </a:lnTo>
                  <a:lnTo>
                    <a:pt x="549178" y="175409"/>
                  </a:lnTo>
                  <a:lnTo>
                    <a:pt x="549178" y="170491"/>
                  </a:lnTo>
                  <a:lnTo>
                    <a:pt x="549178" y="167212"/>
                  </a:lnTo>
                  <a:lnTo>
                    <a:pt x="549178" y="167212"/>
                  </a:lnTo>
                  <a:lnTo>
                    <a:pt x="550817" y="167212"/>
                  </a:lnTo>
                  <a:lnTo>
                    <a:pt x="552456" y="168851"/>
                  </a:lnTo>
                  <a:lnTo>
                    <a:pt x="557375" y="170491"/>
                  </a:lnTo>
                  <a:lnTo>
                    <a:pt x="559014" y="167212"/>
                  </a:lnTo>
                  <a:lnTo>
                    <a:pt x="562293" y="167212"/>
                  </a:lnTo>
                  <a:lnTo>
                    <a:pt x="565571" y="165573"/>
                  </a:lnTo>
                  <a:lnTo>
                    <a:pt x="570489" y="165573"/>
                  </a:lnTo>
                  <a:lnTo>
                    <a:pt x="573768" y="167212"/>
                  </a:lnTo>
                  <a:lnTo>
                    <a:pt x="577047" y="170491"/>
                  </a:lnTo>
                  <a:lnTo>
                    <a:pt x="578686" y="175409"/>
                  </a:lnTo>
                  <a:lnTo>
                    <a:pt x="580325" y="178688"/>
                  </a:lnTo>
                  <a:lnTo>
                    <a:pt x="581965" y="181966"/>
                  </a:lnTo>
                  <a:lnTo>
                    <a:pt x="583604" y="185245"/>
                  </a:lnTo>
                  <a:lnTo>
                    <a:pt x="585243" y="190163"/>
                  </a:lnTo>
                  <a:lnTo>
                    <a:pt x="588522" y="193442"/>
                  </a:lnTo>
                  <a:lnTo>
                    <a:pt x="590161" y="196720"/>
                  </a:lnTo>
                  <a:lnTo>
                    <a:pt x="590161" y="198360"/>
                  </a:lnTo>
                  <a:lnTo>
                    <a:pt x="588522" y="201638"/>
                  </a:lnTo>
                  <a:lnTo>
                    <a:pt x="588522" y="204917"/>
                  </a:lnTo>
                  <a:lnTo>
                    <a:pt x="588522" y="208195"/>
                  </a:lnTo>
                  <a:lnTo>
                    <a:pt x="588522" y="213114"/>
                  </a:lnTo>
                  <a:lnTo>
                    <a:pt x="588522" y="216392"/>
                  </a:lnTo>
                  <a:lnTo>
                    <a:pt x="590161" y="219671"/>
                  </a:lnTo>
                  <a:lnTo>
                    <a:pt x="591801" y="222950"/>
                  </a:lnTo>
                  <a:lnTo>
                    <a:pt x="591801" y="227868"/>
                  </a:lnTo>
                  <a:lnTo>
                    <a:pt x="590161" y="231147"/>
                  </a:lnTo>
                  <a:lnTo>
                    <a:pt x="588522" y="234425"/>
                  </a:lnTo>
                  <a:lnTo>
                    <a:pt x="588522" y="237704"/>
                  </a:lnTo>
                  <a:lnTo>
                    <a:pt x="585243" y="237704"/>
                  </a:lnTo>
                  <a:lnTo>
                    <a:pt x="580325" y="240982"/>
                  </a:lnTo>
                  <a:lnTo>
                    <a:pt x="577047" y="242622"/>
                  </a:lnTo>
                  <a:lnTo>
                    <a:pt x="575407" y="245901"/>
                  </a:lnTo>
                  <a:lnTo>
                    <a:pt x="570489" y="247540"/>
                  </a:lnTo>
                  <a:lnTo>
                    <a:pt x="567211" y="247540"/>
                  </a:lnTo>
                  <a:lnTo>
                    <a:pt x="563932" y="250818"/>
                  </a:lnTo>
                  <a:lnTo>
                    <a:pt x="559014" y="252458"/>
                  </a:lnTo>
                  <a:lnTo>
                    <a:pt x="555735" y="255737"/>
                  </a:lnTo>
                  <a:lnTo>
                    <a:pt x="552456" y="257376"/>
                  </a:lnTo>
                  <a:lnTo>
                    <a:pt x="552456" y="262294"/>
                  </a:lnTo>
                  <a:lnTo>
                    <a:pt x="549178" y="265572"/>
                  </a:lnTo>
                  <a:lnTo>
                    <a:pt x="544260" y="267212"/>
                  </a:lnTo>
                  <a:lnTo>
                    <a:pt x="540981" y="268851"/>
                  </a:lnTo>
                  <a:lnTo>
                    <a:pt x="537703" y="270491"/>
                  </a:lnTo>
                  <a:lnTo>
                    <a:pt x="537703" y="272130"/>
                  </a:lnTo>
                  <a:lnTo>
                    <a:pt x="534424" y="277048"/>
                  </a:lnTo>
                  <a:lnTo>
                    <a:pt x="532784" y="277048"/>
                  </a:lnTo>
                  <a:lnTo>
                    <a:pt x="527866" y="280327"/>
                  </a:lnTo>
                  <a:lnTo>
                    <a:pt x="527866" y="280327"/>
                  </a:lnTo>
                  <a:lnTo>
                    <a:pt x="526227" y="281966"/>
                  </a:lnTo>
                  <a:lnTo>
                    <a:pt x="524588" y="285244"/>
                  </a:lnTo>
                  <a:lnTo>
                    <a:pt x="527866" y="288523"/>
                  </a:lnTo>
                  <a:lnTo>
                    <a:pt x="526227" y="291802"/>
                  </a:lnTo>
                  <a:lnTo>
                    <a:pt x="522949" y="290162"/>
                  </a:lnTo>
                  <a:lnTo>
                    <a:pt x="519670" y="291802"/>
                  </a:lnTo>
                  <a:lnTo>
                    <a:pt x="519670" y="295081"/>
                  </a:lnTo>
                  <a:lnTo>
                    <a:pt x="516391" y="296720"/>
                  </a:lnTo>
                  <a:lnTo>
                    <a:pt x="516391" y="299998"/>
                  </a:lnTo>
                  <a:lnTo>
                    <a:pt x="513112" y="303277"/>
                  </a:lnTo>
                  <a:lnTo>
                    <a:pt x="511473" y="308195"/>
                  </a:lnTo>
                  <a:lnTo>
                    <a:pt x="508194" y="311474"/>
                  </a:lnTo>
                  <a:lnTo>
                    <a:pt x="508194" y="314752"/>
                  </a:lnTo>
                  <a:lnTo>
                    <a:pt x="504916" y="318031"/>
                  </a:lnTo>
                  <a:lnTo>
                    <a:pt x="501637" y="322949"/>
                  </a:lnTo>
                  <a:lnTo>
                    <a:pt x="498359" y="324588"/>
                  </a:lnTo>
                  <a:lnTo>
                    <a:pt x="496719" y="329507"/>
                  </a:lnTo>
                  <a:lnTo>
                    <a:pt x="496719" y="332785"/>
                  </a:lnTo>
                  <a:lnTo>
                    <a:pt x="493440" y="336064"/>
                  </a:lnTo>
                  <a:lnTo>
                    <a:pt x="493440" y="337703"/>
                  </a:lnTo>
                  <a:lnTo>
                    <a:pt x="490162" y="342621"/>
                  </a:lnTo>
                  <a:lnTo>
                    <a:pt x="488522" y="345900"/>
                  </a:lnTo>
                  <a:lnTo>
                    <a:pt x="486883" y="349179"/>
                  </a:lnTo>
                  <a:lnTo>
                    <a:pt x="485244" y="350818"/>
                  </a:lnTo>
                  <a:lnTo>
                    <a:pt x="481965" y="352457"/>
                  </a:lnTo>
                  <a:lnTo>
                    <a:pt x="478686" y="354097"/>
                  </a:lnTo>
                  <a:lnTo>
                    <a:pt x="478686" y="359015"/>
                  </a:lnTo>
                  <a:lnTo>
                    <a:pt x="477047" y="362294"/>
                  </a:lnTo>
                  <a:lnTo>
                    <a:pt x="473768" y="365572"/>
                  </a:lnTo>
                  <a:lnTo>
                    <a:pt x="470490" y="370490"/>
                  </a:lnTo>
                  <a:lnTo>
                    <a:pt x="468850" y="370490"/>
                  </a:lnTo>
                  <a:lnTo>
                    <a:pt x="468850" y="370490"/>
                  </a:lnTo>
                  <a:lnTo>
                    <a:pt x="468850" y="373769"/>
                  </a:lnTo>
                  <a:lnTo>
                    <a:pt x="468850" y="378687"/>
                  </a:lnTo>
                  <a:lnTo>
                    <a:pt x="465572" y="381965"/>
                  </a:lnTo>
                  <a:lnTo>
                    <a:pt x="462293" y="385244"/>
                  </a:lnTo>
                  <a:lnTo>
                    <a:pt x="462293" y="385244"/>
                  </a:lnTo>
                  <a:lnTo>
                    <a:pt x="462293" y="390162"/>
                  </a:lnTo>
                  <a:lnTo>
                    <a:pt x="465572" y="393441"/>
                  </a:lnTo>
                  <a:lnTo>
                    <a:pt x="465572" y="395080"/>
                  </a:lnTo>
                  <a:lnTo>
                    <a:pt x="467211" y="396719"/>
                  </a:lnTo>
                  <a:lnTo>
                    <a:pt x="467211" y="401637"/>
                  </a:lnTo>
                  <a:lnTo>
                    <a:pt x="463932" y="403277"/>
                  </a:lnTo>
                  <a:lnTo>
                    <a:pt x="465572" y="408195"/>
                  </a:lnTo>
                  <a:lnTo>
                    <a:pt x="465572" y="411474"/>
                  </a:lnTo>
                  <a:lnTo>
                    <a:pt x="467211" y="414752"/>
                  </a:lnTo>
                  <a:lnTo>
                    <a:pt x="465572" y="419670"/>
                  </a:lnTo>
                  <a:lnTo>
                    <a:pt x="465572" y="422949"/>
                  </a:lnTo>
                  <a:lnTo>
                    <a:pt x="465572" y="424588"/>
                  </a:lnTo>
                  <a:lnTo>
                    <a:pt x="462293" y="427867"/>
                  </a:lnTo>
                  <a:lnTo>
                    <a:pt x="463932" y="429506"/>
                  </a:lnTo>
                  <a:lnTo>
                    <a:pt x="467211" y="432785"/>
                  </a:lnTo>
                  <a:lnTo>
                    <a:pt x="467211" y="436064"/>
                  </a:lnTo>
                  <a:lnTo>
                    <a:pt x="467211" y="440981"/>
                  </a:lnTo>
                  <a:lnTo>
                    <a:pt x="462293" y="442621"/>
                  </a:lnTo>
                  <a:lnTo>
                    <a:pt x="462293" y="447539"/>
                  </a:lnTo>
                  <a:lnTo>
                    <a:pt x="463932" y="450818"/>
                  </a:lnTo>
                  <a:lnTo>
                    <a:pt x="465572" y="454096"/>
                  </a:lnTo>
                  <a:lnTo>
                    <a:pt x="465572" y="455735"/>
                  </a:lnTo>
                  <a:lnTo>
                    <a:pt x="465572" y="459014"/>
                  </a:lnTo>
                  <a:lnTo>
                    <a:pt x="467211" y="460654"/>
                  </a:lnTo>
                  <a:lnTo>
                    <a:pt x="468850" y="462293"/>
                  </a:lnTo>
                  <a:lnTo>
                    <a:pt x="468850" y="465572"/>
                  </a:lnTo>
                  <a:lnTo>
                    <a:pt x="467211" y="468850"/>
                  </a:lnTo>
                  <a:lnTo>
                    <a:pt x="467211" y="470489"/>
                  </a:lnTo>
                  <a:lnTo>
                    <a:pt x="465572" y="472129"/>
                  </a:lnTo>
                  <a:lnTo>
                    <a:pt x="467211" y="477047"/>
                  </a:lnTo>
                  <a:lnTo>
                    <a:pt x="468850" y="480325"/>
                  </a:lnTo>
                  <a:lnTo>
                    <a:pt x="470490" y="483604"/>
                  </a:lnTo>
                  <a:lnTo>
                    <a:pt x="470490" y="488522"/>
                  </a:lnTo>
                  <a:lnTo>
                    <a:pt x="473768" y="491801"/>
                  </a:lnTo>
                  <a:lnTo>
                    <a:pt x="473768" y="495079"/>
                  </a:lnTo>
                  <a:lnTo>
                    <a:pt x="472129" y="498358"/>
                  </a:lnTo>
                  <a:lnTo>
                    <a:pt x="468850" y="498358"/>
                  </a:lnTo>
                  <a:lnTo>
                    <a:pt x="465572" y="501637"/>
                  </a:lnTo>
                  <a:lnTo>
                    <a:pt x="465572" y="504916"/>
                  </a:lnTo>
                  <a:lnTo>
                    <a:pt x="465572" y="508194"/>
                  </a:lnTo>
                  <a:lnTo>
                    <a:pt x="463932" y="513112"/>
                  </a:lnTo>
                  <a:lnTo>
                    <a:pt x="463932" y="516391"/>
                  </a:lnTo>
                  <a:lnTo>
                    <a:pt x="465572" y="519669"/>
                  </a:lnTo>
                  <a:lnTo>
                    <a:pt x="465572" y="524588"/>
                  </a:lnTo>
                  <a:lnTo>
                    <a:pt x="465572" y="527866"/>
                  </a:lnTo>
                  <a:lnTo>
                    <a:pt x="468850" y="531145"/>
                  </a:lnTo>
                  <a:lnTo>
                    <a:pt x="470490" y="534424"/>
                  </a:lnTo>
                  <a:lnTo>
                    <a:pt x="472129" y="537702"/>
                  </a:lnTo>
                  <a:lnTo>
                    <a:pt x="472129" y="539342"/>
                  </a:lnTo>
                  <a:lnTo>
                    <a:pt x="475408" y="542621"/>
                  </a:lnTo>
                  <a:lnTo>
                    <a:pt x="475408" y="545899"/>
                  </a:lnTo>
                  <a:lnTo>
                    <a:pt x="475408" y="547538"/>
                  </a:lnTo>
                  <a:lnTo>
                    <a:pt x="475408" y="549178"/>
                  </a:lnTo>
                  <a:lnTo>
                    <a:pt x="473768" y="550817"/>
                  </a:lnTo>
                  <a:lnTo>
                    <a:pt x="470490" y="552456"/>
                  </a:lnTo>
                  <a:lnTo>
                    <a:pt x="472129" y="552456"/>
                  </a:lnTo>
                  <a:lnTo>
                    <a:pt x="473768" y="555735"/>
                  </a:lnTo>
                  <a:lnTo>
                    <a:pt x="475408" y="559014"/>
                  </a:lnTo>
                  <a:lnTo>
                    <a:pt x="477047" y="563932"/>
                  </a:lnTo>
                  <a:lnTo>
                    <a:pt x="481965" y="565571"/>
                  </a:lnTo>
                  <a:lnTo>
                    <a:pt x="483604" y="567211"/>
                  </a:lnTo>
                  <a:lnTo>
                    <a:pt x="486883" y="570489"/>
                  </a:lnTo>
                  <a:lnTo>
                    <a:pt x="490162" y="572128"/>
                  </a:lnTo>
                  <a:lnTo>
                    <a:pt x="495080" y="573768"/>
                  </a:lnTo>
                  <a:lnTo>
                    <a:pt x="498359" y="575407"/>
                  </a:lnTo>
                  <a:lnTo>
                    <a:pt x="501637" y="577046"/>
                  </a:lnTo>
                  <a:lnTo>
                    <a:pt x="504916" y="578686"/>
                  </a:lnTo>
                  <a:lnTo>
                    <a:pt x="509834" y="580325"/>
                  </a:lnTo>
                  <a:lnTo>
                    <a:pt x="513112" y="583604"/>
                  </a:lnTo>
                  <a:lnTo>
                    <a:pt x="513112" y="583604"/>
                  </a:lnTo>
                  <a:lnTo>
                    <a:pt x="516391" y="585243"/>
                  </a:lnTo>
                  <a:lnTo>
                    <a:pt x="521309" y="586882"/>
                  </a:lnTo>
                  <a:lnTo>
                    <a:pt x="524588" y="590161"/>
                  </a:lnTo>
                  <a:lnTo>
                    <a:pt x="527866" y="593440"/>
                  </a:lnTo>
                  <a:lnTo>
                    <a:pt x="531145" y="596718"/>
                  </a:lnTo>
                  <a:lnTo>
                    <a:pt x="534424" y="601636"/>
                  </a:lnTo>
                  <a:lnTo>
                    <a:pt x="534424" y="604915"/>
                  </a:lnTo>
                  <a:lnTo>
                    <a:pt x="532784" y="608194"/>
                  </a:lnTo>
                  <a:lnTo>
                    <a:pt x="531145" y="613112"/>
                  </a:lnTo>
                  <a:lnTo>
                    <a:pt x="529506" y="616391"/>
                  </a:lnTo>
                  <a:lnTo>
                    <a:pt x="529506" y="619669"/>
                  </a:lnTo>
                  <a:lnTo>
                    <a:pt x="529506" y="622948"/>
                  </a:lnTo>
                  <a:lnTo>
                    <a:pt x="532784" y="626226"/>
                  </a:lnTo>
                  <a:lnTo>
                    <a:pt x="534424" y="631145"/>
                  </a:lnTo>
                  <a:lnTo>
                    <a:pt x="537703" y="634423"/>
                  </a:lnTo>
                  <a:lnTo>
                    <a:pt x="540981" y="637702"/>
                  </a:lnTo>
                  <a:lnTo>
                    <a:pt x="545899" y="640981"/>
                  </a:lnTo>
                  <a:lnTo>
                    <a:pt x="549178" y="642620"/>
                  </a:lnTo>
                  <a:lnTo>
                    <a:pt x="552456" y="642620"/>
                  </a:lnTo>
                  <a:lnTo>
                    <a:pt x="555735" y="640981"/>
                  </a:lnTo>
                  <a:lnTo>
                    <a:pt x="559014" y="642620"/>
                  </a:lnTo>
                  <a:lnTo>
                    <a:pt x="559014" y="644259"/>
                  </a:lnTo>
                  <a:lnTo>
                    <a:pt x="560653" y="647538"/>
                  </a:lnTo>
                  <a:lnTo>
                    <a:pt x="562293" y="652456"/>
                  </a:lnTo>
                  <a:lnTo>
                    <a:pt x="563932" y="655735"/>
                  </a:lnTo>
                  <a:lnTo>
                    <a:pt x="565571" y="659013"/>
                  </a:lnTo>
                  <a:lnTo>
                    <a:pt x="565571" y="663931"/>
                  </a:lnTo>
                  <a:lnTo>
                    <a:pt x="565571" y="667210"/>
                  </a:lnTo>
                  <a:lnTo>
                    <a:pt x="563932" y="672128"/>
                  </a:lnTo>
                  <a:lnTo>
                    <a:pt x="562293" y="675406"/>
                  </a:lnTo>
                  <a:lnTo>
                    <a:pt x="560653" y="678685"/>
                  </a:lnTo>
                  <a:lnTo>
                    <a:pt x="560653" y="681964"/>
                  </a:lnTo>
                  <a:lnTo>
                    <a:pt x="559014" y="686882"/>
                  </a:lnTo>
                  <a:lnTo>
                    <a:pt x="557375" y="690161"/>
                  </a:lnTo>
                  <a:lnTo>
                    <a:pt x="555735" y="693439"/>
                  </a:lnTo>
                  <a:lnTo>
                    <a:pt x="552456" y="698358"/>
                  </a:lnTo>
                  <a:lnTo>
                    <a:pt x="550817" y="701636"/>
                  </a:lnTo>
                  <a:lnTo>
                    <a:pt x="549178" y="704915"/>
                  </a:lnTo>
                  <a:lnTo>
                    <a:pt x="545899" y="709833"/>
                  </a:lnTo>
                  <a:lnTo>
                    <a:pt x="545899" y="713111"/>
                  </a:lnTo>
                  <a:lnTo>
                    <a:pt x="547539" y="716390"/>
                  </a:lnTo>
                  <a:lnTo>
                    <a:pt x="547539" y="721308"/>
                  </a:lnTo>
                  <a:lnTo>
                    <a:pt x="544260" y="724587"/>
                  </a:lnTo>
                  <a:lnTo>
                    <a:pt x="540981" y="727865"/>
                  </a:lnTo>
                  <a:lnTo>
                    <a:pt x="536063" y="729505"/>
                  </a:lnTo>
                  <a:lnTo>
                    <a:pt x="532784" y="731144"/>
                  </a:lnTo>
                  <a:lnTo>
                    <a:pt x="529506" y="734423"/>
                  </a:lnTo>
                  <a:lnTo>
                    <a:pt x="526227" y="736062"/>
                  </a:lnTo>
                  <a:lnTo>
                    <a:pt x="521309" y="737702"/>
                  </a:lnTo>
                  <a:lnTo>
                    <a:pt x="518031" y="739341"/>
                  </a:lnTo>
                  <a:lnTo>
                    <a:pt x="514752" y="740980"/>
                  </a:lnTo>
                  <a:lnTo>
                    <a:pt x="511473" y="740980"/>
                  </a:lnTo>
                  <a:lnTo>
                    <a:pt x="506555" y="742619"/>
                  </a:lnTo>
                  <a:lnTo>
                    <a:pt x="503276" y="744259"/>
                  </a:lnTo>
                  <a:lnTo>
                    <a:pt x="499998" y="745898"/>
                  </a:lnTo>
                  <a:lnTo>
                    <a:pt x="495080" y="745898"/>
                  </a:lnTo>
                  <a:lnTo>
                    <a:pt x="491801" y="747538"/>
                  </a:lnTo>
                  <a:lnTo>
                    <a:pt x="488522" y="749177"/>
                  </a:lnTo>
                  <a:lnTo>
                    <a:pt x="483604" y="749177"/>
                  </a:lnTo>
                  <a:lnTo>
                    <a:pt x="480326" y="750816"/>
                  </a:lnTo>
                  <a:lnTo>
                    <a:pt x="477047" y="752455"/>
                  </a:lnTo>
                  <a:lnTo>
                    <a:pt x="472129" y="752455"/>
                  </a:lnTo>
                  <a:lnTo>
                    <a:pt x="468850" y="752455"/>
                  </a:lnTo>
                  <a:lnTo>
                    <a:pt x="468850" y="752455"/>
                  </a:lnTo>
                  <a:lnTo>
                    <a:pt x="465572" y="754095"/>
                  </a:lnTo>
                  <a:lnTo>
                    <a:pt x="460654" y="754095"/>
                  </a:lnTo>
                  <a:lnTo>
                    <a:pt x="457375" y="755734"/>
                  </a:lnTo>
                  <a:lnTo>
                    <a:pt x="454096" y="755734"/>
                  </a:lnTo>
                  <a:lnTo>
                    <a:pt x="450818" y="755734"/>
                  </a:lnTo>
                  <a:lnTo>
                    <a:pt x="445900" y="757373"/>
                  </a:lnTo>
                  <a:lnTo>
                    <a:pt x="442621" y="757373"/>
                  </a:lnTo>
                  <a:lnTo>
                    <a:pt x="439342" y="757373"/>
                  </a:lnTo>
                  <a:lnTo>
                    <a:pt x="434424" y="757373"/>
                  </a:lnTo>
                  <a:lnTo>
                    <a:pt x="431146" y="759013"/>
                  </a:lnTo>
                  <a:lnTo>
                    <a:pt x="427867" y="759013"/>
                  </a:lnTo>
                  <a:lnTo>
                    <a:pt x="424588" y="759013"/>
                  </a:lnTo>
                  <a:lnTo>
                    <a:pt x="419670" y="759013"/>
                  </a:lnTo>
                  <a:lnTo>
                    <a:pt x="416392" y="759013"/>
                  </a:lnTo>
                  <a:lnTo>
                    <a:pt x="413113" y="759013"/>
                  </a:lnTo>
                  <a:lnTo>
                    <a:pt x="408195" y="757373"/>
                  </a:lnTo>
                  <a:lnTo>
                    <a:pt x="404916" y="759013"/>
                  </a:lnTo>
                  <a:lnTo>
                    <a:pt x="401638" y="757373"/>
                  </a:lnTo>
                  <a:lnTo>
                    <a:pt x="398359" y="757373"/>
                  </a:lnTo>
                  <a:lnTo>
                    <a:pt x="393441" y="754095"/>
                  </a:lnTo>
                  <a:lnTo>
                    <a:pt x="390162" y="750816"/>
                  </a:lnTo>
                  <a:lnTo>
                    <a:pt x="386884" y="750816"/>
                  </a:lnTo>
                  <a:lnTo>
                    <a:pt x="383605" y="750816"/>
                  </a:lnTo>
                  <a:lnTo>
                    <a:pt x="385244" y="754095"/>
                  </a:lnTo>
                  <a:lnTo>
                    <a:pt x="388523" y="757373"/>
                  </a:lnTo>
                  <a:lnTo>
                    <a:pt x="388523" y="760652"/>
                  </a:lnTo>
                  <a:lnTo>
                    <a:pt x="388523" y="763931"/>
                  </a:lnTo>
                  <a:lnTo>
                    <a:pt x="390162" y="768849"/>
                  </a:lnTo>
                  <a:lnTo>
                    <a:pt x="393441" y="770488"/>
                  </a:lnTo>
                  <a:lnTo>
                    <a:pt x="398359" y="772128"/>
                  </a:lnTo>
                  <a:lnTo>
                    <a:pt x="399998" y="775406"/>
                  </a:lnTo>
                  <a:lnTo>
                    <a:pt x="395080" y="775406"/>
                  </a:lnTo>
                  <a:lnTo>
                    <a:pt x="399998" y="778685"/>
                  </a:lnTo>
                  <a:lnTo>
                    <a:pt x="403277" y="780324"/>
                  </a:lnTo>
                  <a:lnTo>
                    <a:pt x="403277" y="785242"/>
                  </a:lnTo>
                  <a:lnTo>
                    <a:pt x="404916" y="788521"/>
                  </a:lnTo>
                  <a:lnTo>
                    <a:pt x="404916" y="791799"/>
                  </a:lnTo>
                  <a:lnTo>
                    <a:pt x="404916" y="796718"/>
                  </a:lnTo>
                  <a:lnTo>
                    <a:pt x="401638" y="796718"/>
                  </a:lnTo>
                  <a:lnTo>
                    <a:pt x="398359" y="795078"/>
                  </a:lnTo>
                  <a:lnTo>
                    <a:pt x="399998" y="799996"/>
                  </a:lnTo>
                  <a:lnTo>
                    <a:pt x="399998" y="803275"/>
                  </a:lnTo>
                  <a:lnTo>
                    <a:pt x="399998" y="804914"/>
                  </a:lnTo>
                  <a:lnTo>
                    <a:pt x="401638" y="808193"/>
                  </a:lnTo>
                  <a:lnTo>
                    <a:pt x="401638" y="811472"/>
                  </a:lnTo>
                  <a:lnTo>
                    <a:pt x="398359" y="816389"/>
                  </a:lnTo>
                  <a:lnTo>
                    <a:pt x="399998" y="819668"/>
                  </a:lnTo>
                  <a:lnTo>
                    <a:pt x="403277" y="822947"/>
                  </a:lnTo>
                  <a:lnTo>
                    <a:pt x="406556" y="824586"/>
                  </a:lnTo>
                  <a:lnTo>
                    <a:pt x="409834" y="827865"/>
                  </a:lnTo>
                  <a:lnTo>
                    <a:pt x="409834" y="832783"/>
                  </a:lnTo>
                  <a:lnTo>
                    <a:pt x="413113" y="831143"/>
                  </a:lnTo>
                  <a:lnTo>
                    <a:pt x="413113" y="834422"/>
                  </a:lnTo>
                  <a:lnTo>
                    <a:pt x="411474" y="839340"/>
                  </a:lnTo>
                  <a:lnTo>
                    <a:pt x="409834" y="842619"/>
                  </a:lnTo>
                  <a:lnTo>
                    <a:pt x="404916" y="844258"/>
                  </a:lnTo>
                  <a:lnTo>
                    <a:pt x="401638" y="847537"/>
                  </a:lnTo>
                  <a:lnTo>
                    <a:pt x="398359" y="849176"/>
                  </a:lnTo>
                  <a:lnTo>
                    <a:pt x="396719" y="849176"/>
                  </a:lnTo>
                  <a:lnTo>
                    <a:pt x="391802" y="852455"/>
                  </a:lnTo>
                  <a:lnTo>
                    <a:pt x="388523" y="854095"/>
                  </a:lnTo>
                  <a:lnTo>
                    <a:pt x="385244" y="854095"/>
                  </a:lnTo>
                  <a:lnTo>
                    <a:pt x="381966" y="854095"/>
                  </a:lnTo>
                  <a:lnTo>
                    <a:pt x="377047" y="854095"/>
                  </a:lnTo>
                  <a:lnTo>
                    <a:pt x="373769" y="854095"/>
                  </a:lnTo>
                  <a:lnTo>
                    <a:pt x="370490" y="854095"/>
                  </a:lnTo>
                  <a:lnTo>
                    <a:pt x="367212" y="854095"/>
                  </a:lnTo>
                  <a:lnTo>
                    <a:pt x="362294" y="854095"/>
                  </a:lnTo>
                  <a:lnTo>
                    <a:pt x="359015" y="850816"/>
                  </a:lnTo>
                  <a:lnTo>
                    <a:pt x="355736" y="849176"/>
                  </a:lnTo>
                  <a:lnTo>
                    <a:pt x="350818" y="847537"/>
                  </a:lnTo>
                  <a:lnTo>
                    <a:pt x="347539" y="847537"/>
                  </a:lnTo>
                  <a:lnTo>
                    <a:pt x="344261" y="845898"/>
                  </a:lnTo>
                  <a:lnTo>
                    <a:pt x="340982" y="844258"/>
                  </a:lnTo>
                  <a:lnTo>
                    <a:pt x="336064" y="842619"/>
                  </a:lnTo>
                  <a:lnTo>
                    <a:pt x="332785" y="840980"/>
                  </a:lnTo>
                  <a:lnTo>
                    <a:pt x="329507" y="840980"/>
                  </a:lnTo>
                  <a:lnTo>
                    <a:pt x="324589" y="839340"/>
                  </a:lnTo>
                  <a:lnTo>
                    <a:pt x="321310" y="837701"/>
                  </a:lnTo>
                  <a:lnTo>
                    <a:pt x="324589" y="837701"/>
                  </a:lnTo>
                  <a:lnTo>
                    <a:pt x="321310" y="834422"/>
                  </a:lnTo>
                  <a:lnTo>
                    <a:pt x="318031" y="836062"/>
                  </a:lnTo>
                  <a:lnTo>
                    <a:pt x="313113" y="837701"/>
                  </a:lnTo>
                  <a:lnTo>
                    <a:pt x="311474" y="840980"/>
                  </a:lnTo>
                  <a:lnTo>
                    <a:pt x="311474" y="845898"/>
                  </a:lnTo>
                  <a:lnTo>
                    <a:pt x="313113" y="849176"/>
                  </a:lnTo>
                  <a:lnTo>
                    <a:pt x="314753" y="852455"/>
                  </a:lnTo>
                  <a:lnTo>
                    <a:pt x="318031" y="857373"/>
                  </a:lnTo>
                  <a:lnTo>
                    <a:pt x="319671" y="860652"/>
                  </a:lnTo>
                  <a:lnTo>
                    <a:pt x="321310" y="863930"/>
                  </a:lnTo>
                  <a:lnTo>
                    <a:pt x="326228" y="868848"/>
                  </a:lnTo>
                  <a:lnTo>
                    <a:pt x="326228" y="872127"/>
                  </a:lnTo>
                  <a:lnTo>
                    <a:pt x="327867" y="875406"/>
                  </a:lnTo>
                  <a:lnTo>
                    <a:pt x="329507" y="880324"/>
                  </a:lnTo>
                  <a:lnTo>
                    <a:pt x="329507" y="883602"/>
                  </a:lnTo>
                  <a:lnTo>
                    <a:pt x="329507" y="886881"/>
                  </a:lnTo>
                  <a:lnTo>
                    <a:pt x="331146" y="891799"/>
                  </a:lnTo>
                  <a:lnTo>
                    <a:pt x="332785" y="893439"/>
                  </a:lnTo>
                  <a:lnTo>
                    <a:pt x="334425" y="895078"/>
                  </a:lnTo>
                  <a:lnTo>
                    <a:pt x="337703" y="898356"/>
                  </a:lnTo>
                  <a:lnTo>
                    <a:pt x="342622" y="898356"/>
                  </a:lnTo>
                  <a:lnTo>
                    <a:pt x="345900" y="899996"/>
                  </a:lnTo>
                  <a:lnTo>
                    <a:pt x="349179" y="901635"/>
                  </a:lnTo>
                  <a:lnTo>
                    <a:pt x="354097" y="901635"/>
                  </a:lnTo>
                  <a:lnTo>
                    <a:pt x="354097" y="904914"/>
                  </a:lnTo>
                  <a:lnTo>
                    <a:pt x="352457" y="908192"/>
                  </a:lnTo>
                  <a:lnTo>
                    <a:pt x="357375" y="909832"/>
                  </a:lnTo>
                  <a:lnTo>
                    <a:pt x="360654" y="909832"/>
                  </a:lnTo>
                  <a:lnTo>
                    <a:pt x="363933" y="908192"/>
                  </a:lnTo>
                  <a:lnTo>
                    <a:pt x="367212" y="909832"/>
                  </a:lnTo>
                  <a:lnTo>
                    <a:pt x="372129" y="908192"/>
                  </a:lnTo>
                  <a:lnTo>
                    <a:pt x="370490" y="904914"/>
                  </a:lnTo>
                  <a:lnTo>
                    <a:pt x="367212" y="901635"/>
                  </a:lnTo>
                  <a:lnTo>
                    <a:pt x="363933" y="901635"/>
                  </a:lnTo>
                  <a:lnTo>
                    <a:pt x="360654" y="899996"/>
                  </a:lnTo>
                  <a:lnTo>
                    <a:pt x="363933" y="899996"/>
                  </a:lnTo>
                  <a:lnTo>
                    <a:pt x="367212" y="898356"/>
                  </a:lnTo>
                  <a:lnTo>
                    <a:pt x="372129" y="896717"/>
                  </a:lnTo>
                  <a:lnTo>
                    <a:pt x="375408" y="895078"/>
                  </a:lnTo>
                  <a:lnTo>
                    <a:pt x="378687" y="895078"/>
                  </a:lnTo>
                  <a:lnTo>
                    <a:pt x="381966" y="898356"/>
                  </a:lnTo>
                  <a:lnTo>
                    <a:pt x="385244" y="901635"/>
                  </a:lnTo>
                  <a:lnTo>
                    <a:pt x="388523" y="906553"/>
                  </a:lnTo>
                  <a:lnTo>
                    <a:pt x="388523" y="909832"/>
                  </a:lnTo>
                  <a:lnTo>
                    <a:pt x="390162" y="913110"/>
                  </a:lnTo>
                  <a:lnTo>
                    <a:pt x="391802" y="916389"/>
                  </a:lnTo>
                  <a:lnTo>
                    <a:pt x="391802" y="921307"/>
                  </a:lnTo>
                  <a:lnTo>
                    <a:pt x="391802" y="924586"/>
                  </a:lnTo>
                  <a:lnTo>
                    <a:pt x="388523" y="926225"/>
                  </a:lnTo>
                  <a:lnTo>
                    <a:pt x="383605" y="927865"/>
                  </a:lnTo>
                  <a:lnTo>
                    <a:pt x="380326" y="927865"/>
                  </a:lnTo>
                  <a:lnTo>
                    <a:pt x="377047" y="929504"/>
                  </a:lnTo>
                  <a:lnTo>
                    <a:pt x="373769" y="926225"/>
                  </a:lnTo>
                  <a:lnTo>
                    <a:pt x="370490" y="922946"/>
                  </a:lnTo>
                  <a:lnTo>
                    <a:pt x="370490" y="918029"/>
                  </a:lnTo>
                  <a:lnTo>
                    <a:pt x="367212" y="916389"/>
                  </a:lnTo>
                  <a:lnTo>
                    <a:pt x="363933" y="913110"/>
                  </a:lnTo>
                  <a:lnTo>
                    <a:pt x="359015" y="913110"/>
                  </a:lnTo>
                  <a:lnTo>
                    <a:pt x="355736" y="913110"/>
                  </a:lnTo>
                  <a:lnTo>
                    <a:pt x="350818" y="914750"/>
                  </a:lnTo>
                  <a:lnTo>
                    <a:pt x="347539" y="918029"/>
                  </a:lnTo>
                  <a:lnTo>
                    <a:pt x="344261" y="921307"/>
                  </a:lnTo>
                  <a:lnTo>
                    <a:pt x="344261" y="924586"/>
                  </a:lnTo>
                  <a:lnTo>
                    <a:pt x="349179" y="926225"/>
                  </a:lnTo>
                  <a:lnTo>
                    <a:pt x="352457" y="927865"/>
                  </a:lnTo>
                  <a:lnTo>
                    <a:pt x="355736" y="929504"/>
                  </a:lnTo>
                  <a:lnTo>
                    <a:pt x="360654" y="931143"/>
                  </a:lnTo>
                  <a:lnTo>
                    <a:pt x="363933" y="931143"/>
                  </a:lnTo>
                  <a:lnTo>
                    <a:pt x="367212" y="932782"/>
                  </a:lnTo>
                  <a:lnTo>
                    <a:pt x="370490" y="932782"/>
                  </a:lnTo>
                  <a:lnTo>
                    <a:pt x="368851" y="936061"/>
                  </a:lnTo>
                  <a:lnTo>
                    <a:pt x="365572" y="937700"/>
                  </a:lnTo>
                  <a:lnTo>
                    <a:pt x="362294" y="939340"/>
                  </a:lnTo>
                  <a:lnTo>
                    <a:pt x="357375" y="940979"/>
                  </a:lnTo>
                  <a:lnTo>
                    <a:pt x="354097" y="944258"/>
                  </a:lnTo>
                  <a:lnTo>
                    <a:pt x="350818" y="947536"/>
                  </a:lnTo>
                  <a:lnTo>
                    <a:pt x="350818" y="947536"/>
                  </a:lnTo>
                  <a:lnTo>
                    <a:pt x="350818" y="949176"/>
                  </a:lnTo>
                  <a:lnTo>
                    <a:pt x="350818" y="952455"/>
                  </a:lnTo>
                  <a:lnTo>
                    <a:pt x="349179" y="957373"/>
                  </a:lnTo>
                  <a:lnTo>
                    <a:pt x="347539" y="960651"/>
                  </a:lnTo>
                  <a:lnTo>
                    <a:pt x="345900" y="963930"/>
                  </a:lnTo>
                  <a:lnTo>
                    <a:pt x="347539" y="967209"/>
                  </a:lnTo>
                  <a:lnTo>
                    <a:pt x="350818" y="972126"/>
                  </a:lnTo>
                  <a:lnTo>
                    <a:pt x="352457" y="975405"/>
                  </a:lnTo>
                  <a:lnTo>
                    <a:pt x="355736" y="978684"/>
                  </a:lnTo>
                  <a:lnTo>
                    <a:pt x="355736" y="983602"/>
                  </a:lnTo>
                  <a:lnTo>
                    <a:pt x="355736" y="986880"/>
                  </a:lnTo>
                  <a:lnTo>
                    <a:pt x="357375" y="990159"/>
                  </a:lnTo>
                  <a:lnTo>
                    <a:pt x="359015" y="993438"/>
                  </a:lnTo>
                  <a:lnTo>
                    <a:pt x="359015" y="998356"/>
                  </a:lnTo>
                  <a:lnTo>
                    <a:pt x="359015" y="1001635"/>
                  </a:lnTo>
                  <a:lnTo>
                    <a:pt x="354097" y="1003274"/>
                  </a:lnTo>
                  <a:lnTo>
                    <a:pt x="350818" y="1004913"/>
                  </a:lnTo>
                  <a:lnTo>
                    <a:pt x="350818" y="1009832"/>
                  </a:lnTo>
                  <a:lnTo>
                    <a:pt x="350818" y="1013110"/>
                  </a:lnTo>
                  <a:lnTo>
                    <a:pt x="354097" y="1014749"/>
                  </a:lnTo>
                  <a:lnTo>
                    <a:pt x="359015" y="1018028"/>
                  </a:lnTo>
                  <a:lnTo>
                    <a:pt x="357375" y="1021307"/>
                  </a:lnTo>
                  <a:lnTo>
                    <a:pt x="357375" y="1022946"/>
                  </a:lnTo>
                  <a:lnTo>
                    <a:pt x="354097" y="1021307"/>
                  </a:lnTo>
                  <a:lnTo>
                    <a:pt x="350818" y="1021307"/>
                  </a:lnTo>
                  <a:lnTo>
                    <a:pt x="347539" y="1021307"/>
                  </a:lnTo>
                  <a:lnTo>
                    <a:pt x="347539" y="1021307"/>
                  </a:lnTo>
                  <a:lnTo>
                    <a:pt x="344261" y="1021307"/>
                  </a:lnTo>
                  <a:lnTo>
                    <a:pt x="342622" y="1019667"/>
                  </a:lnTo>
                  <a:lnTo>
                    <a:pt x="339343" y="1019667"/>
                  </a:lnTo>
                  <a:lnTo>
                    <a:pt x="336064" y="1021307"/>
                  </a:lnTo>
                  <a:lnTo>
                    <a:pt x="334425" y="1021307"/>
                  </a:lnTo>
                  <a:lnTo>
                    <a:pt x="331146" y="1022946"/>
                  </a:lnTo>
                  <a:lnTo>
                    <a:pt x="327867" y="1026225"/>
                  </a:lnTo>
                  <a:lnTo>
                    <a:pt x="327867" y="1029503"/>
                  </a:lnTo>
                  <a:lnTo>
                    <a:pt x="324589" y="1029503"/>
                  </a:lnTo>
                  <a:lnTo>
                    <a:pt x="321310" y="1031143"/>
                  </a:lnTo>
                  <a:lnTo>
                    <a:pt x="318031" y="1031143"/>
                  </a:lnTo>
                  <a:lnTo>
                    <a:pt x="314753" y="1034422"/>
                  </a:lnTo>
                  <a:lnTo>
                    <a:pt x="313113" y="1037700"/>
                  </a:lnTo>
                  <a:lnTo>
                    <a:pt x="311474" y="1042618"/>
                  </a:lnTo>
                  <a:lnTo>
                    <a:pt x="309835" y="1045897"/>
                  </a:lnTo>
                  <a:lnTo>
                    <a:pt x="308195" y="1049176"/>
                  </a:lnTo>
                  <a:lnTo>
                    <a:pt x="308195" y="1054093"/>
                  </a:lnTo>
                  <a:lnTo>
                    <a:pt x="308195" y="1057372"/>
                  </a:lnTo>
                  <a:lnTo>
                    <a:pt x="306556" y="1060651"/>
                  </a:lnTo>
                  <a:lnTo>
                    <a:pt x="304917" y="1063929"/>
                  </a:lnTo>
                  <a:lnTo>
                    <a:pt x="304917" y="1065569"/>
                  </a:lnTo>
                  <a:lnTo>
                    <a:pt x="306556" y="1070487"/>
                  </a:lnTo>
                  <a:lnTo>
                    <a:pt x="308195" y="1073766"/>
                  </a:lnTo>
                  <a:lnTo>
                    <a:pt x="309835" y="1077044"/>
                  </a:lnTo>
                  <a:lnTo>
                    <a:pt x="313113" y="1081962"/>
                  </a:lnTo>
                  <a:lnTo>
                    <a:pt x="316392" y="1085241"/>
                  </a:lnTo>
                  <a:lnTo>
                    <a:pt x="321310" y="1088520"/>
                  </a:lnTo>
                  <a:lnTo>
                    <a:pt x="324589" y="1091798"/>
                  </a:lnTo>
                  <a:lnTo>
                    <a:pt x="327867" y="1093437"/>
                  </a:lnTo>
                  <a:lnTo>
                    <a:pt x="331146" y="1095077"/>
                  </a:lnTo>
                  <a:lnTo>
                    <a:pt x="336064" y="1098356"/>
                  </a:lnTo>
                  <a:lnTo>
                    <a:pt x="339343" y="1099995"/>
                  </a:lnTo>
                  <a:lnTo>
                    <a:pt x="342622" y="1103273"/>
                  </a:lnTo>
                  <a:lnTo>
                    <a:pt x="347539" y="1106552"/>
                  </a:lnTo>
                  <a:lnTo>
                    <a:pt x="350818" y="1108192"/>
                  </a:lnTo>
                  <a:lnTo>
                    <a:pt x="354097" y="1109831"/>
                  </a:lnTo>
                  <a:lnTo>
                    <a:pt x="357375" y="1109831"/>
                  </a:lnTo>
                  <a:lnTo>
                    <a:pt x="362294" y="1109831"/>
                  </a:lnTo>
                  <a:lnTo>
                    <a:pt x="365572" y="1111470"/>
                  </a:lnTo>
                  <a:lnTo>
                    <a:pt x="368851" y="1111470"/>
                  </a:lnTo>
                  <a:lnTo>
                    <a:pt x="373769" y="1111470"/>
                  </a:lnTo>
                  <a:lnTo>
                    <a:pt x="377047" y="1109831"/>
                  </a:lnTo>
                  <a:lnTo>
                    <a:pt x="380326" y="1111470"/>
                  </a:lnTo>
                  <a:lnTo>
                    <a:pt x="385244" y="1114749"/>
                  </a:lnTo>
                  <a:lnTo>
                    <a:pt x="388523" y="1118027"/>
                  </a:lnTo>
                  <a:lnTo>
                    <a:pt x="390162" y="1121306"/>
                  </a:lnTo>
                  <a:lnTo>
                    <a:pt x="391802" y="1126224"/>
                  </a:lnTo>
                  <a:lnTo>
                    <a:pt x="393441" y="1129503"/>
                  </a:lnTo>
                  <a:lnTo>
                    <a:pt x="393441" y="1132782"/>
                  </a:lnTo>
                  <a:lnTo>
                    <a:pt x="393441" y="1137700"/>
                  </a:lnTo>
                  <a:lnTo>
                    <a:pt x="391802" y="1140978"/>
                  </a:lnTo>
                  <a:lnTo>
                    <a:pt x="388523" y="1140978"/>
                  </a:lnTo>
                  <a:lnTo>
                    <a:pt x="385244" y="1142617"/>
                  </a:lnTo>
                  <a:lnTo>
                    <a:pt x="380326" y="1144257"/>
                  </a:lnTo>
                  <a:lnTo>
                    <a:pt x="377047" y="1144257"/>
                  </a:lnTo>
                  <a:lnTo>
                    <a:pt x="380326" y="1145896"/>
                  </a:lnTo>
                  <a:lnTo>
                    <a:pt x="383605" y="1144257"/>
                  </a:lnTo>
                  <a:lnTo>
                    <a:pt x="386884" y="1142617"/>
                  </a:lnTo>
                  <a:lnTo>
                    <a:pt x="391802" y="1140978"/>
                  </a:lnTo>
                  <a:lnTo>
                    <a:pt x="395080" y="1145896"/>
                  </a:lnTo>
                  <a:lnTo>
                    <a:pt x="398359" y="1149175"/>
                  </a:lnTo>
                  <a:lnTo>
                    <a:pt x="395080" y="1150814"/>
                  </a:lnTo>
                  <a:lnTo>
                    <a:pt x="395080" y="1154093"/>
                  </a:lnTo>
                  <a:lnTo>
                    <a:pt x="391802" y="1155732"/>
                  </a:lnTo>
                  <a:lnTo>
                    <a:pt x="390162" y="1159011"/>
                  </a:lnTo>
                  <a:lnTo>
                    <a:pt x="386884" y="1162290"/>
                  </a:lnTo>
                  <a:lnTo>
                    <a:pt x="383605" y="1165569"/>
                  </a:lnTo>
                  <a:lnTo>
                    <a:pt x="380326" y="1168847"/>
                  </a:lnTo>
                  <a:lnTo>
                    <a:pt x="377047" y="1172126"/>
                  </a:lnTo>
                  <a:lnTo>
                    <a:pt x="373769" y="1175404"/>
                  </a:lnTo>
                  <a:lnTo>
                    <a:pt x="368851" y="1177044"/>
                  </a:lnTo>
                  <a:lnTo>
                    <a:pt x="365572" y="1180322"/>
                  </a:lnTo>
                  <a:lnTo>
                    <a:pt x="365572" y="1183601"/>
                  </a:lnTo>
                  <a:lnTo>
                    <a:pt x="362294" y="1188519"/>
                  </a:lnTo>
                  <a:lnTo>
                    <a:pt x="360654" y="1191798"/>
                  </a:lnTo>
                  <a:lnTo>
                    <a:pt x="357375" y="1195076"/>
                  </a:lnTo>
                  <a:lnTo>
                    <a:pt x="357375" y="1198355"/>
                  </a:lnTo>
                  <a:lnTo>
                    <a:pt x="357375" y="1201634"/>
                  </a:lnTo>
                  <a:lnTo>
                    <a:pt x="357375" y="1206552"/>
                  </a:lnTo>
                  <a:lnTo>
                    <a:pt x="354097" y="1209830"/>
                  </a:lnTo>
                  <a:lnTo>
                    <a:pt x="359015" y="1209830"/>
                  </a:lnTo>
                  <a:lnTo>
                    <a:pt x="360654" y="1206552"/>
                  </a:lnTo>
                  <a:lnTo>
                    <a:pt x="360654" y="1209830"/>
                  </a:lnTo>
                  <a:lnTo>
                    <a:pt x="362294" y="1213109"/>
                  </a:lnTo>
                  <a:lnTo>
                    <a:pt x="362294" y="1218027"/>
                  </a:lnTo>
                  <a:lnTo>
                    <a:pt x="363933" y="1221306"/>
                  </a:lnTo>
                  <a:lnTo>
                    <a:pt x="363933" y="1224584"/>
                  </a:lnTo>
                  <a:lnTo>
                    <a:pt x="365572" y="1229503"/>
                  </a:lnTo>
                  <a:lnTo>
                    <a:pt x="365572" y="1232781"/>
                  </a:lnTo>
                  <a:lnTo>
                    <a:pt x="362294" y="1236060"/>
                  </a:lnTo>
                  <a:lnTo>
                    <a:pt x="359015" y="1239339"/>
                  </a:lnTo>
                  <a:lnTo>
                    <a:pt x="355736" y="1240978"/>
                  </a:lnTo>
                  <a:lnTo>
                    <a:pt x="350818" y="1240978"/>
                  </a:lnTo>
                  <a:lnTo>
                    <a:pt x="347539" y="1239339"/>
                  </a:lnTo>
                  <a:lnTo>
                    <a:pt x="344261" y="1236060"/>
                  </a:lnTo>
                  <a:lnTo>
                    <a:pt x="344261" y="1236060"/>
                  </a:lnTo>
                  <a:lnTo>
                    <a:pt x="339343" y="1232781"/>
                  </a:lnTo>
                  <a:lnTo>
                    <a:pt x="336064" y="1229503"/>
                  </a:lnTo>
                  <a:lnTo>
                    <a:pt x="334425" y="1226224"/>
                  </a:lnTo>
                  <a:lnTo>
                    <a:pt x="334425" y="1226224"/>
                  </a:lnTo>
                  <a:lnTo>
                    <a:pt x="331146" y="1224584"/>
                  </a:lnTo>
                  <a:lnTo>
                    <a:pt x="334425" y="1226224"/>
                  </a:lnTo>
                  <a:lnTo>
                    <a:pt x="336064" y="1229503"/>
                  </a:lnTo>
                  <a:lnTo>
                    <a:pt x="337703" y="1231142"/>
                  </a:lnTo>
                  <a:lnTo>
                    <a:pt x="337703" y="1234420"/>
                  </a:lnTo>
                  <a:lnTo>
                    <a:pt x="334425" y="1234420"/>
                  </a:lnTo>
                  <a:lnTo>
                    <a:pt x="331146" y="1236060"/>
                  </a:lnTo>
                  <a:lnTo>
                    <a:pt x="327867" y="1236060"/>
                  </a:lnTo>
                  <a:lnTo>
                    <a:pt x="326228" y="1236060"/>
                  </a:lnTo>
                  <a:lnTo>
                    <a:pt x="326228" y="1237699"/>
                  </a:lnTo>
                  <a:lnTo>
                    <a:pt x="329507" y="1236060"/>
                  </a:lnTo>
                  <a:lnTo>
                    <a:pt x="329507" y="1236060"/>
                  </a:lnTo>
                  <a:lnTo>
                    <a:pt x="331146" y="1236060"/>
                  </a:lnTo>
                  <a:lnTo>
                    <a:pt x="334425" y="1236060"/>
                  </a:lnTo>
                  <a:lnTo>
                    <a:pt x="337703" y="1236060"/>
                  </a:lnTo>
                  <a:lnTo>
                    <a:pt x="340982" y="1236060"/>
                  </a:lnTo>
                  <a:lnTo>
                    <a:pt x="345900" y="1240978"/>
                  </a:lnTo>
                  <a:lnTo>
                    <a:pt x="349179" y="1240978"/>
                  </a:lnTo>
                  <a:lnTo>
                    <a:pt x="347539" y="1245896"/>
                  </a:lnTo>
                  <a:lnTo>
                    <a:pt x="344261" y="1247535"/>
                  </a:lnTo>
                  <a:lnTo>
                    <a:pt x="339343" y="1249174"/>
                  </a:lnTo>
                  <a:lnTo>
                    <a:pt x="336064" y="1252453"/>
                  </a:lnTo>
                  <a:lnTo>
                    <a:pt x="334425" y="1255732"/>
                  </a:lnTo>
                  <a:lnTo>
                    <a:pt x="334425" y="1259010"/>
                  </a:lnTo>
                  <a:lnTo>
                    <a:pt x="334425" y="1263929"/>
                  </a:lnTo>
                  <a:lnTo>
                    <a:pt x="336064" y="1267207"/>
                  </a:lnTo>
                  <a:lnTo>
                    <a:pt x="337703" y="1270486"/>
                  </a:lnTo>
                  <a:lnTo>
                    <a:pt x="337703" y="1275404"/>
                  </a:lnTo>
                  <a:lnTo>
                    <a:pt x="336064" y="1278683"/>
                  </a:lnTo>
                  <a:lnTo>
                    <a:pt x="332785" y="1281961"/>
                  </a:lnTo>
                  <a:lnTo>
                    <a:pt x="334425" y="1281961"/>
                  </a:lnTo>
                  <a:lnTo>
                    <a:pt x="337703" y="1278683"/>
                  </a:lnTo>
                  <a:lnTo>
                    <a:pt x="340982" y="1280322"/>
                  </a:lnTo>
                  <a:lnTo>
                    <a:pt x="342622" y="1283600"/>
                  </a:lnTo>
                  <a:lnTo>
                    <a:pt x="345900" y="1288519"/>
                  </a:lnTo>
                  <a:lnTo>
                    <a:pt x="349179" y="1291797"/>
                  </a:lnTo>
                  <a:lnTo>
                    <a:pt x="352457" y="1295076"/>
                  </a:lnTo>
                  <a:lnTo>
                    <a:pt x="355736" y="1299994"/>
                  </a:lnTo>
                  <a:lnTo>
                    <a:pt x="355736" y="1303273"/>
                  </a:lnTo>
                  <a:lnTo>
                    <a:pt x="352457" y="1304912"/>
                  </a:lnTo>
                  <a:lnTo>
                    <a:pt x="349179" y="1303273"/>
                  </a:lnTo>
                  <a:lnTo>
                    <a:pt x="344261" y="1303273"/>
                  </a:lnTo>
                  <a:lnTo>
                    <a:pt x="340982" y="1303273"/>
                  </a:lnTo>
                  <a:lnTo>
                    <a:pt x="337703" y="1304912"/>
                  </a:lnTo>
                  <a:lnTo>
                    <a:pt x="337703" y="1304912"/>
                  </a:lnTo>
                  <a:lnTo>
                    <a:pt x="340982" y="1304912"/>
                  </a:lnTo>
                  <a:lnTo>
                    <a:pt x="344261" y="1304912"/>
                  </a:lnTo>
                  <a:lnTo>
                    <a:pt x="349179" y="1304912"/>
                  </a:lnTo>
                  <a:lnTo>
                    <a:pt x="352457" y="1308191"/>
                  </a:lnTo>
                  <a:lnTo>
                    <a:pt x="357375" y="1304912"/>
                  </a:lnTo>
                  <a:lnTo>
                    <a:pt x="360654" y="1308191"/>
                  </a:lnTo>
                  <a:lnTo>
                    <a:pt x="363933" y="1311469"/>
                  </a:lnTo>
                  <a:lnTo>
                    <a:pt x="367212" y="1314748"/>
                  </a:lnTo>
                  <a:lnTo>
                    <a:pt x="370490" y="1318027"/>
                  </a:lnTo>
                  <a:lnTo>
                    <a:pt x="375408" y="1321306"/>
                  </a:lnTo>
                  <a:lnTo>
                    <a:pt x="378687" y="1324584"/>
                  </a:lnTo>
                  <a:lnTo>
                    <a:pt x="381966" y="1327863"/>
                  </a:lnTo>
                  <a:lnTo>
                    <a:pt x="385244" y="1329502"/>
                  </a:lnTo>
                  <a:lnTo>
                    <a:pt x="390162" y="1332781"/>
                  </a:lnTo>
                  <a:lnTo>
                    <a:pt x="391802" y="1337699"/>
                  </a:lnTo>
                  <a:lnTo>
                    <a:pt x="391802" y="1337699"/>
                  </a:lnTo>
                  <a:lnTo>
                    <a:pt x="391802" y="1337699"/>
                  </a:lnTo>
                  <a:lnTo>
                    <a:pt x="390162" y="1336059"/>
                  </a:lnTo>
                  <a:lnTo>
                    <a:pt x="390162" y="1336059"/>
                  </a:lnTo>
                  <a:lnTo>
                    <a:pt x="386884" y="1334420"/>
                  </a:lnTo>
                  <a:lnTo>
                    <a:pt x="385244" y="1334420"/>
                  </a:lnTo>
                  <a:lnTo>
                    <a:pt x="381966" y="1334420"/>
                  </a:lnTo>
                  <a:lnTo>
                    <a:pt x="378687" y="1332781"/>
                  </a:lnTo>
                  <a:lnTo>
                    <a:pt x="377047" y="1332781"/>
                  </a:lnTo>
                  <a:lnTo>
                    <a:pt x="373769" y="1332781"/>
                  </a:lnTo>
                  <a:lnTo>
                    <a:pt x="373769" y="1332781"/>
                  </a:lnTo>
                  <a:lnTo>
                    <a:pt x="370490" y="1331141"/>
                  </a:lnTo>
                  <a:lnTo>
                    <a:pt x="367212" y="1329502"/>
                  </a:lnTo>
                  <a:lnTo>
                    <a:pt x="363933" y="1329502"/>
                  </a:lnTo>
                  <a:lnTo>
                    <a:pt x="360654" y="1327863"/>
                  </a:lnTo>
                  <a:lnTo>
                    <a:pt x="357375" y="1327863"/>
                  </a:lnTo>
                  <a:lnTo>
                    <a:pt x="354097" y="1327863"/>
                  </a:lnTo>
                  <a:lnTo>
                    <a:pt x="349179" y="1326223"/>
                  </a:lnTo>
                  <a:lnTo>
                    <a:pt x="347539" y="1326223"/>
                  </a:lnTo>
                  <a:lnTo>
                    <a:pt x="344261" y="1324584"/>
                  </a:lnTo>
                  <a:lnTo>
                    <a:pt x="339343" y="1322944"/>
                  </a:lnTo>
                  <a:lnTo>
                    <a:pt x="336064" y="1322944"/>
                  </a:lnTo>
                  <a:lnTo>
                    <a:pt x="331146" y="1321306"/>
                  </a:lnTo>
                  <a:lnTo>
                    <a:pt x="327867" y="1321306"/>
                  </a:lnTo>
                  <a:lnTo>
                    <a:pt x="324589" y="1321306"/>
                  </a:lnTo>
                  <a:lnTo>
                    <a:pt x="319671" y="1321306"/>
                  </a:lnTo>
                  <a:lnTo>
                    <a:pt x="316392" y="1321306"/>
                  </a:lnTo>
                  <a:lnTo>
                    <a:pt x="311474" y="1321306"/>
                  </a:lnTo>
                  <a:lnTo>
                    <a:pt x="308195" y="1321306"/>
                  </a:lnTo>
                  <a:lnTo>
                    <a:pt x="304917" y="1321306"/>
                  </a:lnTo>
                  <a:lnTo>
                    <a:pt x="299999" y="1321306"/>
                  </a:lnTo>
                  <a:lnTo>
                    <a:pt x="296720" y="1321306"/>
                  </a:lnTo>
                  <a:lnTo>
                    <a:pt x="291802" y="1321306"/>
                  </a:lnTo>
                  <a:lnTo>
                    <a:pt x="288523" y="1321306"/>
                  </a:lnTo>
                  <a:lnTo>
                    <a:pt x="288523" y="1321306"/>
                  </a:lnTo>
                  <a:lnTo>
                    <a:pt x="283605" y="1321306"/>
                  </a:lnTo>
                  <a:lnTo>
                    <a:pt x="280327" y="1321306"/>
                  </a:lnTo>
                  <a:lnTo>
                    <a:pt x="277048" y="1321306"/>
                  </a:lnTo>
                  <a:lnTo>
                    <a:pt x="273769" y="1321306"/>
                  </a:lnTo>
                  <a:lnTo>
                    <a:pt x="268851" y="1321306"/>
                  </a:lnTo>
                  <a:lnTo>
                    <a:pt x="267212" y="1319666"/>
                  </a:lnTo>
                  <a:lnTo>
                    <a:pt x="265573" y="1316387"/>
                  </a:lnTo>
                  <a:lnTo>
                    <a:pt x="262294" y="1313109"/>
                  </a:lnTo>
                  <a:lnTo>
                    <a:pt x="257376" y="1311469"/>
                  </a:lnTo>
                  <a:lnTo>
                    <a:pt x="254097" y="1309830"/>
                  </a:lnTo>
                  <a:lnTo>
                    <a:pt x="250819" y="1308191"/>
                  </a:lnTo>
                  <a:lnTo>
                    <a:pt x="249179" y="1308191"/>
                  </a:lnTo>
                  <a:lnTo>
                    <a:pt x="245901" y="1303273"/>
                  </a:lnTo>
                  <a:lnTo>
                    <a:pt x="242622" y="1303273"/>
                  </a:lnTo>
                  <a:lnTo>
                    <a:pt x="244261" y="1298354"/>
                  </a:lnTo>
                  <a:lnTo>
                    <a:pt x="242622" y="1295076"/>
                  </a:lnTo>
                  <a:lnTo>
                    <a:pt x="240982" y="1291797"/>
                  </a:lnTo>
                  <a:lnTo>
                    <a:pt x="242622" y="1290158"/>
                  </a:lnTo>
                  <a:lnTo>
                    <a:pt x="239343" y="1286879"/>
                  </a:lnTo>
                  <a:lnTo>
                    <a:pt x="236065" y="1285240"/>
                  </a:lnTo>
                  <a:lnTo>
                    <a:pt x="234425" y="1281961"/>
                  </a:lnTo>
                  <a:lnTo>
                    <a:pt x="236065" y="1278683"/>
                  </a:lnTo>
                  <a:lnTo>
                    <a:pt x="234425" y="1273764"/>
                  </a:lnTo>
                  <a:lnTo>
                    <a:pt x="231147" y="1270486"/>
                  </a:lnTo>
                  <a:lnTo>
                    <a:pt x="229507" y="1265568"/>
                  </a:lnTo>
                  <a:lnTo>
                    <a:pt x="227868" y="1263929"/>
                  </a:lnTo>
                  <a:lnTo>
                    <a:pt x="222950" y="1262289"/>
                  </a:lnTo>
                  <a:lnTo>
                    <a:pt x="219671" y="1263929"/>
                  </a:lnTo>
                  <a:lnTo>
                    <a:pt x="214753" y="1263929"/>
                  </a:lnTo>
                  <a:lnTo>
                    <a:pt x="211475" y="1263929"/>
                  </a:lnTo>
                  <a:lnTo>
                    <a:pt x="208196" y="1265568"/>
                  </a:lnTo>
                  <a:lnTo>
                    <a:pt x="204917" y="1268847"/>
                  </a:lnTo>
                  <a:lnTo>
                    <a:pt x="199999" y="1267207"/>
                  </a:lnTo>
                  <a:lnTo>
                    <a:pt x="198360" y="1263929"/>
                  </a:lnTo>
                  <a:lnTo>
                    <a:pt x="195081" y="1260650"/>
                  </a:lnTo>
                  <a:lnTo>
                    <a:pt x="193442" y="1255732"/>
                  </a:lnTo>
                  <a:lnTo>
                    <a:pt x="191802" y="1252453"/>
                  </a:lnTo>
                  <a:lnTo>
                    <a:pt x="188524" y="1249174"/>
                  </a:lnTo>
                  <a:lnTo>
                    <a:pt x="183606" y="1245896"/>
                  </a:lnTo>
                  <a:lnTo>
                    <a:pt x="180327" y="1244256"/>
                  </a:lnTo>
                  <a:lnTo>
                    <a:pt x="177048" y="1240978"/>
                  </a:lnTo>
                  <a:lnTo>
                    <a:pt x="177048" y="1236060"/>
                  </a:lnTo>
                  <a:lnTo>
                    <a:pt x="175409" y="1236060"/>
                  </a:lnTo>
                  <a:lnTo>
                    <a:pt x="172130" y="1232781"/>
                  </a:lnTo>
                  <a:lnTo>
                    <a:pt x="172130" y="1229503"/>
                  </a:lnTo>
                  <a:lnTo>
                    <a:pt x="172130" y="1226224"/>
                  </a:lnTo>
                  <a:lnTo>
                    <a:pt x="168852" y="1221306"/>
                  </a:lnTo>
                  <a:lnTo>
                    <a:pt x="165573" y="1218027"/>
                  </a:lnTo>
                  <a:lnTo>
                    <a:pt x="165573" y="1214749"/>
                  </a:lnTo>
                  <a:lnTo>
                    <a:pt x="165573" y="1211470"/>
                  </a:lnTo>
                  <a:lnTo>
                    <a:pt x="165573" y="1206552"/>
                  </a:lnTo>
                  <a:lnTo>
                    <a:pt x="168852" y="1206552"/>
                  </a:lnTo>
                  <a:lnTo>
                    <a:pt x="172130" y="1204913"/>
                  </a:lnTo>
                  <a:lnTo>
                    <a:pt x="172130" y="1203273"/>
                  </a:lnTo>
                  <a:lnTo>
                    <a:pt x="173770" y="1199994"/>
                  </a:lnTo>
                  <a:lnTo>
                    <a:pt x="172130" y="1195076"/>
                  </a:lnTo>
                  <a:lnTo>
                    <a:pt x="173770" y="1191798"/>
                  </a:lnTo>
                  <a:lnTo>
                    <a:pt x="178688" y="1191798"/>
                  </a:lnTo>
                  <a:lnTo>
                    <a:pt x="181966" y="1188519"/>
                  </a:lnTo>
                  <a:lnTo>
                    <a:pt x="183606" y="1186880"/>
                  </a:lnTo>
                  <a:lnTo>
                    <a:pt x="183606" y="1181962"/>
                  </a:lnTo>
                  <a:lnTo>
                    <a:pt x="181966" y="1178683"/>
                  </a:lnTo>
                  <a:lnTo>
                    <a:pt x="180327" y="1175404"/>
                  </a:lnTo>
                  <a:lnTo>
                    <a:pt x="177048" y="1172126"/>
                  </a:lnTo>
                  <a:lnTo>
                    <a:pt x="178688" y="1170486"/>
                  </a:lnTo>
                  <a:lnTo>
                    <a:pt x="181966" y="1168847"/>
                  </a:lnTo>
                  <a:lnTo>
                    <a:pt x="185245" y="1163929"/>
                  </a:lnTo>
                  <a:lnTo>
                    <a:pt x="183606" y="1160650"/>
                  </a:lnTo>
                  <a:lnTo>
                    <a:pt x="180327" y="1157372"/>
                  </a:lnTo>
                  <a:lnTo>
                    <a:pt x="177048" y="1152454"/>
                  </a:lnTo>
                  <a:lnTo>
                    <a:pt x="173770" y="1150814"/>
                  </a:lnTo>
                  <a:lnTo>
                    <a:pt x="170491" y="1149175"/>
                  </a:lnTo>
                  <a:lnTo>
                    <a:pt x="170491" y="1144257"/>
                  </a:lnTo>
                  <a:lnTo>
                    <a:pt x="168852" y="1140978"/>
                  </a:lnTo>
                  <a:lnTo>
                    <a:pt x="170491" y="1136060"/>
                  </a:lnTo>
                  <a:lnTo>
                    <a:pt x="170491" y="1132782"/>
                  </a:lnTo>
                  <a:lnTo>
                    <a:pt x="168852" y="1129503"/>
                  </a:lnTo>
                  <a:lnTo>
                    <a:pt x="168852" y="1124585"/>
                  </a:lnTo>
                  <a:lnTo>
                    <a:pt x="173770" y="1124585"/>
                  </a:lnTo>
                  <a:lnTo>
                    <a:pt x="175409" y="1121306"/>
                  </a:lnTo>
                  <a:lnTo>
                    <a:pt x="175409" y="1119667"/>
                  </a:lnTo>
                  <a:lnTo>
                    <a:pt x="175409" y="1116388"/>
                  </a:lnTo>
                  <a:lnTo>
                    <a:pt x="180327" y="1116388"/>
                  </a:lnTo>
                  <a:lnTo>
                    <a:pt x="180327" y="1116388"/>
                  </a:lnTo>
                  <a:lnTo>
                    <a:pt x="177048" y="1111470"/>
                  </a:lnTo>
                  <a:lnTo>
                    <a:pt x="172130" y="1109831"/>
                  </a:lnTo>
                  <a:lnTo>
                    <a:pt x="173770" y="1106552"/>
                  </a:lnTo>
                  <a:lnTo>
                    <a:pt x="170491" y="1103273"/>
                  </a:lnTo>
                  <a:lnTo>
                    <a:pt x="170491" y="1098356"/>
                  </a:lnTo>
                  <a:lnTo>
                    <a:pt x="173770" y="1096716"/>
                  </a:lnTo>
                  <a:lnTo>
                    <a:pt x="177048" y="1091798"/>
                  </a:lnTo>
                  <a:lnTo>
                    <a:pt x="173770" y="1088520"/>
                  </a:lnTo>
                  <a:lnTo>
                    <a:pt x="173770" y="1086880"/>
                  </a:lnTo>
                  <a:lnTo>
                    <a:pt x="173770" y="1086880"/>
                  </a:lnTo>
                  <a:lnTo>
                    <a:pt x="170491" y="1083602"/>
                  </a:lnTo>
                  <a:lnTo>
                    <a:pt x="168852" y="1078683"/>
                  </a:lnTo>
                  <a:lnTo>
                    <a:pt x="167212" y="1077044"/>
                  </a:lnTo>
                  <a:lnTo>
                    <a:pt x="167212" y="1077044"/>
                  </a:lnTo>
                  <a:lnTo>
                    <a:pt x="163934" y="1073766"/>
                  </a:lnTo>
                  <a:lnTo>
                    <a:pt x="160655" y="1070487"/>
                  </a:lnTo>
                  <a:lnTo>
                    <a:pt x="163934" y="1068847"/>
                  </a:lnTo>
                  <a:lnTo>
                    <a:pt x="165573" y="1065569"/>
                  </a:lnTo>
                  <a:lnTo>
                    <a:pt x="165573" y="1063929"/>
                  </a:lnTo>
                  <a:lnTo>
                    <a:pt x="165573" y="1062290"/>
                  </a:lnTo>
                  <a:lnTo>
                    <a:pt x="163934" y="1060651"/>
                  </a:lnTo>
                  <a:lnTo>
                    <a:pt x="163934" y="1059012"/>
                  </a:lnTo>
                  <a:lnTo>
                    <a:pt x="159016" y="1057372"/>
                  </a:lnTo>
                  <a:lnTo>
                    <a:pt x="159016" y="1055733"/>
                  </a:lnTo>
                  <a:lnTo>
                    <a:pt x="155737" y="1050815"/>
                  </a:lnTo>
                  <a:lnTo>
                    <a:pt x="155737" y="1047536"/>
                  </a:lnTo>
                  <a:lnTo>
                    <a:pt x="157376" y="1044257"/>
                  </a:lnTo>
                  <a:lnTo>
                    <a:pt x="160655" y="1044257"/>
                  </a:lnTo>
                  <a:lnTo>
                    <a:pt x="162294" y="1042618"/>
                  </a:lnTo>
                  <a:lnTo>
                    <a:pt x="162294" y="1037700"/>
                  </a:lnTo>
                  <a:lnTo>
                    <a:pt x="165573" y="1034422"/>
                  </a:lnTo>
                  <a:lnTo>
                    <a:pt x="162294" y="1031143"/>
                  </a:lnTo>
                  <a:lnTo>
                    <a:pt x="159016" y="1027864"/>
                  </a:lnTo>
                  <a:lnTo>
                    <a:pt x="155737" y="1024585"/>
                  </a:lnTo>
                  <a:lnTo>
                    <a:pt x="152458" y="1021307"/>
                  </a:lnTo>
                  <a:lnTo>
                    <a:pt x="150819" y="1019667"/>
                  </a:lnTo>
                  <a:lnTo>
                    <a:pt x="147540" y="1019667"/>
                  </a:lnTo>
                  <a:lnTo>
                    <a:pt x="142622" y="1018028"/>
                  </a:lnTo>
                  <a:lnTo>
                    <a:pt x="139344" y="1018028"/>
                  </a:lnTo>
                  <a:lnTo>
                    <a:pt x="136065" y="1018028"/>
                  </a:lnTo>
                  <a:lnTo>
                    <a:pt x="131147" y="1014749"/>
                  </a:lnTo>
                  <a:lnTo>
                    <a:pt x="132786" y="1011470"/>
                  </a:lnTo>
                  <a:lnTo>
                    <a:pt x="136065" y="1011470"/>
                  </a:lnTo>
                  <a:lnTo>
                    <a:pt x="139344" y="1009832"/>
                  </a:lnTo>
                  <a:lnTo>
                    <a:pt x="144262" y="1011470"/>
                  </a:lnTo>
                  <a:lnTo>
                    <a:pt x="147540" y="1011470"/>
                  </a:lnTo>
                  <a:lnTo>
                    <a:pt x="150819" y="1011470"/>
                  </a:lnTo>
                  <a:lnTo>
                    <a:pt x="155737" y="1013110"/>
                  </a:lnTo>
                  <a:lnTo>
                    <a:pt x="159016" y="1009832"/>
                  </a:lnTo>
                  <a:lnTo>
                    <a:pt x="157376" y="1004913"/>
                  </a:lnTo>
                  <a:lnTo>
                    <a:pt x="159016" y="1001635"/>
                  </a:lnTo>
                  <a:lnTo>
                    <a:pt x="157376" y="999995"/>
                  </a:lnTo>
                  <a:lnTo>
                    <a:pt x="154098" y="996717"/>
                  </a:lnTo>
                  <a:lnTo>
                    <a:pt x="150819" y="996717"/>
                  </a:lnTo>
                  <a:lnTo>
                    <a:pt x="147540" y="995077"/>
                  </a:lnTo>
                  <a:lnTo>
                    <a:pt x="142622" y="995077"/>
                  </a:lnTo>
                  <a:lnTo>
                    <a:pt x="139344" y="995077"/>
                  </a:lnTo>
                  <a:lnTo>
                    <a:pt x="134426" y="995077"/>
                  </a:lnTo>
                  <a:lnTo>
                    <a:pt x="131147" y="995077"/>
                  </a:lnTo>
                  <a:lnTo>
                    <a:pt x="131147" y="990159"/>
                  </a:lnTo>
                  <a:lnTo>
                    <a:pt x="129508" y="986880"/>
                  </a:lnTo>
                  <a:lnTo>
                    <a:pt x="126229" y="983602"/>
                  </a:lnTo>
                  <a:lnTo>
                    <a:pt x="129508" y="980323"/>
                  </a:lnTo>
                  <a:lnTo>
                    <a:pt x="129508" y="978684"/>
                  </a:lnTo>
                  <a:lnTo>
                    <a:pt x="131147" y="975405"/>
                  </a:lnTo>
                  <a:lnTo>
                    <a:pt x="129508" y="973766"/>
                  </a:lnTo>
                  <a:lnTo>
                    <a:pt x="129508" y="973766"/>
                  </a:lnTo>
                  <a:lnTo>
                    <a:pt x="126229" y="970487"/>
                  </a:lnTo>
                  <a:lnTo>
                    <a:pt x="121311" y="967209"/>
                  </a:lnTo>
                  <a:lnTo>
                    <a:pt x="124590" y="963930"/>
                  </a:lnTo>
                  <a:lnTo>
                    <a:pt x="122950" y="959012"/>
                  </a:lnTo>
                  <a:lnTo>
                    <a:pt x="119672" y="959012"/>
                  </a:lnTo>
                  <a:lnTo>
                    <a:pt x="119672" y="959012"/>
                  </a:lnTo>
                  <a:lnTo>
                    <a:pt x="116393" y="954094"/>
                  </a:lnTo>
                  <a:lnTo>
                    <a:pt x="111475" y="952455"/>
                  </a:lnTo>
                  <a:lnTo>
                    <a:pt x="113114" y="947536"/>
                  </a:lnTo>
                  <a:lnTo>
                    <a:pt x="116393" y="945897"/>
                  </a:lnTo>
                  <a:lnTo>
                    <a:pt x="114754" y="940979"/>
                  </a:lnTo>
                  <a:lnTo>
                    <a:pt x="111475" y="940979"/>
                  </a:lnTo>
                  <a:lnTo>
                    <a:pt x="108196" y="939340"/>
                  </a:lnTo>
                  <a:lnTo>
                    <a:pt x="103278" y="939340"/>
                  </a:lnTo>
                  <a:lnTo>
                    <a:pt x="100000" y="936061"/>
                  </a:lnTo>
                  <a:lnTo>
                    <a:pt x="96721" y="932782"/>
                  </a:lnTo>
                  <a:lnTo>
                    <a:pt x="96721" y="929504"/>
                  </a:lnTo>
                  <a:lnTo>
                    <a:pt x="95082" y="924586"/>
                  </a:lnTo>
                  <a:lnTo>
                    <a:pt x="93442" y="921307"/>
                  </a:lnTo>
                  <a:lnTo>
                    <a:pt x="91803" y="918029"/>
                  </a:lnTo>
                  <a:lnTo>
                    <a:pt x="91803" y="913110"/>
                  </a:lnTo>
                  <a:lnTo>
                    <a:pt x="91803" y="909832"/>
                  </a:lnTo>
                  <a:lnTo>
                    <a:pt x="90164" y="906553"/>
                  </a:lnTo>
                  <a:lnTo>
                    <a:pt x="86885" y="903275"/>
                  </a:lnTo>
                  <a:lnTo>
                    <a:pt x="88524" y="899996"/>
                  </a:lnTo>
                  <a:lnTo>
                    <a:pt x="90164" y="896717"/>
                  </a:lnTo>
                  <a:lnTo>
                    <a:pt x="93442" y="896717"/>
                  </a:lnTo>
                  <a:lnTo>
                    <a:pt x="96721" y="895078"/>
                  </a:lnTo>
                  <a:lnTo>
                    <a:pt x="95082" y="890160"/>
                  </a:lnTo>
                  <a:lnTo>
                    <a:pt x="93442" y="890160"/>
                  </a:lnTo>
                  <a:lnTo>
                    <a:pt x="93442" y="885242"/>
                  </a:lnTo>
                  <a:lnTo>
                    <a:pt x="88524" y="881963"/>
                  </a:lnTo>
                  <a:lnTo>
                    <a:pt x="86885" y="878685"/>
                  </a:lnTo>
                  <a:lnTo>
                    <a:pt x="83606" y="873766"/>
                  </a:lnTo>
                  <a:lnTo>
                    <a:pt x="83606" y="870488"/>
                  </a:lnTo>
                  <a:lnTo>
                    <a:pt x="83606" y="867209"/>
                  </a:lnTo>
                  <a:lnTo>
                    <a:pt x="80328" y="862291"/>
                  </a:lnTo>
                  <a:lnTo>
                    <a:pt x="80328" y="859012"/>
                  </a:lnTo>
                  <a:lnTo>
                    <a:pt x="78688" y="855733"/>
                  </a:lnTo>
                  <a:lnTo>
                    <a:pt x="78688" y="850816"/>
                  </a:lnTo>
                  <a:lnTo>
                    <a:pt x="78688" y="850816"/>
                  </a:lnTo>
                  <a:lnTo>
                    <a:pt x="77049" y="847537"/>
                  </a:lnTo>
                  <a:lnTo>
                    <a:pt x="75410" y="844258"/>
                  </a:lnTo>
                  <a:lnTo>
                    <a:pt x="72131" y="839340"/>
                  </a:lnTo>
                  <a:lnTo>
                    <a:pt x="68852" y="836062"/>
                  </a:lnTo>
                  <a:lnTo>
                    <a:pt x="68852" y="834422"/>
                  </a:lnTo>
                  <a:lnTo>
                    <a:pt x="70492" y="831143"/>
                  </a:lnTo>
                  <a:lnTo>
                    <a:pt x="68852" y="826226"/>
                  </a:lnTo>
                  <a:lnTo>
                    <a:pt x="70492" y="822947"/>
                  </a:lnTo>
                  <a:lnTo>
                    <a:pt x="72131" y="819668"/>
                  </a:lnTo>
                  <a:lnTo>
                    <a:pt x="72131" y="816389"/>
                  </a:lnTo>
                  <a:lnTo>
                    <a:pt x="67213" y="814750"/>
                  </a:lnTo>
                  <a:lnTo>
                    <a:pt x="65573" y="809832"/>
                  </a:lnTo>
                  <a:lnTo>
                    <a:pt x="63934" y="806553"/>
                  </a:lnTo>
                  <a:lnTo>
                    <a:pt x="68852" y="806553"/>
                  </a:lnTo>
                  <a:lnTo>
                    <a:pt x="67213" y="803275"/>
                  </a:lnTo>
                  <a:lnTo>
                    <a:pt x="68852" y="803275"/>
                  </a:lnTo>
                  <a:lnTo>
                    <a:pt x="68852" y="799996"/>
                  </a:lnTo>
                  <a:lnTo>
                    <a:pt x="65573" y="795078"/>
                  </a:lnTo>
                  <a:lnTo>
                    <a:pt x="63934" y="795078"/>
                  </a:lnTo>
                  <a:lnTo>
                    <a:pt x="62295" y="790160"/>
                  </a:lnTo>
                  <a:lnTo>
                    <a:pt x="60655" y="786882"/>
                  </a:lnTo>
                  <a:lnTo>
                    <a:pt x="62295" y="785242"/>
                  </a:lnTo>
                  <a:lnTo>
                    <a:pt x="67213" y="785242"/>
                  </a:lnTo>
                  <a:lnTo>
                    <a:pt x="68852" y="785242"/>
                  </a:lnTo>
                  <a:lnTo>
                    <a:pt x="65573" y="781963"/>
                  </a:lnTo>
                  <a:lnTo>
                    <a:pt x="67213" y="778685"/>
                  </a:lnTo>
                  <a:lnTo>
                    <a:pt x="67213" y="773767"/>
                  </a:lnTo>
                  <a:lnTo>
                    <a:pt x="67213" y="770488"/>
                  </a:lnTo>
                  <a:lnTo>
                    <a:pt x="65573" y="767209"/>
                  </a:lnTo>
                  <a:lnTo>
                    <a:pt x="63934" y="762292"/>
                  </a:lnTo>
                  <a:lnTo>
                    <a:pt x="62295" y="759013"/>
                  </a:lnTo>
                  <a:lnTo>
                    <a:pt x="62295" y="755734"/>
                  </a:lnTo>
                  <a:lnTo>
                    <a:pt x="65573" y="752455"/>
                  </a:lnTo>
                  <a:lnTo>
                    <a:pt x="68852" y="750816"/>
                  </a:lnTo>
                  <a:lnTo>
                    <a:pt x="73770" y="747538"/>
                  </a:lnTo>
                  <a:lnTo>
                    <a:pt x="77049" y="745898"/>
                  </a:lnTo>
                  <a:lnTo>
                    <a:pt x="78688" y="745898"/>
                  </a:lnTo>
                  <a:lnTo>
                    <a:pt x="77049" y="740980"/>
                  </a:lnTo>
                  <a:lnTo>
                    <a:pt x="77049" y="737702"/>
                  </a:lnTo>
                  <a:lnTo>
                    <a:pt x="72131" y="736062"/>
                  </a:lnTo>
                  <a:lnTo>
                    <a:pt x="70492" y="732783"/>
                  </a:lnTo>
                  <a:lnTo>
                    <a:pt x="67213" y="727865"/>
                  </a:lnTo>
                  <a:lnTo>
                    <a:pt x="65573" y="724587"/>
                  </a:lnTo>
                  <a:lnTo>
                    <a:pt x="65573" y="721308"/>
                  </a:lnTo>
                  <a:lnTo>
                    <a:pt x="63934" y="718029"/>
                  </a:lnTo>
                  <a:lnTo>
                    <a:pt x="62295" y="714751"/>
                  </a:lnTo>
                  <a:lnTo>
                    <a:pt x="59016" y="709833"/>
                  </a:lnTo>
                  <a:lnTo>
                    <a:pt x="55738" y="706554"/>
                  </a:lnTo>
                  <a:lnTo>
                    <a:pt x="54098" y="703275"/>
                  </a:lnTo>
                  <a:lnTo>
                    <a:pt x="52459" y="698358"/>
                  </a:lnTo>
                  <a:lnTo>
                    <a:pt x="52459" y="695079"/>
                  </a:lnTo>
                  <a:lnTo>
                    <a:pt x="52459" y="691800"/>
                  </a:lnTo>
                  <a:lnTo>
                    <a:pt x="49180" y="686882"/>
                  </a:lnTo>
                  <a:lnTo>
                    <a:pt x="47541" y="683603"/>
                  </a:lnTo>
                  <a:lnTo>
                    <a:pt x="47541" y="680325"/>
                  </a:lnTo>
                  <a:lnTo>
                    <a:pt x="47541" y="675406"/>
                  </a:lnTo>
                  <a:lnTo>
                    <a:pt x="45901" y="672128"/>
                  </a:lnTo>
                  <a:lnTo>
                    <a:pt x="45901" y="668849"/>
                  </a:lnTo>
                  <a:lnTo>
                    <a:pt x="44262" y="668849"/>
                  </a:lnTo>
                  <a:lnTo>
                    <a:pt x="44262" y="667210"/>
                  </a:lnTo>
                  <a:lnTo>
                    <a:pt x="42623" y="663931"/>
                  </a:lnTo>
                  <a:lnTo>
                    <a:pt x="42623" y="659013"/>
                  </a:lnTo>
                  <a:lnTo>
                    <a:pt x="44262" y="655735"/>
                  </a:lnTo>
                  <a:lnTo>
                    <a:pt x="42623" y="650816"/>
                  </a:lnTo>
                  <a:lnTo>
                    <a:pt x="42623" y="647538"/>
                  </a:lnTo>
                  <a:lnTo>
                    <a:pt x="45901" y="647538"/>
                  </a:lnTo>
                  <a:lnTo>
                    <a:pt x="47541" y="644259"/>
                  </a:lnTo>
                  <a:lnTo>
                    <a:pt x="50820" y="645899"/>
                  </a:lnTo>
                  <a:lnTo>
                    <a:pt x="52459" y="642620"/>
                  </a:lnTo>
                  <a:lnTo>
                    <a:pt x="52459" y="639341"/>
                  </a:lnTo>
                  <a:lnTo>
                    <a:pt x="55738" y="634423"/>
                  </a:lnTo>
                  <a:lnTo>
                    <a:pt x="59016" y="634423"/>
                  </a:lnTo>
                  <a:lnTo>
                    <a:pt x="60655" y="632784"/>
                  </a:lnTo>
                  <a:lnTo>
                    <a:pt x="60655" y="629505"/>
                  </a:lnTo>
                  <a:lnTo>
                    <a:pt x="60655" y="627866"/>
                  </a:lnTo>
                  <a:lnTo>
                    <a:pt x="59016" y="622948"/>
                  </a:lnTo>
                  <a:lnTo>
                    <a:pt x="59016" y="619669"/>
                  </a:lnTo>
                  <a:lnTo>
                    <a:pt x="57377" y="616391"/>
                  </a:lnTo>
                  <a:lnTo>
                    <a:pt x="54098" y="611472"/>
                  </a:lnTo>
                  <a:lnTo>
                    <a:pt x="54098" y="608194"/>
                  </a:lnTo>
                  <a:lnTo>
                    <a:pt x="52459" y="604915"/>
                  </a:lnTo>
                  <a:lnTo>
                    <a:pt x="50820" y="599997"/>
                  </a:lnTo>
                  <a:lnTo>
                    <a:pt x="47541" y="596718"/>
                  </a:lnTo>
                  <a:lnTo>
                    <a:pt x="44262" y="595079"/>
                  </a:lnTo>
                  <a:lnTo>
                    <a:pt x="45901" y="591801"/>
                  </a:lnTo>
                  <a:lnTo>
                    <a:pt x="49180" y="590161"/>
                  </a:lnTo>
                  <a:lnTo>
                    <a:pt x="50820" y="586882"/>
                  </a:lnTo>
                  <a:lnTo>
                    <a:pt x="49180" y="583604"/>
                  </a:lnTo>
                  <a:lnTo>
                    <a:pt x="49180" y="580325"/>
                  </a:lnTo>
                  <a:lnTo>
                    <a:pt x="49180" y="577046"/>
                  </a:lnTo>
                  <a:lnTo>
                    <a:pt x="49180" y="573768"/>
                  </a:lnTo>
                  <a:lnTo>
                    <a:pt x="49180" y="570489"/>
                  </a:lnTo>
                  <a:lnTo>
                    <a:pt x="49180" y="565571"/>
                  </a:lnTo>
                  <a:lnTo>
                    <a:pt x="50820" y="562292"/>
                  </a:lnTo>
                  <a:lnTo>
                    <a:pt x="52459" y="559014"/>
                  </a:lnTo>
                  <a:lnTo>
                    <a:pt x="52459" y="554096"/>
                  </a:lnTo>
                  <a:lnTo>
                    <a:pt x="52459" y="552456"/>
                  </a:lnTo>
                  <a:lnTo>
                    <a:pt x="54098" y="550817"/>
                  </a:lnTo>
                  <a:lnTo>
                    <a:pt x="57377" y="552456"/>
                  </a:lnTo>
                  <a:lnTo>
                    <a:pt x="59016" y="547538"/>
                  </a:lnTo>
                  <a:lnTo>
                    <a:pt x="57377" y="544260"/>
                  </a:lnTo>
                  <a:lnTo>
                    <a:pt x="55738" y="539342"/>
                  </a:lnTo>
                  <a:lnTo>
                    <a:pt x="52459" y="536063"/>
                  </a:lnTo>
                  <a:lnTo>
                    <a:pt x="52459" y="532784"/>
                  </a:lnTo>
                  <a:lnTo>
                    <a:pt x="50820" y="529506"/>
                  </a:lnTo>
                  <a:lnTo>
                    <a:pt x="50820" y="524588"/>
                  </a:lnTo>
                  <a:lnTo>
                    <a:pt x="50820" y="521309"/>
                  </a:lnTo>
                  <a:lnTo>
                    <a:pt x="50820" y="516391"/>
                  </a:lnTo>
                  <a:lnTo>
                    <a:pt x="50820" y="513112"/>
                  </a:lnTo>
                  <a:lnTo>
                    <a:pt x="50820" y="509834"/>
                  </a:lnTo>
                  <a:lnTo>
                    <a:pt x="47541" y="506555"/>
                  </a:lnTo>
                  <a:lnTo>
                    <a:pt x="42623" y="508194"/>
                  </a:lnTo>
                  <a:lnTo>
                    <a:pt x="42623" y="508194"/>
                  </a:lnTo>
                  <a:lnTo>
                    <a:pt x="39344" y="504916"/>
                  </a:lnTo>
                  <a:lnTo>
                    <a:pt x="37705" y="499998"/>
                  </a:lnTo>
                  <a:lnTo>
                    <a:pt x="36065" y="496719"/>
                  </a:lnTo>
                  <a:lnTo>
                    <a:pt x="37705" y="493440"/>
                  </a:lnTo>
                  <a:lnTo>
                    <a:pt x="37705" y="490162"/>
                  </a:lnTo>
                  <a:lnTo>
                    <a:pt x="37705" y="488522"/>
                  </a:lnTo>
                  <a:lnTo>
                    <a:pt x="34426" y="486883"/>
                  </a:lnTo>
                  <a:lnTo>
                    <a:pt x="34426" y="486883"/>
                  </a:lnTo>
                  <a:lnTo>
                    <a:pt x="31148" y="481965"/>
                  </a:lnTo>
                  <a:lnTo>
                    <a:pt x="29508" y="478686"/>
                  </a:lnTo>
                  <a:lnTo>
                    <a:pt x="29508" y="475408"/>
                  </a:lnTo>
                  <a:lnTo>
                    <a:pt x="27869" y="472129"/>
                  </a:lnTo>
                  <a:lnTo>
                    <a:pt x="24590" y="468850"/>
                  </a:lnTo>
                  <a:lnTo>
                    <a:pt x="22951" y="465572"/>
                  </a:lnTo>
                  <a:lnTo>
                    <a:pt x="22951" y="463932"/>
                  </a:lnTo>
                  <a:lnTo>
                    <a:pt x="19672" y="460654"/>
                  </a:lnTo>
                  <a:lnTo>
                    <a:pt x="19672" y="460654"/>
                  </a:lnTo>
                  <a:lnTo>
                    <a:pt x="16393" y="455735"/>
                  </a:lnTo>
                  <a:lnTo>
                    <a:pt x="14754" y="452457"/>
                  </a:lnTo>
                  <a:lnTo>
                    <a:pt x="19672" y="452457"/>
                  </a:lnTo>
                  <a:lnTo>
                    <a:pt x="19672" y="449178"/>
                  </a:lnTo>
                  <a:lnTo>
                    <a:pt x="16393" y="445899"/>
                  </a:lnTo>
                  <a:lnTo>
                    <a:pt x="11475" y="445899"/>
                  </a:lnTo>
                  <a:lnTo>
                    <a:pt x="8197" y="440981"/>
                  </a:lnTo>
                  <a:lnTo>
                    <a:pt x="6557" y="437703"/>
                  </a:lnTo>
                  <a:lnTo>
                    <a:pt x="3279" y="434424"/>
                  </a:lnTo>
                  <a:lnTo>
                    <a:pt x="1639" y="429506"/>
                  </a:lnTo>
                  <a:lnTo>
                    <a:pt x="1639" y="426228"/>
                  </a:lnTo>
                  <a:lnTo>
                    <a:pt x="1639" y="422949"/>
                  </a:lnTo>
                  <a:lnTo>
                    <a:pt x="1639" y="419670"/>
                  </a:lnTo>
                  <a:lnTo>
                    <a:pt x="0" y="414752"/>
                  </a:lnTo>
                  <a:lnTo>
                    <a:pt x="1639" y="411474"/>
                  </a:lnTo>
                  <a:lnTo>
                    <a:pt x="4918" y="413113"/>
                  </a:lnTo>
                  <a:lnTo>
                    <a:pt x="6557" y="408195"/>
                  </a:lnTo>
                  <a:lnTo>
                    <a:pt x="6557" y="404916"/>
                  </a:lnTo>
                  <a:lnTo>
                    <a:pt x="4918" y="401637"/>
                  </a:lnTo>
                  <a:lnTo>
                    <a:pt x="4918" y="396719"/>
                  </a:lnTo>
                  <a:lnTo>
                    <a:pt x="6557" y="393441"/>
                  </a:lnTo>
                  <a:lnTo>
                    <a:pt x="6557" y="390162"/>
                  </a:lnTo>
                  <a:lnTo>
                    <a:pt x="6557" y="385244"/>
                  </a:lnTo>
                  <a:lnTo>
                    <a:pt x="8197" y="381965"/>
                  </a:lnTo>
                  <a:lnTo>
                    <a:pt x="6557" y="378687"/>
                  </a:lnTo>
                  <a:lnTo>
                    <a:pt x="9836" y="380326"/>
                  </a:lnTo>
                  <a:lnTo>
                    <a:pt x="13115" y="380326"/>
                  </a:lnTo>
                  <a:lnTo>
                    <a:pt x="16393" y="375408"/>
                  </a:lnTo>
                  <a:lnTo>
                    <a:pt x="14754" y="372129"/>
                  </a:lnTo>
                  <a:lnTo>
                    <a:pt x="16393" y="368851"/>
                  </a:lnTo>
                  <a:lnTo>
                    <a:pt x="13115" y="365572"/>
                  </a:lnTo>
                  <a:lnTo>
                    <a:pt x="11475" y="362294"/>
                  </a:lnTo>
                  <a:lnTo>
                    <a:pt x="11475" y="359015"/>
                  </a:lnTo>
                  <a:lnTo>
                    <a:pt x="9836" y="354097"/>
                  </a:lnTo>
                  <a:lnTo>
                    <a:pt x="9836" y="350818"/>
                  </a:lnTo>
                  <a:lnTo>
                    <a:pt x="9836" y="349179"/>
                  </a:lnTo>
                  <a:lnTo>
                    <a:pt x="6557" y="345900"/>
                  </a:lnTo>
                  <a:lnTo>
                    <a:pt x="6557" y="342621"/>
                  </a:lnTo>
                  <a:lnTo>
                    <a:pt x="3279" y="337703"/>
                  </a:lnTo>
                  <a:lnTo>
                    <a:pt x="1639" y="334425"/>
                  </a:lnTo>
                  <a:lnTo>
                    <a:pt x="1639" y="331146"/>
                  </a:lnTo>
                  <a:lnTo>
                    <a:pt x="1639" y="32950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06" name="Freeform 3205">
              <a:extLst>
                <a:ext uri="{FF2B5EF4-FFF2-40B4-BE49-F238E27FC236}">
                  <a16:creationId xmlns:a16="http://schemas.microsoft.com/office/drawing/2014/main" id="{370B93D0-037A-804C-A9E5-303B12782310}"/>
                </a:ext>
              </a:extLst>
            </p:cNvPr>
            <p:cNvSpPr/>
            <p:nvPr/>
          </p:nvSpPr>
          <p:spPr>
            <a:xfrm>
              <a:off x="3169783" y="6432919"/>
              <a:ext cx="154097" cy="99999"/>
            </a:xfrm>
            <a:custGeom>
              <a:avLst/>
              <a:gdLst>
                <a:gd name="connsiteX0" fmla="*/ 0 w 154097"/>
                <a:gd name="connsiteY0" fmla="*/ 0 h 99999"/>
                <a:gd name="connsiteX1" fmla="*/ 3279 w 154097"/>
                <a:gd name="connsiteY1" fmla="*/ 1639 h 99999"/>
                <a:gd name="connsiteX2" fmla="*/ 4918 w 154097"/>
                <a:gd name="connsiteY2" fmla="*/ 3279 h 99999"/>
                <a:gd name="connsiteX3" fmla="*/ 8197 w 154097"/>
                <a:gd name="connsiteY3" fmla="*/ 6557 h 99999"/>
                <a:gd name="connsiteX4" fmla="*/ 13115 w 154097"/>
                <a:gd name="connsiteY4" fmla="*/ 8197 h 99999"/>
                <a:gd name="connsiteX5" fmla="*/ 16393 w 154097"/>
                <a:gd name="connsiteY5" fmla="*/ 11476 h 99999"/>
                <a:gd name="connsiteX6" fmla="*/ 19672 w 154097"/>
                <a:gd name="connsiteY6" fmla="*/ 14754 h 99999"/>
                <a:gd name="connsiteX7" fmla="*/ 22951 w 154097"/>
                <a:gd name="connsiteY7" fmla="*/ 19672 h 99999"/>
                <a:gd name="connsiteX8" fmla="*/ 18033 w 154097"/>
                <a:gd name="connsiteY8" fmla="*/ 14754 h 99999"/>
                <a:gd name="connsiteX9" fmla="*/ 14754 w 154097"/>
                <a:gd name="connsiteY9" fmla="*/ 14754 h 99999"/>
                <a:gd name="connsiteX10" fmla="*/ 13115 w 154097"/>
                <a:gd name="connsiteY10" fmla="*/ 18033 h 99999"/>
                <a:gd name="connsiteX11" fmla="*/ 13115 w 154097"/>
                <a:gd name="connsiteY11" fmla="*/ 22951 h 99999"/>
                <a:gd name="connsiteX12" fmla="*/ 16393 w 154097"/>
                <a:gd name="connsiteY12" fmla="*/ 26229 h 99999"/>
                <a:gd name="connsiteX13" fmla="*/ 21311 w 154097"/>
                <a:gd name="connsiteY13" fmla="*/ 26229 h 99999"/>
                <a:gd name="connsiteX14" fmla="*/ 24590 w 154097"/>
                <a:gd name="connsiteY14" fmla="*/ 26229 h 99999"/>
                <a:gd name="connsiteX15" fmla="*/ 27869 w 154097"/>
                <a:gd name="connsiteY15" fmla="*/ 26229 h 99999"/>
                <a:gd name="connsiteX16" fmla="*/ 31147 w 154097"/>
                <a:gd name="connsiteY16" fmla="*/ 29508 h 99999"/>
                <a:gd name="connsiteX17" fmla="*/ 34426 w 154097"/>
                <a:gd name="connsiteY17" fmla="*/ 34426 h 99999"/>
                <a:gd name="connsiteX18" fmla="*/ 37705 w 154097"/>
                <a:gd name="connsiteY18" fmla="*/ 37705 h 99999"/>
                <a:gd name="connsiteX19" fmla="*/ 42623 w 154097"/>
                <a:gd name="connsiteY19" fmla="*/ 40983 h 99999"/>
                <a:gd name="connsiteX20" fmla="*/ 45901 w 154097"/>
                <a:gd name="connsiteY20" fmla="*/ 42623 h 99999"/>
                <a:gd name="connsiteX21" fmla="*/ 49180 w 154097"/>
                <a:gd name="connsiteY21" fmla="*/ 44262 h 99999"/>
                <a:gd name="connsiteX22" fmla="*/ 52459 w 154097"/>
                <a:gd name="connsiteY22" fmla="*/ 47541 h 99999"/>
                <a:gd name="connsiteX23" fmla="*/ 57377 w 154097"/>
                <a:gd name="connsiteY23" fmla="*/ 49180 h 99999"/>
                <a:gd name="connsiteX24" fmla="*/ 60655 w 154097"/>
                <a:gd name="connsiteY24" fmla="*/ 52459 h 99999"/>
                <a:gd name="connsiteX25" fmla="*/ 63934 w 154097"/>
                <a:gd name="connsiteY25" fmla="*/ 54098 h 99999"/>
                <a:gd name="connsiteX26" fmla="*/ 67213 w 154097"/>
                <a:gd name="connsiteY26" fmla="*/ 55737 h 99999"/>
                <a:gd name="connsiteX27" fmla="*/ 70492 w 154097"/>
                <a:gd name="connsiteY27" fmla="*/ 59016 h 99999"/>
                <a:gd name="connsiteX28" fmla="*/ 75410 w 154097"/>
                <a:gd name="connsiteY28" fmla="*/ 60656 h 99999"/>
                <a:gd name="connsiteX29" fmla="*/ 78688 w 154097"/>
                <a:gd name="connsiteY29" fmla="*/ 60656 h 99999"/>
                <a:gd name="connsiteX30" fmla="*/ 81967 w 154097"/>
                <a:gd name="connsiteY30" fmla="*/ 62295 h 99999"/>
                <a:gd name="connsiteX31" fmla="*/ 86885 w 154097"/>
                <a:gd name="connsiteY31" fmla="*/ 65573 h 99999"/>
                <a:gd name="connsiteX32" fmla="*/ 90164 w 154097"/>
                <a:gd name="connsiteY32" fmla="*/ 65573 h 99999"/>
                <a:gd name="connsiteX33" fmla="*/ 93442 w 154097"/>
                <a:gd name="connsiteY33" fmla="*/ 67213 h 99999"/>
                <a:gd name="connsiteX34" fmla="*/ 96721 w 154097"/>
                <a:gd name="connsiteY34" fmla="*/ 68852 h 99999"/>
                <a:gd name="connsiteX35" fmla="*/ 101639 w 154097"/>
                <a:gd name="connsiteY35" fmla="*/ 72131 h 99999"/>
                <a:gd name="connsiteX36" fmla="*/ 104917 w 154097"/>
                <a:gd name="connsiteY36" fmla="*/ 73770 h 99999"/>
                <a:gd name="connsiteX37" fmla="*/ 108196 w 154097"/>
                <a:gd name="connsiteY37" fmla="*/ 75410 h 99999"/>
                <a:gd name="connsiteX38" fmla="*/ 113114 w 154097"/>
                <a:gd name="connsiteY38" fmla="*/ 77049 h 99999"/>
                <a:gd name="connsiteX39" fmla="*/ 116393 w 154097"/>
                <a:gd name="connsiteY39" fmla="*/ 78688 h 99999"/>
                <a:gd name="connsiteX40" fmla="*/ 119672 w 154097"/>
                <a:gd name="connsiteY40" fmla="*/ 80327 h 99999"/>
                <a:gd name="connsiteX41" fmla="*/ 124590 w 154097"/>
                <a:gd name="connsiteY41" fmla="*/ 81967 h 99999"/>
                <a:gd name="connsiteX42" fmla="*/ 127868 w 154097"/>
                <a:gd name="connsiteY42" fmla="*/ 81967 h 99999"/>
                <a:gd name="connsiteX43" fmla="*/ 131147 w 154097"/>
                <a:gd name="connsiteY43" fmla="*/ 83606 h 99999"/>
                <a:gd name="connsiteX44" fmla="*/ 134426 w 154097"/>
                <a:gd name="connsiteY44" fmla="*/ 83606 h 99999"/>
                <a:gd name="connsiteX45" fmla="*/ 139344 w 154097"/>
                <a:gd name="connsiteY45" fmla="*/ 83606 h 99999"/>
                <a:gd name="connsiteX46" fmla="*/ 142622 w 154097"/>
                <a:gd name="connsiteY46" fmla="*/ 83606 h 99999"/>
                <a:gd name="connsiteX47" fmla="*/ 145901 w 154097"/>
                <a:gd name="connsiteY47" fmla="*/ 83606 h 99999"/>
                <a:gd name="connsiteX48" fmla="*/ 150819 w 154097"/>
                <a:gd name="connsiteY48" fmla="*/ 83606 h 99999"/>
                <a:gd name="connsiteX49" fmla="*/ 154098 w 154097"/>
                <a:gd name="connsiteY49" fmla="*/ 83606 h 99999"/>
                <a:gd name="connsiteX50" fmla="*/ 154098 w 154097"/>
                <a:gd name="connsiteY50" fmla="*/ 86885 h 99999"/>
                <a:gd name="connsiteX51" fmla="*/ 154098 w 154097"/>
                <a:gd name="connsiteY51" fmla="*/ 91803 h 99999"/>
                <a:gd name="connsiteX52" fmla="*/ 152458 w 154097"/>
                <a:gd name="connsiteY52" fmla="*/ 95082 h 99999"/>
                <a:gd name="connsiteX53" fmla="*/ 149180 w 154097"/>
                <a:gd name="connsiteY53" fmla="*/ 93442 h 99999"/>
                <a:gd name="connsiteX54" fmla="*/ 145901 w 154097"/>
                <a:gd name="connsiteY54" fmla="*/ 95082 h 99999"/>
                <a:gd name="connsiteX55" fmla="*/ 140983 w 154097"/>
                <a:gd name="connsiteY55" fmla="*/ 96721 h 99999"/>
                <a:gd name="connsiteX56" fmla="*/ 137704 w 154097"/>
                <a:gd name="connsiteY56" fmla="*/ 93442 h 99999"/>
                <a:gd name="connsiteX57" fmla="*/ 134426 w 154097"/>
                <a:gd name="connsiteY57" fmla="*/ 93442 h 99999"/>
                <a:gd name="connsiteX58" fmla="*/ 129508 w 154097"/>
                <a:gd name="connsiteY58" fmla="*/ 96721 h 99999"/>
                <a:gd name="connsiteX59" fmla="*/ 126229 w 154097"/>
                <a:gd name="connsiteY59" fmla="*/ 98360 h 99999"/>
                <a:gd name="connsiteX60" fmla="*/ 122950 w 154097"/>
                <a:gd name="connsiteY60" fmla="*/ 98360 h 99999"/>
                <a:gd name="connsiteX61" fmla="*/ 118032 w 154097"/>
                <a:gd name="connsiteY61" fmla="*/ 100000 h 99999"/>
                <a:gd name="connsiteX62" fmla="*/ 114754 w 154097"/>
                <a:gd name="connsiteY62" fmla="*/ 100000 h 99999"/>
                <a:gd name="connsiteX63" fmla="*/ 111475 w 154097"/>
                <a:gd name="connsiteY63" fmla="*/ 98360 h 99999"/>
                <a:gd name="connsiteX64" fmla="*/ 108196 w 154097"/>
                <a:gd name="connsiteY64" fmla="*/ 96721 h 99999"/>
                <a:gd name="connsiteX65" fmla="*/ 103278 w 154097"/>
                <a:gd name="connsiteY65" fmla="*/ 95082 h 99999"/>
                <a:gd name="connsiteX66" fmla="*/ 100000 w 154097"/>
                <a:gd name="connsiteY66" fmla="*/ 95082 h 99999"/>
                <a:gd name="connsiteX67" fmla="*/ 95082 w 154097"/>
                <a:gd name="connsiteY67" fmla="*/ 95082 h 99999"/>
                <a:gd name="connsiteX68" fmla="*/ 91803 w 154097"/>
                <a:gd name="connsiteY68" fmla="*/ 93442 h 99999"/>
                <a:gd name="connsiteX69" fmla="*/ 88524 w 154097"/>
                <a:gd name="connsiteY69" fmla="*/ 93442 h 99999"/>
                <a:gd name="connsiteX70" fmla="*/ 83606 w 154097"/>
                <a:gd name="connsiteY70" fmla="*/ 93442 h 99999"/>
                <a:gd name="connsiteX71" fmla="*/ 80327 w 154097"/>
                <a:gd name="connsiteY71" fmla="*/ 93442 h 99999"/>
                <a:gd name="connsiteX72" fmla="*/ 77049 w 154097"/>
                <a:gd name="connsiteY72" fmla="*/ 93442 h 99999"/>
                <a:gd name="connsiteX73" fmla="*/ 72131 w 154097"/>
                <a:gd name="connsiteY73" fmla="*/ 93442 h 99999"/>
                <a:gd name="connsiteX74" fmla="*/ 68852 w 154097"/>
                <a:gd name="connsiteY74" fmla="*/ 93442 h 99999"/>
                <a:gd name="connsiteX75" fmla="*/ 65573 w 154097"/>
                <a:gd name="connsiteY75" fmla="*/ 91803 h 99999"/>
                <a:gd name="connsiteX76" fmla="*/ 62295 w 154097"/>
                <a:gd name="connsiteY76" fmla="*/ 91803 h 99999"/>
                <a:gd name="connsiteX77" fmla="*/ 57377 w 154097"/>
                <a:gd name="connsiteY77" fmla="*/ 90164 h 99999"/>
                <a:gd name="connsiteX78" fmla="*/ 55737 w 154097"/>
                <a:gd name="connsiteY78" fmla="*/ 90164 h 99999"/>
                <a:gd name="connsiteX79" fmla="*/ 54098 w 154097"/>
                <a:gd name="connsiteY79" fmla="*/ 90164 h 99999"/>
                <a:gd name="connsiteX80" fmla="*/ 50820 w 154097"/>
                <a:gd name="connsiteY80" fmla="*/ 91803 h 99999"/>
                <a:gd name="connsiteX81" fmla="*/ 49180 w 154097"/>
                <a:gd name="connsiteY81" fmla="*/ 91803 h 99999"/>
                <a:gd name="connsiteX82" fmla="*/ 44262 w 154097"/>
                <a:gd name="connsiteY82" fmla="*/ 90164 h 99999"/>
                <a:gd name="connsiteX83" fmla="*/ 44262 w 154097"/>
                <a:gd name="connsiteY83" fmla="*/ 90164 h 99999"/>
                <a:gd name="connsiteX84" fmla="*/ 42623 w 154097"/>
                <a:gd name="connsiteY84" fmla="*/ 86885 h 99999"/>
                <a:gd name="connsiteX85" fmla="*/ 40983 w 154097"/>
                <a:gd name="connsiteY85" fmla="*/ 83606 h 99999"/>
                <a:gd name="connsiteX86" fmla="*/ 39344 w 154097"/>
                <a:gd name="connsiteY86" fmla="*/ 78688 h 99999"/>
                <a:gd name="connsiteX87" fmla="*/ 37705 w 154097"/>
                <a:gd name="connsiteY87" fmla="*/ 78688 h 99999"/>
                <a:gd name="connsiteX88" fmla="*/ 37705 w 154097"/>
                <a:gd name="connsiteY88" fmla="*/ 75410 h 99999"/>
                <a:gd name="connsiteX89" fmla="*/ 34426 w 154097"/>
                <a:gd name="connsiteY89" fmla="*/ 72131 h 99999"/>
                <a:gd name="connsiteX90" fmla="*/ 32787 w 154097"/>
                <a:gd name="connsiteY90" fmla="*/ 68852 h 99999"/>
                <a:gd name="connsiteX91" fmla="*/ 31147 w 154097"/>
                <a:gd name="connsiteY91" fmla="*/ 63934 h 99999"/>
                <a:gd name="connsiteX92" fmla="*/ 29508 w 154097"/>
                <a:gd name="connsiteY92" fmla="*/ 60656 h 99999"/>
                <a:gd name="connsiteX93" fmla="*/ 27869 w 154097"/>
                <a:gd name="connsiteY93" fmla="*/ 57377 h 99999"/>
                <a:gd name="connsiteX94" fmla="*/ 26229 w 154097"/>
                <a:gd name="connsiteY94" fmla="*/ 54098 h 99999"/>
                <a:gd name="connsiteX95" fmla="*/ 24590 w 154097"/>
                <a:gd name="connsiteY95" fmla="*/ 50820 h 99999"/>
                <a:gd name="connsiteX96" fmla="*/ 22951 w 154097"/>
                <a:gd name="connsiteY96" fmla="*/ 47541 h 99999"/>
                <a:gd name="connsiteX97" fmla="*/ 21311 w 154097"/>
                <a:gd name="connsiteY97" fmla="*/ 42623 h 99999"/>
                <a:gd name="connsiteX98" fmla="*/ 19672 w 154097"/>
                <a:gd name="connsiteY98" fmla="*/ 39344 h 99999"/>
                <a:gd name="connsiteX99" fmla="*/ 18033 w 154097"/>
                <a:gd name="connsiteY99" fmla="*/ 36066 h 99999"/>
                <a:gd name="connsiteX100" fmla="*/ 14754 w 154097"/>
                <a:gd name="connsiteY100" fmla="*/ 31147 h 99999"/>
                <a:gd name="connsiteX101" fmla="*/ 13115 w 154097"/>
                <a:gd name="connsiteY101" fmla="*/ 27869 h 99999"/>
                <a:gd name="connsiteX102" fmla="*/ 13115 w 154097"/>
                <a:gd name="connsiteY102" fmla="*/ 27869 h 99999"/>
                <a:gd name="connsiteX103" fmla="*/ 11475 w 154097"/>
                <a:gd name="connsiteY103" fmla="*/ 22951 h 99999"/>
                <a:gd name="connsiteX104" fmla="*/ 9836 w 154097"/>
                <a:gd name="connsiteY104" fmla="*/ 19672 h 99999"/>
                <a:gd name="connsiteX105" fmla="*/ 8197 w 154097"/>
                <a:gd name="connsiteY105" fmla="*/ 16393 h 99999"/>
                <a:gd name="connsiteX106" fmla="*/ 8197 w 154097"/>
                <a:gd name="connsiteY106" fmla="*/ 14754 h 99999"/>
                <a:gd name="connsiteX107" fmla="*/ 6557 w 154097"/>
                <a:gd name="connsiteY107" fmla="*/ 14754 h 99999"/>
                <a:gd name="connsiteX108" fmla="*/ 6557 w 154097"/>
                <a:gd name="connsiteY108" fmla="*/ 11476 h 99999"/>
                <a:gd name="connsiteX109" fmla="*/ 4918 w 154097"/>
                <a:gd name="connsiteY109" fmla="*/ 8197 h 99999"/>
                <a:gd name="connsiteX110" fmla="*/ 3279 w 154097"/>
                <a:gd name="connsiteY110" fmla="*/ 4918 h 99999"/>
                <a:gd name="connsiteX111" fmla="*/ 1639 w 154097"/>
                <a:gd name="connsiteY111" fmla="*/ 1639 h 99999"/>
                <a:gd name="connsiteX112" fmla="*/ 0 w 154097"/>
                <a:gd name="connsiteY112" fmla="*/ 0 h 99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154097" h="99999">
                  <a:moveTo>
                    <a:pt x="0" y="0"/>
                  </a:moveTo>
                  <a:lnTo>
                    <a:pt x="3279" y="1639"/>
                  </a:lnTo>
                  <a:lnTo>
                    <a:pt x="4918" y="3279"/>
                  </a:lnTo>
                  <a:lnTo>
                    <a:pt x="8197" y="6557"/>
                  </a:lnTo>
                  <a:lnTo>
                    <a:pt x="13115" y="8197"/>
                  </a:lnTo>
                  <a:lnTo>
                    <a:pt x="16393" y="11476"/>
                  </a:lnTo>
                  <a:lnTo>
                    <a:pt x="19672" y="14754"/>
                  </a:lnTo>
                  <a:lnTo>
                    <a:pt x="22951" y="19672"/>
                  </a:lnTo>
                  <a:lnTo>
                    <a:pt x="18033" y="14754"/>
                  </a:lnTo>
                  <a:lnTo>
                    <a:pt x="14754" y="14754"/>
                  </a:lnTo>
                  <a:lnTo>
                    <a:pt x="13115" y="18033"/>
                  </a:lnTo>
                  <a:lnTo>
                    <a:pt x="13115" y="22951"/>
                  </a:lnTo>
                  <a:lnTo>
                    <a:pt x="16393" y="26229"/>
                  </a:lnTo>
                  <a:lnTo>
                    <a:pt x="21311" y="26229"/>
                  </a:lnTo>
                  <a:lnTo>
                    <a:pt x="24590" y="26229"/>
                  </a:lnTo>
                  <a:lnTo>
                    <a:pt x="27869" y="26229"/>
                  </a:lnTo>
                  <a:lnTo>
                    <a:pt x="31147" y="29508"/>
                  </a:lnTo>
                  <a:lnTo>
                    <a:pt x="34426" y="34426"/>
                  </a:lnTo>
                  <a:lnTo>
                    <a:pt x="37705" y="37705"/>
                  </a:lnTo>
                  <a:lnTo>
                    <a:pt x="42623" y="40983"/>
                  </a:lnTo>
                  <a:lnTo>
                    <a:pt x="45901" y="42623"/>
                  </a:lnTo>
                  <a:lnTo>
                    <a:pt x="49180" y="44262"/>
                  </a:lnTo>
                  <a:lnTo>
                    <a:pt x="52459" y="47541"/>
                  </a:lnTo>
                  <a:lnTo>
                    <a:pt x="57377" y="49180"/>
                  </a:lnTo>
                  <a:lnTo>
                    <a:pt x="60655" y="52459"/>
                  </a:lnTo>
                  <a:lnTo>
                    <a:pt x="63934" y="54098"/>
                  </a:lnTo>
                  <a:lnTo>
                    <a:pt x="67213" y="55737"/>
                  </a:lnTo>
                  <a:lnTo>
                    <a:pt x="70492" y="59016"/>
                  </a:lnTo>
                  <a:lnTo>
                    <a:pt x="75410" y="60656"/>
                  </a:lnTo>
                  <a:lnTo>
                    <a:pt x="78688" y="60656"/>
                  </a:lnTo>
                  <a:lnTo>
                    <a:pt x="81967" y="62295"/>
                  </a:lnTo>
                  <a:lnTo>
                    <a:pt x="86885" y="65573"/>
                  </a:lnTo>
                  <a:lnTo>
                    <a:pt x="90164" y="65573"/>
                  </a:lnTo>
                  <a:lnTo>
                    <a:pt x="93442" y="67213"/>
                  </a:lnTo>
                  <a:lnTo>
                    <a:pt x="96721" y="68852"/>
                  </a:lnTo>
                  <a:lnTo>
                    <a:pt x="101639" y="72131"/>
                  </a:lnTo>
                  <a:lnTo>
                    <a:pt x="104917" y="73770"/>
                  </a:lnTo>
                  <a:lnTo>
                    <a:pt x="108196" y="75410"/>
                  </a:lnTo>
                  <a:lnTo>
                    <a:pt x="113114" y="77049"/>
                  </a:lnTo>
                  <a:lnTo>
                    <a:pt x="116393" y="78688"/>
                  </a:lnTo>
                  <a:lnTo>
                    <a:pt x="119672" y="80327"/>
                  </a:lnTo>
                  <a:lnTo>
                    <a:pt x="124590" y="81967"/>
                  </a:lnTo>
                  <a:lnTo>
                    <a:pt x="127868" y="81967"/>
                  </a:lnTo>
                  <a:lnTo>
                    <a:pt x="131147" y="83606"/>
                  </a:lnTo>
                  <a:lnTo>
                    <a:pt x="134426" y="83606"/>
                  </a:lnTo>
                  <a:lnTo>
                    <a:pt x="139344" y="83606"/>
                  </a:lnTo>
                  <a:lnTo>
                    <a:pt x="142622" y="83606"/>
                  </a:lnTo>
                  <a:lnTo>
                    <a:pt x="145901" y="83606"/>
                  </a:lnTo>
                  <a:lnTo>
                    <a:pt x="150819" y="83606"/>
                  </a:lnTo>
                  <a:lnTo>
                    <a:pt x="154098" y="83606"/>
                  </a:lnTo>
                  <a:lnTo>
                    <a:pt x="154098" y="86885"/>
                  </a:lnTo>
                  <a:lnTo>
                    <a:pt x="154098" y="91803"/>
                  </a:lnTo>
                  <a:lnTo>
                    <a:pt x="152458" y="95082"/>
                  </a:lnTo>
                  <a:lnTo>
                    <a:pt x="149180" y="93442"/>
                  </a:lnTo>
                  <a:lnTo>
                    <a:pt x="145901" y="95082"/>
                  </a:lnTo>
                  <a:lnTo>
                    <a:pt x="140983" y="96721"/>
                  </a:lnTo>
                  <a:lnTo>
                    <a:pt x="137704" y="93442"/>
                  </a:lnTo>
                  <a:lnTo>
                    <a:pt x="134426" y="93442"/>
                  </a:lnTo>
                  <a:lnTo>
                    <a:pt x="129508" y="96721"/>
                  </a:lnTo>
                  <a:lnTo>
                    <a:pt x="126229" y="98360"/>
                  </a:lnTo>
                  <a:lnTo>
                    <a:pt x="122950" y="98360"/>
                  </a:lnTo>
                  <a:lnTo>
                    <a:pt x="118032" y="100000"/>
                  </a:lnTo>
                  <a:lnTo>
                    <a:pt x="114754" y="100000"/>
                  </a:lnTo>
                  <a:lnTo>
                    <a:pt x="111475" y="98360"/>
                  </a:lnTo>
                  <a:lnTo>
                    <a:pt x="108196" y="96721"/>
                  </a:lnTo>
                  <a:lnTo>
                    <a:pt x="103278" y="95082"/>
                  </a:lnTo>
                  <a:lnTo>
                    <a:pt x="100000" y="95082"/>
                  </a:lnTo>
                  <a:lnTo>
                    <a:pt x="95082" y="95082"/>
                  </a:lnTo>
                  <a:lnTo>
                    <a:pt x="91803" y="93442"/>
                  </a:lnTo>
                  <a:lnTo>
                    <a:pt x="88524" y="93442"/>
                  </a:lnTo>
                  <a:lnTo>
                    <a:pt x="83606" y="93442"/>
                  </a:lnTo>
                  <a:lnTo>
                    <a:pt x="80327" y="93442"/>
                  </a:lnTo>
                  <a:lnTo>
                    <a:pt x="77049" y="93442"/>
                  </a:lnTo>
                  <a:lnTo>
                    <a:pt x="72131" y="93442"/>
                  </a:lnTo>
                  <a:lnTo>
                    <a:pt x="68852" y="93442"/>
                  </a:lnTo>
                  <a:lnTo>
                    <a:pt x="65573" y="91803"/>
                  </a:lnTo>
                  <a:lnTo>
                    <a:pt x="62295" y="91803"/>
                  </a:lnTo>
                  <a:lnTo>
                    <a:pt x="57377" y="90164"/>
                  </a:lnTo>
                  <a:lnTo>
                    <a:pt x="55737" y="90164"/>
                  </a:lnTo>
                  <a:lnTo>
                    <a:pt x="54098" y="90164"/>
                  </a:lnTo>
                  <a:lnTo>
                    <a:pt x="50820" y="91803"/>
                  </a:lnTo>
                  <a:lnTo>
                    <a:pt x="49180" y="91803"/>
                  </a:lnTo>
                  <a:lnTo>
                    <a:pt x="44262" y="90164"/>
                  </a:lnTo>
                  <a:lnTo>
                    <a:pt x="44262" y="90164"/>
                  </a:lnTo>
                  <a:lnTo>
                    <a:pt x="42623" y="86885"/>
                  </a:lnTo>
                  <a:lnTo>
                    <a:pt x="40983" y="83606"/>
                  </a:lnTo>
                  <a:lnTo>
                    <a:pt x="39344" y="78688"/>
                  </a:lnTo>
                  <a:lnTo>
                    <a:pt x="37705" y="78688"/>
                  </a:lnTo>
                  <a:lnTo>
                    <a:pt x="37705" y="75410"/>
                  </a:lnTo>
                  <a:lnTo>
                    <a:pt x="34426" y="72131"/>
                  </a:lnTo>
                  <a:lnTo>
                    <a:pt x="32787" y="68852"/>
                  </a:lnTo>
                  <a:lnTo>
                    <a:pt x="31147" y="63934"/>
                  </a:lnTo>
                  <a:lnTo>
                    <a:pt x="29508" y="60656"/>
                  </a:lnTo>
                  <a:lnTo>
                    <a:pt x="27869" y="57377"/>
                  </a:lnTo>
                  <a:lnTo>
                    <a:pt x="26229" y="54098"/>
                  </a:lnTo>
                  <a:lnTo>
                    <a:pt x="24590" y="50820"/>
                  </a:lnTo>
                  <a:lnTo>
                    <a:pt x="22951" y="47541"/>
                  </a:lnTo>
                  <a:lnTo>
                    <a:pt x="21311" y="42623"/>
                  </a:lnTo>
                  <a:lnTo>
                    <a:pt x="19672" y="39344"/>
                  </a:lnTo>
                  <a:lnTo>
                    <a:pt x="18033" y="36066"/>
                  </a:lnTo>
                  <a:lnTo>
                    <a:pt x="14754" y="31147"/>
                  </a:lnTo>
                  <a:lnTo>
                    <a:pt x="13115" y="27869"/>
                  </a:lnTo>
                  <a:lnTo>
                    <a:pt x="13115" y="27869"/>
                  </a:lnTo>
                  <a:lnTo>
                    <a:pt x="11475" y="22951"/>
                  </a:lnTo>
                  <a:lnTo>
                    <a:pt x="9836" y="19672"/>
                  </a:lnTo>
                  <a:lnTo>
                    <a:pt x="8197" y="16393"/>
                  </a:lnTo>
                  <a:lnTo>
                    <a:pt x="8197" y="14754"/>
                  </a:lnTo>
                  <a:lnTo>
                    <a:pt x="6557" y="14754"/>
                  </a:lnTo>
                  <a:lnTo>
                    <a:pt x="6557" y="11476"/>
                  </a:lnTo>
                  <a:lnTo>
                    <a:pt x="4918" y="8197"/>
                  </a:lnTo>
                  <a:lnTo>
                    <a:pt x="3279" y="4918"/>
                  </a:lnTo>
                  <a:lnTo>
                    <a:pt x="163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07" name="Freeform 3206">
              <a:extLst>
                <a:ext uri="{FF2B5EF4-FFF2-40B4-BE49-F238E27FC236}">
                  <a16:creationId xmlns:a16="http://schemas.microsoft.com/office/drawing/2014/main" id="{7E876957-E002-B84C-B4E8-DAD1C99275BE}"/>
                </a:ext>
              </a:extLst>
            </p:cNvPr>
            <p:cNvSpPr/>
            <p:nvPr/>
          </p:nvSpPr>
          <p:spPr>
            <a:xfrm>
              <a:off x="4964857" y="895239"/>
              <a:ext cx="16393" cy="1639"/>
            </a:xfrm>
            <a:custGeom>
              <a:avLst/>
              <a:gdLst>
                <a:gd name="connsiteX0" fmla="*/ 0 w 16393"/>
                <a:gd name="connsiteY0" fmla="*/ 0 h 1639"/>
                <a:gd name="connsiteX1" fmla="*/ 0 w 16393"/>
                <a:gd name="connsiteY1" fmla="*/ 1639 h 1639"/>
                <a:gd name="connsiteX2" fmla="*/ 0 w 16393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1639">
                  <a:moveTo>
                    <a:pt x="0" y="0"/>
                  </a:moveTo>
                  <a:lnTo>
                    <a:pt x="0" y="163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08" name="Freeform 3207">
              <a:extLst>
                <a:ext uri="{FF2B5EF4-FFF2-40B4-BE49-F238E27FC236}">
                  <a16:creationId xmlns:a16="http://schemas.microsoft.com/office/drawing/2014/main" id="{F96A1C86-D1A1-4B4B-845C-61B24F18E809}"/>
                </a:ext>
              </a:extLst>
            </p:cNvPr>
            <p:cNvSpPr/>
            <p:nvPr/>
          </p:nvSpPr>
          <p:spPr>
            <a:xfrm>
              <a:off x="4964857" y="896879"/>
              <a:ext cx="9836" cy="3278"/>
            </a:xfrm>
            <a:custGeom>
              <a:avLst/>
              <a:gdLst>
                <a:gd name="connsiteX0" fmla="*/ 0 w 9836"/>
                <a:gd name="connsiteY0" fmla="*/ 0 h 3278"/>
                <a:gd name="connsiteX1" fmla="*/ 3279 w 9836"/>
                <a:gd name="connsiteY1" fmla="*/ 0 h 3278"/>
                <a:gd name="connsiteX2" fmla="*/ 6557 w 9836"/>
                <a:gd name="connsiteY2" fmla="*/ 1639 h 3278"/>
                <a:gd name="connsiteX3" fmla="*/ 9836 w 9836"/>
                <a:gd name="connsiteY3" fmla="*/ 3279 h 3278"/>
                <a:gd name="connsiteX4" fmla="*/ 6557 w 9836"/>
                <a:gd name="connsiteY4" fmla="*/ 1639 h 3278"/>
                <a:gd name="connsiteX5" fmla="*/ 3279 w 9836"/>
                <a:gd name="connsiteY5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6" h="3278">
                  <a:moveTo>
                    <a:pt x="0" y="0"/>
                  </a:moveTo>
                  <a:lnTo>
                    <a:pt x="3279" y="0"/>
                  </a:lnTo>
                  <a:lnTo>
                    <a:pt x="6557" y="1639"/>
                  </a:lnTo>
                  <a:lnTo>
                    <a:pt x="9836" y="3279"/>
                  </a:lnTo>
                  <a:lnTo>
                    <a:pt x="6557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09" name="Freeform 3208">
              <a:extLst>
                <a:ext uri="{FF2B5EF4-FFF2-40B4-BE49-F238E27FC236}">
                  <a16:creationId xmlns:a16="http://schemas.microsoft.com/office/drawing/2014/main" id="{560DF2A4-6D53-E242-A476-77CE38C01E92}"/>
                </a:ext>
              </a:extLst>
            </p:cNvPr>
            <p:cNvSpPr/>
            <p:nvPr/>
          </p:nvSpPr>
          <p:spPr>
            <a:xfrm>
              <a:off x="5376331" y="3083754"/>
              <a:ext cx="601636" cy="522948"/>
            </a:xfrm>
            <a:custGeom>
              <a:avLst/>
              <a:gdLst>
                <a:gd name="connsiteX0" fmla="*/ 1639 w 601636"/>
                <a:gd name="connsiteY0" fmla="*/ 401637 h 522948"/>
                <a:gd name="connsiteX1" fmla="*/ 1639 w 601636"/>
                <a:gd name="connsiteY1" fmla="*/ 401637 h 522948"/>
                <a:gd name="connsiteX2" fmla="*/ 0 w 601636"/>
                <a:gd name="connsiteY2" fmla="*/ 396719 h 522948"/>
                <a:gd name="connsiteX3" fmla="*/ 1639 w 601636"/>
                <a:gd name="connsiteY3" fmla="*/ 393441 h 522948"/>
                <a:gd name="connsiteX4" fmla="*/ 1639 w 601636"/>
                <a:gd name="connsiteY4" fmla="*/ 390162 h 522948"/>
                <a:gd name="connsiteX5" fmla="*/ 1639 w 601636"/>
                <a:gd name="connsiteY5" fmla="*/ 385244 h 522948"/>
                <a:gd name="connsiteX6" fmla="*/ 3278 w 601636"/>
                <a:gd name="connsiteY6" fmla="*/ 381965 h 522948"/>
                <a:gd name="connsiteX7" fmla="*/ 3278 w 601636"/>
                <a:gd name="connsiteY7" fmla="*/ 380326 h 522948"/>
                <a:gd name="connsiteX8" fmla="*/ 3278 w 601636"/>
                <a:gd name="connsiteY8" fmla="*/ 377047 h 522948"/>
                <a:gd name="connsiteX9" fmla="*/ 3278 w 601636"/>
                <a:gd name="connsiteY9" fmla="*/ 377047 h 522948"/>
                <a:gd name="connsiteX10" fmla="*/ 6557 w 601636"/>
                <a:gd name="connsiteY10" fmla="*/ 377047 h 522948"/>
                <a:gd name="connsiteX11" fmla="*/ 9836 w 601636"/>
                <a:gd name="connsiteY11" fmla="*/ 377047 h 522948"/>
                <a:gd name="connsiteX12" fmla="*/ 13114 w 601636"/>
                <a:gd name="connsiteY12" fmla="*/ 377047 h 522948"/>
                <a:gd name="connsiteX13" fmla="*/ 13114 w 601636"/>
                <a:gd name="connsiteY13" fmla="*/ 377047 h 522948"/>
                <a:gd name="connsiteX14" fmla="*/ 18033 w 601636"/>
                <a:gd name="connsiteY14" fmla="*/ 378687 h 522948"/>
                <a:gd name="connsiteX15" fmla="*/ 21311 w 601636"/>
                <a:gd name="connsiteY15" fmla="*/ 378687 h 522948"/>
                <a:gd name="connsiteX16" fmla="*/ 22951 w 601636"/>
                <a:gd name="connsiteY16" fmla="*/ 378687 h 522948"/>
                <a:gd name="connsiteX17" fmla="*/ 26229 w 601636"/>
                <a:gd name="connsiteY17" fmla="*/ 377047 h 522948"/>
                <a:gd name="connsiteX18" fmla="*/ 29508 w 601636"/>
                <a:gd name="connsiteY18" fmla="*/ 377047 h 522948"/>
                <a:gd name="connsiteX19" fmla="*/ 31147 w 601636"/>
                <a:gd name="connsiteY19" fmla="*/ 377047 h 522948"/>
                <a:gd name="connsiteX20" fmla="*/ 36065 w 601636"/>
                <a:gd name="connsiteY20" fmla="*/ 372129 h 522948"/>
                <a:gd name="connsiteX21" fmla="*/ 39344 w 601636"/>
                <a:gd name="connsiteY21" fmla="*/ 368851 h 522948"/>
                <a:gd name="connsiteX22" fmla="*/ 42623 w 601636"/>
                <a:gd name="connsiteY22" fmla="*/ 365572 h 522948"/>
                <a:gd name="connsiteX23" fmla="*/ 44262 w 601636"/>
                <a:gd name="connsiteY23" fmla="*/ 363933 h 522948"/>
                <a:gd name="connsiteX24" fmla="*/ 47541 w 601636"/>
                <a:gd name="connsiteY24" fmla="*/ 363933 h 522948"/>
                <a:gd name="connsiteX25" fmla="*/ 52458 w 601636"/>
                <a:gd name="connsiteY25" fmla="*/ 363933 h 522948"/>
                <a:gd name="connsiteX26" fmla="*/ 55737 w 601636"/>
                <a:gd name="connsiteY26" fmla="*/ 363933 h 522948"/>
                <a:gd name="connsiteX27" fmla="*/ 60655 w 601636"/>
                <a:gd name="connsiteY27" fmla="*/ 362293 h 522948"/>
                <a:gd name="connsiteX28" fmla="*/ 63934 w 601636"/>
                <a:gd name="connsiteY28" fmla="*/ 362293 h 522948"/>
                <a:gd name="connsiteX29" fmla="*/ 68852 w 601636"/>
                <a:gd name="connsiteY29" fmla="*/ 362293 h 522948"/>
                <a:gd name="connsiteX30" fmla="*/ 72131 w 601636"/>
                <a:gd name="connsiteY30" fmla="*/ 362293 h 522948"/>
                <a:gd name="connsiteX31" fmla="*/ 75410 w 601636"/>
                <a:gd name="connsiteY31" fmla="*/ 362293 h 522948"/>
                <a:gd name="connsiteX32" fmla="*/ 80327 w 601636"/>
                <a:gd name="connsiteY32" fmla="*/ 362293 h 522948"/>
                <a:gd name="connsiteX33" fmla="*/ 83606 w 601636"/>
                <a:gd name="connsiteY33" fmla="*/ 362293 h 522948"/>
                <a:gd name="connsiteX34" fmla="*/ 88524 w 601636"/>
                <a:gd name="connsiteY34" fmla="*/ 362293 h 522948"/>
                <a:gd name="connsiteX35" fmla="*/ 91803 w 601636"/>
                <a:gd name="connsiteY35" fmla="*/ 360654 h 522948"/>
                <a:gd name="connsiteX36" fmla="*/ 96721 w 601636"/>
                <a:gd name="connsiteY36" fmla="*/ 360654 h 522948"/>
                <a:gd name="connsiteX37" fmla="*/ 100000 w 601636"/>
                <a:gd name="connsiteY37" fmla="*/ 360654 h 522948"/>
                <a:gd name="connsiteX38" fmla="*/ 104917 w 601636"/>
                <a:gd name="connsiteY38" fmla="*/ 362293 h 522948"/>
                <a:gd name="connsiteX39" fmla="*/ 108196 w 601636"/>
                <a:gd name="connsiteY39" fmla="*/ 362293 h 522948"/>
                <a:gd name="connsiteX40" fmla="*/ 109835 w 601636"/>
                <a:gd name="connsiteY40" fmla="*/ 357375 h 522948"/>
                <a:gd name="connsiteX41" fmla="*/ 113114 w 601636"/>
                <a:gd name="connsiteY41" fmla="*/ 359015 h 522948"/>
                <a:gd name="connsiteX42" fmla="*/ 118032 w 601636"/>
                <a:gd name="connsiteY42" fmla="*/ 359015 h 522948"/>
                <a:gd name="connsiteX43" fmla="*/ 119671 w 601636"/>
                <a:gd name="connsiteY43" fmla="*/ 359015 h 522948"/>
                <a:gd name="connsiteX44" fmla="*/ 124590 w 601636"/>
                <a:gd name="connsiteY44" fmla="*/ 360654 h 522948"/>
                <a:gd name="connsiteX45" fmla="*/ 124590 w 601636"/>
                <a:gd name="connsiteY45" fmla="*/ 360654 h 522948"/>
                <a:gd name="connsiteX46" fmla="*/ 126229 w 601636"/>
                <a:gd name="connsiteY46" fmla="*/ 360654 h 522948"/>
                <a:gd name="connsiteX47" fmla="*/ 127868 w 601636"/>
                <a:gd name="connsiteY47" fmla="*/ 360654 h 522948"/>
                <a:gd name="connsiteX48" fmla="*/ 129508 w 601636"/>
                <a:gd name="connsiteY48" fmla="*/ 357375 h 522948"/>
                <a:gd name="connsiteX49" fmla="*/ 131147 w 601636"/>
                <a:gd name="connsiteY49" fmla="*/ 354097 h 522948"/>
                <a:gd name="connsiteX50" fmla="*/ 134425 w 601636"/>
                <a:gd name="connsiteY50" fmla="*/ 349179 h 522948"/>
                <a:gd name="connsiteX51" fmla="*/ 137704 w 601636"/>
                <a:gd name="connsiteY51" fmla="*/ 347539 h 522948"/>
                <a:gd name="connsiteX52" fmla="*/ 142622 w 601636"/>
                <a:gd name="connsiteY52" fmla="*/ 345900 h 522948"/>
                <a:gd name="connsiteX53" fmla="*/ 142622 w 601636"/>
                <a:gd name="connsiteY53" fmla="*/ 340982 h 522948"/>
                <a:gd name="connsiteX54" fmla="*/ 144261 w 601636"/>
                <a:gd name="connsiteY54" fmla="*/ 337703 h 522948"/>
                <a:gd name="connsiteX55" fmla="*/ 145901 w 601636"/>
                <a:gd name="connsiteY55" fmla="*/ 334425 h 522948"/>
                <a:gd name="connsiteX56" fmla="*/ 145901 w 601636"/>
                <a:gd name="connsiteY56" fmla="*/ 331146 h 522948"/>
                <a:gd name="connsiteX57" fmla="*/ 147540 w 601636"/>
                <a:gd name="connsiteY57" fmla="*/ 326228 h 522948"/>
                <a:gd name="connsiteX58" fmla="*/ 149180 w 601636"/>
                <a:gd name="connsiteY58" fmla="*/ 322949 h 522948"/>
                <a:gd name="connsiteX59" fmla="*/ 149180 w 601636"/>
                <a:gd name="connsiteY59" fmla="*/ 319671 h 522948"/>
                <a:gd name="connsiteX60" fmla="*/ 154098 w 601636"/>
                <a:gd name="connsiteY60" fmla="*/ 316392 h 522948"/>
                <a:gd name="connsiteX61" fmla="*/ 154098 w 601636"/>
                <a:gd name="connsiteY61" fmla="*/ 313113 h 522948"/>
                <a:gd name="connsiteX62" fmla="*/ 154098 w 601636"/>
                <a:gd name="connsiteY62" fmla="*/ 309835 h 522948"/>
                <a:gd name="connsiteX63" fmla="*/ 154098 w 601636"/>
                <a:gd name="connsiteY63" fmla="*/ 306556 h 522948"/>
                <a:gd name="connsiteX64" fmla="*/ 154098 w 601636"/>
                <a:gd name="connsiteY64" fmla="*/ 301638 h 522948"/>
                <a:gd name="connsiteX65" fmla="*/ 154098 w 601636"/>
                <a:gd name="connsiteY65" fmla="*/ 298359 h 522948"/>
                <a:gd name="connsiteX66" fmla="*/ 155737 w 601636"/>
                <a:gd name="connsiteY66" fmla="*/ 295081 h 522948"/>
                <a:gd name="connsiteX67" fmla="*/ 155737 w 601636"/>
                <a:gd name="connsiteY67" fmla="*/ 290163 h 522948"/>
                <a:gd name="connsiteX68" fmla="*/ 157376 w 601636"/>
                <a:gd name="connsiteY68" fmla="*/ 286884 h 522948"/>
                <a:gd name="connsiteX69" fmla="*/ 157376 w 601636"/>
                <a:gd name="connsiteY69" fmla="*/ 281966 h 522948"/>
                <a:gd name="connsiteX70" fmla="*/ 157376 w 601636"/>
                <a:gd name="connsiteY70" fmla="*/ 278687 h 522948"/>
                <a:gd name="connsiteX71" fmla="*/ 157376 w 601636"/>
                <a:gd name="connsiteY71" fmla="*/ 275408 h 522948"/>
                <a:gd name="connsiteX72" fmla="*/ 157376 w 601636"/>
                <a:gd name="connsiteY72" fmla="*/ 273769 h 522948"/>
                <a:gd name="connsiteX73" fmla="*/ 157376 w 601636"/>
                <a:gd name="connsiteY73" fmla="*/ 273769 h 522948"/>
                <a:gd name="connsiteX74" fmla="*/ 157376 w 601636"/>
                <a:gd name="connsiteY74" fmla="*/ 272130 h 522948"/>
                <a:gd name="connsiteX75" fmla="*/ 157376 w 601636"/>
                <a:gd name="connsiteY75" fmla="*/ 267212 h 522948"/>
                <a:gd name="connsiteX76" fmla="*/ 157376 w 601636"/>
                <a:gd name="connsiteY76" fmla="*/ 263933 h 522948"/>
                <a:gd name="connsiteX77" fmla="*/ 157376 w 601636"/>
                <a:gd name="connsiteY77" fmla="*/ 260654 h 522948"/>
                <a:gd name="connsiteX78" fmla="*/ 157376 w 601636"/>
                <a:gd name="connsiteY78" fmla="*/ 255736 h 522948"/>
                <a:gd name="connsiteX79" fmla="*/ 157376 w 601636"/>
                <a:gd name="connsiteY79" fmla="*/ 252458 h 522948"/>
                <a:gd name="connsiteX80" fmla="*/ 157376 w 601636"/>
                <a:gd name="connsiteY80" fmla="*/ 249179 h 522948"/>
                <a:gd name="connsiteX81" fmla="*/ 157376 w 601636"/>
                <a:gd name="connsiteY81" fmla="*/ 245901 h 522948"/>
                <a:gd name="connsiteX82" fmla="*/ 157376 w 601636"/>
                <a:gd name="connsiteY82" fmla="*/ 240982 h 522948"/>
                <a:gd name="connsiteX83" fmla="*/ 157376 w 601636"/>
                <a:gd name="connsiteY83" fmla="*/ 237704 h 522948"/>
                <a:gd name="connsiteX84" fmla="*/ 157376 w 601636"/>
                <a:gd name="connsiteY84" fmla="*/ 234425 h 522948"/>
                <a:gd name="connsiteX85" fmla="*/ 157376 w 601636"/>
                <a:gd name="connsiteY85" fmla="*/ 229507 h 522948"/>
                <a:gd name="connsiteX86" fmla="*/ 157376 w 601636"/>
                <a:gd name="connsiteY86" fmla="*/ 226228 h 522948"/>
                <a:gd name="connsiteX87" fmla="*/ 157376 w 601636"/>
                <a:gd name="connsiteY87" fmla="*/ 222950 h 522948"/>
                <a:gd name="connsiteX88" fmla="*/ 157376 w 601636"/>
                <a:gd name="connsiteY88" fmla="*/ 218032 h 522948"/>
                <a:gd name="connsiteX89" fmla="*/ 157376 w 601636"/>
                <a:gd name="connsiteY89" fmla="*/ 216392 h 522948"/>
                <a:gd name="connsiteX90" fmla="*/ 157376 w 601636"/>
                <a:gd name="connsiteY90" fmla="*/ 211474 h 522948"/>
                <a:gd name="connsiteX91" fmla="*/ 157376 w 601636"/>
                <a:gd name="connsiteY91" fmla="*/ 208196 h 522948"/>
                <a:gd name="connsiteX92" fmla="*/ 157376 w 601636"/>
                <a:gd name="connsiteY92" fmla="*/ 204917 h 522948"/>
                <a:gd name="connsiteX93" fmla="*/ 157376 w 601636"/>
                <a:gd name="connsiteY93" fmla="*/ 199999 h 522948"/>
                <a:gd name="connsiteX94" fmla="*/ 157376 w 601636"/>
                <a:gd name="connsiteY94" fmla="*/ 196720 h 522948"/>
                <a:gd name="connsiteX95" fmla="*/ 157376 w 601636"/>
                <a:gd name="connsiteY95" fmla="*/ 193442 h 522948"/>
                <a:gd name="connsiteX96" fmla="*/ 160655 w 601636"/>
                <a:gd name="connsiteY96" fmla="*/ 191802 h 522948"/>
                <a:gd name="connsiteX97" fmla="*/ 165573 w 601636"/>
                <a:gd name="connsiteY97" fmla="*/ 191802 h 522948"/>
                <a:gd name="connsiteX98" fmla="*/ 170491 w 601636"/>
                <a:gd name="connsiteY98" fmla="*/ 190163 h 522948"/>
                <a:gd name="connsiteX99" fmla="*/ 173770 w 601636"/>
                <a:gd name="connsiteY99" fmla="*/ 190163 h 522948"/>
                <a:gd name="connsiteX100" fmla="*/ 178688 w 601636"/>
                <a:gd name="connsiteY100" fmla="*/ 188524 h 522948"/>
                <a:gd name="connsiteX101" fmla="*/ 181966 w 601636"/>
                <a:gd name="connsiteY101" fmla="*/ 188524 h 522948"/>
                <a:gd name="connsiteX102" fmla="*/ 186884 w 601636"/>
                <a:gd name="connsiteY102" fmla="*/ 186884 h 522948"/>
                <a:gd name="connsiteX103" fmla="*/ 190163 w 601636"/>
                <a:gd name="connsiteY103" fmla="*/ 186884 h 522948"/>
                <a:gd name="connsiteX104" fmla="*/ 193442 w 601636"/>
                <a:gd name="connsiteY104" fmla="*/ 185245 h 522948"/>
                <a:gd name="connsiteX105" fmla="*/ 198360 w 601636"/>
                <a:gd name="connsiteY105" fmla="*/ 185245 h 522948"/>
                <a:gd name="connsiteX106" fmla="*/ 201638 w 601636"/>
                <a:gd name="connsiteY106" fmla="*/ 183606 h 522948"/>
                <a:gd name="connsiteX107" fmla="*/ 206557 w 601636"/>
                <a:gd name="connsiteY107" fmla="*/ 181966 h 522948"/>
                <a:gd name="connsiteX108" fmla="*/ 211474 w 601636"/>
                <a:gd name="connsiteY108" fmla="*/ 181966 h 522948"/>
                <a:gd name="connsiteX109" fmla="*/ 214753 w 601636"/>
                <a:gd name="connsiteY109" fmla="*/ 180327 h 522948"/>
                <a:gd name="connsiteX110" fmla="*/ 216392 w 601636"/>
                <a:gd name="connsiteY110" fmla="*/ 180327 h 522948"/>
                <a:gd name="connsiteX111" fmla="*/ 219671 w 601636"/>
                <a:gd name="connsiteY111" fmla="*/ 177048 h 522948"/>
                <a:gd name="connsiteX112" fmla="*/ 224589 w 601636"/>
                <a:gd name="connsiteY112" fmla="*/ 172130 h 522948"/>
                <a:gd name="connsiteX113" fmla="*/ 229507 w 601636"/>
                <a:gd name="connsiteY113" fmla="*/ 168851 h 522948"/>
                <a:gd name="connsiteX114" fmla="*/ 232786 w 601636"/>
                <a:gd name="connsiteY114" fmla="*/ 163934 h 522948"/>
                <a:gd name="connsiteX115" fmla="*/ 237704 w 601636"/>
                <a:gd name="connsiteY115" fmla="*/ 159016 h 522948"/>
                <a:gd name="connsiteX116" fmla="*/ 240982 w 601636"/>
                <a:gd name="connsiteY116" fmla="*/ 155737 h 522948"/>
                <a:gd name="connsiteX117" fmla="*/ 244261 w 601636"/>
                <a:gd name="connsiteY117" fmla="*/ 152458 h 522948"/>
                <a:gd name="connsiteX118" fmla="*/ 249179 w 601636"/>
                <a:gd name="connsiteY118" fmla="*/ 147540 h 522948"/>
                <a:gd name="connsiteX119" fmla="*/ 254097 w 601636"/>
                <a:gd name="connsiteY119" fmla="*/ 144261 h 522948"/>
                <a:gd name="connsiteX120" fmla="*/ 257376 w 601636"/>
                <a:gd name="connsiteY120" fmla="*/ 139344 h 522948"/>
                <a:gd name="connsiteX121" fmla="*/ 259015 w 601636"/>
                <a:gd name="connsiteY121" fmla="*/ 139344 h 522948"/>
                <a:gd name="connsiteX122" fmla="*/ 262294 w 601636"/>
                <a:gd name="connsiteY122" fmla="*/ 134426 h 522948"/>
                <a:gd name="connsiteX123" fmla="*/ 267212 w 601636"/>
                <a:gd name="connsiteY123" fmla="*/ 131147 h 522948"/>
                <a:gd name="connsiteX124" fmla="*/ 270491 w 601636"/>
                <a:gd name="connsiteY124" fmla="*/ 126229 h 522948"/>
                <a:gd name="connsiteX125" fmla="*/ 275408 w 601636"/>
                <a:gd name="connsiteY125" fmla="*/ 121311 h 522948"/>
                <a:gd name="connsiteX126" fmla="*/ 278687 w 601636"/>
                <a:gd name="connsiteY126" fmla="*/ 119671 h 522948"/>
                <a:gd name="connsiteX127" fmla="*/ 280327 w 601636"/>
                <a:gd name="connsiteY127" fmla="*/ 118032 h 522948"/>
                <a:gd name="connsiteX128" fmla="*/ 283605 w 601636"/>
                <a:gd name="connsiteY128" fmla="*/ 114754 h 522948"/>
                <a:gd name="connsiteX129" fmla="*/ 288523 w 601636"/>
                <a:gd name="connsiteY129" fmla="*/ 111475 h 522948"/>
                <a:gd name="connsiteX130" fmla="*/ 291802 w 601636"/>
                <a:gd name="connsiteY130" fmla="*/ 109836 h 522948"/>
                <a:gd name="connsiteX131" fmla="*/ 295081 w 601636"/>
                <a:gd name="connsiteY131" fmla="*/ 106557 h 522948"/>
                <a:gd name="connsiteX132" fmla="*/ 299998 w 601636"/>
                <a:gd name="connsiteY132" fmla="*/ 104917 h 522948"/>
                <a:gd name="connsiteX133" fmla="*/ 303277 w 601636"/>
                <a:gd name="connsiteY133" fmla="*/ 101639 h 522948"/>
                <a:gd name="connsiteX134" fmla="*/ 308195 w 601636"/>
                <a:gd name="connsiteY134" fmla="*/ 98360 h 522948"/>
                <a:gd name="connsiteX135" fmla="*/ 311474 w 601636"/>
                <a:gd name="connsiteY135" fmla="*/ 95081 h 522948"/>
                <a:gd name="connsiteX136" fmla="*/ 314752 w 601636"/>
                <a:gd name="connsiteY136" fmla="*/ 93442 h 522948"/>
                <a:gd name="connsiteX137" fmla="*/ 319671 w 601636"/>
                <a:gd name="connsiteY137" fmla="*/ 90164 h 522948"/>
                <a:gd name="connsiteX138" fmla="*/ 322949 w 601636"/>
                <a:gd name="connsiteY138" fmla="*/ 86885 h 522948"/>
                <a:gd name="connsiteX139" fmla="*/ 327867 w 601636"/>
                <a:gd name="connsiteY139" fmla="*/ 85245 h 522948"/>
                <a:gd name="connsiteX140" fmla="*/ 331146 w 601636"/>
                <a:gd name="connsiteY140" fmla="*/ 81967 h 522948"/>
                <a:gd name="connsiteX141" fmla="*/ 334425 w 601636"/>
                <a:gd name="connsiteY141" fmla="*/ 78688 h 522948"/>
                <a:gd name="connsiteX142" fmla="*/ 339342 w 601636"/>
                <a:gd name="connsiteY142" fmla="*/ 75409 h 522948"/>
                <a:gd name="connsiteX143" fmla="*/ 342621 w 601636"/>
                <a:gd name="connsiteY143" fmla="*/ 73770 h 522948"/>
                <a:gd name="connsiteX144" fmla="*/ 347539 w 601636"/>
                <a:gd name="connsiteY144" fmla="*/ 70491 h 522948"/>
                <a:gd name="connsiteX145" fmla="*/ 350818 w 601636"/>
                <a:gd name="connsiteY145" fmla="*/ 68852 h 522948"/>
                <a:gd name="connsiteX146" fmla="*/ 354097 w 601636"/>
                <a:gd name="connsiteY146" fmla="*/ 65573 h 522948"/>
                <a:gd name="connsiteX147" fmla="*/ 355736 w 601636"/>
                <a:gd name="connsiteY147" fmla="*/ 65573 h 522948"/>
                <a:gd name="connsiteX148" fmla="*/ 357375 w 601636"/>
                <a:gd name="connsiteY148" fmla="*/ 63934 h 522948"/>
                <a:gd name="connsiteX149" fmla="*/ 357375 w 601636"/>
                <a:gd name="connsiteY149" fmla="*/ 63934 h 522948"/>
                <a:gd name="connsiteX150" fmla="*/ 362294 w 601636"/>
                <a:gd name="connsiteY150" fmla="*/ 60655 h 522948"/>
                <a:gd name="connsiteX151" fmla="*/ 362294 w 601636"/>
                <a:gd name="connsiteY151" fmla="*/ 60655 h 522948"/>
                <a:gd name="connsiteX152" fmla="*/ 363932 w 601636"/>
                <a:gd name="connsiteY152" fmla="*/ 59016 h 522948"/>
                <a:gd name="connsiteX153" fmla="*/ 363932 w 601636"/>
                <a:gd name="connsiteY153" fmla="*/ 59016 h 522948"/>
                <a:gd name="connsiteX154" fmla="*/ 365572 w 601636"/>
                <a:gd name="connsiteY154" fmla="*/ 57377 h 522948"/>
                <a:gd name="connsiteX155" fmla="*/ 370490 w 601636"/>
                <a:gd name="connsiteY155" fmla="*/ 54098 h 522948"/>
                <a:gd name="connsiteX156" fmla="*/ 373769 w 601636"/>
                <a:gd name="connsiteY156" fmla="*/ 52459 h 522948"/>
                <a:gd name="connsiteX157" fmla="*/ 375408 w 601636"/>
                <a:gd name="connsiteY157" fmla="*/ 50819 h 522948"/>
                <a:gd name="connsiteX158" fmla="*/ 378687 w 601636"/>
                <a:gd name="connsiteY158" fmla="*/ 47541 h 522948"/>
                <a:gd name="connsiteX159" fmla="*/ 380326 w 601636"/>
                <a:gd name="connsiteY159" fmla="*/ 47541 h 522948"/>
                <a:gd name="connsiteX160" fmla="*/ 383605 w 601636"/>
                <a:gd name="connsiteY160" fmla="*/ 44262 h 522948"/>
                <a:gd name="connsiteX161" fmla="*/ 385244 w 601636"/>
                <a:gd name="connsiteY161" fmla="*/ 44262 h 522948"/>
                <a:gd name="connsiteX162" fmla="*/ 388523 w 601636"/>
                <a:gd name="connsiteY162" fmla="*/ 42623 h 522948"/>
                <a:gd name="connsiteX163" fmla="*/ 388523 w 601636"/>
                <a:gd name="connsiteY163" fmla="*/ 40983 h 522948"/>
                <a:gd name="connsiteX164" fmla="*/ 393441 w 601636"/>
                <a:gd name="connsiteY164" fmla="*/ 39344 h 522948"/>
                <a:gd name="connsiteX165" fmla="*/ 396719 w 601636"/>
                <a:gd name="connsiteY165" fmla="*/ 36065 h 522948"/>
                <a:gd name="connsiteX166" fmla="*/ 401638 w 601636"/>
                <a:gd name="connsiteY166" fmla="*/ 34426 h 522948"/>
                <a:gd name="connsiteX167" fmla="*/ 404916 w 601636"/>
                <a:gd name="connsiteY167" fmla="*/ 31147 h 522948"/>
                <a:gd name="connsiteX168" fmla="*/ 409834 w 601636"/>
                <a:gd name="connsiteY168" fmla="*/ 27869 h 522948"/>
                <a:gd name="connsiteX169" fmla="*/ 413113 w 601636"/>
                <a:gd name="connsiteY169" fmla="*/ 26229 h 522948"/>
                <a:gd name="connsiteX170" fmla="*/ 418031 w 601636"/>
                <a:gd name="connsiteY170" fmla="*/ 22951 h 522948"/>
                <a:gd name="connsiteX171" fmla="*/ 421309 w 601636"/>
                <a:gd name="connsiteY171" fmla="*/ 19672 h 522948"/>
                <a:gd name="connsiteX172" fmla="*/ 424588 w 601636"/>
                <a:gd name="connsiteY172" fmla="*/ 18033 h 522948"/>
                <a:gd name="connsiteX173" fmla="*/ 427867 w 601636"/>
                <a:gd name="connsiteY173" fmla="*/ 16393 h 522948"/>
                <a:gd name="connsiteX174" fmla="*/ 431145 w 601636"/>
                <a:gd name="connsiteY174" fmla="*/ 13114 h 522948"/>
                <a:gd name="connsiteX175" fmla="*/ 436064 w 601636"/>
                <a:gd name="connsiteY175" fmla="*/ 9836 h 522948"/>
                <a:gd name="connsiteX176" fmla="*/ 439342 w 601636"/>
                <a:gd name="connsiteY176" fmla="*/ 8197 h 522948"/>
                <a:gd name="connsiteX177" fmla="*/ 444260 w 601636"/>
                <a:gd name="connsiteY177" fmla="*/ 4918 h 522948"/>
                <a:gd name="connsiteX178" fmla="*/ 447539 w 601636"/>
                <a:gd name="connsiteY178" fmla="*/ 1639 h 522948"/>
                <a:gd name="connsiteX179" fmla="*/ 450818 w 601636"/>
                <a:gd name="connsiteY179" fmla="*/ 0 h 522948"/>
                <a:gd name="connsiteX180" fmla="*/ 454096 w 601636"/>
                <a:gd name="connsiteY180" fmla="*/ 1639 h 522948"/>
                <a:gd name="connsiteX181" fmla="*/ 459014 w 601636"/>
                <a:gd name="connsiteY181" fmla="*/ 1639 h 522948"/>
                <a:gd name="connsiteX182" fmla="*/ 462293 w 601636"/>
                <a:gd name="connsiteY182" fmla="*/ 3279 h 522948"/>
                <a:gd name="connsiteX183" fmla="*/ 465572 w 601636"/>
                <a:gd name="connsiteY183" fmla="*/ 4918 h 522948"/>
                <a:gd name="connsiteX184" fmla="*/ 470489 w 601636"/>
                <a:gd name="connsiteY184" fmla="*/ 4918 h 522948"/>
                <a:gd name="connsiteX185" fmla="*/ 473768 w 601636"/>
                <a:gd name="connsiteY185" fmla="*/ 6557 h 522948"/>
                <a:gd name="connsiteX186" fmla="*/ 477047 w 601636"/>
                <a:gd name="connsiteY186" fmla="*/ 6557 h 522948"/>
                <a:gd name="connsiteX187" fmla="*/ 481965 w 601636"/>
                <a:gd name="connsiteY187" fmla="*/ 8197 h 522948"/>
                <a:gd name="connsiteX188" fmla="*/ 485244 w 601636"/>
                <a:gd name="connsiteY188" fmla="*/ 9836 h 522948"/>
                <a:gd name="connsiteX189" fmla="*/ 490162 w 601636"/>
                <a:gd name="connsiteY189" fmla="*/ 9836 h 522948"/>
                <a:gd name="connsiteX190" fmla="*/ 493440 w 601636"/>
                <a:gd name="connsiteY190" fmla="*/ 11475 h 522948"/>
                <a:gd name="connsiteX191" fmla="*/ 496719 w 601636"/>
                <a:gd name="connsiteY191" fmla="*/ 13114 h 522948"/>
                <a:gd name="connsiteX192" fmla="*/ 501637 w 601636"/>
                <a:gd name="connsiteY192" fmla="*/ 13114 h 522948"/>
                <a:gd name="connsiteX193" fmla="*/ 504916 w 601636"/>
                <a:gd name="connsiteY193" fmla="*/ 14754 h 522948"/>
                <a:gd name="connsiteX194" fmla="*/ 508194 w 601636"/>
                <a:gd name="connsiteY194" fmla="*/ 16393 h 522948"/>
                <a:gd name="connsiteX195" fmla="*/ 511473 w 601636"/>
                <a:gd name="connsiteY195" fmla="*/ 18033 h 522948"/>
                <a:gd name="connsiteX196" fmla="*/ 516391 w 601636"/>
                <a:gd name="connsiteY196" fmla="*/ 21311 h 522948"/>
                <a:gd name="connsiteX197" fmla="*/ 519669 w 601636"/>
                <a:gd name="connsiteY197" fmla="*/ 26229 h 522948"/>
                <a:gd name="connsiteX198" fmla="*/ 522948 w 601636"/>
                <a:gd name="connsiteY198" fmla="*/ 29508 h 522948"/>
                <a:gd name="connsiteX199" fmla="*/ 527866 w 601636"/>
                <a:gd name="connsiteY199" fmla="*/ 32787 h 522948"/>
                <a:gd name="connsiteX200" fmla="*/ 531145 w 601636"/>
                <a:gd name="connsiteY200" fmla="*/ 36065 h 522948"/>
                <a:gd name="connsiteX201" fmla="*/ 531145 w 601636"/>
                <a:gd name="connsiteY201" fmla="*/ 37705 h 522948"/>
                <a:gd name="connsiteX202" fmla="*/ 536063 w 601636"/>
                <a:gd name="connsiteY202" fmla="*/ 40983 h 522948"/>
                <a:gd name="connsiteX203" fmla="*/ 539342 w 601636"/>
                <a:gd name="connsiteY203" fmla="*/ 37705 h 522948"/>
                <a:gd name="connsiteX204" fmla="*/ 544260 w 601636"/>
                <a:gd name="connsiteY204" fmla="*/ 36065 h 522948"/>
                <a:gd name="connsiteX205" fmla="*/ 547538 w 601636"/>
                <a:gd name="connsiteY205" fmla="*/ 32787 h 522948"/>
                <a:gd name="connsiteX206" fmla="*/ 550817 w 601636"/>
                <a:gd name="connsiteY206" fmla="*/ 31147 h 522948"/>
                <a:gd name="connsiteX207" fmla="*/ 555735 w 601636"/>
                <a:gd name="connsiteY207" fmla="*/ 27869 h 522948"/>
                <a:gd name="connsiteX208" fmla="*/ 559014 w 601636"/>
                <a:gd name="connsiteY208" fmla="*/ 26229 h 522948"/>
                <a:gd name="connsiteX209" fmla="*/ 563932 w 601636"/>
                <a:gd name="connsiteY209" fmla="*/ 22951 h 522948"/>
                <a:gd name="connsiteX210" fmla="*/ 563932 w 601636"/>
                <a:gd name="connsiteY210" fmla="*/ 22951 h 522948"/>
                <a:gd name="connsiteX211" fmla="*/ 563932 w 601636"/>
                <a:gd name="connsiteY211" fmla="*/ 24590 h 522948"/>
                <a:gd name="connsiteX212" fmla="*/ 565571 w 601636"/>
                <a:gd name="connsiteY212" fmla="*/ 27869 h 522948"/>
                <a:gd name="connsiteX213" fmla="*/ 565571 w 601636"/>
                <a:gd name="connsiteY213" fmla="*/ 32787 h 522948"/>
                <a:gd name="connsiteX214" fmla="*/ 565571 w 601636"/>
                <a:gd name="connsiteY214" fmla="*/ 36065 h 522948"/>
                <a:gd name="connsiteX215" fmla="*/ 567211 w 601636"/>
                <a:gd name="connsiteY215" fmla="*/ 39344 h 522948"/>
                <a:gd name="connsiteX216" fmla="*/ 567211 w 601636"/>
                <a:gd name="connsiteY216" fmla="*/ 44262 h 522948"/>
                <a:gd name="connsiteX217" fmla="*/ 568850 w 601636"/>
                <a:gd name="connsiteY217" fmla="*/ 47541 h 522948"/>
                <a:gd name="connsiteX218" fmla="*/ 568850 w 601636"/>
                <a:gd name="connsiteY218" fmla="*/ 52459 h 522948"/>
                <a:gd name="connsiteX219" fmla="*/ 570489 w 601636"/>
                <a:gd name="connsiteY219" fmla="*/ 55737 h 522948"/>
                <a:gd name="connsiteX220" fmla="*/ 570489 w 601636"/>
                <a:gd name="connsiteY220" fmla="*/ 59016 h 522948"/>
                <a:gd name="connsiteX221" fmla="*/ 570489 w 601636"/>
                <a:gd name="connsiteY221" fmla="*/ 62295 h 522948"/>
                <a:gd name="connsiteX222" fmla="*/ 572128 w 601636"/>
                <a:gd name="connsiteY222" fmla="*/ 67213 h 522948"/>
                <a:gd name="connsiteX223" fmla="*/ 572128 w 601636"/>
                <a:gd name="connsiteY223" fmla="*/ 70491 h 522948"/>
                <a:gd name="connsiteX224" fmla="*/ 572128 w 601636"/>
                <a:gd name="connsiteY224" fmla="*/ 75409 h 522948"/>
                <a:gd name="connsiteX225" fmla="*/ 572128 w 601636"/>
                <a:gd name="connsiteY225" fmla="*/ 78688 h 522948"/>
                <a:gd name="connsiteX226" fmla="*/ 572128 w 601636"/>
                <a:gd name="connsiteY226" fmla="*/ 83606 h 522948"/>
                <a:gd name="connsiteX227" fmla="*/ 572128 w 601636"/>
                <a:gd name="connsiteY227" fmla="*/ 86885 h 522948"/>
                <a:gd name="connsiteX228" fmla="*/ 573768 w 601636"/>
                <a:gd name="connsiteY228" fmla="*/ 91803 h 522948"/>
                <a:gd name="connsiteX229" fmla="*/ 577046 w 601636"/>
                <a:gd name="connsiteY229" fmla="*/ 95081 h 522948"/>
                <a:gd name="connsiteX230" fmla="*/ 580325 w 601636"/>
                <a:gd name="connsiteY230" fmla="*/ 98360 h 522948"/>
                <a:gd name="connsiteX231" fmla="*/ 581965 w 601636"/>
                <a:gd name="connsiteY231" fmla="*/ 103278 h 522948"/>
                <a:gd name="connsiteX232" fmla="*/ 583604 w 601636"/>
                <a:gd name="connsiteY232" fmla="*/ 106557 h 522948"/>
                <a:gd name="connsiteX233" fmla="*/ 586882 w 601636"/>
                <a:gd name="connsiteY233" fmla="*/ 109836 h 522948"/>
                <a:gd name="connsiteX234" fmla="*/ 588522 w 601636"/>
                <a:gd name="connsiteY234" fmla="*/ 114754 h 522948"/>
                <a:gd name="connsiteX235" fmla="*/ 585243 w 601636"/>
                <a:gd name="connsiteY235" fmla="*/ 118032 h 522948"/>
                <a:gd name="connsiteX236" fmla="*/ 586882 w 601636"/>
                <a:gd name="connsiteY236" fmla="*/ 121311 h 522948"/>
                <a:gd name="connsiteX237" fmla="*/ 590161 w 601636"/>
                <a:gd name="connsiteY237" fmla="*/ 124589 h 522948"/>
                <a:gd name="connsiteX238" fmla="*/ 593440 w 601636"/>
                <a:gd name="connsiteY238" fmla="*/ 129508 h 522948"/>
                <a:gd name="connsiteX239" fmla="*/ 596719 w 601636"/>
                <a:gd name="connsiteY239" fmla="*/ 132786 h 522948"/>
                <a:gd name="connsiteX240" fmla="*/ 598358 w 601636"/>
                <a:gd name="connsiteY240" fmla="*/ 136065 h 522948"/>
                <a:gd name="connsiteX241" fmla="*/ 601636 w 601636"/>
                <a:gd name="connsiteY241" fmla="*/ 139344 h 522948"/>
                <a:gd name="connsiteX242" fmla="*/ 601636 w 601636"/>
                <a:gd name="connsiteY242" fmla="*/ 142622 h 522948"/>
                <a:gd name="connsiteX243" fmla="*/ 599997 w 601636"/>
                <a:gd name="connsiteY243" fmla="*/ 147540 h 522948"/>
                <a:gd name="connsiteX244" fmla="*/ 596719 w 601636"/>
                <a:gd name="connsiteY244" fmla="*/ 150819 h 522948"/>
                <a:gd name="connsiteX245" fmla="*/ 595079 w 601636"/>
                <a:gd name="connsiteY245" fmla="*/ 155737 h 522948"/>
                <a:gd name="connsiteX246" fmla="*/ 595079 w 601636"/>
                <a:gd name="connsiteY246" fmla="*/ 155737 h 522948"/>
                <a:gd name="connsiteX247" fmla="*/ 593440 w 601636"/>
                <a:gd name="connsiteY247" fmla="*/ 160655 h 522948"/>
                <a:gd name="connsiteX248" fmla="*/ 593440 w 601636"/>
                <a:gd name="connsiteY248" fmla="*/ 163934 h 522948"/>
                <a:gd name="connsiteX249" fmla="*/ 593440 w 601636"/>
                <a:gd name="connsiteY249" fmla="*/ 168851 h 522948"/>
                <a:gd name="connsiteX250" fmla="*/ 591801 w 601636"/>
                <a:gd name="connsiteY250" fmla="*/ 172130 h 522948"/>
                <a:gd name="connsiteX251" fmla="*/ 591801 w 601636"/>
                <a:gd name="connsiteY251" fmla="*/ 177048 h 522948"/>
                <a:gd name="connsiteX252" fmla="*/ 591801 w 601636"/>
                <a:gd name="connsiteY252" fmla="*/ 181966 h 522948"/>
                <a:gd name="connsiteX253" fmla="*/ 591801 w 601636"/>
                <a:gd name="connsiteY253" fmla="*/ 185245 h 522948"/>
                <a:gd name="connsiteX254" fmla="*/ 590161 w 601636"/>
                <a:gd name="connsiteY254" fmla="*/ 190163 h 522948"/>
                <a:gd name="connsiteX255" fmla="*/ 590161 w 601636"/>
                <a:gd name="connsiteY255" fmla="*/ 193442 h 522948"/>
                <a:gd name="connsiteX256" fmla="*/ 590161 w 601636"/>
                <a:gd name="connsiteY256" fmla="*/ 198360 h 522948"/>
                <a:gd name="connsiteX257" fmla="*/ 588522 w 601636"/>
                <a:gd name="connsiteY257" fmla="*/ 201638 h 522948"/>
                <a:gd name="connsiteX258" fmla="*/ 588522 w 601636"/>
                <a:gd name="connsiteY258" fmla="*/ 206556 h 522948"/>
                <a:gd name="connsiteX259" fmla="*/ 588522 w 601636"/>
                <a:gd name="connsiteY259" fmla="*/ 209835 h 522948"/>
                <a:gd name="connsiteX260" fmla="*/ 588522 w 601636"/>
                <a:gd name="connsiteY260" fmla="*/ 214753 h 522948"/>
                <a:gd name="connsiteX261" fmla="*/ 588522 w 601636"/>
                <a:gd name="connsiteY261" fmla="*/ 218032 h 522948"/>
                <a:gd name="connsiteX262" fmla="*/ 588522 w 601636"/>
                <a:gd name="connsiteY262" fmla="*/ 222950 h 522948"/>
                <a:gd name="connsiteX263" fmla="*/ 588522 w 601636"/>
                <a:gd name="connsiteY263" fmla="*/ 227868 h 522948"/>
                <a:gd name="connsiteX264" fmla="*/ 586882 w 601636"/>
                <a:gd name="connsiteY264" fmla="*/ 231146 h 522948"/>
                <a:gd name="connsiteX265" fmla="*/ 586882 w 601636"/>
                <a:gd name="connsiteY265" fmla="*/ 236064 h 522948"/>
                <a:gd name="connsiteX266" fmla="*/ 586882 w 601636"/>
                <a:gd name="connsiteY266" fmla="*/ 239343 h 522948"/>
                <a:gd name="connsiteX267" fmla="*/ 586882 w 601636"/>
                <a:gd name="connsiteY267" fmla="*/ 244261 h 522948"/>
                <a:gd name="connsiteX268" fmla="*/ 586882 w 601636"/>
                <a:gd name="connsiteY268" fmla="*/ 249179 h 522948"/>
                <a:gd name="connsiteX269" fmla="*/ 586882 w 601636"/>
                <a:gd name="connsiteY269" fmla="*/ 252458 h 522948"/>
                <a:gd name="connsiteX270" fmla="*/ 586882 w 601636"/>
                <a:gd name="connsiteY270" fmla="*/ 257376 h 522948"/>
                <a:gd name="connsiteX271" fmla="*/ 586882 w 601636"/>
                <a:gd name="connsiteY271" fmla="*/ 260654 h 522948"/>
                <a:gd name="connsiteX272" fmla="*/ 586882 w 601636"/>
                <a:gd name="connsiteY272" fmla="*/ 265573 h 522948"/>
                <a:gd name="connsiteX273" fmla="*/ 585243 w 601636"/>
                <a:gd name="connsiteY273" fmla="*/ 268851 h 522948"/>
                <a:gd name="connsiteX274" fmla="*/ 585243 w 601636"/>
                <a:gd name="connsiteY274" fmla="*/ 273769 h 522948"/>
                <a:gd name="connsiteX275" fmla="*/ 585243 w 601636"/>
                <a:gd name="connsiteY275" fmla="*/ 277048 h 522948"/>
                <a:gd name="connsiteX276" fmla="*/ 585243 w 601636"/>
                <a:gd name="connsiteY276" fmla="*/ 280326 h 522948"/>
                <a:gd name="connsiteX277" fmla="*/ 585243 w 601636"/>
                <a:gd name="connsiteY277" fmla="*/ 285244 h 522948"/>
                <a:gd name="connsiteX278" fmla="*/ 585243 w 601636"/>
                <a:gd name="connsiteY278" fmla="*/ 288523 h 522948"/>
                <a:gd name="connsiteX279" fmla="*/ 585243 w 601636"/>
                <a:gd name="connsiteY279" fmla="*/ 293441 h 522948"/>
                <a:gd name="connsiteX280" fmla="*/ 583604 w 601636"/>
                <a:gd name="connsiteY280" fmla="*/ 295081 h 522948"/>
                <a:gd name="connsiteX281" fmla="*/ 580325 w 601636"/>
                <a:gd name="connsiteY281" fmla="*/ 298359 h 522948"/>
                <a:gd name="connsiteX282" fmla="*/ 575407 w 601636"/>
                <a:gd name="connsiteY282" fmla="*/ 303277 h 522948"/>
                <a:gd name="connsiteX283" fmla="*/ 572128 w 601636"/>
                <a:gd name="connsiteY283" fmla="*/ 306556 h 522948"/>
                <a:gd name="connsiteX284" fmla="*/ 568850 w 601636"/>
                <a:gd name="connsiteY284" fmla="*/ 311474 h 522948"/>
                <a:gd name="connsiteX285" fmla="*/ 565571 w 601636"/>
                <a:gd name="connsiteY285" fmla="*/ 314753 h 522948"/>
                <a:gd name="connsiteX286" fmla="*/ 562292 w 601636"/>
                <a:gd name="connsiteY286" fmla="*/ 319671 h 522948"/>
                <a:gd name="connsiteX287" fmla="*/ 559014 w 601636"/>
                <a:gd name="connsiteY287" fmla="*/ 322949 h 522948"/>
                <a:gd name="connsiteX288" fmla="*/ 555735 w 601636"/>
                <a:gd name="connsiteY288" fmla="*/ 326228 h 522948"/>
                <a:gd name="connsiteX289" fmla="*/ 552456 w 601636"/>
                <a:gd name="connsiteY289" fmla="*/ 331146 h 522948"/>
                <a:gd name="connsiteX290" fmla="*/ 549178 w 601636"/>
                <a:gd name="connsiteY290" fmla="*/ 336064 h 522948"/>
                <a:gd name="connsiteX291" fmla="*/ 545899 w 601636"/>
                <a:gd name="connsiteY291" fmla="*/ 339343 h 522948"/>
                <a:gd name="connsiteX292" fmla="*/ 542621 w 601636"/>
                <a:gd name="connsiteY292" fmla="*/ 344261 h 522948"/>
                <a:gd name="connsiteX293" fmla="*/ 540981 w 601636"/>
                <a:gd name="connsiteY293" fmla="*/ 347539 h 522948"/>
                <a:gd name="connsiteX294" fmla="*/ 537702 w 601636"/>
                <a:gd name="connsiteY294" fmla="*/ 352457 h 522948"/>
                <a:gd name="connsiteX295" fmla="*/ 534424 w 601636"/>
                <a:gd name="connsiteY295" fmla="*/ 355736 h 522948"/>
                <a:gd name="connsiteX296" fmla="*/ 532784 w 601636"/>
                <a:gd name="connsiteY296" fmla="*/ 360654 h 522948"/>
                <a:gd name="connsiteX297" fmla="*/ 529506 w 601636"/>
                <a:gd name="connsiteY297" fmla="*/ 363933 h 522948"/>
                <a:gd name="connsiteX298" fmla="*/ 527866 w 601636"/>
                <a:gd name="connsiteY298" fmla="*/ 368851 h 522948"/>
                <a:gd name="connsiteX299" fmla="*/ 524588 w 601636"/>
                <a:gd name="connsiteY299" fmla="*/ 372129 h 522948"/>
                <a:gd name="connsiteX300" fmla="*/ 522948 w 601636"/>
                <a:gd name="connsiteY300" fmla="*/ 377047 h 522948"/>
                <a:gd name="connsiteX301" fmla="*/ 521309 w 601636"/>
                <a:gd name="connsiteY301" fmla="*/ 380326 h 522948"/>
                <a:gd name="connsiteX302" fmla="*/ 519669 w 601636"/>
                <a:gd name="connsiteY302" fmla="*/ 383605 h 522948"/>
                <a:gd name="connsiteX303" fmla="*/ 521309 w 601636"/>
                <a:gd name="connsiteY303" fmla="*/ 388523 h 522948"/>
                <a:gd name="connsiteX304" fmla="*/ 518031 w 601636"/>
                <a:gd name="connsiteY304" fmla="*/ 390162 h 522948"/>
                <a:gd name="connsiteX305" fmla="*/ 516391 w 601636"/>
                <a:gd name="connsiteY305" fmla="*/ 393441 h 522948"/>
                <a:gd name="connsiteX306" fmla="*/ 514752 w 601636"/>
                <a:gd name="connsiteY306" fmla="*/ 398359 h 522948"/>
                <a:gd name="connsiteX307" fmla="*/ 511473 w 601636"/>
                <a:gd name="connsiteY307" fmla="*/ 398359 h 522948"/>
                <a:gd name="connsiteX308" fmla="*/ 508194 w 601636"/>
                <a:gd name="connsiteY308" fmla="*/ 401637 h 522948"/>
                <a:gd name="connsiteX309" fmla="*/ 508194 w 601636"/>
                <a:gd name="connsiteY309" fmla="*/ 404916 h 522948"/>
                <a:gd name="connsiteX310" fmla="*/ 508194 w 601636"/>
                <a:gd name="connsiteY310" fmla="*/ 406555 h 522948"/>
                <a:gd name="connsiteX311" fmla="*/ 509834 w 601636"/>
                <a:gd name="connsiteY311" fmla="*/ 409834 h 522948"/>
                <a:gd name="connsiteX312" fmla="*/ 509834 w 601636"/>
                <a:gd name="connsiteY312" fmla="*/ 413113 h 522948"/>
                <a:gd name="connsiteX313" fmla="*/ 511473 w 601636"/>
                <a:gd name="connsiteY313" fmla="*/ 418031 h 522948"/>
                <a:gd name="connsiteX314" fmla="*/ 511473 w 601636"/>
                <a:gd name="connsiteY314" fmla="*/ 421309 h 522948"/>
                <a:gd name="connsiteX315" fmla="*/ 511473 w 601636"/>
                <a:gd name="connsiteY315" fmla="*/ 421309 h 522948"/>
                <a:gd name="connsiteX316" fmla="*/ 513112 w 601636"/>
                <a:gd name="connsiteY316" fmla="*/ 424588 h 522948"/>
                <a:gd name="connsiteX317" fmla="*/ 513112 w 601636"/>
                <a:gd name="connsiteY317" fmla="*/ 429506 h 522948"/>
                <a:gd name="connsiteX318" fmla="*/ 514752 w 601636"/>
                <a:gd name="connsiteY318" fmla="*/ 432785 h 522948"/>
                <a:gd name="connsiteX319" fmla="*/ 511473 w 601636"/>
                <a:gd name="connsiteY319" fmla="*/ 432785 h 522948"/>
                <a:gd name="connsiteX320" fmla="*/ 508194 w 601636"/>
                <a:gd name="connsiteY320" fmla="*/ 432785 h 522948"/>
                <a:gd name="connsiteX321" fmla="*/ 503276 w 601636"/>
                <a:gd name="connsiteY321" fmla="*/ 432785 h 522948"/>
                <a:gd name="connsiteX322" fmla="*/ 503276 w 601636"/>
                <a:gd name="connsiteY322" fmla="*/ 434424 h 522948"/>
                <a:gd name="connsiteX323" fmla="*/ 501637 w 601636"/>
                <a:gd name="connsiteY323" fmla="*/ 436063 h 522948"/>
                <a:gd name="connsiteX324" fmla="*/ 499998 w 601636"/>
                <a:gd name="connsiteY324" fmla="*/ 439342 h 522948"/>
                <a:gd name="connsiteX325" fmla="*/ 496719 w 601636"/>
                <a:gd name="connsiteY325" fmla="*/ 440981 h 522948"/>
                <a:gd name="connsiteX326" fmla="*/ 491801 w 601636"/>
                <a:gd name="connsiteY326" fmla="*/ 440981 h 522948"/>
                <a:gd name="connsiteX327" fmla="*/ 488522 w 601636"/>
                <a:gd name="connsiteY327" fmla="*/ 442621 h 522948"/>
                <a:gd name="connsiteX328" fmla="*/ 485244 w 601636"/>
                <a:gd name="connsiteY328" fmla="*/ 445900 h 522948"/>
                <a:gd name="connsiteX329" fmla="*/ 481965 w 601636"/>
                <a:gd name="connsiteY329" fmla="*/ 449178 h 522948"/>
                <a:gd name="connsiteX330" fmla="*/ 477047 w 601636"/>
                <a:gd name="connsiteY330" fmla="*/ 452457 h 522948"/>
                <a:gd name="connsiteX331" fmla="*/ 473768 w 601636"/>
                <a:gd name="connsiteY331" fmla="*/ 454096 h 522948"/>
                <a:gd name="connsiteX332" fmla="*/ 472129 w 601636"/>
                <a:gd name="connsiteY332" fmla="*/ 459014 h 522948"/>
                <a:gd name="connsiteX333" fmla="*/ 468850 w 601636"/>
                <a:gd name="connsiteY333" fmla="*/ 462293 h 522948"/>
                <a:gd name="connsiteX334" fmla="*/ 465572 w 601636"/>
                <a:gd name="connsiteY334" fmla="*/ 460653 h 522948"/>
                <a:gd name="connsiteX335" fmla="*/ 462293 w 601636"/>
                <a:gd name="connsiteY335" fmla="*/ 460653 h 522948"/>
                <a:gd name="connsiteX336" fmla="*/ 457375 w 601636"/>
                <a:gd name="connsiteY336" fmla="*/ 460653 h 522948"/>
                <a:gd name="connsiteX337" fmla="*/ 457375 w 601636"/>
                <a:gd name="connsiteY337" fmla="*/ 460653 h 522948"/>
                <a:gd name="connsiteX338" fmla="*/ 454096 w 601636"/>
                <a:gd name="connsiteY338" fmla="*/ 457375 h 522948"/>
                <a:gd name="connsiteX339" fmla="*/ 452457 w 601636"/>
                <a:gd name="connsiteY339" fmla="*/ 457375 h 522948"/>
                <a:gd name="connsiteX340" fmla="*/ 447539 w 601636"/>
                <a:gd name="connsiteY340" fmla="*/ 454096 h 522948"/>
                <a:gd name="connsiteX341" fmla="*/ 444260 w 601636"/>
                <a:gd name="connsiteY341" fmla="*/ 452457 h 522948"/>
                <a:gd name="connsiteX342" fmla="*/ 440981 w 601636"/>
                <a:gd name="connsiteY342" fmla="*/ 452457 h 522948"/>
                <a:gd name="connsiteX343" fmla="*/ 437703 w 601636"/>
                <a:gd name="connsiteY343" fmla="*/ 450818 h 522948"/>
                <a:gd name="connsiteX344" fmla="*/ 434424 w 601636"/>
                <a:gd name="connsiteY344" fmla="*/ 449178 h 522948"/>
                <a:gd name="connsiteX345" fmla="*/ 431145 w 601636"/>
                <a:gd name="connsiteY345" fmla="*/ 447539 h 522948"/>
                <a:gd name="connsiteX346" fmla="*/ 426228 w 601636"/>
                <a:gd name="connsiteY346" fmla="*/ 447539 h 522948"/>
                <a:gd name="connsiteX347" fmla="*/ 422949 w 601636"/>
                <a:gd name="connsiteY347" fmla="*/ 447539 h 522948"/>
                <a:gd name="connsiteX348" fmla="*/ 419670 w 601636"/>
                <a:gd name="connsiteY348" fmla="*/ 449178 h 522948"/>
                <a:gd name="connsiteX349" fmla="*/ 414752 w 601636"/>
                <a:gd name="connsiteY349" fmla="*/ 449178 h 522948"/>
                <a:gd name="connsiteX350" fmla="*/ 411474 w 601636"/>
                <a:gd name="connsiteY350" fmla="*/ 449178 h 522948"/>
                <a:gd name="connsiteX351" fmla="*/ 408195 w 601636"/>
                <a:gd name="connsiteY351" fmla="*/ 447539 h 522948"/>
                <a:gd name="connsiteX352" fmla="*/ 404916 w 601636"/>
                <a:gd name="connsiteY352" fmla="*/ 447539 h 522948"/>
                <a:gd name="connsiteX353" fmla="*/ 399998 w 601636"/>
                <a:gd name="connsiteY353" fmla="*/ 447539 h 522948"/>
                <a:gd name="connsiteX354" fmla="*/ 398359 w 601636"/>
                <a:gd name="connsiteY354" fmla="*/ 449178 h 522948"/>
                <a:gd name="connsiteX355" fmla="*/ 395080 w 601636"/>
                <a:gd name="connsiteY355" fmla="*/ 450818 h 522948"/>
                <a:gd name="connsiteX356" fmla="*/ 390162 w 601636"/>
                <a:gd name="connsiteY356" fmla="*/ 450818 h 522948"/>
                <a:gd name="connsiteX357" fmla="*/ 386884 w 601636"/>
                <a:gd name="connsiteY357" fmla="*/ 452457 h 522948"/>
                <a:gd name="connsiteX358" fmla="*/ 383605 w 601636"/>
                <a:gd name="connsiteY358" fmla="*/ 452457 h 522948"/>
                <a:gd name="connsiteX359" fmla="*/ 378687 w 601636"/>
                <a:gd name="connsiteY359" fmla="*/ 454096 h 522948"/>
                <a:gd name="connsiteX360" fmla="*/ 375408 w 601636"/>
                <a:gd name="connsiteY360" fmla="*/ 457375 h 522948"/>
                <a:gd name="connsiteX361" fmla="*/ 373769 w 601636"/>
                <a:gd name="connsiteY361" fmla="*/ 457375 h 522948"/>
                <a:gd name="connsiteX362" fmla="*/ 370490 w 601636"/>
                <a:gd name="connsiteY362" fmla="*/ 460653 h 522948"/>
                <a:gd name="connsiteX363" fmla="*/ 368851 w 601636"/>
                <a:gd name="connsiteY363" fmla="*/ 465572 h 522948"/>
                <a:gd name="connsiteX364" fmla="*/ 365572 w 601636"/>
                <a:gd name="connsiteY364" fmla="*/ 468850 h 522948"/>
                <a:gd name="connsiteX365" fmla="*/ 362294 w 601636"/>
                <a:gd name="connsiteY365" fmla="*/ 473768 h 522948"/>
                <a:gd name="connsiteX366" fmla="*/ 359015 w 601636"/>
                <a:gd name="connsiteY366" fmla="*/ 473768 h 522948"/>
                <a:gd name="connsiteX367" fmla="*/ 354097 w 601636"/>
                <a:gd name="connsiteY367" fmla="*/ 473768 h 522948"/>
                <a:gd name="connsiteX368" fmla="*/ 352457 w 601636"/>
                <a:gd name="connsiteY368" fmla="*/ 472129 h 522948"/>
                <a:gd name="connsiteX369" fmla="*/ 349179 w 601636"/>
                <a:gd name="connsiteY369" fmla="*/ 472129 h 522948"/>
                <a:gd name="connsiteX370" fmla="*/ 344261 w 601636"/>
                <a:gd name="connsiteY370" fmla="*/ 472129 h 522948"/>
                <a:gd name="connsiteX371" fmla="*/ 340982 w 601636"/>
                <a:gd name="connsiteY371" fmla="*/ 472129 h 522948"/>
                <a:gd name="connsiteX372" fmla="*/ 337703 w 601636"/>
                <a:gd name="connsiteY372" fmla="*/ 472129 h 522948"/>
                <a:gd name="connsiteX373" fmla="*/ 336064 w 601636"/>
                <a:gd name="connsiteY373" fmla="*/ 472129 h 522948"/>
                <a:gd name="connsiteX374" fmla="*/ 334425 w 601636"/>
                <a:gd name="connsiteY374" fmla="*/ 470490 h 522948"/>
                <a:gd name="connsiteX375" fmla="*/ 331146 w 601636"/>
                <a:gd name="connsiteY375" fmla="*/ 470490 h 522948"/>
                <a:gd name="connsiteX376" fmla="*/ 327867 w 601636"/>
                <a:gd name="connsiteY376" fmla="*/ 468850 h 522948"/>
                <a:gd name="connsiteX377" fmla="*/ 324588 w 601636"/>
                <a:gd name="connsiteY377" fmla="*/ 467211 h 522948"/>
                <a:gd name="connsiteX378" fmla="*/ 321310 w 601636"/>
                <a:gd name="connsiteY378" fmla="*/ 462293 h 522948"/>
                <a:gd name="connsiteX379" fmla="*/ 318031 w 601636"/>
                <a:gd name="connsiteY379" fmla="*/ 460653 h 522948"/>
                <a:gd name="connsiteX380" fmla="*/ 314752 w 601636"/>
                <a:gd name="connsiteY380" fmla="*/ 462293 h 522948"/>
                <a:gd name="connsiteX381" fmla="*/ 314752 w 601636"/>
                <a:gd name="connsiteY381" fmla="*/ 460653 h 522948"/>
                <a:gd name="connsiteX382" fmla="*/ 309835 w 601636"/>
                <a:gd name="connsiteY382" fmla="*/ 457375 h 522948"/>
                <a:gd name="connsiteX383" fmla="*/ 308195 w 601636"/>
                <a:gd name="connsiteY383" fmla="*/ 455735 h 522948"/>
                <a:gd name="connsiteX384" fmla="*/ 308195 w 601636"/>
                <a:gd name="connsiteY384" fmla="*/ 455735 h 522948"/>
                <a:gd name="connsiteX385" fmla="*/ 304917 w 601636"/>
                <a:gd name="connsiteY385" fmla="*/ 452457 h 522948"/>
                <a:gd name="connsiteX386" fmla="*/ 299998 w 601636"/>
                <a:gd name="connsiteY386" fmla="*/ 450818 h 522948"/>
                <a:gd name="connsiteX387" fmla="*/ 296720 w 601636"/>
                <a:gd name="connsiteY387" fmla="*/ 450818 h 522948"/>
                <a:gd name="connsiteX388" fmla="*/ 291802 w 601636"/>
                <a:gd name="connsiteY388" fmla="*/ 449178 h 522948"/>
                <a:gd name="connsiteX389" fmla="*/ 291802 w 601636"/>
                <a:gd name="connsiteY389" fmla="*/ 449178 h 522948"/>
                <a:gd name="connsiteX390" fmla="*/ 286884 w 601636"/>
                <a:gd name="connsiteY390" fmla="*/ 452457 h 522948"/>
                <a:gd name="connsiteX391" fmla="*/ 283605 w 601636"/>
                <a:gd name="connsiteY391" fmla="*/ 455735 h 522948"/>
                <a:gd name="connsiteX392" fmla="*/ 278687 w 601636"/>
                <a:gd name="connsiteY392" fmla="*/ 457375 h 522948"/>
                <a:gd name="connsiteX393" fmla="*/ 273769 w 601636"/>
                <a:gd name="connsiteY393" fmla="*/ 460653 h 522948"/>
                <a:gd name="connsiteX394" fmla="*/ 270491 w 601636"/>
                <a:gd name="connsiteY394" fmla="*/ 459014 h 522948"/>
                <a:gd name="connsiteX395" fmla="*/ 268851 w 601636"/>
                <a:gd name="connsiteY395" fmla="*/ 459014 h 522948"/>
                <a:gd name="connsiteX396" fmla="*/ 267212 w 601636"/>
                <a:gd name="connsiteY396" fmla="*/ 462293 h 522948"/>
                <a:gd name="connsiteX397" fmla="*/ 265572 w 601636"/>
                <a:gd name="connsiteY397" fmla="*/ 463932 h 522948"/>
                <a:gd name="connsiteX398" fmla="*/ 262294 w 601636"/>
                <a:gd name="connsiteY398" fmla="*/ 465572 h 522948"/>
                <a:gd name="connsiteX399" fmla="*/ 262294 w 601636"/>
                <a:gd name="connsiteY399" fmla="*/ 465572 h 522948"/>
                <a:gd name="connsiteX400" fmla="*/ 259015 w 601636"/>
                <a:gd name="connsiteY400" fmla="*/ 465572 h 522948"/>
                <a:gd name="connsiteX401" fmla="*/ 255737 w 601636"/>
                <a:gd name="connsiteY401" fmla="*/ 462293 h 522948"/>
                <a:gd name="connsiteX402" fmla="*/ 252458 w 601636"/>
                <a:gd name="connsiteY402" fmla="*/ 457375 h 522948"/>
                <a:gd name="connsiteX403" fmla="*/ 250818 w 601636"/>
                <a:gd name="connsiteY403" fmla="*/ 454096 h 522948"/>
                <a:gd name="connsiteX404" fmla="*/ 249179 w 601636"/>
                <a:gd name="connsiteY404" fmla="*/ 450818 h 522948"/>
                <a:gd name="connsiteX405" fmla="*/ 245901 w 601636"/>
                <a:gd name="connsiteY405" fmla="*/ 445900 h 522948"/>
                <a:gd name="connsiteX406" fmla="*/ 242622 w 601636"/>
                <a:gd name="connsiteY406" fmla="*/ 442621 h 522948"/>
                <a:gd name="connsiteX407" fmla="*/ 239343 w 601636"/>
                <a:gd name="connsiteY407" fmla="*/ 437703 h 522948"/>
                <a:gd name="connsiteX408" fmla="*/ 237704 w 601636"/>
                <a:gd name="connsiteY408" fmla="*/ 437703 h 522948"/>
                <a:gd name="connsiteX409" fmla="*/ 232786 w 601636"/>
                <a:gd name="connsiteY409" fmla="*/ 434424 h 522948"/>
                <a:gd name="connsiteX410" fmla="*/ 229507 w 601636"/>
                <a:gd name="connsiteY410" fmla="*/ 436063 h 522948"/>
                <a:gd name="connsiteX411" fmla="*/ 224589 w 601636"/>
                <a:gd name="connsiteY411" fmla="*/ 434424 h 522948"/>
                <a:gd name="connsiteX412" fmla="*/ 221310 w 601636"/>
                <a:gd name="connsiteY412" fmla="*/ 432785 h 522948"/>
                <a:gd name="connsiteX413" fmla="*/ 216392 w 601636"/>
                <a:gd name="connsiteY413" fmla="*/ 431145 h 522948"/>
                <a:gd name="connsiteX414" fmla="*/ 213114 w 601636"/>
                <a:gd name="connsiteY414" fmla="*/ 429506 h 522948"/>
                <a:gd name="connsiteX415" fmla="*/ 208195 w 601636"/>
                <a:gd name="connsiteY415" fmla="*/ 427867 h 522948"/>
                <a:gd name="connsiteX416" fmla="*/ 204917 w 601636"/>
                <a:gd name="connsiteY416" fmla="*/ 426228 h 522948"/>
                <a:gd name="connsiteX417" fmla="*/ 201638 w 601636"/>
                <a:gd name="connsiteY417" fmla="*/ 426228 h 522948"/>
                <a:gd name="connsiteX418" fmla="*/ 198360 w 601636"/>
                <a:gd name="connsiteY418" fmla="*/ 427867 h 522948"/>
                <a:gd name="connsiteX419" fmla="*/ 195081 w 601636"/>
                <a:gd name="connsiteY419" fmla="*/ 431145 h 522948"/>
                <a:gd name="connsiteX420" fmla="*/ 193442 w 601636"/>
                <a:gd name="connsiteY420" fmla="*/ 432785 h 522948"/>
                <a:gd name="connsiteX421" fmla="*/ 188524 w 601636"/>
                <a:gd name="connsiteY421" fmla="*/ 431145 h 522948"/>
                <a:gd name="connsiteX422" fmla="*/ 183605 w 601636"/>
                <a:gd name="connsiteY422" fmla="*/ 432785 h 522948"/>
                <a:gd name="connsiteX423" fmla="*/ 181966 w 601636"/>
                <a:gd name="connsiteY423" fmla="*/ 432785 h 522948"/>
                <a:gd name="connsiteX424" fmla="*/ 178688 w 601636"/>
                <a:gd name="connsiteY424" fmla="*/ 431145 h 522948"/>
                <a:gd name="connsiteX425" fmla="*/ 173770 w 601636"/>
                <a:gd name="connsiteY425" fmla="*/ 432785 h 522948"/>
                <a:gd name="connsiteX426" fmla="*/ 170491 w 601636"/>
                <a:gd name="connsiteY426" fmla="*/ 432785 h 522948"/>
                <a:gd name="connsiteX427" fmla="*/ 167212 w 601636"/>
                <a:gd name="connsiteY427" fmla="*/ 432785 h 522948"/>
                <a:gd name="connsiteX428" fmla="*/ 163934 w 601636"/>
                <a:gd name="connsiteY428" fmla="*/ 434424 h 522948"/>
                <a:gd name="connsiteX429" fmla="*/ 159015 w 601636"/>
                <a:gd name="connsiteY429" fmla="*/ 439342 h 522948"/>
                <a:gd name="connsiteX430" fmla="*/ 155737 w 601636"/>
                <a:gd name="connsiteY430" fmla="*/ 444260 h 522948"/>
                <a:gd name="connsiteX431" fmla="*/ 150819 w 601636"/>
                <a:gd name="connsiteY431" fmla="*/ 445900 h 522948"/>
                <a:gd name="connsiteX432" fmla="*/ 150819 w 601636"/>
                <a:gd name="connsiteY432" fmla="*/ 449178 h 522948"/>
                <a:gd name="connsiteX433" fmla="*/ 150819 w 601636"/>
                <a:gd name="connsiteY433" fmla="*/ 454096 h 522948"/>
                <a:gd name="connsiteX434" fmla="*/ 150819 w 601636"/>
                <a:gd name="connsiteY434" fmla="*/ 457375 h 522948"/>
                <a:gd name="connsiteX435" fmla="*/ 150819 w 601636"/>
                <a:gd name="connsiteY435" fmla="*/ 460653 h 522948"/>
                <a:gd name="connsiteX436" fmla="*/ 149180 w 601636"/>
                <a:gd name="connsiteY436" fmla="*/ 465572 h 522948"/>
                <a:gd name="connsiteX437" fmla="*/ 147540 w 601636"/>
                <a:gd name="connsiteY437" fmla="*/ 468850 h 522948"/>
                <a:gd name="connsiteX438" fmla="*/ 145901 w 601636"/>
                <a:gd name="connsiteY438" fmla="*/ 472129 h 522948"/>
                <a:gd name="connsiteX439" fmla="*/ 142622 w 601636"/>
                <a:gd name="connsiteY439" fmla="*/ 477047 h 522948"/>
                <a:gd name="connsiteX440" fmla="*/ 137704 w 601636"/>
                <a:gd name="connsiteY440" fmla="*/ 480325 h 522948"/>
                <a:gd name="connsiteX441" fmla="*/ 134425 w 601636"/>
                <a:gd name="connsiteY441" fmla="*/ 485244 h 522948"/>
                <a:gd name="connsiteX442" fmla="*/ 132786 w 601636"/>
                <a:gd name="connsiteY442" fmla="*/ 488522 h 522948"/>
                <a:gd name="connsiteX443" fmla="*/ 132786 w 601636"/>
                <a:gd name="connsiteY443" fmla="*/ 491801 h 522948"/>
                <a:gd name="connsiteX444" fmla="*/ 132786 w 601636"/>
                <a:gd name="connsiteY444" fmla="*/ 496719 h 522948"/>
                <a:gd name="connsiteX445" fmla="*/ 132786 w 601636"/>
                <a:gd name="connsiteY445" fmla="*/ 499998 h 522948"/>
                <a:gd name="connsiteX446" fmla="*/ 131147 w 601636"/>
                <a:gd name="connsiteY446" fmla="*/ 504916 h 522948"/>
                <a:gd name="connsiteX447" fmla="*/ 132786 w 601636"/>
                <a:gd name="connsiteY447" fmla="*/ 508194 h 522948"/>
                <a:gd name="connsiteX448" fmla="*/ 132786 w 601636"/>
                <a:gd name="connsiteY448" fmla="*/ 509834 h 522948"/>
                <a:gd name="connsiteX449" fmla="*/ 131147 w 601636"/>
                <a:gd name="connsiteY449" fmla="*/ 514752 h 522948"/>
                <a:gd name="connsiteX450" fmla="*/ 132786 w 601636"/>
                <a:gd name="connsiteY450" fmla="*/ 518030 h 522948"/>
                <a:gd name="connsiteX451" fmla="*/ 131147 w 601636"/>
                <a:gd name="connsiteY451" fmla="*/ 522948 h 522948"/>
                <a:gd name="connsiteX452" fmla="*/ 131147 w 601636"/>
                <a:gd name="connsiteY452" fmla="*/ 522948 h 522948"/>
                <a:gd name="connsiteX453" fmla="*/ 127868 w 601636"/>
                <a:gd name="connsiteY453" fmla="*/ 519670 h 522948"/>
                <a:gd name="connsiteX454" fmla="*/ 126229 w 601636"/>
                <a:gd name="connsiteY454" fmla="*/ 516391 h 522948"/>
                <a:gd name="connsiteX455" fmla="*/ 122950 w 601636"/>
                <a:gd name="connsiteY455" fmla="*/ 514752 h 522948"/>
                <a:gd name="connsiteX456" fmla="*/ 122950 w 601636"/>
                <a:gd name="connsiteY456" fmla="*/ 514752 h 522948"/>
                <a:gd name="connsiteX457" fmla="*/ 121311 w 601636"/>
                <a:gd name="connsiteY457" fmla="*/ 513112 h 522948"/>
                <a:gd name="connsiteX458" fmla="*/ 118032 w 601636"/>
                <a:gd name="connsiteY458" fmla="*/ 511473 h 522948"/>
                <a:gd name="connsiteX459" fmla="*/ 118032 w 601636"/>
                <a:gd name="connsiteY459" fmla="*/ 509834 h 522948"/>
                <a:gd name="connsiteX460" fmla="*/ 116393 w 601636"/>
                <a:gd name="connsiteY460" fmla="*/ 506555 h 522948"/>
                <a:gd name="connsiteX461" fmla="*/ 116393 w 601636"/>
                <a:gd name="connsiteY461" fmla="*/ 506555 h 522948"/>
                <a:gd name="connsiteX462" fmla="*/ 114754 w 601636"/>
                <a:gd name="connsiteY462" fmla="*/ 506555 h 522948"/>
                <a:gd name="connsiteX463" fmla="*/ 114754 w 601636"/>
                <a:gd name="connsiteY463" fmla="*/ 506555 h 522948"/>
                <a:gd name="connsiteX464" fmla="*/ 111475 w 601636"/>
                <a:gd name="connsiteY464" fmla="*/ 501637 h 522948"/>
                <a:gd name="connsiteX465" fmla="*/ 108196 w 601636"/>
                <a:gd name="connsiteY465" fmla="*/ 498358 h 522948"/>
                <a:gd name="connsiteX466" fmla="*/ 104917 w 601636"/>
                <a:gd name="connsiteY466" fmla="*/ 495080 h 522948"/>
                <a:gd name="connsiteX467" fmla="*/ 101639 w 601636"/>
                <a:gd name="connsiteY467" fmla="*/ 491801 h 522948"/>
                <a:gd name="connsiteX468" fmla="*/ 98360 w 601636"/>
                <a:gd name="connsiteY468" fmla="*/ 491801 h 522948"/>
                <a:gd name="connsiteX469" fmla="*/ 95081 w 601636"/>
                <a:gd name="connsiteY469" fmla="*/ 495080 h 522948"/>
                <a:gd name="connsiteX470" fmla="*/ 90164 w 601636"/>
                <a:gd name="connsiteY470" fmla="*/ 496719 h 522948"/>
                <a:gd name="connsiteX471" fmla="*/ 86885 w 601636"/>
                <a:gd name="connsiteY471" fmla="*/ 496719 h 522948"/>
                <a:gd name="connsiteX472" fmla="*/ 83606 w 601636"/>
                <a:gd name="connsiteY472" fmla="*/ 498358 h 522948"/>
                <a:gd name="connsiteX473" fmla="*/ 83606 w 601636"/>
                <a:gd name="connsiteY473" fmla="*/ 501637 h 522948"/>
                <a:gd name="connsiteX474" fmla="*/ 85245 w 601636"/>
                <a:gd name="connsiteY474" fmla="*/ 506555 h 522948"/>
                <a:gd name="connsiteX475" fmla="*/ 86885 w 601636"/>
                <a:gd name="connsiteY475" fmla="*/ 509834 h 522948"/>
                <a:gd name="connsiteX476" fmla="*/ 85245 w 601636"/>
                <a:gd name="connsiteY476" fmla="*/ 513112 h 522948"/>
                <a:gd name="connsiteX477" fmla="*/ 83606 w 601636"/>
                <a:gd name="connsiteY477" fmla="*/ 513112 h 522948"/>
                <a:gd name="connsiteX478" fmla="*/ 83606 w 601636"/>
                <a:gd name="connsiteY478" fmla="*/ 513112 h 522948"/>
                <a:gd name="connsiteX479" fmla="*/ 81967 w 601636"/>
                <a:gd name="connsiteY479" fmla="*/ 508194 h 522948"/>
                <a:gd name="connsiteX480" fmla="*/ 80327 w 601636"/>
                <a:gd name="connsiteY480" fmla="*/ 506555 h 522948"/>
                <a:gd name="connsiteX481" fmla="*/ 78688 w 601636"/>
                <a:gd name="connsiteY481" fmla="*/ 503276 h 522948"/>
                <a:gd name="connsiteX482" fmla="*/ 75410 w 601636"/>
                <a:gd name="connsiteY482" fmla="*/ 499998 h 522948"/>
                <a:gd name="connsiteX483" fmla="*/ 73770 w 601636"/>
                <a:gd name="connsiteY483" fmla="*/ 496719 h 522948"/>
                <a:gd name="connsiteX484" fmla="*/ 72131 w 601636"/>
                <a:gd name="connsiteY484" fmla="*/ 491801 h 522948"/>
                <a:gd name="connsiteX485" fmla="*/ 75410 w 601636"/>
                <a:gd name="connsiteY485" fmla="*/ 490162 h 522948"/>
                <a:gd name="connsiteX486" fmla="*/ 78688 w 601636"/>
                <a:gd name="connsiteY486" fmla="*/ 490162 h 522948"/>
                <a:gd name="connsiteX487" fmla="*/ 77049 w 601636"/>
                <a:gd name="connsiteY487" fmla="*/ 485244 h 522948"/>
                <a:gd name="connsiteX488" fmla="*/ 77049 w 601636"/>
                <a:gd name="connsiteY488" fmla="*/ 481965 h 522948"/>
                <a:gd name="connsiteX489" fmla="*/ 73770 w 601636"/>
                <a:gd name="connsiteY489" fmla="*/ 478686 h 522948"/>
                <a:gd name="connsiteX490" fmla="*/ 70491 w 601636"/>
                <a:gd name="connsiteY490" fmla="*/ 477047 h 522948"/>
                <a:gd name="connsiteX491" fmla="*/ 68852 w 601636"/>
                <a:gd name="connsiteY491" fmla="*/ 477047 h 522948"/>
                <a:gd name="connsiteX492" fmla="*/ 65573 w 601636"/>
                <a:gd name="connsiteY492" fmla="*/ 480325 h 522948"/>
                <a:gd name="connsiteX493" fmla="*/ 60655 w 601636"/>
                <a:gd name="connsiteY493" fmla="*/ 481965 h 522948"/>
                <a:gd name="connsiteX494" fmla="*/ 57377 w 601636"/>
                <a:gd name="connsiteY494" fmla="*/ 481965 h 522948"/>
                <a:gd name="connsiteX495" fmla="*/ 54098 w 601636"/>
                <a:gd name="connsiteY495" fmla="*/ 481965 h 522948"/>
                <a:gd name="connsiteX496" fmla="*/ 50820 w 601636"/>
                <a:gd name="connsiteY496" fmla="*/ 478686 h 522948"/>
                <a:gd name="connsiteX497" fmla="*/ 47541 w 601636"/>
                <a:gd name="connsiteY497" fmla="*/ 475408 h 522948"/>
                <a:gd name="connsiteX498" fmla="*/ 44262 w 601636"/>
                <a:gd name="connsiteY498" fmla="*/ 472129 h 522948"/>
                <a:gd name="connsiteX499" fmla="*/ 42623 w 601636"/>
                <a:gd name="connsiteY499" fmla="*/ 472129 h 522948"/>
                <a:gd name="connsiteX500" fmla="*/ 42623 w 601636"/>
                <a:gd name="connsiteY500" fmla="*/ 472129 h 522948"/>
                <a:gd name="connsiteX501" fmla="*/ 39344 w 601636"/>
                <a:gd name="connsiteY501" fmla="*/ 467211 h 522948"/>
                <a:gd name="connsiteX502" fmla="*/ 34426 w 601636"/>
                <a:gd name="connsiteY502" fmla="*/ 463932 h 522948"/>
                <a:gd name="connsiteX503" fmla="*/ 31147 w 601636"/>
                <a:gd name="connsiteY503" fmla="*/ 460653 h 522948"/>
                <a:gd name="connsiteX504" fmla="*/ 31147 w 601636"/>
                <a:gd name="connsiteY504" fmla="*/ 460653 h 522948"/>
                <a:gd name="connsiteX505" fmla="*/ 31147 w 601636"/>
                <a:gd name="connsiteY505" fmla="*/ 460653 h 522948"/>
                <a:gd name="connsiteX506" fmla="*/ 31147 w 601636"/>
                <a:gd name="connsiteY506" fmla="*/ 455735 h 522948"/>
                <a:gd name="connsiteX507" fmla="*/ 31147 w 601636"/>
                <a:gd name="connsiteY507" fmla="*/ 452457 h 522948"/>
                <a:gd name="connsiteX508" fmla="*/ 31147 w 601636"/>
                <a:gd name="connsiteY508" fmla="*/ 449178 h 522948"/>
                <a:gd name="connsiteX509" fmla="*/ 36065 w 601636"/>
                <a:gd name="connsiteY509" fmla="*/ 450818 h 522948"/>
                <a:gd name="connsiteX510" fmla="*/ 37705 w 601636"/>
                <a:gd name="connsiteY510" fmla="*/ 450818 h 522948"/>
                <a:gd name="connsiteX511" fmla="*/ 37705 w 601636"/>
                <a:gd name="connsiteY511" fmla="*/ 450818 h 522948"/>
                <a:gd name="connsiteX512" fmla="*/ 42623 w 601636"/>
                <a:gd name="connsiteY512" fmla="*/ 449178 h 522948"/>
                <a:gd name="connsiteX513" fmla="*/ 40983 w 601636"/>
                <a:gd name="connsiteY513" fmla="*/ 447539 h 522948"/>
                <a:gd name="connsiteX514" fmla="*/ 36065 w 601636"/>
                <a:gd name="connsiteY514" fmla="*/ 447539 h 522948"/>
                <a:gd name="connsiteX515" fmla="*/ 36065 w 601636"/>
                <a:gd name="connsiteY515" fmla="*/ 447539 h 522948"/>
                <a:gd name="connsiteX516" fmla="*/ 32787 w 601636"/>
                <a:gd name="connsiteY516" fmla="*/ 444260 h 522948"/>
                <a:gd name="connsiteX517" fmla="*/ 31147 w 601636"/>
                <a:gd name="connsiteY517" fmla="*/ 440981 h 522948"/>
                <a:gd name="connsiteX518" fmla="*/ 27868 w 601636"/>
                <a:gd name="connsiteY518" fmla="*/ 437703 h 522948"/>
                <a:gd name="connsiteX519" fmla="*/ 24590 w 601636"/>
                <a:gd name="connsiteY519" fmla="*/ 436063 h 522948"/>
                <a:gd name="connsiteX520" fmla="*/ 19672 w 601636"/>
                <a:gd name="connsiteY520" fmla="*/ 434424 h 522948"/>
                <a:gd name="connsiteX521" fmla="*/ 16393 w 601636"/>
                <a:gd name="connsiteY521" fmla="*/ 434424 h 522948"/>
                <a:gd name="connsiteX522" fmla="*/ 16393 w 601636"/>
                <a:gd name="connsiteY522" fmla="*/ 431145 h 522948"/>
                <a:gd name="connsiteX523" fmla="*/ 16393 w 601636"/>
                <a:gd name="connsiteY523" fmla="*/ 429506 h 522948"/>
                <a:gd name="connsiteX524" fmla="*/ 13114 w 601636"/>
                <a:gd name="connsiteY524" fmla="*/ 426228 h 522948"/>
                <a:gd name="connsiteX525" fmla="*/ 11475 w 601636"/>
                <a:gd name="connsiteY525" fmla="*/ 422949 h 522948"/>
                <a:gd name="connsiteX526" fmla="*/ 9836 w 601636"/>
                <a:gd name="connsiteY526" fmla="*/ 419670 h 522948"/>
                <a:gd name="connsiteX527" fmla="*/ 8197 w 601636"/>
                <a:gd name="connsiteY527" fmla="*/ 416391 h 522948"/>
                <a:gd name="connsiteX528" fmla="*/ 8197 w 601636"/>
                <a:gd name="connsiteY528" fmla="*/ 413113 h 522948"/>
                <a:gd name="connsiteX529" fmla="*/ 8197 w 601636"/>
                <a:gd name="connsiteY529" fmla="*/ 409834 h 522948"/>
                <a:gd name="connsiteX530" fmla="*/ 6557 w 601636"/>
                <a:gd name="connsiteY530" fmla="*/ 404916 h 522948"/>
                <a:gd name="connsiteX531" fmla="*/ 1639 w 601636"/>
                <a:gd name="connsiteY531" fmla="*/ 401637 h 522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</a:cxnLst>
              <a:rect l="l" t="t" r="r" b="b"/>
              <a:pathLst>
                <a:path w="601636" h="522948">
                  <a:moveTo>
                    <a:pt x="1639" y="401637"/>
                  </a:moveTo>
                  <a:lnTo>
                    <a:pt x="1639" y="401637"/>
                  </a:lnTo>
                  <a:lnTo>
                    <a:pt x="0" y="396719"/>
                  </a:lnTo>
                  <a:lnTo>
                    <a:pt x="1639" y="393441"/>
                  </a:lnTo>
                  <a:lnTo>
                    <a:pt x="1639" y="390162"/>
                  </a:lnTo>
                  <a:lnTo>
                    <a:pt x="1639" y="385244"/>
                  </a:lnTo>
                  <a:lnTo>
                    <a:pt x="3278" y="381965"/>
                  </a:lnTo>
                  <a:lnTo>
                    <a:pt x="3278" y="380326"/>
                  </a:lnTo>
                  <a:lnTo>
                    <a:pt x="3278" y="377047"/>
                  </a:lnTo>
                  <a:lnTo>
                    <a:pt x="3278" y="377047"/>
                  </a:lnTo>
                  <a:lnTo>
                    <a:pt x="6557" y="377047"/>
                  </a:lnTo>
                  <a:lnTo>
                    <a:pt x="9836" y="377047"/>
                  </a:lnTo>
                  <a:lnTo>
                    <a:pt x="13114" y="377047"/>
                  </a:lnTo>
                  <a:lnTo>
                    <a:pt x="13114" y="377047"/>
                  </a:lnTo>
                  <a:lnTo>
                    <a:pt x="18033" y="378687"/>
                  </a:lnTo>
                  <a:lnTo>
                    <a:pt x="21311" y="378687"/>
                  </a:lnTo>
                  <a:lnTo>
                    <a:pt x="22951" y="378687"/>
                  </a:lnTo>
                  <a:lnTo>
                    <a:pt x="26229" y="377047"/>
                  </a:lnTo>
                  <a:lnTo>
                    <a:pt x="29508" y="377047"/>
                  </a:lnTo>
                  <a:lnTo>
                    <a:pt x="31147" y="377047"/>
                  </a:lnTo>
                  <a:lnTo>
                    <a:pt x="36065" y="372129"/>
                  </a:lnTo>
                  <a:lnTo>
                    <a:pt x="39344" y="368851"/>
                  </a:lnTo>
                  <a:lnTo>
                    <a:pt x="42623" y="365572"/>
                  </a:lnTo>
                  <a:lnTo>
                    <a:pt x="44262" y="363933"/>
                  </a:lnTo>
                  <a:lnTo>
                    <a:pt x="47541" y="363933"/>
                  </a:lnTo>
                  <a:lnTo>
                    <a:pt x="52458" y="363933"/>
                  </a:lnTo>
                  <a:lnTo>
                    <a:pt x="55737" y="363933"/>
                  </a:lnTo>
                  <a:lnTo>
                    <a:pt x="60655" y="362293"/>
                  </a:lnTo>
                  <a:lnTo>
                    <a:pt x="63934" y="362293"/>
                  </a:lnTo>
                  <a:lnTo>
                    <a:pt x="68852" y="362293"/>
                  </a:lnTo>
                  <a:lnTo>
                    <a:pt x="72131" y="362293"/>
                  </a:lnTo>
                  <a:lnTo>
                    <a:pt x="75410" y="362293"/>
                  </a:lnTo>
                  <a:lnTo>
                    <a:pt x="80327" y="362293"/>
                  </a:lnTo>
                  <a:lnTo>
                    <a:pt x="83606" y="362293"/>
                  </a:lnTo>
                  <a:lnTo>
                    <a:pt x="88524" y="362293"/>
                  </a:lnTo>
                  <a:lnTo>
                    <a:pt x="91803" y="360654"/>
                  </a:lnTo>
                  <a:lnTo>
                    <a:pt x="96721" y="360654"/>
                  </a:lnTo>
                  <a:lnTo>
                    <a:pt x="100000" y="360654"/>
                  </a:lnTo>
                  <a:lnTo>
                    <a:pt x="104917" y="362293"/>
                  </a:lnTo>
                  <a:lnTo>
                    <a:pt x="108196" y="362293"/>
                  </a:lnTo>
                  <a:lnTo>
                    <a:pt x="109835" y="357375"/>
                  </a:lnTo>
                  <a:lnTo>
                    <a:pt x="113114" y="359015"/>
                  </a:lnTo>
                  <a:lnTo>
                    <a:pt x="118032" y="359015"/>
                  </a:lnTo>
                  <a:lnTo>
                    <a:pt x="119671" y="359015"/>
                  </a:lnTo>
                  <a:lnTo>
                    <a:pt x="124590" y="360654"/>
                  </a:lnTo>
                  <a:lnTo>
                    <a:pt x="124590" y="360654"/>
                  </a:lnTo>
                  <a:lnTo>
                    <a:pt x="126229" y="360654"/>
                  </a:lnTo>
                  <a:lnTo>
                    <a:pt x="127868" y="360654"/>
                  </a:lnTo>
                  <a:lnTo>
                    <a:pt x="129508" y="357375"/>
                  </a:lnTo>
                  <a:lnTo>
                    <a:pt x="131147" y="354097"/>
                  </a:lnTo>
                  <a:lnTo>
                    <a:pt x="134425" y="349179"/>
                  </a:lnTo>
                  <a:lnTo>
                    <a:pt x="137704" y="347539"/>
                  </a:lnTo>
                  <a:lnTo>
                    <a:pt x="142622" y="345900"/>
                  </a:lnTo>
                  <a:lnTo>
                    <a:pt x="142622" y="340982"/>
                  </a:lnTo>
                  <a:lnTo>
                    <a:pt x="144261" y="337703"/>
                  </a:lnTo>
                  <a:lnTo>
                    <a:pt x="145901" y="334425"/>
                  </a:lnTo>
                  <a:lnTo>
                    <a:pt x="145901" y="331146"/>
                  </a:lnTo>
                  <a:lnTo>
                    <a:pt x="147540" y="326228"/>
                  </a:lnTo>
                  <a:lnTo>
                    <a:pt x="149180" y="322949"/>
                  </a:lnTo>
                  <a:lnTo>
                    <a:pt x="149180" y="319671"/>
                  </a:lnTo>
                  <a:lnTo>
                    <a:pt x="154098" y="316392"/>
                  </a:lnTo>
                  <a:lnTo>
                    <a:pt x="154098" y="313113"/>
                  </a:lnTo>
                  <a:lnTo>
                    <a:pt x="154098" y="309835"/>
                  </a:lnTo>
                  <a:lnTo>
                    <a:pt x="154098" y="306556"/>
                  </a:lnTo>
                  <a:lnTo>
                    <a:pt x="154098" y="301638"/>
                  </a:lnTo>
                  <a:lnTo>
                    <a:pt x="154098" y="298359"/>
                  </a:lnTo>
                  <a:lnTo>
                    <a:pt x="155737" y="295081"/>
                  </a:lnTo>
                  <a:lnTo>
                    <a:pt x="155737" y="290163"/>
                  </a:lnTo>
                  <a:lnTo>
                    <a:pt x="157376" y="286884"/>
                  </a:lnTo>
                  <a:lnTo>
                    <a:pt x="157376" y="281966"/>
                  </a:lnTo>
                  <a:lnTo>
                    <a:pt x="157376" y="278687"/>
                  </a:lnTo>
                  <a:lnTo>
                    <a:pt x="157376" y="275408"/>
                  </a:lnTo>
                  <a:lnTo>
                    <a:pt x="157376" y="273769"/>
                  </a:lnTo>
                  <a:lnTo>
                    <a:pt x="157376" y="273769"/>
                  </a:lnTo>
                  <a:lnTo>
                    <a:pt x="157376" y="272130"/>
                  </a:lnTo>
                  <a:lnTo>
                    <a:pt x="157376" y="267212"/>
                  </a:lnTo>
                  <a:lnTo>
                    <a:pt x="157376" y="263933"/>
                  </a:lnTo>
                  <a:lnTo>
                    <a:pt x="157376" y="260654"/>
                  </a:lnTo>
                  <a:lnTo>
                    <a:pt x="157376" y="255736"/>
                  </a:lnTo>
                  <a:lnTo>
                    <a:pt x="157376" y="252458"/>
                  </a:lnTo>
                  <a:lnTo>
                    <a:pt x="157376" y="249179"/>
                  </a:lnTo>
                  <a:lnTo>
                    <a:pt x="157376" y="245901"/>
                  </a:lnTo>
                  <a:lnTo>
                    <a:pt x="157376" y="240982"/>
                  </a:lnTo>
                  <a:lnTo>
                    <a:pt x="157376" y="237704"/>
                  </a:lnTo>
                  <a:lnTo>
                    <a:pt x="157376" y="234425"/>
                  </a:lnTo>
                  <a:lnTo>
                    <a:pt x="157376" y="229507"/>
                  </a:lnTo>
                  <a:lnTo>
                    <a:pt x="157376" y="226228"/>
                  </a:lnTo>
                  <a:lnTo>
                    <a:pt x="157376" y="222950"/>
                  </a:lnTo>
                  <a:lnTo>
                    <a:pt x="157376" y="218032"/>
                  </a:lnTo>
                  <a:lnTo>
                    <a:pt x="157376" y="216392"/>
                  </a:lnTo>
                  <a:lnTo>
                    <a:pt x="157376" y="211474"/>
                  </a:lnTo>
                  <a:lnTo>
                    <a:pt x="157376" y="208196"/>
                  </a:lnTo>
                  <a:lnTo>
                    <a:pt x="157376" y="204917"/>
                  </a:lnTo>
                  <a:lnTo>
                    <a:pt x="157376" y="199999"/>
                  </a:lnTo>
                  <a:lnTo>
                    <a:pt x="157376" y="196720"/>
                  </a:lnTo>
                  <a:lnTo>
                    <a:pt x="157376" y="193442"/>
                  </a:lnTo>
                  <a:lnTo>
                    <a:pt x="160655" y="191802"/>
                  </a:lnTo>
                  <a:lnTo>
                    <a:pt x="165573" y="191802"/>
                  </a:lnTo>
                  <a:lnTo>
                    <a:pt x="170491" y="190163"/>
                  </a:lnTo>
                  <a:lnTo>
                    <a:pt x="173770" y="190163"/>
                  </a:lnTo>
                  <a:lnTo>
                    <a:pt x="178688" y="188524"/>
                  </a:lnTo>
                  <a:lnTo>
                    <a:pt x="181966" y="188524"/>
                  </a:lnTo>
                  <a:lnTo>
                    <a:pt x="186884" y="186884"/>
                  </a:lnTo>
                  <a:lnTo>
                    <a:pt x="190163" y="186884"/>
                  </a:lnTo>
                  <a:lnTo>
                    <a:pt x="193442" y="185245"/>
                  </a:lnTo>
                  <a:lnTo>
                    <a:pt x="198360" y="185245"/>
                  </a:lnTo>
                  <a:lnTo>
                    <a:pt x="201638" y="183606"/>
                  </a:lnTo>
                  <a:lnTo>
                    <a:pt x="206557" y="181966"/>
                  </a:lnTo>
                  <a:lnTo>
                    <a:pt x="211474" y="181966"/>
                  </a:lnTo>
                  <a:lnTo>
                    <a:pt x="214753" y="180327"/>
                  </a:lnTo>
                  <a:lnTo>
                    <a:pt x="216392" y="180327"/>
                  </a:lnTo>
                  <a:lnTo>
                    <a:pt x="219671" y="177048"/>
                  </a:lnTo>
                  <a:lnTo>
                    <a:pt x="224589" y="172130"/>
                  </a:lnTo>
                  <a:lnTo>
                    <a:pt x="229507" y="168851"/>
                  </a:lnTo>
                  <a:lnTo>
                    <a:pt x="232786" y="163934"/>
                  </a:lnTo>
                  <a:lnTo>
                    <a:pt x="237704" y="159016"/>
                  </a:lnTo>
                  <a:lnTo>
                    <a:pt x="240982" y="155737"/>
                  </a:lnTo>
                  <a:lnTo>
                    <a:pt x="244261" y="152458"/>
                  </a:lnTo>
                  <a:lnTo>
                    <a:pt x="249179" y="147540"/>
                  </a:lnTo>
                  <a:lnTo>
                    <a:pt x="254097" y="144261"/>
                  </a:lnTo>
                  <a:lnTo>
                    <a:pt x="257376" y="139344"/>
                  </a:lnTo>
                  <a:lnTo>
                    <a:pt x="259015" y="139344"/>
                  </a:lnTo>
                  <a:lnTo>
                    <a:pt x="262294" y="134426"/>
                  </a:lnTo>
                  <a:lnTo>
                    <a:pt x="267212" y="131147"/>
                  </a:lnTo>
                  <a:lnTo>
                    <a:pt x="270491" y="126229"/>
                  </a:lnTo>
                  <a:lnTo>
                    <a:pt x="275408" y="121311"/>
                  </a:lnTo>
                  <a:lnTo>
                    <a:pt x="278687" y="119671"/>
                  </a:lnTo>
                  <a:lnTo>
                    <a:pt x="280327" y="118032"/>
                  </a:lnTo>
                  <a:lnTo>
                    <a:pt x="283605" y="114754"/>
                  </a:lnTo>
                  <a:lnTo>
                    <a:pt x="288523" y="111475"/>
                  </a:lnTo>
                  <a:lnTo>
                    <a:pt x="291802" y="109836"/>
                  </a:lnTo>
                  <a:lnTo>
                    <a:pt x="295081" y="106557"/>
                  </a:lnTo>
                  <a:lnTo>
                    <a:pt x="299998" y="104917"/>
                  </a:lnTo>
                  <a:lnTo>
                    <a:pt x="303277" y="101639"/>
                  </a:lnTo>
                  <a:lnTo>
                    <a:pt x="308195" y="98360"/>
                  </a:lnTo>
                  <a:lnTo>
                    <a:pt x="311474" y="95081"/>
                  </a:lnTo>
                  <a:lnTo>
                    <a:pt x="314752" y="93442"/>
                  </a:lnTo>
                  <a:lnTo>
                    <a:pt x="319671" y="90164"/>
                  </a:lnTo>
                  <a:lnTo>
                    <a:pt x="322949" y="86885"/>
                  </a:lnTo>
                  <a:lnTo>
                    <a:pt x="327867" y="85245"/>
                  </a:lnTo>
                  <a:lnTo>
                    <a:pt x="331146" y="81967"/>
                  </a:lnTo>
                  <a:lnTo>
                    <a:pt x="334425" y="78688"/>
                  </a:lnTo>
                  <a:lnTo>
                    <a:pt x="339342" y="75409"/>
                  </a:lnTo>
                  <a:lnTo>
                    <a:pt x="342621" y="73770"/>
                  </a:lnTo>
                  <a:lnTo>
                    <a:pt x="347539" y="70491"/>
                  </a:lnTo>
                  <a:lnTo>
                    <a:pt x="350818" y="68852"/>
                  </a:lnTo>
                  <a:lnTo>
                    <a:pt x="354097" y="65573"/>
                  </a:lnTo>
                  <a:lnTo>
                    <a:pt x="355736" y="65573"/>
                  </a:lnTo>
                  <a:lnTo>
                    <a:pt x="357375" y="63934"/>
                  </a:lnTo>
                  <a:lnTo>
                    <a:pt x="357375" y="63934"/>
                  </a:lnTo>
                  <a:lnTo>
                    <a:pt x="362294" y="60655"/>
                  </a:lnTo>
                  <a:lnTo>
                    <a:pt x="362294" y="60655"/>
                  </a:lnTo>
                  <a:lnTo>
                    <a:pt x="363932" y="59016"/>
                  </a:lnTo>
                  <a:lnTo>
                    <a:pt x="363932" y="59016"/>
                  </a:lnTo>
                  <a:lnTo>
                    <a:pt x="365572" y="57377"/>
                  </a:lnTo>
                  <a:lnTo>
                    <a:pt x="370490" y="54098"/>
                  </a:lnTo>
                  <a:lnTo>
                    <a:pt x="373769" y="52459"/>
                  </a:lnTo>
                  <a:lnTo>
                    <a:pt x="375408" y="50819"/>
                  </a:lnTo>
                  <a:lnTo>
                    <a:pt x="378687" y="47541"/>
                  </a:lnTo>
                  <a:lnTo>
                    <a:pt x="380326" y="47541"/>
                  </a:lnTo>
                  <a:lnTo>
                    <a:pt x="383605" y="44262"/>
                  </a:lnTo>
                  <a:lnTo>
                    <a:pt x="385244" y="44262"/>
                  </a:lnTo>
                  <a:lnTo>
                    <a:pt x="388523" y="42623"/>
                  </a:lnTo>
                  <a:lnTo>
                    <a:pt x="388523" y="40983"/>
                  </a:lnTo>
                  <a:lnTo>
                    <a:pt x="393441" y="39344"/>
                  </a:lnTo>
                  <a:lnTo>
                    <a:pt x="396719" y="36065"/>
                  </a:lnTo>
                  <a:lnTo>
                    <a:pt x="401638" y="34426"/>
                  </a:lnTo>
                  <a:lnTo>
                    <a:pt x="404916" y="31147"/>
                  </a:lnTo>
                  <a:lnTo>
                    <a:pt x="409834" y="27869"/>
                  </a:lnTo>
                  <a:lnTo>
                    <a:pt x="413113" y="26229"/>
                  </a:lnTo>
                  <a:lnTo>
                    <a:pt x="418031" y="22951"/>
                  </a:lnTo>
                  <a:lnTo>
                    <a:pt x="421309" y="19672"/>
                  </a:lnTo>
                  <a:lnTo>
                    <a:pt x="424588" y="18033"/>
                  </a:lnTo>
                  <a:lnTo>
                    <a:pt x="427867" y="16393"/>
                  </a:lnTo>
                  <a:lnTo>
                    <a:pt x="431145" y="13114"/>
                  </a:lnTo>
                  <a:lnTo>
                    <a:pt x="436064" y="9836"/>
                  </a:lnTo>
                  <a:lnTo>
                    <a:pt x="439342" y="8197"/>
                  </a:lnTo>
                  <a:lnTo>
                    <a:pt x="444260" y="4918"/>
                  </a:lnTo>
                  <a:lnTo>
                    <a:pt x="447539" y="1639"/>
                  </a:lnTo>
                  <a:lnTo>
                    <a:pt x="450818" y="0"/>
                  </a:lnTo>
                  <a:lnTo>
                    <a:pt x="454096" y="1639"/>
                  </a:lnTo>
                  <a:lnTo>
                    <a:pt x="459014" y="1639"/>
                  </a:lnTo>
                  <a:lnTo>
                    <a:pt x="462293" y="3279"/>
                  </a:lnTo>
                  <a:lnTo>
                    <a:pt x="465572" y="4918"/>
                  </a:lnTo>
                  <a:lnTo>
                    <a:pt x="470489" y="4918"/>
                  </a:lnTo>
                  <a:lnTo>
                    <a:pt x="473768" y="6557"/>
                  </a:lnTo>
                  <a:lnTo>
                    <a:pt x="477047" y="6557"/>
                  </a:lnTo>
                  <a:lnTo>
                    <a:pt x="481965" y="8197"/>
                  </a:lnTo>
                  <a:lnTo>
                    <a:pt x="485244" y="9836"/>
                  </a:lnTo>
                  <a:lnTo>
                    <a:pt x="490162" y="9836"/>
                  </a:lnTo>
                  <a:lnTo>
                    <a:pt x="493440" y="11475"/>
                  </a:lnTo>
                  <a:lnTo>
                    <a:pt x="496719" y="13114"/>
                  </a:lnTo>
                  <a:lnTo>
                    <a:pt x="501637" y="13114"/>
                  </a:lnTo>
                  <a:lnTo>
                    <a:pt x="504916" y="14754"/>
                  </a:lnTo>
                  <a:lnTo>
                    <a:pt x="508194" y="16393"/>
                  </a:lnTo>
                  <a:lnTo>
                    <a:pt x="511473" y="18033"/>
                  </a:lnTo>
                  <a:lnTo>
                    <a:pt x="516391" y="21311"/>
                  </a:lnTo>
                  <a:lnTo>
                    <a:pt x="519669" y="26229"/>
                  </a:lnTo>
                  <a:lnTo>
                    <a:pt x="522948" y="29508"/>
                  </a:lnTo>
                  <a:lnTo>
                    <a:pt x="527866" y="32787"/>
                  </a:lnTo>
                  <a:lnTo>
                    <a:pt x="531145" y="36065"/>
                  </a:lnTo>
                  <a:lnTo>
                    <a:pt x="531145" y="37705"/>
                  </a:lnTo>
                  <a:lnTo>
                    <a:pt x="536063" y="40983"/>
                  </a:lnTo>
                  <a:lnTo>
                    <a:pt x="539342" y="37705"/>
                  </a:lnTo>
                  <a:lnTo>
                    <a:pt x="544260" y="36065"/>
                  </a:lnTo>
                  <a:lnTo>
                    <a:pt x="547538" y="32787"/>
                  </a:lnTo>
                  <a:lnTo>
                    <a:pt x="550817" y="31147"/>
                  </a:lnTo>
                  <a:lnTo>
                    <a:pt x="555735" y="27869"/>
                  </a:lnTo>
                  <a:lnTo>
                    <a:pt x="559014" y="26229"/>
                  </a:lnTo>
                  <a:lnTo>
                    <a:pt x="563932" y="22951"/>
                  </a:lnTo>
                  <a:lnTo>
                    <a:pt x="563932" y="22951"/>
                  </a:lnTo>
                  <a:lnTo>
                    <a:pt x="563932" y="24590"/>
                  </a:lnTo>
                  <a:lnTo>
                    <a:pt x="565571" y="27869"/>
                  </a:lnTo>
                  <a:lnTo>
                    <a:pt x="565571" y="32787"/>
                  </a:lnTo>
                  <a:lnTo>
                    <a:pt x="565571" y="36065"/>
                  </a:lnTo>
                  <a:lnTo>
                    <a:pt x="567211" y="39344"/>
                  </a:lnTo>
                  <a:lnTo>
                    <a:pt x="567211" y="44262"/>
                  </a:lnTo>
                  <a:lnTo>
                    <a:pt x="568850" y="47541"/>
                  </a:lnTo>
                  <a:lnTo>
                    <a:pt x="568850" y="52459"/>
                  </a:lnTo>
                  <a:lnTo>
                    <a:pt x="570489" y="55737"/>
                  </a:lnTo>
                  <a:lnTo>
                    <a:pt x="570489" y="59016"/>
                  </a:lnTo>
                  <a:lnTo>
                    <a:pt x="570489" y="62295"/>
                  </a:lnTo>
                  <a:lnTo>
                    <a:pt x="572128" y="67213"/>
                  </a:lnTo>
                  <a:lnTo>
                    <a:pt x="572128" y="70491"/>
                  </a:lnTo>
                  <a:lnTo>
                    <a:pt x="572128" y="75409"/>
                  </a:lnTo>
                  <a:lnTo>
                    <a:pt x="572128" y="78688"/>
                  </a:lnTo>
                  <a:lnTo>
                    <a:pt x="572128" y="83606"/>
                  </a:lnTo>
                  <a:lnTo>
                    <a:pt x="572128" y="86885"/>
                  </a:lnTo>
                  <a:lnTo>
                    <a:pt x="573768" y="91803"/>
                  </a:lnTo>
                  <a:lnTo>
                    <a:pt x="577046" y="95081"/>
                  </a:lnTo>
                  <a:lnTo>
                    <a:pt x="580325" y="98360"/>
                  </a:lnTo>
                  <a:lnTo>
                    <a:pt x="581965" y="103278"/>
                  </a:lnTo>
                  <a:lnTo>
                    <a:pt x="583604" y="106557"/>
                  </a:lnTo>
                  <a:lnTo>
                    <a:pt x="586882" y="109836"/>
                  </a:lnTo>
                  <a:lnTo>
                    <a:pt x="588522" y="114754"/>
                  </a:lnTo>
                  <a:lnTo>
                    <a:pt x="585243" y="118032"/>
                  </a:lnTo>
                  <a:lnTo>
                    <a:pt x="586882" y="121311"/>
                  </a:lnTo>
                  <a:lnTo>
                    <a:pt x="590161" y="124589"/>
                  </a:lnTo>
                  <a:lnTo>
                    <a:pt x="593440" y="129508"/>
                  </a:lnTo>
                  <a:lnTo>
                    <a:pt x="596719" y="132786"/>
                  </a:lnTo>
                  <a:lnTo>
                    <a:pt x="598358" y="136065"/>
                  </a:lnTo>
                  <a:lnTo>
                    <a:pt x="601636" y="139344"/>
                  </a:lnTo>
                  <a:lnTo>
                    <a:pt x="601636" y="142622"/>
                  </a:lnTo>
                  <a:lnTo>
                    <a:pt x="599997" y="147540"/>
                  </a:lnTo>
                  <a:lnTo>
                    <a:pt x="596719" y="150819"/>
                  </a:lnTo>
                  <a:lnTo>
                    <a:pt x="595079" y="155737"/>
                  </a:lnTo>
                  <a:lnTo>
                    <a:pt x="595079" y="155737"/>
                  </a:lnTo>
                  <a:lnTo>
                    <a:pt x="593440" y="160655"/>
                  </a:lnTo>
                  <a:lnTo>
                    <a:pt x="593440" y="163934"/>
                  </a:lnTo>
                  <a:lnTo>
                    <a:pt x="593440" y="168851"/>
                  </a:lnTo>
                  <a:lnTo>
                    <a:pt x="591801" y="172130"/>
                  </a:lnTo>
                  <a:lnTo>
                    <a:pt x="591801" y="177048"/>
                  </a:lnTo>
                  <a:lnTo>
                    <a:pt x="591801" y="181966"/>
                  </a:lnTo>
                  <a:lnTo>
                    <a:pt x="591801" y="185245"/>
                  </a:lnTo>
                  <a:lnTo>
                    <a:pt x="590161" y="190163"/>
                  </a:lnTo>
                  <a:lnTo>
                    <a:pt x="590161" y="193442"/>
                  </a:lnTo>
                  <a:lnTo>
                    <a:pt x="590161" y="198360"/>
                  </a:lnTo>
                  <a:lnTo>
                    <a:pt x="588522" y="201638"/>
                  </a:lnTo>
                  <a:lnTo>
                    <a:pt x="588522" y="206556"/>
                  </a:lnTo>
                  <a:lnTo>
                    <a:pt x="588522" y="209835"/>
                  </a:lnTo>
                  <a:lnTo>
                    <a:pt x="588522" y="214753"/>
                  </a:lnTo>
                  <a:lnTo>
                    <a:pt x="588522" y="218032"/>
                  </a:lnTo>
                  <a:lnTo>
                    <a:pt x="588522" y="222950"/>
                  </a:lnTo>
                  <a:lnTo>
                    <a:pt x="588522" y="227868"/>
                  </a:lnTo>
                  <a:lnTo>
                    <a:pt x="586882" y="231146"/>
                  </a:lnTo>
                  <a:lnTo>
                    <a:pt x="586882" y="236064"/>
                  </a:lnTo>
                  <a:lnTo>
                    <a:pt x="586882" y="239343"/>
                  </a:lnTo>
                  <a:lnTo>
                    <a:pt x="586882" y="244261"/>
                  </a:lnTo>
                  <a:lnTo>
                    <a:pt x="586882" y="249179"/>
                  </a:lnTo>
                  <a:lnTo>
                    <a:pt x="586882" y="252458"/>
                  </a:lnTo>
                  <a:lnTo>
                    <a:pt x="586882" y="257376"/>
                  </a:lnTo>
                  <a:lnTo>
                    <a:pt x="586882" y="260654"/>
                  </a:lnTo>
                  <a:lnTo>
                    <a:pt x="586882" y="265573"/>
                  </a:lnTo>
                  <a:lnTo>
                    <a:pt x="585243" y="268851"/>
                  </a:lnTo>
                  <a:lnTo>
                    <a:pt x="585243" y="273769"/>
                  </a:lnTo>
                  <a:lnTo>
                    <a:pt x="585243" y="277048"/>
                  </a:lnTo>
                  <a:lnTo>
                    <a:pt x="585243" y="280326"/>
                  </a:lnTo>
                  <a:lnTo>
                    <a:pt x="585243" y="285244"/>
                  </a:lnTo>
                  <a:lnTo>
                    <a:pt x="585243" y="288523"/>
                  </a:lnTo>
                  <a:lnTo>
                    <a:pt x="585243" y="293441"/>
                  </a:lnTo>
                  <a:lnTo>
                    <a:pt x="583604" y="295081"/>
                  </a:lnTo>
                  <a:lnTo>
                    <a:pt x="580325" y="298359"/>
                  </a:lnTo>
                  <a:lnTo>
                    <a:pt x="575407" y="303277"/>
                  </a:lnTo>
                  <a:lnTo>
                    <a:pt x="572128" y="306556"/>
                  </a:lnTo>
                  <a:lnTo>
                    <a:pt x="568850" y="311474"/>
                  </a:lnTo>
                  <a:lnTo>
                    <a:pt x="565571" y="314753"/>
                  </a:lnTo>
                  <a:lnTo>
                    <a:pt x="562292" y="319671"/>
                  </a:lnTo>
                  <a:lnTo>
                    <a:pt x="559014" y="322949"/>
                  </a:lnTo>
                  <a:lnTo>
                    <a:pt x="555735" y="326228"/>
                  </a:lnTo>
                  <a:lnTo>
                    <a:pt x="552456" y="331146"/>
                  </a:lnTo>
                  <a:lnTo>
                    <a:pt x="549178" y="336064"/>
                  </a:lnTo>
                  <a:lnTo>
                    <a:pt x="545899" y="339343"/>
                  </a:lnTo>
                  <a:lnTo>
                    <a:pt x="542621" y="344261"/>
                  </a:lnTo>
                  <a:lnTo>
                    <a:pt x="540981" y="347539"/>
                  </a:lnTo>
                  <a:lnTo>
                    <a:pt x="537702" y="352457"/>
                  </a:lnTo>
                  <a:lnTo>
                    <a:pt x="534424" y="355736"/>
                  </a:lnTo>
                  <a:lnTo>
                    <a:pt x="532784" y="360654"/>
                  </a:lnTo>
                  <a:lnTo>
                    <a:pt x="529506" y="363933"/>
                  </a:lnTo>
                  <a:lnTo>
                    <a:pt x="527866" y="368851"/>
                  </a:lnTo>
                  <a:lnTo>
                    <a:pt x="524588" y="372129"/>
                  </a:lnTo>
                  <a:lnTo>
                    <a:pt x="522948" y="377047"/>
                  </a:lnTo>
                  <a:lnTo>
                    <a:pt x="521309" y="380326"/>
                  </a:lnTo>
                  <a:lnTo>
                    <a:pt x="519669" y="383605"/>
                  </a:lnTo>
                  <a:lnTo>
                    <a:pt x="521309" y="388523"/>
                  </a:lnTo>
                  <a:lnTo>
                    <a:pt x="518031" y="390162"/>
                  </a:lnTo>
                  <a:lnTo>
                    <a:pt x="516391" y="393441"/>
                  </a:lnTo>
                  <a:lnTo>
                    <a:pt x="514752" y="398359"/>
                  </a:lnTo>
                  <a:lnTo>
                    <a:pt x="511473" y="398359"/>
                  </a:lnTo>
                  <a:lnTo>
                    <a:pt x="508194" y="401637"/>
                  </a:lnTo>
                  <a:lnTo>
                    <a:pt x="508194" y="404916"/>
                  </a:lnTo>
                  <a:lnTo>
                    <a:pt x="508194" y="406555"/>
                  </a:lnTo>
                  <a:lnTo>
                    <a:pt x="509834" y="409834"/>
                  </a:lnTo>
                  <a:lnTo>
                    <a:pt x="509834" y="413113"/>
                  </a:lnTo>
                  <a:lnTo>
                    <a:pt x="511473" y="418031"/>
                  </a:lnTo>
                  <a:lnTo>
                    <a:pt x="511473" y="421309"/>
                  </a:lnTo>
                  <a:lnTo>
                    <a:pt x="511473" y="421309"/>
                  </a:lnTo>
                  <a:lnTo>
                    <a:pt x="513112" y="424588"/>
                  </a:lnTo>
                  <a:lnTo>
                    <a:pt x="513112" y="429506"/>
                  </a:lnTo>
                  <a:lnTo>
                    <a:pt x="514752" y="432785"/>
                  </a:lnTo>
                  <a:lnTo>
                    <a:pt x="511473" y="432785"/>
                  </a:lnTo>
                  <a:lnTo>
                    <a:pt x="508194" y="432785"/>
                  </a:lnTo>
                  <a:lnTo>
                    <a:pt x="503276" y="432785"/>
                  </a:lnTo>
                  <a:lnTo>
                    <a:pt x="503276" y="434424"/>
                  </a:lnTo>
                  <a:lnTo>
                    <a:pt x="501637" y="436063"/>
                  </a:lnTo>
                  <a:lnTo>
                    <a:pt x="499998" y="439342"/>
                  </a:lnTo>
                  <a:lnTo>
                    <a:pt x="496719" y="440981"/>
                  </a:lnTo>
                  <a:lnTo>
                    <a:pt x="491801" y="440981"/>
                  </a:lnTo>
                  <a:lnTo>
                    <a:pt x="488522" y="442621"/>
                  </a:lnTo>
                  <a:lnTo>
                    <a:pt x="485244" y="445900"/>
                  </a:lnTo>
                  <a:lnTo>
                    <a:pt x="481965" y="449178"/>
                  </a:lnTo>
                  <a:lnTo>
                    <a:pt x="477047" y="452457"/>
                  </a:lnTo>
                  <a:lnTo>
                    <a:pt x="473768" y="454096"/>
                  </a:lnTo>
                  <a:lnTo>
                    <a:pt x="472129" y="459014"/>
                  </a:lnTo>
                  <a:lnTo>
                    <a:pt x="468850" y="462293"/>
                  </a:lnTo>
                  <a:lnTo>
                    <a:pt x="465572" y="460653"/>
                  </a:lnTo>
                  <a:lnTo>
                    <a:pt x="462293" y="460653"/>
                  </a:lnTo>
                  <a:lnTo>
                    <a:pt x="457375" y="460653"/>
                  </a:lnTo>
                  <a:lnTo>
                    <a:pt x="457375" y="460653"/>
                  </a:lnTo>
                  <a:lnTo>
                    <a:pt x="454096" y="457375"/>
                  </a:lnTo>
                  <a:lnTo>
                    <a:pt x="452457" y="457375"/>
                  </a:lnTo>
                  <a:lnTo>
                    <a:pt x="447539" y="454096"/>
                  </a:lnTo>
                  <a:lnTo>
                    <a:pt x="444260" y="452457"/>
                  </a:lnTo>
                  <a:lnTo>
                    <a:pt x="440981" y="452457"/>
                  </a:lnTo>
                  <a:lnTo>
                    <a:pt x="437703" y="450818"/>
                  </a:lnTo>
                  <a:lnTo>
                    <a:pt x="434424" y="449178"/>
                  </a:lnTo>
                  <a:lnTo>
                    <a:pt x="431145" y="447539"/>
                  </a:lnTo>
                  <a:lnTo>
                    <a:pt x="426228" y="447539"/>
                  </a:lnTo>
                  <a:lnTo>
                    <a:pt x="422949" y="447539"/>
                  </a:lnTo>
                  <a:lnTo>
                    <a:pt x="419670" y="449178"/>
                  </a:lnTo>
                  <a:lnTo>
                    <a:pt x="414752" y="449178"/>
                  </a:lnTo>
                  <a:lnTo>
                    <a:pt x="411474" y="449178"/>
                  </a:lnTo>
                  <a:lnTo>
                    <a:pt x="408195" y="447539"/>
                  </a:lnTo>
                  <a:lnTo>
                    <a:pt x="404916" y="447539"/>
                  </a:lnTo>
                  <a:lnTo>
                    <a:pt x="399998" y="447539"/>
                  </a:lnTo>
                  <a:lnTo>
                    <a:pt x="398359" y="449178"/>
                  </a:lnTo>
                  <a:lnTo>
                    <a:pt x="395080" y="450818"/>
                  </a:lnTo>
                  <a:lnTo>
                    <a:pt x="390162" y="450818"/>
                  </a:lnTo>
                  <a:lnTo>
                    <a:pt x="386884" y="452457"/>
                  </a:lnTo>
                  <a:lnTo>
                    <a:pt x="383605" y="452457"/>
                  </a:lnTo>
                  <a:lnTo>
                    <a:pt x="378687" y="454096"/>
                  </a:lnTo>
                  <a:lnTo>
                    <a:pt x="375408" y="457375"/>
                  </a:lnTo>
                  <a:lnTo>
                    <a:pt x="373769" y="457375"/>
                  </a:lnTo>
                  <a:lnTo>
                    <a:pt x="370490" y="460653"/>
                  </a:lnTo>
                  <a:lnTo>
                    <a:pt x="368851" y="465572"/>
                  </a:lnTo>
                  <a:lnTo>
                    <a:pt x="365572" y="468850"/>
                  </a:lnTo>
                  <a:lnTo>
                    <a:pt x="362294" y="473768"/>
                  </a:lnTo>
                  <a:lnTo>
                    <a:pt x="359015" y="473768"/>
                  </a:lnTo>
                  <a:lnTo>
                    <a:pt x="354097" y="473768"/>
                  </a:lnTo>
                  <a:lnTo>
                    <a:pt x="352457" y="472129"/>
                  </a:lnTo>
                  <a:lnTo>
                    <a:pt x="349179" y="472129"/>
                  </a:lnTo>
                  <a:lnTo>
                    <a:pt x="344261" y="472129"/>
                  </a:lnTo>
                  <a:lnTo>
                    <a:pt x="340982" y="472129"/>
                  </a:lnTo>
                  <a:lnTo>
                    <a:pt x="337703" y="472129"/>
                  </a:lnTo>
                  <a:lnTo>
                    <a:pt x="336064" y="472129"/>
                  </a:lnTo>
                  <a:lnTo>
                    <a:pt x="334425" y="470490"/>
                  </a:lnTo>
                  <a:lnTo>
                    <a:pt x="331146" y="470490"/>
                  </a:lnTo>
                  <a:lnTo>
                    <a:pt x="327867" y="468850"/>
                  </a:lnTo>
                  <a:lnTo>
                    <a:pt x="324588" y="467211"/>
                  </a:lnTo>
                  <a:lnTo>
                    <a:pt x="321310" y="462293"/>
                  </a:lnTo>
                  <a:lnTo>
                    <a:pt x="318031" y="460653"/>
                  </a:lnTo>
                  <a:lnTo>
                    <a:pt x="314752" y="462293"/>
                  </a:lnTo>
                  <a:lnTo>
                    <a:pt x="314752" y="460653"/>
                  </a:lnTo>
                  <a:lnTo>
                    <a:pt x="309835" y="457375"/>
                  </a:lnTo>
                  <a:lnTo>
                    <a:pt x="308195" y="455735"/>
                  </a:lnTo>
                  <a:lnTo>
                    <a:pt x="308195" y="455735"/>
                  </a:lnTo>
                  <a:lnTo>
                    <a:pt x="304917" y="452457"/>
                  </a:lnTo>
                  <a:lnTo>
                    <a:pt x="299998" y="450818"/>
                  </a:lnTo>
                  <a:lnTo>
                    <a:pt x="296720" y="450818"/>
                  </a:lnTo>
                  <a:lnTo>
                    <a:pt x="291802" y="449178"/>
                  </a:lnTo>
                  <a:lnTo>
                    <a:pt x="291802" y="449178"/>
                  </a:lnTo>
                  <a:lnTo>
                    <a:pt x="286884" y="452457"/>
                  </a:lnTo>
                  <a:lnTo>
                    <a:pt x="283605" y="455735"/>
                  </a:lnTo>
                  <a:lnTo>
                    <a:pt x="278687" y="457375"/>
                  </a:lnTo>
                  <a:lnTo>
                    <a:pt x="273769" y="460653"/>
                  </a:lnTo>
                  <a:lnTo>
                    <a:pt x="270491" y="459014"/>
                  </a:lnTo>
                  <a:lnTo>
                    <a:pt x="268851" y="459014"/>
                  </a:lnTo>
                  <a:lnTo>
                    <a:pt x="267212" y="462293"/>
                  </a:lnTo>
                  <a:lnTo>
                    <a:pt x="265572" y="463932"/>
                  </a:lnTo>
                  <a:lnTo>
                    <a:pt x="262294" y="465572"/>
                  </a:lnTo>
                  <a:lnTo>
                    <a:pt x="262294" y="465572"/>
                  </a:lnTo>
                  <a:lnTo>
                    <a:pt x="259015" y="465572"/>
                  </a:lnTo>
                  <a:lnTo>
                    <a:pt x="255737" y="462293"/>
                  </a:lnTo>
                  <a:lnTo>
                    <a:pt x="252458" y="457375"/>
                  </a:lnTo>
                  <a:lnTo>
                    <a:pt x="250818" y="454096"/>
                  </a:lnTo>
                  <a:lnTo>
                    <a:pt x="249179" y="450818"/>
                  </a:lnTo>
                  <a:lnTo>
                    <a:pt x="245901" y="445900"/>
                  </a:lnTo>
                  <a:lnTo>
                    <a:pt x="242622" y="442621"/>
                  </a:lnTo>
                  <a:lnTo>
                    <a:pt x="239343" y="437703"/>
                  </a:lnTo>
                  <a:lnTo>
                    <a:pt x="237704" y="437703"/>
                  </a:lnTo>
                  <a:lnTo>
                    <a:pt x="232786" y="434424"/>
                  </a:lnTo>
                  <a:lnTo>
                    <a:pt x="229507" y="436063"/>
                  </a:lnTo>
                  <a:lnTo>
                    <a:pt x="224589" y="434424"/>
                  </a:lnTo>
                  <a:lnTo>
                    <a:pt x="221310" y="432785"/>
                  </a:lnTo>
                  <a:lnTo>
                    <a:pt x="216392" y="431145"/>
                  </a:lnTo>
                  <a:lnTo>
                    <a:pt x="213114" y="429506"/>
                  </a:lnTo>
                  <a:lnTo>
                    <a:pt x="208195" y="427867"/>
                  </a:lnTo>
                  <a:lnTo>
                    <a:pt x="204917" y="426228"/>
                  </a:lnTo>
                  <a:lnTo>
                    <a:pt x="201638" y="426228"/>
                  </a:lnTo>
                  <a:lnTo>
                    <a:pt x="198360" y="427867"/>
                  </a:lnTo>
                  <a:lnTo>
                    <a:pt x="195081" y="431145"/>
                  </a:lnTo>
                  <a:lnTo>
                    <a:pt x="193442" y="432785"/>
                  </a:lnTo>
                  <a:lnTo>
                    <a:pt x="188524" y="431145"/>
                  </a:lnTo>
                  <a:lnTo>
                    <a:pt x="183605" y="432785"/>
                  </a:lnTo>
                  <a:lnTo>
                    <a:pt x="181966" y="432785"/>
                  </a:lnTo>
                  <a:lnTo>
                    <a:pt x="178688" y="431145"/>
                  </a:lnTo>
                  <a:lnTo>
                    <a:pt x="173770" y="432785"/>
                  </a:lnTo>
                  <a:lnTo>
                    <a:pt x="170491" y="432785"/>
                  </a:lnTo>
                  <a:lnTo>
                    <a:pt x="167212" y="432785"/>
                  </a:lnTo>
                  <a:lnTo>
                    <a:pt x="163934" y="434424"/>
                  </a:lnTo>
                  <a:lnTo>
                    <a:pt x="159015" y="439342"/>
                  </a:lnTo>
                  <a:lnTo>
                    <a:pt x="155737" y="444260"/>
                  </a:lnTo>
                  <a:lnTo>
                    <a:pt x="150819" y="445900"/>
                  </a:lnTo>
                  <a:lnTo>
                    <a:pt x="150819" y="449178"/>
                  </a:lnTo>
                  <a:lnTo>
                    <a:pt x="150819" y="454096"/>
                  </a:lnTo>
                  <a:lnTo>
                    <a:pt x="150819" y="457375"/>
                  </a:lnTo>
                  <a:lnTo>
                    <a:pt x="150819" y="460653"/>
                  </a:lnTo>
                  <a:lnTo>
                    <a:pt x="149180" y="465572"/>
                  </a:lnTo>
                  <a:lnTo>
                    <a:pt x="147540" y="468850"/>
                  </a:lnTo>
                  <a:lnTo>
                    <a:pt x="145901" y="472129"/>
                  </a:lnTo>
                  <a:lnTo>
                    <a:pt x="142622" y="477047"/>
                  </a:lnTo>
                  <a:lnTo>
                    <a:pt x="137704" y="480325"/>
                  </a:lnTo>
                  <a:lnTo>
                    <a:pt x="134425" y="485244"/>
                  </a:lnTo>
                  <a:lnTo>
                    <a:pt x="132786" y="488522"/>
                  </a:lnTo>
                  <a:lnTo>
                    <a:pt x="132786" y="491801"/>
                  </a:lnTo>
                  <a:lnTo>
                    <a:pt x="132786" y="496719"/>
                  </a:lnTo>
                  <a:lnTo>
                    <a:pt x="132786" y="499998"/>
                  </a:lnTo>
                  <a:lnTo>
                    <a:pt x="131147" y="504916"/>
                  </a:lnTo>
                  <a:lnTo>
                    <a:pt x="132786" y="508194"/>
                  </a:lnTo>
                  <a:lnTo>
                    <a:pt x="132786" y="509834"/>
                  </a:lnTo>
                  <a:lnTo>
                    <a:pt x="131147" y="514752"/>
                  </a:lnTo>
                  <a:lnTo>
                    <a:pt x="132786" y="518030"/>
                  </a:lnTo>
                  <a:lnTo>
                    <a:pt x="131147" y="522948"/>
                  </a:lnTo>
                  <a:lnTo>
                    <a:pt x="131147" y="522948"/>
                  </a:lnTo>
                  <a:lnTo>
                    <a:pt x="127868" y="519670"/>
                  </a:lnTo>
                  <a:lnTo>
                    <a:pt x="126229" y="516391"/>
                  </a:lnTo>
                  <a:lnTo>
                    <a:pt x="122950" y="514752"/>
                  </a:lnTo>
                  <a:lnTo>
                    <a:pt x="122950" y="514752"/>
                  </a:lnTo>
                  <a:lnTo>
                    <a:pt x="121311" y="513112"/>
                  </a:lnTo>
                  <a:lnTo>
                    <a:pt x="118032" y="511473"/>
                  </a:lnTo>
                  <a:lnTo>
                    <a:pt x="118032" y="509834"/>
                  </a:lnTo>
                  <a:lnTo>
                    <a:pt x="116393" y="506555"/>
                  </a:lnTo>
                  <a:lnTo>
                    <a:pt x="116393" y="506555"/>
                  </a:lnTo>
                  <a:lnTo>
                    <a:pt x="114754" y="506555"/>
                  </a:lnTo>
                  <a:lnTo>
                    <a:pt x="114754" y="506555"/>
                  </a:lnTo>
                  <a:lnTo>
                    <a:pt x="111475" y="501637"/>
                  </a:lnTo>
                  <a:lnTo>
                    <a:pt x="108196" y="498358"/>
                  </a:lnTo>
                  <a:lnTo>
                    <a:pt x="104917" y="495080"/>
                  </a:lnTo>
                  <a:lnTo>
                    <a:pt x="101639" y="491801"/>
                  </a:lnTo>
                  <a:lnTo>
                    <a:pt x="98360" y="491801"/>
                  </a:lnTo>
                  <a:lnTo>
                    <a:pt x="95081" y="495080"/>
                  </a:lnTo>
                  <a:lnTo>
                    <a:pt x="90164" y="496719"/>
                  </a:lnTo>
                  <a:lnTo>
                    <a:pt x="86885" y="496719"/>
                  </a:lnTo>
                  <a:lnTo>
                    <a:pt x="83606" y="498358"/>
                  </a:lnTo>
                  <a:lnTo>
                    <a:pt x="83606" y="501637"/>
                  </a:lnTo>
                  <a:lnTo>
                    <a:pt x="85245" y="506555"/>
                  </a:lnTo>
                  <a:lnTo>
                    <a:pt x="86885" y="509834"/>
                  </a:lnTo>
                  <a:lnTo>
                    <a:pt x="85245" y="513112"/>
                  </a:lnTo>
                  <a:lnTo>
                    <a:pt x="83606" y="513112"/>
                  </a:lnTo>
                  <a:lnTo>
                    <a:pt x="83606" y="513112"/>
                  </a:lnTo>
                  <a:lnTo>
                    <a:pt x="81967" y="508194"/>
                  </a:lnTo>
                  <a:lnTo>
                    <a:pt x="80327" y="506555"/>
                  </a:lnTo>
                  <a:lnTo>
                    <a:pt x="78688" y="503276"/>
                  </a:lnTo>
                  <a:lnTo>
                    <a:pt x="75410" y="499998"/>
                  </a:lnTo>
                  <a:lnTo>
                    <a:pt x="73770" y="496719"/>
                  </a:lnTo>
                  <a:lnTo>
                    <a:pt x="72131" y="491801"/>
                  </a:lnTo>
                  <a:lnTo>
                    <a:pt x="75410" y="490162"/>
                  </a:lnTo>
                  <a:lnTo>
                    <a:pt x="78688" y="490162"/>
                  </a:lnTo>
                  <a:lnTo>
                    <a:pt x="77049" y="485244"/>
                  </a:lnTo>
                  <a:lnTo>
                    <a:pt x="77049" y="481965"/>
                  </a:lnTo>
                  <a:lnTo>
                    <a:pt x="73770" y="478686"/>
                  </a:lnTo>
                  <a:lnTo>
                    <a:pt x="70491" y="477047"/>
                  </a:lnTo>
                  <a:lnTo>
                    <a:pt x="68852" y="477047"/>
                  </a:lnTo>
                  <a:lnTo>
                    <a:pt x="65573" y="480325"/>
                  </a:lnTo>
                  <a:lnTo>
                    <a:pt x="60655" y="481965"/>
                  </a:lnTo>
                  <a:lnTo>
                    <a:pt x="57377" y="481965"/>
                  </a:lnTo>
                  <a:lnTo>
                    <a:pt x="54098" y="481965"/>
                  </a:lnTo>
                  <a:lnTo>
                    <a:pt x="50820" y="478686"/>
                  </a:lnTo>
                  <a:lnTo>
                    <a:pt x="47541" y="475408"/>
                  </a:lnTo>
                  <a:lnTo>
                    <a:pt x="44262" y="472129"/>
                  </a:lnTo>
                  <a:lnTo>
                    <a:pt x="42623" y="472129"/>
                  </a:lnTo>
                  <a:lnTo>
                    <a:pt x="42623" y="472129"/>
                  </a:lnTo>
                  <a:lnTo>
                    <a:pt x="39344" y="467211"/>
                  </a:lnTo>
                  <a:lnTo>
                    <a:pt x="34426" y="463932"/>
                  </a:lnTo>
                  <a:lnTo>
                    <a:pt x="31147" y="460653"/>
                  </a:lnTo>
                  <a:lnTo>
                    <a:pt x="31147" y="460653"/>
                  </a:lnTo>
                  <a:lnTo>
                    <a:pt x="31147" y="460653"/>
                  </a:lnTo>
                  <a:lnTo>
                    <a:pt x="31147" y="455735"/>
                  </a:lnTo>
                  <a:lnTo>
                    <a:pt x="31147" y="452457"/>
                  </a:lnTo>
                  <a:lnTo>
                    <a:pt x="31147" y="449178"/>
                  </a:lnTo>
                  <a:lnTo>
                    <a:pt x="36065" y="450818"/>
                  </a:lnTo>
                  <a:lnTo>
                    <a:pt x="37705" y="450818"/>
                  </a:lnTo>
                  <a:lnTo>
                    <a:pt x="37705" y="450818"/>
                  </a:lnTo>
                  <a:lnTo>
                    <a:pt x="42623" y="449178"/>
                  </a:lnTo>
                  <a:lnTo>
                    <a:pt x="40983" y="447539"/>
                  </a:lnTo>
                  <a:lnTo>
                    <a:pt x="36065" y="447539"/>
                  </a:lnTo>
                  <a:lnTo>
                    <a:pt x="36065" y="447539"/>
                  </a:lnTo>
                  <a:lnTo>
                    <a:pt x="32787" y="444260"/>
                  </a:lnTo>
                  <a:lnTo>
                    <a:pt x="31147" y="440981"/>
                  </a:lnTo>
                  <a:lnTo>
                    <a:pt x="27868" y="437703"/>
                  </a:lnTo>
                  <a:lnTo>
                    <a:pt x="24590" y="436063"/>
                  </a:lnTo>
                  <a:lnTo>
                    <a:pt x="19672" y="434424"/>
                  </a:lnTo>
                  <a:lnTo>
                    <a:pt x="16393" y="434424"/>
                  </a:lnTo>
                  <a:lnTo>
                    <a:pt x="16393" y="431145"/>
                  </a:lnTo>
                  <a:lnTo>
                    <a:pt x="16393" y="429506"/>
                  </a:lnTo>
                  <a:lnTo>
                    <a:pt x="13114" y="426228"/>
                  </a:lnTo>
                  <a:lnTo>
                    <a:pt x="11475" y="422949"/>
                  </a:lnTo>
                  <a:lnTo>
                    <a:pt x="9836" y="419670"/>
                  </a:lnTo>
                  <a:lnTo>
                    <a:pt x="8197" y="416391"/>
                  </a:lnTo>
                  <a:lnTo>
                    <a:pt x="8197" y="413113"/>
                  </a:lnTo>
                  <a:lnTo>
                    <a:pt x="8197" y="409834"/>
                  </a:lnTo>
                  <a:lnTo>
                    <a:pt x="6557" y="404916"/>
                  </a:lnTo>
                  <a:lnTo>
                    <a:pt x="1639" y="40163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10" name="Freeform 3209">
              <a:extLst>
                <a:ext uri="{FF2B5EF4-FFF2-40B4-BE49-F238E27FC236}">
                  <a16:creationId xmlns:a16="http://schemas.microsoft.com/office/drawing/2014/main" id="{C4F229EF-48FC-8344-ACDE-BC8182CDBDDC}"/>
                </a:ext>
              </a:extLst>
            </p:cNvPr>
            <p:cNvSpPr/>
            <p:nvPr/>
          </p:nvSpPr>
          <p:spPr>
            <a:xfrm>
              <a:off x="5691083" y="1626384"/>
              <a:ext cx="90163" cy="95081"/>
            </a:xfrm>
            <a:custGeom>
              <a:avLst/>
              <a:gdLst>
                <a:gd name="connsiteX0" fmla="*/ 1639 w 90163"/>
                <a:gd name="connsiteY0" fmla="*/ 21311 h 95081"/>
                <a:gd name="connsiteX1" fmla="*/ 3279 w 90163"/>
                <a:gd name="connsiteY1" fmla="*/ 18033 h 95081"/>
                <a:gd name="connsiteX2" fmla="*/ 6558 w 90163"/>
                <a:gd name="connsiteY2" fmla="*/ 21311 h 95081"/>
                <a:gd name="connsiteX3" fmla="*/ 9836 w 90163"/>
                <a:gd name="connsiteY3" fmla="*/ 21311 h 95081"/>
                <a:gd name="connsiteX4" fmla="*/ 14754 w 90163"/>
                <a:gd name="connsiteY4" fmla="*/ 22951 h 95081"/>
                <a:gd name="connsiteX5" fmla="*/ 14754 w 90163"/>
                <a:gd name="connsiteY5" fmla="*/ 21311 h 95081"/>
                <a:gd name="connsiteX6" fmla="*/ 14754 w 90163"/>
                <a:gd name="connsiteY6" fmla="*/ 21311 h 95081"/>
                <a:gd name="connsiteX7" fmla="*/ 16393 w 90163"/>
                <a:gd name="connsiteY7" fmla="*/ 26229 h 95081"/>
                <a:gd name="connsiteX8" fmla="*/ 21312 w 90163"/>
                <a:gd name="connsiteY8" fmla="*/ 24590 h 95081"/>
                <a:gd name="connsiteX9" fmla="*/ 21312 w 90163"/>
                <a:gd name="connsiteY9" fmla="*/ 22951 h 95081"/>
                <a:gd name="connsiteX10" fmla="*/ 21312 w 90163"/>
                <a:gd name="connsiteY10" fmla="*/ 19672 h 95081"/>
                <a:gd name="connsiteX11" fmla="*/ 24590 w 90163"/>
                <a:gd name="connsiteY11" fmla="*/ 16393 h 95081"/>
                <a:gd name="connsiteX12" fmla="*/ 26229 w 90163"/>
                <a:gd name="connsiteY12" fmla="*/ 13115 h 95081"/>
                <a:gd name="connsiteX13" fmla="*/ 31148 w 90163"/>
                <a:gd name="connsiteY13" fmla="*/ 11475 h 95081"/>
                <a:gd name="connsiteX14" fmla="*/ 31148 w 90163"/>
                <a:gd name="connsiteY14" fmla="*/ 11475 h 95081"/>
                <a:gd name="connsiteX15" fmla="*/ 34426 w 90163"/>
                <a:gd name="connsiteY15" fmla="*/ 16393 h 95081"/>
                <a:gd name="connsiteX16" fmla="*/ 31148 w 90163"/>
                <a:gd name="connsiteY16" fmla="*/ 19672 h 95081"/>
                <a:gd name="connsiteX17" fmla="*/ 34426 w 90163"/>
                <a:gd name="connsiteY17" fmla="*/ 19672 h 95081"/>
                <a:gd name="connsiteX18" fmla="*/ 37705 w 90163"/>
                <a:gd name="connsiteY18" fmla="*/ 19672 h 95081"/>
                <a:gd name="connsiteX19" fmla="*/ 39344 w 90163"/>
                <a:gd name="connsiteY19" fmla="*/ 22951 h 95081"/>
                <a:gd name="connsiteX20" fmla="*/ 39344 w 90163"/>
                <a:gd name="connsiteY20" fmla="*/ 19672 h 95081"/>
                <a:gd name="connsiteX21" fmla="*/ 39344 w 90163"/>
                <a:gd name="connsiteY21" fmla="*/ 16393 h 95081"/>
                <a:gd name="connsiteX22" fmla="*/ 36066 w 90163"/>
                <a:gd name="connsiteY22" fmla="*/ 18033 h 95081"/>
                <a:gd name="connsiteX23" fmla="*/ 36066 w 90163"/>
                <a:gd name="connsiteY23" fmla="*/ 13115 h 95081"/>
                <a:gd name="connsiteX24" fmla="*/ 36066 w 90163"/>
                <a:gd name="connsiteY24" fmla="*/ 9836 h 95081"/>
                <a:gd name="connsiteX25" fmla="*/ 34426 w 90163"/>
                <a:gd name="connsiteY25" fmla="*/ 8197 h 95081"/>
                <a:gd name="connsiteX26" fmla="*/ 39344 w 90163"/>
                <a:gd name="connsiteY26" fmla="*/ 4918 h 95081"/>
                <a:gd name="connsiteX27" fmla="*/ 42623 w 90163"/>
                <a:gd name="connsiteY27" fmla="*/ 3279 h 95081"/>
                <a:gd name="connsiteX28" fmla="*/ 45902 w 90163"/>
                <a:gd name="connsiteY28" fmla="*/ 3279 h 95081"/>
                <a:gd name="connsiteX29" fmla="*/ 49180 w 90163"/>
                <a:gd name="connsiteY29" fmla="*/ 4918 h 95081"/>
                <a:gd name="connsiteX30" fmla="*/ 52459 w 90163"/>
                <a:gd name="connsiteY30" fmla="*/ 1639 h 95081"/>
                <a:gd name="connsiteX31" fmla="*/ 57377 w 90163"/>
                <a:gd name="connsiteY31" fmla="*/ 1639 h 95081"/>
                <a:gd name="connsiteX32" fmla="*/ 57377 w 90163"/>
                <a:gd name="connsiteY32" fmla="*/ 1639 h 95081"/>
                <a:gd name="connsiteX33" fmla="*/ 59016 w 90163"/>
                <a:gd name="connsiteY33" fmla="*/ 1639 h 95081"/>
                <a:gd name="connsiteX34" fmla="*/ 59016 w 90163"/>
                <a:gd name="connsiteY34" fmla="*/ 1639 h 95081"/>
                <a:gd name="connsiteX35" fmla="*/ 60656 w 90163"/>
                <a:gd name="connsiteY35" fmla="*/ 0 h 95081"/>
                <a:gd name="connsiteX36" fmla="*/ 60656 w 90163"/>
                <a:gd name="connsiteY36" fmla="*/ 0 h 95081"/>
                <a:gd name="connsiteX37" fmla="*/ 63935 w 90163"/>
                <a:gd name="connsiteY37" fmla="*/ 3279 h 95081"/>
                <a:gd name="connsiteX38" fmla="*/ 68852 w 90163"/>
                <a:gd name="connsiteY38" fmla="*/ 4918 h 95081"/>
                <a:gd name="connsiteX39" fmla="*/ 68852 w 90163"/>
                <a:gd name="connsiteY39" fmla="*/ 8197 h 95081"/>
                <a:gd name="connsiteX40" fmla="*/ 70492 w 90163"/>
                <a:gd name="connsiteY40" fmla="*/ 11475 h 95081"/>
                <a:gd name="connsiteX41" fmla="*/ 72131 w 90163"/>
                <a:gd name="connsiteY41" fmla="*/ 16393 h 95081"/>
                <a:gd name="connsiteX42" fmla="*/ 67213 w 90163"/>
                <a:gd name="connsiteY42" fmla="*/ 16393 h 95081"/>
                <a:gd name="connsiteX43" fmla="*/ 65573 w 90163"/>
                <a:gd name="connsiteY43" fmla="*/ 16393 h 95081"/>
                <a:gd name="connsiteX44" fmla="*/ 60656 w 90163"/>
                <a:gd name="connsiteY44" fmla="*/ 18033 h 95081"/>
                <a:gd name="connsiteX45" fmla="*/ 60656 w 90163"/>
                <a:gd name="connsiteY45" fmla="*/ 18033 h 95081"/>
                <a:gd name="connsiteX46" fmla="*/ 57377 w 90163"/>
                <a:gd name="connsiteY46" fmla="*/ 18033 h 95081"/>
                <a:gd name="connsiteX47" fmla="*/ 57377 w 90163"/>
                <a:gd name="connsiteY47" fmla="*/ 18033 h 95081"/>
                <a:gd name="connsiteX48" fmla="*/ 60656 w 90163"/>
                <a:gd name="connsiteY48" fmla="*/ 18033 h 95081"/>
                <a:gd name="connsiteX49" fmla="*/ 63935 w 90163"/>
                <a:gd name="connsiteY49" fmla="*/ 16393 h 95081"/>
                <a:gd name="connsiteX50" fmla="*/ 65573 w 90163"/>
                <a:gd name="connsiteY50" fmla="*/ 16393 h 95081"/>
                <a:gd name="connsiteX51" fmla="*/ 65573 w 90163"/>
                <a:gd name="connsiteY51" fmla="*/ 16393 h 95081"/>
                <a:gd name="connsiteX52" fmla="*/ 67213 w 90163"/>
                <a:gd name="connsiteY52" fmla="*/ 16393 h 95081"/>
                <a:gd name="connsiteX53" fmla="*/ 70492 w 90163"/>
                <a:gd name="connsiteY53" fmla="*/ 16393 h 95081"/>
                <a:gd name="connsiteX54" fmla="*/ 72131 w 90163"/>
                <a:gd name="connsiteY54" fmla="*/ 19672 h 95081"/>
                <a:gd name="connsiteX55" fmla="*/ 67213 w 90163"/>
                <a:gd name="connsiteY55" fmla="*/ 22951 h 95081"/>
                <a:gd name="connsiteX56" fmla="*/ 67213 w 90163"/>
                <a:gd name="connsiteY56" fmla="*/ 26229 h 95081"/>
                <a:gd name="connsiteX57" fmla="*/ 68852 w 90163"/>
                <a:gd name="connsiteY57" fmla="*/ 22951 h 95081"/>
                <a:gd name="connsiteX58" fmla="*/ 72131 w 90163"/>
                <a:gd name="connsiteY58" fmla="*/ 22951 h 95081"/>
                <a:gd name="connsiteX59" fmla="*/ 77049 w 90163"/>
                <a:gd name="connsiteY59" fmla="*/ 24590 h 95081"/>
                <a:gd name="connsiteX60" fmla="*/ 80328 w 90163"/>
                <a:gd name="connsiteY60" fmla="*/ 24590 h 95081"/>
                <a:gd name="connsiteX61" fmla="*/ 83606 w 90163"/>
                <a:gd name="connsiteY61" fmla="*/ 22951 h 95081"/>
                <a:gd name="connsiteX62" fmla="*/ 86885 w 90163"/>
                <a:gd name="connsiteY62" fmla="*/ 22951 h 95081"/>
                <a:gd name="connsiteX63" fmla="*/ 90164 w 90163"/>
                <a:gd name="connsiteY63" fmla="*/ 26229 h 95081"/>
                <a:gd name="connsiteX64" fmla="*/ 90164 w 90163"/>
                <a:gd name="connsiteY64" fmla="*/ 29508 h 95081"/>
                <a:gd name="connsiteX65" fmla="*/ 86885 w 90163"/>
                <a:gd name="connsiteY65" fmla="*/ 34426 h 95081"/>
                <a:gd name="connsiteX66" fmla="*/ 85246 w 90163"/>
                <a:gd name="connsiteY66" fmla="*/ 37705 h 95081"/>
                <a:gd name="connsiteX67" fmla="*/ 80328 w 90163"/>
                <a:gd name="connsiteY67" fmla="*/ 36065 h 95081"/>
                <a:gd name="connsiteX68" fmla="*/ 78688 w 90163"/>
                <a:gd name="connsiteY68" fmla="*/ 39344 h 95081"/>
                <a:gd name="connsiteX69" fmla="*/ 78688 w 90163"/>
                <a:gd name="connsiteY69" fmla="*/ 40983 h 95081"/>
                <a:gd name="connsiteX70" fmla="*/ 73770 w 90163"/>
                <a:gd name="connsiteY70" fmla="*/ 39344 h 95081"/>
                <a:gd name="connsiteX71" fmla="*/ 77049 w 90163"/>
                <a:gd name="connsiteY71" fmla="*/ 34426 h 95081"/>
                <a:gd name="connsiteX72" fmla="*/ 72131 w 90163"/>
                <a:gd name="connsiteY72" fmla="*/ 34426 h 95081"/>
                <a:gd name="connsiteX73" fmla="*/ 68852 w 90163"/>
                <a:gd name="connsiteY73" fmla="*/ 37705 h 95081"/>
                <a:gd name="connsiteX74" fmla="*/ 68852 w 90163"/>
                <a:gd name="connsiteY74" fmla="*/ 37705 h 95081"/>
                <a:gd name="connsiteX75" fmla="*/ 68852 w 90163"/>
                <a:gd name="connsiteY75" fmla="*/ 42623 h 95081"/>
                <a:gd name="connsiteX76" fmla="*/ 68852 w 90163"/>
                <a:gd name="connsiteY76" fmla="*/ 45901 h 95081"/>
                <a:gd name="connsiteX77" fmla="*/ 68852 w 90163"/>
                <a:gd name="connsiteY77" fmla="*/ 49180 h 95081"/>
                <a:gd name="connsiteX78" fmla="*/ 65573 w 90163"/>
                <a:gd name="connsiteY78" fmla="*/ 50820 h 95081"/>
                <a:gd name="connsiteX79" fmla="*/ 62295 w 90163"/>
                <a:gd name="connsiteY79" fmla="*/ 50820 h 95081"/>
                <a:gd name="connsiteX80" fmla="*/ 60656 w 90163"/>
                <a:gd name="connsiteY80" fmla="*/ 50820 h 95081"/>
                <a:gd name="connsiteX81" fmla="*/ 57377 w 90163"/>
                <a:gd name="connsiteY81" fmla="*/ 50820 h 95081"/>
                <a:gd name="connsiteX82" fmla="*/ 60656 w 90163"/>
                <a:gd name="connsiteY82" fmla="*/ 52459 h 95081"/>
                <a:gd name="connsiteX83" fmla="*/ 62295 w 90163"/>
                <a:gd name="connsiteY83" fmla="*/ 57377 h 95081"/>
                <a:gd name="connsiteX84" fmla="*/ 60656 w 90163"/>
                <a:gd name="connsiteY84" fmla="*/ 57377 h 95081"/>
                <a:gd name="connsiteX85" fmla="*/ 57377 w 90163"/>
                <a:gd name="connsiteY85" fmla="*/ 59016 h 95081"/>
                <a:gd name="connsiteX86" fmla="*/ 54098 w 90163"/>
                <a:gd name="connsiteY86" fmla="*/ 59016 h 95081"/>
                <a:gd name="connsiteX87" fmla="*/ 49180 w 90163"/>
                <a:gd name="connsiteY87" fmla="*/ 57377 h 95081"/>
                <a:gd name="connsiteX88" fmla="*/ 47541 w 90163"/>
                <a:gd name="connsiteY88" fmla="*/ 57377 h 95081"/>
                <a:gd name="connsiteX89" fmla="*/ 47541 w 90163"/>
                <a:gd name="connsiteY89" fmla="*/ 57377 h 95081"/>
                <a:gd name="connsiteX90" fmla="*/ 52459 w 90163"/>
                <a:gd name="connsiteY90" fmla="*/ 59016 h 95081"/>
                <a:gd name="connsiteX91" fmla="*/ 55738 w 90163"/>
                <a:gd name="connsiteY91" fmla="*/ 60655 h 95081"/>
                <a:gd name="connsiteX92" fmla="*/ 52459 w 90163"/>
                <a:gd name="connsiteY92" fmla="*/ 63934 h 95081"/>
                <a:gd name="connsiteX93" fmla="*/ 52459 w 90163"/>
                <a:gd name="connsiteY93" fmla="*/ 63934 h 95081"/>
                <a:gd name="connsiteX94" fmla="*/ 50820 w 90163"/>
                <a:gd name="connsiteY94" fmla="*/ 65573 h 95081"/>
                <a:gd name="connsiteX95" fmla="*/ 47541 w 90163"/>
                <a:gd name="connsiteY95" fmla="*/ 65573 h 95081"/>
                <a:gd name="connsiteX96" fmla="*/ 47541 w 90163"/>
                <a:gd name="connsiteY96" fmla="*/ 68852 h 95081"/>
                <a:gd name="connsiteX97" fmla="*/ 47541 w 90163"/>
                <a:gd name="connsiteY97" fmla="*/ 70492 h 95081"/>
                <a:gd name="connsiteX98" fmla="*/ 49180 w 90163"/>
                <a:gd name="connsiteY98" fmla="*/ 72131 h 95081"/>
                <a:gd name="connsiteX99" fmla="*/ 50820 w 90163"/>
                <a:gd name="connsiteY99" fmla="*/ 75410 h 95081"/>
                <a:gd name="connsiteX100" fmla="*/ 47541 w 90163"/>
                <a:gd name="connsiteY100" fmla="*/ 78688 h 95081"/>
                <a:gd name="connsiteX101" fmla="*/ 44262 w 90163"/>
                <a:gd name="connsiteY101" fmla="*/ 81967 h 95081"/>
                <a:gd name="connsiteX102" fmla="*/ 42623 w 90163"/>
                <a:gd name="connsiteY102" fmla="*/ 85245 h 95081"/>
                <a:gd name="connsiteX103" fmla="*/ 45902 w 90163"/>
                <a:gd name="connsiteY103" fmla="*/ 85245 h 95081"/>
                <a:gd name="connsiteX104" fmla="*/ 50820 w 90163"/>
                <a:gd name="connsiteY104" fmla="*/ 86885 h 95081"/>
                <a:gd name="connsiteX105" fmla="*/ 50820 w 90163"/>
                <a:gd name="connsiteY105" fmla="*/ 86885 h 95081"/>
                <a:gd name="connsiteX106" fmla="*/ 52459 w 90163"/>
                <a:gd name="connsiteY106" fmla="*/ 90164 h 95081"/>
                <a:gd name="connsiteX107" fmla="*/ 52459 w 90163"/>
                <a:gd name="connsiteY107" fmla="*/ 93442 h 95081"/>
                <a:gd name="connsiteX108" fmla="*/ 49180 w 90163"/>
                <a:gd name="connsiteY108" fmla="*/ 93442 h 95081"/>
                <a:gd name="connsiteX109" fmla="*/ 49180 w 90163"/>
                <a:gd name="connsiteY109" fmla="*/ 91803 h 95081"/>
                <a:gd name="connsiteX110" fmla="*/ 47541 w 90163"/>
                <a:gd name="connsiteY110" fmla="*/ 90164 h 95081"/>
                <a:gd name="connsiteX111" fmla="*/ 44262 w 90163"/>
                <a:gd name="connsiteY111" fmla="*/ 93442 h 95081"/>
                <a:gd name="connsiteX112" fmla="*/ 42623 w 90163"/>
                <a:gd name="connsiteY112" fmla="*/ 93442 h 95081"/>
                <a:gd name="connsiteX113" fmla="*/ 42623 w 90163"/>
                <a:gd name="connsiteY113" fmla="*/ 93442 h 95081"/>
                <a:gd name="connsiteX114" fmla="*/ 40983 w 90163"/>
                <a:gd name="connsiteY114" fmla="*/ 95082 h 95081"/>
                <a:gd name="connsiteX115" fmla="*/ 39344 w 90163"/>
                <a:gd name="connsiteY115" fmla="*/ 95082 h 95081"/>
                <a:gd name="connsiteX116" fmla="*/ 37705 w 90163"/>
                <a:gd name="connsiteY116" fmla="*/ 95082 h 95081"/>
                <a:gd name="connsiteX117" fmla="*/ 32787 w 90163"/>
                <a:gd name="connsiteY117" fmla="*/ 91803 h 95081"/>
                <a:gd name="connsiteX118" fmla="*/ 29508 w 90163"/>
                <a:gd name="connsiteY118" fmla="*/ 91803 h 95081"/>
                <a:gd name="connsiteX119" fmla="*/ 26229 w 90163"/>
                <a:gd name="connsiteY119" fmla="*/ 90164 h 95081"/>
                <a:gd name="connsiteX120" fmla="*/ 24590 w 90163"/>
                <a:gd name="connsiteY120" fmla="*/ 90164 h 95081"/>
                <a:gd name="connsiteX121" fmla="*/ 22951 w 90163"/>
                <a:gd name="connsiteY121" fmla="*/ 90164 h 95081"/>
                <a:gd name="connsiteX122" fmla="*/ 19672 w 90163"/>
                <a:gd name="connsiteY122" fmla="*/ 91803 h 95081"/>
                <a:gd name="connsiteX123" fmla="*/ 18033 w 90163"/>
                <a:gd name="connsiteY123" fmla="*/ 90164 h 95081"/>
                <a:gd name="connsiteX124" fmla="*/ 16393 w 90163"/>
                <a:gd name="connsiteY124" fmla="*/ 86885 h 95081"/>
                <a:gd name="connsiteX125" fmla="*/ 18033 w 90163"/>
                <a:gd name="connsiteY125" fmla="*/ 83606 h 95081"/>
                <a:gd name="connsiteX126" fmla="*/ 14754 w 90163"/>
                <a:gd name="connsiteY126" fmla="*/ 83606 h 95081"/>
                <a:gd name="connsiteX127" fmla="*/ 11476 w 90163"/>
                <a:gd name="connsiteY127" fmla="*/ 80328 h 95081"/>
                <a:gd name="connsiteX128" fmla="*/ 14754 w 90163"/>
                <a:gd name="connsiteY128" fmla="*/ 78688 h 95081"/>
                <a:gd name="connsiteX129" fmla="*/ 18033 w 90163"/>
                <a:gd name="connsiteY129" fmla="*/ 77049 h 95081"/>
                <a:gd name="connsiteX130" fmla="*/ 18033 w 90163"/>
                <a:gd name="connsiteY130" fmla="*/ 73770 h 95081"/>
                <a:gd name="connsiteX131" fmla="*/ 18033 w 90163"/>
                <a:gd name="connsiteY131" fmla="*/ 72131 h 95081"/>
                <a:gd name="connsiteX132" fmla="*/ 14754 w 90163"/>
                <a:gd name="connsiteY132" fmla="*/ 68852 h 95081"/>
                <a:gd name="connsiteX133" fmla="*/ 11476 w 90163"/>
                <a:gd name="connsiteY133" fmla="*/ 67213 h 95081"/>
                <a:gd name="connsiteX134" fmla="*/ 8197 w 90163"/>
                <a:gd name="connsiteY134" fmla="*/ 63934 h 95081"/>
                <a:gd name="connsiteX135" fmla="*/ 6558 w 90163"/>
                <a:gd name="connsiteY135" fmla="*/ 62295 h 95081"/>
                <a:gd name="connsiteX136" fmla="*/ 6558 w 90163"/>
                <a:gd name="connsiteY136" fmla="*/ 67213 h 95081"/>
                <a:gd name="connsiteX137" fmla="*/ 3279 w 90163"/>
                <a:gd name="connsiteY137" fmla="*/ 65573 h 95081"/>
                <a:gd name="connsiteX138" fmla="*/ 1639 w 90163"/>
                <a:gd name="connsiteY138" fmla="*/ 60655 h 95081"/>
                <a:gd name="connsiteX139" fmla="*/ 3279 w 90163"/>
                <a:gd name="connsiteY139" fmla="*/ 57377 h 95081"/>
                <a:gd name="connsiteX140" fmla="*/ 3279 w 90163"/>
                <a:gd name="connsiteY140" fmla="*/ 54098 h 95081"/>
                <a:gd name="connsiteX141" fmla="*/ 1639 w 90163"/>
                <a:gd name="connsiteY141" fmla="*/ 49180 h 95081"/>
                <a:gd name="connsiteX142" fmla="*/ 1639 w 90163"/>
                <a:gd name="connsiteY142" fmla="*/ 45901 h 95081"/>
                <a:gd name="connsiteX143" fmla="*/ 3279 w 90163"/>
                <a:gd name="connsiteY143" fmla="*/ 50820 h 95081"/>
                <a:gd name="connsiteX144" fmla="*/ 6558 w 90163"/>
                <a:gd name="connsiteY144" fmla="*/ 52459 h 95081"/>
                <a:gd name="connsiteX145" fmla="*/ 9836 w 90163"/>
                <a:gd name="connsiteY145" fmla="*/ 49180 h 95081"/>
                <a:gd name="connsiteX146" fmla="*/ 6558 w 90163"/>
                <a:gd name="connsiteY146" fmla="*/ 45901 h 95081"/>
                <a:gd name="connsiteX147" fmla="*/ 4918 w 90163"/>
                <a:gd name="connsiteY147" fmla="*/ 42623 h 95081"/>
                <a:gd name="connsiteX148" fmla="*/ 1639 w 90163"/>
                <a:gd name="connsiteY148" fmla="*/ 40983 h 95081"/>
                <a:gd name="connsiteX149" fmla="*/ 1639 w 90163"/>
                <a:gd name="connsiteY149" fmla="*/ 44262 h 95081"/>
                <a:gd name="connsiteX150" fmla="*/ 0 w 90163"/>
                <a:gd name="connsiteY150" fmla="*/ 40983 h 95081"/>
                <a:gd name="connsiteX151" fmla="*/ 1639 w 90163"/>
                <a:gd name="connsiteY151" fmla="*/ 37705 h 95081"/>
                <a:gd name="connsiteX152" fmla="*/ 1639 w 90163"/>
                <a:gd name="connsiteY152" fmla="*/ 32787 h 95081"/>
                <a:gd name="connsiteX153" fmla="*/ 1639 w 90163"/>
                <a:gd name="connsiteY153" fmla="*/ 29508 h 95081"/>
                <a:gd name="connsiteX154" fmla="*/ 1639 w 90163"/>
                <a:gd name="connsiteY154" fmla="*/ 24590 h 95081"/>
                <a:gd name="connsiteX155" fmla="*/ 1639 w 90163"/>
                <a:gd name="connsiteY155" fmla="*/ 21311 h 95081"/>
                <a:gd name="connsiteX156" fmla="*/ 1639 w 90163"/>
                <a:gd name="connsiteY156" fmla="*/ 21311 h 9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90163" h="95081">
                  <a:moveTo>
                    <a:pt x="1639" y="21311"/>
                  </a:moveTo>
                  <a:lnTo>
                    <a:pt x="3279" y="18033"/>
                  </a:lnTo>
                  <a:lnTo>
                    <a:pt x="6558" y="21311"/>
                  </a:lnTo>
                  <a:lnTo>
                    <a:pt x="9836" y="21311"/>
                  </a:lnTo>
                  <a:lnTo>
                    <a:pt x="14754" y="22951"/>
                  </a:lnTo>
                  <a:lnTo>
                    <a:pt x="14754" y="21311"/>
                  </a:lnTo>
                  <a:lnTo>
                    <a:pt x="14754" y="21311"/>
                  </a:lnTo>
                  <a:lnTo>
                    <a:pt x="16393" y="26229"/>
                  </a:lnTo>
                  <a:lnTo>
                    <a:pt x="21312" y="24590"/>
                  </a:lnTo>
                  <a:lnTo>
                    <a:pt x="21312" y="22951"/>
                  </a:lnTo>
                  <a:lnTo>
                    <a:pt x="21312" y="19672"/>
                  </a:lnTo>
                  <a:lnTo>
                    <a:pt x="24590" y="16393"/>
                  </a:lnTo>
                  <a:lnTo>
                    <a:pt x="26229" y="13115"/>
                  </a:lnTo>
                  <a:lnTo>
                    <a:pt x="31148" y="11475"/>
                  </a:lnTo>
                  <a:lnTo>
                    <a:pt x="31148" y="11475"/>
                  </a:lnTo>
                  <a:lnTo>
                    <a:pt x="34426" y="16393"/>
                  </a:lnTo>
                  <a:lnTo>
                    <a:pt x="31148" y="19672"/>
                  </a:lnTo>
                  <a:lnTo>
                    <a:pt x="34426" y="19672"/>
                  </a:lnTo>
                  <a:lnTo>
                    <a:pt x="37705" y="19672"/>
                  </a:lnTo>
                  <a:lnTo>
                    <a:pt x="39344" y="22951"/>
                  </a:lnTo>
                  <a:lnTo>
                    <a:pt x="39344" y="19672"/>
                  </a:lnTo>
                  <a:lnTo>
                    <a:pt x="39344" y="16393"/>
                  </a:lnTo>
                  <a:lnTo>
                    <a:pt x="36066" y="18033"/>
                  </a:lnTo>
                  <a:lnTo>
                    <a:pt x="36066" y="13115"/>
                  </a:lnTo>
                  <a:lnTo>
                    <a:pt x="36066" y="9836"/>
                  </a:lnTo>
                  <a:lnTo>
                    <a:pt x="34426" y="8197"/>
                  </a:lnTo>
                  <a:lnTo>
                    <a:pt x="39344" y="4918"/>
                  </a:lnTo>
                  <a:lnTo>
                    <a:pt x="42623" y="3279"/>
                  </a:lnTo>
                  <a:lnTo>
                    <a:pt x="45902" y="3279"/>
                  </a:lnTo>
                  <a:lnTo>
                    <a:pt x="49180" y="4918"/>
                  </a:lnTo>
                  <a:lnTo>
                    <a:pt x="52459" y="1639"/>
                  </a:lnTo>
                  <a:lnTo>
                    <a:pt x="57377" y="1639"/>
                  </a:lnTo>
                  <a:lnTo>
                    <a:pt x="57377" y="1639"/>
                  </a:lnTo>
                  <a:lnTo>
                    <a:pt x="59016" y="1639"/>
                  </a:lnTo>
                  <a:lnTo>
                    <a:pt x="59016" y="1639"/>
                  </a:lnTo>
                  <a:lnTo>
                    <a:pt x="60656" y="0"/>
                  </a:lnTo>
                  <a:lnTo>
                    <a:pt x="60656" y="0"/>
                  </a:lnTo>
                  <a:lnTo>
                    <a:pt x="63935" y="3279"/>
                  </a:lnTo>
                  <a:lnTo>
                    <a:pt x="68852" y="4918"/>
                  </a:lnTo>
                  <a:lnTo>
                    <a:pt x="68852" y="8197"/>
                  </a:lnTo>
                  <a:lnTo>
                    <a:pt x="70492" y="11475"/>
                  </a:lnTo>
                  <a:lnTo>
                    <a:pt x="72131" y="16393"/>
                  </a:lnTo>
                  <a:lnTo>
                    <a:pt x="67213" y="16393"/>
                  </a:lnTo>
                  <a:lnTo>
                    <a:pt x="65573" y="16393"/>
                  </a:lnTo>
                  <a:lnTo>
                    <a:pt x="60656" y="18033"/>
                  </a:lnTo>
                  <a:lnTo>
                    <a:pt x="60656" y="18033"/>
                  </a:lnTo>
                  <a:lnTo>
                    <a:pt x="57377" y="18033"/>
                  </a:lnTo>
                  <a:lnTo>
                    <a:pt x="57377" y="18033"/>
                  </a:lnTo>
                  <a:lnTo>
                    <a:pt x="60656" y="18033"/>
                  </a:lnTo>
                  <a:lnTo>
                    <a:pt x="63935" y="16393"/>
                  </a:lnTo>
                  <a:lnTo>
                    <a:pt x="65573" y="16393"/>
                  </a:lnTo>
                  <a:lnTo>
                    <a:pt x="65573" y="16393"/>
                  </a:lnTo>
                  <a:lnTo>
                    <a:pt x="67213" y="16393"/>
                  </a:lnTo>
                  <a:lnTo>
                    <a:pt x="70492" y="16393"/>
                  </a:lnTo>
                  <a:lnTo>
                    <a:pt x="72131" y="19672"/>
                  </a:lnTo>
                  <a:lnTo>
                    <a:pt x="67213" y="22951"/>
                  </a:lnTo>
                  <a:lnTo>
                    <a:pt x="67213" y="26229"/>
                  </a:lnTo>
                  <a:lnTo>
                    <a:pt x="68852" y="22951"/>
                  </a:lnTo>
                  <a:lnTo>
                    <a:pt x="72131" y="22951"/>
                  </a:lnTo>
                  <a:lnTo>
                    <a:pt x="77049" y="24590"/>
                  </a:lnTo>
                  <a:lnTo>
                    <a:pt x="80328" y="24590"/>
                  </a:lnTo>
                  <a:lnTo>
                    <a:pt x="83606" y="22951"/>
                  </a:lnTo>
                  <a:lnTo>
                    <a:pt x="86885" y="22951"/>
                  </a:lnTo>
                  <a:lnTo>
                    <a:pt x="90164" y="26229"/>
                  </a:lnTo>
                  <a:lnTo>
                    <a:pt x="90164" y="29508"/>
                  </a:lnTo>
                  <a:lnTo>
                    <a:pt x="86885" y="34426"/>
                  </a:lnTo>
                  <a:lnTo>
                    <a:pt x="85246" y="37705"/>
                  </a:lnTo>
                  <a:lnTo>
                    <a:pt x="80328" y="36065"/>
                  </a:lnTo>
                  <a:lnTo>
                    <a:pt x="78688" y="39344"/>
                  </a:lnTo>
                  <a:lnTo>
                    <a:pt x="78688" y="40983"/>
                  </a:lnTo>
                  <a:lnTo>
                    <a:pt x="73770" y="39344"/>
                  </a:lnTo>
                  <a:lnTo>
                    <a:pt x="77049" y="34426"/>
                  </a:lnTo>
                  <a:lnTo>
                    <a:pt x="72131" y="34426"/>
                  </a:lnTo>
                  <a:lnTo>
                    <a:pt x="68852" y="37705"/>
                  </a:lnTo>
                  <a:lnTo>
                    <a:pt x="68852" y="37705"/>
                  </a:lnTo>
                  <a:lnTo>
                    <a:pt x="68852" y="42623"/>
                  </a:lnTo>
                  <a:lnTo>
                    <a:pt x="68852" y="45901"/>
                  </a:lnTo>
                  <a:lnTo>
                    <a:pt x="68852" y="49180"/>
                  </a:lnTo>
                  <a:lnTo>
                    <a:pt x="65573" y="50820"/>
                  </a:lnTo>
                  <a:lnTo>
                    <a:pt x="62295" y="50820"/>
                  </a:lnTo>
                  <a:lnTo>
                    <a:pt x="60656" y="50820"/>
                  </a:lnTo>
                  <a:lnTo>
                    <a:pt x="57377" y="50820"/>
                  </a:lnTo>
                  <a:lnTo>
                    <a:pt x="60656" y="52459"/>
                  </a:lnTo>
                  <a:lnTo>
                    <a:pt x="62295" y="57377"/>
                  </a:lnTo>
                  <a:lnTo>
                    <a:pt x="60656" y="57377"/>
                  </a:lnTo>
                  <a:lnTo>
                    <a:pt x="57377" y="59016"/>
                  </a:lnTo>
                  <a:lnTo>
                    <a:pt x="54098" y="59016"/>
                  </a:lnTo>
                  <a:lnTo>
                    <a:pt x="49180" y="57377"/>
                  </a:lnTo>
                  <a:lnTo>
                    <a:pt x="47541" y="57377"/>
                  </a:lnTo>
                  <a:lnTo>
                    <a:pt x="47541" y="57377"/>
                  </a:lnTo>
                  <a:lnTo>
                    <a:pt x="52459" y="59016"/>
                  </a:lnTo>
                  <a:lnTo>
                    <a:pt x="55738" y="60655"/>
                  </a:lnTo>
                  <a:lnTo>
                    <a:pt x="52459" y="63934"/>
                  </a:lnTo>
                  <a:lnTo>
                    <a:pt x="52459" y="63934"/>
                  </a:lnTo>
                  <a:lnTo>
                    <a:pt x="50820" y="65573"/>
                  </a:lnTo>
                  <a:lnTo>
                    <a:pt x="47541" y="65573"/>
                  </a:lnTo>
                  <a:lnTo>
                    <a:pt x="47541" y="68852"/>
                  </a:lnTo>
                  <a:lnTo>
                    <a:pt x="47541" y="70492"/>
                  </a:lnTo>
                  <a:lnTo>
                    <a:pt x="49180" y="72131"/>
                  </a:lnTo>
                  <a:lnTo>
                    <a:pt x="50820" y="75410"/>
                  </a:lnTo>
                  <a:lnTo>
                    <a:pt x="47541" y="78688"/>
                  </a:lnTo>
                  <a:lnTo>
                    <a:pt x="44262" y="81967"/>
                  </a:lnTo>
                  <a:lnTo>
                    <a:pt x="42623" y="85245"/>
                  </a:lnTo>
                  <a:lnTo>
                    <a:pt x="45902" y="85245"/>
                  </a:lnTo>
                  <a:lnTo>
                    <a:pt x="50820" y="86885"/>
                  </a:lnTo>
                  <a:lnTo>
                    <a:pt x="50820" y="86885"/>
                  </a:lnTo>
                  <a:lnTo>
                    <a:pt x="52459" y="90164"/>
                  </a:lnTo>
                  <a:lnTo>
                    <a:pt x="52459" y="93442"/>
                  </a:lnTo>
                  <a:lnTo>
                    <a:pt x="49180" y="93442"/>
                  </a:lnTo>
                  <a:lnTo>
                    <a:pt x="49180" y="91803"/>
                  </a:lnTo>
                  <a:lnTo>
                    <a:pt x="47541" y="90164"/>
                  </a:lnTo>
                  <a:lnTo>
                    <a:pt x="44262" y="93442"/>
                  </a:lnTo>
                  <a:lnTo>
                    <a:pt x="42623" y="93442"/>
                  </a:lnTo>
                  <a:lnTo>
                    <a:pt x="42623" y="93442"/>
                  </a:lnTo>
                  <a:lnTo>
                    <a:pt x="40983" y="95082"/>
                  </a:lnTo>
                  <a:lnTo>
                    <a:pt x="39344" y="95082"/>
                  </a:lnTo>
                  <a:lnTo>
                    <a:pt x="37705" y="95082"/>
                  </a:lnTo>
                  <a:lnTo>
                    <a:pt x="32787" y="91803"/>
                  </a:lnTo>
                  <a:lnTo>
                    <a:pt x="29508" y="91803"/>
                  </a:lnTo>
                  <a:lnTo>
                    <a:pt x="26229" y="90164"/>
                  </a:lnTo>
                  <a:lnTo>
                    <a:pt x="24590" y="90164"/>
                  </a:lnTo>
                  <a:lnTo>
                    <a:pt x="22951" y="90164"/>
                  </a:lnTo>
                  <a:lnTo>
                    <a:pt x="19672" y="91803"/>
                  </a:lnTo>
                  <a:lnTo>
                    <a:pt x="18033" y="90164"/>
                  </a:lnTo>
                  <a:lnTo>
                    <a:pt x="16393" y="86885"/>
                  </a:lnTo>
                  <a:lnTo>
                    <a:pt x="18033" y="83606"/>
                  </a:lnTo>
                  <a:lnTo>
                    <a:pt x="14754" y="83606"/>
                  </a:lnTo>
                  <a:lnTo>
                    <a:pt x="11476" y="80328"/>
                  </a:lnTo>
                  <a:lnTo>
                    <a:pt x="14754" y="78688"/>
                  </a:lnTo>
                  <a:lnTo>
                    <a:pt x="18033" y="77049"/>
                  </a:lnTo>
                  <a:lnTo>
                    <a:pt x="18033" y="73770"/>
                  </a:lnTo>
                  <a:lnTo>
                    <a:pt x="18033" y="72131"/>
                  </a:lnTo>
                  <a:lnTo>
                    <a:pt x="14754" y="68852"/>
                  </a:lnTo>
                  <a:lnTo>
                    <a:pt x="11476" y="67213"/>
                  </a:lnTo>
                  <a:lnTo>
                    <a:pt x="8197" y="63934"/>
                  </a:lnTo>
                  <a:lnTo>
                    <a:pt x="6558" y="62295"/>
                  </a:lnTo>
                  <a:lnTo>
                    <a:pt x="6558" y="67213"/>
                  </a:lnTo>
                  <a:lnTo>
                    <a:pt x="3279" y="65573"/>
                  </a:lnTo>
                  <a:lnTo>
                    <a:pt x="1639" y="60655"/>
                  </a:lnTo>
                  <a:lnTo>
                    <a:pt x="3279" y="57377"/>
                  </a:lnTo>
                  <a:lnTo>
                    <a:pt x="3279" y="54098"/>
                  </a:lnTo>
                  <a:lnTo>
                    <a:pt x="1639" y="49180"/>
                  </a:lnTo>
                  <a:lnTo>
                    <a:pt x="1639" y="45901"/>
                  </a:lnTo>
                  <a:lnTo>
                    <a:pt x="3279" y="50820"/>
                  </a:lnTo>
                  <a:lnTo>
                    <a:pt x="6558" y="52459"/>
                  </a:lnTo>
                  <a:lnTo>
                    <a:pt x="9836" y="49180"/>
                  </a:lnTo>
                  <a:lnTo>
                    <a:pt x="6558" y="45901"/>
                  </a:lnTo>
                  <a:lnTo>
                    <a:pt x="4918" y="42623"/>
                  </a:lnTo>
                  <a:lnTo>
                    <a:pt x="1639" y="40983"/>
                  </a:lnTo>
                  <a:lnTo>
                    <a:pt x="1639" y="44262"/>
                  </a:lnTo>
                  <a:lnTo>
                    <a:pt x="0" y="40983"/>
                  </a:lnTo>
                  <a:lnTo>
                    <a:pt x="1639" y="37705"/>
                  </a:lnTo>
                  <a:lnTo>
                    <a:pt x="1639" y="32787"/>
                  </a:lnTo>
                  <a:lnTo>
                    <a:pt x="1639" y="29508"/>
                  </a:lnTo>
                  <a:lnTo>
                    <a:pt x="1639" y="24590"/>
                  </a:lnTo>
                  <a:lnTo>
                    <a:pt x="1639" y="21311"/>
                  </a:lnTo>
                  <a:lnTo>
                    <a:pt x="1639" y="2131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11" name="Freeform 3210">
              <a:extLst>
                <a:ext uri="{FF2B5EF4-FFF2-40B4-BE49-F238E27FC236}">
                  <a16:creationId xmlns:a16="http://schemas.microsoft.com/office/drawing/2014/main" id="{4A332B23-CF10-A743-BC75-2D6D144641D6}"/>
                </a:ext>
              </a:extLst>
            </p:cNvPr>
            <p:cNvSpPr/>
            <p:nvPr/>
          </p:nvSpPr>
          <p:spPr>
            <a:xfrm>
              <a:off x="5697641" y="1600154"/>
              <a:ext cx="73770" cy="47540"/>
            </a:xfrm>
            <a:custGeom>
              <a:avLst/>
              <a:gdLst>
                <a:gd name="connsiteX0" fmla="*/ 3278 w 73770"/>
                <a:gd name="connsiteY0" fmla="*/ 44262 h 47540"/>
                <a:gd name="connsiteX1" fmla="*/ 0 w 73770"/>
                <a:gd name="connsiteY1" fmla="*/ 40983 h 47540"/>
                <a:gd name="connsiteX2" fmla="*/ 0 w 73770"/>
                <a:gd name="connsiteY2" fmla="*/ 36065 h 47540"/>
                <a:gd name="connsiteX3" fmla="*/ 3278 w 73770"/>
                <a:gd name="connsiteY3" fmla="*/ 32787 h 47540"/>
                <a:gd name="connsiteX4" fmla="*/ 6557 w 73770"/>
                <a:gd name="connsiteY4" fmla="*/ 29508 h 47540"/>
                <a:gd name="connsiteX5" fmla="*/ 9836 w 73770"/>
                <a:gd name="connsiteY5" fmla="*/ 26229 h 47540"/>
                <a:gd name="connsiteX6" fmla="*/ 11475 w 73770"/>
                <a:gd name="connsiteY6" fmla="*/ 24590 h 47540"/>
                <a:gd name="connsiteX7" fmla="*/ 16393 w 73770"/>
                <a:gd name="connsiteY7" fmla="*/ 26229 h 47540"/>
                <a:gd name="connsiteX8" fmla="*/ 19672 w 73770"/>
                <a:gd name="connsiteY8" fmla="*/ 26229 h 47540"/>
                <a:gd name="connsiteX9" fmla="*/ 22951 w 73770"/>
                <a:gd name="connsiteY9" fmla="*/ 24590 h 47540"/>
                <a:gd name="connsiteX10" fmla="*/ 24590 w 73770"/>
                <a:gd name="connsiteY10" fmla="*/ 24590 h 47540"/>
                <a:gd name="connsiteX11" fmla="*/ 27868 w 73770"/>
                <a:gd name="connsiteY11" fmla="*/ 24590 h 47540"/>
                <a:gd name="connsiteX12" fmla="*/ 31147 w 73770"/>
                <a:gd name="connsiteY12" fmla="*/ 24590 h 47540"/>
                <a:gd name="connsiteX13" fmla="*/ 34426 w 73770"/>
                <a:gd name="connsiteY13" fmla="*/ 24590 h 47540"/>
                <a:gd name="connsiteX14" fmla="*/ 39344 w 73770"/>
                <a:gd name="connsiteY14" fmla="*/ 22951 h 47540"/>
                <a:gd name="connsiteX15" fmla="*/ 42622 w 73770"/>
                <a:gd name="connsiteY15" fmla="*/ 18033 h 47540"/>
                <a:gd name="connsiteX16" fmla="*/ 45901 w 73770"/>
                <a:gd name="connsiteY16" fmla="*/ 14754 h 47540"/>
                <a:gd name="connsiteX17" fmla="*/ 47541 w 73770"/>
                <a:gd name="connsiteY17" fmla="*/ 11475 h 47540"/>
                <a:gd name="connsiteX18" fmla="*/ 50819 w 73770"/>
                <a:gd name="connsiteY18" fmla="*/ 8197 h 47540"/>
                <a:gd name="connsiteX19" fmla="*/ 54098 w 73770"/>
                <a:gd name="connsiteY19" fmla="*/ 6557 h 47540"/>
                <a:gd name="connsiteX20" fmla="*/ 57377 w 73770"/>
                <a:gd name="connsiteY20" fmla="*/ 6557 h 47540"/>
                <a:gd name="connsiteX21" fmla="*/ 62295 w 73770"/>
                <a:gd name="connsiteY21" fmla="*/ 4918 h 47540"/>
                <a:gd name="connsiteX22" fmla="*/ 65573 w 73770"/>
                <a:gd name="connsiteY22" fmla="*/ 3279 h 47540"/>
                <a:gd name="connsiteX23" fmla="*/ 68852 w 73770"/>
                <a:gd name="connsiteY23" fmla="*/ 1639 h 47540"/>
                <a:gd name="connsiteX24" fmla="*/ 73770 w 73770"/>
                <a:gd name="connsiteY24" fmla="*/ 0 h 47540"/>
                <a:gd name="connsiteX25" fmla="*/ 70491 w 73770"/>
                <a:gd name="connsiteY25" fmla="*/ 3279 h 47540"/>
                <a:gd name="connsiteX26" fmla="*/ 67212 w 73770"/>
                <a:gd name="connsiteY26" fmla="*/ 6557 h 47540"/>
                <a:gd name="connsiteX27" fmla="*/ 70491 w 73770"/>
                <a:gd name="connsiteY27" fmla="*/ 11475 h 47540"/>
                <a:gd name="connsiteX28" fmla="*/ 70491 w 73770"/>
                <a:gd name="connsiteY28" fmla="*/ 14754 h 47540"/>
                <a:gd name="connsiteX29" fmla="*/ 70491 w 73770"/>
                <a:gd name="connsiteY29" fmla="*/ 18033 h 47540"/>
                <a:gd name="connsiteX30" fmla="*/ 72131 w 73770"/>
                <a:gd name="connsiteY30" fmla="*/ 21311 h 47540"/>
                <a:gd name="connsiteX31" fmla="*/ 67212 w 73770"/>
                <a:gd name="connsiteY31" fmla="*/ 22951 h 47540"/>
                <a:gd name="connsiteX32" fmla="*/ 65573 w 73770"/>
                <a:gd name="connsiteY32" fmla="*/ 27869 h 47540"/>
                <a:gd name="connsiteX33" fmla="*/ 62295 w 73770"/>
                <a:gd name="connsiteY33" fmla="*/ 31147 h 47540"/>
                <a:gd name="connsiteX34" fmla="*/ 59016 w 73770"/>
                <a:gd name="connsiteY34" fmla="*/ 29508 h 47540"/>
                <a:gd name="connsiteX35" fmla="*/ 55737 w 73770"/>
                <a:gd name="connsiteY35" fmla="*/ 26229 h 47540"/>
                <a:gd name="connsiteX36" fmla="*/ 54098 w 73770"/>
                <a:gd name="connsiteY36" fmla="*/ 26229 h 47540"/>
                <a:gd name="connsiteX37" fmla="*/ 54098 w 73770"/>
                <a:gd name="connsiteY37" fmla="*/ 26229 h 47540"/>
                <a:gd name="connsiteX38" fmla="*/ 52458 w 73770"/>
                <a:gd name="connsiteY38" fmla="*/ 27869 h 47540"/>
                <a:gd name="connsiteX39" fmla="*/ 52458 w 73770"/>
                <a:gd name="connsiteY39" fmla="*/ 27869 h 47540"/>
                <a:gd name="connsiteX40" fmla="*/ 47541 w 73770"/>
                <a:gd name="connsiteY40" fmla="*/ 26229 h 47540"/>
                <a:gd name="connsiteX41" fmla="*/ 44262 w 73770"/>
                <a:gd name="connsiteY41" fmla="*/ 27869 h 47540"/>
                <a:gd name="connsiteX42" fmla="*/ 40983 w 73770"/>
                <a:gd name="connsiteY42" fmla="*/ 27869 h 47540"/>
                <a:gd name="connsiteX43" fmla="*/ 37705 w 73770"/>
                <a:gd name="connsiteY43" fmla="*/ 27869 h 47540"/>
                <a:gd name="connsiteX44" fmla="*/ 32787 w 73770"/>
                <a:gd name="connsiteY44" fmla="*/ 29508 h 47540"/>
                <a:gd name="connsiteX45" fmla="*/ 32787 w 73770"/>
                <a:gd name="connsiteY45" fmla="*/ 31147 h 47540"/>
                <a:gd name="connsiteX46" fmla="*/ 31147 w 73770"/>
                <a:gd name="connsiteY46" fmla="*/ 31147 h 47540"/>
                <a:gd name="connsiteX47" fmla="*/ 27868 w 73770"/>
                <a:gd name="connsiteY47" fmla="*/ 29508 h 47540"/>
                <a:gd name="connsiteX48" fmla="*/ 26229 w 73770"/>
                <a:gd name="connsiteY48" fmla="*/ 27869 h 47540"/>
                <a:gd name="connsiteX49" fmla="*/ 26229 w 73770"/>
                <a:gd name="connsiteY49" fmla="*/ 29508 h 47540"/>
                <a:gd name="connsiteX50" fmla="*/ 22951 w 73770"/>
                <a:gd name="connsiteY50" fmla="*/ 29508 h 47540"/>
                <a:gd name="connsiteX51" fmla="*/ 18032 w 73770"/>
                <a:gd name="connsiteY51" fmla="*/ 31147 h 47540"/>
                <a:gd name="connsiteX52" fmla="*/ 16393 w 73770"/>
                <a:gd name="connsiteY52" fmla="*/ 31147 h 47540"/>
                <a:gd name="connsiteX53" fmla="*/ 13114 w 73770"/>
                <a:gd name="connsiteY53" fmla="*/ 32787 h 47540"/>
                <a:gd name="connsiteX54" fmla="*/ 9836 w 73770"/>
                <a:gd name="connsiteY54" fmla="*/ 34426 h 47540"/>
                <a:gd name="connsiteX55" fmla="*/ 6557 w 73770"/>
                <a:gd name="connsiteY55" fmla="*/ 39344 h 47540"/>
                <a:gd name="connsiteX56" fmla="*/ 8197 w 73770"/>
                <a:gd name="connsiteY56" fmla="*/ 42623 h 47540"/>
                <a:gd name="connsiteX57" fmla="*/ 3278 w 73770"/>
                <a:gd name="connsiteY57" fmla="*/ 42623 h 47540"/>
                <a:gd name="connsiteX58" fmla="*/ 4918 w 73770"/>
                <a:gd name="connsiteY58" fmla="*/ 44262 h 47540"/>
                <a:gd name="connsiteX59" fmla="*/ 8197 w 73770"/>
                <a:gd name="connsiteY59" fmla="*/ 44262 h 47540"/>
                <a:gd name="connsiteX60" fmla="*/ 8197 w 73770"/>
                <a:gd name="connsiteY60" fmla="*/ 47541 h 47540"/>
                <a:gd name="connsiteX61" fmla="*/ 8197 w 73770"/>
                <a:gd name="connsiteY61" fmla="*/ 47541 h 47540"/>
                <a:gd name="connsiteX62" fmla="*/ 4918 w 73770"/>
                <a:gd name="connsiteY62" fmla="*/ 44262 h 4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3770" h="47540">
                  <a:moveTo>
                    <a:pt x="3278" y="44262"/>
                  </a:moveTo>
                  <a:lnTo>
                    <a:pt x="0" y="40983"/>
                  </a:lnTo>
                  <a:lnTo>
                    <a:pt x="0" y="36065"/>
                  </a:lnTo>
                  <a:lnTo>
                    <a:pt x="3278" y="32787"/>
                  </a:lnTo>
                  <a:lnTo>
                    <a:pt x="6557" y="29508"/>
                  </a:lnTo>
                  <a:lnTo>
                    <a:pt x="9836" y="26229"/>
                  </a:lnTo>
                  <a:lnTo>
                    <a:pt x="11475" y="24590"/>
                  </a:lnTo>
                  <a:lnTo>
                    <a:pt x="16393" y="26229"/>
                  </a:lnTo>
                  <a:lnTo>
                    <a:pt x="19672" y="26229"/>
                  </a:lnTo>
                  <a:lnTo>
                    <a:pt x="22951" y="24590"/>
                  </a:lnTo>
                  <a:lnTo>
                    <a:pt x="24590" y="24590"/>
                  </a:lnTo>
                  <a:lnTo>
                    <a:pt x="27868" y="24590"/>
                  </a:lnTo>
                  <a:lnTo>
                    <a:pt x="31147" y="24590"/>
                  </a:lnTo>
                  <a:lnTo>
                    <a:pt x="34426" y="24590"/>
                  </a:lnTo>
                  <a:lnTo>
                    <a:pt x="39344" y="22951"/>
                  </a:lnTo>
                  <a:lnTo>
                    <a:pt x="42622" y="18033"/>
                  </a:lnTo>
                  <a:lnTo>
                    <a:pt x="45901" y="14754"/>
                  </a:lnTo>
                  <a:lnTo>
                    <a:pt x="47541" y="11475"/>
                  </a:lnTo>
                  <a:lnTo>
                    <a:pt x="50819" y="8197"/>
                  </a:lnTo>
                  <a:lnTo>
                    <a:pt x="54098" y="6557"/>
                  </a:lnTo>
                  <a:lnTo>
                    <a:pt x="57377" y="6557"/>
                  </a:lnTo>
                  <a:lnTo>
                    <a:pt x="62295" y="4918"/>
                  </a:lnTo>
                  <a:lnTo>
                    <a:pt x="65573" y="3279"/>
                  </a:lnTo>
                  <a:lnTo>
                    <a:pt x="68852" y="1639"/>
                  </a:lnTo>
                  <a:lnTo>
                    <a:pt x="73770" y="0"/>
                  </a:lnTo>
                  <a:lnTo>
                    <a:pt x="70491" y="3279"/>
                  </a:lnTo>
                  <a:lnTo>
                    <a:pt x="67212" y="6557"/>
                  </a:lnTo>
                  <a:lnTo>
                    <a:pt x="70491" y="11475"/>
                  </a:lnTo>
                  <a:lnTo>
                    <a:pt x="70491" y="14754"/>
                  </a:lnTo>
                  <a:lnTo>
                    <a:pt x="70491" y="18033"/>
                  </a:lnTo>
                  <a:lnTo>
                    <a:pt x="72131" y="21311"/>
                  </a:lnTo>
                  <a:lnTo>
                    <a:pt x="67212" y="22951"/>
                  </a:lnTo>
                  <a:lnTo>
                    <a:pt x="65573" y="27869"/>
                  </a:lnTo>
                  <a:lnTo>
                    <a:pt x="62295" y="31147"/>
                  </a:lnTo>
                  <a:lnTo>
                    <a:pt x="59016" y="29508"/>
                  </a:lnTo>
                  <a:lnTo>
                    <a:pt x="55737" y="26229"/>
                  </a:lnTo>
                  <a:lnTo>
                    <a:pt x="54098" y="26229"/>
                  </a:lnTo>
                  <a:lnTo>
                    <a:pt x="54098" y="26229"/>
                  </a:lnTo>
                  <a:lnTo>
                    <a:pt x="52458" y="27869"/>
                  </a:lnTo>
                  <a:lnTo>
                    <a:pt x="52458" y="27869"/>
                  </a:lnTo>
                  <a:lnTo>
                    <a:pt x="47541" y="26229"/>
                  </a:lnTo>
                  <a:lnTo>
                    <a:pt x="44262" y="27869"/>
                  </a:lnTo>
                  <a:lnTo>
                    <a:pt x="40983" y="27869"/>
                  </a:lnTo>
                  <a:lnTo>
                    <a:pt x="37705" y="27869"/>
                  </a:lnTo>
                  <a:lnTo>
                    <a:pt x="32787" y="29508"/>
                  </a:lnTo>
                  <a:lnTo>
                    <a:pt x="32787" y="31147"/>
                  </a:lnTo>
                  <a:lnTo>
                    <a:pt x="31147" y="31147"/>
                  </a:lnTo>
                  <a:lnTo>
                    <a:pt x="27868" y="29508"/>
                  </a:lnTo>
                  <a:lnTo>
                    <a:pt x="26229" y="27869"/>
                  </a:lnTo>
                  <a:lnTo>
                    <a:pt x="26229" y="29508"/>
                  </a:lnTo>
                  <a:lnTo>
                    <a:pt x="22951" y="29508"/>
                  </a:lnTo>
                  <a:lnTo>
                    <a:pt x="18032" y="31147"/>
                  </a:lnTo>
                  <a:lnTo>
                    <a:pt x="16393" y="31147"/>
                  </a:lnTo>
                  <a:lnTo>
                    <a:pt x="13114" y="32787"/>
                  </a:lnTo>
                  <a:lnTo>
                    <a:pt x="9836" y="34426"/>
                  </a:lnTo>
                  <a:lnTo>
                    <a:pt x="6557" y="39344"/>
                  </a:lnTo>
                  <a:lnTo>
                    <a:pt x="8197" y="42623"/>
                  </a:lnTo>
                  <a:lnTo>
                    <a:pt x="3278" y="42623"/>
                  </a:lnTo>
                  <a:lnTo>
                    <a:pt x="4918" y="44262"/>
                  </a:lnTo>
                  <a:lnTo>
                    <a:pt x="8197" y="44262"/>
                  </a:lnTo>
                  <a:lnTo>
                    <a:pt x="8197" y="47541"/>
                  </a:lnTo>
                  <a:lnTo>
                    <a:pt x="8197" y="47541"/>
                  </a:lnTo>
                  <a:lnTo>
                    <a:pt x="4918" y="4426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12" name="Freeform 3211">
              <a:extLst>
                <a:ext uri="{FF2B5EF4-FFF2-40B4-BE49-F238E27FC236}">
                  <a16:creationId xmlns:a16="http://schemas.microsoft.com/office/drawing/2014/main" id="{69E18E77-B055-B34A-90FA-08268744BA19}"/>
                </a:ext>
              </a:extLst>
            </p:cNvPr>
            <p:cNvSpPr/>
            <p:nvPr/>
          </p:nvSpPr>
          <p:spPr>
            <a:xfrm>
              <a:off x="5730428" y="1626384"/>
              <a:ext cx="19671" cy="4918"/>
            </a:xfrm>
            <a:custGeom>
              <a:avLst/>
              <a:gdLst>
                <a:gd name="connsiteX0" fmla="*/ 0 w 19671"/>
                <a:gd name="connsiteY0" fmla="*/ 4918 h 4918"/>
                <a:gd name="connsiteX1" fmla="*/ 0 w 19671"/>
                <a:gd name="connsiteY1" fmla="*/ 3279 h 4918"/>
                <a:gd name="connsiteX2" fmla="*/ 4918 w 19671"/>
                <a:gd name="connsiteY2" fmla="*/ 1639 h 4918"/>
                <a:gd name="connsiteX3" fmla="*/ 8197 w 19671"/>
                <a:gd name="connsiteY3" fmla="*/ 1639 h 4918"/>
                <a:gd name="connsiteX4" fmla="*/ 11475 w 19671"/>
                <a:gd name="connsiteY4" fmla="*/ 1639 h 4918"/>
                <a:gd name="connsiteX5" fmla="*/ 14754 w 19671"/>
                <a:gd name="connsiteY5" fmla="*/ 0 h 4918"/>
                <a:gd name="connsiteX6" fmla="*/ 19672 w 19671"/>
                <a:gd name="connsiteY6" fmla="*/ 1639 h 4918"/>
                <a:gd name="connsiteX7" fmla="*/ 19672 w 19671"/>
                <a:gd name="connsiteY7" fmla="*/ 1639 h 4918"/>
                <a:gd name="connsiteX8" fmla="*/ 19672 w 19671"/>
                <a:gd name="connsiteY8" fmla="*/ 1639 h 4918"/>
                <a:gd name="connsiteX9" fmla="*/ 18032 w 19671"/>
                <a:gd name="connsiteY9" fmla="*/ 1639 h 4918"/>
                <a:gd name="connsiteX10" fmla="*/ 18032 w 19671"/>
                <a:gd name="connsiteY10" fmla="*/ 1639 h 4918"/>
                <a:gd name="connsiteX11" fmla="*/ 13114 w 19671"/>
                <a:gd name="connsiteY11" fmla="*/ 1639 h 4918"/>
                <a:gd name="connsiteX12" fmla="*/ 9836 w 19671"/>
                <a:gd name="connsiteY12" fmla="*/ 4918 h 4918"/>
                <a:gd name="connsiteX13" fmla="*/ 6557 w 19671"/>
                <a:gd name="connsiteY13" fmla="*/ 3279 h 4918"/>
                <a:gd name="connsiteX14" fmla="*/ 3278 w 19671"/>
                <a:gd name="connsiteY1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671" h="4918">
                  <a:moveTo>
                    <a:pt x="0" y="4918"/>
                  </a:moveTo>
                  <a:lnTo>
                    <a:pt x="0" y="3279"/>
                  </a:lnTo>
                  <a:lnTo>
                    <a:pt x="4918" y="1639"/>
                  </a:lnTo>
                  <a:lnTo>
                    <a:pt x="8197" y="1639"/>
                  </a:lnTo>
                  <a:lnTo>
                    <a:pt x="11475" y="1639"/>
                  </a:lnTo>
                  <a:lnTo>
                    <a:pt x="14754" y="0"/>
                  </a:lnTo>
                  <a:lnTo>
                    <a:pt x="19672" y="1639"/>
                  </a:lnTo>
                  <a:lnTo>
                    <a:pt x="19672" y="1639"/>
                  </a:lnTo>
                  <a:lnTo>
                    <a:pt x="19672" y="1639"/>
                  </a:lnTo>
                  <a:lnTo>
                    <a:pt x="18032" y="1639"/>
                  </a:lnTo>
                  <a:lnTo>
                    <a:pt x="18032" y="1639"/>
                  </a:lnTo>
                  <a:lnTo>
                    <a:pt x="13114" y="1639"/>
                  </a:lnTo>
                  <a:lnTo>
                    <a:pt x="9836" y="4918"/>
                  </a:lnTo>
                  <a:lnTo>
                    <a:pt x="6557" y="3279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13" name="Freeform 3212">
              <a:extLst>
                <a:ext uri="{FF2B5EF4-FFF2-40B4-BE49-F238E27FC236}">
                  <a16:creationId xmlns:a16="http://schemas.microsoft.com/office/drawing/2014/main" id="{F462015F-0B0A-D149-83C3-6988EAD3EF5B}"/>
                </a:ext>
              </a:extLst>
            </p:cNvPr>
            <p:cNvSpPr/>
            <p:nvPr/>
          </p:nvSpPr>
          <p:spPr>
            <a:xfrm>
              <a:off x="6100917" y="1587040"/>
              <a:ext cx="232786" cy="98360"/>
            </a:xfrm>
            <a:custGeom>
              <a:avLst/>
              <a:gdLst>
                <a:gd name="connsiteX0" fmla="*/ 1639 w 232786"/>
                <a:gd name="connsiteY0" fmla="*/ 63934 h 98360"/>
                <a:gd name="connsiteX1" fmla="*/ 3279 w 232786"/>
                <a:gd name="connsiteY1" fmla="*/ 67213 h 98360"/>
                <a:gd name="connsiteX2" fmla="*/ 3279 w 232786"/>
                <a:gd name="connsiteY2" fmla="*/ 63934 h 98360"/>
                <a:gd name="connsiteX3" fmla="*/ 1639 w 232786"/>
                <a:gd name="connsiteY3" fmla="*/ 62295 h 98360"/>
                <a:gd name="connsiteX4" fmla="*/ 1639 w 232786"/>
                <a:gd name="connsiteY4" fmla="*/ 59016 h 98360"/>
                <a:gd name="connsiteX5" fmla="*/ 1639 w 232786"/>
                <a:gd name="connsiteY5" fmla="*/ 55737 h 98360"/>
                <a:gd name="connsiteX6" fmla="*/ 1639 w 232786"/>
                <a:gd name="connsiteY6" fmla="*/ 52459 h 98360"/>
                <a:gd name="connsiteX7" fmla="*/ 4918 w 232786"/>
                <a:gd name="connsiteY7" fmla="*/ 47541 h 98360"/>
                <a:gd name="connsiteX8" fmla="*/ 8197 w 232786"/>
                <a:gd name="connsiteY8" fmla="*/ 45901 h 98360"/>
                <a:gd name="connsiteX9" fmla="*/ 11476 w 232786"/>
                <a:gd name="connsiteY9" fmla="*/ 40983 h 98360"/>
                <a:gd name="connsiteX10" fmla="*/ 11476 w 232786"/>
                <a:gd name="connsiteY10" fmla="*/ 37705 h 98360"/>
                <a:gd name="connsiteX11" fmla="*/ 11476 w 232786"/>
                <a:gd name="connsiteY11" fmla="*/ 34426 h 98360"/>
                <a:gd name="connsiteX12" fmla="*/ 13115 w 232786"/>
                <a:gd name="connsiteY12" fmla="*/ 31147 h 98360"/>
                <a:gd name="connsiteX13" fmla="*/ 16393 w 232786"/>
                <a:gd name="connsiteY13" fmla="*/ 26229 h 98360"/>
                <a:gd name="connsiteX14" fmla="*/ 18033 w 232786"/>
                <a:gd name="connsiteY14" fmla="*/ 22951 h 98360"/>
                <a:gd name="connsiteX15" fmla="*/ 21312 w 232786"/>
                <a:gd name="connsiteY15" fmla="*/ 19672 h 98360"/>
                <a:gd name="connsiteX16" fmla="*/ 26229 w 232786"/>
                <a:gd name="connsiteY16" fmla="*/ 18033 h 98360"/>
                <a:gd name="connsiteX17" fmla="*/ 29508 w 232786"/>
                <a:gd name="connsiteY17" fmla="*/ 18033 h 98360"/>
                <a:gd name="connsiteX18" fmla="*/ 32787 w 232786"/>
                <a:gd name="connsiteY18" fmla="*/ 18033 h 98360"/>
                <a:gd name="connsiteX19" fmla="*/ 37705 w 232786"/>
                <a:gd name="connsiteY19" fmla="*/ 14754 h 98360"/>
                <a:gd name="connsiteX20" fmla="*/ 37705 w 232786"/>
                <a:gd name="connsiteY20" fmla="*/ 14754 h 98360"/>
                <a:gd name="connsiteX21" fmla="*/ 42623 w 232786"/>
                <a:gd name="connsiteY21" fmla="*/ 13115 h 98360"/>
                <a:gd name="connsiteX22" fmla="*/ 45902 w 232786"/>
                <a:gd name="connsiteY22" fmla="*/ 13115 h 98360"/>
                <a:gd name="connsiteX23" fmla="*/ 47541 w 232786"/>
                <a:gd name="connsiteY23" fmla="*/ 16393 h 98360"/>
                <a:gd name="connsiteX24" fmla="*/ 50820 w 232786"/>
                <a:gd name="connsiteY24" fmla="*/ 19672 h 98360"/>
                <a:gd name="connsiteX25" fmla="*/ 54098 w 232786"/>
                <a:gd name="connsiteY25" fmla="*/ 22951 h 98360"/>
                <a:gd name="connsiteX26" fmla="*/ 59016 w 232786"/>
                <a:gd name="connsiteY26" fmla="*/ 24590 h 98360"/>
                <a:gd name="connsiteX27" fmla="*/ 62295 w 232786"/>
                <a:gd name="connsiteY27" fmla="*/ 27869 h 98360"/>
                <a:gd name="connsiteX28" fmla="*/ 65573 w 232786"/>
                <a:gd name="connsiteY28" fmla="*/ 27869 h 98360"/>
                <a:gd name="connsiteX29" fmla="*/ 67213 w 232786"/>
                <a:gd name="connsiteY29" fmla="*/ 32787 h 98360"/>
                <a:gd name="connsiteX30" fmla="*/ 68852 w 232786"/>
                <a:gd name="connsiteY30" fmla="*/ 36065 h 98360"/>
                <a:gd name="connsiteX31" fmla="*/ 70492 w 232786"/>
                <a:gd name="connsiteY31" fmla="*/ 39344 h 98360"/>
                <a:gd name="connsiteX32" fmla="*/ 75410 w 232786"/>
                <a:gd name="connsiteY32" fmla="*/ 40983 h 98360"/>
                <a:gd name="connsiteX33" fmla="*/ 78688 w 232786"/>
                <a:gd name="connsiteY33" fmla="*/ 42623 h 98360"/>
                <a:gd name="connsiteX34" fmla="*/ 81967 w 232786"/>
                <a:gd name="connsiteY34" fmla="*/ 44262 h 98360"/>
                <a:gd name="connsiteX35" fmla="*/ 85246 w 232786"/>
                <a:gd name="connsiteY35" fmla="*/ 44262 h 98360"/>
                <a:gd name="connsiteX36" fmla="*/ 90164 w 232786"/>
                <a:gd name="connsiteY36" fmla="*/ 44262 h 98360"/>
                <a:gd name="connsiteX37" fmla="*/ 93442 w 232786"/>
                <a:gd name="connsiteY37" fmla="*/ 42623 h 98360"/>
                <a:gd name="connsiteX38" fmla="*/ 95082 w 232786"/>
                <a:gd name="connsiteY38" fmla="*/ 40983 h 98360"/>
                <a:gd name="connsiteX39" fmla="*/ 100000 w 232786"/>
                <a:gd name="connsiteY39" fmla="*/ 39344 h 98360"/>
                <a:gd name="connsiteX40" fmla="*/ 103279 w 232786"/>
                <a:gd name="connsiteY40" fmla="*/ 36065 h 98360"/>
                <a:gd name="connsiteX41" fmla="*/ 106557 w 232786"/>
                <a:gd name="connsiteY41" fmla="*/ 32787 h 98360"/>
                <a:gd name="connsiteX42" fmla="*/ 106557 w 232786"/>
                <a:gd name="connsiteY42" fmla="*/ 29508 h 98360"/>
                <a:gd name="connsiteX43" fmla="*/ 104918 w 232786"/>
                <a:gd name="connsiteY43" fmla="*/ 24590 h 98360"/>
                <a:gd name="connsiteX44" fmla="*/ 103279 w 232786"/>
                <a:gd name="connsiteY44" fmla="*/ 21311 h 98360"/>
                <a:gd name="connsiteX45" fmla="*/ 103279 w 232786"/>
                <a:gd name="connsiteY45" fmla="*/ 18033 h 98360"/>
                <a:gd name="connsiteX46" fmla="*/ 101639 w 232786"/>
                <a:gd name="connsiteY46" fmla="*/ 14754 h 98360"/>
                <a:gd name="connsiteX47" fmla="*/ 100000 w 232786"/>
                <a:gd name="connsiteY47" fmla="*/ 9836 h 98360"/>
                <a:gd name="connsiteX48" fmla="*/ 101639 w 232786"/>
                <a:gd name="connsiteY48" fmla="*/ 8197 h 98360"/>
                <a:gd name="connsiteX49" fmla="*/ 101639 w 232786"/>
                <a:gd name="connsiteY49" fmla="*/ 8197 h 98360"/>
                <a:gd name="connsiteX50" fmla="*/ 103279 w 232786"/>
                <a:gd name="connsiteY50" fmla="*/ 8197 h 98360"/>
                <a:gd name="connsiteX51" fmla="*/ 103279 w 232786"/>
                <a:gd name="connsiteY51" fmla="*/ 8197 h 98360"/>
                <a:gd name="connsiteX52" fmla="*/ 106557 w 232786"/>
                <a:gd name="connsiteY52" fmla="*/ 4918 h 98360"/>
                <a:gd name="connsiteX53" fmla="*/ 111475 w 232786"/>
                <a:gd name="connsiteY53" fmla="*/ 4918 h 98360"/>
                <a:gd name="connsiteX54" fmla="*/ 114754 w 232786"/>
                <a:gd name="connsiteY54" fmla="*/ 1639 h 98360"/>
                <a:gd name="connsiteX55" fmla="*/ 118032 w 232786"/>
                <a:gd name="connsiteY55" fmla="*/ 1639 h 98360"/>
                <a:gd name="connsiteX56" fmla="*/ 121311 w 232786"/>
                <a:gd name="connsiteY56" fmla="*/ 1639 h 98360"/>
                <a:gd name="connsiteX57" fmla="*/ 124590 w 232786"/>
                <a:gd name="connsiteY57" fmla="*/ 0 h 98360"/>
                <a:gd name="connsiteX58" fmla="*/ 127869 w 232786"/>
                <a:gd name="connsiteY58" fmla="*/ 1639 h 98360"/>
                <a:gd name="connsiteX59" fmla="*/ 131147 w 232786"/>
                <a:gd name="connsiteY59" fmla="*/ 1639 h 98360"/>
                <a:gd name="connsiteX60" fmla="*/ 134426 w 232786"/>
                <a:gd name="connsiteY60" fmla="*/ 1639 h 98360"/>
                <a:gd name="connsiteX61" fmla="*/ 137705 w 232786"/>
                <a:gd name="connsiteY61" fmla="*/ 3279 h 98360"/>
                <a:gd name="connsiteX62" fmla="*/ 140983 w 232786"/>
                <a:gd name="connsiteY62" fmla="*/ 4918 h 98360"/>
                <a:gd name="connsiteX63" fmla="*/ 145901 w 232786"/>
                <a:gd name="connsiteY63" fmla="*/ 4918 h 98360"/>
                <a:gd name="connsiteX64" fmla="*/ 149180 w 232786"/>
                <a:gd name="connsiteY64" fmla="*/ 8197 h 98360"/>
                <a:gd name="connsiteX65" fmla="*/ 152459 w 232786"/>
                <a:gd name="connsiteY65" fmla="*/ 8197 h 98360"/>
                <a:gd name="connsiteX66" fmla="*/ 155737 w 232786"/>
                <a:gd name="connsiteY66" fmla="*/ 11475 h 98360"/>
                <a:gd name="connsiteX67" fmla="*/ 155737 w 232786"/>
                <a:gd name="connsiteY67" fmla="*/ 11475 h 98360"/>
                <a:gd name="connsiteX68" fmla="*/ 157376 w 232786"/>
                <a:gd name="connsiteY68" fmla="*/ 11475 h 98360"/>
                <a:gd name="connsiteX69" fmla="*/ 160655 w 232786"/>
                <a:gd name="connsiteY69" fmla="*/ 13115 h 98360"/>
                <a:gd name="connsiteX70" fmla="*/ 163934 w 232786"/>
                <a:gd name="connsiteY70" fmla="*/ 18033 h 98360"/>
                <a:gd name="connsiteX71" fmla="*/ 167213 w 232786"/>
                <a:gd name="connsiteY71" fmla="*/ 19672 h 98360"/>
                <a:gd name="connsiteX72" fmla="*/ 170491 w 232786"/>
                <a:gd name="connsiteY72" fmla="*/ 21311 h 98360"/>
                <a:gd name="connsiteX73" fmla="*/ 175409 w 232786"/>
                <a:gd name="connsiteY73" fmla="*/ 21311 h 98360"/>
                <a:gd name="connsiteX74" fmla="*/ 175409 w 232786"/>
                <a:gd name="connsiteY74" fmla="*/ 21311 h 98360"/>
                <a:gd name="connsiteX75" fmla="*/ 178688 w 232786"/>
                <a:gd name="connsiteY75" fmla="*/ 19672 h 98360"/>
                <a:gd name="connsiteX76" fmla="*/ 181966 w 232786"/>
                <a:gd name="connsiteY76" fmla="*/ 18033 h 98360"/>
                <a:gd name="connsiteX77" fmla="*/ 186885 w 232786"/>
                <a:gd name="connsiteY77" fmla="*/ 18033 h 98360"/>
                <a:gd name="connsiteX78" fmla="*/ 188524 w 232786"/>
                <a:gd name="connsiteY78" fmla="*/ 19672 h 98360"/>
                <a:gd name="connsiteX79" fmla="*/ 191803 w 232786"/>
                <a:gd name="connsiteY79" fmla="*/ 21311 h 98360"/>
                <a:gd name="connsiteX80" fmla="*/ 196720 w 232786"/>
                <a:gd name="connsiteY80" fmla="*/ 21311 h 98360"/>
                <a:gd name="connsiteX81" fmla="*/ 198360 w 232786"/>
                <a:gd name="connsiteY81" fmla="*/ 21311 h 98360"/>
                <a:gd name="connsiteX82" fmla="*/ 201639 w 232786"/>
                <a:gd name="connsiteY82" fmla="*/ 21311 h 98360"/>
                <a:gd name="connsiteX83" fmla="*/ 204917 w 232786"/>
                <a:gd name="connsiteY83" fmla="*/ 26229 h 98360"/>
                <a:gd name="connsiteX84" fmla="*/ 208196 w 232786"/>
                <a:gd name="connsiteY84" fmla="*/ 26229 h 98360"/>
                <a:gd name="connsiteX85" fmla="*/ 211475 w 232786"/>
                <a:gd name="connsiteY85" fmla="*/ 29508 h 98360"/>
                <a:gd name="connsiteX86" fmla="*/ 214753 w 232786"/>
                <a:gd name="connsiteY86" fmla="*/ 31147 h 98360"/>
                <a:gd name="connsiteX87" fmla="*/ 214753 w 232786"/>
                <a:gd name="connsiteY87" fmla="*/ 34426 h 98360"/>
                <a:gd name="connsiteX88" fmla="*/ 214753 w 232786"/>
                <a:gd name="connsiteY88" fmla="*/ 37705 h 98360"/>
                <a:gd name="connsiteX89" fmla="*/ 213114 w 232786"/>
                <a:gd name="connsiteY89" fmla="*/ 37705 h 98360"/>
                <a:gd name="connsiteX90" fmla="*/ 213114 w 232786"/>
                <a:gd name="connsiteY90" fmla="*/ 40983 h 98360"/>
                <a:gd name="connsiteX91" fmla="*/ 213114 w 232786"/>
                <a:gd name="connsiteY91" fmla="*/ 45901 h 98360"/>
                <a:gd name="connsiteX92" fmla="*/ 211475 w 232786"/>
                <a:gd name="connsiteY92" fmla="*/ 49180 h 98360"/>
                <a:gd name="connsiteX93" fmla="*/ 214753 w 232786"/>
                <a:gd name="connsiteY93" fmla="*/ 49180 h 98360"/>
                <a:gd name="connsiteX94" fmla="*/ 216393 w 232786"/>
                <a:gd name="connsiteY94" fmla="*/ 49180 h 98360"/>
                <a:gd name="connsiteX95" fmla="*/ 219672 w 232786"/>
                <a:gd name="connsiteY95" fmla="*/ 50819 h 98360"/>
                <a:gd name="connsiteX96" fmla="*/ 219672 w 232786"/>
                <a:gd name="connsiteY96" fmla="*/ 54098 h 98360"/>
                <a:gd name="connsiteX97" fmla="*/ 222950 w 232786"/>
                <a:gd name="connsiteY97" fmla="*/ 57377 h 98360"/>
                <a:gd name="connsiteX98" fmla="*/ 224589 w 232786"/>
                <a:gd name="connsiteY98" fmla="*/ 59016 h 98360"/>
                <a:gd name="connsiteX99" fmla="*/ 224589 w 232786"/>
                <a:gd name="connsiteY99" fmla="*/ 60655 h 98360"/>
                <a:gd name="connsiteX100" fmla="*/ 227868 w 232786"/>
                <a:gd name="connsiteY100" fmla="*/ 60655 h 98360"/>
                <a:gd name="connsiteX101" fmla="*/ 229507 w 232786"/>
                <a:gd name="connsiteY101" fmla="*/ 65573 h 98360"/>
                <a:gd name="connsiteX102" fmla="*/ 229507 w 232786"/>
                <a:gd name="connsiteY102" fmla="*/ 68852 h 98360"/>
                <a:gd name="connsiteX103" fmla="*/ 231147 w 232786"/>
                <a:gd name="connsiteY103" fmla="*/ 68852 h 98360"/>
                <a:gd name="connsiteX104" fmla="*/ 232786 w 232786"/>
                <a:gd name="connsiteY104" fmla="*/ 72131 h 98360"/>
                <a:gd name="connsiteX105" fmla="*/ 231147 w 232786"/>
                <a:gd name="connsiteY105" fmla="*/ 77049 h 98360"/>
                <a:gd name="connsiteX106" fmla="*/ 231147 w 232786"/>
                <a:gd name="connsiteY106" fmla="*/ 78688 h 98360"/>
                <a:gd name="connsiteX107" fmla="*/ 227868 w 232786"/>
                <a:gd name="connsiteY107" fmla="*/ 78688 h 98360"/>
                <a:gd name="connsiteX108" fmla="*/ 222950 w 232786"/>
                <a:gd name="connsiteY108" fmla="*/ 80327 h 98360"/>
                <a:gd name="connsiteX109" fmla="*/ 219672 w 232786"/>
                <a:gd name="connsiteY109" fmla="*/ 83606 h 98360"/>
                <a:gd name="connsiteX110" fmla="*/ 216393 w 232786"/>
                <a:gd name="connsiteY110" fmla="*/ 86885 h 98360"/>
                <a:gd name="connsiteX111" fmla="*/ 214753 w 232786"/>
                <a:gd name="connsiteY111" fmla="*/ 91803 h 98360"/>
                <a:gd name="connsiteX112" fmla="*/ 214753 w 232786"/>
                <a:gd name="connsiteY112" fmla="*/ 91803 h 98360"/>
                <a:gd name="connsiteX113" fmla="*/ 214753 w 232786"/>
                <a:gd name="connsiteY113" fmla="*/ 93442 h 98360"/>
                <a:gd name="connsiteX114" fmla="*/ 214753 w 232786"/>
                <a:gd name="connsiteY114" fmla="*/ 93442 h 98360"/>
                <a:gd name="connsiteX115" fmla="*/ 209835 w 232786"/>
                <a:gd name="connsiteY115" fmla="*/ 93442 h 98360"/>
                <a:gd name="connsiteX116" fmla="*/ 206557 w 232786"/>
                <a:gd name="connsiteY116" fmla="*/ 91803 h 98360"/>
                <a:gd name="connsiteX117" fmla="*/ 206557 w 232786"/>
                <a:gd name="connsiteY117" fmla="*/ 91803 h 98360"/>
                <a:gd name="connsiteX118" fmla="*/ 203278 w 232786"/>
                <a:gd name="connsiteY118" fmla="*/ 91803 h 98360"/>
                <a:gd name="connsiteX119" fmla="*/ 198360 w 232786"/>
                <a:gd name="connsiteY119" fmla="*/ 91803 h 98360"/>
                <a:gd name="connsiteX120" fmla="*/ 195081 w 232786"/>
                <a:gd name="connsiteY120" fmla="*/ 91803 h 98360"/>
                <a:gd name="connsiteX121" fmla="*/ 191803 w 232786"/>
                <a:gd name="connsiteY121" fmla="*/ 95082 h 98360"/>
                <a:gd name="connsiteX122" fmla="*/ 188524 w 232786"/>
                <a:gd name="connsiteY122" fmla="*/ 98360 h 98360"/>
                <a:gd name="connsiteX123" fmla="*/ 186885 w 232786"/>
                <a:gd name="connsiteY123" fmla="*/ 98360 h 98360"/>
                <a:gd name="connsiteX124" fmla="*/ 185245 w 232786"/>
                <a:gd name="connsiteY124" fmla="*/ 96721 h 98360"/>
                <a:gd name="connsiteX125" fmla="*/ 183606 w 232786"/>
                <a:gd name="connsiteY125" fmla="*/ 98360 h 98360"/>
                <a:gd name="connsiteX126" fmla="*/ 181966 w 232786"/>
                <a:gd name="connsiteY126" fmla="*/ 98360 h 98360"/>
                <a:gd name="connsiteX127" fmla="*/ 178688 w 232786"/>
                <a:gd name="connsiteY127" fmla="*/ 96721 h 98360"/>
                <a:gd name="connsiteX128" fmla="*/ 177049 w 232786"/>
                <a:gd name="connsiteY128" fmla="*/ 96721 h 98360"/>
                <a:gd name="connsiteX129" fmla="*/ 173770 w 232786"/>
                <a:gd name="connsiteY129" fmla="*/ 95082 h 98360"/>
                <a:gd name="connsiteX130" fmla="*/ 172130 w 232786"/>
                <a:gd name="connsiteY130" fmla="*/ 93442 h 98360"/>
                <a:gd name="connsiteX131" fmla="*/ 167213 w 232786"/>
                <a:gd name="connsiteY131" fmla="*/ 90164 h 98360"/>
                <a:gd name="connsiteX132" fmla="*/ 163934 w 232786"/>
                <a:gd name="connsiteY132" fmla="*/ 86885 h 98360"/>
                <a:gd name="connsiteX133" fmla="*/ 163934 w 232786"/>
                <a:gd name="connsiteY133" fmla="*/ 86885 h 98360"/>
                <a:gd name="connsiteX134" fmla="*/ 159016 w 232786"/>
                <a:gd name="connsiteY134" fmla="*/ 85245 h 98360"/>
                <a:gd name="connsiteX135" fmla="*/ 159016 w 232786"/>
                <a:gd name="connsiteY135" fmla="*/ 85245 h 98360"/>
                <a:gd name="connsiteX136" fmla="*/ 155737 w 232786"/>
                <a:gd name="connsiteY136" fmla="*/ 81967 h 98360"/>
                <a:gd name="connsiteX137" fmla="*/ 150819 w 232786"/>
                <a:gd name="connsiteY137" fmla="*/ 78688 h 98360"/>
                <a:gd name="connsiteX138" fmla="*/ 147540 w 232786"/>
                <a:gd name="connsiteY138" fmla="*/ 78688 h 98360"/>
                <a:gd name="connsiteX139" fmla="*/ 144262 w 232786"/>
                <a:gd name="connsiteY139" fmla="*/ 78688 h 98360"/>
                <a:gd name="connsiteX140" fmla="*/ 140983 w 232786"/>
                <a:gd name="connsiteY140" fmla="*/ 77049 h 98360"/>
                <a:gd name="connsiteX141" fmla="*/ 137705 w 232786"/>
                <a:gd name="connsiteY141" fmla="*/ 77049 h 98360"/>
                <a:gd name="connsiteX142" fmla="*/ 134426 w 232786"/>
                <a:gd name="connsiteY142" fmla="*/ 77049 h 98360"/>
                <a:gd name="connsiteX143" fmla="*/ 131147 w 232786"/>
                <a:gd name="connsiteY143" fmla="*/ 73770 h 98360"/>
                <a:gd name="connsiteX144" fmla="*/ 129508 w 232786"/>
                <a:gd name="connsiteY144" fmla="*/ 72131 h 98360"/>
                <a:gd name="connsiteX145" fmla="*/ 127869 w 232786"/>
                <a:gd name="connsiteY145" fmla="*/ 68852 h 98360"/>
                <a:gd name="connsiteX146" fmla="*/ 124590 w 232786"/>
                <a:gd name="connsiteY146" fmla="*/ 65573 h 98360"/>
                <a:gd name="connsiteX147" fmla="*/ 121311 w 232786"/>
                <a:gd name="connsiteY147" fmla="*/ 68852 h 98360"/>
                <a:gd name="connsiteX148" fmla="*/ 118032 w 232786"/>
                <a:gd name="connsiteY148" fmla="*/ 68852 h 98360"/>
                <a:gd name="connsiteX149" fmla="*/ 114754 w 232786"/>
                <a:gd name="connsiteY149" fmla="*/ 72131 h 98360"/>
                <a:gd name="connsiteX150" fmla="*/ 111475 w 232786"/>
                <a:gd name="connsiteY150" fmla="*/ 73770 h 98360"/>
                <a:gd name="connsiteX151" fmla="*/ 106557 w 232786"/>
                <a:gd name="connsiteY151" fmla="*/ 72131 h 98360"/>
                <a:gd name="connsiteX152" fmla="*/ 104918 w 232786"/>
                <a:gd name="connsiteY152" fmla="*/ 73770 h 98360"/>
                <a:gd name="connsiteX153" fmla="*/ 101639 w 232786"/>
                <a:gd name="connsiteY153" fmla="*/ 73770 h 98360"/>
                <a:gd name="connsiteX154" fmla="*/ 96721 w 232786"/>
                <a:gd name="connsiteY154" fmla="*/ 72131 h 98360"/>
                <a:gd name="connsiteX155" fmla="*/ 93442 w 232786"/>
                <a:gd name="connsiteY155" fmla="*/ 70492 h 98360"/>
                <a:gd name="connsiteX156" fmla="*/ 90164 w 232786"/>
                <a:gd name="connsiteY156" fmla="*/ 70492 h 98360"/>
                <a:gd name="connsiteX157" fmla="*/ 85246 w 232786"/>
                <a:gd name="connsiteY157" fmla="*/ 70492 h 98360"/>
                <a:gd name="connsiteX158" fmla="*/ 85246 w 232786"/>
                <a:gd name="connsiteY158" fmla="*/ 70492 h 98360"/>
                <a:gd name="connsiteX159" fmla="*/ 85246 w 232786"/>
                <a:gd name="connsiteY159" fmla="*/ 70492 h 98360"/>
                <a:gd name="connsiteX160" fmla="*/ 81967 w 232786"/>
                <a:gd name="connsiteY160" fmla="*/ 70492 h 98360"/>
                <a:gd name="connsiteX161" fmla="*/ 78688 w 232786"/>
                <a:gd name="connsiteY161" fmla="*/ 70492 h 98360"/>
                <a:gd name="connsiteX162" fmla="*/ 73770 w 232786"/>
                <a:gd name="connsiteY162" fmla="*/ 68852 h 98360"/>
                <a:gd name="connsiteX163" fmla="*/ 72131 w 232786"/>
                <a:gd name="connsiteY163" fmla="*/ 68852 h 98360"/>
                <a:gd name="connsiteX164" fmla="*/ 67213 w 232786"/>
                <a:gd name="connsiteY164" fmla="*/ 72131 h 98360"/>
                <a:gd name="connsiteX165" fmla="*/ 63935 w 232786"/>
                <a:gd name="connsiteY165" fmla="*/ 68852 h 98360"/>
                <a:gd name="connsiteX166" fmla="*/ 60656 w 232786"/>
                <a:gd name="connsiteY166" fmla="*/ 68852 h 98360"/>
                <a:gd name="connsiteX167" fmla="*/ 57377 w 232786"/>
                <a:gd name="connsiteY167" fmla="*/ 68852 h 98360"/>
                <a:gd name="connsiteX168" fmla="*/ 54098 w 232786"/>
                <a:gd name="connsiteY168" fmla="*/ 68852 h 98360"/>
                <a:gd name="connsiteX169" fmla="*/ 52459 w 232786"/>
                <a:gd name="connsiteY169" fmla="*/ 68852 h 98360"/>
                <a:gd name="connsiteX170" fmla="*/ 47541 w 232786"/>
                <a:gd name="connsiteY170" fmla="*/ 68852 h 98360"/>
                <a:gd name="connsiteX171" fmla="*/ 44262 w 232786"/>
                <a:gd name="connsiteY171" fmla="*/ 68852 h 98360"/>
                <a:gd name="connsiteX172" fmla="*/ 44262 w 232786"/>
                <a:gd name="connsiteY172" fmla="*/ 68852 h 98360"/>
                <a:gd name="connsiteX173" fmla="*/ 40983 w 232786"/>
                <a:gd name="connsiteY173" fmla="*/ 68852 h 98360"/>
                <a:gd name="connsiteX174" fmla="*/ 36066 w 232786"/>
                <a:gd name="connsiteY174" fmla="*/ 67213 h 98360"/>
                <a:gd name="connsiteX175" fmla="*/ 32787 w 232786"/>
                <a:gd name="connsiteY175" fmla="*/ 68852 h 98360"/>
                <a:gd name="connsiteX176" fmla="*/ 31148 w 232786"/>
                <a:gd name="connsiteY176" fmla="*/ 68852 h 98360"/>
                <a:gd name="connsiteX177" fmla="*/ 29508 w 232786"/>
                <a:gd name="connsiteY177" fmla="*/ 68852 h 98360"/>
                <a:gd name="connsiteX178" fmla="*/ 26229 w 232786"/>
                <a:gd name="connsiteY178" fmla="*/ 70492 h 98360"/>
                <a:gd name="connsiteX179" fmla="*/ 22951 w 232786"/>
                <a:gd name="connsiteY179" fmla="*/ 72131 h 98360"/>
                <a:gd name="connsiteX180" fmla="*/ 18033 w 232786"/>
                <a:gd name="connsiteY180" fmla="*/ 72131 h 98360"/>
                <a:gd name="connsiteX181" fmla="*/ 18033 w 232786"/>
                <a:gd name="connsiteY181" fmla="*/ 73770 h 98360"/>
                <a:gd name="connsiteX182" fmla="*/ 18033 w 232786"/>
                <a:gd name="connsiteY182" fmla="*/ 73770 h 98360"/>
                <a:gd name="connsiteX183" fmla="*/ 13115 w 232786"/>
                <a:gd name="connsiteY183" fmla="*/ 75409 h 98360"/>
                <a:gd name="connsiteX184" fmla="*/ 9836 w 232786"/>
                <a:gd name="connsiteY184" fmla="*/ 77049 h 98360"/>
                <a:gd name="connsiteX185" fmla="*/ 8197 w 232786"/>
                <a:gd name="connsiteY185" fmla="*/ 81967 h 98360"/>
                <a:gd name="connsiteX186" fmla="*/ 4918 w 232786"/>
                <a:gd name="connsiteY186" fmla="*/ 81967 h 98360"/>
                <a:gd name="connsiteX187" fmla="*/ 3279 w 232786"/>
                <a:gd name="connsiteY187" fmla="*/ 81967 h 98360"/>
                <a:gd name="connsiteX188" fmla="*/ 1639 w 232786"/>
                <a:gd name="connsiteY188" fmla="*/ 77049 h 98360"/>
                <a:gd name="connsiteX189" fmla="*/ 1639 w 232786"/>
                <a:gd name="connsiteY189" fmla="*/ 73770 h 98360"/>
                <a:gd name="connsiteX190" fmla="*/ 0 w 232786"/>
                <a:gd name="connsiteY190" fmla="*/ 70492 h 98360"/>
                <a:gd name="connsiteX191" fmla="*/ 1639 w 232786"/>
                <a:gd name="connsiteY191" fmla="*/ 67213 h 98360"/>
                <a:gd name="connsiteX192" fmla="*/ 1639 w 232786"/>
                <a:gd name="connsiteY192" fmla="*/ 63934 h 98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232786" h="98360">
                  <a:moveTo>
                    <a:pt x="1639" y="63934"/>
                  </a:moveTo>
                  <a:lnTo>
                    <a:pt x="3279" y="67213"/>
                  </a:lnTo>
                  <a:lnTo>
                    <a:pt x="3279" y="63934"/>
                  </a:lnTo>
                  <a:lnTo>
                    <a:pt x="1639" y="62295"/>
                  </a:lnTo>
                  <a:lnTo>
                    <a:pt x="1639" y="59016"/>
                  </a:lnTo>
                  <a:lnTo>
                    <a:pt x="1639" y="55737"/>
                  </a:lnTo>
                  <a:lnTo>
                    <a:pt x="1639" y="52459"/>
                  </a:lnTo>
                  <a:lnTo>
                    <a:pt x="4918" y="47541"/>
                  </a:lnTo>
                  <a:lnTo>
                    <a:pt x="8197" y="45901"/>
                  </a:lnTo>
                  <a:lnTo>
                    <a:pt x="11476" y="40983"/>
                  </a:lnTo>
                  <a:lnTo>
                    <a:pt x="11476" y="37705"/>
                  </a:lnTo>
                  <a:lnTo>
                    <a:pt x="11476" y="34426"/>
                  </a:lnTo>
                  <a:lnTo>
                    <a:pt x="13115" y="31147"/>
                  </a:lnTo>
                  <a:lnTo>
                    <a:pt x="16393" y="26229"/>
                  </a:lnTo>
                  <a:lnTo>
                    <a:pt x="18033" y="22951"/>
                  </a:lnTo>
                  <a:lnTo>
                    <a:pt x="21312" y="19672"/>
                  </a:lnTo>
                  <a:lnTo>
                    <a:pt x="26229" y="18033"/>
                  </a:lnTo>
                  <a:lnTo>
                    <a:pt x="29508" y="18033"/>
                  </a:lnTo>
                  <a:lnTo>
                    <a:pt x="32787" y="18033"/>
                  </a:lnTo>
                  <a:lnTo>
                    <a:pt x="37705" y="14754"/>
                  </a:lnTo>
                  <a:lnTo>
                    <a:pt x="37705" y="14754"/>
                  </a:lnTo>
                  <a:lnTo>
                    <a:pt x="42623" y="13115"/>
                  </a:lnTo>
                  <a:lnTo>
                    <a:pt x="45902" y="13115"/>
                  </a:lnTo>
                  <a:lnTo>
                    <a:pt x="47541" y="16393"/>
                  </a:lnTo>
                  <a:lnTo>
                    <a:pt x="50820" y="19672"/>
                  </a:lnTo>
                  <a:lnTo>
                    <a:pt x="54098" y="22951"/>
                  </a:lnTo>
                  <a:lnTo>
                    <a:pt x="59016" y="24590"/>
                  </a:lnTo>
                  <a:lnTo>
                    <a:pt x="62295" y="27869"/>
                  </a:lnTo>
                  <a:lnTo>
                    <a:pt x="65573" y="27869"/>
                  </a:lnTo>
                  <a:lnTo>
                    <a:pt x="67213" y="32787"/>
                  </a:lnTo>
                  <a:lnTo>
                    <a:pt x="68852" y="36065"/>
                  </a:lnTo>
                  <a:lnTo>
                    <a:pt x="70492" y="39344"/>
                  </a:lnTo>
                  <a:lnTo>
                    <a:pt x="75410" y="40983"/>
                  </a:lnTo>
                  <a:lnTo>
                    <a:pt x="78688" y="42623"/>
                  </a:lnTo>
                  <a:lnTo>
                    <a:pt x="81967" y="44262"/>
                  </a:lnTo>
                  <a:lnTo>
                    <a:pt x="85246" y="44262"/>
                  </a:lnTo>
                  <a:lnTo>
                    <a:pt x="90164" y="44262"/>
                  </a:lnTo>
                  <a:lnTo>
                    <a:pt x="93442" y="42623"/>
                  </a:lnTo>
                  <a:lnTo>
                    <a:pt x="95082" y="40983"/>
                  </a:lnTo>
                  <a:lnTo>
                    <a:pt x="100000" y="39344"/>
                  </a:lnTo>
                  <a:lnTo>
                    <a:pt x="103279" y="36065"/>
                  </a:lnTo>
                  <a:lnTo>
                    <a:pt x="106557" y="32787"/>
                  </a:lnTo>
                  <a:lnTo>
                    <a:pt x="106557" y="29508"/>
                  </a:lnTo>
                  <a:lnTo>
                    <a:pt x="104918" y="24590"/>
                  </a:lnTo>
                  <a:lnTo>
                    <a:pt x="103279" y="21311"/>
                  </a:lnTo>
                  <a:lnTo>
                    <a:pt x="103279" y="18033"/>
                  </a:lnTo>
                  <a:lnTo>
                    <a:pt x="101639" y="14754"/>
                  </a:lnTo>
                  <a:lnTo>
                    <a:pt x="100000" y="9836"/>
                  </a:lnTo>
                  <a:lnTo>
                    <a:pt x="101639" y="8197"/>
                  </a:lnTo>
                  <a:lnTo>
                    <a:pt x="101639" y="8197"/>
                  </a:lnTo>
                  <a:lnTo>
                    <a:pt x="103279" y="8197"/>
                  </a:lnTo>
                  <a:lnTo>
                    <a:pt x="103279" y="8197"/>
                  </a:lnTo>
                  <a:lnTo>
                    <a:pt x="106557" y="4918"/>
                  </a:lnTo>
                  <a:lnTo>
                    <a:pt x="111475" y="4918"/>
                  </a:lnTo>
                  <a:lnTo>
                    <a:pt x="114754" y="1639"/>
                  </a:lnTo>
                  <a:lnTo>
                    <a:pt x="118032" y="1639"/>
                  </a:lnTo>
                  <a:lnTo>
                    <a:pt x="121311" y="1639"/>
                  </a:lnTo>
                  <a:lnTo>
                    <a:pt x="124590" y="0"/>
                  </a:lnTo>
                  <a:lnTo>
                    <a:pt x="127869" y="1639"/>
                  </a:lnTo>
                  <a:lnTo>
                    <a:pt x="131147" y="1639"/>
                  </a:lnTo>
                  <a:lnTo>
                    <a:pt x="134426" y="1639"/>
                  </a:lnTo>
                  <a:lnTo>
                    <a:pt x="137705" y="3279"/>
                  </a:lnTo>
                  <a:lnTo>
                    <a:pt x="140983" y="4918"/>
                  </a:lnTo>
                  <a:lnTo>
                    <a:pt x="145901" y="4918"/>
                  </a:lnTo>
                  <a:lnTo>
                    <a:pt x="149180" y="8197"/>
                  </a:lnTo>
                  <a:lnTo>
                    <a:pt x="152459" y="8197"/>
                  </a:lnTo>
                  <a:lnTo>
                    <a:pt x="155737" y="11475"/>
                  </a:lnTo>
                  <a:lnTo>
                    <a:pt x="155737" y="11475"/>
                  </a:lnTo>
                  <a:lnTo>
                    <a:pt x="157376" y="11475"/>
                  </a:lnTo>
                  <a:lnTo>
                    <a:pt x="160655" y="13115"/>
                  </a:lnTo>
                  <a:lnTo>
                    <a:pt x="163934" y="18033"/>
                  </a:lnTo>
                  <a:lnTo>
                    <a:pt x="167213" y="19672"/>
                  </a:lnTo>
                  <a:lnTo>
                    <a:pt x="170491" y="21311"/>
                  </a:lnTo>
                  <a:lnTo>
                    <a:pt x="175409" y="21311"/>
                  </a:lnTo>
                  <a:lnTo>
                    <a:pt x="175409" y="21311"/>
                  </a:lnTo>
                  <a:lnTo>
                    <a:pt x="178688" y="19672"/>
                  </a:lnTo>
                  <a:lnTo>
                    <a:pt x="181966" y="18033"/>
                  </a:lnTo>
                  <a:lnTo>
                    <a:pt x="186885" y="18033"/>
                  </a:lnTo>
                  <a:lnTo>
                    <a:pt x="188524" y="19672"/>
                  </a:lnTo>
                  <a:lnTo>
                    <a:pt x="191803" y="21311"/>
                  </a:lnTo>
                  <a:lnTo>
                    <a:pt x="196720" y="21311"/>
                  </a:lnTo>
                  <a:lnTo>
                    <a:pt x="198360" y="21311"/>
                  </a:lnTo>
                  <a:lnTo>
                    <a:pt x="201639" y="21311"/>
                  </a:lnTo>
                  <a:lnTo>
                    <a:pt x="204917" y="26229"/>
                  </a:lnTo>
                  <a:lnTo>
                    <a:pt x="208196" y="26229"/>
                  </a:lnTo>
                  <a:lnTo>
                    <a:pt x="211475" y="29508"/>
                  </a:lnTo>
                  <a:lnTo>
                    <a:pt x="214753" y="31147"/>
                  </a:lnTo>
                  <a:lnTo>
                    <a:pt x="214753" y="34426"/>
                  </a:lnTo>
                  <a:lnTo>
                    <a:pt x="214753" y="37705"/>
                  </a:lnTo>
                  <a:lnTo>
                    <a:pt x="213114" y="37705"/>
                  </a:lnTo>
                  <a:lnTo>
                    <a:pt x="213114" y="40983"/>
                  </a:lnTo>
                  <a:lnTo>
                    <a:pt x="213114" y="45901"/>
                  </a:lnTo>
                  <a:lnTo>
                    <a:pt x="211475" y="49180"/>
                  </a:lnTo>
                  <a:lnTo>
                    <a:pt x="214753" y="49180"/>
                  </a:lnTo>
                  <a:lnTo>
                    <a:pt x="216393" y="49180"/>
                  </a:lnTo>
                  <a:lnTo>
                    <a:pt x="219672" y="50819"/>
                  </a:lnTo>
                  <a:lnTo>
                    <a:pt x="219672" y="54098"/>
                  </a:lnTo>
                  <a:lnTo>
                    <a:pt x="222950" y="57377"/>
                  </a:lnTo>
                  <a:lnTo>
                    <a:pt x="224589" y="59016"/>
                  </a:lnTo>
                  <a:lnTo>
                    <a:pt x="224589" y="60655"/>
                  </a:lnTo>
                  <a:lnTo>
                    <a:pt x="227868" y="60655"/>
                  </a:lnTo>
                  <a:lnTo>
                    <a:pt x="229507" y="65573"/>
                  </a:lnTo>
                  <a:lnTo>
                    <a:pt x="229507" y="68852"/>
                  </a:lnTo>
                  <a:lnTo>
                    <a:pt x="231147" y="68852"/>
                  </a:lnTo>
                  <a:lnTo>
                    <a:pt x="232786" y="72131"/>
                  </a:lnTo>
                  <a:lnTo>
                    <a:pt x="231147" y="77049"/>
                  </a:lnTo>
                  <a:lnTo>
                    <a:pt x="231147" y="78688"/>
                  </a:lnTo>
                  <a:lnTo>
                    <a:pt x="227868" y="78688"/>
                  </a:lnTo>
                  <a:lnTo>
                    <a:pt x="222950" y="80327"/>
                  </a:lnTo>
                  <a:lnTo>
                    <a:pt x="219672" y="83606"/>
                  </a:lnTo>
                  <a:lnTo>
                    <a:pt x="216393" y="86885"/>
                  </a:lnTo>
                  <a:lnTo>
                    <a:pt x="214753" y="91803"/>
                  </a:lnTo>
                  <a:lnTo>
                    <a:pt x="214753" y="91803"/>
                  </a:lnTo>
                  <a:lnTo>
                    <a:pt x="214753" y="93442"/>
                  </a:lnTo>
                  <a:lnTo>
                    <a:pt x="214753" y="93442"/>
                  </a:lnTo>
                  <a:lnTo>
                    <a:pt x="209835" y="93442"/>
                  </a:lnTo>
                  <a:lnTo>
                    <a:pt x="206557" y="91803"/>
                  </a:lnTo>
                  <a:lnTo>
                    <a:pt x="206557" y="91803"/>
                  </a:lnTo>
                  <a:lnTo>
                    <a:pt x="203278" y="91803"/>
                  </a:lnTo>
                  <a:lnTo>
                    <a:pt x="198360" y="91803"/>
                  </a:lnTo>
                  <a:lnTo>
                    <a:pt x="195081" y="91803"/>
                  </a:lnTo>
                  <a:lnTo>
                    <a:pt x="191803" y="95082"/>
                  </a:lnTo>
                  <a:lnTo>
                    <a:pt x="188524" y="98360"/>
                  </a:lnTo>
                  <a:lnTo>
                    <a:pt x="186885" y="98360"/>
                  </a:lnTo>
                  <a:lnTo>
                    <a:pt x="185245" y="96721"/>
                  </a:lnTo>
                  <a:lnTo>
                    <a:pt x="183606" y="98360"/>
                  </a:lnTo>
                  <a:lnTo>
                    <a:pt x="181966" y="98360"/>
                  </a:lnTo>
                  <a:lnTo>
                    <a:pt x="178688" y="96721"/>
                  </a:lnTo>
                  <a:lnTo>
                    <a:pt x="177049" y="96721"/>
                  </a:lnTo>
                  <a:lnTo>
                    <a:pt x="173770" y="95082"/>
                  </a:lnTo>
                  <a:lnTo>
                    <a:pt x="172130" y="93442"/>
                  </a:lnTo>
                  <a:lnTo>
                    <a:pt x="167213" y="90164"/>
                  </a:lnTo>
                  <a:lnTo>
                    <a:pt x="163934" y="86885"/>
                  </a:lnTo>
                  <a:lnTo>
                    <a:pt x="163934" y="86885"/>
                  </a:lnTo>
                  <a:lnTo>
                    <a:pt x="159016" y="85245"/>
                  </a:lnTo>
                  <a:lnTo>
                    <a:pt x="159016" y="85245"/>
                  </a:lnTo>
                  <a:lnTo>
                    <a:pt x="155737" y="81967"/>
                  </a:lnTo>
                  <a:lnTo>
                    <a:pt x="150819" y="78688"/>
                  </a:lnTo>
                  <a:lnTo>
                    <a:pt x="147540" y="78688"/>
                  </a:lnTo>
                  <a:lnTo>
                    <a:pt x="144262" y="78688"/>
                  </a:lnTo>
                  <a:lnTo>
                    <a:pt x="140983" y="77049"/>
                  </a:lnTo>
                  <a:lnTo>
                    <a:pt x="137705" y="77049"/>
                  </a:lnTo>
                  <a:lnTo>
                    <a:pt x="134426" y="77049"/>
                  </a:lnTo>
                  <a:lnTo>
                    <a:pt x="131147" y="73770"/>
                  </a:lnTo>
                  <a:lnTo>
                    <a:pt x="129508" y="72131"/>
                  </a:lnTo>
                  <a:lnTo>
                    <a:pt x="127869" y="68852"/>
                  </a:lnTo>
                  <a:lnTo>
                    <a:pt x="124590" y="65573"/>
                  </a:lnTo>
                  <a:lnTo>
                    <a:pt x="121311" y="68852"/>
                  </a:lnTo>
                  <a:lnTo>
                    <a:pt x="118032" y="68852"/>
                  </a:lnTo>
                  <a:lnTo>
                    <a:pt x="114754" y="72131"/>
                  </a:lnTo>
                  <a:lnTo>
                    <a:pt x="111475" y="73770"/>
                  </a:lnTo>
                  <a:lnTo>
                    <a:pt x="106557" y="72131"/>
                  </a:lnTo>
                  <a:lnTo>
                    <a:pt x="104918" y="73770"/>
                  </a:lnTo>
                  <a:lnTo>
                    <a:pt x="101639" y="73770"/>
                  </a:lnTo>
                  <a:lnTo>
                    <a:pt x="96721" y="72131"/>
                  </a:lnTo>
                  <a:lnTo>
                    <a:pt x="93442" y="70492"/>
                  </a:lnTo>
                  <a:lnTo>
                    <a:pt x="90164" y="70492"/>
                  </a:lnTo>
                  <a:lnTo>
                    <a:pt x="85246" y="70492"/>
                  </a:lnTo>
                  <a:lnTo>
                    <a:pt x="85246" y="70492"/>
                  </a:lnTo>
                  <a:lnTo>
                    <a:pt x="85246" y="70492"/>
                  </a:lnTo>
                  <a:lnTo>
                    <a:pt x="81967" y="70492"/>
                  </a:lnTo>
                  <a:lnTo>
                    <a:pt x="78688" y="70492"/>
                  </a:lnTo>
                  <a:lnTo>
                    <a:pt x="73770" y="68852"/>
                  </a:lnTo>
                  <a:lnTo>
                    <a:pt x="72131" y="68852"/>
                  </a:lnTo>
                  <a:lnTo>
                    <a:pt x="67213" y="72131"/>
                  </a:lnTo>
                  <a:lnTo>
                    <a:pt x="63935" y="68852"/>
                  </a:lnTo>
                  <a:lnTo>
                    <a:pt x="60656" y="68852"/>
                  </a:lnTo>
                  <a:lnTo>
                    <a:pt x="57377" y="68852"/>
                  </a:lnTo>
                  <a:lnTo>
                    <a:pt x="54098" y="68852"/>
                  </a:lnTo>
                  <a:lnTo>
                    <a:pt x="52459" y="68852"/>
                  </a:lnTo>
                  <a:lnTo>
                    <a:pt x="47541" y="68852"/>
                  </a:lnTo>
                  <a:lnTo>
                    <a:pt x="44262" y="68852"/>
                  </a:lnTo>
                  <a:lnTo>
                    <a:pt x="44262" y="68852"/>
                  </a:lnTo>
                  <a:lnTo>
                    <a:pt x="40983" y="68852"/>
                  </a:lnTo>
                  <a:lnTo>
                    <a:pt x="36066" y="67213"/>
                  </a:lnTo>
                  <a:lnTo>
                    <a:pt x="32787" y="68852"/>
                  </a:lnTo>
                  <a:lnTo>
                    <a:pt x="31148" y="68852"/>
                  </a:lnTo>
                  <a:lnTo>
                    <a:pt x="29508" y="68852"/>
                  </a:lnTo>
                  <a:lnTo>
                    <a:pt x="26229" y="70492"/>
                  </a:lnTo>
                  <a:lnTo>
                    <a:pt x="22951" y="72131"/>
                  </a:lnTo>
                  <a:lnTo>
                    <a:pt x="18033" y="72131"/>
                  </a:lnTo>
                  <a:lnTo>
                    <a:pt x="18033" y="73770"/>
                  </a:lnTo>
                  <a:lnTo>
                    <a:pt x="18033" y="73770"/>
                  </a:lnTo>
                  <a:lnTo>
                    <a:pt x="13115" y="75409"/>
                  </a:lnTo>
                  <a:lnTo>
                    <a:pt x="9836" y="77049"/>
                  </a:lnTo>
                  <a:lnTo>
                    <a:pt x="8197" y="81967"/>
                  </a:lnTo>
                  <a:lnTo>
                    <a:pt x="4918" y="81967"/>
                  </a:lnTo>
                  <a:lnTo>
                    <a:pt x="3279" y="81967"/>
                  </a:lnTo>
                  <a:lnTo>
                    <a:pt x="1639" y="77049"/>
                  </a:lnTo>
                  <a:lnTo>
                    <a:pt x="1639" y="73770"/>
                  </a:lnTo>
                  <a:lnTo>
                    <a:pt x="0" y="70492"/>
                  </a:lnTo>
                  <a:lnTo>
                    <a:pt x="1639" y="67213"/>
                  </a:lnTo>
                  <a:lnTo>
                    <a:pt x="1639" y="6393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14" name="Freeform 3213">
              <a:extLst>
                <a:ext uri="{FF2B5EF4-FFF2-40B4-BE49-F238E27FC236}">
                  <a16:creationId xmlns:a16="http://schemas.microsoft.com/office/drawing/2014/main" id="{5A84AA59-64FE-D844-95FB-F0412A1C7BE7}"/>
                </a:ext>
              </a:extLst>
            </p:cNvPr>
            <p:cNvSpPr/>
            <p:nvPr/>
          </p:nvSpPr>
          <p:spPr>
            <a:xfrm>
              <a:off x="6104196" y="1998513"/>
              <a:ext cx="327867" cy="199999"/>
            </a:xfrm>
            <a:custGeom>
              <a:avLst/>
              <a:gdLst>
                <a:gd name="connsiteX0" fmla="*/ 0 w 327867"/>
                <a:gd name="connsiteY0" fmla="*/ 93442 h 199999"/>
                <a:gd name="connsiteX1" fmla="*/ 4918 w 327867"/>
                <a:gd name="connsiteY1" fmla="*/ 91803 h 199999"/>
                <a:gd name="connsiteX2" fmla="*/ 8197 w 327867"/>
                <a:gd name="connsiteY2" fmla="*/ 91803 h 199999"/>
                <a:gd name="connsiteX3" fmla="*/ 8197 w 327867"/>
                <a:gd name="connsiteY3" fmla="*/ 90164 h 199999"/>
                <a:gd name="connsiteX4" fmla="*/ 11476 w 327867"/>
                <a:gd name="connsiteY4" fmla="*/ 91803 h 199999"/>
                <a:gd name="connsiteX5" fmla="*/ 14754 w 327867"/>
                <a:gd name="connsiteY5" fmla="*/ 91803 h 199999"/>
                <a:gd name="connsiteX6" fmla="*/ 14754 w 327867"/>
                <a:gd name="connsiteY6" fmla="*/ 91803 h 199999"/>
                <a:gd name="connsiteX7" fmla="*/ 16393 w 327867"/>
                <a:gd name="connsiteY7" fmla="*/ 90164 h 199999"/>
                <a:gd name="connsiteX8" fmla="*/ 18033 w 327867"/>
                <a:gd name="connsiteY8" fmla="*/ 86885 h 199999"/>
                <a:gd name="connsiteX9" fmla="*/ 18033 w 327867"/>
                <a:gd name="connsiteY9" fmla="*/ 86885 h 199999"/>
                <a:gd name="connsiteX10" fmla="*/ 21311 w 327867"/>
                <a:gd name="connsiteY10" fmla="*/ 86885 h 199999"/>
                <a:gd name="connsiteX11" fmla="*/ 26229 w 327867"/>
                <a:gd name="connsiteY11" fmla="*/ 86885 h 199999"/>
                <a:gd name="connsiteX12" fmla="*/ 29508 w 327867"/>
                <a:gd name="connsiteY12" fmla="*/ 85246 h 199999"/>
                <a:gd name="connsiteX13" fmla="*/ 31147 w 327867"/>
                <a:gd name="connsiteY13" fmla="*/ 81967 h 199999"/>
                <a:gd name="connsiteX14" fmla="*/ 32787 w 327867"/>
                <a:gd name="connsiteY14" fmla="*/ 80328 h 199999"/>
                <a:gd name="connsiteX15" fmla="*/ 34426 w 327867"/>
                <a:gd name="connsiteY15" fmla="*/ 77049 h 199999"/>
                <a:gd name="connsiteX16" fmla="*/ 34426 w 327867"/>
                <a:gd name="connsiteY16" fmla="*/ 72131 h 199999"/>
                <a:gd name="connsiteX17" fmla="*/ 36066 w 327867"/>
                <a:gd name="connsiteY17" fmla="*/ 70492 h 199999"/>
                <a:gd name="connsiteX18" fmla="*/ 36066 w 327867"/>
                <a:gd name="connsiteY18" fmla="*/ 70492 h 199999"/>
                <a:gd name="connsiteX19" fmla="*/ 39344 w 327867"/>
                <a:gd name="connsiteY19" fmla="*/ 70492 h 199999"/>
                <a:gd name="connsiteX20" fmla="*/ 40983 w 327867"/>
                <a:gd name="connsiteY20" fmla="*/ 68852 h 199999"/>
                <a:gd name="connsiteX21" fmla="*/ 40983 w 327867"/>
                <a:gd name="connsiteY21" fmla="*/ 65573 h 199999"/>
                <a:gd name="connsiteX22" fmla="*/ 42623 w 327867"/>
                <a:gd name="connsiteY22" fmla="*/ 62295 h 199999"/>
                <a:gd name="connsiteX23" fmla="*/ 45901 w 327867"/>
                <a:gd name="connsiteY23" fmla="*/ 57377 h 199999"/>
                <a:gd name="connsiteX24" fmla="*/ 47541 w 327867"/>
                <a:gd name="connsiteY24" fmla="*/ 54098 h 199999"/>
                <a:gd name="connsiteX25" fmla="*/ 45901 w 327867"/>
                <a:gd name="connsiteY25" fmla="*/ 54098 h 199999"/>
                <a:gd name="connsiteX26" fmla="*/ 49180 w 327867"/>
                <a:gd name="connsiteY26" fmla="*/ 50820 h 199999"/>
                <a:gd name="connsiteX27" fmla="*/ 50820 w 327867"/>
                <a:gd name="connsiteY27" fmla="*/ 49180 h 199999"/>
                <a:gd name="connsiteX28" fmla="*/ 50820 w 327867"/>
                <a:gd name="connsiteY28" fmla="*/ 49180 h 199999"/>
                <a:gd name="connsiteX29" fmla="*/ 52459 w 327867"/>
                <a:gd name="connsiteY29" fmla="*/ 45901 h 199999"/>
                <a:gd name="connsiteX30" fmla="*/ 52459 w 327867"/>
                <a:gd name="connsiteY30" fmla="*/ 40983 h 199999"/>
                <a:gd name="connsiteX31" fmla="*/ 57377 w 327867"/>
                <a:gd name="connsiteY31" fmla="*/ 37705 h 199999"/>
                <a:gd name="connsiteX32" fmla="*/ 57377 w 327867"/>
                <a:gd name="connsiteY32" fmla="*/ 34426 h 199999"/>
                <a:gd name="connsiteX33" fmla="*/ 57377 w 327867"/>
                <a:gd name="connsiteY33" fmla="*/ 32787 h 199999"/>
                <a:gd name="connsiteX34" fmla="*/ 57377 w 327867"/>
                <a:gd name="connsiteY34" fmla="*/ 32787 h 199999"/>
                <a:gd name="connsiteX35" fmla="*/ 60656 w 327867"/>
                <a:gd name="connsiteY35" fmla="*/ 29508 h 199999"/>
                <a:gd name="connsiteX36" fmla="*/ 62295 w 327867"/>
                <a:gd name="connsiteY36" fmla="*/ 27869 h 199999"/>
                <a:gd name="connsiteX37" fmla="*/ 63934 w 327867"/>
                <a:gd name="connsiteY37" fmla="*/ 24590 h 199999"/>
                <a:gd name="connsiteX38" fmla="*/ 67213 w 327867"/>
                <a:gd name="connsiteY38" fmla="*/ 22951 h 199999"/>
                <a:gd name="connsiteX39" fmla="*/ 70491 w 327867"/>
                <a:gd name="connsiteY39" fmla="*/ 21311 h 199999"/>
                <a:gd name="connsiteX40" fmla="*/ 73770 w 327867"/>
                <a:gd name="connsiteY40" fmla="*/ 21311 h 199999"/>
                <a:gd name="connsiteX41" fmla="*/ 77049 w 327867"/>
                <a:gd name="connsiteY41" fmla="*/ 21311 h 199999"/>
                <a:gd name="connsiteX42" fmla="*/ 78688 w 327867"/>
                <a:gd name="connsiteY42" fmla="*/ 19672 h 199999"/>
                <a:gd name="connsiteX43" fmla="*/ 83606 w 327867"/>
                <a:gd name="connsiteY43" fmla="*/ 16393 h 199999"/>
                <a:gd name="connsiteX44" fmla="*/ 85246 w 327867"/>
                <a:gd name="connsiteY44" fmla="*/ 13115 h 199999"/>
                <a:gd name="connsiteX45" fmla="*/ 88524 w 327867"/>
                <a:gd name="connsiteY45" fmla="*/ 11476 h 199999"/>
                <a:gd name="connsiteX46" fmla="*/ 93442 w 327867"/>
                <a:gd name="connsiteY46" fmla="*/ 8197 h 199999"/>
                <a:gd name="connsiteX47" fmla="*/ 96721 w 327867"/>
                <a:gd name="connsiteY47" fmla="*/ 8197 h 199999"/>
                <a:gd name="connsiteX48" fmla="*/ 100000 w 327867"/>
                <a:gd name="connsiteY48" fmla="*/ 9836 h 199999"/>
                <a:gd name="connsiteX49" fmla="*/ 103278 w 327867"/>
                <a:gd name="connsiteY49" fmla="*/ 11476 h 199999"/>
                <a:gd name="connsiteX50" fmla="*/ 106557 w 327867"/>
                <a:gd name="connsiteY50" fmla="*/ 11476 h 199999"/>
                <a:gd name="connsiteX51" fmla="*/ 108196 w 327867"/>
                <a:gd name="connsiteY51" fmla="*/ 11476 h 199999"/>
                <a:gd name="connsiteX52" fmla="*/ 109836 w 327867"/>
                <a:gd name="connsiteY52" fmla="*/ 11476 h 199999"/>
                <a:gd name="connsiteX53" fmla="*/ 114754 w 327867"/>
                <a:gd name="connsiteY53" fmla="*/ 13115 h 199999"/>
                <a:gd name="connsiteX54" fmla="*/ 116393 w 327867"/>
                <a:gd name="connsiteY54" fmla="*/ 13115 h 199999"/>
                <a:gd name="connsiteX55" fmla="*/ 119671 w 327867"/>
                <a:gd name="connsiteY55" fmla="*/ 14754 h 199999"/>
                <a:gd name="connsiteX56" fmla="*/ 121311 w 327867"/>
                <a:gd name="connsiteY56" fmla="*/ 13115 h 199999"/>
                <a:gd name="connsiteX57" fmla="*/ 124590 w 327867"/>
                <a:gd name="connsiteY57" fmla="*/ 13115 h 199999"/>
                <a:gd name="connsiteX58" fmla="*/ 129508 w 327867"/>
                <a:gd name="connsiteY58" fmla="*/ 14754 h 199999"/>
                <a:gd name="connsiteX59" fmla="*/ 129508 w 327867"/>
                <a:gd name="connsiteY59" fmla="*/ 14754 h 199999"/>
                <a:gd name="connsiteX60" fmla="*/ 132786 w 327867"/>
                <a:gd name="connsiteY60" fmla="*/ 14754 h 199999"/>
                <a:gd name="connsiteX61" fmla="*/ 137704 w 327867"/>
                <a:gd name="connsiteY61" fmla="*/ 13115 h 199999"/>
                <a:gd name="connsiteX62" fmla="*/ 140983 w 327867"/>
                <a:gd name="connsiteY62" fmla="*/ 13115 h 199999"/>
                <a:gd name="connsiteX63" fmla="*/ 142623 w 327867"/>
                <a:gd name="connsiteY63" fmla="*/ 13115 h 199999"/>
                <a:gd name="connsiteX64" fmla="*/ 145901 w 327867"/>
                <a:gd name="connsiteY64" fmla="*/ 18033 h 199999"/>
                <a:gd name="connsiteX65" fmla="*/ 150819 w 327867"/>
                <a:gd name="connsiteY65" fmla="*/ 19672 h 199999"/>
                <a:gd name="connsiteX66" fmla="*/ 154098 w 327867"/>
                <a:gd name="connsiteY66" fmla="*/ 22951 h 199999"/>
                <a:gd name="connsiteX67" fmla="*/ 155737 w 327867"/>
                <a:gd name="connsiteY67" fmla="*/ 24590 h 199999"/>
                <a:gd name="connsiteX68" fmla="*/ 157376 w 327867"/>
                <a:gd name="connsiteY68" fmla="*/ 22951 h 199999"/>
                <a:gd name="connsiteX69" fmla="*/ 157376 w 327867"/>
                <a:gd name="connsiteY69" fmla="*/ 22951 h 199999"/>
                <a:gd name="connsiteX70" fmla="*/ 162294 w 327867"/>
                <a:gd name="connsiteY70" fmla="*/ 22951 h 199999"/>
                <a:gd name="connsiteX71" fmla="*/ 163934 w 327867"/>
                <a:gd name="connsiteY71" fmla="*/ 18033 h 199999"/>
                <a:gd name="connsiteX72" fmla="*/ 167213 w 327867"/>
                <a:gd name="connsiteY72" fmla="*/ 14754 h 199999"/>
                <a:gd name="connsiteX73" fmla="*/ 172130 w 327867"/>
                <a:gd name="connsiteY73" fmla="*/ 14754 h 199999"/>
                <a:gd name="connsiteX74" fmla="*/ 175409 w 327867"/>
                <a:gd name="connsiteY74" fmla="*/ 14754 h 199999"/>
                <a:gd name="connsiteX75" fmla="*/ 178688 w 327867"/>
                <a:gd name="connsiteY75" fmla="*/ 14754 h 199999"/>
                <a:gd name="connsiteX76" fmla="*/ 181966 w 327867"/>
                <a:gd name="connsiteY76" fmla="*/ 14754 h 199999"/>
                <a:gd name="connsiteX77" fmla="*/ 185245 w 327867"/>
                <a:gd name="connsiteY77" fmla="*/ 13115 h 199999"/>
                <a:gd name="connsiteX78" fmla="*/ 190163 w 327867"/>
                <a:gd name="connsiteY78" fmla="*/ 13115 h 199999"/>
                <a:gd name="connsiteX79" fmla="*/ 191803 w 327867"/>
                <a:gd name="connsiteY79" fmla="*/ 13115 h 199999"/>
                <a:gd name="connsiteX80" fmla="*/ 193442 w 327867"/>
                <a:gd name="connsiteY80" fmla="*/ 13115 h 199999"/>
                <a:gd name="connsiteX81" fmla="*/ 195081 w 327867"/>
                <a:gd name="connsiteY81" fmla="*/ 13115 h 199999"/>
                <a:gd name="connsiteX82" fmla="*/ 196720 w 327867"/>
                <a:gd name="connsiteY82" fmla="*/ 11476 h 199999"/>
                <a:gd name="connsiteX83" fmla="*/ 199999 w 327867"/>
                <a:gd name="connsiteY83" fmla="*/ 8197 h 199999"/>
                <a:gd name="connsiteX84" fmla="*/ 201638 w 327867"/>
                <a:gd name="connsiteY84" fmla="*/ 4918 h 199999"/>
                <a:gd name="connsiteX85" fmla="*/ 201638 w 327867"/>
                <a:gd name="connsiteY85" fmla="*/ 3279 h 199999"/>
                <a:gd name="connsiteX86" fmla="*/ 204917 w 327867"/>
                <a:gd name="connsiteY86" fmla="*/ 3279 h 199999"/>
                <a:gd name="connsiteX87" fmla="*/ 208196 w 327867"/>
                <a:gd name="connsiteY87" fmla="*/ 3279 h 199999"/>
                <a:gd name="connsiteX88" fmla="*/ 211474 w 327867"/>
                <a:gd name="connsiteY88" fmla="*/ 0 h 199999"/>
                <a:gd name="connsiteX89" fmla="*/ 214753 w 327867"/>
                <a:gd name="connsiteY89" fmla="*/ 1639 h 199999"/>
                <a:gd name="connsiteX90" fmla="*/ 219671 w 327867"/>
                <a:gd name="connsiteY90" fmla="*/ 1639 h 199999"/>
                <a:gd name="connsiteX91" fmla="*/ 222950 w 327867"/>
                <a:gd name="connsiteY91" fmla="*/ 4918 h 199999"/>
                <a:gd name="connsiteX92" fmla="*/ 226228 w 327867"/>
                <a:gd name="connsiteY92" fmla="*/ 8197 h 199999"/>
                <a:gd name="connsiteX93" fmla="*/ 229507 w 327867"/>
                <a:gd name="connsiteY93" fmla="*/ 11476 h 199999"/>
                <a:gd name="connsiteX94" fmla="*/ 229507 w 327867"/>
                <a:gd name="connsiteY94" fmla="*/ 11476 h 199999"/>
                <a:gd name="connsiteX95" fmla="*/ 231147 w 327867"/>
                <a:gd name="connsiteY95" fmla="*/ 13115 h 199999"/>
                <a:gd name="connsiteX96" fmla="*/ 232786 w 327867"/>
                <a:gd name="connsiteY96" fmla="*/ 16393 h 199999"/>
                <a:gd name="connsiteX97" fmla="*/ 234425 w 327867"/>
                <a:gd name="connsiteY97" fmla="*/ 21311 h 199999"/>
                <a:gd name="connsiteX98" fmla="*/ 234425 w 327867"/>
                <a:gd name="connsiteY98" fmla="*/ 24590 h 199999"/>
                <a:gd name="connsiteX99" fmla="*/ 239343 w 327867"/>
                <a:gd name="connsiteY99" fmla="*/ 27869 h 199999"/>
                <a:gd name="connsiteX100" fmla="*/ 239343 w 327867"/>
                <a:gd name="connsiteY100" fmla="*/ 29508 h 199999"/>
                <a:gd name="connsiteX101" fmla="*/ 242622 w 327867"/>
                <a:gd name="connsiteY101" fmla="*/ 32787 h 199999"/>
                <a:gd name="connsiteX102" fmla="*/ 242622 w 327867"/>
                <a:gd name="connsiteY102" fmla="*/ 34426 h 199999"/>
                <a:gd name="connsiteX103" fmla="*/ 247540 w 327867"/>
                <a:gd name="connsiteY103" fmla="*/ 34426 h 199999"/>
                <a:gd name="connsiteX104" fmla="*/ 247540 w 327867"/>
                <a:gd name="connsiteY104" fmla="*/ 39344 h 199999"/>
                <a:gd name="connsiteX105" fmla="*/ 250818 w 327867"/>
                <a:gd name="connsiteY105" fmla="*/ 42623 h 199999"/>
                <a:gd name="connsiteX106" fmla="*/ 254097 w 327867"/>
                <a:gd name="connsiteY106" fmla="*/ 45901 h 199999"/>
                <a:gd name="connsiteX107" fmla="*/ 254097 w 327867"/>
                <a:gd name="connsiteY107" fmla="*/ 45901 h 199999"/>
                <a:gd name="connsiteX108" fmla="*/ 255737 w 327867"/>
                <a:gd name="connsiteY108" fmla="*/ 49180 h 199999"/>
                <a:gd name="connsiteX109" fmla="*/ 259015 w 327867"/>
                <a:gd name="connsiteY109" fmla="*/ 50820 h 199999"/>
                <a:gd name="connsiteX110" fmla="*/ 262294 w 327867"/>
                <a:gd name="connsiteY110" fmla="*/ 54098 h 199999"/>
                <a:gd name="connsiteX111" fmla="*/ 265573 w 327867"/>
                <a:gd name="connsiteY111" fmla="*/ 57377 h 199999"/>
                <a:gd name="connsiteX112" fmla="*/ 267212 w 327867"/>
                <a:gd name="connsiteY112" fmla="*/ 60656 h 199999"/>
                <a:gd name="connsiteX113" fmla="*/ 268851 w 327867"/>
                <a:gd name="connsiteY113" fmla="*/ 63934 h 199999"/>
                <a:gd name="connsiteX114" fmla="*/ 268851 w 327867"/>
                <a:gd name="connsiteY114" fmla="*/ 63934 h 199999"/>
                <a:gd name="connsiteX115" fmla="*/ 270491 w 327867"/>
                <a:gd name="connsiteY115" fmla="*/ 67213 h 199999"/>
                <a:gd name="connsiteX116" fmla="*/ 272130 w 327867"/>
                <a:gd name="connsiteY116" fmla="*/ 70492 h 199999"/>
                <a:gd name="connsiteX117" fmla="*/ 272130 w 327867"/>
                <a:gd name="connsiteY117" fmla="*/ 75410 h 199999"/>
                <a:gd name="connsiteX118" fmla="*/ 273769 w 327867"/>
                <a:gd name="connsiteY118" fmla="*/ 78688 h 199999"/>
                <a:gd name="connsiteX119" fmla="*/ 272130 w 327867"/>
                <a:gd name="connsiteY119" fmla="*/ 81967 h 199999"/>
                <a:gd name="connsiteX120" fmla="*/ 270491 w 327867"/>
                <a:gd name="connsiteY120" fmla="*/ 85246 h 199999"/>
                <a:gd name="connsiteX121" fmla="*/ 270491 w 327867"/>
                <a:gd name="connsiteY121" fmla="*/ 86885 h 199999"/>
                <a:gd name="connsiteX122" fmla="*/ 268851 w 327867"/>
                <a:gd name="connsiteY122" fmla="*/ 88524 h 199999"/>
                <a:gd name="connsiteX123" fmla="*/ 270491 w 327867"/>
                <a:gd name="connsiteY123" fmla="*/ 91803 h 199999"/>
                <a:gd name="connsiteX124" fmla="*/ 270491 w 327867"/>
                <a:gd name="connsiteY124" fmla="*/ 93442 h 199999"/>
                <a:gd name="connsiteX125" fmla="*/ 268851 w 327867"/>
                <a:gd name="connsiteY125" fmla="*/ 98360 h 199999"/>
                <a:gd name="connsiteX126" fmla="*/ 270491 w 327867"/>
                <a:gd name="connsiteY126" fmla="*/ 101639 h 199999"/>
                <a:gd name="connsiteX127" fmla="*/ 270491 w 327867"/>
                <a:gd name="connsiteY127" fmla="*/ 104918 h 199999"/>
                <a:gd name="connsiteX128" fmla="*/ 272130 w 327867"/>
                <a:gd name="connsiteY128" fmla="*/ 108196 h 199999"/>
                <a:gd name="connsiteX129" fmla="*/ 273769 w 327867"/>
                <a:gd name="connsiteY129" fmla="*/ 113114 h 199999"/>
                <a:gd name="connsiteX130" fmla="*/ 272130 w 327867"/>
                <a:gd name="connsiteY130" fmla="*/ 116393 h 199999"/>
                <a:gd name="connsiteX131" fmla="*/ 273769 w 327867"/>
                <a:gd name="connsiteY131" fmla="*/ 119672 h 199999"/>
                <a:gd name="connsiteX132" fmla="*/ 275408 w 327867"/>
                <a:gd name="connsiteY132" fmla="*/ 121311 h 199999"/>
                <a:gd name="connsiteX133" fmla="*/ 275408 w 327867"/>
                <a:gd name="connsiteY133" fmla="*/ 121311 h 199999"/>
                <a:gd name="connsiteX134" fmla="*/ 278687 w 327867"/>
                <a:gd name="connsiteY134" fmla="*/ 126229 h 199999"/>
                <a:gd name="connsiteX135" fmla="*/ 283605 w 327867"/>
                <a:gd name="connsiteY135" fmla="*/ 127868 h 199999"/>
                <a:gd name="connsiteX136" fmla="*/ 286884 w 327867"/>
                <a:gd name="connsiteY136" fmla="*/ 129508 h 199999"/>
                <a:gd name="connsiteX137" fmla="*/ 290163 w 327867"/>
                <a:gd name="connsiteY137" fmla="*/ 131147 h 199999"/>
                <a:gd name="connsiteX138" fmla="*/ 295081 w 327867"/>
                <a:gd name="connsiteY138" fmla="*/ 131147 h 199999"/>
                <a:gd name="connsiteX139" fmla="*/ 295081 w 327867"/>
                <a:gd name="connsiteY139" fmla="*/ 131147 h 199999"/>
                <a:gd name="connsiteX140" fmla="*/ 296720 w 327867"/>
                <a:gd name="connsiteY140" fmla="*/ 127868 h 199999"/>
                <a:gd name="connsiteX141" fmla="*/ 299998 w 327867"/>
                <a:gd name="connsiteY141" fmla="*/ 127868 h 199999"/>
                <a:gd name="connsiteX142" fmla="*/ 303277 w 327867"/>
                <a:gd name="connsiteY142" fmla="*/ 127868 h 199999"/>
                <a:gd name="connsiteX143" fmla="*/ 303277 w 327867"/>
                <a:gd name="connsiteY143" fmla="*/ 126229 h 199999"/>
                <a:gd name="connsiteX144" fmla="*/ 306556 w 327867"/>
                <a:gd name="connsiteY144" fmla="*/ 126229 h 199999"/>
                <a:gd name="connsiteX145" fmla="*/ 308195 w 327867"/>
                <a:gd name="connsiteY145" fmla="*/ 124590 h 199999"/>
                <a:gd name="connsiteX146" fmla="*/ 309835 w 327867"/>
                <a:gd name="connsiteY146" fmla="*/ 122950 h 199999"/>
                <a:gd name="connsiteX147" fmla="*/ 311474 w 327867"/>
                <a:gd name="connsiteY147" fmla="*/ 122950 h 199999"/>
                <a:gd name="connsiteX148" fmla="*/ 311474 w 327867"/>
                <a:gd name="connsiteY148" fmla="*/ 122950 h 199999"/>
                <a:gd name="connsiteX149" fmla="*/ 314753 w 327867"/>
                <a:gd name="connsiteY149" fmla="*/ 122950 h 199999"/>
                <a:gd name="connsiteX150" fmla="*/ 318031 w 327867"/>
                <a:gd name="connsiteY150" fmla="*/ 122950 h 199999"/>
                <a:gd name="connsiteX151" fmla="*/ 319671 w 327867"/>
                <a:gd name="connsiteY151" fmla="*/ 122950 h 199999"/>
                <a:gd name="connsiteX152" fmla="*/ 321310 w 327867"/>
                <a:gd name="connsiteY152" fmla="*/ 122950 h 199999"/>
                <a:gd name="connsiteX153" fmla="*/ 322950 w 327867"/>
                <a:gd name="connsiteY153" fmla="*/ 124590 h 199999"/>
                <a:gd name="connsiteX154" fmla="*/ 324588 w 327867"/>
                <a:gd name="connsiteY154" fmla="*/ 124590 h 199999"/>
                <a:gd name="connsiteX155" fmla="*/ 326228 w 327867"/>
                <a:gd name="connsiteY155" fmla="*/ 126229 h 199999"/>
                <a:gd name="connsiteX156" fmla="*/ 327867 w 327867"/>
                <a:gd name="connsiteY156" fmla="*/ 129508 h 199999"/>
                <a:gd name="connsiteX157" fmla="*/ 326228 w 327867"/>
                <a:gd name="connsiteY157" fmla="*/ 132786 h 199999"/>
                <a:gd name="connsiteX158" fmla="*/ 327867 w 327867"/>
                <a:gd name="connsiteY158" fmla="*/ 134426 h 199999"/>
                <a:gd name="connsiteX159" fmla="*/ 327867 w 327867"/>
                <a:gd name="connsiteY159" fmla="*/ 137704 h 199999"/>
                <a:gd name="connsiteX160" fmla="*/ 327867 w 327867"/>
                <a:gd name="connsiteY160" fmla="*/ 140983 h 199999"/>
                <a:gd name="connsiteX161" fmla="*/ 327867 w 327867"/>
                <a:gd name="connsiteY161" fmla="*/ 142622 h 199999"/>
                <a:gd name="connsiteX162" fmla="*/ 326228 w 327867"/>
                <a:gd name="connsiteY162" fmla="*/ 145901 h 199999"/>
                <a:gd name="connsiteX163" fmla="*/ 324588 w 327867"/>
                <a:gd name="connsiteY163" fmla="*/ 149180 h 199999"/>
                <a:gd name="connsiteX164" fmla="*/ 319671 w 327867"/>
                <a:gd name="connsiteY164" fmla="*/ 149180 h 199999"/>
                <a:gd name="connsiteX165" fmla="*/ 316392 w 327867"/>
                <a:gd name="connsiteY165" fmla="*/ 149180 h 199999"/>
                <a:gd name="connsiteX166" fmla="*/ 313113 w 327867"/>
                <a:gd name="connsiteY166" fmla="*/ 150819 h 199999"/>
                <a:gd name="connsiteX167" fmla="*/ 308195 w 327867"/>
                <a:gd name="connsiteY167" fmla="*/ 152458 h 199999"/>
                <a:gd name="connsiteX168" fmla="*/ 304917 w 327867"/>
                <a:gd name="connsiteY168" fmla="*/ 152458 h 199999"/>
                <a:gd name="connsiteX169" fmla="*/ 308195 w 327867"/>
                <a:gd name="connsiteY169" fmla="*/ 149180 h 199999"/>
                <a:gd name="connsiteX170" fmla="*/ 306556 w 327867"/>
                <a:gd name="connsiteY170" fmla="*/ 144262 h 199999"/>
                <a:gd name="connsiteX171" fmla="*/ 306556 w 327867"/>
                <a:gd name="connsiteY171" fmla="*/ 140983 h 199999"/>
                <a:gd name="connsiteX172" fmla="*/ 306556 w 327867"/>
                <a:gd name="connsiteY172" fmla="*/ 140983 h 199999"/>
                <a:gd name="connsiteX173" fmla="*/ 304917 w 327867"/>
                <a:gd name="connsiteY173" fmla="*/ 140983 h 199999"/>
                <a:gd name="connsiteX174" fmla="*/ 303277 w 327867"/>
                <a:gd name="connsiteY174" fmla="*/ 140983 h 199999"/>
                <a:gd name="connsiteX175" fmla="*/ 299998 w 327867"/>
                <a:gd name="connsiteY175" fmla="*/ 144262 h 199999"/>
                <a:gd name="connsiteX176" fmla="*/ 303277 w 327867"/>
                <a:gd name="connsiteY176" fmla="*/ 147540 h 199999"/>
                <a:gd name="connsiteX177" fmla="*/ 301638 w 327867"/>
                <a:gd name="connsiteY177" fmla="*/ 152458 h 199999"/>
                <a:gd name="connsiteX178" fmla="*/ 298360 w 327867"/>
                <a:gd name="connsiteY178" fmla="*/ 155737 h 199999"/>
                <a:gd name="connsiteX179" fmla="*/ 298360 w 327867"/>
                <a:gd name="connsiteY179" fmla="*/ 155737 h 199999"/>
                <a:gd name="connsiteX180" fmla="*/ 301638 w 327867"/>
                <a:gd name="connsiteY180" fmla="*/ 155737 h 199999"/>
                <a:gd name="connsiteX181" fmla="*/ 306556 w 327867"/>
                <a:gd name="connsiteY181" fmla="*/ 154098 h 199999"/>
                <a:gd name="connsiteX182" fmla="*/ 304917 w 327867"/>
                <a:gd name="connsiteY182" fmla="*/ 155737 h 199999"/>
                <a:gd name="connsiteX183" fmla="*/ 301638 w 327867"/>
                <a:gd name="connsiteY183" fmla="*/ 155737 h 199999"/>
                <a:gd name="connsiteX184" fmla="*/ 298360 w 327867"/>
                <a:gd name="connsiteY184" fmla="*/ 159016 h 199999"/>
                <a:gd name="connsiteX185" fmla="*/ 299998 w 327867"/>
                <a:gd name="connsiteY185" fmla="*/ 162294 h 199999"/>
                <a:gd name="connsiteX186" fmla="*/ 303277 w 327867"/>
                <a:gd name="connsiteY186" fmla="*/ 159016 h 199999"/>
                <a:gd name="connsiteX187" fmla="*/ 301638 w 327867"/>
                <a:gd name="connsiteY187" fmla="*/ 162294 h 199999"/>
                <a:gd name="connsiteX188" fmla="*/ 298360 w 327867"/>
                <a:gd name="connsiteY188" fmla="*/ 165573 h 199999"/>
                <a:gd name="connsiteX189" fmla="*/ 296720 w 327867"/>
                <a:gd name="connsiteY189" fmla="*/ 168852 h 199999"/>
                <a:gd name="connsiteX190" fmla="*/ 295081 w 327867"/>
                <a:gd name="connsiteY190" fmla="*/ 173770 h 199999"/>
                <a:gd name="connsiteX191" fmla="*/ 296720 w 327867"/>
                <a:gd name="connsiteY191" fmla="*/ 177048 h 199999"/>
                <a:gd name="connsiteX192" fmla="*/ 296720 w 327867"/>
                <a:gd name="connsiteY192" fmla="*/ 180327 h 199999"/>
                <a:gd name="connsiteX193" fmla="*/ 296720 w 327867"/>
                <a:gd name="connsiteY193" fmla="*/ 183606 h 199999"/>
                <a:gd name="connsiteX194" fmla="*/ 296720 w 327867"/>
                <a:gd name="connsiteY194" fmla="*/ 188524 h 199999"/>
                <a:gd name="connsiteX195" fmla="*/ 295081 w 327867"/>
                <a:gd name="connsiteY195" fmla="*/ 191803 h 199999"/>
                <a:gd name="connsiteX196" fmla="*/ 295081 w 327867"/>
                <a:gd name="connsiteY196" fmla="*/ 195081 h 199999"/>
                <a:gd name="connsiteX197" fmla="*/ 293441 w 327867"/>
                <a:gd name="connsiteY197" fmla="*/ 195081 h 199999"/>
                <a:gd name="connsiteX198" fmla="*/ 291802 w 327867"/>
                <a:gd name="connsiteY198" fmla="*/ 195081 h 199999"/>
                <a:gd name="connsiteX199" fmla="*/ 286884 w 327867"/>
                <a:gd name="connsiteY199" fmla="*/ 195081 h 199999"/>
                <a:gd name="connsiteX200" fmla="*/ 283605 w 327867"/>
                <a:gd name="connsiteY200" fmla="*/ 195081 h 199999"/>
                <a:gd name="connsiteX201" fmla="*/ 280327 w 327867"/>
                <a:gd name="connsiteY201" fmla="*/ 193442 h 199999"/>
                <a:gd name="connsiteX202" fmla="*/ 277048 w 327867"/>
                <a:gd name="connsiteY202" fmla="*/ 191803 h 199999"/>
                <a:gd name="connsiteX203" fmla="*/ 273769 w 327867"/>
                <a:gd name="connsiteY203" fmla="*/ 188524 h 199999"/>
                <a:gd name="connsiteX204" fmla="*/ 270491 w 327867"/>
                <a:gd name="connsiteY204" fmla="*/ 185245 h 199999"/>
                <a:gd name="connsiteX205" fmla="*/ 267212 w 327867"/>
                <a:gd name="connsiteY205" fmla="*/ 186885 h 199999"/>
                <a:gd name="connsiteX206" fmla="*/ 263933 w 327867"/>
                <a:gd name="connsiteY206" fmla="*/ 185245 h 199999"/>
                <a:gd name="connsiteX207" fmla="*/ 260654 w 327867"/>
                <a:gd name="connsiteY207" fmla="*/ 183606 h 199999"/>
                <a:gd name="connsiteX208" fmla="*/ 255737 w 327867"/>
                <a:gd name="connsiteY208" fmla="*/ 183606 h 199999"/>
                <a:gd name="connsiteX209" fmla="*/ 252458 w 327867"/>
                <a:gd name="connsiteY209" fmla="*/ 183606 h 199999"/>
                <a:gd name="connsiteX210" fmla="*/ 249179 w 327867"/>
                <a:gd name="connsiteY210" fmla="*/ 180327 h 199999"/>
                <a:gd name="connsiteX211" fmla="*/ 249179 w 327867"/>
                <a:gd name="connsiteY211" fmla="*/ 178688 h 199999"/>
                <a:gd name="connsiteX212" fmla="*/ 247540 w 327867"/>
                <a:gd name="connsiteY212" fmla="*/ 178688 h 199999"/>
                <a:gd name="connsiteX213" fmla="*/ 244261 w 327867"/>
                <a:gd name="connsiteY213" fmla="*/ 178688 h 199999"/>
                <a:gd name="connsiteX214" fmla="*/ 242622 w 327867"/>
                <a:gd name="connsiteY214" fmla="*/ 178688 h 199999"/>
                <a:gd name="connsiteX215" fmla="*/ 240983 w 327867"/>
                <a:gd name="connsiteY215" fmla="*/ 178688 h 199999"/>
                <a:gd name="connsiteX216" fmla="*/ 236064 w 327867"/>
                <a:gd name="connsiteY216" fmla="*/ 178688 h 199999"/>
                <a:gd name="connsiteX217" fmla="*/ 234425 w 327867"/>
                <a:gd name="connsiteY217" fmla="*/ 178688 h 199999"/>
                <a:gd name="connsiteX218" fmla="*/ 231147 w 327867"/>
                <a:gd name="connsiteY218" fmla="*/ 180327 h 199999"/>
                <a:gd name="connsiteX219" fmla="*/ 229507 w 327867"/>
                <a:gd name="connsiteY219" fmla="*/ 180327 h 199999"/>
                <a:gd name="connsiteX220" fmla="*/ 226228 w 327867"/>
                <a:gd name="connsiteY220" fmla="*/ 181966 h 199999"/>
                <a:gd name="connsiteX221" fmla="*/ 226228 w 327867"/>
                <a:gd name="connsiteY221" fmla="*/ 181966 h 199999"/>
                <a:gd name="connsiteX222" fmla="*/ 221310 w 327867"/>
                <a:gd name="connsiteY222" fmla="*/ 181966 h 199999"/>
                <a:gd name="connsiteX223" fmla="*/ 219671 w 327867"/>
                <a:gd name="connsiteY223" fmla="*/ 183606 h 199999"/>
                <a:gd name="connsiteX224" fmla="*/ 218032 w 327867"/>
                <a:gd name="connsiteY224" fmla="*/ 183606 h 199999"/>
                <a:gd name="connsiteX225" fmla="*/ 216393 w 327867"/>
                <a:gd name="connsiteY225" fmla="*/ 183606 h 199999"/>
                <a:gd name="connsiteX226" fmla="*/ 214753 w 327867"/>
                <a:gd name="connsiteY226" fmla="*/ 183606 h 199999"/>
                <a:gd name="connsiteX227" fmla="*/ 214753 w 327867"/>
                <a:gd name="connsiteY227" fmla="*/ 183606 h 199999"/>
                <a:gd name="connsiteX228" fmla="*/ 213114 w 327867"/>
                <a:gd name="connsiteY228" fmla="*/ 183606 h 199999"/>
                <a:gd name="connsiteX229" fmla="*/ 213114 w 327867"/>
                <a:gd name="connsiteY229" fmla="*/ 185245 h 199999"/>
                <a:gd name="connsiteX230" fmla="*/ 211474 w 327867"/>
                <a:gd name="connsiteY230" fmla="*/ 185245 h 199999"/>
                <a:gd name="connsiteX231" fmla="*/ 211474 w 327867"/>
                <a:gd name="connsiteY231" fmla="*/ 185245 h 199999"/>
                <a:gd name="connsiteX232" fmla="*/ 208196 w 327867"/>
                <a:gd name="connsiteY232" fmla="*/ 186885 h 199999"/>
                <a:gd name="connsiteX233" fmla="*/ 206557 w 327867"/>
                <a:gd name="connsiteY233" fmla="*/ 186885 h 199999"/>
                <a:gd name="connsiteX234" fmla="*/ 206557 w 327867"/>
                <a:gd name="connsiteY234" fmla="*/ 188524 h 199999"/>
                <a:gd name="connsiteX235" fmla="*/ 206557 w 327867"/>
                <a:gd name="connsiteY235" fmla="*/ 188524 h 199999"/>
                <a:gd name="connsiteX236" fmla="*/ 204917 w 327867"/>
                <a:gd name="connsiteY236" fmla="*/ 190163 h 199999"/>
                <a:gd name="connsiteX237" fmla="*/ 204917 w 327867"/>
                <a:gd name="connsiteY237" fmla="*/ 190163 h 199999"/>
                <a:gd name="connsiteX238" fmla="*/ 203278 w 327867"/>
                <a:gd name="connsiteY238" fmla="*/ 190163 h 199999"/>
                <a:gd name="connsiteX239" fmla="*/ 201638 w 327867"/>
                <a:gd name="connsiteY239" fmla="*/ 191803 h 199999"/>
                <a:gd name="connsiteX240" fmla="*/ 201638 w 327867"/>
                <a:gd name="connsiteY240" fmla="*/ 193442 h 199999"/>
                <a:gd name="connsiteX241" fmla="*/ 201638 w 327867"/>
                <a:gd name="connsiteY241" fmla="*/ 193442 h 199999"/>
                <a:gd name="connsiteX242" fmla="*/ 201638 w 327867"/>
                <a:gd name="connsiteY242" fmla="*/ 193442 h 199999"/>
                <a:gd name="connsiteX243" fmla="*/ 198360 w 327867"/>
                <a:gd name="connsiteY243" fmla="*/ 195081 h 199999"/>
                <a:gd name="connsiteX244" fmla="*/ 196720 w 327867"/>
                <a:gd name="connsiteY244" fmla="*/ 198360 h 199999"/>
                <a:gd name="connsiteX245" fmla="*/ 195081 w 327867"/>
                <a:gd name="connsiteY245" fmla="*/ 198360 h 199999"/>
                <a:gd name="connsiteX246" fmla="*/ 191803 w 327867"/>
                <a:gd name="connsiteY246" fmla="*/ 198360 h 199999"/>
                <a:gd name="connsiteX247" fmla="*/ 190163 w 327867"/>
                <a:gd name="connsiteY247" fmla="*/ 199999 h 199999"/>
                <a:gd name="connsiteX248" fmla="*/ 188524 w 327867"/>
                <a:gd name="connsiteY248" fmla="*/ 199999 h 199999"/>
                <a:gd name="connsiteX249" fmla="*/ 186884 w 327867"/>
                <a:gd name="connsiteY249" fmla="*/ 199999 h 199999"/>
                <a:gd name="connsiteX250" fmla="*/ 186884 w 327867"/>
                <a:gd name="connsiteY250" fmla="*/ 199999 h 199999"/>
                <a:gd name="connsiteX251" fmla="*/ 183606 w 327867"/>
                <a:gd name="connsiteY251" fmla="*/ 199999 h 199999"/>
                <a:gd name="connsiteX252" fmla="*/ 180327 w 327867"/>
                <a:gd name="connsiteY252" fmla="*/ 199999 h 199999"/>
                <a:gd name="connsiteX253" fmla="*/ 178688 w 327867"/>
                <a:gd name="connsiteY253" fmla="*/ 198360 h 199999"/>
                <a:gd name="connsiteX254" fmla="*/ 175409 w 327867"/>
                <a:gd name="connsiteY254" fmla="*/ 198360 h 199999"/>
                <a:gd name="connsiteX255" fmla="*/ 173770 w 327867"/>
                <a:gd name="connsiteY255" fmla="*/ 198360 h 199999"/>
                <a:gd name="connsiteX256" fmla="*/ 173770 w 327867"/>
                <a:gd name="connsiteY256" fmla="*/ 198360 h 199999"/>
                <a:gd name="connsiteX257" fmla="*/ 170491 w 327867"/>
                <a:gd name="connsiteY257" fmla="*/ 196720 h 199999"/>
                <a:gd name="connsiteX258" fmla="*/ 170491 w 327867"/>
                <a:gd name="connsiteY258" fmla="*/ 196720 h 199999"/>
                <a:gd name="connsiteX259" fmla="*/ 167213 w 327867"/>
                <a:gd name="connsiteY259" fmla="*/ 196720 h 199999"/>
                <a:gd name="connsiteX260" fmla="*/ 163934 w 327867"/>
                <a:gd name="connsiteY260" fmla="*/ 196720 h 199999"/>
                <a:gd name="connsiteX261" fmla="*/ 163934 w 327867"/>
                <a:gd name="connsiteY261" fmla="*/ 196720 h 199999"/>
                <a:gd name="connsiteX262" fmla="*/ 160655 w 327867"/>
                <a:gd name="connsiteY262" fmla="*/ 196720 h 199999"/>
                <a:gd name="connsiteX263" fmla="*/ 159016 w 327867"/>
                <a:gd name="connsiteY263" fmla="*/ 196720 h 199999"/>
                <a:gd name="connsiteX264" fmla="*/ 155737 w 327867"/>
                <a:gd name="connsiteY264" fmla="*/ 195081 h 199999"/>
                <a:gd name="connsiteX265" fmla="*/ 152458 w 327867"/>
                <a:gd name="connsiteY265" fmla="*/ 195081 h 199999"/>
                <a:gd name="connsiteX266" fmla="*/ 150819 w 327867"/>
                <a:gd name="connsiteY266" fmla="*/ 196720 h 199999"/>
                <a:gd name="connsiteX267" fmla="*/ 149180 w 327867"/>
                <a:gd name="connsiteY267" fmla="*/ 196720 h 199999"/>
                <a:gd name="connsiteX268" fmla="*/ 147540 w 327867"/>
                <a:gd name="connsiteY268" fmla="*/ 198360 h 199999"/>
                <a:gd name="connsiteX269" fmla="*/ 144261 w 327867"/>
                <a:gd name="connsiteY269" fmla="*/ 198360 h 199999"/>
                <a:gd name="connsiteX270" fmla="*/ 140983 w 327867"/>
                <a:gd name="connsiteY270" fmla="*/ 198360 h 199999"/>
                <a:gd name="connsiteX271" fmla="*/ 139344 w 327867"/>
                <a:gd name="connsiteY271" fmla="*/ 198360 h 199999"/>
                <a:gd name="connsiteX272" fmla="*/ 139344 w 327867"/>
                <a:gd name="connsiteY272" fmla="*/ 196720 h 199999"/>
                <a:gd name="connsiteX273" fmla="*/ 137704 w 327867"/>
                <a:gd name="connsiteY273" fmla="*/ 196720 h 199999"/>
                <a:gd name="connsiteX274" fmla="*/ 136065 w 327867"/>
                <a:gd name="connsiteY274" fmla="*/ 196720 h 199999"/>
                <a:gd name="connsiteX275" fmla="*/ 134426 w 327867"/>
                <a:gd name="connsiteY275" fmla="*/ 195081 h 199999"/>
                <a:gd name="connsiteX276" fmla="*/ 131147 w 327867"/>
                <a:gd name="connsiteY276" fmla="*/ 195081 h 199999"/>
                <a:gd name="connsiteX277" fmla="*/ 129508 w 327867"/>
                <a:gd name="connsiteY277" fmla="*/ 193442 h 199999"/>
                <a:gd name="connsiteX278" fmla="*/ 126229 w 327867"/>
                <a:gd name="connsiteY278" fmla="*/ 193442 h 199999"/>
                <a:gd name="connsiteX279" fmla="*/ 124590 w 327867"/>
                <a:gd name="connsiteY279" fmla="*/ 193442 h 199999"/>
                <a:gd name="connsiteX280" fmla="*/ 122950 w 327867"/>
                <a:gd name="connsiteY280" fmla="*/ 193442 h 199999"/>
                <a:gd name="connsiteX281" fmla="*/ 119671 w 327867"/>
                <a:gd name="connsiteY281" fmla="*/ 191803 h 199999"/>
                <a:gd name="connsiteX282" fmla="*/ 118032 w 327867"/>
                <a:gd name="connsiteY282" fmla="*/ 191803 h 199999"/>
                <a:gd name="connsiteX283" fmla="*/ 118032 w 327867"/>
                <a:gd name="connsiteY283" fmla="*/ 191803 h 199999"/>
                <a:gd name="connsiteX284" fmla="*/ 114754 w 327867"/>
                <a:gd name="connsiteY284" fmla="*/ 190163 h 199999"/>
                <a:gd name="connsiteX285" fmla="*/ 113114 w 327867"/>
                <a:gd name="connsiteY285" fmla="*/ 191803 h 199999"/>
                <a:gd name="connsiteX286" fmla="*/ 109836 w 327867"/>
                <a:gd name="connsiteY286" fmla="*/ 191803 h 199999"/>
                <a:gd name="connsiteX287" fmla="*/ 108196 w 327867"/>
                <a:gd name="connsiteY287" fmla="*/ 191803 h 199999"/>
                <a:gd name="connsiteX288" fmla="*/ 106557 w 327867"/>
                <a:gd name="connsiteY288" fmla="*/ 191803 h 199999"/>
                <a:gd name="connsiteX289" fmla="*/ 103278 w 327867"/>
                <a:gd name="connsiteY289" fmla="*/ 193442 h 199999"/>
                <a:gd name="connsiteX290" fmla="*/ 103278 w 327867"/>
                <a:gd name="connsiteY290" fmla="*/ 193442 h 199999"/>
                <a:gd name="connsiteX291" fmla="*/ 101639 w 327867"/>
                <a:gd name="connsiteY291" fmla="*/ 193442 h 199999"/>
                <a:gd name="connsiteX292" fmla="*/ 100000 w 327867"/>
                <a:gd name="connsiteY292" fmla="*/ 193442 h 199999"/>
                <a:gd name="connsiteX293" fmla="*/ 98360 w 327867"/>
                <a:gd name="connsiteY293" fmla="*/ 191803 h 199999"/>
                <a:gd name="connsiteX294" fmla="*/ 98360 w 327867"/>
                <a:gd name="connsiteY294" fmla="*/ 191803 h 199999"/>
                <a:gd name="connsiteX295" fmla="*/ 95081 w 327867"/>
                <a:gd name="connsiteY295" fmla="*/ 190163 h 199999"/>
                <a:gd name="connsiteX296" fmla="*/ 95081 w 327867"/>
                <a:gd name="connsiteY296" fmla="*/ 188524 h 199999"/>
                <a:gd name="connsiteX297" fmla="*/ 95081 w 327867"/>
                <a:gd name="connsiteY297" fmla="*/ 188524 h 199999"/>
                <a:gd name="connsiteX298" fmla="*/ 95081 w 327867"/>
                <a:gd name="connsiteY298" fmla="*/ 186885 h 199999"/>
                <a:gd name="connsiteX299" fmla="*/ 95081 w 327867"/>
                <a:gd name="connsiteY299" fmla="*/ 186885 h 199999"/>
                <a:gd name="connsiteX300" fmla="*/ 95081 w 327867"/>
                <a:gd name="connsiteY300" fmla="*/ 185245 h 199999"/>
                <a:gd name="connsiteX301" fmla="*/ 96721 w 327867"/>
                <a:gd name="connsiteY301" fmla="*/ 185245 h 199999"/>
                <a:gd name="connsiteX302" fmla="*/ 98360 w 327867"/>
                <a:gd name="connsiteY302" fmla="*/ 183606 h 199999"/>
                <a:gd name="connsiteX303" fmla="*/ 100000 w 327867"/>
                <a:gd name="connsiteY303" fmla="*/ 183606 h 199999"/>
                <a:gd name="connsiteX304" fmla="*/ 100000 w 327867"/>
                <a:gd name="connsiteY304" fmla="*/ 180327 h 199999"/>
                <a:gd name="connsiteX305" fmla="*/ 100000 w 327867"/>
                <a:gd name="connsiteY305" fmla="*/ 180327 h 199999"/>
                <a:gd name="connsiteX306" fmla="*/ 95081 w 327867"/>
                <a:gd name="connsiteY306" fmla="*/ 178688 h 199999"/>
                <a:gd name="connsiteX307" fmla="*/ 91803 w 327867"/>
                <a:gd name="connsiteY307" fmla="*/ 177048 h 199999"/>
                <a:gd name="connsiteX308" fmla="*/ 88524 w 327867"/>
                <a:gd name="connsiteY308" fmla="*/ 175409 h 199999"/>
                <a:gd name="connsiteX309" fmla="*/ 85246 w 327867"/>
                <a:gd name="connsiteY309" fmla="*/ 172130 h 199999"/>
                <a:gd name="connsiteX310" fmla="*/ 85246 w 327867"/>
                <a:gd name="connsiteY310" fmla="*/ 172130 h 199999"/>
                <a:gd name="connsiteX311" fmla="*/ 85246 w 327867"/>
                <a:gd name="connsiteY311" fmla="*/ 172130 h 199999"/>
                <a:gd name="connsiteX312" fmla="*/ 81967 w 327867"/>
                <a:gd name="connsiteY312" fmla="*/ 167213 h 199999"/>
                <a:gd name="connsiteX313" fmla="*/ 81967 w 327867"/>
                <a:gd name="connsiteY313" fmla="*/ 165573 h 199999"/>
                <a:gd name="connsiteX314" fmla="*/ 81967 w 327867"/>
                <a:gd name="connsiteY314" fmla="*/ 165573 h 199999"/>
                <a:gd name="connsiteX315" fmla="*/ 80327 w 327867"/>
                <a:gd name="connsiteY315" fmla="*/ 163934 h 199999"/>
                <a:gd name="connsiteX316" fmla="*/ 80327 w 327867"/>
                <a:gd name="connsiteY316" fmla="*/ 163934 h 199999"/>
                <a:gd name="connsiteX317" fmla="*/ 85246 w 327867"/>
                <a:gd name="connsiteY317" fmla="*/ 160655 h 199999"/>
                <a:gd name="connsiteX318" fmla="*/ 88524 w 327867"/>
                <a:gd name="connsiteY318" fmla="*/ 162294 h 199999"/>
                <a:gd name="connsiteX319" fmla="*/ 90164 w 327867"/>
                <a:gd name="connsiteY319" fmla="*/ 160655 h 199999"/>
                <a:gd name="connsiteX320" fmla="*/ 86885 w 327867"/>
                <a:gd name="connsiteY320" fmla="*/ 157376 h 199999"/>
                <a:gd name="connsiteX321" fmla="*/ 83606 w 327867"/>
                <a:gd name="connsiteY321" fmla="*/ 157376 h 199999"/>
                <a:gd name="connsiteX322" fmla="*/ 80327 w 327867"/>
                <a:gd name="connsiteY322" fmla="*/ 154098 h 199999"/>
                <a:gd name="connsiteX323" fmla="*/ 77049 w 327867"/>
                <a:gd name="connsiteY323" fmla="*/ 155737 h 199999"/>
                <a:gd name="connsiteX324" fmla="*/ 73770 w 327867"/>
                <a:gd name="connsiteY324" fmla="*/ 159016 h 199999"/>
                <a:gd name="connsiteX325" fmla="*/ 72131 w 327867"/>
                <a:gd name="connsiteY325" fmla="*/ 159016 h 199999"/>
                <a:gd name="connsiteX326" fmla="*/ 70491 w 327867"/>
                <a:gd name="connsiteY326" fmla="*/ 162294 h 199999"/>
                <a:gd name="connsiteX327" fmla="*/ 67213 w 327867"/>
                <a:gd name="connsiteY327" fmla="*/ 162294 h 199999"/>
                <a:gd name="connsiteX328" fmla="*/ 65573 w 327867"/>
                <a:gd name="connsiteY328" fmla="*/ 159016 h 199999"/>
                <a:gd name="connsiteX329" fmla="*/ 63934 w 327867"/>
                <a:gd name="connsiteY329" fmla="*/ 159016 h 199999"/>
                <a:gd name="connsiteX330" fmla="*/ 63934 w 327867"/>
                <a:gd name="connsiteY330" fmla="*/ 157376 h 199999"/>
                <a:gd name="connsiteX331" fmla="*/ 60656 w 327867"/>
                <a:gd name="connsiteY331" fmla="*/ 155737 h 199999"/>
                <a:gd name="connsiteX332" fmla="*/ 55737 w 327867"/>
                <a:gd name="connsiteY332" fmla="*/ 155737 h 199999"/>
                <a:gd name="connsiteX333" fmla="*/ 52459 w 327867"/>
                <a:gd name="connsiteY333" fmla="*/ 155737 h 199999"/>
                <a:gd name="connsiteX334" fmla="*/ 50820 w 327867"/>
                <a:gd name="connsiteY334" fmla="*/ 152458 h 199999"/>
                <a:gd name="connsiteX335" fmla="*/ 49180 w 327867"/>
                <a:gd name="connsiteY335" fmla="*/ 152458 h 199999"/>
                <a:gd name="connsiteX336" fmla="*/ 45901 w 327867"/>
                <a:gd name="connsiteY336" fmla="*/ 150819 h 199999"/>
                <a:gd name="connsiteX337" fmla="*/ 42623 w 327867"/>
                <a:gd name="connsiteY337" fmla="*/ 150819 h 199999"/>
                <a:gd name="connsiteX338" fmla="*/ 40983 w 327867"/>
                <a:gd name="connsiteY338" fmla="*/ 149180 h 199999"/>
                <a:gd name="connsiteX339" fmla="*/ 44262 w 327867"/>
                <a:gd name="connsiteY339" fmla="*/ 145901 h 199999"/>
                <a:gd name="connsiteX340" fmla="*/ 44262 w 327867"/>
                <a:gd name="connsiteY340" fmla="*/ 142622 h 199999"/>
                <a:gd name="connsiteX341" fmla="*/ 40983 w 327867"/>
                <a:gd name="connsiteY341" fmla="*/ 140983 h 199999"/>
                <a:gd name="connsiteX342" fmla="*/ 44262 w 327867"/>
                <a:gd name="connsiteY342" fmla="*/ 137704 h 199999"/>
                <a:gd name="connsiteX343" fmla="*/ 44262 w 327867"/>
                <a:gd name="connsiteY343" fmla="*/ 132786 h 199999"/>
                <a:gd name="connsiteX344" fmla="*/ 44262 w 327867"/>
                <a:gd name="connsiteY344" fmla="*/ 132786 h 199999"/>
                <a:gd name="connsiteX345" fmla="*/ 40983 w 327867"/>
                <a:gd name="connsiteY345" fmla="*/ 131147 h 199999"/>
                <a:gd name="connsiteX346" fmla="*/ 37705 w 327867"/>
                <a:gd name="connsiteY346" fmla="*/ 131147 h 199999"/>
                <a:gd name="connsiteX347" fmla="*/ 36066 w 327867"/>
                <a:gd name="connsiteY347" fmla="*/ 131147 h 199999"/>
                <a:gd name="connsiteX348" fmla="*/ 36066 w 327867"/>
                <a:gd name="connsiteY348" fmla="*/ 129508 h 199999"/>
                <a:gd name="connsiteX349" fmla="*/ 31147 w 327867"/>
                <a:gd name="connsiteY349" fmla="*/ 127868 h 199999"/>
                <a:gd name="connsiteX350" fmla="*/ 29508 w 327867"/>
                <a:gd name="connsiteY350" fmla="*/ 127868 h 199999"/>
                <a:gd name="connsiteX351" fmla="*/ 24590 w 327867"/>
                <a:gd name="connsiteY351" fmla="*/ 124590 h 199999"/>
                <a:gd name="connsiteX352" fmla="*/ 22951 w 327867"/>
                <a:gd name="connsiteY352" fmla="*/ 122950 h 199999"/>
                <a:gd name="connsiteX353" fmla="*/ 21311 w 327867"/>
                <a:gd name="connsiteY353" fmla="*/ 121311 h 199999"/>
                <a:gd name="connsiteX354" fmla="*/ 19672 w 327867"/>
                <a:gd name="connsiteY354" fmla="*/ 119672 h 199999"/>
                <a:gd name="connsiteX355" fmla="*/ 21311 w 327867"/>
                <a:gd name="connsiteY355" fmla="*/ 118032 h 199999"/>
                <a:gd name="connsiteX356" fmla="*/ 18033 w 327867"/>
                <a:gd name="connsiteY356" fmla="*/ 114754 h 199999"/>
                <a:gd name="connsiteX357" fmla="*/ 19672 w 327867"/>
                <a:gd name="connsiteY357" fmla="*/ 111475 h 199999"/>
                <a:gd name="connsiteX358" fmla="*/ 19672 w 327867"/>
                <a:gd name="connsiteY358" fmla="*/ 108196 h 199999"/>
                <a:gd name="connsiteX359" fmla="*/ 16393 w 327867"/>
                <a:gd name="connsiteY359" fmla="*/ 108196 h 199999"/>
                <a:gd name="connsiteX360" fmla="*/ 14754 w 327867"/>
                <a:gd name="connsiteY360" fmla="*/ 106557 h 199999"/>
                <a:gd name="connsiteX361" fmla="*/ 14754 w 327867"/>
                <a:gd name="connsiteY361" fmla="*/ 106557 h 199999"/>
                <a:gd name="connsiteX362" fmla="*/ 11476 w 327867"/>
                <a:gd name="connsiteY362" fmla="*/ 103278 h 199999"/>
                <a:gd name="connsiteX363" fmla="*/ 8197 w 327867"/>
                <a:gd name="connsiteY363" fmla="*/ 101639 h 199999"/>
                <a:gd name="connsiteX364" fmla="*/ 4918 w 327867"/>
                <a:gd name="connsiteY364" fmla="*/ 98360 h 199999"/>
                <a:gd name="connsiteX365" fmla="*/ 1639 w 327867"/>
                <a:gd name="connsiteY365" fmla="*/ 95082 h 199999"/>
                <a:gd name="connsiteX366" fmla="*/ 0 w 327867"/>
                <a:gd name="connsiteY366" fmla="*/ 93442 h 199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327867" h="199999">
                  <a:moveTo>
                    <a:pt x="0" y="93442"/>
                  </a:moveTo>
                  <a:lnTo>
                    <a:pt x="4918" y="91803"/>
                  </a:lnTo>
                  <a:lnTo>
                    <a:pt x="8197" y="91803"/>
                  </a:lnTo>
                  <a:lnTo>
                    <a:pt x="8197" y="90164"/>
                  </a:lnTo>
                  <a:lnTo>
                    <a:pt x="11476" y="91803"/>
                  </a:lnTo>
                  <a:lnTo>
                    <a:pt x="14754" y="91803"/>
                  </a:lnTo>
                  <a:lnTo>
                    <a:pt x="14754" y="91803"/>
                  </a:lnTo>
                  <a:lnTo>
                    <a:pt x="16393" y="90164"/>
                  </a:lnTo>
                  <a:lnTo>
                    <a:pt x="18033" y="86885"/>
                  </a:lnTo>
                  <a:lnTo>
                    <a:pt x="18033" y="86885"/>
                  </a:lnTo>
                  <a:lnTo>
                    <a:pt x="21311" y="86885"/>
                  </a:lnTo>
                  <a:lnTo>
                    <a:pt x="26229" y="86885"/>
                  </a:lnTo>
                  <a:lnTo>
                    <a:pt x="29508" y="85246"/>
                  </a:lnTo>
                  <a:lnTo>
                    <a:pt x="31147" y="81967"/>
                  </a:lnTo>
                  <a:lnTo>
                    <a:pt x="32787" y="80328"/>
                  </a:lnTo>
                  <a:lnTo>
                    <a:pt x="34426" y="77049"/>
                  </a:lnTo>
                  <a:lnTo>
                    <a:pt x="34426" y="72131"/>
                  </a:lnTo>
                  <a:lnTo>
                    <a:pt x="36066" y="70492"/>
                  </a:lnTo>
                  <a:lnTo>
                    <a:pt x="36066" y="70492"/>
                  </a:lnTo>
                  <a:lnTo>
                    <a:pt x="39344" y="70492"/>
                  </a:lnTo>
                  <a:lnTo>
                    <a:pt x="40983" y="68852"/>
                  </a:lnTo>
                  <a:lnTo>
                    <a:pt x="40983" y="65573"/>
                  </a:lnTo>
                  <a:lnTo>
                    <a:pt x="42623" y="62295"/>
                  </a:lnTo>
                  <a:lnTo>
                    <a:pt x="45901" y="57377"/>
                  </a:lnTo>
                  <a:lnTo>
                    <a:pt x="47541" y="54098"/>
                  </a:lnTo>
                  <a:lnTo>
                    <a:pt x="45901" y="54098"/>
                  </a:lnTo>
                  <a:lnTo>
                    <a:pt x="49180" y="50820"/>
                  </a:lnTo>
                  <a:lnTo>
                    <a:pt x="50820" y="49180"/>
                  </a:lnTo>
                  <a:lnTo>
                    <a:pt x="50820" y="49180"/>
                  </a:lnTo>
                  <a:lnTo>
                    <a:pt x="52459" y="45901"/>
                  </a:lnTo>
                  <a:lnTo>
                    <a:pt x="52459" y="40983"/>
                  </a:lnTo>
                  <a:lnTo>
                    <a:pt x="57377" y="37705"/>
                  </a:lnTo>
                  <a:lnTo>
                    <a:pt x="57377" y="34426"/>
                  </a:lnTo>
                  <a:lnTo>
                    <a:pt x="57377" y="32787"/>
                  </a:lnTo>
                  <a:lnTo>
                    <a:pt x="57377" y="32787"/>
                  </a:lnTo>
                  <a:lnTo>
                    <a:pt x="60656" y="29508"/>
                  </a:lnTo>
                  <a:lnTo>
                    <a:pt x="62295" y="27869"/>
                  </a:lnTo>
                  <a:lnTo>
                    <a:pt x="63934" y="24590"/>
                  </a:lnTo>
                  <a:lnTo>
                    <a:pt x="67213" y="22951"/>
                  </a:lnTo>
                  <a:lnTo>
                    <a:pt x="70491" y="21311"/>
                  </a:lnTo>
                  <a:lnTo>
                    <a:pt x="73770" y="21311"/>
                  </a:lnTo>
                  <a:lnTo>
                    <a:pt x="77049" y="21311"/>
                  </a:lnTo>
                  <a:lnTo>
                    <a:pt x="78688" y="19672"/>
                  </a:lnTo>
                  <a:lnTo>
                    <a:pt x="83606" y="16393"/>
                  </a:lnTo>
                  <a:lnTo>
                    <a:pt x="85246" y="13115"/>
                  </a:lnTo>
                  <a:lnTo>
                    <a:pt x="88524" y="11476"/>
                  </a:lnTo>
                  <a:lnTo>
                    <a:pt x="93442" y="8197"/>
                  </a:lnTo>
                  <a:lnTo>
                    <a:pt x="96721" y="8197"/>
                  </a:lnTo>
                  <a:lnTo>
                    <a:pt x="100000" y="9836"/>
                  </a:lnTo>
                  <a:lnTo>
                    <a:pt x="103278" y="11476"/>
                  </a:lnTo>
                  <a:lnTo>
                    <a:pt x="106557" y="11476"/>
                  </a:lnTo>
                  <a:lnTo>
                    <a:pt x="108196" y="11476"/>
                  </a:lnTo>
                  <a:lnTo>
                    <a:pt x="109836" y="11476"/>
                  </a:lnTo>
                  <a:lnTo>
                    <a:pt x="114754" y="13115"/>
                  </a:lnTo>
                  <a:lnTo>
                    <a:pt x="116393" y="13115"/>
                  </a:lnTo>
                  <a:lnTo>
                    <a:pt x="119671" y="14754"/>
                  </a:lnTo>
                  <a:lnTo>
                    <a:pt x="121311" y="13115"/>
                  </a:lnTo>
                  <a:lnTo>
                    <a:pt x="124590" y="13115"/>
                  </a:lnTo>
                  <a:lnTo>
                    <a:pt x="129508" y="14754"/>
                  </a:lnTo>
                  <a:lnTo>
                    <a:pt x="129508" y="14754"/>
                  </a:lnTo>
                  <a:lnTo>
                    <a:pt x="132786" y="14754"/>
                  </a:lnTo>
                  <a:lnTo>
                    <a:pt x="137704" y="13115"/>
                  </a:lnTo>
                  <a:lnTo>
                    <a:pt x="140983" y="13115"/>
                  </a:lnTo>
                  <a:lnTo>
                    <a:pt x="142623" y="13115"/>
                  </a:lnTo>
                  <a:lnTo>
                    <a:pt x="145901" y="18033"/>
                  </a:lnTo>
                  <a:lnTo>
                    <a:pt x="150819" y="19672"/>
                  </a:lnTo>
                  <a:lnTo>
                    <a:pt x="154098" y="22951"/>
                  </a:lnTo>
                  <a:lnTo>
                    <a:pt x="155737" y="24590"/>
                  </a:lnTo>
                  <a:lnTo>
                    <a:pt x="157376" y="22951"/>
                  </a:lnTo>
                  <a:lnTo>
                    <a:pt x="157376" y="22951"/>
                  </a:lnTo>
                  <a:lnTo>
                    <a:pt x="162294" y="22951"/>
                  </a:lnTo>
                  <a:lnTo>
                    <a:pt x="163934" y="18033"/>
                  </a:lnTo>
                  <a:lnTo>
                    <a:pt x="167213" y="14754"/>
                  </a:lnTo>
                  <a:lnTo>
                    <a:pt x="172130" y="14754"/>
                  </a:lnTo>
                  <a:lnTo>
                    <a:pt x="175409" y="14754"/>
                  </a:lnTo>
                  <a:lnTo>
                    <a:pt x="178688" y="14754"/>
                  </a:lnTo>
                  <a:lnTo>
                    <a:pt x="181966" y="14754"/>
                  </a:lnTo>
                  <a:lnTo>
                    <a:pt x="185245" y="13115"/>
                  </a:lnTo>
                  <a:lnTo>
                    <a:pt x="190163" y="13115"/>
                  </a:lnTo>
                  <a:lnTo>
                    <a:pt x="191803" y="13115"/>
                  </a:lnTo>
                  <a:lnTo>
                    <a:pt x="193442" y="13115"/>
                  </a:lnTo>
                  <a:lnTo>
                    <a:pt x="195081" y="13115"/>
                  </a:lnTo>
                  <a:lnTo>
                    <a:pt x="196720" y="11476"/>
                  </a:lnTo>
                  <a:lnTo>
                    <a:pt x="199999" y="8197"/>
                  </a:lnTo>
                  <a:lnTo>
                    <a:pt x="201638" y="4918"/>
                  </a:lnTo>
                  <a:lnTo>
                    <a:pt x="201638" y="3279"/>
                  </a:lnTo>
                  <a:lnTo>
                    <a:pt x="204917" y="3279"/>
                  </a:lnTo>
                  <a:lnTo>
                    <a:pt x="208196" y="3279"/>
                  </a:lnTo>
                  <a:lnTo>
                    <a:pt x="211474" y="0"/>
                  </a:lnTo>
                  <a:lnTo>
                    <a:pt x="214753" y="1639"/>
                  </a:lnTo>
                  <a:lnTo>
                    <a:pt x="219671" y="1639"/>
                  </a:lnTo>
                  <a:lnTo>
                    <a:pt x="222950" y="4918"/>
                  </a:lnTo>
                  <a:lnTo>
                    <a:pt x="226228" y="8197"/>
                  </a:lnTo>
                  <a:lnTo>
                    <a:pt x="229507" y="11476"/>
                  </a:lnTo>
                  <a:lnTo>
                    <a:pt x="229507" y="11476"/>
                  </a:lnTo>
                  <a:lnTo>
                    <a:pt x="231147" y="13115"/>
                  </a:lnTo>
                  <a:lnTo>
                    <a:pt x="232786" y="16393"/>
                  </a:lnTo>
                  <a:lnTo>
                    <a:pt x="234425" y="21311"/>
                  </a:lnTo>
                  <a:lnTo>
                    <a:pt x="234425" y="24590"/>
                  </a:lnTo>
                  <a:lnTo>
                    <a:pt x="239343" y="27869"/>
                  </a:lnTo>
                  <a:lnTo>
                    <a:pt x="239343" y="29508"/>
                  </a:lnTo>
                  <a:lnTo>
                    <a:pt x="242622" y="32787"/>
                  </a:lnTo>
                  <a:lnTo>
                    <a:pt x="242622" y="34426"/>
                  </a:lnTo>
                  <a:lnTo>
                    <a:pt x="247540" y="34426"/>
                  </a:lnTo>
                  <a:lnTo>
                    <a:pt x="247540" y="39344"/>
                  </a:lnTo>
                  <a:lnTo>
                    <a:pt x="250818" y="42623"/>
                  </a:lnTo>
                  <a:lnTo>
                    <a:pt x="254097" y="45901"/>
                  </a:lnTo>
                  <a:lnTo>
                    <a:pt x="254097" y="45901"/>
                  </a:lnTo>
                  <a:lnTo>
                    <a:pt x="255737" y="49180"/>
                  </a:lnTo>
                  <a:lnTo>
                    <a:pt x="259015" y="50820"/>
                  </a:lnTo>
                  <a:lnTo>
                    <a:pt x="262294" y="54098"/>
                  </a:lnTo>
                  <a:lnTo>
                    <a:pt x="265573" y="57377"/>
                  </a:lnTo>
                  <a:lnTo>
                    <a:pt x="267212" y="60656"/>
                  </a:lnTo>
                  <a:lnTo>
                    <a:pt x="268851" y="63934"/>
                  </a:lnTo>
                  <a:lnTo>
                    <a:pt x="268851" y="63934"/>
                  </a:lnTo>
                  <a:lnTo>
                    <a:pt x="270491" y="67213"/>
                  </a:lnTo>
                  <a:lnTo>
                    <a:pt x="272130" y="70492"/>
                  </a:lnTo>
                  <a:lnTo>
                    <a:pt x="272130" y="75410"/>
                  </a:lnTo>
                  <a:lnTo>
                    <a:pt x="273769" y="78688"/>
                  </a:lnTo>
                  <a:lnTo>
                    <a:pt x="272130" y="81967"/>
                  </a:lnTo>
                  <a:lnTo>
                    <a:pt x="270491" y="85246"/>
                  </a:lnTo>
                  <a:lnTo>
                    <a:pt x="270491" y="86885"/>
                  </a:lnTo>
                  <a:lnTo>
                    <a:pt x="268851" y="88524"/>
                  </a:lnTo>
                  <a:lnTo>
                    <a:pt x="270491" y="91803"/>
                  </a:lnTo>
                  <a:lnTo>
                    <a:pt x="270491" y="93442"/>
                  </a:lnTo>
                  <a:lnTo>
                    <a:pt x="268851" y="98360"/>
                  </a:lnTo>
                  <a:lnTo>
                    <a:pt x="270491" y="101639"/>
                  </a:lnTo>
                  <a:lnTo>
                    <a:pt x="270491" y="104918"/>
                  </a:lnTo>
                  <a:lnTo>
                    <a:pt x="272130" y="108196"/>
                  </a:lnTo>
                  <a:lnTo>
                    <a:pt x="273769" y="113114"/>
                  </a:lnTo>
                  <a:lnTo>
                    <a:pt x="272130" y="116393"/>
                  </a:lnTo>
                  <a:lnTo>
                    <a:pt x="273769" y="119672"/>
                  </a:lnTo>
                  <a:lnTo>
                    <a:pt x="275408" y="121311"/>
                  </a:lnTo>
                  <a:lnTo>
                    <a:pt x="275408" y="121311"/>
                  </a:lnTo>
                  <a:lnTo>
                    <a:pt x="278687" y="126229"/>
                  </a:lnTo>
                  <a:lnTo>
                    <a:pt x="283605" y="127868"/>
                  </a:lnTo>
                  <a:lnTo>
                    <a:pt x="286884" y="129508"/>
                  </a:lnTo>
                  <a:lnTo>
                    <a:pt x="290163" y="131147"/>
                  </a:lnTo>
                  <a:lnTo>
                    <a:pt x="295081" y="131147"/>
                  </a:lnTo>
                  <a:lnTo>
                    <a:pt x="295081" y="131147"/>
                  </a:lnTo>
                  <a:lnTo>
                    <a:pt x="296720" y="127868"/>
                  </a:lnTo>
                  <a:lnTo>
                    <a:pt x="299998" y="127868"/>
                  </a:lnTo>
                  <a:lnTo>
                    <a:pt x="303277" y="127868"/>
                  </a:lnTo>
                  <a:lnTo>
                    <a:pt x="303277" y="126229"/>
                  </a:lnTo>
                  <a:lnTo>
                    <a:pt x="306556" y="126229"/>
                  </a:lnTo>
                  <a:lnTo>
                    <a:pt x="308195" y="124590"/>
                  </a:lnTo>
                  <a:lnTo>
                    <a:pt x="309835" y="122950"/>
                  </a:lnTo>
                  <a:lnTo>
                    <a:pt x="311474" y="122950"/>
                  </a:lnTo>
                  <a:lnTo>
                    <a:pt x="311474" y="122950"/>
                  </a:lnTo>
                  <a:lnTo>
                    <a:pt x="314753" y="122950"/>
                  </a:lnTo>
                  <a:lnTo>
                    <a:pt x="318031" y="122950"/>
                  </a:lnTo>
                  <a:lnTo>
                    <a:pt x="319671" y="122950"/>
                  </a:lnTo>
                  <a:lnTo>
                    <a:pt x="321310" y="122950"/>
                  </a:lnTo>
                  <a:lnTo>
                    <a:pt x="322950" y="124590"/>
                  </a:lnTo>
                  <a:lnTo>
                    <a:pt x="324588" y="124590"/>
                  </a:lnTo>
                  <a:lnTo>
                    <a:pt x="326228" y="126229"/>
                  </a:lnTo>
                  <a:lnTo>
                    <a:pt x="327867" y="129508"/>
                  </a:lnTo>
                  <a:lnTo>
                    <a:pt x="326228" y="132786"/>
                  </a:lnTo>
                  <a:lnTo>
                    <a:pt x="327867" y="134426"/>
                  </a:lnTo>
                  <a:lnTo>
                    <a:pt x="327867" y="137704"/>
                  </a:lnTo>
                  <a:lnTo>
                    <a:pt x="327867" y="140983"/>
                  </a:lnTo>
                  <a:lnTo>
                    <a:pt x="327867" y="142622"/>
                  </a:lnTo>
                  <a:lnTo>
                    <a:pt x="326228" y="145901"/>
                  </a:lnTo>
                  <a:lnTo>
                    <a:pt x="324588" y="149180"/>
                  </a:lnTo>
                  <a:lnTo>
                    <a:pt x="319671" y="149180"/>
                  </a:lnTo>
                  <a:lnTo>
                    <a:pt x="316392" y="149180"/>
                  </a:lnTo>
                  <a:lnTo>
                    <a:pt x="313113" y="150819"/>
                  </a:lnTo>
                  <a:lnTo>
                    <a:pt x="308195" y="152458"/>
                  </a:lnTo>
                  <a:lnTo>
                    <a:pt x="304917" y="152458"/>
                  </a:lnTo>
                  <a:lnTo>
                    <a:pt x="308195" y="149180"/>
                  </a:lnTo>
                  <a:lnTo>
                    <a:pt x="306556" y="144262"/>
                  </a:lnTo>
                  <a:lnTo>
                    <a:pt x="306556" y="140983"/>
                  </a:lnTo>
                  <a:lnTo>
                    <a:pt x="306556" y="140983"/>
                  </a:lnTo>
                  <a:lnTo>
                    <a:pt x="304917" y="140983"/>
                  </a:lnTo>
                  <a:lnTo>
                    <a:pt x="303277" y="140983"/>
                  </a:lnTo>
                  <a:lnTo>
                    <a:pt x="299998" y="144262"/>
                  </a:lnTo>
                  <a:lnTo>
                    <a:pt x="303277" y="147540"/>
                  </a:lnTo>
                  <a:lnTo>
                    <a:pt x="301638" y="152458"/>
                  </a:lnTo>
                  <a:lnTo>
                    <a:pt x="298360" y="155737"/>
                  </a:lnTo>
                  <a:lnTo>
                    <a:pt x="298360" y="155737"/>
                  </a:lnTo>
                  <a:lnTo>
                    <a:pt x="301638" y="155737"/>
                  </a:lnTo>
                  <a:lnTo>
                    <a:pt x="306556" y="154098"/>
                  </a:lnTo>
                  <a:lnTo>
                    <a:pt x="304917" y="155737"/>
                  </a:lnTo>
                  <a:lnTo>
                    <a:pt x="301638" y="155737"/>
                  </a:lnTo>
                  <a:lnTo>
                    <a:pt x="298360" y="159016"/>
                  </a:lnTo>
                  <a:lnTo>
                    <a:pt x="299998" y="162294"/>
                  </a:lnTo>
                  <a:lnTo>
                    <a:pt x="303277" y="159016"/>
                  </a:lnTo>
                  <a:lnTo>
                    <a:pt x="301638" y="162294"/>
                  </a:lnTo>
                  <a:lnTo>
                    <a:pt x="298360" y="165573"/>
                  </a:lnTo>
                  <a:lnTo>
                    <a:pt x="296720" y="168852"/>
                  </a:lnTo>
                  <a:lnTo>
                    <a:pt x="295081" y="173770"/>
                  </a:lnTo>
                  <a:lnTo>
                    <a:pt x="296720" y="177048"/>
                  </a:lnTo>
                  <a:lnTo>
                    <a:pt x="296720" y="180327"/>
                  </a:lnTo>
                  <a:lnTo>
                    <a:pt x="296720" y="183606"/>
                  </a:lnTo>
                  <a:lnTo>
                    <a:pt x="296720" y="188524"/>
                  </a:lnTo>
                  <a:lnTo>
                    <a:pt x="295081" y="191803"/>
                  </a:lnTo>
                  <a:lnTo>
                    <a:pt x="295081" y="195081"/>
                  </a:lnTo>
                  <a:lnTo>
                    <a:pt x="293441" y="195081"/>
                  </a:lnTo>
                  <a:lnTo>
                    <a:pt x="291802" y="195081"/>
                  </a:lnTo>
                  <a:lnTo>
                    <a:pt x="286884" y="195081"/>
                  </a:lnTo>
                  <a:lnTo>
                    <a:pt x="283605" y="195081"/>
                  </a:lnTo>
                  <a:lnTo>
                    <a:pt x="280327" y="193442"/>
                  </a:lnTo>
                  <a:lnTo>
                    <a:pt x="277048" y="191803"/>
                  </a:lnTo>
                  <a:lnTo>
                    <a:pt x="273769" y="188524"/>
                  </a:lnTo>
                  <a:lnTo>
                    <a:pt x="270491" y="185245"/>
                  </a:lnTo>
                  <a:lnTo>
                    <a:pt x="267212" y="186885"/>
                  </a:lnTo>
                  <a:lnTo>
                    <a:pt x="263933" y="185245"/>
                  </a:lnTo>
                  <a:lnTo>
                    <a:pt x="260654" y="183606"/>
                  </a:lnTo>
                  <a:lnTo>
                    <a:pt x="255737" y="183606"/>
                  </a:lnTo>
                  <a:lnTo>
                    <a:pt x="252458" y="183606"/>
                  </a:lnTo>
                  <a:lnTo>
                    <a:pt x="249179" y="180327"/>
                  </a:lnTo>
                  <a:lnTo>
                    <a:pt x="249179" y="178688"/>
                  </a:lnTo>
                  <a:lnTo>
                    <a:pt x="247540" y="178688"/>
                  </a:lnTo>
                  <a:lnTo>
                    <a:pt x="244261" y="178688"/>
                  </a:lnTo>
                  <a:lnTo>
                    <a:pt x="242622" y="178688"/>
                  </a:lnTo>
                  <a:lnTo>
                    <a:pt x="240983" y="178688"/>
                  </a:lnTo>
                  <a:lnTo>
                    <a:pt x="236064" y="178688"/>
                  </a:lnTo>
                  <a:lnTo>
                    <a:pt x="234425" y="178688"/>
                  </a:lnTo>
                  <a:lnTo>
                    <a:pt x="231147" y="180327"/>
                  </a:lnTo>
                  <a:lnTo>
                    <a:pt x="229507" y="180327"/>
                  </a:lnTo>
                  <a:lnTo>
                    <a:pt x="226228" y="181966"/>
                  </a:lnTo>
                  <a:lnTo>
                    <a:pt x="226228" y="181966"/>
                  </a:lnTo>
                  <a:lnTo>
                    <a:pt x="221310" y="181966"/>
                  </a:lnTo>
                  <a:lnTo>
                    <a:pt x="219671" y="183606"/>
                  </a:lnTo>
                  <a:lnTo>
                    <a:pt x="218032" y="183606"/>
                  </a:lnTo>
                  <a:lnTo>
                    <a:pt x="216393" y="183606"/>
                  </a:lnTo>
                  <a:lnTo>
                    <a:pt x="214753" y="183606"/>
                  </a:lnTo>
                  <a:lnTo>
                    <a:pt x="214753" y="183606"/>
                  </a:lnTo>
                  <a:lnTo>
                    <a:pt x="213114" y="183606"/>
                  </a:lnTo>
                  <a:lnTo>
                    <a:pt x="213114" y="185245"/>
                  </a:lnTo>
                  <a:lnTo>
                    <a:pt x="211474" y="185245"/>
                  </a:lnTo>
                  <a:lnTo>
                    <a:pt x="211474" y="185245"/>
                  </a:lnTo>
                  <a:lnTo>
                    <a:pt x="208196" y="186885"/>
                  </a:lnTo>
                  <a:lnTo>
                    <a:pt x="206557" y="186885"/>
                  </a:lnTo>
                  <a:lnTo>
                    <a:pt x="206557" y="188524"/>
                  </a:lnTo>
                  <a:lnTo>
                    <a:pt x="206557" y="188524"/>
                  </a:lnTo>
                  <a:lnTo>
                    <a:pt x="204917" y="190163"/>
                  </a:lnTo>
                  <a:lnTo>
                    <a:pt x="204917" y="190163"/>
                  </a:lnTo>
                  <a:lnTo>
                    <a:pt x="203278" y="190163"/>
                  </a:lnTo>
                  <a:lnTo>
                    <a:pt x="201638" y="191803"/>
                  </a:lnTo>
                  <a:lnTo>
                    <a:pt x="201638" y="193442"/>
                  </a:lnTo>
                  <a:lnTo>
                    <a:pt x="201638" y="193442"/>
                  </a:lnTo>
                  <a:lnTo>
                    <a:pt x="201638" y="193442"/>
                  </a:lnTo>
                  <a:lnTo>
                    <a:pt x="198360" y="195081"/>
                  </a:lnTo>
                  <a:lnTo>
                    <a:pt x="196720" y="198360"/>
                  </a:lnTo>
                  <a:lnTo>
                    <a:pt x="195081" y="198360"/>
                  </a:lnTo>
                  <a:lnTo>
                    <a:pt x="191803" y="198360"/>
                  </a:lnTo>
                  <a:lnTo>
                    <a:pt x="190163" y="199999"/>
                  </a:lnTo>
                  <a:lnTo>
                    <a:pt x="188524" y="199999"/>
                  </a:lnTo>
                  <a:lnTo>
                    <a:pt x="186884" y="199999"/>
                  </a:lnTo>
                  <a:lnTo>
                    <a:pt x="186884" y="199999"/>
                  </a:lnTo>
                  <a:lnTo>
                    <a:pt x="183606" y="199999"/>
                  </a:lnTo>
                  <a:lnTo>
                    <a:pt x="180327" y="199999"/>
                  </a:lnTo>
                  <a:lnTo>
                    <a:pt x="178688" y="198360"/>
                  </a:lnTo>
                  <a:lnTo>
                    <a:pt x="175409" y="198360"/>
                  </a:lnTo>
                  <a:lnTo>
                    <a:pt x="173770" y="198360"/>
                  </a:lnTo>
                  <a:lnTo>
                    <a:pt x="173770" y="198360"/>
                  </a:lnTo>
                  <a:lnTo>
                    <a:pt x="170491" y="196720"/>
                  </a:lnTo>
                  <a:lnTo>
                    <a:pt x="170491" y="196720"/>
                  </a:lnTo>
                  <a:lnTo>
                    <a:pt x="167213" y="196720"/>
                  </a:lnTo>
                  <a:lnTo>
                    <a:pt x="163934" y="196720"/>
                  </a:lnTo>
                  <a:lnTo>
                    <a:pt x="163934" y="196720"/>
                  </a:lnTo>
                  <a:lnTo>
                    <a:pt x="160655" y="196720"/>
                  </a:lnTo>
                  <a:lnTo>
                    <a:pt x="159016" y="196720"/>
                  </a:lnTo>
                  <a:lnTo>
                    <a:pt x="155737" y="195081"/>
                  </a:lnTo>
                  <a:lnTo>
                    <a:pt x="152458" y="195081"/>
                  </a:lnTo>
                  <a:lnTo>
                    <a:pt x="150819" y="196720"/>
                  </a:lnTo>
                  <a:lnTo>
                    <a:pt x="149180" y="196720"/>
                  </a:lnTo>
                  <a:lnTo>
                    <a:pt x="147540" y="198360"/>
                  </a:lnTo>
                  <a:lnTo>
                    <a:pt x="144261" y="198360"/>
                  </a:lnTo>
                  <a:lnTo>
                    <a:pt x="140983" y="198360"/>
                  </a:lnTo>
                  <a:lnTo>
                    <a:pt x="139344" y="198360"/>
                  </a:lnTo>
                  <a:lnTo>
                    <a:pt x="139344" y="196720"/>
                  </a:lnTo>
                  <a:lnTo>
                    <a:pt x="137704" y="196720"/>
                  </a:lnTo>
                  <a:lnTo>
                    <a:pt x="136065" y="196720"/>
                  </a:lnTo>
                  <a:lnTo>
                    <a:pt x="134426" y="195081"/>
                  </a:lnTo>
                  <a:lnTo>
                    <a:pt x="131147" y="195081"/>
                  </a:lnTo>
                  <a:lnTo>
                    <a:pt x="129508" y="193442"/>
                  </a:lnTo>
                  <a:lnTo>
                    <a:pt x="126229" y="193442"/>
                  </a:lnTo>
                  <a:lnTo>
                    <a:pt x="124590" y="193442"/>
                  </a:lnTo>
                  <a:lnTo>
                    <a:pt x="122950" y="193442"/>
                  </a:lnTo>
                  <a:lnTo>
                    <a:pt x="119671" y="191803"/>
                  </a:lnTo>
                  <a:lnTo>
                    <a:pt x="118032" y="191803"/>
                  </a:lnTo>
                  <a:lnTo>
                    <a:pt x="118032" y="191803"/>
                  </a:lnTo>
                  <a:lnTo>
                    <a:pt x="114754" y="190163"/>
                  </a:lnTo>
                  <a:lnTo>
                    <a:pt x="113114" y="191803"/>
                  </a:lnTo>
                  <a:lnTo>
                    <a:pt x="109836" y="191803"/>
                  </a:lnTo>
                  <a:lnTo>
                    <a:pt x="108196" y="191803"/>
                  </a:lnTo>
                  <a:lnTo>
                    <a:pt x="106557" y="191803"/>
                  </a:lnTo>
                  <a:lnTo>
                    <a:pt x="103278" y="193442"/>
                  </a:lnTo>
                  <a:lnTo>
                    <a:pt x="103278" y="193442"/>
                  </a:lnTo>
                  <a:lnTo>
                    <a:pt x="101639" y="193442"/>
                  </a:lnTo>
                  <a:lnTo>
                    <a:pt x="100000" y="193442"/>
                  </a:lnTo>
                  <a:lnTo>
                    <a:pt x="98360" y="191803"/>
                  </a:lnTo>
                  <a:lnTo>
                    <a:pt x="98360" y="191803"/>
                  </a:lnTo>
                  <a:lnTo>
                    <a:pt x="95081" y="190163"/>
                  </a:lnTo>
                  <a:lnTo>
                    <a:pt x="95081" y="188524"/>
                  </a:lnTo>
                  <a:lnTo>
                    <a:pt x="95081" y="188524"/>
                  </a:lnTo>
                  <a:lnTo>
                    <a:pt x="95081" y="186885"/>
                  </a:lnTo>
                  <a:lnTo>
                    <a:pt x="95081" y="186885"/>
                  </a:lnTo>
                  <a:lnTo>
                    <a:pt x="95081" y="185245"/>
                  </a:lnTo>
                  <a:lnTo>
                    <a:pt x="96721" y="185245"/>
                  </a:lnTo>
                  <a:lnTo>
                    <a:pt x="98360" y="183606"/>
                  </a:lnTo>
                  <a:lnTo>
                    <a:pt x="100000" y="183606"/>
                  </a:lnTo>
                  <a:lnTo>
                    <a:pt x="100000" y="180327"/>
                  </a:lnTo>
                  <a:lnTo>
                    <a:pt x="100000" y="180327"/>
                  </a:lnTo>
                  <a:lnTo>
                    <a:pt x="95081" y="178688"/>
                  </a:lnTo>
                  <a:lnTo>
                    <a:pt x="91803" y="177048"/>
                  </a:lnTo>
                  <a:lnTo>
                    <a:pt x="88524" y="175409"/>
                  </a:lnTo>
                  <a:lnTo>
                    <a:pt x="85246" y="172130"/>
                  </a:lnTo>
                  <a:lnTo>
                    <a:pt x="85246" y="172130"/>
                  </a:lnTo>
                  <a:lnTo>
                    <a:pt x="85246" y="172130"/>
                  </a:lnTo>
                  <a:lnTo>
                    <a:pt x="81967" y="167213"/>
                  </a:lnTo>
                  <a:lnTo>
                    <a:pt x="81967" y="165573"/>
                  </a:lnTo>
                  <a:lnTo>
                    <a:pt x="81967" y="165573"/>
                  </a:lnTo>
                  <a:lnTo>
                    <a:pt x="80327" y="163934"/>
                  </a:lnTo>
                  <a:lnTo>
                    <a:pt x="80327" y="163934"/>
                  </a:lnTo>
                  <a:lnTo>
                    <a:pt x="85246" y="160655"/>
                  </a:lnTo>
                  <a:lnTo>
                    <a:pt x="88524" y="162294"/>
                  </a:lnTo>
                  <a:lnTo>
                    <a:pt x="90164" y="160655"/>
                  </a:lnTo>
                  <a:lnTo>
                    <a:pt x="86885" y="157376"/>
                  </a:lnTo>
                  <a:lnTo>
                    <a:pt x="83606" y="157376"/>
                  </a:lnTo>
                  <a:lnTo>
                    <a:pt x="80327" y="154098"/>
                  </a:lnTo>
                  <a:lnTo>
                    <a:pt x="77049" y="155737"/>
                  </a:lnTo>
                  <a:lnTo>
                    <a:pt x="73770" y="159016"/>
                  </a:lnTo>
                  <a:lnTo>
                    <a:pt x="72131" y="159016"/>
                  </a:lnTo>
                  <a:lnTo>
                    <a:pt x="70491" y="162294"/>
                  </a:lnTo>
                  <a:lnTo>
                    <a:pt x="67213" y="162294"/>
                  </a:lnTo>
                  <a:lnTo>
                    <a:pt x="65573" y="159016"/>
                  </a:lnTo>
                  <a:lnTo>
                    <a:pt x="63934" y="159016"/>
                  </a:lnTo>
                  <a:lnTo>
                    <a:pt x="63934" y="157376"/>
                  </a:lnTo>
                  <a:lnTo>
                    <a:pt x="60656" y="155737"/>
                  </a:lnTo>
                  <a:lnTo>
                    <a:pt x="55737" y="155737"/>
                  </a:lnTo>
                  <a:lnTo>
                    <a:pt x="52459" y="155737"/>
                  </a:lnTo>
                  <a:lnTo>
                    <a:pt x="50820" y="152458"/>
                  </a:lnTo>
                  <a:lnTo>
                    <a:pt x="49180" y="152458"/>
                  </a:lnTo>
                  <a:lnTo>
                    <a:pt x="45901" y="150819"/>
                  </a:lnTo>
                  <a:lnTo>
                    <a:pt x="42623" y="150819"/>
                  </a:lnTo>
                  <a:lnTo>
                    <a:pt x="40983" y="149180"/>
                  </a:lnTo>
                  <a:lnTo>
                    <a:pt x="44262" y="145901"/>
                  </a:lnTo>
                  <a:lnTo>
                    <a:pt x="44262" y="142622"/>
                  </a:lnTo>
                  <a:lnTo>
                    <a:pt x="40983" y="140983"/>
                  </a:lnTo>
                  <a:lnTo>
                    <a:pt x="44262" y="137704"/>
                  </a:lnTo>
                  <a:lnTo>
                    <a:pt x="44262" y="132786"/>
                  </a:lnTo>
                  <a:lnTo>
                    <a:pt x="44262" y="132786"/>
                  </a:lnTo>
                  <a:lnTo>
                    <a:pt x="40983" y="131147"/>
                  </a:lnTo>
                  <a:lnTo>
                    <a:pt x="37705" y="131147"/>
                  </a:lnTo>
                  <a:lnTo>
                    <a:pt x="36066" y="131147"/>
                  </a:lnTo>
                  <a:lnTo>
                    <a:pt x="36066" y="129508"/>
                  </a:lnTo>
                  <a:lnTo>
                    <a:pt x="31147" y="127868"/>
                  </a:lnTo>
                  <a:lnTo>
                    <a:pt x="29508" y="127868"/>
                  </a:lnTo>
                  <a:lnTo>
                    <a:pt x="24590" y="124590"/>
                  </a:lnTo>
                  <a:lnTo>
                    <a:pt x="22951" y="122950"/>
                  </a:lnTo>
                  <a:lnTo>
                    <a:pt x="21311" y="121311"/>
                  </a:lnTo>
                  <a:lnTo>
                    <a:pt x="19672" y="119672"/>
                  </a:lnTo>
                  <a:lnTo>
                    <a:pt x="21311" y="118032"/>
                  </a:lnTo>
                  <a:lnTo>
                    <a:pt x="18033" y="114754"/>
                  </a:lnTo>
                  <a:lnTo>
                    <a:pt x="19672" y="111475"/>
                  </a:lnTo>
                  <a:lnTo>
                    <a:pt x="19672" y="108196"/>
                  </a:lnTo>
                  <a:lnTo>
                    <a:pt x="16393" y="108196"/>
                  </a:lnTo>
                  <a:lnTo>
                    <a:pt x="14754" y="106557"/>
                  </a:lnTo>
                  <a:lnTo>
                    <a:pt x="14754" y="106557"/>
                  </a:lnTo>
                  <a:lnTo>
                    <a:pt x="11476" y="103278"/>
                  </a:lnTo>
                  <a:lnTo>
                    <a:pt x="8197" y="101639"/>
                  </a:lnTo>
                  <a:lnTo>
                    <a:pt x="4918" y="98360"/>
                  </a:lnTo>
                  <a:lnTo>
                    <a:pt x="1639" y="95082"/>
                  </a:lnTo>
                  <a:lnTo>
                    <a:pt x="0" y="9344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15" name="Freeform 3214">
              <a:extLst>
                <a:ext uri="{FF2B5EF4-FFF2-40B4-BE49-F238E27FC236}">
                  <a16:creationId xmlns:a16="http://schemas.microsoft.com/office/drawing/2014/main" id="{6A934D34-1DFC-264A-8B3B-287555B60B3F}"/>
                </a:ext>
              </a:extLst>
            </p:cNvPr>
            <p:cNvSpPr/>
            <p:nvPr/>
          </p:nvSpPr>
          <p:spPr>
            <a:xfrm>
              <a:off x="6209114" y="4483747"/>
              <a:ext cx="452457" cy="436063"/>
            </a:xfrm>
            <a:custGeom>
              <a:avLst/>
              <a:gdLst>
                <a:gd name="connsiteX0" fmla="*/ 0 w 452457"/>
                <a:gd name="connsiteY0" fmla="*/ 352457 h 436063"/>
                <a:gd name="connsiteX1" fmla="*/ 0 w 452457"/>
                <a:gd name="connsiteY1" fmla="*/ 347540 h 436063"/>
                <a:gd name="connsiteX2" fmla="*/ 0 w 452457"/>
                <a:gd name="connsiteY2" fmla="*/ 344261 h 436063"/>
                <a:gd name="connsiteX3" fmla="*/ 0 w 452457"/>
                <a:gd name="connsiteY3" fmla="*/ 339343 h 436063"/>
                <a:gd name="connsiteX4" fmla="*/ 0 w 452457"/>
                <a:gd name="connsiteY4" fmla="*/ 336064 h 436063"/>
                <a:gd name="connsiteX5" fmla="*/ 0 w 452457"/>
                <a:gd name="connsiteY5" fmla="*/ 332785 h 436063"/>
                <a:gd name="connsiteX6" fmla="*/ 0 w 452457"/>
                <a:gd name="connsiteY6" fmla="*/ 329507 h 436063"/>
                <a:gd name="connsiteX7" fmla="*/ 1639 w 452457"/>
                <a:gd name="connsiteY7" fmla="*/ 324588 h 436063"/>
                <a:gd name="connsiteX8" fmla="*/ 1639 w 452457"/>
                <a:gd name="connsiteY8" fmla="*/ 321310 h 436063"/>
                <a:gd name="connsiteX9" fmla="*/ 1639 w 452457"/>
                <a:gd name="connsiteY9" fmla="*/ 318031 h 436063"/>
                <a:gd name="connsiteX10" fmla="*/ 1639 w 452457"/>
                <a:gd name="connsiteY10" fmla="*/ 313113 h 436063"/>
                <a:gd name="connsiteX11" fmla="*/ 1639 w 452457"/>
                <a:gd name="connsiteY11" fmla="*/ 309835 h 436063"/>
                <a:gd name="connsiteX12" fmla="*/ 1639 w 452457"/>
                <a:gd name="connsiteY12" fmla="*/ 306556 h 436063"/>
                <a:gd name="connsiteX13" fmla="*/ 1639 w 452457"/>
                <a:gd name="connsiteY13" fmla="*/ 301638 h 436063"/>
                <a:gd name="connsiteX14" fmla="*/ 1639 w 452457"/>
                <a:gd name="connsiteY14" fmla="*/ 299998 h 436063"/>
                <a:gd name="connsiteX15" fmla="*/ 1639 w 452457"/>
                <a:gd name="connsiteY15" fmla="*/ 296720 h 436063"/>
                <a:gd name="connsiteX16" fmla="*/ 1639 w 452457"/>
                <a:gd name="connsiteY16" fmla="*/ 293441 h 436063"/>
                <a:gd name="connsiteX17" fmla="*/ 1639 w 452457"/>
                <a:gd name="connsiteY17" fmla="*/ 288523 h 436063"/>
                <a:gd name="connsiteX18" fmla="*/ 1639 w 452457"/>
                <a:gd name="connsiteY18" fmla="*/ 285244 h 436063"/>
                <a:gd name="connsiteX19" fmla="*/ 1639 w 452457"/>
                <a:gd name="connsiteY19" fmla="*/ 281966 h 436063"/>
                <a:gd name="connsiteX20" fmla="*/ 1639 w 452457"/>
                <a:gd name="connsiteY20" fmla="*/ 277048 h 436063"/>
                <a:gd name="connsiteX21" fmla="*/ 1639 w 452457"/>
                <a:gd name="connsiteY21" fmla="*/ 273769 h 436063"/>
                <a:gd name="connsiteX22" fmla="*/ 1639 w 452457"/>
                <a:gd name="connsiteY22" fmla="*/ 270491 h 436063"/>
                <a:gd name="connsiteX23" fmla="*/ 1639 w 452457"/>
                <a:gd name="connsiteY23" fmla="*/ 265573 h 436063"/>
                <a:gd name="connsiteX24" fmla="*/ 1639 w 452457"/>
                <a:gd name="connsiteY24" fmla="*/ 262294 h 436063"/>
                <a:gd name="connsiteX25" fmla="*/ 1639 w 452457"/>
                <a:gd name="connsiteY25" fmla="*/ 259015 h 436063"/>
                <a:gd name="connsiteX26" fmla="*/ 1639 w 452457"/>
                <a:gd name="connsiteY26" fmla="*/ 254097 h 436063"/>
                <a:gd name="connsiteX27" fmla="*/ 1639 w 452457"/>
                <a:gd name="connsiteY27" fmla="*/ 250818 h 436063"/>
                <a:gd name="connsiteX28" fmla="*/ 1639 w 452457"/>
                <a:gd name="connsiteY28" fmla="*/ 247540 h 436063"/>
                <a:gd name="connsiteX29" fmla="*/ 1639 w 452457"/>
                <a:gd name="connsiteY29" fmla="*/ 244261 h 436063"/>
                <a:gd name="connsiteX30" fmla="*/ 1639 w 452457"/>
                <a:gd name="connsiteY30" fmla="*/ 242622 h 436063"/>
                <a:gd name="connsiteX31" fmla="*/ 1639 w 452457"/>
                <a:gd name="connsiteY31" fmla="*/ 239343 h 436063"/>
                <a:gd name="connsiteX32" fmla="*/ 1639 w 452457"/>
                <a:gd name="connsiteY32" fmla="*/ 234425 h 436063"/>
                <a:gd name="connsiteX33" fmla="*/ 1639 w 452457"/>
                <a:gd name="connsiteY33" fmla="*/ 231147 h 436063"/>
                <a:gd name="connsiteX34" fmla="*/ 1639 w 452457"/>
                <a:gd name="connsiteY34" fmla="*/ 231147 h 436063"/>
                <a:gd name="connsiteX35" fmla="*/ 1639 w 452457"/>
                <a:gd name="connsiteY35" fmla="*/ 226228 h 436063"/>
                <a:gd name="connsiteX36" fmla="*/ 1639 w 452457"/>
                <a:gd name="connsiteY36" fmla="*/ 222950 h 436063"/>
                <a:gd name="connsiteX37" fmla="*/ 1639 w 452457"/>
                <a:gd name="connsiteY37" fmla="*/ 219671 h 436063"/>
                <a:gd name="connsiteX38" fmla="*/ 1639 w 452457"/>
                <a:gd name="connsiteY38" fmla="*/ 216393 h 436063"/>
                <a:gd name="connsiteX39" fmla="*/ 3279 w 452457"/>
                <a:gd name="connsiteY39" fmla="*/ 213114 h 436063"/>
                <a:gd name="connsiteX40" fmla="*/ 8197 w 452457"/>
                <a:gd name="connsiteY40" fmla="*/ 213114 h 436063"/>
                <a:gd name="connsiteX41" fmla="*/ 11476 w 452457"/>
                <a:gd name="connsiteY41" fmla="*/ 213114 h 436063"/>
                <a:gd name="connsiteX42" fmla="*/ 16393 w 452457"/>
                <a:gd name="connsiteY42" fmla="*/ 213114 h 436063"/>
                <a:gd name="connsiteX43" fmla="*/ 19672 w 452457"/>
                <a:gd name="connsiteY43" fmla="*/ 213114 h 436063"/>
                <a:gd name="connsiteX44" fmla="*/ 24590 w 452457"/>
                <a:gd name="connsiteY44" fmla="*/ 213114 h 436063"/>
                <a:gd name="connsiteX45" fmla="*/ 29508 w 452457"/>
                <a:gd name="connsiteY45" fmla="*/ 213114 h 436063"/>
                <a:gd name="connsiteX46" fmla="*/ 31147 w 452457"/>
                <a:gd name="connsiteY46" fmla="*/ 213114 h 436063"/>
                <a:gd name="connsiteX47" fmla="*/ 34426 w 452457"/>
                <a:gd name="connsiteY47" fmla="*/ 213114 h 436063"/>
                <a:gd name="connsiteX48" fmla="*/ 39344 w 452457"/>
                <a:gd name="connsiteY48" fmla="*/ 213114 h 436063"/>
                <a:gd name="connsiteX49" fmla="*/ 42623 w 452457"/>
                <a:gd name="connsiteY49" fmla="*/ 213114 h 436063"/>
                <a:gd name="connsiteX50" fmla="*/ 45902 w 452457"/>
                <a:gd name="connsiteY50" fmla="*/ 213114 h 436063"/>
                <a:gd name="connsiteX51" fmla="*/ 50820 w 452457"/>
                <a:gd name="connsiteY51" fmla="*/ 213114 h 436063"/>
                <a:gd name="connsiteX52" fmla="*/ 57377 w 452457"/>
                <a:gd name="connsiteY52" fmla="*/ 213114 h 436063"/>
                <a:gd name="connsiteX53" fmla="*/ 57377 w 452457"/>
                <a:gd name="connsiteY53" fmla="*/ 213114 h 436063"/>
                <a:gd name="connsiteX54" fmla="*/ 63934 w 452457"/>
                <a:gd name="connsiteY54" fmla="*/ 213114 h 436063"/>
                <a:gd name="connsiteX55" fmla="*/ 68852 w 452457"/>
                <a:gd name="connsiteY55" fmla="*/ 213114 h 436063"/>
                <a:gd name="connsiteX56" fmla="*/ 72131 w 452457"/>
                <a:gd name="connsiteY56" fmla="*/ 213114 h 436063"/>
                <a:gd name="connsiteX57" fmla="*/ 78688 w 452457"/>
                <a:gd name="connsiteY57" fmla="*/ 209835 h 436063"/>
                <a:gd name="connsiteX58" fmla="*/ 77049 w 452457"/>
                <a:gd name="connsiteY58" fmla="*/ 206557 h 436063"/>
                <a:gd name="connsiteX59" fmla="*/ 75410 w 452457"/>
                <a:gd name="connsiteY59" fmla="*/ 201638 h 436063"/>
                <a:gd name="connsiteX60" fmla="*/ 75410 w 452457"/>
                <a:gd name="connsiteY60" fmla="*/ 198360 h 436063"/>
                <a:gd name="connsiteX61" fmla="*/ 77049 w 452457"/>
                <a:gd name="connsiteY61" fmla="*/ 195081 h 436063"/>
                <a:gd name="connsiteX62" fmla="*/ 77049 w 452457"/>
                <a:gd name="connsiteY62" fmla="*/ 191803 h 436063"/>
                <a:gd name="connsiteX63" fmla="*/ 80327 w 452457"/>
                <a:gd name="connsiteY63" fmla="*/ 186884 h 436063"/>
                <a:gd name="connsiteX64" fmla="*/ 80327 w 452457"/>
                <a:gd name="connsiteY64" fmla="*/ 183606 h 436063"/>
                <a:gd name="connsiteX65" fmla="*/ 80327 w 452457"/>
                <a:gd name="connsiteY65" fmla="*/ 180327 h 436063"/>
                <a:gd name="connsiteX66" fmla="*/ 78688 w 452457"/>
                <a:gd name="connsiteY66" fmla="*/ 175409 h 436063"/>
                <a:gd name="connsiteX67" fmla="*/ 78688 w 452457"/>
                <a:gd name="connsiteY67" fmla="*/ 172130 h 436063"/>
                <a:gd name="connsiteX68" fmla="*/ 78688 w 452457"/>
                <a:gd name="connsiteY68" fmla="*/ 167213 h 436063"/>
                <a:gd name="connsiteX69" fmla="*/ 78688 w 452457"/>
                <a:gd name="connsiteY69" fmla="*/ 163934 h 436063"/>
                <a:gd name="connsiteX70" fmla="*/ 80327 w 452457"/>
                <a:gd name="connsiteY70" fmla="*/ 160655 h 436063"/>
                <a:gd name="connsiteX71" fmla="*/ 80327 w 452457"/>
                <a:gd name="connsiteY71" fmla="*/ 155737 h 436063"/>
                <a:gd name="connsiteX72" fmla="*/ 78688 w 452457"/>
                <a:gd name="connsiteY72" fmla="*/ 152458 h 436063"/>
                <a:gd name="connsiteX73" fmla="*/ 80327 w 452457"/>
                <a:gd name="connsiteY73" fmla="*/ 149180 h 436063"/>
                <a:gd name="connsiteX74" fmla="*/ 80327 w 452457"/>
                <a:gd name="connsiteY74" fmla="*/ 145901 h 436063"/>
                <a:gd name="connsiteX75" fmla="*/ 83606 w 452457"/>
                <a:gd name="connsiteY75" fmla="*/ 140983 h 436063"/>
                <a:gd name="connsiteX76" fmla="*/ 81967 w 452457"/>
                <a:gd name="connsiteY76" fmla="*/ 137704 h 436063"/>
                <a:gd name="connsiteX77" fmla="*/ 80327 w 452457"/>
                <a:gd name="connsiteY77" fmla="*/ 134426 h 436063"/>
                <a:gd name="connsiteX78" fmla="*/ 81967 w 452457"/>
                <a:gd name="connsiteY78" fmla="*/ 129508 h 436063"/>
                <a:gd name="connsiteX79" fmla="*/ 80327 w 452457"/>
                <a:gd name="connsiteY79" fmla="*/ 129508 h 436063"/>
                <a:gd name="connsiteX80" fmla="*/ 80327 w 452457"/>
                <a:gd name="connsiteY80" fmla="*/ 126229 h 436063"/>
                <a:gd name="connsiteX81" fmla="*/ 80327 w 452457"/>
                <a:gd name="connsiteY81" fmla="*/ 121311 h 436063"/>
                <a:gd name="connsiteX82" fmla="*/ 80327 w 452457"/>
                <a:gd name="connsiteY82" fmla="*/ 118032 h 436063"/>
                <a:gd name="connsiteX83" fmla="*/ 81967 w 452457"/>
                <a:gd name="connsiteY83" fmla="*/ 118032 h 436063"/>
                <a:gd name="connsiteX84" fmla="*/ 85246 w 452457"/>
                <a:gd name="connsiteY84" fmla="*/ 121311 h 436063"/>
                <a:gd name="connsiteX85" fmla="*/ 85246 w 452457"/>
                <a:gd name="connsiteY85" fmla="*/ 124590 h 436063"/>
                <a:gd name="connsiteX86" fmla="*/ 88524 w 452457"/>
                <a:gd name="connsiteY86" fmla="*/ 126229 h 436063"/>
                <a:gd name="connsiteX87" fmla="*/ 93442 w 452457"/>
                <a:gd name="connsiteY87" fmla="*/ 126229 h 436063"/>
                <a:gd name="connsiteX88" fmla="*/ 95082 w 452457"/>
                <a:gd name="connsiteY88" fmla="*/ 129508 h 436063"/>
                <a:gd name="connsiteX89" fmla="*/ 96721 w 452457"/>
                <a:gd name="connsiteY89" fmla="*/ 134426 h 436063"/>
                <a:gd name="connsiteX90" fmla="*/ 95082 w 452457"/>
                <a:gd name="connsiteY90" fmla="*/ 137704 h 436063"/>
                <a:gd name="connsiteX91" fmla="*/ 91803 w 452457"/>
                <a:gd name="connsiteY91" fmla="*/ 140983 h 436063"/>
                <a:gd name="connsiteX92" fmla="*/ 95082 w 452457"/>
                <a:gd name="connsiteY92" fmla="*/ 142622 h 436063"/>
                <a:gd name="connsiteX93" fmla="*/ 100000 w 452457"/>
                <a:gd name="connsiteY93" fmla="*/ 144261 h 436063"/>
                <a:gd name="connsiteX94" fmla="*/ 103279 w 452457"/>
                <a:gd name="connsiteY94" fmla="*/ 140983 h 436063"/>
                <a:gd name="connsiteX95" fmla="*/ 106557 w 452457"/>
                <a:gd name="connsiteY95" fmla="*/ 139344 h 436063"/>
                <a:gd name="connsiteX96" fmla="*/ 111475 w 452457"/>
                <a:gd name="connsiteY96" fmla="*/ 137704 h 436063"/>
                <a:gd name="connsiteX97" fmla="*/ 114754 w 452457"/>
                <a:gd name="connsiteY97" fmla="*/ 136065 h 436063"/>
                <a:gd name="connsiteX98" fmla="*/ 118032 w 452457"/>
                <a:gd name="connsiteY98" fmla="*/ 136065 h 436063"/>
                <a:gd name="connsiteX99" fmla="*/ 119672 w 452457"/>
                <a:gd name="connsiteY99" fmla="*/ 136065 h 436063"/>
                <a:gd name="connsiteX100" fmla="*/ 124590 w 452457"/>
                <a:gd name="connsiteY100" fmla="*/ 134426 h 436063"/>
                <a:gd name="connsiteX101" fmla="*/ 127869 w 452457"/>
                <a:gd name="connsiteY101" fmla="*/ 134426 h 436063"/>
                <a:gd name="connsiteX102" fmla="*/ 131147 w 452457"/>
                <a:gd name="connsiteY102" fmla="*/ 134426 h 436063"/>
                <a:gd name="connsiteX103" fmla="*/ 129508 w 452457"/>
                <a:gd name="connsiteY103" fmla="*/ 137704 h 436063"/>
                <a:gd name="connsiteX104" fmla="*/ 129508 w 452457"/>
                <a:gd name="connsiteY104" fmla="*/ 140983 h 436063"/>
                <a:gd name="connsiteX105" fmla="*/ 131147 w 452457"/>
                <a:gd name="connsiteY105" fmla="*/ 144261 h 436063"/>
                <a:gd name="connsiteX106" fmla="*/ 131147 w 452457"/>
                <a:gd name="connsiteY106" fmla="*/ 149180 h 436063"/>
                <a:gd name="connsiteX107" fmla="*/ 132786 w 452457"/>
                <a:gd name="connsiteY107" fmla="*/ 152458 h 436063"/>
                <a:gd name="connsiteX108" fmla="*/ 136065 w 452457"/>
                <a:gd name="connsiteY108" fmla="*/ 154098 h 436063"/>
                <a:gd name="connsiteX109" fmla="*/ 139344 w 452457"/>
                <a:gd name="connsiteY109" fmla="*/ 157376 h 436063"/>
                <a:gd name="connsiteX110" fmla="*/ 144262 w 452457"/>
                <a:gd name="connsiteY110" fmla="*/ 155737 h 436063"/>
                <a:gd name="connsiteX111" fmla="*/ 147540 w 452457"/>
                <a:gd name="connsiteY111" fmla="*/ 159016 h 436063"/>
                <a:gd name="connsiteX112" fmla="*/ 150819 w 452457"/>
                <a:gd name="connsiteY112" fmla="*/ 159016 h 436063"/>
                <a:gd name="connsiteX113" fmla="*/ 155737 w 452457"/>
                <a:gd name="connsiteY113" fmla="*/ 162294 h 436063"/>
                <a:gd name="connsiteX114" fmla="*/ 159016 w 452457"/>
                <a:gd name="connsiteY114" fmla="*/ 163934 h 436063"/>
                <a:gd name="connsiteX115" fmla="*/ 162294 w 452457"/>
                <a:gd name="connsiteY115" fmla="*/ 163934 h 436063"/>
                <a:gd name="connsiteX116" fmla="*/ 167213 w 452457"/>
                <a:gd name="connsiteY116" fmla="*/ 165573 h 436063"/>
                <a:gd name="connsiteX117" fmla="*/ 170491 w 452457"/>
                <a:gd name="connsiteY117" fmla="*/ 163934 h 436063"/>
                <a:gd name="connsiteX118" fmla="*/ 173770 w 452457"/>
                <a:gd name="connsiteY118" fmla="*/ 163934 h 436063"/>
                <a:gd name="connsiteX119" fmla="*/ 177049 w 452457"/>
                <a:gd name="connsiteY119" fmla="*/ 167213 h 436063"/>
                <a:gd name="connsiteX120" fmla="*/ 180327 w 452457"/>
                <a:gd name="connsiteY120" fmla="*/ 167213 h 436063"/>
                <a:gd name="connsiteX121" fmla="*/ 185245 w 452457"/>
                <a:gd name="connsiteY121" fmla="*/ 167213 h 436063"/>
                <a:gd name="connsiteX122" fmla="*/ 188524 w 452457"/>
                <a:gd name="connsiteY122" fmla="*/ 167213 h 436063"/>
                <a:gd name="connsiteX123" fmla="*/ 193442 w 452457"/>
                <a:gd name="connsiteY123" fmla="*/ 163934 h 436063"/>
                <a:gd name="connsiteX124" fmla="*/ 195081 w 452457"/>
                <a:gd name="connsiteY124" fmla="*/ 160655 h 436063"/>
                <a:gd name="connsiteX125" fmla="*/ 195081 w 452457"/>
                <a:gd name="connsiteY125" fmla="*/ 157376 h 436063"/>
                <a:gd name="connsiteX126" fmla="*/ 196720 w 452457"/>
                <a:gd name="connsiteY126" fmla="*/ 154098 h 436063"/>
                <a:gd name="connsiteX127" fmla="*/ 198360 w 452457"/>
                <a:gd name="connsiteY127" fmla="*/ 149180 h 436063"/>
                <a:gd name="connsiteX128" fmla="*/ 203278 w 452457"/>
                <a:gd name="connsiteY128" fmla="*/ 149180 h 436063"/>
                <a:gd name="connsiteX129" fmla="*/ 203278 w 452457"/>
                <a:gd name="connsiteY129" fmla="*/ 149180 h 436063"/>
                <a:gd name="connsiteX130" fmla="*/ 203278 w 452457"/>
                <a:gd name="connsiteY130" fmla="*/ 152458 h 436063"/>
                <a:gd name="connsiteX131" fmla="*/ 203278 w 452457"/>
                <a:gd name="connsiteY131" fmla="*/ 157376 h 436063"/>
                <a:gd name="connsiteX132" fmla="*/ 206557 w 452457"/>
                <a:gd name="connsiteY132" fmla="*/ 160655 h 436063"/>
                <a:gd name="connsiteX133" fmla="*/ 209835 w 452457"/>
                <a:gd name="connsiteY133" fmla="*/ 163934 h 436063"/>
                <a:gd name="connsiteX134" fmla="*/ 213114 w 452457"/>
                <a:gd name="connsiteY134" fmla="*/ 167213 h 436063"/>
                <a:gd name="connsiteX135" fmla="*/ 213114 w 452457"/>
                <a:gd name="connsiteY135" fmla="*/ 170491 h 436063"/>
                <a:gd name="connsiteX136" fmla="*/ 214753 w 452457"/>
                <a:gd name="connsiteY136" fmla="*/ 173770 h 436063"/>
                <a:gd name="connsiteX137" fmla="*/ 218032 w 452457"/>
                <a:gd name="connsiteY137" fmla="*/ 178688 h 436063"/>
                <a:gd name="connsiteX138" fmla="*/ 221310 w 452457"/>
                <a:gd name="connsiteY138" fmla="*/ 181966 h 436063"/>
                <a:gd name="connsiteX139" fmla="*/ 224589 w 452457"/>
                <a:gd name="connsiteY139" fmla="*/ 180327 h 436063"/>
                <a:gd name="connsiteX140" fmla="*/ 227868 w 452457"/>
                <a:gd name="connsiteY140" fmla="*/ 178688 h 436063"/>
                <a:gd name="connsiteX141" fmla="*/ 231147 w 452457"/>
                <a:gd name="connsiteY141" fmla="*/ 181966 h 436063"/>
                <a:gd name="connsiteX142" fmla="*/ 234425 w 452457"/>
                <a:gd name="connsiteY142" fmla="*/ 183606 h 436063"/>
                <a:gd name="connsiteX143" fmla="*/ 237704 w 452457"/>
                <a:gd name="connsiteY143" fmla="*/ 186884 h 436063"/>
                <a:gd name="connsiteX144" fmla="*/ 242622 w 452457"/>
                <a:gd name="connsiteY144" fmla="*/ 186884 h 436063"/>
                <a:gd name="connsiteX145" fmla="*/ 245901 w 452457"/>
                <a:gd name="connsiteY145" fmla="*/ 186884 h 436063"/>
                <a:gd name="connsiteX146" fmla="*/ 245901 w 452457"/>
                <a:gd name="connsiteY146" fmla="*/ 188524 h 436063"/>
                <a:gd name="connsiteX147" fmla="*/ 247540 w 452457"/>
                <a:gd name="connsiteY147" fmla="*/ 188524 h 436063"/>
                <a:gd name="connsiteX148" fmla="*/ 250819 w 452457"/>
                <a:gd name="connsiteY148" fmla="*/ 191803 h 436063"/>
                <a:gd name="connsiteX149" fmla="*/ 250819 w 452457"/>
                <a:gd name="connsiteY149" fmla="*/ 195081 h 436063"/>
                <a:gd name="connsiteX150" fmla="*/ 252458 w 452457"/>
                <a:gd name="connsiteY150" fmla="*/ 199999 h 436063"/>
                <a:gd name="connsiteX151" fmla="*/ 252458 w 452457"/>
                <a:gd name="connsiteY151" fmla="*/ 203278 h 436063"/>
                <a:gd name="connsiteX152" fmla="*/ 255737 w 452457"/>
                <a:gd name="connsiteY152" fmla="*/ 204917 h 436063"/>
                <a:gd name="connsiteX153" fmla="*/ 257376 w 452457"/>
                <a:gd name="connsiteY153" fmla="*/ 204917 h 436063"/>
                <a:gd name="connsiteX154" fmla="*/ 260654 w 452457"/>
                <a:gd name="connsiteY154" fmla="*/ 208196 h 436063"/>
                <a:gd name="connsiteX155" fmla="*/ 263933 w 452457"/>
                <a:gd name="connsiteY155" fmla="*/ 211474 h 436063"/>
                <a:gd name="connsiteX156" fmla="*/ 263933 w 452457"/>
                <a:gd name="connsiteY156" fmla="*/ 213114 h 436063"/>
                <a:gd name="connsiteX157" fmla="*/ 265573 w 452457"/>
                <a:gd name="connsiteY157" fmla="*/ 216393 h 436063"/>
                <a:gd name="connsiteX158" fmla="*/ 267212 w 452457"/>
                <a:gd name="connsiteY158" fmla="*/ 219671 h 436063"/>
                <a:gd name="connsiteX159" fmla="*/ 268851 w 452457"/>
                <a:gd name="connsiteY159" fmla="*/ 224589 h 436063"/>
                <a:gd name="connsiteX160" fmla="*/ 268851 w 452457"/>
                <a:gd name="connsiteY160" fmla="*/ 227868 h 436063"/>
                <a:gd name="connsiteX161" fmla="*/ 272130 w 452457"/>
                <a:gd name="connsiteY161" fmla="*/ 229507 h 436063"/>
                <a:gd name="connsiteX162" fmla="*/ 273769 w 452457"/>
                <a:gd name="connsiteY162" fmla="*/ 229507 h 436063"/>
                <a:gd name="connsiteX163" fmla="*/ 278687 w 452457"/>
                <a:gd name="connsiteY163" fmla="*/ 231147 h 436063"/>
                <a:gd name="connsiteX164" fmla="*/ 281966 w 452457"/>
                <a:gd name="connsiteY164" fmla="*/ 229507 h 436063"/>
                <a:gd name="connsiteX165" fmla="*/ 285245 w 452457"/>
                <a:gd name="connsiteY165" fmla="*/ 226228 h 436063"/>
                <a:gd name="connsiteX166" fmla="*/ 288523 w 452457"/>
                <a:gd name="connsiteY166" fmla="*/ 224589 h 436063"/>
                <a:gd name="connsiteX167" fmla="*/ 293441 w 452457"/>
                <a:gd name="connsiteY167" fmla="*/ 221310 h 436063"/>
                <a:gd name="connsiteX168" fmla="*/ 296720 w 452457"/>
                <a:gd name="connsiteY168" fmla="*/ 224589 h 436063"/>
                <a:gd name="connsiteX169" fmla="*/ 293441 w 452457"/>
                <a:gd name="connsiteY169" fmla="*/ 227868 h 436063"/>
                <a:gd name="connsiteX170" fmla="*/ 296720 w 452457"/>
                <a:gd name="connsiteY170" fmla="*/ 231147 h 436063"/>
                <a:gd name="connsiteX171" fmla="*/ 301638 w 452457"/>
                <a:gd name="connsiteY171" fmla="*/ 231147 h 436063"/>
                <a:gd name="connsiteX172" fmla="*/ 301638 w 452457"/>
                <a:gd name="connsiteY172" fmla="*/ 227868 h 436063"/>
                <a:gd name="connsiteX173" fmla="*/ 301638 w 452457"/>
                <a:gd name="connsiteY173" fmla="*/ 222950 h 436063"/>
                <a:gd name="connsiteX174" fmla="*/ 301638 w 452457"/>
                <a:gd name="connsiteY174" fmla="*/ 219671 h 436063"/>
                <a:gd name="connsiteX175" fmla="*/ 301638 w 452457"/>
                <a:gd name="connsiteY175" fmla="*/ 216393 h 436063"/>
                <a:gd name="connsiteX176" fmla="*/ 301638 w 452457"/>
                <a:gd name="connsiteY176" fmla="*/ 211474 h 436063"/>
                <a:gd name="connsiteX177" fmla="*/ 301638 w 452457"/>
                <a:gd name="connsiteY177" fmla="*/ 208196 h 436063"/>
                <a:gd name="connsiteX178" fmla="*/ 301638 w 452457"/>
                <a:gd name="connsiteY178" fmla="*/ 204917 h 436063"/>
                <a:gd name="connsiteX179" fmla="*/ 301638 w 452457"/>
                <a:gd name="connsiteY179" fmla="*/ 199999 h 436063"/>
                <a:gd name="connsiteX180" fmla="*/ 301638 w 452457"/>
                <a:gd name="connsiteY180" fmla="*/ 196720 h 436063"/>
                <a:gd name="connsiteX181" fmla="*/ 301638 w 452457"/>
                <a:gd name="connsiteY181" fmla="*/ 191803 h 436063"/>
                <a:gd name="connsiteX182" fmla="*/ 301638 w 452457"/>
                <a:gd name="connsiteY182" fmla="*/ 188524 h 436063"/>
                <a:gd name="connsiteX183" fmla="*/ 301638 w 452457"/>
                <a:gd name="connsiteY183" fmla="*/ 186884 h 436063"/>
                <a:gd name="connsiteX184" fmla="*/ 301638 w 452457"/>
                <a:gd name="connsiteY184" fmla="*/ 181966 h 436063"/>
                <a:gd name="connsiteX185" fmla="*/ 301638 w 452457"/>
                <a:gd name="connsiteY185" fmla="*/ 178688 h 436063"/>
                <a:gd name="connsiteX186" fmla="*/ 301638 w 452457"/>
                <a:gd name="connsiteY186" fmla="*/ 175409 h 436063"/>
                <a:gd name="connsiteX187" fmla="*/ 301638 w 452457"/>
                <a:gd name="connsiteY187" fmla="*/ 175409 h 436063"/>
                <a:gd name="connsiteX188" fmla="*/ 298360 w 452457"/>
                <a:gd name="connsiteY188" fmla="*/ 177048 h 436063"/>
                <a:gd name="connsiteX189" fmla="*/ 295081 w 452457"/>
                <a:gd name="connsiteY189" fmla="*/ 177048 h 436063"/>
                <a:gd name="connsiteX190" fmla="*/ 291802 w 452457"/>
                <a:gd name="connsiteY190" fmla="*/ 177048 h 436063"/>
                <a:gd name="connsiteX191" fmla="*/ 288523 w 452457"/>
                <a:gd name="connsiteY191" fmla="*/ 181966 h 436063"/>
                <a:gd name="connsiteX192" fmla="*/ 290163 w 452457"/>
                <a:gd name="connsiteY192" fmla="*/ 185245 h 436063"/>
                <a:gd name="connsiteX193" fmla="*/ 285245 w 452457"/>
                <a:gd name="connsiteY193" fmla="*/ 186884 h 436063"/>
                <a:gd name="connsiteX194" fmla="*/ 281966 w 452457"/>
                <a:gd name="connsiteY194" fmla="*/ 185245 h 436063"/>
                <a:gd name="connsiteX195" fmla="*/ 278687 w 452457"/>
                <a:gd name="connsiteY195" fmla="*/ 183606 h 436063"/>
                <a:gd name="connsiteX196" fmla="*/ 273769 w 452457"/>
                <a:gd name="connsiteY196" fmla="*/ 183606 h 436063"/>
                <a:gd name="connsiteX197" fmla="*/ 270491 w 452457"/>
                <a:gd name="connsiteY197" fmla="*/ 181966 h 436063"/>
                <a:gd name="connsiteX198" fmla="*/ 268851 w 452457"/>
                <a:gd name="connsiteY198" fmla="*/ 177048 h 436063"/>
                <a:gd name="connsiteX199" fmla="*/ 265573 w 452457"/>
                <a:gd name="connsiteY199" fmla="*/ 173770 h 436063"/>
                <a:gd name="connsiteX200" fmla="*/ 262294 w 452457"/>
                <a:gd name="connsiteY200" fmla="*/ 170491 h 436063"/>
                <a:gd name="connsiteX201" fmla="*/ 260654 w 452457"/>
                <a:gd name="connsiteY201" fmla="*/ 167213 h 436063"/>
                <a:gd name="connsiteX202" fmla="*/ 257376 w 452457"/>
                <a:gd name="connsiteY202" fmla="*/ 167213 h 436063"/>
                <a:gd name="connsiteX203" fmla="*/ 254097 w 452457"/>
                <a:gd name="connsiteY203" fmla="*/ 162294 h 436063"/>
                <a:gd name="connsiteX204" fmla="*/ 250819 w 452457"/>
                <a:gd name="connsiteY204" fmla="*/ 159016 h 436063"/>
                <a:gd name="connsiteX205" fmla="*/ 250819 w 452457"/>
                <a:gd name="connsiteY205" fmla="*/ 155737 h 436063"/>
                <a:gd name="connsiteX206" fmla="*/ 249179 w 452457"/>
                <a:gd name="connsiteY206" fmla="*/ 150819 h 436063"/>
                <a:gd name="connsiteX207" fmla="*/ 247540 w 452457"/>
                <a:gd name="connsiteY207" fmla="*/ 147540 h 436063"/>
                <a:gd name="connsiteX208" fmla="*/ 247540 w 452457"/>
                <a:gd name="connsiteY208" fmla="*/ 144261 h 436063"/>
                <a:gd name="connsiteX209" fmla="*/ 249179 w 452457"/>
                <a:gd name="connsiteY209" fmla="*/ 139344 h 436063"/>
                <a:gd name="connsiteX210" fmla="*/ 250819 w 452457"/>
                <a:gd name="connsiteY210" fmla="*/ 137704 h 436063"/>
                <a:gd name="connsiteX211" fmla="*/ 250819 w 452457"/>
                <a:gd name="connsiteY211" fmla="*/ 136065 h 436063"/>
                <a:gd name="connsiteX212" fmla="*/ 250819 w 452457"/>
                <a:gd name="connsiteY212" fmla="*/ 132786 h 436063"/>
                <a:gd name="connsiteX213" fmla="*/ 252458 w 452457"/>
                <a:gd name="connsiteY213" fmla="*/ 129508 h 436063"/>
                <a:gd name="connsiteX214" fmla="*/ 252458 w 452457"/>
                <a:gd name="connsiteY214" fmla="*/ 124590 h 436063"/>
                <a:gd name="connsiteX215" fmla="*/ 254097 w 452457"/>
                <a:gd name="connsiteY215" fmla="*/ 121311 h 436063"/>
                <a:gd name="connsiteX216" fmla="*/ 254097 w 452457"/>
                <a:gd name="connsiteY216" fmla="*/ 118032 h 436063"/>
                <a:gd name="connsiteX217" fmla="*/ 257376 w 452457"/>
                <a:gd name="connsiteY217" fmla="*/ 113114 h 436063"/>
                <a:gd name="connsiteX218" fmla="*/ 259016 w 452457"/>
                <a:gd name="connsiteY218" fmla="*/ 109836 h 436063"/>
                <a:gd name="connsiteX219" fmla="*/ 259016 w 452457"/>
                <a:gd name="connsiteY219" fmla="*/ 106557 h 436063"/>
                <a:gd name="connsiteX220" fmla="*/ 257376 w 452457"/>
                <a:gd name="connsiteY220" fmla="*/ 103278 h 436063"/>
                <a:gd name="connsiteX221" fmla="*/ 259016 w 452457"/>
                <a:gd name="connsiteY221" fmla="*/ 98360 h 436063"/>
                <a:gd name="connsiteX222" fmla="*/ 257376 w 452457"/>
                <a:gd name="connsiteY222" fmla="*/ 95081 h 436063"/>
                <a:gd name="connsiteX223" fmla="*/ 257376 w 452457"/>
                <a:gd name="connsiteY223" fmla="*/ 91803 h 436063"/>
                <a:gd name="connsiteX224" fmla="*/ 257376 w 452457"/>
                <a:gd name="connsiteY224" fmla="*/ 86885 h 436063"/>
                <a:gd name="connsiteX225" fmla="*/ 259016 w 452457"/>
                <a:gd name="connsiteY225" fmla="*/ 83606 h 436063"/>
                <a:gd name="connsiteX226" fmla="*/ 259016 w 452457"/>
                <a:gd name="connsiteY226" fmla="*/ 80327 h 436063"/>
                <a:gd name="connsiteX227" fmla="*/ 259016 w 452457"/>
                <a:gd name="connsiteY227" fmla="*/ 75410 h 436063"/>
                <a:gd name="connsiteX228" fmla="*/ 260654 w 452457"/>
                <a:gd name="connsiteY228" fmla="*/ 72131 h 436063"/>
                <a:gd name="connsiteX229" fmla="*/ 260654 w 452457"/>
                <a:gd name="connsiteY229" fmla="*/ 68852 h 436063"/>
                <a:gd name="connsiteX230" fmla="*/ 259016 w 452457"/>
                <a:gd name="connsiteY230" fmla="*/ 63934 h 436063"/>
                <a:gd name="connsiteX231" fmla="*/ 257376 w 452457"/>
                <a:gd name="connsiteY231" fmla="*/ 60656 h 436063"/>
                <a:gd name="connsiteX232" fmla="*/ 255737 w 452457"/>
                <a:gd name="connsiteY232" fmla="*/ 57377 h 436063"/>
                <a:gd name="connsiteX233" fmla="*/ 254097 w 452457"/>
                <a:gd name="connsiteY233" fmla="*/ 54098 h 436063"/>
                <a:gd name="connsiteX234" fmla="*/ 254097 w 452457"/>
                <a:gd name="connsiteY234" fmla="*/ 52459 h 436063"/>
                <a:gd name="connsiteX235" fmla="*/ 254097 w 452457"/>
                <a:gd name="connsiteY235" fmla="*/ 52459 h 436063"/>
                <a:gd name="connsiteX236" fmla="*/ 252458 w 452457"/>
                <a:gd name="connsiteY236" fmla="*/ 50820 h 436063"/>
                <a:gd name="connsiteX237" fmla="*/ 249179 w 452457"/>
                <a:gd name="connsiteY237" fmla="*/ 49180 h 436063"/>
                <a:gd name="connsiteX238" fmla="*/ 250819 w 452457"/>
                <a:gd name="connsiteY238" fmla="*/ 44262 h 436063"/>
                <a:gd name="connsiteX239" fmla="*/ 255737 w 452457"/>
                <a:gd name="connsiteY239" fmla="*/ 42623 h 436063"/>
                <a:gd name="connsiteX240" fmla="*/ 259016 w 452457"/>
                <a:gd name="connsiteY240" fmla="*/ 39344 h 436063"/>
                <a:gd name="connsiteX241" fmla="*/ 262294 w 452457"/>
                <a:gd name="connsiteY241" fmla="*/ 36066 h 436063"/>
                <a:gd name="connsiteX242" fmla="*/ 265573 w 452457"/>
                <a:gd name="connsiteY242" fmla="*/ 32787 h 436063"/>
                <a:gd name="connsiteX243" fmla="*/ 268851 w 452457"/>
                <a:gd name="connsiteY243" fmla="*/ 27869 h 436063"/>
                <a:gd name="connsiteX244" fmla="*/ 270491 w 452457"/>
                <a:gd name="connsiteY244" fmla="*/ 24590 h 436063"/>
                <a:gd name="connsiteX245" fmla="*/ 272130 w 452457"/>
                <a:gd name="connsiteY245" fmla="*/ 21311 h 436063"/>
                <a:gd name="connsiteX246" fmla="*/ 272130 w 452457"/>
                <a:gd name="connsiteY246" fmla="*/ 16393 h 436063"/>
                <a:gd name="connsiteX247" fmla="*/ 270491 w 452457"/>
                <a:gd name="connsiteY247" fmla="*/ 13114 h 436063"/>
                <a:gd name="connsiteX248" fmla="*/ 273769 w 452457"/>
                <a:gd name="connsiteY248" fmla="*/ 11476 h 436063"/>
                <a:gd name="connsiteX249" fmla="*/ 277048 w 452457"/>
                <a:gd name="connsiteY249" fmla="*/ 11476 h 436063"/>
                <a:gd name="connsiteX250" fmla="*/ 280327 w 452457"/>
                <a:gd name="connsiteY250" fmla="*/ 11476 h 436063"/>
                <a:gd name="connsiteX251" fmla="*/ 285245 w 452457"/>
                <a:gd name="connsiteY251" fmla="*/ 9836 h 436063"/>
                <a:gd name="connsiteX252" fmla="*/ 288523 w 452457"/>
                <a:gd name="connsiteY252" fmla="*/ 9836 h 436063"/>
                <a:gd name="connsiteX253" fmla="*/ 291802 w 452457"/>
                <a:gd name="connsiteY253" fmla="*/ 8197 h 436063"/>
                <a:gd name="connsiteX254" fmla="*/ 296720 w 452457"/>
                <a:gd name="connsiteY254" fmla="*/ 8197 h 436063"/>
                <a:gd name="connsiteX255" fmla="*/ 296720 w 452457"/>
                <a:gd name="connsiteY255" fmla="*/ 8197 h 436063"/>
                <a:gd name="connsiteX256" fmla="*/ 301638 w 452457"/>
                <a:gd name="connsiteY256" fmla="*/ 8197 h 436063"/>
                <a:gd name="connsiteX257" fmla="*/ 304917 w 452457"/>
                <a:gd name="connsiteY257" fmla="*/ 6557 h 436063"/>
                <a:gd name="connsiteX258" fmla="*/ 308196 w 452457"/>
                <a:gd name="connsiteY258" fmla="*/ 6557 h 436063"/>
                <a:gd name="connsiteX259" fmla="*/ 313113 w 452457"/>
                <a:gd name="connsiteY259" fmla="*/ 4918 h 436063"/>
                <a:gd name="connsiteX260" fmla="*/ 314753 w 452457"/>
                <a:gd name="connsiteY260" fmla="*/ 4918 h 436063"/>
                <a:gd name="connsiteX261" fmla="*/ 319671 w 452457"/>
                <a:gd name="connsiteY261" fmla="*/ 3279 h 436063"/>
                <a:gd name="connsiteX262" fmla="*/ 322950 w 452457"/>
                <a:gd name="connsiteY262" fmla="*/ 3279 h 436063"/>
                <a:gd name="connsiteX263" fmla="*/ 326228 w 452457"/>
                <a:gd name="connsiteY263" fmla="*/ 3279 h 436063"/>
                <a:gd name="connsiteX264" fmla="*/ 331146 w 452457"/>
                <a:gd name="connsiteY264" fmla="*/ 1639 h 436063"/>
                <a:gd name="connsiteX265" fmla="*/ 334425 w 452457"/>
                <a:gd name="connsiteY265" fmla="*/ 1639 h 436063"/>
                <a:gd name="connsiteX266" fmla="*/ 334425 w 452457"/>
                <a:gd name="connsiteY266" fmla="*/ 1639 h 436063"/>
                <a:gd name="connsiteX267" fmla="*/ 337703 w 452457"/>
                <a:gd name="connsiteY267" fmla="*/ 0 h 436063"/>
                <a:gd name="connsiteX268" fmla="*/ 340982 w 452457"/>
                <a:gd name="connsiteY268" fmla="*/ 0 h 436063"/>
                <a:gd name="connsiteX269" fmla="*/ 342621 w 452457"/>
                <a:gd name="connsiteY269" fmla="*/ 3279 h 436063"/>
                <a:gd name="connsiteX270" fmla="*/ 344261 w 452457"/>
                <a:gd name="connsiteY270" fmla="*/ 8197 h 436063"/>
                <a:gd name="connsiteX271" fmla="*/ 345900 w 452457"/>
                <a:gd name="connsiteY271" fmla="*/ 11476 h 436063"/>
                <a:gd name="connsiteX272" fmla="*/ 349179 w 452457"/>
                <a:gd name="connsiteY272" fmla="*/ 14754 h 436063"/>
                <a:gd name="connsiteX273" fmla="*/ 352457 w 452457"/>
                <a:gd name="connsiteY273" fmla="*/ 18033 h 436063"/>
                <a:gd name="connsiteX274" fmla="*/ 357376 w 452457"/>
                <a:gd name="connsiteY274" fmla="*/ 18033 h 436063"/>
                <a:gd name="connsiteX275" fmla="*/ 357376 w 452457"/>
                <a:gd name="connsiteY275" fmla="*/ 18033 h 436063"/>
                <a:gd name="connsiteX276" fmla="*/ 360654 w 452457"/>
                <a:gd name="connsiteY276" fmla="*/ 18033 h 436063"/>
                <a:gd name="connsiteX277" fmla="*/ 363933 w 452457"/>
                <a:gd name="connsiteY277" fmla="*/ 18033 h 436063"/>
                <a:gd name="connsiteX278" fmla="*/ 367211 w 452457"/>
                <a:gd name="connsiteY278" fmla="*/ 19672 h 436063"/>
                <a:gd name="connsiteX279" fmla="*/ 368851 w 452457"/>
                <a:gd name="connsiteY279" fmla="*/ 21311 h 436063"/>
                <a:gd name="connsiteX280" fmla="*/ 372130 w 452457"/>
                <a:gd name="connsiteY280" fmla="*/ 24590 h 436063"/>
                <a:gd name="connsiteX281" fmla="*/ 373769 w 452457"/>
                <a:gd name="connsiteY281" fmla="*/ 27869 h 436063"/>
                <a:gd name="connsiteX282" fmla="*/ 377047 w 452457"/>
                <a:gd name="connsiteY282" fmla="*/ 32787 h 436063"/>
                <a:gd name="connsiteX283" fmla="*/ 378687 w 452457"/>
                <a:gd name="connsiteY283" fmla="*/ 32787 h 436063"/>
                <a:gd name="connsiteX284" fmla="*/ 380326 w 452457"/>
                <a:gd name="connsiteY284" fmla="*/ 31147 h 436063"/>
                <a:gd name="connsiteX285" fmla="*/ 383605 w 452457"/>
                <a:gd name="connsiteY285" fmla="*/ 31147 h 436063"/>
                <a:gd name="connsiteX286" fmla="*/ 386884 w 452457"/>
                <a:gd name="connsiteY286" fmla="*/ 36066 h 436063"/>
                <a:gd name="connsiteX287" fmla="*/ 390162 w 452457"/>
                <a:gd name="connsiteY287" fmla="*/ 37705 h 436063"/>
                <a:gd name="connsiteX288" fmla="*/ 391801 w 452457"/>
                <a:gd name="connsiteY288" fmla="*/ 37705 h 436063"/>
                <a:gd name="connsiteX289" fmla="*/ 396720 w 452457"/>
                <a:gd name="connsiteY289" fmla="*/ 39344 h 436063"/>
                <a:gd name="connsiteX290" fmla="*/ 399998 w 452457"/>
                <a:gd name="connsiteY290" fmla="*/ 40983 h 436063"/>
                <a:gd name="connsiteX291" fmla="*/ 403277 w 452457"/>
                <a:gd name="connsiteY291" fmla="*/ 40983 h 436063"/>
                <a:gd name="connsiteX292" fmla="*/ 406556 w 452457"/>
                <a:gd name="connsiteY292" fmla="*/ 42623 h 436063"/>
                <a:gd name="connsiteX293" fmla="*/ 409834 w 452457"/>
                <a:gd name="connsiteY293" fmla="*/ 47541 h 436063"/>
                <a:gd name="connsiteX294" fmla="*/ 413113 w 452457"/>
                <a:gd name="connsiteY294" fmla="*/ 47541 h 436063"/>
                <a:gd name="connsiteX295" fmla="*/ 416391 w 452457"/>
                <a:gd name="connsiteY295" fmla="*/ 47541 h 436063"/>
                <a:gd name="connsiteX296" fmla="*/ 418031 w 452457"/>
                <a:gd name="connsiteY296" fmla="*/ 49180 h 436063"/>
                <a:gd name="connsiteX297" fmla="*/ 418031 w 452457"/>
                <a:gd name="connsiteY297" fmla="*/ 50820 h 436063"/>
                <a:gd name="connsiteX298" fmla="*/ 418031 w 452457"/>
                <a:gd name="connsiteY298" fmla="*/ 50820 h 436063"/>
                <a:gd name="connsiteX299" fmla="*/ 421310 w 452457"/>
                <a:gd name="connsiteY299" fmla="*/ 52459 h 436063"/>
                <a:gd name="connsiteX300" fmla="*/ 424588 w 452457"/>
                <a:gd name="connsiteY300" fmla="*/ 54098 h 436063"/>
                <a:gd name="connsiteX301" fmla="*/ 424588 w 452457"/>
                <a:gd name="connsiteY301" fmla="*/ 57377 h 436063"/>
                <a:gd name="connsiteX302" fmla="*/ 426228 w 452457"/>
                <a:gd name="connsiteY302" fmla="*/ 60656 h 436063"/>
                <a:gd name="connsiteX303" fmla="*/ 426228 w 452457"/>
                <a:gd name="connsiteY303" fmla="*/ 62295 h 436063"/>
                <a:gd name="connsiteX304" fmla="*/ 426228 w 452457"/>
                <a:gd name="connsiteY304" fmla="*/ 62295 h 436063"/>
                <a:gd name="connsiteX305" fmla="*/ 427867 w 452457"/>
                <a:gd name="connsiteY305" fmla="*/ 62295 h 436063"/>
                <a:gd name="connsiteX306" fmla="*/ 431146 w 452457"/>
                <a:gd name="connsiteY306" fmla="*/ 62295 h 436063"/>
                <a:gd name="connsiteX307" fmla="*/ 436064 w 452457"/>
                <a:gd name="connsiteY307" fmla="*/ 65573 h 436063"/>
                <a:gd name="connsiteX308" fmla="*/ 436064 w 452457"/>
                <a:gd name="connsiteY308" fmla="*/ 68852 h 436063"/>
                <a:gd name="connsiteX309" fmla="*/ 440981 w 452457"/>
                <a:gd name="connsiteY309" fmla="*/ 72131 h 436063"/>
                <a:gd name="connsiteX310" fmla="*/ 440981 w 452457"/>
                <a:gd name="connsiteY310" fmla="*/ 75410 h 436063"/>
                <a:gd name="connsiteX311" fmla="*/ 439343 w 452457"/>
                <a:gd name="connsiteY311" fmla="*/ 80327 h 436063"/>
                <a:gd name="connsiteX312" fmla="*/ 439343 w 452457"/>
                <a:gd name="connsiteY312" fmla="*/ 83606 h 436063"/>
                <a:gd name="connsiteX313" fmla="*/ 444260 w 452457"/>
                <a:gd name="connsiteY313" fmla="*/ 85246 h 436063"/>
                <a:gd name="connsiteX314" fmla="*/ 447539 w 452457"/>
                <a:gd name="connsiteY314" fmla="*/ 88524 h 436063"/>
                <a:gd name="connsiteX315" fmla="*/ 447539 w 452457"/>
                <a:gd name="connsiteY315" fmla="*/ 93442 h 436063"/>
                <a:gd name="connsiteX316" fmla="*/ 447539 w 452457"/>
                <a:gd name="connsiteY316" fmla="*/ 96721 h 436063"/>
                <a:gd name="connsiteX317" fmla="*/ 450818 w 452457"/>
                <a:gd name="connsiteY317" fmla="*/ 100000 h 436063"/>
                <a:gd name="connsiteX318" fmla="*/ 452457 w 452457"/>
                <a:gd name="connsiteY318" fmla="*/ 104917 h 436063"/>
                <a:gd name="connsiteX319" fmla="*/ 450818 w 452457"/>
                <a:gd name="connsiteY319" fmla="*/ 108196 h 436063"/>
                <a:gd name="connsiteX320" fmla="*/ 447539 w 452457"/>
                <a:gd name="connsiteY320" fmla="*/ 111475 h 436063"/>
                <a:gd name="connsiteX321" fmla="*/ 444260 w 452457"/>
                <a:gd name="connsiteY321" fmla="*/ 114754 h 436063"/>
                <a:gd name="connsiteX322" fmla="*/ 439343 w 452457"/>
                <a:gd name="connsiteY322" fmla="*/ 116393 h 436063"/>
                <a:gd name="connsiteX323" fmla="*/ 436064 w 452457"/>
                <a:gd name="connsiteY323" fmla="*/ 118032 h 436063"/>
                <a:gd name="connsiteX324" fmla="*/ 437703 w 452457"/>
                <a:gd name="connsiteY324" fmla="*/ 121311 h 436063"/>
                <a:gd name="connsiteX325" fmla="*/ 437703 w 452457"/>
                <a:gd name="connsiteY325" fmla="*/ 126229 h 436063"/>
                <a:gd name="connsiteX326" fmla="*/ 440981 w 452457"/>
                <a:gd name="connsiteY326" fmla="*/ 131147 h 436063"/>
                <a:gd name="connsiteX327" fmla="*/ 440981 w 452457"/>
                <a:gd name="connsiteY327" fmla="*/ 134426 h 436063"/>
                <a:gd name="connsiteX328" fmla="*/ 437703 w 452457"/>
                <a:gd name="connsiteY328" fmla="*/ 137704 h 436063"/>
                <a:gd name="connsiteX329" fmla="*/ 436064 w 452457"/>
                <a:gd name="connsiteY329" fmla="*/ 142622 h 436063"/>
                <a:gd name="connsiteX330" fmla="*/ 434424 w 452457"/>
                <a:gd name="connsiteY330" fmla="*/ 145901 h 436063"/>
                <a:gd name="connsiteX331" fmla="*/ 436064 w 452457"/>
                <a:gd name="connsiteY331" fmla="*/ 149180 h 436063"/>
                <a:gd name="connsiteX332" fmla="*/ 437703 w 452457"/>
                <a:gd name="connsiteY332" fmla="*/ 152458 h 436063"/>
                <a:gd name="connsiteX333" fmla="*/ 437703 w 452457"/>
                <a:gd name="connsiteY333" fmla="*/ 157376 h 436063"/>
                <a:gd name="connsiteX334" fmla="*/ 437703 w 452457"/>
                <a:gd name="connsiteY334" fmla="*/ 160655 h 436063"/>
                <a:gd name="connsiteX335" fmla="*/ 437703 w 452457"/>
                <a:gd name="connsiteY335" fmla="*/ 165573 h 436063"/>
                <a:gd name="connsiteX336" fmla="*/ 436064 w 452457"/>
                <a:gd name="connsiteY336" fmla="*/ 168851 h 436063"/>
                <a:gd name="connsiteX337" fmla="*/ 434424 w 452457"/>
                <a:gd name="connsiteY337" fmla="*/ 172130 h 436063"/>
                <a:gd name="connsiteX338" fmla="*/ 436064 w 452457"/>
                <a:gd name="connsiteY338" fmla="*/ 177048 h 436063"/>
                <a:gd name="connsiteX339" fmla="*/ 437703 w 452457"/>
                <a:gd name="connsiteY339" fmla="*/ 178688 h 436063"/>
                <a:gd name="connsiteX340" fmla="*/ 440981 w 452457"/>
                <a:gd name="connsiteY340" fmla="*/ 183606 h 436063"/>
                <a:gd name="connsiteX341" fmla="*/ 444260 w 452457"/>
                <a:gd name="connsiteY341" fmla="*/ 185245 h 436063"/>
                <a:gd name="connsiteX342" fmla="*/ 444260 w 452457"/>
                <a:gd name="connsiteY342" fmla="*/ 185245 h 436063"/>
                <a:gd name="connsiteX343" fmla="*/ 440981 w 452457"/>
                <a:gd name="connsiteY343" fmla="*/ 190163 h 436063"/>
                <a:gd name="connsiteX344" fmla="*/ 436064 w 452457"/>
                <a:gd name="connsiteY344" fmla="*/ 191803 h 436063"/>
                <a:gd name="connsiteX345" fmla="*/ 432785 w 452457"/>
                <a:gd name="connsiteY345" fmla="*/ 193442 h 436063"/>
                <a:gd name="connsiteX346" fmla="*/ 427867 w 452457"/>
                <a:gd name="connsiteY346" fmla="*/ 195081 h 436063"/>
                <a:gd name="connsiteX347" fmla="*/ 424588 w 452457"/>
                <a:gd name="connsiteY347" fmla="*/ 196720 h 436063"/>
                <a:gd name="connsiteX348" fmla="*/ 422949 w 452457"/>
                <a:gd name="connsiteY348" fmla="*/ 201638 h 436063"/>
                <a:gd name="connsiteX349" fmla="*/ 422949 w 452457"/>
                <a:gd name="connsiteY349" fmla="*/ 204917 h 436063"/>
                <a:gd name="connsiteX350" fmla="*/ 424588 w 452457"/>
                <a:gd name="connsiteY350" fmla="*/ 208196 h 436063"/>
                <a:gd name="connsiteX351" fmla="*/ 424588 w 452457"/>
                <a:gd name="connsiteY351" fmla="*/ 213114 h 436063"/>
                <a:gd name="connsiteX352" fmla="*/ 422949 w 452457"/>
                <a:gd name="connsiteY352" fmla="*/ 216393 h 436063"/>
                <a:gd name="connsiteX353" fmla="*/ 424588 w 452457"/>
                <a:gd name="connsiteY353" fmla="*/ 219671 h 436063"/>
                <a:gd name="connsiteX354" fmla="*/ 421310 w 452457"/>
                <a:gd name="connsiteY354" fmla="*/ 224589 h 436063"/>
                <a:gd name="connsiteX355" fmla="*/ 419670 w 452457"/>
                <a:gd name="connsiteY355" fmla="*/ 227868 h 436063"/>
                <a:gd name="connsiteX356" fmla="*/ 418031 w 452457"/>
                <a:gd name="connsiteY356" fmla="*/ 232786 h 436063"/>
                <a:gd name="connsiteX357" fmla="*/ 414753 w 452457"/>
                <a:gd name="connsiteY357" fmla="*/ 236064 h 436063"/>
                <a:gd name="connsiteX358" fmla="*/ 411474 w 452457"/>
                <a:gd name="connsiteY358" fmla="*/ 239343 h 436063"/>
                <a:gd name="connsiteX359" fmla="*/ 414753 w 452457"/>
                <a:gd name="connsiteY359" fmla="*/ 240983 h 436063"/>
                <a:gd name="connsiteX360" fmla="*/ 414753 w 452457"/>
                <a:gd name="connsiteY360" fmla="*/ 244261 h 436063"/>
                <a:gd name="connsiteX361" fmla="*/ 414753 w 452457"/>
                <a:gd name="connsiteY361" fmla="*/ 247540 h 436063"/>
                <a:gd name="connsiteX362" fmla="*/ 419670 w 452457"/>
                <a:gd name="connsiteY362" fmla="*/ 249179 h 436063"/>
                <a:gd name="connsiteX363" fmla="*/ 422949 w 452457"/>
                <a:gd name="connsiteY363" fmla="*/ 254097 h 436063"/>
                <a:gd name="connsiteX364" fmla="*/ 422949 w 452457"/>
                <a:gd name="connsiteY364" fmla="*/ 257376 h 436063"/>
                <a:gd name="connsiteX365" fmla="*/ 424588 w 452457"/>
                <a:gd name="connsiteY365" fmla="*/ 257376 h 436063"/>
                <a:gd name="connsiteX366" fmla="*/ 427867 w 452457"/>
                <a:gd name="connsiteY366" fmla="*/ 252458 h 436063"/>
                <a:gd name="connsiteX367" fmla="*/ 429506 w 452457"/>
                <a:gd name="connsiteY367" fmla="*/ 252458 h 436063"/>
                <a:gd name="connsiteX368" fmla="*/ 429506 w 452457"/>
                <a:gd name="connsiteY368" fmla="*/ 252458 h 436063"/>
                <a:gd name="connsiteX369" fmla="*/ 431146 w 452457"/>
                <a:gd name="connsiteY369" fmla="*/ 257376 h 436063"/>
                <a:gd name="connsiteX370" fmla="*/ 426228 w 452457"/>
                <a:gd name="connsiteY370" fmla="*/ 259015 h 436063"/>
                <a:gd name="connsiteX371" fmla="*/ 422949 w 452457"/>
                <a:gd name="connsiteY371" fmla="*/ 260654 h 436063"/>
                <a:gd name="connsiteX372" fmla="*/ 418031 w 452457"/>
                <a:gd name="connsiteY372" fmla="*/ 262294 h 436063"/>
                <a:gd name="connsiteX373" fmla="*/ 414753 w 452457"/>
                <a:gd name="connsiteY373" fmla="*/ 263933 h 436063"/>
                <a:gd name="connsiteX374" fmla="*/ 409834 w 452457"/>
                <a:gd name="connsiteY374" fmla="*/ 265573 h 436063"/>
                <a:gd name="connsiteX375" fmla="*/ 404916 w 452457"/>
                <a:gd name="connsiteY375" fmla="*/ 267212 h 436063"/>
                <a:gd name="connsiteX376" fmla="*/ 401638 w 452457"/>
                <a:gd name="connsiteY376" fmla="*/ 268851 h 436063"/>
                <a:gd name="connsiteX377" fmla="*/ 396720 w 452457"/>
                <a:gd name="connsiteY377" fmla="*/ 270491 h 436063"/>
                <a:gd name="connsiteX378" fmla="*/ 396720 w 452457"/>
                <a:gd name="connsiteY378" fmla="*/ 270491 h 436063"/>
                <a:gd name="connsiteX379" fmla="*/ 393441 w 452457"/>
                <a:gd name="connsiteY379" fmla="*/ 272130 h 436063"/>
                <a:gd name="connsiteX380" fmla="*/ 388523 w 452457"/>
                <a:gd name="connsiteY380" fmla="*/ 272130 h 436063"/>
                <a:gd name="connsiteX381" fmla="*/ 385244 w 452457"/>
                <a:gd name="connsiteY381" fmla="*/ 273769 h 436063"/>
                <a:gd name="connsiteX382" fmla="*/ 381966 w 452457"/>
                <a:gd name="connsiteY382" fmla="*/ 275408 h 436063"/>
                <a:gd name="connsiteX383" fmla="*/ 377047 w 452457"/>
                <a:gd name="connsiteY383" fmla="*/ 277048 h 436063"/>
                <a:gd name="connsiteX384" fmla="*/ 373769 w 452457"/>
                <a:gd name="connsiteY384" fmla="*/ 278687 h 436063"/>
                <a:gd name="connsiteX385" fmla="*/ 370490 w 452457"/>
                <a:gd name="connsiteY385" fmla="*/ 280327 h 436063"/>
                <a:gd name="connsiteX386" fmla="*/ 367211 w 452457"/>
                <a:gd name="connsiteY386" fmla="*/ 281966 h 436063"/>
                <a:gd name="connsiteX387" fmla="*/ 363933 w 452457"/>
                <a:gd name="connsiteY387" fmla="*/ 283605 h 436063"/>
                <a:gd name="connsiteX388" fmla="*/ 360654 w 452457"/>
                <a:gd name="connsiteY388" fmla="*/ 285244 h 436063"/>
                <a:gd name="connsiteX389" fmla="*/ 357376 w 452457"/>
                <a:gd name="connsiteY389" fmla="*/ 285244 h 436063"/>
                <a:gd name="connsiteX390" fmla="*/ 352457 w 452457"/>
                <a:gd name="connsiteY390" fmla="*/ 286884 h 436063"/>
                <a:gd name="connsiteX391" fmla="*/ 349179 w 452457"/>
                <a:gd name="connsiteY391" fmla="*/ 286884 h 436063"/>
                <a:gd name="connsiteX392" fmla="*/ 345900 w 452457"/>
                <a:gd name="connsiteY392" fmla="*/ 288523 h 436063"/>
                <a:gd name="connsiteX393" fmla="*/ 340982 w 452457"/>
                <a:gd name="connsiteY393" fmla="*/ 290163 h 436063"/>
                <a:gd name="connsiteX394" fmla="*/ 337703 w 452457"/>
                <a:gd name="connsiteY394" fmla="*/ 290163 h 436063"/>
                <a:gd name="connsiteX395" fmla="*/ 334425 w 452457"/>
                <a:gd name="connsiteY395" fmla="*/ 291802 h 436063"/>
                <a:gd name="connsiteX396" fmla="*/ 329507 w 452457"/>
                <a:gd name="connsiteY396" fmla="*/ 293441 h 436063"/>
                <a:gd name="connsiteX397" fmla="*/ 326228 w 452457"/>
                <a:gd name="connsiteY397" fmla="*/ 295081 h 436063"/>
                <a:gd name="connsiteX398" fmla="*/ 322950 w 452457"/>
                <a:gd name="connsiteY398" fmla="*/ 296720 h 436063"/>
                <a:gd name="connsiteX399" fmla="*/ 318031 w 452457"/>
                <a:gd name="connsiteY399" fmla="*/ 299998 h 436063"/>
                <a:gd name="connsiteX400" fmla="*/ 314753 w 452457"/>
                <a:gd name="connsiteY400" fmla="*/ 299998 h 436063"/>
                <a:gd name="connsiteX401" fmla="*/ 314753 w 452457"/>
                <a:gd name="connsiteY401" fmla="*/ 299998 h 436063"/>
                <a:gd name="connsiteX402" fmla="*/ 314753 w 452457"/>
                <a:gd name="connsiteY402" fmla="*/ 304917 h 436063"/>
                <a:gd name="connsiteX403" fmla="*/ 316392 w 452457"/>
                <a:gd name="connsiteY403" fmla="*/ 308195 h 436063"/>
                <a:gd name="connsiteX404" fmla="*/ 316392 w 452457"/>
                <a:gd name="connsiteY404" fmla="*/ 311474 h 436063"/>
                <a:gd name="connsiteX405" fmla="*/ 319671 w 452457"/>
                <a:gd name="connsiteY405" fmla="*/ 314753 h 436063"/>
                <a:gd name="connsiteX406" fmla="*/ 321310 w 452457"/>
                <a:gd name="connsiteY406" fmla="*/ 319671 h 436063"/>
                <a:gd name="connsiteX407" fmla="*/ 321310 w 452457"/>
                <a:gd name="connsiteY407" fmla="*/ 322950 h 436063"/>
                <a:gd name="connsiteX408" fmla="*/ 321310 w 452457"/>
                <a:gd name="connsiteY408" fmla="*/ 326228 h 436063"/>
                <a:gd name="connsiteX409" fmla="*/ 321310 w 452457"/>
                <a:gd name="connsiteY409" fmla="*/ 327867 h 436063"/>
                <a:gd name="connsiteX410" fmla="*/ 321310 w 452457"/>
                <a:gd name="connsiteY410" fmla="*/ 329507 h 436063"/>
                <a:gd name="connsiteX411" fmla="*/ 318031 w 452457"/>
                <a:gd name="connsiteY411" fmla="*/ 329507 h 436063"/>
                <a:gd name="connsiteX412" fmla="*/ 313113 w 452457"/>
                <a:gd name="connsiteY412" fmla="*/ 329507 h 436063"/>
                <a:gd name="connsiteX413" fmla="*/ 309835 w 452457"/>
                <a:gd name="connsiteY413" fmla="*/ 327867 h 436063"/>
                <a:gd name="connsiteX414" fmla="*/ 306556 w 452457"/>
                <a:gd name="connsiteY414" fmla="*/ 329507 h 436063"/>
                <a:gd name="connsiteX415" fmla="*/ 303277 w 452457"/>
                <a:gd name="connsiteY415" fmla="*/ 327867 h 436063"/>
                <a:gd name="connsiteX416" fmla="*/ 298360 w 452457"/>
                <a:gd name="connsiteY416" fmla="*/ 327867 h 436063"/>
                <a:gd name="connsiteX417" fmla="*/ 295081 w 452457"/>
                <a:gd name="connsiteY417" fmla="*/ 329507 h 436063"/>
                <a:gd name="connsiteX418" fmla="*/ 291802 w 452457"/>
                <a:gd name="connsiteY418" fmla="*/ 329507 h 436063"/>
                <a:gd name="connsiteX419" fmla="*/ 286884 w 452457"/>
                <a:gd name="connsiteY419" fmla="*/ 331146 h 436063"/>
                <a:gd name="connsiteX420" fmla="*/ 283606 w 452457"/>
                <a:gd name="connsiteY420" fmla="*/ 332785 h 436063"/>
                <a:gd name="connsiteX421" fmla="*/ 280327 w 452457"/>
                <a:gd name="connsiteY421" fmla="*/ 334425 h 436063"/>
                <a:gd name="connsiteX422" fmla="*/ 277048 w 452457"/>
                <a:gd name="connsiteY422" fmla="*/ 336064 h 436063"/>
                <a:gd name="connsiteX423" fmla="*/ 272130 w 452457"/>
                <a:gd name="connsiteY423" fmla="*/ 339343 h 436063"/>
                <a:gd name="connsiteX424" fmla="*/ 268851 w 452457"/>
                <a:gd name="connsiteY424" fmla="*/ 342621 h 436063"/>
                <a:gd name="connsiteX425" fmla="*/ 265573 w 452457"/>
                <a:gd name="connsiteY425" fmla="*/ 342621 h 436063"/>
                <a:gd name="connsiteX426" fmla="*/ 265573 w 452457"/>
                <a:gd name="connsiteY426" fmla="*/ 342621 h 436063"/>
                <a:gd name="connsiteX427" fmla="*/ 262294 w 452457"/>
                <a:gd name="connsiteY427" fmla="*/ 347540 h 436063"/>
                <a:gd name="connsiteX428" fmla="*/ 262294 w 452457"/>
                <a:gd name="connsiteY428" fmla="*/ 349179 h 436063"/>
                <a:gd name="connsiteX429" fmla="*/ 262294 w 452457"/>
                <a:gd name="connsiteY429" fmla="*/ 352457 h 436063"/>
                <a:gd name="connsiteX430" fmla="*/ 262294 w 452457"/>
                <a:gd name="connsiteY430" fmla="*/ 355736 h 436063"/>
                <a:gd name="connsiteX431" fmla="*/ 262294 w 452457"/>
                <a:gd name="connsiteY431" fmla="*/ 360654 h 436063"/>
                <a:gd name="connsiteX432" fmla="*/ 260654 w 452457"/>
                <a:gd name="connsiteY432" fmla="*/ 363933 h 436063"/>
                <a:gd name="connsiteX433" fmla="*/ 257376 w 452457"/>
                <a:gd name="connsiteY433" fmla="*/ 367211 h 436063"/>
                <a:gd name="connsiteX434" fmla="*/ 257376 w 452457"/>
                <a:gd name="connsiteY434" fmla="*/ 368851 h 436063"/>
                <a:gd name="connsiteX435" fmla="*/ 255737 w 452457"/>
                <a:gd name="connsiteY435" fmla="*/ 368851 h 436063"/>
                <a:gd name="connsiteX436" fmla="*/ 252458 w 452457"/>
                <a:gd name="connsiteY436" fmla="*/ 370490 h 436063"/>
                <a:gd name="connsiteX437" fmla="*/ 249179 w 452457"/>
                <a:gd name="connsiteY437" fmla="*/ 372130 h 436063"/>
                <a:gd name="connsiteX438" fmla="*/ 245901 w 452457"/>
                <a:gd name="connsiteY438" fmla="*/ 373769 h 436063"/>
                <a:gd name="connsiteX439" fmla="*/ 240983 w 452457"/>
                <a:gd name="connsiteY439" fmla="*/ 375408 h 436063"/>
                <a:gd name="connsiteX440" fmla="*/ 237704 w 452457"/>
                <a:gd name="connsiteY440" fmla="*/ 377047 h 436063"/>
                <a:gd name="connsiteX441" fmla="*/ 234425 w 452457"/>
                <a:gd name="connsiteY441" fmla="*/ 381965 h 436063"/>
                <a:gd name="connsiteX442" fmla="*/ 229507 w 452457"/>
                <a:gd name="connsiteY442" fmla="*/ 383605 h 436063"/>
                <a:gd name="connsiteX443" fmla="*/ 229507 w 452457"/>
                <a:gd name="connsiteY443" fmla="*/ 383605 h 436063"/>
                <a:gd name="connsiteX444" fmla="*/ 226229 w 452457"/>
                <a:gd name="connsiteY444" fmla="*/ 385244 h 436063"/>
                <a:gd name="connsiteX445" fmla="*/ 222950 w 452457"/>
                <a:gd name="connsiteY445" fmla="*/ 386884 h 436063"/>
                <a:gd name="connsiteX446" fmla="*/ 219671 w 452457"/>
                <a:gd name="connsiteY446" fmla="*/ 390162 h 436063"/>
                <a:gd name="connsiteX447" fmla="*/ 216393 w 452457"/>
                <a:gd name="connsiteY447" fmla="*/ 395080 h 436063"/>
                <a:gd name="connsiteX448" fmla="*/ 214753 w 452457"/>
                <a:gd name="connsiteY448" fmla="*/ 399998 h 436063"/>
                <a:gd name="connsiteX449" fmla="*/ 213114 w 452457"/>
                <a:gd name="connsiteY449" fmla="*/ 403277 h 436063"/>
                <a:gd name="connsiteX450" fmla="*/ 209835 w 452457"/>
                <a:gd name="connsiteY450" fmla="*/ 406555 h 436063"/>
                <a:gd name="connsiteX451" fmla="*/ 209835 w 452457"/>
                <a:gd name="connsiteY451" fmla="*/ 406555 h 436063"/>
                <a:gd name="connsiteX452" fmla="*/ 206557 w 452457"/>
                <a:gd name="connsiteY452" fmla="*/ 411474 h 436063"/>
                <a:gd name="connsiteX453" fmla="*/ 201639 w 452457"/>
                <a:gd name="connsiteY453" fmla="*/ 414752 h 436063"/>
                <a:gd name="connsiteX454" fmla="*/ 198360 w 452457"/>
                <a:gd name="connsiteY454" fmla="*/ 419670 h 436063"/>
                <a:gd name="connsiteX455" fmla="*/ 195081 w 452457"/>
                <a:gd name="connsiteY455" fmla="*/ 424588 h 436063"/>
                <a:gd name="connsiteX456" fmla="*/ 193442 w 452457"/>
                <a:gd name="connsiteY456" fmla="*/ 427867 h 436063"/>
                <a:gd name="connsiteX457" fmla="*/ 190163 w 452457"/>
                <a:gd name="connsiteY457" fmla="*/ 431145 h 436063"/>
                <a:gd name="connsiteX458" fmla="*/ 190163 w 452457"/>
                <a:gd name="connsiteY458" fmla="*/ 431145 h 436063"/>
                <a:gd name="connsiteX459" fmla="*/ 186884 w 452457"/>
                <a:gd name="connsiteY459" fmla="*/ 432785 h 436063"/>
                <a:gd name="connsiteX460" fmla="*/ 183606 w 452457"/>
                <a:gd name="connsiteY460" fmla="*/ 432785 h 436063"/>
                <a:gd name="connsiteX461" fmla="*/ 181966 w 452457"/>
                <a:gd name="connsiteY461" fmla="*/ 434424 h 436063"/>
                <a:gd name="connsiteX462" fmla="*/ 178688 w 452457"/>
                <a:gd name="connsiteY462" fmla="*/ 436064 h 436063"/>
                <a:gd name="connsiteX463" fmla="*/ 177049 w 452457"/>
                <a:gd name="connsiteY463" fmla="*/ 436064 h 436063"/>
                <a:gd name="connsiteX464" fmla="*/ 173770 w 452457"/>
                <a:gd name="connsiteY464" fmla="*/ 434424 h 436063"/>
                <a:gd name="connsiteX465" fmla="*/ 170491 w 452457"/>
                <a:gd name="connsiteY465" fmla="*/ 431145 h 436063"/>
                <a:gd name="connsiteX466" fmla="*/ 165573 w 452457"/>
                <a:gd name="connsiteY466" fmla="*/ 429506 h 436063"/>
                <a:gd name="connsiteX467" fmla="*/ 163934 w 452457"/>
                <a:gd name="connsiteY467" fmla="*/ 429506 h 436063"/>
                <a:gd name="connsiteX468" fmla="*/ 160655 w 452457"/>
                <a:gd name="connsiteY468" fmla="*/ 427867 h 436063"/>
                <a:gd name="connsiteX469" fmla="*/ 155737 w 452457"/>
                <a:gd name="connsiteY469" fmla="*/ 429506 h 436063"/>
                <a:gd name="connsiteX470" fmla="*/ 152459 w 452457"/>
                <a:gd name="connsiteY470" fmla="*/ 431145 h 436063"/>
                <a:gd name="connsiteX471" fmla="*/ 149180 w 452457"/>
                <a:gd name="connsiteY471" fmla="*/ 432785 h 436063"/>
                <a:gd name="connsiteX472" fmla="*/ 145901 w 452457"/>
                <a:gd name="connsiteY472" fmla="*/ 431145 h 436063"/>
                <a:gd name="connsiteX473" fmla="*/ 145901 w 452457"/>
                <a:gd name="connsiteY473" fmla="*/ 429506 h 436063"/>
                <a:gd name="connsiteX474" fmla="*/ 142623 w 452457"/>
                <a:gd name="connsiteY474" fmla="*/ 426228 h 436063"/>
                <a:gd name="connsiteX475" fmla="*/ 139344 w 452457"/>
                <a:gd name="connsiteY475" fmla="*/ 424588 h 436063"/>
                <a:gd name="connsiteX476" fmla="*/ 136065 w 452457"/>
                <a:gd name="connsiteY476" fmla="*/ 426228 h 436063"/>
                <a:gd name="connsiteX477" fmla="*/ 131147 w 452457"/>
                <a:gd name="connsiteY477" fmla="*/ 426228 h 436063"/>
                <a:gd name="connsiteX478" fmla="*/ 127869 w 452457"/>
                <a:gd name="connsiteY478" fmla="*/ 426228 h 436063"/>
                <a:gd name="connsiteX479" fmla="*/ 124590 w 452457"/>
                <a:gd name="connsiteY479" fmla="*/ 424588 h 436063"/>
                <a:gd name="connsiteX480" fmla="*/ 122950 w 452457"/>
                <a:gd name="connsiteY480" fmla="*/ 424588 h 436063"/>
                <a:gd name="connsiteX481" fmla="*/ 121311 w 452457"/>
                <a:gd name="connsiteY481" fmla="*/ 421310 h 436063"/>
                <a:gd name="connsiteX482" fmla="*/ 116393 w 452457"/>
                <a:gd name="connsiteY482" fmla="*/ 418031 h 436063"/>
                <a:gd name="connsiteX483" fmla="*/ 113114 w 452457"/>
                <a:gd name="connsiteY483" fmla="*/ 414752 h 436063"/>
                <a:gd name="connsiteX484" fmla="*/ 113114 w 452457"/>
                <a:gd name="connsiteY484" fmla="*/ 413113 h 436063"/>
                <a:gd name="connsiteX485" fmla="*/ 109836 w 452457"/>
                <a:gd name="connsiteY485" fmla="*/ 413113 h 436063"/>
                <a:gd name="connsiteX486" fmla="*/ 106557 w 452457"/>
                <a:gd name="connsiteY486" fmla="*/ 411474 h 436063"/>
                <a:gd name="connsiteX487" fmla="*/ 101639 w 452457"/>
                <a:gd name="connsiteY487" fmla="*/ 409834 h 436063"/>
                <a:gd name="connsiteX488" fmla="*/ 98360 w 452457"/>
                <a:gd name="connsiteY488" fmla="*/ 413113 h 436063"/>
                <a:gd name="connsiteX489" fmla="*/ 95082 w 452457"/>
                <a:gd name="connsiteY489" fmla="*/ 411474 h 436063"/>
                <a:gd name="connsiteX490" fmla="*/ 90164 w 452457"/>
                <a:gd name="connsiteY490" fmla="*/ 409834 h 436063"/>
                <a:gd name="connsiteX491" fmla="*/ 86885 w 452457"/>
                <a:gd name="connsiteY491" fmla="*/ 409834 h 436063"/>
                <a:gd name="connsiteX492" fmla="*/ 85246 w 452457"/>
                <a:gd name="connsiteY492" fmla="*/ 409834 h 436063"/>
                <a:gd name="connsiteX493" fmla="*/ 80327 w 452457"/>
                <a:gd name="connsiteY493" fmla="*/ 409834 h 436063"/>
                <a:gd name="connsiteX494" fmla="*/ 77049 w 452457"/>
                <a:gd name="connsiteY494" fmla="*/ 411474 h 436063"/>
                <a:gd name="connsiteX495" fmla="*/ 73770 w 452457"/>
                <a:gd name="connsiteY495" fmla="*/ 413113 h 436063"/>
                <a:gd name="connsiteX496" fmla="*/ 68852 w 452457"/>
                <a:gd name="connsiteY496" fmla="*/ 413113 h 436063"/>
                <a:gd name="connsiteX497" fmla="*/ 65573 w 452457"/>
                <a:gd name="connsiteY497" fmla="*/ 414752 h 436063"/>
                <a:gd name="connsiteX498" fmla="*/ 62295 w 452457"/>
                <a:gd name="connsiteY498" fmla="*/ 414752 h 436063"/>
                <a:gd name="connsiteX499" fmla="*/ 57377 w 452457"/>
                <a:gd name="connsiteY499" fmla="*/ 416391 h 436063"/>
                <a:gd name="connsiteX500" fmla="*/ 55737 w 452457"/>
                <a:gd name="connsiteY500" fmla="*/ 416391 h 436063"/>
                <a:gd name="connsiteX501" fmla="*/ 52459 w 452457"/>
                <a:gd name="connsiteY501" fmla="*/ 414752 h 436063"/>
                <a:gd name="connsiteX502" fmla="*/ 47541 w 452457"/>
                <a:gd name="connsiteY502" fmla="*/ 411474 h 436063"/>
                <a:gd name="connsiteX503" fmla="*/ 44262 w 452457"/>
                <a:gd name="connsiteY503" fmla="*/ 408195 h 436063"/>
                <a:gd name="connsiteX504" fmla="*/ 40983 w 452457"/>
                <a:gd name="connsiteY504" fmla="*/ 403277 h 436063"/>
                <a:gd name="connsiteX505" fmla="*/ 37705 w 452457"/>
                <a:gd name="connsiteY505" fmla="*/ 399998 h 436063"/>
                <a:gd name="connsiteX506" fmla="*/ 32787 w 452457"/>
                <a:gd name="connsiteY506" fmla="*/ 396720 h 436063"/>
                <a:gd name="connsiteX507" fmla="*/ 29508 w 452457"/>
                <a:gd name="connsiteY507" fmla="*/ 391801 h 436063"/>
                <a:gd name="connsiteX508" fmla="*/ 26229 w 452457"/>
                <a:gd name="connsiteY508" fmla="*/ 386884 h 436063"/>
                <a:gd name="connsiteX509" fmla="*/ 22951 w 452457"/>
                <a:gd name="connsiteY509" fmla="*/ 383605 h 436063"/>
                <a:gd name="connsiteX510" fmla="*/ 19672 w 452457"/>
                <a:gd name="connsiteY510" fmla="*/ 380326 h 436063"/>
                <a:gd name="connsiteX511" fmla="*/ 16393 w 452457"/>
                <a:gd name="connsiteY511" fmla="*/ 375408 h 436063"/>
                <a:gd name="connsiteX512" fmla="*/ 11476 w 452457"/>
                <a:gd name="connsiteY512" fmla="*/ 372130 h 436063"/>
                <a:gd name="connsiteX513" fmla="*/ 8197 w 452457"/>
                <a:gd name="connsiteY513" fmla="*/ 368851 h 436063"/>
                <a:gd name="connsiteX514" fmla="*/ 4918 w 452457"/>
                <a:gd name="connsiteY514" fmla="*/ 365572 h 436063"/>
                <a:gd name="connsiteX515" fmla="*/ 4918 w 452457"/>
                <a:gd name="connsiteY515" fmla="*/ 360654 h 436063"/>
                <a:gd name="connsiteX516" fmla="*/ 3279 w 452457"/>
                <a:gd name="connsiteY516" fmla="*/ 357375 h 436063"/>
                <a:gd name="connsiteX517" fmla="*/ 1639 w 452457"/>
                <a:gd name="connsiteY517" fmla="*/ 354097 h 436063"/>
                <a:gd name="connsiteX518" fmla="*/ 0 w 452457"/>
                <a:gd name="connsiteY518" fmla="*/ 352457 h 436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</a:cxnLst>
              <a:rect l="l" t="t" r="r" b="b"/>
              <a:pathLst>
                <a:path w="452457" h="436063">
                  <a:moveTo>
                    <a:pt x="0" y="352457"/>
                  </a:moveTo>
                  <a:lnTo>
                    <a:pt x="0" y="347540"/>
                  </a:lnTo>
                  <a:lnTo>
                    <a:pt x="0" y="344261"/>
                  </a:lnTo>
                  <a:lnTo>
                    <a:pt x="0" y="339343"/>
                  </a:lnTo>
                  <a:lnTo>
                    <a:pt x="0" y="336064"/>
                  </a:lnTo>
                  <a:lnTo>
                    <a:pt x="0" y="332785"/>
                  </a:lnTo>
                  <a:lnTo>
                    <a:pt x="0" y="329507"/>
                  </a:lnTo>
                  <a:lnTo>
                    <a:pt x="1639" y="324588"/>
                  </a:lnTo>
                  <a:lnTo>
                    <a:pt x="1639" y="321310"/>
                  </a:lnTo>
                  <a:lnTo>
                    <a:pt x="1639" y="318031"/>
                  </a:lnTo>
                  <a:lnTo>
                    <a:pt x="1639" y="313113"/>
                  </a:lnTo>
                  <a:lnTo>
                    <a:pt x="1639" y="309835"/>
                  </a:lnTo>
                  <a:lnTo>
                    <a:pt x="1639" y="306556"/>
                  </a:lnTo>
                  <a:lnTo>
                    <a:pt x="1639" y="301638"/>
                  </a:lnTo>
                  <a:lnTo>
                    <a:pt x="1639" y="299998"/>
                  </a:lnTo>
                  <a:lnTo>
                    <a:pt x="1639" y="296720"/>
                  </a:lnTo>
                  <a:lnTo>
                    <a:pt x="1639" y="293441"/>
                  </a:lnTo>
                  <a:lnTo>
                    <a:pt x="1639" y="288523"/>
                  </a:lnTo>
                  <a:lnTo>
                    <a:pt x="1639" y="285244"/>
                  </a:lnTo>
                  <a:lnTo>
                    <a:pt x="1639" y="281966"/>
                  </a:lnTo>
                  <a:lnTo>
                    <a:pt x="1639" y="277048"/>
                  </a:lnTo>
                  <a:lnTo>
                    <a:pt x="1639" y="273769"/>
                  </a:lnTo>
                  <a:lnTo>
                    <a:pt x="1639" y="270491"/>
                  </a:lnTo>
                  <a:lnTo>
                    <a:pt x="1639" y="265573"/>
                  </a:lnTo>
                  <a:lnTo>
                    <a:pt x="1639" y="262294"/>
                  </a:lnTo>
                  <a:lnTo>
                    <a:pt x="1639" y="259015"/>
                  </a:lnTo>
                  <a:lnTo>
                    <a:pt x="1639" y="254097"/>
                  </a:lnTo>
                  <a:lnTo>
                    <a:pt x="1639" y="250818"/>
                  </a:lnTo>
                  <a:lnTo>
                    <a:pt x="1639" y="247540"/>
                  </a:lnTo>
                  <a:lnTo>
                    <a:pt x="1639" y="244261"/>
                  </a:lnTo>
                  <a:lnTo>
                    <a:pt x="1639" y="242622"/>
                  </a:lnTo>
                  <a:lnTo>
                    <a:pt x="1639" y="239343"/>
                  </a:lnTo>
                  <a:lnTo>
                    <a:pt x="1639" y="234425"/>
                  </a:lnTo>
                  <a:lnTo>
                    <a:pt x="1639" y="231147"/>
                  </a:lnTo>
                  <a:lnTo>
                    <a:pt x="1639" y="231147"/>
                  </a:lnTo>
                  <a:lnTo>
                    <a:pt x="1639" y="226228"/>
                  </a:lnTo>
                  <a:lnTo>
                    <a:pt x="1639" y="222950"/>
                  </a:lnTo>
                  <a:lnTo>
                    <a:pt x="1639" y="219671"/>
                  </a:lnTo>
                  <a:lnTo>
                    <a:pt x="1639" y="216393"/>
                  </a:lnTo>
                  <a:lnTo>
                    <a:pt x="3279" y="213114"/>
                  </a:lnTo>
                  <a:lnTo>
                    <a:pt x="8197" y="213114"/>
                  </a:lnTo>
                  <a:lnTo>
                    <a:pt x="11476" y="213114"/>
                  </a:lnTo>
                  <a:lnTo>
                    <a:pt x="16393" y="213114"/>
                  </a:lnTo>
                  <a:lnTo>
                    <a:pt x="19672" y="213114"/>
                  </a:lnTo>
                  <a:lnTo>
                    <a:pt x="24590" y="213114"/>
                  </a:lnTo>
                  <a:lnTo>
                    <a:pt x="29508" y="213114"/>
                  </a:lnTo>
                  <a:lnTo>
                    <a:pt x="31147" y="213114"/>
                  </a:lnTo>
                  <a:lnTo>
                    <a:pt x="34426" y="213114"/>
                  </a:lnTo>
                  <a:lnTo>
                    <a:pt x="39344" y="213114"/>
                  </a:lnTo>
                  <a:lnTo>
                    <a:pt x="42623" y="213114"/>
                  </a:lnTo>
                  <a:lnTo>
                    <a:pt x="45902" y="213114"/>
                  </a:lnTo>
                  <a:lnTo>
                    <a:pt x="50820" y="213114"/>
                  </a:lnTo>
                  <a:lnTo>
                    <a:pt x="57377" y="213114"/>
                  </a:lnTo>
                  <a:lnTo>
                    <a:pt x="57377" y="213114"/>
                  </a:lnTo>
                  <a:lnTo>
                    <a:pt x="63934" y="213114"/>
                  </a:lnTo>
                  <a:lnTo>
                    <a:pt x="68852" y="213114"/>
                  </a:lnTo>
                  <a:lnTo>
                    <a:pt x="72131" y="213114"/>
                  </a:lnTo>
                  <a:lnTo>
                    <a:pt x="78688" y="209835"/>
                  </a:lnTo>
                  <a:lnTo>
                    <a:pt x="77049" y="206557"/>
                  </a:lnTo>
                  <a:lnTo>
                    <a:pt x="75410" y="201638"/>
                  </a:lnTo>
                  <a:lnTo>
                    <a:pt x="75410" y="198360"/>
                  </a:lnTo>
                  <a:lnTo>
                    <a:pt x="77049" y="195081"/>
                  </a:lnTo>
                  <a:lnTo>
                    <a:pt x="77049" y="191803"/>
                  </a:lnTo>
                  <a:lnTo>
                    <a:pt x="80327" y="186884"/>
                  </a:lnTo>
                  <a:lnTo>
                    <a:pt x="80327" y="183606"/>
                  </a:lnTo>
                  <a:lnTo>
                    <a:pt x="80327" y="180327"/>
                  </a:lnTo>
                  <a:lnTo>
                    <a:pt x="78688" y="175409"/>
                  </a:lnTo>
                  <a:lnTo>
                    <a:pt x="78688" y="172130"/>
                  </a:lnTo>
                  <a:lnTo>
                    <a:pt x="78688" y="167213"/>
                  </a:lnTo>
                  <a:lnTo>
                    <a:pt x="78688" y="163934"/>
                  </a:lnTo>
                  <a:lnTo>
                    <a:pt x="80327" y="160655"/>
                  </a:lnTo>
                  <a:lnTo>
                    <a:pt x="80327" y="155737"/>
                  </a:lnTo>
                  <a:lnTo>
                    <a:pt x="78688" y="152458"/>
                  </a:lnTo>
                  <a:lnTo>
                    <a:pt x="80327" y="149180"/>
                  </a:lnTo>
                  <a:lnTo>
                    <a:pt x="80327" y="145901"/>
                  </a:lnTo>
                  <a:lnTo>
                    <a:pt x="83606" y="140983"/>
                  </a:lnTo>
                  <a:lnTo>
                    <a:pt x="81967" y="137704"/>
                  </a:lnTo>
                  <a:lnTo>
                    <a:pt x="80327" y="134426"/>
                  </a:lnTo>
                  <a:lnTo>
                    <a:pt x="81967" y="129508"/>
                  </a:lnTo>
                  <a:lnTo>
                    <a:pt x="80327" y="129508"/>
                  </a:lnTo>
                  <a:lnTo>
                    <a:pt x="80327" y="126229"/>
                  </a:lnTo>
                  <a:lnTo>
                    <a:pt x="80327" y="121311"/>
                  </a:lnTo>
                  <a:lnTo>
                    <a:pt x="80327" y="118032"/>
                  </a:lnTo>
                  <a:lnTo>
                    <a:pt x="81967" y="118032"/>
                  </a:lnTo>
                  <a:lnTo>
                    <a:pt x="85246" y="121311"/>
                  </a:lnTo>
                  <a:lnTo>
                    <a:pt x="85246" y="124590"/>
                  </a:lnTo>
                  <a:lnTo>
                    <a:pt x="88524" y="126229"/>
                  </a:lnTo>
                  <a:lnTo>
                    <a:pt x="93442" y="126229"/>
                  </a:lnTo>
                  <a:lnTo>
                    <a:pt x="95082" y="129508"/>
                  </a:lnTo>
                  <a:lnTo>
                    <a:pt x="96721" y="134426"/>
                  </a:lnTo>
                  <a:lnTo>
                    <a:pt x="95082" y="137704"/>
                  </a:lnTo>
                  <a:lnTo>
                    <a:pt x="91803" y="140983"/>
                  </a:lnTo>
                  <a:lnTo>
                    <a:pt x="95082" y="142622"/>
                  </a:lnTo>
                  <a:lnTo>
                    <a:pt x="100000" y="144261"/>
                  </a:lnTo>
                  <a:lnTo>
                    <a:pt x="103279" y="140983"/>
                  </a:lnTo>
                  <a:lnTo>
                    <a:pt x="106557" y="139344"/>
                  </a:lnTo>
                  <a:lnTo>
                    <a:pt x="111475" y="137704"/>
                  </a:lnTo>
                  <a:lnTo>
                    <a:pt x="114754" y="136065"/>
                  </a:lnTo>
                  <a:lnTo>
                    <a:pt x="118032" y="136065"/>
                  </a:lnTo>
                  <a:lnTo>
                    <a:pt x="119672" y="136065"/>
                  </a:lnTo>
                  <a:lnTo>
                    <a:pt x="124590" y="134426"/>
                  </a:lnTo>
                  <a:lnTo>
                    <a:pt x="127869" y="134426"/>
                  </a:lnTo>
                  <a:lnTo>
                    <a:pt x="131147" y="134426"/>
                  </a:lnTo>
                  <a:lnTo>
                    <a:pt x="129508" y="137704"/>
                  </a:lnTo>
                  <a:lnTo>
                    <a:pt x="129508" y="140983"/>
                  </a:lnTo>
                  <a:lnTo>
                    <a:pt x="131147" y="144261"/>
                  </a:lnTo>
                  <a:lnTo>
                    <a:pt x="131147" y="149180"/>
                  </a:lnTo>
                  <a:lnTo>
                    <a:pt x="132786" y="152458"/>
                  </a:lnTo>
                  <a:lnTo>
                    <a:pt x="136065" y="154098"/>
                  </a:lnTo>
                  <a:lnTo>
                    <a:pt x="139344" y="157376"/>
                  </a:lnTo>
                  <a:lnTo>
                    <a:pt x="144262" y="155737"/>
                  </a:lnTo>
                  <a:lnTo>
                    <a:pt x="147540" y="159016"/>
                  </a:lnTo>
                  <a:lnTo>
                    <a:pt x="150819" y="159016"/>
                  </a:lnTo>
                  <a:lnTo>
                    <a:pt x="155737" y="162294"/>
                  </a:lnTo>
                  <a:lnTo>
                    <a:pt x="159016" y="163934"/>
                  </a:lnTo>
                  <a:lnTo>
                    <a:pt x="162294" y="163934"/>
                  </a:lnTo>
                  <a:lnTo>
                    <a:pt x="167213" y="165573"/>
                  </a:lnTo>
                  <a:lnTo>
                    <a:pt x="170491" y="163934"/>
                  </a:lnTo>
                  <a:lnTo>
                    <a:pt x="173770" y="163934"/>
                  </a:lnTo>
                  <a:lnTo>
                    <a:pt x="177049" y="167213"/>
                  </a:lnTo>
                  <a:lnTo>
                    <a:pt x="180327" y="167213"/>
                  </a:lnTo>
                  <a:lnTo>
                    <a:pt x="185245" y="167213"/>
                  </a:lnTo>
                  <a:lnTo>
                    <a:pt x="188524" y="167213"/>
                  </a:lnTo>
                  <a:lnTo>
                    <a:pt x="193442" y="163934"/>
                  </a:lnTo>
                  <a:lnTo>
                    <a:pt x="195081" y="160655"/>
                  </a:lnTo>
                  <a:lnTo>
                    <a:pt x="195081" y="157376"/>
                  </a:lnTo>
                  <a:lnTo>
                    <a:pt x="196720" y="154098"/>
                  </a:lnTo>
                  <a:lnTo>
                    <a:pt x="198360" y="149180"/>
                  </a:lnTo>
                  <a:lnTo>
                    <a:pt x="203278" y="149180"/>
                  </a:lnTo>
                  <a:lnTo>
                    <a:pt x="203278" y="149180"/>
                  </a:lnTo>
                  <a:lnTo>
                    <a:pt x="203278" y="152458"/>
                  </a:lnTo>
                  <a:lnTo>
                    <a:pt x="203278" y="157376"/>
                  </a:lnTo>
                  <a:lnTo>
                    <a:pt x="206557" y="160655"/>
                  </a:lnTo>
                  <a:lnTo>
                    <a:pt x="209835" y="163934"/>
                  </a:lnTo>
                  <a:lnTo>
                    <a:pt x="213114" y="167213"/>
                  </a:lnTo>
                  <a:lnTo>
                    <a:pt x="213114" y="170491"/>
                  </a:lnTo>
                  <a:lnTo>
                    <a:pt x="214753" y="173770"/>
                  </a:lnTo>
                  <a:lnTo>
                    <a:pt x="218032" y="178688"/>
                  </a:lnTo>
                  <a:lnTo>
                    <a:pt x="221310" y="181966"/>
                  </a:lnTo>
                  <a:lnTo>
                    <a:pt x="224589" y="180327"/>
                  </a:lnTo>
                  <a:lnTo>
                    <a:pt x="227868" y="178688"/>
                  </a:lnTo>
                  <a:lnTo>
                    <a:pt x="231147" y="181966"/>
                  </a:lnTo>
                  <a:lnTo>
                    <a:pt x="234425" y="183606"/>
                  </a:lnTo>
                  <a:lnTo>
                    <a:pt x="237704" y="186884"/>
                  </a:lnTo>
                  <a:lnTo>
                    <a:pt x="242622" y="186884"/>
                  </a:lnTo>
                  <a:lnTo>
                    <a:pt x="245901" y="186884"/>
                  </a:lnTo>
                  <a:lnTo>
                    <a:pt x="245901" y="188524"/>
                  </a:lnTo>
                  <a:lnTo>
                    <a:pt x="247540" y="188524"/>
                  </a:lnTo>
                  <a:lnTo>
                    <a:pt x="250819" y="191803"/>
                  </a:lnTo>
                  <a:lnTo>
                    <a:pt x="250819" y="195081"/>
                  </a:lnTo>
                  <a:lnTo>
                    <a:pt x="252458" y="199999"/>
                  </a:lnTo>
                  <a:lnTo>
                    <a:pt x="252458" y="203278"/>
                  </a:lnTo>
                  <a:lnTo>
                    <a:pt x="255737" y="204917"/>
                  </a:lnTo>
                  <a:lnTo>
                    <a:pt x="257376" y="204917"/>
                  </a:lnTo>
                  <a:lnTo>
                    <a:pt x="260654" y="208196"/>
                  </a:lnTo>
                  <a:lnTo>
                    <a:pt x="263933" y="211474"/>
                  </a:lnTo>
                  <a:lnTo>
                    <a:pt x="263933" y="213114"/>
                  </a:lnTo>
                  <a:lnTo>
                    <a:pt x="265573" y="216393"/>
                  </a:lnTo>
                  <a:lnTo>
                    <a:pt x="267212" y="219671"/>
                  </a:lnTo>
                  <a:lnTo>
                    <a:pt x="268851" y="224589"/>
                  </a:lnTo>
                  <a:lnTo>
                    <a:pt x="268851" y="227868"/>
                  </a:lnTo>
                  <a:lnTo>
                    <a:pt x="272130" y="229507"/>
                  </a:lnTo>
                  <a:lnTo>
                    <a:pt x="273769" y="229507"/>
                  </a:lnTo>
                  <a:lnTo>
                    <a:pt x="278687" y="231147"/>
                  </a:lnTo>
                  <a:lnTo>
                    <a:pt x="281966" y="229507"/>
                  </a:lnTo>
                  <a:lnTo>
                    <a:pt x="285245" y="226228"/>
                  </a:lnTo>
                  <a:lnTo>
                    <a:pt x="288523" y="224589"/>
                  </a:lnTo>
                  <a:lnTo>
                    <a:pt x="293441" y="221310"/>
                  </a:lnTo>
                  <a:lnTo>
                    <a:pt x="296720" y="224589"/>
                  </a:lnTo>
                  <a:lnTo>
                    <a:pt x="293441" y="227868"/>
                  </a:lnTo>
                  <a:lnTo>
                    <a:pt x="296720" y="231147"/>
                  </a:lnTo>
                  <a:lnTo>
                    <a:pt x="301638" y="231147"/>
                  </a:lnTo>
                  <a:lnTo>
                    <a:pt x="301638" y="227868"/>
                  </a:lnTo>
                  <a:lnTo>
                    <a:pt x="301638" y="222950"/>
                  </a:lnTo>
                  <a:lnTo>
                    <a:pt x="301638" y="219671"/>
                  </a:lnTo>
                  <a:lnTo>
                    <a:pt x="301638" y="216393"/>
                  </a:lnTo>
                  <a:lnTo>
                    <a:pt x="301638" y="211474"/>
                  </a:lnTo>
                  <a:lnTo>
                    <a:pt x="301638" y="208196"/>
                  </a:lnTo>
                  <a:lnTo>
                    <a:pt x="301638" y="204917"/>
                  </a:lnTo>
                  <a:lnTo>
                    <a:pt x="301638" y="199999"/>
                  </a:lnTo>
                  <a:lnTo>
                    <a:pt x="301638" y="196720"/>
                  </a:lnTo>
                  <a:lnTo>
                    <a:pt x="301638" y="191803"/>
                  </a:lnTo>
                  <a:lnTo>
                    <a:pt x="301638" y="188524"/>
                  </a:lnTo>
                  <a:lnTo>
                    <a:pt x="301638" y="186884"/>
                  </a:lnTo>
                  <a:lnTo>
                    <a:pt x="301638" y="181966"/>
                  </a:lnTo>
                  <a:lnTo>
                    <a:pt x="301638" y="178688"/>
                  </a:lnTo>
                  <a:lnTo>
                    <a:pt x="301638" y="175409"/>
                  </a:lnTo>
                  <a:lnTo>
                    <a:pt x="301638" y="175409"/>
                  </a:lnTo>
                  <a:lnTo>
                    <a:pt x="298360" y="177048"/>
                  </a:lnTo>
                  <a:lnTo>
                    <a:pt x="295081" y="177048"/>
                  </a:lnTo>
                  <a:lnTo>
                    <a:pt x="291802" y="177048"/>
                  </a:lnTo>
                  <a:lnTo>
                    <a:pt x="288523" y="181966"/>
                  </a:lnTo>
                  <a:lnTo>
                    <a:pt x="290163" y="185245"/>
                  </a:lnTo>
                  <a:lnTo>
                    <a:pt x="285245" y="186884"/>
                  </a:lnTo>
                  <a:lnTo>
                    <a:pt x="281966" y="185245"/>
                  </a:lnTo>
                  <a:lnTo>
                    <a:pt x="278687" y="183606"/>
                  </a:lnTo>
                  <a:lnTo>
                    <a:pt x="273769" y="183606"/>
                  </a:lnTo>
                  <a:lnTo>
                    <a:pt x="270491" y="181966"/>
                  </a:lnTo>
                  <a:lnTo>
                    <a:pt x="268851" y="177048"/>
                  </a:lnTo>
                  <a:lnTo>
                    <a:pt x="265573" y="173770"/>
                  </a:lnTo>
                  <a:lnTo>
                    <a:pt x="262294" y="170491"/>
                  </a:lnTo>
                  <a:lnTo>
                    <a:pt x="260654" y="167213"/>
                  </a:lnTo>
                  <a:lnTo>
                    <a:pt x="257376" y="167213"/>
                  </a:lnTo>
                  <a:lnTo>
                    <a:pt x="254097" y="162294"/>
                  </a:lnTo>
                  <a:lnTo>
                    <a:pt x="250819" y="159016"/>
                  </a:lnTo>
                  <a:lnTo>
                    <a:pt x="250819" y="155737"/>
                  </a:lnTo>
                  <a:lnTo>
                    <a:pt x="249179" y="150819"/>
                  </a:lnTo>
                  <a:lnTo>
                    <a:pt x="247540" y="147540"/>
                  </a:lnTo>
                  <a:lnTo>
                    <a:pt x="247540" y="144261"/>
                  </a:lnTo>
                  <a:lnTo>
                    <a:pt x="249179" y="139344"/>
                  </a:lnTo>
                  <a:lnTo>
                    <a:pt x="250819" y="137704"/>
                  </a:lnTo>
                  <a:lnTo>
                    <a:pt x="250819" y="136065"/>
                  </a:lnTo>
                  <a:lnTo>
                    <a:pt x="250819" y="132786"/>
                  </a:lnTo>
                  <a:lnTo>
                    <a:pt x="252458" y="129508"/>
                  </a:lnTo>
                  <a:lnTo>
                    <a:pt x="252458" y="124590"/>
                  </a:lnTo>
                  <a:lnTo>
                    <a:pt x="254097" y="121311"/>
                  </a:lnTo>
                  <a:lnTo>
                    <a:pt x="254097" y="118032"/>
                  </a:lnTo>
                  <a:lnTo>
                    <a:pt x="257376" y="113114"/>
                  </a:lnTo>
                  <a:lnTo>
                    <a:pt x="259016" y="109836"/>
                  </a:lnTo>
                  <a:lnTo>
                    <a:pt x="259016" y="106557"/>
                  </a:lnTo>
                  <a:lnTo>
                    <a:pt x="257376" y="103278"/>
                  </a:lnTo>
                  <a:lnTo>
                    <a:pt x="259016" y="98360"/>
                  </a:lnTo>
                  <a:lnTo>
                    <a:pt x="257376" y="95081"/>
                  </a:lnTo>
                  <a:lnTo>
                    <a:pt x="257376" y="91803"/>
                  </a:lnTo>
                  <a:lnTo>
                    <a:pt x="257376" y="86885"/>
                  </a:lnTo>
                  <a:lnTo>
                    <a:pt x="259016" y="83606"/>
                  </a:lnTo>
                  <a:lnTo>
                    <a:pt x="259016" y="80327"/>
                  </a:lnTo>
                  <a:lnTo>
                    <a:pt x="259016" y="75410"/>
                  </a:lnTo>
                  <a:lnTo>
                    <a:pt x="260654" y="72131"/>
                  </a:lnTo>
                  <a:lnTo>
                    <a:pt x="260654" y="68852"/>
                  </a:lnTo>
                  <a:lnTo>
                    <a:pt x="259016" y="63934"/>
                  </a:lnTo>
                  <a:lnTo>
                    <a:pt x="257376" y="60656"/>
                  </a:lnTo>
                  <a:lnTo>
                    <a:pt x="255737" y="57377"/>
                  </a:lnTo>
                  <a:lnTo>
                    <a:pt x="254097" y="54098"/>
                  </a:lnTo>
                  <a:lnTo>
                    <a:pt x="254097" y="52459"/>
                  </a:lnTo>
                  <a:lnTo>
                    <a:pt x="254097" y="52459"/>
                  </a:lnTo>
                  <a:lnTo>
                    <a:pt x="252458" y="50820"/>
                  </a:lnTo>
                  <a:lnTo>
                    <a:pt x="249179" y="49180"/>
                  </a:lnTo>
                  <a:lnTo>
                    <a:pt x="250819" y="44262"/>
                  </a:lnTo>
                  <a:lnTo>
                    <a:pt x="255737" y="42623"/>
                  </a:lnTo>
                  <a:lnTo>
                    <a:pt x="259016" y="39344"/>
                  </a:lnTo>
                  <a:lnTo>
                    <a:pt x="262294" y="36066"/>
                  </a:lnTo>
                  <a:lnTo>
                    <a:pt x="265573" y="32787"/>
                  </a:lnTo>
                  <a:lnTo>
                    <a:pt x="268851" y="27869"/>
                  </a:lnTo>
                  <a:lnTo>
                    <a:pt x="270491" y="24590"/>
                  </a:lnTo>
                  <a:lnTo>
                    <a:pt x="272130" y="21311"/>
                  </a:lnTo>
                  <a:lnTo>
                    <a:pt x="272130" y="16393"/>
                  </a:lnTo>
                  <a:lnTo>
                    <a:pt x="270491" y="13114"/>
                  </a:lnTo>
                  <a:lnTo>
                    <a:pt x="273769" y="11476"/>
                  </a:lnTo>
                  <a:lnTo>
                    <a:pt x="277048" y="11476"/>
                  </a:lnTo>
                  <a:lnTo>
                    <a:pt x="280327" y="11476"/>
                  </a:lnTo>
                  <a:lnTo>
                    <a:pt x="285245" y="9836"/>
                  </a:lnTo>
                  <a:lnTo>
                    <a:pt x="288523" y="9836"/>
                  </a:lnTo>
                  <a:lnTo>
                    <a:pt x="291802" y="8197"/>
                  </a:lnTo>
                  <a:lnTo>
                    <a:pt x="296720" y="8197"/>
                  </a:lnTo>
                  <a:lnTo>
                    <a:pt x="296720" y="8197"/>
                  </a:lnTo>
                  <a:lnTo>
                    <a:pt x="301638" y="8197"/>
                  </a:lnTo>
                  <a:lnTo>
                    <a:pt x="304917" y="6557"/>
                  </a:lnTo>
                  <a:lnTo>
                    <a:pt x="308196" y="6557"/>
                  </a:lnTo>
                  <a:lnTo>
                    <a:pt x="313113" y="4918"/>
                  </a:lnTo>
                  <a:lnTo>
                    <a:pt x="314753" y="4918"/>
                  </a:lnTo>
                  <a:lnTo>
                    <a:pt x="319671" y="3279"/>
                  </a:lnTo>
                  <a:lnTo>
                    <a:pt x="322950" y="3279"/>
                  </a:lnTo>
                  <a:lnTo>
                    <a:pt x="326228" y="3279"/>
                  </a:lnTo>
                  <a:lnTo>
                    <a:pt x="331146" y="1639"/>
                  </a:lnTo>
                  <a:lnTo>
                    <a:pt x="334425" y="1639"/>
                  </a:lnTo>
                  <a:lnTo>
                    <a:pt x="334425" y="1639"/>
                  </a:lnTo>
                  <a:lnTo>
                    <a:pt x="337703" y="0"/>
                  </a:lnTo>
                  <a:lnTo>
                    <a:pt x="340982" y="0"/>
                  </a:lnTo>
                  <a:lnTo>
                    <a:pt x="342621" y="3279"/>
                  </a:lnTo>
                  <a:lnTo>
                    <a:pt x="344261" y="8197"/>
                  </a:lnTo>
                  <a:lnTo>
                    <a:pt x="345900" y="11476"/>
                  </a:lnTo>
                  <a:lnTo>
                    <a:pt x="349179" y="14754"/>
                  </a:lnTo>
                  <a:lnTo>
                    <a:pt x="352457" y="18033"/>
                  </a:lnTo>
                  <a:lnTo>
                    <a:pt x="357376" y="18033"/>
                  </a:lnTo>
                  <a:lnTo>
                    <a:pt x="357376" y="18033"/>
                  </a:lnTo>
                  <a:lnTo>
                    <a:pt x="360654" y="18033"/>
                  </a:lnTo>
                  <a:lnTo>
                    <a:pt x="363933" y="18033"/>
                  </a:lnTo>
                  <a:lnTo>
                    <a:pt x="367211" y="19672"/>
                  </a:lnTo>
                  <a:lnTo>
                    <a:pt x="368851" y="21311"/>
                  </a:lnTo>
                  <a:lnTo>
                    <a:pt x="372130" y="24590"/>
                  </a:lnTo>
                  <a:lnTo>
                    <a:pt x="373769" y="27869"/>
                  </a:lnTo>
                  <a:lnTo>
                    <a:pt x="377047" y="32787"/>
                  </a:lnTo>
                  <a:lnTo>
                    <a:pt x="378687" y="32787"/>
                  </a:lnTo>
                  <a:lnTo>
                    <a:pt x="380326" y="31147"/>
                  </a:lnTo>
                  <a:lnTo>
                    <a:pt x="383605" y="31147"/>
                  </a:lnTo>
                  <a:lnTo>
                    <a:pt x="386884" y="36066"/>
                  </a:lnTo>
                  <a:lnTo>
                    <a:pt x="390162" y="37705"/>
                  </a:lnTo>
                  <a:lnTo>
                    <a:pt x="391801" y="37705"/>
                  </a:lnTo>
                  <a:lnTo>
                    <a:pt x="396720" y="39344"/>
                  </a:lnTo>
                  <a:lnTo>
                    <a:pt x="399998" y="40983"/>
                  </a:lnTo>
                  <a:lnTo>
                    <a:pt x="403277" y="40983"/>
                  </a:lnTo>
                  <a:lnTo>
                    <a:pt x="406556" y="42623"/>
                  </a:lnTo>
                  <a:lnTo>
                    <a:pt x="409834" y="47541"/>
                  </a:lnTo>
                  <a:lnTo>
                    <a:pt x="413113" y="47541"/>
                  </a:lnTo>
                  <a:lnTo>
                    <a:pt x="416391" y="47541"/>
                  </a:lnTo>
                  <a:lnTo>
                    <a:pt x="418031" y="49180"/>
                  </a:lnTo>
                  <a:lnTo>
                    <a:pt x="418031" y="50820"/>
                  </a:lnTo>
                  <a:lnTo>
                    <a:pt x="418031" y="50820"/>
                  </a:lnTo>
                  <a:lnTo>
                    <a:pt x="421310" y="52459"/>
                  </a:lnTo>
                  <a:lnTo>
                    <a:pt x="424588" y="54098"/>
                  </a:lnTo>
                  <a:lnTo>
                    <a:pt x="424588" y="57377"/>
                  </a:lnTo>
                  <a:lnTo>
                    <a:pt x="426228" y="60656"/>
                  </a:lnTo>
                  <a:lnTo>
                    <a:pt x="426228" y="62295"/>
                  </a:lnTo>
                  <a:lnTo>
                    <a:pt x="426228" y="62295"/>
                  </a:lnTo>
                  <a:lnTo>
                    <a:pt x="427867" y="62295"/>
                  </a:lnTo>
                  <a:lnTo>
                    <a:pt x="431146" y="62295"/>
                  </a:lnTo>
                  <a:lnTo>
                    <a:pt x="436064" y="65573"/>
                  </a:lnTo>
                  <a:lnTo>
                    <a:pt x="436064" y="68852"/>
                  </a:lnTo>
                  <a:lnTo>
                    <a:pt x="440981" y="72131"/>
                  </a:lnTo>
                  <a:lnTo>
                    <a:pt x="440981" y="75410"/>
                  </a:lnTo>
                  <a:lnTo>
                    <a:pt x="439343" y="80327"/>
                  </a:lnTo>
                  <a:lnTo>
                    <a:pt x="439343" y="83606"/>
                  </a:lnTo>
                  <a:lnTo>
                    <a:pt x="444260" y="85246"/>
                  </a:lnTo>
                  <a:lnTo>
                    <a:pt x="447539" y="88524"/>
                  </a:lnTo>
                  <a:lnTo>
                    <a:pt x="447539" y="93442"/>
                  </a:lnTo>
                  <a:lnTo>
                    <a:pt x="447539" y="96721"/>
                  </a:lnTo>
                  <a:lnTo>
                    <a:pt x="450818" y="100000"/>
                  </a:lnTo>
                  <a:lnTo>
                    <a:pt x="452457" y="104917"/>
                  </a:lnTo>
                  <a:lnTo>
                    <a:pt x="450818" y="108196"/>
                  </a:lnTo>
                  <a:lnTo>
                    <a:pt x="447539" y="111475"/>
                  </a:lnTo>
                  <a:lnTo>
                    <a:pt x="444260" y="114754"/>
                  </a:lnTo>
                  <a:lnTo>
                    <a:pt x="439343" y="116393"/>
                  </a:lnTo>
                  <a:lnTo>
                    <a:pt x="436064" y="118032"/>
                  </a:lnTo>
                  <a:lnTo>
                    <a:pt x="437703" y="121311"/>
                  </a:lnTo>
                  <a:lnTo>
                    <a:pt x="437703" y="126229"/>
                  </a:lnTo>
                  <a:lnTo>
                    <a:pt x="440981" y="131147"/>
                  </a:lnTo>
                  <a:lnTo>
                    <a:pt x="440981" y="134426"/>
                  </a:lnTo>
                  <a:lnTo>
                    <a:pt x="437703" y="137704"/>
                  </a:lnTo>
                  <a:lnTo>
                    <a:pt x="436064" y="142622"/>
                  </a:lnTo>
                  <a:lnTo>
                    <a:pt x="434424" y="145901"/>
                  </a:lnTo>
                  <a:lnTo>
                    <a:pt x="436064" y="149180"/>
                  </a:lnTo>
                  <a:lnTo>
                    <a:pt x="437703" y="152458"/>
                  </a:lnTo>
                  <a:lnTo>
                    <a:pt x="437703" y="157376"/>
                  </a:lnTo>
                  <a:lnTo>
                    <a:pt x="437703" y="160655"/>
                  </a:lnTo>
                  <a:lnTo>
                    <a:pt x="437703" y="165573"/>
                  </a:lnTo>
                  <a:lnTo>
                    <a:pt x="436064" y="168851"/>
                  </a:lnTo>
                  <a:lnTo>
                    <a:pt x="434424" y="172130"/>
                  </a:lnTo>
                  <a:lnTo>
                    <a:pt x="436064" y="177048"/>
                  </a:lnTo>
                  <a:lnTo>
                    <a:pt x="437703" y="178688"/>
                  </a:lnTo>
                  <a:lnTo>
                    <a:pt x="440981" y="183606"/>
                  </a:lnTo>
                  <a:lnTo>
                    <a:pt x="444260" y="185245"/>
                  </a:lnTo>
                  <a:lnTo>
                    <a:pt x="444260" y="185245"/>
                  </a:lnTo>
                  <a:lnTo>
                    <a:pt x="440981" y="190163"/>
                  </a:lnTo>
                  <a:lnTo>
                    <a:pt x="436064" y="191803"/>
                  </a:lnTo>
                  <a:lnTo>
                    <a:pt x="432785" y="193442"/>
                  </a:lnTo>
                  <a:lnTo>
                    <a:pt x="427867" y="195081"/>
                  </a:lnTo>
                  <a:lnTo>
                    <a:pt x="424588" y="196720"/>
                  </a:lnTo>
                  <a:lnTo>
                    <a:pt x="422949" y="201638"/>
                  </a:lnTo>
                  <a:lnTo>
                    <a:pt x="422949" y="204917"/>
                  </a:lnTo>
                  <a:lnTo>
                    <a:pt x="424588" y="208196"/>
                  </a:lnTo>
                  <a:lnTo>
                    <a:pt x="424588" y="213114"/>
                  </a:lnTo>
                  <a:lnTo>
                    <a:pt x="422949" y="216393"/>
                  </a:lnTo>
                  <a:lnTo>
                    <a:pt x="424588" y="219671"/>
                  </a:lnTo>
                  <a:lnTo>
                    <a:pt x="421310" y="224589"/>
                  </a:lnTo>
                  <a:lnTo>
                    <a:pt x="419670" y="227868"/>
                  </a:lnTo>
                  <a:lnTo>
                    <a:pt x="418031" y="232786"/>
                  </a:lnTo>
                  <a:lnTo>
                    <a:pt x="414753" y="236064"/>
                  </a:lnTo>
                  <a:lnTo>
                    <a:pt x="411474" y="239343"/>
                  </a:lnTo>
                  <a:lnTo>
                    <a:pt x="414753" y="240983"/>
                  </a:lnTo>
                  <a:lnTo>
                    <a:pt x="414753" y="244261"/>
                  </a:lnTo>
                  <a:lnTo>
                    <a:pt x="414753" y="247540"/>
                  </a:lnTo>
                  <a:lnTo>
                    <a:pt x="419670" y="249179"/>
                  </a:lnTo>
                  <a:lnTo>
                    <a:pt x="422949" y="254097"/>
                  </a:lnTo>
                  <a:lnTo>
                    <a:pt x="422949" y="257376"/>
                  </a:lnTo>
                  <a:lnTo>
                    <a:pt x="424588" y="257376"/>
                  </a:lnTo>
                  <a:lnTo>
                    <a:pt x="427867" y="252458"/>
                  </a:lnTo>
                  <a:lnTo>
                    <a:pt x="429506" y="252458"/>
                  </a:lnTo>
                  <a:lnTo>
                    <a:pt x="429506" y="252458"/>
                  </a:lnTo>
                  <a:lnTo>
                    <a:pt x="431146" y="257376"/>
                  </a:lnTo>
                  <a:lnTo>
                    <a:pt x="426228" y="259015"/>
                  </a:lnTo>
                  <a:lnTo>
                    <a:pt x="422949" y="260654"/>
                  </a:lnTo>
                  <a:lnTo>
                    <a:pt x="418031" y="262294"/>
                  </a:lnTo>
                  <a:lnTo>
                    <a:pt x="414753" y="263933"/>
                  </a:lnTo>
                  <a:lnTo>
                    <a:pt x="409834" y="265573"/>
                  </a:lnTo>
                  <a:lnTo>
                    <a:pt x="404916" y="267212"/>
                  </a:lnTo>
                  <a:lnTo>
                    <a:pt x="401638" y="268851"/>
                  </a:lnTo>
                  <a:lnTo>
                    <a:pt x="396720" y="270491"/>
                  </a:lnTo>
                  <a:lnTo>
                    <a:pt x="396720" y="270491"/>
                  </a:lnTo>
                  <a:lnTo>
                    <a:pt x="393441" y="272130"/>
                  </a:lnTo>
                  <a:lnTo>
                    <a:pt x="388523" y="272130"/>
                  </a:lnTo>
                  <a:lnTo>
                    <a:pt x="385244" y="273769"/>
                  </a:lnTo>
                  <a:lnTo>
                    <a:pt x="381966" y="275408"/>
                  </a:lnTo>
                  <a:lnTo>
                    <a:pt x="377047" y="277048"/>
                  </a:lnTo>
                  <a:lnTo>
                    <a:pt x="373769" y="278687"/>
                  </a:lnTo>
                  <a:lnTo>
                    <a:pt x="370490" y="280327"/>
                  </a:lnTo>
                  <a:lnTo>
                    <a:pt x="367211" y="281966"/>
                  </a:lnTo>
                  <a:lnTo>
                    <a:pt x="363933" y="283605"/>
                  </a:lnTo>
                  <a:lnTo>
                    <a:pt x="360654" y="285244"/>
                  </a:lnTo>
                  <a:lnTo>
                    <a:pt x="357376" y="285244"/>
                  </a:lnTo>
                  <a:lnTo>
                    <a:pt x="352457" y="286884"/>
                  </a:lnTo>
                  <a:lnTo>
                    <a:pt x="349179" y="286884"/>
                  </a:lnTo>
                  <a:lnTo>
                    <a:pt x="345900" y="288523"/>
                  </a:lnTo>
                  <a:lnTo>
                    <a:pt x="340982" y="290163"/>
                  </a:lnTo>
                  <a:lnTo>
                    <a:pt x="337703" y="290163"/>
                  </a:lnTo>
                  <a:lnTo>
                    <a:pt x="334425" y="291802"/>
                  </a:lnTo>
                  <a:lnTo>
                    <a:pt x="329507" y="293441"/>
                  </a:lnTo>
                  <a:lnTo>
                    <a:pt x="326228" y="295081"/>
                  </a:lnTo>
                  <a:lnTo>
                    <a:pt x="322950" y="296720"/>
                  </a:lnTo>
                  <a:lnTo>
                    <a:pt x="318031" y="299998"/>
                  </a:lnTo>
                  <a:lnTo>
                    <a:pt x="314753" y="299998"/>
                  </a:lnTo>
                  <a:lnTo>
                    <a:pt x="314753" y="299998"/>
                  </a:lnTo>
                  <a:lnTo>
                    <a:pt x="314753" y="304917"/>
                  </a:lnTo>
                  <a:lnTo>
                    <a:pt x="316392" y="308195"/>
                  </a:lnTo>
                  <a:lnTo>
                    <a:pt x="316392" y="311474"/>
                  </a:lnTo>
                  <a:lnTo>
                    <a:pt x="319671" y="314753"/>
                  </a:lnTo>
                  <a:lnTo>
                    <a:pt x="321310" y="319671"/>
                  </a:lnTo>
                  <a:lnTo>
                    <a:pt x="321310" y="322950"/>
                  </a:lnTo>
                  <a:lnTo>
                    <a:pt x="321310" y="326228"/>
                  </a:lnTo>
                  <a:lnTo>
                    <a:pt x="321310" y="327867"/>
                  </a:lnTo>
                  <a:lnTo>
                    <a:pt x="321310" y="329507"/>
                  </a:lnTo>
                  <a:lnTo>
                    <a:pt x="318031" y="329507"/>
                  </a:lnTo>
                  <a:lnTo>
                    <a:pt x="313113" y="329507"/>
                  </a:lnTo>
                  <a:lnTo>
                    <a:pt x="309835" y="327867"/>
                  </a:lnTo>
                  <a:lnTo>
                    <a:pt x="306556" y="329507"/>
                  </a:lnTo>
                  <a:lnTo>
                    <a:pt x="303277" y="327867"/>
                  </a:lnTo>
                  <a:lnTo>
                    <a:pt x="298360" y="327867"/>
                  </a:lnTo>
                  <a:lnTo>
                    <a:pt x="295081" y="329507"/>
                  </a:lnTo>
                  <a:lnTo>
                    <a:pt x="291802" y="329507"/>
                  </a:lnTo>
                  <a:lnTo>
                    <a:pt x="286884" y="331146"/>
                  </a:lnTo>
                  <a:lnTo>
                    <a:pt x="283606" y="332785"/>
                  </a:lnTo>
                  <a:lnTo>
                    <a:pt x="280327" y="334425"/>
                  </a:lnTo>
                  <a:lnTo>
                    <a:pt x="277048" y="336064"/>
                  </a:lnTo>
                  <a:lnTo>
                    <a:pt x="272130" y="339343"/>
                  </a:lnTo>
                  <a:lnTo>
                    <a:pt x="268851" y="342621"/>
                  </a:lnTo>
                  <a:lnTo>
                    <a:pt x="265573" y="342621"/>
                  </a:lnTo>
                  <a:lnTo>
                    <a:pt x="265573" y="342621"/>
                  </a:lnTo>
                  <a:lnTo>
                    <a:pt x="262294" y="347540"/>
                  </a:lnTo>
                  <a:lnTo>
                    <a:pt x="262294" y="349179"/>
                  </a:lnTo>
                  <a:lnTo>
                    <a:pt x="262294" y="352457"/>
                  </a:lnTo>
                  <a:lnTo>
                    <a:pt x="262294" y="355736"/>
                  </a:lnTo>
                  <a:lnTo>
                    <a:pt x="262294" y="360654"/>
                  </a:lnTo>
                  <a:lnTo>
                    <a:pt x="260654" y="363933"/>
                  </a:lnTo>
                  <a:lnTo>
                    <a:pt x="257376" y="367211"/>
                  </a:lnTo>
                  <a:lnTo>
                    <a:pt x="257376" y="368851"/>
                  </a:lnTo>
                  <a:lnTo>
                    <a:pt x="255737" y="368851"/>
                  </a:lnTo>
                  <a:lnTo>
                    <a:pt x="252458" y="370490"/>
                  </a:lnTo>
                  <a:lnTo>
                    <a:pt x="249179" y="372130"/>
                  </a:lnTo>
                  <a:lnTo>
                    <a:pt x="245901" y="373769"/>
                  </a:lnTo>
                  <a:lnTo>
                    <a:pt x="240983" y="375408"/>
                  </a:lnTo>
                  <a:lnTo>
                    <a:pt x="237704" y="377047"/>
                  </a:lnTo>
                  <a:lnTo>
                    <a:pt x="234425" y="381965"/>
                  </a:lnTo>
                  <a:lnTo>
                    <a:pt x="229507" y="383605"/>
                  </a:lnTo>
                  <a:lnTo>
                    <a:pt x="229507" y="383605"/>
                  </a:lnTo>
                  <a:lnTo>
                    <a:pt x="226229" y="385244"/>
                  </a:lnTo>
                  <a:lnTo>
                    <a:pt x="222950" y="386884"/>
                  </a:lnTo>
                  <a:lnTo>
                    <a:pt x="219671" y="390162"/>
                  </a:lnTo>
                  <a:lnTo>
                    <a:pt x="216393" y="395080"/>
                  </a:lnTo>
                  <a:lnTo>
                    <a:pt x="214753" y="399998"/>
                  </a:lnTo>
                  <a:lnTo>
                    <a:pt x="213114" y="403277"/>
                  </a:lnTo>
                  <a:lnTo>
                    <a:pt x="209835" y="406555"/>
                  </a:lnTo>
                  <a:lnTo>
                    <a:pt x="209835" y="406555"/>
                  </a:lnTo>
                  <a:lnTo>
                    <a:pt x="206557" y="411474"/>
                  </a:lnTo>
                  <a:lnTo>
                    <a:pt x="201639" y="414752"/>
                  </a:lnTo>
                  <a:lnTo>
                    <a:pt x="198360" y="419670"/>
                  </a:lnTo>
                  <a:lnTo>
                    <a:pt x="195081" y="424588"/>
                  </a:lnTo>
                  <a:lnTo>
                    <a:pt x="193442" y="427867"/>
                  </a:lnTo>
                  <a:lnTo>
                    <a:pt x="190163" y="431145"/>
                  </a:lnTo>
                  <a:lnTo>
                    <a:pt x="190163" y="431145"/>
                  </a:lnTo>
                  <a:lnTo>
                    <a:pt x="186884" y="432785"/>
                  </a:lnTo>
                  <a:lnTo>
                    <a:pt x="183606" y="432785"/>
                  </a:lnTo>
                  <a:lnTo>
                    <a:pt x="181966" y="434424"/>
                  </a:lnTo>
                  <a:lnTo>
                    <a:pt x="178688" y="436064"/>
                  </a:lnTo>
                  <a:lnTo>
                    <a:pt x="177049" y="436064"/>
                  </a:lnTo>
                  <a:lnTo>
                    <a:pt x="173770" y="434424"/>
                  </a:lnTo>
                  <a:lnTo>
                    <a:pt x="170491" y="431145"/>
                  </a:lnTo>
                  <a:lnTo>
                    <a:pt x="165573" y="429506"/>
                  </a:lnTo>
                  <a:lnTo>
                    <a:pt x="163934" y="429506"/>
                  </a:lnTo>
                  <a:lnTo>
                    <a:pt x="160655" y="427867"/>
                  </a:lnTo>
                  <a:lnTo>
                    <a:pt x="155737" y="429506"/>
                  </a:lnTo>
                  <a:lnTo>
                    <a:pt x="152459" y="431145"/>
                  </a:lnTo>
                  <a:lnTo>
                    <a:pt x="149180" y="432785"/>
                  </a:lnTo>
                  <a:lnTo>
                    <a:pt x="145901" y="431145"/>
                  </a:lnTo>
                  <a:lnTo>
                    <a:pt x="145901" y="429506"/>
                  </a:lnTo>
                  <a:lnTo>
                    <a:pt x="142623" y="426228"/>
                  </a:lnTo>
                  <a:lnTo>
                    <a:pt x="139344" y="424588"/>
                  </a:lnTo>
                  <a:lnTo>
                    <a:pt x="136065" y="426228"/>
                  </a:lnTo>
                  <a:lnTo>
                    <a:pt x="131147" y="426228"/>
                  </a:lnTo>
                  <a:lnTo>
                    <a:pt x="127869" y="426228"/>
                  </a:lnTo>
                  <a:lnTo>
                    <a:pt x="124590" y="424588"/>
                  </a:lnTo>
                  <a:lnTo>
                    <a:pt x="122950" y="424588"/>
                  </a:lnTo>
                  <a:lnTo>
                    <a:pt x="121311" y="421310"/>
                  </a:lnTo>
                  <a:lnTo>
                    <a:pt x="116393" y="418031"/>
                  </a:lnTo>
                  <a:lnTo>
                    <a:pt x="113114" y="414752"/>
                  </a:lnTo>
                  <a:lnTo>
                    <a:pt x="113114" y="413113"/>
                  </a:lnTo>
                  <a:lnTo>
                    <a:pt x="109836" y="413113"/>
                  </a:lnTo>
                  <a:lnTo>
                    <a:pt x="106557" y="411474"/>
                  </a:lnTo>
                  <a:lnTo>
                    <a:pt x="101639" y="409834"/>
                  </a:lnTo>
                  <a:lnTo>
                    <a:pt x="98360" y="413113"/>
                  </a:lnTo>
                  <a:lnTo>
                    <a:pt x="95082" y="411474"/>
                  </a:lnTo>
                  <a:lnTo>
                    <a:pt x="90164" y="409834"/>
                  </a:lnTo>
                  <a:lnTo>
                    <a:pt x="86885" y="409834"/>
                  </a:lnTo>
                  <a:lnTo>
                    <a:pt x="85246" y="409834"/>
                  </a:lnTo>
                  <a:lnTo>
                    <a:pt x="80327" y="409834"/>
                  </a:lnTo>
                  <a:lnTo>
                    <a:pt x="77049" y="411474"/>
                  </a:lnTo>
                  <a:lnTo>
                    <a:pt x="73770" y="413113"/>
                  </a:lnTo>
                  <a:lnTo>
                    <a:pt x="68852" y="413113"/>
                  </a:lnTo>
                  <a:lnTo>
                    <a:pt x="65573" y="414752"/>
                  </a:lnTo>
                  <a:lnTo>
                    <a:pt x="62295" y="414752"/>
                  </a:lnTo>
                  <a:lnTo>
                    <a:pt x="57377" y="416391"/>
                  </a:lnTo>
                  <a:lnTo>
                    <a:pt x="55737" y="416391"/>
                  </a:lnTo>
                  <a:lnTo>
                    <a:pt x="52459" y="414752"/>
                  </a:lnTo>
                  <a:lnTo>
                    <a:pt x="47541" y="411474"/>
                  </a:lnTo>
                  <a:lnTo>
                    <a:pt x="44262" y="408195"/>
                  </a:lnTo>
                  <a:lnTo>
                    <a:pt x="40983" y="403277"/>
                  </a:lnTo>
                  <a:lnTo>
                    <a:pt x="37705" y="399998"/>
                  </a:lnTo>
                  <a:lnTo>
                    <a:pt x="32787" y="396720"/>
                  </a:lnTo>
                  <a:lnTo>
                    <a:pt x="29508" y="391801"/>
                  </a:lnTo>
                  <a:lnTo>
                    <a:pt x="26229" y="386884"/>
                  </a:lnTo>
                  <a:lnTo>
                    <a:pt x="22951" y="383605"/>
                  </a:lnTo>
                  <a:lnTo>
                    <a:pt x="19672" y="380326"/>
                  </a:lnTo>
                  <a:lnTo>
                    <a:pt x="16393" y="375408"/>
                  </a:lnTo>
                  <a:lnTo>
                    <a:pt x="11476" y="372130"/>
                  </a:lnTo>
                  <a:lnTo>
                    <a:pt x="8197" y="368851"/>
                  </a:lnTo>
                  <a:lnTo>
                    <a:pt x="4918" y="365572"/>
                  </a:lnTo>
                  <a:lnTo>
                    <a:pt x="4918" y="360654"/>
                  </a:lnTo>
                  <a:lnTo>
                    <a:pt x="3279" y="357375"/>
                  </a:lnTo>
                  <a:lnTo>
                    <a:pt x="1639" y="354097"/>
                  </a:lnTo>
                  <a:lnTo>
                    <a:pt x="0" y="3524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16" name="Freeform 3215">
              <a:extLst>
                <a:ext uri="{FF2B5EF4-FFF2-40B4-BE49-F238E27FC236}">
                  <a16:creationId xmlns:a16="http://schemas.microsoft.com/office/drawing/2014/main" id="{4001988D-7A11-2445-8A68-CA57E58D10D7}"/>
                </a:ext>
              </a:extLst>
            </p:cNvPr>
            <p:cNvSpPr/>
            <p:nvPr/>
          </p:nvSpPr>
          <p:spPr>
            <a:xfrm>
              <a:off x="8886151" y="3219819"/>
              <a:ext cx="3278" cy="4918"/>
            </a:xfrm>
            <a:custGeom>
              <a:avLst/>
              <a:gdLst>
                <a:gd name="connsiteX0" fmla="*/ 1639 w 3278"/>
                <a:gd name="connsiteY0" fmla="*/ 0 h 4918"/>
                <a:gd name="connsiteX1" fmla="*/ 0 w 3278"/>
                <a:gd name="connsiteY1" fmla="*/ 1639 h 4918"/>
                <a:gd name="connsiteX2" fmla="*/ 3279 w 3278"/>
                <a:gd name="connsiteY2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1639" y="0"/>
                  </a:moveTo>
                  <a:lnTo>
                    <a:pt x="0" y="1639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17" name="Freeform 3216">
              <a:extLst>
                <a:ext uri="{FF2B5EF4-FFF2-40B4-BE49-F238E27FC236}">
                  <a16:creationId xmlns:a16="http://schemas.microsoft.com/office/drawing/2014/main" id="{0F9091DE-6155-2749-9FF0-739DF950D24D}"/>
                </a:ext>
              </a:extLst>
            </p:cNvPr>
            <p:cNvSpPr/>
            <p:nvPr/>
          </p:nvSpPr>
          <p:spPr>
            <a:xfrm>
              <a:off x="8894348" y="3236212"/>
              <a:ext cx="4917" cy="11475"/>
            </a:xfrm>
            <a:custGeom>
              <a:avLst/>
              <a:gdLst>
                <a:gd name="connsiteX0" fmla="*/ 1639 w 4917"/>
                <a:gd name="connsiteY0" fmla="*/ 3279 h 11475"/>
                <a:gd name="connsiteX1" fmla="*/ 1639 w 4917"/>
                <a:gd name="connsiteY1" fmla="*/ 3279 h 11475"/>
                <a:gd name="connsiteX2" fmla="*/ 3279 w 4917"/>
                <a:gd name="connsiteY2" fmla="*/ 8197 h 11475"/>
                <a:gd name="connsiteX3" fmla="*/ 4918 w 4917"/>
                <a:gd name="connsiteY3" fmla="*/ 11476 h 11475"/>
                <a:gd name="connsiteX4" fmla="*/ 4918 w 4917"/>
                <a:gd name="connsiteY4" fmla="*/ 8197 h 11475"/>
                <a:gd name="connsiteX5" fmla="*/ 3279 w 4917"/>
                <a:gd name="connsiteY5" fmla="*/ 3279 h 11475"/>
                <a:gd name="connsiteX6" fmla="*/ 0 w 4917"/>
                <a:gd name="connsiteY6" fmla="*/ 0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17" h="11475">
                  <a:moveTo>
                    <a:pt x="1639" y="3279"/>
                  </a:moveTo>
                  <a:lnTo>
                    <a:pt x="1639" y="3279"/>
                  </a:lnTo>
                  <a:lnTo>
                    <a:pt x="3279" y="8197"/>
                  </a:lnTo>
                  <a:lnTo>
                    <a:pt x="4918" y="11476"/>
                  </a:lnTo>
                  <a:lnTo>
                    <a:pt x="4918" y="8197"/>
                  </a:lnTo>
                  <a:lnTo>
                    <a:pt x="3279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18" name="Freeform 3217">
              <a:extLst>
                <a:ext uri="{FF2B5EF4-FFF2-40B4-BE49-F238E27FC236}">
                  <a16:creationId xmlns:a16="http://schemas.microsoft.com/office/drawing/2014/main" id="{359CCE61-2607-3944-944A-9A14EC93C0C6}"/>
                </a:ext>
              </a:extLst>
            </p:cNvPr>
            <p:cNvSpPr/>
            <p:nvPr/>
          </p:nvSpPr>
          <p:spPr>
            <a:xfrm>
              <a:off x="8912380" y="3241130"/>
              <a:ext cx="6557" cy="8196"/>
            </a:xfrm>
            <a:custGeom>
              <a:avLst/>
              <a:gdLst>
                <a:gd name="connsiteX0" fmla="*/ 1640 w 6557"/>
                <a:gd name="connsiteY0" fmla="*/ 0 h 8196"/>
                <a:gd name="connsiteX1" fmla="*/ 0 w 6557"/>
                <a:gd name="connsiteY1" fmla="*/ 1639 h 8196"/>
                <a:gd name="connsiteX2" fmla="*/ 3279 w 6557"/>
                <a:gd name="connsiteY2" fmla="*/ 4918 h 8196"/>
                <a:gd name="connsiteX3" fmla="*/ 6558 w 6557"/>
                <a:gd name="connsiteY3" fmla="*/ 8197 h 8196"/>
                <a:gd name="connsiteX4" fmla="*/ 4918 w 6557"/>
                <a:gd name="connsiteY4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8196">
                  <a:moveTo>
                    <a:pt x="1640" y="0"/>
                  </a:moveTo>
                  <a:lnTo>
                    <a:pt x="0" y="1639"/>
                  </a:lnTo>
                  <a:lnTo>
                    <a:pt x="3279" y="4918"/>
                  </a:lnTo>
                  <a:lnTo>
                    <a:pt x="6558" y="8197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19" name="Freeform 3218">
              <a:extLst>
                <a:ext uri="{FF2B5EF4-FFF2-40B4-BE49-F238E27FC236}">
                  <a16:creationId xmlns:a16="http://schemas.microsoft.com/office/drawing/2014/main" id="{1599A7B8-F11D-9A4F-84F5-18D2071D061F}"/>
                </a:ext>
              </a:extLst>
            </p:cNvPr>
            <p:cNvSpPr/>
            <p:nvPr/>
          </p:nvSpPr>
          <p:spPr>
            <a:xfrm>
              <a:off x="8922216" y="3288671"/>
              <a:ext cx="11474" cy="9835"/>
            </a:xfrm>
            <a:custGeom>
              <a:avLst/>
              <a:gdLst>
                <a:gd name="connsiteX0" fmla="*/ 6557 w 11474"/>
                <a:gd name="connsiteY0" fmla="*/ 0 h 9835"/>
                <a:gd name="connsiteX1" fmla="*/ 4918 w 11474"/>
                <a:gd name="connsiteY1" fmla="*/ 0 h 9835"/>
                <a:gd name="connsiteX2" fmla="*/ 0 w 11474"/>
                <a:gd name="connsiteY2" fmla="*/ 1639 h 9835"/>
                <a:gd name="connsiteX3" fmla="*/ 3278 w 11474"/>
                <a:gd name="connsiteY3" fmla="*/ 4918 h 9835"/>
                <a:gd name="connsiteX4" fmla="*/ 8197 w 11474"/>
                <a:gd name="connsiteY4" fmla="*/ 9836 h 9835"/>
                <a:gd name="connsiteX5" fmla="*/ 11475 w 11474"/>
                <a:gd name="connsiteY5" fmla="*/ 8197 h 9835"/>
                <a:gd name="connsiteX6" fmla="*/ 11475 w 11474"/>
                <a:gd name="connsiteY6" fmla="*/ 4918 h 9835"/>
                <a:gd name="connsiteX7" fmla="*/ 9836 w 11474"/>
                <a:gd name="connsiteY7" fmla="*/ 1639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4" h="9835">
                  <a:moveTo>
                    <a:pt x="6557" y="0"/>
                  </a:moveTo>
                  <a:lnTo>
                    <a:pt x="4918" y="0"/>
                  </a:lnTo>
                  <a:lnTo>
                    <a:pt x="0" y="1639"/>
                  </a:lnTo>
                  <a:lnTo>
                    <a:pt x="3278" y="4918"/>
                  </a:lnTo>
                  <a:lnTo>
                    <a:pt x="8197" y="9836"/>
                  </a:lnTo>
                  <a:lnTo>
                    <a:pt x="11475" y="8197"/>
                  </a:lnTo>
                  <a:lnTo>
                    <a:pt x="11475" y="4918"/>
                  </a:lnTo>
                  <a:lnTo>
                    <a:pt x="9836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20" name="Freeform 3219">
              <a:extLst>
                <a:ext uri="{FF2B5EF4-FFF2-40B4-BE49-F238E27FC236}">
                  <a16:creationId xmlns:a16="http://schemas.microsoft.com/office/drawing/2014/main" id="{FC0DEB6A-2A80-4942-9570-9EF071ACF522}"/>
                </a:ext>
              </a:extLst>
            </p:cNvPr>
            <p:cNvSpPr/>
            <p:nvPr/>
          </p:nvSpPr>
          <p:spPr>
            <a:xfrm>
              <a:off x="8925494" y="3259163"/>
              <a:ext cx="13115" cy="11475"/>
            </a:xfrm>
            <a:custGeom>
              <a:avLst/>
              <a:gdLst>
                <a:gd name="connsiteX0" fmla="*/ 13115 w 13115"/>
                <a:gd name="connsiteY0" fmla="*/ 8197 h 11475"/>
                <a:gd name="connsiteX1" fmla="*/ 9837 w 13115"/>
                <a:gd name="connsiteY1" fmla="*/ 4918 h 11475"/>
                <a:gd name="connsiteX2" fmla="*/ 6558 w 13115"/>
                <a:gd name="connsiteY2" fmla="*/ 3279 h 11475"/>
                <a:gd name="connsiteX3" fmla="*/ 3279 w 13115"/>
                <a:gd name="connsiteY3" fmla="*/ 0 h 11475"/>
                <a:gd name="connsiteX4" fmla="*/ 0 w 13115"/>
                <a:gd name="connsiteY4" fmla="*/ 4918 h 11475"/>
                <a:gd name="connsiteX5" fmla="*/ 3279 w 13115"/>
                <a:gd name="connsiteY5" fmla="*/ 8197 h 11475"/>
                <a:gd name="connsiteX6" fmla="*/ 6558 w 13115"/>
                <a:gd name="connsiteY6" fmla="*/ 11475 h 11475"/>
                <a:gd name="connsiteX7" fmla="*/ 9837 w 13115"/>
                <a:gd name="connsiteY7" fmla="*/ 11475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5" h="11475">
                  <a:moveTo>
                    <a:pt x="13115" y="8197"/>
                  </a:moveTo>
                  <a:lnTo>
                    <a:pt x="9837" y="4918"/>
                  </a:lnTo>
                  <a:lnTo>
                    <a:pt x="6558" y="3279"/>
                  </a:lnTo>
                  <a:lnTo>
                    <a:pt x="3279" y="0"/>
                  </a:lnTo>
                  <a:lnTo>
                    <a:pt x="0" y="4918"/>
                  </a:lnTo>
                  <a:lnTo>
                    <a:pt x="3279" y="8197"/>
                  </a:lnTo>
                  <a:lnTo>
                    <a:pt x="6558" y="11475"/>
                  </a:lnTo>
                  <a:lnTo>
                    <a:pt x="9837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21" name="Freeform 3220">
              <a:extLst>
                <a:ext uri="{FF2B5EF4-FFF2-40B4-BE49-F238E27FC236}">
                  <a16:creationId xmlns:a16="http://schemas.microsoft.com/office/drawing/2014/main" id="{C24BF3BE-11C1-CA44-8939-168C8C5A7278}"/>
                </a:ext>
              </a:extLst>
            </p:cNvPr>
            <p:cNvSpPr/>
            <p:nvPr/>
          </p:nvSpPr>
          <p:spPr>
            <a:xfrm>
              <a:off x="8971397" y="3405064"/>
              <a:ext cx="9835" cy="14754"/>
            </a:xfrm>
            <a:custGeom>
              <a:avLst/>
              <a:gdLst>
                <a:gd name="connsiteX0" fmla="*/ 8197 w 9835"/>
                <a:gd name="connsiteY0" fmla="*/ 0 h 14754"/>
                <a:gd name="connsiteX1" fmla="*/ 8197 w 9835"/>
                <a:gd name="connsiteY1" fmla="*/ 1639 h 14754"/>
                <a:gd name="connsiteX2" fmla="*/ 4918 w 9835"/>
                <a:gd name="connsiteY2" fmla="*/ 4918 h 14754"/>
                <a:gd name="connsiteX3" fmla="*/ 3278 w 9835"/>
                <a:gd name="connsiteY3" fmla="*/ 8197 h 14754"/>
                <a:gd name="connsiteX4" fmla="*/ 0 w 9835"/>
                <a:gd name="connsiteY4" fmla="*/ 11475 h 14754"/>
                <a:gd name="connsiteX5" fmla="*/ 3278 w 9835"/>
                <a:gd name="connsiteY5" fmla="*/ 14754 h 14754"/>
                <a:gd name="connsiteX6" fmla="*/ 6557 w 9835"/>
                <a:gd name="connsiteY6" fmla="*/ 11475 h 14754"/>
                <a:gd name="connsiteX7" fmla="*/ 8197 w 9835"/>
                <a:gd name="connsiteY7" fmla="*/ 8197 h 14754"/>
                <a:gd name="connsiteX8" fmla="*/ 9836 w 9835"/>
                <a:gd name="connsiteY8" fmla="*/ 4918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35" h="14754">
                  <a:moveTo>
                    <a:pt x="8197" y="0"/>
                  </a:moveTo>
                  <a:lnTo>
                    <a:pt x="8197" y="1639"/>
                  </a:lnTo>
                  <a:lnTo>
                    <a:pt x="4918" y="4918"/>
                  </a:lnTo>
                  <a:lnTo>
                    <a:pt x="3278" y="8197"/>
                  </a:lnTo>
                  <a:lnTo>
                    <a:pt x="0" y="11475"/>
                  </a:lnTo>
                  <a:lnTo>
                    <a:pt x="3278" y="14754"/>
                  </a:lnTo>
                  <a:lnTo>
                    <a:pt x="6557" y="11475"/>
                  </a:lnTo>
                  <a:lnTo>
                    <a:pt x="8197" y="8197"/>
                  </a:lnTo>
                  <a:lnTo>
                    <a:pt x="9836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22" name="Freeform 3221">
              <a:extLst>
                <a:ext uri="{FF2B5EF4-FFF2-40B4-BE49-F238E27FC236}">
                  <a16:creationId xmlns:a16="http://schemas.microsoft.com/office/drawing/2014/main" id="{A205EF4C-D0FE-DF4A-BE84-F129627ABA6B}"/>
                </a:ext>
              </a:extLst>
            </p:cNvPr>
            <p:cNvSpPr/>
            <p:nvPr/>
          </p:nvSpPr>
          <p:spPr>
            <a:xfrm>
              <a:off x="8987790" y="3419818"/>
              <a:ext cx="1638" cy="3278"/>
            </a:xfrm>
            <a:custGeom>
              <a:avLst/>
              <a:gdLst>
                <a:gd name="connsiteX0" fmla="*/ 1639 w 1638"/>
                <a:gd name="connsiteY0" fmla="*/ 0 h 3278"/>
                <a:gd name="connsiteX1" fmla="*/ 0 w 1638"/>
                <a:gd name="connsiteY1" fmla="*/ 0 h 3278"/>
                <a:gd name="connsiteX2" fmla="*/ 1639 w 163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1639" y="0"/>
                  </a:move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23" name="Freeform 3222">
              <a:extLst>
                <a:ext uri="{FF2B5EF4-FFF2-40B4-BE49-F238E27FC236}">
                  <a16:creationId xmlns:a16="http://schemas.microsoft.com/office/drawing/2014/main" id="{F775EB12-4783-B243-B085-CDE4C3C0F688}"/>
                </a:ext>
              </a:extLst>
            </p:cNvPr>
            <p:cNvSpPr/>
            <p:nvPr/>
          </p:nvSpPr>
          <p:spPr>
            <a:xfrm>
              <a:off x="9086150" y="3393589"/>
              <a:ext cx="6556" cy="9836"/>
            </a:xfrm>
            <a:custGeom>
              <a:avLst/>
              <a:gdLst>
                <a:gd name="connsiteX0" fmla="*/ 3278 w 6556"/>
                <a:gd name="connsiteY0" fmla="*/ 0 h 9836"/>
                <a:gd name="connsiteX1" fmla="*/ 0 w 6556"/>
                <a:gd name="connsiteY1" fmla="*/ 1639 h 9836"/>
                <a:gd name="connsiteX2" fmla="*/ 1639 w 6556"/>
                <a:gd name="connsiteY2" fmla="*/ 4918 h 9836"/>
                <a:gd name="connsiteX3" fmla="*/ 1639 w 6556"/>
                <a:gd name="connsiteY3" fmla="*/ 9836 h 9836"/>
                <a:gd name="connsiteX4" fmla="*/ 4918 w 6556"/>
                <a:gd name="connsiteY4" fmla="*/ 9836 h 9836"/>
                <a:gd name="connsiteX5" fmla="*/ 4918 w 6556"/>
                <a:gd name="connsiteY5" fmla="*/ 4918 h 9836"/>
                <a:gd name="connsiteX6" fmla="*/ 6557 w 6556"/>
                <a:gd name="connsiteY6" fmla="*/ 1639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56" h="9836">
                  <a:moveTo>
                    <a:pt x="3278" y="0"/>
                  </a:moveTo>
                  <a:lnTo>
                    <a:pt x="0" y="1639"/>
                  </a:lnTo>
                  <a:lnTo>
                    <a:pt x="1639" y="4918"/>
                  </a:lnTo>
                  <a:lnTo>
                    <a:pt x="1639" y="9836"/>
                  </a:lnTo>
                  <a:lnTo>
                    <a:pt x="4918" y="9836"/>
                  </a:lnTo>
                  <a:lnTo>
                    <a:pt x="4918" y="4918"/>
                  </a:lnTo>
                  <a:lnTo>
                    <a:pt x="655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24" name="Freeform 3223">
              <a:extLst>
                <a:ext uri="{FF2B5EF4-FFF2-40B4-BE49-F238E27FC236}">
                  <a16:creationId xmlns:a16="http://schemas.microsoft.com/office/drawing/2014/main" id="{832F61E9-5360-4342-935E-10B92F956411}"/>
                </a:ext>
              </a:extLst>
            </p:cNvPr>
            <p:cNvSpPr/>
            <p:nvPr/>
          </p:nvSpPr>
          <p:spPr>
            <a:xfrm>
              <a:off x="9122215" y="3575555"/>
              <a:ext cx="3278" cy="4917"/>
            </a:xfrm>
            <a:custGeom>
              <a:avLst/>
              <a:gdLst>
                <a:gd name="connsiteX0" fmla="*/ 1640 w 3278"/>
                <a:gd name="connsiteY0" fmla="*/ 4918 h 4917"/>
                <a:gd name="connsiteX1" fmla="*/ 3279 w 3278"/>
                <a:gd name="connsiteY1" fmla="*/ 3279 h 4917"/>
                <a:gd name="connsiteX2" fmla="*/ 3279 w 3278"/>
                <a:gd name="connsiteY2" fmla="*/ 0 h 4917"/>
                <a:gd name="connsiteX3" fmla="*/ 0 w 3278"/>
                <a:gd name="connsiteY3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7">
                  <a:moveTo>
                    <a:pt x="1640" y="4918"/>
                  </a:moveTo>
                  <a:lnTo>
                    <a:pt x="3279" y="3279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25" name="Freeform 3224">
              <a:extLst>
                <a:ext uri="{FF2B5EF4-FFF2-40B4-BE49-F238E27FC236}">
                  <a16:creationId xmlns:a16="http://schemas.microsoft.com/office/drawing/2014/main" id="{FB07A96B-BBD9-7640-AE60-4C32F1F1BB21}"/>
                </a:ext>
              </a:extLst>
            </p:cNvPr>
            <p:cNvSpPr/>
            <p:nvPr/>
          </p:nvSpPr>
          <p:spPr>
            <a:xfrm>
              <a:off x="9127134" y="3600145"/>
              <a:ext cx="3277" cy="8196"/>
            </a:xfrm>
            <a:custGeom>
              <a:avLst/>
              <a:gdLst>
                <a:gd name="connsiteX0" fmla="*/ 1639 w 3277"/>
                <a:gd name="connsiteY0" fmla="*/ 8197 h 8196"/>
                <a:gd name="connsiteX1" fmla="*/ 3278 w 3277"/>
                <a:gd name="connsiteY1" fmla="*/ 8197 h 8196"/>
                <a:gd name="connsiteX2" fmla="*/ 1639 w 3277"/>
                <a:gd name="connsiteY2" fmla="*/ 3279 h 8196"/>
                <a:gd name="connsiteX3" fmla="*/ 0 w 3277"/>
                <a:gd name="connsiteY3" fmla="*/ 0 h 8196"/>
                <a:gd name="connsiteX4" fmla="*/ 0 w 3277"/>
                <a:gd name="connsiteY4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7" h="8196">
                  <a:moveTo>
                    <a:pt x="1639" y="8197"/>
                  </a:moveTo>
                  <a:lnTo>
                    <a:pt x="3278" y="8197"/>
                  </a:lnTo>
                  <a:lnTo>
                    <a:pt x="1639" y="3279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26" name="Freeform 3225">
              <a:extLst>
                <a:ext uri="{FF2B5EF4-FFF2-40B4-BE49-F238E27FC236}">
                  <a16:creationId xmlns:a16="http://schemas.microsoft.com/office/drawing/2014/main" id="{38E6B5ED-46AA-6344-8FA2-AA7035F15277}"/>
                </a:ext>
              </a:extLst>
            </p:cNvPr>
            <p:cNvSpPr/>
            <p:nvPr/>
          </p:nvSpPr>
          <p:spPr>
            <a:xfrm>
              <a:off x="9127134" y="3580473"/>
              <a:ext cx="3277" cy="4918"/>
            </a:xfrm>
            <a:custGeom>
              <a:avLst/>
              <a:gdLst>
                <a:gd name="connsiteX0" fmla="*/ 0 w 3277"/>
                <a:gd name="connsiteY0" fmla="*/ 4918 h 4918"/>
                <a:gd name="connsiteX1" fmla="*/ 3278 w 3277"/>
                <a:gd name="connsiteY1" fmla="*/ 4918 h 4918"/>
                <a:gd name="connsiteX2" fmla="*/ 0 w 3277"/>
                <a:gd name="connsiteY2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7" h="4918">
                  <a:moveTo>
                    <a:pt x="0" y="4918"/>
                  </a:moveTo>
                  <a:lnTo>
                    <a:pt x="3278" y="49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27" name="Freeform 3226">
              <a:extLst>
                <a:ext uri="{FF2B5EF4-FFF2-40B4-BE49-F238E27FC236}">
                  <a16:creationId xmlns:a16="http://schemas.microsoft.com/office/drawing/2014/main" id="{052C5DAB-B952-D544-8C98-61476CDCF2C2}"/>
                </a:ext>
              </a:extLst>
            </p:cNvPr>
            <p:cNvSpPr/>
            <p:nvPr/>
          </p:nvSpPr>
          <p:spPr>
            <a:xfrm>
              <a:off x="9130411" y="3542768"/>
              <a:ext cx="3278" cy="6557"/>
            </a:xfrm>
            <a:custGeom>
              <a:avLst/>
              <a:gdLst>
                <a:gd name="connsiteX0" fmla="*/ 3279 w 3278"/>
                <a:gd name="connsiteY0" fmla="*/ 6557 h 6557"/>
                <a:gd name="connsiteX1" fmla="*/ 3279 w 3278"/>
                <a:gd name="connsiteY1" fmla="*/ 6557 h 6557"/>
                <a:gd name="connsiteX2" fmla="*/ 3279 w 3278"/>
                <a:gd name="connsiteY2" fmla="*/ 1639 h 6557"/>
                <a:gd name="connsiteX3" fmla="*/ 0 w 3278"/>
                <a:gd name="connsiteY3" fmla="*/ 0 h 6557"/>
                <a:gd name="connsiteX4" fmla="*/ 1640 w 3278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6557">
                  <a:moveTo>
                    <a:pt x="3279" y="6557"/>
                  </a:moveTo>
                  <a:lnTo>
                    <a:pt x="3279" y="6557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164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28" name="Freeform 3227">
              <a:extLst>
                <a:ext uri="{FF2B5EF4-FFF2-40B4-BE49-F238E27FC236}">
                  <a16:creationId xmlns:a16="http://schemas.microsoft.com/office/drawing/2014/main" id="{C050CBC7-EA3A-E340-AAAE-827ED9B4751F}"/>
                </a:ext>
              </a:extLst>
            </p:cNvPr>
            <p:cNvSpPr/>
            <p:nvPr/>
          </p:nvSpPr>
          <p:spPr>
            <a:xfrm>
              <a:off x="9132051" y="3637850"/>
              <a:ext cx="8196" cy="11475"/>
            </a:xfrm>
            <a:custGeom>
              <a:avLst/>
              <a:gdLst>
                <a:gd name="connsiteX0" fmla="*/ 8197 w 8196"/>
                <a:gd name="connsiteY0" fmla="*/ 11476 h 11475"/>
                <a:gd name="connsiteX1" fmla="*/ 8197 w 8196"/>
                <a:gd name="connsiteY1" fmla="*/ 8197 h 11475"/>
                <a:gd name="connsiteX2" fmla="*/ 6557 w 8196"/>
                <a:gd name="connsiteY2" fmla="*/ 3279 h 11475"/>
                <a:gd name="connsiteX3" fmla="*/ 3279 w 8196"/>
                <a:gd name="connsiteY3" fmla="*/ 0 h 11475"/>
                <a:gd name="connsiteX4" fmla="*/ 0 w 8196"/>
                <a:gd name="connsiteY4" fmla="*/ 4918 h 11475"/>
                <a:gd name="connsiteX5" fmla="*/ 4918 w 8196"/>
                <a:gd name="connsiteY5" fmla="*/ 3279 h 11475"/>
                <a:gd name="connsiteX6" fmla="*/ 6557 w 8196"/>
                <a:gd name="connsiteY6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11475">
                  <a:moveTo>
                    <a:pt x="8197" y="11476"/>
                  </a:moveTo>
                  <a:lnTo>
                    <a:pt x="8197" y="8197"/>
                  </a:lnTo>
                  <a:lnTo>
                    <a:pt x="6557" y="3279"/>
                  </a:lnTo>
                  <a:lnTo>
                    <a:pt x="3279" y="0"/>
                  </a:lnTo>
                  <a:lnTo>
                    <a:pt x="0" y="4918"/>
                  </a:lnTo>
                  <a:lnTo>
                    <a:pt x="4918" y="3279"/>
                  </a:lnTo>
                  <a:lnTo>
                    <a:pt x="6557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29" name="Freeform 3228">
              <a:extLst>
                <a:ext uri="{FF2B5EF4-FFF2-40B4-BE49-F238E27FC236}">
                  <a16:creationId xmlns:a16="http://schemas.microsoft.com/office/drawing/2014/main" id="{DE57FD89-468B-544B-BB52-C0CEA9B8E9EC}"/>
                </a:ext>
              </a:extLst>
            </p:cNvPr>
            <p:cNvSpPr/>
            <p:nvPr/>
          </p:nvSpPr>
          <p:spPr>
            <a:xfrm>
              <a:off x="9133690" y="3601784"/>
              <a:ext cx="4917" cy="14754"/>
            </a:xfrm>
            <a:custGeom>
              <a:avLst/>
              <a:gdLst>
                <a:gd name="connsiteX0" fmla="*/ 0 w 4917"/>
                <a:gd name="connsiteY0" fmla="*/ 14754 h 14754"/>
                <a:gd name="connsiteX1" fmla="*/ 1640 w 4917"/>
                <a:gd name="connsiteY1" fmla="*/ 14754 h 14754"/>
                <a:gd name="connsiteX2" fmla="*/ 4918 w 4917"/>
                <a:gd name="connsiteY2" fmla="*/ 11475 h 14754"/>
                <a:gd name="connsiteX3" fmla="*/ 4918 w 4917"/>
                <a:gd name="connsiteY3" fmla="*/ 6557 h 14754"/>
                <a:gd name="connsiteX4" fmla="*/ 4918 w 4917"/>
                <a:gd name="connsiteY4" fmla="*/ 3279 h 14754"/>
                <a:gd name="connsiteX5" fmla="*/ 3279 w 4917"/>
                <a:gd name="connsiteY5" fmla="*/ 0 h 14754"/>
                <a:gd name="connsiteX6" fmla="*/ 3279 w 4917"/>
                <a:gd name="connsiteY6" fmla="*/ 3279 h 14754"/>
                <a:gd name="connsiteX7" fmla="*/ 3279 w 4917"/>
                <a:gd name="connsiteY7" fmla="*/ 8197 h 14754"/>
                <a:gd name="connsiteX8" fmla="*/ 1640 w 4917"/>
                <a:gd name="connsiteY8" fmla="*/ 11475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17" h="14754">
                  <a:moveTo>
                    <a:pt x="0" y="14754"/>
                  </a:moveTo>
                  <a:lnTo>
                    <a:pt x="1640" y="14754"/>
                  </a:lnTo>
                  <a:lnTo>
                    <a:pt x="4918" y="11475"/>
                  </a:lnTo>
                  <a:lnTo>
                    <a:pt x="4918" y="6557"/>
                  </a:lnTo>
                  <a:lnTo>
                    <a:pt x="4918" y="3279"/>
                  </a:lnTo>
                  <a:lnTo>
                    <a:pt x="3279" y="0"/>
                  </a:lnTo>
                  <a:lnTo>
                    <a:pt x="3279" y="3279"/>
                  </a:lnTo>
                  <a:lnTo>
                    <a:pt x="3279" y="8197"/>
                  </a:lnTo>
                  <a:lnTo>
                    <a:pt x="1640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30" name="Freeform 3229">
              <a:extLst>
                <a:ext uri="{FF2B5EF4-FFF2-40B4-BE49-F238E27FC236}">
                  <a16:creationId xmlns:a16="http://schemas.microsoft.com/office/drawing/2014/main" id="{E44B07FA-BE0E-AC49-8C56-F9E22CB071CB}"/>
                </a:ext>
              </a:extLst>
            </p:cNvPr>
            <p:cNvSpPr/>
            <p:nvPr/>
          </p:nvSpPr>
          <p:spPr>
            <a:xfrm>
              <a:off x="9135330" y="3564079"/>
              <a:ext cx="6556" cy="13114"/>
            </a:xfrm>
            <a:custGeom>
              <a:avLst/>
              <a:gdLst>
                <a:gd name="connsiteX0" fmla="*/ 1639 w 6556"/>
                <a:gd name="connsiteY0" fmla="*/ 13115 h 13114"/>
                <a:gd name="connsiteX1" fmla="*/ 1639 w 6556"/>
                <a:gd name="connsiteY1" fmla="*/ 13115 h 13114"/>
                <a:gd name="connsiteX2" fmla="*/ 4918 w 6556"/>
                <a:gd name="connsiteY2" fmla="*/ 11476 h 13114"/>
                <a:gd name="connsiteX3" fmla="*/ 6557 w 6556"/>
                <a:gd name="connsiteY3" fmla="*/ 8197 h 13114"/>
                <a:gd name="connsiteX4" fmla="*/ 4918 w 6556"/>
                <a:gd name="connsiteY4" fmla="*/ 4918 h 13114"/>
                <a:gd name="connsiteX5" fmla="*/ 3278 w 6556"/>
                <a:gd name="connsiteY5" fmla="*/ 0 h 13114"/>
                <a:gd name="connsiteX6" fmla="*/ 0 w 6556"/>
                <a:gd name="connsiteY6" fmla="*/ 1639 h 13114"/>
                <a:gd name="connsiteX7" fmla="*/ 0 w 6556"/>
                <a:gd name="connsiteY7" fmla="*/ 4918 h 13114"/>
                <a:gd name="connsiteX8" fmla="*/ 1639 w 6556"/>
                <a:gd name="connsiteY8" fmla="*/ 819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56" h="13114">
                  <a:moveTo>
                    <a:pt x="1639" y="13115"/>
                  </a:moveTo>
                  <a:lnTo>
                    <a:pt x="1639" y="13115"/>
                  </a:lnTo>
                  <a:lnTo>
                    <a:pt x="4918" y="11476"/>
                  </a:lnTo>
                  <a:lnTo>
                    <a:pt x="6557" y="8197"/>
                  </a:lnTo>
                  <a:lnTo>
                    <a:pt x="4918" y="4918"/>
                  </a:lnTo>
                  <a:lnTo>
                    <a:pt x="3278" y="0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163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31" name="Freeform 3230">
              <a:extLst>
                <a:ext uri="{FF2B5EF4-FFF2-40B4-BE49-F238E27FC236}">
                  <a16:creationId xmlns:a16="http://schemas.microsoft.com/office/drawing/2014/main" id="{125265EC-4C27-B74E-B919-8B5FA7DD05A8}"/>
                </a:ext>
              </a:extLst>
            </p:cNvPr>
            <p:cNvSpPr/>
            <p:nvPr/>
          </p:nvSpPr>
          <p:spPr>
            <a:xfrm>
              <a:off x="9138608" y="3678833"/>
              <a:ext cx="3278" cy="6557"/>
            </a:xfrm>
            <a:custGeom>
              <a:avLst/>
              <a:gdLst>
                <a:gd name="connsiteX0" fmla="*/ 0 w 3278"/>
                <a:gd name="connsiteY0" fmla="*/ 1639 h 6557"/>
                <a:gd name="connsiteX1" fmla="*/ 0 w 3278"/>
                <a:gd name="connsiteY1" fmla="*/ 6557 h 6557"/>
                <a:gd name="connsiteX2" fmla="*/ 3279 w 3278"/>
                <a:gd name="connsiteY2" fmla="*/ 1639 h 6557"/>
                <a:gd name="connsiteX3" fmla="*/ 3279 w 3278"/>
                <a:gd name="connsiteY3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6557">
                  <a:moveTo>
                    <a:pt x="0" y="1639"/>
                  </a:moveTo>
                  <a:lnTo>
                    <a:pt x="0" y="6557"/>
                  </a:lnTo>
                  <a:lnTo>
                    <a:pt x="3279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32" name="Freeform 3231">
              <a:extLst>
                <a:ext uri="{FF2B5EF4-FFF2-40B4-BE49-F238E27FC236}">
                  <a16:creationId xmlns:a16="http://schemas.microsoft.com/office/drawing/2014/main" id="{117FCDB4-5E28-A34E-9950-801CE61EB6CA}"/>
                </a:ext>
              </a:extLst>
            </p:cNvPr>
            <p:cNvSpPr/>
            <p:nvPr/>
          </p:nvSpPr>
          <p:spPr>
            <a:xfrm>
              <a:off x="9140248" y="3601784"/>
              <a:ext cx="8196" cy="11475"/>
            </a:xfrm>
            <a:custGeom>
              <a:avLst/>
              <a:gdLst>
                <a:gd name="connsiteX0" fmla="*/ 3279 w 8196"/>
                <a:gd name="connsiteY0" fmla="*/ 8197 h 11475"/>
                <a:gd name="connsiteX1" fmla="*/ 3279 w 8196"/>
                <a:gd name="connsiteY1" fmla="*/ 9836 h 11475"/>
                <a:gd name="connsiteX2" fmla="*/ 8197 w 8196"/>
                <a:gd name="connsiteY2" fmla="*/ 11475 h 11475"/>
                <a:gd name="connsiteX3" fmla="*/ 8197 w 8196"/>
                <a:gd name="connsiteY3" fmla="*/ 8197 h 11475"/>
                <a:gd name="connsiteX4" fmla="*/ 8197 w 8196"/>
                <a:gd name="connsiteY4" fmla="*/ 3279 h 11475"/>
                <a:gd name="connsiteX5" fmla="*/ 4918 w 8196"/>
                <a:gd name="connsiteY5" fmla="*/ 0 h 11475"/>
                <a:gd name="connsiteX6" fmla="*/ 0 w 8196"/>
                <a:gd name="connsiteY6" fmla="*/ 0 h 11475"/>
                <a:gd name="connsiteX7" fmla="*/ 1639 w 8196"/>
                <a:gd name="connsiteY7" fmla="*/ 4918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96" h="11475">
                  <a:moveTo>
                    <a:pt x="3279" y="8197"/>
                  </a:moveTo>
                  <a:lnTo>
                    <a:pt x="3279" y="9836"/>
                  </a:lnTo>
                  <a:lnTo>
                    <a:pt x="8197" y="11475"/>
                  </a:lnTo>
                  <a:lnTo>
                    <a:pt x="8197" y="8197"/>
                  </a:lnTo>
                  <a:lnTo>
                    <a:pt x="8197" y="3279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33" name="Freeform 3232">
              <a:extLst>
                <a:ext uri="{FF2B5EF4-FFF2-40B4-BE49-F238E27FC236}">
                  <a16:creationId xmlns:a16="http://schemas.microsoft.com/office/drawing/2014/main" id="{E55A6A7D-1A2E-F24D-9FD9-9465C003CD52}"/>
                </a:ext>
              </a:extLst>
            </p:cNvPr>
            <p:cNvSpPr/>
            <p:nvPr/>
          </p:nvSpPr>
          <p:spPr>
            <a:xfrm>
              <a:off x="9141887" y="3588670"/>
              <a:ext cx="8196" cy="9836"/>
            </a:xfrm>
            <a:custGeom>
              <a:avLst/>
              <a:gdLst>
                <a:gd name="connsiteX0" fmla="*/ 1640 w 8196"/>
                <a:gd name="connsiteY0" fmla="*/ 3279 h 9836"/>
                <a:gd name="connsiteX1" fmla="*/ 1640 w 8196"/>
                <a:gd name="connsiteY1" fmla="*/ 4918 h 9836"/>
                <a:gd name="connsiteX2" fmla="*/ 3279 w 8196"/>
                <a:gd name="connsiteY2" fmla="*/ 9836 h 9836"/>
                <a:gd name="connsiteX3" fmla="*/ 8197 w 8196"/>
                <a:gd name="connsiteY3" fmla="*/ 4918 h 9836"/>
                <a:gd name="connsiteX4" fmla="*/ 3279 w 8196"/>
                <a:gd name="connsiteY4" fmla="*/ 3279 h 9836"/>
                <a:gd name="connsiteX5" fmla="*/ 0 w 8196"/>
                <a:gd name="connsiteY5" fmla="*/ 0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9836">
                  <a:moveTo>
                    <a:pt x="1640" y="3279"/>
                  </a:moveTo>
                  <a:lnTo>
                    <a:pt x="1640" y="4918"/>
                  </a:lnTo>
                  <a:lnTo>
                    <a:pt x="3279" y="9836"/>
                  </a:lnTo>
                  <a:lnTo>
                    <a:pt x="8197" y="4918"/>
                  </a:lnTo>
                  <a:lnTo>
                    <a:pt x="3279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34" name="Freeform 3233">
              <a:extLst>
                <a:ext uri="{FF2B5EF4-FFF2-40B4-BE49-F238E27FC236}">
                  <a16:creationId xmlns:a16="http://schemas.microsoft.com/office/drawing/2014/main" id="{7CAA8807-E70F-3344-BE5B-ED7721EB7E3B}"/>
                </a:ext>
              </a:extLst>
            </p:cNvPr>
            <p:cNvSpPr/>
            <p:nvPr/>
          </p:nvSpPr>
          <p:spPr>
            <a:xfrm>
              <a:off x="9141887" y="3570637"/>
              <a:ext cx="1639" cy="3278"/>
            </a:xfrm>
            <a:custGeom>
              <a:avLst/>
              <a:gdLst>
                <a:gd name="connsiteX0" fmla="*/ 0 w 1639"/>
                <a:gd name="connsiteY0" fmla="*/ 3279 h 3278"/>
                <a:gd name="connsiteX1" fmla="*/ 1640 w 1639"/>
                <a:gd name="connsiteY1" fmla="*/ 3279 h 3278"/>
                <a:gd name="connsiteX2" fmla="*/ 1640 w 1639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0" y="3279"/>
                  </a:moveTo>
                  <a:lnTo>
                    <a:pt x="1640" y="3279"/>
                  </a:lnTo>
                  <a:lnTo>
                    <a:pt x="164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35" name="Freeform 3234">
              <a:extLst>
                <a:ext uri="{FF2B5EF4-FFF2-40B4-BE49-F238E27FC236}">
                  <a16:creationId xmlns:a16="http://schemas.microsoft.com/office/drawing/2014/main" id="{5159EFEB-9CE5-7E40-9A6A-F8078ECEC4F3}"/>
                </a:ext>
              </a:extLst>
            </p:cNvPr>
            <p:cNvSpPr/>
            <p:nvPr/>
          </p:nvSpPr>
          <p:spPr>
            <a:xfrm>
              <a:off x="6966487" y="2367364"/>
              <a:ext cx="777045" cy="647537"/>
            </a:xfrm>
            <a:custGeom>
              <a:avLst/>
              <a:gdLst>
                <a:gd name="connsiteX0" fmla="*/ 0 w 777045"/>
                <a:gd name="connsiteY0" fmla="*/ 18033 h 647537"/>
                <a:gd name="connsiteX1" fmla="*/ 3278 w 777045"/>
                <a:gd name="connsiteY1" fmla="*/ 16393 h 647537"/>
                <a:gd name="connsiteX2" fmla="*/ 6557 w 777045"/>
                <a:gd name="connsiteY2" fmla="*/ 16393 h 647537"/>
                <a:gd name="connsiteX3" fmla="*/ 11475 w 777045"/>
                <a:gd name="connsiteY3" fmla="*/ 16393 h 647537"/>
                <a:gd name="connsiteX4" fmla="*/ 11475 w 777045"/>
                <a:gd name="connsiteY4" fmla="*/ 16393 h 647537"/>
                <a:gd name="connsiteX5" fmla="*/ 13114 w 777045"/>
                <a:gd name="connsiteY5" fmla="*/ 13115 h 647537"/>
                <a:gd name="connsiteX6" fmla="*/ 13114 w 777045"/>
                <a:gd name="connsiteY6" fmla="*/ 8197 h 647537"/>
                <a:gd name="connsiteX7" fmla="*/ 13114 w 777045"/>
                <a:gd name="connsiteY7" fmla="*/ 4918 h 647537"/>
                <a:gd name="connsiteX8" fmla="*/ 13114 w 777045"/>
                <a:gd name="connsiteY8" fmla="*/ 3279 h 647537"/>
                <a:gd name="connsiteX9" fmla="*/ 16393 w 777045"/>
                <a:gd name="connsiteY9" fmla="*/ 0 h 647537"/>
                <a:gd name="connsiteX10" fmla="*/ 21311 w 777045"/>
                <a:gd name="connsiteY10" fmla="*/ 3279 h 647537"/>
                <a:gd name="connsiteX11" fmla="*/ 24590 w 777045"/>
                <a:gd name="connsiteY11" fmla="*/ 4918 h 647537"/>
                <a:gd name="connsiteX12" fmla="*/ 26229 w 777045"/>
                <a:gd name="connsiteY12" fmla="*/ 6557 h 647537"/>
                <a:gd name="connsiteX13" fmla="*/ 29508 w 777045"/>
                <a:gd name="connsiteY13" fmla="*/ 9836 h 647537"/>
                <a:gd name="connsiteX14" fmla="*/ 31147 w 777045"/>
                <a:gd name="connsiteY14" fmla="*/ 13115 h 647537"/>
                <a:gd name="connsiteX15" fmla="*/ 34426 w 777045"/>
                <a:gd name="connsiteY15" fmla="*/ 16393 h 647537"/>
                <a:gd name="connsiteX16" fmla="*/ 37705 w 777045"/>
                <a:gd name="connsiteY16" fmla="*/ 19672 h 647537"/>
                <a:gd name="connsiteX17" fmla="*/ 39344 w 777045"/>
                <a:gd name="connsiteY17" fmla="*/ 22951 h 647537"/>
                <a:gd name="connsiteX18" fmla="*/ 44262 w 777045"/>
                <a:gd name="connsiteY18" fmla="*/ 26229 h 647537"/>
                <a:gd name="connsiteX19" fmla="*/ 47541 w 777045"/>
                <a:gd name="connsiteY19" fmla="*/ 26229 h 647537"/>
                <a:gd name="connsiteX20" fmla="*/ 49180 w 777045"/>
                <a:gd name="connsiteY20" fmla="*/ 31148 h 647537"/>
                <a:gd name="connsiteX21" fmla="*/ 52458 w 777045"/>
                <a:gd name="connsiteY21" fmla="*/ 34426 h 647537"/>
                <a:gd name="connsiteX22" fmla="*/ 54098 w 777045"/>
                <a:gd name="connsiteY22" fmla="*/ 34426 h 647537"/>
                <a:gd name="connsiteX23" fmla="*/ 57377 w 777045"/>
                <a:gd name="connsiteY23" fmla="*/ 36066 h 647537"/>
                <a:gd name="connsiteX24" fmla="*/ 59016 w 777045"/>
                <a:gd name="connsiteY24" fmla="*/ 36066 h 647537"/>
                <a:gd name="connsiteX25" fmla="*/ 60655 w 777045"/>
                <a:gd name="connsiteY25" fmla="*/ 36066 h 647537"/>
                <a:gd name="connsiteX26" fmla="*/ 63934 w 777045"/>
                <a:gd name="connsiteY26" fmla="*/ 37705 h 647537"/>
                <a:gd name="connsiteX27" fmla="*/ 67213 w 777045"/>
                <a:gd name="connsiteY27" fmla="*/ 39344 h 647537"/>
                <a:gd name="connsiteX28" fmla="*/ 70491 w 777045"/>
                <a:gd name="connsiteY28" fmla="*/ 39344 h 647537"/>
                <a:gd name="connsiteX29" fmla="*/ 75410 w 777045"/>
                <a:gd name="connsiteY29" fmla="*/ 39344 h 647537"/>
                <a:gd name="connsiteX30" fmla="*/ 78688 w 777045"/>
                <a:gd name="connsiteY30" fmla="*/ 40983 h 647537"/>
                <a:gd name="connsiteX31" fmla="*/ 80327 w 777045"/>
                <a:gd name="connsiteY31" fmla="*/ 40983 h 647537"/>
                <a:gd name="connsiteX32" fmla="*/ 83606 w 777045"/>
                <a:gd name="connsiteY32" fmla="*/ 39344 h 647537"/>
                <a:gd name="connsiteX33" fmla="*/ 86885 w 777045"/>
                <a:gd name="connsiteY33" fmla="*/ 39344 h 647537"/>
                <a:gd name="connsiteX34" fmla="*/ 90164 w 777045"/>
                <a:gd name="connsiteY34" fmla="*/ 39344 h 647537"/>
                <a:gd name="connsiteX35" fmla="*/ 91803 w 777045"/>
                <a:gd name="connsiteY35" fmla="*/ 39344 h 647537"/>
                <a:gd name="connsiteX36" fmla="*/ 95081 w 777045"/>
                <a:gd name="connsiteY36" fmla="*/ 36066 h 647537"/>
                <a:gd name="connsiteX37" fmla="*/ 98360 w 777045"/>
                <a:gd name="connsiteY37" fmla="*/ 32787 h 647537"/>
                <a:gd name="connsiteX38" fmla="*/ 100000 w 777045"/>
                <a:gd name="connsiteY38" fmla="*/ 29508 h 647537"/>
                <a:gd name="connsiteX39" fmla="*/ 103278 w 777045"/>
                <a:gd name="connsiteY39" fmla="*/ 26229 h 647537"/>
                <a:gd name="connsiteX40" fmla="*/ 108196 w 777045"/>
                <a:gd name="connsiteY40" fmla="*/ 26229 h 647537"/>
                <a:gd name="connsiteX41" fmla="*/ 108196 w 777045"/>
                <a:gd name="connsiteY41" fmla="*/ 22951 h 647537"/>
                <a:gd name="connsiteX42" fmla="*/ 111475 w 777045"/>
                <a:gd name="connsiteY42" fmla="*/ 19672 h 647537"/>
                <a:gd name="connsiteX43" fmla="*/ 114754 w 777045"/>
                <a:gd name="connsiteY43" fmla="*/ 18033 h 647537"/>
                <a:gd name="connsiteX44" fmla="*/ 118032 w 777045"/>
                <a:gd name="connsiteY44" fmla="*/ 14754 h 647537"/>
                <a:gd name="connsiteX45" fmla="*/ 118032 w 777045"/>
                <a:gd name="connsiteY45" fmla="*/ 14754 h 647537"/>
                <a:gd name="connsiteX46" fmla="*/ 121311 w 777045"/>
                <a:gd name="connsiteY46" fmla="*/ 11476 h 647537"/>
                <a:gd name="connsiteX47" fmla="*/ 126229 w 777045"/>
                <a:gd name="connsiteY47" fmla="*/ 9836 h 647537"/>
                <a:gd name="connsiteX48" fmla="*/ 129508 w 777045"/>
                <a:gd name="connsiteY48" fmla="*/ 8197 h 647537"/>
                <a:gd name="connsiteX49" fmla="*/ 132786 w 777045"/>
                <a:gd name="connsiteY49" fmla="*/ 4918 h 647537"/>
                <a:gd name="connsiteX50" fmla="*/ 137704 w 777045"/>
                <a:gd name="connsiteY50" fmla="*/ 3279 h 647537"/>
                <a:gd name="connsiteX51" fmla="*/ 137704 w 777045"/>
                <a:gd name="connsiteY51" fmla="*/ 3279 h 647537"/>
                <a:gd name="connsiteX52" fmla="*/ 140983 w 777045"/>
                <a:gd name="connsiteY52" fmla="*/ 4918 h 647537"/>
                <a:gd name="connsiteX53" fmla="*/ 145901 w 777045"/>
                <a:gd name="connsiteY53" fmla="*/ 9836 h 647537"/>
                <a:gd name="connsiteX54" fmla="*/ 149180 w 777045"/>
                <a:gd name="connsiteY54" fmla="*/ 13115 h 647537"/>
                <a:gd name="connsiteX55" fmla="*/ 152458 w 777045"/>
                <a:gd name="connsiteY55" fmla="*/ 16393 h 647537"/>
                <a:gd name="connsiteX56" fmla="*/ 154098 w 777045"/>
                <a:gd name="connsiteY56" fmla="*/ 18033 h 647537"/>
                <a:gd name="connsiteX57" fmla="*/ 150819 w 777045"/>
                <a:gd name="connsiteY57" fmla="*/ 19672 h 647537"/>
                <a:gd name="connsiteX58" fmla="*/ 145901 w 777045"/>
                <a:gd name="connsiteY58" fmla="*/ 21311 h 647537"/>
                <a:gd name="connsiteX59" fmla="*/ 147540 w 777045"/>
                <a:gd name="connsiteY59" fmla="*/ 26229 h 647537"/>
                <a:gd name="connsiteX60" fmla="*/ 150819 w 777045"/>
                <a:gd name="connsiteY60" fmla="*/ 27869 h 647537"/>
                <a:gd name="connsiteX61" fmla="*/ 155737 w 777045"/>
                <a:gd name="connsiteY61" fmla="*/ 32787 h 647537"/>
                <a:gd name="connsiteX62" fmla="*/ 154098 w 777045"/>
                <a:gd name="connsiteY62" fmla="*/ 34426 h 647537"/>
                <a:gd name="connsiteX63" fmla="*/ 149180 w 777045"/>
                <a:gd name="connsiteY63" fmla="*/ 36066 h 647537"/>
                <a:gd name="connsiteX64" fmla="*/ 145901 w 777045"/>
                <a:gd name="connsiteY64" fmla="*/ 37705 h 647537"/>
                <a:gd name="connsiteX65" fmla="*/ 145901 w 777045"/>
                <a:gd name="connsiteY65" fmla="*/ 40983 h 647537"/>
                <a:gd name="connsiteX66" fmla="*/ 149180 w 777045"/>
                <a:gd name="connsiteY66" fmla="*/ 44262 h 647537"/>
                <a:gd name="connsiteX67" fmla="*/ 152458 w 777045"/>
                <a:gd name="connsiteY67" fmla="*/ 45901 h 647537"/>
                <a:gd name="connsiteX68" fmla="*/ 155737 w 777045"/>
                <a:gd name="connsiteY68" fmla="*/ 49180 h 647537"/>
                <a:gd name="connsiteX69" fmla="*/ 159015 w 777045"/>
                <a:gd name="connsiteY69" fmla="*/ 50820 h 647537"/>
                <a:gd name="connsiteX70" fmla="*/ 163934 w 777045"/>
                <a:gd name="connsiteY70" fmla="*/ 54098 h 647537"/>
                <a:gd name="connsiteX71" fmla="*/ 167212 w 777045"/>
                <a:gd name="connsiteY71" fmla="*/ 57377 h 647537"/>
                <a:gd name="connsiteX72" fmla="*/ 168851 w 777045"/>
                <a:gd name="connsiteY72" fmla="*/ 60656 h 647537"/>
                <a:gd name="connsiteX73" fmla="*/ 170491 w 777045"/>
                <a:gd name="connsiteY73" fmla="*/ 60656 h 647537"/>
                <a:gd name="connsiteX74" fmla="*/ 173770 w 777045"/>
                <a:gd name="connsiteY74" fmla="*/ 60656 h 647537"/>
                <a:gd name="connsiteX75" fmla="*/ 175409 w 777045"/>
                <a:gd name="connsiteY75" fmla="*/ 59016 h 647537"/>
                <a:gd name="connsiteX76" fmla="*/ 178688 w 777045"/>
                <a:gd name="connsiteY76" fmla="*/ 59016 h 647537"/>
                <a:gd name="connsiteX77" fmla="*/ 178688 w 777045"/>
                <a:gd name="connsiteY77" fmla="*/ 59016 h 647537"/>
                <a:gd name="connsiteX78" fmla="*/ 178688 w 777045"/>
                <a:gd name="connsiteY78" fmla="*/ 62295 h 647537"/>
                <a:gd name="connsiteX79" fmla="*/ 180327 w 777045"/>
                <a:gd name="connsiteY79" fmla="*/ 65573 h 647537"/>
                <a:gd name="connsiteX80" fmla="*/ 180327 w 777045"/>
                <a:gd name="connsiteY80" fmla="*/ 70492 h 647537"/>
                <a:gd name="connsiteX81" fmla="*/ 181966 w 777045"/>
                <a:gd name="connsiteY81" fmla="*/ 73770 h 647537"/>
                <a:gd name="connsiteX82" fmla="*/ 183605 w 777045"/>
                <a:gd name="connsiteY82" fmla="*/ 78688 h 647537"/>
                <a:gd name="connsiteX83" fmla="*/ 183605 w 777045"/>
                <a:gd name="connsiteY83" fmla="*/ 81967 h 647537"/>
                <a:gd name="connsiteX84" fmla="*/ 186884 w 777045"/>
                <a:gd name="connsiteY84" fmla="*/ 85246 h 647537"/>
                <a:gd name="connsiteX85" fmla="*/ 186884 w 777045"/>
                <a:gd name="connsiteY85" fmla="*/ 88524 h 647537"/>
                <a:gd name="connsiteX86" fmla="*/ 190163 w 777045"/>
                <a:gd name="connsiteY86" fmla="*/ 93442 h 647537"/>
                <a:gd name="connsiteX87" fmla="*/ 195081 w 777045"/>
                <a:gd name="connsiteY87" fmla="*/ 96721 h 647537"/>
                <a:gd name="connsiteX88" fmla="*/ 198360 w 777045"/>
                <a:gd name="connsiteY88" fmla="*/ 98360 h 647537"/>
                <a:gd name="connsiteX89" fmla="*/ 201638 w 777045"/>
                <a:gd name="connsiteY89" fmla="*/ 100000 h 647537"/>
                <a:gd name="connsiteX90" fmla="*/ 204917 w 777045"/>
                <a:gd name="connsiteY90" fmla="*/ 100000 h 647537"/>
                <a:gd name="connsiteX91" fmla="*/ 209835 w 777045"/>
                <a:gd name="connsiteY91" fmla="*/ 101639 h 647537"/>
                <a:gd name="connsiteX92" fmla="*/ 213114 w 777045"/>
                <a:gd name="connsiteY92" fmla="*/ 101639 h 647537"/>
                <a:gd name="connsiteX93" fmla="*/ 218032 w 777045"/>
                <a:gd name="connsiteY93" fmla="*/ 101639 h 647537"/>
                <a:gd name="connsiteX94" fmla="*/ 219671 w 777045"/>
                <a:gd name="connsiteY94" fmla="*/ 103278 h 647537"/>
                <a:gd name="connsiteX95" fmla="*/ 222950 w 777045"/>
                <a:gd name="connsiteY95" fmla="*/ 103278 h 647537"/>
                <a:gd name="connsiteX96" fmla="*/ 226228 w 777045"/>
                <a:gd name="connsiteY96" fmla="*/ 103278 h 647537"/>
                <a:gd name="connsiteX97" fmla="*/ 226228 w 777045"/>
                <a:gd name="connsiteY97" fmla="*/ 103278 h 647537"/>
                <a:gd name="connsiteX98" fmla="*/ 231147 w 777045"/>
                <a:gd name="connsiteY98" fmla="*/ 104918 h 647537"/>
                <a:gd name="connsiteX99" fmla="*/ 234425 w 777045"/>
                <a:gd name="connsiteY99" fmla="*/ 108196 h 647537"/>
                <a:gd name="connsiteX100" fmla="*/ 237704 w 777045"/>
                <a:gd name="connsiteY100" fmla="*/ 111475 h 647537"/>
                <a:gd name="connsiteX101" fmla="*/ 239343 w 777045"/>
                <a:gd name="connsiteY101" fmla="*/ 116393 h 647537"/>
                <a:gd name="connsiteX102" fmla="*/ 242622 w 777045"/>
                <a:gd name="connsiteY102" fmla="*/ 118032 h 647537"/>
                <a:gd name="connsiteX103" fmla="*/ 245901 w 777045"/>
                <a:gd name="connsiteY103" fmla="*/ 121311 h 647537"/>
                <a:gd name="connsiteX104" fmla="*/ 250818 w 777045"/>
                <a:gd name="connsiteY104" fmla="*/ 122950 h 647537"/>
                <a:gd name="connsiteX105" fmla="*/ 252458 w 777045"/>
                <a:gd name="connsiteY105" fmla="*/ 124590 h 647537"/>
                <a:gd name="connsiteX106" fmla="*/ 255737 w 777045"/>
                <a:gd name="connsiteY106" fmla="*/ 126229 h 647537"/>
                <a:gd name="connsiteX107" fmla="*/ 259015 w 777045"/>
                <a:gd name="connsiteY107" fmla="*/ 127868 h 647537"/>
                <a:gd name="connsiteX108" fmla="*/ 263933 w 777045"/>
                <a:gd name="connsiteY108" fmla="*/ 131147 h 647537"/>
                <a:gd name="connsiteX109" fmla="*/ 267212 w 777045"/>
                <a:gd name="connsiteY109" fmla="*/ 132786 h 647537"/>
                <a:gd name="connsiteX110" fmla="*/ 270491 w 777045"/>
                <a:gd name="connsiteY110" fmla="*/ 134426 h 647537"/>
                <a:gd name="connsiteX111" fmla="*/ 275408 w 777045"/>
                <a:gd name="connsiteY111" fmla="*/ 136065 h 647537"/>
                <a:gd name="connsiteX112" fmla="*/ 278687 w 777045"/>
                <a:gd name="connsiteY112" fmla="*/ 136065 h 647537"/>
                <a:gd name="connsiteX113" fmla="*/ 281966 w 777045"/>
                <a:gd name="connsiteY113" fmla="*/ 136065 h 647537"/>
                <a:gd name="connsiteX114" fmla="*/ 283605 w 777045"/>
                <a:gd name="connsiteY114" fmla="*/ 137704 h 647537"/>
                <a:gd name="connsiteX115" fmla="*/ 288523 w 777045"/>
                <a:gd name="connsiteY115" fmla="*/ 137704 h 647537"/>
                <a:gd name="connsiteX116" fmla="*/ 291802 w 777045"/>
                <a:gd name="connsiteY116" fmla="*/ 139344 h 647537"/>
                <a:gd name="connsiteX117" fmla="*/ 295081 w 777045"/>
                <a:gd name="connsiteY117" fmla="*/ 139344 h 647537"/>
                <a:gd name="connsiteX118" fmla="*/ 298359 w 777045"/>
                <a:gd name="connsiteY118" fmla="*/ 140983 h 647537"/>
                <a:gd name="connsiteX119" fmla="*/ 303277 w 777045"/>
                <a:gd name="connsiteY119" fmla="*/ 140983 h 647537"/>
                <a:gd name="connsiteX120" fmla="*/ 306556 w 777045"/>
                <a:gd name="connsiteY120" fmla="*/ 139344 h 647537"/>
                <a:gd name="connsiteX121" fmla="*/ 309835 w 777045"/>
                <a:gd name="connsiteY121" fmla="*/ 139344 h 647537"/>
                <a:gd name="connsiteX122" fmla="*/ 314752 w 777045"/>
                <a:gd name="connsiteY122" fmla="*/ 137704 h 647537"/>
                <a:gd name="connsiteX123" fmla="*/ 318031 w 777045"/>
                <a:gd name="connsiteY123" fmla="*/ 136065 h 647537"/>
                <a:gd name="connsiteX124" fmla="*/ 321310 w 777045"/>
                <a:gd name="connsiteY124" fmla="*/ 136065 h 647537"/>
                <a:gd name="connsiteX125" fmla="*/ 324588 w 777045"/>
                <a:gd name="connsiteY125" fmla="*/ 134426 h 647537"/>
                <a:gd name="connsiteX126" fmla="*/ 329507 w 777045"/>
                <a:gd name="connsiteY126" fmla="*/ 134426 h 647537"/>
                <a:gd name="connsiteX127" fmla="*/ 332785 w 777045"/>
                <a:gd name="connsiteY127" fmla="*/ 132786 h 647537"/>
                <a:gd name="connsiteX128" fmla="*/ 336064 w 777045"/>
                <a:gd name="connsiteY128" fmla="*/ 132786 h 647537"/>
                <a:gd name="connsiteX129" fmla="*/ 340982 w 777045"/>
                <a:gd name="connsiteY129" fmla="*/ 131147 h 647537"/>
                <a:gd name="connsiteX130" fmla="*/ 342621 w 777045"/>
                <a:gd name="connsiteY130" fmla="*/ 129508 h 647537"/>
                <a:gd name="connsiteX131" fmla="*/ 344261 w 777045"/>
                <a:gd name="connsiteY131" fmla="*/ 129508 h 647537"/>
                <a:gd name="connsiteX132" fmla="*/ 347539 w 777045"/>
                <a:gd name="connsiteY132" fmla="*/ 127868 h 647537"/>
                <a:gd name="connsiteX133" fmla="*/ 352457 w 777045"/>
                <a:gd name="connsiteY133" fmla="*/ 127868 h 647537"/>
                <a:gd name="connsiteX134" fmla="*/ 355736 w 777045"/>
                <a:gd name="connsiteY134" fmla="*/ 127868 h 647537"/>
                <a:gd name="connsiteX135" fmla="*/ 359015 w 777045"/>
                <a:gd name="connsiteY135" fmla="*/ 127868 h 647537"/>
                <a:gd name="connsiteX136" fmla="*/ 363932 w 777045"/>
                <a:gd name="connsiteY136" fmla="*/ 126229 h 647537"/>
                <a:gd name="connsiteX137" fmla="*/ 367211 w 777045"/>
                <a:gd name="connsiteY137" fmla="*/ 126229 h 647537"/>
                <a:gd name="connsiteX138" fmla="*/ 370490 w 777045"/>
                <a:gd name="connsiteY138" fmla="*/ 126229 h 647537"/>
                <a:gd name="connsiteX139" fmla="*/ 367211 w 777045"/>
                <a:gd name="connsiteY139" fmla="*/ 127868 h 647537"/>
                <a:gd name="connsiteX140" fmla="*/ 363932 w 777045"/>
                <a:gd name="connsiteY140" fmla="*/ 127868 h 647537"/>
                <a:gd name="connsiteX141" fmla="*/ 359015 w 777045"/>
                <a:gd name="connsiteY141" fmla="*/ 127868 h 647537"/>
                <a:gd name="connsiteX142" fmla="*/ 363932 w 777045"/>
                <a:gd name="connsiteY142" fmla="*/ 131147 h 647537"/>
                <a:gd name="connsiteX143" fmla="*/ 367211 w 777045"/>
                <a:gd name="connsiteY143" fmla="*/ 131147 h 647537"/>
                <a:gd name="connsiteX144" fmla="*/ 370490 w 777045"/>
                <a:gd name="connsiteY144" fmla="*/ 131147 h 647537"/>
                <a:gd name="connsiteX145" fmla="*/ 375408 w 777045"/>
                <a:gd name="connsiteY145" fmla="*/ 129508 h 647537"/>
                <a:gd name="connsiteX146" fmla="*/ 373769 w 777045"/>
                <a:gd name="connsiteY146" fmla="*/ 126229 h 647537"/>
                <a:gd name="connsiteX147" fmla="*/ 372129 w 777045"/>
                <a:gd name="connsiteY147" fmla="*/ 122950 h 647537"/>
                <a:gd name="connsiteX148" fmla="*/ 372129 w 777045"/>
                <a:gd name="connsiteY148" fmla="*/ 122950 h 647537"/>
                <a:gd name="connsiteX149" fmla="*/ 370490 w 777045"/>
                <a:gd name="connsiteY149" fmla="*/ 118032 h 647537"/>
                <a:gd name="connsiteX150" fmla="*/ 370490 w 777045"/>
                <a:gd name="connsiteY150" fmla="*/ 114754 h 647537"/>
                <a:gd name="connsiteX151" fmla="*/ 368851 w 777045"/>
                <a:gd name="connsiteY151" fmla="*/ 111475 h 647537"/>
                <a:gd name="connsiteX152" fmla="*/ 367211 w 777045"/>
                <a:gd name="connsiteY152" fmla="*/ 106557 h 647537"/>
                <a:gd name="connsiteX153" fmla="*/ 367211 w 777045"/>
                <a:gd name="connsiteY153" fmla="*/ 106557 h 647537"/>
                <a:gd name="connsiteX154" fmla="*/ 368851 w 777045"/>
                <a:gd name="connsiteY154" fmla="*/ 106557 h 647537"/>
                <a:gd name="connsiteX155" fmla="*/ 372129 w 777045"/>
                <a:gd name="connsiteY155" fmla="*/ 106557 h 647537"/>
                <a:gd name="connsiteX156" fmla="*/ 375408 w 777045"/>
                <a:gd name="connsiteY156" fmla="*/ 108196 h 647537"/>
                <a:gd name="connsiteX157" fmla="*/ 378687 w 777045"/>
                <a:gd name="connsiteY157" fmla="*/ 106557 h 647537"/>
                <a:gd name="connsiteX158" fmla="*/ 383605 w 777045"/>
                <a:gd name="connsiteY158" fmla="*/ 106557 h 647537"/>
                <a:gd name="connsiteX159" fmla="*/ 386884 w 777045"/>
                <a:gd name="connsiteY159" fmla="*/ 103278 h 647537"/>
                <a:gd name="connsiteX160" fmla="*/ 390162 w 777045"/>
                <a:gd name="connsiteY160" fmla="*/ 103278 h 647537"/>
                <a:gd name="connsiteX161" fmla="*/ 395080 w 777045"/>
                <a:gd name="connsiteY161" fmla="*/ 101639 h 647537"/>
                <a:gd name="connsiteX162" fmla="*/ 396719 w 777045"/>
                <a:gd name="connsiteY162" fmla="*/ 98360 h 647537"/>
                <a:gd name="connsiteX163" fmla="*/ 396719 w 777045"/>
                <a:gd name="connsiteY163" fmla="*/ 95082 h 647537"/>
                <a:gd name="connsiteX164" fmla="*/ 396719 w 777045"/>
                <a:gd name="connsiteY164" fmla="*/ 90164 h 647537"/>
                <a:gd name="connsiteX165" fmla="*/ 399998 w 777045"/>
                <a:gd name="connsiteY165" fmla="*/ 86885 h 647537"/>
                <a:gd name="connsiteX166" fmla="*/ 403277 w 777045"/>
                <a:gd name="connsiteY166" fmla="*/ 85246 h 647537"/>
                <a:gd name="connsiteX167" fmla="*/ 406555 w 777045"/>
                <a:gd name="connsiteY167" fmla="*/ 81967 h 647537"/>
                <a:gd name="connsiteX168" fmla="*/ 409834 w 777045"/>
                <a:gd name="connsiteY168" fmla="*/ 80328 h 647537"/>
                <a:gd name="connsiteX169" fmla="*/ 411474 w 777045"/>
                <a:gd name="connsiteY169" fmla="*/ 78688 h 647537"/>
                <a:gd name="connsiteX170" fmla="*/ 414752 w 777045"/>
                <a:gd name="connsiteY170" fmla="*/ 77049 h 647537"/>
                <a:gd name="connsiteX171" fmla="*/ 419670 w 777045"/>
                <a:gd name="connsiteY171" fmla="*/ 73770 h 647537"/>
                <a:gd name="connsiteX172" fmla="*/ 422949 w 777045"/>
                <a:gd name="connsiteY172" fmla="*/ 73770 h 647537"/>
                <a:gd name="connsiteX173" fmla="*/ 426228 w 777045"/>
                <a:gd name="connsiteY173" fmla="*/ 73770 h 647537"/>
                <a:gd name="connsiteX174" fmla="*/ 429506 w 777045"/>
                <a:gd name="connsiteY174" fmla="*/ 73770 h 647537"/>
                <a:gd name="connsiteX175" fmla="*/ 434424 w 777045"/>
                <a:gd name="connsiteY175" fmla="*/ 73770 h 647537"/>
                <a:gd name="connsiteX176" fmla="*/ 437703 w 777045"/>
                <a:gd name="connsiteY176" fmla="*/ 75410 h 647537"/>
                <a:gd name="connsiteX177" fmla="*/ 440981 w 777045"/>
                <a:gd name="connsiteY177" fmla="*/ 73770 h 647537"/>
                <a:gd name="connsiteX178" fmla="*/ 444260 w 777045"/>
                <a:gd name="connsiteY178" fmla="*/ 75410 h 647537"/>
                <a:gd name="connsiteX179" fmla="*/ 449178 w 777045"/>
                <a:gd name="connsiteY179" fmla="*/ 75410 h 647537"/>
                <a:gd name="connsiteX180" fmla="*/ 447539 w 777045"/>
                <a:gd name="connsiteY180" fmla="*/ 70492 h 647537"/>
                <a:gd name="connsiteX181" fmla="*/ 450818 w 777045"/>
                <a:gd name="connsiteY181" fmla="*/ 67213 h 647537"/>
                <a:gd name="connsiteX182" fmla="*/ 454096 w 777045"/>
                <a:gd name="connsiteY182" fmla="*/ 67213 h 647537"/>
                <a:gd name="connsiteX183" fmla="*/ 457375 w 777045"/>
                <a:gd name="connsiteY183" fmla="*/ 67213 h 647537"/>
                <a:gd name="connsiteX184" fmla="*/ 462293 w 777045"/>
                <a:gd name="connsiteY184" fmla="*/ 65573 h 647537"/>
                <a:gd name="connsiteX185" fmla="*/ 462293 w 777045"/>
                <a:gd name="connsiteY185" fmla="*/ 65573 h 647537"/>
                <a:gd name="connsiteX186" fmla="*/ 465572 w 777045"/>
                <a:gd name="connsiteY186" fmla="*/ 68852 h 647537"/>
                <a:gd name="connsiteX187" fmla="*/ 468850 w 777045"/>
                <a:gd name="connsiteY187" fmla="*/ 68852 h 647537"/>
                <a:gd name="connsiteX188" fmla="*/ 470489 w 777045"/>
                <a:gd name="connsiteY188" fmla="*/ 68852 h 647537"/>
                <a:gd name="connsiteX189" fmla="*/ 475408 w 777045"/>
                <a:gd name="connsiteY189" fmla="*/ 68852 h 647537"/>
                <a:gd name="connsiteX190" fmla="*/ 477047 w 777045"/>
                <a:gd name="connsiteY190" fmla="*/ 67213 h 647537"/>
                <a:gd name="connsiteX191" fmla="*/ 480325 w 777045"/>
                <a:gd name="connsiteY191" fmla="*/ 67213 h 647537"/>
                <a:gd name="connsiteX192" fmla="*/ 481965 w 777045"/>
                <a:gd name="connsiteY192" fmla="*/ 70492 h 647537"/>
                <a:gd name="connsiteX193" fmla="*/ 485244 w 777045"/>
                <a:gd name="connsiteY193" fmla="*/ 75410 h 647537"/>
                <a:gd name="connsiteX194" fmla="*/ 485244 w 777045"/>
                <a:gd name="connsiteY194" fmla="*/ 78688 h 647537"/>
                <a:gd name="connsiteX195" fmla="*/ 490162 w 777045"/>
                <a:gd name="connsiteY195" fmla="*/ 80328 h 647537"/>
                <a:gd name="connsiteX196" fmla="*/ 493440 w 777045"/>
                <a:gd name="connsiteY196" fmla="*/ 81967 h 647537"/>
                <a:gd name="connsiteX197" fmla="*/ 496719 w 777045"/>
                <a:gd name="connsiteY197" fmla="*/ 81967 h 647537"/>
                <a:gd name="connsiteX198" fmla="*/ 501637 w 777045"/>
                <a:gd name="connsiteY198" fmla="*/ 81967 h 647537"/>
                <a:gd name="connsiteX199" fmla="*/ 504916 w 777045"/>
                <a:gd name="connsiteY199" fmla="*/ 83606 h 647537"/>
                <a:gd name="connsiteX200" fmla="*/ 508194 w 777045"/>
                <a:gd name="connsiteY200" fmla="*/ 85246 h 647537"/>
                <a:gd name="connsiteX201" fmla="*/ 509834 w 777045"/>
                <a:gd name="connsiteY201" fmla="*/ 85246 h 647537"/>
                <a:gd name="connsiteX202" fmla="*/ 513112 w 777045"/>
                <a:gd name="connsiteY202" fmla="*/ 86885 h 647537"/>
                <a:gd name="connsiteX203" fmla="*/ 516391 w 777045"/>
                <a:gd name="connsiteY203" fmla="*/ 86885 h 647537"/>
                <a:gd name="connsiteX204" fmla="*/ 519669 w 777045"/>
                <a:gd name="connsiteY204" fmla="*/ 90164 h 647537"/>
                <a:gd name="connsiteX205" fmla="*/ 522948 w 777045"/>
                <a:gd name="connsiteY205" fmla="*/ 93442 h 647537"/>
                <a:gd name="connsiteX206" fmla="*/ 526227 w 777045"/>
                <a:gd name="connsiteY206" fmla="*/ 95082 h 647537"/>
                <a:gd name="connsiteX207" fmla="*/ 529506 w 777045"/>
                <a:gd name="connsiteY207" fmla="*/ 93442 h 647537"/>
                <a:gd name="connsiteX208" fmla="*/ 532784 w 777045"/>
                <a:gd name="connsiteY208" fmla="*/ 91803 h 647537"/>
                <a:gd name="connsiteX209" fmla="*/ 537702 w 777045"/>
                <a:gd name="connsiteY209" fmla="*/ 93442 h 647537"/>
                <a:gd name="connsiteX210" fmla="*/ 540981 w 777045"/>
                <a:gd name="connsiteY210" fmla="*/ 93442 h 647537"/>
                <a:gd name="connsiteX211" fmla="*/ 544260 w 777045"/>
                <a:gd name="connsiteY211" fmla="*/ 93442 h 647537"/>
                <a:gd name="connsiteX212" fmla="*/ 549178 w 777045"/>
                <a:gd name="connsiteY212" fmla="*/ 95082 h 647537"/>
                <a:gd name="connsiteX213" fmla="*/ 552456 w 777045"/>
                <a:gd name="connsiteY213" fmla="*/ 96721 h 647537"/>
                <a:gd name="connsiteX214" fmla="*/ 555735 w 777045"/>
                <a:gd name="connsiteY214" fmla="*/ 98360 h 647537"/>
                <a:gd name="connsiteX215" fmla="*/ 559014 w 777045"/>
                <a:gd name="connsiteY215" fmla="*/ 98360 h 647537"/>
                <a:gd name="connsiteX216" fmla="*/ 562292 w 777045"/>
                <a:gd name="connsiteY216" fmla="*/ 101639 h 647537"/>
                <a:gd name="connsiteX217" fmla="*/ 563932 w 777045"/>
                <a:gd name="connsiteY217" fmla="*/ 106557 h 647537"/>
                <a:gd name="connsiteX218" fmla="*/ 565571 w 777045"/>
                <a:gd name="connsiteY218" fmla="*/ 109836 h 647537"/>
                <a:gd name="connsiteX219" fmla="*/ 570489 w 777045"/>
                <a:gd name="connsiteY219" fmla="*/ 113114 h 647537"/>
                <a:gd name="connsiteX220" fmla="*/ 573768 w 777045"/>
                <a:gd name="connsiteY220" fmla="*/ 114754 h 647537"/>
                <a:gd name="connsiteX221" fmla="*/ 577046 w 777045"/>
                <a:gd name="connsiteY221" fmla="*/ 116393 h 647537"/>
                <a:gd name="connsiteX222" fmla="*/ 581965 w 777045"/>
                <a:gd name="connsiteY222" fmla="*/ 116393 h 647537"/>
                <a:gd name="connsiteX223" fmla="*/ 585243 w 777045"/>
                <a:gd name="connsiteY223" fmla="*/ 119672 h 647537"/>
                <a:gd name="connsiteX224" fmla="*/ 588522 w 777045"/>
                <a:gd name="connsiteY224" fmla="*/ 119672 h 647537"/>
                <a:gd name="connsiteX225" fmla="*/ 588522 w 777045"/>
                <a:gd name="connsiteY225" fmla="*/ 119672 h 647537"/>
                <a:gd name="connsiteX226" fmla="*/ 591801 w 777045"/>
                <a:gd name="connsiteY226" fmla="*/ 122950 h 647537"/>
                <a:gd name="connsiteX227" fmla="*/ 595079 w 777045"/>
                <a:gd name="connsiteY227" fmla="*/ 127868 h 647537"/>
                <a:gd name="connsiteX228" fmla="*/ 598358 w 777045"/>
                <a:gd name="connsiteY228" fmla="*/ 131147 h 647537"/>
                <a:gd name="connsiteX229" fmla="*/ 601636 w 777045"/>
                <a:gd name="connsiteY229" fmla="*/ 134426 h 647537"/>
                <a:gd name="connsiteX230" fmla="*/ 604915 w 777045"/>
                <a:gd name="connsiteY230" fmla="*/ 137704 h 647537"/>
                <a:gd name="connsiteX231" fmla="*/ 609833 w 777045"/>
                <a:gd name="connsiteY231" fmla="*/ 137704 h 647537"/>
                <a:gd name="connsiteX232" fmla="*/ 613112 w 777045"/>
                <a:gd name="connsiteY232" fmla="*/ 137704 h 647537"/>
                <a:gd name="connsiteX233" fmla="*/ 616391 w 777045"/>
                <a:gd name="connsiteY233" fmla="*/ 137704 h 647537"/>
                <a:gd name="connsiteX234" fmla="*/ 619669 w 777045"/>
                <a:gd name="connsiteY234" fmla="*/ 137704 h 647537"/>
                <a:gd name="connsiteX235" fmla="*/ 624587 w 777045"/>
                <a:gd name="connsiteY235" fmla="*/ 137704 h 647537"/>
                <a:gd name="connsiteX236" fmla="*/ 627866 w 777045"/>
                <a:gd name="connsiteY236" fmla="*/ 137704 h 647537"/>
                <a:gd name="connsiteX237" fmla="*/ 631145 w 777045"/>
                <a:gd name="connsiteY237" fmla="*/ 137704 h 647537"/>
                <a:gd name="connsiteX238" fmla="*/ 632784 w 777045"/>
                <a:gd name="connsiteY238" fmla="*/ 137704 h 647537"/>
                <a:gd name="connsiteX239" fmla="*/ 636062 w 777045"/>
                <a:gd name="connsiteY239" fmla="*/ 140983 h 647537"/>
                <a:gd name="connsiteX240" fmla="*/ 634423 w 777045"/>
                <a:gd name="connsiteY240" fmla="*/ 144262 h 647537"/>
                <a:gd name="connsiteX241" fmla="*/ 636062 w 777045"/>
                <a:gd name="connsiteY241" fmla="*/ 149180 h 647537"/>
                <a:gd name="connsiteX242" fmla="*/ 636062 w 777045"/>
                <a:gd name="connsiteY242" fmla="*/ 152458 h 647537"/>
                <a:gd name="connsiteX243" fmla="*/ 637702 w 777045"/>
                <a:gd name="connsiteY243" fmla="*/ 155737 h 647537"/>
                <a:gd name="connsiteX244" fmla="*/ 639341 w 777045"/>
                <a:gd name="connsiteY244" fmla="*/ 159016 h 647537"/>
                <a:gd name="connsiteX245" fmla="*/ 639341 w 777045"/>
                <a:gd name="connsiteY245" fmla="*/ 163934 h 647537"/>
                <a:gd name="connsiteX246" fmla="*/ 637702 w 777045"/>
                <a:gd name="connsiteY246" fmla="*/ 167213 h 647537"/>
                <a:gd name="connsiteX247" fmla="*/ 639341 w 777045"/>
                <a:gd name="connsiteY247" fmla="*/ 168852 h 647537"/>
                <a:gd name="connsiteX248" fmla="*/ 642620 w 777045"/>
                <a:gd name="connsiteY248" fmla="*/ 172130 h 647537"/>
                <a:gd name="connsiteX249" fmla="*/ 644259 w 777045"/>
                <a:gd name="connsiteY249" fmla="*/ 175409 h 647537"/>
                <a:gd name="connsiteX250" fmla="*/ 644259 w 777045"/>
                <a:gd name="connsiteY250" fmla="*/ 180327 h 647537"/>
                <a:gd name="connsiteX251" fmla="*/ 645899 w 777045"/>
                <a:gd name="connsiteY251" fmla="*/ 183606 h 647537"/>
                <a:gd name="connsiteX252" fmla="*/ 647538 w 777045"/>
                <a:gd name="connsiteY252" fmla="*/ 186885 h 647537"/>
                <a:gd name="connsiteX253" fmla="*/ 645899 w 777045"/>
                <a:gd name="connsiteY253" fmla="*/ 191803 h 647537"/>
                <a:gd name="connsiteX254" fmla="*/ 644259 w 777045"/>
                <a:gd name="connsiteY254" fmla="*/ 195081 h 647537"/>
                <a:gd name="connsiteX255" fmla="*/ 642620 w 777045"/>
                <a:gd name="connsiteY255" fmla="*/ 198360 h 647537"/>
                <a:gd name="connsiteX256" fmla="*/ 642620 w 777045"/>
                <a:gd name="connsiteY256" fmla="*/ 203278 h 647537"/>
                <a:gd name="connsiteX257" fmla="*/ 645899 w 777045"/>
                <a:gd name="connsiteY257" fmla="*/ 206557 h 647537"/>
                <a:gd name="connsiteX258" fmla="*/ 644259 w 777045"/>
                <a:gd name="connsiteY258" fmla="*/ 209835 h 647537"/>
                <a:gd name="connsiteX259" fmla="*/ 644259 w 777045"/>
                <a:gd name="connsiteY259" fmla="*/ 211475 h 647537"/>
                <a:gd name="connsiteX260" fmla="*/ 644259 w 777045"/>
                <a:gd name="connsiteY260" fmla="*/ 214753 h 647537"/>
                <a:gd name="connsiteX261" fmla="*/ 644259 w 777045"/>
                <a:gd name="connsiteY261" fmla="*/ 218032 h 647537"/>
                <a:gd name="connsiteX262" fmla="*/ 642620 w 777045"/>
                <a:gd name="connsiteY262" fmla="*/ 222950 h 647537"/>
                <a:gd name="connsiteX263" fmla="*/ 642620 w 777045"/>
                <a:gd name="connsiteY263" fmla="*/ 226229 h 647537"/>
                <a:gd name="connsiteX264" fmla="*/ 639341 w 777045"/>
                <a:gd name="connsiteY264" fmla="*/ 229507 h 647537"/>
                <a:gd name="connsiteX265" fmla="*/ 634423 w 777045"/>
                <a:gd name="connsiteY265" fmla="*/ 231147 h 647537"/>
                <a:gd name="connsiteX266" fmla="*/ 637702 w 777045"/>
                <a:gd name="connsiteY266" fmla="*/ 234425 h 647537"/>
                <a:gd name="connsiteX267" fmla="*/ 639341 w 777045"/>
                <a:gd name="connsiteY267" fmla="*/ 237704 h 647537"/>
                <a:gd name="connsiteX268" fmla="*/ 636062 w 777045"/>
                <a:gd name="connsiteY268" fmla="*/ 240983 h 647537"/>
                <a:gd name="connsiteX269" fmla="*/ 632784 w 777045"/>
                <a:gd name="connsiteY269" fmla="*/ 242622 h 647537"/>
                <a:gd name="connsiteX270" fmla="*/ 629505 w 777045"/>
                <a:gd name="connsiteY270" fmla="*/ 245901 h 647537"/>
                <a:gd name="connsiteX271" fmla="*/ 629505 w 777045"/>
                <a:gd name="connsiteY271" fmla="*/ 250819 h 647537"/>
                <a:gd name="connsiteX272" fmla="*/ 629505 w 777045"/>
                <a:gd name="connsiteY272" fmla="*/ 252458 h 647537"/>
                <a:gd name="connsiteX273" fmla="*/ 631145 w 777045"/>
                <a:gd name="connsiteY273" fmla="*/ 255737 h 647537"/>
                <a:gd name="connsiteX274" fmla="*/ 632784 w 777045"/>
                <a:gd name="connsiteY274" fmla="*/ 259015 h 647537"/>
                <a:gd name="connsiteX275" fmla="*/ 632784 w 777045"/>
                <a:gd name="connsiteY275" fmla="*/ 262294 h 647537"/>
                <a:gd name="connsiteX276" fmla="*/ 632784 w 777045"/>
                <a:gd name="connsiteY276" fmla="*/ 265573 h 647537"/>
                <a:gd name="connsiteX277" fmla="*/ 632784 w 777045"/>
                <a:gd name="connsiteY277" fmla="*/ 270491 h 647537"/>
                <a:gd name="connsiteX278" fmla="*/ 636062 w 777045"/>
                <a:gd name="connsiteY278" fmla="*/ 272130 h 647537"/>
                <a:gd name="connsiteX279" fmla="*/ 640981 w 777045"/>
                <a:gd name="connsiteY279" fmla="*/ 273769 h 647537"/>
                <a:gd name="connsiteX280" fmla="*/ 640981 w 777045"/>
                <a:gd name="connsiteY280" fmla="*/ 273769 h 647537"/>
                <a:gd name="connsiteX281" fmla="*/ 642620 w 777045"/>
                <a:gd name="connsiteY281" fmla="*/ 273769 h 647537"/>
                <a:gd name="connsiteX282" fmla="*/ 645899 w 777045"/>
                <a:gd name="connsiteY282" fmla="*/ 273769 h 647537"/>
                <a:gd name="connsiteX283" fmla="*/ 649177 w 777045"/>
                <a:gd name="connsiteY283" fmla="*/ 277048 h 647537"/>
                <a:gd name="connsiteX284" fmla="*/ 647538 w 777045"/>
                <a:gd name="connsiteY284" fmla="*/ 280327 h 647537"/>
                <a:gd name="connsiteX285" fmla="*/ 644259 w 777045"/>
                <a:gd name="connsiteY285" fmla="*/ 283605 h 647537"/>
                <a:gd name="connsiteX286" fmla="*/ 640981 w 777045"/>
                <a:gd name="connsiteY286" fmla="*/ 286884 h 647537"/>
                <a:gd name="connsiteX287" fmla="*/ 639341 w 777045"/>
                <a:gd name="connsiteY287" fmla="*/ 291802 h 647537"/>
                <a:gd name="connsiteX288" fmla="*/ 639341 w 777045"/>
                <a:gd name="connsiteY288" fmla="*/ 295081 h 647537"/>
                <a:gd name="connsiteX289" fmla="*/ 640981 w 777045"/>
                <a:gd name="connsiteY289" fmla="*/ 298359 h 647537"/>
                <a:gd name="connsiteX290" fmla="*/ 642620 w 777045"/>
                <a:gd name="connsiteY290" fmla="*/ 303277 h 647537"/>
                <a:gd name="connsiteX291" fmla="*/ 644259 w 777045"/>
                <a:gd name="connsiteY291" fmla="*/ 306556 h 647537"/>
                <a:gd name="connsiteX292" fmla="*/ 645899 w 777045"/>
                <a:gd name="connsiteY292" fmla="*/ 309835 h 647537"/>
                <a:gd name="connsiteX293" fmla="*/ 647538 w 777045"/>
                <a:gd name="connsiteY293" fmla="*/ 314753 h 647537"/>
                <a:gd name="connsiteX294" fmla="*/ 649177 w 777045"/>
                <a:gd name="connsiteY294" fmla="*/ 318031 h 647537"/>
                <a:gd name="connsiteX295" fmla="*/ 650816 w 777045"/>
                <a:gd name="connsiteY295" fmla="*/ 321310 h 647537"/>
                <a:gd name="connsiteX296" fmla="*/ 652456 w 777045"/>
                <a:gd name="connsiteY296" fmla="*/ 326228 h 647537"/>
                <a:gd name="connsiteX297" fmla="*/ 654095 w 777045"/>
                <a:gd name="connsiteY297" fmla="*/ 329507 h 647537"/>
                <a:gd name="connsiteX298" fmla="*/ 655735 w 777045"/>
                <a:gd name="connsiteY298" fmla="*/ 332785 h 647537"/>
                <a:gd name="connsiteX299" fmla="*/ 655735 w 777045"/>
                <a:gd name="connsiteY299" fmla="*/ 337703 h 647537"/>
                <a:gd name="connsiteX300" fmla="*/ 654095 w 777045"/>
                <a:gd name="connsiteY300" fmla="*/ 340982 h 647537"/>
                <a:gd name="connsiteX301" fmla="*/ 655735 w 777045"/>
                <a:gd name="connsiteY301" fmla="*/ 342622 h 647537"/>
                <a:gd name="connsiteX302" fmla="*/ 655735 w 777045"/>
                <a:gd name="connsiteY302" fmla="*/ 347540 h 647537"/>
                <a:gd name="connsiteX303" fmla="*/ 657374 w 777045"/>
                <a:gd name="connsiteY303" fmla="*/ 350818 h 647537"/>
                <a:gd name="connsiteX304" fmla="*/ 657374 w 777045"/>
                <a:gd name="connsiteY304" fmla="*/ 354097 h 647537"/>
                <a:gd name="connsiteX305" fmla="*/ 657374 w 777045"/>
                <a:gd name="connsiteY305" fmla="*/ 359015 h 647537"/>
                <a:gd name="connsiteX306" fmla="*/ 659013 w 777045"/>
                <a:gd name="connsiteY306" fmla="*/ 362294 h 647537"/>
                <a:gd name="connsiteX307" fmla="*/ 662292 w 777045"/>
                <a:gd name="connsiteY307" fmla="*/ 365572 h 647537"/>
                <a:gd name="connsiteX308" fmla="*/ 667210 w 777045"/>
                <a:gd name="connsiteY308" fmla="*/ 365572 h 647537"/>
                <a:gd name="connsiteX309" fmla="*/ 668849 w 777045"/>
                <a:gd name="connsiteY309" fmla="*/ 367212 h 647537"/>
                <a:gd name="connsiteX310" fmla="*/ 672128 w 777045"/>
                <a:gd name="connsiteY310" fmla="*/ 367212 h 647537"/>
                <a:gd name="connsiteX311" fmla="*/ 675406 w 777045"/>
                <a:gd name="connsiteY311" fmla="*/ 367212 h 647537"/>
                <a:gd name="connsiteX312" fmla="*/ 680325 w 777045"/>
                <a:gd name="connsiteY312" fmla="*/ 368851 h 647537"/>
                <a:gd name="connsiteX313" fmla="*/ 681964 w 777045"/>
                <a:gd name="connsiteY313" fmla="*/ 368851 h 647537"/>
                <a:gd name="connsiteX314" fmla="*/ 685243 w 777045"/>
                <a:gd name="connsiteY314" fmla="*/ 368851 h 647537"/>
                <a:gd name="connsiteX315" fmla="*/ 688521 w 777045"/>
                <a:gd name="connsiteY315" fmla="*/ 368851 h 647537"/>
                <a:gd name="connsiteX316" fmla="*/ 691800 w 777045"/>
                <a:gd name="connsiteY316" fmla="*/ 370490 h 647537"/>
                <a:gd name="connsiteX317" fmla="*/ 693439 w 777045"/>
                <a:gd name="connsiteY317" fmla="*/ 372130 h 647537"/>
                <a:gd name="connsiteX318" fmla="*/ 695079 w 777045"/>
                <a:gd name="connsiteY318" fmla="*/ 372130 h 647537"/>
                <a:gd name="connsiteX319" fmla="*/ 695079 w 777045"/>
                <a:gd name="connsiteY319" fmla="*/ 375408 h 647537"/>
                <a:gd name="connsiteX320" fmla="*/ 695079 w 777045"/>
                <a:gd name="connsiteY320" fmla="*/ 375408 h 647537"/>
                <a:gd name="connsiteX321" fmla="*/ 696718 w 777045"/>
                <a:gd name="connsiteY321" fmla="*/ 380326 h 647537"/>
                <a:gd name="connsiteX322" fmla="*/ 699997 w 777045"/>
                <a:gd name="connsiteY322" fmla="*/ 383605 h 647537"/>
                <a:gd name="connsiteX323" fmla="*/ 699997 w 777045"/>
                <a:gd name="connsiteY323" fmla="*/ 386884 h 647537"/>
                <a:gd name="connsiteX324" fmla="*/ 699997 w 777045"/>
                <a:gd name="connsiteY324" fmla="*/ 388523 h 647537"/>
                <a:gd name="connsiteX325" fmla="*/ 698358 w 777045"/>
                <a:gd name="connsiteY325" fmla="*/ 388523 h 647537"/>
                <a:gd name="connsiteX326" fmla="*/ 698358 w 777045"/>
                <a:gd name="connsiteY326" fmla="*/ 390162 h 647537"/>
                <a:gd name="connsiteX327" fmla="*/ 698358 w 777045"/>
                <a:gd name="connsiteY327" fmla="*/ 393441 h 647537"/>
                <a:gd name="connsiteX328" fmla="*/ 698358 w 777045"/>
                <a:gd name="connsiteY328" fmla="*/ 395080 h 647537"/>
                <a:gd name="connsiteX329" fmla="*/ 696718 w 777045"/>
                <a:gd name="connsiteY329" fmla="*/ 398359 h 647537"/>
                <a:gd name="connsiteX330" fmla="*/ 693439 w 777045"/>
                <a:gd name="connsiteY330" fmla="*/ 403277 h 647537"/>
                <a:gd name="connsiteX331" fmla="*/ 691800 w 777045"/>
                <a:gd name="connsiteY331" fmla="*/ 406556 h 647537"/>
                <a:gd name="connsiteX332" fmla="*/ 688521 w 777045"/>
                <a:gd name="connsiteY332" fmla="*/ 409834 h 647537"/>
                <a:gd name="connsiteX333" fmla="*/ 686882 w 777045"/>
                <a:gd name="connsiteY333" fmla="*/ 414752 h 647537"/>
                <a:gd name="connsiteX334" fmla="*/ 683603 w 777045"/>
                <a:gd name="connsiteY334" fmla="*/ 418031 h 647537"/>
                <a:gd name="connsiteX335" fmla="*/ 680325 w 777045"/>
                <a:gd name="connsiteY335" fmla="*/ 421310 h 647537"/>
                <a:gd name="connsiteX336" fmla="*/ 678685 w 777045"/>
                <a:gd name="connsiteY336" fmla="*/ 424588 h 647537"/>
                <a:gd name="connsiteX337" fmla="*/ 678685 w 777045"/>
                <a:gd name="connsiteY337" fmla="*/ 426228 h 647537"/>
                <a:gd name="connsiteX338" fmla="*/ 675406 w 777045"/>
                <a:gd name="connsiteY338" fmla="*/ 429506 h 647537"/>
                <a:gd name="connsiteX339" fmla="*/ 675406 w 777045"/>
                <a:gd name="connsiteY339" fmla="*/ 431146 h 647537"/>
                <a:gd name="connsiteX340" fmla="*/ 672128 w 777045"/>
                <a:gd name="connsiteY340" fmla="*/ 434424 h 647537"/>
                <a:gd name="connsiteX341" fmla="*/ 670489 w 777045"/>
                <a:gd name="connsiteY341" fmla="*/ 437703 h 647537"/>
                <a:gd name="connsiteX342" fmla="*/ 670489 w 777045"/>
                <a:gd name="connsiteY342" fmla="*/ 437703 h 647537"/>
                <a:gd name="connsiteX343" fmla="*/ 675406 w 777045"/>
                <a:gd name="connsiteY343" fmla="*/ 440982 h 647537"/>
                <a:gd name="connsiteX344" fmla="*/ 678685 w 777045"/>
                <a:gd name="connsiteY344" fmla="*/ 444260 h 647537"/>
                <a:gd name="connsiteX345" fmla="*/ 681964 w 777045"/>
                <a:gd name="connsiteY345" fmla="*/ 449178 h 647537"/>
                <a:gd name="connsiteX346" fmla="*/ 685243 w 777045"/>
                <a:gd name="connsiteY346" fmla="*/ 452457 h 647537"/>
                <a:gd name="connsiteX347" fmla="*/ 688521 w 777045"/>
                <a:gd name="connsiteY347" fmla="*/ 455736 h 647537"/>
                <a:gd name="connsiteX348" fmla="*/ 691800 w 777045"/>
                <a:gd name="connsiteY348" fmla="*/ 460654 h 647537"/>
                <a:gd name="connsiteX349" fmla="*/ 693439 w 777045"/>
                <a:gd name="connsiteY349" fmla="*/ 463932 h 647537"/>
                <a:gd name="connsiteX350" fmla="*/ 695079 w 777045"/>
                <a:gd name="connsiteY350" fmla="*/ 468850 h 647537"/>
                <a:gd name="connsiteX351" fmla="*/ 699997 w 777045"/>
                <a:gd name="connsiteY351" fmla="*/ 472129 h 647537"/>
                <a:gd name="connsiteX352" fmla="*/ 699997 w 777045"/>
                <a:gd name="connsiteY352" fmla="*/ 475408 h 647537"/>
                <a:gd name="connsiteX353" fmla="*/ 701636 w 777045"/>
                <a:gd name="connsiteY353" fmla="*/ 475408 h 647537"/>
                <a:gd name="connsiteX354" fmla="*/ 703275 w 777045"/>
                <a:gd name="connsiteY354" fmla="*/ 478687 h 647537"/>
                <a:gd name="connsiteX355" fmla="*/ 704915 w 777045"/>
                <a:gd name="connsiteY355" fmla="*/ 481965 h 647537"/>
                <a:gd name="connsiteX356" fmla="*/ 708193 w 777045"/>
                <a:gd name="connsiteY356" fmla="*/ 486883 h 647537"/>
                <a:gd name="connsiteX357" fmla="*/ 711472 w 777045"/>
                <a:gd name="connsiteY357" fmla="*/ 490162 h 647537"/>
                <a:gd name="connsiteX358" fmla="*/ 714751 w 777045"/>
                <a:gd name="connsiteY358" fmla="*/ 493440 h 647537"/>
                <a:gd name="connsiteX359" fmla="*/ 719669 w 777045"/>
                <a:gd name="connsiteY359" fmla="*/ 495080 h 647537"/>
                <a:gd name="connsiteX360" fmla="*/ 722948 w 777045"/>
                <a:gd name="connsiteY360" fmla="*/ 496719 h 647537"/>
                <a:gd name="connsiteX361" fmla="*/ 726226 w 777045"/>
                <a:gd name="connsiteY361" fmla="*/ 498359 h 647537"/>
                <a:gd name="connsiteX362" fmla="*/ 729505 w 777045"/>
                <a:gd name="connsiteY362" fmla="*/ 499998 h 647537"/>
                <a:gd name="connsiteX363" fmla="*/ 734423 w 777045"/>
                <a:gd name="connsiteY363" fmla="*/ 499998 h 647537"/>
                <a:gd name="connsiteX364" fmla="*/ 737702 w 777045"/>
                <a:gd name="connsiteY364" fmla="*/ 503277 h 647537"/>
                <a:gd name="connsiteX365" fmla="*/ 740980 w 777045"/>
                <a:gd name="connsiteY365" fmla="*/ 506555 h 647537"/>
                <a:gd name="connsiteX366" fmla="*/ 745898 w 777045"/>
                <a:gd name="connsiteY366" fmla="*/ 508194 h 647537"/>
                <a:gd name="connsiteX367" fmla="*/ 747538 w 777045"/>
                <a:gd name="connsiteY367" fmla="*/ 508194 h 647537"/>
                <a:gd name="connsiteX368" fmla="*/ 750816 w 777045"/>
                <a:gd name="connsiteY368" fmla="*/ 508194 h 647537"/>
                <a:gd name="connsiteX369" fmla="*/ 752455 w 777045"/>
                <a:gd name="connsiteY369" fmla="*/ 513112 h 647537"/>
                <a:gd name="connsiteX370" fmla="*/ 752455 w 777045"/>
                <a:gd name="connsiteY370" fmla="*/ 513112 h 647537"/>
                <a:gd name="connsiteX371" fmla="*/ 752455 w 777045"/>
                <a:gd name="connsiteY371" fmla="*/ 516391 h 647537"/>
                <a:gd name="connsiteX372" fmla="*/ 752455 w 777045"/>
                <a:gd name="connsiteY372" fmla="*/ 518031 h 647537"/>
                <a:gd name="connsiteX373" fmla="*/ 752455 w 777045"/>
                <a:gd name="connsiteY373" fmla="*/ 522949 h 647537"/>
                <a:gd name="connsiteX374" fmla="*/ 754095 w 777045"/>
                <a:gd name="connsiteY374" fmla="*/ 526227 h 647537"/>
                <a:gd name="connsiteX375" fmla="*/ 755734 w 777045"/>
                <a:gd name="connsiteY375" fmla="*/ 529506 h 647537"/>
                <a:gd name="connsiteX376" fmla="*/ 755734 w 777045"/>
                <a:gd name="connsiteY376" fmla="*/ 534424 h 647537"/>
                <a:gd name="connsiteX377" fmla="*/ 755734 w 777045"/>
                <a:gd name="connsiteY377" fmla="*/ 537703 h 647537"/>
                <a:gd name="connsiteX378" fmla="*/ 757373 w 777045"/>
                <a:gd name="connsiteY378" fmla="*/ 540981 h 647537"/>
                <a:gd name="connsiteX379" fmla="*/ 757373 w 777045"/>
                <a:gd name="connsiteY379" fmla="*/ 545899 h 647537"/>
                <a:gd name="connsiteX380" fmla="*/ 757373 w 777045"/>
                <a:gd name="connsiteY380" fmla="*/ 549178 h 647537"/>
                <a:gd name="connsiteX381" fmla="*/ 759013 w 777045"/>
                <a:gd name="connsiteY381" fmla="*/ 552457 h 647537"/>
                <a:gd name="connsiteX382" fmla="*/ 762292 w 777045"/>
                <a:gd name="connsiteY382" fmla="*/ 554096 h 647537"/>
                <a:gd name="connsiteX383" fmla="*/ 767209 w 777045"/>
                <a:gd name="connsiteY383" fmla="*/ 552457 h 647537"/>
                <a:gd name="connsiteX384" fmla="*/ 770488 w 777045"/>
                <a:gd name="connsiteY384" fmla="*/ 552457 h 647537"/>
                <a:gd name="connsiteX385" fmla="*/ 773767 w 777045"/>
                <a:gd name="connsiteY385" fmla="*/ 552457 h 647537"/>
                <a:gd name="connsiteX386" fmla="*/ 777046 w 777045"/>
                <a:gd name="connsiteY386" fmla="*/ 557374 h 647537"/>
                <a:gd name="connsiteX387" fmla="*/ 777046 w 777045"/>
                <a:gd name="connsiteY387" fmla="*/ 557374 h 647537"/>
                <a:gd name="connsiteX388" fmla="*/ 777046 w 777045"/>
                <a:gd name="connsiteY388" fmla="*/ 557374 h 647537"/>
                <a:gd name="connsiteX389" fmla="*/ 777046 w 777045"/>
                <a:gd name="connsiteY389" fmla="*/ 557374 h 647537"/>
                <a:gd name="connsiteX390" fmla="*/ 777046 w 777045"/>
                <a:gd name="connsiteY390" fmla="*/ 557374 h 647537"/>
                <a:gd name="connsiteX391" fmla="*/ 775406 w 777045"/>
                <a:gd name="connsiteY391" fmla="*/ 559014 h 647537"/>
                <a:gd name="connsiteX392" fmla="*/ 775406 w 777045"/>
                <a:gd name="connsiteY392" fmla="*/ 562293 h 647537"/>
                <a:gd name="connsiteX393" fmla="*/ 775406 w 777045"/>
                <a:gd name="connsiteY393" fmla="*/ 563932 h 647537"/>
                <a:gd name="connsiteX394" fmla="*/ 777046 w 777045"/>
                <a:gd name="connsiteY394" fmla="*/ 568850 h 647537"/>
                <a:gd name="connsiteX395" fmla="*/ 773767 w 777045"/>
                <a:gd name="connsiteY395" fmla="*/ 572129 h 647537"/>
                <a:gd name="connsiteX396" fmla="*/ 773767 w 777045"/>
                <a:gd name="connsiteY396" fmla="*/ 575407 h 647537"/>
                <a:gd name="connsiteX397" fmla="*/ 773767 w 777045"/>
                <a:gd name="connsiteY397" fmla="*/ 580325 h 647537"/>
                <a:gd name="connsiteX398" fmla="*/ 768849 w 777045"/>
                <a:gd name="connsiteY398" fmla="*/ 578686 h 647537"/>
                <a:gd name="connsiteX399" fmla="*/ 765570 w 777045"/>
                <a:gd name="connsiteY399" fmla="*/ 578686 h 647537"/>
                <a:gd name="connsiteX400" fmla="*/ 762292 w 777045"/>
                <a:gd name="connsiteY400" fmla="*/ 578686 h 647537"/>
                <a:gd name="connsiteX401" fmla="*/ 757373 w 777045"/>
                <a:gd name="connsiteY401" fmla="*/ 580325 h 647537"/>
                <a:gd name="connsiteX402" fmla="*/ 754095 w 777045"/>
                <a:gd name="connsiteY402" fmla="*/ 581965 h 647537"/>
                <a:gd name="connsiteX403" fmla="*/ 750816 w 777045"/>
                <a:gd name="connsiteY403" fmla="*/ 581965 h 647537"/>
                <a:gd name="connsiteX404" fmla="*/ 745898 w 777045"/>
                <a:gd name="connsiteY404" fmla="*/ 583604 h 647537"/>
                <a:gd name="connsiteX405" fmla="*/ 742619 w 777045"/>
                <a:gd name="connsiteY405" fmla="*/ 585243 h 647537"/>
                <a:gd name="connsiteX406" fmla="*/ 740980 w 777045"/>
                <a:gd name="connsiteY406" fmla="*/ 588522 h 647537"/>
                <a:gd name="connsiteX407" fmla="*/ 742619 w 777045"/>
                <a:gd name="connsiteY407" fmla="*/ 591801 h 647537"/>
                <a:gd name="connsiteX408" fmla="*/ 739341 w 777045"/>
                <a:gd name="connsiteY408" fmla="*/ 591801 h 647537"/>
                <a:gd name="connsiteX409" fmla="*/ 736062 w 777045"/>
                <a:gd name="connsiteY409" fmla="*/ 593440 h 647537"/>
                <a:gd name="connsiteX410" fmla="*/ 732783 w 777045"/>
                <a:gd name="connsiteY410" fmla="*/ 595079 h 647537"/>
                <a:gd name="connsiteX411" fmla="*/ 727865 w 777045"/>
                <a:gd name="connsiteY411" fmla="*/ 596719 h 647537"/>
                <a:gd name="connsiteX412" fmla="*/ 726226 w 777045"/>
                <a:gd name="connsiteY412" fmla="*/ 599997 h 647537"/>
                <a:gd name="connsiteX413" fmla="*/ 726226 w 777045"/>
                <a:gd name="connsiteY413" fmla="*/ 603276 h 647537"/>
                <a:gd name="connsiteX414" fmla="*/ 726226 w 777045"/>
                <a:gd name="connsiteY414" fmla="*/ 604915 h 647537"/>
                <a:gd name="connsiteX415" fmla="*/ 726226 w 777045"/>
                <a:gd name="connsiteY415" fmla="*/ 608194 h 647537"/>
                <a:gd name="connsiteX416" fmla="*/ 726226 w 777045"/>
                <a:gd name="connsiteY416" fmla="*/ 611473 h 647537"/>
                <a:gd name="connsiteX417" fmla="*/ 722948 w 777045"/>
                <a:gd name="connsiteY417" fmla="*/ 616391 h 647537"/>
                <a:gd name="connsiteX418" fmla="*/ 722948 w 777045"/>
                <a:gd name="connsiteY418" fmla="*/ 619669 h 647537"/>
                <a:gd name="connsiteX419" fmla="*/ 722948 w 777045"/>
                <a:gd name="connsiteY419" fmla="*/ 622948 h 647537"/>
                <a:gd name="connsiteX420" fmla="*/ 722948 w 777045"/>
                <a:gd name="connsiteY420" fmla="*/ 627866 h 647537"/>
                <a:gd name="connsiteX421" fmla="*/ 722948 w 777045"/>
                <a:gd name="connsiteY421" fmla="*/ 631145 h 647537"/>
                <a:gd name="connsiteX422" fmla="*/ 722948 w 777045"/>
                <a:gd name="connsiteY422" fmla="*/ 634424 h 647537"/>
                <a:gd name="connsiteX423" fmla="*/ 722948 w 777045"/>
                <a:gd name="connsiteY423" fmla="*/ 639341 h 647537"/>
                <a:gd name="connsiteX424" fmla="*/ 722948 w 777045"/>
                <a:gd name="connsiteY424" fmla="*/ 642620 h 647537"/>
                <a:gd name="connsiteX425" fmla="*/ 718029 w 777045"/>
                <a:gd name="connsiteY425" fmla="*/ 642620 h 647537"/>
                <a:gd name="connsiteX426" fmla="*/ 718029 w 777045"/>
                <a:gd name="connsiteY426" fmla="*/ 645899 h 647537"/>
                <a:gd name="connsiteX427" fmla="*/ 714751 w 777045"/>
                <a:gd name="connsiteY427" fmla="*/ 647538 h 647537"/>
                <a:gd name="connsiteX428" fmla="*/ 711472 w 777045"/>
                <a:gd name="connsiteY428" fmla="*/ 647538 h 647537"/>
                <a:gd name="connsiteX429" fmla="*/ 708193 w 777045"/>
                <a:gd name="connsiteY429" fmla="*/ 645899 h 647537"/>
                <a:gd name="connsiteX430" fmla="*/ 703275 w 777045"/>
                <a:gd name="connsiteY430" fmla="*/ 644259 h 647537"/>
                <a:gd name="connsiteX431" fmla="*/ 699997 w 777045"/>
                <a:gd name="connsiteY431" fmla="*/ 642620 h 647537"/>
                <a:gd name="connsiteX432" fmla="*/ 696718 w 777045"/>
                <a:gd name="connsiteY432" fmla="*/ 642620 h 647537"/>
                <a:gd name="connsiteX433" fmla="*/ 691800 w 777045"/>
                <a:gd name="connsiteY433" fmla="*/ 640981 h 647537"/>
                <a:gd name="connsiteX434" fmla="*/ 688521 w 777045"/>
                <a:gd name="connsiteY434" fmla="*/ 640981 h 647537"/>
                <a:gd name="connsiteX435" fmla="*/ 685243 w 777045"/>
                <a:gd name="connsiteY435" fmla="*/ 639341 h 647537"/>
                <a:gd name="connsiteX436" fmla="*/ 683603 w 777045"/>
                <a:gd name="connsiteY436" fmla="*/ 636063 h 647537"/>
                <a:gd name="connsiteX437" fmla="*/ 680325 w 777045"/>
                <a:gd name="connsiteY437" fmla="*/ 632784 h 647537"/>
                <a:gd name="connsiteX438" fmla="*/ 677046 w 777045"/>
                <a:gd name="connsiteY438" fmla="*/ 632784 h 647537"/>
                <a:gd name="connsiteX439" fmla="*/ 677046 w 777045"/>
                <a:gd name="connsiteY439" fmla="*/ 637702 h 647537"/>
                <a:gd name="connsiteX440" fmla="*/ 678685 w 777045"/>
                <a:gd name="connsiteY440" fmla="*/ 637702 h 647537"/>
                <a:gd name="connsiteX441" fmla="*/ 673768 w 777045"/>
                <a:gd name="connsiteY441" fmla="*/ 637702 h 647537"/>
                <a:gd name="connsiteX442" fmla="*/ 670489 w 777045"/>
                <a:gd name="connsiteY442" fmla="*/ 634424 h 647537"/>
                <a:gd name="connsiteX443" fmla="*/ 668849 w 777045"/>
                <a:gd name="connsiteY443" fmla="*/ 636063 h 647537"/>
                <a:gd name="connsiteX444" fmla="*/ 665571 w 777045"/>
                <a:gd name="connsiteY444" fmla="*/ 636063 h 647537"/>
                <a:gd name="connsiteX445" fmla="*/ 662292 w 777045"/>
                <a:gd name="connsiteY445" fmla="*/ 634424 h 647537"/>
                <a:gd name="connsiteX446" fmla="*/ 660653 w 777045"/>
                <a:gd name="connsiteY446" fmla="*/ 634424 h 647537"/>
                <a:gd name="connsiteX447" fmla="*/ 657374 w 777045"/>
                <a:gd name="connsiteY447" fmla="*/ 636063 h 647537"/>
                <a:gd name="connsiteX448" fmla="*/ 654095 w 777045"/>
                <a:gd name="connsiteY448" fmla="*/ 634424 h 647537"/>
                <a:gd name="connsiteX449" fmla="*/ 650816 w 777045"/>
                <a:gd name="connsiteY449" fmla="*/ 634424 h 647537"/>
                <a:gd name="connsiteX450" fmla="*/ 645899 w 777045"/>
                <a:gd name="connsiteY450" fmla="*/ 634424 h 647537"/>
                <a:gd name="connsiteX451" fmla="*/ 642620 w 777045"/>
                <a:gd name="connsiteY451" fmla="*/ 631145 h 647537"/>
                <a:gd name="connsiteX452" fmla="*/ 639341 w 777045"/>
                <a:gd name="connsiteY452" fmla="*/ 631145 h 647537"/>
                <a:gd name="connsiteX453" fmla="*/ 636062 w 777045"/>
                <a:gd name="connsiteY453" fmla="*/ 632784 h 647537"/>
                <a:gd name="connsiteX454" fmla="*/ 632784 w 777045"/>
                <a:gd name="connsiteY454" fmla="*/ 632784 h 647537"/>
                <a:gd name="connsiteX455" fmla="*/ 629505 w 777045"/>
                <a:gd name="connsiteY455" fmla="*/ 634424 h 647537"/>
                <a:gd name="connsiteX456" fmla="*/ 626226 w 777045"/>
                <a:gd name="connsiteY456" fmla="*/ 634424 h 647537"/>
                <a:gd name="connsiteX457" fmla="*/ 621309 w 777045"/>
                <a:gd name="connsiteY457" fmla="*/ 631145 h 647537"/>
                <a:gd name="connsiteX458" fmla="*/ 618030 w 777045"/>
                <a:gd name="connsiteY458" fmla="*/ 627866 h 647537"/>
                <a:gd name="connsiteX459" fmla="*/ 614751 w 777045"/>
                <a:gd name="connsiteY459" fmla="*/ 626227 h 647537"/>
                <a:gd name="connsiteX460" fmla="*/ 609833 w 777045"/>
                <a:gd name="connsiteY460" fmla="*/ 626227 h 647537"/>
                <a:gd name="connsiteX461" fmla="*/ 606555 w 777045"/>
                <a:gd name="connsiteY461" fmla="*/ 626227 h 647537"/>
                <a:gd name="connsiteX462" fmla="*/ 603276 w 777045"/>
                <a:gd name="connsiteY462" fmla="*/ 626227 h 647537"/>
                <a:gd name="connsiteX463" fmla="*/ 598358 w 777045"/>
                <a:gd name="connsiteY463" fmla="*/ 624587 h 647537"/>
                <a:gd name="connsiteX464" fmla="*/ 595079 w 777045"/>
                <a:gd name="connsiteY464" fmla="*/ 626227 h 647537"/>
                <a:gd name="connsiteX465" fmla="*/ 591801 w 777045"/>
                <a:gd name="connsiteY465" fmla="*/ 627866 h 647537"/>
                <a:gd name="connsiteX466" fmla="*/ 588522 w 777045"/>
                <a:gd name="connsiteY466" fmla="*/ 626227 h 647537"/>
                <a:gd name="connsiteX467" fmla="*/ 585243 w 777045"/>
                <a:gd name="connsiteY467" fmla="*/ 622948 h 647537"/>
                <a:gd name="connsiteX468" fmla="*/ 581965 w 777045"/>
                <a:gd name="connsiteY468" fmla="*/ 621309 h 647537"/>
                <a:gd name="connsiteX469" fmla="*/ 577046 w 777045"/>
                <a:gd name="connsiteY469" fmla="*/ 622948 h 647537"/>
                <a:gd name="connsiteX470" fmla="*/ 577046 w 777045"/>
                <a:gd name="connsiteY470" fmla="*/ 624587 h 647537"/>
                <a:gd name="connsiteX471" fmla="*/ 577046 w 777045"/>
                <a:gd name="connsiteY471" fmla="*/ 619669 h 647537"/>
                <a:gd name="connsiteX472" fmla="*/ 572128 w 777045"/>
                <a:gd name="connsiteY472" fmla="*/ 618030 h 647537"/>
                <a:gd name="connsiteX473" fmla="*/ 568850 w 777045"/>
                <a:gd name="connsiteY473" fmla="*/ 619669 h 647537"/>
                <a:gd name="connsiteX474" fmla="*/ 565571 w 777045"/>
                <a:gd name="connsiteY474" fmla="*/ 618030 h 647537"/>
                <a:gd name="connsiteX475" fmla="*/ 560653 w 777045"/>
                <a:gd name="connsiteY475" fmla="*/ 618030 h 647537"/>
                <a:gd name="connsiteX476" fmla="*/ 557375 w 777045"/>
                <a:gd name="connsiteY476" fmla="*/ 614751 h 647537"/>
                <a:gd name="connsiteX477" fmla="*/ 555735 w 777045"/>
                <a:gd name="connsiteY477" fmla="*/ 609833 h 647537"/>
                <a:gd name="connsiteX478" fmla="*/ 552456 w 777045"/>
                <a:gd name="connsiteY478" fmla="*/ 606555 h 647537"/>
                <a:gd name="connsiteX479" fmla="*/ 552456 w 777045"/>
                <a:gd name="connsiteY479" fmla="*/ 601637 h 647537"/>
                <a:gd name="connsiteX480" fmla="*/ 552456 w 777045"/>
                <a:gd name="connsiteY480" fmla="*/ 598358 h 647537"/>
                <a:gd name="connsiteX481" fmla="*/ 549178 w 777045"/>
                <a:gd name="connsiteY481" fmla="*/ 595079 h 647537"/>
                <a:gd name="connsiteX482" fmla="*/ 549178 w 777045"/>
                <a:gd name="connsiteY482" fmla="*/ 591801 h 647537"/>
                <a:gd name="connsiteX483" fmla="*/ 547538 w 777045"/>
                <a:gd name="connsiteY483" fmla="*/ 586883 h 647537"/>
                <a:gd name="connsiteX484" fmla="*/ 547538 w 777045"/>
                <a:gd name="connsiteY484" fmla="*/ 583604 h 647537"/>
                <a:gd name="connsiteX485" fmla="*/ 545899 w 777045"/>
                <a:gd name="connsiteY485" fmla="*/ 580325 h 647537"/>
                <a:gd name="connsiteX486" fmla="*/ 545899 w 777045"/>
                <a:gd name="connsiteY486" fmla="*/ 575407 h 647537"/>
                <a:gd name="connsiteX487" fmla="*/ 544260 w 777045"/>
                <a:gd name="connsiteY487" fmla="*/ 572129 h 647537"/>
                <a:gd name="connsiteX488" fmla="*/ 542621 w 777045"/>
                <a:gd name="connsiteY488" fmla="*/ 568850 h 647537"/>
                <a:gd name="connsiteX489" fmla="*/ 540981 w 777045"/>
                <a:gd name="connsiteY489" fmla="*/ 563932 h 647537"/>
                <a:gd name="connsiteX490" fmla="*/ 536063 w 777045"/>
                <a:gd name="connsiteY490" fmla="*/ 562293 h 647537"/>
                <a:gd name="connsiteX491" fmla="*/ 536063 w 777045"/>
                <a:gd name="connsiteY491" fmla="*/ 559014 h 647537"/>
                <a:gd name="connsiteX492" fmla="*/ 534424 w 777045"/>
                <a:gd name="connsiteY492" fmla="*/ 557374 h 647537"/>
                <a:gd name="connsiteX493" fmla="*/ 529506 w 777045"/>
                <a:gd name="connsiteY493" fmla="*/ 557374 h 647537"/>
                <a:gd name="connsiteX494" fmla="*/ 526227 w 777045"/>
                <a:gd name="connsiteY494" fmla="*/ 557374 h 647537"/>
                <a:gd name="connsiteX495" fmla="*/ 522948 w 777045"/>
                <a:gd name="connsiteY495" fmla="*/ 555735 h 647537"/>
                <a:gd name="connsiteX496" fmla="*/ 518031 w 777045"/>
                <a:gd name="connsiteY496" fmla="*/ 555735 h 647537"/>
                <a:gd name="connsiteX497" fmla="*/ 514752 w 777045"/>
                <a:gd name="connsiteY497" fmla="*/ 555735 h 647537"/>
                <a:gd name="connsiteX498" fmla="*/ 509834 w 777045"/>
                <a:gd name="connsiteY498" fmla="*/ 555735 h 647537"/>
                <a:gd name="connsiteX499" fmla="*/ 506555 w 777045"/>
                <a:gd name="connsiteY499" fmla="*/ 559014 h 647537"/>
                <a:gd name="connsiteX500" fmla="*/ 503276 w 777045"/>
                <a:gd name="connsiteY500" fmla="*/ 560653 h 647537"/>
                <a:gd name="connsiteX501" fmla="*/ 499998 w 777045"/>
                <a:gd name="connsiteY501" fmla="*/ 562293 h 647537"/>
                <a:gd name="connsiteX502" fmla="*/ 498358 w 777045"/>
                <a:gd name="connsiteY502" fmla="*/ 562293 h 647537"/>
                <a:gd name="connsiteX503" fmla="*/ 496719 w 777045"/>
                <a:gd name="connsiteY503" fmla="*/ 563932 h 647537"/>
                <a:gd name="connsiteX504" fmla="*/ 491801 w 777045"/>
                <a:gd name="connsiteY504" fmla="*/ 563932 h 647537"/>
                <a:gd name="connsiteX505" fmla="*/ 488522 w 777045"/>
                <a:gd name="connsiteY505" fmla="*/ 567211 h 647537"/>
                <a:gd name="connsiteX506" fmla="*/ 488522 w 777045"/>
                <a:gd name="connsiteY506" fmla="*/ 568850 h 647537"/>
                <a:gd name="connsiteX507" fmla="*/ 490162 w 777045"/>
                <a:gd name="connsiteY507" fmla="*/ 572129 h 647537"/>
                <a:gd name="connsiteX508" fmla="*/ 486883 w 777045"/>
                <a:gd name="connsiteY508" fmla="*/ 573768 h 647537"/>
                <a:gd name="connsiteX509" fmla="*/ 485244 w 777045"/>
                <a:gd name="connsiteY509" fmla="*/ 573768 h 647537"/>
                <a:gd name="connsiteX510" fmla="*/ 480325 w 777045"/>
                <a:gd name="connsiteY510" fmla="*/ 573768 h 647537"/>
                <a:gd name="connsiteX511" fmla="*/ 477047 w 777045"/>
                <a:gd name="connsiteY511" fmla="*/ 573768 h 647537"/>
                <a:gd name="connsiteX512" fmla="*/ 472129 w 777045"/>
                <a:gd name="connsiteY512" fmla="*/ 577047 h 647537"/>
                <a:gd name="connsiteX513" fmla="*/ 468850 w 777045"/>
                <a:gd name="connsiteY513" fmla="*/ 580325 h 647537"/>
                <a:gd name="connsiteX514" fmla="*/ 468850 w 777045"/>
                <a:gd name="connsiteY514" fmla="*/ 580325 h 647537"/>
                <a:gd name="connsiteX515" fmla="*/ 465572 w 777045"/>
                <a:gd name="connsiteY515" fmla="*/ 583604 h 647537"/>
                <a:gd name="connsiteX516" fmla="*/ 460654 w 777045"/>
                <a:gd name="connsiteY516" fmla="*/ 585243 h 647537"/>
                <a:gd name="connsiteX517" fmla="*/ 457375 w 777045"/>
                <a:gd name="connsiteY517" fmla="*/ 585243 h 647537"/>
                <a:gd name="connsiteX518" fmla="*/ 452457 w 777045"/>
                <a:gd name="connsiteY518" fmla="*/ 581965 h 647537"/>
                <a:gd name="connsiteX519" fmla="*/ 449178 w 777045"/>
                <a:gd name="connsiteY519" fmla="*/ 581965 h 647537"/>
                <a:gd name="connsiteX520" fmla="*/ 445899 w 777045"/>
                <a:gd name="connsiteY520" fmla="*/ 580325 h 647537"/>
                <a:gd name="connsiteX521" fmla="*/ 442621 w 777045"/>
                <a:gd name="connsiteY521" fmla="*/ 577047 h 647537"/>
                <a:gd name="connsiteX522" fmla="*/ 439342 w 777045"/>
                <a:gd name="connsiteY522" fmla="*/ 577047 h 647537"/>
                <a:gd name="connsiteX523" fmla="*/ 436064 w 777045"/>
                <a:gd name="connsiteY523" fmla="*/ 577047 h 647537"/>
                <a:gd name="connsiteX524" fmla="*/ 431145 w 777045"/>
                <a:gd name="connsiteY524" fmla="*/ 575407 h 647537"/>
                <a:gd name="connsiteX525" fmla="*/ 427867 w 777045"/>
                <a:gd name="connsiteY525" fmla="*/ 577047 h 647537"/>
                <a:gd name="connsiteX526" fmla="*/ 424588 w 777045"/>
                <a:gd name="connsiteY526" fmla="*/ 577047 h 647537"/>
                <a:gd name="connsiteX527" fmla="*/ 419670 w 777045"/>
                <a:gd name="connsiteY527" fmla="*/ 577047 h 647537"/>
                <a:gd name="connsiteX528" fmla="*/ 416391 w 777045"/>
                <a:gd name="connsiteY528" fmla="*/ 573768 h 647537"/>
                <a:gd name="connsiteX529" fmla="*/ 413113 w 777045"/>
                <a:gd name="connsiteY529" fmla="*/ 570489 h 647537"/>
                <a:gd name="connsiteX530" fmla="*/ 409834 w 777045"/>
                <a:gd name="connsiteY530" fmla="*/ 567211 h 647537"/>
                <a:gd name="connsiteX531" fmla="*/ 409834 w 777045"/>
                <a:gd name="connsiteY531" fmla="*/ 565571 h 647537"/>
                <a:gd name="connsiteX532" fmla="*/ 404916 w 777045"/>
                <a:gd name="connsiteY532" fmla="*/ 563932 h 647537"/>
                <a:gd name="connsiteX533" fmla="*/ 401638 w 777045"/>
                <a:gd name="connsiteY533" fmla="*/ 562293 h 647537"/>
                <a:gd name="connsiteX534" fmla="*/ 398359 w 777045"/>
                <a:gd name="connsiteY534" fmla="*/ 560653 h 647537"/>
                <a:gd name="connsiteX535" fmla="*/ 395080 w 777045"/>
                <a:gd name="connsiteY535" fmla="*/ 559014 h 647537"/>
                <a:gd name="connsiteX536" fmla="*/ 390162 w 777045"/>
                <a:gd name="connsiteY536" fmla="*/ 557374 h 647537"/>
                <a:gd name="connsiteX537" fmla="*/ 386884 w 777045"/>
                <a:gd name="connsiteY537" fmla="*/ 554096 h 647537"/>
                <a:gd name="connsiteX538" fmla="*/ 383605 w 777045"/>
                <a:gd name="connsiteY538" fmla="*/ 552457 h 647537"/>
                <a:gd name="connsiteX539" fmla="*/ 378687 w 777045"/>
                <a:gd name="connsiteY539" fmla="*/ 549178 h 647537"/>
                <a:gd name="connsiteX540" fmla="*/ 378687 w 777045"/>
                <a:gd name="connsiteY540" fmla="*/ 549178 h 647537"/>
                <a:gd name="connsiteX541" fmla="*/ 375408 w 777045"/>
                <a:gd name="connsiteY541" fmla="*/ 547539 h 647537"/>
                <a:gd name="connsiteX542" fmla="*/ 377047 w 777045"/>
                <a:gd name="connsiteY542" fmla="*/ 544260 h 647537"/>
                <a:gd name="connsiteX543" fmla="*/ 373769 w 777045"/>
                <a:gd name="connsiteY543" fmla="*/ 540981 h 647537"/>
                <a:gd name="connsiteX544" fmla="*/ 370490 w 777045"/>
                <a:gd name="connsiteY544" fmla="*/ 536063 h 647537"/>
                <a:gd name="connsiteX545" fmla="*/ 367211 w 777045"/>
                <a:gd name="connsiteY545" fmla="*/ 534424 h 647537"/>
                <a:gd name="connsiteX546" fmla="*/ 363932 w 777045"/>
                <a:gd name="connsiteY546" fmla="*/ 534424 h 647537"/>
                <a:gd name="connsiteX547" fmla="*/ 359015 w 777045"/>
                <a:gd name="connsiteY547" fmla="*/ 532784 h 647537"/>
                <a:gd name="connsiteX548" fmla="*/ 355736 w 777045"/>
                <a:gd name="connsiteY548" fmla="*/ 529506 h 647537"/>
                <a:gd name="connsiteX549" fmla="*/ 352457 w 777045"/>
                <a:gd name="connsiteY549" fmla="*/ 526227 h 647537"/>
                <a:gd name="connsiteX550" fmla="*/ 347539 w 777045"/>
                <a:gd name="connsiteY550" fmla="*/ 526227 h 647537"/>
                <a:gd name="connsiteX551" fmla="*/ 344261 w 777045"/>
                <a:gd name="connsiteY551" fmla="*/ 526227 h 647537"/>
                <a:gd name="connsiteX552" fmla="*/ 339342 w 777045"/>
                <a:gd name="connsiteY552" fmla="*/ 526227 h 647537"/>
                <a:gd name="connsiteX553" fmla="*/ 336064 w 777045"/>
                <a:gd name="connsiteY553" fmla="*/ 526227 h 647537"/>
                <a:gd name="connsiteX554" fmla="*/ 332785 w 777045"/>
                <a:gd name="connsiteY554" fmla="*/ 522949 h 647537"/>
                <a:gd name="connsiteX555" fmla="*/ 327867 w 777045"/>
                <a:gd name="connsiteY555" fmla="*/ 521309 h 647537"/>
                <a:gd name="connsiteX556" fmla="*/ 326228 w 777045"/>
                <a:gd name="connsiteY556" fmla="*/ 518031 h 647537"/>
                <a:gd name="connsiteX557" fmla="*/ 322949 w 777045"/>
                <a:gd name="connsiteY557" fmla="*/ 514752 h 647537"/>
                <a:gd name="connsiteX558" fmla="*/ 322949 w 777045"/>
                <a:gd name="connsiteY558" fmla="*/ 513112 h 647537"/>
                <a:gd name="connsiteX559" fmla="*/ 322949 w 777045"/>
                <a:gd name="connsiteY559" fmla="*/ 508194 h 647537"/>
                <a:gd name="connsiteX560" fmla="*/ 319671 w 777045"/>
                <a:gd name="connsiteY560" fmla="*/ 504916 h 647537"/>
                <a:gd name="connsiteX561" fmla="*/ 316392 w 777045"/>
                <a:gd name="connsiteY561" fmla="*/ 501637 h 647537"/>
                <a:gd name="connsiteX562" fmla="*/ 314752 w 777045"/>
                <a:gd name="connsiteY562" fmla="*/ 496719 h 647537"/>
                <a:gd name="connsiteX563" fmla="*/ 314752 w 777045"/>
                <a:gd name="connsiteY563" fmla="*/ 495080 h 647537"/>
                <a:gd name="connsiteX564" fmla="*/ 313113 w 777045"/>
                <a:gd name="connsiteY564" fmla="*/ 491801 h 647537"/>
                <a:gd name="connsiteX565" fmla="*/ 313113 w 777045"/>
                <a:gd name="connsiteY565" fmla="*/ 488522 h 647537"/>
                <a:gd name="connsiteX566" fmla="*/ 309835 w 777045"/>
                <a:gd name="connsiteY566" fmla="*/ 483604 h 647537"/>
                <a:gd name="connsiteX567" fmla="*/ 306556 w 777045"/>
                <a:gd name="connsiteY567" fmla="*/ 481965 h 647537"/>
                <a:gd name="connsiteX568" fmla="*/ 303277 w 777045"/>
                <a:gd name="connsiteY568" fmla="*/ 478687 h 647537"/>
                <a:gd name="connsiteX569" fmla="*/ 301638 w 777045"/>
                <a:gd name="connsiteY569" fmla="*/ 475408 h 647537"/>
                <a:gd name="connsiteX570" fmla="*/ 304917 w 777045"/>
                <a:gd name="connsiteY570" fmla="*/ 475408 h 647537"/>
                <a:gd name="connsiteX571" fmla="*/ 306556 w 777045"/>
                <a:gd name="connsiteY571" fmla="*/ 472129 h 647537"/>
                <a:gd name="connsiteX572" fmla="*/ 301638 w 777045"/>
                <a:gd name="connsiteY572" fmla="*/ 468850 h 647537"/>
                <a:gd name="connsiteX573" fmla="*/ 298359 w 777045"/>
                <a:gd name="connsiteY573" fmla="*/ 468850 h 647537"/>
                <a:gd name="connsiteX574" fmla="*/ 295081 w 777045"/>
                <a:gd name="connsiteY574" fmla="*/ 467211 h 647537"/>
                <a:gd name="connsiteX575" fmla="*/ 295081 w 777045"/>
                <a:gd name="connsiteY575" fmla="*/ 467211 h 647537"/>
                <a:gd name="connsiteX576" fmla="*/ 296720 w 777045"/>
                <a:gd name="connsiteY576" fmla="*/ 462293 h 647537"/>
                <a:gd name="connsiteX577" fmla="*/ 295081 w 777045"/>
                <a:gd name="connsiteY577" fmla="*/ 459014 h 647537"/>
                <a:gd name="connsiteX578" fmla="*/ 293441 w 777045"/>
                <a:gd name="connsiteY578" fmla="*/ 455736 h 647537"/>
                <a:gd name="connsiteX579" fmla="*/ 290162 w 777045"/>
                <a:gd name="connsiteY579" fmla="*/ 452457 h 647537"/>
                <a:gd name="connsiteX580" fmla="*/ 286884 w 777045"/>
                <a:gd name="connsiteY580" fmla="*/ 449178 h 647537"/>
                <a:gd name="connsiteX581" fmla="*/ 286884 w 777045"/>
                <a:gd name="connsiteY581" fmla="*/ 447539 h 647537"/>
                <a:gd name="connsiteX582" fmla="*/ 283605 w 777045"/>
                <a:gd name="connsiteY582" fmla="*/ 445900 h 647537"/>
                <a:gd name="connsiteX583" fmla="*/ 280327 w 777045"/>
                <a:gd name="connsiteY583" fmla="*/ 442621 h 647537"/>
                <a:gd name="connsiteX584" fmla="*/ 278687 w 777045"/>
                <a:gd name="connsiteY584" fmla="*/ 439342 h 647537"/>
                <a:gd name="connsiteX585" fmla="*/ 278687 w 777045"/>
                <a:gd name="connsiteY585" fmla="*/ 439342 h 647537"/>
                <a:gd name="connsiteX586" fmla="*/ 277048 w 777045"/>
                <a:gd name="connsiteY586" fmla="*/ 437703 h 647537"/>
                <a:gd name="connsiteX587" fmla="*/ 273769 w 777045"/>
                <a:gd name="connsiteY587" fmla="*/ 434424 h 647537"/>
                <a:gd name="connsiteX588" fmla="*/ 272130 w 777045"/>
                <a:gd name="connsiteY588" fmla="*/ 431146 h 647537"/>
                <a:gd name="connsiteX589" fmla="*/ 272130 w 777045"/>
                <a:gd name="connsiteY589" fmla="*/ 429506 h 647537"/>
                <a:gd name="connsiteX590" fmla="*/ 270491 w 777045"/>
                <a:gd name="connsiteY590" fmla="*/ 424588 h 647537"/>
                <a:gd name="connsiteX591" fmla="*/ 267212 w 777045"/>
                <a:gd name="connsiteY591" fmla="*/ 421310 h 647537"/>
                <a:gd name="connsiteX592" fmla="*/ 265572 w 777045"/>
                <a:gd name="connsiteY592" fmla="*/ 421310 h 647537"/>
                <a:gd name="connsiteX593" fmla="*/ 263933 w 777045"/>
                <a:gd name="connsiteY593" fmla="*/ 421310 h 647537"/>
                <a:gd name="connsiteX594" fmla="*/ 259015 w 777045"/>
                <a:gd name="connsiteY594" fmla="*/ 424588 h 647537"/>
                <a:gd name="connsiteX595" fmla="*/ 255737 w 777045"/>
                <a:gd name="connsiteY595" fmla="*/ 427867 h 647537"/>
                <a:gd name="connsiteX596" fmla="*/ 252458 w 777045"/>
                <a:gd name="connsiteY596" fmla="*/ 431146 h 647537"/>
                <a:gd name="connsiteX597" fmla="*/ 249179 w 777045"/>
                <a:gd name="connsiteY597" fmla="*/ 427867 h 647537"/>
                <a:gd name="connsiteX598" fmla="*/ 249179 w 777045"/>
                <a:gd name="connsiteY598" fmla="*/ 426228 h 647537"/>
                <a:gd name="connsiteX599" fmla="*/ 245901 w 777045"/>
                <a:gd name="connsiteY599" fmla="*/ 422949 h 647537"/>
                <a:gd name="connsiteX600" fmla="*/ 242622 w 777045"/>
                <a:gd name="connsiteY600" fmla="*/ 422949 h 647537"/>
                <a:gd name="connsiteX601" fmla="*/ 237704 w 777045"/>
                <a:gd name="connsiteY601" fmla="*/ 424588 h 647537"/>
                <a:gd name="connsiteX602" fmla="*/ 236064 w 777045"/>
                <a:gd name="connsiteY602" fmla="*/ 419670 h 647537"/>
                <a:gd name="connsiteX603" fmla="*/ 232786 w 777045"/>
                <a:gd name="connsiteY603" fmla="*/ 419670 h 647537"/>
                <a:gd name="connsiteX604" fmla="*/ 229507 w 777045"/>
                <a:gd name="connsiteY604" fmla="*/ 418031 h 647537"/>
                <a:gd name="connsiteX605" fmla="*/ 226228 w 777045"/>
                <a:gd name="connsiteY605" fmla="*/ 413113 h 647537"/>
                <a:gd name="connsiteX606" fmla="*/ 229507 w 777045"/>
                <a:gd name="connsiteY606" fmla="*/ 413113 h 647537"/>
                <a:gd name="connsiteX607" fmla="*/ 234425 w 777045"/>
                <a:gd name="connsiteY607" fmla="*/ 414752 h 647537"/>
                <a:gd name="connsiteX608" fmla="*/ 237704 w 777045"/>
                <a:gd name="connsiteY608" fmla="*/ 413113 h 647537"/>
                <a:gd name="connsiteX609" fmla="*/ 234425 w 777045"/>
                <a:gd name="connsiteY609" fmla="*/ 409834 h 647537"/>
                <a:gd name="connsiteX610" fmla="*/ 231147 w 777045"/>
                <a:gd name="connsiteY610" fmla="*/ 408195 h 647537"/>
                <a:gd name="connsiteX611" fmla="*/ 231147 w 777045"/>
                <a:gd name="connsiteY611" fmla="*/ 408195 h 647537"/>
                <a:gd name="connsiteX612" fmla="*/ 229507 w 777045"/>
                <a:gd name="connsiteY612" fmla="*/ 408195 h 647537"/>
                <a:gd name="connsiteX613" fmla="*/ 226228 w 777045"/>
                <a:gd name="connsiteY613" fmla="*/ 409834 h 647537"/>
                <a:gd name="connsiteX614" fmla="*/ 229507 w 777045"/>
                <a:gd name="connsiteY614" fmla="*/ 413113 h 647537"/>
                <a:gd name="connsiteX615" fmla="*/ 224589 w 777045"/>
                <a:gd name="connsiteY615" fmla="*/ 413113 h 647537"/>
                <a:gd name="connsiteX616" fmla="*/ 224589 w 777045"/>
                <a:gd name="connsiteY616" fmla="*/ 416392 h 647537"/>
                <a:gd name="connsiteX617" fmla="*/ 224589 w 777045"/>
                <a:gd name="connsiteY617" fmla="*/ 418031 h 647537"/>
                <a:gd name="connsiteX618" fmla="*/ 227868 w 777045"/>
                <a:gd name="connsiteY618" fmla="*/ 422949 h 647537"/>
                <a:gd name="connsiteX619" fmla="*/ 227868 w 777045"/>
                <a:gd name="connsiteY619" fmla="*/ 426228 h 647537"/>
                <a:gd name="connsiteX620" fmla="*/ 226228 w 777045"/>
                <a:gd name="connsiteY620" fmla="*/ 429506 h 647537"/>
                <a:gd name="connsiteX621" fmla="*/ 224589 w 777045"/>
                <a:gd name="connsiteY621" fmla="*/ 429506 h 647537"/>
                <a:gd name="connsiteX622" fmla="*/ 219671 w 777045"/>
                <a:gd name="connsiteY622" fmla="*/ 429506 h 647537"/>
                <a:gd name="connsiteX623" fmla="*/ 216392 w 777045"/>
                <a:gd name="connsiteY623" fmla="*/ 429506 h 647537"/>
                <a:gd name="connsiteX624" fmla="*/ 218032 w 777045"/>
                <a:gd name="connsiteY624" fmla="*/ 431146 h 647537"/>
                <a:gd name="connsiteX625" fmla="*/ 216392 w 777045"/>
                <a:gd name="connsiteY625" fmla="*/ 432785 h 647537"/>
                <a:gd name="connsiteX626" fmla="*/ 213114 w 777045"/>
                <a:gd name="connsiteY626" fmla="*/ 432785 h 647537"/>
                <a:gd name="connsiteX627" fmla="*/ 209835 w 777045"/>
                <a:gd name="connsiteY627" fmla="*/ 431146 h 647537"/>
                <a:gd name="connsiteX628" fmla="*/ 208195 w 777045"/>
                <a:gd name="connsiteY628" fmla="*/ 427867 h 647537"/>
                <a:gd name="connsiteX629" fmla="*/ 208195 w 777045"/>
                <a:gd name="connsiteY629" fmla="*/ 424588 h 647537"/>
                <a:gd name="connsiteX630" fmla="*/ 204917 w 777045"/>
                <a:gd name="connsiteY630" fmla="*/ 419670 h 647537"/>
                <a:gd name="connsiteX631" fmla="*/ 201638 w 777045"/>
                <a:gd name="connsiteY631" fmla="*/ 416392 h 647537"/>
                <a:gd name="connsiteX632" fmla="*/ 198360 w 777045"/>
                <a:gd name="connsiteY632" fmla="*/ 416392 h 647537"/>
                <a:gd name="connsiteX633" fmla="*/ 196720 w 777045"/>
                <a:gd name="connsiteY633" fmla="*/ 411474 h 647537"/>
                <a:gd name="connsiteX634" fmla="*/ 196720 w 777045"/>
                <a:gd name="connsiteY634" fmla="*/ 411474 h 647537"/>
                <a:gd name="connsiteX635" fmla="*/ 193442 w 777045"/>
                <a:gd name="connsiteY635" fmla="*/ 411474 h 647537"/>
                <a:gd name="connsiteX636" fmla="*/ 191802 w 777045"/>
                <a:gd name="connsiteY636" fmla="*/ 406556 h 647537"/>
                <a:gd name="connsiteX637" fmla="*/ 191802 w 777045"/>
                <a:gd name="connsiteY637" fmla="*/ 403277 h 647537"/>
                <a:gd name="connsiteX638" fmla="*/ 191802 w 777045"/>
                <a:gd name="connsiteY638" fmla="*/ 398359 h 647537"/>
                <a:gd name="connsiteX639" fmla="*/ 190163 w 777045"/>
                <a:gd name="connsiteY639" fmla="*/ 395080 h 647537"/>
                <a:gd name="connsiteX640" fmla="*/ 190163 w 777045"/>
                <a:gd name="connsiteY640" fmla="*/ 391802 h 647537"/>
                <a:gd name="connsiteX641" fmla="*/ 190163 w 777045"/>
                <a:gd name="connsiteY641" fmla="*/ 386884 h 647537"/>
                <a:gd name="connsiteX642" fmla="*/ 186884 w 777045"/>
                <a:gd name="connsiteY642" fmla="*/ 386884 h 647537"/>
                <a:gd name="connsiteX643" fmla="*/ 181966 w 777045"/>
                <a:gd name="connsiteY643" fmla="*/ 386884 h 647537"/>
                <a:gd name="connsiteX644" fmla="*/ 178688 w 777045"/>
                <a:gd name="connsiteY644" fmla="*/ 386884 h 647537"/>
                <a:gd name="connsiteX645" fmla="*/ 177048 w 777045"/>
                <a:gd name="connsiteY645" fmla="*/ 383605 h 647537"/>
                <a:gd name="connsiteX646" fmla="*/ 177048 w 777045"/>
                <a:gd name="connsiteY646" fmla="*/ 378687 h 647537"/>
                <a:gd name="connsiteX647" fmla="*/ 175409 w 777045"/>
                <a:gd name="connsiteY647" fmla="*/ 375408 h 647537"/>
                <a:gd name="connsiteX648" fmla="*/ 175409 w 777045"/>
                <a:gd name="connsiteY648" fmla="*/ 372130 h 647537"/>
                <a:gd name="connsiteX649" fmla="*/ 175409 w 777045"/>
                <a:gd name="connsiteY649" fmla="*/ 367212 h 647537"/>
                <a:gd name="connsiteX650" fmla="*/ 177048 w 777045"/>
                <a:gd name="connsiteY650" fmla="*/ 363933 h 647537"/>
                <a:gd name="connsiteX651" fmla="*/ 177048 w 777045"/>
                <a:gd name="connsiteY651" fmla="*/ 360654 h 647537"/>
                <a:gd name="connsiteX652" fmla="*/ 178688 w 777045"/>
                <a:gd name="connsiteY652" fmla="*/ 355736 h 647537"/>
                <a:gd name="connsiteX653" fmla="*/ 178688 w 777045"/>
                <a:gd name="connsiteY653" fmla="*/ 354097 h 647537"/>
                <a:gd name="connsiteX654" fmla="*/ 178688 w 777045"/>
                <a:gd name="connsiteY654" fmla="*/ 350818 h 647537"/>
                <a:gd name="connsiteX655" fmla="*/ 177048 w 777045"/>
                <a:gd name="connsiteY655" fmla="*/ 347540 h 647537"/>
                <a:gd name="connsiteX656" fmla="*/ 173770 w 777045"/>
                <a:gd name="connsiteY656" fmla="*/ 344261 h 647537"/>
                <a:gd name="connsiteX657" fmla="*/ 172130 w 777045"/>
                <a:gd name="connsiteY657" fmla="*/ 342622 h 647537"/>
                <a:gd name="connsiteX658" fmla="*/ 172130 w 777045"/>
                <a:gd name="connsiteY658" fmla="*/ 342622 h 647537"/>
                <a:gd name="connsiteX659" fmla="*/ 172130 w 777045"/>
                <a:gd name="connsiteY659" fmla="*/ 340982 h 647537"/>
                <a:gd name="connsiteX660" fmla="*/ 168851 w 777045"/>
                <a:gd name="connsiteY660" fmla="*/ 337703 h 647537"/>
                <a:gd name="connsiteX661" fmla="*/ 168851 w 777045"/>
                <a:gd name="connsiteY661" fmla="*/ 337703 h 647537"/>
                <a:gd name="connsiteX662" fmla="*/ 167212 w 777045"/>
                <a:gd name="connsiteY662" fmla="*/ 337703 h 647537"/>
                <a:gd name="connsiteX663" fmla="*/ 167212 w 777045"/>
                <a:gd name="connsiteY663" fmla="*/ 337703 h 647537"/>
                <a:gd name="connsiteX664" fmla="*/ 165573 w 777045"/>
                <a:gd name="connsiteY664" fmla="*/ 334425 h 647537"/>
                <a:gd name="connsiteX665" fmla="*/ 163934 w 777045"/>
                <a:gd name="connsiteY665" fmla="*/ 329507 h 647537"/>
                <a:gd name="connsiteX666" fmla="*/ 160655 w 777045"/>
                <a:gd name="connsiteY666" fmla="*/ 327867 h 647537"/>
                <a:gd name="connsiteX667" fmla="*/ 160655 w 777045"/>
                <a:gd name="connsiteY667" fmla="*/ 326228 h 647537"/>
                <a:gd name="connsiteX668" fmla="*/ 159015 w 777045"/>
                <a:gd name="connsiteY668" fmla="*/ 322950 h 647537"/>
                <a:gd name="connsiteX669" fmla="*/ 155737 w 777045"/>
                <a:gd name="connsiteY669" fmla="*/ 321310 h 647537"/>
                <a:gd name="connsiteX670" fmla="*/ 154098 w 777045"/>
                <a:gd name="connsiteY670" fmla="*/ 321310 h 647537"/>
                <a:gd name="connsiteX671" fmla="*/ 154098 w 777045"/>
                <a:gd name="connsiteY671" fmla="*/ 321310 h 647537"/>
                <a:gd name="connsiteX672" fmla="*/ 150819 w 777045"/>
                <a:gd name="connsiteY672" fmla="*/ 322950 h 647537"/>
                <a:gd name="connsiteX673" fmla="*/ 147540 w 777045"/>
                <a:gd name="connsiteY673" fmla="*/ 321310 h 647537"/>
                <a:gd name="connsiteX674" fmla="*/ 144261 w 777045"/>
                <a:gd name="connsiteY674" fmla="*/ 318031 h 647537"/>
                <a:gd name="connsiteX675" fmla="*/ 140983 w 777045"/>
                <a:gd name="connsiteY675" fmla="*/ 314753 h 647537"/>
                <a:gd name="connsiteX676" fmla="*/ 136065 w 777045"/>
                <a:gd name="connsiteY676" fmla="*/ 311474 h 647537"/>
                <a:gd name="connsiteX677" fmla="*/ 132786 w 777045"/>
                <a:gd name="connsiteY677" fmla="*/ 308195 h 647537"/>
                <a:gd name="connsiteX678" fmla="*/ 129508 w 777045"/>
                <a:gd name="connsiteY678" fmla="*/ 306556 h 647537"/>
                <a:gd name="connsiteX679" fmla="*/ 127868 w 777045"/>
                <a:gd name="connsiteY679" fmla="*/ 304917 h 647537"/>
                <a:gd name="connsiteX680" fmla="*/ 124590 w 777045"/>
                <a:gd name="connsiteY680" fmla="*/ 303277 h 647537"/>
                <a:gd name="connsiteX681" fmla="*/ 121311 w 777045"/>
                <a:gd name="connsiteY681" fmla="*/ 301638 h 647537"/>
                <a:gd name="connsiteX682" fmla="*/ 118032 w 777045"/>
                <a:gd name="connsiteY682" fmla="*/ 299999 h 647537"/>
                <a:gd name="connsiteX683" fmla="*/ 114754 w 777045"/>
                <a:gd name="connsiteY683" fmla="*/ 299999 h 647537"/>
                <a:gd name="connsiteX684" fmla="*/ 111475 w 777045"/>
                <a:gd name="connsiteY684" fmla="*/ 299999 h 647537"/>
                <a:gd name="connsiteX685" fmla="*/ 109835 w 777045"/>
                <a:gd name="connsiteY685" fmla="*/ 296720 h 647537"/>
                <a:gd name="connsiteX686" fmla="*/ 106557 w 777045"/>
                <a:gd name="connsiteY686" fmla="*/ 295081 h 647537"/>
                <a:gd name="connsiteX687" fmla="*/ 109835 w 777045"/>
                <a:gd name="connsiteY687" fmla="*/ 293441 h 647537"/>
                <a:gd name="connsiteX688" fmla="*/ 111475 w 777045"/>
                <a:gd name="connsiteY688" fmla="*/ 290163 h 647537"/>
                <a:gd name="connsiteX689" fmla="*/ 109835 w 777045"/>
                <a:gd name="connsiteY689" fmla="*/ 286884 h 647537"/>
                <a:gd name="connsiteX690" fmla="*/ 106557 w 777045"/>
                <a:gd name="connsiteY690" fmla="*/ 283605 h 647537"/>
                <a:gd name="connsiteX691" fmla="*/ 104917 w 777045"/>
                <a:gd name="connsiteY691" fmla="*/ 278687 h 647537"/>
                <a:gd name="connsiteX692" fmla="*/ 103278 w 777045"/>
                <a:gd name="connsiteY692" fmla="*/ 277048 h 647537"/>
                <a:gd name="connsiteX693" fmla="*/ 100000 w 777045"/>
                <a:gd name="connsiteY693" fmla="*/ 277048 h 647537"/>
                <a:gd name="connsiteX694" fmla="*/ 100000 w 777045"/>
                <a:gd name="connsiteY694" fmla="*/ 273769 h 647537"/>
                <a:gd name="connsiteX695" fmla="*/ 96721 w 777045"/>
                <a:gd name="connsiteY695" fmla="*/ 270491 h 647537"/>
                <a:gd name="connsiteX696" fmla="*/ 93442 w 777045"/>
                <a:gd name="connsiteY696" fmla="*/ 270491 h 647537"/>
                <a:gd name="connsiteX697" fmla="*/ 88524 w 777045"/>
                <a:gd name="connsiteY697" fmla="*/ 267212 h 647537"/>
                <a:gd name="connsiteX698" fmla="*/ 86885 w 777045"/>
                <a:gd name="connsiteY698" fmla="*/ 263933 h 647537"/>
                <a:gd name="connsiteX699" fmla="*/ 85245 w 777045"/>
                <a:gd name="connsiteY699" fmla="*/ 259015 h 647537"/>
                <a:gd name="connsiteX700" fmla="*/ 80327 w 777045"/>
                <a:gd name="connsiteY700" fmla="*/ 257376 h 647537"/>
                <a:gd name="connsiteX701" fmla="*/ 80327 w 777045"/>
                <a:gd name="connsiteY701" fmla="*/ 257376 h 647537"/>
                <a:gd name="connsiteX702" fmla="*/ 78688 w 777045"/>
                <a:gd name="connsiteY702" fmla="*/ 255737 h 647537"/>
                <a:gd name="connsiteX703" fmla="*/ 80327 w 777045"/>
                <a:gd name="connsiteY703" fmla="*/ 255737 h 647537"/>
                <a:gd name="connsiteX704" fmla="*/ 80327 w 777045"/>
                <a:gd name="connsiteY704" fmla="*/ 254097 h 647537"/>
                <a:gd name="connsiteX705" fmla="*/ 81967 w 777045"/>
                <a:gd name="connsiteY705" fmla="*/ 250819 h 647537"/>
                <a:gd name="connsiteX706" fmla="*/ 83606 w 777045"/>
                <a:gd name="connsiteY706" fmla="*/ 245901 h 647537"/>
                <a:gd name="connsiteX707" fmla="*/ 83606 w 777045"/>
                <a:gd name="connsiteY707" fmla="*/ 242622 h 647537"/>
                <a:gd name="connsiteX708" fmla="*/ 81967 w 777045"/>
                <a:gd name="connsiteY708" fmla="*/ 239343 h 647537"/>
                <a:gd name="connsiteX709" fmla="*/ 78688 w 777045"/>
                <a:gd name="connsiteY709" fmla="*/ 237704 h 647537"/>
                <a:gd name="connsiteX710" fmla="*/ 77049 w 777045"/>
                <a:gd name="connsiteY710" fmla="*/ 234425 h 647537"/>
                <a:gd name="connsiteX711" fmla="*/ 80327 w 777045"/>
                <a:gd name="connsiteY711" fmla="*/ 229507 h 647537"/>
                <a:gd name="connsiteX712" fmla="*/ 80327 w 777045"/>
                <a:gd name="connsiteY712" fmla="*/ 227868 h 647537"/>
                <a:gd name="connsiteX713" fmla="*/ 83606 w 777045"/>
                <a:gd name="connsiteY713" fmla="*/ 229507 h 647537"/>
                <a:gd name="connsiteX714" fmla="*/ 86885 w 777045"/>
                <a:gd name="connsiteY714" fmla="*/ 229507 h 647537"/>
                <a:gd name="connsiteX715" fmla="*/ 86885 w 777045"/>
                <a:gd name="connsiteY715" fmla="*/ 226229 h 647537"/>
                <a:gd name="connsiteX716" fmla="*/ 83606 w 777045"/>
                <a:gd name="connsiteY716" fmla="*/ 222950 h 647537"/>
                <a:gd name="connsiteX717" fmla="*/ 85245 w 777045"/>
                <a:gd name="connsiteY717" fmla="*/ 218032 h 647537"/>
                <a:gd name="connsiteX718" fmla="*/ 86885 w 777045"/>
                <a:gd name="connsiteY718" fmla="*/ 214753 h 647537"/>
                <a:gd name="connsiteX719" fmla="*/ 86885 w 777045"/>
                <a:gd name="connsiteY719" fmla="*/ 214753 h 647537"/>
                <a:gd name="connsiteX720" fmla="*/ 91803 w 777045"/>
                <a:gd name="connsiteY720" fmla="*/ 213114 h 647537"/>
                <a:gd name="connsiteX721" fmla="*/ 90164 w 777045"/>
                <a:gd name="connsiteY721" fmla="*/ 209835 h 647537"/>
                <a:gd name="connsiteX722" fmla="*/ 91803 w 777045"/>
                <a:gd name="connsiteY722" fmla="*/ 206557 h 647537"/>
                <a:gd name="connsiteX723" fmla="*/ 91803 w 777045"/>
                <a:gd name="connsiteY723" fmla="*/ 206557 h 647537"/>
                <a:gd name="connsiteX724" fmla="*/ 95081 w 777045"/>
                <a:gd name="connsiteY724" fmla="*/ 208196 h 647537"/>
                <a:gd name="connsiteX725" fmla="*/ 100000 w 777045"/>
                <a:gd name="connsiteY725" fmla="*/ 206557 h 647537"/>
                <a:gd name="connsiteX726" fmla="*/ 100000 w 777045"/>
                <a:gd name="connsiteY726" fmla="*/ 204917 h 647537"/>
                <a:gd name="connsiteX727" fmla="*/ 100000 w 777045"/>
                <a:gd name="connsiteY727" fmla="*/ 203278 h 647537"/>
                <a:gd name="connsiteX728" fmla="*/ 98360 w 777045"/>
                <a:gd name="connsiteY728" fmla="*/ 198360 h 647537"/>
                <a:gd name="connsiteX729" fmla="*/ 98360 w 777045"/>
                <a:gd name="connsiteY729" fmla="*/ 196720 h 647537"/>
                <a:gd name="connsiteX730" fmla="*/ 95081 w 777045"/>
                <a:gd name="connsiteY730" fmla="*/ 193442 h 647537"/>
                <a:gd name="connsiteX731" fmla="*/ 91803 w 777045"/>
                <a:gd name="connsiteY731" fmla="*/ 190163 h 647537"/>
                <a:gd name="connsiteX732" fmla="*/ 91803 w 777045"/>
                <a:gd name="connsiteY732" fmla="*/ 185245 h 647537"/>
                <a:gd name="connsiteX733" fmla="*/ 91803 w 777045"/>
                <a:gd name="connsiteY733" fmla="*/ 183606 h 647537"/>
                <a:gd name="connsiteX734" fmla="*/ 93442 w 777045"/>
                <a:gd name="connsiteY734" fmla="*/ 180327 h 647537"/>
                <a:gd name="connsiteX735" fmla="*/ 98360 w 777045"/>
                <a:gd name="connsiteY735" fmla="*/ 178688 h 647537"/>
                <a:gd name="connsiteX736" fmla="*/ 101639 w 777045"/>
                <a:gd name="connsiteY736" fmla="*/ 178688 h 647537"/>
                <a:gd name="connsiteX737" fmla="*/ 103278 w 777045"/>
                <a:gd name="connsiteY737" fmla="*/ 173770 h 647537"/>
                <a:gd name="connsiteX738" fmla="*/ 98360 w 777045"/>
                <a:gd name="connsiteY738" fmla="*/ 173770 h 647537"/>
                <a:gd name="connsiteX739" fmla="*/ 95081 w 777045"/>
                <a:gd name="connsiteY739" fmla="*/ 172130 h 647537"/>
                <a:gd name="connsiteX740" fmla="*/ 91803 w 777045"/>
                <a:gd name="connsiteY740" fmla="*/ 173770 h 647537"/>
                <a:gd name="connsiteX741" fmla="*/ 88524 w 777045"/>
                <a:gd name="connsiteY741" fmla="*/ 173770 h 647537"/>
                <a:gd name="connsiteX742" fmla="*/ 85245 w 777045"/>
                <a:gd name="connsiteY742" fmla="*/ 173770 h 647537"/>
                <a:gd name="connsiteX743" fmla="*/ 80327 w 777045"/>
                <a:gd name="connsiteY743" fmla="*/ 173770 h 647537"/>
                <a:gd name="connsiteX744" fmla="*/ 78688 w 777045"/>
                <a:gd name="connsiteY744" fmla="*/ 168852 h 647537"/>
                <a:gd name="connsiteX745" fmla="*/ 77049 w 777045"/>
                <a:gd name="connsiteY745" fmla="*/ 167213 h 647537"/>
                <a:gd name="connsiteX746" fmla="*/ 75410 w 777045"/>
                <a:gd name="connsiteY746" fmla="*/ 167213 h 647537"/>
                <a:gd name="connsiteX747" fmla="*/ 73770 w 777045"/>
                <a:gd name="connsiteY747" fmla="*/ 167213 h 647537"/>
                <a:gd name="connsiteX748" fmla="*/ 72131 w 777045"/>
                <a:gd name="connsiteY748" fmla="*/ 165573 h 647537"/>
                <a:gd name="connsiteX749" fmla="*/ 65573 w 777045"/>
                <a:gd name="connsiteY749" fmla="*/ 167213 h 647537"/>
                <a:gd name="connsiteX750" fmla="*/ 65573 w 777045"/>
                <a:gd name="connsiteY750" fmla="*/ 165573 h 647537"/>
                <a:gd name="connsiteX751" fmla="*/ 67213 w 777045"/>
                <a:gd name="connsiteY751" fmla="*/ 162294 h 647537"/>
                <a:gd name="connsiteX752" fmla="*/ 63934 w 777045"/>
                <a:gd name="connsiteY752" fmla="*/ 159016 h 647537"/>
                <a:gd name="connsiteX753" fmla="*/ 63934 w 777045"/>
                <a:gd name="connsiteY753" fmla="*/ 157376 h 647537"/>
                <a:gd name="connsiteX754" fmla="*/ 62295 w 777045"/>
                <a:gd name="connsiteY754" fmla="*/ 154098 h 647537"/>
                <a:gd name="connsiteX755" fmla="*/ 60655 w 777045"/>
                <a:gd name="connsiteY755" fmla="*/ 150819 h 647537"/>
                <a:gd name="connsiteX756" fmla="*/ 57377 w 777045"/>
                <a:gd name="connsiteY756" fmla="*/ 147540 h 647537"/>
                <a:gd name="connsiteX757" fmla="*/ 54098 w 777045"/>
                <a:gd name="connsiteY757" fmla="*/ 145901 h 647537"/>
                <a:gd name="connsiteX758" fmla="*/ 50820 w 777045"/>
                <a:gd name="connsiteY758" fmla="*/ 142622 h 647537"/>
                <a:gd name="connsiteX759" fmla="*/ 50820 w 777045"/>
                <a:gd name="connsiteY759" fmla="*/ 139344 h 647537"/>
                <a:gd name="connsiteX760" fmla="*/ 52458 w 777045"/>
                <a:gd name="connsiteY760" fmla="*/ 136065 h 647537"/>
                <a:gd name="connsiteX761" fmla="*/ 49180 w 777045"/>
                <a:gd name="connsiteY761" fmla="*/ 132786 h 647537"/>
                <a:gd name="connsiteX762" fmla="*/ 49180 w 777045"/>
                <a:gd name="connsiteY762" fmla="*/ 132786 h 647537"/>
                <a:gd name="connsiteX763" fmla="*/ 45901 w 777045"/>
                <a:gd name="connsiteY763" fmla="*/ 132786 h 647537"/>
                <a:gd name="connsiteX764" fmla="*/ 44262 w 777045"/>
                <a:gd name="connsiteY764" fmla="*/ 127868 h 647537"/>
                <a:gd name="connsiteX765" fmla="*/ 44262 w 777045"/>
                <a:gd name="connsiteY765" fmla="*/ 124590 h 647537"/>
                <a:gd name="connsiteX766" fmla="*/ 42623 w 777045"/>
                <a:gd name="connsiteY766" fmla="*/ 121311 h 647537"/>
                <a:gd name="connsiteX767" fmla="*/ 39344 w 777045"/>
                <a:gd name="connsiteY767" fmla="*/ 118032 h 647537"/>
                <a:gd name="connsiteX768" fmla="*/ 39344 w 777045"/>
                <a:gd name="connsiteY768" fmla="*/ 116393 h 647537"/>
                <a:gd name="connsiteX769" fmla="*/ 37705 w 777045"/>
                <a:gd name="connsiteY769" fmla="*/ 111475 h 647537"/>
                <a:gd name="connsiteX770" fmla="*/ 39344 w 777045"/>
                <a:gd name="connsiteY770" fmla="*/ 108196 h 647537"/>
                <a:gd name="connsiteX771" fmla="*/ 36065 w 777045"/>
                <a:gd name="connsiteY771" fmla="*/ 104918 h 647537"/>
                <a:gd name="connsiteX772" fmla="*/ 31147 w 777045"/>
                <a:gd name="connsiteY772" fmla="*/ 103278 h 647537"/>
                <a:gd name="connsiteX773" fmla="*/ 31147 w 777045"/>
                <a:gd name="connsiteY773" fmla="*/ 100000 h 647537"/>
                <a:gd name="connsiteX774" fmla="*/ 31147 w 777045"/>
                <a:gd name="connsiteY774" fmla="*/ 95082 h 647537"/>
                <a:gd name="connsiteX775" fmla="*/ 29508 w 777045"/>
                <a:gd name="connsiteY775" fmla="*/ 91803 h 647537"/>
                <a:gd name="connsiteX776" fmla="*/ 29508 w 777045"/>
                <a:gd name="connsiteY776" fmla="*/ 90164 h 647537"/>
                <a:gd name="connsiteX777" fmla="*/ 26229 w 777045"/>
                <a:gd name="connsiteY777" fmla="*/ 88524 h 647537"/>
                <a:gd name="connsiteX778" fmla="*/ 22951 w 777045"/>
                <a:gd name="connsiteY778" fmla="*/ 86885 h 647537"/>
                <a:gd name="connsiteX779" fmla="*/ 18033 w 777045"/>
                <a:gd name="connsiteY779" fmla="*/ 83606 h 647537"/>
                <a:gd name="connsiteX780" fmla="*/ 14754 w 777045"/>
                <a:gd name="connsiteY780" fmla="*/ 83606 h 647537"/>
                <a:gd name="connsiteX781" fmla="*/ 14754 w 777045"/>
                <a:gd name="connsiteY781" fmla="*/ 81967 h 647537"/>
                <a:gd name="connsiteX782" fmla="*/ 14754 w 777045"/>
                <a:gd name="connsiteY782" fmla="*/ 78688 h 647537"/>
                <a:gd name="connsiteX783" fmla="*/ 16393 w 777045"/>
                <a:gd name="connsiteY783" fmla="*/ 75410 h 647537"/>
                <a:gd name="connsiteX784" fmla="*/ 19672 w 777045"/>
                <a:gd name="connsiteY784" fmla="*/ 72131 h 647537"/>
                <a:gd name="connsiteX785" fmla="*/ 19672 w 777045"/>
                <a:gd name="connsiteY785" fmla="*/ 67213 h 647537"/>
                <a:gd name="connsiteX786" fmla="*/ 21311 w 777045"/>
                <a:gd name="connsiteY786" fmla="*/ 63934 h 647537"/>
                <a:gd name="connsiteX787" fmla="*/ 18033 w 777045"/>
                <a:gd name="connsiteY787" fmla="*/ 62295 h 647537"/>
                <a:gd name="connsiteX788" fmla="*/ 14754 w 777045"/>
                <a:gd name="connsiteY788" fmla="*/ 57377 h 647537"/>
                <a:gd name="connsiteX789" fmla="*/ 14754 w 777045"/>
                <a:gd name="connsiteY789" fmla="*/ 57377 h 647537"/>
                <a:gd name="connsiteX790" fmla="*/ 14754 w 777045"/>
                <a:gd name="connsiteY790" fmla="*/ 55738 h 647537"/>
                <a:gd name="connsiteX791" fmla="*/ 14754 w 777045"/>
                <a:gd name="connsiteY791" fmla="*/ 52459 h 647537"/>
                <a:gd name="connsiteX792" fmla="*/ 11475 w 777045"/>
                <a:gd name="connsiteY792" fmla="*/ 49180 h 647537"/>
                <a:gd name="connsiteX793" fmla="*/ 11475 w 777045"/>
                <a:gd name="connsiteY793" fmla="*/ 44262 h 647537"/>
                <a:gd name="connsiteX794" fmla="*/ 11475 w 777045"/>
                <a:gd name="connsiteY794" fmla="*/ 40983 h 647537"/>
                <a:gd name="connsiteX795" fmla="*/ 8197 w 777045"/>
                <a:gd name="connsiteY795" fmla="*/ 37705 h 647537"/>
                <a:gd name="connsiteX796" fmla="*/ 6557 w 777045"/>
                <a:gd name="connsiteY796" fmla="*/ 34426 h 647537"/>
                <a:gd name="connsiteX797" fmla="*/ 8197 w 777045"/>
                <a:gd name="connsiteY797" fmla="*/ 32787 h 647537"/>
                <a:gd name="connsiteX798" fmla="*/ 8197 w 777045"/>
                <a:gd name="connsiteY798" fmla="*/ 29508 h 647537"/>
                <a:gd name="connsiteX799" fmla="*/ 3278 w 777045"/>
                <a:gd name="connsiteY799" fmla="*/ 26229 h 647537"/>
                <a:gd name="connsiteX800" fmla="*/ 1639 w 777045"/>
                <a:gd name="connsiteY800" fmla="*/ 22951 h 647537"/>
                <a:gd name="connsiteX801" fmla="*/ 0 w 777045"/>
                <a:gd name="connsiteY801" fmla="*/ 18033 h 647537"/>
                <a:gd name="connsiteX802" fmla="*/ 0 w 777045"/>
                <a:gd name="connsiteY802" fmla="*/ 18033 h 647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</a:cxnLst>
              <a:rect l="l" t="t" r="r" b="b"/>
              <a:pathLst>
                <a:path w="777045" h="647537">
                  <a:moveTo>
                    <a:pt x="0" y="18033"/>
                  </a:moveTo>
                  <a:lnTo>
                    <a:pt x="3278" y="16393"/>
                  </a:lnTo>
                  <a:lnTo>
                    <a:pt x="6557" y="16393"/>
                  </a:lnTo>
                  <a:lnTo>
                    <a:pt x="11475" y="16393"/>
                  </a:lnTo>
                  <a:lnTo>
                    <a:pt x="11475" y="16393"/>
                  </a:lnTo>
                  <a:lnTo>
                    <a:pt x="13114" y="13115"/>
                  </a:lnTo>
                  <a:lnTo>
                    <a:pt x="13114" y="8197"/>
                  </a:lnTo>
                  <a:lnTo>
                    <a:pt x="13114" y="4918"/>
                  </a:lnTo>
                  <a:lnTo>
                    <a:pt x="13114" y="3279"/>
                  </a:lnTo>
                  <a:lnTo>
                    <a:pt x="16393" y="0"/>
                  </a:lnTo>
                  <a:lnTo>
                    <a:pt x="21311" y="3279"/>
                  </a:lnTo>
                  <a:lnTo>
                    <a:pt x="24590" y="4918"/>
                  </a:lnTo>
                  <a:lnTo>
                    <a:pt x="26229" y="6557"/>
                  </a:lnTo>
                  <a:lnTo>
                    <a:pt x="29508" y="9836"/>
                  </a:lnTo>
                  <a:lnTo>
                    <a:pt x="31147" y="13115"/>
                  </a:lnTo>
                  <a:lnTo>
                    <a:pt x="34426" y="16393"/>
                  </a:lnTo>
                  <a:lnTo>
                    <a:pt x="37705" y="19672"/>
                  </a:lnTo>
                  <a:lnTo>
                    <a:pt x="39344" y="22951"/>
                  </a:lnTo>
                  <a:lnTo>
                    <a:pt x="44262" y="26229"/>
                  </a:lnTo>
                  <a:lnTo>
                    <a:pt x="47541" y="26229"/>
                  </a:lnTo>
                  <a:lnTo>
                    <a:pt x="49180" y="31148"/>
                  </a:lnTo>
                  <a:lnTo>
                    <a:pt x="52458" y="34426"/>
                  </a:lnTo>
                  <a:lnTo>
                    <a:pt x="54098" y="34426"/>
                  </a:lnTo>
                  <a:lnTo>
                    <a:pt x="57377" y="36066"/>
                  </a:lnTo>
                  <a:lnTo>
                    <a:pt x="59016" y="36066"/>
                  </a:lnTo>
                  <a:lnTo>
                    <a:pt x="60655" y="36066"/>
                  </a:lnTo>
                  <a:lnTo>
                    <a:pt x="63934" y="37705"/>
                  </a:lnTo>
                  <a:lnTo>
                    <a:pt x="67213" y="39344"/>
                  </a:lnTo>
                  <a:lnTo>
                    <a:pt x="70491" y="39344"/>
                  </a:lnTo>
                  <a:lnTo>
                    <a:pt x="75410" y="39344"/>
                  </a:lnTo>
                  <a:lnTo>
                    <a:pt x="78688" y="40983"/>
                  </a:lnTo>
                  <a:lnTo>
                    <a:pt x="80327" y="40983"/>
                  </a:lnTo>
                  <a:lnTo>
                    <a:pt x="83606" y="39344"/>
                  </a:lnTo>
                  <a:lnTo>
                    <a:pt x="86885" y="39344"/>
                  </a:lnTo>
                  <a:lnTo>
                    <a:pt x="90164" y="39344"/>
                  </a:lnTo>
                  <a:lnTo>
                    <a:pt x="91803" y="39344"/>
                  </a:lnTo>
                  <a:lnTo>
                    <a:pt x="95081" y="36066"/>
                  </a:lnTo>
                  <a:lnTo>
                    <a:pt x="98360" y="32787"/>
                  </a:lnTo>
                  <a:lnTo>
                    <a:pt x="100000" y="29508"/>
                  </a:lnTo>
                  <a:lnTo>
                    <a:pt x="103278" y="26229"/>
                  </a:lnTo>
                  <a:lnTo>
                    <a:pt x="108196" y="26229"/>
                  </a:lnTo>
                  <a:lnTo>
                    <a:pt x="108196" y="22951"/>
                  </a:lnTo>
                  <a:lnTo>
                    <a:pt x="111475" y="19672"/>
                  </a:lnTo>
                  <a:lnTo>
                    <a:pt x="114754" y="18033"/>
                  </a:lnTo>
                  <a:lnTo>
                    <a:pt x="118032" y="14754"/>
                  </a:lnTo>
                  <a:lnTo>
                    <a:pt x="118032" y="14754"/>
                  </a:lnTo>
                  <a:lnTo>
                    <a:pt x="121311" y="11476"/>
                  </a:lnTo>
                  <a:lnTo>
                    <a:pt x="126229" y="9836"/>
                  </a:lnTo>
                  <a:lnTo>
                    <a:pt x="129508" y="8197"/>
                  </a:lnTo>
                  <a:lnTo>
                    <a:pt x="132786" y="4918"/>
                  </a:lnTo>
                  <a:lnTo>
                    <a:pt x="137704" y="3279"/>
                  </a:lnTo>
                  <a:lnTo>
                    <a:pt x="137704" y="3279"/>
                  </a:lnTo>
                  <a:lnTo>
                    <a:pt x="140983" y="4918"/>
                  </a:lnTo>
                  <a:lnTo>
                    <a:pt x="145901" y="9836"/>
                  </a:lnTo>
                  <a:lnTo>
                    <a:pt x="149180" y="13115"/>
                  </a:lnTo>
                  <a:lnTo>
                    <a:pt x="152458" y="16393"/>
                  </a:lnTo>
                  <a:lnTo>
                    <a:pt x="154098" y="18033"/>
                  </a:lnTo>
                  <a:lnTo>
                    <a:pt x="150819" y="19672"/>
                  </a:lnTo>
                  <a:lnTo>
                    <a:pt x="145901" y="21311"/>
                  </a:lnTo>
                  <a:lnTo>
                    <a:pt x="147540" y="26229"/>
                  </a:lnTo>
                  <a:lnTo>
                    <a:pt x="150819" y="27869"/>
                  </a:lnTo>
                  <a:lnTo>
                    <a:pt x="155737" y="32787"/>
                  </a:lnTo>
                  <a:lnTo>
                    <a:pt x="154098" y="34426"/>
                  </a:lnTo>
                  <a:lnTo>
                    <a:pt x="149180" y="36066"/>
                  </a:lnTo>
                  <a:lnTo>
                    <a:pt x="145901" y="37705"/>
                  </a:lnTo>
                  <a:lnTo>
                    <a:pt x="145901" y="40983"/>
                  </a:lnTo>
                  <a:lnTo>
                    <a:pt x="149180" y="44262"/>
                  </a:lnTo>
                  <a:lnTo>
                    <a:pt x="152458" y="45901"/>
                  </a:lnTo>
                  <a:lnTo>
                    <a:pt x="155737" y="49180"/>
                  </a:lnTo>
                  <a:lnTo>
                    <a:pt x="159015" y="50820"/>
                  </a:lnTo>
                  <a:lnTo>
                    <a:pt x="163934" y="54098"/>
                  </a:lnTo>
                  <a:lnTo>
                    <a:pt x="167212" y="57377"/>
                  </a:lnTo>
                  <a:lnTo>
                    <a:pt x="168851" y="60656"/>
                  </a:lnTo>
                  <a:lnTo>
                    <a:pt x="170491" y="60656"/>
                  </a:lnTo>
                  <a:lnTo>
                    <a:pt x="173770" y="60656"/>
                  </a:lnTo>
                  <a:lnTo>
                    <a:pt x="175409" y="59016"/>
                  </a:lnTo>
                  <a:lnTo>
                    <a:pt x="178688" y="59016"/>
                  </a:lnTo>
                  <a:lnTo>
                    <a:pt x="178688" y="59016"/>
                  </a:lnTo>
                  <a:lnTo>
                    <a:pt x="178688" y="62295"/>
                  </a:lnTo>
                  <a:lnTo>
                    <a:pt x="180327" y="65573"/>
                  </a:lnTo>
                  <a:lnTo>
                    <a:pt x="180327" y="70492"/>
                  </a:lnTo>
                  <a:lnTo>
                    <a:pt x="181966" y="73770"/>
                  </a:lnTo>
                  <a:lnTo>
                    <a:pt x="183605" y="78688"/>
                  </a:lnTo>
                  <a:lnTo>
                    <a:pt x="183605" y="81967"/>
                  </a:lnTo>
                  <a:lnTo>
                    <a:pt x="186884" y="85246"/>
                  </a:lnTo>
                  <a:lnTo>
                    <a:pt x="186884" y="88524"/>
                  </a:lnTo>
                  <a:lnTo>
                    <a:pt x="190163" y="93442"/>
                  </a:lnTo>
                  <a:lnTo>
                    <a:pt x="195081" y="96721"/>
                  </a:lnTo>
                  <a:lnTo>
                    <a:pt x="198360" y="98360"/>
                  </a:lnTo>
                  <a:lnTo>
                    <a:pt x="201638" y="100000"/>
                  </a:lnTo>
                  <a:lnTo>
                    <a:pt x="204917" y="100000"/>
                  </a:lnTo>
                  <a:lnTo>
                    <a:pt x="209835" y="101639"/>
                  </a:lnTo>
                  <a:lnTo>
                    <a:pt x="213114" y="101639"/>
                  </a:lnTo>
                  <a:lnTo>
                    <a:pt x="218032" y="101639"/>
                  </a:lnTo>
                  <a:lnTo>
                    <a:pt x="219671" y="103278"/>
                  </a:lnTo>
                  <a:lnTo>
                    <a:pt x="222950" y="103278"/>
                  </a:lnTo>
                  <a:lnTo>
                    <a:pt x="226228" y="103278"/>
                  </a:lnTo>
                  <a:lnTo>
                    <a:pt x="226228" y="103278"/>
                  </a:lnTo>
                  <a:lnTo>
                    <a:pt x="231147" y="104918"/>
                  </a:lnTo>
                  <a:lnTo>
                    <a:pt x="234425" y="108196"/>
                  </a:lnTo>
                  <a:lnTo>
                    <a:pt x="237704" y="111475"/>
                  </a:lnTo>
                  <a:lnTo>
                    <a:pt x="239343" y="116393"/>
                  </a:lnTo>
                  <a:lnTo>
                    <a:pt x="242622" y="118032"/>
                  </a:lnTo>
                  <a:lnTo>
                    <a:pt x="245901" y="121311"/>
                  </a:lnTo>
                  <a:lnTo>
                    <a:pt x="250818" y="122950"/>
                  </a:lnTo>
                  <a:lnTo>
                    <a:pt x="252458" y="124590"/>
                  </a:lnTo>
                  <a:lnTo>
                    <a:pt x="255737" y="126229"/>
                  </a:lnTo>
                  <a:lnTo>
                    <a:pt x="259015" y="127868"/>
                  </a:lnTo>
                  <a:lnTo>
                    <a:pt x="263933" y="131147"/>
                  </a:lnTo>
                  <a:lnTo>
                    <a:pt x="267212" y="132786"/>
                  </a:lnTo>
                  <a:lnTo>
                    <a:pt x="270491" y="134426"/>
                  </a:lnTo>
                  <a:lnTo>
                    <a:pt x="275408" y="136065"/>
                  </a:lnTo>
                  <a:lnTo>
                    <a:pt x="278687" y="136065"/>
                  </a:lnTo>
                  <a:lnTo>
                    <a:pt x="281966" y="136065"/>
                  </a:lnTo>
                  <a:lnTo>
                    <a:pt x="283605" y="137704"/>
                  </a:lnTo>
                  <a:lnTo>
                    <a:pt x="288523" y="137704"/>
                  </a:lnTo>
                  <a:lnTo>
                    <a:pt x="291802" y="139344"/>
                  </a:lnTo>
                  <a:lnTo>
                    <a:pt x="295081" y="139344"/>
                  </a:lnTo>
                  <a:lnTo>
                    <a:pt x="298359" y="140983"/>
                  </a:lnTo>
                  <a:lnTo>
                    <a:pt x="303277" y="140983"/>
                  </a:lnTo>
                  <a:lnTo>
                    <a:pt x="306556" y="139344"/>
                  </a:lnTo>
                  <a:lnTo>
                    <a:pt x="309835" y="139344"/>
                  </a:lnTo>
                  <a:lnTo>
                    <a:pt x="314752" y="137704"/>
                  </a:lnTo>
                  <a:lnTo>
                    <a:pt x="318031" y="136065"/>
                  </a:lnTo>
                  <a:lnTo>
                    <a:pt x="321310" y="136065"/>
                  </a:lnTo>
                  <a:lnTo>
                    <a:pt x="324588" y="134426"/>
                  </a:lnTo>
                  <a:lnTo>
                    <a:pt x="329507" y="134426"/>
                  </a:lnTo>
                  <a:lnTo>
                    <a:pt x="332785" y="132786"/>
                  </a:lnTo>
                  <a:lnTo>
                    <a:pt x="336064" y="132786"/>
                  </a:lnTo>
                  <a:lnTo>
                    <a:pt x="340982" y="131147"/>
                  </a:lnTo>
                  <a:lnTo>
                    <a:pt x="342621" y="129508"/>
                  </a:lnTo>
                  <a:lnTo>
                    <a:pt x="344261" y="129508"/>
                  </a:lnTo>
                  <a:lnTo>
                    <a:pt x="347539" y="127868"/>
                  </a:lnTo>
                  <a:lnTo>
                    <a:pt x="352457" y="127868"/>
                  </a:lnTo>
                  <a:lnTo>
                    <a:pt x="355736" y="127868"/>
                  </a:lnTo>
                  <a:lnTo>
                    <a:pt x="359015" y="127868"/>
                  </a:lnTo>
                  <a:lnTo>
                    <a:pt x="363932" y="126229"/>
                  </a:lnTo>
                  <a:lnTo>
                    <a:pt x="367211" y="126229"/>
                  </a:lnTo>
                  <a:lnTo>
                    <a:pt x="370490" y="126229"/>
                  </a:lnTo>
                  <a:lnTo>
                    <a:pt x="367211" y="127868"/>
                  </a:lnTo>
                  <a:lnTo>
                    <a:pt x="363932" y="127868"/>
                  </a:lnTo>
                  <a:lnTo>
                    <a:pt x="359015" y="127868"/>
                  </a:lnTo>
                  <a:lnTo>
                    <a:pt x="363932" y="131147"/>
                  </a:lnTo>
                  <a:lnTo>
                    <a:pt x="367211" y="131147"/>
                  </a:lnTo>
                  <a:lnTo>
                    <a:pt x="370490" y="131147"/>
                  </a:lnTo>
                  <a:lnTo>
                    <a:pt x="375408" y="129508"/>
                  </a:lnTo>
                  <a:lnTo>
                    <a:pt x="373769" y="126229"/>
                  </a:lnTo>
                  <a:lnTo>
                    <a:pt x="372129" y="122950"/>
                  </a:lnTo>
                  <a:lnTo>
                    <a:pt x="372129" y="122950"/>
                  </a:lnTo>
                  <a:lnTo>
                    <a:pt x="370490" y="118032"/>
                  </a:lnTo>
                  <a:lnTo>
                    <a:pt x="370490" y="114754"/>
                  </a:lnTo>
                  <a:lnTo>
                    <a:pt x="368851" y="111475"/>
                  </a:lnTo>
                  <a:lnTo>
                    <a:pt x="367211" y="106557"/>
                  </a:lnTo>
                  <a:lnTo>
                    <a:pt x="367211" y="106557"/>
                  </a:lnTo>
                  <a:lnTo>
                    <a:pt x="368851" y="106557"/>
                  </a:lnTo>
                  <a:lnTo>
                    <a:pt x="372129" y="106557"/>
                  </a:lnTo>
                  <a:lnTo>
                    <a:pt x="375408" y="108196"/>
                  </a:lnTo>
                  <a:lnTo>
                    <a:pt x="378687" y="106557"/>
                  </a:lnTo>
                  <a:lnTo>
                    <a:pt x="383605" y="106557"/>
                  </a:lnTo>
                  <a:lnTo>
                    <a:pt x="386884" y="103278"/>
                  </a:lnTo>
                  <a:lnTo>
                    <a:pt x="390162" y="103278"/>
                  </a:lnTo>
                  <a:lnTo>
                    <a:pt x="395080" y="101639"/>
                  </a:lnTo>
                  <a:lnTo>
                    <a:pt x="396719" y="98360"/>
                  </a:lnTo>
                  <a:lnTo>
                    <a:pt x="396719" y="95082"/>
                  </a:lnTo>
                  <a:lnTo>
                    <a:pt x="396719" y="90164"/>
                  </a:lnTo>
                  <a:lnTo>
                    <a:pt x="399998" y="86885"/>
                  </a:lnTo>
                  <a:lnTo>
                    <a:pt x="403277" y="85246"/>
                  </a:lnTo>
                  <a:lnTo>
                    <a:pt x="406555" y="81967"/>
                  </a:lnTo>
                  <a:lnTo>
                    <a:pt x="409834" y="80328"/>
                  </a:lnTo>
                  <a:lnTo>
                    <a:pt x="411474" y="78688"/>
                  </a:lnTo>
                  <a:lnTo>
                    <a:pt x="414752" y="77049"/>
                  </a:lnTo>
                  <a:lnTo>
                    <a:pt x="419670" y="73770"/>
                  </a:lnTo>
                  <a:lnTo>
                    <a:pt x="422949" y="73770"/>
                  </a:lnTo>
                  <a:lnTo>
                    <a:pt x="426228" y="73770"/>
                  </a:lnTo>
                  <a:lnTo>
                    <a:pt x="429506" y="73770"/>
                  </a:lnTo>
                  <a:lnTo>
                    <a:pt x="434424" y="73770"/>
                  </a:lnTo>
                  <a:lnTo>
                    <a:pt x="437703" y="75410"/>
                  </a:lnTo>
                  <a:lnTo>
                    <a:pt x="440981" y="73770"/>
                  </a:lnTo>
                  <a:lnTo>
                    <a:pt x="444260" y="75410"/>
                  </a:lnTo>
                  <a:lnTo>
                    <a:pt x="449178" y="75410"/>
                  </a:lnTo>
                  <a:lnTo>
                    <a:pt x="447539" y="70492"/>
                  </a:lnTo>
                  <a:lnTo>
                    <a:pt x="450818" y="67213"/>
                  </a:lnTo>
                  <a:lnTo>
                    <a:pt x="454096" y="67213"/>
                  </a:lnTo>
                  <a:lnTo>
                    <a:pt x="457375" y="67213"/>
                  </a:lnTo>
                  <a:lnTo>
                    <a:pt x="462293" y="65573"/>
                  </a:lnTo>
                  <a:lnTo>
                    <a:pt x="462293" y="65573"/>
                  </a:lnTo>
                  <a:lnTo>
                    <a:pt x="465572" y="68852"/>
                  </a:lnTo>
                  <a:lnTo>
                    <a:pt x="468850" y="68852"/>
                  </a:lnTo>
                  <a:lnTo>
                    <a:pt x="470489" y="68852"/>
                  </a:lnTo>
                  <a:lnTo>
                    <a:pt x="475408" y="68852"/>
                  </a:lnTo>
                  <a:lnTo>
                    <a:pt x="477047" y="67213"/>
                  </a:lnTo>
                  <a:lnTo>
                    <a:pt x="480325" y="67213"/>
                  </a:lnTo>
                  <a:lnTo>
                    <a:pt x="481965" y="70492"/>
                  </a:lnTo>
                  <a:lnTo>
                    <a:pt x="485244" y="75410"/>
                  </a:lnTo>
                  <a:lnTo>
                    <a:pt x="485244" y="78688"/>
                  </a:lnTo>
                  <a:lnTo>
                    <a:pt x="490162" y="80328"/>
                  </a:lnTo>
                  <a:lnTo>
                    <a:pt x="493440" y="81967"/>
                  </a:lnTo>
                  <a:lnTo>
                    <a:pt x="496719" y="81967"/>
                  </a:lnTo>
                  <a:lnTo>
                    <a:pt x="501637" y="81967"/>
                  </a:lnTo>
                  <a:lnTo>
                    <a:pt x="504916" y="83606"/>
                  </a:lnTo>
                  <a:lnTo>
                    <a:pt x="508194" y="85246"/>
                  </a:lnTo>
                  <a:lnTo>
                    <a:pt x="509834" y="85246"/>
                  </a:lnTo>
                  <a:lnTo>
                    <a:pt x="513112" y="86885"/>
                  </a:lnTo>
                  <a:lnTo>
                    <a:pt x="516391" y="86885"/>
                  </a:lnTo>
                  <a:lnTo>
                    <a:pt x="519669" y="90164"/>
                  </a:lnTo>
                  <a:lnTo>
                    <a:pt x="522948" y="93442"/>
                  </a:lnTo>
                  <a:lnTo>
                    <a:pt x="526227" y="95082"/>
                  </a:lnTo>
                  <a:lnTo>
                    <a:pt x="529506" y="93442"/>
                  </a:lnTo>
                  <a:lnTo>
                    <a:pt x="532784" y="91803"/>
                  </a:lnTo>
                  <a:lnTo>
                    <a:pt x="537702" y="93442"/>
                  </a:lnTo>
                  <a:lnTo>
                    <a:pt x="540981" y="93442"/>
                  </a:lnTo>
                  <a:lnTo>
                    <a:pt x="544260" y="93442"/>
                  </a:lnTo>
                  <a:lnTo>
                    <a:pt x="549178" y="95082"/>
                  </a:lnTo>
                  <a:lnTo>
                    <a:pt x="552456" y="96721"/>
                  </a:lnTo>
                  <a:lnTo>
                    <a:pt x="555735" y="98360"/>
                  </a:lnTo>
                  <a:lnTo>
                    <a:pt x="559014" y="98360"/>
                  </a:lnTo>
                  <a:lnTo>
                    <a:pt x="562292" y="101639"/>
                  </a:lnTo>
                  <a:lnTo>
                    <a:pt x="563932" y="106557"/>
                  </a:lnTo>
                  <a:lnTo>
                    <a:pt x="565571" y="109836"/>
                  </a:lnTo>
                  <a:lnTo>
                    <a:pt x="570489" y="113114"/>
                  </a:lnTo>
                  <a:lnTo>
                    <a:pt x="573768" y="114754"/>
                  </a:lnTo>
                  <a:lnTo>
                    <a:pt x="577046" y="116393"/>
                  </a:lnTo>
                  <a:lnTo>
                    <a:pt x="581965" y="116393"/>
                  </a:lnTo>
                  <a:lnTo>
                    <a:pt x="585243" y="119672"/>
                  </a:lnTo>
                  <a:lnTo>
                    <a:pt x="588522" y="119672"/>
                  </a:lnTo>
                  <a:lnTo>
                    <a:pt x="588522" y="119672"/>
                  </a:lnTo>
                  <a:lnTo>
                    <a:pt x="591801" y="122950"/>
                  </a:lnTo>
                  <a:lnTo>
                    <a:pt x="595079" y="127868"/>
                  </a:lnTo>
                  <a:lnTo>
                    <a:pt x="598358" y="131147"/>
                  </a:lnTo>
                  <a:lnTo>
                    <a:pt x="601636" y="134426"/>
                  </a:lnTo>
                  <a:lnTo>
                    <a:pt x="604915" y="137704"/>
                  </a:lnTo>
                  <a:lnTo>
                    <a:pt x="609833" y="137704"/>
                  </a:lnTo>
                  <a:lnTo>
                    <a:pt x="613112" y="137704"/>
                  </a:lnTo>
                  <a:lnTo>
                    <a:pt x="616391" y="137704"/>
                  </a:lnTo>
                  <a:lnTo>
                    <a:pt x="619669" y="137704"/>
                  </a:lnTo>
                  <a:lnTo>
                    <a:pt x="624587" y="137704"/>
                  </a:lnTo>
                  <a:lnTo>
                    <a:pt x="627866" y="137704"/>
                  </a:lnTo>
                  <a:lnTo>
                    <a:pt x="631145" y="137704"/>
                  </a:lnTo>
                  <a:lnTo>
                    <a:pt x="632784" y="137704"/>
                  </a:lnTo>
                  <a:lnTo>
                    <a:pt x="636062" y="140983"/>
                  </a:lnTo>
                  <a:lnTo>
                    <a:pt x="634423" y="144262"/>
                  </a:lnTo>
                  <a:lnTo>
                    <a:pt x="636062" y="149180"/>
                  </a:lnTo>
                  <a:lnTo>
                    <a:pt x="636062" y="152458"/>
                  </a:lnTo>
                  <a:lnTo>
                    <a:pt x="637702" y="155737"/>
                  </a:lnTo>
                  <a:lnTo>
                    <a:pt x="639341" y="159016"/>
                  </a:lnTo>
                  <a:lnTo>
                    <a:pt x="639341" y="163934"/>
                  </a:lnTo>
                  <a:lnTo>
                    <a:pt x="637702" y="167213"/>
                  </a:lnTo>
                  <a:lnTo>
                    <a:pt x="639341" y="168852"/>
                  </a:lnTo>
                  <a:lnTo>
                    <a:pt x="642620" y="172130"/>
                  </a:lnTo>
                  <a:lnTo>
                    <a:pt x="644259" y="175409"/>
                  </a:lnTo>
                  <a:lnTo>
                    <a:pt x="644259" y="180327"/>
                  </a:lnTo>
                  <a:lnTo>
                    <a:pt x="645899" y="183606"/>
                  </a:lnTo>
                  <a:lnTo>
                    <a:pt x="647538" y="186885"/>
                  </a:lnTo>
                  <a:lnTo>
                    <a:pt x="645899" y="191803"/>
                  </a:lnTo>
                  <a:lnTo>
                    <a:pt x="644259" y="195081"/>
                  </a:lnTo>
                  <a:lnTo>
                    <a:pt x="642620" y="198360"/>
                  </a:lnTo>
                  <a:lnTo>
                    <a:pt x="642620" y="203278"/>
                  </a:lnTo>
                  <a:lnTo>
                    <a:pt x="645899" y="206557"/>
                  </a:lnTo>
                  <a:lnTo>
                    <a:pt x="644259" y="209835"/>
                  </a:lnTo>
                  <a:lnTo>
                    <a:pt x="644259" y="211475"/>
                  </a:lnTo>
                  <a:lnTo>
                    <a:pt x="644259" y="214753"/>
                  </a:lnTo>
                  <a:lnTo>
                    <a:pt x="644259" y="218032"/>
                  </a:lnTo>
                  <a:lnTo>
                    <a:pt x="642620" y="222950"/>
                  </a:lnTo>
                  <a:lnTo>
                    <a:pt x="642620" y="226229"/>
                  </a:lnTo>
                  <a:lnTo>
                    <a:pt x="639341" y="229507"/>
                  </a:lnTo>
                  <a:lnTo>
                    <a:pt x="634423" y="231147"/>
                  </a:lnTo>
                  <a:lnTo>
                    <a:pt x="637702" y="234425"/>
                  </a:lnTo>
                  <a:lnTo>
                    <a:pt x="639341" y="237704"/>
                  </a:lnTo>
                  <a:lnTo>
                    <a:pt x="636062" y="240983"/>
                  </a:lnTo>
                  <a:lnTo>
                    <a:pt x="632784" y="242622"/>
                  </a:lnTo>
                  <a:lnTo>
                    <a:pt x="629505" y="245901"/>
                  </a:lnTo>
                  <a:lnTo>
                    <a:pt x="629505" y="250819"/>
                  </a:lnTo>
                  <a:lnTo>
                    <a:pt x="629505" y="252458"/>
                  </a:lnTo>
                  <a:lnTo>
                    <a:pt x="631145" y="255737"/>
                  </a:lnTo>
                  <a:lnTo>
                    <a:pt x="632784" y="259015"/>
                  </a:lnTo>
                  <a:lnTo>
                    <a:pt x="632784" y="262294"/>
                  </a:lnTo>
                  <a:lnTo>
                    <a:pt x="632784" y="265573"/>
                  </a:lnTo>
                  <a:lnTo>
                    <a:pt x="632784" y="270491"/>
                  </a:lnTo>
                  <a:lnTo>
                    <a:pt x="636062" y="272130"/>
                  </a:lnTo>
                  <a:lnTo>
                    <a:pt x="640981" y="273769"/>
                  </a:lnTo>
                  <a:lnTo>
                    <a:pt x="640981" y="273769"/>
                  </a:lnTo>
                  <a:lnTo>
                    <a:pt x="642620" y="273769"/>
                  </a:lnTo>
                  <a:lnTo>
                    <a:pt x="645899" y="273769"/>
                  </a:lnTo>
                  <a:lnTo>
                    <a:pt x="649177" y="277048"/>
                  </a:lnTo>
                  <a:lnTo>
                    <a:pt x="647538" y="280327"/>
                  </a:lnTo>
                  <a:lnTo>
                    <a:pt x="644259" y="283605"/>
                  </a:lnTo>
                  <a:lnTo>
                    <a:pt x="640981" y="286884"/>
                  </a:lnTo>
                  <a:lnTo>
                    <a:pt x="639341" y="291802"/>
                  </a:lnTo>
                  <a:lnTo>
                    <a:pt x="639341" y="295081"/>
                  </a:lnTo>
                  <a:lnTo>
                    <a:pt x="640981" y="298359"/>
                  </a:lnTo>
                  <a:lnTo>
                    <a:pt x="642620" y="303277"/>
                  </a:lnTo>
                  <a:lnTo>
                    <a:pt x="644259" y="306556"/>
                  </a:lnTo>
                  <a:lnTo>
                    <a:pt x="645899" y="309835"/>
                  </a:lnTo>
                  <a:lnTo>
                    <a:pt x="647538" y="314753"/>
                  </a:lnTo>
                  <a:lnTo>
                    <a:pt x="649177" y="318031"/>
                  </a:lnTo>
                  <a:lnTo>
                    <a:pt x="650816" y="321310"/>
                  </a:lnTo>
                  <a:lnTo>
                    <a:pt x="652456" y="326228"/>
                  </a:lnTo>
                  <a:lnTo>
                    <a:pt x="654095" y="329507"/>
                  </a:lnTo>
                  <a:lnTo>
                    <a:pt x="655735" y="332785"/>
                  </a:lnTo>
                  <a:lnTo>
                    <a:pt x="655735" y="337703"/>
                  </a:lnTo>
                  <a:lnTo>
                    <a:pt x="654095" y="340982"/>
                  </a:lnTo>
                  <a:lnTo>
                    <a:pt x="655735" y="342622"/>
                  </a:lnTo>
                  <a:lnTo>
                    <a:pt x="655735" y="347540"/>
                  </a:lnTo>
                  <a:lnTo>
                    <a:pt x="657374" y="350818"/>
                  </a:lnTo>
                  <a:lnTo>
                    <a:pt x="657374" y="354097"/>
                  </a:lnTo>
                  <a:lnTo>
                    <a:pt x="657374" y="359015"/>
                  </a:lnTo>
                  <a:lnTo>
                    <a:pt x="659013" y="362294"/>
                  </a:lnTo>
                  <a:lnTo>
                    <a:pt x="662292" y="365572"/>
                  </a:lnTo>
                  <a:lnTo>
                    <a:pt x="667210" y="365572"/>
                  </a:lnTo>
                  <a:lnTo>
                    <a:pt x="668849" y="367212"/>
                  </a:lnTo>
                  <a:lnTo>
                    <a:pt x="672128" y="367212"/>
                  </a:lnTo>
                  <a:lnTo>
                    <a:pt x="675406" y="367212"/>
                  </a:lnTo>
                  <a:lnTo>
                    <a:pt x="680325" y="368851"/>
                  </a:lnTo>
                  <a:lnTo>
                    <a:pt x="681964" y="368851"/>
                  </a:lnTo>
                  <a:lnTo>
                    <a:pt x="685243" y="368851"/>
                  </a:lnTo>
                  <a:lnTo>
                    <a:pt x="688521" y="368851"/>
                  </a:lnTo>
                  <a:lnTo>
                    <a:pt x="691800" y="370490"/>
                  </a:lnTo>
                  <a:lnTo>
                    <a:pt x="693439" y="372130"/>
                  </a:lnTo>
                  <a:lnTo>
                    <a:pt x="695079" y="372130"/>
                  </a:lnTo>
                  <a:lnTo>
                    <a:pt x="695079" y="375408"/>
                  </a:lnTo>
                  <a:lnTo>
                    <a:pt x="695079" y="375408"/>
                  </a:lnTo>
                  <a:lnTo>
                    <a:pt x="696718" y="380326"/>
                  </a:lnTo>
                  <a:lnTo>
                    <a:pt x="699997" y="383605"/>
                  </a:lnTo>
                  <a:lnTo>
                    <a:pt x="699997" y="386884"/>
                  </a:lnTo>
                  <a:lnTo>
                    <a:pt x="699997" y="388523"/>
                  </a:lnTo>
                  <a:lnTo>
                    <a:pt x="698358" y="388523"/>
                  </a:lnTo>
                  <a:lnTo>
                    <a:pt x="698358" y="390162"/>
                  </a:lnTo>
                  <a:lnTo>
                    <a:pt x="698358" y="393441"/>
                  </a:lnTo>
                  <a:lnTo>
                    <a:pt x="698358" y="395080"/>
                  </a:lnTo>
                  <a:lnTo>
                    <a:pt x="696718" y="398359"/>
                  </a:lnTo>
                  <a:lnTo>
                    <a:pt x="693439" y="403277"/>
                  </a:lnTo>
                  <a:lnTo>
                    <a:pt x="691800" y="406556"/>
                  </a:lnTo>
                  <a:lnTo>
                    <a:pt x="688521" y="409834"/>
                  </a:lnTo>
                  <a:lnTo>
                    <a:pt x="686882" y="414752"/>
                  </a:lnTo>
                  <a:lnTo>
                    <a:pt x="683603" y="418031"/>
                  </a:lnTo>
                  <a:lnTo>
                    <a:pt x="680325" y="421310"/>
                  </a:lnTo>
                  <a:lnTo>
                    <a:pt x="678685" y="424588"/>
                  </a:lnTo>
                  <a:lnTo>
                    <a:pt x="678685" y="426228"/>
                  </a:lnTo>
                  <a:lnTo>
                    <a:pt x="675406" y="429506"/>
                  </a:lnTo>
                  <a:lnTo>
                    <a:pt x="675406" y="431146"/>
                  </a:lnTo>
                  <a:lnTo>
                    <a:pt x="672128" y="434424"/>
                  </a:lnTo>
                  <a:lnTo>
                    <a:pt x="670489" y="437703"/>
                  </a:lnTo>
                  <a:lnTo>
                    <a:pt x="670489" y="437703"/>
                  </a:lnTo>
                  <a:lnTo>
                    <a:pt x="675406" y="440982"/>
                  </a:lnTo>
                  <a:lnTo>
                    <a:pt x="678685" y="444260"/>
                  </a:lnTo>
                  <a:lnTo>
                    <a:pt x="681964" y="449178"/>
                  </a:lnTo>
                  <a:lnTo>
                    <a:pt x="685243" y="452457"/>
                  </a:lnTo>
                  <a:lnTo>
                    <a:pt x="688521" y="455736"/>
                  </a:lnTo>
                  <a:lnTo>
                    <a:pt x="691800" y="460654"/>
                  </a:lnTo>
                  <a:lnTo>
                    <a:pt x="693439" y="463932"/>
                  </a:lnTo>
                  <a:lnTo>
                    <a:pt x="695079" y="468850"/>
                  </a:lnTo>
                  <a:lnTo>
                    <a:pt x="699997" y="472129"/>
                  </a:lnTo>
                  <a:lnTo>
                    <a:pt x="699997" y="475408"/>
                  </a:lnTo>
                  <a:lnTo>
                    <a:pt x="701636" y="475408"/>
                  </a:lnTo>
                  <a:lnTo>
                    <a:pt x="703275" y="478687"/>
                  </a:lnTo>
                  <a:lnTo>
                    <a:pt x="704915" y="481965"/>
                  </a:lnTo>
                  <a:lnTo>
                    <a:pt x="708193" y="486883"/>
                  </a:lnTo>
                  <a:lnTo>
                    <a:pt x="711472" y="490162"/>
                  </a:lnTo>
                  <a:lnTo>
                    <a:pt x="714751" y="493440"/>
                  </a:lnTo>
                  <a:lnTo>
                    <a:pt x="719669" y="495080"/>
                  </a:lnTo>
                  <a:lnTo>
                    <a:pt x="722948" y="496719"/>
                  </a:lnTo>
                  <a:lnTo>
                    <a:pt x="726226" y="498359"/>
                  </a:lnTo>
                  <a:lnTo>
                    <a:pt x="729505" y="499998"/>
                  </a:lnTo>
                  <a:lnTo>
                    <a:pt x="734423" y="499998"/>
                  </a:lnTo>
                  <a:lnTo>
                    <a:pt x="737702" y="503277"/>
                  </a:lnTo>
                  <a:lnTo>
                    <a:pt x="740980" y="506555"/>
                  </a:lnTo>
                  <a:lnTo>
                    <a:pt x="745898" y="508194"/>
                  </a:lnTo>
                  <a:lnTo>
                    <a:pt x="747538" y="508194"/>
                  </a:lnTo>
                  <a:lnTo>
                    <a:pt x="750816" y="508194"/>
                  </a:lnTo>
                  <a:lnTo>
                    <a:pt x="752455" y="513112"/>
                  </a:lnTo>
                  <a:lnTo>
                    <a:pt x="752455" y="513112"/>
                  </a:lnTo>
                  <a:lnTo>
                    <a:pt x="752455" y="516391"/>
                  </a:lnTo>
                  <a:lnTo>
                    <a:pt x="752455" y="518031"/>
                  </a:lnTo>
                  <a:lnTo>
                    <a:pt x="752455" y="522949"/>
                  </a:lnTo>
                  <a:lnTo>
                    <a:pt x="754095" y="526227"/>
                  </a:lnTo>
                  <a:lnTo>
                    <a:pt x="755734" y="529506"/>
                  </a:lnTo>
                  <a:lnTo>
                    <a:pt x="755734" y="534424"/>
                  </a:lnTo>
                  <a:lnTo>
                    <a:pt x="755734" y="537703"/>
                  </a:lnTo>
                  <a:lnTo>
                    <a:pt x="757373" y="540981"/>
                  </a:lnTo>
                  <a:lnTo>
                    <a:pt x="757373" y="545899"/>
                  </a:lnTo>
                  <a:lnTo>
                    <a:pt x="757373" y="549178"/>
                  </a:lnTo>
                  <a:lnTo>
                    <a:pt x="759013" y="552457"/>
                  </a:lnTo>
                  <a:lnTo>
                    <a:pt x="762292" y="554096"/>
                  </a:lnTo>
                  <a:lnTo>
                    <a:pt x="767209" y="552457"/>
                  </a:lnTo>
                  <a:lnTo>
                    <a:pt x="770488" y="552457"/>
                  </a:lnTo>
                  <a:lnTo>
                    <a:pt x="773767" y="552457"/>
                  </a:lnTo>
                  <a:lnTo>
                    <a:pt x="777046" y="557374"/>
                  </a:lnTo>
                  <a:lnTo>
                    <a:pt x="777046" y="557374"/>
                  </a:lnTo>
                  <a:lnTo>
                    <a:pt x="777046" y="557374"/>
                  </a:lnTo>
                  <a:lnTo>
                    <a:pt x="777046" y="557374"/>
                  </a:lnTo>
                  <a:lnTo>
                    <a:pt x="777046" y="557374"/>
                  </a:lnTo>
                  <a:lnTo>
                    <a:pt x="775406" y="559014"/>
                  </a:lnTo>
                  <a:lnTo>
                    <a:pt x="775406" y="562293"/>
                  </a:lnTo>
                  <a:lnTo>
                    <a:pt x="775406" y="563932"/>
                  </a:lnTo>
                  <a:lnTo>
                    <a:pt x="777046" y="568850"/>
                  </a:lnTo>
                  <a:lnTo>
                    <a:pt x="773767" y="572129"/>
                  </a:lnTo>
                  <a:lnTo>
                    <a:pt x="773767" y="575407"/>
                  </a:lnTo>
                  <a:lnTo>
                    <a:pt x="773767" y="580325"/>
                  </a:lnTo>
                  <a:lnTo>
                    <a:pt x="768849" y="578686"/>
                  </a:lnTo>
                  <a:lnTo>
                    <a:pt x="765570" y="578686"/>
                  </a:lnTo>
                  <a:lnTo>
                    <a:pt x="762292" y="578686"/>
                  </a:lnTo>
                  <a:lnTo>
                    <a:pt x="757373" y="580325"/>
                  </a:lnTo>
                  <a:lnTo>
                    <a:pt x="754095" y="581965"/>
                  </a:lnTo>
                  <a:lnTo>
                    <a:pt x="750816" y="581965"/>
                  </a:lnTo>
                  <a:lnTo>
                    <a:pt x="745898" y="583604"/>
                  </a:lnTo>
                  <a:lnTo>
                    <a:pt x="742619" y="585243"/>
                  </a:lnTo>
                  <a:lnTo>
                    <a:pt x="740980" y="588522"/>
                  </a:lnTo>
                  <a:lnTo>
                    <a:pt x="742619" y="591801"/>
                  </a:lnTo>
                  <a:lnTo>
                    <a:pt x="739341" y="591801"/>
                  </a:lnTo>
                  <a:lnTo>
                    <a:pt x="736062" y="593440"/>
                  </a:lnTo>
                  <a:lnTo>
                    <a:pt x="732783" y="595079"/>
                  </a:lnTo>
                  <a:lnTo>
                    <a:pt x="727865" y="596719"/>
                  </a:lnTo>
                  <a:lnTo>
                    <a:pt x="726226" y="599997"/>
                  </a:lnTo>
                  <a:lnTo>
                    <a:pt x="726226" y="603276"/>
                  </a:lnTo>
                  <a:lnTo>
                    <a:pt x="726226" y="604915"/>
                  </a:lnTo>
                  <a:lnTo>
                    <a:pt x="726226" y="608194"/>
                  </a:lnTo>
                  <a:lnTo>
                    <a:pt x="726226" y="611473"/>
                  </a:lnTo>
                  <a:lnTo>
                    <a:pt x="722948" y="616391"/>
                  </a:lnTo>
                  <a:lnTo>
                    <a:pt x="722948" y="619669"/>
                  </a:lnTo>
                  <a:lnTo>
                    <a:pt x="722948" y="622948"/>
                  </a:lnTo>
                  <a:lnTo>
                    <a:pt x="722948" y="627866"/>
                  </a:lnTo>
                  <a:lnTo>
                    <a:pt x="722948" y="631145"/>
                  </a:lnTo>
                  <a:lnTo>
                    <a:pt x="722948" y="634424"/>
                  </a:lnTo>
                  <a:lnTo>
                    <a:pt x="722948" y="639341"/>
                  </a:lnTo>
                  <a:lnTo>
                    <a:pt x="722948" y="642620"/>
                  </a:lnTo>
                  <a:lnTo>
                    <a:pt x="718029" y="642620"/>
                  </a:lnTo>
                  <a:lnTo>
                    <a:pt x="718029" y="645899"/>
                  </a:lnTo>
                  <a:lnTo>
                    <a:pt x="714751" y="647538"/>
                  </a:lnTo>
                  <a:lnTo>
                    <a:pt x="711472" y="647538"/>
                  </a:lnTo>
                  <a:lnTo>
                    <a:pt x="708193" y="645899"/>
                  </a:lnTo>
                  <a:lnTo>
                    <a:pt x="703275" y="644259"/>
                  </a:lnTo>
                  <a:lnTo>
                    <a:pt x="699997" y="642620"/>
                  </a:lnTo>
                  <a:lnTo>
                    <a:pt x="696718" y="642620"/>
                  </a:lnTo>
                  <a:lnTo>
                    <a:pt x="691800" y="640981"/>
                  </a:lnTo>
                  <a:lnTo>
                    <a:pt x="688521" y="640981"/>
                  </a:lnTo>
                  <a:lnTo>
                    <a:pt x="685243" y="639341"/>
                  </a:lnTo>
                  <a:lnTo>
                    <a:pt x="683603" y="636063"/>
                  </a:lnTo>
                  <a:lnTo>
                    <a:pt x="680325" y="632784"/>
                  </a:lnTo>
                  <a:lnTo>
                    <a:pt x="677046" y="632784"/>
                  </a:lnTo>
                  <a:lnTo>
                    <a:pt x="677046" y="637702"/>
                  </a:lnTo>
                  <a:lnTo>
                    <a:pt x="678685" y="637702"/>
                  </a:lnTo>
                  <a:lnTo>
                    <a:pt x="673768" y="637702"/>
                  </a:lnTo>
                  <a:lnTo>
                    <a:pt x="670489" y="634424"/>
                  </a:lnTo>
                  <a:lnTo>
                    <a:pt x="668849" y="636063"/>
                  </a:lnTo>
                  <a:lnTo>
                    <a:pt x="665571" y="636063"/>
                  </a:lnTo>
                  <a:lnTo>
                    <a:pt x="662292" y="634424"/>
                  </a:lnTo>
                  <a:lnTo>
                    <a:pt x="660653" y="634424"/>
                  </a:lnTo>
                  <a:lnTo>
                    <a:pt x="657374" y="636063"/>
                  </a:lnTo>
                  <a:lnTo>
                    <a:pt x="654095" y="634424"/>
                  </a:lnTo>
                  <a:lnTo>
                    <a:pt x="650816" y="634424"/>
                  </a:lnTo>
                  <a:lnTo>
                    <a:pt x="645899" y="634424"/>
                  </a:lnTo>
                  <a:lnTo>
                    <a:pt x="642620" y="631145"/>
                  </a:lnTo>
                  <a:lnTo>
                    <a:pt x="639341" y="631145"/>
                  </a:lnTo>
                  <a:lnTo>
                    <a:pt x="636062" y="632784"/>
                  </a:lnTo>
                  <a:lnTo>
                    <a:pt x="632784" y="632784"/>
                  </a:lnTo>
                  <a:lnTo>
                    <a:pt x="629505" y="634424"/>
                  </a:lnTo>
                  <a:lnTo>
                    <a:pt x="626226" y="634424"/>
                  </a:lnTo>
                  <a:lnTo>
                    <a:pt x="621309" y="631145"/>
                  </a:lnTo>
                  <a:lnTo>
                    <a:pt x="618030" y="627866"/>
                  </a:lnTo>
                  <a:lnTo>
                    <a:pt x="614751" y="626227"/>
                  </a:lnTo>
                  <a:lnTo>
                    <a:pt x="609833" y="626227"/>
                  </a:lnTo>
                  <a:lnTo>
                    <a:pt x="606555" y="626227"/>
                  </a:lnTo>
                  <a:lnTo>
                    <a:pt x="603276" y="626227"/>
                  </a:lnTo>
                  <a:lnTo>
                    <a:pt x="598358" y="624587"/>
                  </a:lnTo>
                  <a:lnTo>
                    <a:pt x="595079" y="626227"/>
                  </a:lnTo>
                  <a:lnTo>
                    <a:pt x="591801" y="627866"/>
                  </a:lnTo>
                  <a:lnTo>
                    <a:pt x="588522" y="626227"/>
                  </a:lnTo>
                  <a:lnTo>
                    <a:pt x="585243" y="622948"/>
                  </a:lnTo>
                  <a:lnTo>
                    <a:pt x="581965" y="621309"/>
                  </a:lnTo>
                  <a:lnTo>
                    <a:pt x="577046" y="622948"/>
                  </a:lnTo>
                  <a:lnTo>
                    <a:pt x="577046" y="624587"/>
                  </a:lnTo>
                  <a:lnTo>
                    <a:pt x="577046" y="619669"/>
                  </a:lnTo>
                  <a:lnTo>
                    <a:pt x="572128" y="618030"/>
                  </a:lnTo>
                  <a:lnTo>
                    <a:pt x="568850" y="619669"/>
                  </a:lnTo>
                  <a:lnTo>
                    <a:pt x="565571" y="618030"/>
                  </a:lnTo>
                  <a:lnTo>
                    <a:pt x="560653" y="618030"/>
                  </a:lnTo>
                  <a:lnTo>
                    <a:pt x="557375" y="614751"/>
                  </a:lnTo>
                  <a:lnTo>
                    <a:pt x="555735" y="609833"/>
                  </a:lnTo>
                  <a:lnTo>
                    <a:pt x="552456" y="606555"/>
                  </a:lnTo>
                  <a:lnTo>
                    <a:pt x="552456" y="601637"/>
                  </a:lnTo>
                  <a:lnTo>
                    <a:pt x="552456" y="598358"/>
                  </a:lnTo>
                  <a:lnTo>
                    <a:pt x="549178" y="595079"/>
                  </a:lnTo>
                  <a:lnTo>
                    <a:pt x="549178" y="591801"/>
                  </a:lnTo>
                  <a:lnTo>
                    <a:pt x="547538" y="586883"/>
                  </a:lnTo>
                  <a:lnTo>
                    <a:pt x="547538" y="583604"/>
                  </a:lnTo>
                  <a:lnTo>
                    <a:pt x="545899" y="580325"/>
                  </a:lnTo>
                  <a:lnTo>
                    <a:pt x="545899" y="575407"/>
                  </a:lnTo>
                  <a:lnTo>
                    <a:pt x="544260" y="572129"/>
                  </a:lnTo>
                  <a:lnTo>
                    <a:pt x="542621" y="568850"/>
                  </a:lnTo>
                  <a:lnTo>
                    <a:pt x="540981" y="563932"/>
                  </a:lnTo>
                  <a:lnTo>
                    <a:pt x="536063" y="562293"/>
                  </a:lnTo>
                  <a:lnTo>
                    <a:pt x="536063" y="559014"/>
                  </a:lnTo>
                  <a:lnTo>
                    <a:pt x="534424" y="557374"/>
                  </a:lnTo>
                  <a:lnTo>
                    <a:pt x="529506" y="557374"/>
                  </a:lnTo>
                  <a:lnTo>
                    <a:pt x="526227" y="557374"/>
                  </a:lnTo>
                  <a:lnTo>
                    <a:pt x="522948" y="555735"/>
                  </a:lnTo>
                  <a:lnTo>
                    <a:pt x="518031" y="555735"/>
                  </a:lnTo>
                  <a:lnTo>
                    <a:pt x="514752" y="555735"/>
                  </a:lnTo>
                  <a:lnTo>
                    <a:pt x="509834" y="555735"/>
                  </a:lnTo>
                  <a:lnTo>
                    <a:pt x="506555" y="559014"/>
                  </a:lnTo>
                  <a:lnTo>
                    <a:pt x="503276" y="560653"/>
                  </a:lnTo>
                  <a:lnTo>
                    <a:pt x="499998" y="562293"/>
                  </a:lnTo>
                  <a:lnTo>
                    <a:pt x="498358" y="562293"/>
                  </a:lnTo>
                  <a:lnTo>
                    <a:pt x="496719" y="563932"/>
                  </a:lnTo>
                  <a:lnTo>
                    <a:pt x="491801" y="563932"/>
                  </a:lnTo>
                  <a:lnTo>
                    <a:pt x="488522" y="567211"/>
                  </a:lnTo>
                  <a:lnTo>
                    <a:pt x="488522" y="568850"/>
                  </a:lnTo>
                  <a:lnTo>
                    <a:pt x="490162" y="572129"/>
                  </a:lnTo>
                  <a:lnTo>
                    <a:pt x="486883" y="573768"/>
                  </a:lnTo>
                  <a:lnTo>
                    <a:pt x="485244" y="573768"/>
                  </a:lnTo>
                  <a:lnTo>
                    <a:pt x="480325" y="573768"/>
                  </a:lnTo>
                  <a:lnTo>
                    <a:pt x="477047" y="573768"/>
                  </a:lnTo>
                  <a:lnTo>
                    <a:pt x="472129" y="577047"/>
                  </a:lnTo>
                  <a:lnTo>
                    <a:pt x="468850" y="580325"/>
                  </a:lnTo>
                  <a:lnTo>
                    <a:pt x="468850" y="580325"/>
                  </a:lnTo>
                  <a:lnTo>
                    <a:pt x="465572" y="583604"/>
                  </a:lnTo>
                  <a:lnTo>
                    <a:pt x="460654" y="585243"/>
                  </a:lnTo>
                  <a:lnTo>
                    <a:pt x="457375" y="585243"/>
                  </a:lnTo>
                  <a:lnTo>
                    <a:pt x="452457" y="581965"/>
                  </a:lnTo>
                  <a:lnTo>
                    <a:pt x="449178" y="581965"/>
                  </a:lnTo>
                  <a:lnTo>
                    <a:pt x="445899" y="580325"/>
                  </a:lnTo>
                  <a:lnTo>
                    <a:pt x="442621" y="577047"/>
                  </a:lnTo>
                  <a:lnTo>
                    <a:pt x="439342" y="577047"/>
                  </a:lnTo>
                  <a:lnTo>
                    <a:pt x="436064" y="577047"/>
                  </a:lnTo>
                  <a:lnTo>
                    <a:pt x="431145" y="575407"/>
                  </a:lnTo>
                  <a:lnTo>
                    <a:pt x="427867" y="577047"/>
                  </a:lnTo>
                  <a:lnTo>
                    <a:pt x="424588" y="577047"/>
                  </a:lnTo>
                  <a:lnTo>
                    <a:pt x="419670" y="577047"/>
                  </a:lnTo>
                  <a:lnTo>
                    <a:pt x="416391" y="573768"/>
                  </a:lnTo>
                  <a:lnTo>
                    <a:pt x="413113" y="570489"/>
                  </a:lnTo>
                  <a:lnTo>
                    <a:pt x="409834" y="567211"/>
                  </a:lnTo>
                  <a:lnTo>
                    <a:pt x="409834" y="565571"/>
                  </a:lnTo>
                  <a:lnTo>
                    <a:pt x="404916" y="563932"/>
                  </a:lnTo>
                  <a:lnTo>
                    <a:pt x="401638" y="562293"/>
                  </a:lnTo>
                  <a:lnTo>
                    <a:pt x="398359" y="560653"/>
                  </a:lnTo>
                  <a:lnTo>
                    <a:pt x="395080" y="559014"/>
                  </a:lnTo>
                  <a:lnTo>
                    <a:pt x="390162" y="557374"/>
                  </a:lnTo>
                  <a:lnTo>
                    <a:pt x="386884" y="554096"/>
                  </a:lnTo>
                  <a:lnTo>
                    <a:pt x="383605" y="552457"/>
                  </a:lnTo>
                  <a:lnTo>
                    <a:pt x="378687" y="549178"/>
                  </a:lnTo>
                  <a:lnTo>
                    <a:pt x="378687" y="549178"/>
                  </a:lnTo>
                  <a:lnTo>
                    <a:pt x="375408" y="547539"/>
                  </a:lnTo>
                  <a:lnTo>
                    <a:pt x="377047" y="544260"/>
                  </a:lnTo>
                  <a:lnTo>
                    <a:pt x="373769" y="540981"/>
                  </a:lnTo>
                  <a:lnTo>
                    <a:pt x="370490" y="536063"/>
                  </a:lnTo>
                  <a:lnTo>
                    <a:pt x="367211" y="534424"/>
                  </a:lnTo>
                  <a:lnTo>
                    <a:pt x="363932" y="534424"/>
                  </a:lnTo>
                  <a:lnTo>
                    <a:pt x="359015" y="532784"/>
                  </a:lnTo>
                  <a:lnTo>
                    <a:pt x="355736" y="529506"/>
                  </a:lnTo>
                  <a:lnTo>
                    <a:pt x="352457" y="526227"/>
                  </a:lnTo>
                  <a:lnTo>
                    <a:pt x="347539" y="526227"/>
                  </a:lnTo>
                  <a:lnTo>
                    <a:pt x="344261" y="526227"/>
                  </a:lnTo>
                  <a:lnTo>
                    <a:pt x="339342" y="526227"/>
                  </a:lnTo>
                  <a:lnTo>
                    <a:pt x="336064" y="526227"/>
                  </a:lnTo>
                  <a:lnTo>
                    <a:pt x="332785" y="522949"/>
                  </a:lnTo>
                  <a:lnTo>
                    <a:pt x="327867" y="521309"/>
                  </a:lnTo>
                  <a:lnTo>
                    <a:pt x="326228" y="518031"/>
                  </a:lnTo>
                  <a:lnTo>
                    <a:pt x="322949" y="514752"/>
                  </a:lnTo>
                  <a:lnTo>
                    <a:pt x="322949" y="513112"/>
                  </a:lnTo>
                  <a:lnTo>
                    <a:pt x="322949" y="508194"/>
                  </a:lnTo>
                  <a:lnTo>
                    <a:pt x="319671" y="504916"/>
                  </a:lnTo>
                  <a:lnTo>
                    <a:pt x="316392" y="501637"/>
                  </a:lnTo>
                  <a:lnTo>
                    <a:pt x="314752" y="496719"/>
                  </a:lnTo>
                  <a:lnTo>
                    <a:pt x="314752" y="495080"/>
                  </a:lnTo>
                  <a:lnTo>
                    <a:pt x="313113" y="491801"/>
                  </a:lnTo>
                  <a:lnTo>
                    <a:pt x="313113" y="488522"/>
                  </a:lnTo>
                  <a:lnTo>
                    <a:pt x="309835" y="483604"/>
                  </a:lnTo>
                  <a:lnTo>
                    <a:pt x="306556" y="481965"/>
                  </a:lnTo>
                  <a:lnTo>
                    <a:pt x="303277" y="478687"/>
                  </a:lnTo>
                  <a:lnTo>
                    <a:pt x="301638" y="475408"/>
                  </a:lnTo>
                  <a:lnTo>
                    <a:pt x="304917" y="475408"/>
                  </a:lnTo>
                  <a:lnTo>
                    <a:pt x="306556" y="472129"/>
                  </a:lnTo>
                  <a:lnTo>
                    <a:pt x="301638" y="468850"/>
                  </a:lnTo>
                  <a:lnTo>
                    <a:pt x="298359" y="468850"/>
                  </a:lnTo>
                  <a:lnTo>
                    <a:pt x="295081" y="467211"/>
                  </a:lnTo>
                  <a:lnTo>
                    <a:pt x="295081" y="467211"/>
                  </a:lnTo>
                  <a:lnTo>
                    <a:pt x="296720" y="462293"/>
                  </a:lnTo>
                  <a:lnTo>
                    <a:pt x="295081" y="459014"/>
                  </a:lnTo>
                  <a:lnTo>
                    <a:pt x="293441" y="455736"/>
                  </a:lnTo>
                  <a:lnTo>
                    <a:pt x="290162" y="452457"/>
                  </a:lnTo>
                  <a:lnTo>
                    <a:pt x="286884" y="449178"/>
                  </a:lnTo>
                  <a:lnTo>
                    <a:pt x="286884" y="447539"/>
                  </a:lnTo>
                  <a:lnTo>
                    <a:pt x="283605" y="445900"/>
                  </a:lnTo>
                  <a:lnTo>
                    <a:pt x="280327" y="442621"/>
                  </a:lnTo>
                  <a:lnTo>
                    <a:pt x="278687" y="439342"/>
                  </a:lnTo>
                  <a:lnTo>
                    <a:pt x="278687" y="439342"/>
                  </a:lnTo>
                  <a:lnTo>
                    <a:pt x="277048" y="437703"/>
                  </a:lnTo>
                  <a:lnTo>
                    <a:pt x="273769" y="434424"/>
                  </a:lnTo>
                  <a:lnTo>
                    <a:pt x="272130" y="431146"/>
                  </a:lnTo>
                  <a:lnTo>
                    <a:pt x="272130" y="429506"/>
                  </a:lnTo>
                  <a:lnTo>
                    <a:pt x="270491" y="424588"/>
                  </a:lnTo>
                  <a:lnTo>
                    <a:pt x="267212" y="421310"/>
                  </a:lnTo>
                  <a:lnTo>
                    <a:pt x="265572" y="421310"/>
                  </a:lnTo>
                  <a:lnTo>
                    <a:pt x="263933" y="421310"/>
                  </a:lnTo>
                  <a:lnTo>
                    <a:pt x="259015" y="424588"/>
                  </a:lnTo>
                  <a:lnTo>
                    <a:pt x="255737" y="427867"/>
                  </a:lnTo>
                  <a:lnTo>
                    <a:pt x="252458" y="431146"/>
                  </a:lnTo>
                  <a:lnTo>
                    <a:pt x="249179" y="427867"/>
                  </a:lnTo>
                  <a:lnTo>
                    <a:pt x="249179" y="426228"/>
                  </a:lnTo>
                  <a:lnTo>
                    <a:pt x="245901" y="422949"/>
                  </a:lnTo>
                  <a:lnTo>
                    <a:pt x="242622" y="422949"/>
                  </a:lnTo>
                  <a:lnTo>
                    <a:pt x="237704" y="424588"/>
                  </a:lnTo>
                  <a:lnTo>
                    <a:pt x="236064" y="419670"/>
                  </a:lnTo>
                  <a:lnTo>
                    <a:pt x="232786" y="419670"/>
                  </a:lnTo>
                  <a:lnTo>
                    <a:pt x="229507" y="418031"/>
                  </a:lnTo>
                  <a:lnTo>
                    <a:pt x="226228" y="413113"/>
                  </a:lnTo>
                  <a:lnTo>
                    <a:pt x="229507" y="413113"/>
                  </a:lnTo>
                  <a:lnTo>
                    <a:pt x="234425" y="414752"/>
                  </a:lnTo>
                  <a:lnTo>
                    <a:pt x="237704" y="413113"/>
                  </a:lnTo>
                  <a:lnTo>
                    <a:pt x="234425" y="409834"/>
                  </a:lnTo>
                  <a:lnTo>
                    <a:pt x="231147" y="408195"/>
                  </a:lnTo>
                  <a:lnTo>
                    <a:pt x="231147" y="408195"/>
                  </a:lnTo>
                  <a:lnTo>
                    <a:pt x="229507" y="408195"/>
                  </a:lnTo>
                  <a:lnTo>
                    <a:pt x="226228" y="409834"/>
                  </a:lnTo>
                  <a:lnTo>
                    <a:pt x="229507" y="413113"/>
                  </a:lnTo>
                  <a:lnTo>
                    <a:pt x="224589" y="413113"/>
                  </a:lnTo>
                  <a:lnTo>
                    <a:pt x="224589" y="416392"/>
                  </a:lnTo>
                  <a:lnTo>
                    <a:pt x="224589" y="418031"/>
                  </a:lnTo>
                  <a:lnTo>
                    <a:pt x="227868" y="422949"/>
                  </a:lnTo>
                  <a:lnTo>
                    <a:pt x="227868" y="426228"/>
                  </a:lnTo>
                  <a:lnTo>
                    <a:pt x="226228" y="429506"/>
                  </a:lnTo>
                  <a:lnTo>
                    <a:pt x="224589" y="429506"/>
                  </a:lnTo>
                  <a:lnTo>
                    <a:pt x="219671" y="429506"/>
                  </a:lnTo>
                  <a:lnTo>
                    <a:pt x="216392" y="429506"/>
                  </a:lnTo>
                  <a:lnTo>
                    <a:pt x="218032" y="431146"/>
                  </a:lnTo>
                  <a:lnTo>
                    <a:pt x="216392" y="432785"/>
                  </a:lnTo>
                  <a:lnTo>
                    <a:pt x="213114" y="432785"/>
                  </a:lnTo>
                  <a:lnTo>
                    <a:pt x="209835" y="431146"/>
                  </a:lnTo>
                  <a:lnTo>
                    <a:pt x="208195" y="427867"/>
                  </a:lnTo>
                  <a:lnTo>
                    <a:pt x="208195" y="424588"/>
                  </a:lnTo>
                  <a:lnTo>
                    <a:pt x="204917" y="419670"/>
                  </a:lnTo>
                  <a:lnTo>
                    <a:pt x="201638" y="416392"/>
                  </a:lnTo>
                  <a:lnTo>
                    <a:pt x="198360" y="416392"/>
                  </a:lnTo>
                  <a:lnTo>
                    <a:pt x="196720" y="411474"/>
                  </a:lnTo>
                  <a:lnTo>
                    <a:pt x="196720" y="411474"/>
                  </a:lnTo>
                  <a:lnTo>
                    <a:pt x="193442" y="411474"/>
                  </a:lnTo>
                  <a:lnTo>
                    <a:pt x="191802" y="406556"/>
                  </a:lnTo>
                  <a:lnTo>
                    <a:pt x="191802" y="403277"/>
                  </a:lnTo>
                  <a:lnTo>
                    <a:pt x="191802" y="398359"/>
                  </a:lnTo>
                  <a:lnTo>
                    <a:pt x="190163" y="395080"/>
                  </a:lnTo>
                  <a:lnTo>
                    <a:pt x="190163" y="391802"/>
                  </a:lnTo>
                  <a:lnTo>
                    <a:pt x="190163" y="386884"/>
                  </a:lnTo>
                  <a:lnTo>
                    <a:pt x="186884" y="386884"/>
                  </a:lnTo>
                  <a:lnTo>
                    <a:pt x="181966" y="386884"/>
                  </a:lnTo>
                  <a:lnTo>
                    <a:pt x="178688" y="386884"/>
                  </a:lnTo>
                  <a:lnTo>
                    <a:pt x="177048" y="383605"/>
                  </a:lnTo>
                  <a:lnTo>
                    <a:pt x="177048" y="378687"/>
                  </a:lnTo>
                  <a:lnTo>
                    <a:pt x="175409" y="375408"/>
                  </a:lnTo>
                  <a:lnTo>
                    <a:pt x="175409" y="372130"/>
                  </a:lnTo>
                  <a:lnTo>
                    <a:pt x="175409" y="367212"/>
                  </a:lnTo>
                  <a:lnTo>
                    <a:pt x="177048" y="363933"/>
                  </a:lnTo>
                  <a:lnTo>
                    <a:pt x="177048" y="360654"/>
                  </a:lnTo>
                  <a:lnTo>
                    <a:pt x="178688" y="355736"/>
                  </a:lnTo>
                  <a:lnTo>
                    <a:pt x="178688" y="354097"/>
                  </a:lnTo>
                  <a:lnTo>
                    <a:pt x="178688" y="350818"/>
                  </a:lnTo>
                  <a:lnTo>
                    <a:pt x="177048" y="347540"/>
                  </a:lnTo>
                  <a:lnTo>
                    <a:pt x="173770" y="344261"/>
                  </a:lnTo>
                  <a:lnTo>
                    <a:pt x="172130" y="342622"/>
                  </a:lnTo>
                  <a:lnTo>
                    <a:pt x="172130" y="342622"/>
                  </a:lnTo>
                  <a:lnTo>
                    <a:pt x="172130" y="340982"/>
                  </a:lnTo>
                  <a:lnTo>
                    <a:pt x="168851" y="337703"/>
                  </a:lnTo>
                  <a:lnTo>
                    <a:pt x="168851" y="337703"/>
                  </a:lnTo>
                  <a:lnTo>
                    <a:pt x="167212" y="337703"/>
                  </a:lnTo>
                  <a:lnTo>
                    <a:pt x="167212" y="337703"/>
                  </a:lnTo>
                  <a:lnTo>
                    <a:pt x="165573" y="334425"/>
                  </a:lnTo>
                  <a:lnTo>
                    <a:pt x="163934" y="329507"/>
                  </a:lnTo>
                  <a:lnTo>
                    <a:pt x="160655" y="327867"/>
                  </a:lnTo>
                  <a:lnTo>
                    <a:pt x="160655" y="326228"/>
                  </a:lnTo>
                  <a:lnTo>
                    <a:pt x="159015" y="322950"/>
                  </a:lnTo>
                  <a:lnTo>
                    <a:pt x="155737" y="321310"/>
                  </a:lnTo>
                  <a:lnTo>
                    <a:pt x="154098" y="321310"/>
                  </a:lnTo>
                  <a:lnTo>
                    <a:pt x="154098" y="321310"/>
                  </a:lnTo>
                  <a:lnTo>
                    <a:pt x="150819" y="322950"/>
                  </a:lnTo>
                  <a:lnTo>
                    <a:pt x="147540" y="321310"/>
                  </a:lnTo>
                  <a:lnTo>
                    <a:pt x="144261" y="318031"/>
                  </a:lnTo>
                  <a:lnTo>
                    <a:pt x="140983" y="314753"/>
                  </a:lnTo>
                  <a:lnTo>
                    <a:pt x="136065" y="311474"/>
                  </a:lnTo>
                  <a:lnTo>
                    <a:pt x="132786" y="308195"/>
                  </a:lnTo>
                  <a:lnTo>
                    <a:pt x="129508" y="306556"/>
                  </a:lnTo>
                  <a:lnTo>
                    <a:pt x="127868" y="304917"/>
                  </a:lnTo>
                  <a:lnTo>
                    <a:pt x="124590" y="303277"/>
                  </a:lnTo>
                  <a:lnTo>
                    <a:pt x="121311" y="301638"/>
                  </a:lnTo>
                  <a:lnTo>
                    <a:pt x="118032" y="299999"/>
                  </a:lnTo>
                  <a:lnTo>
                    <a:pt x="114754" y="299999"/>
                  </a:lnTo>
                  <a:lnTo>
                    <a:pt x="111475" y="299999"/>
                  </a:lnTo>
                  <a:lnTo>
                    <a:pt x="109835" y="296720"/>
                  </a:lnTo>
                  <a:lnTo>
                    <a:pt x="106557" y="295081"/>
                  </a:lnTo>
                  <a:lnTo>
                    <a:pt x="109835" y="293441"/>
                  </a:lnTo>
                  <a:lnTo>
                    <a:pt x="111475" y="290163"/>
                  </a:lnTo>
                  <a:lnTo>
                    <a:pt x="109835" y="286884"/>
                  </a:lnTo>
                  <a:lnTo>
                    <a:pt x="106557" y="283605"/>
                  </a:lnTo>
                  <a:lnTo>
                    <a:pt x="104917" y="278687"/>
                  </a:lnTo>
                  <a:lnTo>
                    <a:pt x="103278" y="277048"/>
                  </a:lnTo>
                  <a:lnTo>
                    <a:pt x="100000" y="277048"/>
                  </a:lnTo>
                  <a:lnTo>
                    <a:pt x="100000" y="273769"/>
                  </a:lnTo>
                  <a:lnTo>
                    <a:pt x="96721" y="270491"/>
                  </a:lnTo>
                  <a:lnTo>
                    <a:pt x="93442" y="270491"/>
                  </a:lnTo>
                  <a:lnTo>
                    <a:pt x="88524" y="267212"/>
                  </a:lnTo>
                  <a:lnTo>
                    <a:pt x="86885" y="263933"/>
                  </a:lnTo>
                  <a:lnTo>
                    <a:pt x="85245" y="259015"/>
                  </a:lnTo>
                  <a:lnTo>
                    <a:pt x="80327" y="257376"/>
                  </a:lnTo>
                  <a:lnTo>
                    <a:pt x="80327" y="257376"/>
                  </a:lnTo>
                  <a:lnTo>
                    <a:pt x="78688" y="255737"/>
                  </a:lnTo>
                  <a:lnTo>
                    <a:pt x="80327" y="255737"/>
                  </a:lnTo>
                  <a:lnTo>
                    <a:pt x="80327" y="254097"/>
                  </a:lnTo>
                  <a:lnTo>
                    <a:pt x="81967" y="250819"/>
                  </a:lnTo>
                  <a:lnTo>
                    <a:pt x="83606" y="245901"/>
                  </a:lnTo>
                  <a:lnTo>
                    <a:pt x="83606" y="242622"/>
                  </a:lnTo>
                  <a:lnTo>
                    <a:pt x="81967" y="239343"/>
                  </a:lnTo>
                  <a:lnTo>
                    <a:pt x="78688" y="237704"/>
                  </a:lnTo>
                  <a:lnTo>
                    <a:pt x="77049" y="234425"/>
                  </a:lnTo>
                  <a:lnTo>
                    <a:pt x="80327" y="229507"/>
                  </a:lnTo>
                  <a:lnTo>
                    <a:pt x="80327" y="227868"/>
                  </a:lnTo>
                  <a:lnTo>
                    <a:pt x="83606" y="229507"/>
                  </a:lnTo>
                  <a:lnTo>
                    <a:pt x="86885" y="229507"/>
                  </a:lnTo>
                  <a:lnTo>
                    <a:pt x="86885" y="226229"/>
                  </a:lnTo>
                  <a:lnTo>
                    <a:pt x="83606" y="222950"/>
                  </a:lnTo>
                  <a:lnTo>
                    <a:pt x="85245" y="218032"/>
                  </a:lnTo>
                  <a:lnTo>
                    <a:pt x="86885" y="214753"/>
                  </a:lnTo>
                  <a:lnTo>
                    <a:pt x="86885" y="214753"/>
                  </a:lnTo>
                  <a:lnTo>
                    <a:pt x="91803" y="213114"/>
                  </a:lnTo>
                  <a:lnTo>
                    <a:pt x="90164" y="209835"/>
                  </a:lnTo>
                  <a:lnTo>
                    <a:pt x="91803" y="206557"/>
                  </a:lnTo>
                  <a:lnTo>
                    <a:pt x="91803" y="206557"/>
                  </a:lnTo>
                  <a:lnTo>
                    <a:pt x="95081" y="208196"/>
                  </a:lnTo>
                  <a:lnTo>
                    <a:pt x="100000" y="206557"/>
                  </a:lnTo>
                  <a:lnTo>
                    <a:pt x="100000" y="204917"/>
                  </a:lnTo>
                  <a:lnTo>
                    <a:pt x="100000" y="203278"/>
                  </a:lnTo>
                  <a:lnTo>
                    <a:pt x="98360" y="198360"/>
                  </a:lnTo>
                  <a:lnTo>
                    <a:pt x="98360" y="196720"/>
                  </a:lnTo>
                  <a:lnTo>
                    <a:pt x="95081" y="193442"/>
                  </a:lnTo>
                  <a:lnTo>
                    <a:pt x="91803" y="190163"/>
                  </a:lnTo>
                  <a:lnTo>
                    <a:pt x="91803" y="185245"/>
                  </a:lnTo>
                  <a:lnTo>
                    <a:pt x="91803" y="183606"/>
                  </a:lnTo>
                  <a:lnTo>
                    <a:pt x="93442" y="180327"/>
                  </a:lnTo>
                  <a:lnTo>
                    <a:pt x="98360" y="178688"/>
                  </a:lnTo>
                  <a:lnTo>
                    <a:pt x="101639" y="178688"/>
                  </a:lnTo>
                  <a:lnTo>
                    <a:pt x="103278" y="173770"/>
                  </a:lnTo>
                  <a:lnTo>
                    <a:pt x="98360" y="173770"/>
                  </a:lnTo>
                  <a:lnTo>
                    <a:pt x="95081" y="172130"/>
                  </a:lnTo>
                  <a:lnTo>
                    <a:pt x="91803" y="173770"/>
                  </a:lnTo>
                  <a:lnTo>
                    <a:pt x="88524" y="173770"/>
                  </a:lnTo>
                  <a:lnTo>
                    <a:pt x="85245" y="173770"/>
                  </a:lnTo>
                  <a:lnTo>
                    <a:pt x="80327" y="173770"/>
                  </a:lnTo>
                  <a:lnTo>
                    <a:pt x="78688" y="168852"/>
                  </a:lnTo>
                  <a:lnTo>
                    <a:pt x="77049" y="167213"/>
                  </a:lnTo>
                  <a:lnTo>
                    <a:pt x="75410" y="167213"/>
                  </a:lnTo>
                  <a:lnTo>
                    <a:pt x="73770" y="167213"/>
                  </a:lnTo>
                  <a:lnTo>
                    <a:pt x="72131" y="165573"/>
                  </a:lnTo>
                  <a:lnTo>
                    <a:pt x="65573" y="167213"/>
                  </a:lnTo>
                  <a:lnTo>
                    <a:pt x="65573" y="165573"/>
                  </a:lnTo>
                  <a:lnTo>
                    <a:pt x="67213" y="162294"/>
                  </a:lnTo>
                  <a:lnTo>
                    <a:pt x="63934" y="159016"/>
                  </a:lnTo>
                  <a:lnTo>
                    <a:pt x="63934" y="157376"/>
                  </a:lnTo>
                  <a:lnTo>
                    <a:pt x="62295" y="154098"/>
                  </a:lnTo>
                  <a:lnTo>
                    <a:pt x="60655" y="150819"/>
                  </a:lnTo>
                  <a:lnTo>
                    <a:pt x="57377" y="147540"/>
                  </a:lnTo>
                  <a:lnTo>
                    <a:pt x="54098" y="145901"/>
                  </a:lnTo>
                  <a:lnTo>
                    <a:pt x="50820" y="142622"/>
                  </a:lnTo>
                  <a:lnTo>
                    <a:pt x="50820" y="139344"/>
                  </a:lnTo>
                  <a:lnTo>
                    <a:pt x="52458" y="136065"/>
                  </a:lnTo>
                  <a:lnTo>
                    <a:pt x="49180" y="132786"/>
                  </a:lnTo>
                  <a:lnTo>
                    <a:pt x="49180" y="132786"/>
                  </a:lnTo>
                  <a:lnTo>
                    <a:pt x="45901" y="132786"/>
                  </a:lnTo>
                  <a:lnTo>
                    <a:pt x="44262" y="127868"/>
                  </a:lnTo>
                  <a:lnTo>
                    <a:pt x="44262" y="124590"/>
                  </a:lnTo>
                  <a:lnTo>
                    <a:pt x="42623" y="121311"/>
                  </a:lnTo>
                  <a:lnTo>
                    <a:pt x="39344" y="118032"/>
                  </a:lnTo>
                  <a:lnTo>
                    <a:pt x="39344" y="116393"/>
                  </a:lnTo>
                  <a:lnTo>
                    <a:pt x="37705" y="111475"/>
                  </a:lnTo>
                  <a:lnTo>
                    <a:pt x="39344" y="108196"/>
                  </a:lnTo>
                  <a:lnTo>
                    <a:pt x="36065" y="104918"/>
                  </a:lnTo>
                  <a:lnTo>
                    <a:pt x="31147" y="103278"/>
                  </a:lnTo>
                  <a:lnTo>
                    <a:pt x="31147" y="100000"/>
                  </a:lnTo>
                  <a:lnTo>
                    <a:pt x="31147" y="95082"/>
                  </a:lnTo>
                  <a:lnTo>
                    <a:pt x="29508" y="91803"/>
                  </a:lnTo>
                  <a:lnTo>
                    <a:pt x="29508" y="90164"/>
                  </a:lnTo>
                  <a:lnTo>
                    <a:pt x="26229" y="88524"/>
                  </a:lnTo>
                  <a:lnTo>
                    <a:pt x="22951" y="86885"/>
                  </a:lnTo>
                  <a:lnTo>
                    <a:pt x="18033" y="83606"/>
                  </a:lnTo>
                  <a:lnTo>
                    <a:pt x="14754" y="83606"/>
                  </a:lnTo>
                  <a:lnTo>
                    <a:pt x="14754" y="81967"/>
                  </a:lnTo>
                  <a:lnTo>
                    <a:pt x="14754" y="78688"/>
                  </a:lnTo>
                  <a:lnTo>
                    <a:pt x="16393" y="75410"/>
                  </a:lnTo>
                  <a:lnTo>
                    <a:pt x="19672" y="72131"/>
                  </a:lnTo>
                  <a:lnTo>
                    <a:pt x="19672" y="67213"/>
                  </a:lnTo>
                  <a:lnTo>
                    <a:pt x="21311" y="63934"/>
                  </a:lnTo>
                  <a:lnTo>
                    <a:pt x="18033" y="62295"/>
                  </a:lnTo>
                  <a:lnTo>
                    <a:pt x="14754" y="57377"/>
                  </a:lnTo>
                  <a:lnTo>
                    <a:pt x="14754" y="57377"/>
                  </a:lnTo>
                  <a:lnTo>
                    <a:pt x="14754" y="55738"/>
                  </a:lnTo>
                  <a:lnTo>
                    <a:pt x="14754" y="52459"/>
                  </a:lnTo>
                  <a:lnTo>
                    <a:pt x="11475" y="49180"/>
                  </a:lnTo>
                  <a:lnTo>
                    <a:pt x="11475" y="44262"/>
                  </a:lnTo>
                  <a:lnTo>
                    <a:pt x="11475" y="40983"/>
                  </a:lnTo>
                  <a:lnTo>
                    <a:pt x="8197" y="37705"/>
                  </a:lnTo>
                  <a:lnTo>
                    <a:pt x="6557" y="34426"/>
                  </a:lnTo>
                  <a:lnTo>
                    <a:pt x="8197" y="32787"/>
                  </a:lnTo>
                  <a:lnTo>
                    <a:pt x="8197" y="29508"/>
                  </a:lnTo>
                  <a:lnTo>
                    <a:pt x="3278" y="26229"/>
                  </a:lnTo>
                  <a:lnTo>
                    <a:pt x="1639" y="22951"/>
                  </a:lnTo>
                  <a:lnTo>
                    <a:pt x="0" y="18033"/>
                  </a:lnTo>
                  <a:lnTo>
                    <a:pt x="0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36" name="Freeform 3235">
              <a:extLst>
                <a:ext uri="{FF2B5EF4-FFF2-40B4-BE49-F238E27FC236}">
                  <a16:creationId xmlns:a16="http://schemas.microsoft.com/office/drawing/2014/main" id="{CF68DBF7-7AF1-1547-95DD-E473DDE87611}"/>
                </a:ext>
              </a:extLst>
            </p:cNvPr>
            <p:cNvSpPr/>
            <p:nvPr/>
          </p:nvSpPr>
          <p:spPr>
            <a:xfrm>
              <a:off x="8861561" y="2862444"/>
              <a:ext cx="336064" cy="819668"/>
            </a:xfrm>
            <a:custGeom>
              <a:avLst/>
              <a:gdLst>
                <a:gd name="connsiteX0" fmla="*/ 0 w 336064"/>
                <a:gd name="connsiteY0" fmla="*/ 324588 h 819668"/>
                <a:gd name="connsiteX1" fmla="*/ 0 w 336064"/>
                <a:gd name="connsiteY1" fmla="*/ 321310 h 819668"/>
                <a:gd name="connsiteX2" fmla="*/ 0 w 336064"/>
                <a:gd name="connsiteY2" fmla="*/ 318031 h 819668"/>
                <a:gd name="connsiteX3" fmla="*/ 3279 w 336064"/>
                <a:gd name="connsiteY3" fmla="*/ 313113 h 819668"/>
                <a:gd name="connsiteX4" fmla="*/ 6557 w 336064"/>
                <a:gd name="connsiteY4" fmla="*/ 314753 h 819668"/>
                <a:gd name="connsiteX5" fmla="*/ 8197 w 336064"/>
                <a:gd name="connsiteY5" fmla="*/ 316392 h 819668"/>
                <a:gd name="connsiteX6" fmla="*/ 11476 w 336064"/>
                <a:gd name="connsiteY6" fmla="*/ 316392 h 819668"/>
                <a:gd name="connsiteX7" fmla="*/ 13114 w 336064"/>
                <a:gd name="connsiteY7" fmla="*/ 319671 h 819668"/>
                <a:gd name="connsiteX8" fmla="*/ 16393 w 336064"/>
                <a:gd name="connsiteY8" fmla="*/ 319671 h 819668"/>
                <a:gd name="connsiteX9" fmla="*/ 14753 w 336064"/>
                <a:gd name="connsiteY9" fmla="*/ 316392 h 819668"/>
                <a:gd name="connsiteX10" fmla="*/ 13114 w 336064"/>
                <a:gd name="connsiteY10" fmla="*/ 311474 h 819668"/>
                <a:gd name="connsiteX11" fmla="*/ 13114 w 336064"/>
                <a:gd name="connsiteY11" fmla="*/ 308195 h 819668"/>
                <a:gd name="connsiteX12" fmla="*/ 11476 w 336064"/>
                <a:gd name="connsiteY12" fmla="*/ 304916 h 819668"/>
                <a:gd name="connsiteX13" fmla="*/ 11476 w 336064"/>
                <a:gd name="connsiteY13" fmla="*/ 301638 h 819668"/>
                <a:gd name="connsiteX14" fmla="*/ 11476 w 336064"/>
                <a:gd name="connsiteY14" fmla="*/ 296720 h 819668"/>
                <a:gd name="connsiteX15" fmla="*/ 11476 w 336064"/>
                <a:gd name="connsiteY15" fmla="*/ 293441 h 819668"/>
                <a:gd name="connsiteX16" fmla="*/ 9836 w 336064"/>
                <a:gd name="connsiteY16" fmla="*/ 290163 h 819668"/>
                <a:gd name="connsiteX17" fmla="*/ 13114 w 336064"/>
                <a:gd name="connsiteY17" fmla="*/ 286884 h 819668"/>
                <a:gd name="connsiteX18" fmla="*/ 13114 w 336064"/>
                <a:gd name="connsiteY18" fmla="*/ 281966 h 819668"/>
                <a:gd name="connsiteX19" fmla="*/ 16393 w 336064"/>
                <a:gd name="connsiteY19" fmla="*/ 283605 h 819668"/>
                <a:gd name="connsiteX20" fmla="*/ 18032 w 336064"/>
                <a:gd name="connsiteY20" fmla="*/ 286884 h 819668"/>
                <a:gd name="connsiteX21" fmla="*/ 21311 w 336064"/>
                <a:gd name="connsiteY21" fmla="*/ 290163 h 819668"/>
                <a:gd name="connsiteX22" fmla="*/ 24590 w 336064"/>
                <a:gd name="connsiteY22" fmla="*/ 290163 h 819668"/>
                <a:gd name="connsiteX23" fmla="*/ 24590 w 336064"/>
                <a:gd name="connsiteY23" fmla="*/ 286884 h 819668"/>
                <a:gd name="connsiteX24" fmla="*/ 24590 w 336064"/>
                <a:gd name="connsiteY24" fmla="*/ 283605 h 819668"/>
                <a:gd name="connsiteX25" fmla="*/ 26229 w 336064"/>
                <a:gd name="connsiteY25" fmla="*/ 280326 h 819668"/>
                <a:gd name="connsiteX26" fmla="*/ 29508 w 336064"/>
                <a:gd name="connsiteY26" fmla="*/ 280326 h 819668"/>
                <a:gd name="connsiteX27" fmla="*/ 31147 w 336064"/>
                <a:gd name="connsiteY27" fmla="*/ 280326 h 819668"/>
                <a:gd name="connsiteX28" fmla="*/ 31147 w 336064"/>
                <a:gd name="connsiteY28" fmla="*/ 277048 h 819668"/>
                <a:gd name="connsiteX29" fmla="*/ 31147 w 336064"/>
                <a:gd name="connsiteY29" fmla="*/ 272130 h 819668"/>
                <a:gd name="connsiteX30" fmla="*/ 29508 w 336064"/>
                <a:gd name="connsiteY30" fmla="*/ 268851 h 819668"/>
                <a:gd name="connsiteX31" fmla="*/ 26229 w 336064"/>
                <a:gd name="connsiteY31" fmla="*/ 265573 h 819668"/>
                <a:gd name="connsiteX32" fmla="*/ 26229 w 336064"/>
                <a:gd name="connsiteY32" fmla="*/ 262294 h 819668"/>
                <a:gd name="connsiteX33" fmla="*/ 24590 w 336064"/>
                <a:gd name="connsiteY33" fmla="*/ 257376 h 819668"/>
                <a:gd name="connsiteX34" fmla="*/ 24590 w 336064"/>
                <a:gd name="connsiteY34" fmla="*/ 254097 h 819668"/>
                <a:gd name="connsiteX35" fmla="*/ 24590 w 336064"/>
                <a:gd name="connsiteY35" fmla="*/ 250818 h 819668"/>
                <a:gd name="connsiteX36" fmla="*/ 24590 w 336064"/>
                <a:gd name="connsiteY36" fmla="*/ 245901 h 819668"/>
                <a:gd name="connsiteX37" fmla="*/ 24590 w 336064"/>
                <a:gd name="connsiteY37" fmla="*/ 242622 h 819668"/>
                <a:gd name="connsiteX38" fmla="*/ 27869 w 336064"/>
                <a:gd name="connsiteY38" fmla="*/ 244261 h 819668"/>
                <a:gd name="connsiteX39" fmla="*/ 31147 w 336064"/>
                <a:gd name="connsiteY39" fmla="*/ 242622 h 819668"/>
                <a:gd name="connsiteX40" fmla="*/ 31147 w 336064"/>
                <a:gd name="connsiteY40" fmla="*/ 240982 h 819668"/>
                <a:gd name="connsiteX41" fmla="*/ 32787 w 336064"/>
                <a:gd name="connsiteY41" fmla="*/ 237704 h 819668"/>
                <a:gd name="connsiteX42" fmla="*/ 31147 w 336064"/>
                <a:gd name="connsiteY42" fmla="*/ 232786 h 819668"/>
                <a:gd name="connsiteX43" fmla="*/ 31147 w 336064"/>
                <a:gd name="connsiteY43" fmla="*/ 229507 h 819668"/>
                <a:gd name="connsiteX44" fmla="*/ 31147 w 336064"/>
                <a:gd name="connsiteY44" fmla="*/ 226228 h 819668"/>
                <a:gd name="connsiteX45" fmla="*/ 31147 w 336064"/>
                <a:gd name="connsiteY45" fmla="*/ 221310 h 819668"/>
                <a:gd name="connsiteX46" fmla="*/ 31147 w 336064"/>
                <a:gd name="connsiteY46" fmla="*/ 218032 h 819668"/>
                <a:gd name="connsiteX47" fmla="*/ 31147 w 336064"/>
                <a:gd name="connsiteY47" fmla="*/ 214753 h 819668"/>
                <a:gd name="connsiteX48" fmla="*/ 31147 w 336064"/>
                <a:gd name="connsiteY48" fmla="*/ 214753 h 819668"/>
                <a:gd name="connsiteX49" fmla="*/ 31147 w 336064"/>
                <a:gd name="connsiteY49" fmla="*/ 214753 h 819668"/>
                <a:gd name="connsiteX50" fmla="*/ 29508 w 336064"/>
                <a:gd name="connsiteY50" fmla="*/ 213114 h 819668"/>
                <a:gd name="connsiteX51" fmla="*/ 29508 w 336064"/>
                <a:gd name="connsiteY51" fmla="*/ 209835 h 819668"/>
                <a:gd name="connsiteX52" fmla="*/ 29508 w 336064"/>
                <a:gd name="connsiteY52" fmla="*/ 209835 h 819668"/>
                <a:gd name="connsiteX53" fmla="*/ 27869 w 336064"/>
                <a:gd name="connsiteY53" fmla="*/ 206556 h 819668"/>
                <a:gd name="connsiteX54" fmla="*/ 26229 w 336064"/>
                <a:gd name="connsiteY54" fmla="*/ 203278 h 819668"/>
                <a:gd name="connsiteX55" fmla="*/ 24590 w 336064"/>
                <a:gd name="connsiteY55" fmla="*/ 198360 h 819668"/>
                <a:gd name="connsiteX56" fmla="*/ 29508 w 336064"/>
                <a:gd name="connsiteY56" fmla="*/ 198360 h 819668"/>
                <a:gd name="connsiteX57" fmla="*/ 32787 w 336064"/>
                <a:gd name="connsiteY57" fmla="*/ 201638 h 819668"/>
                <a:gd name="connsiteX58" fmla="*/ 36066 w 336064"/>
                <a:gd name="connsiteY58" fmla="*/ 199999 h 819668"/>
                <a:gd name="connsiteX59" fmla="*/ 40983 w 336064"/>
                <a:gd name="connsiteY59" fmla="*/ 199999 h 819668"/>
                <a:gd name="connsiteX60" fmla="*/ 44262 w 336064"/>
                <a:gd name="connsiteY60" fmla="*/ 203278 h 819668"/>
                <a:gd name="connsiteX61" fmla="*/ 47540 w 336064"/>
                <a:gd name="connsiteY61" fmla="*/ 203278 h 819668"/>
                <a:gd name="connsiteX62" fmla="*/ 52459 w 336064"/>
                <a:gd name="connsiteY62" fmla="*/ 204917 h 819668"/>
                <a:gd name="connsiteX63" fmla="*/ 55737 w 336064"/>
                <a:gd name="connsiteY63" fmla="*/ 206556 h 819668"/>
                <a:gd name="connsiteX64" fmla="*/ 57377 w 336064"/>
                <a:gd name="connsiteY64" fmla="*/ 208196 h 819668"/>
                <a:gd name="connsiteX65" fmla="*/ 57377 w 336064"/>
                <a:gd name="connsiteY65" fmla="*/ 203278 h 819668"/>
                <a:gd name="connsiteX66" fmla="*/ 59016 w 336064"/>
                <a:gd name="connsiteY66" fmla="*/ 199999 h 819668"/>
                <a:gd name="connsiteX67" fmla="*/ 59016 w 336064"/>
                <a:gd name="connsiteY67" fmla="*/ 196720 h 819668"/>
                <a:gd name="connsiteX68" fmla="*/ 60656 w 336064"/>
                <a:gd name="connsiteY68" fmla="*/ 191802 h 819668"/>
                <a:gd name="connsiteX69" fmla="*/ 60656 w 336064"/>
                <a:gd name="connsiteY69" fmla="*/ 190163 h 819668"/>
                <a:gd name="connsiteX70" fmla="*/ 60656 w 336064"/>
                <a:gd name="connsiteY70" fmla="*/ 185245 h 819668"/>
                <a:gd name="connsiteX71" fmla="*/ 62295 w 336064"/>
                <a:gd name="connsiteY71" fmla="*/ 181966 h 819668"/>
                <a:gd name="connsiteX72" fmla="*/ 63934 w 336064"/>
                <a:gd name="connsiteY72" fmla="*/ 178688 h 819668"/>
                <a:gd name="connsiteX73" fmla="*/ 65573 w 336064"/>
                <a:gd name="connsiteY73" fmla="*/ 175409 h 819668"/>
                <a:gd name="connsiteX74" fmla="*/ 67212 w 336064"/>
                <a:gd name="connsiteY74" fmla="*/ 170491 h 819668"/>
                <a:gd name="connsiteX75" fmla="*/ 68852 w 336064"/>
                <a:gd name="connsiteY75" fmla="*/ 168851 h 819668"/>
                <a:gd name="connsiteX76" fmla="*/ 68852 w 336064"/>
                <a:gd name="connsiteY76" fmla="*/ 165573 h 819668"/>
                <a:gd name="connsiteX77" fmla="*/ 68852 w 336064"/>
                <a:gd name="connsiteY77" fmla="*/ 163934 h 819668"/>
                <a:gd name="connsiteX78" fmla="*/ 70491 w 336064"/>
                <a:gd name="connsiteY78" fmla="*/ 160655 h 819668"/>
                <a:gd name="connsiteX79" fmla="*/ 70491 w 336064"/>
                <a:gd name="connsiteY79" fmla="*/ 157376 h 819668"/>
                <a:gd name="connsiteX80" fmla="*/ 70491 w 336064"/>
                <a:gd name="connsiteY80" fmla="*/ 155737 h 819668"/>
                <a:gd name="connsiteX81" fmla="*/ 72130 w 336064"/>
                <a:gd name="connsiteY81" fmla="*/ 152458 h 819668"/>
                <a:gd name="connsiteX82" fmla="*/ 67212 w 336064"/>
                <a:gd name="connsiteY82" fmla="*/ 149179 h 819668"/>
                <a:gd name="connsiteX83" fmla="*/ 63934 w 336064"/>
                <a:gd name="connsiteY83" fmla="*/ 145901 h 819668"/>
                <a:gd name="connsiteX84" fmla="*/ 65573 w 336064"/>
                <a:gd name="connsiteY84" fmla="*/ 142622 h 819668"/>
                <a:gd name="connsiteX85" fmla="*/ 65573 w 336064"/>
                <a:gd name="connsiteY85" fmla="*/ 137704 h 819668"/>
                <a:gd name="connsiteX86" fmla="*/ 67212 w 336064"/>
                <a:gd name="connsiteY86" fmla="*/ 137704 h 819668"/>
                <a:gd name="connsiteX87" fmla="*/ 70491 w 336064"/>
                <a:gd name="connsiteY87" fmla="*/ 134426 h 819668"/>
                <a:gd name="connsiteX88" fmla="*/ 73770 w 336064"/>
                <a:gd name="connsiteY88" fmla="*/ 131147 h 819668"/>
                <a:gd name="connsiteX89" fmla="*/ 73770 w 336064"/>
                <a:gd name="connsiteY89" fmla="*/ 129508 h 819668"/>
                <a:gd name="connsiteX90" fmla="*/ 75409 w 336064"/>
                <a:gd name="connsiteY90" fmla="*/ 126229 h 819668"/>
                <a:gd name="connsiteX91" fmla="*/ 77049 w 336064"/>
                <a:gd name="connsiteY91" fmla="*/ 124589 h 819668"/>
                <a:gd name="connsiteX92" fmla="*/ 77049 w 336064"/>
                <a:gd name="connsiteY92" fmla="*/ 121311 h 819668"/>
                <a:gd name="connsiteX93" fmla="*/ 77049 w 336064"/>
                <a:gd name="connsiteY93" fmla="*/ 119671 h 819668"/>
                <a:gd name="connsiteX94" fmla="*/ 75409 w 336064"/>
                <a:gd name="connsiteY94" fmla="*/ 116393 h 819668"/>
                <a:gd name="connsiteX95" fmla="*/ 80327 w 336064"/>
                <a:gd name="connsiteY95" fmla="*/ 113114 h 819668"/>
                <a:gd name="connsiteX96" fmla="*/ 80327 w 336064"/>
                <a:gd name="connsiteY96" fmla="*/ 108196 h 819668"/>
                <a:gd name="connsiteX97" fmla="*/ 77049 w 336064"/>
                <a:gd name="connsiteY97" fmla="*/ 104917 h 819668"/>
                <a:gd name="connsiteX98" fmla="*/ 75409 w 336064"/>
                <a:gd name="connsiteY98" fmla="*/ 101639 h 819668"/>
                <a:gd name="connsiteX99" fmla="*/ 73770 w 336064"/>
                <a:gd name="connsiteY99" fmla="*/ 98360 h 819668"/>
                <a:gd name="connsiteX100" fmla="*/ 75409 w 336064"/>
                <a:gd name="connsiteY100" fmla="*/ 93442 h 819668"/>
                <a:gd name="connsiteX101" fmla="*/ 73770 w 336064"/>
                <a:gd name="connsiteY101" fmla="*/ 90164 h 819668"/>
                <a:gd name="connsiteX102" fmla="*/ 75409 w 336064"/>
                <a:gd name="connsiteY102" fmla="*/ 86885 h 819668"/>
                <a:gd name="connsiteX103" fmla="*/ 78688 w 336064"/>
                <a:gd name="connsiteY103" fmla="*/ 81967 h 819668"/>
                <a:gd name="connsiteX104" fmla="*/ 81967 w 336064"/>
                <a:gd name="connsiteY104" fmla="*/ 81967 h 819668"/>
                <a:gd name="connsiteX105" fmla="*/ 85246 w 336064"/>
                <a:gd name="connsiteY105" fmla="*/ 80327 h 819668"/>
                <a:gd name="connsiteX106" fmla="*/ 86885 w 336064"/>
                <a:gd name="connsiteY106" fmla="*/ 80327 h 819668"/>
                <a:gd name="connsiteX107" fmla="*/ 86885 w 336064"/>
                <a:gd name="connsiteY107" fmla="*/ 77049 h 819668"/>
                <a:gd name="connsiteX108" fmla="*/ 90164 w 336064"/>
                <a:gd name="connsiteY108" fmla="*/ 75409 h 819668"/>
                <a:gd name="connsiteX109" fmla="*/ 95081 w 336064"/>
                <a:gd name="connsiteY109" fmla="*/ 72131 h 819668"/>
                <a:gd name="connsiteX110" fmla="*/ 96720 w 336064"/>
                <a:gd name="connsiteY110" fmla="*/ 68852 h 819668"/>
                <a:gd name="connsiteX111" fmla="*/ 99999 w 336064"/>
                <a:gd name="connsiteY111" fmla="*/ 67213 h 819668"/>
                <a:gd name="connsiteX112" fmla="*/ 101639 w 336064"/>
                <a:gd name="connsiteY112" fmla="*/ 63934 h 819668"/>
                <a:gd name="connsiteX113" fmla="*/ 103278 w 336064"/>
                <a:gd name="connsiteY113" fmla="*/ 59016 h 819668"/>
                <a:gd name="connsiteX114" fmla="*/ 106557 w 336064"/>
                <a:gd name="connsiteY114" fmla="*/ 57377 h 819668"/>
                <a:gd name="connsiteX115" fmla="*/ 111475 w 336064"/>
                <a:gd name="connsiteY115" fmla="*/ 55737 h 819668"/>
                <a:gd name="connsiteX116" fmla="*/ 114754 w 336064"/>
                <a:gd name="connsiteY116" fmla="*/ 55737 h 819668"/>
                <a:gd name="connsiteX117" fmla="*/ 118032 w 336064"/>
                <a:gd name="connsiteY117" fmla="*/ 55737 h 819668"/>
                <a:gd name="connsiteX118" fmla="*/ 122950 w 336064"/>
                <a:gd name="connsiteY118" fmla="*/ 54098 h 819668"/>
                <a:gd name="connsiteX119" fmla="*/ 126229 w 336064"/>
                <a:gd name="connsiteY119" fmla="*/ 54098 h 819668"/>
                <a:gd name="connsiteX120" fmla="*/ 129507 w 336064"/>
                <a:gd name="connsiteY120" fmla="*/ 52459 h 819668"/>
                <a:gd name="connsiteX121" fmla="*/ 132786 w 336064"/>
                <a:gd name="connsiteY121" fmla="*/ 57377 h 819668"/>
                <a:gd name="connsiteX122" fmla="*/ 136065 w 336064"/>
                <a:gd name="connsiteY122" fmla="*/ 60655 h 819668"/>
                <a:gd name="connsiteX123" fmla="*/ 139344 w 336064"/>
                <a:gd name="connsiteY123" fmla="*/ 62295 h 819668"/>
                <a:gd name="connsiteX124" fmla="*/ 142623 w 336064"/>
                <a:gd name="connsiteY124" fmla="*/ 63934 h 819668"/>
                <a:gd name="connsiteX125" fmla="*/ 145900 w 336064"/>
                <a:gd name="connsiteY125" fmla="*/ 63934 h 819668"/>
                <a:gd name="connsiteX126" fmla="*/ 144261 w 336064"/>
                <a:gd name="connsiteY126" fmla="*/ 59016 h 819668"/>
                <a:gd name="connsiteX127" fmla="*/ 140983 w 336064"/>
                <a:gd name="connsiteY127" fmla="*/ 55737 h 819668"/>
                <a:gd name="connsiteX128" fmla="*/ 137704 w 336064"/>
                <a:gd name="connsiteY128" fmla="*/ 52459 h 819668"/>
                <a:gd name="connsiteX129" fmla="*/ 134426 w 336064"/>
                <a:gd name="connsiteY129" fmla="*/ 49180 h 819668"/>
                <a:gd name="connsiteX130" fmla="*/ 132786 w 336064"/>
                <a:gd name="connsiteY130" fmla="*/ 47541 h 819668"/>
                <a:gd name="connsiteX131" fmla="*/ 132786 w 336064"/>
                <a:gd name="connsiteY131" fmla="*/ 42623 h 819668"/>
                <a:gd name="connsiteX132" fmla="*/ 132786 w 336064"/>
                <a:gd name="connsiteY132" fmla="*/ 39344 h 819668"/>
                <a:gd name="connsiteX133" fmla="*/ 134426 w 336064"/>
                <a:gd name="connsiteY133" fmla="*/ 36065 h 819668"/>
                <a:gd name="connsiteX134" fmla="*/ 136065 w 336064"/>
                <a:gd name="connsiteY134" fmla="*/ 36065 h 819668"/>
                <a:gd name="connsiteX135" fmla="*/ 140983 w 336064"/>
                <a:gd name="connsiteY135" fmla="*/ 31147 h 819668"/>
                <a:gd name="connsiteX136" fmla="*/ 144261 w 336064"/>
                <a:gd name="connsiteY136" fmla="*/ 27869 h 819668"/>
                <a:gd name="connsiteX137" fmla="*/ 147540 w 336064"/>
                <a:gd name="connsiteY137" fmla="*/ 24590 h 819668"/>
                <a:gd name="connsiteX138" fmla="*/ 144261 w 336064"/>
                <a:gd name="connsiteY138" fmla="*/ 21311 h 819668"/>
                <a:gd name="connsiteX139" fmla="*/ 144261 w 336064"/>
                <a:gd name="connsiteY139" fmla="*/ 18033 h 819668"/>
                <a:gd name="connsiteX140" fmla="*/ 144261 w 336064"/>
                <a:gd name="connsiteY140" fmla="*/ 14754 h 819668"/>
                <a:gd name="connsiteX141" fmla="*/ 144261 w 336064"/>
                <a:gd name="connsiteY141" fmla="*/ 14754 h 819668"/>
                <a:gd name="connsiteX142" fmla="*/ 147540 w 336064"/>
                <a:gd name="connsiteY142" fmla="*/ 11475 h 819668"/>
                <a:gd name="connsiteX143" fmla="*/ 147540 w 336064"/>
                <a:gd name="connsiteY143" fmla="*/ 8197 h 819668"/>
                <a:gd name="connsiteX144" fmla="*/ 147540 w 336064"/>
                <a:gd name="connsiteY144" fmla="*/ 3279 h 819668"/>
                <a:gd name="connsiteX145" fmla="*/ 147540 w 336064"/>
                <a:gd name="connsiteY145" fmla="*/ 0 h 819668"/>
                <a:gd name="connsiteX146" fmla="*/ 152458 w 336064"/>
                <a:gd name="connsiteY146" fmla="*/ 3279 h 819668"/>
                <a:gd name="connsiteX147" fmla="*/ 155737 w 336064"/>
                <a:gd name="connsiteY147" fmla="*/ 3279 h 819668"/>
                <a:gd name="connsiteX148" fmla="*/ 157376 w 336064"/>
                <a:gd name="connsiteY148" fmla="*/ 8197 h 819668"/>
                <a:gd name="connsiteX149" fmla="*/ 162294 w 336064"/>
                <a:gd name="connsiteY149" fmla="*/ 8197 h 819668"/>
                <a:gd name="connsiteX150" fmla="*/ 165573 w 336064"/>
                <a:gd name="connsiteY150" fmla="*/ 9836 h 819668"/>
                <a:gd name="connsiteX151" fmla="*/ 167213 w 336064"/>
                <a:gd name="connsiteY151" fmla="*/ 14754 h 819668"/>
                <a:gd name="connsiteX152" fmla="*/ 172130 w 336064"/>
                <a:gd name="connsiteY152" fmla="*/ 16393 h 819668"/>
                <a:gd name="connsiteX153" fmla="*/ 173769 w 336064"/>
                <a:gd name="connsiteY153" fmla="*/ 18033 h 819668"/>
                <a:gd name="connsiteX154" fmla="*/ 173769 w 336064"/>
                <a:gd name="connsiteY154" fmla="*/ 18033 h 819668"/>
                <a:gd name="connsiteX155" fmla="*/ 175409 w 336064"/>
                <a:gd name="connsiteY155" fmla="*/ 22951 h 819668"/>
                <a:gd name="connsiteX156" fmla="*/ 177048 w 336064"/>
                <a:gd name="connsiteY156" fmla="*/ 26229 h 819668"/>
                <a:gd name="connsiteX157" fmla="*/ 177048 w 336064"/>
                <a:gd name="connsiteY157" fmla="*/ 29508 h 819668"/>
                <a:gd name="connsiteX158" fmla="*/ 180327 w 336064"/>
                <a:gd name="connsiteY158" fmla="*/ 34426 h 819668"/>
                <a:gd name="connsiteX159" fmla="*/ 181966 w 336064"/>
                <a:gd name="connsiteY159" fmla="*/ 37705 h 819668"/>
                <a:gd name="connsiteX160" fmla="*/ 183606 w 336064"/>
                <a:gd name="connsiteY160" fmla="*/ 40983 h 819668"/>
                <a:gd name="connsiteX161" fmla="*/ 185245 w 336064"/>
                <a:gd name="connsiteY161" fmla="*/ 44262 h 819668"/>
                <a:gd name="connsiteX162" fmla="*/ 188524 w 336064"/>
                <a:gd name="connsiteY162" fmla="*/ 40983 h 819668"/>
                <a:gd name="connsiteX163" fmla="*/ 188524 w 336064"/>
                <a:gd name="connsiteY163" fmla="*/ 37705 h 819668"/>
                <a:gd name="connsiteX164" fmla="*/ 191803 w 336064"/>
                <a:gd name="connsiteY164" fmla="*/ 39344 h 819668"/>
                <a:gd name="connsiteX165" fmla="*/ 195080 w 336064"/>
                <a:gd name="connsiteY165" fmla="*/ 42623 h 819668"/>
                <a:gd name="connsiteX166" fmla="*/ 199999 w 336064"/>
                <a:gd name="connsiteY166" fmla="*/ 42623 h 819668"/>
                <a:gd name="connsiteX167" fmla="*/ 199999 w 336064"/>
                <a:gd name="connsiteY167" fmla="*/ 47541 h 819668"/>
                <a:gd name="connsiteX168" fmla="*/ 201638 w 336064"/>
                <a:gd name="connsiteY168" fmla="*/ 50819 h 819668"/>
                <a:gd name="connsiteX169" fmla="*/ 203277 w 336064"/>
                <a:gd name="connsiteY169" fmla="*/ 54098 h 819668"/>
                <a:gd name="connsiteX170" fmla="*/ 201638 w 336064"/>
                <a:gd name="connsiteY170" fmla="*/ 57377 h 819668"/>
                <a:gd name="connsiteX171" fmla="*/ 203277 w 336064"/>
                <a:gd name="connsiteY171" fmla="*/ 62295 h 819668"/>
                <a:gd name="connsiteX172" fmla="*/ 206556 w 336064"/>
                <a:gd name="connsiteY172" fmla="*/ 65573 h 819668"/>
                <a:gd name="connsiteX173" fmla="*/ 206556 w 336064"/>
                <a:gd name="connsiteY173" fmla="*/ 70491 h 819668"/>
                <a:gd name="connsiteX174" fmla="*/ 208196 w 336064"/>
                <a:gd name="connsiteY174" fmla="*/ 73770 h 819668"/>
                <a:gd name="connsiteX175" fmla="*/ 209835 w 336064"/>
                <a:gd name="connsiteY175" fmla="*/ 77049 h 819668"/>
                <a:gd name="connsiteX176" fmla="*/ 209835 w 336064"/>
                <a:gd name="connsiteY176" fmla="*/ 81967 h 819668"/>
                <a:gd name="connsiteX177" fmla="*/ 211474 w 336064"/>
                <a:gd name="connsiteY177" fmla="*/ 85245 h 819668"/>
                <a:gd name="connsiteX178" fmla="*/ 209835 w 336064"/>
                <a:gd name="connsiteY178" fmla="*/ 88524 h 819668"/>
                <a:gd name="connsiteX179" fmla="*/ 211474 w 336064"/>
                <a:gd name="connsiteY179" fmla="*/ 91803 h 819668"/>
                <a:gd name="connsiteX180" fmla="*/ 211474 w 336064"/>
                <a:gd name="connsiteY180" fmla="*/ 91803 h 819668"/>
                <a:gd name="connsiteX181" fmla="*/ 211474 w 336064"/>
                <a:gd name="connsiteY181" fmla="*/ 96721 h 819668"/>
                <a:gd name="connsiteX182" fmla="*/ 209835 w 336064"/>
                <a:gd name="connsiteY182" fmla="*/ 99999 h 819668"/>
                <a:gd name="connsiteX183" fmla="*/ 213114 w 336064"/>
                <a:gd name="connsiteY183" fmla="*/ 103278 h 819668"/>
                <a:gd name="connsiteX184" fmla="*/ 211474 w 336064"/>
                <a:gd name="connsiteY184" fmla="*/ 108196 h 819668"/>
                <a:gd name="connsiteX185" fmla="*/ 208196 w 336064"/>
                <a:gd name="connsiteY185" fmla="*/ 108196 h 819668"/>
                <a:gd name="connsiteX186" fmla="*/ 209835 w 336064"/>
                <a:gd name="connsiteY186" fmla="*/ 111475 h 819668"/>
                <a:gd name="connsiteX187" fmla="*/ 213114 w 336064"/>
                <a:gd name="connsiteY187" fmla="*/ 114754 h 819668"/>
                <a:gd name="connsiteX188" fmla="*/ 214753 w 336064"/>
                <a:gd name="connsiteY188" fmla="*/ 119671 h 819668"/>
                <a:gd name="connsiteX189" fmla="*/ 211474 w 336064"/>
                <a:gd name="connsiteY189" fmla="*/ 121311 h 819668"/>
                <a:gd name="connsiteX190" fmla="*/ 208196 w 336064"/>
                <a:gd name="connsiteY190" fmla="*/ 119671 h 819668"/>
                <a:gd name="connsiteX191" fmla="*/ 206556 w 336064"/>
                <a:gd name="connsiteY191" fmla="*/ 124589 h 819668"/>
                <a:gd name="connsiteX192" fmla="*/ 204917 w 336064"/>
                <a:gd name="connsiteY192" fmla="*/ 127868 h 819668"/>
                <a:gd name="connsiteX193" fmla="*/ 204917 w 336064"/>
                <a:gd name="connsiteY193" fmla="*/ 131147 h 819668"/>
                <a:gd name="connsiteX194" fmla="*/ 203277 w 336064"/>
                <a:gd name="connsiteY194" fmla="*/ 131147 h 819668"/>
                <a:gd name="connsiteX195" fmla="*/ 199999 w 336064"/>
                <a:gd name="connsiteY195" fmla="*/ 131147 h 819668"/>
                <a:gd name="connsiteX196" fmla="*/ 196720 w 336064"/>
                <a:gd name="connsiteY196" fmla="*/ 131147 h 819668"/>
                <a:gd name="connsiteX197" fmla="*/ 196720 w 336064"/>
                <a:gd name="connsiteY197" fmla="*/ 131147 h 819668"/>
                <a:gd name="connsiteX198" fmla="*/ 195080 w 336064"/>
                <a:gd name="connsiteY198" fmla="*/ 134426 h 819668"/>
                <a:gd name="connsiteX199" fmla="*/ 196720 w 336064"/>
                <a:gd name="connsiteY199" fmla="*/ 139344 h 819668"/>
                <a:gd name="connsiteX200" fmla="*/ 195080 w 336064"/>
                <a:gd name="connsiteY200" fmla="*/ 139344 h 819668"/>
                <a:gd name="connsiteX201" fmla="*/ 195080 w 336064"/>
                <a:gd name="connsiteY201" fmla="*/ 142622 h 819668"/>
                <a:gd name="connsiteX202" fmla="*/ 193442 w 336064"/>
                <a:gd name="connsiteY202" fmla="*/ 144261 h 819668"/>
                <a:gd name="connsiteX203" fmla="*/ 190163 w 336064"/>
                <a:gd name="connsiteY203" fmla="*/ 147540 h 819668"/>
                <a:gd name="connsiteX204" fmla="*/ 186884 w 336064"/>
                <a:gd name="connsiteY204" fmla="*/ 145901 h 819668"/>
                <a:gd name="connsiteX205" fmla="*/ 185245 w 336064"/>
                <a:gd name="connsiteY205" fmla="*/ 149179 h 819668"/>
                <a:gd name="connsiteX206" fmla="*/ 183606 w 336064"/>
                <a:gd name="connsiteY206" fmla="*/ 152458 h 819668"/>
                <a:gd name="connsiteX207" fmla="*/ 183606 w 336064"/>
                <a:gd name="connsiteY207" fmla="*/ 155737 h 819668"/>
                <a:gd name="connsiteX208" fmla="*/ 185245 w 336064"/>
                <a:gd name="connsiteY208" fmla="*/ 160655 h 819668"/>
                <a:gd name="connsiteX209" fmla="*/ 186884 w 336064"/>
                <a:gd name="connsiteY209" fmla="*/ 163934 h 819668"/>
                <a:gd name="connsiteX210" fmla="*/ 183606 w 336064"/>
                <a:gd name="connsiteY210" fmla="*/ 165573 h 819668"/>
                <a:gd name="connsiteX211" fmla="*/ 180327 w 336064"/>
                <a:gd name="connsiteY211" fmla="*/ 168851 h 819668"/>
                <a:gd name="connsiteX212" fmla="*/ 180327 w 336064"/>
                <a:gd name="connsiteY212" fmla="*/ 170491 h 819668"/>
                <a:gd name="connsiteX213" fmla="*/ 180327 w 336064"/>
                <a:gd name="connsiteY213" fmla="*/ 173770 h 819668"/>
                <a:gd name="connsiteX214" fmla="*/ 180327 w 336064"/>
                <a:gd name="connsiteY214" fmla="*/ 177048 h 819668"/>
                <a:gd name="connsiteX215" fmla="*/ 181966 w 336064"/>
                <a:gd name="connsiteY215" fmla="*/ 180327 h 819668"/>
                <a:gd name="connsiteX216" fmla="*/ 186884 w 336064"/>
                <a:gd name="connsiteY216" fmla="*/ 183606 h 819668"/>
                <a:gd name="connsiteX217" fmla="*/ 186884 w 336064"/>
                <a:gd name="connsiteY217" fmla="*/ 186884 h 819668"/>
                <a:gd name="connsiteX218" fmla="*/ 190163 w 336064"/>
                <a:gd name="connsiteY218" fmla="*/ 190163 h 819668"/>
                <a:gd name="connsiteX219" fmla="*/ 190163 w 336064"/>
                <a:gd name="connsiteY219" fmla="*/ 191802 h 819668"/>
                <a:gd name="connsiteX220" fmla="*/ 190163 w 336064"/>
                <a:gd name="connsiteY220" fmla="*/ 193442 h 819668"/>
                <a:gd name="connsiteX221" fmla="*/ 188524 w 336064"/>
                <a:gd name="connsiteY221" fmla="*/ 196720 h 819668"/>
                <a:gd name="connsiteX222" fmla="*/ 186884 w 336064"/>
                <a:gd name="connsiteY222" fmla="*/ 199999 h 819668"/>
                <a:gd name="connsiteX223" fmla="*/ 185245 w 336064"/>
                <a:gd name="connsiteY223" fmla="*/ 204917 h 819668"/>
                <a:gd name="connsiteX224" fmla="*/ 188524 w 336064"/>
                <a:gd name="connsiteY224" fmla="*/ 206556 h 819668"/>
                <a:gd name="connsiteX225" fmla="*/ 191803 w 336064"/>
                <a:gd name="connsiteY225" fmla="*/ 204917 h 819668"/>
                <a:gd name="connsiteX226" fmla="*/ 195080 w 336064"/>
                <a:gd name="connsiteY226" fmla="*/ 203278 h 819668"/>
                <a:gd name="connsiteX227" fmla="*/ 196720 w 336064"/>
                <a:gd name="connsiteY227" fmla="*/ 201638 h 819668"/>
                <a:gd name="connsiteX228" fmla="*/ 199999 w 336064"/>
                <a:gd name="connsiteY228" fmla="*/ 198360 h 819668"/>
                <a:gd name="connsiteX229" fmla="*/ 201638 w 336064"/>
                <a:gd name="connsiteY229" fmla="*/ 196720 h 819668"/>
                <a:gd name="connsiteX230" fmla="*/ 204917 w 336064"/>
                <a:gd name="connsiteY230" fmla="*/ 196720 h 819668"/>
                <a:gd name="connsiteX231" fmla="*/ 208196 w 336064"/>
                <a:gd name="connsiteY231" fmla="*/ 195081 h 819668"/>
                <a:gd name="connsiteX232" fmla="*/ 211474 w 336064"/>
                <a:gd name="connsiteY232" fmla="*/ 195081 h 819668"/>
                <a:gd name="connsiteX233" fmla="*/ 216393 w 336064"/>
                <a:gd name="connsiteY233" fmla="*/ 195081 h 819668"/>
                <a:gd name="connsiteX234" fmla="*/ 219671 w 336064"/>
                <a:gd name="connsiteY234" fmla="*/ 195081 h 819668"/>
                <a:gd name="connsiteX235" fmla="*/ 222949 w 336064"/>
                <a:gd name="connsiteY235" fmla="*/ 196720 h 819668"/>
                <a:gd name="connsiteX236" fmla="*/ 226228 w 336064"/>
                <a:gd name="connsiteY236" fmla="*/ 195081 h 819668"/>
                <a:gd name="connsiteX237" fmla="*/ 229507 w 336064"/>
                <a:gd name="connsiteY237" fmla="*/ 195081 h 819668"/>
                <a:gd name="connsiteX238" fmla="*/ 232786 w 336064"/>
                <a:gd name="connsiteY238" fmla="*/ 195081 h 819668"/>
                <a:gd name="connsiteX239" fmla="*/ 234425 w 336064"/>
                <a:gd name="connsiteY239" fmla="*/ 193442 h 819668"/>
                <a:gd name="connsiteX240" fmla="*/ 234425 w 336064"/>
                <a:gd name="connsiteY240" fmla="*/ 196720 h 819668"/>
                <a:gd name="connsiteX241" fmla="*/ 231146 w 336064"/>
                <a:gd name="connsiteY241" fmla="*/ 199999 h 819668"/>
                <a:gd name="connsiteX242" fmla="*/ 227867 w 336064"/>
                <a:gd name="connsiteY242" fmla="*/ 203278 h 819668"/>
                <a:gd name="connsiteX243" fmla="*/ 227867 w 336064"/>
                <a:gd name="connsiteY243" fmla="*/ 206556 h 819668"/>
                <a:gd name="connsiteX244" fmla="*/ 231146 w 336064"/>
                <a:gd name="connsiteY244" fmla="*/ 209835 h 819668"/>
                <a:gd name="connsiteX245" fmla="*/ 234425 w 336064"/>
                <a:gd name="connsiteY245" fmla="*/ 214753 h 819668"/>
                <a:gd name="connsiteX246" fmla="*/ 237704 w 336064"/>
                <a:gd name="connsiteY246" fmla="*/ 218032 h 819668"/>
                <a:gd name="connsiteX247" fmla="*/ 234425 w 336064"/>
                <a:gd name="connsiteY247" fmla="*/ 221310 h 819668"/>
                <a:gd name="connsiteX248" fmla="*/ 237704 w 336064"/>
                <a:gd name="connsiteY248" fmla="*/ 224589 h 819668"/>
                <a:gd name="connsiteX249" fmla="*/ 239343 w 336064"/>
                <a:gd name="connsiteY249" fmla="*/ 224589 h 819668"/>
                <a:gd name="connsiteX250" fmla="*/ 239343 w 336064"/>
                <a:gd name="connsiteY250" fmla="*/ 229507 h 819668"/>
                <a:gd name="connsiteX251" fmla="*/ 240983 w 336064"/>
                <a:gd name="connsiteY251" fmla="*/ 232786 h 819668"/>
                <a:gd name="connsiteX252" fmla="*/ 240983 w 336064"/>
                <a:gd name="connsiteY252" fmla="*/ 236064 h 819668"/>
                <a:gd name="connsiteX253" fmla="*/ 242622 w 336064"/>
                <a:gd name="connsiteY253" fmla="*/ 236064 h 819668"/>
                <a:gd name="connsiteX254" fmla="*/ 245901 w 336064"/>
                <a:gd name="connsiteY254" fmla="*/ 237704 h 819668"/>
                <a:gd name="connsiteX255" fmla="*/ 249179 w 336064"/>
                <a:gd name="connsiteY255" fmla="*/ 240982 h 819668"/>
                <a:gd name="connsiteX256" fmla="*/ 254097 w 336064"/>
                <a:gd name="connsiteY256" fmla="*/ 240982 h 819668"/>
                <a:gd name="connsiteX257" fmla="*/ 257376 w 336064"/>
                <a:gd name="connsiteY257" fmla="*/ 240982 h 819668"/>
                <a:gd name="connsiteX258" fmla="*/ 260654 w 336064"/>
                <a:gd name="connsiteY258" fmla="*/ 240982 h 819668"/>
                <a:gd name="connsiteX259" fmla="*/ 263933 w 336064"/>
                <a:gd name="connsiteY259" fmla="*/ 240982 h 819668"/>
                <a:gd name="connsiteX260" fmla="*/ 263933 w 336064"/>
                <a:gd name="connsiteY260" fmla="*/ 240982 h 819668"/>
                <a:gd name="connsiteX261" fmla="*/ 265573 w 336064"/>
                <a:gd name="connsiteY261" fmla="*/ 244261 h 819668"/>
                <a:gd name="connsiteX262" fmla="*/ 265573 w 336064"/>
                <a:gd name="connsiteY262" fmla="*/ 249179 h 819668"/>
                <a:gd name="connsiteX263" fmla="*/ 262294 w 336064"/>
                <a:gd name="connsiteY263" fmla="*/ 249179 h 819668"/>
                <a:gd name="connsiteX264" fmla="*/ 262294 w 336064"/>
                <a:gd name="connsiteY264" fmla="*/ 252458 h 819668"/>
                <a:gd name="connsiteX265" fmla="*/ 260654 w 336064"/>
                <a:gd name="connsiteY265" fmla="*/ 255736 h 819668"/>
                <a:gd name="connsiteX266" fmla="*/ 260654 w 336064"/>
                <a:gd name="connsiteY266" fmla="*/ 259015 h 819668"/>
                <a:gd name="connsiteX267" fmla="*/ 262294 w 336064"/>
                <a:gd name="connsiteY267" fmla="*/ 263933 h 819668"/>
                <a:gd name="connsiteX268" fmla="*/ 262294 w 336064"/>
                <a:gd name="connsiteY268" fmla="*/ 267212 h 819668"/>
                <a:gd name="connsiteX269" fmla="*/ 260654 w 336064"/>
                <a:gd name="connsiteY269" fmla="*/ 270491 h 819668"/>
                <a:gd name="connsiteX270" fmla="*/ 259015 w 336064"/>
                <a:gd name="connsiteY270" fmla="*/ 275408 h 819668"/>
                <a:gd name="connsiteX271" fmla="*/ 259015 w 336064"/>
                <a:gd name="connsiteY271" fmla="*/ 278687 h 819668"/>
                <a:gd name="connsiteX272" fmla="*/ 257376 w 336064"/>
                <a:gd name="connsiteY272" fmla="*/ 281966 h 819668"/>
                <a:gd name="connsiteX273" fmla="*/ 257376 w 336064"/>
                <a:gd name="connsiteY273" fmla="*/ 283605 h 819668"/>
                <a:gd name="connsiteX274" fmla="*/ 262294 w 336064"/>
                <a:gd name="connsiteY274" fmla="*/ 283605 h 819668"/>
                <a:gd name="connsiteX275" fmla="*/ 265573 w 336064"/>
                <a:gd name="connsiteY275" fmla="*/ 285244 h 819668"/>
                <a:gd name="connsiteX276" fmla="*/ 268851 w 336064"/>
                <a:gd name="connsiteY276" fmla="*/ 283605 h 819668"/>
                <a:gd name="connsiteX277" fmla="*/ 272130 w 336064"/>
                <a:gd name="connsiteY277" fmla="*/ 283605 h 819668"/>
                <a:gd name="connsiteX278" fmla="*/ 273769 w 336064"/>
                <a:gd name="connsiteY278" fmla="*/ 283605 h 819668"/>
                <a:gd name="connsiteX279" fmla="*/ 277047 w 336064"/>
                <a:gd name="connsiteY279" fmla="*/ 285244 h 819668"/>
                <a:gd name="connsiteX280" fmla="*/ 280326 w 336064"/>
                <a:gd name="connsiteY280" fmla="*/ 286884 h 819668"/>
                <a:gd name="connsiteX281" fmla="*/ 283605 w 336064"/>
                <a:gd name="connsiteY281" fmla="*/ 286884 h 819668"/>
                <a:gd name="connsiteX282" fmla="*/ 288523 w 336064"/>
                <a:gd name="connsiteY282" fmla="*/ 286884 h 819668"/>
                <a:gd name="connsiteX283" fmla="*/ 288523 w 336064"/>
                <a:gd name="connsiteY283" fmla="*/ 290163 h 819668"/>
                <a:gd name="connsiteX284" fmla="*/ 288523 w 336064"/>
                <a:gd name="connsiteY284" fmla="*/ 295081 h 819668"/>
                <a:gd name="connsiteX285" fmla="*/ 288523 w 336064"/>
                <a:gd name="connsiteY285" fmla="*/ 298359 h 819668"/>
                <a:gd name="connsiteX286" fmla="*/ 290163 w 336064"/>
                <a:gd name="connsiteY286" fmla="*/ 298359 h 819668"/>
                <a:gd name="connsiteX287" fmla="*/ 291802 w 336064"/>
                <a:gd name="connsiteY287" fmla="*/ 301638 h 819668"/>
                <a:gd name="connsiteX288" fmla="*/ 293441 w 336064"/>
                <a:gd name="connsiteY288" fmla="*/ 303277 h 819668"/>
                <a:gd name="connsiteX289" fmla="*/ 298360 w 336064"/>
                <a:gd name="connsiteY289" fmla="*/ 303277 h 819668"/>
                <a:gd name="connsiteX290" fmla="*/ 296720 w 336064"/>
                <a:gd name="connsiteY290" fmla="*/ 306556 h 819668"/>
                <a:gd name="connsiteX291" fmla="*/ 296720 w 336064"/>
                <a:gd name="connsiteY291" fmla="*/ 311474 h 819668"/>
                <a:gd name="connsiteX292" fmla="*/ 301637 w 336064"/>
                <a:gd name="connsiteY292" fmla="*/ 314753 h 819668"/>
                <a:gd name="connsiteX293" fmla="*/ 303277 w 336064"/>
                <a:gd name="connsiteY293" fmla="*/ 313113 h 819668"/>
                <a:gd name="connsiteX294" fmla="*/ 306556 w 336064"/>
                <a:gd name="connsiteY294" fmla="*/ 309835 h 819668"/>
                <a:gd name="connsiteX295" fmla="*/ 309834 w 336064"/>
                <a:gd name="connsiteY295" fmla="*/ 311474 h 819668"/>
                <a:gd name="connsiteX296" fmla="*/ 313113 w 336064"/>
                <a:gd name="connsiteY296" fmla="*/ 313113 h 819668"/>
                <a:gd name="connsiteX297" fmla="*/ 318031 w 336064"/>
                <a:gd name="connsiteY297" fmla="*/ 311474 h 819668"/>
                <a:gd name="connsiteX298" fmla="*/ 321310 w 336064"/>
                <a:gd name="connsiteY298" fmla="*/ 308195 h 819668"/>
                <a:gd name="connsiteX299" fmla="*/ 321310 w 336064"/>
                <a:gd name="connsiteY299" fmla="*/ 308195 h 819668"/>
                <a:gd name="connsiteX300" fmla="*/ 324588 w 336064"/>
                <a:gd name="connsiteY300" fmla="*/ 304916 h 819668"/>
                <a:gd name="connsiteX301" fmla="*/ 324588 w 336064"/>
                <a:gd name="connsiteY301" fmla="*/ 303277 h 819668"/>
                <a:gd name="connsiteX302" fmla="*/ 329506 w 336064"/>
                <a:gd name="connsiteY302" fmla="*/ 301638 h 819668"/>
                <a:gd name="connsiteX303" fmla="*/ 332785 w 336064"/>
                <a:gd name="connsiteY303" fmla="*/ 298359 h 819668"/>
                <a:gd name="connsiteX304" fmla="*/ 332785 w 336064"/>
                <a:gd name="connsiteY304" fmla="*/ 298359 h 819668"/>
                <a:gd name="connsiteX305" fmla="*/ 334424 w 336064"/>
                <a:gd name="connsiteY305" fmla="*/ 303277 h 819668"/>
                <a:gd name="connsiteX306" fmla="*/ 336064 w 336064"/>
                <a:gd name="connsiteY306" fmla="*/ 306556 h 819668"/>
                <a:gd name="connsiteX307" fmla="*/ 336064 w 336064"/>
                <a:gd name="connsiteY307" fmla="*/ 308195 h 819668"/>
                <a:gd name="connsiteX308" fmla="*/ 336064 w 336064"/>
                <a:gd name="connsiteY308" fmla="*/ 309835 h 819668"/>
                <a:gd name="connsiteX309" fmla="*/ 332785 w 336064"/>
                <a:gd name="connsiteY309" fmla="*/ 314753 h 819668"/>
                <a:gd name="connsiteX310" fmla="*/ 329506 w 336064"/>
                <a:gd name="connsiteY310" fmla="*/ 316392 h 819668"/>
                <a:gd name="connsiteX311" fmla="*/ 324588 w 336064"/>
                <a:gd name="connsiteY311" fmla="*/ 319671 h 819668"/>
                <a:gd name="connsiteX312" fmla="*/ 321310 w 336064"/>
                <a:gd name="connsiteY312" fmla="*/ 319671 h 819668"/>
                <a:gd name="connsiteX313" fmla="*/ 321310 w 336064"/>
                <a:gd name="connsiteY313" fmla="*/ 322949 h 819668"/>
                <a:gd name="connsiteX314" fmla="*/ 321310 w 336064"/>
                <a:gd name="connsiteY314" fmla="*/ 326228 h 819668"/>
                <a:gd name="connsiteX315" fmla="*/ 319671 w 336064"/>
                <a:gd name="connsiteY315" fmla="*/ 331146 h 819668"/>
                <a:gd name="connsiteX316" fmla="*/ 316392 w 336064"/>
                <a:gd name="connsiteY316" fmla="*/ 334425 h 819668"/>
                <a:gd name="connsiteX317" fmla="*/ 316392 w 336064"/>
                <a:gd name="connsiteY317" fmla="*/ 336064 h 819668"/>
                <a:gd name="connsiteX318" fmla="*/ 316392 w 336064"/>
                <a:gd name="connsiteY318" fmla="*/ 339343 h 819668"/>
                <a:gd name="connsiteX319" fmla="*/ 321310 w 336064"/>
                <a:gd name="connsiteY319" fmla="*/ 337703 h 819668"/>
                <a:gd name="connsiteX320" fmla="*/ 319671 w 336064"/>
                <a:gd name="connsiteY320" fmla="*/ 339343 h 819668"/>
                <a:gd name="connsiteX321" fmla="*/ 319671 w 336064"/>
                <a:gd name="connsiteY321" fmla="*/ 340982 h 819668"/>
                <a:gd name="connsiteX322" fmla="*/ 316392 w 336064"/>
                <a:gd name="connsiteY322" fmla="*/ 340982 h 819668"/>
                <a:gd name="connsiteX323" fmla="*/ 311474 w 336064"/>
                <a:gd name="connsiteY323" fmla="*/ 340982 h 819668"/>
                <a:gd name="connsiteX324" fmla="*/ 308195 w 336064"/>
                <a:gd name="connsiteY324" fmla="*/ 342621 h 819668"/>
                <a:gd name="connsiteX325" fmla="*/ 304916 w 336064"/>
                <a:gd name="connsiteY325" fmla="*/ 347539 h 819668"/>
                <a:gd name="connsiteX326" fmla="*/ 304916 w 336064"/>
                <a:gd name="connsiteY326" fmla="*/ 350818 h 819668"/>
                <a:gd name="connsiteX327" fmla="*/ 304916 w 336064"/>
                <a:gd name="connsiteY327" fmla="*/ 354097 h 819668"/>
                <a:gd name="connsiteX328" fmla="*/ 303277 w 336064"/>
                <a:gd name="connsiteY328" fmla="*/ 357375 h 819668"/>
                <a:gd name="connsiteX329" fmla="*/ 303277 w 336064"/>
                <a:gd name="connsiteY329" fmla="*/ 362293 h 819668"/>
                <a:gd name="connsiteX330" fmla="*/ 303277 w 336064"/>
                <a:gd name="connsiteY330" fmla="*/ 362293 h 819668"/>
                <a:gd name="connsiteX331" fmla="*/ 299998 w 336064"/>
                <a:gd name="connsiteY331" fmla="*/ 359015 h 819668"/>
                <a:gd name="connsiteX332" fmla="*/ 298360 w 336064"/>
                <a:gd name="connsiteY332" fmla="*/ 357375 h 819668"/>
                <a:gd name="connsiteX333" fmla="*/ 295081 w 336064"/>
                <a:gd name="connsiteY333" fmla="*/ 357375 h 819668"/>
                <a:gd name="connsiteX334" fmla="*/ 293441 w 336064"/>
                <a:gd name="connsiteY334" fmla="*/ 359015 h 819668"/>
                <a:gd name="connsiteX335" fmla="*/ 290163 w 336064"/>
                <a:gd name="connsiteY335" fmla="*/ 362293 h 819668"/>
                <a:gd name="connsiteX336" fmla="*/ 286884 w 336064"/>
                <a:gd name="connsiteY336" fmla="*/ 363933 h 819668"/>
                <a:gd name="connsiteX337" fmla="*/ 285244 w 336064"/>
                <a:gd name="connsiteY337" fmla="*/ 362293 h 819668"/>
                <a:gd name="connsiteX338" fmla="*/ 280326 w 336064"/>
                <a:gd name="connsiteY338" fmla="*/ 363933 h 819668"/>
                <a:gd name="connsiteX339" fmla="*/ 281966 w 336064"/>
                <a:gd name="connsiteY339" fmla="*/ 367211 h 819668"/>
                <a:gd name="connsiteX340" fmla="*/ 281966 w 336064"/>
                <a:gd name="connsiteY340" fmla="*/ 370490 h 819668"/>
                <a:gd name="connsiteX341" fmla="*/ 280326 w 336064"/>
                <a:gd name="connsiteY341" fmla="*/ 373769 h 819668"/>
                <a:gd name="connsiteX342" fmla="*/ 275408 w 336064"/>
                <a:gd name="connsiteY342" fmla="*/ 373769 h 819668"/>
                <a:gd name="connsiteX343" fmla="*/ 272130 w 336064"/>
                <a:gd name="connsiteY343" fmla="*/ 372129 h 819668"/>
                <a:gd name="connsiteX344" fmla="*/ 268851 w 336064"/>
                <a:gd name="connsiteY344" fmla="*/ 372129 h 819668"/>
                <a:gd name="connsiteX345" fmla="*/ 265573 w 336064"/>
                <a:gd name="connsiteY345" fmla="*/ 373769 h 819668"/>
                <a:gd name="connsiteX346" fmla="*/ 265573 w 336064"/>
                <a:gd name="connsiteY346" fmla="*/ 377047 h 819668"/>
                <a:gd name="connsiteX347" fmla="*/ 265573 w 336064"/>
                <a:gd name="connsiteY347" fmla="*/ 380326 h 819668"/>
                <a:gd name="connsiteX348" fmla="*/ 265573 w 336064"/>
                <a:gd name="connsiteY348" fmla="*/ 383605 h 819668"/>
                <a:gd name="connsiteX349" fmla="*/ 263933 w 336064"/>
                <a:gd name="connsiteY349" fmla="*/ 386883 h 819668"/>
                <a:gd name="connsiteX350" fmla="*/ 262294 w 336064"/>
                <a:gd name="connsiteY350" fmla="*/ 388523 h 819668"/>
                <a:gd name="connsiteX351" fmla="*/ 259015 w 336064"/>
                <a:gd name="connsiteY351" fmla="*/ 385244 h 819668"/>
                <a:gd name="connsiteX352" fmla="*/ 255736 w 336064"/>
                <a:gd name="connsiteY352" fmla="*/ 388523 h 819668"/>
                <a:gd name="connsiteX353" fmla="*/ 250818 w 336064"/>
                <a:gd name="connsiteY353" fmla="*/ 390162 h 819668"/>
                <a:gd name="connsiteX354" fmla="*/ 249179 w 336064"/>
                <a:gd name="connsiteY354" fmla="*/ 391801 h 819668"/>
                <a:gd name="connsiteX355" fmla="*/ 245901 w 336064"/>
                <a:gd name="connsiteY355" fmla="*/ 390162 h 819668"/>
                <a:gd name="connsiteX356" fmla="*/ 244261 w 336064"/>
                <a:gd name="connsiteY356" fmla="*/ 390162 h 819668"/>
                <a:gd name="connsiteX357" fmla="*/ 239343 w 336064"/>
                <a:gd name="connsiteY357" fmla="*/ 391801 h 819668"/>
                <a:gd name="connsiteX358" fmla="*/ 236064 w 336064"/>
                <a:gd name="connsiteY358" fmla="*/ 390162 h 819668"/>
                <a:gd name="connsiteX359" fmla="*/ 232786 w 336064"/>
                <a:gd name="connsiteY359" fmla="*/ 386883 h 819668"/>
                <a:gd name="connsiteX360" fmla="*/ 229507 w 336064"/>
                <a:gd name="connsiteY360" fmla="*/ 386883 h 819668"/>
                <a:gd name="connsiteX361" fmla="*/ 229507 w 336064"/>
                <a:gd name="connsiteY361" fmla="*/ 390162 h 819668"/>
                <a:gd name="connsiteX362" fmla="*/ 227867 w 336064"/>
                <a:gd name="connsiteY362" fmla="*/ 395080 h 819668"/>
                <a:gd name="connsiteX363" fmla="*/ 222949 w 336064"/>
                <a:gd name="connsiteY363" fmla="*/ 396719 h 819668"/>
                <a:gd name="connsiteX364" fmla="*/ 222949 w 336064"/>
                <a:gd name="connsiteY364" fmla="*/ 396719 h 819668"/>
                <a:gd name="connsiteX365" fmla="*/ 222949 w 336064"/>
                <a:gd name="connsiteY365" fmla="*/ 399998 h 819668"/>
                <a:gd name="connsiteX366" fmla="*/ 222949 w 336064"/>
                <a:gd name="connsiteY366" fmla="*/ 404916 h 819668"/>
                <a:gd name="connsiteX367" fmla="*/ 224589 w 336064"/>
                <a:gd name="connsiteY367" fmla="*/ 408195 h 819668"/>
                <a:gd name="connsiteX368" fmla="*/ 224589 w 336064"/>
                <a:gd name="connsiteY368" fmla="*/ 411473 h 819668"/>
                <a:gd name="connsiteX369" fmla="*/ 224589 w 336064"/>
                <a:gd name="connsiteY369" fmla="*/ 413113 h 819668"/>
                <a:gd name="connsiteX370" fmla="*/ 224589 w 336064"/>
                <a:gd name="connsiteY370" fmla="*/ 418031 h 819668"/>
                <a:gd name="connsiteX371" fmla="*/ 221310 w 336064"/>
                <a:gd name="connsiteY371" fmla="*/ 421309 h 819668"/>
                <a:gd name="connsiteX372" fmla="*/ 219671 w 336064"/>
                <a:gd name="connsiteY372" fmla="*/ 424588 h 819668"/>
                <a:gd name="connsiteX373" fmla="*/ 222949 w 336064"/>
                <a:gd name="connsiteY373" fmla="*/ 427867 h 819668"/>
                <a:gd name="connsiteX374" fmla="*/ 224589 w 336064"/>
                <a:gd name="connsiteY374" fmla="*/ 432785 h 819668"/>
                <a:gd name="connsiteX375" fmla="*/ 226228 w 336064"/>
                <a:gd name="connsiteY375" fmla="*/ 436063 h 819668"/>
                <a:gd name="connsiteX376" fmla="*/ 224589 w 336064"/>
                <a:gd name="connsiteY376" fmla="*/ 440981 h 819668"/>
                <a:gd name="connsiteX377" fmla="*/ 221310 w 336064"/>
                <a:gd name="connsiteY377" fmla="*/ 440981 h 819668"/>
                <a:gd name="connsiteX378" fmla="*/ 218032 w 336064"/>
                <a:gd name="connsiteY378" fmla="*/ 442621 h 819668"/>
                <a:gd name="connsiteX379" fmla="*/ 214753 w 336064"/>
                <a:gd name="connsiteY379" fmla="*/ 444260 h 819668"/>
                <a:gd name="connsiteX380" fmla="*/ 209835 w 336064"/>
                <a:gd name="connsiteY380" fmla="*/ 440981 h 819668"/>
                <a:gd name="connsiteX381" fmla="*/ 209835 w 336064"/>
                <a:gd name="connsiteY381" fmla="*/ 439342 h 819668"/>
                <a:gd name="connsiteX382" fmla="*/ 211474 w 336064"/>
                <a:gd name="connsiteY382" fmla="*/ 444260 h 819668"/>
                <a:gd name="connsiteX383" fmla="*/ 213114 w 336064"/>
                <a:gd name="connsiteY383" fmla="*/ 447539 h 819668"/>
                <a:gd name="connsiteX384" fmla="*/ 214753 w 336064"/>
                <a:gd name="connsiteY384" fmla="*/ 450818 h 819668"/>
                <a:gd name="connsiteX385" fmla="*/ 218032 w 336064"/>
                <a:gd name="connsiteY385" fmla="*/ 452457 h 819668"/>
                <a:gd name="connsiteX386" fmla="*/ 222949 w 336064"/>
                <a:gd name="connsiteY386" fmla="*/ 452457 h 819668"/>
                <a:gd name="connsiteX387" fmla="*/ 222949 w 336064"/>
                <a:gd name="connsiteY387" fmla="*/ 455735 h 819668"/>
                <a:gd name="connsiteX388" fmla="*/ 224589 w 336064"/>
                <a:gd name="connsiteY388" fmla="*/ 460653 h 819668"/>
                <a:gd name="connsiteX389" fmla="*/ 226228 w 336064"/>
                <a:gd name="connsiteY389" fmla="*/ 463932 h 819668"/>
                <a:gd name="connsiteX390" fmla="*/ 227867 w 336064"/>
                <a:gd name="connsiteY390" fmla="*/ 467211 h 819668"/>
                <a:gd name="connsiteX391" fmla="*/ 226228 w 336064"/>
                <a:gd name="connsiteY391" fmla="*/ 472129 h 819668"/>
                <a:gd name="connsiteX392" fmla="*/ 226228 w 336064"/>
                <a:gd name="connsiteY392" fmla="*/ 473768 h 819668"/>
                <a:gd name="connsiteX393" fmla="*/ 227867 w 336064"/>
                <a:gd name="connsiteY393" fmla="*/ 473768 h 819668"/>
                <a:gd name="connsiteX394" fmla="*/ 231146 w 336064"/>
                <a:gd name="connsiteY394" fmla="*/ 477047 h 819668"/>
                <a:gd name="connsiteX395" fmla="*/ 232786 w 336064"/>
                <a:gd name="connsiteY395" fmla="*/ 481965 h 819668"/>
                <a:gd name="connsiteX396" fmla="*/ 237704 w 336064"/>
                <a:gd name="connsiteY396" fmla="*/ 485244 h 819668"/>
                <a:gd name="connsiteX397" fmla="*/ 240983 w 336064"/>
                <a:gd name="connsiteY397" fmla="*/ 486883 h 819668"/>
                <a:gd name="connsiteX398" fmla="*/ 242622 w 336064"/>
                <a:gd name="connsiteY398" fmla="*/ 491801 h 819668"/>
                <a:gd name="connsiteX399" fmla="*/ 245901 w 336064"/>
                <a:gd name="connsiteY399" fmla="*/ 495080 h 819668"/>
                <a:gd name="connsiteX400" fmla="*/ 249179 w 336064"/>
                <a:gd name="connsiteY400" fmla="*/ 498358 h 819668"/>
                <a:gd name="connsiteX401" fmla="*/ 252457 w 336064"/>
                <a:gd name="connsiteY401" fmla="*/ 501637 h 819668"/>
                <a:gd name="connsiteX402" fmla="*/ 254097 w 336064"/>
                <a:gd name="connsiteY402" fmla="*/ 506555 h 819668"/>
                <a:gd name="connsiteX403" fmla="*/ 255736 w 336064"/>
                <a:gd name="connsiteY403" fmla="*/ 506555 h 819668"/>
                <a:gd name="connsiteX404" fmla="*/ 259015 w 336064"/>
                <a:gd name="connsiteY404" fmla="*/ 508194 h 819668"/>
                <a:gd name="connsiteX405" fmla="*/ 262294 w 336064"/>
                <a:gd name="connsiteY405" fmla="*/ 511473 h 819668"/>
                <a:gd name="connsiteX406" fmla="*/ 263933 w 336064"/>
                <a:gd name="connsiteY406" fmla="*/ 514752 h 819668"/>
                <a:gd name="connsiteX407" fmla="*/ 263933 w 336064"/>
                <a:gd name="connsiteY407" fmla="*/ 519670 h 819668"/>
                <a:gd name="connsiteX408" fmla="*/ 263933 w 336064"/>
                <a:gd name="connsiteY408" fmla="*/ 522948 h 819668"/>
                <a:gd name="connsiteX409" fmla="*/ 265573 w 336064"/>
                <a:gd name="connsiteY409" fmla="*/ 526227 h 819668"/>
                <a:gd name="connsiteX410" fmla="*/ 267212 w 336064"/>
                <a:gd name="connsiteY410" fmla="*/ 529506 h 819668"/>
                <a:gd name="connsiteX411" fmla="*/ 270491 w 336064"/>
                <a:gd name="connsiteY411" fmla="*/ 532784 h 819668"/>
                <a:gd name="connsiteX412" fmla="*/ 272130 w 336064"/>
                <a:gd name="connsiteY412" fmla="*/ 537702 h 819668"/>
                <a:gd name="connsiteX413" fmla="*/ 273769 w 336064"/>
                <a:gd name="connsiteY413" fmla="*/ 540981 h 819668"/>
                <a:gd name="connsiteX414" fmla="*/ 277047 w 336064"/>
                <a:gd name="connsiteY414" fmla="*/ 537702 h 819668"/>
                <a:gd name="connsiteX415" fmla="*/ 278687 w 336064"/>
                <a:gd name="connsiteY415" fmla="*/ 532784 h 819668"/>
                <a:gd name="connsiteX416" fmla="*/ 281966 w 336064"/>
                <a:gd name="connsiteY416" fmla="*/ 537702 h 819668"/>
                <a:gd name="connsiteX417" fmla="*/ 281966 w 336064"/>
                <a:gd name="connsiteY417" fmla="*/ 540981 h 819668"/>
                <a:gd name="connsiteX418" fmla="*/ 278687 w 336064"/>
                <a:gd name="connsiteY418" fmla="*/ 544260 h 819668"/>
                <a:gd name="connsiteX419" fmla="*/ 277047 w 336064"/>
                <a:gd name="connsiteY419" fmla="*/ 547538 h 819668"/>
                <a:gd name="connsiteX420" fmla="*/ 273769 w 336064"/>
                <a:gd name="connsiteY420" fmla="*/ 547538 h 819668"/>
                <a:gd name="connsiteX421" fmla="*/ 268851 w 336064"/>
                <a:gd name="connsiteY421" fmla="*/ 550817 h 819668"/>
                <a:gd name="connsiteX422" fmla="*/ 270491 w 336064"/>
                <a:gd name="connsiteY422" fmla="*/ 554096 h 819668"/>
                <a:gd name="connsiteX423" fmla="*/ 270491 w 336064"/>
                <a:gd name="connsiteY423" fmla="*/ 557374 h 819668"/>
                <a:gd name="connsiteX424" fmla="*/ 272130 w 336064"/>
                <a:gd name="connsiteY424" fmla="*/ 560653 h 819668"/>
                <a:gd name="connsiteX425" fmla="*/ 270491 w 336064"/>
                <a:gd name="connsiteY425" fmla="*/ 565571 h 819668"/>
                <a:gd name="connsiteX426" fmla="*/ 272130 w 336064"/>
                <a:gd name="connsiteY426" fmla="*/ 568850 h 819668"/>
                <a:gd name="connsiteX427" fmla="*/ 270491 w 336064"/>
                <a:gd name="connsiteY427" fmla="*/ 568850 h 819668"/>
                <a:gd name="connsiteX428" fmla="*/ 272130 w 336064"/>
                <a:gd name="connsiteY428" fmla="*/ 573768 h 819668"/>
                <a:gd name="connsiteX429" fmla="*/ 272130 w 336064"/>
                <a:gd name="connsiteY429" fmla="*/ 577046 h 819668"/>
                <a:gd name="connsiteX430" fmla="*/ 270491 w 336064"/>
                <a:gd name="connsiteY430" fmla="*/ 581965 h 819668"/>
                <a:gd name="connsiteX431" fmla="*/ 267212 w 336064"/>
                <a:gd name="connsiteY431" fmla="*/ 581965 h 819668"/>
                <a:gd name="connsiteX432" fmla="*/ 267212 w 336064"/>
                <a:gd name="connsiteY432" fmla="*/ 586882 h 819668"/>
                <a:gd name="connsiteX433" fmla="*/ 267212 w 336064"/>
                <a:gd name="connsiteY433" fmla="*/ 586882 h 819668"/>
                <a:gd name="connsiteX434" fmla="*/ 262294 w 336064"/>
                <a:gd name="connsiteY434" fmla="*/ 585243 h 819668"/>
                <a:gd name="connsiteX435" fmla="*/ 259015 w 336064"/>
                <a:gd name="connsiteY435" fmla="*/ 586882 h 819668"/>
                <a:gd name="connsiteX436" fmla="*/ 260654 w 336064"/>
                <a:gd name="connsiteY436" fmla="*/ 590161 h 819668"/>
                <a:gd name="connsiteX437" fmla="*/ 259015 w 336064"/>
                <a:gd name="connsiteY437" fmla="*/ 593440 h 819668"/>
                <a:gd name="connsiteX438" fmla="*/ 260654 w 336064"/>
                <a:gd name="connsiteY438" fmla="*/ 598358 h 819668"/>
                <a:gd name="connsiteX439" fmla="*/ 260654 w 336064"/>
                <a:gd name="connsiteY439" fmla="*/ 598358 h 819668"/>
                <a:gd name="connsiteX440" fmla="*/ 262294 w 336064"/>
                <a:gd name="connsiteY440" fmla="*/ 601637 h 819668"/>
                <a:gd name="connsiteX441" fmla="*/ 262294 w 336064"/>
                <a:gd name="connsiteY441" fmla="*/ 604915 h 819668"/>
                <a:gd name="connsiteX442" fmla="*/ 265573 w 336064"/>
                <a:gd name="connsiteY442" fmla="*/ 609833 h 819668"/>
                <a:gd name="connsiteX443" fmla="*/ 268851 w 336064"/>
                <a:gd name="connsiteY443" fmla="*/ 613112 h 819668"/>
                <a:gd name="connsiteX444" fmla="*/ 272130 w 336064"/>
                <a:gd name="connsiteY444" fmla="*/ 616390 h 819668"/>
                <a:gd name="connsiteX445" fmla="*/ 275408 w 336064"/>
                <a:gd name="connsiteY445" fmla="*/ 621309 h 819668"/>
                <a:gd name="connsiteX446" fmla="*/ 277047 w 336064"/>
                <a:gd name="connsiteY446" fmla="*/ 624587 h 819668"/>
                <a:gd name="connsiteX447" fmla="*/ 280326 w 336064"/>
                <a:gd name="connsiteY447" fmla="*/ 627866 h 819668"/>
                <a:gd name="connsiteX448" fmla="*/ 283605 w 336064"/>
                <a:gd name="connsiteY448" fmla="*/ 629505 h 819668"/>
                <a:gd name="connsiteX449" fmla="*/ 286884 w 336064"/>
                <a:gd name="connsiteY449" fmla="*/ 632784 h 819668"/>
                <a:gd name="connsiteX450" fmla="*/ 290163 w 336064"/>
                <a:gd name="connsiteY450" fmla="*/ 636062 h 819668"/>
                <a:gd name="connsiteX451" fmla="*/ 293441 w 336064"/>
                <a:gd name="connsiteY451" fmla="*/ 639341 h 819668"/>
                <a:gd name="connsiteX452" fmla="*/ 295081 w 336064"/>
                <a:gd name="connsiteY452" fmla="*/ 642620 h 819668"/>
                <a:gd name="connsiteX453" fmla="*/ 298360 w 336064"/>
                <a:gd name="connsiteY453" fmla="*/ 645899 h 819668"/>
                <a:gd name="connsiteX454" fmla="*/ 299998 w 336064"/>
                <a:gd name="connsiteY454" fmla="*/ 650817 h 819668"/>
                <a:gd name="connsiteX455" fmla="*/ 303277 w 336064"/>
                <a:gd name="connsiteY455" fmla="*/ 654095 h 819668"/>
                <a:gd name="connsiteX456" fmla="*/ 303277 w 336064"/>
                <a:gd name="connsiteY456" fmla="*/ 657374 h 819668"/>
                <a:gd name="connsiteX457" fmla="*/ 303277 w 336064"/>
                <a:gd name="connsiteY457" fmla="*/ 660653 h 819668"/>
                <a:gd name="connsiteX458" fmla="*/ 304916 w 336064"/>
                <a:gd name="connsiteY458" fmla="*/ 665571 h 819668"/>
                <a:gd name="connsiteX459" fmla="*/ 304916 w 336064"/>
                <a:gd name="connsiteY459" fmla="*/ 668849 h 819668"/>
                <a:gd name="connsiteX460" fmla="*/ 304916 w 336064"/>
                <a:gd name="connsiteY460" fmla="*/ 672128 h 819668"/>
                <a:gd name="connsiteX461" fmla="*/ 304916 w 336064"/>
                <a:gd name="connsiteY461" fmla="*/ 673767 h 819668"/>
                <a:gd name="connsiteX462" fmla="*/ 306556 w 336064"/>
                <a:gd name="connsiteY462" fmla="*/ 677046 h 819668"/>
                <a:gd name="connsiteX463" fmla="*/ 303277 w 336064"/>
                <a:gd name="connsiteY463" fmla="*/ 680325 h 819668"/>
                <a:gd name="connsiteX464" fmla="*/ 303277 w 336064"/>
                <a:gd name="connsiteY464" fmla="*/ 683603 h 819668"/>
                <a:gd name="connsiteX465" fmla="*/ 306556 w 336064"/>
                <a:gd name="connsiteY465" fmla="*/ 686882 h 819668"/>
                <a:gd name="connsiteX466" fmla="*/ 306556 w 336064"/>
                <a:gd name="connsiteY466" fmla="*/ 691800 h 819668"/>
                <a:gd name="connsiteX467" fmla="*/ 308195 w 336064"/>
                <a:gd name="connsiteY467" fmla="*/ 695079 h 819668"/>
                <a:gd name="connsiteX468" fmla="*/ 309834 w 336064"/>
                <a:gd name="connsiteY468" fmla="*/ 698357 h 819668"/>
                <a:gd name="connsiteX469" fmla="*/ 313113 w 336064"/>
                <a:gd name="connsiteY469" fmla="*/ 701636 h 819668"/>
                <a:gd name="connsiteX470" fmla="*/ 318031 w 336064"/>
                <a:gd name="connsiteY470" fmla="*/ 704915 h 819668"/>
                <a:gd name="connsiteX471" fmla="*/ 318031 w 336064"/>
                <a:gd name="connsiteY471" fmla="*/ 708193 h 819668"/>
                <a:gd name="connsiteX472" fmla="*/ 318031 w 336064"/>
                <a:gd name="connsiteY472" fmla="*/ 711472 h 819668"/>
                <a:gd name="connsiteX473" fmla="*/ 318031 w 336064"/>
                <a:gd name="connsiteY473" fmla="*/ 716390 h 819668"/>
                <a:gd name="connsiteX474" fmla="*/ 319671 w 336064"/>
                <a:gd name="connsiteY474" fmla="*/ 719669 h 819668"/>
                <a:gd name="connsiteX475" fmla="*/ 322950 w 336064"/>
                <a:gd name="connsiteY475" fmla="*/ 724587 h 819668"/>
                <a:gd name="connsiteX476" fmla="*/ 322950 w 336064"/>
                <a:gd name="connsiteY476" fmla="*/ 727865 h 819668"/>
                <a:gd name="connsiteX477" fmla="*/ 326227 w 336064"/>
                <a:gd name="connsiteY477" fmla="*/ 731144 h 819668"/>
                <a:gd name="connsiteX478" fmla="*/ 324588 w 336064"/>
                <a:gd name="connsiteY478" fmla="*/ 734423 h 819668"/>
                <a:gd name="connsiteX479" fmla="*/ 327867 w 336064"/>
                <a:gd name="connsiteY479" fmla="*/ 739341 h 819668"/>
                <a:gd name="connsiteX480" fmla="*/ 327867 w 336064"/>
                <a:gd name="connsiteY480" fmla="*/ 742619 h 819668"/>
                <a:gd name="connsiteX481" fmla="*/ 326227 w 336064"/>
                <a:gd name="connsiteY481" fmla="*/ 745898 h 819668"/>
                <a:gd name="connsiteX482" fmla="*/ 321310 w 336064"/>
                <a:gd name="connsiteY482" fmla="*/ 749177 h 819668"/>
                <a:gd name="connsiteX483" fmla="*/ 321310 w 336064"/>
                <a:gd name="connsiteY483" fmla="*/ 754095 h 819668"/>
                <a:gd name="connsiteX484" fmla="*/ 319671 w 336064"/>
                <a:gd name="connsiteY484" fmla="*/ 757374 h 819668"/>
                <a:gd name="connsiteX485" fmla="*/ 318031 w 336064"/>
                <a:gd name="connsiteY485" fmla="*/ 760652 h 819668"/>
                <a:gd name="connsiteX486" fmla="*/ 318031 w 336064"/>
                <a:gd name="connsiteY486" fmla="*/ 762292 h 819668"/>
                <a:gd name="connsiteX487" fmla="*/ 316392 w 336064"/>
                <a:gd name="connsiteY487" fmla="*/ 765570 h 819668"/>
                <a:gd name="connsiteX488" fmla="*/ 314753 w 336064"/>
                <a:gd name="connsiteY488" fmla="*/ 768849 h 819668"/>
                <a:gd name="connsiteX489" fmla="*/ 311474 w 336064"/>
                <a:gd name="connsiteY489" fmla="*/ 773767 h 819668"/>
                <a:gd name="connsiteX490" fmla="*/ 309834 w 336064"/>
                <a:gd name="connsiteY490" fmla="*/ 773767 h 819668"/>
                <a:gd name="connsiteX491" fmla="*/ 306556 w 336064"/>
                <a:gd name="connsiteY491" fmla="*/ 778685 h 819668"/>
                <a:gd name="connsiteX492" fmla="*/ 306556 w 336064"/>
                <a:gd name="connsiteY492" fmla="*/ 781963 h 819668"/>
                <a:gd name="connsiteX493" fmla="*/ 303277 w 336064"/>
                <a:gd name="connsiteY493" fmla="*/ 785242 h 819668"/>
                <a:gd name="connsiteX494" fmla="*/ 301637 w 336064"/>
                <a:gd name="connsiteY494" fmla="*/ 785242 h 819668"/>
                <a:gd name="connsiteX495" fmla="*/ 298360 w 336064"/>
                <a:gd name="connsiteY495" fmla="*/ 788521 h 819668"/>
                <a:gd name="connsiteX496" fmla="*/ 298360 w 336064"/>
                <a:gd name="connsiteY496" fmla="*/ 791799 h 819668"/>
                <a:gd name="connsiteX497" fmla="*/ 301637 w 336064"/>
                <a:gd name="connsiteY497" fmla="*/ 795078 h 819668"/>
                <a:gd name="connsiteX498" fmla="*/ 298360 w 336064"/>
                <a:gd name="connsiteY498" fmla="*/ 799996 h 819668"/>
                <a:gd name="connsiteX499" fmla="*/ 298360 w 336064"/>
                <a:gd name="connsiteY499" fmla="*/ 803275 h 819668"/>
                <a:gd name="connsiteX500" fmla="*/ 296720 w 336064"/>
                <a:gd name="connsiteY500" fmla="*/ 806553 h 819668"/>
                <a:gd name="connsiteX501" fmla="*/ 295081 w 336064"/>
                <a:gd name="connsiteY501" fmla="*/ 809832 h 819668"/>
                <a:gd name="connsiteX502" fmla="*/ 293441 w 336064"/>
                <a:gd name="connsiteY502" fmla="*/ 814750 h 819668"/>
                <a:gd name="connsiteX503" fmla="*/ 291802 w 336064"/>
                <a:gd name="connsiteY503" fmla="*/ 818029 h 819668"/>
                <a:gd name="connsiteX504" fmla="*/ 291802 w 336064"/>
                <a:gd name="connsiteY504" fmla="*/ 818029 h 819668"/>
                <a:gd name="connsiteX505" fmla="*/ 291802 w 336064"/>
                <a:gd name="connsiteY505" fmla="*/ 819668 h 819668"/>
                <a:gd name="connsiteX506" fmla="*/ 291802 w 336064"/>
                <a:gd name="connsiteY506" fmla="*/ 818029 h 819668"/>
                <a:gd name="connsiteX507" fmla="*/ 290163 w 336064"/>
                <a:gd name="connsiteY507" fmla="*/ 814750 h 819668"/>
                <a:gd name="connsiteX508" fmla="*/ 288523 w 336064"/>
                <a:gd name="connsiteY508" fmla="*/ 811472 h 819668"/>
                <a:gd name="connsiteX509" fmla="*/ 290163 w 336064"/>
                <a:gd name="connsiteY509" fmla="*/ 806553 h 819668"/>
                <a:gd name="connsiteX510" fmla="*/ 290163 w 336064"/>
                <a:gd name="connsiteY510" fmla="*/ 803275 h 819668"/>
                <a:gd name="connsiteX511" fmla="*/ 288523 w 336064"/>
                <a:gd name="connsiteY511" fmla="*/ 799996 h 819668"/>
                <a:gd name="connsiteX512" fmla="*/ 288523 w 336064"/>
                <a:gd name="connsiteY512" fmla="*/ 795078 h 819668"/>
                <a:gd name="connsiteX513" fmla="*/ 288523 w 336064"/>
                <a:gd name="connsiteY513" fmla="*/ 795078 h 819668"/>
                <a:gd name="connsiteX514" fmla="*/ 286884 w 336064"/>
                <a:gd name="connsiteY514" fmla="*/ 791799 h 819668"/>
                <a:gd name="connsiteX515" fmla="*/ 286884 w 336064"/>
                <a:gd name="connsiteY515" fmla="*/ 788521 h 819668"/>
                <a:gd name="connsiteX516" fmla="*/ 290163 w 336064"/>
                <a:gd name="connsiteY516" fmla="*/ 786882 h 819668"/>
                <a:gd name="connsiteX517" fmla="*/ 291802 w 336064"/>
                <a:gd name="connsiteY517" fmla="*/ 781963 h 819668"/>
                <a:gd name="connsiteX518" fmla="*/ 290163 w 336064"/>
                <a:gd name="connsiteY518" fmla="*/ 780324 h 819668"/>
                <a:gd name="connsiteX519" fmla="*/ 293441 w 336064"/>
                <a:gd name="connsiteY519" fmla="*/ 778685 h 819668"/>
                <a:gd name="connsiteX520" fmla="*/ 295081 w 336064"/>
                <a:gd name="connsiteY520" fmla="*/ 773767 h 819668"/>
                <a:gd name="connsiteX521" fmla="*/ 295081 w 336064"/>
                <a:gd name="connsiteY521" fmla="*/ 770488 h 819668"/>
                <a:gd name="connsiteX522" fmla="*/ 295081 w 336064"/>
                <a:gd name="connsiteY522" fmla="*/ 767209 h 819668"/>
                <a:gd name="connsiteX523" fmla="*/ 295081 w 336064"/>
                <a:gd name="connsiteY523" fmla="*/ 763931 h 819668"/>
                <a:gd name="connsiteX524" fmla="*/ 295081 w 336064"/>
                <a:gd name="connsiteY524" fmla="*/ 759013 h 819668"/>
                <a:gd name="connsiteX525" fmla="*/ 293441 w 336064"/>
                <a:gd name="connsiteY525" fmla="*/ 755734 h 819668"/>
                <a:gd name="connsiteX526" fmla="*/ 295081 w 336064"/>
                <a:gd name="connsiteY526" fmla="*/ 752455 h 819668"/>
                <a:gd name="connsiteX527" fmla="*/ 293441 w 336064"/>
                <a:gd name="connsiteY527" fmla="*/ 747537 h 819668"/>
                <a:gd name="connsiteX528" fmla="*/ 293441 w 336064"/>
                <a:gd name="connsiteY528" fmla="*/ 744259 h 819668"/>
                <a:gd name="connsiteX529" fmla="*/ 298360 w 336064"/>
                <a:gd name="connsiteY529" fmla="*/ 742619 h 819668"/>
                <a:gd name="connsiteX530" fmla="*/ 295081 w 336064"/>
                <a:gd name="connsiteY530" fmla="*/ 739341 h 819668"/>
                <a:gd name="connsiteX531" fmla="*/ 296720 w 336064"/>
                <a:gd name="connsiteY531" fmla="*/ 737702 h 819668"/>
                <a:gd name="connsiteX532" fmla="*/ 293441 w 336064"/>
                <a:gd name="connsiteY532" fmla="*/ 740980 h 819668"/>
                <a:gd name="connsiteX533" fmla="*/ 288523 w 336064"/>
                <a:gd name="connsiteY533" fmla="*/ 742619 h 819668"/>
                <a:gd name="connsiteX534" fmla="*/ 288523 w 336064"/>
                <a:gd name="connsiteY534" fmla="*/ 739341 h 819668"/>
                <a:gd name="connsiteX535" fmla="*/ 291802 w 336064"/>
                <a:gd name="connsiteY535" fmla="*/ 736062 h 819668"/>
                <a:gd name="connsiteX536" fmla="*/ 288523 w 336064"/>
                <a:gd name="connsiteY536" fmla="*/ 736062 h 819668"/>
                <a:gd name="connsiteX537" fmla="*/ 291802 w 336064"/>
                <a:gd name="connsiteY537" fmla="*/ 732783 h 819668"/>
                <a:gd name="connsiteX538" fmla="*/ 291802 w 336064"/>
                <a:gd name="connsiteY538" fmla="*/ 727865 h 819668"/>
                <a:gd name="connsiteX539" fmla="*/ 288523 w 336064"/>
                <a:gd name="connsiteY539" fmla="*/ 724587 h 819668"/>
                <a:gd name="connsiteX540" fmla="*/ 291802 w 336064"/>
                <a:gd name="connsiteY540" fmla="*/ 721308 h 819668"/>
                <a:gd name="connsiteX541" fmla="*/ 286884 w 336064"/>
                <a:gd name="connsiteY541" fmla="*/ 721308 h 819668"/>
                <a:gd name="connsiteX542" fmla="*/ 285244 w 336064"/>
                <a:gd name="connsiteY542" fmla="*/ 718029 h 819668"/>
                <a:gd name="connsiteX543" fmla="*/ 288523 w 336064"/>
                <a:gd name="connsiteY543" fmla="*/ 716390 h 819668"/>
                <a:gd name="connsiteX544" fmla="*/ 290163 w 336064"/>
                <a:gd name="connsiteY544" fmla="*/ 714751 h 819668"/>
                <a:gd name="connsiteX545" fmla="*/ 286884 w 336064"/>
                <a:gd name="connsiteY545" fmla="*/ 711472 h 819668"/>
                <a:gd name="connsiteX546" fmla="*/ 285244 w 336064"/>
                <a:gd name="connsiteY546" fmla="*/ 709833 h 819668"/>
                <a:gd name="connsiteX547" fmla="*/ 290163 w 336064"/>
                <a:gd name="connsiteY547" fmla="*/ 708193 h 819668"/>
                <a:gd name="connsiteX548" fmla="*/ 285244 w 336064"/>
                <a:gd name="connsiteY548" fmla="*/ 706554 h 819668"/>
                <a:gd name="connsiteX549" fmla="*/ 288523 w 336064"/>
                <a:gd name="connsiteY549" fmla="*/ 701636 h 819668"/>
                <a:gd name="connsiteX550" fmla="*/ 288523 w 336064"/>
                <a:gd name="connsiteY550" fmla="*/ 698357 h 819668"/>
                <a:gd name="connsiteX551" fmla="*/ 286884 w 336064"/>
                <a:gd name="connsiteY551" fmla="*/ 695079 h 819668"/>
                <a:gd name="connsiteX552" fmla="*/ 285244 w 336064"/>
                <a:gd name="connsiteY552" fmla="*/ 691800 h 819668"/>
                <a:gd name="connsiteX553" fmla="*/ 283605 w 336064"/>
                <a:gd name="connsiteY553" fmla="*/ 688521 h 819668"/>
                <a:gd name="connsiteX554" fmla="*/ 281966 w 336064"/>
                <a:gd name="connsiteY554" fmla="*/ 685243 h 819668"/>
                <a:gd name="connsiteX555" fmla="*/ 281966 w 336064"/>
                <a:gd name="connsiteY555" fmla="*/ 680325 h 819668"/>
                <a:gd name="connsiteX556" fmla="*/ 280326 w 336064"/>
                <a:gd name="connsiteY556" fmla="*/ 677046 h 819668"/>
                <a:gd name="connsiteX557" fmla="*/ 278687 w 336064"/>
                <a:gd name="connsiteY557" fmla="*/ 673767 h 819668"/>
                <a:gd name="connsiteX558" fmla="*/ 277047 w 336064"/>
                <a:gd name="connsiteY558" fmla="*/ 670489 h 819668"/>
                <a:gd name="connsiteX559" fmla="*/ 275408 w 336064"/>
                <a:gd name="connsiteY559" fmla="*/ 667210 h 819668"/>
                <a:gd name="connsiteX560" fmla="*/ 273769 w 336064"/>
                <a:gd name="connsiteY560" fmla="*/ 663931 h 819668"/>
                <a:gd name="connsiteX561" fmla="*/ 272130 w 336064"/>
                <a:gd name="connsiteY561" fmla="*/ 659013 h 819668"/>
                <a:gd name="connsiteX562" fmla="*/ 268851 w 336064"/>
                <a:gd name="connsiteY562" fmla="*/ 655735 h 819668"/>
                <a:gd name="connsiteX563" fmla="*/ 267212 w 336064"/>
                <a:gd name="connsiteY563" fmla="*/ 652456 h 819668"/>
                <a:gd name="connsiteX564" fmla="*/ 267212 w 336064"/>
                <a:gd name="connsiteY564" fmla="*/ 647538 h 819668"/>
                <a:gd name="connsiteX565" fmla="*/ 265573 w 336064"/>
                <a:gd name="connsiteY565" fmla="*/ 644259 h 819668"/>
                <a:gd name="connsiteX566" fmla="*/ 263933 w 336064"/>
                <a:gd name="connsiteY566" fmla="*/ 640981 h 819668"/>
                <a:gd name="connsiteX567" fmla="*/ 263933 w 336064"/>
                <a:gd name="connsiteY567" fmla="*/ 639341 h 819668"/>
                <a:gd name="connsiteX568" fmla="*/ 263933 w 336064"/>
                <a:gd name="connsiteY568" fmla="*/ 640981 h 819668"/>
                <a:gd name="connsiteX569" fmla="*/ 263933 w 336064"/>
                <a:gd name="connsiteY569" fmla="*/ 642620 h 819668"/>
                <a:gd name="connsiteX570" fmla="*/ 263933 w 336064"/>
                <a:gd name="connsiteY570" fmla="*/ 645899 h 819668"/>
                <a:gd name="connsiteX571" fmla="*/ 263933 w 336064"/>
                <a:gd name="connsiteY571" fmla="*/ 650817 h 819668"/>
                <a:gd name="connsiteX572" fmla="*/ 263933 w 336064"/>
                <a:gd name="connsiteY572" fmla="*/ 654095 h 819668"/>
                <a:gd name="connsiteX573" fmla="*/ 265573 w 336064"/>
                <a:gd name="connsiteY573" fmla="*/ 657374 h 819668"/>
                <a:gd name="connsiteX574" fmla="*/ 263933 w 336064"/>
                <a:gd name="connsiteY574" fmla="*/ 660653 h 819668"/>
                <a:gd name="connsiteX575" fmla="*/ 263933 w 336064"/>
                <a:gd name="connsiteY575" fmla="*/ 657374 h 819668"/>
                <a:gd name="connsiteX576" fmla="*/ 260654 w 336064"/>
                <a:gd name="connsiteY576" fmla="*/ 654095 h 819668"/>
                <a:gd name="connsiteX577" fmla="*/ 260654 w 336064"/>
                <a:gd name="connsiteY577" fmla="*/ 650817 h 819668"/>
                <a:gd name="connsiteX578" fmla="*/ 260654 w 336064"/>
                <a:gd name="connsiteY578" fmla="*/ 645899 h 819668"/>
                <a:gd name="connsiteX579" fmla="*/ 259015 w 336064"/>
                <a:gd name="connsiteY579" fmla="*/ 642620 h 819668"/>
                <a:gd name="connsiteX580" fmla="*/ 259015 w 336064"/>
                <a:gd name="connsiteY580" fmla="*/ 639341 h 819668"/>
                <a:gd name="connsiteX581" fmla="*/ 260654 w 336064"/>
                <a:gd name="connsiteY581" fmla="*/ 634423 h 819668"/>
                <a:gd name="connsiteX582" fmla="*/ 257376 w 336064"/>
                <a:gd name="connsiteY582" fmla="*/ 631145 h 819668"/>
                <a:gd name="connsiteX583" fmla="*/ 255736 w 336064"/>
                <a:gd name="connsiteY583" fmla="*/ 629505 h 819668"/>
                <a:gd name="connsiteX584" fmla="*/ 254097 w 336064"/>
                <a:gd name="connsiteY584" fmla="*/ 626227 h 819668"/>
                <a:gd name="connsiteX585" fmla="*/ 254097 w 336064"/>
                <a:gd name="connsiteY585" fmla="*/ 622948 h 819668"/>
                <a:gd name="connsiteX586" fmla="*/ 252457 w 336064"/>
                <a:gd name="connsiteY586" fmla="*/ 618030 h 819668"/>
                <a:gd name="connsiteX587" fmla="*/ 250818 w 336064"/>
                <a:gd name="connsiteY587" fmla="*/ 614751 h 819668"/>
                <a:gd name="connsiteX588" fmla="*/ 250818 w 336064"/>
                <a:gd name="connsiteY588" fmla="*/ 611472 h 819668"/>
                <a:gd name="connsiteX589" fmla="*/ 254097 w 336064"/>
                <a:gd name="connsiteY589" fmla="*/ 611472 h 819668"/>
                <a:gd name="connsiteX590" fmla="*/ 252457 w 336064"/>
                <a:gd name="connsiteY590" fmla="*/ 608194 h 819668"/>
                <a:gd name="connsiteX591" fmla="*/ 247539 w 336064"/>
                <a:gd name="connsiteY591" fmla="*/ 609833 h 819668"/>
                <a:gd name="connsiteX592" fmla="*/ 247539 w 336064"/>
                <a:gd name="connsiteY592" fmla="*/ 606555 h 819668"/>
                <a:gd name="connsiteX593" fmla="*/ 245901 w 336064"/>
                <a:gd name="connsiteY593" fmla="*/ 603276 h 819668"/>
                <a:gd name="connsiteX594" fmla="*/ 244261 w 336064"/>
                <a:gd name="connsiteY594" fmla="*/ 601637 h 819668"/>
                <a:gd name="connsiteX595" fmla="*/ 244261 w 336064"/>
                <a:gd name="connsiteY595" fmla="*/ 598358 h 819668"/>
                <a:gd name="connsiteX596" fmla="*/ 244261 w 336064"/>
                <a:gd name="connsiteY596" fmla="*/ 596718 h 819668"/>
                <a:gd name="connsiteX597" fmla="*/ 244261 w 336064"/>
                <a:gd name="connsiteY597" fmla="*/ 593440 h 819668"/>
                <a:gd name="connsiteX598" fmla="*/ 242622 w 336064"/>
                <a:gd name="connsiteY598" fmla="*/ 588522 h 819668"/>
                <a:gd name="connsiteX599" fmla="*/ 240983 w 336064"/>
                <a:gd name="connsiteY599" fmla="*/ 585243 h 819668"/>
                <a:gd name="connsiteX600" fmla="*/ 240983 w 336064"/>
                <a:gd name="connsiteY600" fmla="*/ 581965 h 819668"/>
                <a:gd name="connsiteX601" fmla="*/ 240983 w 336064"/>
                <a:gd name="connsiteY601" fmla="*/ 577046 h 819668"/>
                <a:gd name="connsiteX602" fmla="*/ 240983 w 336064"/>
                <a:gd name="connsiteY602" fmla="*/ 573768 h 819668"/>
                <a:gd name="connsiteX603" fmla="*/ 239343 w 336064"/>
                <a:gd name="connsiteY603" fmla="*/ 570489 h 819668"/>
                <a:gd name="connsiteX604" fmla="*/ 239343 w 336064"/>
                <a:gd name="connsiteY604" fmla="*/ 568850 h 819668"/>
                <a:gd name="connsiteX605" fmla="*/ 237704 w 336064"/>
                <a:gd name="connsiteY605" fmla="*/ 563932 h 819668"/>
                <a:gd name="connsiteX606" fmla="*/ 237704 w 336064"/>
                <a:gd name="connsiteY606" fmla="*/ 560653 h 819668"/>
                <a:gd name="connsiteX607" fmla="*/ 234425 w 336064"/>
                <a:gd name="connsiteY607" fmla="*/ 557374 h 819668"/>
                <a:gd name="connsiteX608" fmla="*/ 231146 w 336064"/>
                <a:gd name="connsiteY608" fmla="*/ 554096 h 819668"/>
                <a:gd name="connsiteX609" fmla="*/ 232786 w 336064"/>
                <a:gd name="connsiteY609" fmla="*/ 549178 h 819668"/>
                <a:gd name="connsiteX610" fmla="*/ 232786 w 336064"/>
                <a:gd name="connsiteY610" fmla="*/ 547538 h 819668"/>
                <a:gd name="connsiteX611" fmla="*/ 232786 w 336064"/>
                <a:gd name="connsiteY611" fmla="*/ 542620 h 819668"/>
                <a:gd name="connsiteX612" fmla="*/ 232786 w 336064"/>
                <a:gd name="connsiteY612" fmla="*/ 539342 h 819668"/>
                <a:gd name="connsiteX613" fmla="*/ 231146 w 336064"/>
                <a:gd name="connsiteY613" fmla="*/ 536063 h 819668"/>
                <a:gd name="connsiteX614" fmla="*/ 231146 w 336064"/>
                <a:gd name="connsiteY614" fmla="*/ 532784 h 819668"/>
                <a:gd name="connsiteX615" fmla="*/ 232786 w 336064"/>
                <a:gd name="connsiteY615" fmla="*/ 529506 h 819668"/>
                <a:gd name="connsiteX616" fmla="*/ 234425 w 336064"/>
                <a:gd name="connsiteY616" fmla="*/ 529506 h 819668"/>
                <a:gd name="connsiteX617" fmla="*/ 234425 w 336064"/>
                <a:gd name="connsiteY617" fmla="*/ 527866 h 819668"/>
                <a:gd name="connsiteX618" fmla="*/ 232786 w 336064"/>
                <a:gd name="connsiteY618" fmla="*/ 529506 h 819668"/>
                <a:gd name="connsiteX619" fmla="*/ 231146 w 336064"/>
                <a:gd name="connsiteY619" fmla="*/ 531145 h 819668"/>
                <a:gd name="connsiteX620" fmla="*/ 227867 w 336064"/>
                <a:gd name="connsiteY620" fmla="*/ 529506 h 819668"/>
                <a:gd name="connsiteX621" fmla="*/ 224589 w 336064"/>
                <a:gd name="connsiteY621" fmla="*/ 531145 h 819668"/>
                <a:gd name="connsiteX622" fmla="*/ 221310 w 336064"/>
                <a:gd name="connsiteY622" fmla="*/ 529506 h 819668"/>
                <a:gd name="connsiteX623" fmla="*/ 219671 w 336064"/>
                <a:gd name="connsiteY623" fmla="*/ 526227 h 819668"/>
                <a:gd name="connsiteX624" fmla="*/ 216393 w 336064"/>
                <a:gd name="connsiteY624" fmla="*/ 522948 h 819668"/>
                <a:gd name="connsiteX625" fmla="*/ 214753 w 336064"/>
                <a:gd name="connsiteY625" fmla="*/ 519670 h 819668"/>
                <a:gd name="connsiteX626" fmla="*/ 213114 w 336064"/>
                <a:gd name="connsiteY626" fmla="*/ 514752 h 819668"/>
                <a:gd name="connsiteX627" fmla="*/ 211474 w 336064"/>
                <a:gd name="connsiteY627" fmla="*/ 511473 h 819668"/>
                <a:gd name="connsiteX628" fmla="*/ 211474 w 336064"/>
                <a:gd name="connsiteY628" fmla="*/ 508194 h 819668"/>
                <a:gd name="connsiteX629" fmla="*/ 211474 w 336064"/>
                <a:gd name="connsiteY629" fmla="*/ 503276 h 819668"/>
                <a:gd name="connsiteX630" fmla="*/ 208196 w 336064"/>
                <a:gd name="connsiteY630" fmla="*/ 504916 h 819668"/>
                <a:gd name="connsiteX631" fmla="*/ 208196 w 336064"/>
                <a:gd name="connsiteY631" fmla="*/ 501637 h 819668"/>
                <a:gd name="connsiteX632" fmla="*/ 204917 w 336064"/>
                <a:gd name="connsiteY632" fmla="*/ 498358 h 819668"/>
                <a:gd name="connsiteX633" fmla="*/ 203277 w 336064"/>
                <a:gd name="connsiteY633" fmla="*/ 496719 h 819668"/>
                <a:gd name="connsiteX634" fmla="*/ 199999 w 336064"/>
                <a:gd name="connsiteY634" fmla="*/ 493440 h 819668"/>
                <a:gd name="connsiteX635" fmla="*/ 198359 w 336064"/>
                <a:gd name="connsiteY635" fmla="*/ 490162 h 819668"/>
                <a:gd name="connsiteX636" fmla="*/ 196720 w 336064"/>
                <a:gd name="connsiteY636" fmla="*/ 491801 h 819668"/>
                <a:gd name="connsiteX637" fmla="*/ 199999 w 336064"/>
                <a:gd name="connsiteY637" fmla="*/ 495080 h 819668"/>
                <a:gd name="connsiteX638" fmla="*/ 198359 w 336064"/>
                <a:gd name="connsiteY638" fmla="*/ 499998 h 819668"/>
                <a:gd name="connsiteX639" fmla="*/ 198359 w 336064"/>
                <a:gd name="connsiteY639" fmla="*/ 503276 h 819668"/>
                <a:gd name="connsiteX640" fmla="*/ 201638 w 336064"/>
                <a:gd name="connsiteY640" fmla="*/ 506555 h 819668"/>
                <a:gd name="connsiteX641" fmla="*/ 199999 w 336064"/>
                <a:gd name="connsiteY641" fmla="*/ 509834 h 819668"/>
                <a:gd name="connsiteX642" fmla="*/ 198359 w 336064"/>
                <a:gd name="connsiteY642" fmla="*/ 514752 h 819668"/>
                <a:gd name="connsiteX643" fmla="*/ 198359 w 336064"/>
                <a:gd name="connsiteY643" fmla="*/ 514752 h 819668"/>
                <a:gd name="connsiteX644" fmla="*/ 198359 w 336064"/>
                <a:gd name="connsiteY644" fmla="*/ 518030 h 819668"/>
                <a:gd name="connsiteX645" fmla="*/ 198359 w 336064"/>
                <a:gd name="connsiteY645" fmla="*/ 521309 h 819668"/>
                <a:gd name="connsiteX646" fmla="*/ 195080 w 336064"/>
                <a:gd name="connsiteY646" fmla="*/ 524588 h 819668"/>
                <a:gd name="connsiteX647" fmla="*/ 193442 w 336064"/>
                <a:gd name="connsiteY647" fmla="*/ 527866 h 819668"/>
                <a:gd name="connsiteX648" fmla="*/ 191803 w 336064"/>
                <a:gd name="connsiteY648" fmla="*/ 531145 h 819668"/>
                <a:gd name="connsiteX649" fmla="*/ 186884 w 336064"/>
                <a:gd name="connsiteY649" fmla="*/ 531145 h 819668"/>
                <a:gd name="connsiteX650" fmla="*/ 183606 w 336064"/>
                <a:gd name="connsiteY650" fmla="*/ 531145 h 819668"/>
                <a:gd name="connsiteX651" fmla="*/ 180327 w 336064"/>
                <a:gd name="connsiteY651" fmla="*/ 527866 h 819668"/>
                <a:gd name="connsiteX652" fmla="*/ 178687 w 336064"/>
                <a:gd name="connsiteY652" fmla="*/ 524588 h 819668"/>
                <a:gd name="connsiteX653" fmla="*/ 177048 w 336064"/>
                <a:gd name="connsiteY653" fmla="*/ 521309 h 819668"/>
                <a:gd name="connsiteX654" fmla="*/ 178687 w 336064"/>
                <a:gd name="connsiteY654" fmla="*/ 518030 h 819668"/>
                <a:gd name="connsiteX655" fmla="*/ 177048 w 336064"/>
                <a:gd name="connsiteY655" fmla="*/ 518030 h 819668"/>
                <a:gd name="connsiteX656" fmla="*/ 177048 w 336064"/>
                <a:gd name="connsiteY656" fmla="*/ 519670 h 819668"/>
                <a:gd name="connsiteX657" fmla="*/ 173769 w 336064"/>
                <a:gd name="connsiteY657" fmla="*/ 519670 h 819668"/>
                <a:gd name="connsiteX658" fmla="*/ 175409 w 336064"/>
                <a:gd name="connsiteY658" fmla="*/ 521309 h 819668"/>
                <a:gd name="connsiteX659" fmla="*/ 175409 w 336064"/>
                <a:gd name="connsiteY659" fmla="*/ 522948 h 819668"/>
                <a:gd name="connsiteX660" fmla="*/ 177048 w 336064"/>
                <a:gd name="connsiteY660" fmla="*/ 526227 h 819668"/>
                <a:gd name="connsiteX661" fmla="*/ 177048 w 336064"/>
                <a:gd name="connsiteY661" fmla="*/ 527866 h 819668"/>
                <a:gd name="connsiteX662" fmla="*/ 180327 w 336064"/>
                <a:gd name="connsiteY662" fmla="*/ 532784 h 819668"/>
                <a:gd name="connsiteX663" fmla="*/ 181966 w 336064"/>
                <a:gd name="connsiteY663" fmla="*/ 536063 h 819668"/>
                <a:gd name="connsiteX664" fmla="*/ 177048 w 336064"/>
                <a:gd name="connsiteY664" fmla="*/ 537702 h 819668"/>
                <a:gd name="connsiteX665" fmla="*/ 173769 w 336064"/>
                <a:gd name="connsiteY665" fmla="*/ 539342 h 819668"/>
                <a:gd name="connsiteX666" fmla="*/ 170490 w 336064"/>
                <a:gd name="connsiteY666" fmla="*/ 537702 h 819668"/>
                <a:gd name="connsiteX667" fmla="*/ 172130 w 336064"/>
                <a:gd name="connsiteY667" fmla="*/ 539342 h 819668"/>
                <a:gd name="connsiteX668" fmla="*/ 170490 w 336064"/>
                <a:gd name="connsiteY668" fmla="*/ 542620 h 819668"/>
                <a:gd name="connsiteX669" fmla="*/ 167213 w 336064"/>
                <a:gd name="connsiteY669" fmla="*/ 544260 h 819668"/>
                <a:gd name="connsiteX670" fmla="*/ 163934 w 336064"/>
                <a:gd name="connsiteY670" fmla="*/ 545899 h 819668"/>
                <a:gd name="connsiteX671" fmla="*/ 160655 w 336064"/>
                <a:gd name="connsiteY671" fmla="*/ 544260 h 819668"/>
                <a:gd name="connsiteX672" fmla="*/ 160655 w 336064"/>
                <a:gd name="connsiteY672" fmla="*/ 545899 h 819668"/>
                <a:gd name="connsiteX673" fmla="*/ 160655 w 336064"/>
                <a:gd name="connsiteY673" fmla="*/ 549178 h 819668"/>
                <a:gd name="connsiteX674" fmla="*/ 159016 w 336064"/>
                <a:gd name="connsiteY674" fmla="*/ 552456 h 819668"/>
                <a:gd name="connsiteX675" fmla="*/ 159016 w 336064"/>
                <a:gd name="connsiteY675" fmla="*/ 557374 h 819668"/>
                <a:gd name="connsiteX676" fmla="*/ 155737 w 336064"/>
                <a:gd name="connsiteY676" fmla="*/ 560653 h 819668"/>
                <a:gd name="connsiteX677" fmla="*/ 152458 w 336064"/>
                <a:gd name="connsiteY677" fmla="*/ 563932 h 819668"/>
                <a:gd name="connsiteX678" fmla="*/ 152458 w 336064"/>
                <a:gd name="connsiteY678" fmla="*/ 565571 h 819668"/>
                <a:gd name="connsiteX679" fmla="*/ 147540 w 336064"/>
                <a:gd name="connsiteY679" fmla="*/ 565571 h 819668"/>
                <a:gd name="connsiteX680" fmla="*/ 144261 w 336064"/>
                <a:gd name="connsiteY680" fmla="*/ 562292 h 819668"/>
                <a:gd name="connsiteX681" fmla="*/ 145900 w 336064"/>
                <a:gd name="connsiteY681" fmla="*/ 559014 h 819668"/>
                <a:gd name="connsiteX682" fmla="*/ 147540 w 336064"/>
                <a:gd name="connsiteY682" fmla="*/ 555735 h 819668"/>
                <a:gd name="connsiteX683" fmla="*/ 147540 w 336064"/>
                <a:gd name="connsiteY683" fmla="*/ 550817 h 819668"/>
                <a:gd name="connsiteX684" fmla="*/ 145900 w 336064"/>
                <a:gd name="connsiteY684" fmla="*/ 547538 h 819668"/>
                <a:gd name="connsiteX685" fmla="*/ 145900 w 336064"/>
                <a:gd name="connsiteY685" fmla="*/ 549178 h 819668"/>
                <a:gd name="connsiteX686" fmla="*/ 145900 w 336064"/>
                <a:gd name="connsiteY686" fmla="*/ 549178 h 819668"/>
                <a:gd name="connsiteX687" fmla="*/ 145900 w 336064"/>
                <a:gd name="connsiteY687" fmla="*/ 549178 h 819668"/>
                <a:gd name="connsiteX688" fmla="*/ 145900 w 336064"/>
                <a:gd name="connsiteY688" fmla="*/ 554096 h 819668"/>
                <a:gd name="connsiteX689" fmla="*/ 144261 w 336064"/>
                <a:gd name="connsiteY689" fmla="*/ 557374 h 819668"/>
                <a:gd name="connsiteX690" fmla="*/ 144261 w 336064"/>
                <a:gd name="connsiteY690" fmla="*/ 554096 h 819668"/>
                <a:gd name="connsiteX691" fmla="*/ 142623 w 336064"/>
                <a:gd name="connsiteY691" fmla="*/ 555735 h 819668"/>
                <a:gd name="connsiteX692" fmla="*/ 142623 w 336064"/>
                <a:gd name="connsiteY692" fmla="*/ 559014 h 819668"/>
                <a:gd name="connsiteX693" fmla="*/ 142623 w 336064"/>
                <a:gd name="connsiteY693" fmla="*/ 563932 h 819668"/>
                <a:gd name="connsiteX694" fmla="*/ 137704 w 336064"/>
                <a:gd name="connsiteY694" fmla="*/ 560653 h 819668"/>
                <a:gd name="connsiteX695" fmla="*/ 137704 w 336064"/>
                <a:gd name="connsiteY695" fmla="*/ 555735 h 819668"/>
                <a:gd name="connsiteX696" fmla="*/ 137704 w 336064"/>
                <a:gd name="connsiteY696" fmla="*/ 552456 h 819668"/>
                <a:gd name="connsiteX697" fmla="*/ 137704 w 336064"/>
                <a:gd name="connsiteY697" fmla="*/ 552456 h 819668"/>
                <a:gd name="connsiteX698" fmla="*/ 139344 w 336064"/>
                <a:gd name="connsiteY698" fmla="*/ 547538 h 819668"/>
                <a:gd name="connsiteX699" fmla="*/ 139344 w 336064"/>
                <a:gd name="connsiteY699" fmla="*/ 547538 h 819668"/>
                <a:gd name="connsiteX700" fmla="*/ 137704 w 336064"/>
                <a:gd name="connsiteY700" fmla="*/ 547538 h 819668"/>
                <a:gd name="connsiteX701" fmla="*/ 137704 w 336064"/>
                <a:gd name="connsiteY701" fmla="*/ 547538 h 819668"/>
                <a:gd name="connsiteX702" fmla="*/ 136065 w 336064"/>
                <a:gd name="connsiteY702" fmla="*/ 552456 h 819668"/>
                <a:gd name="connsiteX703" fmla="*/ 136065 w 336064"/>
                <a:gd name="connsiteY703" fmla="*/ 555735 h 819668"/>
                <a:gd name="connsiteX704" fmla="*/ 136065 w 336064"/>
                <a:gd name="connsiteY704" fmla="*/ 559014 h 819668"/>
                <a:gd name="connsiteX705" fmla="*/ 134426 w 336064"/>
                <a:gd name="connsiteY705" fmla="*/ 562292 h 819668"/>
                <a:gd name="connsiteX706" fmla="*/ 132786 w 336064"/>
                <a:gd name="connsiteY706" fmla="*/ 563932 h 819668"/>
                <a:gd name="connsiteX707" fmla="*/ 127868 w 336064"/>
                <a:gd name="connsiteY707" fmla="*/ 563932 h 819668"/>
                <a:gd name="connsiteX708" fmla="*/ 127868 w 336064"/>
                <a:gd name="connsiteY708" fmla="*/ 559014 h 819668"/>
                <a:gd name="connsiteX709" fmla="*/ 127868 w 336064"/>
                <a:gd name="connsiteY709" fmla="*/ 555735 h 819668"/>
                <a:gd name="connsiteX710" fmla="*/ 129507 w 336064"/>
                <a:gd name="connsiteY710" fmla="*/ 552456 h 819668"/>
                <a:gd name="connsiteX711" fmla="*/ 127868 w 336064"/>
                <a:gd name="connsiteY711" fmla="*/ 550817 h 819668"/>
                <a:gd name="connsiteX712" fmla="*/ 127868 w 336064"/>
                <a:gd name="connsiteY712" fmla="*/ 545899 h 819668"/>
                <a:gd name="connsiteX713" fmla="*/ 131147 w 336064"/>
                <a:gd name="connsiteY713" fmla="*/ 544260 h 819668"/>
                <a:gd name="connsiteX714" fmla="*/ 131147 w 336064"/>
                <a:gd name="connsiteY714" fmla="*/ 544260 h 819668"/>
                <a:gd name="connsiteX715" fmla="*/ 131147 w 336064"/>
                <a:gd name="connsiteY715" fmla="*/ 542620 h 819668"/>
                <a:gd name="connsiteX716" fmla="*/ 131147 w 336064"/>
                <a:gd name="connsiteY716" fmla="*/ 544260 h 819668"/>
                <a:gd name="connsiteX717" fmla="*/ 127868 w 336064"/>
                <a:gd name="connsiteY717" fmla="*/ 545899 h 819668"/>
                <a:gd name="connsiteX718" fmla="*/ 127868 w 336064"/>
                <a:gd name="connsiteY718" fmla="*/ 549178 h 819668"/>
                <a:gd name="connsiteX719" fmla="*/ 127868 w 336064"/>
                <a:gd name="connsiteY719" fmla="*/ 552456 h 819668"/>
                <a:gd name="connsiteX720" fmla="*/ 124589 w 336064"/>
                <a:gd name="connsiteY720" fmla="*/ 557374 h 819668"/>
                <a:gd name="connsiteX721" fmla="*/ 122950 w 336064"/>
                <a:gd name="connsiteY721" fmla="*/ 560653 h 819668"/>
                <a:gd name="connsiteX722" fmla="*/ 118032 w 336064"/>
                <a:gd name="connsiteY722" fmla="*/ 557374 h 819668"/>
                <a:gd name="connsiteX723" fmla="*/ 122950 w 336064"/>
                <a:gd name="connsiteY723" fmla="*/ 554096 h 819668"/>
                <a:gd name="connsiteX724" fmla="*/ 122950 w 336064"/>
                <a:gd name="connsiteY724" fmla="*/ 550817 h 819668"/>
                <a:gd name="connsiteX725" fmla="*/ 124589 w 336064"/>
                <a:gd name="connsiteY725" fmla="*/ 545899 h 819668"/>
                <a:gd name="connsiteX726" fmla="*/ 124589 w 336064"/>
                <a:gd name="connsiteY726" fmla="*/ 547538 h 819668"/>
                <a:gd name="connsiteX727" fmla="*/ 122950 w 336064"/>
                <a:gd name="connsiteY727" fmla="*/ 550817 h 819668"/>
                <a:gd name="connsiteX728" fmla="*/ 121310 w 336064"/>
                <a:gd name="connsiteY728" fmla="*/ 554096 h 819668"/>
                <a:gd name="connsiteX729" fmla="*/ 116393 w 336064"/>
                <a:gd name="connsiteY729" fmla="*/ 555735 h 819668"/>
                <a:gd name="connsiteX730" fmla="*/ 119671 w 336064"/>
                <a:gd name="connsiteY730" fmla="*/ 552456 h 819668"/>
                <a:gd name="connsiteX731" fmla="*/ 121310 w 336064"/>
                <a:gd name="connsiteY731" fmla="*/ 547538 h 819668"/>
                <a:gd name="connsiteX732" fmla="*/ 119671 w 336064"/>
                <a:gd name="connsiteY732" fmla="*/ 544260 h 819668"/>
                <a:gd name="connsiteX733" fmla="*/ 119671 w 336064"/>
                <a:gd name="connsiteY733" fmla="*/ 542620 h 819668"/>
                <a:gd name="connsiteX734" fmla="*/ 119671 w 336064"/>
                <a:gd name="connsiteY734" fmla="*/ 537702 h 819668"/>
                <a:gd name="connsiteX735" fmla="*/ 119671 w 336064"/>
                <a:gd name="connsiteY735" fmla="*/ 534424 h 819668"/>
                <a:gd name="connsiteX736" fmla="*/ 121310 w 336064"/>
                <a:gd name="connsiteY736" fmla="*/ 531145 h 819668"/>
                <a:gd name="connsiteX737" fmla="*/ 119671 w 336064"/>
                <a:gd name="connsiteY737" fmla="*/ 531145 h 819668"/>
                <a:gd name="connsiteX738" fmla="*/ 118032 w 336064"/>
                <a:gd name="connsiteY738" fmla="*/ 531145 h 819668"/>
                <a:gd name="connsiteX739" fmla="*/ 118032 w 336064"/>
                <a:gd name="connsiteY739" fmla="*/ 532784 h 819668"/>
                <a:gd name="connsiteX740" fmla="*/ 119671 w 336064"/>
                <a:gd name="connsiteY740" fmla="*/ 536063 h 819668"/>
                <a:gd name="connsiteX741" fmla="*/ 116393 w 336064"/>
                <a:gd name="connsiteY741" fmla="*/ 539342 h 819668"/>
                <a:gd name="connsiteX742" fmla="*/ 113114 w 336064"/>
                <a:gd name="connsiteY742" fmla="*/ 544260 h 819668"/>
                <a:gd name="connsiteX743" fmla="*/ 113114 w 336064"/>
                <a:gd name="connsiteY743" fmla="*/ 547538 h 819668"/>
                <a:gd name="connsiteX744" fmla="*/ 109836 w 336064"/>
                <a:gd name="connsiteY744" fmla="*/ 550817 h 819668"/>
                <a:gd name="connsiteX745" fmla="*/ 106557 w 336064"/>
                <a:gd name="connsiteY745" fmla="*/ 554096 h 819668"/>
                <a:gd name="connsiteX746" fmla="*/ 103278 w 336064"/>
                <a:gd name="connsiteY746" fmla="*/ 552456 h 819668"/>
                <a:gd name="connsiteX747" fmla="*/ 103278 w 336064"/>
                <a:gd name="connsiteY747" fmla="*/ 549178 h 819668"/>
                <a:gd name="connsiteX748" fmla="*/ 103278 w 336064"/>
                <a:gd name="connsiteY748" fmla="*/ 545899 h 819668"/>
                <a:gd name="connsiteX749" fmla="*/ 103278 w 336064"/>
                <a:gd name="connsiteY749" fmla="*/ 540981 h 819668"/>
                <a:gd name="connsiteX750" fmla="*/ 103278 w 336064"/>
                <a:gd name="connsiteY750" fmla="*/ 537702 h 819668"/>
                <a:gd name="connsiteX751" fmla="*/ 103278 w 336064"/>
                <a:gd name="connsiteY751" fmla="*/ 534424 h 819668"/>
                <a:gd name="connsiteX752" fmla="*/ 104917 w 336064"/>
                <a:gd name="connsiteY752" fmla="*/ 531145 h 819668"/>
                <a:gd name="connsiteX753" fmla="*/ 104917 w 336064"/>
                <a:gd name="connsiteY753" fmla="*/ 526227 h 819668"/>
                <a:gd name="connsiteX754" fmla="*/ 104917 w 336064"/>
                <a:gd name="connsiteY754" fmla="*/ 522948 h 819668"/>
                <a:gd name="connsiteX755" fmla="*/ 106557 w 336064"/>
                <a:gd name="connsiteY755" fmla="*/ 519670 h 819668"/>
                <a:gd name="connsiteX756" fmla="*/ 106557 w 336064"/>
                <a:gd name="connsiteY756" fmla="*/ 516391 h 819668"/>
                <a:gd name="connsiteX757" fmla="*/ 108196 w 336064"/>
                <a:gd name="connsiteY757" fmla="*/ 513112 h 819668"/>
                <a:gd name="connsiteX758" fmla="*/ 108196 w 336064"/>
                <a:gd name="connsiteY758" fmla="*/ 509834 h 819668"/>
                <a:gd name="connsiteX759" fmla="*/ 108196 w 336064"/>
                <a:gd name="connsiteY759" fmla="*/ 504916 h 819668"/>
                <a:gd name="connsiteX760" fmla="*/ 106557 w 336064"/>
                <a:gd name="connsiteY760" fmla="*/ 501637 h 819668"/>
                <a:gd name="connsiteX761" fmla="*/ 109836 w 336064"/>
                <a:gd name="connsiteY761" fmla="*/ 499998 h 819668"/>
                <a:gd name="connsiteX762" fmla="*/ 111475 w 336064"/>
                <a:gd name="connsiteY762" fmla="*/ 496719 h 819668"/>
                <a:gd name="connsiteX763" fmla="*/ 109836 w 336064"/>
                <a:gd name="connsiteY763" fmla="*/ 493440 h 819668"/>
                <a:gd name="connsiteX764" fmla="*/ 109836 w 336064"/>
                <a:gd name="connsiteY764" fmla="*/ 488522 h 819668"/>
                <a:gd name="connsiteX765" fmla="*/ 109836 w 336064"/>
                <a:gd name="connsiteY765" fmla="*/ 486883 h 819668"/>
                <a:gd name="connsiteX766" fmla="*/ 109836 w 336064"/>
                <a:gd name="connsiteY766" fmla="*/ 483604 h 819668"/>
                <a:gd name="connsiteX767" fmla="*/ 108196 w 336064"/>
                <a:gd name="connsiteY767" fmla="*/ 480325 h 819668"/>
                <a:gd name="connsiteX768" fmla="*/ 106557 w 336064"/>
                <a:gd name="connsiteY768" fmla="*/ 477047 h 819668"/>
                <a:gd name="connsiteX769" fmla="*/ 104917 w 336064"/>
                <a:gd name="connsiteY769" fmla="*/ 472129 h 819668"/>
                <a:gd name="connsiteX770" fmla="*/ 103278 w 336064"/>
                <a:gd name="connsiteY770" fmla="*/ 468850 h 819668"/>
                <a:gd name="connsiteX771" fmla="*/ 103278 w 336064"/>
                <a:gd name="connsiteY771" fmla="*/ 465572 h 819668"/>
                <a:gd name="connsiteX772" fmla="*/ 103278 w 336064"/>
                <a:gd name="connsiteY772" fmla="*/ 460653 h 819668"/>
                <a:gd name="connsiteX773" fmla="*/ 101639 w 336064"/>
                <a:gd name="connsiteY773" fmla="*/ 457375 h 819668"/>
                <a:gd name="connsiteX774" fmla="*/ 99999 w 336064"/>
                <a:gd name="connsiteY774" fmla="*/ 454096 h 819668"/>
                <a:gd name="connsiteX775" fmla="*/ 98360 w 336064"/>
                <a:gd name="connsiteY775" fmla="*/ 450818 h 819668"/>
                <a:gd name="connsiteX776" fmla="*/ 95081 w 336064"/>
                <a:gd name="connsiteY776" fmla="*/ 447539 h 819668"/>
                <a:gd name="connsiteX777" fmla="*/ 93442 w 336064"/>
                <a:gd name="connsiteY777" fmla="*/ 444260 h 819668"/>
                <a:gd name="connsiteX778" fmla="*/ 91802 w 336064"/>
                <a:gd name="connsiteY778" fmla="*/ 439342 h 819668"/>
                <a:gd name="connsiteX779" fmla="*/ 90164 w 336064"/>
                <a:gd name="connsiteY779" fmla="*/ 436063 h 819668"/>
                <a:gd name="connsiteX780" fmla="*/ 86885 w 336064"/>
                <a:gd name="connsiteY780" fmla="*/ 432785 h 819668"/>
                <a:gd name="connsiteX781" fmla="*/ 91802 w 336064"/>
                <a:gd name="connsiteY781" fmla="*/ 432785 h 819668"/>
                <a:gd name="connsiteX782" fmla="*/ 86885 w 336064"/>
                <a:gd name="connsiteY782" fmla="*/ 431145 h 819668"/>
                <a:gd name="connsiteX783" fmla="*/ 83606 w 336064"/>
                <a:gd name="connsiteY783" fmla="*/ 429506 h 819668"/>
                <a:gd name="connsiteX784" fmla="*/ 81967 w 336064"/>
                <a:gd name="connsiteY784" fmla="*/ 424588 h 819668"/>
                <a:gd name="connsiteX785" fmla="*/ 81967 w 336064"/>
                <a:gd name="connsiteY785" fmla="*/ 421309 h 819668"/>
                <a:gd name="connsiteX786" fmla="*/ 80327 w 336064"/>
                <a:gd name="connsiteY786" fmla="*/ 418031 h 819668"/>
                <a:gd name="connsiteX787" fmla="*/ 80327 w 336064"/>
                <a:gd name="connsiteY787" fmla="*/ 413113 h 819668"/>
                <a:gd name="connsiteX788" fmla="*/ 80327 w 336064"/>
                <a:gd name="connsiteY788" fmla="*/ 409834 h 819668"/>
                <a:gd name="connsiteX789" fmla="*/ 80327 w 336064"/>
                <a:gd name="connsiteY789" fmla="*/ 406555 h 819668"/>
                <a:gd name="connsiteX790" fmla="*/ 80327 w 336064"/>
                <a:gd name="connsiteY790" fmla="*/ 406555 h 819668"/>
                <a:gd name="connsiteX791" fmla="*/ 80327 w 336064"/>
                <a:gd name="connsiteY791" fmla="*/ 406555 h 819668"/>
                <a:gd name="connsiteX792" fmla="*/ 80327 w 336064"/>
                <a:gd name="connsiteY792" fmla="*/ 409834 h 819668"/>
                <a:gd name="connsiteX793" fmla="*/ 78688 w 336064"/>
                <a:gd name="connsiteY793" fmla="*/ 414752 h 819668"/>
                <a:gd name="connsiteX794" fmla="*/ 75409 w 336064"/>
                <a:gd name="connsiteY794" fmla="*/ 413113 h 819668"/>
                <a:gd name="connsiteX795" fmla="*/ 77049 w 336064"/>
                <a:gd name="connsiteY795" fmla="*/ 416391 h 819668"/>
                <a:gd name="connsiteX796" fmla="*/ 78688 w 336064"/>
                <a:gd name="connsiteY796" fmla="*/ 419670 h 819668"/>
                <a:gd name="connsiteX797" fmla="*/ 80327 w 336064"/>
                <a:gd name="connsiteY797" fmla="*/ 424588 h 819668"/>
                <a:gd name="connsiteX798" fmla="*/ 78688 w 336064"/>
                <a:gd name="connsiteY798" fmla="*/ 427867 h 819668"/>
                <a:gd name="connsiteX799" fmla="*/ 75409 w 336064"/>
                <a:gd name="connsiteY799" fmla="*/ 426228 h 819668"/>
                <a:gd name="connsiteX800" fmla="*/ 70491 w 336064"/>
                <a:gd name="connsiteY800" fmla="*/ 422949 h 819668"/>
                <a:gd name="connsiteX801" fmla="*/ 67212 w 336064"/>
                <a:gd name="connsiteY801" fmla="*/ 421309 h 819668"/>
                <a:gd name="connsiteX802" fmla="*/ 67212 w 336064"/>
                <a:gd name="connsiteY802" fmla="*/ 418031 h 819668"/>
                <a:gd name="connsiteX803" fmla="*/ 63934 w 336064"/>
                <a:gd name="connsiteY803" fmla="*/ 413113 h 819668"/>
                <a:gd name="connsiteX804" fmla="*/ 60656 w 336064"/>
                <a:gd name="connsiteY804" fmla="*/ 409834 h 819668"/>
                <a:gd name="connsiteX805" fmla="*/ 59016 w 336064"/>
                <a:gd name="connsiteY805" fmla="*/ 406555 h 819668"/>
                <a:gd name="connsiteX806" fmla="*/ 62295 w 336064"/>
                <a:gd name="connsiteY806" fmla="*/ 403277 h 819668"/>
                <a:gd name="connsiteX807" fmla="*/ 65573 w 336064"/>
                <a:gd name="connsiteY807" fmla="*/ 406555 h 819668"/>
                <a:gd name="connsiteX808" fmla="*/ 68852 w 336064"/>
                <a:gd name="connsiteY808" fmla="*/ 409834 h 819668"/>
                <a:gd name="connsiteX809" fmla="*/ 70491 w 336064"/>
                <a:gd name="connsiteY809" fmla="*/ 411473 h 819668"/>
                <a:gd name="connsiteX810" fmla="*/ 73770 w 336064"/>
                <a:gd name="connsiteY810" fmla="*/ 409834 h 819668"/>
                <a:gd name="connsiteX811" fmla="*/ 75409 w 336064"/>
                <a:gd name="connsiteY811" fmla="*/ 408195 h 819668"/>
                <a:gd name="connsiteX812" fmla="*/ 77049 w 336064"/>
                <a:gd name="connsiteY812" fmla="*/ 404916 h 819668"/>
                <a:gd name="connsiteX813" fmla="*/ 77049 w 336064"/>
                <a:gd name="connsiteY813" fmla="*/ 403277 h 819668"/>
                <a:gd name="connsiteX814" fmla="*/ 73770 w 336064"/>
                <a:gd name="connsiteY814" fmla="*/ 399998 h 819668"/>
                <a:gd name="connsiteX815" fmla="*/ 70491 w 336064"/>
                <a:gd name="connsiteY815" fmla="*/ 396719 h 819668"/>
                <a:gd name="connsiteX816" fmla="*/ 67212 w 336064"/>
                <a:gd name="connsiteY816" fmla="*/ 393441 h 819668"/>
                <a:gd name="connsiteX817" fmla="*/ 68852 w 336064"/>
                <a:gd name="connsiteY817" fmla="*/ 390162 h 819668"/>
                <a:gd name="connsiteX818" fmla="*/ 67212 w 336064"/>
                <a:gd name="connsiteY818" fmla="*/ 390162 h 819668"/>
                <a:gd name="connsiteX819" fmla="*/ 63934 w 336064"/>
                <a:gd name="connsiteY819" fmla="*/ 390162 h 819668"/>
                <a:gd name="connsiteX820" fmla="*/ 60656 w 336064"/>
                <a:gd name="connsiteY820" fmla="*/ 388523 h 819668"/>
                <a:gd name="connsiteX821" fmla="*/ 62295 w 336064"/>
                <a:gd name="connsiteY821" fmla="*/ 385244 h 819668"/>
                <a:gd name="connsiteX822" fmla="*/ 62295 w 336064"/>
                <a:gd name="connsiteY822" fmla="*/ 381965 h 819668"/>
                <a:gd name="connsiteX823" fmla="*/ 57377 w 336064"/>
                <a:gd name="connsiteY823" fmla="*/ 381965 h 819668"/>
                <a:gd name="connsiteX824" fmla="*/ 55737 w 336064"/>
                <a:gd name="connsiteY824" fmla="*/ 378687 h 819668"/>
                <a:gd name="connsiteX825" fmla="*/ 50819 w 336064"/>
                <a:gd name="connsiteY825" fmla="*/ 377047 h 819668"/>
                <a:gd name="connsiteX826" fmla="*/ 50819 w 336064"/>
                <a:gd name="connsiteY826" fmla="*/ 373769 h 819668"/>
                <a:gd name="connsiteX827" fmla="*/ 49180 w 336064"/>
                <a:gd name="connsiteY827" fmla="*/ 372129 h 819668"/>
                <a:gd name="connsiteX828" fmla="*/ 47540 w 336064"/>
                <a:gd name="connsiteY828" fmla="*/ 375408 h 819668"/>
                <a:gd name="connsiteX829" fmla="*/ 47540 w 336064"/>
                <a:gd name="connsiteY829" fmla="*/ 375408 h 819668"/>
                <a:gd name="connsiteX830" fmla="*/ 44262 w 336064"/>
                <a:gd name="connsiteY830" fmla="*/ 373769 h 819668"/>
                <a:gd name="connsiteX831" fmla="*/ 40983 w 336064"/>
                <a:gd name="connsiteY831" fmla="*/ 373769 h 819668"/>
                <a:gd name="connsiteX832" fmla="*/ 42622 w 336064"/>
                <a:gd name="connsiteY832" fmla="*/ 377047 h 819668"/>
                <a:gd name="connsiteX833" fmla="*/ 44262 w 336064"/>
                <a:gd name="connsiteY833" fmla="*/ 380326 h 819668"/>
                <a:gd name="connsiteX834" fmla="*/ 45901 w 336064"/>
                <a:gd name="connsiteY834" fmla="*/ 385244 h 819668"/>
                <a:gd name="connsiteX835" fmla="*/ 44262 w 336064"/>
                <a:gd name="connsiteY835" fmla="*/ 381965 h 819668"/>
                <a:gd name="connsiteX836" fmla="*/ 40983 w 336064"/>
                <a:gd name="connsiteY836" fmla="*/ 377047 h 819668"/>
                <a:gd name="connsiteX837" fmla="*/ 40983 w 336064"/>
                <a:gd name="connsiteY837" fmla="*/ 377047 h 819668"/>
                <a:gd name="connsiteX838" fmla="*/ 40983 w 336064"/>
                <a:gd name="connsiteY838" fmla="*/ 380326 h 819668"/>
                <a:gd name="connsiteX839" fmla="*/ 42622 w 336064"/>
                <a:gd name="connsiteY839" fmla="*/ 385244 h 819668"/>
                <a:gd name="connsiteX840" fmla="*/ 40983 w 336064"/>
                <a:gd name="connsiteY840" fmla="*/ 380326 h 819668"/>
                <a:gd name="connsiteX841" fmla="*/ 37705 w 336064"/>
                <a:gd name="connsiteY841" fmla="*/ 377047 h 819668"/>
                <a:gd name="connsiteX842" fmla="*/ 36066 w 336064"/>
                <a:gd name="connsiteY842" fmla="*/ 375408 h 819668"/>
                <a:gd name="connsiteX843" fmla="*/ 37705 w 336064"/>
                <a:gd name="connsiteY843" fmla="*/ 372129 h 819668"/>
                <a:gd name="connsiteX844" fmla="*/ 39343 w 336064"/>
                <a:gd name="connsiteY844" fmla="*/ 367211 h 819668"/>
                <a:gd name="connsiteX845" fmla="*/ 37705 w 336064"/>
                <a:gd name="connsiteY845" fmla="*/ 368851 h 819668"/>
                <a:gd name="connsiteX846" fmla="*/ 34426 w 336064"/>
                <a:gd name="connsiteY846" fmla="*/ 368851 h 819668"/>
                <a:gd name="connsiteX847" fmla="*/ 36066 w 336064"/>
                <a:gd name="connsiteY847" fmla="*/ 363933 h 819668"/>
                <a:gd name="connsiteX848" fmla="*/ 37705 w 336064"/>
                <a:gd name="connsiteY848" fmla="*/ 360654 h 819668"/>
                <a:gd name="connsiteX849" fmla="*/ 37705 w 336064"/>
                <a:gd name="connsiteY849" fmla="*/ 360654 h 819668"/>
                <a:gd name="connsiteX850" fmla="*/ 36066 w 336064"/>
                <a:gd name="connsiteY850" fmla="*/ 360654 h 819668"/>
                <a:gd name="connsiteX851" fmla="*/ 36066 w 336064"/>
                <a:gd name="connsiteY851" fmla="*/ 360654 h 819668"/>
                <a:gd name="connsiteX852" fmla="*/ 36066 w 336064"/>
                <a:gd name="connsiteY852" fmla="*/ 355736 h 819668"/>
                <a:gd name="connsiteX853" fmla="*/ 36066 w 336064"/>
                <a:gd name="connsiteY853" fmla="*/ 352457 h 819668"/>
                <a:gd name="connsiteX854" fmla="*/ 36066 w 336064"/>
                <a:gd name="connsiteY854" fmla="*/ 355736 h 819668"/>
                <a:gd name="connsiteX855" fmla="*/ 34426 w 336064"/>
                <a:gd name="connsiteY855" fmla="*/ 359015 h 819668"/>
                <a:gd name="connsiteX856" fmla="*/ 34426 w 336064"/>
                <a:gd name="connsiteY856" fmla="*/ 362293 h 819668"/>
                <a:gd name="connsiteX857" fmla="*/ 34426 w 336064"/>
                <a:gd name="connsiteY857" fmla="*/ 365572 h 819668"/>
                <a:gd name="connsiteX858" fmla="*/ 32787 w 336064"/>
                <a:gd name="connsiteY858" fmla="*/ 370490 h 819668"/>
                <a:gd name="connsiteX859" fmla="*/ 31147 w 336064"/>
                <a:gd name="connsiteY859" fmla="*/ 372129 h 819668"/>
                <a:gd name="connsiteX860" fmla="*/ 27869 w 336064"/>
                <a:gd name="connsiteY860" fmla="*/ 368851 h 819668"/>
                <a:gd name="connsiteX861" fmla="*/ 27869 w 336064"/>
                <a:gd name="connsiteY861" fmla="*/ 365572 h 819668"/>
                <a:gd name="connsiteX862" fmla="*/ 29508 w 336064"/>
                <a:gd name="connsiteY862" fmla="*/ 362293 h 819668"/>
                <a:gd name="connsiteX863" fmla="*/ 27869 w 336064"/>
                <a:gd name="connsiteY863" fmla="*/ 359015 h 819668"/>
                <a:gd name="connsiteX864" fmla="*/ 27869 w 336064"/>
                <a:gd name="connsiteY864" fmla="*/ 355736 h 819668"/>
                <a:gd name="connsiteX865" fmla="*/ 22950 w 336064"/>
                <a:gd name="connsiteY865" fmla="*/ 354097 h 819668"/>
                <a:gd name="connsiteX866" fmla="*/ 22950 w 336064"/>
                <a:gd name="connsiteY866" fmla="*/ 352457 h 819668"/>
                <a:gd name="connsiteX867" fmla="*/ 22950 w 336064"/>
                <a:gd name="connsiteY867" fmla="*/ 355736 h 819668"/>
                <a:gd name="connsiteX868" fmla="*/ 24590 w 336064"/>
                <a:gd name="connsiteY868" fmla="*/ 359015 h 819668"/>
                <a:gd name="connsiteX869" fmla="*/ 22950 w 336064"/>
                <a:gd name="connsiteY869" fmla="*/ 363933 h 819668"/>
                <a:gd name="connsiteX870" fmla="*/ 21311 w 336064"/>
                <a:gd name="connsiteY870" fmla="*/ 359015 h 819668"/>
                <a:gd name="connsiteX871" fmla="*/ 18032 w 336064"/>
                <a:gd name="connsiteY871" fmla="*/ 355736 h 819668"/>
                <a:gd name="connsiteX872" fmla="*/ 14753 w 336064"/>
                <a:gd name="connsiteY872" fmla="*/ 352457 h 819668"/>
                <a:gd name="connsiteX873" fmla="*/ 13114 w 336064"/>
                <a:gd name="connsiteY873" fmla="*/ 349179 h 819668"/>
                <a:gd name="connsiteX874" fmla="*/ 8197 w 336064"/>
                <a:gd name="connsiteY874" fmla="*/ 345900 h 819668"/>
                <a:gd name="connsiteX875" fmla="*/ 8197 w 336064"/>
                <a:gd name="connsiteY875" fmla="*/ 342621 h 819668"/>
                <a:gd name="connsiteX876" fmla="*/ 4918 w 336064"/>
                <a:gd name="connsiteY876" fmla="*/ 337703 h 819668"/>
                <a:gd name="connsiteX877" fmla="*/ 3279 w 336064"/>
                <a:gd name="connsiteY877" fmla="*/ 334425 h 819668"/>
                <a:gd name="connsiteX878" fmla="*/ 3279 w 336064"/>
                <a:gd name="connsiteY878" fmla="*/ 331146 h 819668"/>
                <a:gd name="connsiteX879" fmla="*/ 0 w 336064"/>
                <a:gd name="connsiteY879" fmla="*/ 326228 h 819668"/>
                <a:gd name="connsiteX880" fmla="*/ 0 w 336064"/>
                <a:gd name="connsiteY880" fmla="*/ 324588 h 81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</a:cxnLst>
              <a:rect l="l" t="t" r="r" b="b"/>
              <a:pathLst>
                <a:path w="336064" h="819668">
                  <a:moveTo>
                    <a:pt x="0" y="324588"/>
                  </a:moveTo>
                  <a:lnTo>
                    <a:pt x="0" y="321310"/>
                  </a:lnTo>
                  <a:lnTo>
                    <a:pt x="0" y="318031"/>
                  </a:lnTo>
                  <a:lnTo>
                    <a:pt x="3279" y="313113"/>
                  </a:lnTo>
                  <a:lnTo>
                    <a:pt x="6557" y="314753"/>
                  </a:lnTo>
                  <a:lnTo>
                    <a:pt x="8197" y="316392"/>
                  </a:lnTo>
                  <a:lnTo>
                    <a:pt x="11476" y="316392"/>
                  </a:lnTo>
                  <a:lnTo>
                    <a:pt x="13114" y="319671"/>
                  </a:lnTo>
                  <a:lnTo>
                    <a:pt x="16393" y="319671"/>
                  </a:lnTo>
                  <a:lnTo>
                    <a:pt x="14753" y="316392"/>
                  </a:lnTo>
                  <a:lnTo>
                    <a:pt x="13114" y="311474"/>
                  </a:lnTo>
                  <a:lnTo>
                    <a:pt x="13114" y="308195"/>
                  </a:lnTo>
                  <a:lnTo>
                    <a:pt x="11476" y="304916"/>
                  </a:lnTo>
                  <a:lnTo>
                    <a:pt x="11476" y="301638"/>
                  </a:lnTo>
                  <a:lnTo>
                    <a:pt x="11476" y="296720"/>
                  </a:lnTo>
                  <a:lnTo>
                    <a:pt x="11476" y="293441"/>
                  </a:lnTo>
                  <a:lnTo>
                    <a:pt x="9836" y="290163"/>
                  </a:lnTo>
                  <a:lnTo>
                    <a:pt x="13114" y="286884"/>
                  </a:lnTo>
                  <a:lnTo>
                    <a:pt x="13114" y="281966"/>
                  </a:lnTo>
                  <a:lnTo>
                    <a:pt x="16393" y="283605"/>
                  </a:lnTo>
                  <a:lnTo>
                    <a:pt x="18032" y="286884"/>
                  </a:lnTo>
                  <a:lnTo>
                    <a:pt x="21311" y="290163"/>
                  </a:lnTo>
                  <a:lnTo>
                    <a:pt x="24590" y="290163"/>
                  </a:lnTo>
                  <a:lnTo>
                    <a:pt x="24590" y="286884"/>
                  </a:lnTo>
                  <a:lnTo>
                    <a:pt x="24590" y="283605"/>
                  </a:lnTo>
                  <a:lnTo>
                    <a:pt x="26229" y="280326"/>
                  </a:lnTo>
                  <a:lnTo>
                    <a:pt x="29508" y="280326"/>
                  </a:lnTo>
                  <a:lnTo>
                    <a:pt x="31147" y="280326"/>
                  </a:lnTo>
                  <a:lnTo>
                    <a:pt x="31147" y="277048"/>
                  </a:lnTo>
                  <a:lnTo>
                    <a:pt x="31147" y="272130"/>
                  </a:lnTo>
                  <a:lnTo>
                    <a:pt x="29508" y="268851"/>
                  </a:lnTo>
                  <a:lnTo>
                    <a:pt x="26229" y="265573"/>
                  </a:lnTo>
                  <a:lnTo>
                    <a:pt x="26229" y="262294"/>
                  </a:lnTo>
                  <a:lnTo>
                    <a:pt x="24590" y="257376"/>
                  </a:lnTo>
                  <a:lnTo>
                    <a:pt x="24590" y="254097"/>
                  </a:lnTo>
                  <a:lnTo>
                    <a:pt x="24590" y="250818"/>
                  </a:lnTo>
                  <a:lnTo>
                    <a:pt x="24590" y="245901"/>
                  </a:lnTo>
                  <a:lnTo>
                    <a:pt x="24590" y="242622"/>
                  </a:lnTo>
                  <a:lnTo>
                    <a:pt x="27869" y="244261"/>
                  </a:lnTo>
                  <a:lnTo>
                    <a:pt x="31147" y="242622"/>
                  </a:lnTo>
                  <a:lnTo>
                    <a:pt x="31147" y="240982"/>
                  </a:lnTo>
                  <a:lnTo>
                    <a:pt x="32787" y="237704"/>
                  </a:lnTo>
                  <a:lnTo>
                    <a:pt x="31147" y="232786"/>
                  </a:lnTo>
                  <a:lnTo>
                    <a:pt x="31147" y="229507"/>
                  </a:lnTo>
                  <a:lnTo>
                    <a:pt x="31147" y="226228"/>
                  </a:lnTo>
                  <a:lnTo>
                    <a:pt x="31147" y="221310"/>
                  </a:lnTo>
                  <a:lnTo>
                    <a:pt x="31147" y="218032"/>
                  </a:lnTo>
                  <a:lnTo>
                    <a:pt x="31147" y="214753"/>
                  </a:lnTo>
                  <a:lnTo>
                    <a:pt x="31147" y="214753"/>
                  </a:lnTo>
                  <a:lnTo>
                    <a:pt x="31147" y="214753"/>
                  </a:lnTo>
                  <a:lnTo>
                    <a:pt x="29508" y="213114"/>
                  </a:lnTo>
                  <a:lnTo>
                    <a:pt x="29508" y="209835"/>
                  </a:lnTo>
                  <a:lnTo>
                    <a:pt x="29508" y="209835"/>
                  </a:lnTo>
                  <a:lnTo>
                    <a:pt x="27869" y="206556"/>
                  </a:lnTo>
                  <a:lnTo>
                    <a:pt x="26229" y="203278"/>
                  </a:lnTo>
                  <a:lnTo>
                    <a:pt x="24590" y="198360"/>
                  </a:lnTo>
                  <a:lnTo>
                    <a:pt x="29508" y="198360"/>
                  </a:lnTo>
                  <a:lnTo>
                    <a:pt x="32787" y="201638"/>
                  </a:lnTo>
                  <a:lnTo>
                    <a:pt x="36066" y="199999"/>
                  </a:lnTo>
                  <a:lnTo>
                    <a:pt x="40983" y="199999"/>
                  </a:lnTo>
                  <a:lnTo>
                    <a:pt x="44262" y="203278"/>
                  </a:lnTo>
                  <a:lnTo>
                    <a:pt x="47540" y="203278"/>
                  </a:lnTo>
                  <a:lnTo>
                    <a:pt x="52459" y="204917"/>
                  </a:lnTo>
                  <a:lnTo>
                    <a:pt x="55737" y="206556"/>
                  </a:lnTo>
                  <a:lnTo>
                    <a:pt x="57377" y="208196"/>
                  </a:lnTo>
                  <a:lnTo>
                    <a:pt x="57377" y="203278"/>
                  </a:lnTo>
                  <a:lnTo>
                    <a:pt x="59016" y="199999"/>
                  </a:lnTo>
                  <a:lnTo>
                    <a:pt x="59016" y="196720"/>
                  </a:lnTo>
                  <a:lnTo>
                    <a:pt x="60656" y="191802"/>
                  </a:lnTo>
                  <a:lnTo>
                    <a:pt x="60656" y="190163"/>
                  </a:lnTo>
                  <a:lnTo>
                    <a:pt x="60656" y="185245"/>
                  </a:lnTo>
                  <a:lnTo>
                    <a:pt x="62295" y="181966"/>
                  </a:lnTo>
                  <a:lnTo>
                    <a:pt x="63934" y="178688"/>
                  </a:lnTo>
                  <a:lnTo>
                    <a:pt x="65573" y="175409"/>
                  </a:lnTo>
                  <a:lnTo>
                    <a:pt x="67212" y="170491"/>
                  </a:lnTo>
                  <a:lnTo>
                    <a:pt x="68852" y="168851"/>
                  </a:lnTo>
                  <a:lnTo>
                    <a:pt x="68852" y="165573"/>
                  </a:lnTo>
                  <a:lnTo>
                    <a:pt x="68852" y="163934"/>
                  </a:lnTo>
                  <a:lnTo>
                    <a:pt x="70491" y="160655"/>
                  </a:lnTo>
                  <a:lnTo>
                    <a:pt x="70491" y="157376"/>
                  </a:lnTo>
                  <a:lnTo>
                    <a:pt x="70491" y="155737"/>
                  </a:lnTo>
                  <a:lnTo>
                    <a:pt x="72130" y="152458"/>
                  </a:lnTo>
                  <a:lnTo>
                    <a:pt x="67212" y="149179"/>
                  </a:lnTo>
                  <a:lnTo>
                    <a:pt x="63934" y="145901"/>
                  </a:lnTo>
                  <a:lnTo>
                    <a:pt x="65573" y="142622"/>
                  </a:lnTo>
                  <a:lnTo>
                    <a:pt x="65573" y="137704"/>
                  </a:lnTo>
                  <a:lnTo>
                    <a:pt x="67212" y="137704"/>
                  </a:lnTo>
                  <a:lnTo>
                    <a:pt x="70491" y="134426"/>
                  </a:lnTo>
                  <a:lnTo>
                    <a:pt x="73770" y="131147"/>
                  </a:lnTo>
                  <a:lnTo>
                    <a:pt x="73770" y="129508"/>
                  </a:lnTo>
                  <a:lnTo>
                    <a:pt x="75409" y="126229"/>
                  </a:lnTo>
                  <a:lnTo>
                    <a:pt x="77049" y="124589"/>
                  </a:lnTo>
                  <a:lnTo>
                    <a:pt x="77049" y="121311"/>
                  </a:lnTo>
                  <a:lnTo>
                    <a:pt x="77049" y="119671"/>
                  </a:lnTo>
                  <a:lnTo>
                    <a:pt x="75409" y="116393"/>
                  </a:lnTo>
                  <a:lnTo>
                    <a:pt x="80327" y="113114"/>
                  </a:lnTo>
                  <a:lnTo>
                    <a:pt x="80327" y="108196"/>
                  </a:lnTo>
                  <a:lnTo>
                    <a:pt x="77049" y="104917"/>
                  </a:lnTo>
                  <a:lnTo>
                    <a:pt x="75409" y="101639"/>
                  </a:lnTo>
                  <a:lnTo>
                    <a:pt x="73770" y="98360"/>
                  </a:lnTo>
                  <a:lnTo>
                    <a:pt x="75409" y="93442"/>
                  </a:lnTo>
                  <a:lnTo>
                    <a:pt x="73770" y="90164"/>
                  </a:lnTo>
                  <a:lnTo>
                    <a:pt x="75409" y="86885"/>
                  </a:lnTo>
                  <a:lnTo>
                    <a:pt x="78688" y="81967"/>
                  </a:lnTo>
                  <a:lnTo>
                    <a:pt x="81967" y="81967"/>
                  </a:lnTo>
                  <a:lnTo>
                    <a:pt x="85246" y="80327"/>
                  </a:lnTo>
                  <a:lnTo>
                    <a:pt x="86885" y="80327"/>
                  </a:lnTo>
                  <a:lnTo>
                    <a:pt x="86885" y="77049"/>
                  </a:lnTo>
                  <a:lnTo>
                    <a:pt x="90164" y="75409"/>
                  </a:lnTo>
                  <a:lnTo>
                    <a:pt x="95081" y="72131"/>
                  </a:lnTo>
                  <a:lnTo>
                    <a:pt x="96720" y="68852"/>
                  </a:lnTo>
                  <a:lnTo>
                    <a:pt x="99999" y="67213"/>
                  </a:lnTo>
                  <a:lnTo>
                    <a:pt x="101639" y="63934"/>
                  </a:lnTo>
                  <a:lnTo>
                    <a:pt x="103278" y="59016"/>
                  </a:lnTo>
                  <a:lnTo>
                    <a:pt x="106557" y="57377"/>
                  </a:lnTo>
                  <a:lnTo>
                    <a:pt x="111475" y="55737"/>
                  </a:lnTo>
                  <a:lnTo>
                    <a:pt x="114754" y="55737"/>
                  </a:lnTo>
                  <a:lnTo>
                    <a:pt x="118032" y="55737"/>
                  </a:lnTo>
                  <a:lnTo>
                    <a:pt x="122950" y="54098"/>
                  </a:lnTo>
                  <a:lnTo>
                    <a:pt x="126229" y="54098"/>
                  </a:lnTo>
                  <a:lnTo>
                    <a:pt x="129507" y="52459"/>
                  </a:lnTo>
                  <a:lnTo>
                    <a:pt x="132786" y="57377"/>
                  </a:lnTo>
                  <a:lnTo>
                    <a:pt x="136065" y="60655"/>
                  </a:lnTo>
                  <a:lnTo>
                    <a:pt x="139344" y="62295"/>
                  </a:lnTo>
                  <a:lnTo>
                    <a:pt x="142623" y="63934"/>
                  </a:lnTo>
                  <a:lnTo>
                    <a:pt x="145900" y="63934"/>
                  </a:lnTo>
                  <a:lnTo>
                    <a:pt x="144261" y="59016"/>
                  </a:lnTo>
                  <a:lnTo>
                    <a:pt x="140983" y="55737"/>
                  </a:lnTo>
                  <a:lnTo>
                    <a:pt x="137704" y="52459"/>
                  </a:lnTo>
                  <a:lnTo>
                    <a:pt x="134426" y="49180"/>
                  </a:lnTo>
                  <a:lnTo>
                    <a:pt x="132786" y="47541"/>
                  </a:lnTo>
                  <a:lnTo>
                    <a:pt x="132786" y="42623"/>
                  </a:lnTo>
                  <a:lnTo>
                    <a:pt x="132786" y="39344"/>
                  </a:lnTo>
                  <a:lnTo>
                    <a:pt x="134426" y="36065"/>
                  </a:lnTo>
                  <a:lnTo>
                    <a:pt x="136065" y="36065"/>
                  </a:lnTo>
                  <a:lnTo>
                    <a:pt x="140983" y="31147"/>
                  </a:lnTo>
                  <a:lnTo>
                    <a:pt x="144261" y="27869"/>
                  </a:lnTo>
                  <a:lnTo>
                    <a:pt x="147540" y="24590"/>
                  </a:lnTo>
                  <a:lnTo>
                    <a:pt x="144261" y="21311"/>
                  </a:lnTo>
                  <a:lnTo>
                    <a:pt x="144261" y="18033"/>
                  </a:lnTo>
                  <a:lnTo>
                    <a:pt x="144261" y="14754"/>
                  </a:lnTo>
                  <a:lnTo>
                    <a:pt x="144261" y="14754"/>
                  </a:lnTo>
                  <a:lnTo>
                    <a:pt x="147540" y="11475"/>
                  </a:lnTo>
                  <a:lnTo>
                    <a:pt x="147540" y="8197"/>
                  </a:lnTo>
                  <a:lnTo>
                    <a:pt x="147540" y="3279"/>
                  </a:lnTo>
                  <a:lnTo>
                    <a:pt x="147540" y="0"/>
                  </a:lnTo>
                  <a:lnTo>
                    <a:pt x="152458" y="3279"/>
                  </a:lnTo>
                  <a:lnTo>
                    <a:pt x="155737" y="3279"/>
                  </a:lnTo>
                  <a:lnTo>
                    <a:pt x="157376" y="8197"/>
                  </a:lnTo>
                  <a:lnTo>
                    <a:pt x="162294" y="8197"/>
                  </a:lnTo>
                  <a:lnTo>
                    <a:pt x="165573" y="9836"/>
                  </a:lnTo>
                  <a:lnTo>
                    <a:pt x="167213" y="14754"/>
                  </a:lnTo>
                  <a:lnTo>
                    <a:pt x="172130" y="16393"/>
                  </a:lnTo>
                  <a:lnTo>
                    <a:pt x="173769" y="18033"/>
                  </a:lnTo>
                  <a:lnTo>
                    <a:pt x="173769" y="18033"/>
                  </a:lnTo>
                  <a:lnTo>
                    <a:pt x="175409" y="22951"/>
                  </a:lnTo>
                  <a:lnTo>
                    <a:pt x="177048" y="26229"/>
                  </a:lnTo>
                  <a:lnTo>
                    <a:pt x="177048" y="29508"/>
                  </a:lnTo>
                  <a:lnTo>
                    <a:pt x="180327" y="34426"/>
                  </a:lnTo>
                  <a:lnTo>
                    <a:pt x="181966" y="37705"/>
                  </a:lnTo>
                  <a:lnTo>
                    <a:pt x="183606" y="40983"/>
                  </a:lnTo>
                  <a:lnTo>
                    <a:pt x="185245" y="44262"/>
                  </a:lnTo>
                  <a:lnTo>
                    <a:pt x="188524" y="40983"/>
                  </a:lnTo>
                  <a:lnTo>
                    <a:pt x="188524" y="37705"/>
                  </a:lnTo>
                  <a:lnTo>
                    <a:pt x="191803" y="39344"/>
                  </a:lnTo>
                  <a:lnTo>
                    <a:pt x="195080" y="42623"/>
                  </a:lnTo>
                  <a:lnTo>
                    <a:pt x="199999" y="42623"/>
                  </a:lnTo>
                  <a:lnTo>
                    <a:pt x="199999" y="47541"/>
                  </a:lnTo>
                  <a:lnTo>
                    <a:pt x="201638" y="50819"/>
                  </a:lnTo>
                  <a:lnTo>
                    <a:pt x="203277" y="54098"/>
                  </a:lnTo>
                  <a:lnTo>
                    <a:pt x="201638" y="57377"/>
                  </a:lnTo>
                  <a:lnTo>
                    <a:pt x="203277" y="62295"/>
                  </a:lnTo>
                  <a:lnTo>
                    <a:pt x="206556" y="65573"/>
                  </a:lnTo>
                  <a:lnTo>
                    <a:pt x="206556" y="70491"/>
                  </a:lnTo>
                  <a:lnTo>
                    <a:pt x="208196" y="73770"/>
                  </a:lnTo>
                  <a:lnTo>
                    <a:pt x="209835" y="77049"/>
                  </a:lnTo>
                  <a:lnTo>
                    <a:pt x="209835" y="81967"/>
                  </a:lnTo>
                  <a:lnTo>
                    <a:pt x="211474" y="85245"/>
                  </a:lnTo>
                  <a:lnTo>
                    <a:pt x="209835" y="88524"/>
                  </a:lnTo>
                  <a:lnTo>
                    <a:pt x="211474" y="91803"/>
                  </a:lnTo>
                  <a:lnTo>
                    <a:pt x="211474" y="91803"/>
                  </a:lnTo>
                  <a:lnTo>
                    <a:pt x="211474" y="96721"/>
                  </a:lnTo>
                  <a:lnTo>
                    <a:pt x="209835" y="99999"/>
                  </a:lnTo>
                  <a:lnTo>
                    <a:pt x="213114" y="103278"/>
                  </a:lnTo>
                  <a:lnTo>
                    <a:pt x="211474" y="108196"/>
                  </a:lnTo>
                  <a:lnTo>
                    <a:pt x="208196" y="108196"/>
                  </a:lnTo>
                  <a:lnTo>
                    <a:pt x="209835" y="111475"/>
                  </a:lnTo>
                  <a:lnTo>
                    <a:pt x="213114" y="114754"/>
                  </a:lnTo>
                  <a:lnTo>
                    <a:pt x="214753" y="119671"/>
                  </a:lnTo>
                  <a:lnTo>
                    <a:pt x="211474" y="121311"/>
                  </a:lnTo>
                  <a:lnTo>
                    <a:pt x="208196" y="119671"/>
                  </a:lnTo>
                  <a:lnTo>
                    <a:pt x="206556" y="124589"/>
                  </a:lnTo>
                  <a:lnTo>
                    <a:pt x="204917" y="127868"/>
                  </a:lnTo>
                  <a:lnTo>
                    <a:pt x="204917" y="131147"/>
                  </a:lnTo>
                  <a:lnTo>
                    <a:pt x="203277" y="131147"/>
                  </a:lnTo>
                  <a:lnTo>
                    <a:pt x="199999" y="131147"/>
                  </a:lnTo>
                  <a:lnTo>
                    <a:pt x="196720" y="131147"/>
                  </a:lnTo>
                  <a:lnTo>
                    <a:pt x="196720" y="131147"/>
                  </a:lnTo>
                  <a:lnTo>
                    <a:pt x="195080" y="134426"/>
                  </a:lnTo>
                  <a:lnTo>
                    <a:pt x="196720" y="139344"/>
                  </a:lnTo>
                  <a:lnTo>
                    <a:pt x="195080" y="139344"/>
                  </a:lnTo>
                  <a:lnTo>
                    <a:pt x="195080" y="142622"/>
                  </a:lnTo>
                  <a:lnTo>
                    <a:pt x="193442" y="144261"/>
                  </a:lnTo>
                  <a:lnTo>
                    <a:pt x="190163" y="147540"/>
                  </a:lnTo>
                  <a:lnTo>
                    <a:pt x="186884" y="145901"/>
                  </a:lnTo>
                  <a:lnTo>
                    <a:pt x="185245" y="149179"/>
                  </a:lnTo>
                  <a:lnTo>
                    <a:pt x="183606" y="152458"/>
                  </a:lnTo>
                  <a:lnTo>
                    <a:pt x="183606" y="155737"/>
                  </a:lnTo>
                  <a:lnTo>
                    <a:pt x="185245" y="160655"/>
                  </a:lnTo>
                  <a:lnTo>
                    <a:pt x="186884" y="163934"/>
                  </a:lnTo>
                  <a:lnTo>
                    <a:pt x="183606" y="165573"/>
                  </a:lnTo>
                  <a:lnTo>
                    <a:pt x="180327" y="168851"/>
                  </a:lnTo>
                  <a:lnTo>
                    <a:pt x="180327" y="170491"/>
                  </a:lnTo>
                  <a:lnTo>
                    <a:pt x="180327" y="173770"/>
                  </a:lnTo>
                  <a:lnTo>
                    <a:pt x="180327" y="177048"/>
                  </a:lnTo>
                  <a:lnTo>
                    <a:pt x="181966" y="180327"/>
                  </a:lnTo>
                  <a:lnTo>
                    <a:pt x="186884" y="183606"/>
                  </a:lnTo>
                  <a:lnTo>
                    <a:pt x="186884" y="186884"/>
                  </a:lnTo>
                  <a:lnTo>
                    <a:pt x="190163" y="190163"/>
                  </a:lnTo>
                  <a:lnTo>
                    <a:pt x="190163" y="191802"/>
                  </a:lnTo>
                  <a:lnTo>
                    <a:pt x="190163" y="193442"/>
                  </a:lnTo>
                  <a:lnTo>
                    <a:pt x="188524" y="196720"/>
                  </a:lnTo>
                  <a:lnTo>
                    <a:pt x="186884" y="199999"/>
                  </a:lnTo>
                  <a:lnTo>
                    <a:pt x="185245" y="204917"/>
                  </a:lnTo>
                  <a:lnTo>
                    <a:pt x="188524" y="206556"/>
                  </a:lnTo>
                  <a:lnTo>
                    <a:pt x="191803" y="204917"/>
                  </a:lnTo>
                  <a:lnTo>
                    <a:pt x="195080" y="203278"/>
                  </a:lnTo>
                  <a:lnTo>
                    <a:pt x="196720" y="201638"/>
                  </a:lnTo>
                  <a:lnTo>
                    <a:pt x="199999" y="198360"/>
                  </a:lnTo>
                  <a:lnTo>
                    <a:pt x="201638" y="196720"/>
                  </a:lnTo>
                  <a:lnTo>
                    <a:pt x="204917" y="196720"/>
                  </a:lnTo>
                  <a:lnTo>
                    <a:pt x="208196" y="195081"/>
                  </a:lnTo>
                  <a:lnTo>
                    <a:pt x="211474" y="195081"/>
                  </a:lnTo>
                  <a:lnTo>
                    <a:pt x="216393" y="195081"/>
                  </a:lnTo>
                  <a:lnTo>
                    <a:pt x="219671" y="195081"/>
                  </a:lnTo>
                  <a:lnTo>
                    <a:pt x="222949" y="196720"/>
                  </a:lnTo>
                  <a:lnTo>
                    <a:pt x="226228" y="195081"/>
                  </a:lnTo>
                  <a:lnTo>
                    <a:pt x="229507" y="195081"/>
                  </a:lnTo>
                  <a:lnTo>
                    <a:pt x="232786" y="195081"/>
                  </a:lnTo>
                  <a:lnTo>
                    <a:pt x="234425" y="193442"/>
                  </a:lnTo>
                  <a:lnTo>
                    <a:pt x="234425" y="196720"/>
                  </a:lnTo>
                  <a:lnTo>
                    <a:pt x="231146" y="199999"/>
                  </a:lnTo>
                  <a:lnTo>
                    <a:pt x="227867" y="203278"/>
                  </a:lnTo>
                  <a:lnTo>
                    <a:pt x="227867" y="206556"/>
                  </a:lnTo>
                  <a:lnTo>
                    <a:pt x="231146" y="209835"/>
                  </a:lnTo>
                  <a:lnTo>
                    <a:pt x="234425" y="214753"/>
                  </a:lnTo>
                  <a:lnTo>
                    <a:pt x="237704" y="218032"/>
                  </a:lnTo>
                  <a:lnTo>
                    <a:pt x="234425" y="221310"/>
                  </a:lnTo>
                  <a:lnTo>
                    <a:pt x="237704" y="224589"/>
                  </a:lnTo>
                  <a:lnTo>
                    <a:pt x="239343" y="224589"/>
                  </a:lnTo>
                  <a:lnTo>
                    <a:pt x="239343" y="229507"/>
                  </a:lnTo>
                  <a:lnTo>
                    <a:pt x="240983" y="232786"/>
                  </a:lnTo>
                  <a:lnTo>
                    <a:pt x="240983" y="236064"/>
                  </a:lnTo>
                  <a:lnTo>
                    <a:pt x="242622" y="236064"/>
                  </a:lnTo>
                  <a:lnTo>
                    <a:pt x="245901" y="237704"/>
                  </a:lnTo>
                  <a:lnTo>
                    <a:pt x="249179" y="240982"/>
                  </a:lnTo>
                  <a:lnTo>
                    <a:pt x="254097" y="240982"/>
                  </a:lnTo>
                  <a:lnTo>
                    <a:pt x="257376" y="240982"/>
                  </a:lnTo>
                  <a:lnTo>
                    <a:pt x="260654" y="240982"/>
                  </a:lnTo>
                  <a:lnTo>
                    <a:pt x="263933" y="240982"/>
                  </a:lnTo>
                  <a:lnTo>
                    <a:pt x="263933" y="240982"/>
                  </a:lnTo>
                  <a:lnTo>
                    <a:pt x="265573" y="244261"/>
                  </a:lnTo>
                  <a:lnTo>
                    <a:pt x="265573" y="249179"/>
                  </a:lnTo>
                  <a:lnTo>
                    <a:pt x="262294" y="249179"/>
                  </a:lnTo>
                  <a:lnTo>
                    <a:pt x="262294" y="252458"/>
                  </a:lnTo>
                  <a:lnTo>
                    <a:pt x="260654" y="255736"/>
                  </a:lnTo>
                  <a:lnTo>
                    <a:pt x="260654" y="259015"/>
                  </a:lnTo>
                  <a:lnTo>
                    <a:pt x="262294" y="263933"/>
                  </a:lnTo>
                  <a:lnTo>
                    <a:pt x="262294" y="267212"/>
                  </a:lnTo>
                  <a:lnTo>
                    <a:pt x="260654" y="270491"/>
                  </a:lnTo>
                  <a:lnTo>
                    <a:pt x="259015" y="275408"/>
                  </a:lnTo>
                  <a:lnTo>
                    <a:pt x="259015" y="278687"/>
                  </a:lnTo>
                  <a:lnTo>
                    <a:pt x="257376" y="281966"/>
                  </a:lnTo>
                  <a:lnTo>
                    <a:pt x="257376" y="283605"/>
                  </a:lnTo>
                  <a:lnTo>
                    <a:pt x="262294" y="283605"/>
                  </a:lnTo>
                  <a:lnTo>
                    <a:pt x="265573" y="285244"/>
                  </a:lnTo>
                  <a:lnTo>
                    <a:pt x="268851" y="283605"/>
                  </a:lnTo>
                  <a:lnTo>
                    <a:pt x="272130" y="283605"/>
                  </a:lnTo>
                  <a:lnTo>
                    <a:pt x="273769" y="283605"/>
                  </a:lnTo>
                  <a:lnTo>
                    <a:pt x="277047" y="285244"/>
                  </a:lnTo>
                  <a:lnTo>
                    <a:pt x="280326" y="286884"/>
                  </a:lnTo>
                  <a:lnTo>
                    <a:pt x="283605" y="286884"/>
                  </a:lnTo>
                  <a:lnTo>
                    <a:pt x="288523" y="286884"/>
                  </a:lnTo>
                  <a:lnTo>
                    <a:pt x="288523" y="290163"/>
                  </a:lnTo>
                  <a:lnTo>
                    <a:pt x="288523" y="295081"/>
                  </a:lnTo>
                  <a:lnTo>
                    <a:pt x="288523" y="298359"/>
                  </a:lnTo>
                  <a:lnTo>
                    <a:pt x="290163" y="298359"/>
                  </a:lnTo>
                  <a:lnTo>
                    <a:pt x="291802" y="301638"/>
                  </a:lnTo>
                  <a:lnTo>
                    <a:pt x="293441" y="303277"/>
                  </a:lnTo>
                  <a:lnTo>
                    <a:pt x="298360" y="303277"/>
                  </a:lnTo>
                  <a:lnTo>
                    <a:pt x="296720" y="306556"/>
                  </a:lnTo>
                  <a:lnTo>
                    <a:pt x="296720" y="311474"/>
                  </a:lnTo>
                  <a:lnTo>
                    <a:pt x="301637" y="314753"/>
                  </a:lnTo>
                  <a:lnTo>
                    <a:pt x="303277" y="313113"/>
                  </a:lnTo>
                  <a:lnTo>
                    <a:pt x="306556" y="309835"/>
                  </a:lnTo>
                  <a:lnTo>
                    <a:pt x="309834" y="311474"/>
                  </a:lnTo>
                  <a:lnTo>
                    <a:pt x="313113" y="313113"/>
                  </a:lnTo>
                  <a:lnTo>
                    <a:pt x="318031" y="311474"/>
                  </a:lnTo>
                  <a:lnTo>
                    <a:pt x="321310" y="308195"/>
                  </a:lnTo>
                  <a:lnTo>
                    <a:pt x="321310" y="308195"/>
                  </a:lnTo>
                  <a:lnTo>
                    <a:pt x="324588" y="304916"/>
                  </a:lnTo>
                  <a:lnTo>
                    <a:pt x="324588" y="303277"/>
                  </a:lnTo>
                  <a:lnTo>
                    <a:pt x="329506" y="301638"/>
                  </a:lnTo>
                  <a:lnTo>
                    <a:pt x="332785" y="298359"/>
                  </a:lnTo>
                  <a:lnTo>
                    <a:pt x="332785" y="298359"/>
                  </a:lnTo>
                  <a:lnTo>
                    <a:pt x="334424" y="303277"/>
                  </a:lnTo>
                  <a:lnTo>
                    <a:pt x="336064" y="306556"/>
                  </a:lnTo>
                  <a:lnTo>
                    <a:pt x="336064" y="308195"/>
                  </a:lnTo>
                  <a:lnTo>
                    <a:pt x="336064" y="309835"/>
                  </a:lnTo>
                  <a:lnTo>
                    <a:pt x="332785" y="314753"/>
                  </a:lnTo>
                  <a:lnTo>
                    <a:pt x="329506" y="316392"/>
                  </a:lnTo>
                  <a:lnTo>
                    <a:pt x="324588" y="319671"/>
                  </a:lnTo>
                  <a:lnTo>
                    <a:pt x="321310" y="319671"/>
                  </a:lnTo>
                  <a:lnTo>
                    <a:pt x="321310" y="322949"/>
                  </a:lnTo>
                  <a:lnTo>
                    <a:pt x="321310" y="326228"/>
                  </a:lnTo>
                  <a:lnTo>
                    <a:pt x="319671" y="331146"/>
                  </a:lnTo>
                  <a:lnTo>
                    <a:pt x="316392" y="334425"/>
                  </a:lnTo>
                  <a:lnTo>
                    <a:pt x="316392" y="336064"/>
                  </a:lnTo>
                  <a:lnTo>
                    <a:pt x="316392" y="339343"/>
                  </a:lnTo>
                  <a:lnTo>
                    <a:pt x="321310" y="337703"/>
                  </a:lnTo>
                  <a:lnTo>
                    <a:pt x="319671" y="339343"/>
                  </a:lnTo>
                  <a:lnTo>
                    <a:pt x="319671" y="340982"/>
                  </a:lnTo>
                  <a:lnTo>
                    <a:pt x="316392" y="340982"/>
                  </a:lnTo>
                  <a:lnTo>
                    <a:pt x="311474" y="340982"/>
                  </a:lnTo>
                  <a:lnTo>
                    <a:pt x="308195" y="342621"/>
                  </a:lnTo>
                  <a:lnTo>
                    <a:pt x="304916" y="347539"/>
                  </a:lnTo>
                  <a:lnTo>
                    <a:pt x="304916" y="350818"/>
                  </a:lnTo>
                  <a:lnTo>
                    <a:pt x="304916" y="354097"/>
                  </a:lnTo>
                  <a:lnTo>
                    <a:pt x="303277" y="357375"/>
                  </a:lnTo>
                  <a:lnTo>
                    <a:pt x="303277" y="362293"/>
                  </a:lnTo>
                  <a:lnTo>
                    <a:pt x="303277" y="362293"/>
                  </a:lnTo>
                  <a:lnTo>
                    <a:pt x="299998" y="359015"/>
                  </a:lnTo>
                  <a:lnTo>
                    <a:pt x="298360" y="357375"/>
                  </a:lnTo>
                  <a:lnTo>
                    <a:pt x="295081" y="357375"/>
                  </a:lnTo>
                  <a:lnTo>
                    <a:pt x="293441" y="359015"/>
                  </a:lnTo>
                  <a:lnTo>
                    <a:pt x="290163" y="362293"/>
                  </a:lnTo>
                  <a:lnTo>
                    <a:pt x="286884" y="363933"/>
                  </a:lnTo>
                  <a:lnTo>
                    <a:pt x="285244" y="362293"/>
                  </a:lnTo>
                  <a:lnTo>
                    <a:pt x="280326" y="363933"/>
                  </a:lnTo>
                  <a:lnTo>
                    <a:pt x="281966" y="367211"/>
                  </a:lnTo>
                  <a:lnTo>
                    <a:pt x="281966" y="370490"/>
                  </a:lnTo>
                  <a:lnTo>
                    <a:pt x="280326" y="373769"/>
                  </a:lnTo>
                  <a:lnTo>
                    <a:pt x="275408" y="373769"/>
                  </a:lnTo>
                  <a:lnTo>
                    <a:pt x="272130" y="372129"/>
                  </a:lnTo>
                  <a:lnTo>
                    <a:pt x="268851" y="372129"/>
                  </a:lnTo>
                  <a:lnTo>
                    <a:pt x="265573" y="373769"/>
                  </a:lnTo>
                  <a:lnTo>
                    <a:pt x="265573" y="377047"/>
                  </a:lnTo>
                  <a:lnTo>
                    <a:pt x="265573" y="380326"/>
                  </a:lnTo>
                  <a:lnTo>
                    <a:pt x="265573" y="383605"/>
                  </a:lnTo>
                  <a:lnTo>
                    <a:pt x="263933" y="386883"/>
                  </a:lnTo>
                  <a:lnTo>
                    <a:pt x="262294" y="388523"/>
                  </a:lnTo>
                  <a:lnTo>
                    <a:pt x="259015" y="385244"/>
                  </a:lnTo>
                  <a:lnTo>
                    <a:pt x="255736" y="388523"/>
                  </a:lnTo>
                  <a:lnTo>
                    <a:pt x="250818" y="390162"/>
                  </a:lnTo>
                  <a:lnTo>
                    <a:pt x="249179" y="391801"/>
                  </a:lnTo>
                  <a:lnTo>
                    <a:pt x="245901" y="390162"/>
                  </a:lnTo>
                  <a:lnTo>
                    <a:pt x="244261" y="390162"/>
                  </a:lnTo>
                  <a:lnTo>
                    <a:pt x="239343" y="391801"/>
                  </a:lnTo>
                  <a:lnTo>
                    <a:pt x="236064" y="390162"/>
                  </a:lnTo>
                  <a:lnTo>
                    <a:pt x="232786" y="386883"/>
                  </a:lnTo>
                  <a:lnTo>
                    <a:pt x="229507" y="386883"/>
                  </a:lnTo>
                  <a:lnTo>
                    <a:pt x="229507" y="390162"/>
                  </a:lnTo>
                  <a:lnTo>
                    <a:pt x="227867" y="395080"/>
                  </a:lnTo>
                  <a:lnTo>
                    <a:pt x="222949" y="396719"/>
                  </a:lnTo>
                  <a:lnTo>
                    <a:pt x="222949" y="396719"/>
                  </a:lnTo>
                  <a:lnTo>
                    <a:pt x="222949" y="399998"/>
                  </a:lnTo>
                  <a:lnTo>
                    <a:pt x="222949" y="404916"/>
                  </a:lnTo>
                  <a:lnTo>
                    <a:pt x="224589" y="408195"/>
                  </a:lnTo>
                  <a:lnTo>
                    <a:pt x="224589" y="411473"/>
                  </a:lnTo>
                  <a:lnTo>
                    <a:pt x="224589" y="413113"/>
                  </a:lnTo>
                  <a:lnTo>
                    <a:pt x="224589" y="418031"/>
                  </a:lnTo>
                  <a:lnTo>
                    <a:pt x="221310" y="421309"/>
                  </a:lnTo>
                  <a:lnTo>
                    <a:pt x="219671" y="424588"/>
                  </a:lnTo>
                  <a:lnTo>
                    <a:pt x="222949" y="427867"/>
                  </a:lnTo>
                  <a:lnTo>
                    <a:pt x="224589" y="432785"/>
                  </a:lnTo>
                  <a:lnTo>
                    <a:pt x="226228" y="436063"/>
                  </a:lnTo>
                  <a:lnTo>
                    <a:pt x="224589" y="440981"/>
                  </a:lnTo>
                  <a:lnTo>
                    <a:pt x="221310" y="440981"/>
                  </a:lnTo>
                  <a:lnTo>
                    <a:pt x="218032" y="442621"/>
                  </a:lnTo>
                  <a:lnTo>
                    <a:pt x="214753" y="444260"/>
                  </a:lnTo>
                  <a:lnTo>
                    <a:pt x="209835" y="440981"/>
                  </a:lnTo>
                  <a:lnTo>
                    <a:pt x="209835" y="439342"/>
                  </a:lnTo>
                  <a:lnTo>
                    <a:pt x="211474" y="444260"/>
                  </a:lnTo>
                  <a:lnTo>
                    <a:pt x="213114" y="447539"/>
                  </a:lnTo>
                  <a:lnTo>
                    <a:pt x="214753" y="450818"/>
                  </a:lnTo>
                  <a:lnTo>
                    <a:pt x="218032" y="452457"/>
                  </a:lnTo>
                  <a:lnTo>
                    <a:pt x="222949" y="452457"/>
                  </a:lnTo>
                  <a:lnTo>
                    <a:pt x="222949" y="455735"/>
                  </a:lnTo>
                  <a:lnTo>
                    <a:pt x="224589" y="460653"/>
                  </a:lnTo>
                  <a:lnTo>
                    <a:pt x="226228" y="463932"/>
                  </a:lnTo>
                  <a:lnTo>
                    <a:pt x="227867" y="467211"/>
                  </a:lnTo>
                  <a:lnTo>
                    <a:pt x="226228" y="472129"/>
                  </a:lnTo>
                  <a:lnTo>
                    <a:pt x="226228" y="473768"/>
                  </a:lnTo>
                  <a:lnTo>
                    <a:pt x="227867" y="473768"/>
                  </a:lnTo>
                  <a:lnTo>
                    <a:pt x="231146" y="477047"/>
                  </a:lnTo>
                  <a:lnTo>
                    <a:pt x="232786" y="481965"/>
                  </a:lnTo>
                  <a:lnTo>
                    <a:pt x="237704" y="485244"/>
                  </a:lnTo>
                  <a:lnTo>
                    <a:pt x="240983" y="486883"/>
                  </a:lnTo>
                  <a:lnTo>
                    <a:pt x="242622" y="491801"/>
                  </a:lnTo>
                  <a:lnTo>
                    <a:pt x="245901" y="495080"/>
                  </a:lnTo>
                  <a:lnTo>
                    <a:pt x="249179" y="498358"/>
                  </a:lnTo>
                  <a:lnTo>
                    <a:pt x="252457" y="501637"/>
                  </a:lnTo>
                  <a:lnTo>
                    <a:pt x="254097" y="506555"/>
                  </a:lnTo>
                  <a:lnTo>
                    <a:pt x="255736" y="506555"/>
                  </a:lnTo>
                  <a:lnTo>
                    <a:pt x="259015" y="508194"/>
                  </a:lnTo>
                  <a:lnTo>
                    <a:pt x="262294" y="511473"/>
                  </a:lnTo>
                  <a:lnTo>
                    <a:pt x="263933" y="514752"/>
                  </a:lnTo>
                  <a:lnTo>
                    <a:pt x="263933" y="519670"/>
                  </a:lnTo>
                  <a:lnTo>
                    <a:pt x="263933" y="522948"/>
                  </a:lnTo>
                  <a:lnTo>
                    <a:pt x="265573" y="526227"/>
                  </a:lnTo>
                  <a:lnTo>
                    <a:pt x="267212" y="529506"/>
                  </a:lnTo>
                  <a:lnTo>
                    <a:pt x="270491" y="532784"/>
                  </a:lnTo>
                  <a:lnTo>
                    <a:pt x="272130" y="537702"/>
                  </a:lnTo>
                  <a:lnTo>
                    <a:pt x="273769" y="540981"/>
                  </a:lnTo>
                  <a:lnTo>
                    <a:pt x="277047" y="537702"/>
                  </a:lnTo>
                  <a:lnTo>
                    <a:pt x="278687" y="532784"/>
                  </a:lnTo>
                  <a:lnTo>
                    <a:pt x="281966" y="537702"/>
                  </a:lnTo>
                  <a:lnTo>
                    <a:pt x="281966" y="540981"/>
                  </a:lnTo>
                  <a:lnTo>
                    <a:pt x="278687" y="544260"/>
                  </a:lnTo>
                  <a:lnTo>
                    <a:pt x="277047" y="547538"/>
                  </a:lnTo>
                  <a:lnTo>
                    <a:pt x="273769" y="547538"/>
                  </a:lnTo>
                  <a:lnTo>
                    <a:pt x="268851" y="550817"/>
                  </a:lnTo>
                  <a:lnTo>
                    <a:pt x="270491" y="554096"/>
                  </a:lnTo>
                  <a:lnTo>
                    <a:pt x="270491" y="557374"/>
                  </a:lnTo>
                  <a:lnTo>
                    <a:pt x="272130" y="560653"/>
                  </a:lnTo>
                  <a:lnTo>
                    <a:pt x="270491" y="565571"/>
                  </a:lnTo>
                  <a:lnTo>
                    <a:pt x="272130" y="568850"/>
                  </a:lnTo>
                  <a:lnTo>
                    <a:pt x="270491" y="568850"/>
                  </a:lnTo>
                  <a:lnTo>
                    <a:pt x="272130" y="573768"/>
                  </a:lnTo>
                  <a:lnTo>
                    <a:pt x="272130" y="577046"/>
                  </a:lnTo>
                  <a:lnTo>
                    <a:pt x="270491" y="581965"/>
                  </a:lnTo>
                  <a:lnTo>
                    <a:pt x="267212" y="581965"/>
                  </a:lnTo>
                  <a:lnTo>
                    <a:pt x="267212" y="586882"/>
                  </a:lnTo>
                  <a:lnTo>
                    <a:pt x="267212" y="586882"/>
                  </a:lnTo>
                  <a:lnTo>
                    <a:pt x="262294" y="585243"/>
                  </a:lnTo>
                  <a:lnTo>
                    <a:pt x="259015" y="586882"/>
                  </a:lnTo>
                  <a:lnTo>
                    <a:pt x="260654" y="590161"/>
                  </a:lnTo>
                  <a:lnTo>
                    <a:pt x="259015" y="593440"/>
                  </a:lnTo>
                  <a:lnTo>
                    <a:pt x="260654" y="598358"/>
                  </a:lnTo>
                  <a:lnTo>
                    <a:pt x="260654" y="598358"/>
                  </a:lnTo>
                  <a:lnTo>
                    <a:pt x="262294" y="601637"/>
                  </a:lnTo>
                  <a:lnTo>
                    <a:pt x="262294" y="604915"/>
                  </a:lnTo>
                  <a:lnTo>
                    <a:pt x="265573" y="609833"/>
                  </a:lnTo>
                  <a:lnTo>
                    <a:pt x="268851" y="613112"/>
                  </a:lnTo>
                  <a:lnTo>
                    <a:pt x="272130" y="616390"/>
                  </a:lnTo>
                  <a:lnTo>
                    <a:pt x="275408" y="621309"/>
                  </a:lnTo>
                  <a:lnTo>
                    <a:pt x="277047" y="624587"/>
                  </a:lnTo>
                  <a:lnTo>
                    <a:pt x="280326" y="627866"/>
                  </a:lnTo>
                  <a:lnTo>
                    <a:pt x="283605" y="629505"/>
                  </a:lnTo>
                  <a:lnTo>
                    <a:pt x="286884" y="632784"/>
                  </a:lnTo>
                  <a:lnTo>
                    <a:pt x="290163" y="636062"/>
                  </a:lnTo>
                  <a:lnTo>
                    <a:pt x="293441" y="639341"/>
                  </a:lnTo>
                  <a:lnTo>
                    <a:pt x="295081" y="642620"/>
                  </a:lnTo>
                  <a:lnTo>
                    <a:pt x="298360" y="645899"/>
                  </a:lnTo>
                  <a:lnTo>
                    <a:pt x="299998" y="650817"/>
                  </a:lnTo>
                  <a:lnTo>
                    <a:pt x="303277" y="654095"/>
                  </a:lnTo>
                  <a:lnTo>
                    <a:pt x="303277" y="657374"/>
                  </a:lnTo>
                  <a:lnTo>
                    <a:pt x="303277" y="660653"/>
                  </a:lnTo>
                  <a:lnTo>
                    <a:pt x="304916" y="665571"/>
                  </a:lnTo>
                  <a:lnTo>
                    <a:pt x="304916" y="668849"/>
                  </a:lnTo>
                  <a:lnTo>
                    <a:pt x="304916" y="672128"/>
                  </a:lnTo>
                  <a:lnTo>
                    <a:pt x="304916" y="673767"/>
                  </a:lnTo>
                  <a:lnTo>
                    <a:pt x="306556" y="677046"/>
                  </a:lnTo>
                  <a:lnTo>
                    <a:pt x="303277" y="680325"/>
                  </a:lnTo>
                  <a:lnTo>
                    <a:pt x="303277" y="683603"/>
                  </a:lnTo>
                  <a:lnTo>
                    <a:pt x="306556" y="686882"/>
                  </a:lnTo>
                  <a:lnTo>
                    <a:pt x="306556" y="691800"/>
                  </a:lnTo>
                  <a:lnTo>
                    <a:pt x="308195" y="695079"/>
                  </a:lnTo>
                  <a:lnTo>
                    <a:pt x="309834" y="698357"/>
                  </a:lnTo>
                  <a:lnTo>
                    <a:pt x="313113" y="701636"/>
                  </a:lnTo>
                  <a:lnTo>
                    <a:pt x="318031" y="704915"/>
                  </a:lnTo>
                  <a:lnTo>
                    <a:pt x="318031" y="708193"/>
                  </a:lnTo>
                  <a:lnTo>
                    <a:pt x="318031" y="711472"/>
                  </a:lnTo>
                  <a:lnTo>
                    <a:pt x="318031" y="716390"/>
                  </a:lnTo>
                  <a:lnTo>
                    <a:pt x="319671" y="719669"/>
                  </a:lnTo>
                  <a:lnTo>
                    <a:pt x="322950" y="724587"/>
                  </a:lnTo>
                  <a:lnTo>
                    <a:pt x="322950" y="727865"/>
                  </a:lnTo>
                  <a:lnTo>
                    <a:pt x="326227" y="731144"/>
                  </a:lnTo>
                  <a:lnTo>
                    <a:pt x="324588" y="734423"/>
                  </a:lnTo>
                  <a:lnTo>
                    <a:pt x="327867" y="739341"/>
                  </a:lnTo>
                  <a:lnTo>
                    <a:pt x="327867" y="742619"/>
                  </a:lnTo>
                  <a:lnTo>
                    <a:pt x="326227" y="745898"/>
                  </a:lnTo>
                  <a:lnTo>
                    <a:pt x="321310" y="749177"/>
                  </a:lnTo>
                  <a:lnTo>
                    <a:pt x="321310" y="754095"/>
                  </a:lnTo>
                  <a:lnTo>
                    <a:pt x="319671" y="757374"/>
                  </a:lnTo>
                  <a:lnTo>
                    <a:pt x="318031" y="760652"/>
                  </a:lnTo>
                  <a:lnTo>
                    <a:pt x="318031" y="762292"/>
                  </a:lnTo>
                  <a:lnTo>
                    <a:pt x="316392" y="765570"/>
                  </a:lnTo>
                  <a:lnTo>
                    <a:pt x="314753" y="768849"/>
                  </a:lnTo>
                  <a:lnTo>
                    <a:pt x="311474" y="773767"/>
                  </a:lnTo>
                  <a:lnTo>
                    <a:pt x="309834" y="773767"/>
                  </a:lnTo>
                  <a:lnTo>
                    <a:pt x="306556" y="778685"/>
                  </a:lnTo>
                  <a:lnTo>
                    <a:pt x="306556" y="781963"/>
                  </a:lnTo>
                  <a:lnTo>
                    <a:pt x="303277" y="785242"/>
                  </a:lnTo>
                  <a:lnTo>
                    <a:pt x="301637" y="785242"/>
                  </a:lnTo>
                  <a:lnTo>
                    <a:pt x="298360" y="788521"/>
                  </a:lnTo>
                  <a:lnTo>
                    <a:pt x="298360" y="791799"/>
                  </a:lnTo>
                  <a:lnTo>
                    <a:pt x="301637" y="795078"/>
                  </a:lnTo>
                  <a:lnTo>
                    <a:pt x="298360" y="799996"/>
                  </a:lnTo>
                  <a:lnTo>
                    <a:pt x="298360" y="803275"/>
                  </a:lnTo>
                  <a:lnTo>
                    <a:pt x="296720" y="806553"/>
                  </a:lnTo>
                  <a:lnTo>
                    <a:pt x="295081" y="809832"/>
                  </a:lnTo>
                  <a:lnTo>
                    <a:pt x="293441" y="814750"/>
                  </a:lnTo>
                  <a:lnTo>
                    <a:pt x="291802" y="818029"/>
                  </a:lnTo>
                  <a:lnTo>
                    <a:pt x="291802" y="818029"/>
                  </a:lnTo>
                  <a:lnTo>
                    <a:pt x="291802" y="819668"/>
                  </a:lnTo>
                  <a:lnTo>
                    <a:pt x="291802" y="818029"/>
                  </a:lnTo>
                  <a:lnTo>
                    <a:pt x="290163" y="814750"/>
                  </a:lnTo>
                  <a:lnTo>
                    <a:pt x="288523" y="811472"/>
                  </a:lnTo>
                  <a:lnTo>
                    <a:pt x="290163" y="806553"/>
                  </a:lnTo>
                  <a:lnTo>
                    <a:pt x="290163" y="803275"/>
                  </a:lnTo>
                  <a:lnTo>
                    <a:pt x="288523" y="799996"/>
                  </a:lnTo>
                  <a:lnTo>
                    <a:pt x="288523" y="795078"/>
                  </a:lnTo>
                  <a:lnTo>
                    <a:pt x="288523" y="795078"/>
                  </a:lnTo>
                  <a:lnTo>
                    <a:pt x="286884" y="791799"/>
                  </a:lnTo>
                  <a:lnTo>
                    <a:pt x="286884" y="788521"/>
                  </a:lnTo>
                  <a:lnTo>
                    <a:pt x="290163" y="786882"/>
                  </a:lnTo>
                  <a:lnTo>
                    <a:pt x="291802" y="781963"/>
                  </a:lnTo>
                  <a:lnTo>
                    <a:pt x="290163" y="780324"/>
                  </a:lnTo>
                  <a:lnTo>
                    <a:pt x="293441" y="778685"/>
                  </a:lnTo>
                  <a:lnTo>
                    <a:pt x="295081" y="773767"/>
                  </a:lnTo>
                  <a:lnTo>
                    <a:pt x="295081" y="770488"/>
                  </a:lnTo>
                  <a:lnTo>
                    <a:pt x="295081" y="767209"/>
                  </a:lnTo>
                  <a:lnTo>
                    <a:pt x="295081" y="763931"/>
                  </a:lnTo>
                  <a:lnTo>
                    <a:pt x="295081" y="759013"/>
                  </a:lnTo>
                  <a:lnTo>
                    <a:pt x="293441" y="755734"/>
                  </a:lnTo>
                  <a:lnTo>
                    <a:pt x="295081" y="752455"/>
                  </a:lnTo>
                  <a:lnTo>
                    <a:pt x="293441" y="747537"/>
                  </a:lnTo>
                  <a:lnTo>
                    <a:pt x="293441" y="744259"/>
                  </a:lnTo>
                  <a:lnTo>
                    <a:pt x="298360" y="742619"/>
                  </a:lnTo>
                  <a:lnTo>
                    <a:pt x="295081" y="739341"/>
                  </a:lnTo>
                  <a:lnTo>
                    <a:pt x="296720" y="737702"/>
                  </a:lnTo>
                  <a:lnTo>
                    <a:pt x="293441" y="740980"/>
                  </a:lnTo>
                  <a:lnTo>
                    <a:pt x="288523" y="742619"/>
                  </a:lnTo>
                  <a:lnTo>
                    <a:pt x="288523" y="739341"/>
                  </a:lnTo>
                  <a:lnTo>
                    <a:pt x="291802" y="736062"/>
                  </a:lnTo>
                  <a:lnTo>
                    <a:pt x="288523" y="736062"/>
                  </a:lnTo>
                  <a:lnTo>
                    <a:pt x="291802" y="732783"/>
                  </a:lnTo>
                  <a:lnTo>
                    <a:pt x="291802" y="727865"/>
                  </a:lnTo>
                  <a:lnTo>
                    <a:pt x="288523" y="724587"/>
                  </a:lnTo>
                  <a:lnTo>
                    <a:pt x="291802" y="721308"/>
                  </a:lnTo>
                  <a:lnTo>
                    <a:pt x="286884" y="721308"/>
                  </a:lnTo>
                  <a:lnTo>
                    <a:pt x="285244" y="718029"/>
                  </a:lnTo>
                  <a:lnTo>
                    <a:pt x="288523" y="716390"/>
                  </a:lnTo>
                  <a:lnTo>
                    <a:pt x="290163" y="714751"/>
                  </a:lnTo>
                  <a:lnTo>
                    <a:pt x="286884" y="711472"/>
                  </a:lnTo>
                  <a:lnTo>
                    <a:pt x="285244" y="709833"/>
                  </a:lnTo>
                  <a:lnTo>
                    <a:pt x="290163" y="708193"/>
                  </a:lnTo>
                  <a:lnTo>
                    <a:pt x="285244" y="706554"/>
                  </a:lnTo>
                  <a:lnTo>
                    <a:pt x="288523" y="701636"/>
                  </a:lnTo>
                  <a:lnTo>
                    <a:pt x="288523" y="698357"/>
                  </a:lnTo>
                  <a:lnTo>
                    <a:pt x="286884" y="695079"/>
                  </a:lnTo>
                  <a:lnTo>
                    <a:pt x="285244" y="691800"/>
                  </a:lnTo>
                  <a:lnTo>
                    <a:pt x="283605" y="688521"/>
                  </a:lnTo>
                  <a:lnTo>
                    <a:pt x="281966" y="685243"/>
                  </a:lnTo>
                  <a:lnTo>
                    <a:pt x="281966" y="680325"/>
                  </a:lnTo>
                  <a:lnTo>
                    <a:pt x="280326" y="677046"/>
                  </a:lnTo>
                  <a:lnTo>
                    <a:pt x="278687" y="673767"/>
                  </a:lnTo>
                  <a:lnTo>
                    <a:pt x="277047" y="670489"/>
                  </a:lnTo>
                  <a:lnTo>
                    <a:pt x="275408" y="667210"/>
                  </a:lnTo>
                  <a:lnTo>
                    <a:pt x="273769" y="663931"/>
                  </a:lnTo>
                  <a:lnTo>
                    <a:pt x="272130" y="659013"/>
                  </a:lnTo>
                  <a:lnTo>
                    <a:pt x="268851" y="655735"/>
                  </a:lnTo>
                  <a:lnTo>
                    <a:pt x="267212" y="652456"/>
                  </a:lnTo>
                  <a:lnTo>
                    <a:pt x="267212" y="647538"/>
                  </a:lnTo>
                  <a:lnTo>
                    <a:pt x="265573" y="644259"/>
                  </a:lnTo>
                  <a:lnTo>
                    <a:pt x="263933" y="640981"/>
                  </a:lnTo>
                  <a:lnTo>
                    <a:pt x="263933" y="639341"/>
                  </a:lnTo>
                  <a:lnTo>
                    <a:pt x="263933" y="640981"/>
                  </a:lnTo>
                  <a:lnTo>
                    <a:pt x="263933" y="642620"/>
                  </a:lnTo>
                  <a:lnTo>
                    <a:pt x="263933" y="645899"/>
                  </a:lnTo>
                  <a:lnTo>
                    <a:pt x="263933" y="650817"/>
                  </a:lnTo>
                  <a:lnTo>
                    <a:pt x="263933" y="654095"/>
                  </a:lnTo>
                  <a:lnTo>
                    <a:pt x="265573" y="657374"/>
                  </a:lnTo>
                  <a:lnTo>
                    <a:pt x="263933" y="660653"/>
                  </a:lnTo>
                  <a:lnTo>
                    <a:pt x="263933" y="657374"/>
                  </a:lnTo>
                  <a:lnTo>
                    <a:pt x="260654" y="654095"/>
                  </a:lnTo>
                  <a:lnTo>
                    <a:pt x="260654" y="650817"/>
                  </a:lnTo>
                  <a:lnTo>
                    <a:pt x="260654" y="645899"/>
                  </a:lnTo>
                  <a:lnTo>
                    <a:pt x="259015" y="642620"/>
                  </a:lnTo>
                  <a:lnTo>
                    <a:pt x="259015" y="639341"/>
                  </a:lnTo>
                  <a:lnTo>
                    <a:pt x="260654" y="634423"/>
                  </a:lnTo>
                  <a:lnTo>
                    <a:pt x="257376" y="631145"/>
                  </a:lnTo>
                  <a:lnTo>
                    <a:pt x="255736" y="629505"/>
                  </a:lnTo>
                  <a:lnTo>
                    <a:pt x="254097" y="626227"/>
                  </a:lnTo>
                  <a:lnTo>
                    <a:pt x="254097" y="622948"/>
                  </a:lnTo>
                  <a:lnTo>
                    <a:pt x="252457" y="618030"/>
                  </a:lnTo>
                  <a:lnTo>
                    <a:pt x="250818" y="614751"/>
                  </a:lnTo>
                  <a:lnTo>
                    <a:pt x="250818" y="611472"/>
                  </a:lnTo>
                  <a:lnTo>
                    <a:pt x="254097" y="611472"/>
                  </a:lnTo>
                  <a:lnTo>
                    <a:pt x="252457" y="608194"/>
                  </a:lnTo>
                  <a:lnTo>
                    <a:pt x="247539" y="609833"/>
                  </a:lnTo>
                  <a:lnTo>
                    <a:pt x="247539" y="606555"/>
                  </a:lnTo>
                  <a:lnTo>
                    <a:pt x="245901" y="603276"/>
                  </a:lnTo>
                  <a:lnTo>
                    <a:pt x="244261" y="601637"/>
                  </a:lnTo>
                  <a:lnTo>
                    <a:pt x="244261" y="598358"/>
                  </a:lnTo>
                  <a:lnTo>
                    <a:pt x="244261" y="596718"/>
                  </a:lnTo>
                  <a:lnTo>
                    <a:pt x="244261" y="593440"/>
                  </a:lnTo>
                  <a:lnTo>
                    <a:pt x="242622" y="588522"/>
                  </a:lnTo>
                  <a:lnTo>
                    <a:pt x="240983" y="585243"/>
                  </a:lnTo>
                  <a:lnTo>
                    <a:pt x="240983" y="581965"/>
                  </a:lnTo>
                  <a:lnTo>
                    <a:pt x="240983" y="577046"/>
                  </a:lnTo>
                  <a:lnTo>
                    <a:pt x="240983" y="573768"/>
                  </a:lnTo>
                  <a:lnTo>
                    <a:pt x="239343" y="570489"/>
                  </a:lnTo>
                  <a:lnTo>
                    <a:pt x="239343" y="568850"/>
                  </a:lnTo>
                  <a:lnTo>
                    <a:pt x="237704" y="563932"/>
                  </a:lnTo>
                  <a:lnTo>
                    <a:pt x="237704" y="560653"/>
                  </a:lnTo>
                  <a:lnTo>
                    <a:pt x="234425" y="557374"/>
                  </a:lnTo>
                  <a:lnTo>
                    <a:pt x="231146" y="554096"/>
                  </a:lnTo>
                  <a:lnTo>
                    <a:pt x="232786" y="549178"/>
                  </a:lnTo>
                  <a:lnTo>
                    <a:pt x="232786" y="547538"/>
                  </a:lnTo>
                  <a:lnTo>
                    <a:pt x="232786" y="542620"/>
                  </a:lnTo>
                  <a:lnTo>
                    <a:pt x="232786" y="539342"/>
                  </a:lnTo>
                  <a:lnTo>
                    <a:pt x="231146" y="536063"/>
                  </a:lnTo>
                  <a:lnTo>
                    <a:pt x="231146" y="532784"/>
                  </a:lnTo>
                  <a:lnTo>
                    <a:pt x="232786" y="529506"/>
                  </a:lnTo>
                  <a:lnTo>
                    <a:pt x="234425" y="529506"/>
                  </a:lnTo>
                  <a:lnTo>
                    <a:pt x="234425" y="527866"/>
                  </a:lnTo>
                  <a:lnTo>
                    <a:pt x="232786" y="529506"/>
                  </a:lnTo>
                  <a:lnTo>
                    <a:pt x="231146" y="531145"/>
                  </a:lnTo>
                  <a:lnTo>
                    <a:pt x="227867" y="529506"/>
                  </a:lnTo>
                  <a:lnTo>
                    <a:pt x="224589" y="531145"/>
                  </a:lnTo>
                  <a:lnTo>
                    <a:pt x="221310" y="529506"/>
                  </a:lnTo>
                  <a:lnTo>
                    <a:pt x="219671" y="526227"/>
                  </a:lnTo>
                  <a:lnTo>
                    <a:pt x="216393" y="522948"/>
                  </a:lnTo>
                  <a:lnTo>
                    <a:pt x="214753" y="519670"/>
                  </a:lnTo>
                  <a:lnTo>
                    <a:pt x="213114" y="514752"/>
                  </a:lnTo>
                  <a:lnTo>
                    <a:pt x="211474" y="511473"/>
                  </a:lnTo>
                  <a:lnTo>
                    <a:pt x="211474" y="508194"/>
                  </a:lnTo>
                  <a:lnTo>
                    <a:pt x="211474" y="503276"/>
                  </a:lnTo>
                  <a:lnTo>
                    <a:pt x="208196" y="504916"/>
                  </a:lnTo>
                  <a:lnTo>
                    <a:pt x="208196" y="501637"/>
                  </a:lnTo>
                  <a:lnTo>
                    <a:pt x="204917" y="498358"/>
                  </a:lnTo>
                  <a:lnTo>
                    <a:pt x="203277" y="496719"/>
                  </a:lnTo>
                  <a:lnTo>
                    <a:pt x="199999" y="493440"/>
                  </a:lnTo>
                  <a:lnTo>
                    <a:pt x="198359" y="490162"/>
                  </a:lnTo>
                  <a:lnTo>
                    <a:pt x="196720" y="491801"/>
                  </a:lnTo>
                  <a:lnTo>
                    <a:pt x="199999" y="495080"/>
                  </a:lnTo>
                  <a:lnTo>
                    <a:pt x="198359" y="499998"/>
                  </a:lnTo>
                  <a:lnTo>
                    <a:pt x="198359" y="503276"/>
                  </a:lnTo>
                  <a:lnTo>
                    <a:pt x="201638" y="506555"/>
                  </a:lnTo>
                  <a:lnTo>
                    <a:pt x="199999" y="509834"/>
                  </a:lnTo>
                  <a:lnTo>
                    <a:pt x="198359" y="514752"/>
                  </a:lnTo>
                  <a:lnTo>
                    <a:pt x="198359" y="514752"/>
                  </a:lnTo>
                  <a:lnTo>
                    <a:pt x="198359" y="518030"/>
                  </a:lnTo>
                  <a:lnTo>
                    <a:pt x="198359" y="521309"/>
                  </a:lnTo>
                  <a:lnTo>
                    <a:pt x="195080" y="524588"/>
                  </a:lnTo>
                  <a:lnTo>
                    <a:pt x="193442" y="527866"/>
                  </a:lnTo>
                  <a:lnTo>
                    <a:pt x="191803" y="531145"/>
                  </a:lnTo>
                  <a:lnTo>
                    <a:pt x="186884" y="531145"/>
                  </a:lnTo>
                  <a:lnTo>
                    <a:pt x="183606" y="531145"/>
                  </a:lnTo>
                  <a:lnTo>
                    <a:pt x="180327" y="527866"/>
                  </a:lnTo>
                  <a:lnTo>
                    <a:pt x="178687" y="524588"/>
                  </a:lnTo>
                  <a:lnTo>
                    <a:pt x="177048" y="521309"/>
                  </a:lnTo>
                  <a:lnTo>
                    <a:pt x="178687" y="518030"/>
                  </a:lnTo>
                  <a:lnTo>
                    <a:pt x="177048" y="518030"/>
                  </a:lnTo>
                  <a:lnTo>
                    <a:pt x="177048" y="519670"/>
                  </a:lnTo>
                  <a:lnTo>
                    <a:pt x="173769" y="519670"/>
                  </a:lnTo>
                  <a:lnTo>
                    <a:pt x="175409" y="521309"/>
                  </a:lnTo>
                  <a:lnTo>
                    <a:pt x="175409" y="522948"/>
                  </a:lnTo>
                  <a:lnTo>
                    <a:pt x="177048" y="526227"/>
                  </a:lnTo>
                  <a:lnTo>
                    <a:pt x="177048" y="527866"/>
                  </a:lnTo>
                  <a:lnTo>
                    <a:pt x="180327" y="532784"/>
                  </a:lnTo>
                  <a:lnTo>
                    <a:pt x="181966" y="536063"/>
                  </a:lnTo>
                  <a:lnTo>
                    <a:pt x="177048" y="537702"/>
                  </a:lnTo>
                  <a:lnTo>
                    <a:pt x="173769" y="539342"/>
                  </a:lnTo>
                  <a:lnTo>
                    <a:pt x="170490" y="537702"/>
                  </a:lnTo>
                  <a:lnTo>
                    <a:pt x="172130" y="539342"/>
                  </a:lnTo>
                  <a:lnTo>
                    <a:pt x="170490" y="542620"/>
                  </a:lnTo>
                  <a:lnTo>
                    <a:pt x="167213" y="544260"/>
                  </a:lnTo>
                  <a:lnTo>
                    <a:pt x="163934" y="545899"/>
                  </a:lnTo>
                  <a:lnTo>
                    <a:pt x="160655" y="544260"/>
                  </a:lnTo>
                  <a:lnTo>
                    <a:pt x="160655" y="545899"/>
                  </a:lnTo>
                  <a:lnTo>
                    <a:pt x="160655" y="549178"/>
                  </a:lnTo>
                  <a:lnTo>
                    <a:pt x="159016" y="552456"/>
                  </a:lnTo>
                  <a:lnTo>
                    <a:pt x="159016" y="557374"/>
                  </a:lnTo>
                  <a:lnTo>
                    <a:pt x="155737" y="560653"/>
                  </a:lnTo>
                  <a:lnTo>
                    <a:pt x="152458" y="563932"/>
                  </a:lnTo>
                  <a:lnTo>
                    <a:pt x="152458" y="565571"/>
                  </a:lnTo>
                  <a:lnTo>
                    <a:pt x="147540" y="565571"/>
                  </a:lnTo>
                  <a:lnTo>
                    <a:pt x="144261" y="562292"/>
                  </a:lnTo>
                  <a:lnTo>
                    <a:pt x="145900" y="559014"/>
                  </a:lnTo>
                  <a:lnTo>
                    <a:pt x="147540" y="555735"/>
                  </a:lnTo>
                  <a:lnTo>
                    <a:pt x="147540" y="550817"/>
                  </a:lnTo>
                  <a:lnTo>
                    <a:pt x="145900" y="547538"/>
                  </a:lnTo>
                  <a:lnTo>
                    <a:pt x="145900" y="549178"/>
                  </a:lnTo>
                  <a:lnTo>
                    <a:pt x="145900" y="549178"/>
                  </a:lnTo>
                  <a:lnTo>
                    <a:pt x="145900" y="549178"/>
                  </a:lnTo>
                  <a:lnTo>
                    <a:pt x="145900" y="554096"/>
                  </a:lnTo>
                  <a:lnTo>
                    <a:pt x="144261" y="557374"/>
                  </a:lnTo>
                  <a:lnTo>
                    <a:pt x="144261" y="554096"/>
                  </a:lnTo>
                  <a:lnTo>
                    <a:pt x="142623" y="555735"/>
                  </a:lnTo>
                  <a:lnTo>
                    <a:pt x="142623" y="559014"/>
                  </a:lnTo>
                  <a:lnTo>
                    <a:pt x="142623" y="563932"/>
                  </a:lnTo>
                  <a:lnTo>
                    <a:pt x="137704" y="560653"/>
                  </a:lnTo>
                  <a:lnTo>
                    <a:pt x="137704" y="555735"/>
                  </a:lnTo>
                  <a:lnTo>
                    <a:pt x="137704" y="552456"/>
                  </a:lnTo>
                  <a:lnTo>
                    <a:pt x="137704" y="552456"/>
                  </a:lnTo>
                  <a:lnTo>
                    <a:pt x="139344" y="547538"/>
                  </a:lnTo>
                  <a:lnTo>
                    <a:pt x="139344" y="547538"/>
                  </a:lnTo>
                  <a:lnTo>
                    <a:pt x="137704" y="547538"/>
                  </a:lnTo>
                  <a:lnTo>
                    <a:pt x="137704" y="547538"/>
                  </a:lnTo>
                  <a:lnTo>
                    <a:pt x="136065" y="552456"/>
                  </a:lnTo>
                  <a:lnTo>
                    <a:pt x="136065" y="555735"/>
                  </a:lnTo>
                  <a:lnTo>
                    <a:pt x="136065" y="559014"/>
                  </a:lnTo>
                  <a:lnTo>
                    <a:pt x="134426" y="562292"/>
                  </a:lnTo>
                  <a:lnTo>
                    <a:pt x="132786" y="563932"/>
                  </a:lnTo>
                  <a:lnTo>
                    <a:pt x="127868" y="563932"/>
                  </a:lnTo>
                  <a:lnTo>
                    <a:pt x="127868" y="559014"/>
                  </a:lnTo>
                  <a:lnTo>
                    <a:pt x="127868" y="555735"/>
                  </a:lnTo>
                  <a:lnTo>
                    <a:pt x="129507" y="552456"/>
                  </a:lnTo>
                  <a:lnTo>
                    <a:pt x="127868" y="550817"/>
                  </a:lnTo>
                  <a:lnTo>
                    <a:pt x="127868" y="545899"/>
                  </a:lnTo>
                  <a:lnTo>
                    <a:pt x="131147" y="544260"/>
                  </a:lnTo>
                  <a:lnTo>
                    <a:pt x="131147" y="544260"/>
                  </a:lnTo>
                  <a:lnTo>
                    <a:pt x="131147" y="542620"/>
                  </a:lnTo>
                  <a:lnTo>
                    <a:pt x="131147" y="544260"/>
                  </a:lnTo>
                  <a:lnTo>
                    <a:pt x="127868" y="545899"/>
                  </a:lnTo>
                  <a:lnTo>
                    <a:pt x="127868" y="549178"/>
                  </a:lnTo>
                  <a:lnTo>
                    <a:pt x="127868" y="552456"/>
                  </a:lnTo>
                  <a:lnTo>
                    <a:pt x="124589" y="557374"/>
                  </a:lnTo>
                  <a:lnTo>
                    <a:pt x="122950" y="560653"/>
                  </a:lnTo>
                  <a:lnTo>
                    <a:pt x="118032" y="557374"/>
                  </a:lnTo>
                  <a:lnTo>
                    <a:pt x="122950" y="554096"/>
                  </a:lnTo>
                  <a:lnTo>
                    <a:pt x="122950" y="550817"/>
                  </a:lnTo>
                  <a:lnTo>
                    <a:pt x="124589" y="545899"/>
                  </a:lnTo>
                  <a:lnTo>
                    <a:pt x="124589" y="547538"/>
                  </a:lnTo>
                  <a:lnTo>
                    <a:pt x="122950" y="550817"/>
                  </a:lnTo>
                  <a:lnTo>
                    <a:pt x="121310" y="554096"/>
                  </a:lnTo>
                  <a:lnTo>
                    <a:pt x="116393" y="555735"/>
                  </a:lnTo>
                  <a:lnTo>
                    <a:pt x="119671" y="552456"/>
                  </a:lnTo>
                  <a:lnTo>
                    <a:pt x="121310" y="547538"/>
                  </a:lnTo>
                  <a:lnTo>
                    <a:pt x="119671" y="544260"/>
                  </a:lnTo>
                  <a:lnTo>
                    <a:pt x="119671" y="542620"/>
                  </a:lnTo>
                  <a:lnTo>
                    <a:pt x="119671" y="537702"/>
                  </a:lnTo>
                  <a:lnTo>
                    <a:pt x="119671" y="534424"/>
                  </a:lnTo>
                  <a:lnTo>
                    <a:pt x="121310" y="531145"/>
                  </a:lnTo>
                  <a:lnTo>
                    <a:pt x="119671" y="531145"/>
                  </a:lnTo>
                  <a:lnTo>
                    <a:pt x="118032" y="531145"/>
                  </a:lnTo>
                  <a:lnTo>
                    <a:pt x="118032" y="532784"/>
                  </a:lnTo>
                  <a:lnTo>
                    <a:pt x="119671" y="536063"/>
                  </a:lnTo>
                  <a:lnTo>
                    <a:pt x="116393" y="539342"/>
                  </a:lnTo>
                  <a:lnTo>
                    <a:pt x="113114" y="544260"/>
                  </a:lnTo>
                  <a:lnTo>
                    <a:pt x="113114" y="547538"/>
                  </a:lnTo>
                  <a:lnTo>
                    <a:pt x="109836" y="550817"/>
                  </a:lnTo>
                  <a:lnTo>
                    <a:pt x="106557" y="554096"/>
                  </a:lnTo>
                  <a:lnTo>
                    <a:pt x="103278" y="552456"/>
                  </a:lnTo>
                  <a:lnTo>
                    <a:pt x="103278" y="549178"/>
                  </a:lnTo>
                  <a:lnTo>
                    <a:pt x="103278" y="545899"/>
                  </a:lnTo>
                  <a:lnTo>
                    <a:pt x="103278" y="540981"/>
                  </a:lnTo>
                  <a:lnTo>
                    <a:pt x="103278" y="537702"/>
                  </a:lnTo>
                  <a:lnTo>
                    <a:pt x="103278" y="534424"/>
                  </a:lnTo>
                  <a:lnTo>
                    <a:pt x="104917" y="531145"/>
                  </a:lnTo>
                  <a:lnTo>
                    <a:pt x="104917" y="526227"/>
                  </a:lnTo>
                  <a:lnTo>
                    <a:pt x="104917" y="522948"/>
                  </a:lnTo>
                  <a:lnTo>
                    <a:pt x="106557" y="519670"/>
                  </a:lnTo>
                  <a:lnTo>
                    <a:pt x="106557" y="516391"/>
                  </a:lnTo>
                  <a:lnTo>
                    <a:pt x="108196" y="513112"/>
                  </a:lnTo>
                  <a:lnTo>
                    <a:pt x="108196" y="509834"/>
                  </a:lnTo>
                  <a:lnTo>
                    <a:pt x="108196" y="504916"/>
                  </a:lnTo>
                  <a:lnTo>
                    <a:pt x="106557" y="501637"/>
                  </a:lnTo>
                  <a:lnTo>
                    <a:pt x="109836" y="499998"/>
                  </a:lnTo>
                  <a:lnTo>
                    <a:pt x="111475" y="496719"/>
                  </a:lnTo>
                  <a:lnTo>
                    <a:pt x="109836" y="493440"/>
                  </a:lnTo>
                  <a:lnTo>
                    <a:pt x="109836" y="488522"/>
                  </a:lnTo>
                  <a:lnTo>
                    <a:pt x="109836" y="486883"/>
                  </a:lnTo>
                  <a:lnTo>
                    <a:pt x="109836" y="483604"/>
                  </a:lnTo>
                  <a:lnTo>
                    <a:pt x="108196" y="480325"/>
                  </a:lnTo>
                  <a:lnTo>
                    <a:pt x="106557" y="477047"/>
                  </a:lnTo>
                  <a:lnTo>
                    <a:pt x="104917" y="472129"/>
                  </a:lnTo>
                  <a:lnTo>
                    <a:pt x="103278" y="468850"/>
                  </a:lnTo>
                  <a:lnTo>
                    <a:pt x="103278" y="465572"/>
                  </a:lnTo>
                  <a:lnTo>
                    <a:pt x="103278" y="460653"/>
                  </a:lnTo>
                  <a:lnTo>
                    <a:pt x="101639" y="457375"/>
                  </a:lnTo>
                  <a:lnTo>
                    <a:pt x="99999" y="454096"/>
                  </a:lnTo>
                  <a:lnTo>
                    <a:pt x="98360" y="450818"/>
                  </a:lnTo>
                  <a:lnTo>
                    <a:pt x="95081" y="447539"/>
                  </a:lnTo>
                  <a:lnTo>
                    <a:pt x="93442" y="444260"/>
                  </a:lnTo>
                  <a:lnTo>
                    <a:pt x="91802" y="439342"/>
                  </a:lnTo>
                  <a:lnTo>
                    <a:pt x="90164" y="436063"/>
                  </a:lnTo>
                  <a:lnTo>
                    <a:pt x="86885" y="432785"/>
                  </a:lnTo>
                  <a:lnTo>
                    <a:pt x="91802" y="432785"/>
                  </a:lnTo>
                  <a:lnTo>
                    <a:pt x="86885" y="431145"/>
                  </a:lnTo>
                  <a:lnTo>
                    <a:pt x="83606" y="429506"/>
                  </a:lnTo>
                  <a:lnTo>
                    <a:pt x="81967" y="424588"/>
                  </a:lnTo>
                  <a:lnTo>
                    <a:pt x="81967" y="421309"/>
                  </a:lnTo>
                  <a:lnTo>
                    <a:pt x="80327" y="418031"/>
                  </a:lnTo>
                  <a:lnTo>
                    <a:pt x="80327" y="413113"/>
                  </a:lnTo>
                  <a:lnTo>
                    <a:pt x="80327" y="409834"/>
                  </a:lnTo>
                  <a:lnTo>
                    <a:pt x="80327" y="406555"/>
                  </a:lnTo>
                  <a:lnTo>
                    <a:pt x="80327" y="406555"/>
                  </a:lnTo>
                  <a:lnTo>
                    <a:pt x="80327" y="406555"/>
                  </a:lnTo>
                  <a:lnTo>
                    <a:pt x="80327" y="409834"/>
                  </a:lnTo>
                  <a:lnTo>
                    <a:pt x="78688" y="414752"/>
                  </a:lnTo>
                  <a:lnTo>
                    <a:pt x="75409" y="413113"/>
                  </a:lnTo>
                  <a:lnTo>
                    <a:pt x="77049" y="416391"/>
                  </a:lnTo>
                  <a:lnTo>
                    <a:pt x="78688" y="419670"/>
                  </a:lnTo>
                  <a:lnTo>
                    <a:pt x="80327" y="424588"/>
                  </a:lnTo>
                  <a:lnTo>
                    <a:pt x="78688" y="427867"/>
                  </a:lnTo>
                  <a:lnTo>
                    <a:pt x="75409" y="426228"/>
                  </a:lnTo>
                  <a:lnTo>
                    <a:pt x="70491" y="422949"/>
                  </a:lnTo>
                  <a:lnTo>
                    <a:pt x="67212" y="421309"/>
                  </a:lnTo>
                  <a:lnTo>
                    <a:pt x="67212" y="418031"/>
                  </a:lnTo>
                  <a:lnTo>
                    <a:pt x="63934" y="413113"/>
                  </a:lnTo>
                  <a:lnTo>
                    <a:pt x="60656" y="409834"/>
                  </a:lnTo>
                  <a:lnTo>
                    <a:pt x="59016" y="406555"/>
                  </a:lnTo>
                  <a:lnTo>
                    <a:pt x="62295" y="403277"/>
                  </a:lnTo>
                  <a:lnTo>
                    <a:pt x="65573" y="406555"/>
                  </a:lnTo>
                  <a:lnTo>
                    <a:pt x="68852" y="409834"/>
                  </a:lnTo>
                  <a:lnTo>
                    <a:pt x="70491" y="411473"/>
                  </a:lnTo>
                  <a:lnTo>
                    <a:pt x="73770" y="409834"/>
                  </a:lnTo>
                  <a:lnTo>
                    <a:pt x="75409" y="408195"/>
                  </a:lnTo>
                  <a:lnTo>
                    <a:pt x="77049" y="404916"/>
                  </a:lnTo>
                  <a:lnTo>
                    <a:pt x="77049" y="403277"/>
                  </a:lnTo>
                  <a:lnTo>
                    <a:pt x="73770" y="399998"/>
                  </a:lnTo>
                  <a:lnTo>
                    <a:pt x="70491" y="396719"/>
                  </a:lnTo>
                  <a:lnTo>
                    <a:pt x="67212" y="393441"/>
                  </a:lnTo>
                  <a:lnTo>
                    <a:pt x="68852" y="390162"/>
                  </a:lnTo>
                  <a:lnTo>
                    <a:pt x="67212" y="390162"/>
                  </a:lnTo>
                  <a:lnTo>
                    <a:pt x="63934" y="390162"/>
                  </a:lnTo>
                  <a:lnTo>
                    <a:pt x="60656" y="388523"/>
                  </a:lnTo>
                  <a:lnTo>
                    <a:pt x="62295" y="385244"/>
                  </a:lnTo>
                  <a:lnTo>
                    <a:pt x="62295" y="381965"/>
                  </a:lnTo>
                  <a:lnTo>
                    <a:pt x="57377" y="381965"/>
                  </a:lnTo>
                  <a:lnTo>
                    <a:pt x="55737" y="378687"/>
                  </a:lnTo>
                  <a:lnTo>
                    <a:pt x="50819" y="377047"/>
                  </a:lnTo>
                  <a:lnTo>
                    <a:pt x="50819" y="373769"/>
                  </a:lnTo>
                  <a:lnTo>
                    <a:pt x="49180" y="372129"/>
                  </a:lnTo>
                  <a:lnTo>
                    <a:pt x="47540" y="375408"/>
                  </a:lnTo>
                  <a:lnTo>
                    <a:pt x="47540" y="375408"/>
                  </a:lnTo>
                  <a:lnTo>
                    <a:pt x="44262" y="373769"/>
                  </a:lnTo>
                  <a:lnTo>
                    <a:pt x="40983" y="373769"/>
                  </a:lnTo>
                  <a:lnTo>
                    <a:pt x="42622" y="377047"/>
                  </a:lnTo>
                  <a:lnTo>
                    <a:pt x="44262" y="380326"/>
                  </a:lnTo>
                  <a:lnTo>
                    <a:pt x="45901" y="385244"/>
                  </a:lnTo>
                  <a:lnTo>
                    <a:pt x="44262" y="381965"/>
                  </a:lnTo>
                  <a:lnTo>
                    <a:pt x="40983" y="377047"/>
                  </a:lnTo>
                  <a:lnTo>
                    <a:pt x="40983" y="377047"/>
                  </a:lnTo>
                  <a:lnTo>
                    <a:pt x="40983" y="380326"/>
                  </a:lnTo>
                  <a:lnTo>
                    <a:pt x="42622" y="385244"/>
                  </a:lnTo>
                  <a:lnTo>
                    <a:pt x="40983" y="380326"/>
                  </a:lnTo>
                  <a:lnTo>
                    <a:pt x="37705" y="377047"/>
                  </a:lnTo>
                  <a:lnTo>
                    <a:pt x="36066" y="375408"/>
                  </a:lnTo>
                  <a:lnTo>
                    <a:pt x="37705" y="372129"/>
                  </a:lnTo>
                  <a:lnTo>
                    <a:pt x="39343" y="367211"/>
                  </a:lnTo>
                  <a:lnTo>
                    <a:pt x="37705" y="368851"/>
                  </a:lnTo>
                  <a:lnTo>
                    <a:pt x="34426" y="368851"/>
                  </a:lnTo>
                  <a:lnTo>
                    <a:pt x="36066" y="363933"/>
                  </a:lnTo>
                  <a:lnTo>
                    <a:pt x="37705" y="360654"/>
                  </a:lnTo>
                  <a:lnTo>
                    <a:pt x="37705" y="360654"/>
                  </a:lnTo>
                  <a:lnTo>
                    <a:pt x="36066" y="360654"/>
                  </a:lnTo>
                  <a:lnTo>
                    <a:pt x="36066" y="360654"/>
                  </a:lnTo>
                  <a:lnTo>
                    <a:pt x="36066" y="355736"/>
                  </a:lnTo>
                  <a:lnTo>
                    <a:pt x="36066" y="352457"/>
                  </a:lnTo>
                  <a:lnTo>
                    <a:pt x="36066" y="355736"/>
                  </a:lnTo>
                  <a:lnTo>
                    <a:pt x="34426" y="359015"/>
                  </a:lnTo>
                  <a:lnTo>
                    <a:pt x="34426" y="362293"/>
                  </a:lnTo>
                  <a:lnTo>
                    <a:pt x="34426" y="365572"/>
                  </a:lnTo>
                  <a:lnTo>
                    <a:pt x="32787" y="370490"/>
                  </a:lnTo>
                  <a:lnTo>
                    <a:pt x="31147" y="372129"/>
                  </a:lnTo>
                  <a:lnTo>
                    <a:pt x="27869" y="368851"/>
                  </a:lnTo>
                  <a:lnTo>
                    <a:pt x="27869" y="365572"/>
                  </a:lnTo>
                  <a:lnTo>
                    <a:pt x="29508" y="362293"/>
                  </a:lnTo>
                  <a:lnTo>
                    <a:pt x="27869" y="359015"/>
                  </a:lnTo>
                  <a:lnTo>
                    <a:pt x="27869" y="355736"/>
                  </a:lnTo>
                  <a:lnTo>
                    <a:pt x="22950" y="354097"/>
                  </a:lnTo>
                  <a:lnTo>
                    <a:pt x="22950" y="352457"/>
                  </a:lnTo>
                  <a:lnTo>
                    <a:pt x="22950" y="355736"/>
                  </a:lnTo>
                  <a:lnTo>
                    <a:pt x="24590" y="359015"/>
                  </a:lnTo>
                  <a:lnTo>
                    <a:pt x="22950" y="363933"/>
                  </a:lnTo>
                  <a:lnTo>
                    <a:pt x="21311" y="359015"/>
                  </a:lnTo>
                  <a:lnTo>
                    <a:pt x="18032" y="355736"/>
                  </a:lnTo>
                  <a:lnTo>
                    <a:pt x="14753" y="352457"/>
                  </a:lnTo>
                  <a:lnTo>
                    <a:pt x="13114" y="349179"/>
                  </a:lnTo>
                  <a:lnTo>
                    <a:pt x="8197" y="345900"/>
                  </a:lnTo>
                  <a:lnTo>
                    <a:pt x="8197" y="342621"/>
                  </a:lnTo>
                  <a:lnTo>
                    <a:pt x="4918" y="337703"/>
                  </a:lnTo>
                  <a:lnTo>
                    <a:pt x="3279" y="334425"/>
                  </a:lnTo>
                  <a:lnTo>
                    <a:pt x="3279" y="331146"/>
                  </a:lnTo>
                  <a:lnTo>
                    <a:pt x="0" y="326228"/>
                  </a:lnTo>
                  <a:lnTo>
                    <a:pt x="0" y="32458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37" name="Freeform 3236">
              <a:extLst>
                <a:ext uri="{FF2B5EF4-FFF2-40B4-BE49-F238E27FC236}">
                  <a16:creationId xmlns:a16="http://schemas.microsoft.com/office/drawing/2014/main" id="{BB92491C-4133-504C-9856-1F7D2B49ECCD}"/>
                </a:ext>
              </a:extLst>
            </p:cNvPr>
            <p:cNvSpPr/>
            <p:nvPr/>
          </p:nvSpPr>
          <p:spPr>
            <a:xfrm>
              <a:off x="8992708" y="3405064"/>
              <a:ext cx="16393" cy="1639"/>
            </a:xfrm>
            <a:custGeom>
              <a:avLst/>
              <a:gdLst>
                <a:gd name="connsiteX0" fmla="*/ 0 w 16393"/>
                <a:gd name="connsiteY0" fmla="*/ 1639 h 1639"/>
                <a:gd name="connsiteX1" fmla="*/ 0 w 16393"/>
                <a:gd name="connsiteY1" fmla="*/ 0 h 1639"/>
                <a:gd name="connsiteX2" fmla="*/ 0 w 16393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1639">
                  <a:moveTo>
                    <a:pt x="0" y="1639"/>
                  </a:moveTo>
                  <a:lnTo>
                    <a:pt x="0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38" name="Freeform 3237">
              <a:extLst>
                <a:ext uri="{FF2B5EF4-FFF2-40B4-BE49-F238E27FC236}">
                  <a16:creationId xmlns:a16="http://schemas.microsoft.com/office/drawing/2014/main" id="{BFE7ACC5-4445-0647-93DF-6DF4DC8E1B40}"/>
                </a:ext>
              </a:extLst>
            </p:cNvPr>
            <p:cNvSpPr/>
            <p:nvPr/>
          </p:nvSpPr>
          <p:spPr>
            <a:xfrm>
              <a:off x="6636981" y="3465719"/>
              <a:ext cx="577046" cy="506554"/>
            </a:xfrm>
            <a:custGeom>
              <a:avLst/>
              <a:gdLst>
                <a:gd name="connsiteX0" fmla="*/ 0 w 577046"/>
                <a:gd name="connsiteY0" fmla="*/ 308196 h 506554"/>
                <a:gd name="connsiteX1" fmla="*/ 0 w 577046"/>
                <a:gd name="connsiteY1" fmla="*/ 304917 h 506554"/>
                <a:gd name="connsiteX2" fmla="*/ 1639 w 577046"/>
                <a:gd name="connsiteY2" fmla="*/ 303277 h 506554"/>
                <a:gd name="connsiteX3" fmla="*/ 3279 w 577046"/>
                <a:gd name="connsiteY3" fmla="*/ 299999 h 506554"/>
                <a:gd name="connsiteX4" fmla="*/ 6557 w 577046"/>
                <a:gd name="connsiteY4" fmla="*/ 296720 h 506554"/>
                <a:gd name="connsiteX5" fmla="*/ 6557 w 577046"/>
                <a:gd name="connsiteY5" fmla="*/ 293441 h 506554"/>
                <a:gd name="connsiteX6" fmla="*/ 6557 w 577046"/>
                <a:gd name="connsiteY6" fmla="*/ 290163 h 506554"/>
                <a:gd name="connsiteX7" fmla="*/ 6557 w 577046"/>
                <a:gd name="connsiteY7" fmla="*/ 285244 h 506554"/>
                <a:gd name="connsiteX8" fmla="*/ 6557 w 577046"/>
                <a:gd name="connsiteY8" fmla="*/ 283606 h 506554"/>
                <a:gd name="connsiteX9" fmla="*/ 11476 w 577046"/>
                <a:gd name="connsiteY9" fmla="*/ 283606 h 506554"/>
                <a:gd name="connsiteX10" fmla="*/ 14754 w 577046"/>
                <a:gd name="connsiteY10" fmla="*/ 283606 h 506554"/>
                <a:gd name="connsiteX11" fmla="*/ 18033 w 577046"/>
                <a:gd name="connsiteY11" fmla="*/ 283606 h 506554"/>
                <a:gd name="connsiteX12" fmla="*/ 21311 w 577046"/>
                <a:gd name="connsiteY12" fmla="*/ 283606 h 506554"/>
                <a:gd name="connsiteX13" fmla="*/ 26229 w 577046"/>
                <a:gd name="connsiteY13" fmla="*/ 285244 h 506554"/>
                <a:gd name="connsiteX14" fmla="*/ 29508 w 577046"/>
                <a:gd name="connsiteY14" fmla="*/ 286884 h 506554"/>
                <a:gd name="connsiteX15" fmla="*/ 29508 w 577046"/>
                <a:gd name="connsiteY15" fmla="*/ 286884 h 506554"/>
                <a:gd name="connsiteX16" fmla="*/ 34426 w 577046"/>
                <a:gd name="connsiteY16" fmla="*/ 283606 h 506554"/>
                <a:gd name="connsiteX17" fmla="*/ 37705 w 577046"/>
                <a:gd name="connsiteY17" fmla="*/ 283606 h 506554"/>
                <a:gd name="connsiteX18" fmla="*/ 40983 w 577046"/>
                <a:gd name="connsiteY18" fmla="*/ 280327 h 506554"/>
                <a:gd name="connsiteX19" fmla="*/ 42623 w 577046"/>
                <a:gd name="connsiteY19" fmla="*/ 277048 h 506554"/>
                <a:gd name="connsiteX20" fmla="*/ 42623 w 577046"/>
                <a:gd name="connsiteY20" fmla="*/ 273769 h 506554"/>
                <a:gd name="connsiteX21" fmla="*/ 42623 w 577046"/>
                <a:gd name="connsiteY21" fmla="*/ 270491 h 506554"/>
                <a:gd name="connsiteX22" fmla="*/ 42623 w 577046"/>
                <a:gd name="connsiteY22" fmla="*/ 265573 h 506554"/>
                <a:gd name="connsiteX23" fmla="*/ 42623 w 577046"/>
                <a:gd name="connsiteY23" fmla="*/ 262294 h 506554"/>
                <a:gd name="connsiteX24" fmla="*/ 42623 w 577046"/>
                <a:gd name="connsiteY24" fmla="*/ 259016 h 506554"/>
                <a:gd name="connsiteX25" fmla="*/ 42623 w 577046"/>
                <a:gd name="connsiteY25" fmla="*/ 254097 h 506554"/>
                <a:gd name="connsiteX26" fmla="*/ 42623 w 577046"/>
                <a:gd name="connsiteY26" fmla="*/ 250819 h 506554"/>
                <a:gd name="connsiteX27" fmla="*/ 40983 w 577046"/>
                <a:gd name="connsiteY27" fmla="*/ 247540 h 506554"/>
                <a:gd name="connsiteX28" fmla="*/ 40983 w 577046"/>
                <a:gd name="connsiteY28" fmla="*/ 242622 h 506554"/>
                <a:gd name="connsiteX29" fmla="*/ 40983 w 577046"/>
                <a:gd name="connsiteY29" fmla="*/ 239343 h 506554"/>
                <a:gd name="connsiteX30" fmla="*/ 40983 w 577046"/>
                <a:gd name="connsiteY30" fmla="*/ 236064 h 506554"/>
                <a:gd name="connsiteX31" fmla="*/ 40983 w 577046"/>
                <a:gd name="connsiteY31" fmla="*/ 231147 h 506554"/>
                <a:gd name="connsiteX32" fmla="*/ 42623 w 577046"/>
                <a:gd name="connsiteY32" fmla="*/ 227868 h 506554"/>
                <a:gd name="connsiteX33" fmla="*/ 42623 w 577046"/>
                <a:gd name="connsiteY33" fmla="*/ 224589 h 506554"/>
                <a:gd name="connsiteX34" fmla="*/ 44262 w 577046"/>
                <a:gd name="connsiteY34" fmla="*/ 219671 h 506554"/>
                <a:gd name="connsiteX35" fmla="*/ 45901 w 577046"/>
                <a:gd name="connsiteY35" fmla="*/ 216393 h 506554"/>
                <a:gd name="connsiteX36" fmla="*/ 45901 w 577046"/>
                <a:gd name="connsiteY36" fmla="*/ 214753 h 506554"/>
                <a:gd name="connsiteX37" fmla="*/ 49180 w 577046"/>
                <a:gd name="connsiteY37" fmla="*/ 211474 h 506554"/>
                <a:gd name="connsiteX38" fmla="*/ 49180 w 577046"/>
                <a:gd name="connsiteY38" fmla="*/ 206557 h 506554"/>
                <a:gd name="connsiteX39" fmla="*/ 49180 w 577046"/>
                <a:gd name="connsiteY39" fmla="*/ 203278 h 506554"/>
                <a:gd name="connsiteX40" fmla="*/ 49180 w 577046"/>
                <a:gd name="connsiteY40" fmla="*/ 199999 h 506554"/>
                <a:gd name="connsiteX41" fmla="*/ 49180 w 577046"/>
                <a:gd name="connsiteY41" fmla="*/ 195081 h 506554"/>
                <a:gd name="connsiteX42" fmla="*/ 47541 w 577046"/>
                <a:gd name="connsiteY42" fmla="*/ 191803 h 506554"/>
                <a:gd name="connsiteX43" fmla="*/ 47541 w 577046"/>
                <a:gd name="connsiteY43" fmla="*/ 190163 h 506554"/>
                <a:gd name="connsiteX44" fmla="*/ 47541 w 577046"/>
                <a:gd name="connsiteY44" fmla="*/ 190163 h 506554"/>
                <a:gd name="connsiteX45" fmla="*/ 50820 w 577046"/>
                <a:gd name="connsiteY45" fmla="*/ 186884 h 506554"/>
                <a:gd name="connsiteX46" fmla="*/ 52459 w 577046"/>
                <a:gd name="connsiteY46" fmla="*/ 181966 h 506554"/>
                <a:gd name="connsiteX47" fmla="*/ 55737 w 577046"/>
                <a:gd name="connsiteY47" fmla="*/ 178688 h 506554"/>
                <a:gd name="connsiteX48" fmla="*/ 59016 w 577046"/>
                <a:gd name="connsiteY48" fmla="*/ 175409 h 506554"/>
                <a:gd name="connsiteX49" fmla="*/ 62295 w 577046"/>
                <a:gd name="connsiteY49" fmla="*/ 178688 h 506554"/>
                <a:gd name="connsiteX50" fmla="*/ 65573 w 577046"/>
                <a:gd name="connsiteY50" fmla="*/ 183606 h 506554"/>
                <a:gd name="connsiteX51" fmla="*/ 65573 w 577046"/>
                <a:gd name="connsiteY51" fmla="*/ 185245 h 506554"/>
                <a:gd name="connsiteX52" fmla="*/ 70491 w 577046"/>
                <a:gd name="connsiteY52" fmla="*/ 181966 h 506554"/>
                <a:gd name="connsiteX53" fmla="*/ 73770 w 577046"/>
                <a:gd name="connsiteY53" fmla="*/ 177049 h 506554"/>
                <a:gd name="connsiteX54" fmla="*/ 72131 w 577046"/>
                <a:gd name="connsiteY54" fmla="*/ 173770 h 506554"/>
                <a:gd name="connsiteX55" fmla="*/ 73770 w 577046"/>
                <a:gd name="connsiteY55" fmla="*/ 168852 h 506554"/>
                <a:gd name="connsiteX56" fmla="*/ 73770 w 577046"/>
                <a:gd name="connsiteY56" fmla="*/ 165573 h 506554"/>
                <a:gd name="connsiteX57" fmla="*/ 73770 w 577046"/>
                <a:gd name="connsiteY57" fmla="*/ 163934 h 506554"/>
                <a:gd name="connsiteX58" fmla="*/ 73770 w 577046"/>
                <a:gd name="connsiteY58" fmla="*/ 162294 h 506554"/>
                <a:gd name="connsiteX59" fmla="*/ 73770 w 577046"/>
                <a:gd name="connsiteY59" fmla="*/ 160655 h 506554"/>
                <a:gd name="connsiteX60" fmla="*/ 72131 w 577046"/>
                <a:gd name="connsiteY60" fmla="*/ 159016 h 506554"/>
                <a:gd name="connsiteX61" fmla="*/ 73770 w 577046"/>
                <a:gd name="connsiteY61" fmla="*/ 155737 h 506554"/>
                <a:gd name="connsiteX62" fmla="*/ 75410 w 577046"/>
                <a:gd name="connsiteY62" fmla="*/ 152458 h 506554"/>
                <a:gd name="connsiteX63" fmla="*/ 77049 w 577046"/>
                <a:gd name="connsiteY63" fmla="*/ 149180 h 506554"/>
                <a:gd name="connsiteX64" fmla="*/ 77049 w 577046"/>
                <a:gd name="connsiteY64" fmla="*/ 144262 h 506554"/>
                <a:gd name="connsiteX65" fmla="*/ 77049 w 577046"/>
                <a:gd name="connsiteY65" fmla="*/ 140983 h 506554"/>
                <a:gd name="connsiteX66" fmla="*/ 77049 w 577046"/>
                <a:gd name="connsiteY66" fmla="*/ 137704 h 506554"/>
                <a:gd name="connsiteX67" fmla="*/ 78688 w 577046"/>
                <a:gd name="connsiteY67" fmla="*/ 132786 h 506554"/>
                <a:gd name="connsiteX68" fmla="*/ 81967 w 577046"/>
                <a:gd name="connsiteY68" fmla="*/ 131147 h 506554"/>
                <a:gd name="connsiteX69" fmla="*/ 83606 w 577046"/>
                <a:gd name="connsiteY69" fmla="*/ 129508 h 506554"/>
                <a:gd name="connsiteX70" fmla="*/ 86885 w 577046"/>
                <a:gd name="connsiteY70" fmla="*/ 126229 h 506554"/>
                <a:gd name="connsiteX71" fmla="*/ 86885 w 577046"/>
                <a:gd name="connsiteY71" fmla="*/ 122950 h 506554"/>
                <a:gd name="connsiteX72" fmla="*/ 90164 w 577046"/>
                <a:gd name="connsiteY72" fmla="*/ 118032 h 506554"/>
                <a:gd name="connsiteX73" fmla="*/ 90164 w 577046"/>
                <a:gd name="connsiteY73" fmla="*/ 114754 h 506554"/>
                <a:gd name="connsiteX74" fmla="*/ 93442 w 577046"/>
                <a:gd name="connsiteY74" fmla="*/ 111475 h 506554"/>
                <a:gd name="connsiteX75" fmla="*/ 95081 w 577046"/>
                <a:gd name="connsiteY75" fmla="*/ 106557 h 506554"/>
                <a:gd name="connsiteX76" fmla="*/ 96721 w 577046"/>
                <a:gd name="connsiteY76" fmla="*/ 103278 h 506554"/>
                <a:gd name="connsiteX77" fmla="*/ 100000 w 577046"/>
                <a:gd name="connsiteY77" fmla="*/ 100000 h 506554"/>
                <a:gd name="connsiteX78" fmla="*/ 100000 w 577046"/>
                <a:gd name="connsiteY78" fmla="*/ 96721 h 506554"/>
                <a:gd name="connsiteX79" fmla="*/ 103278 w 577046"/>
                <a:gd name="connsiteY79" fmla="*/ 96721 h 506554"/>
                <a:gd name="connsiteX80" fmla="*/ 108196 w 577046"/>
                <a:gd name="connsiteY80" fmla="*/ 96721 h 506554"/>
                <a:gd name="connsiteX81" fmla="*/ 111475 w 577046"/>
                <a:gd name="connsiteY81" fmla="*/ 95082 h 506554"/>
                <a:gd name="connsiteX82" fmla="*/ 114754 w 577046"/>
                <a:gd name="connsiteY82" fmla="*/ 96721 h 506554"/>
                <a:gd name="connsiteX83" fmla="*/ 116393 w 577046"/>
                <a:gd name="connsiteY83" fmla="*/ 95082 h 506554"/>
                <a:gd name="connsiteX84" fmla="*/ 116393 w 577046"/>
                <a:gd name="connsiteY84" fmla="*/ 91803 h 506554"/>
                <a:gd name="connsiteX85" fmla="*/ 116393 w 577046"/>
                <a:gd name="connsiteY85" fmla="*/ 88524 h 506554"/>
                <a:gd name="connsiteX86" fmla="*/ 116393 w 577046"/>
                <a:gd name="connsiteY86" fmla="*/ 85246 h 506554"/>
                <a:gd name="connsiteX87" fmla="*/ 116393 w 577046"/>
                <a:gd name="connsiteY87" fmla="*/ 80328 h 506554"/>
                <a:gd name="connsiteX88" fmla="*/ 118032 w 577046"/>
                <a:gd name="connsiteY88" fmla="*/ 77049 h 506554"/>
                <a:gd name="connsiteX89" fmla="*/ 118032 w 577046"/>
                <a:gd name="connsiteY89" fmla="*/ 72131 h 506554"/>
                <a:gd name="connsiteX90" fmla="*/ 119671 w 577046"/>
                <a:gd name="connsiteY90" fmla="*/ 68852 h 506554"/>
                <a:gd name="connsiteX91" fmla="*/ 121311 w 577046"/>
                <a:gd name="connsiteY91" fmla="*/ 65573 h 506554"/>
                <a:gd name="connsiteX92" fmla="*/ 122950 w 577046"/>
                <a:gd name="connsiteY92" fmla="*/ 62295 h 506554"/>
                <a:gd name="connsiteX93" fmla="*/ 126229 w 577046"/>
                <a:gd name="connsiteY93" fmla="*/ 57377 h 506554"/>
                <a:gd name="connsiteX94" fmla="*/ 126229 w 577046"/>
                <a:gd name="connsiteY94" fmla="*/ 54098 h 506554"/>
                <a:gd name="connsiteX95" fmla="*/ 126229 w 577046"/>
                <a:gd name="connsiteY95" fmla="*/ 49180 h 506554"/>
                <a:gd name="connsiteX96" fmla="*/ 127868 w 577046"/>
                <a:gd name="connsiteY96" fmla="*/ 45901 h 506554"/>
                <a:gd name="connsiteX97" fmla="*/ 127868 w 577046"/>
                <a:gd name="connsiteY97" fmla="*/ 42623 h 506554"/>
                <a:gd name="connsiteX98" fmla="*/ 127868 w 577046"/>
                <a:gd name="connsiteY98" fmla="*/ 37705 h 506554"/>
                <a:gd name="connsiteX99" fmla="*/ 127868 w 577046"/>
                <a:gd name="connsiteY99" fmla="*/ 34426 h 506554"/>
                <a:gd name="connsiteX100" fmla="*/ 129508 w 577046"/>
                <a:gd name="connsiteY100" fmla="*/ 29508 h 506554"/>
                <a:gd name="connsiteX101" fmla="*/ 129508 w 577046"/>
                <a:gd name="connsiteY101" fmla="*/ 27869 h 506554"/>
                <a:gd name="connsiteX102" fmla="*/ 129508 w 577046"/>
                <a:gd name="connsiteY102" fmla="*/ 26229 h 506554"/>
                <a:gd name="connsiteX103" fmla="*/ 134426 w 577046"/>
                <a:gd name="connsiteY103" fmla="*/ 24590 h 506554"/>
                <a:gd name="connsiteX104" fmla="*/ 137704 w 577046"/>
                <a:gd name="connsiteY104" fmla="*/ 24590 h 506554"/>
                <a:gd name="connsiteX105" fmla="*/ 140983 w 577046"/>
                <a:gd name="connsiteY105" fmla="*/ 24590 h 506554"/>
                <a:gd name="connsiteX106" fmla="*/ 144261 w 577046"/>
                <a:gd name="connsiteY106" fmla="*/ 24590 h 506554"/>
                <a:gd name="connsiteX107" fmla="*/ 149180 w 577046"/>
                <a:gd name="connsiteY107" fmla="*/ 26229 h 506554"/>
                <a:gd name="connsiteX108" fmla="*/ 150819 w 577046"/>
                <a:gd name="connsiteY108" fmla="*/ 22951 h 506554"/>
                <a:gd name="connsiteX109" fmla="*/ 154098 w 577046"/>
                <a:gd name="connsiteY109" fmla="*/ 19672 h 506554"/>
                <a:gd name="connsiteX110" fmla="*/ 157376 w 577046"/>
                <a:gd name="connsiteY110" fmla="*/ 19672 h 506554"/>
                <a:gd name="connsiteX111" fmla="*/ 160655 w 577046"/>
                <a:gd name="connsiteY111" fmla="*/ 21311 h 506554"/>
                <a:gd name="connsiteX112" fmla="*/ 162294 w 577046"/>
                <a:gd name="connsiteY112" fmla="*/ 22951 h 506554"/>
                <a:gd name="connsiteX113" fmla="*/ 163934 w 577046"/>
                <a:gd name="connsiteY113" fmla="*/ 26229 h 506554"/>
                <a:gd name="connsiteX114" fmla="*/ 167213 w 577046"/>
                <a:gd name="connsiteY114" fmla="*/ 31148 h 506554"/>
                <a:gd name="connsiteX115" fmla="*/ 168851 w 577046"/>
                <a:gd name="connsiteY115" fmla="*/ 34426 h 506554"/>
                <a:gd name="connsiteX116" fmla="*/ 170491 w 577046"/>
                <a:gd name="connsiteY116" fmla="*/ 34426 h 506554"/>
                <a:gd name="connsiteX117" fmla="*/ 170491 w 577046"/>
                <a:gd name="connsiteY117" fmla="*/ 29508 h 506554"/>
                <a:gd name="connsiteX118" fmla="*/ 172130 w 577046"/>
                <a:gd name="connsiteY118" fmla="*/ 26229 h 506554"/>
                <a:gd name="connsiteX119" fmla="*/ 173770 w 577046"/>
                <a:gd name="connsiteY119" fmla="*/ 22951 h 506554"/>
                <a:gd name="connsiteX120" fmla="*/ 175409 w 577046"/>
                <a:gd name="connsiteY120" fmla="*/ 19672 h 506554"/>
                <a:gd name="connsiteX121" fmla="*/ 175409 w 577046"/>
                <a:gd name="connsiteY121" fmla="*/ 16393 h 506554"/>
                <a:gd name="connsiteX122" fmla="*/ 177048 w 577046"/>
                <a:gd name="connsiteY122" fmla="*/ 11476 h 506554"/>
                <a:gd name="connsiteX123" fmla="*/ 177048 w 577046"/>
                <a:gd name="connsiteY123" fmla="*/ 11476 h 506554"/>
                <a:gd name="connsiteX124" fmla="*/ 178688 w 577046"/>
                <a:gd name="connsiteY124" fmla="*/ 6557 h 506554"/>
                <a:gd name="connsiteX125" fmla="*/ 180327 w 577046"/>
                <a:gd name="connsiteY125" fmla="*/ 3279 h 506554"/>
                <a:gd name="connsiteX126" fmla="*/ 181966 w 577046"/>
                <a:gd name="connsiteY126" fmla="*/ 0 h 506554"/>
                <a:gd name="connsiteX127" fmla="*/ 183606 w 577046"/>
                <a:gd name="connsiteY127" fmla="*/ 3279 h 506554"/>
                <a:gd name="connsiteX128" fmla="*/ 188524 w 577046"/>
                <a:gd name="connsiteY128" fmla="*/ 8197 h 506554"/>
                <a:gd name="connsiteX129" fmla="*/ 191803 w 577046"/>
                <a:gd name="connsiteY129" fmla="*/ 8197 h 506554"/>
                <a:gd name="connsiteX130" fmla="*/ 195081 w 577046"/>
                <a:gd name="connsiteY130" fmla="*/ 8197 h 506554"/>
                <a:gd name="connsiteX131" fmla="*/ 196720 w 577046"/>
                <a:gd name="connsiteY131" fmla="*/ 13115 h 506554"/>
                <a:gd name="connsiteX132" fmla="*/ 198360 w 577046"/>
                <a:gd name="connsiteY132" fmla="*/ 16393 h 506554"/>
                <a:gd name="connsiteX133" fmla="*/ 203278 w 577046"/>
                <a:gd name="connsiteY133" fmla="*/ 19672 h 506554"/>
                <a:gd name="connsiteX134" fmla="*/ 206557 w 577046"/>
                <a:gd name="connsiteY134" fmla="*/ 19672 h 506554"/>
                <a:gd name="connsiteX135" fmla="*/ 209835 w 577046"/>
                <a:gd name="connsiteY135" fmla="*/ 19672 h 506554"/>
                <a:gd name="connsiteX136" fmla="*/ 213114 w 577046"/>
                <a:gd name="connsiteY136" fmla="*/ 18033 h 506554"/>
                <a:gd name="connsiteX137" fmla="*/ 214753 w 577046"/>
                <a:gd name="connsiteY137" fmla="*/ 18033 h 506554"/>
                <a:gd name="connsiteX138" fmla="*/ 219671 w 577046"/>
                <a:gd name="connsiteY138" fmla="*/ 16393 h 506554"/>
                <a:gd name="connsiteX139" fmla="*/ 222950 w 577046"/>
                <a:gd name="connsiteY139" fmla="*/ 14754 h 506554"/>
                <a:gd name="connsiteX140" fmla="*/ 224589 w 577046"/>
                <a:gd name="connsiteY140" fmla="*/ 11476 h 506554"/>
                <a:gd name="connsiteX141" fmla="*/ 224589 w 577046"/>
                <a:gd name="connsiteY141" fmla="*/ 9836 h 506554"/>
                <a:gd name="connsiteX142" fmla="*/ 227868 w 577046"/>
                <a:gd name="connsiteY142" fmla="*/ 11476 h 506554"/>
                <a:gd name="connsiteX143" fmla="*/ 229507 w 577046"/>
                <a:gd name="connsiteY143" fmla="*/ 13115 h 506554"/>
                <a:gd name="connsiteX144" fmla="*/ 231147 w 577046"/>
                <a:gd name="connsiteY144" fmla="*/ 13115 h 506554"/>
                <a:gd name="connsiteX145" fmla="*/ 231147 w 577046"/>
                <a:gd name="connsiteY145" fmla="*/ 18033 h 506554"/>
                <a:gd name="connsiteX146" fmla="*/ 232786 w 577046"/>
                <a:gd name="connsiteY146" fmla="*/ 19672 h 506554"/>
                <a:gd name="connsiteX147" fmla="*/ 234425 w 577046"/>
                <a:gd name="connsiteY147" fmla="*/ 18033 h 506554"/>
                <a:gd name="connsiteX148" fmla="*/ 237704 w 577046"/>
                <a:gd name="connsiteY148" fmla="*/ 18033 h 506554"/>
                <a:gd name="connsiteX149" fmla="*/ 239343 w 577046"/>
                <a:gd name="connsiteY149" fmla="*/ 16393 h 506554"/>
                <a:gd name="connsiteX150" fmla="*/ 242622 w 577046"/>
                <a:gd name="connsiteY150" fmla="*/ 14754 h 506554"/>
                <a:gd name="connsiteX151" fmla="*/ 247540 w 577046"/>
                <a:gd name="connsiteY151" fmla="*/ 16393 h 506554"/>
                <a:gd name="connsiteX152" fmla="*/ 250818 w 577046"/>
                <a:gd name="connsiteY152" fmla="*/ 16393 h 506554"/>
                <a:gd name="connsiteX153" fmla="*/ 254097 w 577046"/>
                <a:gd name="connsiteY153" fmla="*/ 16393 h 506554"/>
                <a:gd name="connsiteX154" fmla="*/ 257376 w 577046"/>
                <a:gd name="connsiteY154" fmla="*/ 19672 h 506554"/>
                <a:gd name="connsiteX155" fmla="*/ 262294 w 577046"/>
                <a:gd name="connsiteY155" fmla="*/ 18033 h 506554"/>
                <a:gd name="connsiteX156" fmla="*/ 263933 w 577046"/>
                <a:gd name="connsiteY156" fmla="*/ 18033 h 506554"/>
                <a:gd name="connsiteX157" fmla="*/ 267212 w 577046"/>
                <a:gd name="connsiteY157" fmla="*/ 18033 h 506554"/>
                <a:gd name="connsiteX158" fmla="*/ 270491 w 577046"/>
                <a:gd name="connsiteY158" fmla="*/ 19672 h 506554"/>
                <a:gd name="connsiteX159" fmla="*/ 272130 w 577046"/>
                <a:gd name="connsiteY159" fmla="*/ 19672 h 506554"/>
                <a:gd name="connsiteX160" fmla="*/ 275408 w 577046"/>
                <a:gd name="connsiteY160" fmla="*/ 22951 h 506554"/>
                <a:gd name="connsiteX161" fmla="*/ 280327 w 577046"/>
                <a:gd name="connsiteY161" fmla="*/ 26229 h 506554"/>
                <a:gd name="connsiteX162" fmla="*/ 283605 w 577046"/>
                <a:gd name="connsiteY162" fmla="*/ 29508 h 506554"/>
                <a:gd name="connsiteX163" fmla="*/ 286884 w 577046"/>
                <a:gd name="connsiteY163" fmla="*/ 29508 h 506554"/>
                <a:gd name="connsiteX164" fmla="*/ 291802 w 577046"/>
                <a:gd name="connsiteY164" fmla="*/ 31148 h 506554"/>
                <a:gd name="connsiteX165" fmla="*/ 295081 w 577046"/>
                <a:gd name="connsiteY165" fmla="*/ 34426 h 506554"/>
                <a:gd name="connsiteX166" fmla="*/ 295081 w 577046"/>
                <a:gd name="connsiteY166" fmla="*/ 34426 h 506554"/>
                <a:gd name="connsiteX167" fmla="*/ 298360 w 577046"/>
                <a:gd name="connsiteY167" fmla="*/ 37705 h 506554"/>
                <a:gd name="connsiteX168" fmla="*/ 301638 w 577046"/>
                <a:gd name="connsiteY168" fmla="*/ 40983 h 506554"/>
                <a:gd name="connsiteX169" fmla="*/ 304917 w 577046"/>
                <a:gd name="connsiteY169" fmla="*/ 45901 h 506554"/>
                <a:gd name="connsiteX170" fmla="*/ 306556 w 577046"/>
                <a:gd name="connsiteY170" fmla="*/ 49180 h 506554"/>
                <a:gd name="connsiteX171" fmla="*/ 308195 w 577046"/>
                <a:gd name="connsiteY171" fmla="*/ 52459 h 506554"/>
                <a:gd name="connsiteX172" fmla="*/ 309835 w 577046"/>
                <a:gd name="connsiteY172" fmla="*/ 57377 h 506554"/>
                <a:gd name="connsiteX173" fmla="*/ 314753 w 577046"/>
                <a:gd name="connsiteY173" fmla="*/ 59016 h 506554"/>
                <a:gd name="connsiteX174" fmla="*/ 318031 w 577046"/>
                <a:gd name="connsiteY174" fmla="*/ 62295 h 506554"/>
                <a:gd name="connsiteX175" fmla="*/ 321310 w 577046"/>
                <a:gd name="connsiteY175" fmla="*/ 65573 h 506554"/>
                <a:gd name="connsiteX176" fmla="*/ 326228 w 577046"/>
                <a:gd name="connsiteY176" fmla="*/ 67213 h 506554"/>
                <a:gd name="connsiteX177" fmla="*/ 329507 w 577046"/>
                <a:gd name="connsiteY177" fmla="*/ 70492 h 506554"/>
                <a:gd name="connsiteX178" fmla="*/ 332785 w 577046"/>
                <a:gd name="connsiteY178" fmla="*/ 75410 h 506554"/>
                <a:gd name="connsiteX179" fmla="*/ 334425 w 577046"/>
                <a:gd name="connsiteY179" fmla="*/ 78688 h 506554"/>
                <a:gd name="connsiteX180" fmla="*/ 334425 w 577046"/>
                <a:gd name="connsiteY180" fmla="*/ 78688 h 506554"/>
                <a:gd name="connsiteX181" fmla="*/ 336064 w 577046"/>
                <a:gd name="connsiteY181" fmla="*/ 81967 h 506554"/>
                <a:gd name="connsiteX182" fmla="*/ 337703 w 577046"/>
                <a:gd name="connsiteY182" fmla="*/ 86885 h 506554"/>
                <a:gd name="connsiteX183" fmla="*/ 340982 w 577046"/>
                <a:gd name="connsiteY183" fmla="*/ 90164 h 506554"/>
                <a:gd name="connsiteX184" fmla="*/ 345900 w 577046"/>
                <a:gd name="connsiteY184" fmla="*/ 91803 h 506554"/>
                <a:gd name="connsiteX185" fmla="*/ 349179 w 577046"/>
                <a:gd name="connsiteY185" fmla="*/ 95082 h 506554"/>
                <a:gd name="connsiteX186" fmla="*/ 350818 w 577046"/>
                <a:gd name="connsiteY186" fmla="*/ 100000 h 506554"/>
                <a:gd name="connsiteX187" fmla="*/ 352457 w 577046"/>
                <a:gd name="connsiteY187" fmla="*/ 101639 h 506554"/>
                <a:gd name="connsiteX188" fmla="*/ 354097 w 577046"/>
                <a:gd name="connsiteY188" fmla="*/ 103278 h 506554"/>
                <a:gd name="connsiteX189" fmla="*/ 357375 w 577046"/>
                <a:gd name="connsiteY189" fmla="*/ 106557 h 506554"/>
                <a:gd name="connsiteX190" fmla="*/ 354097 w 577046"/>
                <a:gd name="connsiteY190" fmla="*/ 109836 h 506554"/>
                <a:gd name="connsiteX191" fmla="*/ 352457 w 577046"/>
                <a:gd name="connsiteY191" fmla="*/ 114754 h 506554"/>
                <a:gd name="connsiteX192" fmla="*/ 349179 w 577046"/>
                <a:gd name="connsiteY192" fmla="*/ 118032 h 506554"/>
                <a:gd name="connsiteX193" fmla="*/ 347540 w 577046"/>
                <a:gd name="connsiteY193" fmla="*/ 121311 h 506554"/>
                <a:gd name="connsiteX194" fmla="*/ 344261 w 577046"/>
                <a:gd name="connsiteY194" fmla="*/ 126229 h 506554"/>
                <a:gd name="connsiteX195" fmla="*/ 342621 w 577046"/>
                <a:gd name="connsiteY195" fmla="*/ 129508 h 506554"/>
                <a:gd name="connsiteX196" fmla="*/ 342621 w 577046"/>
                <a:gd name="connsiteY196" fmla="*/ 131147 h 506554"/>
                <a:gd name="connsiteX197" fmla="*/ 340982 w 577046"/>
                <a:gd name="connsiteY197" fmla="*/ 134426 h 506554"/>
                <a:gd name="connsiteX198" fmla="*/ 336064 w 577046"/>
                <a:gd name="connsiteY198" fmla="*/ 137704 h 506554"/>
                <a:gd name="connsiteX199" fmla="*/ 336064 w 577046"/>
                <a:gd name="connsiteY199" fmla="*/ 139344 h 506554"/>
                <a:gd name="connsiteX200" fmla="*/ 334425 w 577046"/>
                <a:gd name="connsiteY200" fmla="*/ 142622 h 506554"/>
                <a:gd name="connsiteX201" fmla="*/ 334425 w 577046"/>
                <a:gd name="connsiteY201" fmla="*/ 147540 h 506554"/>
                <a:gd name="connsiteX202" fmla="*/ 334425 w 577046"/>
                <a:gd name="connsiteY202" fmla="*/ 150819 h 506554"/>
                <a:gd name="connsiteX203" fmla="*/ 334425 w 577046"/>
                <a:gd name="connsiteY203" fmla="*/ 155737 h 506554"/>
                <a:gd name="connsiteX204" fmla="*/ 336064 w 577046"/>
                <a:gd name="connsiteY204" fmla="*/ 159016 h 506554"/>
                <a:gd name="connsiteX205" fmla="*/ 336064 w 577046"/>
                <a:gd name="connsiteY205" fmla="*/ 162294 h 506554"/>
                <a:gd name="connsiteX206" fmla="*/ 336064 w 577046"/>
                <a:gd name="connsiteY206" fmla="*/ 167213 h 506554"/>
                <a:gd name="connsiteX207" fmla="*/ 336064 w 577046"/>
                <a:gd name="connsiteY207" fmla="*/ 170491 h 506554"/>
                <a:gd name="connsiteX208" fmla="*/ 337703 w 577046"/>
                <a:gd name="connsiteY208" fmla="*/ 172130 h 506554"/>
                <a:gd name="connsiteX209" fmla="*/ 340982 w 577046"/>
                <a:gd name="connsiteY209" fmla="*/ 173770 h 506554"/>
                <a:gd name="connsiteX210" fmla="*/ 344261 w 577046"/>
                <a:gd name="connsiteY210" fmla="*/ 173770 h 506554"/>
                <a:gd name="connsiteX211" fmla="*/ 349179 w 577046"/>
                <a:gd name="connsiteY211" fmla="*/ 170491 h 506554"/>
                <a:gd name="connsiteX212" fmla="*/ 352457 w 577046"/>
                <a:gd name="connsiteY212" fmla="*/ 172130 h 506554"/>
                <a:gd name="connsiteX213" fmla="*/ 355736 w 577046"/>
                <a:gd name="connsiteY213" fmla="*/ 170491 h 506554"/>
                <a:gd name="connsiteX214" fmla="*/ 359015 w 577046"/>
                <a:gd name="connsiteY214" fmla="*/ 170491 h 506554"/>
                <a:gd name="connsiteX215" fmla="*/ 362294 w 577046"/>
                <a:gd name="connsiteY215" fmla="*/ 168852 h 506554"/>
                <a:gd name="connsiteX216" fmla="*/ 367211 w 577046"/>
                <a:gd name="connsiteY216" fmla="*/ 167213 h 506554"/>
                <a:gd name="connsiteX217" fmla="*/ 367211 w 577046"/>
                <a:gd name="connsiteY217" fmla="*/ 167213 h 506554"/>
                <a:gd name="connsiteX218" fmla="*/ 368851 w 577046"/>
                <a:gd name="connsiteY218" fmla="*/ 167213 h 506554"/>
                <a:gd name="connsiteX219" fmla="*/ 372130 w 577046"/>
                <a:gd name="connsiteY219" fmla="*/ 167213 h 506554"/>
                <a:gd name="connsiteX220" fmla="*/ 375408 w 577046"/>
                <a:gd name="connsiteY220" fmla="*/ 170491 h 506554"/>
                <a:gd name="connsiteX221" fmla="*/ 378687 w 577046"/>
                <a:gd name="connsiteY221" fmla="*/ 170491 h 506554"/>
                <a:gd name="connsiteX222" fmla="*/ 378687 w 577046"/>
                <a:gd name="connsiteY222" fmla="*/ 173770 h 506554"/>
                <a:gd name="connsiteX223" fmla="*/ 375408 w 577046"/>
                <a:gd name="connsiteY223" fmla="*/ 178688 h 506554"/>
                <a:gd name="connsiteX224" fmla="*/ 372130 w 577046"/>
                <a:gd name="connsiteY224" fmla="*/ 180327 h 506554"/>
                <a:gd name="connsiteX225" fmla="*/ 372130 w 577046"/>
                <a:gd name="connsiteY225" fmla="*/ 185245 h 506554"/>
                <a:gd name="connsiteX226" fmla="*/ 368851 w 577046"/>
                <a:gd name="connsiteY226" fmla="*/ 188524 h 506554"/>
                <a:gd name="connsiteX227" fmla="*/ 370490 w 577046"/>
                <a:gd name="connsiteY227" fmla="*/ 190163 h 506554"/>
                <a:gd name="connsiteX228" fmla="*/ 372130 w 577046"/>
                <a:gd name="connsiteY228" fmla="*/ 193442 h 506554"/>
                <a:gd name="connsiteX229" fmla="*/ 373769 w 577046"/>
                <a:gd name="connsiteY229" fmla="*/ 196720 h 506554"/>
                <a:gd name="connsiteX230" fmla="*/ 375408 w 577046"/>
                <a:gd name="connsiteY230" fmla="*/ 201639 h 506554"/>
                <a:gd name="connsiteX231" fmla="*/ 377047 w 577046"/>
                <a:gd name="connsiteY231" fmla="*/ 204917 h 506554"/>
                <a:gd name="connsiteX232" fmla="*/ 378687 w 577046"/>
                <a:gd name="connsiteY232" fmla="*/ 208196 h 506554"/>
                <a:gd name="connsiteX233" fmla="*/ 383605 w 577046"/>
                <a:gd name="connsiteY233" fmla="*/ 211474 h 506554"/>
                <a:gd name="connsiteX234" fmla="*/ 383605 w 577046"/>
                <a:gd name="connsiteY234" fmla="*/ 214753 h 506554"/>
                <a:gd name="connsiteX235" fmla="*/ 383605 w 577046"/>
                <a:gd name="connsiteY235" fmla="*/ 216393 h 506554"/>
                <a:gd name="connsiteX236" fmla="*/ 386884 w 577046"/>
                <a:gd name="connsiteY236" fmla="*/ 219671 h 506554"/>
                <a:gd name="connsiteX237" fmla="*/ 391801 w 577046"/>
                <a:gd name="connsiteY237" fmla="*/ 221310 h 506554"/>
                <a:gd name="connsiteX238" fmla="*/ 391801 w 577046"/>
                <a:gd name="connsiteY238" fmla="*/ 224589 h 506554"/>
                <a:gd name="connsiteX239" fmla="*/ 393441 w 577046"/>
                <a:gd name="connsiteY239" fmla="*/ 227868 h 506554"/>
                <a:gd name="connsiteX240" fmla="*/ 396720 w 577046"/>
                <a:gd name="connsiteY240" fmla="*/ 232786 h 506554"/>
                <a:gd name="connsiteX241" fmla="*/ 396720 w 577046"/>
                <a:gd name="connsiteY241" fmla="*/ 232786 h 506554"/>
                <a:gd name="connsiteX242" fmla="*/ 398359 w 577046"/>
                <a:gd name="connsiteY242" fmla="*/ 237704 h 506554"/>
                <a:gd name="connsiteX243" fmla="*/ 399998 w 577046"/>
                <a:gd name="connsiteY243" fmla="*/ 240983 h 506554"/>
                <a:gd name="connsiteX244" fmla="*/ 403277 w 577046"/>
                <a:gd name="connsiteY244" fmla="*/ 242622 h 506554"/>
                <a:gd name="connsiteX245" fmla="*/ 408195 w 577046"/>
                <a:gd name="connsiteY245" fmla="*/ 244261 h 506554"/>
                <a:gd name="connsiteX246" fmla="*/ 411474 w 577046"/>
                <a:gd name="connsiteY246" fmla="*/ 247540 h 506554"/>
                <a:gd name="connsiteX247" fmla="*/ 414752 w 577046"/>
                <a:gd name="connsiteY247" fmla="*/ 252458 h 506554"/>
                <a:gd name="connsiteX248" fmla="*/ 419670 w 577046"/>
                <a:gd name="connsiteY248" fmla="*/ 255737 h 506554"/>
                <a:gd name="connsiteX249" fmla="*/ 422949 w 577046"/>
                <a:gd name="connsiteY249" fmla="*/ 259016 h 506554"/>
                <a:gd name="connsiteX250" fmla="*/ 427867 w 577046"/>
                <a:gd name="connsiteY250" fmla="*/ 260654 h 506554"/>
                <a:gd name="connsiteX251" fmla="*/ 431145 w 577046"/>
                <a:gd name="connsiteY251" fmla="*/ 262294 h 506554"/>
                <a:gd name="connsiteX252" fmla="*/ 434424 w 577046"/>
                <a:gd name="connsiteY252" fmla="*/ 263933 h 506554"/>
                <a:gd name="connsiteX253" fmla="*/ 439342 w 577046"/>
                <a:gd name="connsiteY253" fmla="*/ 265573 h 506554"/>
                <a:gd name="connsiteX254" fmla="*/ 442621 w 577046"/>
                <a:gd name="connsiteY254" fmla="*/ 267212 h 506554"/>
                <a:gd name="connsiteX255" fmla="*/ 447539 w 577046"/>
                <a:gd name="connsiteY255" fmla="*/ 268851 h 506554"/>
                <a:gd name="connsiteX256" fmla="*/ 449178 w 577046"/>
                <a:gd name="connsiteY256" fmla="*/ 268851 h 506554"/>
                <a:gd name="connsiteX257" fmla="*/ 452457 w 577046"/>
                <a:gd name="connsiteY257" fmla="*/ 270491 h 506554"/>
                <a:gd name="connsiteX258" fmla="*/ 457375 w 577046"/>
                <a:gd name="connsiteY258" fmla="*/ 272130 h 506554"/>
                <a:gd name="connsiteX259" fmla="*/ 460654 w 577046"/>
                <a:gd name="connsiteY259" fmla="*/ 273769 h 506554"/>
                <a:gd name="connsiteX260" fmla="*/ 465572 w 577046"/>
                <a:gd name="connsiteY260" fmla="*/ 275409 h 506554"/>
                <a:gd name="connsiteX261" fmla="*/ 468850 w 577046"/>
                <a:gd name="connsiteY261" fmla="*/ 277048 h 506554"/>
                <a:gd name="connsiteX262" fmla="*/ 473768 w 577046"/>
                <a:gd name="connsiteY262" fmla="*/ 278687 h 506554"/>
                <a:gd name="connsiteX263" fmla="*/ 477047 w 577046"/>
                <a:gd name="connsiteY263" fmla="*/ 280327 h 506554"/>
                <a:gd name="connsiteX264" fmla="*/ 480325 w 577046"/>
                <a:gd name="connsiteY264" fmla="*/ 280327 h 506554"/>
                <a:gd name="connsiteX265" fmla="*/ 485244 w 577046"/>
                <a:gd name="connsiteY265" fmla="*/ 281966 h 506554"/>
                <a:gd name="connsiteX266" fmla="*/ 488522 w 577046"/>
                <a:gd name="connsiteY266" fmla="*/ 283606 h 506554"/>
                <a:gd name="connsiteX267" fmla="*/ 493440 w 577046"/>
                <a:gd name="connsiteY267" fmla="*/ 285244 h 506554"/>
                <a:gd name="connsiteX268" fmla="*/ 496719 w 577046"/>
                <a:gd name="connsiteY268" fmla="*/ 286884 h 506554"/>
                <a:gd name="connsiteX269" fmla="*/ 499998 w 577046"/>
                <a:gd name="connsiteY269" fmla="*/ 288523 h 506554"/>
                <a:gd name="connsiteX270" fmla="*/ 504916 w 577046"/>
                <a:gd name="connsiteY270" fmla="*/ 290163 h 506554"/>
                <a:gd name="connsiteX271" fmla="*/ 508194 w 577046"/>
                <a:gd name="connsiteY271" fmla="*/ 291802 h 506554"/>
                <a:gd name="connsiteX272" fmla="*/ 513112 w 577046"/>
                <a:gd name="connsiteY272" fmla="*/ 293441 h 506554"/>
                <a:gd name="connsiteX273" fmla="*/ 516391 w 577046"/>
                <a:gd name="connsiteY273" fmla="*/ 295081 h 506554"/>
                <a:gd name="connsiteX274" fmla="*/ 519670 w 577046"/>
                <a:gd name="connsiteY274" fmla="*/ 296720 h 506554"/>
                <a:gd name="connsiteX275" fmla="*/ 524588 w 577046"/>
                <a:gd name="connsiteY275" fmla="*/ 298359 h 506554"/>
                <a:gd name="connsiteX276" fmla="*/ 527867 w 577046"/>
                <a:gd name="connsiteY276" fmla="*/ 299999 h 506554"/>
                <a:gd name="connsiteX277" fmla="*/ 532784 w 577046"/>
                <a:gd name="connsiteY277" fmla="*/ 301638 h 506554"/>
                <a:gd name="connsiteX278" fmla="*/ 536063 w 577046"/>
                <a:gd name="connsiteY278" fmla="*/ 301638 h 506554"/>
                <a:gd name="connsiteX279" fmla="*/ 537702 w 577046"/>
                <a:gd name="connsiteY279" fmla="*/ 303277 h 506554"/>
                <a:gd name="connsiteX280" fmla="*/ 537702 w 577046"/>
                <a:gd name="connsiteY280" fmla="*/ 303277 h 506554"/>
                <a:gd name="connsiteX281" fmla="*/ 557375 w 577046"/>
                <a:gd name="connsiteY281" fmla="*/ 303277 h 506554"/>
                <a:gd name="connsiteX282" fmla="*/ 577047 w 577046"/>
                <a:gd name="connsiteY282" fmla="*/ 303277 h 506554"/>
                <a:gd name="connsiteX283" fmla="*/ 573768 w 577046"/>
                <a:gd name="connsiteY283" fmla="*/ 306556 h 506554"/>
                <a:gd name="connsiteX284" fmla="*/ 568850 w 577046"/>
                <a:gd name="connsiteY284" fmla="*/ 311474 h 506554"/>
                <a:gd name="connsiteX285" fmla="*/ 568850 w 577046"/>
                <a:gd name="connsiteY285" fmla="*/ 311474 h 506554"/>
                <a:gd name="connsiteX286" fmla="*/ 565571 w 577046"/>
                <a:gd name="connsiteY286" fmla="*/ 316392 h 506554"/>
                <a:gd name="connsiteX287" fmla="*/ 560653 w 577046"/>
                <a:gd name="connsiteY287" fmla="*/ 319671 h 506554"/>
                <a:gd name="connsiteX288" fmla="*/ 557375 w 577046"/>
                <a:gd name="connsiteY288" fmla="*/ 322950 h 506554"/>
                <a:gd name="connsiteX289" fmla="*/ 554096 w 577046"/>
                <a:gd name="connsiteY289" fmla="*/ 327867 h 506554"/>
                <a:gd name="connsiteX290" fmla="*/ 550817 w 577046"/>
                <a:gd name="connsiteY290" fmla="*/ 332786 h 506554"/>
                <a:gd name="connsiteX291" fmla="*/ 547538 w 577046"/>
                <a:gd name="connsiteY291" fmla="*/ 336064 h 506554"/>
                <a:gd name="connsiteX292" fmla="*/ 542621 w 577046"/>
                <a:gd name="connsiteY292" fmla="*/ 340982 h 506554"/>
                <a:gd name="connsiteX293" fmla="*/ 539342 w 577046"/>
                <a:gd name="connsiteY293" fmla="*/ 344261 h 506554"/>
                <a:gd name="connsiteX294" fmla="*/ 536063 w 577046"/>
                <a:gd name="connsiteY294" fmla="*/ 349179 h 506554"/>
                <a:gd name="connsiteX295" fmla="*/ 532784 w 577046"/>
                <a:gd name="connsiteY295" fmla="*/ 352457 h 506554"/>
                <a:gd name="connsiteX296" fmla="*/ 527867 w 577046"/>
                <a:gd name="connsiteY296" fmla="*/ 357376 h 506554"/>
                <a:gd name="connsiteX297" fmla="*/ 524588 w 577046"/>
                <a:gd name="connsiteY297" fmla="*/ 362294 h 506554"/>
                <a:gd name="connsiteX298" fmla="*/ 521309 w 577046"/>
                <a:gd name="connsiteY298" fmla="*/ 365572 h 506554"/>
                <a:gd name="connsiteX299" fmla="*/ 518031 w 577046"/>
                <a:gd name="connsiteY299" fmla="*/ 370490 h 506554"/>
                <a:gd name="connsiteX300" fmla="*/ 514752 w 577046"/>
                <a:gd name="connsiteY300" fmla="*/ 373769 h 506554"/>
                <a:gd name="connsiteX301" fmla="*/ 511473 w 577046"/>
                <a:gd name="connsiteY301" fmla="*/ 378687 h 506554"/>
                <a:gd name="connsiteX302" fmla="*/ 506555 w 577046"/>
                <a:gd name="connsiteY302" fmla="*/ 383605 h 506554"/>
                <a:gd name="connsiteX303" fmla="*/ 506555 w 577046"/>
                <a:gd name="connsiteY303" fmla="*/ 383605 h 506554"/>
                <a:gd name="connsiteX304" fmla="*/ 504916 w 577046"/>
                <a:gd name="connsiteY304" fmla="*/ 385244 h 506554"/>
                <a:gd name="connsiteX305" fmla="*/ 501637 w 577046"/>
                <a:gd name="connsiteY305" fmla="*/ 390162 h 506554"/>
                <a:gd name="connsiteX306" fmla="*/ 498358 w 577046"/>
                <a:gd name="connsiteY306" fmla="*/ 393441 h 506554"/>
                <a:gd name="connsiteX307" fmla="*/ 495080 w 577046"/>
                <a:gd name="connsiteY307" fmla="*/ 396720 h 506554"/>
                <a:gd name="connsiteX308" fmla="*/ 491801 w 577046"/>
                <a:gd name="connsiteY308" fmla="*/ 401637 h 506554"/>
                <a:gd name="connsiteX309" fmla="*/ 488522 w 577046"/>
                <a:gd name="connsiteY309" fmla="*/ 406556 h 506554"/>
                <a:gd name="connsiteX310" fmla="*/ 485244 w 577046"/>
                <a:gd name="connsiteY310" fmla="*/ 409834 h 506554"/>
                <a:gd name="connsiteX311" fmla="*/ 481965 w 577046"/>
                <a:gd name="connsiteY311" fmla="*/ 414752 h 506554"/>
                <a:gd name="connsiteX312" fmla="*/ 481965 w 577046"/>
                <a:gd name="connsiteY312" fmla="*/ 414752 h 506554"/>
                <a:gd name="connsiteX313" fmla="*/ 478687 w 577046"/>
                <a:gd name="connsiteY313" fmla="*/ 419670 h 506554"/>
                <a:gd name="connsiteX314" fmla="*/ 475408 w 577046"/>
                <a:gd name="connsiteY314" fmla="*/ 422949 h 506554"/>
                <a:gd name="connsiteX315" fmla="*/ 472129 w 577046"/>
                <a:gd name="connsiteY315" fmla="*/ 427867 h 506554"/>
                <a:gd name="connsiteX316" fmla="*/ 468850 w 577046"/>
                <a:gd name="connsiteY316" fmla="*/ 431146 h 506554"/>
                <a:gd name="connsiteX317" fmla="*/ 468850 w 577046"/>
                <a:gd name="connsiteY317" fmla="*/ 431146 h 506554"/>
                <a:gd name="connsiteX318" fmla="*/ 465572 w 577046"/>
                <a:gd name="connsiteY318" fmla="*/ 436064 h 506554"/>
                <a:gd name="connsiteX319" fmla="*/ 463932 w 577046"/>
                <a:gd name="connsiteY319" fmla="*/ 437703 h 506554"/>
                <a:gd name="connsiteX320" fmla="*/ 463932 w 577046"/>
                <a:gd name="connsiteY320" fmla="*/ 437703 h 506554"/>
                <a:gd name="connsiteX321" fmla="*/ 462293 w 577046"/>
                <a:gd name="connsiteY321" fmla="*/ 439343 h 506554"/>
                <a:gd name="connsiteX322" fmla="*/ 457375 w 577046"/>
                <a:gd name="connsiteY322" fmla="*/ 439343 h 506554"/>
                <a:gd name="connsiteX323" fmla="*/ 454096 w 577046"/>
                <a:gd name="connsiteY323" fmla="*/ 439343 h 506554"/>
                <a:gd name="connsiteX324" fmla="*/ 449178 w 577046"/>
                <a:gd name="connsiteY324" fmla="*/ 439343 h 506554"/>
                <a:gd name="connsiteX325" fmla="*/ 445900 w 577046"/>
                <a:gd name="connsiteY325" fmla="*/ 439343 h 506554"/>
                <a:gd name="connsiteX326" fmla="*/ 440981 w 577046"/>
                <a:gd name="connsiteY326" fmla="*/ 439343 h 506554"/>
                <a:gd name="connsiteX327" fmla="*/ 440981 w 577046"/>
                <a:gd name="connsiteY327" fmla="*/ 439343 h 506554"/>
                <a:gd name="connsiteX328" fmla="*/ 437703 w 577046"/>
                <a:gd name="connsiteY328" fmla="*/ 437703 h 506554"/>
                <a:gd name="connsiteX329" fmla="*/ 432785 w 577046"/>
                <a:gd name="connsiteY329" fmla="*/ 437703 h 506554"/>
                <a:gd name="connsiteX330" fmla="*/ 429506 w 577046"/>
                <a:gd name="connsiteY330" fmla="*/ 437703 h 506554"/>
                <a:gd name="connsiteX331" fmla="*/ 424588 w 577046"/>
                <a:gd name="connsiteY331" fmla="*/ 437703 h 506554"/>
                <a:gd name="connsiteX332" fmla="*/ 421310 w 577046"/>
                <a:gd name="connsiteY332" fmla="*/ 439343 h 506554"/>
                <a:gd name="connsiteX333" fmla="*/ 418031 w 577046"/>
                <a:gd name="connsiteY333" fmla="*/ 439343 h 506554"/>
                <a:gd name="connsiteX334" fmla="*/ 413113 w 577046"/>
                <a:gd name="connsiteY334" fmla="*/ 440981 h 506554"/>
                <a:gd name="connsiteX335" fmla="*/ 409834 w 577046"/>
                <a:gd name="connsiteY335" fmla="*/ 442621 h 506554"/>
                <a:gd name="connsiteX336" fmla="*/ 406555 w 577046"/>
                <a:gd name="connsiteY336" fmla="*/ 444260 h 506554"/>
                <a:gd name="connsiteX337" fmla="*/ 403277 w 577046"/>
                <a:gd name="connsiteY337" fmla="*/ 445900 h 506554"/>
                <a:gd name="connsiteX338" fmla="*/ 398359 w 577046"/>
                <a:gd name="connsiteY338" fmla="*/ 447539 h 506554"/>
                <a:gd name="connsiteX339" fmla="*/ 395080 w 577046"/>
                <a:gd name="connsiteY339" fmla="*/ 449178 h 506554"/>
                <a:gd name="connsiteX340" fmla="*/ 391801 w 577046"/>
                <a:gd name="connsiteY340" fmla="*/ 452457 h 506554"/>
                <a:gd name="connsiteX341" fmla="*/ 388523 w 577046"/>
                <a:gd name="connsiteY341" fmla="*/ 455736 h 506554"/>
                <a:gd name="connsiteX342" fmla="*/ 385244 w 577046"/>
                <a:gd name="connsiteY342" fmla="*/ 459014 h 506554"/>
                <a:gd name="connsiteX343" fmla="*/ 383605 w 577046"/>
                <a:gd name="connsiteY343" fmla="*/ 463933 h 506554"/>
                <a:gd name="connsiteX344" fmla="*/ 380326 w 577046"/>
                <a:gd name="connsiteY344" fmla="*/ 467211 h 506554"/>
                <a:gd name="connsiteX345" fmla="*/ 377047 w 577046"/>
                <a:gd name="connsiteY345" fmla="*/ 467211 h 506554"/>
                <a:gd name="connsiteX346" fmla="*/ 377047 w 577046"/>
                <a:gd name="connsiteY346" fmla="*/ 467211 h 506554"/>
                <a:gd name="connsiteX347" fmla="*/ 373769 w 577046"/>
                <a:gd name="connsiteY347" fmla="*/ 468850 h 506554"/>
                <a:gd name="connsiteX348" fmla="*/ 370490 w 577046"/>
                <a:gd name="connsiteY348" fmla="*/ 468850 h 506554"/>
                <a:gd name="connsiteX349" fmla="*/ 367211 w 577046"/>
                <a:gd name="connsiteY349" fmla="*/ 470490 h 506554"/>
                <a:gd name="connsiteX350" fmla="*/ 363933 w 577046"/>
                <a:gd name="connsiteY350" fmla="*/ 470490 h 506554"/>
                <a:gd name="connsiteX351" fmla="*/ 359015 w 577046"/>
                <a:gd name="connsiteY351" fmla="*/ 470490 h 506554"/>
                <a:gd name="connsiteX352" fmla="*/ 355736 w 577046"/>
                <a:gd name="connsiteY352" fmla="*/ 470490 h 506554"/>
                <a:gd name="connsiteX353" fmla="*/ 350818 w 577046"/>
                <a:gd name="connsiteY353" fmla="*/ 472129 h 506554"/>
                <a:gd name="connsiteX354" fmla="*/ 350818 w 577046"/>
                <a:gd name="connsiteY354" fmla="*/ 473768 h 506554"/>
                <a:gd name="connsiteX355" fmla="*/ 345900 w 577046"/>
                <a:gd name="connsiteY355" fmla="*/ 477047 h 506554"/>
                <a:gd name="connsiteX356" fmla="*/ 344261 w 577046"/>
                <a:gd name="connsiteY356" fmla="*/ 480326 h 506554"/>
                <a:gd name="connsiteX357" fmla="*/ 340982 w 577046"/>
                <a:gd name="connsiteY357" fmla="*/ 481965 h 506554"/>
                <a:gd name="connsiteX358" fmla="*/ 337703 w 577046"/>
                <a:gd name="connsiteY358" fmla="*/ 480326 h 506554"/>
                <a:gd name="connsiteX359" fmla="*/ 334425 w 577046"/>
                <a:gd name="connsiteY359" fmla="*/ 480326 h 506554"/>
                <a:gd name="connsiteX360" fmla="*/ 331146 w 577046"/>
                <a:gd name="connsiteY360" fmla="*/ 481965 h 506554"/>
                <a:gd name="connsiteX361" fmla="*/ 326228 w 577046"/>
                <a:gd name="connsiteY361" fmla="*/ 481965 h 506554"/>
                <a:gd name="connsiteX362" fmla="*/ 322950 w 577046"/>
                <a:gd name="connsiteY362" fmla="*/ 481965 h 506554"/>
                <a:gd name="connsiteX363" fmla="*/ 319671 w 577046"/>
                <a:gd name="connsiteY363" fmla="*/ 481965 h 506554"/>
                <a:gd name="connsiteX364" fmla="*/ 316392 w 577046"/>
                <a:gd name="connsiteY364" fmla="*/ 481965 h 506554"/>
                <a:gd name="connsiteX365" fmla="*/ 313113 w 577046"/>
                <a:gd name="connsiteY365" fmla="*/ 478687 h 506554"/>
                <a:gd name="connsiteX366" fmla="*/ 309835 w 577046"/>
                <a:gd name="connsiteY366" fmla="*/ 473768 h 506554"/>
                <a:gd name="connsiteX367" fmla="*/ 304917 w 577046"/>
                <a:gd name="connsiteY367" fmla="*/ 470490 h 506554"/>
                <a:gd name="connsiteX368" fmla="*/ 301638 w 577046"/>
                <a:gd name="connsiteY368" fmla="*/ 467211 h 506554"/>
                <a:gd name="connsiteX369" fmla="*/ 296720 w 577046"/>
                <a:gd name="connsiteY369" fmla="*/ 470490 h 506554"/>
                <a:gd name="connsiteX370" fmla="*/ 291802 w 577046"/>
                <a:gd name="connsiteY370" fmla="*/ 472129 h 506554"/>
                <a:gd name="connsiteX371" fmla="*/ 286884 w 577046"/>
                <a:gd name="connsiteY371" fmla="*/ 475408 h 506554"/>
                <a:gd name="connsiteX372" fmla="*/ 283605 w 577046"/>
                <a:gd name="connsiteY372" fmla="*/ 477047 h 506554"/>
                <a:gd name="connsiteX373" fmla="*/ 278687 w 577046"/>
                <a:gd name="connsiteY373" fmla="*/ 478687 h 506554"/>
                <a:gd name="connsiteX374" fmla="*/ 272130 w 577046"/>
                <a:gd name="connsiteY374" fmla="*/ 483604 h 506554"/>
                <a:gd name="connsiteX375" fmla="*/ 272130 w 577046"/>
                <a:gd name="connsiteY375" fmla="*/ 483604 h 506554"/>
                <a:gd name="connsiteX376" fmla="*/ 267212 w 577046"/>
                <a:gd name="connsiteY376" fmla="*/ 485244 h 506554"/>
                <a:gd name="connsiteX377" fmla="*/ 263933 w 577046"/>
                <a:gd name="connsiteY377" fmla="*/ 493440 h 506554"/>
                <a:gd name="connsiteX378" fmla="*/ 255737 w 577046"/>
                <a:gd name="connsiteY378" fmla="*/ 501637 h 506554"/>
                <a:gd name="connsiteX379" fmla="*/ 254097 w 577046"/>
                <a:gd name="connsiteY379" fmla="*/ 506555 h 506554"/>
                <a:gd name="connsiteX380" fmla="*/ 250818 w 577046"/>
                <a:gd name="connsiteY380" fmla="*/ 503277 h 506554"/>
                <a:gd name="connsiteX381" fmla="*/ 245901 w 577046"/>
                <a:gd name="connsiteY381" fmla="*/ 503277 h 506554"/>
                <a:gd name="connsiteX382" fmla="*/ 244261 w 577046"/>
                <a:gd name="connsiteY382" fmla="*/ 503277 h 506554"/>
                <a:gd name="connsiteX383" fmla="*/ 240983 w 577046"/>
                <a:gd name="connsiteY383" fmla="*/ 503277 h 506554"/>
                <a:gd name="connsiteX384" fmla="*/ 236064 w 577046"/>
                <a:gd name="connsiteY384" fmla="*/ 499998 h 506554"/>
                <a:gd name="connsiteX385" fmla="*/ 236064 w 577046"/>
                <a:gd name="connsiteY385" fmla="*/ 501637 h 506554"/>
                <a:gd name="connsiteX386" fmla="*/ 231147 w 577046"/>
                <a:gd name="connsiteY386" fmla="*/ 501637 h 506554"/>
                <a:gd name="connsiteX387" fmla="*/ 226228 w 577046"/>
                <a:gd name="connsiteY387" fmla="*/ 499998 h 506554"/>
                <a:gd name="connsiteX388" fmla="*/ 221310 w 577046"/>
                <a:gd name="connsiteY388" fmla="*/ 496719 h 506554"/>
                <a:gd name="connsiteX389" fmla="*/ 216393 w 577046"/>
                <a:gd name="connsiteY389" fmla="*/ 496719 h 506554"/>
                <a:gd name="connsiteX390" fmla="*/ 211474 w 577046"/>
                <a:gd name="connsiteY390" fmla="*/ 498358 h 506554"/>
                <a:gd name="connsiteX391" fmla="*/ 206557 w 577046"/>
                <a:gd name="connsiteY391" fmla="*/ 496719 h 506554"/>
                <a:gd name="connsiteX392" fmla="*/ 201638 w 577046"/>
                <a:gd name="connsiteY392" fmla="*/ 496719 h 506554"/>
                <a:gd name="connsiteX393" fmla="*/ 196720 w 577046"/>
                <a:gd name="connsiteY393" fmla="*/ 495080 h 506554"/>
                <a:gd name="connsiteX394" fmla="*/ 195081 w 577046"/>
                <a:gd name="connsiteY394" fmla="*/ 491801 h 506554"/>
                <a:gd name="connsiteX395" fmla="*/ 183606 w 577046"/>
                <a:gd name="connsiteY395" fmla="*/ 483604 h 506554"/>
                <a:gd name="connsiteX396" fmla="*/ 178688 w 577046"/>
                <a:gd name="connsiteY396" fmla="*/ 480326 h 506554"/>
                <a:gd name="connsiteX397" fmla="*/ 167213 w 577046"/>
                <a:gd name="connsiteY397" fmla="*/ 470490 h 506554"/>
                <a:gd name="connsiteX398" fmla="*/ 160655 w 577046"/>
                <a:gd name="connsiteY398" fmla="*/ 467211 h 506554"/>
                <a:gd name="connsiteX399" fmla="*/ 157376 w 577046"/>
                <a:gd name="connsiteY399" fmla="*/ 463933 h 506554"/>
                <a:gd name="connsiteX400" fmla="*/ 150819 w 577046"/>
                <a:gd name="connsiteY400" fmla="*/ 460654 h 506554"/>
                <a:gd name="connsiteX401" fmla="*/ 144261 w 577046"/>
                <a:gd name="connsiteY401" fmla="*/ 460654 h 506554"/>
                <a:gd name="connsiteX402" fmla="*/ 136065 w 577046"/>
                <a:gd name="connsiteY402" fmla="*/ 460654 h 506554"/>
                <a:gd name="connsiteX403" fmla="*/ 127868 w 577046"/>
                <a:gd name="connsiteY403" fmla="*/ 460654 h 506554"/>
                <a:gd name="connsiteX404" fmla="*/ 127868 w 577046"/>
                <a:gd name="connsiteY404" fmla="*/ 460654 h 506554"/>
                <a:gd name="connsiteX405" fmla="*/ 126229 w 577046"/>
                <a:gd name="connsiteY405" fmla="*/ 460654 h 506554"/>
                <a:gd name="connsiteX406" fmla="*/ 119671 w 577046"/>
                <a:gd name="connsiteY406" fmla="*/ 460654 h 506554"/>
                <a:gd name="connsiteX407" fmla="*/ 114754 w 577046"/>
                <a:gd name="connsiteY407" fmla="*/ 457375 h 506554"/>
                <a:gd name="connsiteX408" fmla="*/ 114754 w 577046"/>
                <a:gd name="connsiteY408" fmla="*/ 454096 h 506554"/>
                <a:gd name="connsiteX409" fmla="*/ 114754 w 577046"/>
                <a:gd name="connsiteY409" fmla="*/ 452457 h 506554"/>
                <a:gd name="connsiteX410" fmla="*/ 111475 w 577046"/>
                <a:gd name="connsiteY410" fmla="*/ 449178 h 506554"/>
                <a:gd name="connsiteX411" fmla="*/ 108196 w 577046"/>
                <a:gd name="connsiteY411" fmla="*/ 444260 h 506554"/>
                <a:gd name="connsiteX412" fmla="*/ 108196 w 577046"/>
                <a:gd name="connsiteY412" fmla="*/ 440981 h 506554"/>
                <a:gd name="connsiteX413" fmla="*/ 108196 w 577046"/>
                <a:gd name="connsiteY413" fmla="*/ 437703 h 506554"/>
                <a:gd name="connsiteX414" fmla="*/ 108196 w 577046"/>
                <a:gd name="connsiteY414" fmla="*/ 436064 h 506554"/>
                <a:gd name="connsiteX415" fmla="*/ 108196 w 577046"/>
                <a:gd name="connsiteY415" fmla="*/ 432785 h 506554"/>
                <a:gd name="connsiteX416" fmla="*/ 109836 w 577046"/>
                <a:gd name="connsiteY416" fmla="*/ 427867 h 506554"/>
                <a:gd name="connsiteX417" fmla="*/ 109836 w 577046"/>
                <a:gd name="connsiteY417" fmla="*/ 424588 h 506554"/>
                <a:gd name="connsiteX418" fmla="*/ 109836 w 577046"/>
                <a:gd name="connsiteY418" fmla="*/ 421310 h 506554"/>
                <a:gd name="connsiteX419" fmla="*/ 106557 w 577046"/>
                <a:gd name="connsiteY419" fmla="*/ 419670 h 506554"/>
                <a:gd name="connsiteX420" fmla="*/ 103278 w 577046"/>
                <a:gd name="connsiteY420" fmla="*/ 419670 h 506554"/>
                <a:gd name="connsiteX421" fmla="*/ 98360 w 577046"/>
                <a:gd name="connsiteY421" fmla="*/ 418031 h 506554"/>
                <a:gd name="connsiteX422" fmla="*/ 95081 w 577046"/>
                <a:gd name="connsiteY422" fmla="*/ 418031 h 506554"/>
                <a:gd name="connsiteX423" fmla="*/ 91803 w 577046"/>
                <a:gd name="connsiteY423" fmla="*/ 419670 h 506554"/>
                <a:gd name="connsiteX424" fmla="*/ 88524 w 577046"/>
                <a:gd name="connsiteY424" fmla="*/ 416391 h 506554"/>
                <a:gd name="connsiteX425" fmla="*/ 88524 w 577046"/>
                <a:gd name="connsiteY425" fmla="*/ 413113 h 506554"/>
                <a:gd name="connsiteX426" fmla="*/ 85246 w 577046"/>
                <a:gd name="connsiteY426" fmla="*/ 409834 h 506554"/>
                <a:gd name="connsiteX427" fmla="*/ 81967 w 577046"/>
                <a:gd name="connsiteY427" fmla="*/ 404916 h 506554"/>
                <a:gd name="connsiteX428" fmla="*/ 80327 w 577046"/>
                <a:gd name="connsiteY428" fmla="*/ 401637 h 506554"/>
                <a:gd name="connsiteX429" fmla="*/ 78688 w 577046"/>
                <a:gd name="connsiteY429" fmla="*/ 398359 h 506554"/>
                <a:gd name="connsiteX430" fmla="*/ 77049 w 577046"/>
                <a:gd name="connsiteY430" fmla="*/ 393441 h 506554"/>
                <a:gd name="connsiteX431" fmla="*/ 77049 w 577046"/>
                <a:gd name="connsiteY431" fmla="*/ 391801 h 506554"/>
                <a:gd name="connsiteX432" fmla="*/ 77049 w 577046"/>
                <a:gd name="connsiteY432" fmla="*/ 386884 h 506554"/>
                <a:gd name="connsiteX433" fmla="*/ 73770 w 577046"/>
                <a:gd name="connsiteY433" fmla="*/ 383605 h 506554"/>
                <a:gd name="connsiteX434" fmla="*/ 72131 w 577046"/>
                <a:gd name="connsiteY434" fmla="*/ 380326 h 506554"/>
                <a:gd name="connsiteX435" fmla="*/ 72131 w 577046"/>
                <a:gd name="connsiteY435" fmla="*/ 375408 h 506554"/>
                <a:gd name="connsiteX436" fmla="*/ 70491 w 577046"/>
                <a:gd name="connsiteY436" fmla="*/ 372130 h 506554"/>
                <a:gd name="connsiteX437" fmla="*/ 68852 w 577046"/>
                <a:gd name="connsiteY437" fmla="*/ 368851 h 506554"/>
                <a:gd name="connsiteX438" fmla="*/ 67213 w 577046"/>
                <a:gd name="connsiteY438" fmla="*/ 363933 h 506554"/>
                <a:gd name="connsiteX439" fmla="*/ 65573 w 577046"/>
                <a:gd name="connsiteY439" fmla="*/ 360654 h 506554"/>
                <a:gd name="connsiteX440" fmla="*/ 60656 w 577046"/>
                <a:gd name="connsiteY440" fmla="*/ 359015 h 506554"/>
                <a:gd name="connsiteX441" fmla="*/ 59016 w 577046"/>
                <a:gd name="connsiteY441" fmla="*/ 355736 h 506554"/>
                <a:gd name="connsiteX442" fmla="*/ 57377 w 577046"/>
                <a:gd name="connsiteY442" fmla="*/ 352457 h 506554"/>
                <a:gd name="connsiteX443" fmla="*/ 54098 w 577046"/>
                <a:gd name="connsiteY443" fmla="*/ 350818 h 506554"/>
                <a:gd name="connsiteX444" fmla="*/ 50820 w 577046"/>
                <a:gd name="connsiteY444" fmla="*/ 349179 h 506554"/>
                <a:gd name="connsiteX445" fmla="*/ 47541 w 577046"/>
                <a:gd name="connsiteY445" fmla="*/ 345900 h 506554"/>
                <a:gd name="connsiteX446" fmla="*/ 45901 w 577046"/>
                <a:gd name="connsiteY446" fmla="*/ 342621 h 506554"/>
                <a:gd name="connsiteX447" fmla="*/ 42623 w 577046"/>
                <a:gd name="connsiteY447" fmla="*/ 339343 h 506554"/>
                <a:gd name="connsiteX448" fmla="*/ 39344 w 577046"/>
                <a:gd name="connsiteY448" fmla="*/ 334425 h 506554"/>
                <a:gd name="connsiteX449" fmla="*/ 39344 w 577046"/>
                <a:gd name="connsiteY449" fmla="*/ 331146 h 506554"/>
                <a:gd name="connsiteX450" fmla="*/ 37705 w 577046"/>
                <a:gd name="connsiteY450" fmla="*/ 327867 h 506554"/>
                <a:gd name="connsiteX451" fmla="*/ 32787 w 577046"/>
                <a:gd name="connsiteY451" fmla="*/ 322950 h 506554"/>
                <a:gd name="connsiteX452" fmla="*/ 29508 w 577046"/>
                <a:gd name="connsiteY452" fmla="*/ 321310 h 506554"/>
                <a:gd name="connsiteX453" fmla="*/ 26229 w 577046"/>
                <a:gd name="connsiteY453" fmla="*/ 318031 h 506554"/>
                <a:gd name="connsiteX454" fmla="*/ 22951 w 577046"/>
                <a:gd name="connsiteY454" fmla="*/ 318031 h 506554"/>
                <a:gd name="connsiteX455" fmla="*/ 18033 w 577046"/>
                <a:gd name="connsiteY455" fmla="*/ 316392 h 506554"/>
                <a:gd name="connsiteX456" fmla="*/ 14754 w 577046"/>
                <a:gd name="connsiteY456" fmla="*/ 314753 h 506554"/>
                <a:gd name="connsiteX457" fmla="*/ 11476 w 577046"/>
                <a:gd name="connsiteY457" fmla="*/ 314753 h 506554"/>
                <a:gd name="connsiteX458" fmla="*/ 6557 w 577046"/>
                <a:gd name="connsiteY458" fmla="*/ 313113 h 506554"/>
                <a:gd name="connsiteX459" fmla="*/ 3279 w 577046"/>
                <a:gd name="connsiteY459" fmla="*/ 313113 h 506554"/>
                <a:gd name="connsiteX460" fmla="*/ 0 w 577046"/>
                <a:gd name="connsiteY460" fmla="*/ 309835 h 506554"/>
                <a:gd name="connsiteX461" fmla="*/ 0 w 577046"/>
                <a:gd name="connsiteY461" fmla="*/ 308196 h 506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</a:cxnLst>
              <a:rect l="l" t="t" r="r" b="b"/>
              <a:pathLst>
                <a:path w="577046" h="506554">
                  <a:moveTo>
                    <a:pt x="0" y="308196"/>
                  </a:moveTo>
                  <a:lnTo>
                    <a:pt x="0" y="304917"/>
                  </a:lnTo>
                  <a:lnTo>
                    <a:pt x="1639" y="303277"/>
                  </a:lnTo>
                  <a:lnTo>
                    <a:pt x="3279" y="299999"/>
                  </a:lnTo>
                  <a:lnTo>
                    <a:pt x="6557" y="296720"/>
                  </a:lnTo>
                  <a:lnTo>
                    <a:pt x="6557" y="293441"/>
                  </a:lnTo>
                  <a:lnTo>
                    <a:pt x="6557" y="290163"/>
                  </a:lnTo>
                  <a:lnTo>
                    <a:pt x="6557" y="285244"/>
                  </a:lnTo>
                  <a:lnTo>
                    <a:pt x="6557" y="283606"/>
                  </a:lnTo>
                  <a:lnTo>
                    <a:pt x="11476" y="283606"/>
                  </a:lnTo>
                  <a:lnTo>
                    <a:pt x="14754" y="283606"/>
                  </a:lnTo>
                  <a:lnTo>
                    <a:pt x="18033" y="283606"/>
                  </a:lnTo>
                  <a:lnTo>
                    <a:pt x="21311" y="283606"/>
                  </a:lnTo>
                  <a:lnTo>
                    <a:pt x="26229" y="285244"/>
                  </a:lnTo>
                  <a:lnTo>
                    <a:pt x="29508" y="286884"/>
                  </a:lnTo>
                  <a:lnTo>
                    <a:pt x="29508" y="286884"/>
                  </a:lnTo>
                  <a:lnTo>
                    <a:pt x="34426" y="283606"/>
                  </a:lnTo>
                  <a:lnTo>
                    <a:pt x="37705" y="283606"/>
                  </a:lnTo>
                  <a:lnTo>
                    <a:pt x="40983" y="280327"/>
                  </a:lnTo>
                  <a:lnTo>
                    <a:pt x="42623" y="277048"/>
                  </a:lnTo>
                  <a:lnTo>
                    <a:pt x="42623" y="273769"/>
                  </a:lnTo>
                  <a:lnTo>
                    <a:pt x="42623" y="270491"/>
                  </a:lnTo>
                  <a:lnTo>
                    <a:pt x="42623" y="265573"/>
                  </a:lnTo>
                  <a:lnTo>
                    <a:pt x="42623" y="262294"/>
                  </a:lnTo>
                  <a:lnTo>
                    <a:pt x="42623" y="259016"/>
                  </a:lnTo>
                  <a:lnTo>
                    <a:pt x="42623" y="254097"/>
                  </a:lnTo>
                  <a:lnTo>
                    <a:pt x="42623" y="250819"/>
                  </a:lnTo>
                  <a:lnTo>
                    <a:pt x="40983" y="247540"/>
                  </a:lnTo>
                  <a:lnTo>
                    <a:pt x="40983" y="242622"/>
                  </a:lnTo>
                  <a:lnTo>
                    <a:pt x="40983" y="239343"/>
                  </a:lnTo>
                  <a:lnTo>
                    <a:pt x="40983" y="236064"/>
                  </a:lnTo>
                  <a:lnTo>
                    <a:pt x="40983" y="231147"/>
                  </a:lnTo>
                  <a:lnTo>
                    <a:pt x="42623" y="227868"/>
                  </a:lnTo>
                  <a:lnTo>
                    <a:pt x="42623" y="224589"/>
                  </a:lnTo>
                  <a:lnTo>
                    <a:pt x="44262" y="219671"/>
                  </a:lnTo>
                  <a:lnTo>
                    <a:pt x="45901" y="216393"/>
                  </a:lnTo>
                  <a:lnTo>
                    <a:pt x="45901" y="214753"/>
                  </a:lnTo>
                  <a:lnTo>
                    <a:pt x="49180" y="211474"/>
                  </a:lnTo>
                  <a:lnTo>
                    <a:pt x="49180" y="206557"/>
                  </a:lnTo>
                  <a:lnTo>
                    <a:pt x="49180" y="203278"/>
                  </a:lnTo>
                  <a:lnTo>
                    <a:pt x="49180" y="199999"/>
                  </a:lnTo>
                  <a:lnTo>
                    <a:pt x="49180" y="195081"/>
                  </a:lnTo>
                  <a:lnTo>
                    <a:pt x="47541" y="191803"/>
                  </a:lnTo>
                  <a:lnTo>
                    <a:pt x="47541" y="190163"/>
                  </a:lnTo>
                  <a:lnTo>
                    <a:pt x="47541" y="190163"/>
                  </a:lnTo>
                  <a:lnTo>
                    <a:pt x="50820" y="186884"/>
                  </a:lnTo>
                  <a:lnTo>
                    <a:pt x="52459" y="181966"/>
                  </a:lnTo>
                  <a:lnTo>
                    <a:pt x="55737" y="178688"/>
                  </a:lnTo>
                  <a:lnTo>
                    <a:pt x="59016" y="175409"/>
                  </a:lnTo>
                  <a:lnTo>
                    <a:pt x="62295" y="178688"/>
                  </a:lnTo>
                  <a:lnTo>
                    <a:pt x="65573" y="183606"/>
                  </a:lnTo>
                  <a:lnTo>
                    <a:pt x="65573" y="185245"/>
                  </a:lnTo>
                  <a:lnTo>
                    <a:pt x="70491" y="181966"/>
                  </a:lnTo>
                  <a:lnTo>
                    <a:pt x="73770" y="177049"/>
                  </a:lnTo>
                  <a:lnTo>
                    <a:pt x="72131" y="173770"/>
                  </a:lnTo>
                  <a:lnTo>
                    <a:pt x="73770" y="168852"/>
                  </a:lnTo>
                  <a:lnTo>
                    <a:pt x="73770" y="165573"/>
                  </a:lnTo>
                  <a:lnTo>
                    <a:pt x="73770" y="163934"/>
                  </a:lnTo>
                  <a:lnTo>
                    <a:pt x="73770" y="162294"/>
                  </a:lnTo>
                  <a:lnTo>
                    <a:pt x="73770" y="160655"/>
                  </a:lnTo>
                  <a:lnTo>
                    <a:pt x="72131" y="159016"/>
                  </a:lnTo>
                  <a:lnTo>
                    <a:pt x="73770" y="155737"/>
                  </a:lnTo>
                  <a:lnTo>
                    <a:pt x="75410" y="152458"/>
                  </a:lnTo>
                  <a:lnTo>
                    <a:pt x="77049" y="149180"/>
                  </a:lnTo>
                  <a:lnTo>
                    <a:pt x="77049" y="144262"/>
                  </a:lnTo>
                  <a:lnTo>
                    <a:pt x="77049" y="140983"/>
                  </a:lnTo>
                  <a:lnTo>
                    <a:pt x="77049" y="137704"/>
                  </a:lnTo>
                  <a:lnTo>
                    <a:pt x="78688" y="132786"/>
                  </a:lnTo>
                  <a:lnTo>
                    <a:pt x="81967" y="131147"/>
                  </a:lnTo>
                  <a:lnTo>
                    <a:pt x="83606" y="129508"/>
                  </a:lnTo>
                  <a:lnTo>
                    <a:pt x="86885" y="126229"/>
                  </a:lnTo>
                  <a:lnTo>
                    <a:pt x="86885" y="122950"/>
                  </a:lnTo>
                  <a:lnTo>
                    <a:pt x="90164" y="118032"/>
                  </a:lnTo>
                  <a:lnTo>
                    <a:pt x="90164" y="114754"/>
                  </a:lnTo>
                  <a:lnTo>
                    <a:pt x="93442" y="111475"/>
                  </a:lnTo>
                  <a:lnTo>
                    <a:pt x="95081" y="106557"/>
                  </a:lnTo>
                  <a:lnTo>
                    <a:pt x="96721" y="103278"/>
                  </a:lnTo>
                  <a:lnTo>
                    <a:pt x="100000" y="100000"/>
                  </a:lnTo>
                  <a:lnTo>
                    <a:pt x="100000" y="96721"/>
                  </a:lnTo>
                  <a:lnTo>
                    <a:pt x="103278" y="96721"/>
                  </a:lnTo>
                  <a:lnTo>
                    <a:pt x="108196" y="96721"/>
                  </a:lnTo>
                  <a:lnTo>
                    <a:pt x="111475" y="95082"/>
                  </a:lnTo>
                  <a:lnTo>
                    <a:pt x="114754" y="96721"/>
                  </a:lnTo>
                  <a:lnTo>
                    <a:pt x="116393" y="95082"/>
                  </a:lnTo>
                  <a:lnTo>
                    <a:pt x="116393" y="91803"/>
                  </a:lnTo>
                  <a:lnTo>
                    <a:pt x="116393" y="88524"/>
                  </a:lnTo>
                  <a:lnTo>
                    <a:pt x="116393" y="85246"/>
                  </a:lnTo>
                  <a:lnTo>
                    <a:pt x="116393" y="80328"/>
                  </a:lnTo>
                  <a:lnTo>
                    <a:pt x="118032" y="77049"/>
                  </a:lnTo>
                  <a:lnTo>
                    <a:pt x="118032" y="72131"/>
                  </a:lnTo>
                  <a:lnTo>
                    <a:pt x="119671" y="68852"/>
                  </a:lnTo>
                  <a:lnTo>
                    <a:pt x="121311" y="65573"/>
                  </a:lnTo>
                  <a:lnTo>
                    <a:pt x="122950" y="62295"/>
                  </a:lnTo>
                  <a:lnTo>
                    <a:pt x="126229" y="57377"/>
                  </a:lnTo>
                  <a:lnTo>
                    <a:pt x="126229" y="54098"/>
                  </a:lnTo>
                  <a:lnTo>
                    <a:pt x="126229" y="49180"/>
                  </a:lnTo>
                  <a:lnTo>
                    <a:pt x="127868" y="45901"/>
                  </a:lnTo>
                  <a:lnTo>
                    <a:pt x="127868" y="42623"/>
                  </a:lnTo>
                  <a:lnTo>
                    <a:pt x="127868" y="37705"/>
                  </a:lnTo>
                  <a:lnTo>
                    <a:pt x="127868" y="34426"/>
                  </a:lnTo>
                  <a:lnTo>
                    <a:pt x="129508" y="29508"/>
                  </a:lnTo>
                  <a:lnTo>
                    <a:pt x="129508" y="27869"/>
                  </a:lnTo>
                  <a:lnTo>
                    <a:pt x="129508" y="26229"/>
                  </a:lnTo>
                  <a:lnTo>
                    <a:pt x="134426" y="24590"/>
                  </a:lnTo>
                  <a:lnTo>
                    <a:pt x="137704" y="24590"/>
                  </a:lnTo>
                  <a:lnTo>
                    <a:pt x="140983" y="24590"/>
                  </a:lnTo>
                  <a:lnTo>
                    <a:pt x="144261" y="24590"/>
                  </a:lnTo>
                  <a:lnTo>
                    <a:pt x="149180" y="26229"/>
                  </a:lnTo>
                  <a:lnTo>
                    <a:pt x="150819" y="22951"/>
                  </a:lnTo>
                  <a:lnTo>
                    <a:pt x="154098" y="19672"/>
                  </a:lnTo>
                  <a:lnTo>
                    <a:pt x="157376" y="19672"/>
                  </a:lnTo>
                  <a:lnTo>
                    <a:pt x="160655" y="21311"/>
                  </a:lnTo>
                  <a:lnTo>
                    <a:pt x="162294" y="22951"/>
                  </a:lnTo>
                  <a:lnTo>
                    <a:pt x="163934" y="26229"/>
                  </a:lnTo>
                  <a:lnTo>
                    <a:pt x="167213" y="31148"/>
                  </a:lnTo>
                  <a:lnTo>
                    <a:pt x="168851" y="34426"/>
                  </a:lnTo>
                  <a:lnTo>
                    <a:pt x="170491" y="34426"/>
                  </a:lnTo>
                  <a:lnTo>
                    <a:pt x="170491" y="29508"/>
                  </a:lnTo>
                  <a:lnTo>
                    <a:pt x="172130" y="26229"/>
                  </a:lnTo>
                  <a:lnTo>
                    <a:pt x="173770" y="22951"/>
                  </a:lnTo>
                  <a:lnTo>
                    <a:pt x="175409" y="19672"/>
                  </a:lnTo>
                  <a:lnTo>
                    <a:pt x="175409" y="16393"/>
                  </a:lnTo>
                  <a:lnTo>
                    <a:pt x="177048" y="11476"/>
                  </a:lnTo>
                  <a:lnTo>
                    <a:pt x="177048" y="11476"/>
                  </a:lnTo>
                  <a:lnTo>
                    <a:pt x="178688" y="6557"/>
                  </a:lnTo>
                  <a:lnTo>
                    <a:pt x="180327" y="3279"/>
                  </a:lnTo>
                  <a:lnTo>
                    <a:pt x="181966" y="0"/>
                  </a:lnTo>
                  <a:lnTo>
                    <a:pt x="183606" y="3279"/>
                  </a:lnTo>
                  <a:lnTo>
                    <a:pt x="188524" y="8197"/>
                  </a:lnTo>
                  <a:lnTo>
                    <a:pt x="191803" y="8197"/>
                  </a:lnTo>
                  <a:lnTo>
                    <a:pt x="195081" y="8197"/>
                  </a:lnTo>
                  <a:lnTo>
                    <a:pt x="196720" y="13115"/>
                  </a:lnTo>
                  <a:lnTo>
                    <a:pt x="198360" y="16393"/>
                  </a:lnTo>
                  <a:lnTo>
                    <a:pt x="203278" y="19672"/>
                  </a:lnTo>
                  <a:lnTo>
                    <a:pt x="206557" y="19672"/>
                  </a:lnTo>
                  <a:lnTo>
                    <a:pt x="209835" y="19672"/>
                  </a:lnTo>
                  <a:lnTo>
                    <a:pt x="213114" y="18033"/>
                  </a:lnTo>
                  <a:lnTo>
                    <a:pt x="214753" y="18033"/>
                  </a:lnTo>
                  <a:lnTo>
                    <a:pt x="219671" y="16393"/>
                  </a:lnTo>
                  <a:lnTo>
                    <a:pt x="222950" y="14754"/>
                  </a:lnTo>
                  <a:lnTo>
                    <a:pt x="224589" y="11476"/>
                  </a:lnTo>
                  <a:lnTo>
                    <a:pt x="224589" y="9836"/>
                  </a:lnTo>
                  <a:lnTo>
                    <a:pt x="227868" y="11476"/>
                  </a:lnTo>
                  <a:lnTo>
                    <a:pt x="229507" y="13115"/>
                  </a:lnTo>
                  <a:lnTo>
                    <a:pt x="231147" y="13115"/>
                  </a:lnTo>
                  <a:lnTo>
                    <a:pt x="231147" y="18033"/>
                  </a:lnTo>
                  <a:lnTo>
                    <a:pt x="232786" y="19672"/>
                  </a:lnTo>
                  <a:lnTo>
                    <a:pt x="234425" y="18033"/>
                  </a:lnTo>
                  <a:lnTo>
                    <a:pt x="237704" y="18033"/>
                  </a:lnTo>
                  <a:lnTo>
                    <a:pt x="239343" y="16393"/>
                  </a:lnTo>
                  <a:lnTo>
                    <a:pt x="242622" y="14754"/>
                  </a:lnTo>
                  <a:lnTo>
                    <a:pt x="247540" y="16393"/>
                  </a:lnTo>
                  <a:lnTo>
                    <a:pt x="250818" y="16393"/>
                  </a:lnTo>
                  <a:lnTo>
                    <a:pt x="254097" y="16393"/>
                  </a:lnTo>
                  <a:lnTo>
                    <a:pt x="257376" y="19672"/>
                  </a:lnTo>
                  <a:lnTo>
                    <a:pt x="262294" y="18033"/>
                  </a:lnTo>
                  <a:lnTo>
                    <a:pt x="263933" y="18033"/>
                  </a:lnTo>
                  <a:lnTo>
                    <a:pt x="267212" y="18033"/>
                  </a:lnTo>
                  <a:lnTo>
                    <a:pt x="270491" y="19672"/>
                  </a:lnTo>
                  <a:lnTo>
                    <a:pt x="272130" y="19672"/>
                  </a:lnTo>
                  <a:lnTo>
                    <a:pt x="275408" y="22951"/>
                  </a:lnTo>
                  <a:lnTo>
                    <a:pt x="280327" y="26229"/>
                  </a:lnTo>
                  <a:lnTo>
                    <a:pt x="283605" y="29508"/>
                  </a:lnTo>
                  <a:lnTo>
                    <a:pt x="286884" y="29508"/>
                  </a:lnTo>
                  <a:lnTo>
                    <a:pt x="291802" y="31148"/>
                  </a:lnTo>
                  <a:lnTo>
                    <a:pt x="295081" y="34426"/>
                  </a:lnTo>
                  <a:lnTo>
                    <a:pt x="295081" y="34426"/>
                  </a:lnTo>
                  <a:lnTo>
                    <a:pt x="298360" y="37705"/>
                  </a:lnTo>
                  <a:lnTo>
                    <a:pt x="301638" y="40983"/>
                  </a:lnTo>
                  <a:lnTo>
                    <a:pt x="304917" y="45901"/>
                  </a:lnTo>
                  <a:lnTo>
                    <a:pt x="306556" y="49180"/>
                  </a:lnTo>
                  <a:lnTo>
                    <a:pt x="308195" y="52459"/>
                  </a:lnTo>
                  <a:lnTo>
                    <a:pt x="309835" y="57377"/>
                  </a:lnTo>
                  <a:lnTo>
                    <a:pt x="314753" y="59016"/>
                  </a:lnTo>
                  <a:lnTo>
                    <a:pt x="318031" y="62295"/>
                  </a:lnTo>
                  <a:lnTo>
                    <a:pt x="321310" y="65573"/>
                  </a:lnTo>
                  <a:lnTo>
                    <a:pt x="326228" y="67213"/>
                  </a:lnTo>
                  <a:lnTo>
                    <a:pt x="329507" y="70492"/>
                  </a:lnTo>
                  <a:lnTo>
                    <a:pt x="332785" y="75410"/>
                  </a:lnTo>
                  <a:lnTo>
                    <a:pt x="334425" y="78688"/>
                  </a:lnTo>
                  <a:lnTo>
                    <a:pt x="334425" y="78688"/>
                  </a:lnTo>
                  <a:lnTo>
                    <a:pt x="336064" y="81967"/>
                  </a:lnTo>
                  <a:lnTo>
                    <a:pt x="337703" y="86885"/>
                  </a:lnTo>
                  <a:lnTo>
                    <a:pt x="340982" y="90164"/>
                  </a:lnTo>
                  <a:lnTo>
                    <a:pt x="345900" y="91803"/>
                  </a:lnTo>
                  <a:lnTo>
                    <a:pt x="349179" y="95082"/>
                  </a:lnTo>
                  <a:lnTo>
                    <a:pt x="350818" y="100000"/>
                  </a:lnTo>
                  <a:lnTo>
                    <a:pt x="352457" y="101639"/>
                  </a:lnTo>
                  <a:lnTo>
                    <a:pt x="354097" y="103278"/>
                  </a:lnTo>
                  <a:lnTo>
                    <a:pt x="357375" y="106557"/>
                  </a:lnTo>
                  <a:lnTo>
                    <a:pt x="354097" y="109836"/>
                  </a:lnTo>
                  <a:lnTo>
                    <a:pt x="352457" y="114754"/>
                  </a:lnTo>
                  <a:lnTo>
                    <a:pt x="349179" y="118032"/>
                  </a:lnTo>
                  <a:lnTo>
                    <a:pt x="347540" y="121311"/>
                  </a:lnTo>
                  <a:lnTo>
                    <a:pt x="344261" y="126229"/>
                  </a:lnTo>
                  <a:lnTo>
                    <a:pt x="342621" y="129508"/>
                  </a:lnTo>
                  <a:lnTo>
                    <a:pt x="342621" y="131147"/>
                  </a:lnTo>
                  <a:lnTo>
                    <a:pt x="340982" y="134426"/>
                  </a:lnTo>
                  <a:lnTo>
                    <a:pt x="336064" y="137704"/>
                  </a:lnTo>
                  <a:lnTo>
                    <a:pt x="336064" y="139344"/>
                  </a:lnTo>
                  <a:lnTo>
                    <a:pt x="334425" y="142622"/>
                  </a:lnTo>
                  <a:lnTo>
                    <a:pt x="334425" y="147540"/>
                  </a:lnTo>
                  <a:lnTo>
                    <a:pt x="334425" y="150819"/>
                  </a:lnTo>
                  <a:lnTo>
                    <a:pt x="334425" y="155737"/>
                  </a:lnTo>
                  <a:lnTo>
                    <a:pt x="336064" y="159016"/>
                  </a:lnTo>
                  <a:lnTo>
                    <a:pt x="336064" y="162294"/>
                  </a:lnTo>
                  <a:lnTo>
                    <a:pt x="336064" y="167213"/>
                  </a:lnTo>
                  <a:lnTo>
                    <a:pt x="336064" y="170491"/>
                  </a:lnTo>
                  <a:lnTo>
                    <a:pt x="337703" y="172130"/>
                  </a:lnTo>
                  <a:lnTo>
                    <a:pt x="340982" y="173770"/>
                  </a:lnTo>
                  <a:lnTo>
                    <a:pt x="344261" y="173770"/>
                  </a:lnTo>
                  <a:lnTo>
                    <a:pt x="349179" y="170491"/>
                  </a:lnTo>
                  <a:lnTo>
                    <a:pt x="352457" y="172130"/>
                  </a:lnTo>
                  <a:lnTo>
                    <a:pt x="355736" y="170491"/>
                  </a:lnTo>
                  <a:lnTo>
                    <a:pt x="359015" y="170491"/>
                  </a:lnTo>
                  <a:lnTo>
                    <a:pt x="362294" y="168852"/>
                  </a:lnTo>
                  <a:lnTo>
                    <a:pt x="367211" y="167213"/>
                  </a:lnTo>
                  <a:lnTo>
                    <a:pt x="367211" y="167213"/>
                  </a:lnTo>
                  <a:lnTo>
                    <a:pt x="368851" y="167213"/>
                  </a:lnTo>
                  <a:lnTo>
                    <a:pt x="372130" y="167213"/>
                  </a:lnTo>
                  <a:lnTo>
                    <a:pt x="375408" y="170491"/>
                  </a:lnTo>
                  <a:lnTo>
                    <a:pt x="378687" y="170491"/>
                  </a:lnTo>
                  <a:lnTo>
                    <a:pt x="378687" y="173770"/>
                  </a:lnTo>
                  <a:lnTo>
                    <a:pt x="375408" y="178688"/>
                  </a:lnTo>
                  <a:lnTo>
                    <a:pt x="372130" y="180327"/>
                  </a:lnTo>
                  <a:lnTo>
                    <a:pt x="372130" y="185245"/>
                  </a:lnTo>
                  <a:lnTo>
                    <a:pt x="368851" y="188524"/>
                  </a:lnTo>
                  <a:lnTo>
                    <a:pt x="370490" y="190163"/>
                  </a:lnTo>
                  <a:lnTo>
                    <a:pt x="372130" y="193442"/>
                  </a:lnTo>
                  <a:lnTo>
                    <a:pt x="373769" y="196720"/>
                  </a:lnTo>
                  <a:lnTo>
                    <a:pt x="375408" y="201639"/>
                  </a:lnTo>
                  <a:lnTo>
                    <a:pt x="377047" y="204917"/>
                  </a:lnTo>
                  <a:lnTo>
                    <a:pt x="378687" y="208196"/>
                  </a:lnTo>
                  <a:lnTo>
                    <a:pt x="383605" y="211474"/>
                  </a:lnTo>
                  <a:lnTo>
                    <a:pt x="383605" y="214753"/>
                  </a:lnTo>
                  <a:lnTo>
                    <a:pt x="383605" y="216393"/>
                  </a:lnTo>
                  <a:lnTo>
                    <a:pt x="386884" y="219671"/>
                  </a:lnTo>
                  <a:lnTo>
                    <a:pt x="391801" y="221310"/>
                  </a:lnTo>
                  <a:lnTo>
                    <a:pt x="391801" y="224589"/>
                  </a:lnTo>
                  <a:lnTo>
                    <a:pt x="393441" y="227868"/>
                  </a:lnTo>
                  <a:lnTo>
                    <a:pt x="396720" y="232786"/>
                  </a:lnTo>
                  <a:lnTo>
                    <a:pt x="396720" y="232786"/>
                  </a:lnTo>
                  <a:lnTo>
                    <a:pt x="398359" y="237704"/>
                  </a:lnTo>
                  <a:lnTo>
                    <a:pt x="399998" y="240983"/>
                  </a:lnTo>
                  <a:lnTo>
                    <a:pt x="403277" y="242622"/>
                  </a:lnTo>
                  <a:lnTo>
                    <a:pt x="408195" y="244261"/>
                  </a:lnTo>
                  <a:lnTo>
                    <a:pt x="411474" y="247540"/>
                  </a:lnTo>
                  <a:lnTo>
                    <a:pt x="414752" y="252458"/>
                  </a:lnTo>
                  <a:lnTo>
                    <a:pt x="419670" y="255737"/>
                  </a:lnTo>
                  <a:lnTo>
                    <a:pt x="422949" y="259016"/>
                  </a:lnTo>
                  <a:lnTo>
                    <a:pt x="427867" y="260654"/>
                  </a:lnTo>
                  <a:lnTo>
                    <a:pt x="431145" y="262294"/>
                  </a:lnTo>
                  <a:lnTo>
                    <a:pt x="434424" y="263933"/>
                  </a:lnTo>
                  <a:lnTo>
                    <a:pt x="439342" y="265573"/>
                  </a:lnTo>
                  <a:lnTo>
                    <a:pt x="442621" y="267212"/>
                  </a:lnTo>
                  <a:lnTo>
                    <a:pt x="447539" y="268851"/>
                  </a:lnTo>
                  <a:lnTo>
                    <a:pt x="449178" y="268851"/>
                  </a:lnTo>
                  <a:lnTo>
                    <a:pt x="452457" y="270491"/>
                  </a:lnTo>
                  <a:lnTo>
                    <a:pt x="457375" y="272130"/>
                  </a:lnTo>
                  <a:lnTo>
                    <a:pt x="460654" y="273769"/>
                  </a:lnTo>
                  <a:lnTo>
                    <a:pt x="465572" y="275409"/>
                  </a:lnTo>
                  <a:lnTo>
                    <a:pt x="468850" y="277048"/>
                  </a:lnTo>
                  <a:lnTo>
                    <a:pt x="473768" y="278687"/>
                  </a:lnTo>
                  <a:lnTo>
                    <a:pt x="477047" y="280327"/>
                  </a:lnTo>
                  <a:lnTo>
                    <a:pt x="480325" y="280327"/>
                  </a:lnTo>
                  <a:lnTo>
                    <a:pt x="485244" y="281966"/>
                  </a:lnTo>
                  <a:lnTo>
                    <a:pt x="488522" y="283606"/>
                  </a:lnTo>
                  <a:lnTo>
                    <a:pt x="493440" y="285244"/>
                  </a:lnTo>
                  <a:lnTo>
                    <a:pt x="496719" y="286884"/>
                  </a:lnTo>
                  <a:lnTo>
                    <a:pt x="499998" y="288523"/>
                  </a:lnTo>
                  <a:lnTo>
                    <a:pt x="504916" y="290163"/>
                  </a:lnTo>
                  <a:lnTo>
                    <a:pt x="508194" y="291802"/>
                  </a:lnTo>
                  <a:lnTo>
                    <a:pt x="513112" y="293441"/>
                  </a:lnTo>
                  <a:lnTo>
                    <a:pt x="516391" y="295081"/>
                  </a:lnTo>
                  <a:lnTo>
                    <a:pt x="519670" y="296720"/>
                  </a:lnTo>
                  <a:lnTo>
                    <a:pt x="524588" y="298359"/>
                  </a:lnTo>
                  <a:lnTo>
                    <a:pt x="527867" y="299999"/>
                  </a:lnTo>
                  <a:lnTo>
                    <a:pt x="532784" y="301638"/>
                  </a:lnTo>
                  <a:lnTo>
                    <a:pt x="536063" y="301638"/>
                  </a:lnTo>
                  <a:lnTo>
                    <a:pt x="537702" y="303277"/>
                  </a:lnTo>
                  <a:lnTo>
                    <a:pt x="537702" y="303277"/>
                  </a:lnTo>
                  <a:lnTo>
                    <a:pt x="557375" y="303277"/>
                  </a:lnTo>
                  <a:lnTo>
                    <a:pt x="577047" y="303277"/>
                  </a:lnTo>
                  <a:lnTo>
                    <a:pt x="573768" y="306556"/>
                  </a:lnTo>
                  <a:lnTo>
                    <a:pt x="568850" y="311474"/>
                  </a:lnTo>
                  <a:lnTo>
                    <a:pt x="568850" y="311474"/>
                  </a:lnTo>
                  <a:lnTo>
                    <a:pt x="565571" y="316392"/>
                  </a:lnTo>
                  <a:lnTo>
                    <a:pt x="560653" y="319671"/>
                  </a:lnTo>
                  <a:lnTo>
                    <a:pt x="557375" y="322950"/>
                  </a:lnTo>
                  <a:lnTo>
                    <a:pt x="554096" y="327867"/>
                  </a:lnTo>
                  <a:lnTo>
                    <a:pt x="550817" y="332786"/>
                  </a:lnTo>
                  <a:lnTo>
                    <a:pt x="547538" y="336064"/>
                  </a:lnTo>
                  <a:lnTo>
                    <a:pt x="542621" y="340982"/>
                  </a:lnTo>
                  <a:lnTo>
                    <a:pt x="539342" y="344261"/>
                  </a:lnTo>
                  <a:lnTo>
                    <a:pt x="536063" y="349179"/>
                  </a:lnTo>
                  <a:lnTo>
                    <a:pt x="532784" y="352457"/>
                  </a:lnTo>
                  <a:lnTo>
                    <a:pt x="527867" y="357376"/>
                  </a:lnTo>
                  <a:lnTo>
                    <a:pt x="524588" y="362294"/>
                  </a:lnTo>
                  <a:lnTo>
                    <a:pt x="521309" y="365572"/>
                  </a:lnTo>
                  <a:lnTo>
                    <a:pt x="518031" y="370490"/>
                  </a:lnTo>
                  <a:lnTo>
                    <a:pt x="514752" y="373769"/>
                  </a:lnTo>
                  <a:lnTo>
                    <a:pt x="511473" y="378687"/>
                  </a:lnTo>
                  <a:lnTo>
                    <a:pt x="506555" y="383605"/>
                  </a:lnTo>
                  <a:lnTo>
                    <a:pt x="506555" y="383605"/>
                  </a:lnTo>
                  <a:lnTo>
                    <a:pt x="504916" y="385244"/>
                  </a:lnTo>
                  <a:lnTo>
                    <a:pt x="501637" y="390162"/>
                  </a:lnTo>
                  <a:lnTo>
                    <a:pt x="498358" y="393441"/>
                  </a:lnTo>
                  <a:lnTo>
                    <a:pt x="495080" y="396720"/>
                  </a:lnTo>
                  <a:lnTo>
                    <a:pt x="491801" y="401637"/>
                  </a:lnTo>
                  <a:lnTo>
                    <a:pt x="488522" y="406556"/>
                  </a:lnTo>
                  <a:lnTo>
                    <a:pt x="485244" y="409834"/>
                  </a:lnTo>
                  <a:lnTo>
                    <a:pt x="481965" y="414752"/>
                  </a:lnTo>
                  <a:lnTo>
                    <a:pt x="481965" y="414752"/>
                  </a:lnTo>
                  <a:lnTo>
                    <a:pt x="478687" y="419670"/>
                  </a:lnTo>
                  <a:lnTo>
                    <a:pt x="475408" y="422949"/>
                  </a:lnTo>
                  <a:lnTo>
                    <a:pt x="472129" y="427867"/>
                  </a:lnTo>
                  <a:lnTo>
                    <a:pt x="468850" y="431146"/>
                  </a:lnTo>
                  <a:lnTo>
                    <a:pt x="468850" y="431146"/>
                  </a:lnTo>
                  <a:lnTo>
                    <a:pt x="465572" y="436064"/>
                  </a:lnTo>
                  <a:lnTo>
                    <a:pt x="463932" y="437703"/>
                  </a:lnTo>
                  <a:lnTo>
                    <a:pt x="463932" y="437703"/>
                  </a:lnTo>
                  <a:lnTo>
                    <a:pt x="462293" y="439343"/>
                  </a:lnTo>
                  <a:lnTo>
                    <a:pt x="457375" y="439343"/>
                  </a:lnTo>
                  <a:lnTo>
                    <a:pt x="454096" y="439343"/>
                  </a:lnTo>
                  <a:lnTo>
                    <a:pt x="449178" y="439343"/>
                  </a:lnTo>
                  <a:lnTo>
                    <a:pt x="445900" y="439343"/>
                  </a:lnTo>
                  <a:lnTo>
                    <a:pt x="440981" y="439343"/>
                  </a:lnTo>
                  <a:lnTo>
                    <a:pt x="440981" y="439343"/>
                  </a:lnTo>
                  <a:lnTo>
                    <a:pt x="437703" y="437703"/>
                  </a:lnTo>
                  <a:lnTo>
                    <a:pt x="432785" y="437703"/>
                  </a:lnTo>
                  <a:lnTo>
                    <a:pt x="429506" y="437703"/>
                  </a:lnTo>
                  <a:lnTo>
                    <a:pt x="424588" y="437703"/>
                  </a:lnTo>
                  <a:lnTo>
                    <a:pt x="421310" y="439343"/>
                  </a:lnTo>
                  <a:lnTo>
                    <a:pt x="418031" y="439343"/>
                  </a:lnTo>
                  <a:lnTo>
                    <a:pt x="413113" y="440981"/>
                  </a:lnTo>
                  <a:lnTo>
                    <a:pt x="409834" y="442621"/>
                  </a:lnTo>
                  <a:lnTo>
                    <a:pt x="406555" y="444260"/>
                  </a:lnTo>
                  <a:lnTo>
                    <a:pt x="403277" y="445900"/>
                  </a:lnTo>
                  <a:lnTo>
                    <a:pt x="398359" y="447539"/>
                  </a:lnTo>
                  <a:lnTo>
                    <a:pt x="395080" y="449178"/>
                  </a:lnTo>
                  <a:lnTo>
                    <a:pt x="391801" y="452457"/>
                  </a:lnTo>
                  <a:lnTo>
                    <a:pt x="388523" y="455736"/>
                  </a:lnTo>
                  <a:lnTo>
                    <a:pt x="385244" y="459014"/>
                  </a:lnTo>
                  <a:lnTo>
                    <a:pt x="383605" y="463933"/>
                  </a:lnTo>
                  <a:lnTo>
                    <a:pt x="380326" y="467211"/>
                  </a:lnTo>
                  <a:lnTo>
                    <a:pt x="377047" y="467211"/>
                  </a:lnTo>
                  <a:lnTo>
                    <a:pt x="377047" y="467211"/>
                  </a:lnTo>
                  <a:lnTo>
                    <a:pt x="373769" y="468850"/>
                  </a:lnTo>
                  <a:lnTo>
                    <a:pt x="370490" y="468850"/>
                  </a:lnTo>
                  <a:lnTo>
                    <a:pt x="367211" y="470490"/>
                  </a:lnTo>
                  <a:lnTo>
                    <a:pt x="363933" y="470490"/>
                  </a:lnTo>
                  <a:lnTo>
                    <a:pt x="359015" y="470490"/>
                  </a:lnTo>
                  <a:lnTo>
                    <a:pt x="355736" y="470490"/>
                  </a:lnTo>
                  <a:lnTo>
                    <a:pt x="350818" y="472129"/>
                  </a:lnTo>
                  <a:lnTo>
                    <a:pt x="350818" y="473768"/>
                  </a:lnTo>
                  <a:lnTo>
                    <a:pt x="345900" y="477047"/>
                  </a:lnTo>
                  <a:lnTo>
                    <a:pt x="344261" y="480326"/>
                  </a:lnTo>
                  <a:lnTo>
                    <a:pt x="340982" y="481965"/>
                  </a:lnTo>
                  <a:lnTo>
                    <a:pt x="337703" y="480326"/>
                  </a:lnTo>
                  <a:lnTo>
                    <a:pt x="334425" y="480326"/>
                  </a:lnTo>
                  <a:lnTo>
                    <a:pt x="331146" y="481965"/>
                  </a:lnTo>
                  <a:lnTo>
                    <a:pt x="326228" y="481965"/>
                  </a:lnTo>
                  <a:lnTo>
                    <a:pt x="322950" y="481965"/>
                  </a:lnTo>
                  <a:lnTo>
                    <a:pt x="319671" y="481965"/>
                  </a:lnTo>
                  <a:lnTo>
                    <a:pt x="316392" y="481965"/>
                  </a:lnTo>
                  <a:lnTo>
                    <a:pt x="313113" y="478687"/>
                  </a:lnTo>
                  <a:lnTo>
                    <a:pt x="309835" y="473768"/>
                  </a:lnTo>
                  <a:lnTo>
                    <a:pt x="304917" y="470490"/>
                  </a:lnTo>
                  <a:lnTo>
                    <a:pt x="301638" y="467211"/>
                  </a:lnTo>
                  <a:lnTo>
                    <a:pt x="296720" y="470490"/>
                  </a:lnTo>
                  <a:lnTo>
                    <a:pt x="291802" y="472129"/>
                  </a:lnTo>
                  <a:lnTo>
                    <a:pt x="286884" y="475408"/>
                  </a:lnTo>
                  <a:lnTo>
                    <a:pt x="283605" y="477047"/>
                  </a:lnTo>
                  <a:lnTo>
                    <a:pt x="278687" y="478687"/>
                  </a:lnTo>
                  <a:lnTo>
                    <a:pt x="272130" y="483604"/>
                  </a:lnTo>
                  <a:lnTo>
                    <a:pt x="272130" y="483604"/>
                  </a:lnTo>
                  <a:lnTo>
                    <a:pt x="267212" y="485244"/>
                  </a:lnTo>
                  <a:lnTo>
                    <a:pt x="263933" y="493440"/>
                  </a:lnTo>
                  <a:lnTo>
                    <a:pt x="255737" y="501637"/>
                  </a:lnTo>
                  <a:lnTo>
                    <a:pt x="254097" y="506555"/>
                  </a:lnTo>
                  <a:lnTo>
                    <a:pt x="250818" y="503277"/>
                  </a:lnTo>
                  <a:lnTo>
                    <a:pt x="245901" y="503277"/>
                  </a:lnTo>
                  <a:lnTo>
                    <a:pt x="244261" y="503277"/>
                  </a:lnTo>
                  <a:lnTo>
                    <a:pt x="240983" y="503277"/>
                  </a:lnTo>
                  <a:lnTo>
                    <a:pt x="236064" y="499998"/>
                  </a:lnTo>
                  <a:lnTo>
                    <a:pt x="236064" y="501637"/>
                  </a:lnTo>
                  <a:lnTo>
                    <a:pt x="231147" y="501637"/>
                  </a:lnTo>
                  <a:lnTo>
                    <a:pt x="226228" y="499998"/>
                  </a:lnTo>
                  <a:lnTo>
                    <a:pt x="221310" y="496719"/>
                  </a:lnTo>
                  <a:lnTo>
                    <a:pt x="216393" y="496719"/>
                  </a:lnTo>
                  <a:lnTo>
                    <a:pt x="211474" y="498358"/>
                  </a:lnTo>
                  <a:lnTo>
                    <a:pt x="206557" y="496719"/>
                  </a:lnTo>
                  <a:lnTo>
                    <a:pt x="201638" y="496719"/>
                  </a:lnTo>
                  <a:lnTo>
                    <a:pt x="196720" y="495080"/>
                  </a:lnTo>
                  <a:lnTo>
                    <a:pt x="195081" y="491801"/>
                  </a:lnTo>
                  <a:lnTo>
                    <a:pt x="183606" y="483604"/>
                  </a:lnTo>
                  <a:lnTo>
                    <a:pt x="178688" y="480326"/>
                  </a:lnTo>
                  <a:lnTo>
                    <a:pt x="167213" y="470490"/>
                  </a:lnTo>
                  <a:lnTo>
                    <a:pt x="160655" y="467211"/>
                  </a:lnTo>
                  <a:lnTo>
                    <a:pt x="157376" y="463933"/>
                  </a:lnTo>
                  <a:lnTo>
                    <a:pt x="150819" y="460654"/>
                  </a:lnTo>
                  <a:lnTo>
                    <a:pt x="144261" y="460654"/>
                  </a:lnTo>
                  <a:lnTo>
                    <a:pt x="136065" y="460654"/>
                  </a:lnTo>
                  <a:lnTo>
                    <a:pt x="127868" y="460654"/>
                  </a:lnTo>
                  <a:lnTo>
                    <a:pt x="127868" y="460654"/>
                  </a:lnTo>
                  <a:lnTo>
                    <a:pt x="126229" y="460654"/>
                  </a:lnTo>
                  <a:lnTo>
                    <a:pt x="119671" y="460654"/>
                  </a:lnTo>
                  <a:lnTo>
                    <a:pt x="114754" y="457375"/>
                  </a:lnTo>
                  <a:lnTo>
                    <a:pt x="114754" y="454096"/>
                  </a:lnTo>
                  <a:lnTo>
                    <a:pt x="114754" y="452457"/>
                  </a:lnTo>
                  <a:lnTo>
                    <a:pt x="111475" y="449178"/>
                  </a:lnTo>
                  <a:lnTo>
                    <a:pt x="108196" y="444260"/>
                  </a:lnTo>
                  <a:lnTo>
                    <a:pt x="108196" y="440981"/>
                  </a:lnTo>
                  <a:lnTo>
                    <a:pt x="108196" y="437703"/>
                  </a:lnTo>
                  <a:lnTo>
                    <a:pt x="108196" y="436064"/>
                  </a:lnTo>
                  <a:lnTo>
                    <a:pt x="108196" y="432785"/>
                  </a:lnTo>
                  <a:lnTo>
                    <a:pt x="109836" y="427867"/>
                  </a:lnTo>
                  <a:lnTo>
                    <a:pt x="109836" y="424588"/>
                  </a:lnTo>
                  <a:lnTo>
                    <a:pt x="109836" y="421310"/>
                  </a:lnTo>
                  <a:lnTo>
                    <a:pt x="106557" y="419670"/>
                  </a:lnTo>
                  <a:lnTo>
                    <a:pt x="103278" y="419670"/>
                  </a:lnTo>
                  <a:lnTo>
                    <a:pt x="98360" y="418031"/>
                  </a:lnTo>
                  <a:lnTo>
                    <a:pt x="95081" y="418031"/>
                  </a:lnTo>
                  <a:lnTo>
                    <a:pt x="91803" y="419670"/>
                  </a:lnTo>
                  <a:lnTo>
                    <a:pt x="88524" y="416391"/>
                  </a:lnTo>
                  <a:lnTo>
                    <a:pt x="88524" y="413113"/>
                  </a:lnTo>
                  <a:lnTo>
                    <a:pt x="85246" y="409834"/>
                  </a:lnTo>
                  <a:lnTo>
                    <a:pt x="81967" y="404916"/>
                  </a:lnTo>
                  <a:lnTo>
                    <a:pt x="80327" y="401637"/>
                  </a:lnTo>
                  <a:lnTo>
                    <a:pt x="78688" y="398359"/>
                  </a:lnTo>
                  <a:lnTo>
                    <a:pt x="77049" y="393441"/>
                  </a:lnTo>
                  <a:lnTo>
                    <a:pt x="77049" y="391801"/>
                  </a:lnTo>
                  <a:lnTo>
                    <a:pt x="77049" y="386884"/>
                  </a:lnTo>
                  <a:lnTo>
                    <a:pt x="73770" y="383605"/>
                  </a:lnTo>
                  <a:lnTo>
                    <a:pt x="72131" y="380326"/>
                  </a:lnTo>
                  <a:lnTo>
                    <a:pt x="72131" y="375408"/>
                  </a:lnTo>
                  <a:lnTo>
                    <a:pt x="70491" y="372130"/>
                  </a:lnTo>
                  <a:lnTo>
                    <a:pt x="68852" y="368851"/>
                  </a:lnTo>
                  <a:lnTo>
                    <a:pt x="67213" y="363933"/>
                  </a:lnTo>
                  <a:lnTo>
                    <a:pt x="65573" y="360654"/>
                  </a:lnTo>
                  <a:lnTo>
                    <a:pt x="60656" y="359015"/>
                  </a:lnTo>
                  <a:lnTo>
                    <a:pt x="59016" y="355736"/>
                  </a:lnTo>
                  <a:lnTo>
                    <a:pt x="57377" y="352457"/>
                  </a:lnTo>
                  <a:lnTo>
                    <a:pt x="54098" y="350818"/>
                  </a:lnTo>
                  <a:lnTo>
                    <a:pt x="50820" y="349179"/>
                  </a:lnTo>
                  <a:lnTo>
                    <a:pt x="47541" y="345900"/>
                  </a:lnTo>
                  <a:lnTo>
                    <a:pt x="45901" y="342621"/>
                  </a:lnTo>
                  <a:lnTo>
                    <a:pt x="42623" y="339343"/>
                  </a:lnTo>
                  <a:lnTo>
                    <a:pt x="39344" y="334425"/>
                  </a:lnTo>
                  <a:lnTo>
                    <a:pt x="39344" y="331146"/>
                  </a:lnTo>
                  <a:lnTo>
                    <a:pt x="37705" y="327867"/>
                  </a:lnTo>
                  <a:lnTo>
                    <a:pt x="32787" y="322950"/>
                  </a:lnTo>
                  <a:lnTo>
                    <a:pt x="29508" y="321310"/>
                  </a:lnTo>
                  <a:lnTo>
                    <a:pt x="26229" y="318031"/>
                  </a:lnTo>
                  <a:lnTo>
                    <a:pt x="22951" y="318031"/>
                  </a:lnTo>
                  <a:lnTo>
                    <a:pt x="18033" y="316392"/>
                  </a:lnTo>
                  <a:lnTo>
                    <a:pt x="14754" y="314753"/>
                  </a:lnTo>
                  <a:lnTo>
                    <a:pt x="11476" y="314753"/>
                  </a:lnTo>
                  <a:lnTo>
                    <a:pt x="6557" y="313113"/>
                  </a:lnTo>
                  <a:lnTo>
                    <a:pt x="3279" y="313113"/>
                  </a:lnTo>
                  <a:lnTo>
                    <a:pt x="0" y="309835"/>
                  </a:lnTo>
                  <a:lnTo>
                    <a:pt x="0" y="30819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39" name="Freeform 3238">
              <a:extLst>
                <a:ext uri="{FF2B5EF4-FFF2-40B4-BE49-F238E27FC236}">
                  <a16:creationId xmlns:a16="http://schemas.microsoft.com/office/drawing/2014/main" id="{F76E2488-F06F-DB42-9D4C-882079642135}"/>
                </a:ext>
              </a:extLst>
            </p:cNvPr>
            <p:cNvSpPr/>
            <p:nvPr/>
          </p:nvSpPr>
          <p:spPr>
            <a:xfrm>
              <a:off x="5228790" y="1421466"/>
              <a:ext cx="8196" cy="4918"/>
            </a:xfrm>
            <a:custGeom>
              <a:avLst/>
              <a:gdLst>
                <a:gd name="connsiteX0" fmla="*/ 3278 w 8196"/>
                <a:gd name="connsiteY0" fmla="*/ 4918 h 4918"/>
                <a:gd name="connsiteX1" fmla="*/ 4918 w 8196"/>
                <a:gd name="connsiteY1" fmla="*/ 4918 h 4918"/>
                <a:gd name="connsiteX2" fmla="*/ 8197 w 8196"/>
                <a:gd name="connsiteY2" fmla="*/ 3279 h 4918"/>
                <a:gd name="connsiteX3" fmla="*/ 4918 w 8196"/>
                <a:gd name="connsiteY3" fmla="*/ 1639 h 4918"/>
                <a:gd name="connsiteX4" fmla="*/ 1639 w 8196"/>
                <a:gd name="connsiteY4" fmla="*/ 0 h 4918"/>
                <a:gd name="connsiteX5" fmla="*/ 0 w 8196"/>
                <a:gd name="connsiteY5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4918">
                  <a:moveTo>
                    <a:pt x="3278" y="4918"/>
                  </a:moveTo>
                  <a:lnTo>
                    <a:pt x="4918" y="4918"/>
                  </a:lnTo>
                  <a:lnTo>
                    <a:pt x="8197" y="3279"/>
                  </a:lnTo>
                  <a:lnTo>
                    <a:pt x="4918" y="1639"/>
                  </a:lnTo>
                  <a:lnTo>
                    <a:pt x="1639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40" name="Freeform 3239">
              <a:extLst>
                <a:ext uri="{FF2B5EF4-FFF2-40B4-BE49-F238E27FC236}">
                  <a16:creationId xmlns:a16="http://schemas.microsoft.com/office/drawing/2014/main" id="{581E2D99-2DF5-1B47-A3A1-51CFEBE96FCC}"/>
                </a:ext>
              </a:extLst>
            </p:cNvPr>
            <p:cNvSpPr/>
            <p:nvPr/>
          </p:nvSpPr>
          <p:spPr>
            <a:xfrm>
              <a:off x="5232069" y="1414909"/>
              <a:ext cx="18032" cy="14753"/>
            </a:xfrm>
            <a:custGeom>
              <a:avLst/>
              <a:gdLst>
                <a:gd name="connsiteX0" fmla="*/ 11476 w 18032"/>
                <a:gd name="connsiteY0" fmla="*/ 6557 h 14753"/>
                <a:gd name="connsiteX1" fmla="*/ 6558 w 18032"/>
                <a:gd name="connsiteY1" fmla="*/ 4918 h 14753"/>
                <a:gd name="connsiteX2" fmla="*/ 4918 w 18032"/>
                <a:gd name="connsiteY2" fmla="*/ 1639 h 14753"/>
                <a:gd name="connsiteX3" fmla="*/ 1639 w 18032"/>
                <a:gd name="connsiteY3" fmla="*/ 0 h 14753"/>
                <a:gd name="connsiteX4" fmla="*/ 0 w 18032"/>
                <a:gd name="connsiteY4" fmla="*/ 4918 h 14753"/>
                <a:gd name="connsiteX5" fmla="*/ 3279 w 18032"/>
                <a:gd name="connsiteY5" fmla="*/ 8197 h 14753"/>
                <a:gd name="connsiteX6" fmla="*/ 6558 w 18032"/>
                <a:gd name="connsiteY6" fmla="*/ 9836 h 14753"/>
                <a:gd name="connsiteX7" fmla="*/ 9836 w 18032"/>
                <a:gd name="connsiteY7" fmla="*/ 13115 h 14753"/>
                <a:gd name="connsiteX8" fmla="*/ 14754 w 18032"/>
                <a:gd name="connsiteY8" fmla="*/ 14754 h 14753"/>
                <a:gd name="connsiteX9" fmla="*/ 14754 w 18032"/>
                <a:gd name="connsiteY9" fmla="*/ 14754 h 14753"/>
                <a:gd name="connsiteX10" fmla="*/ 14754 w 18032"/>
                <a:gd name="connsiteY10" fmla="*/ 11475 h 14753"/>
                <a:gd name="connsiteX11" fmla="*/ 11476 w 18032"/>
                <a:gd name="connsiteY11" fmla="*/ 11475 h 14753"/>
                <a:gd name="connsiteX12" fmla="*/ 11476 w 18032"/>
                <a:gd name="connsiteY12" fmla="*/ 6557 h 14753"/>
                <a:gd name="connsiteX13" fmla="*/ 14754 w 18032"/>
                <a:gd name="connsiteY13" fmla="*/ 9836 h 14753"/>
                <a:gd name="connsiteX14" fmla="*/ 13115 w 18032"/>
                <a:gd name="connsiteY14" fmla="*/ 4918 h 14753"/>
                <a:gd name="connsiteX15" fmla="*/ 14754 w 18032"/>
                <a:gd name="connsiteY15" fmla="*/ 9836 h 14753"/>
                <a:gd name="connsiteX16" fmla="*/ 16393 w 18032"/>
                <a:gd name="connsiteY16" fmla="*/ 11475 h 14753"/>
                <a:gd name="connsiteX17" fmla="*/ 18033 w 18032"/>
                <a:gd name="connsiteY17" fmla="*/ 6557 h 14753"/>
                <a:gd name="connsiteX18" fmla="*/ 14754 w 18032"/>
                <a:gd name="connsiteY18" fmla="*/ 4918 h 14753"/>
                <a:gd name="connsiteX19" fmla="*/ 11476 w 18032"/>
                <a:gd name="connsiteY19" fmla="*/ 1639 h 14753"/>
                <a:gd name="connsiteX20" fmla="*/ 8197 w 18032"/>
                <a:gd name="connsiteY20" fmla="*/ 0 h 14753"/>
                <a:gd name="connsiteX21" fmla="*/ 6558 w 18032"/>
                <a:gd name="connsiteY21" fmla="*/ 3279 h 14753"/>
                <a:gd name="connsiteX22" fmla="*/ 9836 w 18032"/>
                <a:gd name="connsiteY22" fmla="*/ 6557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032" h="14753">
                  <a:moveTo>
                    <a:pt x="11476" y="6557"/>
                  </a:moveTo>
                  <a:lnTo>
                    <a:pt x="6558" y="4918"/>
                  </a:lnTo>
                  <a:lnTo>
                    <a:pt x="4918" y="1639"/>
                  </a:lnTo>
                  <a:lnTo>
                    <a:pt x="1639" y="0"/>
                  </a:lnTo>
                  <a:lnTo>
                    <a:pt x="0" y="4918"/>
                  </a:lnTo>
                  <a:lnTo>
                    <a:pt x="3279" y="8197"/>
                  </a:lnTo>
                  <a:lnTo>
                    <a:pt x="6558" y="9836"/>
                  </a:lnTo>
                  <a:lnTo>
                    <a:pt x="9836" y="13115"/>
                  </a:lnTo>
                  <a:lnTo>
                    <a:pt x="14754" y="14754"/>
                  </a:lnTo>
                  <a:lnTo>
                    <a:pt x="14754" y="14754"/>
                  </a:lnTo>
                  <a:lnTo>
                    <a:pt x="14754" y="11475"/>
                  </a:lnTo>
                  <a:lnTo>
                    <a:pt x="11476" y="11475"/>
                  </a:lnTo>
                  <a:lnTo>
                    <a:pt x="11476" y="6557"/>
                  </a:lnTo>
                  <a:lnTo>
                    <a:pt x="14754" y="9836"/>
                  </a:lnTo>
                  <a:lnTo>
                    <a:pt x="13115" y="4918"/>
                  </a:lnTo>
                  <a:lnTo>
                    <a:pt x="14754" y="9836"/>
                  </a:lnTo>
                  <a:lnTo>
                    <a:pt x="16393" y="11475"/>
                  </a:lnTo>
                  <a:lnTo>
                    <a:pt x="18033" y="6557"/>
                  </a:lnTo>
                  <a:lnTo>
                    <a:pt x="14754" y="4918"/>
                  </a:lnTo>
                  <a:lnTo>
                    <a:pt x="11476" y="1639"/>
                  </a:lnTo>
                  <a:lnTo>
                    <a:pt x="8197" y="0"/>
                  </a:lnTo>
                  <a:lnTo>
                    <a:pt x="6558" y="3279"/>
                  </a:lnTo>
                  <a:lnTo>
                    <a:pt x="9836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41" name="Freeform 3240">
              <a:extLst>
                <a:ext uri="{FF2B5EF4-FFF2-40B4-BE49-F238E27FC236}">
                  <a16:creationId xmlns:a16="http://schemas.microsoft.com/office/drawing/2014/main" id="{C7C33ED4-9B70-BE42-A9F8-62AC31FD788B}"/>
                </a:ext>
              </a:extLst>
            </p:cNvPr>
            <p:cNvSpPr/>
            <p:nvPr/>
          </p:nvSpPr>
          <p:spPr>
            <a:xfrm>
              <a:off x="5236987" y="1442778"/>
              <a:ext cx="8196" cy="9835"/>
            </a:xfrm>
            <a:custGeom>
              <a:avLst/>
              <a:gdLst>
                <a:gd name="connsiteX0" fmla="*/ 8197 w 8196"/>
                <a:gd name="connsiteY0" fmla="*/ 9836 h 9835"/>
                <a:gd name="connsiteX1" fmla="*/ 8197 w 8196"/>
                <a:gd name="connsiteY1" fmla="*/ 6557 h 9835"/>
                <a:gd name="connsiteX2" fmla="*/ 4918 w 8196"/>
                <a:gd name="connsiteY2" fmla="*/ 3279 h 9835"/>
                <a:gd name="connsiteX3" fmla="*/ 0 w 8196"/>
                <a:gd name="connsiteY3" fmla="*/ 0 h 9835"/>
                <a:gd name="connsiteX4" fmla="*/ 1639 w 8196"/>
                <a:gd name="connsiteY4" fmla="*/ 3279 h 9835"/>
                <a:gd name="connsiteX5" fmla="*/ 4918 w 8196"/>
                <a:gd name="connsiteY5" fmla="*/ 6557 h 9835"/>
                <a:gd name="connsiteX6" fmla="*/ 8197 w 8196"/>
                <a:gd name="connsiteY6" fmla="*/ 9836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9835">
                  <a:moveTo>
                    <a:pt x="8197" y="9836"/>
                  </a:moveTo>
                  <a:lnTo>
                    <a:pt x="8197" y="6557"/>
                  </a:lnTo>
                  <a:lnTo>
                    <a:pt x="4918" y="3279"/>
                  </a:lnTo>
                  <a:lnTo>
                    <a:pt x="0" y="0"/>
                  </a:lnTo>
                  <a:lnTo>
                    <a:pt x="1639" y="3279"/>
                  </a:lnTo>
                  <a:lnTo>
                    <a:pt x="4918" y="6557"/>
                  </a:lnTo>
                  <a:lnTo>
                    <a:pt x="8197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42" name="Freeform 3241">
              <a:extLst>
                <a:ext uri="{FF2B5EF4-FFF2-40B4-BE49-F238E27FC236}">
                  <a16:creationId xmlns:a16="http://schemas.microsoft.com/office/drawing/2014/main" id="{F12A8EA7-1114-B447-855C-656A837A63A8}"/>
                </a:ext>
              </a:extLst>
            </p:cNvPr>
            <p:cNvSpPr/>
            <p:nvPr/>
          </p:nvSpPr>
          <p:spPr>
            <a:xfrm>
              <a:off x="5243544" y="1432942"/>
              <a:ext cx="4917" cy="4917"/>
            </a:xfrm>
            <a:custGeom>
              <a:avLst/>
              <a:gdLst>
                <a:gd name="connsiteX0" fmla="*/ 3279 w 4917"/>
                <a:gd name="connsiteY0" fmla="*/ 4918 h 4917"/>
                <a:gd name="connsiteX1" fmla="*/ 4918 w 4917"/>
                <a:gd name="connsiteY1" fmla="*/ 3279 h 4917"/>
                <a:gd name="connsiteX2" fmla="*/ 3279 w 4917"/>
                <a:gd name="connsiteY2" fmla="*/ 0 h 4917"/>
                <a:gd name="connsiteX3" fmla="*/ 0 w 4917"/>
                <a:gd name="connsiteY3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7">
                  <a:moveTo>
                    <a:pt x="3279" y="4918"/>
                  </a:moveTo>
                  <a:lnTo>
                    <a:pt x="4918" y="3279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43" name="Freeform 3242">
              <a:extLst>
                <a:ext uri="{FF2B5EF4-FFF2-40B4-BE49-F238E27FC236}">
                  <a16:creationId xmlns:a16="http://schemas.microsoft.com/office/drawing/2014/main" id="{1E7A289D-5842-9045-B97F-553DCF2AE1EE}"/>
                </a:ext>
              </a:extLst>
            </p:cNvPr>
            <p:cNvSpPr/>
            <p:nvPr/>
          </p:nvSpPr>
          <p:spPr>
            <a:xfrm>
              <a:off x="5253381" y="1413270"/>
              <a:ext cx="3278" cy="8196"/>
            </a:xfrm>
            <a:custGeom>
              <a:avLst/>
              <a:gdLst>
                <a:gd name="connsiteX0" fmla="*/ 0 w 3278"/>
                <a:gd name="connsiteY0" fmla="*/ 8197 h 8196"/>
                <a:gd name="connsiteX1" fmla="*/ 0 w 3278"/>
                <a:gd name="connsiteY1" fmla="*/ 8197 h 8196"/>
                <a:gd name="connsiteX2" fmla="*/ 3278 w 3278"/>
                <a:gd name="connsiteY2" fmla="*/ 3279 h 8196"/>
                <a:gd name="connsiteX3" fmla="*/ 0 w 3278"/>
                <a:gd name="connsiteY3" fmla="*/ 0 h 8196"/>
                <a:gd name="connsiteX4" fmla="*/ 0 w 3278"/>
                <a:gd name="connsiteY4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8196">
                  <a:moveTo>
                    <a:pt x="0" y="8197"/>
                  </a:moveTo>
                  <a:lnTo>
                    <a:pt x="0" y="8197"/>
                  </a:lnTo>
                  <a:lnTo>
                    <a:pt x="3278" y="3279"/>
                  </a:lnTo>
                  <a:lnTo>
                    <a:pt x="0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44" name="Freeform 3243">
              <a:extLst>
                <a:ext uri="{FF2B5EF4-FFF2-40B4-BE49-F238E27FC236}">
                  <a16:creationId xmlns:a16="http://schemas.microsoft.com/office/drawing/2014/main" id="{241F8177-2570-8D4E-A81C-AE2CC345126F}"/>
                </a:ext>
              </a:extLst>
            </p:cNvPr>
            <p:cNvSpPr/>
            <p:nvPr/>
          </p:nvSpPr>
          <p:spPr>
            <a:xfrm>
              <a:off x="5238627" y="1414909"/>
              <a:ext cx="11475" cy="11475"/>
            </a:xfrm>
            <a:custGeom>
              <a:avLst/>
              <a:gdLst>
                <a:gd name="connsiteX0" fmla="*/ 4918 w 11475"/>
                <a:gd name="connsiteY0" fmla="*/ 6557 h 11475"/>
                <a:gd name="connsiteX1" fmla="*/ 3278 w 11475"/>
                <a:gd name="connsiteY1" fmla="*/ 6557 h 11475"/>
                <a:gd name="connsiteX2" fmla="*/ 0 w 11475"/>
                <a:gd name="connsiteY2" fmla="*/ 3279 h 11475"/>
                <a:gd name="connsiteX3" fmla="*/ 1639 w 11475"/>
                <a:gd name="connsiteY3" fmla="*/ 0 h 11475"/>
                <a:gd name="connsiteX4" fmla="*/ 4918 w 11475"/>
                <a:gd name="connsiteY4" fmla="*/ 1639 h 11475"/>
                <a:gd name="connsiteX5" fmla="*/ 8197 w 11475"/>
                <a:gd name="connsiteY5" fmla="*/ 4918 h 11475"/>
                <a:gd name="connsiteX6" fmla="*/ 11475 w 11475"/>
                <a:gd name="connsiteY6" fmla="*/ 6557 h 11475"/>
                <a:gd name="connsiteX7" fmla="*/ 9836 w 11475"/>
                <a:gd name="connsiteY7" fmla="*/ 11475 h 11475"/>
                <a:gd name="connsiteX8" fmla="*/ 8197 w 11475"/>
                <a:gd name="connsiteY8" fmla="*/ 9836 h 11475"/>
                <a:gd name="connsiteX9" fmla="*/ 6557 w 11475"/>
                <a:gd name="connsiteY9" fmla="*/ 4918 h 11475"/>
                <a:gd name="connsiteX10" fmla="*/ 8197 w 11475"/>
                <a:gd name="connsiteY10" fmla="*/ 983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75" h="11475">
                  <a:moveTo>
                    <a:pt x="4918" y="6557"/>
                  </a:moveTo>
                  <a:lnTo>
                    <a:pt x="3278" y="6557"/>
                  </a:lnTo>
                  <a:lnTo>
                    <a:pt x="0" y="3279"/>
                  </a:lnTo>
                  <a:lnTo>
                    <a:pt x="1639" y="0"/>
                  </a:lnTo>
                  <a:lnTo>
                    <a:pt x="4918" y="1639"/>
                  </a:lnTo>
                  <a:lnTo>
                    <a:pt x="8197" y="4918"/>
                  </a:lnTo>
                  <a:lnTo>
                    <a:pt x="11475" y="6557"/>
                  </a:lnTo>
                  <a:lnTo>
                    <a:pt x="9836" y="11475"/>
                  </a:lnTo>
                  <a:lnTo>
                    <a:pt x="8197" y="9836"/>
                  </a:lnTo>
                  <a:lnTo>
                    <a:pt x="6557" y="4918"/>
                  </a:lnTo>
                  <a:lnTo>
                    <a:pt x="8197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45" name="Freeform 3244">
              <a:extLst>
                <a:ext uri="{FF2B5EF4-FFF2-40B4-BE49-F238E27FC236}">
                  <a16:creationId xmlns:a16="http://schemas.microsoft.com/office/drawing/2014/main" id="{95C7C3E6-B8D0-FD40-8E53-BEBFFC96CEF1}"/>
                </a:ext>
              </a:extLst>
            </p:cNvPr>
            <p:cNvSpPr/>
            <p:nvPr/>
          </p:nvSpPr>
          <p:spPr>
            <a:xfrm>
              <a:off x="5232069" y="1414909"/>
              <a:ext cx="14754" cy="14753"/>
            </a:xfrm>
            <a:custGeom>
              <a:avLst/>
              <a:gdLst>
                <a:gd name="connsiteX0" fmla="*/ 11476 w 14754"/>
                <a:gd name="connsiteY0" fmla="*/ 6557 h 14753"/>
                <a:gd name="connsiteX1" fmla="*/ 11476 w 14754"/>
                <a:gd name="connsiteY1" fmla="*/ 11475 h 14753"/>
                <a:gd name="connsiteX2" fmla="*/ 14754 w 14754"/>
                <a:gd name="connsiteY2" fmla="*/ 11475 h 14753"/>
                <a:gd name="connsiteX3" fmla="*/ 14754 w 14754"/>
                <a:gd name="connsiteY3" fmla="*/ 14754 h 14753"/>
                <a:gd name="connsiteX4" fmla="*/ 14754 w 14754"/>
                <a:gd name="connsiteY4" fmla="*/ 14754 h 14753"/>
                <a:gd name="connsiteX5" fmla="*/ 9836 w 14754"/>
                <a:gd name="connsiteY5" fmla="*/ 13115 h 14753"/>
                <a:gd name="connsiteX6" fmla="*/ 6558 w 14754"/>
                <a:gd name="connsiteY6" fmla="*/ 9836 h 14753"/>
                <a:gd name="connsiteX7" fmla="*/ 3279 w 14754"/>
                <a:gd name="connsiteY7" fmla="*/ 8197 h 14753"/>
                <a:gd name="connsiteX8" fmla="*/ 0 w 14754"/>
                <a:gd name="connsiteY8" fmla="*/ 4918 h 14753"/>
                <a:gd name="connsiteX9" fmla="*/ 1639 w 14754"/>
                <a:gd name="connsiteY9" fmla="*/ 0 h 14753"/>
                <a:gd name="connsiteX10" fmla="*/ 4918 w 14754"/>
                <a:gd name="connsiteY10" fmla="*/ 1639 h 14753"/>
                <a:gd name="connsiteX11" fmla="*/ 6558 w 14754"/>
                <a:gd name="connsiteY11" fmla="*/ 4918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54" h="14753">
                  <a:moveTo>
                    <a:pt x="11476" y="6557"/>
                  </a:moveTo>
                  <a:lnTo>
                    <a:pt x="11476" y="11475"/>
                  </a:lnTo>
                  <a:lnTo>
                    <a:pt x="14754" y="11475"/>
                  </a:lnTo>
                  <a:lnTo>
                    <a:pt x="14754" y="14754"/>
                  </a:lnTo>
                  <a:lnTo>
                    <a:pt x="14754" y="14754"/>
                  </a:lnTo>
                  <a:lnTo>
                    <a:pt x="9836" y="13115"/>
                  </a:lnTo>
                  <a:lnTo>
                    <a:pt x="6558" y="9836"/>
                  </a:lnTo>
                  <a:lnTo>
                    <a:pt x="3279" y="8197"/>
                  </a:lnTo>
                  <a:lnTo>
                    <a:pt x="0" y="4918"/>
                  </a:lnTo>
                  <a:lnTo>
                    <a:pt x="1639" y="0"/>
                  </a:lnTo>
                  <a:lnTo>
                    <a:pt x="4918" y="1639"/>
                  </a:lnTo>
                  <a:lnTo>
                    <a:pt x="655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46" name="Freeform 3245">
              <a:extLst>
                <a:ext uri="{FF2B5EF4-FFF2-40B4-BE49-F238E27FC236}">
                  <a16:creationId xmlns:a16="http://schemas.microsoft.com/office/drawing/2014/main" id="{19CA2962-51AA-5445-8A7E-59D9FD7B2784}"/>
                </a:ext>
              </a:extLst>
            </p:cNvPr>
            <p:cNvSpPr/>
            <p:nvPr/>
          </p:nvSpPr>
          <p:spPr>
            <a:xfrm>
              <a:off x="1843560" y="3336212"/>
              <a:ext cx="160654" cy="180327"/>
            </a:xfrm>
            <a:custGeom>
              <a:avLst/>
              <a:gdLst>
                <a:gd name="connsiteX0" fmla="*/ 0 w 160654"/>
                <a:gd name="connsiteY0" fmla="*/ 144262 h 180327"/>
                <a:gd name="connsiteX1" fmla="*/ 3279 w 160654"/>
                <a:gd name="connsiteY1" fmla="*/ 140983 h 180327"/>
                <a:gd name="connsiteX2" fmla="*/ 3279 w 160654"/>
                <a:gd name="connsiteY2" fmla="*/ 137704 h 180327"/>
                <a:gd name="connsiteX3" fmla="*/ 4918 w 160654"/>
                <a:gd name="connsiteY3" fmla="*/ 137704 h 180327"/>
                <a:gd name="connsiteX4" fmla="*/ 3279 w 160654"/>
                <a:gd name="connsiteY4" fmla="*/ 134426 h 180327"/>
                <a:gd name="connsiteX5" fmla="*/ 3279 w 160654"/>
                <a:gd name="connsiteY5" fmla="*/ 131147 h 180327"/>
                <a:gd name="connsiteX6" fmla="*/ 4918 w 160654"/>
                <a:gd name="connsiteY6" fmla="*/ 127868 h 180327"/>
                <a:gd name="connsiteX7" fmla="*/ 4918 w 160654"/>
                <a:gd name="connsiteY7" fmla="*/ 126229 h 180327"/>
                <a:gd name="connsiteX8" fmla="*/ 8197 w 160654"/>
                <a:gd name="connsiteY8" fmla="*/ 122950 h 180327"/>
                <a:gd name="connsiteX9" fmla="*/ 9836 w 160654"/>
                <a:gd name="connsiteY9" fmla="*/ 121311 h 180327"/>
                <a:gd name="connsiteX10" fmla="*/ 8197 w 160654"/>
                <a:gd name="connsiteY10" fmla="*/ 116393 h 180327"/>
                <a:gd name="connsiteX11" fmla="*/ 6557 w 160654"/>
                <a:gd name="connsiteY11" fmla="*/ 116393 h 180327"/>
                <a:gd name="connsiteX12" fmla="*/ 4918 w 160654"/>
                <a:gd name="connsiteY12" fmla="*/ 111475 h 180327"/>
                <a:gd name="connsiteX13" fmla="*/ 8197 w 160654"/>
                <a:gd name="connsiteY13" fmla="*/ 108196 h 180327"/>
                <a:gd name="connsiteX14" fmla="*/ 9836 w 160654"/>
                <a:gd name="connsiteY14" fmla="*/ 104917 h 180327"/>
                <a:gd name="connsiteX15" fmla="*/ 11475 w 160654"/>
                <a:gd name="connsiteY15" fmla="*/ 101639 h 180327"/>
                <a:gd name="connsiteX16" fmla="*/ 14754 w 160654"/>
                <a:gd name="connsiteY16" fmla="*/ 96721 h 180327"/>
                <a:gd name="connsiteX17" fmla="*/ 16393 w 160654"/>
                <a:gd name="connsiteY17" fmla="*/ 95082 h 180327"/>
                <a:gd name="connsiteX18" fmla="*/ 18033 w 160654"/>
                <a:gd name="connsiteY18" fmla="*/ 91803 h 180327"/>
                <a:gd name="connsiteX19" fmla="*/ 18033 w 160654"/>
                <a:gd name="connsiteY19" fmla="*/ 90164 h 180327"/>
                <a:gd name="connsiteX20" fmla="*/ 19672 w 160654"/>
                <a:gd name="connsiteY20" fmla="*/ 88524 h 180327"/>
                <a:gd name="connsiteX21" fmla="*/ 22951 w 160654"/>
                <a:gd name="connsiteY21" fmla="*/ 85245 h 180327"/>
                <a:gd name="connsiteX22" fmla="*/ 24590 w 160654"/>
                <a:gd name="connsiteY22" fmla="*/ 81967 h 180327"/>
                <a:gd name="connsiteX23" fmla="*/ 27869 w 160654"/>
                <a:gd name="connsiteY23" fmla="*/ 77049 h 180327"/>
                <a:gd name="connsiteX24" fmla="*/ 31147 w 160654"/>
                <a:gd name="connsiteY24" fmla="*/ 77049 h 180327"/>
                <a:gd name="connsiteX25" fmla="*/ 34426 w 160654"/>
                <a:gd name="connsiteY25" fmla="*/ 77049 h 180327"/>
                <a:gd name="connsiteX26" fmla="*/ 37705 w 160654"/>
                <a:gd name="connsiteY26" fmla="*/ 77049 h 180327"/>
                <a:gd name="connsiteX27" fmla="*/ 40983 w 160654"/>
                <a:gd name="connsiteY27" fmla="*/ 77049 h 180327"/>
                <a:gd name="connsiteX28" fmla="*/ 42623 w 160654"/>
                <a:gd name="connsiteY28" fmla="*/ 77049 h 180327"/>
                <a:gd name="connsiteX29" fmla="*/ 45901 w 160654"/>
                <a:gd name="connsiteY29" fmla="*/ 77049 h 180327"/>
                <a:gd name="connsiteX30" fmla="*/ 49180 w 160654"/>
                <a:gd name="connsiteY30" fmla="*/ 77049 h 180327"/>
                <a:gd name="connsiteX31" fmla="*/ 50819 w 160654"/>
                <a:gd name="connsiteY31" fmla="*/ 77049 h 180327"/>
                <a:gd name="connsiteX32" fmla="*/ 52459 w 160654"/>
                <a:gd name="connsiteY32" fmla="*/ 77049 h 180327"/>
                <a:gd name="connsiteX33" fmla="*/ 52459 w 160654"/>
                <a:gd name="connsiteY33" fmla="*/ 77049 h 180327"/>
                <a:gd name="connsiteX34" fmla="*/ 55737 w 160654"/>
                <a:gd name="connsiteY34" fmla="*/ 77049 h 180327"/>
                <a:gd name="connsiteX35" fmla="*/ 57377 w 160654"/>
                <a:gd name="connsiteY35" fmla="*/ 77049 h 180327"/>
                <a:gd name="connsiteX36" fmla="*/ 60655 w 160654"/>
                <a:gd name="connsiteY36" fmla="*/ 77049 h 180327"/>
                <a:gd name="connsiteX37" fmla="*/ 63934 w 160654"/>
                <a:gd name="connsiteY37" fmla="*/ 77049 h 180327"/>
                <a:gd name="connsiteX38" fmla="*/ 68852 w 160654"/>
                <a:gd name="connsiteY38" fmla="*/ 77049 h 180327"/>
                <a:gd name="connsiteX39" fmla="*/ 72131 w 160654"/>
                <a:gd name="connsiteY39" fmla="*/ 77049 h 180327"/>
                <a:gd name="connsiteX40" fmla="*/ 75409 w 160654"/>
                <a:gd name="connsiteY40" fmla="*/ 77049 h 180327"/>
                <a:gd name="connsiteX41" fmla="*/ 77049 w 160654"/>
                <a:gd name="connsiteY41" fmla="*/ 77049 h 180327"/>
                <a:gd name="connsiteX42" fmla="*/ 77049 w 160654"/>
                <a:gd name="connsiteY42" fmla="*/ 72131 h 180327"/>
                <a:gd name="connsiteX43" fmla="*/ 77049 w 160654"/>
                <a:gd name="connsiteY43" fmla="*/ 68852 h 180327"/>
                <a:gd name="connsiteX44" fmla="*/ 80327 w 160654"/>
                <a:gd name="connsiteY44" fmla="*/ 65573 h 180327"/>
                <a:gd name="connsiteX45" fmla="*/ 80327 w 160654"/>
                <a:gd name="connsiteY45" fmla="*/ 62295 h 180327"/>
                <a:gd name="connsiteX46" fmla="*/ 77049 w 160654"/>
                <a:gd name="connsiteY46" fmla="*/ 59016 h 180327"/>
                <a:gd name="connsiteX47" fmla="*/ 75409 w 160654"/>
                <a:gd name="connsiteY47" fmla="*/ 59016 h 180327"/>
                <a:gd name="connsiteX48" fmla="*/ 72131 w 160654"/>
                <a:gd name="connsiteY48" fmla="*/ 54098 h 180327"/>
                <a:gd name="connsiteX49" fmla="*/ 70491 w 160654"/>
                <a:gd name="connsiteY49" fmla="*/ 54098 h 180327"/>
                <a:gd name="connsiteX50" fmla="*/ 70491 w 160654"/>
                <a:gd name="connsiteY50" fmla="*/ 49180 h 180327"/>
                <a:gd name="connsiteX51" fmla="*/ 70491 w 160654"/>
                <a:gd name="connsiteY51" fmla="*/ 47541 h 180327"/>
                <a:gd name="connsiteX52" fmla="*/ 67213 w 160654"/>
                <a:gd name="connsiteY52" fmla="*/ 44262 h 180327"/>
                <a:gd name="connsiteX53" fmla="*/ 62295 w 160654"/>
                <a:gd name="connsiteY53" fmla="*/ 42623 h 180327"/>
                <a:gd name="connsiteX54" fmla="*/ 59016 w 160654"/>
                <a:gd name="connsiteY54" fmla="*/ 40983 h 180327"/>
                <a:gd name="connsiteX55" fmla="*/ 57377 w 160654"/>
                <a:gd name="connsiteY55" fmla="*/ 36065 h 180327"/>
                <a:gd name="connsiteX56" fmla="*/ 54098 w 160654"/>
                <a:gd name="connsiteY56" fmla="*/ 32787 h 180327"/>
                <a:gd name="connsiteX57" fmla="*/ 50819 w 160654"/>
                <a:gd name="connsiteY57" fmla="*/ 29508 h 180327"/>
                <a:gd name="connsiteX58" fmla="*/ 47541 w 160654"/>
                <a:gd name="connsiteY58" fmla="*/ 26229 h 180327"/>
                <a:gd name="connsiteX59" fmla="*/ 45901 w 160654"/>
                <a:gd name="connsiteY59" fmla="*/ 24590 h 180327"/>
                <a:gd name="connsiteX60" fmla="*/ 49180 w 160654"/>
                <a:gd name="connsiteY60" fmla="*/ 24590 h 180327"/>
                <a:gd name="connsiteX61" fmla="*/ 52459 w 160654"/>
                <a:gd name="connsiteY61" fmla="*/ 24590 h 180327"/>
                <a:gd name="connsiteX62" fmla="*/ 57377 w 160654"/>
                <a:gd name="connsiteY62" fmla="*/ 24590 h 180327"/>
                <a:gd name="connsiteX63" fmla="*/ 60655 w 160654"/>
                <a:gd name="connsiteY63" fmla="*/ 24590 h 180327"/>
                <a:gd name="connsiteX64" fmla="*/ 63934 w 160654"/>
                <a:gd name="connsiteY64" fmla="*/ 22951 h 180327"/>
                <a:gd name="connsiteX65" fmla="*/ 63934 w 160654"/>
                <a:gd name="connsiteY65" fmla="*/ 19672 h 180327"/>
                <a:gd name="connsiteX66" fmla="*/ 63934 w 160654"/>
                <a:gd name="connsiteY66" fmla="*/ 16393 h 180327"/>
                <a:gd name="connsiteX67" fmla="*/ 63934 w 160654"/>
                <a:gd name="connsiteY67" fmla="*/ 11475 h 180327"/>
                <a:gd name="connsiteX68" fmla="*/ 65573 w 160654"/>
                <a:gd name="connsiteY68" fmla="*/ 8197 h 180327"/>
                <a:gd name="connsiteX69" fmla="*/ 65573 w 160654"/>
                <a:gd name="connsiteY69" fmla="*/ 4918 h 180327"/>
                <a:gd name="connsiteX70" fmla="*/ 65573 w 160654"/>
                <a:gd name="connsiteY70" fmla="*/ 1639 h 180327"/>
                <a:gd name="connsiteX71" fmla="*/ 67213 w 160654"/>
                <a:gd name="connsiteY71" fmla="*/ 0 h 180327"/>
                <a:gd name="connsiteX72" fmla="*/ 70491 w 160654"/>
                <a:gd name="connsiteY72" fmla="*/ 0 h 180327"/>
                <a:gd name="connsiteX73" fmla="*/ 73770 w 160654"/>
                <a:gd name="connsiteY73" fmla="*/ 0 h 180327"/>
                <a:gd name="connsiteX74" fmla="*/ 75409 w 160654"/>
                <a:gd name="connsiteY74" fmla="*/ 0 h 180327"/>
                <a:gd name="connsiteX75" fmla="*/ 78688 w 160654"/>
                <a:gd name="connsiteY75" fmla="*/ 0 h 180327"/>
                <a:gd name="connsiteX76" fmla="*/ 83606 w 160654"/>
                <a:gd name="connsiteY76" fmla="*/ 0 h 180327"/>
                <a:gd name="connsiteX77" fmla="*/ 86885 w 160654"/>
                <a:gd name="connsiteY77" fmla="*/ 0 h 180327"/>
                <a:gd name="connsiteX78" fmla="*/ 90164 w 160654"/>
                <a:gd name="connsiteY78" fmla="*/ 0 h 180327"/>
                <a:gd name="connsiteX79" fmla="*/ 93442 w 160654"/>
                <a:gd name="connsiteY79" fmla="*/ 0 h 180327"/>
                <a:gd name="connsiteX80" fmla="*/ 99999 w 160654"/>
                <a:gd name="connsiteY80" fmla="*/ 0 h 180327"/>
                <a:gd name="connsiteX81" fmla="*/ 103278 w 160654"/>
                <a:gd name="connsiteY81" fmla="*/ 0 h 180327"/>
                <a:gd name="connsiteX82" fmla="*/ 108196 w 160654"/>
                <a:gd name="connsiteY82" fmla="*/ 0 h 180327"/>
                <a:gd name="connsiteX83" fmla="*/ 111475 w 160654"/>
                <a:gd name="connsiteY83" fmla="*/ 0 h 180327"/>
                <a:gd name="connsiteX84" fmla="*/ 114754 w 160654"/>
                <a:gd name="connsiteY84" fmla="*/ 0 h 180327"/>
                <a:gd name="connsiteX85" fmla="*/ 118032 w 160654"/>
                <a:gd name="connsiteY85" fmla="*/ 0 h 180327"/>
                <a:gd name="connsiteX86" fmla="*/ 122950 w 160654"/>
                <a:gd name="connsiteY86" fmla="*/ 0 h 180327"/>
                <a:gd name="connsiteX87" fmla="*/ 124589 w 160654"/>
                <a:gd name="connsiteY87" fmla="*/ 0 h 180327"/>
                <a:gd name="connsiteX88" fmla="*/ 129508 w 160654"/>
                <a:gd name="connsiteY88" fmla="*/ 0 h 180327"/>
                <a:gd name="connsiteX89" fmla="*/ 132786 w 160654"/>
                <a:gd name="connsiteY89" fmla="*/ 0 h 180327"/>
                <a:gd name="connsiteX90" fmla="*/ 136065 w 160654"/>
                <a:gd name="connsiteY90" fmla="*/ 0 h 180327"/>
                <a:gd name="connsiteX91" fmla="*/ 136065 w 160654"/>
                <a:gd name="connsiteY91" fmla="*/ 0 h 180327"/>
                <a:gd name="connsiteX92" fmla="*/ 136065 w 160654"/>
                <a:gd name="connsiteY92" fmla="*/ 3279 h 180327"/>
                <a:gd name="connsiteX93" fmla="*/ 136065 w 160654"/>
                <a:gd name="connsiteY93" fmla="*/ 6557 h 180327"/>
                <a:gd name="connsiteX94" fmla="*/ 134426 w 160654"/>
                <a:gd name="connsiteY94" fmla="*/ 11475 h 180327"/>
                <a:gd name="connsiteX95" fmla="*/ 134426 w 160654"/>
                <a:gd name="connsiteY95" fmla="*/ 14754 h 180327"/>
                <a:gd name="connsiteX96" fmla="*/ 134426 w 160654"/>
                <a:gd name="connsiteY96" fmla="*/ 18033 h 180327"/>
                <a:gd name="connsiteX97" fmla="*/ 134426 w 160654"/>
                <a:gd name="connsiteY97" fmla="*/ 21311 h 180327"/>
                <a:gd name="connsiteX98" fmla="*/ 132786 w 160654"/>
                <a:gd name="connsiteY98" fmla="*/ 24590 h 180327"/>
                <a:gd name="connsiteX99" fmla="*/ 132786 w 160654"/>
                <a:gd name="connsiteY99" fmla="*/ 27869 h 180327"/>
                <a:gd name="connsiteX100" fmla="*/ 131147 w 160654"/>
                <a:gd name="connsiteY100" fmla="*/ 32787 h 180327"/>
                <a:gd name="connsiteX101" fmla="*/ 131147 w 160654"/>
                <a:gd name="connsiteY101" fmla="*/ 32787 h 180327"/>
                <a:gd name="connsiteX102" fmla="*/ 131147 w 160654"/>
                <a:gd name="connsiteY102" fmla="*/ 34426 h 180327"/>
                <a:gd name="connsiteX103" fmla="*/ 131147 w 160654"/>
                <a:gd name="connsiteY103" fmla="*/ 37705 h 180327"/>
                <a:gd name="connsiteX104" fmla="*/ 131147 w 160654"/>
                <a:gd name="connsiteY104" fmla="*/ 42623 h 180327"/>
                <a:gd name="connsiteX105" fmla="*/ 129508 w 160654"/>
                <a:gd name="connsiteY105" fmla="*/ 45901 h 180327"/>
                <a:gd name="connsiteX106" fmla="*/ 129508 w 160654"/>
                <a:gd name="connsiteY106" fmla="*/ 49180 h 180327"/>
                <a:gd name="connsiteX107" fmla="*/ 127868 w 160654"/>
                <a:gd name="connsiteY107" fmla="*/ 52459 h 180327"/>
                <a:gd name="connsiteX108" fmla="*/ 127868 w 160654"/>
                <a:gd name="connsiteY108" fmla="*/ 57377 h 180327"/>
                <a:gd name="connsiteX109" fmla="*/ 126229 w 160654"/>
                <a:gd name="connsiteY109" fmla="*/ 60655 h 180327"/>
                <a:gd name="connsiteX110" fmla="*/ 126229 w 160654"/>
                <a:gd name="connsiteY110" fmla="*/ 62295 h 180327"/>
                <a:gd name="connsiteX111" fmla="*/ 126229 w 160654"/>
                <a:gd name="connsiteY111" fmla="*/ 65573 h 180327"/>
                <a:gd name="connsiteX112" fmla="*/ 124589 w 160654"/>
                <a:gd name="connsiteY112" fmla="*/ 68852 h 180327"/>
                <a:gd name="connsiteX113" fmla="*/ 124589 w 160654"/>
                <a:gd name="connsiteY113" fmla="*/ 73770 h 180327"/>
                <a:gd name="connsiteX114" fmla="*/ 124589 w 160654"/>
                <a:gd name="connsiteY114" fmla="*/ 77049 h 180327"/>
                <a:gd name="connsiteX115" fmla="*/ 122950 w 160654"/>
                <a:gd name="connsiteY115" fmla="*/ 80327 h 180327"/>
                <a:gd name="connsiteX116" fmla="*/ 122950 w 160654"/>
                <a:gd name="connsiteY116" fmla="*/ 85245 h 180327"/>
                <a:gd name="connsiteX117" fmla="*/ 126229 w 160654"/>
                <a:gd name="connsiteY117" fmla="*/ 85245 h 180327"/>
                <a:gd name="connsiteX118" fmla="*/ 129508 w 160654"/>
                <a:gd name="connsiteY118" fmla="*/ 83606 h 180327"/>
                <a:gd name="connsiteX119" fmla="*/ 134426 w 160654"/>
                <a:gd name="connsiteY119" fmla="*/ 85245 h 180327"/>
                <a:gd name="connsiteX120" fmla="*/ 134426 w 160654"/>
                <a:gd name="connsiteY120" fmla="*/ 85245 h 180327"/>
                <a:gd name="connsiteX121" fmla="*/ 134426 w 160654"/>
                <a:gd name="connsiteY121" fmla="*/ 85245 h 180327"/>
                <a:gd name="connsiteX122" fmla="*/ 139344 w 160654"/>
                <a:gd name="connsiteY122" fmla="*/ 86885 h 180327"/>
                <a:gd name="connsiteX123" fmla="*/ 140983 w 160654"/>
                <a:gd name="connsiteY123" fmla="*/ 88524 h 180327"/>
                <a:gd name="connsiteX124" fmla="*/ 144261 w 160654"/>
                <a:gd name="connsiteY124" fmla="*/ 90164 h 180327"/>
                <a:gd name="connsiteX125" fmla="*/ 144261 w 160654"/>
                <a:gd name="connsiteY125" fmla="*/ 91803 h 180327"/>
                <a:gd name="connsiteX126" fmla="*/ 144261 w 160654"/>
                <a:gd name="connsiteY126" fmla="*/ 93442 h 180327"/>
                <a:gd name="connsiteX127" fmla="*/ 145901 w 160654"/>
                <a:gd name="connsiteY127" fmla="*/ 91803 h 180327"/>
                <a:gd name="connsiteX128" fmla="*/ 145901 w 160654"/>
                <a:gd name="connsiteY128" fmla="*/ 91803 h 180327"/>
                <a:gd name="connsiteX129" fmla="*/ 147540 w 160654"/>
                <a:gd name="connsiteY129" fmla="*/ 86885 h 180327"/>
                <a:gd name="connsiteX130" fmla="*/ 149180 w 160654"/>
                <a:gd name="connsiteY130" fmla="*/ 86885 h 180327"/>
                <a:gd name="connsiteX131" fmla="*/ 147540 w 160654"/>
                <a:gd name="connsiteY131" fmla="*/ 83606 h 180327"/>
                <a:gd name="connsiteX132" fmla="*/ 150819 w 160654"/>
                <a:gd name="connsiteY132" fmla="*/ 85245 h 180327"/>
                <a:gd name="connsiteX133" fmla="*/ 154098 w 160654"/>
                <a:gd name="connsiteY133" fmla="*/ 86885 h 180327"/>
                <a:gd name="connsiteX134" fmla="*/ 157376 w 160654"/>
                <a:gd name="connsiteY134" fmla="*/ 90164 h 180327"/>
                <a:gd name="connsiteX135" fmla="*/ 157376 w 160654"/>
                <a:gd name="connsiteY135" fmla="*/ 91803 h 180327"/>
                <a:gd name="connsiteX136" fmla="*/ 160655 w 160654"/>
                <a:gd name="connsiteY136" fmla="*/ 91803 h 180327"/>
                <a:gd name="connsiteX137" fmla="*/ 155737 w 160654"/>
                <a:gd name="connsiteY137" fmla="*/ 95082 h 180327"/>
                <a:gd name="connsiteX138" fmla="*/ 155737 w 160654"/>
                <a:gd name="connsiteY138" fmla="*/ 95082 h 180327"/>
                <a:gd name="connsiteX139" fmla="*/ 152458 w 160654"/>
                <a:gd name="connsiteY139" fmla="*/ 98360 h 180327"/>
                <a:gd name="connsiteX140" fmla="*/ 149180 w 160654"/>
                <a:gd name="connsiteY140" fmla="*/ 101639 h 180327"/>
                <a:gd name="connsiteX141" fmla="*/ 147540 w 160654"/>
                <a:gd name="connsiteY141" fmla="*/ 101639 h 180327"/>
                <a:gd name="connsiteX142" fmla="*/ 144261 w 160654"/>
                <a:gd name="connsiteY142" fmla="*/ 104917 h 180327"/>
                <a:gd name="connsiteX143" fmla="*/ 140983 w 160654"/>
                <a:gd name="connsiteY143" fmla="*/ 108196 h 180327"/>
                <a:gd name="connsiteX144" fmla="*/ 137704 w 160654"/>
                <a:gd name="connsiteY144" fmla="*/ 111475 h 180327"/>
                <a:gd name="connsiteX145" fmla="*/ 137704 w 160654"/>
                <a:gd name="connsiteY145" fmla="*/ 111475 h 180327"/>
                <a:gd name="connsiteX146" fmla="*/ 132786 w 160654"/>
                <a:gd name="connsiteY146" fmla="*/ 113114 h 180327"/>
                <a:gd name="connsiteX147" fmla="*/ 129508 w 160654"/>
                <a:gd name="connsiteY147" fmla="*/ 116393 h 180327"/>
                <a:gd name="connsiteX148" fmla="*/ 126229 w 160654"/>
                <a:gd name="connsiteY148" fmla="*/ 119672 h 180327"/>
                <a:gd name="connsiteX149" fmla="*/ 121311 w 160654"/>
                <a:gd name="connsiteY149" fmla="*/ 119672 h 180327"/>
                <a:gd name="connsiteX150" fmla="*/ 121311 w 160654"/>
                <a:gd name="connsiteY150" fmla="*/ 121311 h 180327"/>
                <a:gd name="connsiteX151" fmla="*/ 119671 w 160654"/>
                <a:gd name="connsiteY151" fmla="*/ 124590 h 180327"/>
                <a:gd name="connsiteX152" fmla="*/ 118032 w 160654"/>
                <a:gd name="connsiteY152" fmla="*/ 127868 h 180327"/>
                <a:gd name="connsiteX153" fmla="*/ 118032 w 160654"/>
                <a:gd name="connsiteY153" fmla="*/ 127868 h 180327"/>
                <a:gd name="connsiteX154" fmla="*/ 116393 w 160654"/>
                <a:gd name="connsiteY154" fmla="*/ 131147 h 180327"/>
                <a:gd name="connsiteX155" fmla="*/ 118032 w 160654"/>
                <a:gd name="connsiteY155" fmla="*/ 134426 h 180327"/>
                <a:gd name="connsiteX156" fmla="*/ 119671 w 160654"/>
                <a:gd name="connsiteY156" fmla="*/ 136065 h 180327"/>
                <a:gd name="connsiteX157" fmla="*/ 118032 w 160654"/>
                <a:gd name="connsiteY157" fmla="*/ 140983 h 180327"/>
                <a:gd name="connsiteX158" fmla="*/ 114754 w 160654"/>
                <a:gd name="connsiteY158" fmla="*/ 142622 h 180327"/>
                <a:gd name="connsiteX159" fmla="*/ 114754 w 160654"/>
                <a:gd name="connsiteY159" fmla="*/ 144262 h 180327"/>
                <a:gd name="connsiteX160" fmla="*/ 113114 w 160654"/>
                <a:gd name="connsiteY160" fmla="*/ 144262 h 180327"/>
                <a:gd name="connsiteX161" fmla="*/ 109836 w 160654"/>
                <a:gd name="connsiteY161" fmla="*/ 149180 h 180327"/>
                <a:gd name="connsiteX162" fmla="*/ 109836 w 160654"/>
                <a:gd name="connsiteY162" fmla="*/ 149180 h 180327"/>
                <a:gd name="connsiteX163" fmla="*/ 106557 w 160654"/>
                <a:gd name="connsiteY163" fmla="*/ 149180 h 180327"/>
                <a:gd name="connsiteX164" fmla="*/ 104917 w 160654"/>
                <a:gd name="connsiteY164" fmla="*/ 149180 h 180327"/>
                <a:gd name="connsiteX165" fmla="*/ 103278 w 160654"/>
                <a:gd name="connsiteY165" fmla="*/ 150819 h 180327"/>
                <a:gd name="connsiteX166" fmla="*/ 103278 w 160654"/>
                <a:gd name="connsiteY166" fmla="*/ 150819 h 180327"/>
                <a:gd name="connsiteX167" fmla="*/ 101639 w 160654"/>
                <a:gd name="connsiteY167" fmla="*/ 152458 h 180327"/>
                <a:gd name="connsiteX168" fmla="*/ 101639 w 160654"/>
                <a:gd name="connsiteY168" fmla="*/ 159016 h 180327"/>
                <a:gd name="connsiteX169" fmla="*/ 98360 w 160654"/>
                <a:gd name="connsiteY169" fmla="*/ 159016 h 180327"/>
                <a:gd name="connsiteX170" fmla="*/ 96721 w 160654"/>
                <a:gd name="connsiteY170" fmla="*/ 159016 h 180327"/>
                <a:gd name="connsiteX171" fmla="*/ 96721 w 160654"/>
                <a:gd name="connsiteY171" fmla="*/ 160655 h 180327"/>
                <a:gd name="connsiteX172" fmla="*/ 93442 w 160654"/>
                <a:gd name="connsiteY172" fmla="*/ 162294 h 180327"/>
                <a:gd name="connsiteX173" fmla="*/ 93442 w 160654"/>
                <a:gd name="connsiteY173" fmla="*/ 165573 h 180327"/>
                <a:gd name="connsiteX174" fmla="*/ 90164 w 160654"/>
                <a:gd name="connsiteY174" fmla="*/ 165573 h 180327"/>
                <a:gd name="connsiteX175" fmla="*/ 88524 w 160654"/>
                <a:gd name="connsiteY175" fmla="*/ 165573 h 180327"/>
                <a:gd name="connsiteX176" fmla="*/ 86885 w 160654"/>
                <a:gd name="connsiteY176" fmla="*/ 167212 h 180327"/>
                <a:gd name="connsiteX177" fmla="*/ 83606 w 160654"/>
                <a:gd name="connsiteY177" fmla="*/ 170491 h 180327"/>
                <a:gd name="connsiteX178" fmla="*/ 83606 w 160654"/>
                <a:gd name="connsiteY178" fmla="*/ 170491 h 180327"/>
                <a:gd name="connsiteX179" fmla="*/ 78688 w 160654"/>
                <a:gd name="connsiteY179" fmla="*/ 173770 h 180327"/>
                <a:gd name="connsiteX180" fmla="*/ 78688 w 160654"/>
                <a:gd name="connsiteY180" fmla="*/ 177048 h 180327"/>
                <a:gd name="connsiteX181" fmla="*/ 78688 w 160654"/>
                <a:gd name="connsiteY181" fmla="*/ 180327 h 180327"/>
                <a:gd name="connsiteX182" fmla="*/ 73770 w 160654"/>
                <a:gd name="connsiteY182" fmla="*/ 177048 h 180327"/>
                <a:gd name="connsiteX183" fmla="*/ 73770 w 160654"/>
                <a:gd name="connsiteY183" fmla="*/ 177048 h 180327"/>
                <a:gd name="connsiteX184" fmla="*/ 72131 w 160654"/>
                <a:gd name="connsiteY184" fmla="*/ 177048 h 180327"/>
                <a:gd name="connsiteX185" fmla="*/ 68852 w 160654"/>
                <a:gd name="connsiteY185" fmla="*/ 175409 h 180327"/>
                <a:gd name="connsiteX186" fmla="*/ 65573 w 160654"/>
                <a:gd name="connsiteY186" fmla="*/ 173770 h 180327"/>
                <a:gd name="connsiteX187" fmla="*/ 60655 w 160654"/>
                <a:gd name="connsiteY187" fmla="*/ 172130 h 180327"/>
                <a:gd name="connsiteX188" fmla="*/ 59016 w 160654"/>
                <a:gd name="connsiteY188" fmla="*/ 170491 h 180327"/>
                <a:gd name="connsiteX189" fmla="*/ 55737 w 160654"/>
                <a:gd name="connsiteY189" fmla="*/ 172130 h 180327"/>
                <a:gd name="connsiteX190" fmla="*/ 50819 w 160654"/>
                <a:gd name="connsiteY190" fmla="*/ 170491 h 180327"/>
                <a:gd name="connsiteX191" fmla="*/ 47541 w 160654"/>
                <a:gd name="connsiteY191" fmla="*/ 172130 h 180327"/>
                <a:gd name="connsiteX192" fmla="*/ 44262 w 160654"/>
                <a:gd name="connsiteY192" fmla="*/ 172130 h 180327"/>
                <a:gd name="connsiteX193" fmla="*/ 40983 w 160654"/>
                <a:gd name="connsiteY193" fmla="*/ 172130 h 180327"/>
                <a:gd name="connsiteX194" fmla="*/ 37705 w 160654"/>
                <a:gd name="connsiteY194" fmla="*/ 170491 h 180327"/>
                <a:gd name="connsiteX195" fmla="*/ 32787 w 160654"/>
                <a:gd name="connsiteY195" fmla="*/ 170491 h 180327"/>
                <a:gd name="connsiteX196" fmla="*/ 29508 w 160654"/>
                <a:gd name="connsiteY196" fmla="*/ 168852 h 180327"/>
                <a:gd name="connsiteX197" fmla="*/ 27869 w 160654"/>
                <a:gd name="connsiteY197" fmla="*/ 167212 h 180327"/>
                <a:gd name="connsiteX198" fmla="*/ 24590 w 160654"/>
                <a:gd name="connsiteY198" fmla="*/ 165573 h 180327"/>
                <a:gd name="connsiteX199" fmla="*/ 21311 w 160654"/>
                <a:gd name="connsiteY199" fmla="*/ 163934 h 180327"/>
                <a:gd name="connsiteX200" fmla="*/ 19672 w 160654"/>
                <a:gd name="connsiteY200" fmla="*/ 162294 h 180327"/>
                <a:gd name="connsiteX201" fmla="*/ 16393 w 160654"/>
                <a:gd name="connsiteY201" fmla="*/ 160655 h 180327"/>
                <a:gd name="connsiteX202" fmla="*/ 14754 w 160654"/>
                <a:gd name="connsiteY202" fmla="*/ 159016 h 180327"/>
                <a:gd name="connsiteX203" fmla="*/ 11475 w 160654"/>
                <a:gd name="connsiteY203" fmla="*/ 155737 h 180327"/>
                <a:gd name="connsiteX204" fmla="*/ 8197 w 160654"/>
                <a:gd name="connsiteY204" fmla="*/ 152458 h 180327"/>
                <a:gd name="connsiteX205" fmla="*/ 4918 w 160654"/>
                <a:gd name="connsiteY205" fmla="*/ 149180 h 180327"/>
                <a:gd name="connsiteX206" fmla="*/ 3279 w 160654"/>
                <a:gd name="connsiteY206" fmla="*/ 147540 h 180327"/>
                <a:gd name="connsiteX207" fmla="*/ 0 w 160654"/>
                <a:gd name="connsiteY207" fmla="*/ 144262 h 180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</a:cxnLst>
              <a:rect l="l" t="t" r="r" b="b"/>
              <a:pathLst>
                <a:path w="160654" h="180327">
                  <a:moveTo>
                    <a:pt x="0" y="144262"/>
                  </a:moveTo>
                  <a:lnTo>
                    <a:pt x="3279" y="140983"/>
                  </a:lnTo>
                  <a:lnTo>
                    <a:pt x="3279" y="137704"/>
                  </a:lnTo>
                  <a:lnTo>
                    <a:pt x="4918" y="137704"/>
                  </a:lnTo>
                  <a:lnTo>
                    <a:pt x="3279" y="134426"/>
                  </a:lnTo>
                  <a:lnTo>
                    <a:pt x="3279" y="131147"/>
                  </a:lnTo>
                  <a:lnTo>
                    <a:pt x="4918" y="127868"/>
                  </a:lnTo>
                  <a:lnTo>
                    <a:pt x="4918" y="126229"/>
                  </a:lnTo>
                  <a:lnTo>
                    <a:pt x="8197" y="122950"/>
                  </a:lnTo>
                  <a:lnTo>
                    <a:pt x="9836" y="121311"/>
                  </a:lnTo>
                  <a:lnTo>
                    <a:pt x="8197" y="116393"/>
                  </a:lnTo>
                  <a:lnTo>
                    <a:pt x="6557" y="116393"/>
                  </a:lnTo>
                  <a:lnTo>
                    <a:pt x="4918" y="111475"/>
                  </a:lnTo>
                  <a:lnTo>
                    <a:pt x="8197" y="108196"/>
                  </a:lnTo>
                  <a:lnTo>
                    <a:pt x="9836" y="104917"/>
                  </a:lnTo>
                  <a:lnTo>
                    <a:pt x="11475" y="101639"/>
                  </a:lnTo>
                  <a:lnTo>
                    <a:pt x="14754" y="96721"/>
                  </a:lnTo>
                  <a:lnTo>
                    <a:pt x="16393" y="95082"/>
                  </a:lnTo>
                  <a:lnTo>
                    <a:pt x="18033" y="91803"/>
                  </a:lnTo>
                  <a:lnTo>
                    <a:pt x="18033" y="90164"/>
                  </a:lnTo>
                  <a:lnTo>
                    <a:pt x="19672" y="88524"/>
                  </a:lnTo>
                  <a:lnTo>
                    <a:pt x="22951" y="85245"/>
                  </a:lnTo>
                  <a:lnTo>
                    <a:pt x="24590" y="81967"/>
                  </a:lnTo>
                  <a:lnTo>
                    <a:pt x="27869" y="77049"/>
                  </a:lnTo>
                  <a:lnTo>
                    <a:pt x="31147" y="77049"/>
                  </a:lnTo>
                  <a:lnTo>
                    <a:pt x="34426" y="77049"/>
                  </a:lnTo>
                  <a:lnTo>
                    <a:pt x="37705" y="77049"/>
                  </a:lnTo>
                  <a:lnTo>
                    <a:pt x="40983" y="77049"/>
                  </a:lnTo>
                  <a:lnTo>
                    <a:pt x="42623" y="77049"/>
                  </a:lnTo>
                  <a:lnTo>
                    <a:pt x="45901" y="77049"/>
                  </a:lnTo>
                  <a:lnTo>
                    <a:pt x="49180" y="77049"/>
                  </a:lnTo>
                  <a:lnTo>
                    <a:pt x="50819" y="77049"/>
                  </a:lnTo>
                  <a:lnTo>
                    <a:pt x="52459" y="77049"/>
                  </a:lnTo>
                  <a:lnTo>
                    <a:pt x="52459" y="77049"/>
                  </a:lnTo>
                  <a:lnTo>
                    <a:pt x="55737" y="77049"/>
                  </a:lnTo>
                  <a:lnTo>
                    <a:pt x="57377" y="77049"/>
                  </a:lnTo>
                  <a:lnTo>
                    <a:pt x="60655" y="77049"/>
                  </a:lnTo>
                  <a:lnTo>
                    <a:pt x="63934" y="77049"/>
                  </a:lnTo>
                  <a:lnTo>
                    <a:pt x="68852" y="77049"/>
                  </a:lnTo>
                  <a:lnTo>
                    <a:pt x="72131" y="77049"/>
                  </a:lnTo>
                  <a:lnTo>
                    <a:pt x="75409" y="77049"/>
                  </a:lnTo>
                  <a:lnTo>
                    <a:pt x="77049" y="77049"/>
                  </a:lnTo>
                  <a:lnTo>
                    <a:pt x="77049" y="72131"/>
                  </a:lnTo>
                  <a:lnTo>
                    <a:pt x="77049" y="68852"/>
                  </a:lnTo>
                  <a:lnTo>
                    <a:pt x="80327" y="65573"/>
                  </a:lnTo>
                  <a:lnTo>
                    <a:pt x="80327" y="62295"/>
                  </a:lnTo>
                  <a:lnTo>
                    <a:pt x="77049" y="59016"/>
                  </a:lnTo>
                  <a:lnTo>
                    <a:pt x="75409" y="59016"/>
                  </a:lnTo>
                  <a:lnTo>
                    <a:pt x="72131" y="54098"/>
                  </a:lnTo>
                  <a:lnTo>
                    <a:pt x="70491" y="54098"/>
                  </a:lnTo>
                  <a:lnTo>
                    <a:pt x="70491" y="49180"/>
                  </a:lnTo>
                  <a:lnTo>
                    <a:pt x="70491" y="47541"/>
                  </a:lnTo>
                  <a:lnTo>
                    <a:pt x="67213" y="44262"/>
                  </a:lnTo>
                  <a:lnTo>
                    <a:pt x="62295" y="42623"/>
                  </a:lnTo>
                  <a:lnTo>
                    <a:pt x="59016" y="40983"/>
                  </a:lnTo>
                  <a:lnTo>
                    <a:pt x="57377" y="36065"/>
                  </a:lnTo>
                  <a:lnTo>
                    <a:pt x="54098" y="32787"/>
                  </a:lnTo>
                  <a:lnTo>
                    <a:pt x="50819" y="29508"/>
                  </a:lnTo>
                  <a:lnTo>
                    <a:pt x="47541" y="26229"/>
                  </a:lnTo>
                  <a:lnTo>
                    <a:pt x="45901" y="24590"/>
                  </a:lnTo>
                  <a:lnTo>
                    <a:pt x="49180" y="24590"/>
                  </a:lnTo>
                  <a:lnTo>
                    <a:pt x="52459" y="24590"/>
                  </a:lnTo>
                  <a:lnTo>
                    <a:pt x="57377" y="24590"/>
                  </a:lnTo>
                  <a:lnTo>
                    <a:pt x="60655" y="24590"/>
                  </a:lnTo>
                  <a:lnTo>
                    <a:pt x="63934" y="22951"/>
                  </a:lnTo>
                  <a:lnTo>
                    <a:pt x="63934" y="19672"/>
                  </a:lnTo>
                  <a:lnTo>
                    <a:pt x="63934" y="16393"/>
                  </a:lnTo>
                  <a:lnTo>
                    <a:pt x="63934" y="11475"/>
                  </a:lnTo>
                  <a:lnTo>
                    <a:pt x="65573" y="8197"/>
                  </a:lnTo>
                  <a:lnTo>
                    <a:pt x="65573" y="4918"/>
                  </a:lnTo>
                  <a:lnTo>
                    <a:pt x="65573" y="1639"/>
                  </a:lnTo>
                  <a:lnTo>
                    <a:pt x="67213" y="0"/>
                  </a:lnTo>
                  <a:lnTo>
                    <a:pt x="70491" y="0"/>
                  </a:lnTo>
                  <a:lnTo>
                    <a:pt x="73770" y="0"/>
                  </a:lnTo>
                  <a:lnTo>
                    <a:pt x="75409" y="0"/>
                  </a:lnTo>
                  <a:lnTo>
                    <a:pt x="78688" y="0"/>
                  </a:lnTo>
                  <a:lnTo>
                    <a:pt x="83606" y="0"/>
                  </a:lnTo>
                  <a:lnTo>
                    <a:pt x="86885" y="0"/>
                  </a:lnTo>
                  <a:lnTo>
                    <a:pt x="90164" y="0"/>
                  </a:lnTo>
                  <a:lnTo>
                    <a:pt x="93442" y="0"/>
                  </a:lnTo>
                  <a:lnTo>
                    <a:pt x="99999" y="0"/>
                  </a:lnTo>
                  <a:lnTo>
                    <a:pt x="103278" y="0"/>
                  </a:lnTo>
                  <a:lnTo>
                    <a:pt x="108196" y="0"/>
                  </a:lnTo>
                  <a:lnTo>
                    <a:pt x="111475" y="0"/>
                  </a:lnTo>
                  <a:lnTo>
                    <a:pt x="114754" y="0"/>
                  </a:lnTo>
                  <a:lnTo>
                    <a:pt x="118032" y="0"/>
                  </a:lnTo>
                  <a:lnTo>
                    <a:pt x="122950" y="0"/>
                  </a:lnTo>
                  <a:lnTo>
                    <a:pt x="124589" y="0"/>
                  </a:lnTo>
                  <a:lnTo>
                    <a:pt x="129508" y="0"/>
                  </a:lnTo>
                  <a:lnTo>
                    <a:pt x="132786" y="0"/>
                  </a:lnTo>
                  <a:lnTo>
                    <a:pt x="136065" y="0"/>
                  </a:lnTo>
                  <a:lnTo>
                    <a:pt x="136065" y="0"/>
                  </a:lnTo>
                  <a:lnTo>
                    <a:pt x="136065" y="3279"/>
                  </a:lnTo>
                  <a:lnTo>
                    <a:pt x="136065" y="6557"/>
                  </a:lnTo>
                  <a:lnTo>
                    <a:pt x="134426" y="11475"/>
                  </a:lnTo>
                  <a:lnTo>
                    <a:pt x="134426" y="14754"/>
                  </a:lnTo>
                  <a:lnTo>
                    <a:pt x="134426" y="18033"/>
                  </a:lnTo>
                  <a:lnTo>
                    <a:pt x="134426" y="21311"/>
                  </a:lnTo>
                  <a:lnTo>
                    <a:pt x="132786" y="24590"/>
                  </a:lnTo>
                  <a:lnTo>
                    <a:pt x="132786" y="27869"/>
                  </a:lnTo>
                  <a:lnTo>
                    <a:pt x="131147" y="32787"/>
                  </a:lnTo>
                  <a:lnTo>
                    <a:pt x="131147" y="32787"/>
                  </a:lnTo>
                  <a:lnTo>
                    <a:pt x="131147" y="34426"/>
                  </a:lnTo>
                  <a:lnTo>
                    <a:pt x="131147" y="37705"/>
                  </a:lnTo>
                  <a:lnTo>
                    <a:pt x="131147" y="42623"/>
                  </a:lnTo>
                  <a:lnTo>
                    <a:pt x="129508" y="45901"/>
                  </a:lnTo>
                  <a:lnTo>
                    <a:pt x="129508" y="49180"/>
                  </a:lnTo>
                  <a:lnTo>
                    <a:pt x="127868" y="52459"/>
                  </a:lnTo>
                  <a:lnTo>
                    <a:pt x="127868" y="57377"/>
                  </a:lnTo>
                  <a:lnTo>
                    <a:pt x="126229" y="60655"/>
                  </a:lnTo>
                  <a:lnTo>
                    <a:pt x="126229" y="62295"/>
                  </a:lnTo>
                  <a:lnTo>
                    <a:pt x="126229" y="65573"/>
                  </a:lnTo>
                  <a:lnTo>
                    <a:pt x="124589" y="68852"/>
                  </a:lnTo>
                  <a:lnTo>
                    <a:pt x="124589" y="73770"/>
                  </a:lnTo>
                  <a:lnTo>
                    <a:pt x="124589" y="77049"/>
                  </a:lnTo>
                  <a:lnTo>
                    <a:pt x="122950" y="80327"/>
                  </a:lnTo>
                  <a:lnTo>
                    <a:pt x="122950" y="85245"/>
                  </a:lnTo>
                  <a:lnTo>
                    <a:pt x="126229" y="85245"/>
                  </a:lnTo>
                  <a:lnTo>
                    <a:pt x="129508" y="83606"/>
                  </a:lnTo>
                  <a:lnTo>
                    <a:pt x="134426" y="85245"/>
                  </a:lnTo>
                  <a:lnTo>
                    <a:pt x="134426" y="85245"/>
                  </a:lnTo>
                  <a:lnTo>
                    <a:pt x="134426" y="85245"/>
                  </a:lnTo>
                  <a:lnTo>
                    <a:pt x="139344" y="86885"/>
                  </a:lnTo>
                  <a:lnTo>
                    <a:pt x="140983" y="88524"/>
                  </a:lnTo>
                  <a:lnTo>
                    <a:pt x="144261" y="90164"/>
                  </a:lnTo>
                  <a:lnTo>
                    <a:pt x="144261" y="91803"/>
                  </a:lnTo>
                  <a:lnTo>
                    <a:pt x="144261" y="93442"/>
                  </a:lnTo>
                  <a:lnTo>
                    <a:pt x="145901" y="91803"/>
                  </a:lnTo>
                  <a:lnTo>
                    <a:pt x="145901" y="91803"/>
                  </a:lnTo>
                  <a:lnTo>
                    <a:pt x="147540" y="86885"/>
                  </a:lnTo>
                  <a:lnTo>
                    <a:pt x="149180" y="86885"/>
                  </a:lnTo>
                  <a:lnTo>
                    <a:pt x="147540" y="83606"/>
                  </a:lnTo>
                  <a:lnTo>
                    <a:pt x="150819" y="85245"/>
                  </a:lnTo>
                  <a:lnTo>
                    <a:pt x="154098" y="86885"/>
                  </a:lnTo>
                  <a:lnTo>
                    <a:pt x="157376" y="90164"/>
                  </a:lnTo>
                  <a:lnTo>
                    <a:pt x="157376" y="91803"/>
                  </a:lnTo>
                  <a:lnTo>
                    <a:pt x="160655" y="91803"/>
                  </a:lnTo>
                  <a:lnTo>
                    <a:pt x="155737" y="95082"/>
                  </a:lnTo>
                  <a:lnTo>
                    <a:pt x="155737" y="95082"/>
                  </a:lnTo>
                  <a:lnTo>
                    <a:pt x="152458" y="98360"/>
                  </a:lnTo>
                  <a:lnTo>
                    <a:pt x="149180" y="101639"/>
                  </a:lnTo>
                  <a:lnTo>
                    <a:pt x="147540" y="101639"/>
                  </a:lnTo>
                  <a:lnTo>
                    <a:pt x="144261" y="104917"/>
                  </a:lnTo>
                  <a:lnTo>
                    <a:pt x="140983" y="108196"/>
                  </a:lnTo>
                  <a:lnTo>
                    <a:pt x="137704" y="111475"/>
                  </a:lnTo>
                  <a:lnTo>
                    <a:pt x="137704" y="111475"/>
                  </a:lnTo>
                  <a:lnTo>
                    <a:pt x="132786" y="113114"/>
                  </a:lnTo>
                  <a:lnTo>
                    <a:pt x="129508" y="116393"/>
                  </a:lnTo>
                  <a:lnTo>
                    <a:pt x="126229" y="119672"/>
                  </a:lnTo>
                  <a:lnTo>
                    <a:pt x="121311" y="119672"/>
                  </a:lnTo>
                  <a:lnTo>
                    <a:pt x="121311" y="121311"/>
                  </a:lnTo>
                  <a:lnTo>
                    <a:pt x="119671" y="124590"/>
                  </a:lnTo>
                  <a:lnTo>
                    <a:pt x="118032" y="127868"/>
                  </a:lnTo>
                  <a:lnTo>
                    <a:pt x="118032" y="127868"/>
                  </a:lnTo>
                  <a:lnTo>
                    <a:pt x="116393" y="131147"/>
                  </a:lnTo>
                  <a:lnTo>
                    <a:pt x="118032" y="134426"/>
                  </a:lnTo>
                  <a:lnTo>
                    <a:pt x="119671" y="136065"/>
                  </a:lnTo>
                  <a:lnTo>
                    <a:pt x="118032" y="140983"/>
                  </a:lnTo>
                  <a:lnTo>
                    <a:pt x="114754" y="142622"/>
                  </a:lnTo>
                  <a:lnTo>
                    <a:pt x="114754" y="144262"/>
                  </a:lnTo>
                  <a:lnTo>
                    <a:pt x="113114" y="144262"/>
                  </a:lnTo>
                  <a:lnTo>
                    <a:pt x="109836" y="149180"/>
                  </a:lnTo>
                  <a:lnTo>
                    <a:pt x="109836" y="149180"/>
                  </a:lnTo>
                  <a:lnTo>
                    <a:pt x="106557" y="149180"/>
                  </a:lnTo>
                  <a:lnTo>
                    <a:pt x="104917" y="149180"/>
                  </a:lnTo>
                  <a:lnTo>
                    <a:pt x="103278" y="150819"/>
                  </a:lnTo>
                  <a:lnTo>
                    <a:pt x="103278" y="150819"/>
                  </a:lnTo>
                  <a:lnTo>
                    <a:pt x="101639" y="152458"/>
                  </a:lnTo>
                  <a:lnTo>
                    <a:pt x="101639" y="159016"/>
                  </a:lnTo>
                  <a:lnTo>
                    <a:pt x="98360" y="159016"/>
                  </a:lnTo>
                  <a:lnTo>
                    <a:pt x="96721" y="159016"/>
                  </a:lnTo>
                  <a:lnTo>
                    <a:pt x="96721" y="160655"/>
                  </a:lnTo>
                  <a:lnTo>
                    <a:pt x="93442" y="162294"/>
                  </a:lnTo>
                  <a:lnTo>
                    <a:pt x="93442" y="165573"/>
                  </a:lnTo>
                  <a:lnTo>
                    <a:pt x="90164" y="165573"/>
                  </a:lnTo>
                  <a:lnTo>
                    <a:pt x="88524" y="165573"/>
                  </a:lnTo>
                  <a:lnTo>
                    <a:pt x="86885" y="167212"/>
                  </a:lnTo>
                  <a:lnTo>
                    <a:pt x="83606" y="170491"/>
                  </a:lnTo>
                  <a:lnTo>
                    <a:pt x="83606" y="170491"/>
                  </a:lnTo>
                  <a:lnTo>
                    <a:pt x="78688" y="173770"/>
                  </a:lnTo>
                  <a:lnTo>
                    <a:pt x="78688" y="177048"/>
                  </a:lnTo>
                  <a:lnTo>
                    <a:pt x="78688" y="180327"/>
                  </a:lnTo>
                  <a:lnTo>
                    <a:pt x="73770" y="177048"/>
                  </a:lnTo>
                  <a:lnTo>
                    <a:pt x="73770" y="177048"/>
                  </a:lnTo>
                  <a:lnTo>
                    <a:pt x="72131" y="177048"/>
                  </a:lnTo>
                  <a:lnTo>
                    <a:pt x="68852" y="175409"/>
                  </a:lnTo>
                  <a:lnTo>
                    <a:pt x="65573" y="173770"/>
                  </a:lnTo>
                  <a:lnTo>
                    <a:pt x="60655" y="172130"/>
                  </a:lnTo>
                  <a:lnTo>
                    <a:pt x="59016" y="170491"/>
                  </a:lnTo>
                  <a:lnTo>
                    <a:pt x="55737" y="172130"/>
                  </a:lnTo>
                  <a:lnTo>
                    <a:pt x="50819" y="170491"/>
                  </a:lnTo>
                  <a:lnTo>
                    <a:pt x="47541" y="172130"/>
                  </a:lnTo>
                  <a:lnTo>
                    <a:pt x="44262" y="172130"/>
                  </a:lnTo>
                  <a:lnTo>
                    <a:pt x="40983" y="172130"/>
                  </a:lnTo>
                  <a:lnTo>
                    <a:pt x="37705" y="170491"/>
                  </a:lnTo>
                  <a:lnTo>
                    <a:pt x="32787" y="170491"/>
                  </a:lnTo>
                  <a:lnTo>
                    <a:pt x="29508" y="168852"/>
                  </a:lnTo>
                  <a:lnTo>
                    <a:pt x="27869" y="167212"/>
                  </a:lnTo>
                  <a:lnTo>
                    <a:pt x="24590" y="165573"/>
                  </a:lnTo>
                  <a:lnTo>
                    <a:pt x="21311" y="163934"/>
                  </a:lnTo>
                  <a:lnTo>
                    <a:pt x="19672" y="162294"/>
                  </a:lnTo>
                  <a:lnTo>
                    <a:pt x="16393" y="160655"/>
                  </a:lnTo>
                  <a:lnTo>
                    <a:pt x="14754" y="159016"/>
                  </a:lnTo>
                  <a:lnTo>
                    <a:pt x="11475" y="155737"/>
                  </a:lnTo>
                  <a:lnTo>
                    <a:pt x="8197" y="152458"/>
                  </a:lnTo>
                  <a:lnTo>
                    <a:pt x="4918" y="149180"/>
                  </a:lnTo>
                  <a:lnTo>
                    <a:pt x="3279" y="147540"/>
                  </a:lnTo>
                  <a:lnTo>
                    <a:pt x="0" y="14426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47" name="Freeform 3246">
              <a:extLst>
                <a:ext uri="{FF2B5EF4-FFF2-40B4-BE49-F238E27FC236}">
                  <a16:creationId xmlns:a16="http://schemas.microsoft.com/office/drawing/2014/main" id="{0E83BB1D-1ADD-3848-AEEA-1EAEA93C3AAE}"/>
                </a:ext>
              </a:extLst>
            </p:cNvPr>
            <p:cNvSpPr/>
            <p:nvPr/>
          </p:nvSpPr>
          <p:spPr>
            <a:xfrm>
              <a:off x="6045180" y="1495237"/>
              <a:ext cx="3278" cy="4918"/>
            </a:xfrm>
            <a:custGeom>
              <a:avLst/>
              <a:gdLst>
                <a:gd name="connsiteX0" fmla="*/ 3279 w 3278"/>
                <a:gd name="connsiteY0" fmla="*/ 0 h 4918"/>
                <a:gd name="connsiteX1" fmla="*/ 0 w 3278"/>
                <a:gd name="connsiteY1" fmla="*/ 4918 h 4918"/>
                <a:gd name="connsiteX2" fmla="*/ 3279 w 3278"/>
                <a:gd name="connsiteY2" fmla="*/ 4918 h 4918"/>
                <a:gd name="connsiteX3" fmla="*/ 3279 w 3278"/>
                <a:gd name="connsiteY3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3279" y="0"/>
                  </a:moveTo>
                  <a:lnTo>
                    <a:pt x="0" y="4918"/>
                  </a:lnTo>
                  <a:lnTo>
                    <a:pt x="3279" y="4918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48" name="Freeform 3247">
              <a:extLst>
                <a:ext uri="{FF2B5EF4-FFF2-40B4-BE49-F238E27FC236}">
                  <a16:creationId xmlns:a16="http://schemas.microsoft.com/office/drawing/2014/main" id="{A861E3B5-678A-9644-BCCE-914A74E987C9}"/>
                </a:ext>
              </a:extLst>
            </p:cNvPr>
            <p:cNvSpPr/>
            <p:nvPr/>
          </p:nvSpPr>
          <p:spPr>
            <a:xfrm>
              <a:off x="6048459" y="1491958"/>
              <a:ext cx="19671" cy="11475"/>
            </a:xfrm>
            <a:custGeom>
              <a:avLst/>
              <a:gdLst>
                <a:gd name="connsiteX0" fmla="*/ 8197 w 19671"/>
                <a:gd name="connsiteY0" fmla="*/ 11475 h 11475"/>
                <a:gd name="connsiteX1" fmla="*/ 11475 w 19671"/>
                <a:gd name="connsiteY1" fmla="*/ 11475 h 11475"/>
                <a:gd name="connsiteX2" fmla="*/ 13114 w 19671"/>
                <a:gd name="connsiteY2" fmla="*/ 8197 h 11475"/>
                <a:gd name="connsiteX3" fmla="*/ 11475 w 19671"/>
                <a:gd name="connsiteY3" fmla="*/ 4918 h 11475"/>
                <a:gd name="connsiteX4" fmla="*/ 11475 w 19671"/>
                <a:gd name="connsiteY4" fmla="*/ 4918 h 11475"/>
                <a:gd name="connsiteX5" fmla="*/ 13114 w 19671"/>
                <a:gd name="connsiteY5" fmla="*/ 4918 h 11475"/>
                <a:gd name="connsiteX6" fmla="*/ 14754 w 19671"/>
                <a:gd name="connsiteY6" fmla="*/ 8197 h 11475"/>
                <a:gd name="connsiteX7" fmla="*/ 19672 w 19671"/>
                <a:gd name="connsiteY7" fmla="*/ 8197 h 11475"/>
                <a:gd name="connsiteX8" fmla="*/ 18033 w 19671"/>
                <a:gd name="connsiteY8" fmla="*/ 3279 h 11475"/>
                <a:gd name="connsiteX9" fmla="*/ 14754 w 19671"/>
                <a:gd name="connsiteY9" fmla="*/ 1639 h 11475"/>
                <a:gd name="connsiteX10" fmla="*/ 9836 w 19671"/>
                <a:gd name="connsiteY10" fmla="*/ 1639 h 11475"/>
                <a:gd name="connsiteX11" fmla="*/ 9836 w 19671"/>
                <a:gd name="connsiteY11" fmla="*/ 0 h 11475"/>
                <a:gd name="connsiteX12" fmla="*/ 4918 w 19671"/>
                <a:gd name="connsiteY12" fmla="*/ 0 h 11475"/>
                <a:gd name="connsiteX13" fmla="*/ 8197 w 19671"/>
                <a:gd name="connsiteY13" fmla="*/ 3279 h 11475"/>
                <a:gd name="connsiteX14" fmla="*/ 6557 w 19671"/>
                <a:gd name="connsiteY14" fmla="*/ 8197 h 11475"/>
                <a:gd name="connsiteX15" fmla="*/ 4918 w 19671"/>
                <a:gd name="connsiteY15" fmla="*/ 3279 h 11475"/>
                <a:gd name="connsiteX16" fmla="*/ 0 w 19671"/>
                <a:gd name="connsiteY16" fmla="*/ 4918 h 11475"/>
                <a:gd name="connsiteX17" fmla="*/ 1639 w 19671"/>
                <a:gd name="connsiteY17" fmla="*/ 8197 h 11475"/>
                <a:gd name="connsiteX18" fmla="*/ 3278 w 19671"/>
                <a:gd name="connsiteY18" fmla="*/ 11475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671" h="11475">
                  <a:moveTo>
                    <a:pt x="8197" y="11475"/>
                  </a:moveTo>
                  <a:lnTo>
                    <a:pt x="11475" y="11475"/>
                  </a:lnTo>
                  <a:lnTo>
                    <a:pt x="13114" y="8197"/>
                  </a:lnTo>
                  <a:lnTo>
                    <a:pt x="11475" y="4918"/>
                  </a:lnTo>
                  <a:lnTo>
                    <a:pt x="11475" y="4918"/>
                  </a:lnTo>
                  <a:lnTo>
                    <a:pt x="13114" y="4918"/>
                  </a:lnTo>
                  <a:lnTo>
                    <a:pt x="14754" y="8197"/>
                  </a:lnTo>
                  <a:lnTo>
                    <a:pt x="19672" y="8197"/>
                  </a:lnTo>
                  <a:lnTo>
                    <a:pt x="18033" y="3279"/>
                  </a:lnTo>
                  <a:lnTo>
                    <a:pt x="14754" y="1639"/>
                  </a:lnTo>
                  <a:lnTo>
                    <a:pt x="9836" y="1639"/>
                  </a:lnTo>
                  <a:lnTo>
                    <a:pt x="9836" y="0"/>
                  </a:lnTo>
                  <a:lnTo>
                    <a:pt x="4918" y="0"/>
                  </a:lnTo>
                  <a:lnTo>
                    <a:pt x="8197" y="3279"/>
                  </a:lnTo>
                  <a:lnTo>
                    <a:pt x="6557" y="8197"/>
                  </a:lnTo>
                  <a:lnTo>
                    <a:pt x="4918" y="3279"/>
                  </a:lnTo>
                  <a:lnTo>
                    <a:pt x="0" y="4918"/>
                  </a:lnTo>
                  <a:lnTo>
                    <a:pt x="1639" y="8197"/>
                  </a:lnTo>
                  <a:lnTo>
                    <a:pt x="3278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49" name="Freeform 3248">
              <a:extLst>
                <a:ext uri="{FF2B5EF4-FFF2-40B4-BE49-F238E27FC236}">
                  <a16:creationId xmlns:a16="http://schemas.microsoft.com/office/drawing/2014/main" id="{A04DBDA6-2EA8-9F40-AEF0-55EDE38D2F8C}"/>
                </a:ext>
              </a:extLst>
            </p:cNvPr>
            <p:cNvSpPr/>
            <p:nvPr/>
          </p:nvSpPr>
          <p:spPr>
            <a:xfrm>
              <a:off x="6059934" y="1503433"/>
              <a:ext cx="8196" cy="4918"/>
            </a:xfrm>
            <a:custGeom>
              <a:avLst/>
              <a:gdLst>
                <a:gd name="connsiteX0" fmla="*/ 0 w 8196"/>
                <a:gd name="connsiteY0" fmla="*/ 1639 h 4918"/>
                <a:gd name="connsiteX1" fmla="*/ 3279 w 8196"/>
                <a:gd name="connsiteY1" fmla="*/ 3279 h 4918"/>
                <a:gd name="connsiteX2" fmla="*/ 4918 w 8196"/>
                <a:gd name="connsiteY2" fmla="*/ 4918 h 4918"/>
                <a:gd name="connsiteX3" fmla="*/ 4918 w 8196"/>
                <a:gd name="connsiteY3" fmla="*/ 4918 h 4918"/>
                <a:gd name="connsiteX4" fmla="*/ 6558 w 8196"/>
                <a:gd name="connsiteY4" fmla="*/ 4918 h 4918"/>
                <a:gd name="connsiteX5" fmla="*/ 8197 w 8196"/>
                <a:gd name="connsiteY5" fmla="*/ 4918 h 4918"/>
                <a:gd name="connsiteX6" fmla="*/ 8197 w 8196"/>
                <a:gd name="connsiteY6" fmla="*/ 1639 h 4918"/>
                <a:gd name="connsiteX7" fmla="*/ 3279 w 8196"/>
                <a:gd name="connsiteY7" fmla="*/ 0 h 4918"/>
                <a:gd name="connsiteX8" fmla="*/ 0 w 8196"/>
                <a:gd name="connsiteY8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4918">
                  <a:moveTo>
                    <a:pt x="0" y="1639"/>
                  </a:moveTo>
                  <a:lnTo>
                    <a:pt x="3279" y="3279"/>
                  </a:lnTo>
                  <a:lnTo>
                    <a:pt x="4918" y="4918"/>
                  </a:lnTo>
                  <a:lnTo>
                    <a:pt x="4918" y="4918"/>
                  </a:lnTo>
                  <a:lnTo>
                    <a:pt x="6558" y="4918"/>
                  </a:lnTo>
                  <a:lnTo>
                    <a:pt x="8197" y="4918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50" name="Freeform 3249">
              <a:extLst>
                <a:ext uri="{FF2B5EF4-FFF2-40B4-BE49-F238E27FC236}">
                  <a16:creationId xmlns:a16="http://schemas.microsoft.com/office/drawing/2014/main" id="{70D69AE9-544D-4340-8299-DEFF9A0641AB}"/>
                </a:ext>
              </a:extLst>
            </p:cNvPr>
            <p:cNvSpPr/>
            <p:nvPr/>
          </p:nvSpPr>
          <p:spPr>
            <a:xfrm>
              <a:off x="6069770" y="1508351"/>
              <a:ext cx="4918" cy="16393"/>
            </a:xfrm>
            <a:custGeom>
              <a:avLst/>
              <a:gdLst>
                <a:gd name="connsiteX0" fmla="*/ 0 w 4918"/>
                <a:gd name="connsiteY0" fmla="*/ 0 h 16393"/>
                <a:gd name="connsiteX1" fmla="*/ 4918 w 4918"/>
                <a:gd name="connsiteY1" fmla="*/ 0 h 16393"/>
                <a:gd name="connsiteX2" fmla="*/ 4918 w 4918"/>
                <a:gd name="connsiteY2" fmla="*/ 0 h 16393"/>
                <a:gd name="connsiteX3" fmla="*/ 3279 w 4918"/>
                <a:gd name="connsiteY3" fmla="*/ 0 h 16393"/>
                <a:gd name="connsiteX4" fmla="*/ 3279 w 4918"/>
                <a:gd name="connsiteY4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16393">
                  <a:moveTo>
                    <a:pt x="0" y="0"/>
                  </a:moveTo>
                  <a:lnTo>
                    <a:pt x="4918" y="0"/>
                  </a:lnTo>
                  <a:lnTo>
                    <a:pt x="4918" y="0"/>
                  </a:lnTo>
                  <a:lnTo>
                    <a:pt x="3279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51" name="Freeform 3250">
              <a:extLst>
                <a:ext uri="{FF2B5EF4-FFF2-40B4-BE49-F238E27FC236}">
                  <a16:creationId xmlns:a16="http://schemas.microsoft.com/office/drawing/2014/main" id="{420EEFF3-16D2-C64B-9A4D-78B9AB6E534A}"/>
                </a:ext>
              </a:extLst>
            </p:cNvPr>
            <p:cNvSpPr/>
            <p:nvPr/>
          </p:nvSpPr>
          <p:spPr>
            <a:xfrm>
              <a:off x="6084524" y="1375565"/>
              <a:ext cx="8196" cy="6557"/>
            </a:xfrm>
            <a:custGeom>
              <a:avLst/>
              <a:gdLst>
                <a:gd name="connsiteX0" fmla="*/ 4918 w 8196"/>
                <a:gd name="connsiteY0" fmla="*/ 6557 h 6557"/>
                <a:gd name="connsiteX1" fmla="*/ 6558 w 8196"/>
                <a:gd name="connsiteY1" fmla="*/ 4918 h 6557"/>
                <a:gd name="connsiteX2" fmla="*/ 8197 w 8196"/>
                <a:gd name="connsiteY2" fmla="*/ 1639 h 6557"/>
                <a:gd name="connsiteX3" fmla="*/ 4918 w 8196"/>
                <a:gd name="connsiteY3" fmla="*/ 0 h 6557"/>
                <a:gd name="connsiteX4" fmla="*/ 0 w 8196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6557">
                  <a:moveTo>
                    <a:pt x="4918" y="6557"/>
                  </a:moveTo>
                  <a:lnTo>
                    <a:pt x="6558" y="4918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52" name="Freeform 3251">
              <a:extLst>
                <a:ext uri="{FF2B5EF4-FFF2-40B4-BE49-F238E27FC236}">
                  <a16:creationId xmlns:a16="http://schemas.microsoft.com/office/drawing/2014/main" id="{B89F294E-5DF5-4947-A762-4FC0A7AB6B70}"/>
                </a:ext>
              </a:extLst>
            </p:cNvPr>
            <p:cNvSpPr/>
            <p:nvPr/>
          </p:nvSpPr>
          <p:spPr>
            <a:xfrm>
              <a:off x="6089442" y="1373926"/>
              <a:ext cx="4917" cy="16393"/>
            </a:xfrm>
            <a:custGeom>
              <a:avLst/>
              <a:gdLst>
                <a:gd name="connsiteX0" fmla="*/ 4918 w 4917"/>
                <a:gd name="connsiteY0" fmla="*/ 0 h 16393"/>
                <a:gd name="connsiteX1" fmla="*/ 0 w 4917"/>
                <a:gd name="connsiteY1" fmla="*/ 0 h 16393"/>
                <a:gd name="connsiteX2" fmla="*/ 4918 w 4917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3">
                  <a:moveTo>
                    <a:pt x="4918" y="0"/>
                  </a:moveTo>
                  <a:lnTo>
                    <a:pt x="0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53" name="Freeform 3252">
              <a:extLst>
                <a:ext uri="{FF2B5EF4-FFF2-40B4-BE49-F238E27FC236}">
                  <a16:creationId xmlns:a16="http://schemas.microsoft.com/office/drawing/2014/main" id="{AEE684B7-ED9B-9642-B427-833CB5FF142B}"/>
                </a:ext>
              </a:extLst>
            </p:cNvPr>
            <p:cNvSpPr/>
            <p:nvPr/>
          </p:nvSpPr>
          <p:spPr>
            <a:xfrm>
              <a:off x="6100917" y="1483761"/>
              <a:ext cx="3278" cy="3278"/>
            </a:xfrm>
            <a:custGeom>
              <a:avLst/>
              <a:gdLst>
                <a:gd name="connsiteX0" fmla="*/ 0 w 3278"/>
                <a:gd name="connsiteY0" fmla="*/ 1639 h 3278"/>
                <a:gd name="connsiteX1" fmla="*/ 0 w 3278"/>
                <a:gd name="connsiteY1" fmla="*/ 3279 h 3278"/>
                <a:gd name="connsiteX2" fmla="*/ 3279 w 3278"/>
                <a:gd name="connsiteY2" fmla="*/ 1639 h 3278"/>
                <a:gd name="connsiteX3" fmla="*/ 0 w 327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3278">
                  <a:moveTo>
                    <a:pt x="0" y="1639"/>
                  </a:moveTo>
                  <a:lnTo>
                    <a:pt x="0" y="3279"/>
                  </a:ln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54" name="Freeform 3253">
              <a:extLst>
                <a:ext uri="{FF2B5EF4-FFF2-40B4-BE49-F238E27FC236}">
                  <a16:creationId xmlns:a16="http://schemas.microsoft.com/office/drawing/2014/main" id="{B2444186-E751-C744-9AB9-6CB35B6A2B90}"/>
                </a:ext>
              </a:extLst>
            </p:cNvPr>
            <p:cNvSpPr/>
            <p:nvPr/>
          </p:nvSpPr>
          <p:spPr>
            <a:xfrm>
              <a:off x="6109114" y="1372286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55" name="Freeform 3254">
              <a:extLst>
                <a:ext uri="{FF2B5EF4-FFF2-40B4-BE49-F238E27FC236}">
                  <a16:creationId xmlns:a16="http://schemas.microsoft.com/office/drawing/2014/main" id="{C49A6870-54F3-6741-90DF-CE856943898D}"/>
                </a:ext>
              </a:extLst>
            </p:cNvPr>
            <p:cNvSpPr/>
            <p:nvPr/>
          </p:nvSpPr>
          <p:spPr>
            <a:xfrm>
              <a:off x="6114032" y="1373926"/>
              <a:ext cx="3278" cy="3278"/>
            </a:xfrm>
            <a:custGeom>
              <a:avLst/>
              <a:gdLst>
                <a:gd name="connsiteX0" fmla="*/ 3278 w 3278"/>
                <a:gd name="connsiteY0" fmla="*/ 0 h 3278"/>
                <a:gd name="connsiteX1" fmla="*/ 0 w 3278"/>
                <a:gd name="connsiteY1" fmla="*/ 1639 h 3278"/>
                <a:gd name="connsiteX2" fmla="*/ 3278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8" y="0"/>
                  </a:moveTo>
                  <a:lnTo>
                    <a:pt x="0" y="1639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56" name="Freeform 3255">
              <a:extLst>
                <a:ext uri="{FF2B5EF4-FFF2-40B4-BE49-F238E27FC236}">
                  <a16:creationId xmlns:a16="http://schemas.microsoft.com/office/drawing/2014/main" id="{77FCAFF4-F73E-904B-8166-D6A1AC872AA5}"/>
                </a:ext>
              </a:extLst>
            </p:cNvPr>
            <p:cNvSpPr/>
            <p:nvPr/>
          </p:nvSpPr>
          <p:spPr>
            <a:xfrm>
              <a:off x="6115672" y="1488679"/>
              <a:ext cx="6557" cy="4917"/>
            </a:xfrm>
            <a:custGeom>
              <a:avLst/>
              <a:gdLst>
                <a:gd name="connsiteX0" fmla="*/ 4918 w 6557"/>
                <a:gd name="connsiteY0" fmla="*/ 3279 h 4917"/>
                <a:gd name="connsiteX1" fmla="*/ 0 w 6557"/>
                <a:gd name="connsiteY1" fmla="*/ 0 h 4917"/>
                <a:gd name="connsiteX2" fmla="*/ 0 w 6557"/>
                <a:gd name="connsiteY2" fmla="*/ 3279 h 4917"/>
                <a:gd name="connsiteX3" fmla="*/ 3278 w 6557"/>
                <a:gd name="connsiteY3" fmla="*/ 4918 h 4917"/>
                <a:gd name="connsiteX4" fmla="*/ 6557 w 6557"/>
                <a:gd name="connsiteY4" fmla="*/ 4918 h 4917"/>
                <a:gd name="connsiteX5" fmla="*/ 3278 w 6557"/>
                <a:gd name="connsiteY5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4917">
                  <a:moveTo>
                    <a:pt x="4918" y="3279"/>
                  </a:moveTo>
                  <a:lnTo>
                    <a:pt x="0" y="0"/>
                  </a:lnTo>
                  <a:lnTo>
                    <a:pt x="0" y="3279"/>
                  </a:lnTo>
                  <a:lnTo>
                    <a:pt x="3278" y="4918"/>
                  </a:lnTo>
                  <a:lnTo>
                    <a:pt x="6557" y="4918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57" name="Freeform 3256">
              <a:extLst>
                <a:ext uri="{FF2B5EF4-FFF2-40B4-BE49-F238E27FC236}">
                  <a16:creationId xmlns:a16="http://schemas.microsoft.com/office/drawing/2014/main" id="{65E3B1D7-8BCD-E043-B35C-B016380FBDE8}"/>
                </a:ext>
              </a:extLst>
            </p:cNvPr>
            <p:cNvSpPr/>
            <p:nvPr/>
          </p:nvSpPr>
          <p:spPr>
            <a:xfrm>
              <a:off x="6115672" y="1500155"/>
              <a:ext cx="4917" cy="16393"/>
            </a:xfrm>
            <a:custGeom>
              <a:avLst/>
              <a:gdLst>
                <a:gd name="connsiteX0" fmla="*/ 3278 w 4917"/>
                <a:gd name="connsiteY0" fmla="*/ 0 h 16393"/>
                <a:gd name="connsiteX1" fmla="*/ 4918 w 4917"/>
                <a:gd name="connsiteY1" fmla="*/ 0 h 16393"/>
                <a:gd name="connsiteX2" fmla="*/ 0 w 4917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3">
                  <a:moveTo>
                    <a:pt x="3278" y="0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58" name="Freeform 3257">
              <a:extLst>
                <a:ext uri="{FF2B5EF4-FFF2-40B4-BE49-F238E27FC236}">
                  <a16:creationId xmlns:a16="http://schemas.microsoft.com/office/drawing/2014/main" id="{1E3752CA-22FD-1F4B-8AB9-32032721D841}"/>
                </a:ext>
              </a:extLst>
            </p:cNvPr>
            <p:cNvSpPr/>
            <p:nvPr/>
          </p:nvSpPr>
          <p:spPr>
            <a:xfrm>
              <a:off x="6120590" y="1498515"/>
              <a:ext cx="3278" cy="1639"/>
            </a:xfrm>
            <a:custGeom>
              <a:avLst/>
              <a:gdLst>
                <a:gd name="connsiteX0" fmla="*/ 0 w 3278"/>
                <a:gd name="connsiteY0" fmla="*/ 1639 h 1639"/>
                <a:gd name="connsiteX1" fmla="*/ 3279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1639"/>
                  </a:moveTo>
                  <a:lnTo>
                    <a:pt x="3279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59" name="Freeform 3258">
              <a:extLst>
                <a:ext uri="{FF2B5EF4-FFF2-40B4-BE49-F238E27FC236}">
                  <a16:creationId xmlns:a16="http://schemas.microsoft.com/office/drawing/2014/main" id="{9F9F439C-CEFC-534A-A82B-A1679AA602F1}"/>
                </a:ext>
              </a:extLst>
            </p:cNvPr>
            <p:cNvSpPr/>
            <p:nvPr/>
          </p:nvSpPr>
          <p:spPr>
            <a:xfrm>
              <a:off x="6123868" y="1495237"/>
              <a:ext cx="8196" cy="4918"/>
            </a:xfrm>
            <a:custGeom>
              <a:avLst/>
              <a:gdLst>
                <a:gd name="connsiteX0" fmla="*/ 4918 w 8196"/>
                <a:gd name="connsiteY0" fmla="*/ 3279 h 4918"/>
                <a:gd name="connsiteX1" fmla="*/ 6557 w 8196"/>
                <a:gd name="connsiteY1" fmla="*/ 4918 h 4918"/>
                <a:gd name="connsiteX2" fmla="*/ 4918 w 8196"/>
                <a:gd name="connsiteY2" fmla="*/ 1639 h 4918"/>
                <a:gd name="connsiteX3" fmla="*/ 8197 w 8196"/>
                <a:gd name="connsiteY3" fmla="*/ 1639 h 4918"/>
                <a:gd name="connsiteX4" fmla="*/ 8197 w 8196"/>
                <a:gd name="connsiteY4" fmla="*/ 0 h 4918"/>
                <a:gd name="connsiteX5" fmla="*/ 8197 w 8196"/>
                <a:gd name="connsiteY5" fmla="*/ 0 h 4918"/>
                <a:gd name="connsiteX6" fmla="*/ 4918 w 8196"/>
                <a:gd name="connsiteY6" fmla="*/ 0 h 4918"/>
                <a:gd name="connsiteX7" fmla="*/ 0 w 8196"/>
                <a:gd name="connsiteY7" fmla="*/ 1639 h 4918"/>
                <a:gd name="connsiteX8" fmla="*/ 4918 w 8196"/>
                <a:gd name="connsiteY8" fmla="*/ 1639 h 4918"/>
                <a:gd name="connsiteX9" fmla="*/ 4918 w 8196"/>
                <a:gd name="connsiteY9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6" h="4918">
                  <a:moveTo>
                    <a:pt x="4918" y="3279"/>
                  </a:moveTo>
                  <a:lnTo>
                    <a:pt x="6557" y="4918"/>
                  </a:lnTo>
                  <a:lnTo>
                    <a:pt x="4918" y="1639"/>
                  </a:lnTo>
                  <a:lnTo>
                    <a:pt x="8197" y="1639"/>
                  </a:lnTo>
                  <a:lnTo>
                    <a:pt x="8197" y="0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4918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60" name="Freeform 3259">
              <a:extLst>
                <a:ext uri="{FF2B5EF4-FFF2-40B4-BE49-F238E27FC236}">
                  <a16:creationId xmlns:a16="http://schemas.microsoft.com/office/drawing/2014/main" id="{BF61CAB0-AF8E-F545-963E-578484986E7E}"/>
                </a:ext>
              </a:extLst>
            </p:cNvPr>
            <p:cNvSpPr/>
            <p:nvPr/>
          </p:nvSpPr>
          <p:spPr>
            <a:xfrm>
              <a:off x="6127147" y="1493597"/>
              <a:ext cx="3278" cy="16393"/>
            </a:xfrm>
            <a:custGeom>
              <a:avLst/>
              <a:gdLst>
                <a:gd name="connsiteX0" fmla="*/ 3279 w 3278"/>
                <a:gd name="connsiteY0" fmla="*/ 0 h 16393"/>
                <a:gd name="connsiteX1" fmla="*/ 0 w 3278"/>
                <a:gd name="connsiteY1" fmla="*/ 0 h 16393"/>
                <a:gd name="connsiteX2" fmla="*/ 3279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3279" y="0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61" name="Freeform 3260">
              <a:extLst>
                <a:ext uri="{FF2B5EF4-FFF2-40B4-BE49-F238E27FC236}">
                  <a16:creationId xmlns:a16="http://schemas.microsoft.com/office/drawing/2014/main" id="{BAFED977-3B75-B947-BB2D-518A583D1449}"/>
                </a:ext>
              </a:extLst>
            </p:cNvPr>
            <p:cNvSpPr/>
            <p:nvPr/>
          </p:nvSpPr>
          <p:spPr>
            <a:xfrm>
              <a:off x="6127147" y="1498515"/>
              <a:ext cx="1639" cy="16393"/>
            </a:xfrm>
            <a:custGeom>
              <a:avLst/>
              <a:gdLst>
                <a:gd name="connsiteX0" fmla="*/ 0 w 1639"/>
                <a:gd name="connsiteY0" fmla="*/ 0 h 16393"/>
                <a:gd name="connsiteX1" fmla="*/ 1639 w 1639"/>
                <a:gd name="connsiteY1" fmla="*/ 0 h 16393"/>
                <a:gd name="connsiteX2" fmla="*/ 1639 w 1639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16393">
                  <a:moveTo>
                    <a:pt x="0" y="0"/>
                  </a:moveTo>
                  <a:lnTo>
                    <a:pt x="1639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62" name="Freeform 3261">
              <a:extLst>
                <a:ext uri="{FF2B5EF4-FFF2-40B4-BE49-F238E27FC236}">
                  <a16:creationId xmlns:a16="http://schemas.microsoft.com/office/drawing/2014/main" id="{54B1B63A-A81F-284E-86E5-7B6F6179D163}"/>
                </a:ext>
              </a:extLst>
            </p:cNvPr>
            <p:cNvSpPr/>
            <p:nvPr/>
          </p:nvSpPr>
          <p:spPr>
            <a:xfrm>
              <a:off x="6132065" y="1354254"/>
              <a:ext cx="4917" cy="3278"/>
            </a:xfrm>
            <a:custGeom>
              <a:avLst/>
              <a:gdLst>
                <a:gd name="connsiteX0" fmla="*/ 3278 w 4917"/>
                <a:gd name="connsiteY0" fmla="*/ 0 h 3278"/>
                <a:gd name="connsiteX1" fmla="*/ 0 w 4917"/>
                <a:gd name="connsiteY1" fmla="*/ 1639 h 3278"/>
                <a:gd name="connsiteX2" fmla="*/ 3278 w 4917"/>
                <a:gd name="connsiteY2" fmla="*/ 3279 h 3278"/>
                <a:gd name="connsiteX3" fmla="*/ 4918 w 4917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3278">
                  <a:moveTo>
                    <a:pt x="3278" y="0"/>
                  </a:moveTo>
                  <a:lnTo>
                    <a:pt x="0" y="1639"/>
                  </a:lnTo>
                  <a:lnTo>
                    <a:pt x="3278" y="327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63" name="Freeform 3262">
              <a:extLst>
                <a:ext uri="{FF2B5EF4-FFF2-40B4-BE49-F238E27FC236}">
                  <a16:creationId xmlns:a16="http://schemas.microsoft.com/office/drawing/2014/main" id="{231B6507-4C5E-DD46-B353-3C4F92C88707}"/>
                </a:ext>
              </a:extLst>
            </p:cNvPr>
            <p:cNvSpPr/>
            <p:nvPr/>
          </p:nvSpPr>
          <p:spPr>
            <a:xfrm>
              <a:off x="6132065" y="1493597"/>
              <a:ext cx="3278" cy="1639"/>
            </a:xfrm>
            <a:custGeom>
              <a:avLst/>
              <a:gdLst>
                <a:gd name="connsiteX0" fmla="*/ 0 w 3278"/>
                <a:gd name="connsiteY0" fmla="*/ 1639 h 1639"/>
                <a:gd name="connsiteX1" fmla="*/ 3278 w 3278"/>
                <a:gd name="connsiteY1" fmla="*/ 1639 h 1639"/>
                <a:gd name="connsiteX2" fmla="*/ 1639 w 3278"/>
                <a:gd name="connsiteY2" fmla="*/ 0 h 1639"/>
                <a:gd name="connsiteX3" fmla="*/ 1639 w 3278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1639">
                  <a:moveTo>
                    <a:pt x="0" y="1639"/>
                  </a:moveTo>
                  <a:lnTo>
                    <a:pt x="3278" y="1639"/>
                  </a:lnTo>
                  <a:lnTo>
                    <a:pt x="1639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64" name="Freeform 3263">
              <a:extLst>
                <a:ext uri="{FF2B5EF4-FFF2-40B4-BE49-F238E27FC236}">
                  <a16:creationId xmlns:a16="http://schemas.microsoft.com/office/drawing/2014/main" id="{2BFD8862-0D98-4B4C-BBF4-B4913EC6443A}"/>
                </a:ext>
              </a:extLst>
            </p:cNvPr>
            <p:cNvSpPr/>
            <p:nvPr/>
          </p:nvSpPr>
          <p:spPr>
            <a:xfrm>
              <a:off x="6133704" y="1496876"/>
              <a:ext cx="18032" cy="11475"/>
            </a:xfrm>
            <a:custGeom>
              <a:avLst/>
              <a:gdLst>
                <a:gd name="connsiteX0" fmla="*/ 1639 w 18032"/>
                <a:gd name="connsiteY0" fmla="*/ 11475 h 11475"/>
                <a:gd name="connsiteX1" fmla="*/ 1639 w 18032"/>
                <a:gd name="connsiteY1" fmla="*/ 11475 h 11475"/>
                <a:gd name="connsiteX2" fmla="*/ 3279 w 18032"/>
                <a:gd name="connsiteY2" fmla="*/ 11475 h 11475"/>
                <a:gd name="connsiteX3" fmla="*/ 3279 w 18032"/>
                <a:gd name="connsiteY3" fmla="*/ 11475 h 11475"/>
                <a:gd name="connsiteX4" fmla="*/ 6558 w 18032"/>
                <a:gd name="connsiteY4" fmla="*/ 9836 h 11475"/>
                <a:gd name="connsiteX5" fmla="*/ 11476 w 18032"/>
                <a:gd name="connsiteY5" fmla="*/ 9836 h 11475"/>
                <a:gd name="connsiteX6" fmla="*/ 14754 w 18032"/>
                <a:gd name="connsiteY6" fmla="*/ 6557 h 11475"/>
                <a:gd name="connsiteX7" fmla="*/ 14754 w 18032"/>
                <a:gd name="connsiteY7" fmla="*/ 3279 h 11475"/>
                <a:gd name="connsiteX8" fmla="*/ 18033 w 18032"/>
                <a:gd name="connsiteY8" fmla="*/ 0 h 11475"/>
                <a:gd name="connsiteX9" fmla="*/ 13115 w 18032"/>
                <a:gd name="connsiteY9" fmla="*/ 1639 h 11475"/>
                <a:gd name="connsiteX10" fmla="*/ 9836 w 18032"/>
                <a:gd name="connsiteY10" fmla="*/ 1639 h 11475"/>
                <a:gd name="connsiteX11" fmla="*/ 4918 w 18032"/>
                <a:gd name="connsiteY11" fmla="*/ 3279 h 11475"/>
                <a:gd name="connsiteX12" fmla="*/ 1639 w 18032"/>
                <a:gd name="connsiteY12" fmla="*/ 3279 h 11475"/>
                <a:gd name="connsiteX13" fmla="*/ 4918 w 18032"/>
                <a:gd name="connsiteY13" fmla="*/ 4918 h 11475"/>
                <a:gd name="connsiteX14" fmla="*/ 1639 w 18032"/>
                <a:gd name="connsiteY14" fmla="*/ 6557 h 11475"/>
                <a:gd name="connsiteX15" fmla="*/ 0 w 18032"/>
                <a:gd name="connsiteY15" fmla="*/ 983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32" h="11475">
                  <a:moveTo>
                    <a:pt x="1639" y="11475"/>
                  </a:moveTo>
                  <a:lnTo>
                    <a:pt x="1639" y="11475"/>
                  </a:lnTo>
                  <a:lnTo>
                    <a:pt x="3279" y="11475"/>
                  </a:lnTo>
                  <a:lnTo>
                    <a:pt x="3279" y="11475"/>
                  </a:lnTo>
                  <a:lnTo>
                    <a:pt x="6558" y="9836"/>
                  </a:lnTo>
                  <a:lnTo>
                    <a:pt x="11476" y="9836"/>
                  </a:lnTo>
                  <a:lnTo>
                    <a:pt x="14754" y="6557"/>
                  </a:lnTo>
                  <a:lnTo>
                    <a:pt x="14754" y="3279"/>
                  </a:lnTo>
                  <a:lnTo>
                    <a:pt x="18033" y="0"/>
                  </a:lnTo>
                  <a:lnTo>
                    <a:pt x="13115" y="1639"/>
                  </a:lnTo>
                  <a:lnTo>
                    <a:pt x="9836" y="1639"/>
                  </a:lnTo>
                  <a:lnTo>
                    <a:pt x="4918" y="3279"/>
                  </a:lnTo>
                  <a:lnTo>
                    <a:pt x="1639" y="3279"/>
                  </a:lnTo>
                  <a:lnTo>
                    <a:pt x="4918" y="4918"/>
                  </a:lnTo>
                  <a:lnTo>
                    <a:pt x="1639" y="6557"/>
                  </a:lnTo>
                  <a:lnTo>
                    <a:pt x="0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65" name="Freeform 3264">
              <a:extLst>
                <a:ext uri="{FF2B5EF4-FFF2-40B4-BE49-F238E27FC236}">
                  <a16:creationId xmlns:a16="http://schemas.microsoft.com/office/drawing/2014/main" id="{6F7DD4D6-2D14-3045-830C-F784ADFEDB42}"/>
                </a:ext>
              </a:extLst>
            </p:cNvPr>
            <p:cNvSpPr/>
            <p:nvPr/>
          </p:nvSpPr>
          <p:spPr>
            <a:xfrm>
              <a:off x="6146819" y="1508351"/>
              <a:ext cx="9836" cy="3278"/>
            </a:xfrm>
            <a:custGeom>
              <a:avLst/>
              <a:gdLst>
                <a:gd name="connsiteX0" fmla="*/ 0 w 9836"/>
                <a:gd name="connsiteY0" fmla="*/ 0 h 3278"/>
                <a:gd name="connsiteX1" fmla="*/ 4918 w 9836"/>
                <a:gd name="connsiteY1" fmla="*/ 3279 h 3278"/>
                <a:gd name="connsiteX2" fmla="*/ 8197 w 9836"/>
                <a:gd name="connsiteY2" fmla="*/ 3279 h 3278"/>
                <a:gd name="connsiteX3" fmla="*/ 9836 w 9836"/>
                <a:gd name="connsiteY3" fmla="*/ 0 h 3278"/>
                <a:gd name="connsiteX4" fmla="*/ 6557 w 9836"/>
                <a:gd name="connsiteY4" fmla="*/ 0 h 3278"/>
                <a:gd name="connsiteX5" fmla="*/ 3278 w 9836"/>
                <a:gd name="connsiteY5" fmla="*/ 0 h 3278"/>
                <a:gd name="connsiteX6" fmla="*/ 1639 w 9836"/>
                <a:gd name="connsiteY6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3278">
                  <a:moveTo>
                    <a:pt x="0" y="0"/>
                  </a:moveTo>
                  <a:lnTo>
                    <a:pt x="4918" y="3279"/>
                  </a:lnTo>
                  <a:lnTo>
                    <a:pt x="8197" y="3279"/>
                  </a:lnTo>
                  <a:lnTo>
                    <a:pt x="9836" y="0"/>
                  </a:lnTo>
                  <a:lnTo>
                    <a:pt x="6557" y="0"/>
                  </a:lnTo>
                  <a:lnTo>
                    <a:pt x="3278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66" name="Freeform 3265">
              <a:extLst>
                <a:ext uri="{FF2B5EF4-FFF2-40B4-BE49-F238E27FC236}">
                  <a16:creationId xmlns:a16="http://schemas.microsoft.com/office/drawing/2014/main" id="{24295695-E2E0-4549-B5B1-507A523A5411}"/>
                </a:ext>
              </a:extLst>
            </p:cNvPr>
            <p:cNvSpPr/>
            <p:nvPr/>
          </p:nvSpPr>
          <p:spPr>
            <a:xfrm>
              <a:off x="6148458" y="1503433"/>
              <a:ext cx="3278" cy="1639"/>
            </a:xfrm>
            <a:custGeom>
              <a:avLst/>
              <a:gdLst>
                <a:gd name="connsiteX0" fmla="*/ 3278 w 3278"/>
                <a:gd name="connsiteY0" fmla="*/ 0 h 1639"/>
                <a:gd name="connsiteX1" fmla="*/ 0 w 3278"/>
                <a:gd name="connsiteY1" fmla="*/ 1639 h 1639"/>
                <a:gd name="connsiteX2" fmla="*/ 3278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8" y="0"/>
                  </a:moveTo>
                  <a:lnTo>
                    <a:pt x="0" y="1639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67" name="Freeform 3266">
              <a:extLst>
                <a:ext uri="{FF2B5EF4-FFF2-40B4-BE49-F238E27FC236}">
                  <a16:creationId xmlns:a16="http://schemas.microsoft.com/office/drawing/2014/main" id="{862BA2F3-84E5-6E4E-B027-E111909633F2}"/>
                </a:ext>
              </a:extLst>
            </p:cNvPr>
            <p:cNvSpPr/>
            <p:nvPr/>
          </p:nvSpPr>
          <p:spPr>
            <a:xfrm>
              <a:off x="6179606" y="1306713"/>
              <a:ext cx="11475" cy="4918"/>
            </a:xfrm>
            <a:custGeom>
              <a:avLst/>
              <a:gdLst>
                <a:gd name="connsiteX0" fmla="*/ 0 w 11475"/>
                <a:gd name="connsiteY0" fmla="*/ 3279 h 4918"/>
                <a:gd name="connsiteX1" fmla="*/ 0 w 11475"/>
                <a:gd name="connsiteY1" fmla="*/ 3279 h 4918"/>
                <a:gd name="connsiteX2" fmla="*/ 4918 w 11475"/>
                <a:gd name="connsiteY2" fmla="*/ 4918 h 4918"/>
                <a:gd name="connsiteX3" fmla="*/ 8197 w 11475"/>
                <a:gd name="connsiteY3" fmla="*/ 3279 h 4918"/>
                <a:gd name="connsiteX4" fmla="*/ 8197 w 11475"/>
                <a:gd name="connsiteY4" fmla="*/ 1639 h 4918"/>
                <a:gd name="connsiteX5" fmla="*/ 11475 w 11475"/>
                <a:gd name="connsiteY5" fmla="*/ 1639 h 4918"/>
                <a:gd name="connsiteX6" fmla="*/ 11475 w 11475"/>
                <a:gd name="connsiteY6" fmla="*/ 1639 h 4918"/>
                <a:gd name="connsiteX7" fmla="*/ 8197 w 11475"/>
                <a:gd name="connsiteY7" fmla="*/ 0 h 4918"/>
                <a:gd name="connsiteX8" fmla="*/ 3278 w 11475"/>
                <a:gd name="connsiteY8" fmla="*/ 0 h 4918"/>
                <a:gd name="connsiteX9" fmla="*/ 0 w 11475"/>
                <a:gd name="connsiteY9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5" h="4918">
                  <a:moveTo>
                    <a:pt x="0" y="3279"/>
                  </a:moveTo>
                  <a:lnTo>
                    <a:pt x="0" y="3279"/>
                  </a:lnTo>
                  <a:lnTo>
                    <a:pt x="4918" y="4918"/>
                  </a:lnTo>
                  <a:lnTo>
                    <a:pt x="8197" y="3279"/>
                  </a:lnTo>
                  <a:lnTo>
                    <a:pt x="8197" y="1639"/>
                  </a:lnTo>
                  <a:lnTo>
                    <a:pt x="11475" y="1639"/>
                  </a:lnTo>
                  <a:lnTo>
                    <a:pt x="11475" y="1639"/>
                  </a:lnTo>
                  <a:lnTo>
                    <a:pt x="8197" y="0"/>
                  </a:lnTo>
                  <a:lnTo>
                    <a:pt x="327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68" name="Freeform 3267">
              <a:extLst>
                <a:ext uri="{FF2B5EF4-FFF2-40B4-BE49-F238E27FC236}">
                  <a16:creationId xmlns:a16="http://schemas.microsoft.com/office/drawing/2014/main" id="{11426956-16D6-FA4D-A071-9BE8BD105DC1}"/>
                </a:ext>
              </a:extLst>
            </p:cNvPr>
            <p:cNvSpPr/>
            <p:nvPr/>
          </p:nvSpPr>
          <p:spPr>
            <a:xfrm>
              <a:off x="3127161" y="3857521"/>
              <a:ext cx="159015" cy="183605"/>
            </a:xfrm>
            <a:custGeom>
              <a:avLst/>
              <a:gdLst>
                <a:gd name="connsiteX0" fmla="*/ 13115 w 159015"/>
                <a:gd name="connsiteY0" fmla="*/ 108196 h 183605"/>
                <a:gd name="connsiteX1" fmla="*/ 9836 w 159015"/>
                <a:gd name="connsiteY1" fmla="*/ 103279 h 183605"/>
                <a:gd name="connsiteX2" fmla="*/ 8197 w 159015"/>
                <a:gd name="connsiteY2" fmla="*/ 100000 h 183605"/>
                <a:gd name="connsiteX3" fmla="*/ 6557 w 159015"/>
                <a:gd name="connsiteY3" fmla="*/ 96721 h 183605"/>
                <a:gd name="connsiteX4" fmla="*/ 4918 w 159015"/>
                <a:gd name="connsiteY4" fmla="*/ 91803 h 183605"/>
                <a:gd name="connsiteX5" fmla="*/ 1639 w 159015"/>
                <a:gd name="connsiteY5" fmla="*/ 88525 h 183605"/>
                <a:gd name="connsiteX6" fmla="*/ 1639 w 159015"/>
                <a:gd name="connsiteY6" fmla="*/ 85246 h 183605"/>
                <a:gd name="connsiteX7" fmla="*/ 0 w 159015"/>
                <a:gd name="connsiteY7" fmla="*/ 80328 h 183605"/>
                <a:gd name="connsiteX8" fmla="*/ 3279 w 159015"/>
                <a:gd name="connsiteY8" fmla="*/ 77049 h 183605"/>
                <a:gd name="connsiteX9" fmla="*/ 4918 w 159015"/>
                <a:gd name="connsiteY9" fmla="*/ 73770 h 183605"/>
                <a:gd name="connsiteX10" fmla="*/ 6557 w 159015"/>
                <a:gd name="connsiteY10" fmla="*/ 68852 h 183605"/>
                <a:gd name="connsiteX11" fmla="*/ 8197 w 159015"/>
                <a:gd name="connsiteY11" fmla="*/ 65573 h 183605"/>
                <a:gd name="connsiteX12" fmla="*/ 9836 w 159015"/>
                <a:gd name="connsiteY12" fmla="*/ 62295 h 183605"/>
                <a:gd name="connsiteX13" fmla="*/ 9836 w 159015"/>
                <a:gd name="connsiteY13" fmla="*/ 59016 h 183605"/>
                <a:gd name="connsiteX14" fmla="*/ 8197 w 159015"/>
                <a:gd name="connsiteY14" fmla="*/ 54098 h 183605"/>
                <a:gd name="connsiteX15" fmla="*/ 8197 w 159015"/>
                <a:gd name="connsiteY15" fmla="*/ 50820 h 183605"/>
                <a:gd name="connsiteX16" fmla="*/ 11476 w 159015"/>
                <a:gd name="connsiteY16" fmla="*/ 47541 h 183605"/>
                <a:gd name="connsiteX17" fmla="*/ 14754 w 159015"/>
                <a:gd name="connsiteY17" fmla="*/ 45902 h 183605"/>
                <a:gd name="connsiteX18" fmla="*/ 18033 w 159015"/>
                <a:gd name="connsiteY18" fmla="*/ 44262 h 183605"/>
                <a:gd name="connsiteX19" fmla="*/ 21311 w 159015"/>
                <a:gd name="connsiteY19" fmla="*/ 44262 h 183605"/>
                <a:gd name="connsiteX20" fmla="*/ 26229 w 159015"/>
                <a:gd name="connsiteY20" fmla="*/ 44262 h 183605"/>
                <a:gd name="connsiteX21" fmla="*/ 29508 w 159015"/>
                <a:gd name="connsiteY21" fmla="*/ 44262 h 183605"/>
                <a:gd name="connsiteX22" fmla="*/ 29508 w 159015"/>
                <a:gd name="connsiteY22" fmla="*/ 42623 h 183605"/>
                <a:gd name="connsiteX23" fmla="*/ 31148 w 159015"/>
                <a:gd name="connsiteY23" fmla="*/ 42623 h 183605"/>
                <a:gd name="connsiteX24" fmla="*/ 31148 w 159015"/>
                <a:gd name="connsiteY24" fmla="*/ 39344 h 183605"/>
                <a:gd name="connsiteX25" fmla="*/ 34426 w 159015"/>
                <a:gd name="connsiteY25" fmla="*/ 37705 h 183605"/>
                <a:gd name="connsiteX26" fmla="*/ 34426 w 159015"/>
                <a:gd name="connsiteY26" fmla="*/ 32787 h 183605"/>
                <a:gd name="connsiteX27" fmla="*/ 34426 w 159015"/>
                <a:gd name="connsiteY27" fmla="*/ 32787 h 183605"/>
                <a:gd name="connsiteX28" fmla="*/ 31148 w 159015"/>
                <a:gd name="connsiteY28" fmla="*/ 29508 h 183605"/>
                <a:gd name="connsiteX29" fmla="*/ 32787 w 159015"/>
                <a:gd name="connsiteY29" fmla="*/ 26229 h 183605"/>
                <a:gd name="connsiteX30" fmla="*/ 34426 w 159015"/>
                <a:gd name="connsiteY30" fmla="*/ 22951 h 183605"/>
                <a:gd name="connsiteX31" fmla="*/ 37705 w 159015"/>
                <a:gd name="connsiteY31" fmla="*/ 19672 h 183605"/>
                <a:gd name="connsiteX32" fmla="*/ 37705 w 159015"/>
                <a:gd name="connsiteY32" fmla="*/ 16393 h 183605"/>
                <a:gd name="connsiteX33" fmla="*/ 37705 w 159015"/>
                <a:gd name="connsiteY33" fmla="*/ 13115 h 183605"/>
                <a:gd name="connsiteX34" fmla="*/ 39344 w 159015"/>
                <a:gd name="connsiteY34" fmla="*/ 8197 h 183605"/>
                <a:gd name="connsiteX35" fmla="*/ 40983 w 159015"/>
                <a:gd name="connsiteY35" fmla="*/ 4918 h 183605"/>
                <a:gd name="connsiteX36" fmla="*/ 40983 w 159015"/>
                <a:gd name="connsiteY36" fmla="*/ 1639 h 183605"/>
                <a:gd name="connsiteX37" fmla="*/ 42623 w 159015"/>
                <a:gd name="connsiteY37" fmla="*/ 1639 h 183605"/>
                <a:gd name="connsiteX38" fmla="*/ 44262 w 159015"/>
                <a:gd name="connsiteY38" fmla="*/ 0 h 183605"/>
                <a:gd name="connsiteX39" fmla="*/ 47541 w 159015"/>
                <a:gd name="connsiteY39" fmla="*/ 0 h 183605"/>
                <a:gd name="connsiteX40" fmla="*/ 52459 w 159015"/>
                <a:gd name="connsiteY40" fmla="*/ 1639 h 183605"/>
                <a:gd name="connsiteX41" fmla="*/ 55738 w 159015"/>
                <a:gd name="connsiteY41" fmla="*/ 1639 h 183605"/>
                <a:gd name="connsiteX42" fmla="*/ 59016 w 159015"/>
                <a:gd name="connsiteY42" fmla="*/ 3279 h 183605"/>
                <a:gd name="connsiteX43" fmla="*/ 60656 w 159015"/>
                <a:gd name="connsiteY43" fmla="*/ 1639 h 183605"/>
                <a:gd name="connsiteX44" fmla="*/ 63934 w 159015"/>
                <a:gd name="connsiteY44" fmla="*/ 1639 h 183605"/>
                <a:gd name="connsiteX45" fmla="*/ 67213 w 159015"/>
                <a:gd name="connsiteY45" fmla="*/ 3279 h 183605"/>
                <a:gd name="connsiteX46" fmla="*/ 72131 w 159015"/>
                <a:gd name="connsiteY46" fmla="*/ 4918 h 183605"/>
                <a:gd name="connsiteX47" fmla="*/ 75410 w 159015"/>
                <a:gd name="connsiteY47" fmla="*/ 6558 h 183605"/>
                <a:gd name="connsiteX48" fmla="*/ 78688 w 159015"/>
                <a:gd name="connsiteY48" fmla="*/ 8197 h 183605"/>
                <a:gd name="connsiteX49" fmla="*/ 81967 w 159015"/>
                <a:gd name="connsiteY49" fmla="*/ 8197 h 183605"/>
                <a:gd name="connsiteX50" fmla="*/ 86885 w 159015"/>
                <a:gd name="connsiteY50" fmla="*/ 9836 h 183605"/>
                <a:gd name="connsiteX51" fmla="*/ 86885 w 159015"/>
                <a:gd name="connsiteY51" fmla="*/ 14754 h 183605"/>
                <a:gd name="connsiteX52" fmla="*/ 86885 w 159015"/>
                <a:gd name="connsiteY52" fmla="*/ 13115 h 183605"/>
                <a:gd name="connsiteX53" fmla="*/ 86885 w 159015"/>
                <a:gd name="connsiteY53" fmla="*/ 8197 h 183605"/>
                <a:gd name="connsiteX54" fmla="*/ 86885 w 159015"/>
                <a:gd name="connsiteY54" fmla="*/ 6558 h 183605"/>
                <a:gd name="connsiteX55" fmla="*/ 86885 w 159015"/>
                <a:gd name="connsiteY55" fmla="*/ 4918 h 183605"/>
                <a:gd name="connsiteX56" fmla="*/ 90164 w 159015"/>
                <a:gd name="connsiteY56" fmla="*/ 1639 h 183605"/>
                <a:gd name="connsiteX57" fmla="*/ 93442 w 159015"/>
                <a:gd name="connsiteY57" fmla="*/ 1639 h 183605"/>
                <a:gd name="connsiteX58" fmla="*/ 96721 w 159015"/>
                <a:gd name="connsiteY58" fmla="*/ 1639 h 183605"/>
                <a:gd name="connsiteX59" fmla="*/ 101639 w 159015"/>
                <a:gd name="connsiteY59" fmla="*/ 1639 h 183605"/>
                <a:gd name="connsiteX60" fmla="*/ 104918 w 159015"/>
                <a:gd name="connsiteY60" fmla="*/ 1639 h 183605"/>
                <a:gd name="connsiteX61" fmla="*/ 108196 w 159015"/>
                <a:gd name="connsiteY61" fmla="*/ 1639 h 183605"/>
                <a:gd name="connsiteX62" fmla="*/ 111475 w 159015"/>
                <a:gd name="connsiteY62" fmla="*/ 3279 h 183605"/>
                <a:gd name="connsiteX63" fmla="*/ 111475 w 159015"/>
                <a:gd name="connsiteY63" fmla="*/ 4918 h 183605"/>
                <a:gd name="connsiteX64" fmla="*/ 114754 w 159015"/>
                <a:gd name="connsiteY64" fmla="*/ 4918 h 183605"/>
                <a:gd name="connsiteX65" fmla="*/ 116393 w 159015"/>
                <a:gd name="connsiteY65" fmla="*/ 8197 h 183605"/>
                <a:gd name="connsiteX66" fmla="*/ 118032 w 159015"/>
                <a:gd name="connsiteY66" fmla="*/ 6558 h 183605"/>
                <a:gd name="connsiteX67" fmla="*/ 121311 w 159015"/>
                <a:gd name="connsiteY67" fmla="*/ 6558 h 183605"/>
                <a:gd name="connsiteX68" fmla="*/ 122950 w 159015"/>
                <a:gd name="connsiteY68" fmla="*/ 6558 h 183605"/>
                <a:gd name="connsiteX69" fmla="*/ 126229 w 159015"/>
                <a:gd name="connsiteY69" fmla="*/ 6558 h 183605"/>
                <a:gd name="connsiteX70" fmla="*/ 124590 w 159015"/>
                <a:gd name="connsiteY70" fmla="*/ 4918 h 183605"/>
                <a:gd name="connsiteX71" fmla="*/ 121311 w 159015"/>
                <a:gd name="connsiteY71" fmla="*/ 6558 h 183605"/>
                <a:gd name="connsiteX72" fmla="*/ 116393 w 159015"/>
                <a:gd name="connsiteY72" fmla="*/ 4918 h 183605"/>
                <a:gd name="connsiteX73" fmla="*/ 118032 w 159015"/>
                <a:gd name="connsiteY73" fmla="*/ 0 h 183605"/>
                <a:gd name="connsiteX74" fmla="*/ 121311 w 159015"/>
                <a:gd name="connsiteY74" fmla="*/ 0 h 183605"/>
                <a:gd name="connsiteX75" fmla="*/ 124590 w 159015"/>
                <a:gd name="connsiteY75" fmla="*/ 0 h 183605"/>
                <a:gd name="connsiteX76" fmla="*/ 127868 w 159015"/>
                <a:gd name="connsiteY76" fmla="*/ 1639 h 183605"/>
                <a:gd name="connsiteX77" fmla="*/ 132786 w 159015"/>
                <a:gd name="connsiteY77" fmla="*/ 1639 h 183605"/>
                <a:gd name="connsiteX78" fmla="*/ 132786 w 159015"/>
                <a:gd name="connsiteY78" fmla="*/ 1639 h 183605"/>
                <a:gd name="connsiteX79" fmla="*/ 136065 w 159015"/>
                <a:gd name="connsiteY79" fmla="*/ 1639 h 183605"/>
                <a:gd name="connsiteX80" fmla="*/ 140983 w 159015"/>
                <a:gd name="connsiteY80" fmla="*/ 3279 h 183605"/>
                <a:gd name="connsiteX81" fmla="*/ 144262 w 159015"/>
                <a:gd name="connsiteY81" fmla="*/ 3279 h 183605"/>
                <a:gd name="connsiteX82" fmla="*/ 147540 w 159015"/>
                <a:gd name="connsiteY82" fmla="*/ 4918 h 183605"/>
                <a:gd name="connsiteX83" fmla="*/ 150819 w 159015"/>
                <a:gd name="connsiteY83" fmla="*/ 4918 h 183605"/>
                <a:gd name="connsiteX84" fmla="*/ 155737 w 159015"/>
                <a:gd name="connsiteY84" fmla="*/ 6558 h 183605"/>
                <a:gd name="connsiteX85" fmla="*/ 159016 w 159015"/>
                <a:gd name="connsiteY85" fmla="*/ 9836 h 183605"/>
                <a:gd name="connsiteX86" fmla="*/ 159016 w 159015"/>
                <a:gd name="connsiteY86" fmla="*/ 13115 h 183605"/>
                <a:gd name="connsiteX87" fmla="*/ 157376 w 159015"/>
                <a:gd name="connsiteY87" fmla="*/ 18033 h 183605"/>
                <a:gd name="connsiteX88" fmla="*/ 157376 w 159015"/>
                <a:gd name="connsiteY88" fmla="*/ 21312 h 183605"/>
                <a:gd name="connsiteX89" fmla="*/ 154098 w 159015"/>
                <a:gd name="connsiteY89" fmla="*/ 24590 h 183605"/>
                <a:gd name="connsiteX90" fmla="*/ 152458 w 159015"/>
                <a:gd name="connsiteY90" fmla="*/ 29508 h 183605"/>
                <a:gd name="connsiteX91" fmla="*/ 149180 w 159015"/>
                <a:gd name="connsiteY91" fmla="*/ 31148 h 183605"/>
                <a:gd name="connsiteX92" fmla="*/ 145901 w 159015"/>
                <a:gd name="connsiteY92" fmla="*/ 34426 h 183605"/>
                <a:gd name="connsiteX93" fmla="*/ 145901 w 159015"/>
                <a:gd name="connsiteY93" fmla="*/ 36066 h 183605"/>
                <a:gd name="connsiteX94" fmla="*/ 144262 w 159015"/>
                <a:gd name="connsiteY94" fmla="*/ 39344 h 183605"/>
                <a:gd name="connsiteX95" fmla="*/ 140983 w 159015"/>
                <a:gd name="connsiteY95" fmla="*/ 42623 h 183605"/>
                <a:gd name="connsiteX96" fmla="*/ 140983 w 159015"/>
                <a:gd name="connsiteY96" fmla="*/ 47541 h 183605"/>
                <a:gd name="connsiteX97" fmla="*/ 139344 w 159015"/>
                <a:gd name="connsiteY97" fmla="*/ 50820 h 183605"/>
                <a:gd name="connsiteX98" fmla="*/ 139344 w 159015"/>
                <a:gd name="connsiteY98" fmla="*/ 54098 h 183605"/>
                <a:gd name="connsiteX99" fmla="*/ 140983 w 159015"/>
                <a:gd name="connsiteY99" fmla="*/ 59016 h 183605"/>
                <a:gd name="connsiteX100" fmla="*/ 140983 w 159015"/>
                <a:gd name="connsiteY100" fmla="*/ 62295 h 183605"/>
                <a:gd name="connsiteX101" fmla="*/ 140983 w 159015"/>
                <a:gd name="connsiteY101" fmla="*/ 65573 h 183605"/>
                <a:gd name="connsiteX102" fmla="*/ 140983 w 159015"/>
                <a:gd name="connsiteY102" fmla="*/ 70492 h 183605"/>
                <a:gd name="connsiteX103" fmla="*/ 140983 w 159015"/>
                <a:gd name="connsiteY103" fmla="*/ 72131 h 183605"/>
                <a:gd name="connsiteX104" fmla="*/ 142623 w 159015"/>
                <a:gd name="connsiteY104" fmla="*/ 75410 h 183605"/>
                <a:gd name="connsiteX105" fmla="*/ 140983 w 159015"/>
                <a:gd name="connsiteY105" fmla="*/ 78688 h 183605"/>
                <a:gd name="connsiteX106" fmla="*/ 144262 w 159015"/>
                <a:gd name="connsiteY106" fmla="*/ 83606 h 183605"/>
                <a:gd name="connsiteX107" fmla="*/ 144262 w 159015"/>
                <a:gd name="connsiteY107" fmla="*/ 86885 h 183605"/>
                <a:gd name="connsiteX108" fmla="*/ 145901 w 159015"/>
                <a:gd name="connsiteY108" fmla="*/ 90164 h 183605"/>
                <a:gd name="connsiteX109" fmla="*/ 149180 w 159015"/>
                <a:gd name="connsiteY109" fmla="*/ 93442 h 183605"/>
                <a:gd name="connsiteX110" fmla="*/ 152458 w 159015"/>
                <a:gd name="connsiteY110" fmla="*/ 96721 h 183605"/>
                <a:gd name="connsiteX111" fmla="*/ 154098 w 159015"/>
                <a:gd name="connsiteY111" fmla="*/ 101639 h 183605"/>
                <a:gd name="connsiteX112" fmla="*/ 157376 w 159015"/>
                <a:gd name="connsiteY112" fmla="*/ 104918 h 183605"/>
                <a:gd name="connsiteX113" fmla="*/ 155737 w 159015"/>
                <a:gd name="connsiteY113" fmla="*/ 108196 h 183605"/>
                <a:gd name="connsiteX114" fmla="*/ 157376 w 159015"/>
                <a:gd name="connsiteY114" fmla="*/ 113115 h 183605"/>
                <a:gd name="connsiteX115" fmla="*/ 154098 w 159015"/>
                <a:gd name="connsiteY115" fmla="*/ 114754 h 183605"/>
                <a:gd name="connsiteX116" fmla="*/ 152458 w 159015"/>
                <a:gd name="connsiteY116" fmla="*/ 119672 h 183605"/>
                <a:gd name="connsiteX117" fmla="*/ 152458 w 159015"/>
                <a:gd name="connsiteY117" fmla="*/ 119672 h 183605"/>
                <a:gd name="connsiteX118" fmla="*/ 149180 w 159015"/>
                <a:gd name="connsiteY118" fmla="*/ 122950 h 183605"/>
                <a:gd name="connsiteX119" fmla="*/ 149180 w 159015"/>
                <a:gd name="connsiteY119" fmla="*/ 126229 h 183605"/>
                <a:gd name="connsiteX120" fmla="*/ 149180 w 159015"/>
                <a:gd name="connsiteY120" fmla="*/ 129508 h 183605"/>
                <a:gd name="connsiteX121" fmla="*/ 149180 w 159015"/>
                <a:gd name="connsiteY121" fmla="*/ 132786 h 183605"/>
                <a:gd name="connsiteX122" fmla="*/ 149180 w 159015"/>
                <a:gd name="connsiteY122" fmla="*/ 136065 h 183605"/>
                <a:gd name="connsiteX123" fmla="*/ 149180 w 159015"/>
                <a:gd name="connsiteY123" fmla="*/ 140983 h 183605"/>
                <a:gd name="connsiteX124" fmla="*/ 145901 w 159015"/>
                <a:gd name="connsiteY124" fmla="*/ 144262 h 183605"/>
                <a:gd name="connsiteX125" fmla="*/ 144262 w 159015"/>
                <a:gd name="connsiteY125" fmla="*/ 147540 h 183605"/>
                <a:gd name="connsiteX126" fmla="*/ 142623 w 159015"/>
                <a:gd name="connsiteY126" fmla="*/ 152459 h 183605"/>
                <a:gd name="connsiteX127" fmla="*/ 140983 w 159015"/>
                <a:gd name="connsiteY127" fmla="*/ 155737 h 183605"/>
                <a:gd name="connsiteX128" fmla="*/ 137704 w 159015"/>
                <a:gd name="connsiteY128" fmla="*/ 157376 h 183605"/>
                <a:gd name="connsiteX129" fmla="*/ 136065 w 159015"/>
                <a:gd name="connsiteY129" fmla="*/ 160655 h 183605"/>
                <a:gd name="connsiteX130" fmla="*/ 132786 w 159015"/>
                <a:gd name="connsiteY130" fmla="*/ 162295 h 183605"/>
                <a:gd name="connsiteX131" fmla="*/ 132786 w 159015"/>
                <a:gd name="connsiteY131" fmla="*/ 162295 h 183605"/>
                <a:gd name="connsiteX132" fmla="*/ 127868 w 159015"/>
                <a:gd name="connsiteY132" fmla="*/ 160655 h 183605"/>
                <a:gd name="connsiteX133" fmla="*/ 126229 w 159015"/>
                <a:gd name="connsiteY133" fmla="*/ 155737 h 183605"/>
                <a:gd name="connsiteX134" fmla="*/ 124590 w 159015"/>
                <a:gd name="connsiteY134" fmla="*/ 157376 h 183605"/>
                <a:gd name="connsiteX135" fmla="*/ 119672 w 159015"/>
                <a:gd name="connsiteY135" fmla="*/ 154098 h 183605"/>
                <a:gd name="connsiteX136" fmla="*/ 118032 w 159015"/>
                <a:gd name="connsiteY136" fmla="*/ 150819 h 183605"/>
                <a:gd name="connsiteX137" fmla="*/ 116393 w 159015"/>
                <a:gd name="connsiteY137" fmla="*/ 150819 h 183605"/>
                <a:gd name="connsiteX138" fmla="*/ 116393 w 159015"/>
                <a:gd name="connsiteY138" fmla="*/ 150819 h 183605"/>
                <a:gd name="connsiteX139" fmla="*/ 113114 w 159015"/>
                <a:gd name="connsiteY139" fmla="*/ 150819 h 183605"/>
                <a:gd name="connsiteX140" fmla="*/ 108196 w 159015"/>
                <a:gd name="connsiteY140" fmla="*/ 154098 h 183605"/>
                <a:gd name="connsiteX141" fmla="*/ 104918 w 159015"/>
                <a:gd name="connsiteY141" fmla="*/ 154098 h 183605"/>
                <a:gd name="connsiteX142" fmla="*/ 101639 w 159015"/>
                <a:gd name="connsiteY142" fmla="*/ 157376 h 183605"/>
                <a:gd name="connsiteX143" fmla="*/ 98360 w 159015"/>
                <a:gd name="connsiteY143" fmla="*/ 157376 h 183605"/>
                <a:gd name="connsiteX144" fmla="*/ 93442 w 159015"/>
                <a:gd name="connsiteY144" fmla="*/ 157376 h 183605"/>
                <a:gd name="connsiteX145" fmla="*/ 90164 w 159015"/>
                <a:gd name="connsiteY145" fmla="*/ 159016 h 183605"/>
                <a:gd name="connsiteX146" fmla="*/ 86885 w 159015"/>
                <a:gd name="connsiteY146" fmla="*/ 157376 h 183605"/>
                <a:gd name="connsiteX147" fmla="*/ 83606 w 159015"/>
                <a:gd name="connsiteY147" fmla="*/ 154098 h 183605"/>
                <a:gd name="connsiteX148" fmla="*/ 78688 w 159015"/>
                <a:gd name="connsiteY148" fmla="*/ 155737 h 183605"/>
                <a:gd name="connsiteX149" fmla="*/ 78688 w 159015"/>
                <a:gd name="connsiteY149" fmla="*/ 159016 h 183605"/>
                <a:gd name="connsiteX150" fmla="*/ 75410 w 159015"/>
                <a:gd name="connsiteY150" fmla="*/ 160655 h 183605"/>
                <a:gd name="connsiteX151" fmla="*/ 73770 w 159015"/>
                <a:gd name="connsiteY151" fmla="*/ 165573 h 183605"/>
                <a:gd name="connsiteX152" fmla="*/ 77049 w 159015"/>
                <a:gd name="connsiteY152" fmla="*/ 168852 h 183605"/>
                <a:gd name="connsiteX153" fmla="*/ 80328 w 159015"/>
                <a:gd name="connsiteY153" fmla="*/ 172130 h 183605"/>
                <a:gd name="connsiteX154" fmla="*/ 81967 w 159015"/>
                <a:gd name="connsiteY154" fmla="*/ 175409 h 183605"/>
                <a:gd name="connsiteX155" fmla="*/ 81967 w 159015"/>
                <a:gd name="connsiteY155" fmla="*/ 180327 h 183605"/>
                <a:gd name="connsiteX156" fmla="*/ 78688 w 159015"/>
                <a:gd name="connsiteY156" fmla="*/ 183606 h 183605"/>
                <a:gd name="connsiteX157" fmla="*/ 75410 w 159015"/>
                <a:gd name="connsiteY157" fmla="*/ 183606 h 183605"/>
                <a:gd name="connsiteX158" fmla="*/ 70492 w 159015"/>
                <a:gd name="connsiteY158" fmla="*/ 181966 h 183605"/>
                <a:gd name="connsiteX159" fmla="*/ 67213 w 159015"/>
                <a:gd name="connsiteY159" fmla="*/ 180327 h 183605"/>
                <a:gd name="connsiteX160" fmla="*/ 63934 w 159015"/>
                <a:gd name="connsiteY160" fmla="*/ 180327 h 183605"/>
                <a:gd name="connsiteX161" fmla="*/ 60656 w 159015"/>
                <a:gd name="connsiteY161" fmla="*/ 178688 h 183605"/>
                <a:gd name="connsiteX162" fmla="*/ 57377 w 159015"/>
                <a:gd name="connsiteY162" fmla="*/ 175409 h 183605"/>
                <a:gd name="connsiteX163" fmla="*/ 52459 w 159015"/>
                <a:gd name="connsiteY163" fmla="*/ 175409 h 183605"/>
                <a:gd name="connsiteX164" fmla="*/ 52459 w 159015"/>
                <a:gd name="connsiteY164" fmla="*/ 175409 h 183605"/>
                <a:gd name="connsiteX165" fmla="*/ 49180 w 159015"/>
                <a:gd name="connsiteY165" fmla="*/ 170491 h 183605"/>
                <a:gd name="connsiteX166" fmla="*/ 47541 w 159015"/>
                <a:gd name="connsiteY166" fmla="*/ 167213 h 183605"/>
                <a:gd name="connsiteX167" fmla="*/ 44262 w 159015"/>
                <a:gd name="connsiteY167" fmla="*/ 163934 h 183605"/>
                <a:gd name="connsiteX168" fmla="*/ 44262 w 159015"/>
                <a:gd name="connsiteY168" fmla="*/ 162295 h 183605"/>
                <a:gd name="connsiteX169" fmla="*/ 42623 w 159015"/>
                <a:gd name="connsiteY169" fmla="*/ 157376 h 183605"/>
                <a:gd name="connsiteX170" fmla="*/ 40983 w 159015"/>
                <a:gd name="connsiteY170" fmla="*/ 154098 h 183605"/>
                <a:gd name="connsiteX171" fmla="*/ 39344 w 159015"/>
                <a:gd name="connsiteY171" fmla="*/ 150819 h 183605"/>
                <a:gd name="connsiteX172" fmla="*/ 37705 w 159015"/>
                <a:gd name="connsiteY172" fmla="*/ 145901 h 183605"/>
                <a:gd name="connsiteX173" fmla="*/ 34426 w 159015"/>
                <a:gd name="connsiteY173" fmla="*/ 142622 h 183605"/>
                <a:gd name="connsiteX174" fmla="*/ 32787 w 159015"/>
                <a:gd name="connsiteY174" fmla="*/ 139344 h 183605"/>
                <a:gd name="connsiteX175" fmla="*/ 32787 w 159015"/>
                <a:gd name="connsiteY175" fmla="*/ 134426 h 183605"/>
                <a:gd name="connsiteX176" fmla="*/ 32787 w 159015"/>
                <a:gd name="connsiteY176" fmla="*/ 131147 h 183605"/>
                <a:gd name="connsiteX177" fmla="*/ 31148 w 159015"/>
                <a:gd name="connsiteY177" fmla="*/ 127869 h 183605"/>
                <a:gd name="connsiteX178" fmla="*/ 29508 w 159015"/>
                <a:gd name="connsiteY178" fmla="*/ 122950 h 183605"/>
                <a:gd name="connsiteX179" fmla="*/ 29508 w 159015"/>
                <a:gd name="connsiteY179" fmla="*/ 119672 h 183605"/>
                <a:gd name="connsiteX180" fmla="*/ 29508 w 159015"/>
                <a:gd name="connsiteY180" fmla="*/ 116393 h 183605"/>
                <a:gd name="connsiteX181" fmla="*/ 26229 w 159015"/>
                <a:gd name="connsiteY181" fmla="*/ 116393 h 183605"/>
                <a:gd name="connsiteX182" fmla="*/ 21311 w 159015"/>
                <a:gd name="connsiteY182" fmla="*/ 118032 h 183605"/>
                <a:gd name="connsiteX183" fmla="*/ 18033 w 159015"/>
                <a:gd name="connsiteY183" fmla="*/ 116393 h 183605"/>
                <a:gd name="connsiteX184" fmla="*/ 16393 w 159015"/>
                <a:gd name="connsiteY184" fmla="*/ 116393 h 183605"/>
                <a:gd name="connsiteX185" fmla="*/ 16393 w 159015"/>
                <a:gd name="connsiteY185" fmla="*/ 113115 h 183605"/>
                <a:gd name="connsiteX186" fmla="*/ 16393 w 159015"/>
                <a:gd name="connsiteY186" fmla="*/ 108196 h 183605"/>
                <a:gd name="connsiteX187" fmla="*/ 13115 w 159015"/>
                <a:gd name="connsiteY187" fmla="*/ 108196 h 183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</a:cxnLst>
              <a:rect l="l" t="t" r="r" b="b"/>
              <a:pathLst>
                <a:path w="159015" h="183605">
                  <a:moveTo>
                    <a:pt x="13115" y="108196"/>
                  </a:moveTo>
                  <a:lnTo>
                    <a:pt x="9836" y="103279"/>
                  </a:lnTo>
                  <a:lnTo>
                    <a:pt x="8197" y="100000"/>
                  </a:lnTo>
                  <a:lnTo>
                    <a:pt x="6557" y="96721"/>
                  </a:lnTo>
                  <a:lnTo>
                    <a:pt x="4918" y="91803"/>
                  </a:lnTo>
                  <a:lnTo>
                    <a:pt x="1639" y="88525"/>
                  </a:lnTo>
                  <a:lnTo>
                    <a:pt x="1639" y="85246"/>
                  </a:lnTo>
                  <a:lnTo>
                    <a:pt x="0" y="80328"/>
                  </a:lnTo>
                  <a:lnTo>
                    <a:pt x="3279" y="77049"/>
                  </a:lnTo>
                  <a:lnTo>
                    <a:pt x="4918" y="73770"/>
                  </a:lnTo>
                  <a:lnTo>
                    <a:pt x="6557" y="68852"/>
                  </a:lnTo>
                  <a:lnTo>
                    <a:pt x="8197" y="65573"/>
                  </a:lnTo>
                  <a:lnTo>
                    <a:pt x="9836" y="62295"/>
                  </a:lnTo>
                  <a:lnTo>
                    <a:pt x="9836" y="59016"/>
                  </a:lnTo>
                  <a:lnTo>
                    <a:pt x="8197" y="54098"/>
                  </a:lnTo>
                  <a:lnTo>
                    <a:pt x="8197" y="50820"/>
                  </a:lnTo>
                  <a:lnTo>
                    <a:pt x="11476" y="47541"/>
                  </a:lnTo>
                  <a:lnTo>
                    <a:pt x="14754" y="45902"/>
                  </a:lnTo>
                  <a:lnTo>
                    <a:pt x="18033" y="44262"/>
                  </a:lnTo>
                  <a:lnTo>
                    <a:pt x="21311" y="44262"/>
                  </a:lnTo>
                  <a:lnTo>
                    <a:pt x="26229" y="44262"/>
                  </a:lnTo>
                  <a:lnTo>
                    <a:pt x="29508" y="44262"/>
                  </a:lnTo>
                  <a:lnTo>
                    <a:pt x="29508" y="42623"/>
                  </a:lnTo>
                  <a:lnTo>
                    <a:pt x="31148" y="42623"/>
                  </a:lnTo>
                  <a:lnTo>
                    <a:pt x="31148" y="39344"/>
                  </a:lnTo>
                  <a:lnTo>
                    <a:pt x="34426" y="37705"/>
                  </a:lnTo>
                  <a:lnTo>
                    <a:pt x="34426" y="32787"/>
                  </a:lnTo>
                  <a:lnTo>
                    <a:pt x="34426" y="32787"/>
                  </a:lnTo>
                  <a:lnTo>
                    <a:pt x="31148" y="29508"/>
                  </a:lnTo>
                  <a:lnTo>
                    <a:pt x="32787" y="26229"/>
                  </a:lnTo>
                  <a:lnTo>
                    <a:pt x="34426" y="22951"/>
                  </a:lnTo>
                  <a:lnTo>
                    <a:pt x="37705" y="19672"/>
                  </a:lnTo>
                  <a:lnTo>
                    <a:pt x="37705" y="16393"/>
                  </a:lnTo>
                  <a:lnTo>
                    <a:pt x="37705" y="13115"/>
                  </a:lnTo>
                  <a:lnTo>
                    <a:pt x="39344" y="8197"/>
                  </a:lnTo>
                  <a:lnTo>
                    <a:pt x="40983" y="4918"/>
                  </a:lnTo>
                  <a:lnTo>
                    <a:pt x="40983" y="1639"/>
                  </a:lnTo>
                  <a:lnTo>
                    <a:pt x="42623" y="1639"/>
                  </a:lnTo>
                  <a:lnTo>
                    <a:pt x="44262" y="0"/>
                  </a:lnTo>
                  <a:lnTo>
                    <a:pt x="47541" y="0"/>
                  </a:lnTo>
                  <a:lnTo>
                    <a:pt x="52459" y="1639"/>
                  </a:lnTo>
                  <a:lnTo>
                    <a:pt x="55738" y="1639"/>
                  </a:lnTo>
                  <a:lnTo>
                    <a:pt x="59016" y="3279"/>
                  </a:lnTo>
                  <a:lnTo>
                    <a:pt x="60656" y="1639"/>
                  </a:lnTo>
                  <a:lnTo>
                    <a:pt x="63934" y="1639"/>
                  </a:lnTo>
                  <a:lnTo>
                    <a:pt x="67213" y="3279"/>
                  </a:lnTo>
                  <a:lnTo>
                    <a:pt x="72131" y="4918"/>
                  </a:lnTo>
                  <a:lnTo>
                    <a:pt x="75410" y="6558"/>
                  </a:lnTo>
                  <a:lnTo>
                    <a:pt x="78688" y="8197"/>
                  </a:lnTo>
                  <a:lnTo>
                    <a:pt x="81967" y="8197"/>
                  </a:lnTo>
                  <a:lnTo>
                    <a:pt x="86885" y="9836"/>
                  </a:lnTo>
                  <a:lnTo>
                    <a:pt x="86885" y="14754"/>
                  </a:lnTo>
                  <a:lnTo>
                    <a:pt x="86885" y="13115"/>
                  </a:lnTo>
                  <a:lnTo>
                    <a:pt x="86885" y="8197"/>
                  </a:lnTo>
                  <a:lnTo>
                    <a:pt x="86885" y="6558"/>
                  </a:lnTo>
                  <a:lnTo>
                    <a:pt x="86885" y="4918"/>
                  </a:lnTo>
                  <a:lnTo>
                    <a:pt x="90164" y="1639"/>
                  </a:lnTo>
                  <a:lnTo>
                    <a:pt x="93442" y="1639"/>
                  </a:lnTo>
                  <a:lnTo>
                    <a:pt x="96721" y="1639"/>
                  </a:lnTo>
                  <a:lnTo>
                    <a:pt x="101639" y="1639"/>
                  </a:lnTo>
                  <a:lnTo>
                    <a:pt x="104918" y="1639"/>
                  </a:lnTo>
                  <a:lnTo>
                    <a:pt x="108196" y="1639"/>
                  </a:lnTo>
                  <a:lnTo>
                    <a:pt x="111475" y="3279"/>
                  </a:lnTo>
                  <a:lnTo>
                    <a:pt x="111475" y="4918"/>
                  </a:lnTo>
                  <a:lnTo>
                    <a:pt x="114754" y="4918"/>
                  </a:lnTo>
                  <a:lnTo>
                    <a:pt x="116393" y="8197"/>
                  </a:lnTo>
                  <a:lnTo>
                    <a:pt x="118032" y="6558"/>
                  </a:lnTo>
                  <a:lnTo>
                    <a:pt x="121311" y="6558"/>
                  </a:lnTo>
                  <a:lnTo>
                    <a:pt x="122950" y="6558"/>
                  </a:lnTo>
                  <a:lnTo>
                    <a:pt x="126229" y="6558"/>
                  </a:lnTo>
                  <a:lnTo>
                    <a:pt x="124590" y="4918"/>
                  </a:lnTo>
                  <a:lnTo>
                    <a:pt x="121311" y="6558"/>
                  </a:lnTo>
                  <a:lnTo>
                    <a:pt x="116393" y="4918"/>
                  </a:lnTo>
                  <a:lnTo>
                    <a:pt x="118032" y="0"/>
                  </a:lnTo>
                  <a:lnTo>
                    <a:pt x="121311" y="0"/>
                  </a:lnTo>
                  <a:lnTo>
                    <a:pt x="124590" y="0"/>
                  </a:lnTo>
                  <a:lnTo>
                    <a:pt x="127868" y="1639"/>
                  </a:lnTo>
                  <a:lnTo>
                    <a:pt x="132786" y="1639"/>
                  </a:lnTo>
                  <a:lnTo>
                    <a:pt x="132786" y="1639"/>
                  </a:lnTo>
                  <a:lnTo>
                    <a:pt x="136065" y="1639"/>
                  </a:lnTo>
                  <a:lnTo>
                    <a:pt x="140983" y="3279"/>
                  </a:lnTo>
                  <a:lnTo>
                    <a:pt x="144262" y="3279"/>
                  </a:lnTo>
                  <a:lnTo>
                    <a:pt x="147540" y="4918"/>
                  </a:lnTo>
                  <a:lnTo>
                    <a:pt x="150819" y="4918"/>
                  </a:lnTo>
                  <a:lnTo>
                    <a:pt x="155737" y="6558"/>
                  </a:lnTo>
                  <a:lnTo>
                    <a:pt x="159016" y="9836"/>
                  </a:lnTo>
                  <a:lnTo>
                    <a:pt x="159016" y="13115"/>
                  </a:lnTo>
                  <a:lnTo>
                    <a:pt x="157376" y="18033"/>
                  </a:lnTo>
                  <a:lnTo>
                    <a:pt x="157376" y="21312"/>
                  </a:lnTo>
                  <a:lnTo>
                    <a:pt x="154098" y="24590"/>
                  </a:lnTo>
                  <a:lnTo>
                    <a:pt x="152458" y="29508"/>
                  </a:lnTo>
                  <a:lnTo>
                    <a:pt x="149180" y="31148"/>
                  </a:lnTo>
                  <a:lnTo>
                    <a:pt x="145901" y="34426"/>
                  </a:lnTo>
                  <a:lnTo>
                    <a:pt x="145901" y="36066"/>
                  </a:lnTo>
                  <a:lnTo>
                    <a:pt x="144262" y="39344"/>
                  </a:lnTo>
                  <a:lnTo>
                    <a:pt x="140983" y="42623"/>
                  </a:lnTo>
                  <a:lnTo>
                    <a:pt x="140983" y="47541"/>
                  </a:lnTo>
                  <a:lnTo>
                    <a:pt x="139344" y="50820"/>
                  </a:lnTo>
                  <a:lnTo>
                    <a:pt x="139344" y="54098"/>
                  </a:lnTo>
                  <a:lnTo>
                    <a:pt x="140983" y="59016"/>
                  </a:lnTo>
                  <a:lnTo>
                    <a:pt x="140983" y="62295"/>
                  </a:lnTo>
                  <a:lnTo>
                    <a:pt x="140983" y="65573"/>
                  </a:lnTo>
                  <a:lnTo>
                    <a:pt x="140983" y="70492"/>
                  </a:lnTo>
                  <a:lnTo>
                    <a:pt x="140983" y="72131"/>
                  </a:lnTo>
                  <a:lnTo>
                    <a:pt x="142623" y="75410"/>
                  </a:lnTo>
                  <a:lnTo>
                    <a:pt x="140983" y="78688"/>
                  </a:lnTo>
                  <a:lnTo>
                    <a:pt x="144262" y="83606"/>
                  </a:lnTo>
                  <a:lnTo>
                    <a:pt x="144262" y="86885"/>
                  </a:lnTo>
                  <a:lnTo>
                    <a:pt x="145901" y="90164"/>
                  </a:lnTo>
                  <a:lnTo>
                    <a:pt x="149180" y="93442"/>
                  </a:lnTo>
                  <a:lnTo>
                    <a:pt x="152458" y="96721"/>
                  </a:lnTo>
                  <a:lnTo>
                    <a:pt x="154098" y="101639"/>
                  </a:lnTo>
                  <a:lnTo>
                    <a:pt x="157376" y="104918"/>
                  </a:lnTo>
                  <a:lnTo>
                    <a:pt x="155737" y="108196"/>
                  </a:lnTo>
                  <a:lnTo>
                    <a:pt x="157376" y="113115"/>
                  </a:lnTo>
                  <a:lnTo>
                    <a:pt x="154098" y="114754"/>
                  </a:lnTo>
                  <a:lnTo>
                    <a:pt x="152458" y="119672"/>
                  </a:lnTo>
                  <a:lnTo>
                    <a:pt x="152458" y="119672"/>
                  </a:lnTo>
                  <a:lnTo>
                    <a:pt x="149180" y="122950"/>
                  </a:lnTo>
                  <a:lnTo>
                    <a:pt x="149180" y="126229"/>
                  </a:lnTo>
                  <a:lnTo>
                    <a:pt x="149180" y="129508"/>
                  </a:lnTo>
                  <a:lnTo>
                    <a:pt x="149180" y="132786"/>
                  </a:lnTo>
                  <a:lnTo>
                    <a:pt x="149180" y="136065"/>
                  </a:lnTo>
                  <a:lnTo>
                    <a:pt x="149180" y="140983"/>
                  </a:lnTo>
                  <a:lnTo>
                    <a:pt x="145901" y="144262"/>
                  </a:lnTo>
                  <a:lnTo>
                    <a:pt x="144262" y="147540"/>
                  </a:lnTo>
                  <a:lnTo>
                    <a:pt x="142623" y="152459"/>
                  </a:lnTo>
                  <a:lnTo>
                    <a:pt x="140983" y="155737"/>
                  </a:lnTo>
                  <a:lnTo>
                    <a:pt x="137704" y="157376"/>
                  </a:lnTo>
                  <a:lnTo>
                    <a:pt x="136065" y="160655"/>
                  </a:lnTo>
                  <a:lnTo>
                    <a:pt x="132786" y="162295"/>
                  </a:lnTo>
                  <a:lnTo>
                    <a:pt x="132786" y="162295"/>
                  </a:lnTo>
                  <a:lnTo>
                    <a:pt x="127868" y="160655"/>
                  </a:lnTo>
                  <a:lnTo>
                    <a:pt x="126229" y="155737"/>
                  </a:lnTo>
                  <a:lnTo>
                    <a:pt x="124590" y="157376"/>
                  </a:lnTo>
                  <a:lnTo>
                    <a:pt x="119672" y="154098"/>
                  </a:lnTo>
                  <a:lnTo>
                    <a:pt x="118032" y="150819"/>
                  </a:lnTo>
                  <a:lnTo>
                    <a:pt x="116393" y="150819"/>
                  </a:lnTo>
                  <a:lnTo>
                    <a:pt x="116393" y="150819"/>
                  </a:lnTo>
                  <a:lnTo>
                    <a:pt x="113114" y="150819"/>
                  </a:lnTo>
                  <a:lnTo>
                    <a:pt x="108196" y="154098"/>
                  </a:lnTo>
                  <a:lnTo>
                    <a:pt x="104918" y="154098"/>
                  </a:lnTo>
                  <a:lnTo>
                    <a:pt x="101639" y="157376"/>
                  </a:lnTo>
                  <a:lnTo>
                    <a:pt x="98360" y="157376"/>
                  </a:lnTo>
                  <a:lnTo>
                    <a:pt x="93442" y="157376"/>
                  </a:lnTo>
                  <a:lnTo>
                    <a:pt x="90164" y="159016"/>
                  </a:lnTo>
                  <a:lnTo>
                    <a:pt x="86885" y="157376"/>
                  </a:lnTo>
                  <a:lnTo>
                    <a:pt x="83606" y="154098"/>
                  </a:lnTo>
                  <a:lnTo>
                    <a:pt x="78688" y="155737"/>
                  </a:lnTo>
                  <a:lnTo>
                    <a:pt x="78688" y="159016"/>
                  </a:lnTo>
                  <a:lnTo>
                    <a:pt x="75410" y="160655"/>
                  </a:lnTo>
                  <a:lnTo>
                    <a:pt x="73770" y="165573"/>
                  </a:lnTo>
                  <a:lnTo>
                    <a:pt x="77049" y="168852"/>
                  </a:lnTo>
                  <a:lnTo>
                    <a:pt x="80328" y="172130"/>
                  </a:lnTo>
                  <a:lnTo>
                    <a:pt x="81967" y="175409"/>
                  </a:lnTo>
                  <a:lnTo>
                    <a:pt x="81967" y="180327"/>
                  </a:lnTo>
                  <a:lnTo>
                    <a:pt x="78688" y="183606"/>
                  </a:lnTo>
                  <a:lnTo>
                    <a:pt x="75410" y="183606"/>
                  </a:lnTo>
                  <a:lnTo>
                    <a:pt x="70492" y="181966"/>
                  </a:lnTo>
                  <a:lnTo>
                    <a:pt x="67213" y="180327"/>
                  </a:lnTo>
                  <a:lnTo>
                    <a:pt x="63934" y="180327"/>
                  </a:lnTo>
                  <a:lnTo>
                    <a:pt x="60656" y="178688"/>
                  </a:lnTo>
                  <a:lnTo>
                    <a:pt x="57377" y="175409"/>
                  </a:lnTo>
                  <a:lnTo>
                    <a:pt x="52459" y="175409"/>
                  </a:lnTo>
                  <a:lnTo>
                    <a:pt x="52459" y="175409"/>
                  </a:lnTo>
                  <a:lnTo>
                    <a:pt x="49180" y="170491"/>
                  </a:lnTo>
                  <a:lnTo>
                    <a:pt x="47541" y="167213"/>
                  </a:lnTo>
                  <a:lnTo>
                    <a:pt x="44262" y="163934"/>
                  </a:lnTo>
                  <a:lnTo>
                    <a:pt x="44262" y="162295"/>
                  </a:lnTo>
                  <a:lnTo>
                    <a:pt x="42623" y="157376"/>
                  </a:lnTo>
                  <a:lnTo>
                    <a:pt x="40983" y="154098"/>
                  </a:lnTo>
                  <a:lnTo>
                    <a:pt x="39344" y="150819"/>
                  </a:lnTo>
                  <a:lnTo>
                    <a:pt x="37705" y="145901"/>
                  </a:lnTo>
                  <a:lnTo>
                    <a:pt x="34426" y="142622"/>
                  </a:lnTo>
                  <a:lnTo>
                    <a:pt x="32787" y="139344"/>
                  </a:lnTo>
                  <a:lnTo>
                    <a:pt x="32787" y="134426"/>
                  </a:lnTo>
                  <a:lnTo>
                    <a:pt x="32787" y="131147"/>
                  </a:lnTo>
                  <a:lnTo>
                    <a:pt x="31148" y="127869"/>
                  </a:lnTo>
                  <a:lnTo>
                    <a:pt x="29508" y="122950"/>
                  </a:lnTo>
                  <a:lnTo>
                    <a:pt x="29508" y="119672"/>
                  </a:lnTo>
                  <a:lnTo>
                    <a:pt x="29508" y="116393"/>
                  </a:lnTo>
                  <a:lnTo>
                    <a:pt x="26229" y="116393"/>
                  </a:lnTo>
                  <a:lnTo>
                    <a:pt x="21311" y="118032"/>
                  </a:lnTo>
                  <a:lnTo>
                    <a:pt x="18033" y="116393"/>
                  </a:lnTo>
                  <a:lnTo>
                    <a:pt x="16393" y="116393"/>
                  </a:lnTo>
                  <a:lnTo>
                    <a:pt x="16393" y="113115"/>
                  </a:lnTo>
                  <a:lnTo>
                    <a:pt x="16393" y="108196"/>
                  </a:lnTo>
                  <a:lnTo>
                    <a:pt x="13115" y="10819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69" name="Freeform 3268">
              <a:extLst>
                <a:ext uri="{FF2B5EF4-FFF2-40B4-BE49-F238E27FC236}">
                  <a16:creationId xmlns:a16="http://schemas.microsoft.com/office/drawing/2014/main" id="{0AA48D35-79BF-DA46-A34F-517A4DEC2A2A}"/>
                </a:ext>
              </a:extLst>
            </p:cNvPr>
            <p:cNvSpPr/>
            <p:nvPr/>
          </p:nvSpPr>
          <p:spPr>
            <a:xfrm>
              <a:off x="4727153" y="2901788"/>
              <a:ext cx="327867" cy="303277"/>
            </a:xfrm>
            <a:custGeom>
              <a:avLst/>
              <a:gdLst>
                <a:gd name="connsiteX0" fmla="*/ 1639 w 327867"/>
                <a:gd name="connsiteY0" fmla="*/ 303277 h 303277"/>
                <a:gd name="connsiteX1" fmla="*/ 0 w 327867"/>
                <a:gd name="connsiteY1" fmla="*/ 301638 h 303277"/>
                <a:gd name="connsiteX2" fmla="*/ 0 w 327867"/>
                <a:gd name="connsiteY2" fmla="*/ 298359 h 303277"/>
                <a:gd name="connsiteX3" fmla="*/ 0 w 327867"/>
                <a:gd name="connsiteY3" fmla="*/ 295081 h 303277"/>
                <a:gd name="connsiteX4" fmla="*/ 1639 w 327867"/>
                <a:gd name="connsiteY4" fmla="*/ 290163 h 303277"/>
                <a:gd name="connsiteX5" fmla="*/ 1639 w 327867"/>
                <a:gd name="connsiteY5" fmla="*/ 286884 h 303277"/>
                <a:gd name="connsiteX6" fmla="*/ 1639 w 327867"/>
                <a:gd name="connsiteY6" fmla="*/ 283605 h 303277"/>
                <a:gd name="connsiteX7" fmla="*/ 3279 w 327867"/>
                <a:gd name="connsiteY7" fmla="*/ 278687 h 303277"/>
                <a:gd name="connsiteX8" fmla="*/ 3279 w 327867"/>
                <a:gd name="connsiteY8" fmla="*/ 278687 h 303277"/>
                <a:gd name="connsiteX9" fmla="*/ 3279 w 327867"/>
                <a:gd name="connsiteY9" fmla="*/ 273769 h 303277"/>
                <a:gd name="connsiteX10" fmla="*/ 4918 w 327867"/>
                <a:gd name="connsiteY10" fmla="*/ 270491 h 303277"/>
                <a:gd name="connsiteX11" fmla="*/ 4918 w 327867"/>
                <a:gd name="connsiteY11" fmla="*/ 267212 h 303277"/>
                <a:gd name="connsiteX12" fmla="*/ 6557 w 327867"/>
                <a:gd name="connsiteY12" fmla="*/ 262294 h 303277"/>
                <a:gd name="connsiteX13" fmla="*/ 6557 w 327867"/>
                <a:gd name="connsiteY13" fmla="*/ 259015 h 303277"/>
                <a:gd name="connsiteX14" fmla="*/ 6557 w 327867"/>
                <a:gd name="connsiteY14" fmla="*/ 259015 h 303277"/>
                <a:gd name="connsiteX15" fmla="*/ 6557 w 327867"/>
                <a:gd name="connsiteY15" fmla="*/ 255737 h 303277"/>
                <a:gd name="connsiteX16" fmla="*/ 8197 w 327867"/>
                <a:gd name="connsiteY16" fmla="*/ 250819 h 303277"/>
                <a:gd name="connsiteX17" fmla="*/ 9836 w 327867"/>
                <a:gd name="connsiteY17" fmla="*/ 247540 h 303277"/>
                <a:gd name="connsiteX18" fmla="*/ 11476 w 327867"/>
                <a:gd name="connsiteY18" fmla="*/ 244261 h 303277"/>
                <a:gd name="connsiteX19" fmla="*/ 14754 w 327867"/>
                <a:gd name="connsiteY19" fmla="*/ 240982 h 303277"/>
                <a:gd name="connsiteX20" fmla="*/ 18033 w 327867"/>
                <a:gd name="connsiteY20" fmla="*/ 236064 h 303277"/>
                <a:gd name="connsiteX21" fmla="*/ 21311 w 327867"/>
                <a:gd name="connsiteY21" fmla="*/ 236064 h 303277"/>
                <a:gd name="connsiteX22" fmla="*/ 26229 w 327867"/>
                <a:gd name="connsiteY22" fmla="*/ 232786 h 303277"/>
                <a:gd name="connsiteX23" fmla="*/ 27869 w 327867"/>
                <a:gd name="connsiteY23" fmla="*/ 229507 h 303277"/>
                <a:gd name="connsiteX24" fmla="*/ 29508 w 327867"/>
                <a:gd name="connsiteY24" fmla="*/ 226229 h 303277"/>
                <a:gd name="connsiteX25" fmla="*/ 31147 w 327867"/>
                <a:gd name="connsiteY25" fmla="*/ 222950 h 303277"/>
                <a:gd name="connsiteX26" fmla="*/ 31147 w 327867"/>
                <a:gd name="connsiteY26" fmla="*/ 218032 h 303277"/>
                <a:gd name="connsiteX27" fmla="*/ 32787 w 327867"/>
                <a:gd name="connsiteY27" fmla="*/ 214753 h 303277"/>
                <a:gd name="connsiteX28" fmla="*/ 32787 w 327867"/>
                <a:gd name="connsiteY28" fmla="*/ 211474 h 303277"/>
                <a:gd name="connsiteX29" fmla="*/ 37705 w 327867"/>
                <a:gd name="connsiteY29" fmla="*/ 208196 h 303277"/>
                <a:gd name="connsiteX30" fmla="*/ 37705 w 327867"/>
                <a:gd name="connsiteY30" fmla="*/ 206557 h 303277"/>
                <a:gd name="connsiteX31" fmla="*/ 36066 w 327867"/>
                <a:gd name="connsiteY31" fmla="*/ 201638 h 303277"/>
                <a:gd name="connsiteX32" fmla="*/ 39344 w 327867"/>
                <a:gd name="connsiteY32" fmla="*/ 198360 h 303277"/>
                <a:gd name="connsiteX33" fmla="*/ 40983 w 327867"/>
                <a:gd name="connsiteY33" fmla="*/ 195081 h 303277"/>
                <a:gd name="connsiteX34" fmla="*/ 42623 w 327867"/>
                <a:gd name="connsiteY34" fmla="*/ 190163 h 303277"/>
                <a:gd name="connsiteX35" fmla="*/ 45901 w 327867"/>
                <a:gd name="connsiteY35" fmla="*/ 186884 h 303277"/>
                <a:gd name="connsiteX36" fmla="*/ 47541 w 327867"/>
                <a:gd name="connsiteY36" fmla="*/ 183606 h 303277"/>
                <a:gd name="connsiteX37" fmla="*/ 49180 w 327867"/>
                <a:gd name="connsiteY37" fmla="*/ 180327 h 303277"/>
                <a:gd name="connsiteX38" fmla="*/ 52459 w 327867"/>
                <a:gd name="connsiteY38" fmla="*/ 175409 h 303277"/>
                <a:gd name="connsiteX39" fmla="*/ 54098 w 327867"/>
                <a:gd name="connsiteY39" fmla="*/ 172130 h 303277"/>
                <a:gd name="connsiteX40" fmla="*/ 54098 w 327867"/>
                <a:gd name="connsiteY40" fmla="*/ 168852 h 303277"/>
                <a:gd name="connsiteX41" fmla="*/ 49180 w 327867"/>
                <a:gd name="connsiteY41" fmla="*/ 170491 h 303277"/>
                <a:gd name="connsiteX42" fmla="*/ 47541 w 327867"/>
                <a:gd name="connsiteY42" fmla="*/ 175409 h 303277"/>
                <a:gd name="connsiteX43" fmla="*/ 49180 w 327867"/>
                <a:gd name="connsiteY43" fmla="*/ 172130 h 303277"/>
                <a:gd name="connsiteX44" fmla="*/ 50820 w 327867"/>
                <a:gd name="connsiteY44" fmla="*/ 167212 h 303277"/>
                <a:gd name="connsiteX45" fmla="*/ 54098 w 327867"/>
                <a:gd name="connsiteY45" fmla="*/ 163934 h 303277"/>
                <a:gd name="connsiteX46" fmla="*/ 59016 w 327867"/>
                <a:gd name="connsiteY46" fmla="*/ 160655 h 303277"/>
                <a:gd name="connsiteX47" fmla="*/ 62295 w 327867"/>
                <a:gd name="connsiteY47" fmla="*/ 159016 h 303277"/>
                <a:gd name="connsiteX48" fmla="*/ 63934 w 327867"/>
                <a:gd name="connsiteY48" fmla="*/ 155737 h 303277"/>
                <a:gd name="connsiteX49" fmla="*/ 67213 w 327867"/>
                <a:gd name="connsiteY49" fmla="*/ 152458 h 303277"/>
                <a:gd name="connsiteX50" fmla="*/ 72131 w 327867"/>
                <a:gd name="connsiteY50" fmla="*/ 149180 h 303277"/>
                <a:gd name="connsiteX51" fmla="*/ 75410 w 327867"/>
                <a:gd name="connsiteY51" fmla="*/ 145901 h 303277"/>
                <a:gd name="connsiteX52" fmla="*/ 77049 w 327867"/>
                <a:gd name="connsiteY52" fmla="*/ 140983 h 303277"/>
                <a:gd name="connsiteX53" fmla="*/ 80327 w 327867"/>
                <a:gd name="connsiteY53" fmla="*/ 139344 h 303277"/>
                <a:gd name="connsiteX54" fmla="*/ 85246 w 327867"/>
                <a:gd name="connsiteY54" fmla="*/ 136065 h 303277"/>
                <a:gd name="connsiteX55" fmla="*/ 88524 w 327867"/>
                <a:gd name="connsiteY55" fmla="*/ 132786 h 303277"/>
                <a:gd name="connsiteX56" fmla="*/ 90164 w 327867"/>
                <a:gd name="connsiteY56" fmla="*/ 127868 h 303277"/>
                <a:gd name="connsiteX57" fmla="*/ 90164 w 327867"/>
                <a:gd name="connsiteY57" fmla="*/ 124590 h 303277"/>
                <a:gd name="connsiteX58" fmla="*/ 91803 w 327867"/>
                <a:gd name="connsiteY58" fmla="*/ 121311 h 303277"/>
                <a:gd name="connsiteX59" fmla="*/ 91803 w 327867"/>
                <a:gd name="connsiteY59" fmla="*/ 116393 h 303277"/>
                <a:gd name="connsiteX60" fmla="*/ 91803 w 327867"/>
                <a:gd name="connsiteY60" fmla="*/ 114754 h 303277"/>
                <a:gd name="connsiteX61" fmla="*/ 91803 w 327867"/>
                <a:gd name="connsiteY61" fmla="*/ 111475 h 303277"/>
                <a:gd name="connsiteX62" fmla="*/ 91803 w 327867"/>
                <a:gd name="connsiteY62" fmla="*/ 106557 h 303277"/>
                <a:gd name="connsiteX63" fmla="*/ 93442 w 327867"/>
                <a:gd name="connsiteY63" fmla="*/ 103278 h 303277"/>
                <a:gd name="connsiteX64" fmla="*/ 95081 w 327867"/>
                <a:gd name="connsiteY64" fmla="*/ 100000 h 303277"/>
                <a:gd name="connsiteX65" fmla="*/ 96721 w 327867"/>
                <a:gd name="connsiteY65" fmla="*/ 95082 h 303277"/>
                <a:gd name="connsiteX66" fmla="*/ 98360 w 327867"/>
                <a:gd name="connsiteY66" fmla="*/ 91803 h 303277"/>
                <a:gd name="connsiteX67" fmla="*/ 100000 w 327867"/>
                <a:gd name="connsiteY67" fmla="*/ 88524 h 303277"/>
                <a:gd name="connsiteX68" fmla="*/ 101639 w 327867"/>
                <a:gd name="connsiteY68" fmla="*/ 85245 h 303277"/>
                <a:gd name="connsiteX69" fmla="*/ 103278 w 327867"/>
                <a:gd name="connsiteY69" fmla="*/ 80327 h 303277"/>
                <a:gd name="connsiteX70" fmla="*/ 106557 w 327867"/>
                <a:gd name="connsiteY70" fmla="*/ 77049 h 303277"/>
                <a:gd name="connsiteX71" fmla="*/ 108196 w 327867"/>
                <a:gd name="connsiteY71" fmla="*/ 73770 h 303277"/>
                <a:gd name="connsiteX72" fmla="*/ 108196 w 327867"/>
                <a:gd name="connsiteY72" fmla="*/ 70492 h 303277"/>
                <a:gd name="connsiteX73" fmla="*/ 108196 w 327867"/>
                <a:gd name="connsiteY73" fmla="*/ 67213 h 303277"/>
                <a:gd name="connsiteX74" fmla="*/ 109836 w 327867"/>
                <a:gd name="connsiteY74" fmla="*/ 63934 h 303277"/>
                <a:gd name="connsiteX75" fmla="*/ 113114 w 327867"/>
                <a:gd name="connsiteY75" fmla="*/ 60655 h 303277"/>
                <a:gd name="connsiteX76" fmla="*/ 118032 w 327867"/>
                <a:gd name="connsiteY76" fmla="*/ 59016 h 303277"/>
                <a:gd name="connsiteX77" fmla="*/ 119671 w 327867"/>
                <a:gd name="connsiteY77" fmla="*/ 54098 h 303277"/>
                <a:gd name="connsiteX78" fmla="*/ 122950 w 327867"/>
                <a:gd name="connsiteY78" fmla="*/ 54098 h 303277"/>
                <a:gd name="connsiteX79" fmla="*/ 127868 w 327867"/>
                <a:gd name="connsiteY79" fmla="*/ 52459 h 303277"/>
                <a:gd name="connsiteX80" fmla="*/ 131147 w 327867"/>
                <a:gd name="connsiteY80" fmla="*/ 49180 h 303277"/>
                <a:gd name="connsiteX81" fmla="*/ 134426 w 327867"/>
                <a:gd name="connsiteY81" fmla="*/ 47541 h 303277"/>
                <a:gd name="connsiteX82" fmla="*/ 137704 w 327867"/>
                <a:gd name="connsiteY82" fmla="*/ 45901 h 303277"/>
                <a:gd name="connsiteX83" fmla="*/ 142623 w 327867"/>
                <a:gd name="connsiteY83" fmla="*/ 42623 h 303277"/>
                <a:gd name="connsiteX84" fmla="*/ 144261 w 327867"/>
                <a:gd name="connsiteY84" fmla="*/ 39344 h 303277"/>
                <a:gd name="connsiteX85" fmla="*/ 147540 w 327867"/>
                <a:gd name="connsiteY85" fmla="*/ 34426 h 303277"/>
                <a:gd name="connsiteX86" fmla="*/ 147540 w 327867"/>
                <a:gd name="connsiteY86" fmla="*/ 31147 h 303277"/>
                <a:gd name="connsiteX87" fmla="*/ 149180 w 327867"/>
                <a:gd name="connsiteY87" fmla="*/ 27869 h 303277"/>
                <a:gd name="connsiteX88" fmla="*/ 150819 w 327867"/>
                <a:gd name="connsiteY88" fmla="*/ 22951 h 303277"/>
                <a:gd name="connsiteX89" fmla="*/ 150819 w 327867"/>
                <a:gd name="connsiteY89" fmla="*/ 19672 h 303277"/>
                <a:gd name="connsiteX90" fmla="*/ 152458 w 327867"/>
                <a:gd name="connsiteY90" fmla="*/ 18033 h 303277"/>
                <a:gd name="connsiteX91" fmla="*/ 154098 w 327867"/>
                <a:gd name="connsiteY91" fmla="*/ 14754 h 303277"/>
                <a:gd name="connsiteX92" fmla="*/ 155737 w 327867"/>
                <a:gd name="connsiteY92" fmla="*/ 11475 h 303277"/>
                <a:gd name="connsiteX93" fmla="*/ 157376 w 327867"/>
                <a:gd name="connsiteY93" fmla="*/ 6557 h 303277"/>
                <a:gd name="connsiteX94" fmla="*/ 159016 w 327867"/>
                <a:gd name="connsiteY94" fmla="*/ 3279 h 303277"/>
                <a:gd name="connsiteX95" fmla="*/ 160655 w 327867"/>
                <a:gd name="connsiteY95" fmla="*/ 0 h 303277"/>
                <a:gd name="connsiteX96" fmla="*/ 163934 w 327867"/>
                <a:gd name="connsiteY96" fmla="*/ 0 h 303277"/>
                <a:gd name="connsiteX97" fmla="*/ 168851 w 327867"/>
                <a:gd name="connsiteY97" fmla="*/ 0 h 303277"/>
                <a:gd name="connsiteX98" fmla="*/ 168851 w 327867"/>
                <a:gd name="connsiteY98" fmla="*/ 0 h 303277"/>
                <a:gd name="connsiteX99" fmla="*/ 172130 w 327867"/>
                <a:gd name="connsiteY99" fmla="*/ 0 h 303277"/>
                <a:gd name="connsiteX100" fmla="*/ 172130 w 327867"/>
                <a:gd name="connsiteY100" fmla="*/ 0 h 303277"/>
                <a:gd name="connsiteX101" fmla="*/ 177048 w 327867"/>
                <a:gd name="connsiteY101" fmla="*/ 0 h 303277"/>
                <a:gd name="connsiteX102" fmla="*/ 180327 w 327867"/>
                <a:gd name="connsiteY102" fmla="*/ 0 h 303277"/>
                <a:gd name="connsiteX103" fmla="*/ 185245 w 327867"/>
                <a:gd name="connsiteY103" fmla="*/ 0 h 303277"/>
                <a:gd name="connsiteX104" fmla="*/ 188524 w 327867"/>
                <a:gd name="connsiteY104" fmla="*/ 0 h 303277"/>
                <a:gd name="connsiteX105" fmla="*/ 191803 w 327867"/>
                <a:gd name="connsiteY105" fmla="*/ 0 h 303277"/>
                <a:gd name="connsiteX106" fmla="*/ 195081 w 327867"/>
                <a:gd name="connsiteY106" fmla="*/ 0 h 303277"/>
                <a:gd name="connsiteX107" fmla="*/ 199999 w 327867"/>
                <a:gd name="connsiteY107" fmla="*/ 0 h 303277"/>
                <a:gd name="connsiteX108" fmla="*/ 203278 w 327867"/>
                <a:gd name="connsiteY108" fmla="*/ 0 h 303277"/>
                <a:gd name="connsiteX109" fmla="*/ 206557 w 327867"/>
                <a:gd name="connsiteY109" fmla="*/ 0 h 303277"/>
                <a:gd name="connsiteX110" fmla="*/ 209835 w 327867"/>
                <a:gd name="connsiteY110" fmla="*/ 0 h 303277"/>
                <a:gd name="connsiteX111" fmla="*/ 214753 w 327867"/>
                <a:gd name="connsiteY111" fmla="*/ 0 h 303277"/>
                <a:gd name="connsiteX112" fmla="*/ 218032 w 327867"/>
                <a:gd name="connsiteY112" fmla="*/ 0 h 303277"/>
                <a:gd name="connsiteX113" fmla="*/ 221310 w 327867"/>
                <a:gd name="connsiteY113" fmla="*/ 0 h 303277"/>
                <a:gd name="connsiteX114" fmla="*/ 224589 w 327867"/>
                <a:gd name="connsiteY114" fmla="*/ 0 h 303277"/>
                <a:gd name="connsiteX115" fmla="*/ 229507 w 327867"/>
                <a:gd name="connsiteY115" fmla="*/ 0 h 303277"/>
                <a:gd name="connsiteX116" fmla="*/ 232786 w 327867"/>
                <a:gd name="connsiteY116" fmla="*/ 0 h 303277"/>
                <a:gd name="connsiteX117" fmla="*/ 236064 w 327867"/>
                <a:gd name="connsiteY117" fmla="*/ 0 h 303277"/>
                <a:gd name="connsiteX118" fmla="*/ 240983 w 327867"/>
                <a:gd name="connsiteY118" fmla="*/ 0 h 303277"/>
                <a:gd name="connsiteX119" fmla="*/ 244261 w 327867"/>
                <a:gd name="connsiteY119" fmla="*/ 0 h 303277"/>
                <a:gd name="connsiteX120" fmla="*/ 247540 w 327867"/>
                <a:gd name="connsiteY120" fmla="*/ 0 h 303277"/>
                <a:gd name="connsiteX121" fmla="*/ 250818 w 327867"/>
                <a:gd name="connsiteY121" fmla="*/ 0 h 303277"/>
                <a:gd name="connsiteX122" fmla="*/ 255737 w 327867"/>
                <a:gd name="connsiteY122" fmla="*/ 0 h 303277"/>
                <a:gd name="connsiteX123" fmla="*/ 259015 w 327867"/>
                <a:gd name="connsiteY123" fmla="*/ 0 h 303277"/>
                <a:gd name="connsiteX124" fmla="*/ 262294 w 327867"/>
                <a:gd name="connsiteY124" fmla="*/ 0 h 303277"/>
                <a:gd name="connsiteX125" fmla="*/ 265573 w 327867"/>
                <a:gd name="connsiteY125" fmla="*/ 0 h 303277"/>
                <a:gd name="connsiteX126" fmla="*/ 270491 w 327867"/>
                <a:gd name="connsiteY126" fmla="*/ 0 h 303277"/>
                <a:gd name="connsiteX127" fmla="*/ 273769 w 327867"/>
                <a:gd name="connsiteY127" fmla="*/ 0 h 303277"/>
                <a:gd name="connsiteX128" fmla="*/ 277048 w 327867"/>
                <a:gd name="connsiteY128" fmla="*/ 0 h 303277"/>
                <a:gd name="connsiteX129" fmla="*/ 278687 w 327867"/>
                <a:gd name="connsiteY129" fmla="*/ 0 h 303277"/>
                <a:gd name="connsiteX130" fmla="*/ 281966 w 327867"/>
                <a:gd name="connsiteY130" fmla="*/ 0 h 303277"/>
                <a:gd name="connsiteX131" fmla="*/ 286884 w 327867"/>
                <a:gd name="connsiteY131" fmla="*/ 0 h 303277"/>
                <a:gd name="connsiteX132" fmla="*/ 290163 w 327867"/>
                <a:gd name="connsiteY132" fmla="*/ 0 h 303277"/>
                <a:gd name="connsiteX133" fmla="*/ 293441 w 327867"/>
                <a:gd name="connsiteY133" fmla="*/ 0 h 303277"/>
                <a:gd name="connsiteX134" fmla="*/ 298360 w 327867"/>
                <a:gd name="connsiteY134" fmla="*/ 0 h 303277"/>
                <a:gd name="connsiteX135" fmla="*/ 301638 w 327867"/>
                <a:gd name="connsiteY135" fmla="*/ 0 h 303277"/>
                <a:gd name="connsiteX136" fmla="*/ 304917 w 327867"/>
                <a:gd name="connsiteY136" fmla="*/ 0 h 303277"/>
                <a:gd name="connsiteX137" fmla="*/ 308195 w 327867"/>
                <a:gd name="connsiteY137" fmla="*/ 0 h 303277"/>
                <a:gd name="connsiteX138" fmla="*/ 313113 w 327867"/>
                <a:gd name="connsiteY138" fmla="*/ 0 h 303277"/>
                <a:gd name="connsiteX139" fmla="*/ 316392 w 327867"/>
                <a:gd name="connsiteY139" fmla="*/ 0 h 303277"/>
                <a:gd name="connsiteX140" fmla="*/ 319671 w 327867"/>
                <a:gd name="connsiteY140" fmla="*/ 0 h 303277"/>
                <a:gd name="connsiteX141" fmla="*/ 321310 w 327867"/>
                <a:gd name="connsiteY141" fmla="*/ 0 h 303277"/>
                <a:gd name="connsiteX142" fmla="*/ 324588 w 327867"/>
                <a:gd name="connsiteY142" fmla="*/ 0 h 303277"/>
                <a:gd name="connsiteX143" fmla="*/ 327867 w 327867"/>
                <a:gd name="connsiteY143" fmla="*/ 0 h 303277"/>
                <a:gd name="connsiteX144" fmla="*/ 327867 w 327867"/>
                <a:gd name="connsiteY144" fmla="*/ 0 h 303277"/>
                <a:gd name="connsiteX145" fmla="*/ 327867 w 327867"/>
                <a:gd name="connsiteY145" fmla="*/ 3279 h 303277"/>
                <a:gd name="connsiteX146" fmla="*/ 327867 w 327867"/>
                <a:gd name="connsiteY146" fmla="*/ 6557 h 303277"/>
                <a:gd name="connsiteX147" fmla="*/ 327867 w 327867"/>
                <a:gd name="connsiteY147" fmla="*/ 11475 h 303277"/>
                <a:gd name="connsiteX148" fmla="*/ 327867 w 327867"/>
                <a:gd name="connsiteY148" fmla="*/ 16393 h 303277"/>
                <a:gd name="connsiteX149" fmla="*/ 327867 w 327867"/>
                <a:gd name="connsiteY149" fmla="*/ 19672 h 303277"/>
                <a:gd name="connsiteX150" fmla="*/ 327867 w 327867"/>
                <a:gd name="connsiteY150" fmla="*/ 24590 h 303277"/>
                <a:gd name="connsiteX151" fmla="*/ 327867 w 327867"/>
                <a:gd name="connsiteY151" fmla="*/ 29508 h 303277"/>
                <a:gd name="connsiteX152" fmla="*/ 326228 w 327867"/>
                <a:gd name="connsiteY152" fmla="*/ 32787 h 303277"/>
                <a:gd name="connsiteX153" fmla="*/ 326228 w 327867"/>
                <a:gd name="connsiteY153" fmla="*/ 37705 h 303277"/>
                <a:gd name="connsiteX154" fmla="*/ 326228 w 327867"/>
                <a:gd name="connsiteY154" fmla="*/ 42623 h 303277"/>
                <a:gd name="connsiteX155" fmla="*/ 326228 w 327867"/>
                <a:gd name="connsiteY155" fmla="*/ 45901 h 303277"/>
                <a:gd name="connsiteX156" fmla="*/ 326228 w 327867"/>
                <a:gd name="connsiteY156" fmla="*/ 50820 h 303277"/>
                <a:gd name="connsiteX157" fmla="*/ 326228 w 327867"/>
                <a:gd name="connsiteY157" fmla="*/ 55737 h 303277"/>
                <a:gd name="connsiteX158" fmla="*/ 326228 w 327867"/>
                <a:gd name="connsiteY158" fmla="*/ 60655 h 303277"/>
                <a:gd name="connsiteX159" fmla="*/ 326228 w 327867"/>
                <a:gd name="connsiteY159" fmla="*/ 63934 h 303277"/>
                <a:gd name="connsiteX160" fmla="*/ 326228 w 327867"/>
                <a:gd name="connsiteY160" fmla="*/ 68852 h 303277"/>
                <a:gd name="connsiteX161" fmla="*/ 326228 w 327867"/>
                <a:gd name="connsiteY161" fmla="*/ 73770 h 303277"/>
                <a:gd name="connsiteX162" fmla="*/ 324588 w 327867"/>
                <a:gd name="connsiteY162" fmla="*/ 73770 h 303277"/>
                <a:gd name="connsiteX163" fmla="*/ 321310 w 327867"/>
                <a:gd name="connsiteY163" fmla="*/ 73770 h 303277"/>
                <a:gd name="connsiteX164" fmla="*/ 316392 w 327867"/>
                <a:gd name="connsiteY164" fmla="*/ 73770 h 303277"/>
                <a:gd name="connsiteX165" fmla="*/ 311474 w 327867"/>
                <a:gd name="connsiteY165" fmla="*/ 73770 h 303277"/>
                <a:gd name="connsiteX166" fmla="*/ 306556 w 327867"/>
                <a:gd name="connsiteY166" fmla="*/ 73770 h 303277"/>
                <a:gd name="connsiteX167" fmla="*/ 303277 w 327867"/>
                <a:gd name="connsiteY167" fmla="*/ 73770 h 303277"/>
                <a:gd name="connsiteX168" fmla="*/ 299998 w 327867"/>
                <a:gd name="connsiteY168" fmla="*/ 73770 h 303277"/>
                <a:gd name="connsiteX169" fmla="*/ 295081 w 327867"/>
                <a:gd name="connsiteY169" fmla="*/ 73770 h 303277"/>
                <a:gd name="connsiteX170" fmla="*/ 291802 w 327867"/>
                <a:gd name="connsiteY170" fmla="*/ 73770 h 303277"/>
                <a:gd name="connsiteX171" fmla="*/ 288523 w 327867"/>
                <a:gd name="connsiteY171" fmla="*/ 73770 h 303277"/>
                <a:gd name="connsiteX172" fmla="*/ 285245 w 327867"/>
                <a:gd name="connsiteY172" fmla="*/ 73770 h 303277"/>
                <a:gd name="connsiteX173" fmla="*/ 280327 w 327867"/>
                <a:gd name="connsiteY173" fmla="*/ 73770 h 303277"/>
                <a:gd name="connsiteX174" fmla="*/ 277048 w 327867"/>
                <a:gd name="connsiteY174" fmla="*/ 73770 h 303277"/>
                <a:gd name="connsiteX175" fmla="*/ 275408 w 327867"/>
                <a:gd name="connsiteY175" fmla="*/ 73770 h 303277"/>
                <a:gd name="connsiteX176" fmla="*/ 268851 w 327867"/>
                <a:gd name="connsiteY176" fmla="*/ 73770 h 303277"/>
                <a:gd name="connsiteX177" fmla="*/ 263933 w 327867"/>
                <a:gd name="connsiteY177" fmla="*/ 73770 h 303277"/>
                <a:gd name="connsiteX178" fmla="*/ 259015 w 327867"/>
                <a:gd name="connsiteY178" fmla="*/ 73770 h 303277"/>
                <a:gd name="connsiteX179" fmla="*/ 252458 w 327867"/>
                <a:gd name="connsiteY179" fmla="*/ 73770 h 303277"/>
                <a:gd name="connsiteX180" fmla="*/ 249179 w 327867"/>
                <a:gd name="connsiteY180" fmla="*/ 73770 h 303277"/>
                <a:gd name="connsiteX181" fmla="*/ 242622 w 327867"/>
                <a:gd name="connsiteY181" fmla="*/ 73770 h 303277"/>
                <a:gd name="connsiteX182" fmla="*/ 239343 w 327867"/>
                <a:gd name="connsiteY182" fmla="*/ 73770 h 303277"/>
                <a:gd name="connsiteX183" fmla="*/ 232786 w 327867"/>
                <a:gd name="connsiteY183" fmla="*/ 73770 h 303277"/>
                <a:gd name="connsiteX184" fmla="*/ 227868 w 327867"/>
                <a:gd name="connsiteY184" fmla="*/ 73770 h 303277"/>
                <a:gd name="connsiteX185" fmla="*/ 224589 w 327867"/>
                <a:gd name="connsiteY185" fmla="*/ 73770 h 303277"/>
                <a:gd name="connsiteX186" fmla="*/ 219671 w 327867"/>
                <a:gd name="connsiteY186" fmla="*/ 73770 h 303277"/>
                <a:gd name="connsiteX187" fmla="*/ 214753 w 327867"/>
                <a:gd name="connsiteY187" fmla="*/ 73770 h 303277"/>
                <a:gd name="connsiteX188" fmla="*/ 214753 w 327867"/>
                <a:gd name="connsiteY188" fmla="*/ 73770 h 303277"/>
                <a:gd name="connsiteX189" fmla="*/ 213114 w 327867"/>
                <a:gd name="connsiteY189" fmla="*/ 73770 h 303277"/>
                <a:gd name="connsiteX190" fmla="*/ 208196 w 327867"/>
                <a:gd name="connsiteY190" fmla="*/ 73770 h 303277"/>
                <a:gd name="connsiteX191" fmla="*/ 203278 w 327867"/>
                <a:gd name="connsiteY191" fmla="*/ 73770 h 303277"/>
                <a:gd name="connsiteX192" fmla="*/ 201638 w 327867"/>
                <a:gd name="connsiteY192" fmla="*/ 73770 h 303277"/>
                <a:gd name="connsiteX193" fmla="*/ 199999 w 327867"/>
                <a:gd name="connsiteY193" fmla="*/ 80327 h 303277"/>
                <a:gd name="connsiteX194" fmla="*/ 199999 w 327867"/>
                <a:gd name="connsiteY194" fmla="*/ 83606 h 303277"/>
                <a:gd name="connsiteX195" fmla="*/ 199999 w 327867"/>
                <a:gd name="connsiteY195" fmla="*/ 85245 h 303277"/>
                <a:gd name="connsiteX196" fmla="*/ 199999 w 327867"/>
                <a:gd name="connsiteY196" fmla="*/ 93442 h 303277"/>
                <a:gd name="connsiteX197" fmla="*/ 199999 w 327867"/>
                <a:gd name="connsiteY197" fmla="*/ 98360 h 303277"/>
                <a:gd name="connsiteX198" fmla="*/ 199999 w 327867"/>
                <a:gd name="connsiteY198" fmla="*/ 103278 h 303277"/>
                <a:gd name="connsiteX199" fmla="*/ 198360 w 327867"/>
                <a:gd name="connsiteY199" fmla="*/ 109836 h 303277"/>
                <a:gd name="connsiteX200" fmla="*/ 198360 w 327867"/>
                <a:gd name="connsiteY200" fmla="*/ 116393 h 303277"/>
                <a:gd name="connsiteX201" fmla="*/ 198360 w 327867"/>
                <a:gd name="connsiteY201" fmla="*/ 121311 h 303277"/>
                <a:gd name="connsiteX202" fmla="*/ 198360 w 327867"/>
                <a:gd name="connsiteY202" fmla="*/ 126229 h 303277"/>
                <a:gd name="connsiteX203" fmla="*/ 198360 w 327867"/>
                <a:gd name="connsiteY203" fmla="*/ 129508 h 303277"/>
                <a:gd name="connsiteX204" fmla="*/ 198360 w 327867"/>
                <a:gd name="connsiteY204" fmla="*/ 134426 h 303277"/>
                <a:gd name="connsiteX205" fmla="*/ 198360 w 327867"/>
                <a:gd name="connsiteY205" fmla="*/ 137704 h 303277"/>
                <a:gd name="connsiteX206" fmla="*/ 198360 w 327867"/>
                <a:gd name="connsiteY206" fmla="*/ 142622 h 303277"/>
                <a:gd name="connsiteX207" fmla="*/ 198360 w 327867"/>
                <a:gd name="connsiteY207" fmla="*/ 147540 h 303277"/>
                <a:gd name="connsiteX208" fmla="*/ 196720 w 327867"/>
                <a:gd name="connsiteY208" fmla="*/ 155737 h 303277"/>
                <a:gd name="connsiteX209" fmla="*/ 196720 w 327867"/>
                <a:gd name="connsiteY209" fmla="*/ 160655 h 303277"/>
                <a:gd name="connsiteX210" fmla="*/ 196720 w 327867"/>
                <a:gd name="connsiteY210" fmla="*/ 165573 h 303277"/>
                <a:gd name="connsiteX211" fmla="*/ 196720 w 327867"/>
                <a:gd name="connsiteY211" fmla="*/ 168852 h 303277"/>
                <a:gd name="connsiteX212" fmla="*/ 196720 w 327867"/>
                <a:gd name="connsiteY212" fmla="*/ 173770 h 303277"/>
                <a:gd name="connsiteX213" fmla="*/ 196720 w 327867"/>
                <a:gd name="connsiteY213" fmla="*/ 180327 h 303277"/>
                <a:gd name="connsiteX214" fmla="*/ 196720 w 327867"/>
                <a:gd name="connsiteY214" fmla="*/ 185245 h 303277"/>
                <a:gd name="connsiteX215" fmla="*/ 193442 w 327867"/>
                <a:gd name="connsiteY215" fmla="*/ 186884 h 303277"/>
                <a:gd name="connsiteX216" fmla="*/ 190163 w 327867"/>
                <a:gd name="connsiteY216" fmla="*/ 186884 h 303277"/>
                <a:gd name="connsiteX217" fmla="*/ 185245 w 327867"/>
                <a:gd name="connsiteY217" fmla="*/ 190163 h 303277"/>
                <a:gd name="connsiteX218" fmla="*/ 181966 w 327867"/>
                <a:gd name="connsiteY218" fmla="*/ 191802 h 303277"/>
                <a:gd name="connsiteX219" fmla="*/ 177048 w 327867"/>
                <a:gd name="connsiteY219" fmla="*/ 191802 h 303277"/>
                <a:gd name="connsiteX220" fmla="*/ 173770 w 327867"/>
                <a:gd name="connsiteY220" fmla="*/ 193442 h 303277"/>
                <a:gd name="connsiteX221" fmla="*/ 173770 w 327867"/>
                <a:gd name="connsiteY221" fmla="*/ 193442 h 303277"/>
                <a:gd name="connsiteX222" fmla="*/ 168851 w 327867"/>
                <a:gd name="connsiteY222" fmla="*/ 196720 h 303277"/>
                <a:gd name="connsiteX223" fmla="*/ 165573 w 327867"/>
                <a:gd name="connsiteY223" fmla="*/ 199999 h 303277"/>
                <a:gd name="connsiteX224" fmla="*/ 160655 w 327867"/>
                <a:gd name="connsiteY224" fmla="*/ 201638 h 303277"/>
                <a:gd name="connsiteX225" fmla="*/ 155737 w 327867"/>
                <a:gd name="connsiteY225" fmla="*/ 206557 h 303277"/>
                <a:gd name="connsiteX226" fmla="*/ 154098 w 327867"/>
                <a:gd name="connsiteY226" fmla="*/ 209835 h 303277"/>
                <a:gd name="connsiteX227" fmla="*/ 152458 w 327867"/>
                <a:gd name="connsiteY227" fmla="*/ 214753 h 303277"/>
                <a:gd name="connsiteX228" fmla="*/ 152458 w 327867"/>
                <a:gd name="connsiteY228" fmla="*/ 218032 h 303277"/>
                <a:gd name="connsiteX229" fmla="*/ 152458 w 327867"/>
                <a:gd name="connsiteY229" fmla="*/ 221310 h 303277"/>
                <a:gd name="connsiteX230" fmla="*/ 154098 w 327867"/>
                <a:gd name="connsiteY230" fmla="*/ 224589 h 303277"/>
                <a:gd name="connsiteX231" fmla="*/ 154098 w 327867"/>
                <a:gd name="connsiteY231" fmla="*/ 229507 h 303277"/>
                <a:gd name="connsiteX232" fmla="*/ 154098 w 327867"/>
                <a:gd name="connsiteY232" fmla="*/ 232786 h 303277"/>
                <a:gd name="connsiteX233" fmla="*/ 154098 w 327867"/>
                <a:gd name="connsiteY233" fmla="*/ 236064 h 303277"/>
                <a:gd name="connsiteX234" fmla="*/ 154098 w 327867"/>
                <a:gd name="connsiteY234" fmla="*/ 240982 h 303277"/>
                <a:gd name="connsiteX235" fmla="*/ 154098 w 327867"/>
                <a:gd name="connsiteY235" fmla="*/ 244261 h 303277"/>
                <a:gd name="connsiteX236" fmla="*/ 154098 w 327867"/>
                <a:gd name="connsiteY236" fmla="*/ 247540 h 303277"/>
                <a:gd name="connsiteX237" fmla="*/ 154098 w 327867"/>
                <a:gd name="connsiteY237" fmla="*/ 252458 h 303277"/>
                <a:gd name="connsiteX238" fmla="*/ 154098 w 327867"/>
                <a:gd name="connsiteY238" fmla="*/ 255737 h 303277"/>
                <a:gd name="connsiteX239" fmla="*/ 154098 w 327867"/>
                <a:gd name="connsiteY239" fmla="*/ 259015 h 303277"/>
                <a:gd name="connsiteX240" fmla="*/ 154098 w 327867"/>
                <a:gd name="connsiteY240" fmla="*/ 262294 h 303277"/>
                <a:gd name="connsiteX241" fmla="*/ 154098 w 327867"/>
                <a:gd name="connsiteY241" fmla="*/ 267212 h 303277"/>
                <a:gd name="connsiteX242" fmla="*/ 155737 w 327867"/>
                <a:gd name="connsiteY242" fmla="*/ 270491 h 303277"/>
                <a:gd name="connsiteX243" fmla="*/ 155737 w 327867"/>
                <a:gd name="connsiteY243" fmla="*/ 272130 h 303277"/>
                <a:gd name="connsiteX244" fmla="*/ 155737 w 327867"/>
                <a:gd name="connsiteY244" fmla="*/ 275409 h 303277"/>
                <a:gd name="connsiteX245" fmla="*/ 155737 w 327867"/>
                <a:gd name="connsiteY245" fmla="*/ 278687 h 303277"/>
                <a:gd name="connsiteX246" fmla="*/ 150819 w 327867"/>
                <a:gd name="connsiteY246" fmla="*/ 278687 h 303277"/>
                <a:gd name="connsiteX247" fmla="*/ 147540 w 327867"/>
                <a:gd name="connsiteY247" fmla="*/ 278687 h 303277"/>
                <a:gd name="connsiteX248" fmla="*/ 142623 w 327867"/>
                <a:gd name="connsiteY248" fmla="*/ 278687 h 303277"/>
                <a:gd name="connsiteX249" fmla="*/ 139344 w 327867"/>
                <a:gd name="connsiteY249" fmla="*/ 278687 h 303277"/>
                <a:gd name="connsiteX250" fmla="*/ 134426 w 327867"/>
                <a:gd name="connsiteY250" fmla="*/ 278687 h 303277"/>
                <a:gd name="connsiteX251" fmla="*/ 131147 w 327867"/>
                <a:gd name="connsiteY251" fmla="*/ 278687 h 303277"/>
                <a:gd name="connsiteX252" fmla="*/ 126229 w 327867"/>
                <a:gd name="connsiteY252" fmla="*/ 278687 h 303277"/>
                <a:gd name="connsiteX253" fmla="*/ 121311 w 327867"/>
                <a:gd name="connsiteY253" fmla="*/ 278687 h 303277"/>
                <a:gd name="connsiteX254" fmla="*/ 118032 w 327867"/>
                <a:gd name="connsiteY254" fmla="*/ 278687 h 303277"/>
                <a:gd name="connsiteX255" fmla="*/ 114754 w 327867"/>
                <a:gd name="connsiteY255" fmla="*/ 278687 h 303277"/>
                <a:gd name="connsiteX256" fmla="*/ 109836 w 327867"/>
                <a:gd name="connsiteY256" fmla="*/ 278687 h 303277"/>
                <a:gd name="connsiteX257" fmla="*/ 106557 w 327867"/>
                <a:gd name="connsiteY257" fmla="*/ 278687 h 303277"/>
                <a:gd name="connsiteX258" fmla="*/ 103278 w 327867"/>
                <a:gd name="connsiteY258" fmla="*/ 278687 h 303277"/>
                <a:gd name="connsiteX259" fmla="*/ 100000 w 327867"/>
                <a:gd name="connsiteY259" fmla="*/ 278687 h 303277"/>
                <a:gd name="connsiteX260" fmla="*/ 95081 w 327867"/>
                <a:gd name="connsiteY260" fmla="*/ 278687 h 303277"/>
                <a:gd name="connsiteX261" fmla="*/ 91803 w 327867"/>
                <a:gd name="connsiteY261" fmla="*/ 278687 h 303277"/>
                <a:gd name="connsiteX262" fmla="*/ 86885 w 327867"/>
                <a:gd name="connsiteY262" fmla="*/ 278687 h 303277"/>
                <a:gd name="connsiteX263" fmla="*/ 86885 w 327867"/>
                <a:gd name="connsiteY263" fmla="*/ 278687 h 303277"/>
                <a:gd name="connsiteX264" fmla="*/ 81967 w 327867"/>
                <a:gd name="connsiteY264" fmla="*/ 278687 h 303277"/>
                <a:gd name="connsiteX265" fmla="*/ 78688 w 327867"/>
                <a:gd name="connsiteY265" fmla="*/ 278687 h 303277"/>
                <a:gd name="connsiteX266" fmla="*/ 77049 w 327867"/>
                <a:gd name="connsiteY266" fmla="*/ 278687 h 303277"/>
                <a:gd name="connsiteX267" fmla="*/ 72131 w 327867"/>
                <a:gd name="connsiteY267" fmla="*/ 278687 h 303277"/>
                <a:gd name="connsiteX268" fmla="*/ 68852 w 327867"/>
                <a:gd name="connsiteY268" fmla="*/ 278687 h 303277"/>
                <a:gd name="connsiteX269" fmla="*/ 63934 w 327867"/>
                <a:gd name="connsiteY269" fmla="*/ 278687 h 303277"/>
                <a:gd name="connsiteX270" fmla="*/ 60656 w 327867"/>
                <a:gd name="connsiteY270" fmla="*/ 278687 h 303277"/>
                <a:gd name="connsiteX271" fmla="*/ 55737 w 327867"/>
                <a:gd name="connsiteY271" fmla="*/ 278687 h 303277"/>
                <a:gd name="connsiteX272" fmla="*/ 50820 w 327867"/>
                <a:gd name="connsiteY272" fmla="*/ 278687 h 303277"/>
                <a:gd name="connsiteX273" fmla="*/ 50820 w 327867"/>
                <a:gd name="connsiteY273" fmla="*/ 278687 h 303277"/>
                <a:gd name="connsiteX274" fmla="*/ 47541 w 327867"/>
                <a:gd name="connsiteY274" fmla="*/ 278687 h 303277"/>
                <a:gd name="connsiteX275" fmla="*/ 42623 w 327867"/>
                <a:gd name="connsiteY275" fmla="*/ 278687 h 303277"/>
                <a:gd name="connsiteX276" fmla="*/ 39344 w 327867"/>
                <a:gd name="connsiteY276" fmla="*/ 278687 h 303277"/>
                <a:gd name="connsiteX277" fmla="*/ 37705 w 327867"/>
                <a:gd name="connsiteY277" fmla="*/ 278687 h 303277"/>
                <a:gd name="connsiteX278" fmla="*/ 34426 w 327867"/>
                <a:gd name="connsiteY278" fmla="*/ 278687 h 303277"/>
                <a:gd name="connsiteX279" fmla="*/ 29508 w 327867"/>
                <a:gd name="connsiteY279" fmla="*/ 278687 h 303277"/>
                <a:gd name="connsiteX280" fmla="*/ 26229 w 327867"/>
                <a:gd name="connsiteY280" fmla="*/ 278687 h 303277"/>
                <a:gd name="connsiteX281" fmla="*/ 21311 w 327867"/>
                <a:gd name="connsiteY281" fmla="*/ 278687 h 303277"/>
                <a:gd name="connsiteX282" fmla="*/ 18033 w 327867"/>
                <a:gd name="connsiteY282" fmla="*/ 278687 h 303277"/>
                <a:gd name="connsiteX283" fmla="*/ 13114 w 327867"/>
                <a:gd name="connsiteY283" fmla="*/ 278687 h 303277"/>
                <a:gd name="connsiteX284" fmla="*/ 8197 w 327867"/>
                <a:gd name="connsiteY284" fmla="*/ 278687 h 303277"/>
                <a:gd name="connsiteX285" fmla="*/ 4918 w 327867"/>
                <a:gd name="connsiteY285" fmla="*/ 281966 h 303277"/>
                <a:gd name="connsiteX286" fmla="*/ 4918 w 327867"/>
                <a:gd name="connsiteY286" fmla="*/ 285244 h 303277"/>
                <a:gd name="connsiteX287" fmla="*/ 3279 w 327867"/>
                <a:gd name="connsiteY287" fmla="*/ 288523 h 303277"/>
                <a:gd name="connsiteX288" fmla="*/ 1639 w 327867"/>
                <a:gd name="connsiteY288" fmla="*/ 293441 h 303277"/>
                <a:gd name="connsiteX289" fmla="*/ 0 w 327867"/>
                <a:gd name="connsiteY289" fmla="*/ 296720 h 303277"/>
                <a:gd name="connsiteX290" fmla="*/ 0 w 327867"/>
                <a:gd name="connsiteY290" fmla="*/ 299999 h 303277"/>
                <a:gd name="connsiteX291" fmla="*/ 1639 w 327867"/>
                <a:gd name="connsiteY291" fmla="*/ 303277 h 30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</a:cxnLst>
              <a:rect l="l" t="t" r="r" b="b"/>
              <a:pathLst>
                <a:path w="327867" h="303277">
                  <a:moveTo>
                    <a:pt x="1639" y="303277"/>
                  </a:moveTo>
                  <a:lnTo>
                    <a:pt x="0" y="301638"/>
                  </a:lnTo>
                  <a:lnTo>
                    <a:pt x="0" y="298359"/>
                  </a:lnTo>
                  <a:lnTo>
                    <a:pt x="0" y="295081"/>
                  </a:lnTo>
                  <a:lnTo>
                    <a:pt x="1639" y="290163"/>
                  </a:lnTo>
                  <a:lnTo>
                    <a:pt x="1639" y="286884"/>
                  </a:lnTo>
                  <a:lnTo>
                    <a:pt x="1639" y="283605"/>
                  </a:lnTo>
                  <a:lnTo>
                    <a:pt x="3279" y="278687"/>
                  </a:lnTo>
                  <a:lnTo>
                    <a:pt x="3279" y="278687"/>
                  </a:lnTo>
                  <a:lnTo>
                    <a:pt x="3279" y="273769"/>
                  </a:lnTo>
                  <a:lnTo>
                    <a:pt x="4918" y="270491"/>
                  </a:lnTo>
                  <a:lnTo>
                    <a:pt x="4918" y="267212"/>
                  </a:lnTo>
                  <a:lnTo>
                    <a:pt x="6557" y="262294"/>
                  </a:lnTo>
                  <a:lnTo>
                    <a:pt x="6557" y="259015"/>
                  </a:lnTo>
                  <a:lnTo>
                    <a:pt x="6557" y="259015"/>
                  </a:lnTo>
                  <a:lnTo>
                    <a:pt x="6557" y="255737"/>
                  </a:lnTo>
                  <a:lnTo>
                    <a:pt x="8197" y="250819"/>
                  </a:lnTo>
                  <a:lnTo>
                    <a:pt x="9836" y="247540"/>
                  </a:lnTo>
                  <a:lnTo>
                    <a:pt x="11476" y="244261"/>
                  </a:lnTo>
                  <a:lnTo>
                    <a:pt x="14754" y="240982"/>
                  </a:lnTo>
                  <a:lnTo>
                    <a:pt x="18033" y="236064"/>
                  </a:lnTo>
                  <a:lnTo>
                    <a:pt x="21311" y="236064"/>
                  </a:lnTo>
                  <a:lnTo>
                    <a:pt x="26229" y="232786"/>
                  </a:lnTo>
                  <a:lnTo>
                    <a:pt x="27869" y="229507"/>
                  </a:lnTo>
                  <a:lnTo>
                    <a:pt x="29508" y="226229"/>
                  </a:lnTo>
                  <a:lnTo>
                    <a:pt x="31147" y="222950"/>
                  </a:lnTo>
                  <a:lnTo>
                    <a:pt x="31147" y="218032"/>
                  </a:lnTo>
                  <a:lnTo>
                    <a:pt x="32787" y="214753"/>
                  </a:lnTo>
                  <a:lnTo>
                    <a:pt x="32787" y="211474"/>
                  </a:lnTo>
                  <a:lnTo>
                    <a:pt x="37705" y="208196"/>
                  </a:lnTo>
                  <a:lnTo>
                    <a:pt x="37705" y="206557"/>
                  </a:lnTo>
                  <a:lnTo>
                    <a:pt x="36066" y="201638"/>
                  </a:lnTo>
                  <a:lnTo>
                    <a:pt x="39344" y="198360"/>
                  </a:lnTo>
                  <a:lnTo>
                    <a:pt x="40983" y="195081"/>
                  </a:lnTo>
                  <a:lnTo>
                    <a:pt x="42623" y="190163"/>
                  </a:lnTo>
                  <a:lnTo>
                    <a:pt x="45901" y="186884"/>
                  </a:lnTo>
                  <a:lnTo>
                    <a:pt x="47541" y="183606"/>
                  </a:lnTo>
                  <a:lnTo>
                    <a:pt x="49180" y="180327"/>
                  </a:lnTo>
                  <a:lnTo>
                    <a:pt x="52459" y="175409"/>
                  </a:lnTo>
                  <a:lnTo>
                    <a:pt x="54098" y="172130"/>
                  </a:lnTo>
                  <a:lnTo>
                    <a:pt x="54098" y="168852"/>
                  </a:lnTo>
                  <a:lnTo>
                    <a:pt x="49180" y="170491"/>
                  </a:lnTo>
                  <a:lnTo>
                    <a:pt x="47541" y="175409"/>
                  </a:lnTo>
                  <a:lnTo>
                    <a:pt x="49180" y="172130"/>
                  </a:lnTo>
                  <a:lnTo>
                    <a:pt x="50820" y="167212"/>
                  </a:lnTo>
                  <a:lnTo>
                    <a:pt x="54098" y="163934"/>
                  </a:lnTo>
                  <a:lnTo>
                    <a:pt x="59016" y="160655"/>
                  </a:lnTo>
                  <a:lnTo>
                    <a:pt x="62295" y="159016"/>
                  </a:lnTo>
                  <a:lnTo>
                    <a:pt x="63934" y="155737"/>
                  </a:lnTo>
                  <a:lnTo>
                    <a:pt x="67213" y="152458"/>
                  </a:lnTo>
                  <a:lnTo>
                    <a:pt x="72131" y="149180"/>
                  </a:lnTo>
                  <a:lnTo>
                    <a:pt x="75410" y="145901"/>
                  </a:lnTo>
                  <a:lnTo>
                    <a:pt x="77049" y="140983"/>
                  </a:lnTo>
                  <a:lnTo>
                    <a:pt x="80327" y="139344"/>
                  </a:lnTo>
                  <a:lnTo>
                    <a:pt x="85246" y="136065"/>
                  </a:lnTo>
                  <a:lnTo>
                    <a:pt x="88524" y="132786"/>
                  </a:lnTo>
                  <a:lnTo>
                    <a:pt x="90164" y="127868"/>
                  </a:lnTo>
                  <a:lnTo>
                    <a:pt x="90164" y="124590"/>
                  </a:lnTo>
                  <a:lnTo>
                    <a:pt x="91803" y="121311"/>
                  </a:lnTo>
                  <a:lnTo>
                    <a:pt x="91803" y="116393"/>
                  </a:lnTo>
                  <a:lnTo>
                    <a:pt x="91803" y="114754"/>
                  </a:lnTo>
                  <a:lnTo>
                    <a:pt x="91803" y="111475"/>
                  </a:lnTo>
                  <a:lnTo>
                    <a:pt x="91803" y="106557"/>
                  </a:lnTo>
                  <a:lnTo>
                    <a:pt x="93442" y="103278"/>
                  </a:lnTo>
                  <a:lnTo>
                    <a:pt x="95081" y="100000"/>
                  </a:lnTo>
                  <a:lnTo>
                    <a:pt x="96721" y="95082"/>
                  </a:lnTo>
                  <a:lnTo>
                    <a:pt x="98360" y="91803"/>
                  </a:lnTo>
                  <a:lnTo>
                    <a:pt x="100000" y="88524"/>
                  </a:lnTo>
                  <a:lnTo>
                    <a:pt x="101639" y="85245"/>
                  </a:lnTo>
                  <a:lnTo>
                    <a:pt x="103278" y="80327"/>
                  </a:lnTo>
                  <a:lnTo>
                    <a:pt x="106557" y="77049"/>
                  </a:lnTo>
                  <a:lnTo>
                    <a:pt x="108196" y="73770"/>
                  </a:lnTo>
                  <a:lnTo>
                    <a:pt x="108196" y="70492"/>
                  </a:lnTo>
                  <a:lnTo>
                    <a:pt x="108196" y="67213"/>
                  </a:lnTo>
                  <a:lnTo>
                    <a:pt x="109836" y="63934"/>
                  </a:lnTo>
                  <a:lnTo>
                    <a:pt x="113114" y="60655"/>
                  </a:lnTo>
                  <a:lnTo>
                    <a:pt x="118032" y="59016"/>
                  </a:lnTo>
                  <a:lnTo>
                    <a:pt x="119671" y="54098"/>
                  </a:lnTo>
                  <a:lnTo>
                    <a:pt x="122950" y="54098"/>
                  </a:lnTo>
                  <a:lnTo>
                    <a:pt x="127868" y="52459"/>
                  </a:lnTo>
                  <a:lnTo>
                    <a:pt x="131147" y="49180"/>
                  </a:lnTo>
                  <a:lnTo>
                    <a:pt x="134426" y="47541"/>
                  </a:lnTo>
                  <a:lnTo>
                    <a:pt x="137704" y="45901"/>
                  </a:lnTo>
                  <a:lnTo>
                    <a:pt x="142623" y="42623"/>
                  </a:lnTo>
                  <a:lnTo>
                    <a:pt x="144261" y="39344"/>
                  </a:lnTo>
                  <a:lnTo>
                    <a:pt x="147540" y="34426"/>
                  </a:lnTo>
                  <a:lnTo>
                    <a:pt x="147540" y="31147"/>
                  </a:lnTo>
                  <a:lnTo>
                    <a:pt x="149180" y="27869"/>
                  </a:lnTo>
                  <a:lnTo>
                    <a:pt x="150819" y="22951"/>
                  </a:lnTo>
                  <a:lnTo>
                    <a:pt x="150819" y="19672"/>
                  </a:lnTo>
                  <a:lnTo>
                    <a:pt x="152458" y="18033"/>
                  </a:lnTo>
                  <a:lnTo>
                    <a:pt x="154098" y="14754"/>
                  </a:lnTo>
                  <a:lnTo>
                    <a:pt x="155737" y="11475"/>
                  </a:lnTo>
                  <a:lnTo>
                    <a:pt x="157376" y="6557"/>
                  </a:lnTo>
                  <a:lnTo>
                    <a:pt x="159016" y="3279"/>
                  </a:lnTo>
                  <a:lnTo>
                    <a:pt x="160655" y="0"/>
                  </a:lnTo>
                  <a:lnTo>
                    <a:pt x="163934" y="0"/>
                  </a:lnTo>
                  <a:lnTo>
                    <a:pt x="168851" y="0"/>
                  </a:lnTo>
                  <a:lnTo>
                    <a:pt x="168851" y="0"/>
                  </a:lnTo>
                  <a:lnTo>
                    <a:pt x="172130" y="0"/>
                  </a:lnTo>
                  <a:lnTo>
                    <a:pt x="172130" y="0"/>
                  </a:lnTo>
                  <a:lnTo>
                    <a:pt x="177048" y="0"/>
                  </a:lnTo>
                  <a:lnTo>
                    <a:pt x="180327" y="0"/>
                  </a:lnTo>
                  <a:lnTo>
                    <a:pt x="185245" y="0"/>
                  </a:lnTo>
                  <a:lnTo>
                    <a:pt x="188524" y="0"/>
                  </a:lnTo>
                  <a:lnTo>
                    <a:pt x="191803" y="0"/>
                  </a:lnTo>
                  <a:lnTo>
                    <a:pt x="195081" y="0"/>
                  </a:lnTo>
                  <a:lnTo>
                    <a:pt x="199999" y="0"/>
                  </a:lnTo>
                  <a:lnTo>
                    <a:pt x="203278" y="0"/>
                  </a:lnTo>
                  <a:lnTo>
                    <a:pt x="206557" y="0"/>
                  </a:lnTo>
                  <a:lnTo>
                    <a:pt x="209835" y="0"/>
                  </a:lnTo>
                  <a:lnTo>
                    <a:pt x="214753" y="0"/>
                  </a:lnTo>
                  <a:lnTo>
                    <a:pt x="218032" y="0"/>
                  </a:lnTo>
                  <a:lnTo>
                    <a:pt x="221310" y="0"/>
                  </a:lnTo>
                  <a:lnTo>
                    <a:pt x="224589" y="0"/>
                  </a:lnTo>
                  <a:lnTo>
                    <a:pt x="229507" y="0"/>
                  </a:lnTo>
                  <a:lnTo>
                    <a:pt x="232786" y="0"/>
                  </a:lnTo>
                  <a:lnTo>
                    <a:pt x="236064" y="0"/>
                  </a:lnTo>
                  <a:lnTo>
                    <a:pt x="240983" y="0"/>
                  </a:lnTo>
                  <a:lnTo>
                    <a:pt x="244261" y="0"/>
                  </a:lnTo>
                  <a:lnTo>
                    <a:pt x="247540" y="0"/>
                  </a:lnTo>
                  <a:lnTo>
                    <a:pt x="250818" y="0"/>
                  </a:lnTo>
                  <a:lnTo>
                    <a:pt x="255737" y="0"/>
                  </a:lnTo>
                  <a:lnTo>
                    <a:pt x="259015" y="0"/>
                  </a:lnTo>
                  <a:lnTo>
                    <a:pt x="262294" y="0"/>
                  </a:lnTo>
                  <a:lnTo>
                    <a:pt x="265573" y="0"/>
                  </a:lnTo>
                  <a:lnTo>
                    <a:pt x="270491" y="0"/>
                  </a:lnTo>
                  <a:lnTo>
                    <a:pt x="273769" y="0"/>
                  </a:lnTo>
                  <a:lnTo>
                    <a:pt x="277048" y="0"/>
                  </a:lnTo>
                  <a:lnTo>
                    <a:pt x="278687" y="0"/>
                  </a:lnTo>
                  <a:lnTo>
                    <a:pt x="281966" y="0"/>
                  </a:lnTo>
                  <a:lnTo>
                    <a:pt x="286884" y="0"/>
                  </a:lnTo>
                  <a:lnTo>
                    <a:pt x="290163" y="0"/>
                  </a:lnTo>
                  <a:lnTo>
                    <a:pt x="293441" y="0"/>
                  </a:lnTo>
                  <a:lnTo>
                    <a:pt x="298360" y="0"/>
                  </a:lnTo>
                  <a:lnTo>
                    <a:pt x="301638" y="0"/>
                  </a:lnTo>
                  <a:lnTo>
                    <a:pt x="304917" y="0"/>
                  </a:lnTo>
                  <a:lnTo>
                    <a:pt x="308195" y="0"/>
                  </a:lnTo>
                  <a:lnTo>
                    <a:pt x="313113" y="0"/>
                  </a:lnTo>
                  <a:lnTo>
                    <a:pt x="316392" y="0"/>
                  </a:lnTo>
                  <a:lnTo>
                    <a:pt x="319671" y="0"/>
                  </a:lnTo>
                  <a:lnTo>
                    <a:pt x="321310" y="0"/>
                  </a:lnTo>
                  <a:lnTo>
                    <a:pt x="324588" y="0"/>
                  </a:lnTo>
                  <a:lnTo>
                    <a:pt x="327867" y="0"/>
                  </a:lnTo>
                  <a:lnTo>
                    <a:pt x="327867" y="0"/>
                  </a:lnTo>
                  <a:lnTo>
                    <a:pt x="327867" y="3279"/>
                  </a:lnTo>
                  <a:lnTo>
                    <a:pt x="327867" y="6557"/>
                  </a:lnTo>
                  <a:lnTo>
                    <a:pt x="327867" y="11475"/>
                  </a:lnTo>
                  <a:lnTo>
                    <a:pt x="327867" y="16393"/>
                  </a:lnTo>
                  <a:lnTo>
                    <a:pt x="327867" y="19672"/>
                  </a:lnTo>
                  <a:lnTo>
                    <a:pt x="327867" y="24590"/>
                  </a:lnTo>
                  <a:lnTo>
                    <a:pt x="327867" y="29508"/>
                  </a:lnTo>
                  <a:lnTo>
                    <a:pt x="326228" y="32787"/>
                  </a:lnTo>
                  <a:lnTo>
                    <a:pt x="326228" y="37705"/>
                  </a:lnTo>
                  <a:lnTo>
                    <a:pt x="326228" y="42623"/>
                  </a:lnTo>
                  <a:lnTo>
                    <a:pt x="326228" y="45901"/>
                  </a:lnTo>
                  <a:lnTo>
                    <a:pt x="326228" y="50820"/>
                  </a:lnTo>
                  <a:lnTo>
                    <a:pt x="326228" y="55737"/>
                  </a:lnTo>
                  <a:lnTo>
                    <a:pt x="326228" y="60655"/>
                  </a:lnTo>
                  <a:lnTo>
                    <a:pt x="326228" y="63934"/>
                  </a:lnTo>
                  <a:lnTo>
                    <a:pt x="326228" y="68852"/>
                  </a:lnTo>
                  <a:lnTo>
                    <a:pt x="326228" y="73770"/>
                  </a:lnTo>
                  <a:lnTo>
                    <a:pt x="324588" y="73770"/>
                  </a:lnTo>
                  <a:lnTo>
                    <a:pt x="321310" y="73770"/>
                  </a:lnTo>
                  <a:lnTo>
                    <a:pt x="316392" y="73770"/>
                  </a:lnTo>
                  <a:lnTo>
                    <a:pt x="311474" y="73770"/>
                  </a:lnTo>
                  <a:lnTo>
                    <a:pt x="306556" y="73770"/>
                  </a:lnTo>
                  <a:lnTo>
                    <a:pt x="303277" y="73770"/>
                  </a:lnTo>
                  <a:lnTo>
                    <a:pt x="299998" y="73770"/>
                  </a:lnTo>
                  <a:lnTo>
                    <a:pt x="295081" y="73770"/>
                  </a:lnTo>
                  <a:lnTo>
                    <a:pt x="291802" y="73770"/>
                  </a:lnTo>
                  <a:lnTo>
                    <a:pt x="288523" y="73770"/>
                  </a:lnTo>
                  <a:lnTo>
                    <a:pt x="285245" y="73770"/>
                  </a:lnTo>
                  <a:lnTo>
                    <a:pt x="280327" y="73770"/>
                  </a:lnTo>
                  <a:lnTo>
                    <a:pt x="277048" y="73770"/>
                  </a:lnTo>
                  <a:lnTo>
                    <a:pt x="275408" y="73770"/>
                  </a:lnTo>
                  <a:lnTo>
                    <a:pt x="268851" y="73770"/>
                  </a:lnTo>
                  <a:lnTo>
                    <a:pt x="263933" y="73770"/>
                  </a:lnTo>
                  <a:lnTo>
                    <a:pt x="259015" y="73770"/>
                  </a:lnTo>
                  <a:lnTo>
                    <a:pt x="252458" y="73770"/>
                  </a:lnTo>
                  <a:lnTo>
                    <a:pt x="249179" y="73770"/>
                  </a:lnTo>
                  <a:lnTo>
                    <a:pt x="242622" y="73770"/>
                  </a:lnTo>
                  <a:lnTo>
                    <a:pt x="239343" y="73770"/>
                  </a:lnTo>
                  <a:lnTo>
                    <a:pt x="232786" y="73770"/>
                  </a:lnTo>
                  <a:lnTo>
                    <a:pt x="227868" y="73770"/>
                  </a:lnTo>
                  <a:lnTo>
                    <a:pt x="224589" y="73770"/>
                  </a:lnTo>
                  <a:lnTo>
                    <a:pt x="219671" y="73770"/>
                  </a:lnTo>
                  <a:lnTo>
                    <a:pt x="214753" y="73770"/>
                  </a:lnTo>
                  <a:lnTo>
                    <a:pt x="214753" y="73770"/>
                  </a:lnTo>
                  <a:lnTo>
                    <a:pt x="213114" y="73770"/>
                  </a:lnTo>
                  <a:lnTo>
                    <a:pt x="208196" y="73770"/>
                  </a:lnTo>
                  <a:lnTo>
                    <a:pt x="203278" y="73770"/>
                  </a:lnTo>
                  <a:lnTo>
                    <a:pt x="201638" y="73770"/>
                  </a:lnTo>
                  <a:lnTo>
                    <a:pt x="199999" y="80327"/>
                  </a:lnTo>
                  <a:lnTo>
                    <a:pt x="199999" y="83606"/>
                  </a:lnTo>
                  <a:lnTo>
                    <a:pt x="199999" y="85245"/>
                  </a:lnTo>
                  <a:lnTo>
                    <a:pt x="199999" y="93442"/>
                  </a:lnTo>
                  <a:lnTo>
                    <a:pt x="199999" y="98360"/>
                  </a:lnTo>
                  <a:lnTo>
                    <a:pt x="199999" y="103278"/>
                  </a:lnTo>
                  <a:lnTo>
                    <a:pt x="198360" y="109836"/>
                  </a:lnTo>
                  <a:lnTo>
                    <a:pt x="198360" y="116393"/>
                  </a:lnTo>
                  <a:lnTo>
                    <a:pt x="198360" y="121311"/>
                  </a:lnTo>
                  <a:lnTo>
                    <a:pt x="198360" y="126229"/>
                  </a:lnTo>
                  <a:lnTo>
                    <a:pt x="198360" y="129508"/>
                  </a:lnTo>
                  <a:lnTo>
                    <a:pt x="198360" y="134426"/>
                  </a:lnTo>
                  <a:lnTo>
                    <a:pt x="198360" y="137704"/>
                  </a:lnTo>
                  <a:lnTo>
                    <a:pt x="198360" y="142622"/>
                  </a:lnTo>
                  <a:lnTo>
                    <a:pt x="198360" y="147540"/>
                  </a:lnTo>
                  <a:lnTo>
                    <a:pt x="196720" y="155737"/>
                  </a:lnTo>
                  <a:lnTo>
                    <a:pt x="196720" y="160655"/>
                  </a:lnTo>
                  <a:lnTo>
                    <a:pt x="196720" y="165573"/>
                  </a:lnTo>
                  <a:lnTo>
                    <a:pt x="196720" y="168852"/>
                  </a:lnTo>
                  <a:lnTo>
                    <a:pt x="196720" y="173770"/>
                  </a:lnTo>
                  <a:lnTo>
                    <a:pt x="196720" y="180327"/>
                  </a:lnTo>
                  <a:lnTo>
                    <a:pt x="196720" y="185245"/>
                  </a:lnTo>
                  <a:lnTo>
                    <a:pt x="193442" y="186884"/>
                  </a:lnTo>
                  <a:lnTo>
                    <a:pt x="190163" y="186884"/>
                  </a:lnTo>
                  <a:lnTo>
                    <a:pt x="185245" y="190163"/>
                  </a:lnTo>
                  <a:lnTo>
                    <a:pt x="181966" y="191802"/>
                  </a:lnTo>
                  <a:lnTo>
                    <a:pt x="177048" y="191802"/>
                  </a:lnTo>
                  <a:lnTo>
                    <a:pt x="173770" y="193442"/>
                  </a:lnTo>
                  <a:lnTo>
                    <a:pt x="173770" y="193442"/>
                  </a:lnTo>
                  <a:lnTo>
                    <a:pt x="168851" y="196720"/>
                  </a:lnTo>
                  <a:lnTo>
                    <a:pt x="165573" y="199999"/>
                  </a:lnTo>
                  <a:lnTo>
                    <a:pt x="160655" y="201638"/>
                  </a:lnTo>
                  <a:lnTo>
                    <a:pt x="155737" y="206557"/>
                  </a:lnTo>
                  <a:lnTo>
                    <a:pt x="154098" y="209835"/>
                  </a:lnTo>
                  <a:lnTo>
                    <a:pt x="152458" y="214753"/>
                  </a:lnTo>
                  <a:lnTo>
                    <a:pt x="152458" y="218032"/>
                  </a:lnTo>
                  <a:lnTo>
                    <a:pt x="152458" y="221310"/>
                  </a:lnTo>
                  <a:lnTo>
                    <a:pt x="154098" y="224589"/>
                  </a:lnTo>
                  <a:lnTo>
                    <a:pt x="154098" y="229507"/>
                  </a:lnTo>
                  <a:lnTo>
                    <a:pt x="154098" y="232786"/>
                  </a:lnTo>
                  <a:lnTo>
                    <a:pt x="154098" y="236064"/>
                  </a:lnTo>
                  <a:lnTo>
                    <a:pt x="154098" y="240982"/>
                  </a:lnTo>
                  <a:lnTo>
                    <a:pt x="154098" y="244261"/>
                  </a:lnTo>
                  <a:lnTo>
                    <a:pt x="154098" y="247540"/>
                  </a:lnTo>
                  <a:lnTo>
                    <a:pt x="154098" y="252458"/>
                  </a:lnTo>
                  <a:lnTo>
                    <a:pt x="154098" y="255737"/>
                  </a:lnTo>
                  <a:lnTo>
                    <a:pt x="154098" y="259015"/>
                  </a:lnTo>
                  <a:lnTo>
                    <a:pt x="154098" y="262294"/>
                  </a:lnTo>
                  <a:lnTo>
                    <a:pt x="154098" y="267212"/>
                  </a:lnTo>
                  <a:lnTo>
                    <a:pt x="155737" y="270491"/>
                  </a:lnTo>
                  <a:lnTo>
                    <a:pt x="155737" y="272130"/>
                  </a:lnTo>
                  <a:lnTo>
                    <a:pt x="155737" y="275409"/>
                  </a:lnTo>
                  <a:lnTo>
                    <a:pt x="155737" y="278687"/>
                  </a:lnTo>
                  <a:lnTo>
                    <a:pt x="150819" y="278687"/>
                  </a:lnTo>
                  <a:lnTo>
                    <a:pt x="147540" y="278687"/>
                  </a:lnTo>
                  <a:lnTo>
                    <a:pt x="142623" y="278687"/>
                  </a:lnTo>
                  <a:lnTo>
                    <a:pt x="139344" y="278687"/>
                  </a:lnTo>
                  <a:lnTo>
                    <a:pt x="134426" y="278687"/>
                  </a:lnTo>
                  <a:lnTo>
                    <a:pt x="131147" y="278687"/>
                  </a:lnTo>
                  <a:lnTo>
                    <a:pt x="126229" y="278687"/>
                  </a:lnTo>
                  <a:lnTo>
                    <a:pt x="121311" y="278687"/>
                  </a:lnTo>
                  <a:lnTo>
                    <a:pt x="118032" y="278687"/>
                  </a:lnTo>
                  <a:lnTo>
                    <a:pt x="114754" y="278687"/>
                  </a:lnTo>
                  <a:lnTo>
                    <a:pt x="109836" y="278687"/>
                  </a:lnTo>
                  <a:lnTo>
                    <a:pt x="106557" y="278687"/>
                  </a:lnTo>
                  <a:lnTo>
                    <a:pt x="103278" y="278687"/>
                  </a:lnTo>
                  <a:lnTo>
                    <a:pt x="100000" y="278687"/>
                  </a:lnTo>
                  <a:lnTo>
                    <a:pt x="95081" y="278687"/>
                  </a:lnTo>
                  <a:lnTo>
                    <a:pt x="91803" y="278687"/>
                  </a:lnTo>
                  <a:lnTo>
                    <a:pt x="86885" y="278687"/>
                  </a:lnTo>
                  <a:lnTo>
                    <a:pt x="86885" y="278687"/>
                  </a:lnTo>
                  <a:lnTo>
                    <a:pt x="81967" y="278687"/>
                  </a:lnTo>
                  <a:lnTo>
                    <a:pt x="78688" y="278687"/>
                  </a:lnTo>
                  <a:lnTo>
                    <a:pt x="77049" y="278687"/>
                  </a:lnTo>
                  <a:lnTo>
                    <a:pt x="72131" y="278687"/>
                  </a:lnTo>
                  <a:lnTo>
                    <a:pt x="68852" y="278687"/>
                  </a:lnTo>
                  <a:lnTo>
                    <a:pt x="63934" y="278687"/>
                  </a:lnTo>
                  <a:lnTo>
                    <a:pt x="60656" y="278687"/>
                  </a:lnTo>
                  <a:lnTo>
                    <a:pt x="55737" y="278687"/>
                  </a:lnTo>
                  <a:lnTo>
                    <a:pt x="50820" y="278687"/>
                  </a:lnTo>
                  <a:lnTo>
                    <a:pt x="50820" y="278687"/>
                  </a:lnTo>
                  <a:lnTo>
                    <a:pt x="47541" y="278687"/>
                  </a:lnTo>
                  <a:lnTo>
                    <a:pt x="42623" y="278687"/>
                  </a:lnTo>
                  <a:lnTo>
                    <a:pt x="39344" y="278687"/>
                  </a:lnTo>
                  <a:lnTo>
                    <a:pt x="37705" y="278687"/>
                  </a:lnTo>
                  <a:lnTo>
                    <a:pt x="34426" y="278687"/>
                  </a:lnTo>
                  <a:lnTo>
                    <a:pt x="29508" y="278687"/>
                  </a:lnTo>
                  <a:lnTo>
                    <a:pt x="26229" y="278687"/>
                  </a:lnTo>
                  <a:lnTo>
                    <a:pt x="21311" y="278687"/>
                  </a:lnTo>
                  <a:lnTo>
                    <a:pt x="18033" y="278687"/>
                  </a:lnTo>
                  <a:lnTo>
                    <a:pt x="13114" y="278687"/>
                  </a:lnTo>
                  <a:lnTo>
                    <a:pt x="8197" y="278687"/>
                  </a:lnTo>
                  <a:lnTo>
                    <a:pt x="4918" y="281966"/>
                  </a:lnTo>
                  <a:lnTo>
                    <a:pt x="4918" y="285244"/>
                  </a:lnTo>
                  <a:lnTo>
                    <a:pt x="3279" y="288523"/>
                  </a:lnTo>
                  <a:lnTo>
                    <a:pt x="1639" y="293441"/>
                  </a:lnTo>
                  <a:lnTo>
                    <a:pt x="0" y="296720"/>
                  </a:lnTo>
                  <a:lnTo>
                    <a:pt x="0" y="299999"/>
                  </a:lnTo>
                  <a:lnTo>
                    <a:pt x="1639" y="30327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70" name="Freeform 3269">
              <a:extLst>
                <a:ext uri="{FF2B5EF4-FFF2-40B4-BE49-F238E27FC236}">
                  <a16:creationId xmlns:a16="http://schemas.microsoft.com/office/drawing/2014/main" id="{334F3980-4AA6-C749-8535-125156D89660}"/>
                </a:ext>
              </a:extLst>
            </p:cNvPr>
            <p:cNvSpPr/>
            <p:nvPr/>
          </p:nvSpPr>
          <p:spPr>
            <a:xfrm>
              <a:off x="5609116" y="1916546"/>
              <a:ext cx="26229" cy="31147"/>
            </a:xfrm>
            <a:custGeom>
              <a:avLst/>
              <a:gdLst>
                <a:gd name="connsiteX0" fmla="*/ 0 w 26229"/>
                <a:gd name="connsiteY0" fmla="*/ 14754 h 31147"/>
                <a:gd name="connsiteX1" fmla="*/ 1639 w 26229"/>
                <a:gd name="connsiteY1" fmla="*/ 13115 h 31147"/>
                <a:gd name="connsiteX2" fmla="*/ 0 w 26229"/>
                <a:gd name="connsiteY2" fmla="*/ 13115 h 31147"/>
                <a:gd name="connsiteX3" fmla="*/ 3279 w 26229"/>
                <a:gd name="connsiteY3" fmla="*/ 8197 h 31147"/>
                <a:gd name="connsiteX4" fmla="*/ 3279 w 26229"/>
                <a:gd name="connsiteY4" fmla="*/ 8197 h 31147"/>
                <a:gd name="connsiteX5" fmla="*/ 4918 w 26229"/>
                <a:gd name="connsiteY5" fmla="*/ 6557 h 31147"/>
                <a:gd name="connsiteX6" fmla="*/ 4918 w 26229"/>
                <a:gd name="connsiteY6" fmla="*/ 4918 h 31147"/>
                <a:gd name="connsiteX7" fmla="*/ 8197 w 26229"/>
                <a:gd name="connsiteY7" fmla="*/ 0 h 31147"/>
                <a:gd name="connsiteX8" fmla="*/ 9836 w 26229"/>
                <a:gd name="connsiteY8" fmla="*/ 0 h 31147"/>
                <a:gd name="connsiteX9" fmla="*/ 11476 w 26229"/>
                <a:gd name="connsiteY9" fmla="*/ 1639 h 31147"/>
                <a:gd name="connsiteX10" fmla="*/ 13115 w 26229"/>
                <a:gd name="connsiteY10" fmla="*/ 1639 h 31147"/>
                <a:gd name="connsiteX11" fmla="*/ 13115 w 26229"/>
                <a:gd name="connsiteY11" fmla="*/ 6557 h 31147"/>
                <a:gd name="connsiteX12" fmla="*/ 13115 w 26229"/>
                <a:gd name="connsiteY12" fmla="*/ 8197 h 31147"/>
                <a:gd name="connsiteX13" fmla="*/ 14754 w 26229"/>
                <a:gd name="connsiteY13" fmla="*/ 8197 h 31147"/>
                <a:gd name="connsiteX14" fmla="*/ 16393 w 26229"/>
                <a:gd name="connsiteY14" fmla="*/ 13115 h 31147"/>
                <a:gd name="connsiteX15" fmla="*/ 19672 w 26229"/>
                <a:gd name="connsiteY15" fmla="*/ 14754 h 31147"/>
                <a:gd name="connsiteX16" fmla="*/ 22951 w 26229"/>
                <a:gd name="connsiteY16" fmla="*/ 16393 h 31147"/>
                <a:gd name="connsiteX17" fmla="*/ 26229 w 26229"/>
                <a:gd name="connsiteY17" fmla="*/ 19672 h 31147"/>
                <a:gd name="connsiteX18" fmla="*/ 26229 w 26229"/>
                <a:gd name="connsiteY18" fmla="*/ 19672 h 31147"/>
                <a:gd name="connsiteX19" fmla="*/ 22951 w 26229"/>
                <a:gd name="connsiteY19" fmla="*/ 21311 h 31147"/>
                <a:gd name="connsiteX20" fmla="*/ 21312 w 26229"/>
                <a:gd name="connsiteY20" fmla="*/ 24590 h 31147"/>
                <a:gd name="connsiteX21" fmla="*/ 21312 w 26229"/>
                <a:gd name="connsiteY21" fmla="*/ 27869 h 31147"/>
                <a:gd name="connsiteX22" fmla="*/ 21312 w 26229"/>
                <a:gd name="connsiteY22" fmla="*/ 27869 h 31147"/>
                <a:gd name="connsiteX23" fmla="*/ 21312 w 26229"/>
                <a:gd name="connsiteY23" fmla="*/ 31148 h 31147"/>
                <a:gd name="connsiteX24" fmla="*/ 16393 w 26229"/>
                <a:gd name="connsiteY24" fmla="*/ 29508 h 31147"/>
                <a:gd name="connsiteX25" fmla="*/ 14754 w 26229"/>
                <a:gd name="connsiteY25" fmla="*/ 29508 h 31147"/>
                <a:gd name="connsiteX26" fmla="*/ 13115 w 26229"/>
                <a:gd name="connsiteY26" fmla="*/ 31148 h 31147"/>
                <a:gd name="connsiteX27" fmla="*/ 11476 w 26229"/>
                <a:gd name="connsiteY27" fmla="*/ 31148 h 31147"/>
                <a:gd name="connsiteX28" fmla="*/ 8197 w 26229"/>
                <a:gd name="connsiteY28" fmla="*/ 31148 h 31147"/>
                <a:gd name="connsiteX29" fmla="*/ 6558 w 26229"/>
                <a:gd name="connsiteY29" fmla="*/ 29508 h 31147"/>
                <a:gd name="connsiteX30" fmla="*/ 3279 w 26229"/>
                <a:gd name="connsiteY30" fmla="*/ 27869 h 31147"/>
                <a:gd name="connsiteX31" fmla="*/ 3279 w 26229"/>
                <a:gd name="connsiteY31" fmla="*/ 27869 h 31147"/>
                <a:gd name="connsiteX32" fmla="*/ 1639 w 26229"/>
                <a:gd name="connsiteY32" fmla="*/ 27869 h 31147"/>
                <a:gd name="connsiteX33" fmla="*/ 1639 w 26229"/>
                <a:gd name="connsiteY33" fmla="*/ 27869 h 31147"/>
                <a:gd name="connsiteX34" fmla="*/ 3279 w 26229"/>
                <a:gd name="connsiteY34" fmla="*/ 26229 h 31147"/>
                <a:gd name="connsiteX35" fmla="*/ 4918 w 26229"/>
                <a:gd name="connsiteY35" fmla="*/ 22951 h 31147"/>
                <a:gd name="connsiteX36" fmla="*/ 4918 w 26229"/>
                <a:gd name="connsiteY36" fmla="*/ 22951 h 31147"/>
                <a:gd name="connsiteX37" fmla="*/ 4918 w 26229"/>
                <a:gd name="connsiteY37" fmla="*/ 22951 h 31147"/>
                <a:gd name="connsiteX38" fmla="*/ 4918 w 26229"/>
                <a:gd name="connsiteY38" fmla="*/ 19672 h 31147"/>
                <a:gd name="connsiteX39" fmla="*/ 1639 w 26229"/>
                <a:gd name="connsiteY39" fmla="*/ 18033 h 3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6229" h="31147">
                  <a:moveTo>
                    <a:pt x="0" y="14754"/>
                  </a:moveTo>
                  <a:lnTo>
                    <a:pt x="1639" y="13115"/>
                  </a:lnTo>
                  <a:lnTo>
                    <a:pt x="0" y="13115"/>
                  </a:lnTo>
                  <a:lnTo>
                    <a:pt x="3279" y="8197"/>
                  </a:lnTo>
                  <a:lnTo>
                    <a:pt x="3279" y="8197"/>
                  </a:lnTo>
                  <a:lnTo>
                    <a:pt x="4918" y="6557"/>
                  </a:lnTo>
                  <a:lnTo>
                    <a:pt x="4918" y="4918"/>
                  </a:lnTo>
                  <a:lnTo>
                    <a:pt x="8197" y="0"/>
                  </a:lnTo>
                  <a:lnTo>
                    <a:pt x="9836" y="0"/>
                  </a:lnTo>
                  <a:lnTo>
                    <a:pt x="11476" y="1639"/>
                  </a:lnTo>
                  <a:lnTo>
                    <a:pt x="13115" y="1639"/>
                  </a:lnTo>
                  <a:lnTo>
                    <a:pt x="13115" y="6557"/>
                  </a:lnTo>
                  <a:lnTo>
                    <a:pt x="13115" y="8197"/>
                  </a:lnTo>
                  <a:lnTo>
                    <a:pt x="14754" y="8197"/>
                  </a:lnTo>
                  <a:lnTo>
                    <a:pt x="16393" y="13115"/>
                  </a:lnTo>
                  <a:lnTo>
                    <a:pt x="19672" y="14754"/>
                  </a:lnTo>
                  <a:lnTo>
                    <a:pt x="22951" y="16393"/>
                  </a:lnTo>
                  <a:lnTo>
                    <a:pt x="26229" y="19672"/>
                  </a:lnTo>
                  <a:lnTo>
                    <a:pt x="26229" y="19672"/>
                  </a:lnTo>
                  <a:lnTo>
                    <a:pt x="22951" y="21311"/>
                  </a:lnTo>
                  <a:lnTo>
                    <a:pt x="21312" y="24590"/>
                  </a:lnTo>
                  <a:lnTo>
                    <a:pt x="21312" y="27869"/>
                  </a:lnTo>
                  <a:lnTo>
                    <a:pt x="21312" y="27869"/>
                  </a:lnTo>
                  <a:lnTo>
                    <a:pt x="21312" y="31148"/>
                  </a:lnTo>
                  <a:lnTo>
                    <a:pt x="16393" y="29508"/>
                  </a:lnTo>
                  <a:lnTo>
                    <a:pt x="14754" y="29508"/>
                  </a:lnTo>
                  <a:lnTo>
                    <a:pt x="13115" y="31148"/>
                  </a:lnTo>
                  <a:lnTo>
                    <a:pt x="11476" y="31148"/>
                  </a:lnTo>
                  <a:lnTo>
                    <a:pt x="8197" y="31148"/>
                  </a:lnTo>
                  <a:lnTo>
                    <a:pt x="6558" y="29508"/>
                  </a:lnTo>
                  <a:lnTo>
                    <a:pt x="3279" y="27869"/>
                  </a:lnTo>
                  <a:lnTo>
                    <a:pt x="3279" y="27869"/>
                  </a:lnTo>
                  <a:lnTo>
                    <a:pt x="1639" y="27869"/>
                  </a:lnTo>
                  <a:lnTo>
                    <a:pt x="1639" y="27869"/>
                  </a:lnTo>
                  <a:lnTo>
                    <a:pt x="3279" y="26229"/>
                  </a:lnTo>
                  <a:lnTo>
                    <a:pt x="4918" y="22951"/>
                  </a:lnTo>
                  <a:lnTo>
                    <a:pt x="4918" y="22951"/>
                  </a:lnTo>
                  <a:lnTo>
                    <a:pt x="4918" y="22951"/>
                  </a:lnTo>
                  <a:lnTo>
                    <a:pt x="4918" y="19672"/>
                  </a:lnTo>
                  <a:lnTo>
                    <a:pt x="1639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71" name="Freeform 3270">
              <a:extLst>
                <a:ext uri="{FF2B5EF4-FFF2-40B4-BE49-F238E27FC236}">
                  <a16:creationId xmlns:a16="http://schemas.microsoft.com/office/drawing/2014/main" id="{675A2BC0-9799-3542-ACB0-D549AC134309}"/>
                </a:ext>
              </a:extLst>
            </p:cNvPr>
            <p:cNvSpPr/>
            <p:nvPr/>
          </p:nvSpPr>
          <p:spPr>
            <a:xfrm>
              <a:off x="5822230" y="1880481"/>
              <a:ext cx="227868" cy="104917"/>
            </a:xfrm>
            <a:custGeom>
              <a:avLst/>
              <a:gdLst>
                <a:gd name="connsiteX0" fmla="*/ 0 w 227868"/>
                <a:gd name="connsiteY0" fmla="*/ 29508 h 104917"/>
                <a:gd name="connsiteX1" fmla="*/ 1639 w 227868"/>
                <a:gd name="connsiteY1" fmla="*/ 29508 h 104917"/>
                <a:gd name="connsiteX2" fmla="*/ 4918 w 227868"/>
                <a:gd name="connsiteY2" fmla="*/ 32787 h 104917"/>
                <a:gd name="connsiteX3" fmla="*/ 6558 w 227868"/>
                <a:gd name="connsiteY3" fmla="*/ 36065 h 104917"/>
                <a:gd name="connsiteX4" fmla="*/ 8197 w 227868"/>
                <a:gd name="connsiteY4" fmla="*/ 36065 h 104917"/>
                <a:gd name="connsiteX5" fmla="*/ 8197 w 227868"/>
                <a:gd name="connsiteY5" fmla="*/ 36065 h 104917"/>
                <a:gd name="connsiteX6" fmla="*/ 8197 w 227868"/>
                <a:gd name="connsiteY6" fmla="*/ 34426 h 104917"/>
                <a:gd name="connsiteX7" fmla="*/ 9836 w 227868"/>
                <a:gd name="connsiteY7" fmla="*/ 31148 h 104917"/>
                <a:gd name="connsiteX8" fmla="*/ 13115 w 227868"/>
                <a:gd name="connsiteY8" fmla="*/ 27869 h 104917"/>
                <a:gd name="connsiteX9" fmla="*/ 16393 w 227868"/>
                <a:gd name="connsiteY9" fmla="*/ 26229 h 104917"/>
                <a:gd name="connsiteX10" fmla="*/ 19672 w 227868"/>
                <a:gd name="connsiteY10" fmla="*/ 26229 h 104917"/>
                <a:gd name="connsiteX11" fmla="*/ 24590 w 227868"/>
                <a:gd name="connsiteY11" fmla="*/ 24590 h 104917"/>
                <a:gd name="connsiteX12" fmla="*/ 27869 w 227868"/>
                <a:gd name="connsiteY12" fmla="*/ 26229 h 104917"/>
                <a:gd name="connsiteX13" fmla="*/ 29508 w 227868"/>
                <a:gd name="connsiteY13" fmla="*/ 26229 h 104917"/>
                <a:gd name="connsiteX14" fmla="*/ 32787 w 227868"/>
                <a:gd name="connsiteY14" fmla="*/ 22951 h 104917"/>
                <a:gd name="connsiteX15" fmla="*/ 37705 w 227868"/>
                <a:gd name="connsiteY15" fmla="*/ 19672 h 104917"/>
                <a:gd name="connsiteX16" fmla="*/ 39344 w 227868"/>
                <a:gd name="connsiteY16" fmla="*/ 19672 h 104917"/>
                <a:gd name="connsiteX17" fmla="*/ 44262 w 227868"/>
                <a:gd name="connsiteY17" fmla="*/ 18033 h 104917"/>
                <a:gd name="connsiteX18" fmla="*/ 47541 w 227868"/>
                <a:gd name="connsiteY18" fmla="*/ 16393 h 104917"/>
                <a:gd name="connsiteX19" fmla="*/ 50820 w 227868"/>
                <a:gd name="connsiteY19" fmla="*/ 13115 h 104917"/>
                <a:gd name="connsiteX20" fmla="*/ 50820 w 227868"/>
                <a:gd name="connsiteY20" fmla="*/ 13115 h 104917"/>
                <a:gd name="connsiteX21" fmla="*/ 55738 w 227868"/>
                <a:gd name="connsiteY21" fmla="*/ 13115 h 104917"/>
                <a:gd name="connsiteX22" fmla="*/ 55738 w 227868"/>
                <a:gd name="connsiteY22" fmla="*/ 13115 h 104917"/>
                <a:gd name="connsiteX23" fmla="*/ 59016 w 227868"/>
                <a:gd name="connsiteY23" fmla="*/ 11475 h 104917"/>
                <a:gd name="connsiteX24" fmla="*/ 62295 w 227868"/>
                <a:gd name="connsiteY24" fmla="*/ 9836 h 104917"/>
                <a:gd name="connsiteX25" fmla="*/ 67213 w 227868"/>
                <a:gd name="connsiteY25" fmla="*/ 8197 h 104917"/>
                <a:gd name="connsiteX26" fmla="*/ 70492 w 227868"/>
                <a:gd name="connsiteY26" fmla="*/ 8197 h 104917"/>
                <a:gd name="connsiteX27" fmla="*/ 70492 w 227868"/>
                <a:gd name="connsiteY27" fmla="*/ 6557 h 104917"/>
                <a:gd name="connsiteX28" fmla="*/ 70492 w 227868"/>
                <a:gd name="connsiteY28" fmla="*/ 6557 h 104917"/>
                <a:gd name="connsiteX29" fmla="*/ 72131 w 227868"/>
                <a:gd name="connsiteY29" fmla="*/ 6557 h 104917"/>
                <a:gd name="connsiteX30" fmla="*/ 75410 w 227868"/>
                <a:gd name="connsiteY30" fmla="*/ 4918 h 104917"/>
                <a:gd name="connsiteX31" fmla="*/ 72131 w 227868"/>
                <a:gd name="connsiteY31" fmla="*/ 1639 h 104917"/>
                <a:gd name="connsiteX32" fmla="*/ 75410 w 227868"/>
                <a:gd name="connsiteY32" fmla="*/ 0 h 104917"/>
                <a:gd name="connsiteX33" fmla="*/ 78688 w 227868"/>
                <a:gd name="connsiteY33" fmla="*/ 0 h 104917"/>
                <a:gd name="connsiteX34" fmla="*/ 78688 w 227868"/>
                <a:gd name="connsiteY34" fmla="*/ 0 h 104917"/>
                <a:gd name="connsiteX35" fmla="*/ 80328 w 227868"/>
                <a:gd name="connsiteY35" fmla="*/ 0 h 104917"/>
                <a:gd name="connsiteX36" fmla="*/ 80328 w 227868"/>
                <a:gd name="connsiteY36" fmla="*/ 0 h 104917"/>
                <a:gd name="connsiteX37" fmla="*/ 81967 w 227868"/>
                <a:gd name="connsiteY37" fmla="*/ 1639 h 104917"/>
                <a:gd name="connsiteX38" fmla="*/ 83606 w 227868"/>
                <a:gd name="connsiteY38" fmla="*/ 4918 h 104917"/>
                <a:gd name="connsiteX39" fmla="*/ 83606 w 227868"/>
                <a:gd name="connsiteY39" fmla="*/ 4918 h 104917"/>
                <a:gd name="connsiteX40" fmla="*/ 86885 w 227868"/>
                <a:gd name="connsiteY40" fmla="*/ 8197 h 104917"/>
                <a:gd name="connsiteX41" fmla="*/ 90164 w 227868"/>
                <a:gd name="connsiteY41" fmla="*/ 8197 h 104917"/>
                <a:gd name="connsiteX42" fmla="*/ 90164 w 227868"/>
                <a:gd name="connsiteY42" fmla="*/ 6557 h 104917"/>
                <a:gd name="connsiteX43" fmla="*/ 91803 w 227868"/>
                <a:gd name="connsiteY43" fmla="*/ 6557 h 104917"/>
                <a:gd name="connsiteX44" fmla="*/ 91803 w 227868"/>
                <a:gd name="connsiteY44" fmla="*/ 6557 h 104917"/>
                <a:gd name="connsiteX45" fmla="*/ 96721 w 227868"/>
                <a:gd name="connsiteY45" fmla="*/ 6557 h 104917"/>
                <a:gd name="connsiteX46" fmla="*/ 96721 w 227868"/>
                <a:gd name="connsiteY46" fmla="*/ 4918 h 104917"/>
                <a:gd name="connsiteX47" fmla="*/ 96721 w 227868"/>
                <a:gd name="connsiteY47" fmla="*/ 4918 h 104917"/>
                <a:gd name="connsiteX48" fmla="*/ 96721 w 227868"/>
                <a:gd name="connsiteY48" fmla="*/ 1639 h 104917"/>
                <a:gd name="connsiteX49" fmla="*/ 96721 w 227868"/>
                <a:gd name="connsiteY49" fmla="*/ 1639 h 104917"/>
                <a:gd name="connsiteX50" fmla="*/ 98360 w 227868"/>
                <a:gd name="connsiteY50" fmla="*/ 1639 h 104917"/>
                <a:gd name="connsiteX51" fmla="*/ 98360 w 227868"/>
                <a:gd name="connsiteY51" fmla="*/ 0 h 104917"/>
                <a:gd name="connsiteX52" fmla="*/ 100000 w 227868"/>
                <a:gd name="connsiteY52" fmla="*/ 1639 h 104917"/>
                <a:gd name="connsiteX53" fmla="*/ 103279 w 227868"/>
                <a:gd name="connsiteY53" fmla="*/ 1639 h 104917"/>
                <a:gd name="connsiteX54" fmla="*/ 106557 w 227868"/>
                <a:gd name="connsiteY54" fmla="*/ 3279 h 104917"/>
                <a:gd name="connsiteX55" fmla="*/ 106557 w 227868"/>
                <a:gd name="connsiteY55" fmla="*/ 6557 h 104917"/>
                <a:gd name="connsiteX56" fmla="*/ 108196 w 227868"/>
                <a:gd name="connsiteY56" fmla="*/ 9836 h 104917"/>
                <a:gd name="connsiteX57" fmla="*/ 111475 w 227868"/>
                <a:gd name="connsiteY57" fmla="*/ 9836 h 104917"/>
                <a:gd name="connsiteX58" fmla="*/ 114754 w 227868"/>
                <a:gd name="connsiteY58" fmla="*/ 11475 h 104917"/>
                <a:gd name="connsiteX59" fmla="*/ 118032 w 227868"/>
                <a:gd name="connsiteY59" fmla="*/ 11475 h 104917"/>
                <a:gd name="connsiteX60" fmla="*/ 122950 w 227868"/>
                <a:gd name="connsiteY60" fmla="*/ 11475 h 104917"/>
                <a:gd name="connsiteX61" fmla="*/ 126229 w 227868"/>
                <a:gd name="connsiteY61" fmla="*/ 14754 h 104917"/>
                <a:gd name="connsiteX62" fmla="*/ 129508 w 227868"/>
                <a:gd name="connsiteY62" fmla="*/ 14754 h 104917"/>
                <a:gd name="connsiteX63" fmla="*/ 129508 w 227868"/>
                <a:gd name="connsiteY63" fmla="*/ 14754 h 104917"/>
                <a:gd name="connsiteX64" fmla="*/ 131147 w 227868"/>
                <a:gd name="connsiteY64" fmla="*/ 18033 h 104917"/>
                <a:gd name="connsiteX65" fmla="*/ 134426 w 227868"/>
                <a:gd name="connsiteY65" fmla="*/ 16393 h 104917"/>
                <a:gd name="connsiteX66" fmla="*/ 137705 w 227868"/>
                <a:gd name="connsiteY66" fmla="*/ 16393 h 104917"/>
                <a:gd name="connsiteX67" fmla="*/ 139344 w 227868"/>
                <a:gd name="connsiteY67" fmla="*/ 14754 h 104917"/>
                <a:gd name="connsiteX68" fmla="*/ 142623 w 227868"/>
                <a:gd name="connsiteY68" fmla="*/ 16393 h 104917"/>
                <a:gd name="connsiteX69" fmla="*/ 142623 w 227868"/>
                <a:gd name="connsiteY69" fmla="*/ 21311 h 104917"/>
                <a:gd name="connsiteX70" fmla="*/ 140983 w 227868"/>
                <a:gd name="connsiteY70" fmla="*/ 22951 h 104917"/>
                <a:gd name="connsiteX71" fmla="*/ 136065 w 227868"/>
                <a:gd name="connsiteY71" fmla="*/ 26229 h 104917"/>
                <a:gd name="connsiteX72" fmla="*/ 137705 w 227868"/>
                <a:gd name="connsiteY72" fmla="*/ 26229 h 104917"/>
                <a:gd name="connsiteX73" fmla="*/ 140983 w 227868"/>
                <a:gd name="connsiteY73" fmla="*/ 27869 h 104917"/>
                <a:gd name="connsiteX74" fmla="*/ 145901 w 227868"/>
                <a:gd name="connsiteY74" fmla="*/ 31148 h 104917"/>
                <a:gd name="connsiteX75" fmla="*/ 149180 w 227868"/>
                <a:gd name="connsiteY75" fmla="*/ 34426 h 104917"/>
                <a:gd name="connsiteX76" fmla="*/ 150819 w 227868"/>
                <a:gd name="connsiteY76" fmla="*/ 37705 h 104917"/>
                <a:gd name="connsiteX77" fmla="*/ 154098 w 227868"/>
                <a:gd name="connsiteY77" fmla="*/ 39344 h 104917"/>
                <a:gd name="connsiteX78" fmla="*/ 154098 w 227868"/>
                <a:gd name="connsiteY78" fmla="*/ 39344 h 104917"/>
                <a:gd name="connsiteX79" fmla="*/ 155737 w 227868"/>
                <a:gd name="connsiteY79" fmla="*/ 37705 h 104917"/>
                <a:gd name="connsiteX80" fmla="*/ 159016 w 227868"/>
                <a:gd name="connsiteY80" fmla="*/ 36065 h 104917"/>
                <a:gd name="connsiteX81" fmla="*/ 160655 w 227868"/>
                <a:gd name="connsiteY81" fmla="*/ 36065 h 104917"/>
                <a:gd name="connsiteX82" fmla="*/ 163934 w 227868"/>
                <a:gd name="connsiteY82" fmla="*/ 32787 h 104917"/>
                <a:gd name="connsiteX83" fmla="*/ 160655 w 227868"/>
                <a:gd name="connsiteY83" fmla="*/ 29508 h 104917"/>
                <a:gd name="connsiteX84" fmla="*/ 160655 w 227868"/>
                <a:gd name="connsiteY84" fmla="*/ 24590 h 104917"/>
                <a:gd name="connsiteX85" fmla="*/ 163934 w 227868"/>
                <a:gd name="connsiteY85" fmla="*/ 26229 h 104917"/>
                <a:gd name="connsiteX86" fmla="*/ 168852 w 227868"/>
                <a:gd name="connsiteY86" fmla="*/ 27869 h 104917"/>
                <a:gd name="connsiteX87" fmla="*/ 172130 w 227868"/>
                <a:gd name="connsiteY87" fmla="*/ 29508 h 104917"/>
                <a:gd name="connsiteX88" fmla="*/ 175409 w 227868"/>
                <a:gd name="connsiteY88" fmla="*/ 31148 h 104917"/>
                <a:gd name="connsiteX89" fmla="*/ 177049 w 227868"/>
                <a:gd name="connsiteY89" fmla="*/ 32787 h 104917"/>
                <a:gd name="connsiteX90" fmla="*/ 180327 w 227868"/>
                <a:gd name="connsiteY90" fmla="*/ 32787 h 104917"/>
                <a:gd name="connsiteX91" fmla="*/ 180327 w 227868"/>
                <a:gd name="connsiteY91" fmla="*/ 32787 h 104917"/>
                <a:gd name="connsiteX92" fmla="*/ 181966 w 227868"/>
                <a:gd name="connsiteY92" fmla="*/ 32787 h 104917"/>
                <a:gd name="connsiteX93" fmla="*/ 185245 w 227868"/>
                <a:gd name="connsiteY93" fmla="*/ 32787 h 104917"/>
                <a:gd name="connsiteX94" fmla="*/ 188524 w 227868"/>
                <a:gd name="connsiteY94" fmla="*/ 31148 h 104917"/>
                <a:gd name="connsiteX95" fmla="*/ 188524 w 227868"/>
                <a:gd name="connsiteY95" fmla="*/ 36065 h 104917"/>
                <a:gd name="connsiteX96" fmla="*/ 186885 w 227868"/>
                <a:gd name="connsiteY96" fmla="*/ 39344 h 104917"/>
                <a:gd name="connsiteX97" fmla="*/ 188524 w 227868"/>
                <a:gd name="connsiteY97" fmla="*/ 39344 h 104917"/>
                <a:gd name="connsiteX98" fmla="*/ 191803 w 227868"/>
                <a:gd name="connsiteY98" fmla="*/ 44262 h 104917"/>
                <a:gd name="connsiteX99" fmla="*/ 193442 w 227868"/>
                <a:gd name="connsiteY99" fmla="*/ 44262 h 104917"/>
                <a:gd name="connsiteX100" fmla="*/ 196720 w 227868"/>
                <a:gd name="connsiteY100" fmla="*/ 44262 h 104917"/>
                <a:gd name="connsiteX101" fmla="*/ 199999 w 227868"/>
                <a:gd name="connsiteY101" fmla="*/ 40983 h 104917"/>
                <a:gd name="connsiteX102" fmla="*/ 201639 w 227868"/>
                <a:gd name="connsiteY102" fmla="*/ 44262 h 104917"/>
                <a:gd name="connsiteX103" fmla="*/ 204917 w 227868"/>
                <a:gd name="connsiteY103" fmla="*/ 45901 h 104917"/>
                <a:gd name="connsiteX104" fmla="*/ 208196 w 227868"/>
                <a:gd name="connsiteY104" fmla="*/ 47541 h 104917"/>
                <a:gd name="connsiteX105" fmla="*/ 209835 w 227868"/>
                <a:gd name="connsiteY105" fmla="*/ 47541 h 104917"/>
                <a:gd name="connsiteX106" fmla="*/ 209835 w 227868"/>
                <a:gd name="connsiteY106" fmla="*/ 47541 h 104917"/>
                <a:gd name="connsiteX107" fmla="*/ 209835 w 227868"/>
                <a:gd name="connsiteY107" fmla="*/ 45901 h 104917"/>
                <a:gd name="connsiteX108" fmla="*/ 213114 w 227868"/>
                <a:gd name="connsiteY108" fmla="*/ 47541 h 104917"/>
                <a:gd name="connsiteX109" fmla="*/ 216393 w 227868"/>
                <a:gd name="connsiteY109" fmla="*/ 49180 h 104917"/>
                <a:gd name="connsiteX110" fmla="*/ 218032 w 227868"/>
                <a:gd name="connsiteY110" fmla="*/ 52459 h 104917"/>
                <a:gd name="connsiteX111" fmla="*/ 219672 w 227868"/>
                <a:gd name="connsiteY111" fmla="*/ 54098 h 104917"/>
                <a:gd name="connsiteX112" fmla="*/ 219672 w 227868"/>
                <a:gd name="connsiteY112" fmla="*/ 54098 h 104917"/>
                <a:gd name="connsiteX113" fmla="*/ 219672 w 227868"/>
                <a:gd name="connsiteY113" fmla="*/ 55738 h 104917"/>
                <a:gd name="connsiteX114" fmla="*/ 222950 w 227868"/>
                <a:gd name="connsiteY114" fmla="*/ 57377 h 104917"/>
                <a:gd name="connsiteX115" fmla="*/ 226229 w 227868"/>
                <a:gd name="connsiteY115" fmla="*/ 60655 h 104917"/>
                <a:gd name="connsiteX116" fmla="*/ 227868 w 227868"/>
                <a:gd name="connsiteY116" fmla="*/ 63934 h 104917"/>
                <a:gd name="connsiteX117" fmla="*/ 224589 w 227868"/>
                <a:gd name="connsiteY117" fmla="*/ 65573 h 104917"/>
                <a:gd name="connsiteX118" fmla="*/ 221310 w 227868"/>
                <a:gd name="connsiteY118" fmla="*/ 65573 h 104917"/>
                <a:gd name="connsiteX119" fmla="*/ 216393 w 227868"/>
                <a:gd name="connsiteY119" fmla="*/ 67213 h 104917"/>
                <a:gd name="connsiteX120" fmla="*/ 213114 w 227868"/>
                <a:gd name="connsiteY120" fmla="*/ 70492 h 104917"/>
                <a:gd name="connsiteX121" fmla="*/ 213114 w 227868"/>
                <a:gd name="connsiteY121" fmla="*/ 70492 h 104917"/>
                <a:gd name="connsiteX122" fmla="*/ 209835 w 227868"/>
                <a:gd name="connsiteY122" fmla="*/ 73770 h 104917"/>
                <a:gd name="connsiteX123" fmla="*/ 204917 w 227868"/>
                <a:gd name="connsiteY123" fmla="*/ 75410 h 104917"/>
                <a:gd name="connsiteX124" fmla="*/ 203278 w 227868"/>
                <a:gd name="connsiteY124" fmla="*/ 78688 h 104917"/>
                <a:gd name="connsiteX125" fmla="*/ 203278 w 227868"/>
                <a:gd name="connsiteY125" fmla="*/ 78688 h 104917"/>
                <a:gd name="connsiteX126" fmla="*/ 203278 w 227868"/>
                <a:gd name="connsiteY126" fmla="*/ 80328 h 104917"/>
                <a:gd name="connsiteX127" fmla="*/ 201639 w 227868"/>
                <a:gd name="connsiteY127" fmla="*/ 85245 h 104917"/>
                <a:gd name="connsiteX128" fmla="*/ 201639 w 227868"/>
                <a:gd name="connsiteY128" fmla="*/ 85245 h 104917"/>
                <a:gd name="connsiteX129" fmla="*/ 196720 w 227868"/>
                <a:gd name="connsiteY129" fmla="*/ 85245 h 104917"/>
                <a:gd name="connsiteX130" fmla="*/ 196720 w 227868"/>
                <a:gd name="connsiteY130" fmla="*/ 88524 h 104917"/>
                <a:gd name="connsiteX131" fmla="*/ 191803 w 227868"/>
                <a:gd name="connsiteY131" fmla="*/ 90164 h 104917"/>
                <a:gd name="connsiteX132" fmla="*/ 188524 w 227868"/>
                <a:gd name="connsiteY132" fmla="*/ 93442 h 104917"/>
                <a:gd name="connsiteX133" fmla="*/ 185245 w 227868"/>
                <a:gd name="connsiteY133" fmla="*/ 93442 h 104917"/>
                <a:gd name="connsiteX134" fmla="*/ 183606 w 227868"/>
                <a:gd name="connsiteY134" fmla="*/ 95082 h 104917"/>
                <a:gd name="connsiteX135" fmla="*/ 183606 w 227868"/>
                <a:gd name="connsiteY135" fmla="*/ 95082 h 104917"/>
                <a:gd name="connsiteX136" fmla="*/ 180327 w 227868"/>
                <a:gd name="connsiteY136" fmla="*/ 93442 h 104917"/>
                <a:gd name="connsiteX137" fmla="*/ 177049 w 227868"/>
                <a:gd name="connsiteY137" fmla="*/ 93442 h 104917"/>
                <a:gd name="connsiteX138" fmla="*/ 173770 w 227868"/>
                <a:gd name="connsiteY138" fmla="*/ 91803 h 104917"/>
                <a:gd name="connsiteX139" fmla="*/ 172130 w 227868"/>
                <a:gd name="connsiteY139" fmla="*/ 91803 h 104917"/>
                <a:gd name="connsiteX140" fmla="*/ 170491 w 227868"/>
                <a:gd name="connsiteY140" fmla="*/ 93442 h 104917"/>
                <a:gd name="connsiteX141" fmla="*/ 167213 w 227868"/>
                <a:gd name="connsiteY141" fmla="*/ 96721 h 104917"/>
                <a:gd name="connsiteX142" fmla="*/ 167213 w 227868"/>
                <a:gd name="connsiteY142" fmla="*/ 98360 h 104917"/>
                <a:gd name="connsiteX143" fmla="*/ 165573 w 227868"/>
                <a:gd name="connsiteY143" fmla="*/ 100000 h 104917"/>
                <a:gd name="connsiteX144" fmla="*/ 165573 w 227868"/>
                <a:gd name="connsiteY144" fmla="*/ 103278 h 104917"/>
                <a:gd name="connsiteX145" fmla="*/ 163934 w 227868"/>
                <a:gd name="connsiteY145" fmla="*/ 101639 h 104917"/>
                <a:gd name="connsiteX146" fmla="*/ 162295 w 227868"/>
                <a:gd name="connsiteY146" fmla="*/ 98360 h 104917"/>
                <a:gd name="connsiteX147" fmla="*/ 162295 w 227868"/>
                <a:gd name="connsiteY147" fmla="*/ 98360 h 104917"/>
                <a:gd name="connsiteX148" fmla="*/ 160655 w 227868"/>
                <a:gd name="connsiteY148" fmla="*/ 98360 h 104917"/>
                <a:gd name="connsiteX149" fmla="*/ 157376 w 227868"/>
                <a:gd name="connsiteY149" fmla="*/ 98360 h 104917"/>
                <a:gd name="connsiteX150" fmla="*/ 154098 w 227868"/>
                <a:gd name="connsiteY150" fmla="*/ 96721 h 104917"/>
                <a:gd name="connsiteX151" fmla="*/ 152459 w 227868"/>
                <a:gd name="connsiteY151" fmla="*/ 95082 h 104917"/>
                <a:gd name="connsiteX152" fmla="*/ 147540 w 227868"/>
                <a:gd name="connsiteY152" fmla="*/ 95082 h 104917"/>
                <a:gd name="connsiteX153" fmla="*/ 147540 w 227868"/>
                <a:gd name="connsiteY153" fmla="*/ 95082 h 104917"/>
                <a:gd name="connsiteX154" fmla="*/ 144262 w 227868"/>
                <a:gd name="connsiteY154" fmla="*/ 98360 h 104917"/>
                <a:gd name="connsiteX155" fmla="*/ 144262 w 227868"/>
                <a:gd name="connsiteY155" fmla="*/ 98360 h 104917"/>
                <a:gd name="connsiteX156" fmla="*/ 142623 w 227868"/>
                <a:gd name="connsiteY156" fmla="*/ 98360 h 104917"/>
                <a:gd name="connsiteX157" fmla="*/ 139344 w 227868"/>
                <a:gd name="connsiteY157" fmla="*/ 96721 h 104917"/>
                <a:gd name="connsiteX158" fmla="*/ 134426 w 227868"/>
                <a:gd name="connsiteY158" fmla="*/ 96721 h 104917"/>
                <a:gd name="connsiteX159" fmla="*/ 132786 w 227868"/>
                <a:gd name="connsiteY159" fmla="*/ 96721 h 104917"/>
                <a:gd name="connsiteX160" fmla="*/ 131147 w 227868"/>
                <a:gd name="connsiteY160" fmla="*/ 93442 h 104917"/>
                <a:gd name="connsiteX161" fmla="*/ 126229 w 227868"/>
                <a:gd name="connsiteY161" fmla="*/ 93442 h 104917"/>
                <a:gd name="connsiteX162" fmla="*/ 126229 w 227868"/>
                <a:gd name="connsiteY162" fmla="*/ 91803 h 104917"/>
                <a:gd name="connsiteX163" fmla="*/ 122950 w 227868"/>
                <a:gd name="connsiteY163" fmla="*/ 93442 h 104917"/>
                <a:gd name="connsiteX164" fmla="*/ 119672 w 227868"/>
                <a:gd name="connsiteY164" fmla="*/ 91803 h 104917"/>
                <a:gd name="connsiteX165" fmla="*/ 116393 w 227868"/>
                <a:gd name="connsiteY165" fmla="*/ 90164 h 104917"/>
                <a:gd name="connsiteX166" fmla="*/ 114754 w 227868"/>
                <a:gd name="connsiteY166" fmla="*/ 88524 h 104917"/>
                <a:gd name="connsiteX167" fmla="*/ 111475 w 227868"/>
                <a:gd name="connsiteY167" fmla="*/ 88524 h 104917"/>
                <a:gd name="connsiteX168" fmla="*/ 109836 w 227868"/>
                <a:gd name="connsiteY168" fmla="*/ 86885 h 104917"/>
                <a:gd name="connsiteX169" fmla="*/ 106557 w 227868"/>
                <a:gd name="connsiteY169" fmla="*/ 88524 h 104917"/>
                <a:gd name="connsiteX170" fmla="*/ 101639 w 227868"/>
                <a:gd name="connsiteY170" fmla="*/ 86885 h 104917"/>
                <a:gd name="connsiteX171" fmla="*/ 98360 w 227868"/>
                <a:gd name="connsiteY171" fmla="*/ 85245 h 104917"/>
                <a:gd name="connsiteX172" fmla="*/ 98360 w 227868"/>
                <a:gd name="connsiteY172" fmla="*/ 86885 h 104917"/>
                <a:gd name="connsiteX173" fmla="*/ 98360 w 227868"/>
                <a:gd name="connsiteY173" fmla="*/ 90164 h 104917"/>
                <a:gd name="connsiteX174" fmla="*/ 96721 w 227868"/>
                <a:gd name="connsiteY174" fmla="*/ 93442 h 104917"/>
                <a:gd name="connsiteX175" fmla="*/ 98360 w 227868"/>
                <a:gd name="connsiteY175" fmla="*/ 96721 h 104917"/>
                <a:gd name="connsiteX176" fmla="*/ 95082 w 227868"/>
                <a:gd name="connsiteY176" fmla="*/ 96721 h 104917"/>
                <a:gd name="connsiteX177" fmla="*/ 91803 w 227868"/>
                <a:gd name="connsiteY177" fmla="*/ 96721 h 104917"/>
                <a:gd name="connsiteX178" fmla="*/ 88525 w 227868"/>
                <a:gd name="connsiteY178" fmla="*/ 100000 h 104917"/>
                <a:gd name="connsiteX179" fmla="*/ 88525 w 227868"/>
                <a:gd name="connsiteY179" fmla="*/ 104918 h 104917"/>
                <a:gd name="connsiteX180" fmla="*/ 88525 w 227868"/>
                <a:gd name="connsiteY180" fmla="*/ 104918 h 104917"/>
                <a:gd name="connsiteX181" fmla="*/ 85246 w 227868"/>
                <a:gd name="connsiteY181" fmla="*/ 103278 h 104917"/>
                <a:gd name="connsiteX182" fmla="*/ 80328 w 227868"/>
                <a:gd name="connsiteY182" fmla="*/ 101639 h 104917"/>
                <a:gd name="connsiteX183" fmla="*/ 78688 w 227868"/>
                <a:gd name="connsiteY183" fmla="*/ 103278 h 104917"/>
                <a:gd name="connsiteX184" fmla="*/ 78688 w 227868"/>
                <a:gd name="connsiteY184" fmla="*/ 104918 h 104917"/>
                <a:gd name="connsiteX185" fmla="*/ 73770 w 227868"/>
                <a:gd name="connsiteY185" fmla="*/ 104918 h 104917"/>
                <a:gd name="connsiteX186" fmla="*/ 70492 w 227868"/>
                <a:gd name="connsiteY186" fmla="*/ 103278 h 104917"/>
                <a:gd name="connsiteX187" fmla="*/ 67213 w 227868"/>
                <a:gd name="connsiteY187" fmla="*/ 100000 h 104917"/>
                <a:gd name="connsiteX188" fmla="*/ 62295 w 227868"/>
                <a:gd name="connsiteY188" fmla="*/ 98360 h 104917"/>
                <a:gd name="connsiteX189" fmla="*/ 59016 w 227868"/>
                <a:gd name="connsiteY189" fmla="*/ 96721 h 104917"/>
                <a:gd name="connsiteX190" fmla="*/ 57377 w 227868"/>
                <a:gd name="connsiteY190" fmla="*/ 93442 h 104917"/>
                <a:gd name="connsiteX191" fmla="*/ 55738 w 227868"/>
                <a:gd name="connsiteY191" fmla="*/ 91803 h 104917"/>
                <a:gd name="connsiteX192" fmla="*/ 50820 w 227868"/>
                <a:gd name="connsiteY192" fmla="*/ 88524 h 104917"/>
                <a:gd name="connsiteX193" fmla="*/ 49180 w 227868"/>
                <a:gd name="connsiteY193" fmla="*/ 86885 h 104917"/>
                <a:gd name="connsiteX194" fmla="*/ 44262 w 227868"/>
                <a:gd name="connsiteY194" fmla="*/ 86885 h 104917"/>
                <a:gd name="connsiteX195" fmla="*/ 44262 w 227868"/>
                <a:gd name="connsiteY195" fmla="*/ 86885 h 104917"/>
                <a:gd name="connsiteX196" fmla="*/ 44262 w 227868"/>
                <a:gd name="connsiteY196" fmla="*/ 85245 h 104917"/>
                <a:gd name="connsiteX197" fmla="*/ 40983 w 227868"/>
                <a:gd name="connsiteY197" fmla="*/ 81967 h 104917"/>
                <a:gd name="connsiteX198" fmla="*/ 37705 w 227868"/>
                <a:gd name="connsiteY198" fmla="*/ 81967 h 104917"/>
                <a:gd name="connsiteX199" fmla="*/ 37705 w 227868"/>
                <a:gd name="connsiteY199" fmla="*/ 81967 h 104917"/>
                <a:gd name="connsiteX200" fmla="*/ 36066 w 227868"/>
                <a:gd name="connsiteY200" fmla="*/ 80328 h 104917"/>
                <a:gd name="connsiteX201" fmla="*/ 32787 w 227868"/>
                <a:gd name="connsiteY201" fmla="*/ 77049 h 104917"/>
                <a:gd name="connsiteX202" fmla="*/ 31148 w 227868"/>
                <a:gd name="connsiteY202" fmla="*/ 73770 h 104917"/>
                <a:gd name="connsiteX203" fmla="*/ 26229 w 227868"/>
                <a:gd name="connsiteY203" fmla="*/ 72131 h 104917"/>
                <a:gd name="connsiteX204" fmla="*/ 24590 w 227868"/>
                <a:gd name="connsiteY204" fmla="*/ 72131 h 104917"/>
                <a:gd name="connsiteX205" fmla="*/ 21312 w 227868"/>
                <a:gd name="connsiteY205" fmla="*/ 68852 h 104917"/>
                <a:gd name="connsiteX206" fmla="*/ 18033 w 227868"/>
                <a:gd name="connsiteY206" fmla="*/ 65573 h 104917"/>
                <a:gd name="connsiteX207" fmla="*/ 16393 w 227868"/>
                <a:gd name="connsiteY207" fmla="*/ 62295 h 104917"/>
                <a:gd name="connsiteX208" fmla="*/ 14754 w 227868"/>
                <a:gd name="connsiteY208" fmla="*/ 59016 h 104917"/>
                <a:gd name="connsiteX209" fmla="*/ 14754 w 227868"/>
                <a:gd name="connsiteY209" fmla="*/ 57377 h 104917"/>
                <a:gd name="connsiteX210" fmla="*/ 9836 w 227868"/>
                <a:gd name="connsiteY210" fmla="*/ 54098 h 104917"/>
                <a:gd name="connsiteX211" fmla="*/ 13115 w 227868"/>
                <a:gd name="connsiteY211" fmla="*/ 50820 h 104917"/>
                <a:gd name="connsiteX212" fmla="*/ 13115 w 227868"/>
                <a:gd name="connsiteY212" fmla="*/ 50820 h 104917"/>
                <a:gd name="connsiteX213" fmla="*/ 13115 w 227868"/>
                <a:gd name="connsiteY213" fmla="*/ 50820 h 104917"/>
                <a:gd name="connsiteX214" fmla="*/ 14754 w 227868"/>
                <a:gd name="connsiteY214" fmla="*/ 47541 h 104917"/>
                <a:gd name="connsiteX215" fmla="*/ 9836 w 227868"/>
                <a:gd name="connsiteY215" fmla="*/ 44262 h 104917"/>
                <a:gd name="connsiteX216" fmla="*/ 8197 w 227868"/>
                <a:gd name="connsiteY216" fmla="*/ 42623 h 104917"/>
                <a:gd name="connsiteX217" fmla="*/ 4918 w 227868"/>
                <a:gd name="connsiteY217" fmla="*/ 39344 h 104917"/>
                <a:gd name="connsiteX218" fmla="*/ 4918 w 227868"/>
                <a:gd name="connsiteY218" fmla="*/ 39344 h 104917"/>
                <a:gd name="connsiteX219" fmla="*/ 3279 w 227868"/>
                <a:gd name="connsiteY219" fmla="*/ 39344 h 104917"/>
                <a:gd name="connsiteX220" fmla="*/ 3279 w 227868"/>
                <a:gd name="connsiteY220" fmla="*/ 39344 h 104917"/>
                <a:gd name="connsiteX221" fmla="*/ 1639 w 227868"/>
                <a:gd name="connsiteY221" fmla="*/ 34426 h 104917"/>
                <a:gd name="connsiteX222" fmla="*/ 0 w 227868"/>
                <a:gd name="connsiteY222" fmla="*/ 34426 h 104917"/>
                <a:gd name="connsiteX223" fmla="*/ 0 w 227868"/>
                <a:gd name="connsiteY223" fmla="*/ 29508 h 10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</a:cxnLst>
              <a:rect l="l" t="t" r="r" b="b"/>
              <a:pathLst>
                <a:path w="227868" h="104917">
                  <a:moveTo>
                    <a:pt x="0" y="29508"/>
                  </a:moveTo>
                  <a:lnTo>
                    <a:pt x="1639" y="29508"/>
                  </a:lnTo>
                  <a:lnTo>
                    <a:pt x="4918" y="32787"/>
                  </a:lnTo>
                  <a:lnTo>
                    <a:pt x="6558" y="36065"/>
                  </a:lnTo>
                  <a:lnTo>
                    <a:pt x="8197" y="36065"/>
                  </a:lnTo>
                  <a:lnTo>
                    <a:pt x="8197" y="36065"/>
                  </a:lnTo>
                  <a:lnTo>
                    <a:pt x="8197" y="34426"/>
                  </a:lnTo>
                  <a:lnTo>
                    <a:pt x="9836" y="31148"/>
                  </a:lnTo>
                  <a:lnTo>
                    <a:pt x="13115" y="27869"/>
                  </a:lnTo>
                  <a:lnTo>
                    <a:pt x="16393" y="26229"/>
                  </a:lnTo>
                  <a:lnTo>
                    <a:pt x="19672" y="26229"/>
                  </a:lnTo>
                  <a:lnTo>
                    <a:pt x="24590" y="24590"/>
                  </a:lnTo>
                  <a:lnTo>
                    <a:pt x="27869" y="26229"/>
                  </a:lnTo>
                  <a:lnTo>
                    <a:pt x="29508" y="26229"/>
                  </a:lnTo>
                  <a:lnTo>
                    <a:pt x="32787" y="22951"/>
                  </a:lnTo>
                  <a:lnTo>
                    <a:pt x="37705" y="19672"/>
                  </a:lnTo>
                  <a:lnTo>
                    <a:pt x="39344" y="19672"/>
                  </a:lnTo>
                  <a:lnTo>
                    <a:pt x="44262" y="18033"/>
                  </a:lnTo>
                  <a:lnTo>
                    <a:pt x="47541" y="16393"/>
                  </a:lnTo>
                  <a:lnTo>
                    <a:pt x="50820" y="13115"/>
                  </a:lnTo>
                  <a:lnTo>
                    <a:pt x="50820" y="13115"/>
                  </a:lnTo>
                  <a:lnTo>
                    <a:pt x="55738" y="13115"/>
                  </a:lnTo>
                  <a:lnTo>
                    <a:pt x="55738" y="13115"/>
                  </a:lnTo>
                  <a:lnTo>
                    <a:pt x="59016" y="11475"/>
                  </a:lnTo>
                  <a:lnTo>
                    <a:pt x="62295" y="9836"/>
                  </a:lnTo>
                  <a:lnTo>
                    <a:pt x="67213" y="8197"/>
                  </a:lnTo>
                  <a:lnTo>
                    <a:pt x="70492" y="8197"/>
                  </a:lnTo>
                  <a:lnTo>
                    <a:pt x="70492" y="6557"/>
                  </a:lnTo>
                  <a:lnTo>
                    <a:pt x="70492" y="6557"/>
                  </a:lnTo>
                  <a:lnTo>
                    <a:pt x="72131" y="6557"/>
                  </a:lnTo>
                  <a:lnTo>
                    <a:pt x="75410" y="4918"/>
                  </a:lnTo>
                  <a:lnTo>
                    <a:pt x="72131" y="1639"/>
                  </a:lnTo>
                  <a:lnTo>
                    <a:pt x="75410" y="0"/>
                  </a:lnTo>
                  <a:lnTo>
                    <a:pt x="78688" y="0"/>
                  </a:lnTo>
                  <a:lnTo>
                    <a:pt x="78688" y="0"/>
                  </a:lnTo>
                  <a:lnTo>
                    <a:pt x="80328" y="0"/>
                  </a:lnTo>
                  <a:lnTo>
                    <a:pt x="80328" y="0"/>
                  </a:lnTo>
                  <a:lnTo>
                    <a:pt x="81967" y="1639"/>
                  </a:lnTo>
                  <a:lnTo>
                    <a:pt x="83606" y="4918"/>
                  </a:lnTo>
                  <a:lnTo>
                    <a:pt x="83606" y="4918"/>
                  </a:lnTo>
                  <a:lnTo>
                    <a:pt x="86885" y="8197"/>
                  </a:lnTo>
                  <a:lnTo>
                    <a:pt x="90164" y="8197"/>
                  </a:lnTo>
                  <a:lnTo>
                    <a:pt x="90164" y="6557"/>
                  </a:lnTo>
                  <a:lnTo>
                    <a:pt x="91803" y="6557"/>
                  </a:lnTo>
                  <a:lnTo>
                    <a:pt x="91803" y="6557"/>
                  </a:lnTo>
                  <a:lnTo>
                    <a:pt x="96721" y="6557"/>
                  </a:lnTo>
                  <a:lnTo>
                    <a:pt x="96721" y="4918"/>
                  </a:lnTo>
                  <a:lnTo>
                    <a:pt x="96721" y="4918"/>
                  </a:lnTo>
                  <a:lnTo>
                    <a:pt x="96721" y="1639"/>
                  </a:lnTo>
                  <a:lnTo>
                    <a:pt x="96721" y="1639"/>
                  </a:lnTo>
                  <a:lnTo>
                    <a:pt x="98360" y="1639"/>
                  </a:lnTo>
                  <a:lnTo>
                    <a:pt x="98360" y="0"/>
                  </a:lnTo>
                  <a:lnTo>
                    <a:pt x="100000" y="1639"/>
                  </a:lnTo>
                  <a:lnTo>
                    <a:pt x="103279" y="1639"/>
                  </a:lnTo>
                  <a:lnTo>
                    <a:pt x="106557" y="3279"/>
                  </a:lnTo>
                  <a:lnTo>
                    <a:pt x="106557" y="6557"/>
                  </a:lnTo>
                  <a:lnTo>
                    <a:pt x="108196" y="9836"/>
                  </a:lnTo>
                  <a:lnTo>
                    <a:pt x="111475" y="9836"/>
                  </a:lnTo>
                  <a:lnTo>
                    <a:pt x="114754" y="11475"/>
                  </a:lnTo>
                  <a:lnTo>
                    <a:pt x="118032" y="11475"/>
                  </a:lnTo>
                  <a:lnTo>
                    <a:pt x="122950" y="11475"/>
                  </a:lnTo>
                  <a:lnTo>
                    <a:pt x="126229" y="14754"/>
                  </a:lnTo>
                  <a:lnTo>
                    <a:pt x="129508" y="14754"/>
                  </a:lnTo>
                  <a:lnTo>
                    <a:pt x="129508" y="14754"/>
                  </a:lnTo>
                  <a:lnTo>
                    <a:pt x="131147" y="18033"/>
                  </a:lnTo>
                  <a:lnTo>
                    <a:pt x="134426" y="16393"/>
                  </a:lnTo>
                  <a:lnTo>
                    <a:pt x="137705" y="16393"/>
                  </a:lnTo>
                  <a:lnTo>
                    <a:pt x="139344" y="14754"/>
                  </a:lnTo>
                  <a:lnTo>
                    <a:pt x="142623" y="16393"/>
                  </a:lnTo>
                  <a:lnTo>
                    <a:pt x="142623" y="21311"/>
                  </a:lnTo>
                  <a:lnTo>
                    <a:pt x="140983" y="22951"/>
                  </a:lnTo>
                  <a:lnTo>
                    <a:pt x="136065" y="26229"/>
                  </a:lnTo>
                  <a:lnTo>
                    <a:pt x="137705" y="26229"/>
                  </a:lnTo>
                  <a:lnTo>
                    <a:pt x="140983" y="27869"/>
                  </a:lnTo>
                  <a:lnTo>
                    <a:pt x="145901" y="31148"/>
                  </a:lnTo>
                  <a:lnTo>
                    <a:pt x="149180" y="34426"/>
                  </a:lnTo>
                  <a:lnTo>
                    <a:pt x="150819" y="37705"/>
                  </a:lnTo>
                  <a:lnTo>
                    <a:pt x="154098" y="39344"/>
                  </a:lnTo>
                  <a:lnTo>
                    <a:pt x="154098" y="39344"/>
                  </a:lnTo>
                  <a:lnTo>
                    <a:pt x="155737" y="37705"/>
                  </a:lnTo>
                  <a:lnTo>
                    <a:pt x="159016" y="36065"/>
                  </a:lnTo>
                  <a:lnTo>
                    <a:pt x="160655" y="36065"/>
                  </a:lnTo>
                  <a:lnTo>
                    <a:pt x="163934" y="32787"/>
                  </a:lnTo>
                  <a:lnTo>
                    <a:pt x="160655" y="29508"/>
                  </a:lnTo>
                  <a:lnTo>
                    <a:pt x="160655" y="24590"/>
                  </a:lnTo>
                  <a:lnTo>
                    <a:pt x="163934" y="26229"/>
                  </a:lnTo>
                  <a:lnTo>
                    <a:pt x="168852" y="27869"/>
                  </a:lnTo>
                  <a:lnTo>
                    <a:pt x="172130" y="29508"/>
                  </a:lnTo>
                  <a:lnTo>
                    <a:pt x="175409" y="31148"/>
                  </a:lnTo>
                  <a:lnTo>
                    <a:pt x="177049" y="32787"/>
                  </a:lnTo>
                  <a:lnTo>
                    <a:pt x="180327" y="32787"/>
                  </a:lnTo>
                  <a:lnTo>
                    <a:pt x="180327" y="32787"/>
                  </a:lnTo>
                  <a:lnTo>
                    <a:pt x="181966" y="32787"/>
                  </a:lnTo>
                  <a:lnTo>
                    <a:pt x="185245" y="32787"/>
                  </a:lnTo>
                  <a:lnTo>
                    <a:pt x="188524" y="31148"/>
                  </a:lnTo>
                  <a:lnTo>
                    <a:pt x="188524" y="36065"/>
                  </a:lnTo>
                  <a:lnTo>
                    <a:pt x="186885" y="39344"/>
                  </a:lnTo>
                  <a:lnTo>
                    <a:pt x="188524" y="39344"/>
                  </a:lnTo>
                  <a:lnTo>
                    <a:pt x="191803" y="44262"/>
                  </a:lnTo>
                  <a:lnTo>
                    <a:pt x="193442" y="44262"/>
                  </a:lnTo>
                  <a:lnTo>
                    <a:pt x="196720" y="44262"/>
                  </a:lnTo>
                  <a:lnTo>
                    <a:pt x="199999" y="40983"/>
                  </a:lnTo>
                  <a:lnTo>
                    <a:pt x="201639" y="44262"/>
                  </a:lnTo>
                  <a:lnTo>
                    <a:pt x="204917" y="45901"/>
                  </a:lnTo>
                  <a:lnTo>
                    <a:pt x="208196" y="47541"/>
                  </a:lnTo>
                  <a:lnTo>
                    <a:pt x="209835" y="47541"/>
                  </a:lnTo>
                  <a:lnTo>
                    <a:pt x="209835" y="47541"/>
                  </a:lnTo>
                  <a:lnTo>
                    <a:pt x="209835" y="45901"/>
                  </a:lnTo>
                  <a:lnTo>
                    <a:pt x="213114" y="47541"/>
                  </a:lnTo>
                  <a:lnTo>
                    <a:pt x="216393" y="49180"/>
                  </a:lnTo>
                  <a:lnTo>
                    <a:pt x="218032" y="52459"/>
                  </a:lnTo>
                  <a:lnTo>
                    <a:pt x="219672" y="54098"/>
                  </a:lnTo>
                  <a:lnTo>
                    <a:pt x="219672" y="54098"/>
                  </a:lnTo>
                  <a:lnTo>
                    <a:pt x="219672" y="55738"/>
                  </a:lnTo>
                  <a:lnTo>
                    <a:pt x="222950" y="57377"/>
                  </a:lnTo>
                  <a:lnTo>
                    <a:pt x="226229" y="60655"/>
                  </a:lnTo>
                  <a:lnTo>
                    <a:pt x="227868" y="63934"/>
                  </a:lnTo>
                  <a:lnTo>
                    <a:pt x="224589" y="65573"/>
                  </a:lnTo>
                  <a:lnTo>
                    <a:pt x="221310" y="65573"/>
                  </a:lnTo>
                  <a:lnTo>
                    <a:pt x="216393" y="67213"/>
                  </a:lnTo>
                  <a:lnTo>
                    <a:pt x="213114" y="70492"/>
                  </a:lnTo>
                  <a:lnTo>
                    <a:pt x="213114" y="70492"/>
                  </a:lnTo>
                  <a:lnTo>
                    <a:pt x="209835" y="73770"/>
                  </a:lnTo>
                  <a:lnTo>
                    <a:pt x="204917" y="75410"/>
                  </a:lnTo>
                  <a:lnTo>
                    <a:pt x="203278" y="78688"/>
                  </a:lnTo>
                  <a:lnTo>
                    <a:pt x="203278" y="78688"/>
                  </a:lnTo>
                  <a:lnTo>
                    <a:pt x="203278" y="80328"/>
                  </a:lnTo>
                  <a:lnTo>
                    <a:pt x="201639" y="85245"/>
                  </a:lnTo>
                  <a:lnTo>
                    <a:pt x="201639" y="85245"/>
                  </a:lnTo>
                  <a:lnTo>
                    <a:pt x="196720" y="85245"/>
                  </a:lnTo>
                  <a:lnTo>
                    <a:pt x="196720" y="88524"/>
                  </a:lnTo>
                  <a:lnTo>
                    <a:pt x="191803" y="90164"/>
                  </a:lnTo>
                  <a:lnTo>
                    <a:pt x="188524" y="93442"/>
                  </a:lnTo>
                  <a:lnTo>
                    <a:pt x="185245" y="93442"/>
                  </a:lnTo>
                  <a:lnTo>
                    <a:pt x="183606" y="95082"/>
                  </a:lnTo>
                  <a:lnTo>
                    <a:pt x="183606" y="95082"/>
                  </a:lnTo>
                  <a:lnTo>
                    <a:pt x="180327" y="93442"/>
                  </a:lnTo>
                  <a:lnTo>
                    <a:pt x="177049" y="93442"/>
                  </a:lnTo>
                  <a:lnTo>
                    <a:pt x="173770" y="91803"/>
                  </a:lnTo>
                  <a:lnTo>
                    <a:pt x="172130" y="91803"/>
                  </a:lnTo>
                  <a:lnTo>
                    <a:pt x="170491" y="93442"/>
                  </a:lnTo>
                  <a:lnTo>
                    <a:pt x="167213" y="96721"/>
                  </a:lnTo>
                  <a:lnTo>
                    <a:pt x="167213" y="98360"/>
                  </a:lnTo>
                  <a:lnTo>
                    <a:pt x="165573" y="100000"/>
                  </a:lnTo>
                  <a:lnTo>
                    <a:pt x="165573" y="103278"/>
                  </a:lnTo>
                  <a:lnTo>
                    <a:pt x="163934" y="101639"/>
                  </a:lnTo>
                  <a:lnTo>
                    <a:pt x="162295" y="98360"/>
                  </a:lnTo>
                  <a:lnTo>
                    <a:pt x="162295" y="98360"/>
                  </a:lnTo>
                  <a:lnTo>
                    <a:pt x="160655" y="98360"/>
                  </a:lnTo>
                  <a:lnTo>
                    <a:pt x="157376" y="98360"/>
                  </a:lnTo>
                  <a:lnTo>
                    <a:pt x="154098" y="96721"/>
                  </a:lnTo>
                  <a:lnTo>
                    <a:pt x="152459" y="95082"/>
                  </a:lnTo>
                  <a:lnTo>
                    <a:pt x="147540" y="95082"/>
                  </a:lnTo>
                  <a:lnTo>
                    <a:pt x="147540" y="95082"/>
                  </a:lnTo>
                  <a:lnTo>
                    <a:pt x="144262" y="98360"/>
                  </a:lnTo>
                  <a:lnTo>
                    <a:pt x="144262" y="98360"/>
                  </a:lnTo>
                  <a:lnTo>
                    <a:pt x="142623" y="98360"/>
                  </a:lnTo>
                  <a:lnTo>
                    <a:pt x="139344" y="96721"/>
                  </a:lnTo>
                  <a:lnTo>
                    <a:pt x="134426" y="96721"/>
                  </a:lnTo>
                  <a:lnTo>
                    <a:pt x="132786" y="96721"/>
                  </a:lnTo>
                  <a:lnTo>
                    <a:pt x="131147" y="93442"/>
                  </a:lnTo>
                  <a:lnTo>
                    <a:pt x="126229" y="93442"/>
                  </a:lnTo>
                  <a:lnTo>
                    <a:pt x="126229" y="91803"/>
                  </a:lnTo>
                  <a:lnTo>
                    <a:pt x="122950" y="93442"/>
                  </a:lnTo>
                  <a:lnTo>
                    <a:pt x="119672" y="91803"/>
                  </a:lnTo>
                  <a:lnTo>
                    <a:pt x="116393" y="90164"/>
                  </a:lnTo>
                  <a:lnTo>
                    <a:pt x="114754" y="88524"/>
                  </a:lnTo>
                  <a:lnTo>
                    <a:pt x="111475" y="88524"/>
                  </a:lnTo>
                  <a:lnTo>
                    <a:pt x="109836" y="86885"/>
                  </a:lnTo>
                  <a:lnTo>
                    <a:pt x="106557" y="88524"/>
                  </a:lnTo>
                  <a:lnTo>
                    <a:pt x="101639" y="86885"/>
                  </a:lnTo>
                  <a:lnTo>
                    <a:pt x="98360" y="85245"/>
                  </a:lnTo>
                  <a:lnTo>
                    <a:pt x="98360" y="86885"/>
                  </a:lnTo>
                  <a:lnTo>
                    <a:pt x="98360" y="90164"/>
                  </a:lnTo>
                  <a:lnTo>
                    <a:pt x="96721" y="93442"/>
                  </a:lnTo>
                  <a:lnTo>
                    <a:pt x="98360" y="96721"/>
                  </a:lnTo>
                  <a:lnTo>
                    <a:pt x="95082" y="96721"/>
                  </a:lnTo>
                  <a:lnTo>
                    <a:pt x="91803" y="96721"/>
                  </a:lnTo>
                  <a:lnTo>
                    <a:pt x="88525" y="100000"/>
                  </a:lnTo>
                  <a:lnTo>
                    <a:pt x="88525" y="104918"/>
                  </a:lnTo>
                  <a:lnTo>
                    <a:pt x="88525" y="104918"/>
                  </a:lnTo>
                  <a:lnTo>
                    <a:pt x="85246" y="103278"/>
                  </a:lnTo>
                  <a:lnTo>
                    <a:pt x="80328" y="101639"/>
                  </a:lnTo>
                  <a:lnTo>
                    <a:pt x="78688" y="103278"/>
                  </a:lnTo>
                  <a:lnTo>
                    <a:pt x="78688" y="104918"/>
                  </a:lnTo>
                  <a:lnTo>
                    <a:pt x="73770" y="104918"/>
                  </a:lnTo>
                  <a:lnTo>
                    <a:pt x="70492" y="103278"/>
                  </a:lnTo>
                  <a:lnTo>
                    <a:pt x="67213" y="100000"/>
                  </a:lnTo>
                  <a:lnTo>
                    <a:pt x="62295" y="98360"/>
                  </a:lnTo>
                  <a:lnTo>
                    <a:pt x="59016" y="96721"/>
                  </a:lnTo>
                  <a:lnTo>
                    <a:pt x="57377" y="93442"/>
                  </a:lnTo>
                  <a:lnTo>
                    <a:pt x="55738" y="91803"/>
                  </a:lnTo>
                  <a:lnTo>
                    <a:pt x="50820" y="88524"/>
                  </a:lnTo>
                  <a:lnTo>
                    <a:pt x="49180" y="86885"/>
                  </a:lnTo>
                  <a:lnTo>
                    <a:pt x="44262" y="86885"/>
                  </a:lnTo>
                  <a:lnTo>
                    <a:pt x="44262" y="86885"/>
                  </a:lnTo>
                  <a:lnTo>
                    <a:pt x="44262" y="85245"/>
                  </a:lnTo>
                  <a:lnTo>
                    <a:pt x="40983" y="81967"/>
                  </a:lnTo>
                  <a:lnTo>
                    <a:pt x="37705" y="81967"/>
                  </a:lnTo>
                  <a:lnTo>
                    <a:pt x="37705" y="81967"/>
                  </a:lnTo>
                  <a:lnTo>
                    <a:pt x="36066" y="80328"/>
                  </a:lnTo>
                  <a:lnTo>
                    <a:pt x="32787" y="77049"/>
                  </a:lnTo>
                  <a:lnTo>
                    <a:pt x="31148" y="73770"/>
                  </a:lnTo>
                  <a:lnTo>
                    <a:pt x="26229" y="72131"/>
                  </a:lnTo>
                  <a:lnTo>
                    <a:pt x="24590" y="72131"/>
                  </a:lnTo>
                  <a:lnTo>
                    <a:pt x="21312" y="68852"/>
                  </a:lnTo>
                  <a:lnTo>
                    <a:pt x="18033" y="65573"/>
                  </a:lnTo>
                  <a:lnTo>
                    <a:pt x="16393" y="62295"/>
                  </a:lnTo>
                  <a:lnTo>
                    <a:pt x="14754" y="59016"/>
                  </a:lnTo>
                  <a:lnTo>
                    <a:pt x="14754" y="57377"/>
                  </a:lnTo>
                  <a:lnTo>
                    <a:pt x="9836" y="54098"/>
                  </a:lnTo>
                  <a:lnTo>
                    <a:pt x="13115" y="50820"/>
                  </a:lnTo>
                  <a:lnTo>
                    <a:pt x="13115" y="50820"/>
                  </a:lnTo>
                  <a:lnTo>
                    <a:pt x="13115" y="50820"/>
                  </a:lnTo>
                  <a:lnTo>
                    <a:pt x="14754" y="47541"/>
                  </a:lnTo>
                  <a:lnTo>
                    <a:pt x="9836" y="44262"/>
                  </a:lnTo>
                  <a:lnTo>
                    <a:pt x="8197" y="42623"/>
                  </a:lnTo>
                  <a:lnTo>
                    <a:pt x="4918" y="39344"/>
                  </a:lnTo>
                  <a:lnTo>
                    <a:pt x="4918" y="39344"/>
                  </a:lnTo>
                  <a:lnTo>
                    <a:pt x="3279" y="39344"/>
                  </a:lnTo>
                  <a:lnTo>
                    <a:pt x="3279" y="39344"/>
                  </a:lnTo>
                  <a:lnTo>
                    <a:pt x="1639" y="34426"/>
                  </a:lnTo>
                  <a:lnTo>
                    <a:pt x="0" y="34426"/>
                  </a:lnTo>
                  <a:lnTo>
                    <a:pt x="0" y="2950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72" name="Freeform 3271">
              <a:extLst>
                <a:ext uri="{FF2B5EF4-FFF2-40B4-BE49-F238E27FC236}">
                  <a16:creationId xmlns:a16="http://schemas.microsoft.com/office/drawing/2014/main" id="{D720AA8F-BE73-8648-BD29-CB17C4E9BEE4}"/>
                </a:ext>
              </a:extLst>
            </p:cNvPr>
            <p:cNvSpPr/>
            <p:nvPr/>
          </p:nvSpPr>
          <p:spPr>
            <a:xfrm>
              <a:off x="5884525" y="3087033"/>
              <a:ext cx="401637" cy="704914"/>
            </a:xfrm>
            <a:custGeom>
              <a:avLst/>
              <a:gdLst>
                <a:gd name="connsiteX0" fmla="*/ 0 w 401637"/>
                <a:gd name="connsiteY0" fmla="*/ 398359 h 704914"/>
                <a:gd name="connsiteX1" fmla="*/ 3278 w 401637"/>
                <a:gd name="connsiteY1" fmla="*/ 395080 h 704914"/>
                <a:gd name="connsiteX2" fmla="*/ 6557 w 401637"/>
                <a:gd name="connsiteY2" fmla="*/ 395080 h 704914"/>
                <a:gd name="connsiteX3" fmla="*/ 8197 w 401637"/>
                <a:gd name="connsiteY3" fmla="*/ 390162 h 704914"/>
                <a:gd name="connsiteX4" fmla="*/ 9836 w 401637"/>
                <a:gd name="connsiteY4" fmla="*/ 386883 h 704914"/>
                <a:gd name="connsiteX5" fmla="*/ 13114 w 401637"/>
                <a:gd name="connsiteY5" fmla="*/ 385244 h 704914"/>
                <a:gd name="connsiteX6" fmla="*/ 11475 w 401637"/>
                <a:gd name="connsiteY6" fmla="*/ 380326 h 704914"/>
                <a:gd name="connsiteX7" fmla="*/ 13114 w 401637"/>
                <a:gd name="connsiteY7" fmla="*/ 377047 h 704914"/>
                <a:gd name="connsiteX8" fmla="*/ 14754 w 401637"/>
                <a:gd name="connsiteY8" fmla="*/ 373769 h 704914"/>
                <a:gd name="connsiteX9" fmla="*/ 16393 w 401637"/>
                <a:gd name="connsiteY9" fmla="*/ 368851 h 704914"/>
                <a:gd name="connsiteX10" fmla="*/ 19672 w 401637"/>
                <a:gd name="connsiteY10" fmla="*/ 365572 h 704914"/>
                <a:gd name="connsiteX11" fmla="*/ 21311 w 401637"/>
                <a:gd name="connsiteY11" fmla="*/ 360654 h 704914"/>
                <a:gd name="connsiteX12" fmla="*/ 24590 w 401637"/>
                <a:gd name="connsiteY12" fmla="*/ 357375 h 704914"/>
                <a:gd name="connsiteX13" fmla="*/ 26229 w 401637"/>
                <a:gd name="connsiteY13" fmla="*/ 352457 h 704914"/>
                <a:gd name="connsiteX14" fmla="*/ 29508 w 401637"/>
                <a:gd name="connsiteY14" fmla="*/ 349179 h 704914"/>
                <a:gd name="connsiteX15" fmla="*/ 32787 w 401637"/>
                <a:gd name="connsiteY15" fmla="*/ 344261 h 704914"/>
                <a:gd name="connsiteX16" fmla="*/ 34426 w 401637"/>
                <a:gd name="connsiteY16" fmla="*/ 340982 h 704914"/>
                <a:gd name="connsiteX17" fmla="*/ 37705 w 401637"/>
                <a:gd name="connsiteY17" fmla="*/ 336064 h 704914"/>
                <a:gd name="connsiteX18" fmla="*/ 40983 w 401637"/>
                <a:gd name="connsiteY18" fmla="*/ 332785 h 704914"/>
                <a:gd name="connsiteX19" fmla="*/ 44262 w 401637"/>
                <a:gd name="connsiteY19" fmla="*/ 327867 h 704914"/>
                <a:gd name="connsiteX20" fmla="*/ 47541 w 401637"/>
                <a:gd name="connsiteY20" fmla="*/ 322949 h 704914"/>
                <a:gd name="connsiteX21" fmla="*/ 50820 w 401637"/>
                <a:gd name="connsiteY21" fmla="*/ 319671 h 704914"/>
                <a:gd name="connsiteX22" fmla="*/ 54098 w 401637"/>
                <a:gd name="connsiteY22" fmla="*/ 316392 h 704914"/>
                <a:gd name="connsiteX23" fmla="*/ 57377 w 401637"/>
                <a:gd name="connsiteY23" fmla="*/ 311474 h 704914"/>
                <a:gd name="connsiteX24" fmla="*/ 60655 w 401637"/>
                <a:gd name="connsiteY24" fmla="*/ 308195 h 704914"/>
                <a:gd name="connsiteX25" fmla="*/ 63934 w 401637"/>
                <a:gd name="connsiteY25" fmla="*/ 303277 h 704914"/>
                <a:gd name="connsiteX26" fmla="*/ 67213 w 401637"/>
                <a:gd name="connsiteY26" fmla="*/ 299999 h 704914"/>
                <a:gd name="connsiteX27" fmla="*/ 72131 w 401637"/>
                <a:gd name="connsiteY27" fmla="*/ 295081 h 704914"/>
                <a:gd name="connsiteX28" fmla="*/ 75410 w 401637"/>
                <a:gd name="connsiteY28" fmla="*/ 291802 h 704914"/>
                <a:gd name="connsiteX29" fmla="*/ 77049 w 401637"/>
                <a:gd name="connsiteY29" fmla="*/ 290163 h 704914"/>
                <a:gd name="connsiteX30" fmla="*/ 77049 w 401637"/>
                <a:gd name="connsiteY30" fmla="*/ 285244 h 704914"/>
                <a:gd name="connsiteX31" fmla="*/ 77049 w 401637"/>
                <a:gd name="connsiteY31" fmla="*/ 281966 h 704914"/>
                <a:gd name="connsiteX32" fmla="*/ 77049 w 401637"/>
                <a:gd name="connsiteY32" fmla="*/ 277048 h 704914"/>
                <a:gd name="connsiteX33" fmla="*/ 77049 w 401637"/>
                <a:gd name="connsiteY33" fmla="*/ 273769 h 704914"/>
                <a:gd name="connsiteX34" fmla="*/ 77049 w 401637"/>
                <a:gd name="connsiteY34" fmla="*/ 270491 h 704914"/>
                <a:gd name="connsiteX35" fmla="*/ 77049 w 401637"/>
                <a:gd name="connsiteY35" fmla="*/ 265573 h 704914"/>
                <a:gd name="connsiteX36" fmla="*/ 78688 w 401637"/>
                <a:gd name="connsiteY36" fmla="*/ 262294 h 704914"/>
                <a:gd name="connsiteX37" fmla="*/ 78688 w 401637"/>
                <a:gd name="connsiteY37" fmla="*/ 257376 h 704914"/>
                <a:gd name="connsiteX38" fmla="*/ 78688 w 401637"/>
                <a:gd name="connsiteY38" fmla="*/ 254097 h 704914"/>
                <a:gd name="connsiteX39" fmla="*/ 78688 w 401637"/>
                <a:gd name="connsiteY39" fmla="*/ 249179 h 704914"/>
                <a:gd name="connsiteX40" fmla="*/ 78688 w 401637"/>
                <a:gd name="connsiteY40" fmla="*/ 245901 h 704914"/>
                <a:gd name="connsiteX41" fmla="*/ 78688 w 401637"/>
                <a:gd name="connsiteY41" fmla="*/ 240982 h 704914"/>
                <a:gd name="connsiteX42" fmla="*/ 78688 w 401637"/>
                <a:gd name="connsiteY42" fmla="*/ 236064 h 704914"/>
                <a:gd name="connsiteX43" fmla="*/ 78688 w 401637"/>
                <a:gd name="connsiteY43" fmla="*/ 232786 h 704914"/>
                <a:gd name="connsiteX44" fmla="*/ 78688 w 401637"/>
                <a:gd name="connsiteY44" fmla="*/ 227868 h 704914"/>
                <a:gd name="connsiteX45" fmla="*/ 80327 w 401637"/>
                <a:gd name="connsiteY45" fmla="*/ 224589 h 704914"/>
                <a:gd name="connsiteX46" fmla="*/ 80327 w 401637"/>
                <a:gd name="connsiteY46" fmla="*/ 219671 h 704914"/>
                <a:gd name="connsiteX47" fmla="*/ 80327 w 401637"/>
                <a:gd name="connsiteY47" fmla="*/ 214753 h 704914"/>
                <a:gd name="connsiteX48" fmla="*/ 80327 w 401637"/>
                <a:gd name="connsiteY48" fmla="*/ 211474 h 704914"/>
                <a:gd name="connsiteX49" fmla="*/ 80327 w 401637"/>
                <a:gd name="connsiteY49" fmla="*/ 206556 h 704914"/>
                <a:gd name="connsiteX50" fmla="*/ 80327 w 401637"/>
                <a:gd name="connsiteY50" fmla="*/ 203278 h 704914"/>
                <a:gd name="connsiteX51" fmla="*/ 80327 w 401637"/>
                <a:gd name="connsiteY51" fmla="*/ 198360 h 704914"/>
                <a:gd name="connsiteX52" fmla="*/ 81967 w 401637"/>
                <a:gd name="connsiteY52" fmla="*/ 195081 h 704914"/>
                <a:gd name="connsiteX53" fmla="*/ 81967 w 401637"/>
                <a:gd name="connsiteY53" fmla="*/ 190163 h 704914"/>
                <a:gd name="connsiteX54" fmla="*/ 81967 w 401637"/>
                <a:gd name="connsiteY54" fmla="*/ 186884 h 704914"/>
                <a:gd name="connsiteX55" fmla="*/ 83606 w 401637"/>
                <a:gd name="connsiteY55" fmla="*/ 181966 h 704914"/>
                <a:gd name="connsiteX56" fmla="*/ 83606 w 401637"/>
                <a:gd name="connsiteY56" fmla="*/ 178688 h 704914"/>
                <a:gd name="connsiteX57" fmla="*/ 83606 w 401637"/>
                <a:gd name="connsiteY57" fmla="*/ 173770 h 704914"/>
                <a:gd name="connsiteX58" fmla="*/ 83606 w 401637"/>
                <a:gd name="connsiteY58" fmla="*/ 168852 h 704914"/>
                <a:gd name="connsiteX59" fmla="*/ 85245 w 401637"/>
                <a:gd name="connsiteY59" fmla="*/ 165573 h 704914"/>
                <a:gd name="connsiteX60" fmla="*/ 85245 w 401637"/>
                <a:gd name="connsiteY60" fmla="*/ 160655 h 704914"/>
                <a:gd name="connsiteX61" fmla="*/ 85245 w 401637"/>
                <a:gd name="connsiteY61" fmla="*/ 157376 h 704914"/>
                <a:gd name="connsiteX62" fmla="*/ 86885 w 401637"/>
                <a:gd name="connsiteY62" fmla="*/ 152458 h 704914"/>
                <a:gd name="connsiteX63" fmla="*/ 86885 w 401637"/>
                <a:gd name="connsiteY63" fmla="*/ 152458 h 704914"/>
                <a:gd name="connsiteX64" fmla="*/ 88524 w 401637"/>
                <a:gd name="connsiteY64" fmla="*/ 147540 h 704914"/>
                <a:gd name="connsiteX65" fmla="*/ 91803 w 401637"/>
                <a:gd name="connsiteY65" fmla="*/ 144262 h 704914"/>
                <a:gd name="connsiteX66" fmla="*/ 93442 w 401637"/>
                <a:gd name="connsiteY66" fmla="*/ 139344 h 704914"/>
                <a:gd name="connsiteX67" fmla="*/ 93442 w 401637"/>
                <a:gd name="connsiteY67" fmla="*/ 136065 h 704914"/>
                <a:gd name="connsiteX68" fmla="*/ 90164 w 401637"/>
                <a:gd name="connsiteY68" fmla="*/ 132786 h 704914"/>
                <a:gd name="connsiteX69" fmla="*/ 88524 w 401637"/>
                <a:gd name="connsiteY69" fmla="*/ 129508 h 704914"/>
                <a:gd name="connsiteX70" fmla="*/ 85245 w 401637"/>
                <a:gd name="connsiteY70" fmla="*/ 126229 h 704914"/>
                <a:gd name="connsiteX71" fmla="*/ 81967 w 401637"/>
                <a:gd name="connsiteY71" fmla="*/ 121311 h 704914"/>
                <a:gd name="connsiteX72" fmla="*/ 78688 w 401637"/>
                <a:gd name="connsiteY72" fmla="*/ 118032 h 704914"/>
                <a:gd name="connsiteX73" fmla="*/ 77049 w 401637"/>
                <a:gd name="connsiteY73" fmla="*/ 114754 h 704914"/>
                <a:gd name="connsiteX74" fmla="*/ 80327 w 401637"/>
                <a:gd name="connsiteY74" fmla="*/ 111475 h 704914"/>
                <a:gd name="connsiteX75" fmla="*/ 78688 w 401637"/>
                <a:gd name="connsiteY75" fmla="*/ 106557 h 704914"/>
                <a:gd name="connsiteX76" fmla="*/ 75410 w 401637"/>
                <a:gd name="connsiteY76" fmla="*/ 103278 h 704914"/>
                <a:gd name="connsiteX77" fmla="*/ 73770 w 401637"/>
                <a:gd name="connsiteY77" fmla="*/ 99999 h 704914"/>
                <a:gd name="connsiteX78" fmla="*/ 72131 w 401637"/>
                <a:gd name="connsiteY78" fmla="*/ 95082 h 704914"/>
                <a:gd name="connsiteX79" fmla="*/ 68852 w 401637"/>
                <a:gd name="connsiteY79" fmla="*/ 91803 h 704914"/>
                <a:gd name="connsiteX80" fmla="*/ 65573 w 401637"/>
                <a:gd name="connsiteY80" fmla="*/ 88524 h 704914"/>
                <a:gd name="connsiteX81" fmla="*/ 63934 w 401637"/>
                <a:gd name="connsiteY81" fmla="*/ 83606 h 704914"/>
                <a:gd name="connsiteX82" fmla="*/ 63934 w 401637"/>
                <a:gd name="connsiteY82" fmla="*/ 80327 h 704914"/>
                <a:gd name="connsiteX83" fmla="*/ 63934 w 401637"/>
                <a:gd name="connsiteY83" fmla="*/ 75409 h 704914"/>
                <a:gd name="connsiteX84" fmla="*/ 63934 w 401637"/>
                <a:gd name="connsiteY84" fmla="*/ 72131 h 704914"/>
                <a:gd name="connsiteX85" fmla="*/ 63934 w 401637"/>
                <a:gd name="connsiteY85" fmla="*/ 67213 h 704914"/>
                <a:gd name="connsiteX86" fmla="*/ 63934 w 401637"/>
                <a:gd name="connsiteY86" fmla="*/ 63934 h 704914"/>
                <a:gd name="connsiteX87" fmla="*/ 62295 w 401637"/>
                <a:gd name="connsiteY87" fmla="*/ 59016 h 704914"/>
                <a:gd name="connsiteX88" fmla="*/ 62295 w 401637"/>
                <a:gd name="connsiteY88" fmla="*/ 55737 h 704914"/>
                <a:gd name="connsiteX89" fmla="*/ 62295 w 401637"/>
                <a:gd name="connsiteY89" fmla="*/ 52459 h 704914"/>
                <a:gd name="connsiteX90" fmla="*/ 60655 w 401637"/>
                <a:gd name="connsiteY90" fmla="*/ 49180 h 704914"/>
                <a:gd name="connsiteX91" fmla="*/ 60655 w 401637"/>
                <a:gd name="connsiteY91" fmla="*/ 44262 h 704914"/>
                <a:gd name="connsiteX92" fmla="*/ 59016 w 401637"/>
                <a:gd name="connsiteY92" fmla="*/ 40983 h 704914"/>
                <a:gd name="connsiteX93" fmla="*/ 59016 w 401637"/>
                <a:gd name="connsiteY93" fmla="*/ 36065 h 704914"/>
                <a:gd name="connsiteX94" fmla="*/ 57377 w 401637"/>
                <a:gd name="connsiteY94" fmla="*/ 32787 h 704914"/>
                <a:gd name="connsiteX95" fmla="*/ 57377 w 401637"/>
                <a:gd name="connsiteY95" fmla="*/ 29508 h 704914"/>
                <a:gd name="connsiteX96" fmla="*/ 57377 w 401637"/>
                <a:gd name="connsiteY96" fmla="*/ 24590 h 704914"/>
                <a:gd name="connsiteX97" fmla="*/ 55737 w 401637"/>
                <a:gd name="connsiteY97" fmla="*/ 21311 h 704914"/>
                <a:gd name="connsiteX98" fmla="*/ 55737 w 401637"/>
                <a:gd name="connsiteY98" fmla="*/ 19672 h 704914"/>
                <a:gd name="connsiteX99" fmla="*/ 55737 w 401637"/>
                <a:gd name="connsiteY99" fmla="*/ 19672 h 704914"/>
                <a:gd name="connsiteX100" fmla="*/ 60655 w 401637"/>
                <a:gd name="connsiteY100" fmla="*/ 18033 h 704914"/>
                <a:gd name="connsiteX101" fmla="*/ 68852 w 401637"/>
                <a:gd name="connsiteY101" fmla="*/ 13115 h 704914"/>
                <a:gd name="connsiteX102" fmla="*/ 72131 w 401637"/>
                <a:gd name="connsiteY102" fmla="*/ 11475 h 704914"/>
                <a:gd name="connsiteX103" fmla="*/ 78688 w 401637"/>
                <a:gd name="connsiteY103" fmla="*/ 8197 h 704914"/>
                <a:gd name="connsiteX104" fmla="*/ 81967 w 401637"/>
                <a:gd name="connsiteY104" fmla="*/ 6557 h 704914"/>
                <a:gd name="connsiteX105" fmla="*/ 83606 w 401637"/>
                <a:gd name="connsiteY105" fmla="*/ 4918 h 704914"/>
                <a:gd name="connsiteX106" fmla="*/ 93442 w 401637"/>
                <a:gd name="connsiteY106" fmla="*/ 0 h 704914"/>
                <a:gd name="connsiteX107" fmla="*/ 96721 w 401637"/>
                <a:gd name="connsiteY107" fmla="*/ 1639 h 704914"/>
                <a:gd name="connsiteX108" fmla="*/ 101639 w 401637"/>
                <a:gd name="connsiteY108" fmla="*/ 4918 h 704914"/>
                <a:gd name="connsiteX109" fmla="*/ 106557 w 401637"/>
                <a:gd name="connsiteY109" fmla="*/ 6557 h 704914"/>
                <a:gd name="connsiteX110" fmla="*/ 113114 w 401637"/>
                <a:gd name="connsiteY110" fmla="*/ 9836 h 704914"/>
                <a:gd name="connsiteX111" fmla="*/ 118032 w 401637"/>
                <a:gd name="connsiteY111" fmla="*/ 13115 h 704914"/>
                <a:gd name="connsiteX112" fmla="*/ 121311 w 401637"/>
                <a:gd name="connsiteY112" fmla="*/ 14754 h 704914"/>
                <a:gd name="connsiteX113" fmla="*/ 126229 w 401637"/>
                <a:gd name="connsiteY113" fmla="*/ 18033 h 704914"/>
                <a:gd name="connsiteX114" fmla="*/ 131147 w 401637"/>
                <a:gd name="connsiteY114" fmla="*/ 19672 h 704914"/>
                <a:gd name="connsiteX115" fmla="*/ 134425 w 401637"/>
                <a:gd name="connsiteY115" fmla="*/ 22951 h 704914"/>
                <a:gd name="connsiteX116" fmla="*/ 139344 w 401637"/>
                <a:gd name="connsiteY116" fmla="*/ 24590 h 704914"/>
                <a:gd name="connsiteX117" fmla="*/ 144261 w 401637"/>
                <a:gd name="connsiteY117" fmla="*/ 27869 h 704914"/>
                <a:gd name="connsiteX118" fmla="*/ 149180 w 401637"/>
                <a:gd name="connsiteY118" fmla="*/ 31147 h 704914"/>
                <a:gd name="connsiteX119" fmla="*/ 154098 w 401637"/>
                <a:gd name="connsiteY119" fmla="*/ 32787 h 704914"/>
                <a:gd name="connsiteX120" fmla="*/ 155737 w 401637"/>
                <a:gd name="connsiteY120" fmla="*/ 34426 h 704914"/>
                <a:gd name="connsiteX121" fmla="*/ 157376 w 401637"/>
                <a:gd name="connsiteY121" fmla="*/ 34426 h 704914"/>
                <a:gd name="connsiteX122" fmla="*/ 168851 w 401637"/>
                <a:gd name="connsiteY122" fmla="*/ 40983 h 704914"/>
                <a:gd name="connsiteX123" fmla="*/ 183605 w 401637"/>
                <a:gd name="connsiteY123" fmla="*/ 49180 h 704914"/>
                <a:gd name="connsiteX124" fmla="*/ 188524 w 401637"/>
                <a:gd name="connsiteY124" fmla="*/ 52459 h 704914"/>
                <a:gd name="connsiteX125" fmla="*/ 198360 w 401637"/>
                <a:gd name="connsiteY125" fmla="*/ 57377 h 704914"/>
                <a:gd name="connsiteX126" fmla="*/ 206557 w 401637"/>
                <a:gd name="connsiteY126" fmla="*/ 62295 h 704914"/>
                <a:gd name="connsiteX127" fmla="*/ 218032 w 401637"/>
                <a:gd name="connsiteY127" fmla="*/ 68852 h 704914"/>
                <a:gd name="connsiteX128" fmla="*/ 226228 w 401637"/>
                <a:gd name="connsiteY128" fmla="*/ 73770 h 704914"/>
                <a:gd name="connsiteX129" fmla="*/ 231147 w 401637"/>
                <a:gd name="connsiteY129" fmla="*/ 75409 h 704914"/>
                <a:gd name="connsiteX130" fmla="*/ 240982 w 401637"/>
                <a:gd name="connsiteY130" fmla="*/ 81967 h 704914"/>
                <a:gd name="connsiteX131" fmla="*/ 245901 w 401637"/>
                <a:gd name="connsiteY131" fmla="*/ 83606 h 704914"/>
                <a:gd name="connsiteX132" fmla="*/ 249179 w 401637"/>
                <a:gd name="connsiteY132" fmla="*/ 86885 h 704914"/>
                <a:gd name="connsiteX133" fmla="*/ 260654 w 401637"/>
                <a:gd name="connsiteY133" fmla="*/ 93442 h 704914"/>
                <a:gd name="connsiteX134" fmla="*/ 281966 w 401637"/>
                <a:gd name="connsiteY134" fmla="*/ 104917 h 704914"/>
                <a:gd name="connsiteX135" fmla="*/ 286884 w 401637"/>
                <a:gd name="connsiteY135" fmla="*/ 108196 h 704914"/>
                <a:gd name="connsiteX136" fmla="*/ 298359 w 401637"/>
                <a:gd name="connsiteY136" fmla="*/ 114754 h 704914"/>
                <a:gd name="connsiteX137" fmla="*/ 298359 w 401637"/>
                <a:gd name="connsiteY137" fmla="*/ 114754 h 704914"/>
                <a:gd name="connsiteX138" fmla="*/ 313113 w 401637"/>
                <a:gd name="connsiteY138" fmla="*/ 122950 h 704914"/>
                <a:gd name="connsiteX139" fmla="*/ 321310 w 401637"/>
                <a:gd name="connsiteY139" fmla="*/ 129508 h 704914"/>
                <a:gd name="connsiteX140" fmla="*/ 334425 w 401637"/>
                <a:gd name="connsiteY140" fmla="*/ 136065 h 704914"/>
                <a:gd name="connsiteX141" fmla="*/ 340982 w 401637"/>
                <a:gd name="connsiteY141" fmla="*/ 139344 h 704914"/>
                <a:gd name="connsiteX142" fmla="*/ 360654 w 401637"/>
                <a:gd name="connsiteY142" fmla="*/ 150819 h 704914"/>
                <a:gd name="connsiteX143" fmla="*/ 362294 w 401637"/>
                <a:gd name="connsiteY143" fmla="*/ 152458 h 704914"/>
                <a:gd name="connsiteX144" fmla="*/ 377047 w 401637"/>
                <a:gd name="connsiteY144" fmla="*/ 162294 h 704914"/>
                <a:gd name="connsiteX145" fmla="*/ 398359 w 401637"/>
                <a:gd name="connsiteY145" fmla="*/ 175409 h 704914"/>
                <a:gd name="connsiteX146" fmla="*/ 398359 w 401637"/>
                <a:gd name="connsiteY146" fmla="*/ 175409 h 704914"/>
                <a:gd name="connsiteX147" fmla="*/ 398359 w 401637"/>
                <a:gd name="connsiteY147" fmla="*/ 180327 h 704914"/>
                <a:gd name="connsiteX148" fmla="*/ 398359 w 401637"/>
                <a:gd name="connsiteY148" fmla="*/ 186884 h 704914"/>
                <a:gd name="connsiteX149" fmla="*/ 398359 w 401637"/>
                <a:gd name="connsiteY149" fmla="*/ 191802 h 704914"/>
                <a:gd name="connsiteX150" fmla="*/ 398359 w 401637"/>
                <a:gd name="connsiteY150" fmla="*/ 196720 h 704914"/>
                <a:gd name="connsiteX151" fmla="*/ 398359 w 401637"/>
                <a:gd name="connsiteY151" fmla="*/ 203278 h 704914"/>
                <a:gd name="connsiteX152" fmla="*/ 398359 w 401637"/>
                <a:gd name="connsiteY152" fmla="*/ 208196 h 704914"/>
                <a:gd name="connsiteX153" fmla="*/ 399998 w 401637"/>
                <a:gd name="connsiteY153" fmla="*/ 211474 h 704914"/>
                <a:gd name="connsiteX154" fmla="*/ 399998 w 401637"/>
                <a:gd name="connsiteY154" fmla="*/ 216392 h 704914"/>
                <a:gd name="connsiteX155" fmla="*/ 399998 w 401637"/>
                <a:gd name="connsiteY155" fmla="*/ 219671 h 704914"/>
                <a:gd name="connsiteX156" fmla="*/ 399998 w 401637"/>
                <a:gd name="connsiteY156" fmla="*/ 226229 h 704914"/>
                <a:gd name="connsiteX157" fmla="*/ 399998 w 401637"/>
                <a:gd name="connsiteY157" fmla="*/ 231146 h 704914"/>
                <a:gd name="connsiteX158" fmla="*/ 399998 w 401637"/>
                <a:gd name="connsiteY158" fmla="*/ 239343 h 704914"/>
                <a:gd name="connsiteX159" fmla="*/ 399998 w 401637"/>
                <a:gd name="connsiteY159" fmla="*/ 244261 h 704914"/>
                <a:gd name="connsiteX160" fmla="*/ 399998 w 401637"/>
                <a:gd name="connsiteY160" fmla="*/ 247540 h 704914"/>
                <a:gd name="connsiteX161" fmla="*/ 399998 w 401637"/>
                <a:gd name="connsiteY161" fmla="*/ 254097 h 704914"/>
                <a:gd name="connsiteX162" fmla="*/ 399998 w 401637"/>
                <a:gd name="connsiteY162" fmla="*/ 259015 h 704914"/>
                <a:gd name="connsiteX163" fmla="*/ 399998 w 401637"/>
                <a:gd name="connsiteY163" fmla="*/ 263933 h 704914"/>
                <a:gd name="connsiteX164" fmla="*/ 399998 w 401637"/>
                <a:gd name="connsiteY164" fmla="*/ 268851 h 704914"/>
                <a:gd name="connsiteX165" fmla="*/ 399998 w 401637"/>
                <a:gd name="connsiteY165" fmla="*/ 273769 h 704914"/>
                <a:gd name="connsiteX166" fmla="*/ 399998 w 401637"/>
                <a:gd name="connsiteY166" fmla="*/ 278687 h 704914"/>
                <a:gd name="connsiteX167" fmla="*/ 401638 w 401637"/>
                <a:gd name="connsiteY167" fmla="*/ 285244 h 704914"/>
                <a:gd name="connsiteX168" fmla="*/ 401638 w 401637"/>
                <a:gd name="connsiteY168" fmla="*/ 291802 h 704914"/>
                <a:gd name="connsiteX169" fmla="*/ 401638 w 401637"/>
                <a:gd name="connsiteY169" fmla="*/ 299999 h 704914"/>
                <a:gd name="connsiteX170" fmla="*/ 401638 w 401637"/>
                <a:gd name="connsiteY170" fmla="*/ 308195 h 704914"/>
                <a:gd name="connsiteX171" fmla="*/ 401638 w 401637"/>
                <a:gd name="connsiteY171" fmla="*/ 313113 h 704914"/>
                <a:gd name="connsiteX172" fmla="*/ 401638 w 401637"/>
                <a:gd name="connsiteY172" fmla="*/ 319671 h 704914"/>
                <a:gd name="connsiteX173" fmla="*/ 401638 w 401637"/>
                <a:gd name="connsiteY173" fmla="*/ 324589 h 704914"/>
                <a:gd name="connsiteX174" fmla="*/ 401638 w 401637"/>
                <a:gd name="connsiteY174" fmla="*/ 329507 h 704914"/>
                <a:gd name="connsiteX175" fmla="*/ 401638 w 401637"/>
                <a:gd name="connsiteY175" fmla="*/ 334425 h 704914"/>
                <a:gd name="connsiteX176" fmla="*/ 401638 w 401637"/>
                <a:gd name="connsiteY176" fmla="*/ 337703 h 704914"/>
                <a:gd name="connsiteX177" fmla="*/ 401638 w 401637"/>
                <a:gd name="connsiteY177" fmla="*/ 342621 h 704914"/>
                <a:gd name="connsiteX178" fmla="*/ 398359 w 401637"/>
                <a:gd name="connsiteY178" fmla="*/ 340982 h 704914"/>
                <a:gd name="connsiteX179" fmla="*/ 393441 w 401637"/>
                <a:gd name="connsiteY179" fmla="*/ 340982 h 704914"/>
                <a:gd name="connsiteX180" fmla="*/ 390162 w 401637"/>
                <a:gd name="connsiteY180" fmla="*/ 339343 h 704914"/>
                <a:gd name="connsiteX181" fmla="*/ 386884 w 401637"/>
                <a:gd name="connsiteY181" fmla="*/ 339343 h 704914"/>
                <a:gd name="connsiteX182" fmla="*/ 381965 w 401637"/>
                <a:gd name="connsiteY182" fmla="*/ 340982 h 704914"/>
                <a:gd name="connsiteX183" fmla="*/ 378687 w 401637"/>
                <a:gd name="connsiteY183" fmla="*/ 342621 h 704914"/>
                <a:gd name="connsiteX184" fmla="*/ 375408 w 401637"/>
                <a:gd name="connsiteY184" fmla="*/ 342621 h 704914"/>
                <a:gd name="connsiteX185" fmla="*/ 372129 w 401637"/>
                <a:gd name="connsiteY185" fmla="*/ 342621 h 704914"/>
                <a:gd name="connsiteX186" fmla="*/ 368851 w 401637"/>
                <a:gd name="connsiteY186" fmla="*/ 342621 h 704914"/>
                <a:gd name="connsiteX187" fmla="*/ 365572 w 401637"/>
                <a:gd name="connsiteY187" fmla="*/ 345900 h 704914"/>
                <a:gd name="connsiteX188" fmla="*/ 360654 w 401637"/>
                <a:gd name="connsiteY188" fmla="*/ 347539 h 704914"/>
                <a:gd name="connsiteX189" fmla="*/ 360654 w 401637"/>
                <a:gd name="connsiteY189" fmla="*/ 349179 h 704914"/>
                <a:gd name="connsiteX190" fmla="*/ 362294 w 401637"/>
                <a:gd name="connsiteY190" fmla="*/ 354097 h 704914"/>
                <a:gd name="connsiteX191" fmla="*/ 363932 w 401637"/>
                <a:gd name="connsiteY191" fmla="*/ 357375 h 704914"/>
                <a:gd name="connsiteX192" fmla="*/ 363932 w 401637"/>
                <a:gd name="connsiteY192" fmla="*/ 359015 h 704914"/>
                <a:gd name="connsiteX193" fmla="*/ 363932 w 401637"/>
                <a:gd name="connsiteY193" fmla="*/ 363933 h 704914"/>
                <a:gd name="connsiteX194" fmla="*/ 362294 w 401637"/>
                <a:gd name="connsiteY194" fmla="*/ 367211 h 704914"/>
                <a:gd name="connsiteX195" fmla="*/ 357375 w 401637"/>
                <a:gd name="connsiteY195" fmla="*/ 370490 h 704914"/>
                <a:gd name="connsiteX196" fmla="*/ 357375 w 401637"/>
                <a:gd name="connsiteY196" fmla="*/ 372129 h 704914"/>
                <a:gd name="connsiteX197" fmla="*/ 355736 w 401637"/>
                <a:gd name="connsiteY197" fmla="*/ 373769 h 704914"/>
                <a:gd name="connsiteX198" fmla="*/ 354097 w 401637"/>
                <a:gd name="connsiteY198" fmla="*/ 377047 h 704914"/>
                <a:gd name="connsiteX199" fmla="*/ 350818 w 401637"/>
                <a:gd name="connsiteY199" fmla="*/ 380326 h 704914"/>
                <a:gd name="connsiteX200" fmla="*/ 352457 w 401637"/>
                <a:gd name="connsiteY200" fmla="*/ 385244 h 704914"/>
                <a:gd name="connsiteX201" fmla="*/ 352457 w 401637"/>
                <a:gd name="connsiteY201" fmla="*/ 385244 h 704914"/>
                <a:gd name="connsiteX202" fmla="*/ 350818 w 401637"/>
                <a:gd name="connsiteY202" fmla="*/ 386883 h 704914"/>
                <a:gd name="connsiteX203" fmla="*/ 345900 w 401637"/>
                <a:gd name="connsiteY203" fmla="*/ 388523 h 704914"/>
                <a:gd name="connsiteX204" fmla="*/ 342621 w 401637"/>
                <a:gd name="connsiteY204" fmla="*/ 390162 h 704914"/>
                <a:gd name="connsiteX205" fmla="*/ 340982 w 401637"/>
                <a:gd name="connsiteY205" fmla="*/ 395080 h 704914"/>
                <a:gd name="connsiteX206" fmla="*/ 342621 w 401637"/>
                <a:gd name="connsiteY206" fmla="*/ 398359 h 704914"/>
                <a:gd name="connsiteX207" fmla="*/ 344261 w 401637"/>
                <a:gd name="connsiteY207" fmla="*/ 401637 h 704914"/>
                <a:gd name="connsiteX208" fmla="*/ 344261 w 401637"/>
                <a:gd name="connsiteY208" fmla="*/ 406556 h 704914"/>
                <a:gd name="connsiteX209" fmla="*/ 344261 w 401637"/>
                <a:gd name="connsiteY209" fmla="*/ 406556 h 704914"/>
                <a:gd name="connsiteX210" fmla="*/ 347539 w 401637"/>
                <a:gd name="connsiteY210" fmla="*/ 409834 h 704914"/>
                <a:gd name="connsiteX211" fmla="*/ 344261 w 401637"/>
                <a:gd name="connsiteY211" fmla="*/ 413113 h 704914"/>
                <a:gd name="connsiteX212" fmla="*/ 340982 w 401637"/>
                <a:gd name="connsiteY212" fmla="*/ 416391 h 704914"/>
                <a:gd name="connsiteX213" fmla="*/ 336064 w 401637"/>
                <a:gd name="connsiteY213" fmla="*/ 418031 h 704914"/>
                <a:gd name="connsiteX214" fmla="*/ 334425 w 401637"/>
                <a:gd name="connsiteY214" fmla="*/ 421309 h 704914"/>
                <a:gd name="connsiteX215" fmla="*/ 331146 w 401637"/>
                <a:gd name="connsiteY215" fmla="*/ 424588 h 704914"/>
                <a:gd name="connsiteX216" fmla="*/ 331146 w 401637"/>
                <a:gd name="connsiteY216" fmla="*/ 429506 h 704914"/>
                <a:gd name="connsiteX217" fmla="*/ 331146 w 401637"/>
                <a:gd name="connsiteY217" fmla="*/ 432785 h 704914"/>
                <a:gd name="connsiteX218" fmla="*/ 334425 w 401637"/>
                <a:gd name="connsiteY218" fmla="*/ 436063 h 704914"/>
                <a:gd name="connsiteX219" fmla="*/ 336064 w 401637"/>
                <a:gd name="connsiteY219" fmla="*/ 439342 h 704914"/>
                <a:gd name="connsiteX220" fmla="*/ 336064 w 401637"/>
                <a:gd name="connsiteY220" fmla="*/ 440981 h 704914"/>
                <a:gd name="connsiteX221" fmla="*/ 337703 w 401637"/>
                <a:gd name="connsiteY221" fmla="*/ 445900 h 704914"/>
                <a:gd name="connsiteX222" fmla="*/ 336064 w 401637"/>
                <a:gd name="connsiteY222" fmla="*/ 449178 h 704914"/>
                <a:gd name="connsiteX223" fmla="*/ 332785 w 401637"/>
                <a:gd name="connsiteY223" fmla="*/ 452457 h 704914"/>
                <a:gd name="connsiteX224" fmla="*/ 329507 w 401637"/>
                <a:gd name="connsiteY224" fmla="*/ 454096 h 704914"/>
                <a:gd name="connsiteX225" fmla="*/ 326228 w 401637"/>
                <a:gd name="connsiteY225" fmla="*/ 457375 h 704914"/>
                <a:gd name="connsiteX226" fmla="*/ 324588 w 401637"/>
                <a:gd name="connsiteY226" fmla="*/ 460653 h 704914"/>
                <a:gd name="connsiteX227" fmla="*/ 322949 w 401637"/>
                <a:gd name="connsiteY227" fmla="*/ 465572 h 704914"/>
                <a:gd name="connsiteX228" fmla="*/ 321310 w 401637"/>
                <a:gd name="connsiteY228" fmla="*/ 468850 h 704914"/>
                <a:gd name="connsiteX229" fmla="*/ 321310 w 401637"/>
                <a:gd name="connsiteY229" fmla="*/ 470490 h 704914"/>
                <a:gd name="connsiteX230" fmla="*/ 321310 w 401637"/>
                <a:gd name="connsiteY230" fmla="*/ 470490 h 704914"/>
                <a:gd name="connsiteX231" fmla="*/ 322949 w 401637"/>
                <a:gd name="connsiteY231" fmla="*/ 473768 h 704914"/>
                <a:gd name="connsiteX232" fmla="*/ 326228 w 401637"/>
                <a:gd name="connsiteY232" fmla="*/ 477047 h 704914"/>
                <a:gd name="connsiteX233" fmla="*/ 329507 w 401637"/>
                <a:gd name="connsiteY233" fmla="*/ 477047 h 704914"/>
                <a:gd name="connsiteX234" fmla="*/ 334425 w 401637"/>
                <a:gd name="connsiteY234" fmla="*/ 475408 h 704914"/>
                <a:gd name="connsiteX235" fmla="*/ 337703 w 401637"/>
                <a:gd name="connsiteY235" fmla="*/ 473768 h 704914"/>
                <a:gd name="connsiteX236" fmla="*/ 340982 w 401637"/>
                <a:gd name="connsiteY236" fmla="*/ 477047 h 704914"/>
                <a:gd name="connsiteX237" fmla="*/ 344261 w 401637"/>
                <a:gd name="connsiteY237" fmla="*/ 478686 h 704914"/>
                <a:gd name="connsiteX238" fmla="*/ 344261 w 401637"/>
                <a:gd name="connsiteY238" fmla="*/ 481965 h 704914"/>
                <a:gd name="connsiteX239" fmla="*/ 342621 w 401637"/>
                <a:gd name="connsiteY239" fmla="*/ 485244 h 704914"/>
                <a:gd name="connsiteX240" fmla="*/ 344261 w 401637"/>
                <a:gd name="connsiteY240" fmla="*/ 490162 h 704914"/>
                <a:gd name="connsiteX241" fmla="*/ 345900 w 401637"/>
                <a:gd name="connsiteY241" fmla="*/ 493440 h 704914"/>
                <a:gd name="connsiteX242" fmla="*/ 345900 w 401637"/>
                <a:gd name="connsiteY242" fmla="*/ 496719 h 704914"/>
                <a:gd name="connsiteX243" fmla="*/ 345900 w 401637"/>
                <a:gd name="connsiteY243" fmla="*/ 499998 h 704914"/>
                <a:gd name="connsiteX244" fmla="*/ 345900 w 401637"/>
                <a:gd name="connsiteY244" fmla="*/ 503276 h 704914"/>
                <a:gd name="connsiteX245" fmla="*/ 349179 w 401637"/>
                <a:gd name="connsiteY245" fmla="*/ 501637 h 704914"/>
                <a:gd name="connsiteX246" fmla="*/ 350818 w 401637"/>
                <a:gd name="connsiteY246" fmla="*/ 506555 h 704914"/>
                <a:gd name="connsiteX247" fmla="*/ 350818 w 401637"/>
                <a:gd name="connsiteY247" fmla="*/ 509834 h 704914"/>
                <a:gd name="connsiteX248" fmla="*/ 349179 w 401637"/>
                <a:gd name="connsiteY248" fmla="*/ 513112 h 704914"/>
                <a:gd name="connsiteX249" fmla="*/ 349179 w 401637"/>
                <a:gd name="connsiteY249" fmla="*/ 518030 h 704914"/>
                <a:gd name="connsiteX250" fmla="*/ 349179 w 401637"/>
                <a:gd name="connsiteY250" fmla="*/ 521309 h 704914"/>
                <a:gd name="connsiteX251" fmla="*/ 350818 w 401637"/>
                <a:gd name="connsiteY251" fmla="*/ 524588 h 704914"/>
                <a:gd name="connsiteX252" fmla="*/ 354097 w 401637"/>
                <a:gd name="connsiteY252" fmla="*/ 527866 h 704914"/>
                <a:gd name="connsiteX253" fmla="*/ 357375 w 401637"/>
                <a:gd name="connsiteY253" fmla="*/ 532784 h 704914"/>
                <a:gd name="connsiteX254" fmla="*/ 362294 w 401637"/>
                <a:gd name="connsiteY254" fmla="*/ 531145 h 704914"/>
                <a:gd name="connsiteX255" fmla="*/ 363932 w 401637"/>
                <a:gd name="connsiteY255" fmla="*/ 536063 h 704914"/>
                <a:gd name="connsiteX256" fmla="*/ 365572 w 401637"/>
                <a:gd name="connsiteY256" fmla="*/ 539342 h 704914"/>
                <a:gd name="connsiteX257" fmla="*/ 363932 w 401637"/>
                <a:gd name="connsiteY257" fmla="*/ 542620 h 704914"/>
                <a:gd name="connsiteX258" fmla="*/ 363932 w 401637"/>
                <a:gd name="connsiteY258" fmla="*/ 547539 h 704914"/>
                <a:gd name="connsiteX259" fmla="*/ 362294 w 401637"/>
                <a:gd name="connsiteY259" fmla="*/ 550817 h 704914"/>
                <a:gd name="connsiteX260" fmla="*/ 362294 w 401637"/>
                <a:gd name="connsiteY260" fmla="*/ 552456 h 704914"/>
                <a:gd name="connsiteX261" fmla="*/ 360654 w 401637"/>
                <a:gd name="connsiteY261" fmla="*/ 552456 h 704914"/>
                <a:gd name="connsiteX262" fmla="*/ 357375 w 401637"/>
                <a:gd name="connsiteY262" fmla="*/ 552456 h 704914"/>
                <a:gd name="connsiteX263" fmla="*/ 354097 w 401637"/>
                <a:gd name="connsiteY263" fmla="*/ 550817 h 704914"/>
                <a:gd name="connsiteX264" fmla="*/ 350818 w 401637"/>
                <a:gd name="connsiteY264" fmla="*/ 550817 h 704914"/>
                <a:gd name="connsiteX265" fmla="*/ 345900 w 401637"/>
                <a:gd name="connsiteY265" fmla="*/ 549178 h 704914"/>
                <a:gd name="connsiteX266" fmla="*/ 342621 w 401637"/>
                <a:gd name="connsiteY266" fmla="*/ 552456 h 704914"/>
                <a:gd name="connsiteX267" fmla="*/ 342621 w 401637"/>
                <a:gd name="connsiteY267" fmla="*/ 552456 h 704914"/>
                <a:gd name="connsiteX268" fmla="*/ 337703 w 401637"/>
                <a:gd name="connsiteY268" fmla="*/ 554096 h 704914"/>
                <a:gd name="connsiteX269" fmla="*/ 334425 w 401637"/>
                <a:gd name="connsiteY269" fmla="*/ 557374 h 704914"/>
                <a:gd name="connsiteX270" fmla="*/ 331146 w 401637"/>
                <a:gd name="connsiteY270" fmla="*/ 557374 h 704914"/>
                <a:gd name="connsiteX271" fmla="*/ 327867 w 401637"/>
                <a:gd name="connsiteY271" fmla="*/ 560653 h 704914"/>
                <a:gd name="connsiteX272" fmla="*/ 324588 w 401637"/>
                <a:gd name="connsiteY272" fmla="*/ 562293 h 704914"/>
                <a:gd name="connsiteX273" fmla="*/ 321310 w 401637"/>
                <a:gd name="connsiteY273" fmla="*/ 563932 h 704914"/>
                <a:gd name="connsiteX274" fmla="*/ 318031 w 401637"/>
                <a:gd name="connsiteY274" fmla="*/ 565571 h 704914"/>
                <a:gd name="connsiteX275" fmla="*/ 316392 w 401637"/>
                <a:gd name="connsiteY275" fmla="*/ 570489 h 704914"/>
                <a:gd name="connsiteX276" fmla="*/ 318031 w 401637"/>
                <a:gd name="connsiteY276" fmla="*/ 573768 h 704914"/>
                <a:gd name="connsiteX277" fmla="*/ 318031 w 401637"/>
                <a:gd name="connsiteY277" fmla="*/ 577046 h 704914"/>
                <a:gd name="connsiteX278" fmla="*/ 316392 w 401637"/>
                <a:gd name="connsiteY278" fmla="*/ 581964 h 704914"/>
                <a:gd name="connsiteX279" fmla="*/ 313113 w 401637"/>
                <a:gd name="connsiteY279" fmla="*/ 585243 h 704914"/>
                <a:gd name="connsiteX280" fmla="*/ 309835 w 401637"/>
                <a:gd name="connsiteY280" fmla="*/ 585243 h 704914"/>
                <a:gd name="connsiteX281" fmla="*/ 308195 w 401637"/>
                <a:gd name="connsiteY281" fmla="*/ 590161 h 704914"/>
                <a:gd name="connsiteX282" fmla="*/ 304917 w 401637"/>
                <a:gd name="connsiteY282" fmla="*/ 593440 h 704914"/>
                <a:gd name="connsiteX283" fmla="*/ 304917 w 401637"/>
                <a:gd name="connsiteY283" fmla="*/ 593440 h 704914"/>
                <a:gd name="connsiteX284" fmla="*/ 301638 w 401637"/>
                <a:gd name="connsiteY284" fmla="*/ 595079 h 704914"/>
                <a:gd name="connsiteX285" fmla="*/ 298359 w 401637"/>
                <a:gd name="connsiteY285" fmla="*/ 598358 h 704914"/>
                <a:gd name="connsiteX286" fmla="*/ 296720 w 401637"/>
                <a:gd name="connsiteY286" fmla="*/ 598358 h 704914"/>
                <a:gd name="connsiteX287" fmla="*/ 295081 w 401637"/>
                <a:gd name="connsiteY287" fmla="*/ 603276 h 704914"/>
                <a:gd name="connsiteX288" fmla="*/ 293441 w 401637"/>
                <a:gd name="connsiteY288" fmla="*/ 604915 h 704914"/>
                <a:gd name="connsiteX289" fmla="*/ 290162 w 401637"/>
                <a:gd name="connsiteY289" fmla="*/ 606554 h 704914"/>
                <a:gd name="connsiteX290" fmla="*/ 290162 w 401637"/>
                <a:gd name="connsiteY290" fmla="*/ 606554 h 704914"/>
                <a:gd name="connsiteX291" fmla="*/ 290162 w 401637"/>
                <a:gd name="connsiteY291" fmla="*/ 609833 h 704914"/>
                <a:gd name="connsiteX292" fmla="*/ 286884 w 401637"/>
                <a:gd name="connsiteY292" fmla="*/ 613112 h 704914"/>
                <a:gd name="connsiteX293" fmla="*/ 283605 w 401637"/>
                <a:gd name="connsiteY293" fmla="*/ 618030 h 704914"/>
                <a:gd name="connsiteX294" fmla="*/ 283605 w 401637"/>
                <a:gd name="connsiteY294" fmla="*/ 619669 h 704914"/>
                <a:gd name="connsiteX295" fmla="*/ 280327 w 401637"/>
                <a:gd name="connsiteY295" fmla="*/ 621309 h 704914"/>
                <a:gd name="connsiteX296" fmla="*/ 275408 w 401637"/>
                <a:gd name="connsiteY296" fmla="*/ 624587 h 704914"/>
                <a:gd name="connsiteX297" fmla="*/ 272130 w 401637"/>
                <a:gd name="connsiteY297" fmla="*/ 626227 h 704914"/>
                <a:gd name="connsiteX298" fmla="*/ 270491 w 401637"/>
                <a:gd name="connsiteY298" fmla="*/ 626227 h 704914"/>
                <a:gd name="connsiteX299" fmla="*/ 270491 w 401637"/>
                <a:gd name="connsiteY299" fmla="*/ 629505 h 704914"/>
                <a:gd name="connsiteX300" fmla="*/ 267212 w 401637"/>
                <a:gd name="connsiteY300" fmla="*/ 632784 h 704914"/>
                <a:gd name="connsiteX301" fmla="*/ 262294 w 401637"/>
                <a:gd name="connsiteY301" fmla="*/ 632784 h 704914"/>
                <a:gd name="connsiteX302" fmla="*/ 259015 w 401637"/>
                <a:gd name="connsiteY302" fmla="*/ 632784 h 704914"/>
                <a:gd name="connsiteX303" fmla="*/ 255737 w 401637"/>
                <a:gd name="connsiteY303" fmla="*/ 632784 h 704914"/>
                <a:gd name="connsiteX304" fmla="*/ 252458 w 401637"/>
                <a:gd name="connsiteY304" fmla="*/ 634423 h 704914"/>
                <a:gd name="connsiteX305" fmla="*/ 249179 w 401637"/>
                <a:gd name="connsiteY305" fmla="*/ 636063 h 704914"/>
                <a:gd name="connsiteX306" fmla="*/ 245901 w 401637"/>
                <a:gd name="connsiteY306" fmla="*/ 636063 h 704914"/>
                <a:gd name="connsiteX307" fmla="*/ 240982 w 401637"/>
                <a:gd name="connsiteY307" fmla="*/ 636063 h 704914"/>
                <a:gd name="connsiteX308" fmla="*/ 237704 w 401637"/>
                <a:gd name="connsiteY308" fmla="*/ 637702 h 704914"/>
                <a:gd name="connsiteX309" fmla="*/ 234425 w 401637"/>
                <a:gd name="connsiteY309" fmla="*/ 637702 h 704914"/>
                <a:gd name="connsiteX310" fmla="*/ 231147 w 401637"/>
                <a:gd name="connsiteY310" fmla="*/ 637702 h 704914"/>
                <a:gd name="connsiteX311" fmla="*/ 226228 w 401637"/>
                <a:gd name="connsiteY311" fmla="*/ 637702 h 704914"/>
                <a:gd name="connsiteX312" fmla="*/ 222950 w 401637"/>
                <a:gd name="connsiteY312" fmla="*/ 637702 h 704914"/>
                <a:gd name="connsiteX313" fmla="*/ 221310 w 401637"/>
                <a:gd name="connsiteY313" fmla="*/ 637702 h 704914"/>
                <a:gd name="connsiteX314" fmla="*/ 219671 w 401637"/>
                <a:gd name="connsiteY314" fmla="*/ 637702 h 704914"/>
                <a:gd name="connsiteX315" fmla="*/ 218032 w 401637"/>
                <a:gd name="connsiteY315" fmla="*/ 637702 h 704914"/>
                <a:gd name="connsiteX316" fmla="*/ 213114 w 401637"/>
                <a:gd name="connsiteY316" fmla="*/ 639341 h 704914"/>
                <a:gd name="connsiteX317" fmla="*/ 209835 w 401637"/>
                <a:gd name="connsiteY317" fmla="*/ 642620 h 704914"/>
                <a:gd name="connsiteX318" fmla="*/ 209835 w 401637"/>
                <a:gd name="connsiteY318" fmla="*/ 645899 h 704914"/>
                <a:gd name="connsiteX319" fmla="*/ 209835 w 401637"/>
                <a:gd name="connsiteY319" fmla="*/ 647538 h 704914"/>
                <a:gd name="connsiteX320" fmla="*/ 214753 w 401637"/>
                <a:gd name="connsiteY320" fmla="*/ 649177 h 704914"/>
                <a:gd name="connsiteX321" fmla="*/ 218032 w 401637"/>
                <a:gd name="connsiteY321" fmla="*/ 652456 h 704914"/>
                <a:gd name="connsiteX322" fmla="*/ 218032 w 401637"/>
                <a:gd name="connsiteY322" fmla="*/ 652456 h 704914"/>
                <a:gd name="connsiteX323" fmla="*/ 216392 w 401637"/>
                <a:gd name="connsiteY323" fmla="*/ 655734 h 704914"/>
                <a:gd name="connsiteX324" fmla="*/ 213114 w 401637"/>
                <a:gd name="connsiteY324" fmla="*/ 660653 h 704914"/>
                <a:gd name="connsiteX325" fmla="*/ 211474 w 401637"/>
                <a:gd name="connsiteY325" fmla="*/ 663931 h 704914"/>
                <a:gd name="connsiteX326" fmla="*/ 208195 w 401637"/>
                <a:gd name="connsiteY326" fmla="*/ 667210 h 704914"/>
                <a:gd name="connsiteX327" fmla="*/ 204917 w 401637"/>
                <a:gd name="connsiteY327" fmla="*/ 670489 h 704914"/>
                <a:gd name="connsiteX328" fmla="*/ 203278 w 401637"/>
                <a:gd name="connsiteY328" fmla="*/ 672128 h 704914"/>
                <a:gd name="connsiteX329" fmla="*/ 199999 w 401637"/>
                <a:gd name="connsiteY329" fmla="*/ 675407 h 704914"/>
                <a:gd name="connsiteX330" fmla="*/ 198360 w 401637"/>
                <a:gd name="connsiteY330" fmla="*/ 680324 h 704914"/>
                <a:gd name="connsiteX331" fmla="*/ 195081 w 401637"/>
                <a:gd name="connsiteY331" fmla="*/ 680324 h 704914"/>
                <a:gd name="connsiteX332" fmla="*/ 190163 w 401637"/>
                <a:gd name="connsiteY332" fmla="*/ 680324 h 704914"/>
                <a:gd name="connsiteX333" fmla="*/ 186884 w 401637"/>
                <a:gd name="connsiteY333" fmla="*/ 680324 h 704914"/>
                <a:gd name="connsiteX334" fmla="*/ 183605 w 401637"/>
                <a:gd name="connsiteY334" fmla="*/ 680324 h 704914"/>
                <a:gd name="connsiteX335" fmla="*/ 180327 w 401637"/>
                <a:gd name="connsiteY335" fmla="*/ 681964 h 704914"/>
                <a:gd name="connsiteX336" fmla="*/ 175409 w 401637"/>
                <a:gd name="connsiteY336" fmla="*/ 681964 h 704914"/>
                <a:gd name="connsiteX337" fmla="*/ 172130 w 401637"/>
                <a:gd name="connsiteY337" fmla="*/ 683603 h 704914"/>
                <a:gd name="connsiteX338" fmla="*/ 168851 w 401637"/>
                <a:gd name="connsiteY338" fmla="*/ 683603 h 704914"/>
                <a:gd name="connsiteX339" fmla="*/ 163934 w 401637"/>
                <a:gd name="connsiteY339" fmla="*/ 683603 h 704914"/>
                <a:gd name="connsiteX340" fmla="*/ 163934 w 401637"/>
                <a:gd name="connsiteY340" fmla="*/ 683603 h 704914"/>
                <a:gd name="connsiteX341" fmla="*/ 160655 w 401637"/>
                <a:gd name="connsiteY341" fmla="*/ 683603 h 704914"/>
                <a:gd name="connsiteX342" fmla="*/ 157376 w 401637"/>
                <a:gd name="connsiteY342" fmla="*/ 685243 h 704914"/>
                <a:gd name="connsiteX343" fmla="*/ 154098 w 401637"/>
                <a:gd name="connsiteY343" fmla="*/ 686882 h 704914"/>
                <a:gd name="connsiteX344" fmla="*/ 149180 w 401637"/>
                <a:gd name="connsiteY344" fmla="*/ 688521 h 704914"/>
                <a:gd name="connsiteX345" fmla="*/ 145901 w 401637"/>
                <a:gd name="connsiteY345" fmla="*/ 690161 h 704914"/>
                <a:gd name="connsiteX346" fmla="*/ 142622 w 401637"/>
                <a:gd name="connsiteY346" fmla="*/ 695079 h 704914"/>
                <a:gd name="connsiteX347" fmla="*/ 139344 w 401637"/>
                <a:gd name="connsiteY347" fmla="*/ 695079 h 704914"/>
                <a:gd name="connsiteX348" fmla="*/ 136065 w 401637"/>
                <a:gd name="connsiteY348" fmla="*/ 698357 h 704914"/>
                <a:gd name="connsiteX349" fmla="*/ 132786 w 401637"/>
                <a:gd name="connsiteY349" fmla="*/ 698357 h 704914"/>
                <a:gd name="connsiteX350" fmla="*/ 129508 w 401637"/>
                <a:gd name="connsiteY350" fmla="*/ 701636 h 704914"/>
                <a:gd name="connsiteX351" fmla="*/ 126229 w 401637"/>
                <a:gd name="connsiteY351" fmla="*/ 698357 h 704914"/>
                <a:gd name="connsiteX352" fmla="*/ 122950 w 401637"/>
                <a:gd name="connsiteY352" fmla="*/ 696718 h 704914"/>
                <a:gd name="connsiteX353" fmla="*/ 122950 w 401637"/>
                <a:gd name="connsiteY353" fmla="*/ 693439 h 704914"/>
                <a:gd name="connsiteX354" fmla="*/ 119671 w 401637"/>
                <a:gd name="connsiteY354" fmla="*/ 690161 h 704914"/>
                <a:gd name="connsiteX355" fmla="*/ 119671 w 401637"/>
                <a:gd name="connsiteY355" fmla="*/ 686882 h 704914"/>
                <a:gd name="connsiteX356" fmla="*/ 118032 w 401637"/>
                <a:gd name="connsiteY356" fmla="*/ 688521 h 704914"/>
                <a:gd name="connsiteX357" fmla="*/ 114754 w 401637"/>
                <a:gd name="connsiteY357" fmla="*/ 693439 h 704914"/>
                <a:gd name="connsiteX358" fmla="*/ 114754 w 401637"/>
                <a:gd name="connsiteY358" fmla="*/ 696718 h 704914"/>
                <a:gd name="connsiteX359" fmla="*/ 109835 w 401637"/>
                <a:gd name="connsiteY359" fmla="*/ 696718 h 704914"/>
                <a:gd name="connsiteX360" fmla="*/ 106557 w 401637"/>
                <a:gd name="connsiteY360" fmla="*/ 699997 h 704914"/>
                <a:gd name="connsiteX361" fmla="*/ 103278 w 401637"/>
                <a:gd name="connsiteY361" fmla="*/ 699997 h 704914"/>
                <a:gd name="connsiteX362" fmla="*/ 100000 w 401637"/>
                <a:gd name="connsiteY362" fmla="*/ 701636 h 704914"/>
                <a:gd name="connsiteX363" fmla="*/ 95081 w 401637"/>
                <a:gd name="connsiteY363" fmla="*/ 704915 h 704914"/>
                <a:gd name="connsiteX364" fmla="*/ 91803 w 401637"/>
                <a:gd name="connsiteY364" fmla="*/ 704915 h 704914"/>
                <a:gd name="connsiteX365" fmla="*/ 88524 w 401637"/>
                <a:gd name="connsiteY365" fmla="*/ 704915 h 704914"/>
                <a:gd name="connsiteX366" fmla="*/ 83606 w 401637"/>
                <a:gd name="connsiteY366" fmla="*/ 703276 h 704914"/>
                <a:gd name="connsiteX367" fmla="*/ 80327 w 401637"/>
                <a:gd name="connsiteY367" fmla="*/ 703276 h 704914"/>
                <a:gd name="connsiteX368" fmla="*/ 78688 w 401637"/>
                <a:gd name="connsiteY368" fmla="*/ 703276 h 704914"/>
                <a:gd name="connsiteX369" fmla="*/ 81967 w 401637"/>
                <a:gd name="connsiteY369" fmla="*/ 699997 h 704914"/>
                <a:gd name="connsiteX370" fmla="*/ 81967 w 401637"/>
                <a:gd name="connsiteY370" fmla="*/ 695079 h 704914"/>
                <a:gd name="connsiteX371" fmla="*/ 81967 w 401637"/>
                <a:gd name="connsiteY371" fmla="*/ 693439 h 704914"/>
                <a:gd name="connsiteX372" fmla="*/ 78688 w 401637"/>
                <a:gd name="connsiteY372" fmla="*/ 691800 h 704914"/>
                <a:gd name="connsiteX373" fmla="*/ 78688 w 401637"/>
                <a:gd name="connsiteY373" fmla="*/ 690161 h 704914"/>
                <a:gd name="connsiteX374" fmla="*/ 77049 w 401637"/>
                <a:gd name="connsiteY374" fmla="*/ 686882 h 704914"/>
                <a:gd name="connsiteX375" fmla="*/ 75410 w 401637"/>
                <a:gd name="connsiteY375" fmla="*/ 683603 h 704914"/>
                <a:gd name="connsiteX376" fmla="*/ 73770 w 401637"/>
                <a:gd name="connsiteY376" fmla="*/ 678686 h 704914"/>
                <a:gd name="connsiteX377" fmla="*/ 73770 w 401637"/>
                <a:gd name="connsiteY377" fmla="*/ 675407 h 704914"/>
                <a:gd name="connsiteX378" fmla="*/ 72131 w 401637"/>
                <a:gd name="connsiteY378" fmla="*/ 672128 h 704914"/>
                <a:gd name="connsiteX379" fmla="*/ 70491 w 401637"/>
                <a:gd name="connsiteY379" fmla="*/ 667210 h 704914"/>
                <a:gd name="connsiteX380" fmla="*/ 68852 w 401637"/>
                <a:gd name="connsiteY380" fmla="*/ 663931 h 704914"/>
                <a:gd name="connsiteX381" fmla="*/ 68852 w 401637"/>
                <a:gd name="connsiteY381" fmla="*/ 662292 h 704914"/>
                <a:gd name="connsiteX382" fmla="*/ 67213 w 401637"/>
                <a:gd name="connsiteY382" fmla="*/ 659013 h 704914"/>
                <a:gd name="connsiteX383" fmla="*/ 63934 w 401637"/>
                <a:gd name="connsiteY383" fmla="*/ 655734 h 704914"/>
                <a:gd name="connsiteX384" fmla="*/ 60655 w 401637"/>
                <a:gd name="connsiteY384" fmla="*/ 652456 h 704914"/>
                <a:gd name="connsiteX385" fmla="*/ 59016 w 401637"/>
                <a:gd name="connsiteY385" fmla="*/ 652456 h 704914"/>
                <a:gd name="connsiteX386" fmla="*/ 57377 w 401637"/>
                <a:gd name="connsiteY386" fmla="*/ 649177 h 704914"/>
                <a:gd name="connsiteX387" fmla="*/ 52458 w 401637"/>
                <a:gd name="connsiteY387" fmla="*/ 645899 h 704914"/>
                <a:gd name="connsiteX388" fmla="*/ 49180 w 401637"/>
                <a:gd name="connsiteY388" fmla="*/ 642620 h 704914"/>
                <a:gd name="connsiteX389" fmla="*/ 45901 w 401637"/>
                <a:gd name="connsiteY389" fmla="*/ 640981 h 704914"/>
                <a:gd name="connsiteX390" fmla="*/ 42623 w 401637"/>
                <a:gd name="connsiteY390" fmla="*/ 637702 h 704914"/>
                <a:gd name="connsiteX391" fmla="*/ 37705 w 401637"/>
                <a:gd name="connsiteY391" fmla="*/ 632784 h 704914"/>
                <a:gd name="connsiteX392" fmla="*/ 34426 w 401637"/>
                <a:gd name="connsiteY392" fmla="*/ 629505 h 704914"/>
                <a:gd name="connsiteX393" fmla="*/ 34426 w 401637"/>
                <a:gd name="connsiteY393" fmla="*/ 629505 h 704914"/>
                <a:gd name="connsiteX394" fmla="*/ 32787 w 401637"/>
                <a:gd name="connsiteY394" fmla="*/ 624587 h 704914"/>
                <a:gd name="connsiteX395" fmla="*/ 29508 w 401637"/>
                <a:gd name="connsiteY395" fmla="*/ 621309 h 704914"/>
                <a:gd name="connsiteX396" fmla="*/ 26229 w 401637"/>
                <a:gd name="connsiteY396" fmla="*/ 616390 h 704914"/>
                <a:gd name="connsiteX397" fmla="*/ 22951 w 401637"/>
                <a:gd name="connsiteY397" fmla="*/ 613112 h 704914"/>
                <a:gd name="connsiteX398" fmla="*/ 21311 w 401637"/>
                <a:gd name="connsiteY398" fmla="*/ 611473 h 704914"/>
                <a:gd name="connsiteX399" fmla="*/ 21311 w 401637"/>
                <a:gd name="connsiteY399" fmla="*/ 606554 h 704914"/>
                <a:gd name="connsiteX400" fmla="*/ 21311 w 401637"/>
                <a:gd name="connsiteY400" fmla="*/ 606554 h 704914"/>
                <a:gd name="connsiteX401" fmla="*/ 24590 w 401637"/>
                <a:gd name="connsiteY401" fmla="*/ 603276 h 704914"/>
                <a:gd name="connsiteX402" fmla="*/ 26229 w 401637"/>
                <a:gd name="connsiteY402" fmla="*/ 598358 h 704914"/>
                <a:gd name="connsiteX403" fmla="*/ 27868 w 401637"/>
                <a:gd name="connsiteY403" fmla="*/ 595079 h 704914"/>
                <a:gd name="connsiteX404" fmla="*/ 29508 w 401637"/>
                <a:gd name="connsiteY404" fmla="*/ 595079 h 704914"/>
                <a:gd name="connsiteX405" fmla="*/ 32787 w 401637"/>
                <a:gd name="connsiteY405" fmla="*/ 595079 h 704914"/>
                <a:gd name="connsiteX406" fmla="*/ 36065 w 401637"/>
                <a:gd name="connsiteY406" fmla="*/ 593440 h 704914"/>
                <a:gd name="connsiteX407" fmla="*/ 39344 w 401637"/>
                <a:gd name="connsiteY407" fmla="*/ 593440 h 704914"/>
                <a:gd name="connsiteX408" fmla="*/ 42623 w 401637"/>
                <a:gd name="connsiteY408" fmla="*/ 595079 h 704914"/>
                <a:gd name="connsiteX409" fmla="*/ 45901 w 401637"/>
                <a:gd name="connsiteY409" fmla="*/ 595079 h 704914"/>
                <a:gd name="connsiteX410" fmla="*/ 49180 w 401637"/>
                <a:gd name="connsiteY410" fmla="*/ 596719 h 704914"/>
                <a:gd name="connsiteX411" fmla="*/ 54098 w 401637"/>
                <a:gd name="connsiteY411" fmla="*/ 596719 h 704914"/>
                <a:gd name="connsiteX412" fmla="*/ 57377 w 401637"/>
                <a:gd name="connsiteY412" fmla="*/ 595079 h 704914"/>
                <a:gd name="connsiteX413" fmla="*/ 59016 w 401637"/>
                <a:gd name="connsiteY413" fmla="*/ 595079 h 704914"/>
                <a:gd name="connsiteX414" fmla="*/ 63934 w 401637"/>
                <a:gd name="connsiteY414" fmla="*/ 595079 h 704914"/>
                <a:gd name="connsiteX415" fmla="*/ 63934 w 401637"/>
                <a:gd name="connsiteY415" fmla="*/ 595079 h 704914"/>
                <a:gd name="connsiteX416" fmla="*/ 68852 w 401637"/>
                <a:gd name="connsiteY416" fmla="*/ 595079 h 704914"/>
                <a:gd name="connsiteX417" fmla="*/ 72131 w 401637"/>
                <a:gd name="connsiteY417" fmla="*/ 595079 h 704914"/>
                <a:gd name="connsiteX418" fmla="*/ 75410 w 401637"/>
                <a:gd name="connsiteY418" fmla="*/ 596719 h 704914"/>
                <a:gd name="connsiteX419" fmla="*/ 80327 w 401637"/>
                <a:gd name="connsiteY419" fmla="*/ 596719 h 704914"/>
                <a:gd name="connsiteX420" fmla="*/ 83606 w 401637"/>
                <a:gd name="connsiteY420" fmla="*/ 595079 h 704914"/>
                <a:gd name="connsiteX421" fmla="*/ 85245 w 401637"/>
                <a:gd name="connsiteY421" fmla="*/ 595079 h 704914"/>
                <a:gd name="connsiteX422" fmla="*/ 85245 w 401637"/>
                <a:gd name="connsiteY422" fmla="*/ 593440 h 704914"/>
                <a:gd name="connsiteX423" fmla="*/ 81967 w 401637"/>
                <a:gd name="connsiteY423" fmla="*/ 591800 h 704914"/>
                <a:gd name="connsiteX424" fmla="*/ 77049 w 401637"/>
                <a:gd name="connsiteY424" fmla="*/ 588522 h 704914"/>
                <a:gd name="connsiteX425" fmla="*/ 75410 w 401637"/>
                <a:gd name="connsiteY425" fmla="*/ 585243 h 704914"/>
                <a:gd name="connsiteX426" fmla="*/ 73770 w 401637"/>
                <a:gd name="connsiteY426" fmla="*/ 581964 h 704914"/>
                <a:gd name="connsiteX427" fmla="*/ 72131 w 401637"/>
                <a:gd name="connsiteY427" fmla="*/ 581964 h 704914"/>
                <a:gd name="connsiteX428" fmla="*/ 70491 w 401637"/>
                <a:gd name="connsiteY428" fmla="*/ 578686 h 704914"/>
                <a:gd name="connsiteX429" fmla="*/ 68852 w 401637"/>
                <a:gd name="connsiteY429" fmla="*/ 573768 h 704914"/>
                <a:gd name="connsiteX430" fmla="*/ 65573 w 401637"/>
                <a:gd name="connsiteY430" fmla="*/ 570489 h 704914"/>
                <a:gd name="connsiteX431" fmla="*/ 65573 w 401637"/>
                <a:gd name="connsiteY431" fmla="*/ 567210 h 704914"/>
                <a:gd name="connsiteX432" fmla="*/ 63934 w 401637"/>
                <a:gd name="connsiteY432" fmla="*/ 563932 h 704914"/>
                <a:gd name="connsiteX433" fmla="*/ 62295 w 401637"/>
                <a:gd name="connsiteY433" fmla="*/ 560653 h 704914"/>
                <a:gd name="connsiteX434" fmla="*/ 62295 w 401637"/>
                <a:gd name="connsiteY434" fmla="*/ 555735 h 704914"/>
                <a:gd name="connsiteX435" fmla="*/ 62295 w 401637"/>
                <a:gd name="connsiteY435" fmla="*/ 552456 h 704914"/>
                <a:gd name="connsiteX436" fmla="*/ 60655 w 401637"/>
                <a:gd name="connsiteY436" fmla="*/ 547539 h 704914"/>
                <a:gd name="connsiteX437" fmla="*/ 60655 w 401637"/>
                <a:gd name="connsiteY437" fmla="*/ 545899 h 704914"/>
                <a:gd name="connsiteX438" fmla="*/ 60655 w 401637"/>
                <a:gd name="connsiteY438" fmla="*/ 542620 h 704914"/>
                <a:gd name="connsiteX439" fmla="*/ 60655 w 401637"/>
                <a:gd name="connsiteY439" fmla="*/ 539342 h 704914"/>
                <a:gd name="connsiteX440" fmla="*/ 60655 w 401637"/>
                <a:gd name="connsiteY440" fmla="*/ 534424 h 704914"/>
                <a:gd name="connsiteX441" fmla="*/ 62295 w 401637"/>
                <a:gd name="connsiteY441" fmla="*/ 531145 h 704914"/>
                <a:gd name="connsiteX442" fmla="*/ 63934 w 401637"/>
                <a:gd name="connsiteY442" fmla="*/ 527866 h 704914"/>
                <a:gd name="connsiteX443" fmla="*/ 62295 w 401637"/>
                <a:gd name="connsiteY443" fmla="*/ 524588 h 704914"/>
                <a:gd name="connsiteX444" fmla="*/ 62295 w 401637"/>
                <a:gd name="connsiteY444" fmla="*/ 519670 h 704914"/>
                <a:gd name="connsiteX445" fmla="*/ 62295 w 401637"/>
                <a:gd name="connsiteY445" fmla="*/ 516391 h 704914"/>
                <a:gd name="connsiteX446" fmla="*/ 62295 w 401637"/>
                <a:gd name="connsiteY446" fmla="*/ 513112 h 704914"/>
                <a:gd name="connsiteX447" fmla="*/ 60655 w 401637"/>
                <a:gd name="connsiteY447" fmla="*/ 508194 h 704914"/>
                <a:gd name="connsiteX448" fmla="*/ 60655 w 401637"/>
                <a:gd name="connsiteY448" fmla="*/ 504916 h 704914"/>
                <a:gd name="connsiteX449" fmla="*/ 60655 w 401637"/>
                <a:gd name="connsiteY449" fmla="*/ 501637 h 704914"/>
                <a:gd name="connsiteX450" fmla="*/ 60655 w 401637"/>
                <a:gd name="connsiteY450" fmla="*/ 501637 h 704914"/>
                <a:gd name="connsiteX451" fmla="*/ 60655 w 401637"/>
                <a:gd name="connsiteY451" fmla="*/ 501637 h 704914"/>
                <a:gd name="connsiteX452" fmla="*/ 59016 w 401637"/>
                <a:gd name="connsiteY452" fmla="*/ 501637 h 704914"/>
                <a:gd name="connsiteX453" fmla="*/ 55737 w 401637"/>
                <a:gd name="connsiteY453" fmla="*/ 499998 h 704914"/>
                <a:gd name="connsiteX454" fmla="*/ 54098 w 401637"/>
                <a:gd name="connsiteY454" fmla="*/ 498358 h 704914"/>
                <a:gd name="connsiteX455" fmla="*/ 55737 w 401637"/>
                <a:gd name="connsiteY455" fmla="*/ 495080 h 704914"/>
                <a:gd name="connsiteX456" fmla="*/ 55737 w 401637"/>
                <a:gd name="connsiteY456" fmla="*/ 491801 h 704914"/>
                <a:gd name="connsiteX457" fmla="*/ 55737 w 401637"/>
                <a:gd name="connsiteY457" fmla="*/ 488522 h 704914"/>
                <a:gd name="connsiteX458" fmla="*/ 52458 w 401637"/>
                <a:gd name="connsiteY458" fmla="*/ 485244 h 704914"/>
                <a:gd name="connsiteX459" fmla="*/ 52458 w 401637"/>
                <a:gd name="connsiteY459" fmla="*/ 481965 h 704914"/>
                <a:gd name="connsiteX460" fmla="*/ 52458 w 401637"/>
                <a:gd name="connsiteY460" fmla="*/ 478686 h 704914"/>
                <a:gd name="connsiteX461" fmla="*/ 52458 w 401637"/>
                <a:gd name="connsiteY461" fmla="*/ 477047 h 704914"/>
                <a:gd name="connsiteX462" fmla="*/ 47541 w 401637"/>
                <a:gd name="connsiteY462" fmla="*/ 477047 h 704914"/>
                <a:gd name="connsiteX463" fmla="*/ 45901 w 401637"/>
                <a:gd name="connsiteY463" fmla="*/ 473768 h 704914"/>
                <a:gd name="connsiteX464" fmla="*/ 42623 w 401637"/>
                <a:gd name="connsiteY464" fmla="*/ 472129 h 704914"/>
                <a:gd name="connsiteX465" fmla="*/ 42623 w 401637"/>
                <a:gd name="connsiteY465" fmla="*/ 468850 h 704914"/>
                <a:gd name="connsiteX466" fmla="*/ 40983 w 401637"/>
                <a:gd name="connsiteY466" fmla="*/ 465572 h 704914"/>
                <a:gd name="connsiteX467" fmla="*/ 40983 w 401637"/>
                <a:gd name="connsiteY467" fmla="*/ 462293 h 704914"/>
                <a:gd name="connsiteX468" fmla="*/ 39344 w 401637"/>
                <a:gd name="connsiteY468" fmla="*/ 460653 h 704914"/>
                <a:gd name="connsiteX469" fmla="*/ 37705 w 401637"/>
                <a:gd name="connsiteY469" fmla="*/ 457375 h 704914"/>
                <a:gd name="connsiteX470" fmla="*/ 34426 w 401637"/>
                <a:gd name="connsiteY470" fmla="*/ 457375 h 704914"/>
                <a:gd name="connsiteX471" fmla="*/ 29508 w 401637"/>
                <a:gd name="connsiteY471" fmla="*/ 457375 h 704914"/>
                <a:gd name="connsiteX472" fmla="*/ 29508 w 401637"/>
                <a:gd name="connsiteY472" fmla="*/ 457375 h 704914"/>
                <a:gd name="connsiteX473" fmla="*/ 24590 w 401637"/>
                <a:gd name="connsiteY473" fmla="*/ 457375 h 704914"/>
                <a:gd name="connsiteX474" fmla="*/ 22951 w 401637"/>
                <a:gd name="connsiteY474" fmla="*/ 457375 h 704914"/>
                <a:gd name="connsiteX475" fmla="*/ 21311 w 401637"/>
                <a:gd name="connsiteY475" fmla="*/ 455736 h 704914"/>
                <a:gd name="connsiteX476" fmla="*/ 19672 w 401637"/>
                <a:gd name="connsiteY476" fmla="*/ 450818 h 704914"/>
                <a:gd name="connsiteX477" fmla="*/ 18033 w 401637"/>
                <a:gd name="connsiteY477" fmla="*/ 447539 h 704914"/>
                <a:gd name="connsiteX478" fmla="*/ 14754 w 401637"/>
                <a:gd name="connsiteY478" fmla="*/ 444260 h 704914"/>
                <a:gd name="connsiteX479" fmla="*/ 13114 w 401637"/>
                <a:gd name="connsiteY479" fmla="*/ 440981 h 704914"/>
                <a:gd name="connsiteX480" fmla="*/ 13114 w 401637"/>
                <a:gd name="connsiteY480" fmla="*/ 440981 h 704914"/>
                <a:gd name="connsiteX481" fmla="*/ 11475 w 401637"/>
                <a:gd name="connsiteY481" fmla="*/ 437703 h 704914"/>
                <a:gd name="connsiteX482" fmla="*/ 8197 w 401637"/>
                <a:gd name="connsiteY482" fmla="*/ 432785 h 704914"/>
                <a:gd name="connsiteX483" fmla="*/ 6557 w 401637"/>
                <a:gd name="connsiteY483" fmla="*/ 429506 h 704914"/>
                <a:gd name="connsiteX484" fmla="*/ 4918 w 401637"/>
                <a:gd name="connsiteY484" fmla="*/ 426228 h 704914"/>
                <a:gd name="connsiteX485" fmla="*/ 4918 w 401637"/>
                <a:gd name="connsiteY485" fmla="*/ 421309 h 704914"/>
                <a:gd name="connsiteX486" fmla="*/ 3278 w 401637"/>
                <a:gd name="connsiteY486" fmla="*/ 418031 h 704914"/>
                <a:gd name="connsiteX487" fmla="*/ 3278 w 401637"/>
                <a:gd name="connsiteY487" fmla="*/ 418031 h 704914"/>
                <a:gd name="connsiteX488" fmla="*/ 3278 w 401637"/>
                <a:gd name="connsiteY488" fmla="*/ 414752 h 704914"/>
                <a:gd name="connsiteX489" fmla="*/ 1639 w 401637"/>
                <a:gd name="connsiteY489" fmla="*/ 409834 h 704914"/>
                <a:gd name="connsiteX490" fmla="*/ 1639 w 401637"/>
                <a:gd name="connsiteY490" fmla="*/ 406556 h 704914"/>
                <a:gd name="connsiteX491" fmla="*/ 0 w 401637"/>
                <a:gd name="connsiteY491" fmla="*/ 403277 h 704914"/>
                <a:gd name="connsiteX492" fmla="*/ 0 w 401637"/>
                <a:gd name="connsiteY492" fmla="*/ 401637 h 704914"/>
                <a:gd name="connsiteX493" fmla="*/ 0 w 401637"/>
                <a:gd name="connsiteY493" fmla="*/ 398359 h 704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</a:cxnLst>
              <a:rect l="l" t="t" r="r" b="b"/>
              <a:pathLst>
                <a:path w="401637" h="704914">
                  <a:moveTo>
                    <a:pt x="0" y="398359"/>
                  </a:moveTo>
                  <a:lnTo>
                    <a:pt x="3278" y="395080"/>
                  </a:lnTo>
                  <a:lnTo>
                    <a:pt x="6557" y="395080"/>
                  </a:lnTo>
                  <a:lnTo>
                    <a:pt x="8197" y="390162"/>
                  </a:lnTo>
                  <a:lnTo>
                    <a:pt x="9836" y="386883"/>
                  </a:lnTo>
                  <a:lnTo>
                    <a:pt x="13114" y="385244"/>
                  </a:lnTo>
                  <a:lnTo>
                    <a:pt x="11475" y="380326"/>
                  </a:lnTo>
                  <a:lnTo>
                    <a:pt x="13114" y="377047"/>
                  </a:lnTo>
                  <a:lnTo>
                    <a:pt x="14754" y="373769"/>
                  </a:lnTo>
                  <a:lnTo>
                    <a:pt x="16393" y="368851"/>
                  </a:lnTo>
                  <a:lnTo>
                    <a:pt x="19672" y="365572"/>
                  </a:lnTo>
                  <a:lnTo>
                    <a:pt x="21311" y="360654"/>
                  </a:lnTo>
                  <a:lnTo>
                    <a:pt x="24590" y="357375"/>
                  </a:lnTo>
                  <a:lnTo>
                    <a:pt x="26229" y="352457"/>
                  </a:lnTo>
                  <a:lnTo>
                    <a:pt x="29508" y="349179"/>
                  </a:lnTo>
                  <a:lnTo>
                    <a:pt x="32787" y="344261"/>
                  </a:lnTo>
                  <a:lnTo>
                    <a:pt x="34426" y="340982"/>
                  </a:lnTo>
                  <a:lnTo>
                    <a:pt x="37705" y="336064"/>
                  </a:lnTo>
                  <a:lnTo>
                    <a:pt x="40983" y="332785"/>
                  </a:lnTo>
                  <a:lnTo>
                    <a:pt x="44262" y="327867"/>
                  </a:lnTo>
                  <a:lnTo>
                    <a:pt x="47541" y="322949"/>
                  </a:lnTo>
                  <a:lnTo>
                    <a:pt x="50820" y="319671"/>
                  </a:lnTo>
                  <a:lnTo>
                    <a:pt x="54098" y="316392"/>
                  </a:lnTo>
                  <a:lnTo>
                    <a:pt x="57377" y="311474"/>
                  </a:lnTo>
                  <a:lnTo>
                    <a:pt x="60655" y="308195"/>
                  </a:lnTo>
                  <a:lnTo>
                    <a:pt x="63934" y="303277"/>
                  </a:lnTo>
                  <a:lnTo>
                    <a:pt x="67213" y="299999"/>
                  </a:lnTo>
                  <a:lnTo>
                    <a:pt x="72131" y="295081"/>
                  </a:lnTo>
                  <a:lnTo>
                    <a:pt x="75410" y="291802"/>
                  </a:lnTo>
                  <a:lnTo>
                    <a:pt x="77049" y="290163"/>
                  </a:lnTo>
                  <a:lnTo>
                    <a:pt x="77049" y="285244"/>
                  </a:lnTo>
                  <a:lnTo>
                    <a:pt x="77049" y="281966"/>
                  </a:lnTo>
                  <a:lnTo>
                    <a:pt x="77049" y="277048"/>
                  </a:lnTo>
                  <a:lnTo>
                    <a:pt x="77049" y="273769"/>
                  </a:lnTo>
                  <a:lnTo>
                    <a:pt x="77049" y="270491"/>
                  </a:lnTo>
                  <a:lnTo>
                    <a:pt x="77049" y="265573"/>
                  </a:lnTo>
                  <a:lnTo>
                    <a:pt x="78688" y="262294"/>
                  </a:lnTo>
                  <a:lnTo>
                    <a:pt x="78688" y="257376"/>
                  </a:lnTo>
                  <a:lnTo>
                    <a:pt x="78688" y="254097"/>
                  </a:lnTo>
                  <a:lnTo>
                    <a:pt x="78688" y="249179"/>
                  </a:lnTo>
                  <a:lnTo>
                    <a:pt x="78688" y="245901"/>
                  </a:lnTo>
                  <a:lnTo>
                    <a:pt x="78688" y="240982"/>
                  </a:lnTo>
                  <a:lnTo>
                    <a:pt x="78688" y="236064"/>
                  </a:lnTo>
                  <a:lnTo>
                    <a:pt x="78688" y="232786"/>
                  </a:lnTo>
                  <a:lnTo>
                    <a:pt x="78688" y="227868"/>
                  </a:lnTo>
                  <a:lnTo>
                    <a:pt x="80327" y="224589"/>
                  </a:lnTo>
                  <a:lnTo>
                    <a:pt x="80327" y="219671"/>
                  </a:lnTo>
                  <a:lnTo>
                    <a:pt x="80327" y="214753"/>
                  </a:lnTo>
                  <a:lnTo>
                    <a:pt x="80327" y="211474"/>
                  </a:lnTo>
                  <a:lnTo>
                    <a:pt x="80327" y="206556"/>
                  </a:lnTo>
                  <a:lnTo>
                    <a:pt x="80327" y="203278"/>
                  </a:lnTo>
                  <a:lnTo>
                    <a:pt x="80327" y="198360"/>
                  </a:lnTo>
                  <a:lnTo>
                    <a:pt x="81967" y="195081"/>
                  </a:lnTo>
                  <a:lnTo>
                    <a:pt x="81967" y="190163"/>
                  </a:lnTo>
                  <a:lnTo>
                    <a:pt x="81967" y="186884"/>
                  </a:lnTo>
                  <a:lnTo>
                    <a:pt x="83606" y="181966"/>
                  </a:lnTo>
                  <a:lnTo>
                    <a:pt x="83606" y="178688"/>
                  </a:lnTo>
                  <a:lnTo>
                    <a:pt x="83606" y="173770"/>
                  </a:lnTo>
                  <a:lnTo>
                    <a:pt x="83606" y="168852"/>
                  </a:lnTo>
                  <a:lnTo>
                    <a:pt x="85245" y="165573"/>
                  </a:lnTo>
                  <a:lnTo>
                    <a:pt x="85245" y="160655"/>
                  </a:lnTo>
                  <a:lnTo>
                    <a:pt x="85245" y="157376"/>
                  </a:lnTo>
                  <a:lnTo>
                    <a:pt x="86885" y="152458"/>
                  </a:lnTo>
                  <a:lnTo>
                    <a:pt x="86885" y="152458"/>
                  </a:lnTo>
                  <a:lnTo>
                    <a:pt x="88524" y="147540"/>
                  </a:lnTo>
                  <a:lnTo>
                    <a:pt x="91803" y="144262"/>
                  </a:lnTo>
                  <a:lnTo>
                    <a:pt x="93442" y="139344"/>
                  </a:lnTo>
                  <a:lnTo>
                    <a:pt x="93442" y="136065"/>
                  </a:lnTo>
                  <a:lnTo>
                    <a:pt x="90164" y="132786"/>
                  </a:lnTo>
                  <a:lnTo>
                    <a:pt x="88524" y="129508"/>
                  </a:lnTo>
                  <a:lnTo>
                    <a:pt x="85245" y="126229"/>
                  </a:lnTo>
                  <a:lnTo>
                    <a:pt x="81967" y="121311"/>
                  </a:lnTo>
                  <a:lnTo>
                    <a:pt x="78688" y="118032"/>
                  </a:lnTo>
                  <a:lnTo>
                    <a:pt x="77049" y="114754"/>
                  </a:lnTo>
                  <a:lnTo>
                    <a:pt x="80327" y="111475"/>
                  </a:lnTo>
                  <a:lnTo>
                    <a:pt x="78688" y="106557"/>
                  </a:lnTo>
                  <a:lnTo>
                    <a:pt x="75410" y="103278"/>
                  </a:lnTo>
                  <a:lnTo>
                    <a:pt x="73770" y="99999"/>
                  </a:lnTo>
                  <a:lnTo>
                    <a:pt x="72131" y="95082"/>
                  </a:lnTo>
                  <a:lnTo>
                    <a:pt x="68852" y="91803"/>
                  </a:lnTo>
                  <a:lnTo>
                    <a:pt x="65573" y="88524"/>
                  </a:lnTo>
                  <a:lnTo>
                    <a:pt x="63934" y="83606"/>
                  </a:lnTo>
                  <a:lnTo>
                    <a:pt x="63934" y="80327"/>
                  </a:lnTo>
                  <a:lnTo>
                    <a:pt x="63934" y="75409"/>
                  </a:lnTo>
                  <a:lnTo>
                    <a:pt x="63934" y="72131"/>
                  </a:lnTo>
                  <a:lnTo>
                    <a:pt x="63934" y="67213"/>
                  </a:lnTo>
                  <a:lnTo>
                    <a:pt x="63934" y="63934"/>
                  </a:lnTo>
                  <a:lnTo>
                    <a:pt x="62295" y="59016"/>
                  </a:lnTo>
                  <a:lnTo>
                    <a:pt x="62295" y="55737"/>
                  </a:lnTo>
                  <a:lnTo>
                    <a:pt x="62295" y="52459"/>
                  </a:lnTo>
                  <a:lnTo>
                    <a:pt x="60655" y="49180"/>
                  </a:lnTo>
                  <a:lnTo>
                    <a:pt x="60655" y="44262"/>
                  </a:lnTo>
                  <a:lnTo>
                    <a:pt x="59016" y="40983"/>
                  </a:lnTo>
                  <a:lnTo>
                    <a:pt x="59016" y="36065"/>
                  </a:lnTo>
                  <a:lnTo>
                    <a:pt x="57377" y="32787"/>
                  </a:lnTo>
                  <a:lnTo>
                    <a:pt x="57377" y="29508"/>
                  </a:lnTo>
                  <a:lnTo>
                    <a:pt x="57377" y="24590"/>
                  </a:lnTo>
                  <a:lnTo>
                    <a:pt x="55737" y="21311"/>
                  </a:lnTo>
                  <a:lnTo>
                    <a:pt x="55737" y="19672"/>
                  </a:lnTo>
                  <a:lnTo>
                    <a:pt x="55737" y="19672"/>
                  </a:lnTo>
                  <a:lnTo>
                    <a:pt x="60655" y="18033"/>
                  </a:lnTo>
                  <a:lnTo>
                    <a:pt x="68852" y="13115"/>
                  </a:lnTo>
                  <a:lnTo>
                    <a:pt x="72131" y="11475"/>
                  </a:lnTo>
                  <a:lnTo>
                    <a:pt x="78688" y="8197"/>
                  </a:lnTo>
                  <a:lnTo>
                    <a:pt x="81967" y="6557"/>
                  </a:lnTo>
                  <a:lnTo>
                    <a:pt x="83606" y="4918"/>
                  </a:lnTo>
                  <a:lnTo>
                    <a:pt x="93442" y="0"/>
                  </a:lnTo>
                  <a:lnTo>
                    <a:pt x="96721" y="1639"/>
                  </a:lnTo>
                  <a:lnTo>
                    <a:pt x="101639" y="4918"/>
                  </a:lnTo>
                  <a:lnTo>
                    <a:pt x="106557" y="6557"/>
                  </a:lnTo>
                  <a:lnTo>
                    <a:pt x="113114" y="9836"/>
                  </a:lnTo>
                  <a:lnTo>
                    <a:pt x="118032" y="13115"/>
                  </a:lnTo>
                  <a:lnTo>
                    <a:pt x="121311" y="14754"/>
                  </a:lnTo>
                  <a:lnTo>
                    <a:pt x="126229" y="18033"/>
                  </a:lnTo>
                  <a:lnTo>
                    <a:pt x="131147" y="19672"/>
                  </a:lnTo>
                  <a:lnTo>
                    <a:pt x="134425" y="22951"/>
                  </a:lnTo>
                  <a:lnTo>
                    <a:pt x="139344" y="24590"/>
                  </a:lnTo>
                  <a:lnTo>
                    <a:pt x="144261" y="27869"/>
                  </a:lnTo>
                  <a:lnTo>
                    <a:pt x="149180" y="31147"/>
                  </a:lnTo>
                  <a:lnTo>
                    <a:pt x="154098" y="32787"/>
                  </a:lnTo>
                  <a:lnTo>
                    <a:pt x="155737" y="34426"/>
                  </a:lnTo>
                  <a:lnTo>
                    <a:pt x="157376" y="34426"/>
                  </a:lnTo>
                  <a:lnTo>
                    <a:pt x="168851" y="40983"/>
                  </a:lnTo>
                  <a:lnTo>
                    <a:pt x="183605" y="49180"/>
                  </a:lnTo>
                  <a:lnTo>
                    <a:pt x="188524" y="52459"/>
                  </a:lnTo>
                  <a:lnTo>
                    <a:pt x="198360" y="57377"/>
                  </a:lnTo>
                  <a:lnTo>
                    <a:pt x="206557" y="62295"/>
                  </a:lnTo>
                  <a:lnTo>
                    <a:pt x="218032" y="68852"/>
                  </a:lnTo>
                  <a:lnTo>
                    <a:pt x="226228" y="73770"/>
                  </a:lnTo>
                  <a:lnTo>
                    <a:pt x="231147" y="75409"/>
                  </a:lnTo>
                  <a:lnTo>
                    <a:pt x="240982" y="81967"/>
                  </a:lnTo>
                  <a:lnTo>
                    <a:pt x="245901" y="83606"/>
                  </a:lnTo>
                  <a:lnTo>
                    <a:pt x="249179" y="86885"/>
                  </a:lnTo>
                  <a:lnTo>
                    <a:pt x="260654" y="93442"/>
                  </a:lnTo>
                  <a:lnTo>
                    <a:pt x="281966" y="104917"/>
                  </a:lnTo>
                  <a:lnTo>
                    <a:pt x="286884" y="108196"/>
                  </a:lnTo>
                  <a:lnTo>
                    <a:pt x="298359" y="114754"/>
                  </a:lnTo>
                  <a:lnTo>
                    <a:pt x="298359" y="114754"/>
                  </a:lnTo>
                  <a:lnTo>
                    <a:pt x="313113" y="122950"/>
                  </a:lnTo>
                  <a:lnTo>
                    <a:pt x="321310" y="129508"/>
                  </a:lnTo>
                  <a:lnTo>
                    <a:pt x="334425" y="136065"/>
                  </a:lnTo>
                  <a:lnTo>
                    <a:pt x="340982" y="139344"/>
                  </a:lnTo>
                  <a:lnTo>
                    <a:pt x="360654" y="150819"/>
                  </a:lnTo>
                  <a:lnTo>
                    <a:pt x="362294" y="152458"/>
                  </a:lnTo>
                  <a:lnTo>
                    <a:pt x="377047" y="162294"/>
                  </a:lnTo>
                  <a:lnTo>
                    <a:pt x="398359" y="175409"/>
                  </a:lnTo>
                  <a:lnTo>
                    <a:pt x="398359" y="175409"/>
                  </a:lnTo>
                  <a:lnTo>
                    <a:pt x="398359" y="180327"/>
                  </a:lnTo>
                  <a:lnTo>
                    <a:pt x="398359" y="186884"/>
                  </a:lnTo>
                  <a:lnTo>
                    <a:pt x="398359" y="191802"/>
                  </a:lnTo>
                  <a:lnTo>
                    <a:pt x="398359" y="196720"/>
                  </a:lnTo>
                  <a:lnTo>
                    <a:pt x="398359" y="203278"/>
                  </a:lnTo>
                  <a:lnTo>
                    <a:pt x="398359" y="208196"/>
                  </a:lnTo>
                  <a:lnTo>
                    <a:pt x="399998" y="211474"/>
                  </a:lnTo>
                  <a:lnTo>
                    <a:pt x="399998" y="216392"/>
                  </a:lnTo>
                  <a:lnTo>
                    <a:pt x="399998" y="219671"/>
                  </a:lnTo>
                  <a:lnTo>
                    <a:pt x="399998" y="226229"/>
                  </a:lnTo>
                  <a:lnTo>
                    <a:pt x="399998" y="231146"/>
                  </a:lnTo>
                  <a:lnTo>
                    <a:pt x="399998" y="239343"/>
                  </a:lnTo>
                  <a:lnTo>
                    <a:pt x="399998" y="244261"/>
                  </a:lnTo>
                  <a:lnTo>
                    <a:pt x="399998" y="247540"/>
                  </a:lnTo>
                  <a:lnTo>
                    <a:pt x="399998" y="254097"/>
                  </a:lnTo>
                  <a:lnTo>
                    <a:pt x="399998" y="259015"/>
                  </a:lnTo>
                  <a:lnTo>
                    <a:pt x="399998" y="263933"/>
                  </a:lnTo>
                  <a:lnTo>
                    <a:pt x="399998" y="268851"/>
                  </a:lnTo>
                  <a:lnTo>
                    <a:pt x="399998" y="273769"/>
                  </a:lnTo>
                  <a:lnTo>
                    <a:pt x="399998" y="278687"/>
                  </a:lnTo>
                  <a:lnTo>
                    <a:pt x="401638" y="285244"/>
                  </a:lnTo>
                  <a:lnTo>
                    <a:pt x="401638" y="291802"/>
                  </a:lnTo>
                  <a:lnTo>
                    <a:pt x="401638" y="299999"/>
                  </a:lnTo>
                  <a:lnTo>
                    <a:pt x="401638" y="308195"/>
                  </a:lnTo>
                  <a:lnTo>
                    <a:pt x="401638" y="313113"/>
                  </a:lnTo>
                  <a:lnTo>
                    <a:pt x="401638" y="319671"/>
                  </a:lnTo>
                  <a:lnTo>
                    <a:pt x="401638" y="324589"/>
                  </a:lnTo>
                  <a:lnTo>
                    <a:pt x="401638" y="329507"/>
                  </a:lnTo>
                  <a:lnTo>
                    <a:pt x="401638" y="334425"/>
                  </a:lnTo>
                  <a:lnTo>
                    <a:pt x="401638" y="337703"/>
                  </a:lnTo>
                  <a:lnTo>
                    <a:pt x="401638" y="342621"/>
                  </a:lnTo>
                  <a:lnTo>
                    <a:pt x="398359" y="340982"/>
                  </a:lnTo>
                  <a:lnTo>
                    <a:pt x="393441" y="340982"/>
                  </a:lnTo>
                  <a:lnTo>
                    <a:pt x="390162" y="339343"/>
                  </a:lnTo>
                  <a:lnTo>
                    <a:pt x="386884" y="339343"/>
                  </a:lnTo>
                  <a:lnTo>
                    <a:pt x="381965" y="340982"/>
                  </a:lnTo>
                  <a:lnTo>
                    <a:pt x="378687" y="342621"/>
                  </a:lnTo>
                  <a:lnTo>
                    <a:pt x="375408" y="342621"/>
                  </a:lnTo>
                  <a:lnTo>
                    <a:pt x="372129" y="342621"/>
                  </a:lnTo>
                  <a:lnTo>
                    <a:pt x="368851" y="342621"/>
                  </a:lnTo>
                  <a:lnTo>
                    <a:pt x="365572" y="345900"/>
                  </a:lnTo>
                  <a:lnTo>
                    <a:pt x="360654" y="347539"/>
                  </a:lnTo>
                  <a:lnTo>
                    <a:pt x="360654" y="349179"/>
                  </a:lnTo>
                  <a:lnTo>
                    <a:pt x="362294" y="354097"/>
                  </a:lnTo>
                  <a:lnTo>
                    <a:pt x="363932" y="357375"/>
                  </a:lnTo>
                  <a:lnTo>
                    <a:pt x="363932" y="359015"/>
                  </a:lnTo>
                  <a:lnTo>
                    <a:pt x="363932" y="363933"/>
                  </a:lnTo>
                  <a:lnTo>
                    <a:pt x="362294" y="367211"/>
                  </a:lnTo>
                  <a:lnTo>
                    <a:pt x="357375" y="370490"/>
                  </a:lnTo>
                  <a:lnTo>
                    <a:pt x="357375" y="372129"/>
                  </a:lnTo>
                  <a:lnTo>
                    <a:pt x="355736" y="373769"/>
                  </a:lnTo>
                  <a:lnTo>
                    <a:pt x="354097" y="377047"/>
                  </a:lnTo>
                  <a:lnTo>
                    <a:pt x="350818" y="380326"/>
                  </a:lnTo>
                  <a:lnTo>
                    <a:pt x="352457" y="385244"/>
                  </a:lnTo>
                  <a:lnTo>
                    <a:pt x="352457" y="385244"/>
                  </a:lnTo>
                  <a:lnTo>
                    <a:pt x="350818" y="386883"/>
                  </a:lnTo>
                  <a:lnTo>
                    <a:pt x="345900" y="388523"/>
                  </a:lnTo>
                  <a:lnTo>
                    <a:pt x="342621" y="390162"/>
                  </a:lnTo>
                  <a:lnTo>
                    <a:pt x="340982" y="395080"/>
                  </a:lnTo>
                  <a:lnTo>
                    <a:pt x="342621" y="398359"/>
                  </a:lnTo>
                  <a:lnTo>
                    <a:pt x="344261" y="401637"/>
                  </a:lnTo>
                  <a:lnTo>
                    <a:pt x="344261" y="406556"/>
                  </a:lnTo>
                  <a:lnTo>
                    <a:pt x="344261" y="406556"/>
                  </a:lnTo>
                  <a:lnTo>
                    <a:pt x="347539" y="409834"/>
                  </a:lnTo>
                  <a:lnTo>
                    <a:pt x="344261" y="413113"/>
                  </a:lnTo>
                  <a:lnTo>
                    <a:pt x="340982" y="416391"/>
                  </a:lnTo>
                  <a:lnTo>
                    <a:pt x="336064" y="418031"/>
                  </a:lnTo>
                  <a:lnTo>
                    <a:pt x="334425" y="421309"/>
                  </a:lnTo>
                  <a:lnTo>
                    <a:pt x="331146" y="424588"/>
                  </a:lnTo>
                  <a:lnTo>
                    <a:pt x="331146" y="429506"/>
                  </a:lnTo>
                  <a:lnTo>
                    <a:pt x="331146" y="432785"/>
                  </a:lnTo>
                  <a:lnTo>
                    <a:pt x="334425" y="436063"/>
                  </a:lnTo>
                  <a:lnTo>
                    <a:pt x="336064" y="439342"/>
                  </a:lnTo>
                  <a:lnTo>
                    <a:pt x="336064" y="440981"/>
                  </a:lnTo>
                  <a:lnTo>
                    <a:pt x="337703" y="445900"/>
                  </a:lnTo>
                  <a:lnTo>
                    <a:pt x="336064" y="449178"/>
                  </a:lnTo>
                  <a:lnTo>
                    <a:pt x="332785" y="452457"/>
                  </a:lnTo>
                  <a:lnTo>
                    <a:pt x="329507" y="454096"/>
                  </a:lnTo>
                  <a:lnTo>
                    <a:pt x="326228" y="457375"/>
                  </a:lnTo>
                  <a:lnTo>
                    <a:pt x="324588" y="460653"/>
                  </a:lnTo>
                  <a:lnTo>
                    <a:pt x="322949" y="465572"/>
                  </a:lnTo>
                  <a:lnTo>
                    <a:pt x="321310" y="468850"/>
                  </a:lnTo>
                  <a:lnTo>
                    <a:pt x="321310" y="470490"/>
                  </a:lnTo>
                  <a:lnTo>
                    <a:pt x="321310" y="470490"/>
                  </a:lnTo>
                  <a:lnTo>
                    <a:pt x="322949" y="473768"/>
                  </a:lnTo>
                  <a:lnTo>
                    <a:pt x="326228" y="477047"/>
                  </a:lnTo>
                  <a:lnTo>
                    <a:pt x="329507" y="477047"/>
                  </a:lnTo>
                  <a:lnTo>
                    <a:pt x="334425" y="475408"/>
                  </a:lnTo>
                  <a:lnTo>
                    <a:pt x="337703" y="473768"/>
                  </a:lnTo>
                  <a:lnTo>
                    <a:pt x="340982" y="477047"/>
                  </a:lnTo>
                  <a:lnTo>
                    <a:pt x="344261" y="478686"/>
                  </a:lnTo>
                  <a:lnTo>
                    <a:pt x="344261" y="481965"/>
                  </a:lnTo>
                  <a:lnTo>
                    <a:pt x="342621" y="485244"/>
                  </a:lnTo>
                  <a:lnTo>
                    <a:pt x="344261" y="490162"/>
                  </a:lnTo>
                  <a:lnTo>
                    <a:pt x="345900" y="493440"/>
                  </a:lnTo>
                  <a:lnTo>
                    <a:pt x="345900" y="496719"/>
                  </a:lnTo>
                  <a:lnTo>
                    <a:pt x="345900" y="499998"/>
                  </a:lnTo>
                  <a:lnTo>
                    <a:pt x="345900" y="503276"/>
                  </a:lnTo>
                  <a:lnTo>
                    <a:pt x="349179" y="501637"/>
                  </a:lnTo>
                  <a:lnTo>
                    <a:pt x="350818" y="506555"/>
                  </a:lnTo>
                  <a:lnTo>
                    <a:pt x="350818" y="509834"/>
                  </a:lnTo>
                  <a:lnTo>
                    <a:pt x="349179" y="513112"/>
                  </a:lnTo>
                  <a:lnTo>
                    <a:pt x="349179" y="518030"/>
                  </a:lnTo>
                  <a:lnTo>
                    <a:pt x="349179" y="521309"/>
                  </a:lnTo>
                  <a:lnTo>
                    <a:pt x="350818" y="524588"/>
                  </a:lnTo>
                  <a:lnTo>
                    <a:pt x="354097" y="527866"/>
                  </a:lnTo>
                  <a:lnTo>
                    <a:pt x="357375" y="532784"/>
                  </a:lnTo>
                  <a:lnTo>
                    <a:pt x="362294" y="531145"/>
                  </a:lnTo>
                  <a:lnTo>
                    <a:pt x="363932" y="536063"/>
                  </a:lnTo>
                  <a:lnTo>
                    <a:pt x="365572" y="539342"/>
                  </a:lnTo>
                  <a:lnTo>
                    <a:pt x="363932" y="542620"/>
                  </a:lnTo>
                  <a:lnTo>
                    <a:pt x="363932" y="547539"/>
                  </a:lnTo>
                  <a:lnTo>
                    <a:pt x="362294" y="550817"/>
                  </a:lnTo>
                  <a:lnTo>
                    <a:pt x="362294" y="552456"/>
                  </a:lnTo>
                  <a:lnTo>
                    <a:pt x="360654" y="552456"/>
                  </a:lnTo>
                  <a:lnTo>
                    <a:pt x="357375" y="552456"/>
                  </a:lnTo>
                  <a:lnTo>
                    <a:pt x="354097" y="550817"/>
                  </a:lnTo>
                  <a:lnTo>
                    <a:pt x="350818" y="550817"/>
                  </a:lnTo>
                  <a:lnTo>
                    <a:pt x="345900" y="549178"/>
                  </a:lnTo>
                  <a:lnTo>
                    <a:pt x="342621" y="552456"/>
                  </a:lnTo>
                  <a:lnTo>
                    <a:pt x="342621" y="552456"/>
                  </a:lnTo>
                  <a:lnTo>
                    <a:pt x="337703" y="554096"/>
                  </a:lnTo>
                  <a:lnTo>
                    <a:pt x="334425" y="557374"/>
                  </a:lnTo>
                  <a:lnTo>
                    <a:pt x="331146" y="557374"/>
                  </a:lnTo>
                  <a:lnTo>
                    <a:pt x="327867" y="560653"/>
                  </a:lnTo>
                  <a:lnTo>
                    <a:pt x="324588" y="562293"/>
                  </a:lnTo>
                  <a:lnTo>
                    <a:pt x="321310" y="563932"/>
                  </a:lnTo>
                  <a:lnTo>
                    <a:pt x="318031" y="565571"/>
                  </a:lnTo>
                  <a:lnTo>
                    <a:pt x="316392" y="570489"/>
                  </a:lnTo>
                  <a:lnTo>
                    <a:pt x="318031" y="573768"/>
                  </a:lnTo>
                  <a:lnTo>
                    <a:pt x="318031" y="577046"/>
                  </a:lnTo>
                  <a:lnTo>
                    <a:pt x="316392" y="581964"/>
                  </a:lnTo>
                  <a:lnTo>
                    <a:pt x="313113" y="585243"/>
                  </a:lnTo>
                  <a:lnTo>
                    <a:pt x="309835" y="585243"/>
                  </a:lnTo>
                  <a:lnTo>
                    <a:pt x="308195" y="590161"/>
                  </a:lnTo>
                  <a:lnTo>
                    <a:pt x="304917" y="593440"/>
                  </a:lnTo>
                  <a:lnTo>
                    <a:pt x="304917" y="593440"/>
                  </a:lnTo>
                  <a:lnTo>
                    <a:pt x="301638" y="595079"/>
                  </a:lnTo>
                  <a:lnTo>
                    <a:pt x="298359" y="598358"/>
                  </a:lnTo>
                  <a:lnTo>
                    <a:pt x="296720" y="598358"/>
                  </a:lnTo>
                  <a:lnTo>
                    <a:pt x="295081" y="603276"/>
                  </a:lnTo>
                  <a:lnTo>
                    <a:pt x="293441" y="604915"/>
                  </a:lnTo>
                  <a:lnTo>
                    <a:pt x="290162" y="606554"/>
                  </a:lnTo>
                  <a:lnTo>
                    <a:pt x="290162" y="606554"/>
                  </a:lnTo>
                  <a:lnTo>
                    <a:pt x="290162" y="609833"/>
                  </a:lnTo>
                  <a:lnTo>
                    <a:pt x="286884" y="613112"/>
                  </a:lnTo>
                  <a:lnTo>
                    <a:pt x="283605" y="618030"/>
                  </a:lnTo>
                  <a:lnTo>
                    <a:pt x="283605" y="619669"/>
                  </a:lnTo>
                  <a:lnTo>
                    <a:pt x="280327" y="621309"/>
                  </a:lnTo>
                  <a:lnTo>
                    <a:pt x="275408" y="624587"/>
                  </a:lnTo>
                  <a:lnTo>
                    <a:pt x="272130" y="626227"/>
                  </a:lnTo>
                  <a:lnTo>
                    <a:pt x="270491" y="626227"/>
                  </a:lnTo>
                  <a:lnTo>
                    <a:pt x="270491" y="629505"/>
                  </a:lnTo>
                  <a:lnTo>
                    <a:pt x="267212" y="632784"/>
                  </a:lnTo>
                  <a:lnTo>
                    <a:pt x="262294" y="632784"/>
                  </a:lnTo>
                  <a:lnTo>
                    <a:pt x="259015" y="632784"/>
                  </a:lnTo>
                  <a:lnTo>
                    <a:pt x="255737" y="632784"/>
                  </a:lnTo>
                  <a:lnTo>
                    <a:pt x="252458" y="634423"/>
                  </a:lnTo>
                  <a:lnTo>
                    <a:pt x="249179" y="636063"/>
                  </a:lnTo>
                  <a:lnTo>
                    <a:pt x="245901" y="636063"/>
                  </a:lnTo>
                  <a:lnTo>
                    <a:pt x="240982" y="636063"/>
                  </a:lnTo>
                  <a:lnTo>
                    <a:pt x="237704" y="637702"/>
                  </a:lnTo>
                  <a:lnTo>
                    <a:pt x="234425" y="637702"/>
                  </a:lnTo>
                  <a:lnTo>
                    <a:pt x="231147" y="637702"/>
                  </a:lnTo>
                  <a:lnTo>
                    <a:pt x="226228" y="637702"/>
                  </a:lnTo>
                  <a:lnTo>
                    <a:pt x="222950" y="637702"/>
                  </a:lnTo>
                  <a:lnTo>
                    <a:pt x="221310" y="637702"/>
                  </a:lnTo>
                  <a:lnTo>
                    <a:pt x="219671" y="637702"/>
                  </a:lnTo>
                  <a:lnTo>
                    <a:pt x="218032" y="637702"/>
                  </a:lnTo>
                  <a:lnTo>
                    <a:pt x="213114" y="639341"/>
                  </a:lnTo>
                  <a:lnTo>
                    <a:pt x="209835" y="642620"/>
                  </a:lnTo>
                  <a:lnTo>
                    <a:pt x="209835" y="645899"/>
                  </a:lnTo>
                  <a:lnTo>
                    <a:pt x="209835" y="647538"/>
                  </a:lnTo>
                  <a:lnTo>
                    <a:pt x="214753" y="649177"/>
                  </a:lnTo>
                  <a:lnTo>
                    <a:pt x="218032" y="652456"/>
                  </a:lnTo>
                  <a:lnTo>
                    <a:pt x="218032" y="652456"/>
                  </a:lnTo>
                  <a:lnTo>
                    <a:pt x="216392" y="655734"/>
                  </a:lnTo>
                  <a:lnTo>
                    <a:pt x="213114" y="660653"/>
                  </a:lnTo>
                  <a:lnTo>
                    <a:pt x="211474" y="663931"/>
                  </a:lnTo>
                  <a:lnTo>
                    <a:pt x="208195" y="667210"/>
                  </a:lnTo>
                  <a:lnTo>
                    <a:pt x="204917" y="670489"/>
                  </a:lnTo>
                  <a:lnTo>
                    <a:pt x="203278" y="672128"/>
                  </a:lnTo>
                  <a:lnTo>
                    <a:pt x="199999" y="675407"/>
                  </a:lnTo>
                  <a:lnTo>
                    <a:pt x="198360" y="680324"/>
                  </a:lnTo>
                  <a:lnTo>
                    <a:pt x="195081" y="680324"/>
                  </a:lnTo>
                  <a:lnTo>
                    <a:pt x="190163" y="680324"/>
                  </a:lnTo>
                  <a:lnTo>
                    <a:pt x="186884" y="680324"/>
                  </a:lnTo>
                  <a:lnTo>
                    <a:pt x="183605" y="680324"/>
                  </a:lnTo>
                  <a:lnTo>
                    <a:pt x="180327" y="681964"/>
                  </a:lnTo>
                  <a:lnTo>
                    <a:pt x="175409" y="681964"/>
                  </a:lnTo>
                  <a:lnTo>
                    <a:pt x="172130" y="683603"/>
                  </a:lnTo>
                  <a:lnTo>
                    <a:pt x="168851" y="683603"/>
                  </a:lnTo>
                  <a:lnTo>
                    <a:pt x="163934" y="683603"/>
                  </a:lnTo>
                  <a:lnTo>
                    <a:pt x="163934" y="683603"/>
                  </a:lnTo>
                  <a:lnTo>
                    <a:pt x="160655" y="683603"/>
                  </a:lnTo>
                  <a:lnTo>
                    <a:pt x="157376" y="685243"/>
                  </a:lnTo>
                  <a:lnTo>
                    <a:pt x="154098" y="686882"/>
                  </a:lnTo>
                  <a:lnTo>
                    <a:pt x="149180" y="688521"/>
                  </a:lnTo>
                  <a:lnTo>
                    <a:pt x="145901" y="690161"/>
                  </a:lnTo>
                  <a:lnTo>
                    <a:pt x="142622" y="695079"/>
                  </a:lnTo>
                  <a:lnTo>
                    <a:pt x="139344" y="695079"/>
                  </a:lnTo>
                  <a:lnTo>
                    <a:pt x="136065" y="698357"/>
                  </a:lnTo>
                  <a:lnTo>
                    <a:pt x="132786" y="698357"/>
                  </a:lnTo>
                  <a:lnTo>
                    <a:pt x="129508" y="701636"/>
                  </a:lnTo>
                  <a:lnTo>
                    <a:pt x="126229" y="698357"/>
                  </a:lnTo>
                  <a:lnTo>
                    <a:pt x="122950" y="696718"/>
                  </a:lnTo>
                  <a:lnTo>
                    <a:pt x="122950" y="693439"/>
                  </a:lnTo>
                  <a:lnTo>
                    <a:pt x="119671" y="690161"/>
                  </a:lnTo>
                  <a:lnTo>
                    <a:pt x="119671" y="686882"/>
                  </a:lnTo>
                  <a:lnTo>
                    <a:pt x="118032" y="688521"/>
                  </a:lnTo>
                  <a:lnTo>
                    <a:pt x="114754" y="693439"/>
                  </a:lnTo>
                  <a:lnTo>
                    <a:pt x="114754" y="696718"/>
                  </a:lnTo>
                  <a:lnTo>
                    <a:pt x="109835" y="696718"/>
                  </a:lnTo>
                  <a:lnTo>
                    <a:pt x="106557" y="699997"/>
                  </a:lnTo>
                  <a:lnTo>
                    <a:pt x="103278" y="699997"/>
                  </a:lnTo>
                  <a:lnTo>
                    <a:pt x="100000" y="701636"/>
                  </a:lnTo>
                  <a:lnTo>
                    <a:pt x="95081" y="704915"/>
                  </a:lnTo>
                  <a:lnTo>
                    <a:pt x="91803" y="704915"/>
                  </a:lnTo>
                  <a:lnTo>
                    <a:pt x="88524" y="704915"/>
                  </a:lnTo>
                  <a:lnTo>
                    <a:pt x="83606" y="703276"/>
                  </a:lnTo>
                  <a:lnTo>
                    <a:pt x="80327" y="703276"/>
                  </a:lnTo>
                  <a:lnTo>
                    <a:pt x="78688" y="703276"/>
                  </a:lnTo>
                  <a:lnTo>
                    <a:pt x="81967" y="699997"/>
                  </a:lnTo>
                  <a:lnTo>
                    <a:pt x="81967" y="695079"/>
                  </a:lnTo>
                  <a:lnTo>
                    <a:pt x="81967" y="693439"/>
                  </a:lnTo>
                  <a:lnTo>
                    <a:pt x="78688" y="691800"/>
                  </a:lnTo>
                  <a:lnTo>
                    <a:pt x="78688" y="690161"/>
                  </a:lnTo>
                  <a:lnTo>
                    <a:pt x="77049" y="686882"/>
                  </a:lnTo>
                  <a:lnTo>
                    <a:pt x="75410" y="683603"/>
                  </a:lnTo>
                  <a:lnTo>
                    <a:pt x="73770" y="678686"/>
                  </a:lnTo>
                  <a:lnTo>
                    <a:pt x="73770" y="675407"/>
                  </a:lnTo>
                  <a:lnTo>
                    <a:pt x="72131" y="672128"/>
                  </a:lnTo>
                  <a:lnTo>
                    <a:pt x="70491" y="667210"/>
                  </a:lnTo>
                  <a:lnTo>
                    <a:pt x="68852" y="663931"/>
                  </a:lnTo>
                  <a:lnTo>
                    <a:pt x="68852" y="662292"/>
                  </a:lnTo>
                  <a:lnTo>
                    <a:pt x="67213" y="659013"/>
                  </a:lnTo>
                  <a:lnTo>
                    <a:pt x="63934" y="655734"/>
                  </a:lnTo>
                  <a:lnTo>
                    <a:pt x="60655" y="652456"/>
                  </a:lnTo>
                  <a:lnTo>
                    <a:pt x="59016" y="652456"/>
                  </a:lnTo>
                  <a:lnTo>
                    <a:pt x="57377" y="649177"/>
                  </a:lnTo>
                  <a:lnTo>
                    <a:pt x="52458" y="645899"/>
                  </a:lnTo>
                  <a:lnTo>
                    <a:pt x="49180" y="642620"/>
                  </a:lnTo>
                  <a:lnTo>
                    <a:pt x="45901" y="640981"/>
                  </a:lnTo>
                  <a:lnTo>
                    <a:pt x="42623" y="637702"/>
                  </a:lnTo>
                  <a:lnTo>
                    <a:pt x="37705" y="632784"/>
                  </a:lnTo>
                  <a:lnTo>
                    <a:pt x="34426" y="629505"/>
                  </a:lnTo>
                  <a:lnTo>
                    <a:pt x="34426" y="629505"/>
                  </a:lnTo>
                  <a:lnTo>
                    <a:pt x="32787" y="624587"/>
                  </a:lnTo>
                  <a:lnTo>
                    <a:pt x="29508" y="621309"/>
                  </a:lnTo>
                  <a:lnTo>
                    <a:pt x="26229" y="616390"/>
                  </a:lnTo>
                  <a:lnTo>
                    <a:pt x="22951" y="613112"/>
                  </a:lnTo>
                  <a:lnTo>
                    <a:pt x="21311" y="611473"/>
                  </a:lnTo>
                  <a:lnTo>
                    <a:pt x="21311" y="606554"/>
                  </a:lnTo>
                  <a:lnTo>
                    <a:pt x="21311" y="606554"/>
                  </a:lnTo>
                  <a:lnTo>
                    <a:pt x="24590" y="603276"/>
                  </a:lnTo>
                  <a:lnTo>
                    <a:pt x="26229" y="598358"/>
                  </a:lnTo>
                  <a:lnTo>
                    <a:pt x="27868" y="595079"/>
                  </a:lnTo>
                  <a:lnTo>
                    <a:pt x="29508" y="595079"/>
                  </a:lnTo>
                  <a:lnTo>
                    <a:pt x="32787" y="595079"/>
                  </a:lnTo>
                  <a:lnTo>
                    <a:pt x="36065" y="593440"/>
                  </a:lnTo>
                  <a:lnTo>
                    <a:pt x="39344" y="593440"/>
                  </a:lnTo>
                  <a:lnTo>
                    <a:pt x="42623" y="595079"/>
                  </a:lnTo>
                  <a:lnTo>
                    <a:pt x="45901" y="595079"/>
                  </a:lnTo>
                  <a:lnTo>
                    <a:pt x="49180" y="596719"/>
                  </a:lnTo>
                  <a:lnTo>
                    <a:pt x="54098" y="596719"/>
                  </a:lnTo>
                  <a:lnTo>
                    <a:pt x="57377" y="595079"/>
                  </a:lnTo>
                  <a:lnTo>
                    <a:pt x="59016" y="595079"/>
                  </a:lnTo>
                  <a:lnTo>
                    <a:pt x="63934" y="595079"/>
                  </a:lnTo>
                  <a:lnTo>
                    <a:pt x="63934" y="595079"/>
                  </a:lnTo>
                  <a:lnTo>
                    <a:pt x="68852" y="595079"/>
                  </a:lnTo>
                  <a:lnTo>
                    <a:pt x="72131" y="595079"/>
                  </a:lnTo>
                  <a:lnTo>
                    <a:pt x="75410" y="596719"/>
                  </a:lnTo>
                  <a:lnTo>
                    <a:pt x="80327" y="596719"/>
                  </a:lnTo>
                  <a:lnTo>
                    <a:pt x="83606" y="595079"/>
                  </a:lnTo>
                  <a:lnTo>
                    <a:pt x="85245" y="595079"/>
                  </a:lnTo>
                  <a:lnTo>
                    <a:pt x="85245" y="593440"/>
                  </a:lnTo>
                  <a:lnTo>
                    <a:pt x="81967" y="591800"/>
                  </a:lnTo>
                  <a:lnTo>
                    <a:pt x="77049" y="588522"/>
                  </a:lnTo>
                  <a:lnTo>
                    <a:pt x="75410" y="585243"/>
                  </a:lnTo>
                  <a:lnTo>
                    <a:pt x="73770" y="581964"/>
                  </a:lnTo>
                  <a:lnTo>
                    <a:pt x="72131" y="581964"/>
                  </a:lnTo>
                  <a:lnTo>
                    <a:pt x="70491" y="578686"/>
                  </a:lnTo>
                  <a:lnTo>
                    <a:pt x="68852" y="573768"/>
                  </a:lnTo>
                  <a:lnTo>
                    <a:pt x="65573" y="570489"/>
                  </a:lnTo>
                  <a:lnTo>
                    <a:pt x="65573" y="567210"/>
                  </a:lnTo>
                  <a:lnTo>
                    <a:pt x="63934" y="563932"/>
                  </a:lnTo>
                  <a:lnTo>
                    <a:pt x="62295" y="560653"/>
                  </a:lnTo>
                  <a:lnTo>
                    <a:pt x="62295" y="555735"/>
                  </a:lnTo>
                  <a:lnTo>
                    <a:pt x="62295" y="552456"/>
                  </a:lnTo>
                  <a:lnTo>
                    <a:pt x="60655" y="547539"/>
                  </a:lnTo>
                  <a:lnTo>
                    <a:pt x="60655" y="545899"/>
                  </a:lnTo>
                  <a:lnTo>
                    <a:pt x="60655" y="542620"/>
                  </a:lnTo>
                  <a:lnTo>
                    <a:pt x="60655" y="539342"/>
                  </a:lnTo>
                  <a:lnTo>
                    <a:pt x="60655" y="534424"/>
                  </a:lnTo>
                  <a:lnTo>
                    <a:pt x="62295" y="531145"/>
                  </a:lnTo>
                  <a:lnTo>
                    <a:pt x="63934" y="527866"/>
                  </a:lnTo>
                  <a:lnTo>
                    <a:pt x="62295" y="524588"/>
                  </a:lnTo>
                  <a:lnTo>
                    <a:pt x="62295" y="519670"/>
                  </a:lnTo>
                  <a:lnTo>
                    <a:pt x="62295" y="516391"/>
                  </a:lnTo>
                  <a:lnTo>
                    <a:pt x="62295" y="513112"/>
                  </a:lnTo>
                  <a:lnTo>
                    <a:pt x="60655" y="508194"/>
                  </a:lnTo>
                  <a:lnTo>
                    <a:pt x="60655" y="504916"/>
                  </a:lnTo>
                  <a:lnTo>
                    <a:pt x="60655" y="501637"/>
                  </a:lnTo>
                  <a:lnTo>
                    <a:pt x="60655" y="501637"/>
                  </a:lnTo>
                  <a:lnTo>
                    <a:pt x="60655" y="501637"/>
                  </a:lnTo>
                  <a:lnTo>
                    <a:pt x="59016" y="501637"/>
                  </a:lnTo>
                  <a:lnTo>
                    <a:pt x="55737" y="499998"/>
                  </a:lnTo>
                  <a:lnTo>
                    <a:pt x="54098" y="498358"/>
                  </a:lnTo>
                  <a:lnTo>
                    <a:pt x="55737" y="495080"/>
                  </a:lnTo>
                  <a:lnTo>
                    <a:pt x="55737" y="491801"/>
                  </a:lnTo>
                  <a:lnTo>
                    <a:pt x="55737" y="488522"/>
                  </a:lnTo>
                  <a:lnTo>
                    <a:pt x="52458" y="485244"/>
                  </a:lnTo>
                  <a:lnTo>
                    <a:pt x="52458" y="481965"/>
                  </a:lnTo>
                  <a:lnTo>
                    <a:pt x="52458" y="478686"/>
                  </a:lnTo>
                  <a:lnTo>
                    <a:pt x="52458" y="477047"/>
                  </a:lnTo>
                  <a:lnTo>
                    <a:pt x="47541" y="477047"/>
                  </a:lnTo>
                  <a:lnTo>
                    <a:pt x="45901" y="473768"/>
                  </a:lnTo>
                  <a:lnTo>
                    <a:pt x="42623" y="472129"/>
                  </a:lnTo>
                  <a:lnTo>
                    <a:pt x="42623" y="468850"/>
                  </a:lnTo>
                  <a:lnTo>
                    <a:pt x="40983" y="465572"/>
                  </a:lnTo>
                  <a:lnTo>
                    <a:pt x="40983" y="462293"/>
                  </a:lnTo>
                  <a:lnTo>
                    <a:pt x="39344" y="460653"/>
                  </a:lnTo>
                  <a:lnTo>
                    <a:pt x="37705" y="457375"/>
                  </a:lnTo>
                  <a:lnTo>
                    <a:pt x="34426" y="457375"/>
                  </a:lnTo>
                  <a:lnTo>
                    <a:pt x="29508" y="457375"/>
                  </a:lnTo>
                  <a:lnTo>
                    <a:pt x="29508" y="457375"/>
                  </a:lnTo>
                  <a:lnTo>
                    <a:pt x="24590" y="457375"/>
                  </a:lnTo>
                  <a:lnTo>
                    <a:pt x="22951" y="457375"/>
                  </a:lnTo>
                  <a:lnTo>
                    <a:pt x="21311" y="455736"/>
                  </a:lnTo>
                  <a:lnTo>
                    <a:pt x="19672" y="450818"/>
                  </a:lnTo>
                  <a:lnTo>
                    <a:pt x="18033" y="447539"/>
                  </a:lnTo>
                  <a:lnTo>
                    <a:pt x="14754" y="444260"/>
                  </a:lnTo>
                  <a:lnTo>
                    <a:pt x="13114" y="440981"/>
                  </a:lnTo>
                  <a:lnTo>
                    <a:pt x="13114" y="440981"/>
                  </a:lnTo>
                  <a:lnTo>
                    <a:pt x="11475" y="437703"/>
                  </a:lnTo>
                  <a:lnTo>
                    <a:pt x="8197" y="432785"/>
                  </a:lnTo>
                  <a:lnTo>
                    <a:pt x="6557" y="429506"/>
                  </a:lnTo>
                  <a:lnTo>
                    <a:pt x="4918" y="426228"/>
                  </a:lnTo>
                  <a:lnTo>
                    <a:pt x="4918" y="421309"/>
                  </a:lnTo>
                  <a:lnTo>
                    <a:pt x="3278" y="418031"/>
                  </a:lnTo>
                  <a:lnTo>
                    <a:pt x="3278" y="418031"/>
                  </a:lnTo>
                  <a:lnTo>
                    <a:pt x="3278" y="414752"/>
                  </a:lnTo>
                  <a:lnTo>
                    <a:pt x="1639" y="409834"/>
                  </a:lnTo>
                  <a:lnTo>
                    <a:pt x="1639" y="406556"/>
                  </a:lnTo>
                  <a:lnTo>
                    <a:pt x="0" y="403277"/>
                  </a:lnTo>
                  <a:lnTo>
                    <a:pt x="0" y="401637"/>
                  </a:lnTo>
                  <a:lnTo>
                    <a:pt x="0" y="39835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73" name="Freeform 3272">
              <a:extLst>
                <a:ext uri="{FF2B5EF4-FFF2-40B4-BE49-F238E27FC236}">
                  <a16:creationId xmlns:a16="http://schemas.microsoft.com/office/drawing/2014/main" id="{EBAEE07E-5A29-6647-AFF6-285DB307E98D}"/>
                </a:ext>
              </a:extLst>
            </p:cNvPr>
            <p:cNvSpPr/>
            <p:nvPr/>
          </p:nvSpPr>
          <p:spPr>
            <a:xfrm>
              <a:off x="6050098" y="1116550"/>
              <a:ext cx="349178" cy="398358"/>
            </a:xfrm>
            <a:custGeom>
              <a:avLst/>
              <a:gdLst>
                <a:gd name="connsiteX0" fmla="*/ 0 w 349178"/>
                <a:gd name="connsiteY0" fmla="*/ 39344 h 398358"/>
                <a:gd name="connsiteX1" fmla="*/ 4918 w 349178"/>
                <a:gd name="connsiteY1" fmla="*/ 37705 h 398358"/>
                <a:gd name="connsiteX2" fmla="*/ 9836 w 349178"/>
                <a:gd name="connsiteY2" fmla="*/ 39344 h 398358"/>
                <a:gd name="connsiteX3" fmla="*/ 14754 w 349178"/>
                <a:gd name="connsiteY3" fmla="*/ 37705 h 398358"/>
                <a:gd name="connsiteX4" fmla="*/ 11475 w 349178"/>
                <a:gd name="connsiteY4" fmla="*/ 34426 h 398358"/>
                <a:gd name="connsiteX5" fmla="*/ 18032 w 349178"/>
                <a:gd name="connsiteY5" fmla="*/ 29508 h 398358"/>
                <a:gd name="connsiteX6" fmla="*/ 22951 w 349178"/>
                <a:gd name="connsiteY6" fmla="*/ 29508 h 398358"/>
                <a:gd name="connsiteX7" fmla="*/ 27868 w 349178"/>
                <a:gd name="connsiteY7" fmla="*/ 31147 h 398358"/>
                <a:gd name="connsiteX8" fmla="*/ 36065 w 349178"/>
                <a:gd name="connsiteY8" fmla="*/ 37705 h 398358"/>
                <a:gd name="connsiteX9" fmla="*/ 37705 w 349178"/>
                <a:gd name="connsiteY9" fmla="*/ 37705 h 398358"/>
                <a:gd name="connsiteX10" fmla="*/ 40983 w 349178"/>
                <a:gd name="connsiteY10" fmla="*/ 40983 h 398358"/>
                <a:gd name="connsiteX11" fmla="*/ 44262 w 349178"/>
                <a:gd name="connsiteY11" fmla="*/ 42623 h 398358"/>
                <a:gd name="connsiteX12" fmla="*/ 49180 w 349178"/>
                <a:gd name="connsiteY12" fmla="*/ 45901 h 398358"/>
                <a:gd name="connsiteX13" fmla="*/ 52458 w 349178"/>
                <a:gd name="connsiteY13" fmla="*/ 50819 h 398358"/>
                <a:gd name="connsiteX14" fmla="*/ 57377 w 349178"/>
                <a:gd name="connsiteY14" fmla="*/ 50819 h 398358"/>
                <a:gd name="connsiteX15" fmla="*/ 63934 w 349178"/>
                <a:gd name="connsiteY15" fmla="*/ 52459 h 398358"/>
                <a:gd name="connsiteX16" fmla="*/ 67212 w 349178"/>
                <a:gd name="connsiteY16" fmla="*/ 52459 h 398358"/>
                <a:gd name="connsiteX17" fmla="*/ 73770 w 349178"/>
                <a:gd name="connsiteY17" fmla="*/ 54098 h 398358"/>
                <a:gd name="connsiteX18" fmla="*/ 78688 w 349178"/>
                <a:gd name="connsiteY18" fmla="*/ 54098 h 398358"/>
                <a:gd name="connsiteX19" fmla="*/ 81967 w 349178"/>
                <a:gd name="connsiteY19" fmla="*/ 52459 h 398358"/>
                <a:gd name="connsiteX20" fmla="*/ 86885 w 349178"/>
                <a:gd name="connsiteY20" fmla="*/ 52459 h 398358"/>
                <a:gd name="connsiteX21" fmla="*/ 90164 w 349178"/>
                <a:gd name="connsiteY21" fmla="*/ 47541 h 398358"/>
                <a:gd name="connsiteX22" fmla="*/ 95081 w 349178"/>
                <a:gd name="connsiteY22" fmla="*/ 47541 h 398358"/>
                <a:gd name="connsiteX23" fmla="*/ 98360 w 349178"/>
                <a:gd name="connsiteY23" fmla="*/ 49180 h 398358"/>
                <a:gd name="connsiteX24" fmla="*/ 103278 w 349178"/>
                <a:gd name="connsiteY24" fmla="*/ 50819 h 398358"/>
                <a:gd name="connsiteX25" fmla="*/ 108196 w 349178"/>
                <a:gd name="connsiteY25" fmla="*/ 52459 h 398358"/>
                <a:gd name="connsiteX26" fmla="*/ 111475 w 349178"/>
                <a:gd name="connsiteY26" fmla="*/ 52459 h 398358"/>
                <a:gd name="connsiteX27" fmla="*/ 116393 w 349178"/>
                <a:gd name="connsiteY27" fmla="*/ 54098 h 398358"/>
                <a:gd name="connsiteX28" fmla="*/ 119671 w 349178"/>
                <a:gd name="connsiteY28" fmla="*/ 55737 h 398358"/>
                <a:gd name="connsiteX29" fmla="*/ 122950 w 349178"/>
                <a:gd name="connsiteY29" fmla="*/ 57377 h 398358"/>
                <a:gd name="connsiteX30" fmla="*/ 124589 w 349178"/>
                <a:gd name="connsiteY30" fmla="*/ 54098 h 398358"/>
                <a:gd name="connsiteX31" fmla="*/ 127868 w 349178"/>
                <a:gd name="connsiteY31" fmla="*/ 54098 h 398358"/>
                <a:gd name="connsiteX32" fmla="*/ 129508 w 349178"/>
                <a:gd name="connsiteY32" fmla="*/ 50819 h 398358"/>
                <a:gd name="connsiteX33" fmla="*/ 131147 w 349178"/>
                <a:gd name="connsiteY33" fmla="*/ 47541 h 398358"/>
                <a:gd name="connsiteX34" fmla="*/ 134425 w 349178"/>
                <a:gd name="connsiteY34" fmla="*/ 45901 h 398358"/>
                <a:gd name="connsiteX35" fmla="*/ 136065 w 349178"/>
                <a:gd name="connsiteY35" fmla="*/ 44262 h 398358"/>
                <a:gd name="connsiteX36" fmla="*/ 140983 w 349178"/>
                <a:gd name="connsiteY36" fmla="*/ 45901 h 398358"/>
                <a:gd name="connsiteX37" fmla="*/ 144261 w 349178"/>
                <a:gd name="connsiteY37" fmla="*/ 42623 h 398358"/>
                <a:gd name="connsiteX38" fmla="*/ 144261 w 349178"/>
                <a:gd name="connsiteY38" fmla="*/ 37705 h 398358"/>
                <a:gd name="connsiteX39" fmla="*/ 142622 w 349178"/>
                <a:gd name="connsiteY39" fmla="*/ 34426 h 398358"/>
                <a:gd name="connsiteX40" fmla="*/ 142622 w 349178"/>
                <a:gd name="connsiteY40" fmla="*/ 29508 h 398358"/>
                <a:gd name="connsiteX41" fmla="*/ 145901 w 349178"/>
                <a:gd name="connsiteY41" fmla="*/ 26229 h 398358"/>
                <a:gd name="connsiteX42" fmla="*/ 144261 w 349178"/>
                <a:gd name="connsiteY42" fmla="*/ 24590 h 398358"/>
                <a:gd name="connsiteX43" fmla="*/ 145901 w 349178"/>
                <a:gd name="connsiteY43" fmla="*/ 21311 h 398358"/>
                <a:gd name="connsiteX44" fmla="*/ 147540 w 349178"/>
                <a:gd name="connsiteY44" fmla="*/ 18033 h 398358"/>
                <a:gd name="connsiteX45" fmla="*/ 147540 w 349178"/>
                <a:gd name="connsiteY45" fmla="*/ 16393 h 398358"/>
                <a:gd name="connsiteX46" fmla="*/ 147540 w 349178"/>
                <a:gd name="connsiteY46" fmla="*/ 16393 h 398358"/>
                <a:gd name="connsiteX47" fmla="*/ 150819 w 349178"/>
                <a:gd name="connsiteY47" fmla="*/ 14754 h 398358"/>
                <a:gd name="connsiteX48" fmla="*/ 155737 w 349178"/>
                <a:gd name="connsiteY48" fmla="*/ 13115 h 398358"/>
                <a:gd name="connsiteX49" fmla="*/ 159015 w 349178"/>
                <a:gd name="connsiteY49" fmla="*/ 9836 h 398358"/>
                <a:gd name="connsiteX50" fmla="*/ 162294 w 349178"/>
                <a:gd name="connsiteY50" fmla="*/ 6557 h 398358"/>
                <a:gd name="connsiteX51" fmla="*/ 165573 w 349178"/>
                <a:gd name="connsiteY51" fmla="*/ 4918 h 398358"/>
                <a:gd name="connsiteX52" fmla="*/ 170491 w 349178"/>
                <a:gd name="connsiteY52" fmla="*/ 4918 h 398358"/>
                <a:gd name="connsiteX53" fmla="*/ 173769 w 349178"/>
                <a:gd name="connsiteY53" fmla="*/ 6557 h 398358"/>
                <a:gd name="connsiteX54" fmla="*/ 177048 w 349178"/>
                <a:gd name="connsiteY54" fmla="*/ 6557 h 398358"/>
                <a:gd name="connsiteX55" fmla="*/ 181966 w 349178"/>
                <a:gd name="connsiteY55" fmla="*/ 6557 h 398358"/>
                <a:gd name="connsiteX56" fmla="*/ 185245 w 349178"/>
                <a:gd name="connsiteY56" fmla="*/ 4918 h 398358"/>
                <a:gd name="connsiteX57" fmla="*/ 185245 w 349178"/>
                <a:gd name="connsiteY57" fmla="*/ 3279 h 398358"/>
                <a:gd name="connsiteX58" fmla="*/ 186884 w 349178"/>
                <a:gd name="connsiteY58" fmla="*/ 3279 h 398358"/>
                <a:gd name="connsiteX59" fmla="*/ 190163 w 349178"/>
                <a:gd name="connsiteY59" fmla="*/ 1639 h 398358"/>
                <a:gd name="connsiteX60" fmla="*/ 193442 w 349178"/>
                <a:gd name="connsiteY60" fmla="*/ 1639 h 398358"/>
                <a:gd name="connsiteX61" fmla="*/ 198359 w 349178"/>
                <a:gd name="connsiteY61" fmla="*/ 0 h 398358"/>
                <a:gd name="connsiteX62" fmla="*/ 201638 w 349178"/>
                <a:gd name="connsiteY62" fmla="*/ 3279 h 398358"/>
                <a:gd name="connsiteX63" fmla="*/ 206556 w 349178"/>
                <a:gd name="connsiteY63" fmla="*/ 8197 h 398358"/>
                <a:gd name="connsiteX64" fmla="*/ 213114 w 349178"/>
                <a:gd name="connsiteY64" fmla="*/ 9836 h 398358"/>
                <a:gd name="connsiteX65" fmla="*/ 221310 w 349178"/>
                <a:gd name="connsiteY65" fmla="*/ 13115 h 398358"/>
                <a:gd name="connsiteX66" fmla="*/ 227868 w 349178"/>
                <a:gd name="connsiteY66" fmla="*/ 14754 h 398358"/>
                <a:gd name="connsiteX67" fmla="*/ 236064 w 349178"/>
                <a:gd name="connsiteY67" fmla="*/ 16393 h 398358"/>
                <a:gd name="connsiteX68" fmla="*/ 236064 w 349178"/>
                <a:gd name="connsiteY68" fmla="*/ 16393 h 398358"/>
                <a:gd name="connsiteX69" fmla="*/ 239343 w 349178"/>
                <a:gd name="connsiteY69" fmla="*/ 19672 h 398358"/>
                <a:gd name="connsiteX70" fmla="*/ 240982 w 349178"/>
                <a:gd name="connsiteY70" fmla="*/ 24590 h 398358"/>
                <a:gd name="connsiteX71" fmla="*/ 234425 w 349178"/>
                <a:gd name="connsiteY71" fmla="*/ 29508 h 398358"/>
                <a:gd name="connsiteX72" fmla="*/ 229507 w 349178"/>
                <a:gd name="connsiteY72" fmla="*/ 32787 h 398358"/>
                <a:gd name="connsiteX73" fmla="*/ 229507 w 349178"/>
                <a:gd name="connsiteY73" fmla="*/ 37705 h 398358"/>
                <a:gd name="connsiteX74" fmla="*/ 234425 w 349178"/>
                <a:gd name="connsiteY74" fmla="*/ 40983 h 398358"/>
                <a:gd name="connsiteX75" fmla="*/ 236064 w 349178"/>
                <a:gd name="connsiteY75" fmla="*/ 40983 h 398358"/>
                <a:gd name="connsiteX76" fmla="*/ 231146 w 349178"/>
                <a:gd name="connsiteY76" fmla="*/ 40983 h 398358"/>
                <a:gd name="connsiteX77" fmla="*/ 227868 w 349178"/>
                <a:gd name="connsiteY77" fmla="*/ 42623 h 398358"/>
                <a:gd name="connsiteX78" fmla="*/ 222949 w 349178"/>
                <a:gd name="connsiteY78" fmla="*/ 44262 h 398358"/>
                <a:gd name="connsiteX79" fmla="*/ 221310 w 349178"/>
                <a:gd name="connsiteY79" fmla="*/ 44262 h 398358"/>
                <a:gd name="connsiteX80" fmla="*/ 219671 w 349178"/>
                <a:gd name="connsiteY80" fmla="*/ 45901 h 398358"/>
                <a:gd name="connsiteX81" fmla="*/ 222949 w 349178"/>
                <a:gd name="connsiteY81" fmla="*/ 45901 h 398358"/>
                <a:gd name="connsiteX82" fmla="*/ 227868 w 349178"/>
                <a:gd name="connsiteY82" fmla="*/ 45901 h 398358"/>
                <a:gd name="connsiteX83" fmla="*/ 229507 w 349178"/>
                <a:gd name="connsiteY83" fmla="*/ 49180 h 398358"/>
                <a:gd name="connsiteX84" fmla="*/ 226228 w 349178"/>
                <a:gd name="connsiteY84" fmla="*/ 52459 h 398358"/>
                <a:gd name="connsiteX85" fmla="*/ 222949 w 349178"/>
                <a:gd name="connsiteY85" fmla="*/ 57377 h 398358"/>
                <a:gd name="connsiteX86" fmla="*/ 222949 w 349178"/>
                <a:gd name="connsiteY86" fmla="*/ 59016 h 398358"/>
                <a:gd name="connsiteX87" fmla="*/ 222949 w 349178"/>
                <a:gd name="connsiteY87" fmla="*/ 60656 h 398358"/>
                <a:gd name="connsiteX88" fmla="*/ 226228 w 349178"/>
                <a:gd name="connsiteY88" fmla="*/ 63934 h 398358"/>
                <a:gd name="connsiteX89" fmla="*/ 229507 w 349178"/>
                <a:gd name="connsiteY89" fmla="*/ 67213 h 398358"/>
                <a:gd name="connsiteX90" fmla="*/ 234425 w 349178"/>
                <a:gd name="connsiteY90" fmla="*/ 72131 h 398358"/>
                <a:gd name="connsiteX91" fmla="*/ 237704 w 349178"/>
                <a:gd name="connsiteY91" fmla="*/ 72131 h 398358"/>
                <a:gd name="connsiteX92" fmla="*/ 240982 w 349178"/>
                <a:gd name="connsiteY92" fmla="*/ 73770 h 398358"/>
                <a:gd name="connsiteX93" fmla="*/ 244261 w 349178"/>
                <a:gd name="connsiteY93" fmla="*/ 73770 h 398358"/>
                <a:gd name="connsiteX94" fmla="*/ 249179 w 349178"/>
                <a:gd name="connsiteY94" fmla="*/ 75409 h 398358"/>
                <a:gd name="connsiteX95" fmla="*/ 252458 w 349178"/>
                <a:gd name="connsiteY95" fmla="*/ 77049 h 398358"/>
                <a:gd name="connsiteX96" fmla="*/ 257376 w 349178"/>
                <a:gd name="connsiteY96" fmla="*/ 80328 h 398358"/>
                <a:gd name="connsiteX97" fmla="*/ 260654 w 349178"/>
                <a:gd name="connsiteY97" fmla="*/ 85246 h 398358"/>
                <a:gd name="connsiteX98" fmla="*/ 265572 w 349178"/>
                <a:gd name="connsiteY98" fmla="*/ 86885 h 398358"/>
                <a:gd name="connsiteX99" fmla="*/ 268851 w 349178"/>
                <a:gd name="connsiteY99" fmla="*/ 88524 h 398358"/>
                <a:gd name="connsiteX100" fmla="*/ 272130 w 349178"/>
                <a:gd name="connsiteY100" fmla="*/ 90164 h 398358"/>
                <a:gd name="connsiteX101" fmla="*/ 272130 w 349178"/>
                <a:gd name="connsiteY101" fmla="*/ 90164 h 398358"/>
                <a:gd name="connsiteX102" fmla="*/ 272130 w 349178"/>
                <a:gd name="connsiteY102" fmla="*/ 95082 h 398358"/>
                <a:gd name="connsiteX103" fmla="*/ 268851 w 349178"/>
                <a:gd name="connsiteY103" fmla="*/ 98360 h 398358"/>
                <a:gd name="connsiteX104" fmla="*/ 265572 w 349178"/>
                <a:gd name="connsiteY104" fmla="*/ 101639 h 398358"/>
                <a:gd name="connsiteX105" fmla="*/ 262294 w 349178"/>
                <a:gd name="connsiteY105" fmla="*/ 104918 h 398358"/>
                <a:gd name="connsiteX106" fmla="*/ 257376 w 349178"/>
                <a:gd name="connsiteY106" fmla="*/ 108196 h 398358"/>
                <a:gd name="connsiteX107" fmla="*/ 254097 w 349178"/>
                <a:gd name="connsiteY107" fmla="*/ 111475 h 398358"/>
                <a:gd name="connsiteX108" fmla="*/ 250818 w 349178"/>
                <a:gd name="connsiteY108" fmla="*/ 114754 h 398358"/>
                <a:gd name="connsiteX109" fmla="*/ 249179 w 349178"/>
                <a:gd name="connsiteY109" fmla="*/ 118032 h 398358"/>
                <a:gd name="connsiteX110" fmla="*/ 250818 w 349178"/>
                <a:gd name="connsiteY110" fmla="*/ 121311 h 398358"/>
                <a:gd name="connsiteX111" fmla="*/ 254097 w 349178"/>
                <a:gd name="connsiteY111" fmla="*/ 124590 h 398358"/>
                <a:gd name="connsiteX112" fmla="*/ 257376 w 349178"/>
                <a:gd name="connsiteY112" fmla="*/ 127868 h 398358"/>
                <a:gd name="connsiteX113" fmla="*/ 260654 w 349178"/>
                <a:gd name="connsiteY113" fmla="*/ 131147 h 398358"/>
                <a:gd name="connsiteX114" fmla="*/ 263933 w 349178"/>
                <a:gd name="connsiteY114" fmla="*/ 134426 h 398358"/>
                <a:gd name="connsiteX115" fmla="*/ 267212 w 349178"/>
                <a:gd name="connsiteY115" fmla="*/ 137704 h 398358"/>
                <a:gd name="connsiteX116" fmla="*/ 268851 w 349178"/>
                <a:gd name="connsiteY116" fmla="*/ 140983 h 398358"/>
                <a:gd name="connsiteX117" fmla="*/ 272130 w 349178"/>
                <a:gd name="connsiteY117" fmla="*/ 144262 h 398358"/>
                <a:gd name="connsiteX118" fmla="*/ 275408 w 349178"/>
                <a:gd name="connsiteY118" fmla="*/ 147540 h 398358"/>
                <a:gd name="connsiteX119" fmla="*/ 280326 w 349178"/>
                <a:gd name="connsiteY119" fmla="*/ 152458 h 398358"/>
                <a:gd name="connsiteX120" fmla="*/ 281966 w 349178"/>
                <a:gd name="connsiteY120" fmla="*/ 155737 h 398358"/>
                <a:gd name="connsiteX121" fmla="*/ 281966 w 349178"/>
                <a:gd name="connsiteY121" fmla="*/ 155737 h 398358"/>
                <a:gd name="connsiteX122" fmla="*/ 285245 w 349178"/>
                <a:gd name="connsiteY122" fmla="*/ 160655 h 398358"/>
                <a:gd name="connsiteX123" fmla="*/ 286884 w 349178"/>
                <a:gd name="connsiteY123" fmla="*/ 162294 h 398358"/>
                <a:gd name="connsiteX124" fmla="*/ 288523 w 349178"/>
                <a:gd name="connsiteY124" fmla="*/ 165573 h 398358"/>
                <a:gd name="connsiteX125" fmla="*/ 283605 w 349178"/>
                <a:gd name="connsiteY125" fmla="*/ 167212 h 398358"/>
                <a:gd name="connsiteX126" fmla="*/ 280326 w 349178"/>
                <a:gd name="connsiteY126" fmla="*/ 167212 h 398358"/>
                <a:gd name="connsiteX127" fmla="*/ 277048 w 349178"/>
                <a:gd name="connsiteY127" fmla="*/ 168852 h 398358"/>
                <a:gd name="connsiteX128" fmla="*/ 280326 w 349178"/>
                <a:gd name="connsiteY128" fmla="*/ 170491 h 398358"/>
                <a:gd name="connsiteX129" fmla="*/ 277048 w 349178"/>
                <a:gd name="connsiteY129" fmla="*/ 173770 h 398358"/>
                <a:gd name="connsiteX130" fmla="*/ 278687 w 349178"/>
                <a:gd name="connsiteY130" fmla="*/ 178688 h 398358"/>
                <a:gd name="connsiteX131" fmla="*/ 275408 w 349178"/>
                <a:gd name="connsiteY131" fmla="*/ 181966 h 398358"/>
                <a:gd name="connsiteX132" fmla="*/ 277048 w 349178"/>
                <a:gd name="connsiteY132" fmla="*/ 185245 h 398358"/>
                <a:gd name="connsiteX133" fmla="*/ 280326 w 349178"/>
                <a:gd name="connsiteY133" fmla="*/ 185245 h 398358"/>
                <a:gd name="connsiteX134" fmla="*/ 283605 w 349178"/>
                <a:gd name="connsiteY134" fmla="*/ 188524 h 398358"/>
                <a:gd name="connsiteX135" fmla="*/ 280326 w 349178"/>
                <a:gd name="connsiteY135" fmla="*/ 190163 h 398358"/>
                <a:gd name="connsiteX136" fmla="*/ 277048 w 349178"/>
                <a:gd name="connsiteY136" fmla="*/ 193442 h 398358"/>
                <a:gd name="connsiteX137" fmla="*/ 278687 w 349178"/>
                <a:gd name="connsiteY137" fmla="*/ 196720 h 398358"/>
                <a:gd name="connsiteX138" fmla="*/ 281966 w 349178"/>
                <a:gd name="connsiteY138" fmla="*/ 199999 h 398358"/>
                <a:gd name="connsiteX139" fmla="*/ 286884 w 349178"/>
                <a:gd name="connsiteY139" fmla="*/ 201638 h 398358"/>
                <a:gd name="connsiteX140" fmla="*/ 290162 w 349178"/>
                <a:gd name="connsiteY140" fmla="*/ 201638 h 398358"/>
                <a:gd name="connsiteX141" fmla="*/ 293441 w 349178"/>
                <a:gd name="connsiteY141" fmla="*/ 201638 h 398358"/>
                <a:gd name="connsiteX142" fmla="*/ 296720 w 349178"/>
                <a:gd name="connsiteY142" fmla="*/ 204917 h 398358"/>
                <a:gd name="connsiteX143" fmla="*/ 291802 w 349178"/>
                <a:gd name="connsiteY143" fmla="*/ 208196 h 398358"/>
                <a:gd name="connsiteX144" fmla="*/ 290162 w 349178"/>
                <a:gd name="connsiteY144" fmla="*/ 209835 h 398358"/>
                <a:gd name="connsiteX145" fmla="*/ 291802 w 349178"/>
                <a:gd name="connsiteY145" fmla="*/ 211474 h 398358"/>
                <a:gd name="connsiteX146" fmla="*/ 291802 w 349178"/>
                <a:gd name="connsiteY146" fmla="*/ 211474 h 398358"/>
                <a:gd name="connsiteX147" fmla="*/ 293441 w 349178"/>
                <a:gd name="connsiteY147" fmla="*/ 216393 h 398358"/>
                <a:gd name="connsiteX148" fmla="*/ 296720 w 349178"/>
                <a:gd name="connsiteY148" fmla="*/ 218032 h 398358"/>
                <a:gd name="connsiteX149" fmla="*/ 301638 w 349178"/>
                <a:gd name="connsiteY149" fmla="*/ 219671 h 398358"/>
                <a:gd name="connsiteX150" fmla="*/ 304916 w 349178"/>
                <a:gd name="connsiteY150" fmla="*/ 221310 h 398358"/>
                <a:gd name="connsiteX151" fmla="*/ 308195 w 349178"/>
                <a:gd name="connsiteY151" fmla="*/ 222950 h 398358"/>
                <a:gd name="connsiteX152" fmla="*/ 309835 w 349178"/>
                <a:gd name="connsiteY152" fmla="*/ 226229 h 398358"/>
                <a:gd name="connsiteX153" fmla="*/ 311474 w 349178"/>
                <a:gd name="connsiteY153" fmla="*/ 229507 h 398358"/>
                <a:gd name="connsiteX154" fmla="*/ 308195 w 349178"/>
                <a:gd name="connsiteY154" fmla="*/ 234425 h 398358"/>
                <a:gd name="connsiteX155" fmla="*/ 304916 w 349178"/>
                <a:gd name="connsiteY155" fmla="*/ 236065 h 398358"/>
                <a:gd name="connsiteX156" fmla="*/ 301638 w 349178"/>
                <a:gd name="connsiteY156" fmla="*/ 240983 h 398358"/>
                <a:gd name="connsiteX157" fmla="*/ 296720 w 349178"/>
                <a:gd name="connsiteY157" fmla="*/ 240983 h 398358"/>
                <a:gd name="connsiteX158" fmla="*/ 296720 w 349178"/>
                <a:gd name="connsiteY158" fmla="*/ 242622 h 398358"/>
                <a:gd name="connsiteX159" fmla="*/ 295081 w 349178"/>
                <a:gd name="connsiteY159" fmla="*/ 242622 h 398358"/>
                <a:gd name="connsiteX160" fmla="*/ 296720 w 349178"/>
                <a:gd name="connsiteY160" fmla="*/ 242622 h 398358"/>
                <a:gd name="connsiteX161" fmla="*/ 299998 w 349178"/>
                <a:gd name="connsiteY161" fmla="*/ 245901 h 398358"/>
                <a:gd name="connsiteX162" fmla="*/ 303277 w 349178"/>
                <a:gd name="connsiteY162" fmla="*/ 247540 h 398358"/>
                <a:gd name="connsiteX163" fmla="*/ 304916 w 349178"/>
                <a:gd name="connsiteY163" fmla="*/ 249179 h 398358"/>
                <a:gd name="connsiteX164" fmla="*/ 309835 w 349178"/>
                <a:gd name="connsiteY164" fmla="*/ 250819 h 398358"/>
                <a:gd name="connsiteX165" fmla="*/ 313113 w 349178"/>
                <a:gd name="connsiteY165" fmla="*/ 252458 h 398358"/>
                <a:gd name="connsiteX166" fmla="*/ 316392 w 349178"/>
                <a:gd name="connsiteY166" fmla="*/ 254097 h 398358"/>
                <a:gd name="connsiteX167" fmla="*/ 319671 w 349178"/>
                <a:gd name="connsiteY167" fmla="*/ 255737 h 398358"/>
                <a:gd name="connsiteX168" fmla="*/ 324588 w 349178"/>
                <a:gd name="connsiteY168" fmla="*/ 257376 h 398358"/>
                <a:gd name="connsiteX169" fmla="*/ 327867 w 349178"/>
                <a:gd name="connsiteY169" fmla="*/ 259015 h 398358"/>
                <a:gd name="connsiteX170" fmla="*/ 331146 w 349178"/>
                <a:gd name="connsiteY170" fmla="*/ 260655 h 398358"/>
                <a:gd name="connsiteX171" fmla="*/ 336064 w 349178"/>
                <a:gd name="connsiteY171" fmla="*/ 262294 h 398358"/>
                <a:gd name="connsiteX172" fmla="*/ 337703 w 349178"/>
                <a:gd name="connsiteY172" fmla="*/ 267212 h 398358"/>
                <a:gd name="connsiteX173" fmla="*/ 340982 w 349178"/>
                <a:gd name="connsiteY173" fmla="*/ 268851 h 398358"/>
                <a:gd name="connsiteX174" fmla="*/ 345900 w 349178"/>
                <a:gd name="connsiteY174" fmla="*/ 272130 h 398358"/>
                <a:gd name="connsiteX175" fmla="*/ 349179 w 349178"/>
                <a:gd name="connsiteY175" fmla="*/ 275409 h 398358"/>
                <a:gd name="connsiteX176" fmla="*/ 345900 w 349178"/>
                <a:gd name="connsiteY176" fmla="*/ 278687 h 398358"/>
                <a:gd name="connsiteX177" fmla="*/ 344261 w 349178"/>
                <a:gd name="connsiteY177" fmla="*/ 281966 h 398358"/>
                <a:gd name="connsiteX178" fmla="*/ 342621 w 349178"/>
                <a:gd name="connsiteY178" fmla="*/ 286884 h 398358"/>
                <a:gd name="connsiteX179" fmla="*/ 342621 w 349178"/>
                <a:gd name="connsiteY179" fmla="*/ 290163 h 398358"/>
                <a:gd name="connsiteX180" fmla="*/ 337703 w 349178"/>
                <a:gd name="connsiteY180" fmla="*/ 293441 h 398358"/>
                <a:gd name="connsiteX181" fmla="*/ 334425 w 349178"/>
                <a:gd name="connsiteY181" fmla="*/ 296720 h 398358"/>
                <a:gd name="connsiteX182" fmla="*/ 331146 w 349178"/>
                <a:gd name="connsiteY182" fmla="*/ 299999 h 398358"/>
                <a:gd name="connsiteX183" fmla="*/ 326228 w 349178"/>
                <a:gd name="connsiteY183" fmla="*/ 303277 h 398358"/>
                <a:gd name="connsiteX184" fmla="*/ 324588 w 349178"/>
                <a:gd name="connsiteY184" fmla="*/ 304917 h 398358"/>
                <a:gd name="connsiteX185" fmla="*/ 321310 w 349178"/>
                <a:gd name="connsiteY185" fmla="*/ 308195 h 398358"/>
                <a:gd name="connsiteX186" fmla="*/ 316392 w 349178"/>
                <a:gd name="connsiteY186" fmla="*/ 311474 h 398358"/>
                <a:gd name="connsiteX187" fmla="*/ 313113 w 349178"/>
                <a:gd name="connsiteY187" fmla="*/ 314753 h 398358"/>
                <a:gd name="connsiteX188" fmla="*/ 311474 w 349178"/>
                <a:gd name="connsiteY188" fmla="*/ 316392 h 398358"/>
                <a:gd name="connsiteX189" fmla="*/ 311474 w 349178"/>
                <a:gd name="connsiteY189" fmla="*/ 316392 h 398358"/>
                <a:gd name="connsiteX190" fmla="*/ 309835 w 349178"/>
                <a:gd name="connsiteY190" fmla="*/ 319671 h 398358"/>
                <a:gd name="connsiteX191" fmla="*/ 308195 w 349178"/>
                <a:gd name="connsiteY191" fmla="*/ 321310 h 398358"/>
                <a:gd name="connsiteX192" fmla="*/ 304916 w 349178"/>
                <a:gd name="connsiteY192" fmla="*/ 324589 h 398358"/>
                <a:gd name="connsiteX193" fmla="*/ 301638 w 349178"/>
                <a:gd name="connsiteY193" fmla="*/ 327867 h 398358"/>
                <a:gd name="connsiteX194" fmla="*/ 298359 w 349178"/>
                <a:gd name="connsiteY194" fmla="*/ 331146 h 398358"/>
                <a:gd name="connsiteX195" fmla="*/ 295081 w 349178"/>
                <a:gd name="connsiteY195" fmla="*/ 331146 h 398358"/>
                <a:gd name="connsiteX196" fmla="*/ 295081 w 349178"/>
                <a:gd name="connsiteY196" fmla="*/ 332785 h 398358"/>
                <a:gd name="connsiteX197" fmla="*/ 295081 w 349178"/>
                <a:gd name="connsiteY197" fmla="*/ 332785 h 398358"/>
                <a:gd name="connsiteX198" fmla="*/ 291802 w 349178"/>
                <a:gd name="connsiteY198" fmla="*/ 336064 h 398358"/>
                <a:gd name="connsiteX199" fmla="*/ 288523 w 349178"/>
                <a:gd name="connsiteY199" fmla="*/ 339343 h 398358"/>
                <a:gd name="connsiteX200" fmla="*/ 285245 w 349178"/>
                <a:gd name="connsiteY200" fmla="*/ 342621 h 398358"/>
                <a:gd name="connsiteX201" fmla="*/ 281966 w 349178"/>
                <a:gd name="connsiteY201" fmla="*/ 344261 h 398358"/>
                <a:gd name="connsiteX202" fmla="*/ 278687 w 349178"/>
                <a:gd name="connsiteY202" fmla="*/ 345900 h 398358"/>
                <a:gd name="connsiteX203" fmla="*/ 277048 w 349178"/>
                <a:gd name="connsiteY203" fmla="*/ 345900 h 398358"/>
                <a:gd name="connsiteX204" fmla="*/ 277048 w 349178"/>
                <a:gd name="connsiteY204" fmla="*/ 347539 h 398358"/>
                <a:gd name="connsiteX205" fmla="*/ 272130 w 349178"/>
                <a:gd name="connsiteY205" fmla="*/ 349179 h 398358"/>
                <a:gd name="connsiteX206" fmla="*/ 268851 w 349178"/>
                <a:gd name="connsiteY206" fmla="*/ 352457 h 398358"/>
                <a:gd name="connsiteX207" fmla="*/ 267212 w 349178"/>
                <a:gd name="connsiteY207" fmla="*/ 352457 h 398358"/>
                <a:gd name="connsiteX208" fmla="*/ 267212 w 349178"/>
                <a:gd name="connsiteY208" fmla="*/ 354097 h 398358"/>
                <a:gd name="connsiteX209" fmla="*/ 263933 w 349178"/>
                <a:gd name="connsiteY209" fmla="*/ 355736 h 398358"/>
                <a:gd name="connsiteX210" fmla="*/ 262294 w 349178"/>
                <a:gd name="connsiteY210" fmla="*/ 357375 h 398358"/>
                <a:gd name="connsiteX211" fmla="*/ 259015 w 349178"/>
                <a:gd name="connsiteY211" fmla="*/ 360654 h 398358"/>
                <a:gd name="connsiteX212" fmla="*/ 257376 w 349178"/>
                <a:gd name="connsiteY212" fmla="*/ 362293 h 398358"/>
                <a:gd name="connsiteX213" fmla="*/ 252458 w 349178"/>
                <a:gd name="connsiteY213" fmla="*/ 365572 h 398358"/>
                <a:gd name="connsiteX214" fmla="*/ 249179 w 349178"/>
                <a:gd name="connsiteY214" fmla="*/ 367211 h 398358"/>
                <a:gd name="connsiteX215" fmla="*/ 247539 w 349178"/>
                <a:gd name="connsiteY215" fmla="*/ 368851 h 398358"/>
                <a:gd name="connsiteX216" fmla="*/ 247539 w 349178"/>
                <a:gd name="connsiteY216" fmla="*/ 372130 h 398358"/>
                <a:gd name="connsiteX217" fmla="*/ 242622 w 349178"/>
                <a:gd name="connsiteY217" fmla="*/ 372130 h 398358"/>
                <a:gd name="connsiteX218" fmla="*/ 239343 w 349178"/>
                <a:gd name="connsiteY218" fmla="*/ 370490 h 398358"/>
                <a:gd name="connsiteX219" fmla="*/ 236064 w 349178"/>
                <a:gd name="connsiteY219" fmla="*/ 372130 h 398358"/>
                <a:gd name="connsiteX220" fmla="*/ 231146 w 349178"/>
                <a:gd name="connsiteY220" fmla="*/ 370490 h 398358"/>
                <a:gd name="connsiteX221" fmla="*/ 229507 w 349178"/>
                <a:gd name="connsiteY221" fmla="*/ 368851 h 398358"/>
                <a:gd name="connsiteX222" fmla="*/ 229507 w 349178"/>
                <a:gd name="connsiteY222" fmla="*/ 368851 h 398358"/>
                <a:gd name="connsiteX223" fmla="*/ 224589 w 349178"/>
                <a:gd name="connsiteY223" fmla="*/ 370490 h 398358"/>
                <a:gd name="connsiteX224" fmla="*/ 221310 w 349178"/>
                <a:gd name="connsiteY224" fmla="*/ 372130 h 398358"/>
                <a:gd name="connsiteX225" fmla="*/ 216392 w 349178"/>
                <a:gd name="connsiteY225" fmla="*/ 372130 h 398358"/>
                <a:gd name="connsiteX226" fmla="*/ 213114 w 349178"/>
                <a:gd name="connsiteY226" fmla="*/ 373769 h 398358"/>
                <a:gd name="connsiteX227" fmla="*/ 209835 w 349178"/>
                <a:gd name="connsiteY227" fmla="*/ 373769 h 398358"/>
                <a:gd name="connsiteX228" fmla="*/ 208195 w 349178"/>
                <a:gd name="connsiteY228" fmla="*/ 372130 h 398358"/>
                <a:gd name="connsiteX229" fmla="*/ 206556 w 349178"/>
                <a:gd name="connsiteY229" fmla="*/ 373769 h 398358"/>
                <a:gd name="connsiteX230" fmla="*/ 203278 w 349178"/>
                <a:gd name="connsiteY230" fmla="*/ 377047 h 398358"/>
                <a:gd name="connsiteX231" fmla="*/ 199999 w 349178"/>
                <a:gd name="connsiteY231" fmla="*/ 375408 h 398358"/>
                <a:gd name="connsiteX232" fmla="*/ 195081 w 349178"/>
                <a:gd name="connsiteY232" fmla="*/ 373769 h 398358"/>
                <a:gd name="connsiteX233" fmla="*/ 191802 w 349178"/>
                <a:gd name="connsiteY233" fmla="*/ 372130 h 398358"/>
                <a:gd name="connsiteX234" fmla="*/ 193442 w 349178"/>
                <a:gd name="connsiteY234" fmla="*/ 377047 h 398358"/>
                <a:gd name="connsiteX235" fmla="*/ 190163 w 349178"/>
                <a:gd name="connsiteY235" fmla="*/ 377047 h 398358"/>
                <a:gd name="connsiteX236" fmla="*/ 191802 w 349178"/>
                <a:gd name="connsiteY236" fmla="*/ 381966 h 398358"/>
                <a:gd name="connsiteX237" fmla="*/ 188524 w 349178"/>
                <a:gd name="connsiteY237" fmla="*/ 381966 h 398358"/>
                <a:gd name="connsiteX238" fmla="*/ 183605 w 349178"/>
                <a:gd name="connsiteY238" fmla="*/ 380326 h 398358"/>
                <a:gd name="connsiteX239" fmla="*/ 183605 w 349178"/>
                <a:gd name="connsiteY239" fmla="*/ 377047 h 398358"/>
                <a:gd name="connsiteX240" fmla="*/ 181966 w 349178"/>
                <a:gd name="connsiteY240" fmla="*/ 378687 h 398358"/>
                <a:gd name="connsiteX241" fmla="*/ 178688 w 349178"/>
                <a:gd name="connsiteY241" fmla="*/ 380326 h 398358"/>
                <a:gd name="connsiteX242" fmla="*/ 175409 w 349178"/>
                <a:gd name="connsiteY242" fmla="*/ 380326 h 398358"/>
                <a:gd name="connsiteX243" fmla="*/ 170491 w 349178"/>
                <a:gd name="connsiteY243" fmla="*/ 380326 h 398358"/>
                <a:gd name="connsiteX244" fmla="*/ 167212 w 349178"/>
                <a:gd name="connsiteY244" fmla="*/ 383605 h 398358"/>
                <a:gd name="connsiteX245" fmla="*/ 163934 w 349178"/>
                <a:gd name="connsiteY245" fmla="*/ 383605 h 398358"/>
                <a:gd name="connsiteX246" fmla="*/ 159015 w 349178"/>
                <a:gd name="connsiteY246" fmla="*/ 383605 h 398358"/>
                <a:gd name="connsiteX247" fmla="*/ 155737 w 349178"/>
                <a:gd name="connsiteY247" fmla="*/ 385244 h 398358"/>
                <a:gd name="connsiteX248" fmla="*/ 152458 w 349178"/>
                <a:gd name="connsiteY248" fmla="*/ 385244 h 398358"/>
                <a:gd name="connsiteX249" fmla="*/ 152458 w 349178"/>
                <a:gd name="connsiteY249" fmla="*/ 385244 h 398358"/>
                <a:gd name="connsiteX250" fmla="*/ 150819 w 349178"/>
                <a:gd name="connsiteY250" fmla="*/ 390162 h 398358"/>
                <a:gd name="connsiteX251" fmla="*/ 149179 w 349178"/>
                <a:gd name="connsiteY251" fmla="*/ 391802 h 398358"/>
                <a:gd name="connsiteX252" fmla="*/ 145901 w 349178"/>
                <a:gd name="connsiteY252" fmla="*/ 391802 h 398358"/>
                <a:gd name="connsiteX253" fmla="*/ 144261 w 349178"/>
                <a:gd name="connsiteY253" fmla="*/ 391802 h 398358"/>
                <a:gd name="connsiteX254" fmla="*/ 142622 w 349178"/>
                <a:gd name="connsiteY254" fmla="*/ 391802 h 398358"/>
                <a:gd name="connsiteX255" fmla="*/ 142622 w 349178"/>
                <a:gd name="connsiteY255" fmla="*/ 388523 h 398358"/>
                <a:gd name="connsiteX256" fmla="*/ 139344 w 349178"/>
                <a:gd name="connsiteY256" fmla="*/ 390162 h 398358"/>
                <a:gd name="connsiteX257" fmla="*/ 134425 w 349178"/>
                <a:gd name="connsiteY257" fmla="*/ 390162 h 398358"/>
                <a:gd name="connsiteX258" fmla="*/ 131147 w 349178"/>
                <a:gd name="connsiteY258" fmla="*/ 391802 h 398358"/>
                <a:gd name="connsiteX259" fmla="*/ 129508 w 349178"/>
                <a:gd name="connsiteY259" fmla="*/ 391802 h 398358"/>
                <a:gd name="connsiteX260" fmla="*/ 129508 w 349178"/>
                <a:gd name="connsiteY260" fmla="*/ 391802 h 398358"/>
                <a:gd name="connsiteX261" fmla="*/ 126229 w 349178"/>
                <a:gd name="connsiteY261" fmla="*/ 393441 h 398358"/>
                <a:gd name="connsiteX262" fmla="*/ 121311 w 349178"/>
                <a:gd name="connsiteY262" fmla="*/ 393441 h 398358"/>
                <a:gd name="connsiteX263" fmla="*/ 118032 w 349178"/>
                <a:gd name="connsiteY263" fmla="*/ 395080 h 398358"/>
                <a:gd name="connsiteX264" fmla="*/ 114754 w 349178"/>
                <a:gd name="connsiteY264" fmla="*/ 393441 h 398358"/>
                <a:gd name="connsiteX265" fmla="*/ 118032 w 349178"/>
                <a:gd name="connsiteY265" fmla="*/ 391802 h 398358"/>
                <a:gd name="connsiteX266" fmla="*/ 118032 w 349178"/>
                <a:gd name="connsiteY266" fmla="*/ 391802 h 398358"/>
                <a:gd name="connsiteX267" fmla="*/ 116393 w 349178"/>
                <a:gd name="connsiteY267" fmla="*/ 391802 h 398358"/>
                <a:gd name="connsiteX268" fmla="*/ 116393 w 349178"/>
                <a:gd name="connsiteY268" fmla="*/ 391802 h 398358"/>
                <a:gd name="connsiteX269" fmla="*/ 116393 w 349178"/>
                <a:gd name="connsiteY269" fmla="*/ 391802 h 398358"/>
                <a:gd name="connsiteX270" fmla="*/ 113114 w 349178"/>
                <a:gd name="connsiteY270" fmla="*/ 395080 h 398358"/>
                <a:gd name="connsiteX271" fmla="*/ 108196 w 349178"/>
                <a:gd name="connsiteY271" fmla="*/ 398359 h 398358"/>
                <a:gd name="connsiteX272" fmla="*/ 104917 w 349178"/>
                <a:gd name="connsiteY272" fmla="*/ 398359 h 398358"/>
                <a:gd name="connsiteX273" fmla="*/ 101639 w 349178"/>
                <a:gd name="connsiteY273" fmla="*/ 398359 h 398358"/>
                <a:gd name="connsiteX274" fmla="*/ 104917 w 349178"/>
                <a:gd name="connsiteY274" fmla="*/ 396720 h 398358"/>
                <a:gd name="connsiteX275" fmla="*/ 108196 w 349178"/>
                <a:gd name="connsiteY275" fmla="*/ 395080 h 398358"/>
                <a:gd name="connsiteX276" fmla="*/ 108196 w 349178"/>
                <a:gd name="connsiteY276" fmla="*/ 391802 h 398358"/>
                <a:gd name="connsiteX277" fmla="*/ 108196 w 349178"/>
                <a:gd name="connsiteY277" fmla="*/ 391802 h 398358"/>
                <a:gd name="connsiteX278" fmla="*/ 106557 w 349178"/>
                <a:gd name="connsiteY278" fmla="*/ 390162 h 398358"/>
                <a:gd name="connsiteX279" fmla="*/ 109835 w 349178"/>
                <a:gd name="connsiteY279" fmla="*/ 390162 h 398358"/>
                <a:gd name="connsiteX280" fmla="*/ 106557 w 349178"/>
                <a:gd name="connsiteY280" fmla="*/ 390162 h 398358"/>
                <a:gd name="connsiteX281" fmla="*/ 103278 w 349178"/>
                <a:gd name="connsiteY281" fmla="*/ 386883 h 398358"/>
                <a:gd name="connsiteX282" fmla="*/ 103278 w 349178"/>
                <a:gd name="connsiteY282" fmla="*/ 386883 h 398358"/>
                <a:gd name="connsiteX283" fmla="*/ 98360 w 349178"/>
                <a:gd name="connsiteY283" fmla="*/ 385244 h 398358"/>
                <a:gd name="connsiteX284" fmla="*/ 101639 w 349178"/>
                <a:gd name="connsiteY284" fmla="*/ 380326 h 398358"/>
                <a:gd name="connsiteX285" fmla="*/ 104917 w 349178"/>
                <a:gd name="connsiteY285" fmla="*/ 377047 h 398358"/>
                <a:gd name="connsiteX286" fmla="*/ 101639 w 349178"/>
                <a:gd name="connsiteY286" fmla="*/ 378687 h 398358"/>
                <a:gd name="connsiteX287" fmla="*/ 96721 w 349178"/>
                <a:gd name="connsiteY287" fmla="*/ 380326 h 398358"/>
                <a:gd name="connsiteX288" fmla="*/ 93442 w 349178"/>
                <a:gd name="connsiteY288" fmla="*/ 381966 h 398358"/>
                <a:gd name="connsiteX289" fmla="*/ 90164 w 349178"/>
                <a:gd name="connsiteY289" fmla="*/ 381966 h 398358"/>
                <a:gd name="connsiteX290" fmla="*/ 86885 w 349178"/>
                <a:gd name="connsiteY290" fmla="*/ 380326 h 398358"/>
                <a:gd name="connsiteX291" fmla="*/ 88524 w 349178"/>
                <a:gd name="connsiteY291" fmla="*/ 375408 h 398358"/>
                <a:gd name="connsiteX292" fmla="*/ 85245 w 349178"/>
                <a:gd name="connsiteY292" fmla="*/ 375408 h 398358"/>
                <a:gd name="connsiteX293" fmla="*/ 83606 w 349178"/>
                <a:gd name="connsiteY293" fmla="*/ 375408 h 398358"/>
                <a:gd name="connsiteX294" fmla="*/ 78688 w 349178"/>
                <a:gd name="connsiteY294" fmla="*/ 375408 h 398358"/>
                <a:gd name="connsiteX295" fmla="*/ 75409 w 349178"/>
                <a:gd name="connsiteY295" fmla="*/ 373769 h 398358"/>
                <a:gd name="connsiteX296" fmla="*/ 72131 w 349178"/>
                <a:gd name="connsiteY296" fmla="*/ 372130 h 398358"/>
                <a:gd name="connsiteX297" fmla="*/ 68852 w 349178"/>
                <a:gd name="connsiteY297" fmla="*/ 370490 h 398358"/>
                <a:gd name="connsiteX298" fmla="*/ 65573 w 349178"/>
                <a:gd name="connsiteY298" fmla="*/ 370490 h 398358"/>
                <a:gd name="connsiteX299" fmla="*/ 65573 w 349178"/>
                <a:gd name="connsiteY299" fmla="*/ 365572 h 398358"/>
                <a:gd name="connsiteX300" fmla="*/ 60655 w 349178"/>
                <a:gd name="connsiteY300" fmla="*/ 365572 h 398358"/>
                <a:gd name="connsiteX301" fmla="*/ 60655 w 349178"/>
                <a:gd name="connsiteY301" fmla="*/ 367211 h 398358"/>
                <a:gd name="connsiteX302" fmla="*/ 60655 w 349178"/>
                <a:gd name="connsiteY302" fmla="*/ 370490 h 398358"/>
                <a:gd name="connsiteX303" fmla="*/ 55737 w 349178"/>
                <a:gd name="connsiteY303" fmla="*/ 368851 h 398358"/>
                <a:gd name="connsiteX304" fmla="*/ 57377 w 349178"/>
                <a:gd name="connsiteY304" fmla="*/ 368851 h 398358"/>
                <a:gd name="connsiteX305" fmla="*/ 57377 w 349178"/>
                <a:gd name="connsiteY305" fmla="*/ 367211 h 398358"/>
                <a:gd name="connsiteX306" fmla="*/ 55737 w 349178"/>
                <a:gd name="connsiteY306" fmla="*/ 367211 h 398358"/>
                <a:gd name="connsiteX307" fmla="*/ 52458 w 349178"/>
                <a:gd name="connsiteY307" fmla="*/ 367211 h 398358"/>
                <a:gd name="connsiteX308" fmla="*/ 54098 w 349178"/>
                <a:gd name="connsiteY308" fmla="*/ 362293 h 398358"/>
                <a:gd name="connsiteX309" fmla="*/ 50819 w 349178"/>
                <a:gd name="connsiteY309" fmla="*/ 359015 h 398358"/>
                <a:gd name="connsiteX310" fmla="*/ 50819 w 349178"/>
                <a:gd name="connsiteY310" fmla="*/ 355736 h 398358"/>
                <a:gd name="connsiteX311" fmla="*/ 49180 w 349178"/>
                <a:gd name="connsiteY311" fmla="*/ 350818 h 398358"/>
                <a:gd name="connsiteX312" fmla="*/ 47541 w 349178"/>
                <a:gd name="connsiteY312" fmla="*/ 347539 h 398358"/>
                <a:gd name="connsiteX313" fmla="*/ 52458 w 349178"/>
                <a:gd name="connsiteY313" fmla="*/ 347539 h 398358"/>
                <a:gd name="connsiteX314" fmla="*/ 52458 w 349178"/>
                <a:gd name="connsiteY314" fmla="*/ 342621 h 398358"/>
                <a:gd name="connsiteX315" fmla="*/ 54098 w 349178"/>
                <a:gd name="connsiteY315" fmla="*/ 339343 h 398358"/>
                <a:gd name="connsiteX316" fmla="*/ 52458 w 349178"/>
                <a:gd name="connsiteY316" fmla="*/ 336064 h 398358"/>
                <a:gd name="connsiteX317" fmla="*/ 50819 w 349178"/>
                <a:gd name="connsiteY317" fmla="*/ 331146 h 398358"/>
                <a:gd name="connsiteX318" fmla="*/ 52458 w 349178"/>
                <a:gd name="connsiteY318" fmla="*/ 327867 h 398358"/>
                <a:gd name="connsiteX319" fmla="*/ 54098 w 349178"/>
                <a:gd name="connsiteY319" fmla="*/ 327867 h 398358"/>
                <a:gd name="connsiteX320" fmla="*/ 57377 w 349178"/>
                <a:gd name="connsiteY320" fmla="*/ 329507 h 398358"/>
                <a:gd name="connsiteX321" fmla="*/ 54098 w 349178"/>
                <a:gd name="connsiteY321" fmla="*/ 326228 h 398358"/>
                <a:gd name="connsiteX322" fmla="*/ 54098 w 349178"/>
                <a:gd name="connsiteY322" fmla="*/ 322949 h 398358"/>
                <a:gd name="connsiteX323" fmla="*/ 50819 w 349178"/>
                <a:gd name="connsiteY323" fmla="*/ 318031 h 398358"/>
                <a:gd name="connsiteX324" fmla="*/ 47541 w 349178"/>
                <a:gd name="connsiteY324" fmla="*/ 314753 h 398358"/>
                <a:gd name="connsiteX325" fmla="*/ 44262 w 349178"/>
                <a:gd name="connsiteY325" fmla="*/ 313113 h 398358"/>
                <a:gd name="connsiteX326" fmla="*/ 44262 w 349178"/>
                <a:gd name="connsiteY326" fmla="*/ 311474 h 398358"/>
                <a:gd name="connsiteX327" fmla="*/ 44262 w 349178"/>
                <a:gd name="connsiteY327" fmla="*/ 308195 h 398358"/>
                <a:gd name="connsiteX328" fmla="*/ 45901 w 349178"/>
                <a:gd name="connsiteY328" fmla="*/ 304917 h 398358"/>
                <a:gd name="connsiteX329" fmla="*/ 45901 w 349178"/>
                <a:gd name="connsiteY329" fmla="*/ 299999 h 398358"/>
                <a:gd name="connsiteX330" fmla="*/ 44262 w 349178"/>
                <a:gd name="connsiteY330" fmla="*/ 298359 h 398358"/>
                <a:gd name="connsiteX331" fmla="*/ 42622 w 349178"/>
                <a:gd name="connsiteY331" fmla="*/ 295081 h 398358"/>
                <a:gd name="connsiteX332" fmla="*/ 42622 w 349178"/>
                <a:gd name="connsiteY332" fmla="*/ 295081 h 398358"/>
                <a:gd name="connsiteX333" fmla="*/ 40983 w 349178"/>
                <a:gd name="connsiteY333" fmla="*/ 295081 h 398358"/>
                <a:gd name="connsiteX334" fmla="*/ 37705 w 349178"/>
                <a:gd name="connsiteY334" fmla="*/ 290163 h 398358"/>
                <a:gd name="connsiteX335" fmla="*/ 39344 w 349178"/>
                <a:gd name="connsiteY335" fmla="*/ 286884 h 398358"/>
                <a:gd name="connsiteX336" fmla="*/ 36065 w 349178"/>
                <a:gd name="connsiteY336" fmla="*/ 286884 h 398358"/>
                <a:gd name="connsiteX337" fmla="*/ 37705 w 349178"/>
                <a:gd name="connsiteY337" fmla="*/ 281966 h 398358"/>
                <a:gd name="connsiteX338" fmla="*/ 39344 w 349178"/>
                <a:gd name="connsiteY338" fmla="*/ 278687 h 398358"/>
                <a:gd name="connsiteX339" fmla="*/ 42622 w 349178"/>
                <a:gd name="connsiteY339" fmla="*/ 277048 h 398358"/>
                <a:gd name="connsiteX340" fmla="*/ 45901 w 349178"/>
                <a:gd name="connsiteY340" fmla="*/ 273769 h 398358"/>
                <a:gd name="connsiteX341" fmla="*/ 47541 w 349178"/>
                <a:gd name="connsiteY341" fmla="*/ 268851 h 398358"/>
                <a:gd name="connsiteX342" fmla="*/ 50819 w 349178"/>
                <a:gd name="connsiteY342" fmla="*/ 270491 h 398358"/>
                <a:gd name="connsiteX343" fmla="*/ 47541 w 349178"/>
                <a:gd name="connsiteY343" fmla="*/ 267212 h 398358"/>
                <a:gd name="connsiteX344" fmla="*/ 47541 w 349178"/>
                <a:gd name="connsiteY344" fmla="*/ 262294 h 398358"/>
                <a:gd name="connsiteX345" fmla="*/ 47541 w 349178"/>
                <a:gd name="connsiteY345" fmla="*/ 260655 h 398358"/>
                <a:gd name="connsiteX346" fmla="*/ 52458 w 349178"/>
                <a:gd name="connsiteY346" fmla="*/ 263933 h 398358"/>
                <a:gd name="connsiteX347" fmla="*/ 55737 w 349178"/>
                <a:gd name="connsiteY347" fmla="*/ 263933 h 398358"/>
                <a:gd name="connsiteX348" fmla="*/ 59016 w 349178"/>
                <a:gd name="connsiteY348" fmla="*/ 262294 h 398358"/>
                <a:gd name="connsiteX349" fmla="*/ 59016 w 349178"/>
                <a:gd name="connsiteY349" fmla="*/ 263933 h 398358"/>
                <a:gd name="connsiteX350" fmla="*/ 63934 w 349178"/>
                <a:gd name="connsiteY350" fmla="*/ 262294 h 398358"/>
                <a:gd name="connsiteX351" fmla="*/ 67212 w 349178"/>
                <a:gd name="connsiteY351" fmla="*/ 262294 h 398358"/>
                <a:gd name="connsiteX352" fmla="*/ 70491 w 349178"/>
                <a:gd name="connsiteY352" fmla="*/ 259015 h 398358"/>
                <a:gd name="connsiteX353" fmla="*/ 72131 w 349178"/>
                <a:gd name="connsiteY353" fmla="*/ 259015 h 398358"/>
                <a:gd name="connsiteX354" fmla="*/ 70491 w 349178"/>
                <a:gd name="connsiteY354" fmla="*/ 257376 h 398358"/>
                <a:gd name="connsiteX355" fmla="*/ 68852 w 349178"/>
                <a:gd name="connsiteY355" fmla="*/ 252458 h 398358"/>
                <a:gd name="connsiteX356" fmla="*/ 72131 w 349178"/>
                <a:gd name="connsiteY356" fmla="*/ 254097 h 398358"/>
                <a:gd name="connsiteX357" fmla="*/ 68852 w 349178"/>
                <a:gd name="connsiteY357" fmla="*/ 250819 h 398358"/>
                <a:gd name="connsiteX358" fmla="*/ 72131 w 349178"/>
                <a:gd name="connsiteY358" fmla="*/ 252458 h 398358"/>
                <a:gd name="connsiteX359" fmla="*/ 75409 w 349178"/>
                <a:gd name="connsiteY359" fmla="*/ 249179 h 398358"/>
                <a:gd name="connsiteX360" fmla="*/ 75409 w 349178"/>
                <a:gd name="connsiteY360" fmla="*/ 245901 h 398358"/>
                <a:gd name="connsiteX361" fmla="*/ 80327 w 349178"/>
                <a:gd name="connsiteY361" fmla="*/ 244261 h 398358"/>
                <a:gd name="connsiteX362" fmla="*/ 83606 w 349178"/>
                <a:gd name="connsiteY362" fmla="*/ 245901 h 398358"/>
                <a:gd name="connsiteX363" fmla="*/ 85245 w 349178"/>
                <a:gd name="connsiteY363" fmla="*/ 245901 h 398358"/>
                <a:gd name="connsiteX364" fmla="*/ 85245 w 349178"/>
                <a:gd name="connsiteY364" fmla="*/ 242622 h 398358"/>
                <a:gd name="connsiteX365" fmla="*/ 88524 w 349178"/>
                <a:gd name="connsiteY365" fmla="*/ 240983 h 398358"/>
                <a:gd name="connsiteX366" fmla="*/ 90164 w 349178"/>
                <a:gd name="connsiteY366" fmla="*/ 237704 h 398358"/>
                <a:gd name="connsiteX367" fmla="*/ 91802 w 349178"/>
                <a:gd name="connsiteY367" fmla="*/ 237704 h 398358"/>
                <a:gd name="connsiteX368" fmla="*/ 96721 w 349178"/>
                <a:gd name="connsiteY368" fmla="*/ 236065 h 398358"/>
                <a:gd name="connsiteX369" fmla="*/ 99999 w 349178"/>
                <a:gd name="connsiteY369" fmla="*/ 234425 h 398358"/>
                <a:gd name="connsiteX370" fmla="*/ 98360 w 349178"/>
                <a:gd name="connsiteY370" fmla="*/ 231146 h 398358"/>
                <a:gd name="connsiteX371" fmla="*/ 103278 w 349178"/>
                <a:gd name="connsiteY371" fmla="*/ 231146 h 398358"/>
                <a:gd name="connsiteX372" fmla="*/ 104917 w 349178"/>
                <a:gd name="connsiteY372" fmla="*/ 229507 h 398358"/>
                <a:gd name="connsiteX373" fmla="*/ 106557 w 349178"/>
                <a:gd name="connsiteY373" fmla="*/ 226229 h 398358"/>
                <a:gd name="connsiteX374" fmla="*/ 108196 w 349178"/>
                <a:gd name="connsiteY374" fmla="*/ 226229 h 398358"/>
                <a:gd name="connsiteX375" fmla="*/ 111475 w 349178"/>
                <a:gd name="connsiteY375" fmla="*/ 221310 h 398358"/>
                <a:gd name="connsiteX376" fmla="*/ 114754 w 349178"/>
                <a:gd name="connsiteY376" fmla="*/ 219671 h 398358"/>
                <a:gd name="connsiteX377" fmla="*/ 118032 w 349178"/>
                <a:gd name="connsiteY377" fmla="*/ 214753 h 398358"/>
                <a:gd name="connsiteX378" fmla="*/ 121311 w 349178"/>
                <a:gd name="connsiteY378" fmla="*/ 213114 h 398358"/>
                <a:gd name="connsiteX379" fmla="*/ 126229 w 349178"/>
                <a:gd name="connsiteY379" fmla="*/ 211474 h 398358"/>
                <a:gd name="connsiteX380" fmla="*/ 126229 w 349178"/>
                <a:gd name="connsiteY380" fmla="*/ 206556 h 398358"/>
                <a:gd name="connsiteX381" fmla="*/ 131147 w 349178"/>
                <a:gd name="connsiteY381" fmla="*/ 203278 h 398358"/>
                <a:gd name="connsiteX382" fmla="*/ 134425 w 349178"/>
                <a:gd name="connsiteY382" fmla="*/ 199999 h 398358"/>
                <a:gd name="connsiteX383" fmla="*/ 137704 w 349178"/>
                <a:gd name="connsiteY383" fmla="*/ 198360 h 398358"/>
                <a:gd name="connsiteX384" fmla="*/ 142622 w 349178"/>
                <a:gd name="connsiteY384" fmla="*/ 198360 h 398358"/>
                <a:gd name="connsiteX385" fmla="*/ 142622 w 349178"/>
                <a:gd name="connsiteY385" fmla="*/ 196720 h 398358"/>
                <a:gd name="connsiteX386" fmla="*/ 145901 w 349178"/>
                <a:gd name="connsiteY386" fmla="*/ 196720 h 398358"/>
                <a:gd name="connsiteX387" fmla="*/ 149179 w 349178"/>
                <a:gd name="connsiteY387" fmla="*/ 198360 h 398358"/>
                <a:gd name="connsiteX388" fmla="*/ 152458 w 349178"/>
                <a:gd name="connsiteY388" fmla="*/ 199999 h 398358"/>
                <a:gd name="connsiteX389" fmla="*/ 150819 w 349178"/>
                <a:gd name="connsiteY389" fmla="*/ 196720 h 398358"/>
                <a:gd name="connsiteX390" fmla="*/ 154098 w 349178"/>
                <a:gd name="connsiteY390" fmla="*/ 195081 h 398358"/>
                <a:gd name="connsiteX391" fmla="*/ 155737 w 349178"/>
                <a:gd name="connsiteY391" fmla="*/ 193442 h 398358"/>
                <a:gd name="connsiteX392" fmla="*/ 155737 w 349178"/>
                <a:gd name="connsiteY392" fmla="*/ 193442 h 398358"/>
                <a:gd name="connsiteX393" fmla="*/ 152458 w 349178"/>
                <a:gd name="connsiteY393" fmla="*/ 188524 h 398358"/>
                <a:gd name="connsiteX394" fmla="*/ 147540 w 349178"/>
                <a:gd name="connsiteY394" fmla="*/ 188524 h 398358"/>
                <a:gd name="connsiteX395" fmla="*/ 149179 w 349178"/>
                <a:gd name="connsiteY395" fmla="*/ 183606 h 398358"/>
                <a:gd name="connsiteX396" fmla="*/ 149179 w 349178"/>
                <a:gd name="connsiteY396" fmla="*/ 180327 h 398358"/>
                <a:gd name="connsiteX397" fmla="*/ 150819 w 349178"/>
                <a:gd name="connsiteY397" fmla="*/ 177048 h 398358"/>
                <a:gd name="connsiteX398" fmla="*/ 147540 w 349178"/>
                <a:gd name="connsiteY398" fmla="*/ 173770 h 398358"/>
                <a:gd name="connsiteX399" fmla="*/ 144261 w 349178"/>
                <a:gd name="connsiteY399" fmla="*/ 172130 h 398358"/>
                <a:gd name="connsiteX400" fmla="*/ 142622 w 349178"/>
                <a:gd name="connsiteY400" fmla="*/ 170491 h 398358"/>
                <a:gd name="connsiteX401" fmla="*/ 139344 w 349178"/>
                <a:gd name="connsiteY401" fmla="*/ 168852 h 398358"/>
                <a:gd name="connsiteX402" fmla="*/ 134425 w 349178"/>
                <a:gd name="connsiteY402" fmla="*/ 167212 h 398358"/>
                <a:gd name="connsiteX403" fmla="*/ 131147 w 349178"/>
                <a:gd name="connsiteY403" fmla="*/ 168852 h 398358"/>
                <a:gd name="connsiteX404" fmla="*/ 127868 w 349178"/>
                <a:gd name="connsiteY404" fmla="*/ 165573 h 398358"/>
                <a:gd name="connsiteX405" fmla="*/ 126229 w 349178"/>
                <a:gd name="connsiteY405" fmla="*/ 165573 h 398358"/>
                <a:gd name="connsiteX406" fmla="*/ 126229 w 349178"/>
                <a:gd name="connsiteY406" fmla="*/ 163934 h 398358"/>
                <a:gd name="connsiteX407" fmla="*/ 126229 w 349178"/>
                <a:gd name="connsiteY407" fmla="*/ 162294 h 398358"/>
                <a:gd name="connsiteX408" fmla="*/ 126229 w 349178"/>
                <a:gd name="connsiteY408" fmla="*/ 162294 h 398358"/>
                <a:gd name="connsiteX409" fmla="*/ 124589 w 349178"/>
                <a:gd name="connsiteY409" fmla="*/ 163934 h 398358"/>
                <a:gd name="connsiteX410" fmla="*/ 121311 w 349178"/>
                <a:gd name="connsiteY410" fmla="*/ 163934 h 398358"/>
                <a:gd name="connsiteX411" fmla="*/ 118032 w 349178"/>
                <a:gd name="connsiteY411" fmla="*/ 162294 h 398358"/>
                <a:gd name="connsiteX412" fmla="*/ 114754 w 349178"/>
                <a:gd name="connsiteY412" fmla="*/ 162294 h 398358"/>
                <a:gd name="connsiteX413" fmla="*/ 114754 w 349178"/>
                <a:gd name="connsiteY413" fmla="*/ 162294 h 398358"/>
                <a:gd name="connsiteX414" fmla="*/ 113114 w 349178"/>
                <a:gd name="connsiteY414" fmla="*/ 160655 h 398358"/>
                <a:gd name="connsiteX415" fmla="*/ 113114 w 349178"/>
                <a:gd name="connsiteY415" fmla="*/ 160655 h 398358"/>
                <a:gd name="connsiteX416" fmla="*/ 111475 w 349178"/>
                <a:gd name="connsiteY416" fmla="*/ 157376 h 398358"/>
                <a:gd name="connsiteX417" fmla="*/ 108196 w 349178"/>
                <a:gd name="connsiteY417" fmla="*/ 154098 h 398358"/>
                <a:gd name="connsiteX418" fmla="*/ 106557 w 349178"/>
                <a:gd name="connsiteY418" fmla="*/ 149180 h 398358"/>
                <a:gd name="connsiteX419" fmla="*/ 101639 w 349178"/>
                <a:gd name="connsiteY419" fmla="*/ 147540 h 398358"/>
                <a:gd name="connsiteX420" fmla="*/ 98360 w 349178"/>
                <a:gd name="connsiteY420" fmla="*/ 142622 h 398358"/>
                <a:gd name="connsiteX421" fmla="*/ 98360 w 349178"/>
                <a:gd name="connsiteY421" fmla="*/ 139344 h 398358"/>
                <a:gd name="connsiteX422" fmla="*/ 98360 w 349178"/>
                <a:gd name="connsiteY422" fmla="*/ 136065 h 398358"/>
                <a:gd name="connsiteX423" fmla="*/ 101639 w 349178"/>
                <a:gd name="connsiteY423" fmla="*/ 131147 h 398358"/>
                <a:gd name="connsiteX424" fmla="*/ 101639 w 349178"/>
                <a:gd name="connsiteY424" fmla="*/ 127868 h 398358"/>
                <a:gd name="connsiteX425" fmla="*/ 104917 w 349178"/>
                <a:gd name="connsiteY425" fmla="*/ 122950 h 398358"/>
                <a:gd name="connsiteX426" fmla="*/ 103278 w 349178"/>
                <a:gd name="connsiteY426" fmla="*/ 121311 h 398358"/>
                <a:gd name="connsiteX427" fmla="*/ 98360 w 349178"/>
                <a:gd name="connsiteY427" fmla="*/ 116393 h 398358"/>
                <a:gd name="connsiteX428" fmla="*/ 95081 w 349178"/>
                <a:gd name="connsiteY428" fmla="*/ 113114 h 398358"/>
                <a:gd name="connsiteX429" fmla="*/ 90164 w 349178"/>
                <a:gd name="connsiteY429" fmla="*/ 109836 h 398358"/>
                <a:gd name="connsiteX430" fmla="*/ 91802 w 349178"/>
                <a:gd name="connsiteY430" fmla="*/ 106557 h 398358"/>
                <a:gd name="connsiteX431" fmla="*/ 96721 w 349178"/>
                <a:gd name="connsiteY431" fmla="*/ 104918 h 398358"/>
                <a:gd name="connsiteX432" fmla="*/ 95081 w 349178"/>
                <a:gd name="connsiteY432" fmla="*/ 100000 h 398358"/>
                <a:gd name="connsiteX433" fmla="*/ 91802 w 349178"/>
                <a:gd name="connsiteY433" fmla="*/ 100000 h 398358"/>
                <a:gd name="connsiteX434" fmla="*/ 88524 w 349178"/>
                <a:gd name="connsiteY434" fmla="*/ 100000 h 398358"/>
                <a:gd name="connsiteX435" fmla="*/ 86885 w 349178"/>
                <a:gd name="connsiteY435" fmla="*/ 95082 h 398358"/>
                <a:gd name="connsiteX436" fmla="*/ 86885 w 349178"/>
                <a:gd name="connsiteY436" fmla="*/ 91803 h 398358"/>
                <a:gd name="connsiteX437" fmla="*/ 86885 w 349178"/>
                <a:gd name="connsiteY437" fmla="*/ 88524 h 398358"/>
                <a:gd name="connsiteX438" fmla="*/ 85245 w 349178"/>
                <a:gd name="connsiteY438" fmla="*/ 83606 h 398358"/>
                <a:gd name="connsiteX439" fmla="*/ 90164 w 349178"/>
                <a:gd name="connsiteY439" fmla="*/ 81967 h 398358"/>
                <a:gd name="connsiteX440" fmla="*/ 90164 w 349178"/>
                <a:gd name="connsiteY440" fmla="*/ 80328 h 398358"/>
                <a:gd name="connsiteX441" fmla="*/ 86885 w 349178"/>
                <a:gd name="connsiteY441" fmla="*/ 78688 h 398358"/>
                <a:gd name="connsiteX442" fmla="*/ 81967 w 349178"/>
                <a:gd name="connsiteY442" fmla="*/ 77049 h 398358"/>
                <a:gd name="connsiteX443" fmla="*/ 80327 w 349178"/>
                <a:gd name="connsiteY443" fmla="*/ 72131 h 398358"/>
                <a:gd name="connsiteX444" fmla="*/ 75409 w 349178"/>
                <a:gd name="connsiteY444" fmla="*/ 72131 h 398358"/>
                <a:gd name="connsiteX445" fmla="*/ 73770 w 349178"/>
                <a:gd name="connsiteY445" fmla="*/ 68852 h 398358"/>
                <a:gd name="connsiteX446" fmla="*/ 70491 w 349178"/>
                <a:gd name="connsiteY446" fmla="*/ 65573 h 398358"/>
                <a:gd name="connsiteX447" fmla="*/ 65573 w 349178"/>
                <a:gd name="connsiteY447" fmla="*/ 65573 h 398358"/>
                <a:gd name="connsiteX448" fmla="*/ 62295 w 349178"/>
                <a:gd name="connsiteY448" fmla="*/ 63934 h 398358"/>
                <a:gd name="connsiteX449" fmla="*/ 59016 w 349178"/>
                <a:gd name="connsiteY449" fmla="*/ 62295 h 398358"/>
                <a:gd name="connsiteX450" fmla="*/ 54098 w 349178"/>
                <a:gd name="connsiteY450" fmla="*/ 62295 h 398358"/>
                <a:gd name="connsiteX451" fmla="*/ 50819 w 349178"/>
                <a:gd name="connsiteY451" fmla="*/ 62295 h 398358"/>
                <a:gd name="connsiteX452" fmla="*/ 49180 w 349178"/>
                <a:gd name="connsiteY452" fmla="*/ 60656 h 398358"/>
                <a:gd name="connsiteX453" fmla="*/ 49180 w 349178"/>
                <a:gd name="connsiteY453" fmla="*/ 60656 h 398358"/>
                <a:gd name="connsiteX454" fmla="*/ 44262 w 349178"/>
                <a:gd name="connsiteY454" fmla="*/ 60656 h 398358"/>
                <a:gd name="connsiteX455" fmla="*/ 40983 w 349178"/>
                <a:gd name="connsiteY455" fmla="*/ 59016 h 398358"/>
                <a:gd name="connsiteX456" fmla="*/ 37705 w 349178"/>
                <a:gd name="connsiteY456" fmla="*/ 55737 h 398358"/>
                <a:gd name="connsiteX457" fmla="*/ 32787 w 349178"/>
                <a:gd name="connsiteY457" fmla="*/ 54098 h 398358"/>
                <a:gd name="connsiteX458" fmla="*/ 29508 w 349178"/>
                <a:gd name="connsiteY458" fmla="*/ 54098 h 398358"/>
                <a:gd name="connsiteX459" fmla="*/ 24590 w 349178"/>
                <a:gd name="connsiteY459" fmla="*/ 50819 h 398358"/>
                <a:gd name="connsiteX460" fmla="*/ 21311 w 349178"/>
                <a:gd name="connsiteY460" fmla="*/ 49180 h 398358"/>
                <a:gd name="connsiteX461" fmla="*/ 16393 w 349178"/>
                <a:gd name="connsiteY461" fmla="*/ 47541 h 398358"/>
                <a:gd name="connsiteX462" fmla="*/ 13114 w 349178"/>
                <a:gd name="connsiteY462" fmla="*/ 45901 h 398358"/>
                <a:gd name="connsiteX463" fmla="*/ 8197 w 349178"/>
                <a:gd name="connsiteY463" fmla="*/ 44262 h 398358"/>
                <a:gd name="connsiteX464" fmla="*/ 8197 w 349178"/>
                <a:gd name="connsiteY464" fmla="*/ 40983 h 398358"/>
                <a:gd name="connsiteX465" fmla="*/ 6557 w 349178"/>
                <a:gd name="connsiteY465" fmla="*/ 40983 h 398358"/>
                <a:gd name="connsiteX466" fmla="*/ 4918 w 349178"/>
                <a:gd name="connsiteY466" fmla="*/ 40983 h 398358"/>
                <a:gd name="connsiteX467" fmla="*/ 0 w 349178"/>
                <a:gd name="connsiteY467" fmla="*/ 39344 h 39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</a:cxnLst>
              <a:rect l="l" t="t" r="r" b="b"/>
              <a:pathLst>
                <a:path w="349178" h="398358">
                  <a:moveTo>
                    <a:pt x="0" y="39344"/>
                  </a:moveTo>
                  <a:lnTo>
                    <a:pt x="4918" y="37705"/>
                  </a:lnTo>
                  <a:lnTo>
                    <a:pt x="9836" y="39344"/>
                  </a:lnTo>
                  <a:lnTo>
                    <a:pt x="14754" y="37705"/>
                  </a:lnTo>
                  <a:lnTo>
                    <a:pt x="11475" y="34426"/>
                  </a:lnTo>
                  <a:lnTo>
                    <a:pt x="18032" y="29508"/>
                  </a:lnTo>
                  <a:lnTo>
                    <a:pt x="22951" y="29508"/>
                  </a:lnTo>
                  <a:lnTo>
                    <a:pt x="27868" y="31147"/>
                  </a:lnTo>
                  <a:lnTo>
                    <a:pt x="36065" y="37705"/>
                  </a:lnTo>
                  <a:lnTo>
                    <a:pt x="37705" y="37705"/>
                  </a:lnTo>
                  <a:lnTo>
                    <a:pt x="40983" y="40983"/>
                  </a:lnTo>
                  <a:lnTo>
                    <a:pt x="44262" y="42623"/>
                  </a:lnTo>
                  <a:lnTo>
                    <a:pt x="49180" y="45901"/>
                  </a:lnTo>
                  <a:lnTo>
                    <a:pt x="52458" y="50819"/>
                  </a:lnTo>
                  <a:lnTo>
                    <a:pt x="57377" y="50819"/>
                  </a:lnTo>
                  <a:lnTo>
                    <a:pt x="63934" y="52459"/>
                  </a:lnTo>
                  <a:lnTo>
                    <a:pt x="67212" y="52459"/>
                  </a:lnTo>
                  <a:lnTo>
                    <a:pt x="73770" y="54098"/>
                  </a:lnTo>
                  <a:lnTo>
                    <a:pt x="78688" y="54098"/>
                  </a:lnTo>
                  <a:lnTo>
                    <a:pt x="81967" y="52459"/>
                  </a:lnTo>
                  <a:lnTo>
                    <a:pt x="86885" y="52459"/>
                  </a:lnTo>
                  <a:lnTo>
                    <a:pt x="90164" y="47541"/>
                  </a:lnTo>
                  <a:lnTo>
                    <a:pt x="95081" y="47541"/>
                  </a:lnTo>
                  <a:lnTo>
                    <a:pt x="98360" y="49180"/>
                  </a:lnTo>
                  <a:lnTo>
                    <a:pt x="103278" y="50819"/>
                  </a:lnTo>
                  <a:lnTo>
                    <a:pt x="108196" y="52459"/>
                  </a:lnTo>
                  <a:lnTo>
                    <a:pt x="111475" y="52459"/>
                  </a:lnTo>
                  <a:lnTo>
                    <a:pt x="116393" y="54098"/>
                  </a:lnTo>
                  <a:lnTo>
                    <a:pt x="119671" y="55737"/>
                  </a:lnTo>
                  <a:lnTo>
                    <a:pt x="122950" y="57377"/>
                  </a:lnTo>
                  <a:lnTo>
                    <a:pt x="124589" y="54098"/>
                  </a:lnTo>
                  <a:lnTo>
                    <a:pt x="127868" y="54098"/>
                  </a:lnTo>
                  <a:lnTo>
                    <a:pt x="129508" y="50819"/>
                  </a:lnTo>
                  <a:lnTo>
                    <a:pt x="131147" y="47541"/>
                  </a:lnTo>
                  <a:lnTo>
                    <a:pt x="134425" y="45901"/>
                  </a:lnTo>
                  <a:lnTo>
                    <a:pt x="136065" y="44262"/>
                  </a:lnTo>
                  <a:lnTo>
                    <a:pt x="140983" y="45901"/>
                  </a:lnTo>
                  <a:lnTo>
                    <a:pt x="144261" y="42623"/>
                  </a:lnTo>
                  <a:lnTo>
                    <a:pt x="144261" y="37705"/>
                  </a:lnTo>
                  <a:lnTo>
                    <a:pt x="142622" y="34426"/>
                  </a:lnTo>
                  <a:lnTo>
                    <a:pt x="142622" y="29508"/>
                  </a:lnTo>
                  <a:lnTo>
                    <a:pt x="145901" y="26229"/>
                  </a:lnTo>
                  <a:lnTo>
                    <a:pt x="144261" y="24590"/>
                  </a:lnTo>
                  <a:lnTo>
                    <a:pt x="145901" y="21311"/>
                  </a:lnTo>
                  <a:lnTo>
                    <a:pt x="147540" y="18033"/>
                  </a:lnTo>
                  <a:lnTo>
                    <a:pt x="147540" y="16393"/>
                  </a:lnTo>
                  <a:lnTo>
                    <a:pt x="147540" y="16393"/>
                  </a:lnTo>
                  <a:lnTo>
                    <a:pt x="150819" y="14754"/>
                  </a:lnTo>
                  <a:lnTo>
                    <a:pt x="155737" y="13115"/>
                  </a:lnTo>
                  <a:lnTo>
                    <a:pt x="159015" y="9836"/>
                  </a:lnTo>
                  <a:lnTo>
                    <a:pt x="162294" y="6557"/>
                  </a:lnTo>
                  <a:lnTo>
                    <a:pt x="165573" y="4918"/>
                  </a:lnTo>
                  <a:lnTo>
                    <a:pt x="170491" y="4918"/>
                  </a:lnTo>
                  <a:lnTo>
                    <a:pt x="173769" y="6557"/>
                  </a:lnTo>
                  <a:lnTo>
                    <a:pt x="177048" y="6557"/>
                  </a:lnTo>
                  <a:lnTo>
                    <a:pt x="181966" y="6557"/>
                  </a:lnTo>
                  <a:lnTo>
                    <a:pt x="185245" y="4918"/>
                  </a:lnTo>
                  <a:lnTo>
                    <a:pt x="185245" y="3279"/>
                  </a:lnTo>
                  <a:lnTo>
                    <a:pt x="186884" y="3279"/>
                  </a:lnTo>
                  <a:lnTo>
                    <a:pt x="190163" y="1639"/>
                  </a:lnTo>
                  <a:lnTo>
                    <a:pt x="193442" y="1639"/>
                  </a:lnTo>
                  <a:lnTo>
                    <a:pt x="198359" y="0"/>
                  </a:lnTo>
                  <a:lnTo>
                    <a:pt x="201638" y="3279"/>
                  </a:lnTo>
                  <a:lnTo>
                    <a:pt x="206556" y="8197"/>
                  </a:lnTo>
                  <a:lnTo>
                    <a:pt x="213114" y="9836"/>
                  </a:lnTo>
                  <a:lnTo>
                    <a:pt x="221310" y="13115"/>
                  </a:lnTo>
                  <a:lnTo>
                    <a:pt x="227868" y="14754"/>
                  </a:lnTo>
                  <a:lnTo>
                    <a:pt x="236064" y="16393"/>
                  </a:lnTo>
                  <a:lnTo>
                    <a:pt x="236064" y="16393"/>
                  </a:lnTo>
                  <a:lnTo>
                    <a:pt x="239343" y="19672"/>
                  </a:lnTo>
                  <a:lnTo>
                    <a:pt x="240982" y="24590"/>
                  </a:lnTo>
                  <a:lnTo>
                    <a:pt x="234425" y="29508"/>
                  </a:lnTo>
                  <a:lnTo>
                    <a:pt x="229507" y="32787"/>
                  </a:lnTo>
                  <a:lnTo>
                    <a:pt x="229507" y="37705"/>
                  </a:lnTo>
                  <a:lnTo>
                    <a:pt x="234425" y="40983"/>
                  </a:lnTo>
                  <a:lnTo>
                    <a:pt x="236064" y="40983"/>
                  </a:lnTo>
                  <a:lnTo>
                    <a:pt x="231146" y="40983"/>
                  </a:lnTo>
                  <a:lnTo>
                    <a:pt x="227868" y="42623"/>
                  </a:lnTo>
                  <a:lnTo>
                    <a:pt x="222949" y="44262"/>
                  </a:lnTo>
                  <a:lnTo>
                    <a:pt x="221310" y="44262"/>
                  </a:lnTo>
                  <a:lnTo>
                    <a:pt x="219671" y="45901"/>
                  </a:lnTo>
                  <a:lnTo>
                    <a:pt x="222949" y="45901"/>
                  </a:lnTo>
                  <a:lnTo>
                    <a:pt x="227868" y="45901"/>
                  </a:lnTo>
                  <a:lnTo>
                    <a:pt x="229507" y="49180"/>
                  </a:lnTo>
                  <a:lnTo>
                    <a:pt x="226228" y="52459"/>
                  </a:lnTo>
                  <a:lnTo>
                    <a:pt x="222949" y="57377"/>
                  </a:lnTo>
                  <a:lnTo>
                    <a:pt x="222949" y="59016"/>
                  </a:lnTo>
                  <a:lnTo>
                    <a:pt x="222949" y="60656"/>
                  </a:lnTo>
                  <a:lnTo>
                    <a:pt x="226228" y="63934"/>
                  </a:lnTo>
                  <a:lnTo>
                    <a:pt x="229507" y="67213"/>
                  </a:lnTo>
                  <a:lnTo>
                    <a:pt x="234425" y="72131"/>
                  </a:lnTo>
                  <a:lnTo>
                    <a:pt x="237704" y="72131"/>
                  </a:lnTo>
                  <a:lnTo>
                    <a:pt x="240982" y="73770"/>
                  </a:lnTo>
                  <a:lnTo>
                    <a:pt x="244261" y="73770"/>
                  </a:lnTo>
                  <a:lnTo>
                    <a:pt x="249179" y="75409"/>
                  </a:lnTo>
                  <a:lnTo>
                    <a:pt x="252458" y="77049"/>
                  </a:lnTo>
                  <a:lnTo>
                    <a:pt x="257376" y="80328"/>
                  </a:lnTo>
                  <a:lnTo>
                    <a:pt x="260654" y="85246"/>
                  </a:lnTo>
                  <a:lnTo>
                    <a:pt x="265572" y="86885"/>
                  </a:lnTo>
                  <a:lnTo>
                    <a:pt x="268851" y="88524"/>
                  </a:lnTo>
                  <a:lnTo>
                    <a:pt x="272130" y="90164"/>
                  </a:lnTo>
                  <a:lnTo>
                    <a:pt x="272130" y="90164"/>
                  </a:lnTo>
                  <a:lnTo>
                    <a:pt x="272130" y="95082"/>
                  </a:lnTo>
                  <a:lnTo>
                    <a:pt x="268851" y="98360"/>
                  </a:lnTo>
                  <a:lnTo>
                    <a:pt x="265572" y="101639"/>
                  </a:lnTo>
                  <a:lnTo>
                    <a:pt x="262294" y="104918"/>
                  </a:lnTo>
                  <a:lnTo>
                    <a:pt x="257376" y="108196"/>
                  </a:lnTo>
                  <a:lnTo>
                    <a:pt x="254097" y="111475"/>
                  </a:lnTo>
                  <a:lnTo>
                    <a:pt x="250818" y="114754"/>
                  </a:lnTo>
                  <a:lnTo>
                    <a:pt x="249179" y="118032"/>
                  </a:lnTo>
                  <a:lnTo>
                    <a:pt x="250818" y="121311"/>
                  </a:lnTo>
                  <a:lnTo>
                    <a:pt x="254097" y="124590"/>
                  </a:lnTo>
                  <a:lnTo>
                    <a:pt x="257376" y="127868"/>
                  </a:lnTo>
                  <a:lnTo>
                    <a:pt x="260654" y="131147"/>
                  </a:lnTo>
                  <a:lnTo>
                    <a:pt x="263933" y="134426"/>
                  </a:lnTo>
                  <a:lnTo>
                    <a:pt x="267212" y="137704"/>
                  </a:lnTo>
                  <a:lnTo>
                    <a:pt x="268851" y="140983"/>
                  </a:lnTo>
                  <a:lnTo>
                    <a:pt x="272130" y="144262"/>
                  </a:lnTo>
                  <a:lnTo>
                    <a:pt x="275408" y="147540"/>
                  </a:lnTo>
                  <a:lnTo>
                    <a:pt x="280326" y="152458"/>
                  </a:lnTo>
                  <a:lnTo>
                    <a:pt x="281966" y="155737"/>
                  </a:lnTo>
                  <a:lnTo>
                    <a:pt x="281966" y="155737"/>
                  </a:lnTo>
                  <a:lnTo>
                    <a:pt x="285245" y="160655"/>
                  </a:lnTo>
                  <a:lnTo>
                    <a:pt x="286884" y="162294"/>
                  </a:lnTo>
                  <a:lnTo>
                    <a:pt x="288523" y="165573"/>
                  </a:lnTo>
                  <a:lnTo>
                    <a:pt x="283605" y="167212"/>
                  </a:lnTo>
                  <a:lnTo>
                    <a:pt x="280326" y="167212"/>
                  </a:lnTo>
                  <a:lnTo>
                    <a:pt x="277048" y="168852"/>
                  </a:lnTo>
                  <a:lnTo>
                    <a:pt x="280326" y="170491"/>
                  </a:lnTo>
                  <a:lnTo>
                    <a:pt x="277048" y="173770"/>
                  </a:lnTo>
                  <a:lnTo>
                    <a:pt x="278687" y="178688"/>
                  </a:lnTo>
                  <a:lnTo>
                    <a:pt x="275408" y="181966"/>
                  </a:lnTo>
                  <a:lnTo>
                    <a:pt x="277048" y="185245"/>
                  </a:lnTo>
                  <a:lnTo>
                    <a:pt x="280326" y="185245"/>
                  </a:lnTo>
                  <a:lnTo>
                    <a:pt x="283605" y="188524"/>
                  </a:lnTo>
                  <a:lnTo>
                    <a:pt x="280326" y="190163"/>
                  </a:lnTo>
                  <a:lnTo>
                    <a:pt x="277048" y="193442"/>
                  </a:lnTo>
                  <a:lnTo>
                    <a:pt x="278687" y="196720"/>
                  </a:lnTo>
                  <a:lnTo>
                    <a:pt x="281966" y="199999"/>
                  </a:lnTo>
                  <a:lnTo>
                    <a:pt x="286884" y="201638"/>
                  </a:lnTo>
                  <a:lnTo>
                    <a:pt x="290162" y="201638"/>
                  </a:lnTo>
                  <a:lnTo>
                    <a:pt x="293441" y="201638"/>
                  </a:lnTo>
                  <a:lnTo>
                    <a:pt x="296720" y="204917"/>
                  </a:lnTo>
                  <a:lnTo>
                    <a:pt x="291802" y="208196"/>
                  </a:lnTo>
                  <a:lnTo>
                    <a:pt x="290162" y="209835"/>
                  </a:lnTo>
                  <a:lnTo>
                    <a:pt x="291802" y="211474"/>
                  </a:lnTo>
                  <a:lnTo>
                    <a:pt x="291802" y="211474"/>
                  </a:lnTo>
                  <a:lnTo>
                    <a:pt x="293441" y="216393"/>
                  </a:lnTo>
                  <a:lnTo>
                    <a:pt x="296720" y="218032"/>
                  </a:lnTo>
                  <a:lnTo>
                    <a:pt x="301638" y="219671"/>
                  </a:lnTo>
                  <a:lnTo>
                    <a:pt x="304916" y="221310"/>
                  </a:lnTo>
                  <a:lnTo>
                    <a:pt x="308195" y="222950"/>
                  </a:lnTo>
                  <a:lnTo>
                    <a:pt x="309835" y="226229"/>
                  </a:lnTo>
                  <a:lnTo>
                    <a:pt x="311474" y="229507"/>
                  </a:lnTo>
                  <a:lnTo>
                    <a:pt x="308195" y="234425"/>
                  </a:lnTo>
                  <a:lnTo>
                    <a:pt x="304916" y="236065"/>
                  </a:lnTo>
                  <a:lnTo>
                    <a:pt x="301638" y="240983"/>
                  </a:lnTo>
                  <a:lnTo>
                    <a:pt x="296720" y="240983"/>
                  </a:lnTo>
                  <a:lnTo>
                    <a:pt x="296720" y="242622"/>
                  </a:lnTo>
                  <a:lnTo>
                    <a:pt x="295081" y="242622"/>
                  </a:lnTo>
                  <a:lnTo>
                    <a:pt x="296720" y="242622"/>
                  </a:lnTo>
                  <a:lnTo>
                    <a:pt x="299998" y="245901"/>
                  </a:lnTo>
                  <a:lnTo>
                    <a:pt x="303277" y="247540"/>
                  </a:lnTo>
                  <a:lnTo>
                    <a:pt x="304916" y="249179"/>
                  </a:lnTo>
                  <a:lnTo>
                    <a:pt x="309835" y="250819"/>
                  </a:lnTo>
                  <a:lnTo>
                    <a:pt x="313113" y="252458"/>
                  </a:lnTo>
                  <a:lnTo>
                    <a:pt x="316392" y="254097"/>
                  </a:lnTo>
                  <a:lnTo>
                    <a:pt x="319671" y="255737"/>
                  </a:lnTo>
                  <a:lnTo>
                    <a:pt x="324588" y="257376"/>
                  </a:lnTo>
                  <a:lnTo>
                    <a:pt x="327867" y="259015"/>
                  </a:lnTo>
                  <a:lnTo>
                    <a:pt x="331146" y="260655"/>
                  </a:lnTo>
                  <a:lnTo>
                    <a:pt x="336064" y="262294"/>
                  </a:lnTo>
                  <a:lnTo>
                    <a:pt x="337703" y="267212"/>
                  </a:lnTo>
                  <a:lnTo>
                    <a:pt x="340982" y="268851"/>
                  </a:lnTo>
                  <a:lnTo>
                    <a:pt x="345900" y="272130"/>
                  </a:lnTo>
                  <a:lnTo>
                    <a:pt x="349179" y="275409"/>
                  </a:lnTo>
                  <a:lnTo>
                    <a:pt x="345900" y="278687"/>
                  </a:lnTo>
                  <a:lnTo>
                    <a:pt x="344261" y="281966"/>
                  </a:lnTo>
                  <a:lnTo>
                    <a:pt x="342621" y="286884"/>
                  </a:lnTo>
                  <a:lnTo>
                    <a:pt x="342621" y="290163"/>
                  </a:lnTo>
                  <a:lnTo>
                    <a:pt x="337703" y="293441"/>
                  </a:lnTo>
                  <a:lnTo>
                    <a:pt x="334425" y="296720"/>
                  </a:lnTo>
                  <a:lnTo>
                    <a:pt x="331146" y="299999"/>
                  </a:lnTo>
                  <a:lnTo>
                    <a:pt x="326228" y="303277"/>
                  </a:lnTo>
                  <a:lnTo>
                    <a:pt x="324588" y="304917"/>
                  </a:lnTo>
                  <a:lnTo>
                    <a:pt x="321310" y="308195"/>
                  </a:lnTo>
                  <a:lnTo>
                    <a:pt x="316392" y="311474"/>
                  </a:lnTo>
                  <a:lnTo>
                    <a:pt x="313113" y="314753"/>
                  </a:lnTo>
                  <a:lnTo>
                    <a:pt x="311474" y="316392"/>
                  </a:lnTo>
                  <a:lnTo>
                    <a:pt x="311474" y="316392"/>
                  </a:lnTo>
                  <a:lnTo>
                    <a:pt x="309835" y="319671"/>
                  </a:lnTo>
                  <a:lnTo>
                    <a:pt x="308195" y="321310"/>
                  </a:lnTo>
                  <a:lnTo>
                    <a:pt x="304916" y="324589"/>
                  </a:lnTo>
                  <a:lnTo>
                    <a:pt x="301638" y="327867"/>
                  </a:lnTo>
                  <a:lnTo>
                    <a:pt x="298359" y="331146"/>
                  </a:lnTo>
                  <a:lnTo>
                    <a:pt x="295081" y="331146"/>
                  </a:lnTo>
                  <a:lnTo>
                    <a:pt x="295081" y="332785"/>
                  </a:lnTo>
                  <a:lnTo>
                    <a:pt x="295081" y="332785"/>
                  </a:lnTo>
                  <a:lnTo>
                    <a:pt x="291802" y="336064"/>
                  </a:lnTo>
                  <a:lnTo>
                    <a:pt x="288523" y="339343"/>
                  </a:lnTo>
                  <a:lnTo>
                    <a:pt x="285245" y="342621"/>
                  </a:lnTo>
                  <a:lnTo>
                    <a:pt x="281966" y="344261"/>
                  </a:lnTo>
                  <a:lnTo>
                    <a:pt x="278687" y="345900"/>
                  </a:lnTo>
                  <a:lnTo>
                    <a:pt x="277048" y="345900"/>
                  </a:lnTo>
                  <a:lnTo>
                    <a:pt x="277048" y="347539"/>
                  </a:lnTo>
                  <a:lnTo>
                    <a:pt x="272130" y="349179"/>
                  </a:lnTo>
                  <a:lnTo>
                    <a:pt x="268851" y="352457"/>
                  </a:lnTo>
                  <a:lnTo>
                    <a:pt x="267212" y="352457"/>
                  </a:lnTo>
                  <a:lnTo>
                    <a:pt x="267212" y="354097"/>
                  </a:lnTo>
                  <a:lnTo>
                    <a:pt x="263933" y="355736"/>
                  </a:lnTo>
                  <a:lnTo>
                    <a:pt x="262294" y="357375"/>
                  </a:lnTo>
                  <a:lnTo>
                    <a:pt x="259015" y="360654"/>
                  </a:lnTo>
                  <a:lnTo>
                    <a:pt x="257376" y="362293"/>
                  </a:lnTo>
                  <a:lnTo>
                    <a:pt x="252458" y="365572"/>
                  </a:lnTo>
                  <a:lnTo>
                    <a:pt x="249179" y="367211"/>
                  </a:lnTo>
                  <a:lnTo>
                    <a:pt x="247539" y="368851"/>
                  </a:lnTo>
                  <a:lnTo>
                    <a:pt x="247539" y="372130"/>
                  </a:lnTo>
                  <a:lnTo>
                    <a:pt x="242622" y="372130"/>
                  </a:lnTo>
                  <a:lnTo>
                    <a:pt x="239343" y="370490"/>
                  </a:lnTo>
                  <a:lnTo>
                    <a:pt x="236064" y="372130"/>
                  </a:lnTo>
                  <a:lnTo>
                    <a:pt x="231146" y="370490"/>
                  </a:lnTo>
                  <a:lnTo>
                    <a:pt x="229507" y="368851"/>
                  </a:lnTo>
                  <a:lnTo>
                    <a:pt x="229507" y="368851"/>
                  </a:lnTo>
                  <a:lnTo>
                    <a:pt x="224589" y="370490"/>
                  </a:lnTo>
                  <a:lnTo>
                    <a:pt x="221310" y="372130"/>
                  </a:lnTo>
                  <a:lnTo>
                    <a:pt x="216392" y="372130"/>
                  </a:lnTo>
                  <a:lnTo>
                    <a:pt x="213114" y="373769"/>
                  </a:lnTo>
                  <a:lnTo>
                    <a:pt x="209835" y="373769"/>
                  </a:lnTo>
                  <a:lnTo>
                    <a:pt x="208195" y="372130"/>
                  </a:lnTo>
                  <a:lnTo>
                    <a:pt x="206556" y="373769"/>
                  </a:lnTo>
                  <a:lnTo>
                    <a:pt x="203278" y="377047"/>
                  </a:lnTo>
                  <a:lnTo>
                    <a:pt x="199999" y="375408"/>
                  </a:lnTo>
                  <a:lnTo>
                    <a:pt x="195081" y="373769"/>
                  </a:lnTo>
                  <a:lnTo>
                    <a:pt x="191802" y="372130"/>
                  </a:lnTo>
                  <a:lnTo>
                    <a:pt x="193442" y="377047"/>
                  </a:lnTo>
                  <a:lnTo>
                    <a:pt x="190163" y="377047"/>
                  </a:lnTo>
                  <a:lnTo>
                    <a:pt x="191802" y="381966"/>
                  </a:lnTo>
                  <a:lnTo>
                    <a:pt x="188524" y="381966"/>
                  </a:lnTo>
                  <a:lnTo>
                    <a:pt x="183605" y="380326"/>
                  </a:lnTo>
                  <a:lnTo>
                    <a:pt x="183605" y="377047"/>
                  </a:lnTo>
                  <a:lnTo>
                    <a:pt x="181966" y="378687"/>
                  </a:lnTo>
                  <a:lnTo>
                    <a:pt x="178688" y="380326"/>
                  </a:lnTo>
                  <a:lnTo>
                    <a:pt x="175409" y="380326"/>
                  </a:lnTo>
                  <a:lnTo>
                    <a:pt x="170491" y="380326"/>
                  </a:lnTo>
                  <a:lnTo>
                    <a:pt x="167212" y="383605"/>
                  </a:lnTo>
                  <a:lnTo>
                    <a:pt x="163934" y="383605"/>
                  </a:lnTo>
                  <a:lnTo>
                    <a:pt x="159015" y="383605"/>
                  </a:lnTo>
                  <a:lnTo>
                    <a:pt x="155737" y="385244"/>
                  </a:lnTo>
                  <a:lnTo>
                    <a:pt x="152458" y="385244"/>
                  </a:lnTo>
                  <a:lnTo>
                    <a:pt x="152458" y="385244"/>
                  </a:lnTo>
                  <a:lnTo>
                    <a:pt x="150819" y="390162"/>
                  </a:lnTo>
                  <a:lnTo>
                    <a:pt x="149179" y="391802"/>
                  </a:lnTo>
                  <a:lnTo>
                    <a:pt x="145901" y="391802"/>
                  </a:lnTo>
                  <a:lnTo>
                    <a:pt x="144261" y="391802"/>
                  </a:lnTo>
                  <a:lnTo>
                    <a:pt x="142622" y="391802"/>
                  </a:lnTo>
                  <a:lnTo>
                    <a:pt x="142622" y="388523"/>
                  </a:lnTo>
                  <a:lnTo>
                    <a:pt x="139344" y="390162"/>
                  </a:lnTo>
                  <a:lnTo>
                    <a:pt x="134425" y="390162"/>
                  </a:lnTo>
                  <a:lnTo>
                    <a:pt x="131147" y="391802"/>
                  </a:lnTo>
                  <a:lnTo>
                    <a:pt x="129508" y="391802"/>
                  </a:lnTo>
                  <a:lnTo>
                    <a:pt x="129508" y="391802"/>
                  </a:lnTo>
                  <a:lnTo>
                    <a:pt x="126229" y="393441"/>
                  </a:lnTo>
                  <a:lnTo>
                    <a:pt x="121311" y="393441"/>
                  </a:lnTo>
                  <a:lnTo>
                    <a:pt x="118032" y="395080"/>
                  </a:lnTo>
                  <a:lnTo>
                    <a:pt x="114754" y="393441"/>
                  </a:lnTo>
                  <a:lnTo>
                    <a:pt x="118032" y="391802"/>
                  </a:lnTo>
                  <a:lnTo>
                    <a:pt x="118032" y="391802"/>
                  </a:lnTo>
                  <a:lnTo>
                    <a:pt x="116393" y="391802"/>
                  </a:lnTo>
                  <a:lnTo>
                    <a:pt x="116393" y="391802"/>
                  </a:lnTo>
                  <a:lnTo>
                    <a:pt x="116393" y="391802"/>
                  </a:lnTo>
                  <a:lnTo>
                    <a:pt x="113114" y="395080"/>
                  </a:lnTo>
                  <a:lnTo>
                    <a:pt x="108196" y="398359"/>
                  </a:lnTo>
                  <a:lnTo>
                    <a:pt x="104917" y="398359"/>
                  </a:lnTo>
                  <a:lnTo>
                    <a:pt x="101639" y="398359"/>
                  </a:lnTo>
                  <a:lnTo>
                    <a:pt x="104917" y="396720"/>
                  </a:lnTo>
                  <a:lnTo>
                    <a:pt x="108196" y="395080"/>
                  </a:lnTo>
                  <a:lnTo>
                    <a:pt x="108196" y="391802"/>
                  </a:lnTo>
                  <a:lnTo>
                    <a:pt x="108196" y="391802"/>
                  </a:lnTo>
                  <a:lnTo>
                    <a:pt x="106557" y="390162"/>
                  </a:lnTo>
                  <a:lnTo>
                    <a:pt x="109835" y="390162"/>
                  </a:lnTo>
                  <a:lnTo>
                    <a:pt x="106557" y="390162"/>
                  </a:lnTo>
                  <a:lnTo>
                    <a:pt x="103278" y="386883"/>
                  </a:lnTo>
                  <a:lnTo>
                    <a:pt x="103278" y="386883"/>
                  </a:lnTo>
                  <a:lnTo>
                    <a:pt x="98360" y="385244"/>
                  </a:lnTo>
                  <a:lnTo>
                    <a:pt x="101639" y="380326"/>
                  </a:lnTo>
                  <a:lnTo>
                    <a:pt x="104917" y="377047"/>
                  </a:lnTo>
                  <a:lnTo>
                    <a:pt x="101639" y="378687"/>
                  </a:lnTo>
                  <a:lnTo>
                    <a:pt x="96721" y="380326"/>
                  </a:lnTo>
                  <a:lnTo>
                    <a:pt x="93442" y="381966"/>
                  </a:lnTo>
                  <a:lnTo>
                    <a:pt x="90164" y="381966"/>
                  </a:lnTo>
                  <a:lnTo>
                    <a:pt x="86885" y="380326"/>
                  </a:lnTo>
                  <a:lnTo>
                    <a:pt x="88524" y="375408"/>
                  </a:lnTo>
                  <a:lnTo>
                    <a:pt x="85245" y="375408"/>
                  </a:lnTo>
                  <a:lnTo>
                    <a:pt x="83606" y="375408"/>
                  </a:lnTo>
                  <a:lnTo>
                    <a:pt x="78688" y="375408"/>
                  </a:lnTo>
                  <a:lnTo>
                    <a:pt x="75409" y="373769"/>
                  </a:lnTo>
                  <a:lnTo>
                    <a:pt x="72131" y="372130"/>
                  </a:lnTo>
                  <a:lnTo>
                    <a:pt x="68852" y="370490"/>
                  </a:lnTo>
                  <a:lnTo>
                    <a:pt x="65573" y="370490"/>
                  </a:lnTo>
                  <a:lnTo>
                    <a:pt x="65573" y="365572"/>
                  </a:lnTo>
                  <a:lnTo>
                    <a:pt x="60655" y="365572"/>
                  </a:lnTo>
                  <a:lnTo>
                    <a:pt x="60655" y="367211"/>
                  </a:lnTo>
                  <a:lnTo>
                    <a:pt x="60655" y="370490"/>
                  </a:lnTo>
                  <a:lnTo>
                    <a:pt x="55737" y="368851"/>
                  </a:lnTo>
                  <a:lnTo>
                    <a:pt x="57377" y="368851"/>
                  </a:lnTo>
                  <a:lnTo>
                    <a:pt x="57377" y="367211"/>
                  </a:lnTo>
                  <a:lnTo>
                    <a:pt x="55737" y="367211"/>
                  </a:lnTo>
                  <a:lnTo>
                    <a:pt x="52458" y="367211"/>
                  </a:lnTo>
                  <a:lnTo>
                    <a:pt x="54098" y="362293"/>
                  </a:lnTo>
                  <a:lnTo>
                    <a:pt x="50819" y="359015"/>
                  </a:lnTo>
                  <a:lnTo>
                    <a:pt x="50819" y="355736"/>
                  </a:lnTo>
                  <a:lnTo>
                    <a:pt x="49180" y="350818"/>
                  </a:lnTo>
                  <a:lnTo>
                    <a:pt x="47541" y="347539"/>
                  </a:lnTo>
                  <a:lnTo>
                    <a:pt x="52458" y="347539"/>
                  </a:lnTo>
                  <a:lnTo>
                    <a:pt x="52458" y="342621"/>
                  </a:lnTo>
                  <a:lnTo>
                    <a:pt x="54098" y="339343"/>
                  </a:lnTo>
                  <a:lnTo>
                    <a:pt x="52458" y="336064"/>
                  </a:lnTo>
                  <a:lnTo>
                    <a:pt x="50819" y="331146"/>
                  </a:lnTo>
                  <a:lnTo>
                    <a:pt x="52458" y="327867"/>
                  </a:lnTo>
                  <a:lnTo>
                    <a:pt x="54098" y="327867"/>
                  </a:lnTo>
                  <a:lnTo>
                    <a:pt x="57377" y="329507"/>
                  </a:lnTo>
                  <a:lnTo>
                    <a:pt x="54098" y="326228"/>
                  </a:lnTo>
                  <a:lnTo>
                    <a:pt x="54098" y="322949"/>
                  </a:lnTo>
                  <a:lnTo>
                    <a:pt x="50819" y="318031"/>
                  </a:lnTo>
                  <a:lnTo>
                    <a:pt x="47541" y="314753"/>
                  </a:lnTo>
                  <a:lnTo>
                    <a:pt x="44262" y="313113"/>
                  </a:lnTo>
                  <a:lnTo>
                    <a:pt x="44262" y="311474"/>
                  </a:lnTo>
                  <a:lnTo>
                    <a:pt x="44262" y="308195"/>
                  </a:lnTo>
                  <a:lnTo>
                    <a:pt x="45901" y="304917"/>
                  </a:lnTo>
                  <a:lnTo>
                    <a:pt x="45901" y="299999"/>
                  </a:lnTo>
                  <a:lnTo>
                    <a:pt x="44262" y="298359"/>
                  </a:lnTo>
                  <a:lnTo>
                    <a:pt x="42622" y="295081"/>
                  </a:lnTo>
                  <a:lnTo>
                    <a:pt x="42622" y="295081"/>
                  </a:lnTo>
                  <a:lnTo>
                    <a:pt x="40983" y="295081"/>
                  </a:lnTo>
                  <a:lnTo>
                    <a:pt x="37705" y="290163"/>
                  </a:lnTo>
                  <a:lnTo>
                    <a:pt x="39344" y="286884"/>
                  </a:lnTo>
                  <a:lnTo>
                    <a:pt x="36065" y="286884"/>
                  </a:lnTo>
                  <a:lnTo>
                    <a:pt x="37705" y="281966"/>
                  </a:lnTo>
                  <a:lnTo>
                    <a:pt x="39344" y="278687"/>
                  </a:lnTo>
                  <a:lnTo>
                    <a:pt x="42622" y="277048"/>
                  </a:lnTo>
                  <a:lnTo>
                    <a:pt x="45901" y="273769"/>
                  </a:lnTo>
                  <a:lnTo>
                    <a:pt x="47541" y="268851"/>
                  </a:lnTo>
                  <a:lnTo>
                    <a:pt x="50819" y="270491"/>
                  </a:lnTo>
                  <a:lnTo>
                    <a:pt x="47541" y="267212"/>
                  </a:lnTo>
                  <a:lnTo>
                    <a:pt x="47541" y="262294"/>
                  </a:lnTo>
                  <a:lnTo>
                    <a:pt x="47541" y="260655"/>
                  </a:lnTo>
                  <a:lnTo>
                    <a:pt x="52458" y="263933"/>
                  </a:lnTo>
                  <a:lnTo>
                    <a:pt x="55737" y="263933"/>
                  </a:lnTo>
                  <a:lnTo>
                    <a:pt x="59016" y="262294"/>
                  </a:lnTo>
                  <a:lnTo>
                    <a:pt x="59016" y="263933"/>
                  </a:lnTo>
                  <a:lnTo>
                    <a:pt x="63934" y="262294"/>
                  </a:lnTo>
                  <a:lnTo>
                    <a:pt x="67212" y="262294"/>
                  </a:lnTo>
                  <a:lnTo>
                    <a:pt x="70491" y="259015"/>
                  </a:lnTo>
                  <a:lnTo>
                    <a:pt x="72131" y="259015"/>
                  </a:lnTo>
                  <a:lnTo>
                    <a:pt x="70491" y="257376"/>
                  </a:lnTo>
                  <a:lnTo>
                    <a:pt x="68852" y="252458"/>
                  </a:lnTo>
                  <a:lnTo>
                    <a:pt x="72131" y="254097"/>
                  </a:lnTo>
                  <a:lnTo>
                    <a:pt x="68852" y="250819"/>
                  </a:lnTo>
                  <a:lnTo>
                    <a:pt x="72131" y="252458"/>
                  </a:lnTo>
                  <a:lnTo>
                    <a:pt x="75409" y="249179"/>
                  </a:lnTo>
                  <a:lnTo>
                    <a:pt x="75409" y="245901"/>
                  </a:lnTo>
                  <a:lnTo>
                    <a:pt x="80327" y="244261"/>
                  </a:lnTo>
                  <a:lnTo>
                    <a:pt x="83606" y="245901"/>
                  </a:lnTo>
                  <a:lnTo>
                    <a:pt x="85245" y="245901"/>
                  </a:lnTo>
                  <a:lnTo>
                    <a:pt x="85245" y="242622"/>
                  </a:lnTo>
                  <a:lnTo>
                    <a:pt x="88524" y="240983"/>
                  </a:lnTo>
                  <a:lnTo>
                    <a:pt x="90164" y="237704"/>
                  </a:lnTo>
                  <a:lnTo>
                    <a:pt x="91802" y="237704"/>
                  </a:lnTo>
                  <a:lnTo>
                    <a:pt x="96721" y="236065"/>
                  </a:lnTo>
                  <a:lnTo>
                    <a:pt x="99999" y="234425"/>
                  </a:lnTo>
                  <a:lnTo>
                    <a:pt x="98360" y="231146"/>
                  </a:lnTo>
                  <a:lnTo>
                    <a:pt x="103278" y="231146"/>
                  </a:lnTo>
                  <a:lnTo>
                    <a:pt x="104917" y="229507"/>
                  </a:lnTo>
                  <a:lnTo>
                    <a:pt x="106557" y="226229"/>
                  </a:lnTo>
                  <a:lnTo>
                    <a:pt x="108196" y="226229"/>
                  </a:lnTo>
                  <a:lnTo>
                    <a:pt x="111475" y="221310"/>
                  </a:lnTo>
                  <a:lnTo>
                    <a:pt x="114754" y="219671"/>
                  </a:lnTo>
                  <a:lnTo>
                    <a:pt x="118032" y="214753"/>
                  </a:lnTo>
                  <a:lnTo>
                    <a:pt x="121311" y="213114"/>
                  </a:lnTo>
                  <a:lnTo>
                    <a:pt x="126229" y="211474"/>
                  </a:lnTo>
                  <a:lnTo>
                    <a:pt x="126229" y="206556"/>
                  </a:lnTo>
                  <a:lnTo>
                    <a:pt x="131147" y="203278"/>
                  </a:lnTo>
                  <a:lnTo>
                    <a:pt x="134425" y="199999"/>
                  </a:lnTo>
                  <a:lnTo>
                    <a:pt x="137704" y="198360"/>
                  </a:lnTo>
                  <a:lnTo>
                    <a:pt x="142622" y="198360"/>
                  </a:lnTo>
                  <a:lnTo>
                    <a:pt x="142622" y="196720"/>
                  </a:lnTo>
                  <a:lnTo>
                    <a:pt x="145901" y="196720"/>
                  </a:lnTo>
                  <a:lnTo>
                    <a:pt x="149179" y="198360"/>
                  </a:lnTo>
                  <a:lnTo>
                    <a:pt x="152458" y="199999"/>
                  </a:lnTo>
                  <a:lnTo>
                    <a:pt x="150819" y="196720"/>
                  </a:lnTo>
                  <a:lnTo>
                    <a:pt x="154098" y="195081"/>
                  </a:lnTo>
                  <a:lnTo>
                    <a:pt x="155737" y="193442"/>
                  </a:lnTo>
                  <a:lnTo>
                    <a:pt x="155737" y="193442"/>
                  </a:lnTo>
                  <a:lnTo>
                    <a:pt x="152458" y="188524"/>
                  </a:lnTo>
                  <a:lnTo>
                    <a:pt x="147540" y="188524"/>
                  </a:lnTo>
                  <a:lnTo>
                    <a:pt x="149179" y="183606"/>
                  </a:lnTo>
                  <a:lnTo>
                    <a:pt x="149179" y="180327"/>
                  </a:lnTo>
                  <a:lnTo>
                    <a:pt x="150819" y="177048"/>
                  </a:lnTo>
                  <a:lnTo>
                    <a:pt x="147540" y="173770"/>
                  </a:lnTo>
                  <a:lnTo>
                    <a:pt x="144261" y="172130"/>
                  </a:lnTo>
                  <a:lnTo>
                    <a:pt x="142622" y="170491"/>
                  </a:lnTo>
                  <a:lnTo>
                    <a:pt x="139344" y="168852"/>
                  </a:lnTo>
                  <a:lnTo>
                    <a:pt x="134425" y="167212"/>
                  </a:lnTo>
                  <a:lnTo>
                    <a:pt x="131147" y="168852"/>
                  </a:lnTo>
                  <a:lnTo>
                    <a:pt x="127868" y="165573"/>
                  </a:lnTo>
                  <a:lnTo>
                    <a:pt x="126229" y="165573"/>
                  </a:lnTo>
                  <a:lnTo>
                    <a:pt x="126229" y="163934"/>
                  </a:lnTo>
                  <a:lnTo>
                    <a:pt x="126229" y="162294"/>
                  </a:lnTo>
                  <a:lnTo>
                    <a:pt x="126229" y="162294"/>
                  </a:lnTo>
                  <a:lnTo>
                    <a:pt x="124589" y="163934"/>
                  </a:lnTo>
                  <a:lnTo>
                    <a:pt x="121311" y="163934"/>
                  </a:lnTo>
                  <a:lnTo>
                    <a:pt x="118032" y="162294"/>
                  </a:lnTo>
                  <a:lnTo>
                    <a:pt x="114754" y="162294"/>
                  </a:lnTo>
                  <a:lnTo>
                    <a:pt x="114754" y="162294"/>
                  </a:lnTo>
                  <a:lnTo>
                    <a:pt x="113114" y="160655"/>
                  </a:lnTo>
                  <a:lnTo>
                    <a:pt x="113114" y="160655"/>
                  </a:lnTo>
                  <a:lnTo>
                    <a:pt x="111475" y="157376"/>
                  </a:lnTo>
                  <a:lnTo>
                    <a:pt x="108196" y="154098"/>
                  </a:lnTo>
                  <a:lnTo>
                    <a:pt x="106557" y="149180"/>
                  </a:lnTo>
                  <a:lnTo>
                    <a:pt x="101639" y="147540"/>
                  </a:lnTo>
                  <a:lnTo>
                    <a:pt x="98360" y="142622"/>
                  </a:lnTo>
                  <a:lnTo>
                    <a:pt x="98360" y="139344"/>
                  </a:lnTo>
                  <a:lnTo>
                    <a:pt x="98360" y="136065"/>
                  </a:lnTo>
                  <a:lnTo>
                    <a:pt x="101639" y="131147"/>
                  </a:lnTo>
                  <a:lnTo>
                    <a:pt x="101639" y="127868"/>
                  </a:lnTo>
                  <a:lnTo>
                    <a:pt x="104917" y="122950"/>
                  </a:lnTo>
                  <a:lnTo>
                    <a:pt x="103278" y="121311"/>
                  </a:lnTo>
                  <a:lnTo>
                    <a:pt x="98360" y="116393"/>
                  </a:lnTo>
                  <a:lnTo>
                    <a:pt x="95081" y="113114"/>
                  </a:lnTo>
                  <a:lnTo>
                    <a:pt x="90164" y="109836"/>
                  </a:lnTo>
                  <a:lnTo>
                    <a:pt x="91802" y="106557"/>
                  </a:lnTo>
                  <a:lnTo>
                    <a:pt x="96721" y="104918"/>
                  </a:lnTo>
                  <a:lnTo>
                    <a:pt x="95081" y="100000"/>
                  </a:lnTo>
                  <a:lnTo>
                    <a:pt x="91802" y="100000"/>
                  </a:lnTo>
                  <a:lnTo>
                    <a:pt x="88524" y="100000"/>
                  </a:lnTo>
                  <a:lnTo>
                    <a:pt x="86885" y="95082"/>
                  </a:lnTo>
                  <a:lnTo>
                    <a:pt x="86885" y="91803"/>
                  </a:lnTo>
                  <a:lnTo>
                    <a:pt x="86885" y="88524"/>
                  </a:lnTo>
                  <a:lnTo>
                    <a:pt x="85245" y="83606"/>
                  </a:lnTo>
                  <a:lnTo>
                    <a:pt x="90164" y="81967"/>
                  </a:lnTo>
                  <a:lnTo>
                    <a:pt x="90164" y="80328"/>
                  </a:lnTo>
                  <a:lnTo>
                    <a:pt x="86885" y="78688"/>
                  </a:lnTo>
                  <a:lnTo>
                    <a:pt x="81967" y="77049"/>
                  </a:lnTo>
                  <a:lnTo>
                    <a:pt x="80327" y="72131"/>
                  </a:lnTo>
                  <a:lnTo>
                    <a:pt x="75409" y="72131"/>
                  </a:lnTo>
                  <a:lnTo>
                    <a:pt x="73770" y="68852"/>
                  </a:lnTo>
                  <a:lnTo>
                    <a:pt x="70491" y="65573"/>
                  </a:lnTo>
                  <a:lnTo>
                    <a:pt x="65573" y="65573"/>
                  </a:lnTo>
                  <a:lnTo>
                    <a:pt x="62295" y="63934"/>
                  </a:lnTo>
                  <a:lnTo>
                    <a:pt x="59016" y="62295"/>
                  </a:lnTo>
                  <a:lnTo>
                    <a:pt x="54098" y="62295"/>
                  </a:lnTo>
                  <a:lnTo>
                    <a:pt x="50819" y="62295"/>
                  </a:lnTo>
                  <a:lnTo>
                    <a:pt x="49180" y="60656"/>
                  </a:lnTo>
                  <a:lnTo>
                    <a:pt x="49180" y="60656"/>
                  </a:lnTo>
                  <a:lnTo>
                    <a:pt x="44262" y="60656"/>
                  </a:lnTo>
                  <a:lnTo>
                    <a:pt x="40983" y="59016"/>
                  </a:lnTo>
                  <a:lnTo>
                    <a:pt x="37705" y="55737"/>
                  </a:lnTo>
                  <a:lnTo>
                    <a:pt x="32787" y="54098"/>
                  </a:lnTo>
                  <a:lnTo>
                    <a:pt x="29508" y="54098"/>
                  </a:lnTo>
                  <a:lnTo>
                    <a:pt x="24590" y="50819"/>
                  </a:lnTo>
                  <a:lnTo>
                    <a:pt x="21311" y="49180"/>
                  </a:lnTo>
                  <a:lnTo>
                    <a:pt x="16393" y="47541"/>
                  </a:lnTo>
                  <a:lnTo>
                    <a:pt x="13114" y="45901"/>
                  </a:lnTo>
                  <a:lnTo>
                    <a:pt x="8197" y="44262"/>
                  </a:lnTo>
                  <a:lnTo>
                    <a:pt x="8197" y="40983"/>
                  </a:lnTo>
                  <a:lnTo>
                    <a:pt x="6557" y="40983"/>
                  </a:lnTo>
                  <a:lnTo>
                    <a:pt x="4918" y="40983"/>
                  </a:lnTo>
                  <a:lnTo>
                    <a:pt x="0" y="3934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74" name="Freeform 3273">
              <a:extLst>
                <a:ext uri="{FF2B5EF4-FFF2-40B4-BE49-F238E27FC236}">
                  <a16:creationId xmlns:a16="http://schemas.microsoft.com/office/drawing/2014/main" id="{35A1DAF1-F413-8A41-8E84-99497EA1C820}"/>
                </a:ext>
              </a:extLst>
            </p:cNvPr>
            <p:cNvSpPr/>
            <p:nvPr/>
          </p:nvSpPr>
          <p:spPr>
            <a:xfrm>
              <a:off x="6079606" y="2242774"/>
              <a:ext cx="63934" cy="131146"/>
            </a:xfrm>
            <a:custGeom>
              <a:avLst/>
              <a:gdLst>
                <a:gd name="connsiteX0" fmla="*/ 1639 w 63934"/>
                <a:gd name="connsiteY0" fmla="*/ 86885 h 131146"/>
                <a:gd name="connsiteX1" fmla="*/ 4918 w 63934"/>
                <a:gd name="connsiteY1" fmla="*/ 83606 h 131146"/>
                <a:gd name="connsiteX2" fmla="*/ 4918 w 63934"/>
                <a:gd name="connsiteY2" fmla="*/ 80327 h 131146"/>
                <a:gd name="connsiteX3" fmla="*/ 4918 w 63934"/>
                <a:gd name="connsiteY3" fmla="*/ 75409 h 131146"/>
                <a:gd name="connsiteX4" fmla="*/ 6557 w 63934"/>
                <a:gd name="connsiteY4" fmla="*/ 77049 h 131146"/>
                <a:gd name="connsiteX5" fmla="*/ 8197 w 63934"/>
                <a:gd name="connsiteY5" fmla="*/ 72131 h 131146"/>
                <a:gd name="connsiteX6" fmla="*/ 6557 w 63934"/>
                <a:gd name="connsiteY6" fmla="*/ 70492 h 131146"/>
                <a:gd name="connsiteX7" fmla="*/ 6557 w 63934"/>
                <a:gd name="connsiteY7" fmla="*/ 67213 h 131146"/>
                <a:gd name="connsiteX8" fmla="*/ 8197 w 63934"/>
                <a:gd name="connsiteY8" fmla="*/ 62295 h 131146"/>
                <a:gd name="connsiteX9" fmla="*/ 8197 w 63934"/>
                <a:gd name="connsiteY9" fmla="*/ 59016 h 131146"/>
                <a:gd name="connsiteX10" fmla="*/ 4918 w 63934"/>
                <a:gd name="connsiteY10" fmla="*/ 55737 h 131146"/>
                <a:gd name="connsiteX11" fmla="*/ 6557 w 63934"/>
                <a:gd name="connsiteY11" fmla="*/ 52459 h 131146"/>
                <a:gd name="connsiteX12" fmla="*/ 8197 w 63934"/>
                <a:gd name="connsiteY12" fmla="*/ 47541 h 131146"/>
                <a:gd name="connsiteX13" fmla="*/ 9836 w 63934"/>
                <a:gd name="connsiteY13" fmla="*/ 45901 h 131146"/>
                <a:gd name="connsiteX14" fmla="*/ 9836 w 63934"/>
                <a:gd name="connsiteY14" fmla="*/ 42623 h 131146"/>
                <a:gd name="connsiteX15" fmla="*/ 9836 w 63934"/>
                <a:gd name="connsiteY15" fmla="*/ 37705 h 131146"/>
                <a:gd name="connsiteX16" fmla="*/ 8197 w 63934"/>
                <a:gd name="connsiteY16" fmla="*/ 34426 h 131146"/>
                <a:gd name="connsiteX17" fmla="*/ 4918 w 63934"/>
                <a:gd name="connsiteY17" fmla="*/ 34426 h 131146"/>
                <a:gd name="connsiteX18" fmla="*/ 1639 w 63934"/>
                <a:gd name="connsiteY18" fmla="*/ 34426 h 131146"/>
                <a:gd name="connsiteX19" fmla="*/ 1639 w 63934"/>
                <a:gd name="connsiteY19" fmla="*/ 32787 h 131146"/>
                <a:gd name="connsiteX20" fmla="*/ 1639 w 63934"/>
                <a:gd name="connsiteY20" fmla="*/ 31147 h 131146"/>
                <a:gd name="connsiteX21" fmla="*/ 3279 w 63934"/>
                <a:gd name="connsiteY21" fmla="*/ 27869 h 131146"/>
                <a:gd name="connsiteX22" fmla="*/ 1639 w 63934"/>
                <a:gd name="connsiteY22" fmla="*/ 24590 h 131146"/>
                <a:gd name="connsiteX23" fmla="*/ 1639 w 63934"/>
                <a:gd name="connsiteY23" fmla="*/ 24590 h 131146"/>
                <a:gd name="connsiteX24" fmla="*/ 0 w 63934"/>
                <a:gd name="connsiteY24" fmla="*/ 19672 h 131146"/>
                <a:gd name="connsiteX25" fmla="*/ 1639 w 63934"/>
                <a:gd name="connsiteY25" fmla="*/ 16393 h 131146"/>
                <a:gd name="connsiteX26" fmla="*/ 3279 w 63934"/>
                <a:gd name="connsiteY26" fmla="*/ 13115 h 131146"/>
                <a:gd name="connsiteX27" fmla="*/ 3279 w 63934"/>
                <a:gd name="connsiteY27" fmla="*/ 13115 h 131146"/>
                <a:gd name="connsiteX28" fmla="*/ 3279 w 63934"/>
                <a:gd name="connsiteY28" fmla="*/ 13115 h 131146"/>
                <a:gd name="connsiteX29" fmla="*/ 3279 w 63934"/>
                <a:gd name="connsiteY29" fmla="*/ 11475 h 131146"/>
                <a:gd name="connsiteX30" fmla="*/ 6557 w 63934"/>
                <a:gd name="connsiteY30" fmla="*/ 8197 h 131146"/>
                <a:gd name="connsiteX31" fmla="*/ 9836 w 63934"/>
                <a:gd name="connsiteY31" fmla="*/ 4918 h 131146"/>
                <a:gd name="connsiteX32" fmla="*/ 11476 w 63934"/>
                <a:gd name="connsiteY32" fmla="*/ 0 h 131146"/>
                <a:gd name="connsiteX33" fmla="*/ 11476 w 63934"/>
                <a:gd name="connsiteY33" fmla="*/ 0 h 131146"/>
                <a:gd name="connsiteX34" fmla="*/ 14754 w 63934"/>
                <a:gd name="connsiteY34" fmla="*/ 1639 h 131146"/>
                <a:gd name="connsiteX35" fmla="*/ 14754 w 63934"/>
                <a:gd name="connsiteY35" fmla="*/ 3279 h 131146"/>
                <a:gd name="connsiteX36" fmla="*/ 16393 w 63934"/>
                <a:gd name="connsiteY36" fmla="*/ 6557 h 131146"/>
                <a:gd name="connsiteX37" fmla="*/ 19672 w 63934"/>
                <a:gd name="connsiteY37" fmla="*/ 6557 h 131146"/>
                <a:gd name="connsiteX38" fmla="*/ 22951 w 63934"/>
                <a:gd name="connsiteY38" fmla="*/ 4918 h 131146"/>
                <a:gd name="connsiteX39" fmla="*/ 26229 w 63934"/>
                <a:gd name="connsiteY39" fmla="*/ 3279 h 131146"/>
                <a:gd name="connsiteX40" fmla="*/ 29508 w 63934"/>
                <a:gd name="connsiteY40" fmla="*/ 6557 h 131146"/>
                <a:gd name="connsiteX41" fmla="*/ 31147 w 63934"/>
                <a:gd name="connsiteY41" fmla="*/ 9836 h 131146"/>
                <a:gd name="connsiteX42" fmla="*/ 32787 w 63934"/>
                <a:gd name="connsiteY42" fmla="*/ 13115 h 131146"/>
                <a:gd name="connsiteX43" fmla="*/ 36066 w 63934"/>
                <a:gd name="connsiteY43" fmla="*/ 13115 h 131146"/>
                <a:gd name="connsiteX44" fmla="*/ 37705 w 63934"/>
                <a:gd name="connsiteY44" fmla="*/ 14754 h 131146"/>
                <a:gd name="connsiteX45" fmla="*/ 40983 w 63934"/>
                <a:gd name="connsiteY45" fmla="*/ 16393 h 131146"/>
                <a:gd name="connsiteX46" fmla="*/ 40983 w 63934"/>
                <a:gd name="connsiteY46" fmla="*/ 16393 h 131146"/>
                <a:gd name="connsiteX47" fmla="*/ 42623 w 63934"/>
                <a:gd name="connsiteY47" fmla="*/ 19672 h 131146"/>
                <a:gd name="connsiteX48" fmla="*/ 44262 w 63934"/>
                <a:gd name="connsiteY48" fmla="*/ 21311 h 131146"/>
                <a:gd name="connsiteX49" fmla="*/ 44262 w 63934"/>
                <a:gd name="connsiteY49" fmla="*/ 22951 h 131146"/>
                <a:gd name="connsiteX50" fmla="*/ 45901 w 63934"/>
                <a:gd name="connsiteY50" fmla="*/ 26229 h 131146"/>
                <a:gd name="connsiteX51" fmla="*/ 45901 w 63934"/>
                <a:gd name="connsiteY51" fmla="*/ 29508 h 131146"/>
                <a:gd name="connsiteX52" fmla="*/ 44262 w 63934"/>
                <a:gd name="connsiteY52" fmla="*/ 32787 h 131146"/>
                <a:gd name="connsiteX53" fmla="*/ 44262 w 63934"/>
                <a:gd name="connsiteY53" fmla="*/ 36065 h 131146"/>
                <a:gd name="connsiteX54" fmla="*/ 42623 w 63934"/>
                <a:gd name="connsiteY54" fmla="*/ 37705 h 131146"/>
                <a:gd name="connsiteX55" fmla="*/ 42623 w 63934"/>
                <a:gd name="connsiteY55" fmla="*/ 42623 h 131146"/>
                <a:gd name="connsiteX56" fmla="*/ 44262 w 63934"/>
                <a:gd name="connsiteY56" fmla="*/ 45901 h 131146"/>
                <a:gd name="connsiteX57" fmla="*/ 40983 w 63934"/>
                <a:gd name="connsiteY57" fmla="*/ 47541 h 131146"/>
                <a:gd name="connsiteX58" fmla="*/ 42623 w 63934"/>
                <a:gd name="connsiteY58" fmla="*/ 49180 h 131146"/>
                <a:gd name="connsiteX59" fmla="*/ 42623 w 63934"/>
                <a:gd name="connsiteY59" fmla="*/ 50819 h 131146"/>
                <a:gd name="connsiteX60" fmla="*/ 45901 w 63934"/>
                <a:gd name="connsiteY60" fmla="*/ 54098 h 131146"/>
                <a:gd name="connsiteX61" fmla="*/ 45901 w 63934"/>
                <a:gd name="connsiteY61" fmla="*/ 54098 h 131146"/>
                <a:gd name="connsiteX62" fmla="*/ 42623 w 63934"/>
                <a:gd name="connsiteY62" fmla="*/ 57377 h 131146"/>
                <a:gd name="connsiteX63" fmla="*/ 44262 w 63934"/>
                <a:gd name="connsiteY63" fmla="*/ 59016 h 131146"/>
                <a:gd name="connsiteX64" fmla="*/ 45901 w 63934"/>
                <a:gd name="connsiteY64" fmla="*/ 63934 h 131146"/>
                <a:gd name="connsiteX65" fmla="*/ 47541 w 63934"/>
                <a:gd name="connsiteY65" fmla="*/ 67213 h 131146"/>
                <a:gd name="connsiteX66" fmla="*/ 47541 w 63934"/>
                <a:gd name="connsiteY66" fmla="*/ 67213 h 131146"/>
                <a:gd name="connsiteX67" fmla="*/ 49180 w 63934"/>
                <a:gd name="connsiteY67" fmla="*/ 67213 h 131146"/>
                <a:gd name="connsiteX68" fmla="*/ 49180 w 63934"/>
                <a:gd name="connsiteY68" fmla="*/ 67213 h 131146"/>
                <a:gd name="connsiteX69" fmla="*/ 49180 w 63934"/>
                <a:gd name="connsiteY69" fmla="*/ 67213 h 131146"/>
                <a:gd name="connsiteX70" fmla="*/ 50820 w 63934"/>
                <a:gd name="connsiteY70" fmla="*/ 72131 h 131146"/>
                <a:gd name="connsiteX71" fmla="*/ 52459 w 63934"/>
                <a:gd name="connsiteY71" fmla="*/ 75409 h 131146"/>
                <a:gd name="connsiteX72" fmla="*/ 55737 w 63934"/>
                <a:gd name="connsiteY72" fmla="*/ 75409 h 131146"/>
                <a:gd name="connsiteX73" fmla="*/ 57377 w 63934"/>
                <a:gd name="connsiteY73" fmla="*/ 73770 h 131146"/>
                <a:gd name="connsiteX74" fmla="*/ 60656 w 63934"/>
                <a:gd name="connsiteY74" fmla="*/ 75409 h 131146"/>
                <a:gd name="connsiteX75" fmla="*/ 60656 w 63934"/>
                <a:gd name="connsiteY75" fmla="*/ 77049 h 131146"/>
                <a:gd name="connsiteX76" fmla="*/ 62295 w 63934"/>
                <a:gd name="connsiteY76" fmla="*/ 80327 h 131146"/>
                <a:gd name="connsiteX77" fmla="*/ 60656 w 63934"/>
                <a:gd name="connsiteY77" fmla="*/ 80327 h 131146"/>
                <a:gd name="connsiteX78" fmla="*/ 63934 w 63934"/>
                <a:gd name="connsiteY78" fmla="*/ 83606 h 131146"/>
                <a:gd name="connsiteX79" fmla="*/ 63934 w 63934"/>
                <a:gd name="connsiteY79" fmla="*/ 85245 h 131146"/>
                <a:gd name="connsiteX80" fmla="*/ 63934 w 63934"/>
                <a:gd name="connsiteY80" fmla="*/ 85245 h 131146"/>
                <a:gd name="connsiteX81" fmla="*/ 63934 w 63934"/>
                <a:gd name="connsiteY81" fmla="*/ 88524 h 131146"/>
                <a:gd name="connsiteX82" fmla="*/ 62295 w 63934"/>
                <a:gd name="connsiteY82" fmla="*/ 91803 h 131146"/>
                <a:gd name="connsiteX83" fmla="*/ 59016 w 63934"/>
                <a:gd name="connsiteY83" fmla="*/ 93442 h 131146"/>
                <a:gd name="connsiteX84" fmla="*/ 55737 w 63934"/>
                <a:gd name="connsiteY84" fmla="*/ 96721 h 131146"/>
                <a:gd name="connsiteX85" fmla="*/ 55737 w 63934"/>
                <a:gd name="connsiteY85" fmla="*/ 96721 h 131146"/>
                <a:gd name="connsiteX86" fmla="*/ 54098 w 63934"/>
                <a:gd name="connsiteY86" fmla="*/ 99999 h 131146"/>
                <a:gd name="connsiteX87" fmla="*/ 52459 w 63934"/>
                <a:gd name="connsiteY87" fmla="*/ 103278 h 131146"/>
                <a:gd name="connsiteX88" fmla="*/ 52459 w 63934"/>
                <a:gd name="connsiteY88" fmla="*/ 108196 h 131146"/>
                <a:gd name="connsiteX89" fmla="*/ 49180 w 63934"/>
                <a:gd name="connsiteY89" fmla="*/ 111475 h 131146"/>
                <a:gd name="connsiteX90" fmla="*/ 49180 w 63934"/>
                <a:gd name="connsiteY90" fmla="*/ 111475 h 131146"/>
                <a:gd name="connsiteX91" fmla="*/ 47541 w 63934"/>
                <a:gd name="connsiteY91" fmla="*/ 111475 h 131146"/>
                <a:gd name="connsiteX92" fmla="*/ 44262 w 63934"/>
                <a:gd name="connsiteY92" fmla="*/ 111475 h 131146"/>
                <a:gd name="connsiteX93" fmla="*/ 42623 w 63934"/>
                <a:gd name="connsiteY93" fmla="*/ 114754 h 131146"/>
                <a:gd name="connsiteX94" fmla="*/ 39344 w 63934"/>
                <a:gd name="connsiteY94" fmla="*/ 114754 h 131146"/>
                <a:gd name="connsiteX95" fmla="*/ 40983 w 63934"/>
                <a:gd name="connsiteY95" fmla="*/ 119672 h 131146"/>
                <a:gd name="connsiteX96" fmla="*/ 40983 w 63934"/>
                <a:gd name="connsiteY96" fmla="*/ 119672 h 131146"/>
                <a:gd name="connsiteX97" fmla="*/ 42623 w 63934"/>
                <a:gd name="connsiteY97" fmla="*/ 122950 h 131146"/>
                <a:gd name="connsiteX98" fmla="*/ 39344 w 63934"/>
                <a:gd name="connsiteY98" fmla="*/ 122950 h 131146"/>
                <a:gd name="connsiteX99" fmla="*/ 39344 w 63934"/>
                <a:gd name="connsiteY99" fmla="*/ 126229 h 131146"/>
                <a:gd name="connsiteX100" fmla="*/ 36066 w 63934"/>
                <a:gd name="connsiteY100" fmla="*/ 131147 h 131146"/>
                <a:gd name="connsiteX101" fmla="*/ 32787 w 63934"/>
                <a:gd name="connsiteY101" fmla="*/ 129508 h 131146"/>
                <a:gd name="connsiteX102" fmla="*/ 29508 w 63934"/>
                <a:gd name="connsiteY102" fmla="*/ 129508 h 131146"/>
                <a:gd name="connsiteX103" fmla="*/ 29508 w 63934"/>
                <a:gd name="connsiteY103" fmla="*/ 129508 h 131146"/>
                <a:gd name="connsiteX104" fmla="*/ 27869 w 63934"/>
                <a:gd name="connsiteY104" fmla="*/ 129508 h 131146"/>
                <a:gd name="connsiteX105" fmla="*/ 27869 w 63934"/>
                <a:gd name="connsiteY105" fmla="*/ 124589 h 131146"/>
                <a:gd name="connsiteX106" fmla="*/ 27869 w 63934"/>
                <a:gd name="connsiteY106" fmla="*/ 124589 h 131146"/>
                <a:gd name="connsiteX107" fmla="*/ 27869 w 63934"/>
                <a:gd name="connsiteY107" fmla="*/ 124589 h 131146"/>
                <a:gd name="connsiteX108" fmla="*/ 27869 w 63934"/>
                <a:gd name="connsiteY108" fmla="*/ 122950 h 131146"/>
                <a:gd name="connsiteX109" fmla="*/ 27869 w 63934"/>
                <a:gd name="connsiteY109" fmla="*/ 121311 h 131146"/>
                <a:gd name="connsiteX110" fmla="*/ 26229 w 63934"/>
                <a:gd name="connsiteY110" fmla="*/ 116393 h 131146"/>
                <a:gd name="connsiteX111" fmla="*/ 24590 w 63934"/>
                <a:gd name="connsiteY111" fmla="*/ 114754 h 131146"/>
                <a:gd name="connsiteX112" fmla="*/ 22951 w 63934"/>
                <a:gd name="connsiteY112" fmla="*/ 113114 h 131146"/>
                <a:gd name="connsiteX113" fmla="*/ 18033 w 63934"/>
                <a:gd name="connsiteY113" fmla="*/ 109836 h 131146"/>
                <a:gd name="connsiteX114" fmla="*/ 14754 w 63934"/>
                <a:gd name="connsiteY114" fmla="*/ 108196 h 131146"/>
                <a:gd name="connsiteX115" fmla="*/ 11476 w 63934"/>
                <a:gd name="connsiteY115" fmla="*/ 106557 h 131146"/>
                <a:gd name="connsiteX116" fmla="*/ 8197 w 63934"/>
                <a:gd name="connsiteY116" fmla="*/ 104917 h 131146"/>
                <a:gd name="connsiteX117" fmla="*/ 4918 w 63934"/>
                <a:gd name="connsiteY117" fmla="*/ 99999 h 131146"/>
                <a:gd name="connsiteX118" fmla="*/ 1639 w 63934"/>
                <a:gd name="connsiteY118" fmla="*/ 96721 h 131146"/>
                <a:gd name="connsiteX119" fmla="*/ 6557 w 63934"/>
                <a:gd name="connsiteY119" fmla="*/ 98360 h 131146"/>
                <a:gd name="connsiteX120" fmla="*/ 8197 w 63934"/>
                <a:gd name="connsiteY120" fmla="*/ 101639 h 131146"/>
                <a:gd name="connsiteX121" fmla="*/ 8197 w 63934"/>
                <a:gd name="connsiteY121" fmla="*/ 99999 h 131146"/>
                <a:gd name="connsiteX122" fmla="*/ 8197 w 63934"/>
                <a:gd name="connsiteY122" fmla="*/ 96721 h 131146"/>
                <a:gd name="connsiteX123" fmla="*/ 6557 w 63934"/>
                <a:gd name="connsiteY123" fmla="*/ 93442 h 131146"/>
                <a:gd name="connsiteX124" fmla="*/ 8197 w 63934"/>
                <a:gd name="connsiteY124" fmla="*/ 91803 h 131146"/>
                <a:gd name="connsiteX125" fmla="*/ 4918 w 63934"/>
                <a:gd name="connsiteY125" fmla="*/ 90164 h 131146"/>
                <a:gd name="connsiteX126" fmla="*/ 1639 w 63934"/>
                <a:gd name="connsiteY126" fmla="*/ 86885 h 131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63934" h="131146">
                  <a:moveTo>
                    <a:pt x="1639" y="86885"/>
                  </a:moveTo>
                  <a:lnTo>
                    <a:pt x="4918" y="83606"/>
                  </a:lnTo>
                  <a:lnTo>
                    <a:pt x="4918" y="80327"/>
                  </a:lnTo>
                  <a:lnTo>
                    <a:pt x="4918" y="75409"/>
                  </a:lnTo>
                  <a:lnTo>
                    <a:pt x="6557" y="77049"/>
                  </a:lnTo>
                  <a:lnTo>
                    <a:pt x="8197" y="72131"/>
                  </a:lnTo>
                  <a:lnTo>
                    <a:pt x="6557" y="70492"/>
                  </a:lnTo>
                  <a:lnTo>
                    <a:pt x="6557" y="67213"/>
                  </a:lnTo>
                  <a:lnTo>
                    <a:pt x="8197" y="62295"/>
                  </a:lnTo>
                  <a:lnTo>
                    <a:pt x="8197" y="59016"/>
                  </a:lnTo>
                  <a:lnTo>
                    <a:pt x="4918" y="55737"/>
                  </a:lnTo>
                  <a:lnTo>
                    <a:pt x="6557" y="52459"/>
                  </a:lnTo>
                  <a:lnTo>
                    <a:pt x="8197" y="47541"/>
                  </a:lnTo>
                  <a:lnTo>
                    <a:pt x="9836" y="45901"/>
                  </a:lnTo>
                  <a:lnTo>
                    <a:pt x="9836" y="42623"/>
                  </a:lnTo>
                  <a:lnTo>
                    <a:pt x="9836" y="37705"/>
                  </a:lnTo>
                  <a:lnTo>
                    <a:pt x="8197" y="34426"/>
                  </a:lnTo>
                  <a:lnTo>
                    <a:pt x="4918" y="34426"/>
                  </a:lnTo>
                  <a:lnTo>
                    <a:pt x="1639" y="34426"/>
                  </a:lnTo>
                  <a:lnTo>
                    <a:pt x="1639" y="32787"/>
                  </a:lnTo>
                  <a:lnTo>
                    <a:pt x="1639" y="31147"/>
                  </a:lnTo>
                  <a:lnTo>
                    <a:pt x="3279" y="27869"/>
                  </a:lnTo>
                  <a:lnTo>
                    <a:pt x="1639" y="24590"/>
                  </a:lnTo>
                  <a:lnTo>
                    <a:pt x="1639" y="24590"/>
                  </a:lnTo>
                  <a:lnTo>
                    <a:pt x="0" y="19672"/>
                  </a:lnTo>
                  <a:lnTo>
                    <a:pt x="1639" y="16393"/>
                  </a:lnTo>
                  <a:lnTo>
                    <a:pt x="3279" y="13115"/>
                  </a:lnTo>
                  <a:lnTo>
                    <a:pt x="3279" y="13115"/>
                  </a:lnTo>
                  <a:lnTo>
                    <a:pt x="3279" y="13115"/>
                  </a:lnTo>
                  <a:lnTo>
                    <a:pt x="3279" y="11475"/>
                  </a:lnTo>
                  <a:lnTo>
                    <a:pt x="6557" y="8197"/>
                  </a:lnTo>
                  <a:lnTo>
                    <a:pt x="9836" y="4918"/>
                  </a:lnTo>
                  <a:lnTo>
                    <a:pt x="11476" y="0"/>
                  </a:lnTo>
                  <a:lnTo>
                    <a:pt x="11476" y="0"/>
                  </a:lnTo>
                  <a:lnTo>
                    <a:pt x="14754" y="1639"/>
                  </a:lnTo>
                  <a:lnTo>
                    <a:pt x="14754" y="3279"/>
                  </a:lnTo>
                  <a:lnTo>
                    <a:pt x="16393" y="6557"/>
                  </a:lnTo>
                  <a:lnTo>
                    <a:pt x="19672" y="6557"/>
                  </a:lnTo>
                  <a:lnTo>
                    <a:pt x="22951" y="4918"/>
                  </a:lnTo>
                  <a:lnTo>
                    <a:pt x="26229" y="3279"/>
                  </a:lnTo>
                  <a:lnTo>
                    <a:pt x="29508" y="6557"/>
                  </a:lnTo>
                  <a:lnTo>
                    <a:pt x="31147" y="9836"/>
                  </a:lnTo>
                  <a:lnTo>
                    <a:pt x="32787" y="13115"/>
                  </a:lnTo>
                  <a:lnTo>
                    <a:pt x="36066" y="13115"/>
                  </a:lnTo>
                  <a:lnTo>
                    <a:pt x="37705" y="14754"/>
                  </a:lnTo>
                  <a:lnTo>
                    <a:pt x="40983" y="16393"/>
                  </a:lnTo>
                  <a:lnTo>
                    <a:pt x="40983" y="16393"/>
                  </a:lnTo>
                  <a:lnTo>
                    <a:pt x="42623" y="19672"/>
                  </a:lnTo>
                  <a:lnTo>
                    <a:pt x="44262" y="21311"/>
                  </a:lnTo>
                  <a:lnTo>
                    <a:pt x="44262" y="22951"/>
                  </a:lnTo>
                  <a:lnTo>
                    <a:pt x="45901" y="26229"/>
                  </a:lnTo>
                  <a:lnTo>
                    <a:pt x="45901" y="29508"/>
                  </a:lnTo>
                  <a:lnTo>
                    <a:pt x="44262" y="32787"/>
                  </a:lnTo>
                  <a:lnTo>
                    <a:pt x="44262" y="36065"/>
                  </a:lnTo>
                  <a:lnTo>
                    <a:pt x="42623" y="37705"/>
                  </a:lnTo>
                  <a:lnTo>
                    <a:pt x="42623" y="42623"/>
                  </a:lnTo>
                  <a:lnTo>
                    <a:pt x="44262" y="45901"/>
                  </a:lnTo>
                  <a:lnTo>
                    <a:pt x="40983" y="47541"/>
                  </a:lnTo>
                  <a:lnTo>
                    <a:pt x="42623" y="49180"/>
                  </a:lnTo>
                  <a:lnTo>
                    <a:pt x="42623" y="50819"/>
                  </a:lnTo>
                  <a:lnTo>
                    <a:pt x="45901" y="54098"/>
                  </a:lnTo>
                  <a:lnTo>
                    <a:pt x="45901" y="54098"/>
                  </a:lnTo>
                  <a:lnTo>
                    <a:pt x="42623" y="57377"/>
                  </a:lnTo>
                  <a:lnTo>
                    <a:pt x="44262" y="59016"/>
                  </a:lnTo>
                  <a:lnTo>
                    <a:pt x="45901" y="63934"/>
                  </a:lnTo>
                  <a:lnTo>
                    <a:pt x="47541" y="67213"/>
                  </a:lnTo>
                  <a:lnTo>
                    <a:pt x="47541" y="67213"/>
                  </a:lnTo>
                  <a:lnTo>
                    <a:pt x="49180" y="67213"/>
                  </a:lnTo>
                  <a:lnTo>
                    <a:pt x="49180" y="67213"/>
                  </a:lnTo>
                  <a:lnTo>
                    <a:pt x="49180" y="67213"/>
                  </a:lnTo>
                  <a:lnTo>
                    <a:pt x="50820" y="72131"/>
                  </a:lnTo>
                  <a:lnTo>
                    <a:pt x="52459" y="75409"/>
                  </a:lnTo>
                  <a:lnTo>
                    <a:pt x="55737" y="75409"/>
                  </a:lnTo>
                  <a:lnTo>
                    <a:pt x="57377" y="73770"/>
                  </a:lnTo>
                  <a:lnTo>
                    <a:pt x="60656" y="75409"/>
                  </a:lnTo>
                  <a:lnTo>
                    <a:pt x="60656" y="77049"/>
                  </a:lnTo>
                  <a:lnTo>
                    <a:pt x="62295" y="80327"/>
                  </a:lnTo>
                  <a:lnTo>
                    <a:pt x="60656" y="80327"/>
                  </a:lnTo>
                  <a:lnTo>
                    <a:pt x="63934" y="83606"/>
                  </a:lnTo>
                  <a:lnTo>
                    <a:pt x="63934" y="85245"/>
                  </a:lnTo>
                  <a:lnTo>
                    <a:pt x="63934" y="85245"/>
                  </a:lnTo>
                  <a:lnTo>
                    <a:pt x="63934" y="88524"/>
                  </a:lnTo>
                  <a:lnTo>
                    <a:pt x="62295" y="91803"/>
                  </a:lnTo>
                  <a:lnTo>
                    <a:pt x="59016" y="93442"/>
                  </a:lnTo>
                  <a:lnTo>
                    <a:pt x="55737" y="96721"/>
                  </a:lnTo>
                  <a:lnTo>
                    <a:pt x="55737" y="96721"/>
                  </a:lnTo>
                  <a:lnTo>
                    <a:pt x="54098" y="99999"/>
                  </a:lnTo>
                  <a:lnTo>
                    <a:pt x="52459" y="103278"/>
                  </a:lnTo>
                  <a:lnTo>
                    <a:pt x="52459" y="108196"/>
                  </a:lnTo>
                  <a:lnTo>
                    <a:pt x="49180" y="111475"/>
                  </a:lnTo>
                  <a:lnTo>
                    <a:pt x="49180" y="111475"/>
                  </a:lnTo>
                  <a:lnTo>
                    <a:pt x="47541" y="111475"/>
                  </a:lnTo>
                  <a:lnTo>
                    <a:pt x="44262" y="111475"/>
                  </a:lnTo>
                  <a:lnTo>
                    <a:pt x="42623" y="114754"/>
                  </a:lnTo>
                  <a:lnTo>
                    <a:pt x="39344" y="114754"/>
                  </a:lnTo>
                  <a:lnTo>
                    <a:pt x="40983" y="119672"/>
                  </a:lnTo>
                  <a:lnTo>
                    <a:pt x="40983" y="119672"/>
                  </a:lnTo>
                  <a:lnTo>
                    <a:pt x="42623" y="122950"/>
                  </a:lnTo>
                  <a:lnTo>
                    <a:pt x="39344" y="122950"/>
                  </a:lnTo>
                  <a:lnTo>
                    <a:pt x="39344" y="126229"/>
                  </a:lnTo>
                  <a:lnTo>
                    <a:pt x="36066" y="131147"/>
                  </a:lnTo>
                  <a:lnTo>
                    <a:pt x="32787" y="129508"/>
                  </a:lnTo>
                  <a:lnTo>
                    <a:pt x="29508" y="129508"/>
                  </a:lnTo>
                  <a:lnTo>
                    <a:pt x="29508" y="129508"/>
                  </a:lnTo>
                  <a:lnTo>
                    <a:pt x="27869" y="129508"/>
                  </a:lnTo>
                  <a:lnTo>
                    <a:pt x="27869" y="124589"/>
                  </a:lnTo>
                  <a:lnTo>
                    <a:pt x="27869" y="124589"/>
                  </a:lnTo>
                  <a:lnTo>
                    <a:pt x="27869" y="124589"/>
                  </a:lnTo>
                  <a:lnTo>
                    <a:pt x="27869" y="122950"/>
                  </a:lnTo>
                  <a:lnTo>
                    <a:pt x="27869" y="121311"/>
                  </a:lnTo>
                  <a:lnTo>
                    <a:pt x="26229" y="116393"/>
                  </a:lnTo>
                  <a:lnTo>
                    <a:pt x="24590" y="114754"/>
                  </a:lnTo>
                  <a:lnTo>
                    <a:pt x="22951" y="113114"/>
                  </a:lnTo>
                  <a:lnTo>
                    <a:pt x="18033" y="109836"/>
                  </a:lnTo>
                  <a:lnTo>
                    <a:pt x="14754" y="108196"/>
                  </a:lnTo>
                  <a:lnTo>
                    <a:pt x="11476" y="106557"/>
                  </a:lnTo>
                  <a:lnTo>
                    <a:pt x="8197" y="104917"/>
                  </a:lnTo>
                  <a:lnTo>
                    <a:pt x="4918" y="99999"/>
                  </a:lnTo>
                  <a:lnTo>
                    <a:pt x="1639" y="96721"/>
                  </a:lnTo>
                  <a:lnTo>
                    <a:pt x="6557" y="98360"/>
                  </a:lnTo>
                  <a:lnTo>
                    <a:pt x="8197" y="101639"/>
                  </a:lnTo>
                  <a:lnTo>
                    <a:pt x="8197" y="99999"/>
                  </a:lnTo>
                  <a:lnTo>
                    <a:pt x="8197" y="96721"/>
                  </a:lnTo>
                  <a:lnTo>
                    <a:pt x="6557" y="93442"/>
                  </a:lnTo>
                  <a:lnTo>
                    <a:pt x="8197" y="91803"/>
                  </a:lnTo>
                  <a:lnTo>
                    <a:pt x="4918" y="90164"/>
                  </a:lnTo>
                  <a:lnTo>
                    <a:pt x="1639" y="8688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75" name="Freeform 3274">
              <a:extLst>
                <a:ext uri="{FF2B5EF4-FFF2-40B4-BE49-F238E27FC236}">
                  <a16:creationId xmlns:a16="http://schemas.microsoft.com/office/drawing/2014/main" id="{7363C693-88E7-F549-8BD6-971CA0BD71D5}"/>
                </a:ext>
              </a:extLst>
            </p:cNvPr>
            <p:cNvSpPr/>
            <p:nvPr/>
          </p:nvSpPr>
          <p:spPr>
            <a:xfrm>
              <a:off x="6128786" y="1496876"/>
              <a:ext cx="1639" cy="3278"/>
            </a:xfrm>
            <a:custGeom>
              <a:avLst/>
              <a:gdLst>
                <a:gd name="connsiteX0" fmla="*/ 0 w 1639"/>
                <a:gd name="connsiteY0" fmla="*/ 1639 h 3278"/>
                <a:gd name="connsiteX1" fmla="*/ 0 w 1639"/>
                <a:gd name="connsiteY1" fmla="*/ 0 h 3278"/>
                <a:gd name="connsiteX2" fmla="*/ 1639 w 1639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0" y="1639"/>
                  </a:move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76" name="Freeform 3275">
              <a:extLst>
                <a:ext uri="{FF2B5EF4-FFF2-40B4-BE49-F238E27FC236}">
                  <a16:creationId xmlns:a16="http://schemas.microsoft.com/office/drawing/2014/main" id="{D688527E-5285-BD4E-98E2-97D6665E1479}"/>
                </a:ext>
              </a:extLst>
            </p:cNvPr>
            <p:cNvSpPr/>
            <p:nvPr/>
          </p:nvSpPr>
          <p:spPr>
            <a:xfrm>
              <a:off x="6123868" y="1495237"/>
              <a:ext cx="8196" cy="1639"/>
            </a:xfrm>
            <a:custGeom>
              <a:avLst/>
              <a:gdLst>
                <a:gd name="connsiteX0" fmla="*/ 4918 w 8196"/>
                <a:gd name="connsiteY0" fmla="*/ 1639 h 1639"/>
                <a:gd name="connsiteX1" fmla="*/ 4918 w 8196"/>
                <a:gd name="connsiteY1" fmla="*/ 1639 h 1639"/>
                <a:gd name="connsiteX2" fmla="*/ 0 w 8196"/>
                <a:gd name="connsiteY2" fmla="*/ 1639 h 1639"/>
                <a:gd name="connsiteX3" fmla="*/ 4918 w 8196"/>
                <a:gd name="connsiteY3" fmla="*/ 0 h 1639"/>
                <a:gd name="connsiteX4" fmla="*/ 8197 w 8196"/>
                <a:gd name="connsiteY4" fmla="*/ 0 h 1639"/>
                <a:gd name="connsiteX5" fmla="*/ 8197 w 8196"/>
                <a:gd name="connsiteY5" fmla="*/ 0 h 1639"/>
                <a:gd name="connsiteX6" fmla="*/ 8197 w 8196"/>
                <a:gd name="connsiteY6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1639">
                  <a:moveTo>
                    <a:pt x="4918" y="1639"/>
                  </a:moveTo>
                  <a:lnTo>
                    <a:pt x="4918" y="1639"/>
                  </a:lnTo>
                  <a:lnTo>
                    <a:pt x="0" y="1639"/>
                  </a:lnTo>
                  <a:lnTo>
                    <a:pt x="4918" y="0"/>
                  </a:lnTo>
                  <a:lnTo>
                    <a:pt x="8197" y="0"/>
                  </a:lnTo>
                  <a:lnTo>
                    <a:pt x="8197" y="0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77" name="Freeform 3276">
              <a:extLst>
                <a:ext uri="{FF2B5EF4-FFF2-40B4-BE49-F238E27FC236}">
                  <a16:creationId xmlns:a16="http://schemas.microsoft.com/office/drawing/2014/main" id="{72022A0E-BAA2-CF4D-90EF-247D40BDD3B4}"/>
                </a:ext>
              </a:extLst>
            </p:cNvPr>
            <p:cNvSpPr/>
            <p:nvPr/>
          </p:nvSpPr>
          <p:spPr>
            <a:xfrm>
              <a:off x="6133704" y="1491958"/>
              <a:ext cx="1639" cy="1639"/>
            </a:xfrm>
            <a:custGeom>
              <a:avLst/>
              <a:gdLst>
                <a:gd name="connsiteX0" fmla="*/ 0 w 1639"/>
                <a:gd name="connsiteY0" fmla="*/ 1639 h 1639"/>
                <a:gd name="connsiteX1" fmla="*/ 0 w 1639"/>
                <a:gd name="connsiteY1" fmla="*/ 0 h 1639"/>
                <a:gd name="connsiteX2" fmla="*/ 1639 w 1639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1639">
                  <a:moveTo>
                    <a:pt x="0" y="1639"/>
                  </a:moveTo>
                  <a:lnTo>
                    <a:pt x="0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78" name="Freeform 3277">
              <a:extLst>
                <a:ext uri="{FF2B5EF4-FFF2-40B4-BE49-F238E27FC236}">
                  <a16:creationId xmlns:a16="http://schemas.microsoft.com/office/drawing/2014/main" id="{4D011AD7-F5F5-044E-8DD3-79125F0ACA3D}"/>
                </a:ext>
              </a:extLst>
            </p:cNvPr>
            <p:cNvSpPr/>
            <p:nvPr/>
          </p:nvSpPr>
          <p:spPr>
            <a:xfrm>
              <a:off x="6686161" y="2475560"/>
              <a:ext cx="232786" cy="219671"/>
            </a:xfrm>
            <a:custGeom>
              <a:avLst/>
              <a:gdLst>
                <a:gd name="connsiteX0" fmla="*/ 4918 w 232786"/>
                <a:gd name="connsiteY0" fmla="*/ 178688 h 219671"/>
                <a:gd name="connsiteX1" fmla="*/ 4918 w 232786"/>
                <a:gd name="connsiteY1" fmla="*/ 178688 h 219671"/>
                <a:gd name="connsiteX2" fmla="*/ 6557 w 232786"/>
                <a:gd name="connsiteY2" fmla="*/ 178688 h 219671"/>
                <a:gd name="connsiteX3" fmla="*/ 8197 w 232786"/>
                <a:gd name="connsiteY3" fmla="*/ 175409 h 219671"/>
                <a:gd name="connsiteX4" fmla="*/ 8197 w 232786"/>
                <a:gd name="connsiteY4" fmla="*/ 175409 h 219671"/>
                <a:gd name="connsiteX5" fmla="*/ 9836 w 232786"/>
                <a:gd name="connsiteY5" fmla="*/ 175409 h 219671"/>
                <a:gd name="connsiteX6" fmla="*/ 11476 w 232786"/>
                <a:gd name="connsiteY6" fmla="*/ 172130 h 219671"/>
                <a:gd name="connsiteX7" fmla="*/ 13114 w 232786"/>
                <a:gd name="connsiteY7" fmla="*/ 172130 h 219671"/>
                <a:gd name="connsiteX8" fmla="*/ 13114 w 232786"/>
                <a:gd name="connsiteY8" fmla="*/ 172130 h 219671"/>
                <a:gd name="connsiteX9" fmla="*/ 16393 w 232786"/>
                <a:gd name="connsiteY9" fmla="*/ 168852 h 219671"/>
                <a:gd name="connsiteX10" fmla="*/ 14754 w 232786"/>
                <a:gd name="connsiteY10" fmla="*/ 167212 h 219671"/>
                <a:gd name="connsiteX11" fmla="*/ 16393 w 232786"/>
                <a:gd name="connsiteY11" fmla="*/ 167212 h 219671"/>
                <a:gd name="connsiteX12" fmla="*/ 19672 w 232786"/>
                <a:gd name="connsiteY12" fmla="*/ 165573 h 219671"/>
                <a:gd name="connsiteX13" fmla="*/ 18033 w 232786"/>
                <a:gd name="connsiteY13" fmla="*/ 163934 h 219671"/>
                <a:gd name="connsiteX14" fmla="*/ 18033 w 232786"/>
                <a:gd name="connsiteY14" fmla="*/ 163934 h 219671"/>
                <a:gd name="connsiteX15" fmla="*/ 16393 w 232786"/>
                <a:gd name="connsiteY15" fmla="*/ 160655 h 219671"/>
                <a:gd name="connsiteX16" fmla="*/ 16393 w 232786"/>
                <a:gd name="connsiteY16" fmla="*/ 157376 h 219671"/>
                <a:gd name="connsiteX17" fmla="*/ 18033 w 232786"/>
                <a:gd name="connsiteY17" fmla="*/ 154098 h 219671"/>
                <a:gd name="connsiteX18" fmla="*/ 21311 w 232786"/>
                <a:gd name="connsiteY18" fmla="*/ 152458 h 219671"/>
                <a:gd name="connsiteX19" fmla="*/ 22951 w 232786"/>
                <a:gd name="connsiteY19" fmla="*/ 154098 h 219671"/>
                <a:gd name="connsiteX20" fmla="*/ 22951 w 232786"/>
                <a:gd name="connsiteY20" fmla="*/ 154098 h 219671"/>
                <a:gd name="connsiteX21" fmla="*/ 26229 w 232786"/>
                <a:gd name="connsiteY21" fmla="*/ 152458 h 219671"/>
                <a:gd name="connsiteX22" fmla="*/ 29508 w 232786"/>
                <a:gd name="connsiteY22" fmla="*/ 154098 h 219671"/>
                <a:gd name="connsiteX23" fmla="*/ 29508 w 232786"/>
                <a:gd name="connsiteY23" fmla="*/ 152458 h 219671"/>
                <a:gd name="connsiteX24" fmla="*/ 26229 w 232786"/>
                <a:gd name="connsiteY24" fmla="*/ 149180 h 219671"/>
                <a:gd name="connsiteX25" fmla="*/ 29508 w 232786"/>
                <a:gd name="connsiteY25" fmla="*/ 145901 h 219671"/>
                <a:gd name="connsiteX26" fmla="*/ 32787 w 232786"/>
                <a:gd name="connsiteY26" fmla="*/ 144262 h 219671"/>
                <a:gd name="connsiteX27" fmla="*/ 36066 w 232786"/>
                <a:gd name="connsiteY27" fmla="*/ 140983 h 219671"/>
                <a:gd name="connsiteX28" fmla="*/ 37705 w 232786"/>
                <a:gd name="connsiteY28" fmla="*/ 137704 h 219671"/>
                <a:gd name="connsiteX29" fmla="*/ 36066 w 232786"/>
                <a:gd name="connsiteY29" fmla="*/ 132786 h 219671"/>
                <a:gd name="connsiteX30" fmla="*/ 32787 w 232786"/>
                <a:gd name="connsiteY30" fmla="*/ 129508 h 219671"/>
                <a:gd name="connsiteX31" fmla="*/ 34426 w 232786"/>
                <a:gd name="connsiteY31" fmla="*/ 127868 h 219671"/>
                <a:gd name="connsiteX32" fmla="*/ 31147 w 232786"/>
                <a:gd name="connsiteY32" fmla="*/ 126229 h 219671"/>
                <a:gd name="connsiteX33" fmla="*/ 29508 w 232786"/>
                <a:gd name="connsiteY33" fmla="*/ 124590 h 219671"/>
                <a:gd name="connsiteX34" fmla="*/ 26229 w 232786"/>
                <a:gd name="connsiteY34" fmla="*/ 124590 h 219671"/>
                <a:gd name="connsiteX35" fmla="*/ 26229 w 232786"/>
                <a:gd name="connsiteY35" fmla="*/ 122950 h 219671"/>
                <a:gd name="connsiteX36" fmla="*/ 27869 w 232786"/>
                <a:gd name="connsiteY36" fmla="*/ 119672 h 219671"/>
                <a:gd name="connsiteX37" fmla="*/ 27869 w 232786"/>
                <a:gd name="connsiteY37" fmla="*/ 118032 h 219671"/>
                <a:gd name="connsiteX38" fmla="*/ 27869 w 232786"/>
                <a:gd name="connsiteY38" fmla="*/ 118032 h 219671"/>
                <a:gd name="connsiteX39" fmla="*/ 26229 w 232786"/>
                <a:gd name="connsiteY39" fmla="*/ 116393 h 219671"/>
                <a:gd name="connsiteX40" fmla="*/ 26229 w 232786"/>
                <a:gd name="connsiteY40" fmla="*/ 116393 h 219671"/>
                <a:gd name="connsiteX41" fmla="*/ 26229 w 232786"/>
                <a:gd name="connsiteY41" fmla="*/ 116393 h 219671"/>
                <a:gd name="connsiteX42" fmla="*/ 24590 w 232786"/>
                <a:gd name="connsiteY42" fmla="*/ 116393 h 219671"/>
                <a:gd name="connsiteX43" fmla="*/ 24590 w 232786"/>
                <a:gd name="connsiteY43" fmla="*/ 116393 h 219671"/>
                <a:gd name="connsiteX44" fmla="*/ 24590 w 232786"/>
                <a:gd name="connsiteY44" fmla="*/ 116393 h 219671"/>
                <a:gd name="connsiteX45" fmla="*/ 24590 w 232786"/>
                <a:gd name="connsiteY45" fmla="*/ 116393 h 219671"/>
                <a:gd name="connsiteX46" fmla="*/ 24590 w 232786"/>
                <a:gd name="connsiteY46" fmla="*/ 118032 h 219671"/>
                <a:gd name="connsiteX47" fmla="*/ 21311 w 232786"/>
                <a:gd name="connsiteY47" fmla="*/ 118032 h 219671"/>
                <a:gd name="connsiteX48" fmla="*/ 18033 w 232786"/>
                <a:gd name="connsiteY48" fmla="*/ 118032 h 219671"/>
                <a:gd name="connsiteX49" fmla="*/ 18033 w 232786"/>
                <a:gd name="connsiteY49" fmla="*/ 118032 h 219671"/>
                <a:gd name="connsiteX50" fmla="*/ 18033 w 232786"/>
                <a:gd name="connsiteY50" fmla="*/ 118032 h 219671"/>
                <a:gd name="connsiteX51" fmla="*/ 16393 w 232786"/>
                <a:gd name="connsiteY51" fmla="*/ 118032 h 219671"/>
                <a:gd name="connsiteX52" fmla="*/ 14754 w 232786"/>
                <a:gd name="connsiteY52" fmla="*/ 118032 h 219671"/>
                <a:gd name="connsiteX53" fmla="*/ 11476 w 232786"/>
                <a:gd name="connsiteY53" fmla="*/ 118032 h 219671"/>
                <a:gd name="connsiteX54" fmla="*/ 11476 w 232786"/>
                <a:gd name="connsiteY54" fmla="*/ 118032 h 219671"/>
                <a:gd name="connsiteX55" fmla="*/ 11476 w 232786"/>
                <a:gd name="connsiteY55" fmla="*/ 116393 h 219671"/>
                <a:gd name="connsiteX56" fmla="*/ 9836 w 232786"/>
                <a:gd name="connsiteY56" fmla="*/ 111475 h 219671"/>
                <a:gd name="connsiteX57" fmla="*/ 8197 w 232786"/>
                <a:gd name="connsiteY57" fmla="*/ 108196 h 219671"/>
                <a:gd name="connsiteX58" fmla="*/ 8197 w 232786"/>
                <a:gd name="connsiteY58" fmla="*/ 104917 h 219671"/>
                <a:gd name="connsiteX59" fmla="*/ 8197 w 232786"/>
                <a:gd name="connsiteY59" fmla="*/ 101639 h 219671"/>
                <a:gd name="connsiteX60" fmla="*/ 8197 w 232786"/>
                <a:gd name="connsiteY60" fmla="*/ 98360 h 219671"/>
                <a:gd name="connsiteX61" fmla="*/ 8197 w 232786"/>
                <a:gd name="connsiteY61" fmla="*/ 95082 h 219671"/>
                <a:gd name="connsiteX62" fmla="*/ 8197 w 232786"/>
                <a:gd name="connsiteY62" fmla="*/ 90164 h 219671"/>
                <a:gd name="connsiteX63" fmla="*/ 8197 w 232786"/>
                <a:gd name="connsiteY63" fmla="*/ 90164 h 219671"/>
                <a:gd name="connsiteX64" fmla="*/ 8197 w 232786"/>
                <a:gd name="connsiteY64" fmla="*/ 86885 h 219671"/>
                <a:gd name="connsiteX65" fmla="*/ 6557 w 232786"/>
                <a:gd name="connsiteY65" fmla="*/ 83606 h 219671"/>
                <a:gd name="connsiteX66" fmla="*/ 3279 w 232786"/>
                <a:gd name="connsiteY66" fmla="*/ 80327 h 219671"/>
                <a:gd name="connsiteX67" fmla="*/ 0 w 232786"/>
                <a:gd name="connsiteY67" fmla="*/ 77049 h 219671"/>
                <a:gd name="connsiteX68" fmla="*/ 1639 w 232786"/>
                <a:gd name="connsiteY68" fmla="*/ 72131 h 219671"/>
                <a:gd name="connsiteX69" fmla="*/ 3279 w 232786"/>
                <a:gd name="connsiteY69" fmla="*/ 68852 h 219671"/>
                <a:gd name="connsiteX70" fmla="*/ 1639 w 232786"/>
                <a:gd name="connsiteY70" fmla="*/ 65573 h 219671"/>
                <a:gd name="connsiteX71" fmla="*/ 4918 w 232786"/>
                <a:gd name="connsiteY71" fmla="*/ 62295 h 219671"/>
                <a:gd name="connsiteX72" fmla="*/ 4918 w 232786"/>
                <a:gd name="connsiteY72" fmla="*/ 60655 h 219671"/>
                <a:gd name="connsiteX73" fmla="*/ 8197 w 232786"/>
                <a:gd name="connsiteY73" fmla="*/ 62295 h 219671"/>
                <a:gd name="connsiteX74" fmla="*/ 9836 w 232786"/>
                <a:gd name="connsiteY74" fmla="*/ 63934 h 219671"/>
                <a:gd name="connsiteX75" fmla="*/ 14754 w 232786"/>
                <a:gd name="connsiteY75" fmla="*/ 65573 h 219671"/>
                <a:gd name="connsiteX76" fmla="*/ 14754 w 232786"/>
                <a:gd name="connsiteY76" fmla="*/ 63934 h 219671"/>
                <a:gd name="connsiteX77" fmla="*/ 18033 w 232786"/>
                <a:gd name="connsiteY77" fmla="*/ 60655 h 219671"/>
                <a:gd name="connsiteX78" fmla="*/ 21311 w 232786"/>
                <a:gd name="connsiteY78" fmla="*/ 59016 h 219671"/>
                <a:gd name="connsiteX79" fmla="*/ 21311 w 232786"/>
                <a:gd name="connsiteY79" fmla="*/ 57377 h 219671"/>
                <a:gd name="connsiteX80" fmla="*/ 21311 w 232786"/>
                <a:gd name="connsiteY80" fmla="*/ 54098 h 219671"/>
                <a:gd name="connsiteX81" fmla="*/ 21311 w 232786"/>
                <a:gd name="connsiteY81" fmla="*/ 49180 h 219671"/>
                <a:gd name="connsiteX82" fmla="*/ 21311 w 232786"/>
                <a:gd name="connsiteY82" fmla="*/ 49180 h 219671"/>
                <a:gd name="connsiteX83" fmla="*/ 21311 w 232786"/>
                <a:gd name="connsiteY83" fmla="*/ 47541 h 219671"/>
                <a:gd name="connsiteX84" fmla="*/ 21311 w 232786"/>
                <a:gd name="connsiteY84" fmla="*/ 49180 h 219671"/>
                <a:gd name="connsiteX85" fmla="*/ 26229 w 232786"/>
                <a:gd name="connsiteY85" fmla="*/ 47541 h 219671"/>
                <a:gd name="connsiteX86" fmla="*/ 27869 w 232786"/>
                <a:gd name="connsiteY86" fmla="*/ 47541 h 219671"/>
                <a:gd name="connsiteX87" fmla="*/ 31147 w 232786"/>
                <a:gd name="connsiteY87" fmla="*/ 47541 h 219671"/>
                <a:gd name="connsiteX88" fmla="*/ 31147 w 232786"/>
                <a:gd name="connsiteY88" fmla="*/ 44262 h 219671"/>
                <a:gd name="connsiteX89" fmla="*/ 27869 w 232786"/>
                <a:gd name="connsiteY89" fmla="*/ 44262 h 219671"/>
                <a:gd name="connsiteX90" fmla="*/ 27869 w 232786"/>
                <a:gd name="connsiteY90" fmla="*/ 40983 h 219671"/>
                <a:gd name="connsiteX91" fmla="*/ 26229 w 232786"/>
                <a:gd name="connsiteY91" fmla="*/ 40983 h 219671"/>
                <a:gd name="connsiteX92" fmla="*/ 26229 w 232786"/>
                <a:gd name="connsiteY92" fmla="*/ 36065 h 219671"/>
                <a:gd name="connsiteX93" fmla="*/ 26229 w 232786"/>
                <a:gd name="connsiteY93" fmla="*/ 32787 h 219671"/>
                <a:gd name="connsiteX94" fmla="*/ 26229 w 232786"/>
                <a:gd name="connsiteY94" fmla="*/ 29508 h 219671"/>
                <a:gd name="connsiteX95" fmla="*/ 27869 w 232786"/>
                <a:gd name="connsiteY95" fmla="*/ 24590 h 219671"/>
                <a:gd name="connsiteX96" fmla="*/ 27869 w 232786"/>
                <a:gd name="connsiteY96" fmla="*/ 21311 h 219671"/>
                <a:gd name="connsiteX97" fmla="*/ 29508 w 232786"/>
                <a:gd name="connsiteY97" fmla="*/ 21311 h 219671"/>
                <a:gd name="connsiteX98" fmla="*/ 31147 w 232786"/>
                <a:gd name="connsiteY98" fmla="*/ 21311 h 219671"/>
                <a:gd name="connsiteX99" fmla="*/ 34426 w 232786"/>
                <a:gd name="connsiteY99" fmla="*/ 22951 h 219671"/>
                <a:gd name="connsiteX100" fmla="*/ 37705 w 232786"/>
                <a:gd name="connsiteY100" fmla="*/ 24590 h 219671"/>
                <a:gd name="connsiteX101" fmla="*/ 39344 w 232786"/>
                <a:gd name="connsiteY101" fmla="*/ 24590 h 219671"/>
                <a:gd name="connsiteX102" fmla="*/ 42623 w 232786"/>
                <a:gd name="connsiteY102" fmla="*/ 26229 h 219671"/>
                <a:gd name="connsiteX103" fmla="*/ 44262 w 232786"/>
                <a:gd name="connsiteY103" fmla="*/ 31147 h 219671"/>
                <a:gd name="connsiteX104" fmla="*/ 47541 w 232786"/>
                <a:gd name="connsiteY104" fmla="*/ 29508 h 219671"/>
                <a:gd name="connsiteX105" fmla="*/ 50820 w 232786"/>
                <a:gd name="connsiteY105" fmla="*/ 29508 h 219671"/>
                <a:gd name="connsiteX106" fmla="*/ 55737 w 232786"/>
                <a:gd name="connsiteY106" fmla="*/ 29508 h 219671"/>
                <a:gd name="connsiteX107" fmla="*/ 59016 w 232786"/>
                <a:gd name="connsiteY107" fmla="*/ 29508 h 219671"/>
                <a:gd name="connsiteX108" fmla="*/ 59016 w 232786"/>
                <a:gd name="connsiteY108" fmla="*/ 29508 h 219671"/>
                <a:gd name="connsiteX109" fmla="*/ 62295 w 232786"/>
                <a:gd name="connsiteY109" fmla="*/ 27869 h 219671"/>
                <a:gd name="connsiteX110" fmla="*/ 65573 w 232786"/>
                <a:gd name="connsiteY110" fmla="*/ 26229 h 219671"/>
                <a:gd name="connsiteX111" fmla="*/ 70491 w 232786"/>
                <a:gd name="connsiteY111" fmla="*/ 24590 h 219671"/>
                <a:gd name="connsiteX112" fmla="*/ 73770 w 232786"/>
                <a:gd name="connsiteY112" fmla="*/ 22951 h 219671"/>
                <a:gd name="connsiteX113" fmla="*/ 77049 w 232786"/>
                <a:gd name="connsiteY113" fmla="*/ 21311 h 219671"/>
                <a:gd name="connsiteX114" fmla="*/ 77049 w 232786"/>
                <a:gd name="connsiteY114" fmla="*/ 21311 h 219671"/>
                <a:gd name="connsiteX115" fmla="*/ 80327 w 232786"/>
                <a:gd name="connsiteY115" fmla="*/ 19672 h 219671"/>
                <a:gd name="connsiteX116" fmla="*/ 85246 w 232786"/>
                <a:gd name="connsiteY116" fmla="*/ 18033 h 219671"/>
                <a:gd name="connsiteX117" fmla="*/ 88524 w 232786"/>
                <a:gd name="connsiteY117" fmla="*/ 18033 h 219671"/>
                <a:gd name="connsiteX118" fmla="*/ 91803 w 232786"/>
                <a:gd name="connsiteY118" fmla="*/ 19672 h 219671"/>
                <a:gd name="connsiteX119" fmla="*/ 95081 w 232786"/>
                <a:gd name="connsiteY119" fmla="*/ 21311 h 219671"/>
                <a:gd name="connsiteX120" fmla="*/ 100000 w 232786"/>
                <a:gd name="connsiteY120" fmla="*/ 24590 h 219671"/>
                <a:gd name="connsiteX121" fmla="*/ 100000 w 232786"/>
                <a:gd name="connsiteY121" fmla="*/ 24590 h 219671"/>
                <a:gd name="connsiteX122" fmla="*/ 104917 w 232786"/>
                <a:gd name="connsiteY122" fmla="*/ 27869 h 219671"/>
                <a:gd name="connsiteX123" fmla="*/ 108196 w 232786"/>
                <a:gd name="connsiteY123" fmla="*/ 27869 h 219671"/>
                <a:gd name="connsiteX124" fmla="*/ 111475 w 232786"/>
                <a:gd name="connsiteY124" fmla="*/ 27869 h 219671"/>
                <a:gd name="connsiteX125" fmla="*/ 113114 w 232786"/>
                <a:gd name="connsiteY125" fmla="*/ 27869 h 219671"/>
                <a:gd name="connsiteX126" fmla="*/ 114754 w 232786"/>
                <a:gd name="connsiteY126" fmla="*/ 27869 h 219671"/>
                <a:gd name="connsiteX127" fmla="*/ 118032 w 232786"/>
                <a:gd name="connsiteY127" fmla="*/ 27869 h 219671"/>
                <a:gd name="connsiteX128" fmla="*/ 121311 w 232786"/>
                <a:gd name="connsiteY128" fmla="*/ 29508 h 219671"/>
                <a:gd name="connsiteX129" fmla="*/ 124590 w 232786"/>
                <a:gd name="connsiteY129" fmla="*/ 27869 h 219671"/>
                <a:gd name="connsiteX130" fmla="*/ 129508 w 232786"/>
                <a:gd name="connsiteY130" fmla="*/ 27869 h 219671"/>
                <a:gd name="connsiteX131" fmla="*/ 131147 w 232786"/>
                <a:gd name="connsiteY131" fmla="*/ 27869 h 219671"/>
                <a:gd name="connsiteX132" fmla="*/ 134426 w 232786"/>
                <a:gd name="connsiteY132" fmla="*/ 26229 h 219671"/>
                <a:gd name="connsiteX133" fmla="*/ 137704 w 232786"/>
                <a:gd name="connsiteY133" fmla="*/ 26229 h 219671"/>
                <a:gd name="connsiteX134" fmla="*/ 140983 w 232786"/>
                <a:gd name="connsiteY134" fmla="*/ 24590 h 219671"/>
                <a:gd name="connsiteX135" fmla="*/ 145901 w 232786"/>
                <a:gd name="connsiteY135" fmla="*/ 24590 h 219671"/>
                <a:gd name="connsiteX136" fmla="*/ 149180 w 232786"/>
                <a:gd name="connsiteY136" fmla="*/ 22951 h 219671"/>
                <a:gd name="connsiteX137" fmla="*/ 150819 w 232786"/>
                <a:gd name="connsiteY137" fmla="*/ 21311 h 219671"/>
                <a:gd name="connsiteX138" fmla="*/ 150819 w 232786"/>
                <a:gd name="connsiteY138" fmla="*/ 21311 h 219671"/>
                <a:gd name="connsiteX139" fmla="*/ 154098 w 232786"/>
                <a:gd name="connsiteY139" fmla="*/ 19672 h 219671"/>
                <a:gd name="connsiteX140" fmla="*/ 154098 w 232786"/>
                <a:gd name="connsiteY140" fmla="*/ 19672 h 219671"/>
                <a:gd name="connsiteX141" fmla="*/ 157376 w 232786"/>
                <a:gd name="connsiteY141" fmla="*/ 18033 h 219671"/>
                <a:gd name="connsiteX142" fmla="*/ 160655 w 232786"/>
                <a:gd name="connsiteY142" fmla="*/ 16393 h 219671"/>
                <a:gd name="connsiteX143" fmla="*/ 163934 w 232786"/>
                <a:gd name="connsiteY143" fmla="*/ 13115 h 219671"/>
                <a:gd name="connsiteX144" fmla="*/ 167213 w 232786"/>
                <a:gd name="connsiteY144" fmla="*/ 13115 h 219671"/>
                <a:gd name="connsiteX145" fmla="*/ 172130 w 232786"/>
                <a:gd name="connsiteY145" fmla="*/ 9836 h 219671"/>
                <a:gd name="connsiteX146" fmla="*/ 173770 w 232786"/>
                <a:gd name="connsiteY146" fmla="*/ 9836 h 219671"/>
                <a:gd name="connsiteX147" fmla="*/ 178688 w 232786"/>
                <a:gd name="connsiteY147" fmla="*/ 9836 h 219671"/>
                <a:gd name="connsiteX148" fmla="*/ 181966 w 232786"/>
                <a:gd name="connsiteY148" fmla="*/ 8197 h 219671"/>
                <a:gd name="connsiteX149" fmla="*/ 185245 w 232786"/>
                <a:gd name="connsiteY149" fmla="*/ 9836 h 219671"/>
                <a:gd name="connsiteX150" fmla="*/ 188524 w 232786"/>
                <a:gd name="connsiteY150" fmla="*/ 9836 h 219671"/>
                <a:gd name="connsiteX151" fmla="*/ 191803 w 232786"/>
                <a:gd name="connsiteY151" fmla="*/ 11475 h 219671"/>
                <a:gd name="connsiteX152" fmla="*/ 191803 w 232786"/>
                <a:gd name="connsiteY152" fmla="*/ 11475 h 219671"/>
                <a:gd name="connsiteX153" fmla="*/ 195081 w 232786"/>
                <a:gd name="connsiteY153" fmla="*/ 11475 h 219671"/>
                <a:gd name="connsiteX154" fmla="*/ 195081 w 232786"/>
                <a:gd name="connsiteY154" fmla="*/ 11475 h 219671"/>
                <a:gd name="connsiteX155" fmla="*/ 198360 w 232786"/>
                <a:gd name="connsiteY155" fmla="*/ 9836 h 219671"/>
                <a:gd name="connsiteX156" fmla="*/ 201638 w 232786"/>
                <a:gd name="connsiteY156" fmla="*/ 9836 h 219671"/>
                <a:gd name="connsiteX157" fmla="*/ 204917 w 232786"/>
                <a:gd name="connsiteY157" fmla="*/ 9836 h 219671"/>
                <a:gd name="connsiteX158" fmla="*/ 206557 w 232786"/>
                <a:gd name="connsiteY158" fmla="*/ 9836 h 219671"/>
                <a:gd name="connsiteX159" fmla="*/ 208196 w 232786"/>
                <a:gd name="connsiteY159" fmla="*/ 8197 h 219671"/>
                <a:gd name="connsiteX160" fmla="*/ 208196 w 232786"/>
                <a:gd name="connsiteY160" fmla="*/ 9836 h 219671"/>
                <a:gd name="connsiteX161" fmla="*/ 211474 w 232786"/>
                <a:gd name="connsiteY161" fmla="*/ 8197 h 219671"/>
                <a:gd name="connsiteX162" fmla="*/ 216393 w 232786"/>
                <a:gd name="connsiteY162" fmla="*/ 8197 h 219671"/>
                <a:gd name="connsiteX163" fmla="*/ 219671 w 232786"/>
                <a:gd name="connsiteY163" fmla="*/ 6557 h 219671"/>
                <a:gd name="connsiteX164" fmla="*/ 222950 w 232786"/>
                <a:gd name="connsiteY164" fmla="*/ 3279 h 219671"/>
                <a:gd name="connsiteX165" fmla="*/ 226228 w 232786"/>
                <a:gd name="connsiteY165" fmla="*/ 0 h 219671"/>
                <a:gd name="connsiteX166" fmla="*/ 229507 w 232786"/>
                <a:gd name="connsiteY166" fmla="*/ 3279 h 219671"/>
                <a:gd name="connsiteX167" fmla="*/ 231147 w 232786"/>
                <a:gd name="connsiteY167" fmla="*/ 6557 h 219671"/>
                <a:gd name="connsiteX168" fmla="*/ 232786 w 232786"/>
                <a:gd name="connsiteY168" fmla="*/ 9836 h 219671"/>
                <a:gd name="connsiteX169" fmla="*/ 232786 w 232786"/>
                <a:gd name="connsiteY169" fmla="*/ 11475 h 219671"/>
                <a:gd name="connsiteX170" fmla="*/ 231147 w 232786"/>
                <a:gd name="connsiteY170" fmla="*/ 14754 h 219671"/>
                <a:gd name="connsiteX171" fmla="*/ 229507 w 232786"/>
                <a:gd name="connsiteY171" fmla="*/ 16393 h 219671"/>
                <a:gd name="connsiteX172" fmla="*/ 227868 w 232786"/>
                <a:gd name="connsiteY172" fmla="*/ 18033 h 219671"/>
                <a:gd name="connsiteX173" fmla="*/ 226228 w 232786"/>
                <a:gd name="connsiteY173" fmla="*/ 19672 h 219671"/>
                <a:gd name="connsiteX174" fmla="*/ 224589 w 232786"/>
                <a:gd name="connsiteY174" fmla="*/ 22951 h 219671"/>
                <a:gd name="connsiteX175" fmla="*/ 222950 w 232786"/>
                <a:gd name="connsiteY175" fmla="*/ 22951 h 219671"/>
                <a:gd name="connsiteX176" fmla="*/ 222950 w 232786"/>
                <a:gd name="connsiteY176" fmla="*/ 24590 h 219671"/>
                <a:gd name="connsiteX177" fmla="*/ 219671 w 232786"/>
                <a:gd name="connsiteY177" fmla="*/ 27869 h 219671"/>
                <a:gd name="connsiteX178" fmla="*/ 214753 w 232786"/>
                <a:gd name="connsiteY178" fmla="*/ 31147 h 219671"/>
                <a:gd name="connsiteX179" fmla="*/ 211474 w 232786"/>
                <a:gd name="connsiteY179" fmla="*/ 32787 h 219671"/>
                <a:gd name="connsiteX180" fmla="*/ 208196 w 232786"/>
                <a:gd name="connsiteY180" fmla="*/ 34426 h 219671"/>
                <a:gd name="connsiteX181" fmla="*/ 204917 w 232786"/>
                <a:gd name="connsiteY181" fmla="*/ 34426 h 219671"/>
                <a:gd name="connsiteX182" fmla="*/ 199999 w 232786"/>
                <a:gd name="connsiteY182" fmla="*/ 36065 h 219671"/>
                <a:gd name="connsiteX183" fmla="*/ 199999 w 232786"/>
                <a:gd name="connsiteY183" fmla="*/ 37705 h 219671"/>
                <a:gd name="connsiteX184" fmla="*/ 198360 w 232786"/>
                <a:gd name="connsiteY184" fmla="*/ 40983 h 219671"/>
                <a:gd name="connsiteX185" fmla="*/ 198360 w 232786"/>
                <a:gd name="connsiteY185" fmla="*/ 40983 h 219671"/>
                <a:gd name="connsiteX186" fmla="*/ 198360 w 232786"/>
                <a:gd name="connsiteY186" fmla="*/ 42623 h 219671"/>
                <a:gd name="connsiteX187" fmla="*/ 198360 w 232786"/>
                <a:gd name="connsiteY187" fmla="*/ 45901 h 219671"/>
                <a:gd name="connsiteX188" fmla="*/ 198360 w 232786"/>
                <a:gd name="connsiteY188" fmla="*/ 45901 h 219671"/>
                <a:gd name="connsiteX189" fmla="*/ 198360 w 232786"/>
                <a:gd name="connsiteY189" fmla="*/ 50820 h 219671"/>
                <a:gd name="connsiteX190" fmla="*/ 198360 w 232786"/>
                <a:gd name="connsiteY190" fmla="*/ 54098 h 219671"/>
                <a:gd name="connsiteX191" fmla="*/ 198360 w 232786"/>
                <a:gd name="connsiteY191" fmla="*/ 59016 h 219671"/>
                <a:gd name="connsiteX192" fmla="*/ 201638 w 232786"/>
                <a:gd name="connsiteY192" fmla="*/ 62295 h 219671"/>
                <a:gd name="connsiteX193" fmla="*/ 203278 w 232786"/>
                <a:gd name="connsiteY193" fmla="*/ 65573 h 219671"/>
                <a:gd name="connsiteX194" fmla="*/ 203278 w 232786"/>
                <a:gd name="connsiteY194" fmla="*/ 70492 h 219671"/>
                <a:gd name="connsiteX195" fmla="*/ 204917 w 232786"/>
                <a:gd name="connsiteY195" fmla="*/ 73770 h 219671"/>
                <a:gd name="connsiteX196" fmla="*/ 203278 w 232786"/>
                <a:gd name="connsiteY196" fmla="*/ 77049 h 219671"/>
                <a:gd name="connsiteX197" fmla="*/ 201638 w 232786"/>
                <a:gd name="connsiteY197" fmla="*/ 80327 h 219671"/>
                <a:gd name="connsiteX198" fmla="*/ 201638 w 232786"/>
                <a:gd name="connsiteY198" fmla="*/ 85245 h 219671"/>
                <a:gd name="connsiteX199" fmla="*/ 201638 w 232786"/>
                <a:gd name="connsiteY199" fmla="*/ 88524 h 219671"/>
                <a:gd name="connsiteX200" fmla="*/ 199999 w 232786"/>
                <a:gd name="connsiteY200" fmla="*/ 91803 h 219671"/>
                <a:gd name="connsiteX201" fmla="*/ 199999 w 232786"/>
                <a:gd name="connsiteY201" fmla="*/ 96721 h 219671"/>
                <a:gd name="connsiteX202" fmla="*/ 199999 w 232786"/>
                <a:gd name="connsiteY202" fmla="*/ 96721 h 219671"/>
                <a:gd name="connsiteX203" fmla="*/ 201638 w 232786"/>
                <a:gd name="connsiteY203" fmla="*/ 98360 h 219671"/>
                <a:gd name="connsiteX204" fmla="*/ 201638 w 232786"/>
                <a:gd name="connsiteY204" fmla="*/ 101639 h 219671"/>
                <a:gd name="connsiteX205" fmla="*/ 201638 w 232786"/>
                <a:gd name="connsiteY205" fmla="*/ 103278 h 219671"/>
                <a:gd name="connsiteX206" fmla="*/ 201638 w 232786"/>
                <a:gd name="connsiteY206" fmla="*/ 108196 h 219671"/>
                <a:gd name="connsiteX207" fmla="*/ 203278 w 232786"/>
                <a:gd name="connsiteY207" fmla="*/ 111475 h 219671"/>
                <a:gd name="connsiteX208" fmla="*/ 201638 w 232786"/>
                <a:gd name="connsiteY208" fmla="*/ 116393 h 219671"/>
                <a:gd name="connsiteX209" fmla="*/ 198360 w 232786"/>
                <a:gd name="connsiteY209" fmla="*/ 119672 h 219671"/>
                <a:gd name="connsiteX210" fmla="*/ 198360 w 232786"/>
                <a:gd name="connsiteY210" fmla="*/ 122950 h 219671"/>
                <a:gd name="connsiteX211" fmla="*/ 196720 w 232786"/>
                <a:gd name="connsiteY211" fmla="*/ 127868 h 219671"/>
                <a:gd name="connsiteX212" fmla="*/ 195081 w 232786"/>
                <a:gd name="connsiteY212" fmla="*/ 127868 h 219671"/>
                <a:gd name="connsiteX213" fmla="*/ 191803 w 232786"/>
                <a:gd name="connsiteY213" fmla="*/ 129508 h 219671"/>
                <a:gd name="connsiteX214" fmla="*/ 188524 w 232786"/>
                <a:gd name="connsiteY214" fmla="*/ 132786 h 219671"/>
                <a:gd name="connsiteX215" fmla="*/ 188524 w 232786"/>
                <a:gd name="connsiteY215" fmla="*/ 132786 h 219671"/>
                <a:gd name="connsiteX216" fmla="*/ 186884 w 232786"/>
                <a:gd name="connsiteY216" fmla="*/ 134426 h 219671"/>
                <a:gd name="connsiteX217" fmla="*/ 183606 w 232786"/>
                <a:gd name="connsiteY217" fmla="*/ 136065 h 219671"/>
                <a:gd name="connsiteX218" fmla="*/ 180327 w 232786"/>
                <a:gd name="connsiteY218" fmla="*/ 137704 h 219671"/>
                <a:gd name="connsiteX219" fmla="*/ 177048 w 232786"/>
                <a:gd name="connsiteY219" fmla="*/ 139344 h 219671"/>
                <a:gd name="connsiteX220" fmla="*/ 172130 w 232786"/>
                <a:gd name="connsiteY220" fmla="*/ 142622 h 219671"/>
                <a:gd name="connsiteX221" fmla="*/ 168851 w 232786"/>
                <a:gd name="connsiteY221" fmla="*/ 144262 h 219671"/>
                <a:gd name="connsiteX222" fmla="*/ 165573 w 232786"/>
                <a:gd name="connsiteY222" fmla="*/ 145901 h 219671"/>
                <a:gd name="connsiteX223" fmla="*/ 162294 w 232786"/>
                <a:gd name="connsiteY223" fmla="*/ 149180 h 219671"/>
                <a:gd name="connsiteX224" fmla="*/ 160655 w 232786"/>
                <a:gd name="connsiteY224" fmla="*/ 149180 h 219671"/>
                <a:gd name="connsiteX225" fmla="*/ 157376 w 232786"/>
                <a:gd name="connsiteY225" fmla="*/ 152458 h 219671"/>
                <a:gd name="connsiteX226" fmla="*/ 152458 w 232786"/>
                <a:gd name="connsiteY226" fmla="*/ 154098 h 219671"/>
                <a:gd name="connsiteX227" fmla="*/ 150819 w 232786"/>
                <a:gd name="connsiteY227" fmla="*/ 155737 h 219671"/>
                <a:gd name="connsiteX228" fmla="*/ 147540 w 232786"/>
                <a:gd name="connsiteY228" fmla="*/ 157376 h 219671"/>
                <a:gd name="connsiteX229" fmla="*/ 142623 w 232786"/>
                <a:gd name="connsiteY229" fmla="*/ 159016 h 219671"/>
                <a:gd name="connsiteX230" fmla="*/ 139344 w 232786"/>
                <a:gd name="connsiteY230" fmla="*/ 162294 h 219671"/>
                <a:gd name="connsiteX231" fmla="*/ 136065 w 232786"/>
                <a:gd name="connsiteY231" fmla="*/ 163934 h 219671"/>
                <a:gd name="connsiteX232" fmla="*/ 132786 w 232786"/>
                <a:gd name="connsiteY232" fmla="*/ 167212 h 219671"/>
                <a:gd name="connsiteX233" fmla="*/ 127868 w 232786"/>
                <a:gd name="connsiteY233" fmla="*/ 168852 h 219671"/>
                <a:gd name="connsiteX234" fmla="*/ 124590 w 232786"/>
                <a:gd name="connsiteY234" fmla="*/ 170491 h 219671"/>
                <a:gd name="connsiteX235" fmla="*/ 124590 w 232786"/>
                <a:gd name="connsiteY235" fmla="*/ 172130 h 219671"/>
                <a:gd name="connsiteX236" fmla="*/ 119671 w 232786"/>
                <a:gd name="connsiteY236" fmla="*/ 173770 h 219671"/>
                <a:gd name="connsiteX237" fmla="*/ 118032 w 232786"/>
                <a:gd name="connsiteY237" fmla="*/ 175409 h 219671"/>
                <a:gd name="connsiteX238" fmla="*/ 118032 w 232786"/>
                <a:gd name="connsiteY238" fmla="*/ 175409 h 219671"/>
                <a:gd name="connsiteX239" fmla="*/ 114754 w 232786"/>
                <a:gd name="connsiteY239" fmla="*/ 177048 h 219671"/>
                <a:gd name="connsiteX240" fmla="*/ 111475 w 232786"/>
                <a:gd name="connsiteY240" fmla="*/ 180327 h 219671"/>
                <a:gd name="connsiteX241" fmla="*/ 106557 w 232786"/>
                <a:gd name="connsiteY241" fmla="*/ 181966 h 219671"/>
                <a:gd name="connsiteX242" fmla="*/ 103278 w 232786"/>
                <a:gd name="connsiteY242" fmla="*/ 185245 h 219671"/>
                <a:gd name="connsiteX243" fmla="*/ 103278 w 232786"/>
                <a:gd name="connsiteY243" fmla="*/ 185245 h 219671"/>
                <a:gd name="connsiteX244" fmla="*/ 98360 w 232786"/>
                <a:gd name="connsiteY244" fmla="*/ 188524 h 219671"/>
                <a:gd name="connsiteX245" fmla="*/ 95081 w 232786"/>
                <a:gd name="connsiteY245" fmla="*/ 190163 h 219671"/>
                <a:gd name="connsiteX246" fmla="*/ 91803 w 232786"/>
                <a:gd name="connsiteY246" fmla="*/ 193442 h 219671"/>
                <a:gd name="connsiteX247" fmla="*/ 88524 w 232786"/>
                <a:gd name="connsiteY247" fmla="*/ 195081 h 219671"/>
                <a:gd name="connsiteX248" fmla="*/ 86885 w 232786"/>
                <a:gd name="connsiteY248" fmla="*/ 196720 h 219671"/>
                <a:gd name="connsiteX249" fmla="*/ 81967 w 232786"/>
                <a:gd name="connsiteY249" fmla="*/ 198360 h 219671"/>
                <a:gd name="connsiteX250" fmla="*/ 78688 w 232786"/>
                <a:gd name="connsiteY250" fmla="*/ 201638 h 219671"/>
                <a:gd name="connsiteX251" fmla="*/ 75410 w 232786"/>
                <a:gd name="connsiteY251" fmla="*/ 204917 h 219671"/>
                <a:gd name="connsiteX252" fmla="*/ 73770 w 232786"/>
                <a:gd name="connsiteY252" fmla="*/ 204917 h 219671"/>
                <a:gd name="connsiteX253" fmla="*/ 70491 w 232786"/>
                <a:gd name="connsiteY253" fmla="*/ 208196 h 219671"/>
                <a:gd name="connsiteX254" fmla="*/ 67213 w 232786"/>
                <a:gd name="connsiteY254" fmla="*/ 209835 h 219671"/>
                <a:gd name="connsiteX255" fmla="*/ 63934 w 232786"/>
                <a:gd name="connsiteY255" fmla="*/ 213114 h 219671"/>
                <a:gd name="connsiteX256" fmla="*/ 62295 w 232786"/>
                <a:gd name="connsiteY256" fmla="*/ 213114 h 219671"/>
                <a:gd name="connsiteX257" fmla="*/ 57377 w 232786"/>
                <a:gd name="connsiteY257" fmla="*/ 216392 h 219671"/>
                <a:gd name="connsiteX258" fmla="*/ 54098 w 232786"/>
                <a:gd name="connsiteY258" fmla="*/ 218032 h 219671"/>
                <a:gd name="connsiteX259" fmla="*/ 50820 w 232786"/>
                <a:gd name="connsiteY259" fmla="*/ 219671 h 219671"/>
                <a:gd name="connsiteX260" fmla="*/ 47541 w 232786"/>
                <a:gd name="connsiteY260" fmla="*/ 219671 h 219671"/>
                <a:gd name="connsiteX261" fmla="*/ 44262 w 232786"/>
                <a:gd name="connsiteY261" fmla="*/ 219671 h 219671"/>
                <a:gd name="connsiteX262" fmla="*/ 40983 w 232786"/>
                <a:gd name="connsiteY262" fmla="*/ 218032 h 219671"/>
                <a:gd name="connsiteX263" fmla="*/ 39344 w 232786"/>
                <a:gd name="connsiteY263" fmla="*/ 218032 h 219671"/>
                <a:gd name="connsiteX264" fmla="*/ 37705 w 232786"/>
                <a:gd name="connsiteY264" fmla="*/ 218032 h 219671"/>
                <a:gd name="connsiteX265" fmla="*/ 37705 w 232786"/>
                <a:gd name="connsiteY265" fmla="*/ 218032 h 219671"/>
                <a:gd name="connsiteX266" fmla="*/ 32787 w 232786"/>
                <a:gd name="connsiteY266" fmla="*/ 214753 h 219671"/>
                <a:gd name="connsiteX267" fmla="*/ 29508 w 232786"/>
                <a:gd name="connsiteY267" fmla="*/ 213114 h 219671"/>
                <a:gd name="connsiteX268" fmla="*/ 27869 w 232786"/>
                <a:gd name="connsiteY268" fmla="*/ 211474 h 219671"/>
                <a:gd name="connsiteX269" fmla="*/ 26229 w 232786"/>
                <a:gd name="connsiteY269" fmla="*/ 211474 h 219671"/>
                <a:gd name="connsiteX270" fmla="*/ 26229 w 232786"/>
                <a:gd name="connsiteY270" fmla="*/ 211474 h 219671"/>
                <a:gd name="connsiteX271" fmla="*/ 22951 w 232786"/>
                <a:gd name="connsiteY271" fmla="*/ 208196 h 219671"/>
                <a:gd name="connsiteX272" fmla="*/ 21311 w 232786"/>
                <a:gd name="connsiteY272" fmla="*/ 206557 h 219671"/>
                <a:gd name="connsiteX273" fmla="*/ 19672 w 232786"/>
                <a:gd name="connsiteY273" fmla="*/ 204917 h 219671"/>
                <a:gd name="connsiteX274" fmla="*/ 18033 w 232786"/>
                <a:gd name="connsiteY274" fmla="*/ 203278 h 219671"/>
                <a:gd name="connsiteX275" fmla="*/ 16393 w 232786"/>
                <a:gd name="connsiteY275" fmla="*/ 203278 h 219671"/>
                <a:gd name="connsiteX276" fmla="*/ 16393 w 232786"/>
                <a:gd name="connsiteY276" fmla="*/ 203278 h 219671"/>
                <a:gd name="connsiteX277" fmla="*/ 16393 w 232786"/>
                <a:gd name="connsiteY277" fmla="*/ 201638 h 219671"/>
                <a:gd name="connsiteX278" fmla="*/ 11476 w 232786"/>
                <a:gd name="connsiteY278" fmla="*/ 201638 h 219671"/>
                <a:gd name="connsiteX279" fmla="*/ 11476 w 232786"/>
                <a:gd name="connsiteY279" fmla="*/ 201638 h 219671"/>
                <a:gd name="connsiteX280" fmla="*/ 11476 w 232786"/>
                <a:gd name="connsiteY280" fmla="*/ 201638 h 219671"/>
                <a:gd name="connsiteX281" fmla="*/ 11476 w 232786"/>
                <a:gd name="connsiteY281" fmla="*/ 201638 h 219671"/>
                <a:gd name="connsiteX282" fmla="*/ 8197 w 232786"/>
                <a:gd name="connsiteY282" fmla="*/ 204917 h 219671"/>
                <a:gd name="connsiteX283" fmla="*/ 8197 w 232786"/>
                <a:gd name="connsiteY283" fmla="*/ 204917 h 219671"/>
                <a:gd name="connsiteX284" fmla="*/ 6557 w 232786"/>
                <a:gd name="connsiteY284" fmla="*/ 204917 h 219671"/>
                <a:gd name="connsiteX285" fmla="*/ 6557 w 232786"/>
                <a:gd name="connsiteY285" fmla="*/ 203278 h 219671"/>
                <a:gd name="connsiteX286" fmla="*/ 4918 w 232786"/>
                <a:gd name="connsiteY286" fmla="*/ 203278 h 219671"/>
                <a:gd name="connsiteX287" fmla="*/ 6557 w 232786"/>
                <a:gd name="connsiteY287" fmla="*/ 201638 h 219671"/>
                <a:gd name="connsiteX288" fmla="*/ 6557 w 232786"/>
                <a:gd name="connsiteY288" fmla="*/ 201638 h 219671"/>
                <a:gd name="connsiteX289" fmla="*/ 6557 w 232786"/>
                <a:gd name="connsiteY289" fmla="*/ 201638 h 219671"/>
                <a:gd name="connsiteX290" fmla="*/ 8197 w 232786"/>
                <a:gd name="connsiteY290" fmla="*/ 201638 h 219671"/>
                <a:gd name="connsiteX291" fmla="*/ 8197 w 232786"/>
                <a:gd name="connsiteY291" fmla="*/ 199999 h 219671"/>
                <a:gd name="connsiteX292" fmla="*/ 8197 w 232786"/>
                <a:gd name="connsiteY292" fmla="*/ 199999 h 219671"/>
                <a:gd name="connsiteX293" fmla="*/ 6557 w 232786"/>
                <a:gd name="connsiteY293" fmla="*/ 198360 h 219671"/>
                <a:gd name="connsiteX294" fmla="*/ 6557 w 232786"/>
                <a:gd name="connsiteY294" fmla="*/ 198360 h 219671"/>
                <a:gd name="connsiteX295" fmla="*/ 6557 w 232786"/>
                <a:gd name="connsiteY295" fmla="*/ 198360 h 219671"/>
                <a:gd name="connsiteX296" fmla="*/ 6557 w 232786"/>
                <a:gd name="connsiteY296" fmla="*/ 195081 h 219671"/>
                <a:gd name="connsiteX297" fmla="*/ 4918 w 232786"/>
                <a:gd name="connsiteY297" fmla="*/ 195081 h 219671"/>
                <a:gd name="connsiteX298" fmla="*/ 4918 w 232786"/>
                <a:gd name="connsiteY298" fmla="*/ 195081 h 219671"/>
                <a:gd name="connsiteX299" fmla="*/ 4918 w 232786"/>
                <a:gd name="connsiteY299" fmla="*/ 193442 h 219671"/>
                <a:gd name="connsiteX300" fmla="*/ 4918 w 232786"/>
                <a:gd name="connsiteY300" fmla="*/ 190163 h 219671"/>
                <a:gd name="connsiteX301" fmla="*/ 4918 w 232786"/>
                <a:gd name="connsiteY301" fmla="*/ 188524 h 219671"/>
                <a:gd name="connsiteX302" fmla="*/ 4918 w 232786"/>
                <a:gd name="connsiteY302" fmla="*/ 188524 h 219671"/>
                <a:gd name="connsiteX303" fmla="*/ 6557 w 232786"/>
                <a:gd name="connsiteY303" fmla="*/ 186884 h 219671"/>
                <a:gd name="connsiteX304" fmla="*/ 6557 w 232786"/>
                <a:gd name="connsiteY304" fmla="*/ 185245 h 219671"/>
                <a:gd name="connsiteX305" fmla="*/ 6557 w 232786"/>
                <a:gd name="connsiteY305" fmla="*/ 180327 h 219671"/>
                <a:gd name="connsiteX306" fmla="*/ 6557 w 232786"/>
                <a:gd name="connsiteY306" fmla="*/ 178688 h 219671"/>
                <a:gd name="connsiteX307" fmla="*/ 6557 w 232786"/>
                <a:gd name="connsiteY307" fmla="*/ 178688 h 219671"/>
                <a:gd name="connsiteX308" fmla="*/ 6557 w 232786"/>
                <a:gd name="connsiteY308" fmla="*/ 178688 h 219671"/>
                <a:gd name="connsiteX309" fmla="*/ 4918 w 232786"/>
                <a:gd name="connsiteY309" fmla="*/ 178688 h 219671"/>
                <a:gd name="connsiteX310" fmla="*/ 4918 w 232786"/>
                <a:gd name="connsiteY310" fmla="*/ 178688 h 2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</a:cxnLst>
              <a:rect l="l" t="t" r="r" b="b"/>
              <a:pathLst>
                <a:path w="232786" h="219671">
                  <a:moveTo>
                    <a:pt x="4918" y="178688"/>
                  </a:moveTo>
                  <a:lnTo>
                    <a:pt x="4918" y="178688"/>
                  </a:lnTo>
                  <a:lnTo>
                    <a:pt x="6557" y="178688"/>
                  </a:lnTo>
                  <a:lnTo>
                    <a:pt x="8197" y="175409"/>
                  </a:lnTo>
                  <a:lnTo>
                    <a:pt x="8197" y="175409"/>
                  </a:lnTo>
                  <a:lnTo>
                    <a:pt x="9836" y="175409"/>
                  </a:lnTo>
                  <a:lnTo>
                    <a:pt x="11476" y="172130"/>
                  </a:lnTo>
                  <a:lnTo>
                    <a:pt x="13114" y="172130"/>
                  </a:lnTo>
                  <a:lnTo>
                    <a:pt x="13114" y="172130"/>
                  </a:lnTo>
                  <a:lnTo>
                    <a:pt x="16393" y="168852"/>
                  </a:lnTo>
                  <a:lnTo>
                    <a:pt x="14754" y="167212"/>
                  </a:lnTo>
                  <a:lnTo>
                    <a:pt x="16393" y="167212"/>
                  </a:lnTo>
                  <a:lnTo>
                    <a:pt x="19672" y="165573"/>
                  </a:lnTo>
                  <a:lnTo>
                    <a:pt x="18033" y="163934"/>
                  </a:lnTo>
                  <a:lnTo>
                    <a:pt x="18033" y="163934"/>
                  </a:lnTo>
                  <a:lnTo>
                    <a:pt x="16393" y="160655"/>
                  </a:lnTo>
                  <a:lnTo>
                    <a:pt x="16393" y="157376"/>
                  </a:lnTo>
                  <a:lnTo>
                    <a:pt x="18033" y="154098"/>
                  </a:lnTo>
                  <a:lnTo>
                    <a:pt x="21311" y="152458"/>
                  </a:lnTo>
                  <a:lnTo>
                    <a:pt x="22951" y="154098"/>
                  </a:lnTo>
                  <a:lnTo>
                    <a:pt x="22951" y="154098"/>
                  </a:lnTo>
                  <a:lnTo>
                    <a:pt x="26229" y="152458"/>
                  </a:lnTo>
                  <a:lnTo>
                    <a:pt x="29508" y="154098"/>
                  </a:lnTo>
                  <a:lnTo>
                    <a:pt x="29508" y="152458"/>
                  </a:lnTo>
                  <a:lnTo>
                    <a:pt x="26229" y="149180"/>
                  </a:lnTo>
                  <a:lnTo>
                    <a:pt x="29508" y="145901"/>
                  </a:lnTo>
                  <a:lnTo>
                    <a:pt x="32787" y="144262"/>
                  </a:lnTo>
                  <a:lnTo>
                    <a:pt x="36066" y="140983"/>
                  </a:lnTo>
                  <a:lnTo>
                    <a:pt x="37705" y="137704"/>
                  </a:lnTo>
                  <a:lnTo>
                    <a:pt x="36066" y="132786"/>
                  </a:lnTo>
                  <a:lnTo>
                    <a:pt x="32787" y="129508"/>
                  </a:lnTo>
                  <a:lnTo>
                    <a:pt x="34426" y="127868"/>
                  </a:lnTo>
                  <a:lnTo>
                    <a:pt x="31147" y="126229"/>
                  </a:lnTo>
                  <a:lnTo>
                    <a:pt x="29508" y="124590"/>
                  </a:lnTo>
                  <a:lnTo>
                    <a:pt x="26229" y="124590"/>
                  </a:lnTo>
                  <a:lnTo>
                    <a:pt x="26229" y="122950"/>
                  </a:lnTo>
                  <a:lnTo>
                    <a:pt x="27869" y="119672"/>
                  </a:lnTo>
                  <a:lnTo>
                    <a:pt x="27869" y="118032"/>
                  </a:lnTo>
                  <a:lnTo>
                    <a:pt x="27869" y="118032"/>
                  </a:lnTo>
                  <a:lnTo>
                    <a:pt x="26229" y="116393"/>
                  </a:lnTo>
                  <a:lnTo>
                    <a:pt x="26229" y="116393"/>
                  </a:lnTo>
                  <a:lnTo>
                    <a:pt x="26229" y="116393"/>
                  </a:lnTo>
                  <a:lnTo>
                    <a:pt x="24590" y="116393"/>
                  </a:lnTo>
                  <a:lnTo>
                    <a:pt x="24590" y="116393"/>
                  </a:lnTo>
                  <a:lnTo>
                    <a:pt x="24590" y="116393"/>
                  </a:lnTo>
                  <a:lnTo>
                    <a:pt x="24590" y="116393"/>
                  </a:lnTo>
                  <a:lnTo>
                    <a:pt x="24590" y="118032"/>
                  </a:lnTo>
                  <a:lnTo>
                    <a:pt x="21311" y="118032"/>
                  </a:lnTo>
                  <a:lnTo>
                    <a:pt x="18033" y="118032"/>
                  </a:lnTo>
                  <a:lnTo>
                    <a:pt x="18033" y="118032"/>
                  </a:lnTo>
                  <a:lnTo>
                    <a:pt x="18033" y="118032"/>
                  </a:lnTo>
                  <a:lnTo>
                    <a:pt x="16393" y="118032"/>
                  </a:lnTo>
                  <a:lnTo>
                    <a:pt x="14754" y="118032"/>
                  </a:lnTo>
                  <a:lnTo>
                    <a:pt x="11476" y="118032"/>
                  </a:lnTo>
                  <a:lnTo>
                    <a:pt x="11476" y="118032"/>
                  </a:lnTo>
                  <a:lnTo>
                    <a:pt x="11476" y="116393"/>
                  </a:lnTo>
                  <a:lnTo>
                    <a:pt x="9836" y="111475"/>
                  </a:lnTo>
                  <a:lnTo>
                    <a:pt x="8197" y="108196"/>
                  </a:lnTo>
                  <a:lnTo>
                    <a:pt x="8197" y="104917"/>
                  </a:lnTo>
                  <a:lnTo>
                    <a:pt x="8197" y="101639"/>
                  </a:lnTo>
                  <a:lnTo>
                    <a:pt x="8197" y="98360"/>
                  </a:lnTo>
                  <a:lnTo>
                    <a:pt x="8197" y="95082"/>
                  </a:lnTo>
                  <a:lnTo>
                    <a:pt x="8197" y="90164"/>
                  </a:lnTo>
                  <a:lnTo>
                    <a:pt x="8197" y="90164"/>
                  </a:lnTo>
                  <a:lnTo>
                    <a:pt x="8197" y="86885"/>
                  </a:lnTo>
                  <a:lnTo>
                    <a:pt x="6557" y="83606"/>
                  </a:lnTo>
                  <a:lnTo>
                    <a:pt x="3279" y="80327"/>
                  </a:lnTo>
                  <a:lnTo>
                    <a:pt x="0" y="77049"/>
                  </a:lnTo>
                  <a:lnTo>
                    <a:pt x="1639" y="72131"/>
                  </a:lnTo>
                  <a:lnTo>
                    <a:pt x="3279" y="68852"/>
                  </a:lnTo>
                  <a:lnTo>
                    <a:pt x="1639" y="65573"/>
                  </a:lnTo>
                  <a:lnTo>
                    <a:pt x="4918" y="62295"/>
                  </a:lnTo>
                  <a:lnTo>
                    <a:pt x="4918" y="60655"/>
                  </a:lnTo>
                  <a:lnTo>
                    <a:pt x="8197" y="62295"/>
                  </a:lnTo>
                  <a:lnTo>
                    <a:pt x="9836" y="63934"/>
                  </a:lnTo>
                  <a:lnTo>
                    <a:pt x="14754" y="65573"/>
                  </a:lnTo>
                  <a:lnTo>
                    <a:pt x="14754" y="63934"/>
                  </a:lnTo>
                  <a:lnTo>
                    <a:pt x="18033" y="60655"/>
                  </a:lnTo>
                  <a:lnTo>
                    <a:pt x="21311" y="59016"/>
                  </a:lnTo>
                  <a:lnTo>
                    <a:pt x="21311" y="57377"/>
                  </a:lnTo>
                  <a:lnTo>
                    <a:pt x="21311" y="54098"/>
                  </a:lnTo>
                  <a:lnTo>
                    <a:pt x="21311" y="49180"/>
                  </a:lnTo>
                  <a:lnTo>
                    <a:pt x="21311" y="49180"/>
                  </a:lnTo>
                  <a:lnTo>
                    <a:pt x="21311" y="47541"/>
                  </a:lnTo>
                  <a:lnTo>
                    <a:pt x="21311" y="49180"/>
                  </a:lnTo>
                  <a:lnTo>
                    <a:pt x="26229" y="47541"/>
                  </a:lnTo>
                  <a:lnTo>
                    <a:pt x="27869" y="47541"/>
                  </a:lnTo>
                  <a:lnTo>
                    <a:pt x="31147" y="47541"/>
                  </a:lnTo>
                  <a:lnTo>
                    <a:pt x="31147" y="44262"/>
                  </a:lnTo>
                  <a:lnTo>
                    <a:pt x="27869" y="44262"/>
                  </a:lnTo>
                  <a:lnTo>
                    <a:pt x="27869" y="40983"/>
                  </a:lnTo>
                  <a:lnTo>
                    <a:pt x="26229" y="40983"/>
                  </a:lnTo>
                  <a:lnTo>
                    <a:pt x="26229" y="36065"/>
                  </a:lnTo>
                  <a:lnTo>
                    <a:pt x="26229" y="32787"/>
                  </a:lnTo>
                  <a:lnTo>
                    <a:pt x="26229" y="29508"/>
                  </a:lnTo>
                  <a:lnTo>
                    <a:pt x="27869" y="24590"/>
                  </a:lnTo>
                  <a:lnTo>
                    <a:pt x="27869" y="21311"/>
                  </a:lnTo>
                  <a:lnTo>
                    <a:pt x="29508" y="21311"/>
                  </a:lnTo>
                  <a:lnTo>
                    <a:pt x="31147" y="21311"/>
                  </a:lnTo>
                  <a:lnTo>
                    <a:pt x="34426" y="22951"/>
                  </a:lnTo>
                  <a:lnTo>
                    <a:pt x="37705" y="24590"/>
                  </a:lnTo>
                  <a:lnTo>
                    <a:pt x="39344" y="24590"/>
                  </a:lnTo>
                  <a:lnTo>
                    <a:pt x="42623" y="26229"/>
                  </a:lnTo>
                  <a:lnTo>
                    <a:pt x="44262" y="31147"/>
                  </a:lnTo>
                  <a:lnTo>
                    <a:pt x="47541" y="29508"/>
                  </a:lnTo>
                  <a:lnTo>
                    <a:pt x="50820" y="29508"/>
                  </a:lnTo>
                  <a:lnTo>
                    <a:pt x="55737" y="29508"/>
                  </a:lnTo>
                  <a:lnTo>
                    <a:pt x="59016" y="29508"/>
                  </a:lnTo>
                  <a:lnTo>
                    <a:pt x="59016" y="29508"/>
                  </a:lnTo>
                  <a:lnTo>
                    <a:pt x="62295" y="27869"/>
                  </a:lnTo>
                  <a:lnTo>
                    <a:pt x="65573" y="26229"/>
                  </a:lnTo>
                  <a:lnTo>
                    <a:pt x="70491" y="24590"/>
                  </a:lnTo>
                  <a:lnTo>
                    <a:pt x="73770" y="22951"/>
                  </a:lnTo>
                  <a:lnTo>
                    <a:pt x="77049" y="21311"/>
                  </a:lnTo>
                  <a:lnTo>
                    <a:pt x="77049" y="21311"/>
                  </a:lnTo>
                  <a:lnTo>
                    <a:pt x="80327" y="19672"/>
                  </a:lnTo>
                  <a:lnTo>
                    <a:pt x="85246" y="18033"/>
                  </a:lnTo>
                  <a:lnTo>
                    <a:pt x="88524" y="18033"/>
                  </a:lnTo>
                  <a:lnTo>
                    <a:pt x="91803" y="19672"/>
                  </a:lnTo>
                  <a:lnTo>
                    <a:pt x="95081" y="21311"/>
                  </a:lnTo>
                  <a:lnTo>
                    <a:pt x="100000" y="24590"/>
                  </a:lnTo>
                  <a:lnTo>
                    <a:pt x="100000" y="24590"/>
                  </a:lnTo>
                  <a:lnTo>
                    <a:pt x="104917" y="27869"/>
                  </a:lnTo>
                  <a:lnTo>
                    <a:pt x="108196" y="27869"/>
                  </a:lnTo>
                  <a:lnTo>
                    <a:pt x="111475" y="27869"/>
                  </a:lnTo>
                  <a:lnTo>
                    <a:pt x="113114" y="27869"/>
                  </a:lnTo>
                  <a:lnTo>
                    <a:pt x="114754" y="27869"/>
                  </a:lnTo>
                  <a:lnTo>
                    <a:pt x="118032" y="27869"/>
                  </a:lnTo>
                  <a:lnTo>
                    <a:pt x="121311" y="29508"/>
                  </a:lnTo>
                  <a:lnTo>
                    <a:pt x="124590" y="27869"/>
                  </a:lnTo>
                  <a:lnTo>
                    <a:pt x="129508" y="27869"/>
                  </a:lnTo>
                  <a:lnTo>
                    <a:pt x="131147" y="27869"/>
                  </a:lnTo>
                  <a:lnTo>
                    <a:pt x="134426" y="26229"/>
                  </a:lnTo>
                  <a:lnTo>
                    <a:pt x="137704" y="26229"/>
                  </a:lnTo>
                  <a:lnTo>
                    <a:pt x="140983" y="24590"/>
                  </a:lnTo>
                  <a:lnTo>
                    <a:pt x="145901" y="24590"/>
                  </a:lnTo>
                  <a:lnTo>
                    <a:pt x="149180" y="22951"/>
                  </a:lnTo>
                  <a:lnTo>
                    <a:pt x="150819" y="21311"/>
                  </a:lnTo>
                  <a:lnTo>
                    <a:pt x="150819" y="21311"/>
                  </a:lnTo>
                  <a:lnTo>
                    <a:pt x="154098" y="19672"/>
                  </a:lnTo>
                  <a:lnTo>
                    <a:pt x="154098" y="19672"/>
                  </a:lnTo>
                  <a:lnTo>
                    <a:pt x="157376" y="18033"/>
                  </a:lnTo>
                  <a:lnTo>
                    <a:pt x="160655" y="16393"/>
                  </a:lnTo>
                  <a:lnTo>
                    <a:pt x="163934" y="13115"/>
                  </a:lnTo>
                  <a:lnTo>
                    <a:pt x="167213" y="13115"/>
                  </a:lnTo>
                  <a:lnTo>
                    <a:pt x="172130" y="9836"/>
                  </a:lnTo>
                  <a:lnTo>
                    <a:pt x="173770" y="9836"/>
                  </a:lnTo>
                  <a:lnTo>
                    <a:pt x="178688" y="9836"/>
                  </a:lnTo>
                  <a:lnTo>
                    <a:pt x="181966" y="8197"/>
                  </a:lnTo>
                  <a:lnTo>
                    <a:pt x="185245" y="9836"/>
                  </a:lnTo>
                  <a:lnTo>
                    <a:pt x="188524" y="9836"/>
                  </a:lnTo>
                  <a:lnTo>
                    <a:pt x="191803" y="11475"/>
                  </a:lnTo>
                  <a:lnTo>
                    <a:pt x="191803" y="11475"/>
                  </a:lnTo>
                  <a:lnTo>
                    <a:pt x="195081" y="11475"/>
                  </a:lnTo>
                  <a:lnTo>
                    <a:pt x="195081" y="11475"/>
                  </a:lnTo>
                  <a:lnTo>
                    <a:pt x="198360" y="9836"/>
                  </a:lnTo>
                  <a:lnTo>
                    <a:pt x="201638" y="9836"/>
                  </a:lnTo>
                  <a:lnTo>
                    <a:pt x="204917" y="9836"/>
                  </a:lnTo>
                  <a:lnTo>
                    <a:pt x="206557" y="9836"/>
                  </a:lnTo>
                  <a:lnTo>
                    <a:pt x="208196" y="8197"/>
                  </a:lnTo>
                  <a:lnTo>
                    <a:pt x="208196" y="9836"/>
                  </a:lnTo>
                  <a:lnTo>
                    <a:pt x="211474" y="8197"/>
                  </a:lnTo>
                  <a:lnTo>
                    <a:pt x="216393" y="8197"/>
                  </a:lnTo>
                  <a:lnTo>
                    <a:pt x="219671" y="6557"/>
                  </a:lnTo>
                  <a:lnTo>
                    <a:pt x="222950" y="3279"/>
                  </a:lnTo>
                  <a:lnTo>
                    <a:pt x="226228" y="0"/>
                  </a:lnTo>
                  <a:lnTo>
                    <a:pt x="229507" y="3279"/>
                  </a:lnTo>
                  <a:lnTo>
                    <a:pt x="231147" y="6557"/>
                  </a:lnTo>
                  <a:lnTo>
                    <a:pt x="232786" y="9836"/>
                  </a:lnTo>
                  <a:lnTo>
                    <a:pt x="232786" y="11475"/>
                  </a:lnTo>
                  <a:lnTo>
                    <a:pt x="231147" y="14754"/>
                  </a:lnTo>
                  <a:lnTo>
                    <a:pt x="229507" y="16393"/>
                  </a:lnTo>
                  <a:lnTo>
                    <a:pt x="227868" y="18033"/>
                  </a:lnTo>
                  <a:lnTo>
                    <a:pt x="226228" y="19672"/>
                  </a:lnTo>
                  <a:lnTo>
                    <a:pt x="224589" y="22951"/>
                  </a:lnTo>
                  <a:lnTo>
                    <a:pt x="222950" y="22951"/>
                  </a:lnTo>
                  <a:lnTo>
                    <a:pt x="222950" y="24590"/>
                  </a:lnTo>
                  <a:lnTo>
                    <a:pt x="219671" y="27869"/>
                  </a:lnTo>
                  <a:lnTo>
                    <a:pt x="214753" y="31147"/>
                  </a:lnTo>
                  <a:lnTo>
                    <a:pt x="211474" y="32787"/>
                  </a:lnTo>
                  <a:lnTo>
                    <a:pt x="208196" y="34426"/>
                  </a:lnTo>
                  <a:lnTo>
                    <a:pt x="204917" y="34426"/>
                  </a:lnTo>
                  <a:lnTo>
                    <a:pt x="199999" y="36065"/>
                  </a:lnTo>
                  <a:lnTo>
                    <a:pt x="199999" y="37705"/>
                  </a:lnTo>
                  <a:lnTo>
                    <a:pt x="198360" y="40983"/>
                  </a:lnTo>
                  <a:lnTo>
                    <a:pt x="198360" y="40983"/>
                  </a:lnTo>
                  <a:lnTo>
                    <a:pt x="198360" y="42623"/>
                  </a:lnTo>
                  <a:lnTo>
                    <a:pt x="198360" y="45901"/>
                  </a:lnTo>
                  <a:lnTo>
                    <a:pt x="198360" y="45901"/>
                  </a:lnTo>
                  <a:lnTo>
                    <a:pt x="198360" y="50820"/>
                  </a:lnTo>
                  <a:lnTo>
                    <a:pt x="198360" y="54098"/>
                  </a:lnTo>
                  <a:lnTo>
                    <a:pt x="198360" y="59016"/>
                  </a:lnTo>
                  <a:lnTo>
                    <a:pt x="201638" y="62295"/>
                  </a:lnTo>
                  <a:lnTo>
                    <a:pt x="203278" y="65573"/>
                  </a:lnTo>
                  <a:lnTo>
                    <a:pt x="203278" y="70492"/>
                  </a:lnTo>
                  <a:lnTo>
                    <a:pt x="204917" y="73770"/>
                  </a:lnTo>
                  <a:lnTo>
                    <a:pt x="203278" y="77049"/>
                  </a:lnTo>
                  <a:lnTo>
                    <a:pt x="201638" y="80327"/>
                  </a:lnTo>
                  <a:lnTo>
                    <a:pt x="201638" y="85245"/>
                  </a:lnTo>
                  <a:lnTo>
                    <a:pt x="201638" y="88524"/>
                  </a:lnTo>
                  <a:lnTo>
                    <a:pt x="199999" y="91803"/>
                  </a:lnTo>
                  <a:lnTo>
                    <a:pt x="199999" y="96721"/>
                  </a:lnTo>
                  <a:lnTo>
                    <a:pt x="199999" y="96721"/>
                  </a:lnTo>
                  <a:lnTo>
                    <a:pt x="201638" y="98360"/>
                  </a:lnTo>
                  <a:lnTo>
                    <a:pt x="201638" y="101639"/>
                  </a:lnTo>
                  <a:lnTo>
                    <a:pt x="201638" y="103278"/>
                  </a:lnTo>
                  <a:lnTo>
                    <a:pt x="201638" y="108196"/>
                  </a:lnTo>
                  <a:lnTo>
                    <a:pt x="203278" y="111475"/>
                  </a:lnTo>
                  <a:lnTo>
                    <a:pt x="201638" y="116393"/>
                  </a:lnTo>
                  <a:lnTo>
                    <a:pt x="198360" y="119672"/>
                  </a:lnTo>
                  <a:lnTo>
                    <a:pt x="198360" y="122950"/>
                  </a:lnTo>
                  <a:lnTo>
                    <a:pt x="196720" y="127868"/>
                  </a:lnTo>
                  <a:lnTo>
                    <a:pt x="195081" y="127868"/>
                  </a:lnTo>
                  <a:lnTo>
                    <a:pt x="191803" y="129508"/>
                  </a:lnTo>
                  <a:lnTo>
                    <a:pt x="188524" y="132786"/>
                  </a:lnTo>
                  <a:lnTo>
                    <a:pt x="188524" y="132786"/>
                  </a:lnTo>
                  <a:lnTo>
                    <a:pt x="186884" y="134426"/>
                  </a:lnTo>
                  <a:lnTo>
                    <a:pt x="183606" y="136065"/>
                  </a:lnTo>
                  <a:lnTo>
                    <a:pt x="180327" y="137704"/>
                  </a:lnTo>
                  <a:lnTo>
                    <a:pt x="177048" y="139344"/>
                  </a:lnTo>
                  <a:lnTo>
                    <a:pt x="172130" y="142622"/>
                  </a:lnTo>
                  <a:lnTo>
                    <a:pt x="168851" y="144262"/>
                  </a:lnTo>
                  <a:lnTo>
                    <a:pt x="165573" y="145901"/>
                  </a:lnTo>
                  <a:lnTo>
                    <a:pt x="162294" y="149180"/>
                  </a:lnTo>
                  <a:lnTo>
                    <a:pt x="160655" y="149180"/>
                  </a:lnTo>
                  <a:lnTo>
                    <a:pt x="157376" y="152458"/>
                  </a:lnTo>
                  <a:lnTo>
                    <a:pt x="152458" y="154098"/>
                  </a:lnTo>
                  <a:lnTo>
                    <a:pt x="150819" y="155737"/>
                  </a:lnTo>
                  <a:lnTo>
                    <a:pt x="147540" y="157376"/>
                  </a:lnTo>
                  <a:lnTo>
                    <a:pt x="142623" y="159016"/>
                  </a:lnTo>
                  <a:lnTo>
                    <a:pt x="139344" y="162294"/>
                  </a:lnTo>
                  <a:lnTo>
                    <a:pt x="136065" y="163934"/>
                  </a:lnTo>
                  <a:lnTo>
                    <a:pt x="132786" y="167212"/>
                  </a:lnTo>
                  <a:lnTo>
                    <a:pt x="127868" y="168852"/>
                  </a:lnTo>
                  <a:lnTo>
                    <a:pt x="124590" y="170491"/>
                  </a:lnTo>
                  <a:lnTo>
                    <a:pt x="124590" y="172130"/>
                  </a:lnTo>
                  <a:lnTo>
                    <a:pt x="119671" y="173770"/>
                  </a:lnTo>
                  <a:lnTo>
                    <a:pt x="118032" y="175409"/>
                  </a:lnTo>
                  <a:lnTo>
                    <a:pt x="118032" y="175409"/>
                  </a:lnTo>
                  <a:lnTo>
                    <a:pt x="114754" y="177048"/>
                  </a:lnTo>
                  <a:lnTo>
                    <a:pt x="111475" y="180327"/>
                  </a:lnTo>
                  <a:lnTo>
                    <a:pt x="106557" y="181966"/>
                  </a:lnTo>
                  <a:lnTo>
                    <a:pt x="103278" y="185245"/>
                  </a:lnTo>
                  <a:lnTo>
                    <a:pt x="103278" y="185245"/>
                  </a:lnTo>
                  <a:lnTo>
                    <a:pt x="98360" y="188524"/>
                  </a:lnTo>
                  <a:lnTo>
                    <a:pt x="95081" y="190163"/>
                  </a:lnTo>
                  <a:lnTo>
                    <a:pt x="91803" y="193442"/>
                  </a:lnTo>
                  <a:lnTo>
                    <a:pt x="88524" y="195081"/>
                  </a:lnTo>
                  <a:lnTo>
                    <a:pt x="86885" y="196720"/>
                  </a:lnTo>
                  <a:lnTo>
                    <a:pt x="81967" y="198360"/>
                  </a:lnTo>
                  <a:lnTo>
                    <a:pt x="78688" y="201638"/>
                  </a:lnTo>
                  <a:lnTo>
                    <a:pt x="75410" y="204917"/>
                  </a:lnTo>
                  <a:lnTo>
                    <a:pt x="73770" y="204917"/>
                  </a:lnTo>
                  <a:lnTo>
                    <a:pt x="70491" y="208196"/>
                  </a:lnTo>
                  <a:lnTo>
                    <a:pt x="67213" y="209835"/>
                  </a:lnTo>
                  <a:lnTo>
                    <a:pt x="63934" y="213114"/>
                  </a:lnTo>
                  <a:lnTo>
                    <a:pt x="62295" y="213114"/>
                  </a:lnTo>
                  <a:lnTo>
                    <a:pt x="57377" y="216392"/>
                  </a:lnTo>
                  <a:lnTo>
                    <a:pt x="54098" y="218032"/>
                  </a:lnTo>
                  <a:lnTo>
                    <a:pt x="50820" y="219671"/>
                  </a:lnTo>
                  <a:lnTo>
                    <a:pt x="47541" y="219671"/>
                  </a:lnTo>
                  <a:lnTo>
                    <a:pt x="44262" y="219671"/>
                  </a:lnTo>
                  <a:lnTo>
                    <a:pt x="40983" y="218032"/>
                  </a:lnTo>
                  <a:lnTo>
                    <a:pt x="39344" y="218032"/>
                  </a:lnTo>
                  <a:lnTo>
                    <a:pt x="37705" y="218032"/>
                  </a:lnTo>
                  <a:lnTo>
                    <a:pt x="37705" y="218032"/>
                  </a:lnTo>
                  <a:lnTo>
                    <a:pt x="32787" y="214753"/>
                  </a:lnTo>
                  <a:lnTo>
                    <a:pt x="29508" y="213114"/>
                  </a:lnTo>
                  <a:lnTo>
                    <a:pt x="27869" y="211474"/>
                  </a:lnTo>
                  <a:lnTo>
                    <a:pt x="26229" y="211474"/>
                  </a:lnTo>
                  <a:lnTo>
                    <a:pt x="26229" y="211474"/>
                  </a:lnTo>
                  <a:lnTo>
                    <a:pt x="22951" y="208196"/>
                  </a:lnTo>
                  <a:lnTo>
                    <a:pt x="21311" y="206557"/>
                  </a:lnTo>
                  <a:lnTo>
                    <a:pt x="19672" y="204917"/>
                  </a:lnTo>
                  <a:lnTo>
                    <a:pt x="18033" y="203278"/>
                  </a:lnTo>
                  <a:lnTo>
                    <a:pt x="16393" y="203278"/>
                  </a:lnTo>
                  <a:lnTo>
                    <a:pt x="16393" y="203278"/>
                  </a:lnTo>
                  <a:lnTo>
                    <a:pt x="16393" y="201638"/>
                  </a:lnTo>
                  <a:lnTo>
                    <a:pt x="11476" y="201638"/>
                  </a:lnTo>
                  <a:lnTo>
                    <a:pt x="11476" y="201638"/>
                  </a:lnTo>
                  <a:lnTo>
                    <a:pt x="11476" y="201638"/>
                  </a:lnTo>
                  <a:lnTo>
                    <a:pt x="11476" y="201638"/>
                  </a:lnTo>
                  <a:lnTo>
                    <a:pt x="8197" y="204917"/>
                  </a:lnTo>
                  <a:lnTo>
                    <a:pt x="8197" y="204917"/>
                  </a:lnTo>
                  <a:lnTo>
                    <a:pt x="6557" y="204917"/>
                  </a:lnTo>
                  <a:lnTo>
                    <a:pt x="6557" y="203278"/>
                  </a:lnTo>
                  <a:lnTo>
                    <a:pt x="4918" y="203278"/>
                  </a:lnTo>
                  <a:lnTo>
                    <a:pt x="6557" y="201638"/>
                  </a:lnTo>
                  <a:lnTo>
                    <a:pt x="6557" y="201638"/>
                  </a:lnTo>
                  <a:lnTo>
                    <a:pt x="6557" y="201638"/>
                  </a:lnTo>
                  <a:lnTo>
                    <a:pt x="8197" y="201638"/>
                  </a:lnTo>
                  <a:lnTo>
                    <a:pt x="8197" y="199999"/>
                  </a:lnTo>
                  <a:lnTo>
                    <a:pt x="8197" y="199999"/>
                  </a:lnTo>
                  <a:lnTo>
                    <a:pt x="6557" y="198360"/>
                  </a:lnTo>
                  <a:lnTo>
                    <a:pt x="6557" y="198360"/>
                  </a:lnTo>
                  <a:lnTo>
                    <a:pt x="6557" y="198360"/>
                  </a:lnTo>
                  <a:lnTo>
                    <a:pt x="6557" y="195081"/>
                  </a:lnTo>
                  <a:lnTo>
                    <a:pt x="4918" y="195081"/>
                  </a:lnTo>
                  <a:lnTo>
                    <a:pt x="4918" y="195081"/>
                  </a:lnTo>
                  <a:lnTo>
                    <a:pt x="4918" y="193442"/>
                  </a:lnTo>
                  <a:lnTo>
                    <a:pt x="4918" y="190163"/>
                  </a:lnTo>
                  <a:lnTo>
                    <a:pt x="4918" y="188524"/>
                  </a:lnTo>
                  <a:lnTo>
                    <a:pt x="4918" y="188524"/>
                  </a:lnTo>
                  <a:lnTo>
                    <a:pt x="6557" y="186884"/>
                  </a:lnTo>
                  <a:lnTo>
                    <a:pt x="6557" y="185245"/>
                  </a:lnTo>
                  <a:lnTo>
                    <a:pt x="6557" y="180327"/>
                  </a:lnTo>
                  <a:lnTo>
                    <a:pt x="6557" y="178688"/>
                  </a:lnTo>
                  <a:lnTo>
                    <a:pt x="6557" y="178688"/>
                  </a:lnTo>
                  <a:lnTo>
                    <a:pt x="6557" y="178688"/>
                  </a:lnTo>
                  <a:lnTo>
                    <a:pt x="4918" y="178688"/>
                  </a:lnTo>
                  <a:lnTo>
                    <a:pt x="4918" y="17868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79" name="Freeform 3278">
              <a:extLst>
                <a:ext uri="{FF2B5EF4-FFF2-40B4-BE49-F238E27FC236}">
                  <a16:creationId xmlns:a16="http://schemas.microsoft.com/office/drawing/2014/main" id="{1B0C60BC-F07A-3D41-ACF7-E0404CF29B8C}"/>
                </a:ext>
              </a:extLst>
            </p:cNvPr>
            <p:cNvSpPr/>
            <p:nvPr/>
          </p:nvSpPr>
          <p:spPr>
            <a:xfrm>
              <a:off x="7861565" y="2214906"/>
              <a:ext cx="362293" cy="178687"/>
            </a:xfrm>
            <a:custGeom>
              <a:avLst/>
              <a:gdLst>
                <a:gd name="connsiteX0" fmla="*/ 4918 w 362293"/>
                <a:gd name="connsiteY0" fmla="*/ 139344 h 178687"/>
                <a:gd name="connsiteX1" fmla="*/ 6557 w 362293"/>
                <a:gd name="connsiteY1" fmla="*/ 137704 h 178687"/>
                <a:gd name="connsiteX2" fmla="*/ 9836 w 362293"/>
                <a:gd name="connsiteY2" fmla="*/ 137704 h 178687"/>
                <a:gd name="connsiteX3" fmla="*/ 13114 w 362293"/>
                <a:gd name="connsiteY3" fmla="*/ 136065 h 178687"/>
                <a:gd name="connsiteX4" fmla="*/ 18032 w 362293"/>
                <a:gd name="connsiteY4" fmla="*/ 134426 h 178687"/>
                <a:gd name="connsiteX5" fmla="*/ 21311 w 362293"/>
                <a:gd name="connsiteY5" fmla="*/ 134426 h 178687"/>
                <a:gd name="connsiteX6" fmla="*/ 21311 w 362293"/>
                <a:gd name="connsiteY6" fmla="*/ 132786 h 178687"/>
                <a:gd name="connsiteX7" fmla="*/ 22951 w 362293"/>
                <a:gd name="connsiteY7" fmla="*/ 132786 h 178687"/>
                <a:gd name="connsiteX8" fmla="*/ 24590 w 362293"/>
                <a:gd name="connsiteY8" fmla="*/ 134426 h 178687"/>
                <a:gd name="connsiteX9" fmla="*/ 27868 w 362293"/>
                <a:gd name="connsiteY9" fmla="*/ 136065 h 178687"/>
                <a:gd name="connsiteX10" fmla="*/ 32787 w 362293"/>
                <a:gd name="connsiteY10" fmla="*/ 136065 h 178687"/>
                <a:gd name="connsiteX11" fmla="*/ 36065 w 362293"/>
                <a:gd name="connsiteY11" fmla="*/ 139344 h 178687"/>
                <a:gd name="connsiteX12" fmla="*/ 39344 w 362293"/>
                <a:gd name="connsiteY12" fmla="*/ 139344 h 178687"/>
                <a:gd name="connsiteX13" fmla="*/ 44262 w 362293"/>
                <a:gd name="connsiteY13" fmla="*/ 140983 h 178687"/>
                <a:gd name="connsiteX14" fmla="*/ 44262 w 362293"/>
                <a:gd name="connsiteY14" fmla="*/ 142622 h 178687"/>
                <a:gd name="connsiteX15" fmla="*/ 44262 w 362293"/>
                <a:gd name="connsiteY15" fmla="*/ 142622 h 178687"/>
                <a:gd name="connsiteX16" fmla="*/ 40983 w 362293"/>
                <a:gd name="connsiteY16" fmla="*/ 145901 h 178687"/>
                <a:gd name="connsiteX17" fmla="*/ 44262 w 362293"/>
                <a:gd name="connsiteY17" fmla="*/ 145901 h 178687"/>
                <a:gd name="connsiteX18" fmla="*/ 47541 w 362293"/>
                <a:gd name="connsiteY18" fmla="*/ 142622 h 178687"/>
                <a:gd name="connsiteX19" fmla="*/ 47541 w 362293"/>
                <a:gd name="connsiteY19" fmla="*/ 140983 h 178687"/>
                <a:gd name="connsiteX20" fmla="*/ 49180 w 362293"/>
                <a:gd name="connsiteY20" fmla="*/ 137704 h 178687"/>
                <a:gd name="connsiteX21" fmla="*/ 52458 w 362293"/>
                <a:gd name="connsiteY21" fmla="*/ 136065 h 178687"/>
                <a:gd name="connsiteX22" fmla="*/ 55737 w 362293"/>
                <a:gd name="connsiteY22" fmla="*/ 132786 h 178687"/>
                <a:gd name="connsiteX23" fmla="*/ 59016 w 362293"/>
                <a:gd name="connsiteY23" fmla="*/ 131147 h 178687"/>
                <a:gd name="connsiteX24" fmla="*/ 62295 w 362293"/>
                <a:gd name="connsiteY24" fmla="*/ 131147 h 178687"/>
                <a:gd name="connsiteX25" fmla="*/ 62295 w 362293"/>
                <a:gd name="connsiteY25" fmla="*/ 131147 h 178687"/>
                <a:gd name="connsiteX26" fmla="*/ 65573 w 362293"/>
                <a:gd name="connsiteY26" fmla="*/ 127868 h 178687"/>
                <a:gd name="connsiteX27" fmla="*/ 70491 w 362293"/>
                <a:gd name="connsiteY27" fmla="*/ 129508 h 178687"/>
                <a:gd name="connsiteX28" fmla="*/ 73770 w 362293"/>
                <a:gd name="connsiteY28" fmla="*/ 131147 h 178687"/>
                <a:gd name="connsiteX29" fmla="*/ 77049 w 362293"/>
                <a:gd name="connsiteY29" fmla="*/ 134426 h 178687"/>
                <a:gd name="connsiteX30" fmla="*/ 81967 w 362293"/>
                <a:gd name="connsiteY30" fmla="*/ 132786 h 178687"/>
                <a:gd name="connsiteX31" fmla="*/ 85245 w 362293"/>
                <a:gd name="connsiteY31" fmla="*/ 136065 h 178687"/>
                <a:gd name="connsiteX32" fmla="*/ 85245 w 362293"/>
                <a:gd name="connsiteY32" fmla="*/ 136065 h 178687"/>
                <a:gd name="connsiteX33" fmla="*/ 86885 w 362293"/>
                <a:gd name="connsiteY33" fmla="*/ 134426 h 178687"/>
                <a:gd name="connsiteX34" fmla="*/ 86885 w 362293"/>
                <a:gd name="connsiteY34" fmla="*/ 132786 h 178687"/>
                <a:gd name="connsiteX35" fmla="*/ 90164 w 362293"/>
                <a:gd name="connsiteY35" fmla="*/ 132786 h 178687"/>
                <a:gd name="connsiteX36" fmla="*/ 91802 w 362293"/>
                <a:gd name="connsiteY36" fmla="*/ 132786 h 178687"/>
                <a:gd name="connsiteX37" fmla="*/ 91802 w 362293"/>
                <a:gd name="connsiteY37" fmla="*/ 132786 h 178687"/>
                <a:gd name="connsiteX38" fmla="*/ 93442 w 362293"/>
                <a:gd name="connsiteY38" fmla="*/ 132786 h 178687"/>
                <a:gd name="connsiteX39" fmla="*/ 91802 w 362293"/>
                <a:gd name="connsiteY39" fmla="*/ 129508 h 178687"/>
                <a:gd name="connsiteX40" fmla="*/ 93442 w 362293"/>
                <a:gd name="connsiteY40" fmla="*/ 127868 h 178687"/>
                <a:gd name="connsiteX41" fmla="*/ 95081 w 362293"/>
                <a:gd name="connsiteY41" fmla="*/ 124589 h 178687"/>
                <a:gd name="connsiteX42" fmla="*/ 98360 w 362293"/>
                <a:gd name="connsiteY42" fmla="*/ 122950 h 178687"/>
                <a:gd name="connsiteX43" fmla="*/ 98360 w 362293"/>
                <a:gd name="connsiteY43" fmla="*/ 124589 h 178687"/>
                <a:gd name="connsiteX44" fmla="*/ 103278 w 362293"/>
                <a:gd name="connsiteY44" fmla="*/ 124589 h 178687"/>
                <a:gd name="connsiteX45" fmla="*/ 106557 w 362293"/>
                <a:gd name="connsiteY45" fmla="*/ 124589 h 178687"/>
                <a:gd name="connsiteX46" fmla="*/ 104917 w 362293"/>
                <a:gd name="connsiteY46" fmla="*/ 121311 h 178687"/>
                <a:gd name="connsiteX47" fmla="*/ 103278 w 362293"/>
                <a:gd name="connsiteY47" fmla="*/ 119671 h 178687"/>
                <a:gd name="connsiteX48" fmla="*/ 103278 w 362293"/>
                <a:gd name="connsiteY48" fmla="*/ 116393 h 178687"/>
                <a:gd name="connsiteX49" fmla="*/ 108196 w 362293"/>
                <a:gd name="connsiteY49" fmla="*/ 118032 h 178687"/>
                <a:gd name="connsiteX50" fmla="*/ 111475 w 362293"/>
                <a:gd name="connsiteY50" fmla="*/ 119671 h 178687"/>
                <a:gd name="connsiteX51" fmla="*/ 114754 w 362293"/>
                <a:gd name="connsiteY51" fmla="*/ 118032 h 178687"/>
                <a:gd name="connsiteX52" fmla="*/ 116393 w 362293"/>
                <a:gd name="connsiteY52" fmla="*/ 116393 h 178687"/>
                <a:gd name="connsiteX53" fmla="*/ 118032 w 362293"/>
                <a:gd name="connsiteY53" fmla="*/ 113114 h 178687"/>
                <a:gd name="connsiteX54" fmla="*/ 118032 w 362293"/>
                <a:gd name="connsiteY54" fmla="*/ 113114 h 178687"/>
                <a:gd name="connsiteX55" fmla="*/ 121311 w 362293"/>
                <a:gd name="connsiteY55" fmla="*/ 111475 h 178687"/>
                <a:gd name="connsiteX56" fmla="*/ 121311 w 362293"/>
                <a:gd name="connsiteY56" fmla="*/ 111475 h 178687"/>
                <a:gd name="connsiteX57" fmla="*/ 126229 w 362293"/>
                <a:gd name="connsiteY57" fmla="*/ 109836 h 178687"/>
                <a:gd name="connsiteX58" fmla="*/ 124589 w 362293"/>
                <a:gd name="connsiteY58" fmla="*/ 106557 h 178687"/>
                <a:gd name="connsiteX59" fmla="*/ 121311 w 362293"/>
                <a:gd name="connsiteY59" fmla="*/ 104917 h 178687"/>
                <a:gd name="connsiteX60" fmla="*/ 119671 w 362293"/>
                <a:gd name="connsiteY60" fmla="*/ 104917 h 178687"/>
                <a:gd name="connsiteX61" fmla="*/ 118032 w 362293"/>
                <a:gd name="connsiteY61" fmla="*/ 106557 h 178687"/>
                <a:gd name="connsiteX62" fmla="*/ 118032 w 362293"/>
                <a:gd name="connsiteY62" fmla="*/ 106557 h 178687"/>
                <a:gd name="connsiteX63" fmla="*/ 116393 w 362293"/>
                <a:gd name="connsiteY63" fmla="*/ 104917 h 178687"/>
                <a:gd name="connsiteX64" fmla="*/ 113114 w 362293"/>
                <a:gd name="connsiteY64" fmla="*/ 104917 h 178687"/>
                <a:gd name="connsiteX65" fmla="*/ 109835 w 362293"/>
                <a:gd name="connsiteY65" fmla="*/ 104917 h 178687"/>
                <a:gd name="connsiteX66" fmla="*/ 104917 w 362293"/>
                <a:gd name="connsiteY66" fmla="*/ 101639 h 178687"/>
                <a:gd name="connsiteX67" fmla="*/ 101639 w 362293"/>
                <a:gd name="connsiteY67" fmla="*/ 98360 h 178687"/>
                <a:gd name="connsiteX68" fmla="*/ 98360 w 362293"/>
                <a:gd name="connsiteY68" fmla="*/ 98360 h 178687"/>
                <a:gd name="connsiteX69" fmla="*/ 95081 w 362293"/>
                <a:gd name="connsiteY69" fmla="*/ 96721 h 178687"/>
                <a:gd name="connsiteX70" fmla="*/ 95081 w 362293"/>
                <a:gd name="connsiteY70" fmla="*/ 98360 h 178687"/>
                <a:gd name="connsiteX71" fmla="*/ 91802 w 362293"/>
                <a:gd name="connsiteY71" fmla="*/ 98360 h 178687"/>
                <a:gd name="connsiteX72" fmla="*/ 91802 w 362293"/>
                <a:gd name="connsiteY72" fmla="*/ 96721 h 178687"/>
                <a:gd name="connsiteX73" fmla="*/ 90164 w 362293"/>
                <a:gd name="connsiteY73" fmla="*/ 95081 h 178687"/>
                <a:gd name="connsiteX74" fmla="*/ 88524 w 362293"/>
                <a:gd name="connsiteY74" fmla="*/ 91803 h 178687"/>
                <a:gd name="connsiteX75" fmla="*/ 88524 w 362293"/>
                <a:gd name="connsiteY75" fmla="*/ 90164 h 178687"/>
                <a:gd name="connsiteX76" fmla="*/ 86885 w 362293"/>
                <a:gd name="connsiteY76" fmla="*/ 90164 h 178687"/>
                <a:gd name="connsiteX77" fmla="*/ 85245 w 362293"/>
                <a:gd name="connsiteY77" fmla="*/ 91803 h 178687"/>
                <a:gd name="connsiteX78" fmla="*/ 81967 w 362293"/>
                <a:gd name="connsiteY78" fmla="*/ 90164 h 178687"/>
                <a:gd name="connsiteX79" fmla="*/ 80327 w 362293"/>
                <a:gd name="connsiteY79" fmla="*/ 90164 h 178687"/>
                <a:gd name="connsiteX80" fmla="*/ 77049 w 362293"/>
                <a:gd name="connsiteY80" fmla="*/ 86885 h 178687"/>
                <a:gd name="connsiteX81" fmla="*/ 75409 w 362293"/>
                <a:gd name="connsiteY81" fmla="*/ 83606 h 178687"/>
                <a:gd name="connsiteX82" fmla="*/ 73770 w 362293"/>
                <a:gd name="connsiteY82" fmla="*/ 83606 h 178687"/>
                <a:gd name="connsiteX83" fmla="*/ 70491 w 362293"/>
                <a:gd name="connsiteY83" fmla="*/ 78688 h 178687"/>
                <a:gd name="connsiteX84" fmla="*/ 68852 w 362293"/>
                <a:gd name="connsiteY84" fmla="*/ 80327 h 178687"/>
                <a:gd name="connsiteX85" fmla="*/ 68852 w 362293"/>
                <a:gd name="connsiteY85" fmla="*/ 78688 h 178687"/>
                <a:gd name="connsiteX86" fmla="*/ 65573 w 362293"/>
                <a:gd name="connsiteY86" fmla="*/ 75409 h 178687"/>
                <a:gd name="connsiteX87" fmla="*/ 65573 w 362293"/>
                <a:gd name="connsiteY87" fmla="*/ 78688 h 178687"/>
                <a:gd name="connsiteX88" fmla="*/ 67212 w 362293"/>
                <a:gd name="connsiteY88" fmla="*/ 81967 h 178687"/>
                <a:gd name="connsiteX89" fmla="*/ 65573 w 362293"/>
                <a:gd name="connsiteY89" fmla="*/ 86885 h 178687"/>
                <a:gd name="connsiteX90" fmla="*/ 60655 w 362293"/>
                <a:gd name="connsiteY90" fmla="*/ 86885 h 178687"/>
                <a:gd name="connsiteX91" fmla="*/ 62295 w 362293"/>
                <a:gd name="connsiteY91" fmla="*/ 90164 h 178687"/>
                <a:gd name="connsiteX92" fmla="*/ 60655 w 362293"/>
                <a:gd name="connsiteY92" fmla="*/ 93442 h 178687"/>
                <a:gd name="connsiteX93" fmla="*/ 60655 w 362293"/>
                <a:gd name="connsiteY93" fmla="*/ 91803 h 178687"/>
                <a:gd name="connsiteX94" fmla="*/ 55737 w 362293"/>
                <a:gd name="connsiteY94" fmla="*/ 91803 h 178687"/>
                <a:gd name="connsiteX95" fmla="*/ 52458 w 362293"/>
                <a:gd name="connsiteY95" fmla="*/ 91803 h 178687"/>
                <a:gd name="connsiteX96" fmla="*/ 49180 w 362293"/>
                <a:gd name="connsiteY96" fmla="*/ 90164 h 178687"/>
                <a:gd name="connsiteX97" fmla="*/ 45901 w 362293"/>
                <a:gd name="connsiteY97" fmla="*/ 90164 h 178687"/>
                <a:gd name="connsiteX98" fmla="*/ 40983 w 362293"/>
                <a:gd name="connsiteY98" fmla="*/ 88524 h 178687"/>
                <a:gd name="connsiteX99" fmla="*/ 37705 w 362293"/>
                <a:gd name="connsiteY99" fmla="*/ 85245 h 178687"/>
                <a:gd name="connsiteX100" fmla="*/ 36065 w 362293"/>
                <a:gd name="connsiteY100" fmla="*/ 81967 h 178687"/>
                <a:gd name="connsiteX101" fmla="*/ 32787 w 362293"/>
                <a:gd name="connsiteY101" fmla="*/ 78688 h 178687"/>
                <a:gd name="connsiteX102" fmla="*/ 29508 w 362293"/>
                <a:gd name="connsiteY102" fmla="*/ 80327 h 178687"/>
                <a:gd name="connsiteX103" fmla="*/ 26229 w 362293"/>
                <a:gd name="connsiteY103" fmla="*/ 80327 h 178687"/>
                <a:gd name="connsiteX104" fmla="*/ 21311 w 362293"/>
                <a:gd name="connsiteY104" fmla="*/ 78688 h 178687"/>
                <a:gd name="connsiteX105" fmla="*/ 18032 w 362293"/>
                <a:gd name="connsiteY105" fmla="*/ 77049 h 178687"/>
                <a:gd name="connsiteX106" fmla="*/ 14754 w 362293"/>
                <a:gd name="connsiteY106" fmla="*/ 77049 h 178687"/>
                <a:gd name="connsiteX107" fmla="*/ 14754 w 362293"/>
                <a:gd name="connsiteY107" fmla="*/ 75409 h 178687"/>
                <a:gd name="connsiteX108" fmla="*/ 14754 w 362293"/>
                <a:gd name="connsiteY108" fmla="*/ 72131 h 178687"/>
                <a:gd name="connsiteX109" fmla="*/ 19672 w 362293"/>
                <a:gd name="connsiteY109" fmla="*/ 68852 h 178687"/>
                <a:gd name="connsiteX110" fmla="*/ 22951 w 362293"/>
                <a:gd name="connsiteY110" fmla="*/ 65573 h 178687"/>
                <a:gd name="connsiteX111" fmla="*/ 24590 w 362293"/>
                <a:gd name="connsiteY111" fmla="*/ 62295 h 178687"/>
                <a:gd name="connsiteX112" fmla="*/ 29508 w 362293"/>
                <a:gd name="connsiteY112" fmla="*/ 59016 h 178687"/>
                <a:gd name="connsiteX113" fmla="*/ 32787 w 362293"/>
                <a:gd name="connsiteY113" fmla="*/ 57377 h 178687"/>
                <a:gd name="connsiteX114" fmla="*/ 32787 w 362293"/>
                <a:gd name="connsiteY114" fmla="*/ 54098 h 178687"/>
                <a:gd name="connsiteX115" fmla="*/ 37705 w 362293"/>
                <a:gd name="connsiteY115" fmla="*/ 52459 h 178687"/>
                <a:gd name="connsiteX116" fmla="*/ 40983 w 362293"/>
                <a:gd name="connsiteY116" fmla="*/ 49180 h 178687"/>
                <a:gd name="connsiteX117" fmla="*/ 44262 w 362293"/>
                <a:gd name="connsiteY117" fmla="*/ 45901 h 178687"/>
                <a:gd name="connsiteX118" fmla="*/ 40983 w 362293"/>
                <a:gd name="connsiteY118" fmla="*/ 44262 h 178687"/>
                <a:gd name="connsiteX119" fmla="*/ 37705 w 362293"/>
                <a:gd name="connsiteY119" fmla="*/ 42623 h 178687"/>
                <a:gd name="connsiteX120" fmla="*/ 32787 w 362293"/>
                <a:gd name="connsiteY120" fmla="*/ 44262 h 178687"/>
                <a:gd name="connsiteX121" fmla="*/ 29508 w 362293"/>
                <a:gd name="connsiteY121" fmla="*/ 42623 h 178687"/>
                <a:gd name="connsiteX122" fmla="*/ 29508 w 362293"/>
                <a:gd name="connsiteY122" fmla="*/ 40983 h 178687"/>
                <a:gd name="connsiteX123" fmla="*/ 29508 w 362293"/>
                <a:gd name="connsiteY123" fmla="*/ 40983 h 178687"/>
                <a:gd name="connsiteX124" fmla="*/ 31147 w 362293"/>
                <a:gd name="connsiteY124" fmla="*/ 37705 h 178687"/>
                <a:gd name="connsiteX125" fmla="*/ 34426 w 362293"/>
                <a:gd name="connsiteY125" fmla="*/ 32787 h 178687"/>
                <a:gd name="connsiteX126" fmla="*/ 32787 w 362293"/>
                <a:gd name="connsiteY126" fmla="*/ 29508 h 178687"/>
                <a:gd name="connsiteX127" fmla="*/ 36065 w 362293"/>
                <a:gd name="connsiteY127" fmla="*/ 26229 h 178687"/>
                <a:gd name="connsiteX128" fmla="*/ 34426 w 362293"/>
                <a:gd name="connsiteY128" fmla="*/ 26229 h 178687"/>
                <a:gd name="connsiteX129" fmla="*/ 37705 w 362293"/>
                <a:gd name="connsiteY129" fmla="*/ 22951 h 178687"/>
                <a:gd name="connsiteX130" fmla="*/ 37705 w 362293"/>
                <a:gd name="connsiteY130" fmla="*/ 22951 h 178687"/>
                <a:gd name="connsiteX131" fmla="*/ 40983 w 362293"/>
                <a:gd name="connsiteY131" fmla="*/ 22951 h 178687"/>
                <a:gd name="connsiteX132" fmla="*/ 45901 w 362293"/>
                <a:gd name="connsiteY132" fmla="*/ 21311 h 178687"/>
                <a:gd name="connsiteX133" fmla="*/ 49180 w 362293"/>
                <a:gd name="connsiteY133" fmla="*/ 22951 h 178687"/>
                <a:gd name="connsiteX134" fmla="*/ 52458 w 362293"/>
                <a:gd name="connsiteY134" fmla="*/ 19672 h 178687"/>
                <a:gd name="connsiteX135" fmla="*/ 55737 w 362293"/>
                <a:gd name="connsiteY135" fmla="*/ 19672 h 178687"/>
                <a:gd name="connsiteX136" fmla="*/ 59016 w 362293"/>
                <a:gd name="connsiteY136" fmla="*/ 19672 h 178687"/>
                <a:gd name="connsiteX137" fmla="*/ 63934 w 362293"/>
                <a:gd name="connsiteY137" fmla="*/ 19672 h 178687"/>
                <a:gd name="connsiteX138" fmla="*/ 67212 w 362293"/>
                <a:gd name="connsiteY138" fmla="*/ 22951 h 178687"/>
                <a:gd name="connsiteX139" fmla="*/ 70491 w 362293"/>
                <a:gd name="connsiteY139" fmla="*/ 21311 h 178687"/>
                <a:gd name="connsiteX140" fmla="*/ 75409 w 362293"/>
                <a:gd name="connsiteY140" fmla="*/ 22951 h 178687"/>
                <a:gd name="connsiteX141" fmla="*/ 78688 w 362293"/>
                <a:gd name="connsiteY141" fmla="*/ 22951 h 178687"/>
                <a:gd name="connsiteX142" fmla="*/ 81967 w 362293"/>
                <a:gd name="connsiteY142" fmla="*/ 26229 h 178687"/>
                <a:gd name="connsiteX143" fmla="*/ 86885 w 362293"/>
                <a:gd name="connsiteY143" fmla="*/ 26229 h 178687"/>
                <a:gd name="connsiteX144" fmla="*/ 90164 w 362293"/>
                <a:gd name="connsiteY144" fmla="*/ 26229 h 178687"/>
                <a:gd name="connsiteX145" fmla="*/ 93442 w 362293"/>
                <a:gd name="connsiteY145" fmla="*/ 29508 h 178687"/>
                <a:gd name="connsiteX146" fmla="*/ 98360 w 362293"/>
                <a:gd name="connsiteY146" fmla="*/ 31147 h 178687"/>
                <a:gd name="connsiteX147" fmla="*/ 101639 w 362293"/>
                <a:gd name="connsiteY147" fmla="*/ 31147 h 178687"/>
                <a:gd name="connsiteX148" fmla="*/ 104917 w 362293"/>
                <a:gd name="connsiteY148" fmla="*/ 31147 h 178687"/>
                <a:gd name="connsiteX149" fmla="*/ 108196 w 362293"/>
                <a:gd name="connsiteY149" fmla="*/ 32787 h 178687"/>
                <a:gd name="connsiteX150" fmla="*/ 113114 w 362293"/>
                <a:gd name="connsiteY150" fmla="*/ 32787 h 178687"/>
                <a:gd name="connsiteX151" fmla="*/ 116393 w 362293"/>
                <a:gd name="connsiteY151" fmla="*/ 36065 h 178687"/>
                <a:gd name="connsiteX152" fmla="*/ 121311 w 362293"/>
                <a:gd name="connsiteY152" fmla="*/ 36065 h 178687"/>
                <a:gd name="connsiteX153" fmla="*/ 121311 w 362293"/>
                <a:gd name="connsiteY153" fmla="*/ 36065 h 178687"/>
                <a:gd name="connsiteX154" fmla="*/ 116393 w 362293"/>
                <a:gd name="connsiteY154" fmla="*/ 32787 h 178687"/>
                <a:gd name="connsiteX155" fmla="*/ 114754 w 362293"/>
                <a:gd name="connsiteY155" fmla="*/ 27869 h 178687"/>
                <a:gd name="connsiteX156" fmla="*/ 114754 w 362293"/>
                <a:gd name="connsiteY156" fmla="*/ 24590 h 178687"/>
                <a:gd name="connsiteX157" fmla="*/ 116393 w 362293"/>
                <a:gd name="connsiteY157" fmla="*/ 21311 h 178687"/>
                <a:gd name="connsiteX158" fmla="*/ 116393 w 362293"/>
                <a:gd name="connsiteY158" fmla="*/ 19672 h 178687"/>
                <a:gd name="connsiteX159" fmla="*/ 114754 w 362293"/>
                <a:gd name="connsiteY159" fmla="*/ 18033 h 178687"/>
                <a:gd name="connsiteX160" fmla="*/ 114754 w 362293"/>
                <a:gd name="connsiteY160" fmla="*/ 14754 h 178687"/>
                <a:gd name="connsiteX161" fmla="*/ 114754 w 362293"/>
                <a:gd name="connsiteY161" fmla="*/ 9836 h 178687"/>
                <a:gd name="connsiteX162" fmla="*/ 116393 w 362293"/>
                <a:gd name="connsiteY162" fmla="*/ 9836 h 178687"/>
                <a:gd name="connsiteX163" fmla="*/ 119671 w 362293"/>
                <a:gd name="connsiteY163" fmla="*/ 8197 h 178687"/>
                <a:gd name="connsiteX164" fmla="*/ 124589 w 362293"/>
                <a:gd name="connsiteY164" fmla="*/ 6557 h 178687"/>
                <a:gd name="connsiteX165" fmla="*/ 126229 w 362293"/>
                <a:gd name="connsiteY165" fmla="*/ 4918 h 178687"/>
                <a:gd name="connsiteX166" fmla="*/ 129508 w 362293"/>
                <a:gd name="connsiteY166" fmla="*/ 3279 h 178687"/>
                <a:gd name="connsiteX167" fmla="*/ 132786 w 362293"/>
                <a:gd name="connsiteY167" fmla="*/ 3279 h 178687"/>
                <a:gd name="connsiteX168" fmla="*/ 134425 w 362293"/>
                <a:gd name="connsiteY168" fmla="*/ 1639 h 178687"/>
                <a:gd name="connsiteX169" fmla="*/ 134425 w 362293"/>
                <a:gd name="connsiteY169" fmla="*/ 0 h 178687"/>
                <a:gd name="connsiteX170" fmla="*/ 136065 w 362293"/>
                <a:gd name="connsiteY170" fmla="*/ 0 h 178687"/>
                <a:gd name="connsiteX171" fmla="*/ 139344 w 362293"/>
                <a:gd name="connsiteY171" fmla="*/ 1639 h 178687"/>
                <a:gd name="connsiteX172" fmla="*/ 142622 w 362293"/>
                <a:gd name="connsiteY172" fmla="*/ 4918 h 178687"/>
                <a:gd name="connsiteX173" fmla="*/ 145901 w 362293"/>
                <a:gd name="connsiteY173" fmla="*/ 4918 h 178687"/>
                <a:gd name="connsiteX174" fmla="*/ 150819 w 362293"/>
                <a:gd name="connsiteY174" fmla="*/ 8197 h 178687"/>
                <a:gd name="connsiteX175" fmla="*/ 154098 w 362293"/>
                <a:gd name="connsiteY175" fmla="*/ 9836 h 178687"/>
                <a:gd name="connsiteX176" fmla="*/ 155737 w 362293"/>
                <a:gd name="connsiteY176" fmla="*/ 11475 h 178687"/>
                <a:gd name="connsiteX177" fmla="*/ 159015 w 362293"/>
                <a:gd name="connsiteY177" fmla="*/ 13114 h 178687"/>
                <a:gd name="connsiteX178" fmla="*/ 162294 w 362293"/>
                <a:gd name="connsiteY178" fmla="*/ 13114 h 178687"/>
                <a:gd name="connsiteX179" fmla="*/ 165573 w 362293"/>
                <a:gd name="connsiteY179" fmla="*/ 14754 h 178687"/>
                <a:gd name="connsiteX180" fmla="*/ 168851 w 362293"/>
                <a:gd name="connsiteY180" fmla="*/ 16393 h 178687"/>
                <a:gd name="connsiteX181" fmla="*/ 172130 w 362293"/>
                <a:gd name="connsiteY181" fmla="*/ 16393 h 178687"/>
                <a:gd name="connsiteX182" fmla="*/ 177048 w 362293"/>
                <a:gd name="connsiteY182" fmla="*/ 18033 h 178687"/>
                <a:gd name="connsiteX183" fmla="*/ 180327 w 362293"/>
                <a:gd name="connsiteY183" fmla="*/ 18033 h 178687"/>
                <a:gd name="connsiteX184" fmla="*/ 183605 w 362293"/>
                <a:gd name="connsiteY184" fmla="*/ 19672 h 178687"/>
                <a:gd name="connsiteX185" fmla="*/ 186884 w 362293"/>
                <a:gd name="connsiteY185" fmla="*/ 19672 h 178687"/>
                <a:gd name="connsiteX186" fmla="*/ 191802 w 362293"/>
                <a:gd name="connsiteY186" fmla="*/ 19672 h 178687"/>
                <a:gd name="connsiteX187" fmla="*/ 193442 w 362293"/>
                <a:gd name="connsiteY187" fmla="*/ 18033 h 178687"/>
                <a:gd name="connsiteX188" fmla="*/ 193442 w 362293"/>
                <a:gd name="connsiteY188" fmla="*/ 14754 h 178687"/>
                <a:gd name="connsiteX189" fmla="*/ 195081 w 362293"/>
                <a:gd name="connsiteY189" fmla="*/ 14754 h 178687"/>
                <a:gd name="connsiteX190" fmla="*/ 198359 w 362293"/>
                <a:gd name="connsiteY190" fmla="*/ 14754 h 178687"/>
                <a:gd name="connsiteX191" fmla="*/ 201638 w 362293"/>
                <a:gd name="connsiteY191" fmla="*/ 14754 h 178687"/>
                <a:gd name="connsiteX192" fmla="*/ 206556 w 362293"/>
                <a:gd name="connsiteY192" fmla="*/ 14754 h 178687"/>
                <a:gd name="connsiteX193" fmla="*/ 209835 w 362293"/>
                <a:gd name="connsiteY193" fmla="*/ 14754 h 178687"/>
                <a:gd name="connsiteX194" fmla="*/ 213114 w 362293"/>
                <a:gd name="connsiteY194" fmla="*/ 16393 h 178687"/>
                <a:gd name="connsiteX195" fmla="*/ 218032 w 362293"/>
                <a:gd name="connsiteY195" fmla="*/ 16393 h 178687"/>
                <a:gd name="connsiteX196" fmla="*/ 221310 w 362293"/>
                <a:gd name="connsiteY196" fmla="*/ 16393 h 178687"/>
                <a:gd name="connsiteX197" fmla="*/ 224589 w 362293"/>
                <a:gd name="connsiteY197" fmla="*/ 14754 h 178687"/>
                <a:gd name="connsiteX198" fmla="*/ 229507 w 362293"/>
                <a:gd name="connsiteY198" fmla="*/ 14754 h 178687"/>
                <a:gd name="connsiteX199" fmla="*/ 232786 w 362293"/>
                <a:gd name="connsiteY199" fmla="*/ 13114 h 178687"/>
                <a:gd name="connsiteX200" fmla="*/ 236064 w 362293"/>
                <a:gd name="connsiteY200" fmla="*/ 13114 h 178687"/>
                <a:gd name="connsiteX201" fmla="*/ 239343 w 362293"/>
                <a:gd name="connsiteY201" fmla="*/ 13114 h 178687"/>
                <a:gd name="connsiteX202" fmla="*/ 244261 w 362293"/>
                <a:gd name="connsiteY202" fmla="*/ 14754 h 178687"/>
                <a:gd name="connsiteX203" fmla="*/ 244261 w 362293"/>
                <a:gd name="connsiteY203" fmla="*/ 16393 h 178687"/>
                <a:gd name="connsiteX204" fmla="*/ 247539 w 362293"/>
                <a:gd name="connsiteY204" fmla="*/ 16393 h 178687"/>
                <a:gd name="connsiteX205" fmla="*/ 250818 w 362293"/>
                <a:gd name="connsiteY205" fmla="*/ 14754 h 178687"/>
                <a:gd name="connsiteX206" fmla="*/ 255736 w 362293"/>
                <a:gd name="connsiteY206" fmla="*/ 14754 h 178687"/>
                <a:gd name="connsiteX207" fmla="*/ 259015 w 362293"/>
                <a:gd name="connsiteY207" fmla="*/ 16393 h 178687"/>
                <a:gd name="connsiteX208" fmla="*/ 262294 w 362293"/>
                <a:gd name="connsiteY208" fmla="*/ 16393 h 178687"/>
                <a:gd name="connsiteX209" fmla="*/ 267212 w 362293"/>
                <a:gd name="connsiteY209" fmla="*/ 16393 h 178687"/>
                <a:gd name="connsiteX210" fmla="*/ 270491 w 362293"/>
                <a:gd name="connsiteY210" fmla="*/ 16393 h 178687"/>
                <a:gd name="connsiteX211" fmla="*/ 273769 w 362293"/>
                <a:gd name="connsiteY211" fmla="*/ 18033 h 178687"/>
                <a:gd name="connsiteX212" fmla="*/ 278687 w 362293"/>
                <a:gd name="connsiteY212" fmla="*/ 18033 h 178687"/>
                <a:gd name="connsiteX213" fmla="*/ 281966 w 362293"/>
                <a:gd name="connsiteY213" fmla="*/ 18033 h 178687"/>
                <a:gd name="connsiteX214" fmla="*/ 285244 w 362293"/>
                <a:gd name="connsiteY214" fmla="*/ 16393 h 178687"/>
                <a:gd name="connsiteX215" fmla="*/ 288523 w 362293"/>
                <a:gd name="connsiteY215" fmla="*/ 16393 h 178687"/>
                <a:gd name="connsiteX216" fmla="*/ 291802 w 362293"/>
                <a:gd name="connsiteY216" fmla="*/ 18033 h 178687"/>
                <a:gd name="connsiteX217" fmla="*/ 296720 w 362293"/>
                <a:gd name="connsiteY217" fmla="*/ 19672 h 178687"/>
                <a:gd name="connsiteX218" fmla="*/ 299998 w 362293"/>
                <a:gd name="connsiteY218" fmla="*/ 19672 h 178687"/>
                <a:gd name="connsiteX219" fmla="*/ 303277 w 362293"/>
                <a:gd name="connsiteY219" fmla="*/ 21311 h 178687"/>
                <a:gd name="connsiteX220" fmla="*/ 308195 w 362293"/>
                <a:gd name="connsiteY220" fmla="*/ 21311 h 178687"/>
                <a:gd name="connsiteX221" fmla="*/ 311474 w 362293"/>
                <a:gd name="connsiteY221" fmla="*/ 21311 h 178687"/>
                <a:gd name="connsiteX222" fmla="*/ 311474 w 362293"/>
                <a:gd name="connsiteY222" fmla="*/ 21311 h 178687"/>
                <a:gd name="connsiteX223" fmla="*/ 316392 w 362293"/>
                <a:gd name="connsiteY223" fmla="*/ 22951 h 178687"/>
                <a:gd name="connsiteX224" fmla="*/ 318031 w 362293"/>
                <a:gd name="connsiteY224" fmla="*/ 26229 h 178687"/>
                <a:gd name="connsiteX225" fmla="*/ 322950 w 362293"/>
                <a:gd name="connsiteY225" fmla="*/ 27869 h 178687"/>
                <a:gd name="connsiteX226" fmla="*/ 326227 w 362293"/>
                <a:gd name="connsiteY226" fmla="*/ 32787 h 178687"/>
                <a:gd name="connsiteX227" fmla="*/ 329506 w 362293"/>
                <a:gd name="connsiteY227" fmla="*/ 34426 h 178687"/>
                <a:gd name="connsiteX228" fmla="*/ 332785 w 362293"/>
                <a:gd name="connsiteY228" fmla="*/ 36065 h 178687"/>
                <a:gd name="connsiteX229" fmla="*/ 337703 w 362293"/>
                <a:gd name="connsiteY229" fmla="*/ 34426 h 178687"/>
                <a:gd name="connsiteX230" fmla="*/ 340982 w 362293"/>
                <a:gd name="connsiteY230" fmla="*/ 36065 h 178687"/>
                <a:gd name="connsiteX231" fmla="*/ 344261 w 362293"/>
                <a:gd name="connsiteY231" fmla="*/ 36065 h 178687"/>
                <a:gd name="connsiteX232" fmla="*/ 349179 w 362293"/>
                <a:gd name="connsiteY232" fmla="*/ 37705 h 178687"/>
                <a:gd name="connsiteX233" fmla="*/ 352457 w 362293"/>
                <a:gd name="connsiteY233" fmla="*/ 40983 h 178687"/>
                <a:gd name="connsiteX234" fmla="*/ 355736 w 362293"/>
                <a:gd name="connsiteY234" fmla="*/ 44262 h 178687"/>
                <a:gd name="connsiteX235" fmla="*/ 359014 w 362293"/>
                <a:gd name="connsiteY235" fmla="*/ 47541 h 178687"/>
                <a:gd name="connsiteX236" fmla="*/ 362293 w 362293"/>
                <a:gd name="connsiteY236" fmla="*/ 50819 h 178687"/>
                <a:gd name="connsiteX237" fmla="*/ 360654 w 362293"/>
                <a:gd name="connsiteY237" fmla="*/ 54098 h 178687"/>
                <a:gd name="connsiteX238" fmla="*/ 357375 w 362293"/>
                <a:gd name="connsiteY238" fmla="*/ 54098 h 178687"/>
                <a:gd name="connsiteX239" fmla="*/ 354096 w 362293"/>
                <a:gd name="connsiteY239" fmla="*/ 54098 h 178687"/>
                <a:gd name="connsiteX240" fmla="*/ 352457 w 362293"/>
                <a:gd name="connsiteY240" fmla="*/ 54098 h 178687"/>
                <a:gd name="connsiteX241" fmla="*/ 347540 w 362293"/>
                <a:gd name="connsiteY241" fmla="*/ 57377 h 178687"/>
                <a:gd name="connsiteX242" fmla="*/ 345900 w 362293"/>
                <a:gd name="connsiteY242" fmla="*/ 60655 h 178687"/>
                <a:gd name="connsiteX243" fmla="*/ 342621 w 362293"/>
                <a:gd name="connsiteY243" fmla="*/ 62295 h 178687"/>
                <a:gd name="connsiteX244" fmla="*/ 337703 w 362293"/>
                <a:gd name="connsiteY244" fmla="*/ 63934 h 178687"/>
                <a:gd name="connsiteX245" fmla="*/ 334424 w 362293"/>
                <a:gd name="connsiteY245" fmla="*/ 65573 h 178687"/>
                <a:gd name="connsiteX246" fmla="*/ 331146 w 362293"/>
                <a:gd name="connsiteY246" fmla="*/ 65573 h 178687"/>
                <a:gd name="connsiteX247" fmla="*/ 326227 w 362293"/>
                <a:gd name="connsiteY247" fmla="*/ 68852 h 178687"/>
                <a:gd name="connsiteX248" fmla="*/ 322950 w 362293"/>
                <a:gd name="connsiteY248" fmla="*/ 70491 h 178687"/>
                <a:gd name="connsiteX249" fmla="*/ 319671 w 362293"/>
                <a:gd name="connsiteY249" fmla="*/ 72131 h 178687"/>
                <a:gd name="connsiteX250" fmla="*/ 316392 w 362293"/>
                <a:gd name="connsiteY250" fmla="*/ 73770 h 178687"/>
                <a:gd name="connsiteX251" fmla="*/ 311474 w 362293"/>
                <a:gd name="connsiteY251" fmla="*/ 78688 h 178687"/>
                <a:gd name="connsiteX252" fmla="*/ 308195 w 362293"/>
                <a:gd name="connsiteY252" fmla="*/ 80327 h 178687"/>
                <a:gd name="connsiteX253" fmla="*/ 304916 w 362293"/>
                <a:gd name="connsiteY253" fmla="*/ 83606 h 178687"/>
                <a:gd name="connsiteX254" fmla="*/ 304916 w 362293"/>
                <a:gd name="connsiteY254" fmla="*/ 86885 h 178687"/>
                <a:gd name="connsiteX255" fmla="*/ 304916 w 362293"/>
                <a:gd name="connsiteY255" fmla="*/ 88524 h 178687"/>
                <a:gd name="connsiteX256" fmla="*/ 303277 w 362293"/>
                <a:gd name="connsiteY256" fmla="*/ 91803 h 178687"/>
                <a:gd name="connsiteX257" fmla="*/ 303277 w 362293"/>
                <a:gd name="connsiteY257" fmla="*/ 93442 h 178687"/>
                <a:gd name="connsiteX258" fmla="*/ 299998 w 362293"/>
                <a:gd name="connsiteY258" fmla="*/ 96721 h 178687"/>
                <a:gd name="connsiteX259" fmla="*/ 295081 w 362293"/>
                <a:gd name="connsiteY259" fmla="*/ 96721 h 178687"/>
                <a:gd name="connsiteX260" fmla="*/ 291802 w 362293"/>
                <a:gd name="connsiteY260" fmla="*/ 96721 h 178687"/>
                <a:gd name="connsiteX261" fmla="*/ 288523 w 362293"/>
                <a:gd name="connsiteY261" fmla="*/ 96721 h 178687"/>
                <a:gd name="connsiteX262" fmla="*/ 285244 w 362293"/>
                <a:gd name="connsiteY262" fmla="*/ 98360 h 178687"/>
                <a:gd name="connsiteX263" fmla="*/ 280326 w 362293"/>
                <a:gd name="connsiteY263" fmla="*/ 99999 h 178687"/>
                <a:gd name="connsiteX264" fmla="*/ 277047 w 362293"/>
                <a:gd name="connsiteY264" fmla="*/ 98360 h 178687"/>
                <a:gd name="connsiteX265" fmla="*/ 273769 w 362293"/>
                <a:gd name="connsiteY265" fmla="*/ 98360 h 178687"/>
                <a:gd name="connsiteX266" fmla="*/ 268851 w 362293"/>
                <a:gd name="connsiteY266" fmla="*/ 98360 h 178687"/>
                <a:gd name="connsiteX267" fmla="*/ 265573 w 362293"/>
                <a:gd name="connsiteY267" fmla="*/ 98360 h 178687"/>
                <a:gd name="connsiteX268" fmla="*/ 262294 w 362293"/>
                <a:gd name="connsiteY268" fmla="*/ 96721 h 178687"/>
                <a:gd name="connsiteX269" fmla="*/ 259015 w 362293"/>
                <a:gd name="connsiteY269" fmla="*/ 98360 h 178687"/>
                <a:gd name="connsiteX270" fmla="*/ 254097 w 362293"/>
                <a:gd name="connsiteY270" fmla="*/ 99999 h 178687"/>
                <a:gd name="connsiteX271" fmla="*/ 255736 w 362293"/>
                <a:gd name="connsiteY271" fmla="*/ 104917 h 178687"/>
                <a:gd name="connsiteX272" fmla="*/ 255736 w 362293"/>
                <a:gd name="connsiteY272" fmla="*/ 104917 h 178687"/>
                <a:gd name="connsiteX273" fmla="*/ 254097 w 362293"/>
                <a:gd name="connsiteY273" fmla="*/ 106557 h 178687"/>
                <a:gd name="connsiteX274" fmla="*/ 252457 w 362293"/>
                <a:gd name="connsiteY274" fmla="*/ 109836 h 178687"/>
                <a:gd name="connsiteX275" fmla="*/ 252457 w 362293"/>
                <a:gd name="connsiteY275" fmla="*/ 114754 h 178687"/>
                <a:gd name="connsiteX276" fmla="*/ 250818 w 362293"/>
                <a:gd name="connsiteY276" fmla="*/ 118032 h 178687"/>
                <a:gd name="connsiteX277" fmla="*/ 250818 w 362293"/>
                <a:gd name="connsiteY277" fmla="*/ 121311 h 178687"/>
                <a:gd name="connsiteX278" fmla="*/ 249179 w 362293"/>
                <a:gd name="connsiteY278" fmla="*/ 126229 h 178687"/>
                <a:gd name="connsiteX279" fmla="*/ 244261 w 362293"/>
                <a:gd name="connsiteY279" fmla="*/ 126229 h 178687"/>
                <a:gd name="connsiteX280" fmla="*/ 240983 w 362293"/>
                <a:gd name="connsiteY280" fmla="*/ 124589 h 178687"/>
                <a:gd name="connsiteX281" fmla="*/ 237704 w 362293"/>
                <a:gd name="connsiteY281" fmla="*/ 126229 h 178687"/>
                <a:gd name="connsiteX282" fmla="*/ 232786 w 362293"/>
                <a:gd name="connsiteY282" fmla="*/ 126229 h 178687"/>
                <a:gd name="connsiteX283" fmla="*/ 229507 w 362293"/>
                <a:gd name="connsiteY283" fmla="*/ 129508 h 178687"/>
                <a:gd name="connsiteX284" fmla="*/ 226228 w 362293"/>
                <a:gd name="connsiteY284" fmla="*/ 129508 h 178687"/>
                <a:gd name="connsiteX285" fmla="*/ 222949 w 362293"/>
                <a:gd name="connsiteY285" fmla="*/ 127868 h 178687"/>
                <a:gd name="connsiteX286" fmla="*/ 221310 w 362293"/>
                <a:gd name="connsiteY286" fmla="*/ 124589 h 178687"/>
                <a:gd name="connsiteX287" fmla="*/ 218032 w 362293"/>
                <a:gd name="connsiteY287" fmla="*/ 121311 h 178687"/>
                <a:gd name="connsiteX288" fmla="*/ 218032 w 362293"/>
                <a:gd name="connsiteY288" fmla="*/ 116393 h 178687"/>
                <a:gd name="connsiteX289" fmla="*/ 213114 w 362293"/>
                <a:gd name="connsiteY289" fmla="*/ 114754 h 178687"/>
                <a:gd name="connsiteX290" fmla="*/ 209835 w 362293"/>
                <a:gd name="connsiteY290" fmla="*/ 118032 h 178687"/>
                <a:gd name="connsiteX291" fmla="*/ 208196 w 362293"/>
                <a:gd name="connsiteY291" fmla="*/ 119671 h 178687"/>
                <a:gd name="connsiteX292" fmla="*/ 204917 w 362293"/>
                <a:gd name="connsiteY292" fmla="*/ 122950 h 178687"/>
                <a:gd name="connsiteX293" fmla="*/ 199999 w 362293"/>
                <a:gd name="connsiteY293" fmla="*/ 122950 h 178687"/>
                <a:gd name="connsiteX294" fmla="*/ 196720 w 362293"/>
                <a:gd name="connsiteY294" fmla="*/ 122950 h 178687"/>
                <a:gd name="connsiteX295" fmla="*/ 195081 w 362293"/>
                <a:gd name="connsiteY295" fmla="*/ 121311 h 178687"/>
                <a:gd name="connsiteX296" fmla="*/ 190163 w 362293"/>
                <a:gd name="connsiteY296" fmla="*/ 121311 h 178687"/>
                <a:gd name="connsiteX297" fmla="*/ 190163 w 362293"/>
                <a:gd name="connsiteY297" fmla="*/ 124589 h 178687"/>
                <a:gd name="connsiteX298" fmla="*/ 191802 w 362293"/>
                <a:gd name="connsiteY298" fmla="*/ 127868 h 178687"/>
                <a:gd name="connsiteX299" fmla="*/ 188524 w 362293"/>
                <a:gd name="connsiteY299" fmla="*/ 129508 h 178687"/>
                <a:gd name="connsiteX300" fmla="*/ 183605 w 362293"/>
                <a:gd name="connsiteY300" fmla="*/ 132786 h 178687"/>
                <a:gd name="connsiteX301" fmla="*/ 180327 w 362293"/>
                <a:gd name="connsiteY301" fmla="*/ 136065 h 178687"/>
                <a:gd name="connsiteX302" fmla="*/ 177048 w 362293"/>
                <a:gd name="connsiteY302" fmla="*/ 139344 h 178687"/>
                <a:gd name="connsiteX303" fmla="*/ 173769 w 362293"/>
                <a:gd name="connsiteY303" fmla="*/ 137704 h 178687"/>
                <a:gd name="connsiteX304" fmla="*/ 168851 w 362293"/>
                <a:gd name="connsiteY304" fmla="*/ 139344 h 178687"/>
                <a:gd name="connsiteX305" fmla="*/ 165573 w 362293"/>
                <a:gd name="connsiteY305" fmla="*/ 142622 h 178687"/>
                <a:gd name="connsiteX306" fmla="*/ 165573 w 362293"/>
                <a:gd name="connsiteY306" fmla="*/ 144261 h 178687"/>
                <a:gd name="connsiteX307" fmla="*/ 163934 w 362293"/>
                <a:gd name="connsiteY307" fmla="*/ 147540 h 178687"/>
                <a:gd name="connsiteX308" fmla="*/ 162294 w 362293"/>
                <a:gd name="connsiteY308" fmla="*/ 150819 h 178687"/>
                <a:gd name="connsiteX309" fmla="*/ 167212 w 362293"/>
                <a:gd name="connsiteY309" fmla="*/ 154098 h 178687"/>
                <a:gd name="connsiteX310" fmla="*/ 168851 w 362293"/>
                <a:gd name="connsiteY310" fmla="*/ 159016 h 178687"/>
                <a:gd name="connsiteX311" fmla="*/ 168851 w 362293"/>
                <a:gd name="connsiteY311" fmla="*/ 160655 h 178687"/>
                <a:gd name="connsiteX312" fmla="*/ 167212 w 362293"/>
                <a:gd name="connsiteY312" fmla="*/ 163934 h 178687"/>
                <a:gd name="connsiteX313" fmla="*/ 163934 w 362293"/>
                <a:gd name="connsiteY313" fmla="*/ 167212 h 178687"/>
                <a:gd name="connsiteX314" fmla="*/ 160655 w 362293"/>
                <a:gd name="connsiteY314" fmla="*/ 167212 h 178687"/>
                <a:gd name="connsiteX315" fmla="*/ 160655 w 362293"/>
                <a:gd name="connsiteY315" fmla="*/ 167212 h 178687"/>
                <a:gd name="connsiteX316" fmla="*/ 155737 w 362293"/>
                <a:gd name="connsiteY316" fmla="*/ 165573 h 178687"/>
                <a:gd name="connsiteX317" fmla="*/ 152458 w 362293"/>
                <a:gd name="connsiteY317" fmla="*/ 167212 h 178687"/>
                <a:gd name="connsiteX318" fmla="*/ 149179 w 362293"/>
                <a:gd name="connsiteY318" fmla="*/ 168851 h 178687"/>
                <a:gd name="connsiteX319" fmla="*/ 147540 w 362293"/>
                <a:gd name="connsiteY319" fmla="*/ 170491 h 178687"/>
                <a:gd name="connsiteX320" fmla="*/ 144261 w 362293"/>
                <a:gd name="connsiteY320" fmla="*/ 170491 h 178687"/>
                <a:gd name="connsiteX321" fmla="*/ 140983 w 362293"/>
                <a:gd name="connsiteY321" fmla="*/ 170491 h 178687"/>
                <a:gd name="connsiteX322" fmla="*/ 137704 w 362293"/>
                <a:gd name="connsiteY322" fmla="*/ 170491 h 178687"/>
                <a:gd name="connsiteX323" fmla="*/ 132786 w 362293"/>
                <a:gd name="connsiteY323" fmla="*/ 170491 h 178687"/>
                <a:gd name="connsiteX324" fmla="*/ 129508 w 362293"/>
                <a:gd name="connsiteY324" fmla="*/ 170491 h 178687"/>
                <a:gd name="connsiteX325" fmla="*/ 126229 w 362293"/>
                <a:gd name="connsiteY325" fmla="*/ 168851 h 178687"/>
                <a:gd name="connsiteX326" fmla="*/ 122950 w 362293"/>
                <a:gd name="connsiteY326" fmla="*/ 170491 h 178687"/>
                <a:gd name="connsiteX327" fmla="*/ 118032 w 362293"/>
                <a:gd name="connsiteY327" fmla="*/ 172130 h 178687"/>
                <a:gd name="connsiteX328" fmla="*/ 114754 w 362293"/>
                <a:gd name="connsiteY328" fmla="*/ 175409 h 178687"/>
                <a:gd name="connsiteX329" fmla="*/ 113114 w 362293"/>
                <a:gd name="connsiteY329" fmla="*/ 178688 h 178687"/>
                <a:gd name="connsiteX330" fmla="*/ 111475 w 362293"/>
                <a:gd name="connsiteY330" fmla="*/ 175409 h 178687"/>
                <a:gd name="connsiteX331" fmla="*/ 106557 w 362293"/>
                <a:gd name="connsiteY331" fmla="*/ 173770 h 178687"/>
                <a:gd name="connsiteX332" fmla="*/ 103278 w 362293"/>
                <a:gd name="connsiteY332" fmla="*/ 172130 h 178687"/>
                <a:gd name="connsiteX333" fmla="*/ 99999 w 362293"/>
                <a:gd name="connsiteY333" fmla="*/ 173770 h 178687"/>
                <a:gd name="connsiteX334" fmla="*/ 95081 w 362293"/>
                <a:gd name="connsiteY334" fmla="*/ 175409 h 178687"/>
                <a:gd name="connsiteX335" fmla="*/ 93442 w 362293"/>
                <a:gd name="connsiteY335" fmla="*/ 170491 h 178687"/>
                <a:gd name="connsiteX336" fmla="*/ 93442 w 362293"/>
                <a:gd name="connsiteY336" fmla="*/ 167212 h 178687"/>
                <a:gd name="connsiteX337" fmla="*/ 91802 w 362293"/>
                <a:gd name="connsiteY337" fmla="*/ 167212 h 178687"/>
                <a:gd name="connsiteX338" fmla="*/ 86885 w 362293"/>
                <a:gd name="connsiteY338" fmla="*/ 167212 h 178687"/>
                <a:gd name="connsiteX339" fmla="*/ 83606 w 362293"/>
                <a:gd name="connsiteY339" fmla="*/ 163934 h 178687"/>
                <a:gd name="connsiteX340" fmla="*/ 83606 w 362293"/>
                <a:gd name="connsiteY340" fmla="*/ 160655 h 178687"/>
                <a:gd name="connsiteX341" fmla="*/ 78688 w 362293"/>
                <a:gd name="connsiteY341" fmla="*/ 160655 h 178687"/>
                <a:gd name="connsiteX342" fmla="*/ 75409 w 362293"/>
                <a:gd name="connsiteY342" fmla="*/ 162294 h 178687"/>
                <a:gd name="connsiteX343" fmla="*/ 72131 w 362293"/>
                <a:gd name="connsiteY343" fmla="*/ 163934 h 178687"/>
                <a:gd name="connsiteX344" fmla="*/ 68852 w 362293"/>
                <a:gd name="connsiteY344" fmla="*/ 163934 h 178687"/>
                <a:gd name="connsiteX345" fmla="*/ 67212 w 362293"/>
                <a:gd name="connsiteY345" fmla="*/ 168851 h 178687"/>
                <a:gd name="connsiteX346" fmla="*/ 63934 w 362293"/>
                <a:gd name="connsiteY346" fmla="*/ 167212 h 178687"/>
                <a:gd name="connsiteX347" fmla="*/ 60655 w 362293"/>
                <a:gd name="connsiteY347" fmla="*/ 168851 h 178687"/>
                <a:gd name="connsiteX348" fmla="*/ 55737 w 362293"/>
                <a:gd name="connsiteY348" fmla="*/ 168851 h 178687"/>
                <a:gd name="connsiteX349" fmla="*/ 54098 w 362293"/>
                <a:gd name="connsiteY349" fmla="*/ 163934 h 178687"/>
                <a:gd name="connsiteX350" fmla="*/ 52458 w 362293"/>
                <a:gd name="connsiteY350" fmla="*/ 162294 h 178687"/>
                <a:gd name="connsiteX351" fmla="*/ 49180 w 362293"/>
                <a:gd name="connsiteY351" fmla="*/ 160655 h 178687"/>
                <a:gd name="connsiteX352" fmla="*/ 44262 w 362293"/>
                <a:gd name="connsiteY352" fmla="*/ 160655 h 178687"/>
                <a:gd name="connsiteX353" fmla="*/ 40983 w 362293"/>
                <a:gd name="connsiteY353" fmla="*/ 162294 h 178687"/>
                <a:gd name="connsiteX354" fmla="*/ 37705 w 362293"/>
                <a:gd name="connsiteY354" fmla="*/ 163934 h 178687"/>
                <a:gd name="connsiteX355" fmla="*/ 37705 w 362293"/>
                <a:gd name="connsiteY355" fmla="*/ 159016 h 178687"/>
                <a:gd name="connsiteX356" fmla="*/ 32787 w 362293"/>
                <a:gd name="connsiteY356" fmla="*/ 162294 h 178687"/>
                <a:gd name="connsiteX357" fmla="*/ 29508 w 362293"/>
                <a:gd name="connsiteY357" fmla="*/ 163934 h 178687"/>
                <a:gd name="connsiteX358" fmla="*/ 27868 w 362293"/>
                <a:gd name="connsiteY358" fmla="*/ 162294 h 178687"/>
                <a:gd name="connsiteX359" fmla="*/ 22951 w 362293"/>
                <a:gd name="connsiteY359" fmla="*/ 163934 h 178687"/>
                <a:gd name="connsiteX360" fmla="*/ 19672 w 362293"/>
                <a:gd name="connsiteY360" fmla="*/ 160655 h 178687"/>
                <a:gd name="connsiteX361" fmla="*/ 14754 w 362293"/>
                <a:gd name="connsiteY361" fmla="*/ 160655 h 178687"/>
                <a:gd name="connsiteX362" fmla="*/ 11475 w 362293"/>
                <a:gd name="connsiteY362" fmla="*/ 163934 h 178687"/>
                <a:gd name="connsiteX363" fmla="*/ 8197 w 362293"/>
                <a:gd name="connsiteY363" fmla="*/ 163934 h 178687"/>
                <a:gd name="connsiteX364" fmla="*/ 4918 w 362293"/>
                <a:gd name="connsiteY364" fmla="*/ 163934 h 178687"/>
                <a:gd name="connsiteX365" fmla="*/ 3278 w 362293"/>
                <a:gd name="connsiteY365" fmla="*/ 159016 h 178687"/>
                <a:gd name="connsiteX366" fmla="*/ 1639 w 362293"/>
                <a:gd name="connsiteY366" fmla="*/ 155737 h 178687"/>
                <a:gd name="connsiteX367" fmla="*/ 0 w 362293"/>
                <a:gd name="connsiteY367" fmla="*/ 152458 h 178687"/>
                <a:gd name="connsiteX368" fmla="*/ 0 w 362293"/>
                <a:gd name="connsiteY368" fmla="*/ 147540 h 178687"/>
                <a:gd name="connsiteX369" fmla="*/ 3278 w 362293"/>
                <a:gd name="connsiteY369" fmla="*/ 144261 h 178687"/>
                <a:gd name="connsiteX370" fmla="*/ 6557 w 362293"/>
                <a:gd name="connsiteY370" fmla="*/ 147540 h 178687"/>
                <a:gd name="connsiteX371" fmla="*/ 6557 w 362293"/>
                <a:gd name="connsiteY371" fmla="*/ 142622 h 178687"/>
                <a:gd name="connsiteX372" fmla="*/ 4918 w 362293"/>
                <a:gd name="connsiteY372" fmla="*/ 139344 h 17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362293" h="178687">
                  <a:moveTo>
                    <a:pt x="4918" y="139344"/>
                  </a:moveTo>
                  <a:lnTo>
                    <a:pt x="6557" y="137704"/>
                  </a:lnTo>
                  <a:lnTo>
                    <a:pt x="9836" y="137704"/>
                  </a:lnTo>
                  <a:lnTo>
                    <a:pt x="13114" y="136065"/>
                  </a:lnTo>
                  <a:lnTo>
                    <a:pt x="18032" y="134426"/>
                  </a:lnTo>
                  <a:lnTo>
                    <a:pt x="21311" y="134426"/>
                  </a:lnTo>
                  <a:lnTo>
                    <a:pt x="21311" y="132786"/>
                  </a:lnTo>
                  <a:lnTo>
                    <a:pt x="22951" y="132786"/>
                  </a:lnTo>
                  <a:lnTo>
                    <a:pt x="24590" y="134426"/>
                  </a:lnTo>
                  <a:lnTo>
                    <a:pt x="27868" y="136065"/>
                  </a:lnTo>
                  <a:lnTo>
                    <a:pt x="32787" y="136065"/>
                  </a:lnTo>
                  <a:lnTo>
                    <a:pt x="36065" y="139344"/>
                  </a:lnTo>
                  <a:lnTo>
                    <a:pt x="39344" y="139344"/>
                  </a:lnTo>
                  <a:lnTo>
                    <a:pt x="44262" y="140983"/>
                  </a:lnTo>
                  <a:lnTo>
                    <a:pt x="44262" y="142622"/>
                  </a:lnTo>
                  <a:lnTo>
                    <a:pt x="44262" y="142622"/>
                  </a:lnTo>
                  <a:lnTo>
                    <a:pt x="40983" y="145901"/>
                  </a:lnTo>
                  <a:lnTo>
                    <a:pt x="44262" y="145901"/>
                  </a:lnTo>
                  <a:lnTo>
                    <a:pt x="47541" y="142622"/>
                  </a:lnTo>
                  <a:lnTo>
                    <a:pt x="47541" y="140983"/>
                  </a:lnTo>
                  <a:lnTo>
                    <a:pt x="49180" y="137704"/>
                  </a:lnTo>
                  <a:lnTo>
                    <a:pt x="52458" y="136065"/>
                  </a:lnTo>
                  <a:lnTo>
                    <a:pt x="55737" y="132786"/>
                  </a:lnTo>
                  <a:lnTo>
                    <a:pt x="59016" y="131147"/>
                  </a:lnTo>
                  <a:lnTo>
                    <a:pt x="62295" y="131147"/>
                  </a:lnTo>
                  <a:lnTo>
                    <a:pt x="62295" y="131147"/>
                  </a:lnTo>
                  <a:lnTo>
                    <a:pt x="65573" y="127868"/>
                  </a:lnTo>
                  <a:lnTo>
                    <a:pt x="70491" y="129508"/>
                  </a:lnTo>
                  <a:lnTo>
                    <a:pt x="73770" y="131147"/>
                  </a:lnTo>
                  <a:lnTo>
                    <a:pt x="77049" y="134426"/>
                  </a:lnTo>
                  <a:lnTo>
                    <a:pt x="81967" y="132786"/>
                  </a:lnTo>
                  <a:lnTo>
                    <a:pt x="85245" y="136065"/>
                  </a:lnTo>
                  <a:lnTo>
                    <a:pt x="85245" y="136065"/>
                  </a:lnTo>
                  <a:lnTo>
                    <a:pt x="86885" y="134426"/>
                  </a:lnTo>
                  <a:lnTo>
                    <a:pt x="86885" y="132786"/>
                  </a:lnTo>
                  <a:lnTo>
                    <a:pt x="90164" y="132786"/>
                  </a:lnTo>
                  <a:lnTo>
                    <a:pt x="91802" y="132786"/>
                  </a:lnTo>
                  <a:lnTo>
                    <a:pt x="91802" y="132786"/>
                  </a:lnTo>
                  <a:lnTo>
                    <a:pt x="93442" y="132786"/>
                  </a:lnTo>
                  <a:lnTo>
                    <a:pt x="91802" y="129508"/>
                  </a:lnTo>
                  <a:lnTo>
                    <a:pt x="93442" y="127868"/>
                  </a:lnTo>
                  <a:lnTo>
                    <a:pt x="95081" y="124589"/>
                  </a:lnTo>
                  <a:lnTo>
                    <a:pt x="98360" y="122950"/>
                  </a:lnTo>
                  <a:lnTo>
                    <a:pt x="98360" y="124589"/>
                  </a:lnTo>
                  <a:lnTo>
                    <a:pt x="103278" y="124589"/>
                  </a:lnTo>
                  <a:lnTo>
                    <a:pt x="106557" y="124589"/>
                  </a:lnTo>
                  <a:lnTo>
                    <a:pt x="104917" y="121311"/>
                  </a:lnTo>
                  <a:lnTo>
                    <a:pt x="103278" y="119671"/>
                  </a:lnTo>
                  <a:lnTo>
                    <a:pt x="103278" y="116393"/>
                  </a:lnTo>
                  <a:lnTo>
                    <a:pt x="108196" y="118032"/>
                  </a:lnTo>
                  <a:lnTo>
                    <a:pt x="111475" y="119671"/>
                  </a:lnTo>
                  <a:lnTo>
                    <a:pt x="114754" y="118032"/>
                  </a:lnTo>
                  <a:lnTo>
                    <a:pt x="116393" y="116393"/>
                  </a:lnTo>
                  <a:lnTo>
                    <a:pt x="118032" y="113114"/>
                  </a:lnTo>
                  <a:lnTo>
                    <a:pt x="118032" y="113114"/>
                  </a:lnTo>
                  <a:lnTo>
                    <a:pt x="121311" y="111475"/>
                  </a:lnTo>
                  <a:lnTo>
                    <a:pt x="121311" y="111475"/>
                  </a:lnTo>
                  <a:lnTo>
                    <a:pt x="126229" y="109836"/>
                  </a:lnTo>
                  <a:lnTo>
                    <a:pt x="124589" y="106557"/>
                  </a:lnTo>
                  <a:lnTo>
                    <a:pt x="121311" y="104917"/>
                  </a:lnTo>
                  <a:lnTo>
                    <a:pt x="119671" y="104917"/>
                  </a:lnTo>
                  <a:lnTo>
                    <a:pt x="118032" y="106557"/>
                  </a:lnTo>
                  <a:lnTo>
                    <a:pt x="118032" y="106557"/>
                  </a:lnTo>
                  <a:lnTo>
                    <a:pt x="116393" y="104917"/>
                  </a:lnTo>
                  <a:lnTo>
                    <a:pt x="113114" y="104917"/>
                  </a:lnTo>
                  <a:lnTo>
                    <a:pt x="109835" y="104917"/>
                  </a:lnTo>
                  <a:lnTo>
                    <a:pt x="104917" y="101639"/>
                  </a:lnTo>
                  <a:lnTo>
                    <a:pt x="101639" y="98360"/>
                  </a:lnTo>
                  <a:lnTo>
                    <a:pt x="98360" y="98360"/>
                  </a:lnTo>
                  <a:lnTo>
                    <a:pt x="95081" y="96721"/>
                  </a:lnTo>
                  <a:lnTo>
                    <a:pt x="95081" y="98360"/>
                  </a:lnTo>
                  <a:lnTo>
                    <a:pt x="91802" y="98360"/>
                  </a:lnTo>
                  <a:lnTo>
                    <a:pt x="91802" y="96721"/>
                  </a:lnTo>
                  <a:lnTo>
                    <a:pt x="90164" y="95081"/>
                  </a:lnTo>
                  <a:lnTo>
                    <a:pt x="88524" y="91803"/>
                  </a:lnTo>
                  <a:lnTo>
                    <a:pt x="88524" y="90164"/>
                  </a:lnTo>
                  <a:lnTo>
                    <a:pt x="86885" y="90164"/>
                  </a:lnTo>
                  <a:lnTo>
                    <a:pt x="85245" y="91803"/>
                  </a:lnTo>
                  <a:lnTo>
                    <a:pt x="81967" y="90164"/>
                  </a:lnTo>
                  <a:lnTo>
                    <a:pt x="80327" y="90164"/>
                  </a:lnTo>
                  <a:lnTo>
                    <a:pt x="77049" y="86885"/>
                  </a:lnTo>
                  <a:lnTo>
                    <a:pt x="75409" y="83606"/>
                  </a:lnTo>
                  <a:lnTo>
                    <a:pt x="73770" y="83606"/>
                  </a:lnTo>
                  <a:lnTo>
                    <a:pt x="70491" y="78688"/>
                  </a:lnTo>
                  <a:lnTo>
                    <a:pt x="68852" y="80327"/>
                  </a:lnTo>
                  <a:lnTo>
                    <a:pt x="68852" y="78688"/>
                  </a:lnTo>
                  <a:lnTo>
                    <a:pt x="65573" y="75409"/>
                  </a:lnTo>
                  <a:lnTo>
                    <a:pt x="65573" y="78688"/>
                  </a:lnTo>
                  <a:lnTo>
                    <a:pt x="67212" y="81967"/>
                  </a:lnTo>
                  <a:lnTo>
                    <a:pt x="65573" y="86885"/>
                  </a:lnTo>
                  <a:lnTo>
                    <a:pt x="60655" y="86885"/>
                  </a:lnTo>
                  <a:lnTo>
                    <a:pt x="62295" y="90164"/>
                  </a:lnTo>
                  <a:lnTo>
                    <a:pt x="60655" y="93442"/>
                  </a:lnTo>
                  <a:lnTo>
                    <a:pt x="60655" y="91803"/>
                  </a:lnTo>
                  <a:lnTo>
                    <a:pt x="55737" y="91803"/>
                  </a:lnTo>
                  <a:lnTo>
                    <a:pt x="52458" y="91803"/>
                  </a:lnTo>
                  <a:lnTo>
                    <a:pt x="49180" y="90164"/>
                  </a:lnTo>
                  <a:lnTo>
                    <a:pt x="45901" y="90164"/>
                  </a:lnTo>
                  <a:lnTo>
                    <a:pt x="40983" y="88524"/>
                  </a:lnTo>
                  <a:lnTo>
                    <a:pt x="37705" y="85245"/>
                  </a:lnTo>
                  <a:lnTo>
                    <a:pt x="36065" y="81967"/>
                  </a:lnTo>
                  <a:lnTo>
                    <a:pt x="32787" y="78688"/>
                  </a:lnTo>
                  <a:lnTo>
                    <a:pt x="29508" y="80327"/>
                  </a:lnTo>
                  <a:lnTo>
                    <a:pt x="26229" y="80327"/>
                  </a:lnTo>
                  <a:lnTo>
                    <a:pt x="21311" y="78688"/>
                  </a:lnTo>
                  <a:lnTo>
                    <a:pt x="18032" y="77049"/>
                  </a:lnTo>
                  <a:lnTo>
                    <a:pt x="14754" y="77049"/>
                  </a:lnTo>
                  <a:lnTo>
                    <a:pt x="14754" y="75409"/>
                  </a:lnTo>
                  <a:lnTo>
                    <a:pt x="14754" y="72131"/>
                  </a:lnTo>
                  <a:lnTo>
                    <a:pt x="19672" y="68852"/>
                  </a:lnTo>
                  <a:lnTo>
                    <a:pt x="22951" y="65573"/>
                  </a:lnTo>
                  <a:lnTo>
                    <a:pt x="24590" y="62295"/>
                  </a:lnTo>
                  <a:lnTo>
                    <a:pt x="29508" y="59016"/>
                  </a:lnTo>
                  <a:lnTo>
                    <a:pt x="32787" y="57377"/>
                  </a:lnTo>
                  <a:lnTo>
                    <a:pt x="32787" y="54098"/>
                  </a:lnTo>
                  <a:lnTo>
                    <a:pt x="37705" y="52459"/>
                  </a:lnTo>
                  <a:lnTo>
                    <a:pt x="40983" y="49180"/>
                  </a:lnTo>
                  <a:lnTo>
                    <a:pt x="44262" y="45901"/>
                  </a:lnTo>
                  <a:lnTo>
                    <a:pt x="40983" y="44262"/>
                  </a:lnTo>
                  <a:lnTo>
                    <a:pt x="37705" y="42623"/>
                  </a:lnTo>
                  <a:lnTo>
                    <a:pt x="32787" y="44262"/>
                  </a:lnTo>
                  <a:lnTo>
                    <a:pt x="29508" y="42623"/>
                  </a:lnTo>
                  <a:lnTo>
                    <a:pt x="29508" y="40983"/>
                  </a:lnTo>
                  <a:lnTo>
                    <a:pt x="29508" y="40983"/>
                  </a:lnTo>
                  <a:lnTo>
                    <a:pt x="31147" y="37705"/>
                  </a:lnTo>
                  <a:lnTo>
                    <a:pt x="34426" y="32787"/>
                  </a:lnTo>
                  <a:lnTo>
                    <a:pt x="32787" y="29508"/>
                  </a:lnTo>
                  <a:lnTo>
                    <a:pt x="36065" y="26229"/>
                  </a:lnTo>
                  <a:lnTo>
                    <a:pt x="34426" y="26229"/>
                  </a:lnTo>
                  <a:lnTo>
                    <a:pt x="37705" y="22951"/>
                  </a:lnTo>
                  <a:lnTo>
                    <a:pt x="37705" y="22951"/>
                  </a:lnTo>
                  <a:lnTo>
                    <a:pt x="40983" y="22951"/>
                  </a:lnTo>
                  <a:lnTo>
                    <a:pt x="45901" y="21311"/>
                  </a:lnTo>
                  <a:lnTo>
                    <a:pt x="49180" y="22951"/>
                  </a:lnTo>
                  <a:lnTo>
                    <a:pt x="52458" y="19672"/>
                  </a:lnTo>
                  <a:lnTo>
                    <a:pt x="55737" y="19672"/>
                  </a:lnTo>
                  <a:lnTo>
                    <a:pt x="59016" y="19672"/>
                  </a:lnTo>
                  <a:lnTo>
                    <a:pt x="63934" y="19672"/>
                  </a:lnTo>
                  <a:lnTo>
                    <a:pt x="67212" y="22951"/>
                  </a:lnTo>
                  <a:lnTo>
                    <a:pt x="70491" y="21311"/>
                  </a:lnTo>
                  <a:lnTo>
                    <a:pt x="75409" y="22951"/>
                  </a:lnTo>
                  <a:lnTo>
                    <a:pt x="78688" y="22951"/>
                  </a:lnTo>
                  <a:lnTo>
                    <a:pt x="81967" y="26229"/>
                  </a:lnTo>
                  <a:lnTo>
                    <a:pt x="86885" y="26229"/>
                  </a:lnTo>
                  <a:lnTo>
                    <a:pt x="90164" y="26229"/>
                  </a:lnTo>
                  <a:lnTo>
                    <a:pt x="93442" y="29508"/>
                  </a:lnTo>
                  <a:lnTo>
                    <a:pt x="98360" y="31147"/>
                  </a:lnTo>
                  <a:lnTo>
                    <a:pt x="101639" y="31147"/>
                  </a:lnTo>
                  <a:lnTo>
                    <a:pt x="104917" y="31147"/>
                  </a:lnTo>
                  <a:lnTo>
                    <a:pt x="108196" y="32787"/>
                  </a:lnTo>
                  <a:lnTo>
                    <a:pt x="113114" y="32787"/>
                  </a:lnTo>
                  <a:lnTo>
                    <a:pt x="116393" y="36065"/>
                  </a:lnTo>
                  <a:lnTo>
                    <a:pt x="121311" y="36065"/>
                  </a:lnTo>
                  <a:lnTo>
                    <a:pt x="121311" y="36065"/>
                  </a:lnTo>
                  <a:lnTo>
                    <a:pt x="116393" y="32787"/>
                  </a:lnTo>
                  <a:lnTo>
                    <a:pt x="114754" y="27869"/>
                  </a:lnTo>
                  <a:lnTo>
                    <a:pt x="114754" y="24590"/>
                  </a:lnTo>
                  <a:lnTo>
                    <a:pt x="116393" y="21311"/>
                  </a:lnTo>
                  <a:lnTo>
                    <a:pt x="116393" y="19672"/>
                  </a:lnTo>
                  <a:lnTo>
                    <a:pt x="114754" y="18033"/>
                  </a:lnTo>
                  <a:lnTo>
                    <a:pt x="114754" y="14754"/>
                  </a:lnTo>
                  <a:lnTo>
                    <a:pt x="114754" y="9836"/>
                  </a:lnTo>
                  <a:lnTo>
                    <a:pt x="116393" y="9836"/>
                  </a:lnTo>
                  <a:lnTo>
                    <a:pt x="119671" y="8197"/>
                  </a:lnTo>
                  <a:lnTo>
                    <a:pt x="124589" y="6557"/>
                  </a:lnTo>
                  <a:lnTo>
                    <a:pt x="126229" y="4918"/>
                  </a:lnTo>
                  <a:lnTo>
                    <a:pt x="129508" y="3279"/>
                  </a:lnTo>
                  <a:lnTo>
                    <a:pt x="132786" y="3279"/>
                  </a:lnTo>
                  <a:lnTo>
                    <a:pt x="134425" y="1639"/>
                  </a:lnTo>
                  <a:lnTo>
                    <a:pt x="134425" y="0"/>
                  </a:lnTo>
                  <a:lnTo>
                    <a:pt x="136065" y="0"/>
                  </a:lnTo>
                  <a:lnTo>
                    <a:pt x="139344" y="1639"/>
                  </a:lnTo>
                  <a:lnTo>
                    <a:pt x="142622" y="4918"/>
                  </a:lnTo>
                  <a:lnTo>
                    <a:pt x="145901" y="4918"/>
                  </a:lnTo>
                  <a:lnTo>
                    <a:pt x="150819" y="8197"/>
                  </a:lnTo>
                  <a:lnTo>
                    <a:pt x="154098" y="9836"/>
                  </a:lnTo>
                  <a:lnTo>
                    <a:pt x="155737" y="11475"/>
                  </a:lnTo>
                  <a:lnTo>
                    <a:pt x="159015" y="13114"/>
                  </a:lnTo>
                  <a:lnTo>
                    <a:pt x="162294" y="13114"/>
                  </a:lnTo>
                  <a:lnTo>
                    <a:pt x="165573" y="14754"/>
                  </a:lnTo>
                  <a:lnTo>
                    <a:pt x="168851" y="16393"/>
                  </a:lnTo>
                  <a:lnTo>
                    <a:pt x="172130" y="16393"/>
                  </a:lnTo>
                  <a:lnTo>
                    <a:pt x="177048" y="18033"/>
                  </a:lnTo>
                  <a:lnTo>
                    <a:pt x="180327" y="18033"/>
                  </a:lnTo>
                  <a:lnTo>
                    <a:pt x="183605" y="19672"/>
                  </a:lnTo>
                  <a:lnTo>
                    <a:pt x="186884" y="19672"/>
                  </a:lnTo>
                  <a:lnTo>
                    <a:pt x="191802" y="19672"/>
                  </a:lnTo>
                  <a:lnTo>
                    <a:pt x="193442" y="18033"/>
                  </a:lnTo>
                  <a:lnTo>
                    <a:pt x="193442" y="14754"/>
                  </a:lnTo>
                  <a:lnTo>
                    <a:pt x="195081" y="14754"/>
                  </a:lnTo>
                  <a:lnTo>
                    <a:pt x="198359" y="14754"/>
                  </a:lnTo>
                  <a:lnTo>
                    <a:pt x="201638" y="14754"/>
                  </a:lnTo>
                  <a:lnTo>
                    <a:pt x="206556" y="14754"/>
                  </a:lnTo>
                  <a:lnTo>
                    <a:pt x="209835" y="14754"/>
                  </a:lnTo>
                  <a:lnTo>
                    <a:pt x="213114" y="16393"/>
                  </a:lnTo>
                  <a:lnTo>
                    <a:pt x="218032" y="16393"/>
                  </a:lnTo>
                  <a:lnTo>
                    <a:pt x="221310" y="16393"/>
                  </a:lnTo>
                  <a:lnTo>
                    <a:pt x="224589" y="14754"/>
                  </a:lnTo>
                  <a:lnTo>
                    <a:pt x="229507" y="14754"/>
                  </a:lnTo>
                  <a:lnTo>
                    <a:pt x="232786" y="13114"/>
                  </a:lnTo>
                  <a:lnTo>
                    <a:pt x="236064" y="13114"/>
                  </a:lnTo>
                  <a:lnTo>
                    <a:pt x="239343" y="13114"/>
                  </a:lnTo>
                  <a:lnTo>
                    <a:pt x="244261" y="14754"/>
                  </a:lnTo>
                  <a:lnTo>
                    <a:pt x="244261" y="16393"/>
                  </a:lnTo>
                  <a:lnTo>
                    <a:pt x="247539" y="16393"/>
                  </a:lnTo>
                  <a:lnTo>
                    <a:pt x="250818" y="14754"/>
                  </a:lnTo>
                  <a:lnTo>
                    <a:pt x="255736" y="14754"/>
                  </a:lnTo>
                  <a:lnTo>
                    <a:pt x="259015" y="16393"/>
                  </a:lnTo>
                  <a:lnTo>
                    <a:pt x="262294" y="16393"/>
                  </a:lnTo>
                  <a:lnTo>
                    <a:pt x="267212" y="16393"/>
                  </a:lnTo>
                  <a:lnTo>
                    <a:pt x="270491" y="16393"/>
                  </a:lnTo>
                  <a:lnTo>
                    <a:pt x="273769" y="18033"/>
                  </a:lnTo>
                  <a:lnTo>
                    <a:pt x="278687" y="18033"/>
                  </a:lnTo>
                  <a:lnTo>
                    <a:pt x="281966" y="18033"/>
                  </a:lnTo>
                  <a:lnTo>
                    <a:pt x="285244" y="16393"/>
                  </a:lnTo>
                  <a:lnTo>
                    <a:pt x="288523" y="16393"/>
                  </a:lnTo>
                  <a:lnTo>
                    <a:pt x="291802" y="18033"/>
                  </a:lnTo>
                  <a:lnTo>
                    <a:pt x="296720" y="19672"/>
                  </a:lnTo>
                  <a:lnTo>
                    <a:pt x="299998" y="19672"/>
                  </a:lnTo>
                  <a:lnTo>
                    <a:pt x="303277" y="21311"/>
                  </a:lnTo>
                  <a:lnTo>
                    <a:pt x="308195" y="21311"/>
                  </a:lnTo>
                  <a:lnTo>
                    <a:pt x="311474" y="21311"/>
                  </a:lnTo>
                  <a:lnTo>
                    <a:pt x="311474" y="21311"/>
                  </a:lnTo>
                  <a:lnTo>
                    <a:pt x="316392" y="22951"/>
                  </a:lnTo>
                  <a:lnTo>
                    <a:pt x="318031" y="26229"/>
                  </a:lnTo>
                  <a:lnTo>
                    <a:pt x="322950" y="27869"/>
                  </a:lnTo>
                  <a:lnTo>
                    <a:pt x="326227" y="32787"/>
                  </a:lnTo>
                  <a:lnTo>
                    <a:pt x="329506" y="34426"/>
                  </a:lnTo>
                  <a:lnTo>
                    <a:pt x="332785" y="36065"/>
                  </a:lnTo>
                  <a:lnTo>
                    <a:pt x="337703" y="34426"/>
                  </a:lnTo>
                  <a:lnTo>
                    <a:pt x="340982" y="36065"/>
                  </a:lnTo>
                  <a:lnTo>
                    <a:pt x="344261" y="36065"/>
                  </a:lnTo>
                  <a:lnTo>
                    <a:pt x="349179" y="37705"/>
                  </a:lnTo>
                  <a:lnTo>
                    <a:pt x="352457" y="40983"/>
                  </a:lnTo>
                  <a:lnTo>
                    <a:pt x="355736" y="44262"/>
                  </a:lnTo>
                  <a:lnTo>
                    <a:pt x="359014" y="47541"/>
                  </a:lnTo>
                  <a:lnTo>
                    <a:pt x="362293" y="50819"/>
                  </a:lnTo>
                  <a:lnTo>
                    <a:pt x="360654" y="54098"/>
                  </a:lnTo>
                  <a:lnTo>
                    <a:pt x="357375" y="54098"/>
                  </a:lnTo>
                  <a:lnTo>
                    <a:pt x="354096" y="54098"/>
                  </a:lnTo>
                  <a:lnTo>
                    <a:pt x="352457" y="54098"/>
                  </a:lnTo>
                  <a:lnTo>
                    <a:pt x="347540" y="57377"/>
                  </a:lnTo>
                  <a:lnTo>
                    <a:pt x="345900" y="60655"/>
                  </a:lnTo>
                  <a:lnTo>
                    <a:pt x="342621" y="62295"/>
                  </a:lnTo>
                  <a:lnTo>
                    <a:pt x="337703" y="63934"/>
                  </a:lnTo>
                  <a:lnTo>
                    <a:pt x="334424" y="65573"/>
                  </a:lnTo>
                  <a:lnTo>
                    <a:pt x="331146" y="65573"/>
                  </a:lnTo>
                  <a:lnTo>
                    <a:pt x="326227" y="68852"/>
                  </a:lnTo>
                  <a:lnTo>
                    <a:pt x="322950" y="70491"/>
                  </a:lnTo>
                  <a:lnTo>
                    <a:pt x="319671" y="72131"/>
                  </a:lnTo>
                  <a:lnTo>
                    <a:pt x="316392" y="73770"/>
                  </a:lnTo>
                  <a:lnTo>
                    <a:pt x="311474" y="78688"/>
                  </a:lnTo>
                  <a:lnTo>
                    <a:pt x="308195" y="80327"/>
                  </a:lnTo>
                  <a:lnTo>
                    <a:pt x="304916" y="83606"/>
                  </a:lnTo>
                  <a:lnTo>
                    <a:pt x="304916" y="86885"/>
                  </a:lnTo>
                  <a:lnTo>
                    <a:pt x="304916" y="88524"/>
                  </a:lnTo>
                  <a:lnTo>
                    <a:pt x="303277" y="91803"/>
                  </a:lnTo>
                  <a:lnTo>
                    <a:pt x="303277" y="93442"/>
                  </a:lnTo>
                  <a:lnTo>
                    <a:pt x="299998" y="96721"/>
                  </a:lnTo>
                  <a:lnTo>
                    <a:pt x="295081" y="96721"/>
                  </a:lnTo>
                  <a:lnTo>
                    <a:pt x="291802" y="96721"/>
                  </a:lnTo>
                  <a:lnTo>
                    <a:pt x="288523" y="96721"/>
                  </a:lnTo>
                  <a:lnTo>
                    <a:pt x="285244" y="98360"/>
                  </a:lnTo>
                  <a:lnTo>
                    <a:pt x="280326" y="99999"/>
                  </a:lnTo>
                  <a:lnTo>
                    <a:pt x="277047" y="98360"/>
                  </a:lnTo>
                  <a:lnTo>
                    <a:pt x="273769" y="98360"/>
                  </a:lnTo>
                  <a:lnTo>
                    <a:pt x="268851" y="98360"/>
                  </a:lnTo>
                  <a:lnTo>
                    <a:pt x="265573" y="98360"/>
                  </a:lnTo>
                  <a:lnTo>
                    <a:pt x="262294" y="96721"/>
                  </a:lnTo>
                  <a:lnTo>
                    <a:pt x="259015" y="98360"/>
                  </a:lnTo>
                  <a:lnTo>
                    <a:pt x="254097" y="99999"/>
                  </a:lnTo>
                  <a:lnTo>
                    <a:pt x="255736" y="104917"/>
                  </a:lnTo>
                  <a:lnTo>
                    <a:pt x="255736" y="104917"/>
                  </a:lnTo>
                  <a:lnTo>
                    <a:pt x="254097" y="106557"/>
                  </a:lnTo>
                  <a:lnTo>
                    <a:pt x="252457" y="109836"/>
                  </a:lnTo>
                  <a:lnTo>
                    <a:pt x="252457" y="114754"/>
                  </a:lnTo>
                  <a:lnTo>
                    <a:pt x="250818" y="118032"/>
                  </a:lnTo>
                  <a:lnTo>
                    <a:pt x="250818" y="121311"/>
                  </a:lnTo>
                  <a:lnTo>
                    <a:pt x="249179" y="126229"/>
                  </a:lnTo>
                  <a:lnTo>
                    <a:pt x="244261" y="126229"/>
                  </a:lnTo>
                  <a:lnTo>
                    <a:pt x="240983" y="124589"/>
                  </a:lnTo>
                  <a:lnTo>
                    <a:pt x="237704" y="126229"/>
                  </a:lnTo>
                  <a:lnTo>
                    <a:pt x="232786" y="126229"/>
                  </a:lnTo>
                  <a:lnTo>
                    <a:pt x="229507" y="129508"/>
                  </a:lnTo>
                  <a:lnTo>
                    <a:pt x="226228" y="129508"/>
                  </a:lnTo>
                  <a:lnTo>
                    <a:pt x="222949" y="127868"/>
                  </a:lnTo>
                  <a:lnTo>
                    <a:pt x="221310" y="124589"/>
                  </a:lnTo>
                  <a:lnTo>
                    <a:pt x="218032" y="121311"/>
                  </a:lnTo>
                  <a:lnTo>
                    <a:pt x="218032" y="116393"/>
                  </a:lnTo>
                  <a:lnTo>
                    <a:pt x="213114" y="114754"/>
                  </a:lnTo>
                  <a:lnTo>
                    <a:pt x="209835" y="118032"/>
                  </a:lnTo>
                  <a:lnTo>
                    <a:pt x="208196" y="119671"/>
                  </a:lnTo>
                  <a:lnTo>
                    <a:pt x="204917" y="122950"/>
                  </a:lnTo>
                  <a:lnTo>
                    <a:pt x="199999" y="122950"/>
                  </a:lnTo>
                  <a:lnTo>
                    <a:pt x="196720" y="122950"/>
                  </a:lnTo>
                  <a:lnTo>
                    <a:pt x="195081" y="121311"/>
                  </a:lnTo>
                  <a:lnTo>
                    <a:pt x="190163" y="121311"/>
                  </a:lnTo>
                  <a:lnTo>
                    <a:pt x="190163" y="124589"/>
                  </a:lnTo>
                  <a:lnTo>
                    <a:pt x="191802" y="127868"/>
                  </a:lnTo>
                  <a:lnTo>
                    <a:pt x="188524" y="129508"/>
                  </a:lnTo>
                  <a:lnTo>
                    <a:pt x="183605" y="132786"/>
                  </a:lnTo>
                  <a:lnTo>
                    <a:pt x="180327" y="136065"/>
                  </a:lnTo>
                  <a:lnTo>
                    <a:pt x="177048" y="139344"/>
                  </a:lnTo>
                  <a:lnTo>
                    <a:pt x="173769" y="137704"/>
                  </a:lnTo>
                  <a:lnTo>
                    <a:pt x="168851" y="139344"/>
                  </a:lnTo>
                  <a:lnTo>
                    <a:pt x="165573" y="142622"/>
                  </a:lnTo>
                  <a:lnTo>
                    <a:pt x="165573" y="144261"/>
                  </a:lnTo>
                  <a:lnTo>
                    <a:pt x="163934" y="147540"/>
                  </a:lnTo>
                  <a:lnTo>
                    <a:pt x="162294" y="150819"/>
                  </a:lnTo>
                  <a:lnTo>
                    <a:pt x="167212" y="154098"/>
                  </a:lnTo>
                  <a:lnTo>
                    <a:pt x="168851" y="159016"/>
                  </a:lnTo>
                  <a:lnTo>
                    <a:pt x="168851" y="160655"/>
                  </a:lnTo>
                  <a:lnTo>
                    <a:pt x="167212" y="163934"/>
                  </a:lnTo>
                  <a:lnTo>
                    <a:pt x="163934" y="167212"/>
                  </a:lnTo>
                  <a:lnTo>
                    <a:pt x="160655" y="167212"/>
                  </a:lnTo>
                  <a:lnTo>
                    <a:pt x="160655" y="167212"/>
                  </a:lnTo>
                  <a:lnTo>
                    <a:pt x="155737" y="165573"/>
                  </a:lnTo>
                  <a:lnTo>
                    <a:pt x="152458" y="167212"/>
                  </a:lnTo>
                  <a:lnTo>
                    <a:pt x="149179" y="168851"/>
                  </a:lnTo>
                  <a:lnTo>
                    <a:pt x="147540" y="170491"/>
                  </a:lnTo>
                  <a:lnTo>
                    <a:pt x="144261" y="170491"/>
                  </a:lnTo>
                  <a:lnTo>
                    <a:pt x="140983" y="170491"/>
                  </a:lnTo>
                  <a:lnTo>
                    <a:pt x="137704" y="170491"/>
                  </a:lnTo>
                  <a:lnTo>
                    <a:pt x="132786" y="170491"/>
                  </a:lnTo>
                  <a:lnTo>
                    <a:pt x="129508" y="170491"/>
                  </a:lnTo>
                  <a:lnTo>
                    <a:pt x="126229" y="168851"/>
                  </a:lnTo>
                  <a:lnTo>
                    <a:pt x="122950" y="170491"/>
                  </a:lnTo>
                  <a:lnTo>
                    <a:pt x="118032" y="172130"/>
                  </a:lnTo>
                  <a:lnTo>
                    <a:pt x="114754" y="175409"/>
                  </a:lnTo>
                  <a:lnTo>
                    <a:pt x="113114" y="178688"/>
                  </a:lnTo>
                  <a:lnTo>
                    <a:pt x="111475" y="175409"/>
                  </a:lnTo>
                  <a:lnTo>
                    <a:pt x="106557" y="173770"/>
                  </a:lnTo>
                  <a:lnTo>
                    <a:pt x="103278" y="172130"/>
                  </a:lnTo>
                  <a:lnTo>
                    <a:pt x="99999" y="173770"/>
                  </a:lnTo>
                  <a:lnTo>
                    <a:pt x="95081" y="175409"/>
                  </a:lnTo>
                  <a:lnTo>
                    <a:pt x="93442" y="170491"/>
                  </a:lnTo>
                  <a:lnTo>
                    <a:pt x="93442" y="167212"/>
                  </a:lnTo>
                  <a:lnTo>
                    <a:pt x="91802" y="167212"/>
                  </a:lnTo>
                  <a:lnTo>
                    <a:pt x="86885" y="167212"/>
                  </a:lnTo>
                  <a:lnTo>
                    <a:pt x="83606" y="163934"/>
                  </a:lnTo>
                  <a:lnTo>
                    <a:pt x="83606" y="160655"/>
                  </a:lnTo>
                  <a:lnTo>
                    <a:pt x="78688" y="160655"/>
                  </a:lnTo>
                  <a:lnTo>
                    <a:pt x="75409" y="162294"/>
                  </a:lnTo>
                  <a:lnTo>
                    <a:pt x="72131" y="163934"/>
                  </a:lnTo>
                  <a:lnTo>
                    <a:pt x="68852" y="163934"/>
                  </a:lnTo>
                  <a:lnTo>
                    <a:pt x="67212" y="168851"/>
                  </a:lnTo>
                  <a:lnTo>
                    <a:pt x="63934" y="167212"/>
                  </a:lnTo>
                  <a:lnTo>
                    <a:pt x="60655" y="168851"/>
                  </a:lnTo>
                  <a:lnTo>
                    <a:pt x="55737" y="168851"/>
                  </a:lnTo>
                  <a:lnTo>
                    <a:pt x="54098" y="163934"/>
                  </a:lnTo>
                  <a:lnTo>
                    <a:pt x="52458" y="162294"/>
                  </a:lnTo>
                  <a:lnTo>
                    <a:pt x="49180" y="160655"/>
                  </a:lnTo>
                  <a:lnTo>
                    <a:pt x="44262" y="160655"/>
                  </a:lnTo>
                  <a:lnTo>
                    <a:pt x="40983" y="162294"/>
                  </a:lnTo>
                  <a:lnTo>
                    <a:pt x="37705" y="163934"/>
                  </a:lnTo>
                  <a:lnTo>
                    <a:pt x="37705" y="159016"/>
                  </a:lnTo>
                  <a:lnTo>
                    <a:pt x="32787" y="162294"/>
                  </a:lnTo>
                  <a:lnTo>
                    <a:pt x="29508" y="163934"/>
                  </a:lnTo>
                  <a:lnTo>
                    <a:pt x="27868" y="162294"/>
                  </a:lnTo>
                  <a:lnTo>
                    <a:pt x="22951" y="163934"/>
                  </a:lnTo>
                  <a:lnTo>
                    <a:pt x="19672" y="160655"/>
                  </a:lnTo>
                  <a:lnTo>
                    <a:pt x="14754" y="160655"/>
                  </a:lnTo>
                  <a:lnTo>
                    <a:pt x="11475" y="163934"/>
                  </a:lnTo>
                  <a:lnTo>
                    <a:pt x="8197" y="163934"/>
                  </a:lnTo>
                  <a:lnTo>
                    <a:pt x="4918" y="163934"/>
                  </a:lnTo>
                  <a:lnTo>
                    <a:pt x="3278" y="159016"/>
                  </a:lnTo>
                  <a:lnTo>
                    <a:pt x="1639" y="155737"/>
                  </a:lnTo>
                  <a:lnTo>
                    <a:pt x="0" y="152458"/>
                  </a:lnTo>
                  <a:lnTo>
                    <a:pt x="0" y="147540"/>
                  </a:lnTo>
                  <a:lnTo>
                    <a:pt x="3278" y="144261"/>
                  </a:lnTo>
                  <a:lnTo>
                    <a:pt x="6557" y="147540"/>
                  </a:lnTo>
                  <a:lnTo>
                    <a:pt x="6557" y="142622"/>
                  </a:lnTo>
                  <a:lnTo>
                    <a:pt x="4918" y="13934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80" name="Freeform 3279">
              <a:extLst>
                <a:ext uri="{FF2B5EF4-FFF2-40B4-BE49-F238E27FC236}">
                  <a16:creationId xmlns:a16="http://schemas.microsoft.com/office/drawing/2014/main" id="{8ED7D773-C466-DA4A-892F-B33C8F8867CC}"/>
                </a:ext>
              </a:extLst>
            </p:cNvPr>
            <p:cNvSpPr/>
            <p:nvPr/>
          </p:nvSpPr>
          <p:spPr>
            <a:xfrm>
              <a:off x="9205821" y="3837849"/>
              <a:ext cx="8196" cy="8196"/>
            </a:xfrm>
            <a:custGeom>
              <a:avLst/>
              <a:gdLst>
                <a:gd name="connsiteX0" fmla="*/ 6557 w 8196"/>
                <a:gd name="connsiteY0" fmla="*/ 0 h 8196"/>
                <a:gd name="connsiteX1" fmla="*/ 3279 w 8196"/>
                <a:gd name="connsiteY1" fmla="*/ 1639 h 8196"/>
                <a:gd name="connsiteX2" fmla="*/ 0 w 8196"/>
                <a:gd name="connsiteY2" fmla="*/ 3278 h 8196"/>
                <a:gd name="connsiteX3" fmla="*/ 3279 w 8196"/>
                <a:gd name="connsiteY3" fmla="*/ 8197 h 8196"/>
                <a:gd name="connsiteX4" fmla="*/ 8197 w 8196"/>
                <a:gd name="connsiteY4" fmla="*/ 6557 h 8196"/>
                <a:gd name="connsiteX5" fmla="*/ 8197 w 8196"/>
                <a:gd name="connsiteY5" fmla="*/ 327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8196">
                  <a:moveTo>
                    <a:pt x="6557" y="0"/>
                  </a:moveTo>
                  <a:lnTo>
                    <a:pt x="3279" y="1639"/>
                  </a:lnTo>
                  <a:lnTo>
                    <a:pt x="0" y="3278"/>
                  </a:lnTo>
                  <a:lnTo>
                    <a:pt x="3279" y="8197"/>
                  </a:lnTo>
                  <a:lnTo>
                    <a:pt x="8197" y="6557"/>
                  </a:lnTo>
                  <a:lnTo>
                    <a:pt x="8197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81" name="Freeform 3280">
              <a:extLst>
                <a:ext uri="{FF2B5EF4-FFF2-40B4-BE49-F238E27FC236}">
                  <a16:creationId xmlns:a16="http://schemas.microsoft.com/office/drawing/2014/main" id="{5C131654-DB2F-3A47-A7E0-6F3898E912A4}"/>
                </a:ext>
              </a:extLst>
            </p:cNvPr>
            <p:cNvSpPr/>
            <p:nvPr/>
          </p:nvSpPr>
          <p:spPr>
            <a:xfrm>
              <a:off x="9210739" y="3846046"/>
              <a:ext cx="16393" cy="3278"/>
            </a:xfrm>
            <a:custGeom>
              <a:avLst/>
              <a:gdLst>
                <a:gd name="connsiteX0" fmla="*/ 0 w 16393"/>
                <a:gd name="connsiteY0" fmla="*/ 0 h 3278"/>
                <a:gd name="connsiteX1" fmla="*/ 0 w 16393"/>
                <a:gd name="connsiteY1" fmla="*/ 0 h 3278"/>
                <a:gd name="connsiteX2" fmla="*/ 0 w 16393"/>
                <a:gd name="connsiteY2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3278">
                  <a:moveTo>
                    <a:pt x="0" y="0"/>
                  </a:moveTo>
                  <a:lnTo>
                    <a:pt x="0" y="0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82" name="Freeform 3281">
              <a:extLst>
                <a:ext uri="{FF2B5EF4-FFF2-40B4-BE49-F238E27FC236}">
                  <a16:creationId xmlns:a16="http://schemas.microsoft.com/office/drawing/2014/main" id="{3C9E15E8-4B7E-AD48-A2C1-02C99D138BEE}"/>
                </a:ext>
              </a:extLst>
            </p:cNvPr>
            <p:cNvSpPr/>
            <p:nvPr/>
          </p:nvSpPr>
          <p:spPr>
            <a:xfrm>
              <a:off x="9227133" y="3880472"/>
              <a:ext cx="4917" cy="9835"/>
            </a:xfrm>
            <a:custGeom>
              <a:avLst/>
              <a:gdLst>
                <a:gd name="connsiteX0" fmla="*/ 4918 w 4917"/>
                <a:gd name="connsiteY0" fmla="*/ 1639 h 9835"/>
                <a:gd name="connsiteX1" fmla="*/ 3279 w 4917"/>
                <a:gd name="connsiteY1" fmla="*/ 0 h 9835"/>
                <a:gd name="connsiteX2" fmla="*/ 0 w 4917"/>
                <a:gd name="connsiteY2" fmla="*/ 1639 h 9835"/>
                <a:gd name="connsiteX3" fmla="*/ 0 w 4917"/>
                <a:gd name="connsiteY3" fmla="*/ 4918 h 9835"/>
                <a:gd name="connsiteX4" fmla="*/ 0 w 4917"/>
                <a:gd name="connsiteY4" fmla="*/ 9836 h 9835"/>
                <a:gd name="connsiteX5" fmla="*/ 3279 w 4917"/>
                <a:gd name="connsiteY5" fmla="*/ 9836 h 9835"/>
                <a:gd name="connsiteX6" fmla="*/ 4918 w 4917"/>
                <a:gd name="connsiteY6" fmla="*/ 4918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17" h="9835">
                  <a:moveTo>
                    <a:pt x="4918" y="1639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0" y="9836"/>
                  </a:lnTo>
                  <a:lnTo>
                    <a:pt x="3279" y="9836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83" name="Freeform 3282">
              <a:extLst>
                <a:ext uri="{FF2B5EF4-FFF2-40B4-BE49-F238E27FC236}">
                  <a16:creationId xmlns:a16="http://schemas.microsoft.com/office/drawing/2014/main" id="{EF0E01E6-67C1-1E46-8AF3-EB93D68A334C}"/>
                </a:ext>
              </a:extLst>
            </p:cNvPr>
            <p:cNvSpPr/>
            <p:nvPr/>
          </p:nvSpPr>
          <p:spPr>
            <a:xfrm>
              <a:off x="9382870" y="3995225"/>
              <a:ext cx="3278" cy="4917"/>
            </a:xfrm>
            <a:custGeom>
              <a:avLst/>
              <a:gdLst>
                <a:gd name="connsiteX0" fmla="*/ 1639 w 3278"/>
                <a:gd name="connsiteY0" fmla="*/ 0 h 4917"/>
                <a:gd name="connsiteX1" fmla="*/ 1639 w 3278"/>
                <a:gd name="connsiteY1" fmla="*/ 0 h 4917"/>
                <a:gd name="connsiteX2" fmla="*/ 0 w 3278"/>
                <a:gd name="connsiteY2" fmla="*/ 4918 h 4917"/>
                <a:gd name="connsiteX3" fmla="*/ 3279 w 3278"/>
                <a:gd name="connsiteY3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7">
                  <a:moveTo>
                    <a:pt x="1639" y="0"/>
                  </a:moveTo>
                  <a:lnTo>
                    <a:pt x="1639" y="0"/>
                  </a:lnTo>
                  <a:lnTo>
                    <a:pt x="0" y="4918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84" name="Freeform 3283">
              <a:extLst>
                <a:ext uri="{FF2B5EF4-FFF2-40B4-BE49-F238E27FC236}">
                  <a16:creationId xmlns:a16="http://schemas.microsoft.com/office/drawing/2014/main" id="{37D9031E-4FF2-F64E-B607-69E12AC96B89}"/>
                </a:ext>
              </a:extLst>
            </p:cNvPr>
            <p:cNvSpPr/>
            <p:nvPr/>
          </p:nvSpPr>
          <p:spPr>
            <a:xfrm>
              <a:off x="9659918" y="4000143"/>
              <a:ext cx="3277" cy="16393"/>
            </a:xfrm>
            <a:custGeom>
              <a:avLst/>
              <a:gdLst>
                <a:gd name="connsiteX0" fmla="*/ 0 w 3277"/>
                <a:gd name="connsiteY0" fmla="*/ 11476 h 16393"/>
                <a:gd name="connsiteX1" fmla="*/ 0 w 3277"/>
                <a:gd name="connsiteY1" fmla="*/ 14754 h 16393"/>
                <a:gd name="connsiteX2" fmla="*/ 3278 w 3277"/>
                <a:gd name="connsiteY2" fmla="*/ 16393 h 16393"/>
                <a:gd name="connsiteX3" fmla="*/ 3278 w 3277"/>
                <a:gd name="connsiteY3" fmla="*/ 11476 h 16393"/>
                <a:gd name="connsiteX4" fmla="*/ 3278 w 3277"/>
                <a:gd name="connsiteY4" fmla="*/ 8197 h 16393"/>
                <a:gd name="connsiteX5" fmla="*/ 3278 w 3277"/>
                <a:gd name="connsiteY5" fmla="*/ 4918 h 16393"/>
                <a:gd name="connsiteX6" fmla="*/ 0 w 3277"/>
                <a:gd name="connsiteY6" fmla="*/ 0 h 16393"/>
                <a:gd name="connsiteX7" fmla="*/ 0 w 3277"/>
                <a:gd name="connsiteY7" fmla="*/ 4918 h 16393"/>
                <a:gd name="connsiteX8" fmla="*/ 0 w 3277"/>
                <a:gd name="connsiteY8" fmla="*/ 8197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77" h="16393">
                  <a:moveTo>
                    <a:pt x="0" y="11476"/>
                  </a:moveTo>
                  <a:lnTo>
                    <a:pt x="0" y="14754"/>
                  </a:lnTo>
                  <a:lnTo>
                    <a:pt x="3278" y="16393"/>
                  </a:lnTo>
                  <a:lnTo>
                    <a:pt x="3278" y="11476"/>
                  </a:lnTo>
                  <a:lnTo>
                    <a:pt x="3278" y="8197"/>
                  </a:lnTo>
                  <a:lnTo>
                    <a:pt x="3278" y="4918"/>
                  </a:lnTo>
                  <a:lnTo>
                    <a:pt x="0" y="0"/>
                  </a:lnTo>
                  <a:lnTo>
                    <a:pt x="0" y="4918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85" name="Freeform 3284">
              <a:extLst>
                <a:ext uri="{FF2B5EF4-FFF2-40B4-BE49-F238E27FC236}">
                  <a16:creationId xmlns:a16="http://schemas.microsoft.com/office/drawing/2014/main" id="{0D533155-49E2-5649-B948-6AFD33BEB71A}"/>
                </a:ext>
              </a:extLst>
            </p:cNvPr>
            <p:cNvSpPr/>
            <p:nvPr/>
          </p:nvSpPr>
          <p:spPr>
            <a:xfrm>
              <a:off x="9804179" y="3885390"/>
              <a:ext cx="3278" cy="4917"/>
            </a:xfrm>
            <a:custGeom>
              <a:avLst/>
              <a:gdLst>
                <a:gd name="connsiteX0" fmla="*/ 0 w 3278"/>
                <a:gd name="connsiteY0" fmla="*/ 3279 h 4917"/>
                <a:gd name="connsiteX1" fmla="*/ 3279 w 3278"/>
                <a:gd name="connsiteY1" fmla="*/ 4918 h 4917"/>
                <a:gd name="connsiteX2" fmla="*/ 1639 w 3278"/>
                <a:gd name="connsiteY2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7">
                  <a:moveTo>
                    <a:pt x="0" y="3279"/>
                  </a:moveTo>
                  <a:lnTo>
                    <a:pt x="3279" y="4918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86" name="Freeform 3285">
              <a:extLst>
                <a:ext uri="{FF2B5EF4-FFF2-40B4-BE49-F238E27FC236}">
                  <a16:creationId xmlns:a16="http://schemas.microsoft.com/office/drawing/2014/main" id="{34731F10-6465-8F45-9A3F-D237104A9501}"/>
                </a:ext>
              </a:extLst>
            </p:cNvPr>
            <p:cNvSpPr/>
            <p:nvPr/>
          </p:nvSpPr>
          <p:spPr>
            <a:xfrm>
              <a:off x="9864835" y="3800144"/>
              <a:ext cx="4917" cy="4918"/>
            </a:xfrm>
            <a:custGeom>
              <a:avLst/>
              <a:gdLst>
                <a:gd name="connsiteX0" fmla="*/ 0 w 4917"/>
                <a:gd name="connsiteY0" fmla="*/ 4918 h 4918"/>
                <a:gd name="connsiteX1" fmla="*/ 3278 w 4917"/>
                <a:gd name="connsiteY1" fmla="*/ 3279 h 4918"/>
                <a:gd name="connsiteX2" fmla="*/ 4918 w 4917"/>
                <a:gd name="connsiteY2" fmla="*/ 0 h 4918"/>
                <a:gd name="connsiteX3" fmla="*/ 0 w 4917"/>
                <a:gd name="connsiteY3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8">
                  <a:moveTo>
                    <a:pt x="0" y="4918"/>
                  </a:moveTo>
                  <a:lnTo>
                    <a:pt x="3278" y="3279"/>
                  </a:ln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87" name="Freeform 3286">
              <a:extLst>
                <a:ext uri="{FF2B5EF4-FFF2-40B4-BE49-F238E27FC236}">
                  <a16:creationId xmlns:a16="http://schemas.microsoft.com/office/drawing/2014/main" id="{4680635F-E9B0-FA4B-AABB-621820905BD6}"/>
                </a:ext>
              </a:extLst>
            </p:cNvPr>
            <p:cNvSpPr/>
            <p:nvPr/>
          </p:nvSpPr>
          <p:spPr>
            <a:xfrm>
              <a:off x="9873032" y="3798505"/>
              <a:ext cx="8196" cy="8196"/>
            </a:xfrm>
            <a:custGeom>
              <a:avLst/>
              <a:gdLst>
                <a:gd name="connsiteX0" fmla="*/ 1639 w 8196"/>
                <a:gd name="connsiteY0" fmla="*/ 1639 h 8196"/>
                <a:gd name="connsiteX1" fmla="*/ 0 w 8196"/>
                <a:gd name="connsiteY1" fmla="*/ 4918 h 8196"/>
                <a:gd name="connsiteX2" fmla="*/ 1639 w 8196"/>
                <a:gd name="connsiteY2" fmla="*/ 8197 h 8196"/>
                <a:gd name="connsiteX3" fmla="*/ 4918 w 8196"/>
                <a:gd name="connsiteY3" fmla="*/ 6557 h 8196"/>
                <a:gd name="connsiteX4" fmla="*/ 8197 w 8196"/>
                <a:gd name="connsiteY4" fmla="*/ 3278 h 8196"/>
                <a:gd name="connsiteX5" fmla="*/ 4918 w 8196"/>
                <a:gd name="connsiteY5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8196">
                  <a:moveTo>
                    <a:pt x="1639" y="1639"/>
                  </a:moveTo>
                  <a:lnTo>
                    <a:pt x="0" y="4918"/>
                  </a:lnTo>
                  <a:lnTo>
                    <a:pt x="1639" y="8197"/>
                  </a:lnTo>
                  <a:lnTo>
                    <a:pt x="4918" y="6557"/>
                  </a:lnTo>
                  <a:lnTo>
                    <a:pt x="8197" y="3278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88" name="Freeform 3287">
              <a:extLst>
                <a:ext uri="{FF2B5EF4-FFF2-40B4-BE49-F238E27FC236}">
                  <a16:creationId xmlns:a16="http://schemas.microsoft.com/office/drawing/2014/main" id="{A13BFE24-1A0D-E844-8002-FA5B6C1D1590}"/>
                </a:ext>
              </a:extLst>
            </p:cNvPr>
            <p:cNvSpPr/>
            <p:nvPr/>
          </p:nvSpPr>
          <p:spPr>
            <a:xfrm>
              <a:off x="9884506" y="3826373"/>
              <a:ext cx="4918" cy="3278"/>
            </a:xfrm>
            <a:custGeom>
              <a:avLst/>
              <a:gdLst>
                <a:gd name="connsiteX0" fmla="*/ 0 w 4918"/>
                <a:gd name="connsiteY0" fmla="*/ 1639 h 3278"/>
                <a:gd name="connsiteX1" fmla="*/ 0 w 4918"/>
                <a:gd name="connsiteY1" fmla="*/ 3279 h 3278"/>
                <a:gd name="connsiteX2" fmla="*/ 4919 w 491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0" y="1639"/>
                  </a:moveTo>
                  <a:lnTo>
                    <a:pt x="0" y="3279"/>
                  </a:lnTo>
                  <a:lnTo>
                    <a:pt x="491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89" name="Freeform 3288">
              <a:extLst>
                <a:ext uri="{FF2B5EF4-FFF2-40B4-BE49-F238E27FC236}">
                  <a16:creationId xmlns:a16="http://schemas.microsoft.com/office/drawing/2014/main" id="{CC3F5C65-D5DE-0D4D-98B3-8ED9E271EDAC}"/>
                </a:ext>
              </a:extLst>
            </p:cNvPr>
            <p:cNvSpPr/>
            <p:nvPr/>
          </p:nvSpPr>
          <p:spPr>
            <a:xfrm>
              <a:off x="9930409" y="3916537"/>
              <a:ext cx="6556" cy="1639"/>
            </a:xfrm>
            <a:custGeom>
              <a:avLst/>
              <a:gdLst>
                <a:gd name="connsiteX0" fmla="*/ 0 w 6556"/>
                <a:gd name="connsiteY0" fmla="*/ 0 h 1639"/>
                <a:gd name="connsiteX1" fmla="*/ 0 w 6556"/>
                <a:gd name="connsiteY1" fmla="*/ 0 h 1639"/>
                <a:gd name="connsiteX2" fmla="*/ 3278 w 6556"/>
                <a:gd name="connsiteY2" fmla="*/ 1639 h 1639"/>
                <a:gd name="connsiteX3" fmla="*/ 6557 w 6556"/>
                <a:gd name="connsiteY3" fmla="*/ 0 h 1639"/>
                <a:gd name="connsiteX4" fmla="*/ 3278 w 6556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6" h="1639">
                  <a:moveTo>
                    <a:pt x="0" y="0"/>
                  </a:moveTo>
                  <a:lnTo>
                    <a:pt x="0" y="0"/>
                  </a:lnTo>
                  <a:lnTo>
                    <a:pt x="3278" y="1639"/>
                  </a:lnTo>
                  <a:lnTo>
                    <a:pt x="655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90" name="Freeform 3289">
              <a:extLst>
                <a:ext uri="{FF2B5EF4-FFF2-40B4-BE49-F238E27FC236}">
                  <a16:creationId xmlns:a16="http://schemas.microsoft.com/office/drawing/2014/main" id="{3A28CAEF-9E3C-834B-9E98-357212D75E64}"/>
                </a:ext>
              </a:extLst>
            </p:cNvPr>
            <p:cNvSpPr/>
            <p:nvPr/>
          </p:nvSpPr>
          <p:spPr>
            <a:xfrm>
              <a:off x="8373039" y="1832940"/>
              <a:ext cx="1140977" cy="455735"/>
            </a:xfrm>
            <a:custGeom>
              <a:avLst/>
              <a:gdLst>
                <a:gd name="connsiteX0" fmla="*/ 0 w 1140977"/>
                <a:gd name="connsiteY0" fmla="*/ 126229 h 455735"/>
                <a:gd name="connsiteX1" fmla="*/ 4918 w 1140977"/>
                <a:gd name="connsiteY1" fmla="*/ 126229 h 455735"/>
                <a:gd name="connsiteX2" fmla="*/ 8197 w 1140977"/>
                <a:gd name="connsiteY2" fmla="*/ 124589 h 455735"/>
                <a:gd name="connsiteX3" fmla="*/ 8197 w 1140977"/>
                <a:gd name="connsiteY3" fmla="*/ 119672 h 455735"/>
                <a:gd name="connsiteX4" fmla="*/ 8197 w 1140977"/>
                <a:gd name="connsiteY4" fmla="*/ 116393 h 455735"/>
                <a:gd name="connsiteX5" fmla="*/ 11475 w 1140977"/>
                <a:gd name="connsiteY5" fmla="*/ 114754 h 455735"/>
                <a:gd name="connsiteX6" fmla="*/ 14753 w 1140977"/>
                <a:gd name="connsiteY6" fmla="*/ 113114 h 455735"/>
                <a:gd name="connsiteX7" fmla="*/ 18032 w 1140977"/>
                <a:gd name="connsiteY7" fmla="*/ 113114 h 455735"/>
                <a:gd name="connsiteX8" fmla="*/ 21311 w 1140977"/>
                <a:gd name="connsiteY8" fmla="*/ 113114 h 455735"/>
                <a:gd name="connsiteX9" fmla="*/ 26229 w 1140977"/>
                <a:gd name="connsiteY9" fmla="*/ 114754 h 455735"/>
                <a:gd name="connsiteX10" fmla="*/ 29508 w 1140977"/>
                <a:gd name="connsiteY10" fmla="*/ 114754 h 455735"/>
                <a:gd name="connsiteX11" fmla="*/ 29508 w 1140977"/>
                <a:gd name="connsiteY11" fmla="*/ 111475 h 455735"/>
                <a:gd name="connsiteX12" fmla="*/ 32787 w 1140977"/>
                <a:gd name="connsiteY12" fmla="*/ 113114 h 455735"/>
                <a:gd name="connsiteX13" fmla="*/ 37705 w 1140977"/>
                <a:gd name="connsiteY13" fmla="*/ 113114 h 455735"/>
                <a:gd name="connsiteX14" fmla="*/ 40983 w 1140977"/>
                <a:gd name="connsiteY14" fmla="*/ 111475 h 455735"/>
                <a:gd name="connsiteX15" fmla="*/ 37705 w 1140977"/>
                <a:gd name="connsiteY15" fmla="*/ 108196 h 455735"/>
                <a:gd name="connsiteX16" fmla="*/ 42622 w 1140977"/>
                <a:gd name="connsiteY16" fmla="*/ 108196 h 455735"/>
                <a:gd name="connsiteX17" fmla="*/ 45901 w 1140977"/>
                <a:gd name="connsiteY17" fmla="*/ 108196 h 455735"/>
                <a:gd name="connsiteX18" fmla="*/ 45901 w 1140977"/>
                <a:gd name="connsiteY18" fmla="*/ 106557 h 455735"/>
                <a:gd name="connsiteX19" fmla="*/ 50819 w 1140977"/>
                <a:gd name="connsiteY19" fmla="*/ 104917 h 455735"/>
                <a:gd name="connsiteX20" fmla="*/ 54098 w 1140977"/>
                <a:gd name="connsiteY20" fmla="*/ 103278 h 455735"/>
                <a:gd name="connsiteX21" fmla="*/ 50819 w 1140977"/>
                <a:gd name="connsiteY21" fmla="*/ 99999 h 455735"/>
                <a:gd name="connsiteX22" fmla="*/ 49180 w 1140977"/>
                <a:gd name="connsiteY22" fmla="*/ 96721 h 455735"/>
                <a:gd name="connsiteX23" fmla="*/ 47540 w 1140977"/>
                <a:gd name="connsiteY23" fmla="*/ 95082 h 455735"/>
                <a:gd name="connsiteX24" fmla="*/ 52458 w 1140977"/>
                <a:gd name="connsiteY24" fmla="*/ 93442 h 455735"/>
                <a:gd name="connsiteX25" fmla="*/ 55737 w 1140977"/>
                <a:gd name="connsiteY25" fmla="*/ 93442 h 455735"/>
                <a:gd name="connsiteX26" fmla="*/ 59016 w 1140977"/>
                <a:gd name="connsiteY26" fmla="*/ 91803 h 455735"/>
                <a:gd name="connsiteX27" fmla="*/ 59016 w 1140977"/>
                <a:gd name="connsiteY27" fmla="*/ 91803 h 455735"/>
                <a:gd name="connsiteX28" fmla="*/ 59016 w 1140977"/>
                <a:gd name="connsiteY28" fmla="*/ 91803 h 455735"/>
                <a:gd name="connsiteX29" fmla="*/ 59016 w 1140977"/>
                <a:gd name="connsiteY29" fmla="*/ 86885 h 455735"/>
                <a:gd name="connsiteX30" fmla="*/ 62295 w 1140977"/>
                <a:gd name="connsiteY30" fmla="*/ 86885 h 455735"/>
                <a:gd name="connsiteX31" fmla="*/ 65573 w 1140977"/>
                <a:gd name="connsiteY31" fmla="*/ 83606 h 455735"/>
                <a:gd name="connsiteX32" fmla="*/ 70491 w 1140977"/>
                <a:gd name="connsiteY32" fmla="*/ 83606 h 455735"/>
                <a:gd name="connsiteX33" fmla="*/ 73770 w 1140977"/>
                <a:gd name="connsiteY33" fmla="*/ 81967 h 455735"/>
                <a:gd name="connsiteX34" fmla="*/ 77048 w 1140977"/>
                <a:gd name="connsiteY34" fmla="*/ 81967 h 455735"/>
                <a:gd name="connsiteX35" fmla="*/ 78688 w 1140977"/>
                <a:gd name="connsiteY35" fmla="*/ 78688 h 455735"/>
                <a:gd name="connsiteX36" fmla="*/ 81967 w 1140977"/>
                <a:gd name="connsiteY36" fmla="*/ 75409 h 455735"/>
                <a:gd name="connsiteX37" fmla="*/ 85245 w 1140977"/>
                <a:gd name="connsiteY37" fmla="*/ 73770 h 455735"/>
                <a:gd name="connsiteX38" fmla="*/ 90164 w 1140977"/>
                <a:gd name="connsiteY38" fmla="*/ 72131 h 455735"/>
                <a:gd name="connsiteX39" fmla="*/ 93441 w 1140977"/>
                <a:gd name="connsiteY39" fmla="*/ 70492 h 455735"/>
                <a:gd name="connsiteX40" fmla="*/ 96720 w 1140977"/>
                <a:gd name="connsiteY40" fmla="*/ 72131 h 455735"/>
                <a:gd name="connsiteX41" fmla="*/ 98360 w 1140977"/>
                <a:gd name="connsiteY41" fmla="*/ 67213 h 455735"/>
                <a:gd name="connsiteX42" fmla="*/ 101638 w 1140977"/>
                <a:gd name="connsiteY42" fmla="*/ 63934 h 455735"/>
                <a:gd name="connsiteX43" fmla="*/ 104917 w 1140977"/>
                <a:gd name="connsiteY43" fmla="*/ 62295 h 455735"/>
                <a:gd name="connsiteX44" fmla="*/ 109835 w 1140977"/>
                <a:gd name="connsiteY44" fmla="*/ 60655 h 455735"/>
                <a:gd name="connsiteX45" fmla="*/ 113114 w 1140977"/>
                <a:gd name="connsiteY45" fmla="*/ 62295 h 455735"/>
                <a:gd name="connsiteX46" fmla="*/ 113114 w 1140977"/>
                <a:gd name="connsiteY46" fmla="*/ 62295 h 455735"/>
                <a:gd name="connsiteX47" fmla="*/ 118031 w 1140977"/>
                <a:gd name="connsiteY47" fmla="*/ 62295 h 455735"/>
                <a:gd name="connsiteX48" fmla="*/ 119671 w 1140977"/>
                <a:gd name="connsiteY48" fmla="*/ 59016 h 455735"/>
                <a:gd name="connsiteX49" fmla="*/ 119671 w 1140977"/>
                <a:gd name="connsiteY49" fmla="*/ 55737 h 455735"/>
                <a:gd name="connsiteX50" fmla="*/ 122950 w 1140977"/>
                <a:gd name="connsiteY50" fmla="*/ 55737 h 455735"/>
                <a:gd name="connsiteX51" fmla="*/ 126228 w 1140977"/>
                <a:gd name="connsiteY51" fmla="*/ 57377 h 455735"/>
                <a:gd name="connsiteX52" fmla="*/ 129507 w 1140977"/>
                <a:gd name="connsiteY52" fmla="*/ 59016 h 455735"/>
                <a:gd name="connsiteX53" fmla="*/ 132786 w 1140977"/>
                <a:gd name="connsiteY53" fmla="*/ 62295 h 455735"/>
                <a:gd name="connsiteX54" fmla="*/ 136065 w 1140977"/>
                <a:gd name="connsiteY54" fmla="*/ 60655 h 455735"/>
                <a:gd name="connsiteX55" fmla="*/ 140983 w 1140977"/>
                <a:gd name="connsiteY55" fmla="*/ 57377 h 455735"/>
                <a:gd name="connsiteX56" fmla="*/ 144261 w 1140977"/>
                <a:gd name="connsiteY56" fmla="*/ 60655 h 455735"/>
                <a:gd name="connsiteX57" fmla="*/ 144261 w 1140977"/>
                <a:gd name="connsiteY57" fmla="*/ 62295 h 455735"/>
                <a:gd name="connsiteX58" fmla="*/ 145900 w 1140977"/>
                <a:gd name="connsiteY58" fmla="*/ 63934 h 455735"/>
                <a:gd name="connsiteX59" fmla="*/ 150818 w 1140977"/>
                <a:gd name="connsiteY59" fmla="*/ 65573 h 455735"/>
                <a:gd name="connsiteX60" fmla="*/ 154097 w 1140977"/>
                <a:gd name="connsiteY60" fmla="*/ 65573 h 455735"/>
                <a:gd name="connsiteX61" fmla="*/ 159015 w 1140977"/>
                <a:gd name="connsiteY61" fmla="*/ 65573 h 455735"/>
                <a:gd name="connsiteX62" fmla="*/ 162294 w 1140977"/>
                <a:gd name="connsiteY62" fmla="*/ 65573 h 455735"/>
                <a:gd name="connsiteX63" fmla="*/ 165573 w 1140977"/>
                <a:gd name="connsiteY63" fmla="*/ 65573 h 455735"/>
                <a:gd name="connsiteX64" fmla="*/ 168851 w 1140977"/>
                <a:gd name="connsiteY64" fmla="*/ 65573 h 455735"/>
                <a:gd name="connsiteX65" fmla="*/ 173769 w 1140977"/>
                <a:gd name="connsiteY65" fmla="*/ 67213 h 455735"/>
                <a:gd name="connsiteX66" fmla="*/ 177048 w 1140977"/>
                <a:gd name="connsiteY66" fmla="*/ 65573 h 455735"/>
                <a:gd name="connsiteX67" fmla="*/ 181966 w 1140977"/>
                <a:gd name="connsiteY67" fmla="*/ 67213 h 455735"/>
                <a:gd name="connsiteX68" fmla="*/ 185245 w 1140977"/>
                <a:gd name="connsiteY68" fmla="*/ 67213 h 455735"/>
                <a:gd name="connsiteX69" fmla="*/ 188524 w 1140977"/>
                <a:gd name="connsiteY69" fmla="*/ 67213 h 455735"/>
                <a:gd name="connsiteX70" fmla="*/ 191802 w 1140977"/>
                <a:gd name="connsiteY70" fmla="*/ 68852 h 455735"/>
                <a:gd name="connsiteX71" fmla="*/ 195080 w 1140977"/>
                <a:gd name="connsiteY71" fmla="*/ 73770 h 455735"/>
                <a:gd name="connsiteX72" fmla="*/ 198359 w 1140977"/>
                <a:gd name="connsiteY72" fmla="*/ 77049 h 455735"/>
                <a:gd name="connsiteX73" fmla="*/ 199998 w 1140977"/>
                <a:gd name="connsiteY73" fmla="*/ 80327 h 455735"/>
                <a:gd name="connsiteX74" fmla="*/ 203277 w 1140977"/>
                <a:gd name="connsiteY74" fmla="*/ 83606 h 455735"/>
                <a:gd name="connsiteX75" fmla="*/ 206556 w 1140977"/>
                <a:gd name="connsiteY75" fmla="*/ 85245 h 455735"/>
                <a:gd name="connsiteX76" fmla="*/ 211474 w 1140977"/>
                <a:gd name="connsiteY76" fmla="*/ 88524 h 455735"/>
                <a:gd name="connsiteX77" fmla="*/ 214753 w 1140977"/>
                <a:gd name="connsiteY77" fmla="*/ 90164 h 455735"/>
                <a:gd name="connsiteX78" fmla="*/ 218032 w 1140977"/>
                <a:gd name="connsiteY78" fmla="*/ 88524 h 455735"/>
                <a:gd name="connsiteX79" fmla="*/ 221310 w 1140977"/>
                <a:gd name="connsiteY79" fmla="*/ 88524 h 455735"/>
                <a:gd name="connsiteX80" fmla="*/ 224588 w 1140977"/>
                <a:gd name="connsiteY80" fmla="*/ 90164 h 455735"/>
                <a:gd name="connsiteX81" fmla="*/ 224588 w 1140977"/>
                <a:gd name="connsiteY81" fmla="*/ 90164 h 455735"/>
                <a:gd name="connsiteX82" fmla="*/ 226228 w 1140977"/>
                <a:gd name="connsiteY82" fmla="*/ 90164 h 455735"/>
                <a:gd name="connsiteX83" fmla="*/ 226228 w 1140977"/>
                <a:gd name="connsiteY83" fmla="*/ 91803 h 455735"/>
                <a:gd name="connsiteX84" fmla="*/ 231146 w 1140977"/>
                <a:gd name="connsiteY84" fmla="*/ 93442 h 455735"/>
                <a:gd name="connsiteX85" fmla="*/ 234425 w 1140977"/>
                <a:gd name="connsiteY85" fmla="*/ 93442 h 455735"/>
                <a:gd name="connsiteX86" fmla="*/ 237704 w 1140977"/>
                <a:gd name="connsiteY86" fmla="*/ 93442 h 455735"/>
                <a:gd name="connsiteX87" fmla="*/ 242622 w 1140977"/>
                <a:gd name="connsiteY87" fmla="*/ 93442 h 455735"/>
                <a:gd name="connsiteX88" fmla="*/ 244261 w 1140977"/>
                <a:gd name="connsiteY88" fmla="*/ 95082 h 455735"/>
                <a:gd name="connsiteX89" fmla="*/ 245901 w 1140977"/>
                <a:gd name="connsiteY89" fmla="*/ 96721 h 455735"/>
                <a:gd name="connsiteX90" fmla="*/ 249178 w 1140977"/>
                <a:gd name="connsiteY90" fmla="*/ 93442 h 455735"/>
                <a:gd name="connsiteX91" fmla="*/ 252457 w 1140977"/>
                <a:gd name="connsiteY91" fmla="*/ 91803 h 455735"/>
                <a:gd name="connsiteX92" fmla="*/ 255736 w 1140977"/>
                <a:gd name="connsiteY92" fmla="*/ 90164 h 455735"/>
                <a:gd name="connsiteX93" fmla="*/ 255736 w 1140977"/>
                <a:gd name="connsiteY93" fmla="*/ 91803 h 455735"/>
                <a:gd name="connsiteX94" fmla="*/ 260654 w 1140977"/>
                <a:gd name="connsiteY94" fmla="*/ 93442 h 455735"/>
                <a:gd name="connsiteX95" fmla="*/ 260654 w 1140977"/>
                <a:gd name="connsiteY95" fmla="*/ 91803 h 455735"/>
                <a:gd name="connsiteX96" fmla="*/ 262294 w 1140977"/>
                <a:gd name="connsiteY96" fmla="*/ 91803 h 455735"/>
                <a:gd name="connsiteX97" fmla="*/ 267212 w 1140977"/>
                <a:gd name="connsiteY97" fmla="*/ 91803 h 455735"/>
                <a:gd name="connsiteX98" fmla="*/ 270491 w 1140977"/>
                <a:gd name="connsiteY98" fmla="*/ 93442 h 455735"/>
                <a:gd name="connsiteX99" fmla="*/ 273768 w 1140977"/>
                <a:gd name="connsiteY99" fmla="*/ 96721 h 455735"/>
                <a:gd name="connsiteX100" fmla="*/ 278687 w 1140977"/>
                <a:gd name="connsiteY100" fmla="*/ 95082 h 455735"/>
                <a:gd name="connsiteX101" fmla="*/ 281965 w 1140977"/>
                <a:gd name="connsiteY101" fmla="*/ 96721 h 455735"/>
                <a:gd name="connsiteX102" fmla="*/ 286884 w 1140977"/>
                <a:gd name="connsiteY102" fmla="*/ 95082 h 455735"/>
                <a:gd name="connsiteX103" fmla="*/ 290162 w 1140977"/>
                <a:gd name="connsiteY103" fmla="*/ 95082 h 455735"/>
                <a:gd name="connsiteX104" fmla="*/ 293441 w 1140977"/>
                <a:gd name="connsiteY104" fmla="*/ 95082 h 455735"/>
                <a:gd name="connsiteX105" fmla="*/ 298359 w 1140977"/>
                <a:gd name="connsiteY105" fmla="*/ 98360 h 455735"/>
                <a:gd name="connsiteX106" fmla="*/ 301637 w 1140977"/>
                <a:gd name="connsiteY106" fmla="*/ 99999 h 455735"/>
                <a:gd name="connsiteX107" fmla="*/ 304916 w 1140977"/>
                <a:gd name="connsiteY107" fmla="*/ 101639 h 455735"/>
                <a:gd name="connsiteX108" fmla="*/ 308195 w 1140977"/>
                <a:gd name="connsiteY108" fmla="*/ 103278 h 455735"/>
                <a:gd name="connsiteX109" fmla="*/ 313113 w 1140977"/>
                <a:gd name="connsiteY109" fmla="*/ 101639 h 455735"/>
                <a:gd name="connsiteX110" fmla="*/ 316392 w 1140977"/>
                <a:gd name="connsiteY110" fmla="*/ 96721 h 455735"/>
                <a:gd name="connsiteX111" fmla="*/ 318031 w 1140977"/>
                <a:gd name="connsiteY111" fmla="*/ 93442 h 455735"/>
                <a:gd name="connsiteX112" fmla="*/ 322949 w 1140977"/>
                <a:gd name="connsiteY112" fmla="*/ 95082 h 455735"/>
                <a:gd name="connsiteX113" fmla="*/ 326227 w 1140977"/>
                <a:gd name="connsiteY113" fmla="*/ 91803 h 455735"/>
                <a:gd name="connsiteX114" fmla="*/ 329506 w 1140977"/>
                <a:gd name="connsiteY114" fmla="*/ 86885 h 455735"/>
                <a:gd name="connsiteX115" fmla="*/ 329506 w 1140977"/>
                <a:gd name="connsiteY115" fmla="*/ 83606 h 455735"/>
                <a:gd name="connsiteX116" fmla="*/ 329506 w 1140977"/>
                <a:gd name="connsiteY116" fmla="*/ 80327 h 455735"/>
                <a:gd name="connsiteX117" fmla="*/ 329506 w 1140977"/>
                <a:gd name="connsiteY117" fmla="*/ 77049 h 455735"/>
                <a:gd name="connsiteX118" fmla="*/ 327867 w 1140977"/>
                <a:gd name="connsiteY118" fmla="*/ 73770 h 455735"/>
                <a:gd name="connsiteX119" fmla="*/ 327867 w 1140977"/>
                <a:gd name="connsiteY119" fmla="*/ 72131 h 455735"/>
                <a:gd name="connsiteX120" fmla="*/ 322949 w 1140977"/>
                <a:gd name="connsiteY120" fmla="*/ 67213 h 455735"/>
                <a:gd name="connsiteX121" fmla="*/ 319671 w 1140977"/>
                <a:gd name="connsiteY121" fmla="*/ 67213 h 455735"/>
                <a:gd name="connsiteX122" fmla="*/ 316392 w 1140977"/>
                <a:gd name="connsiteY122" fmla="*/ 65573 h 455735"/>
                <a:gd name="connsiteX123" fmla="*/ 313113 w 1140977"/>
                <a:gd name="connsiteY123" fmla="*/ 62295 h 455735"/>
                <a:gd name="connsiteX124" fmla="*/ 308195 w 1140977"/>
                <a:gd name="connsiteY124" fmla="*/ 59016 h 455735"/>
                <a:gd name="connsiteX125" fmla="*/ 308195 w 1140977"/>
                <a:gd name="connsiteY125" fmla="*/ 54098 h 455735"/>
                <a:gd name="connsiteX126" fmla="*/ 304916 w 1140977"/>
                <a:gd name="connsiteY126" fmla="*/ 52459 h 455735"/>
                <a:gd name="connsiteX127" fmla="*/ 299998 w 1140977"/>
                <a:gd name="connsiteY127" fmla="*/ 49180 h 455735"/>
                <a:gd name="connsiteX128" fmla="*/ 299998 w 1140977"/>
                <a:gd name="connsiteY128" fmla="*/ 45901 h 455735"/>
                <a:gd name="connsiteX129" fmla="*/ 299998 w 1140977"/>
                <a:gd name="connsiteY129" fmla="*/ 42623 h 455735"/>
                <a:gd name="connsiteX130" fmla="*/ 298359 w 1140977"/>
                <a:gd name="connsiteY130" fmla="*/ 39344 h 455735"/>
                <a:gd name="connsiteX131" fmla="*/ 296720 w 1140977"/>
                <a:gd name="connsiteY131" fmla="*/ 34426 h 455735"/>
                <a:gd name="connsiteX132" fmla="*/ 296720 w 1140977"/>
                <a:gd name="connsiteY132" fmla="*/ 31147 h 455735"/>
                <a:gd name="connsiteX133" fmla="*/ 296720 w 1140977"/>
                <a:gd name="connsiteY133" fmla="*/ 29508 h 455735"/>
                <a:gd name="connsiteX134" fmla="*/ 301637 w 1140977"/>
                <a:gd name="connsiteY134" fmla="*/ 29508 h 455735"/>
                <a:gd name="connsiteX135" fmla="*/ 303277 w 1140977"/>
                <a:gd name="connsiteY135" fmla="*/ 29508 h 455735"/>
                <a:gd name="connsiteX136" fmla="*/ 301637 w 1140977"/>
                <a:gd name="connsiteY136" fmla="*/ 26229 h 455735"/>
                <a:gd name="connsiteX137" fmla="*/ 301637 w 1140977"/>
                <a:gd name="connsiteY137" fmla="*/ 21311 h 455735"/>
                <a:gd name="connsiteX138" fmla="*/ 301637 w 1140977"/>
                <a:gd name="connsiteY138" fmla="*/ 18033 h 455735"/>
                <a:gd name="connsiteX139" fmla="*/ 304916 w 1140977"/>
                <a:gd name="connsiteY139" fmla="*/ 16393 h 455735"/>
                <a:gd name="connsiteX140" fmla="*/ 308195 w 1140977"/>
                <a:gd name="connsiteY140" fmla="*/ 16393 h 455735"/>
                <a:gd name="connsiteX141" fmla="*/ 311474 w 1140977"/>
                <a:gd name="connsiteY141" fmla="*/ 11475 h 455735"/>
                <a:gd name="connsiteX142" fmla="*/ 311474 w 1140977"/>
                <a:gd name="connsiteY142" fmla="*/ 8197 h 455735"/>
                <a:gd name="connsiteX143" fmla="*/ 311474 w 1140977"/>
                <a:gd name="connsiteY143" fmla="*/ 4918 h 455735"/>
                <a:gd name="connsiteX144" fmla="*/ 309834 w 1140977"/>
                <a:gd name="connsiteY144" fmla="*/ 0 h 455735"/>
                <a:gd name="connsiteX145" fmla="*/ 311474 w 1140977"/>
                <a:gd name="connsiteY145" fmla="*/ 0 h 455735"/>
                <a:gd name="connsiteX146" fmla="*/ 314752 w 1140977"/>
                <a:gd name="connsiteY146" fmla="*/ 3279 h 455735"/>
                <a:gd name="connsiteX147" fmla="*/ 319671 w 1140977"/>
                <a:gd name="connsiteY147" fmla="*/ 4918 h 455735"/>
                <a:gd name="connsiteX148" fmla="*/ 322949 w 1140977"/>
                <a:gd name="connsiteY148" fmla="*/ 6557 h 455735"/>
                <a:gd name="connsiteX149" fmla="*/ 326227 w 1140977"/>
                <a:gd name="connsiteY149" fmla="*/ 6557 h 455735"/>
                <a:gd name="connsiteX150" fmla="*/ 329506 w 1140977"/>
                <a:gd name="connsiteY150" fmla="*/ 9836 h 455735"/>
                <a:gd name="connsiteX151" fmla="*/ 334424 w 1140977"/>
                <a:gd name="connsiteY151" fmla="*/ 9836 h 455735"/>
                <a:gd name="connsiteX152" fmla="*/ 337703 w 1140977"/>
                <a:gd name="connsiteY152" fmla="*/ 9836 h 455735"/>
                <a:gd name="connsiteX153" fmla="*/ 340982 w 1140977"/>
                <a:gd name="connsiteY153" fmla="*/ 11475 h 455735"/>
                <a:gd name="connsiteX154" fmla="*/ 345900 w 1140977"/>
                <a:gd name="connsiteY154" fmla="*/ 13115 h 455735"/>
                <a:gd name="connsiteX155" fmla="*/ 349179 w 1140977"/>
                <a:gd name="connsiteY155" fmla="*/ 14754 h 455735"/>
                <a:gd name="connsiteX156" fmla="*/ 352457 w 1140977"/>
                <a:gd name="connsiteY156" fmla="*/ 16393 h 455735"/>
                <a:gd name="connsiteX157" fmla="*/ 355735 w 1140977"/>
                <a:gd name="connsiteY157" fmla="*/ 18033 h 455735"/>
                <a:gd name="connsiteX158" fmla="*/ 359014 w 1140977"/>
                <a:gd name="connsiteY158" fmla="*/ 16393 h 455735"/>
                <a:gd name="connsiteX159" fmla="*/ 362293 w 1140977"/>
                <a:gd name="connsiteY159" fmla="*/ 18033 h 455735"/>
                <a:gd name="connsiteX160" fmla="*/ 367211 w 1140977"/>
                <a:gd name="connsiteY160" fmla="*/ 18033 h 455735"/>
                <a:gd name="connsiteX161" fmla="*/ 370490 w 1140977"/>
                <a:gd name="connsiteY161" fmla="*/ 18033 h 455735"/>
                <a:gd name="connsiteX162" fmla="*/ 373769 w 1140977"/>
                <a:gd name="connsiteY162" fmla="*/ 18033 h 455735"/>
                <a:gd name="connsiteX163" fmla="*/ 378686 w 1140977"/>
                <a:gd name="connsiteY163" fmla="*/ 19672 h 455735"/>
                <a:gd name="connsiteX164" fmla="*/ 381965 w 1140977"/>
                <a:gd name="connsiteY164" fmla="*/ 19672 h 455735"/>
                <a:gd name="connsiteX165" fmla="*/ 385244 w 1140977"/>
                <a:gd name="connsiteY165" fmla="*/ 21311 h 455735"/>
                <a:gd name="connsiteX166" fmla="*/ 386883 w 1140977"/>
                <a:gd name="connsiteY166" fmla="*/ 21311 h 455735"/>
                <a:gd name="connsiteX167" fmla="*/ 390162 w 1140977"/>
                <a:gd name="connsiteY167" fmla="*/ 22951 h 455735"/>
                <a:gd name="connsiteX168" fmla="*/ 393441 w 1140977"/>
                <a:gd name="connsiteY168" fmla="*/ 24590 h 455735"/>
                <a:gd name="connsiteX169" fmla="*/ 398359 w 1140977"/>
                <a:gd name="connsiteY169" fmla="*/ 26229 h 455735"/>
                <a:gd name="connsiteX170" fmla="*/ 401638 w 1140977"/>
                <a:gd name="connsiteY170" fmla="*/ 26229 h 455735"/>
                <a:gd name="connsiteX171" fmla="*/ 404915 w 1140977"/>
                <a:gd name="connsiteY171" fmla="*/ 27869 h 455735"/>
                <a:gd name="connsiteX172" fmla="*/ 409834 w 1140977"/>
                <a:gd name="connsiteY172" fmla="*/ 29508 h 455735"/>
                <a:gd name="connsiteX173" fmla="*/ 413112 w 1140977"/>
                <a:gd name="connsiteY173" fmla="*/ 27869 h 455735"/>
                <a:gd name="connsiteX174" fmla="*/ 416391 w 1140977"/>
                <a:gd name="connsiteY174" fmla="*/ 29508 h 455735"/>
                <a:gd name="connsiteX175" fmla="*/ 419670 w 1140977"/>
                <a:gd name="connsiteY175" fmla="*/ 29508 h 455735"/>
                <a:gd name="connsiteX176" fmla="*/ 424588 w 1140977"/>
                <a:gd name="connsiteY176" fmla="*/ 31147 h 455735"/>
                <a:gd name="connsiteX177" fmla="*/ 427867 w 1140977"/>
                <a:gd name="connsiteY177" fmla="*/ 31147 h 455735"/>
                <a:gd name="connsiteX178" fmla="*/ 431145 w 1140977"/>
                <a:gd name="connsiteY178" fmla="*/ 32787 h 455735"/>
                <a:gd name="connsiteX179" fmla="*/ 436063 w 1140977"/>
                <a:gd name="connsiteY179" fmla="*/ 34426 h 455735"/>
                <a:gd name="connsiteX180" fmla="*/ 437702 w 1140977"/>
                <a:gd name="connsiteY180" fmla="*/ 37705 h 455735"/>
                <a:gd name="connsiteX181" fmla="*/ 439342 w 1140977"/>
                <a:gd name="connsiteY181" fmla="*/ 40983 h 455735"/>
                <a:gd name="connsiteX182" fmla="*/ 442621 w 1140977"/>
                <a:gd name="connsiteY182" fmla="*/ 45901 h 455735"/>
                <a:gd name="connsiteX183" fmla="*/ 445899 w 1140977"/>
                <a:gd name="connsiteY183" fmla="*/ 49180 h 455735"/>
                <a:gd name="connsiteX184" fmla="*/ 449178 w 1140977"/>
                <a:gd name="connsiteY184" fmla="*/ 52459 h 455735"/>
                <a:gd name="connsiteX185" fmla="*/ 449178 w 1140977"/>
                <a:gd name="connsiteY185" fmla="*/ 55737 h 455735"/>
                <a:gd name="connsiteX186" fmla="*/ 454095 w 1140977"/>
                <a:gd name="connsiteY186" fmla="*/ 59016 h 455735"/>
                <a:gd name="connsiteX187" fmla="*/ 455735 w 1140977"/>
                <a:gd name="connsiteY187" fmla="*/ 62295 h 455735"/>
                <a:gd name="connsiteX188" fmla="*/ 457374 w 1140977"/>
                <a:gd name="connsiteY188" fmla="*/ 65573 h 455735"/>
                <a:gd name="connsiteX189" fmla="*/ 462292 w 1140977"/>
                <a:gd name="connsiteY189" fmla="*/ 68852 h 455735"/>
                <a:gd name="connsiteX190" fmla="*/ 465571 w 1140977"/>
                <a:gd name="connsiteY190" fmla="*/ 68852 h 455735"/>
                <a:gd name="connsiteX191" fmla="*/ 468850 w 1140977"/>
                <a:gd name="connsiteY191" fmla="*/ 72131 h 455735"/>
                <a:gd name="connsiteX192" fmla="*/ 472129 w 1140977"/>
                <a:gd name="connsiteY192" fmla="*/ 73770 h 455735"/>
                <a:gd name="connsiteX193" fmla="*/ 477047 w 1140977"/>
                <a:gd name="connsiteY193" fmla="*/ 73770 h 455735"/>
                <a:gd name="connsiteX194" fmla="*/ 480325 w 1140977"/>
                <a:gd name="connsiteY194" fmla="*/ 77049 h 455735"/>
                <a:gd name="connsiteX195" fmla="*/ 485243 w 1140977"/>
                <a:gd name="connsiteY195" fmla="*/ 78688 h 455735"/>
                <a:gd name="connsiteX196" fmla="*/ 488522 w 1140977"/>
                <a:gd name="connsiteY196" fmla="*/ 78688 h 455735"/>
                <a:gd name="connsiteX197" fmla="*/ 491801 w 1140977"/>
                <a:gd name="connsiteY197" fmla="*/ 78688 h 455735"/>
                <a:gd name="connsiteX198" fmla="*/ 495079 w 1140977"/>
                <a:gd name="connsiteY198" fmla="*/ 78688 h 455735"/>
                <a:gd name="connsiteX199" fmla="*/ 498358 w 1140977"/>
                <a:gd name="connsiteY199" fmla="*/ 81967 h 455735"/>
                <a:gd name="connsiteX200" fmla="*/ 503276 w 1140977"/>
                <a:gd name="connsiteY200" fmla="*/ 81967 h 455735"/>
                <a:gd name="connsiteX201" fmla="*/ 506554 w 1140977"/>
                <a:gd name="connsiteY201" fmla="*/ 83606 h 455735"/>
                <a:gd name="connsiteX202" fmla="*/ 509833 w 1140977"/>
                <a:gd name="connsiteY202" fmla="*/ 85245 h 455735"/>
                <a:gd name="connsiteX203" fmla="*/ 514751 w 1140977"/>
                <a:gd name="connsiteY203" fmla="*/ 85245 h 455735"/>
                <a:gd name="connsiteX204" fmla="*/ 518030 w 1140977"/>
                <a:gd name="connsiteY204" fmla="*/ 83606 h 455735"/>
                <a:gd name="connsiteX205" fmla="*/ 521309 w 1140977"/>
                <a:gd name="connsiteY205" fmla="*/ 83606 h 455735"/>
                <a:gd name="connsiteX206" fmla="*/ 526227 w 1140977"/>
                <a:gd name="connsiteY206" fmla="*/ 85245 h 455735"/>
                <a:gd name="connsiteX207" fmla="*/ 529506 w 1140977"/>
                <a:gd name="connsiteY207" fmla="*/ 83606 h 455735"/>
                <a:gd name="connsiteX208" fmla="*/ 532784 w 1140977"/>
                <a:gd name="connsiteY208" fmla="*/ 80327 h 455735"/>
                <a:gd name="connsiteX209" fmla="*/ 536062 w 1140977"/>
                <a:gd name="connsiteY209" fmla="*/ 77049 h 455735"/>
                <a:gd name="connsiteX210" fmla="*/ 540981 w 1140977"/>
                <a:gd name="connsiteY210" fmla="*/ 77049 h 455735"/>
                <a:gd name="connsiteX211" fmla="*/ 544259 w 1140977"/>
                <a:gd name="connsiteY211" fmla="*/ 75409 h 455735"/>
                <a:gd name="connsiteX212" fmla="*/ 547538 w 1140977"/>
                <a:gd name="connsiteY212" fmla="*/ 75409 h 455735"/>
                <a:gd name="connsiteX213" fmla="*/ 552456 w 1140977"/>
                <a:gd name="connsiteY213" fmla="*/ 73770 h 455735"/>
                <a:gd name="connsiteX214" fmla="*/ 554096 w 1140977"/>
                <a:gd name="connsiteY214" fmla="*/ 75409 h 455735"/>
                <a:gd name="connsiteX215" fmla="*/ 557375 w 1140977"/>
                <a:gd name="connsiteY215" fmla="*/ 73770 h 455735"/>
                <a:gd name="connsiteX216" fmla="*/ 560652 w 1140977"/>
                <a:gd name="connsiteY216" fmla="*/ 70492 h 455735"/>
                <a:gd name="connsiteX217" fmla="*/ 565571 w 1140977"/>
                <a:gd name="connsiteY217" fmla="*/ 72131 h 455735"/>
                <a:gd name="connsiteX218" fmla="*/ 568849 w 1140977"/>
                <a:gd name="connsiteY218" fmla="*/ 72131 h 455735"/>
                <a:gd name="connsiteX219" fmla="*/ 572128 w 1140977"/>
                <a:gd name="connsiteY219" fmla="*/ 73770 h 455735"/>
                <a:gd name="connsiteX220" fmla="*/ 577046 w 1140977"/>
                <a:gd name="connsiteY220" fmla="*/ 73770 h 455735"/>
                <a:gd name="connsiteX221" fmla="*/ 580325 w 1140977"/>
                <a:gd name="connsiteY221" fmla="*/ 73770 h 455735"/>
                <a:gd name="connsiteX222" fmla="*/ 583604 w 1140977"/>
                <a:gd name="connsiteY222" fmla="*/ 73770 h 455735"/>
                <a:gd name="connsiteX223" fmla="*/ 586882 w 1140977"/>
                <a:gd name="connsiteY223" fmla="*/ 75409 h 455735"/>
                <a:gd name="connsiteX224" fmla="*/ 588521 w 1140977"/>
                <a:gd name="connsiteY224" fmla="*/ 75409 h 455735"/>
                <a:gd name="connsiteX225" fmla="*/ 588521 w 1140977"/>
                <a:gd name="connsiteY225" fmla="*/ 77049 h 455735"/>
                <a:gd name="connsiteX226" fmla="*/ 590161 w 1140977"/>
                <a:gd name="connsiteY226" fmla="*/ 77049 h 455735"/>
                <a:gd name="connsiteX227" fmla="*/ 590161 w 1140977"/>
                <a:gd name="connsiteY227" fmla="*/ 77049 h 455735"/>
                <a:gd name="connsiteX228" fmla="*/ 595079 w 1140977"/>
                <a:gd name="connsiteY228" fmla="*/ 78688 h 455735"/>
                <a:gd name="connsiteX229" fmla="*/ 598358 w 1140977"/>
                <a:gd name="connsiteY229" fmla="*/ 78688 h 455735"/>
                <a:gd name="connsiteX230" fmla="*/ 601636 w 1140977"/>
                <a:gd name="connsiteY230" fmla="*/ 77049 h 455735"/>
                <a:gd name="connsiteX231" fmla="*/ 601636 w 1140977"/>
                <a:gd name="connsiteY231" fmla="*/ 77049 h 455735"/>
                <a:gd name="connsiteX232" fmla="*/ 603276 w 1140977"/>
                <a:gd name="connsiteY232" fmla="*/ 77049 h 455735"/>
                <a:gd name="connsiteX233" fmla="*/ 603276 w 1140977"/>
                <a:gd name="connsiteY233" fmla="*/ 77049 h 455735"/>
                <a:gd name="connsiteX234" fmla="*/ 608194 w 1140977"/>
                <a:gd name="connsiteY234" fmla="*/ 77049 h 455735"/>
                <a:gd name="connsiteX235" fmla="*/ 611472 w 1140977"/>
                <a:gd name="connsiteY235" fmla="*/ 77049 h 455735"/>
                <a:gd name="connsiteX236" fmla="*/ 614751 w 1140977"/>
                <a:gd name="connsiteY236" fmla="*/ 78688 h 455735"/>
                <a:gd name="connsiteX237" fmla="*/ 619669 w 1140977"/>
                <a:gd name="connsiteY237" fmla="*/ 80327 h 455735"/>
                <a:gd name="connsiteX238" fmla="*/ 622948 w 1140977"/>
                <a:gd name="connsiteY238" fmla="*/ 81967 h 455735"/>
                <a:gd name="connsiteX239" fmla="*/ 626226 w 1140977"/>
                <a:gd name="connsiteY239" fmla="*/ 85245 h 455735"/>
                <a:gd name="connsiteX240" fmla="*/ 627866 w 1140977"/>
                <a:gd name="connsiteY240" fmla="*/ 86885 h 455735"/>
                <a:gd name="connsiteX241" fmla="*/ 632784 w 1140977"/>
                <a:gd name="connsiteY241" fmla="*/ 90164 h 455735"/>
                <a:gd name="connsiteX242" fmla="*/ 636062 w 1140977"/>
                <a:gd name="connsiteY242" fmla="*/ 91803 h 455735"/>
                <a:gd name="connsiteX243" fmla="*/ 639341 w 1140977"/>
                <a:gd name="connsiteY243" fmla="*/ 91803 h 455735"/>
                <a:gd name="connsiteX244" fmla="*/ 642619 w 1140977"/>
                <a:gd name="connsiteY244" fmla="*/ 91803 h 455735"/>
                <a:gd name="connsiteX245" fmla="*/ 645898 w 1140977"/>
                <a:gd name="connsiteY245" fmla="*/ 91803 h 455735"/>
                <a:gd name="connsiteX246" fmla="*/ 649177 w 1140977"/>
                <a:gd name="connsiteY246" fmla="*/ 91803 h 455735"/>
                <a:gd name="connsiteX247" fmla="*/ 654095 w 1140977"/>
                <a:gd name="connsiteY247" fmla="*/ 91803 h 455735"/>
                <a:gd name="connsiteX248" fmla="*/ 657374 w 1140977"/>
                <a:gd name="connsiteY248" fmla="*/ 93442 h 455735"/>
                <a:gd name="connsiteX249" fmla="*/ 657374 w 1140977"/>
                <a:gd name="connsiteY249" fmla="*/ 93442 h 455735"/>
                <a:gd name="connsiteX250" fmla="*/ 662291 w 1140977"/>
                <a:gd name="connsiteY250" fmla="*/ 93442 h 455735"/>
                <a:gd name="connsiteX251" fmla="*/ 662291 w 1140977"/>
                <a:gd name="connsiteY251" fmla="*/ 95082 h 455735"/>
                <a:gd name="connsiteX252" fmla="*/ 663931 w 1140977"/>
                <a:gd name="connsiteY252" fmla="*/ 98360 h 455735"/>
                <a:gd name="connsiteX253" fmla="*/ 665570 w 1140977"/>
                <a:gd name="connsiteY253" fmla="*/ 101639 h 455735"/>
                <a:gd name="connsiteX254" fmla="*/ 667209 w 1140977"/>
                <a:gd name="connsiteY254" fmla="*/ 104917 h 455735"/>
                <a:gd name="connsiteX255" fmla="*/ 670488 w 1140977"/>
                <a:gd name="connsiteY255" fmla="*/ 108196 h 455735"/>
                <a:gd name="connsiteX256" fmla="*/ 675406 w 1140977"/>
                <a:gd name="connsiteY256" fmla="*/ 109836 h 455735"/>
                <a:gd name="connsiteX257" fmla="*/ 678685 w 1140977"/>
                <a:gd name="connsiteY257" fmla="*/ 111475 h 455735"/>
                <a:gd name="connsiteX258" fmla="*/ 681964 w 1140977"/>
                <a:gd name="connsiteY258" fmla="*/ 113114 h 455735"/>
                <a:gd name="connsiteX259" fmla="*/ 686882 w 1140977"/>
                <a:gd name="connsiteY259" fmla="*/ 114754 h 455735"/>
                <a:gd name="connsiteX260" fmla="*/ 690160 w 1140977"/>
                <a:gd name="connsiteY260" fmla="*/ 118032 h 455735"/>
                <a:gd name="connsiteX261" fmla="*/ 693439 w 1140977"/>
                <a:gd name="connsiteY261" fmla="*/ 119672 h 455735"/>
                <a:gd name="connsiteX262" fmla="*/ 696718 w 1140977"/>
                <a:gd name="connsiteY262" fmla="*/ 119672 h 455735"/>
                <a:gd name="connsiteX263" fmla="*/ 701636 w 1140977"/>
                <a:gd name="connsiteY263" fmla="*/ 119672 h 455735"/>
                <a:gd name="connsiteX264" fmla="*/ 704915 w 1140977"/>
                <a:gd name="connsiteY264" fmla="*/ 119672 h 455735"/>
                <a:gd name="connsiteX265" fmla="*/ 708193 w 1140977"/>
                <a:gd name="connsiteY265" fmla="*/ 119672 h 455735"/>
                <a:gd name="connsiteX266" fmla="*/ 711472 w 1140977"/>
                <a:gd name="connsiteY266" fmla="*/ 119672 h 455735"/>
                <a:gd name="connsiteX267" fmla="*/ 716389 w 1140977"/>
                <a:gd name="connsiteY267" fmla="*/ 119672 h 455735"/>
                <a:gd name="connsiteX268" fmla="*/ 719668 w 1140977"/>
                <a:gd name="connsiteY268" fmla="*/ 119672 h 455735"/>
                <a:gd name="connsiteX269" fmla="*/ 722947 w 1140977"/>
                <a:gd name="connsiteY269" fmla="*/ 121311 h 455735"/>
                <a:gd name="connsiteX270" fmla="*/ 727865 w 1140977"/>
                <a:gd name="connsiteY270" fmla="*/ 122950 h 455735"/>
                <a:gd name="connsiteX271" fmla="*/ 731144 w 1140977"/>
                <a:gd name="connsiteY271" fmla="*/ 124589 h 455735"/>
                <a:gd name="connsiteX272" fmla="*/ 734423 w 1140977"/>
                <a:gd name="connsiteY272" fmla="*/ 124589 h 455735"/>
                <a:gd name="connsiteX273" fmla="*/ 739340 w 1140977"/>
                <a:gd name="connsiteY273" fmla="*/ 124589 h 455735"/>
                <a:gd name="connsiteX274" fmla="*/ 742619 w 1140977"/>
                <a:gd name="connsiteY274" fmla="*/ 126229 h 455735"/>
                <a:gd name="connsiteX275" fmla="*/ 745898 w 1140977"/>
                <a:gd name="connsiteY275" fmla="*/ 126229 h 455735"/>
                <a:gd name="connsiteX276" fmla="*/ 747537 w 1140977"/>
                <a:gd name="connsiteY276" fmla="*/ 126229 h 455735"/>
                <a:gd name="connsiteX277" fmla="*/ 750816 w 1140977"/>
                <a:gd name="connsiteY277" fmla="*/ 126229 h 455735"/>
                <a:gd name="connsiteX278" fmla="*/ 754095 w 1140977"/>
                <a:gd name="connsiteY278" fmla="*/ 126229 h 455735"/>
                <a:gd name="connsiteX279" fmla="*/ 759013 w 1140977"/>
                <a:gd name="connsiteY279" fmla="*/ 124589 h 455735"/>
                <a:gd name="connsiteX280" fmla="*/ 762292 w 1140977"/>
                <a:gd name="connsiteY280" fmla="*/ 126229 h 455735"/>
                <a:gd name="connsiteX281" fmla="*/ 765569 w 1140977"/>
                <a:gd name="connsiteY281" fmla="*/ 126229 h 455735"/>
                <a:gd name="connsiteX282" fmla="*/ 770488 w 1140977"/>
                <a:gd name="connsiteY282" fmla="*/ 127868 h 455735"/>
                <a:gd name="connsiteX283" fmla="*/ 773766 w 1140977"/>
                <a:gd name="connsiteY283" fmla="*/ 127868 h 455735"/>
                <a:gd name="connsiteX284" fmla="*/ 777045 w 1140977"/>
                <a:gd name="connsiteY284" fmla="*/ 126229 h 455735"/>
                <a:gd name="connsiteX285" fmla="*/ 780324 w 1140977"/>
                <a:gd name="connsiteY285" fmla="*/ 122950 h 455735"/>
                <a:gd name="connsiteX286" fmla="*/ 783603 w 1140977"/>
                <a:gd name="connsiteY286" fmla="*/ 121311 h 455735"/>
                <a:gd name="connsiteX287" fmla="*/ 788521 w 1140977"/>
                <a:gd name="connsiteY287" fmla="*/ 118032 h 455735"/>
                <a:gd name="connsiteX288" fmla="*/ 791799 w 1140977"/>
                <a:gd name="connsiteY288" fmla="*/ 119672 h 455735"/>
                <a:gd name="connsiteX289" fmla="*/ 795078 w 1140977"/>
                <a:gd name="connsiteY289" fmla="*/ 118032 h 455735"/>
                <a:gd name="connsiteX290" fmla="*/ 799996 w 1140977"/>
                <a:gd name="connsiteY290" fmla="*/ 116393 h 455735"/>
                <a:gd name="connsiteX291" fmla="*/ 803275 w 1140977"/>
                <a:gd name="connsiteY291" fmla="*/ 116393 h 455735"/>
                <a:gd name="connsiteX292" fmla="*/ 806553 w 1140977"/>
                <a:gd name="connsiteY292" fmla="*/ 116393 h 455735"/>
                <a:gd name="connsiteX293" fmla="*/ 811472 w 1140977"/>
                <a:gd name="connsiteY293" fmla="*/ 116393 h 455735"/>
                <a:gd name="connsiteX294" fmla="*/ 814750 w 1140977"/>
                <a:gd name="connsiteY294" fmla="*/ 114754 h 455735"/>
                <a:gd name="connsiteX295" fmla="*/ 818028 w 1140977"/>
                <a:gd name="connsiteY295" fmla="*/ 113114 h 455735"/>
                <a:gd name="connsiteX296" fmla="*/ 822946 w 1140977"/>
                <a:gd name="connsiteY296" fmla="*/ 111475 h 455735"/>
                <a:gd name="connsiteX297" fmla="*/ 826225 w 1140977"/>
                <a:gd name="connsiteY297" fmla="*/ 111475 h 455735"/>
                <a:gd name="connsiteX298" fmla="*/ 826225 w 1140977"/>
                <a:gd name="connsiteY298" fmla="*/ 111475 h 455735"/>
                <a:gd name="connsiteX299" fmla="*/ 829504 w 1140977"/>
                <a:gd name="connsiteY299" fmla="*/ 113114 h 455735"/>
                <a:gd name="connsiteX300" fmla="*/ 832783 w 1140977"/>
                <a:gd name="connsiteY300" fmla="*/ 113114 h 455735"/>
                <a:gd name="connsiteX301" fmla="*/ 837701 w 1140977"/>
                <a:gd name="connsiteY301" fmla="*/ 109836 h 455735"/>
                <a:gd name="connsiteX302" fmla="*/ 839340 w 1140977"/>
                <a:gd name="connsiteY302" fmla="*/ 106557 h 455735"/>
                <a:gd name="connsiteX303" fmla="*/ 839340 w 1140977"/>
                <a:gd name="connsiteY303" fmla="*/ 101639 h 455735"/>
                <a:gd name="connsiteX304" fmla="*/ 840980 w 1140977"/>
                <a:gd name="connsiteY304" fmla="*/ 98360 h 455735"/>
                <a:gd name="connsiteX305" fmla="*/ 844258 w 1140977"/>
                <a:gd name="connsiteY305" fmla="*/ 95082 h 455735"/>
                <a:gd name="connsiteX306" fmla="*/ 847536 w 1140977"/>
                <a:gd name="connsiteY306" fmla="*/ 91803 h 455735"/>
                <a:gd name="connsiteX307" fmla="*/ 850815 w 1140977"/>
                <a:gd name="connsiteY307" fmla="*/ 88524 h 455735"/>
                <a:gd name="connsiteX308" fmla="*/ 854094 w 1140977"/>
                <a:gd name="connsiteY308" fmla="*/ 86885 h 455735"/>
                <a:gd name="connsiteX309" fmla="*/ 857373 w 1140977"/>
                <a:gd name="connsiteY309" fmla="*/ 85245 h 455735"/>
                <a:gd name="connsiteX310" fmla="*/ 860652 w 1140977"/>
                <a:gd name="connsiteY310" fmla="*/ 81967 h 455735"/>
                <a:gd name="connsiteX311" fmla="*/ 865570 w 1140977"/>
                <a:gd name="connsiteY311" fmla="*/ 80327 h 455735"/>
                <a:gd name="connsiteX312" fmla="*/ 868849 w 1140977"/>
                <a:gd name="connsiteY312" fmla="*/ 80327 h 455735"/>
                <a:gd name="connsiteX313" fmla="*/ 872126 w 1140977"/>
                <a:gd name="connsiteY313" fmla="*/ 80327 h 455735"/>
                <a:gd name="connsiteX314" fmla="*/ 877045 w 1140977"/>
                <a:gd name="connsiteY314" fmla="*/ 80327 h 455735"/>
                <a:gd name="connsiteX315" fmla="*/ 880323 w 1140977"/>
                <a:gd name="connsiteY315" fmla="*/ 80327 h 455735"/>
                <a:gd name="connsiteX316" fmla="*/ 883602 w 1140977"/>
                <a:gd name="connsiteY316" fmla="*/ 81967 h 455735"/>
                <a:gd name="connsiteX317" fmla="*/ 888520 w 1140977"/>
                <a:gd name="connsiteY317" fmla="*/ 83606 h 455735"/>
                <a:gd name="connsiteX318" fmla="*/ 891799 w 1140977"/>
                <a:gd name="connsiteY318" fmla="*/ 83606 h 455735"/>
                <a:gd name="connsiteX319" fmla="*/ 895077 w 1140977"/>
                <a:gd name="connsiteY319" fmla="*/ 86885 h 455735"/>
                <a:gd name="connsiteX320" fmla="*/ 898356 w 1140977"/>
                <a:gd name="connsiteY320" fmla="*/ 88524 h 455735"/>
                <a:gd name="connsiteX321" fmla="*/ 903274 w 1140977"/>
                <a:gd name="connsiteY321" fmla="*/ 91803 h 455735"/>
                <a:gd name="connsiteX322" fmla="*/ 906553 w 1140977"/>
                <a:gd name="connsiteY322" fmla="*/ 93442 h 455735"/>
                <a:gd name="connsiteX323" fmla="*/ 909832 w 1140977"/>
                <a:gd name="connsiteY323" fmla="*/ 95082 h 455735"/>
                <a:gd name="connsiteX324" fmla="*/ 913110 w 1140977"/>
                <a:gd name="connsiteY324" fmla="*/ 95082 h 455735"/>
                <a:gd name="connsiteX325" fmla="*/ 918029 w 1140977"/>
                <a:gd name="connsiteY325" fmla="*/ 95082 h 455735"/>
                <a:gd name="connsiteX326" fmla="*/ 921306 w 1140977"/>
                <a:gd name="connsiteY326" fmla="*/ 96721 h 455735"/>
                <a:gd name="connsiteX327" fmla="*/ 922946 w 1140977"/>
                <a:gd name="connsiteY327" fmla="*/ 96721 h 455735"/>
                <a:gd name="connsiteX328" fmla="*/ 926225 w 1140977"/>
                <a:gd name="connsiteY328" fmla="*/ 95082 h 455735"/>
                <a:gd name="connsiteX329" fmla="*/ 931143 w 1140977"/>
                <a:gd name="connsiteY329" fmla="*/ 91803 h 455735"/>
                <a:gd name="connsiteX330" fmla="*/ 931143 w 1140977"/>
                <a:gd name="connsiteY330" fmla="*/ 91803 h 455735"/>
                <a:gd name="connsiteX331" fmla="*/ 934422 w 1140977"/>
                <a:gd name="connsiteY331" fmla="*/ 90164 h 455735"/>
                <a:gd name="connsiteX332" fmla="*/ 939340 w 1140977"/>
                <a:gd name="connsiteY332" fmla="*/ 90164 h 455735"/>
                <a:gd name="connsiteX333" fmla="*/ 940979 w 1140977"/>
                <a:gd name="connsiteY333" fmla="*/ 91803 h 455735"/>
                <a:gd name="connsiteX334" fmla="*/ 944258 w 1140977"/>
                <a:gd name="connsiteY334" fmla="*/ 93442 h 455735"/>
                <a:gd name="connsiteX335" fmla="*/ 947536 w 1140977"/>
                <a:gd name="connsiteY335" fmla="*/ 93442 h 455735"/>
                <a:gd name="connsiteX336" fmla="*/ 950815 w 1140977"/>
                <a:gd name="connsiteY336" fmla="*/ 95082 h 455735"/>
                <a:gd name="connsiteX337" fmla="*/ 955733 w 1140977"/>
                <a:gd name="connsiteY337" fmla="*/ 96721 h 455735"/>
                <a:gd name="connsiteX338" fmla="*/ 957372 w 1140977"/>
                <a:gd name="connsiteY338" fmla="*/ 98360 h 455735"/>
                <a:gd name="connsiteX339" fmla="*/ 957372 w 1140977"/>
                <a:gd name="connsiteY339" fmla="*/ 99999 h 455735"/>
                <a:gd name="connsiteX340" fmla="*/ 957372 w 1140977"/>
                <a:gd name="connsiteY340" fmla="*/ 104917 h 455735"/>
                <a:gd name="connsiteX341" fmla="*/ 957372 w 1140977"/>
                <a:gd name="connsiteY341" fmla="*/ 108196 h 455735"/>
                <a:gd name="connsiteX342" fmla="*/ 957372 w 1140977"/>
                <a:gd name="connsiteY342" fmla="*/ 111475 h 455735"/>
                <a:gd name="connsiteX343" fmla="*/ 957372 w 1140977"/>
                <a:gd name="connsiteY343" fmla="*/ 114754 h 455735"/>
                <a:gd name="connsiteX344" fmla="*/ 957372 w 1140977"/>
                <a:gd name="connsiteY344" fmla="*/ 119672 h 455735"/>
                <a:gd name="connsiteX345" fmla="*/ 957372 w 1140977"/>
                <a:gd name="connsiteY345" fmla="*/ 122950 h 455735"/>
                <a:gd name="connsiteX346" fmla="*/ 957372 w 1140977"/>
                <a:gd name="connsiteY346" fmla="*/ 127868 h 455735"/>
                <a:gd name="connsiteX347" fmla="*/ 957372 w 1140977"/>
                <a:gd name="connsiteY347" fmla="*/ 131147 h 455735"/>
                <a:gd name="connsiteX348" fmla="*/ 957372 w 1140977"/>
                <a:gd name="connsiteY348" fmla="*/ 136065 h 455735"/>
                <a:gd name="connsiteX349" fmla="*/ 959012 w 1140977"/>
                <a:gd name="connsiteY349" fmla="*/ 139344 h 455735"/>
                <a:gd name="connsiteX350" fmla="*/ 960651 w 1140977"/>
                <a:gd name="connsiteY350" fmla="*/ 144262 h 455735"/>
                <a:gd name="connsiteX351" fmla="*/ 959012 w 1140977"/>
                <a:gd name="connsiteY351" fmla="*/ 147540 h 455735"/>
                <a:gd name="connsiteX352" fmla="*/ 959012 w 1140977"/>
                <a:gd name="connsiteY352" fmla="*/ 150819 h 455735"/>
                <a:gd name="connsiteX353" fmla="*/ 959012 w 1140977"/>
                <a:gd name="connsiteY353" fmla="*/ 155737 h 455735"/>
                <a:gd name="connsiteX354" fmla="*/ 960651 w 1140977"/>
                <a:gd name="connsiteY354" fmla="*/ 159016 h 455735"/>
                <a:gd name="connsiteX355" fmla="*/ 963930 w 1140977"/>
                <a:gd name="connsiteY355" fmla="*/ 162294 h 455735"/>
                <a:gd name="connsiteX356" fmla="*/ 963930 w 1140977"/>
                <a:gd name="connsiteY356" fmla="*/ 167212 h 455735"/>
                <a:gd name="connsiteX357" fmla="*/ 960651 w 1140977"/>
                <a:gd name="connsiteY357" fmla="*/ 168852 h 455735"/>
                <a:gd name="connsiteX358" fmla="*/ 959012 w 1140977"/>
                <a:gd name="connsiteY358" fmla="*/ 173770 h 455735"/>
                <a:gd name="connsiteX359" fmla="*/ 960651 w 1140977"/>
                <a:gd name="connsiteY359" fmla="*/ 175409 h 455735"/>
                <a:gd name="connsiteX360" fmla="*/ 962290 w 1140977"/>
                <a:gd name="connsiteY360" fmla="*/ 177048 h 455735"/>
                <a:gd name="connsiteX361" fmla="*/ 965569 w 1140977"/>
                <a:gd name="connsiteY361" fmla="*/ 181966 h 455735"/>
                <a:gd name="connsiteX362" fmla="*/ 968848 w 1140977"/>
                <a:gd name="connsiteY362" fmla="*/ 183606 h 455735"/>
                <a:gd name="connsiteX363" fmla="*/ 973765 w 1140977"/>
                <a:gd name="connsiteY363" fmla="*/ 185245 h 455735"/>
                <a:gd name="connsiteX364" fmla="*/ 977044 w 1140977"/>
                <a:gd name="connsiteY364" fmla="*/ 186884 h 455735"/>
                <a:gd name="connsiteX365" fmla="*/ 980323 w 1140977"/>
                <a:gd name="connsiteY365" fmla="*/ 190163 h 455735"/>
                <a:gd name="connsiteX366" fmla="*/ 983602 w 1140977"/>
                <a:gd name="connsiteY366" fmla="*/ 188524 h 455735"/>
                <a:gd name="connsiteX367" fmla="*/ 986880 w 1140977"/>
                <a:gd name="connsiteY367" fmla="*/ 183606 h 455735"/>
                <a:gd name="connsiteX368" fmla="*/ 990159 w 1140977"/>
                <a:gd name="connsiteY368" fmla="*/ 181966 h 455735"/>
                <a:gd name="connsiteX369" fmla="*/ 993438 w 1140977"/>
                <a:gd name="connsiteY369" fmla="*/ 183606 h 455735"/>
                <a:gd name="connsiteX370" fmla="*/ 996717 w 1140977"/>
                <a:gd name="connsiteY370" fmla="*/ 183606 h 455735"/>
                <a:gd name="connsiteX371" fmla="*/ 1001634 w 1140977"/>
                <a:gd name="connsiteY371" fmla="*/ 183606 h 455735"/>
                <a:gd name="connsiteX372" fmla="*/ 1004913 w 1140977"/>
                <a:gd name="connsiteY372" fmla="*/ 181966 h 455735"/>
                <a:gd name="connsiteX373" fmla="*/ 1009831 w 1140977"/>
                <a:gd name="connsiteY373" fmla="*/ 181966 h 455735"/>
                <a:gd name="connsiteX374" fmla="*/ 1013110 w 1140977"/>
                <a:gd name="connsiteY374" fmla="*/ 183606 h 455735"/>
                <a:gd name="connsiteX375" fmla="*/ 1018028 w 1140977"/>
                <a:gd name="connsiteY375" fmla="*/ 185245 h 455735"/>
                <a:gd name="connsiteX376" fmla="*/ 1021307 w 1140977"/>
                <a:gd name="connsiteY376" fmla="*/ 186884 h 455735"/>
                <a:gd name="connsiteX377" fmla="*/ 1026224 w 1140977"/>
                <a:gd name="connsiteY377" fmla="*/ 188524 h 455735"/>
                <a:gd name="connsiteX378" fmla="*/ 1029503 w 1140977"/>
                <a:gd name="connsiteY378" fmla="*/ 191802 h 455735"/>
                <a:gd name="connsiteX379" fmla="*/ 1032782 w 1140977"/>
                <a:gd name="connsiteY379" fmla="*/ 188524 h 455735"/>
                <a:gd name="connsiteX380" fmla="*/ 1032782 w 1140977"/>
                <a:gd name="connsiteY380" fmla="*/ 186884 h 455735"/>
                <a:gd name="connsiteX381" fmla="*/ 1034421 w 1140977"/>
                <a:gd name="connsiteY381" fmla="*/ 183606 h 455735"/>
                <a:gd name="connsiteX382" fmla="*/ 1036060 w 1140977"/>
                <a:gd name="connsiteY382" fmla="*/ 180327 h 455735"/>
                <a:gd name="connsiteX383" fmla="*/ 1037700 w 1140977"/>
                <a:gd name="connsiteY383" fmla="*/ 178688 h 455735"/>
                <a:gd name="connsiteX384" fmla="*/ 1040979 w 1140977"/>
                <a:gd name="connsiteY384" fmla="*/ 177048 h 455735"/>
                <a:gd name="connsiteX385" fmla="*/ 1044257 w 1140977"/>
                <a:gd name="connsiteY385" fmla="*/ 177048 h 455735"/>
                <a:gd name="connsiteX386" fmla="*/ 1044257 w 1140977"/>
                <a:gd name="connsiteY386" fmla="*/ 177048 h 455735"/>
                <a:gd name="connsiteX387" fmla="*/ 1047536 w 1140977"/>
                <a:gd name="connsiteY387" fmla="*/ 175409 h 455735"/>
                <a:gd name="connsiteX388" fmla="*/ 1050815 w 1140977"/>
                <a:gd name="connsiteY388" fmla="*/ 175409 h 455735"/>
                <a:gd name="connsiteX389" fmla="*/ 1055732 w 1140977"/>
                <a:gd name="connsiteY389" fmla="*/ 177048 h 455735"/>
                <a:gd name="connsiteX390" fmla="*/ 1059011 w 1140977"/>
                <a:gd name="connsiteY390" fmla="*/ 177048 h 455735"/>
                <a:gd name="connsiteX391" fmla="*/ 1063929 w 1140977"/>
                <a:gd name="connsiteY391" fmla="*/ 178688 h 455735"/>
                <a:gd name="connsiteX392" fmla="*/ 1068847 w 1140977"/>
                <a:gd name="connsiteY392" fmla="*/ 181966 h 455735"/>
                <a:gd name="connsiteX393" fmla="*/ 1072126 w 1140977"/>
                <a:gd name="connsiteY393" fmla="*/ 183606 h 455735"/>
                <a:gd name="connsiteX394" fmla="*/ 1077043 w 1140977"/>
                <a:gd name="connsiteY394" fmla="*/ 186884 h 455735"/>
                <a:gd name="connsiteX395" fmla="*/ 1080322 w 1140977"/>
                <a:gd name="connsiteY395" fmla="*/ 188524 h 455735"/>
                <a:gd name="connsiteX396" fmla="*/ 1083601 w 1140977"/>
                <a:gd name="connsiteY396" fmla="*/ 190163 h 455735"/>
                <a:gd name="connsiteX397" fmla="*/ 1088519 w 1140977"/>
                <a:gd name="connsiteY397" fmla="*/ 190163 h 455735"/>
                <a:gd name="connsiteX398" fmla="*/ 1091798 w 1140977"/>
                <a:gd name="connsiteY398" fmla="*/ 193442 h 455735"/>
                <a:gd name="connsiteX399" fmla="*/ 1095077 w 1140977"/>
                <a:gd name="connsiteY399" fmla="*/ 196720 h 455735"/>
                <a:gd name="connsiteX400" fmla="*/ 1098356 w 1140977"/>
                <a:gd name="connsiteY400" fmla="*/ 198360 h 455735"/>
                <a:gd name="connsiteX401" fmla="*/ 1103273 w 1140977"/>
                <a:gd name="connsiteY401" fmla="*/ 201638 h 455735"/>
                <a:gd name="connsiteX402" fmla="*/ 1103273 w 1140977"/>
                <a:gd name="connsiteY402" fmla="*/ 201638 h 455735"/>
                <a:gd name="connsiteX403" fmla="*/ 1108191 w 1140977"/>
                <a:gd name="connsiteY403" fmla="*/ 203278 h 455735"/>
                <a:gd name="connsiteX404" fmla="*/ 1111470 w 1140977"/>
                <a:gd name="connsiteY404" fmla="*/ 206556 h 455735"/>
                <a:gd name="connsiteX405" fmla="*/ 1113109 w 1140977"/>
                <a:gd name="connsiteY405" fmla="*/ 206556 h 455735"/>
                <a:gd name="connsiteX406" fmla="*/ 1116388 w 1140977"/>
                <a:gd name="connsiteY406" fmla="*/ 209835 h 455735"/>
                <a:gd name="connsiteX407" fmla="*/ 1119667 w 1140977"/>
                <a:gd name="connsiteY407" fmla="*/ 211474 h 455735"/>
                <a:gd name="connsiteX408" fmla="*/ 1124585 w 1140977"/>
                <a:gd name="connsiteY408" fmla="*/ 213114 h 455735"/>
                <a:gd name="connsiteX409" fmla="*/ 1127864 w 1140977"/>
                <a:gd name="connsiteY409" fmla="*/ 216392 h 455735"/>
                <a:gd name="connsiteX410" fmla="*/ 1131142 w 1140977"/>
                <a:gd name="connsiteY410" fmla="*/ 221310 h 455735"/>
                <a:gd name="connsiteX411" fmla="*/ 1134420 w 1140977"/>
                <a:gd name="connsiteY411" fmla="*/ 222950 h 455735"/>
                <a:gd name="connsiteX412" fmla="*/ 1137699 w 1140977"/>
                <a:gd name="connsiteY412" fmla="*/ 226229 h 455735"/>
                <a:gd name="connsiteX413" fmla="*/ 1139339 w 1140977"/>
                <a:gd name="connsiteY413" fmla="*/ 231146 h 455735"/>
                <a:gd name="connsiteX414" fmla="*/ 1140978 w 1140977"/>
                <a:gd name="connsiteY414" fmla="*/ 234425 h 455735"/>
                <a:gd name="connsiteX415" fmla="*/ 1137699 w 1140977"/>
                <a:gd name="connsiteY415" fmla="*/ 237704 h 455735"/>
                <a:gd name="connsiteX416" fmla="*/ 1132781 w 1140977"/>
                <a:gd name="connsiteY416" fmla="*/ 236064 h 455735"/>
                <a:gd name="connsiteX417" fmla="*/ 1129502 w 1140977"/>
                <a:gd name="connsiteY417" fmla="*/ 236064 h 455735"/>
                <a:gd name="connsiteX418" fmla="*/ 1126224 w 1140977"/>
                <a:gd name="connsiteY418" fmla="*/ 236064 h 455735"/>
                <a:gd name="connsiteX419" fmla="*/ 1121306 w 1140977"/>
                <a:gd name="connsiteY419" fmla="*/ 236064 h 455735"/>
                <a:gd name="connsiteX420" fmla="*/ 1118027 w 1140977"/>
                <a:gd name="connsiteY420" fmla="*/ 236064 h 455735"/>
                <a:gd name="connsiteX421" fmla="*/ 1114749 w 1140977"/>
                <a:gd name="connsiteY421" fmla="*/ 234425 h 455735"/>
                <a:gd name="connsiteX422" fmla="*/ 1111470 w 1140977"/>
                <a:gd name="connsiteY422" fmla="*/ 232786 h 455735"/>
                <a:gd name="connsiteX423" fmla="*/ 1106552 w 1140977"/>
                <a:gd name="connsiteY423" fmla="*/ 232786 h 455735"/>
                <a:gd name="connsiteX424" fmla="*/ 1103273 w 1140977"/>
                <a:gd name="connsiteY424" fmla="*/ 229507 h 455735"/>
                <a:gd name="connsiteX425" fmla="*/ 1099995 w 1140977"/>
                <a:gd name="connsiteY425" fmla="*/ 234425 h 455735"/>
                <a:gd name="connsiteX426" fmla="*/ 1096716 w 1140977"/>
                <a:gd name="connsiteY426" fmla="*/ 232786 h 455735"/>
                <a:gd name="connsiteX427" fmla="*/ 1093437 w 1140977"/>
                <a:gd name="connsiteY427" fmla="*/ 232786 h 455735"/>
                <a:gd name="connsiteX428" fmla="*/ 1090159 w 1140977"/>
                <a:gd name="connsiteY428" fmla="*/ 232786 h 455735"/>
                <a:gd name="connsiteX429" fmla="*/ 1085240 w 1140977"/>
                <a:gd name="connsiteY429" fmla="*/ 231146 h 455735"/>
                <a:gd name="connsiteX430" fmla="*/ 1081962 w 1140977"/>
                <a:gd name="connsiteY430" fmla="*/ 234425 h 455735"/>
                <a:gd name="connsiteX431" fmla="*/ 1078683 w 1140977"/>
                <a:gd name="connsiteY431" fmla="*/ 236064 h 455735"/>
                <a:gd name="connsiteX432" fmla="*/ 1073766 w 1140977"/>
                <a:gd name="connsiteY432" fmla="*/ 237704 h 455735"/>
                <a:gd name="connsiteX433" fmla="*/ 1072126 w 1140977"/>
                <a:gd name="connsiteY433" fmla="*/ 240982 h 455735"/>
                <a:gd name="connsiteX434" fmla="*/ 1067208 w 1140977"/>
                <a:gd name="connsiteY434" fmla="*/ 239343 h 455735"/>
                <a:gd name="connsiteX435" fmla="*/ 1063929 w 1140977"/>
                <a:gd name="connsiteY435" fmla="*/ 237704 h 455735"/>
                <a:gd name="connsiteX436" fmla="*/ 1059011 w 1140977"/>
                <a:gd name="connsiteY436" fmla="*/ 239343 h 455735"/>
                <a:gd name="connsiteX437" fmla="*/ 1060650 w 1140977"/>
                <a:gd name="connsiteY437" fmla="*/ 244261 h 455735"/>
                <a:gd name="connsiteX438" fmla="*/ 1057372 w 1140977"/>
                <a:gd name="connsiteY438" fmla="*/ 247540 h 455735"/>
                <a:gd name="connsiteX439" fmla="*/ 1057372 w 1140977"/>
                <a:gd name="connsiteY439" fmla="*/ 247540 h 455735"/>
                <a:gd name="connsiteX440" fmla="*/ 1054093 w 1140977"/>
                <a:gd name="connsiteY440" fmla="*/ 247540 h 455735"/>
                <a:gd name="connsiteX441" fmla="*/ 1050815 w 1140977"/>
                <a:gd name="connsiteY441" fmla="*/ 247540 h 455735"/>
                <a:gd name="connsiteX442" fmla="*/ 1045897 w 1140977"/>
                <a:gd name="connsiteY442" fmla="*/ 247540 h 455735"/>
                <a:gd name="connsiteX443" fmla="*/ 1042618 w 1140977"/>
                <a:gd name="connsiteY443" fmla="*/ 247540 h 455735"/>
                <a:gd name="connsiteX444" fmla="*/ 1037700 w 1140977"/>
                <a:gd name="connsiteY444" fmla="*/ 249179 h 455735"/>
                <a:gd name="connsiteX445" fmla="*/ 1036060 w 1140977"/>
                <a:gd name="connsiteY445" fmla="*/ 252458 h 455735"/>
                <a:gd name="connsiteX446" fmla="*/ 1034421 w 1140977"/>
                <a:gd name="connsiteY446" fmla="*/ 257376 h 455735"/>
                <a:gd name="connsiteX447" fmla="*/ 1032782 w 1140977"/>
                <a:gd name="connsiteY447" fmla="*/ 260654 h 455735"/>
                <a:gd name="connsiteX448" fmla="*/ 1032782 w 1140977"/>
                <a:gd name="connsiteY448" fmla="*/ 263933 h 455735"/>
                <a:gd name="connsiteX449" fmla="*/ 1032782 w 1140977"/>
                <a:gd name="connsiteY449" fmla="*/ 268851 h 455735"/>
                <a:gd name="connsiteX450" fmla="*/ 1037700 w 1140977"/>
                <a:gd name="connsiteY450" fmla="*/ 272130 h 455735"/>
                <a:gd name="connsiteX451" fmla="*/ 1036060 w 1140977"/>
                <a:gd name="connsiteY451" fmla="*/ 273769 h 455735"/>
                <a:gd name="connsiteX452" fmla="*/ 1034421 w 1140977"/>
                <a:gd name="connsiteY452" fmla="*/ 277048 h 455735"/>
                <a:gd name="connsiteX453" fmla="*/ 1029503 w 1140977"/>
                <a:gd name="connsiteY453" fmla="*/ 278687 h 455735"/>
                <a:gd name="connsiteX454" fmla="*/ 1026224 w 1140977"/>
                <a:gd name="connsiteY454" fmla="*/ 281966 h 455735"/>
                <a:gd name="connsiteX455" fmla="*/ 1024585 w 1140977"/>
                <a:gd name="connsiteY455" fmla="*/ 285244 h 455735"/>
                <a:gd name="connsiteX456" fmla="*/ 1021307 w 1140977"/>
                <a:gd name="connsiteY456" fmla="*/ 288523 h 455735"/>
                <a:gd name="connsiteX457" fmla="*/ 1018028 w 1140977"/>
                <a:gd name="connsiteY457" fmla="*/ 288523 h 455735"/>
                <a:gd name="connsiteX458" fmla="*/ 1016389 w 1140977"/>
                <a:gd name="connsiteY458" fmla="*/ 288523 h 455735"/>
                <a:gd name="connsiteX459" fmla="*/ 1013110 w 1140977"/>
                <a:gd name="connsiteY459" fmla="*/ 288523 h 455735"/>
                <a:gd name="connsiteX460" fmla="*/ 1009831 w 1140977"/>
                <a:gd name="connsiteY460" fmla="*/ 288523 h 455735"/>
                <a:gd name="connsiteX461" fmla="*/ 1006552 w 1140977"/>
                <a:gd name="connsiteY461" fmla="*/ 288523 h 455735"/>
                <a:gd name="connsiteX462" fmla="*/ 1001634 w 1140977"/>
                <a:gd name="connsiteY462" fmla="*/ 290163 h 455735"/>
                <a:gd name="connsiteX463" fmla="*/ 998356 w 1140977"/>
                <a:gd name="connsiteY463" fmla="*/ 290163 h 455735"/>
                <a:gd name="connsiteX464" fmla="*/ 995077 w 1140977"/>
                <a:gd name="connsiteY464" fmla="*/ 288523 h 455735"/>
                <a:gd name="connsiteX465" fmla="*/ 990159 w 1140977"/>
                <a:gd name="connsiteY465" fmla="*/ 288523 h 455735"/>
                <a:gd name="connsiteX466" fmla="*/ 986880 w 1140977"/>
                <a:gd name="connsiteY466" fmla="*/ 291802 h 455735"/>
                <a:gd name="connsiteX467" fmla="*/ 986880 w 1140977"/>
                <a:gd name="connsiteY467" fmla="*/ 295081 h 455735"/>
                <a:gd name="connsiteX468" fmla="*/ 985241 w 1140977"/>
                <a:gd name="connsiteY468" fmla="*/ 298359 h 455735"/>
                <a:gd name="connsiteX469" fmla="*/ 983602 w 1140977"/>
                <a:gd name="connsiteY469" fmla="*/ 303277 h 455735"/>
                <a:gd name="connsiteX470" fmla="*/ 980323 w 1140977"/>
                <a:gd name="connsiteY470" fmla="*/ 306556 h 455735"/>
                <a:gd name="connsiteX471" fmla="*/ 978683 w 1140977"/>
                <a:gd name="connsiteY471" fmla="*/ 309835 h 455735"/>
                <a:gd name="connsiteX472" fmla="*/ 973765 w 1140977"/>
                <a:gd name="connsiteY472" fmla="*/ 309835 h 455735"/>
                <a:gd name="connsiteX473" fmla="*/ 972127 w 1140977"/>
                <a:gd name="connsiteY473" fmla="*/ 313113 h 455735"/>
                <a:gd name="connsiteX474" fmla="*/ 968848 w 1140977"/>
                <a:gd name="connsiteY474" fmla="*/ 318031 h 455735"/>
                <a:gd name="connsiteX475" fmla="*/ 963930 w 1140977"/>
                <a:gd name="connsiteY475" fmla="*/ 316392 h 455735"/>
                <a:gd name="connsiteX476" fmla="*/ 960651 w 1140977"/>
                <a:gd name="connsiteY476" fmla="*/ 316392 h 455735"/>
                <a:gd name="connsiteX477" fmla="*/ 957372 w 1140977"/>
                <a:gd name="connsiteY477" fmla="*/ 316392 h 455735"/>
                <a:gd name="connsiteX478" fmla="*/ 952454 w 1140977"/>
                <a:gd name="connsiteY478" fmla="*/ 316392 h 455735"/>
                <a:gd name="connsiteX479" fmla="*/ 949175 w 1140977"/>
                <a:gd name="connsiteY479" fmla="*/ 314753 h 455735"/>
                <a:gd name="connsiteX480" fmla="*/ 944258 w 1140977"/>
                <a:gd name="connsiteY480" fmla="*/ 314753 h 455735"/>
                <a:gd name="connsiteX481" fmla="*/ 940979 w 1140977"/>
                <a:gd name="connsiteY481" fmla="*/ 313113 h 455735"/>
                <a:gd name="connsiteX482" fmla="*/ 937700 w 1140977"/>
                <a:gd name="connsiteY482" fmla="*/ 313113 h 455735"/>
                <a:gd name="connsiteX483" fmla="*/ 934422 w 1140977"/>
                <a:gd name="connsiteY483" fmla="*/ 311474 h 455735"/>
                <a:gd name="connsiteX484" fmla="*/ 929503 w 1140977"/>
                <a:gd name="connsiteY484" fmla="*/ 309835 h 455735"/>
                <a:gd name="connsiteX485" fmla="*/ 926225 w 1140977"/>
                <a:gd name="connsiteY485" fmla="*/ 306556 h 455735"/>
                <a:gd name="connsiteX486" fmla="*/ 924585 w 1140977"/>
                <a:gd name="connsiteY486" fmla="*/ 306556 h 455735"/>
                <a:gd name="connsiteX487" fmla="*/ 921306 w 1140977"/>
                <a:gd name="connsiteY487" fmla="*/ 304916 h 455735"/>
                <a:gd name="connsiteX488" fmla="*/ 918029 w 1140977"/>
                <a:gd name="connsiteY488" fmla="*/ 303277 h 455735"/>
                <a:gd name="connsiteX489" fmla="*/ 914750 w 1140977"/>
                <a:gd name="connsiteY489" fmla="*/ 303277 h 455735"/>
                <a:gd name="connsiteX490" fmla="*/ 909832 w 1140977"/>
                <a:gd name="connsiteY490" fmla="*/ 303277 h 455735"/>
                <a:gd name="connsiteX491" fmla="*/ 906553 w 1140977"/>
                <a:gd name="connsiteY491" fmla="*/ 303277 h 455735"/>
                <a:gd name="connsiteX492" fmla="*/ 903274 w 1140977"/>
                <a:gd name="connsiteY492" fmla="*/ 303277 h 455735"/>
                <a:gd name="connsiteX493" fmla="*/ 899995 w 1140977"/>
                <a:gd name="connsiteY493" fmla="*/ 306556 h 455735"/>
                <a:gd name="connsiteX494" fmla="*/ 898356 w 1140977"/>
                <a:gd name="connsiteY494" fmla="*/ 309835 h 455735"/>
                <a:gd name="connsiteX495" fmla="*/ 898356 w 1140977"/>
                <a:gd name="connsiteY495" fmla="*/ 313113 h 455735"/>
                <a:gd name="connsiteX496" fmla="*/ 898356 w 1140977"/>
                <a:gd name="connsiteY496" fmla="*/ 316392 h 455735"/>
                <a:gd name="connsiteX497" fmla="*/ 898356 w 1140977"/>
                <a:gd name="connsiteY497" fmla="*/ 321310 h 455735"/>
                <a:gd name="connsiteX498" fmla="*/ 899995 w 1140977"/>
                <a:gd name="connsiteY498" fmla="*/ 324589 h 455735"/>
                <a:gd name="connsiteX499" fmla="*/ 899995 w 1140977"/>
                <a:gd name="connsiteY499" fmla="*/ 327867 h 455735"/>
                <a:gd name="connsiteX500" fmla="*/ 899995 w 1140977"/>
                <a:gd name="connsiteY500" fmla="*/ 332785 h 455735"/>
                <a:gd name="connsiteX501" fmla="*/ 901635 w 1140977"/>
                <a:gd name="connsiteY501" fmla="*/ 336064 h 455735"/>
                <a:gd name="connsiteX502" fmla="*/ 906553 w 1140977"/>
                <a:gd name="connsiteY502" fmla="*/ 337703 h 455735"/>
                <a:gd name="connsiteX503" fmla="*/ 908192 w 1140977"/>
                <a:gd name="connsiteY503" fmla="*/ 342621 h 455735"/>
                <a:gd name="connsiteX504" fmla="*/ 913110 w 1140977"/>
                <a:gd name="connsiteY504" fmla="*/ 345900 h 455735"/>
                <a:gd name="connsiteX505" fmla="*/ 916389 w 1140977"/>
                <a:gd name="connsiteY505" fmla="*/ 349179 h 455735"/>
                <a:gd name="connsiteX506" fmla="*/ 919668 w 1140977"/>
                <a:gd name="connsiteY506" fmla="*/ 349179 h 455735"/>
                <a:gd name="connsiteX507" fmla="*/ 924585 w 1140977"/>
                <a:gd name="connsiteY507" fmla="*/ 352457 h 455735"/>
                <a:gd name="connsiteX508" fmla="*/ 927864 w 1140977"/>
                <a:gd name="connsiteY508" fmla="*/ 355736 h 455735"/>
                <a:gd name="connsiteX509" fmla="*/ 931143 w 1140977"/>
                <a:gd name="connsiteY509" fmla="*/ 359015 h 455735"/>
                <a:gd name="connsiteX510" fmla="*/ 932782 w 1140977"/>
                <a:gd name="connsiteY510" fmla="*/ 363933 h 455735"/>
                <a:gd name="connsiteX511" fmla="*/ 931143 w 1140977"/>
                <a:gd name="connsiteY511" fmla="*/ 363933 h 455735"/>
                <a:gd name="connsiteX512" fmla="*/ 931143 w 1140977"/>
                <a:gd name="connsiteY512" fmla="*/ 363933 h 455735"/>
                <a:gd name="connsiteX513" fmla="*/ 927864 w 1140977"/>
                <a:gd name="connsiteY513" fmla="*/ 363933 h 455735"/>
                <a:gd name="connsiteX514" fmla="*/ 924585 w 1140977"/>
                <a:gd name="connsiteY514" fmla="*/ 368851 h 455735"/>
                <a:gd name="connsiteX515" fmla="*/ 921306 w 1140977"/>
                <a:gd name="connsiteY515" fmla="*/ 372129 h 455735"/>
                <a:gd name="connsiteX516" fmla="*/ 918029 w 1140977"/>
                <a:gd name="connsiteY516" fmla="*/ 372129 h 455735"/>
                <a:gd name="connsiteX517" fmla="*/ 918029 w 1140977"/>
                <a:gd name="connsiteY517" fmla="*/ 373769 h 455735"/>
                <a:gd name="connsiteX518" fmla="*/ 914750 w 1140977"/>
                <a:gd name="connsiteY518" fmla="*/ 375408 h 455735"/>
                <a:gd name="connsiteX519" fmla="*/ 909832 w 1140977"/>
                <a:gd name="connsiteY519" fmla="*/ 377047 h 455735"/>
                <a:gd name="connsiteX520" fmla="*/ 906553 w 1140977"/>
                <a:gd name="connsiteY520" fmla="*/ 380326 h 455735"/>
                <a:gd name="connsiteX521" fmla="*/ 904913 w 1140977"/>
                <a:gd name="connsiteY521" fmla="*/ 385244 h 455735"/>
                <a:gd name="connsiteX522" fmla="*/ 903274 w 1140977"/>
                <a:gd name="connsiteY522" fmla="*/ 388523 h 455735"/>
                <a:gd name="connsiteX523" fmla="*/ 901635 w 1140977"/>
                <a:gd name="connsiteY523" fmla="*/ 393441 h 455735"/>
                <a:gd name="connsiteX524" fmla="*/ 901635 w 1140977"/>
                <a:gd name="connsiteY524" fmla="*/ 396719 h 455735"/>
                <a:gd name="connsiteX525" fmla="*/ 898356 w 1140977"/>
                <a:gd name="connsiteY525" fmla="*/ 399998 h 455735"/>
                <a:gd name="connsiteX526" fmla="*/ 896716 w 1140977"/>
                <a:gd name="connsiteY526" fmla="*/ 404916 h 455735"/>
                <a:gd name="connsiteX527" fmla="*/ 893439 w 1140977"/>
                <a:gd name="connsiteY527" fmla="*/ 406556 h 455735"/>
                <a:gd name="connsiteX528" fmla="*/ 890160 w 1140977"/>
                <a:gd name="connsiteY528" fmla="*/ 409834 h 455735"/>
                <a:gd name="connsiteX529" fmla="*/ 885242 w 1140977"/>
                <a:gd name="connsiteY529" fmla="*/ 409834 h 455735"/>
                <a:gd name="connsiteX530" fmla="*/ 881963 w 1140977"/>
                <a:gd name="connsiteY530" fmla="*/ 409834 h 455735"/>
                <a:gd name="connsiteX531" fmla="*/ 878684 w 1140977"/>
                <a:gd name="connsiteY531" fmla="*/ 411473 h 455735"/>
                <a:gd name="connsiteX532" fmla="*/ 873766 w 1140977"/>
                <a:gd name="connsiteY532" fmla="*/ 416391 h 455735"/>
                <a:gd name="connsiteX533" fmla="*/ 870487 w 1140977"/>
                <a:gd name="connsiteY533" fmla="*/ 418031 h 455735"/>
                <a:gd name="connsiteX534" fmla="*/ 870487 w 1140977"/>
                <a:gd name="connsiteY534" fmla="*/ 418031 h 455735"/>
                <a:gd name="connsiteX535" fmla="*/ 865570 w 1140977"/>
                <a:gd name="connsiteY535" fmla="*/ 418031 h 455735"/>
                <a:gd name="connsiteX536" fmla="*/ 862291 w 1140977"/>
                <a:gd name="connsiteY536" fmla="*/ 418031 h 455735"/>
                <a:gd name="connsiteX537" fmla="*/ 859012 w 1140977"/>
                <a:gd name="connsiteY537" fmla="*/ 418031 h 455735"/>
                <a:gd name="connsiteX538" fmla="*/ 854094 w 1140977"/>
                <a:gd name="connsiteY538" fmla="*/ 418031 h 455735"/>
                <a:gd name="connsiteX539" fmla="*/ 850815 w 1140977"/>
                <a:gd name="connsiteY539" fmla="*/ 419670 h 455735"/>
                <a:gd name="connsiteX540" fmla="*/ 847536 w 1140977"/>
                <a:gd name="connsiteY540" fmla="*/ 419670 h 455735"/>
                <a:gd name="connsiteX541" fmla="*/ 842619 w 1140977"/>
                <a:gd name="connsiteY541" fmla="*/ 419670 h 455735"/>
                <a:gd name="connsiteX542" fmla="*/ 839340 w 1140977"/>
                <a:gd name="connsiteY542" fmla="*/ 418031 h 455735"/>
                <a:gd name="connsiteX543" fmla="*/ 836062 w 1140977"/>
                <a:gd name="connsiteY543" fmla="*/ 418031 h 455735"/>
                <a:gd name="connsiteX544" fmla="*/ 831143 w 1140977"/>
                <a:gd name="connsiteY544" fmla="*/ 418031 h 455735"/>
                <a:gd name="connsiteX545" fmla="*/ 827865 w 1140977"/>
                <a:gd name="connsiteY545" fmla="*/ 416391 h 455735"/>
                <a:gd name="connsiteX546" fmla="*/ 824586 w 1140977"/>
                <a:gd name="connsiteY546" fmla="*/ 418031 h 455735"/>
                <a:gd name="connsiteX547" fmla="*/ 819668 w 1140977"/>
                <a:gd name="connsiteY547" fmla="*/ 419670 h 455735"/>
                <a:gd name="connsiteX548" fmla="*/ 816390 w 1140977"/>
                <a:gd name="connsiteY548" fmla="*/ 419670 h 455735"/>
                <a:gd name="connsiteX549" fmla="*/ 813111 w 1140977"/>
                <a:gd name="connsiteY549" fmla="*/ 419670 h 455735"/>
                <a:gd name="connsiteX550" fmla="*/ 808193 w 1140977"/>
                <a:gd name="connsiteY550" fmla="*/ 419670 h 455735"/>
                <a:gd name="connsiteX551" fmla="*/ 803275 w 1140977"/>
                <a:gd name="connsiteY551" fmla="*/ 419670 h 455735"/>
                <a:gd name="connsiteX552" fmla="*/ 795078 w 1140977"/>
                <a:gd name="connsiteY552" fmla="*/ 421309 h 455735"/>
                <a:gd name="connsiteX553" fmla="*/ 791799 w 1140977"/>
                <a:gd name="connsiteY553" fmla="*/ 422949 h 455735"/>
                <a:gd name="connsiteX554" fmla="*/ 786882 w 1140977"/>
                <a:gd name="connsiteY554" fmla="*/ 422949 h 455735"/>
                <a:gd name="connsiteX555" fmla="*/ 783603 w 1140977"/>
                <a:gd name="connsiteY555" fmla="*/ 424588 h 455735"/>
                <a:gd name="connsiteX556" fmla="*/ 778685 w 1140977"/>
                <a:gd name="connsiteY556" fmla="*/ 424588 h 455735"/>
                <a:gd name="connsiteX557" fmla="*/ 775406 w 1140977"/>
                <a:gd name="connsiteY557" fmla="*/ 426228 h 455735"/>
                <a:gd name="connsiteX558" fmla="*/ 772127 w 1140977"/>
                <a:gd name="connsiteY558" fmla="*/ 427867 h 455735"/>
                <a:gd name="connsiteX559" fmla="*/ 767209 w 1140977"/>
                <a:gd name="connsiteY559" fmla="*/ 429506 h 455735"/>
                <a:gd name="connsiteX560" fmla="*/ 763931 w 1140977"/>
                <a:gd name="connsiteY560" fmla="*/ 432785 h 455735"/>
                <a:gd name="connsiteX561" fmla="*/ 759013 w 1140977"/>
                <a:gd name="connsiteY561" fmla="*/ 434424 h 455735"/>
                <a:gd name="connsiteX562" fmla="*/ 755734 w 1140977"/>
                <a:gd name="connsiteY562" fmla="*/ 436063 h 455735"/>
                <a:gd name="connsiteX563" fmla="*/ 752455 w 1140977"/>
                <a:gd name="connsiteY563" fmla="*/ 437703 h 455735"/>
                <a:gd name="connsiteX564" fmla="*/ 747537 w 1140977"/>
                <a:gd name="connsiteY564" fmla="*/ 440981 h 455735"/>
                <a:gd name="connsiteX565" fmla="*/ 744258 w 1140977"/>
                <a:gd name="connsiteY565" fmla="*/ 442621 h 455735"/>
                <a:gd name="connsiteX566" fmla="*/ 740979 w 1140977"/>
                <a:gd name="connsiteY566" fmla="*/ 445900 h 455735"/>
                <a:gd name="connsiteX567" fmla="*/ 736062 w 1140977"/>
                <a:gd name="connsiteY567" fmla="*/ 447539 h 455735"/>
                <a:gd name="connsiteX568" fmla="*/ 736062 w 1140977"/>
                <a:gd name="connsiteY568" fmla="*/ 447539 h 455735"/>
                <a:gd name="connsiteX569" fmla="*/ 732783 w 1140977"/>
                <a:gd name="connsiteY569" fmla="*/ 452457 h 455735"/>
                <a:gd name="connsiteX570" fmla="*/ 729505 w 1140977"/>
                <a:gd name="connsiteY570" fmla="*/ 455736 h 455735"/>
                <a:gd name="connsiteX571" fmla="*/ 726226 w 1140977"/>
                <a:gd name="connsiteY571" fmla="*/ 452457 h 455735"/>
                <a:gd name="connsiteX572" fmla="*/ 722947 w 1140977"/>
                <a:gd name="connsiteY572" fmla="*/ 452457 h 455735"/>
                <a:gd name="connsiteX573" fmla="*/ 718029 w 1140977"/>
                <a:gd name="connsiteY573" fmla="*/ 452457 h 455735"/>
                <a:gd name="connsiteX574" fmla="*/ 714750 w 1140977"/>
                <a:gd name="connsiteY574" fmla="*/ 452457 h 455735"/>
                <a:gd name="connsiteX575" fmla="*/ 709833 w 1140977"/>
                <a:gd name="connsiteY575" fmla="*/ 449178 h 455735"/>
                <a:gd name="connsiteX576" fmla="*/ 709833 w 1140977"/>
                <a:gd name="connsiteY576" fmla="*/ 445900 h 455735"/>
                <a:gd name="connsiteX577" fmla="*/ 704915 w 1140977"/>
                <a:gd name="connsiteY577" fmla="*/ 444260 h 455735"/>
                <a:gd name="connsiteX578" fmla="*/ 701636 w 1140977"/>
                <a:gd name="connsiteY578" fmla="*/ 444260 h 455735"/>
                <a:gd name="connsiteX579" fmla="*/ 696718 w 1140977"/>
                <a:gd name="connsiteY579" fmla="*/ 444260 h 455735"/>
                <a:gd name="connsiteX580" fmla="*/ 693439 w 1140977"/>
                <a:gd name="connsiteY580" fmla="*/ 445900 h 455735"/>
                <a:gd name="connsiteX581" fmla="*/ 690160 w 1140977"/>
                <a:gd name="connsiteY581" fmla="*/ 445900 h 455735"/>
                <a:gd name="connsiteX582" fmla="*/ 685243 w 1140977"/>
                <a:gd name="connsiteY582" fmla="*/ 447539 h 455735"/>
                <a:gd name="connsiteX583" fmla="*/ 678685 w 1140977"/>
                <a:gd name="connsiteY583" fmla="*/ 445900 h 455735"/>
                <a:gd name="connsiteX584" fmla="*/ 673767 w 1140977"/>
                <a:gd name="connsiteY584" fmla="*/ 444260 h 455735"/>
                <a:gd name="connsiteX585" fmla="*/ 668849 w 1140977"/>
                <a:gd name="connsiteY585" fmla="*/ 442621 h 455735"/>
                <a:gd name="connsiteX586" fmla="*/ 665570 w 1140977"/>
                <a:gd name="connsiteY586" fmla="*/ 440981 h 455735"/>
                <a:gd name="connsiteX587" fmla="*/ 662291 w 1140977"/>
                <a:gd name="connsiteY587" fmla="*/ 439342 h 455735"/>
                <a:gd name="connsiteX588" fmla="*/ 659013 w 1140977"/>
                <a:gd name="connsiteY588" fmla="*/ 437703 h 455735"/>
                <a:gd name="connsiteX589" fmla="*/ 652456 w 1140977"/>
                <a:gd name="connsiteY589" fmla="*/ 436063 h 455735"/>
                <a:gd name="connsiteX590" fmla="*/ 645898 w 1140977"/>
                <a:gd name="connsiteY590" fmla="*/ 436063 h 455735"/>
                <a:gd name="connsiteX591" fmla="*/ 639341 w 1140977"/>
                <a:gd name="connsiteY591" fmla="*/ 434424 h 455735"/>
                <a:gd name="connsiteX592" fmla="*/ 632784 w 1140977"/>
                <a:gd name="connsiteY592" fmla="*/ 432785 h 455735"/>
                <a:gd name="connsiteX593" fmla="*/ 627866 w 1140977"/>
                <a:gd name="connsiteY593" fmla="*/ 432785 h 455735"/>
                <a:gd name="connsiteX594" fmla="*/ 622948 w 1140977"/>
                <a:gd name="connsiteY594" fmla="*/ 431146 h 455735"/>
                <a:gd name="connsiteX595" fmla="*/ 616390 w 1140977"/>
                <a:gd name="connsiteY595" fmla="*/ 429506 h 455735"/>
                <a:gd name="connsiteX596" fmla="*/ 613111 w 1140977"/>
                <a:gd name="connsiteY596" fmla="*/ 427867 h 455735"/>
                <a:gd name="connsiteX597" fmla="*/ 604915 w 1140977"/>
                <a:gd name="connsiteY597" fmla="*/ 421309 h 455735"/>
                <a:gd name="connsiteX598" fmla="*/ 601636 w 1140977"/>
                <a:gd name="connsiteY598" fmla="*/ 418031 h 455735"/>
                <a:gd name="connsiteX599" fmla="*/ 596718 w 1140977"/>
                <a:gd name="connsiteY599" fmla="*/ 414752 h 455735"/>
                <a:gd name="connsiteX600" fmla="*/ 593439 w 1140977"/>
                <a:gd name="connsiteY600" fmla="*/ 414752 h 455735"/>
                <a:gd name="connsiteX601" fmla="*/ 590161 w 1140977"/>
                <a:gd name="connsiteY601" fmla="*/ 413113 h 455735"/>
                <a:gd name="connsiteX602" fmla="*/ 583604 w 1140977"/>
                <a:gd name="connsiteY602" fmla="*/ 413113 h 455735"/>
                <a:gd name="connsiteX603" fmla="*/ 581965 w 1140977"/>
                <a:gd name="connsiteY603" fmla="*/ 413113 h 455735"/>
                <a:gd name="connsiteX604" fmla="*/ 575407 w 1140977"/>
                <a:gd name="connsiteY604" fmla="*/ 413113 h 455735"/>
                <a:gd name="connsiteX605" fmla="*/ 570489 w 1140977"/>
                <a:gd name="connsiteY605" fmla="*/ 413113 h 455735"/>
                <a:gd name="connsiteX606" fmla="*/ 563931 w 1140977"/>
                <a:gd name="connsiteY606" fmla="*/ 411473 h 455735"/>
                <a:gd name="connsiteX607" fmla="*/ 559013 w 1140977"/>
                <a:gd name="connsiteY607" fmla="*/ 409834 h 455735"/>
                <a:gd name="connsiteX608" fmla="*/ 552456 w 1140977"/>
                <a:gd name="connsiteY608" fmla="*/ 409834 h 455735"/>
                <a:gd name="connsiteX609" fmla="*/ 549178 w 1140977"/>
                <a:gd name="connsiteY609" fmla="*/ 408195 h 455735"/>
                <a:gd name="connsiteX610" fmla="*/ 540981 w 1140977"/>
                <a:gd name="connsiteY610" fmla="*/ 408195 h 455735"/>
                <a:gd name="connsiteX611" fmla="*/ 537702 w 1140977"/>
                <a:gd name="connsiteY611" fmla="*/ 408195 h 455735"/>
                <a:gd name="connsiteX612" fmla="*/ 534423 w 1140977"/>
                <a:gd name="connsiteY612" fmla="*/ 406556 h 455735"/>
                <a:gd name="connsiteX613" fmla="*/ 531145 w 1140977"/>
                <a:gd name="connsiteY613" fmla="*/ 408195 h 455735"/>
                <a:gd name="connsiteX614" fmla="*/ 527866 w 1140977"/>
                <a:gd name="connsiteY614" fmla="*/ 409834 h 455735"/>
                <a:gd name="connsiteX615" fmla="*/ 518030 w 1140977"/>
                <a:gd name="connsiteY615" fmla="*/ 413113 h 455735"/>
                <a:gd name="connsiteX616" fmla="*/ 514751 w 1140977"/>
                <a:gd name="connsiteY616" fmla="*/ 411473 h 455735"/>
                <a:gd name="connsiteX617" fmla="*/ 509833 w 1140977"/>
                <a:gd name="connsiteY617" fmla="*/ 411473 h 455735"/>
                <a:gd name="connsiteX618" fmla="*/ 506554 w 1140977"/>
                <a:gd name="connsiteY618" fmla="*/ 411473 h 455735"/>
                <a:gd name="connsiteX619" fmla="*/ 503276 w 1140977"/>
                <a:gd name="connsiteY619" fmla="*/ 411473 h 455735"/>
                <a:gd name="connsiteX620" fmla="*/ 498358 w 1140977"/>
                <a:gd name="connsiteY620" fmla="*/ 411473 h 455735"/>
                <a:gd name="connsiteX621" fmla="*/ 493440 w 1140977"/>
                <a:gd name="connsiteY621" fmla="*/ 411473 h 455735"/>
                <a:gd name="connsiteX622" fmla="*/ 490161 w 1140977"/>
                <a:gd name="connsiteY622" fmla="*/ 409834 h 455735"/>
                <a:gd name="connsiteX623" fmla="*/ 486882 w 1140977"/>
                <a:gd name="connsiteY623" fmla="*/ 409834 h 455735"/>
                <a:gd name="connsiteX624" fmla="*/ 481964 w 1140977"/>
                <a:gd name="connsiteY624" fmla="*/ 409834 h 455735"/>
                <a:gd name="connsiteX625" fmla="*/ 478686 w 1140977"/>
                <a:gd name="connsiteY625" fmla="*/ 409834 h 455735"/>
                <a:gd name="connsiteX626" fmla="*/ 473768 w 1140977"/>
                <a:gd name="connsiteY626" fmla="*/ 409834 h 455735"/>
                <a:gd name="connsiteX627" fmla="*/ 470489 w 1140977"/>
                <a:gd name="connsiteY627" fmla="*/ 408195 h 455735"/>
                <a:gd name="connsiteX628" fmla="*/ 467211 w 1140977"/>
                <a:gd name="connsiteY628" fmla="*/ 408195 h 455735"/>
                <a:gd name="connsiteX629" fmla="*/ 462292 w 1140977"/>
                <a:gd name="connsiteY629" fmla="*/ 408195 h 455735"/>
                <a:gd name="connsiteX630" fmla="*/ 459014 w 1140977"/>
                <a:gd name="connsiteY630" fmla="*/ 406556 h 455735"/>
                <a:gd name="connsiteX631" fmla="*/ 455735 w 1140977"/>
                <a:gd name="connsiteY631" fmla="*/ 406556 h 455735"/>
                <a:gd name="connsiteX632" fmla="*/ 452457 w 1140977"/>
                <a:gd name="connsiteY632" fmla="*/ 404916 h 455735"/>
                <a:gd name="connsiteX633" fmla="*/ 449178 w 1140977"/>
                <a:gd name="connsiteY633" fmla="*/ 404916 h 455735"/>
                <a:gd name="connsiteX634" fmla="*/ 444260 w 1140977"/>
                <a:gd name="connsiteY634" fmla="*/ 404916 h 455735"/>
                <a:gd name="connsiteX635" fmla="*/ 440981 w 1140977"/>
                <a:gd name="connsiteY635" fmla="*/ 403277 h 455735"/>
                <a:gd name="connsiteX636" fmla="*/ 437702 w 1140977"/>
                <a:gd name="connsiteY636" fmla="*/ 403277 h 455735"/>
                <a:gd name="connsiteX637" fmla="*/ 432784 w 1140977"/>
                <a:gd name="connsiteY637" fmla="*/ 403277 h 455735"/>
                <a:gd name="connsiteX638" fmla="*/ 429505 w 1140977"/>
                <a:gd name="connsiteY638" fmla="*/ 403277 h 455735"/>
                <a:gd name="connsiteX639" fmla="*/ 426228 w 1140977"/>
                <a:gd name="connsiteY639" fmla="*/ 404916 h 455735"/>
                <a:gd name="connsiteX640" fmla="*/ 421309 w 1140977"/>
                <a:gd name="connsiteY640" fmla="*/ 404916 h 455735"/>
                <a:gd name="connsiteX641" fmla="*/ 418031 w 1140977"/>
                <a:gd name="connsiteY641" fmla="*/ 404916 h 455735"/>
                <a:gd name="connsiteX642" fmla="*/ 414752 w 1140977"/>
                <a:gd name="connsiteY642" fmla="*/ 404916 h 455735"/>
                <a:gd name="connsiteX643" fmla="*/ 409834 w 1140977"/>
                <a:gd name="connsiteY643" fmla="*/ 404916 h 455735"/>
                <a:gd name="connsiteX644" fmla="*/ 406555 w 1140977"/>
                <a:gd name="connsiteY644" fmla="*/ 404916 h 455735"/>
                <a:gd name="connsiteX645" fmla="*/ 404915 w 1140977"/>
                <a:gd name="connsiteY645" fmla="*/ 401637 h 455735"/>
                <a:gd name="connsiteX646" fmla="*/ 401638 w 1140977"/>
                <a:gd name="connsiteY646" fmla="*/ 396719 h 455735"/>
                <a:gd name="connsiteX647" fmla="*/ 398359 w 1140977"/>
                <a:gd name="connsiteY647" fmla="*/ 395080 h 455735"/>
                <a:gd name="connsiteX648" fmla="*/ 395080 w 1140977"/>
                <a:gd name="connsiteY648" fmla="*/ 391801 h 455735"/>
                <a:gd name="connsiteX649" fmla="*/ 391801 w 1140977"/>
                <a:gd name="connsiteY649" fmla="*/ 390162 h 455735"/>
                <a:gd name="connsiteX650" fmla="*/ 386883 w 1140977"/>
                <a:gd name="connsiteY650" fmla="*/ 386883 h 455735"/>
                <a:gd name="connsiteX651" fmla="*/ 383604 w 1140977"/>
                <a:gd name="connsiteY651" fmla="*/ 385244 h 455735"/>
                <a:gd name="connsiteX652" fmla="*/ 380325 w 1140977"/>
                <a:gd name="connsiteY652" fmla="*/ 381966 h 455735"/>
                <a:gd name="connsiteX653" fmla="*/ 377047 w 1140977"/>
                <a:gd name="connsiteY653" fmla="*/ 377047 h 455735"/>
                <a:gd name="connsiteX654" fmla="*/ 375408 w 1140977"/>
                <a:gd name="connsiteY654" fmla="*/ 373769 h 455735"/>
                <a:gd name="connsiteX655" fmla="*/ 372129 w 1140977"/>
                <a:gd name="connsiteY655" fmla="*/ 370490 h 455735"/>
                <a:gd name="connsiteX656" fmla="*/ 368851 w 1140977"/>
                <a:gd name="connsiteY656" fmla="*/ 365572 h 455735"/>
                <a:gd name="connsiteX657" fmla="*/ 365572 w 1140977"/>
                <a:gd name="connsiteY657" fmla="*/ 362293 h 455735"/>
                <a:gd name="connsiteX658" fmla="*/ 362293 w 1140977"/>
                <a:gd name="connsiteY658" fmla="*/ 359015 h 455735"/>
                <a:gd name="connsiteX659" fmla="*/ 359014 w 1140977"/>
                <a:gd name="connsiteY659" fmla="*/ 354097 h 455735"/>
                <a:gd name="connsiteX660" fmla="*/ 355735 w 1140977"/>
                <a:gd name="connsiteY660" fmla="*/ 350818 h 455735"/>
                <a:gd name="connsiteX661" fmla="*/ 352457 w 1140977"/>
                <a:gd name="connsiteY661" fmla="*/ 350818 h 455735"/>
                <a:gd name="connsiteX662" fmla="*/ 347539 w 1140977"/>
                <a:gd name="connsiteY662" fmla="*/ 349179 h 455735"/>
                <a:gd name="connsiteX663" fmla="*/ 347539 w 1140977"/>
                <a:gd name="connsiteY663" fmla="*/ 345900 h 455735"/>
                <a:gd name="connsiteX664" fmla="*/ 345900 w 1140977"/>
                <a:gd name="connsiteY664" fmla="*/ 342621 h 455735"/>
                <a:gd name="connsiteX665" fmla="*/ 345900 w 1140977"/>
                <a:gd name="connsiteY665" fmla="*/ 337703 h 455735"/>
                <a:gd name="connsiteX666" fmla="*/ 342621 w 1140977"/>
                <a:gd name="connsiteY666" fmla="*/ 337703 h 455735"/>
                <a:gd name="connsiteX667" fmla="*/ 339342 w 1140977"/>
                <a:gd name="connsiteY667" fmla="*/ 337703 h 455735"/>
                <a:gd name="connsiteX668" fmla="*/ 334424 w 1140977"/>
                <a:gd name="connsiteY668" fmla="*/ 339343 h 455735"/>
                <a:gd name="connsiteX669" fmla="*/ 331145 w 1140977"/>
                <a:gd name="connsiteY669" fmla="*/ 337703 h 455735"/>
                <a:gd name="connsiteX670" fmla="*/ 327867 w 1140977"/>
                <a:gd name="connsiteY670" fmla="*/ 337703 h 455735"/>
                <a:gd name="connsiteX671" fmla="*/ 324588 w 1140977"/>
                <a:gd name="connsiteY671" fmla="*/ 336064 h 455735"/>
                <a:gd name="connsiteX672" fmla="*/ 319671 w 1140977"/>
                <a:gd name="connsiteY672" fmla="*/ 334425 h 455735"/>
                <a:gd name="connsiteX673" fmla="*/ 316392 w 1140977"/>
                <a:gd name="connsiteY673" fmla="*/ 331146 h 455735"/>
                <a:gd name="connsiteX674" fmla="*/ 313113 w 1140977"/>
                <a:gd name="connsiteY674" fmla="*/ 329507 h 455735"/>
                <a:gd name="connsiteX675" fmla="*/ 309834 w 1140977"/>
                <a:gd name="connsiteY675" fmla="*/ 327867 h 455735"/>
                <a:gd name="connsiteX676" fmla="*/ 304916 w 1140977"/>
                <a:gd name="connsiteY676" fmla="*/ 327867 h 455735"/>
                <a:gd name="connsiteX677" fmla="*/ 301637 w 1140977"/>
                <a:gd name="connsiteY677" fmla="*/ 324589 h 455735"/>
                <a:gd name="connsiteX678" fmla="*/ 298359 w 1140977"/>
                <a:gd name="connsiteY678" fmla="*/ 321310 h 455735"/>
                <a:gd name="connsiteX679" fmla="*/ 293441 w 1140977"/>
                <a:gd name="connsiteY679" fmla="*/ 321310 h 455735"/>
                <a:gd name="connsiteX680" fmla="*/ 288523 w 1140977"/>
                <a:gd name="connsiteY680" fmla="*/ 321310 h 455735"/>
                <a:gd name="connsiteX681" fmla="*/ 288523 w 1140977"/>
                <a:gd name="connsiteY681" fmla="*/ 321310 h 455735"/>
                <a:gd name="connsiteX682" fmla="*/ 283605 w 1140977"/>
                <a:gd name="connsiteY682" fmla="*/ 318031 h 455735"/>
                <a:gd name="connsiteX683" fmla="*/ 280326 w 1140977"/>
                <a:gd name="connsiteY683" fmla="*/ 314753 h 455735"/>
                <a:gd name="connsiteX684" fmla="*/ 277047 w 1140977"/>
                <a:gd name="connsiteY684" fmla="*/ 311474 h 455735"/>
                <a:gd name="connsiteX685" fmla="*/ 272130 w 1140977"/>
                <a:gd name="connsiteY685" fmla="*/ 309835 h 455735"/>
                <a:gd name="connsiteX686" fmla="*/ 268851 w 1140977"/>
                <a:gd name="connsiteY686" fmla="*/ 308195 h 455735"/>
                <a:gd name="connsiteX687" fmla="*/ 265572 w 1140977"/>
                <a:gd name="connsiteY687" fmla="*/ 308195 h 455735"/>
                <a:gd name="connsiteX688" fmla="*/ 260654 w 1140977"/>
                <a:gd name="connsiteY688" fmla="*/ 306556 h 455735"/>
                <a:gd name="connsiteX689" fmla="*/ 257375 w 1140977"/>
                <a:gd name="connsiteY689" fmla="*/ 306556 h 455735"/>
                <a:gd name="connsiteX690" fmla="*/ 257375 w 1140977"/>
                <a:gd name="connsiteY690" fmla="*/ 306556 h 455735"/>
                <a:gd name="connsiteX691" fmla="*/ 254097 w 1140977"/>
                <a:gd name="connsiteY691" fmla="*/ 306556 h 455735"/>
                <a:gd name="connsiteX692" fmla="*/ 249178 w 1140977"/>
                <a:gd name="connsiteY692" fmla="*/ 306556 h 455735"/>
                <a:gd name="connsiteX693" fmla="*/ 245901 w 1140977"/>
                <a:gd name="connsiteY693" fmla="*/ 304916 h 455735"/>
                <a:gd name="connsiteX694" fmla="*/ 242622 w 1140977"/>
                <a:gd name="connsiteY694" fmla="*/ 304916 h 455735"/>
                <a:gd name="connsiteX695" fmla="*/ 239343 w 1140977"/>
                <a:gd name="connsiteY695" fmla="*/ 304916 h 455735"/>
                <a:gd name="connsiteX696" fmla="*/ 234425 w 1140977"/>
                <a:gd name="connsiteY696" fmla="*/ 306556 h 455735"/>
                <a:gd name="connsiteX697" fmla="*/ 231146 w 1140977"/>
                <a:gd name="connsiteY697" fmla="*/ 306556 h 455735"/>
                <a:gd name="connsiteX698" fmla="*/ 227867 w 1140977"/>
                <a:gd name="connsiteY698" fmla="*/ 306556 h 455735"/>
                <a:gd name="connsiteX699" fmla="*/ 224588 w 1140977"/>
                <a:gd name="connsiteY699" fmla="*/ 306556 h 455735"/>
                <a:gd name="connsiteX700" fmla="*/ 219671 w 1140977"/>
                <a:gd name="connsiteY700" fmla="*/ 304916 h 455735"/>
                <a:gd name="connsiteX701" fmla="*/ 216392 w 1140977"/>
                <a:gd name="connsiteY701" fmla="*/ 303277 h 455735"/>
                <a:gd name="connsiteX702" fmla="*/ 211474 w 1140977"/>
                <a:gd name="connsiteY702" fmla="*/ 303277 h 455735"/>
                <a:gd name="connsiteX703" fmla="*/ 208195 w 1140977"/>
                <a:gd name="connsiteY703" fmla="*/ 303277 h 455735"/>
                <a:gd name="connsiteX704" fmla="*/ 204917 w 1140977"/>
                <a:gd name="connsiteY704" fmla="*/ 303277 h 455735"/>
                <a:gd name="connsiteX705" fmla="*/ 201638 w 1140977"/>
                <a:gd name="connsiteY705" fmla="*/ 303277 h 455735"/>
                <a:gd name="connsiteX706" fmla="*/ 196720 w 1140977"/>
                <a:gd name="connsiteY706" fmla="*/ 303277 h 455735"/>
                <a:gd name="connsiteX707" fmla="*/ 193442 w 1140977"/>
                <a:gd name="connsiteY707" fmla="*/ 299999 h 455735"/>
                <a:gd name="connsiteX708" fmla="*/ 190163 w 1140977"/>
                <a:gd name="connsiteY708" fmla="*/ 301638 h 455735"/>
                <a:gd name="connsiteX709" fmla="*/ 186884 w 1140977"/>
                <a:gd name="connsiteY709" fmla="*/ 299999 h 455735"/>
                <a:gd name="connsiteX710" fmla="*/ 183605 w 1140977"/>
                <a:gd name="connsiteY710" fmla="*/ 298359 h 455735"/>
                <a:gd name="connsiteX711" fmla="*/ 178687 w 1140977"/>
                <a:gd name="connsiteY711" fmla="*/ 296720 h 455735"/>
                <a:gd name="connsiteX712" fmla="*/ 175408 w 1140977"/>
                <a:gd name="connsiteY712" fmla="*/ 298359 h 455735"/>
                <a:gd name="connsiteX713" fmla="*/ 172130 w 1140977"/>
                <a:gd name="connsiteY713" fmla="*/ 295081 h 455735"/>
                <a:gd name="connsiteX714" fmla="*/ 168851 w 1140977"/>
                <a:gd name="connsiteY714" fmla="*/ 291802 h 455735"/>
                <a:gd name="connsiteX715" fmla="*/ 165573 w 1140977"/>
                <a:gd name="connsiteY715" fmla="*/ 288523 h 455735"/>
                <a:gd name="connsiteX716" fmla="*/ 162294 w 1140977"/>
                <a:gd name="connsiteY716" fmla="*/ 285244 h 455735"/>
                <a:gd name="connsiteX717" fmla="*/ 160655 w 1140977"/>
                <a:gd name="connsiteY717" fmla="*/ 285244 h 455735"/>
                <a:gd name="connsiteX718" fmla="*/ 159015 w 1140977"/>
                <a:gd name="connsiteY718" fmla="*/ 281966 h 455735"/>
                <a:gd name="connsiteX719" fmla="*/ 159015 w 1140977"/>
                <a:gd name="connsiteY719" fmla="*/ 277048 h 455735"/>
                <a:gd name="connsiteX720" fmla="*/ 159015 w 1140977"/>
                <a:gd name="connsiteY720" fmla="*/ 273769 h 455735"/>
                <a:gd name="connsiteX721" fmla="*/ 159015 w 1140977"/>
                <a:gd name="connsiteY721" fmla="*/ 270491 h 455735"/>
                <a:gd name="connsiteX722" fmla="*/ 160655 w 1140977"/>
                <a:gd name="connsiteY722" fmla="*/ 267212 h 455735"/>
                <a:gd name="connsiteX723" fmla="*/ 163934 w 1140977"/>
                <a:gd name="connsiteY723" fmla="*/ 263933 h 455735"/>
                <a:gd name="connsiteX724" fmla="*/ 162294 w 1140977"/>
                <a:gd name="connsiteY724" fmla="*/ 259015 h 455735"/>
                <a:gd name="connsiteX725" fmla="*/ 162294 w 1140977"/>
                <a:gd name="connsiteY725" fmla="*/ 257376 h 455735"/>
                <a:gd name="connsiteX726" fmla="*/ 160655 w 1140977"/>
                <a:gd name="connsiteY726" fmla="*/ 257376 h 455735"/>
                <a:gd name="connsiteX727" fmla="*/ 157376 w 1140977"/>
                <a:gd name="connsiteY727" fmla="*/ 254097 h 455735"/>
                <a:gd name="connsiteX728" fmla="*/ 155737 w 1140977"/>
                <a:gd name="connsiteY728" fmla="*/ 249179 h 455735"/>
                <a:gd name="connsiteX729" fmla="*/ 155737 w 1140977"/>
                <a:gd name="connsiteY729" fmla="*/ 245901 h 455735"/>
                <a:gd name="connsiteX730" fmla="*/ 155737 w 1140977"/>
                <a:gd name="connsiteY730" fmla="*/ 242622 h 455735"/>
                <a:gd name="connsiteX731" fmla="*/ 155737 w 1140977"/>
                <a:gd name="connsiteY731" fmla="*/ 237704 h 455735"/>
                <a:gd name="connsiteX732" fmla="*/ 152458 w 1140977"/>
                <a:gd name="connsiteY732" fmla="*/ 234425 h 455735"/>
                <a:gd name="connsiteX733" fmla="*/ 150818 w 1140977"/>
                <a:gd name="connsiteY733" fmla="*/ 231146 h 455735"/>
                <a:gd name="connsiteX734" fmla="*/ 147540 w 1140977"/>
                <a:gd name="connsiteY734" fmla="*/ 227868 h 455735"/>
                <a:gd name="connsiteX735" fmla="*/ 145900 w 1140977"/>
                <a:gd name="connsiteY735" fmla="*/ 224589 h 455735"/>
                <a:gd name="connsiteX736" fmla="*/ 140983 w 1140977"/>
                <a:gd name="connsiteY736" fmla="*/ 221310 h 455735"/>
                <a:gd name="connsiteX737" fmla="*/ 137704 w 1140977"/>
                <a:gd name="connsiteY737" fmla="*/ 219671 h 455735"/>
                <a:gd name="connsiteX738" fmla="*/ 134425 w 1140977"/>
                <a:gd name="connsiteY738" fmla="*/ 216392 h 455735"/>
                <a:gd name="connsiteX739" fmla="*/ 131147 w 1140977"/>
                <a:gd name="connsiteY739" fmla="*/ 213114 h 455735"/>
                <a:gd name="connsiteX740" fmla="*/ 126228 w 1140977"/>
                <a:gd name="connsiteY740" fmla="*/ 209835 h 455735"/>
                <a:gd name="connsiteX741" fmla="*/ 122950 w 1140977"/>
                <a:gd name="connsiteY741" fmla="*/ 206556 h 455735"/>
                <a:gd name="connsiteX742" fmla="*/ 121310 w 1140977"/>
                <a:gd name="connsiteY742" fmla="*/ 203278 h 455735"/>
                <a:gd name="connsiteX743" fmla="*/ 119671 w 1140977"/>
                <a:gd name="connsiteY743" fmla="*/ 199999 h 455735"/>
                <a:gd name="connsiteX744" fmla="*/ 114754 w 1140977"/>
                <a:gd name="connsiteY744" fmla="*/ 196720 h 455735"/>
                <a:gd name="connsiteX745" fmla="*/ 113114 w 1140977"/>
                <a:gd name="connsiteY745" fmla="*/ 191802 h 455735"/>
                <a:gd name="connsiteX746" fmla="*/ 109835 w 1140977"/>
                <a:gd name="connsiteY746" fmla="*/ 190163 h 455735"/>
                <a:gd name="connsiteX747" fmla="*/ 106557 w 1140977"/>
                <a:gd name="connsiteY747" fmla="*/ 190163 h 455735"/>
                <a:gd name="connsiteX748" fmla="*/ 101638 w 1140977"/>
                <a:gd name="connsiteY748" fmla="*/ 186884 h 455735"/>
                <a:gd name="connsiteX749" fmla="*/ 99999 w 1140977"/>
                <a:gd name="connsiteY749" fmla="*/ 183606 h 455735"/>
                <a:gd name="connsiteX750" fmla="*/ 96720 w 1140977"/>
                <a:gd name="connsiteY750" fmla="*/ 181966 h 455735"/>
                <a:gd name="connsiteX751" fmla="*/ 95081 w 1140977"/>
                <a:gd name="connsiteY751" fmla="*/ 183606 h 455735"/>
                <a:gd name="connsiteX752" fmla="*/ 91802 w 1140977"/>
                <a:gd name="connsiteY752" fmla="*/ 185245 h 455735"/>
                <a:gd name="connsiteX753" fmla="*/ 88524 w 1140977"/>
                <a:gd name="connsiteY753" fmla="*/ 181966 h 455735"/>
                <a:gd name="connsiteX754" fmla="*/ 83606 w 1140977"/>
                <a:gd name="connsiteY754" fmla="*/ 180327 h 455735"/>
                <a:gd name="connsiteX755" fmla="*/ 80327 w 1140977"/>
                <a:gd name="connsiteY755" fmla="*/ 177048 h 455735"/>
                <a:gd name="connsiteX756" fmla="*/ 77048 w 1140977"/>
                <a:gd name="connsiteY756" fmla="*/ 175409 h 455735"/>
                <a:gd name="connsiteX757" fmla="*/ 72130 w 1140977"/>
                <a:gd name="connsiteY757" fmla="*/ 175409 h 455735"/>
                <a:gd name="connsiteX758" fmla="*/ 68851 w 1140977"/>
                <a:gd name="connsiteY758" fmla="*/ 177048 h 455735"/>
                <a:gd name="connsiteX759" fmla="*/ 65573 w 1140977"/>
                <a:gd name="connsiteY759" fmla="*/ 177048 h 455735"/>
                <a:gd name="connsiteX760" fmla="*/ 62295 w 1140977"/>
                <a:gd name="connsiteY760" fmla="*/ 177048 h 455735"/>
                <a:gd name="connsiteX761" fmla="*/ 59016 w 1140977"/>
                <a:gd name="connsiteY761" fmla="*/ 173770 h 455735"/>
                <a:gd name="connsiteX762" fmla="*/ 54098 w 1140977"/>
                <a:gd name="connsiteY762" fmla="*/ 172130 h 455735"/>
                <a:gd name="connsiteX763" fmla="*/ 50819 w 1140977"/>
                <a:gd name="connsiteY763" fmla="*/ 172130 h 455735"/>
                <a:gd name="connsiteX764" fmla="*/ 47540 w 1140977"/>
                <a:gd name="connsiteY764" fmla="*/ 168852 h 455735"/>
                <a:gd name="connsiteX765" fmla="*/ 42622 w 1140977"/>
                <a:gd name="connsiteY765" fmla="*/ 167212 h 455735"/>
                <a:gd name="connsiteX766" fmla="*/ 40983 w 1140977"/>
                <a:gd name="connsiteY766" fmla="*/ 163934 h 455735"/>
                <a:gd name="connsiteX767" fmla="*/ 37705 w 1140977"/>
                <a:gd name="connsiteY767" fmla="*/ 160655 h 455735"/>
                <a:gd name="connsiteX768" fmla="*/ 34426 w 1140977"/>
                <a:gd name="connsiteY768" fmla="*/ 159016 h 455735"/>
                <a:gd name="connsiteX769" fmla="*/ 29508 w 1140977"/>
                <a:gd name="connsiteY769" fmla="*/ 157376 h 455735"/>
                <a:gd name="connsiteX770" fmla="*/ 26229 w 1140977"/>
                <a:gd name="connsiteY770" fmla="*/ 155737 h 455735"/>
                <a:gd name="connsiteX771" fmla="*/ 22950 w 1140977"/>
                <a:gd name="connsiteY771" fmla="*/ 154098 h 455735"/>
                <a:gd name="connsiteX772" fmla="*/ 18032 w 1140977"/>
                <a:gd name="connsiteY772" fmla="*/ 154098 h 455735"/>
                <a:gd name="connsiteX773" fmla="*/ 14753 w 1140977"/>
                <a:gd name="connsiteY773" fmla="*/ 150819 h 455735"/>
                <a:gd name="connsiteX774" fmla="*/ 18032 w 1140977"/>
                <a:gd name="connsiteY774" fmla="*/ 147540 h 455735"/>
                <a:gd name="connsiteX775" fmla="*/ 13114 w 1140977"/>
                <a:gd name="connsiteY775" fmla="*/ 144262 h 455735"/>
                <a:gd name="connsiteX776" fmla="*/ 9836 w 1140977"/>
                <a:gd name="connsiteY776" fmla="*/ 144262 h 455735"/>
                <a:gd name="connsiteX777" fmla="*/ 6557 w 1140977"/>
                <a:gd name="connsiteY777" fmla="*/ 140983 h 455735"/>
                <a:gd name="connsiteX778" fmla="*/ 3278 w 1140977"/>
                <a:gd name="connsiteY778" fmla="*/ 137704 h 455735"/>
                <a:gd name="connsiteX779" fmla="*/ 4918 w 1140977"/>
                <a:gd name="connsiteY779" fmla="*/ 134426 h 455735"/>
                <a:gd name="connsiteX780" fmla="*/ 3278 w 1140977"/>
                <a:gd name="connsiteY780" fmla="*/ 131147 h 455735"/>
                <a:gd name="connsiteX781" fmla="*/ 0 w 1140977"/>
                <a:gd name="connsiteY781" fmla="*/ 126229 h 455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</a:cxnLst>
              <a:rect l="l" t="t" r="r" b="b"/>
              <a:pathLst>
                <a:path w="1140977" h="455735">
                  <a:moveTo>
                    <a:pt x="0" y="126229"/>
                  </a:moveTo>
                  <a:lnTo>
                    <a:pt x="4918" y="126229"/>
                  </a:lnTo>
                  <a:lnTo>
                    <a:pt x="8197" y="124589"/>
                  </a:lnTo>
                  <a:lnTo>
                    <a:pt x="8197" y="119672"/>
                  </a:lnTo>
                  <a:lnTo>
                    <a:pt x="8197" y="116393"/>
                  </a:lnTo>
                  <a:lnTo>
                    <a:pt x="11475" y="114754"/>
                  </a:lnTo>
                  <a:lnTo>
                    <a:pt x="14753" y="113114"/>
                  </a:lnTo>
                  <a:lnTo>
                    <a:pt x="18032" y="113114"/>
                  </a:lnTo>
                  <a:lnTo>
                    <a:pt x="21311" y="113114"/>
                  </a:lnTo>
                  <a:lnTo>
                    <a:pt x="26229" y="114754"/>
                  </a:lnTo>
                  <a:lnTo>
                    <a:pt x="29508" y="114754"/>
                  </a:lnTo>
                  <a:lnTo>
                    <a:pt x="29508" y="111475"/>
                  </a:lnTo>
                  <a:lnTo>
                    <a:pt x="32787" y="113114"/>
                  </a:lnTo>
                  <a:lnTo>
                    <a:pt x="37705" y="113114"/>
                  </a:lnTo>
                  <a:lnTo>
                    <a:pt x="40983" y="111475"/>
                  </a:lnTo>
                  <a:lnTo>
                    <a:pt x="37705" y="108196"/>
                  </a:lnTo>
                  <a:lnTo>
                    <a:pt x="42622" y="108196"/>
                  </a:lnTo>
                  <a:lnTo>
                    <a:pt x="45901" y="108196"/>
                  </a:lnTo>
                  <a:lnTo>
                    <a:pt x="45901" y="106557"/>
                  </a:lnTo>
                  <a:lnTo>
                    <a:pt x="50819" y="104917"/>
                  </a:lnTo>
                  <a:lnTo>
                    <a:pt x="54098" y="103278"/>
                  </a:lnTo>
                  <a:lnTo>
                    <a:pt x="50819" y="99999"/>
                  </a:lnTo>
                  <a:lnTo>
                    <a:pt x="49180" y="96721"/>
                  </a:lnTo>
                  <a:lnTo>
                    <a:pt x="47540" y="95082"/>
                  </a:lnTo>
                  <a:lnTo>
                    <a:pt x="52458" y="93442"/>
                  </a:lnTo>
                  <a:lnTo>
                    <a:pt x="55737" y="93442"/>
                  </a:lnTo>
                  <a:lnTo>
                    <a:pt x="59016" y="91803"/>
                  </a:lnTo>
                  <a:lnTo>
                    <a:pt x="59016" y="91803"/>
                  </a:lnTo>
                  <a:lnTo>
                    <a:pt x="59016" y="91803"/>
                  </a:lnTo>
                  <a:lnTo>
                    <a:pt x="59016" y="86885"/>
                  </a:lnTo>
                  <a:lnTo>
                    <a:pt x="62295" y="86885"/>
                  </a:lnTo>
                  <a:lnTo>
                    <a:pt x="65573" y="83606"/>
                  </a:lnTo>
                  <a:lnTo>
                    <a:pt x="70491" y="83606"/>
                  </a:lnTo>
                  <a:lnTo>
                    <a:pt x="73770" y="81967"/>
                  </a:lnTo>
                  <a:lnTo>
                    <a:pt x="77048" y="81967"/>
                  </a:lnTo>
                  <a:lnTo>
                    <a:pt x="78688" y="78688"/>
                  </a:lnTo>
                  <a:lnTo>
                    <a:pt x="81967" y="75409"/>
                  </a:lnTo>
                  <a:lnTo>
                    <a:pt x="85245" y="73770"/>
                  </a:lnTo>
                  <a:lnTo>
                    <a:pt x="90164" y="72131"/>
                  </a:lnTo>
                  <a:lnTo>
                    <a:pt x="93441" y="70492"/>
                  </a:lnTo>
                  <a:lnTo>
                    <a:pt x="96720" y="72131"/>
                  </a:lnTo>
                  <a:lnTo>
                    <a:pt x="98360" y="67213"/>
                  </a:lnTo>
                  <a:lnTo>
                    <a:pt x="101638" y="63934"/>
                  </a:lnTo>
                  <a:lnTo>
                    <a:pt x="104917" y="62295"/>
                  </a:lnTo>
                  <a:lnTo>
                    <a:pt x="109835" y="60655"/>
                  </a:lnTo>
                  <a:lnTo>
                    <a:pt x="113114" y="62295"/>
                  </a:lnTo>
                  <a:lnTo>
                    <a:pt x="113114" y="62295"/>
                  </a:lnTo>
                  <a:lnTo>
                    <a:pt x="118031" y="62295"/>
                  </a:lnTo>
                  <a:lnTo>
                    <a:pt x="119671" y="59016"/>
                  </a:lnTo>
                  <a:lnTo>
                    <a:pt x="119671" y="55737"/>
                  </a:lnTo>
                  <a:lnTo>
                    <a:pt x="122950" y="55737"/>
                  </a:lnTo>
                  <a:lnTo>
                    <a:pt x="126228" y="57377"/>
                  </a:lnTo>
                  <a:lnTo>
                    <a:pt x="129507" y="59016"/>
                  </a:lnTo>
                  <a:lnTo>
                    <a:pt x="132786" y="62295"/>
                  </a:lnTo>
                  <a:lnTo>
                    <a:pt x="136065" y="60655"/>
                  </a:lnTo>
                  <a:lnTo>
                    <a:pt x="140983" y="57377"/>
                  </a:lnTo>
                  <a:lnTo>
                    <a:pt x="144261" y="60655"/>
                  </a:lnTo>
                  <a:lnTo>
                    <a:pt x="144261" y="62295"/>
                  </a:lnTo>
                  <a:lnTo>
                    <a:pt x="145900" y="63934"/>
                  </a:lnTo>
                  <a:lnTo>
                    <a:pt x="150818" y="65573"/>
                  </a:lnTo>
                  <a:lnTo>
                    <a:pt x="154097" y="65573"/>
                  </a:lnTo>
                  <a:lnTo>
                    <a:pt x="159015" y="65573"/>
                  </a:lnTo>
                  <a:lnTo>
                    <a:pt x="162294" y="65573"/>
                  </a:lnTo>
                  <a:lnTo>
                    <a:pt x="165573" y="65573"/>
                  </a:lnTo>
                  <a:lnTo>
                    <a:pt x="168851" y="65573"/>
                  </a:lnTo>
                  <a:lnTo>
                    <a:pt x="173769" y="67213"/>
                  </a:lnTo>
                  <a:lnTo>
                    <a:pt x="177048" y="65573"/>
                  </a:lnTo>
                  <a:lnTo>
                    <a:pt x="181966" y="67213"/>
                  </a:lnTo>
                  <a:lnTo>
                    <a:pt x="185245" y="67213"/>
                  </a:lnTo>
                  <a:lnTo>
                    <a:pt x="188524" y="67213"/>
                  </a:lnTo>
                  <a:lnTo>
                    <a:pt x="191802" y="68852"/>
                  </a:lnTo>
                  <a:lnTo>
                    <a:pt x="195080" y="73770"/>
                  </a:lnTo>
                  <a:lnTo>
                    <a:pt x="198359" y="77049"/>
                  </a:lnTo>
                  <a:lnTo>
                    <a:pt x="199998" y="80327"/>
                  </a:lnTo>
                  <a:lnTo>
                    <a:pt x="203277" y="83606"/>
                  </a:lnTo>
                  <a:lnTo>
                    <a:pt x="206556" y="85245"/>
                  </a:lnTo>
                  <a:lnTo>
                    <a:pt x="211474" y="88524"/>
                  </a:lnTo>
                  <a:lnTo>
                    <a:pt x="214753" y="90164"/>
                  </a:lnTo>
                  <a:lnTo>
                    <a:pt x="218032" y="88524"/>
                  </a:lnTo>
                  <a:lnTo>
                    <a:pt x="221310" y="88524"/>
                  </a:lnTo>
                  <a:lnTo>
                    <a:pt x="224588" y="90164"/>
                  </a:lnTo>
                  <a:lnTo>
                    <a:pt x="224588" y="90164"/>
                  </a:lnTo>
                  <a:lnTo>
                    <a:pt x="226228" y="90164"/>
                  </a:lnTo>
                  <a:lnTo>
                    <a:pt x="226228" y="91803"/>
                  </a:lnTo>
                  <a:lnTo>
                    <a:pt x="231146" y="93442"/>
                  </a:lnTo>
                  <a:lnTo>
                    <a:pt x="234425" y="93442"/>
                  </a:lnTo>
                  <a:lnTo>
                    <a:pt x="237704" y="93442"/>
                  </a:lnTo>
                  <a:lnTo>
                    <a:pt x="242622" y="93442"/>
                  </a:lnTo>
                  <a:lnTo>
                    <a:pt x="244261" y="95082"/>
                  </a:lnTo>
                  <a:lnTo>
                    <a:pt x="245901" y="96721"/>
                  </a:lnTo>
                  <a:lnTo>
                    <a:pt x="249178" y="93442"/>
                  </a:lnTo>
                  <a:lnTo>
                    <a:pt x="252457" y="91803"/>
                  </a:lnTo>
                  <a:lnTo>
                    <a:pt x="255736" y="90164"/>
                  </a:lnTo>
                  <a:lnTo>
                    <a:pt x="255736" y="91803"/>
                  </a:lnTo>
                  <a:lnTo>
                    <a:pt x="260654" y="93442"/>
                  </a:lnTo>
                  <a:lnTo>
                    <a:pt x="260654" y="91803"/>
                  </a:lnTo>
                  <a:lnTo>
                    <a:pt x="262294" y="91803"/>
                  </a:lnTo>
                  <a:lnTo>
                    <a:pt x="267212" y="91803"/>
                  </a:lnTo>
                  <a:lnTo>
                    <a:pt x="270491" y="93442"/>
                  </a:lnTo>
                  <a:lnTo>
                    <a:pt x="273768" y="96721"/>
                  </a:lnTo>
                  <a:lnTo>
                    <a:pt x="278687" y="95082"/>
                  </a:lnTo>
                  <a:lnTo>
                    <a:pt x="281965" y="96721"/>
                  </a:lnTo>
                  <a:lnTo>
                    <a:pt x="286884" y="95082"/>
                  </a:lnTo>
                  <a:lnTo>
                    <a:pt x="290162" y="95082"/>
                  </a:lnTo>
                  <a:lnTo>
                    <a:pt x="293441" y="95082"/>
                  </a:lnTo>
                  <a:lnTo>
                    <a:pt x="298359" y="98360"/>
                  </a:lnTo>
                  <a:lnTo>
                    <a:pt x="301637" y="99999"/>
                  </a:lnTo>
                  <a:lnTo>
                    <a:pt x="304916" y="101639"/>
                  </a:lnTo>
                  <a:lnTo>
                    <a:pt x="308195" y="103278"/>
                  </a:lnTo>
                  <a:lnTo>
                    <a:pt x="313113" y="101639"/>
                  </a:lnTo>
                  <a:lnTo>
                    <a:pt x="316392" y="96721"/>
                  </a:lnTo>
                  <a:lnTo>
                    <a:pt x="318031" y="93442"/>
                  </a:lnTo>
                  <a:lnTo>
                    <a:pt x="322949" y="95082"/>
                  </a:lnTo>
                  <a:lnTo>
                    <a:pt x="326227" y="91803"/>
                  </a:lnTo>
                  <a:lnTo>
                    <a:pt x="329506" y="86885"/>
                  </a:lnTo>
                  <a:lnTo>
                    <a:pt x="329506" y="83606"/>
                  </a:lnTo>
                  <a:lnTo>
                    <a:pt x="329506" y="80327"/>
                  </a:lnTo>
                  <a:lnTo>
                    <a:pt x="329506" y="77049"/>
                  </a:lnTo>
                  <a:lnTo>
                    <a:pt x="327867" y="73770"/>
                  </a:lnTo>
                  <a:lnTo>
                    <a:pt x="327867" y="72131"/>
                  </a:lnTo>
                  <a:lnTo>
                    <a:pt x="322949" y="67213"/>
                  </a:lnTo>
                  <a:lnTo>
                    <a:pt x="319671" y="67213"/>
                  </a:lnTo>
                  <a:lnTo>
                    <a:pt x="316392" y="65573"/>
                  </a:lnTo>
                  <a:lnTo>
                    <a:pt x="313113" y="62295"/>
                  </a:lnTo>
                  <a:lnTo>
                    <a:pt x="308195" y="59016"/>
                  </a:lnTo>
                  <a:lnTo>
                    <a:pt x="308195" y="54098"/>
                  </a:lnTo>
                  <a:lnTo>
                    <a:pt x="304916" y="52459"/>
                  </a:lnTo>
                  <a:lnTo>
                    <a:pt x="299998" y="49180"/>
                  </a:lnTo>
                  <a:lnTo>
                    <a:pt x="299998" y="45901"/>
                  </a:lnTo>
                  <a:lnTo>
                    <a:pt x="299998" y="42623"/>
                  </a:lnTo>
                  <a:lnTo>
                    <a:pt x="298359" y="39344"/>
                  </a:lnTo>
                  <a:lnTo>
                    <a:pt x="296720" y="34426"/>
                  </a:lnTo>
                  <a:lnTo>
                    <a:pt x="296720" y="31147"/>
                  </a:lnTo>
                  <a:lnTo>
                    <a:pt x="296720" y="29508"/>
                  </a:lnTo>
                  <a:lnTo>
                    <a:pt x="301637" y="29508"/>
                  </a:lnTo>
                  <a:lnTo>
                    <a:pt x="303277" y="29508"/>
                  </a:lnTo>
                  <a:lnTo>
                    <a:pt x="301637" y="26229"/>
                  </a:lnTo>
                  <a:lnTo>
                    <a:pt x="301637" y="21311"/>
                  </a:lnTo>
                  <a:lnTo>
                    <a:pt x="301637" y="18033"/>
                  </a:lnTo>
                  <a:lnTo>
                    <a:pt x="304916" y="16393"/>
                  </a:lnTo>
                  <a:lnTo>
                    <a:pt x="308195" y="16393"/>
                  </a:lnTo>
                  <a:lnTo>
                    <a:pt x="311474" y="11475"/>
                  </a:lnTo>
                  <a:lnTo>
                    <a:pt x="311474" y="8197"/>
                  </a:lnTo>
                  <a:lnTo>
                    <a:pt x="311474" y="4918"/>
                  </a:lnTo>
                  <a:lnTo>
                    <a:pt x="309834" y="0"/>
                  </a:lnTo>
                  <a:lnTo>
                    <a:pt x="311474" y="0"/>
                  </a:lnTo>
                  <a:lnTo>
                    <a:pt x="314752" y="3279"/>
                  </a:lnTo>
                  <a:lnTo>
                    <a:pt x="319671" y="4918"/>
                  </a:lnTo>
                  <a:lnTo>
                    <a:pt x="322949" y="6557"/>
                  </a:lnTo>
                  <a:lnTo>
                    <a:pt x="326227" y="6557"/>
                  </a:lnTo>
                  <a:lnTo>
                    <a:pt x="329506" y="9836"/>
                  </a:lnTo>
                  <a:lnTo>
                    <a:pt x="334424" y="9836"/>
                  </a:lnTo>
                  <a:lnTo>
                    <a:pt x="337703" y="9836"/>
                  </a:lnTo>
                  <a:lnTo>
                    <a:pt x="340982" y="11475"/>
                  </a:lnTo>
                  <a:lnTo>
                    <a:pt x="345900" y="13115"/>
                  </a:lnTo>
                  <a:lnTo>
                    <a:pt x="349179" y="14754"/>
                  </a:lnTo>
                  <a:lnTo>
                    <a:pt x="352457" y="16393"/>
                  </a:lnTo>
                  <a:lnTo>
                    <a:pt x="355735" y="18033"/>
                  </a:lnTo>
                  <a:lnTo>
                    <a:pt x="359014" y="16393"/>
                  </a:lnTo>
                  <a:lnTo>
                    <a:pt x="362293" y="18033"/>
                  </a:lnTo>
                  <a:lnTo>
                    <a:pt x="367211" y="18033"/>
                  </a:lnTo>
                  <a:lnTo>
                    <a:pt x="370490" y="18033"/>
                  </a:lnTo>
                  <a:lnTo>
                    <a:pt x="373769" y="18033"/>
                  </a:lnTo>
                  <a:lnTo>
                    <a:pt x="378686" y="19672"/>
                  </a:lnTo>
                  <a:lnTo>
                    <a:pt x="381965" y="19672"/>
                  </a:lnTo>
                  <a:lnTo>
                    <a:pt x="385244" y="21311"/>
                  </a:lnTo>
                  <a:lnTo>
                    <a:pt x="386883" y="21311"/>
                  </a:lnTo>
                  <a:lnTo>
                    <a:pt x="390162" y="22951"/>
                  </a:lnTo>
                  <a:lnTo>
                    <a:pt x="393441" y="24590"/>
                  </a:lnTo>
                  <a:lnTo>
                    <a:pt x="398359" y="26229"/>
                  </a:lnTo>
                  <a:lnTo>
                    <a:pt x="401638" y="26229"/>
                  </a:lnTo>
                  <a:lnTo>
                    <a:pt x="404915" y="27869"/>
                  </a:lnTo>
                  <a:lnTo>
                    <a:pt x="409834" y="29508"/>
                  </a:lnTo>
                  <a:lnTo>
                    <a:pt x="413112" y="27869"/>
                  </a:lnTo>
                  <a:lnTo>
                    <a:pt x="416391" y="29508"/>
                  </a:lnTo>
                  <a:lnTo>
                    <a:pt x="419670" y="29508"/>
                  </a:lnTo>
                  <a:lnTo>
                    <a:pt x="424588" y="31147"/>
                  </a:lnTo>
                  <a:lnTo>
                    <a:pt x="427867" y="31147"/>
                  </a:lnTo>
                  <a:lnTo>
                    <a:pt x="431145" y="32787"/>
                  </a:lnTo>
                  <a:lnTo>
                    <a:pt x="436063" y="34426"/>
                  </a:lnTo>
                  <a:lnTo>
                    <a:pt x="437702" y="37705"/>
                  </a:lnTo>
                  <a:lnTo>
                    <a:pt x="439342" y="40983"/>
                  </a:lnTo>
                  <a:lnTo>
                    <a:pt x="442621" y="45901"/>
                  </a:lnTo>
                  <a:lnTo>
                    <a:pt x="445899" y="49180"/>
                  </a:lnTo>
                  <a:lnTo>
                    <a:pt x="449178" y="52459"/>
                  </a:lnTo>
                  <a:lnTo>
                    <a:pt x="449178" y="55737"/>
                  </a:lnTo>
                  <a:lnTo>
                    <a:pt x="454095" y="59016"/>
                  </a:lnTo>
                  <a:lnTo>
                    <a:pt x="455735" y="62295"/>
                  </a:lnTo>
                  <a:lnTo>
                    <a:pt x="457374" y="65573"/>
                  </a:lnTo>
                  <a:lnTo>
                    <a:pt x="462292" y="68852"/>
                  </a:lnTo>
                  <a:lnTo>
                    <a:pt x="465571" y="68852"/>
                  </a:lnTo>
                  <a:lnTo>
                    <a:pt x="468850" y="72131"/>
                  </a:lnTo>
                  <a:lnTo>
                    <a:pt x="472129" y="73770"/>
                  </a:lnTo>
                  <a:lnTo>
                    <a:pt x="477047" y="73770"/>
                  </a:lnTo>
                  <a:lnTo>
                    <a:pt x="480325" y="77049"/>
                  </a:lnTo>
                  <a:lnTo>
                    <a:pt x="485243" y="78688"/>
                  </a:lnTo>
                  <a:lnTo>
                    <a:pt x="488522" y="78688"/>
                  </a:lnTo>
                  <a:lnTo>
                    <a:pt x="491801" y="78688"/>
                  </a:lnTo>
                  <a:lnTo>
                    <a:pt x="495079" y="78688"/>
                  </a:lnTo>
                  <a:lnTo>
                    <a:pt x="498358" y="81967"/>
                  </a:lnTo>
                  <a:lnTo>
                    <a:pt x="503276" y="81967"/>
                  </a:lnTo>
                  <a:lnTo>
                    <a:pt x="506554" y="83606"/>
                  </a:lnTo>
                  <a:lnTo>
                    <a:pt x="509833" y="85245"/>
                  </a:lnTo>
                  <a:lnTo>
                    <a:pt x="514751" y="85245"/>
                  </a:lnTo>
                  <a:lnTo>
                    <a:pt x="518030" y="83606"/>
                  </a:lnTo>
                  <a:lnTo>
                    <a:pt x="521309" y="83606"/>
                  </a:lnTo>
                  <a:lnTo>
                    <a:pt x="526227" y="85245"/>
                  </a:lnTo>
                  <a:lnTo>
                    <a:pt x="529506" y="83606"/>
                  </a:lnTo>
                  <a:lnTo>
                    <a:pt x="532784" y="80327"/>
                  </a:lnTo>
                  <a:lnTo>
                    <a:pt x="536062" y="77049"/>
                  </a:lnTo>
                  <a:lnTo>
                    <a:pt x="540981" y="77049"/>
                  </a:lnTo>
                  <a:lnTo>
                    <a:pt x="544259" y="75409"/>
                  </a:lnTo>
                  <a:lnTo>
                    <a:pt x="547538" y="75409"/>
                  </a:lnTo>
                  <a:lnTo>
                    <a:pt x="552456" y="73770"/>
                  </a:lnTo>
                  <a:lnTo>
                    <a:pt x="554096" y="75409"/>
                  </a:lnTo>
                  <a:lnTo>
                    <a:pt x="557375" y="73770"/>
                  </a:lnTo>
                  <a:lnTo>
                    <a:pt x="560652" y="70492"/>
                  </a:lnTo>
                  <a:lnTo>
                    <a:pt x="565571" y="72131"/>
                  </a:lnTo>
                  <a:lnTo>
                    <a:pt x="568849" y="72131"/>
                  </a:lnTo>
                  <a:lnTo>
                    <a:pt x="572128" y="73770"/>
                  </a:lnTo>
                  <a:lnTo>
                    <a:pt x="577046" y="73770"/>
                  </a:lnTo>
                  <a:lnTo>
                    <a:pt x="580325" y="73770"/>
                  </a:lnTo>
                  <a:lnTo>
                    <a:pt x="583604" y="73770"/>
                  </a:lnTo>
                  <a:lnTo>
                    <a:pt x="586882" y="75409"/>
                  </a:lnTo>
                  <a:lnTo>
                    <a:pt x="588521" y="75409"/>
                  </a:lnTo>
                  <a:lnTo>
                    <a:pt x="588521" y="77049"/>
                  </a:lnTo>
                  <a:lnTo>
                    <a:pt x="590161" y="77049"/>
                  </a:lnTo>
                  <a:lnTo>
                    <a:pt x="590161" y="77049"/>
                  </a:lnTo>
                  <a:lnTo>
                    <a:pt x="595079" y="78688"/>
                  </a:lnTo>
                  <a:lnTo>
                    <a:pt x="598358" y="78688"/>
                  </a:lnTo>
                  <a:lnTo>
                    <a:pt x="601636" y="77049"/>
                  </a:lnTo>
                  <a:lnTo>
                    <a:pt x="601636" y="77049"/>
                  </a:lnTo>
                  <a:lnTo>
                    <a:pt x="603276" y="77049"/>
                  </a:lnTo>
                  <a:lnTo>
                    <a:pt x="603276" y="77049"/>
                  </a:lnTo>
                  <a:lnTo>
                    <a:pt x="608194" y="77049"/>
                  </a:lnTo>
                  <a:lnTo>
                    <a:pt x="611472" y="77049"/>
                  </a:lnTo>
                  <a:lnTo>
                    <a:pt x="614751" y="78688"/>
                  </a:lnTo>
                  <a:lnTo>
                    <a:pt x="619669" y="80327"/>
                  </a:lnTo>
                  <a:lnTo>
                    <a:pt x="622948" y="81967"/>
                  </a:lnTo>
                  <a:lnTo>
                    <a:pt x="626226" y="85245"/>
                  </a:lnTo>
                  <a:lnTo>
                    <a:pt x="627866" y="86885"/>
                  </a:lnTo>
                  <a:lnTo>
                    <a:pt x="632784" y="90164"/>
                  </a:lnTo>
                  <a:lnTo>
                    <a:pt x="636062" y="91803"/>
                  </a:lnTo>
                  <a:lnTo>
                    <a:pt x="639341" y="91803"/>
                  </a:lnTo>
                  <a:lnTo>
                    <a:pt x="642619" y="91803"/>
                  </a:lnTo>
                  <a:lnTo>
                    <a:pt x="645898" y="91803"/>
                  </a:lnTo>
                  <a:lnTo>
                    <a:pt x="649177" y="91803"/>
                  </a:lnTo>
                  <a:lnTo>
                    <a:pt x="654095" y="91803"/>
                  </a:lnTo>
                  <a:lnTo>
                    <a:pt x="657374" y="93442"/>
                  </a:lnTo>
                  <a:lnTo>
                    <a:pt x="657374" y="93442"/>
                  </a:lnTo>
                  <a:lnTo>
                    <a:pt x="662291" y="93442"/>
                  </a:lnTo>
                  <a:lnTo>
                    <a:pt x="662291" y="95082"/>
                  </a:lnTo>
                  <a:lnTo>
                    <a:pt x="663931" y="98360"/>
                  </a:lnTo>
                  <a:lnTo>
                    <a:pt x="665570" y="101639"/>
                  </a:lnTo>
                  <a:lnTo>
                    <a:pt x="667209" y="104917"/>
                  </a:lnTo>
                  <a:lnTo>
                    <a:pt x="670488" y="108196"/>
                  </a:lnTo>
                  <a:lnTo>
                    <a:pt x="675406" y="109836"/>
                  </a:lnTo>
                  <a:lnTo>
                    <a:pt x="678685" y="111475"/>
                  </a:lnTo>
                  <a:lnTo>
                    <a:pt x="681964" y="113114"/>
                  </a:lnTo>
                  <a:lnTo>
                    <a:pt x="686882" y="114754"/>
                  </a:lnTo>
                  <a:lnTo>
                    <a:pt x="690160" y="118032"/>
                  </a:lnTo>
                  <a:lnTo>
                    <a:pt x="693439" y="119672"/>
                  </a:lnTo>
                  <a:lnTo>
                    <a:pt x="696718" y="119672"/>
                  </a:lnTo>
                  <a:lnTo>
                    <a:pt x="701636" y="119672"/>
                  </a:lnTo>
                  <a:lnTo>
                    <a:pt x="704915" y="119672"/>
                  </a:lnTo>
                  <a:lnTo>
                    <a:pt x="708193" y="119672"/>
                  </a:lnTo>
                  <a:lnTo>
                    <a:pt x="711472" y="119672"/>
                  </a:lnTo>
                  <a:lnTo>
                    <a:pt x="716389" y="119672"/>
                  </a:lnTo>
                  <a:lnTo>
                    <a:pt x="719668" y="119672"/>
                  </a:lnTo>
                  <a:lnTo>
                    <a:pt x="722947" y="121311"/>
                  </a:lnTo>
                  <a:lnTo>
                    <a:pt x="727865" y="122950"/>
                  </a:lnTo>
                  <a:lnTo>
                    <a:pt x="731144" y="124589"/>
                  </a:lnTo>
                  <a:lnTo>
                    <a:pt x="734423" y="124589"/>
                  </a:lnTo>
                  <a:lnTo>
                    <a:pt x="739340" y="124589"/>
                  </a:lnTo>
                  <a:lnTo>
                    <a:pt x="742619" y="126229"/>
                  </a:lnTo>
                  <a:lnTo>
                    <a:pt x="745898" y="126229"/>
                  </a:lnTo>
                  <a:lnTo>
                    <a:pt x="747537" y="126229"/>
                  </a:lnTo>
                  <a:lnTo>
                    <a:pt x="750816" y="126229"/>
                  </a:lnTo>
                  <a:lnTo>
                    <a:pt x="754095" y="126229"/>
                  </a:lnTo>
                  <a:lnTo>
                    <a:pt x="759013" y="124589"/>
                  </a:lnTo>
                  <a:lnTo>
                    <a:pt x="762292" y="126229"/>
                  </a:lnTo>
                  <a:lnTo>
                    <a:pt x="765569" y="126229"/>
                  </a:lnTo>
                  <a:lnTo>
                    <a:pt x="770488" y="127868"/>
                  </a:lnTo>
                  <a:lnTo>
                    <a:pt x="773766" y="127868"/>
                  </a:lnTo>
                  <a:lnTo>
                    <a:pt x="777045" y="126229"/>
                  </a:lnTo>
                  <a:lnTo>
                    <a:pt x="780324" y="122950"/>
                  </a:lnTo>
                  <a:lnTo>
                    <a:pt x="783603" y="121311"/>
                  </a:lnTo>
                  <a:lnTo>
                    <a:pt x="788521" y="118032"/>
                  </a:lnTo>
                  <a:lnTo>
                    <a:pt x="791799" y="119672"/>
                  </a:lnTo>
                  <a:lnTo>
                    <a:pt x="795078" y="118032"/>
                  </a:lnTo>
                  <a:lnTo>
                    <a:pt x="799996" y="116393"/>
                  </a:lnTo>
                  <a:lnTo>
                    <a:pt x="803275" y="116393"/>
                  </a:lnTo>
                  <a:lnTo>
                    <a:pt x="806553" y="116393"/>
                  </a:lnTo>
                  <a:lnTo>
                    <a:pt x="811472" y="116393"/>
                  </a:lnTo>
                  <a:lnTo>
                    <a:pt x="814750" y="114754"/>
                  </a:lnTo>
                  <a:lnTo>
                    <a:pt x="818028" y="113114"/>
                  </a:lnTo>
                  <a:lnTo>
                    <a:pt x="822946" y="111475"/>
                  </a:lnTo>
                  <a:lnTo>
                    <a:pt x="826225" y="111475"/>
                  </a:lnTo>
                  <a:lnTo>
                    <a:pt x="826225" y="111475"/>
                  </a:lnTo>
                  <a:lnTo>
                    <a:pt x="829504" y="113114"/>
                  </a:lnTo>
                  <a:lnTo>
                    <a:pt x="832783" y="113114"/>
                  </a:lnTo>
                  <a:lnTo>
                    <a:pt x="837701" y="109836"/>
                  </a:lnTo>
                  <a:lnTo>
                    <a:pt x="839340" y="106557"/>
                  </a:lnTo>
                  <a:lnTo>
                    <a:pt x="839340" y="101639"/>
                  </a:lnTo>
                  <a:lnTo>
                    <a:pt x="840980" y="98360"/>
                  </a:lnTo>
                  <a:lnTo>
                    <a:pt x="844258" y="95082"/>
                  </a:lnTo>
                  <a:lnTo>
                    <a:pt x="847536" y="91803"/>
                  </a:lnTo>
                  <a:lnTo>
                    <a:pt x="850815" y="88524"/>
                  </a:lnTo>
                  <a:lnTo>
                    <a:pt x="854094" y="86885"/>
                  </a:lnTo>
                  <a:lnTo>
                    <a:pt x="857373" y="85245"/>
                  </a:lnTo>
                  <a:lnTo>
                    <a:pt x="860652" y="81967"/>
                  </a:lnTo>
                  <a:lnTo>
                    <a:pt x="865570" y="80327"/>
                  </a:lnTo>
                  <a:lnTo>
                    <a:pt x="868849" y="80327"/>
                  </a:lnTo>
                  <a:lnTo>
                    <a:pt x="872126" y="80327"/>
                  </a:lnTo>
                  <a:lnTo>
                    <a:pt x="877045" y="80327"/>
                  </a:lnTo>
                  <a:lnTo>
                    <a:pt x="880323" y="80327"/>
                  </a:lnTo>
                  <a:lnTo>
                    <a:pt x="883602" y="81967"/>
                  </a:lnTo>
                  <a:lnTo>
                    <a:pt x="888520" y="83606"/>
                  </a:lnTo>
                  <a:lnTo>
                    <a:pt x="891799" y="83606"/>
                  </a:lnTo>
                  <a:lnTo>
                    <a:pt x="895077" y="86885"/>
                  </a:lnTo>
                  <a:lnTo>
                    <a:pt x="898356" y="88524"/>
                  </a:lnTo>
                  <a:lnTo>
                    <a:pt x="903274" y="91803"/>
                  </a:lnTo>
                  <a:lnTo>
                    <a:pt x="906553" y="93442"/>
                  </a:lnTo>
                  <a:lnTo>
                    <a:pt x="909832" y="95082"/>
                  </a:lnTo>
                  <a:lnTo>
                    <a:pt x="913110" y="95082"/>
                  </a:lnTo>
                  <a:lnTo>
                    <a:pt x="918029" y="95082"/>
                  </a:lnTo>
                  <a:lnTo>
                    <a:pt x="921306" y="96721"/>
                  </a:lnTo>
                  <a:lnTo>
                    <a:pt x="922946" y="96721"/>
                  </a:lnTo>
                  <a:lnTo>
                    <a:pt x="926225" y="95082"/>
                  </a:lnTo>
                  <a:lnTo>
                    <a:pt x="931143" y="91803"/>
                  </a:lnTo>
                  <a:lnTo>
                    <a:pt x="931143" y="91803"/>
                  </a:lnTo>
                  <a:lnTo>
                    <a:pt x="934422" y="90164"/>
                  </a:lnTo>
                  <a:lnTo>
                    <a:pt x="939340" y="90164"/>
                  </a:lnTo>
                  <a:lnTo>
                    <a:pt x="940979" y="91803"/>
                  </a:lnTo>
                  <a:lnTo>
                    <a:pt x="944258" y="93442"/>
                  </a:lnTo>
                  <a:lnTo>
                    <a:pt x="947536" y="93442"/>
                  </a:lnTo>
                  <a:lnTo>
                    <a:pt x="950815" y="95082"/>
                  </a:lnTo>
                  <a:lnTo>
                    <a:pt x="955733" y="96721"/>
                  </a:lnTo>
                  <a:lnTo>
                    <a:pt x="957372" y="98360"/>
                  </a:lnTo>
                  <a:lnTo>
                    <a:pt x="957372" y="99999"/>
                  </a:lnTo>
                  <a:lnTo>
                    <a:pt x="957372" y="104917"/>
                  </a:lnTo>
                  <a:lnTo>
                    <a:pt x="957372" y="108196"/>
                  </a:lnTo>
                  <a:lnTo>
                    <a:pt x="957372" y="111475"/>
                  </a:lnTo>
                  <a:lnTo>
                    <a:pt x="957372" y="114754"/>
                  </a:lnTo>
                  <a:lnTo>
                    <a:pt x="957372" y="119672"/>
                  </a:lnTo>
                  <a:lnTo>
                    <a:pt x="957372" y="122950"/>
                  </a:lnTo>
                  <a:lnTo>
                    <a:pt x="957372" y="127868"/>
                  </a:lnTo>
                  <a:lnTo>
                    <a:pt x="957372" y="131147"/>
                  </a:lnTo>
                  <a:lnTo>
                    <a:pt x="957372" y="136065"/>
                  </a:lnTo>
                  <a:lnTo>
                    <a:pt x="959012" y="139344"/>
                  </a:lnTo>
                  <a:lnTo>
                    <a:pt x="960651" y="144262"/>
                  </a:lnTo>
                  <a:lnTo>
                    <a:pt x="959012" y="147540"/>
                  </a:lnTo>
                  <a:lnTo>
                    <a:pt x="959012" y="150819"/>
                  </a:lnTo>
                  <a:lnTo>
                    <a:pt x="959012" y="155737"/>
                  </a:lnTo>
                  <a:lnTo>
                    <a:pt x="960651" y="159016"/>
                  </a:lnTo>
                  <a:lnTo>
                    <a:pt x="963930" y="162294"/>
                  </a:lnTo>
                  <a:lnTo>
                    <a:pt x="963930" y="167212"/>
                  </a:lnTo>
                  <a:lnTo>
                    <a:pt x="960651" y="168852"/>
                  </a:lnTo>
                  <a:lnTo>
                    <a:pt x="959012" y="173770"/>
                  </a:lnTo>
                  <a:lnTo>
                    <a:pt x="960651" y="175409"/>
                  </a:lnTo>
                  <a:lnTo>
                    <a:pt x="962290" y="177048"/>
                  </a:lnTo>
                  <a:lnTo>
                    <a:pt x="965569" y="181966"/>
                  </a:lnTo>
                  <a:lnTo>
                    <a:pt x="968848" y="183606"/>
                  </a:lnTo>
                  <a:lnTo>
                    <a:pt x="973765" y="185245"/>
                  </a:lnTo>
                  <a:lnTo>
                    <a:pt x="977044" y="186884"/>
                  </a:lnTo>
                  <a:lnTo>
                    <a:pt x="980323" y="190163"/>
                  </a:lnTo>
                  <a:lnTo>
                    <a:pt x="983602" y="188524"/>
                  </a:lnTo>
                  <a:lnTo>
                    <a:pt x="986880" y="183606"/>
                  </a:lnTo>
                  <a:lnTo>
                    <a:pt x="990159" y="181966"/>
                  </a:lnTo>
                  <a:lnTo>
                    <a:pt x="993438" y="183606"/>
                  </a:lnTo>
                  <a:lnTo>
                    <a:pt x="996717" y="183606"/>
                  </a:lnTo>
                  <a:lnTo>
                    <a:pt x="1001634" y="183606"/>
                  </a:lnTo>
                  <a:lnTo>
                    <a:pt x="1004913" y="181966"/>
                  </a:lnTo>
                  <a:lnTo>
                    <a:pt x="1009831" y="181966"/>
                  </a:lnTo>
                  <a:lnTo>
                    <a:pt x="1013110" y="183606"/>
                  </a:lnTo>
                  <a:lnTo>
                    <a:pt x="1018028" y="185245"/>
                  </a:lnTo>
                  <a:lnTo>
                    <a:pt x="1021307" y="186884"/>
                  </a:lnTo>
                  <a:lnTo>
                    <a:pt x="1026224" y="188524"/>
                  </a:lnTo>
                  <a:lnTo>
                    <a:pt x="1029503" y="191802"/>
                  </a:lnTo>
                  <a:lnTo>
                    <a:pt x="1032782" y="188524"/>
                  </a:lnTo>
                  <a:lnTo>
                    <a:pt x="1032782" y="186884"/>
                  </a:lnTo>
                  <a:lnTo>
                    <a:pt x="1034421" y="183606"/>
                  </a:lnTo>
                  <a:lnTo>
                    <a:pt x="1036060" y="180327"/>
                  </a:lnTo>
                  <a:lnTo>
                    <a:pt x="1037700" y="178688"/>
                  </a:lnTo>
                  <a:lnTo>
                    <a:pt x="1040979" y="177048"/>
                  </a:lnTo>
                  <a:lnTo>
                    <a:pt x="1044257" y="177048"/>
                  </a:lnTo>
                  <a:lnTo>
                    <a:pt x="1044257" y="177048"/>
                  </a:lnTo>
                  <a:lnTo>
                    <a:pt x="1047536" y="175409"/>
                  </a:lnTo>
                  <a:lnTo>
                    <a:pt x="1050815" y="175409"/>
                  </a:lnTo>
                  <a:lnTo>
                    <a:pt x="1055732" y="177048"/>
                  </a:lnTo>
                  <a:lnTo>
                    <a:pt x="1059011" y="177048"/>
                  </a:lnTo>
                  <a:lnTo>
                    <a:pt x="1063929" y="178688"/>
                  </a:lnTo>
                  <a:lnTo>
                    <a:pt x="1068847" y="181966"/>
                  </a:lnTo>
                  <a:lnTo>
                    <a:pt x="1072126" y="183606"/>
                  </a:lnTo>
                  <a:lnTo>
                    <a:pt x="1077043" y="186884"/>
                  </a:lnTo>
                  <a:lnTo>
                    <a:pt x="1080322" y="188524"/>
                  </a:lnTo>
                  <a:lnTo>
                    <a:pt x="1083601" y="190163"/>
                  </a:lnTo>
                  <a:lnTo>
                    <a:pt x="1088519" y="190163"/>
                  </a:lnTo>
                  <a:lnTo>
                    <a:pt x="1091798" y="193442"/>
                  </a:lnTo>
                  <a:lnTo>
                    <a:pt x="1095077" y="196720"/>
                  </a:lnTo>
                  <a:lnTo>
                    <a:pt x="1098356" y="198360"/>
                  </a:lnTo>
                  <a:lnTo>
                    <a:pt x="1103273" y="201638"/>
                  </a:lnTo>
                  <a:lnTo>
                    <a:pt x="1103273" y="201638"/>
                  </a:lnTo>
                  <a:lnTo>
                    <a:pt x="1108191" y="203278"/>
                  </a:lnTo>
                  <a:lnTo>
                    <a:pt x="1111470" y="206556"/>
                  </a:lnTo>
                  <a:lnTo>
                    <a:pt x="1113109" y="206556"/>
                  </a:lnTo>
                  <a:lnTo>
                    <a:pt x="1116388" y="209835"/>
                  </a:lnTo>
                  <a:lnTo>
                    <a:pt x="1119667" y="211474"/>
                  </a:lnTo>
                  <a:lnTo>
                    <a:pt x="1124585" y="213114"/>
                  </a:lnTo>
                  <a:lnTo>
                    <a:pt x="1127864" y="216392"/>
                  </a:lnTo>
                  <a:lnTo>
                    <a:pt x="1131142" y="221310"/>
                  </a:lnTo>
                  <a:lnTo>
                    <a:pt x="1134420" y="222950"/>
                  </a:lnTo>
                  <a:lnTo>
                    <a:pt x="1137699" y="226229"/>
                  </a:lnTo>
                  <a:lnTo>
                    <a:pt x="1139339" y="231146"/>
                  </a:lnTo>
                  <a:lnTo>
                    <a:pt x="1140978" y="234425"/>
                  </a:lnTo>
                  <a:lnTo>
                    <a:pt x="1137699" y="237704"/>
                  </a:lnTo>
                  <a:lnTo>
                    <a:pt x="1132781" y="236064"/>
                  </a:lnTo>
                  <a:lnTo>
                    <a:pt x="1129502" y="236064"/>
                  </a:lnTo>
                  <a:lnTo>
                    <a:pt x="1126224" y="236064"/>
                  </a:lnTo>
                  <a:lnTo>
                    <a:pt x="1121306" y="236064"/>
                  </a:lnTo>
                  <a:lnTo>
                    <a:pt x="1118027" y="236064"/>
                  </a:lnTo>
                  <a:lnTo>
                    <a:pt x="1114749" y="234425"/>
                  </a:lnTo>
                  <a:lnTo>
                    <a:pt x="1111470" y="232786"/>
                  </a:lnTo>
                  <a:lnTo>
                    <a:pt x="1106552" y="232786"/>
                  </a:lnTo>
                  <a:lnTo>
                    <a:pt x="1103273" y="229507"/>
                  </a:lnTo>
                  <a:lnTo>
                    <a:pt x="1099995" y="234425"/>
                  </a:lnTo>
                  <a:lnTo>
                    <a:pt x="1096716" y="232786"/>
                  </a:lnTo>
                  <a:lnTo>
                    <a:pt x="1093437" y="232786"/>
                  </a:lnTo>
                  <a:lnTo>
                    <a:pt x="1090159" y="232786"/>
                  </a:lnTo>
                  <a:lnTo>
                    <a:pt x="1085240" y="231146"/>
                  </a:lnTo>
                  <a:lnTo>
                    <a:pt x="1081962" y="234425"/>
                  </a:lnTo>
                  <a:lnTo>
                    <a:pt x="1078683" y="236064"/>
                  </a:lnTo>
                  <a:lnTo>
                    <a:pt x="1073766" y="237704"/>
                  </a:lnTo>
                  <a:lnTo>
                    <a:pt x="1072126" y="240982"/>
                  </a:lnTo>
                  <a:lnTo>
                    <a:pt x="1067208" y="239343"/>
                  </a:lnTo>
                  <a:lnTo>
                    <a:pt x="1063929" y="237704"/>
                  </a:lnTo>
                  <a:lnTo>
                    <a:pt x="1059011" y="239343"/>
                  </a:lnTo>
                  <a:lnTo>
                    <a:pt x="1060650" y="244261"/>
                  </a:lnTo>
                  <a:lnTo>
                    <a:pt x="1057372" y="247540"/>
                  </a:lnTo>
                  <a:lnTo>
                    <a:pt x="1057372" y="247540"/>
                  </a:lnTo>
                  <a:lnTo>
                    <a:pt x="1054093" y="247540"/>
                  </a:lnTo>
                  <a:lnTo>
                    <a:pt x="1050815" y="247540"/>
                  </a:lnTo>
                  <a:lnTo>
                    <a:pt x="1045897" y="247540"/>
                  </a:lnTo>
                  <a:lnTo>
                    <a:pt x="1042618" y="247540"/>
                  </a:lnTo>
                  <a:lnTo>
                    <a:pt x="1037700" y="249179"/>
                  </a:lnTo>
                  <a:lnTo>
                    <a:pt x="1036060" y="252458"/>
                  </a:lnTo>
                  <a:lnTo>
                    <a:pt x="1034421" y="257376"/>
                  </a:lnTo>
                  <a:lnTo>
                    <a:pt x="1032782" y="260654"/>
                  </a:lnTo>
                  <a:lnTo>
                    <a:pt x="1032782" y="263933"/>
                  </a:lnTo>
                  <a:lnTo>
                    <a:pt x="1032782" y="268851"/>
                  </a:lnTo>
                  <a:lnTo>
                    <a:pt x="1037700" y="272130"/>
                  </a:lnTo>
                  <a:lnTo>
                    <a:pt x="1036060" y="273769"/>
                  </a:lnTo>
                  <a:lnTo>
                    <a:pt x="1034421" y="277048"/>
                  </a:lnTo>
                  <a:lnTo>
                    <a:pt x="1029503" y="278687"/>
                  </a:lnTo>
                  <a:lnTo>
                    <a:pt x="1026224" y="281966"/>
                  </a:lnTo>
                  <a:lnTo>
                    <a:pt x="1024585" y="285244"/>
                  </a:lnTo>
                  <a:lnTo>
                    <a:pt x="1021307" y="288523"/>
                  </a:lnTo>
                  <a:lnTo>
                    <a:pt x="1018028" y="288523"/>
                  </a:lnTo>
                  <a:lnTo>
                    <a:pt x="1016389" y="288523"/>
                  </a:lnTo>
                  <a:lnTo>
                    <a:pt x="1013110" y="288523"/>
                  </a:lnTo>
                  <a:lnTo>
                    <a:pt x="1009831" y="288523"/>
                  </a:lnTo>
                  <a:lnTo>
                    <a:pt x="1006552" y="288523"/>
                  </a:lnTo>
                  <a:lnTo>
                    <a:pt x="1001634" y="290163"/>
                  </a:lnTo>
                  <a:lnTo>
                    <a:pt x="998356" y="290163"/>
                  </a:lnTo>
                  <a:lnTo>
                    <a:pt x="995077" y="288523"/>
                  </a:lnTo>
                  <a:lnTo>
                    <a:pt x="990159" y="288523"/>
                  </a:lnTo>
                  <a:lnTo>
                    <a:pt x="986880" y="291802"/>
                  </a:lnTo>
                  <a:lnTo>
                    <a:pt x="986880" y="295081"/>
                  </a:lnTo>
                  <a:lnTo>
                    <a:pt x="985241" y="298359"/>
                  </a:lnTo>
                  <a:lnTo>
                    <a:pt x="983602" y="303277"/>
                  </a:lnTo>
                  <a:lnTo>
                    <a:pt x="980323" y="306556"/>
                  </a:lnTo>
                  <a:lnTo>
                    <a:pt x="978683" y="309835"/>
                  </a:lnTo>
                  <a:lnTo>
                    <a:pt x="973765" y="309835"/>
                  </a:lnTo>
                  <a:lnTo>
                    <a:pt x="972127" y="313113"/>
                  </a:lnTo>
                  <a:lnTo>
                    <a:pt x="968848" y="318031"/>
                  </a:lnTo>
                  <a:lnTo>
                    <a:pt x="963930" y="316392"/>
                  </a:lnTo>
                  <a:lnTo>
                    <a:pt x="960651" y="316392"/>
                  </a:lnTo>
                  <a:lnTo>
                    <a:pt x="957372" y="316392"/>
                  </a:lnTo>
                  <a:lnTo>
                    <a:pt x="952454" y="316392"/>
                  </a:lnTo>
                  <a:lnTo>
                    <a:pt x="949175" y="314753"/>
                  </a:lnTo>
                  <a:lnTo>
                    <a:pt x="944258" y="314753"/>
                  </a:lnTo>
                  <a:lnTo>
                    <a:pt x="940979" y="313113"/>
                  </a:lnTo>
                  <a:lnTo>
                    <a:pt x="937700" y="313113"/>
                  </a:lnTo>
                  <a:lnTo>
                    <a:pt x="934422" y="311474"/>
                  </a:lnTo>
                  <a:lnTo>
                    <a:pt x="929503" y="309835"/>
                  </a:lnTo>
                  <a:lnTo>
                    <a:pt x="926225" y="306556"/>
                  </a:lnTo>
                  <a:lnTo>
                    <a:pt x="924585" y="306556"/>
                  </a:lnTo>
                  <a:lnTo>
                    <a:pt x="921306" y="304916"/>
                  </a:lnTo>
                  <a:lnTo>
                    <a:pt x="918029" y="303277"/>
                  </a:lnTo>
                  <a:lnTo>
                    <a:pt x="914750" y="303277"/>
                  </a:lnTo>
                  <a:lnTo>
                    <a:pt x="909832" y="303277"/>
                  </a:lnTo>
                  <a:lnTo>
                    <a:pt x="906553" y="303277"/>
                  </a:lnTo>
                  <a:lnTo>
                    <a:pt x="903274" y="303277"/>
                  </a:lnTo>
                  <a:lnTo>
                    <a:pt x="899995" y="306556"/>
                  </a:lnTo>
                  <a:lnTo>
                    <a:pt x="898356" y="309835"/>
                  </a:lnTo>
                  <a:lnTo>
                    <a:pt x="898356" y="313113"/>
                  </a:lnTo>
                  <a:lnTo>
                    <a:pt x="898356" y="316392"/>
                  </a:lnTo>
                  <a:lnTo>
                    <a:pt x="898356" y="321310"/>
                  </a:lnTo>
                  <a:lnTo>
                    <a:pt x="899995" y="324589"/>
                  </a:lnTo>
                  <a:lnTo>
                    <a:pt x="899995" y="327867"/>
                  </a:lnTo>
                  <a:lnTo>
                    <a:pt x="899995" y="332785"/>
                  </a:lnTo>
                  <a:lnTo>
                    <a:pt x="901635" y="336064"/>
                  </a:lnTo>
                  <a:lnTo>
                    <a:pt x="906553" y="337703"/>
                  </a:lnTo>
                  <a:lnTo>
                    <a:pt x="908192" y="342621"/>
                  </a:lnTo>
                  <a:lnTo>
                    <a:pt x="913110" y="345900"/>
                  </a:lnTo>
                  <a:lnTo>
                    <a:pt x="916389" y="349179"/>
                  </a:lnTo>
                  <a:lnTo>
                    <a:pt x="919668" y="349179"/>
                  </a:lnTo>
                  <a:lnTo>
                    <a:pt x="924585" y="352457"/>
                  </a:lnTo>
                  <a:lnTo>
                    <a:pt x="927864" y="355736"/>
                  </a:lnTo>
                  <a:lnTo>
                    <a:pt x="931143" y="359015"/>
                  </a:lnTo>
                  <a:lnTo>
                    <a:pt x="932782" y="363933"/>
                  </a:lnTo>
                  <a:lnTo>
                    <a:pt x="931143" y="363933"/>
                  </a:lnTo>
                  <a:lnTo>
                    <a:pt x="931143" y="363933"/>
                  </a:lnTo>
                  <a:lnTo>
                    <a:pt x="927864" y="363933"/>
                  </a:lnTo>
                  <a:lnTo>
                    <a:pt x="924585" y="368851"/>
                  </a:lnTo>
                  <a:lnTo>
                    <a:pt x="921306" y="372129"/>
                  </a:lnTo>
                  <a:lnTo>
                    <a:pt x="918029" y="372129"/>
                  </a:lnTo>
                  <a:lnTo>
                    <a:pt x="918029" y="373769"/>
                  </a:lnTo>
                  <a:lnTo>
                    <a:pt x="914750" y="375408"/>
                  </a:lnTo>
                  <a:lnTo>
                    <a:pt x="909832" y="377047"/>
                  </a:lnTo>
                  <a:lnTo>
                    <a:pt x="906553" y="380326"/>
                  </a:lnTo>
                  <a:lnTo>
                    <a:pt x="904913" y="385244"/>
                  </a:lnTo>
                  <a:lnTo>
                    <a:pt x="903274" y="388523"/>
                  </a:lnTo>
                  <a:lnTo>
                    <a:pt x="901635" y="393441"/>
                  </a:lnTo>
                  <a:lnTo>
                    <a:pt x="901635" y="396719"/>
                  </a:lnTo>
                  <a:lnTo>
                    <a:pt x="898356" y="399998"/>
                  </a:lnTo>
                  <a:lnTo>
                    <a:pt x="896716" y="404916"/>
                  </a:lnTo>
                  <a:lnTo>
                    <a:pt x="893439" y="406556"/>
                  </a:lnTo>
                  <a:lnTo>
                    <a:pt x="890160" y="409834"/>
                  </a:lnTo>
                  <a:lnTo>
                    <a:pt x="885242" y="409834"/>
                  </a:lnTo>
                  <a:lnTo>
                    <a:pt x="881963" y="409834"/>
                  </a:lnTo>
                  <a:lnTo>
                    <a:pt x="878684" y="411473"/>
                  </a:lnTo>
                  <a:lnTo>
                    <a:pt x="873766" y="416391"/>
                  </a:lnTo>
                  <a:lnTo>
                    <a:pt x="870487" y="418031"/>
                  </a:lnTo>
                  <a:lnTo>
                    <a:pt x="870487" y="418031"/>
                  </a:lnTo>
                  <a:lnTo>
                    <a:pt x="865570" y="418031"/>
                  </a:lnTo>
                  <a:lnTo>
                    <a:pt x="862291" y="418031"/>
                  </a:lnTo>
                  <a:lnTo>
                    <a:pt x="859012" y="418031"/>
                  </a:lnTo>
                  <a:lnTo>
                    <a:pt x="854094" y="418031"/>
                  </a:lnTo>
                  <a:lnTo>
                    <a:pt x="850815" y="419670"/>
                  </a:lnTo>
                  <a:lnTo>
                    <a:pt x="847536" y="419670"/>
                  </a:lnTo>
                  <a:lnTo>
                    <a:pt x="842619" y="419670"/>
                  </a:lnTo>
                  <a:lnTo>
                    <a:pt x="839340" y="418031"/>
                  </a:lnTo>
                  <a:lnTo>
                    <a:pt x="836062" y="418031"/>
                  </a:lnTo>
                  <a:lnTo>
                    <a:pt x="831143" y="418031"/>
                  </a:lnTo>
                  <a:lnTo>
                    <a:pt x="827865" y="416391"/>
                  </a:lnTo>
                  <a:lnTo>
                    <a:pt x="824586" y="418031"/>
                  </a:lnTo>
                  <a:lnTo>
                    <a:pt x="819668" y="419670"/>
                  </a:lnTo>
                  <a:lnTo>
                    <a:pt x="816390" y="419670"/>
                  </a:lnTo>
                  <a:lnTo>
                    <a:pt x="813111" y="419670"/>
                  </a:lnTo>
                  <a:lnTo>
                    <a:pt x="808193" y="419670"/>
                  </a:lnTo>
                  <a:lnTo>
                    <a:pt x="803275" y="419670"/>
                  </a:lnTo>
                  <a:lnTo>
                    <a:pt x="795078" y="421309"/>
                  </a:lnTo>
                  <a:lnTo>
                    <a:pt x="791799" y="422949"/>
                  </a:lnTo>
                  <a:lnTo>
                    <a:pt x="786882" y="422949"/>
                  </a:lnTo>
                  <a:lnTo>
                    <a:pt x="783603" y="424588"/>
                  </a:lnTo>
                  <a:lnTo>
                    <a:pt x="778685" y="424588"/>
                  </a:lnTo>
                  <a:lnTo>
                    <a:pt x="775406" y="426228"/>
                  </a:lnTo>
                  <a:lnTo>
                    <a:pt x="772127" y="427867"/>
                  </a:lnTo>
                  <a:lnTo>
                    <a:pt x="767209" y="429506"/>
                  </a:lnTo>
                  <a:lnTo>
                    <a:pt x="763931" y="432785"/>
                  </a:lnTo>
                  <a:lnTo>
                    <a:pt x="759013" y="434424"/>
                  </a:lnTo>
                  <a:lnTo>
                    <a:pt x="755734" y="436063"/>
                  </a:lnTo>
                  <a:lnTo>
                    <a:pt x="752455" y="437703"/>
                  </a:lnTo>
                  <a:lnTo>
                    <a:pt x="747537" y="440981"/>
                  </a:lnTo>
                  <a:lnTo>
                    <a:pt x="744258" y="442621"/>
                  </a:lnTo>
                  <a:lnTo>
                    <a:pt x="740979" y="445900"/>
                  </a:lnTo>
                  <a:lnTo>
                    <a:pt x="736062" y="447539"/>
                  </a:lnTo>
                  <a:lnTo>
                    <a:pt x="736062" y="447539"/>
                  </a:lnTo>
                  <a:lnTo>
                    <a:pt x="732783" y="452457"/>
                  </a:lnTo>
                  <a:lnTo>
                    <a:pt x="729505" y="455736"/>
                  </a:lnTo>
                  <a:lnTo>
                    <a:pt x="726226" y="452457"/>
                  </a:lnTo>
                  <a:lnTo>
                    <a:pt x="722947" y="452457"/>
                  </a:lnTo>
                  <a:lnTo>
                    <a:pt x="718029" y="452457"/>
                  </a:lnTo>
                  <a:lnTo>
                    <a:pt x="714750" y="452457"/>
                  </a:lnTo>
                  <a:lnTo>
                    <a:pt x="709833" y="449178"/>
                  </a:lnTo>
                  <a:lnTo>
                    <a:pt x="709833" y="445900"/>
                  </a:lnTo>
                  <a:lnTo>
                    <a:pt x="704915" y="444260"/>
                  </a:lnTo>
                  <a:lnTo>
                    <a:pt x="701636" y="444260"/>
                  </a:lnTo>
                  <a:lnTo>
                    <a:pt x="696718" y="444260"/>
                  </a:lnTo>
                  <a:lnTo>
                    <a:pt x="693439" y="445900"/>
                  </a:lnTo>
                  <a:lnTo>
                    <a:pt x="690160" y="445900"/>
                  </a:lnTo>
                  <a:lnTo>
                    <a:pt x="685243" y="447539"/>
                  </a:lnTo>
                  <a:lnTo>
                    <a:pt x="678685" y="445900"/>
                  </a:lnTo>
                  <a:lnTo>
                    <a:pt x="673767" y="444260"/>
                  </a:lnTo>
                  <a:lnTo>
                    <a:pt x="668849" y="442621"/>
                  </a:lnTo>
                  <a:lnTo>
                    <a:pt x="665570" y="440981"/>
                  </a:lnTo>
                  <a:lnTo>
                    <a:pt x="662291" y="439342"/>
                  </a:lnTo>
                  <a:lnTo>
                    <a:pt x="659013" y="437703"/>
                  </a:lnTo>
                  <a:lnTo>
                    <a:pt x="652456" y="436063"/>
                  </a:lnTo>
                  <a:lnTo>
                    <a:pt x="645898" y="436063"/>
                  </a:lnTo>
                  <a:lnTo>
                    <a:pt x="639341" y="434424"/>
                  </a:lnTo>
                  <a:lnTo>
                    <a:pt x="632784" y="432785"/>
                  </a:lnTo>
                  <a:lnTo>
                    <a:pt x="627866" y="432785"/>
                  </a:lnTo>
                  <a:lnTo>
                    <a:pt x="622948" y="431146"/>
                  </a:lnTo>
                  <a:lnTo>
                    <a:pt x="616390" y="429506"/>
                  </a:lnTo>
                  <a:lnTo>
                    <a:pt x="613111" y="427867"/>
                  </a:lnTo>
                  <a:lnTo>
                    <a:pt x="604915" y="421309"/>
                  </a:lnTo>
                  <a:lnTo>
                    <a:pt x="601636" y="418031"/>
                  </a:lnTo>
                  <a:lnTo>
                    <a:pt x="596718" y="414752"/>
                  </a:lnTo>
                  <a:lnTo>
                    <a:pt x="593439" y="414752"/>
                  </a:lnTo>
                  <a:lnTo>
                    <a:pt x="590161" y="413113"/>
                  </a:lnTo>
                  <a:lnTo>
                    <a:pt x="583604" y="413113"/>
                  </a:lnTo>
                  <a:lnTo>
                    <a:pt x="581965" y="413113"/>
                  </a:lnTo>
                  <a:lnTo>
                    <a:pt x="575407" y="413113"/>
                  </a:lnTo>
                  <a:lnTo>
                    <a:pt x="570489" y="413113"/>
                  </a:lnTo>
                  <a:lnTo>
                    <a:pt x="563931" y="411473"/>
                  </a:lnTo>
                  <a:lnTo>
                    <a:pt x="559013" y="409834"/>
                  </a:lnTo>
                  <a:lnTo>
                    <a:pt x="552456" y="409834"/>
                  </a:lnTo>
                  <a:lnTo>
                    <a:pt x="549178" y="408195"/>
                  </a:lnTo>
                  <a:lnTo>
                    <a:pt x="540981" y="408195"/>
                  </a:lnTo>
                  <a:lnTo>
                    <a:pt x="537702" y="408195"/>
                  </a:lnTo>
                  <a:lnTo>
                    <a:pt x="534423" y="406556"/>
                  </a:lnTo>
                  <a:lnTo>
                    <a:pt x="531145" y="408195"/>
                  </a:lnTo>
                  <a:lnTo>
                    <a:pt x="527866" y="409834"/>
                  </a:lnTo>
                  <a:lnTo>
                    <a:pt x="518030" y="413113"/>
                  </a:lnTo>
                  <a:lnTo>
                    <a:pt x="514751" y="411473"/>
                  </a:lnTo>
                  <a:lnTo>
                    <a:pt x="509833" y="411473"/>
                  </a:lnTo>
                  <a:lnTo>
                    <a:pt x="506554" y="411473"/>
                  </a:lnTo>
                  <a:lnTo>
                    <a:pt x="503276" y="411473"/>
                  </a:lnTo>
                  <a:lnTo>
                    <a:pt x="498358" y="411473"/>
                  </a:lnTo>
                  <a:lnTo>
                    <a:pt x="493440" y="411473"/>
                  </a:lnTo>
                  <a:lnTo>
                    <a:pt x="490161" y="409834"/>
                  </a:lnTo>
                  <a:lnTo>
                    <a:pt x="486882" y="409834"/>
                  </a:lnTo>
                  <a:lnTo>
                    <a:pt x="481964" y="409834"/>
                  </a:lnTo>
                  <a:lnTo>
                    <a:pt x="478686" y="409834"/>
                  </a:lnTo>
                  <a:lnTo>
                    <a:pt x="473768" y="409834"/>
                  </a:lnTo>
                  <a:lnTo>
                    <a:pt x="470489" y="408195"/>
                  </a:lnTo>
                  <a:lnTo>
                    <a:pt x="467211" y="408195"/>
                  </a:lnTo>
                  <a:lnTo>
                    <a:pt x="462292" y="408195"/>
                  </a:lnTo>
                  <a:lnTo>
                    <a:pt x="459014" y="406556"/>
                  </a:lnTo>
                  <a:lnTo>
                    <a:pt x="455735" y="406556"/>
                  </a:lnTo>
                  <a:lnTo>
                    <a:pt x="452457" y="404916"/>
                  </a:lnTo>
                  <a:lnTo>
                    <a:pt x="449178" y="404916"/>
                  </a:lnTo>
                  <a:lnTo>
                    <a:pt x="444260" y="404916"/>
                  </a:lnTo>
                  <a:lnTo>
                    <a:pt x="440981" y="403277"/>
                  </a:lnTo>
                  <a:lnTo>
                    <a:pt x="437702" y="403277"/>
                  </a:lnTo>
                  <a:lnTo>
                    <a:pt x="432784" y="403277"/>
                  </a:lnTo>
                  <a:lnTo>
                    <a:pt x="429505" y="403277"/>
                  </a:lnTo>
                  <a:lnTo>
                    <a:pt x="426228" y="404916"/>
                  </a:lnTo>
                  <a:lnTo>
                    <a:pt x="421309" y="404916"/>
                  </a:lnTo>
                  <a:lnTo>
                    <a:pt x="418031" y="404916"/>
                  </a:lnTo>
                  <a:lnTo>
                    <a:pt x="414752" y="404916"/>
                  </a:lnTo>
                  <a:lnTo>
                    <a:pt x="409834" y="404916"/>
                  </a:lnTo>
                  <a:lnTo>
                    <a:pt x="406555" y="404916"/>
                  </a:lnTo>
                  <a:lnTo>
                    <a:pt x="404915" y="401637"/>
                  </a:lnTo>
                  <a:lnTo>
                    <a:pt x="401638" y="396719"/>
                  </a:lnTo>
                  <a:lnTo>
                    <a:pt x="398359" y="395080"/>
                  </a:lnTo>
                  <a:lnTo>
                    <a:pt x="395080" y="391801"/>
                  </a:lnTo>
                  <a:lnTo>
                    <a:pt x="391801" y="390162"/>
                  </a:lnTo>
                  <a:lnTo>
                    <a:pt x="386883" y="386883"/>
                  </a:lnTo>
                  <a:lnTo>
                    <a:pt x="383604" y="385244"/>
                  </a:lnTo>
                  <a:lnTo>
                    <a:pt x="380325" y="381966"/>
                  </a:lnTo>
                  <a:lnTo>
                    <a:pt x="377047" y="377047"/>
                  </a:lnTo>
                  <a:lnTo>
                    <a:pt x="375408" y="373769"/>
                  </a:lnTo>
                  <a:lnTo>
                    <a:pt x="372129" y="370490"/>
                  </a:lnTo>
                  <a:lnTo>
                    <a:pt x="368851" y="365572"/>
                  </a:lnTo>
                  <a:lnTo>
                    <a:pt x="365572" y="362293"/>
                  </a:lnTo>
                  <a:lnTo>
                    <a:pt x="362293" y="359015"/>
                  </a:lnTo>
                  <a:lnTo>
                    <a:pt x="359014" y="354097"/>
                  </a:lnTo>
                  <a:lnTo>
                    <a:pt x="355735" y="350818"/>
                  </a:lnTo>
                  <a:lnTo>
                    <a:pt x="352457" y="350818"/>
                  </a:lnTo>
                  <a:lnTo>
                    <a:pt x="347539" y="349179"/>
                  </a:lnTo>
                  <a:lnTo>
                    <a:pt x="347539" y="345900"/>
                  </a:lnTo>
                  <a:lnTo>
                    <a:pt x="345900" y="342621"/>
                  </a:lnTo>
                  <a:lnTo>
                    <a:pt x="345900" y="337703"/>
                  </a:lnTo>
                  <a:lnTo>
                    <a:pt x="342621" y="337703"/>
                  </a:lnTo>
                  <a:lnTo>
                    <a:pt x="339342" y="337703"/>
                  </a:lnTo>
                  <a:lnTo>
                    <a:pt x="334424" y="339343"/>
                  </a:lnTo>
                  <a:lnTo>
                    <a:pt x="331145" y="337703"/>
                  </a:lnTo>
                  <a:lnTo>
                    <a:pt x="327867" y="337703"/>
                  </a:lnTo>
                  <a:lnTo>
                    <a:pt x="324588" y="336064"/>
                  </a:lnTo>
                  <a:lnTo>
                    <a:pt x="319671" y="334425"/>
                  </a:lnTo>
                  <a:lnTo>
                    <a:pt x="316392" y="331146"/>
                  </a:lnTo>
                  <a:lnTo>
                    <a:pt x="313113" y="329507"/>
                  </a:lnTo>
                  <a:lnTo>
                    <a:pt x="309834" y="327867"/>
                  </a:lnTo>
                  <a:lnTo>
                    <a:pt x="304916" y="327867"/>
                  </a:lnTo>
                  <a:lnTo>
                    <a:pt x="301637" y="324589"/>
                  </a:lnTo>
                  <a:lnTo>
                    <a:pt x="298359" y="321310"/>
                  </a:lnTo>
                  <a:lnTo>
                    <a:pt x="293441" y="321310"/>
                  </a:lnTo>
                  <a:lnTo>
                    <a:pt x="288523" y="321310"/>
                  </a:lnTo>
                  <a:lnTo>
                    <a:pt x="288523" y="321310"/>
                  </a:lnTo>
                  <a:lnTo>
                    <a:pt x="283605" y="318031"/>
                  </a:lnTo>
                  <a:lnTo>
                    <a:pt x="280326" y="314753"/>
                  </a:lnTo>
                  <a:lnTo>
                    <a:pt x="277047" y="311474"/>
                  </a:lnTo>
                  <a:lnTo>
                    <a:pt x="272130" y="309835"/>
                  </a:lnTo>
                  <a:lnTo>
                    <a:pt x="268851" y="308195"/>
                  </a:lnTo>
                  <a:lnTo>
                    <a:pt x="265572" y="308195"/>
                  </a:lnTo>
                  <a:lnTo>
                    <a:pt x="260654" y="306556"/>
                  </a:lnTo>
                  <a:lnTo>
                    <a:pt x="257375" y="306556"/>
                  </a:lnTo>
                  <a:lnTo>
                    <a:pt x="257375" y="306556"/>
                  </a:lnTo>
                  <a:lnTo>
                    <a:pt x="254097" y="306556"/>
                  </a:lnTo>
                  <a:lnTo>
                    <a:pt x="249178" y="306556"/>
                  </a:lnTo>
                  <a:lnTo>
                    <a:pt x="245901" y="304916"/>
                  </a:lnTo>
                  <a:lnTo>
                    <a:pt x="242622" y="304916"/>
                  </a:lnTo>
                  <a:lnTo>
                    <a:pt x="239343" y="304916"/>
                  </a:lnTo>
                  <a:lnTo>
                    <a:pt x="234425" y="306556"/>
                  </a:lnTo>
                  <a:lnTo>
                    <a:pt x="231146" y="306556"/>
                  </a:lnTo>
                  <a:lnTo>
                    <a:pt x="227867" y="306556"/>
                  </a:lnTo>
                  <a:lnTo>
                    <a:pt x="224588" y="306556"/>
                  </a:lnTo>
                  <a:lnTo>
                    <a:pt x="219671" y="304916"/>
                  </a:lnTo>
                  <a:lnTo>
                    <a:pt x="216392" y="303277"/>
                  </a:lnTo>
                  <a:lnTo>
                    <a:pt x="211474" y="303277"/>
                  </a:lnTo>
                  <a:lnTo>
                    <a:pt x="208195" y="303277"/>
                  </a:lnTo>
                  <a:lnTo>
                    <a:pt x="204917" y="303277"/>
                  </a:lnTo>
                  <a:lnTo>
                    <a:pt x="201638" y="303277"/>
                  </a:lnTo>
                  <a:lnTo>
                    <a:pt x="196720" y="303277"/>
                  </a:lnTo>
                  <a:lnTo>
                    <a:pt x="193442" y="299999"/>
                  </a:lnTo>
                  <a:lnTo>
                    <a:pt x="190163" y="301638"/>
                  </a:lnTo>
                  <a:lnTo>
                    <a:pt x="186884" y="299999"/>
                  </a:lnTo>
                  <a:lnTo>
                    <a:pt x="183605" y="298359"/>
                  </a:lnTo>
                  <a:lnTo>
                    <a:pt x="178687" y="296720"/>
                  </a:lnTo>
                  <a:lnTo>
                    <a:pt x="175408" y="298359"/>
                  </a:lnTo>
                  <a:lnTo>
                    <a:pt x="172130" y="295081"/>
                  </a:lnTo>
                  <a:lnTo>
                    <a:pt x="168851" y="291802"/>
                  </a:lnTo>
                  <a:lnTo>
                    <a:pt x="165573" y="288523"/>
                  </a:lnTo>
                  <a:lnTo>
                    <a:pt x="162294" y="285244"/>
                  </a:lnTo>
                  <a:lnTo>
                    <a:pt x="160655" y="285244"/>
                  </a:lnTo>
                  <a:lnTo>
                    <a:pt x="159015" y="281966"/>
                  </a:lnTo>
                  <a:lnTo>
                    <a:pt x="159015" y="277048"/>
                  </a:lnTo>
                  <a:lnTo>
                    <a:pt x="159015" y="273769"/>
                  </a:lnTo>
                  <a:lnTo>
                    <a:pt x="159015" y="270491"/>
                  </a:lnTo>
                  <a:lnTo>
                    <a:pt x="160655" y="267212"/>
                  </a:lnTo>
                  <a:lnTo>
                    <a:pt x="163934" y="263933"/>
                  </a:lnTo>
                  <a:lnTo>
                    <a:pt x="162294" y="259015"/>
                  </a:lnTo>
                  <a:lnTo>
                    <a:pt x="162294" y="257376"/>
                  </a:lnTo>
                  <a:lnTo>
                    <a:pt x="160655" y="257376"/>
                  </a:lnTo>
                  <a:lnTo>
                    <a:pt x="157376" y="254097"/>
                  </a:lnTo>
                  <a:lnTo>
                    <a:pt x="155737" y="249179"/>
                  </a:lnTo>
                  <a:lnTo>
                    <a:pt x="155737" y="245901"/>
                  </a:lnTo>
                  <a:lnTo>
                    <a:pt x="155737" y="242622"/>
                  </a:lnTo>
                  <a:lnTo>
                    <a:pt x="155737" y="237704"/>
                  </a:lnTo>
                  <a:lnTo>
                    <a:pt x="152458" y="234425"/>
                  </a:lnTo>
                  <a:lnTo>
                    <a:pt x="150818" y="231146"/>
                  </a:lnTo>
                  <a:lnTo>
                    <a:pt x="147540" y="227868"/>
                  </a:lnTo>
                  <a:lnTo>
                    <a:pt x="145900" y="224589"/>
                  </a:lnTo>
                  <a:lnTo>
                    <a:pt x="140983" y="221310"/>
                  </a:lnTo>
                  <a:lnTo>
                    <a:pt x="137704" y="219671"/>
                  </a:lnTo>
                  <a:lnTo>
                    <a:pt x="134425" y="216392"/>
                  </a:lnTo>
                  <a:lnTo>
                    <a:pt x="131147" y="213114"/>
                  </a:lnTo>
                  <a:lnTo>
                    <a:pt x="126228" y="209835"/>
                  </a:lnTo>
                  <a:lnTo>
                    <a:pt x="122950" y="206556"/>
                  </a:lnTo>
                  <a:lnTo>
                    <a:pt x="121310" y="203278"/>
                  </a:lnTo>
                  <a:lnTo>
                    <a:pt x="119671" y="199999"/>
                  </a:lnTo>
                  <a:lnTo>
                    <a:pt x="114754" y="196720"/>
                  </a:lnTo>
                  <a:lnTo>
                    <a:pt x="113114" y="191802"/>
                  </a:lnTo>
                  <a:lnTo>
                    <a:pt x="109835" y="190163"/>
                  </a:lnTo>
                  <a:lnTo>
                    <a:pt x="106557" y="190163"/>
                  </a:lnTo>
                  <a:lnTo>
                    <a:pt x="101638" y="186884"/>
                  </a:lnTo>
                  <a:lnTo>
                    <a:pt x="99999" y="183606"/>
                  </a:lnTo>
                  <a:lnTo>
                    <a:pt x="96720" y="181966"/>
                  </a:lnTo>
                  <a:lnTo>
                    <a:pt x="95081" y="183606"/>
                  </a:lnTo>
                  <a:lnTo>
                    <a:pt x="91802" y="185245"/>
                  </a:lnTo>
                  <a:lnTo>
                    <a:pt x="88524" y="181966"/>
                  </a:lnTo>
                  <a:lnTo>
                    <a:pt x="83606" y="180327"/>
                  </a:lnTo>
                  <a:lnTo>
                    <a:pt x="80327" y="177048"/>
                  </a:lnTo>
                  <a:lnTo>
                    <a:pt x="77048" y="175409"/>
                  </a:lnTo>
                  <a:lnTo>
                    <a:pt x="72130" y="175409"/>
                  </a:lnTo>
                  <a:lnTo>
                    <a:pt x="68851" y="177048"/>
                  </a:lnTo>
                  <a:lnTo>
                    <a:pt x="65573" y="177048"/>
                  </a:lnTo>
                  <a:lnTo>
                    <a:pt x="62295" y="177048"/>
                  </a:lnTo>
                  <a:lnTo>
                    <a:pt x="59016" y="173770"/>
                  </a:lnTo>
                  <a:lnTo>
                    <a:pt x="54098" y="172130"/>
                  </a:lnTo>
                  <a:lnTo>
                    <a:pt x="50819" y="172130"/>
                  </a:lnTo>
                  <a:lnTo>
                    <a:pt x="47540" y="168852"/>
                  </a:lnTo>
                  <a:lnTo>
                    <a:pt x="42622" y="167212"/>
                  </a:lnTo>
                  <a:lnTo>
                    <a:pt x="40983" y="163934"/>
                  </a:lnTo>
                  <a:lnTo>
                    <a:pt x="37705" y="160655"/>
                  </a:lnTo>
                  <a:lnTo>
                    <a:pt x="34426" y="159016"/>
                  </a:lnTo>
                  <a:lnTo>
                    <a:pt x="29508" y="157376"/>
                  </a:lnTo>
                  <a:lnTo>
                    <a:pt x="26229" y="155737"/>
                  </a:lnTo>
                  <a:lnTo>
                    <a:pt x="22950" y="154098"/>
                  </a:lnTo>
                  <a:lnTo>
                    <a:pt x="18032" y="154098"/>
                  </a:lnTo>
                  <a:lnTo>
                    <a:pt x="14753" y="150819"/>
                  </a:lnTo>
                  <a:lnTo>
                    <a:pt x="18032" y="147540"/>
                  </a:lnTo>
                  <a:lnTo>
                    <a:pt x="13114" y="144262"/>
                  </a:lnTo>
                  <a:lnTo>
                    <a:pt x="9836" y="144262"/>
                  </a:lnTo>
                  <a:lnTo>
                    <a:pt x="6557" y="140983"/>
                  </a:lnTo>
                  <a:lnTo>
                    <a:pt x="3278" y="137704"/>
                  </a:lnTo>
                  <a:lnTo>
                    <a:pt x="4918" y="134426"/>
                  </a:lnTo>
                  <a:lnTo>
                    <a:pt x="3278" y="131147"/>
                  </a:lnTo>
                  <a:lnTo>
                    <a:pt x="0" y="1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91" name="Freeform 3290">
              <a:extLst>
                <a:ext uri="{FF2B5EF4-FFF2-40B4-BE49-F238E27FC236}">
                  <a16:creationId xmlns:a16="http://schemas.microsoft.com/office/drawing/2014/main" id="{102EDED0-FBD4-3942-A9E0-6C52E160DBB7}"/>
                </a:ext>
              </a:extLst>
            </p:cNvPr>
            <p:cNvSpPr/>
            <p:nvPr/>
          </p:nvSpPr>
          <p:spPr>
            <a:xfrm>
              <a:off x="9592705" y="3813259"/>
              <a:ext cx="368850" cy="272129"/>
            </a:xfrm>
            <a:custGeom>
              <a:avLst/>
              <a:gdLst>
                <a:gd name="connsiteX0" fmla="*/ 3279 w 368850"/>
                <a:gd name="connsiteY0" fmla="*/ 218032 h 272129"/>
                <a:gd name="connsiteX1" fmla="*/ 3279 w 368850"/>
                <a:gd name="connsiteY1" fmla="*/ 219671 h 272129"/>
                <a:gd name="connsiteX2" fmla="*/ 4918 w 368850"/>
                <a:gd name="connsiteY2" fmla="*/ 222950 h 272129"/>
                <a:gd name="connsiteX3" fmla="*/ 6558 w 368850"/>
                <a:gd name="connsiteY3" fmla="*/ 227868 h 272129"/>
                <a:gd name="connsiteX4" fmla="*/ 9837 w 368850"/>
                <a:gd name="connsiteY4" fmla="*/ 229507 h 272129"/>
                <a:gd name="connsiteX5" fmla="*/ 14754 w 368850"/>
                <a:gd name="connsiteY5" fmla="*/ 232786 h 272129"/>
                <a:gd name="connsiteX6" fmla="*/ 18033 w 368850"/>
                <a:gd name="connsiteY6" fmla="*/ 234425 h 272129"/>
                <a:gd name="connsiteX7" fmla="*/ 21311 w 368850"/>
                <a:gd name="connsiteY7" fmla="*/ 234425 h 272129"/>
                <a:gd name="connsiteX8" fmla="*/ 24590 w 368850"/>
                <a:gd name="connsiteY8" fmla="*/ 234425 h 272129"/>
                <a:gd name="connsiteX9" fmla="*/ 29508 w 368850"/>
                <a:gd name="connsiteY9" fmla="*/ 236064 h 272129"/>
                <a:gd name="connsiteX10" fmla="*/ 29508 w 368850"/>
                <a:gd name="connsiteY10" fmla="*/ 232786 h 272129"/>
                <a:gd name="connsiteX11" fmla="*/ 31148 w 368850"/>
                <a:gd name="connsiteY11" fmla="*/ 229507 h 272129"/>
                <a:gd name="connsiteX12" fmla="*/ 31148 w 368850"/>
                <a:gd name="connsiteY12" fmla="*/ 232786 h 272129"/>
                <a:gd name="connsiteX13" fmla="*/ 36066 w 368850"/>
                <a:gd name="connsiteY13" fmla="*/ 232786 h 272129"/>
                <a:gd name="connsiteX14" fmla="*/ 36066 w 368850"/>
                <a:gd name="connsiteY14" fmla="*/ 236064 h 272129"/>
                <a:gd name="connsiteX15" fmla="*/ 36066 w 368850"/>
                <a:gd name="connsiteY15" fmla="*/ 237704 h 272129"/>
                <a:gd name="connsiteX16" fmla="*/ 39344 w 368850"/>
                <a:gd name="connsiteY16" fmla="*/ 239343 h 272129"/>
                <a:gd name="connsiteX17" fmla="*/ 42623 w 368850"/>
                <a:gd name="connsiteY17" fmla="*/ 239343 h 272129"/>
                <a:gd name="connsiteX18" fmla="*/ 45901 w 368850"/>
                <a:gd name="connsiteY18" fmla="*/ 244261 h 272129"/>
                <a:gd name="connsiteX19" fmla="*/ 47541 w 368850"/>
                <a:gd name="connsiteY19" fmla="*/ 242622 h 272129"/>
                <a:gd name="connsiteX20" fmla="*/ 50820 w 368850"/>
                <a:gd name="connsiteY20" fmla="*/ 240982 h 272129"/>
                <a:gd name="connsiteX21" fmla="*/ 55738 w 368850"/>
                <a:gd name="connsiteY21" fmla="*/ 242622 h 272129"/>
                <a:gd name="connsiteX22" fmla="*/ 59017 w 368850"/>
                <a:gd name="connsiteY22" fmla="*/ 245901 h 272129"/>
                <a:gd name="connsiteX23" fmla="*/ 62295 w 368850"/>
                <a:gd name="connsiteY23" fmla="*/ 249179 h 272129"/>
                <a:gd name="connsiteX24" fmla="*/ 65573 w 368850"/>
                <a:gd name="connsiteY24" fmla="*/ 247540 h 272129"/>
                <a:gd name="connsiteX25" fmla="*/ 68852 w 368850"/>
                <a:gd name="connsiteY25" fmla="*/ 250818 h 272129"/>
                <a:gd name="connsiteX26" fmla="*/ 70491 w 368850"/>
                <a:gd name="connsiteY26" fmla="*/ 249179 h 272129"/>
                <a:gd name="connsiteX27" fmla="*/ 67213 w 368850"/>
                <a:gd name="connsiteY27" fmla="*/ 247540 h 272129"/>
                <a:gd name="connsiteX28" fmla="*/ 63935 w 368850"/>
                <a:gd name="connsiteY28" fmla="*/ 247540 h 272129"/>
                <a:gd name="connsiteX29" fmla="*/ 59017 w 368850"/>
                <a:gd name="connsiteY29" fmla="*/ 245901 h 272129"/>
                <a:gd name="connsiteX30" fmla="*/ 57377 w 368850"/>
                <a:gd name="connsiteY30" fmla="*/ 240982 h 272129"/>
                <a:gd name="connsiteX31" fmla="*/ 57377 w 368850"/>
                <a:gd name="connsiteY31" fmla="*/ 237704 h 272129"/>
                <a:gd name="connsiteX32" fmla="*/ 60656 w 368850"/>
                <a:gd name="connsiteY32" fmla="*/ 234425 h 272129"/>
                <a:gd name="connsiteX33" fmla="*/ 63935 w 368850"/>
                <a:gd name="connsiteY33" fmla="*/ 236064 h 272129"/>
                <a:gd name="connsiteX34" fmla="*/ 60656 w 368850"/>
                <a:gd name="connsiteY34" fmla="*/ 232786 h 272129"/>
                <a:gd name="connsiteX35" fmla="*/ 60656 w 368850"/>
                <a:gd name="connsiteY35" fmla="*/ 229507 h 272129"/>
                <a:gd name="connsiteX36" fmla="*/ 62295 w 368850"/>
                <a:gd name="connsiteY36" fmla="*/ 226228 h 272129"/>
                <a:gd name="connsiteX37" fmla="*/ 62295 w 368850"/>
                <a:gd name="connsiteY37" fmla="*/ 222950 h 272129"/>
                <a:gd name="connsiteX38" fmla="*/ 63935 w 368850"/>
                <a:gd name="connsiteY38" fmla="*/ 218032 h 272129"/>
                <a:gd name="connsiteX39" fmla="*/ 65573 w 368850"/>
                <a:gd name="connsiteY39" fmla="*/ 214753 h 272129"/>
                <a:gd name="connsiteX40" fmla="*/ 68852 w 368850"/>
                <a:gd name="connsiteY40" fmla="*/ 216392 h 272129"/>
                <a:gd name="connsiteX41" fmla="*/ 70491 w 368850"/>
                <a:gd name="connsiteY41" fmla="*/ 213114 h 272129"/>
                <a:gd name="connsiteX42" fmla="*/ 67213 w 368850"/>
                <a:gd name="connsiteY42" fmla="*/ 214753 h 272129"/>
                <a:gd name="connsiteX43" fmla="*/ 62295 w 368850"/>
                <a:gd name="connsiteY43" fmla="*/ 214753 h 272129"/>
                <a:gd name="connsiteX44" fmla="*/ 65573 w 368850"/>
                <a:gd name="connsiteY44" fmla="*/ 211474 h 272129"/>
                <a:gd name="connsiteX45" fmla="*/ 63935 w 368850"/>
                <a:gd name="connsiteY45" fmla="*/ 206557 h 272129"/>
                <a:gd name="connsiteX46" fmla="*/ 63935 w 368850"/>
                <a:gd name="connsiteY46" fmla="*/ 203278 h 272129"/>
                <a:gd name="connsiteX47" fmla="*/ 67213 w 368850"/>
                <a:gd name="connsiteY47" fmla="*/ 203278 h 272129"/>
                <a:gd name="connsiteX48" fmla="*/ 72131 w 368850"/>
                <a:gd name="connsiteY48" fmla="*/ 204917 h 272129"/>
                <a:gd name="connsiteX49" fmla="*/ 75410 w 368850"/>
                <a:gd name="connsiteY49" fmla="*/ 204917 h 272129"/>
                <a:gd name="connsiteX50" fmla="*/ 72131 w 368850"/>
                <a:gd name="connsiteY50" fmla="*/ 201638 h 272129"/>
                <a:gd name="connsiteX51" fmla="*/ 72131 w 368850"/>
                <a:gd name="connsiteY51" fmla="*/ 198360 h 272129"/>
                <a:gd name="connsiteX52" fmla="*/ 72131 w 368850"/>
                <a:gd name="connsiteY52" fmla="*/ 193442 h 272129"/>
                <a:gd name="connsiteX53" fmla="*/ 72131 w 368850"/>
                <a:gd name="connsiteY53" fmla="*/ 190163 h 272129"/>
                <a:gd name="connsiteX54" fmla="*/ 75410 w 368850"/>
                <a:gd name="connsiteY54" fmla="*/ 186884 h 272129"/>
                <a:gd name="connsiteX55" fmla="*/ 80328 w 368850"/>
                <a:gd name="connsiteY55" fmla="*/ 183605 h 272129"/>
                <a:gd name="connsiteX56" fmla="*/ 80328 w 368850"/>
                <a:gd name="connsiteY56" fmla="*/ 183605 h 272129"/>
                <a:gd name="connsiteX57" fmla="*/ 83607 w 368850"/>
                <a:gd name="connsiteY57" fmla="*/ 183605 h 272129"/>
                <a:gd name="connsiteX58" fmla="*/ 88525 w 368850"/>
                <a:gd name="connsiteY58" fmla="*/ 181966 h 272129"/>
                <a:gd name="connsiteX59" fmla="*/ 91803 w 368850"/>
                <a:gd name="connsiteY59" fmla="*/ 181966 h 272129"/>
                <a:gd name="connsiteX60" fmla="*/ 95081 w 368850"/>
                <a:gd name="connsiteY60" fmla="*/ 180327 h 272129"/>
                <a:gd name="connsiteX61" fmla="*/ 98360 w 368850"/>
                <a:gd name="connsiteY61" fmla="*/ 180327 h 272129"/>
                <a:gd name="connsiteX62" fmla="*/ 103278 w 368850"/>
                <a:gd name="connsiteY62" fmla="*/ 178688 h 272129"/>
                <a:gd name="connsiteX63" fmla="*/ 106557 w 368850"/>
                <a:gd name="connsiteY63" fmla="*/ 177048 h 272129"/>
                <a:gd name="connsiteX64" fmla="*/ 109836 w 368850"/>
                <a:gd name="connsiteY64" fmla="*/ 177048 h 272129"/>
                <a:gd name="connsiteX65" fmla="*/ 113115 w 368850"/>
                <a:gd name="connsiteY65" fmla="*/ 177048 h 272129"/>
                <a:gd name="connsiteX66" fmla="*/ 116394 w 368850"/>
                <a:gd name="connsiteY66" fmla="*/ 175409 h 272129"/>
                <a:gd name="connsiteX67" fmla="*/ 121311 w 368850"/>
                <a:gd name="connsiteY67" fmla="*/ 173770 h 272129"/>
                <a:gd name="connsiteX68" fmla="*/ 124590 w 368850"/>
                <a:gd name="connsiteY68" fmla="*/ 172130 h 272129"/>
                <a:gd name="connsiteX69" fmla="*/ 127868 w 368850"/>
                <a:gd name="connsiteY69" fmla="*/ 172130 h 272129"/>
                <a:gd name="connsiteX70" fmla="*/ 131147 w 368850"/>
                <a:gd name="connsiteY70" fmla="*/ 170491 h 272129"/>
                <a:gd name="connsiteX71" fmla="*/ 132787 w 368850"/>
                <a:gd name="connsiteY71" fmla="*/ 168851 h 272129"/>
                <a:gd name="connsiteX72" fmla="*/ 134426 w 368850"/>
                <a:gd name="connsiteY72" fmla="*/ 165573 h 272129"/>
                <a:gd name="connsiteX73" fmla="*/ 137705 w 368850"/>
                <a:gd name="connsiteY73" fmla="*/ 160655 h 272129"/>
                <a:gd name="connsiteX74" fmla="*/ 139344 w 368850"/>
                <a:gd name="connsiteY74" fmla="*/ 157376 h 272129"/>
                <a:gd name="connsiteX75" fmla="*/ 142623 w 368850"/>
                <a:gd name="connsiteY75" fmla="*/ 154098 h 272129"/>
                <a:gd name="connsiteX76" fmla="*/ 145901 w 368850"/>
                <a:gd name="connsiteY76" fmla="*/ 149180 h 272129"/>
                <a:gd name="connsiteX77" fmla="*/ 147540 w 368850"/>
                <a:gd name="connsiteY77" fmla="*/ 145901 h 272129"/>
                <a:gd name="connsiteX78" fmla="*/ 149180 w 368850"/>
                <a:gd name="connsiteY78" fmla="*/ 142622 h 272129"/>
                <a:gd name="connsiteX79" fmla="*/ 152458 w 368850"/>
                <a:gd name="connsiteY79" fmla="*/ 139344 h 272129"/>
                <a:gd name="connsiteX80" fmla="*/ 155737 w 368850"/>
                <a:gd name="connsiteY80" fmla="*/ 136065 h 272129"/>
                <a:gd name="connsiteX81" fmla="*/ 159016 w 368850"/>
                <a:gd name="connsiteY81" fmla="*/ 131147 h 272129"/>
                <a:gd name="connsiteX82" fmla="*/ 162295 w 368850"/>
                <a:gd name="connsiteY82" fmla="*/ 127868 h 272129"/>
                <a:gd name="connsiteX83" fmla="*/ 163934 w 368850"/>
                <a:gd name="connsiteY83" fmla="*/ 124590 h 272129"/>
                <a:gd name="connsiteX84" fmla="*/ 165574 w 368850"/>
                <a:gd name="connsiteY84" fmla="*/ 119671 h 272129"/>
                <a:gd name="connsiteX85" fmla="*/ 167213 w 368850"/>
                <a:gd name="connsiteY85" fmla="*/ 116393 h 272129"/>
                <a:gd name="connsiteX86" fmla="*/ 168851 w 368850"/>
                <a:gd name="connsiteY86" fmla="*/ 113114 h 272129"/>
                <a:gd name="connsiteX87" fmla="*/ 167213 w 368850"/>
                <a:gd name="connsiteY87" fmla="*/ 109835 h 272129"/>
                <a:gd name="connsiteX88" fmla="*/ 167213 w 368850"/>
                <a:gd name="connsiteY88" fmla="*/ 106557 h 272129"/>
                <a:gd name="connsiteX89" fmla="*/ 170491 w 368850"/>
                <a:gd name="connsiteY89" fmla="*/ 106557 h 272129"/>
                <a:gd name="connsiteX90" fmla="*/ 172130 w 368850"/>
                <a:gd name="connsiteY90" fmla="*/ 106557 h 272129"/>
                <a:gd name="connsiteX91" fmla="*/ 172130 w 368850"/>
                <a:gd name="connsiteY91" fmla="*/ 106557 h 272129"/>
                <a:gd name="connsiteX92" fmla="*/ 175409 w 368850"/>
                <a:gd name="connsiteY92" fmla="*/ 108196 h 272129"/>
                <a:gd name="connsiteX93" fmla="*/ 178688 w 368850"/>
                <a:gd name="connsiteY93" fmla="*/ 111475 h 272129"/>
                <a:gd name="connsiteX94" fmla="*/ 180327 w 368850"/>
                <a:gd name="connsiteY94" fmla="*/ 116393 h 272129"/>
                <a:gd name="connsiteX95" fmla="*/ 180327 w 368850"/>
                <a:gd name="connsiteY95" fmla="*/ 119671 h 272129"/>
                <a:gd name="connsiteX96" fmla="*/ 185245 w 368850"/>
                <a:gd name="connsiteY96" fmla="*/ 121311 h 272129"/>
                <a:gd name="connsiteX97" fmla="*/ 186885 w 368850"/>
                <a:gd name="connsiteY97" fmla="*/ 124590 h 272129"/>
                <a:gd name="connsiteX98" fmla="*/ 191803 w 368850"/>
                <a:gd name="connsiteY98" fmla="*/ 127868 h 272129"/>
                <a:gd name="connsiteX99" fmla="*/ 195081 w 368850"/>
                <a:gd name="connsiteY99" fmla="*/ 131147 h 272129"/>
                <a:gd name="connsiteX100" fmla="*/ 198360 w 368850"/>
                <a:gd name="connsiteY100" fmla="*/ 127868 h 272129"/>
                <a:gd name="connsiteX101" fmla="*/ 199999 w 368850"/>
                <a:gd name="connsiteY101" fmla="*/ 122950 h 272129"/>
                <a:gd name="connsiteX102" fmla="*/ 201638 w 368850"/>
                <a:gd name="connsiteY102" fmla="*/ 119671 h 272129"/>
                <a:gd name="connsiteX103" fmla="*/ 199999 w 368850"/>
                <a:gd name="connsiteY103" fmla="*/ 119671 h 272129"/>
                <a:gd name="connsiteX104" fmla="*/ 201638 w 368850"/>
                <a:gd name="connsiteY104" fmla="*/ 114754 h 272129"/>
                <a:gd name="connsiteX105" fmla="*/ 199999 w 368850"/>
                <a:gd name="connsiteY105" fmla="*/ 111475 h 272129"/>
                <a:gd name="connsiteX106" fmla="*/ 198360 w 368850"/>
                <a:gd name="connsiteY106" fmla="*/ 106557 h 272129"/>
                <a:gd name="connsiteX107" fmla="*/ 198360 w 368850"/>
                <a:gd name="connsiteY107" fmla="*/ 103278 h 272129"/>
                <a:gd name="connsiteX108" fmla="*/ 198360 w 368850"/>
                <a:gd name="connsiteY108" fmla="*/ 100000 h 272129"/>
                <a:gd name="connsiteX109" fmla="*/ 201638 w 368850"/>
                <a:gd name="connsiteY109" fmla="*/ 96721 h 272129"/>
                <a:gd name="connsiteX110" fmla="*/ 203278 w 368850"/>
                <a:gd name="connsiteY110" fmla="*/ 96721 h 272129"/>
                <a:gd name="connsiteX111" fmla="*/ 206557 w 368850"/>
                <a:gd name="connsiteY111" fmla="*/ 93442 h 272129"/>
                <a:gd name="connsiteX112" fmla="*/ 206557 w 368850"/>
                <a:gd name="connsiteY112" fmla="*/ 95081 h 272129"/>
                <a:gd name="connsiteX113" fmla="*/ 206557 w 368850"/>
                <a:gd name="connsiteY113" fmla="*/ 96721 h 272129"/>
                <a:gd name="connsiteX114" fmla="*/ 206557 w 368850"/>
                <a:gd name="connsiteY114" fmla="*/ 100000 h 272129"/>
                <a:gd name="connsiteX115" fmla="*/ 206557 w 368850"/>
                <a:gd name="connsiteY115" fmla="*/ 100000 h 272129"/>
                <a:gd name="connsiteX116" fmla="*/ 208196 w 368850"/>
                <a:gd name="connsiteY116" fmla="*/ 101639 h 272129"/>
                <a:gd name="connsiteX117" fmla="*/ 208196 w 368850"/>
                <a:gd name="connsiteY117" fmla="*/ 103278 h 272129"/>
                <a:gd name="connsiteX118" fmla="*/ 208196 w 368850"/>
                <a:gd name="connsiteY118" fmla="*/ 108196 h 272129"/>
                <a:gd name="connsiteX119" fmla="*/ 209835 w 368850"/>
                <a:gd name="connsiteY119" fmla="*/ 111475 h 272129"/>
                <a:gd name="connsiteX120" fmla="*/ 211475 w 368850"/>
                <a:gd name="connsiteY120" fmla="*/ 114754 h 272129"/>
                <a:gd name="connsiteX121" fmla="*/ 214754 w 368850"/>
                <a:gd name="connsiteY121" fmla="*/ 116393 h 272129"/>
                <a:gd name="connsiteX122" fmla="*/ 218032 w 368850"/>
                <a:gd name="connsiteY122" fmla="*/ 118032 h 272129"/>
                <a:gd name="connsiteX123" fmla="*/ 218032 w 368850"/>
                <a:gd name="connsiteY123" fmla="*/ 114754 h 272129"/>
                <a:gd name="connsiteX124" fmla="*/ 218032 w 368850"/>
                <a:gd name="connsiteY124" fmla="*/ 109835 h 272129"/>
                <a:gd name="connsiteX125" fmla="*/ 218032 w 368850"/>
                <a:gd name="connsiteY125" fmla="*/ 106557 h 272129"/>
                <a:gd name="connsiteX126" fmla="*/ 216393 w 368850"/>
                <a:gd name="connsiteY126" fmla="*/ 103278 h 272129"/>
                <a:gd name="connsiteX127" fmla="*/ 214754 w 368850"/>
                <a:gd name="connsiteY127" fmla="*/ 98360 h 272129"/>
                <a:gd name="connsiteX128" fmla="*/ 213114 w 368850"/>
                <a:gd name="connsiteY128" fmla="*/ 95081 h 272129"/>
                <a:gd name="connsiteX129" fmla="*/ 211475 w 368850"/>
                <a:gd name="connsiteY129" fmla="*/ 91803 h 272129"/>
                <a:gd name="connsiteX130" fmla="*/ 214754 w 368850"/>
                <a:gd name="connsiteY130" fmla="*/ 90164 h 272129"/>
                <a:gd name="connsiteX131" fmla="*/ 218032 w 368850"/>
                <a:gd name="connsiteY131" fmla="*/ 93442 h 272129"/>
                <a:gd name="connsiteX132" fmla="*/ 221310 w 368850"/>
                <a:gd name="connsiteY132" fmla="*/ 90164 h 272129"/>
                <a:gd name="connsiteX133" fmla="*/ 224589 w 368850"/>
                <a:gd name="connsiteY133" fmla="*/ 86885 h 272129"/>
                <a:gd name="connsiteX134" fmla="*/ 227868 w 368850"/>
                <a:gd name="connsiteY134" fmla="*/ 83606 h 272129"/>
                <a:gd name="connsiteX135" fmla="*/ 226228 w 368850"/>
                <a:gd name="connsiteY135" fmla="*/ 78688 h 272129"/>
                <a:gd name="connsiteX136" fmla="*/ 222950 w 368850"/>
                <a:gd name="connsiteY136" fmla="*/ 78688 h 272129"/>
                <a:gd name="connsiteX137" fmla="*/ 219672 w 368850"/>
                <a:gd name="connsiteY137" fmla="*/ 73770 h 272129"/>
                <a:gd name="connsiteX138" fmla="*/ 219672 w 368850"/>
                <a:gd name="connsiteY138" fmla="*/ 73770 h 272129"/>
                <a:gd name="connsiteX139" fmla="*/ 221310 w 368850"/>
                <a:gd name="connsiteY139" fmla="*/ 68852 h 272129"/>
                <a:gd name="connsiteX140" fmla="*/ 224589 w 368850"/>
                <a:gd name="connsiteY140" fmla="*/ 65573 h 272129"/>
                <a:gd name="connsiteX141" fmla="*/ 227868 w 368850"/>
                <a:gd name="connsiteY141" fmla="*/ 62295 h 272129"/>
                <a:gd name="connsiteX142" fmla="*/ 227868 w 368850"/>
                <a:gd name="connsiteY142" fmla="*/ 65573 h 272129"/>
                <a:gd name="connsiteX143" fmla="*/ 229507 w 368850"/>
                <a:gd name="connsiteY143" fmla="*/ 65573 h 272129"/>
                <a:gd name="connsiteX144" fmla="*/ 234425 w 368850"/>
                <a:gd name="connsiteY144" fmla="*/ 65573 h 272129"/>
                <a:gd name="connsiteX145" fmla="*/ 237704 w 368850"/>
                <a:gd name="connsiteY145" fmla="*/ 62295 h 272129"/>
                <a:gd name="connsiteX146" fmla="*/ 239344 w 368850"/>
                <a:gd name="connsiteY146" fmla="*/ 59016 h 272129"/>
                <a:gd name="connsiteX147" fmla="*/ 239344 w 368850"/>
                <a:gd name="connsiteY147" fmla="*/ 55737 h 272129"/>
                <a:gd name="connsiteX148" fmla="*/ 240983 w 368850"/>
                <a:gd name="connsiteY148" fmla="*/ 54098 h 272129"/>
                <a:gd name="connsiteX149" fmla="*/ 244262 w 368850"/>
                <a:gd name="connsiteY149" fmla="*/ 49180 h 272129"/>
                <a:gd name="connsiteX150" fmla="*/ 245901 w 368850"/>
                <a:gd name="connsiteY150" fmla="*/ 45901 h 272129"/>
                <a:gd name="connsiteX151" fmla="*/ 247540 w 368850"/>
                <a:gd name="connsiteY151" fmla="*/ 42623 h 272129"/>
                <a:gd name="connsiteX152" fmla="*/ 247540 w 368850"/>
                <a:gd name="connsiteY152" fmla="*/ 37705 h 272129"/>
                <a:gd name="connsiteX153" fmla="*/ 249179 w 368850"/>
                <a:gd name="connsiteY153" fmla="*/ 34426 h 272129"/>
                <a:gd name="connsiteX154" fmla="*/ 252458 w 368850"/>
                <a:gd name="connsiteY154" fmla="*/ 34426 h 272129"/>
                <a:gd name="connsiteX155" fmla="*/ 254097 w 368850"/>
                <a:gd name="connsiteY155" fmla="*/ 29508 h 272129"/>
                <a:gd name="connsiteX156" fmla="*/ 255737 w 368850"/>
                <a:gd name="connsiteY156" fmla="*/ 26229 h 272129"/>
                <a:gd name="connsiteX157" fmla="*/ 260655 w 368850"/>
                <a:gd name="connsiteY157" fmla="*/ 22951 h 272129"/>
                <a:gd name="connsiteX158" fmla="*/ 260655 w 368850"/>
                <a:gd name="connsiteY158" fmla="*/ 19672 h 272129"/>
                <a:gd name="connsiteX159" fmla="*/ 263934 w 368850"/>
                <a:gd name="connsiteY159" fmla="*/ 14754 h 272129"/>
                <a:gd name="connsiteX160" fmla="*/ 265573 w 368850"/>
                <a:gd name="connsiteY160" fmla="*/ 11475 h 272129"/>
                <a:gd name="connsiteX161" fmla="*/ 265573 w 368850"/>
                <a:gd name="connsiteY161" fmla="*/ 8197 h 272129"/>
                <a:gd name="connsiteX162" fmla="*/ 267212 w 368850"/>
                <a:gd name="connsiteY162" fmla="*/ 3278 h 272129"/>
                <a:gd name="connsiteX163" fmla="*/ 270491 w 368850"/>
                <a:gd name="connsiteY163" fmla="*/ 0 h 272129"/>
                <a:gd name="connsiteX164" fmla="*/ 272131 w 368850"/>
                <a:gd name="connsiteY164" fmla="*/ 3278 h 272129"/>
                <a:gd name="connsiteX165" fmla="*/ 272131 w 368850"/>
                <a:gd name="connsiteY165" fmla="*/ 8197 h 272129"/>
                <a:gd name="connsiteX166" fmla="*/ 272131 w 368850"/>
                <a:gd name="connsiteY166" fmla="*/ 11475 h 272129"/>
                <a:gd name="connsiteX167" fmla="*/ 270491 w 368850"/>
                <a:gd name="connsiteY167" fmla="*/ 14754 h 272129"/>
                <a:gd name="connsiteX168" fmla="*/ 272131 w 368850"/>
                <a:gd name="connsiteY168" fmla="*/ 18033 h 272129"/>
                <a:gd name="connsiteX169" fmla="*/ 275408 w 368850"/>
                <a:gd name="connsiteY169" fmla="*/ 14754 h 272129"/>
                <a:gd name="connsiteX170" fmla="*/ 278687 w 368850"/>
                <a:gd name="connsiteY170" fmla="*/ 11475 h 272129"/>
                <a:gd name="connsiteX171" fmla="*/ 280327 w 368850"/>
                <a:gd name="connsiteY171" fmla="*/ 8197 h 272129"/>
                <a:gd name="connsiteX172" fmla="*/ 280327 w 368850"/>
                <a:gd name="connsiteY172" fmla="*/ 4918 h 272129"/>
                <a:gd name="connsiteX173" fmla="*/ 281966 w 368850"/>
                <a:gd name="connsiteY173" fmla="*/ 0 h 272129"/>
                <a:gd name="connsiteX174" fmla="*/ 285245 w 368850"/>
                <a:gd name="connsiteY174" fmla="*/ 1639 h 272129"/>
                <a:gd name="connsiteX175" fmla="*/ 288524 w 368850"/>
                <a:gd name="connsiteY175" fmla="*/ 4918 h 272129"/>
                <a:gd name="connsiteX176" fmla="*/ 286884 w 368850"/>
                <a:gd name="connsiteY176" fmla="*/ 8197 h 272129"/>
                <a:gd name="connsiteX177" fmla="*/ 290163 w 368850"/>
                <a:gd name="connsiteY177" fmla="*/ 13114 h 272129"/>
                <a:gd name="connsiteX178" fmla="*/ 290163 w 368850"/>
                <a:gd name="connsiteY178" fmla="*/ 16393 h 272129"/>
                <a:gd name="connsiteX179" fmla="*/ 293442 w 368850"/>
                <a:gd name="connsiteY179" fmla="*/ 18033 h 272129"/>
                <a:gd name="connsiteX180" fmla="*/ 298360 w 368850"/>
                <a:gd name="connsiteY180" fmla="*/ 19672 h 272129"/>
                <a:gd name="connsiteX181" fmla="*/ 299998 w 368850"/>
                <a:gd name="connsiteY181" fmla="*/ 16393 h 272129"/>
                <a:gd name="connsiteX182" fmla="*/ 299998 w 368850"/>
                <a:gd name="connsiteY182" fmla="*/ 19672 h 272129"/>
                <a:gd name="connsiteX183" fmla="*/ 304917 w 368850"/>
                <a:gd name="connsiteY183" fmla="*/ 21311 h 272129"/>
                <a:gd name="connsiteX184" fmla="*/ 308195 w 368850"/>
                <a:gd name="connsiteY184" fmla="*/ 24590 h 272129"/>
                <a:gd name="connsiteX185" fmla="*/ 308195 w 368850"/>
                <a:gd name="connsiteY185" fmla="*/ 26229 h 272129"/>
                <a:gd name="connsiteX186" fmla="*/ 308195 w 368850"/>
                <a:gd name="connsiteY186" fmla="*/ 29508 h 272129"/>
                <a:gd name="connsiteX187" fmla="*/ 308195 w 368850"/>
                <a:gd name="connsiteY187" fmla="*/ 32787 h 272129"/>
                <a:gd name="connsiteX188" fmla="*/ 303277 w 368850"/>
                <a:gd name="connsiteY188" fmla="*/ 34426 h 272129"/>
                <a:gd name="connsiteX189" fmla="*/ 304917 w 368850"/>
                <a:gd name="connsiteY189" fmla="*/ 37705 h 272129"/>
                <a:gd name="connsiteX190" fmla="*/ 304917 w 368850"/>
                <a:gd name="connsiteY190" fmla="*/ 42623 h 272129"/>
                <a:gd name="connsiteX191" fmla="*/ 306556 w 368850"/>
                <a:gd name="connsiteY191" fmla="*/ 45901 h 272129"/>
                <a:gd name="connsiteX192" fmla="*/ 303277 w 368850"/>
                <a:gd name="connsiteY192" fmla="*/ 47541 h 272129"/>
                <a:gd name="connsiteX193" fmla="*/ 298360 w 368850"/>
                <a:gd name="connsiteY193" fmla="*/ 49180 h 272129"/>
                <a:gd name="connsiteX194" fmla="*/ 301638 w 368850"/>
                <a:gd name="connsiteY194" fmla="*/ 49180 h 272129"/>
                <a:gd name="connsiteX195" fmla="*/ 306556 w 368850"/>
                <a:gd name="connsiteY195" fmla="*/ 49180 h 272129"/>
                <a:gd name="connsiteX196" fmla="*/ 309835 w 368850"/>
                <a:gd name="connsiteY196" fmla="*/ 49180 h 272129"/>
                <a:gd name="connsiteX197" fmla="*/ 313114 w 368850"/>
                <a:gd name="connsiteY197" fmla="*/ 45901 h 272129"/>
                <a:gd name="connsiteX198" fmla="*/ 316392 w 368850"/>
                <a:gd name="connsiteY198" fmla="*/ 42623 h 272129"/>
                <a:gd name="connsiteX199" fmla="*/ 321311 w 368850"/>
                <a:gd name="connsiteY199" fmla="*/ 42623 h 272129"/>
                <a:gd name="connsiteX200" fmla="*/ 322950 w 368850"/>
                <a:gd name="connsiteY200" fmla="*/ 47541 h 272129"/>
                <a:gd name="connsiteX201" fmla="*/ 322950 w 368850"/>
                <a:gd name="connsiteY201" fmla="*/ 50820 h 272129"/>
                <a:gd name="connsiteX202" fmla="*/ 319671 w 368850"/>
                <a:gd name="connsiteY202" fmla="*/ 52458 h 272129"/>
                <a:gd name="connsiteX203" fmla="*/ 316392 w 368850"/>
                <a:gd name="connsiteY203" fmla="*/ 54098 h 272129"/>
                <a:gd name="connsiteX204" fmla="*/ 318032 w 368850"/>
                <a:gd name="connsiteY204" fmla="*/ 57377 h 272129"/>
                <a:gd name="connsiteX205" fmla="*/ 321311 w 368850"/>
                <a:gd name="connsiteY205" fmla="*/ 57377 h 272129"/>
                <a:gd name="connsiteX206" fmla="*/ 326228 w 368850"/>
                <a:gd name="connsiteY206" fmla="*/ 55737 h 272129"/>
                <a:gd name="connsiteX207" fmla="*/ 329507 w 368850"/>
                <a:gd name="connsiteY207" fmla="*/ 52458 h 272129"/>
                <a:gd name="connsiteX208" fmla="*/ 332785 w 368850"/>
                <a:gd name="connsiteY208" fmla="*/ 54098 h 272129"/>
                <a:gd name="connsiteX209" fmla="*/ 336064 w 368850"/>
                <a:gd name="connsiteY209" fmla="*/ 54098 h 272129"/>
                <a:gd name="connsiteX210" fmla="*/ 339343 w 368850"/>
                <a:gd name="connsiteY210" fmla="*/ 57377 h 272129"/>
                <a:gd name="connsiteX211" fmla="*/ 342622 w 368850"/>
                <a:gd name="connsiteY211" fmla="*/ 60655 h 272129"/>
                <a:gd name="connsiteX212" fmla="*/ 342622 w 368850"/>
                <a:gd name="connsiteY212" fmla="*/ 63934 h 272129"/>
                <a:gd name="connsiteX213" fmla="*/ 345901 w 368850"/>
                <a:gd name="connsiteY213" fmla="*/ 62295 h 272129"/>
                <a:gd name="connsiteX214" fmla="*/ 349179 w 368850"/>
                <a:gd name="connsiteY214" fmla="*/ 65573 h 272129"/>
                <a:gd name="connsiteX215" fmla="*/ 354097 w 368850"/>
                <a:gd name="connsiteY215" fmla="*/ 67213 h 272129"/>
                <a:gd name="connsiteX216" fmla="*/ 355736 w 368850"/>
                <a:gd name="connsiteY216" fmla="*/ 70491 h 272129"/>
                <a:gd name="connsiteX217" fmla="*/ 357375 w 368850"/>
                <a:gd name="connsiteY217" fmla="*/ 68852 h 272129"/>
                <a:gd name="connsiteX218" fmla="*/ 362294 w 368850"/>
                <a:gd name="connsiteY218" fmla="*/ 70491 h 272129"/>
                <a:gd name="connsiteX219" fmla="*/ 365572 w 368850"/>
                <a:gd name="connsiteY219" fmla="*/ 68852 h 272129"/>
                <a:gd name="connsiteX220" fmla="*/ 368851 w 368850"/>
                <a:gd name="connsiteY220" fmla="*/ 72131 h 272129"/>
                <a:gd name="connsiteX221" fmla="*/ 368851 w 368850"/>
                <a:gd name="connsiteY221" fmla="*/ 75410 h 272129"/>
                <a:gd name="connsiteX222" fmla="*/ 368851 w 368850"/>
                <a:gd name="connsiteY222" fmla="*/ 80327 h 272129"/>
                <a:gd name="connsiteX223" fmla="*/ 365572 w 368850"/>
                <a:gd name="connsiteY223" fmla="*/ 83606 h 272129"/>
                <a:gd name="connsiteX224" fmla="*/ 362294 w 368850"/>
                <a:gd name="connsiteY224" fmla="*/ 85245 h 272129"/>
                <a:gd name="connsiteX225" fmla="*/ 359015 w 368850"/>
                <a:gd name="connsiteY225" fmla="*/ 86885 h 272129"/>
                <a:gd name="connsiteX226" fmla="*/ 354097 w 368850"/>
                <a:gd name="connsiteY226" fmla="*/ 88524 h 272129"/>
                <a:gd name="connsiteX227" fmla="*/ 350818 w 368850"/>
                <a:gd name="connsiteY227" fmla="*/ 90164 h 272129"/>
                <a:gd name="connsiteX228" fmla="*/ 347540 w 368850"/>
                <a:gd name="connsiteY228" fmla="*/ 90164 h 272129"/>
                <a:gd name="connsiteX229" fmla="*/ 342622 w 368850"/>
                <a:gd name="connsiteY229" fmla="*/ 90164 h 272129"/>
                <a:gd name="connsiteX230" fmla="*/ 339343 w 368850"/>
                <a:gd name="connsiteY230" fmla="*/ 90164 h 272129"/>
                <a:gd name="connsiteX231" fmla="*/ 336064 w 368850"/>
                <a:gd name="connsiteY231" fmla="*/ 86885 h 272129"/>
                <a:gd name="connsiteX232" fmla="*/ 332785 w 368850"/>
                <a:gd name="connsiteY232" fmla="*/ 88524 h 272129"/>
                <a:gd name="connsiteX233" fmla="*/ 329507 w 368850"/>
                <a:gd name="connsiteY233" fmla="*/ 91803 h 272129"/>
                <a:gd name="connsiteX234" fmla="*/ 327867 w 368850"/>
                <a:gd name="connsiteY234" fmla="*/ 95081 h 272129"/>
                <a:gd name="connsiteX235" fmla="*/ 329507 w 368850"/>
                <a:gd name="connsiteY235" fmla="*/ 98360 h 272129"/>
                <a:gd name="connsiteX236" fmla="*/ 332785 w 368850"/>
                <a:gd name="connsiteY236" fmla="*/ 103278 h 272129"/>
                <a:gd name="connsiteX237" fmla="*/ 337704 w 368850"/>
                <a:gd name="connsiteY237" fmla="*/ 104917 h 272129"/>
                <a:gd name="connsiteX238" fmla="*/ 340982 w 368850"/>
                <a:gd name="connsiteY238" fmla="*/ 106557 h 272129"/>
                <a:gd name="connsiteX239" fmla="*/ 340982 w 368850"/>
                <a:gd name="connsiteY239" fmla="*/ 109835 h 272129"/>
                <a:gd name="connsiteX240" fmla="*/ 345901 w 368850"/>
                <a:gd name="connsiteY240" fmla="*/ 109835 h 272129"/>
                <a:gd name="connsiteX241" fmla="*/ 347540 w 368850"/>
                <a:gd name="connsiteY241" fmla="*/ 113114 h 272129"/>
                <a:gd name="connsiteX242" fmla="*/ 344261 w 368850"/>
                <a:gd name="connsiteY242" fmla="*/ 116393 h 272129"/>
                <a:gd name="connsiteX243" fmla="*/ 339343 w 368850"/>
                <a:gd name="connsiteY243" fmla="*/ 116393 h 272129"/>
                <a:gd name="connsiteX244" fmla="*/ 336064 w 368850"/>
                <a:gd name="connsiteY244" fmla="*/ 116393 h 272129"/>
                <a:gd name="connsiteX245" fmla="*/ 334425 w 368850"/>
                <a:gd name="connsiteY245" fmla="*/ 118032 h 272129"/>
                <a:gd name="connsiteX246" fmla="*/ 331146 w 368850"/>
                <a:gd name="connsiteY246" fmla="*/ 119671 h 272129"/>
                <a:gd name="connsiteX247" fmla="*/ 327867 w 368850"/>
                <a:gd name="connsiteY247" fmla="*/ 119671 h 272129"/>
                <a:gd name="connsiteX248" fmla="*/ 324588 w 368850"/>
                <a:gd name="connsiteY248" fmla="*/ 121311 h 272129"/>
                <a:gd name="connsiteX249" fmla="*/ 319671 w 368850"/>
                <a:gd name="connsiteY249" fmla="*/ 121311 h 272129"/>
                <a:gd name="connsiteX250" fmla="*/ 316392 w 368850"/>
                <a:gd name="connsiteY250" fmla="*/ 119671 h 272129"/>
                <a:gd name="connsiteX251" fmla="*/ 313114 w 368850"/>
                <a:gd name="connsiteY251" fmla="*/ 116393 h 272129"/>
                <a:gd name="connsiteX252" fmla="*/ 309835 w 368850"/>
                <a:gd name="connsiteY252" fmla="*/ 113114 h 272129"/>
                <a:gd name="connsiteX253" fmla="*/ 308195 w 368850"/>
                <a:gd name="connsiteY253" fmla="*/ 118032 h 272129"/>
                <a:gd name="connsiteX254" fmla="*/ 309835 w 368850"/>
                <a:gd name="connsiteY254" fmla="*/ 121311 h 272129"/>
                <a:gd name="connsiteX255" fmla="*/ 308195 w 368850"/>
                <a:gd name="connsiteY255" fmla="*/ 124590 h 272129"/>
                <a:gd name="connsiteX256" fmla="*/ 306556 w 368850"/>
                <a:gd name="connsiteY256" fmla="*/ 124590 h 272129"/>
                <a:gd name="connsiteX257" fmla="*/ 303277 w 368850"/>
                <a:gd name="connsiteY257" fmla="*/ 124590 h 272129"/>
                <a:gd name="connsiteX258" fmla="*/ 299998 w 368850"/>
                <a:gd name="connsiteY258" fmla="*/ 121311 h 272129"/>
                <a:gd name="connsiteX259" fmla="*/ 295081 w 368850"/>
                <a:gd name="connsiteY259" fmla="*/ 119671 h 272129"/>
                <a:gd name="connsiteX260" fmla="*/ 291802 w 368850"/>
                <a:gd name="connsiteY260" fmla="*/ 116393 h 272129"/>
                <a:gd name="connsiteX261" fmla="*/ 288524 w 368850"/>
                <a:gd name="connsiteY261" fmla="*/ 118032 h 272129"/>
                <a:gd name="connsiteX262" fmla="*/ 283605 w 368850"/>
                <a:gd name="connsiteY262" fmla="*/ 118032 h 272129"/>
                <a:gd name="connsiteX263" fmla="*/ 280327 w 368850"/>
                <a:gd name="connsiteY263" fmla="*/ 116393 h 272129"/>
                <a:gd name="connsiteX264" fmla="*/ 277048 w 368850"/>
                <a:gd name="connsiteY264" fmla="*/ 118032 h 272129"/>
                <a:gd name="connsiteX265" fmla="*/ 273769 w 368850"/>
                <a:gd name="connsiteY265" fmla="*/ 116393 h 272129"/>
                <a:gd name="connsiteX266" fmla="*/ 270491 w 368850"/>
                <a:gd name="connsiteY266" fmla="*/ 116393 h 272129"/>
                <a:gd name="connsiteX267" fmla="*/ 267212 w 368850"/>
                <a:gd name="connsiteY267" fmla="*/ 114754 h 272129"/>
                <a:gd name="connsiteX268" fmla="*/ 265573 w 368850"/>
                <a:gd name="connsiteY268" fmla="*/ 118032 h 272129"/>
                <a:gd name="connsiteX269" fmla="*/ 262294 w 368850"/>
                <a:gd name="connsiteY269" fmla="*/ 119671 h 272129"/>
                <a:gd name="connsiteX270" fmla="*/ 259015 w 368850"/>
                <a:gd name="connsiteY270" fmla="*/ 116393 h 272129"/>
                <a:gd name="connsiteX271" fmla="*/ 255737 w 368850"/>
                <a:gd name="connsiteY271" fmla="*/ 116393 h 272129"/>
                <a:gd name="connsiteX272" fmla="*/ 250818 w 368850"/>
                <a:gd name="connsiteY272" fmla="*/ 116393 h 272129"/>
                <a:gd name="connsiteX273" fmla="*/ 247540 w 368850"/>
                <a:gd name="connsiteY273" fmla="*/ 119671 h 272129"/>
                <a:gd name="connsiteX274" fmla="*/ 244262 w 368850"/>
                <a:gd name="connsiteY274" fmla="*/ 116393 h 272129"/>
                <a:gd name="connsiteX275" fmla="*/ 240983 w 368850"/>
                <a:gd name="connsiteY275" fmla="*/ 114754 h 272129"/>
                <a:gd name="connsiteX276" fmla="*/ 239344 w 368850"/>
                <a:gd name="connsiteY276" fmla="*/ 116393 h 272129"/>
                <a:gd name="connsiteX277" fmla="*/ 239344 w 368850"/>
                <a:gd name="connsiteY277" fmla="*/ 121311 h 272129"/>
                <a:gd name="connsiteX278" fmla="*/ 234425 w 368850"/>
                <a:gd name="connsiteY278" fmla="*/ 122950 h 272129"/>
                <a:gd name="connsiteX279" fmla="*/ 232786 w 368850"/>
                <a:gd name="connsiteY279" fmla="*/ 127868 h 272129"/>
                <a:gd name="connsiteX280" fmla="*/ 232786 w 368850"/>
                <a:gd name="connsiteY280" fmla="*/ 131147 h 272129"/>
                <a:gd name="connsiteX281" fmla="*/ 231147 w 368850"/>
                <a:gd name="connsiteY281" fmla="*/ 134425 h 272129"/>
                <a:gd name="connsiteX282" fmla="*/ 231147 w 368850"/>
                <a:gd name="connsiteY282" fmla="*/ 137704 h 272129"/>
                <a:gd name="connsiteX283" fmla="*/ 231147 w 368850"/>
                <a:gd name="connsiteY283" fmla="*/ 139344 h 272129"/>
                <a:gd name="connsiteX284" fmla="*/ 231147 w 368850"/>
                <a:gd name="connsiteY284" fmla="*/ 142622 h 272129"/>
                <a:gd name="connsiteX285" fmla="*/ 229507 w 368850"/>
                <a:gd name="connsiteY285" fmla="*/ 145901 h 272129"/>
                <a:gd name="connsiteX286" fmla="*/ 229507 w 368850"/>
                <a:gd name="connsiteY286" fmla="*/ 150819 h 272129"/>
                <a:gd name="connsiteX287" fmla="*/ 231147 w 368850"/>
                <a:gd name="connsiteY287" fmla="*/ 152458 h 272129"/>
                <a:gd name="connsiteX288" fmla="*/ 232786 w 368850"/>
                <a:gd name="connsiteY288" fmla="*/ 157376 h 272129"/>
                <a:gd name="connsiteX289" fmla="*/ 229507 w 368850"/>
                <a:gd name="connsiteY289" fmla="*/ 160655 h 272129"/>
                <a:gd name="connsiteX290" fmla="*/ 229507 w 368850"/>
                <a:gd name="connsiteY290" fmla="*/ 163934 h 272129"/>
                <a:gd name="connsiteX291" fmla="*/ 227868 w 368850"/>
                <a:gd name="connsiteY291" fmla="*/ 168851 h 272129"/>
                <a:gd name="connsiteX292" fmla="*/ 227868 w 368850"/>
                <a:gd name="connsiteY292" fmla="*/ 172130 h 272129"/>
                <a:gd name="connsiteX293" fmla="*/ 226228 w 368850"/>
                <a:gd name="connsiteY293" fmla="*/ 175409 h 272129"/>
                <a:gd name="connsiteX294" fmla="*/ 222950 w 368850"/>
                <a:gd name="connsiteY294" fmla="*/ 177048 h 272129"/>
                <a:gd name="connsiteX295" fmla="*/ 219672 w 368850"/>
                <a:gd name="connsiteY295" fmla="*/ 175409 h 272129"/>
                <a:gd name="connsiteX296" fmla="*/ 216393 w 368850"/>
                <a:gd name="connsiteY296" fmla="*/ 178688 h 272129"/>
                <a:gd name="connsiteX297" fmla="*/ 214754 w 368850"/>
                <a:gd name="connsiteY297" fmla="*/ 183605 h 272129"/>
                <a:gd name="connsiteX298" fmla="*/ 214754 w 368850"/>
                <a:gd name="connsiteY298" fmla="*/ 186884 h 272129"/>
                <a:gd name="connsiteX299" fmla="*/ 213114 w 368850"/>
                <a:gd name="connsiteY299" fmla="*/ 190163 h 272129"/>
                <a:gd name="connsiteX300" fmla="*/ 214754 w 368850"/>
                <a:gd name="connsiteY300" fmla="*/ 193442 h 272129"/>
                <a:gd name="connsiteX301" fmla="*/ 216393 w 368850"/>
                <a:gd name="connsiteY301" fmla="*/ 193442 h 272129"/>
                <a:gd name="connsiteX302" fmla="*/ 219672 w 368850"/>
                <a:gd name="connsiteY302" fmla="*/ 198360 h 272129"/>
                <a:gd name="connsiteX303" fmla="*/ 214754 w 368850"/>
                <a:gd name="connsiteY303" fmla="*/ 199999 h 272129"/>
                <a:gd name="connsiteX304" fmla="*/ 211475 w 368850"/>
                <a:gd name="connsiteY304" fmla="*/ 203278 h 272129"/>
                <a:gd name="connsiteX305" fmla="*/ 208196 w 368850"/>
                <a:gd name="connsiteY305" fmla="*/ 204917 h 272129"/>
                <a:gd name="connsiteX306" fmla="*/ 206557 w 368850"/>
                <a:gd name="connsiteY306" fmla="*/ 208195 h 272129"/>
                <a:gd name="connsiteX307" fmla="*/ 201638 w 368850"/>
                <a:gd name="connsiteY307" fmla="*/ 211474 h 272129"/>
                <a:gd name="connsiteX308" fmla="*/ 201638 w 368850"/>
                <a:gd name="connsiteY308" fmla="*/ 214753 h 272129"/>
                <a:gd name="connsiteX309" fmla="*/ 204917 w 368850"/>
                <a:gd name="connsiteY309" fmla="*/ 219671 h 272129"/>
                <a:gd name="connsiteX310" fmla="*/ 204917 w 368850"/>
                <a:gd name="connsiteY310" fmla="*/ 222950 h 272129"/>
                <a:gd name="connsiteX311" fmla="*/ 203278 w 368850"/>
                <a:gd name="connsiteY311" fmla="*/ 226228 h 272129"/>
                <a:gd name="connsiteX312" fmla="*/ 198360 w 368850"/>
                <a:gd name="connsiteY312" fmla="*/ 229507 h 272129"/>
                <a:gd name="connsiteX313" fmla="*/ 198360 w 368850"/>
                <a:gd name="connsiteY313" fmla="*/ 232786 h 272129"/>
                <a:gd name="connsiteX314" fmla="*/ 198360 w 368850"/>
                <a:gd name="connsiteY314" fmla="*/ 237704 h 272129"/>
                <a:gd name="connsiteX315" fmla="*/ 195081 w 368850"/>
                <a:gd name="connsiteY315" fmla="*/ 240982 h 272129"/>
                <a:gd name="connsiteX316" fmla="*/ 195081 w 368850"/>
                <a:gd name="connsiteY316" fmla="*/ 244261 h 272129"/>
                <a:gd name="connsiteX317" fmla="*/ 191803 w 368850"/>
                <a:gd name="connsiteY317" fmla="*/ 244261 h 272129"/>
                <a:gd name="connsiteX318" fmla="*/ 188524 w 368850"/>
                <a:gd name="connsiteY318" fmla="*/ 242622 h 272129"/>
                <a:gd name="connsiteX319" fmla="*/ 183606 w 368850"/>
                <a:gd name="connsiteY319" fmla="*/ 244261 h 272129"/>
                <a:gd name="connsiteX320" fmla="*/ 180327 w 368850"/>
                <a:gd name="connsiteY320" fmla="*/ 245901 h 272129"/>
                <a:gd name="connsiteX321" fmla="*/ 180327 w 368850"/>
                <a:gd name="connsiteY321" fmla="*/ 245901 h 272129"/>
                <a:gd name="connsiteX322" fmla="*/ 175409 w 368850"/>
                <a:gd name="connsiteY322" fmla="*/ 244261 h 272129"/>
                <a:gd name="connsiteX323" fmla="*/ 175409 w 368850"/>
                <a:gd name="connsiteY323" fmla="*/ 244261 h 272129"/>
                <a:gd name="connsiteX324" fmla="*/ 172130 w 368850"/>
                <a:gd name="connsiteY324" fmla="*/ 244261 h 272129"/>
                <a:gd name="connsiteX325" fmla="*/ 167213 w 368850"/>
                <a:gd name="connsiteY325" fmla="*/ 247540 h 272129"/>
                <a:gd name="connsiteX326" fmla="*/ 165574 w 368850"/>
                <a:gd name="connsiteY326" fmla="*/ 250818 h 272129"/>
                <a:gd name="connsiteX327" fmla="*/ 160655 w 368850"/>
                <a:gd name="connsiteY327" fmla="*/ 254097 h 272129"/>
                <a:gd name="connsiteX328" fmla="*/ 157377 w 368850"/>
                <a:gd name="connsiteY328" fmla="*/ 254097 h 272129"/>
                <a:gd name="connsiteX329" fmla="*/ 154098 w 368850"/>
                <a:gd name="connsiteY329" fmla="*/ 250818 h 272129"/>
                <a:gd name="connsiteX330" fmla="*/ 149180 w 368850"/>
                <a:gd name="connsiteY330" fmla="*/ 252458 h 272129"/>
                <a:gd name="connsiteX331" fmla="*/ 145901 w 368850"/>
                <a:gd name="connsiteY331" fmla="*/ 249179 h 272129"/>
                <a:gd name="connsiteX332" fmla="*/ 142623 w 368850"/>
                <a:gd name="connsiteY332" fmla="*/ 247540 h 272129"/>
                <a:gd name="connsiteX333" fmla="*/ 139344 w 368850"/>
                <a:gd name="connsiteY333" fmla="*/ 245901 h 272129"/>
                <a:gd name="connsiteX334" fmla="*/ 134426 w 368850"/>
                <a:gd name="connsiteY334" fmla="*/ 244261 h 272129"/>
                <a:gd name="connsiteX335" fmla="*/ 134426 w 368850"/>
                <a:gd name="connsiteY335" fmla="*/ 239343 h 272129"/>
                <a:gd name="connsiteX336" fmla="*/ 131147 w 368850"/>
                <a:gd name="connsiteY336" fmla="*/ 239343 h 272129"/>
                <a:gd name="connsiteX337" fmla="*/ 126229 w 368850"/>
                <a:gd name="connsiteY337" fmla="*/ 240982 h 272129"/>
                <a:gd name="connsiteX338" fmla="*/ 122950 w 368850"/>
                <a:gd name="connsiteY338" fmla="*/ 240982 h 272129"/>
                <a:gd name="connsiteX339" fmla="*/ 119671 w 368850"/>
                <a:gd name="connsiteY339" fmla="*/ 239343 h 272129"/>
                <a:gd name="connsiteX340" fmla="*/ 114754 w 368850"/>
                <a:gd name="connsiteY340" fmla="*/ 239343 h 272129"/>
                <a:gd name="connsiteX341" fmla="*/ 111475 w 368850"/>
                <a:gd name="connsiteY341" fmla="*/ 240982 h 272129"/>
                <a:gd name="connsiteX342" fmla="*/ 108197 w 368850"/>
                <a:gd name="connsiteY342" fmla="*/ 242622 h 272129"/>
                <a:gd name="connsiteX343" fmla="*/ 104918 w 368850"/>
                <a:gd name="connsiteY343" fmla="*/ 244261 h 272129"/>
                <a:gd name="connsiteX344" fmla="*/ 103278 w 368850"/>
                <a:gd name="connsiteY344" fmla="*/ 247540 h 272129"/>
                <a:gd name="connsiteX345" fmla="*/ 101639 w 368850"/>
                <a:gd name="connsiteY345" fmla="*/ 250818 h 272129"/>
                <a:gd name="connsiteX346" fmla="*/ 101639 w 368850"/>
                <a:gd name="connsiteY346" fmla="*/ 254097 h 272129"/>
                <a:gd name="connsiteX347" fmla="*/ 100000 w 368850"/>
                <a:gd name="connsiteY347" fmla="*/ 257376 h 272129"/>
                <a:gd name="connsiteX348" fmla="*/ 98360 w 368850"/>
                <a:gd name="connsiteY348" fmla="*/ 259015 h 272129"/>
                <a:gd name="connsiteX349" fmla="*/ 95081 w 368850"/>
                <a:gd name="connsiteY349" fmla="*/ 259015 h 272129"/>
                <a:gd name="connsiteX350" fmla="*/ 91803 w 368850"/>
                <a:gd name="connsiteY350" fmla="*/ 262294 h 272129"/>
                <a:gd name="connsiteX351" fmla="*/ 88525 w 368850"/>
                <a:gd name="connsiteY351" fmla="*/ 265572 h 272129"/>
                <a:gd name="connsiteX352" fmla="*/ 85246 w 368850"/>
                <a:gd name="connsiteY352" fmla="*/ 263933 h 272129"/>
                <a:gd name="connsiteX353" fmla="*/ 80328 w 368850"/>
                <a:gd name="connsiteY353" fmla="*/ 263933 h 272129"/>
                <a:gd name="connsiteX354" fmla="*/ 77049 w 368850"/>
                <a:gd name="connsiteY354" fmla="*/ 265572 h 272129"/>
                <a:gd name="connsiteX355" fmla="*/ 73770 w 368850"/>
                <a:gd name="connsiteY355" fmla="*/ 263933 h 272129"/>
                <a:gd name="connsiteX356" fmla="*/ 68852 w 368850"/>
                <a:gd name="connsiteY356" fmla="*/ 263933 h 272129"/>
                <a:gd name="connsiteX357" fmla="*/ 65573 w 368850"/>
                <a:gd name="connsiteY357" fmla="*/ 260654 h 272129"/>
                <a:gd name="connsiteX358" fmla="*/ 62295 w 368850"/>
                <a:gd name="connsiteY358" fmla="*/ 262294 h 272129"/>
                <a:gd name="connsiteX359" fmla="*/ 59017 w 368850"/>
                <a:gd name="connsiteY359" fmla="*/ 263933 h 272129"/>
                <a:gd name="connsiteX360" fmla="*/ 54098 w 368850"/>
                <a:gd name="connsiteY360" fmla="*/ 263933 h 272129"/>
                <a:gd name="connsiteX361" fmla="*/ 50820 w 368850"/>
                <a:gd name="connsiteY361" fmla="*/ 265572 h 272129"/>
                <a:gd name="connsiteX362" fmla="*/ 47541 w 368850"/>
                <a:gd name="connsiteY362" fmla="*/ 268851 h 272129"/>
                <a:gd name="connsiteX363" fmla="*/ 44262 w 368850"/>
                <a:gd name="connsiteY363" fmla="*/ 270491 h 272129"/>
                <a:gd name="connsiteX364" fmla="*/ 39344 w 368850"/>
                <a:gd name="connsiteY364" fmla="*/ 272130 h 272129"/>
                <a:gd name="connsiteX365" fmla="*/ 36066 w 368850"/>
                <a:gd name="connsiteY365" fmla="*/ 268851 h 272129"/>
                <a:gd name="connsiteX366" fmla="*/ 32787 w 368850"/>
                <a:gd name="connsiteY366" fmla="*/ 265572 h 272129"/>
                <a:gd name="connsiteX367" fmla="*/ 29508 w 368850"/>
                <a:gd name="connsiteY367" fmla="*/ 263933 h 272129"/>
                <a:gd name="connsiteX368" fmla="*/ 27869 w 368850"/>
                <a:gd name="connsiteY368" fmla="*/ 260654 h 272129"/>
                <a:gd name="connsiteX369" fmla="*/ 24590 w 368850"/>
                <a:gd name="connsiteY369" fmla="*/ 257376 h 272129"/>
                <a:gd name="connsiteX370" fmla="*/ 21311 w 368850"/>
                <a:gd name="connsiteY370" fmla="*/ 255737 h 272129"/>
                <a:gd name="connsiteX371" fmla="*/ 18033 w 368850"/>
                <a:gd name="connsiteY371" fmla="*/ 252458 h 272129"/>
                <a:gd name="connsiteX372" fmla="*/ 16393 w 368850"/>
                <a:gd name="connsiteY372" fmla="*/ 250818 h 272129"/>
                <a:gd name="connsiteX373" fmla="*/ 16393 w 368850"/>
                <a:gd name="connsiteY373" fmla="*/ 247540 h 272129"/>
                <a:gd name="connsiteX374" fmla="*/ 14754 w 368850"/>
                <a:gd name="connsiteY374" fmla="*/ 247540 h 272129"/>
                <a:gd name="connsiteX375" fmla="*/ 11476 w 368850"/>
                <a:gd name="connsiteY375" fmla="*/ 245901 h 272129"/>
                <a:gd name="connsiteX376" fmla="*/ 8197 w 368850"/>
                <a:gd name="connsiteY376" fmla="*/ 242622 h 272129"/>
                <a:gd name="connsiteX377" fmla="*/ 4918 w 368850"/>
                <a:gd name="connsiteY377" fmla="*/ 237704 h 272129"/>
                <a:gd name="connsiteX378" fmla="*/ 4918 w 368850"/>
                <a:gd name="connsiteY378" fmla="*/ 234425 h 272129"/>
                <a:gd name="connsiteX379" fmla="*/ 4918 w 368850"/>
                <a:gd name="connsiteY379" fmla="*/ 231147 h 272129"/>
                <a:gd name="connsiteX380" fmla="*/ 1640 w 368850"/>
                <a:gd name="connsiteY380" fmla="*/ 229507 h 272129"/>
                <a:gd name="connsiteX381" fmla="*/ 0 w 368850"/>
                <a:gd name="connsiteY381" fmla="*/ 224589 h 272129"/>
                <a:gd name="connsiteX382" fmla="*/ 3279 w 368850"/>
                <a:gd name="connsiteY382" fmla="*/ 221310 h 272129"/>
                <a:gd name="connsiteX383" fmla="*/ 3279 w 368850"/>
                <a:gd name="connsiteY383" fmla="*/ 218032 h 27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</a:cxnLst>
              <a:rect l="l" t="t" r="r" b="b"/>
              <a:pathLst>
                <a:path w="368850" h="272129">
                  <a:moveTo>
                    <a:pt x="3279" y="218032"/>
                  </a:moveTo>
                  <a:lnTo>
                    <a:pt x="3279" y="219671"/>
                  </a:lnTo>
                  <a:lnTo>
                    <a:pt x="4918" y="222950"/>
                  </a:lnTo>
                  <a:lnTo>
                    <a:pt x="6558" y="227868"/>
                  </a:lnTo>
                  <a:lnTo>
                    <a:pt x="9837" y="229507"/>
                  </a:lnTo>
                  <a:lnTo>
                    <a:pt x="14754" y="232786"/>
                  </a:lnTo>
                  <a:lnTo>
                    <a:pt x="18033" y="234425"/>
                  </a:lnTo>
                  <a:lnTo>
                    <a:pt x="21311" y="234425"/>
                  </a:lnTo>
                  <a:lnTo>
                    <a:pt x="24590" y="234425"/>
                  </a:lnTo>
                  <a:lnTo>
                    <a:pt x="29508" y="236064"/>
                  </a:lnTo>
                  <a:lnTo>
                    <a:pt x="29508" y="232786"/>
                  </a:lnTo>
                  <a:lnTo>
                    <a:pt x="31148" y="229507"/>
                  </a:lnTo>
                  <a:lnTo>
                    <a:pt x="31148" y="232786"/>
                  </a:lnTo>
                  <a:lnTo>
                    <a:pt x="36066" y="232786"/>
                  </a:lnTo>
                  <a:lnTo>
                    <a:pt x="36066" y="236064"/>
                  </a:lnTo>
                  <a:lnTo>
                    <a:pt x="36066" y="237704"/>
                  </a:lnTo>
                  <a:lnTo>
                    <a:pt x="39344" y="239343"/>
                  </a:lnTo>
                  <a:lnTo>
                    <a:pt x="42623" y="239343"/>
                  </a:lnTo>
                  <a:lnTo>
                    <a:pt x="45901" y="244261"/>
                  </a:lnTo>
                  <a:lnTo>
                    <a:pt x="47541" y="242622"/>
                  </a:lnTo>
                  <a:lnTo>
                    <a:pt x="50820" y="240982"/>
                  </a:lnTo>
                  <a:lnTo>
                    <a:pt x="55738" y="242622"/>
                  </a:lnTo>
                  <a:lnTo>
                    <a:pt x="59017" y="245901"/>
                  </a:lnTo>
                  <a:lnTo>
                    <a:pt x="62295" y="249179"/>
                  </a:lnTo>
                  <a:lnTo>
                    <a:pt x="65573" y="247540"/>
                  </a:lnTo>
                  <a:lnTo>
                    <a:pt x="68852" y="250818"/>
                  </a:lnTo>
                  <a:lnTo>
                    <a:pt x="70491" y="249179"/>
                  </a:lnTo>
                  <a:lnTo>
                    <a:pt x="67213" y="247540"/>
                  </a:lnTo>
                  <a:lnTo>
                    <a:pt x="63935" y="247540"/>
                  </a:lnTo>
                  <a:lnTo>
                    <a:pt x="59017" y="245901"/>
                  </a:lnTo>
                  <a:lnTo>
                    <a:pt x="57377" y="240982"/>
                  </a:lnTo>
                  <a:lnTo>
                    <a:pt x="57377" y="237704"/>
                  </a:lnTo>
                  <a:lnTo>
                    <a:pt x="60656" y="234425"/>
                  </a:lnTo>
                  <a:lnTo>
                    <a:pt x="63935" y="236064"/>
                  </a:lnTo>
                  <a:lnTo>
                    <a:pt x="60656" y="232786"/>
                  </a:lnTo>
                  <a:lnTo>
                    <a:pt x="60656" y="229507"/>
                  </a:lnTo>
                  <a:lnTo>
                    <a:pt x="62295" y="226228"/>
                  </a:lnTo>
                  <a:lnTo>
                    <a:pt x="62295" y="222950"/>
                  </a:lnTo>
                  <a:lnTo>
                    <a:pt x="63935" y="218032"/>
                  </a:lnTo>
                  <a:lnTo>
                    <a:pt x="65573" y="214753"/>
                  </a:lnTo>
                  <a:lnTo>
                    <a:pt x="68852" y="216392"/>
                  </a:lnTo>
                  <a:lnTo>
                    <a:pt x="70491" y="213114"/>
                  </a:lnTo>
                  <a:lnTo>
                    <a:pt x="67213" y="214753"/>
                  </a:lnTo>
                  <a:lnTo>
                    <a:pt x="62295" y="214753"/>
                  </a:lnTo>
                  <a:lnTo>
                    <a:pt x="65573" y="211474"/>
                  </a:lnTo>
                  <a:lnTo>
                    <a:pt x="63935" y="206557"/>
                  </a:lnTo>
                  <a:lnTo>
                    <a:pt x="63935" y="203278"/>
                  </a:lnTo>
                  <a:lnTo>
                    <a:pt x="67213" y="203278"/>
                  </a:lnTo>
                  <a:lnTo>
                    <a:pt x="72131" y="204917"/>
                  </a:lnTo>
                  <a:lnTo>
                    <a:pt x="75410" y="204917"/>
                  </a:lnTo>
                  <a:lnTo>
                    <a:pt x="72131" y="201638"/>
                  </a:lnTo>
                  <a:lnTo>
                    <a:pt x="72131" y="198360"/>
                  </a:lnTo>
                  <a:lnTo>
                    <a:pt x="72131" y="193442"/>
                  </a:lnTo>
                  <a:lnTo>
                    <a:pt x="72131" y="190163"/>
                  </a:lnTo>
                  <a:lnTo>
                    <a:pt x="75410" y="186884"/>
                  </a:lnTo>
                  <a:lnTo>
                    <a:pt x="80328" y="183605"/>
                  </a:lnTo>
                  <a:lnTo>
                    <a:pt x="80328" y="183605"/>
                  </a:lnTo>
                  <a:lnTo>
                    <a:pt x="83607" y="183605"/>
                  </a:lnTo>
                  <a:lnTo>
                    <a:pt x="88525" y="181966"/>
                  </a:lnTo>
                  <a:lnTo>
                    <a:pt x="91803" y="181966"/>
                  </a:lnTo>
                  <a:lnTo>
                    <a:pt x="95081" y="180327"/>
                  </a:lnTo>
                  <a:lnTo>
                    <a:pt x="98360" y="180327"/>
                  </a:lnTo>
                  <a:lnTo>
                    <a:pt x="103278" y="178688"/>
                  </a:lnTo>
                  <a:lnTo>
                    <a:pt x="106557" y="177048"/>
                  </a:lnTo>
                  <a:lnTo>
                    <a:pt x="109836" y="177048"/>
                  </a:lnTo>
                  <a:lnTo>
                    <a:pt x="113115" y="177048"/>
                  </a:lnTo>
                  <a:lnTo>
                    <a:pt x="116394" y="175409"/>
                  </a:lnTo>
                  <a:lnTo>
                    <a:pt x="121311" y="173770"/>
                  </a:lnTo>
                  <a:lnTo>
                    <a:pt x="124590" y="172130"/>
                  </a:lnTo>
                  <a:lnTo>
                    <a:pt x="127868" y="172130"/>
                  </a:lnTo>
                  <a:lnTo>
                    <a:pt x="131147" y="170491"/>
                  </a:lnTo>
                  <a:lnTo>
                    <a:pt x="132787" y="168851"/>
                  </a:lnTo>
                  <a:lnTo>
                    <a:pt x="134426" y="165573"/>
                  </a:lnTo>
                  <a:lnTo>
                    <a:pt x="137705" y="160655"/>
                  </a:lnTo>
                  <a:lnTo>
                    <a:pt x="139344" y="157376"/>
                  </a:lnTo>
                  <a:lnTo>
                    <a:pt x="142623" y="154098"/>
                  </a:lnTo>
                  <a:lnTo>
                    <a:pt x="145901" y="149180"/>
                  </a:lnTo>
                  <a:lnTo>
                    <a:pt x="147540" y="145901"/>
                  </a:lnTo>
                  <a:lnTo>
                    <a:pt x="149180" y="142622"/>
                  </a:lnTo>
                  <a:lnTo>
                    <a:pt x="152458" y="139344"/>
                  </a:lnTo>
                  <a:lnTo>
                    <a:pt x="155737" y="136065"/>
                  </a:lnTo>
                  <a:lnTo>
                    <a:pt x="159016" y="131147"/>
                  </a:lnTo>
                  <a:lnTo>
                    <a:pt x="162295" y="127868"/>
                  </a:lnTo>
                  <a:lnTo>
                    <a:pt x="163934" y="124590"/>
                  </a:lnTo>
                  <a:lnTo>
                    <a:pt x="165574" y="119671"/>
                  </a:lnTo>
                  <a:lnTo>
                    <a:pt x="167213" y="116393"/>
                  </a:lnTo>
                  <a:lnTo>
                    <a:pt x="168851" y="113114"/>
                  </a:lnTo>
                  <a:lnTo>
                    <a:pt x="167213" y="109835"/>
                  </a:lnTo>
                  <a:lnTo>
                    <a:pt x="167213" y="106557"/>
                  </a:lnTo>
                  <a:lnTo>
                    <a:pt x="170491" y="106557"/>
                  </a:lnTo>
                  <a:lnTo>
                    <a:pt x="172130" y="106557"/>
                  </a:lnTo>
                  <a:lnTo>
                    <a:pt x="172130" y="106557"/>
                  </a:lnTo>
                  <a:lnTo>
                    <a:pt x="175409" y="108196"/>
                  </a:lnTo>
                  <a:lnTo>
                    <a:pt x="178688" y="111475"/>
                  </a:lnTo>
                  <a:lnTo>
                    <a:pt x="180327" y="116393"/>
                  </a:lnTo>
                  <a:lnTo>
                    <a:pt x="180327" y="119671"/>
                  </a:lnTo>
                  <a:lnTo>
                    <a:pt x="185245" y="121311"/>
                  </a:lnTo>
                  <a:lnTo>
                    <a:pt x="186885" y="124590"/>
                  </a:lnTo>
                  <a:lnTo>
                    <a:pt x="191803" y="127868"/>
                  </a:lnTo>
                  <a:lnTo>
                    <a:pt x="195081" y="131147"/>
                  </a:lnTo>
                  <a:lnTo>
                    <a:pt x="198360" y="127868"/>
                  </a:lnTo>
                  <a:lnTo>
                    <a:pt x="199999" y="122950"/>
                  </a:lnTo>
                  <a:lnTo>
                    <a:pt x="201638" y="119671"/>
                  </a:lnTo>
                  <a:lnTo>
                    <a:pt x="199999" y="119671"/>
                  </a:lnTo>
                  <a:lnTo>
                    <a:pt x="201638" y="114754"/>
                  </a:lnTo>
                  <a:lnTo>
                    <a:pt x="199999" y="111475"/>
                  </a:lnTo>
                  <a:lnTo>
                    <a:pt x="198360" y="106557"/>
                  </a:lnTo>
                  <a:lnTo>
                    <a:pt x="198360" y="103278"/>
                  </a:lnTo>
                  <a:lnTo>
                    <a:pt x="198360" y="100000"/>
                  </a:lnTo>
                  <a:lnTo>
                    <a:pt x="201638" y="96721"/>
                  </a:lnTo>
                  <a:lnTo>
                    <a:pt x="203278" y="96721"/>
                  </a:lnTo>
                  <a:lnTo>
                    <a:pt x="206557" y="93442"/>
                  </a:lnTo>
                  <a:lnTo>
                    <a:pt x="206557" y="95081"/>
                  </a:lnTo>
                  <a:lnTo>
                    <a:pt x="206557" y="96721"/>
                  </a:lnTo>
                  <a:lnTo>
                    <a:pt x="206557" y="100000"/>
                  </a:lnTo>
                  <a:lnTo>
                    <a:pt x="206557" y="100000"/>
                  </a:lnTo>
                  <a:lnTo>
                    <a:pt x="208196" y="101639"/>
                  </a:lnTo>
                  <a:lnTo>
                    <a:pt x="208196" y="103278"/>
                  </a:lnTo>
                  <a:lnTo>
                    <a:pt x="208196" y="108196"/>
                  </a:lnTo>
                  <a:lnTo>
                    <a:pt x="209835" y="111475"/>
                  </a:lnTo>
                  <a:lnTo>
                    <a:pt x="211475" y="114754"/>
                  </a:lnTo>
                  <a:lnTo>
                    <a:pt x="214754" y="116393"/>
                  </a:lnTo>
                  <a:lnTo>
                    <a:pt x="218032" y="118032"/>
                  </a:lnTo>
                  <a:lnTo>
                    <a:pt x="218032" y="114754"/>
                  </a:lnTo>
                  <a:lnTo>
                    <a:pt x="218032" y="109835"/>
                  </a:lnTo>
                  <a:lnTo>
                    <a:pt x="218032" y="106557"/>
                  </a:lnTo>
                  <a:lnTo>
                    <a:pt x="216393" y="103278"/>
                  </a:lnTo>
                  <a:lnTo>
                    <a:pt x="214754" y="98360"/>
                  </a:lnTo>
                  <a:lnTo>
                    <a:pt x="213114" y="95081"/>
                  </a:lnTo>
                  <a:lnTo>
                    <a:pt x="211475" y="91803"/>
                  </a:lnTo>
                  <a:lnTo>
                    <a:pt x="214754" y="90164"/>
                  </a:lnTo>
                  <a:lnTo>
                    <a:pt x="218032" y="93442"/>
                  </a:lnTo>
                  <a:lnTo>
                    <a:pt x="221310" y="90164"/>
                  </a:lnTo>
                  <a:lnTo>
                    <a:pt x="224589" y="86885"/>
                  </a:lnTo>
                  <a:lnTo>
                    <a:pt x="227868" y="83606"/>
                  </a:lnTo>
                  <a:lnTo>
                    <a:pt x="226228" y="78688"/>
                  </a:lnTo>
                  <a:lnTo>
                    <a:pt x="222950" y="78688"/>
                  </a:lnTo>
                  <a:lnTo>
                    <a:pt x="219672" y="73770"/>
                  </a:lnTo>
                  <a:lnTo>
                    <a:pt x="219672" y="73770"/>
                  </a:lnTo>
                  <a:lnTo>
                    <a:pt x="221310" y="68852"/>
                  </a:lnTo>
                  <a:lnTo>
                    <a:pt x="224589" y="65573"/>
                  </a:lnTo>
                  <a:lnTo>
                    <a:pt x="227868" y="62295"/>
                  </a:lnTo>
                  <a:lnTo>
                    <a:pt x="227868" y="65573"/>
                  </a:lnTo>
                  <a:lnTo>
                    <a:pt x="229507" y="65573"/>
                  </a:lnTo>
                  <a:lnTo>
                    <a:pt x="234425" y="65573"/>
                  </a:lnTo>
                  <a:lnTo>
                    <a:pt x="237704" y="62295"/>
                  </a:lnTo>
                  <a:lnTo>
                    <a:pt x="239344" y="59016"/>
                  </a:lnTo>
                  <a:lnTo>
                    <a:pt x="239344" y="55737"/>
                  </a:lnTo>
                  <a:lnTo>
                    <a:pt x="240983" y="54098"/>
                  </a:lnTo>
                  <a:lnTo>
                    <a:pt x="244262" y="49180"/>
                  </a:lnTo>
                  <a:lnTo>
                    <a:pt x="245901" y="45901"/>
                  </a:lnTo>
                  <a:lnTo>
                    <a:pt x="247540" y="42623"/>
                  </a:lnTo>
                  <a:lnTo>
                    <a:pt x="247540" y="37705"/>
                  </a:lnTo>
                  <a:lnTo>
                    <a:pt x="249179" y="34426"/>
                  </a:lnTo>
                  <a:lnTo>
                    <a:pt x="252458" y="34426"/>
                  </a:lnTo>
                  <a:lnTo>
                    <a:pt x="254097" y="29508"/>
                  </a:lnTo>
                  <a:lnTo>
                    <a:pt x="255737" y="26229"/>
                  </a:lnTo>
                  <a:lnTo>
                    <a:pt x="260655" y="22951"/>
                  </a:lnTo>
                  <a:lnTo>
                    <a:pt x="260655" y="19672"/>
                  </a:lnTo>
                  <a:lnTo>
                    <a:pt x="263934" y="14754"/>
                  </a:lnTo>
                  <a:lnTo>
                    <a:pt x="265573" y="11475"/>
                  </a:lnTo>
                  <a:lnTo>
                    <a:pt x="265573" y="8197"/>
                  </a:lnTo>
                  <a:lnTo>
                    <a:pt x="267212" y="3278"/>
                  </a:lnTo>
                  <a:lnTo>
                    <a:pt x="270491" y="0"/>
                  </a:lnTo>
                  <a:lnTo>
                    <a:pt x="272131" y="3278"/>
                  </a:lnTo>
                  <a:lnTo>
                    <a:pt x="272131" y="8197"/>
                  </a:lnTo>
                  <a:lnTo>
                    <a:pt x="272131" y="11475"/>
                  </a:lnTo>
                  <a:lnTo>
                    <a:pt x="270491" y="14754"/>
                  </a:lnTo>
                  <a:lnTo>
                    <a:pt x="272131" y="18033"/>
                  </a:lnTo>
                  <a:lnTo>
                    <a:pt x="275408" y="14754"/>
                  </a:lnTo>
                  <a:lnTo>
                    <a:pt x="278687" y="11475"/>
                  </a:lnTo>
                  <a:lnTo>
                    <a:pt x="280327" y="8197"/>
                  </a:lnTo>
                  <a:lnTo>
                    <a:pt x="280327" y="4918"/>
                  </a:lnTo>
                  <a:lnTo>
                    <a:pt x="281966" y="0"/>
                  </a:lnTo>
                  <a:lnTo>
                    <a:pt x="285245" y="1639"/>
                  </a:lnTo>
                  <a:lnTo>
                    <a:pt x="288524" y="4918"/>
                  </a:lnTo>
                  <a:lnTo>
                    <a:pt x="286884" y="8197"/>
                  </a:lnTo>
                  <a:lnTo>
                    <a:pt x="290163" y="13114"/>
                  </a:lnTo>
                  <a:lnTo>
                    <a:pt x="290163" y="16393"/>
                  </a:lnTo>
                  <a:lnTo>
                    <a:pt x="293442" y="18033"/>
                  </a:lnTo>
                  <a:lnTo>
                    <a:pt x="298360" y="19672"/>
                  </a:lnTo>
                  <a:lnTo>
                    <a:pt x="299998" y="16393"/>
                  </a:lnTo>
                  <a:lnTo>
                    <a:pt x="299998" y="19672"/>
                  </a:lnTo>
                  <a:lnTo>
                    <a:pt x="304917" y="21311"/>
                  </a:lnTo>
                  <a:lnTo>
                    <a:pt x="308195" y="24590"/>
                  </a:lnTo>
                  <a:lnTo>
                    <a:pt x="308195" y="26229"/>
                  </a:lnTo>
                  <a:lnTo>
                    <a:pt x="308195" y="29508"/>
                  </a:lnTo>
                  <a:lnTo>
                    <a:pt x="308195" y="32787"/>
                  </a:lnTo>
                  <a:lnTo>
                    <a:pt x="303277" y="34426"/>
                  </a:lnTo>
                  <a:lnTo>
                    <a:pt x="304917" y="37705"/>
                  </a:lnTo>
                  <a:lnTo>
                    <a:pt x="304917" y="42623"/>
                  </a:lnTo>
                  <a:lnTo>
                    <a:pt x="306556" y="45901"/>
                  </a:lnTo>
                  <a:lnTo>
                    <a:pt x="303277" y="47541"/>
                  </a:lnTo>
                  <a:lnTo>
                    <a:pt x="298360" y="49180"/>
                  </a:lnTo>
                  <a:lnTo>
                    <a:pt x="301638" y="49180"/>
                  </a:lnTo>
                  <a:lnTo>
                    <a:pt x="306556" y="49180"/>
                  </a:lnTo>
                  <a:lnTo>
                    <a:pt x="309835" y="49180"/>
                  </a:lnTo>
                  <a:lnTo>
                    <a:pt x="313114" y="45901"/>
                  </a:lnTo>
                  <a:lnTo>
                    <a:pt x="316392" y="42623"/>
                  </a:lnTo>
                  <a:lnTo>
                    <a:pt x="321311" y="42623"/>
                  </a:lnTo>
                  <a:lnTo>
                    <a:pt x="322950" y="47541"/>
                  </a:lnTo>
                  <a:lnTo>
                    <a:pt x="322950" y="50820"/>
                  </a:lnTo>
                  <a:lnTo>
                    <a:pt x="319671" y="52458"/>
                  </a:lnTo>
                  <a:lnTo>
                    <a:pt x="316392" y="54098"/>
                  </a:lnTo>
                  <a:lnTo>
                    <a:pt x="318032" y="57377"/>
                  </a:lnTo>
                  <a:lnTo>
                    <a:pt x="321311" y="57377"/>
                  </a:lnTo>
                  <a:lnTo>
                    <a:pt x="326228" y="55737"/>
                  </a:lnTo>
                  <a:lnTo>
                    <a:pt x="329507" y="52458"/>
                  </a:lnTo>
                  <a:lnTo>
                    <a:pt x="332785" y="54098"/>
                  </a:lnTo>
                  <a:lnTo>
                    <a:pt x="336064" y="54098"/>
                  </a:lnTo>
                  <a:lnTo>
                    <a:pt x="339343" y="57377"/>
                  </a:lnTo>
                  <a:lnTo>
                    <a:pt x="342622" y="60655"/>
                  </a:lnTo>
                  <a:lnTo>
                    <a:pt x="342622" y="63934"/>
                  </a:lnTo>
                  <a:lnTo>
                    <a:pt x="345901" y="62295"/>
                  </a:lnTo>
                  <a:lnTo>
                    <a:pt x="349179" y="65573"/>
                  </a:lnTo>
                  <a:lnTo>
                    <a:pt x="354097" y="67213"/>
                  </a:lnTo>
                  <a:lnTo>
                    <a:pt x="355736" y="70491"/>
                  </a:lnTo>
                  <a:lnTo>
                    <a:pt x="357375" y="68852"/>
                  </a:lnTo>
                  <a:lnTo>
                    <a:pt x="362294" y="70491"/>
                  </a:lnTo>
                  <a:lnTo>
                    <a:pt x="365572" y="68852"/>
                  </a:lnTo>
                  <a:lnTo>
                    <a:pt x="368851" y="72131"/>
                  </a:lnTo>
                  <a:lnTo>
                    <a:pt x="368851" y="75410"/>
                  </a:lnTo>
                  <a:lnTo>
                    <a:pt x="368851" y="80327"/>
                  </a:lnTo>
                  <a:lnTo>
                    <a:pt x="365572" y="83606"/>
                  </a:lnTo>
                  <a:lnTo>
                    <a:pt x="362294" y="85245"/>
                  </a:lnTo>
                  <a:lnTo>
                    <a:pt x="359015" y="86885"/>
                  </a:lnTo>
                  <a:lnTo>
                    <a:pt x="354097" y="88524"/>
                  </a:lnTo>
                  <a:lnTo>
                    <a:pt x="350818" y="90164"/>
                  </a:lnTo>
                  <a:lnTo>
                    <a:pt x="347540" y="90164"/>
                  </a:lnTo>
                  <a:lnTo>
                    <a:pt x="342622" y="90164"/>
                  </a:lnTo>
                  <a:lnTo>
                    <a:pt x="339343" y="90164"/>
                  </a:lnTo>
                  <a:lnTo>
                    <a:pt x="336064" y="86885"/>
                  </a:lnTo>
                  <a:lnTo>
                    <a:pt x="332785" y="88524"/>
                  </a:lnTo>
                  <a:lnTo>
                    <a:pt x="329507" y="91803"/>
                  </a:lnTo>
                  <a:lnTo>
                    <a:pt x="327867" y="95081"/>
                  </a:lnTo>
                  <a:lnTo>
                    <a:pt x="329507" y="98360"/>
                  </a:lnTo>
                  <a:lnTo>
                    <a:pt x="332785" y="103278"/>
                  </a:lnTo>
                  <a:lnTo>
                    <a:pt x="337704" y="104917"/>
                  </a:lnTo>
                  <a:lnTo>
                    <a:pt x="340982" y="106557"/>
                  </a:lnTo>
                  <a:lnTo>
                    <a:pt x="340982" y="109835"/>
                  </a:lnTo>
                  <a:lnTo>
                    <a:pt x="345901" y="109835"/>
                  </a:lnTo>
                  <a:lnTo>
                    <a:pt x="347540" y="113114"/>
                  </a:lnTo>
                  <a:lnTo>
                    <a:pt x="344261" y="116393"/>
                  </a:lnTo>
                  <a:lnTo>
                    <a:pt x="339343" y="116393"/>
                  </a:lnTo>
                  <a:lnTo>
                    <a:pt x="336064" y="116393"/>
                  </a:lnTo>
                  <a:lnTo>
                    <a:pt x="334425" y="118032"/>
                  </a:lnTo>
                  <a:lnTo>
                    <a:pt x="331146" y="119671"/>
                  </a:lnTo>
                  <a:lnTo>
                    <a:pt x="327867" y="119671"/>
                  </a:lnTo>
                  <a:lnTo>
                    <a:pt x="324588" y="121311"/>
                  </a:lnTo>
                  <a:lnTo>
                    <a:pt x="319671" y="121311"/>
                  </a:lnTo>
                  <a:lnTo>
                    <a:pt x="316392" y="119671"/>
                  </a:lnTo>
                  <a:lnTo>
                    <a:pt x="313114" y="116393"/>
                  </a:lnTo>
                  <a:lnTo>
                    <a:pt x="309835" y="113114"/>
                  </a:lnTo>
                  <a:lnTo>
                    <a:pt x="308195" y="118032"/>
                  </a:lnTo>
                  <a:lnTo>
                    <a:pt x="309835" y="121311"/>
                  </a:lnTo>
                  <a:lnTo>
                    <a:pt x="308195" y="124590"/>
                  </a:lnTo>
                  <a:lnTo>
                    <a:pt x="306556" y="124590"/>
                  </a:lnTo>
                  <a:lnTo>
                    <a:pt x="303277" y="124590"/>
                  </a:lnTo>
                  <a:lnTo>
                    <a:pt x="299998" y="121311"/>
                  </a:lnTo>
                  <a:lnTo>
                    <a:pt x="295081" y="119671"/>
                  </a:lnTo>
                  <a:lnTo>
                    <a:pt x="291802" y="116393"/>
                  </a:lnTo>
                  <a:lnTo>
                    <a:pt x="288524" y="118032"/>
                  </a:lnTo>
                  <a:lnTo>
                    <a:pt x="283605" y="118032"/>
                  </a:lnTo>
                  <a:lnTo>
                    <a:pt x="280327" y="116393"/>
                  </a:lnTo>
                  <a:lnTo>
                    <a:pt x="277048" y="118032"/>
                  </a:lnTo>
                  <a:lnTo>
                    <a:pt x="273769" y="116393"/>
                  </a:lnTo>
                  <a:lnTo>
                    <a:pt x="270491" y="116393"/>
                  </a:lnTo>
                  <a:lnTo>
                    <a:pt x="267212" y="114754"/>
                  </a:lnTo>
                  <a:lnTo>
                    <a:pt x="265573" y="118032"/>
                  </a:lnTo>
                  <a:lnTo>
                    <a:pt x="262294" y="119671"/>
                  </a:lnTo>
                  <a:lnTo>
                    <a:pt x="259015" y="116393"/>
                  </a:lnTo>
                  <a:lnTo>
                    <a:pt x="255737" y="116393"/>
                  </a:lnTo>
                  <a:lnTo>
                    <a:pt x="250818" y="116393"/>
                  </a:lnTo>
                  <a:lnTo>
                    <a:pt x="247540" y="119671"/>
                  </a:lnTo>
                  <a:lnTo>
                    <a:pt x="244262" y="116393"/>
                  </a:lnTo>
                  <a:lnTo>
                    <a:pt x="240983" y="114754"/>
                  </a:lnTo>
                  <a:lnTo>
                    <a:pt x="239344" y="116393"/>
                  </a:lnTo>
                  <a:lnTo>
                    <a:pt x="239344" y="121311"/>
                  </a:lnTo>
                  <a:lnTo>
                    <a:pt x="234425" y="122950"/>
                  </a:lnTo>
                  <a:lnTo>
                    <a:pt x="232786" y="127868"/>
                  </a:lnTo>
                  <a:lnTo>
                    <a:pt x="232786" y="131147"/>
                  </a:lnTo>
                  <a:lnTo>
                    <a:pt x="231147" y="134425"/>
                  </a:lnTo>
                  <a:lnTo>
                    <a:pt x="231147" y="137704"/>
                  </a:lnTo>
                  <a:lnTo>
                    <a:pt x="231147" y="139344"/>
                  </a:lnTo>
                  <a:lnTo>
                    <a:pt x="231147" y="142622"/>
                  </a:lnTo>
                  <a:lnTo>
                    <a:pt x="229507" y="145901"/>
                  </a:lnTo>
                  <a:lnTo>
                    <a:pt x="229507" y="150819"/>
                  </a:lnTo>
                  <a:lnTo>
                    <a:pt x="231147" y="152458"/>
                  </a:lnTo>
                  <a:lnTo>
                    <a:pt x="232786" y="157376"/>
                  </a:lnTo>
                  <a:lnTo>
                    <a:pt x="229507" y="160655"/>
                  </a:lnTo>
                  <a:lnTo>
                    <a:pt x="229507" y="163934"/>
                  </a:lnTo>
                  <a:lnTo>
                    <a:pt x="227868" y="168851"/>
                  </a:lnTo>
                  <a:lnTo>
                    <a:pt x="227868" y="172130"/>
                  </a:lnTo>
                  <a:lnTo>
                    <a:pt x="226228" y="175409"/>
                  </a:lnTo>
                  <a:lnTo>
                    <a:pt x="222950" y="177048"/>
                  </a:lnTo>
                  <a:lnTo>
                    <a:pt x="219672" y="175409"/>
                  </a:lnTo>
                  <a:lnTo>
                    <a:pt x="216393" y="178688"/>
                  </a:lnTo>
                  <a:lnTo>
                    <a:pt x="214754" y="183605"/>
                  </a:lnTo>
                  <a:lnTo>
                    <a:pt x="214754" y="186884"/>
                  </a:lnTo>
                  <a:lnTo>
                    <a:pt x="213114" y="190163"/>
                  </a:lnTo>
                  <a:lnTo>
                    <a:pt x="214754" y="193442"/>
                  </a:lnTo>
                  <a:lnTo>
                    <a:pt x="216393" y="193442"/>
                  </a:lnTo>
                  <a:lnTo>
                    <a:pt x="219672" y="198360"/>
                  </a:lnTo>
                  <a:lnTo>
                    <a:pt x="214754" y="199999"/>
                  </a:lnTo>
                  <a:lnTo>
                    <a:pt x="211475" y="203278"/>
                  </a:lnTo>
                  <a:lnTo>
                    <a:pt x="208196" y="204917"/>
                  </a:lnTo>
                  <a:lnTo>
                    <a:pt x="206557" y="208195"/>
                  </a:lnTo>
                  <a:lnTo>
                    <a:pt x="201638" y="211474"/>
                  </a:lnTo>
                  <a:lnTo>
                    <a:pt x="201638" y="214753"/>
                  </a:lnTo>
                  <a:lnTo>
                    <a:pt x="204917" y="219671"/>
                  </a:lnTo>
                  <a:lnTo>
                    <a:pt x="204917" y="222950"/>
                  </a:lnTo>
                  <a:lnTo>
                    <a:pt x="203278" y="226228"/>
                  </a:lnTo>
                  <a:lnTo>
                    <a:pt x="198360" y="229507"/>
                  </a:lnTo>
                  <a:lnTo>
                    <a:pt x="198360" y="232786"/>
                  </a:lnTo>
                  <a:lnTo>
                    <a:pt x="198360" y="237704"/>
                  </a:lnTo>
                  <a:lnTo>
                    <a:pt x="195081" y="240982"/>
                  </a:lnTo>
                  <a:lnTo>
                    <a:pt x="195081" y="244261"/>
                  </a:lnTo>
                  <a:lnTo>
                    <a:pt x="191803" y="244261"/>
                  </a:lnTo>
                  <a:lnTo>
                    <a:pt x="188524" y="242622"/>
                  </a:lnTo>
                  <a:lnTo>
                    <a:pt x="183606" y="244261"/>
                  </a:lnTo>
                  <a:lnTo>
                    <a:pt x="180327" y="245901"/>
                  </a:lnTo>
                  <a:lnTo>
                    <a:pt x="180327" y="245901"/>
                  </a:lnTo>
                  <a:lnTo>
                    <a:pt x="175409" y="244261"/>
                  </a:lnTo>
                  <a:lnTo>
                    <a:pt x="175409" y="244261"/>
                  </a:lnTo>
                  <a:lnTo>
                    <a:pt x="172130" y="244261"/>
                  </a:lnTo>
                  <a:lnTo>
                    <a:pt x="167213" y="247540"/>
                  </a:lnTo>
                  <a:lnTo>
                    <a:pt x="165574" y="250818"/>
                  </a:lnTo>
                  <a:lnTo>
                    <a:pt x="160655" y="254097"/>
                  </a:lnTo>
                  <a:lnTo>
                    <a:pt x="157377" y="254097"/>
                  </a:lnTo>
                  <a:lnTo>
                    <a:pt x="154098" y="250818"/>
                  </a:lnTo>
                  <a:lnTo>
                    <a:pt x="149180" y="252458"/>
                  </a:lnTo>
                  <a:lnTo>
                    <a:pt x="145901" y="249179"/>
                  </a:lnTo>
                  <a:lnTo>
                    <a:pt x="142623" y="247540"/>
                  </a:lnTo>
                  <a:lnTo>
                    <a:pt x="139344" y="245901"/>
                  </a:lnTo>
                  <a:lnTo>
                    <a:pt x="134426" y="244261"/>
                  </a:lnTo>
                  <a:lnTo>
                    <a:pt x="134426" y="239343"/>
                  </a:lnTo>
                  <a:lnTo>
                    <a:pt x="131147" y="239343"/>
                  </a:lnTo>
                  <a:lnTo>
                    <a:pt x="126229" y="240982"/>
                  </a:lnTo>
                  <a:lnTo>
                    <a:pt x="122950" y="240982"/>
                  </a:lnTo>
                  <a:lnTo>
                    <a:pt x="119671" y="239343"/>
                  </a:lnTo>
                  <a:lnTo>
                    <a:pt x="114754" y="239343"/>
                  </a:lnTo>
                  <a:lnTo>
                    <a:pt x="111475" y="240982"/>
                  </a:lnTo>
                  <a:lnTo>
                    <a:pt x="108197" y="242622"/>
                  </a:lnTo>
                  <a:lnTo>
                    <a:pt x="104918" y="244261"/>
                  </a:lnTo>
                  <a:lnTo>
                    <a:pt x="103278" y="247540"/>
                  </a:lnTo>
                  <a:lnTo>
                    <a:pt x="101639" y="250818"/>
                  </a:lnTo>
                  <a:lnTo>
                    <a:pt x="101639" y="254097"/>
                  </a:lnTo>
                  <a:lnTo>
                    <a:pt x="100000" y="257376"/>
                  </a:lnTo>
                  <a:lnTo>
                    <a:pt x="98360" y="259015"/>
                  </a:lnTo>
                  <a:lnTo>
                    <a:pt x="95081" y="259015"/>
                  </a:lnTo>
                  <a:lnTo>
                    <a:pt x="91803" y="262294"/>
                  </a:lnTo>
                  <a:lnTo>
                    <a:pt x="88525" y="265572"/>
                  </a:lnTo>
                  <a:lnTo>
                    <a:pt x="85246" y="263933"/>
                  </a:lnTo>
                  <a:lnTo>
                    <a:pt x="80328" y="263933"/>
                  </a:lnTo>
                  <a:lnTo>
                    <a:pt x="77049" y="265572"/>
                  </a:lnTo>
                  <a:lnTo>
                    <a:pt x="73770" y="263933"/>
                  </a:lnTo>
                  <a:lnTo>
                    <a:pt x="68852" y="263933"/>
                  </a:lnTo>
                  <a:lnTo>
                    <a:pt x="65573" y="260654"/>
                  </a:lnTo>
                  <a:lnTo>
                    <a:pt x="62295" y="262294"/>
                  </a:lnTo>
                  <a:lnTo>
                    <a:pt x="59017" y="263933"/>
                  </a:lnTo>
                  <a:lnTo>
                    <a:pt x="54098" y="263933"/>
                  </a:lnTo>
                  <a:lnTo>
                    <a:pt x="50820" y="265572"/>
                  </a:lnTo>
                  <a:lnTo>
                    <a:pt x="47541" y="268851"/>
                  </a:lnTo>
                  <a:lnTo>
                    <a:pt x="44262" y="270491"/>
                  </a:lnTo>
                  <a:lnTo>
                    <a:pt x="39344" y="272130"/>
                  </a:lnTo>
                  <a:lnTo>
                    <a:pt x="36066" y="268851"/>
                  </a:lnTo>
                  <a:lnTo>
                    <a:pt x="32787" y="265572"/>
                  </a:lnTo>
                  <a:lnTo>
                    <a:pt x="29508" y="263933"/>
                  </a:lnTo>
                  <a:lnTo>
                    <a:pt x="27869" y="260654"/>
                  </a:lnTo>
                  <a:lnTo>
                    <a:pt x="24590" y="257376"/>
                  </a:lnTo>
                  <a:lnTo>
                    <a:pt x="21311" y="255737"/>
                  </a:lnTo>
                  <a:lnTo>
                    <a:pt x="18033" y="252458"/>
                  </a:lnTo>
                  <a:lnTo>
                    <a:pt x="16393" y="250818"/>
                  </a:lnTo>
                  <a:lnTo>
                    <a:pt x="16393" y="247540"/>
                  </a:lnTo>
                  <a:lnTo>
                    <a:pt x="14754" y="247540"/>
                  </a:lnTo>
                  <a:lnTo>
                    <a:pt x="11476" y="245901"/>
                  </a:lnTo>
                  <a:lnTo>
                    <a:pt x="8197" y="242622"/>
                  </a:lnTo>
                  <a:lnTo>
                    <a:pt x="4918" y="237704"/>
                  </a:lnTo>
                  <a:lnTo>
                    <a:pt x="4918" y="234425"/>
                  </a:lnTo>
                  <a:lnTo>
                    <a:pt x="4918" y="231147"/>
                  </a:lnTo>
                  <a:lnTo>
                    <a:pt x="1640" y="229507"/>
                  </a:lnTo>
                  <a:lnTo>
                    <a:pt x="0" y="224589"/>
                  </a:lnTo>
                  <a:lnTo>
                    <a:pt x="3279" y="221310"/>
                  </a:lnTo>
                  <a:lnTo>
                    <a:pt x="3279" y="21803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92" name="Freeform 3291">
              <a:extLst>
                <a:ext uri="{FF2B5EF4-FFF2-40B4-BE49-F238E27FC236}">
                  <a16:creationId xmlns:a16="http://schemas.microsoft.com/office/drawing/2014/main" id="{09440D2C-588F-574B-8418-111CC1830029}"/>
                </a:ext>
              </a:extLst>
            </p:cNvPr>
            <p:cNvSpPr/>
            <p:nvPr/>
          </p:nvSpPr>
          <p:spPr>
            <a:xfrm>
              <a:off x="11389418" y="4455879"/>
              <a:ext cx="9835" cy="18032"/>
            </a:xfrm>
            <a:custGeom>
              <a:avLst/>
              <a:gdLst>
                <a:gd name="connsiteX0" fmla="*/ 6557 w 9835"/>
                <a:gd name="connsiteY0" fmla="*/ 18033 h 18032"/>
                <a:gd name="connsiteX1" fmla="*/ 6557 w 9835"/>
                <a:gd name="connsiteY1" fmla="*/ 14754 h 18032"/>
                <a:gd name="connsiteX2" fmla="*/ 9836 w 9835"/>
                <a:gd name="connsiteY2" fmla="*/ 9836 h 18032"/>
                <a:gd name="connsiteX3" fmla="*/ 9836 w 9835"/>
                <a:gd name="connsiteY3" fmla="*/ 6558 h 18032"/>
                <a:gd name="connsiteX4" fmla="*/ 6557 w 9835"/>
                <a:gd name="connsiteY4" fmla="*/ 4918 h 18032"/>
                <a:gd name="connsiteX5" fmla="*/ 3278 w 9835"/>
                <a:gd name="connsiteY5" fmla="*/ 0 h 18032"/>
                <a:gd name="connsiteX6" fmla="*/ 0 w 9835"/>
                <a:gd name="connsiteY6" fmla="*/ 3279 h 18032"/>
                <a:gd name="connsiteX7" fmla="*/ 0 w 9835"/>
                <a:gd name="connsiteY7" fmla="*/ 6558 h 18032"/>
                <a:gd name="connsiteX8" fmla="*/ 3278 w 9835"/>
                <a:gd name="connsiteY8" fmla="*/ 9836 h 18032"/>
                <a:gd name="connsiteX9" fmla="*/ 3278 w 9835"/>
                <a:gd name="connsiteY9" fmla="*/ 13115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835" h="18032">
                  <a:moveTo>
                    <a:pt x="6557" y="18033"/>
                  </a:moveTo>
                  <a:lnTo>
                    <a:pt x="6557" y="14754"/>
                  </a:lnTo>
                  <a:lnTo>
                    <a:pt x="9836" y="9836"/>
                  </a:lnTo>
                  <a:lnTo>
                    <a:pt x="9836" y="6558"/>
                  </a:lnTo>
                  <a:lnTo>
                    <a:pt x="6557" y="4918"/>
                  </a:lnTo>
                  <a:lnTo>
                    <a:pt x="3278" y="0"/>
                  </a:lnTo>
                  <a:lnTo>
                    <a:pt x="0" y="3279"/>
                  </a:lnTo>
                  <a:lnTo>
                    <a:pt x="0" y="6558"/>
                  </a:lnTo>
                  <a:lnTo>
                    <a:pt x="3278" y="9836"/>
                  </a:lnTo>
                  <a:lnTo>
                    <a:pt x="3278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93" name="Freeform 3292">
              <a:extLst>
                <a:ext uri="{FF2B5EF4-FFF2-40B4-BE49-F238E27FC236}">
                  <a16:creationId xmlns:a16="http://schemas.microsoft.com/office/drawing/2014/main" id="{2963DBA3-BEC3-7146-A927-F942F4A3F697}"/>
                </a:ext>
              </a:extLst>
            </p:cNvPr>
            <p:cNvSpPr/>
            <p:nvPr/>
          </p:nvSpPr>
          <p:spPr>
            <a:xfrm>
              <a:off x="11389418" y="4473911"/>
              <a:ext cx="1638" cy="9836"/>
            </a:xfrm>
            <a:custGeom>
              <a:avLst/>
              <a:gdLst>
                <a:gd name="connsiteX0" fmla="*/ 1639 w 1638"/>
                <a:gd name="connsiteY0" fmla="*/ 9836 h 9836"/>
                <a:gd name="connsiteX1" fmla="*/ 1639 w 1638"/>
                <a:gd name="connsiteY1" fmla="*/ 6557 h 9836"/>
                <a:gd name="connsiteX2" fmla="*/ 1639 w 1638"/>
                <a:gd name="connsiteY2" fmla="*/ 3279 h 9836"/>
                <a:gd name="connsiteX3" fmla="*/ 0 w 1638"/>
                <a:gd name="connsiteY3" fmla="*/ 0 h 9836"/>
                <a:gd name="connsiteX4" fmla="*/ 0 w 1638"/>
                <a:gd name="connsiteY4" fmla="*/ 3279 h 9836"/>
                <a:gd name="connsiteX5" fmla="*/ 0 w 1638"/>
                <a:gd name="connsiteY5" fmla="*/ 655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8" h="9836">
                  <a:moveTo>
                    <a:pt x="1639" y="9836"/>
                  </a:moveTo>
                  <a:lnTo>
                    <a:pt x="1639" y="6557"/>
                  </a:lnTo>
                  <a:lnTo>
                    <a:pt x="1639" y="3279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94" name="Freeform 3293">
              <a:extLst>
                <a:ext uri="{FF2B5EF4-FFF2-40B4-BE49-F238E27FC236}">
                  <a16:creationId xmlns:a16="http://schemas.microsoft.com/office/drawing/2014/main" id="{894C40DE-8AF5-1842-B731-11926C74FAE3}"/>
                </a:ext>
              </a:extLst>
            </p:cNvPr>
            <p:cNvSpPr/>
            <p:nvPr/>
          </p:nvSpPr>
          <p:spPr>
            <a:xfrm>
              <a:off x="11391057" y="4413256"/>
              <a:ext cx="37704" cy="36065"/>
            </a:xfrm>
            <a:custGeom>
              <a:avLst/>
              <a:gdLst>
                <a:gd name="connsiteX0" fmla="*/ 13114 w 37704"/>
                <a:gd name="connsiteY0" fmla="*/ 22951 h 36065"/>
                <a:gd name="connsiteX1" fmla="*/ 16393 w 37704"/>
                <a:gd name="connsiteY1" fmla="*/ 26229 h 36065"/>
                <a:gd name="connsiteX2" fmla="*/ 19672 w 37704"/>
                <a:gd name="connsiteY2" fmla="*/ 31147 h 36065"/>
                <a:gd name="connsiteX3" fmla="*/ 22951 w 37704"/>
                <a:gd name="connsiteY3" fmla="*/ 32787 h 36065"/>
                <a:gd name="connsiteX4" fmla="*/ 26229 w 37704"/>
                <a:gd name="connsiteY4" fmla="*/ 32787 h 36065"/>
                <a:gd name="connsiteX5" fmla="*/ 31148 w 37704"/>
                <a:gd name="connsiteY5" fmla="*/ 36065 h 36065"/>
                <a:gd name="connsiteX6" fmla="*/ 34426 w 37704"/>
                <a:gd name="connsiteY6" fmla="*/ 36065 h 36065"/>
                <a:gd name="connsiteX7" fmla="*/ 37705 w 37704"/>
                <a:gd name="connsiteY7" fmla="*/ 34426 h 36065"/>
                <a:gd name="connsiteX8" fmla="*/ 34426 w 37704"/>
                <a:gd name="connsiteY8" fmla="*/ 31147 h 36065"/>
                <a:gd name="connsiteX9" fmla="*/ 31148 w 37704"/>
                <a:gd name="connsiteY9" fmla="*/ 29508 h 36065"/>
                <a:gd name="connsiteX10" fmla="*/ 27869 w 37704"/>
                <a:gd name="connsiteY10" fmla="*/ 26229 h 36065"/>
                <a:gd name="connsiteX11" fmla="*/ 24590 w 37704"/>
                <a:gd name="connsiteY11" fmla="*/ 22951 h 36065"/>
                <a:gd name="connsiteX12" fmla="*/ 24590 w 37704"/>
                <a:gd name="connsiteY12" fmla="*/ 18032 h 36065"/>
                <a:gd name="connsiteX13" fmla="*/ 22951 w 37704"/>
                <a:gd name="connsiteY13" fmla="*/ 14754 h 36065"/>
                <a:gd name="connsiteX14" fmla="*/ 19672 w 37704"/>
                <a:gd name="connsiteY14" fmla="*/ 11475 h 36065"/>
                <a:gd name="connsiteX15" fmla="*/ 14754 w 37704"/>
                <a:gd name="connsiteY15" fmla="*/ 9836 h 36065"/>
                <a:gd name="connsiteX16" fmla="*/ 11476 w 37704"/>
                <a:gd name="connsiteY16" fmla="*/ 8197 h 36065"/>
                <a:gd name="connsiteX17" fmla="*/ 8197 w 37704"/>
                <a:gd name="connsiteY17" fmla="*/ 3278 h 36065"/>
                <a:gd name="connsiteX18" fmla="*/ 4918 w 37704"/>
                <a:gd name="connsiteY18" fmla="*/ 1639 h 36065"/>
                <a:gd name="connsiteX19" fmla="*/ 1639 w 37704"/>
                <a:gd name="connsiteY19" fmla="*/ 0 h 36065"/>
                <a:gd name="connsiteX20" fmla="*/ 0 w 37704"/>
                <a:gd name="connsiteY20" fmla="*/ 4918 h 36065"/>
                <a:gd name="connsiteX21" fmla="*/ 1639 w 37704"/>
                <a:gd name="connsiteY21" fmla="*/ 8197 h 36065"/>
                <a:gd name="connsiteX22" fmla="*/ 4918 w 37704"/>
                <a:gd name="connsiteY22" fmla="*/ 11475 h 36065"/>
                <a:gd name="connsiteX23" fmla="*/ 8197 w 37704"/>
                <a:gd name="connsiteY23" fmla="*/ 14754 h 36065"/>
                <a:gd name="connsiteX24" fmla="*/ 11476 w 37704"/>
                <a:gd name="connsiteY24" fmla="*/ 19672 h 36065"/>
                <a:gd name="connsiteX25" fmla="*/ 13114 w 37704"/>
                <a:gd name="connsiteY25" fmla="*/ 22951 h 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7704" h="36065">
                  <a:moveTo>
                    <a:pt x="13114" y="22951"/>
                  </a:moveTo>
                  <a:lnTo>
                    <a:pt x="16393" y="26229"/>
                  </a:lnTo>
                  <a:lnTo>
                    <a:pt x="19672" y="31147"/>
                  </a:lnTo>
                  <a:lnTo>
                    <a:pt x="22951" y="32787"/>
                  </a:lnTo>
                  <a:lnTo>
                    <a:pt x="26229" y="32787"/>
                  </a:lnTo>
                  <a:lnTo>
                    <a:pt x="31148" y="36065"/>
                  </a:lnTo>
                  <a:lnTo>
                    <a:pt x="34426" y="36065"/>
                  </a:lnTo>
                  <a:lnTo>
                    <a:pt x="37705" y="34426"/>
                  </a:lnTo>
                  <a:lnTo>
                    <a:pt x="34426" y="31147"/>
                  </a:lnTo>
                  <a:lnTo>
                    <a:pt x="31148" y="29508"/>
                  </a:lnTo>
                  <a:lnTo>
                    <a:pt x="27869" y="26229"/>
                  </a:lnTo>
                  <a:lnTo>
                    <a:pt x="24590" y="22951"/>
                  </a:lnTo>
                  <a:lnTo>
                    <a:pt x="24590" y="18032"/>
                  </a:lnTo>
                  <a:lnTo>
                    <a:pt x="22951" y="14754"/>
                  </a:lnTo>
                  <a:lnTo>
                    <a:pt x="19672" y="11475"/>
                  </a:lnTo>
                  <a:lnTo>
                    <a:pt x="14754" y="9836"/>
                  </a:lnTo>
                  <a:lnTo>
                    <a:pt x="11476" y="8197"/>
                  </a:lnTo>
                  <a:lnTo>
                    <a:pt x="8197" y="3278"/>
                  </a:lnTo>
                  <a:lnTo>
                    <a:pt x="4918" y="1639"/>
                  </a:lnTo>
                  <a:lnTo>
                    <a:pt x="1639" y="0"/>
                  </a:lnTo>
                  <a:lnTo>
                    <a:pt x="0" y="4918"/>
                  </a:lnTo>
                  <a:lnTo>
                    <a:pt x="1639" y="8197"/>
                  </a:lnTo>
                  <a:lnTo>
                    <a:pt x="4918" y="11475"/>
                  </a:lnTo>
                  <a:lnTo>
                    <a:pt x="8197" y="14754"/>
                  </a:lnTo>
                  <a:lnTo>
                    <a:pt x="11476" y="19672"/>
                  </a:lnTo>
                  <a:lnTo>
                    <a:pt x="13114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95" name="Freeform 3294">
              <a:extLst>
                <a:ext uri="{FF2B5EF4-FFF2-40B4-BE49-F238E27FC236}">
                  <a16:creationId xmlns:a16="http://schemas.microsoft.com/office/drawing/2014/main" id="{2BA8FB8F-8A4D-884D-9BFB-62500F917A67}"/>
                </a:ext>
              </a:extLst>
            </p:cNvPr>
            <p:cNvSpPr/>
            <p:nvPr/>
          </p:nvSpPr>
          <p:spPr>
            <a:xfrm>
              <a:off x="11405812" y="4468994"/>
              <a:ext cx="8196" cy="13114"/>
            </a:xfrm>
            <a:custGeom>
              <a:avLst/>
              <a:gdLst>
                <a:gd name="connsiteX0" fmla="*/ 6557 w 8196"/>
                <a:gd name="connsiteY0" fmla="*/ 13114 h 13114"/>
                <a:gd name="connsiteX1" fmla="*/ 8197 w 8196"/>
                <a:gd name="connsiteY1" fmla="*/ 11475 h 13114"/>
                <a:gd name="connsiteX2" fmla="*/ 8197 w 8196"/>
                <a:gd name="connsiteY2" fmla="*/ 8197 h 13114"/>
                <a:gd name="connsiteX3" fmla="*/ 8197 w 8196"/>
                <a:gd name="connsiteY3" fmla="*/ 3278 h 13114"/>
                <a:gd name="connsiteX4" fmla="*/ 6557 w 8196"/>
                <a:gd name="connsiteY4" fmla="*/ 0 h 13114"/>
                <a:gd name="connsiteX5" fmla="*/ 3278 w 8196"/>
                <a:gd name="connsiteY5" fmla="*/ 0 h 13114"/>
                <a:gd name="connsiteX6" fmla="*/ 0 w 8196"/>
                <a:gd name="connsiteY6" fmla="*/ 4918 h 13114"/>
                <a:gd name="connsiteX7" fmla="*/ 0 w 8196"/>
                <a:gd name="connsiteY7" fmla="*/ 8197 h 13114"/>
                <a:gd name="connsiteX8" fmla="*/ 3278 w 8196"/>
                <a:gd name="connsiteY8" fmla="*/ 11475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13114">
                  <a:moveTo>
                    <a:pt x="6557" y="13114"/>
                  </a:moveTo>
                  <a:lnTo>
                    <a:pt x="8197" y="11475"/>
                  </a:lnTo>
                  <a:lnTo>
                    <a:pt x="8197" y="8197"/>
                  </a:lnTo>
                  <a:lnTo>
                    <a:pt x="8197" y="3278"/>
                  </a:lnTo>
                  <a:lnTo>
                    <a:pt x="6557" y="0"/>
                  </a:lnTo>
                  <a:lnTo>
                    <a:pt x="3278" y="0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3278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96" name="Freeform 3295">
              <a:extLst>
                <a:ext uri="{FF2B5EF4-FFF2-40B4-BE49-F238E27FC236}">
                  <a16:creationId xmlns:a16="http://schemas.microsoft.com/office/drawing/2014/main" id="{2B80DF4C-3A2E-2C41-9554-AEE4F4606D4F}"/>
                </a:ext>
              </a:extLst>
            </p:cNvPr>
            <p:cNvSpPr/>
            <p:nvPr/>
          </p:nvSpPr>
          <p:spPr>
            <a:xfrm>
              <a:off x="11412368" y="4493584"/>
              <a:ext cx="8196" cy="14753"/>
            </a:xfrm>
            <a:custGeom>
              <a:avLst/>
              <a:gdLst>
                <a:gd name="connsiteX0" fmla="*/ 6558 w 8196"/>
                <a:gd name="connsiteY0" fmla="*/ 14754 h 14753"/>
                <a:gd name="connsiteX1" fmla="*/ 4918 w 8196"/>
                <a:gd name="connsiteY1" fmla="*/ 11475 h 14753"/>
                <a:gd name="connsiteX2" fmla="*/ 4918 w 8196"/>
                <a:gd name="connsiteY2" fmla="*/ 8197 h 14753"/>
                <a:gd name="connsiteX3" fmla="*/ 8197 w 8196"/>
                <a:gd name="connsiteY3" fmla="*/ 4918 h 14753"/>
                <a:gd name="connsiteX4" fmla="*/ 6558 w 8196"/>
                <a:gd name="connsiteY4" fmla="*/ 0 h 14753"/>
                <a:gd name="connsiteX5" fmla="*/ 3279 w 8196"/>
                <a:gd name="connsiteY5" fmla="*/ 3278 h 14753"/>
                <a:gd name="connsiteX6" fmla="*/ 0 w 8196"/>
                <a:gd name="connsiteY6" fmla="*/ 6557 h 14753"/>
                <a:gd name="connsiteX7" fmla="*/ 3279 w 8196"/>
                <a:gd name="connsiteY7" fmla="*/ 9836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96" h="14753">
                  <a:moveTo>
                    <a:pt x="6558" y="14754"/>
                  </a:moveTo>
                  <a:lnTo>
                    <a:pt x="4918" y="11475"/>
                  </a:lnTo>
                  <a:lnTo>
                    <a:pt x="4918" y="8197"/>
                  </a:lnTo>
                  <a:lnTo>
                    <a:pt x="8197" y="4918"/>
                  </a:lnTo>
                  <a:lnTo>
                    <a:pt x="6558" y="0"/>
                  </a:lnTo>
                  <a:lnTo>
                    <a:pt x="3279" y="3278"/>
                  </a:lnTo>
                  <a:lnTo>
                    <a:pt x="0" y="6557"/>
                  </a:lnTo>
                  <a:lnTo>
                    <a:pt x="3279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97" name="Freeform 3296">
              <a:extLst>
                <a:ext uri="{FF2B5EF4-FFF2-40B4-BE49-F238E27FC236}">
                  <a16:creationId xmlns:a16="http://schemas.microsoft.com/office/drawing/2014/main" id="{AB921C4F-E39A-6445-829F-D253E70FB3B7}"/>
                </a:ext>
              </a:extLst>
            </p:cNvPr>
            <p:cNvSpPr/>
            <p:nvPr/>
          </p:nvSpPr>
          <p:spPr>
            <a:xfrm>
              <a:off x="11414008" y="4473911"/>
              <a:ext cx="26228" cy="27868"/>
            </a:xfrm>
            <a:custGeom>
              <a:avLst/>
              <a:gdLst>
                <a:gd name="connsiteX0" fmla="*/ 21311 w 26228"/>
                <a:gd name="connsiteY0" fmla="*/ 26229 h 27868"/>
                <a:gd name="connsiteX1" fmla="*/ 24590 w 26228"/>
                <a:gd name="connsiteY1" fmla="*/ 27869 h 27868"/>
                <a:gd name="connsiteX2" fmla="*/ 26229 w 26228"/>
                <a:gd name="connsiteY2" fmla="*/ 22951 h 27868"/>
                <a:gd name="connsiteX3" fmla="*/ 24590 w 26228"/>
                <a:gd name="connsiteY3" fmla="*/ 19672 h 27868"/>
                <a:gd name="connsiteX4" fmla="*/ 24590 w 26228"/>
                <a:gd name="connsiteY4" fmla="*/ 16393 h 27868"/>
                <a:gd name="connsiteX5" fmla="*/ 21311 w 26228"/>
                <a:gd name="connsiteY5" fmla="*/ 11476 h 27868"/>
                <a:gd name="connsiteX6" fmla="*/ 18032 w 26228"/>
                <a:gd name="connsiteY6" fmla="*/ 11476 h 27868"/>
                <a:gd name="connsiteX7" fmla="*/ 16393 w 26228"/>
                <a:gd name="connsiteY7" fmla="*/ 8197 h 27868"/>
                <a:gd name="connsiteX8" fmla="*/ 16393 w 26228"/>
                <a:gd name="connsiteY8" fmla="*/ 3279 h 27868"/>
                <a:gd name="connsiteX9" fmla="*/ 13114 w 26228"/>
                <a:gd name="connsiteY9" fmla="*/ 0 h 27868"/>
                <a:gd name="connsiteX10" fmla="*/ 9836 w 26228"/>
                <a:gd name="connsiteY10" fmla="*/ 1639 h 27868"/>
                <a:gd name="connsiteX11" fmla="*/ 6557 w 26228"/>
                <a:gd name="connsiteY11" fmla="*/ 4918 h 27868"/>
                <a:gd name="connsiteX12" fmla="*/ 4918 w 26228"/>
                <a:gd name="connsiteY12" fmla="*/ 8197 h 27868"/>
                <a:gd name="connsiteX13" fmla="*/ 1639 w 26228"/>
                <a:gd name="connsiteY13" fmla="*/ 11476 h 27868"/>
                <a:gd name="connsiteX14" fmla="*/ 0 w 26228"/>
                <a:gd name="connsiteY14" fmla="*/ 14754 h 27868"/>
                <a:gd name="connsiteX15" fmla="*/ 4918 w 26228"/>
                <a:gd name="connsiteY15" fmla="*/ 14754 h 27868"/>
                <a:gd name="connsiteX16" fmla="*/ 8197 w 26228"/>
                <a:gd name="connsiteY16" fmla="*/ 13115 h 27868"/>
                <a:gd name="connsiteX17" fmla="*/ 11475 w 26228"/>
                <a:gd name="connsiteY17" fmla="*/ 13115 h 27868"/>
                <a:gd name="connsiteX18" fmla="*/ 14753 w 26228"/>
                <a:gd name="connsiteY18" fmla="*/ 18033 h 27868"/>
                <a:gd name="connsiteX19" fmla="*/ 13114 w 26228"/>
                <a:gd name="connsiteY19" fmla="*/ 21312 h 27868"/>
                <a:gd name="connsiteX20" fmla="*/ 18032 w 26228"/>
                <a:gd name="connsiteY20" fmla="*/ 24590 h 27868"/>
                <a:gd name="connsiteX21" fmla="*/ 21311 w 26228"/>
                <a:gd name="connsiteY21" fmla="*/ 26229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228" h="27868">
                  <a:moveTo>
                    <a:pt x="21311" y="26229"/>
                  </a:moveTo>
                  <a:lnTo>
                    <a:pt x="24590" y="27869"/>
                  </a:lnTo>
                  <a:lnTo>
                    <a:pt x="26229" y="22951"/>
                  </a:lnTo>
                  <a:lnTo>
                    <a:pt x="24590" y="19672"/>
                  </a:lnTo>
                  <a:lnTo>
                    <a:pt x="24590" y="16393"/>
                  </a:lnTo>
                  <a:lnTo>
                    <a:pt x="21311" y="11476"/>
                  </a:lnTo>
                  <a:lnTo>
                    <a:pt x="18032" y="11476"/>
                  </a:lnTo>
                  <a:lnTo>
                    <a:pt x="16393" y="8197"/>
                  </a:lnTo>
                  <a:lnTo>
                    <a:pt x="16393" y="3279"/>
                  </a:lnTo>
                  <a:lnTo>
                    <a:pt x="13114" y="0"/>
                  </a:lnTo>
                  <a:lnTo>
                    <a:pt x="9836" y="1639"/>
                  </a:lnTo>
                  <a:lnTo>
                    <a:pt x="6557" y="4918"/>
                  </a:lnTo>
                  <a:lnTo>
                    <a:pt x="4918" y="8197"/>
                  </a:lnTo>
                  <a:lnTo>
                    <a:pt x="1639" y="11476"/>
                  </a:lnTo>
                  <a:lnTo>
                    <a:pt x="0" y="14754"/>
                  </a:lnTo>
                  <a:lnTo>
                    <a:pt x="4918" y="14754"/>
                  </a:lnTo>
                  <a:lnTo>
                    <a:pt x="8197" y="13115"/>
                  </a:lnTo>
                  <a:lnTo>
                    <a:pt x="11475" y="13115"/>
                  </a:lnTo>
                  <a:lnTo>
                    <a:pt x="14753" y="18033"/>
                  </a:lnTo>
                  <a:lnTo>
                    <a:pt x="13114" y="21312"/>
                  </a:lnTo>
                  <a:lnTo>
                    <a:pt x="18032" y="24590"/>
                  </a:lnTo>
                  <a:lnTo>
                    <a:pt x="21311" y="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98" name="Freeform 3297">
              <a:extLst>
                <a:ext uri="{FF2B5EF4-FFF2-40B4-BE49-F238E27FC236}">
                  <a16:creationId xmlns:a16="http://schemas.microsoft.com/office/drawing/2014/main" id="{265EB8BD-637E-5B4E-BA31-1A1FA147595F}"/>
                </a:ext>
              </a:extLst>
            </p:cNvPr>
            <p:cNvSpPr/>
            <p:nvPr/>
          </p:nvSpPr>
          <p:spPr>
            <a:xfrm>
              <a:off x="11423844" y="4508337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99" name="Freeform 3298">
              <a:extLst>
                <a:ext uri="{FF2B5EF4-FFF2-40B4-BE49-F238E27FC236}">
                  <a16:creationId xmlns:a16="http://schemas.microsoft.com/office/drawing/2014/main" id="{7BBC8A67-D71E-6F4A-AE85-0CC727FDC07A}"/>
                </a:ext>
              </a:extLst>
            </p:cNvPr>
            <p:cNvSpPr/>
            <p:nvPr/>
          </p:nvSpPr>
          <p:spPr>
            <a:xfrm>
              <a:off x="11428762" y="4449321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00" name="Freeform 3299">
              <a:extLst>
                <a:ext uri="{FF2B5EF4-FFF2-40B4-BE49-F238E27FC236}">
                  <a16:creationId xmlns:a16="http://schemas.microsoft.com/office/drawing/2014/main" id="{36E9FEAD-2DB1-614A-B513-2A701D13EBFA}"/>
                </a:ext>
              </a:extLst>
            </p:cNvPr>
            <p:cNvSpPr/>
            <p:nvPr/>
          </p:nvSpPr>
          <p:spPr>
            <a:xfrm>
              <a:off x="11436958" y="4449321"/>
              <a:ext cx="1639" cy="3278"/>
            </a:xfrm>
            <a:custGeom>
              <a:avLst/>
              <a:gdLst>
                <a:gd name="connsiteX0" fmla="*/ 0 w 1639"/>
                <a:gd name="connsiteY0" fmla="*/ 3279 h 3278"/>
                <a:gd name="connsiteX1" fmla="*/ 1640 w 1639"/>
                <a:gd name="connsiteY1" fmla="*/ 3279 h 3278"/>
                <a:gd name="connsiteX2" fmla="*/ 0 w 1639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0" y="3279"/>
                  </a:moveTo>
                  <a:lnTo>
                    <a:pt x="1640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01" name="Freeform 3300">
              <a:extLst>
                <a:ext uri="{FF2B5EF4-FFF2-40B4-BE49-F238E27FC236}">
                  <a16:creationId xmlns:a16="http://schemas.microsoft.com/office/drawing/2014/main" id="{F3BA3CB0-3117-C74C-9500-2EDA1CD642CF}"/>
                </a:ext>
              </a:extLst>
            </p:cNvPr>
            <p:cNvSpPr/>
            <p:nvPr/>
          </p:nvSpPr>
          <p:spPr>
            <a:xfrm>
              <a:off x="11438598" y="4498501"/>
              <a:ext cx="8196" cy="11475"/>
            </a:xfrm>
            <a:custGeom>
              <a:avLst/>
              <a:gdLst>
                <a:gd name="connsiteX0" fmla="*/ 3278 w 8196"/>
                <a:gd name="connsiteY0" fmla="*/ 11476 h 11475"/>
                <a:gd name="connsiteX1" fmla="*/ 4918 w 8196"/>
                <a:gd name="connsiteY1" fmla="*/ 9836 h 11475"/>
                <a:gd name="connsiteX2" fmla="*/ 8197 w 8196"/>
                <a:gd name="connsiteY2" fmla="*/ 8197 h 11475"/>
                <a:gd name="connsiteX3" fmla="*/ 6557 w 8196"/>
                <a:gd name="connsiteY3" fmla="*/ 3279 h 11475"/>
                <a:gd name="connsiteX4" fmla="*/ 6557 w 8196"/>
                <a:gd name="connsiteY4" fmla="*/ 0 h 11475"/>
                <a:gd name="connsiteX5" fmla="*/ 3278 w 8196"/>
                <a:gd name="connsiteY5" fmla="*/ 0 h 11475"/>
                <a:gd name="connsiteX6" fmla="*/ 0 w 8196"/>
                <a:gd name="connsiteY6" fmla="*/ 3279 h 11475"/>
                <a:gd name="connsiteX7" fmla="*/ 0 w 8196"/>
                <a:gd name="connsiteY7" fmla="*/ 655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96" h="11475">
                  <a:moveTo>
                    <a:pt x="3278" y="11476"/>
                  </a:moveTo>
                  <a:lnTo>
                    <a:pt x="4918" y="9836"/>
                  </a:lnTo>
                  <a:lnTo>
                    <a:pt x="8197" y="8197"/>
                  </a:lnTo>
                  <a:lnTo>
                    <a:pt x="6557" y="3279"/>
                  </a:lnTo>
                  <a:lnTo>
                    <a:pt x="6557" y="0"/>
                  </a:lnTo>
                  <a:lnTo>
                    <a:pt x="3278" y="0"/>
                  </a:lnTo>
                  <a:lnTo>
                    <a:pt x="0" y="3279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02" name="Freeform 3301">
              <a:extLst>
                <a:ext uri="{FF2B5EF4-FFF2-40B4-BE49-F238E27FC236}">
                  <a16:creationId xmlns:a16="http://schemas.microsoft.com/office/drawing/2014/main" id="{F45F0734-05A7-EA44-9182-433242470006}"/>
                </a:ext>
              </a:extLst>
            </p:cNvPr>
            <p:cNvSpPr/>
            <p:nvPr/>
          </p:nvSpPr>
          <p:spPr>
            <a:xfrm>
              <a:off x="11448434" y="4508337"/>
              <a:ext cx="1638" cy="3278"/>
            </a:xfrm>
            <a:custGeom>
              <a:avLst/>
              <a:gdLst>
                <a:gd name="connsiteX0" fmla="*/ 1639 w 1638"/>
                <a:gd name="connsiteY0" fmla="*/ 3279 h 3278"/>
                <a:gd name="connsiteX1" fmla="*/ 1639 w 1638"/>
                <a:gd name="connsiteY1" fmla="*/ 3279 h 3278"/>
                <a:gd name="connsiteX2" fmla="*/ 0 w 163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1639" y="3279"/>
                  </a:moveTo>
                  <a:lnTo>
                    <a:pt x="1639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03" name="Freeform 3302">
              <a:extLst>
                <a:ext uri="{FF2B5EF4-FFF2-40B4-BE49-F238E27FC236}">
                  <a16:creationId xmlns:a16="http://schemas.microsoft.com/office/drawing/2014/main" id="{B18FB845-73BB-7342-9BA6-53745906A2D6}"/>
                </a:ext>
              </a:extLst>
            </p:cNvPr>
            <p:cNvSpPr/>
            <p:nvPr/>
          </p:nvSpPr>
          <p:spPr>
            <a:xfrm>
              <a:off x="11459909" y="4454240"/>
              <a:ext cx="3278" cy="1638"/>
            </a:xfrm>
            <a:custGeom>
              <a:avLst/>
              <a:gdLst>
                <a:gd name="connsiteX0" fmla="*/ 3279 w 3278"/>
                <a:gd name="connsiteY0" fmla="*/ 1639 h 1638"/>
                <a:gd name="connsiteX1" fmla="*/ 3279 w 3278"/>
                <a:gd name="connsiteY1" fmla="*/ 0 h 1638"/>
                <a:gd name="connsiteX2" fmla="*/ 0 w 3278"/>
                <a:gd name="connsiteY2" fmla="*/ 0 h 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8">
                  <a:moveTo>
                    <a:pt x="3279" y="163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04" name="Freeform 3303">
              <a:extLst>
                <a:ext uri="{FF2B5EF4-FFF2-40B4-BE49-F238E27FC236}">
                  <a16:creationId xmlns:a16="http://schemas.microsoft.com/office/drawing/2014/main" id="{AA6E468D-399D-B147-A9A7-B5B0F7919BBA}"/>
                </a:ext>
              </a:extLst>
            </p:cNvPr>
            <p:cNvSpPr/>
            <p:nvPr/>
          </p:nvSpPr>
          <p:spPr>
            <a:xfrm>
              <a:off x="11459909" y="4455879"/>
              <a:ext cx="6556" cy="4918"/>
            </a:xfrm>
            <a:custGeom>
              <a:avLst/>
              <a:gdLst>
                <a:gd name="connsiteX0" fmla="*/ 6557 w 6556"/>
                <a:gd name="connsiteY0" fmla="*/ 4918 h 4918"/>
                <a:gd name="connsiteX1" fmla="*/ 6557 w 6556"/>
                <a:gd name="connsiteY1" fmla="*/ 3279 h 4918"/>
                <a:gd name="connsiteX2" fmla="*/ 3279 w 6556"/>
                <a:gd name="connsiteY2" fmla="*/ 0 h 4918"/>
                <a:gd name="connsiteX3" fmla="*/ 0 w 6556"/>
                <a:gd name="connsiteY3" fmla="*/ 1639 h 4918"/>
                <a:gd name="connsiteX4" fmla="*/ 3279 w 6556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6" h="4918">
                  <a:moveTo>
                    <a:pt x="6557" y="4918"/>
                  </a:moveTo>
                  <a:lnTo>
                    <a:pt x="6557" y="327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05" name="Freeform 3304">
              <a:extLst>
                <a:ext uri="{FF2B5EF4-FFF2-40B4-BE49-F238E27FC236}">
                  <a16:creationId xmlns:a16="http://schemas.microsoft.com/office/drawing/2014/main" id="{AB5DA282-23DA-3A44-8670-41E7D9B5B3E1}"/>
                </a:ext>
              </a:extLst>
            </p:cNvPr>
            <p:cNvSpPr/>
            <p:nvPr/>
          </p:nvSpPr>
          <p:spPr>
            <a:xfrm>
              <a:off x="11464827" y="4454240"/>
              <a:ext cx="49180" cy="44261"/>
            </a:xfrm>
            <a:custGeom>
              <a:avLst/>
              <a:gdLst>
                <a:gd name="connsiteX0" fmla="*/ 22951 w 49180"/>
                <a:gd name="connsiteY0" fmla="*/ 26229 h 44261"/>
                <a:gd name="connsiteX1" fmla="*/ 26229 w 49180"/>
                <a:gd name="connsiteY1" fmla="*/ 29508 h 44261"/>
                <a:gd name="connsiteX2" fmla="*/ 29508 w 49180"/>
                <a:gd name="connsiteY2" fmla="*/ 31147 h 44261"/>
                <a:gd name="connsiteX3" fmla="*/ 34426 w 49180"/>
                <a:gd name="connsiteY3" fmla="*/ 32787 h 44261"/>
                <a:gd name="connsiteX4" fmla="*/ 37705 w 49180"/>
                <a:gd name="connsiteY4" fmla="*/ 36065 h 44261"/>
                <a:gd name="connsiteX5" fmla="*/ 40983 w 49180"/>
                <a:gd name="connsiteY5" fmla="*/ 37705 h 44261"/>
                <a:gd name="connsiteX6" fmla="*/ 44262 w 49180"/>
                <a:gd name="connsiteY6" fmla="*/ 40983 h 44261"/>
                <a:gd name="connsiteX7" fmla="*/ 47541 w 49180"/>
                <a:gd name="connsiteY7" fmla="*/ 44262 h 44261"/>
                <a:gd name="connsiteX8" fmla="*/ 49180 w 49180"/>
                <a:gd name="connsiteY8" fmla="*/ 40983 h 44261"/>
                <a:gd name="connsiteX9" fmla="*/ 49180 w 49180"/>
                <a:gd name="connsiteY9" fmla="*/ 37705 h 44261"/>
                <a:gd name="connsiteX10" fmla="*/ 47541 w 49180"/>
                <a:gd name="connsiteY10" fmla="*/ 32787 h 44261"/>
                <a:gd name="connsiteX11" fmla="*/ 44262 w 49180"/>
                <a:gd name="connsiteY11" fmla="*/ 29508 h 44261"/>
                <a:gd name="connsiteX12" fmla="*/ 40983 w 49180"/>
                <a:gd name="connsiteY12" fmla="*/ 27868 h 44261"/>
                <a:gd name="connsiteX13" fmla="*/ 37705 w 49180"/>
                <a:gd name="connsiteY13" fmla="*/ 24590 h 44261"/>
                <a:gd name="connsiteX14" fmla="*/ 34426 w 49180"/>
                <a:gd name="connsiteY14" fmla="*/ 19672 h 44261"/>
                <a:gd name="connsiteX15" fmla="*/ 31148 w 49180"/>
                <a:gd name="connsiteY15" fmla="*/ 21311 h 44261"/>
                <a:gd name="connsiteX16" fmla="*/ 27869 w 49180"/>
                <a:gd name="connsiteY16" fmla="*/ 18032 h 44261"/>
                <a:gd name="connsiteX17" fmla="*/ 22951 w 49180"/>
                <a:gd name="connsiteY17" fmla="*/ 16393 h 44261"/>
                <a:gd name="connsiteX18" fmla="*/ 19672 w 49180"/>
                <a:gd name="connsiteY18" fmla="*/ 14754 h 44261"/>
                <a:gd name="connsiteX19" fmla="*/ 18032 w 49180"/>
                <a:gd name="connsiteY19" fmla="*/ 11475 h 44261"/>
                <a:gd name="connsiteX20" fmla="*/ 14754 w 49180"/>
                <a:gd name="connsiteY20" fmla="*/ 8197 h 44261"/>
                <a:gd name="connsiteX21" fmla="*/ 11476 w 49180"/>
                <a:gd name="connsiteY21" fmla="*/ 3278 h 44261"/>
                <a:gd name="connsiteX22" fmla="*/ 8197 w 49180"/>
                <a:gd name="connsiteY22" fmla="*/ 1639 h 44261"/>
                <a:gd name="connsiteX23" fmla="*/ 3279 w 49180"/>
                <a:gd name="connsiteY23" fmla="*/ 1639 h 44261"/>
                <a:gd name="connsiteX24" fmla="*/ 0 w 49180"/>
                <a:gd name="connsiteY24" fmla="*/ 0 h 44261"/>
                <a:gd name="connsiteX25" fmla="*/ 1639 w 49180"/>
                <a:gd name="connsiteY25" fmla="*/ 4918 h 44261"/>
                <a:gd name="connsiteX26" fmla="*/ 4918 w 49180"/>
                <a:gd name="connsiteY26" fmla="*/ 8197 h 44261"/>
                <a:gd name="connsiteX27" fmla="*/ 6558 w 49180"/>
                <a:gd name="connsiteY27" fmla="*/ 11475 h 44261"/>
                <a:gd name="connsiteX28" fmla="*/ 8197 w 49180"/>
                <a:gd name="connsiteY28" fmla="*/ 16393 h 44261"/>
                <a:gd name="connsiteX29" fmla="*/ 13114 w 49180"/>
                <a:gd name="connsiteY29" fmla="*/ 18032 h 44261"/>
                <a:gd name="connsiteX30" fmla="*/ 16393 w 49180"/>
                <a:gd name="connsiteY30" fmla="*/ 21311 h 44261"/>
                <a:gd name="connsiteX31" fmla="*/ 19672 w 49180"/>
                <a:gd name="connsiteY31" fmla="*/ 24590 h 4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9180" h="44261">
                  <a:moveTo>
                    <a:pt x="22951" y="26229"/>
                  </a:moveTo>
                  <a:lnTo>
                    <a:pt x="26229" y="29508"/>
                  </a:lnTo>
                  <a:lnTo>
                    <a:pt x="29508" y="31147"/>
                  </a:lnTo>
                  <a:lnTo>
                    <a:pt x="34426" y="32787"/>
                  </a:lnTo>
                  <a:lnTo>
                    <a:pt x="37705" y="36065"/>
                  </a:lnTo>
                  <a:lnTo>
                    <a:pt x="40983" y="37705"/>
                  </a:lnTo>
                  <a:lnTo>
                    <a:pt x="44262" y="40983"/>
                  </a:lnTo>
                  <a:lnTo>
                    <a:pt x="47541" y="44262"/>
                  </a:lnTo>
                  <a:lnTo>
                    <a:pt x="49180" y="40983"/>
                  </a:lnTo>
                  <a:lnTo>
                    <a:pt x="49180" y="37705"/>
                  </a:lnTo>
                  <a:lnTo>
                    <a:pt x="47541" y="32787"/>
                  </a:lnTo>
                  <a:lnTo>
                    <a:pt x="44262" y="29508"/>
                  </a:lnTo>
                  <a:lnTo>
                    <a:pt x="40983" y="27868"/>
                  </a:lnTo>
                  <a:lnTo>
                    <a:pt x="37705" y="24590"/>
                  </a:lnTo>
                  <a:lnTo>
                    <a:pt x="34426" y="19672"/>
                  </a:lnTo>
                  <a:lnTo>
                    <a:pt x="31148" y="21311"/>
                  </a:lnTo>
                  <a:lnTo>
                    <a:pt x="27869" y="18032"/>
                  </a:lnTo>
                  <a:lnTo>
                    <a:pt x="22951" y="16393"/>
                  </a:lnTo>
                  <a:lnTo>
                    <a:pt x="19672" y="14754"/>
                  </a:lnTo>
                  <a:lnTo>
                    <a:pt x="18032" y="11475"/>
                  </a:lnTo>
                  <a:lnTo>
                    <a:pt x="14754" y="8197"/>
                  </a:lnTo>
                  <a:lnTo>
                    <a:pt x="11476" y="3278"/>
                  </a:lnTo>
                  <a:lnTo>
                    <a:pt x="8197" y="1639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1639" y="4918"/>
                  </a:lnTo>
                  <a:lnTo>
                    <a:pt x="4918" y="8197"/>
                  </a:lnTo>
                  <a:lnTo>
                    <a:pt x="6558" y="11475"/>
                  </a:lnTo>
                  <a:lnTo>
                    <a:pt x="8197" y="16393"/>
                  </a:lnTo>
                  <a:lnTo>
                    <a:pt x="13114" y="18032"/>
                  </a:lnTo>
                  <a:lnTo>
                    <a:pt x="16393" y="21311"/>
                  </a:lnTo>
                  <a:lnTo>
                    <a:pt x="19672" y="2459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06" name="Freeform 3305">
              <a:extLst>
                <a:ext uri="{FF2B5EF4-FFF2-40B4-BE49-F238E27FC236}">
                  <a16:creationId xmlns:a16="http://schemas.microsoft.com/office/drawing/2014/main" id="{941D6016-7B0E-A946-8598-57948FFC716C}"/>
                </a:ext>
              </a:extLst>
            </p:cNvPr>
            <p:cNvSpPr/>
            <p:nvPr/>
          </p:nvSpPr>
          <p:spPr>
            <a:xfrm>
              <a:off x="11482860" y="4519813"/>
              <a:ext cx="3278" cy="4917"/>
            </a:xfrm>
            <a:custGeom>
              <a:avLst/>
              <a:gdLst>
                <a:gd name="connsiteX0" fmla="*/ 0 w 3278"/>
                <a:gd name="connsiteY0" fmla="*/ 4918 h 4917"/>
                <a:gd name="connsiteX1" fmla="*/ 3279 w 3278"/>
                <a:gd name="connsiteY1" fmla="*/ 4918 h 4917"/>
                <a:gd name="connsiteX2" fmla="*/ 3279 w 3278"/>
                <a:gd name="connsiteY2" fmla="*/ 0 h 4917"/>
                <a:gd name="connsiteX3" fmla="*/ 0 w 3278"/>
                <a:gd name="connsiteY3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7">
                  <a:moveTo>
                    <a:pt x="0" y="4918"/>
                  </a:moveTo>
                  <a:lnTo>
                    <a:pt x="3279" y="4918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07" name="Freeform 3306">
              <a:extLst>
                <a:ext uri="{FF2B5EF4-FFF2-40B4-BE49-F238E27FC236}">
                  <a16:creationId xmlns:a16="http://schemas.microsoft.com/office/drawing/2014/main" id="{97237A20-BFFE-1B4B-9488-7CEE587D2F43}"/>
                </a:ext>
              </a:extLst>
            </p:cNvPr>
            <p:cNvSpPr/>
            <p:nvPr/>
          </p:nvSpPr>
          <p:spPr>
            <a:xfrm>
              <a:off x="11500893" y="4531288"/>
              <a:ext cx="44262" cy="29508"/>
            </a:xfrm>
            <a:custGeom>
              <a:avLst/>
              <a:gdLst>
                <a:gd name="connsiteX0" fmla="*/ 14753 w 44262"/>
                <a:gd name="connsiteY0" fmla="*/ 24590 h 29508"/>
                <a:gd name="connsiteX1" fmla="*/ 16393 w 44262"/>
                <a:gd name="connsiteY1" fmla="*/ 24590 h 29508"/>
                <a:gd name="connsiteX2" fmla="*/ 21311 w 44262"/>
                <a:gd name="connsiteY2" fmla="*/ 24590 h 29508"/>
                <a:gd name="connsiteX3" fmla="*/ 24590 w 44262"/>
                <a:gd name="connsiteY3" fmla="*/ 24590 h 29508"/>
                <a:gd name="connsiteX4" fmla="*/ 27869 w 44262"/>
                <a:gd name="connsiteY4" fmla="*/ 24590 h 29508"/>
                <a:gd name="connsiteX5" fmla="*/ 31147 w 44262"/>
                <a:gd name="connsiteY5" fmla="*/ 27869 h 29508"/>
                <a:gd name="connsiteX6" fmla="*/ 36066 w 44262"/>
                <a:gd name="connsiteY6" fmla="*/ 29508 h 29508"/>
                <a:gd name="connsiteX7" fmla="*/ 39343 w 44262"/>
                <a:gd name="connsiteY7" fmla="*/ 27869 h 29508"/>
                <a:gd name="connsiteX8" fmla="*/ 42622 w 44262"/>
                <a:gd name="connsiteY8" fmla="*/ 27869 h 29508"/>
                <a:gd name="connsiteX9" fmla="*/ 44262 w 44262"/>
                <a:gd name="connsiteY9" fmla="*/ 22951 h 29508"/>
                <a:gd name="connsiteX10" fmla="*/ 42622 w 44262"/>
                <a:gd name="connsiteY10" fmla="*/ 19672 h 29508"/>
                <a:gd name="connsiteX11" fmla="*/ 40983 w 44262"/>
                <a:gd name="connsiteY11" fmla="*/ 16393 h 29508"/>
                <a:gd name="connsiteX12" fmla="*/ 37705 w 44262"/>
                <a:gd name="connsiteY12" fmla="*/ 13115 h 29508"/>
                <a:gd name="connsiteX13" fmla="*/ 34426 w 44262"/>
                <a:gd name="connsiteY13" fmla="*/ 11476 h 29508"/>
                <a:gd name="connsiteX14" fmla="*/ 31147 w 44262"/>
                <a:gd name="connsiteY14" fmla="*/ 6557 h 29508"/>
                <a:gd name="connsiteX15" fmla="*/ 27869 w 44262"/>
                <a:gd name="connsiteY15" fmla="*/ 6557 h 29508"/>
                <a:gd name="connsiteX16" fmla="*/ 22950 w 44262"/>
                <a:gd name="connsiteY16" fmla="*/ 6557 h 29508"/>
                <a:gd name="connsiteX17" fmla="*/ 19672 w 44262"/>
                <a:gd name="connsiteY17" fmla="*/ 6557 h 29508"/>
                <a:gd name="connsiteX18" fmla="*/ 16393 w 44262"/>
                <a:gd name="connsiteY18" fmla="*/ 6557 h 29508"/>
                <a:gd name="connsiteX19" fmla="*/ 14753 w 44262"/>
                <a:gd name="connsiteY19" fmla="*/ 8197 h 29508"/>
                <a:gd name="connsiteX20" fmla="*/ 11476 w 44262"/>
                <a:gd name="connsiteY20" fmla="*/ 6557 h 29508"/>
                <a:gd name="connsiteX21" fmla="*/ 9836 w 44262"/>
                <a:gd name="connsiteY21" fmla="*/ 1639 h 29508"/>
                <a:gd name="connsiteX22" fmla="*/ 4918 w 44262"/>
                <a:gd name="connsiteY22" fmla="*/ 0 h 29508"/>
                <a:gd name="connsiteX23" fmla="*/ 1639 w 44262"/>
                <a:gd name="connsiteY23" fmla="*/ 1639 h 29508"/>
                <a:gd name="connsiteX24" fmla="*/ 0 w 44262"/>
                <a:gd name="connsiteY24" fmla="*/ 4918 h 29508"/>
                <a:gd name="connsiteX25" fmla="*/ 0 w 44262"/>
                <a:gd name="connsiteY25" fmla="*/ 8197 h 29508"/>
                <a:gd name="connsiteX26" fmla="*/ 1639 w 44262"/>
                <a:gd name="connsiteY26" fmla="*/ 13115 h 29508"/>
                <a:gd name="connsiteX27" fmla="*/ 1639 w 44262"/>
                <a:gd name="connsiteY27" fmla="*/ 16393 h 29508"/>
                <a:gd name="connsiteX28" fmla="*/ 4918 w 44262"/>
                <a:gd name="connsiteY28" fmla="*/ 19672 h 29508"/>
                <a:gd name="connsiteX29" fmla="*/ 8197 w 44262"/>
                <a:gd name="connsiteY29" fmla="*/ 22951 h 29508"/>
                <a:gd name="connsiteX30" fmla="*/ 11476 w 44262"/>
                <a:gd name="connsiteY30" fmla="*/ 22951 h 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4262" h="29508">
                  <a:moveTo>
                    <a:pt x="14753" y="24590"/>
                  </a:moveTo>
                  <a:lnTo>
                    <a:pt x="16393" y="24590"/>
                  </a:lnTo>
                  <a:lnTo>
                    <a:pt x="21311" y="24590"/>
                  </a:lnTo>
                  <a:lnTo>
                    <a:pt x="24590" y="24590"/>
                  </a:lnTo>
                  <a:lnTo>
                    <a:pt x="27869" y="24590"/>
                  </a:lnTo>
                  <a:lnTo>
                    <a:pt x="31147" y="27869"/>
                  </a:lnTo>
                  <a:lnTo>
                    <a:pt x="36066" y="29508"/>
                  </a:lnTo>
                  <a:lnTo>
                    <a:pt x="39343" y="27869"/>
                  </a:lnTo>
                  <a:lnTo>
                    <a:pt x="42622" y="27869"/>
                  </a:lnTo>
                  <a:lnTo>
                    <a:pt x="44262" y="22951"/>
                  </a:lnTo>
                  <a:lnTo>
                    <a:pt x="42622" y="19672"/>
                  </a:lnTo>
                  <a:lnTo>
                    <a:pt x="40983" y="16393"/>
                  </a:lnTo>
                  <a:lnTo>
                    <a:pt x="37705" y="13115"/>
                  </a:lnTo>
                  <a:lnTo>
                    <a:pt x="34426" y="11476"/>
                  </a:lnTo>
                  <a:lnTo>
                    <a:pt x="31147" y="6557"/>
                  </a:lnTo>
                  <a:lnTo>
                    <a:pt x="27869" y="6557"/>
                  </a:lnTo>
                  <a:lnTo>
                    <a:pt x="22950" y="6557"/>
                  </a:lnTo>
                  <a:lnTo>
                    <a:pt x="19672" y="6557"/>
                  </a:lnTo>
                  <a:lnTo>
                    <a:pt x="16393" y="6557"/>
                  </a:lnTo>
                  <a:lnTo>
                    <a:pt x="14753" y="8197"/>
                  </a:lnTo>
                  <a:lnTo>
                    <a:pt x="11476" y="6557"/>
                  </a:lnTo>
                  <a:lnTo>
                    <a:pt x="9836" y="1639"/>
                  </a:lnTo>
                  <a:lnTo>
                    <a:pt x="4918" y="0"/>
                  </a:lnTo>
                  <a:lnTo>
                    <a:pt x="1639" y="1639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1639" y="13115"/>
                  </a:lnTo>
                  <a:lnTo>
                    <a:pt x="1639" y="16393"/>
                  </a:lnTo>
                  <a:lnTo>
                    <a:pt x="4918" y="19672"/>
                  </a:lnTo>
                  <a:lnTo>
                    <a:pt x="8197" y="22951"/>
                  </a:lnTo>
                  <a:lnTo>
                    <a:pt x="11476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08" name="Freeform 3307">
              <a:extLst>
                <a:ext uri="{FF2B5EF4-FFF2-40B4-BE49-F238E27FC236}">
                  <a16:creationId xmlns:a16="http://schemas.microsoft.com/office/drawing/2014/main" id="{AA88C5FA-CEB1-AB4A-A29D-97F06CC27840}"/>
                </a:ext>
              </a:extLst>
            </p:cNvPr>
            <p:cNvSpPr/>
            <p:nvPr/>
          </p:nvSpPr>
          <p:spPr>
            <a:xfrm>
              <a:off x="11502532" y="4491944"/>
              <a:ext cx="4917" cy="8196"/>
            </a:xfrm>
            <a:custGeom>
              <a:avLst/>
              <a:gdLst>
                <a:gd name="connsiteX0" fmla="*/ 4918 w 4917"/>
                <a:gd name="connsiteY0" fmla="*/ 8197 h 8196"/>
                <a:gd name="connsiteX1" fmla="*/ 4918 w 4917"/>
                <a:gd name="connsiteY1" fmla="*/ 3279 h 8196"/>
                <a:gd name="connsiteX2" fmla="*/ 4918 w 4917"/>
                <a:gd name="connsiteY2" fmla="*/ 0 h 8196"/>
                <a:gd name="connsiteX3" fmla="*/ 0 w 4917"/>
                <a:gd name="connsiteY3" fmla="*/ 1639 h 8196"/>
                <a:gd name="connsiteX4" fmla="*/ 1640 w 4917"/>
                <a:gd name="connsiteY4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8196">
                  <a:moveTo>
                    <a:pt x="4918" y="8197"/>
                  </a:moveTo>
                  <a:lnTo>
                    <a:pt x="4918" y="3279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164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09" name="Freeform 3308">
              <a:extLst>
                <a:ext uri="{FF2B5EF4-FFF2-40B4-BE49-F238E27FC236}">
                  <a16:creationId xmlns:a16="http://schemas.microsoft.com/office/drawing/2014/main" id="{A9969DB7-136F-964E-839D-10C0AC68CEE3}"/>
                </a:ext>
              </a:extLst>
            </p:cNvPr>
            <p:cNvSpPr/>
            <p:nvPr/>
          </p:nvSpPr>
          <p:spPr>
            <a:xfrm>
              <a:off x="11505811" y="4628009"/>
              <a:ext cx="19672" cy="16393"/>
            </a:xfrm>
            <a:custGeom>
              <a:avLst/>
              <a:gdLst>
                <a:gd name="connsiteX0" fmla="*/ 0 w 19672"/>
                <a:gd name="connsiteY0" fmla="*/ 4918 h 16393"/>
                <a:gd name="connsiteX1" fmla="*/ 1639 w 19672"/>
                <a:gd name="connsiteY1" fmla="*/ 6558 h 16393"/>
                <a:gd name="connsiteX2" fmla="*/ 4918 w 19672"/>
                <a:gd name="connsiteY2" fmla="*/ 8197 h 16393"/>
                <a:gd name="connsiteX3" fmla="*/ 9836 w 19672"/>
                <a:gd name="connsiteY3" fmla="*/ 8197 h 16393"/>
                <a:gd name="connsiteX4" fmla="*/ 13114 w 19672"/>
                <a:gd name="connsiteY4" fmla="*/ 11476 h 16393"/>
                <a:gd name="connsiteX5" fmla="*/ 13114 w 19672"/>
                <a:gd name="connsiteY5" fmla="*/ 14754 h 16393"/>
                <a:gd name="connsiteX6" fmla="*/ 18032 w 19672"/>
                <a:gd name="connsiteY6" fmla="*/ 16393 h 16393"/>
                <a:gd name="connsiteX7" fmla="*/ 19672 w 19672"/>
                <a:gd name="connsiteY7" fmla="*/ 13115 h 16393"/>
                <a:gd name="connsiteX8" fmla="*/ 14754 w 19672"/>
                <a:gd name="connsiteY8" fmla="*/ 9836 h 16393"/>
                <a:gd name="connsiteX9" fmla="*/ 11476 w 19672"/>
                <a:gd name="connsiteY9" fmla="*/ 8197 h 16393"/>
                <a:gd name="connsiteX10" fmla="*/ 8197 w 19672"/>
                <a:gd name="connsiteY10" fmla="*/ 4918 h 16393"/>
                <a:gd name="connsiteX11" fmla="*/ 3279 w 19672"/>
                <a:gd name="connsiteY11" fmla="*/ 1639 h 16393"/>
                <a:gd name="connsiteX12" fmla="*/ 0 w 19672"/>
                <a:gd name="connsiteY12" fmla="*/ 0 h 16393"/>
                <a:gd name="connsiteX13" fmla="*/ 0 w 19672"/>
                <a:gd name="connsiteY13" fmla="*/ 1639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2" h="16393">
                  <a:moveTo>
                    <a:pt x="0" y="4918"/>
                  </a:moveTo>
                  <a:lnTo>
                    <a:pt x="1639" y="6558"/>
                  </a:lnTo>
                  <a:lnTo>
                    <a:pt x="4918" y="8197"/>
                  </a:lnTo>
                  <a:lnTo>
                    <a:pt x="9836" y="8197"/>
                  </a:lnTo>
                  <a:lnTo>
                    <a:pt x="13114" y="11476"/>
                  </a:lnTo>
                  <a:lnTo>
                    <a:pt x="13114" y="14754"/>
                  </a:lnTo>
                  <a:lnTo>
                    <a:pt x="18032" y="16393"/>
                  </a:lnTo>
                  <a:lnTo>
                    <a:pt x="19672" y="13115"/>
                  </a:lnTo>
                  <a:lnTo>
                    <a:pt x="14754" y="9836"/>
                  </a:lnTo>
                  <a:lnTo>
                    <a:pt x="11476" y="8197"/>
                  </a:lnTo>
                  <a:lnTo>
                    <a:pt x="8197" y="4918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10" name="Freeform 3309">
              <a:extLst>
                <a:ext uri="{FF2B5EF4-FFF2-40B4-BE49-F238E27FC236}">
                  <a16:creationId xmlns:a16="http://schemas.microsoft.com/office/drawing/2014/main" id="{2B85C12D-D747-3F45-8F5A-1BB8753B73DB}"/>
                </a:ext>
              </a:extLst>
            </p:cNvPr>
            <p:cNvSpPr/>
            <p:nvPr/>
          </p:nvSpPr>
          <p:spPr>
            <a:xfrm>
              <a:off x="11518925" y="4514895"/>
              <a:ext cx="16393" cy="1639"/>
            </a:xfrm>
            <a:custGeom>
              <a:avLst/>
              <a:gdLst>
                <a:gd name="connsiteX0" fmla="*/ 0 w 16393"/>
                <a:gd name="connsiteY0" fmla="*/ 1639 h 1639"/>
                <a:gd name="connsiteX1" fmla="*/ 0 w 16393"/>
                <a:gd name="connsiteY1" fmla="*/ 1639 h 1639"/>
                <a:gd name="connsiteX2" fmla="*/ 0 w 16393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1639">
                  <a:moveTo>
                    <a:pt x="0" y="1639"/>
                  </a:moveTo>
                  <a:lnTo>
                    <a:pt x="0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11" name="Freeform 3310">
              <a:extLst>
                <a:ext uri="{FF2B5EF4-FFF2-40B4-BE49-F238E27FC236}">
                  <a16:creationId xmlns:a16="http://schemas.microsoft.com/office/drawing/2014/main" id="{710F82FF-85AF-AD4A-9766-80FB0B6A679D}"/>
                </a:ext>
              </a:extLst>
            </p:cNvPr>
            <p:cNvSpPr/>
            <p:nvPr/>
          </p:nvSpPr>
          <p:spPr>
            <a:xfrm>
              <a:off x="11523843" y="4519813"/>
              <a:ext cx="4918" cy="4917"/>
            </a:xfrm>
            <a:custGeom>
              <a:avLst/>
              <a:gdLst>
                <a:gd name="connsiteX0" fmla="*/ 4919 w 4918"/>
                <a:gd name="connsiteY0" fmla="*/ 4918 h 4917"/>
                <a:gd name="connsiteX1" fmla="*/ 4919 w 4918"/>
                <a:gd name="connsiteY1" fmla="*/ 3278 h 4917"/>
                <a:gd name="connsiteX2" fmla="*/ 3279 w 4918"/>
                <a:gd name="connsiteY2" fmla="*/ 0 h 4917"/>
                <a:gd name="connsiteX3" fmla="*/ 0 w 4918"/>
                <a:gd name="connsiteY3" fmla="*/ 0 h 4917"/>
                <a:gd name="connsiteX4" fmla="*/ 0 w 4918"/>
                <a:gd name="connsiteY4" fmla="*/ 327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4917">
                  <a:moveTo>
                    <a:pt x="4919" y="4918"/>
                  </a:moveTo>
                  <a:lnTo>
                    <a:pt x="4919" y="3278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12" name="Freeform 3311">
              <a:extLst>
                <a:ext uri="{FF2B5EF4-FFF2-40B4-BE49-F238E27FC236}">
                  <a16:creationId xmlns:a16="http://schemas.microsoft.com/office/drawing/2014/main" id="{C1C03917-131E-674B-B833-1FEB7C90AD29}"/>
                </a:ext>
              </a:extLst>
            </p:cNvPr>
            <p:cNvSpPr/>
            <p:nvPr/>
          </p:nvSpPr>
          <p:spPr>
            <a:xfrm>
              <a:off x="11527122" y="4524731"/>
              <a:ext cx="6557" cy="3278"/>
            </a:xfrm>
            <a:custGeom>
              <a:avLst/>
              <a:gdLst>
                <a:gd name="connsiteX0" fmla="*/ 0 w 6557"/>
                <a:gd name="connsiteY0" fmla="*/ 3279 h 3278"/>
                <a:gd name="connsiteX1" fmla="*/ 1640 w 6557"/>
                <a:gd name="connsiteY1" fmla="*/ 1639 h 3278"/>
                <a:gd name="connsiteX2" fmla="*/ 6558 w 6557"/>
                <a:gd name="connsiteY2" fmla="*/ 0 h 3278"/>
                <a:gd name="connsiteX3" fmla="*/ 1640 w 6557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0" y="3279"/>
                  </a:moveTo>
                  <a:lnTo>
                    <a:pt x="1640" y="1639"/>
                  </a:lnTo>
                  <a:lnTo>
                    <a:pt x="6558" y="0"/>
                  </a:lnTo>
                  <a:lnTo>
                    <a:pt x="164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13" name="Freeform 3312">
              <a:extLst>
                <a:ext uri="{FF2B5EF4-FFF2-40B4-BE49-F238E27FC236}">
                  <a16:creationId xmlns:a16="http://schemas.microsoft.com/office/drawing/2014/main" id="{7DE6A0A5-9374-4543-8EA0-F554BD45956D}"/>
                </a:ext>
              </a:extLst>
            </p:cNvPr>
            <p:cNvSpPr/>
            <p:nvPr/>
          </p:nvSpPr>
          <p:spPr>
            <a:xfrm>
              <a:off x="11545155" y="4488665"/>
              <a:ext cx="24590" cy="59016"/>
            </a:xfrm>
            <a:custGeom>
              <a:avLst/>
              <a:gdLst>
                <a:gd name="connsiteX0" fmla="*/ 4918 w 24590"/>
                <a:gd name="connsiteY0" fmla="*/ 37705 h 59016"/>
                <a:gd name="connsiteX1" fmla="*/ 9836 w 24590"/>
                <a:gd name="connsiteY1" fmla="*/ 40983 h 59016"/>
                <a:gd name="connsiteX2" fmla="*/ 11475 w 24590"/>
                <a:gd name="connsiteY2" fmla="*/ 44262 h 59016"/>
                <a:gd name="connsiteX3" fmla="*/ 14753 w 24590"/>
                <a:gd name="connsiteY3" fmla="*/ 47541 h 59016"/>
                <a:gd name="connsiteX4" fmla="*/ 18032 w 24590"/>
                <a:gd name="connsiteY4" fmla="*/ 50820 h 59016"/>
                <a:gd name="connsiteX5" fmla="*/ 19671 w 24590"/>
                <a:gd name="connsiteY5" fmla="*/ 54098 h 59016"/>
                <a:gd name="connsiteX6" fmla="*/ 22950 w 24590"/>
                <a:gd name="connsiteY6" fmla="*/ 59016 h 59016"/>
                <a:gd name="connsiteX7" fmla="*/ 24590 w 24590"/>
                <a:gd name="connsiteY7" fmla="*/ 54098 h 59016"/>
                <a:gd name="connsiteX8" fmla="*/ 22950 w 24590"/>
                <a:gd name="connsiteY8" fmla="*/ 50820 h 59016"/>
                <a:gd name="connsiteX9" fmla="*/ 21311 w 24590"/>
                <a:gd name="connsiteY9" fmla="*/ 47541 h 59016"/>
                <a:gd name="connsiteX10" fmla="*/ 19671 w 24590"/>
                <a:gd name="connsiteY10" fmla="*/ 42623 h 59016"/>
                <a:gd name="connsiteX11" fmla="*/ 21311 w 24590"/>
                <a:gd name="connsiteY11" fmla="*/ 39344 h 59016"/>
                <a:gd name="connsiteX12" fmla="*/ 19671 w 24590"/>
                <a:gd name="connsiteY12" fmla="*/ 36066 h 59016"/>
                <a:gd name="connsiteX13" fmla="*/ 18032 w 24590"/>
                <a:gd name="connsiteY13" fmla="*/ 32787 h 59016"/>
                <a:gd name="connsiteX14" fmla="*/ 18032 w 24590"/>
                <a:gd name="connsiteY14" fmla="*/ 27869 h 59016"/>
                <a:gd name="connsiteX15" fmla="*/ 13114 w 24590"/>
                <a:gd name="connsiteY15" fmla="*/ 24590 h 59016"/>
                <a:gd name="connsiteX16" fmla="*/ 9836 w 24590"/>
                <a:gd name="connsiteY16" fmla="*/ 21312 h 59016"/>
                <a:gd name="connsiteX17" fmla="*/ 11475 w 24590"/>
                <a:gd name="connsiteY17" fmla="*/ 18033 h 59016"/>
                <a:gd name="connsiteX18" fmla="*/ 13114 w 24590"/>
                <a:gd name="connsiteY18" fmla="*/ 14754 h 59016"/>
                <a:gd name="connsiteX19" fmla="*/ 11475 w 24590"/>
                <a:gd name="connsiteY19" fmla="*/ 9836 h 59016"/>
                <a:gd name="connsiteX20" fmla="*/ 8197 w 24590"/>
                <a:gd name="connsiteY20" fmla="*/ 6558 h 59016"/>
                <a:gd name="connsiteX21" fmla="*/ 6557 w 24590"/>
                <a:gd name="connsiteY21" fmla="*/ 3279 h 59016"/>
                <a:gd name="connsiteX22" fmla="*/ 3278 w 24590"/>
                <a:gd name="connsiteY22" fmla="*/ 0 h 59016"/>
                <a:gd name="connsiteX23" fmla="*/ 0 w 24590"/>
                <a:gd name="connsiteY23" fmla="*/ 1639 h 59016"/>
                <a:gd name="connsiteX24" fmla="*/ 0 w 24590"/>
                <a:gd name="connsiteY24" fmla="*/ 4918 h 59016"/>
                <a:gd name="connsiteX25" fmla="*/ 1639 w 24590"/>
                <a:gd name="connsiteY25" fmla="*/ 8197 h 59016"/>
                <a:gd name="connsiteX26" fmla="*/ 1639 w 24590"/>
                <a:gd name="connsiteY26" fmla="*/ 13115 h 59016"/>
                <a:gd name="connsiteX27" fmla="*/ 1639 w 24590"/>
                <a:gd name="connsiteY27" fmla="*/ 16393 h 59016"/>
                <a:gd name="connsiteX28" fmla="*/ 0 w 24590"/>
                <a:gd name="connsiteY28" fmla="*/ 19672 h 59016"/>
                <a:gd name="connsiteX29" fmla="*/ 1639 w 24590"/>
                <a:gd name="connsiteY29" fmla="*/ 22951 h 59016"/>
                <a:gd name="connsiteX30" fmla="*/ 3278 w 24590"/>
                <a:gd name="connsiteY30" fmla="*/ 27869 h 59016"/>
                <a:gd name="connsiteX31" fmla="*/ 3278 w 24590"/>
                <a:gd name="connsiteY31" fmla="*/ 31148 h 59016"/>
                <a:gd name="connsiteX32" fmla="*/ 4918 w 24590"/>
                <a:gd name="connsiteY32" fmla="*/ 34426 h 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4590" h="59016">
                  <a:moveTo>
                    <a:pt x="4918" y="37705"/>
                  </a:moveTo>
                  <a:lnTo>
                    <a:pt x="9836" y="40983"/>
                  </a:lnTo>
                  <a:lnTo>
                    <a:pt x="11475" y="44262"/>
                  </a:lnTo>
                  <a:lnTo>
                    <a:pt x="14753" y="47541"/>
                  </a:lnTo>
                  <a:lnTo>
                    <a:pt x="18032" y="50820"/>
                  </a:lnTo>
                  <a:lnTo>
                    <a:pt x="19671" y="54098"/>
                  </a:lnTo>
                  <a:lnTo>
                    <a:pt x="22950" y="59016"/>
                  </a:lnTo>
                  <a:lnTo>
                    <a:pt x="24590" y="54098"/>
                  </a:lnTo>
                  <a:lnTo>
                    <a:pt x="22950" y="50820"/>
                  </a:lnTo>
                  <a:lnTo>
                    <a:pt x="21311" y="47541"/>
                  </a:lnTo>
                  <a:lnTo>
                    <a:pt x="19671" y="42623"/>
                  </a:lnTo>
                  <a:lnTo>
                    <a:pt x="21311" y="39344"/>
                  </a:lnTo>
                  <a:lnTo>
                    <a:pt x="19671" y="36066"/>
                  </a:lnTo>
                  <a:lnTo>
                    <a:pt x="18032" y="32787"/>
                  </a:lnTo>
                  <a:lnTo>
                    <a:pt x="18032" y="27869"/>
                  </a:lnTo>
                  <a:lnTo>
                    <a:pt x="13114" y="24590"/>
                  </a:lnTo>
                  <a:lnTo>
                    <a:pt x="9836" y="21312"/>
                  </a:lnTo>
                  <a:lnTo>
                    <a:pt x="11475" y="18033"/>
                  </a:lnTo>
                  <a:lnTo>
                    <a:pt x="13114" y="14754"/>
                  </a:lnTo>
                  <a:lnTo>
                    <a:pt x="11475" y="9836"/>
                  </a:lnTo>
                  <a:lnTo>
                    <a:pt x="8197" y="6558"/>
                  </a:lnTo>
                  <a:lnTo>
                    <a:pt x="6557" y="3279"/>
                  </a:lnTo>
                  <a:lnTo>
                    <a:pt x="3278" y="0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1639" y="8197"/>
                  </a:lnTo>
                  <a:lnTo>
                    <a:pt x="1639" y="13115"/>
                  </a:lnTo>
                  <a:lnTo>
                    <a:pt x="1639" y="16393"/>
                  </a:lnTo>
                  <a:lnTo>
                    <a:pt x="0" y="19672"/>
                  </a:lnTo>
                  <a:lnTo>
                    <a:pt x="1639" y="22951"/>
                  </a:lnTo>
                  <a:lnTo>
                    <a:pt x="3278" y="27869"/>
                  </a:lnTo>
                  <a:lnTo>
                    <a:pt x="3278" y="31148"/>
                  </a:lnTo>
                  <a:lnTo>
                    <a:pt x="4918" y="344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14" name="Freeform 3313">
              <a:extLst>
                <a:ext uri="{FF2B5EF4-FFF2-40B4-BE49-F238E27FC236}">
                  <a16:creationId xmlns:a16="http://schemas.microsoft.com/office/drawing/2014/main" id="{03DBB940-A95E-DE40-B930-C3AA8643E23E}"/>
                </a:ext>
              </a:extLst>
            </p:cNvPr>
            <p:cNvSpPr/>
            <p:nvPr/>
          </p:nvSpPr>
          <p:spPr>
            <a:xfrm>
              <a:off x="11561549" y="4572272"/>
              <a:ext cx="37704" cy="27868"/>
            </a:xfrm>
            <a:custGeom>
              <a:avLst/>
              <a:gdLst>
                <a:gd name="connsiteX0" fmla="*/ 18032 w 37704"/>
                <a:gd name="connsiteY0" fmla="*/ 24590 h 27868"/>
                <a:gd name="connsiteX1" fmla="*/ 22950 w 37704"/>
                <a:gd name="connsiteY1" fmla="*/ 26229 h 27868"/>
                <a:gd name="connsiteX2" fmla="*/ 26229 w 37704"/>
                <a:gd name="connsiteY2" fmla="*/ 26229 h 27868"/>
                <a:gd name="connsiteX3" fmla="*/ 31147 w 37704"/>
                <a:gd name="connsiteY3" fmla="*/ 27869 h 27868"/>
                <a:gd name="connsiteX4" fmla="*/ 34426 w 37704"/>
                <a:gd name="connsiteY4" fmla="*/ 27869 h 27868"/>
                <a:gd name="connsiteX5" fmla="*/ 37705 w 37704"/>
                <a:gd name="connsiteY5" fmla="*/ 27869 h 27868"/>
                <a:gd name="connsiteX6" fmla="*/ 36065 w 37704"/>
                <a:gd name="connsiteY6" fmla="*/ 24590 h 27868"/>
                <a:gd name="connsiteX7" fmla="*/ 34426 w 37704"/>
                <a:gd name="connsiteY7" fmla="*/ 21312 h 27868"/>
                <a:gd name="connsiteX8" fmla="*/ 32787 w 37704"/>
                <a:gd name="connsiteY8" fmla="*/ 16393 h 27868"/>
                <a:gd name="connsiteX9" fmla="*/ 32787 w 37704"/>
                <a:gd name="connsiteY9" fmla="*/ 13115 h 27868"/>
                <a:gd name="connsiteX10" fmla="*/ 27868 w 37704"/>
                <a:gd name="connsiteY10" fmla="*/ 13115 h 27868"/>
                <a:gd name="connsiteX11" fmla="*/ 24590 w 37704"/>
                <a:gd name="connsiteY11" fmla="*/ 11476 h 27868"/>
                <a:gd name="connsiteX12" fmla="*/ 21311 w 37704"/>
                <a:gd name="connsiteY12" fmla="*/ 11476 h 27868"/>
                <a:gd name="connsiteX13" fmla="*/ 18032 w 37704"/>
                <a:gd name="connsiteY13" fmla="*/ 9836 h 27868"/>
                <a:gd name="connsiteX14" fmla="*/ 13114 w 37704"/>
                <a:gd name="connsiteY14" fmla="*/ 6557 h 27868"/>
                <a:gd name="connsiteX15" fmla="*/ 9836 w 37704"/>
                <a:gd name="connsiteY15" fmla="*/ 3279 h 27868"/>
                <a:gd name="connsiteX16" fmla="*/ 6557 w 37704"/>
                <a:gd name="connsiteY16" fmla="*/ 0 h 27868"/>
                <a:gd name="connsiteX17" fmla="*/ 1639 w 37704"/>
                <a:gd name="connsiteY17" fmla="*/ 0 h 27868"/>
                <a:gd name="connsiteX18" fmla="*/ 0 w 37704"/>
                <a:gd name="connsiteY18" fmla="*/ 3279 h 27868"/>
                <a:gd name="connsiteX19" fmla="*/ 3278 w 37704"/>
                <a:gd name="connsiteY19" fmla="*/ 6557 h 27868"/>
                <a:gd name="connsiteX20" fmla="*/ 8197 w 37704"/>
                <a:gd name="connsiteY20" fmla="*/ 8197 h 27868"/>
                <a:gd name="connsiteX21" fmla="*/ 8197 w 37704"/>
                <a:gd name="connsiteY21" fmla="*/ 11476 h 27868"/>
                <a:gd name="connsiteX22" fmla="*/ 8197 w 37704"/>
                <a:gd name="connsiteY22" fmla="*/ 14754 h 27868"/>
                <a:gd name="connsiteX23" fmla="*/ 11475 w 37704"/>
                <a:gd name="connsiteY23" fmla="*/ 19672 h 27868"/>
                <a:gd name="connsiteX24" fmla="*/ 14753 w 37704"/>
                <a:gd name="connsiteY24" fmla="*/ 21312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704" h="27868">
                  <a:moveTo>
                    <a:pt x="18032" y="24590"/>
                  </a:moveTo>
                  <a:lnTo>
                    <a:pt x="22950" y="26229"/>
                  </a:lnTo>
                  <a:lnTo>
                    <a:pt x="26229" y="26229"/>
                  </a:lnTo>
                  <a:lnTo>
                    <a:pt x="31147" y="27869"/>
                  </a:lnTo>
                  <a:lnTo>
                    <a:pt x="34426" y="27869"/>
                  </a:lnTo>
                  <a:lnTo>
                    <a:pt x="37705" y="27869"/>
                  </a:lnTo>
                  <a:lnTo>
                    <a:pt x="36065" y="24590"/>
                  </a:lnTo>
                  <a:lnTo>
                    <a:pt x="34426" y="21312"/>
                  </a:lnTo>
                  <a:lnTo>
                    <a:pt x="32787" y="16393"/>
                  </a:lnTo>
                  <a:lnTo>
                    <a:pt x="32787" y="13115"/>
                  </a:lnTo>
                  <a:lnTo>
                    <a:pt x="27868" y="13115"/>
                  </a:lnTo>
                  <a:lnTo>
                    <a:pt x="24590" y="11476"/>
                  </a:lnTo>
                  <a:lnTo>
                    <a:pt x="21311" y="11476"/>
                  </a:lnTo>
                  <a:lnTo>
                    <a:pt x="18032" y="9836"/>
                  </a:lnTo>
                  <a:lnTo>
                    <a:pt x="13114" y="6557"/>
                  </a:lnTo>
                  <a:lnTo>
                    <a:pt x="9836" y="3279"/>
                  </a:lnTo>
                  <a:lnTo>
                    <a:pt x="6557" y="0"/>
                  </a:lnTo>
                  <a:lnTo>
                    <a:pt x="1639" y="0"/>
                  </a:lnTo>
                  <a:lnTo>
                    <a:pt x="0" y="3279"/>
                  </a:lnTo>
                  <a:lnTo>
                    <a:pt x="3278" y="6557"/>
                  </a:lnTo>
                  <a:lnTo>
                    <a:pt x="8197" y="8197"/>
                  </a:lnTo>
                  <a:lnTo>
                    <a:pt x="8197" y="11476"/>
                  </a:lnTo>
                  <a:lnTo>
                    <a:pt x="8197" y="14754"/>
                  </a:lnTo>
                  <a:lnTo>
                    <a:pt x="11475" y="19672"/>
                  </a:lnTo>
                  <a:lnTo>
                    <a:pt x="14753" y="213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15" name="Freeform 3314">
              <a:extLst>
                <a:ext uri="{FF2B5EF4-FFF2-40B4-BE49-F238E27FC236}">
                  <a16:creationId xmlns:a16="http://schemas.microsoft.com/office/drawing/2014/main" id="{68A037AC-5A9F-A145-AC73-843E9EDF5C5B}"/>
                </a:ext>
              </a:extLst>
            </p:cNvPr>
            <p:cNvSpPr/>
            <p:nvPr/>
          </p:nvSpPr>
          <p:spPr>
            <a:xfrm>
              <a:off x="11569745" y="4537845"/>
              <a:ext cx="4917" cy="16393"/>
            </a:xfrm>
            <a:custGeom>
              <a:avLst/>
              <a:gdLst>
                <a:gd name="connsiteX0" fmla="*/ 4918 w 4917"/>
                <a:gd name="connsiteY0" fmla="*/ 16393 h 16393"/>
                <a:gd name="connsiteX1" fmla="*/ 4918 w 4917"/>
                <a:gd name="connsiteY1" fmla="*/ 14754 h 16393"/>
                <a:gd name="connsiteX2" fmla="*/ 4918 w 4917"/>
                <a:gd name="connsiteY2" fmla="*/ 11476 h 16393"/>
                <a:gd name="connsiteX3" fmla="*/ 4918 w 4917"/>
                <a:gd name="connsiteY3" fmla="*/ 6558 h 16393"/>
                <a:gd name="connsiteX4" fmla="*/ 3278 w 4917"/>
                <a:gd name="connsiteY4" fmla="*/ 3279 h 16393"/>
                <a:gd name="connsiteX5" fmla="*/ 0 w 4917"/>
                <a:gd name="connsiteY5" fmla="*/ 0 h 16393"/>
                <a:gd name="connsiteX6" fmla="*/ 0 w 4917"/>
                <a:gd name="connsiteY6" fmla="*/ 3279 h 16393"/>
                <a:gd name="connsiteX7" fmla="*/ 0 w 4917"/>
                <a:gd name="connsiteY7" fmla="*/ 6558 h 16393"/>
                <a:gd name="connsiteX8" fmla="*/ 0 w 4917"/>
                <a:gd name="connsiteY8" fmla="*/ 11476 h 16393"/>
                <a:gd name="connsiteX9" fmla="*/ 3278 w 4917"/>
                <a:gd name="connsiteY9" fmla="*/ 13115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17" h="16393">
                  <a:moveTo>
                    <a:pt x="4918" y="16393"/>
                  </a:moveTo>
                  <a:lnTo>
                    <a:pt x="4918" y="14754"/>
                  </a:lnTo>
                  <a:lnTo>
                    <a:pt x="4918" y="11476"/>
                  </a:lnTo>
                  <a:lnTo>
                    <a:pt x="4918" y="6558"/>
                  </a:lnTo>
                  <a:lnTo>
                    <a:pt x="3278" y="3279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0" y="6558"/>
                  </a:lnTo>
                  <a:lnTo>
                    <a:pt x="0" y="11476"/>
                  </a:lnTo>
                  <a:lnTo>
                    <a:pt x="3278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16" name="Freeform 3315">
              <a:extLst>
                <a:ext uri="{FF2B5EF4-FFF2-40B4-BE49-F238E27FC236}">
                  <a16:creationId xmlns:a16="http://schemas.microsoft.com/office/drawing/2014/main" id="{0E16842E-28B8-ED44-9AD3-E9AC9A222B35}"/>
                </a:ext>
              </a:extLst>
            </p:cNvPr>
            <p:cNvSpPr/>
            <p:nvPr/>
          </p:nvSpPr>
          <p:spPr>
            <a:xfrm>
              <a:off x="11732039" y="4593583"/>
              <a:ext cx="14754" cy="8196"/>
            </a:xfrm>
            <a:custGeom>
              <a:avLst/>
              <a:gdLst>
                <a:gd name="connsiteX0" fmla="*/ 3279 w 14754"/>
                <a:gd name="connsiteY0" fmla="*/ 8197 h 8196"/>
                <a:gd name="connsiteX1" fmla="*/ 4918 w 14754"/>
                <a:gd name="connsiteY1" fmla="*/ 6557 h 8196"/>
                <a:gd name="connsiteX2" fmla="*/ 9837 w 14754"/>
                <a:gd name="connsiteY2" fmla="*/ 4918 h 8196"/>
                <a:gd name="connsiteX3" fmla="*/ 13114 w 14754"/>
                <a:gd name="connsiteY3" fmla="*/ 3278 h 8196"/>
                <a:gd name="connsiteX4" fmla="*/ 14754 w 14754"/>
                <a:gd name="connsiteY4" fmla="*/ 0 h 8196"/>
                <a:gd name="connsiteX5" fmla="*/ 9837 w 14754"/>
                <a:gd name="connsiteY5" fmla="*/ 0 h 8196"/>
                <a:gd name="connsiteX6" fmla="*/ 6558 w 14754"/>
                <a:gd name="connsiteY6" fmla="*/ 0 h 8196"/>
                <a:gd name="connsiteX7" fmla="*/ 1640 w 14754"/>
                <a:gd name="connsiteY7" fmla="*/ 1639 h 8196"/>
                <a:gd name="connsiteX8" fmla="*/ 0 w 14754"/>
                <a:gd name="connsiteY8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4" h="8196">
                  <a:moveTo>
                    <a:pt x="3279" y="8197"/>
                  </a:moveTo>
                  <a:lnTo>
                    <a:pt x="4918" y="6557"/>
                  </a:lnTo>
                  <a:lnTo>
                    <a:pt x="9837" y="4918"/>
                  </a:lnTo>
                  <a:lnTo>
                    <a:pt x="13114" y="3278"/>
                  </a:lnTo>
                  <a:lnTo>
                    <a:pt x="14754" y="0"/>
                  </a:lnTo>
                  <a:lnTo>
                    <a:pt x="9837" y="0"/>
                  </a:lnTo>
                  <a:lnTo>
                    <a:pt x="6558" y="0"/>
                  </a:lnTo>
                  <a:lnTo>
                    <a:pt x="1640" y="1639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17" name="Freeform 3316">
              <a:extLst>
                <a:ext uri="{FF2B5EF4-FFF2-40B4-BE49-F238E27FC236}">
                  <a16:creationId xmlns:a16="http://schemas.microsoft.com/office/drawing/2014/main" id="{EA019C23-AB7B-204A-954B-2FA3C2C64558}"/>
                </a:ext>
              </a:extLst>
            </p:cNvPr>
            <p:cNvSpPr/>
            <p:nvPr/>
          </p:nvSpPr>
          <p:spPr>
            <a:xfrm>
              <a:off x="11756629" y="4619812"/>
              <a:ext cx="16393" cy="4918"/>
            </a:xfrm>
            <a:custGeom>
              <a:avLst/>
              <a:gdLst>
                <a:gd name="connsiteX0" fmla="*/ 0 w 16393"/>
                <a:gd name="connsiteY0" fmla="*/ 4918 h 4918"/>
                <a:gd name="connsiteX1" fmla="*/ 0 w 16393"/>
                <a:gd name="connsiteY1" fmla="*/ 3279 h 4918"/>
                <a:gd name="connsiteX2" fmla="*/ 0 w 16393"/>
                <a:gd name="connsiteY2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4918">
                  <a:moveTo>
                    <a:pt x="0" y="4918"/>
                  </a:moveTo>
                  <a:lnTo>
                    <a:pt x="0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18" name="Freeform 3317">
              <a:extLst>
                <a:ext uri="{FF2B5EF4-FFF2-40B4-BE49-F238E27FC236}">
                  <a16:creationId xmlns:a16="http://schemas.microsoft.com/office/drawing/2014/main" id="{8019742C-1F4D-EF43-B054-38395B1E5CC9}"/>
                </a:ext>
              </a:extLst>
            </p:cNvPr>
            <p:cNvSpPr/>
            <p:nvPr/>
          </p:nvSpPr>
          <p:spPr>
            <a:xfrm>
              <a:off x="11763187" y="4632927"/>
              <a:ext cx="6556" cy="4917"/>
            </a:xfrm>
            <a:custGeom>
              <a:avLst/>
              <a:gdLst>
                <a:gd name="connsiteX0" fmla="*/ 3279 w 6556"/>
                <a:gd name="connsiteY0" fmla="*/ 4918 h 4917"/>
                <a:gd name="connsiteX1" fmla="*/ 6557 w 6556"/>
                <a:gd name="connsiteY1" fmla="*/ 3278 h 4917"/>
                <a:gd name="connsiteX2" fmla="*/ 4918 w 6556"/>
                <a:gd name="connsiteY2" fmla="*/ 0 h 4917"/>
                <a:gd name="connsiteX3" fmla="*/ 0 w 6556"/>
                <a:gd name="connsiteY3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6" h="4917">
                  <a:moveTo>
                    <a:pt x="3279" y="4918"/>
                  </a:moveTo>
                  <a:lnTo>
                    <a:pt x="6557" y="3278"/>
                  </a:ln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19" name="Freeform 3318">
              <a:extLst>
                <a:ext uri="{FF2B5EF4-FFF2-40B4-BE49-F238E27FC236}">
                  <a16:creationId xmlns:a16="http://schemas.microsoft.com/office/drawing/2014/main" id="{6DC9BF93-7812-F544-ACF3-7DA4D9CBEE55}"/>
                </a:ext>
              </a:extLst>
            </p:cNvPr>
            <p:cNvSpPr/>
            <p:nvPr/>
          </p:nvSpPr>
          <p:spPr>
            <a:xfrm>
              <a:off x="7348453" y="3019820"/>
              <a:ext cx="283605" cy="365572"/>
            </a:xfrm>
            <a:custGeom>
              <a:avLst/>
              <a:gdLst>
                <a:gd name="connsiteX0" fmla="*/ 0 w 283605"/>
                <a:gd name="connsiteY0" fmla="*/ 263933 h 365572"/>
                <a:gd name="connsiteX1" fmla="*/ 1639 w 283605"/>
                <a:gd name="connsiteY1" fmla="*/ 263933 h 365572"/>
                <a:gd name="connsiteX2" fmla="*/ 111475 w 283605"/>
                <a:gd name="connsiteY2" fmla="*/ 219671 h 365572"/>
                <a:gd name="connsiteX3" fmla="*/ 129508 w 283605"/>
                <a:gd name="connsiteY3" fmla="*/ 131147 h 365572"/>
                <a:gd name="connsiteX4" fmla="*/ 109836 w 283605"/>
                <a:gd name="connsiteY4" fmla="*/ 101639 h 365572"/>
                <a:gd name="connsiteX5" fmla="*/ 108196 w 283605"/>
                <a:gd name="connsiteY5" fmla="*/ 101639 h 365572"/>
                <a:gd name="connsiteX6" fmla="*/ 108196 w 283605"/>
                <a:gd name="connsiteY6" fmla="*/ 98360 h 365572"/>
                <a:gd name="connsiteX7" fmla="*/ 108196 w 283605"/>
                <a:gd name="connsiteY7" fmla="*/ 96721 h 365572"/>
                <a:gd name="connsiteX8" fmla="*/ 108196 w 283605"/>
                <a:gd name="connsiteY8" fmla="*/ 93442 h 365572"/>
                <a:gd name="connsiteX9" fmla="*/ 108196 w 283605"/>
                <a:gd name="connsiteY9" fmla="*/ 88524 h 365572"/>
                <a:gd name="connsiteX10" fmla="*/ 108196 w 283605"/>
                <a:gd name="connsiteY10" fmla="*/ 85245 h 365572"/>
                <a:gd name="connsiteX11" fmla="*/ 109836 w 283605"/>
                <a:gd name="connsiteY11" fmla="*/ 81967 h 365572"/>
                <a:gd name="connsiteX12" fmla="*/ 111475 w 283605"/>
                <a:gd name="connsiteY12" fmla="*/ 77049 h 365572"/>
                <a:gd name="connsiteX13" fmla="*/ 113114 w 283605"/>
                <a:gd name="connsiteY13" fmla="*/ 73770 h 365572"/>
                <a:gd name="connsiteX14" fmla="*/ 113114 w 283605"/>
                <a:gd name="connsiteY14" fmla="*/ 70492 h 365572"/>
                <a:gd name="connsiteX15" fmla="*/ 113114 w 283605"/>
                <a:gd name="connsiteY15" fmla="*/ 65573 h 365572"/>
                <a:gd name="connsiteX16" fmla="*/ 116393 w 283605"/>
                <a:gd name="connsiteY16" fmla="*/ 62295 h 365572"/>
                <a:gd name="connsiteX17" fmla="*/ 116393 w 283605"/>
                <a:gd name="connsiteY17" fmla="*/ 59016 h 365572"/>
                <a:gd name="connsiteX18" fmla="*/ 118032 w 283605"/>
                <a:gd name="connsiteY18" fmla="*/ 55738 h 365572"/>
                <a:gd name="connsiteX19" fmla="*/ 118032 w 283605"/>
                <a:gd name="connsiteY19" fmla="*/ 50820 h 365572"/>
                <a:gd name="connsiteX20" fmla="*/ 116393 w 283605"/>
                <a:gd name="connsiteY20" fmla="*/ 47541 h 365572"/>
                <a:gd name="connsiteX21" fmla="*/ 114754 w 283605"/>
                <a:gd name="connsiteY21" fmla="*/ 45901 h 365572"/>
                <a:gd name="connsiteX22" fmla="*/ 119672 w 283605"/>
                <a:gd name="connsiteY22" fmla="*/ 42623 h 365572"/>
                <a:gd name="connsiteX23" fmla="*/ 122950 w 283605"/>
                <a:gd name="connsiteY23" fmla="*/ 42623 h 365572"/>
                <a:gd name="connsiteX24" fmla="*/ 126229 w 283605"/>
                <a:gd name="connsiteY24" fmla="*/ 40983 h 365572"/>
                <a:gd name="connsiteX25" fmla="*/ 127869 w 283605"/>
                <a:gd name="connsiteY25" fmla="*/ 42623 h 365572"/>
                <a:gd name="connsiteX26" fmla="*/ 132786 w 283605"/>
                <a:gd name="connsiteY26" fmla="*/ 40983 h 365572"/>
                <a:gd name="connsiteX27" fmla="*/ 132786 w 283605"/>
                <a:gd name="connsiteY27" fmla="*/ 37705 h 365572"/>
                <a:gd name="connsiteX28" fmla="*/ 131147 w 283605"/>
                <a:gd name="connsiteY28" fmla="*/ 34426 h 365572"/>
                <a:gd name="connsiteX29" fmla="*/ 127869 w 283605"/>
                <a:gd name="connsiteY29" fmla="*/ 34426 h 365572"/>
                <a:gd name="connsiteX30" fmla="*/ 126229 w 283605"/>
                <a:gd name="connsiteY30" fmla="*/ 29508 h 365572"/>
                <a:gd name="connsiteX31" fmla="*/ 126229 w 283605"/>
                <a:gd name="connsiteY31" fmla="*/ 26229 h 365572"/>
                <a:gd name="connsiteX32" fmla="*/ 124590 w 283605"/>
                <a:gd name="connsiteY32" fmla="*/ 22951 h 365572"/>
                <a:gd name="connsiteX33" fmla="*/ 124590 w 283605"/>
                <a:gd name="connsiteY33" fmla="*/ 18033 h 365572"/>
                <a:gd name="connsiteX34" fmla="*/ 126229 w 283605"/>
                <a:gd name="connsiteY34" fmla="*/ 14754 h 365572"/>
                <a:gd name="connsiteX35" fmla="*/ 124590 w 283605"/>
                <a:gd name="connsiteY35" fmla="*/ 13115 h 365572"/>
                <a:gd name="connsiteX36" fmla="*/ 124590 w 283605"/>
                <a:gd name="connsiteY36" fmla="*/ 8197 h 365572"/>
                <a:gd name="connsiteX37" fmla="*/ 124590 w 283605"/>
                <a:gd name="connsiteY37" fmla="*/ 4918 h 365572"/>
                <a:gd name="connsiteX38" fmla="*/ 124590 w 283605"/>
                <a:gd name="connsiteY38" fmla="*/ 3279 h 365572"/>
                <a:gd name="connsiteX39" fmla="*/ 127869 w 283605"/>
                <a:gd name="connsiteY39" fmla="*/ 0 h 365572"/>
                <a:gd name="connsiteX40" fmla="*/ 129508 w 283605"/>
                <a:gd name="connsiteY40" fmla="*/ 0 h 365572"/>
                <a:gd name="connsiteX41" fmla="*/ 132786 w 283605"/>
                <a:gd name="connsiteY41" fmla="*/ 3279 h 365572"/>
                <a:gd name="connsiteX42" fmla="*/ 132786 w 283605"/>
                <a:gd name="connsiteY42" fmla="*/ 4918 h 365572"/>
                <a:gd name="connsiteX43" fmla="*/ 132786 w 283605"/>
                <a:gd name="connsiteY43" fmla="*/ 8197 h 365572"/>
                <a:gd name="connsiteX44" fmla="*/ 132786 w 283605"/>
                <a:gd name="connsiteY44" fmla="*/ 8197 h 365572"/>
                <a:gd name="connsiteX45" fmla="*/ 134426 w 283605"/>
                <a:gd name="connsiteY45" fmla="*/ 9836 h 365572"/>
                <a:gd name="connsiteX46" fmla="*/ 134426 w 283605"/>
                <a:gd name="connsiteY46" fmla="*/ 11475 h 365572"/>
                <a:gd name="connsiteX47" fmla="*/ 137704 w 283605"/>
                <a:gd name="connsiteY47" fmla="*/ 8197 h 365572"/>
                <a:gd name="connsiteX48" fmla="*/ 137704 w 283605"/>
                <a:gd name="connsiteY48" fmla="*/ 8197 h 365572"/>
                <a:gd name="connsiteX49" fmla="*/ 137704 w 283605"/>
                <a:gd name="connsiteY49" fmla="*/ 6557 h 365572"/>
                <a:gd name="connsiteX50" fmla="*/ 140983 w 283605"/>
                <a:gd name="connsiteY50" fmla="*/ 4918 h 365572"/>
                <a:gd name="connsiteX51" fmla="*/ 144262 w 283605"/>
                <a:gd name="connsiteY51" fmla="*/ 1639 h 365572"/>
                <a:gd name="connsiteX52" fmla="*/ 144262 w 283605"/>
                <a:gd name="connsiteY52" fmla="*/ 0 h 365572"/>
                <a:gd name="connsiteX53" fmla="*/ 144262 w 283605"/>
                <a:gd name="connsiteY53" fmla="*/ 0 h 365572"/>
                <a:gd name="connsiteX54" fmla="*/ 144262 w 283605"/>
                <a:gd name="connsiteY54" fmla="*/ 0 h 365572"/>
                <a:gd name="connsiteX55" fmla="*/ 145901 w 283605"/>
                <a:gd name="connsiteY55" fmla="*/ 3279 h 365572"/>
                <a:gd name="connsiteX56" fmla="*/ 147540 w 283605"/>
                <a:gd name="connsiteY56" fmla="*/ 6557 h 365572"/>
                <a:gd name="connsiteX57" fmla="*/ 149180 w 283605"/>
                <a:gd name="connsiteY57" fmla="*/ 11475 h 365572"/>
                <a:gd name="connsiteX58" fmla="*/ 150819 w 283605"/>
                <a:gd name="connsiteY58" fmla="*/ 14754 h 365572"/>
                <a:gd name="connsiteX59" fmla="*/ 154098 w 283605"/>
                <a:gd name="connsiteY59" fmla="*/ 18033 h 365572"/>
                <a:gd name="connsiteX60" fmla="*/ 155737 w 283605"/>
                <a:gd name="connsiteY60" fmla="*/ 22951 h 365572"/>
                <a:gd name="connsiteX61" fmla="*/ 159016 w 283605"/>
                <a:gd name="connsiteY61" fmla="*/ 26229 h 365572"/>
                <a:gd name="connsiteX62" fmla="*/ 162294 w 283605"/>
                <a:gd name="connsiteY62" fmla="*/ 29508 h 365572"/>
                <a:gd name="connsiteX63" fmla="*/ 163934 w 283605"/>
                <a:gd name="connsiteY63" fmla="*/ 32787 h 365572"/>
                <a:gd name="connsiteX64" fmla="*/ 167213 w 283605"/>
                <a:gd name="connsiteY64" fmla="*/ 36065 h 365572"/>
                <a:gd name="connsiteX65" fmla="*/ 170491 w 283605"/>
                <a:gd name="connsiteY65" fmla="*/ 40983 h 365572"/>
                <a:gd name="connsiteX66" fmla="*/ 175409 w 283605"/>
                <a:gd name="connsiteY66" fmla="*/ 44262 h 365572"/>
                <a:gd name="connsiteX67" fmla="*/ 178688 w 283605"/>
                <a:gd name="connsiteY67" fmla="*/ 45901 h 365572"/>
                <a:gd name="connsiteX68" fmla="*/ 181966 w 283605"/>
                <a:gd name="connsiteY68" fmla="*/ 47541 h 365572"/>
                <a:gd name="connsiteX69" fmla="*/ 186884 w 283605"/>
                <a:gd name="connsiteY69" fmla="*/ 49180 h 365572"/>
                <a:gd name="connsiteX70" fmla="*/ 190163 w 283605"/>
                <a:gd name="connsiteY70" fmla="*/ 50820 h 365572"/>
                <a:gd name="connsiteX71" fmla="*/ 193442 w 283605"/>
                <a:gd name="connsiteY71" fmla="*/ 52459 h 365572"/>
                <a:gd name="connsiteX72" fmla="*/ 198360 w 283605"/>
                <a:gd name="connsiteY72" fmla="*/ 52459 h 365572"/>
                <a:gd name="connsiteX73" fmla="*/ 201639 w 283605"/>
                <a:gd name="connsiteY73" fmla="*/ 52459 h 365572"/>
                <a:gd name="connsiteX74" fmla="*/ 204917 w 283605"/>
                <a:gd name="connsiteY74" fmla="*/ 55738 h 365572"/>
                <a:gd name="connsiteX75" fmla="*/ 208196 w 283605"/>
                <a:gd name="connsiteY75" fmla="*/ 55738 h 365572"/>
                <a:gd name="connsiteX76" fmla="*/ 213114 w 283605"/>
                <a:gd name="connsiteY76" fmla="*/ 55738 h 365572"/>
                <a:gd name="connsiteX77" fmla="*/ 216393 w 283605"/>
                <a:gd name="connsiteY77" fmla="*/ 55738 h 365572"/>
                <a:gd name="connsiteX78" fmla="*/ 219671 w 283605"/>
                <a:gd name="connsiteY78" fmla="*/ 59016 h 365572"/>
                <a:gd name="connsiteX79" fmla="*/ 222950 w 283605"/>
                <a:gd name="connsiteY79" fmla="*/ 60655 h 365572"/>
                <a:gd name="connsiteX80" fmla="*/ 226229 w 283605"/>
                <a:gd name="connsiteY80" fmla="*/ 60655 h 365572"/>
                <a:gd name="connsiteX81" fmla="*/ 229507 w 283605"/>
                <a:gd name="connsiteY81" fmla="*/ 59016 h 365572"/>
                <a:gd name="connsiteX82" fmla="*/ 234425 w 283605"/>
                <a:gd name="connsiteY82" fmla="*/ 59016 h 365572"/>
                <a:gd name="connsiteX83" fmla="*/ 237704 w 283605"/>
                <a:gd name="connsiteY83" fmla="*/ 63934 h 365572"/>
                <a:gd name="connsiteX84" fmla="*/ 240983 w 283605"/>
                <a:gd name="connsiteY84" fmla="*/ 67213 h 365572"/>
                <a:gd name="connsiteX85" fmla="*/ 244261 w 283605"/>
                <a:gd name="connsiteY85" fmla="*/ 70492 h 365572"/>
                <a:gd name="connsiteX86" fmla="*/ 247540 w 283605"/>
                <a:gd name="connsiteY86" fmla="*/ 73770 h 365572"/>
                <a:gd name="connsiteX87" fmla="*/ 249179 w 283605"/>
                <a:gd name="connsiteY87" fmla="*/ 78688 h 365572"/>
                <a:gd name="connsiteX88" fmla="*/ 250819 w 283605"/>
                <a:gd name="connsiteY88" fmla="*/ 81967 h 365572"/>
                <a:gd name="connsiteX89" fmla="*/ 254097 w 283605"/>
                <a:gd name="connsiteY89" fmla="*/ 85245 h 365572"/>
                <a:gd name="connsiteX90" fmla="*/ 257376 w 283605"/>
                <a:gd name="connsiteY90" fmla="*/ 88524 h 365572"/>
                <a:gd name="connsiteX91" fmla="*/ 260654 w 283605"/>
                <a:gd name="connsiteY91" fmla="*/ 91803 h 365572"/>
                <a:gd name="connsiteX92" fmla="*/ 262294 w 283605"/>
                <a:gd name="connsiteY92" fmla="*/ 96721 h 365572"/>
                <a:gd name="connsiteX93" fmla="*/ 265573 w 283605"/>
                <a:gd name="connsiteY93" fmla="*/ 100000 h 365572"/>
                <a:gd name="connsiteX94" fmla="*/ 268851 w 283605"/>
                <a:gd name="connsiteY94" fmla="*/ 103278 h 365572"/>
                <a:gd name="connsiteX95" fmla="*/ 272130 w 283605"/>
                <a:gd name="connsiteY95" fmla="*/ 106557 h 365572"/>
                <a:gd name="connsiteX96" fmla="*/ 275409 w 283605"/>
                <a:gd name="connsiteY96" fmla="*/ 106557 h 365572"/>
                <a:gd name="connsiteX97" fmla="*/ 278687 w 283605"/>
                <a:gd name="connsiteY97" fmla="*/ 108196 h 365572"/>
                <a:gd name="connsiteX98" fmla="*/ 283606 w 283605"/>
                <a:gd name="connsiteY98" fmla="*/ 108196 h 365572"/>
                <a:gd name="connsiteX99" fmla="*/ 283606 w 283605"/>
                <a:gd name="connsiteY99" fmla="*/ 109836 h 365572"/>
                <a:gd name="connsiteX100" fmla="*/ 283606 w 283605"/>
                <a:gd name="connsiteY100" fmla="*/ 113114 h 365572"/>
                <a:gd name="connsiteX101" fmla="*/ 283606 w 283605"/>
                <a:gd name="connsiteY101" fmla="*/ 116393 h 365572"/>
                <a:gd name="connsiteX102" fmla="*/ 283606 w 283605"/>
                <a:gd name="connsiteY102" fmla="*/ 121311 h 365572"/>
                <a:gd name="connsiteX103" fmla="*/ 283606 w 283605"/>
                <a:gd name="connsiteY103" fmla="*/ 122950 h 365572"/>
                <a:gd name="connsiteX104" fmla="*/ 281966 w 283605"/>
                <a:gd name="connsiteY104" fmla="*/ 126229 h 365572"/>
                <a:gd name="connsiteX105" fmla="*/ 280327 w 283605"/>
                <a:gd name="connsiteY105" fmla="*/ 129508 h 365572"/>
                <a:gd name="connsiteX106" fmla="*/ 278687 w 283605"/>
                <a:gd name="connsiteY106" fmla="*/ 132786 h 365572"/>
                <a:gd name="connsiteX107" fmla="*/ 277048 w 283605"/>
                <a:gd name="connsiteY107" fmla="*/ 137704 h 365572"/>
                <a:gd name="connsiteX108" fmla="*/ 273769 w 283605"/>
                <a:gd name="connsiteY108" fmla="*/ 140983 h 365572"/>
                <a:gd name="connsiteX109" fmla="*/ 273769 w 283605"/>
                <a:gd name="connsiteY109" fmla="*/ 145901 h 365572"/>
                <a:gd name="connsiteX110" fmla="*/ 272130 w 283605"/>
                <a:gd name="connsiteY110" fmla="*/ 149180 h 365572"/>
                <a:gd name="connsiteX111" fmla="*/ 270491 w 283605"/>
                <a:gd name="connsiteY111" fmla="*/ 152458 h 365572"/>
                <a:gd name="connsiteX112" fmla="*/ 268851 w 283605"/>
                <a:gd name="connsiteY112" fmla="*/ 155737 h 365572"/>
                <a:gd name="connsiteX113" fmla="*/ 265573 w 283605"/>
                <a:gd name="connsiteY113" fmla="*/ 159016 h 365572"/>
                <a:gd name="connsiteX114" fmla="*/ 260654 w 283605"/>
                <a:gd name="connsiteY114" fmla="*/ 160655 h 365572"/>
                <a:gd name="connsiteX115" fmla="*/ 257376 w 283605"/>
                <a:gd name="connsiteY115" fmla="*/ 165573 h 365572"/>
                <a:gd name="connsiteX116" fmla="*/ 254097 w 283605"/>
                <a:gd name="connsiteY116" fmla="*/ 168852 h 365572"/>
                <a:gd name="connsiteX117" fmla="*/ 252458 w 283605"/>
                <a:gd name="connsiteY117" fmla="*/ 172130 h 365572"/>
                <a:gd name="connsiteX118" fmla="*/ 250819 w 283605"/>
                <a:gd name="connsiteY118" fmla="*/ 177048 h 365572"/>
                <a:gd name="connsiteX119" fmla="*/ 249179 w 283605"/>
                <a:gd name="connsiteY119" fmla="*/ 180327 h 365572"/>
                <a:gd name="connsiteX120" fmla="*/ 245901 w 283605"/>
                <a:gd name="connsiteY120" fmla="*/ 183606 h 365572"/>
                <a:gd name="connsiteX121" fmla="*/ 245901 w 283605"/>
                <a:gd name="connsiteY121" fmla="*/ 186885 h 365572"/>
                <a:gd name="connsiteX122" fmla="*/ 242622 w 283605"/>
                <a:gd name="connsiteY122" fmla="*/ 191802 h 365572"/>
                <a:gd name="connsiteX123" fmla="*/ 242622 w 283605"/>
                <a:gd name="connsiteY123" fmla="*/ 195081 h 365572"/>
                <a:gd name="connsiteX124" fmla="*/ 240983 w 283605"/>
                <a:gd name="connsiteY124" fmla="*/ 198360 h 365572"/>
                <a:gd name="connsiteX125" fmla="*/ 239343 w 283605"/>
                <a:gd name="connsiteY125" fmla="*/ 203278 h 365572"/>
                <a:gd name="connsiteX126" fmla="*/ 237704 w 283605"/>
                <a:gd name="connsiteY126" fmla="*/ 203278 h 365572"/>
                <a:gd name="connsiteX127" fmla="*/ 234425 w 283605"/>
                <a:gd name="connsiteY127" fmla="*/ 203278 h 365572"/>
                <a:gd name="connsiteX128" fmla="*/ 231147 w 283605"/>
                <a:gd name="connsiteY128" fmla="*/ 201638 h 365572"/>
                <a:gd name="connsiteX129" fmla="*/ 231147 w 283605"/>
                <a:gd name="connsiteY129" fmla="*/ 196720 h 365572"/>
                <a:gd name="connsiteX130" fmla="*/ 227868 w 283605"/>
                <a:gd name="connsiteY130" fmla="*/ 193442 h 365572"/>
                <a:gd name="connsiteX131" fmla="*/ 224589 w 283605"/>
                <a:gd name="connsiteY131" fmla="*/ 195081 h 365572"/>
                <a:gd name="connsiteX132" fmla="*/ 224589 w 283605"/>
                <a:gd name="connsiteY132" fmla="*/ 199999 h 365572"/>
                <a:gd name="connsiteX133" fmla="*/ 219671 w 283605"/>
                <a:gd name="connsiteY133" fmla="*/ 201638 h 365572"/>
                <a:gd name="connsiteX134" fmla="*/ 219671 w 283605"/>
                <a:gd name="connsiteY134" fmla="*/ 206557 h 365572"/>
                <a:gd name="connsiteX135" fmla="*/ 216393 w 283605"/>
                <a:gd name="connsiteY135" fmla="*/ 208196 h 365572"/>
                <a:gd name="connsiteX136" fmla="*/ 216393 w 283605"/>
                <a:gd name="connsiteY136" fmla="*/ 211475 h 365572"/>
                <a:gd name="connsiteX137" fmla="*/ 216393 w 283605"/>
                <a:gd name="connsiteY137" fmla="*/ 216392 h 365572"/>
                <a:gd name="connsiteX138" fmla="*/ 216393 w 283605"/>
                <a:gd name="connsiteY138" fmla="*/ 219671 h 365572"/>
                <a:gd name="connsiteX139" fmla="*/ 214753 w 283605"/>
                <a:gd name="connsiteY139" fmla="*/ 222950 h 365572"/>
                <a:gd name="connsiteX140" fmla="*/ 214753 w 283605"/>
                <a:gd name="connsiteY140" fmla="*/ 226229 h 365572"/>
                <a:gd name="connsiteX141" fmla="*/ 213114 w 283605"/>
                <a:gd name="connsiteY141" fmla="*/ 231147 h 365572"/>
                <a:gd name="connsiteX142" fmla="*/ 213114 w 283605"/>
                <a:gd name="connsiteY142" fmla="*/ 234425 h 365572"/>
                <a:gd name="connsiteX143" fmla="*/ 213114 w 283605"/>
                <a:gd name="connsiteY143" fmla="*/ 234425 h 365572"/>
                <a:gd name="connsiteX144" fmla="*/ 213114 w 283605"/>
                <a:gd name="connsiteY144" fmla="*/ 237704 h 365572"/>
                <a:gd name="connsiteX145" fmla="*/ 214753 w 283605"/>
                <a:gd name="connsiteY145" fmla="*/ 242622 h 365572"/>
                <a:gd name="connsiteX146" fmla="*/ 216393 w 283605"/>
                <a:gd name="connsiteY146" fmla="*/ 245901 h 365572"/>
                <a:gd name="connsiteX147" fmla="*/ 216393 w 283605"/>
                <a:gd name="connsiteY147" fmla="*/ 249179 h 365572"/>
                <a:gd name="connsiteX148" fmla="*/ 216393 w 283605"/>
                <a:gd name="connsiteY148" fmla="*/ 252458 h 365572"/>
                <a:gd name="connsiteX149" fmla="*/ 218032 w 283605"/>
                <a:gd name="connsiteY149" fmla="*/ 257376 h 365572"/>
                <a:gd name="connsiteX150" fmla="*/ 219671 w 283605"/>
                <a:gd name="connsiteY150" fmla="*/ 260655 h 365572"/>
                <a:gd name="connsiteX151" fmla="*/ 219671 w 283605"/>
                <a:gd name="connsiteY151" fmla="*/ 263933 h 365572"/>
                <a:gd name="connsiteX152" fmla="*/ 216393 w 283605"/>
                <a:gd name="connsiteY152" fmla="*/ 267212 h 365572"/>
                <a:gd name="connsiteX153" fmla="*/ 211474 w 283605"/>
                <a:gd name="connsiteY153" fmla="*/ 267212 h 365572"/>
                <a:gd name="connsiteX154" fmla="*/ 208196 w 283605"/>
                <a:gd name="connsiteY154" fmla="*/ 265573 h 365572"/>
                <a:gd name="connsiteX155" fmla="*/ 204917 w 283605"/>
                <a:gd name="connsiteY155" fmla="*/ 267212 h 365572"/>
                <a:gd name="connsiteX156" fmla="*/ 199999 w 283605"/>
                <a:gd name="connsiteY156" fmla="*/ 267212 h 365572"/>
                <a:gd name="connsiteX157" fmla="*/ 196720 w 283605"/>
                <a:gd name="connsiteY157" fmla="*/ 268851 h 365572"/>
                <a:gd name="connsiteX158" fmla="*/ 193442 w 283605"/>
                <a:gd name="connsiteY158" fmla="*/ 268851 h 365572"/>
                <a:gd name="connsiteX159" fmla="*/ 190163 w 283605"/>
                <a:gd name="connsiteY159" fmla="*/ 270491 h 365572"/>
                <a:gd name="connsiteX160" fmla="*/ 185245 w 283605"/>
                <a:gd name="connsiteY160" fmla="*/ 272130 h 365572"/>
                <a:gd name="connsiteX161" fmla="*/ 181966 w 283605"/>
                <a:gd name="connsiteY161" fmla="*/ 275409 h 365572"/>
                <a:gd name="connsiteX162" fmla="*/ 180327 w 283605"/>
                <a:gd name="connsiteY162" fmla="*/ 277048 h 365572"/>
                <a:gd name="connsiteX163" fmla="*/ 177049 w 283605"/>
                <a:gd name="connsiteY163" fmla="*/ 280327 h 365572"/>
                <a:gd name="connsiteX164" fmla="*/ 175409 w 283605"/>
                <a:gd name="connsiteY164" fmla="*/ 285245 h 365572"/>
                <a:gd name="connsiteX165" fmla="*/ 177049 w 283605"/>
                <a:gd name="connsiteY165" fmla="*/ 288523 h 365572"/>
                <a:gd name="connsiteX166" fmla="*/ 175409 w 283605"/>
                <a:gd name="connsiteY166" fmla="*/ 291802 h 365572"/>
                <a:gd name="connsiteX167" fmla="*/ 175409 w 283605"/>
                <a:gd name="connsiteY167" fmla="*/ 295081 h 365572"/>
                <a:gd name="connsiteX168" fmla="*/ 173770 w 283605"/>
                <a:gd name="connsiteY168" fmla="*/ 299999 h 365572"/>
                <a:gd name="connsiteX169" fmla="*/ 172130 w 283605"/>
                <a:gd name="connsiteY169" fmla="*/ 303277 h 365572"/>
                <a:gd name="connsiteX170" fmla="*/ 168852 w 283605"/>
                <a:gd name="connsiteY170" fmla="*/ 306556 h 365572"/>
                <a:gd name="connsiteX171" fmla="*/ 165573 w 283605"/>
                <a:gd name="connsiteY171" fmla="*/ 311474 h 365572"/>
                <a:gd name="connsiteX172" fmla="*/ 162294 w 283605"/>
                <a:gd name="connsiteY172" fmla="*/ 309835 h 365572"/>
                <a:gd name="connsiteX173" fmla="*/ 157376 w 283605"/>
                <a:gd name="connsiteY173" fmla="*/ 311474 h 365572"/>
                <a:gd name="connsiteX174" fmla="*/ 157376 w 283605"/>
                <a:gd name="connsiteY174" fmla="*/ 311474 h 365572"/>
                <a:gd name="connsiteX175" fmla="*/ 154098 w 283605"/>
                <a:gd name="connsiteY175" fmla="*/ 311474 h 365572"/>
                <a:gd name="connsiteX176" fmla="*/ 149180 w 283605"/>
                <a:gd name="connsiteY176" fmla="*/ 313113 h 365572"/>
                <a:gd name="connsiteX177" fmla="*/ 145901 w 283605"/>
                <a:gd name="connsiteY177" fmla="*/ 313113 h 365572"/>
                <a:gd name="connsiteX178" fmla="*/ 142623 w 283605"/>
                <a:gd name="connsiteY178" fmla="*/ 313113 h 365572"/>
                <a:gd name="connsiteX179" fmla="*/ 137704 w 283605"/>
                <a:gd name="connsiteY179" fmla="*/ 313113 h 365572"/>
                <a:gd name="connsiteX180" fmla="*/ 134426 w 283605"/>
                <a:gd name="connsiteY180" fmla="*/ 314753 h 365572"/>
                <a:gd name="connsiteX181" fmla="*/ 131147 w 283605"/>
                <a:gd name="connsiteY181" fmla="*/ 318031 h 365572"/>
                <a:gd name="connsiteX182" fmla="*/ 129508 w 283605"/>
                <a:gd name="connsiteY182" fmla="*/ 322949 h 365572"/>
                <a:gd name="connsiteX183" fmla="*/ 126229 w 283605"/>
                <a:gd name="connsiteY183" fmla="*/ 326228 h 365572"/>
                <a:gd name="connsiteX184" fmla="*/ 124590 w 283605"/>
                <a:gd name="connsiteY184" fmla="*/ 329507 h 365572"/>
                <a:gd name="connsiteX185" fmla="*/ 127869 w 283605"/>
                <a:gd name="connsiteY185" fmla="*/ 332785 h 365572"/>
                <a:gd name="connsiteX186" fmla="*/ 127869 w 283605"/>
                <a:gd name="connsiteY186" fmla="*/ 337703 h 365572"/>
                <a:gd name="connsiteX187" fmla="*/ 126229 w 283605"/>
                <a:gd name="connsiteY187" fmla="*/ 340982 h 365572"/>
                <a:gd name="connsiteX188" fmla="*/ 124590 w 283605"/>
                <a:gd name="connsiteY188" fmla="*/ 344261 h 365572"/>
                <a:gd name="connsiteX189" fmla="*/ 122950 w 283605"/>
                <a:gd name="connsiteY189" fmla="*/ 349179 h 365572"/>
                <a:gd name="connsiteX190" fmla="*/ 118032 w 283605"/>
                <a:gd name="connsiteY190" fmla="*/ 352457 h 365572"/>
                <a:gd name="connsiteX191" fmla="*/ 114754 w 283605"/>
                <a:gd name="connsiteY191" fmla="*/ 352457 h 365572"/>
                <a:gd name="connsiteX192" fmla="*/ 111475 w 283605"/>
                <a:gd name="connsiteY192" fmla="*/ 354097 h 365572"/>
                <a:gd name="connsiteX193" fmla="*/ 106557 w 283605"/>
                <a:gd name="connsiteY193" fmla="*/ 354097 h 365572"/>
                <a:gd name="connsiteX194" fmla="*/ 103279 w 283605"/>
                <a:gd name="connsiteY194" fmla="*/ 350818 h 365572"/>
                <a:gd name="connsiteX195" fmla="*/ 100000 w 283605"/>
                <a:gd name="connsiteY195" fmla="*/ 350818 h 365572"/>
                <a:gd name="connsiteX196" fmla="*/ 95082 w 283605"/>
                <a:gd name="connsiteY196" fmla="*/ 350818 h 365572"/>
                <a:gd name="connsiteX197" fmla="*/ 91803 w 283605"/>
                <a:gd name="connsiteY197" fmla="*/ 350818 h 365572"/>
                <a:gd name="connsiteX198" fmla="*/ 88524 w 283605"/>
                <a:gd name="connsiteY198" fmla="*/ 350818 h 365572"/>
                <a:gd name="connsiteX199" fmla="*/ 85246 w 283605"/>
                <a:gd name="connsiteY199" fmla="*/ 352457 h 365572"/>
                <a:gd name="connsiteX200" fmla="*/ 81967 w 283605"/>
                <a:gd name="connsiteY200" fmla="*/ 352457 h 365572"/>
                <a:gd name="connsiteX201" fmla="*/ 78688 w 283605"/>
                <a:gd name="connsiteY201" fmla="*/ 355736 h 365572"/>
                <a:gd name="connsiteX202" fmla="*/ 75410 w 283605"/>
                <a:gd name="connsiteY202" fmla="*/ 357375 h 365572"/>
                <a:gd name="connsiteX203" fmla="*/ 72131 w 283605"/>
                <a:gd name="connsiteY203" fmla="*/ 359015 h 365572"/>
                <a:gd name="connsiteX204" fmla="*/ 68852 w 283605"/>
                <a:gd name="connsiteY204" fmla="*/ 360654 h 365572"/>
                <a:gd name="connsiteX205" fmla="*/ 63934 w 283605"/>
                <a:gd name="connsiteY205" fmla="*/ 363933 h 365572"/>
                <a:gd name="connsiteX206" fmla="*/ 60656 w 283605"/>
                <a:gd name="connsiteY206" fmla="*/ 362294 h 365572"/>
                <a:gd name="connsiteX207" fmla="*/ 57377 w 283605"/>
                <a:gd name="connsiteY207" fmla="*/ 363933 h 365572"/>
                <a:gd name="connsiteX208" fmla="*/ 54098 w 283605"/>
                <a:gd name="connsiteY208" fmla="*/ 365572 h 365572"/>
                <a:gd name="connsiteX209" fmla="*/ 49180 w 283605"/>
                <a:gd name="connsiteY209" fmla="*/ 365572 h 365572"/>
                <a:gd name="connsiteX210" fmla="*/ 47541 w 283605"/>
                <a:gd name="connsiteY210" fmla="*/ 365572 h 365572"/>
                <a:gd name="connsiteX211" fmla="*/ 34426 w 283605"/>
                <a:gd name="connsiteY211" fmla="*/ 339343 h 365572"/>
                <a:gd name="connsiteX212" fmla="*/ 31147 w 283605"/>
                <a:gd name="connsiteY212" fmla="*/ 339343 h 365572"/>
                <a:gd name="connsiteX213" fmla="*/ 31147 w 283605"/>
                <a:gd name="connsiteY213" fmla="*/ 339343 h 365572"/>
                <a:gd name="connsiteX214" fmla="*/ 32787 w 283605"/>
                <a:gd name="connsiteY214" fmla="*/ 337703 h 365572"/>
                <a:gd name="connsiteX215" fmla="*/ 0 w 283605"/>
                <a:gd name="connsiteY215" fmla="*/ 265573 h 365572"/>
                <a:gd name="connsiteX216" fmla="*/ 0 w 283605"/>
                <a:gd name="connsiteY216" fmla="*/ 263933 h 36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</a:cxnLst>
              <a:rect l="l" t="t" r="r" b="b"/>
              <a:pathLst>
                <a:path w="283605" h="365572">
                  <a:moveTo>
                    <a:pt x="0" y="263933"/>
                  </a:moveTo>
                  <a:lnTo>
                    <a:pt x="1639" y="263933"/>
                  </a:lnTo>
                  <a:lnTo>
                    <a:pt x="111475" y="219671"/>
                  </a:lnTo>
                  <a:lnTo>
                    <a:pt x="129508" y="131147"/>
                  </a:lnTo>
                  <a:lnTo>
                    <a:pt x="109836" y="101639"/>
                  </a:lnTo>
                  <a:lnTo>
                    <a:pt x="108196" y="101639"/>
                  </a:lnTo>
                  <a:lnTo>
                    <a:pt x="108196" y="98360"/>
                  </a:lnTo>
                  <a:lnTo>
                    <a:pt x="108196" y="96721"/>
                  </a:lnTo>
                  <a:lnTo>
                    <a:pt x="108196" y="93442"/>
                  </a:lnTo>
                  <a:lnTo>
                    <a:pt x="108196" y="88524"/>
                  </a:lnTo>
                  <a:lnTo>
                    <a:pt x="108196" y="85245"/>
                  </a:lnTo>
                  <a:lnTo>
                    <a:pt x="109836" y="81967"/>
                  </a:lnTo>
                  <a:lnTo>
                    <a:pt x="111475" y="77049"/>
                  </a:lnTo>
                  <a:lnTo>
                    <a:pt x="113114" y="73770"/>
                  </a:lnTo>
                  <a:lnTo>
                    <a:pt x="113114" y="70492"/>
                  </a:lnTo>
                  <a:lnTo>
                    <a:pt x="113114" y="65573"/>
                  </a:lnTo>
                  <a:lnTo>
                    <a:pt x="116393" y="62295"/>
                  </a:lnTo>
                  <a:lnTo>
                    <a:pt x="116393" y="59016"/>
                  </a:lnTo>
                  <a:lnTo>
                    <a:pt x="118032" y="55738"/>
                  </a:lnTo>
                  <a:lnTo>
                    <a:pt x="118032" y="50820"/>
                  </a:lnTo>
                  <a:lnTo>
                    <a:pt x="116393" y="47541"/>
                  </a:lnTo>
                  <a:lnTo>
                    <a:pt x="114754" y="45901"/>
                  </a:lnTo>
                  <a:lnTo>
                    <a:pt x="119672" y="42623"/>
                  </a:lnTo>
                  <a:lnTo>
                    <a:pt x="122950" y="42623"/>
                  </a:lnTo>
                  <a:lnTo>
                    <a:pt x="126229" y="40983"/>
                  </a:lnTo>
                  <a:lnTo>
                    <a:pt x="127869" y="42623"/>
                  </a:lnTo>
                  <a:lnTo>
                    <a:pt x="132786" y="40983"/>
                  </a:lnTo>
                  <a:lnTo>
                    <a:pt x="132786" y="37705"/>
                  </a:lnTo>
                  <a:lnTo>
                    <a:pt x="131147" y="34426"/>
                  </a:lnTo>
                  <a:lnTo>
                    <a:pt x="127869" y="34426"/>
                  </a:lnTo>
                  <a:lnTo>
                    <a:pt x="126229" y="29508"/>
                  </a:lnTo>
                  <a:lnTo>
                    <a:pt x="126229" y="26229"/>
                  </a:lnTo>
                  <a:lnTo>
                    <a:pt x="124590" y="22951"/>
                  </a:lnTo>
                  <a:lnTo>
                    <a:pt x="124590" y="18033"/>
                  </a:lnTo>
                  <a:lnTo>
                    <a:pt x="126229" y="14754"/>
                  </a:lnTo>
                  <a:lnTo>
                    <a:pt x="124590" y="13115"/>
                  </a:lnTo>
                  <a:lnTo>
                    <a:pt x="124590" y="8197"/>
                  </a:lnTo>
                  <a:lnTo>
                    <a:pt x="124590" y="4918"/>
                  </a:lnTo>
                  <a:lnTo>
                    <a:pt x="124590" y="3279"/>
                  </a:lnTo>
                  <a:lnTo>
                    <a:pt x="127869" y="0"/>
                  </a:lnTo>
                  <a:lnTo>
                    <a:pt x="129508" y="0"/>
                  </a:lnTo>
                  <a:lnTo>
                    <a:pt x="132786" y="3279"/>
                  </a:lnTo>
                  <a:lnTo>
                    <a:pt x="132786" y="4918"/>
                  </a:lnTo>
                  <a:lnTo>
                    <a:pt x="132786" y="8197"/>
                  </a:lnTo>
                  <a:lnTo>
                    <a:pt x="132786" y="8197"/>
                  </a:lnTo>
                  <a:lnTo>
                    <a:pt x="134426" y="9836"/>
                  </a:lnTo>
                  <a:lnTo>
                    <a:pt x="134426" y="11475"/>
                  </a:lnTo>
                  <a:lnTo>
                    <a:pt x="137704" y="8197"/>
                  </a:lnTo>
                  <a:lnTo>
                    <a:pt x="137704" y="8197"/>
                  </a:lnTo>
                  <a:lnTo>
                    <a:pt x="137704" y="6557"/>
                  </a:lnTo>
                  <a:lnTo>
                    <a:pt x="140983" y="4918"/>
                  </a:lnTo>
                  <a:lnTo>
                    <a:pt x="144262" y="1639"/>
                  </a:lnTo>
                  <a:lnTo>
                    <a:pt x="144262" y="0"/>
                  </a:lnTo>
                  <a:lnTo>
                    <a:pt x="144262" y="0"/>
                  </a:lnTo>
                  <a:lnTo>
                    <a:pt x="144262" y="0"/>
                  </a:lnTo>
                  <a:lnTo>
                    <a:pt x="145901" y="3279"/>
                  </a:lnTo>
                  <a:lnTo>
                    <a:pt x="147540" y="6557"/>
                  </a:lnTo>
                  <a:lnTo>
                    <a:pt x="149180" y="11475"/>
                  </a:lnTo>
                  <a:lnTo>
                    <a:pt x="150819" y="14754"/>
                  </a:lnTo>
                  <a:lnTo>
                    <a:pt x="154098" y="18033"/>
                  </a:lnTo>
                  <a:lnTo>
                    <a:pt x="155737" y="22951"/>
                  </a:lnTo>
                  <a:lnTo>
                    <a:pt x="159016" y="26229"/>
                  </a:lnTo>
                  <a:lnTo>
                    <a:pt x="162294" y="29508"/>
                  </a:lnTo>
                  <a:lnTo>
                    <a:pt x="163934" y="32787"/>
                  </a:lnTo>
                  <a:lnTo>
                    <a:pt x="167213" y="36065"/>
                  </a:lnTo>
                  <a:lnTo>
                    <a:pt x="170491" y="40983"/>
                  </a:lnTo>
                  <a:lnTo>
                    <a:pt x="175409" y="44262"/>
                  </a:lnTo>
                  <a:lnTo>
                    <a:pt x="178688" y="45901"/>
                  </a:lnTo>
                  <a:lnTo>
                    <a:pt x="181966" y="47541"/>
                  </a:lnTo>
                  <a:lnTo>
                    <a:pt x="186884" y="49180"/>
                  </a:lnTo>
                  <a:lnTo>
                    <a:pt x="190163" y="50820"/>
                  </a:lnTo>
                  <a:lnTo>
                    <a:pt x="193442" y="52459"/>
                  </a:lnTo>
                  <a:lnTo>
                    <a:pt x="198360" y="52459"/>
                  </a:lnTo>
                  <a:lnTo>
                    <a:pt x="201639" y="52459"/>
                  </a:lnTo>
                  <a:lnTo>
                    <a:pt x="204917" y="55738"/>
                  </a:lnTo>
                  <a:lnTo>
                    <a:pt x="208196" y="55738"/>
                  </a:lnTo>
                  <a:lnTo>
                    <a:pt x="213114" y="55738"/>
                  </a:lnTo>
                  <a:lnTo>
                    <a:pt x="216393" y="55738"/>
                  </a:lnTo>
                  <a:lnTo>
                    <a:pt x="219671" y="59016"/>
                  </a:lnTo>
                  <a:lnTo>
                    <a:pt x="222950" y="60655"/>
                  </a:lnTo>
                  <a:lnTo>
                    <a:pt x="226229" y="60655"/>
                  </a:lnTo>
                  <a:lnTo>
                    <a:pt x="229507" y="59016"/>
                  </a:lnTo>
                  <a:lnTo>
                    <a:pt x="234425" y="59016"/>
                  </a:lnTo>
                  <a:lnTo>
                    <a:pt x="237704" y="63934"/>
                  </a:lnTo>
                  <a:lnTo>
                    <a:pt x="240983" y="67213"/>
                  </a:lnTo>
                  <a:lnTo>
                    <a:pt x="244261" y="70492"/>
                  </a:lnTo>
                  <a:lnTo>
                    <a:pt x="247540" y="73770"/>
                  </a:lnTo>
                  <a:lnTo>
                    <a:pt x="249179" y="78688"/>
                  </a:lnTo>
                  <a:lnTo>
                    <a:pt x="250819" y="81967"/>
                  </a:lnTo>
                  <a:lnTo>
                    <a:pt x="254097" y="85245"/>
                  </a:lnTo>
                  <a:lnTo>
                    <a:pt x="257376" y="88524"/>
                  </a:lnTo>
                  <a:lnTo>
                    <a:pt x="260654" y="91803"/>
                  </a:lnTo>
                  <a:lnTo>
                    <a:pt x="262294" y="96721"/>
                  </a:lnTo>
                  <a:lnTo>
                    <a:pt x="265573" y="100000"/>
                  </a:lnTo>
                  <a:lnTo>
                    <a:pt x="268851" y="103278"/>
                  </a:lnTo>
                  <a:lnTo>
                    <a:pt x="272130" y="106557"/>
                  </a:lnTo>
                  <a:lnTo>
                    <a:pt x="275409" y="106557"/>
                  </a:lnTo>
                  <a:lnTo>
                    <a:pt x="278687" y="108196"/>
                  </a:lnTo>
                  <a:lnTo>
                    <a:pt x="283606" y="108196"/>
                  </a:lnTo>
                  <a:lnTo>
                    <a:pt x="283606" y="109836"/>
                  </a:lnTo>
                  <a:lnTo>
                    <a:pt x="283606" y="113114"/>
                  </a:lnTo>
                  <a:lnTo>
                    <a:pt x="283606" y="116393"/>
                  </a:lnTo>
                  <a:lnTo>
                    <a:pt x="283606" y="121311"/>
                  </a:lnTo>
                  <a:lnTo>
                    <a:pt x="283606" y="122950"/>
                  </a:lnTo>
                  <a:lnTo>
                    <a:pt x="281966" y="126229"/>
                  </a:lnTo>
                  <a:lnTo>
                    <a:pt x="280327" y="129508"/>
                  </a:lnTo>
                  <a:lnTo>
                    <a:pt x="278687" y="132786"/>
                  </a:lnTo>
                  <a:lnTo>
                    <a:pt x="277048" y="137704"/>
                  </a:lnTo>
                  <a:lnTo>
                    <a:pt x="273769" y="140983"/>
                  </a:lnTo>
                  <a:lnTo>
                    <a:pt x="273769" y="145901"/>
                  </a:lnTo>
                  <a:lnTo>
                    <a:pt x="272130" y="149180"/>
                  </a:lnTo>
                  <a:lnTo>
                    <a:pt x="270491" y="152458"/>
                  </a:lnTo>
                  <a:lnTo>
                    <a:pt x="268851" y="155737"/>
                  </a:lnTo>
                  <a:lnTo>
                    <a:pt x="265573" y="159016"/>
                  </a:lnTo>
                  <a:lnTo>
                    <a:pt x="260654" y="160655"/>
                  </a:lnTo>
                  <a:lnTo>
                    <a:pt x="257376" y="165573"/>
                  </a:lnTo>
                  <a:lnTo>
                    <a:pt x="254097" y="168852"/>
                  </a:lnTo>
                  <a:lnTo>
                    <a:pt x="252458" y="172130"/>
                  </a:lnTo>
                  <a:lnTo>
                    <a:pt x="250819" y="177048"/>
                  </a:lnTo>
                  <a:lnTo>
                    <a:pt x="249179" y="180327"/>
                  </a:lnTo>
                  <a:lnTo>
                    <a:pt x="245901" y="183606"/>
                  </a:lnTo>
                  <a:lnTo>
                    <a:pt x="245901" y="186885"/>
                  </a:lnTo>
                  <a:lnTo>
                    <a:pt x="242622" y="191802"/>
                  </a:lnTo>
                  <a:lnTo>
                    <a:pt x="242622" y="195081"/>
                  </a:lnTo>
                  <a:lnTo>
                    <a:pt x="240983" y="198360"/>
                  </a:lnTo>
                  <a:lnTo>
                    <a:pt x="239343" y="203278"/>
                  </a:lnTo>
                  <a:lnTo>
                    <a:pt x="237704" y="203278"/>
                  </a:lnTo>
                  <a:lnTo>
                    <a:pt x="234425" y="203278"/>
                  </a:lnTo>
                  <a:lnTo>
                    <a:pt x="231147" y="201638"/>
                  </a:lnTo>
                  <a:lnTo>
                    <a:pt x="231147" y="196720"/>
                  </a:lnTo>
                  <a:lnTo>
                    <a:pt x="227868" y="193442"/>
                  </a:lnTo>
                  <a:lnTo>
                    <a:pt x="224589" y="195081"/>
                  </a:lnTo>
                  <a:lnTo>
                    <a:pt x="224589" y="199999"/>
                  </a:lnTo>
                  <a:lnTo>
                    <a:pt x="219671" y="201638"/>
                  </a:lnTo>
                  <a:lnTo>
                    <a:pt x="219671" y="206557"/>
                  </a:lnTo>
                  <a:lnTo>
                    <a:pt x="216393" y="208196"/>
                  </a:lnTo>
                  <a:lnTo>
                    <a:pt x="216393" y="211475"/>
                  </a:lnTo>
                  <a:lnTo>
                    <a:pt x="216393" y="216392"/>
                  </a:lnTo>
                  <a:lnTo>
                    <a:pt x="216393" y="219671"/>
                  </a:lnTo>
                  <a:lnTo>
                    <a:pt x="214753" y="222950"/>
                  </a:lnTo>
                  <a:lnTo>
                    <a:pt x="214753" y="226229"/>
                  </a:lnTo>
                  <a:lnTo>
                    <a:pt x="213114" y="231147"/>
                  </a:lnTo>
                  <a:lnTo>
                    <a:pt x="213114" y="234425"/>
                  </a:lnTo>
                  <a:lnTo>
                    <a:pt x="213114" y="234425"/>
                  </a:lnTo>
                  <a:lnTo>
                    <a:pt x="213114" y="237704"/>
                  </a:lnTo>
                  <a:lnTo>
                    <a:pt x="214753" y="242622"/>
                  </a:lnTo>
                  <a:lnTo>
                    <a:pt x="216393" y="245901"/>
                  </a:lnTo>
                  <a:lnTo>
                    <a:pt x="216393" y="249179"/>
                  </a:lnTo>
                  <a:lnTo>
                    <a:pt x="216393" y="252458"/>
                  </a:lnTo>
                  <a:lnTo>
                    <a:pt x="218032" y="257376"/>
                  </a:lnTo>
                  <a:lnTo>
                    <a:pt x="219671" y="260655"/>
                  </a:lnTo>
                  <a:lnTo>
                    <a:pt x="219671" y="263933"/>
                  </a:lnTo>
                  <a:lnTo>
                    <a:pt x="216393" y="267212"/>
                  </a:lnTo>
                  <a:lnTo>
                    <a:pt x="211474" y="267212"/>
                  </a:lnTo>
                  <a:lnTo>
                    <a:pt x="208196" y="265573"/>
                  </a:lnTo>
                  <a:lnTo>
                    <a:pt x="204917" y="267212"/>
                  </a:lnTo>
                  <a:lnTo>
                    <a:pt x="199999" y="267212"/>
                  </a:lnTo>
                  <a:lnTo>
                    <a:pt x="196720" y="268851"/>
                  </a:lnTo>
                  <a:lnTo>
                    <a:pt x="193442" y="268851"/>
                  </a:lnTo>
                  <a:lnTo>
                    <a:pt x="190163" y="270491"/>
                  </a:lnTo>
                  <a:lnTo>
                    <a:pt x="185245" y="272130"/>
                  </a:lnTo>
                  <a:lnTo>
                    <a:pt x="181966" y="275409"/>
                  </a:lnTo>
                  <a:lnTo>
                    <a:pt x="180327" y="277048"/>
                  </a:lnTo>
                  <a:lnTo>
                    <a:pt x="177049" y="280327"/>
                  </a:lnTo>
                  <a:lnTo>
                    <a:pt x="175409" y="285245"/>
                  </a:lnTo>
                  <a:lnTo>
                    <a:pt x="177049" y="288523"/>
                  </a:lnTo>
                  <a:lnTo>
                    <a:pt x="175409" y="291802"/>
                  </a:lnTo>
                  <a:lnTo>
                    <a:pt x="175409" y="295081"/>
                  </a:lnTo>
                  <a:lnTo>
                    <a:pt x="173770" y="299999"/>
                  </a:lnTo>
                  <a:lnTo>
                    <a:pt x="172130" y="303277"/>
                  </a:lnTo>
                  <a:lnTo>
                    <a:pt x="168852" y="306556"/>
                  </a:lnTo>
                  <a:lnTo>
                    <a:pt x="165573" y="311474"/>
                  </a:lnTo>
                  <a:lnTo>
                    <a:pt x="162294" y="309835"/>
                  </a:lnTo>
                  <a:lnTo>
                    <a:pt x="157376" y="311474"/>
                  </a:lnTo>
                  <a:lnTo>
                    <a:pt x="157376" y="311474"/>
                  </a:lnTo>
                  <a:lnTo>
                    <a:pt x="154098" y="311474"/>
                  </a:lnTo>
                  <a:lnTo>
                    <a:pt x="149180" y="313113"/>
                  </a:lnTo>
                  <a:lnTo>
                    <a:pt x="145901" y="313113"/>
                  </a:lnTo>
                  <a:lnTo>
                    <a:pt x="142623" y="313113"/>
                  </a:lnTo>
                  <a:lnTo>
                    <a:pt x="137704" y="313113"/>
                  </a:lnTo>
                  <a:lnTo>
                    <a:pt x="134426" y="314753"/>
                  </a:lnTo>
                  <a:lnTo>
                    <a:pt x="131147" y="318031"/>
                  </a:lnTo>
                  <a:lnTo>
                    <a:pt x="129508" y="322949"/>
                  </a:lnTo>
                  <a:lnTo>
                    <a:pt x="126229" y="326228"/>
                  </a:lnTo>
                  <a:lnTo>
                    <a:pt x="124590" y="329507"/>
                  </a:lnTo>
                  <a:lnTo>
                    <a:pt x="127869" y="332785"/>
                  </a:lnTo>
                  <a:lnTo>
                    <a:pt x="127869" y="337703"/>
                  </a:lnTo>
                  <a:lnTo>
                    <a:pt x="126229" y="340982"/>
                  </a:lnTo>
                  <a:lnTo>
                    <a:pt x="124590" y="344261"/>
                  </a:lnTo>
                  <a:lnTo>
                    <a:pt x="122950" y="349179"/>
                  </a:lnTo>
                  <a:lnTo>
                    <a:pt x="118032" y="352457"/>
                  </a:lnTo>
                  <a:lnTo>
                    <a:pt x="114754" y="352457"/>
                  </a:lnTo>
                  <a:lnTo>
                    <a:pt x="111475" y="354097"/>
                  </a:lnTo>
                  <a:lnTo>
                    <a:pt x="106557" y="354097"/>
                  </a:lnTo>
                  <a:lnTo>
                    <a:pt x="103279" y="350818"/>
                  </a:lnTo>
                  <a:lnTo>
                    <a:pt x="100000" y="350818"/>
                  </a:lnTo>
                  <a:lnTo>
                    <a:pt x="95082" y="350818"/>
                  </a:lnTo>
                  <a:lnTo>
                    <a:pt x="91803" y="350818"/>
                  </a:lnTo>
                  <a:lnTo>
                    <a:pt x="88524" y="350818"/>
                  </a:lnTo>
                  <a:lnTo>
                    <a:pt x="85246" y="352457"/>
                  </a:lnTo>
                  <a:lnTo>
                    <a:pt x="81967" y="352457"/>
                  </a:lnTo>
                  <a:lnTo>
                    <a:pt x="78688" y="355736"/>
                  </a:lnTo>
                  <a:lnTo>
                    <a:pt x="75410" y="357375"/>
                  </a:lnTo>
                  <a:lnTo>
                    <a:pt x="72131" y="359015"/>
                  </a:lnTo>
                  <a:lnTo>
                    <a:pt x="68852" y="360654"/>
                  </a:lnTo>
                  <a:lnTo>
                    <a:pt x="63934" y="363933"/>
                  </a:lnTo>
                  <a:lnTo>
                    <a:pt x="60656" y="362294"/>
                  </a:lnTo>
                  <a:lnTo>
                    <a:pt x="57377" y="363933"/>
                  </a:lnTo>
                  <a:lnTo>
                    <a:pt x="54098" y="365572"/>
                  </a:lnTo>
                  <a:lnTo>
                    <a:pt x="49180" y="365572"/>
                  </a:lnTo>
                  <a:lnTo>
                    <a:pt x="47541" y="365572"/>
                  </a:lnTo>
                  <a:lnTo>
                    <a:pt x="34426" y="339343"/>
                  </a:lnTo>
                  <a:lnTo>
                    <a:pt x="31147" y="339343"/>
                  </a:lnTo>
                  <a:lnTo>
                    <a:pt x="31147" y="339343"/>
                  </a:lnTo>
                  <a:lnTo>
                    <a:pt x="32787" y="337703"/>
                  </a:lnTo>
                  <a:lnTo>
                    <a:pt x="0" y="265573"/>
                  </a:lnTo>
                  <a:lnTo>
                    <a:pt x="0" y="2639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20" name="Freeform 3319">
              <a:extLst>
                <a:ext uri="{FF2B5EF4-FFF2-40B4-BE49-F238E27FC236}">
                  <a16:creationId xmlns:a16="http://schemas.microsoft.com/office/drawing/2014/main" id="{89EDF996-2090-E046-A032-86A408490711}"/>
                </a:ext>
              </a:extLst>
            </p:cNvPr>
            <p:cNvSpPr/>
            <p:nvPr/>
          </p:nvSpPr>
          <p:spPr>
            <a:xfrm>
              <a:off x="2197657" y="3757521"/>
              <a:ext cx="3278" cy="3278"/>
            </a:xfrm>
            <a:custGeom>
              <a:avLst/>
              <a:gdLst>
                <a:gd name="connsiteX0" fmla="*/ 0 w 3278"/>
                <a:gd name="connsiteY0" fmla="*/ 0 h 3278"/>
                <a:gd name="connsiteX1" fmla="*/ 0 w 3278"/>
                <a:gd name="connsiteY1" fmla="*/ 3278 h 3278"/>
                <a:gd name="connsiteX2" fmla="*/ 1639 w 3278"/>
                <a:gd name="connsiteY2" fmla="*/ 1639 h 3278"/>
                <a:gd name="connsiteX3" fmla="*/ 3279 w 3278"/>
                <a:gd name="connsiteY3" fmla="*/ 0 h 3278"/>
                <a:gd name="connsiteX4" fmla="*/ 1639 w 3278"/>
                <a:gd name="connsiteY4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3278">
                  <a:moveTo>
                    <a:pt x="0" y="0"/>
                  </a:moveTo>
                  <a:lnTo>
                    <a:pt x="0" y="3278"/>
                  </a:lnTo>
                  <a:lnTo>
                    <a:pt x="1639" y="1639"/>
                  </a:lnTo>
                  <a:lnTo>
                    <a:pt x="3279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21" name="Freeform 3320">
              <a:extLst>
                <a:ext uri="{FF2B5EF4-FFF2-40B4-BE49-F238E27FC236}">
                  <a16:creationId xmlns:a16="http://schemas.microsoft.com/office/drawing/2014/main" id="{B880D410-B3B1-084E-8DBB-F4120F830CF8}"/>
                </a:ext>
              </a:extLst>
            </p:cNvPr>
            <p:cNvSpPr/>
            <p:nvPr/>
          </p:nvSpPr>
          <p:spPr>
            <a:xfrm>
              <a:off x="2215689" y="3785390"/>
              <a:ext cx="8196" cy="13114"/>
            </a:xfrm>
            <a:custGeom>
              <a:avLst/>
              <a:gdLst>
                <a:gd name="connsiteX0" fmla="*/ 6557 w 8196"/>
                <a:gd name="connsiteY0" fmla="*/ 0 h 13114"/>
                <a:gd name="connsiteX1" fmla="*/ 3279 w 8196"/>
                <a:gd name="connsiteY1" fmla="*/ 1639 h 13114"/>
                <a:gd name="connsiteX2" fmla="*/ 0 w 8196"/>
                <a:gd name="connsiteY2" fmla="*/ 4918 h 13114"/>
                <a:gd name="connsiteX3" fmla="*/ 1639 w 8196"/>
                <a:gd name="connsiteY3" fmla="*/ 8197 h 13114"/>
                <a:gd name="connsiteX4" fmla="*/ 4918 w 8196"/>
                <a:gd name="connsiteY4" fmla="*/ 13115 h 13114"/>
                <a:gd name="connsiteX5" fmla="*/ 8197 w 8196"/>
                <a:gd name="connsiteY5" fmla="*/ 11476 h 13114"/>
                <a:gd name="connsiteX6" fmla="*/ 6557 w 8196"/>
                <a:gd name="connsiteY6" fmla="*/ 6557 h 13114"/>
                <a:gd name="connsiteX7" fmla="*/ 6557 w 8196"/>
                <a:gd name="connsiteY7" fmla="*/ 3279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96" h="13114">
                  <a:moveTo>
                    <a:pt x="6557" y="0"/>
                  </a:moveTo>
                  <a:lnTo>
                    <a:pt x="3279" y="1639"/>
                  </a:lnTo>
                  <a:lnTo>
                    <a:pt x="0" y="4918"/>
                  </a:lnTo>
                  <a:lnTo>
                    <a:pt x="1639" y="8197"/>
                  </a:lnTo>
                  <a:lnTo>
                    <a:pt x="4918" y="13115"/>
                  </a:lnTo>
                  <a:lnTo>
                    <a:pt x="8197" y="11476"/>
                  </a:lnTo>
                  <a:lnTo>
                    <a:pt x="6557" y="6557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22" name="Freeform 3321">
              <a:extLst>
                <a:ext uri="{FF2B5EF4-FFF2-40B4-BE49-F238E27FC236}">
                  <a16:creationId xmlns:a16="http://schemas.microsoft.com/office/drawing/2014/main" id="{490B4264-F55B-2C45-8BF6-6B19C843999D}"/>
                </a:ext>
              </a:extLst>
            </p:cNvPr>
            <p:cNvSpPr/>
            <p:nvPr/>
          </p:nvSpPr>
          <p:spPr>
            <a:xfrm>
              <a:off x="2240280" y="3788669"/>
              <a:ext cx="8196" cy="3278"/>
            </a:xfrm>
            <a:custGeom>
              <a:avLst/>
              <a:gdLst>
                <a:gd name="connsiteX0" fmla="*/ 0 w 8196"/>
                <a:gd name="connsiteY0" fmla="*/ 3278 h 3278"/>
                <a:gd name="connsiteX1" fmla="*/ 3279 w 8196"/>
                <a:gd name="connsiteY1" fmla="*/ 1639 h 3278"/>
                <a:gd name="connsiteX2" fmla="*/ 8197 w 8196"/>
                <a:gd name="connsiteY2" fmla="*/ 0 h 3278"/>
                <a:gd name="connsiteX3" fmla="*/ 3279 w 8196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0" y="3278"/>
                  </a:moveTo>
                  <a:lnTo>
                    <a:pt x="3279" y="1639"/>
                  </a:lnTo>
                  <a:lnTo>
                    <a:pt x="819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23" name="Freeform 3322">
              <a:extLst>
                <a:ext uri="{FF2B5EF4-FFF2-40B4-BE49-F238E27FC236}">
                  <a16:creationId xmlns:a16="http://schemas.microsoft.com/office/drawing/2014/main" id="{1A726289-7856-F14A-A4F0-70586E5B7EC8}"/>
                </a:ext>
              </a:extLst>
            </p:cNvPr>
            <p:cNvSpPr/>
            <p:nvPr/>
          </p:nvSpPr>
          <p:spPr>
            <a:xfrm>
              <a:off x="2284542" y="4231290"/>
              <a:ext cx="3278" cy="8196"/>
            </a:xfrm>
            <a:custGeom>
              <a:avLst/>
              <a:gdLst>
                <a:gd name="connsiteX0" fmla="*/ 1639 w 3278"/>
                <a:gd name="connsiteY0" fmla="*/ 8197 h 8196"/>
                <a:gd name="connsiteX1" fmla="*/ 1639 w 3278"/>
                <a:gd name="connsiteY1" fmla="*/ 8197 h 8196"/>
                <a:gd name="connsiteX2" fmla="*/ 3279 w 3278"/>
                <a:gd name="connsiteY2" fmla="*/ 3278 h 8196"/>
                <a:gd name="connsiteX3" fmla="*/ 1639 w 3278"/>
                <a:gd name="connsiteY3" fmla="*/ 0 h 8196"/>
                <a:gd name="connsiteX4" fmla="*/ 0 w 3278"/>
                <a:gd name="connsiteY4" fmla="*/ 327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8196">
                  <a:moveTo>
                    <a:pt x="1639" y="8197"/>
                  </a:moveTo>
                  <a:lnTo>
                    <a:pt x="1639" y="8197"/>
                  </a:lnTo>
                  <a:lnTo>
                    <a:pt x="3279" y="3278"/>
                  </a:lnTo>
                  <a:lnTo>
                    <a:pt x="1639" y="0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24" name="Freeform 3323">
              <a:extLst>
                <a:ext uri="{FF2B5EF4-FFF2-40B4-BE49-F238E27FC236}">
                  <a16:creationId xmlns:a16="http://schemas.microsoft.com/office/drawing/2014/main" id="{EECE4C86-F3AF-5644-A5E0-BF593D7CA151}"/>
                </a:ext>
              </a:extLst>
            </p:cNvPr>
            <p:cNvSpPr/>
            <p:nvPr/>
          </p:nvSpPr>
          <p:spPr>
            <a:xfrm>
              <a:off x="2286181" y="4229650"/>
              <a:ext cx="1639" cy="3278"/>
            </a:xfrm>
            <a:custGeom>
              <a:avLst/>
              <a:gdLst>
                <a:gd name="connsiteX0" fmla="*/ 1639 w 1639"/>
                <a:gd name="connsiteY0" fmla="*/ 3279 h 3278"/>
                <a:gd name="connsiteX1" fmla="*/ 1639 w 1639"/>
                <a:gd name="connsiteY1" fmla="*/ 3279 h 3278"/>
                <a:gd name="connsiteX2" fmla="*/ 0 w 1639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1639" y="3279"/>
                  </a:moveTo>
                  <a:lnTo>
                    <a:pt x="1639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25" name="Freeform 3324">
              <a:extLst>
                <a:ext uri="{FF2B5EF4-FFF2-40B4-BE49-F238E27FC236}">
                  <a16:creationId xmlns:a16="http://schemas.microsoft.com/office/drawing/2014/main" id="{A5A698DF-DA0B-764B-BB00-FF9BB9190DE8}"/>
                </a:ext>
              </a:extLst>
            </p:cNvPr>
            <p:cNvSpPr/>
            <p:nvPr/>
          </p:nvSpPr>
          <p:spPr>
            <a:xfrm>
              <a:off x="2330443" y="3749325"/>
              <a:ext cx="4918" cy="6557"/>
            </a:xfrm>
            <a:custGeom>
              <a:avLst/>
              <a:gdLst>
                <a:gd name="connsiteX0" fmla="*/ 3279 w 4918"/>
                <a:gd name="connsiteY0" fmla="*/ 0 h 6557"/>
                <a:gd name="connsiteX1" fmla="*/ 1639 w 4918"/>
                <a:gd name="connsiteY1" fmla="*/ 0 h 6557"/>
                <a:gd name="connsiteX2" fmla="*/ 0 w 4918"/>
                <a:gd name="connsiteY2" fmla="*/ 3278 h 6557"/>
                <a:gd name="connsiteX3" fmla="*/ 0 w 4918"/>
                <a:gd name="connsiteY3" fmla="*/ 6557 h 6557"/>
                <a:gd name="connsiteX4" fmla="*/ 4918 w 4918"/>
                <a:gd name="connsiteY4" fmla="*/ 6557 h 6557"/>
                <a:gd name="connsiteX5" fmla="*/ 4918 w 4918"/>
                <a:gd name="connsiteY5" fmla="*/ 327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8" h="6557">
                  <a:moveTo>
                    <a:pt x="3279" y="0"/>
                  </a:moveTo>
                  <a:lnTo>
                    <a:pt x="1639" y="0"/>
                  </a:lnTo>
                  <a:lnTo>
                    <a:pt x="0" y="3278"/>
                  </a:lnTo>
                  <a:lnTo>
                    <a:pt x="0" y="6557"/>
                  </a:lnTo>
                  <a:lnTo>
                    <a:pt x="4918" y="6557"/>
                  </a:lnTo>
                  <a:lnTo>
                    <a:pt x="4918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26" name="Freeform 3325">
              <a:extLst>
                <a:ext uri="{FF2B5EF4-FFF2-40B4-BE49-F238E27FC236}">
                  <a16:creationId xmlns:a16="http://schemas.microsoft.com/office/drawing/2014/main" id="{1F5B27D6-6076-BF4C-97CF-C0AF86876F4E}"/>
                </a:ext>
              </a:extLst>
            </p:cNvPr>
            <p:cNvSpPr/>
            <p:nvPr/>
          </p:nvSpPr>
          <p:spPr>
            <a:xfrm>
              <a:off x="1138645" y="1887038"/>
              <a:ext cx="104917" cy="109835"/>
            </a:xfrm>
            <a:custGeom>
              <a:avLst/>
              <a:gdLst>
                <a:gd name="connsiteX0" fmla="*/ 18033 w 104917"/>
                <a:gd name="connsiteY0" fmla="*/ 37705 h 109835"/>
                <a:gd name="connsiteX1" fmla="*/ 16393 w 104917"/>
                <a:gd name="connsiteY1" fmla="*/ 40983 h 109835"/>
                <a:gd name="connsiteX2" fmla="*/ 19672 w 104917"/>
                <a:gd name="connsiteY2" fmla="*/ 44262 h 109835"/>
                <a:gd name="connsiteX3" fmla="*/ 22951 w 104917"/>
                <a:gd name="connsiteY3" fmla="*/ 42623 h 109835"/>
                <a:gd name="connsiteX4" fmla="*/ 26229 w 104917"/>
                <a:gd name="connsiteY4" fmla="*/ 39344 h 109835"/>
                <a:gd name="connsiteX5" fmla="*/ 24590 w 104917"/>
                <a:gd name="connsiteY5" fmla="*/ 42623 h 109835"/>
                <a:gd name="connsiteX6" fmla="*/ 29508 w 104917"/>
                <a:gd name="connsiteY6" fmla="*/ 40983 h 109835"/>
                <a:gd name="connsiteX7" fmla="*/ 32787 w 104917"/>
                <a:gd name="connsiteY7" fmla="*/ 42623 h 109835"/>
                <a:gd name="connsiteX8" fmla="*/ 31147 w 104917"/>
                <a:gd name="connsiteY8" fmla="*/ 45901 h 109835"/>
                <a:gd name="connsiteX9" fmla="*/ 29508 w 104917"/>
                <a:gd name="connsiteY9" fmla="*/ 49180 h 109835"/>
                <a:gd name="connsiteX10" fmla="*/ 32787 w 104917"/>
                <a:gd name="connsiteY10" fmla="*/ 49180 h 109835"/>
                <a:gd name="connsiteX11" fmla="*/ 32787 w 104917"/>
                <a:gd name="connsiteY11" fmla="*/ 49180 h 109835"/>
                <a:gd name="connsiteX12" fmla="*/ 37705 w 104917"/>
                <a:gd name="connsiteY12" fmla="*/ 52459 h 109835"/>
                <a:gd name="connsiteX13" fmla="*/ 40983 w 104917"/>
                <a:gd name="connsiteY13" fmla="*/ 50819 h 109835"/>
                <a:gd name="connsiteX14" fmla="*/ 44262 w 104917"/>
                <a:gd name="connsiteY14" fmla="*/ 50819 h 109835"/>
                <a:gd name="connsiteX15" fmla="*/ 40983 w 104917"/>
                <a:gd name="connsiteY15" fmla="*/ 52459 h 109835"/>
                <a:gd name="connsiteX16" fmla="*/ 37705 w 104917"/>
                <a:gd name="connsiteY16" fmla="*/ 52459 h 109835"/>
                <a:gd name="connsiteX17" fmla="*/ 32787 w 104917"/>
                <a:gd name="connsiteY17" fmla="*/ 52459 h 109835"/>
                <a:gd name="connsiteX18" fmla="*/ 29508 w 104917"/>
                <a:gd name="connsiteY18" fmla="*/ 54098 h 109835"/>
                <a:gd name="connsiteX19" fmla="*/ 26229 w 104917"/>
                <a:gd name="connsiteY19" fmla="*/ 55737 h 109835"/>
                <a:gd name="connsiteX20" fmla="*/ 22951 w 104917"/>
                <a:gd name="connsiteY20" fmla="*/ 59016 h 109835"/>
                <a:gd name="connsiteX21" fmla="*/ 21311 w 104917"/>
                <a:gd name="connsiteY21" fmla="*/ 62295 h 109835"/>
                <a:gd name="connsiteX22" fmla="*/ 24590 w 104917"/>
                <a:gd name="connsiteY22" fmla="*/ 62295 h 109835"/>
                <a:gd name="connsiteX23" fmla="*/ 27869 w 104917"/>
                <a:gd name="connsiteY23" fmla="*/ 63934 h 109835"/>
                <a:gd name="connsiteX24" fmla="*/ 31147 w 104917"/>
                <a:gd name="connsiteY24" fmla="*/ 62295 h 109835"/>
                <a:gd name="connsiteX25" fmla="*/ 36065 w 104917"/>
                <a:gd name="connsiteY25" fmla="*/ 62295 h 109835"/>
                <a:gd name="connsiteX26" fmla="*/ 39344 w 104917"/>
                <a:gd name="connsiteY26" fmla="*/ 60655 h 109835"/>
                <a:gd name="connsiteX27" fmla="*/ 36065 w 104917"/>
                <a:gd name="connsiteY27" fmla="*/ 65573 h 109835"/>
                <a:gd name="connsiteX28" fmla="*/ 39344 w 104917"/>
                <a:gd name="connsiteY28" fmla="*/ 65573 h 109835"/>
                <a:gd name="connsiteX29" fmla="*/ 44262 w 104917"/>
                <a:gd name="connsiteY29" fmla="*/ 62295 h 109835"/>
                <a:gd name="connsiteX30" fmla="*/ 39344 w 104917"/>
                <a:gd name="connsiteY30" fmla="*/ 65573 h 109835"/>
                <a:gd name="connsiteX31" fmla="*/ 36065 w 104917"/>
                <a:gd name="connsiteY31" fmla="*/ 67213 h 109835"/>
                <a:gd name="connsiteX32" fmla="*/ 39344 w 104917"/>
                <a:gd name="connsiteY32" fmla="*/ 68852 h 109835"/>
                <a:gd name="connsiteX33" fmla="*/ 44262 w 104917"/>
                <a:gd name="connsiteY33" fmla="*/ 65573 h 109835"/>
                <a:gd name="connsiteX34" fmla="*/ 42623 w 104917"/>
                <a:gd name="connsiteY34" fmla="*/ 70491 h 109835"/>
                <a:gd name="connsiteX35" fmla="*/ 47541 w 104917"/>
                <a:gd name="connsiteY35" fmla="*/ 70491 h 109835"/>
                <a:gd name="connsiteX36" fmla="*/ 42623 w 104917"/>
                <a:gd name="connsiteY36" fmla="*/ 73770 h 109835"/>
                <a:gd name="connsiteX37" fmla="*/ 39344 w 104917"/>
                <a:gd name="connsiteY37" fmla="*/ 75409 h 109835"/>
                <a:gd name="connsiteX38" fmla="*/ 34426 w 104917"/>
                <a:gd name="connsiteY38" fmla="*/ 75409 h 109835"/>
                <a:gd name="connsiteX39" fmla="*/ 37705 w 104917"/>
                <a:gd name="connsiteY39" fmla="*/ 78688 h 109835"/>
                <a:gd name="connsiteX40" fmla="*/ 40983 w 104917"/>
                <a:gd name="connsiteY40" fmla="*/ 83606 h 109835"/>
                <a:gd name="connsiteX41" fmla="*/ 44262 w 104917"/>
                <a:gd name="connsiteY41" fmla="*/ 81967 h 109835"/>
                <a:gd name="connsiteX42" fmla="*/ 49180 w 104917"/>
                <a:gd name="connsiteY42" fmla="*/ 80327 h 109835"/>
                <a:gd name="connsiteX43" fmla="*/ 52459 w 104917"/>
                <a:gd name="connsiteY43" fmla="*/ 78688 h 109835"/>
                <a:gd name="connsiteX44" fmla="*/ 49180 w 104917"/>
                <a:gd name="connsiteY44" fmla="*/ 81967 h 109835"/>
                <a:gd name="connsiteX45" fmla="*/ 52459 w 104917"/>
                <a:gd name="connsiteY45" fmla="*/ 81967 h 109835"/>
                <a:gd name="connsiteX46" fmla="*/ 57377 w 104917"/>
                <a:gd name="connsiteY46" fmla="*/ 80327 h 109835"/>
                <a:gd name="connsiteX47" fmla="*/ 60656 w 104917"/>
                <a:gd name="connsiteY47" fmla="*/ 80327 h 109835"/>
                <a:gd name="connsiteX48" fmla="*/ 63934 w 104917"/>
                <a:gd name="connsiteY48" fmla="*/ 80327 h 109835"/>
                <a:gd name="connsiteX49" fmla="*/ 67213 w 104917"/>
                <a:gd name="connsiteY49" fmla="*/ 77049 h 109835"/>
                <a:gd name="connsiteX50" fmla="*/ 72131 w 104917"/>
                <a:gd name="connsiteY50" fmla="*/ 73770 h 109835"/>
                <a:gd name="connsiteX51" fmla="*/ 73770 w 104917"/>
                <a:gd name="connsiteY51" fmla="*/ 70491 h 109835"/>
                <a:gd name="connsiteX52" fmla="*/ 73770 w 104917"/>
                <a:gd name="connsiteY52" fmla="*/ 73770 h 109835"/>
                <a:gd name="connsiteX53" fmla="*/ 68852 w 104917"/>
                <a:gd name="connsiteY53" fmla="*/ 77049 h 109835"/>
                <a:gd name="connsiteX54" fmla="*/ 65573 w 104917"/>
                <a:gd name="connsiteY54" fmla="*/ 80327 h 109835"/>
                <a:gd name="connsiteX55" fmla="*/ 62295 w 104917"/>
                <a:gd name="connsiteY55" fmla="*/ 81967 h 109835"/>
                <a:gd name="connsiteX56" fmla="*/ 57377 w 104917"/>
                <a:gd name="connsiteY56" fmla="*/ 83606 h 109835"/>
                <a:gd name="connsiteX57" fmla="*/ 54098 w 104917"/>
                <a:gd name="connsiteY57" fmla="*/ 85245 h 109835"/>
                <a:gd name="connsiteX58" fmla="*/ 50819 w 104917"/>
                <a:gd name="connsiteY58" fmla="*/ 88524 h 109835"/>
                <a:gd name="connsiteX59" fmla="*/ 49180 w 104917"/>
                <a:gd name="connsiteY59" fmla="*/ 91803 h 109835"/>
                <a:gd name="connsiteX60" fmla="*/ 52459 w 104917"/>
                <a:gd name="connsiteY60" fmla="*/ 93442 h 109835"/>
                <a:gd name="connsiteX61" fmla="*/ 57377 w 104917"/>
                <a:gd name="connsiteY61" fmla="*/ 95081 h 109835"/>
                <a:gd name="connsiteX62" fmla="*/ 60656 w 104917"/>
                <a:gd name="connsiteY62" fmla="*/ 98360 h 109835"/>
                <a:gd name="connsiteX63" fmla="*/ 63934 w 104917"/>
                <a:gd name="connsiteY63" fmla="*/ 99999 h 109835"/>
                <a:gd name="connsiteX64" fmla="*/ 67213 w 104917"/>
                <a:gd name="connsiteY64" fmla="*/ 98360 h 109835"/>
                <a:gd name="connsiteX65" fmla="*/ 70492 w 104917"/>
                <a:gd name="connsiteY65" fmla="*/ 103278 h 109835"/>
                <a:gd name="connsiteX66" fmla="*/ 73770 w 104917"/>
                <a:gd name="connsiteY66" fmla="*/ 104917 h 109835"/>
                <a:gd name="connsiteX67" fmla="*/ 77049 w 104917"/>
                <a:gd name="connsiteY67" fmla="*/ 106557 h 109835"/>
                <a:gd name="connsiteX68" fmla="*/ 80328 w 104917"/>
                <a:gd name="connsiteY68" fmla="*/ 108196 h 109835"/>
                <a:gd name="connsiteX69" fmla="*/ 85246 w 104917"/>
                <a:gd name="connsiteY69" fmla="*/ 108196 h 109835"/>
                <a:gd name="connsiteX70" fmla="*/ 88524 w 104917"/>
                <a:gd name="connsiteY70" fmla="*/ 109836 h 109835"/>
                <a:gd name="connsiteX71" fmla="*/ 91803 w 104917"/>
                <a:gd name="connsiteY71" fmla="*/ 108196 h 109835"/>
                <a:gd name="connsiteX72" fmla="*/ 96721 w 104917"/>
                <a:gd name="connsiteY72" fmla="*/ 104917 h 109835"/>
                <a:gd name="connsiteX73" fmla="*/ 100000 w 104917"/>
                <a:gd name="connsiteY73" fmla="*/ 106557 h 109835"/>
                <a:gd name="connsiteX74" fmla="*/ 103278 w 104917"/>
                <a:gd name="connsiteY74" fmla="*/ 103278 h 109835"/>
                <a:gd name="connsiteX75" fmla="*/ 103278 w 104917"/>
                <a:gd name="connsiteY75" fmla="*/ 98360 h 109835"/>
                <a:gd name="connsiteX76" fmla="*/ 104918 w 104917"/>
                <a:gd name="connsiteY76" fmla="*/ 95081 h 109835"/>
                <a:gd name="connsiteX77" fmla="*/ 101639 w 104917"/>
                <a:gd name="connsiteY77" fmla="*/ 96721 h 109835"/>
                <a:gd name="connsiteX78" fmla="*/ 98360 w 104917"/>
                <a:gd name="connsiteY78" fmla="*/ 99999 h 109835"/>
                <a:gd name="connsiteX79" fmla="*/ 100000 w 104917"/>
                <a:gd name="connsiteY79" fmla="*/ 96721 h 109835"/>
                <a:gd name="connsiteX80" fmla="*/ 100000 w 104917"/>
                <a:gd name="connsiteY80" fmla="*/ 91803 h 109835"/>
                <a:gd name="connsiteX81" fmla="*/ 103278 w 104917"/>
                <a:gd name="connsiteY81" fmla="*/ 88524 h 109835"/>
                <a:gd name="connsiteX82" fmla="*/ 103278 w 104917"/>
                <a:gd name="connsiteY82" fmla="*/ 85245 h 109835"/>
                <a:gd name="connsiteX83" fmla="*/ 100000 w 104917"/>
                <a:gd name="connsiteY83" fmla="*/ 80327 h 109835"/>
                <a:gd name="connsiteX84" fmla="*/ 104918 w 104917"/>
                <a:gd name="connsiteY84" fmla="*/ 78688 h 109835"/>
                <a:gd name="connsiteX85" fmla="*/ 104918 w 104917"/>
                <a:gd name="connsiteY85" fmla="*/ 75409 h 109835"/>
                <a:gd name="connsiteX86" fmla="*/ 103278 w 104917"/>
                <a:gd name="connsiteY86" fmla="*/ 72131 h 109835"/>
                <a:gd name="connsiteX87" fmla="*/ 98360 w 104917"/>
                <a:gd name="connsiteY87" fmla="*/ 68852 h 109835"/>
                <a:gd name="connsiteX88" fmla="*/ 95082 w 104917"/>
                <a:gd name="connsiteY88" fmla="*/ 65573 h 109835"/>
                <a:gd name="connsiteX89" fmla="*/ 91803 w 104917"/>
                <a:gd name="connsiteY89" fmla="*/ 65573 h 109835"/>
                <a:gd name="connsiteX90" fmla="*/ 86885 w 104917"/>
                <a:gd name="connsiteY90" fmla="*/ 63934 h 109835"/>
                <a:gd name="connsiteX91" fmla="*/ 83606 w 104917"/>
                <a:gd name="connsiteY91" fmla="*/ 60655 h 109835"/>
                <a:gd name="connsiteX92" fmla="*/ 81967 w 104917"/>
                <a:gd name="connsiteY92" fmla="*/ 57377 h 109835"/>
                <a:gd name="connsiteX93" fmla="*/ 83606 w 104917"/>
                <a:gd name="connsiteY93" fmla="*/ 54098 h 109835"/>
                <a:gd name="connsiteX94" fmla="*/ 86885 w 104917"/>
                <a:gd name="connsiteY94" fmla="*/ 50819 h 109835"/>
                <a:gd name="connsiteX95" fmla="*/ 85246 w 104917"/>
                <a:gd name="connsiteY95" fmla="*/ 47541 h 109835"/>
                <a:gd name="connsiteX96" fmla="*/ 83606 w 104917"/>
                <a:gd name="connsiteY96" fmla="*/ 42623 h 109835"/>
                <a:gd name="connsiteX97" fmla="*/ 83606 w 104917"/>
                <a:gd name="connsiteY97" fmla="*/ 39344 h 109835"/>
                <a:gd name="connsiteX98" fmla="*/ 85246 w 104917"/>
                <a:gd name="connsiteY98" fmla="*/ 37705 h 109835"/>
                <a:gd name="connsiteX99" fmla="*/ 85246 w 104917"/>
                <a:gd name="connsiteY99" fmla="*/ 36065 h 109835"/>
                <a:gd name="connsiteX100" fmla="*/ 85246 w 104917"/>
                <a:gd name="connsiteY100" fmla="*/ 32787 h 109835"/>
                <a:gd name="connsiteX101" fmla="*/ 85246 w 104917"/>
                <a:gd name="connsiteY101" fmla="*/ 29508 h 109835"/>
                <a:gd name="connsiteX102" fmla="*/ 86885 w 104917"/>
                <a:gd name="connsiteY102" fmla="*/ 26229 h 109835"/>
                <a:gd name="connsiteX103" fmla="*/ 83606 w 104917"/>
                <a:gd name="connsiteY103" fmla="*/ 21311 h 109835"/>
                <a:gd name="connsiteX104" fmla="*/ 80328 w 104917"/>
                <a:gd name="connsiteY104" fmla="*/ 22951 h 109835"/>
                <a:gd name="connsiteX105" fmla="*/ 77049 w 104917"/>
                <a:gd name="connsiteY105" fmla="*/ 21311 h 109835"/>
                <a:gd name="connsiteX106" fmla="*/ 72131 w 104917"/>
                <a:gd name="connsiteY106" fmla="*/ 21311 h 109835"/>
                <a:gd name="connsiteX107" fmla="*/ 68852 w 104917"/>
                <a:gd name="connsiteY107" fmla="*/ 18033 h 109835"/>
                <a:gd name="connsiteX108" fmla="*/ 65573 w 104917"/>
                <a:gd name="connsiteY108" fmla="*/ 18033 h 109835"/>
                <a:gd name="connsiteX109" fmla="*/ 60656 w 104917"/>
                <a:gd name="connsiteY109" fmla="*/ 16393 h 109835"/>
                <a:gd name="connsiteX110" fmla="*/ 57377 w 104917"/>
                <a:gd name="connsiteY110" fmla="*/ 16393 h 109835"/>
                <a:gd name="connsiteX111" fmla="*/ 54098 w 104917"/>
                <a:gd name="connsiteY111" fmla="*/ 16393 h 109835"/>
                <a:gd name="connsiteX112" fmla="*/ 50819 w 104917"/>
                <a:gd name="connsiteY112" fmla="*/ 14754 h 109835"/>
                <a:gd name="connsiteX113" fmla="*/ 45901 w 104917"/>
                <a:gd name="connsiteY113" fmla="*/ 13114 h 109835"/>
                <a:gd name="connsiteX114" fmla="*/ 42623 w 104917"/>
                <a:gd name="connsiteY114" fmla="*/ 11475 h 109835"/>
                <a:gd name="connsiteX115" fmla="*/ 39344 w 104917"/>
                <a:gd name="connsiteY115" fmla="*/ 11475 h 109835"/>
                <a:gd name="connsiteX116" fmla="*/ 34426 w 104917"/>
                <a:gd name="connsiteY116" fmla="*/ 8197 h 109835"/>
                <a:gd name="connsiteX117" fmla="*/ 32787 w 104917"/>
                <a:gd name="connsiteY117" fmla="*/ 4918 h 109835"/>
                <a:gd name="connsiteX118" fmla="*/ 27869 w 104917"/>
                <a:gd name="connsiteY118" fmla="*/ 1639 h 109835"/>
                <a:gd name="connsiteX119" fmla="*/ 24590 w 104917"/>
                <a:gd name="connsiteY119" fmla="*/ 1639 h 109835"/>
                <a:gd name="connsiteX120" fmla="*/ 21311 w 104917"/>
                <a:gd name="connsiteY120" fmla="*/ 0 h 109835"/>
                <a:gd name="connsiteX121" fmla="*/ 18033 w 104917"/>
                <a:gd name="connsiteY121" fmla="*/ 0 h 109835"/>
                <a:gd name="connsiteX122" fmla="*/ 13115 w 104917"/>
                <a:gd name="connsiteY122" fmla="*/ 1639 h 109835"/>
                <a:gd name="connsiteX123" fmla="*/ 9836 w 104917"/>
                <a:gd name="connsiteY123" fmla="*/ 3279 h 109835"/>
                <a:gd name="connsiteX124" fmla="*/ 6557 w 104917"/>
                <a:gd name="connsiteY124" fmla="*/ 3279 h 109835"/>
                <a:gd name="connsiteX125" fmla="*/ 1639 w 104917"/>
                <a:gd name="connsiteY125" fmla="*/ 6557 h 109835"/>
                <a:gd name="connsiteX126" fmla="*/ 1639 w 104917"/>
                <a:gd name="connsiteY126" fmla="*/ 9836 h 109835"/>
                <a:gd name="connsiteX127" fmla="*/ 1639 w 104917"/>
                <a:gd name="connsiteY127" fmla="*/ 14754 h 109835"/>
                <a:gd name="connsiteX128" fmla="*/ 3279 w 104917"/>
                <a:gd name="connsiteY128" fmla="*/ 18033 h 109835"/>
                <a:gd name="connsiteX129" fmla="*/ 8197 w 104917"/>
                <a:gd name="connsiteY129" fmla="*/ 18033 h 109835"/>
                <a:gd name="connsiteX130" fmla="*/ 11475 w 104917"/>
                <a:gd name="connsiteY130" fmla="*/ 16393 h 109835"/>
                <a:gd name="connsiteX131" fmla="*/ 14754 w 104917"/>
                <a:gd name="connsiteY131" fmla="*/ 16393 h 109835"/>
                <a:gd name="connsiteX132" fmla="*/ 19672 w 104917"/>
                <a:gd name="connsiteY132" fmla="*/ 14754 h 109835"/>
                <a:gd name="connsiteX133" fmla="*/ 22951 w 104917"/>
                <a:gd name="connsiteY133" fmla="*/ 13114 h 109835"/>
                <a:gd name="connsiteX134" fmla="*/ 19672 w 104917"/>
                <a:gd name="connsiteY134" fmla="*/ 11475 h 109835"/>
                <a:gd name="connsiteX135" fmla="*/ 22951 w 104917"/>
                <a:gd name="connsiteY135" fmla="*/ 11475 h 109835"/>
                <a:gd name="connsiteX136" fmla="*/ 26229 w 104917"/>
                <a:gd name="connsiteY136" fmla="*/ 13114 h 109835"/>
                <a:gd name="connsiteX137" fmla="*/ 29508 w 104917"/>
                <a:gd name="connsiteY137" fmla="*/ 13114 h 109835"/>
                <a:gd name="connsiteX138" fmla="*/ 26229 w 104917"/>
                <a:gd name="connsiteY138" fmla="*/ 13114 h 109835"/>
                <a:gd name="connsiteX139" fmla="*/ 22951 w 104917"/>
                <a:gd name="connsiteY139" fmla="*/ 16393 h 109835"/>
                <a:gd name="connsiteX140" fmla="*/ 21311 w 104917"/>
                <a:gd name="connsiteY140" fmla="*/ 19672 h 109835"/>
                <a:gd name="connsiteX141" fmla="*/ 21311 w 104917"/>
                <a:gd name="connsiteY141" fmla="*/ 16393 h 109835"/>
                <a:gd name="connsiteX142" fmla="*/ 18033 w 104917"/>
                <a:gd name="connsiteY142" fmla="*/ 16393 h 109835"/>
                <a:gd name="connsiteX143" fmla="*/ 14754 w 104917"/>
                <a:gd name="connsiteY143" fmla="*/ 18033 h 109835"/>
                <a:gd name="connsiteX144" fmla="*/ 9836 w 104917"/>
                <a:gd name="connsiteY144" fmla="*/ 18033 h 109835"/>
                <a:gd name="connsiteX145" fmla="*/ 6557 w 104917"/>
                <a:gd name="connsiteY145" fmla="*/ 19672 h 109835"/>
                <a:gd name="connsiteX146" fmla="*/ 4918 w 104917"/>
                <a:gd name="connsiteY146" fmla="*/ 22951 h 109835"/>
                <a:gd name="connsiteX147" fmla="*/ 8197 w 104917"/>
                <a:gd name="connsiteY147" fmla="*/ 22951 h 109835"/>
                <a:gd name="connsiteX148" fmla="*/ 6557 w 104917"/>
                <a:gd name="connsiteY148" fmla="*/ 27869 h 109835"/>
                <a:gd name="connsiteX149" fmla="*/ 3279 w 104917"/>
                <a:gd name="connsiteY149" fmla="*/ 29508 h 109835"/>
                <a:gd name="connsiteX150" fmla="*/ 0 w 104917"/>
                <a:gd name="connsiteY150" fmla="*/ 32787 h 109835"/>
                <a:gd name="connsiteX151" fmla="*/ 3279 w 104917"/>
                <a:gd name="connsiteY151" fmla="*/ 32787 h 109835"/>
                <a:gd name="connsiteX152" fmla="*/ 6557 w 104917"/>
                <a:gd name="connsiteY152" fmla="*/ 31147 h 109835"/>
                <a:gd name="connsiteX153" fmla="*/ 9836 w 104917"/>
                <a:gd name="connsiteY153" fmla="*/ 32787 h 109835"/>
                <a:gd name="connsiteX154" fmla="*/ 13115 w 104917"/>
                <a:gd name="connsiteY154" fmla="*/ 32787 h 109835"/>
                <a:gd name="connsiteX155" fmla="*/ 14754 w 104917"/>
                <a:gd name="connsiteY155" fmla="*/ 36065 h 109835"/>
                <a:gd name="connsiteX156" fmla="*/ 18033 w 104917"/>
                <a:gd name="connsiteY156" fmla="*/ 34426 h 109835"/>
                <a:gd name="connsiteX157" fmla="*/ 22951 w 104917"/>
                <a:gd name="connsiteY157" fmla="*/ 32787 h 109835"/>
                <a:gd name="connsiteX158" fmla="*/ 26229 w 104917"/>
                <a:gd name="connsiteY158" fmla="*/ 32787 h 109835"/>
                <a:gd name="connsiteX159" fmla="*/ 22951 w 104917"/>
                <a:gd name="connsiteY159" fmla="*/ 34426 h 109835"/>
                <a:gd name="connsiteX160" fmla="*/ 18033 w 104917"/>
                <a:gd name="connsiteY160" fmla="*/ 37705 h 10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104917" h="109835">
                  <a:moveTo>
                    <a:pt x="18033" y="37705"/>
                  </a:moveTo>
                  <a:lnTo>
                    <a:pt x="16393" y="40983"/>
                  </a:lnTo>
                  <a:lnTo>
                    <a:pt x="19672" y="44262"/>
                  </a:lnTo>
                  <a:lnTo>
                    <a:pt x="22951" y="42623"/>
                  </a:lnTo>
                  <a:lnTo>
                    <a:pt x="26229" y="39344"/>
                  </a:lnTo>
                  <a:lnTo>
                    <a:pt x="24590" y="42623"/>
                  </a:lnTo>
                  <a:lnTo>
                    <a:pt x="29508" y="40983"/>
                  </a:lnTo>
                  <a:lnTo>
                    <a:pt x="32787" y="42623"/>
                  </a:lnTo>
                  <a:lnTo>
                    <a:pt x="31147" y="45901"/>
                  </a:lnTo>
                  <a:lnTo>
                    <a:pt x="29508" y="49180"/>
                  </a:lnTo>
                  <a:lnTo>
                    <a:pt x="32787" y="49180"/>
                  </a:lnTo>
                  <a:lnTo>
                    <a:pt x="32787" y="49180"/>
                  </a:lnTo>
                  <a:lnTo>
                    <a:pt x="37705" y="52459"/>
                  </a:lnTo>
                  <a:lnTo>
                    <a:pt x="40983" y="50819"/>
                  </a:lnTo>
                  <a:lnTo>
                    <a:pt x="44262" y="50819"/>
                  </a:lnTo>
                  <a:lnTo>
                    <a:pt x="40983" y="52459"/>
                  </a:lnTo>
                  <a:lnTo>
                    <a:pt x="37705" y="52459"/>
                  </a:lnTo>
                  <a:lnTo>
                    <a:pt x="32787" y="52459"/>
                  </a:lnTo>
                  <a:lnTo>
                    <a:pt x="29508" y="54098"/>
                  </a:lnTo>
                  <a:lnTo>
                    <a:pt x="26229" y="55737"/>
                  </a:lnTo>
                  <a:lnTo>
                    <a:pt x="22951" y="59016"/>
                  </a:lnTo>
                  <a:lnTo>
                    <a:pt x="21311" y="62295"/>
                  </a:lnTo>
                  <a:lnTo>
                    <a:pt x="24590" y="62295"/>
                  </a:lnTo>
                  <a:lnTo>
                    <a:pt x="27869" y="63934"/>
                  </a:lnTo>
                  <a:lnTo>
                    <a:pt x="31147" y="62295"/>
                  </a:lnTo>
                  <a:lnTo>
                    <a:pt x="36065" y="62295"/>
                  </a:lnTo>
                  <a:lnTo>
                    <a:pt x="39344" y="60655"/>
                  </a:lnTo>
                  <a:lnTo>
                    <a:pt x="36065" y="65573"/>
                  </a:lnTo>
                  <a:lnTo>
                    <a:pt x="39344" y="65573"/>
                  </a:lnTo>
                  <a:lnTo>
                    <a:pt x="44262" y="62295"/>
                  </a:lnTo>
                  <a:lnTo>
                    <a:pt x="39344" y="65573"/>
                  </a:lnTo>
                  <a:lnTo>
                    <a:pt x="36065" y="67213"/>
                  </a:lnTo>
                  <a:lnTo>
                    <a:pt x="39344" y="68852"/>
                  </a:lnTo>
                  <a:lnTo>
                    <a:pt x="44262" y="65573"/>
                  </a:lnTo>
                  <a:lnTo>
                    <a:pt x="42623" y="70491"/>
                  </a:lnTo>
                  <a:lnTo>
                    <a:pt x="47541" y="70491"/>
                  </a:lnTo>
                  <a:lnTo>
                    <a:pt x="42623" y="73770"/>
                  </a:lnTo>
                  <a:lnTo>
                    <a:pt x="39344" y="75409"/>
                  </a:lnTo>
                  <a:lnTo>
                    <a:pt x="34426" y="75409"/>
                  </a:lnTo>
                  <a:lnTo>
                    <a:pt x="37705" y="78688"/>
                  </a:lnTo>
                  <a:lnTo>
                    <a:pt x="40983" y="83606"/>
                  </a:lnTo>
                  <a:lnTo>
                    <a:pt x="44262" y="81967"/>
                  </a:lnTo>
                  <a:lnTo>
                    <a:pt x="49180" y="80327"/>
                  </a:lnTo>
                  <a:lnTo>
                    <a:pt x="52459" y="78688"/>
                  </a:lnTo>
                  <a:lnTo>
                    <a:pt x="49180" y="81967"/>
                  </a:lnTo>
                  <a:lnTo>
                    <a:pt x="52459" y="81967"/>
                  </a:lnTo>
                  <a:lnTo>
                    <a:pt x="57377" y="80327"/>
                  </a:lnTo>
                  <a:lnTo>
                    <a:pt x="60656" y="80327"/>
                  </a:lnTo>
                  <a:lnTo>
                    <a:pt x="63934" y="80327"/>
                  </a:lnTo>
                  <a:lnTo>
                    <a:pt x="67213" y="77049"/>
                  </a:lnTo>
                  <a:lnTo>
                    <a:pt x="72131" y="73770"/>
                  </a:lnTo>
                  <a:lnTo>
                    <a:pt x="73770" y="70491"/>
                  </a:lnTo>
                  <a:lnTo>
                    <a:pt x="73770" y="73770"/>
                  </a:lnTo>
                  <a:lnTo>
                    <a:pt x="68852" y="77049"/>
                  </a:lnTo>
                  <a:lnTo>
                    <a:pt x="65573" y="80327"/>
                  </a:lnTo>
                  <a:lnTo>
                    <a:pt x="62295" y="81967"/>
                  </a:lnTo>
                  <a:lnTo>
                    <a:pt x="57377" y="83606"/>
                  </a:lnTo>
                  <a:lnTo>
                    <a:pt x="54098" y="85245"/>
                  </a:lnTo>
                  <a:lnTo>
                    <a:pt x="50819" y="88524"/>
                  </a:lnTo>
                  <a:lnTo>
                    <a:pt x="49180" y="91803"/>
                  </a:lnTo>
                  <a:lnTo>
                    <a:pt x="52459" y="93442"/>
                  </a:lnTo>
                  <a:lnTo>
                    <a:pt x="57377" y="95081"/>
                  </a:lnTo>
                  <a:lnTo>
                    <a:pt x="60656" y="98360"/>
                  </a:lnTo>
                  <a:lnTo>
                    <a:pt x="63934" y="99999"/>
                  </a:lnTo>
                  <a:lnTo>
                    <a:pt x="67213" y="98360"/>
                  </a:lnTo>
                  <a:lnTo>
                    <a:pt x="70492" y="103278"/>
                  </a:lnTo>
                  <a:lnTo>
                    <a:pt x="73770" y="104917"/>
                  </a:lnTo>
                  <a:lnTo>
                    <a:pt x="77049" y="106557"/>
                  </a:lnTo>
                  <a:lnTo>
                    <a:pt x="80328" y="108196"/>
                  </a:lnTo>
                  <a:lnTo>
                    <a:pt x="85246" y="108196"/>
                  </a:lnTo>
                  <a:lnTo>
                    <a:pt x="88524" y="109836"/>
                  </a:lnTo>
                  <a:lnTo>
                    <a:pt x="91803" y="108196"/>
                  </a:lnTo>
                  <a:lnTo>
                    <a:pt x="96721" y="104917"/>
                  </a:lnTo>
                  <a:lnTo>
                    <a:pt x="100000" y="106557"/>
                  </a:lnTo>
                  <a:lnTo>
                    <a:pt x="103278" y="103278"/>
                  </a:lnTo>
                  <a:lnTo>
                    <a:pt x="103278" y="98360"/>
                  </a:lnTo>
                  <a:lnTo>
                    <a:pt x="104918" y="95081"/>
                  </a:lnTo>
                  <a:lnTo>
                    <a:pt x="101639" y="96721"/>
                  </a:lnTo>
                  <a:lnTo>
                    <a:pt x="98360" y="99999"/>
                  </a:lnTo>
                  <a:lnTo>
                    <a:pt x="100000" y="96721"/>
                  </a:lnTo>
                  <a:lnTo>
                    <a:pt x="100000" y="91803"/>
                  </a:lnTo>
                  <a:lnTo>
                    <a:pt x="103278" y="88524"/>
                  </a:lnTo>
                  <a:lnTo>
                    <a:pt x="103278" y="85245"/>
                  </a:lnTo>
                  <a:lnTo>
                    <a:pt x="100000" y="80327"/>
                  </a:lnTo>
                  <a:lnTo>
                    <a:pt x="104918" y="78688"/>
                  </a:lnTo>
                  <a:lnTo>
                    <a:pt x="104918" y="75409"/>
                  </a:lnTo>
                  <a:lnTo>
                    <a:pt x="103278" y="72131"/>
                  </a:lnTo>
                  <a:lnTo>
                    <a:pt x="98360" y="68852"/>
                  </a:lnTo>
                  <a:lnTo>
                    <a:pt x="95082" y="65573"/>
                  </a:lnTo>
                  <a:lnTo>
                    <a:pt x="91803" y="65573"/>
                  </a:lnTo>
                  <a:lnTo>
                    <a:pt x="86885" y="63934"/>
                  </a:lnTo>
                  <a:lnTo>
                    <a:pt x="83606" y="60655"/>
                  </a:lnTo>
                  <a:lnTo>
                    <a:pt x="81967" y="57377"/>
                  </a:lnTo>
                  <a:lnTo>
                    <a:pt x="83606" y="54098"/>
                  </a:lnTo>
                  <a:lnTo>
                    <a:pt x="86885" y="50819"/>
                  </a:lnTo>
                  <a:lnTo>
                    <a:pt x="85246" y="47541"/>
                  </a:lnTo>
                  <a:lnTo>
                    <a:pt x="83606" y="42623"/>
                  </a:lnTo>
                  <a:lnTo>
                    <a:pt x="83606" y="39344"/>
                  </a:lnTo>
                  <a:lnTo>
                    <a:pt x="85246" y="37705"/>
                  </a:lnTo>
                  <a:lnTo>
                    <a:pt x="85246" y="36065"/>
                  </a:lnTo>
                  <a:lnTo>
                    <a:pt x="85246" y="32787"/>
                  </a:lnTo>
                  <a:lnTo>
                    <a:pt x="85246" y="29508"/>
                  </a:lnTo>
                  <a:lnTo>
                    <a:pt x="86885" y="26229"/>
                  </a:lnTo>
                  <a:lnTo>
                    <a:pt x="83606" y="21311"/>
                  </a:lnTo>
                  <a:lnTo>
                    <a:pt x="80328" y="22951"/>
                  </a:lnTo>
                  <a:lnTo>
                    <a:pt x="77049" y="21311"/>
                  </a:lnTo>
                  <a:lnTo>
                    <a:pt x="72131" y="21311"/>
                  </a:lnTo>
                  <a:lnTo>
                    <a:pt x="68852" y="18033"/>
                  </a:lnTo>
                  <a:lnTo>
                    <a:pt x="65573" y="18033"/>
                  </a:lnTo>
                  <a:lnTo>
                    <a:pt x="60656" y="16393"/>
                  </a:lnTo>
                  <a:lnTo>
                    <a:pt x="57377" y="16393"/>
                  </a:lnTo>
                  <a:lnTo>
                    <a:pt x="54098" y="16393"/>
                  </a:lnTo>
                  <a:lnTo>
                    <a:pt x="50819" y="14754"/>
                  </a:lnTo>
                  <a:lnTo>
                    <a:pt x="45901" y="13114"/>
                  </a:lnTo>
                  <a:lnTo>
                    <a:pt x="42623" y="11475"/>
                  </a:lnTo>
                  <a:lnTo>
                    <a:pt x="39344" y="11475"/>
                  </a:lnTo>
                  <a:lnTo>
                    <a:pt x="34426" y="8197"/>
                  </a:lnTo>
                  <a:lnTo>
                    <a:pt x="32787" y="4918"/>
                  </a:lnTo>
                  <a:lnTo>
                    <a:pt x="27869" y="1639"/>
                  </a:lnTo>
                  <a:lnTo>
                    <a:pt x="24590" y="1639"/>
                  </a:lnTo>
                  <a:lnTo>
                    <a:pt x="21311" y="0"/>
                  </a:lnTo>
                  <a:lnTo>
                    <a:pt x="18033" y="0"/>
                  </a:lnTo>
                  <a:lnTo>
                    <a:pt x="13115" y="1639"/>
                  </a:lnTo>
                  <a:lnTo>
                    <a:pt x="9836" y="3279"/>
                  </a:lnTo>
                  <a:lnTo>
                    <a:pt x="6557" y="3279"/>
                  </a:lnTo>
                  <a:lnTo>
                    <a:pt x="1639" y="6557"/>
                  </a:lnTo>
                  <a:lnTo>
                    <a:pt x="1639" y="9836"/>
                  </a:lnTo>
                  <a:lnTo>
                    <a:pt x="1639" y="14754"/>
                  </a:lnTo>
                  <a:lnTo>
                    <a:pt x="3279" y="18033"/>
                  </a:lnTo>
                  <a:lnTo>
                    <a:pt x="8197" y="18033"/>
                  </a:lnTo>
                  <a:lnTo>
                    <a:pt x="11475" y="16393"/>
                  </a:lnTo>
                  <a:lnTo>
                    <a:pt x="14754" y="16393"/>
                  </a:lnTo>
                  <a:lnTo>
                    <a:pt x="19672" y="14754"/>
                  </a:lnTo>
                  <a:lnTo>
                    <a:pt x="22951" y="13114"/>
                  </a:lnTo>
                  <a:lnTo>
                    <a:pt x="19672" y="11475"/>
                  </a:lnTo>
                  <a:lnTo>
                    <a:pt x="22951" y="11475"/>
                  </a:lnTo>
                  <a:lnTo>
                    <a:pt x="26229" y="13114"/>
                  </a:lnTo>
                  <a:lnTo>
                    <a:pt x="29508" y="13114"/>
                  </a:lnTo>
                  <a:lnTo>
                    <a:pt x="26229" y="13114"/>
                  </a:lnTo>
                  <a:lnTo>
                    <a:pt x="22951" y="16393"/>
                  </a:lnTo>
                  <a:lnTo>
                    <a:pt x="21311" y="19672"/>
                  </a:lnTo>
                  <a:lnTo>
                    <a:pt x="21311" y="16393"/>
                  </a:lnTo>
                  <a:lnTo>
                    <a:pt x="18033" y="16393"/>
                  </a:lnTo>
                  <a:lnTo>
                    <a:pt x="14754" y="18033"/>
                  </a:lnTo>
                  <a:lnTo>
                    <a:pt x="9836" y="18033"/>
                  </a:lnTo>
                  <a:lnTo>
                    <a:pt x="6557" y="19672"/>
                  </a:lnTo>
                  <a:lnTo>
                    <a:pt x="4918" y="22951"/>
                  </a:lnTo>
                  <a:lnTo>
                    <a:pt x="8197" y="22951"/>
                  </a:lnTo>
                  <a:lnTo>
                    <a:pt x="6557" y="27869"/>
                  </a:lnTo>
                  <a:lnTo>
                    <a:pt x="3279" y="29508"/>
                  </a:lnTo>
                  <a:lnTo>
                    <a:pt x="0" y="32787"/>
                  </a:lnTo>
                  <a:lnTo>
                    <a:pt x="3279" y="32787"/>
                  </a:lnTo>
                  <a:lnTo>
                    <a:pt x="6557" y="31147"/>
                  </a:lnTo>
                  <a:lnTo>
                    <a:pt x="9836" y="32787"/>
                  </a:lnTo>
                  <a:lnTo>
                    <a:pt x="13115" y="32787"/>
                  </a:lnTo>
                  <a:lnTo>
                    <a:pt x="14754" y="36065"/>
                  </a:lnTo>
                  <a:lnTo>
                    <a:pt x="18033" y="34426"/>
                  </a:lnTo>
                  <a:lnTo>
                    <a:pt x="22951" y="32787"/>
                  </a:lnTo>
                  <a:lnTo>
                    <a:pt x="26229" y="32787"/>
                  </a:lnTo>
                  <a:lnTo>
                    <a:pt x="22951" y="34426"/>
                  </a:lnTo>
                  <a:lnTo>
                    <a:pt x="18033" y="3770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27" name="Freeform 3326">
              <a:extLst>
                <a:ext uri="{FF2B5EF4-FFF2-40B4-BE49-F238E27FC236}">
                  <a16:creationId xmlns:a16="http://schemas.microsoft.com/office/drawing/2014/main" id="{A75DA5DA-6340-1148-98D1-15E9207B7D9D}"/>
                </a:ext>
              </a:extLst>
            </p:cNvPr>
            <p:cNvSpPr/>
            <p:nvPr/>
          </p:nvSpPr>
          <p:spPr>
            <a:xfrm>
              <a:off x="1189465" y="1783760"/>
              <a:ext cx="27868" cy="29508"/>
            </a:xfrm>
            <a:custGeom>
              <a:avLst/>
              <a:gdLst>
                <a:gd name="connsiteX0" fmla="*/ 0 w 27868"/>
                <a:gd name="connsiteY0" fmla="*/ 27869 h 29508"/>
                <a:gd name="connsiteX1" fmla="*/ 4918 w 27868"/>
                <a:gd name="connsiteY1" fmla="*/ 26229 h 29508"/>
                <a:gd name="connsiteX2" fmla="*/ 8197 w 27868"/>
                <a:gd name="connsiteY2" fmla="*/ 22951 h 29508"/>
                <a:gd name="connsiteX3" fmla="*/ 13115 w 27868"/>
                <a:gd name="connsiteY3" fmla="*/ 19672 h 29508"/>
                <a:gd name="connsiteX4" fmla="*/ 16393 w 27868"/>
                <a:gd name="connsiteY4" fmla="*/ 16393 h 29508"/>
                <a:gd name="connsiteX5" fmla="*/ 19672 w 27868"/>
                <a:gd name="connsiteY5" fmla="*/ 14754 h 29508"/>
                <a:gd name="connsiteX6" fmla="*/ 16393 w 27868"/>
                <a:gd name="connsiteY6" fmla="*/ 18033 h 29508"/>
                <a:gd name="connsiteX7" fmla="*/ 13115 w 27868"/>
                <a:gd name="connsiteY7" fmla="*/ 21311 h 29508"/>
                <a:gd name="connsiteX8" fmla="*/ 9836 w 27868"/>
                <a:gd name="connsiteY8" fmla="*/ 24590 h 29508"/>
                <a:gd name="connsiteX9" fmla="*/ 6557 w 27868"/>
                <a:gd name="connsiteY9" fmla="*/ 27869 h 29508"/>
                <a:gd name="connsiteX10" fmla="*/ 9836 w 27868"/>
                <a:gd name="connsiteY10" fmla="*/ 29508 h 29508"/>
                <a:gd name="connsiteX11" fmla="*/ 13115 w 27868"/>
                <a:gd name="connsiteY11" fmla="*/ 26229 h 29508"/>
                <a:gd name="connsiteX12" fmla="*/ 18033 w 27868"/>
                <a:gd name="connsiteY12" fmla="*/ 22951 h 29508"/>
                <a:gd name="connsiteX13" fmla="*/ 21311 w 27868"/>
                <a:gd name="connsiteY13" fmla="*/ 18033 h 29508"/>
                <a:gd name="connsiteX14" fmla="*/ 24590 w 27868"/>
                <a:gd name="connsiteY14" fmla="*/ 14754 h 29508"/>
                <a:gd name="connsiteX15" fmla="*/ 26229 w 27868"/>
                <a:gd name="connsiteY15" fmla="*/ 11475 h 29508"/>
                <a:gd name="connsiteX16" fmla="*/ 27869 w 27868"/>
                <a:gd name="connsiteY16" fmla="*/ 6557 h 29508"/>
                <a:gd name="connsiteX17" fmla="*/ 24590 w 27868"/>
                <a:gd name="connsiteY17" fmla="*/ 3279 h 29508"/>
                <a:gd name="connsiteX18" fmla="*/ 21311 w 27868"/>
                <a:gd name="connsiteY18" fmla="*/ 0 h 29508"/>
                <a:gd name="connsiteX19" fmla="*/ 16393 w 27868"/>
                <a:gd name="connsiteY19" fmla="*/ 1639 h 29508"/>
                <a:gd name="connsiteX20" fmla="*/ 13115 w 27868"/>
                <a:gd name="connsiteY20" fmla="*/ 6557 h 29508"/>
                <a:gd name="connsiteX21" fmla="*/ 9836 w 27868"/>
                <a:gd name="connsiteY21" fmla="*/ 9836 h 29508"/>
                <a:gd name="connsiteX22" fmla="*/ 6557 w 27868"/>
                <a:gd name="connsiteY22" fmla="*/ 11475 h 29508"/>
                <a:gd name="connsiteX23" fmla="*/ 3279 w 27868"/>
                <a:gd name="connsiteY23" fmla="*/ 14754 h 29508"/>
                <a:gd name="connsiteX24" fmla="*/ 6557 w 27868"/>
                <a:gd name="connsiteY24" fmla="*/ 16393 h 29508"/>
                <a:gd name="connsiteX25" fmla="*/ 9836 w 27868"/>
                <a:gd name="connsiteY25" fmla="*/ 13115 h 29508"/>
                <a:gd name="connsiteX26" fmla="*/ 14754 w 27868"/>
                <a:gd name="connsiteY26" fmla="*/ 11475 h 29508"/>
                <a:gd name="connsiteX27" fmla="*/ 13115 w 27868"/>
                <a:gd name="connsiteY27" fmla="*/ 8197 h 29508"/>
                <a:gd name="connsiteX28" fmla="*/ 16393 w 27868"/>
                <a:gd name="connsiteY28" fmla="*/ 13115 h 29508"/>
                <a:gd name="connsiteX29" fmla="*/ 13115 w 27868"/>
                <a:gd name="connsiteY29" fmla="*/ 13115 h 29508"/>
                <a:gd name="connsiteX30" fmla="*/ 8197 w 27868"/>
                <a:gd name="connsiteY30" fmla="*/ 16393 h 29508"/>
                <a:gd name="connsiteX31" fmla="*/ 4918 w 27868"/>
                <a:gd name="connsiteY31" fmla="*/ 18033 h 29508"/>
                <a:gd name="connsiteX32" fmla="*/ 1639 w 27868"/>
                <a:gd name="connsiteY32" fmla="*/ 19672 h 29508"/>
                <a:gd name="connsiteX33" fmla="*/ 0 w 27868"/>
                <a:gd name="connsiteY33" fmla="*/ 22951 h 29508"/>
                <a:gd name="connsiteX34" fmla="*/ 0 w 27868"/>
                <a:gd name="connsiteY34" fmla="*/ 26229 h 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7868" h="29508">
                  <a:moveTo>
                    <a:pt x="0" y="27869"/>
                  </a:moveTo>
                  <a:lnTo>
                    <a:pt x="4918" y="26229"/>
                  </a:lnTo>
                  <a:lnTo>
                    <a:pt x="8197" y="22951"/>
                  </a:lnTo>
                  <a:lnTo>
                    <a:pt x="13115" y="19672"/>
                  </a:lnTo>
                  <a:lnTo>
                    <a:pt x="16393" y="16393"/>
                  </a:lnTo>
                  <a:lnTo>
                    <a:pt x="19672" y="14754"/>
                  </a:lnTo>
                  <a:lnTo>
                    <a:pt x="16393" y="18033"/>
                  </a:lnTo>
                  <a:lnTo>
                    <a:pt x="13115" y="21311"/>
                  </a:lnTo>
                  <a:lnTo>
                    <a:pt x="9836" y="24590"/>
                  </a:lnTo>
                  <a:lnTo>
                    <a:pt x="6557" y="27869"/>
                  </a:lnTo>
                  <a:lnTo>
                    <a:pt x="9836" y="29508"/>
                  </a:lnTo>
                  <a:lnTo>
                    <a:pt x="13115" y="26229"/>
                  </a:lnTo>
                  <a:lnTo>
                    <a:pt x="18033" y="22951"/>
                  </a:lnTo>
                  <a:lnTo>
                    <a:pt x="21311" y="18033"/>
                  </a:lnTo>
                  <a:lnTo>
                    <a:pt x="24590" y="14754"/>
                  </a:lnTo>
                  <a:lnTo>
                    <a:pt x="26229" y="11475"/>
                  </a:lnTo>
                  <a:lnTo>
                    <a:pt x="27869" y="6557"/>
                  </a:lnTo>
                  <a:lnTo>
                    <a:pt x="24590" y="3279"/>
                  </a:lnTo>
                  <a:lnTo>
                    <a:pt x="21311" y="0"/>
                  </a:lnTo>
                  <a:lnTo>
                    <a:pt x="16393" y="1639"/>
                  </a:lnTo>
                  <a:lnTo>
                    <a:pt x="13115" y="6557"/>
                  </a:lnTo>
                  <a:lnTo>
                    <a:pt x="9836" y="9836"/>
                  </a:lnTo>
                  <a:lnTo>
                    <a:pt x="6557" y="11475"/>
                  </a:lnTo>
                  <a:lnTo>
                    <a:pt x="3279" y="14754"/>
                  </a:lnTo>
                  <a:lnTo>
                    <a:pt x="6557" y="16393"/>
                  </a:lnTo>
                  <a:lnTo>
                    <a:pt x="9836" y="13115"/>
                  </a:lnTo>
                  <a:lnTo>
                    <a:pt x="14754" y="11475"/>
                  </a:lnTo>
                  <a:lnTo>
                    <a:pt x="13115" y="8197"/>
                  </a:lnTo>
                  <a:lnTo>
                    <a:pt x="16393" y="13115"/>
                  </a:lnTo>
                  <a:lnTo>
                    <a:pt x="13115" y="13115"/>
                  </a:lnTo>
                  <a:lnTo>
                    <a:pt x="8197" y="16393"/>
                  </a:lnTo>
                  <a:lnTo>
                    <a:pt x="4918" y="18033"/>
                  </a:lnTo>
                  <a:lnTo>
                    <a:pt x="1639" y="19672"/>
                  </a:lnTo>
                  <a:lnTo>
                    <a:pt x="0" y="22951"/>
                  </a:lnTo>
                  <a:lnTo>
                    <a:pt x="0" y="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28" name="Freeform 3327">
              <a:extLst>
                <a:ext uri="{FF2B5EF4-FFF2-40B4-BE49-F238E27FC236}">
                  <a16:creationId xmlns:a16="http://schemas.microsoft.com/office/drawing/2014/main" id="{DD10A74A-4AD1-D54F-BDDC-6FFC96FDC592}"/>
                </a:ext>
              </a:extLst>
            </p:cNvPr>
            <p:cNvSpPr/>
            <p:nvPr/>
          </p:nvSpPr>
          <p:spPr>
            <a:xfrm>
              <a:off x="1199301" y="1805071"/>
              <a:ext cx="13114" cy="18032"/>
            </a:xfrm>
            <a:custGeom>
              <a:avLst/>
              <a:gdLst>
                <a:gd name="connsiteX0" fmla="*/ 13115 w 13114"/>
                <a:gd name="connsiteY0" fmla="*/ 1639 h 18032"/>
                <a:gd name="connsiteX1" fmla="*/ 13115 w 13114"/>
                <a:gd name="connsiteY1" fmla="*/ 0 h 18032"/>
                <a:gd name="connsiteX2" fmla="*/ 9836 w 13114"/>
                <a:gd name="connsiteY2" fmla="*/ 3279 h 18032"/>
                <a:gd name="connsiteX3" fmla="*/ 6557 w 13114"/>
                <a:gd name="connsiteY3" fmla="*/ 6557 h 18032"/>
                <a:gd name="connsiteX4" fmla="*/ 3279 w 13114"/>
                <a:gd name="connsiteY4" fmla="*/ 9836 h 18032"/>
                <a:gd name="connsiteX5" fmla="*/ 0 w 13114"/>
                <a:gd name="connsiteY5" fmla="*/ 14754 h 18032"/>
                <a:gd name="connsiteX6" fmla="*/ 0 w 13114"/>
                <a:gd name="connsiteY6" fmla="*/ 18033 h 18032"/>
                <a:gd name="connsiteX7" fmla="*/ 3279 w 13114"/>
                <a:gd name="connsiteY7" fmla="*/ 16393 h 18032"/>
                <a:gd name="connsiteX8" fmla="*/ 6557 w 13114"/>
                <a:gd name="connsiteY8" fmla="*/ 13114 h 18032"/>
                <a:gd name="connsiteX9" fmla="*/ 8197 w 13114"/>
                <a:gd name="connsiteY9" fmla="*/ 8197 h 18032"/>
                <a:gd name="connsiteX10" fmla="*/ 11475 w 13114"/>
                <a:gd name="connsiteY10" fmla="*/ 4918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114" h="18032">
                  <a:moveTo>
                    <a:pt x="13115" y="1639"/>
                  </a:moveTo>
                  <a:lnTo>
                    <a:pt x="13115" y="0"/>
                  </a:lnTo>
                  <a:lnTo>
                    <a:pt x="9836" y="3279"/>
                  </a:lnTo>
                  <a:lnTo>
                    <a:pt x="6557" y="6557"/>
                  </a:lnTo>
                  <a:lnTo>
                    <a:pt x="3279" y="9836"/>
                  </a:lnTo>
                  <a:lnTo>
                    <a:pt x="0" y="14754"/>
                  </a:lnTo>
                  <a:lnTo>
                    <a:pt x="0" y="18033"/>
                  </a:lnTo>
                  <a:lnTo>
                    <a:pt x="3279" y="16393"/>
                  </a:lnTo>
                  <a:lnTo>
                    <a:pt x="6557" y="13114"/>
                  </a:lnTo>
                  <a:lnTo>
                    <a:pt x="8197" y="8197"/>
                  </a:lnTo>
                  <a:lnTo>
                    <a:pt x="11475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29" name="Freeform 3328">
              <a:extLst>
                <a:ext uri="{FF2B5EF4-FFF2-40B4-BE49-F238E27FC236}">
                  <a16:creationId xmlns:a16="http://schemas.microsoft.com/office/drawing/2014/main" id="{0E6F5927-CB3F-2246-82C5-5AB2EF547BB9}"/>
                </a:ext>
              </a:extLst>
            </p:cNvPr>
            <p:cNvSpPr/>
            <p:nvPr/>
          </p:nvSpPr>
          <p:spPr>
            <a:xfrm>
              <a:off x="1199301" y="1821465"/>
              <a:ext cx="37704" cy="19671"/>
            </a:xfrm>
            <a:custGeom>
              <a:avLst/>
              <a:gdLst>
                <a:gd name="connsiteX0" fmla="*/ 16393 w 37704"/>
                <a:gd name="connsiteY0" fmla="*/ 11475 h 19671"/>
                <a:gd name="connsiteX1" fmla="*/ 19672 w 37704"/>
                <a:gd name="connsiteY1" fmla="*/ 9836 h 19671"/>
                <a:gd name="connsiteX2" fmla="*/ 24590 w 37704"/>
                <a:gd name="connsiteY2" fmla="*/ 8197 h 19671"/>
                <a:gd name="connsiteX3" fmla="*/ 27869 w 37704"/>
                <a:gd name="connsiteY3" fmla="*/ 6557 h 19671"/>
                <a:gd name="connsiteX4" fmla="*/ 31147 w 37704"/>
                <a:gd name="connsiteY4" fmla="*/ 6557 h 19671"/>
                <a:gd name="connsiteX5" fmla="*/ 34426 w 37704"/>
                <a:gd name="connsiteY5" fmla="*/ 3279 h 19671"/>
                <a:gd name="connsiteX6" fmla="*/ 37705 w 37704"/>
                <a:gd name="connsiteY6" fmla="*/ 0 h 19671"/>
                <a:gd name="connsiteX7" fmla="*/ 32787 w 37704"/>
                <a:gd name="connsiteY7" fmla="*/ 0 h 19671"/>
                <a:gd name="connsiteX8" fmla="*/ 29508 w 37704"/>
                <a:gd name="connsiteY8" fmla="*/ 1639 h 19671"/>
                <a:gd name="connsiteX9" fmla="*/ 26229 w 37704"/>
                <a:gd name="connsiteY9" fmla="*/ 3279 h 19671"/>
                <a:gd name="connsiteX10" fmla="*/ 22951 w 37704"/>
                <a:gd name="connsiteY10" fmla="*/ 4918 h 19671"/>
                <a:gd name="connsiteX11" fmla="*/ 18033 w 37704"/>
                <a:gd name="connsiteY11" fmla="*/ 6557 h 19671"/>
                <a:gd name="connsiteX12" fmla="*/ 14754 w 37704"/>
                <a:gd name="connsiteY12" fmla="*/ 6557 h 19671"/>
                <a:gd name="connsiteX13" fmla="*/ 11475 w 37704"/>
                <a:gd name="connsiteY13" fmla="*/ 9836 h 19671"/>
                <a:gd name="connsiteX14" fmla="*/ 6557 w 37704"/>
                <a:gd name="connsiteY14" fmla="*/ 11475 h 19671"/>
                <a:gd name="connsiteX15" fmla="*/ 3279 w 37704"/>
                <a:gd name="connsiteY15" fmla="*/ 16393 h 19671"/>
                <a:gd name="connsiteX16" fmla="*/ 0 w 37704"/>
                <a:gd name="connsiteY16" fmla="*/ 19672 h 19671"/>
                <a:gd name="connsiteX17" fmla="*/ 3279 w 37704"/>
                <a:gd name="connsiteY17" fmla="*/ 19672 h 19671"/>
                <a:gd name="connsiteX18" fmla="*/ 6557 w 37704"/>
                <a:gd name="connsiteY18" fmla="*/ 18033 h 19671"/>
                <a:gd name="connsiteX19" fmla="*/ 11475 w 37704"/>
                <a:gd name="connsiteY19" fmla="*/ 14754 h 19671"/>
                <a:gd name="connsiteX20" fmla="*/ 14754 w 37704"/>
                <a:gd name="connsiteY20" fmla="*/ 11475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04" h="19671">
                  <a:moveTo>
                    <a:pt x="16393" y="11475"/>
                  </a:moveTo>
                  <a:lnTo>
                    <a:pt x="19672" y="9836"/>
                  </a:lnTo>
                  <a:lnTo>
                    <a:pt x="24590" y="8197"/>
                  </a:lnTo>
                  <a:lnTo>
                    <a:pt x="27869" y="6557"/>
                  </a:lnTo>
                  <a:lnTo>
                    <a:pt x="31147" y="6557"/>
                  </a:lnTo>
                  <a:lnTo>
                    <a:pt x="34426" y="3279"/>
                  </a:lnTo>
                  <a:lnTo>
                    <a:pt x="37705" y="0"/>
                  </a:lnTo>
                  <a:lnTo>
                    <a:pt x="32787" y="0"/>
                  </a:lnTo>
                  <a:lnTo>
                    <a:pt x="29508" y="1639"/>
                  </a:lnTo>
                  <a:lnTo>
                    <a:pt x="26229" y="3279"/>
                  </a:lnTo>
                  <a:lnTo>
                    <a:pt x="22951" y="4918"/>
                  </a:lnTo>
                  <a:lnTo>
                    <a:pt x="18033" y="6557"/>
                  </a:lnTo>
                  <a:lnTo>
                    <a:pt x="14754" y="6557"/>
                  </a:lnTo>
                  <a:lnTo>
                    <a:pt x="11475" y="9836"/>
                  </a:lnTo>
                  <a:lnTo>
                    <a:pt x="6557" y="11475"/>
                  </a:lnTo>
                  <a:lnTo>
                    <a:pt x="3279" y="16393"/>
                  </a:lnTo>
                  <a:lnTo>
                    <a:pt x="0" y="19672"/>
                  </a:lnTo>
                  <a:lnTo>
                    <a:pt x="3279" y="19672"/>
                  </a:lnTo>
                  <a:lnTo>
                    <a:pt x="6557" y="18033"/>
                  </a:lnTo>
                  <a:lnTo>
                    <a:pt x="11475" y="14754"/>
                  </a:lnTo>
                  <a:lnTo>
                    <a:pt x="14754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30" name="Freeform 3329">
              <a:extLst>
                <a:ext uri="{FF2B5EF4-FFF2-40B4-BE49-F238E27FC236}">
                  <a16:creationId xmlns:a16="http://schemas.microsoft.com/office/drawing/2014/main" id="{9AE068DC-092F-0F4D-AC3C-CE8B121FB81E}"/>
                </a:ext>
              </a:extLst>
            </p:cNvPr>
            <p:cNvSpPr/>
            <p:nvPr/>
          </p:nvSpPr>
          <p:spPr>
            <a:xfrm>
              <a:off x="1207497" y="1775563"/>
              <a:ext cx="11475" cy="8196"/>
            </a:xfrm>
            <a:custGeom>
              <a:avLst/>
              <a:gdLst>
                <a:gd name="connsiteX0" fmla="*/ 11475 w 11475"/>
                <a:gd name="connsiteY0" fmla="*/ 0 h 8196"/>
                <a:gd name="connsiteX1" fmla="*/ 11475 w 11475"/>
                <a:gd name="connsiteY1" fmla="*/ 0 h 8196"/>
                <a:gd name="connsiteX2" fmla="*/ 6557 w 11475"/>
                <a:gd name="connsiteY2" fmla="*/ 1639 h 8196"/>
                <a:gd name="connsiteX3" fmla="*/ 3279 w 11475"/>
                <a:gd name="connsiteY3" fmla="*/ 4918 h 8196"/>
                <a:gd name="connsiteX4" fmla="*/ 0 w 11475"/>
                <a:gd name="connsiteY4" fmla="*/ 8197 h 8196"/>
                <a:gd name="connsiteX5" fmla="*/ 3279 w 11475"/>
                <a:gd name="connsiteY5" fmla="*/ 6557 h 8196"/>
                <a:gd name="connsiteX6" fmla="*/ 6557 w 11475"/>
                <a:gd name="connsiteY6" fmla="*/ 6557 h 8196"/>
                <a:gd name="connsiteX7" fmla="*/ 9836 w 11475"/>
                <a:gd name="connsiteY7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8196">
                  <a:moveTo>
                    <a:pt x="11475" y="0"/>
                  </a:moveTo>
                  <a:lnTo>
                    <a:pt x="11475" y="0"/>
                  </a:lnTo>
                  <a:lnTo>
                    <a:pt x="6557" y="1639"/>
                  </a:lnTo>
                  <a:lnTo>
                    <a:pt x="3279" y="4918"/>
                  </a:lnTo>
                  <a:lnTo>
                    <a:pt x="0" y="8197"/>
                  </a:lnTo>
                  <a:lnTo>
                    <a:pt x="3279" y="6557"/>
                  </a:lnTo>
                  <a:lnTo>
                    <a:pt x="6557" y="6557"/>
                  </a:lnTo>
                  <a:lnTo>
                    <a:pt x="9836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31" name="Freeform 3330">
              <a:extLst>
                <a:ext uri="{FF2B5EF4-FFF2-40B4-BE49-F238E27FC236}">
                  <a16:creationId xmlns:a16="http://schemas.microsoft.com/office/drawing/2014/main" id="{AA223FFC-EAF8-F54C-A625-C9B17CC66921}"/>
                </a:ext>
              </a:extLst>
            </p:cNvPr>
            <p:cNvSpPr/>
            <p:nvPr/>
          </p:nvSpPr>
          <p:spPr>
            <a:xfrm>
              <a:off x="1209137" y="1805071"/>
              <a:ext cx="11475" cy="9835"/>
            </a:xfrm>
            <a:custGeom>
              <a:avLst/>
              <a:gdLst>
                <a:gd name="connsiteX0" fmla="*/ 11475 w 11475"/>
                <a:gd name="connsiteY0" fmla="*/ 0 h 9835"/>
                <a:gd name="connsiteX1" fmla="*/ 8197 w 11475"/>
                <a:gd name="connsiteY1" fmla="*/ 1639 h 9835"/>
                <a:gd name="connsiteX2" fmla="*/ 4918 w 11475"/>
                <a:gd name="connsiteY2" fmla="*/ 1639 h 9835"/>
                <a:gd name="connsiteX3" fmla="*/ 3279 w 11475"/>
                <a:gd name="connsiteY3" fmla="*/ 4918 h 9835"/>
                <a:gd name="connsiteX4" fmla="*/ 0 w 11475"/>
                <a:gd name="connsiteY4" fmla="*/ 9836 h 9835"/>
                <a:gd name="connsiteX5" fmla="*/ 3279 w 11475"/>
                <a:gd name="connsiteY5" fmla="*/ 6557 h 9835"/>
                <a:gd name="connsiteX6" fmla="*/ 6557 w 11475"/>
                <a:gd name="connsiteY6" fmla="*/ 3279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9835">
                  <a:moveTo>
                    <a:pt x="11475" y="0"/>
                  </a:moveTo>
                  <a:lnTo>
                    <a:pt x="8197" y="1639"/>
                  </a:lnTo>
                  <a:lnTo>
                    <a:pt x="4918" y="1639"/>
                  </a:lnTo>
                  <a:lnTo>
                    <a:pt x="3279" y="4918"/>
                  </a:lnTo>
                  <a:lnTo>
                    <a:pt x="0" y="9836"/>
                  </a:lnTo>
                  <a:lnTo>
                    <a:pt x="3279" y="6557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32" name="Freeform 3331">
              <a:extLst>
                <a:ext uri="{FF2B5EF4-FFF2-40B4-BE49-F238E27FC236}">
                  <a16:creationId xmlns:a16="http://schemas.microsoft.com/office/drawing/2014/main" id="{1BF66FCC-00CD-D548-8059-40D016256666}"/>
                </a:ext>
              </a:extLst>
            </p:cNvPr>
            <p:cNvSpPr/>
            <p:nvPr/>
          </p:nvSpPr>
          <p:spPr>
            <a:xfrm>
              <a:off x="1217333" y="1906710"/>
              <a:ext cx="8196" cy="1639"/>
            </a:xfrm>
            <a:custGeom>
              <a:avLst/>
              <a:gdLst>
                <a:gd name="connsiteX0" fmla="*/ 4918 w 8196"/>
                <a:gd name="connsiteY0" fmla="*/ 1639 h 1639"/>
                <a:gd name="connsiteX1" fmla="*/ 8197 w 8196"/>
                <a:gd name="connsiteY1" fmla="*/ 0 h 1639"/>
                <a:gd name="connsiteX2" fmla="*/ 4918 w 8196"/>
                <a:gd name="connsiteY2" fmla="*/ 0 h 1639"/>
                <a:gd name="connsiteX3" fmla="*/ 0 w 8196"/>
                <a:gd name="connsiteY3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4918" y="1639"/>
                  </a:moveTo>
                  <a:lnTo>
                    <a:pt x="8197" y="0"/>
                  </a:ln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33" name="Freeform 3332">
              <a:extLst>
                <a:ext uri="{FF2B5EF4-FFF2-40B4-BE49-F238E27FC236}">
                  <a16:creationId xmlns:a16="http://schemas.microsoft.com/office/drawing/2014/main" id="{4AB26773-AE83-A54E-BD74-EF3A203D60FE}"/>
                </a:ext>
              </a:extLst>
            </p:cNvPr>
            <p:cNvSpPr/>
            <p:nvPr/>
          </p:nvSpPr>
          <p:spPr>
            <a:xfrm>
              <a:off x="1222251" y="1941136"/>
              <a:ext cx="1639" cy="4918"/>
            </a:xfrm>
            <a:custGeom>
              <a:avLst/>
              <a:gdLst>
                <a:gd name="connsiteX0" fmla="*/ 1639 w 1639"/>
                <a:gd name="connsiteY0" fmla="*/ 0 h 4918"/>
                <a:gd name="connsiteX1" fmla="*/ 0 w 1639"/>
                <a:gd name="connsiteY1" fmla="*/ 1639 h 4918"/>
                <a:gd name="connsiteX2" fmla="*/ 1639 w 1639"/>
                <a:gd name="connsiteY2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4918">
                  <a:moveTo>
                    <a:pt x="1639" y="0"/>
                  </a:moveTo>
                  <a:lnTo>
                    <a:pt x="0" y="1639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34" name="Freeform 3333">
              <a:extLst>
                <a:ext uri="{FF2B5EF4-FFF2-40B4-BE49-F238E27FC236}">
                  <a16:creationId xmlns:a16="http://schemas.microsoft.com/office/drawing/2014/main" id="{AB465FFF-83DF-9E41-8B61-6DCBB077B443}"/>
                </a:ext>
              </a:extLst>
            </p:cNvPr>
            <p:cNvSpPr/>
            <p:nvPr/>
          </p:nvSpPr>
          <p:spPr>
            <a:xfrm>
              <a:off x="1223891" y="1911628"/>
              <a:ext cx="8196" cy="13114"/>
            </a:xfrm>
            <a:custGeom>
              <a:avLst/>
              <a:gdLst>
                <a:gd name="connsiteX0" fmla="*/ 0 w 8196"/>
                <a:gd name="connsiteY0" fmla="*/ 13114 h 13114"/>
                <a:gd name="connsiteX1" fmla="*/ 1639 w 8196"/>
                <a:gd name="connsiteY1" fmla="*/ 13114 h 13114"/>
                <a:gd name="connsiteX2" fmla="*/ 1639 w 8196"/>
                <a:gd name="connsiteY2" fmla="*/ 11475 h 13114"/>
                <a:gd name="connsiteX3" fmla="*/ 3279 w 8196"/>
                <a:gd name="connsiteY3" fmla="*/ 6557 h 13114"/>
                <a:gd name="connsiteX4" fmla="*/ 8197 w 8196"/>
                <a:gd name="connsiteY4" fmla="*/ 3279 h 13114"/>
                <a:gd name="connsiteX5" fmla="*/ 6557 w 8196"/>
                <a:gd name="connsiteY5" fmla="*/ 0 h 13114"/>
                <a:gd name="connsiteX6" fmla="*/ 3279 w 8196"/>
                <a:gd name="connsiteY6" fmla="*/ 1639 h 13114"/>
                <a:gd name="connsiteX7" fmla="*/ 1639 w 8196"/>
                <a:gd name="connsiteY7" fmla="*/ 4918 h 13114"/>
                <a:gd name="connsiteX8" fmla="*/ 1639 w 8196"/>
                <a:gd name="connsiteY8" fmla="*/ 819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13114">
                  <a:moveTo>
                    <a:pt x="0" y="13114"/>
                  </a:moveTo>
                  <a:lnTo>
                    <a:pt x="1639" y="13114"/>
                  </a:lnTo>
                  <a:lnTo>
                    <a:pt x="1639" y="11475"/>
                  </a:lnTo>
                  <a:lnTo>
                    <a:pt x="3279" y="6557"/>
                  </a:lnTo>
                  <a:lnTo>
                    <a:pt x="8197" y="3279"/>
                  </a:lnTo>
                  <a:lnTo>
                    <a:pt x="6557" y="0"/>
                  </a:lnTo>
                  <a:lnTo>
                    <a:pt x="3279" y="1639"/>
                  </a:lnTo>
                  <a:lnTo>
                    <a:pt x="1639" y="4918"/>
                  </a:lnTo>
                  <a:lnTo>
                    <a:pt x="163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35" name="Freeform 3334">
              <a:extLst>
                <a:ext uri="{FF2B5EF4-FFF2-40B4-BE49-F238E27FC236}">
                  <a16:creationId xmlns:a16="http://schemas.microsoft.com/office/drawing/2014/main" id="{AA7CEB29-EC3D-C842-9A83-3A0583D5A163}"/>
                </a:ext>
              </a:extLst>
            </p:cNvPr>
            <p:cNvSpPr/>
            <p:nvPr/>
          </p:nvSpPr>
          <p:spPr>
            <a:xfrm>
              <a:off x="1225530" y="1905071"/>
              <a:ext cx="6557" cy="3278"/>
            </a:xfrm>
            <a:custGeom>
              <a:avLst/>
              <a:gdLst>
                <a:gd name="connsiteX0" fmla="*/ 6557 w 6557"/>
                <a:gd name="connsiteY0" fmla="*/ 0 h 3278"/>
                <a:gd name="connsiteX1" fmla="*/ 3279 w 6557"/>
                <a:gd name="connsiteY1" fmla="*/ 1639 h 3278"/>
                <a:gd name="connsiteX2" fmla="*/ 0 w 6557"/>
                <a:gd name="connsiteY2" fmla="*/ 3279 h 3278"/>
                <a:gd name="connsiteX3" fmla="*/ 3279 w 6557"/>
                <a:gd name="connsiteY3" fmla="*/ 3279 h 3278"/>
                <a:gd name="connsiteX4" fmla="*/ 6557 w 6557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6557" y="0"/>
                  </a:moveTo>
                  <a:lnTo>
                    <a:pt x="3279" y="1639"/>
                  </a:lnTo>
                  <a:lnTo>
                    <a:pt x="0" y="3279"/>
                  </a:lnTo>
                  <a:lnTo>
                    <a:pt x="3279" y="3279"/>
                  </a:lnTo>
                  <a:lnTo>
                    <a:pt x="655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36" name="Freeform 3335">
              <a:extLst>
                <a:ext uri="{FF2B5EF4-FFF2-40B4-BE49-F238E27FC236}">
                  <a16:creationId xmlns:a16="http://schemas.microsoft.com/office/drawing/2014/main" id="{688E0DC2-7239-8343-B689-0D30AA4BBAF1}"/>
                </a:ext>
              </a:extLst>
            </p:cNvPr>
            <p:cNvSpPr/>
            <p:nvPr/>
          </p:nvSpPr>
          <p:spPr>
            <a:xfrm>
              <a:off x="1228809" y="1906710"/>
              <a:ext cx="8196" cy="11475"/>
            </a:xfrm>
            <a:custGeom>
              <a:avLst/>
              <a:gdLst>
                <a:gd name="connsiteX0" fmla="*/ 6557 w 8196"/>
                <a:gd name="connsiteY0" fmla="*/ 0 h 11475"/>
                <a:gd name="connsiteX1" fmla="*/ 3279 w 8196"/>
                <a:gd name="connsiteY1" fmla="*/ 3279 h 11475"/>
                <a:gd name="connsiteX2" fmla="*/ 0 w 8196"/>
                <a:gd name="connsiteY2" fmla="*/ 3279 h 11475"/>
                <a:gd name="connsiteX3" fmla="*/ 3279 w 8196"/>
                <a:gd name="connsiteY3" fmla="*/ 3279 h 11475"/>
                <a:gd name="connsiteX4" fmla="*/ 4918 w 8196"/>
                <a:gd name="connsiteY4" fmla="*/ 8197 h 11475"/>
                <a:gd name="connsiteX5" fmla="*/ 1639 w 8196"/>
                <a:gd name="connsiteY5" fmla="*/ 11475 h 11475"/>
                <a:gd name="connsiteX6" fmla="*/ 4918 w 8196"/>
                <a:gd name="connsiteY6" fmla="*/ 9836 h 11475"/>
                <a:gd name="connsiteX7" fmla="*/ 8197 w 8196"/>
                <a:gd name="connsiteY7" fmla="*/ 4918 h 11475"/>
                <a:gd name="connsiteX8" fmla="*/ 8197 w 8196"/>
                <a:gd name="connsiteY8" fmla="*/ 163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11475">
                  <a:moveTo>
                    <a:pt x="6557" y="0"/>
                  </a:moveTo>
                  <a:lnTo>
                    <a:pt x="3279" y="3279"/>
                  </a:lnTo>
                  <a:lnTo>
                    <a:pt x="0" y="3279"/>
                  </a:lnTo>
                  <a:lnTo>
                    <a:pt x="3279" y="3279"/>
                  </a:lnTo>
                  <a:lnTo>
                    <a:pt x="4918" y="8197"/>
                  </a:lnTo>
                  <a:lnTo>
                    <a:pt x="1639" y="11475"/>
                  </a:lnTo>
                  <a:lnTo>
                    <a:pt x="4918" y="9836"/>
                  </a:lnTo>
                  <a:lnTo>
                    <a:pt x="8197" y="4918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37" name="Freeform 3336">
              <a:extLst>
                <a:ext uri="{FF2B5EF4-FFF2-40B4-BE49-F238E27FC236}">
                  <a16:creationId xmlns:a16="http://schemas.microsoft.com/office/drawing/2014/main" id="{07E19012-DFAE-664E-B2E6-5FBC9399588A}"/>
                </a:ext>
              </a:extLst>
            </p:cNvPr>
            <p:cNvSpPr/>
            <p:nvPr/>
          </p:nvSpPr>
          <p:spPr>
            <a:xfrm>
              <a:off x="1233727" y="1916546"/>
              <a:ext cx="3278" cy="6557"/>
            </a:xfrm>
            <a:custGeom>
              <a:avLst/>
              <a:gdLst>
                <a:gd name="connsiteX0" fmla="*/ 3279 w 3278"/>
                <a:gd name="connsiteY0" fmla="*/ 0 h 6557"/>
                <a:gd name="connsiteX1" fmla="*/ 0 w 3278"/>
                <a:gd name="connsiteY1" fmla="*/ 1639 h 6557"/>
                <a:gd name="connsiteX2" fmla="*/ 0 w 3278"/>
                <a:gd name="connsiteY2" fmla="*/ 6557 h 6557"/>
                <a:gd name="connsiteX3" fmla="*/ 3279 w 3278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6557">
                  <a:moveTo>
                    <a:pt x="3279" y="0"/>
                  </a:moveTo>
                  <a:lnTo>
                    <a:pt x="0" y="1639"/>
                  </a:lnTo>
                  <a:lnTo>
                    <a:pt x="0" y="6557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38" name="Freeform 3337">
              <a:extLst>
                <a:ext uri="{FF2B5EF4-FFF2-40B4-BE49-F238E27FC236}">
                  <a16:creationId xmlns:a16="http://schemas.microsoft.com/office/drawing/2014/main" id="{AC6B74B5-F686-DB41-BD39-6D69F2E29054}"/>
                </a:ext>
              </a:extLst>
            </p:cNvPr>
            <p:cNvSpPr/>
            <p:nvPr/>
          </p:nvSpPr>
          <p:spPr>
            <a:xfrm>
              <a:off x="1235366" y="1932939"/>
              <a:ext cx="9835" cy="13114"/>
            </a:xfrm>
            <a:custGeom>
              <a:avLst/>
              <a:gdLst>
                <a:gd name="connsiteX0" fmla="*/ 9836 w 9835"/>
                <a:gd name="connsiteY0" fmla="*/ 13115 h 13114"/>
                <a:gd name="connsiteX1" fmla="*/ 8197 w 9835"/>
                <a:gd name="connsiteY1" fmla="*/ 9836 h 13114"/>
                <a:gd name="connsiteX2" fmla="*/ 8197 w 9835"/>
                <a:gd name="connsiteY2" fmla="*/ 4918 h 13114"/>
                <a:gd name="connsiteX3" fmla="*/ 3279 w 9835"/>
                <a:gd name="connsiteY3" fmla="*/ 3279 h 13114"/>
                <a:gd name="connsiteX4" fmla="*/ 0 w 9835"/>
                <a:gd name="connsiteY4" fmla="*/ 0 h 13114"/>
                <a:gd name="connsiteX5" fmla="*/ 0 w 9835"/>
                <a:gd name="connsiteY5" fmla="*/ 3279 h 13114"/>
                <a:gd name="connsiteX6" fmla="*/ 3279 w 9835"/>
                <a:gd name="connsiteY6" fmla="*/ 8197 h 13114"/>
                <a:gd name="connsiteX7" fmla="*/ 6557 w 9835"/>
                <a:gd name="connsiteY7" fmla="*/ 11476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5" h="13114">
                  <a:moveTo>
                    <a:pt x="9836" y="13115"/>
                  </a:moveTo>
                  <a:lnTo>
                    <a:pt x="8197" y="9836"/>
                  </a:lnTo>
                  <a:lnTo>
                    <a:pt x="8197" y="4918"/>
                  </a:lnTo>
                  <a:lnTo>
                    <a:pt x="3279" y="3279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3279" y="8197"/>
                  </a:lnTo>
                  <a:lnTo>
                    <a:pt x="6557" y="1147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39" name="Freeform 3338">
              <a:extLst>
                <a:ext uri="{FF2B5EF4-FFF2-40B4-BE49-F238E27FC236}">
                  <a16:creationId xmlns:a16="http://schemas.microsoft.com/office/drawing/2014/main" id="{438F5DA8-2D3B-D44C-9429-50C0F1273AA9}"/>
                </a:ext>
              </a:extLst>
            </p:cNvPr>
            <p:cNvSpPr/>
            <p:nvPr/>
          </p:nvSpPr>
          <p:spPr>
            <a:xfrm>
              <a:off x="1237005" y="1944415"/>
              <a:ext cx="4918" cy="3278"/>
            </a:xfrm>
            <a:custGeom>
              <a:avLst/>
              <a:gdLst>
                <a:gd name="connsiteX0" fmla="*/ 0 w 4918"/>
                <a:gd name="connsiteY0" fmla="*/ 0 h 3278"/>
                <a:gd name="connsiteX1" fmla="*/ 0 w 4918"/>
                <a:gd name="connsiteY1" fmla="*/ 3279 h 3278"/>
                <a:gd name="connsiteX2" fmla="*/ 4918 w 491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0" y="0"/>
                  </a:moveTo>
                  <a:lnTo>
                    <a:pt x="0" y="327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40" name="Freeform 3339">
              <a:extLst>
                <a:ext uri="{FF2B5EF4-FFF2-40B4-BE49-F238E27FC236}">
                  <a16:creationId xmlns:a16="http://schemas.microsoft.com/office/drawing/2014/main" id="{F966A88D-DF2D-9847-A3C8-5B5D0A0B9993}"/>
                </a:ext>
              </a:extLst>
            </p:cNvPr>
            <p:cNvSpPr/>
            <p:nvPr/>
          </p:nvSpPr>
          <p:spPr>
            <a:xfrm>
              <a:off x="1238645" y="1911628"/>
              <a:ext cx="4918" cy="8196"/>
            </a:xfrm>
            <a:custGeom>
              <a:avLst/>
              <a:gdLst>
                <a:gd name="connsiteX0" fmla="*/ 4918 w 4918"/>
                <a:gd name="connsiteY0" fmla="*/ 0 h 8196"/>
                <a:gd name="connsiteX1" fmla="*/ 3279 w 4918"/>
                <a:gd name="connsiteY1" fmla="*/ 0 h 8196"/>
                <a:gd name="connsiteX2" fmla="*/ 0 w 4918"/>
                <a:gd name="connsiteY2" fmla="*/ 3279 h 8196"/>
                <a:gd name="connsiteX3" fmla="*/ 1639 w 4918"/>
                <a:gd name="connsiteY3" fmla="*/ 8197 h 8196"/>
                <a:gd name="connsiteX4" fmla="*/ 4918 w 4918"/>
                <a:gd name="connsiteY4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8196">
                  <a:moveTo>
                    <a:pt x="4918" y="0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1639" y="8197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41" name="Freeform 3340">
              <a:extLst>
                <a:ext uri="{FF2B5EF4-FFF2-40B4-BE49-F238E27FC236}">
                  <a16:creationId xmlns:a16="http://schemas.microsoft.com/office/drawing/2014/main" id="{8037450D-955F-A84E-BE81-39FD8FEAEB78}"/>
                </a:ext>
              </a:extLst>
            </p:cNvPr>
            <p:cNvSpPr/>
            <p:nvPr/>
          </p:nvSpPr>
          <p:spPr>
            <a:xfrm>
              <a:off x="1243563" y="1970644"/>
              <a:ext cx="4918" cy="8196"/>
            </a:xfrm>
            <a:custGeom>
              <a:avLst/>
              <a:gdLst>
                <a:gd name="connsiteX0" fmla="*/ 1639 w 4918"/>
                <a:gd name="connsiteY0" fmla="*/ 0 h 8196"/>
                <a:gd name="connsiteX1" fmla="*/ 0 w 4918"/>
                <a:gd name="connsiteY1" fmla="*/ 1639 h 8196"/>
                <a:gd name="connsiteX2" fmla="*/ 0 w 4918"/>
                <a:gd name="connsiteY2" fmla="*/ 4918 h 8196"/>
                <a:gd name="connsiteX3" fmla="*/ 0 w 4918"/>
                <a:gd name="connsiteY3" fmla="*/ 8197 h 8196"/>
                <a:gd name="connsiteX4" fmla="*/ 3279 w 4918"/>
                <a:gd name="connsiteY4" fmla="*/ 6557 h 8196"/>
                <a:gd name="connsiteX5" fmla="*/ 4918 w 4918"/>
                <a:gd name="connsiteY5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8" h="8196">
                  <a:moveTo>
                    <a:pt x="1639" y="0"/>
                  </a:moveTo>
                  <a:lnTo>
                    <a:pt x="0" y="1639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3279" y="6557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42" name="Freeform 3341">
              <a:extLst>
                <a:ext uri="{FF2B5EF4-FFF2-40B4-BE49-F238E27FC236}">
                  <a16:creationId xmlns:a16="http://schemas.microsoft.com/office/drawing/2014/main" id="{0DDDEA32-28A9-CE47-BD20-6E5A0DBC021C}"/>
                </a:ext>
              </a:extLst>
            </p:cNvPr>
            <p:cNvSpPr/>
            <p:nvPr/>
          </p:nvSpPr>
          <p:spPr>
            <a:xfrm>
              <a:off x="1245202" y="1911628"/>
              <a:ext cx="4918" cy="3278"/>
            </a:xfrm>
            <a:custGeom>
              <a:avLst/>
              <a:gdLst>
                <a:gd name="connsiteX0" fmla="*/ 4918 w 4918"/>
                <a:gd name="connsiteY0" fmla="*/ 0 h 3278"/>
                <a:gd name="connsiteX1" fmla="*/ 3279 w 4918"/>
                <a:gd name="connsiteY1" fmla="*/ 0 h 3278"/>
                <a:gd name="connsiteX2" fmla="*/ 0 w 4918"/>
                <a:gd name="connsiteY2" fmla="*/ 3279 h 3278"/>
                <a:gd name="connsiteX3" fmla="*/ 3279 w 4918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3278">
                  <a:moveTo>
                    <a:pt x="4918" y="0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43" name="Freeform 3342">
              <a:extLst>
                <a:ext uri="{FF2B5EF4-FFF2-40B4-BE49-F238E27FC236}">
                  <a16:creationId xmlns:a16="http://schemas.microsoft.com/office/drawing/2014/main" id="{316D1D3E-9394-1F4B-9580-AA58DCF1E2A3}"/>
                </a:ext>
              </a:extLst>
            </p:cNvPr>
            <p:cNvSpPr/>
            <p:nvPr/>
          </p:nvSpPr>
          <p:spPr>
            <a:xfrm>
              <a:off x="1246841" y="1967366"/>
              <a:ext cx="6557" cy="4918"/>
            </a:xfrm>
            <a:custGeom>
              <a:avLst/>
              <a:gdLst>
                <a:gd name="connsiteX0" fmla="*/ 0 w 6557"/>
                <a:gd name="connsiteY0" fmla="*/ 0 h 4918"/>
                <a:gd name="connsiteX1" fmla="*/ 3279 w 6557"/>
                <a:gd name="connsiteY1" fmla="*/ 3279 h 4918"/>
                <a:gd name="connsiteX2" fmla="*/ 6557 w 6557"/>
                <a:gd name="connsiteY2" fmla="*/ 4918 h 4918"/>
                <a:gd name="connsiteX3" fmla="*/ 3279 w 6557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4918">
                  <a:moveTo>
                    <a:pt x="0" y="0"/>
                  </a:moveTo>
                  <a:lnTo>
                    <a:pt x="3279" y="3279"/>
                  </a:lnTo>
                  <a:lnTo>
                    <a:pt x="6557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44" name="Freeform 3343">
              <a:extLst>
                <a:ext uri="{FF2B5EF4-FFF2-40B4-BE49-F238E27FC236}">
                  <a16:creationId xmlns:a16="http://schemas.microsoft.com/office/drawing/2014/main" id="{AC5C13DA-2E51-8B44-808C-CBCD877F12B9}"/>
                </a:ext>
              </a:extLst>
            </p:cNvPr>
            <p:cNvSpPr/>
            <p:nvPr/>
          </p:nvSpPr>
          <p:spPr>
            <a:xfrm>
              <a:off x="1246841" y="1983759"/>
              <a:ext cx="6557" cy="6557"/>
            </a:xfrm>
            <a:custGeom>
              <a:avLst/>
              <a:gdLst>
                <a:gd name="connsiteX0" fmla="*/ 4918 w 6557"/>
                <a:gd name="connsiteY0" fmla="*/ 0 h 6557"/>
                <a:gd name="connsiteX1" fmla="*/ 4918 w 6557"/>
                <a:gd name="connsiteY1" fmla="*/ 0 h 6557"/>
                <a:gd name="connsiteX2" fmla="*/ 0 w 6557"/>
                <a:gd name="connsiteY2" fmla="*/ 3279 h 6557"/>
                <a:gd name="connsiteX3" fmla="*/ 3279 w 6557"/>
                <a:gd name="connsiteY3" fmla="*/ 6557 h 6557"/>
                <a:gd name="connsiteX4" fmla="*/ 6557 w 6557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6557">
                  <a:moveTo>
                    <a:pt x="4918" y="0"/>
                  </a:moveTo>
                  <a:lnTo>
                    <a:pt x="4918" y="0"/>
                  </a:lnTo>
                  <a:lnTo>
                    <a:pt x="0" y="3279"/>
                  </a:lnTo>
                  <a:lnTo>
                    <a:pt x="3279" y="6557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45" name="Freeform 3344">
              <a:extLst>
                <a:ext uri="{FF2B5EF4-FFF2-40B4-BE49-F238E27FC236}">
                  <a16:creationId xmlns:a16="http://schemas.microsoft.com/office/drawing/2014/main" id="{F85A00F7-2A6B-D94F-8A2B-BBFF6F1CCCB8}"/>
                </a:ext>
              </a:extLst>
            </p:cNvPr>
            <p:cNvSpPr/>
            <p:nvPr/>
          </p:nvSpPr>
          <p:spPr>
            <a:xfrm>
              <a:off x="1248481" y="1934579"/>
              <a:ext cx="8196" cy="4918"/>
            </a:xfrm>
            <a:custGeom>
              <a:avLst/>
              <a:gdLst>
                <a:gd name="connsiteX0" fmla="*/ 8197 w 8196"/>
                <a:gd name="connsiteY0" fmla="*/ 0 h 4918"/>
                <a:gd name="connsiteX1" fmla="*/ 6557 w 8196"/>
                <a:gd name="connsiteY1" fmla="*/ 0 h 4918"/>
                <a:gd name="connsiteX2" fmla="*/ 1639 w 8196"/>
                <a:gd name="connsiteY2" fmla="*/ 0 h 4918"/>
                <a:gd name="connsiteX3" fmla="*/ 0 w 8196"/>
                <a:gd name="connsiteY3" fmla="*/ 4918 h 4918"/>
                <a:gd name="connsiteX4" fmla="*/ 3279 w 8196"/>
                <a:gd name="connsiteY4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8197" y="0"/>
                  </a:moveTo>
                  <a:lnTo>
                    <a:pt x="6557" y="0"/>
                  </a:lnTo>
                  <a:lnTo>
                    <a:pt x="1639" y="0"/>
                  </a:lnTo>
                  <a:lnTo>
                    <a:pt x="0" y="4918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46" name="Freeform 3345">
              <a:extLst>
                <a:ext uri="{FF2B5EF4-FFF2-40B4-BE49-F238E27FC236}">
                  <a16:creationId xmlns:a16="http://schemas.microsoft.com/office/drawing/2014/main" id="{C20AA1EF-D885-1C47-8413-326E8D7C1908}"/>
                </a:ext>
              </a:extLst>
            </p:cNvPr>
            <p:cNvSpPr/>
            <p:nvPr/>
          </p:nvSpPr>
          <p:spPr>
            <a:xfrm>
              <a:off x="1255038" y="1980480"/>
              <a:ext cx="8196" cy="4918"/>
            </a:xfrm>
            <a:custGeom>
              <a:avLst/>
              <a:gdLst>
                <a:gd name="connsiteX0" fmla="*/ 6557 w 8196"/>
                <a:gd name="connsiteY0" fmla="*/ 0 h 4918"/>
                <a:gd name="connsiteX1" fmla="*/ 3279 w 8196"/>
                <a:gd name="connsiteY1" fmla="*/ 0 h 4918"/>
                <a:gd name="connsiteX2" fmla="*/ 0 w 8196"/>
                <a:gd name="connsiteY2" fmla="*/ 3279 h 4918"/>
                <a:gd name="connsiteX3" fmla="*/ 3279 w 8196"/>
                <a:gd name="connsiteY3" fmla="*/ 4918 h 4918"/>
                <a:gd name="connsiteX4" fmla="*/ 8197 w 8196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6557" y="0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3279" y="4918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47" name="Freeform 3346">
              <a:extLst>
                <a:ext uri="{FF2B5EF4-FFF2-40B4-BE49-F238E27FC236}">
                  <a16:creationId xmlns:a16="http://schemas.microsoft.com/office/drawing/2014/main" id="{6BB8673B-0A82-CD48-9445-88D665D69107}"/>
                </a:ext>
              </a:extLst>
            </p:cNvPr>
            <p:cNvSpPr/>
            <p:nvPr/>
          </p:nvSpPr>
          <p:spPr>
            <a:xfrm>
              <a:off x="1256678" y="1987038"/>
              <a:ext cx="1639" cy="3278"/>
            </a:xfrm>
            <a:custGeom>
              <a:avLst/>
              <a:gdLst>
                <a:gd name="connsiteX0" fmla="*/ 1639 w 1639"/>
                <a:gd name="connsiteY0" fmla="*/ 0 h 3278"/>
                <a:gd name="connsiteX1" fmla="*/ 0 w 1639"/>
                <a:gd name="connsiteY1" fmla="*/ 0 h 3278"/>
                <a:gd name="connsiteX2" fmla="*/ 0 w 1639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1639" y="0"/>
                  </a:move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48" name="Freeform 3347">
              <a:extLst>
                <a:ext uri="{FF2B5EF4-FFF2-40B4-BE49-F238E27FC236}">
                  <a16:creationId xmlns:a16="http://schemas.microsoft.com/office/drawing/2014/main" id="{789DFD7A-219C-0841-84E5-179741F594B1}"/>
                </a:ext>
              </a:extLst>
            </p:cNvPr>
            <p:cNvSpPr/>
            <p:nvPr/>
          </p:nvSpPr>
          <p:spPr>
            <a:xfrm>
              <a:off x="1264874" y="1949333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327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49" name="Freeform 3348">
              <a:extLst>
                <a:ext uri="{FF2B5EF4-FFF2-40B4-BE49-F238E27FC236}">
                  <a16:creationId xmlns:a16="http://schemas.microsoft.com/office/drawing/2014/main" id="{139CFB6C-6B21-334F-9C81-0A834121EA68}"/>
                </a:ext>
              </a:extLst>
            </p:cNvPr>
            <p:cNvSpPr/>
            <p:nvPr/>
          </p:nvSpPr>
          <p:spPr>
            <a:xfrm>
              <a:off x="1266514" y="1944415"/>
              <a:ext cx="4917" cy="3278"/>
            </a:xfrm>
            <a:custGeom>
              <a:avLst/>
              <a:gdLst>
                <a:gd name="connsiteX0" fmla="*/ 4918 w 4917"/>
                <a:gd name="connsiteY0" fmla="*/ 1639 h 3278"/>
                <a:gd name="connsiteX1" fmla="*/ 4918 w 4917"/>
                <a:gd name="connsiteY1" fmla="*/ 0 h 3278"/>
                <a:gd name="connsiteX2" fmla="*/ 0 w 4917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4918" y="1639"/>
                  </a:moveTo>
                  <a:lnTo>
                    <a:pt x="491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50" name="Freeform 3349">
              <a:extLst>
                <a:ext uri="{FF2B5EF4-FFF2-40B4-BE49-F238E27FC236}">
                  <a16:creationId xmlns:a16="http://schemas.microsoft.com/office/drawing/2014/main" id="{AD6F407A-8E2E-4346-87D1-D4090C620369}"/>
                </a:ext>
              </a:extLst>
            </p:cNvPr>
            <p:cNvSpPr/>
            <p:nvPr/>
          </p:nvSpPr>
          <p:spPr>
            <a:xfrm>
              <a:off x="1268153" y="1978841"/>
              <a:ext cx="1639" cy="3278"/>
            </a:xfrm>
            <a:custGeom>
              <a:avLst/>
              <a:gdLst>
                <a:gd name="connsiteX0" fmla="*/ 1639 w 1639"/>
                <a:gd name="connsiteY0" fmla="*/ 0 h 3278"/>
                <a:gd name="connsiteX1" fmla="*/ 0 w 1639"/>
                <a:gd name="connsiteY1" fmla="*/ 0 h 3278"/>
                <a:gd name="connsiteX2" fmla="*/ 1639 w 1639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1639" y="0"/>
                  </a:move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51" name="Freeform 3350">
              <a:extLst>
                <a:ext uri="{FF2B5EF4-FFF2-40B4-BE49-F238E27FC236}">
                  <a16:creationId xmlns:a16="http://schemas.microsoft.com/office/drawing/2014/main" id="{7E0031FE-A670-754A-A5E0-CAD5CF91A9D5}"/>
                </a:ext>
              </a:extLst>
            </p:cNvPr>
            <p:cNvSpPr/>
            <p:nvPr/>
          </p:nvSpPr>
          <p:spPr>
            <a:xfrm>
              <a:off x="3246832" y="5557513"/>
              <a:ext cx="1639" cy="4917"/>
            </a:xfrm>
            <a:custGeom>
              <a:avLst/>
              <a:gdLst>
                <a:gd name="connsiteX0" fmla="*/ 1639 w 1639"/>
                <a:gd name="connsiteY0" fmla="*/ 4918 h 4917"/>
                <a:gd name="connsiteX1" fmla="*/ 1639 w 1639"/>
                <a:gd name="connsiteY1" fmla="*/ 4918 h 4917"/>
                <a:gd name="connsiteX2" fmla="*/ 0 w 1639"/>
                <a:gd name="connsiteY2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4917">
                  <a:moveTo>
                    <a:pt x="1639" y="4918"/>
                  </a:moveTo>
                  <a:lnTo>
                    <a:pt x="1639" y="49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52" name="Freeform 3351">
              <a:extLst>
                <a:ext uri="{FF2B5EF4-FFF2-40B4-BE49-F238E27FC236}">
                  <a16:creationId xmlns:a16="http://schemas.microsoft.com/office/drawing/2014/main" id="{4207D1AD-8B5E-3044-8DCF-7DF66D8C1DCE}"/>
                </a:ext>
              </a:extLst>
            </p:cNvPr>
            <p:cNvSpPr/>
            <p:nvPr/>
          </p:nvSpPr>
          <p:spPr>
            <a:xfrm>
              <a:off x="3340274" y="6519804"/>
              <a:ext cx="26229" cy="8196"/>
            </a:xfrm>
            <a:custGeom>
              <a:avLst/>
              <a:gdLst>
                <a:gd name="connsiteX0" fmla="*/ 3279 w 26229"/>
                <a:gd name="connsiteY0" fmla="*/ 8197 h 8196"/>
                <a:gd name="connsiteX1" fmla="*/ 8197 w 26229"/>
                <a:gd name="connsiteY1" fmla="*/ 4918 h 8196"/>
                <a:gd name="connsiteX2" fmla="*/ 11476 w 26229"/>
                <a:gd name="connsiteY2" fmla="*/ 3278 h 8196"/>
                <a:gd name="connsiteX3" fmla="*/ 14754 w 26229"/>
                <a:gd name="connsiteY3" fmla="*/ 3278 h 8196"/>
                <a:gd name="connsiteX4" fmla="*/ 18033 w 26229"/>
                <a:gd name="connsiteY4" fmla="*/ 3278 h 8196"/>
                <a:gd name="connsiteX5" fmla="*/ 22951 w 26229"/>
                <a:gd name="connsiteY5" fmla="*/ 1639 h 8196"/>
                <a:gd name="connsiteX6" fmla="*/ 26229 w 26229"/>
                <a:gd name="connsiteY6" fmla="*/ 0 h 8196"/>
                <a:gd name="connsiteX7" fmla="*/ 22951 w 26229"/>
                <a:gd name="connsiteY7" fmla="*/ 0 h 8196"/>
                <a:gd name="connsiteX8" fmla="*/ 18033 w 26229"/>
                <a:gd name="connsiteY8" fmla="*/ 0 h 8196"/>
                <a:gd name="connsiteX9" fmla="*/ 14754 w 26229"/>
                <a:gd name="connsiteY9" fmla="*/ 0 h 8196"/>
                <a:gd name="connsiteX10" fmla="*/ 11476 w 26229"/>
                <a:gd name="connsiteY10" fmla="*/ 0 h 8196"/>
                <a:gd name="connsiteX11" fmla="*/ 8197 w 26229"/>
                <a:gd name="connsiteY11" fmla="*/ 1639 h 8196"/>
                <a:gd name="connsiteX12" fmla="*/ 3279 w 26229"/>
                <a:gd name="connsiteY12" fmla="*/ 3278 h 8196"/>
                <a:gd name="connsiteX13" fmla="*/ 0 w 26229"/>
                <a:gd name="connsiteY13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229" h="8196">
                  <a:moveTo>
                    <a:pt x="3279" y="8197"/>
                  </a:moveTo>
                  <a:lnTo>
                    <a:pt x="8197" y="4918"/>
                  </a:lnTo>
                  <a:lnTo>
                    <a:pt x="11476" y="3278"/>
                  </a:lnTo>
                  <a:lnTo>
                    <a:pt x="14754" y="3278"/>
                  </a:lnTo>
                  <a:lnTo>
                    <a:pt x="18033" y="3278"/>
                  </a:lnTo>
                  <a:lnTo>
                    <a:pt x="22951" y="1639"/>
                  </a:lnTo>
                  <a:lnTo>
                    <a:pt x="26229" y="0"/>
                  </a:lnTo>
                  <a:lnTo>
                    <a:pt x="22951" y="0"/>
                  </a:lnTo>
                  <a:lnTo>
                    <a:pt x="18033" y="0"/>
                  </a:lnTo>
                  <a:lnTo>
                    <a:pt x="14754" y="0"/>
                  </a:lnTo>
                  <a:lnTo>
                    <a:pt x="11476" y="0"/>
                  </a:lnTo>
                  <a:lnTo>
                    <a:pt x="8197" y="1639"/>
                  </a:lnTo>
                  <a:lnTo>
                    <a:pt x="3279" y="3278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53" name="Freeform 3352">
              <a:extLst>
                <a:ext uri="{FF2B5EF4-FFF2-40B4-BE49-F238E27FC236}">
                  <a16:creationId xmlns:a16="http://schemas.microsoft.com/office/drawing/2014/main" id="{C87883DA-F8FB-F54B-A489-7F0C0C2F2CC8}"/>
                </a:ext>
              </a:extLst>
            </p:cNvPr>
            <p:cNvSpPr/>
            <p:nvPr/>
          </p:nvSpPr>
          <p:spPr>
            <a:xfrm>
              <a:off x="6876324" y="4375551"/>
              <a:ext cx="14753" cy="31147"/>
            </a:xfrm>
            <a:custGeom>
              <a:avLst/>
              <a:gdLst>
                <a:gd name="connsiteX0" fmla="*/ 0 w 14753"/>
                <a:gd name="connsiteY0" fmla="*/ 13115 h 31147"/>
                <a:gd name="connsiteX1" fmla="*/ 0 w 14753"/>
                <a:gd name="connsiteY1" fmla="*/ 16393 h 31147"/>
                <a:gd name="connsiteX2" fmla="*/ 0 w 14753"/>
                <a:gd name="connsiteY2" fmla="*/ 21312 h 31147"/>
                <a:gd name="connsiteX3" fmla="*/ 1639 w 14753"/>
                <a:gd name="connsiteY3" fmla="*/ 24590 h 31147"/>
                <a:gd name="connsiteX4" fmla="*/ 3278 w 14753"/>
                <a:gd name="connsiteY4" fmla="*/ 22951 h 31147"/>
                <a:gd name="connsiteX5" fmla="*/ 6557 w 14753"/>
                <a:gd name="connsiteY5" fmla="*/ 26229 h 31147"/>
                <a:gd name="connsiteX6" fmla="*/ 9836 w 14753"/>
                <a:gd name="connsiteY6" fmla="*/ 31147 h 31147"/>
                <a:gd name="connsiteX7" fmla="*/ 13114 w 14753"/>
                <a:gd name="connsiteY7" fmla="*/ 31147 h 31147"/>
                <a:gd name="connsiteX8" fmla="*/ 14754 w 14753"/>
                <a:gd name="connsiteY8" fmla="*/ 29508 h 31147"/>
                <a:gd name="connsiteX9" fmla="*/ 13114 w 14753"/>
                <a:gd name="connsiteY9" fmla="*/ 26229 h 31147"/>
                <a:gd name="connsiteX10" fmla="*/ 13114 w 14753"/>
                <a:gd name="connsiteY10" fmla="*/ 21312 h 31147"/>
                <a:gd name="connsiteX11" fmla="*/ 11475 w 14753"/>
                <a:gd name="connsiteY11" fmla="*/ 18033 h 31147"/>
                <a:gd name="connsiteX12" fmla="*/ 8197 w 14753"/>
                <a:gd name="connsiteY12" fmla="*/ 19672 h 31147"/>
                <a:gd name="connsiteX13" fmla="*/ 8197 w 14753"/>
                <a:gd name="connsiteY13" fmla="*/ 16393 h 31147"/>
                <a:gd name="connsiteX14" fmla="*/ 8197 w 14753"/>
                <a:gd name="connsiteY14" fmla="*/ 13115 h 31147"/>
                <a:gd name="connsiteX15" fmla="*/ 8197 w 14753"/>
                <a:gd name="connsiteY15" fmla="*/ 11476 h 31147"/>
                <a:gd name="connsiteX16" fmla="*/ 6557 w 14753"/>
                <a:gd name="connsiteY16" fmla="*/ 8197 h 31147"/>
                <a:gd name="connsiteX17" fmla="*/ 6557 w 14753"/>
                <a:gd name="connsiteY17" fmla="*/ 3279 h 31147"/>
                <a:gd name="connsiteX18" fmla="*/ 4918 w 14753"/>
                <a:gd name="connsiteY18" fmla="*/ 0 h 31147"/>
                <a:gd name="connsiteX19" fmla="*/ 3278 w 14753"/>
                <a:gd name="connsiteY19" fmla="*/ 3279 h 31147"/>
                <a:gd name="connsiteX20" fmla="*/ 3278 w 14753"/>
                <a:gd name="connsiteY20" fmla="*/ 6557 h 31147"/>
                <a:gd name="connsiteX21" fmla="*/ 0 w 14753"/>
                <a:gd name="connsiteY21" fmla="*/ 9836 h 3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753" h="31147">
                  <a:moveTo>
                    <a:pt x="0" y="13115"/>
                  </a:moveTo>
                  <a:lnTo>
                    <a:pt x="0" y="16393"/>
                  </a:lnTo>
                  <a:lnTo>
                    <a:pt x="0" y="21312"/>
                  </a:lnTo>
                  <a:lnTo>
                    <a:pt x="1639" y="24590"/>
                  </a:lnTo>
                  <a:lnTo>
                    <a:pt x="3278" y="22951"/>
                  </a:lnTo>
                  <a:lnTo>
                    <a:pt x="6557" y="26229"/>
                  </a:lnTo>
                  <a:lnTo>
                    <a:pt x="9836" y="31147"/>
                  </a:lnTo>
                  <a:lnTo>
                    <a:pt x="13114" y="31147"/>
                  </a:lnTo>
                  <a:lnTo>
                    <a:pt x="14754" y="29508"/>
                  </a:lnTo>
                  <a:lnTo>
                    <a:pt x="13114" y="26229"/>
                  </a:lnTo>
                  <a:lnTo>
                    <a:pt x="13114" y="21312"/>
                  </a:lnTo>
                  <a:lnTo>
                    <a:pt x="11475" y="18033"/>
                  </a:lnTo>
                  <a:lnTo>
                    <a:pt x="8197" y="19672"/>
                  </a:lnTo>
                  <a:lnTo>
                    <a:pt x="8197" y="16393"/>
                  </a:lnTo>
                  <a:lnTo>
                    <a:pt x="8197" y="13115"/>
                  </a:lnTo>
                  <a:lnTo>
                    <a:pt x="8197" y="11476"/>
                  </a:lnTo>
                  <a:lnTo>
                    <a:pt x="6557" y="8197"/>
                  </a:lnTo>
                  <a:lnTo>
                    <a:pt x="6557" y="3279"/>
                  </a:lnTo>
                  <a:lnTo>
                    <a:pt x="4918" y="0"/>
                  </a:lnTo>
                  <a:lnTo>
                    <a:pt x="3278" y="3279"/>
                  </a:lnTo>
                  <a:lnTo>
                    <a:pt x="3278" y="6557"/>
                  </a:lnTo>
                  <a:lnTo>
                    <a:pt x="0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54" name="Freeform 3353">
              <a:extLst>
                <a:ext uri="{FF2B5EF4-FFF2-40B4-BE49-F238E27FC236}">
                  <a16:creationId xmlns:a16="http://schemas.microsoft.com/office/drawing/2014/main" id="{5242957E-6ED9-8C46-91DA-C75DE0F3A3FB}"/>
                </a:ext>
              </a:extLst>
            </p:cNvPr>
            <p:cNvSpPr/>
            <p:nvPr/>
          </p:nvSpPr>
          <p:spPr>
            <a:xfrm>
              <a:off x="6892717" y="4462436"/>
              <a:ext cx="8196" cy="13114"/>
            </a:xfrm>
            <a:custGeom>
              <a:avLst/>
              <a:gdLst>
                <a:gd name="connsiteX0" fmla="*/ 0 w 8196"/>
                <a:gd name="connsiteY0" fmla="*/ 13114 h 13114"/>
                <a:gd name="connsiteX1" fmla="*/ 3278 w 8196"/>
                <a:gd name="connsiteY1" fmla="*/ 9836 h 13114"/>
                <a:gd name="connsiteX2" fmla="*/ 8197 w 8196"/>
                <a:gd name="connsiteY2" fmla="*/ 8197 h 13114"/>
                <a:gd name="connsiteX3" fmla="*/ 8197 w 8196"/>
                <a:gd name="connsiteY3" fmla="*/ 3278 h 13114"/>
                <a:gd name="connsiteX4" fmla="*/ 8197 w 8196"/>
                <a:gd name="connsiteY4" fmla="*/ 0 h 13114"/>
                <a:gd name="connsiteX5" fmla="*/ 4918 w 8196"/>
                <a:gd name="connsiteY5" fmla="*/ 3278 h 13114"/>
                <a:gd name="connsiteX6" fmla="*/ 1639 w 8196"/>
                <a:gd name="connsiteY6" fmla="*/ 4918 h 13114"/>
                <a:gd name="connsiteX7" fmla="*/ 0 w 8196"/>
                <a:gd name="connsiteY7" fmla="*/ 819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96" h="13114">
                  <a:moveTo>
                    <a:pt x="0" y="13114"/>
                  </a:moveTo>
                  <a:lnTo>
                    <a:pt x="3278" y="9836"/>
                  </a:lnTo>
                  <a:lnTo>
                    <a:pt x="8197" y="8197"/>
                  </a:lnTo>
                  <a:lnTo>
                    <a:pt x="8197" y="3278"/>
                  </a:lnTo>
                  <a:lnTo>
                    <a:pt x="8197" y="0"/>
                  </a:lnTo>
                  <a:lnTo>
                    <a:pt x="4918" y="3278"/>
                  </a:lnTo>
                  <a:lnTo>
                    <a:pt x="1639" y="4918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55" name="Freeform 3354">
              <a:extLst>
                <a:ext uri="{FF2B5EF4-FFF2-40B4-BE49-F238E27FC236}">
                  <a16:creationId xmlns:a16="http://schemas.microsoft.com/office/drawing/2014/main" id="{B888125F-8977-C443-8A64-7237A98A4BC5}"/>
                </a:ext>
              </a:extLst>
            </p:cNvPr>
            <p:cNvSpPr/>
            <p:nvPr/>
          </p:nvSpPr>
          <p:spPr>
            <a:xfrm>
              <a:off x="6894357" y="4339486"/>
              <a:ext cx="8196" cy="24590"/>
            </a:xfrm>
            <a:custGeom>
              <a:avLst/>
              <a:gdLst>
                <a:gd name="connsiteX0" fmla="*/ 1639 w 8196"/>
                <a:gd name="connsiteY0" fmla="*/ 3278 h 24590"/>
                <a:gd name="connsiteX1" fmla="*/ 1639 w 8196"/>
                <a:gd name="connsiteY1" fmla="*/ 4918 h 24590"/>
                <a:gd name="connsiteX2" fmla="*/ 1639 w 8196"/>
                <a:gd name="connsiteY2" fmla="*/ 8197 h 24590"/>
                <a:gd name="connsiteX3" fmla="*/ 3278 w 8196"/>
                <a:gd name="connsiteY3" fmla="*/ 11475 h 24590"/>
                <a:gd name="connsiteX4" fmla="*/ 0 w 8196"/>
                <a:gd name="connsiteY4" fmla="*/ 13114 h 24590"/>
                <a:gd name="connsiteX5" fmla="*/ 3278 w 8196"/>
                <a:gd name="connsiteY5" fmla="*/ 14754 h 24590"/>
                <a:gd name="connsiteX6" fmla="*/ 0 w 8196"/>
                <a:gd name="connsiteY6" fmla="*/ 18032 h 24590"/>
                <a:gd name="connsiteX7" fmla="*/ 0 w 8196"/>
                <a:gd name="connsiteY7" fmla="*/ 21311 h 24590"/>
                <a:gd name="connsiteX8" fmla="*/ 3278 w 8196"/>
                <a:gd name="connsiteY8" fmla="*/ 24590 h 24590"/>
                <a:gd name="connsiteX9" fmla="*/ 4918 w 8196"/>
                <a:gd name="connsiteY9" fmla="*/ 19672 h 24590"/>
                <a:gd name="connsiteX10" fmla="*/ 6557 w 8196"/>
                <a:gd name="connsiteY10" fmla="*/ 16393 h 24590"/>
                <a:gd name="connsiteX11" fmla="*/ 8197 w 8196"/>
                <a:gd name="connsiteY11" fmla="*/ 13114 h 24590"/>
                <a:gd name="connsiteX12" fmla="*/ 8197 w 8196"/>
                <a:gd name="connsiteY12" fmla="*/ 11475 h 24590"/>
                <a:gd name="connsiteX13" fmla="*/ 6557 w 8196"/>
                <a:gd name="connsiteY13" fmla="*/ 6557 h 24590"/>
                <a:gd name="connsiteX14" fmla="*/ 8197 w 8196"/>
                <a:gd name="connsiteY14" fmla="*/ 3278 h 24590"/>
                <a:gd name="connsiteX15" fmla="*/ 8197 w 8196"/>
                <a:gd name="connsiteY15" fmla="*/ 3278 h 24590"/>
                <a:gd name="connsiteX16" fmla="*/ 4918 w 8196"/>
                <a:gd name="connsiteY16" fmla="*/ 1639 h 24590"/>
                <a:gd name="connsiteX17" fmla="*/ 1639 w 8196"/>
                <a:gd name="connsiteY17" fmla="*/ 0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196" h="24590">
                  <a:moveTo>
                    <a:pt x="1639" y="3278"/>
                  </a:moveTo>
                  <a:lnTo>
                    <a:pt x="1639" y="4918"/>
                  </a:lnTo>
                  <a:lnTo>
                    <a:pt x="1639" y="8197"/>
                  </a:lnTo>
                  <a:lnTo>
                    <a:pt x="3278" y="11475"/>
                  </a:lnTo>
                  <a:lnTo>
                    <a:pt x="0" y="13114"/>
                  </a:lnTo>
                  <a:lnTo>
                    <a:pt x="3278" y="14754"/>
                  </a:lnTo>
                  <a:lnTo>
                    <a:pt x="0" y="18032"/>
                  </a:lnTo>
                  <a:lnTo>
                    <a:pt x="0" y="21311"/>
                  </a:lnTo>
                  <a:lnTo>
                    <a:pt x="3278" y="24590"/>
                  </a:lnTo>
                  <a:lnTo>
                    <a:pt x="4918" y="19672"/>
                  </a:lnTo>
                  <a:lnTo>
                    <a:pt x="6557" y="16393"/>
                  </a:lnTo>
                  <a:lnTo>
                    <a:pt x="8197" y="13114"/>
                  </a:lnTo>
                  <a:lnTo>
                    <a:pt x="8197" y="11475"/>
                  </a:lnTo>
                  <a:lnTo>
                    <a:pt x="6557" y="6557"/>
                  </a:lnTo>
                  <a:lnTo>
                    <a:pt x="8197" y="3278"/>
                  </a:lnTo>
                  <a:lnTo>
                    <a:pt x="8197" y="3278"/>
                  </a:lnTo>
                  <a:lnTo>
                    <a:pt x="4918" y="163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56" name="Freeform 3355">
              <a:extLst>
                <a:ext uri="{FF2B5EF4-FFF2-40B4-BE49-F238E27FC236}">
                  <a16:creationId xmlns:a16="http://schemas.microsoft.com/office/drawing/2014/main" id="{02B19CE7-DD5D-394D-BCED-7D168AEB4ADE}"/>
                </a:ext>
              </a:extLst>
            </p:cNvPr>
            <p:cNvSpPr/>
            <p:nvPr/>
          </p:nvSpPr>
          <p:spPr>
            <a:xfrm>
              <a:off x="8151728" y="4442764"/>
              <a:ext cx="4917" cy="8196"/>
            </a:xfrm>
            <a:custGeom>
              <a:avLst/>
              <a:gdLst>
                <a:gd name="connsiteX0" fmla="*/ 3278 w 4917"/>
                <a:gd name="connsiteY0" fmla="*/ 8197 h 8196"/>
                <a:gd name="connsiteX1" fmla="*/ 3278 w 4917"/>
                <a:gd name="connsiteY1" fmla="*/ 8197 h 8196"/>
                <a:gd name="connsiteX2" fmla="*/ 4918 w 4917"/>
                <a:gd name="connsiteY2" fmla="*/ 3279 h 8196"/>
                <a:gd name="connsiteX3" fmla="*/ 4918 w 4917"/>
                <a:gd name="connsiteY3" fmla="*/ 0 h 8196"/>
                <a:gd name="connsiteX4" fmla="*/ 3278 w 4917"/>
                <a:gd name="connsiteY4" fmla="*/ 3279 h 8196"/>
                <a:gd name="connsiteX5" fmla="*/ 0 w 4917"/>
                <a:gd name="connsiteY5" fmla="*/ 0 h 8196"/>
                <a:gd name="connsiteX6" fmla="*/ 3278 w 4917"/>
                <a:gd name="connsiteY6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17" h="8196">
                  <a:moveTo>
                    <a:pt x="3278" y="8197"/>
                  </a:moveTo>
                  <a:lnTo>
                    <a:pt x="3278" y="8197"/>
                  </a:lnTo>
                  <a:lnTo>
                    <a:pt x="4918" y="3279"/>
                  </a:lnTo>
                  <a:lnTo>
                    <a:pt x="4918" y="0"/>
                  </a:lnTo>
                  <a:lnTo>
                    <a:pt x="3278" y="3279"/>
                  </a:lnTo>
                  <a:lnTo>
                    <a:pt x="0" y="0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57" name="Freeform 3356">
              <a:extLst>
                <a:ext uri="{FF2B5EF4-FFF2-40B4-BE49-F238E27FC236}">
                  <a16:creationId xmlns:a16="http://schemas.microsoft.com/office/drawing/2014/main" id="{4B1A76A2-B8FA-1F4B-913A-C4E36FEB60BD}"/>
                </a:ext>
              </a:extLst>
            </p:cNvPr>
            <p:cNvSpPr/>
            <p:nvPr/>
          </p:nvSpPr>
          <p:spPr>
            <a:xfrm>
              <a:off x="1114055" y="1047698"/>
              <a:ext cx="2488513" cy="1224584"/>
            </a:xfrm>
            <a:custGeom>
              <a:avLst/>
              <a:gdLst>
                <a:gd name="connsiteX0" fmla="*/ 22951 w 2488513"/>
                <a:gd name="connsiteY0" fmla="*/ 452457 h 1224584"/>
                <a:gd name="connsiteX1" fmla="*/ 19672 w 2488513"/>
                <a:gd name="connsiteY1" fmla="*/ 450818 h 1224584"/>
                <a:gd name="connsiteX2" fmla="*/ 14754 w 2488513"/>
                <a:gd name="connsiteY2" fmla="*/ 447539 h 1224584"/>
                <a:gd name="connsiteX3" fmla="*/ 11475 w 2488513"/>
                <a:gd name="connsiteY3" fmla="*/ 449178 h 1224584"/>
                <a:gd name="connsiteX4" fmla="*/ 8197 w 2488513"/>
                <a:gd name="connsiteY4" fmla="*/ 450818 h 1224584"/>
                <a:gd name="connsiteX5" fmla="*/ 4918 w 2488513"/>
                <a:gd name="connsiteY5" fmla="*/ 449178 h 1224584"/>
                <a:gd name="connsiteX6" fmla="*/ 0 w 2488513"/>
                <a:gd name="connsiteY6" fmla="*/ 449178 h 1224584"/>
                <a:gd name="connsiteX7" fmla="*/ 1639 w 2488513"/>
                <a:gd name="connsiteY7" fmla="*/ 444260 h 1224584"/>
                <a:gd name="connsiteX8" fmla="*/ 6557 w 2488513"/>
                <a:gd name="connsiteY8" fmla="*/ 440982 h 1224584"/>
                <a:gd name="connsiteX9" fmla="*/ 11475 w 2488513"/>
                <a:gd name="connsiteY9" fmla="*/ 436064 h 1224584"/>
                <a:gd name="connsiteX10" fmla="*/ 14754 w 2488513"/>
                <a:gd name="connsiteY10" fmla="*/ 432785 h 1224584"/>
                <a:gd name="connsiteX11" fmla="*/ 19672 w 2488513"/>
                <a:gd name="connsiteY11" fmla="*/ 427867 h 1224584"/>
                <a:gd name="connsiteX12" fmla="*/ 24590 w 2488513"/>
                <a:gd name="connsiteY12" fmla="*/ 424588 h 1224584"/>
                <a:gd name="connsiteX13" fmla="*/ 27869 w 2488513"/>
                <a:gd name="connsiteY13" fmla="*/ 419670 h 1224584"/>
                <a:gd name="connsiteX14" fmla="*/ 32787 w 2488513"/>
                <a:gd name="connsiteY14" fmla="*/ 416392 h 1224584"/>
                <a:gd name="connsiteX15" fmla="*/ 37705 w 2488513"/>
                <a:gd name="connsiteY15" fmla="*/ 411473 h 1224584"/>
                <a:gd name="connsiteX16" fmla="*/ 42623 w 2488513"/>
                <a:gd name="connsiteY16" fmla="*/ 408195 h 1224584"/>
                <a:gd name="connsiteX17" fmla="*/ 45901 w 2488513"/>
                <a:gd name="connsiteY17" fmla="*/ 403277 h 1224584"/>
                <a:gd name="connsiteX18" fmla="*/ 50819 w 2488513"/>
                <a:gd name="connsiteY18" fmla="*/ 399998 h 1224584"/>
                <a:gd name="connsiteX19" fmla="*/ 55737 w 2488513"/>
                <a:gd name="connsiteY19" fmla="*/ 396719 h 1224584"/>
                <a:gd name="connsiteX20" fmla="*/ 59016 w 2488513"/>
                <a:gd name="connsiteY20" fmla="*/ 391802 h 1224584"/>
                <a:gd name="connsiteX21" fmla="*/ 62295 w 2488513"/>
                <a:gd name="connsiteY21" fmla="*/ 390162 h 1224584"/>
                <a:gd name="connsiteX22" fmla="*/ 65573 w 2488513"/>
                <a:gd name="connsiteY22" fmla="*/ 386883 h 1224584"/>
                <a:gd name="connsiteX23" fmla="*/ 70492 w 2488513"/>
                <a:gd name="connsiteY23" fmla="*/ 381965 h 1224584"/>
                <a:gd name="connsiteX24" fmla="*/ 75409 w 2488513"/>
                <a:gd name="connsiteY24" fmla="*/ 378687 h 1224584"/>
                <a:gd name="connsiteX25" fmla="*/ 78688 w 2488513"/>
                <a:gd name="connsiteY25" fmla="*/ 375408 h 1224584"/>
                <a:gd name="connsiteX26" fmla="*/ 83606 w 2488513"/>
                <a:gd name="connsiteY26" fmla="*/ 370490 h 1224584"/>
                <a:gd name="connsiteX27" fmla="*/ 88524 w 2488513"/>
                <a:gd name="connsiteY27" fmla="*/ 367211 h 1224584"/>
                <a:gd name="connsiteX28" fmla="*/ 93442 w 2488513"/>
                <a:gd name="connsiteY28" fmla="*/ 362293 h 1224584"/>
                <a:gd name="connsiteX29" fmla="*/ 96721 w 2488513"/>
                <a:gd name="connsiteY29" fmla="*/ 359015 h 1224584"/>
                <a:gd name="connsiteX30" fmla="*/ 101639 w 2488513"/>
                <a:gd name="connsiteY30" fmla="*/ 355736 h 1224584"/>
                <a:gd name="connsiteX31" fmla="*/ 106557 w 2488513"/>
                <a:gd name="connsiteY31" fmla="*/ 350818 h 1224584"/>
                <a:gd name="connsiteX32" fmla="*/ 111475 w 2488513"/>
                <a:gd name="connsiteY32" fmla="*/ 347539 h 1224584"/>
                <a:gd name="connsiteX33" fmla="*/ 114754 w 2488513"/>
                <a:gd name="connsiteY33" fmla="*/ 342621 h 1224584"/>
                <a:gd name="connsiteX34" fmla="*/ 119672 w 2488513"/>
                <a:gd name="connsiteY34" fmla="*/ 339343 h 1224584"/>
                <a:gd name="connsiteX35" fmla="*/ 124590 w 2488513"/>
                <a:gd name="connsiteY35" fmla="*/ 336064 h 1224584"/>
                <a:gd name="connsiteX36" fmla="*/ 129508 w 2488513"/>
                <a:gd name="connsiteY36" fmla="*/ 331146 h 1224584"/>
                <a:gd name="connsiteX37" fmla="*/ 134426 w 2488513"/>
                <a:gd name="connsiteY37" fmla="*/ 327867 h 1224584"/>
                <a:gd name="connsiteX38" fmla="*/ 137704 w 2488513"/>
                <a:gd name="connsiteY38" fmla="*/ 322949 h 1224584"/>
                <a:gd name="connsiteX39" fmla="*/ 142622 w 2488513"/>
                <a:gd name="connsiteY39" fmla="*/ 319671 h 1224584"/>
                <a:gd name="connsiteX40" fmla="*/ 147540 w 2488513"/>
                <a:gd name="connsiteY40" fmla="*/ 314753 h 1224584"/>
                <a:gd name="connsiteX41" fmla="*/ 152458 w 2488513"/>
                <a:gd name="connsiteY41" fmla="*/ 311474 h 1224584"/>
                <a:gd name="connsiteX42" fmla="*/ 157376 w 2488513"/>
                <a:gd name="connsiteY42" fmla="*/ 308195 h 1224584"/>
                <a:gd name="connsiteX43" fmla="*/ 162294 w 2488513"/>
                <a:gd name="connsiteY43" fmla="*/ 303277 h 1224584"/>
                <a:gd name="connsiteX44" fmla="*/ 165573 w 2488513"/>
                <a:gd name="connsiteY44" fmla="*/ 299999 h 1224584"/>
                <a:gd name="connsiteX45" fmla="*/ 170491 w 2488513"/>
                <a:gd name="connsiteY45" fmla="*/ 296720 h 1224584"/>
                <a:gd name="connsiteX46" fmla="*/ 175409 w 2488513"/>
                <a:gd name="connsiteY46" fmla="*/ 291802 h 1224584"/>
                <a:gd name="connsiteX47" fmla="*/ 180327 w 2488513"/>
                <a:gd name="connsiteY47" fmla="*/ 288523 h 1224584"/>
                <a:gd name="connsiteX48" fmla="*/ 185245 w 2488513"/>
                <a:gd name="connsiteY48" fmla="*/ 283605 h 1224584"/>
                <a:gd name="connsiteX49" fmla="*/ 188524 w 2488513"/>
                <a:gd name="connsiteY49" fmla="*/ 280327 h 1224584"/>
                <a:gd name="connsiteX50" fmla="*/ 193442 w 2488513"/>
                <a:gd name="connsiteY50" fmla="*/ 277048 h 1224584"/>
                <a:gd name="connsiteX51" fmla="*/ 196720 w 2488513"/>
                <a:gd name="connsiteY51" fmla="*/ 273769 h 1224584"/>
                <a:gd name="connsiteX52" fmla="*/ 201638 w 2488513"/>
                <a:gd name="connsiteY52" fmla="*/ 270491 h 1224584"/>
                <a:gd name="connsiteX53" fmla="*/ 206556 w 2488513"/>
                <a:gd name="connsiteY53" fmla="*/ 265573 h 1224584"/>
                <a:gd name="connsiteX54" fmla="*/ 211474 w 2488513"/>
                <a:gd name="connsiteY54" fmla="*/ 262294 h 1224584"/>
                <a:gd name="connsiteX55" fmla="*/ 216393 w 2488513"/>
                <a:gd name="connsiteY55" fmla="*/ 257376 h 1224584"/>
                <a:gd name="connsiteX56" fmla="*/ 221310 w 2488513"/>
                <a:gd name="connsiteY56" fmla="*/ 254097 h 1224584"/>
                <a:gd name="connsiteX57" fmla="*/ 224589 w 2488513"/>
                <a:gd name="connsiteY57" fmla="*/ 250818 h 1224584"/>
                <a:gd name="connsiteX58" fmla="*/ 229507 w 2488513"/>
                <a:gd name="connsiteY58" fmla="*/ 245901 h 1224584"/>
                <a:gd name="connsiteX59" fmla="*/ 234425 w 2488513"/>
                <a:gd name="connsiteY59" fmla="*/ 242622 h 1224584"/>
                <a:gd name="connsiteX60" fmla="*/ 239343 w 2488513"/>
                <a:gd name="connsiteY60" fmla="*/ 239343 h 1224584"/>
                <a:gd name="connsiteX61" fmla="*/ 244261 w 2488513"/>
                <a:gd name="connsiteY61" fmla="*/ 234425 h 1224584"/>
                <a:gd name="connsiteX62" fmla="*/ 249179 w 2488513"/>
                <a:gd name="connsiteY62" fmla="*/ 231146 h 1224584"/>
                <a:gd name="connsiteX63" fmla="*/ 252458 w 2488513"/>
                <a:gd name="connsiteY63" fmla="*/ 227868 h 1224584"/>
                <a:gd name="connsiteX64" fmla="*/ 257376 w 2488513"/>
                <a:gd name="connsiteY64" fmla="*/ 222950 h 1224584"/>
                <a:gd name="connsiteX65" fmla="*/ 262294 w 2488513"/>
                <a:gd name="connsiteY65" fmla="*/ 219671 h 1224584"/>
                <a:gd name="connsiteX66" fmla="*/ 267212 w 2488513"/>
                <a:gd name="connsiteY66" fmla="*/ 216392 h 1224584"/>
                <a:gd name="connsiteX67" fmla="*/ 272130 w 2488513"/>
                <a:gd name="connsiteY67" fmla="*/ 211474 h 1224584"/>
                <a:gd name="connsiteX68" fmla="*/ 277048 w 2488513"/>
                <a:gd name="connsiteY68" fmla="*/ 208196 h 1224584"/>
                <a:gd name="connsiteX69" fmla="*/ 281966 w 2488513"/>
                <a:gd name="connsiteY69" fmla="*/ 204917 h 1224584"/>
                <a:gd name="connsiteX70" fmla="*/ 286884 w 2488513"/>
                <a:gd name="connsiteY70" fmla="*/ 199999 h 1224584"/>
                <a:gd name="connsiteX71" fmla="*/ 291802 w 2488513"/>
                <a:gd name="connsiteY71" fmla="*/ 196720 h 1224584"/>
                <a:gd name="connsiteX72" fmla="*/ 295081 w 2488513"/>
                <a:gd name="connsiteY72" fmla="*/ 193442 h 1224584"/>
                <a:gd name="connsiteX73" fmla="*/ 299999 w 2488513"/>
                <a:gd name="connsiteY73" fmla="*/ 188524 h 1224584"/>
                <a:gd name="connsiteX74" fmla="*/ 304917 w 2488513"/>
                <a:gd name="connsiteY74" fmla="*/ 185245 h 1224584"/>
                <a:gd name="connsiteX75" fmla="*/ 309835 w 2488513"/>
                <a:gd name="connsiteY75" fmla="*/ 181966 h 1224584"/>
                <a:gd name="connsiteX76" fmla="*/ 314753 w 2488513"/>
                <a:gd name="connsiteY76" fmla="*/ 177048 h 1224584"/>
                <a:gd name="connsiteX77" fmla="*/ 319671 w 2488513"/>
                <a:gd name="connsiteY77" fmla="*/ 173770 h 1224584"/>
                <a:gd name="connsiteX78" fmla="*/ 324589 w 2488513"/>
                <a:gd name="connsiteY78" fmla="*/ 170491 h 1224584"/>
                <a:gd name="connsiteX79" fmla="*/ 324589 w 2488513"/>
                <a:gd name="connsiteY79" fmla="*/ 168852 h 1224584"/>
                <a:gd name="connsiteX80" fmla="*/ 329507 w 2488513"/>
                <a:gd name="connsiteY80" fmla="*/ 165573 h 1224584"/>
                <a:gd name="connsiteX81" fmla="*/ 334425 w 2488513"/>
                <a:gd name="connsiteY81" fmla="*/ 162294 h 1224584"/>
                <a:gd name="connsiteX82" fmla="*/ 339343 w 2488513"/>
                <a:gd name="connsiteY82" fmla="*/ 159016 h 1224584"/>
                <a:gd name="connsiteX83" fmla="*/ 344261 w 2488513"/>
                <a:gd name="connsiteY83" fmla="*/ 155737 h 1224584"/>
                <a:gd name="connsiteX84" fmla="*/ 349179 w 2488513"/>
                <a:gd name="connsiteY84" fmla="*/ 150819 h 1224584"/>
                <a:gd name="connsiteX85" fmla="*/ 352457 w 2488513"/>
                <a:gd name="connsiteY85" fmla="*/ 147540 h 1224584"/>
                <a:gd name="connsiteX86" fmla="*/ 357375 w 2488513"/>
                <a:gd name="connsiteY86" fmla="*/ 144262 h 1224584"/>
                <a:gd name="connsiteX87" fmla="*/ 362293 w 2488513"/>
                <a:gd name="connsiteY87" fmla="*/ 140983 h 1224584"/>
                <a:gd name="connsiteX88" fmla="*/ 367211 w 2488513"/>
                <a:gd name="connsiteY88" fmla="*/ 136065 h 1224584"/>
                <a:gd name="connsiteX89" fmla="*/ 372130 w 2488513"/>
                <a:gd name="connsiteY89" fmla="*/ 132786 h 1224584"/>
                <a:gd name="connsiteX90" fmla="*/ 377047 w 2488513"/>
                <a:gd name="connsiteY90" fmla="*/ 127868 h 1224584"/>
                <a:gd name="connsiteX91" fmla="*/ 381966 w 2488513"/>
                <a:gd name="connsiteY91" fmla="*/ 124590 h 1224584"/>
                <a:gd name="connsiteX92" fmla="*/ 386883 w 2488513"/>
                <a:gd name="connsiteY92" fmla="*/ 121311 h 1224584"/>
                <a:gd name="connsiteX93" fmla="*/ 391802 w 2488513"/>
                <a:gd name="connsiteY93" fmla="*/ 118032 h 1224584"/>
                <a:gd name="connsiteX94" fmla="*/ 396720 w 2488513"/>
                <a:gd name="connsiteY94" fmla="*/ 113114 h 1224584"/>
                <a:gd name="connsiteX95" fmla="*/ 401638 w 2488513"/>
                <a:gd name="connsiteY95" fmla="*/ 109836 h 1224584"/>
                <a:gd name="connsiteX96" fmla="*/ 406556 w 2488513"/>
                <a:gd name="connsiteY96" fmla="*/ 106557 h 1224584"/>
                <a:gd name="connsiteX97" fmla="*/ 411474 w 2488513"/>
                <a:gd name="connsiteY97" fmla="*/ 103278 h 1224584"/>
                <a:gd name="connsiteX98" fmla="*/ 416392 w 2488513"/>
                <a:gd name="connsiteY98" fmla="*/ 98360 h 1224584"/>
                <a:gd name="connsiteX99" fmla="*/ 421310 w 2488513"/>
                <a:gd name="connsiteY99" fmla="*/ 95081 h 1224584"/>
                <a:gd name="connsiteX100" fmla="*/ 426228 w 2488513"/>
                <a:gd name="connsiteY100" fmla="*/ 91803 h 1224584"/>
                <a:gd name="connsiteX101" fmla="*/ 431146 w 2488513"/>
                <a:gd name="connsiteY101" fmla="*/ 86885 h 1224584"/>
                <a:gd name="connsiteX102" fmla="*/ 432785 w 2488513"/>
                <a:gd name="connsiteY102" fmla="*/ 85245 h 1224584"/>
                <a:gd name="connsiteX103" fmla="*/ 436064 w 2488513"/>
                <a:gd name="connsiteY103" fmla="*/ 86885 h 1224584"/>
                <a:gd name="connsiteX104" fmla="*/ 440982 w 2488513"/>
                <a:gd name="connsiteY104" fmla="*/ 86885 h 1224584"/>
                <a:gd name="connsiteX105" fmla="*/ 444260 w 2488513"/>
                <a:gd name="connsiteY105" fmla="*/ 86885 h 1224584"/>
                <a:gd name="connsiteX106" fmla="*/ 449178 w 2488513"/>
                <a:gd name="connsiteY106" fmla="*/ 88524 h 1224584"/>
                <a:gd name="connsiteX107" fmla="*/ 452457 w 2488513"/>
                <a:gd name="connsiteY107" fmla="*/ 86885 h 1224584"/>
                <a:gd name="connsiteX108" fmla="*/ 455736 w 2488513"/>
                <a:gd name="connsiteY108" fmla="*/ 86885 h 1224584"/>
                <a:gd name="connsiteX109" fmla="*/ 459014 w 2488513"/>
                <a:gd name="connsiteY109" fmla="*/ 86885 h 1224584"/>
                <a:gd name="connsiteX110" fmla="*/ 463932 w 2488513"/>
                <a:gd name="connsiteY110" fmla="*/ 86885 h 1224584"/>
                <a:gd name="connsiteX111" fmla="*/ 467211 w 2488513"/>
                <a:gd name="connsiteY111" fmla="*/ 88524 h 1224584"/>
                <a:gd name="connsiteX112" fmla="*/ 470490 w 2488513"/>
                <a:gd name="connsiteY112" fmla="*/ 88524 h 1224584"/>
                <a:gd name="connsiteX113" fmla="*/ 475408 w 2488513"/>
                <a:gd name="connsiteY113" fmla="*/ 91803 h 1224584"/>
                <a:gd name="connsiteX114" fmla="*/ 478686 w 2488513"/>
                <a:gd name="connsiteY114" fmla="*/ 90164 h 1224584"/>
                <a:gd name="connsiteX115" fmla="*/ 478686 w 2488513"/>
                <a:gd name="connsiteY115" fmla="*/ 95081 h 1224584"/>
                <a:gd name="connsiteX116" fmla="*/ 480326 w 2488513"/>
                <a:gd name="connsiteY116" fmla="*/ 98360 h 1224584"/>
                <a:gd name="connsiteX117" fmla="*/ 483604 w 2488513"/>
                <a:gd name="connsiteY117" fmla="*/ 101639 h 1224584"/>
                <a:gd name="connsiteX118" fmla="*/ 488522 w 2488513"/>
                <a:gd name="connsiteY118" fmla="*/ 98360 h 1224584"/>
                <a:gd name="connsiteX119" fmla="*/ 486883 w 2488513"/>
                <a:gd name="connsiteY119" fmla="*/ 103278 h 1224584"/>
                <a:gd name="connsiteX120" fmla="*/ 491801 w 2488513"/>
                <a:gd name="connsiteY120" fmla="*/ 106557 h 1224584"/>
                <a:gd name="connsiteX121" fmla="*/ 495080 w 2488513"/>
                <a:gd name="connsiteY121" fmla="*/ 106557 h 1224584"/>
                <a:gd name="connsiteX122" fmla="*/ 498358 w 2488513"/>
                <a:gd name="connsiteY122" fmla="*/ 109836 h 1224584"/>
                <a:gd name="connsiteX123" fmla="*/ 503276 w 2488513"/>
                <a:gd name="connsiteY123" fmla="*/ 109836 h 1224584"/>
                <a:gd name="connsiteX124" fmla="*/ 506555 w 2488513"/>
                <a:gd name="connsiteY124" fmla="*/ 111475 h 1224584"/>
                <a:gd name="connsiteX125" fmla="*/ 509834 w 2488513"/>
                <a:gd name="connsiteY125" fmla="*/ 111475 h 1224584"/>
                <a:gd name="connsiteX126" fmla="*/ 514752 w 2488513"/>
                <a:gd name="connsiteY126" fmla="*/ 114754 h 1224584"/>
                <a:gd name="connsiteX127" fmla="*/ 518030 w 2488513"/>
                <a:gd name="connsiteY127" fmla="*/ 114754 h 1224584"/>
                <a:gd name="connsiteX128" fmla="*/ 521309 w 2488513"/>
                <a:gd name="connsiteY128" fmla="*/ 113114 h 1224584"/>
                <a:gd name="connsiteX129" fmla="*/ 526227 w 2488513"/>
                <a:gd name="connsiteY129" fmla="*/ 113114 h 1224584"/>
                <a:gd name="connsiteX130" fmla="*/ 529506 w 2488513"/>
                <a:gd name="connsiteY130" fmla="*/ 113114 h 1224584"/>
                <a:gd name="connsiteX131" fmla="*/ 532784 w 2488513"/>
                <a:gd name="connsiteY131" fmla="*/ 114754 h 1224584"/>
                <a:gd name="connsiteX132" fmla="*/ 536063 w 2488513"/>
                <a:gd name="connsiteY132" fmla="*/ 114754 h 1224584"/>
                <a:gd name="connsiteX133" fmla="*/ 537703 w 2488513"/>
                <a:gd name="connsiteY133" fmla="*/ 116393 h 1224584"/>
                <a:gd name="connsiteX134" fmla="*/ 542620 w 2488513"/>
                <a:gd name="connsiteY134" fmla="*/ 118032 h 1224584"/>
                <a:gd name="connsiteX135" fmla="*/ 545899 w 2488513"/>
                <a:gd name="connsiteY135" fmla="*/ 121311 h 1224584"/>
                <a:gd name="connsiteX136" fmla="*/ 547539 w 2488513"/>
                <a:gd name="connsiteY136" fmla="*/ 122950 h 1224584"/>
                <a:gd name="connsiteX137" fmla="*/ 550817 w 2488513"/>
                <a:gd name="connsiteY137" fmla="*/ 122950 h 1224584"/>
                <a:gd name="connsiteX138" fmla="*/ 549178 w 2488513"/>
                <a:gd name="connsiteY138" fmla="*/ 118032 h 1224584"/>
                <a:gd name="connsiteX139" fmla="*/ 552457 w 2488513"/>
                <a:gd name="connsiteY139" fmla="*/ 116393 h 1224584"/>
                <a:gd name="connsiteX140" fmla="*/ 549178 w 2488513"/>
                <a:gd name="connsiteY140" fmla="*/ 114754 h 1224584"/>
                <a:gd name="connsiteX141" fmla="*/ 552457 w 2488513"/>
                <a:gd name="connsiteY141" fmla="*/ 113114 h 1224584"/>
                <a:gd name="connsiteX142" fmla="*/ 557375 w 2488513"/>
                <a:gd name="connsiteY142" fmla="*/ 113114 h 1224584"/>
                <a:gd name="connsiteX143" fmla="*/ 560653 w 2488513"/>
                <a:gd name="connsiteY143" fmla="*/ 114754 h 1224584"/>
                <a:gd name="connsiteX144" fmla="*/ 563932 w 2488513"/>
                <a:gd name="connsiteY144" fmla="*/ 114754 h 1224584"/>
                <a:gd name="connsiteX145" fmla="*/ 568850 w 2488513"/>
                <a:gd name="connsiteY145" fmla="*/ 113114 h 1224584"/>
                <a:gd name="connsiteX146" fmla="*/ 572129 w 2488513"/>
                <a:gd name="connsiteY146" fmla="*/ 113114 h 1224584"/>
                <a:gd name="connsiteX147" fmla="*/ 572129 w 2488513"/>
                <a:gd name="connsiteY147" fmla="*/ 116393 h 1224584"/>
                <a:gd name="connsiteX148" fmla="*/ 570489 w 2488513"/>
                <a:gd name="connsiteY148" fmla="*/ 121311 h 1224584"/>
                <a:gd name="connsiteX149" fmla="*/ 575407 w 2488513"/>
                <a:gd name="connsiteY149" fmla="*/ 121311 h 1224584"/>
                <a:gd name="connsiteX150" fmla="*/ 577047 w 2488513"/>
                <a:gd name="connsiteY150" fmla="*/ 121311 h 1224584"/>
                <a:gd name="connsiteX151" fmla="*/ 577047 w 2488513"/>
                <a:gd name="connsiteY151" fmla="*/ 121311 h 1224584"/>
                <a:gd name="connsiteX152" fmla="*/ 577047 w 2488513"/>
                <a:gd name="connsiteY152" fmla="*/ 121311 h 1224584"/>
                <a:gd name="connsiteX153" fmla="*/ 578686 w 2488513"/>
                <a:gd name="connsiteY153" fmla="*/ 118032 h 1224584"/>
                <a:gd name="connsiteX154" fmla="*/ 578686 w 2488513"/>
                <a:gd name="connsiteY154" fmla="*/ 114754 h 1224584"/>
                <a:gd name="connsiteX155" fmla="*/ 580325 w 2488513"/>
                <a:gd name="connsiteY155" fmla="*/ 111475 h 1224584"/>
                <a:gd name="connsiteX156" fmla="*/ 583604 w 2488513"/>
                <a:gd name="connsiteY156" fmla="*/ 108196 h 1224584"/>
                <a:gd name="connsiteX157" fmla="*/ 586883 w 2488513"/>
                <a:gd name="connsiteY157" fmla="*/ 106557 h 1224584"/>
                <a:gd name="connsiteX158" fmla="*/ 591801 w 2488513"/>
                <a:gd name="connsiteY158" fmla="*/ 106557 h 1224584"/>
                <a:gd name="connsiteX159" fmla="*/ 595079 w 2488513"/>
                <a:gd name="connsiteY159" fmla="*/ 104918 h 1224584"/>
                <a:gd name="connsiteX160" fmla="*/ 599997 w 2488513"/>
                <a:gd name="connsiteY160" fmla="*/ 103278 h 1224584"/>
                <a:gd name="connsiteX161" fmla="*/ 603276 w 2488513"/>
                <a:gd name="connsiteY161" fmla="*/ 101639 h 1224584"/>
                <a:gd name="connsiteX162" fmla="*/ 606555 w 2488513"/>
                <a:gd name="connsiteY162" fmla="*/ 100000 h 1224584"/>
                <a:gd name="connsiteX163" fmla="*/ 608194 w 2488513"/>
                <a:gd name="connsiteY163" fmla="*/ 100000 h 1224584"/>
                <a:gd name="connsiteX164" fmla="*/ 613112 w 2488513"/>
                <a:gd name="connsiteY164" fmla="*/ 98360 h 1224584"/>
                <a:gd name="connsiteX165" fmla="*/ 614751 w 2488513"/>
                <a:gd name="connsiteY165" fmla="*/ 98360 h 1224584"/>
                <a:gd name="connsiteX166" fmla="*/ 618030 w 2488513"/>
                <a:gd name="connsiteY166" fmla="*/ 96721 h 1224584"/>
                <a:gd name="connsiteX167" fmla="*/ 622948 w 2488513"/>
                <a:gd name="connsiteY167" fmla="*/ 96721 h 1224584"/>
                <a:gd name="connsiteX168" fmla="*/ 626227 w 2488513"/>
                <a:gd name="connsiteY168" fmla="*/ 95081 h 1224584"/>
                <a:gd name="connsiteX169" fmla="*/ 629505 w 2488513"/>
                <a:gd name="connsiteY169" fmla="*/ 95081 h 1224584"/>
                <a:gd name="connsiteX170" fmla="*/ 634423 w 2488513"/>
                <a:gd name="connsiteY170" fmla="*/ 95081 h 1224584"/>
                <a:gd name="connsiteX171" fmla="*/ 637702 w 2488513"/>
                <a:gd name="connsiteY171" fmla="*/ 95081 h 1224584"/>
                <a:gd name="connsiteX172" fmla="*/ 642620 w 2488513"/>
                <a:gd name="connsiteY172" fmla="*/ 93442 h 1224584"/>
                <a:gd name="connsiteX173" fmla="*/ 645899 w 2488513"/>
                <a:gd name="connsiteY173" fmla="*/ 93442 h 1224584"/>
                <a:gd name="connsiteX174" fmla="*/ 649177 w 2488513"/>
                <a:gd name="connsiteY174" fmla="*/ 91803 h 1224584"/>
                <a:gd name="connsiteX175" fmla="*/ 652456 w 2488513"/>
                <a:gd name="connsiteY175" fmla="*/ 88524 h 1224584"/>
                <a:gd name="connsiteX176" fmla="*/ 657374 w 2488513"/>
                <a:gd name="connsiteY176" fmla="*/ 86885 h 1224584"/>
                <a:gd name="connsiteX177" fmla="*/ 660653 w 2488513"/>
                <a:gd name="connsiteY177" fmla="*/ 85245 h 1224584"/>
                <a:gd name="connsiteX178" fmla="*/ 663932 w 2488513"/>
                <a:gd name="connsiteY178" fmla="*/ 85245 h 1224584"/>
                <a:gd name="connsiteX179" fmla="*/ 668849 w 2488513"/>
                <a:gd name="connsiteY179" fmla="*/ 86885 h 1224584"/>
                <a:gd name="connsiteX180" fmla="*/ 672128 w 2488513"/>
                <a:gd name="connsiteY180" fmla="*/ 85245 h 1224584"/>
                <a:gd name="connsiteX181" fmla="*/ 668849 w 2488513"/>
                <a:gd name="connsiteY181" fmla="*/ 85245 h 1224584"/>
                <a:gd name="connsiteX182" fmla="*/ 672128 w 2488513"/>
                <a:gd name="connsiteY182" fmla="*/ 81967 h 1224584"/>
                <a:gd name="connsiteX183" fmla="*/ 677046 w 2488513"/>
                <a:gd name="connsiteY183" fmla="*/ 81967 h 1224584"/>
                <a:gd name="connsiteX184" fmla="*/ 680325 w 2488513"/>
                <a:gd name="connsiteY184" fmla="*/ 81967 h 1224584"/>
                <a:gd name="connsiteX185" fmla="*/ 677046 w 2488513"/>
                <a:gd name="connsiteY185" fmla="*/ 81967 h 1224584"/>
                <a:gd name="connsiteX186" fmla="*/ 680325 w 2488513"/>
                <a:gd name="connsiteY186" fmla="*/ 85245 h 1224584"/>
                <a:gd name="connsiteX187" fmla="*/ 683604 w 2488513"/>
                <a:gd name="connsiteY187" fmla="*/ 83606 h 1224584"/>
                <a:gd name="connsiteX188" fmla="*/ 688522 w 2488513"/>
                <a:gd name="connsiteY188" fmla="*/ 81967 h 1224584"/>
                <a:gd name="connsiteX189" fmla="*/ 691800 w 2488513"/>
                <a:gd name="connsiteY189" fmla="*/ 81967 h 1224584"/>
                <a:gd name="connsiteX190" fmla="*/ 696718 w 2488513"/>
                <a:gd name="connsiteY190" fmla="*/ 80328 h 1224584"/>
                <a:gd name="connsiteX191" fmla="*/ 699997 w 2488513"/>
                <a:gd name="connsiteY191" fmla="*/ 78688 h 1224584"/>
                <a:gd name="connsiteX192" fmla="*/ 703276 w 2488513"/>
                <a:gd name="connsiteY192" fmla="*/ 78688 h 1224584"/>
                <a:gd name="connsiteX193" fmla="*/ 708194 w 2488513"/>
                <a:gd name="connsiteY193" fmla="*/ 77049 h 1224584"/>
                <a:gd name="connsiteX194" fmla="*/ 711472 w 2488513"/>
                <a:gd name="connsiteY194" fmla="*/ 77049 h 1224584"/>
                <a:gd name="connsiteX195" fmla="*/ 716390 w 2488513"/>
                <a:gd name="connsiteY195" fmla="*/ 73770 h 1224584"/>
                <a:gd name="connsiteX196" fmla="*/ 714751 w 2488513"/>
                <a:gd name="connsiteY196" fmla="*/ 78688 h 1224584"/>
                <a:gd name="connsiteX197" fmla="*/ 718029 w 2488513"/>
                <a:gd name="connsiteY197" fmla="*/ 77049 h 1224584"/>
                <a:gd name="connsiteX198" fmla="*/ 722948 w 2488513"/>
                <a:gd name="connsiteY198" fmla="*/ 75409 h 1224584"/>
                <a:gd name="connsiteX199" fmla="*/ 726226 w 2488513"/>
                <a:gd name="connsiteY199" fmla="*/ 73770 h 1224584"/>
                <a:gd name="connsiteX200" fmla="*/ 727866 w 2488513"/>
                <a:gd name="connsiteY200" fmla="*/ 72131 h 1224584"/>
                <a:gd name="connsiteX201" fmla="*/ 731144 w 2488513"/>
                <a:gd name="connsiteY201" fmla="*/ 72131 h 1224584"/>
                <a:gd name="connsiteX202" fmla="*/ 734423 w 2488513"/>
                <a:gd name="connsiteY202" fmla="*/ 68852 h 1224584"/>
                <a:gd name="connsiteX203" fmla="*/ 739341 w 2488513"/>
                <a:gd name="connsiteY203" fmla="*/ 68852 h 1224584"/>
                <a:gd name="connsiteX204" fmla="*/ 742619 w 2488513"/>
                <a:gd name="connsiteY204" fmla="*/ 68852 h 1224584"/>
                <a:gd name="connsiteX205" fmla="*/ 747538 w 2488513"/>
                <a:gd name="connsiteY205" fmla="*/ 67213 h 1224584"/>
                <a:gd name="connsiteX206" fmla="*/ 750816 w 2488513"/>
                <a:gd name="connsiteY206" fmla="*/ 67213 h 1224584"/>
                <a:gd name="connsiteX207" fmla="*/ 747538 w 2488513"/>
                <a:gd name="connsiteY207" fmla="*/ 67213 h 1224584"/>
                <a:gd name="connsiteX208" fmla="*/ 750816 w 2488513"/>
                <a:gd name="connsiteY208" fmla="*/ 67213 h 1224584"/>
                <a:gd name="connsiteX209" fmla="*/ 754095 w 2488513"/>
                <a:gd name="connsiteY209" fmla="*/ 68852 h 1224584"/>
                <a:gd name="connsiteX210" fmla="*/ 757374 w 2488513"/>
                <a:gd name="connsiteY210" fmla="*/ 68852 h 1224584"/>
                <a:gd name="connsiteX211" fmla="*/ 762292 w 2488513"/>
                <a:gd name="connsiteY211" fmla="*/ 68852 h 1224584"/>
                <a:gd name="connsiteX212" fmla="*/ 765570 w 2488513"/>
                <a:gd name="connsiteY212" fmla="*/ 67213 h 1224584"/>
                <a:gd name="connsiteX213" fmla="*/ 768849 w 2488513"/>
                <a:gd name="connsiteY213" fmla="*/ 67213 h 1224584"/>
                <a:gd name="connsiteX214" fmla="*/ 773767 w 2488513"/>
                <a:gd name="connsiteY214" fmla="*/ 63934 h 1224584"/>
                <a:gd name="connsiteX215" fmla="*/ 777046 w 2488513"/>
                <a:gd name="connsiteY215" fmla="*/ 62295 h 1224584"/>
                <a:gd name="connsiteX216" fmla="*/ 773767 w 2488513"/>
                <a:gd name="connsiteY216" fmla="*/ 67213 h 1224584"/>
                <a:gd name="connsiteX217" fmla="*/ 777046 w 2488513"/>
                <a:gd name="connsiteY217" fmla="*/ 67213 h 1224584"/>
                <a:gd name="connsiteX218" fmla="*/ 773767 w 2488513"/>
                <a:gd name="connsiteY218" fmla="*/ 70491 h 1224584"/>
                <a:gd name="connsiteX219" fmla="*/ 770488 w 2488513"/>
                <a:gd name="connsiteY219" fmla="*/ 70491 h 1224584"/>
                <a:gd name="connsiteX220" fmla="*/ 767210 w 2488513"/>
                <a:gd name="connsiteY220" fmla="*/ 72131 h 1224584"/>
                <a:gd name="connsiteX221" fmla="*/ 763931 w 2488513"/>
                <a:gd name="connsiteY221" fmla="*/ 73770 h 1224584"/>
                <a:gd name="connsiteX222" fmla="*/ 760652 w 2488513"/>
                <a:gd name="connsiteY222" fmla="*/ 73770 h 1224584"/>
                <a:gd name="connsiteX223" fmla="*/ 755734 w 2488513"/>
                <a:gd name="connsiteY223" fmla="*/ 75409 h 1224584"/>
                <a:gd name="connsiteX224" fmla="*/ 750816 w 2488513"/>
                <a:gd name="connsiteY224" fmla="*/ 77049 h 1224584"/>
                <a:gd name="connsiteX225" fmla="*/ 750816 w 2488513"/>
                <a:gd name="connsiteY225" fmla="*/ 77049 h 1224584"/>
                <a:gd name="connsiteX226" fmla="*/ 747538 w 2488513"/>
                <a:gd name="connsiteY226" fmla="*/ 77049 h 1224584"/>
                <a:gd name="connsiteX227" fmla="*/ 742619 w 2488513"/>
                <a:gd name="connsiteY227" fmla="*/ 78688 h 1224584"/>
                <a:gd name="connsiteX228" fmla="*/ 739341 w 2488513"/>
                <a:gd name="connsiteY228" fmla="*/ 78688 h 1224584"/>
                <a:gd name="connsiteX229" fmla="*/ 736062 w 2488513"/>
                <a:gd name="connsiteY229" fmla="*/ 80328 h 1224584"/>
                <a:gd name="connsiteX230" fmla="*/ 731144 w 2488513"/>
                <a:gd name="connsiteY230" fmla="*/ 80328 h 1224584"/>
                <a:gd name="connsiteX231" fmla="*/ 727866 w 2488513"/>
                <a:gd name="connsiteY231" fmla="*/ 81967 h 1224584"/>
                <a:gd name="connsiteX232" fmla="*/ 724587 w 2488513"/>
                <a:gd name="connsiteY232" fmla="*/ 83606 h 1224584"/>
                <a:gd name="connsiteX233" fmla="*/ 719669 w 2488513"/>
                <a:gd name="connsiteY233" fmla="*/ 85245 h 1224584"/>
                <a:gd name="connsiteX234" fmla="*/ 716390 w 2488513"/>
                <a:gd name="connsiteY234" fmla="*/ 85245 h 1224584"/>
                <a:gd name="connsiteX235" fmla="*/ 713112 w 2488513"/>
                <a:gd name="connsiteY235" fmla="*/ 88524 h 1224584"/>
                <a:gd name="connsiteX236" fmla="*/ 708194 w 2488513"/>
                <a:gd name="connsiteY236" fmla="*/ 88524 h 1224584"/>
                <a:gd name="connsiteX237" fmla="*/ 706554 w 2488513"/>
                <a:gd name="connsiteY237" fmla="*/ 86885 h 1224584"/>
                <a:gd name="connsiteX238" fmla="*/ 704915 w 2488513"/>
                <a:gd name="connsiteY238" fmla="*/ 90164 h 1224584"/>
                <a:gd name="connsiteX239" fmla="*/ 699997 w 2488513"/>
                <a:gd name="connsiteY239" fmla="*/ 93442 h 1224584"/>
                <a:gd name="connsiteX240" fmla="*/ 696718 w 2488513"/>
                <a:gd name="connsiteY240" fmla="*/ 95081 h 1224584"/>
                <a:gd name="connsiteX241" fmla="*/ 699997 w 2488513"/>
                <a:gd name="connsiteY241" fmla="*/ 95081 h 1224584"/>
                <a:gd name="connsiteX242" fmla="*/ 704915 w 2488513"/>
                <a:gd name="connsiteY242" fmla="*/ 91803 h 1224584"/>
                <a:gd name="connsiteX243" fmla="*/ 701636 w 2488513"/>
                <a:gd name="connsiteY243" fmla="*/ 95081 h 1224584"/>
                <a:gd name="connsiteX244" fmla="*/ 696718 w 2488513"/>
                <a:gd name="connsiteY244" fmla="*/ 96721 h 1224584"/>
                <a:gd name="connsiteX245" fmla="*/ 699997 w 2488513"/>
                <a:gd name="connsiteY245" fmla="*/ 95081 h 1224584"/>
                <a:gd name="connsiteX246" fmla="*/ 696718 w 2488513"/>
                <a:gd name="connsiteY246" fmla="*/ 98360 h 1224584"/>
                <a:gd name="connsiteX247" fmla="*/ 693439 w 2488513"/>
                <a:gd name="connsiteY247" fmla="*/ 101639 h 1224584"/>
                <a:gd name="connsiteX248" fmla="*/ 690161 w 2488513"/>
                <a:gd name="connsiteY248" fmla="*/ 103278 h 1224584"/>
                <a:gd name="connsiteX249" fmla="*/ 693439 w 2488513"/>
                <a:gd name="connsiteY249" fmla="*/ 103278 h 1224584"/>
                <a:gd name="connsiteX250" fmla="*/ 696718 w 2488513"/>
                <a:gd name="connsiteY250" fmla="*/ 100000 h 1224584"/>
                <a:gd name="connsiteX251" fmla="*/ 701636 w 2488513"/>
                <a:gd name="connsiteY251" fmla="*/ 98360 h 1224584"/>
                <a:gd name="connsiteX252" fmla="*/ 704915 w 2488513"/>
                <a:gd name="connsiteY252" fmla="*/ 95081 h 1224584"/>
                <a:gd name="connsiteX253" fmla="*/ 708194 w 2488513"/>
                <a:gd name="connsiteY253" fmla="*/ 95081 h 1224584"/>
                <a:gd name="connsiteX254" fmla="*/ 713112 w 2488513"/>
                <a:gd name="connsiteY254" fmla="*/ 93442 h 1224584"/>
                <a:gd name="connsiteX255" fmla="*/ 716390 w 2488513"/>
                <a:gd name="connsiteY255" fmla="*/ 91803 h 1224584"/>
                <a:gd name="connsiteX256" fmla="*/ 719669 w 2488513"/>
                <a:gd name="connsiteY256" fmla="*/ 90164 h 1224584"/>
                <a:gd name="connsiteX257" fmla="*/ 724587 w 2488513"/>
                <a:gd name="connsiteY257" fmla="*/ 88524 h 1224584"/>
                <a:gd name="connsiteX258" fmla="*/ 727866 w 2488513"/>
                <a:gd name="connsiteY258" fmla="*/ 85245 h 1224584"/>
                <a:gd name="connsiteX259" fmla="*/ 732784 w 2488513"/>
                <a:gd name="connsiteY259" fmla="*/ 85245 h 1224584"/>
                <a:gd name="connsiteX260" fmla="*/ 736062 w 2488513"/>
                <a:gd name="connsiteY260" fmla="*/ 83606 h 1224584"/>
                <a:gd name="connsiteX261" fmla="*/ 739341 w 2488513"/>
                <a:gd name="connsiteY261" fmla="*/ 83606 h 1224584"/>
                <a:gd name="connsiteX262" fmla="*/ 742619 w 2488513"/>
                <a:gd name="connsiteY262" fmla="*/ 81967 h 1224584"/>
                <a:gd name="connsiteX263" fmla="*/ 744259 w 2488513"/>
                <a:gd name="connsiteY263" fmla="*/ 81967 h 1224584"/>
                <a:gd name="connsiteX264" fmla="*/ 747538 w 2488513"/>
                <a:gd name="connsiteY264" fmla="*/ 81967 h 1224584"/>
                <a:gd name="connsiteX265" fmla="*/ 750816 w 2488513"/>
                <a:gd name="connsiteY265" fmla="*/ 81967 h 1224584"/>
                <a:gd name="connsiteX266" fmla="*/ 755734 w 2488513"/>
                <a:gd name="connsiteY266" fmla="*/ 80328 h 1224584"/>
                <a:gd name="connsiteX267" fmla="*/ 759013 w 2488513"/>
                <a:gd name="connsiteY267" fmla="*/ 78688 h 1224584"/>
                <a:gd name="connsiteX268" fmla="*/ 763931 w 2488513"/>
                <a:gd name="connsiteY268" fmla="*/ 78688 h 1224584"/>
                <a:gd name="connsiteX269" fmla="*/ 767210 w 2488513"/>
                <a:gd name="connsiteY269" fmla="*/ 78688 h 1224584"/>
                <a:gd name="connsiteX270" fmla="*/ 772128 w 2488513"/>
                <a:gd name="connsiteY270" fmla="*/ 78688 h 1224584"/>
                <a:gd name="connsiteX271" fmla="*/ 775406 w 2488513"/>
                <a:gd name="connsiteY271" fmla="*/ 77049 h 1224584"/>
                <a:gd name="connsiteX272" fmla="*/ 780324 w 2488513"/>
                <a:gd name="connsiteY272" fmla="*/ 75409 h 1224584"/>
                <a:gd name="connsiteX273" fmla="*/ 783603 w 2488513"/>
                <a:gd name="connsiteY273" fmla="*/ 73770 h 1224584"/>
                <a:gd name="connsiteX274" fmla="*/ 780324 w 2488513"/>
                <a:gd name="connsiteY274" fmla="*/ 77049 h 1224584"/>
                <a:gd name="connsiteX275" fmla="*/ 775406 w 2488513"/>
                <a:gd name="connsiteY275" fmla="*/ 78688 h 1224584"/>
                <a:gd name="connsiteX276" fmla="*/ 772128 w 2488513"/>
                <a:gd name="connsiteY276" fmla="*/ 78688 h 1224584"/>
                <a:gd name="connsiteX277" fmla="*/ 767210 w 2488513"/>
                <a:gd name="connsiteY277" fmla="*/ 81967 h 1224584"/>
                <a:gd name="connsiteX278" fmla="*/ 770488 w 2488513"/>
                <a:gd name="connsiteY278" fmla="*/ 85245 h 1224584"/>
                <a:gd name="connsiteX279" fmla="*/ 775406 w 2488513"/>
                <a:gd name="connsiteY279" fmla="*/ 81967 h 1224584"/>
                <a:gd name="connsiteX280" fmla="*/ 778685 w 2488513"/>
                <a:gd name="connsiteY280" fmla="*/ 81967 h 1224584"/>
                <a:gd name="connsiteX281" fmla="*/ 781964 w 2488513"/>
                <a:gd name="connsiteY281" fmla="*/ 80328 h 1224584"/>
                <a:gd name="connsiteX282" fmla="*/ 786882 w 2488513"/>
                <a:gd name="connsiteY282" fmla="*/ 78688 h 1224584"/>
                <a:gd name="connsiteX283" fmla="*/ 790160 w 2488513"/>
                <a:gd name="connsiteY283" fmla="*/ 77049 h 1224584"/>
                <a:gd name="connsiteX284" fmla="*/ 793439 w 2488513"/>
                <a:gd name="connsiteY284" fmla="*/ 75409 h 1224584"/>
                <a:gd name="connsiteX285" fmla="*/ 798357 w 2488513"/>
                <a:gd name="connsiteY285" fmla="*/ 75409 h 1224584"/>
                <a:gd name="connsiteX286" fmla="*/ 801636 w 2488513"/>
                <a:gd name="connsiteY286" fmla="*/ 73770 h 1224584"/>
                <a:gd name="connsiteX287" fmla="*/ 803275 w 2488513"/>
                <a:gd name="connsiteY287" fmla="*/ 72131 h 1224584"/>
                <a:gd name="connsiteX288" fmla="*/ 804914 w 2488513"/>
                <a:gd name="connsiteY288" fmla="*/ 68852 h 1224584"/>
                <a:gd name="connsiteX289" fmla="*/ 809832 w 2488513"/>
                <a:gd name="connsiteY289" fmla="*/ 67213 h 1224584"/>
                <a:gd name="connsiteX290" fmla="*/ 813111 w 2488513"/>
                <a:gd name="connsiteY290" fmla="*/ 67213 h 1224584"/>
                <a:gd name="connsiteX291" fmla="*/ 818029 w 2488513"/>
                <a:gd name="connsiteY291" fmla="*/ 65573 h 1224584"/>
                <a:gd name="connsiteX292" fmla="*/ 821308 w 2488513"/>
                <a:gd name="connsiteY292" fmla="*/ 65573 h 1224584"/>
                <a:gd name="connsiteX293" fmla="*/ 826226 w 2488513"/>
                <a:gd name="connsiteY293" fmla="*/ 65573 h 1224584"/>
                <a:gd name="connsiteX294" fmla="*/ 829504 w 2488513"/>
                <a:gd name="connsiteY294" fmla="*/ 65573 h 1224584"/>
                <a:gd name="connsiteX295" fmla="*/ 832783 w 2488513"/>
                <a:gd name="connsiteY295" fmla="*/ 63934 h 1224584"/>
                <a:gd name="connsiteX296" fmla="*/ 829504 w 2488513"/>
                <a:gd name="connsiteY296" fmla="*/ 63934 h 1224584"/>
                <a:gd name="connsiteX297" fmla="*/ 826226 w 2488513"/>
                <a:gd name="connsiteY297" fmla="*/ 62295 h 1224584"/>
                <a:gd name="connsiteX298" fmla="*/ 829504 w 2488513"/>
                <a:gd name="connsiteY298" fmla="*/ 59016 h 1224584"/>
                <a:gd name="connsiteX299" fmla="*/ 824586 w 2488513"/>
                <a:gd name="connsiteY299" fmla="*/ 59016 h 1224584"/>
                <a:gd name="connsiteX300" fmla="*/ 829504 w 2488513"/>
                <a:gd name="connsiteY300" fmla="*/ 55737 h 1224584"/>
                <a:gd name="connsiteX301" fmla="*/ 832783 w 2488513"/>
                <a:gd name="connsiteY301" fmla="*/ 52459 h 1224584"/>
                <a:gd name="connsiteX302" fmla="*/ 836062 w 2488513"/>
                <a:gd name="connsiteY302" fmla="*/ 52459 h 1224584"/>
                <a:gd name="connsiteX303" fmla="*/ 839341 w 2488513"/>
                <a:gd name="connsiteY303" fmla="*/ 52459 h 1224584"/>
                <a:gd name="connsiteX304" fmla="*/ 839341 w 2488513"/>
                <a:gd name="connsiteY304" fmla="*/ 52459 h 1224584"/>
                <a:gd name="connsiteX305" fmla="*/ 842619 w 2488513"/>
                <a:gd name="connsiteY305" fmla="*/ 55737 h 1224584"/>
                <a:gd name="connsiteX306" fmla="*/ 845898 w 2488513"/>
                <a:gd name="connsiteY306" fmla="*/ 60655 h 1224584"/>
                <a:gd name="connsiteX307" fmla="*/ 845898 w 2488513"/>
                <a:gd name="connsiteY307" fmla="*/ 63934 h 1224584"/>
                <a:gd name="connsiteX308" fmla="*/ 844259 w 2488513"/>
                <a:gd name="connsiteY308" fmla="*/ 67213 h 1224584"/>
                <a:gd name="connsiteX309" fmla="*/ 842619 w 2488513"/>
                <a:gd name="connsiteY309" fmla="*/ 70491 h 1224584"/>
                <a:gd name="connsiteX310" fmla="*/ 842619 w 2488513"/>
                <a:gd name="connsiteY310" fmla="*/ 72131 h 1224584"/>
                <a:gd name="connsiteX311" fmla="*/ 842619 w 2488513"/>
                <a:gd name="connsiteY311" fmla="*/ 73770 h 1224584"/>
                <a:gd name="connsiteX312" fmla="*/ 837701 w 2488513"/>
                <a:gd name="connsiteY312" fmla="*/ 78688 h 1224584"/>
                <a:gd name="connsiteX313" fmla="*/ 836062 w 2488513"/>
                <a:gd name="connsiteY313" fmla="*/ 81967 h 1224584"/>
                <a:gd name="connsiteX314" fmla="*/ 837701 w 2488513"/>
                <a:gd name="connsiteY314" fmla="*/ 85245 h 1224584"/>
                <a:gd name="connsiteX315" fmla="*/ 839341 w 2488513"/>
                <a:gd name="connsiteY315" fmla="*/ 90164 h 1224584"/>
                <a:gd name="connsiteX316" fmla="*/ 840980 w 2488513"/>
                <a:gd name="connsiteY316" fmla="*/ 93442 h 1224584"/>
                <a:gd name="connsiteX317" fmla="*/ 845898 w 2488513"/>
                <a:gd name="connsiteY317" fmla="*/ 95081 h 1224584"/>
                <a:gd name="connsiteX318" fmla="*/ 849176 w 2488513"/>
                <a:gd name="connsiteY318" fmla="*/ 96721 h 1224584"/>
                <a:gd name="connsiteX319" fmla="*/ 852455 w 2488513"/>
                <a:gd name="connsiteY319" fmla="*/ 98360 h 1224584"/>
                <a:gd name="connsiteX320" fmla="*/ 857373 w 2488513"/>
                <a:gd name="connsiteY320" fmla="*/ 95081 h 1224584"/>
                <a:gd name="connsiteX321" fmla="*/ 860652 w 2488513"/>
                <a:gd name="connsiteY321" fmla="*/ 95081 h 1224584"/>
                <a:gd name="connsiteX322" fmla="*/ 863931 w 2488513"/>
                <a:gd name="connsiteY322" fmla="*/ 95081 h 1224584"/>
                <a:gd name="connsiteX323" fmla="*/ 860652 w 2488513"/>
                <a:gd name="connsiteY323" fmla="*/ 93442 h 1224584"/>
                <a:gd name="connsiteX324" fmla="*/ 857373 w 2488513"/>
                <a:gd name="connsiteY324" fmla="*/ 93442 h 1224584"/>
                <a:gd name="connsiteX325" fmla="*/ 852455 w 2488513"/>
                <a:gd name="connsiteY325" fmla="*/ 93442 h 1224584"/>
                <a:gd name="connsiteX326" fmla="*/ 857373 w 2488513"/>
                <a:gd name="connsiteY326" fmla="*/ 91803 h 1224584"/>
                <a:gd name="connsiteX327" fmla="*/ 860652 w 2488513"/>
                <a:gd name="connsiteY327" fmla="*/ 91803 h 1224584"/>
                <a:gd name="connsiteX328" fmla="*/ 863931 w 2488513"/>
                <a:gd name="connsiteY328" fmla="*/ 90164 h 1224584"/>
                <a:gd name="connsiteX329" fmla="*/ 867209 w 2488513"/>
                <a:gd name="connsiteY329" fmla="*/ 91803 h 1224584"/>
                <a:gd name="connsiteX330" fmla="*/ 870488 w 2488513"/>
                <a:gd name="connsiteY330" fmla="*/ 88524 h 1224584"/>
                <a:gd name="connsiteX331" fmla="*/ 865570 w 2488513"/>
                <a:gd name="connsiteY331" fmla="*/ 86885 h 1224584"/>
                <a:gd name="connsiteX332" fmla="*/ 870488 w 2488513"/>
                <a:gd name="connsiteY332" fmla="*/ 85245 h 1224584"/>
                <a:gd name="connsiteX333" fmla="*/ 873766 w 2488513"/>
                <a:gd name="connsiteY333" fmla="*/ 85245 h 1224584"/>
                <a:gd name="connsiteX334" fmla="*/ 877045 w 2488513"/>
                <a:gd name="connsiteY334" fmla="*/ 83606 h 1224584"/>
                <a:gd name="connsiteX335" fmla="*/ 881963 w 2488513"/>
                <a:gd name="connsiteY335" fmla="*/ 81967 h 1224584"/>
                <a:gd name="connsiteX336" fmla="*/ 885242 w 2488513"/>
                <a:gd name="connsiteY336" fmla="*/ 83606 h 1224584"/>
                <a:gd name="connsiteX337" fmla="*/ 881963 w 2488513"/>
                <a:gd name="connsiteY337" fmla="*/ 81967 h 1224584"/>
                <a:gd name="connsiteX338" fmla="*/ 877045 w 2488513"/>
                <a:gd name="connsiteY338" fmla="*/ 81967 h 1224584"/>
                <a:gd name="connsiteX339" fmla="*/ 881963 w 2488513"/>
                <a:gd name="connsiteY339" fmla="*/ 78688 h 1224584"/>
                <a:gd name="connsiteX340" fmla="*/ 885242 w 2488513"/>
                <a:gd name="connsiteY340" fmla="*/ 78688 h 1224584"/>
                <a:gd name="connsiteX341" fmla="*/ 888521 w 2488513"/>
                <a:gd name="connsiteY341" fmla="*/ 77049 h 1224584"/>
                <a:gd name="connsiteX342" fmla="*/ 893439 w 2488513"/>
                <a:gd name="connsiteY342" fmla="*/ 75409 h 1224584"/>
                <a:gd name="connsiteX343" fmla="*/ 896717 w 2488513"/>
                <a:gd name="connsiteY343" fmla="*/ 73770 h 1224584"/>
                <a:gd name="connsiteX344" fmla="*/ 899996 w 2488513"/>
                <a:gd name="connsiteY344" fmla="*/ 73770 h 1224584"/>
                <a:gd name="connsiteX345" fmla="*/ 904914 w 2488513"/>
                <a:gd name="connsiteY345" fmla="*/ 72131 h 1224584"/>
                <a:gd name="connsiteX346" fmla="*/ 901635 w 2488513"/>
                <a:gd name="connsiteY346" fmla="*/ 72131 h 1224584"/>
                <a:gd name="connsiteX347" fmla="*/ 898356 w 2488513"/>
                <a:gd name="connsiteY347" fmla="*/ 73770 h 1224584"/>
                <a:gd name="connsiteX348" fmla="*/ 899996 w 2488513"/>
                <a:gd name="connsiteY348" fmla="*/ 72131 h 1224584"/>
                <a:gd name="connsiteX349" fmla="*/ 896717 w 2488513"/>
                <a:gd name="connsiteY349" fmla="*/ 72131 h 1224584"/>
                <a:gd name="connsiteX350" fmla="*/ 895078 w 2488513"/>
                <a:gd name="connsiteY350" fmla="*/ 72131 h 1224584"/>
                <a:gd name="connsiteX351" fmla="*/ 893439 w 2488513"/>
                <a:gd name="connsiteY351" fmla="*/ 72131 h 1224584"/>
                <a:gd name="connsiteX352" fmla="*/ 890160 w 2488513"/>
                <a:gd name="connsiteY352" fmla="*/ 73770 h 1224584"/>
                <a:gd name="connsiteX353" fmla="*/ 886881 w 2488513"/>
                <a:gd name="connsiteY353" fmla="*/ 75409 h 1224584"/>
                <a:gd name="connsiteX354" fmla="*/ 888521 w 2488513"/>
                <a:gd name="connsiteY354" fmla="*/ 72131 h 1224584"/>
                <a:gd name="connsiteX355" fmla="*/ 893439 w 2488513"/>
                <a:gd name="connsiteY355" fmla="*/ 72131 h 1224584"/>
                <a:gd name="connsiteX356" fmla="*/ 896717 w 2488513"/>
                <a:gd name="connsiteY356" fmla="*/ 70491 h 1224584"/>
                <a:gd name="connsiteX357" fmla="*/ 899996 w 2488513"/>
                <a:gd name="connsiteY357" fmla="*/ 70491 h 1224584"/>
                <a:gd name="connsiteX358" fmla="*/ 904914 w 2488513"/>
                <a:gd name="connsiteY358" fmla="*/ 70491 h 1224584"/>
                <a:gd name="connsiteX359" fmla="*/ 908193 w 2488513"/>
                <a:gd name="connsiteY359" fmla="*/ 72131 h 1224584"/>
                <a:gd name="connsiteX360" fmla="*/ 911471 w 2488513"/>
                <a:gd name="connsiteY360" fmla="*/ 70491 h 1224584"/>
                <a:gd name="connsiteX361" fmla="*/ 909832 w 2488513"/>
                <a:gd name="connsiteY361" fmla="*/ 72131 h 1224584"/>
                <a:gd name="connsiteX362" fmla="*/ 909832 w 2488513"/>
                <a:gd name="connsiteY362" fmla="*/ 72131 h 1224584"/>
                <a:gd name="connsiteX363" fmla="*/ 909832 w 2488513"/>
                <a:gd name="connsiteY363" fmla="*/ 72131 h 1224584"/>
                <a:gd name="connsiteX364" fmla="*/ 909832 w 2488513"/>
                <a:gd name="connsiteY364" fmla="*/ 72131 h 1224584"/>
                <a:gd name="connsiteX365" fmla="*/ 908193 w 2488513"/>
                <a:gd name="connsiteY365" fmla="*/ 73770 h 1224584"/>
                <a:gd name="connsiteX366" fmla="*/ 904914 w 2488513"/>
                <a:gd name="connsiteY366" fmla="*/ 77049 h 1224584"/>
                <a:gd name="connsiteX367" fmla="*/ 901635 w 2488513"/>
                <a:gd name="connsiteY367" fmla="*/ 80328 h 1224584"/>
                <a:gd name="connsiteX368" fmla="*/ 898356 w 2488513"/>
                <a:gd name="connsiteY368" fmla="*/ 83606 h 1224584"/>
                <a:gd name="connsiteX369" fmla="*/ 901635 w 2488513"/>
                <a:gd name="connsiteY369" fmla="*/ 83606 h 1224584"/>
                <a:gd name="connsiteX370" fmla="*/ 906553 w 2488513"/>
                <a:gd name="connsiteY370" fmla="*/ 85245 h 1224584"/>
                <a:gd name="connsiteX371" fmla="*/ 901635 w 2488513"/>
                <a:gd name="connsiteY371" fmla="*/ 86885 h 1224584"/>
                <a:gd name="connsiteX372" fmla="*/ 898356 w 2488513"/>
                <a:gd name="connsiteY372" fmla="*/ 88524 h 1224584"/>
                <a:gd name="connsiteX373" fmla="*/ 893439 w 2488513"/>
                <a:gd name="connsiteY373" fmla="*/ 90164 h 1224584"/>
                <a:gd name="connsiteX374" fmla="*/ 890160 w 2488513"/>
                <a:gd name="connsiteY374" fmla="*/ 91803 h 1224584"/>
                <a:gd name="connsiteX375" fmla="*/ 886881 w 2488513"/>
                <a:gd name="connsiteY375" fmla="*/ 93442 h 1224584"/>
                <a:gd name="connsiteX376" fmla="*/ 881963 w 2488513"/>
                <a:gd name="connsiteY376" fmla="*/ 96721 h 1224584"/>
                <a:gd name="connsiteX377" fmla="*/ 886881 w 2488513"/>
                <a:gd name="connsiteY377" fmla="*/ 96721 h 1224584"/>
                <a:gd name="connsiteX378" fmla="*/ 890160 w 2488513"/>
                <a:gd name="connsiteY378" fmla="*/ 96721 h 1224584"/>
                <a:gd name="connsiteX379" fmla="*/ 893439 w 2488513"/>
                <a:gd name="connsiteY379" fmla="*/ 96721 h 1224584"/>
                <a:gd name="connsiteX380" fmla="*/ 898356 w 2488513"/>
                <a:gd name="connsiteY380" fmla="*/ 96721 h 1224584"/>
                <a:gd name="connsiteX381" fmla="*/ 898356 w 2488513"/>
                <a:gd name="connsiteY381" fmla="*/ 95081 h 1224584"/>
                <a:gd name="connsiteX382" fmla="*/ 903275 w 2488513"/>
                <a:gd name="connsiteY382" fmla="*/ 96721 h 1224584"/>
                <a:gd name="connsiteX383" fmla="*/ 906553 w 2488513"/>
                <a:gd name="connsiteY383" fmla="*/ 96721 h 1224584"/>
                <a:gd name="connsiteX384" fmla="*/ 909832 w 2488513"/>
                <a:gd name="connsiteY384" fmla="*/ 95081 h 1224584"/>
                <a:gd name="connsiteX385" fmla="*/ 914750 w 2488513"/>
                <a:gd name="connsiteY385" fmla="*/ 91803 h 1224584"/>
                <a:gd name="connsiteX386" fmla="*/ 918029 w 2488513"/>
                <a:gd name="connsiteY386" fmla="*/ 91803 h 1224584"/>
                <a:gd name="connsiteX387" fmla="*/ 922947 w 2488513"/>
                <a:gd name="connsiteY387" fmla="*/ 91803 h 1224584"/>
                <a:gd name="connsiteX388" fmla="*/ 926225 w 2488513"/>
                <a:gd name="connsiteY388" fmla="*/ 88524 h 1224584"/>
                <a:gd name="connsiteX389" fmla="*/ 929504 w 2488513"/>
                <a:gd name="connsiteY389" fmla="*/ 86885 h 1224584"/>
                <a:gd name="connsiteX390" fmla="*/ 934422 w 2488513"/>
                <a:gd name="connsiteY390" fmla="*/ 83606 h 1224584"/>
                <a:gd name="connsiteX391" fmla="*/ 937701 w 2488513"/>
                <a:gd name="connsiteY391" fmla="*/ 80328 h 1224584"/>
                <a:gd name="connsiteX392" fmla="*/ 940979 w 2488513"/>
                <a:gd name="connsiteY392" fmla="*/ 78688 h 1224584"/>
                <a:gd name="connsiteX393" fmla="*/ 944258 w 2488513"/>
                <a:gd name="connsiteY393" fmla="*/ 80328 h 1224584"/>
                <a:gd name="connsiteX394" fmla="*/ 949176 w 2488513"/>
                <a:gd name="connsiteY394" fmla="*/ 80328 h 1224584"/>
                <a:gd name="connsiteX395" fmla="*/ 952455 w 2488513"/>
                <a:gd name="connsiteY395" fmla="*/ 80328 h 1224584"/>
                <a:gd name="connsiteX396" fmla="*/ 955733 w 2488513"/>
                <a:gd name="connsiteY396" fmla="*/ 80328 h 1224584"/>
                <a:gd name="connsiteX397" fmla="*/ 960651 w 2488513"/>
                <a:gd name="connsiteY397" fmla="*/ 80328 h 1224584"/>
                <a:gd name="connsiteX398" fmla="*/ 963930 w 2488513"/>
                <a:gd name="connsiteY398" fmla="*/ 80328 h 1224584"/>
                <a:gd name="connsiteX399" fmla="*/ 967209 w 2488513"/>
                <a:gd name="connsiteY399" fmla="*/ 80328 h 1224584"/>
                <a:gd name="connsiteX400" fmla="*/ 972127 w 2488513"/>
                <a:gd name="connsiteY400" fmla="*/ 80328 h 1224584"/>
                <a:gd name="connsiteX401" fmla="*/ 975406 w 2488513"/>
                <a:gd name="connsiteY401" fmla="*/ 80328 h 1224584"/>
                <a:gd name="connsiteX402" fmla="*/ 980323 w 2488513"/>
                <a:gd name="connsiteY402" fmla="*/ 81967 h 1224584"/>
                <a:gd name="connsiteX403" fmla="*/ 983602 w 2488513"/>
                <a:gd name="connsiteY403" fmla="*/ 81967 h 1224584"/>
                <a:gd name="connsiteX404" fmla="*/ 986881 w 2488513"/>
                <a:gd name="connsiteY404" fmla="*/ 83606 h 1224584"/>
                <a:gd name="connsiteX405" fmla="*/ 990159 w 2488513"/>
                <a:gd name="connsiteY405" fmla="*/ 85245 h 1224584"/>
                <a:gd name="connsiteX406" fmla="*/ 995078 w 2488513"/>
                <a:gd name="connsiteY406" fmla="*/ 88524 h 1224584"/>
                <a:gd name="connsiteX407" fmla="*/ 998356 w 2488513"/>
                <a:gd name="connsiteY407" fmla="*/ 91803 h 1224584"/>
                <a:gd name="connsiteX408" fmla="*/ 1001635 w 2488513"/>
                <a:gd name="connsiteY408" fmla="*/ 95081 h 1224584"/>
                <a:gd name="connsiteX409" fmla="*/ 1004913 w 2488513"/>
                <a:gd name="connsiteY409" fmla="*/ 96721 h 1224584"/>
                <a:gd name="connsiteX410" fmla="*/ 1006553 w 2488513"/>
                <a:gd name="connsiteY410" fmla="*/ 96721 h 1224584"/>
                <a:gd name="connsiteX411" fmla="*/ 1009831 w 2488513"/>
                <a:gd name="connsiteY411" fmla="*/ 96721 h 1224584"/>
                <a:gd name="connsiteX412" fmla="*/ 1014749 w 2488513"/>
                <a:gd name="connsiteY412" fmla="*/ 98360 h 1224584"/>
                <a:gd name="connsiteX413" fmla="*/ 1018028 w 2488513"/>
                <a:gd name="connsiteY413" fmla="*/ 98360 h 1224584"/>
                <a:gd name="connsiteX414" fmla="*/ 1021307 w 2488513"/>
                <a:gd name="connsiteY414" fmla="*/ 98360 h 1224584"/>
                <a:gd name="connsiteX415" fmla="*/ 1026225 w 2488513"/>
                <a:gd name="connsiteY415" fmla="*/ 98360 h 1224584"/>
                <a:gd name="connsiteX416" fmla="*/ 1029503 w 2488513"/>
                <a:gd name="connsiteY416" fmla="*/ 100000 h 1224584"/>
                <a:gd name="connsiteX417" fmla="*/ 1034421 w 2488513"/>
                <a:gd name="connsiteY417" fmla="*/ 100000 h 1224584"/>
                <a:gd name="connsiteX418" fmla="*/ 1037700 w 2488513"/>
                <a:gd name="connsiteY418" fmla="*/ 103278 h 1224584"/>
                <a:gd name="connsiteX419" fmla="*/ 1040979 w 2488513"/>
                <a:gd name="connsiteY419" fmla="*/ 106557 h 1224584"/>
                <a:gd name="connsiteX420" fmla="*/ 1044258 w 2488513"/>
                <a:gd name="connsiteY420" fmla="*/ 108196 h 1224584"/>
                <a:gd name="connsiteX421" fmla="*/ 1049176 w 2488513"/>
                <a:gd name="connsiteY421" fmla="*/ 109836 h 1224584"/>
                <a:gd name="connsiteX422" fmla="*/ 1052454 w 2488513"/>
                <a:gd name="connsiteY422" fmla="*/ 109836 h 1224584"/>
                <a:gd name="connsiteX423" fmla="*/ 1055733 w 2488513"/>
                <a:gd name="connsiteY423" fmla="*/ 111475 h 1224584"/>
                <a:gd name="connsiteX424" fmla="*/ 1060651 w 2488513"/>
                <a:gd name="connsiteY424" fmla="*/ 111475 h 1224584"/>
                <a:gd name="connsiteX425" fmla="*/ 1063930 w 2488513"/>
                <a:gd name="connsiteY425" fmla="*/ 113114 h 1224584"/>
                <a:gd name="connsiteX426" fmla="*/ 1067208 w 2488513"/>
                <a:gd name="connsiteY426" fmla="*/ 113114 h 1224584"/>
                <a:gd name="connsiteX427" fmla="*/ 1072126 w 2488513"/>
                <a:gd name="connsiteY427" fmla="*/ 113114 h 1224584"/>
                <a:gd name="connsiteX428" fmla="*/ 1075405 w 2488513"/>
                <a:gd name="connsiteY428" fmla="*/ 114754 h 1224584"/>
                <a:gd name="connsiteX429" fmla="*/ 1078684 w 2488513"/>
                <a:gd name="connsiteY429" fmla="*/ 114754 h 1224584"/>
                <a:gd name="connsiteX430" fmla="*/ 1083602 w 2488513"/>
                <a:gd name="connsiteY430" fmla="*/ 114754 h 1224584"/>
                <a:gd name="connsiteX431" fmla="*/ 1086880 w 2488513"/>
                <a:gd name="connsiteY431" fmla="*/ 114754 h 1224584"/>
                <a:gd name="connsiteX432" fmla="*/ 1090159 w 2488513"/>
                <a:gd name="connsiteY432" fmla="*/ 116393 h 1224584"/>
                <a:gd name="connsiteX433" fmla="*/ 1093438 w 2488513"/>
                <a:gd name="connsiteY433" fmla="*/ 114754 h 1224584"/>
                <a:gd name="connsiteX434" fmla="*/ 1091798 w 2488513"/>
                <a:gd name="connsiteY434" fmla="*/ 111475 h 1224584"/>
                <a:gd name="connsiteX435" fmla="*/ 1096716 w 2488513"/>
                <a:gd name="connsiteY435" fmla="*/ 109836 h 1224584"/>
                <a:gd name="connsiteX436" fmla="*/ 1099995 w 2488513"/>
                <a:gd name="connsiteY436" fmla="*/ 111475 h 1224584"/>
                <a:gd name="connsiteX437" fmla="*/ 1103274 w 2488513"/>
                <a:gd name="connsiteY437" fmla="*/ 113114 h 1224584"/>
                <a:gd name="connsiteX438" fmla="*/ 1108192 w 2488513"/>
                <a:gd name="connsiteY438" fmla="*/ 109836 h 1224584"/>
                <a:gd name="connsiteX439" fmla="*/ 1111470 w 2488513"/>
                <a:gd name="connsiteY439" fmla="*/ 111475 h 1224584"/>
                <a:gd name="connsiteX440" fmla="*/ 1114749 w 2488513"/>
                <a:gd name="connsiteY440" fmla="*/ 111475 h 1224584"/>
                <a:gd name="connsiteX441" fmla="*/ 1119667 w 2488513"/>
                <a:gd name="connsiteY441" fmla="*/ 113114 h 1224584"/>
                <a:gd name="connsiteX442" fmla="*/ 1122946 w 2488513"/>
                <a:gd name="connsiteY442" fmla="*/ 116393 h 1224584"/>
                <a:gd name="connsiteX443" fmla="*/ 1126224 w 2488513"/>
                <a:gd name="connsiteY443" fmla="*/ 116393 h 1224584"/>
                <a:gd name="connsiteX444" fmla="*/ 1129503 w 2488513"/>
                <a:gd name="connsiteY444" fmla="*/ 119672 h 1224584"/>
                <a:gd name="connsiteX445" fmla="*/ 1132782 w 2488513"/>
                <a:gd name="connsiteY445" fmla="*/ 121311 h 1224584"/>
                <a:gd name="connsiteX446" fmla="*/ 1132782 w 2488513"/>
                <a:gd name="connsiteY446" fmla="*/ 124590 h 1224584"/>
                <a:gd name="connsiteX447" fmla="*/ 1136060 w 2488513"/>
                <a:gd name="connsiteY447" fmla="*/ 126229 h 1224584"/>
                <a:gd name="connsiteX448" fmla="*/ 1136060 w 2488513"/>
                <a:gd name="connsiteY448" fmla="*/ 129508 h 1224584"/>
                <a:gd name="connsiteX449" fmla="*/ 1134421 w 2488513"/>
                <a:gd name="connsiteY449" fmla="*/ 134426 h 1224584"/>
                <a:gd name="connsiteX450" fmla="*/ 1131143 w 2488513"/>
                <a:gd name="connsiteY450" fmla="*/ 134426 h 1224584"/>
                <a:gd name="connsiteX451" fmla="*/ 1127864 w 2488513"/>
                <a:gd name="connsiteY451" fmla="*/ 137704 h 1224584"/>
                <a:gd name="connsiteX452" fmla="*/ 1122946 w 2488513"/>
                <a:gd name="connsiteY452" fmla="*/ 137704 h 1224584"/>
                <a:gd name="connsiteX453" fmla="*/ 1119667 w 2488513"/>
                <a:gd name="connsiteY453" fmla="*/ 139344 h 1224584"/>
                <a:gd name="connsiteX454" fmla="*/ 1116388 w 2488513"/>
                <a:gd name="connsiteY454" fmla="*/ 137704 h 1224584"/>
                <a:gd name="connsiteX455" fmla="*/ 1111470 w 2488513"/>
                <a:gd name="connsiteY455" fmla="*/ 137704 h 1224584"/>
                <a:gd name="connsiteX456" fmla="*/ 1108192 w 2488513"/>
                <a:gd name="connsiteY456" fmla="*/ 137704 h 1224584"/>
                <a:gd name="connsiteX457" fmla="*/ 1104913 w 2488513"/>
                <a:gd name="connsiteY457" fmla="*/ 137704 h 1224584"/>
                <a:gd name="connsiteX458" fmla="*/ 1104913 w 2488513"/>
                <a:gd name="connsiteY458" fmla="*/ 140983 h 1224584"/>
                <a:gd name="connsiteX459" fmla="*/ 1099995 w 2488513"/>
                <a:gd name="connsiteY459" fmla="*/ 140983 h 1224584"/>
                <a:gd name="connsiteX460" fmla="*/ 1096716 w 2488513"/>
                <a:gd name="connsiteY460" fmla="*/ 140983 h 1224584"/>
                <a:gd name="connsiteX461" fmla="*/ 1093438 w 2488513"/>
                <a:gd name="connsiteY461" fmla="*/ 140983 h 1224584"/>
                <a:gd name="connsiteX462" fmla="*/ 1088520 w 2488513"/>
                <a:gd name="connsiteY462" fmla="*/ 144262 h 1224584"/>
                <a:gd name="connsiteX463" fmla="*/ 1086880 w 2488513"/>
                <a:gd name="connsiteY463" fmla="*/ 147540 h 1224584"/>
                <a:gd name="connsiteX464" fmla="*/ 1083602 w 2488513"/>
                <a:gd name="connsiteY464" fmla="*/ 149180 h 1224584"/>
                <a:gd name="connsiteX465" fmla="*/ 1080323 w 2488513"/>
                <a:gd name="connsiteY465" fmla="*/ 149180 h 1224584"/>
                <a:gd name="connsiteX466" fmla="*/ 1077044 w 2488513"/>
                <a:gd name="connsiteY466" fmla="*/ 149180 h 1224584"/>
                <a:gd name="connsiteX467" fmla="*/ 1072126 w 2488513"/>
                <a:gd name="connsiteY467" fmla="*/ 152458 h 1224584"/>
                <a:gd name="connsiteX468" fmla="*/ 1075405 w 2488513"/>
                <a:gd name="connsiteY468" fmla="*/ 152458 h 1224584"/>
                <a:gd name="connsiteX469" fmla="*/ 1080323 w 2488513"/>
                <a:gd name="connsiteY469" fmla="*/ 155737 h 1224584"/>
                <a:gd name="connsiteX470" fmla="*/ 1081962 w 2488513"/>
                <a:gd name="connsiteY470" fmla="*/ 155737 h 1224584"/>
                <a:gd name="connsiteX471" fmla="*/ 1085241 w 2488513"/>
                <a:gd name="connsiteY471" fmla="*/ 155737 h 1224584"/>
                <a:gd name="connsiteX472" fmla="*/ 1090159 w 2488513"/>
                <a:gd name="connsiteY472" fmla="*/ 154098 h 1224584"/>
                <a:gd name="connsiteX473" fmla="*/ 1093438 w 2488513"/>
                <a:gd name="connsiteY473" fmla="*/ 155737 h 1224584"/>
                <a:gd name="connsiteX474" fmla="*/ 1096716 w 2488513"/>
                <a:gd name="connsiteY474" fmla="*/ 157376 h 1224584"/>
                <a:gd name="connsiteX475" fmla="*/ 1101634 w 2488513"/>
                <a:gd name="connsiteY475" fmla="*/ 157376 h 1224584"/>
                <a:gd name="connsiteX476" fmla="*/ 1104913 w 2488513"/>
                <a:gd name="connsiteY476" fmla="*/ 157376 h 1224584"/>
                <a:gd name="connsiteX477" fmla="*/ 1109831 w 2488513"/>
                <a:gd name="connsiteY477" fmla="*/ 159016 h 1224584"/>
                <a:gd name="connsiteX478" fmla="*/ 1113110 w 2488513"/>
                <a:gd name="connsiteY478" fmla="*/ 159016 h 1224584"/>
                <a:gd name="connsiteX479" fmla="*/ 1116388 w 2488513"/>
                <a:gd name="connsiteY479" fmla="*/ 159016 h 1224584"/>
                <a:gd name="connsiteX480" fmla="*/ 1121306 w 2488513"/>
                <a:gd name="connsiteY480" fmla="*/ 159016 h 1224584"/>
                <a:gd name="connsiteX481" fmla="*/ 1124585 w 2488513"/>
                <a:gd name="connsiteY481" fmla="*/ 159016 h 1224584"/>
                <a:gd name="connsiteX482" fmla="*/ 1127864 w 2488513"/>
                <a:gd name="connsiteY482" fmla="*/ 159016 h 1224584"/>
                <a:gd name="connsiteX483" fmla="*/ 1132782 w 2488513"/>
                <a:gd name="connsiteY483" fmla="*/ 159016 h 1224584"/>
                <a:gd name="connsiteX484" fmla="*/ 1136060 w 2488513"/>
                <a:gd name="connsiteY484" fmla="*/ 159016 h 1224584"/>
                <a:gd name="connsiteX485" fmla="*/ 1139339 w 2488513"/>
                <a:gd name="connsiteY485" fmla="*/ 159016 h 1224584"/>
                <a:gd name="connsiteX486" fmla="*/ 1144257 w 2488513"/>
                <a:gd name="connsiteY486" fmla="*/ 159016 h 1224584"/>
                <a:gd name="connsiteX487" fmla="*/ 1147536 w 2488513"/>
                <a:gd name="connsiteY487" fmla="*/ 159016 h 1224584"/>
                <a:gd name="connsiteX488" fmla="*/ 1150815 w 2488513"/>
                <a:gd name="connsiteY488" fmla="*/ 159016 h 1224584"/>
                <a:gd name="connsiteX489" fmla="*/ 1155733 w 2488513"/>
                <a:gd name="connsiteY489" fmla="*/ 157376 h 1224584"/>
                <a:gd name="connsiteX490" fmla="*/ 1159011 w 2488513"/>
                <a:gd name="connsiteY490" fmla="*/ 157376 h 1224584"/>
                <a:gd name="connsiteX491" fmla="*/ 1162290 w 2488513"/>
                <a:gd name="connsiteY491" fmla="*/ 157376 h 1224584"/>
                <a:gd name="connsiteX492" fmla="*/ 1167208 w 2488513"/>
                <a:gd name="connsiteY492" fmla="*/ 159016 h 1224584"/>
                <a:gd name="connsiteX493" fmla="*/ 1167208 w 2488513"/>
                <a:gd name="connsiteY493" fmla="*/ 159016 h 1224584"/>
                <a:gd name="connsiteX494" fmla="*/ 1170487 w 2488513"/>
                <a:gd name="connsiteY494" fmla="*/ 157376 h 1224584"/>
                <a:gd name="connsiteX495" fmla="*/ 1175405 w 2488513"/>
                <a:gd name="connsiteY495" fmla="*/ 157376 h 1224584"/>
                <a:gd name="connsiteX496" fmla="*/ 1178683 w 2488513"/>
                <a:gd name="connsiteY496" fmla="*/ 157376 h 1224584"/>
                <a:gd name="connsiteX497" fmla="*/ 1181962 w 2488513"/>
                <a:gd name="connsiteY497" fmla="*/ 157376 h 1224584"/>
                <a:gd name="connsiteX498" fmla="*/ 1185240 w 2488513"/>
                <a:gd name="connsiteY498" fmla="*/ 155737 h 1224584"/>
                <a:gd name="connsiteX499" fmla="*/ 1190159 w 2488513"/>
                <a:gd name="connsiteY499" fmla="*/ 154098 h 1224584"/>
                <a:gd name="connsiteX500" fmla="*/ 1193437 w 2488513"/>
                <a:gd name="connsiteY500" fmla="*/ 154098 h 1224584"/>
                <a:gd name="connsiteX501" fmla="*/ 1190159 w 2488513"/>
                <a:gd name="connsiteY501" fmla="*/ 155737 h 1224584"/>
                <a:gd name="connsiteX502" fmla="*/ 1193437 w 2488513"/>
                <a:gd name="connsiteY502" fmla="*/ 155737 h 1224584"/>
                <a:gd name="connsiteX503" fmla="*/ 1198355 w 2488513"/>
                <a:gd name="connsiteY503" fmla="*/ 155737 h 1224584"/>
                <a:gd name="connsiteX504" fmla="*/ 1201634 w 2488513"/>
                <a:gd name="connsiteY504" fmla="*/ 154098 h 1224584"/>
                <a:gd name="connsiteX505" fmla="*/ 1204913 w 2488513"/>
                <a:gd name="connsiteY505" fmla="*/ 152458 h 1224584"/>
                <a:gd name="connsiteX506" fmla="*/ 1209830 w 2488513"/>
                <a:gd name="connsiteY506" fmla="*/ 152458 h 1224584"/>
                <a:gd name="connsiteX507" fmla="*/ 1213109 w 2488513"/>
                <a:gd name="connsiteY507" fmla="*/ 150819 h 1224584"/>
                <a:gd name="connsiteX508" fmla="*/ 1216388 w 2488513"/>
                <a:gd name="connsiteY508" fmla="*/ 149180 h 1224584"/>
                <a:gd name="connsiteX509" fmla="*/ 1221306 w 2488513"/>
                <a:gd name="connsiteY509" fmla="*/ 149180 h 1224584"/>
                <a:gd name="connsiteX510" fmla="*/ 1224585 w 2488513"/>
                <a:gd name="connsiteY510" fmla="*/ 150819 h 1224584"/>
                <a:gd name="connsiteX511" fmla="*/ 1227863 w 2488513"/>
                <a:gd name="connsiteY511" fmla="*/ 147540 h 1224584"/>
                <a:gd name="connsiteX512" fmla="*/ 1232781 w 2488513"/>
                <a:gd name="connsiteY512" fmla="*/ 147540 h 1224584"/>
                <a:gd name="connsiteX513" fmla="*/ 1231142 w 2488513"/>
                <a:gd name="connsiteY513" fmla="*/ 149180 h 1224584"/>
                <a:gd name="connsiteX514" fmla="*/ 1227863 w 2488513"/>
                <a:gd name="connsiteY514" fmla="*/ 152458 h 1224584"/>
                <a:gd name="connsiteX515" fmla="*/ 1227863 w 2488513"/>
                <a:gd name="connsiteY515" fmla="*/ 152458 h 1224584"/>
                <a:gd name="connsiteX516" fmla="*/ 1229503 w 2488513"/>
                <a:gd name="connsiteY516" fmla="*/ 152458 h 1224584"/>
                <a:gd name="connsiteX517" fmla="*/ 1232781 w 2488513"/>
                <a:gd name="connsiteY517" fmla="*/ 155737 h 1224584"/>
                <a:gd name="connsiteX518" fmla="*/ 1232781 w 2488513"/>
                <a:gd name="connsiteY518" fmla="*/ 159016 h 1224584"/>
                <a:gd name="connsiteX519" fmla="*/ 1236060 w 2488513"/>
                <a:gd name="connsiteY519" fmla="*/ 157376 h 1224584"/>
                <a:gd name="connsiteX520" fmla="*/ 1240978 w 2488513"/>
                <a:gd name="connsiteY520" fmla="*/ 157376 h 1224584"/>
                <a:gd name="connsiteX521" fmla="*/ 1244257 w 2488513"/>
                <a:gd name="connsiteY521" fmla="*/ 157376 h 1224584"/>
                <a:gd name="connsiteX522" fmla="*/ 1247535 w 2488513"/>
                <a:gd name="connsiteY522" fmla="*/ 157376 h 1224584"/>
                <a:gd name="connsiteX523" fmla="*/ 1247535 w 2488513"/>
                <a:gd name="connsiteY523" fmla="*/ 162294 h 1224584"/>
                <a:gd name="connsiteX524" fmla="*/ 1244257 w 2488513"/>
                <a:gd name="connsiteY524" fmla="*/ 165573 h 1224584"/>
                <a:gd name="connsiteX525" fmla="*/ 1240978 w 2488513"/>
                <a:gd name="connsiteY525" fmla="*/ 167212 h 1224584"/>
                <a:gd name="connsiteX526" fmla="*/ 1240978 w 2488513"/>
                <a:gd name="connsiteY526" fmla="*/ 168852 h 1224584"/>
                <a:gd name="connsiteX527" fmla="*/ 1240978 w 2488513"/>
                <a:gd name="connsiteY527" fmla="*/ 172130 h 1224584"/>
                <a:gd name="connsiteX528" fmla="*/ 1245896 w 2488513"/>
                <a:gd name="connsiteY528" fmla="*/ 170491 h 1224584"/>
                <a:gd name="connsiteX529" fmla="*/ 1249175 w 2488513"/>
                <a:gd name="connsiteY529" fmla="*/ 167212 h 1224584"/>
                <a:gd name="connsiteX530" fmla="*/ 1252453 w 2488513"/>
                <a:gd name="connsiteY530" fmla="*/ 162294 h 1224584"/>
                <a:gd name="connsiteX531" fmla="*/ 1257371 w 2488513"/>
                <a:gd name="connsiteY531" fmla="*/ 163934 h 1224584"/>
                <a:gd name="connsiteX532" fmla="*/ 1254093 w 2488513"/>
                <a:gd name="connsiteY532" fmla="*/ 168852 h 1224584"/>
                <a:gd name="connsiteX533" fmla="*/ 1250814 w 2488513"/>
                <a:gd name="connsiteY533" fmla="*/ 172130 h 1224584"/>
                <a:gd name="connsiteX534" fmla="*/ 1255732 w 2488513"/>
                <a:gd name="connsiteY534" fmla="*/ 168852 h 1224584"/>
                <a:gd name="connsiteX535" fmla="*/ 1259011 w 2488513"/>
                <a:gd name="connsiteY535" fmla="*/ 170491 h 1224584"/>
                <a:gd name="connsiteX536" fmla="*/ 1262289 w 2488513"/>
                <a:gd name="connsiteY536" fmla="*/ 173770 h 1224584"/>
                <a:gd name="connsiteX537" fmla="*/ 1262289 w 2488513"/>
                <a:gd name="connsiteY537" fmla="*/ 178688 h 1224584"/>
                <a:gd name="connsiteX538" fmla="*/ 1259011 w 2488513"/>
                <a:gd name="connsiteY538" fmla="*/ 181966 h 1224584"/>
                <a:gd name="connsiteX539" fmla="*/ 1255732 w 2488513"/>
                <a:gd name="connsiteY539" fmla="*/ 181966 h 1224584"/>
                <a:gd name="connsiteX540" fmla="*/ 1250814 w 2488513"/>
                <a:gd name="connsiteY540" fmla="*/ 181966 h 1224584"/>
                <a:gd name="connsiteX541" fmla="*/ 1247535 w 2488513"/>
                <a:gd name="connsiteY541" fmla="*/ 183606 h 1224584"/>
                <a:gd name="connsiteX542" fmla="*/ 1244257 w 2488513"/>
                <a:gd name="connsiteY542" fmla="*/ 183606 h 1224584"/>
                <a:gd name="connsiteX543" fmla="*/ 1240978 w 2488513"/>
                <a:gd name="connsiteY543" fmla="*/ 180327 h 1224584"/>
                <a:gd name="connsiteX544" fmla="*/ 1239339 w 2488513"/>
                <a:gd name="connsiteY544" fmla="*/ 183606 h 1224584"/>
                <a:gd name="connsiteX545" fmla="*/ 1242617 w 2488513"/>
                <a:gd name="connsiteY545" fmla="*/ 185245 h 1224584"/>
                <a:gd name="connsiteX546" fmla="*/ 1245896 w 2488513"/>
                <a:gd name="connsiteY546" fmla="*/ 186884 h 1224584"/>
                <a:gd name="connsiteX547" fmla="*/ 1244257 w 2488513"/>
                <a:gd name="connsiteY547" fmla="*/ 190163 h 1224584"/>
                <a:gd name="connsiteX548" fmla="*/ 1239339 w 2488513"/>
                <a:gd name="connsiteY548" fmla="*/ 190163 h 1224584"/>
                <a:gd name="connsiteX549" fmla="*/ 1240978 w 2488513"/>
                <a:gd name="connsiteY549" fmla="*/ 191802 h 1224584"/>
                <a:gd name="connsiteX550" fmla="*/ 1245896 w 2488513"/>
                <a:gd name="connsiteY550" fmla="*/ 195081 h 1224584"/>
                <a:gd name="connsiteX551" fmla="*/ 1244257 w 2488513"/>
                <a:gd name="connsiteY551" fmla="*/ 198360 h 1224584"/>
                <a:gd name="connsiteX552" fmla="*/ 1247535 w 2488513"/>
                <a:gd name="connsiteY552" fmla="*/ 195081 h 1224584"/>
                <a:gd name="connsiteX553" fmla="*/ 1247535 w 2488513"/>
                <a:gd name="connsiteY553" fmla="*/ 198360 h 1224584"/>
                <a:gd name="connsiteX554" fmla="*/ 1249175 w 2488513"/>
                <a:gd name="connsiteY554" fmla="*/ 203278 h 1224584"/>
                <a:gd name="connsiteX555" fmla="*/ 1247535 w 2488513"/>
                <a:gd name="connsiteY555" fmla="*/ 206556 h 1224584"/>
                <a:gd name="connsiteX556" fmla="*/ 1252453 w 2488513"/>
                <a:gd name="connsiteY556" fmla="*/ 209835 h 1224584"/>
                <a:gd name="connsiteX557" fmla="*/ 1250814 w 2488513"/>
                <a:gd name="connsiteY557" fmla="*/ 204917 h 1224584"/>
                <a:gd name="connsiteX558" fmla="*/ 1250814 w 2488513"/>
                <a:gd name="connsiteY558" fmla="*/ 201638 h 1224584"/>
                <a:gd name="connsiteX559" fmla="*/ 1250814 w 2488513"/>
                <a:gd name="connsiteY559" fmla="*/ 198360 h 1224584"/>
                <a:gd name="connsiteX560" fmla="*/ 1249175 w 2488513"/>
                <a:gd name="connsiteY560" fmla="*/ 195081 h 1224584"/>
                <a:gd name="connsiteX561" fmla="*/ 1254093 w 2488513"/>
                <a:gd name="connsiteY561" fmla="*/ 193442 h 1224584"/>
                <a:gd name="connsiteX562" fmla="*/ 1255732 w 2488513"/>
                <a:gd name="connsiteY562" fmla="*/ 188524 h 1224584"/>
                <a:gd name="connsiteX563" fmla="*/ 1259011 w 2488513"/>
                <a:gd name="connsiteY563" fmla="*/ 185245 h 1224584"/>
                <a:gd name="connsiteX564" fmla="*/ 1262289 w 2488513"/>
                <a:gd name="connsiteY564" fmla="*/ 185245 h 1224584"/>
                <a:gd name="connsiteX565" fmla="*/ 1265568 w 2488513"/>
                <a:gd name="connsiteY565" fmla="*/ 185245 h 1224584"/>
                <a:gd name="connsiteX566" fmla="*/ 1262289 w 2488513"/>
                <a:gd name="connsiteY566" fmla="*/ 188524 h 1224584"/>
                <a:gd name="connsiteX567" fmla="*/ 1259011 w 2488513"/>
                <a:gd name="connsiteY567" fmla="*/ 188524 h 1224584"/>
                <a:gd name="connsiteX568" fmla="*/ 1260650 w 2488513"/>
                <a:gd name="connsiteY568" fmla="*/ 191802 h 1224584"/>
                <a:gd name="connsiteX569" fmla="*/ 1265568 w 2488513"/>
                <a:gd name="connsiteY569" fmla="*/ 190163 h 1224584"/>
                <a:gd name="connsiteX570" fmla="*/ 1268847 w 2488513"/>
                <a:gd name="connsiteY570" fmla="*/ 186884 h 1224584"/>
                <a:gd name="connsiteX571" fmla="*/ 1272125 w 2488513"/>
                <a:gd name="connsiteY571" fmla="*/ 190163 h 1224584"/>
                <a:gd name="connsiteX572" fmla="*/ 1272125 w 2488513"/>
                <a:gd name="connsiteY572" fmla="*/ 186884 h 1224584"/>
                <a:gd name="connsiteX573" fmla="*/ 1272125 w 2488513"/>
                <a:gd name="connsiteY573" fmla="*/ 183606 h 1224584"/>
                <a:gd name="connsiteX574" fmla="*/ 1275404 w 2488513"/>
                <a:gd name="connsiteY574" fmla="*/ 180327 h 1224584"/>
                <a:gd name="connsiteX575" fmla="*/ 1277043 w 2488513"/>
                <a:gd name="connsiteY575" fmla="*/ 180327 h 1224584"/>
                <a:gd name="connsiteX576" fmla="*/ 1273765 w 2488513"/>
                <a:gd name="connsiteY576" fmla="*/ 177048 h 1224584"/>
                <a:gd name="connsiteX577" fmla="*/ 1275404 w 2488513"/>
                <a:gd name="connsiteY577" fmla="*/ 172130 h 1224584"/>
                <a:gd name="connsiteX578" fmla="*/ 1278683 w 2488513"/>
                <a:gd name="connsiteY578" fmla="*/ 168852 h 1224584"/>
                <a:gd name="connsiteX579" fmla="*/ 1281961 w 2488513"/>
                <a:gd name="connsiteY579" fmla="*/ 165573 h 1224584"/>
                <a:gd name="connsiteX580" fmla="*/ 1278683 w 2488513"/>
                <a:gd name="connsiteY580" fmla="*/ 160655 h 1224584"/>
                <a:gd name="connsiteX581" fmla="*/ 1278683 w 2488513"/>
                <a:gd name="connsiteY581" fmla="*/ 159016 h 1224584"/>
                <a:gd name="connsiteX582" fmla="*/ 1281961 w 2488513"/>
                <a:gd name="connsiteY582" fmla="*/ 155737 h 1224584"/>
                <a:gd name="connsiteX583" fmla="*/ 1285240 w 2488513"/>
                <a:gd name="connsiteY583" fmla="*/ 152458 h 1224584"/>
                <a:gd name="connsiteX584" fmla="*/ 1290158 w 2488513"/>
                <a:gd name="connsiteY584" fmla="*/ 152458 h 1224584"/>
                <a:gd name="connsiteX585" fmla="*/ 1293437 w 2488513"/>
                <a:gd name="connsiteY585" fmla="*/ 152458 h 1224584"/>
                <a:gd name="connsiteX586" fmla="*/ 1296715 w 2488513"/>
                <a:gd name="connsiteY586" fmla="*/ 149180 h 1224584"/>
                <a:gd name="connsiteX587" fmla="*/ 1293437 w 2488513"/>
                <a:gd name="connsiteY587" fmla="*/ 149180 h 1224584"/>
                <a:gd name="connsiteX588" fmla="*/ 1295076 w 2488513"/>
                <a:gd name="connsiteY588" fmla="*/ 145901 h 1224584"/>
                <a:gd name="connsiteX589" fmla="*/ 1298355 w 2488513"/>
                <a:gd name="connsiteY589" fmla="*/ 145901 h 1224584"/>
                <a:gd name="connsiteX590" fmla="*/ 1295076 w 2488513"/>
                <a:gd name="connsiteY590" fmla="*/ 147540 h 1224584"/>
                <a:gd name="connsiteX591" fmla="*/ 1298355 w 2488513"/>
                <a:gd name="connsiteY591" fmla="*/ 145901 h 1224584"/>
                <a:gd name="connsiteX592" fmla="*/ 1301633 w 2488513"/>
                <a:gd name="connsiteY592" fmla="*/ 145901 h 1224584"/>
                <a:gd name="connsiteX593" fmla="*/ 1304912 w 2488513"/>
                <a:gd name="connsiteY593" fmla="*/ 145901 h 1224584"/>
                <a:gd name="connsiteX594" fmla="*/ 1309830 w 2488513"/>
                <a:gd name="connsiteY594" fmla="*/ 145901 h 1224584"/>
                <a:gd name="connsiteX595" fmla="*/ 1313109 w 2488513"/>
                <a:gd name="connsiteY595" fmla="*/ 144262 h 1224584"/>
                <a:gd name="connsiteX596" fmla="*/ 1318027 w 2488513"/>
                <a:gd name="connsiteY596" fmla="*/ 142622 h 1224584"/>
                <a:gd name="connsiteX597" fmla="*/ 1321305 w 2488513"/>
                <a:gd name="connsiteY597" fmla="*/ 144262 h 1224584"/>
                <a:gd name="connsiteX598" fmla="*/ 1324584 w 2488513"/>
                <a:gd name="connsiteY598" fmla="*/ 142622 h 1224584"/>
                <a:gd name="connsiteX599" fmla="*/ 1329502 w 2488513"/>
                <a:gd name="connsiteY599" fmla="*/ 144262 h 1224584"/>
                <a:gd name="connsiteX600" fmla="*/ 1331142 w 2488513"/>
                <a:gd name="connsiteY600" fmla="*/ 142622 h 1224584"/>
                <a:gd name="connsiteX601" fmla="*/ 1334420 w 2488513"/>
                <a:gd name="connsiteY601" fmla="*/ 140983 h 1224584"/>
                <a:gd name="connsiteX602" fmla="*/ 1337699 w 2488513"/>
                <a:gd name="connsiteY602" fmla="*/ 137704 h 1224584"/>
                <a:gd name="connsiteX603" fmla="*/ 1342617 w 2488513"/>
                <a:gd name="connsiteY603" fmla="*/ 137704 h 1224584"/>
                <a:gd name="connsiteX604" fmla="*/ 1345895 w 2488513"/>
                <a:gd name="connsiteY604" fmla="*/ 134426 h 1224584"/>
                <a:gd name="connsiteX605" fmla="*/ 1349174 w 2488513"/>
                <a:gd name="connsiteY605" fmla="*/ 134426 h 1224584"/>
                <a:gd name="connsiteX606" fmla="*/ 1352453 w 2488513"/>
                <a:gd name="connsiteY606" fmla="*/ 132786 h 1224584"/>
                <a:gd name="connsiteX607" fmla="*/ 1357371 w 2488513"/>
                <a:gd name="connsiteY607" fmla="*/ 132786 h 1224584"/>
                <a:gd name="connsiteX608" fmla="*/ 1360650 w 2488513"/>
                <a:gd name="connsiteY608" fmla="*/ 132786 h 1224584"/>
                <a:gd name="connsiteX609" fmla="*/ 1365567 w 2488513"/>
                <a:gd name="connsiteY609" fmla="*/ 131147 h 1224584"/>
                <a:gd name="connsiteX610" fmla="*/ 1368846 w 2488513"/>
                <a:gd name="connsiteY610" fmla="*/ 131147 h 1224584"/>
                <a:gd name="connsiteX611" fmla="*/ 1372125 w 2488513"/>
                <a:gd name="connsiteY611" fmla="*/ 129508 h 1224584"/>
                <a:gd name="connsiteX612" fmla="*/ 1375404 w 2488513"/>
                <a:gd name="connsiteY612" fmla="*/ 126229 h 1224584"/>
                <a:gd name="connsiteX613" fmla="*/ 1378682 w 2488513"/>
                <a:gd name="connsiteY613" fmla="*/ 122950 h 1224584"/>
                <a:gd name="connsiteX614" fmla="*/ 1375404 w 2488513"/>
                <a:gd name="connsiteY614" fmla="*/ 124590 h 1224584"/>
                <a:gd name="connsiteX615" fmla="*/ 1372125 w 2488513"/>
                <a:gd name="connsiteY615" fmla="*/ 122950 h 1224584"/>
                <a:gd name="connsiteX616" fmla="*/ 1368846 w 2488513"/>
                <a:gd name="connsiteY616" fmla="*/ 124590 h 1224584"/>
                <a:gd name="connsiteX617" fmla="*/ 1363928 w 2488513"/>
                <a:gd name="connsiteY617" fmla="*/ 124590 h 1224584"/>
                <a:gd name="connsiteX618" fmla="*/ 1360650 w 2488513"/>
                <a:gd name="connsiteY618" fmla="*/ 126229 h 1224584"/>
                <a:gd name="connsiteX619" fmla="*/ 1357371 w 2488513"/>
                <a:gd name="connsiteY619" fmla="*/ 126229 h 1224584"/>
                <a:gd name="connsiteX620" fmla="*/ 1352453 w 2488513"/>
                <a:gd name="connsiteY620" fmla="*/ 127868 h 1224584"/>
                <a:gd name="connsiteX621" fmla="*/ 1349174 w 2488513"/>
                <a:gd name="connsiteY621" fmla="*/ 129508 h 1224584"/>
                <a:gd name="connsiteX622" fmla="*/ 1345895 w 2488513"/>
                <a:gd name="connsiteY622" fmla="*/ 129508 h 1224584"/>
                <a:gd name="connsiteX623" fmla="*/ 1344256 w 2488513"/>
                <a:gd name="connsiteY623" fmla="*/ 134426 h 1224584"/>
                <a:gd name="connsiteX624" fmla="*/ 1340977 w 2488513"/>
                <a:gd name="connsiteY624" fmla="*/ 134426 h 1224584"/>
                <a:gd name="connsiteX625" fmla="*/ 1337699 w 2488513"/>
                <a:gd name="connsiteY625" fmla="*/ 132786 h 1224584"/>
                <a:gd name="connsiteX626" fmla="*/ 1334420 w 2488513"/>
                <a:gd name="connsiteY626" fmla="*/ 132786 h 1224584"/>
                <a:gd name="connsiteX627" fmla="*/ 1329502 w 2488513"/>
                <a:gd name="connsiteY627" fmla="*/ 134426 h 1224584"/>
                <a:gd name="connsiteX628" fmla="*/ 1326224 w 2488513"/>
                <a:gd name="connsiteY628" fmla="*/ 136065 h 1224584"/>
                <a:gd name="connsiteX629" fmla="*/ 1321305 w 2488513"/>
                <a:gd name="connsiteY629" fmla="*/ 137704 h 1224584"/>
                <a:gd name="connsiteX630" fmla="*/ 1318027 w 2488513"/>
                <a:gd name="connsiteY630" fmla="*/ 136065 h 1224584"/>
                <a:gd name="connsiteX631" fmla="*/ 1314748 w 2488513"/>
                <a:gd name="connsiteY631" fmla="*/ 134426 h 1224584"/>
                <a:gd name="connsiteX632" fmla="*/ 1311470 w 2488513"/>
                <a:gd name="connsiteY632" fmla="*/ 134426 h 1224584"/>
                <a:gd name="connsiteX633" fmla="*/ 1306552 w 2488513"/>
                <a:gd name="connsiteY633" fmla="*/ 134426 h 1224584"/>
                <a:gd name="connsiteX634" fmla="*/ 1303273 w 2488513"/>
                <a:gd name="connsiteY634" fmla="*/ 137704 h 1224584"/>
                <a:gd name="connsiteX635" fmla="*/ 1306552 w 2488513"/>
                <a:gd name="connsiteY635" fmla="*/ 140983 h 1224584"/>
                <a:gd name="connsiteX636" fmla="*/ 1303273 w 2488513"/>
                <a:gd name="connsiteY636" fmla="*/ 140983 h 1224584"/>
                <a:gd name="connsiteX637" fmla="*/ 1298355 w 2488513"/>
                <a:gd name="connsiteY637" fmla="*/ 140983 h 1224584"/>
                <a:gd name="connsiteX638" fmla="*/ 1295076 w 2488513"/>
                <a:gd name="connsiteY638" fmla="*/ 140983 h 1224584"/>
                <a:gd name="connsiteX639" fmla="*/ 1291797 w 2488513"/>
                <a:gd name="connsiteY639" fmla="*/ 140983 h 1224584"/>
                <a:gd name="connsiteX640" fmla="*/ 1286880 w 2488513"/>
                <a:gd name="connsiteY640" fmla="*/ 142622 h 1224584"/>
                <a:gd name="connsiteX641" fmla="*/ 1283601 w 2488513"/>
                <a:gd name="connsiteY641" fmla="*/ 140983 h 1224584"/>
                <a:gd name="connsiteX642" fmla="*/ 1286880 w 2488513"/>
                <a:gd name="connsiteY642" fmla="*/ 139344 h 1224584"/>
                <a:gd name="connsiteX643" fmla="*/ 1283601 w 2488513"/>
                <a:gd name="connsiteY643" fmla="*/ 140983 h 1224584"/>
                <a:gd name="connsiteX644" fmla="*/ 1285240 w 2488513"/>
                <a:gd name="connsiteY644" fmla="*/ 136065 h 1224584"/>
                <a:gd name="connsiteX645" fmla="*/ 1281961 w 2488513"/>
                <a:gd name="connsiteY645" fmla="*/ 137704 h 1224584"/>
                <a:gd name="connsiteX646" fmla="*/ 1278683 w 2488513"/>
                <a:gd name="connsiteY646" fmla="*/ 136065 h 1224584"/>
                <a:gd name="connsiteX647" fmla="*/ 1281961 w 2488513"/>
                <a:gd name="connsiteY647" fmla="*/ 134426 h 1224584"/>
                <a:gd name="connsiteX648" fmla="*/ 1285240 w 2488513"/>
                <a:gd name="connsiteY648" fmla="*/ 132786 h 1224584"/>
                <a:gd name="connsiteX649" fmla="*/ 1288519 w 2488513"/>
                <a:gd name="connsiteY649" fmla="*/ 131147 h 1224584"/>
                <a:gd name="connsiteX650" fmla="*/ 1293437 w 2488513"/>
                <a:gd name="connsiteY650" fmla="*/ 129508 h 1224584"/>
                <a:gd name="connsiteX651" fmla="*/ 1296715 w 2488513"/>
                <a:gd name="connsiteY651" fmla="*/ 127868 h 1224584"/>
                <a:gd name="connsiteX652" fmla="*/ 1301633 w 2488513"/>
                <a:gd name="connsiteY652" fmla="*/ 124590 h 1224584"/>
                <a:gd name="connsiteX653" fmla="*/ 1304912 w 2488513"/>
                <a:gd name="connsiteY653" fmla="*/ 124590 h 1224584"/>
                <a:gd name="connsiteX654" fmla="*/ 1308191 w 2488513"/>
                <a:gd name="connsiteY654" fmla="*/ 122950 h 1224584"/>
                <a:gd name="connsiteX655" fmla="*/ 1313109 w 2488513"/>
                <a:gd name="connsiteY655" fmla="*/ 122950 h 1224584"/>
                <a:gd name="connsiteX656" fmla="*/ 1316387 w 2488513"/>
                <a:gd name="connsiteY656" fmla="*/ 122950 h 1224584"/>
                <a:gd name="connsiteX657" fmla="*/ 1319666 w 2488513"/>
                <a:gd name="connsiteY657" fmla="*/ 122950 h 1224584"/>
                <a:gd name="connsiteX658" fmla="*/ 1324584 w 2488513"/>
                <a:gd name="connsiteY658" fmla="*/ 122950 h 1224584"/>
                <a:gd name="connsiteX659" fmla="*/ 1327863 w 2488513"/>
                <a:gd name="connsiteY659" fmla="*/ 121311 h 1224584"/>
                <a:gd name="connsiteX660" fmla="*/ 1331142 w 2488513"/>
                <a:gd name="connsiteY660" fmla="*/ 121311 h 1224584"/>
                <a:gd name="connsiteX661" fmla="*/ 1336060 w 2488513"/>
                <a:gd name="connsiteY661" fmla="*/ 121311 h 1224584"/>
                <a:gd name="connsiteX662" fmla="*/ 1339338 w 2488513"/>
                <a:gd name="connsiteY662" fmla="*/ 119672 h 1224584"/>
                <a:gd name="connsiteX663" fmla="*/ 1342617 w 2488513"/>
                <a:gd name="connsiteY663" fmla="*/ 119672 h 1224584"/>
                <a:gd name="connsiteX664" fmla="*/ 1347535 w 2488513"/>
                <a:gd name="connsiteY664" fmla="*/ 118032 h 1224584"/>
                <a:gd name="connsiteX665" fmla="*/ 1350814 w 2488513"/>
                <a:gd name="connsiteY665" fmla="*/ 118032 h 1224584"/>
                <a:gd name="connsiteX666" fmla="*/ 1354092 w 2488513"/>
                <a:gd name="connsiteY666" fmla="*/ 116393 h 1224584"/>
                <a:gd name="connsiteX667" fmla="*/ 1357371 w 2488513"/>
                <a:gd name="connsiteY667" fmla="*/ 116393 h 1224584"/>
                <a:gd name="connsiteX668" fmla="*/ 1362289 w 2488513"/>
                <a:gd name="connsiteY668" fmla="*/ 116393 h 1224584"/>
                <a:gd name="connsiteX669" fmla="*/ 1365567 w 2488513"/>
                <a:gd name="connsiteY669" fmla="*/ 114754 h 1224584"/>
                <a:gd name="connsiteX670" fmla="*/ 1368846 w 2488513"/>
                <a:gd name="connsiteY670" fmla="*/ 114754 h 1224584"/>
                <a:gd name="connsiteX671" fmla="*/ 1373764 w 2488513"/>
                <a:gd name="connsiteY671" fmla="*/ 113114 h 1224584"/>
                <a:gd name="connsiteX672" fmla="*/ 1377043 w 2488513"/>
                <a:gd name="connsiteY672" fmla="*/ 113114 h 1224584"/>
                <a:gd name="connsiteX673" fmla="*/ 1380322 w 2488513"/>
                <a:gd name="connsiteY673" fmla="*/ 114754 h 1224584"/>
                <a:gd name="connsiteX674" fmla="*/ 1385240 w 2488513"/>
                <a:gd name="connsiteY674" fmla="*/ 114754 h 1224584"/>
                <a:gd name="connsiteX675" fmla="*/ 1386879 w 2488513"/>
                <a:gd name="connsiteY675" fmla="*/ 118032 h 1224584"/>
                <a:gd name="connsiteX676" fmla="*/ 1385240 w 2488513"/>
                <a:gd name="connsiteY676" fmla="*/ 121311 h 1224584"/>
                <a:gd name="connsiteX677" fmla="*/ 1383600 w 2488513"/>
                <a:gd name="connsiteY677" fmla="*/ 126229 h 1224584"/>
                <a:gd name="connsiteX678" fmla="*/ 1383600 w 2488513"/>
                <a:gd name="connsiteY678" fmla="*/ 129508 h 1224584"/>
                <a:gd name="connsiteX679" fmla="*/ 1378682 w 2488513"/>
                <a:gd name="connsiteY679" fmla="*/ 129508 h 1224584"/>
                <a:gd name="connsiteX680" fmla="*/ 1375404 w 2488513"/>
                <a:gd name="connsiteY680" fmla="*/ 132786 h 1224584"/>
                <a:gd name="connsiteX681" fmla="*/ 1378682 w 2488513"/>
                <a:gd name="connsiteY681" fmla="*/ 134426 h 1224584"/>
                <a:gd name="connsiteX682" fmla="*/ 1383600 w 2488513"/>
                <a:gd name="connsiteY682" fmla="*/ 137704 h 1224584"/>
                <a:gd name="connsiteX683" fmla="*/ 1386879 w 2488513"/>
                <a:gd name="connsiteY683" fmla="*/ 136065 h 1224584"/>
                <a:gd name="connsiteX684" fmla="*/ 1390158 w 2488513"/>
                <a:gd name="connsiteY684" fmla="*/ 136065 h 1224584"/>
                <a:gd name="connsiteX685" fmla="*/ 1386879 w 2488513"/>
                <a:gd name="connsiteY685" fmla="*/ 139344 h 1224584"/>
                <a:gd name="connsiteX686" fmla="*/ 1390158 w 2488513"/>
                <a:gd name="connsiteY686" fmla="*/ 137704 h 1224584"/>
                <a:gd name="connsiteX687" fmla="*/ 1395076 w 2488513"/>
                <a:gd name="connsiteY687" fmla="*/ 137704 h 1224584"/>
                <a:gd name="connsiteX688" fmla="*/ 1391797 w 2488513"/>
                <a:gd name="connsiteY688" fmla="*/ 142622 h 1224584"/>
                <a:gd name="connsiteX689" fmla="*/ 1391797 w 2488513"/>
                <a:gd name="connsiteY689" fmla="*/ 145901 h 1224584"/>
                <a:gd name="connsiteX690" fmla="*/ 1395076 w 2488513"/>
                <a:gd name="connsiteY690" fmla="*/ 145901 h 1224584"/>
                <a:gd name="connsiteX691" fmla="*/ 1398354 w 2488513"/>
                <a:gd name="connsiteY691" fmla="*/ 147540 h 1224584"/>
                <a:gd name="connsiteX692" fmla="*/ 1401633 w 2488513"/>
                <a:gd name="connsiteY692" fmla="*/ 145901 h 1224584"/>
                <a:gd name="connsiteX693" fmla="*/ 1404912 w 2488513"/>
                <a:gd name="connsiteY693" fmla="*/ 145901 h 1224584"/>
                <a:gd name="connsiteX694" fmla="*/ 1406551 w 2488513"/>
                <a:gd name="connsiteY694" fmla="*/ 145901 h 1224584"/>
                <a:gd name="connsiteX695" fmla="*/ 1411469 w 2488513"/>
                <a:gd name="connsiteY695" fmla="*/ 145901 h 1224584"/>
                <a:gd name="connsiteX696" fmla="*/ 1414748 w 2488513"/>
                <a:gd name="connsiteY696" fmla="*/ 144262 h 1224584"/>
                <a:gd name="connsiteX697" fmla="*/ 1418026 w 2488513"/>
                <a:gd name="connsiteY697" fmla="*/ 144262 h 1224584"/>
                <a:gd name="connsiteX698" fmla="*/ 1421305 w 2488513"/>
                <a:gd name="connsiteY698" fmla="*/ 142622 h 1224584"/>
                <a:gd name="connsiteX699" fmla="*/ 1426223 w 2488513"/>
                <a:gd name="connsiteY699" fmla="*/ 142622 h 1224584"/>
                <a:gd name="connsiteX700" fmla="*/ 1422944 w 2488513"/>
                <a:gd name="connsiteY700" fmla="*/ 147540 h 1224584"/>
                <a:gd name="connsiteX701" fmla="*/ 1426223 w 2488513"/>
                <a:gd name="connsiteY701" fmla="*/ 150819 h 1224584"/>
                <a:gd name="connsiteX702" fmla="*/ 1431141 w 2488513"/>
                <a:gd name="connsiteY702" fmla="*/ 150819 h 1224584"/>
                <a:gd name="connsiteX703" fmla="*/ 1431141 w 2488513"/>
                <a:gd name="connsiteY703" fmla="*/ 154098 h 1224584"/>
                <a:gd name="connsiteX704" fmla="*/ 1434420 w 2488513"/>
                <a:gd name="connsiteY704" fmla="*/ 155737 h 1224584"/>
                <a:gd name="connsiteX705" fmla="*/ 1439338 w 2488513"/>
                <a:gd name="connsiteY705" fmla="*/ 155737 h 1224584"/>
                <a:gd name="connsiteX706" fmla="*/ 1442617 w 2488513"/>
                <a:gd name="connsiteY706" fmla="*/ 159016 h 1224584"/>
                <a:gd name="connsiteX707" fmla="*/ 1445895 w 2488513"/>
                <a:gd name="connsiteY707" fmla="*/ 157376 h 1224584"/>
                <a:gd name="connsiteX708" fmla="*/ 1450813 w 2488513"/>
                <a:gd name="connsiteY708" fmla="*/ 157376 h 1224584"/>
                <a:gd name="connsiteX709" fmla="*/ 1454092 w 2488513"/>
                <a:gd name="connsiteY709" fmla="*/ 157376 h 1224584"/>
                <a:gd name="connsiteX710" fmla="*/ 1459010 w 2488513"/>
                <a:gd name="connsiteY710" fmla="*/ 159016 h 1224584"/>
                <a:gd name="connsiteX711" fmla="*/ 1462289 w 2488513"/>
                <a:gd name="connsiteY711" fmla="*/ 159016 h 1224584"/>
                <a:gd name="connsiteX712" fmla="*/ 1465567 w 2488513"/>
                <a:gd name="connsiteY712" fmla="*/ 157376 h 1224584"/>
                <a:gd name="connsiteX713" fmla="*/ 1468846 w 2488513"/>
                <a:gd name="connsiteY713" fmla="*/ 157376 h 1224584"/>
                <a:gd name="connsiteX714" fmla="*/ 1473764 w 2488513"/>
                <a:gd name="connsiteY714" fmla="*/ 155737 h 1224584"/>
                <a:gd name="connsiteX715" fmla="*/ 1477042 w 2488513"/>
                <a:gd name="connsiteY715" fmla="*/ 157376 h 1224584"/>
                <a:gd name="connsiteX716" fmla="*/ 1481960 w 2488513"/>
                <a:gd name="connsiteY716" fmla="*/ 157376 h 1224584"/>
                <a:gd name="connsiteX717" fmla="*/ 1485239 w 2488513"/>
                <a:gd name="connsiteY717" fmla="*/ 155737 h 1224584"/>
                <a:gd name="connsiteX718" fmla="*/ 1488518 w 2488513"/>
                <a:gd name="connsiteY718" fmla="*/ 154098 h 1224584"/>
                <a:gd name="connsiteX719" fmla="*/ 1491797 w 2488513"/>
                <a:gd name="connsiteY719" fmla="*/ 155737 h 1224584"/>
                <a:gd name="connsiteX720" fmla="*/ 1495075 w 2488513"/>
                <a:gd name="connsiteY720" fmla="*/ 154098 h 1224584"/>
                <a:gd name="connsiteX721" fmla="*/ 1498354 w 2488513"/>
                <a:gd name="connsiteY721" fmla="*/ 152458 h 1224584"/>
                <a:gd name="connsiteX722" fmla="*/ 1503272 w 2488513"/>
                <a:gd name="connsiteY722" fmla="*/ 152458 h 1224584"/>
                <a:gd name="connsiteX723" fmla="*/ 1506551 w 2488513"/>
                <a:gd name="connsiteY723" fmla="*/ 154098 h 1224584"/>
                <a:gd name="connsiteX724" fmla="*/ 1509829 w 2488513"/>
                <a:gd name="connsiteY724" fmla="*/ 154098 h 1224584"/>
                <a:gd name="connsiteX725" fmla="*/ 1509829 w 2488513"/>
                <a:gd name="connsiteY725" fmla="*/ 154098 h 1224584"/>
                <a:gd name="connsiteX726" fmla="*/ 1514747 w 2488513"/>
                <a:gd name="connsiteY726" fmla="*/ 155737 h 1224584"/>
                <a:gd name="connsiteX727" fmla="*/ 1518026 w 2488513"/>
                <a:gd name="connsiteY727" fmla="*/ 154098 h 1224584"/>
                <a:gd name="connsiteX728" fmla="*/ 1521304 w 2488513"/>
                <a:gd name="connsiteY728" fmla="*/ 155737 h 1224584"/>
                <a:gd name="connsiteX729" fmla="*/ 1524583 w 2488513"/>
                <a:gd name="connsiteY729" fmla="*/ 155737 h 1224584"/>
                <a:gd name="connsiteX730" fmla="*/ 1529501 w 2488513"/>
                <a:gd name="connsiteY730" fmla="*/ 159016 h 1224584"/>
                <a:gd name="connsiteX731" fmla="*/ 1532780 w 2488513"/>
                <a:gd name="connsiteY731" fmla="*/ 157376 h 1224584"/>
                <a:gd name="connsiteX732" fmla="*/ 1536059 w 2488513"/>
                <a:gd name="connsiteY732" fmla="*/ 159016 h 1224584"/>
                <a:gd name="connsiteX733" fmla="*/ 1540977 w 2488513"/>
                <a:gd name="connsiteY733" fmla="*/ 155737 h 1224584"/>
                <a:gd name="connsiteX734" fmla="*/ 1544255 w 2488513"/>
                <a:gd name="connsiteY734" fmla="*/ 155737 h 1224584"/>
                <a:gd name="connsiteX735" fmla="*/ 1547534 w 2488513"/>
                <a:gd name="connsiteY735" fmla="*/ 155737 h 1224584"/>
                <a:gd name="connsiteX736" fmla="*/ 1552452 w 2488513"/>
                <a:gd name="connsiteY736" fmla="*/ 155737 h 1224584"/>
                <a:gd name="connsiteX737" fmla="*/ 1555731 w 2488513"/>
                <a:gd name="connsiteY737" fmla="*/ 155737 h 1224584"/>
                <a:gd name="connsiteX738" fmla="*/ 1552452 w 2488513"/>
                <a:gd name="connsiteY738" fmla="*/ 150819 h 1224584"/>
                <a:gd name="connsiteX739" fmla="*/ 1552452 w 2488513"/>
                <a:gd name="connsiteY739" fmla="*/ 147540 h 1224584"/>
                <a:gd name="connsiteX740" fmla="*/ 1555731 w 2488513"/>
                <a:gd name="connsiteY740" fmla="*/ 144262 h 1224584"/>
                <a:gd name="connsiteX741" fmla="*/ 1560649 w 2488513"/>
                <a:gd name="connsiteY741" fmla="*/ 144262 h 1224584"/>
                <a:gd name="connsiteX742" fmla="*/ 1562288 w 2488513"/>
                <a:gd name="connsiteY742" fmla="*/ 149180 h 1224584"/>
                <a:gd name="connsiteX743" fmla="*/ 1562288 w 2488513"/>
                <a:gd name="connsiteY743" fmla="*/ 152458 h 1224584"/>
                <a:gd name="connsiteX744" fmla="*/ 1563927 w 2488513"/>
                <a:gd name="connsiteY744" fmla="*/ 155737 h 1224584"/>
                <a:gd name="connsiteX745" fmla="*/ 1567206 w 2488513"/>
                <a:gd name="connsiteY745" fmla="*/ 159016 h 1224584"/>
                <a:gd name="connsiteX746" fmla="*/ 1572124 w 2488513"/>
                <a:gd name="connsiteY746" fmla="*/ 162294 h 1224584"/>
                <a:gd name="connsiteX747" fmla="*/ 1575403 w 2488513"/>
                <a:gd name="connsiteY747" fmla="*/ 162294 h 1224584"/>
                <a:gd name="connsiteX748" fmla="*/ 1578681 w 2488513"/>
                <a:gd name="connsiteY748" fmla="*/ 160655 h 1224584"/>
                <a:gd name="connsiteX749" fmla="*/ 1581960 w 2488513"/>
                <a:gd name="connsiteY749" fmla="*/ 162294 h 1224584"/>
                <a:gd name="connsiteX750" fmla="*/ 1585239 w 2488513"/>
                <a:gd name="connsiteY750" fmla="*/ 159016 h 1224584"/>
                <a:gd name="connsiteX751" fmla="*/ 1588517 w 2488513"/>
                <a:gd name="connsiteY751" fmla="*/ 159016 h 1224584"/>
                <a:gd name="connsiteX752" fmla="*/ 1586878 w 2488513"/>
                <a:gd name="connsiteY752" fmla="*/ 157376 h 1224584"/>
                <a:gd name="connsiteX753" fmla="*/ 1591796 w 2488513"/>
                <a:gd name="connsiteY753" fmla="*/ 155737 h 1224584"/>
                <a:gd name="connsiteX754" fmla="*/ 1590157 w 2488513"/>
                <a:gd name="connsiteY754" fmla="*/ 150819 h 1224584"/>
                <a:gd name="connsiteX755" fmla="*/ 1586878 w 2488513"/>
                <a:gd name="connsiteY755" fmla="*/ 150819 h 1224584"/>
                <a:gd name="connsiteX756" fmla="*/ 1583599 w 2488513"/>
                <a:gd name="connsiteY756" fmla="*/ 147540 h 1224584"/>
                <a:gd name="connsiteX757" fmla="*/ 1580321 w 2488513"/>
                <a:gd name="connsiteY757" fmla="*/ 149180 h 1224584"/>
                <a:gd name="connsiteX758" fmla="*/ 1575403 w 2488513"/>
                <a:gd name="connsiteY758" fmla="*/ 149180 h 1224584"/>
                <a:gd name="connsiteX759" fmla="*/ 1572124 w 2488513"/>
                <a:gd name="connsiteY759" fmla="*/ 149180 h 1224584"/>
                <a:gd name="connsiteX760" fmla="*/ 1568845 w 2488513"/>
                <a:gd name="connsiteY760" fmla="*/ 150819 h 1224584"/>
                <a:gd name="connsiteX761" fmla="*/ 1563927 w 2488513"/>
                <a:gd name="connsiteY761" fmla="*/ 154098 h 1224584"/>
                <a:gd name="connsiteX762" fmla="*/ 1563927 w 2488513"/>
                <a:gd name="connsiteY762" fmla="*/ 149180 h 1224584"/>
                <a:gd name="connsiteX763" fmla="*/ 1562288 w 2488513"/>
                <a:gd name="connsiteY763" fmla="*/ 145901 h 1224584"/>
                <a:gd name="connsiteX764" fmla="*/ 1562288 w 2488513"/>
                <a:gd name="connsiteY764" fmla="*/ 142622 h 1224584"/>
                <a:gd name="connsiteX765" fmla="*/ 1567206 w 2488513"/>
                <a:gd name="connsiteY765" fmla="*/ 140983 h 1224584"/>
                <a:gd name="connsiteX766" fmla="*/ 1565567 w 2488513"/>
                <a:gd name="connsiteY766" fmla="*/ 144262 h 1224584"/>
                <a:gd name="connsiteX767" fmla="*/ 1570485 w 2488513"/>
                <a:gd name="connsiteY767" fmla="*/ 140983 h 1224584"/>
                <a:gd name="connsiteX768" fmla="*/ 1567206 w 2488513"/>
                <a:gd name="connsiteY768" fmla="*/ 137704 h 1224584"/>
                <a:gd name="connsiteX769" fmla="*/ 1567206 w 2488513"/>
                <a:gd name="connsiteY769" fmla="*/ 132786 h 1224584"/>
                <a:gd name="connsiteX770" fmla="*/ 1570485 w 2488513"/>
                <a:gd name="connsiteY770" fmla="*/ 134426 h 1224584"/>
                <a:gd name="connsiteX771" fmla="*/ 1573763 w 2488513"/>
                <a:gd name="connsiteY771" fmla="*/ 134426 h 1224584"/>
                <a:gd name="connsiteX772" fmla="*/ 1578681 w 2488513"/>
                <a:gd name="connsiteY772" fmla="*/ 136065 h 1224584"/>
                <a:gd name="connsiteX773" fmla="*/ 1581960 w 2488513"/>
                <a:gd name="connsiteY773" fmla="*/ 136065 h 1224584"/>
                <a:gd name="connsiteX774" fmla="*/ 1585239 w 2488513"/>
                <a:gd name="connsiteY774" fmla="*/ 134426 h 1224584"/>
                <a:gd name="connsiteX775" fmla="*/ 1590157 w 2488513"/>
                <a:gd name="connsiteY775" fmla="*/ 132786 h 1224584"/>
                <a:gd name="connsiteX776" fmla="*/ 1591796 w 2488513"/>
                <a:gd name="connsiteY776" fmla="*/ 131147 h 1224584"/>
                <a:gd name="connsiteX777" fmla="*/ 1593435 w 2488513"/>
                <a:gd name="connsiteY777" fmla="*/ 127868 h 1224584"/>
                <a:gd name="connsiteX778" fmla="*/ 1596714 w 2488513"/>
                <a:gd name="connsiteY778" fmla="*/ 127868 h 1224584"/>
                <a:gd name="connsiteX779" fmla="*/ 1599993 w 2488513"/>
                <a:gd name="connsiteY779" fmla="*/ 129508 h 1224584"/>
                <a:gd name="connsiteX780" fmla="*/ 1604911 w 2488513"/>
                <a:gd name="connsiteY780" fmla="*/ 127868 h 1224584"/>
                <a:gd name="connsiteX781" fmla="*/ 1608189 w 2488513"/>
                <a:gd name="connsiteY781" fmla="*/ 129508 h 1224584"/>
                <a:gd name="connsiteX782" fmla="*/ 1611468 w 2488513"/>
                <a:gd name="connsiteY782" fmla="*/ 132786 h 1224584"/>
                <a:gd name="connsiteX783" fmla="*/ 1611468 w 2488513"/>
                <a:gd name="connsiteY783" fmla="*/ 136065 h 1224584"/>
                <a:gd name="connsiteX784" fmla="*/ 1608189 w 2488513"/>
                <a:gd name="connsiteY784" fmla="*/ 137704 h 1224584"/>
                <a:gd name="connsiteX785" fmla="*/ 1611468 w 2488513"/>
                <a:gd name="connsiteY785" fmla="*/ 137704 h 1224584"/>
                <a:gd name="connsiteX786" fmla="*/ 1616386 w 2488513"/>
                <a:gd name="connsiteY786" fmla="*/ 137704 h 1224584"/>
                <a:gd name="connsiteX787" fmla="*/ 1619665 w 2488513"/>
                <a:gd name="connsiteY787" fmla="*/ 139344 h 1224584"/>
                <a:gd name="connsiteX788" fmla="*/ 1622944 w 2488513"/>
                <a:gd name="connsiteY788" fmla="*/ 137704 h 1224584"/>
                <a:gd name="connsiteX789" fmla="*/ 1626222 w 2488513"/>
                <a:gd name="connsiteY789" fmla="*/ 136065 h 1224584"/>
                <a:gd name="connsiteX790" fmla="*/ 1622944 w 2488513"/>
                <a:gd name="connsiteY790" fmla="*/ 139344 h 1224584"/>
                <a:gd name="connsiteX791" fmla="*/ 1619665 w 2488513"/>
                <a:gd name="connsiteY791" fmla="*/ 140983 h 1224584"/>
                <a:gd name="connsiteX792" fmla="*/ 1614747 w 2488513"/>
                <a:gd name="connsiteY792" fmla="*/ 142622 h 1224584"/>
                <a:gd name="connsiteX793" fmla="*/ 1611468 w 2488513"/>
                <a:gd name="connsiteY793" fmla="*/ 145901 h 1224584"/>
                <a:gd name="connsiteX794" fmla="*/ 1614747 w 2488513"/>
                <a:gd name="connsiteY794" fmla="*/ 145901 h 1224584"/>
                <a:gd name="connsiteX795" fmla="*/ 1619665 w 2488513"/>
                <a:gd name="connsiteY795" fmla="*/ 142622 h 1224584"/>
                <a:gd name="connsiteX796" fmla="*/ 1622944 w 2488513"/>
                <a:gd name="connsiteY796" fmla="*/ 140983 h 1224584"/>
                <a:gd name="connsiteX797" fmla="*/ 1626222 w 2488513"/>
                <a:gd name="connsiteY797" fmla="*/ 140983 h 1224584"/>
                <a:gd name="connsiteX798" fmla="*/ 1631140 w 2488513"/>
                <a:gd name="connsiteY798" fmla="*/ 139344 h 1224584"/>
                <a:gd name="connsiteX799" fmla="*/ 1634419 w 2488513"/>
                <a:gd name="connsiteY799" fmla="*/ 139344 h 1224584"/>
                <a:gd name="connsiteX800" fmla="*/ 1637697 w 2488513"/>
                <a:gd name="connsiteY800" fmla="*/ 137704 h 1224584"/>
                <a:gd name="connsiteX801" fmla="*/ 1642616 w 2488513"/>
                <a:gd name="connsiteY801" fmla="*/ 137704 h 1224584"/>
                <a:gd name="connsiteX802" fmla="*/ 1637697 w 2488513"/>
                <a:gd name="connsiteY802" fmla="*/ 139344 h 1224584"/>
                <a:gd name="connsiteX803" fmla="*/ 1637697 w 2488513"/>
                <a:gd name="connsiteY803" fmla="*/ 139344 h 1224584"/>
                <a:gd name="connsiteX804" fmla="*/ 1632779 w 2488513"/>
                <a:gd name="connsiteY804" fmla="*/ 142622 h 1224584"/>
                <a:gd name="connsiteX805" fmla="*/ 1629501 w 2488513"/>
                <a:gd name="connsiteY805" fmla="*/ 145901 h 1224584"/>
                <a:gd name="connsiteX806" fmla="*/ 1626222 w 2488513"/>
                <a:gd name="connsiteY806" fmla="*/ 149180 h 1224584"/>
                <a:gd name="connsiteX807" fmla="*/ 1621304 w 2488513"/>
                <a:gd name="connsiteY807" fmla="*/ 152458 h 1224584"/>
                <a:gd name="connsiteX808" fmla="*/ 1618025 w 2488513"/>
                <a:gd name="connsiteY808" fmla="*/ 154098 h 1224584"/>
                <a:gd name="connsiteX809" fmla="*/ 1614747 w 2488513"/>
                <a:gd name="connsiteY809" fmla="*/ 157376 h 1224584"/>
                <a:gd name="connsiteX810" fmla="*/ 1611468 w 2488513"/>
                <a:gd name="connsiteY810" fmla="*/ 162294 h 1224584"/>
                <a:gd name="connsiteX811" fmla="*/ 1608189 w 2488513"/>
                <a:gd name="connsiteY811" fmla="*/ 160655 h 1224584"/>
                <a:gd name="connsiteX812" fmla="*/ 1604911 w 2488513"/>
                <a:gd name="connsiteY812" fmla="*/ 163934 h 1224584"/>
                <a:gd name="connsiteX813" fmla="*/ 1601632 w 2488513"/>
                <a:gd name="connsiteY813" fmla="*/ 167212 h 1224584"/>
                <a:gd name="connsiteX814" fmla="*/ 1604911 w 2488513"/>
                <a:gd name="connsiteY814" fmla="*/ 168852 h 1224584"/>
                <a:gd name="connsiteX815" fmla="*/ 1608189 w 2488513"/>
                <a:gd name="connsiteY815" fmla="*/ 168852 h 1224584"/>
                <a:gd name="connsiteX816" fmla="*/ 1604911 w 2488513"/>
                <a:gd name="connsiteY816" fmla="*/ 172130 h 1224584"/>
                <a:gd name="connsiteX817" fmla="*/ 1601632 w 2488513"/>
                <a:gd name="connsiteY817" fmla="*/ 173770 h 1224584"/>
                <a:gd name="connsiteX818" fmla="*/ 1599993 w 2488513"/>
                <a:gd name="connsiteY818" fmla="*/ 177048 h 1224584"/>
                <a:gd name="connsiteX819" fmla="*/ 1603271 w 2488513"/>
                <a:gd name="connsiteY819" fmla="*/ 177048 h 1224584"/>
                <a:gd name="connsiteX820" fmla="*/ 1608189 w 2488513"/>
                <a:gd name="connsiteY820" fmla="*/ 173770 h 1224584"/>
                <a:gd name="connsiteX821" fmla="*/ 1611468 w 2488513"/>
                <a:gd name="connsiteY821" fmla="*/ 173770 h 1224584"/>
                <a:gd name="connsiteX822" fmla="*/ 1614747 w 2488513"/>
                <a:gd name="connsiteY822" fmla="*/ 172130 h 1224584"/>
                <a:gd name="connsiteX823" fmla="*/ 1619665 w 2488513"/>
                <a:gd name="connsiteY823" fmla="*/ 173770 h 1224584"/>
                <a:gd name="connsiteX824" fmla="*/ 1614747 w 2488513"/>
                <a:gd name="connsiteY824" fmla="*/ 175409 h 1224584"/>
                <a:gd name="connsiteX825" fmla="*/ 1611468 w 2488513"/>
                <a:gd name="connsiteY825" fmla="*/ 177048 h 1224584"/>
                <a:gd name="connsiteX826" fmla="*/ 1608189 w 2488513"/>
                <a:gd name="connsiteY826" fmla="*/ 178688 h 1224584"/>
                <a:gd name="connsiteX827" fmla="*/ 1611468 w 2488513"/>
                <a:gd name="connsiteY827" fmla="*/ 177048 h 1224584"/>
                <a:gd name="connsiteX828" fmla="*/ 1614747 w 2488513"/>
                <a:gd name="connsiteY828" fmla="*/ 177048 h 1224584"/>
                <a:gd name="connsiteX829" fmla="*/ 1619665 w 2488513"/>
                <a:gd name="connsiteY829" fmla="*/ 178688 h 1224584"/>
                <a:gd name="connsiteX830" fmla="*/ 1616386 w 2488513"/>
                <a:gd name="connsiteY830" fmla="*/ 181966 h 1224584"/>
                <a:gd name="connsiteX831" fmla="*/ 1616386 w 2488513"/>
                <a:gd name="connsiteY831" fmla="*/ 185245 h 1224584"/>
                <a:gd name="connsiteX832" fmla="*/ 1611468 w 2488513"/>
                <a:gd name="connsiteY832" fmla="*/ 186884 h 1224584"/>
                <a:gd name="connsiteX833" fmla="*/ 1608189 w 2488513"/>
                <a:gd name="connsiteY833" fmla="*/ 186884 h 1224584"/>
                <a:gd name="connsiteX834" fmla="*/ 1604911 w 2488513"/>
                <a:gd name="connsiteY834" fmla="*/ 186884 h 1224584"/>
                <a:gd name="connsiteX835" fmla="*/ 1599993 w 2488513"/>
                <a:gd name="connsiteY835" fmla="*/ 186884 h 1224584"/>
                <a:gd name="connsiteX836" fmla="*/ 1596714 w 2488513"/>
                <a:gd name="connsiteY836" fmla="*/ 186884 h 1224584"/>
                <a:gd name="connsiteX837" fmla="*/ 1598354 w 2488513"/>
                <a:gd name="connsiteY837" fmla="*/ 183606 h 1224584"/>
                <a:gd name="connsiteX838" fmla="*/ 1595075 w 2488513"/>
                <a:gd name="connsiteY838" fmla="*/ 186884 h 1224584"/>
                <a:gd name="connsiteX839" fmla="*/ 1591796 w 2488513"/>
                <a:gd name="connsiteY839" fmla="*/ 186884 h 1224584"/>
                <a:gd name="connsiteX840" fmla="*/ 1588517 w 2488513"/>
                <a:gd name="connsiteY840" fmla="*/ 183606 h 1224584"/>
                <a:gd name="connsiteX841" fmla="*/ 1585239 w 2488513"/>
                <a:gd name="connsiteY841" fmla="*/ 185245 h 1224584"/>
                <a:gd name="connsiteX842" fmla="*/ 1586878 w 2488513"/>
                <a:gd name="connsiteY842" fmla="*/ 188524 h 1224584"/>
                <a:gd name="connsiteX843" fmla="*/ 1588517 w 2488513"/>
                <a:gd name="connsiteY843" fmla="*/ 191802 h 1224584"/>
                <a:gd name="connsiteX844" fmla="*/ 1591796 w 2488513"/>
                <a:gd name="connsiteY844" fmla="*/ 195081 h 1224584"/>
                <a:gd name="connsiteX845" fmla="*/ 1591796 w 2488513"/>
                <a:gd name="connsiteY845" fmla="*/ 198360 h 1224584"/>
                <a:gd name="connsiteX846" fmla="*/ 1588517 w 2488513"/>
                <a:gd name="connsiteY846" fmla="*/ 201638 h 1224584"/>
                <a:gd name="connsiteX847" fmla="*/ 1590157 w 2488513"/>
                <a:gd name="connsiteY847" fmla="*/ 199999 h 1224584"/>
                <a:gd name="connsiteX848" fmla="*/ 1593435 w 2488513"/>
                <a:gd name="connsiteY848" fmla="*/ 198360 h 1224584"/>
                <a:gd name="connsiteX849" fmla="*/ 1596714 w 2488513"/>
                <a:gd name="connsiteY849" fmla="*/ 195081 h 1224584"/>
                <a:gd name="connsiteX850" fmla="*/ 1593435 w 2488513"/>
                <a:gd name="connsiteY850" fmla="*/ 195081 h 1224584"/>
                <a:gd name="connsiteX851" fmla="*/ 1591796 w 2488513"/>
                <a:gd name="connsiteY851" fmla="*/ 191802 h 1224584"/>
                <a:gd name="connsiteX852" fmla="*/ 1593435 w 2488513"/>
                <a:gd name="connsiteY852" fmla="*/ 186884 h 1224584"/>
                <a:gd name="connsiteX853" fmla="*/ 1596714 w 2488513"/>
                <a:gd name="connsiteY853" fmla="*/ 186884 h 1224584"/>
                <a:gd name="connsiteX854" fmla="*/ 1599993 w 2488513"/>
                <a:gd name="connsiteY854" fmla="*/ 188524 h 1224584"/>
                <a:gd name="connsiteX855" fmla="*/ 1604911 w 2488513"/>
                <a:gd name="connsiteY855" fmla="*/ 188524 h 1224584"/>
                <a:gd name="connsiteX856" fmla="*/ 1608189 w 2488513"/>
                <a:gd name="connsiteY856" fmla="*/ 188524 h 1224584"/>
                <a:gd name="connsiteX857" fmla="*/ 1611468 w 2488513"/>
                <a:gd name="connsiteY857" fmla="*/ 190163 h 1224584"/>
                <a:gd name="connsiteX858" fmla="*/ 1616386 w 2488513"/>
                <a:gd name="connsiteY858" fmla="*/ 186884 h 1224584"/>
                <a:gd name="connsiteX859" fmla="*/ 1618025 w 2488513"/>
                <a:gd name="connsiteY859" fmla="*/ 183606 h 1224584"/>
                <a:gd name="connsiteX860" fmla="*/ 1619665 w 2488513"/>
                <a:gd name="connsiteY860" fmla="*/ 180327 h 1224584"/>
                <a:gd name="connsiteX861" fmla="*/ 1622944 w 2488513"/>
                <a:gd name="connsiteY861" fmla="*/ 178688 h 1224584"/>
                <a:gd name="connsiteX862" fmla="*/ 1626222 w 2488513"/>
                <a:gd name="connsiteY862" fmla="*/ 175409 h 1224584"/>
                <a:gd name="connsiteX863" fmla="*/ 1629501 w 2488513"/>
                <a:gd name="connsiteY863" fmla="*/ 175409 h 1224584"/>
                <a:gd name="connsiteX864" fmla="*/ 1627861 w 2488513"/>
                <a:gd name="connsiteY864" fmla="*/ 170491 h 1224584"/>
                <a:gd name="connsiteX865" fmla="*/ 1629501 w 2488513"/>
                <a:gd name="connsiteY865" fmla="*/ 167212 h 1224584"/>
                <a:gd name="connsiteX866" fmla="*/ 1634419 w 2488513"/>
                <a:gd name="connsiteY866" fmla="*/ 163934 h 1224584"/>
                <a:gd name="connsiteX867" fmla="*/ 1631140 w 2488513"/>
                <a:gd name="connsiteY867" fmla="*/ 160655 h 1224584"/>
                <a:gd name="connsiteX868" fmla="*/ 1631140 w 2488513"/>
                <a:gd name="connsiteY868" fmla="*/ 157376 h 1224584"/>
                <a:gd name="connsiteX869" fmla="*/ 1634419 w 2488513"/>
                <a:gd name="connsiteY869" fmla="*/ 155737 h 1224584"/>
                <a:gd name="connsiteX870" fmla="*/ 1637697 w 2488513"/>
                <a:gd name="connsiteY870" fmla="*/ 154098 h 1224584"/>
                <a:gd name="connsiteX871" fmla="*/ 1640976 w 2488513"/>
                <a:gd name="connsiteY871" fmla="*/ 149180 h 1224584"/>
                <a:gd name="connsiteX872" fmla="*/ 1645894 w 2488513"/>
                <a:gd name="connsiteY872" fmla="*/ 147540 h 1224584"/>
                <a:gd name="connsiteX873" fmla="*/ 1649173 w 2488513"/>
                <a:gd name="connsiteY873" fmla="*/ 144262 h 1224584"/>
                <a:gd name="connsiteX874" fmla="*/ 1652451 w 2488513"/>
                <a:gd name="connsiteY874" fmla="*/ 145901 h 1224584"/>
                <a:gd name="connsiteX875" fmla="*/ 1657369 w 2488513"/>
                <a:gd name="connsiteY875" fmla="*/ 144262 h 1224584"/>
                <a:gd name="connsiteX876" fmla="*/ 1660648 w 2488513"/>
                <a:gd name="connsiteY876" fmla="*/ 145901 h 1224584"/>
                <a:gd name="connsiteX877" fmla="*/ 1665566 w 2488513"/>
                <a:gd name="connsiteY877" fmla="*/ 145901 h 1224584"/>
                <a:gd name="connsiteX878" fmla="*/ 1668845 w 2488513"/>
                <a:gd name="connsiteY878" fmla="*/ 144262 h 1224584"/>
                <a:gd name="connsiteX879" fmla="*/ 1672124 w 2488513"/>
                <a:gd name="connsiteY879" fmla="*/ 142622 h 1224584"/>
                <a:gd name="connsiteX880" fmla="*/ 1675402 w 2488513"/>
                <a:gd name="connsiteY880" fmla="*/ 140983 h 1224584"/>
                <a:gd name="connsiteX881" fmla="*/ 1680320 w 2488513"/>
                <a:gd name="connsiteY881" fmla="*/ 140983 h 1224584"/>
                <a:gd name="connsiteX882" fmla="*/ 1683599 w 2488513"/>
                <a:gd name="connsiteY882" fmla="*/ 139344 h 1224584"/>
                <a:gd name="connsiteX883" fmla="*/ 1688517 w 2488513"/>
                <a:gd name="connsiteY883" fmla="*/ 137704 h 1224584"/>
                <a:gd name="connsiteX884" fmla="*/ 1691796 w 2488513"/>
                <a:gd name="connsiteY884" fmla="*/ 136065 h 1224584"/>
                <a:gd name="connsiteX885" fmla="*/ 1695074 w 2488513"/>
                <a:gd name="connsiteY885" fmla="*/ 132786 h 1224584"/>
                <a:gd name="connsiteX886" fmla="*/ 1698353 w 2488513"/>
                <a:gd name="connsiteY886" fmla="*/ 131147 h 1224584"/>
                <a:gd name="connsiteX887" fmla="*/ 1703271 w 2488513"/>
                <a:gd name="connsiteY887" fmla="*/ 129508 h 1224584"/>
                <a:gd name="connsiteX888" fmla="*/ 1706550 w 2488513"/>
                <a:gd name="connsiteY888" fmla="*/ 129508 h 1224584"/>
                <a:gd name="connsiteX889" fmla="*/ 1709828 w 2488513"/>
                <a:gd name="connsiteY889" fmla="*/ 127868 h 1224584"/>
                <a:gd name="connsiteX890" fmla="*/ 1714746 w 2488513"/>
                <a:gd name="connsiteY890" fmla="*/ 127868 h 1224584"/>
                <a:gd name="connsiteX891" fmla="*/ 1718025 w 2488513"/>
                <a:gd name="connsiteY891" fmla="*/ 126229 h 1224584"/>
                <a:gd name="connsiteX892" fmla="*/ 1719664 w 2488513"/>
                <a:gd name="connsiteY892" fmla="*/ 124590 h 1224584"/>
                <a:gd name="connsiteX893" fmla="*/ 1722943 w 2488513"/>
                <a:gd name="connsiteY893" fmla="*/ 122950 h 1224584"/>
                <a:gd name="connsiteX894" fmla="*/ 1719664 w 2488513"/>
                <a:gd name="connsiteY894" fmla="*/ 124590 h 1224584"/>
                <a:gd name="connsiteX895" fmla="*/ 1716386 w 2488513"/>
                <a:gd name="connsiteY895" fmla="*/ 122950 h 1224584"/>
                <a:gd name="connsiteX896" fmla="*/ 1719664 w 2488513"/>
                <a:gd name="connsiteY896" fmla="*/ 119672 h 1224584"/>
                <a:gd name="connsiteX897" fmla="*/ 1722943 w 2488513"/>
                <a:gd name="connsiteY897" fmla="*/ 118032 h 1224584"/>
                <a:gd name="connsiteX898" fmla="*/ 1727861 w 2488513"/>
                <a:gd name="connsiteY898" fmla="*/ 114754 h 1224584"/>
                <a:gd name="connsiteX899" fmla="*/ 1729500 w 2488513"/>
                <a:gd name="connsiteY899" fmla="*/ 111475 h 1224584"/>
                <a:gd name="connsiteX900" fmla="*/ 1726222 w 2488513"/>
                <a:gd name="connsiteY900" fmla="*/ 108196 h 1224584"/>
                <a:gd name="connsiteX901" fmla="*/ 1721304 w 2488513"/>
                <a:gd name="connsiteY901" fmla="*/ 109836 h 1224584"/>
                <a:gd name="connsiteX902" fmla="*/ 1718025 w 2488513"/>
                <a:gd name="connsiteY902" fmla="*/ 113114 h 1224584"/>
                <a:gd name="connsiteX903" fmla="*/ 1714746 w 2488513"/>
                <a:gd name="connsiteY903" fmla="*/ 116393 h 1224584"/>
                <a:gd name="connsiteX904" fmla="*/ 1718025 w 2488513"/>
                <a:gd name="connsiteY904" fmla="*/ 114754 h 1224584"/>
                <a:gd name="connsiteX905" fmla="*/ 1721304 w 2488513"/>
                <a:gd name="connsiteY905" fmla="*/ 113114 h 1224584"/>
                <a:gd name="connsiteX906" fmla="*/ 1718025 w 2488513"/>
                <a:gd name="connsiteY906" fmla="*/ 114754 h 1224584"/>
                <a:gd name="connsiteX907" fmla="*/ 1714746 w 2488513"/>
                <a:gd name="connsiteY907" fmla="*/ 116393 h 1224584"/>
                <a:gd name="connsiteX908" fmla="*/ 1709828 w 2488513"/>
                <a:gd name="connsiteY908" fmla="*/ 118032 h 1224584"/>
                <a:gd name="connsiteX909" fmla="*/ 1706550 w 2488513"/>
                <a:gd name="connsiteY909" fmla="*/ 119672 h 1224584"/>
                <a:gd name="connsiteX910" fmla="*/ 1703271 w 2488513"/>
                <a:gd name="connsiteY910" fmla="*/ 119672 h 1224584"/>
                <a:gd name="connsiteX911" fmla="*/ 1698353 w 2488513"/>
                <a:gd name="connsiteY911" fmla="*/ 119672 h 1224584"/>
                <a:gd name="connsiteX912" fmla="*/ 1696714 w 2488513"/>
                <a:gd name="connsiteY912" fmla="*/ 116393 h 1224584"/>
                <a:gd name="connsiteX913" fmla="*/ 1699992 w 2488513"/>
                <a:gd name="connsiteY913" fmla="*/ 114754 h 1224584"/>
                <a:gd name="connsiteX914" fmla="*/ 1703271 w 2488513"/>
                <a:gd name="connsiteY914" fmla="*/ 111475 h 1224584"/>
                <a:gd name="connsiteX915" fmla="*/ 1708189 w 2488513"/>
                <a:gd name="connsiteY915" fmla="*/ 111475 h 1224584"/>
                <a:gd name="connsiteX916" fmla="*/ 1711468 w 2488513"/>
                <a:gd name="connsiteY916" fmla="*/ 109836 h 1224584"/>
                <a:gd name="connsiteX917" fmla="*/ 1714746 w 2488513"/>
                <a:gd name="connsiteY917" fmla="*/ 108196 h 1224584"/>
                <a:gd name="connsiteX918" fmla="*/ 1719664 w 2488513"/>
                <a:gd name="connsiteY918" fmla="*/ 106557 h 1224584"/>
                <a:gd name="connsiteX919" fmla="*/ 1722943 w 2488513"/>
                <a:gd name="connsiteY919" fmla="*/ 104918 h 1224584"/>
                <a:gd name="connsiteX920" fmla="*/ 1719664 w 2488513"/>
                <a:gd name="connsiteY920" fmla="*/ 101639 h 1224584"/>
                <a:gd name="connsiteX921" fmla="*/ 1722943 w 2488513"/>
                <a:gd name="connsiteY921" fmla="*/ 98360 h 1224584"/>
                <a:gd name="connsiteX922" fmla="*/ 1726222 w 2488513"/>
                <a:gd name="connsiteY922" fmla="*/ 96721 h 1224584"/>
                <a:gd name="connsiteX923" fmla="*/ 1731140 w 2488513"/>
                <a:gd name="connsiteY923" fmla="*/ 96721 h 1224584"/>
                <a:gd name="connsiteX924" fmla="*/ 1734418 w 2488513"/>
                <a:gd name="connsiteY924" fmla="*/ 96721 h 1224584"/>
                <a:gd name="connsiteX925" fmla="*/ 1737697 w 2488513"/>
                <a:gd name="connsiteY925" fmla="*/ 96721 h 1224584"/>
                <a:gd name="connsiteX926" fmla="*/ 1742615 w 2488513"/>
                <a:gd name="connsiteY926" fmla="*/ 95081 h 1224584"/>
                <a:gd name="connsiteX927" fmla="*/ 1745894 w 2488513"/>
                <a:gd name="connsiteY927" fmla="*/ 95081 h 1224584"/>
                <a:gd name="connsiteX928" fmla="*/ 1742615 w 2488513"/>
                <a:gd name="connsiteY928" fmla="*/ 96721 h 1224584"/>
                <a:gd name="connsiteX929" fmla="*/ 1737697 w 2488513"/>
                <a:gd name="connsiteY929" fmla="*/ 98360 h 1224584"/>
                <a:gd name="connsiteX930" fmla="*/ 1734418 w 2488513"/>
                <a:gd name="connsiteY930" fmla="*/ 100000 h 1224584"/>
                <a:gd name="connsiteX931" fmla="*/ 1731140 w 2488513"/>
                <a:gd name="connsiteY931" fmla="*/ 103278 h 1224584"/>
                <a:gd name="connsiteX932" fmla="*/ 1736058 w 2488513"/>
                <a:gd name="connsiteY932" fmla="*/ 101639 h 1224584"/>
                <a:gd name="connsiteX933" fmla="*/ 1739336 w 2488513"/>
                <a:gd name="connsiteY933" fmla="*/ 100000 h 1224584"/>
                <a:gd name="connsiteX934" fmla="*/ 1742615 w 2488513"/>
                <a:gd name="connsiteY934" fmla="*/ 98360 h 1224584"/>
                <a:gd name="connsiteX935" fmla="*/ 1745894 w 2488513"/>
                <a:gd name="connsiteY935" fmla="*/ 98360 h 1224584"/>
                <a:gd name="connsiteX936" fmla="*/ 1750812 w 2488513"/>
                <a:gd name="connsiteY936" fmla="*/ 95081 h 1224584"/>
                <a:gd name="connsiteX937" fmla="*/ 1749172 w 2488513"/>
                <a:gd name="connsiteY937" fmla="*/ 96721 h 1224584"/>
                <a:gd name="connsiteX938" fmla="*/ 1744254 w 2488513"/>
                <a:gd name="connsiteY938" fmla="*/ 95081 h 1224584"/>
                <a:gd name="connsiteX939" fmla="*/ 1749172 w 2488513"/>
                <a:gd name="connsiteY939" fmla="*/ 93442 h 1224584"/>
                <a:gd name="connsiteX940" fmla="*/ 1749172 w 2488513"/>
                <a:gd name="connsiteY940" fmla="*/ 90164 h 1224584"/>
                <a:gd name="connsiteX941" fmla="*/ 1744254 w 2488513"/>
                <a:gd name="connsiteY941" fmla="*/ 90164 h 1224584"/>
                <a:gd name="connsiteX942" fmla="*/ 1740976 w 2488513"/>
                <a:gd name="connsiteY942" fmla="*/ 91803 h 1224584"/>
                <a:gd name="connsiteX943" fmla="*/ 1737697 w 2488513"/>
                <a:gd name="connsiteY943" fmla="*/ 93442 h 1224584"/>
                <a:gd name="connsiteX944" fmla="*/ 1734418 w 2488513"/>
                <a:gd name="connsiteY944" fmla="*/ 93442 h 1224584"/>
                <a:gd name="connsiteX945" fmla="*/ 1729500 w 2488513"/>
                <a:gd name="connsiteY945" fmla="*/ 93442 h 1224584"/>
                <a:gd name="connsiteX946" fmla="*/ 1726222 w 2488513"/>
                <a:gd name="connsiteY946" fmla="*/ 91803 h 1224584"/>
                <a:gd name="connsiteX947" fmla="*/ 1724582 w 2488513"/>
                <a:gd name="connsiteY947" fmla="*/ 88524 h 1224584"/>
                <a:gd name="connsiteX948" fmla="*/ 1722943 w 2488513"/>
                <a:gd name="connsiteY948" fmla="*/ 85245 h 1224584"/>
                <a:gd name="connsiteX949" fmla="*/ 1719664 w 2488513"/>
                <a:gd name="connsiteY949" fmla="*/ 88524 h 1224584"/>
                <a:gd name="connsiteX950" fmla="*/ 1714746 w 2488513"/>
                <a:gd name="connsiteY950" fmla="*/ 88524 h 1224584"/>
                <a:gd name="connsiteX951" fmla="*/ 1711468 w 2488513"/>
                <a:gd name="connsiteY951" fmla="*/ 86885 h 1224584"/>
                <a:gd name="connsiteX952" fmla="*/ 1706550 w 2488513"/>
                <a:gd name="connsiteY952" fmla="*/ 85245 h 1224584"/>
                <a:gd name="connsiteX953" fmla="*/ 1703271 w 2488513"/>
                <a:gd name="connsiteY953" fmla="*/ 85245 h 1224584"/>
                <a:gd name="connsiteX954" fmla="*/ 1699992 w 2488513"/>
                <a:gd name="connsiteY954" fmla="*/ 80328 h 1224584"/>
                <a:gd name="connsiteX955" fmla="*/ 1696714 w 2488513"/>
                <a:gd name="connsiteY955" fmla="*/ 80328 h 1224584"/>
                <a:gd name="connsiteX956" fmla="*/ 1693435 w 2488513"/>
                <a:gd name="connsiteY956" fmla="*/ 80328 h 1224584"/>
                <a:gd name="connsiteX957" fmla="*/ 1690156 w 2488513"/>
                <a:gd name="connsiteY957" fmla="*/ 77049 h 1224584"/>
                <a:gd name="connsiteX958" fmla="*/ 1693435 w 2488513"/>
                <a:gd name="connsiteY958" fmla="*/ 73770 h 1224584"/>
                <a:gd name="connsiteX959" fmla="*/ 1690156 w 2488513"/>
                <a:gd name="connsiteY959" fmla="*/ 72131 h 1224584"/>
                <a:gd name="connsiteX960" fmla="*/ 1688517 w 2488513"/>
                <a:gd name="connsiteY960" fmla="*/ 70491 h 1224584"/>
                <a:gd name="connsiteX961" fmla="*/ 1688517 w 2488513"/>
                <a:gd name="connsiteY961" fmla="*/ 67213 h 1224584"/>
                <a:gd name="connsiteX962" fmla="*/ 1691796 w 2488513"/>
                <a:gd name="connsiteY962" fmla="*/ 63934 h 1224584"/>
                <a:gd name="connsiteX963" fmla="*/ 1696714 w 2488513"/>
                <a:gd name="connsiteY963" fmla="*/ 60655 h 1224584"/>
                <a:gd name="connsiteX964" fmla="*/ 1699992 w 2488513"/>
                <a:gd name="connsiteY964" fmla="*/ 59016 h 1224584"/>
                <a:gd name="connsiteX965" fmla="*/ 1703271 w 2488513"/>
                <a:gd name="connsiteY965" fmla="*/ 57377 h 1224584"/>
                <a:gd name="connsiteX966" fmla="*/ 1706550 w 2488513"/>
                <a:gd name="connsiteY966" fmla="*/ 54098 h 1224584"/>
                <a:gd name="connsiteX967" fmla="*/ 1711468 w 2488513"/>
                <a:gd name="connsiteY967" fmla="*/ 52459 h 1224584"/>
                <a:gd name="connsiteX968" fmla="*/ 1714746 w 2488513"/>
                <a:gd name="connsiteY968" fmla="*/ 52459 h 1224584"/>
                <a:gd name="connsiteX969" fmla="*/ 1719664 w 2488513"/>
                <a:gd name="connsiteY969" fmla="*/ 52459 h 1224584"/>
                <a:gd name="connsiteX970" fmla="*/ 1722943 w 2488513"/>
                <a:gd name="connsiteY970" fmla="*/ 52459 h 1224584"/>
                <a:gd name="connsiteX971" fmla="*/ 1718025 w 2488513"/>
                <a:gd name="connsiteY971" fmla="*/ 49180 h 1224584"/>
                <a:gd name="connsiteX972" fmla="*/ 1722943 w 2488513"/>
                <a:gd name="connsiteY972" fmla="*/ 49180 h 1224584"/>
                <a:gd name="connsiteX973" fmla="*/ 1726222 w 2488513"/>
                <a:gd name="connsiteY973" fmla="*/ 45901 h 1224584"/>
                <a:gd name="connsiteX974" fmla="*/ 1722943 w 2488513"/>
                <a:gd name="connsiteY974" fmla="*/ 47541 h 1224584"/>
                <a:gd name="connsiteX975" fmla="*/ 1718025 w 2488513"/>
                <a:gd name="connsiteY975" fmla="*/ 49180 h 1224584"/>
                <a:gd name="connsiteX976" fmla="*/ 1714746 w 2488513"/>
                <a:gd name="connsiteY976" fmla="*/ 49180 h 1224584"/>
                <a:gd name="connsiteX977" fmla="*/ 1713107 w 2488513"/>
                <a:gd name="connsiteY977" fmla="*/ 45901 h 1224584"/>
                <a:gd name="connsiteX978" fmla="*/ 1711468 w 2488513"/>
                <a:gd name="connsiteY978" fmla="*/ 42623 h 1224584"/>
                <a:gd name="connsiteX979" fmla="*/ 1714746 w 2488513"/>
                <a:gd name="connsiteY979" fmla="*/ 39344 h 1224584"/>
                <a:gd name="connsiteX980" fmla="*/ 1719664 w 2488513"/>
                <a:gd name="connsiteY980" fmla="*/ 37705 h 1224584"/>
                <a:gd name="connsiteX981" fmla="*/ 1722943 w 2488513"/>
                <a:gd name="connsiteY981" fmla="*/ 34426 h 1224584"/>
                <a:gd name="connsiteX982" fmla="*/ 1724582 w 2488513"/>
                <a:gd name="connsiteY982" fmla="*/ 31147 h 1224584"/>
                <a:gd name="connsiteX983" fmla="*/ 1729500 w 2488513"/>
                <a:gd name="connsiteY983" fmla="*/ 29508 h 1224584"/>
                <a:gd name="connsiteX984" fmla="*/ 1731140 w 2488513"/>
                <a:gd name="connsiteY984" fmla="*/ 26229 h 1224584"/>
                <a:gd name="connsiteX985" fmla="*/ 1734418 w 2488513"/>
                <a:gd name="connsiteY985" fmla="*/ 24590 h 1224584"/>
                <a:gd name="connsiteX986" fmla="*/ 1737697 w 2488513"/>
                <a:gd name="connsiteY986" fmla="*/ 24590 h 1224584"/>
                <a:gd name="connsiteX987" fmla="*/ 1742615 w 2488513"/>
                <a:gd name="connsiteY987" fmla="*/ 22951 h 1224584"/>
                <a:gd name="connsiteX988" fmla="*/ 1745894 w 2488513"/>
                <a:gd name="connsiteY988" fmla="*/ 21311 h 1224584"/>
                <a:gd name="connsiteX989" fmla="*/ 1749172 w 2488513"/>
                <a:gd name="connsiteY989" fmla="*/ 21311 h 1224584"/>
                <a:gd name="connsiteX990" fmla="*/ 1750812 w 2488513"/>
                <a:gd name="connsiteY990" fmla="*/ 21311 h 1224584"/>
                <a:gd name="connsiteX991" fmla="*/ 1752451 w 2488513"/>
                <a:gd name="connsiteY991" fmla="*/ 24590 h 1224584"/>
                <a:gd name="connsiteX992" fmla="*/ 1757369 w 2488513"/>
                <a:gd name="connsiteY992" fmla="*/ 26229 h 1224584"/>
                <a:gd name="connsiteX993" fmla="*/ 1760648 w 2488513"/>
                <a:gd name="connsiteY993" fmla="*/ 22951 h 1224584"/>
                <a:gd name="connsiteX994" fmla="*/ 1763926 w 2488513"/>
                <a:gd name="connsiteY994" fmla="*/ 19672 h 1224584"/>
                <a:gd name="connsiteX995" fmla="*/ 1768844 w 2488513"/>
                <a:gd name="connsiteY995" fmla="*/ 18033 h 1224584"/>
                <a:gd name="connsiteX996" fmla="*/ 1763926 w 2488513"/>
                <a:gd name="connsiteY996" fmla="*/ 18033 h 1224584"/>
                <a:gd name="connsiteX997" fmla="*/ 1760648 w 2488513"/>
                <a:gd name="connsiteY997" fmla="*/ 18033 h 1224584"/>
                <a:gd name="connsiteX998" fmla="*/ 1755730 w 2488513"/>
                <a:gd name="connsiteY998" fmla="*/ 16393 h 1224584"/>
                <a:gd name="connsiteX999" fmla="*/ 1760648 w 2488513"/>
                <a:gd name="connsiteY999" fmla="*/ 14754 h 1224584"/>
                <a:gd name="connsiteX1000" fmla="*/ 1763926 w 2488513"/>
                <a:gd name="connsiteY1000" fmla="*/ 13115 h 1224584"/>
                <a:gd name="connsiteX1001" fmla="*/ 1767205 w 2488513"/>
                <a:gd name="connsiteY1001" fmla="*/ 11475 h 1224584"/>
                <a:gd name="connsiteX1002" fmla="*/ 1772123 w 2488513"/>
                <a:gd name="connsiteY1002" fmla="*/ 11475 h 1224584"/>
                <a:gd name="connsiteX1003" fmla="*/ 1775402 w 2488513"/>
                <a:gd name="connsiteY1003" fmla="*/ 9836 h 1224584"/>
                <a:gd name="connsiteX1004" fmla="*/ 1778681 w 2488513"/>
                <a:gd name="connsiteY1004" fmla="*/ 9836 h 1224584"/>
                <a:gd name="connsiteX1005" fmla="*/ 1783598 w 2488513"/>
                <a:gd name="connsiteY1005" fmla="*/ 8197 h 1224584"/>
                <a:gd name="connsiteX1006" fmla="*/ 1786877 w 2488513"/>
                <a:gd name="connsiteY1006" fmla="*/ 6557 h 1224584"/>
                <a:gd name="connsiteX1007" fmla="*/ 1790156 w 2488513"/>
                <a:gd name="connsiteY1007" fmla="*/ 6557 h 1224584"/>
                <a:gd name="connsiteX1008" fmla="*/ 1795074 w 2488513"/>
                <a:gd name="connsiteY1008" fmla="*/ 6557 h 1224584"/>
                <a:gd name="connsiteX1009" fmla="*/ 1798353 w 2488513"/>
                <a:gd name="connsiteY1009" fmla="*/ 6557 h 1224584"/>
                <a:gd name="connsiteX1010" fmla="*/ 1803271 w 2488513"/>
                <a:gd name="connsiteY1010" fmla="*/ 4918 h 1224584"/>
                <a:gd name="connsiteX1011" fmla="*/ 1798353 w 2488513"/>
                <a:gd name="connsiteY1011" fmla="*/ 6557 h 1224584"/>
                <a:gd name="connsiteX1012" fmla="*/ 1795074 w 2488513"/>
                <a:gd name="connsiteY1012" fmla="*/ 4918 h 1224584"/>
                <a:gd name="connsiteX1013" fmla="*/ 1790156 w 2488513"/>
                <a:gd name="connsiteY1013" fmla="*/ 4918 h 1224584"/>
                <a:gd name="connsiteX1014" fmla="*/ 1786877 w 2488513"/>
                <a:gd name="connsiteY1014" fmla="*/ 3279 h 1224584"/>
                <a:gd name="connsiteX1015" fmla="*/ 1790156 w 2488513"/>
                <a:gd name="connsiteY1015" fmla="*/ 1639 h 1224584"/>
                <a:gd name="connsiteX1016" fmla="*/ 1795074 w 2488513"/>
                <a:gd name="connsiteY1016" fmla="*/ 1639 h 1224584"/>
                <a:gd name="connsiteX1017" fmla="*/ 1798353 w 2488513"/>
                <a:gd name="connsiteY1017" fmla="*/ 0 h 1224584"/>
                <a:gd name="connsiteX1018" fmla="*/ 1801631 w 2488513"/>
                <a:gd name="connsiteY1018" fmla="*/ 0 h 1224584"/>
                <a:gd name="connsiteX1019" fmla="*/ 1804910 w 2488513"/>
                <a:gd name="connsiteY1019" fmla="*/ 0 h 1224584"/>
                <a:gd name="connsiteX1020" fmla="*/ 1806549 w 2488513"/>
                <a:gd name="connsiteY1020" fmla="*/ 0 h 1224584"/>
                <a:gd name="connsiteX1021" fmla="*/ 1809828 w 2488513"/>
                <a:gd name="connsiteY1021" fmla="*/ 3279 h 1224584"/>
                <a:gd name="connsiteX1022" fmla="*/ 1806549 w 2488513"/>
                <a:gd name="connsiteY1022" fmla="*/ 4918 h 1224584"/>
                <a:gd name="connsiteX1023" fmla="*/ 1801631 w 2488513"/>
                <a:gd name="connsiteY1023" fmla="*/ 8197 h 1224584"/>
                <a:gd name="connsiteX1024" fmla="*/ 1806549 w 2488513"/>
                <a:gd name="connsiteY1024" fmla="*/ 8197 h 1224584"/>
                <a:gd name="connsiteX1025" fmla="*/ 1803271 w 2488513"/>
                <a:gd name="connsiteY1025" fmla="*/ 11475 h 1224584"/>
                <a:gd name="connsiteX1026" fmla="*/ 1806549 w 2488513"/>
                <a:gd name="connsiteY1026" fmla="*/ 9836 h 1224584"/>
                <a:gd name="connsiteX1027" fmla="*/ 1809828 w 2488513"/>
                <a:gd name="connsiteY1027" fmla="*/ 8197 h 1224584"/>
                <a:gd name="connsiteX1028" fmla="*/ 1814746 w 2488513"/>
                <a:gd name="connsiteY1028" fmla="*/ 8197 h 1224584"/>
                <a:gd name="connsiteX1029" fmla="*/ 1818025 w 2488513"/>
                <a:gd name="connsiteY1029" fmla="*/ 9836 h 1224584"/>
                <a:gd name="connsiteX1030" fmla="*/ 1822943 w 2488513"/>
                <a:gd name="connsiteY1030" fmla="*/ 9836 h 1224584"/>
                <a:gd name="connsiteX1031" fmla="*/ 1818025 w 2488513"/>
                <a:gd name="connsiteY1031" fmla="*/ 14754 h 1224584"/>
                <a:gd name="connsiteX1032" fmla="*/ 1822943 w 2488513"/>
                <a:gd name="connsiteY1032" fmla="*/ 16393 h 1224584"/>
                <a:gd name="connsiteX1033" fmla="*/ 1826221 w 2488513"/>
                <a:gd name="connsiteY1033" fmla="*/ 19672 h 1224584"/>
                <a:gd name="connsiteX1034" fmla="*/ 1829500 w 2488513"/>
                <a:gd name="connsiteY1034" fmla="*/ 24590 h 1224584"/>
                <a:gd name="connsiteX1035" fmla="*/ 1826221 w 2488513"/>
                <a:gd name="connsiteY1035" fmla="*/ 27869 h 1224584"/>
                <a:gd name="connsiteX1036" fmla="*/ 1824582 w 2488513"/>
                <a:gd name="connsiteY1036" fmla="*/ 31147 h 1224584"/>
                <a:gd name="connsiteX1037" fmla="*/ 1821303 w 2488513"/>
                <a:gd name="connsiteY1037" fmla="*/ 34426 h 1224584"/>
                <a:gd name="connsiteX1038" fmla="*/ 1818025 w 2488513"/>
                <a:gd name="connsiteY1038" fmla="*/ 37705 h 1224584"/>
                <a:gd name="connsiteX1039" fmla="*/ 1814746 w 2488513"/>
                <a:gd name="connsiteY1039" fmla="*/ 40983 h 1224584"/>
                <a:gd name="connsiteX1040" fmla="*/ 1811467 w 2488513"/>
                <a:gd name="connsiteY1040" fmla="*/ 42623 h 1224584"/>
                <a:gd name="connsiteX1041" fmla="*/ 1814746 w 2488513"/>
                <a:gd name="connsiteY1041" fmla="*/ 42623 h 1224584"/>
                <a:gd name="connsiteX1042" fmla="*/ 1816385 w 2488513"/>
                <a:gd name="connsiteY1042" fmla="*/ 44262 h 1224584"/>
                <a:gd name="connsiteX1043" fmla="*/ 1814746 w 2488513"/>
                <a:gd name="connsiteY1043" fmla="*/ 47541 h 1224584"/>
                <a:gd name="connsiteX1044" fmla="*/ 1818025 w 2488513"/>
                <a:gd name="connsiteY1044" fmla="*/ 47541 h 1224584"/>
                <a:gd name="connsiteX1045" fmla="*/ 1821303 w 2488513"/>
                <a:gd name="connsiteY1045" fmla="*/ 52459 h 1224584"/>
                <a:gd name="connsiteX1046" fmla="*/ 1818025 w 2488513"/>
                <a:gd name="connsiteY1046" fmla="*/ 54098 h 1224584"/>
                <a:gd name="connsiteX1047" fmla="*/ 1822943 w 2488513"/>
                <a:gd name="connsiteY1047" fmla="*/ 55737 h 1224584"/>
                <a:gd name="connsiteX1048" fmla="*/ 1821303 w 2488513"/>
                <a:gd name="connsiteY1048" fmla="*/ 60655 h 1224584"/>
                <a:gd name="connsiteX1049" fmla="*/ 1818025 w 2488513"/>
                <a:gd name="connsiteY1049" fmla="*/ 62295 h 1224584"/>
                <a:gd name="connsiteX1050" fmla="*/ 1821303 w 2488513"/>
                <a:gd name="connsiteY1050" fmla="*/ 62295 h 1224584"/>
                <a:gd name="connsiteX1051" fmla="*/ 1826221 w 2488513"/>
                <a:gd name="connsiteY1051" fmla="*/ 59016 h 1224584"/>
                <a:gd name="connsiteX1052" fmla="*/ 1829500 w 2488513"/>
                <a:gd name="connsiteY1052" fmla="*/ 60655 h 1224584"/>
                <a:gd name="connsiteX1053" fmla="*/ 1826221 w 2488513"/>
                <a:gd name="connsiteY1053" fmla="*/ 63934 h 1224584"/>
                <a:gd name="connsiteX1054" fmla="*/ 1827861 w 2488513"/>
                <a:gd name="connsiteY1054" fmla="*/ 67213 h 1224584"/>
                <a:gd name="connsiteX1055" fmla="*/ 1824582 w 2488513"/>
                <a:gd name="connsiteY1055" fmla="*/ 67213 h 1224584"/>
                <a:gd name="connsiteX1056" fmla="*/ 1819664 w 2488513"/>
                <a:gd name="connsiteY1056" fmla="*/ 67213 h 1224584"/>
                <a:gd name="connsiteX1057" fmla="*/ 1816385 w 2488513"/>
                <a:gd name="connsiteY1057" fmla="*/ 68852 h 1224584"/>
                <a:gd name="connsiteX1058" fmla="*/ 1813106 w 2488513"/>
                <a:gd name="connsiteY1058" fmla="*/ 67213 h 1224584"/>
                <a:gd name="connsiteX1059" fmla="*/ 1808188 w 2488513"/>
                <a:gd name="connsiteY1059" fmla="*/ 65573 h 1224584"/>
                <a:gd name="connsiteX1060" fmla="*/ 1804910 w 2488513"/>
                <a:gd name="connsiteY1060" fmla="*/ 65573 h 1224584"/>
                <a:gd name="connsiteX1061" fmla="*/ 1801631 w 2488513"/>
                <a:gd name="connsiteY1061" fmla="*/ 67213 h 1224584"/>
                <a:gd name="connsiteX1062" fmla="*/ 1796713 w 2488513"/>
                <a:gd name="connsiteY1062" fmla="*/ 70491 h 1224584"/>
                <a:gd name="connsiteX1063" fmla="*/ 1801631 w 2488513"/>
                <a:gd name="connsiteY1063" fmla="*/ 70491 h 1224584"/>
                <a:gd name="connsiteX1064" fmla="*/ 1804910 w 2488513"/>
                <a:gd name="connsiteY1064" fmla="*/ 68852 h 1224584"/>
                <a:gd name="connsiteX1065" fmla="*/ 1809828 w 2488513"/>
                <a:gd name="connsiteY1065" fmla="*/ 72131 h 1224584"/>
                <a:gd name="connsiteX1066" fmla="*/ 1806549 w 2488513"/>
                <a:gd name="connsiteY1066" fmla="*/ 73770 h 1224584"/>
                <a:gd name="connsiteX1067" fmla="*/ 1803271 w 2488513"/>
                <a:gd name="connsiteY1067" fmla="*/ 73770 h 1224584"/>
                <a:gd name="connsiteX1068" fmla="*/ 1799992 w 2488513"/>
                <a:gd name="connsiteY1068" fmla="*/ 77049 h 1224584"/>
                <a:gd name="connsiteX1069" fmla="*/ 1795074 w 2488513"/>
                <a:gd name="connsiteY1069" fmla="*/ 78688 h 1224584"/>
                <a:gd name="connsiteX1070" fmla="*/ 1791795 w 2488513"/>
                <a:gd name="connsiteY1070" fmla="*/ 78688 h 1224584"/>
                <a:gd name="connsiteX1071" fmla="*/ 1788516 w 2488513"/>
                <a:gd name="connsiteY1071" fmla="*/ 80328 h 1224584"/>
                <a:gd name="connsiteX1072" fmla="*/ 1783598 w 2488513"/>
                <a:gd name="connsiteY1072" fmla="*/ 80328 h 1224584"/>
                <a:gd name="connsiteX1073" fmla="*/ 1780320 w 2488513"/>
                <a:gd name="connsiteY1073" fmla="*/ 81967 h 1224584"/>
                <a:gd name="connsiteX1074" fmla="*/ 1777041 w 2488513"/>
                <a:gd name="connsiteY1074" fmla="*/ 83606 h 1224584"/>
                <a:gd name="connsiteX1075" fmla="*/ 1780320 w 2488513"/>
                <a:gd name="connsiteY1075" fmla="*/ 83606 h 1224584"/>
                <a:gd name="connsiteX1076" fmla="*/ 1783598 w 2488513"/>
                <a:gd name="connsiteY1076" fmla="*/ 83606 h 1224584"/>
                <a:gd name="connsiteX1077" fmla="*/ 1780320 w 2488513"/>
                <a:gd name="connsiteY1077" fmla="*/ 83606 h 1224584"/>
                <a:gd name="connsiteX1078" fmla="*/ 1777041 w 2488513"/>
                <a:gd name="connsiteY1078" fmla="*/ 85245 h 1224584"/>
                <a:gd name="connsiteX1079" fmla="*/ 1780320 w 2488513"/>
                <a:gd name="connsiteY1079" fmla="*/ 85245 h 1224584"/>
                <a:gd name="connsiteX1080" fmla="*/ 1783598 w 2488513"/>
                <a:gd name="connsiteY1080" fmla="*/ 83606 h 1224584"/>
                <a:gd name="connsiteX1081" fmla="*/ 1788516 w 2488513"/>
                <a:gd name="connsiteY1081" fmla="*/ 85245 h 1224584"/>
                <a:gd name="connsiteX1082" fmla="*/ 1791795 w 2488513"/>
                <a:gd name="connsiteY1082" fmla="*/ 85245 h 1224584"/>
                <a:gd name="connsiteX1083" fmla="*/ 1791795 w 2488513"/>
                <a:gd name="connsiteY1083" fmla="*/ 90164 h 1224584"/>
                <a:gd name="connsiteX1084" fmla="*/ 1796713 w 2488513"/>
                <a:gd name="connsiteY1084" fmla="*/ 90164 h 1224584"/>
                <a:gd name="connsiteX1085" fmla="*/ 1799992 w 2488513"/>
                <a:gd name="connsiteY1085" fmla="*/ 90164 h 1224584"/>
                <a:gd name="connsiteX1086" fmla="*/ 1803271 w 2488513"/>
                <a:gd name="connsiteY1086" fmla="*/ 88524 h 1224584"/>
                <a:gd name="connsiteX1087" fmla="*/ 1808188 w 2488513"/>
                <a:gd name="connsiteY1087" fmla="*/ 86885 h 1224584"/>
                <a:gd name="connsiteX1088" fmla="*/ 1811467 w 2488513"/>
                <a:gd name="connsiteY1088" fmla="*/ 85245 h 1224584"/>
                <a:gd name="connsiteX1089" fmla="*/ 1814746 w 2488513"/>
                <a:gd name="connsiteY1089" fmla="*/ 85245 h 1224584"/>
                <a:gd name="connsiteX1090" fmla="*/ 1819664 w 2488513"/>
                <a:gd name="connsiteY1090" fmla="*/ 86885 h 1224584"/>
                <a:gd name="connsiteX1091" fmla="*/ 1814746 w 2488513"/>
                <a:gd name="connsiteY1091" fmla="*/ 88524 h 1224584"/>
                <a:gd name="connsiteX1092" fmla="*/ 1811467 w 2488513"/>
                <a:gd name="connsiteY1092" fmla="*/ 90164 h 1224584"/>
                <a:gd name="connsiteX1093" fmla="*/ 1808188 w 2488513"/>
                <a:gd name="connsiteY1093" fmla="*/ 90164 h 1224584"/>
                <a:gd name="connsiteX1094" fmla="*/ 1811467 w 2488513"/>
                <a:gd name="connsiteY1094" fmla="*/ 90164 h 1224584"/>
                <a:gd name="connsiteX1095" fmla="*/ 1814746 w 2488513"/>
                <a:gd name="connsiteY1095" fmla="*/ 90164 h 1224584"/>
                <a:gd name="connsiteX1096" fmla="*/ 1819664 w 2488513"/>
                <a:gd name="connsiteY1096" fmla="*/ 90164 h 1224584"/>
                <a:gd name="connsiteX1097" fmla="*/ 1822943 w 2488513"/>
                <a:gd name="connsiteY1097" fmla="*/ 90164 h 1224584"/>
                <a:gd name="connsiteX1098" fmla="*/ 1826221 w 2488513"/>
                <a:gd name="connsiteY1098" fmla="*/ 91803 h 1224584"/>
                <a:gd name="connsiteX1099" fmla="*/ 1831139 w 2488513"/>
                <a:gd name="connsiteY1099" fmla="*/ 90164 h 1224584"/>
                <a:gd name="connsiteX1100" fmla="*/ 1834418 w 2488513"/>
                <a:gd name="connsiteY1100" fmla="*/ 91803 h 1224584"/>
                <a:gd name="connsiteX1101" fmla="*/ 1837697 w 2488513"/>
                <a:gd name="connsiteY1101" fmla="*/ 93442 h 1224584"/>
                <a:gd name="connsiteX1102" fmla="*/ 1834418 w 2488513"/>
                <a:gd name="connsiteY1102" fmla="*/ 93442 h 1224584"/>
                <a:gd name="connsiteX1103" fmla="*/ 1831139 w 2488513"/>
                <a:gd name="connsiteY1103" fmla="*/ 93442 h 1224584"/>
                <a:gd name="connsiteX1104" fmla="*/ 1826221 w 2488513"/>
                <a:gd name="connsiteY1104" fmla="*/ 95081 h 1224584"/>
                <a:gd name="connsiteX1105" fmla="*/ 1822943 w 2488513"/>
                <a:gd name="connsiteY1105" fmla="*/ 96721 h 1224584"/>
                <a:gd name="connsiteX1106" fmla="*/ 1819664 w 2488513"/>
                <a:gd name="connsiteY1106" fmla="*/ 98360 h 1224584"/>
                <a:gd name="connsiteX1107" fmla="*/ 1814746 w 2488513"/>
                <a:gd name="connsiteY1107" fmla="*/ 98360 h 1224584"/>
                <a:gd name="connsiteX1108" fmla="*/ 1811467 w 2488513"/>
                <a:gd name="connsiteY1108" fmla="*/ 100000 h 1224584"/>
                <a:gd name="connsiteX1109" fmla="*/ 1813106 w 2488513"/>
                <a:gd name="connsiteY1109" fmla="*/ 98360 h 1224584"/>
                <a:gd name="connsiteX1110" fmla="*/ 1809828 w 2488513"/>
                <a:gd name="connsiteY1110" fmla="*/ 98360 h 1224584"/>
                <a:gd name="connsiteX1111" fmla="*/ 1806549 w 2488513"/>
                <a:gd name="connsiteY1111" fmla="*/ 98360 h 1224584"/>
                <a:gd name="connsiteX1112" fmla="*/ 1809828 w 2488513"/>
                <a:gd name="connsiteY1112" fmla="*/ 101639 h 1224584"/>
                <a:gd name="connsiteX1113" fmla="*/ 1813106 w 2488513"/>
                <a:gd name="connsiteY1113" fmla="*/ 104918 h 1224584"/>
                <a:gd name="connsiteX1114" fmla="*/ 1813106 w 2488513"/>
                <a:gd name="connsiteY1114" fmla="*/ 108196 h 1224584"/>
                <a:gd name="connsiteX1115" fmla="*/ 1813106 w 2488513"/>
                <a:gd name="connsiteY1115" fmla="*/ 113114 h 1224584"/>
                <a:gd name="connsiteX1116" fmla="*/ 1813106 w 2488513"/>
                <a:gd name="connsiteY1116" fmla="*/ 116393 h 1224584"/>
                <a:gd name="connsiteX1117" fmla="*/ 1809828 w 2488513"/>
                <a:gd name="connsiteY1117" fmla="*/ 118032 h 1224584"/>
                <a:gd name="connsiteX1118" fmla="*/ 1813106 w 2488513"/>
                <a:gd name="connsiteY1118" fmla="*/ 116393 h 1224584"/>
                <a:gd name="connsiteX1119" fmla="*/ 1809828 w 2488513"/>
                <a:gd name="connsiteY1119" fmla="*/ 121311 h 1224584"/>
                <a:gd name="connsiteX1120" fmla="*/ 1804910 w 2488513"/>
                <a:gd name="connsiteY1120" fmla="*/ 124590 h 1224584"/>
                <a:gd name="connsiteX1121" fmla="*/ 1801631 w 2488513"/>
                <a:gd name="connsiteY1121" fmla="*/ 127868 h 1224584"/>
                <a:gd name="connsiteX1122" fmla="*/ 1798353 w 2488513"/>
                <a:gd name="connsiteY1122" fmla="*/ 131147 h 1224584"/>
                <a:gd name="connsiteX1123" fmla="*/ 1801631 w 2488513"/>
                <a:gd name="connsiteY1123" fmla="*/ 134426 h 1224584"/>
                <a:gd name="connsiteX1124" fmla="*/ 1798353 w 2488513"/>
                <a:gd name="connsiteY1124" fmla="*/ 134426 h 1224584"/>
                <a:gd name="connsiteX1125" fmla="*/ 1801631 w 2488513"/>
                <a:gd name="connsiteY1125" fmla="*/ 134426 h 1224584"/>
                <a:gd name="connsiteX1126" fmla="*/ 1799992 w 2488513"/>
                <a:gd name="connsiteY1126" fmla="*/ 139344 h 1224584"/>
                <a:gd name="connsiteX1127" fmla="*/ 1804910 w 2488513"/>
                <a:gd name="connsiteY1127" fmla="*/ 137704 h 1224584"/>
                <a:gd name="connsiteX1128" fmla="*/ 1808188 w 2488513"/>
                <a:gd name="connsiteY1128" fmla="*/ 134426 h 1224584"/>
                <a:gd name="connsiteX1129" fmla="*/ 1813106 w 2488513"/>
                <a:gd name="connsiteY1129" fmla="*/ 132786 h 1224584"/>
                <a:gd name="connsiteX1130" fmla="*/ 1813106 w 2488513"/>
                <a:gd name="connsiteY1130" fmla="*/ 132786 h 1224584"/>
                <a:gd name="connsiteX1131" fmla="*/ 1813106 w 2488513"/>
                <a:gd name="connsiteY1131" fmla="*/ 131147 h 1224584"/>
                <a:gd name="connsiteX1132" fmla="*/ 1814746 w 2488513"/>
                <a:gd name="connsiteY1132" fmla="*/ 131147 h 1224584"/>
                <a:gd name="connsiteX1133" fmla="*/ 1814746 w 2488513"/>
                <a:gd name="connsiteY1133" fmla="*/ 131147 h 1224584"/>
                <a:gd name="connsiteX1134" fmla="*/ 1819664 w 2488513"/>
                <a:gd name="connsiteY1134" fmla="*/ 129508 h 1224584"/>
                <a:gd name="connsiteX1135" fmla="*/ 1822943 w 2488513"/>
                <a:gd name="connsiteY1135" fmla="*/ 127868 h 1224584"/>
                <a:gd name="connsiteX1136" fmla="*/ 1821303 w 2488513"/>
                <a:gd name="connsiteY1136" fmla="*/ 124590 h 1224584"/>
                <a:gd name="connsiteX1137" fmla="*/ 1826221 w 2488513"/>
                <a:gd name="connsiteY1137" fmla="*/ 122950 h 1224584"/>
                <a:gd name="connsiteX1138" fmla="*/ 1829500 w 2488513"/>
                <a:gd name="connsiteY1138" fmla="*/ 122950 h 1224584"/>
                <a:gd name="connsiteX1139" fmla="*/ 1832778 w 2488513"/>
                <a:gd name="connsiteY1139" fmla="*/ 119672 h 1224584"/>
                <a:gd name="connsiteX1140" fmla="*/ 1836057 w 2488513"/>
                <a:gd name="connsiteY1140" fmla="*/ 116393 h 1224584"/>
                <a:gd name="connsiteX1141" fmla="*/ 1837697 w 2488513"/>
                <a:gd name="connsiteY1141" fmla="*/ 111475 h 1224584"/>
                <a:gd name="connsiteX1142" fmla="*/ 1840975 w 2488513"/>
                <a:gd name="connsiteY1142" fmla="*/ 109836 h 1224584"/>
                <a:gd name="connsiteX1143" fmla="*/ 1845893 w 2488513"/>
                <a:gd name="connsiteY1143" fmla="*/ 108196 h 1224584"/>
                <a:gd name="connsiteX1144" fmla="*/ 1849172 w 2488513"/>
                <a:gd name="connsiteY1144" fmla="*/ 106557 h 1224584"/>
                <a:gd name="connsiteX1145" fmla="*/ 1852451 w 2488513"/>
                <a:gd name="connsiteY1145" fmla="*/ 103278 h 1224584"/>
                <a:gd name="connsiteX1146" fmla="*/ 1857369 w 2488513"/>
                <a:gd name="connsiteY1146" fmla="*/ 101639 h 1224584"/>
                <a:gd name="connsiteX1147" fmla="*/ 1860647 w 2488513"/>
                <a:gd name="connsiteY1147" fmla="*/ 100000 h 1224584"/>
                <a:gd name="connsiteX1148" fmla="*/ 1863926 w 2488513"/>
                <a:gd name="connsiteY1148" fmla="*/ 100000 h 1224584"/>
                <a:gd name="connsiteX1149" fmla="*/ 1868844 w 2488513"/>
                <a:gd name="connsiteY1149" fmla="*/ 103278 h 1224584"/>
                <a:gd name="connsiteX1150" fmla="*/ 1870483 w 2488513"/>
                <a:gd name="connsiteY1150" fmla="*/ 106557 h 1224584"/>
                <a:gd name="connsiteX1151" fmla="*/ 1873762 w 2488513"/>
                <a:gd name="connsiteY1151" fmla="*/ 109836 h 1224584"/>
                <a:gd name="connsiteX1152" fmla="*/ 1877041 w 2488513"/>
                <a:gd name="connsiteY1152" fmla="*/ 111475 h 1224584"/>
                <a:gd name="connsiteX1153" fmla="*/ 1880319 w 2488513"/>
                <a:gd name="connsiteY1153" fmla="*/ 114754 h 1224584"/>
                <a:gd name="connsiteX1154" fmla="*/ 1881959 w 2488513"/>
                <a:gd name="connsiteY1154" fmla="*/ 119672 h 1224584"/>
                <a:gd name="connsiteX1155" fmla="*/ 1880319 w 2488513"/>
                <a:gd name="connsiteY1155" fmla="*/ 122950 h 1224584"/>
                <a:gd name="connsiteX1156" fmla="*/ 1877041 w 2488513"/>
                <a:gd name="connsiteY1156" fmla="*/ 126229 h 1224584"/>
                <a:gd name="connsiteX1157" fmla="*/ 1877041 w 2488513"/>
                <a:gd name="connsiteY1157" fmla="*/ 129508 h 1224584"/>
                <a:gd name="connsiteX1158" fmla="*/ 1873762 w 2488513"/>
                <a:gd name="connsiteY1158" fmla="*/ 134426 h 1224584"/>
                <a:gd name="connsiteX1159" fmla="*/ 1870483 w 2488513"/>
                <a:gd name="connsiteY1159" fmla="*/ 137704 h 1224584"/>
                <a:gd name="connsiteX1160" fmla="*/ 1867205 w 2488513"/>
                <a:gd name="connsiteY1160" fmla="*/ 139344 h 1224584"/>
                <a:gd name="connsiteX1161" fmla="*/ 1863926 w 2488513"/>
                <a:gd name="connsiteY1161" fmla="*/ 137704 h 1224584"/>
                <a:gd name="connsiteX1162" fmla="*/ 1859008 w 2488513"/>
                <a:gd name="connsiteY1162" fmla="*/ 137704 h 1224584"/>
                <a:gd name="connsiteX1163" fmla="*/ 1862287 w 2488513"/>
                <a:gd name="connsiteY1163" fmla="*/ 134426 h 1224584"/>
                <a:gd name="connsiteX1164" fmla="*/ 1859008 w 2488513"/>
                <a:gd name="connsiteY1164" fmla="*/ 136065 h 1224584"/>
                <a:gd name="connsiteX1165" fmla="*/ 1855729 w 2488513"/>
                <a:gd name="connsiteY1165" fmla="*/ 136065 h 1224584"/>
                <a:gd name="connsiteX1166" fmla="*/ 1854090 w 2488513"/>
                <a:gd name="connsiteY1166" fmla="*/ 140983 h 1224584"/>
                <a:gd name="connsiteX1167" fmla="*/ 1850811 w 2488513"/>
                <a:gd name="connsiteY1167" fmla="*/ 144262 h 1224584"/>
                <a:gd name="connsiteX1168" fmla="*/ 1847533 w 2488513"/>
                <a:gd name="connsiteY1168" fmla="*/ 147540 h 1224584"/>
                <a:gd name="connsiteX1169" fmla="*/ 1844254 w 2488513"/>
                <a:gd name="connsiteY1169" fmla="*/ 150819 h 1224584"/>
                <a:gd name="connsiteX1170" fmla="*/ 1842615 w 2488513"/>
                <a:gd name="connsiteY1170" fmla="*/ 154098 h 1224584"/>
                <a:gd name="connsiteX1171" fmla="*/ 1842615 w 2488513"/>
                <a:gd name="connsiteY1171" fmla="*/ 159016 h 1224584"/>
                <a:gd name="connsiteX1172" fmla="*/ 1845893 w 2488513"/>
                <a:gd name="connsiteY1172" fmla="*/ 162294 h 1224584"/>
                <a:gd name="connsiteX1173" fmla="*/ 1847533 w 2488513"/>
                <a:gd name="connsiteY1173" fmla="*/ 165573 h 1224584"/>
                <a:gd name="connsiteX1174" fmla="*/ 1849172 w 2488513"/>
                <a:gd name="connsiteY1174" fmla="*/ 168852 h 1224584"/>
                <a:gd name="connsiteX1175" fmla="*/ 1852451 w 2488513"/>
                <a:gd name="connsiteY1175" fmla="*/ 173770 h 1224584"/>
                <a:gd name="connsiteX1176" fmla="*/ 1849172 w 2488513"/>
                <a:gd name="connsiteY1176" fmla="*/ 177048 h 1224584"/>
                <a:gd name="connsiteX1177" fmla="*/ 1845893 w 2488513"/>
                <a:gd name="connsiteY1177" fmla="*/ 180327 h 1224584"/>
                <a:gd name="connsiteX1178" fmla="*/ 1849172 w 2488513"/>
                <a:gd name="connsiteY1178" fmla="*/ 181966 h 1224584"/>
                <a:gd name="connsiteX1179" fmla="*/ 1850811 w 2488513"/>
                <a:gd name="connsiteY1179" fmla="*/ 180327 h 1224584"/>
                <a:gd name="connsiteX1180" fmla="*/ 1855729 w 2488513"/>
                <a:gd name="connsiteY1180" fmla="*/ 177048 h 1224584"/>
                <a:gd name="connsiteX1181" fmla="*/ 1859008 w 2488513"/>
                <a:gd name="connsiteY1181" fmla="*/ 177048 h 1224584"/>
                <a:gd name="connsiteX1182" fmla="*/ 1862287 w 2488513"/>
                <a:gd name="connsiteY1182" fmla="*/ 175409 h 1224584"/>
                <a:gd name="connsiteX1183" fmla="*/ 1865565 w 2488513"/>
                <a:gd name="connsiteY1183" fmla="*/ 172130 h 1224584"/>
                <a:gd name="connsiteX1184" fmla="*/ 1870483 w 2488513"/>
                <a:gd name="connsiteY1184" fmla="*/ 170491 h 1224584"/>
                <a:gd name="connsiteX1185" fmla="*/ 1873762 w 2488513"/>
                <a:gd name="connsiteY1185" fmla="*/ 168852 h 1224584"/>
                <a:gd name="connsiteX1186" fmla="*/ 1877041 w 2488513"/>
                <a:gd name="connsiteY1186" fmla="*/ 172130 h 1224584"/>
                <a:gd name="connsiteX1187" fmla="*/ 1881959 w 2488513"/>
                <a:gd name="connsiteY1187" fmla="*/ 168852 h 1224584"/>
                <a:gd name="connsiteX1188" fmla="*/ 1885237 w 2488513"/>
                <a:gd name="connsiteY1188" fmla="*/ 165573 h 1224584"/>
                <a:gd name="connsiteX1189" fmla="*/ 1888516 w 2488513"/>
                <a:gd name="connsiteY1189" fmla="*/ 162294 h 1224584"/>
                <a:gd name="connsiteX1190" fmla="*/ 1890155 w 2488513"/>
                <a:gd name="connsiteY1190" fmla="*/ 159016 h 1224584"/>
                <a:gd name="connsiteX1191" fmla="*/ 1893434 w 2488513"/>
                <a:gd name="connsiteY1191" fmla="*/ 155737 h 1224584"/>
                <a:gd name="connsiteX1192" fmla="*/ 1898352 w 2488513"/>
                <a:gd name="connsiteY1192" fmla="*/ 154098 h 1224584"/>
                <a:gd name="connsiteX1193" fmla="*/ 1899991 w 2488513"/>
                <a:gd name="connsiteY1193" fmla="*/ 152458 h 1224584"/>
                <a:gd name="connsiteX1194" fmla="*/ 1903270 w 2488513"/>
                <a:gd name="connsiteY1194" fmla="*/ 150819 h 1224584"/>
                <a:gd name="connsiteX1195" fmla="*/ 1906549 w 2488513"/>
                <a:gd name="connsiteY1195" fmla="*/ 149180 h 1224584"/>
                <a:gd name="connsiteX1196" fmla="*/ 1911467 w 2488513"/>
                <a:gd name="connsiteY1196" fmla="*/ 147540 h 1224584"/>
                <a:gd name="connsiteX1197" fmla="*/ 1914745 w 2488513"/>
                <a:gd name="connsiteY1197" fmla="*/ 147540 h 1224584"/>
                <a:gd name="connsiteX1198" fmla="*/ 1919663 w 2488513"/>
                <a:gd name="connsiteY1198" fmla="*/ 144262 h 1224584"/>
                <a:gd name="connsiteX1199" fmla="*/ 1922942 w 2488513"/>
                <a:gd name="connsiteY1199" fmla="*/ 140983 h 1224584"/>
                <a:gd name="connsiteX1200" fmla="*/ 1926221 w 2488513"/>
                <a:gd name="connsiteY1200" fmla="*/ 137704 h 1224584"/>
                <a:gd name="connsiteX1201" fmla="*/ 1931139 w 2488513"/>
                <a:gd name="connsiteY1201" fmla="*/ 134426 h 1224584"/>
                <a:gd name="connsiteX1202" fmla="*/ 1934418 w 2488513"/>
                <a:gd name="connsiteY1202" fmla="*/ 131147 h 1224584"/>
                <a:gd name="connsiteX1203" fmla="*/ 1937696 w 2488513"/>
                <a:gd name="connsiteY1203" fmla="*/ 127868 h 1224584"/>
                <a:gd name="connsiteX1204" fmla="*/ 1939335 w 2488513"/>
                <a:gd name="connsiteY1204" fmla="*/ 124590 h 1224584"/>
                <a:gd name="connsiteX1205" fmla="*/ 1944253 w 2488513"/>
                <a:gd name="connsiteY1205" fmla="*/ 121311 h 1224584"/>
                <a:gd name="connsiteX1206" fmla="*/ 1947532 w 2488513"/>
                <a:gd name="connsiteY1206" fmla="*/ 119672 h 1224584"/>
                <a:gd name="connsiteX1207" fmla="*/ 1952450 w 2488513"/>
                <a:gd name="connsiteY1207" fmla="*/ 118032 h 1224584"/>
                <a:gd name="connsiteX1208" fmla="*/ 1955729 w 2488513"/>
                <a:gd name="connsiteY1208" fmla="*/ 119672 h 1224584"/>
                <a:gd name="connsiteX1209" fmla="*/ 1959008 w 2488513"/>
                <a:gd name="connsiteY1209" fmla="*/ 119672 h 1224584"/>
                <a:gd name="connsiteX1210" fmla="*/ 1963925 w 2488513"/>
                <a:gd name="connsiteY1210" fmla="*/ 119672 h 1224584"/>
                <a:gd name="connsiteX1211" fmla="*/ 1967204 w 2488513"/>
                <a:gd name="connsiteY1211" fmla="*/ 119672 h 1224584"/>
                <a:gd name="connsiteX1212" fmla="*/ 1970483 w 2488513"/>
                <a:gd name="connsiteY1212" fmla="*/ 116393 h 1224584"/>
                <a:gd name="connsiteX1213" fmla="*/ 1967204 w 2488513"/>
                <a:gd name="connsiteY1213" fmla="*/ 116393 h 1224584"/>
                <a:gd name="connsiteX1214" fmla="*/ 1963925 w 2488513"/>
                <a:gd name="connsiteY1214" fmla="*/ 114754 h 1224584"/>
                <a:gd name="connsiteX1215" fmla="*/ 1967204 w 2488513"/>
                <a:gd name="connsiteY1215" fmla="*/ 114754 h 1224584"/>
                <a:gd name="connsiteX1216" fmla="*/ 1968843 w 2488513"/>
                <a:gd name="connsiteY1216" fmla="*/ 111475 h 1224584"/>
                <a:gd name="connsiteX1217" fmla="*/ 1972122 w 2488513"/>
                <a:gd name="connsiteY1217" fmla="*/ 113114 h 1224584"/>
                <a:gd name="connsiteX1218" fmla="*/ 1977040 w 2488513"/>
                <a:gd name="connsiteY1218" fmla="*/ 111475 h 1224584"/>
                <a:gd name="connsiteX1219" fmla="*/ 1973762 w 2488513"/>
                <a:gd name="connsiteY1219" fmla="*/ 109836 h 1224584"/>
                <a:gd name="connsiteX1220" fmla="*/ 1975401 w 2488513"/>
                <a:gd name="connsiteY1220" fmla="*/ 109836 h 1224584"/>
                <a:gd name="connsiteX1221" fmla="*/ 1980319 w 2488513"/>
                <a:gd name="connsiteY1221" fmla="*/ 109836 h 1224584"/>
                <a:gd name="connsiteX1222" fmla="*/ 1983598 w 2488513"/>
                <a:gd name="connsiteY1222" fmla="*/ 109836 h 1224584"/>
                <a:gd name="connsiteX1223" fmla="*/ 1980319 w 2488513"/>
                <a:gd name="connsiteY1223" fmla="*/ 106557 h 1224584"/>
                <a:gd name="connsiteX1224" fmla="*/ 1977040 w 2488513"/>
                <a:gd name="connsiteY1224" fmla="*/ 104918 h 1224584"/>
                <a:gd name="connsiteX1225" fmla="*/ 1972122 w 2488513"/>
                <a:gd name="connsiteY1225" fmla="*/ 104918 h 1224584"/>
                <a:gd name="connsiteX1226" fmla="*/ 1977040 w 2488513"/>
                <a:gd name="connsiteY1226" fmla="*/ 103278 h 1224584"/>
                <a:gd name="connsiteX1227" fmla="*/ 1972122 w 2488513"/>
                <a:gd name="connsiteY1227" fmla="*/ 103278 h 1224584"/>
                <a:gd name="connsiteX1228" fmla="*/ 1968843 w 2488513"/>
                <a:gd name="connsiteY1228" fmla="*/ 101639 h 1224584"/>
                <a:gd name="connsiteX1229" fmla="*/ 1968843 w 2488513"/>
                <a:gd name="connsiteY1229" fmla="*/ 98360 h 1224584"/>
                <a:gd name="connsiteX1230" fmla="*/ 1972122 w 2488513"/>
                <a:gd name="connsiteY1230" fmla="*/ 98360 h 1224584"/>
                <a:gd name="connsiteX1231" fmla="*/ 1972122 w 2488513"/>
                <a:gd name="connsiteY1231" fmla="*/ 95081 h 1224584"/>
                <a:gd name="connsiteX1232" fmla="*/ 1975401 w 2488513"/>
                <a:gd name="connsiteY1232" fmla="*/ 91803 h 1224584"/>
                <a:gd name="connsiteX1233" fmla="*/ 1972122 w 2488513"/>
                <a:gd name="connsiteY1233" fmla="*/ 93442 h 1224584"/>
                <a:gd name="connsiteX1234" fmla="*/ 1975401 w 2488513"/>
                <a:gd name="connsiteY1234" fmla="*/ 90164 h 1224584"/>
                <a:gd name="connsiteX1235" fmla="*/ 1978680 w 2488513"/>
                <a:gd name="connsiteY1235" fmla="*/ 88524 h 1224584"/>
                <a:gd name="connsiteX1236" fmla="*/ 1978680 w 2488513"/>
                <a:gd name="connsiteY1236" fmla="*/ 85245 h 1224584"/>
                <a:gd name="connsiteX1237" fmla="*/ 1981958 w 2488513"/>
                <a:gd name="connsiteY1237" fmla="*/ 81967 h 1224584"/>
                <a:gd name="connsiteX1238" fmla="*/ 1985237 w 2488513"/>
                <a:gd name="connsiteY1238" fmla="*/ 78688 h 1224584"/>
                <a:gd name="connsiteX1239" fmla="*/ 1981958 w 2488513"/>
                <a:gd name="connsiteY1239" fmla="*/ 78688 h 1224584"/>
                <a:gd name="connsiteX1240" fmla="*/ 1985237 w 2488513"/>
                <a:gd name="connsiteY1240" fmla="*/ 78688 h 1224584"/>
                <a:gd name="connsiteX1241" fmla="*/ 1990155 w 2488513"/>
                <a:gd name="connsiteY1241" fmla="*/ 78688 h 1224584"/>
                <a:gd name="connsiteX1242" fmla="*/ 1993434 w 2488513"/>
                <a:gd name="connsiteY1242" fmla="*/ 80328 h 1224584"/>
                <a:gd name="connsiteX1243" fmla="*/ 1996712 w 2488513"/>
                <a:gd name="connsiteY1243" fmla="*/ 80328 h 1224584"/>
                <a:gd name="connsiteX1244" fmla="*/ 2001630 w 2488513"/>
                <a:gd name="connsiteY1244" fmla="*/ 80328 h 1224584"/>
                <a:gd name="connsiteX1245" fmla="*/ 2004909 w 2488513"/>
                <a:gd name="connsiteY1245" fmla="*/ 78688 h 1224584"/>
                <a:gd name="connsiteX1246" fmla="*/ 2008188 w 2488513"/>
                <a:gd name="connsiteY1246" fmla="*/ 78688 h 1224584"/>
                <a:gd name="connsiteX1247" fmla="*/ 2013105 w 2488513"/>
                <a:gd name="connsiteY1247" fmla="*/ 78688 h 1224584"/>
                <a:gd name="connsiteX1248" fmla="*/ 2016384 w 2488513"/>
                <a:gd name="connsiteY1248" fmla="*/ 78688 h 1224584"/>
                <a:gd name="connsiteX1249" fmla="*/ 2019663 w 2488513"/>
                <a:gd name="connsiteY1249" fmla="*/ 78688 h 1224584"/>
                <a:gd name="connsiteX1250" fmla="*/ 2024581 w 2488513"/>
                <a:gd name="connsiteY1250" fmla="*/ 81967 h 1224584"/>
                <a:gd name="connsiteX1251" fmla="*/ 2027860 w 2488513"/>
                <a:gd name="connsiteY1251" fmla="*/ 81967 h 1224584"/>
                <a:gd name="connsiteX1252" fmla="*/ 2031138 w 2488513"/>
                <a:gd name="connsiteY1252" fmla="*/ 83606 h 1224584"/>
                <a:gd name="connsiteX1253" fmla="*/ 2034417 w 2488513"/>
                <a:gd name="connsiteY1253" fmla="*/ 83606 h 1224584"/>
                <a:gd name="connsiteX1254" fmla="*/ 2039335 w 2488513"/>
                <a:gd name="connsiteY1254" fmla="*/ 85245 h 1224584"/>
                <a:gd name="connsiteX1255" fmla="*/ 2042614 w 2488513"/>
                <a:gd name="connsiteY1255" fmla="*/ 83606 h 1224584"/>
                <a:gd name="connsiteX1256" fmla="*/ 2047532 w 2488513"/>
                <a:gd name="connsiteY1256" fmla="*/ 85245 h 1224584"/>
                <a:gd name="connsiteX1257" fmla="*/ 2050810 w 2488513"/>
                <a:gd name="connsiteY1257" fmla="*/ 83606 h 1224584"/>
                <a:gd name="connsiteX1258" fmla="*/ 2054089 w 2488513"/>
                <a:gd name="connsiteY1258" fmla="*/ 83606 h 1224584"/>
                <a:gd name="connsiteX1259" fmla="*/ 2059007 w 2488513"/>
                <a:gd name="connsiteY1259" fmla="*/ 83606 h 1224584"/>
                <a:gd name="connsiteX1260" fmla="*/ 2062286 w 2488513"/>
                <a:gd name="connsiteY1260" fmla="*/ 85245 h 1224584"/>
                <a:gd name="connsiteX1261" fmla="*/ 2065564 w 2488513"/>
                <a:gd name="connsiteY1261" fmla="*/ 86885 h 1224584"/>
                <a:gd name="connsiteX1262" fmla="*/ 2062286 w 2488513"/>
                <a:gd name="connsiteY1262" fmla="*/ 86885 h 1224584"/>
                <a:gd name="connsiteX1263" fmla="*/ 2059007 w 2488513"/>
                <a:gd name="connsiteY1263" fmla="*/ 88524 h 1224584"/>
                <a:gd name="connsiteX1264" fmla="*/ 2054089 w 2488513"/>
                <a:gd name="connsiteY1264" fmla="*/ 90164 h 1224584"/>
                <a:gd name="connsiteX1265" fmla="*/ 2050810 w 2488513"/>
                <a:gd name="connsiteY1265" fmla="*/ 90164 h 1224584"/>
                <a:gd name="connsiteX1266" fmla="*/ 2047532 w 2488513"/>
                <a:gd name="connsiteY1266" fmla="*/ 90164 h 1224584"/>
                <a:gd name="connsiteX1267" fmla="*/ 2042614 w 2488513"/>
                <a:gd name="connsiteY1267" fmla="*/ 90164 h 1224584"/>
                <a:gd name="connsiteX1268" fmla="*/ 2039335 w 2488513"/>
                <a:gd name="connsiteY1268" fmla="*/ 90164 h 1224584"/>
                <a:gd name="connsiteX1269" fmla="*/ 2042614 w 2488513"/>
                <a:gd name="connsiteY1269" fmla="*/ 90164 h 1224584"/>
                <a:gd name="connsiteX1270" fmla="*/ 2047532 w 2488513"/>
                <a:gd name="connsiteY1270" fmla="*/ 91803 h 1224584"/>
                <a:gd name="connsiteX1271" fmla="*/ 2050810 w 2488513"/>
                <a:gd name="connsiteY1271" fmla="*/ 91803 h 1224584"/>
                <a:gd name="connsiteX1272" fmla="*/ 2054089 w 2488513"/>
                <a:gd name="connsiteY1272" fmla="*/ 91803 h 1224584"/>
                <a:gd name="connsiteX1273" fmla="*/ 2054089 w 2488513"/>
                <a:gd name="connsiteY1273" fmla="*/ 93442 h 1224584"/>
                <a:gd name="connsiteX1274" fmla="*/ 2059007 w 2488513"/>
                <a:gd name="connsiteY1274" fmla="*/ 93442 h 1224584"/>
                <a:gd name="connsiteX1275" fmla="*/ 2062286 w 2488513"/>
                <a:gd name="connsiteY1275" fmla="*/ 95081 h 1224584"/>
                <a:gd name="connsiteX1276" fmla="*/ 2059007 w 2488513"/>
                <a:gd name="connsiteY1276" fmla="*/ 95081 h 1224584"/>
                <a:gd name="connsiteX1277" fmla="*/ 2060646 w 2488513"/>
                <a:gd name="connsiteY1277" fmla="*/ 98360 h 1224584"/>
                <a:gd name="connsiteX1278" fmla="*/ 2057368 w 2488513"/>
                <a:gd name="connsiteY1278" fmla="*/ 101639 h 1224584"/>
                <a:gd name="connsiteX1279" fmla="*/ 2062286 w 2488513"/>
                <a:gd name="connsiteY1279" fmla="*/ 101639 h 1224584"/>
                <a:gd name="connsiteX1280" fmla="*/ 2065564 w 2488513"/>
                <a:gd name="connsiteY1280" fmla="*/ 100000 h 1224584"/>
                <a:gd name="connsiteX1281" fmla="*/ 2068843 w 2488513"/>
                <a:gd name="connsiteY1281" fmla="*/ 100000 h 1224584"/>
                <a:gd name="connsiteX1282" fmla="*/ 2073761 w 2488513"/>
                <a:gd name="connsiteY1282" fmla="*/ 100000 h 1224584"/>
                <a:gd name="connsiteX1283" fmla="*/ 2077040 w 2488513"/>
                <a:gd name="connsiteY1283" fmla="*/ 103278 h 1224584"/>
                <a:gd name="connsiteX1284" fmla="*/ 2080318 w 2488513"/>
                <a:gd name="connsiteY1284" fmla="*/ 103278 h 1224584"/>
                <a:gd name="connsiteX1285" fmla="*/ 2078679 w 2488513"/>
                <a:gd name="connsiteY1285" fmla="*/ 106557 h 1224584"/>
                <a:gd name="connsiteX1286" fmla="*/ 2075400 w 2488513"/>
                <a:gd name="connsiteY1286" fmla="*/ 106557 h 1224584"/>
                <a:gd name="connsiteX1287" fmla="*/ 2070482 w 2488513"/>
                <a:gd name="connsiteY1287" fmla="*/ 109836 h 1224584"/>
                <a:gd name="connsiteX1288" fmla="*/ 2067204 w 2488513"/>
                <a:gd name="connsiteY1288" fmla="*/ 109836 h 1224584"/>
                <a:gd name="connsiteX1289" fmla="*/ 2063925 w 2488513"/>
                <a:gd name="connsiteY1289" fmla="*/ 111475 h 1224584"/>
                <a:gd name="connsiteX1290" fmla="*/ 2059007 w 2488513"/>
                <a:gd name="connsiteY1290" fmla="*/ 113114 h 1224584"/>
                <a:gd name="connsiteX1291" fmla="*/ 2055728 w 2488513"/>
                <a:gd name="connsiteY1291" fmla="*/ 113114 h 1224584"/>
                <a:gd name="connsiteX1292" fmla="*/ 2050810 w 2488513"/>
                <a:gd name="connsiteY1292" fmla="*/ 114754 h 1224584"/>
                <a:gd name="connsiteX1293" fmla="*/ 2055728 w 2488513"/>
                <a:gd name="connsiteY1293" fmla="*/ 113114 h 1224584"/>
                <a:gd name="connsiteX1294" fmla="*/ 2059007 w 2488513"/>
                <a:gd name="connsiteY1294" fmla="*/ 113114 h 1224584"/>
                <a:gd name="connsiteX1295" fmla="*/ 2062286 w 2488513"/>
                <a:gd name="connsiteY1295" fmla="*/ 113114 h 1224584"/>
                <a:gd name="connsiteX1296" fmla="*/ 2067204 w 2488513"/>
                <a:gd name="connsiteY1296" fmla="*/ 114754 h 1224584"/>
                <a:gd name="connsiteX1297" fmla="*/ 2070482 w 2488513"/>
                <a:gd name="connsiteY1297" fmla="*/ 116393 h 1224584"/>
                <a:gd name="connsiteX1298" fmla="*/ 2070482 w 2488513"/>
                <a:gd name="connsiteY1298" fmla="*/ 119672 h 1224584"/>
                <a:gd name="connsiteX1299" fmla="*/ 2067204 w 2488513"/>
                <a:gd name="connsiteY1299" fmla="*/ 122950 h 1224584"/>
                <a:gd name="connsiteX1300" fmla="*/ 2063925 w 2488513"/>
                <a:gd name="connsiteY1300" fmla="*/ 124590 h 1224584"/>
                <a:gd name="connsiteX1301" fmla="*/ 2059007 w 2488513"/>
                <a:gd name="connsiteY1301" fmla="*/ 126229 h 1224584"/>
                <a:gd name="connsiteX1302" fmla="*/ 2055728 w 2488513"/>
                <a:gd name="connsiteY1302" fmla="*/ 127868 h 1224584"/>
                <a:gd name="connsiteX1303" fmla="*/ 2052450 w 2488513"/>
                <a:gd name="connsiteY1303" fmla="*/ 127868 h 1224584"/>
                <a:gd name="connsiteX1304" fmla="*/ 2047532 w 2488513"/>
                <a:gd name="connsiteY1304" fmla="*/ 127868 h 1224584"/>
                <a:gd name="connsiteX1305" fmla="*/ 2044253 w 2488513"/>
                <a:gd name="connsiteY1305" fmla="*/ 131147 h 1224584"/>
                <a:gd name="connsiteX1306" fmla="*/ 2040974 w 2488513"/>
                <a:gd name="connsiteY1306" fmla="*/ 131147 h 1224584"/>
                <a:gd name="connsiteX1307" fmla="*/ 2037696 w 2488513"/>
                <a:gd name="connsiteY1307" fmla="*/ 127868 h 1224584"/>
                <a:gd name="connsiteX1308" fmla="*/ 2034417 w 2488513"/>
                <a:gd name="connsiteY1308" fmla="*/ 131147 h 1224584"/>
                <a:gd name="connsiteX1309" fmla="*/ 2029499 w 2488513"/>
                <a:gd name="connsiteY1309" fmla="*/ 129508 h 1224584"/>
                <a:gd name="connsiteX1310" fmla="*/ 2026220 w 2488513"/>
                <a:gd name="connsiteY1310" fmla="*/ 131147 h 1224584"/>
                <a:gd name="connsiteX1311" fmla="*/ 2022942 w 2488513"/>
                <a:gd name="connsiteY1311" fmla="*/ 132786 h 1224584"/>
                <a:gd name="connsiteX1312" fmla="*/ 2026220 w 2488513"/>
                <a:gd name="connsiteY1312" fmla="*/ 134426 h 1224584"/>
                <a:gd name="connsiteX1313" fmla="*/ 2022942 w 2488513"/>
                <a:gd name="connsiteY1313" fmla="*/ 136065 h 1224584"/>
                <a:gd name="connsiteX1314" fmla="*/ 2026220 w 2488513"/>
                <a:gd name="connsiteY1314" fmla="*/ 137704 h 1224584"/>
                <a:gd name="connsiteX1315" fmla="*/ 2022942 w 2488513"/>
                <a:gd name="connsiteY1315" fmla="*/ 140983 h 1224584"/>
                <a:gd name="connsiteX1316" fmla="*/ 2026220 w 2488513"/>
                <a:gd name="connsiteY1316" fmla="*/ 142622 h 1224584"/>
                <a:gd name="connsiteX1317" fmla="*/ 2031138 w 2488513"/>
                <a:gd name="connsiteY1317" fmla="*/ 142622 h 1224584"/>
                <a:gd name="connsiteX1318" fmla="*/ 2026220 w 2488513"/>
                <a:gd name="connsiteY1318" fmla="*/ 144262 h 1224584"/>
                <a:gd name="connsiteX1319" fmla="*/ 2022942 w 2488513"/>
                <a:gd name="connsiteY1319" fmla="*/ 147540 h 1224584"/>
                <a:gd name="connsiteX1320" fmla="*/ 2022942 w 2488513"/>
                <a:gd name="connsiteY1320" fmla="*/ 152458 h 1224584"/>
                <a:gd name="connsiteX1321" fmla="*/ 2026220 w 2488513"/>
                <a:gd name="connsiteY1321" fmla="*/ 155737 h 1224584"/>
                <a:gd name="connsiteX1322" fmla="*/ 2027860 w 2488513"/>
                <a:gd name="connsiteY1322" fmla="*/ 159016 h 1224584"/>
                <a:gd name="connsiteX1323" fmla="*/ 2032778 w 2488513"/>
                <a:gd name="connsiteY1323" fmla="*/ 162294 h 1224584"/>
                <a:gd name="connsiteX1324" fmla="*/ 2032778 w 2488513"/>
                <a:gd name="connsiteY1324" fmla="*/ 165573 h 1224584"/>
                <a:gd name="connsiteX1325" fmla="*/ 2031138 w 2488513"/>
                <a:gd name="connsiteY1325" fmla="*/ 168852 h 1224584"/>
                <a:gd name="connsiteX1326" fmla="*/ 2027860 w 2488513"/>
                <a:gd name="connsiteY1326" fmla="*/ 172130 h 1224584"/>
                <a:gd name="connsiteX1327" fmla="*/ 2022942 w 2488513"/>
                <a:gd name="connsiteY1327" fmla="*/ 175409 h 1224584"/>
                <a:gd name="connsiteX1328" fmla="*/ 2019663 w 2488513"/>
                <a:gd name="connsiteY1328" fmla="*/ 178688 h 1224584"/>
                <a:gd name="connsiteX1329" fmla="*/ 2016384 w 2488513"/>
                <a:gd name="connsiteY1329" fmla="*/ 183606 h 1224584"/>
                <a:gd name="connsiteX1330" fmla="*/ 2011466 w 2488513"/>
                <a:gd name="connsiteY1330" fmla="*/ 185245 h 1224584"/>
                <a:gd name="connsiteX1331" fmla="*/ 2008188 w 2488513"/>
                <a:gd name="connsiteY1331" fmla="*/ 185245 h 1224584"/>
                <a:gd name="connsiteX1332" fmla="*/ 2004909 w 2488513"/>
                <a:gd name="connsiteY1332" fmla="*/ 185245 h 1224584"/>
                <a:gd name="connsiteX1333" fmla="*/ 1999991 w 2488513"/>
                <a:gd name="connsiteY1333" fmla="*/ 185245 h 1224584"/>
                <a:gd name="connsiteX1334" fmla="*/ 1996712 w 2488513"/>
                <a:gd name="connsiteY1334" fmla="*/ 186884 h 1224584"/>
                <a:gd name="connsiteX1335" fmla="*/ 1993434 w 2488513"/>
                <a:gd name="connsiteY1335" fmla="*/ 190163 h 1224584"/>
                <a:gd name="connsiteX1336" fmla="*/ 1988515 w 2488513"/>
                <a:gd name="connsiteY1336" fmla="*/ 191802 h 1224584"/>
                <a:gd name="connsiteX1337" fmla="*/ 1985237 w 2488513"/>
                <a:gd name="connsiteY1337" fmla="*/ 196720 h 1224584"/>
                <a:gd name="connsiteX1338" fmla="*/ 1983598 w 2488513"/>
                <a:gd name="connsiteY1338" fmla="*/ 195081 h 1224584"/>
                <a:gd name="connsiteX1339" fmla="*/ 1980319 w 2488513"/>
                <a:gd name="connsiteY1339" fmla="*/ 195081 h 1224584"/>
                <a:gd name="connsiteX1340" fmla="*/ 1975401 w 2488513"/>
                <a:gd name="connsiteY1340" fmla="*/ 198360 h 1224584"/>
                <a:gd name="connsiteX1341" fmla="*/ 1972122 w 2488513"/>
                <a:gd name="connsiteY1341" fmla="*/ 199999 h 1224584"/>
                <a:gd name="connsiteX1342" fmla="*/ 1967204 w 2488513"/>
                <a:gd name="connsiteY1342" fmla="*/ 201638 h 1224584"/>
                <a:gd name="connsiteX1343" fmla="*/ 1963925 w 2488513"/>
                <a:gd name="connsiteY1343" fmla="*/ 201638 h 1224584"/>
                <a:gd name="connsiteX1344" fmla="*/ 1960647 w 2488513"/>
                <a:gd name="connsiteY1344" fmla="*/ 201638 h 1224584"/>
                <a:gd name="connsiteX1345" fmla="*/ 1955729 w 2488513"/>
                <a:gd name="connsiteY1345" fmla="*/ 201638 h 1224584"/>
                <a:gd name="connsiteX1346" fmla="*/ 1952450 w 2488513"/>
                <a:gd name="connsiteY1346" fmla="*/ 204917 h 1224584"/>
                <a:gd name="connsiteX1347" fmla="*/ 1949171 w 2488513"/>
                <a:gd name="connsiteY1347" fmla="*/ 206556 h 1224584"/>
                <a:gd name="connsiteX1348" fmla="*/ 1945893 w 2488513"/>
                <a:gd name="connsiteY1348" fmla="*/ 208196 h 1224584"/>
                <a:gd name="connsiteX1349" fmla="*/ 1940975 w 2488513"/>
                <a:gd name="connsiteY1349" fmla="*/ 209835 h 1224584"/>
                <a:gd name="connsiteX1350" fmla="*/ 1937696 w 2488513"/>
                <a:gd name="connsiteY1350" fmla="*/ 209835 h 1224584"/>
                <a:gd name="connsiteX1351" fmla="*/ 1932778 w 2488513"/>
                <a:gd name="connsiteY1351" fmla="*/ 209835 h 1224584"/>
                <a:gd name="connsiteX1352" fmla="*/ 1936057 w 2488513"/>
                <a:gd name="connsiteY1352" fmla="*/ 206556 h 1224584"/>
                <a:gd name="connsiteX1353" fmla="*/ 1932778 w 2488513"/>
                <a:gd name="connsiteY1353" fmla="*/ 203278 h 1224584"/>
                <a:gd name="connsiteX1354" fmla="*/ 1929499 w 2488513"/>
                <a:gd name="connsiteY1354" fmla="*/ 199999 h 1224584"/>
                <a:gd name="connsiteX1355" fmla="*/ 1931139 w 2488513"/>
                <a:gd name="connsiteY1355" fmla="*/ 196720 h 1224584"/>
                <a:gd name="connsiteX1356" fmla="*/ 1936057 w 2488513"/>
                <a:gd name="connsiteY1356" fmla="*/ 198360 h 1224584"/>
                <a:gd name="connsiteX1357" fmla="*/ 1936057 w 2488513"/>
                <a:gd name="connsiteY1357" fmla="*/ 193442 h 1224584"/>
                <a:gd name="connsiteX1358" fmla="*/ 1939335 w 2488513"/>
                <a:gd name="connsiteY1358" fmla="*/ 190163 h 1224584"/>
                <a:gd name="connsiteX1359" fmla="*/ 1936057 w 2488513"/>
                <a:gd name="connsiteY1359" fmla="*/ 193442 h 1224584"/>
                <a:gd name="connsiteX1360" fmla="*/ 1931139 w 2488513"/>
                <a:gd name="connsiteY1360" fmla="*/ 195081 h 1224584"/>
                <a:gd name="connsiteX1361" fmla="*/ 1927860 w 2488513"/>
                <a:gd name="connsiteY1361" fmla="*/ 196720 h 1224584"/>
                <a:gd name="connsiteX1362" fmla="*/ 1924581 w 2488513"/>
                <a:gd name="connsiteY1362" fmla="*/ 195081 h 1224584"/>
                <a:gd name="connsiteX1363" fmla="*/ 1924581 w 2488513"/>
                <a:gd name="connsiteY1363" fmla="*/ 195081 h 1224584"/>
                <a:gd name="connsiteX1364" fmla="*/ 1924581 w 2488513"/>
                <a:gd name="connsiteY1364" fmla="*/ 193442 h 1224584"/>
                <a:gd name="connsiteX1365" fmla="*/ 1924581 w 2488513"/>
                <a:gd name="connsiteY1365" fmla="*/ 193442 h 1224584"/>
                <a:gd name="connsiteX1366" fmla="*/ 1924581 w 2488513"/>
                <a:gd name="connsiteY1366" fmla="*/ 191802 h 1224584"/>
                <a:gd name="connsiteX1367" fmla="*/ 1929499 w 2488513"/>
                <a:gd name="connsiteY1367" fmla="*/ 191802 h 1224584"/>
                <a:gd name="connsiteX1368" fmla="*/ 1927860 w 2488513"/>
                <a:gd name="connsiteY1368" fmla="*/ 188524 h 1224584"/>
                <a:gd name="connsiteX1369" fmla="*/ 1922942 w 2488513"/>
                <a:gd name="connsiteY1369" fmla="*/ 186884 h 1224584"/>
                <a:gd name="connsiteX1370" fmla="*/ 1924581 w 2488513"/>
                <a:gd name="connsiteY1370" fmla="*/ 186884 h 1224584"/>
                <a:gd name="connsiteX1371" fmla="*/ 1929499 w 2488513"/>
                <a:gd name="connsiteY1371" fmla="*/ 186884 h 1224584"/>
                <a:gd name="connsiteX1372" fmla="*/ 1924581 w 2488513"/>
                <a:gd name="connsiteY1372" fmla="*/ 185245 h 1224584"/>
                <a:gd name="connsiteX1373" fmla="*/ 1921303 w 2488513"/>
                <a:gd name="connsiteY1373" fmla="*/ 185245 h 1224584"/>
                <a:gd name="connsiteX1374" fmla="*/ 1918024 w 2488513"/>
                <a:gd name="connsiteY1374" fmla="*/ 185245 h 1224584"/>
                <a:gd name="connsiteX1375" fmla="*/ 1921303 w 2488513"/>
                <a:gd name="connsiteY1375" fmla="*/ 186884 h 1224584"/>
                <a:gd name="connsiteX1376" fmla="*/ 1916385 w 2488513"/>
                <a:gd name="connsiteY1376" fmla="*/ 185245 h 1224584"/>
                <a:gd name="connsiteX1377" fmla="*/ 1913106 w 2488513"/>
                <a:gd name="connsiteY1377" fmla="*/ 186884 h 1224584"/>
                <a:gd name="connsiteX1378" fmla="*/ 1909827 w 2488513"/>
                <a:gd name="connsiteY1378" fmla="*/ 186884 h 1224584"/>
                <a:gd name="connsiteX1379" fmla="*/ 1906549 w 2488513"/>
                <a:gd name="connsiteY1379" fmla="*/ 188524 h 1224584"/>
                <a:gd name="connsiteX1380" fmla="*/ 1901631 w 2488513"/>
                <a:gd name="connsiteY1380" fmla="*/ 190163 h 1224584"/>
                <a:gd name="connsiteX1381" fmla="*/ 1906549 w 2488513"/>
                <a:gd name="connsiteY1381" fmla="*/ 190163 h 1224584"/>
                <a:gd name="connsiteX1382" fmla="*/ 1909827 w 2488513"/>
                <a:gd name="connsiteY1382" fmla="*/ 188524 h 1224584"/>
                <a:gd name="connsiteX1383" fmla="*/ 1913106 w 2488513"/>
                <a:gd name="connsiteY1383" fmla="*/ 188524 h 1224584"/>
                <a:gd name="connsiteX1384" fmla="*/ 1916385 w 2488513"/>
                <a:gd name="connsiteY1384" fmla="*/ 186884 h 1224584"/>
                <a:gd name="connsiteX1385" fmla="*/ 1921303 w 2488513"/>
                <a:gd name="connsiteY1385" fmla="*/ 188524 h 1224584"/>
                <a:gd name="connsiteX1386" fmla="*/ 1916385 w 2488513"/>
                <a:gd name="connsiteY1386" fmla="*/ 190163 h 1224584"/>
                <a:gd name="connsiteX1387" fmla="*/ 1921303 w 2488513"/>
                <a:gd name="connsiteY1387" fmla="*/ 191802 h 1224584"/>
                <a:gd name="connsiteX1388" fmla="*/ 1916385 w 2488513"/>
                <a:gd name="connsiteY1388" fmla="*/ 191802 h 1224584"/>
                <a:gd name="connsiteX1389" fmla="*/ 1921303 w 2488513"/>
                <a:gd name="connsiteY1389" fmla="*/ 193442 h 1224584"/>
                <a:gd name="connsiteX1390" fmla="*/ 1924581 w 2488513"/>
                <a:gd name="connsiteY1390" fmla="*/ 193442 h 1224584"/>
                <a:gd name="connsiteX1391" fmla="*/ 1924581 w 2488513"/>
                <a:gd name="connsiteY1391" fmla="*/ 195081 h 1224584"/>
                <a:gd name="connsiteX1392" fmla="*/ 1922942 w 2488513"/>
                <a:gd name="connsiteY1392" fmla="*/ 198360 h 1224584"/>
                <a:gd name="connsiteX1393" fmla="*/ 1926221 w 2488513"/>
                <a:gd name="connsiteY1393" fmla="*/ 198360 h 1224584"/>
                <a:gd name="connsiteX1394" fmla="*/ 1922942 w 2488513"/>
                <a:gd name="connsiteY1394" fmla="*/ 201638 h 1224584"/>
                <a:gd name="connsiteX1395" fmla="*/ 1926221 w 2488513"/>
                <a:gd name="connsiteY1395" fmla="*/ 204917 h 1224584"/>
                <a:gd name="connsiteX1396" fmla="*/ 1926221 w 2488513"/>
                <a:gd name="connsiteY1396" fmla="*/ 208196 h 1224584"/>
                <a:gd name="connsiteX1397" fmla="*/ 1926221 w 2488513"/>
                <a:gd name="connsiteY1397" fmla="*/ 211474 h 1224584"/>
                <a:gd name="connsiteX1398" fmla="*/ 1922942 w 2488513"/>
                <a:gd name="connsiteY1398" fmla="*/ 214753 h 1224584"/>
                <a:gd name="connsiteX1399" fmla="*/ 1919663 w 2488513"/>
                <a:gd name="connsiteY1399" fmla="*/ 216392 h 1224584"/>
                <a:gd name="connsiteX1400" fmla="*/ 1916385 w 2488513"/>
                <a:gd name="connsiteY1400" fmla="*/ 214753 h 1224584"/>
                <a:gd name="connsiteX1401" fmla="*/ 1913106 w 2488513"/>
                <a:gd name="connsiteY1401" fmla="*/ 211474 h 1224584"/>
                <a:gd name="connsiteX1402" fmla="*/ 1908188 w 2488513"/>
                <a:gd name="connsiteY1402" fmla="*/ 213114 h 1224584"/>
                <a:gd name="connsiteX1403" fmla="*/ 1908188 w 2488513"/>
                <a:gd name="connsiteY1403" fmla="*/ 208196 h 1224584"/>
                <a:gd name="connsiteX1404" fmla="*/ 1904909 w 2488513"/>
                <a:gd name="connsiteY1404" fmla="*/ 209835 h 1224584"/>
                <a:gd name="connsiteX1405" fmla="*/ 1904909 w 2488513"/>
                <a:gd name="connsiteY1405" fmla="*/ 213114 h 1224584"/>
                <a:gd name="connsiteX1406" fmla="*/ 1904909 w 2488513"/>
                <a:gd name="connsiteY1406" fmla="*/ 216392 h 1224584"/>
                <a:gd name="connsiteX1407" fmla="*/ 1901631 w 2488513"/>
                <a:gd name="connsiteY1407" fmla="*/ 216392 h 1224584"/>
                <a:gd name="connsiteX1408" fmla="*/ 1898352 w 2488513"/>
                <a:gd name="connsiteY1408" fmla="*/ 214753 h 1224584"/>
                <a:gd name="connsiteX1409" fmla="*/ 1893434 w 2488513"/>
                <a:gd name="connsiteY1409" fmla="*/ 213114 h 1224584"/>
                <a:gd name="connsiteX1410" fmla="*/ 1890155 w 2488513"/>
                <a:gd name="connsiteY1410" fmla="*/ 214753 h 1224584"/>
                <a:gd name="connsiteX1411" fmla="*/ 1886877 w 2488513"/>
                <a:gd name="connsiteY1411" fmla="*/ 213114 h 1224584"/>
                <a:gd name="connsiteX1412" fmla="*/ 1883598 w 2488513"/>
                <a:gd name="connsiteY1412" fmla="*/ 213114 h 1224584"/>
                <a:gd name="connsiteX1413" fmla="*/ 1883598 w 2488513"/>
                <a:gd name="connsiteY1413" fmla="*/ 208196 h 1224584"/>
                <a:gd name="connsiteX1414" fmla="*/ 1886877 w 2488513"/>
                <a:gd name="connsiteY1414" fmla="*/ 204917 h 1224584"/>
                <a:gd name="connsiteX1415" fmla="*/ 1885237 w 2488513"/>
                <a:gd name="connsiteY1415" fmla="*/ 201638 h 1224584"/>
                <a:gd name="connsiteX1416" fmla="*/ 1881959 w 2488513"/>
                <a:gd name="connsiteY1416" fmla="*/ 201638 h 1224584"/>
                <a:gd name="connsiteX1417" fmla="*/ 1877041 w 2488513"/>
                <a:gd name="connsiteY1417" fmla="*/ 203278 h 1224584"/>
                <a:gd name="connsiteX1418" fmla="*/ 1873762 w 2488513"/>
                <a:gd name="connsiteY1418" fmla="*/ 203278 h 1224584"/>
                <a:gd name="connsiteX1419" fmla="*/ 1870483 w 2488513"/>
                <a:gd name="connsiteY1419" fmla="*/ 204917 h 1224584"/>
                <a:gd name="connsiteX1420" fmla="*/ 1865565 w 2488513"/>
                <a:gd name="connsiteY1420" fmla="*/ 204917 h 1224584"/>
                <a:gd name="connsiteX1421" fmla="*/ 1862287 w 2488513"/>
                <a:gd name="connsiteY1421" fmla="*/ 203278 h 1224584"/>
                <a:gd name="connsiteX1422" fmla="*/ 1859008 w 2488513"/>
                <a:gd name="connsiteY1422" fmla="*/ 203278 h 1224584"/>
                <a:gd name="connsiteX1423" fmla="*/ 1855729 w 2488513"/>
                <a:gd name="connsiteY1423" fmla="*/ 203278 h 1224584"/>
                <a:gd name="connsiteX1424" fmla="*/ 1850811 w 2488513"/>
                <a:gd name="connsiteY1424" fmla="*/ 203278 h 1224584"/>
                <a:gd name="connsiteX1425" fmla="*/ 1847533 w 2488513"/>
                <a:gd name="connsiteY1425" fmla="*/ 203278 h 1224584"/>
                <a:gd name="connsiteX1426" fmla="*/ 1847533 w 2488513"/>
                <a:gd name="connsiteY1426" fmla="*/ 206556 h 1224584"/>
                <a:gd name="connsiteX1427" fmla="*/ 1842615 w 2488513"/>
                <a:gd name="connsiteY1427" fmla="*/ 208196 h 1224584"/>
                <a:gd name="connsiteX1428" fmla="*/ 1845893 w 2488513"/>
                <a:gd name="connsiteY1428" fmla="*/ 211474 h 1224584"/>
                <a:gd name="connsiteX1429" fmla="*/ 1849172 w 2488513"/>
                <a:gd name="connsiteY1429" fmla="*/ 211474 h 1224584"/>
                <a:gd name="connsiteX1430" fmla="*/ 1852451 w 2488513"/>
                <a:gd name="connsiteY1430" fmla="*/ 213114 h 1224584"/>
                <a:gd name="connsiteX1431" fmla="*/ 1855729 w 2488513"/>
                <a:gd name="connsiteY1431" fmla="*/ 214753 h 1224584"/>
                <a:gd name="connsiteX1432" fmla="*/ 1859008 w 2488513"/>
                <a:gd name="connsiteY1432" fmla="*/ 218032 h 1224584"/>
                <a:gd name="connsiteX1433" fmla="*/ 1855729 w 2488513"/>
                <a:gd name="connsiteY1433" fmla="*/ 221310 h 1224584"/>
                <a:gd name="connsiteX1434" fmla="*/ 1852451 w 2488513"/>
                <a:gd name="connsiteY1434" fmla="*/ 222950 h 1224584"/>
                <a:gd name="connsiteX1435" fmla="*/ 1849172 w 2488513"/>
                <a:gd name="connsiteY1435" fmla="*/ 224589 h 1224584"/>
                <a:gd name="connsiteX1436" fmla="*/ 1844254 w 2488513"/>
                <a:gd name="connsiteY1436" fmla="*/ 226228 h 1224584"/>
                <a:gd name="connsiteX1437" fmla="*/ 1840975 w 2488513"/>
                <a:gd name="connsiteY1437" fmla="*/ 227868 h 1224584"/>
                <a:gd name="connsiteX1438" fmla="*/ 1837697 w 2488513"/>
                <a:gd name="connsiteY1438" fmla="*/ 227868 h 1224584"/>
                <a:gd name="connsiteX1439" fmla="*/ 1834418 w 2488513"/>
                <a:gd name="connsiteY1439" fmla="*/ 229507 h 1224584"/>
                <a:gd name="connsiteX1440" fmla="*/ 1831139 w 2488513"/>
                <a:gd name="connsiteY1440" fmla="*/ 234425 h 1224584"/>
                <a:gd name="connsiteX1441" fmla="*/ 1826221 w 2488513"/>
                <a:gd name="connsiteY1441" fmla="*/ 236065 h 1224584"/>
                <a:gd name="connsiteX1442" fmla="*/ 1822943 w 2488513"/>
                <a:gd name="connsiteY1442" fmla="*/ 237704 h 1224584"/>
                <a:gd name="connsiteX1443" fmla="*/ 1819664 w 2488513"/>
                <a:gd name="connsiteY1443" fmla="*/ 239343 h 1224584"/>
                <a:gd name="connsiteX1444" fmla="*/ 1814746 w 2488513"/>
                <a:gd name="connsiteY1444" fmla="*/ 240982 h 1224584"/>
                <a:gd name="connsiteX1445" fmla="*/ 1811467 w 2488513"/>
                <a:gd name="connsiteY1445" fmla="*/ 240982 h 1224584"/>
                <a:gd name="connsiteX1446" fmla="*/ 1808188 w 2488513"/>
                <a:gd name="connsiteY1446" fmla="*/ 244261 h 1224584"/>
                <a:gd name="connsiteX1447" fmla="*/ 1803271 w 2488513"/>
                <a:gd name="connsiteY1447" fmla="*/ 247540 h 1224584"/>
                <a:gd name="connsiteX1448" fmla="*/ 1799992 w 2488513"/>
                <a:gd name="connsiteY1448" fmla="*/ 247540 h 1224584"/>
                <a:gd name="connsiteX1449" fmla="*/ 1796713 w 2488513"/>
                <a:gd name="connsiteY1449" fmla="*/ 249179 h 1224584"/>
                <a:gd name="connsiteX1450" fmla="*/ 1791795 w 2488513"/>
                <a:gd name="connsiteY1450" fmla="*/ 249179 h 1224584"/>
                <a:gd name="connsiteX1451" fmla="*/ 1788516 w 2488513"/>
                <a:gd name="connsiteY1451" fmla="*/ 249179 h 1224584"/>
                <a:gd name="connsiteX1452" fmla="*/ 1785238 w 2488513"/>
                <a:gd name="connsiteY1452" fmla="*/ 249179 h 1224584"/>
                <a:gd name="connsiteX1453" fmla="*/ 1780320 w 2488513"/>
                <a:gd name="connsiteY1453" fmla="*/ 249179 h 1224584"/>
                <a:gd name="connsiteX1454" fmla="*/ 1777041 w 2488513"/>
                <a:gd name="connsiteY1454" fmla="*/ 249179 h 1224584"/>
                <a:gd name="connsiteX1455" fmla="*/ 1773762 w 2488513"/>
                <a:gd name="connsiteY1455" fmla="*/ 247540 h 1224584"/>
                <a:gd name="connsiteX1456" fmla="*/ 1770484 w 2488513"/>
                <a:gd name="connsiteY1456" fmla="*/ 244261 h 1224584"/>
                <a:gd name="connsiteX1457" fmla="*/ 1768844 w 2488513"/>
                <a:gd name="connsiteY1457" fmla="*/ 240982 h 1224584"/>
                <a:gd name="connsiteX1458" fmla="*/ 1763926 w 2488513"/>
                <a:gd name="connsiteY1458" fmla="*/ 239343 h 1224584"/>
                <a:gd name="connsiteX1459" fmla="*/ 1760648 w 2488513"/>
                <a:gd name="connsiteY1459" fmla="*/ 237704 h 1224584"/>
                <a:gd name="connsiteX1460" fmla="*/ 1763926 w 2488513"/>
                <a:gd name="connsiteY1460" fmla="*/ 237704 h 1224584"/>
                <a:gd name="connsiteX1461" fmla="*/ 1768844 w 2488513"/>
                <a:gd name="connsiteY1461" fmla="*/ 237704 h 1224584"/>
                <a:gd name="connsiteX1462" fmla="*/ 1772123 w 2488513"/>
                <a:gd name="connsiteY1462" fmla="*/ 237704 h 1224584"/>
                <a:gd name="connsiteX1463" fmla="*/ 1768844 w 2488513"/>
                <a:gd name="connsiteY1463" fmla="*/ 237704 h 1224584"/>
                <a:gd name="connsiteX1464" fmla="*/ 1765566 w 2488513"/>
                <a:gd name="connsiteY1464" fmla="*/ 236065 h 1224584"/>
                <a:gd name="connsiteX1465" fmla="*/ 1762287 w 2488513"/>
                <a:gd name="connsiteY1465" fmla="*/ 234425 h 1224584"/>
                <a:gd name="connsiteX1466" fmla="*/ 1759008 w 2488513"/>
                <a:gd name="connsiteY1466" fmla="*/ 236065 h 1224584"/>
                <a:gd name="connsiteX1467" fmla="*/ 1754090 w 2488513"/>
                <a:gd name="connsiteY1467" fmla="*/ 232786 h 1224584"/>
                <a:gd name="connsiteX1468" fmla="*/ 1750812 w 2488513"/>
                <a:gd name="connsiteY1468" fmla="*/ 229507 h 1224584"/>
                <a:gd name="connsiteX1469" fmla="*/ 1747533 w 2488513"/>
                <a:gd name="connsiteY1469" fmla="*/ 227868 h 1224584"/>
                <a:gd name="connsiteX1470" fmla="*/ 1742615 w 2488513"/>
                <a:gd name="connsiteY1470" fmla="*/ 226228 h 1224584"/>
                <a:gd name="connsiteX1471" fmla="*/ 1739336 w 2488513"/>
                <a:gd name="connsiteY1471" fmla="*/ 226228 h 1224584"/>
                <a:gd name="connsiteX1472" fmla="*/ 1736058 w 2488513"/>
                <a:gd name="connsiteY1472" fmla="*/ 226228 h 1224584"/>
                <a:gd name="connsiteX1473" fmla="*/ 1737697 w 2488513"/>
                <a:gd name="connsiteY1473" fmla="*/ 226228 h 1224584"/>
                <a:gd name="connsiteX1474" fmla="*/ 1740976 w 2488513"/>
                <a:gd name="connsiteY1474" fmla="*/ 229507 h 1224584"/>
                <a:gd name="connsiteX1475" fmla="*/ 1737697 w 2488513"/>
                <a:gd name="connsiteY1475" fmla="*/ 229507 h 1224584"/>
                <a:gd name="connsiteX1476" fmla="*/ 1732779 w 2488513"/>
                <a:gd name="connsiteY1476" fmla="*/ 227868 h 1224584"/>
                <a:gd name="connsiteX1477" fmla="*/ 1732779 w 2488513"/>
                <a:gd name="connsiteY1477" fmla="*/ 227868 h 1224584"/>
                <a:gd name="connsiteX1478" fmla="*/ 1729500 w 2488513"/>
                <a:gd name="connsiteY1478" fmla="*/ 227868 h 1224584"/>
                <a:gd name="connsiteX1479" fmla="*/ 1724582 w 2488513"/>
                <a:gd name="connsiteY1479" fmla="*/ 229507 h 1224584"/>
                <a:gd name="connsiteX1480" fmla="*/ 1721304 w 2488513"/>
                <a:gd name="connsiteY1480" fmla="*/ 227868 h 1224584"/>
                <a:gd name="connsiteX1481" fmla="*/ 1724582 w 2488513"/>
                <a:gd name="connsiteY1481" fmla="*/ 226228 h 1224584"/>
                <a:gd name="connsiteX1482" fmla="*/ 1721304 w 2488513"/>
                <a:gd name="connsiteY1482" fmla="*/ 227868 h 1224584"/>
                <a:gd name="connsiteX1483" fmla="*/ 1718025 w 2488513"/>
                <a:gd name="connsiteY1483" fmla="*/ 227868 h 1224584"/>
                <a:gd name="connsiteX1484" fmla="*/ 1713107 w 2488513"/>
                <a:gd name="connsiteY1484" fmla="*/ 227868 h 1224584"/>
                <a:gd name="connsiteX1485" fmla="*/ 1709828 w 2488513"/>
                <a:gd name="connsiteY1485" fmla="*/ 226228 h 1224584"/>
                <a:gd name="connsiteX1486" fmla="*/ 1706550 w 2488513"/>
                <a:gd name="connsiteY1486" fmla="*/ 226228 h 1224584"/>
                <a:gd name="connsiteX1487" fmla="*/ 1701632 w 2488513"/>
                <a:gd name="connsiteY1487" fmla="*/ 226228 h 1224584"/>
                <a:gd name="connsiteX1488" fmla="*/ 1698353 w 2488513"/>
                <a:gd name="connsiteY1488" fmla="*/ 224589 h 1224584"/>
                <a:gd name="connsiteX1489" fmla="*/ 1695074 w 2488513"/>
                <a:gd name="connsiteY1489" fmla="*/ 227868 h 1224584"/>
                <a:gd name="connsiteX1490" fmla="*/ 1698353 w 2488513"/>
                <a:gd name="connsiteY1490" fmla="*/ 229507 h 1224584"/>
                <a:gd name="connsiteX1491" fmla="*/ 1701632 w 2488513"/>
                <a:gd name="connsiteY1491" fmla="*/ 229507 h 1224584"/>
                <a:gd name="connsiteX1492" fmla="*/ 1704910 w 2488513"/>
                <a:gd name="connsiteY1492" fmla="*/ 226228 h 1224584"/>
                <a:gd name="connsiteX1493" fmla="*/ 1708189 w 2488513"/>
                <a:gd name="connsiteY1493" fmla="*/ 227868 h 1224584"/>
                <a:gd name="connsiteX1494" fmla="*/ 1711468 w 2488513"/>
                <a:gd name="connsiteY1494" fmla="*/ 227868 h 1224584"/>
                <a:gd name="connsiteX1495" fmla="*/ 1716386 w 2488513"/>
                <a:gd name="connsiteY1495" fmla="*/ 227868 h 1224584"/>
                <a:gd name="connsiteX1496" fmla="*/ 1719664 w 2488513"/>
                <a:gd name="connsiteY1496" fmla="*/ 229507 h 1224584"/>
                <a:gd name="connsiteX1497" fmla="*/ 1722943 w 2488513"/>
                <a:gd name="connsiteY1497" fmla="*/ 229507 h 1224584"/>
                <a:gd name="connsiteX1498" fmla="*/ 1727861 w 2488513"/>
                <a:gd name="connsiteY1498" fmla="*/ 229507 h 1224584"/>
                <a:gd name="connsiteX1499" fmla="*/ 1731140 w 2488513"/>
                <a:gd name="connsiteY1499" fmla="*/ 231146 h 1224584"/>
                <a:gd name="connsiteX1500" fmla="*/ 1732779 w 2488513"/>
                <a:gd name="connsiteY1500" fmla="*/ 232786 h 1224584"/>
                <a:gd name="connsiteX1501" fmla="*/ 1737697 w 2488513"/>
                <a:gd name="connsiteY1501" fmla="*/ 236065 h 1224584"/>
                <a:gd name="connsiteX1502" fmla="*/ 1740976 w 2488513"/>
                <a:gd name="connsiteY1502" fmla="*/ 239343 h 1224584"/>
                <a:gd name="connsiteX1503" fmla="*/ 1739336 w 2488513"/>
                <a:gd name="connsiteY1503" fmla="*/ 242622 h 1224584"/>
                <a:gd name="connsiteX1504" fmla="*/ 1744254 w 2488513"/>
                <a:gd name="connsiteY1504" fmla="*/ 245901 h 1224584"/>
                <a:gd name="connsiteX1505" fmla="*/ 1745894 w 2488513"/>
                <a:gd name="connsiteY1505" fmla="*/ 249179 h 1224584"/>
                <a:gd name="connsiteX1506" fmla="*/ 1749172 w 2488513"/>
                <a:gd name="connsiteY1506" fmla="*/ 249179 h 1224584"/>
                <a:gd name="connsiteX1507" fmla="*/ 1754090 w 2488513"/>
                <a:gd name="connsiteY1507" fmla="*/ 250818 h 1224584"/>
                <a:gd name="connsiteX1508" fmla="*/ 1757369 w 2488513"/>
                <a:gd name="connsiteY1508" fmla="*/ 250818 h 1224584"/>
                <a:gd name="connsiteX1509" fmla="*/ 1760648 w 2488513"/>
                <a:gd name="connsiteY1509" fmla="*/ 250818 h 1224584"/>
                <a:gd name="connsiteX1510" fmla="*/ 1765566 w 2488513"/>
                <a:gd name="connsiteY1510" fmla="*/ 250818 h 1224584"/>
                <a:gd name="connsiteX1511" fmla="*/ 1768844 w 2488513"/>
                <a:gd name="connsiteY1511" fmla="*/ 250818 h 1224584"/>
                <a:gd name="connsiteX1512" fmla="*/ 1772123 w 2488513"/>
                <a:gd name="connsiteY1512" fmla="*/ 250818 h 1224584"/>
                <a:gd name="connsiteX1513" fmla="*/ 1775402 w 2488513"/>
                <a:gd name="connsiteY1513" fmla="*/ 250818 h 1224584"/>
                <a:gd name="connsiteX1514" fmla="*/ 1780320 w 2488513"/>
                <a:gd name="connsiteY1514" fmla="*/ 250818 h 1224584"/>
                <a:gd name="connsiteX1515" fmla="*/ 1783598 w 2488513"/>
                <a:gd name="connsiteY1515" fmla="*/ 250818 h 1224584"/>
                <a:gd name="connsiteX1516" fmla="*/ 1786877 w 2488513"/>
                <a:gd name="connsiteY1516" fmla="*/ 250818 h 1224584"/>
                <a:gd name="connsiteX1517" fmla="*/ 1791795 w 2488513"/>
                <a:gd name="connsiteY1517" fmla="*/ 250818 h 1224584"/>
                <a:gd name="connsiteX1518" fmla="*/ 1795074 w 2488513"/>
                <a:gd name="connsiteY1518" fmla="*/ 252458 h 1224584"/>
                <a:gd name="connsiteX1519" fmla="*/ 1798353 w 2488513"/>
                <a:gd name="connsiteY1519" fmla="*/ 254097 h 1224584"/>
                <a:gd name="connsiteX1520" fmla="*/ 1796713 w 2488513"/>
                <a:gd name="connsiteY1520" fmla="*/ 257376 h 1224584"/>
                <a:gd name="connsiteX1521" fmla="*/ 1793434 w 2488513"/>
                <a:gd name="connsiteY1521" fmla="*/ 260655 h 1224584"/>
                <a:gd name="connsiteX1522" fmla="*/ 1790156 w 2488513"/>
                <a:gd name="connsiteY1522" fmla="*/ 263933 h 1224584"/>
                <a:gd name="connsiteX1523" fmla="*/ 1785238 w 2488513"/>
                <a:gd name="connsiteY1523" fmla="*/ 265573 h 1224584"/>
                <a:gd name="connsiteX1524" fmla="*/ 1781959 w 2488513"/>
                <a:gd name="connsiteY1524" fmla="*/ 268851 h 1224584"/>
                <a:gd name="connsiteX1525" fmla="*/ 1777041 w 2488513"/>
                <a:gd name="connsiteY1525" fmla="*/ 272130 h 1224584"/>
                <a:gd name="connsiteX1526" fmla="*/ 1773762 w 2488513"/>
                <a:gd name="connsiteY1526" fmla="*/ 272130 h 1224584"/>
                <a:gd name="connsiteX1527" fmla="*/ 1770484 w 2488513"/>
                <a:gd name="connsiteY1527" fmla="*/ 272130 h 1224584"/>
                <a:gd name="connsiteX1528" fmla="*/ 1767205 w 2488513"/>
                <a:gd name="connsiteY1528" fmla="*/ 277048 h 1224584"/>
                <a:gd name="connsiteX1529" fmla="*/ 1765566 w 2488513"/>
                <a:gd name="connsiteY1529" fmla="*/ 277048 h 1224584"/>
                <a:gd name="connsiteX1530" fmla="*/ 1762287 w 2488513"/>
                <a:gd name="connsiteY1530" fmla="*/ 278687 h 1224584"/>
                <a:gd name="connsiteX1531" fmla="*/ 1759008 w 2488513"/>
                <a:gd name="connsiteY1531" fmla="*/ 280327 h 1224584"/>
                <a:gd name="connsiteX1532" fmla="*/ 1754090 w 2488513"/>
                <a:gd name="connsiteY1532" fmla="*/ 281966 h 1224584"/>
                <a:gd name="connsiteX1533" fmla="*/ 1750812 w 2488513"/>
                <a:gd name="connsiteY1533" fmla="*/ 285245 h 1224584"/>
                <a:gd name="connsiteX1534" fmla="*/ 1747533 w 2488513"/>
                <a:gd name="connsiteY1534" fmla="*/ 288523 h 1224584"/>
                <a:gd name="connsiteX1535" fmla="*/ 1742615 w 2488513"/>
                <a:gd name="connsiteY1535" fmla="*/ 290163 h 1224584"/>
                <a:gd name="connsiteX1536" fmla="*/ 1740976 w 2488513"/>
                <a:gd name="connsiteY1536" fmla="*/ 293441 h 1224584"/>
                <a:gd name="connsiteX1537" fmla="*/ 1736058 w 2488513"/>
                <a:gd name="connsiteY1537" fmla="*/ 295081 h 1224584"/>
                <a:gd name="connsiteX1538" fmla="*/ 1732779 w 2488513"/>
                <a:gd name="connsiteY1538" fmla="*/ 295081 h 1224584"/>
                <a:gd name="connsiteX1539" fmla="*/ 1729500 w 2488513"/>
                <a:gd name="connsiteY1539" fmla="*/ 296720 h 1224584"/>
                <a:gd name="connsiteX1540" fmla="*/ 1724582 w 2488513"/>
                <a:gd name="connsiteY1540" fmla="*/ 298359 h 1224584"/>
                <a:gd name="connsiteX1541" fmla="*/ 1721304 w 2488513"/>
                <a:gd name="connsiteY1541" fmla="*/ 299999 h 1224584"/>
                <a:gd name="connsiteX1542" fmla="*/ 1718025 w 2488513"/>
                <a:gd name="connsiteY1542" fmla="*/ 299999 h 1224584"/>
                <a:gd name="connsiteX1543" fmla="*/ 1714746 w 2488513"/>
                <a:gd name="connsiteY1543" fmla="*/ 301638 h 1224584"/>
                <a:gd name="connsiteX1544" fmla="*/ 1709828 w 2488513"/>
                <a:gd name="connsiteY1544" fmla="*/ 301638 h 1224584"/>
                <a:gd name="connsiteX1545" fmla="*/ 1706550 w 2488513"/>
                <a:gd name="connsiteY1545" fmla="*/ 301638 h 1224584"/>
                <a:gd name="connsiteX1546" fmla="*/ 1703271 w 2488513"/>
                <a:gd name="connsiteY1546" fmla="*/ 299999 h 1224584"/>
                <a:gd name="connsiteX1547" fmla="*/ 1701632 w 2488513"/>
                <a:gd name="connsiteY1547" fmla="*/ 295081 h 1224584"/>
                <a:gd name="connsiteX1548" fmla="*/ 1699992 w 2488513"/>
                <a:gd name="connsiteY1548" fmla="*/ 299999 h 1224584"/>
                <a:gd name="connsiteX1549" fmla="*/ 1701632 w 2488513"/>
                <a:gd name="connsiteY1549" fmla="*/ 303277 h 1224584"/>
                <a:gd name="connsiteX1550" fmla="*/ 1696714 w 2488513"/>
                <a:gd name="connsiteY1550" fmla="*/ 301638 h 1224584"/>
                <a:gd name="connsiteX1551" fmla="*/ 1693435 w 2488513"/>
                <a:gd name="connsiteY1551" fmla="*/ 299999 h 1224584"/>
                <a:gd name="connsiteX1552" fmla="*/ 1690156 w 2488513"/>
                <a:gd name="connsiteY1552" fmla="*/ 299999 h 1224584"/>
                <a:gd name="connsiteX1553" fmla="*/ 1688517 w 2488513"/>
                <a:gd name="connsiteY1553" fmla="*/ 303277 h 1224584"/>
                <a:gd name="connsiteX1554" fmla="*/ 1688517 w 2488513"/>
                <a:gd name="connsiteY1554" fmla="*/ 299999 h 1224584"/>
                <a:gd name="connsiteX1555" fmla="*/ 1683599 w 2488513"/>
                <a:gd name="connsiteY1555" fmla="*/ 296720 h 1224584"/>
                <a:gd name="connsiteX1556" fmla="*/ 1688517 w 2488513"/>
                <a:gd name="connsiteY1556" fmla="*/ 293441 h 1224584"/>
                <a:gd name="connsiteX1557" fmla="*/ 1683599 w 2488513"/>
                <a:gd name="connsiteY1557" fmla="*/ 295081 h 1224584"/>
                <a:gd name="connsiteX1558" fmla="*/ 1680320 w 2488513"/>
                <a:gd name="connsiteY1558" fmla="*/ 295081 h 1224584"/>
                <a:gd name="connsiteX1559" fmla="*/ 1678681 w 2488513"/>
                <a:gd name="connsiteY1559" fmla="*/ 296720 h 1224584"/>
                <a:gd name="connsiteX1560" fmla="*/ 1680320 w 2488513"/>
                <a:gd name="connsiteY1560" fmla="*/ 296720 h 1224584"/>
                <a:gd name="connsiteX1561" fmla="*/ 1680320 w 2488513"/>
                <a:gd name="connsiteY1561" fmla="*/ 299999 h 1224584"/>
                <a:gd name="connsiteX1562" fmla="*/ 1678681 w 2488513"/>
                <a:gd name="connsiteY1562" fmla="*/ 303277 h 1224584"/>
                <a:gd name="connsiteX1563" fmla="*/ 1675402 w 2488513"/>
                <a:gd name="connsiteY1563" fmla="*/ 301638 h 1224584"/>
                <a:gd name="connsiteX1564" fmla="*/ 1673763 w 2488513"/>
                <a:gd name="connsiteY1564" fmla="*/ 303277 h 1224584"/>
                <a:gd name="connsiteX1565" fmla="*/ 1670484 w 2488513"/>
                <a:gd name="connsiteY1565" fmla="*/ 303277 h 1224584"/>
                <a:gd name="connsiteX1566" fmla="*/ 1670484 w 2488513"/>
                <a:gd name="connsiteY1566" fmla="*/ 306556 h 1224584"/>
                <a:gd name="connsiteX1567" fmla="*/ 1668845 w 2488513"/>
                <a:gd name="connsiteY1567" fmla="*/ 309835 h 1224584"/>
                <a:gd name="connsiteX1568" fmla="*/ 1665566 w 2488513"/>
                <a:gd name="connsiteY1568" fmla="*/ 311474 h 1224584"/>
                <a:gd name="connsiteX1569" fmla="*/ 1662288 w 2488513"/>
                <a:gd name="connsiteY1569" fmla="*/ 313113 h 1224584"/>
                <a:gd name="connsiteX1570" fmla="*/ 1659009 w 2488513"/>
                <a:gd name="connsiteY1570" fmla="*/ 316392 h 1224584"/>
                <a:gd name="connsiteX1571" fmla="*/ 1654091 w 2488513"/>
                <a:gd name="connsiteY1571" fmla="*/ 316392 h 1224584"/>
                <a:gd name="connsiteX1572" fmla="*/ 1650812 w 2488513"/>
                <a:gd name="connsiteY1572" fmla="*/ 314753 h 1224584"/>
                <a:gd name="connsiteX1573" fmla="*/ 1647534 w 2488513"/>
                <a:gd name="connsiteY1573" fmla="*/ 313113 h 1224584"/>
                <a:gd name="connsiteX1574" fmla="*/ 1645894 w 2488513"/>
                <a:gd name="connsiteY1574" fmla="*/ 316392 h 1224584"/>
                <a:gd name="connsiteX1575" fmla="*/ 1642616 w 2488513"/>
                <a:gd name="connsiteY1575" fmla="*/ 318031 h 1224584"/>
                <a:gd name="connsiteX1576" fmla="*/ 1639337 w 2488513"/>
                <a:gd name="connsiteY1576" fmla="*/ 318031 h 1224584"/>
                <a:gd name="connsiteX1577" fmla="*/ 1634419 w 2488513"/>
                <a:gd name="connsiteY1577" fmla="*/ 318031 h 1224584"/>
                <a:gd name="connsiteX1578" fmla="*/ 1631140 w 2488513"/>
                <a:gd name="connsiteY1578" fmla="*/ 316392 h 1224584"/>
                <a:gd name="connsiteX1579" fmla="*/ 1627861 w 2488513"/>
                <a:gd name="connsiteY1579" fmla="*/ 316392 h 1224584"/>
                <a:gd name="connsiteX1580" fmla="*/ 1622944 w 2488513"/>
                <a:gd name="connsiteY1580" fmla="*/ 313113 h 1224584"/>
                <a:gd name="connsiteX1581" fmla="*/ 1621304 w 2488513"/>
                <a:gd name="connsiteY1581" fmla="*/ 311474 h 1224584"/>
                <a:gd name="connsiteX1582" fmla="*/ 1616386 w 2488513"/>
                <a:gd name="connsiteY1582" fmla="*/ 311474 h 1224584"/>
                <a:gd name="connsiteX1583" fmla="*/ 1613107 w 2488513"/>
                <a:gd name="connsiteY1583" fmla="*/ 308195 h 1224584"/>
                <a:gd name="connsiteX1584" fmla="*/ 1609829 w 2488513"/>
                <a:gd name="connsiteY1584" fmla="*/ 309835 h 1224584"/>
                <a:gd name="connsiteX1585" fmla="*/ 1604911 w 2488513"/>
                <a:gd name="connsiteY1585" fmla="*/ 311474 h 1224584"/>
                <a:gd name="connsiteX1586" fmla="*/ 1601632 w 2488513"/>
                <a:gd name="connsiteY1586" fmla="*/ 309835 h 1224584"/>
                <a:gd name="connsiteX1587" fmla="*/ 1598354 w 2488513"/>
                <a:gd name="connsiteY1587" fmla="*/ 309835 h 1224584"/>
                <a:gd name="connsiteX1588" fmla="*/ 1595075 w 2488513"/>
                <a:gd name="connsiteY1588" fmla="*/ 308195 h 1224584"/>
                <a:gd name="connsiteX1589" fmla="*/ 1590157 w 2488513"/>
                <a:gd name="connsiteY1589" fmla="*/ 306556 h 1224584"/>
                <a:gd name="connsiteX1590" fmla="*/ 1586878 w 2488513"/>
                <a:gd name="connsiteY1590" fmla="*/ 304917 h 1224584"/>
                <a:gd name="connsiteX1591" fmla="*/ 1583599 w 2488513"/>
                <a:gd name="connsiteY1591" fmla="*/ 303277 h 1224584"/>
                <a:gd name="connsiteX1592" fmla="*/ 1578681 w 2488513"/>
                <a:gd name="connsiteY1592" fmla="*/ 301638 h 1224584"/>
                <a:gd name="connsiteX1593" fmla="*/ 1575403 w 2488513"/>
                <a:gd name="connsiteY1593" fmla="*/ 299999 h 1224584"/>
                <a:gd name="connsiteX1594" fmla="*/ 1572124 w 2488513"/>
                <a:gd name="connsiteY1594" fmla="*/ 296720 h 1224584"/>
                <a:gd name="connsiteX1595" fmla="*/ 1570485 w 2488513"/>
                <a:gd name="connsiteY1595" fmla="*/ 293441 h 1224584"/>
                <a:gd name="connsiteX1596" fmla="*/ 1570485 w 2488513"/>
                <a:gd name="connsiteY1596" fmla="*/ 296720 h 1224584"/>
                <a:gd name="connsiteX1597" fmla="*/ 1570485 w 2488513"/>
                <a:gd name="connsiteY1597" fmla="*/ 299999 h 1224584"/>
                <a:gd name="connsiteX1598" fmla="*/ 1567206 w 2488513"/>
                <a:gd name="connsiteY1598" fmla="*/ 301638 h 1224584"/>
                <a:gd name="connsiteX1599" fmla="*/ 1563927 w 2488513"/>
                <a:gd name="connsiteY1599" fmla="*/ 301638 h 1224584"/>
                <a:gd name="connsiteX1600" fmla="*/ 1562288 w 2488513"/>
                <a:gd name="connsiteY1600" fmla="*/ 303277 h 1224584"/>
                <a:gd name="connsiteX1601" fmla="*/ 1563927 w 2488513"/>
                <a:gd name="connsiteY1601" fmla="*/ 306556 h 1224584"/>
                <a:gd name="connsiteX1602" fmla="*/ 1568845 w 2488513"/>
                <a:gd name="connsiteY1602" fmla="*/ 306556 h 1224584"/>
                <a:gd name="connsiteX1603" fmla="*/ 1572124 w 2488513"/>
                <a:gd name="connsiteY1603" fmla="*/ 306556 h 1224584"/>
                <a:gd name="connsiteX1604" fmla="*/ 1573763 w 2488513"/>
                <a:gd name="connsiteY1604" fmla="*/ 301638 h 1224584"/>
                <a:gd name="connsiteX1605" fmla="*/ 1577042 w 2488513"/>
                <a:gd name="connsiteY1605" fmla="*/ 304917 h 1224584"/>
                <a:gd name="connsiteX1606" fmla="*/ 1578681 w 2488513"/>
                <a:gd name="connsiteY1606" fmla="*/ 304917 h 1224584"/>
                <a:gd name="connsiteX1607" fmla="*/ 1581960 w 2488513"/>
                <a:gd name="connsiteY1607" fmla="*/ 306556 h 1224584"/>
                <a:gd name="connsiteX1608" fmla="*/ 1585239 w 2488513"/>
                <a:gd name="connsiteY1608" fmla="*/ 308195 h 1224584"/>
                <a:gd name="connsiteX1609" fmla="*/ 1590157 w 2488513"/>
                <a:gd name="connsiteY1609" fmla="*/ 309835 h 1224584"/>
                <a:gd name="connsiteX1610" fmla="*/ 1593435 w 2488513"/>
                <a:gd name="connsiteY1610" fmla="*/ 308195 h 1224584"/>
                <a:gd name="connsiteX1611" fmla="*/ 1598354 w 2488513"/>
                <a:gd name="connsiteY1611" fmla="*/ 311474 h 1224584"/>
                <a:gd name="connsiteX1612" fmla="*/ 1601632 w 2488513"/>
                <a:gd name="connsiteY1612" fmla="*/ 313113 h 1224584"/>
                <a:gd name="connsiteX1613" fmla="*/ 1598354 w 2488513"/>
                <a:gd name="connsiteY1613" fmla="*/ 314753 h 1224584"/>
                <a:gd name="connsiteX1614" fmla="*/ 1593435 w 2488513"/>
                <a:gd name="connsiteY1614" fmla="*/ 316392 h 1224584"/>
                <a:gd name="connsiteX1615" fmla="*/ 1590157 w 2488513"/>
                <a:gd name="connsiteY1615" fmla="*/ 318031 h 1224584"/>
                <a:gd name="connsiteX1616" fmla="*/ 1586878 w 2488513"/>
                <a:gd name="connsiteY1616" fmla="*/ 319671 h 1224584"/>
                <a:gd name="connsiteX1617" fmla="*/ 1590157 w 2488513"/>
                <a:gd name="connsiteY1617" fmla="*/ 318031 h 1224584"/>
                <a:gd name="connsiteX1618" fmla="*/ 1595075 w 2488513"/>
                <a:gd name="connsiteY1618" fmla="*/ 318031 h 1224584"/>
                <a:gd name="connsiteX1619" fmla="*/ 1598354 w 2488513"/>
                <a:gd name="connsiteY1619" fmla="*/ 316392 h 1224584"/>
                <a:gd name="connsiteX1620" fmla="*/ 1601632 w 2488513"/>
                <a:gd name="connsiteY1620" fmla="*/ 316392 h 1224584"/>
                <a:gd name="connsiteX1621" fmla="*/ 1604911 w 2488513"/>
                <a:gd name="connsiteY1621" fmla="*/ 314753 h 1224584"/>
                <a:gd name="connsiteX1622" fmla="*/ 1609829 w 2488513"/>
                <a:gd name="connsiteY1622" fmla="*/ 313113 h 1224584"/>
                <a:gd name="connsiteX1623" fmla="*/ 1613107 w 2488513"/>
                <a:gd name="connsiteY1623" fmla="*/ 311474 h 1224584"/>
                <a:gd name="connsiteX1624" fmla="*/ 1616386 w 2488513"/>
                <a:gd name="connsiteY1624" fmla="*/ 314753 h 1224584"/>
                <a:gd name="connsiteX1625" fmla="*/ 1618025 w 2488513"/>
                <a:gd name="connsiteY1625" fmla="*/ 318031 h 1224584"/>
                <a:gd name="connsiteX1626" fmla="*/ 1621304 w 2488513"/>
                <a:gd name="connsiteY1626" fmla="*/ 321310 h 1224584"/>
                <a:gd name="connsiteX1627" fmla="*/ 1624583 w 2488513"/>
                <a:gd name="connsiteY1627" fmla="*/ 321310 h 1224584"/>
                <a:gd name="connsiteX1628" fmla="*/ 1629501 w 2488513"/>
                <a:gd name="connsiteY1628" fmla="*/ 321310 h 1224584"/>
                <a:gd name="connsiteX1629" fmla="*/ 1632779 w 2488513"/>
                <a:gd name="connsiteY1629" fmla="*/ 324589 h 1224584"/>
                <a:gd name="connsiteX1630" fmla="*/ 1629501 w 2488513"/>
                <a:gd name="connsiteY1630" fmla="*/ 324589 h 1224584"/>
                <a:gd name="connsiteX1631" fmla="*/ 1631140 w 2488513"/>
                <a:gd name="connsiteY1631" fmla="*/ 327867 h 1224584"/>
                <a:gd name="connsiteX1632" fmla="*/ 1631140 w 2488513"/>
                <a:gd name="connsiteY1632" fmla="*/ 331146 h 1224584"/>
                <a:gd name="connsiteX1633" fmla="*/ 1629501 w 2488513"/>
                <a:gd name="connsiteY1633" fmla="*/ 334425 h 1224584"/>
                <a:gd name="connsiteX1634" fmla="*/ 1627861 w 2488513"/>
                <a:gd name="connsiteY1634" fmla="*/ 337703 h 1224584"/>
                <a:gd name="connsiteX1635" fmla="*/ 1622944 w 2488513"/>
                <a:gd name="connsiteY1635" fmla="*/ 340982 h 1224584"/>
                <a:gd name="connsiteX1636" fmla="*/ 1619665 w 2488513"/>
                <a:gd name="connsiteY1636" fmla="*/ 342621 h 1224584"/>
                <a:gd name="connsiteX1637" fmla="*/ 1616386 w 2488513"/>
                <a:gd name="connsiteY1637" fmla="*/ 342621 h 1224584"/>
                <a:gd name="connsiteX1638" fmla="*/ 1611468 w 2488513"/>
                <a:gd name="connsiteY1638" fmla="*/ 342621 h 1224584"/>
                <a:gd name="connsiteX1639" fmla="*/ 1608189 w 2488513"/>
                <a:gd name="connsiteY1639" fmla="*/ 344261 h 1224584"/>
                <a:gd name="connsiteX1640" fmla="*/ 1603271 w 2488513"/>
                <a:gd name="connsiteY1640" fmla="*/ 345900 h 1224584"/>
                <a:gd name="connsiteX1641" fmla="*/ 1599993 w 2488513"/>
                <a:gd name="connsiteY1641" fmla="*/ 347539 h 1224584"/>
                <a:gd name="connsiteX1642" fmla="*/ 1596714 w 2488513"/>
                <a:gd name="connsiteY1642" fmla="*/ 349179 h 1224584"/>
                <a:gd name="connsiteX1643" fmla="*/ 1591796 w 2488513"/>
                <a:gd name="connsiteY1643" fmla="*/ 349179 h 1224584"/>
                <a:gd name="connsiteX1644" fmla="*/ 1588517 w 2488513"/>
                <a:gd name="connsiteY1644" fmla="*/ 347539 h 1224584"/>
                <a:gd name="connsiteX1645" fmla="*/ 1585239 w 2488513"/>
                <a:gd name="connsiteY1645" fmla="*/ 347539 h 1224584"/>
                <a:gd name="connsiteX1646" fmla="*/ 1581960 w 2488513"/>
                <a:gd name="connsiteY1646" fmla="*/ 345900 h 1224584"/>
                <a:gd name="connsiteX1647" fmla="*/ 1577042 w 2488513"/>
                <a:gd name="connsiteY1647" fmla="*/ 345900 h 1224584"/>
                <a:gd name="connsiteX1648" fmla="*/ 1573763 w 2488513"/>
                <a:gd name="connsiteY1648" fmla="*/ 347539 h 1224584"/>
                <a:gd name="connsiteX1649" fmla="*/ 1570485 w 2488513"/>
                <a:gd name="connsiteY1649" fmla="*/ 345900 h 1224584"/>
                <a:gd name="connsiteX1650" fmla="*/ 1565567 w 2488513"/>
                <a:gd name="connsiteY1650" fmla="*/ 350818 h 1224584"/>
                <a:gd name="connsiteX1651" fmla="*/ 1568845 w 2488513"/>
                <a:gd name="connsiteY1651" fmla="*/ 354097 h 1224584"/>
                <a:gd name="connsiteX1652" fmla="*/ 1572124 w 2488513"/>
                <a:gd name="connsiteY1652" fmla="*/ 354097 h 1224584"/>
                <a:gd name="connsiteX1653" fmla="*/ 1577042 w 2488513"/>
                <a:gd name="connsiteY1653" fmla="*/ 355736 h 1224584"/>
                <a:gd name="connsiteX1654" fmla="*/ 1572124 w 2488513"/>
                <a:gd name="connsiteY1654" fmla="*/ 357375 h 1224584"/>
                <a:gd name="connsiteX1655" fmla="*/ 1568845 w 2488513"/>
                <a:gd name="connsiteY1655" fmla="*/ 359015 h 1224584"/>
                <a:gd name="connsiteX1656" fmla="*/ 1565567 w 2488513"/>
                <a:gd name="connsiteY1656" fmla="*/ 357375 h 1224584"/>
                <a:gd name="connsiteX1657" fmla="*/ 1562288 w 2488513"/>
                <a:gd name="connsiteY1657" fmla="*/ 357375 h 1224584"/>
                <a:gd name="connsiteX1658" fmla="*/ 1559009 w 2488513"/>
                <a:gd name="connsiteY1658" fmla="*/ 359015 h 1224584"/>
                <a:gd name="connsiteX1659" fmla="*/ 1555731 w 2488513"/>
                <a:gd name="connsiteY1659" fmla="*/ 357375 h 1224584"/>
                <a:gd name="connsiteX1660" fmla="*/ 1552452 w 2488513"/>
                <a:gd name="connsiteY1660" fmla="*/ 360654 h 1224584"/>
                <a:gd name="connsiteX1661" fmla="*/ 1549173 w 2488513"/>
                <a:gd name="connsiteY1661" fmla="*/ 362293 h 1224584"/>
                <a:gd name="connsiteX1662" fmla="*/ 1545895 w 2488513"/>
                <a:gd name="connsiteY1662" fmla="*/ 365572 h 1224584"/>
                <a:gd name="connsiteX1663" fmla="*/ 1540977 w 2488513"/>
                <a:gd name="connsiteY1663" fmla="*/ 367211 h 1224584"/>
                <a:gd name="connsiteX1664" fmla="*/ 1545895 w 2488513"/>
                <a:gd name="connsiteY1664" fmla="*/ 368851 h 1224584"/>
                <a:gd name="connsiteX1665" fmla="*/ 1540977 w 2488513"/>
                <a:gd name="connsiteY1665" fmla="*/ 372129 h 1224584"/>
                <a:gd name="connsiteX1666" fmla="*/ 1540977 w 2488513"/>
                <a:gd name="connsiteY1666" fmla="*/ 368851 h 1224584"/>
                <a:gd name="connsiteX1667" fmla="*/ 1536059 w 2488513"/>
                <a:gd name="connsiteY1667" fmla="*/ 367211 h 1224584"/>
                <a:gd name="connsiteX1668" fmla="*/ 1532780 w 2488513"/>
                <a:gd name="connsiteY1668" fmla="*/ 367211 h 1224584"/>
                <a:gd name="connsiteX1669" fmla="*/ 1531141 w 2488513"/>
                <a:gd name="connsiteY1669" fmla="*/ 367211 h 1224584"/>
                <a:gd name="connsiteX1670" fmla="*/ 1536059 w 2488513"/>
                <a:gd name="connsiteY1670" fmla="*/ 368851 h 1224584"/>
                <a:gd name="connsiteX1671" fmla="*/ 1534419 w 2488513"/>
                <a:gd name="connsiteY1671" fmla="*/ 373769 h 1224584"/>
                <a:gd name="connsiteX1672" fmla="*/ 1531141 w 2488513"/>
                <a:gd name="connsiteY1672" fmla="*/ 372129 h 1224584"/>
                <a:gd name="connsiteX1673" fmla="*/ 1527862 w 2488513"/>
                <a:gd name="connsiteY1673" fmla="*/ 373769 h 1224584"/>
                <a:gd name="connsiteX1674" fmla="*/ 1527862 w 2488513"/>
                <a:gd name="connsiteY1674" fmla="*/ 377047 h 1224584"/>
                <a:gd name="connsiteX1675" fmla="*/ 1522944 w 2488513"/>
                <a:gd name="connsiteY1675" fmla="*/ 378687 h 1224584"/>
                <a:gd name="connsiteX1676" fmla="*/ 1519665 w 2488513"/>
                <a:gd name="connsiteY1676" fmla="*/ 380326 h 1224584"/>
                <a:gd name="connsiteX1677" fmla="*/ 1516387 w 2488513"/>
                <a:gd name="connsiteY1677" fmla="*/ 378687 h 1224584"/>
                <a:gd name="connsiteX1678" fmla="*/ 1514747 w 2488513"/>
                <a:gd name="connsiteY1678" fmla="*/ 381965 h 1224584"/>
                <a:gd name="connsiteX1679" fmla="*/ 1511469 w 2488513"/>
                <a:gd name="connsiteY1679" fmla="*/ 385244 h 1224584"/>
                <a:gd name="connsiteX1680" fmla="*/ 1508190 w 2488513"/>
                <a:gd name="connsiteY1680" fmla="*/ 383605 h 1224584"/>
                <a:gd name="connsiteX1681" fmla="*/ 1504911 w 2488513"/>
                <a:gd name="connsiteY1681" fmla="*/ 381965 h 1224584"/>
                <a:gd name="connsiteX1682" fmla="*/ 1504911 w 2488513"/>
                <a:gd name="connsiteY1682" fmla="*/ 385244 h 1224584"/>
                <a:gd name="connsiteX1683" fmla="*/ 1508190 w 2488513"/>
                <a:gd name="connsiteY1683" fmla="*/ 386883 h 1224584"/>
                <a:gd name="connsiteX1684" fmla="*/ 1506551 w 2488513"/>
                <a:gd name="connsiteY1684" fmla="*/ 390162 h 1224584"/>
                <a:gd name="connsiteX1685" fmla="*/ 1503272 w 2488513"/>
                <a:gd name="connsiteY1685" fmla="*/ 391802 h 1224584"/>
                <a:gd name="connsiteX1686" fmla="*/ 1498354 w 2488513"/>
                <a:gd name="connsiteY1686" fmla="*/ 393441 h 1224584"/>
                <a:gd name="connsiteX1687" fmla="*/ 1495075 w 2488513"/>
                <a:gd name="connsiteY1687" fmla="*/ 393441 h 1224584"/>
                <a:gd name="connsiteX1688" fmla="*/ 1491797 w 2488513"/>
                <a:gd name="connsiteY1688" fmla="*/ 395080 h 1224584"/>
                <a:gd name="connsiteX1689" fmla="*/ 1486879 w 2488513"/>
                <a:gd name="connsiteY1689" fmla="*/ 398359 h 1224584"/>
                <a:gd name="connsiteX1690" fmla="*/ 1483600 w 2488513"/>
                <a:gd name="connsiteY1690" fmla="*/ 398359 h 1224584"/>
                <a:gd name="connsiteX1691" fmla="*/ 1480321 w 2488513"/>
                <a:gd name="connsiteY1691" fmla="*/ 399998 h 1224584"/>
                <a:gd name="connsiteX1692" fmla="*/ 1477042 w 2488513"/>
                <a:gd name="connsiteY1692" fmla="*/ 404916 h 1224584"/>
                <a:gd name="connsiteX1693" fmla="*/ 1477042 w 2488513"/>
                <a:gd name="connsiteY1693" fmla="*/ 408195 h 1224584"/>
                <a:gd name="connsiteX1694" fmla="*/ 1473764 w 2488513"/>
                <a:gd name="connsiteY1694" fmla="*/ 408195 h 1224584"/>
                <a:gd name="connsiteX1695" fmla="*/ 1470485 w 2488513"/>
                <a:gd name="connsiteY1695" fmla="*/ 406555 h 1224584"/>
                <a:gd name="connsiteX1696" fmla="*/ 1468846 w 2488513"/>
                <a:gd name="connsiteY1696" fmla="*/ 408195 h 1224584"/>
                <a:gd name="connsiteX1697" fmla="*/ 1470485 w 2488513"/>
                <a:gd name="connsiteY1697" fmla="*/ 411473 h 1224584"/>
                <a:gd name="connsiteX1698" fmla="*/ 1465567 w 2488513"/>
                <a:gd name="connsiteY1698" fmla="*/ 413113 h 1224584"/>
                <a:gd name="connsiteX1699" fmla="*/ 1465567 w 2488513"/>
                <a:gd name="connsiteY1699" fmla="*/ 416392 h 1224584"/>
                <a:gd name="connsiteX1700" fmla="*/ 1460649 w 2488513"/>
                <a:gd name="connsiteY1700" fmla="*/ 418031 h 1224584"/>
                <a:gd name="connsiteX1701" fmla="*/ 1457370 w 2488513"/>
                <a:gd name="connsiteY1701" fmla="*/ 421309 h 1224584"/>
                <a:gd name="connsiteX1702" fmla="*/ 1454092 w 2488513"/>
                <a:gd name="connsiteY1702" fmla="*/ 422949 h 1224584"/>
                <a:gd name="connsiteX1703" fmla="*/ 1449174 w 2488513"/>
                <a:gd name="connsiteY1703" fmla="*/ 424588 h 1224584"/>
                <a:gd name="connsiteX1704" fmla="*/ 1445895 w 2488513"/>
                <a:gd name="connsiteY1704" fmla="*/ 427867 h 1224584"/>
                <a:gd name="connsiteX1705" fmla="*/ 1445895 w 2488513"/>
                <a:gd name="connsiteY1705" fmla="*/ 427867 h 1224584"/>
                <a:gd name="connsiteX1706" fmla="*/ 1440977 w 2488513"/>
                <a:gd name="connsiteY1706" fmla="*/ 431145 h 1224584"/>
                <a:gd name="connsiteX1707" fmla="*/ 1437698 w 2488513"/>
                <a:gd name="connsiteY1707" fmla="*/ 434424 h 1224584"/>
                <a:gd name="connsiteX1708" fmla="*/ 1434420 w 2488513"/>
                <a:gd name="connsiteY1708" fmla="*/ 437703 h 1224584"/>
                <a:gd name="connsiteX1709" fmla="*/ 1431141 w 2488513"/>
                <a:gd name="connsiteY1709" fmla="*/ 439342 h 1224584"/>
                <a:gd name="connsiteX1710" fmla="*/ 1426223 w 2488513"/>
                <a:gd name="connsiteY1710" fmla="*/ 437703 h 1224584"/>
                <a:gd name="connsiteX1711" fmla="*/ 1427862 w 2488513"/>
                <a:gd name="connsiteY1711" fmla="*/ 440982 h 1224584"/>
                <a:gd name="connsiteX1712" fmla="*/ 1424584 w 2488513"/>
                <a:gd name="connsiteY1712" fmla="*/ 440982 h 1224584"/>
                <a:gd name="connsiteX1713" fmla="*/ 1426223 w 2488513"/>
                <a:gd name="connsiteY1713" fmla="*/ 444260 h 1224584"/>
                <a:gd name="connsiteX1714" fmla="*/ 1422944 w 2488513"/>
                <a:gd name="connsiteY1714" fmla="*/ 447539 h 1224584"/>
                <a:gd name="connsiteX1715" fmla="*/ 1418026 w 2488513"/>
                <a:gd name="connsiteY1715" fmla="*/ 450818 h 1224584"/>
                <a:gd name="connsiteX1716" fmla="*/ 1416387 w 2488513"/>
                <a:gd name="connsiteY1716" fmla="*/ 454096 h 1224584"/>
                <a:gd name="connsiteX1717" fmla="*/ 1411469 w 2488513"/>
                <a:gd name="connsiteY1717" fmla="*/ 457375 h 1224584"/>
                <a:gd name="connsiteX1718" fmla="*/ 1408190 w 2488513"/>
                <a:gd name="connsiteY1718" fmla="*/ 460654 h 1224584"/>
                <a:gd name="connsiteX1719" fmla="*/ 1408190 w 2488513"/>
                <a:gd name="connsiteY1719" fmla="*/ 460654 h 1224584"/>
                <a:gd name="connsiteX1720" fmla="*/ 1404912 w 2488513"/>
                <a:gd name="connsiteY1720" fmla="*/ 465572 h 1224584"/>
                <a:gd name="connsiteX1721" fmla="*/ 1403272 w 2488513"/>
                <a:gd name="connsiteY1721" fmla="*/ 468850 h 1224584"/>
                <a:gd name="connsiteX1722" fmla="*/ 1398354 w 2488513"/>
                <a:gd name="connsiteY1722" fmla="*/ 472129 h 1224584"/>
                <a:gd name="connsiteX1723" fmla="*/ 1396715 w 2488513"/>
                <a:gd name="connsiteY1723" fmla="*/ 475408 h 1224584"/>
                <a:gd name="connsiteX1724" fmla="*/ 1393436 w 2488513"/>
                <a:gd name="connsiteY1724" fmla="*/ 480326 h 1224584"/>
                <a:gd name="connsiteX1725" fmla="*/ 1391797 w 2488513"/>
                <a:gd name="connsiteY1725" fmla="*/ 483604 h 1224584"/>
                <a:gd name="connsiteX1726" fmla="*/ 1391797 w 2488513"/>
                <a:gd name="connsiteY1726" fmla="*/ 486883 h 1224584"/>
                <a:gd name="connsiteX1727" fmla="*/ 1386879 w 2488513"/>
                <a:gd name="connsiteY1727" fmla="*/ 490162 h 1224584"/>
                <a:gd name="connsiteX1728" fmla="*/ 1383600 w 2488513"/>
                <a:gd name="connsiteY1728" fmla="*/ 493440 h 1224584"/>
                <a:gd name="connsiteX1729" fmla="*/ 1380322 w 2488513"/>
                <a:gd name="connsiteY1729" fmla="*/ 496719 h 1224584"/>
                <a:gd name="connsiteX1730" fmla="*/ 1377043 w 2488513"/>
                <a:gd name="connsiteY1730" fmla="*/ 498358 h 1224584"/>
                <a:gd name="connsiteX1731" fmla="*/ 1373764 w 2488513"/>
                <a:gd name="connsiteY1731" fmla="*/ 498358 h 1224584"/>
                <a:gd name="connsiteX1732" fmla="*/ 1373764 w 2488513"/>
                <a:gd name="connsiteY1732" fmla="*/ 498358 h 1224584"/>
                <a:gd name="connsiteX1733" fmla="*/ 1378682 w 2488513"/>
                <a:gd name="connsiteY1733" fmla="*/ 499998 h 1224584"/>
                <a:gd name="connsiteX1734" fmla="*/ 1380322 w 2488513"/>
                <a:gd name="connsiteY1734" fmla="*/ 501637 h 1224584"/>
                <a:gd name="connsiteX1735" fmla="*/ 1378682 w 2488513"/>
                <a:gd name="connsiteY1735" fmla="*/ 504916 h 1224584"/>
                <a:gd name="connsiteX1736" fmla="*/ 1373764 w 2488513"/>
                <a:gd name="connsiteY1736" fmla="*/ 508194 h 1224584"/>
                <a:gd name="connsiteX1737" fmla="*/ 1378682 w 2488513"/>
                <a:gd name="connsiteY1737" fmla="*/ 504916 h 1224584"/>
                <a:gd name="connsiteX1738" fmla="*/ 1381961 w 2488513"/>
                <a:gd name="connsiteY1738" fmla="*/ 508194 h 1224584"/>
                <a:gd name="connsiteX1739" fmla="*/ 1383600 w 2488513"/>
                <a:gd name="connsiteY1739" fmla="*/ 511473 h 1224584"/>
                <a:gd name="connsiteX1740" fmla="*/ 1386879 w 2488513"/>
                <a:gd name="connsiteY1740" fmla="*/ 511473 h 1224584"/>
                <a:gd name="connsiteX1741" fmla="*/ 1385240 w 2488513"/>
                <a:gd name="connsiteY1741" fmla="*/ 514752 h 1224584"/>
                <a:gd name="connsiteX1742" fmla="*/ 1380322 w 2488513"/>
                <a:gd name="connsiteY1742" fmla="*/ 518030 h 1224584"/>
                <a:gd name="connsiteX1743" fmla="*/ 1378682 w 2488513"/>
                <a:gd name="connsiteY1743" fmla="*/ 521309 h 1224584"/>
                <a:gd name="connsiteX1744" fmla="*/ 1373764 w 2488513"/>
                <a:gd name="connsiteY1744" fmla="*/ 526227 h 1224584"/>
                <a:gd name="connsiteX1745" fmla="*/ 1372125 w 2488513"/>
                <a:gd name="connsiteY1745" fmla="*/ 529506 h 1224584"/>
                <a:gd name="connsiteX1746" fmla="*/ 1367207 w 2488513"/>
                <a:gd name="connsiteY1746" fmla="*/ 532784 h 1224584"/>
                <a:gd name="connsiteX1747" fmla="*/ 1370486 w 2488513"/>
                <a:gd name="connsiteY1747" fmla="*/ 531145 h 1224584"/>
                <a:gd name="connsiteX1748" fmla="*/ 1373764 w 2488513"/>
                <a:gd name="connsiteY1748" fmla="*/ 527867 h 1224584"/>
                <a:gd name="connsiteX1749" fmla="*/ 1378682 w 2488513"/>
                <a:gd name="connsiteY1749" fmla="*/ 524588 h 1224584"/>
                <a:gd name="connsiteX1750" fmla="*/ 1380322 w 2488513"/>
                <a:gd name="connsiteY1750" fmla="*/ 521309 h 1224584"/>
                <a:gd name="connsiteX1751" fmla="*/ 1383600 w 2488513"/>
                <a:gd name="connsiteY1751" fmla="*/ 516391 h 1224584"/>
                <a:gd name="connsiteX1752" fmla="*/ 1386879 w 2488513"/>
                <a:gd name="connsiteY1752" fmla="*/ 514752 h 1224584"/>
                <a:gd name="connsiteX1753" fmla="*/ 1391797 w 2488513"/>
                <a:gd name="connsiteY1753" fmla="*/ 509834 h 1224584"/>
                <a:gd name="connsiteX1754" fmla="*/ 1393436 w 2488513"/>
                <a:gd name="connsiteY1754" fmla="*/ 509834 h 1224584"/>
                <a:gd name="connsiteX1755" fmla="*/ 1396715 w 2488513"/>
                <a:gd name="connsiteY1755" fmla="*/ 509834 h 1224584"/>
                <a:gd name="connsiteX1756" fmla="*/ 1401633 w 2488513"/>
                <a:gd name="connsiteY1756" fmla="*/ 509834 h 1224584"/>
                <a:gd name="connsiteX1757" fmla="*/ 1404912 w 2488513"/>
                <a:gd name="connsiteY1757" fmla="*/ 509834 h 1224584"/>
                <a:gd name="connsiteX1758" fmla="*/ 1408190 w 2488513"/>
                <a:gd name="connsiteY1758" fmla="*/ 509834 h 1224584"/>
                <a:gd name="connsiteX1759" fmla="*/ 1413108 w 2488513"/>
                <a:gd name="connsiteY1759" fmla="*/ 513112 h 1224584"/>
                <a:gd name="connsiteX1760" fmla="*/ 1416387 w 2488513"/>
                <a:gd name="connsiteY1760" fmla="*/ 511473 h 1224584"/>
                <a:gd name="connsiteX1761" fmla="*/ 1419666 w 2488513"/>
                <a:gd name="connsiteY1761" fmla="*/ 513112 h 1224584"/>
                <a:gd name="connsiteX1762" fmla="*/ 1418026 w 2488513"/>
                <a:gd name="connsiteY1762" fmla="*/ 516391 h 1224584"/>
                <a:gd name="connsiteX1763" fmla="*/ 1414748 w 2488513"/>
                <a:gd name="connsiteY1763" fmla="*/ 521309 h 1224584"/>
                <a:gd name="connsiteX1764" fmla="*/ 1414748 w 2488513"/>
                <a:gd name="connsiteY1764" fmla="*/ 524588 h 1224584"/>
                <a:gd name="connsiteX1765" fmla="*/ 1414748 w 2488513"/>
                <a:gd name="connsiteY1765" fmla="*/ 527867 h 1224584"/>
                <a:gd name="connsiteX1766" fmla="*/ 1413108 w 2488513"/>
                <a:gd name="connsiteY1766" fmla="*/ 532784 h 1224584"/>
                <a:gd name="connsiteX1767" fmla="*/ 1413108 w 2488513"/>
                <a:gd name="connsiteY1767" fmla="*/ 536063 h 1224584"/>
                <a:gd name="connsiteX1768" fmla="*/ 1411469 w 2488513"/>
                <a:gd name="connsiteY1768" fmla="*/ 539342 h 1224584"/>
                <a:gd name="connsiteX1769" fmla="*/ 1409830 w 2488513"/>
                <a:gd name="connsiteY1769" fmla="*/ 544260 h 1224584"/>
                <a:gd name="connsiteX1770" fmla="*/ 1408190 w 2488513"/>
                <a:gd name="connsiteY1770" fmla="*/ 547539 h 1224584"/>
                <a:gd name="connsiteX1771" fmla="*/ 1406551 w 2488513"/>
                <a:gd name="connsiteY1771" fmla="*/ 550817 h 1224584"/>
                <a:gd name="connsiteX1772" fmla="*/ 1406551 w 2488513"/>
                <a:gd name="connsiteY1772" fmla="*/ 554096 h 1224584"/>
                <a:gd name="connsiteX1773" fmla="*/ 1406551 w 2488513"/>
                <a:gd name="connsiteY1773" fmla="*/ 559014 h 1224584"/>
                <a:gd name="connsiteX1774" fmla="*/ 1404912 w 2488513"/>
                <a:gd name="connsiteY1774" fmla="*/ 562292 h 1224584"/>
                <a:gd name="connsiteX1775" fmla="*/ 1404912 w 2488513"/>
                <a:gd name="connsiteY1775" fmla="*/ 565571 h 1224584"/>
                <a:gd name="connsiteX1776" fmla="*/ 1403272 w 2488513"/>
                <a:gd name="connsiteY1776" fmla="*/ 568850 h 1224584"/>
                <a:gd name="connsiteX1777" fmla="*/ 1398354 w 2488513"/>
                <a:gd name="connsiteY1777" fmla="*/ 573768 h 1224584"/>
                <a:gd name="connsiteX1778" fmla="*/ 1395076 w 2488513"/>
                <a:gd name="connsiteY1778" fmla="*/ 575407 h 1224584"/>
                <a:gd name="connsiteX1779" fmla="*/ 1391797 w 2488513"/>
                <a:gd name="connsiteY1779" fmla="*/ 578686 h 1224584"/>
                <a:gd name="connsiteX1780" fmla="*/ 1388518 w 2488513"/>
                <a:gd name="connsiteY1780" fmla="*/ 581964 h 1224584"/>
                <a:gd name="connsiteX1781" fmla="*/ 1383600 w 2488513"/>
                <a:gd name="connsiteY1781" fmla="*/ 583604 h 1224584"/>
                <a:gd name="connsiteX1782" fmla="*/ 1380322 w 2488513"/>
                <a:gd name="connsiteY1782" fmla="*/ 585243 h 1224584"/>
                <a:gd name="connsiteX1783" fmla="*/ 1377043 w 2488513"/>
                <a:gd name="connsiteY1783" fmla="*/ 586882 h 1224584"/>
                <a:gd name="connsiteX1784" fmla="*/ 1378682 w 2488513"/>
                <a:gd name="connsiteY1784" fmla="*/ 586882 h 1224584"/>
                <a:gd name="connsiteX1785" fmla="*/ 1381961 w 2488513"/>
                <a:gd name="connsiteY1785" fmla="*/ 585243 h 1224584"/>
                <a:gd name="connsiteX1786" fmla="*/ 1386879 w 2488513"/>
                <a:gd name="connsiteY1786" fmla="*/ 583604 h 1224584"/>
                <a:gd name="connsiteX1787" fmla="*/ 1390158 w 2488513"/>
                <a:gd name="connsiteY1787" fmla="*/ 581964 h 1224584"/>
                <a:gd name="connsiteX1788" fmla="*/ 1393436 w 2488513"/>
                <a:gd name="connsiteY1788" fmla="*/ 580325 h 1224584"/>
                <a:gd name="connsiteX1789" fmla="*/ 1398354 w 2488513"/>
                <a:gd name="connsiteY1789" fmla="*/ 580325 h 1224584"/>
                <a:gd name="connsiteX1790" fmla="*/ 1401633 w 2488513"/>
                <a:gd name="connsiteY1790" fmla="*/ 580325 h 1224584"/>
                <a:gd name="connsiteX1791" fmla="*/ 1398354 w 2488513"/>
                <a:gd name="connsiteY1791" fmla="*/ 581964 h 1224584"/>
                <a:gd name="connsiteX1792" fmla="*/ 1393436 w 2488513"/>
                <a:gd name="connsiteY1792" fmla="*/ 583604 h 1224584"/>
                <a:gd name="connsiteX1793" fmla="*/ 1390158 w 2488513"/>
                <a:gd name="connsiteY1793" fmla="*/ 585243 h 1224584"/>
                <a:gd name="connsiteX1794" fmla="*/ 1391797 w 2488513"/>
                <a:gd name="connsiteY1794" fmla="*/ 585243 h 1224584"/>
                <a:gd name="connsiteX1795" fmla="*/ 1395076 w 2488513"/>
                <a:gd name="connsiteY1795" fmla="*/ 583604 h 1224584"/>
                <a:gd name="connsiteX1796" fmla="*/ 1398354 w 2488513"/>
                <a:gd name="connsiteY1796" fmla="*/ 583604 h 1224584"/>
                <a:gd name="connsiteX1797" fmla="*/ 1403272 w 2488513"/>
                <a:gd name="connsiteY1797" fmla="*/ 581964 h 1224584"/>
                <a:gd name="connsiteX1798" fmla="*/ 1406551 w 2488513"/>
                <a:gd name="connsiteY1798" fmla="*/ 580325 h 1224584"/>
                <a:gd name="connsiteX1799" fmla="*/ 1409830 w 2488513"/>
                <a:gd name="connsiteY1799" fmla="*/ 580325 h 1224584"/>
                <a:gd name="connsiteX1800" fmla="*/ 1414748 w 2488513"/>
                <a:gd name="connsiteY1800" fmla="*/ 578686 h 1224584"/>
                <a:gd name="connsiteX1801" fmla="*/ 1418026 w 2488513"/>
                <a:gd name="connsiteY1801" fmla="*/ 578686 h 1224584"/>
                <a:gd name="connsiteX1802" fmla="*/ 1421305 w 2488513"/>
                <a:gd name="connsiteY1802" fmla="*/ 577047 h 1224584"/>
                <a:gd name="connsiteX1803" fmla="*/ 1426223 w 2488513"/>
                <a:gd name="connsiteY1803" fmla="*/ 577047 h 1224584"/>
                <a:gd name="connsiteX1804" fmla="*/ 1429502 w 2488513"/>
                <a:gd name="connsiteY1804" fmla="*/ 575407 h 1224584"/>
                <a:gd name="connsiteX1805" fmla="*/ 1432780 w 2488513"/>
                <a:gd name="connsiteY1805" fmla="*/ 575407 h 1224584"/>
                <a:gd name="connsiteX1806" fmla="*/ 1436059 w 2488513"/>
                <a:gd name="connsiteY1806" fmla="*/ 573768 h 1224584"/>
                <a:gd name="connsiteX1807" fmla="*/ 1440977 w 2488513"/>
                <a:gd name="connsiteY1807" fmla="*/ 572129 h 1224584"/>
                <a:gd name="connsiteX1808" fmla="*/ 1444256 w 2488513"/>
                <a:gd name="connsiteY1808" fmla="*/ 572129 h 1224584"/>
                <a:gd name="connsiteX1809" fmla="*/ 1447534 w 2488513"/>
                <a:gd name="connsiteY1809" fmla="*/ 572129 h 1224584"/>
                <a:gd name="connsiteX1810" fmla="*/ 1452452 w 2488513"/>
                <a:gd name="connsiteY1810" fmla="*/ 572129 h 1224584"/>
                <a:gd name="connsiteX1811" fmla="*/ 1455731 w 2488513"/>
                <a:gd name="connsiteY1811" fmla="*/ 573768 h 1224584"/>
                <a:gd name="connsiteX1812" fmla="*/ 1459010 w 2488513"/>
                <a:gd name="connsiteY1812" fmla="*/ 573768 h 1224584"/>
                <a:gd name="connsiteX1813" fmla="*/ 1462289 w 2488513"/>
                <a:gd name="connsiteY1813" fmla="*/ 577047 h 1224584"/>
                <a:gd name="connsiteX1814" fmla="*/ 1467207 w 2488513"/>
                <a:gd name="connsiteY1814" fmla="*/ 578686 h 1224584"/>
                <a:gd name="connsiteX1815" fmla="*/ 1470485 w 2488513"/>
                <a:gd name="connsiteY1815" fmla="*/ 581964 h 1224584"/>
                <a:gd name="connsiteX1816" fmla="*/ 1473764 w 2488513"/>
                <a:gd name="connsiteY1816" fmla="*/ 583604 h 1224584"/>
                <a:gd name="connsiteX1817" fmla="*/ 1478682 w 2488513"/>
                <a:gd name="connsiteY1817" fmla="*/ 585243 h 1224584"/>
                <a:gd name="connsiteX1818" fmla="*/ 1481960 w 2488513"/>
                <a:gd name="connsiteY1818" fmla="*/ 585243 h 1224584"/>
                <a:gd name="connsiteX1819" fmla="*/ 1485239 w 2488513"/>
                <a:gd name="connsiteY1819" fmla="*/ 586882 h 1224584"/>
                <a:gd name="connsiteX1820" fmla="*/ 1488518 w 2488513"/>
                <a:gd name="connsiteY1820" fmla="*/ 586882 h 1224584"/>
                <a:gd name="connsiteX1821" fmla="*/ 1493436 w 2488513"/>
                <a:gd name="connsiteY1821" fmla="*/ 588522 h 1224584"/>
                <a:gd name="connsiteX1822" fmla="*/ 1496714 w 2488513"/>
                <a:gd name="connsiteY1822" fmla="*/ 588522 h 1224584"/>
                <a:gd name="connsiteX1823" fmla="*/ 1498354 w 2488513"/>
                <a:gd name="connsiteY1823" fmla="*/ 590161 h 1224584"/>
                <a:gd name="connsiteX1824" fmla="*/ 1501632 w 2488513"/>
                <a:gd name="connsiteY1824" fmla="*/ 588522 h 1224584"/>
                <a:gd name="connsiteX1825" fmla="*/ 1503272 w 2488513"/>
                <a:gd name="connsiteY1825" fmla="*/ 591801 h 1224584"/>
                <a:gd name="connsiteX1826" fmla="*/ 1504911 w 2488513"/>
                <a:gd name="connsiteY1826" fmla="*/ 596719 h 1224584"/>
                <a:gd name="connsiteX1827" fmla="*/ 1509829 w 2488513"/>
                <a:gd name="connsiteY1827" fmla="*/ 599997 h 1224584"/>
                <a:gd name="connsiteX1828" fmla="*/ 1513108 w 2488513"/>
                <a:gd name="connsiteY1828" fmla="*/ 603276 h 1224584"/>
                <a:gd name="connsiteX1829" fmla="*/ 1516387 w 2488513"/>
                <a:gd name="connsiteY1829" fmla="*/ 604915 h 1224584"/>
                <a:gd name="connsiteX1830" fmla="*/ 1518026 w 2488513"/>
                <a:gd name="connsiteY1830" fmla="*/ 608194 h 1224584"/>
                <a:gd name="connsiteX1831" fmla="*/ 1519665 w 2488513"/>
                <a:gd name="connsiteY1831" fmla="*/ 611473 h 1224584"/>
                <a:gd name="connsiteX1832" fmla="*/ 1521304 w 2488513"/>
                <a:gd name="connsiteY1832" fmla="*/ 616391 h 1224584"/>
                <a:gd name="connsiteX1833" fmla="*/ 1521304 w 2488513"/>
                <a:gd name="connsiteY1833" fmla="*/ 619669 h 1224584"/>
                <a:gd name="connsiteX1834" fmla="*/ 1519665 w 2488513"/>
                <a:gd name="connsiteY1834" fmla="*/ 622948 h 1224584"/>
                <a:gd name="connsiteX1835" fmla="*/ 1519665 w 2488513"/>
                <a:gd name="connsiteY1835" fmla="*/ 624587 h 1224584"/>
                <a:gd name="connsiteX1836" fmla="*/ 1519665 w 2488513"/>
                <a:gd name="connsiteY1836" fmla="*/ 622948 h 1224584"/>
                <a:gd name="connsiteX1837" fmla="*/ 1522944 w 2488513"/>
                <a:gd name="connsiteY1837" fmla="*/ 622948 h 1224584"/>
                <a:gd name="connsiteX1838" fmla="*/ 1522944 w 2488513"/>
                <a:gd name="connsiteY1838" fmla="*/ 622948 h 1224584"/>
                <a:gd name="connsiteX1839" fmla="*/ 1526223 w 2488513"/>
                <a:gd name="connsiteY1839" fmla="*/ 624587 h 1224584"/>
                <a:gd name="connsiteX1840" fmla="*/ 1531141 w 2488513"/>
                <a:gd name="connsiteY1840" fmla="*/ 626227 h 1224584"/>
                <a:gd name="connsiteX1841" fmla="*/ 1534419 w 2488513"/>
                <a:gd name="connsiteY1841" fmla="*/ 627866 h 1224584"/>
                <a:gd name="connsiteX1842" fmla="*/ 1539337 w 2488513"/>
                <a:gd name="connsiteY1842" fmla="*/ 627866 h 1224584"/>
                <a:gd name="connsiteX1843" fmla="*/ 1542616 w 2488513"/>
                <a:gd name="connsiteY1843" fmla="*/ 629505 h 1224584"/>
                <a:gd name="connsiteX1844" fmla="*/ 1545895 w 2488513"/>
                <a:gd name="connsiteY1844" fmla="*/ 631145 h 1224584"/>
                <a:gd name="connsiteX1845" fmla="*/ 1549173 w 2488513"/>
                <a:gd name="connsiteY1845" fmla="*/ 632784 h 1224584"/>
                <a:gd name="connsiteX1846" fmla="*/ 1554091 w 2488513"/>
                <a:gd name="connsiteY1846" fmla="*/ 634423 h 1224584"/>
                <a:gd name="connsiteX1847" fmla="*/ 1557370 w 2488513"/>
                <a:gd name="connsiteY1847" fmla="*/ 636063 h 1224584"/>
                <a:gd name="connsiteX1848" fmla="*/ 1560649 w 2488513"/>
                <a:gd name="connsiteY1848" fmla="*/ 636063 h 1224584"/>
                <a:gd name="connsiteX1849" fmla="*/ 1565567 w 2488513"/>
                <a:gd name="connsiteY1849" fmla="*/ 636063 h 1224584"/>
                <a:gd name="connsiteX1850" fmla="*/ 1568845 w 2488513"/>
                <a:gd name="connsiteY1850" fmla="*/ 639341 h 1224584"/>
                <a:gd name="connsiteX1851" fmla="*/ 1572124 w 2488513"/>
                <a:gd name="connsiteY1851" fmla="*/ 642620 h 1224584"/>
                <a:gd name="connsiteX1852" fmla="*/ 1572124 w 2488513"/>
                <a:gd name="connsiteY1852" fmla="*/ 645899 h 1224584"/>
                <a:gd name="connsiteX1853" fmla="*/ 1577042 w 2488513"/>
                <a:gd name="connsiteY1853" fmla="*/ 649177 h 1224584"/>
                <a:gd name="connsiteX1854" fmla="*/ 1580321 w 2488513"/>
                <a:gd name="connsiteY1854" fmla="*/ 650817 h 1224584"/>
                <a:gd name="connsiteX1855" fmla="*/ 1577042 w 2488513"/>
                <a:gd name="connsiteY1855" fmla="*/ 654095 h 1224584"/>
                <a:gd name="connsiteX1856" fmla="*/ 1573763 w 2488513"/>
                <a:gd name="connsiteY1856" fmla="*/ 657374 h 1224584"/>
                <a:gd name="connsiteX1857" fmla="*/ 1570485 w 2488513"/>
                <a:gd name="connsiteY1857" fmla="*/ 659013 h 1224584"/>
                <a:gd name="connsiteX1858" fmla="*/ 1565567 w 2488513"/>
                <a:gd name="connsiteY1858" fmla="*/ 662292 h 1224584"/>
                <a:gd name="connsiteX1859" fmla="*/ 1562288 w 2488513"/>
                <a:gd name="connsiteY1859" fmla="*/ 665571 h 1224584"/>
                <a:gd name="connsiteX1860" fmla="*/ 1562288 w 2488513"/>
                <a:gd name="connsiteY1860" fmla="*/ 665571 h 1224584"/>
                <a:gd name="connsiteX1861" fmla="*/ 1563927 w 2488513"/>
                <a:gd name="connsiteY1861" fmla="*/ 665571 h 1224584"/>
                <a:gd name="connsiteX1862" fmla="*/ 1567206 w 2488513"/>
                <a:gd name="connsiteY1862" fmla="*/ 662292 h 1224584"/>
                <a:gd name="connsiteX1863" fmla="*/ 1572124 w 2488513"/>
                <a:gd name="connsiteY1863" fmla="*/ 659013 h 1224584"/>
                <a:gd name="connsiteX1864" fmla="*/ 1575403 w 2488513"/>
                <a:gd name="connsiteY1864" fmla="*/ 657374 h 1224584"/>
                <a:gd name="connsiteX1865" fmla="*/ 1578681 w 2488513"/>
                <a:gd name="connsiteY1865" fmla="*/ 654095 h 1224584"/>
                <a:gd name="connsiteX1866" fmla="*/ 1581960 w 2488513"/>
                <a:gd name="connsiteY1866" fmla="*/ 654095 h 1224584"/>
                <a:gd name="connsiteX1867" fmla="*/ 1586878 w 2488513"/>
                <a:gd name="connsiteY1867" fmla="*/ 654095 h 1224584"/>
                <a:gd name="connsiteX1868" fmla="*/ 1590157 w 2488513"/>
                <a:gd name="connsiteY1868" fmla="*/ 654095 h 1224584"/>
                <a:gd name="connsiteX1869" fmla="*/ 1593435 w 2488513"/>
                <a:gd name="connsiteY1869" fmla="*/ 655735 h 1224584"/>
                <a:gd name="connsiteX1870" fmla="*/ 1598354 w 2488513"/>
                <a:gd name="connsiteY1870" fmla="*/ 655735 h 1224584"/>
                <a:gd name="connsiteX1871" fmla="*/ 1601632 w 2488513"/>
                <a:gd name="connsiteY1871" fmla="*/ 654095 h 1224584"/>
                <a:gd name="connsiteX1872" fmla="*/ 1604911 w 2488513"/>
                <a:gd name="connsiteY1872" fmla="*/ 654095 h 1224584"/>
                <a:gd name="connsiteX1873" fmla="*/ 1609829 w 2488513"/>
                <a:gd name="connsiteY1873" fmla="*/ 654095 h 1224584"/>
                <a:gd name="connsiteX1874" fmla="*/ 1613107 w 2488513"/>
                <a:gd name="connsiteY1874" fmla="*/ 654095 h 1224584"/>
                <a:gd name="connsiteX1875" fmla="*/ 1616386 w 2488513"/>
                <a:gd name="connsiteY1875" fmla="*/ 652456 h 1224584"/>
                <a:gd name="connsiteX1876" fmla="*/ 1619665 w 2488513"/>
                <a:gd name="connsiteY1876" fmla="*/ 652456 h 1224584"/>
                <a:gd name="connsiteX1877" fmla="*/ 1624583 w 2488513"/>
                <a:gd name="connsiteY1877" fmla="*/ 655735 h 1224584"/>
                <a:gd name="connsiteX1878" fmla="*/ 1627861 w 2488513"/>
                <a:gd name="connsiteY1878" fmla="*/ 657374 h 1224584"/>
                <a:gd name="connsiteX1879" fmla="*/ 1626222 w 2488513"/>
                <a:gd name="connsiteY1879" fmla="*/ 654095 h 1224584"/>
                <a:gd name="connsiteX1880" fmla="*/ 1629501 w 2488513"/>
                <a:gd name="connsiteY1880" fmla="*/ 655735 h 1224584"/>
                <a:gd name="connsiteX1881" fmla="*/ 1634419 w 2488513"/>
                <a:gd name="connsiteY1881" fmla="*/ 655735 h 1224584"/>
                <a:gd name="connsiteX1882" fmla="*/ 1637697 w 2488513"/>
                <a:gd name="connsiteY1882" fmla="*/ 657374 h 1224584"/>
                <a:gd name="connsiteX1883" fmla="*/ 1640976 w 2488513"/>
                <a:gd name="connsiteY1883" fmla="*/ 657374 h 1224584"/>
                <a:gd name="connsiteX1884" fmla="*/ 1645894 w 2488513"/>
                <a:gd name="connsiteY1884" fmla="*/ 655735 h 1224584"/>
                <a:gd name="connsiteX1885" fmla="*/ 1649173 w 2488513"/>
                <a:gd name="connsiteY1885" fmla="*/ 657374 h 1224584"/>
                <a:gd name="connsiteX1886" fmla="*/ 1645894 w 2488513"/>
                <a:gd name="connsiteY1886" fmla="*/ 660653 h 1224584"/>
                <a:gd name="connsiteX1887" fmla="*/ 1649173 w 2488513"/>
                <a:gd name="connsiteY1887" fmla="*/ 659013 h 1224584"/>
                <a:gd name="connsiteX1888" fmla="*/ 1652451 w 2488513"/>
                <a:gd name="connsiteY1888" fmla="*/ 659013 h 1224584"/>
                <a:gd name="connsiteX1889" fmla="*/ 1655730 w 2488513"/>
                <a:gd name="connsiteY1889" fmla="*/ 659013 h 1224584"/>
                <a:gd name="connsiteX1890" fmla="*/ 1660648 w 2488513"/>
                <a:gd name="connsiteY1890" fmla="*/ 659013 h 1224584"/>
                <a:gd name="connsiteX1891" fmla="*/ 1663927 w 2488513"/>
                <a:gd name="connsiteY1891" fmla="*/ 662292 h 1224584"/>
                <a:gd name="connsiteX1892" fmla="*/ 1667206 w 2488513"/>
                <a:gd name="connsiteY1892" fmla="*/ 662292 h 1224584"/>
                <a:gd name="connsiteX1893" fmla="*/ 1665566 w 2488513"/>
                <a:gd name="connsiteY1893" fmla="*/ 665571 h 1224584"/>
                <a:gd name="connsiteX1894" fmla="*/ 1663927 w 2488513"/>
                <a:gd name="connsiteY1894" fmla="*/ 667210 h 1224584"/>
                <a:gd name="connsiteX1895" fmla="*/ 1663927 w 2488513"/>
                <a:gd name="connsiteY1895" fmla="*/ 670489 h 1224584"/>
                <a:gd name="connsiteX1896" fmla="*/ 1660648 w 2488513"/>
                <a:gd name="connsiteY1896" fmla="*/ 675407 h 1224584"/>
                <a:gd name="connsiteX1897" fmla="*/ 1657369 w 2488513"/>
                <a:gd name="connsiteY1897" fmla="*/ 678685 h 1224584"/>
                <a:gd name="connsiteX1898" fmla="*/ 1654091 w 2488513"/>
                <a:gd name="connsiteY1898" fmla="*/ 681964 h 1224584"/>
                <a:gd name="connsiteX1899" fmla="*/ 1649173 w 2488513"/>
                <a:gd name="connsiteY1899" fmla="*/ 685243 h 1224584"/>
                <a:gd name="connsiteX1900" fmla="*/ 1645894 w 2488513"/>
                <a:gd name="connsiteY1900" fmla="*/ 690161 h 1224584"/>
                <a:gd name="connsiteX1901" fmla="*/ 1642616 w 2488513"/>
                <a:gd name="connsiteY1901" fmla="*/ 693439 h 1224584"/>
                <a:gd name="connsiteX1902" fmla="*/ 1640976 w 2488513"/>
                <a:gd name="connsiteY1902" fmla="*/ 696718 h 1224584"/>
                <a:gd name="connsiteX1903" fmla="*/ 1640976 w 2488513"/>
                <a:gd name="connsiteY1903" fmla="*/ 701636 h 1224584"/>
                <a:gd name="connsiteX1904" fmla="*/ 1642616 w 2488513"/>
                <a:gd name="connsiteY1904" fmla="*/ 704915 h 1224584"/>
                <a:gd name="connsiteX1905" fmla="*/ 1640976 w 2488513"/>
                <a:gd name="connsiteY1905" fmla="*/ 708194 h 1224584"/>
                <a:gd name="connsiteX1906" fmla="*/ 1640976 w 2488513"/>
                <a:gd name="connsiteY1906" fmla="*/ 713111 h 1224584"/>
                <a:gd name="connsiteX1907" fmla="*/ 1639337 w 2488513"/>
                <a:gd name="connsiteY1907" fmla="*/ 716390 h 1224584"/>
                <a:gd name="connsiteX1908" fmla="*/ 1636058 w 2488513"/>
                <a:gd name="connsiteY1908" fmla="*/ 719669 h 1224584"/>
                <a:gd name="connsiteX1909" fmla="*/ 1632779 w 2488513"/>
                <a:gd name="connsiteY1909" fmla="*/ 724587 h 1224584"/>
                <a:gd name="connsiteX1910" fmla="*/ 1629501 w 2488513"/>
                <a:gd name="connsiteY1910" fmla="*/ 727866 h 1224584"/>
                <a:gd name="connsiteX1911" fmla="*/ 1629501 w 2488513"/>
                <a:gd name="connsiteY1911" fmla="*/ 731144 h 1224584"/>
                <a:gd name="connsiteX1912" fmla="*/ 1629501 w 2488513"/>
                <a:gd name="connsiteY1912" fmla="*/ 734423 h 1224584"/>
                <a:gd name="connsiteX1913" fmla="*/ 1626222 w 2488513"/>
                <a:gd name="connsiteY1913" fmla="*/ 739341 h 1224584"/>
                <a:gd name="connsiteX1914" fmla="*/ 1621304 w 2488513"/>
                <a:gd name="connsiteY1914" fmla="*/ 740980 h 1224584"/>
                <a:gd name="connsiteX1915" fmla="*/ 1619665 w 2488513"/>
                <a:gd name="connsiteY1915" fmla="*/ 742619 h 1224584"/>
                <a:gd name="connsiteX1916" fmla="*/ 1616386 w 2488513"/>
                <a:gd name="connsiteY1916" fmla="*/ 745898 h 1224584"/>
                <a:gd name="connsiteX1917" fmla="*/ 1614747 w 2488513"/>
                <a:gd name="connsiteY1917" fmla="*/ 750816 h 1224584"/>
                <a:gd name="connsiteX1918" fmla="*/ 1613107 w 2488513"/>
                <a:gd name="connsiteY1918" fmla="*/ 750816 h 1224584"/>
                <a:gd name="connsiteX1919" fmla="*/ 1614747 w 2488513"/>
                <a:gd name="connsiteY1919" fmla="*/ 752456 h 1224584"/>
                <a:gd name="connsiteX1920" fmla="*/ 1614747 w 2488513"/>
                <a:gd name="connsiteY1920" fmla="*/ 752456 h 1224584"/>
                <a:gd name="connsiteX1921" fmla="*/ 1619665 w 2488513"/>
                <a:gd name="connsiteY1921" fmla="*/ 755734 h 1224584"/>
                <a:gd name="connsiteX1922" fmla="*/ 1619665 w 2488513"/>
                <a:gd name="connsiteY1922" fmla="*/ 759013 h 1224584"/>
                <a:gd name="connsiteX1923" fmla="*/ 1619665 w 2488513"/>
                <a:gd name="connsiteY1923" fmla="*/ 762291 h 1224584"/>
                <a:gd name="connsiteX1924" fmla="*/ 1622944 w 2488513"/>
                <a:gd name="connsiteY1924" fmla="*/ 767210 h 1224584"/>
                <a:gd name="connsiteX1925" fmla="*/ 1624583 w 2488513"/>
                <a:gd name="connsiteY1925" fmla="*/ 770488 h 1224584"/>
                <a:gd name="connsiteX1926" fmla="*/ 1624583 w 2488513"/>
                <a:gd name="connsiteY1926" fmla="*/ 773767 h 1224584"/>
                <a:gd name="connsiteX1927" fmla="*/ 1624583 w 2488513"/>
                <a:gd name="connsiteY1927" fmla="*/ 778685 h 1224584"/>
                <a:gd name="connsiteX1928" fmla="*/ 1621304 w 2488513"/>
                <a:gd name="connsiteY1928" fmla="*/ 778685 h 1224584"/>
                <a:gd name="connsiteX1929" fmla="*/ 1616386 w 2488513"/>
                <a:gd name="connsiteY1929" fmla="*/ 780324 h 1224584"/>
                <a:gd name="connsiteX1930" fmla="*/ 1613107 w 2488513"/>
                <a:gd name="connsiteY1930" fmla="*/ 780324 h 1224584"/>
                <a:gd name="connsiteX1931" fmla="*/ 1611468 w 2488513"/>
                <a:gd name="connsiteY1931" fmla="*/ 781964 h 1224584"/>
                <a:gd name="connsiteX1932" fmla="*/ 1609829 w 2488513"/>
                <a:gd name="connsiteY1932" fmla="*/ 783603 h 1224584"/>
                <a:gd name="connsiteX1933" fmla="*/ 1613107 w 2488513"/>
                <a:gd name="connsiteY1933" fmla="*/ 781964 h 1224584"/>
                <a:gd name="connsiteX1934" fmla="*/ 1616386 w 2488513"/>
                <a:gd name="connsiteY1934" fmla="*/ 781964 h 1224584"/>
                <a:gd name="connsiteX1935" fmla="*/ 1621304 w 2488513"/>
                <a:gd name="connsiteY1935" fmla="*/ 781964 h 1224584"/>
                <a:gd name="connsiteX1936" fmla="*/ 1624583 w 2488513"/>
                <a:gd name="connsiteY1936" fmla="*/ 785242 h 1224584"/>
                <a:gd name="connsiteX1937" fmla="*/ 1627861 w 2488513"/>
                <a:gd name="connsiteY1937" fmla="*/ 788521 h 1224584"/>
                <a:gd name="connsiteX1938" fmla="*/ 1631140 w 2488513"/>
                <a:gd name="connsiteY1938" fmla="*/ 790160 h 1224584"/>
                <a:gd name="connsiteX1939" fmla="*/ 1634419 w 2488513"/>
                <a:gd name="connsiteY1939" fmla="*/ 793439 h 1224584"/>
                <a:gd name="connsiteX1940" fmla="*/ 1637697 w 2488513"/>
                <a:gd name="connsiteY1940" fmla="*/ 796718 h 1224584"/>
                <a:gd name="connsiteX1941" fmla="*/ 1639337 w 2488513"/>
                <a:gd name="connsiteY1941" fmla="*/ 801636 h 1224584"/>
                <a:gd name="connsiteX1942" fmla="*/ 1640976 w 2488513"/>
                <a:gd name="connsiteY1942" fmla="*/ 804914 h 1224584"/>
                <a:gd name="connsiteX1943" fmla="*/ 1640976 w 2488513"/>
                <a:gd name="connsiteY1943" fmla="*/ 808193 h 1224584"/>
                <a:gd name="connsiteX1944" fmla="*/ 1639337 w 2488513"/>
                <a:gd name="connsiteY1944" fmla="*/ 813111 h 1224584"/>
                <a:gd name="connsiteX1945" fmla="*/ 1639337 w 2488513"/>
                <a:gd name="connsiteY1945" fmla="*/ 816390 h 1224584"/>
                <a:gd name="connsiteX1946" fmla="*/ 1636058 w 2488513"/>
                <a:gd name="connsiteY1946" fmla="*/ 819668 h 1224584"/>
                <a:gd name="connsiteX1947" fmla="*/ 1632779 w 2488513"/>
                <a:gd name="connsiteY1947" fmla="*/ 821308 h 1224584"/>
                <a:gd name="connsiteX1948" fmla="*/ 1629501 w 2488513"/>
                <a:gd name="connsiteY1948" fmla="*/ 822947 h 1224584"/>
                <a:gd name="connsiteX1949" fmla="*/ 1626222 w 2488513"/>
                <a:gd name="connsiteY1949" fmla="*/ 824586 h 1224584"/>
                <a:gd name="connsiteX1950" fmla="*/ 1622944 w 2488513"/>
                <a:gd name="connsiteY1950" fmla="*/ 826226 h 1224584"/>
                <a:gd name="connsiteX1951" fmla="*/ 1621304 w 2488513"/>
                <a:gd name="connsiteY1951" fmla="*/ 827865 h 1224584"/>
                <a:gd name="connsiteX1952" fmla="*/ 1616386 w 2488513"/>
                <a:gd name="connsiteY1952" fmla="*/ 829504 h 1224584"/>
                <a:gd name="connsiteX1953" fmla="*/ 1613107 w 2488513"/>
                <a:gd name="connsiteY1953" fmla="*/ 831144 h 1224584"/>
                <a:gd name="connsiteX1954" fmla="*/ 1611468 w 2488513"/>
                <a:gd name="connsiteY1954" fmla="*/ 832783 h 1224584"/>
                <a:gd name="connsiteX1955" fmla="*/ 1616386 w 2488513"/>
                <a:gd name="connsiteY1955" fmla="*/ 832783 h 1224584"/>
                <a:gd name="connsiteX1956" fmla="*/ 1619665 w 2488513"/>
                <a:gd name="connsiteY1956" fmla="*/ 829504 h 1224584"/>
                <a:gd name="connsiteX1957" fmla="*/ 1622944 w 2488513"/>
                <a:gd name="connsiteY1957" fmla="*/ 827865 h 1224584"/>
                <a:gd name="connsiteX1958" fmla="*/ 1626222 w 2488513"/>
                <a:gd name="connsiteY1958" fmla="*/ 826226 h 1224584"/>
                <a:gd name="connsiteX1959" fmla="*/ 1631140 w 2488513"/>
                <a:gd name="connsiteY1959" fmla="*/ 824586 h 1224584"/>
                <a:gd name="connsiteX1960" fmla="*/ 1634419 w 2488513"/>
                <a:gd name="connsiteY1960" fmla="*/ 821308 h 1224584"/>
                <a:gd name="connsiteX1961" fmla="*/ 1637697 w 2488513"/>
                <a:gd name="connsiteY1961" fmla="*/ 819668 h 1224584"/>
                <a:gd name="connsiteX1962" fmla="*/ 1642616 w 2488513"/>
                <a:gd name="connsiteY1962" fmla="*/ 819668 h 1224584"/>
                <a:gd name="connsiteX1963" fmla="*/ 1645894 w 2488513"/>
                <a:gd name="connsiteY1963" fmla="*/ 821308 h 1224584"/>
                <a:gd name="connsiteX1964" fmla="*/ 1649173 w 2488513"/>
                <a:gd name="connsiteY1964" fmla="*/ 822947 h 1224584"/>
                <a:gd name="connsiteX1965" fmla="*/ 1650812 w 2488513"/>
                <a:gd name="connsiteY1965" fmla="*/ 822947 h 1224584"/>
                <a:gd name="connsiteX1966" fmla="*/ 1654091 w 2488513"/>
                <a:gd name="connsiteY1966" fmla="*/ 826226 h 1224584"/>
                <a:gd name="connsiteX1967" fmla="*/ 1655730 w 2488513"/>
                <a:gd name="connsiteY1967" fmla="*/ 831144 h 1224584"/>
                <a:gd name="connsiteX1968" fmla="*/ 1657369 w 2488513"/>
                <a:gd name="connsiteY1968" fmla="*/ 832783 h 1224584"/>
                <a:gd name="connsiteX1969" fmla="*/ 1659009 w 2488513"/>
                <a:gd name="connsiteY1969" fmla="*/ 836062 h 1224584"/>
                <a:gd name="connsiteX1970" fmla="*/ 1659009 w 2488513"/>
                <a:gd name="connsiteY1970" fmla="*/ 837701 h 1224584"/>
                <a:gd name="connsiteX1971" fmla="*/ 1660648 w 2488513"/>
                <a:gd name="connsiteY1971" fmla="*/ 840980 h 1224584"/>
                <a:gd name="connsiteX1972" fmla="*/ 1662288 w 2488513"/>
                <a:gd name="connsiteY1972" fmla="*/ 844258 h 1224584"/>
                <a:gd name="connsiteX1973" fmla="*/ 1662288 w 2488513"/>
                <a:gd name="connsiteY1973" fmla="*/ 845898 h 1224584"/>
                <a:gd name="connsiteX1974" fmla="*/ 1662288 w 2488513"/>
                <a:gd name="connsiteY1974" fmla="*/ 842619 h 1224584"/>
                <a:gd name="connsiteX1975" fmla="*/ 1660648 w 2488513"/>
                <a:gd name="connsiteY1975" fmla="*/ 837701 h 1224584"/>
                <a:gd name="connsiteX1976" fmla="*/ 1660648 w 2488513"/>
                <a:gd name="connsiteY1976" fmla="*/ 834422 h 1224584"/>
                <a:gd name="connsiteX1977" fmla="*/ 1657369 w 2488513"/>
                <a:gd name="connsiteY1977" fmla="*/ 831144 h 1224584"/>
                <a:gd name="connsiteX1978" fmla="*/ 1657369 w 2488513"/>
                <a:gd name="connsiteY1978" fmla="*/ 827865 h 1224584"/>
                <a:gd name="connsiteX1979" fmla="*/ 1660648 w 2488513"/>
                <a:gd name="connsiteY1979" fmla="*/ 822947 h 1224584"/>
                <a:gd name="connsiteX1980" fmla="*/ 1662288 w 2488513"/>
                <a:gd name="connsiteY1980" fmla="*/ 819668 h 1224584"/>
                <a:gd name="connsiteX1981" fmla="*/ 1667206 w 2488513"/>
                <a:gd name="connsiteY1981" fmla="*/ 816390 h 1224584"/>
                <a:gd name="connsiteX1982" fmla="*/ 1670484 w 2488513"/>
                <a:gd name="connsiteY1982" fmla="*/ 814750 h 1224584"/>
                <a:gd name="connsiteX1983" fmla="*/ 1672124 w 2488513"/>
                <a:gd name="connsiteY1983" fmla="*/ 811472 h 1224584"/>
                <a:gd name="connsiteX1984" fmla="*/ 1675402 w 2488513"/>
                <a:gd name="connsiteY1984" fmla="*/ 809832 h 1224584"/>
                <a:gd name="connsiteX1985" fmla="*/ 1680320 w 2488513"/>
                <a:gd name="connsiteY1985" fmla="*/ 806554 h 1224584"/>
                <a:gd name="connsiteX1986" fmla="*/ 1683599 w 2488513"/>
                <a:gd name="connsiteY1986" fmla="*/ 806554 h 1224584"/>
                <a:gd name="connsiteX1987" fmla="*/ 1681960 w 2488513"/>
                <a:gd name="connsiteY1987" fmla="*/ 811472 h 1224584"/>
                <a:gd name="connsiteX1988" fmla="*/ 1685238 w 2488513"/>
                <a:gd name="connsiteY1988" fmla="*/ 811472 h 1224584"/>
                <a:gd name="connsiteX1989" fmla="*/ 1688517 w 2488513"/>
                <a:gd name="connsiteY1989" fmla="*/ 816390 h 1224584"/>
                <a:gd name="connsiteX1990" fmla="*/ 1686878 w 2488513"/>
                <a:gd name="connsiteY1990" fmla="*/ 819668 h 1224584"/>
                <a:gd name="connsiteX1991" fmla="*/ 1685238 w 2488513"/>
                <a:gd name="connsiteY1991" fmla="*/ 822947 h 1224584"/>
                <a:gd name="connsiteX1992" fmla="*/ 1686878 w 2488513"/>
                <a:gd name="connsiteY1992" fmla="*/ 826226 h 1224584"/>
                <a:gd name="connsiteX1993" fmla="*/ 1686878 w 2488513"/>
                <a:gd name="connsiteY1993" fmla="*/ 826226 h 1224584"/>
                <a:gd name="connsiteX1994" fmla="*/ 1686878 w 2488513"/>
                <a:gd name="connsiteY1994" fmla="*/ 822947 h 1224584"/>
                <a:gd name="connsiteX1995" fmla="*/ 1690156 w 2488513"/>
                <a:gd name="connsiteY1995" fmla="*/ 819668 h 1224584"/>
                <a:gd name="connsiteX1996" fmla="*/ 1691796 w 2488513"/>
                <a:gd name="connsiteY1996" fmla="*/ 819668 h 1224584"/>
                <a:gd name="connsiteX1997" fmla="*/ 1693435 w 2488513"/>
                <a:gd name="connsiteY1997" fmla="*/ 816390 h 1224584"/>
                <a:gd name="connsiteX1998" fmla="*/ 1696714 w 2488513"/>
                <a:gd name="connsiteY1998" fmla="*/ 813111 h 1224584"/>
                <a:gd name="connsiteX1999" fmla="*/ 1699992 w 2488513"/>
                <a:gd name="connsiteY1999" fmla="*/ 813111 h 1224584"/>
                <a:gd name="connsiteX2000" fmla="*/ 1695074 w 2488513"/>
                <a:gd name="connsiteY2000" fmla="*/ 813111 h 1224584"/>
                <a:gd name="connsiteX2001" fmla="*/ 1698353 w 2488513"/>
                <a:gd name="connsiteY2001" fmla="*/ 808193 h 1224584"/>
                <a:gd name="connsiteX2002" fmla="*/ 1695074 w 2488513"/>
                <a:gd name="connsiteY2002" fmla="*/ 804914 h 1224584"/>
                <a:gd name="connsiteX2003" fmla="*/ 1695074 w 2488513"/>
                <a:gd name="connsiteY2003" fmla="*/ 803275 h 1224584"/>
                <a:gd name="connsiteX2004" fmla="*/ 1698353 w 2488513"/>
                <a:gd name="connsiteY2004" fmla="*/ 799996 h 1224584"/>
                <a:gd name="connsiteX2005" fmla="*/ 1701632 w 2488513"/>
                <a:gd name="connsiteY2005" fmla="*/ 798357 h 1224584"/>
                <a:gd name="connsiteX2006" fmla="*/ 1701632 w 2488513"/>
                <a:gd name="connsiteY2006" fmla="*/ 795078 h 1224584"/>
                <a:gd name="connsiteX2007" fmla="*/ 1706550 w 2488513"/>
                <a:gd name="connsiteY2007" fmla="*/ 793439 h 1224584"/>
                <a:gd name="connsiteX2008" fmla="*/ 1709828 w 2488513"/>
                <a:gd name="connsiteY2008" fmla="*/ 791800 h 1224584"/>
                <a:gd name="connsiteX2009" fmla="*/ 1713107 w 2488513"/>
                <a:gd name="connsiteY2009" fmla="*/ 788521 h 1224584"/>
                <a:gd name="connsiteX2010" fmla="*/ 1718025 w 2488513"/>
                <a:gd name="connsiteY2010" fmla="*/ 786882 h 1224584"/>
                <a:gd name="connsiteX2011" fmla="*/ 1719664 w 2488513"/>
                <a:gd name="connsiteY2011" fmla="*/ 781964 h 1224584"/>
                <a:gd name="connsiteX2012" fmla="*/ 1724582 w 2488513"/>
                <a:gd name="connsiteY2012" fmla="*/ 780324 h 1224584"/>
                <a:gd name="connsiteX2013" fmla="*/ 1721304 w 2488513"/>
                <a:gd name="connsiteY2013" fmla="*/ 780324 h 1224584"/>
                <a:gd name="connsiteX2014" fmla="*/ 1724582 w 2488513"/>
                <a:gd name="connsiteY2014" fmla="*/ 777046 h 1224584"/>
                <a:gd name="connsiteX2015" fmla="*/ 1726222 w 2488513"/>
                <a:gd name="connsiteY2015" fmla="*/ 772128 h 1224584"/>
                <a:gd name="connsiteX2016" fmla="*/ 1726222 w 2488513"/>
                <a:gd name="connsiteY2016" fmla="*/ 768849 h 1224584"/>
                <a:gd name="connsiteX2017" fmla="*/ 1722943 w 2488513"/>
                <a:gd name="connsiteY2017" fmla="*/ 768849 h 1224584"/>
                <a:gd name="connsiteX2018" fmla="*/ 1724582 w 2488513"/>
                <a:gd name="connsiteY2018" fmla="*/ 767210 h 1224584"/>
                <a:gd name="connsiteX2019" fmla="*/ 1724582 w 2488513"/>
                <a:gd name="connsiteY2019" fmla="*/ 762291 h 1224584"/>
                <a:gd name="connsiteX2020" fmla="*/ 1722943 w 2488513"/>
                <a:gd name="connsiteY2020" fmla="*/ 759013 h 1224584"/>
                <a:gd name="connsiteX2021" fmla="*/ 1726222 w 2488513"/>
                <a:gd name="connsiteY2021" fmla="*/ 759013 h 1224584"/>
                <a:gd name="connsiteX2022" fmla="*/ 1729500 w 2488513"/>
                <a:gd name="connsiteY2022" fmla="*/ 755734 h 1224584"/>
                <a:gd name="connsiteX2023" fmla="*/ 1726222 w 2488513"/>
                <a:gd name="connsiteY2023" fmla="*/ 754095 h 1224584"/>
                <a:gd name="connsiteX2024" fmla="*/ 1726222 w 2488513"/>
                <a:gd name="connsiteY2024" fmla="*/ 750816 h 1224584"/>
                <a:gd name="connsiteX2025" fmla="*/ 1727861 w 2488513"/>
                <a:gd name="connsiteY2025" fmla="*/ 750816 h 1224584"/>
                <a:gd name="connsiteX2026" fmla="*/ 1724582 w 2488513"/>
                <a:gd name="connsiteY2026" fmla="*/ 749177 h 1224584"/>
                <a:gd name="connsiteX2027" fmla="*/ 1726222 w 2488513"/>
                <a:gd name="connsiteY2027" fmla="*/ 745898 h 1224584"/>
                <a:gd name="connsiteX2028" fmla="*/ 1729500 w 2488513"/>
                <a:gd name="connsiteY2028" fmla="*/ 740980 h 1224584"/>
                <a:gd name="connsiteX2029" fmla="*/ 1731140 w 2488513"/>
                <a:gd name="connsiteY2029" fmla="*/ 737701 h 1224584"/>
                <a:gd name="connsiteX2030" fmla="*/ 1732779 w 2488513"/>
                <a:gd name="connsiteY2030" fmla="*/ 734423 h 1224584"/>
                <a:gd name="connsiteX2031" fmla="*/ 1732779 w 2488513"/>
                <a:gd name="connsiteY2031" fmla="*/ 731144 h 1224584"/>
                <a:gd name="connsiteX2032" fmla="*/ 1736058 w 2488513"/>
                <a:gd name="connsiteY2032" fmla="*/ 727866 h 1224584"/>
                <a:gd name="connsiteX2033" fmla="*/ 1739336 w 2488513"/>
                <a:gd name="connsiteY2033" fmla="*/ 724587 h 1224584"/>
                <a:gd name="connsiteX2034" fmla="*/ 1734418 w 2488513"/>
                <a:gd name="connsiteY2034" fmla="*/ 724587 h 1224584"/>
                <a:gd name="connsiteX2035" fmla="*/ 1739336 w 2488513"/>
                <a:gd name="connsiteY2035" fmla="*/ 721308 h 1224584"/>
                <a:gd name="connsiteX2036" fmla="*/ 1734418 w 2488513"/>
                <a:gd name="connsiteY2036" fmla="*/ 719669 h 1224584"/>
                <a:gd name="connsiteX2037" fmla="*/ 1739336 w 2488513"/>
                <a:gd name="connsiteY2037" fmla="*/ 718029 h 1224584"/>
                <a:gd name="connsiteX2038" fmla="*/ 1740976 w 2488513"/>
                <a:gd name="connsiteY2038" fmla="*/ 714751 h 1224584"/>
                <a:gd name="connsiteX2039" fmla="*/ 1744254 w 2488513"/>
                <a:gd name="connsiteY2039" fmla="*/ 714751 h 1224584"/>
                <a:gd name="connsiteX2040" fmla="*/ 1740976 w 2488513"/>
                <a:gd name="connsiteY2040" fmla="*/ 713111 h 1224584"/>
                <a:gd name="connsiteX2041" fmla="*/ 1742615 w 2488513"/>
                <a:gd name="connsiteY2041" fmla="*/ 709833 h 1224584"/>
                <a:gd name="connsiteX2042" fmla="*/ 1745894 w 2488513"/>
                <a:gd name="connsiteY2042" fmla="*/ 706554 h 1224584"/>
                <a:gd name="connsiteX2043" fmla="*/ 1742615 w 2488513"/>
                <a:gd name="connsiteY2043" fmla="*/ 703275 h 1224584"/>
                <a:gd name="connsiteX2044" fmla="*/ 1745894 w 2488513"/>
                <a:gd name="connsiteY2044" fmla="*/ 701636 h 1224584"/>
                <a:gd name="connsiteX2045" fmla="*/ 1742615 w 2488513"/>
                <a:gd name="connsiteY2045" fmla="*/ 699997 h 1224584"/>
                <a:gd name="connsiteX2046" fmla="*/ 1739336 w 2488513"/>
                <a:gd name="connsiteY2046" fmla="*/ 699997 h 1224584"/>
                <a:gd name="connsiteX2047" fmla="*/ 1742615 w 2488513"/>
                <a:gd name="connsiteY2047" fmla="*/ 696718 h 1224584"/>
                <a:gd name="connsiteX2048" fmla="*/ 1739336 w 2488513"/>
                <a:gd name="connsiteY2048" fmla="*/ 695079 h 1224584"/>
                <a:gd name="connsiteX2049" fmla="*/ 1739336 w 2488513"/>
                <a:gd name="connsiteY2049" fmla="*/ 691800 h 1224584"/>
                <a:gd name="connsiteX2050" fmla="*/ 1740976 w 2488513"/>
                <a:gd name="connsiteY2050" fmla="*/ 686882 h 1224584"/>
                <a:gd name="connsiteX2051" fmla="*/ 1742615 w 2488513"/>
                <a:gd name="connsiteY2051" fmla="*/ 683603 h 1224584"/>
                <a:gd name="connsiteX2052" fmla="*/ 1739336 w 2488513"/>
                <a:gd name="connsiteY2052" fmla="*/ 681964 h 1224584"/>
                <a:gd name="connsiteX2053" fmla="*/ 1742615 w 2488513"/>
                <a:gd name="connsiteY2053" fmla="*/ 678685 h 1224584"/>
                <a:gd name="connsiteX2054" fmla="*/ 1745894 w 2488513"/>
                <a:gd name="connsiteY2054" fmla="*/ 677046 h 1224584"/>
                <a:gd name="connsiteX2055" fmla="*/ 1750812 w 2488513"/>
                <a:gd name="connsiteY2055" fmla="*/ 675407 h 1224584"/>
                <a:gd name="connsiteX2056" fmla="*/ 1754090 w 2488513"/>
                <a:gd name="connsiteY2056" fmla="*/ 675407 h 1224584"/>
                <a:gd name="connsiteX2057" fmla="*/ 1757369 w 2488513"/>
                <a:gd name="connsiteY2057" fmla="*/ 673767 h 1224584"/>
                <a:gd name="connsiteX2058" fmla="*/ 1762287 w 2488513"/>
                <a:gd name="connsiteY2058" fmla="*/ 673767 h 1224584"/>
                <a:gd name="connsiteX2059" fmla="*/ 1765566 w 2488513"/>
                <a:gd name="connsiteY2059" fmla="*/ 672128 h 1224584"/>
                <a:gd name="connsiteX2060" fmla="*/ 1768844 w 2488513"/>
                <a:gd name="connsiteY2060" fmla="*/ 670489 h 1224584"/>
                <a:gd name="connsiteX2061" fmla="*/ 1772123 w 2488513"/>
                <a:gd name="connsiteY2061" fmla="*/ 668849 h 1224584"/>
                <a:gd name="connsiteX2062" fmla="*/ 1777041 w 2488513"/>
                <a:gd name="connsiteY2062" fmla="*/ 668849 h 1224584"/>
                <a:gd name="connsiteX2063" fmla="*/ 1780320 w 2488513"/>
                <a:gd name="connsiteY2063" fmla="*/ 667210 h 1224584"/>
                <a:gd name="connsiteX2064" fmla="*/ 1783598 w 2488513"/>
                <a:gd name="connsiteY2064" fmla="*/ 665571 h 1224584"/>
                <a:gd name="connsiteX2065" fmla="*/ 1785238 w 2488513"/>
                <a:gd name="connsiteY2065" fmla="*/ 665571 h 1224584"/>
                <a:gd name="connsiteX2066" fmla="*/ 1788516 w 2488513"/>
                <a:gd name="connsiteY2066" fmla="*/ 663931 h 1224584"/>
                <a:gd name="connsiteX2067" fmla="*/ 1791795 w 2488513"/>
                <a:gd name="connsiteY2067" fmla="*/ 663931 h 1224584"/>
                <a:gd name="connsiteX2068" fmla="*/ 1796713 w 2488513"/>
                <a:gd name="connsiteY2068" fmla="*/ 662292 h 1224584"/>
                <a:gd name="connsiteX2069" fmla="*/ 1799992 w 2488513"/>
                <a:gd name="connsiteY2069" fmla="*/ 660653 h 1224584"/>
                <a:gd name="connsiteX2070" fmla="*/ 1803271 w 2488513"/>
                <a:gd name="connsiteY2070" fmla="*/ 659013 h 1224584"/>
                <a:gd name="connsiteX2071" fmla="*/ 1806549 w 2488513"/>
                <a:gd name="connsiteY2071" fmla="*/ 657374 h 1224584"/>
                <a:gd name="connsiteX2072" fmla="*/ 1811467 w 2488513"/>
                <a:gd name="connsiteY2072" fmla="*/ 655735 h 1224584"/>
                <a:gd name="connsiteX2073" fmla="*/ 1814746 w 2488513"/>
                <a:gd name="connsiteY2073" fmla="*/ 654095 h 1224584"/>
                <a:gd name="connsiteX2074" fmla="*/ 1814746 w 2488513"/>
                <a:gd name="connsiteY2074" fmla="*/ 654095 h 1224584"/>
                <a:gd name="connsiteX2075" fmla="*/ 1819664 w 2488513"/>
                <a:gd name="connsiteY2075" fmla="*/ 652456 h 1224584"/>
                <a:gd name="connsiteX2076" fmla="*/ 1822943 w 2488513"/>
                <a:gd name="connsiteY2076" fmla="*/ 649177 h 1224584"/>
                <a:gd name="connsiteX2077" fmla="*/ 1826221 w 2488513"/>
                <a:gd name="connsiteY2077" fmla="*/ 649177 h 1224584"/>
                <a:gd name="connsiteX2078" fmla="*/ 1831139 w 2488513"/>
                <a:gd name="connsiteY2078" fmla="*/ 645899 h 1224584"/>
                <a:gd name="connsiteX2079" fmla="*/ 1834418 w 2488513"/>
                <a:gd name="connsiteY2079" fmla="*/ 644259 h 1224584"/>
                <a:gd name="connsiteX2080" fmla="*/ 1837697 w 2488513"/>
                <a:gd name="connsiteY2080" fmla="*/ 642620 h 1224584"/>
                <a:gd name="connsiteX2081" fmla="*/ 1842615 w 2488513"/>
                <a:gd name="connsiteY2081" fmla="*/ 640981 h 1224584"/>
                <a:gd name="connsiteX2082" fmla="*/ 1845893 w 2488513"/>
                <a:gd name="connsiteY2082" fmla="*/ 639341 h 1224584"/>
                <a:gd name="connsiteX2083" fmla="*/ 1849172 w 2488513"/>
                <a:gd name="connsiteY2083" fmla="*/ 634423 h 1224584"/>
                <a:gd name="connsiteX2084" fmla="*/ 1852451 w 2488513"/>
                <a:gd name="connsiteY2084" fmla="*/ 632784 h 1224584"/>
                <a:gd name="connsiteX2085" fmla="*/ 1857369 w 2488513"/>
                <a:gd name="connsiteY2085" fmla="*/ 629505 h 1224584"/>
                <a:gd name="connsiteX2086" fmla="*/ 1860647 w 2488513"/>
                <a:gd name="connsiteY2086" fmla="*/ 627866 h 1224584"/>
                <a:gd name="connsiteX2087" fmla="*/ 1863926 w 2488513"/>
                <a:gd name="connsiteY2087" fmla="*/ 624587 h 1224584"/>
                <a:gd name="connsiteX2088" fmla="*/ 1867205 w 2488513"/>
                <a:gd name="connsiteY2088" fmla="*/ 622948 h 1224584"/>
                <a:gd name="connsiteX2089" fmla="*/ 1872123 w 2488513"/>
                <a:gd name="connsiteY2089" fmla="*/ 619669 h 1224584"/>
                <a:gd name="connsiteX2090" fmla="*/ 1873762 w 2488513"/>
                <a:gd name="connsiteY2090" fmla="*/ 616391 h 1224584"/>
                <a:gd name="connsiteX2091" fmla="*/ 1878680 w 2488513"/>
                <a:gd name="connsiteY2091" fmla="*/ 613112 h 1224584"/>
                <a:gd name="connsiteX2092" fmla="*/ 1881959 w 2488513"/>
                <a:gd name="connsiteY2092" fmla="*/ 609833 h 1224584"/>
                <a:gd name="connsiteX2093" fmla="*/ 1883598 w 2488513"/>
                <a:gd name="connsiteY2093" fmla="*/ 604915 h 1224584"/>
                <a:gd name="connsiteX2094" fmla="*/ 1886877 w 2488513"/>
                <a:gd name="connsiteY2094" fmla="*/ 601637 h 1224584"/>
                <a:gd name="connsiteX2095" fmla="*/ 1888516 w 2488513"/>
                <a:gd name="connsiteY2095" fmla="*/ 596719 h 1224584"/>
                <a:gd name="connsiteX2096" fmla="*/ 1891795 w 2488513"/>
                <a:gd name="connsiteY2096" fmla="*/ 593440 h 1224584"/>
                <a:gd name="connsiteX2097" fmla="*/ 1893434 w 2488513"/>
                <a:gd name="connsiteY2097" fmla="*/ 590161 h 1224584"/>
                <a:gd name="connsiteX2098" fmla="*/ 1895073 w 2488513"/>
                <a:gd name="connsiteY2098" fmla="*/ 586882 h 1224584"/>
                <a:gd name="connsiteX2099" fmla="*/ 1896713 w 2488513"/>
                <a:gd name="connsiteY2099" fmla="*/ 581964 h 1224584"/>
                <a:gd name="connsiteX2100" fmla="*/ 1899991 w 2488513"/>
                <a:gd name="connsiteY2100" fmla="*/ 578686 h 1224584"/>
                <a:gd name="connsiteX2101" fmla="*/ 1899991 w 2488513"/>
                <a:gd name="connsiteY2101" fmla="*/ 575407 h 1224584"/>
                <a:gd name="connsiteX2102" fmla="*/ 1901631 w 2488513"/>
                <a:gd name="connsiteY2102" fmla="*/ 570489 h 1224584"/>
                <a:gd name="connsiteX2103" fmla="*/ 1901631 w 2488513"/>
                <a:gd name="connsiteY2103" fmla="*/ 567210 h 1224584"/>
                <a:gd name="connsiteX2104" fmla="*/ 1903270 w 2488513"/>
                <a:gd name="connsiteY2104" fmla="*/ 563932 h 1224584"/>
                <a:gd name="connsiteX2105" fmla="*/ 1903270 w 2488513"/>
                <a:gd name="connsiteY2105" fmla="*/ 559014 h 1224584"/>
                <a:gd name="connsiteX2106" fmla="*/ 1903270 w 2488513"/>
                <a:gd name="connsiteY2106" fmla="*/ 555735 h 1224584"/>
                <a:gd name="connsiteX2107" fmla="*/ 1903270 w 2488513"/>
                <a:gd name="connsiteY2107" fmla="*/ 552457 h 1224584"/>
                <a:gd name="connsiteX2108" fmla="*/ 1903270 w 2488513"/>
                <a:gd name="connsiteY2108" fmla="*/ 549178 h 1224584"/>
                <a:gd name="connsiteX2109" fmla="*/ 1903270 w 2488513"/>
                <a:gd name="connsiteY2109" fmla="*/ 544260 h 1224584"/>
                <a:gd name="connsiteX2110" fmla="*/ 1903270 w 2488513"/>
                <a:gd name="connsiteY2110" fmla="*/ 540981 h 1224584"/>
                <a:gd name="connsiteX2111" fmla="*/ 1898352 w 2488513"/>
                <a:gd name="connsiteY2111" fmla="*/ 537702 h 1224584"/>
                <a:gd name="connsiteX2112" fmla="*/ 1896713 w 2488513"/>
                <a:gd name="connsiteY2112" fmla="*/ 534424 h 1224584"/>
                <a:gd name="connsiteX2113" fmla="*/ 1893434 w 2488513"/>
                <a:gd name="connsiteY2113" fmla="*/ 529506 h 1224584"/>
                <a:gd name="connsiteX2114" fmla="*/ 1890155 w 2488513"/>
                <a:gd name="connsiteY2114" fmla="*/ 529506 h 1224584"/>
                <a:gd name="connsiteX2115" fmla="*/ 1886877 w 2488513"/>
                <a:gd name="connsiteY2115" fmla="*/ 527867 h 1224584"/>
                <a:gd name="connsiteX2116" fmla="*/ 1883598 w 2488513"/>
                <a:gd name="connsiteY2116" fmla="*/ 522948 h 1224584"/>
                <a:gd name="connsiteX2117" fmla="*/ 1883598 w 2488513"/>
                <a:gd name="connsiteY2117" fmla="*/ 522948 h 1224584"/>
                <a:gd name="connsiteX2118" fmla="*/ 1883598 w 2488513"/>
                <a:gd name="connsiteY2118" fmla="*/ 522948 h 1224584"/>
                <a:gd name="connsiteX2119" fmla="*/ 1880319 w 2488513"/>
                <a:gd name="connsiteY2119" fmla="*/ 521309 h 1224584"/>
                <a:gd name="connsiteX2120" fmla="*/ 1878680 w 2488513"/>
                <a:gd name="connsiteY2120" fmla="*/ 518030 h 1224584"/>
                <a:gd name="connsiteX2121" fmla="*/ 1875401 w 2488513"/>
                <a:gd name="connsiteY2121" fmla="*/ 516391 h 1224584"/>
                <a:gd name="connsiteX2122" fmla="*/ 1878680 w 2488513"/>
                <a:gd name="connsiteY2122" fmla="*/ 513112 h 1224584"/>
                <a:gd name="connsiteX2123" fmla="*/ 1880319 w 2488513"/>
                <a:gd name="connsiteY2123" fmla="*/ 508194 h 1224584"/>
                <a:gd name="connsiteX2124" fmla="*/ 1880319 w 2488513"/>
                <a:gd name="connsiteY2124" fmla="*/ 504916 h 1224584"/>
                <a:gd name="connsiteX2125" fmla="*/ 1883598 w 2488513"/>
                <a:gd name="connsiteY2125" fmla="*/ 503276 h 1224584"/>
                <a:gd name="connsiteX2126" fmla="*/ 1888516 w 2488513"/>
                <a:gd name="connsiteY2126" fmla="*/ 503276 h 1224584"/>
                <a:gd name="connsiteX2127" fmla="*/ 1891795 w 2488513"/>
                <a:gd name="connsiteY2127" fmla="*/ 501637 h 1224584"/>
                <a:gd name="connsiteX2128" fmla="*/ 1895073 w 2488513"/>
                <a:gd name="connsiteY2128" fmla="*/ 498358 h 1224584"/>
                <a:gd name="connsiteX2129" fmla="*/ 1899991 w 2488513"/>
                <a:gd name="connsiteY2129" fmla="*/ 496719 h 1224584"/>
                <a:gd name="connsiteX2130" fmla="*/ 1903270 w 2488513"/>
                <a:gd name="connsiteY2130" fmla="*/ 491801 h 1224584"/>
                <a:gd name="connsiteX2131" fmla="*/ 1906549 w 2488513"/>
                <a:gd name="connsiteY2131" fmla="*/ 491801 h 1224584"/>
                <a:gd name="connsiteX2132" fmla="*/ 1909827 w 2488513"/>
                <a:gd name="connsiteY2132" fmla="*/ 490162 h 1224584"/>
                <a:gd name="connsiteX2133" fmla="*/ 1913106 w 2488513"/>
                <a:gd name="connsiteY2133" fmla="*/ 488522 h 1224584"/>
                <a:gd name="connsiteX2134" fmla="*/ 1916385 w 2488513"/>
                <a:gd name="connsiteY2134" fmla="*/ 486883 h 1224584"/>
                <a:gd name="connsiteX2135" fmla="*/ 1919663 w 2488513"/>
                <a:gd name="connsiteY2135" fmla="*/ 485244 h 1224584"/>
                <a:gd name="connsiteX2136" fmla="*/ 1916385 w 2488513"/>
                <a:gd name="connsiteY2136" fmla="*/ 483604 h 1224584"/>
                <a:gd name="connsiteX2137" fmla="*/ 1918024 w 2488513"/>
                <a:gd name="connsiteY2137" fmla="*/ 480326 h 1224584"/>
                <a:gd name="connsiteX2138" fmla="*/ 1921303 w 2488513"/>
                <a:gd name="connsiteY2138" fmla="*/ 478686 h 1224584"/>
                <a:gd name="connsiteX2139" fmla="*/ 1924581 w 2488513"/>
                <a:gd name="connsiteY2139" fmla="*/ 475408 h 1224584"/>
                <a:gd name="connsiteX2140" fmla="*/ 1926221 w 2488513"/>
                <a:gd name="connsiteY2140" fmla="*/ 472129 h 1224584"/>
                <a:gd name="connsiteX2141" fmla="*/ 1929499 w 2488513"/>
                <a:gd name="connsiteY2141" fmla="*/ 473768 h 1224584"/>
                <a:gd name="connsiteX2142" fmla="*/ 1932778 w 2488513"/>
                <a:gd name="connsiteY2142" fmla="*/ 475408 h 1224584"/>
                <a:gd name="connsiteX2143" fmla="*/ 1932778 w 2488513"/>
                <a:gd name="connsiteY2143" fmla="*/ 470490 h 1224584"/>
                <a:gd name="connsiteX2144" fmla="*/ 1937696 w 2488513"/>
                <a:gd name="connsiteY2144" fmla="*/ 468850 h 1224584"/>
                <a:gd name="connsiteX2145" fmla="*/ 1940975 w 2488513"/>
                <a:gd name="connsiteY2145" fmla="*/ 468850 h 1224584"/>
                <a:gd name="connsiteX2146" fmla="*/ 1942614 w 2488513"/>
                <a:gd name="connsiteY2146" fmla="*/ 465572 h 1224584"/>
                <a:gd name="connsiteX2147" fmla="*/ 1945893 w 2488513"/>
                <a:gd name="connsiteY2147" fmla="*/ 462293 h 1224584"/>
                <a:gd name="connsiteX2148" fmla="*/ 1949171 w 2488513"/>
                <a:gd name="connsiteY2148" fmla="*/ 460654 h 1224584"/>
                <a:gd name="connsiteX2149" fmla="*/ 1945893 w 2488513"/>
                <a:gd name="connsiteY2149" fmla="*/ 457375 h 1224584"/>
                <a:gd name="connsiteX2150" fmla="*/ 1942614 w 2488513"/>
                <a:gd name="connsiteY2150" fmla="*/ 459014 h 1224584"/>
                <a:gd name="connsiteX2151" fmla="*/ 1945893 w 2488513"/>
                <a:gd name="connsiteY2151" fmla="*/ 455736 h 1224584"/>
                <a:gd name="connsiteX2152" fmla="*/ 1947532 w 2488513"/>
                <a:gd name="connsiteY2152" fmla="*/ 450818 h 1224584"/>
                <a:gd name="connsiteX2153" fmla="*/ 1945893 w 2488513"/>
                <a:gd name="connsiteY2153" fmla="*/ 447539 h 1224584"/>
                <a:gd name="connsiteX2154" fmla="*/ 1944253 w 2488513"/>
                <a:gd name="connsiteY2154" fmla="*/ 444260 h 1224584"/>
                <a:gd name="connsiteX2155" fmla="*/ 1947532 w 2488513"/>
                <a:gd name="connsiteY2155" fmla="*/ 440982 h 1224584"/>
                <a:gd name="connsiteX2156" fmla="*/ 1952450 w 2488513"/>
                <a:gd name="connsiteY2156" fmla="*/ 439342 h 1224584"/>
                <a:gd name="connsiteX2157" fmla="*/ 1955729 w 2488513"/>
                <a:gd name="connsiteY2157" fmla="*/ 437703 h 1224584"/>
                <a:gd name="connsiteX2158" fmla="*/ 1952450 w 2488513"/>
                <a:gd name="connsiteY2158" fmla="*/ 437703 h 1224584"/>
                <a:gd name="connsiteX2159" fmla="*/ 1947532 w 2488513"/>
                <a:gd name="connsiteY2159" fmla="*/ 436064 h 1224584"/>
                <a:gd name="connsiteX2160" fmla="*/ 1950811 w 2488513"/>
                <a:gd name="connsiteY2160" fmla="*/ 432785 h 1224584"/>
                <a:gd name="connsiteX2161" fmla="*/ 1954090 w 2488513"/>
                <a:gd name="connsiteY2161" fmla="*/ 431145 h 1224584"/>
                <a:gd name="connsiteX2162" fmla="*/ 1959008 w 2488513"/>
                <a:gd name="connsiteY2162" fmla="*/ 427867 h 1224584"/>
                <a:gd name="connsiteX2163" fmla="*/ 1954090 w 2488513"/>
                <a:gd name="connsiteY2163" fmla="*/ 427867 h 1224584"/>
                <a:gd name="connsiteX2164" fmla="*/ 1950811 w 2488513"/>
                <a:gd name="connsiteY2164" fmla="*/ 429506 h 1224584"/>
                <a:gd name="connsiteX2165" fmla="*/ 1947532 w 2488513"/>
                <a:gd name="connsiteY2165" fmla="*/ 427867 h 1224584"/>
                <a:gd name="connsiteX2166" fmla="*/ 1950811 w 2488513"/>
                <a:gd name="connsiteY2166" fmla="*/ 427867 h 1224584"/>
                <a:gd name="connsiteX2167" fmla="*/ 1947532 w 2488513"/>
                <a:gd name="connsiteY2167" fmla="*/ 427867 h 1224584"/>
                <a:gd name="connsiteX2168" fmla="*/ 1942614 w 2488513"/>
                <a:gd name="connsiteY2168" fmla="*/ 427867 h 1224584"/>
                <a:gd name="connsiteX2169" fmla="*/ 1945893 w 2488513"/>
                <a:gd name="connsiteY2169" fmla="*/ 424588 h 1224584"/>
                <a:gd name="connsiteX2170" fmla="*/ 1949171 w 2488513"/>
                <a:gd name="connsiteY2170" fmla="*/ 421309 h 1224584"/>
                <a:gd name="connsiteX2171" fmla="*/ 1954090 w 2488513"/>
                <a:gd name="connsiteY2171" fmla="*/ 419670 h 1224584"/>
                <a:gd name="connsiteX2172" fmla="*/ 1957368 w 2488513"/>
                <a:gd name="connsiteY2172" fmla="*/ 418031 h 1224584"/>
                <a:gd name="connsiteX2173" fmla="*/ 1960647 w 2488513"/>
                <a:gd name="connsiteY2173" fmla="*/ 414752 h 1224584"/>
                <a:gd name="connsiteX2174" fmla="*/ 1963925 w 2488513"/>
                <a:gd name="connsiteY2174" fmla="*/ 413113 h 1224584"/>
                <a:gd name="connsiteX2175" fmla="*/ 1967204 w 2488513"/>
                <a:gd name="connsiteY2175" fmla="*/ 408195 h 1224584"/>
                <a:gd name="connsiteX2176" fmla="*/ 1968843 w 2488513"/>
                <a:gd name="connsiteY2176" fmla="*/ 404916 h 1224584"/>
                <a:gd name="connsiteX2177" fmla="*/ 1972122 w 2488513"/>
                <a:gd name="connsiteY2177" fmla="*/ 403277 h 1224584"/>
                <a:gd name="connsiteX2178" fmla="*/ 1977040 w 2488513"/>
                <a:gd name="connsiteY2178" fmla="*/ 401637 h 1224584"/>
                <a:gd name="connsiteX2179" fmla="*/ 1977040 w 2488513"/>
                <a:gd name="connsiteY2179" fmla="*/ 398359 h 1224584"/>
                <a:gd name="connsiteX2180" fmla="*/ 1981958 w 2488513"/>
                <a:gd name="connsiteY2180" fmla="*/ 398359 h 1224584"/>
                <a:gd name="connsiteX2181" fmla="*/ 1977040 w 2488513"/>
                <a:gd name="connsiteY2181" fmla="*/ 395080 h 1224584"/>
                <a:gd name="connsiteX2182" fmla="*/ 1977040 w 2488513"/>
                <a:gd name="connsiteY2182" fmla="*/ 391802 h 1224584"/>
                <a:gd name="connsiteX2183" fmla="*/ 1972122 w 2488513"/>
                <a:gd name="connsiteY2183" fmla="*/ 391802 h 1224584"/>
                <a:gd name="connsiteX2184" fmla="*/ 1972122 w 2488513"/>
                <a:gd name="connsiteY2184" fmla="*/ 388523 h 1224584"/>
                <a:gd name="connsiteX2185" fmla="*/ 1972122 w 2488513"/>
                <a:gd name="connsiteY2185" fmla="*/ 385244 h 1224584"/>
                <a:gd name="connsiteX2186" fmla="*/ 1972122 w 2488513"/>
                <a:gd name="connsiteY2186" fmla="*/ 385244 h 1224584"/>
                <a:gd name="connsiteX2187" fmla="*/ 1973762 w 2488513"/>
                <a:gd name="connsiteY2187" fmla="*/ 380326 h 1224584"/>
                <a:gd name="connsiteX2188" fmla="*/ 1975401 w 2488513"/>
                <a:gd name="connsiteY2188" fmla="*/ 377047 h 1224584"/>
                <a:gd name="connsiteX2189" fmla="*/ 1977040 w 2488513"/>
                <a:gd name="connsiteY2189" fmla="*/ 373769 h 1224584"/>
                <a:gd name="connsiteX2190" fmla="*/ 1980319 w 2488513"/>
                <a:gd name="connsiteY2190" fmla="*/ 368851 h 1224584"/>
                <a:gd name="connsiteX2191" fmla="*/ 1983598 w 2488513"/>
                <a:gd name="connsiteY2191" fmla="*/ 365572 h 1224584"/>
                <a:gd name="connsiteX2192" fmla="*/ 1988515 w 2488513"/>
                <a:gd name="connsiteY2192" fmla="*/ 363933 h 1224584"/>
                <a:gd name="connsiteX2193" fmla="*/ 1991794 w 2488513"/>
                <a:gd name="connsiteY2193" fmla="*/ 363933 h 1224584"/>
                <a:gd name="connsiteX2194" fmla="*/ 1995073 w 2488513"/>
                <a:gd name="connsiteY2194" fmla="*/ 362293 h 1224584"/>
                <a:gd name="connsiteX2195" fmla="*/ 1999991 w 2488513"/>
                <a:gd name="connsiteY2195" fmla="*/ 360654 h 1224584"/>
                <a:gd name="connsiteX2196" fmla="*/ 2003270 w 2488513"/>
                <a:gd name="connsiteY2196" fmla="*/ 359015 h 1224584"/>
                <a:gd name="connsiteX2197" fmla="*/ 2006548 w 2488513"/>
                <a:gd name="connsiteY2197" fmla="*/ 357375 h 1224584"/>
                <a:gd name="connsiteX2198" fmla="*/ 2009827 w 2488513"/>
                <a:gd name="connsiteY2198" fmla="*/ 357375 h 1224584"/>
                <a:gd name="connsiteX2199" fmla="*/ 2014745 w 2488513"/>
                <a:gd name="connsiteY2199" fmla="*/ 357375 h 1224584"/>
                <a:gd name="connsiteX2200" fmla="*/ 2018024 w 2488513"/>
                <a:gd name="connsiteY2200" fmla="*/ 359015 h 1224584"/>
                <a:gd name="connsiteX2201" fmla="*/ 2022942 w 2488513"/>
                <a:gd name="connsiteY2201" fmla="*/ 359015 h 1224584"/>
                <a:gd name="connsiteX2202" fmla="*/ 2026220 w 2488513"/>
                <a:gd name="connsiteY2202" fmla="*/ 359015 h 1224584"/>
                <a:gd name="connsiteX2203" fmla="*/ 2029499 w 2488513"/>
                <a:gd name="connsiteY2203" fmla="*/ 360654 h 1224584"/>
                <a:gd name="connsiteX2204" fmla="*/ 2032778 w 2488513"/>
                <a:gd name="connsiteY2204" fmla="*/ 362293 h 1224584"/>
                <a:gd name="connsiteX2205" fmla="*/ 2037696 w 2488513"/>
                <a:gd name="connsiteY2205" fmla="*/ 363933 h 1224584"/>
                <a:gd name="connsiteX2206" fmla="*/ 2040974 w 2488513"/>
                <a:gd name="connsiteY2206" fmla="*/ 363933 h 1224584"/>
                <a:gd name="connsiteX2207" fmla="*/ 2044253 w 2488513"/>
                <a:gd name="connsiteY2207" fmla="*/ 367211 h 1224584"/>
                <a:gd name="connsiteX2208" fmla="*/ 2047532 w 2488513"/>
                <a:gd name="connsiteY2208" fmla="*/ 365572 h 1224584"/>
                <a:gd name="connsiteX2209" fmla="*/ 2052450 w 2488513"/>
                <a:gd name="connsiteY2209" fmla="*/ 367211 h 1224584"/>
                <a:gd name="connsiteX2210" fmla="*/ 2055728 w 2488513"/>
                <a:gd name="connsiteY2210" fmla="*/ 368851 h 1224584"/>
                <a:gd name="connsiteX2211" fmla="*/ 2052450 w 2488513"/>
                <a:gd name="connsiteY2211" fmla="*/ 370490 h 1224584"/>
                <a:gd name="connsiteX2212" fmla="*/ 2049171 w 2488513"/>
                <a:gd name="connsiteY2212" fmla="*/ 372129 h 1224584"/>
                <a:gd name="connsiteX2213" fmla="*/ 2047532 w 2488513"/>
                <a:gd name="connsiteY2213" fmla="*/ 373769 h 1224584"/>
                <a:gd name="connsiteX2214" fmla="*/ 2050810 w 2488513"/>
                <a:gd name="connsiteY2214" fmla="*/ 372129 h 1224584"/>
                <a:gd name="connsiteX2215" fmla="*/ 2054089 w 2488513"/>
                <a:gd name="connsiteY2215" fmla="*/ 370490 h 1224584"/>
                <a:gd name="connsiteX2216" fmla="*/ 2059007 w 2488513"/>
                <a:gd name="connsiteY2216" fmla="*/ 368851 h 1224584"/>
                <a:gd name="connsiteX2217" fmla="*/ 2062286 w 2488513"/>
                <a:gd name="connsiteY2217" fmla="*/ 368851 h 1224584"/>
                <a:gd name="connsiteX2218" fmla="*/ 2067204 w 2488513"/>
                <a:gd name="connsiteY2218" fmla="*/ 367211 h 1224584"/>
                <a:gd name="connsiteX2219" fmla="*/ 2070482 w 2488513"/>
                <a:gd name="connsiteY2219" fmla="*/ 368851 h 1224584"/>
                <a:gd name="connsiteX2220" fmla="*/ 2073761 w 2488513"/>
                <a:gd name="connsiteY2220" fmla="*/ 368851 h 1224584"/>
                <a:gd name="connsiteX2221" fmla="*/ 2075400 w 2488513"/>
                <a:gd name="connsiteY2221" fmla="*/ 370490 h 1224584"/>
                <a:gd name="connsiteX2222" fmla="*/ 2078679 w 2488513"/>
                <a:gd name="connsiteY2222" fmla="*/ 372129 h 1224584"/>
                <a:gd name="connsiteX2223" fmla="*/ 2081958 w 2488513"/>
                <a:gd name="connsiteY2223" fmla="*/ 375408 h 1224584"/>
                <a:gd name="connsiteX2224" fmla="*/ 2080318 w 2488513"/>
                <a:gd name="connsiteY2224" fmla="*/ 372129 h 1224584"/>
                <a:gd name="connsiteX2225" fmla="*/ 2085236 w 2488513"/>
                <a:gd name="connsiteY2225" fmla="*/ 370490 h 1224584"/>
                <a:gd name="connsiteX2226" fmla="*/ 2088515 w 2488513"/>
                <a:gd name="connsiteY2226" fmla="*/ 370490 h 1224584"/>
                <a:gd name="connsiteX2227" fmla="*/ 2091794 w 2488513"/>
                <a:gd name="connsiteY2227" fmla="*/ 370490 h 1224584"/>
                <a:gd name="connsiteX2228" fmla="*/ 2096712 w 2488513"/>
                <a:gd name="connsiteY2228" fmla="*/ 368851 h 1224584"/>
                <a:gd name="connsiteX2229" fmla="*/ 2099990 w 2488513"/>
                <a:gd name="connsiteY2229" fmla="*/ 367211 h 1224584"/>
                <a:gd name="connsiteX2230" fmla="*/ 2103269 w 2488513"/>
                <a:gd name="connsiteY2230" fmla="*/ 367211 h 1224584"/>
                <a:gd name="connsiteX2231" fmla="*/ 2106548 w 2488513"/>
                <a:gd name="connsiteY2231" fmla="*/ 365572 h 1224584"/>
                <a:gd name="connsiteX2232" fmla="*/ 2111466 w 2488513"/>
                <a:gd name="connsiteY2232" fmla="*/ 363933 h 1224584"/>
                <a:gd name="connsiteX2233" fmla="*/ 2114745 w 2488513"/>
                <a:gd name="connsiteY2233" fmla="*/ 362293 h 1224584"/>
                <a:gd name="connsiteX2234" fmla="*/ 2118023 w 2488513"/>
                <a:gd name="connsiteY2234" fmla="*/ 360654 h 1224584"/>
                <a:gd name="connsiteX2235" fmla="*/ 2121302 w 2488513"/>
                <a:gd name="connsiteY2235" fmla="*/ 365572 h 1224584"/>
                <a:gd name="connsiteX2236" fmla="*/ 2124581 w 2488513"/>
                <a:gd name="connsiteY2236" fmla="*/ 365572 h 1224584"/>
                <a:gd name="connsiteX2237" fmla="*/ 2129499 w 2488513"/>
                <a:gd name="connsiteY2237" fmla="*/ 367211 h 1224584"/>
                <a:gd name="connsiteX2238" fmla="*/ 2131138 w 2488513"/>
                <a:gd name="connsiteY2238" fmla="*/ 370490 h 1224584"/>
                <a:gd name="connsiteX2239" fmla="*/ 2134417 w 2488513"/>
                <a:gd name="connsiteY2239" fmla="*/ 373769 h 1224584"/>
                <a:gd name="connsiteX2240" fmla="*/ 2137695 w 2488513"/>
                <a:gd name="connsiteY2240" fmla="*/ 375408 h 1224584"/>
                <a:gd name="connsiteX2241" fmla="*/ 2140974 w 2488513"/>
                <a:gd name="connsiteY2241" fmla="*/ 375408 h 1224584"/>
                <a:gd name="connsiteX2242" fmla="*/ 2140974 w 2488513"/>
                <a:gd name="connsiteY2242" fmla="*/ 378687 h 1224584"/>
                <a:gd name="connsiteX2243" fmla="*/ 2137695 w 2488513"/>
                <a:gd name="connsiteY2243" fmla="*/ 381965 h 1224584"/>
                <a:gd name="connsiteX2244" fmla="*/ 2134417 w 2488513"/>
                <a:gd name="connsiteY2244" fmla="*/ 385244 h 1224584"/>
                <a:gd name="connsiteX2245" fmla="*/ 2131138 w 2488513"/>
                <a:gd name="connsiteY2245" fmla="*/ 386883 h 1224584"/>
                <a:gd name="connsiteX2246" fmla="*/ 2134417 w 2488513"/>
                <a:gd name="connsiteY2246" fmla="*/ 385244 h 1224584"/>
                <a:gd name="connsiteX2247" fmla="*/ 2137695 w 2488513"/>
                <a:gd name="connsiteY2247" fmla="*/ 383605 h 1224584"/>
                <a:gd name="connsiteX2248" fmla="*/ 2142613 w 2488513"/>
                <a:gd name="connsiteY2248" fmla="*/ 383605 h 1224584"/>
                <a:gd name="connsiteX2249" fmla="*/ 2145892 w 2488513"/>
                <a:gd name="connsiteY2249" fmla="*/ 385244 h 1224584"/>
                <a:gd name="connsiteX2250" fmla="*/ 2149171 w 2488513"/>
                <a:gd name="connsiteY2250" fmla="*/ 385244 h 1224584"/>
                <a:gd name="connsiteX2251" fmla="*/ 2147531 w 2488513"/>
                <a:gd name="connsiteY2251" fmla="*/ 388523 h 1224584"/>
                <a:gd name="connsiteX2252" fmla="*/ 2150810 w 2488513"/>
                <a:gd name="connsiteY2252" fmla="*/ 390162 h 1224584"/>
                <a:gd name="connsiteX2253" fmla="*/ 2150810 w 2488513"/>
                <a:gd name="connsiteY2253" fmla="*/ 393441 h 1224584"/>
                <a:gd name="connsiteX2254" fmla="*/ 2145892 w 2488513"/>
                <a:gd name="connsiteY2254" fmla="*/ 396719 h 1224584"/>
                <a:gd name="connsiteX2255" fmla="*/ 2142613 w 2488513"/>
                <a:gd name="connsiteY2255" fmla="*/ 395080 h 1224584"/>
                <a:gd name="connsiteX2256" fmla="*/ 2145892 w 2488513"/>
                <a:gd name="connsiteY2256" fmla="*/ 396719 h 1224584"/>
                <a:gd name="connsiteX2257" fmla="*/ 2149171 w 2488513"/>
                <a:gd name="connsiteY2257" fmla="*/ 396719 h 1224584"/>
                <a:gd name="connsiteX2258" fmla="*/ 2152449 w 2488513"/>
                <a:gd name="connsiteY2258" fmla="*/ 391802 h 1224584"/>
                <a:gd name="connsiteX2259" fmla="*/ 2155728 w 2488513"/>
                <a:gd name="connsiteY2259" fmla="*/ 391802 h 1224584"/>
                <a:gd name="connsiteX2260" fmla="*/ 2160646 w 2488513"/>
                <a:gd name="connsiteY2260" fmla="*/ 393441 h 1224584"/>
                <a:gd name="connsiteX2261" fmla="*/ 2162285 w 2488513"/>
                <a:gd name="connsiteY2261" fmla="*/ 396719 h 1224584"/>
                <a:gd name="connsiteX2262" fmla="*/ 2159007 w 2488513"/>
                <a:gd name="connsiteY2262" fmla="*/ 398359 h 1224584"/>
                <a:gd name="connsiteX2263" fmla="*/ 2154089 w 2488513"/>
                <a:gd name="connsiteY2263" fmla="*/ 398359 h 1224584"/>
                <a:gd name="connsiteX2264" fmla="*/ 2152449 w 2488513"/>
                <a:gd name="connsiteY2264" fmla="*/ 399998 h 1224584"/>
                <a:gd name="connsiteX2265" fmla="*/ 2149171 w 2488513"/>
                <a:gd name="connsiteY2265" fmla="*/ 403277 h 1224584"/>
                <a:gd name="connsiteX2266" fmla="*/ 2154089 w 2488513"/>
                <a:gd name="connsiteY2266" fmla="*/ 403277 h 1224584"/>
                <a:gd name="connsiteX2267" fmla="*/ 2157367 w 2488513"/>
                <a:gd name="connsiteY2267" fmla="*/ 403277 h 1224584"/>
                <a:gd name="connsiteX2268" fmla="*/ 2154089 w 2488513"/>
                <a:gd name="connsiteY2268" fmla="*/ 404916 h 1224584"/>
                <a:gd name="connsiteX2269" fmla="*/ 2149171 w 2488513"/>
                <a:gd name="connsiteY2269" fmla="*/ 404916 h 1224584"/>
                <a:gd name="connsiteX2270" fmla="*/ 2150810 w 2488513"/>
                <a:gd name="connsiteY2270" fmla="*/ 408195 h 1224584"/>
                <a:gd name="connsiteX2271" fmla="*/ 2152449 w 2488513"/>
                <a:gd name="connsiteY2271" fmla="*/ 413113 h 1224584"/>
                <a:gd name="connsiteX2272" fmla="*/ 2157367 w 2488513"/>
                <a:gd name="connsiteY2272" fmla="*/ 411473 h 1224584"/>
                <a:gd name="connsiteX2273" fmla="*/ 2157367 w 2488513"/>
                <a:gd name="connsiteY2273" fmla="*/ 414752 h 1224584"/>
                <a:gd name="connsiteX2274" fmla="*/ 2160646 w 2488513"/>
                <a:gd name="connsiteY2274" fmla="*/ 413113 h 1224584"/>
                <a:gd name="connsiteX2275" fmla="*/ 2163925 w 2488513"/>
                <a:gd name="connsiteY2275" fmla="*/ 414752 h 1224584"/>
                <a:gd name="connsiteX2276" fmla="*/ 2167203 w 2488513"/>
                <a:gd name="connsiteY2276" fmla="*/ 414752 h 1224584"/>
                <a:gd name="connsiteX2277" fmla="*/ 2172121 w 2488513"/>
                <a:gd name="connsiteY2277" fmla="*/ 416392 h 1224584"/>
                <a:gd name="connsiteX2278" fmla="*/ 2172121 w 2488513"/>
                <a:gd name="connsiteY2278" fmla="*/ 418031 h 1224584"/>
                <a:gd name="connsiteX2279" fmla="*/ 2175400 w 2488513"/>
                <a:gd name="connsiteY2279" fmla="*/ 418031 h 1224584"/>
                <a:gd name="connsiteX2280" fmla="*/ 2180318 w 2488513"/>
                <a:gd name="connsiteY2280" fmla="*/ 419670 h 1224584"/>
                <a:gd name="connsiteX2281" fmla="*/ 2183597 w 2488513"/>
                <a:gd name="connsiteY2281" fmla="*/ 419670 h 1224584"/>
                <a:gd name="connsiteX2282" fmla="*/ 2186875 w 2488513"/>
                <a:gd name="connsiteY2282" fmla="*/ 416392 h 1224584"/>
                <a:gd name="connsiteX2283" fmla="*/ 2190154 w 2488513"/>
                <a:gd name="connsiteY2283" fmla="*/ 416392 h 1224584"/>
                <a:gd name="connsiteX2284" fmla="*/ 2191793 w 2488513"/>
                <a:gd name="connsiteY2284" fmla="*/ 421309 h 1224584"/>
                <a:gd name="connsiteX2285" fmla="*/ 2188515 w 2488513"/>
                <a:gd name="connsiteY2285" fmla="*/ 424588 h 1224584"/>
                <a:gd name="connsiteX2286" fmla="*/ 2191793 w 2488513"/>
                <a:gd name="connsiteY2286" fmla="*/ 426228 h 1224584"/>
                <a:gd name="connsiteX2287" fmla="*/ 2196711 w 2488513"/>
                <a:gd name="connsiteY2287" fmla="*/ 426228 h 1224584"/>
                <a:gd name="connsiteX2288" fmla="*/ 2199990 w 2488513"/>
                <a:gd name="connsiteY2288" fmla="*/ 424588 h 1224584"/>
                <a:gd name="connsiteX2289" fmla="*/ 2203269 w 2488513"/>
                <a:gd name="connsiteY2289" fmla="*/ 424588 h 1224584"/>
                <a:gd name="connsiteX2290" fmla="*/ 2204908 w 2488513"/>
                <a:gd name="connsiteY2290" fmla="*/ 421309 h 1224584"/>
                <a:gd name="connsiteX2291" fmla="*/ 2208187 w 2488513"/>
                <a:gd name="connsiteY2291" fmla="*/ 418031 h 1224584"/>
                <a:gd name="connsiteX2292" fmla="*/ 2211465 w 2488513"/>
                <a:gd name="connsiteY2292" fmla="*/ 421309 h 1224584"/>
                <a:gd name="connsiteX2293" fmla="*/ 2211465 w 2488513"/>
                <a:gd name="connsiteY2293" fmla="*/ 424588 h 1224584"/>
                <a:gd name="connsiteX2294" fmla="*/ 2209826 w 2488513"/>
                <a:gd name="connsiteY2294" fmla="*/ 427867 h 1224584"/>
                <a:gd name="connsiteX2295" fmla="*/ 2204908 w 2488513"/>
                <a:gd name="connsiteY2295" fmla="*/ 429506 h 1224584"/>
                <a:gd name="connsiteX2296" fmla="*/ 2201629 w 2488513"/>
                <a:gd name="connsiteY2296" fmla="*/ 431145 h 1224584"/>
                <a:gd name="connsiteX2297" fmla="*/ 2198351 w 2488513"/>
                <a:gd name="connsiteY2297" fmla="*/ 432785 h 1224584"/>
                <a:gd name="connsiteX2298" fmla="*/ 2196711 w 2488513"/>
                <a:gd name="connsiteY2298" fmla="*/ 436064 h 1224584"/>
                <a:gd name="connsiteX2299" fmla="*/ 2191793 w 2488513"/>
                <a:gd name="connsiteY2299" fmla="*/ 439342 h 1224584"/>
                <a:gd name="connsiteX2300" fmla="*/ 2190154 w 2488513"/>
                <a:gd name="connsiteY2300" fmla="*/ 442621 h 1224584"/>
                <a:gd name="connsiteX2301" fmla="*/ 2188515 w 2488513"/>
                <a:gd name="connsiteY2301" fmla="*/ 445900 h 1224584"/>
                <a:gd name="connsiteX2302" fmla="*/ 2188515 w 2488513"/>
                <a:gd name="connsiteY2302" fmla="*/ 449178 h 1224584"/>
                <a:gd name="connsiteX2303" fmla="*/ 2188515 w 2488513"/>
                <a:gd name="connsiteY2303" fmla="*/ 454096 h 1224584"/>
                <a:gd name="connsiteX2304" fmla="*/ 2185236 w 2488513"/>
                <a:gd name="connsiteY2304" fmla="*/ 457375 h 1224584"/>
                <a:gd name="connsiteX2305" fmla="*/ 2181957 w 2488513"/>
                <a:gd name="connsiteY2305" fmla="*/ 459014 h 1224584"/>
                <a:gd name="connsiteX2306" fmla="*/ 2178679 w 2488513"/>
                <a:gd name="connsiteY2306" fmla="*/ 459014 h 1224584"/>
                <a:gd name="connsiteX2307" fmla="*/ 2180318 w 2488513"/>
                <a:gd name="connsiteY2307" fmla="*/ 460654 h 1224584"/>
                <a:gd name="connsiteX2308" fmla="*/ 2175400 w 2488513"/>
                <a:gd name="connsiteY2308" fmla="*/ 460654 h 1224584"/>
                <a:gd name="connsiteX2309" fmla="*/ 2172121 w 2488513"/>
                <a:gd name="connsiteY2309" fmla="*/ 460654 h 1224584"/>
                <a:gd name="connsiteX2310" fmla="*/ 2168843 w 2488513"/>
                <a:gd name="connsiteY2310" fmla="*/ 460654 h 1224584"/>
                <a:gd name="connsiteX2311" fmla="*/ 2165564 w 2488513"/>
                <a:gd name="connsiteY2311" fmla="*/ 459014 h 1224584"/>
                <a:gd name="connsiteX2312" fmla="*/ 2160646 w 2488513"/>
                <a:gd name="connsiteY2312" fmla="*/ 460654 h 1224584"/>
                <a:gd name="connsiteX2313" fmla="*/ 2159007 w 2488513"/>
                <a:gd name="connsiteY2313" fmla="*/ 460654 h 1224584"/>
                <a:gd name="connsiteX2314" fmla="*/ 2155728 w 2488513"/>
                <a:gd name="connsiteY2314" fmla="*/ 460654 h 1224584"/>
                <a:gd name="connsiteX2315" fmla="*/ 2154089 w 2488513"/>
                <a:gd name="connsiteY2315" fmla="*/ 460654 h 1224584"/>
                <a:gd name="connsiteX2316" fmla="*/ 2150810 w 2488513"/>
                <a:gd name="connsiteY2316" fmla="*/ 459014 h 1224584"/>
                <a:gd name="connsiteX2317" fmla="*/ 2145892 w 2488513"/>
                <a:gd name="connsiteY2317" fmla="*/ 457375 h 1224584"/>
                <a:gd name="connsiteX2318" fmla="*/ 2142613 w 2488513"/>
                <a:gd name="connsiteY2318" fmla="*/ 457375 h 1224584"/>
                <a:gd name="connsiteX2319" fmla="*/ 2142613 w 2488513"/>
                <a:gd name="connsiteY2319" fmla="*/ 457375 h 1224584"/>
                <a:gd name="connsiteX2320" fmla="*/ 2145892 w 2488513"/>
                <a:gd name="connsiteY2320" fmla="*/ 459014 h 1224584"/>
                <a:gd name="connsiteX2321" fmla="*/ 2149171 w 2488513"/>
                <a:gd name="connsiteY2321" fmla="*/ 459014 h 1224584"/>
                <a:gd name="connsiteX2322" fmla="*/ 2150810 w 2488513"/>
                <a:gd name="connsiteY2322" fmla="*/ 460654 h 1224584"/>
                <a:gd name="connsiteX2323" fmla="*/ 2154089 w 2488513"/>
                <a:gd name="connsiteY2323" fmla="*/ 462293 h 1224584"/>
                <a:gd name="connsiteX2324" fmla="*/ 2159007 w 2488513"/>
                <a:gd name="connsiteY2324" fmla="*/ 460654 h 1224584"/>
                <a:gd name="connsiteX2325" fmla="*/ 2162285 w 2488513"/>
                <a:gd name="connsiteY2325" fmla="*/ 460654 h 1224584"/>
                <a:gd name="connsiteX2326" fmla="*/ 2165564 w 2488513"/>
                <a:gd name="connsiteY2326" fmla="*/ 462293 h 1224584"/>
                <a:gd name="connsiteX2327" fmla="*/ 2170482 w 2488513"/>
                <a:gd name="connsiteY2327" fmla="*/ 462293 h 1224584"/>
                <a:gd name="connsiteX2328" fmla="*/ 2172121 w 2488513"/>
                <a:gd name="connsiteY2328" fmla="*/ 462293 h 1224584"/>
                <a:gd name="connsiteX2329" fmla="*/ 2175400 w 2488513"/>
                <a:gd name="connsiteY2329" fmla="*/ 462293 h 1224584"/>
                <a:gd name="connsiteX2330" fmla="*/ 2178679 w 2488513"/>
                <a:gd name="connsiteY2330" fmla="*/ 462293 h 1224584"/>
                <a:gd name="connsiteX2331" fmla="*/ 2180318 w 2488513"/>
                <a:gd name="connsiteY2331" fmla="*/ 465572 h 1224584"/>
                <a:gd name="connsiteX2332" fmla="*/ 2180318 w 2488513"/>
                <a:gd name="connsiteY2332" fmla="*/ 468850 h 1224584"/>
                <a:gd name="connsiteX2333" fmla="*/ 2175400 w 2488513"/>
                <a:gd name="connsiteY2333" fmla="*/ 472129 h 1224584"/>
                <a:gd name="connsiteX2334" fmla="*/ 2177039 w 2488513"/>
                <a:gd name="connsiteY2334" fmla="*/ 477047 h 1224584"/>
                <a:gd name="connsiteX2335" fmla="*/ 2173761 w 2488513"/>
                <a:gd name="connsiteY2335" fmla="*/ 477047 h 1224584"/>
                <a:gd name="connsiteX2336" fmla="*/ 2168843 w 2488513"/>
                <a:gd name="connsiteY2336" fmla="*/ 480326 h 1224584"/>
                <a:gd name="connsiteX2337" fmla="*/ 2170482 w 2488513"/>
                <a:gd name="connsiteY2337" fmla="*/ 483604 h 1224584"/>
                <a:gd name="connsiteX2338" fmla="*/ 2165564 w 2488513"/>
                <a:gd name="connsiteY2338" fmla="*/ 486883 h 1224584"/>
                <a:gd name="connsiteX2339" fmla="*/ 2170482 w 2488513"/>
                <a:gd name="connsiteY2339" fmla="*/ 486883 h 1224584"/>
                <a:gd name="connsiteX2340" fmla="*/ 2173761 w 2488513"/>
                <a:gd name="connsiteY2340" fmla="*/ 486883 h 1224584"/>
                <a:gd name="connsiteX2341" fmla="*/ 2177039 w 2488513"/>
                <a:gd name="connsiteY2341" fmla="*/ 486883 h 1224584"/>
                <a:gd name="connsiteX2342" fmla="*/ 2178679 w 2488513"/>
                <a:gd name="connsiteY2342" fmla="*/ 491801 h 1224584"/>
                <a:gd name="connsiteX2343" fmla="*/ 2173761 w 2488513"/>
                <a:gd name="connsiteY2343" fmla="*/ 491801 h 1224584"/>
                <a:gd name="connsiteX2344" fmla="*/ 2170482 w 2488513"/>
                <a:gd name="connsiteY2344" fmla="*/ 491801 h 1224584"/>
                <a:gd name="connsiteX2345" fmla="*/ 2167203 w 2488513"/>
                <a:gd name="connsiteY2345" fmla="*/ 495080 h 1224584"/>
                <a:gd name="connsiteX2346" fmla="*/ 2170482 w 2488513"/>
                <a:gd name="connsiteY2346" fmla="*/ 496719 h 1224584"/>
                <a:gd name="connsiteX2347" fmla="*/ 2167203 w 2488513"/>
                <a:gd name="connsiteY2347" fmla="*/ 499998 h 1224584"/>
                <a:gd name="connsiteX2348" fmla="*/ 2163925 w 2488513"/>
                <a:gd name="connsiteY2348" fmla="*/ 503276 h 1224584"/>
                <a:gd name="connsiteX2349" fmla="*/ 2160646 w 2488513"/>
                <a:gd name="connsiteY2349" fmla="*/ 506555 h 1224584"/>
                <a:gd name="connsiteX2350" fmla="*/ 2157367 w 2488513"/>
                <a:gd name="connsiteY2350" fmla="*/ 509834 h 1224584"/>
                <a:gd name="connsiteX2351" fmla="*/ 2155728 w 2488513"/>
                <a:gd name="connsiteY2351" fmla="*/ 504916 h 1224584"/>
                <a:gd name="connsiteX2352" fmla="*/ 2157367 w 2488513"/>
                <a:gd name="connsiteY2352" fmla="*/ 501637 h 1224584"/>
                <a:gd name="connsiteX2353" fmla="*/ 2154089 w 2488513"/>
                <a:gd name="connsiteY2353" fmla="*/ 499998 h 1224584"/>
                <a:gd name="connsiteX2354" fmla="*/ 2154089 w 2488513"/>
                <a:gd name="connsiteY2354" fmla="*/ 503276 h 1224584"/>
                <a:gd name="connsiteX2355" fmla="*/ 2152449 w 2488513"/>
                <a:gd name="connsiteY2355" fmla="*/ 506555 h 1224584"/>
                <a:gd name="connsiteX2356" fmla="*/ 2147531 w 2488513"/>
                <a:gd name="connsiteY2356" fmla="*/ 508194 h 1224584"/>
                <a:gd name="connsiteX2357" fmla="*/ 2144252 w 2488513"/>
                <a:gd name="connsiteY2357" fmla="*/ 508194 h 1224584"/>
                <a:gd name="connsiteX2358" fmla="*/ 2140974 w 2488513"/>
                <a:gd name="connsiteY2358" fmla="*/ 509834 h 1224584"/>
                <a:gd name="connsiteX2359" fmla="*/ 2137695 w 2488513"/>
                <a:gd name="connsiteY2359" fmla="*/ 509834 h 1224584"/>
                <a:gd name="connsiteX2360" fmla="*/ 2140974 w 2488513"/>
                <a:gd name="connsiteY2360" fmla="*/ 511473 h 1224584"/>
                <a:gd name="connsiteX2361" fmla="*/ 2142613 w 2488513"/>
                <a:gd name="connsiteY2361" fmla="*/ 511473 h 1224584"/>
                <a:gd name="connsiteX2362" fmla="*/ 2144252 w 2488513"/>
                <a:gd name="connsiteY2362" fmla="*/ 513112 h 1224584"/>
                <a:gd name="connsiteX2363" fmla="*/ 2147531 w 2488513"/>
                <a:gd name="connsiteY2363" fmla="*/ 513112 h 1224584"/>
                <a:gd name="connsiteX2364" fmla="*/ 2144252 w 2488513"/>
                <a:gd name="connsiteY2364" fmla="*/ 516391 h 1224584"/>
                <a:gd name="connsiteX2365" fmla="*/ 2147531 w 2488513"/>
                <a:gd name="connsiteY2365" fmla="*/ 516391 h 1224584"/>
                <a:gd name="connsiteX2366" fmla="*/ 2152449 w 2488513"/>
                <a:gd name="connsiteY2366" fmla="*/ 513112 h 1224584"/>
                <a:gd name="connsiteX2367" fmla="*/ 2155728 w 2488513"/>
                <a:gd name="connsiteY2367" fmla="*/ 511473 h 1224584"/>
                <a:gd name="connsiteX2368" fmla="*/ 2159007 w 2488513"/>
                <a:gd name="connsiteY2368" fmla="*/ 509834 h 1224584"/>
                <a:gd name="connsiteX2369" fmla="*/ 2163925 w 2488513"/>
                <a:gd name="connsiteY2369" fmla="*/ 508194 h 1224584"/>
                <a:gd name="connsiteX2370" fmla="*/ 2167203 w 2488513"/>
                <a:gd name="connsiteY2370" fmla="*/ 506555 h 1224584"/>
                <a:gd name="connsiteX2371" fmla="*/ 2170482 w 2488513"/>
                <a:gd name="connsiteY2371" fmla="*/ 504916 h 1224584"/>
                <a:gd name="connsiteX2372" fmla="*/ 2173761 w 2488513"/>
                <a:gd name="connsiteY2372" fmla="*/ 504916 h 1224584"/>
                <a:gd name="connsiteX2373" fmla="*/ 2178679 w 2488513"/>
                <a:gd name="connsiteY2373" fmla="*/ 504916 h 1224584"/>
                <a:gd name="connsiteX2374" fmla="*/ 2181957 w 2488513"/>
                <a:gd name="connsiteY2374" fmla="*/ 504916 h 1224584"/>
                <a:gd name="connsiteX2375" fmla="*/ 2185236 w 2488513"/>
                <a:gd name="connsiteY2375" fmla="*/ 504916 h 1224584"/>
                <a:gd name="connsiteX2376" fmla="*/ 2190154 w 2488513"/>
                <a:gd name="connsiteY2376" fmla="*/ 504916 h 1224584"/>
                <a:gd name="connsiteX2377" fmla="*/ 2193433 w 2488513"/>
                <a:gd name="connsiteY2377" fmla="*/ 508194 h 1224584"/>
                <a:gd name="connsiteX2378" fmla="*/ 2193433 w 2488513"/>
                <a:gd name="connsiteY2378" fmla="*/ 511473 h 1224584"/>
                <a:gd name="connsiteX2379" fmla="*/ 2191793 w 2488513"/>
                <a:gd name="connsiteY2379" fmla="*/ 516391 h 1224584"/>
                <a:gd name="connsiteX2380" fmla="*/ 2191793 w 2488513"/>
                <a:gd name="connsiteY2380" fmla="*/ 519670 h 1224584"/>
                <a:gd name="connsiteX2381" fmla="*/ 2193433 w 2488513"/>
                <a:gd name="connsiteY2381" fmla="*/ 522948 h 1224584"/>
                <a:gd name="connsiteX2382" fmla="*/ 2190154 w 2488513"/>
                <a:gd name="connsiteY2382" fmla="*/ 526227 h 1224584"/>
                <a:gd name="connsiteX2383" fmla="*/ 2185236 w 2488513"/>
                <a:gd name="connsiteY2383" fmla="*/ 531145 h 1224584"/>
                <a:gd name="connsiteX2384" fmla="*/ 2181957 w 2488513"/>
                <a:gd name="connsiteY2384" fmla="*/ 534424 h 1224584"/>
                <a:gd name="connsiteX2385" fmla="*/ 2178679 w 2488513"/>
                <a:gd name="connsiteY2385" fmla="*/ 537702 h 1224584"/>
                <a:gd name="connsiteX2386" fmla="*/ 2173761 w 2488513"/>
                <a:gd name="connsiteY2386" fmla="*/ 540981 h 1224584"/>
                <a:gd name="connsiteX2387" fmla="*/ 2170482 w 2488513"/>
                <a:gd name="connsiteY2387" fmla="*/ 540981 h 1224584"/>
                <a:gd name="connsiteX2388" fmla="*/ 2167203 w 2488513"/>
                <a:gd name="connsiteY2388" fmla="*/ 540981 h 1224584"/>
                <a:gd name="connsiteX2389" fmla="*/ 2163925 w 2488513"/>
                <a:gd name="connsiteY2389" fmla="*/ 542620 h 1224584"/>
                <a:gd name="connsiteX2390" fmla="*/ 2160646 w 2488513"/>
                <a:gd name="connsiteY2390" fmla="*/ 542620 h 1224584"/>
                <a:gd name="connsiteX2391" fmla="*/ 2155728 w 2488513"/>
                <a:gd name="connsiteY2391" fmla="*/ 544260 h 1224584"/>
                <a:gd name="connsiteX2392" fmla="*/ 2152449 w 2488513"/>
                <a:gd name="connsiteY2392" fmla="*/ 545899 h 1224584"/>
                <a:gd name="connsiteX2393" fmla="*/ 2149171 w 2488513"/>
                <a:gd name="connsiteY2393" fmla="*/ 547539 h 1224584"/>
                <a:gd name="connsiteX2394" fmla="*/ 2144252 w 2488513"/>
                <a:gd name="connsiteY2394" fmla="*/ 549178 h 1224584"/>
                <a:gd name="connsiteX2395" fmla="*/ 2140974 w 2488513"/>
                <a:gd name="connsiteY2395" fmla="*/ 550817 h 1224584"/>
                <a:gd name="connsiteX2396" fmla="*/ 2144252 w 2488513"/>
                <a:gd name="connsiteY2396" fmla="*/ 549178 h 1224584"/>
                <a:gd name="connsiteX2397" fmla="*/ 2147531 w 2488513"/>
                <a:gd name="connsiteY2397" fmla="*/ 547539 h 1224584"/>
                <a:gd name="connsiteX2398" fmla="*/ 2152449 w 2488513"/>
                <a:gd name="connsiteY2398" fmla="*/ 545899 h 1224584"/>
                <a:gd name="connsiteX2399" fmla="*/ 2155728 w 2488513"/>
                <a:gd name="connsiteY2399" fmla="*/ 544260 h 1224584"/>
                <a:gd name="connsiteX2400" fmla="*/ 2159007 w 2488513"/>
                <a:gd name="connsiteY2400" fmla="*/ 544260 h 1224584"/>
                <a:gd name="connsiteX2401" fmla="*/ 2163925 w 2488513"/>
                <a:gd name="connsiteY2401" fmla="*/ 542620 h 1224584"/>
                <a:gd name="connsiteX2402" fmla="*/ 2167203 w 2488513"/>
                <a:gd name="connsiteY2402" fmla="*/ 542620 h 1224584"/>
                <a:gd name="connsiteX2403" fmla="*/ 2170482 w 2488513"/>
                <a:gd name="connsiteY2403" fmla="*/ 540981 h 1224584"/>
                <a:gd name="connsiteX2404" fmla="*/ 2173761 w 2488513"/>
                <a:gd name="connsiteY2404" fmla="*/ 540981 h 1224584"/>
                <a:gd name="connsiteX2405" fmla="*/ 2178679 w 2488513"/>
                <a:gd name="connsiteY2405" fmla="*/ 539342 h 1224584"/>
                <a:gd name="connsiteX2406" fmla="*/ 2181957 w 2488513"/>
                <a:gd name="connsiteY2406" fmla="*/ 537702 h 1224584"/>
                <a:gd name="connsiteX2407" fmla="*/ 2183597 w 2488513"/>
                <a:gd name="connsiteY2407" fmla="*/ 532784 h 1224584"/>
                <a:gd name="connsiteX2408" fmla="*/ 2186875 w 2488513"/>
                <a:gd name="connsiteY2408" fmla="*/ 531145 h 1224584"/>
                <a:gd name="connsiteX2409" fmla="*/ 2191793 w 2488513"/>
                <a:gd name="connsiteY2409" fmla="*/ 526227 h 1224584"/>
                <a:gd name="connsiteX2410" fmla="*/ 2193433 w 2488513"/>
                <a:gd name="connsiteY2410" fmla="*/ 522948 h 1224584"/>
                <a:gd name="connsiteX2411" fmla="*/ 2196711 w 2488513"/>
                <a:gd name="connsiteY2411" fmla="*/ 519670 h 1224584"/>
                <a:gd name="connsiteX2412" fmla="*/ 2201629 w 2488513"/>
                <a:gd name="connsiteY2412" fmla="*/ 518030 h 1224584"/>
                <a:gd name="connsiteX2413" fmla="*/ 2203269 w 2488513"/>
                <a:gd name="connsiteY2413" fmla="*/ 522948 h 1224584"/>
                <a:gd name="connsiteX2414" fmla="*/ 2199990 w 2488513"/>
                <a:gd name="connsiteY2414" fmla="*/ 526227 h 1224584"/>
                <a:gd name="connsiteX2415" fmla="*/ 2199990 w 2488513"/>
                <a:gd name="connsiteY2415" fmla="*/ 529506 h 1224584"/>
                <a:gd name="connsiteX2416" fmla="*/ 2196711 w 2488513"/>
                <a:gd name="connsiteY2416" fmla="*/ 532784 h 1224584"/>
                <a:gd name="connsiteX2417" fmla="*/ 2191793 w 2488513"/>
                <a:gd name="connsiteY2417" fmla="*/ 534424 h 1224584"/>
                <a:gd name="connsiteX2418" fmla="*/ 2188515 w 2488513"/>
                <a:gd name="connsiteY2418" fmla="*/ 536063 h 1224584"/>
                <a:gd name="connsiteX2419" fmla="*/ 2191793 w 2488513"/>
                <a:gd name="connsiteY2419" fmla="*/ 536063 h 1224584"/>
                <a:gd name="connsiteX2420" fmla="*/ 2196711 w 2488513"/>
                <a:gd name="connsiteY2420" fmla="*/ 532784 h 1224584"/>
                <a:gd name="connsiteX2421" fmla="*/ 2199990 w 2488513"/>
                <a:gd name="connsiteY2421" fmla="*/ 531145 h 1224584"/>
                <a:gd name="connsiteX2422" fmla="*/ 2203269 w 2488513"/>
                <a:gd name="connsiteY2422" fmla="*/ 526227 h 1224584"/>
                <a:gd name="connsiteX2423" fmla="*/ 2206547 w 2488513"/>
                <a:gd name="connsiteY2423" fmla="*/ 522948 h 1224584"/>
                <a:gd name="connsiteX2424" fmla="*/ 2206547 w 2488513"/>
                <a:gd name="connsiteY2424" fmla="*/ 526227 h 1224584"/>
                <a:gd name="connsiteX2425" fmla="*/ 2204908 w 2488513"/>
                <a:gd name="connsiteY2425" fmla="*/ 531145 h 1224584"/>
                <a:gd name="connsiteX2426" fmla="*/ 2203269 w 2488513"/>
                <a:gd name="connsiteY2426" fmla="*/ 534424 h 1224584"/>
                <a:gd name="connsiteX2427" fmla="*/ 2201629 w 2488513"/>
                <a:gd name="connsiteY2427" fmla="*/ 537702 h 1224584"/>
                <a:gd name="connsiteX2428" fmla="*/ 2198351 w 2488513"/>
                <a:gd name="connsiteY2428" fmla="*/ 542620 h 1224584"/>
                <a:gd name="connsiteX2429" fmla="*/ 2196711 w 2488513"/>
                <a:gd name="connsiteY2429" fmla="*/ 544260 h 1224584"/>
                <a:gd name="connsiteX2430" fmla="*/ 2199990 w 2488513"/>
                <a:gd name="connsiteY2430" fmla="*/ 540981 h 1224584"/>
                <a:gd name="connsiteX2431" fmla="*/ 2201629 w 2488513"/>
                <a:gd name="connsiteY2431" fmla="*/ 537702 h 1224584"/>
                <a:gd name="connsiteX2432" fmla="*/ 2206547 w 2488513"/>
                <a:gd name="connsiteY2432" fmla="*/ 534424 h 1224584"/>
                <a:gd name="connsiteX2433" fmla="*/ 2209826 w 2488513"/>
                <a:gd name="connsiteY2433" fmla="*/ 531145 h 1224584"/>
                <a:gd name="connsiteX2434" fmla="*/ 2213105 w 2488513"/>
                <a:gd name="connsiteY2434" fmla="*/ 529506 h 1224584"/>
                <a:gd name="connsiteX2435" fmla="*/ 2218023 w 2488513"/>
                <a:gd name="connsiteY2435" fmla="*/ 529506 h 1224584"/>
                <a:gd name="connsiteX2436" fmla="*/ 2221302 w 2488513"/>
                <a:gd name="connsiteY2436" fmla="*/ 527867 h 1224584"/>
                <a:gd name="connsiteX2437" fmla="*/ 2224580 w 2488513"/>
                <a:gd name="connsiteY2437" fmla="*/ 526227 h 1224584"/>
                <a:gd name="connsiteX2438" fmla="*/ 2227859 w 2488513"/>
                <a:gd name="connsiteY2438" fmla="*/ 524588 h 1224584"/>
                <a:gd name="connsiteX2439" fmla="*/ 2232777 w 2488513"/>
                <a:gd name="connsiteY2439" fmla="*/ 521309 h 1224584"/>
                <a:gd name="connsiteX2440" fmla="*/ 2236055 w 2488513"/>
                <a:gd name="connsiteY2440" fmla="*/ 522948 h 1224584"/>
                <a:gd name="connsiteX2441" fmla="*/ 2239334 w 2488513"/>
                <a:gd name="connsiteY2441" fmla="*/ 521309 h 1224584"/>
                <a:gd name="connsiteX2442" fmla="*/ 2242613 w 2488513"/>
                <a:gd name="connsiteY2442" fmla="*/ 521309 h 1224584"/>
                <a:gd name="connsiteX2443" fmla="*/ 2244252 w 2488513"/>
                <a:gd name="connsiteY2443" fmla="*/ 518030 h 1224584"/>
                <a:gd name="connsiteX2444" fmla="*/ 2247531 w 2488513"/>
                <a:gd name="connsiteY2444" fmla="*/ 514752 h 1224584"/>
                <a:gd name="connsiteX2445" fmla="*/ 2250809 w 2488513"/>
                <a:gd name="connsiteY2445" fmla="*/ 511473 h 1224584"/>
                <a:gd name="connsiteX2446" fmla="*/ 2254088 w 2488513"/>
                <a:gd name="connsiteY2446" fmla="*/ 508194 h 1224584"/>
                <a:gd name="connsiteX2447" fmla="*/ 2259006 w 2488513"/>
                <a:gd name="connsiteY2447" fmla="*/ 506555 h 1224584"/>
                <a:gd name="connsiteX2448" fmla="*/ 2262285 w 2488513"/>
                <a:gd name="connsiteY2448" fmla="*/ 511473 h 1224584"/>
                <a:gd name="connsiteX2449" fmla="*/ 2263924 w 2488513"/>
                <a:gd name="connsiteY2449" fmla="*/ 514752 h 1224584"/>
                <a:gd name="connsiteX2450" fmla="*/ 2265564 w 2488513"/>
                <a:gd name="connsiteY2450" fmla="*/ 518030 h 1224584"/>
                <a:gd name="connsiteX2451" fmla="*/ 2262285 w 2488513"/>
                <a:gd name="connsiteY2451" fmla="*/ 521309 h 1224584"/>
                <a:gd name="connsiteX2452" fmla="*/ 2260646 w 2488513"/>
                <a:gd name="connsiteY2452" fmla="*/ 524588 h 1224584"/>
                <a:gd name="connsiteX2453" fmla="*/ 2257367 w 2488513"/>
                <a:gd name="connsiteY2453" fmla="*/ 526227 h 1224584"/>
                <a:gd name="connsiteX2454" fmla="*/ 2257367 w 2488513"/>
                <a:gd name="connsiteY2454" fmla="*/ 527867 h 1224584"/>
                <a:gd name="connsiteX2455" fmla="*/ 2260646 w 2488513"/>
                <a:gd name="connsiteY2455" fmla="*/ 526227 h 1224584"/>
                <a:gd name="connsiteX2456" fmla="*/ 2262285 w 2488513"/>
                <a:gd name="connsiteY2456" fmla="*/ 522948 h 1224584"/>
                <a:gd name="connsiteX2457" fmla="*/ 2267203 w 2488513"/>
                <a:gd name="connsiteY2457" fmla="*/ 519670 h 1224584"/>
                <a:gd name="connsiteX2458" fmla="*/ 2268842 w 2488513"/>
                <a:gd name="connsiteY2458" fmla="*/ 516391 h 1224584"/>
                <a:gd name="connsiteX2459" fmla="*/ 2267203 w 2488513"/>
                <a:gd name="connsiteY2459" fmla="*/ 511473 h 1224584"/>
                <a:gd name="connsiteX2460" fmla="*/ 2267203 w 2488513"/>
                <a:gd name="connsiteY2460" fmla="*/ 508194 h 1224584"/>
                <a:gd name="connsiteX2461" fmla="*/ 2270482 w 2488513"/>
                <a:gd name="connsiteY2461" fmla="*/ 508194 h 1224584"/>
                <a:gd name="connsiteX2462" fmla="*/ 2275399 w 2488513"/>
                <a:gd name="connsiteY2462" fmla="*/ 508194 h 1224584"/>
                <a:gd name="connsiteX2463" fmla="*/ 2277039 w 2488513"/>
                <a:gd name="connsiteY2463" fmla="*/ 506555 h 1224584"/>
                <a:gd name="connsiteX2464" fmla="*/ 2272121 w 2488513"/>
                <a:gd name="connsiteY2464" fmla="*/ 506555 h 1224584"/>
                <a:gd name="connsiteX2465" fmla="*/ 2277039 w 2488513"/>
                <a:gd name="connsiteY2465" fmla="*/ 503276 h 1224584"/>
                <a:gd name="connsiteX2466" fmla="*/ 2280317 w 2488513"/>
                <a:gd name="connsiteY2466" fmla="*/ 501637 h 1224584"/>
                <a:gd name="connsiteX2467" fmla="*/ 2283596 w 2488513"/>
                <a:gd name="connsiteY2467" fmla="*/ 498358 h 1224584"/>
                <a:gd name="connsiteX2468" fmla="*/ 2286875 w 2488513"/>
                <a:gd name="connsiteY2468" fmla="*/ 501637 h 1224584"/>
                <a:gd name="connsiteX2469" fmla="*/ 2291793 w 2488513"/>
                <a:gd name="connsiteY2469" fmla="*/ 498358 h 1224584"/>
                <a:gd name="connsiteX2470" fmla="*/ 2295072 w 2488513"/>
                <a:gd name="connsiteY2470" fmla="*/ 499998 h 1224584"/>
                <a:gd name="connsiteX2471" fmla="*/ 2291793 w 2488513"/>
                <a:gd name="connsiteY2471" fmla="*/ 498358 h 1224584"/>
                <a:gd name="connsiteX2472" fmla="*/ 2286875 w 2488513"/>
                <a:gd name="connsiteY2472" fmla="*/ 498358 h 1224584"/>
                <a:gd name="connsiteX2473" fmla="*/ 2285236 w 2488513"/>
                <a:gd name="connsiteY2473" fmla="*/ 495080 h 1224584"/>
                <a:gd name="connsiteX2474" fmla="*/ 2286875 w 2488513"/>
                <a:gd name="connsiteY2474" fmla="*/ 490162 h 1224584"/>
                <a:gd name="connsiteX2475" fmla="*/ 2290154 w 2488513"/>
                <a:gd name="connsiteY2475" fmla="*/ 493440 h 1224584"/>
                <a:gd name="connsiteX2476" fmla="*/ 2295072 w 2488513"/>
                <a:gd name="connsiteY2476" fmla="*/ 490162 h 1224584"/>
                <a:gd name="connsiteX2477" fmla="*/ 2295072 w 2488513"/>
                <a:gd name="connsiteY2477" fmla="*/ 486883 h 1224584"/>
                <a:gd name="connsiteX2478" fmla="*/ 2298350 w 2488513"/>
                <a:gd name="connsiteY2478" fmla="*/ 488522 h 1224584"/>
                <a:gd name="connsiteX2479" fmla="*/ 2299989 w 2488513"/>
                <a:gd name="connsiteY2479" fmla="*/ 485244 h 1224584"/>
                <a:gd name="connsiteX2480" fmla="*/ 2298350 w 2488513"/>
                <a:gd name="connsiteY2480" fmla="*/ 480326 h 1224584"/>
                <a:gd name="connsiteX2481" fmla="*/ 2301629 w 2488513"/>
                <a:gd name="connsiteY2481" fmla="*/ 481965 h 1224584"/>
                <a:gd name="connsiteX2482" fmla="*/ 2304908 w 2488513"/>
                <a:gd name="connsiteY2482" fmla="*/ 481965 h 1224584"/>
                <a:gd name="connsiteX2483" fmla="*/ 2308186 w 2488513"/>
                <a:gd name="connsiteY2483" fmla="*/ 483604 h 1224584"/>
                <a:gd name="connsiteX2484" fmla="*/ 2311465 w 2488513"/>
                <a:gd name="connsiteY2484" fmla="*/ 485244 h 1224584"/>
                <a:gd name="connsiteX2485" fmla="*/ 2309826 w 2488513"/>
                <a:gd name="connsiteY2485" fmla="*/ 481965 h 1224584"/>
                <a:gd name="connsiteX2486" fmla="*/ 2306547 w 2488513"/>
                <a:gd name="connsiteY2486" fmla="*/ 480326 h 1224584"/>
                <a:gd name="connsiteX2487" fmla="*/ 2303268 w 2488513"/>
                <a:gd name="connsiteY2487" fmla="*/ 477047 h 1224584"/>
                <a:gd name="connsiteX2488" fmla="*/ 2303268 w 2488513"/>
                <a:gd name="connsiteY2488" fmla="*/ 472129 h 1224584"/>
                <a:gd name="connsiteX2489" fmla="*/ 2306547 w 2488513"/>
                <a:gd name="connsiteY2489" fmla="*/ 468850 h 1224584"/>
                <a:gd name="connsiteX2490" fmla="*/ 2309826 w 2488513"/>
                <a:gd name="connsiteY2490" fmla="*/ 468850 h 1224584"/>
                <a:gd name="connsiteX2491" fmla="*/ 2314744 w 2488513"/>
                <a:gd name="connsiteY2491" fmla="*/ 467211 h 1224584"/>
                <a:gd name="connsiteX2492" fmla="*/ 2318022 w 2488513"/>
                <a:gd name="connsiteY2492" fmla="*/ 468850 h 1224584"/>
                <a:gd name="connsiteX2493" fmla="*/ 2321301 w 2488513"/>
                <a:gd name="connsiteY2493" fmla="*/ 470490 h 1224584"/>
                <a:gd name="connsiteX2494" fmla="*/ 2318022 w 2488513"/>
                <a:gd name="connsiteY2494" fmla="*/ 468850 h 1224584"/>
                <a:gd name="connsiteX2495" fmla="*/ 2316383 w 2488513"/>
                <a:gd name="connsiteY2495" fmla="*/ 465572 h 1224584"/>
                <a:gd name="connsiteX2496" fmla="*/ 2321301 w 2488513"/>
                <a:gd name="connsiteY2496" fmla="*/ 462293 h 1224584"/>
                <a:gd name="connsiteX2497" fmla="*/ 2322940 w 2488513"/>
                <a:gd name="connsiteY2497" fmla="*/ 460654 h 1224584"/>
                <a:gd name="connsiteX2498" fmla="*/ 2327858 w 2488513"/>
                <a:gd name="connsiteY2498" fmla="*/ 457375 h 1224584"/>
                <a:gd name="connsiteX2499" fmla="*/ 2331137 w 2488513"/>
                <a:gd name="connsiteY2499" fmla="*/ 454096 h 1224584"/>
                <a:gd name="connsiteX2500" fmla="*/ 2334416 w 2488513"/>
                <a:gd name="connsiteY2500" fmla="*/ 452457 h 1224584"/>
                <a:gd name="connsiteX2501" fmla="*/ 2337694 w 2488513"/>
                <a:gd name="connsiteY2501" fmla="*/ 449178 h 1224584"/>
                <a:gd name="connsiteX2502" fmla="*/ 2340973 w 2488513"/>
                <a:gd name="connsiteY2502" fmla="*/ 445900 h 1224584"/>
                <a:gd name="connsiteX2503" fmla="*/ 2344252 w 2488513"/>
                <a:gd name="connsiteY2503" fmla="*/ 445900 h 1224584"/>
                <a:gd name="connsiteX2504" fmla="*/ 2347530 w 2488513"/>
                <a:gd name="connsiteY2504" fmla="*/ 447539 h 1224584"/>
                <a:gd name="connsiteX2505" fmla="*/ 2344252 w 2488513"/>
                <a:gd name="connsiteY2505" fmla="*/ 449178 h 1224584"/>
                <a:gd name="connsiteX2506" fmla="*/ 2339334 w 2488513"/>
                <a:gd name="connsiteY2506" fmla="*/ 450818 h 1224584"/>
                <a:gd name="connsiteX2507" fmla="*/ 2344252 w 2488513"/>
                <a:gd name="connsiteY2507" fmla="*/ 449178 h 1224584"/>
                <a:gd name="connsiteX2508" fmla="*/ 2347530 w 2488513"/>
                <a:gd name="connsiteY2508" fmla="*/ 450818 h 1224584"/>
                <a:gd name="connsiteX2509" fmla="*/ 2344252 w 2488513"/>
                <a:gd name="connsiteY2509" fmla="*/ 452457 h 1224584"/>
                <a:gd name="connsiteX2510" fmla="*/ 2347530 w 2488513"/>
                <a:gd name="connsiteY2510" fmla="*/ 452457 h 1224584"/>
                <a:gd name="connsiteX2511" fmla="*/ 2344252 w 2488513"/>
                <a:gd name="connsiteY2511" fmla="*/ 455736 h 1224584"/>
                <a:gd name="connsiteX2512" fmla="*/ 2340973 w 2488513"/>
                <a:gd name="connsiteY2512" fmla="*/ 457375 h 1224584"/>
                <a:gd name="connsiteX2513" fmla="*/ 2337694 w 2488513"/>
                <a:gd name="connsiteY2513" fmla="*/ 459014 h 1224584"/>
                <a:gd name="connsiteX2514" fmla="*/ 2332776 w 2488513"/>
                <a:gd name="connsiteY2514" fmla="*/ 459014 h 1224584"/>
                <a:gd name="connsiteX2515" fmla="*/ 2332776 w 2488513"/>
                <a:gd name="connsiteY2515" fmla="*/ 460654 h 1224584"/>
                <a:gd name="connsiteX2516" fmla="*/ 2334416 w 2488513"/>
                <a:gd name="connsiteY2516" fmla="*/ 460654 h 1224584"/>
                <a:gd name="connsiteX2517" fmla="*/ 2337694 w 2488513"/>
                <a:gd name="connsiteY2517" fmla="*/ 459014 h 1224584"/>
                <a:gd name="connsiteX2518" fmla="*/ 2342612 w 2488513"/>
                <a:gd name="connsiteY2518" fmla="*/ 457375 h 1224584"/>
                <a:gd name="connsiteX2519" fmla="*/ 2345891 w 2488513"/>
                <a:gd name="connsiteY2519" fmla="*/ 457375 h 1224584"/>
                <a:gd name="connsiteX2520" fmla="*/ 2342612 w 2488513"/>
                <a:gd name="connsiteY2520" fmla="*/ 460654 h 1224584"/>
                <a:gd name="connsiteX2521" fmla="*/ 2342612 w 2488513"/>
                <a:gd name="connsiteY2521" fmla="*/ 460654 h 1224584"/>
                <a:gd name="connsiteX2522" fmla="*/ 2339334 w 2488513"/>
                <a:gd name="connsiteY2522" fmla="*/ 463932 h 1224584"/>
                <a:gd name="connsiteX2523" fmla="*/ 2344252 w 2488513"/>
                <a:gd name="connsiteY2523" fmla="*/ 463932 h 1224584"/>
                <a:gd name="connsiteX2524" fmla="*/ 2347530 w 2488513"/>
                <a:gd name="connsiteY2524" fmla="*/ 460654 h 1224584"/>
                <a:gd name="connsiteX2525" fmla="*/ 2350809 w 2488513"/>
                <a:gd name="connsiteY2525" fmla="*/ 460654 h 1224584"/>
                <a:gd name="connsiteX2526" fmla="*/ 2352448 w 2488513"/>
                <a:gd name="connsiteY2526" fmla="*/ 460654 h 1224584"/>
                <a:gd name="connsiteX2527" fmla="*/ 2349170 w 2488513"/>
                <a:gd name="connsiteY2527" fmla="*/ 462293 h 1224584"/>
                <a:gd name="connsiteX2528" fmla="*/ 2349170 w 2488513"/>
                <a:gd name="connsiteY2528" fmla="*/ 465572 h 1224584"/>
                <a:gd name="connsiteX2529" fmla="*/ 2345891 w 2488513"/>
                <a:gd name="connsiteY2529" fmla="*/ 468850 h 1224584"/>
                <a:gd name="connsiteX2530" fmla="*/ 2345891 w 2488513"/>
                <a:gd name="connsiteY2530" fmla="*/ 470490 h 1224584"/>
                <a:gd name="connsiteX2531" fmla="*/ 2345891 w 2488513"/>
                <a:gd name="connsiteY2531" fmla="*/ 470490 h 1224584"/>
                <a:gd name="connsiteX2532" fmla="*/ 2345891 w 2488513"/>
                <a:gd name="connsiteY2532" fmla="*/ 473768 h 1224584"/>
                <a:gd name="connsiteX2533" fmla="*/ 2349170 w 2488513"/>
                <a:gd name="connsiteY2533" fmla="*/ 473768 h 1224584"/>
                <a:gd name="connsiteX2534" fmla="*/ 2345891 w 2488513"/>
                <a:gd name="connsiteY2534" fmla="*/ 477047 h 1224584"/>
                <a:gd name="connsiteX2535" fmla="*/ 2350809 w 2488513"/>
                <a:gd name="connsiteY2535" fmla="*/ 475408 h 1224584"/>
                <a:gd name="connsiteX2536" fmla="*/ 2347530 w 2488513"/>
                <a:gd name="connsiteY2536" fmla="*/ 480326 h 1224584"/>
                <a:gd name="connsiteX2537" fmla="*/ 2352448 w 2488513"/>
                <a:gd name="connsiteY2537" fmla="*/ 477047 h 1224584"/>
                <a:gd name="connsiteX2538" fmla="*/ 2355727 w 2488513"/>
                <a:gd name="connsiteY2538" fmla="*/ 480326 h 1224584"/>
                <a:gd name="connsiteX2539" fmla="*/ 2352448 w 2488513"/>
                <a:gd name="connsiteY2539" fmla="*/ 483604 h 1224584"/>
                <a:gd name="connsiteX2540" fmla="*/ 2347530 w 2488513"/>
                <a:gd name="connsiteY2540" fmla="*/ 483604 h 1224584"/>
                <a:gd name="connsiteX2541" fmla="*/ 2344252 w 2488513"/>
                <a:gd name="connsiteY2541" fmla="*/ 483604 h 1224584"/>
                <a:gd name="connsiteX2542" fmla="*/ 2347530 w 2488513"/>
                <a:gd name="connsiteY2542" fmla="*/ 485244 h 1224584"/>
                <a:gd name="connsiteX2543" fmla="*/ 2349170 w 2488513"/>
                <a:gd name="connsiteY2543" fmla="*/ 485244 h 1224584"/>
                <a:gd name="connsiteX2544" fmla="*/ 2349170 w 2488513"/>
                <a:gd name="connsiteY2544" fmla="*/ 490162 h 1224584"/>
                <a:gd name="connsiteX2545" fmla="*/ 2352448 w 2488513"/>
                <a:gd name="connsiteY2545" fmla="*/ 486883 h 1224584"/>
                <a:gd name="connsiteX2546" fmla="*/ 2357366 w 2488513"/>
                <a:gd name="connsiteY2546" fmla="*/ 486883 h 1224584"/>
                <a:gd name="connsiteX2547" fmla="*/ 2355727 w 2488513"/>
                <a:gd name="connsiteY2547" fmla="*/ 490162 h 1224584"/>
                <a:gd name="connsiteX2548" fmla="*/ 2352448 w 2488513"/>
                <a:gd name="connsiteY2548" fmla="*/ 491801 h 1224584"/>
                <a:gd name="connsiteX2549" fmla="*/ 2355727 w 2488513"/>
                <a:gd name="connsiteY2549" fmla="*/ 491801 h 1224584"/>
                <a:gd name="connsiteX2550" fmla="*/ 2359006 w 2488513"/>
                <a:gd name="connsiteY2550" fmla="*/ 490162 h 1224584"/>
                <a:gd name="connsiteX2551" fmla="*/ 2357366 w 2488513"/>
                <a:gd name="connsiteY2551" fmla="*/ 493440 h 1224584"/>
                <a:gd name="connsiteX2552" fmla="*/ 2352448 w 2488513"/>
                <a:gd name="connsiteY2552" fmla="*/ 496719 h 1224584"/>
                <a:gd name="connsiteX2553" fmla="*/ 2349170 w 2488513"/>
                <a:gd name="connsiteY2553" fmla="*/ 498358 h 1224584"/>
                <a:gd name="connsiteX2554" fmla="*/ 2345891 w 2488513"/>
                <a:gd name="connsiteY2554" fmla="*/ 498358 h 1224584"/>
                <a:gd name="connsiteX2555" fmla="*/ 2340973 w 2488513"/>
                <a:gd name="connsiteY2555" fmla="*/ 498358 h 1224584"/>
                <a:gd name="connsiteX2556" fmla="*/ 2337694 w 2488513"/>
                <a:gd name="connsiteY2556" fmla="*/ 498358 h 1224584"/>
                <a:gd name="connsiteX2557" fmla="*/ 2337694 w 2488513"/>
                <a:gd name="connsiteY2557" fmla="*/ 501637 h 1224584"/>
                <a:gd name="connsiteX2558" fmla="*/ 2342612 w 2488513"/>
                <a:gd name="connsiteY2558" fmla="*/ 499998 h 1224584"/>
                <a:gd name="connsiteX2559" fmla="*/ 2345891 w 2488513"/>
                <a:gd name="connsiteY2559" fmla="*/ 499998 h 1224584"/>
                <a:gd name="connsiteX2560" fmla="*/ 2349170 w 2488513"/>
                <a:gd name="connsiteY2560" fmla="*/ 499998 h 1224584"/>
                <a:gd name="connsiteX2561" fmla="*/ 2352448 w 2488513"/>
                <a:gd name="connsiteY2561" fmla="*/ 498358 h 1224584"/>
                <a:gd name="connsiteX2562" fmla="*/ 2357366 w 2488513"/>
                <a:gd name="connsiteY2562" fmla="*/ 498358 h 1224584"/>
                <a:gd name="connsiteX2563" fmla="*/ 2360645 w 2488513"/>
                <a:gd name="connsiteY2563" fmla="*/ 498358 h 1224584"/>
                <a:gd name="connsiteX2564" fmla="*/ 2363924 w 2488513"/>
                <a:gd name="connsiteY2564" fmla="*/ 498358 h 1224584"/>
                <a:gd name="connsiteX2565" fmla="*/ 2360645 w 2488513"/>
                <a:gd name="connsiteY2565" fmla="*/ 499998 h 1224584"/>
                <a:gd name="connsiteX2566" fmla="*/ 2355727 w 2488513"/>
                <a:gd name="connsiteY2566" fmla="*/ 503276 h 1224584"/>
                <a:gd name="connsiteX2567" fmla="*/ 2360645 w 2488513"/>
                <a:gd name="connsiteY2567" fmla="*/ 501637 h 1224584"/>
                <a:gd name="connsiteX2568" fmla="*/ 2357366 w 2488513"/>
                <a:gd name="connsiteY2568" fmla="*/ 504916 h 1224584"/>
                <a:gd name="connsiteX2569" fmla="*/ 2354088 w 2488513"/>
                <a:gd name="connsiteY2569" fmla="*/ 506555 h 1224584"/>
                <a:gd name="connsiteX2570" fmla="*/ 2357366 w 2488513"/>
                <a:gd name="connsiteY2570" fmla="*/ 506555 h 1224584"/>
                <a:gd name="connsiteX2571" fmla="*/ 2362284 w 2488513"/>
                <a:gd name="connsiteY2571" fmla="*/ 504916 h 1224584"/>
                <a:gd name="connsiteX2572" fmla="*/ 2365563 w 2488513"/>
                <a:gd name="connsiteY2572" fmla="*/ 508194 h 1224584"/>
                <a:gd name="connsiteX2573" fmla="*/ 2362284 w 2488513"/>
                <a:gd name="connsiteY2573" fmla="*/ 511473 h 1224584"/>
                <a:gd name="connsiteX2574" fmla="*/ 2362284 w 2488513"/>
                <a:gd name="connsiteY2574" fmla="*/ 516391 h 1224584"/>
                <a:gd name="connsiteX2575" fmla="*/ 2359006 w 2488513"/>
                <a:gd name="connsiteY2575" fmla="*/ 518030 h 1224584"/>
                <a:gd name="connsiteX2576" fmla="*/ 2355727 w 2488513"/>
                <a:gd name="connsiteY2576" fmla="*/ 519670 h 1224584"/>
                <a:gd name="connsiteX2577" fmla="*/ 2352448 w 2488513"/>
                <a:gd name="connsiteY2577" fmla="*/ 521309 h 1224584"/>
                <a:gd name="connsiteX2578" fmla="*/ 2347530 w 2488513"/>
                <a:gd name="connsiteY2578" fmla="*/ 521309 h 1224584"/>
                <a:gd name="connsiteX2579" fmla="*/ 2344252 w 2488513"/>
                <a:gd name="connsiteY2579" fmla="*/ 521309 h 1224584"/>
                <a:gd name="connsiteX2580" fmla="*/ 2340973 w 2488513"/>
                <a:gd name="connsiteY2580" fmla="*/ 522948 h 1224584"/>
                <a:gd name="connsiteX2581" fmla="*/ 2344252 w 2488513"/>
                <a:gd name="connsiteY2581" fmla="*/ 521309 h 1224584"/>
                <a:gd name="connsiteX2582" fmla="*/ 2340973 w 2488513"/>
                <a:gd name="connsiteY2582" fmla="*/ 526227 h 1224584"/>
                <a:gd name="connsiteX2583" fmla="*/ 2337694 w 2488513"/>
                <a:gd name="connsiteY2583" fmla="*/ 526227 h 1224584"/>
                <a:gd name="connsiteX2584" fmla="*/ 2340973 w 2488513"/>
                <a:gd name="connsiteY2584" fmla="*/ 526227 h 1224584"/>
                <a:gd name="connsiteX2585" fmla="*/ 2344252 w 2488513"/>
                <a:gd name="connsiteY2585" fmla="*/ 524588 h 1224584"/>
                <a:gd name="connsiteX2586" fmla="*/ 2349170 w 2488513"/>
                <a:gd name="connsiteY2586" fmla="*/ 522948 h 1224584"/>
                <a:gd name="connsiteX2587" fmla="*/ 2352448 w 2488513"/>
                <a:gd name="connsiteY2587" fmla="*/ 522948 h 1224584"/>
                <a:gd name="connsiteX2588" fmla="*/ 2349170 w 2488513"/>
                <a:gd name="connsiteY2588" fmla="*/ 526227 h 1224584"/>
                <a:gd name="connsiteX2589" fmla="*/ 2352448 w 2488513"/>
                <a:gd name="connsiteY2589" fmla="*/ 524588 h 1224584"/>
                <a:gd name="connsiteX2590" fmla="*/ 2355727 w 2488513"/>
                <a:gd name="connsiteY2590" fmla="*/ 522948 h 1224584"/>
                <a:gd name="connsiteX2591" fmla="*/ 2360645 w 2488513"/>
                <a:gd name="connsiteY2591" fmla="*/ 522948 h 1224584"/>
                <a:gd name="connsiteX2592" fmla="*/ 2363924 w 2488513"/>
                <a:gd name="connsiteY2592" fmla="*/ 521309 h 1224584"/>
                <a:gd name="connsiteX2593" fmla="*/ 2367202 w 2488513"/>
                <a:gd name="connsiteY2593" fmla="*/ 521309 h 1224584"/>
                <a:gd name="connsiteX2594" fmla="*/ 2365563 w 2488513"/>
                <a:gd name="connsiteY2594" fmla="*/ 524588 h 1224584"/>
                <a:gd name="connsiteX2595" fmla="*/ 2363924 w 2488513"/>
                <a:gd name="connsiteY2595" fmla="*/ 529506 h 1224584"/>
                <a:gd name="connsiteX2596" fmla="*/ 2360645 w 2488513"/>
                <a:gd name="connsiteY2596" fmla="*/ 531145 h 1224584"/>
                <a:gd name="connsiteX2597" fmla="*/ 2357366 w 2488513"/>
                <a:gd name="connsiteY2597" fmla="*/ 531145 h 1224584"/>
                <a:gd name="connsiteX2598" fmla="*/ 2360645 w 2488513"/>
                <a:gd name="connsiteY2598" fmla="*/ 531145 h 1224584"/>
                <a:gd name="connsiteX2599" fmla="*/ 2357366 w 2488513"/>
                <a:gd name="connsiteY2599" fmla="*/ 534424 h 1224584"/>
                <a:gd name="connsiteX2600" fmla="*/ 2352448 w 2488513"/>
                <a:gd name="connsiteY2600" fmla="*/ 534424 h 1224584"/>
                <a:gd name="connsiteX2601" fmla="*/ 2349170 w 2488513"/>
                <a:gd name="connsiteY2601" fmla="*/ 536063 h 1224584"/>
                <a:gd name="connsiteX2602" fmla="*/ 2345891 w 2488513"/>
                <a:gd name="connsiteY2602" fmla="*/ 537702 h 1224584"/>
                <a:gd name="connsiteX2603" fmla="*/ 2340973 w 2488513"/>
                <a:gd name="connsiteY2603" fmla="*/ 539342 h 1224584"/>
                <a:gd name="connsiteX2604" fmla="*/ 2340973 w 2488513"/>
                <a:gd name="connsiteY2604" fmla="*/ 539342 h 1224584"/>
                <a:gd name="connsiteX2605" fmla="*/ 2337694 w 2488513"/>
                <a:gd name="connsiteY2605" fmla="*/ 540981 h 1224584"/>
                <a:gd name="connsiteX2606" fmla="*/ 2340973 w 2488513"/>
                <a:gd name="connsiteY2606" fmla="*/ 542620 h 1224584"/>
                <a:gd name="connsiteX2607" fmla="*/ 2344252 w 2488513"/>
                <a:gd name="connsiteY2607" fmla="*/ 539342 h 1224584"/>
                <a:gd name="connsiteX2608" fmla="*/ 2347530 w 2488513"/>
                <a:gd name="connsiteY2608" fmla="*/ 537702 h 1224584"/>
                <a:gd name="connsiteX2609" fmla="*/ 2352448 w 2488513"/>
                <a:gd name="connsiteY2609" fmla="*/ 536063 h 1224584"/>
                <a:gd name="connsiteX2610" fmla="*/ 2355727 w 2488513"/>
                <a:gd name="connsiteY2610" fmla="*/ 536063 h 1224584"/>
                <a:gd name="connsiteX2611" fmla="*/ 2359006 w 2488513"/>
                <a:gd name="connsiteY2611" fmla="*/ 536063 h 1224584"/>
                <a:gd name="connsiteX2612" fmla="*/ 2362284 w 2488513"/>
                <a:gd name="connsiteY2612" fmla="*/ 534424 h 1224584"/>
                <a:gd name="connsiteX2613" fmla="*/ 2365563 w 2488513"/>
                <a:gd name="connsiteY2613" fmla="*/ 534424 h 1224584"/>
                <a:gd name="connsiteX2614" fmla="*/ 2363924 w 2488513"/>
                <a:gd name="connsiteY2614" fmla="*/ 537702 h 1224584"/>
                <a:gd name="connsiteX2615" fmla="*/ 2367202 w 2488513"/>
                <a:gd name="connsiteY2615" fmla="*/ 537702 h 1224584"/>
                <a:gd name="connsiteX2616" fmla="*/ 2367202 w 2488513"/>
                <a:gd name="connsiteY2616" fmla="*/ 540981 h 1224584"/>
                <a:gd name="connsiteX2617" fmla="*/ 2363924 w 2488513"/>
                <a:gd name="connsiteY2617" fmla="*/ 540981 h 1224584"/>
                <a:gd name="connsiteX2618" fmla="*/ 2360645 w 2488513"/>
                <a:gd name="connsiteY2618" fmla="*/ 542620 h 1224584"/>
                <a:gd name="connsiteX2619" fmla="*/ 2355727 w 2488513"/>
                <a:gd name="connsiteY2619" fmla="*/ 544260 h 1224584"/>
                <a:gd name="connsiteX2620" fmla="*/ 2359006 w 2488513"/>
                <a:gd name="connsiteY2620" fmla="*/ 542620 h 1224584"/>
                <a:gd name="connsiteX2621" fmla="*/ 2363924 w 2488513"/>
                <a:gd name="connsiteY2621" fmla="*/ 544260 h 1224584"/>
                <a:gd name="connsiteX2622" fmla="*/ 2362284 w 2488513"/>
                <a:gd name="connsiteY2622" fmla="*/ 547539 h 1224584"/>
                <a:gd name="connsiteX2623" fmla="*/ 2365563 w 2488513"/>
                <a:gd name="connsiteY2623" fmla="*/ 544260 h 1224584"/>
                <a:gd name="connsiteX2624" fmla="*/ 2368842 w 2488513"/>
                <a:gd name="connsiteY2624" fmla="*/ 544260 h 1224584"/>
                <a:gd name="connsiteX2625" fmla="*/ 2372120 w 2488513"/>
                <a:gd name="connsiteY2625" fmla="*/ 542620 h 1224584"/>
                <a:gd name="connsiteX2626" fmla="*/ 2373760 w 2488513"/>
                <a:gd name="connsiteY2626" fmla="*/ 545899 h 1224584"/>
                <a:gd name="connsiteX2627" fmla="*/ 2370481 w 2488513"/>
                <a:gd name="connsiteY2627" fmla="*/ 550817 h 1224584"/>
                <a:gd name="connsiteX2628" fmla="*/ 2373760 w 2488513"/>
                <a:gd name="connsiteY2628" fmla="*/ 554096 h 1224584"/>
                <a:gd name="connsiteX2629" fmla="*/ 2370481 w 2488513"/>
                <a:gd name="connsiteY2629" fmla="*/ 557374 h 1224584"/>
                <a:gd name="connsiteX2630" fmla="*/ 2367202 w 2488513"/>
                <a:gd name="connsiteY2630" fmla="*/ 559014 h 1224584"/>
                <a:gd name="connsiteX2631" fmla="*/ 2363924 w 2488513"/>
                <a:gd name="connsiteY2631" fmla="*/ 560653 h 1224584"/>
                <a:gd name="connsiteX2632" fmla="*/ 2360645 w 2488513"/>
                <a:gd name="connsiteY2632" fmla="*/ 560653 h 1224584"/>
                <a:gd name="connsiteX2633" fmla="*/ 2355727 w 2488513"/>
                <a:gd name="connsiteY2633" fmla="*/ 563932 h 1224584"/>
                <a:gd name="connsiteX2634" fmla="*/ 2352448 w 2488513"/>
                <a:gd name="connsiteY2634" fmla="*/ 562292 h 1224584"/>
                <a:gd name="connsiteX2635" fmla="*/ 2355727 w 2488513"/>
                <a:gd name="connsiteY2635" fmla="*/ 565571 h 1224584"/>
                <a:gd name="connsiteX2636" fmla="*/ 2360645 w 2488513"/>
                <a:gd name="connsiteY2636" fmla="*/ 563932 h 1224584"/>
                <a:gd name="connsiteX2637" fmla="*/ 2363924 w 2488513"/>
                <a:gd name="connsiteY2637" fmla="*/ 563932 h 1224584"/>
                <a:gd name="connsiteX2638" fmla="*/ 2367202 w 2488513"/>
                <a:gd name="connsiteY2638" fmla="*/ 565571 h 1224584"/>
                <a:gd name="connsiteX2639" fmla="*/ 2368842 w 2488513"/>
                <a:gd name="connsiteY2639" fmla="*/ 568850 h 1224584"/>
                <a:gd name="connsiteX2640" fmla="*/ 2363924 w 2488513"/>
                <a:gd name="connsiteY2640" fmla="*/ 572129 h 1224584"/>
                <a:gd name="connsiteX2641" fmla="*/ 2367202 w 2488513"/>
                <a:gd name="connsiteY2641" fmla="*/ 575407 h 1224584"/>
                <a:gd name="connsiteX2642" fmla="*/ 2372120 w 2488513"/>
                <a:gd name="connsiteY2642" fmla="*/ 573768 h 1224584"/>
                <a:gd name="connsiteX2643" fmla="*/ 2375399 w 2488513"/>
                <a:gd name="connsiteY2643" fmla="*/ 575407 h 1224584"/>
                <a:gd name="connsiteX2644" fmla="*/ 2378678 w 2488513"/>
                <a:gd name="connsiteY2644" fmla="*/ 580325 h 1224584"/>
                <a:gd name="connsiteX2645" fmla="*/ 2377039 w 2488513"/>
                <a:gd name="connsiteY2645" fmla="*/ 583604 h 1224584"/>
                <a:gd name="connsiteX2646" fmla="*/ 2377039 w 2488513"/>
                <a:gd name="connsiteY2646" fmla="*/ 585243 h 1224584"/>
                <a:gd name="connsiteX2647" fmla="*/ 2373760 w 2488513"/>
                <a:gd name="connsiteY2647" fmla="*/ 583604 h 1224584"/>
                <a:gd name="connsiteX2648" fmla="*/ 2368842 w 2488513"/>
                <a:gd name="connsiteY2648" fmla="*/ 586882 h 1224584"/>
                <a:gd name="connsiteX2649" fmla="*/ 2365563 w 2488513"/>
                <a:gd name="connsiteY2649" fmla="*/ 588522 h 1224584"/>
                <a:gd name="connsiteX2650" fmla="*/ 2362284 w 2488513"/>
                <a:gd name="connsiteY2650" fmla="*/ 590161 h 1224584"/>
                <a:gd name="connsiteX2651" fmla="*/ 2357366 w 2488513"/>
                <a:gd name="connsiteY2651" fmla="*/ 591801 h 1224584"/>
                <a:gd name="connsiteX2652" fmla="*/ 2354088 w 2488513"/>
                <a:gd name="connsiteY2652" fmla="*/ 595079 h 1224584"/>
                <a:gd name="connsiteX2653" fmla="*/ 2359006 w 2488513"/>
                <a:gd name="connsiteY2653" fmla="*/ 593440 h 1224584"/>
                <a:gd name="connsiteX2654" fmla="*/ 2359006 w 2488513"/>
                <a:gd name="connsiteY2654" fmla="*/ 596719 h 1224584"/>
                <a:gd name="connsiteX2655" fmla="*/ 2355727 w 2488513"/>
                <a:gd name="connsiteY2655" fmla="*/ 598358 h 1224584"/>
                <a:gd name="connsiteX2656" fmla="*/ 2350809 w 2488513"/>
                <a:gd name="connsiteY2656" fmla="*/ 596719 h 1224584"/>
                <a:gd name="connsiteX2657" fmla="*/ 2347530 w 2488513"/>
                <a:gd name="connsiteY2657" fmla="*/ 595079 h 1224584"/>
                <a:gd name="connsiteX2658" fmla="*/ 2344252 w 2488513"/>
                <a:gd name="connsiteY2658" fmla="*/ 595079 h 1224584"/>
                <a:gd name="connsiteX2659" fmla="*/ 2340973 w 2488513"/>
                <a:gd name="connsiteY2659" fmla="*/ 593440 h 1224584"/>
                <a:gd name="connsiteX2660" fmla="*/ 2344252 w 2488513"/>
                <a:gd name="connsiteY2660" fmla="*/ 590161 h 1224584"/>
                <a:gd name="connsiteX2661" fmla="*/ 2347530 w 2488513"/>
                <a:gd name="connsiteY2661" fmla="*/ 590161 h 1224584"/>
                <a:gd name="connsiteX2662" fmla="*/ 2350809 w 2488513"/>
                <a:gd name="connsiteY2662" fmla="*/ 590161 h 1224584"/>
                <a:gd name="connsiteX2663" fmla="*/ 2347530 w 2488513"/>
                <a:gd name="connsiteY2663" fmla="*/ 590161 h 1224584"/>
                <a:gd name="connsiteX2664" fmla="*/ 2344252 w 2488513"/>
                <a:gd name="connsiteY2664" fmla="*/ 590161 h 1224584"/>
                <a:gd name="connsiteX2665" fmla="*/ 2340973 w 2488513"/>
                <a:gd name="connsiteY2665" fmla="*/ 590161 h 1224584"/>
                <a:gd name="connsiteX2666" fmla="*/ 2336055 w 2488513"/>
                <a:gd name="connsiteY2666" fmla="*/ 590161 h 1224584"/>
                <a:gd name="connsiteX2667" fmla="*/ 2339334 w 2488513"/>
                <a:gd name="connsiteY2667" fmla="*/ 593440 h 1224584"/>
                <a:gd name="connsiteX2668" fmla="*/ 2342612 w 2488513"/>
                <a:gd name="connsiteY2668" fmla="*/ 595079 h 1224584"/>
                <a:gd name="connsiteX2669" fmla="*/ 2347530 w 2488513"/>
                <a:gd name="connsiteY2669" fmla="*/ 596719 h 1224584"/>
                <a:gd name="connsiteX2670" fmla="*/ 2350809 w 2488513"/>
                <a:gd name="connsiteY2670" fmla="*/ 598358 h 1224584"/>
                <a:gd name="connsiteX2671" fmla="*/ 2347530 w 2488513"/>
                <a:gd name="connsiteY2671" fmla="*/ 598358 h 1224584"/>
                <a:gd name="connsiteX2672" fmla="*/ 2342612 w 2488513"/>
                <a:gd name="connsiteY2672" fmla="*/ 598358 h 1224584"/>
                <a:gd name="connsiteX2673" fmla="*/ 2342612 w 2488513"/>
                <a:gd name="connsiteY2673" fmla="*/ 598358 h 1224584"/>
                <a:gd name="connsiteX2674" fmla="*/ 2345891 w 2488513"/>
                <a:gd name="connsiteY2674" fmla="*/ 599997 h 1224584"/>
                <a:gd name="connsiteX2675" fmla="*/ 2349170 w 2488513"/>
                <a:gd name="connsiteY2675" fmla="*/ 599997 h 1224584"/>
                <a:gd name="connsiteX2676" fmla="*/ 2354088 w 2488513"/>
                <a:gd name="connsiteY2676" fmla="*/ 599997 h 1224584"/>
                <a:gd name="connsiteX2677" fmla="*/ 2357366 w 2488513"/>
                <a:gd name="connsiteY2677" fmla="*/ 599997 h 1224584"/>
                <a:gd name="connsiteX2678" fmla="*/ 2354088 w 2488513"/>
                <a:gd name="connsiteY2678" fmla="*/ 603276 h 1224584"/>
                <a:gd name="connsiteX2679" fmla="*/ 2349170 w 2488513"/>
                <a:gd name="connsiteY2679" fmla="*/ 603276 h 1224584"/>
                <a:gd name="connsiteX2680" fmla="*/ 2345891 w 2488513"/>
                <a:gd name="connsiteY2680" fmla="*/ 603276 h 1224584"/>
                <a:gd name="connsiteX2681" fmla="*/ 2342612 w 2488513"/>
                <a:gd name="connsiteY2681" fmla="*/ 604915 h 1224584"/>
                <a:gd name="connsiteX2682" fmla="*/ 2345891 w 2488513"/>
                <a:gd name="connsiteY2682" fmla="*/ 606554 h 1224584"/>
                <a:gd name="connsiteX2683" fmla="*/ 2349170 w 2488513"/>
                <a:gd name="connsiteY2683" fmla="*/ 608194 h 1224584"/>
                <a:gd name="connsiteX2684" fmla="*/ 2354088 w 2488513"/>
                <a:gd name="connsiteY2684" fmla="*/ 611473 h 1224584"/>
                <a:gd name="connsiteX2685" fmla="*/ 2349170 w 2488513"/>
                <a:gd name="connsiteY2685" fmla="*/ 611473 h 1224584"/>
                <a:gd name="connsiteX2686" fmla="*/ 2352448 w 2488513"/>
                <a:gd name="connsiteY2686" fmla="*/ 613112 h 1224584"/>
                <a:gd name="connsiteX2687" fmla="*/ 2349170 w 2488513"/>
                <a:gd name="connsiteY2687" fmla="*/ 613112 h 1224584"/>
                <a:gd name="connsiteX2688" fmla="*/ 2345891 w 2488513"/>
                <a:gd name="connsiteY2688" fmla="*/ 611473 h 1224584"/>
                <a:gd name="connsiteX2689" fmla="*/ 2340973 w 2488513"/>
                <a:gd name="connsiteY2689" fmla="*/ 611473 h 1224584"/>
                <a:gd name="connsiteX2690" fmla="*/ 2345891 w 2488513"/>
                <a:gd name="connsiteY2690" fmla="*/ 614751 h 1224584"/>
                <a:gd name="connsiteX2691" fmla="*/ 2349170 w 2488513"/>
                <a:gd name="connsiteY2691" fmla="*/ 614751 h 1224584"/>
                <a:gd name="connsiteX2692" fmla="*/ 2349170 w 2488513"/>
                <a:gd name="connsiteY2692" fmla="*/ 616391 h 1224584"/>
                <a:gd name="connsiteX2693" fmla="*/ 2350809 w 2488513"/>
                <a:gd name="connsiteY2693" fmla="*/ 614751 h 1224584"/>
                <a:gd name="connsiteX2694" fmla="*/ 2354088 w 2488513"/>
                <a:gd name="connsiteY2694" fmla="*/ 614751 h 1224584"/>
                <a:gd name="connsiteX2695" fmla="*/ 2357366 w 2488513"/>
                <a:gd name="connsiteY2695" fmla="*/ 614751 h 1224584"/>
                <a:gd name="connsiteX2696" fmla="*/ 2362284 w 2488513"/>
                <a:gd name="connsiteY2696" fmla="*/ 614751 h 1224584"/>
                <a:gd name="connsiteX2697" fmla="*/ 2359006 w 2488513"/>
                <a:gd name="connsiteY2697" fmla="*/ 618030 h 1224584"/>
                <a:gd name="connsiteX2698" fmla="*/ 2357366 w 2488513"/>
                <a:gd name="connsiteY2698" fmla="*/ 622948 h 1224584"/>
                <a:gd name="connsiteX2699" fmla="*/ 2360645 w 2488513"/>
                <a:gd name="connsiteY2699" fmla="*/ 621309 h 1224584"/>
                <a:gd name="connsiteX2700" fmla="*/ 2357366 w 2488513"/>
                <a:gd name="connsiteY2700" fmla="*/ 622948 h 1224584"/>
                <a:gd name="connsiteX2701" fmla="*/ 2360645 w 2488513"/>
                <a:gd name="connsiteY2701" fmla="*/ 624587 h 1224584"/>
                <a:gd name="connsiteX2702" fmla="*/ 2363924 w 2488513"/>
                <a:gd name="connsiteY2702" fmla="*/ 624587 h 1224584"/>
                <a:gd name="connsiteX2703" fmla="*/ 2360645 w 2488513"/>
                <a:gd name="connsiteY2703" fmla="*/ 629505 h 1224584"/>
                <a:gd name="connsiteX2704" fmla="*/ 2363924 w 2488513"/>
                <a:gd name="connsiteY2704" fmla="*/ 631145 h 1224584"/>
                <a:gd name="connsiteX2705" fmla="*/ 2368842 w 2488513"/>
                <a:gd name="connsiteY2705" fmla="*/ 629505 h 1224584"/>
                <a:gd name="connsiteX2706" fmla="*/ 2372120 w 2488513"/>
                <a:gd name="connsiteY2706" fmla="*/ 629505 h 1224584"/>
                <a:gd name="connsiteX2707" fmla="*/ 2372120 w 2488513"/>
                <a:gd name="connsiteY2707" fmla="*/ 634423 h 1224584"/>
                <a:gd name="connsiteX2708" fmla="*/ 2367202 w 2488513"/>
                <a:gd name="connsiteY2708" fmla="*/ 634423 h 1224584"/>
                <a:gd name="connsiteX2709" fmla="*/ 2370481 w 2488513"/>
                <a:gd name="connsiteY2709" fmla="*/ 634423 h 1224584"/>
                <a:gd name="connsiteX2710" fmla="*/ 2373760 w 2488513"/>
                <a:gd name="connsiteY2710" fmla="*/ 634423 h 1224584"/>
                <a:gd name="connsiteX2711" fmla="*/ 2377039 w 2488513"/>
                <a:gd name="connsiteY2711" fmla="*/ 631145 h 1224584"/>
                <a:gd name="connsiteX2712" fmla="*/ 2377039 w 2488513"/>
                <a:gd name="connsiteY2712" fmla="*/ 634423 h 1224584"/>
                <a:gd name="connsiteX2713" fmla="*/ 2373760 w 2488513"/>
                <a:gd name="connsiteY2713" fmla="*/ 639341 h 1224584"/>
                <a:gd name="connsiteX2714" fmla="*/ 2378678 w 2488513"/>
                <a:gd name="connsiteY2714" fmla="*/ 636063 h 1224584"/>
                <a:gd name="connsiteX2715" fmla="*/ 2380317 w 2488513"/>
                <a:gd name="connsiteY2715" fmla="*/ 632784 h 1224584"/>
                <a:gd name="connsiteX2716" fmla="*/ 2385235 w 2488513"/>
                <a:gd name="connsiteY2716" fmla="*/ 632784 h 1224584"/>
                <a:gd name="connsiteX2717" fmla="*/ 2383596 w 2488513"/>
                <a:gd name="connsiteY2717" fmla="*/ 636063 h 1224584"/>
                <a:gd name="connsiteX2718" fmla="*/ 2378678 w 2488513"/>
                <a:gd name="connsiteY2718" fmla="*/ 637702 h 1224584"/>
                <a:gd name="connsiteX2719" fmla="*/ 2380317 w 2488513"/>
                <a:gd name="connsiteY2719" fmla="*/ 642620 h 1224584"/>
                <a:gd name="connsiteX2720" fmla="*/ 2378678 w 2488513"/>
                <a:gd name="connsiteY2720" fmla="*/ 645899 h 1224584"/>
                <a:gd name="connsiteX2721" fmla="*/ 2375399 w 2488513"/>
                <a:gd name="connsiteY2721" fmla="*/ 647538 h 1224584"/>
                <a:gd name="connsiteX2722" fmla="*/ 2380317 w 2488513"/>
                <a:gd name="connsiteY2722" fmla="*/ 645899 h 1224584"/>
                <a:gd name="connsiteX2723" fmla="*/ 2383596 w 2488513"/>
                <a:gd name="connsiteY2723" fmla="*/ 644259 h 1224584"/>
                <a:gd name="connsiteX2724" fmla="*/ 2381956 w 2488513"/>
                <a:gd name="connsiteY2724" fmla="*/ 649177 h 1224584"/>
                <a:gd name="connsiteX2725" fmla="*/ 2378678 w 2488513"/>
                <a:gd name="connsiteY2725" fmla="*/ 649177 h 1224584"/>
                <a:gd name="connsiteX2726" fmla="*/ 2375399 w 2488513"/>
                <a:gd name="connsiteY2726" fmla="*/ 654095 h 1224584"/>
                <a:gd name="connsiteX2727" fmla="*/ 2372120 w 2488513"/>
                <a:gd name="connsiteY2727" fmla="*/ 654095 h 1224584"/>
                <a:gd name="connsiteX2728" fmla="*/ 2367202 w 2488513"/>
                <a:gd name="connsiteY2728" fmla="*/ 657374 h 1224584"/>
                <a:gd name="connsiteX2729" fmla="*/ 2372120 w 2488513"/>
                <a:gd name="connsiteY2729" fmla="*/ 655735 h 1224584"/>
                <a:gd name="connsiteX2730" fmla="*/ 2375399 w 2488513"/>
                <a:gd name="connsiteY2730" fmla="*/ 654095 h 1224584"/>
                <a:gd name="connsiteX2731" fmla="*/ 2372120 w 2488513"/>
                <a:gd name="connsiteY2731" fmla="*/ 657374 h 1224584"/>
                <a:gd name="connsiteX2732" fmla="*/ 2367202 w 2488513"/>
                <a:gd name="connsiteY2732" fmla="*/ 660653 h 1224584"/>
                <a:gd name="connsiteX2733" fmla="*/ 2363924 w 2488513"/>
                <a:gd name="connsiteY2733" fmla="*/ 662292 h 1224584"/>
                <a:gd name="connsiteX2734" fmla="*/ 2362284 w 2488513"/>
                <a:gd name="connsiteY2734" fmla="*/ 663931 h 1224584"/>
                <a:gd name="connsiteX2735" fmla="*/ 2360645 w 2488513"/>
                <a:gd name="connsiteY2735" fmla="*/ 665571 h 1224584"/>
                <a:gd name="connsiteX2736" fmla="*/ 2360645 w 2488513"/>
                <a:gd name="connsiteY2736" fmla="*/ 665571 h 1224584"/>
                <a:gd name="connsiteX2737" fmla="*/ 2363924 w 2488513"/>
                <a:gd name="connsiteY2737" fmla="*/ 663931 h 1224584"/>
                <a:gd name="connsiteX2738" fmla="*/ 2368842 w 2488513"/>
                <a:gd name="connsiteY2738" fmla="*/ 660653 h 1224584"/>
                <a:gd name="connsiteX2739" fmla="*/ 2372120 w 2488513"/>
                <a:gd name="connsiteY2739" fmla="*/ 659013 h 1224584"/>
                <a:gd name="connsiteX2740" fmla="*/ 2375399 w 2488513"/>
                <a:gd name="connsiteY2740" fmla="*/ 657374 h 1224584"/>
                <a:gd name="connsiteX2741" fmla="*/ 2380317 w 2488513"/>
                <a:gd name="connsiteY2741" fmla="*/ 655735 h 1224584"/>
                <a:gd name="connsiteX2742" fmla="*/ 2383596 w 2488513"/>
                <a:gd name="connsiteY2742" fmla="*/ 655735 h 1224584"/>
                <a:gd name="connsiteX2743" fmla="*/ 2380317 w 2488513"/>
                <a:gd name="connsiteY2743" fmla="*/ 659013 h 1224584"/>
                <a:gd name="connsiteX2744" fmla="*/ 2377039 w 2488513"/>
                <a:gd name="connsiteY2744" fmla="*/ 660653 h 1224584"/>
                <a:gd name="connsiteX2745" fmla="*/ 2373760 w 2488513"/>
                <a:gd name="connsiteY2745" fmla="*/ 663931 h 1224584"/>
                <a:gd name="connsiteX2746" fmla="*/ 2377039 w 2488513"/>
                <a:gd name="connsiteY2746" fmla="*/ 662292 h 1224584"/>
                <a:gd name="connsiteX2747" fmla="*/ 2380317 w 2488513"/>
                <a:gd name="connsiteY2747" fmla="*/ 660653 h 1224584"/>
                <a:gd name="connsiteX2748" fmla="*/ 2385235 w 2488513"/>
                <a:gd name="connsiteY2748" fmla="*/ 657374 h 1224584"/>
                <a:gd name="connsiteX2749" fmla="*/ 2386874 w 2488513"/>
                <a:gd name="connsiteY2749" fmla="*/ 655735 h 1224584"/>
                <a:gd name="connsiteX2750" fmla="*/ 2390153 w 2488513"/>
                <a:gd name="connsiteY2750" fmla="*/ 654095 h 1224584"/>
                <a:gd name="connsiteX2751" fmla="*/ 2395071 w 2488513"/>
                <a:gd name="connsiteY2751" fmla="*/ 652456 h 1224584"/>
                <a:gd name="connsiteX2752" fmla="*/ 2395071 w 2488513"/>
                <a:gd name="connsiteY2752" fmla="*/ 655735 h 1224584"/>
                <a:gd name="connsiteX2753" fmla="*/ 2391792 w 2488513"/>
                <a:gd name="connsiteY2753" fmla="*/ 659013 h 1224584"/>
                <a:gd name="connsiteX2754" fmla="*/ 2386874 w 2488513"/>
                <a:gd name="connsiteY2754" fmla="*/ 659013 h 1224584"/>
                <a:gd name="connsiteX2755" fmla="*/ 2391792 w 2488513"/>
                <a:gd name="connsiteY2755" fmla="*/ 660653 h 1224584"/>
                <a:gd name="connsiteX2756" fmla="*/ 2395071 w 2488513"/>
                <a:gd name="connsiteY2756" fmla="*/ 659013 h 1224584"/>
                <a:gd name="connsiteX2757" fmla="*/ 2398350 w 2488513"/>
                <a:gd name="connsiteY2757" fmla="*/ 659013 h 1224584"/>
                <a:gd name="connsiteX2758" fmla="*/ 2401629 w 2488513"/>
                <a:gd name="connsiteY2758" fmla="*/ 657374 h 1224584"/>
                <a:gd name="connsiteX2759" fmla="*/ 2403268 w 2488513"/>
                <a:gd name="connsiteY2759" fmla="*/ 660653 h 1224584"/>
                <a:gd name="connsiteX2760" fmla="*/ 2398350 w 2488513"/>
                <a:gd name="connsiteY2760" fmla="*/ 663931 h 1224584"/>
                <a:gd name="connsiteX2761" fmla="*/ 2395071 w 2488513"/>
                <a:gd name="connsiteY2761" fmla="*/ 665571 h 1224584"/>
                <a:gd name="connsiteX2762" fmla="*/ 2391792 w 2488513"/>
                <a:gd name="connsiteY2762" fmla="*/ 667210 h 1224584"/>
                <a:gd name="connsiteX2763" fmla="*/ 2386874 w 2488513"/>
                <a:gd name="connsiteY2763" fmla="*/ 668849 h 1224584"/>
                <a:gd name="connsiteX2764" fmla="*/ 2383596 w 2488513"/>
                <a:gd name="connsiteY2764" fmla="*/ 673767 h 1224584"/>
                <a:gd name="connsiteX2765" fmla="*/ 2380317 w 2488513"/>
                <a:gd name="connsiteY2765" fmla="*/ 675407 h 1224584"/>
                <a:gd name="connsiteX2766" fmla="*/ 2383596 w 2488513"/>
                <a:gd name="connsiteY2766" fmla="*/ 675407 h 1224584"/>
                <a:gd name="connsiteX2767" fmla="*/ 2386874 w 2488513"/>
                <a:gd name="connsiteY2767" fmla="*/ 670489 h 1224584"/>
                <a:gd name="connsiteX2768" fmla="*/ 2390153 w 2488513"/>
                <a:gd name="connsiteY2768" fmla="*/ 668849 h 1224584"/>
                <a:gd name="connsiteX2769" fmla="*/ 2393432 w 2488513"/>
                <a:gd name="connsiteY2769" fmla="*/ 667210 h 1224584"/>
                <a:gd name="connsiteX2770" fmla="*/ 2398350 w 2488513"/>
                <a:gd name="connsiteY2770" fmla="*/ 665571 h 1224584"/>
                <a:gd name="connsiteX2771" fmla="*/ 2401629 w 2488513"/>
                <a:gd name="connsiteY2771" fmla="*/ 662292 h 1224584"/>
                <a:gd name="connsiteX2772" fmla="*/ 2404907 w 2488513"/>
                <a:gd name="connsiteY2772" fmla="*/ 660653 h 1224584"/>
                <a:gd name="connsiteX2773" fmla="*/ 2409825 w 2488513"/>
                <a:gd name="connsiteY2773" fmla="*/ 657374 h 1224584"/>
                <a:gd name="connsiteX2774" fmla="*/ 2413104 w 2488513"/>
                <a:gd name="connsiteY2774" fmla="*/ 657374 h 1224584"/>
                <a:gd name="connsiteX2775" fmla="*/ 2409825 w 2488513"/>
                <a:gd name="connsiteY2775" fmla="*/ 660653 h 1224584"/>
                <a:gd name="connsiteX2776" fmla="*/ 2406546 w 2488513"/>
                <a:gd name="connsiteY2776" fmla="*/ 663931 h 1224584"/>
                <a:gd name="connsiteX2777" fmla="*/ 2401629 w 2488513"/>
                <a:gd name="connsiteY2777" fmla="*/ 665571 h 1224584"/>
                <a:gd name="connsiteX2778" fmla="*/ 2406546 w 2488513"/>
                <a:gd name="connsiteY2778" fmla="*/ 663931 h 1224584"/>
                <a:gd name="connsiteX2779" fmla="*/ 2409825 w 2488513"/>
                <a:gd name="connsiteY2779" fmla="*/ 662292 h 1224584"/>
                <a:gd name="connsiteX2780" fmla="*/ 2413104 w 2488513"/>
                <a:gd name="connsiteY2780" fmla="*/ 660653 h 1224584"/>
                <a:gd name="connsiteX2781" fmla="*/ 2418022 w 2488513"/>
                <a:gd name="connsiteY2781" fmla="*/ 660653 h 1224584"/>
                <a:gd name="connsiteX2782" fmla="*/ 2414743 w 2488513"/>
                <a:gd name="connsiteY2782" fmla="*/ 663931 h 1224584"/>
                <a:gd name="connsiteX2783" fmla="*/ 2416382 w 2488513"/>
                <a:gd name="connsiteY2783" fmla="*/ 667210 h 1224584"/>
                <a:gd name="connsiteX2784" fmla="*/ 2413104 w 2488513"/>
                <a:gd name="connsiteY2784" fmla="*/ 668849 h 1224584"/>
                <a:gd name="connsiteX2785" fmla="*/ 2416382 w 2488513"/>
                <a:gd name="connsiteY2785" fmla="*/ 668849 h 1224584"/>
                <a:gd name="connsiteX2786" fmla="*/ 2419661 w 2488513"/>
                <a:gd name="connsiteY2786" fmla="*/ 672128 h 1224584"/>
                <a:gd name="connsiteX2787" fmla="*/ 2422940 w 2488513"/>
                <a:gd name="connsiteY2787" fmla="*/ 673767 h 1224584"/>
                <a:gd name="connsiteX2788" fmla="*/ 2426219 w 2488513"/>
                <a:gd name="connsiteY2788" fmla="*/ 673767 h 1224584"/>
                <a:gd name="connsiteX2789" fmla="*/ 2431136 w 2488513"/>
                <a:gd name="connsiteY2789" fmla="*/ 675407 h 1224584"/>
                <a:gd name="connsiteX2790" fmla="*/ 2434415 w 2488513"/>
                <a:gd name="connsiteY2790" fmla="*/ 673767 h 1224584"/>
                <a:gd name="connsiteX2791" fmla="*/ 2437694 w 2488513"/>
                <a:gd name="connsiteY2791" fmla="*/ 677046 h 1224584"/>
                <a:gd name="connsiteX2792" fmla="*/ 2440973 w 2488513"/>
                <a:gd name="connsiteY2792" fmla="*/ 677046 h 1224584"/>
                <a:gd name="connsiteX2793" fmla="*/ 2445891 w 2488513"/>
                <a:gd name="connsiteY2793" fmla="*/ 677046 h 1224584"/>
                <a:gd name="connsiteX2794" fmla="*/ 2449169 w 2488513"/>
                <a:gd name="connsiteY2794" fmla="*/ 678685 h 1224584"/>
                <a:gd name="connsiteX2795" fmla="*/ 2452448 w 2488513"/>
                <a:gd name="connsiteY2795" fmla="*/ 680325 h 1224584"/>
                <a:gd name="connsiteX2796" fmla="*/ 2457366 w 2488513"/>
                <a:gd name="connsiteY2796" fmla="*/ 680325 h 1224584"/>
                <a:gd name="connsiteX2797" fmla="*/ 2460645 w 2488513"/>
                <a:gd name="connsiteY2797" fmla="*/ 681964 h 1224584"/>
                <a:gd name="connsiteX2798" fmla="*/ 2457366 w 2488513"/>
                <a:gd name="connsiteY2798" fmla="*/ 686882 h 1224584"/>
                <a:gd name="connsiteX2799" fmla="*/ 2454087 w 2488513"/>
                <a:gd name="connsiteY2799" fmla="*/ 686882 h 1224584"/>
                <a:gd name="connsiteX2800" fmla="*/ 2449169 w 2488513"/>
                <a:gd name="connsiteY2800" fmla="*/ 686882 h 1224584"/>
                <a:gd name="connsiteX2801" fmla="*/ 2447530 w 2488513"/>
                <a:gd name="connsiteY2801" fmla="*/ 688521 h 1224584"/>
                <a:gd name="connsiteX2802" fmla="*/ 2450809 w 2488513"/>
                <a:gd name="connsiteY2802" fmla="*/ 688521 h 1224584"/>
                <a:gd name="connsiteX2803" fmla="*/ 2454087 w 2488513"/>
                <a:gd name="connsiteY2803" fmla="*/ 688521 h 1224584"/>
                <a:gd name="connsiteX2804" fmla="*/ 2450809 w 2488513"/>
                <a:gd name="connsiteY2804" fmla="*/ 690161 h 1224584"/>
                <a:gd name="connsiteX2805" fmla="*/ 2447530 w 2488513"/>
                <a:gd name="connsiteY2805" fmla="*/ 691800 h 1224584"/>
                <a:gd name="connsiteX2806" fmla="*/ 2442612 w 2488513"/>
                <a:gd name="connsiteY2806" fmla="*/ 691800 h 1224584"/>
                <a:gd name="connsiteX2807" fmla="*/ 2439333 w 2488513"/>
                <a:gd name="connsiteY2807" fmla="*/ 691800 h 1224584"/>
                <a:gd name="connsiteX2808" fmla="*/ 2436054 w 2488513"/>
                <a:gd name="connsiteY2808" fmla="*/ 691800 h 1224584"/>
                <a:gd name="connsiteX2809" fmla="*/ 2431136 w 2488513"/>
                <a:gd name="connsiteY2809" fmla="*/ 691800 h 1224584"/>
                <a:gd name="connsiteX2810" fmla="*/ 2427858 w 2488513"/>
                <a:gd name="connsiteY2810" fmla="*/ 693439 h 1224584"/>
                <a:gd name="connsiteX2811" fmla="*/ 2424579 w 2488513"/>
                <a:gd name="connsiteY2811" fmla="*/ 696718 h 1224584"/>
                <a:gd name="connsiteX2812" fmla="*/ 2421301 w 2488513"/>
                <a:gd name="connsiteY2812" fmla="*/ 696718 h 1224584"/>
                <a:gd name="connsiteX2813" fmla="*/ 2416382 w 2488513"/>
                <a:gd name="connsiteY2813" fmla="*/ 698357 h 1224584"/>
                <a:gd name="connsiteX2814" fmla="*/ 2413104 w 2488513"/>
                <a:gd name="connsiteY2814" fmla="*/ 699997 h 1224584"/>
                <a:gd name="connsiteX2815" fmla="*/ 2408186 w 2488513"/>
                <a:gd name="connsiteY2815" fmla="*/ 701636 h 1224584"/>
                <a:gd name="connsiteX2816" fmla="*/ 2404907 w 2488513"/>
                <a:gd name="connsiteY2816" fmla="*/ 701636 h 1224584"/>
                <a:gd name="connsiteX2817" fmla="*/ 2401629 w 2488513"/>
                <a:gd name="connsiteY2817" fmla="*/ 701636 h 1224584"/>
                <a:gd name="connsiteX2818" fmla="*/ 2398350 w 2488513"/>
                <a:gd name="connsiteY2818" fmla="*/ 703275 h 1224584"/>
                <a:gd name="connsiteX2819" fmla="*/ 2393432 w 2488513"/>
                <a:gd name="connsiteY2819" fmla="*/ 703275 h 1224584"/>
                <a:gd name="connsiteX2820" fmla="*/ 2390153 w 2488513"/>
                <a:gd name="connsiteY2820" fmla="*/ 704915 h 1224584"/>
                <a:gd name="connsiteX2821" fmla="*/ 2386874 w 2488513"/>
                <a:gd name="connsiteY2821" fmla="*/ 704915 h 1224584"/>
                <a:gd name="connsiteX2822" fmla="*/ 2381956 w 2488513"/>
                <a:gd name="connsiteY2822" fmla="*/ 704915 h 1224584"/>
                <a:gd name="connsiteX2823" fmla="*/ 2378678 w 2488513"/>
                <a:gd name="connsiteY2823" fmla="*/ 704915 h 1224584"/>
                <a:gd name="connsiteX2824" fmla="*/ 2378678 w 2488513"/>
                <a:gd name="connsiteY2824" fmla="*/ 708194 h 1224584"/>
                <a:gd name="connsiteX2825" fmla="*/ 2380317 w 2488513"/>
                <a:gd name="connsiteY2825" fmla="*/ 708194 h 1224584"/>
                <a:gd name="connsiteX2826" fmla="*/ 2381956 w 2488513"/>
                <a:gd name="connsiteY2826" fmla="*/ 706554 h 1224584"/>
                <a:gd name="connsiteX2827" fmla="*/ 2385235 w 2488513"/>
                <a:gd name="connsiteY2827" fmla="*/ 706554 h 1224584"/>
                <a:gd name="connsiteX2828" fmla="*/ 2390153 w 2488513"/>
                <a:gd name="connsiteY2828" fmla="*/ 706554 h 1224584"/>
                <a:gd name="connsiteX2829" fmla="*/ 2393432 w 2488513"/>
                <a:gd name="connsiteY2829" fmla="*/ 704915 h 1224584"/>
                <a:gd name="connsiteX2830" fmla="*/ 2396711 w 2488513"/>
                <a:gd name="connsiteY2830" fmla="*/ 704915 h 1224584"/>
                <a:gd name="connsiteX2831" fmla="*/ 2401629 w 2488513"/>
                <a:gd name="connsiteY2831" fmla="*/ 703275 h 1224584"/>
                <a:gd name="connsiteX2832" fmla="*/ 2404907 w 2488513"/>
                <a:gd name="connsiteY2832" fmla="*/ 703275 h 1224584"/>
                <a:gd name="connsiteX2833" fmla="*/ 2408186 w 2488513"/>
                <a:gd name="connsiteY2833" fmla="*/ 701636 h 1224584"/>
                <a:gd name="connsiteX2834" fmla="*/ 2411464 w 2488513"/>
                <a:gd name="connsiteY2834" fmla="*/ 699997 h 1224584"/>
                <a:gd name="connsiteX2835" fmla="*/ 2416382 w 2488513"/>
                <a:gd name="connsiteY2835" fmla="*/ 699997 h 1224584"/>
                <a:gd name="connsiteX2836" fmla="*/ 2419661 w 2488513"/>
                <a:gd name="connsiteY2836" fmla="*/ 698357 h 1224584"/>
                <a:gd name="connsiteX2837" fmla="*/ 2416382 w 2488513"/>
                <a:gd name="connsiteY2837" fmla="*/ 701636 h 1224584"/>
                <a:gd name="connsiteX2838" fmla="*/ 2411464 w 2488513"/>
                <a:gd name="connsiteY2838" fmla="*/ 703275 h 1224584"/>
                <a:gd name="connsiteX2839" fmla="*/ 2408186 w 2488513"/>
                <a:gd name="connsiteY2839" fmla="*/ 706554 h 1224584"/>
                <a:gd name="connsiteX2840" fmla="*/ 2404907 w 2488513"/>
                <a:gd name="connsiteY2840" fmla="*/ 706554 h 1224584"/>
                <a:gd name="connsiteX2841" fmla="*/ 2401629 w 2488513"/>
                <a:gd name="connsiteY2841" fmla="*/ 704915 h 1224584"/>
                <a:gd name="connsiteX2842" fmla="*/ 2396711 w 2488513"/>
                <a:gd name="connsiteY2842" fmla="*/ 708194 h 1224584"/>
                <a:gd name="connsiteX2843" fmla="*/ 2393432 w 2488513"/>
                <a:gd name="connsiteY2843" fmla="*/ 709833 h 1224584"/>
                <a:gd name="connsiteX2844" fmla="*/ 2390153 w 2488513"/>
                <a:gd name="connsiteY2844" fmla="*/ 709833 h 1224584"/>
                <a:gd name="connsiteX2845" fmla="*/ 2385235 w 2488513"/>
                <a:gd name="connsiteY2845" fmla="*/ 711472 h 1224584"/>
                <a:gd name="connsiteX2846" fmla="*/ 2381956 w 2488513"/>
                <a:gd name="connsiteY2846" fmla="*/ 713111 h 1224584"/>
                <a:gd name="connsiteX2847" fmla="*/ 2378678 w 2488513"/>
                <a:gd name="connsiteY2847" fmla="*/ 714751 h 1224584"/>
                <a:gd name="connsiteX2848" fmla="*/ 2373760 w 2488513"/>
                <a:gd name="connsiteY2848" fmla="*/ 714751 h 1224584"/>
                <a:gd name="connsiteX2849" fmla="*/ 2370481 w 2488513"/>
                <a:gd name="connsiteY2849" fmla="*/ 714751 h 1224584"/>
                <a:gd name="connsiteX2850" fmla="*/ 2367202 w 2488513"/>
                <a:gd name="connsiteY2850" fmla="*/ 713111 h 1224584"/>
                <a:gd name="connsiteX2851" fmla="*/ 2363924 w 2488513"/>
                <a:gd name="connsiteY2851" fmla="*/ 716390 h 1224584"/>
                <a:gd name="connsiteX2852" fmla="*/ 2359006 w 2488513"/>
                <a:gd name="connsiteY2852" fmla="*/ 716390 h 1224584"/>
                <a:gd name="connsiteX2853" fmla="*/ 2357366 w 2488513"/>
                <a:gd name="connsiteY2853" fmla="*/ 719669 h 1224584"/>
                <a:gd name="connsiteX2854" fmla="*/ 2354088 w 2488513"/>
                <a:gd name="connsiteY2854" fmla="*/ 722947 h 1224584"/>
                <a:gd name="connsiteX2855" fmla="*/ 2350809 w 2488513"/>
                <a:gd name="connsiteY2855" fmla="*/ 726226 h 1224584"/>
                <a:gd name="connsiteX2856" fmla="*/ 2347530 w 2488513"/>
                <a:gd name="connsiteY2856" fmla="*/ 724587 h 1224584"/>
                <a:gd name="connsiteX2857" fmla="*/ 2342612 w 2488513"/>
                <a:gd name="connsiteY2857" fmla="*/ 721308 h 1224584"/>
                <a:gd name="connsiteX2858" fmla="*/ 2339334 w 2488513"/>
                <a:gd name="connsiteY2858" fmla="*/ 719669 h 1224584"/>
                <a:gd name="connsiteX2859" fmla="*/ 2336055 w 2488513"/>
                <a:gd name="connsiteY2859" fmla="*/ 718029 h 1224584"/>
                <a:gd name="connsiteX2860" fmla="*/ 2332776 w 2488513"/>
                <a:gd name="connsiteY2860" fmla="*/ 714751 h 1224584"/>
                <a:gd name="connsiteX2861" fmla="*/ 2331137 w 2488513"/>
                <a:gd name="connsiteY2861" fmla="*/ 714751 h 1224584"/>
                <a:gd name="connsiteX2862" fmla="*/ 2331137 w 2488513"/>
                <a:gd name="connsiteY2862" fmla="*/ 719669 h 1224584"/>
                <a:gd name="connsiteX2863" fmla="*/ 2334416 w 2488513"/>
                <a:gd name="connsiteY2863" fmla="*/ 719669 h 1224584"/>
                <a:gd name="connsiteX2864" fmla="*/ 2337694 w 2488513"/>
                <a:gd name="connsiteY2864" fmla="*/ 721308 h 1224584"/>
                <a:gd name="connsiteX2865" fmla="*/ 2342612 w 2488513"/>
                <a:gd name="connsiteY2865" fmla="*/ 721308 h 1224584"/>
                <a:gd name="connsiteX2866" fmla="*/ 2345891 w 2488513"/>
                <a:gd name="connsiteY2866" fmla="*/ 726226 h 1224584"/>
                <a:gd name="connsiteX2867" fmla="*/ 2349170 w 2488513"/>
                <a:gd name="connsiteY2867" fmla="*/ 726226 h 1224584"/>
                <a:gd name="connsiteX2868" fmla="*/ 2350809 w 2488513"/>
                <a:gd name="connsiteY2868" fmla="*/ 731144 h 1224584"/>
                <a:gd name="connsiteX2869" fmla="*/ 2347530 w 2488513"/>
                <a:gd name="connsiteY2869" fmla="*/ 731144 h 1224584"/>
                <a:gd name="connsiteX2870" fmla="*/ 2344252 w 2488513"/>
                <a:gd name="connsiteY2870" fmla="*/ 732784 h 1224584"/>
                <a:gd name="connsiteX2871" fmla="*/ 2340973 w 2488513"/>
                <a:gd name="connsiteY2871" fmla="*/ 734423 h 1224584"/>
                <a:gd name="connsiteX2872" fmla="*/ 2344252 w 2488513"/>
                <a:gd name="connsiteY2872" fmla="*/ 736062 h 1224584"/>
                <a:gd name="connsiteX2873" fmla="*/ 2340973 w 2488513"/>
                <a:gd name="connsiteY2873" fmla="*/ 737701 h 1224584"/>
                <a:gd name="connsiteX2874" fmla="*/ 2336055 w 2488513"/>
                <a:gd name="connsiteY2874" fmla="*/ 737701 h 1224584"/>
                <a:gd name="connsiteX2875" fmla="*/ 2337694 w 2488513"/>
                <a:gd name="connsiteY2875" fmla="*/ 737701 h 1224584"/>
                <a:gd name="connsiteX2876" fmla="*/ 2340973 w 2488513"/>
                <a:gd name="connsiteY2876" fmla="*/ 737701 h 1224584"/>
                <a:gd name="connsiteX2877" fmla="*/ 2344252 w 2488513"/>
                <a:gd name="connsiteY2877" fmla="*/ 737701 h 1224584"/>
                <a:gd name="connsiteX2878" fmla="*/ 2349170 w 2488513"/>
                <a:gd name="connsiteY2878" fmla="*/ 736062 h 1224584"/>
                <a:gd name="connsiteX2879" fmla="*/ 2352448 w 2488513"/>
                <a:gd name="connsiteY2879" fmla="*/ 732784 h 1224584"/>
                <a:gd name="connsiteX2880" fmla="*/ 2354088 w 2488513"/>
                <a:gd name="connsiteY2880" fmla="*/ 732784 h 1224584"/>
                <a:gd name="connsiteX2881" fmla="*/ 2357366 w 2488513"/>
                <a:gd name="connsiteY2881" fmla="*/ 731144 h 1224584"/>
                <a:gd name="connsiteX2882" fmla="*/ 2357366 w 2488513"/>
                <a:gd name="connsiteY2882" fmla="*/ 731144 h 1224584"/>
                <a:gd name="connsiteX2883" fmla="*/ 2360645 w 2488513"/>
                <a:gd name="connsiteY2883" fmla="*/ 727866 h 1224584"/>
                <a:gd name="connsiteX2884" fmla="*/ 2363924 w 2488513"/>
                <a:gd name="connsiteY2884" fmla="*/ 727866 h 1224584"/>
                <a:gd name="connsiteX2885" fmla="*/ 2367202 w 2488513"/>
                <a:gd name="connsiteY2885" fmla="*/ 727866 h 1224584"/>
                <a:gd name="connsiteX2886" fmla="*/ 2372120 w 2488513"/>
                <a:gd name="connsiteY2886" fmla="*/ 726226 h 1224584"/>
                <a:gd name="connsiteX2887" fmla="*/ 2375399 w 2488513"/>
                <a:gd name="connsiteY2887" fmla="*/ 722947 h 1224584"/>
                <a:gd name="connsiteX2888" fmla="*/ 2378678 w 2488513"/>
                <a:gd name="connsiteY2888" fmla="*/ 721308 h 1224584"/>
                <a:gd name="connsiteX2889" fmla="*/ 2383596 w 2488513"/>
                <a:gd name="connsiteY2889" fmla="*/ 721308 h 1224584"/>
                <a:gd name="connsiteX2890" fmla="*/ 2386874 w 2488513"/>
                <a:gd name="connsiteY2890" fmla="*/ 721308 h 1224584"/>
                <a:gd name="connsiteX2891" fmla="*/ 2390153 w 2488513"/>
                <a:gd name="connsiteY2891" fmla="*/ 718029 h 1224584"/>
                <a:gd name="connsiteX2892" fmla="*/ 2391792 w 2488513"/>
                <a:gd name="connsiteY2892" fmla="*/ 714751 h 1224584"/>
                <a:gd name="connsiteX2893" fmla="*/ 2396711 w 2488513"/>
                <a:gd name="connsiteY2893" fmla="*/ 713111 h 1224584"/>
                <a:gd name="connsiteX2894" fmla="*/ 2399989 w 2488513"/>
                <a:gd name="connsiteY2894" fmla="*/ 709833 h 1224584"/>
                <a:gd name="connsiteX2895" fmla="*/ 2404907 w 2488513"/>
                <a:gd name="connsiteY2895" fmla="*/ 709833 h 1224584"/>
                <a:gd name="connsiteX2896" fmla="*/ 2408186 w 2488513"/>
                <a:gd name="connsiteY2896" fmla="*/ 708194 h 1224584"/>
                <a:gd name="connsiteX2897" fmla="*/ 2411464 w 2488513"/>
                <a:gd name="connsiteY2897" fmla="*/ 706554 h 1224584"/>
                <a:gd name="connsiteX2898" fmla="*/ 2414743 w 2488513"/>
                <a:gd name="connsiteY2898" fmla="*/ 706554 h 1224584"/>
                <a:gd name="connsiteX2899" fmla="*/ 2419661 w 2488513"/>
                <a:gd name="connsiteY2899" fmla="*/ 704915 h 1224584"/>
                <a:gd name="connsiteX2900" fmla="*/ 2422940 w 2488513"/>
                <a:gd name="connsiteY2900" fmla="*/ 704915 h 1224584"/>
                <a:gd name="connsiteX2901" fmla="*/ 2426219 w 2488513"/>
                <a:gd name="connsiteY2901" fmla="*/ 703275 h 1224584"/>
                <a:gd name="connsiteX2902" fmla="*/ 2431136 w 2488513"/>
                <a:gd name="connsiteY2902" fmla="*/ 704915 h 1224584"/>
                <a:gd name="connsiteX2903" fmla="*/ 2434415 w 2488513"/>
                <a:gd name="connsiteY2903" fmla="*/ 703275 h 1224584"/>
                <a:gd name="connsiteX2904" fmla="*/ 2431136 w 2488513"/>
                <a:gd name="connsiteY2904" fmla="*/ 701636 h 1224584"/>
                <a:gd name="connsiteX2905" fmla="*/ 2426219 w 2488513"/>
                <a:gd name="connsiteY2905" fmla="*/ 701636 h 1224584"/>
                <a:gd name="connsiteX2906" fmla="*/ 2422940 w 2488513"/>
                <a:gd name="connsiteY2906" fmla="*/ 703275 h 1224584"/>
                <a:gd name="connsiteX2907" fmla="*/ 2419661 w 2488513"/>
                <a:gd name="connsiteY2907" fmla="*/ 703275 h 1224584"/>
                <a:gd name="connsiteX2908" fmla="*/ 2421301 w 2488513"/>
                <a:gd name="connsiteY2908" fmla="*/ 698357 h 1224584"/>
                <a:gd name="connsiteX2909" fmla="*/ 2424579 w 2488513"/>
                <a:gd name="connsiteY2909" fmla="*/ 698357 h 1224584"/>
                <a:gd name="connsiteX2910" fmla="*/ 2427858 w 2488513"/>
                <a:gd name="connsiteY2910" fmla="*/ 698357 h 1224584"/>
                <a:gd name="connsiteX2911" fmla="*/ 2431136 w 2488513"/>
                <a:gd name="connsiteY2911" fmla="*/ 698357 h 1224584"/>
                <a:gd name="connsiteX2912" fmla="*/ 2436054 w 2488513"/>
                <a:gd name="connsiteY2912" fmla="*/ 698357 h 1224584"/>
                <a:gd name="connsiteX2913" fmla="*/ 2439333 w 2488513"/>
                <a:gd name="connsiteY2913" fmla="*/ 699997 h 1224584"/>
                <a:gd name="connsiteX2914" fmla="*/ 2442612 w 2488513"/>
                <a:gd name="connsiteY2914" fmla="*/ 699997 h 1224584"/>
                <a:gd name="connsiteX2915" fmla="*/ 2447530 w 2488513"/>
                <a:gd name="connsiteY2915" fmla="*/ 699997 h 1224584"/>
                <a:gd name="connsiteX2916" fmla="*/ 2450809 w 2488513"/>
                <a:gd name="connsiteY2916" fmla="*/ 699997 h 1224584"/>
                <a:gd name="connsiteX2917" fmla="*/ 2450809 w 2488513"/>
                <a:gd name="connsiteY2917" fmla="*/ 703275 h 1224584"/>
                <a:gd name="connsiteX2918" fmla="*/ 2452448 w 2488513"/>
                <a:gd name="connsiteY2918" fmla="*/ 708194 h 1224584"/>
                <a:gd name="connsiteX2919" fmla="*/ 2452448 w 2488513"/>
                <a:gd name="connsiteY2919" fmla="*/ 711472 h 1224584"/>
                <a:gd name="connsiteX2920" fmla="*/ 2455726 w 2488513"/>
                <a:gd name="connsiteY2920" fmla="*/ 714751 h 1224584"/>
                <a:gd name="connsiteX2921" fmla="*/ 2450809 w 2488513"/>
                <a:gd name="connsiteY2921" fmla="*/ 718029 h 1224584"/>
                <a:gd name="connsiteX2922" fmla="*/ 2447530 w 2488513"/>
                <a:gd name="connsiteY2922" fmla="*/ 719669 h 1224584"/>
                <a:gd name="connsiteX2923" fmla="*/ 2444251 w 2488513"/>
                <a:gd name="connsiteY2923" fmla="*/ 721308 h 1224584"/>
                <a:gd name="connsiteX2924" fmla="*/ 2440973 w 2488513"/>
                <a:gd name="connsiteY2924" fmla="*/ 722947 h 1224584"/>
                <a:gd name="connsiteX2925" fmla="*/ 2436054 w 2488513"/>
                <a:gd name="connsiteY2925" fmla="*/ 724587 h 1224584"/>
                <a:gd name="connsiteX2926" fmla="*/ 2439333 w 2488513"/>
                <a:gd name="connsiteY2926" fmla="*/ 724587 h 1224584"/>
                <a:gd name="connsiteX2927" fmla="*/ 2442612 w 2488513"/>
                <a:gd name="connsiteY2927" fmla="*/ 724587 h 1224584"/>
                <a:gd name="connsiteX2928" fmla="*/ 2442612 w 2488513"/>
                <a:gd name="connsiteY2928" fmla="*/ 727866 h 1224584"/>
                <a:gd name="connsiteX2929" fmla="*/ 2445891 w 2488513"/>
                <a:gd name="connsiteY2929" fmla="*/ 727866 h 1224584"/>
                <a:gd name="connsiteX2930" fmla="*/ 2449169 w 2488513"/>
                <a:gd name="connsiteY2930" fmla="*/ 724587 h 1224584"/>
                <a:gd name="connsiteX2931" fmla="*/ 2454087 w 2488513"/>
                <a:gd name="connsiteY2931" fmla="*/ 721308 h 1224584"/>
                <a:gd name="connsiteX2932" fmla="*/ 2457366 w 2488513"/>
                <a:gd name="connsiteY2932" fmla="*/ 719669 h 1224584"/>
                <a:gd name="connsiteX2933" fmla="*/ 2460645 w 2488513"/>
                <a:gd name="connsiteY2933" fmla="*/ 719669 h 1224584"/>
                <a:gd name="connsiteX2934" fmla="*/ 2463923 w 2488513"/>
                <a:gd name="connsiteY2934" fmla="*/ 719669 h 1224584"/>
                <a:gd name="connsiteX2935" fmla="*/ 2468841 w 2488513"/>
                <a:gd name="connsiteY2935" fmla="*/ 719669 h 1224584"/>
                <a:gd name="connsiteX2936" fmla="*/ 2472120 w 2488513"/>
                <a:gd name="connsiteY2936" fmla="*/ 716390 h 1224584"/>
                <a:gd name="connsiteX2937" fmla="*/ 2468841 w 2488513"/>
                <a:gd name="connsiteY2937" fmla="*/ 721308 h 1224584"/>
                <a:gd name="connsiteX2938" fmla="*/ 2465563 w 2488513"/>
                <a:gd name="connsiteY2938" fmla="*/ 721308 h 1224584"/>
                <a:gd name="connsiteX2939" fmla="*/ 2468841 w 2488513"/>
                <a:gd name="connsiteY2939" fmla="*/ 722947 h 1224584"/>
                <a:gd name="connsiteX2940" fmla="*/ 2472120 w 2488513"/>
                <a:gd name="connsiteY2940" fmla="*/ 722947 h 1224584"/>
                <a:gd name="connsiteX2941" fmla="*/ 2475399 w 2488513"/>
                <a:gd name="connsiteY2941" fmla="*/ 722947 h 1224584"/>
                <a:gd name="connsiteX2942" fmla="*/ 2480317 w 2488513"/>
                <a:gd name="connsiteY2942" fmla="*/ 724587 h 1224584"/>
                <a:gd name="connsiteX2943" fmla="*/ 2483595 w 2488513"/>
                <a:gd name="connsiteY2943" fmla="*/ 724587 h 1224584"/>
                <a:gd name="connsiteX2944" fmla="*/ 2480317 w 2488513"/>
                <a:gd name="connsiteY2944" fmla="*/ 726226 h 1224584"/>
                <a:gd name="connsiteX2945" fmla="*/ 2481956 w 2488513"/>
                <a:gd name="connsiteY2945" fmla="*/ 729505 h 1224584"/>
                <a:gd name="connsiteX2946" fmla="*/ 2481956 w 2488513"/>
                <a:gd name="connsiteY2946" fmla="*/ 732784 h 1224584"/>
                <a:gd name="connsiteX2947" fmla="*/ 2485235 w 2488513"/>
                <a:gd name="connsiteY2947" fmla="*/ 732784 h 1224584"/>
                <a:gd name="connsiteX2948" fmla="*/ 2488513 w 2488513"/>
                <a:gd name="connsiteY2948" fmla="*/ 734423 h 1224584"/>
                <a:gd name="connsiteX2949" fmla="*/ 2486874 w 2488513"/>
                <a:gd name="connsiteY2949" fmla="*/ 737701 h 1224584"/>
                <a:gd name="connsiteX2950" fmla="*/ 2486874 w 2488513"/>
                <a:gd name="connsiteY2950" fmla="*/ 742619 h 1224584"/>
                <a:gd name="connsiteX2951" fmla="*/ 2483595 w 2488513"/>
                <a:gd name="connsiteY2951" fmla="*/ 745898 h 1224584"/>
                <a:gd name="connsiteX2952" fmla="*/ 2478677 w 2488513"/>
                <a:gd name="connsiteY2952" fmla="*/ 749177 h 1224584"/>
                <a:gd name="connsiteX2953" fmla="*/ 2475399 w 2488513"/>
                <a:gd name="connsiteY2953" fmla="*/ 747538 h 1224584"/>
                <a:gd name="connsiteX2954" fmla="*/ 2472120 w 2488513"/>
                <a:gd name="connsiteY2954" fmla="*/ 747538 h 1224584"/>
                <a:gd name="connsiteX2955" fmla="*/ 2475399 w 2488513"/>
                <a:gd name="connsiteY2955" fmla="*/ 749177 h 1224584"/>
                <a:gd name="connsiteX2956" fmla="*/ 2478677 w 2488513"/>
                <a:gd name="connsiteY2956" fmla="*/ 750816 h 1224584"/>
                <a:gd name="connsiteX2957" fmla="*/ 2480317 w 2488513"/>
                <a:gd name="connsiteY2957" fmla="*/ 754095 h 1224584"/>
                <a:gd name="connsiteX2958" fmla="*/ 2480317 w 2488513"/>
                <a:gd name="connsiteY2958" fmla="*/ 755734 h 1224584"/>
                <a:gd name="connsiteX2959" fmla="*/ 2477038 w 2488513"/>
                <a:gd name="connsiteY2959" fmla="*/ 757374 h 1224584"/>
                <a:gd name="connsiteX2960" fmla="*/ 2472120 w 2488513"/>
                <a:gd name="connsiteY2960" fmla="*/ 757374 h 1224584"/>
                <a:gd name="connsiteX2961" fmla="*/ 2468841 w 2488513"/>
                <a:gd name="connsiteY2961" fmla="*/ 757374 h 1224584"/>
                <a:gd name="connsiteX2962" fmla="*/ 2470481 w 2488513"/>
                <a:gd name="connsiteY2962" fmla="*/ 762291 h 1224584"/>
                <a:gd name="connsiteX2963" fmla="*/ 2473759 w 2488513"/>
                <a:gd name="connsiteY2963" fmla="*/ 762291 h 1224584"/>
                <a:gd name="connsiteX2964" fmla="*/ 2478677 w 2488513"/>
                <a:gd name="connsiteY2964" fmla="*/ 762291 h 1224584"/>
                <a:gd name="connsiteX2965" fmla="*/ 2475399 w 2488513"/>
                <a:gd name="connsiteY2965" fmla="*/ 767210 h 1224584"/>
                <a:gd name="connsiteX2966" fmla="*/ 2472120 w 2488513"/>
                <a:gd name="connsiteY2966" fmla="*/ 765570 h 1224584"/>
                <a:gd name="connsiteX2967" fmla="*/ 2468841 w 2488513"/>
                <a:gd name="connsiteY2967" fmla="*/ 763931 h 1224584"/>
                <a:gd name="connsiteX2968" fmla="*/ 2468841 w 2488513"/>
                <a:gd name="connsiteY2968" fmla="*/ 767210 h 1224584"/>
                <a:gd name="connsiteX2969" fmla="*/ 2465563 w 2488513"/>
                <a:gd name="connsiteY2969" fmla="*/ 767210 h 1224584"/>
                <a:gd name="connsiteX2970" fmla="*/ 2462284 w 2488513"/>
                <a:gd name="connsiteY2970" fmla="*/ 768849 h 1224584"/>
                <a:gd name="connsiteX2971" fmla="*/ 2459005 w 2488513"/>
                <a:gd name="connsiteY2971" fmla="*/ 767210 h 1224584"/>
                <a:gd name="connsiteX2972" fmla="*/ 2454087 w 2488513"/>
                <a:gd name="connsiteY2972" fmla="*/ 767210 h 1224584"/>
                <a:gd name="connsiteX2973" fmla="*/ 2454087 w 2488513"/>
                <a:gd name="connsiteY2973" fmla="*/ 767210 h 1224584"/>
                <a:gd name="connsiteX2974" fmla="*/ 2457366 w 2488513"/>
                <a:gd name="connsiteY2974" fmla="*/ 767210 h 1224584"/>
                <a:gd name="connsiteX2975" fmla="*/ 2460645 w 2488513"/>
                <a:gd name="connsiteY2975" fmla="*/ 768849 h 1224584"/>
                <a:gd name="connsiteX2976" fmla="*/ 2463923 w 2488513"/>
                <a:gd name="connsiteY2976" fmla="*/ 768849 h 1224584"/>
                <a:gd name="connsiteX2977" fmla="*/ 2467202 w 2488513"/>
                <a:gd name="connsiteY2977" fmla="*/ 770488 h 1224584"/>
                <a:gd name="connsiteX2978" fmla="*/ 2472120 w 2488513"/>
                <a:gd name="connsiteY2978" fmla="*/ 770488 h 1224584"/>
                <a:gd name="connsiteX2979" fmla="*/ 2473759 w 2488513"/>
                <a:gd name="connsiteY2979" fmla="*/ 770488 h 1224584"/>
                <a:gd name="connsiteX2980" fmla="*/ 2477038 w 2488513"/>
                <a:gd name="connsiteY2980" fmla="*/ 773767 h 1224584"/>
                <a:gd name="connsiteX2981" fmla="*/ 2477038 w 2488513"/>
                <a:gd name="connsiteY2981" fmla="*/ 777046 h 1224584"/>
                <a:gd name="connsiteX2982" fmla="*/ 2472120 w 2488513"/>
                <a:gd name="connsiteY2982" fmla="*/ 775406 h 1224584"/>
                <a:gd name="connsiteX2983" fmla="*/ 2468841 w 2488513"/>
                <a:gd name="connsiteY2983" fmla="*/ 777046 h 1224584"/>
                <a:gd name="connsiteX2984" fmla="*/ 2465563 w 2488513"/>
                <a:gd name="connsiteY2984" fmla="*/ 775406 h 1224584"/>
                <a:gd name="connsiteX2985" fmla="*/ 2462284 w 2488513"/>
                <a:gd name="connsiteY2985" fmla="*/ 773767 h 1224584"/>
                <a:gd name="connsiteX2986" fmla="*/ 2465563 w 2488513"/>
                <a:gd name="connsiteY2986" fmla="*/ 775406 h 1224584"/>
                <a:gd name="connsiteX2987" fmla="*/ 2468841 w 2488513"/>
                <a:gd name="connsiteY2987" fmla="*/ 777046 h 1224584"/>
                <a:gd name="connsiteX2988" fmla="*/ 2472120 w 2488513"/>
                <a:gd name="connsiteY2988" fmla="*/ 780324 h 1224584"/>
                <a:gd name="connsiteX2989" fmla="*/ 2470481 w 2488513"/>
                <a:gd name="connsiteY2989" fmla="*/ 783603 h 1224584"/>
                <a:gd name="connsiteX2990" fmla="*/ 2472120 w 2488513"/>
                <a:gd name="connsiteY2990" fmla="*/ 786882 h 1224584"/>
                <a:gd name="connsiteX2991" fmla="*/ 2467202 w 2488513"/>
                <a:gd name="connsiteY2991" fmla="*/ 788521 h 1224584"/>
                <a:gd name="connsiteX2992" fmla="*/ 2463923 w 2488513"/>
                <a:gd name="connsiteY2992" fmla="*/ 791800 h 1224584"/>
                <a:gd name="connsiteX2993" fmla="*/ 2460645 w 2488513"/>
                <a:gd name="connsiteY2993" fmla="*/ 795078 h 1224584"/>
                <a:gd name="connsiteX2994" fmla="*/ 2457366 w 2488513"/>
                <a:gd name="connsiteY2994" fmla="*/ 796718 h 1224584"/>
                <a:gd name="connsiteX2995" fmla="*/ 2452448 w 2488513"/>
                <a:gd name="connsiteY2995" fmla="*/ 798357 h 1224584"/>
                <a:gd name="connsiteX2996" fmla="*/ 2449169 w 2488513"/>
                <a:gd name="connsiteY2996" fmla="*/ 799996 h 1224584"/>
                <a:gd name="connsiteX2997" fmla="*/ 2445891 w 2488513"/>
                <a:gd name="connsiteY2997" fmla="*/ 801636 h 1224584"/>
                <a:gd name="connsiteX2998" fmla="*/ 2440973 w 2488513"/>
                <a:gd name="connsiteY2998" fmla="*/ 803275 h 1224584"/>
                <a:gd name="connsiteX2999" fmla="*/ 2437694 w 2488513"/>
                <a:gd name="connsiteY2999" fmla="*/ 804914 h 1224584"/>
                <a:gd name="connsiteX3000" fmla="*/ 2434415 w 2488513"/>
                <a:gd name="connsiteY3000" fmla="*/ 806554 h 1224584"/>
                <a:gd name="connsiteX3001" fmla="*/ 2431136 w 2488513"/>
                <a:gd name="connsiteY3001" fmla="*/ 808193 h 1224584"/>
                <a:gd name="connsiteX3002" fmla="*/ 2426219 w 2488513"/>
                <a:gd name="connsiteY3002" fmla="*/ 811472 h 1224584"/>
                <a:gd name="connsiteX3003" fmla="*/ 2422940 w 2488513"/>
                <a:gd name="connsiteY3003" fmla="*/ 814750 h 1224584"/>
                <a:gd name="connsiteX3004" fmla="*/ 2419661 w 2488513"/>
                <a:gd name="connsiteY3004" fmla="*/ 814750 h 1224584"/>
                <a:gd name="connsiteX3005" fmla="*/ 2414743 w 2488513"/>
                <a:gd name="connsiteY3005" fmla="*/ 816390 h 1224584"/>
                <a:gd name="connsiteX3006" fmla="*/ 2413104 w 2488513"/>
                <a:gd name="connsiteY3006" fmla="*/ 816390 h 1224584"/>
                <a:gd name="connsiteX3007" fmla="*/ 2409825 w 2488513"/>
                <a:gd name="connsiteY3007" fmla="*/ 814750 h 1224584"/>
                <a:gd name="connsiteX3008" fmla="*/ 2404907 w 2488513"/>
                <a:gd name="connsiteY3008" fmla="*/ 813111 h 1224584"/>
                <a:gd name="connsiteX3009" fmla="*/ 2401629 w 2488513"/>
                <a:gd name="connsiteY3009" fmla="*/ 814750 h 1224584"/>
                <a:gd name="connsiteX3010" fmla="*/ 2398350 w 2488513"/>
                <a:gd name="connsiteY3010" fmla="*/ 816390 h 1224584"/>
                <a:gd name="connsiteX3011" fmla="*/ 2395071 w 2488513"/>
                <a:gd name="connsiteY3011" fmla="*/ 816390 h 1224584"/>
                <a:gd name="connsiteX3012" fmla="*/ 2390153 w 2488513"/>
                <a:gd name="connsiteY3012" fmla="*/ 816390 h 1224584"/>
                <a:gd name="connsiteX3013" fmla="*/ 2386874 w 2488513"/>
                <a:gd name="connsiteY3013" fmla="*/ 818029 h 1224584"/>
                <a:gd name="connsiteX3014" fmla="*/ 2383596 w 2488513"/>
                <a:gd name="connsiteY3014" fmla="*/ 819668 h 1224584"/>
                <a:gd name="connsiteX3015" fmla="*/ 2378678 w 2488513"/>
                <a:gd name="connsiteY3015" fmla="*/ 821308 h 1224584"/>
                <a:gd name="connsiteX3016" fmla="*/ 2375399 w 2488513"/>
                <a:gd name="connsiteY3016" fmla="*/ 822947 h 1224584"/>
                <a:gd name="connsiteX3017" fmla="*/ 2372120 w 2488513"/>
                <a:gd name="connsiteY3017" fmla="*/ 821308 h 1224584"/>
                <a:gd name="connsiteX3018" fmla="*/ 2367202 w 2488513"/>
                <a:gd name="connsiteY3018" fmla="*/ 821308 h 1224584"/>
                <a:gd name="connsiteX3019" fmla="*/ 2363924 w 2488513"/>
                <a:gd name="connsiteY3019" fmla="*/ 822947 h 1224584"/>
                <a:gd name="connsiteX3020" fmla="*/ 2360645 w 2488513"/>
                <a:gd name="connsiteY3020" fmla="*/ 822947 h 1224584"/>
                <a:gd name="connsiteX3021" fmla="*/ 2359006 w 2488513"/>
                <a:gd name="connsiteY3021" fmla="*/ 822947 h 1224584"/>
                <a:gd name="connsiteX3022" fmla="*/ 2359006 w 2488513"/>
                <a:gd name="connsiteY3022" fmla="*/ 826226 h 1224584"/>
                <a:gd name="connsiteX3023" fmla="*/ 2355727 w 2488513"/>
                <a:gd name="connsiteY3023" fmla="*/ 829504 h 1224584"/>
                <a:gd name="connsiteX3024" fmla="*/ 2352448 w 2488513"/>
                <a:gd name="connsiteY3024" fmla="*/ 831144 h 1224584"/>
                <a:gd name="connsiteX3025" fmla="*/ 2347530 w 2488513"/>
                <a:gd name="connsiteY3025" fmla="*/ 834422 h 1224584"/>
                <a:gd name="connsiteX3026" fmla="*/ 2344252 w 2488513"/>
                <a:gd name="connsiteY3026" fmla="*/ 832783 h 1224584"/>
                <a:gd name="connsiteX3027" fmla="*/ 2344252 w 2488513"/>
                <a:gd name="connsiteY3027" fmla="*/ 837701 h 1224584"/>
                <a:gd name="connsiteX3028" fmla="*/ 2344252 w 2488513"/>
                <a:gd name="connsiteY3028" fmla="*/ 837701 h 1224584"/>
                <a:gd name="connsiteX3029" fmla="*/ 2342612 w 2488513"/>
                <a:gd name="connsiteY3029" fmla="*/ 840980 h 1224584"/>
                <a:gd name="connsiteX3030" fmla="*/ 2339334 w 2488513"/>
                <a:gd name="connsiteY3030" fmla="*/ 844258 h 1224584"/>
                <a:gd name="connsiteX3031" fmla="*/ 2339334 w 2488513"/>
                <a:gd name="connsiteY3031" fmla="*/ 839340 h 1224584"/>
                <a:gd name="connsiteX3032" fmla="*/ 2336055 w 2488513"/>
                <a:gd name="connsiteY3032" fmla="*/ 842619 h 1224584"/>
                <a:gd name="connsiteX3033" fmla="*/ 2331137 w 2488513"/>
                <a:gd name="connsiteY3033" fmla="*/ 845898 h 1224584"/>
                <a:gd name="connsiteX3034" fmla="*/ 2327858 w 2488513"/>
                <a:gd name="connsiteY3034" fmla="*/ 845898 h 1224584"/>
                <a:gd name="connsiteX3035" fmla="*/ 2324580 w 2488513"/>
                <a:gd name="connsiteY3035" fmla="*/ 849176 h 1224584"/>
                <a:gd name="connsiteX3036" fmla="*/ 2321301 w 2488513"/>
                <a:gd name="connsiteY3036" fmla="*/ 852455 h 1224584"/>
                <a:gd name="connsiteX3037" fmla="*/ 2316383 w 2488513"/>
                <a:gd name="connsiteY3037" fmla="*/ 854094 h 1224584"/>
                <a:gd name="connsiteX3038" fmla="*/ 2316383 w 2488513"/>
                <a:gd name="connsiteY3038" fmla="*/ 855734 h 1224584"/>
                <a:gd name="connsiteX3039" fmla="*/ 2311465 w 2488513"/>
                <a:gd name="connsiteY3039" fmla="*/ 857373 h 1224584"/>
                <a:gd name="connsiteX3040" fmla="*/ 2308186 w 2488513"/>
                <a:gd name="connsiteY3040" fmla="*/ 857373 h 1224584"/>
                <a:gd name="connsiteX3041" fmla="*/ 2304908 w 2488513"/>
                <a:gd name="connsiteY3041" fmla="*/ 860652 h 1224584"/>
                <a:gd name="connsiteX3042" fmla="*/ 2301629 w 2488513"/>
                <a:gd name="connsiteY3042" fmla="*/ 863931 h 1224584"/>
                <a:gd name="connsiteX3043" fmla="*/ 2298350 w 2488513"/>
                <a:gd name="connsiteY3043" fmla="*/ 865570 h 1224584"/>
                <a:gd name="connsiteX3044" fmla="*/ 2298350 w 2488513"/>
                <a:gd name="connsiteY3044" fmla="*/ 865570 h 1224584"/>
                <a:gd name="connsiteX3045" fmla="*/ 2293432 w 2488513"/>
                <a:gd name="connsiteY3045" fmla="*/ 867209 h 1224584"/>
                <a:gd name="connsiteX3046" fmla="*/ 2290154 w 2488513"/>
                <a:gd name="connsiteY3046" fmla="*/ 865570 h 1224584"/>
                <a:gd name="connsiteX3047" fmla="*/ 2286875 w 2488513"/>
                <a:gd name="connsiteY3047" fmla="*/ 865570 h 1224584"/>
                <a:gd name="connsiteX3048" fmla="*/ 2281957 w 2488513"/>
                <a:gd name="connsiteY3048" fmla="*/ 865570 h 1224584"/>
                <a:gd name="connsiteX3049" fmla="*/ 2278678 w 2488513"/>
                <a:gd name="connsiteY3049" fmla="*/ 867209 h 1224584"/>
                <a:gd name="connsiteX3050" fmla="*/ 2273760 w 2488513"/>
                <a:gd name="connsiteY3050" fmla="*/ 867209 h 1224584"/>
                <a:gd name="connsiteX3051" fmla="*/ 2270482 w 2488513"/>
                <a:gd name="connsiteY3051" fmla="*/ 867209 h 1224584"/>
                <a:gd name="connsiteX3052" fmla="*/ 2267203 w 2488513"/>
                <a:gd name="connsiteY3052" fmla="*/ 867209 h 1224584"/>
                <a:gd name="connsiteX3053" fmla="*/ 2263924 w 2488513"/>
                <a:gd name="connsiteY3053" fmla="*/ 867209 h 1224584"/>
                <a:gd name="connsiteX3054" fmla="*/ 2259006 w 2488513"/>
                <a:gd name="connsiteY3054" fmla="*/ 868848 h 1224584"/>
                <a:gd name="connsiteX3055" fmla="*/ 2255727 w 2488513"/>
                <a:gd name="connsiteY3055" fmla="*/ 868848 h 1224584"/>
                <a:gd name="connsiteX3056" fmla="*/ 2252449 w 2488513"/>
                <a:gd name="connsiteY3056" fmla="*/ 868848 h 1224584"/>
                <a:gd name="connsiteX3057" fmla="*/ 2247531 w 2488513"/>
                <a:gd name="connsiteY3057" fmla="*/ 868848 h 1224584"/>
                <a:gd name="connsiteX3058" fmla="*/ 2244252 w 2488513"/>
                <a:gd name="connsiteY3058" fmla="*/ 870488 h 1224584"/>
                <a:gd name="connsiteX3059" fmla="*/ 2240974 w 2488513"/>
                <a:gd name="connsiteY3059" fmla="*/ 872127 h 1224584"/>
                <a:gd name="connsiteX3060" fmla="*/ 2237695 w 2488513"/>
                <a:gd name="connsiteY3060" fmla="*/ 872127 h 1224584"/>
                <a:gd name="connsiteX3061" fmla="*/ 2240974 w 2488513"/>
                <a:gd name="connsiteY3061" fmla="*/ 870488 h 1224584"/>
                <a:gd name="connsiteX3062" fmla="*/ 2244252 w 2488513"/>
                <a:gd name="connsiteY3062" fmla="*/ 868848 h 1224584"/>
                <a:gd name="connsiteX3063" fmla="*/ 2239334 w 2488513"/>
                <a:gd name="connsiteY3063" fmla="*/ 870488 h 1224584"/>
                <a:gd name="connsiteX3064" fmla="*/ 2236055 w 2488513"/>
                <a:gd name="connsiteY3064" fmla="*/ 870488 h 1224584"/>
                <a:gd name="connsiteX3065" fmla="*/ 2234416 w 2488513"/>
                <a:gd name="connsiteY3065" fmla="*/ 867209 h 1224584"/>
                <a:gd name="connsiteX3066" fmla="*/ 2231137 w 2488513"/>
                <a:gd name="connsiteY3066" fmla="*/ 867209 h 1224584"/>
                <a:gd name="connsiteX3067" fmla="*/ 2227859 w 2488513"/>
                <a:gd name="connsiteY3067" fmla="*/ 867209 h 1224584"/>
                <a:gd name="connsiteX3068" fmla="*/ 2222941 w 2488513"/>
                <a:gd name="connsiteY3068" fmla="*/ 867209 h 1224584"/>
                <a:gd name="connsiteX3069" fmla="*/ 2219662 w 2488513"/>
                <a:gd name="connsiteY3069" fmla="*/ 863931 h 1224584"/>
                <a:gd name="connsiteX3070" fmla="*/ 2216383 w 2488513"/>
                <a:gd name="connsiteY3070" fmla="*/ 865570 h 1224584"/>
                <a:gd name="connsiteX3071" fmla="*/ 2211465 w 2488513"/>
                <a:gd name="connsiteY3071" fmla="*/ 865570 h 1224584"/>
                <a:gd name="connsiteX3072" fmla="*/ 2208187 w 2488513"/>
                <a:gd name="connsiteY3072" fmla="*/ 865570 h 1224584"/>
                <a:gd name="connsiteX3073" fmla="*/ 2204908 w 2488513"/>
                <a:gd name="connsiteY3073" fmla="*/ 863931 h 1224584"/>
                <a:gd name="connsiteX3074" fmla="*/ 2201629 w 2488513"/>
                <a:gd name="connsiteY3074" fmla="*/ 863931 h 1224584"/>
                <a:gd name="connsiteX3075" fmla="*/ 2196711 w 2488513"/>
                <a:gd name="connsiteY3075" fmla="*/ 863931 h 1224584"/>
                <a:gd name="connsiteX3076" fmla="*/ 2193433 w 2488513"/>
                <a:gd name="connsiteY3076" fmla="*/ 863931 h 1224584"/>
                <a:gd name="connsiteX3077" fmla="*/ 2190154 w 2488513"/>
                <a:gd name="connsiteY3077" fmla="*/ 865570 h 1224584"/>
                <a:gd name="connsiteX3078" fmla="*/ 2186875 w 2488513"/>
                <a:gd name="connsiteY3078" fmla="*/ 865570 h 1224584"/>
                <a:gd name="connsiteX3079" fmla="*/ 2181957 w 2488513"/>
                <a:gd name="connsiteY3079" fmla="*/ 867209 h 1224584"/>
                <a:gd name="connsiteX3080" fmla="*/ 2178679 w 2488513"/>
                <a:gd name="connsiteY3080" fmla="*/ 865570 h 1224584"/>
                <a:gd name="connsiteX3081" fmla="*/ 2175400 w 2488513"/>
                <a:gd name="connsiteY3081" fmla="*/ 865570 h 1224584"/>
                <a:gd name="connsiteX3082" fmla="*/ 2170482 w 2488513"/>
                <a:gd name="connsiteY3082" fmla="*/ 863931 h 1224584"/>
                <a:gd name="connsiteX3083" fmla="*/ 2167203 w 2488513"/>
                <a:gd name="connsiteY3083" fmla="*/ 863931 h 1224584"/>
                <a:gd name="connsiteX3084" fmla="*/ 2163925 w 2488513"/>
                <a:gd name="connsiteY3084" fmla="*/ 863931 h 1224584"/>
                <a:gd name="connsiteX3085" fmla="*/ 2159007 w 2488513"/>
                <a:gd name="connsiteY3085" fmla="*/ 865570 h 1224584"/>
                <a:gd name="connsiteX3086" fmla="*/ 2155728 w 2488513"/>
                <a:gd name="connsiteY3086" fmla="*/ 865570 h 1224584"/>
                <a:gd name="connsiteX3087" fmla="*/ 2152449 w 2488513"/>
                <a:gd name="connsiteY3087" fmla="*/ 863931 h 1224584"/>
                <a:gd name="connsiteX3088" fmla="*/ 2150810 w 2488513"/>
                <a:gd name="connsiteY3088" fmla="*/ 862291 h 1224584"/>
                <a:gd name="connsiteX3089" fmla="*/ 2145892 w 2488513"/>
                <a:gd name="connsiteY3089" fmla="*/ 863931 h 1224584"/>
                <a:gd name="connsiteX3090" fmla="*/ 2142613 w 2488513"/>
                <a:gd name="connsiteY3090" fmla="*/ 865570 h 1224584"/>
                <a:gd name="connsiteX3091" fmla="*/ 2139335 w 2488513"/>
                <a:gd name="connsiteY3091" fmla="*/ 865570 h 1224584"/>
                <a:gd name="connsiteX3092" fmla="*/ 2134417 w 2488513"/>
                <a:gd name="connsiteY3092" fmla="*/ 865570 h 1224584"/>
                <a:gd name="connsiteX3093" fmla="*/ 2131138 w 2488513"/>
                <a:gd name="connsiteY3093" fmla="*/ 865570 h 1224584"/>
                <a:gd name="connsiteX3094" fmla="*/ 2127859 w 2488513"/>
                <a:gd name="connsiteY3094" fmla="*/ 863931 h 1224584"/>
                <a:gd name="connsiteX3095" fmla="*/ 2124581 w 2488513"/>
                <a:gd name="connsiteY3095" fmla="*/ 863931 h 1224584"/>
                <a:gd name="connsiteX3096" fmla="*/ 2121302 w 2488513"/>
                <a:gd name="connsiteY3096" fmla="*/ 863931 h 1224584"/>
                <a:gd name="connsiteX3097" fmla="*/ 2116384 w 2488513"/>
                <a:gd name="connsiteY3097" fmla="*/ 863931 h 1224584"/>
                <a:gd name="connsiteX3098" fmla="*/ 2113105 w 2488513"/>
                <a:gd name="connsiteY3098" fmla="*/ 865570 h 1224584"/>
                <a:gd name="connsiteX3099" fmla="*/ 2109827 w 2488513"/>
                <a:gd name="connsiteY3099" fmla="*/ 865570 h 1224584"/>
                <a:gd name="connsiteX3100" fmla="*/ 2104909 w 2488513"/>
                <a:gd name="connsiteY3100" fmla="*/ 865570 h 1224584"/>
                <a:gd name="connsiteX3101" fmla="*/ 2101630 w 2488513"/>
                <a:gd name="connsiteY3101" fmla="*/ 863931 h 1224584"/>
                <a:gd name="connsiteX3102" fmla="*/ 2096712 w 2488513"/>
                <a:gd name="connsiteY3102" fmla="*/ 865570 h 1224584"/>
                <a:gd name="connsiteX3103" fmla="*/ 2093433 w 2488513"/>
                <a:gd name="connsiteY3103" fmla="*/ 867209 h 1224584"/>
                <a:gd name="connsiteX3104" fmla="*/ 2090155 w 2488513"/>
                <a:gd name="connsiteY3104" fmla="*/ 868848 h 1224584"/>
                <a:gd name="connsiteX3105" fmla="*/ 2086876 w 2488513"/>
                <a:gd name="connsiteY3105" fmla="*/ 867209 h 1224584"/>
                <a:gd name="connsiteX3106" fmla="*/ 2081958 w 2488513"/>
                <a:gd name="connsiteY3106" fmla="*/ 865570 h 1224584"/>
                <a:gd name="connsiteX3107" fmla="*/ 2078679 w 2488513"/>
                <a:gd name="connsiteY3107" fmla="*/ 867209 h 1224584"/>
                <a:gd name="connsiteX3108" fmla="*/ 2080318 w 2488513"/>
                <a:gd name="connsiteY3108" fmla="*/ 870488 h 1224584"/>
                <a:gd name="connsiteX3109" fmla="*/ 2075400 w 2488513"/>
                <a:gd name="connsiteY3109" fmla="*/ 870488 h 1224584"/>
                <a:gd name="connsiteX3110" fmla="*/ 2073761 w 2488513"/>
                <a:gd name="connsiteY3110" fmla="*/ 868848 h 1224584"/>
                <a:gd name="connsiteX3111" fmla="*/ 2070482 w 2488513"/>
                <a:gd name="connsiteY3111" fmla="*/ 872127 h 1224584"/>
                <a:gd name="connsiteX3112" fmla="*/ 2067204 w 2488513"/>
                <a:gd name="connsiteY3112" fmla="*/ 875406 h 1224584"/>
                <a:gd name="connsiteX3113" fmla="*/ 2062286 w 2488513"/>
                <a:gd name="connsiteY3113" fmla="*/ 875406 h 1224584"/>
                <a:gd name="connsiteX3114" fmla="*/ 2062286 w 2488513"/>
                <a:gd name="connsiteY3114" fmla="*/ 877045 h 1224584"/>
                <a:gd name="connsiteX3115" fmla="*/ 2059007 w 2488513"/>
                <a:gd name="connsiteY3115" fmla="*/ 880324 h 1224584"/>
                <a:gd name="connsiteX3116" fmla="*/ 2054089 w 2488513"/>
                <a:gd name="connsiteY3116" fmla="*/ 883603 h 1224584"/>
                <a:gd name="connsiteX3117" fmla="*/ 2050810 w 2488513"/>
                <a:gd name="connsiteY3117" fmla="*/ 885242 h 1224584"/>
                <a:gd name="connsiteX3118" fmla="*/ 2047532 w 2488513"/>
                <a:gd name="connsiteY3118" fmla="*/ 888521 h 1224584"/>
                <a:gd name="connsiteX3119" fmla="*/ 2045892 w 2488513"/>
                <a:gd name="connsiteY3119" fmla="*/ 891799 h 1224584"/>
                <a:gd name="connsiteX3120" fmla="*/ 2042614 w 2488513"/>
                <a:gd name="connsiteY3120" fmla="*/ 895078 h 1224584"/>
                <a:gd name="connsiteX3121" fmla="*/ 2040974 w 2488513"/>
                <a:gd name="connsiteY3121" fmla="*/ 899996 h 1224584"/>
                <a:gd name="connsiteX3122" fmla="*/ 2037696 w 2488513"/>
                <a:gd name="connsiteY3122" fmla="*/ 901635 h 1224584"/>
                <a:gd name="connsiteX3123" fmla="*/ 2034417 w 2488513"/>
                <a:gd name="connsiteY3123" fmla="*/ 904914 h 1224584"/>
                <a:gd name="connsiteX3124" fmla="*/ 2031138 w 2488513"/>
                <a:gd name="connsiteY3124" fmla="*/ 904914 h 1224584"/>
                <a:gd name="connsiteX3125" fmla="*/ 2026220 w 2488513"/>
                <a:gd name="connsiteY3125" fmla="*/ 906553 h 1224584"/>
                <a:gd name="connsiteX3126" fmla="*/ 2022942 w 2488513"/>
                <a:gd name="connsiteY3126" fmla="*/ 906553 h 1224584"/>
                <a:gd name="connsiteX3127" fmla="*/ 2019663 w 2488513"/>
                <a:gd name="connsiteY3127" fmla="*/ 908193 h 1224584"/>
                <a:gd name="connsiteX3128" fmla="*/ 2014745 w 2488513"/>
                <a:gd name="connsiteY3128" fmla="*/ 906553 h 1224584"/>
                <a:gd name="connsiteX3129" fmla="*/ 2011466 w 2488513"/>
                <a:gd name="connsiteY3129" fmla="*/ 906553 h 1224584"/>
                <a:gd name="connsiteX3130" fmla="*/ 2008188 w 2488513"/>
                <a:gd name="connsiteY3130" fmla="*/ 908193 h 1224584"/>
                <a:gd name="connsiteX3131" fmla="*/ 2003270 w 2488513"/>
                <a:gd name="connsiteY3131" fmla="*/ 911471 h 1224584"/>
                <a:gd name="connsiteX3132" fmla="*/ 2001630 w 2488513"/>
                <a:gd name="connsiteY3132" fmla="*/ 911471 h 1224584"/>
                <a:gd name="connsiteX3133" fmla="*/ 2003270 w 2488513"/>
                <a:gd name="connsiteY3133" fmla="*/ 914750 h 1224584"/>
                <a:gd name="connsiteX3134" fmla="*/ 1998352 w 2488513"/>
                <a:gd name="connsiteY3134" fmla="*/ 914750 h 1224584"/>
                <a:gd name="connsiteX3135" fmla="*/ 1995073 w 2488513"/>
                <a:gd name="connsiteY3135" fmla="*/ 916389 h 1224584"/>
                <a:gd name="connsiteX3136" fmla="*/ 1996712 w 2488513"/>
                <a:gd name="connsiteY3136" fmla="*/ 913111 h 1224584"/>
                <a:gd name="connsiteX3137" fmla="*/ 1996712 w 2488513"/>
                <a:gd name="connsiteY3137" fmla="*/ 911471 h 1224584"/>
                <a:gd name="connsiteX3138" fmla="*/ 1995073 w 2488513"/>
                <a:gd name="connsiteY3138" fmla="*/ 914750 h 1224584"/>
                <a:gd name="connsiteX3139" fmla="*/ 1991794 w 2488513"/>
                <a:gd name="connsiteY3139" fmla="*/ 916389 h 1224584"/>
                <a:gd name="connsiteX3140" fmla="*/ 1986876 w 2488513"/>
                <a:gd name="connsiteY3140" fmla="*/ 918028 h 1224584"/>
                <a:gd name="connsiteX3141" fmla="*/ 1983598 w 2488513"/>
                <a:gd name="connsiteY3141" fmla="*/ 921307 h 1224584"/>
                <a:gd name="connsiteX3142" fmla="*/ 1980319 w 2488513"/>
                <a:gd name="connsiteY3142" fmla="*/ 922946 h 1224584"/>
                <a:gd name="connsiteX3143" fmla="*/ 1975401 w 2488513"/>
                <a:gd name="connsiteY3143" fmla="*/ 926225 h 1224584"/>
                <a:gd name="connsiteX3144" fmla="*/ 1972122 w 2488513"/>
                <a:gd name="connsiteY3144" fmla="*/ 927865 h 1224584"/>
                <a:gd name="connsiteX3145" fmla="*/ 1968843 w 2488513"/>
                <a:gd name="connsiteY3145" fmla="*/ 929504 h 1224584"/>
                <a:gd name="connsiteX3146" fmla="*/ 1967204 w 2488513"/>
                <a:gd name="connsiteY3146" fmla="*/ 931143 h 1224584"/>
                <a:gd name="connsiteX3147" fmla="*/ 1963925 w 2488513"/>
                <a:gd name="connsiteY3147" fmla="*/ 934422 h 1224584"/>
                <a:gd name="connsiteX3148" fmla="*/ 1960647 w 2488513"/>
                <a:gd name="connsiteY3148" fmla="*/ 937701 h 1224584"/>
                <a:gd name="connsiteX3149" fmla="*/ 1957368 w 2488513"/>
                <a:gd name="connsiteY3149" fmla="*/ 939340 h 1224584"/>
                <a:gd name="connsiteX3150" fmla="*/ 1954090 w 2488513"/>
                <a:gd name="connsiteY3150" fmla="*/ 942618 h 1224584"/>
                <a:gd name="connsiteX3151" fmla="*/ 1950811 w 2488513"/>
                <a:gd name="connsiteY3151" fmla="*/ 945897 h 1224584"/>
                <a:gd name="connsiteX3152" fmla="*/ 1945893 w 2488513"/>
                <a:gd name="connsiteY3152" fmla="*/ 949176 h 1224584"/>
                <a:gd name="connsiteX3153" fmla="*/ 1942614 w 2488513"/>
                <a:gd name="connsiteY3153" fmla="*/ 952455 h 1224584"/>
                <a:gd name="connsiteX3154" fmla="*/ 1939335 w 2488513"/>
                <a:gd name="connsiteY3154" fmla="*/ 954094 h 1224584"/>
                <a:gd name="connsiteX3155" fmla="*/ 1936057 w 2488513"/>
                <a:gd name="connsiteY3155" fmla="*/ 957373 h 1224584"/>
                <a:gd name="connsiteX3156" fmla="*/ 1931139 w 2488513"/>
                <a:gd name="connsiteY3156" fmla="*/ 955733 h 1224584"/>
                <a:gd name="connsiteX3157" fmla="*/ 1929499 w 2488513"/>
                <a:gd name="connsiteY3157" fmla="*/ 952455 h 1224584"/>
                <a:gd name="connsiteX3158" fmla="*/ 1927860 w 2488513"/>
                <a:gd name="connsiteY3158" fmla="*/ 950815 h 1224584"/>
                <a:gd name="connsiteX3159" fmla="*/ 1922942 w 2488513"/>
                <a:gd name="connsiteY3159" fmla="*/ 950815 h 1224584"/>
                <a:gd name="connsiteX3160" fmla="*/ 1919663 w 2488513"/>
                <a:gd name="connsiteY3160" fmla="*/ 949176 h 1224584"/>
                <a:gd name="connsiteX3161" fmla="*/ 1916385 w 2488513"/>
                <a:gd name="connsiteY3161" fmla="*/ 945897 h 1224584"/>
                <a:gd name="connsiteX3162" fmla="*/ 1913106 w 2488513"/>
                <a:gd name="connsiteY3162" fmla="*/ 945897 h 1224584"/>
                <a:gd name="connsiteX3163" fmla="*/ 1908188 w 2488513"/>
                <a:gd name="connsiteY3163" fmla="*/ 945897 h 1224584"/>
                <a:gd name="connsiteX3164" fmla="*/ 1904909 w 2488513"/>
                <a:gd name="connsiteY3164" fmla="*/ 944258 h 1224584"/>
                <a:gd name="connsiteX3165" fmla="*/ 1901631 w 2488513"/>
                <a:gd name="connsiteY3165" fmla="*/ 942618 h 1224584"/>
                <a:gd name="connsiteX3166" fmla="*/ 1896713 w 2488513"/>
                <a:gd name="connsiteY3166" fmla="*/ 942618 h 1224584"/>
                <a:gd name="connsiteX3167" fmla="*/ 1893434 w 2488513"/>
                <a:gd name="connsiteY3167" fmla="*/ 942618 h 1224584"/>
                <a:gd name="connsiteX3168" fmla="*/ 1898352 w 2488513"/>
                <a:gd name="connsiteY3168" fmla="*/ 942618 h 1224584"/>
                <a:gd name="connsiteX3169" fmla="*/ 1901631 w 2488513"/>
                <a:gd name="connsiteY3169" fmla="*/ 944258 h 1224584"/>
                <a:gd name="connsiteX3170" fmla="*/ 1898352 w 2488513"/>
                <a:gd name="connsiteY3170" fmla="*/ 949176 h 1224584"/>
                <a:gd name="connsiteX3171" fmla="*/ 1903270 w 2488513"/>
                <a:gd name="connsiteY3171" fmla="*/ 947537 h 1224584"/>
                <a:gd name="connsiteX3172" fmla="*/ 1906549 w 2488513"/>
                <a:gd name="connsiteY3172" fmla="*/ 947537 h 1224584"/>
                <a:gd name="connsiteX3173" fmla="*/ 1909827 w 2488513"/>
                <a:gd name="connsiteY3173" fmla="*/ 947537 h 1224584"/>
                <a:gd name="connsiteX3174" fmla="*/ 1914745 w 2488513"/>
                <a:gd name="connsiteY3174" fmla="*/ 947537 h 1224584"/>
                <a:gd name="connsiteX3175" fmla="*/ 1918024 w 2488513"/>
                <a:gd name="connsiteY3175" fmla="*/ 949176 h 1224584"/>
                <a:gd name="connsiteX3176" fmla="*/ 1921303 w 2488513"/>
                <a:gd name="connsiteY3176" fmla="*/ 952455 h 1224584"/>
                <a:gd name="connsiteX3177" fmla="*/ 1924581 w 2488513"/>
                <a:gd name="connsiteY3177" fmla="*/ 952455 h 1224584"/>
                <a:gd name="connsiteX3178" fmla="*/ 1926221 w 2488513"/>
                <a:gd name="connsiteY3178" fmla="*/ 952455 h 1224584"/>
                <a:gd name="connsiteX3179" fmla="*/ 1929499 w 2488513"/>
                <a:gd name="connsiteY3179" fmla="*/ 955733 h 1224584"/>
                <a:gd name="connsiteX3180" fmla="*/ 1932778 w 2488513"/>
                <a:gd name="connsiteY3180" fmla="*/ 957373 h 1224584"/>
                <a:gd name="connsiteX3181" fmla="*/ 1931139 w 2488513"/>
                <a:gd name="connsiteY3181" fmla="*/ 960651 h 1224584"/>
                <a:gd name="connsiteX3182" fmla="*/ 1927860 w 2488513"/>
                <a:gd name="connsiteY3182" fmla="*/ 965569 h 1224584"/>
                <a:gd name="connsiteX3183" fmla="*/ 1922942 w 2488513"/>
                <a:gd name="connsiteY3183" fmla="*/ 968848 h 1224584"/>
                <a:gd name="connsiteX3184" fmla="*/ 1921303 w 2488513"/>
                <a:gd name="connsiteY3184" fmla="*/ 972127 h 1224584"/>
                <a:gd name="connsiteX3185" fmla="*/ 1918024 w 2488513"/>
                <a:gd name="connsiteY3185" fmla="*/ 975405 h 1224584"/>
                <a:gd name="connsiteX3186" fmla="*/ 1913106 w 2488513"/>
                <a:gd name="connsiteY3186" fmla="*/ 977045 h 1224584"/>
                <a:gd name="connsiteX3187" fmla="*/ 1909827 w 2488513"/>
                <a:gd name="connsiteY3187" fmla="*/ 978684 h 1224584"/>
                <a:gd name="connsiteX3188" fmla="*/ 1906549 w 2488513"/>
                <a:gd name="connsiteY3188" fmla="*/ 983602 h 1224584"/>
                <a:gd name="connsiteX3189" fmla="*/ 1903270 w 2488513"/>
                <a:gd name="connsiteY3189" fmla="*/ 985241 h 1224584"/>
                <a:gd name="connsiteX3190" fmla="*/ 1899991 w 2488513"/>
                <a:gd name="connsiteY3190" fmla="*/ 985241 h 1224584"/>
                <a:gd name="connsiteX3191" fmla="*/ 1896713 w 2488513"/>
                <a:gd name="connsiteY3191" fmla="*/ 986881 h 1224584"/>
                <a:gd name="connsiteX3192" fmla="*/ 1893434 w 2488513"/>
                <a:gd name="connsiteY3192" fmla="*/ 990159 h 1224584"/>
                <a:gd name="connsiteX3193" fmla="*/ 1890155 w 2488513"/>
                <a:gd name="connsiteY3193" fmla="*/ 995077 h 1224584"/>
                <a:gd name="connsiteX3194" fmla="*/ 1885237 w 2488513"/>
                <a:gd name="connsiteY3194" fmla="*/ 998356 h 1224584"/>
                <a:gd name="connsiteX3195" fmla="*/ 1881959 w 2488513"/>
                <a:gd name="connsiteY3195" fmla="*/ 1001635 h 1224584"/>
                <a:gd name="connsiteX3196" fmla="*/ 1878680 w 2488513"/>
                <a:gd name="connsiteY3196" fmla="*/ 1003274 h 1224584"/>
                <a:gd name="connsiteX3197" fmla="*/ 1875401 w 2488513"/>
                <a:gd name="connsiteY3197" fmla="*/ 1003274 h 1224584"/>
                <a:gd name="connsiteX3198" fmla="*/ 1872123 w 2488513"/>
                <a:gd name="connsiteY3198" fmla="*/ 1004913 h 1224584"/>
                <a:gd name="connsiteX3199" fmla="*/ 1867205 w 2488513"/>
                <a:gd name="connsiteY3199" fmla="*/ 1008192 h 1224584"/>
                <a:gd name="connsiteX3200" fmla="*/ 1863926 w 2488513"/>
                <a:gd name="connsiteY3200" fmla="*/ 1009831 h 1224584"/>
                <a:gd name="connsiteX3201" fmla="*/ 1860647 w 2488513"/>
                <a:gd name="connsiteY3201" fmla="*/ 1013110 h 1224584"/>
                <a:gd name="connsiteX3202" fmla="*/ 1855729 w 2488513"/>
                <a:gd name="connsiteY3202" fmla="*/ 1016389 h 1224584"/>
                <a:gd name="connsiteX3203" fmla="*/ 1855729 w 2488513"/>
                <a:gd name="connsiteY3203" fmla="*/ 1016389 h 1224584"/>
                <a:gd name="connsiteX3204" fmla="*/ 1855729 w 2488513"/>
                <a:gd name="connsiteY3204" fmla="*/ 1016389 h 1224584"/>
                <a:gd name="connsiteX3205" fmla="*/ 1855729 w 2488513"/>
                <a:gd name="connsiteY3205" fmla="*/ 1016389 h 1224584"/>
                <a:gd name="connsiteX3206" fmla="*/ 1860647 w 2488513"/>
                <a:gd name="connsiteY3206" fmla="*/ 1014749 h 1224584"/>
                <a:gd name="connsiteX3207" fmla="*/ 1863926 w 2488513"/>
                <a:gd name="connsiteY3207" fmla="*/ 1011471 h 1224584"/>
                <a:gd name="connsiteX3208" fmla="*/ 1867205 w 2488513"/>
                <a:gd name="connsiteY3208" fmla="*/ 1011471 h 1224584"/>
                <a:gd name="connsiteX3209" fmla="*/ 1872123 w 2488513"/>
                <a:gd name="connsiteY3209" fmla="*/ 1009831 h 1224584"/>
                <a:gd name="connsiteX3210" fmla="*/ 1875401 w 2488513"/>
                <a:gd name="connsiteY3210" fmla="*/ 1009831 h 1224584"/>
                <a:gd name="connsiteX3211" fmla="*/ 1878680 w 2488513"/>
                <a:gd name="connsiteY3211" fmla="*/ 1008192 h 1224584"/>
                <a:gd name="connsiteX3212" fmla="*/ 1883598 w 2488513"/>
                <a:gd name="connsiteY3212" fmla="*/ 1006553 h 1224584"/>
                <a:gd name="connsiteX3213" fmla="*/ 1886877 w 2488513"/>
                <a:gd name="connsiteY3213" fmla="*/ 1004913 h 1224584"/>
                <a:gd name="connsiteX3214" fmla="*/ 1890155 w 2488513"/>
                <a:gd name="connsiteY3214" fmla="*/ 1003274 h 1224584"/>
                <a:gd name="connsiteX3215" fmla="*/ 1893434 w 2488513"/>
                <a:gd name="connsiteY3215" fmla="*/ 999995 h 1224584"/>
                <a:gd name="connsiteX3216" fmla="*/ 1896713 w 2488513"/>
                <a:gd name="connsiteY3216" fmla="*/ 998356 h 1224584"/>
                <a:gd name="connsiteX3217" fmla="*/ 1899991 w 2488513"/>
                <a:gd name="connsiteY3217" fmla="*/ 996717 h 1224584"/>
                <a:gd name="connsiteX3218" fmla="*/ 1903270 w 2488513"/>
                <a:gd name="connsiteY3218" fmla="*/ 991799 h 1224584"/>
                <a:gd name="connsiteX3219" fmla="*/ 1906549 w 2488513"/>
                <a:gd name="connsiteY3219" fmla="*/ 990159 h 1224584"/>
                <a:gd name="connsiteX3220" fmla="*/ 1911467 w 2488513"/>
                <a:gd name="connsiteY3220" fmla="*/ 986881 h 1224584"/>
                <a:gd name="connsiteX3221" fmla="*/ 1913106 w 2488513"/>
                <a:gd name="connsiteY3221" fmla="*/ 983602 h 1224584"/>
                <a:gd name="connsiteX3222" fmla="*/ 1918024 w 2488513"/>
                <a:gd name="connsiteY3222" fmla="*/ 981963 h 1224584"/>
                <a:gd name="connsiteX3223" fmla="*/ 1921303 w 2488513"/>
                <a:gd name="connsiteY3223" fmla="*/ 980323 h 1224584"/>
                <a:gd name="connsiteX3224" fmla="*/ 1924581 w 2488513"/>
                <a:gd name="connsiteY3224" fmla="*/ 977045 h 1224584"/>
                <a:gd name="connsiteX3225" fmla="*/ 1929499 w 2488513"/>
                <a:gd name="connsiteY3225" fmla="*/ 973766 h 1224584"/>
                <a:gd name="connsiteX3226" fmla="*/ 1932778 w 2488513"/>
                <a:gd name="connsiteY3226" fmla="*/ 970487 h 1224584"/>
                <a:gd name="connsiteX3227" fmla="*/ 1936057 w 2488513"/>
                <a:gd name="connsiteY3227" fmla="*/ 967209 h 1224584"/>
                <a:gd name="connsiteX3228" fmla="*/ 1939335 w 2488513"/>
                <a:gd name="connsiteY3228" fmla="*/ 963930 h 1224584"/>
                <a:gd name="connsiteX3229" fmla="*/ 1944253 w 2488513"/>
                <a:gd name="connsiteY3229" fmla="*/ 962291 h 1224584"/>
                <a:gd name="connsiteX3230" fmla="*/ 1947532 w 2488513"/>
                <a:gd name="connsiteY3230" fmla="*/ 960651 h 1224584"/>
                <a:gd name="connsiteX3231" fmla="*/ 1950811 w 2488513"/>
                <a:gd name="connsiteY3231" fmla="*/ 957373 h 1224584"/>
                <a:gd name="connsiteX3232" fmla="*/ 1954090 w 2488513"/>
                <a:gd name="connsiteY3232" fmla="*/ 955733 h 1224584"/>
                <a:gd name="connsiteX3233" fmla="*/ 1959008 w 2488513"/>
                <a:gd name="connsiteY3233" fmla="*/ 952455 h 1224584"/>
                <a:gd name="connsiteX3234" fmla="*/ 1962286 w 2488513"/>
                <a:gd name="connsiteY3234" fmla="*/ 950815 h 1224584"/>
                <a:gd name="connsiteX3235" fmla="*/ 1965565 w 2488513"/>
                <a:gd name="connsiteY3235" fmla="*/ 949176 h 1224584"/>
                <a:gd name="connsiteX3236" fmla="*/ 1970483 w 2488513"/>
                <a:gd name="connsiteY3236" fmla="*/ 947537 h 1224584"/>
                <a:gd name="connsiteX3237" fmla="*/ 1973762 w 2488513"/>
                <a:gd name="connsiteY3237" fmla="*/ 945897 h 1224584"/>
                <a:gd name="connsiteX3238" fmla="*/ 1977040 w 2488513"/>
                <a:gd name="connsiteY3238" fmla="*/ 942618 h 1224584"/>
                <a:gd name="connsiteX3239" fmla="*/ 1980319 w 2488513"/>
                <a:gd name="connsiteY3239" fmla="*/ 942618 h 1224584"/>
                <a:gd name="connsiteX3240" fmla="*/ 1983598 w 2488513"/>
                <a:gd name="connsiteY3240" fmla="*/ 939340 h 1224584"/>
                <a:gd name="connsiteX3241" fmla="*/ 1986876 w 2488513"/>
                <a:gd name="connsiteY3241" fmla="*/ 939340 h 1224584"/>
                <a:gd name="connsiteX3242" fmla="*/ 1991794 w 2488513"/>
                <a:gd name="connsiteY3242" fmla="*/ 936061 h 1224584"/>
                <a:gd name="connsiteX3243" fmla="*/ 1995073 w 2488513"/>
                <a:gd name="connsiteY3243" fmla="*/ 934422 h 1224584"/>
                <a:gd name="connsiteX3244" fmla="*/ 1999991 w 2488513"/>
                <a:gd name="connsiteY3244" fmla="*/ 932783 h 1224584"/>
                <a:gd name="connsiteX3245" fmla="*/ 2003270 w 2488513"/>
                <a:gd name="connsiteY3245" fmla="*/ 932783 h 1224584"/>
                <a:gd name="connsiteX3246" fmla="*/ 2006548 w 2488513"/>
                <a:gd name="connsiteY3246" fmla="*/ 931143 h 1224584"/>
                <a:gd name="connsiteX3247" fmla="*/ 2009827 w 2488513"/>
                <a:gd name="connsiteY3247" fmla="*/ 929504 h 1224584"/>
                <a:gd name="connsiteX3248" fmla="*/ 2014745 w 2488513"/>
                <a:gd name="connsiteY3248" fmla="*/ 927865 h 1224584"/>
                <a:gd name="connsiteX3249" fmla="*/ 2018024 w 2488513"/>
                <a:gd name="connsiteY3249" fmla="*/ 926225 h 1224584"/>
                <a:gd name="connsiteX3250" fmla="*/ 2021302 w 2488513"/>
                <a:gd name="connsiteY3250" fmla="*/ 926225 h 1224584"/>
                <a:gd name="connsiteX3251" fmla="*/ 2024581 w 2488513"/>
                <a:gd name="connsiteY3251" fmla="*/ 924586 h 1224584"/>
                <a:gd name="connsiteX3252" fmla="*/ 2029499 w 2488513"/>
                <a:gd name="connsiteY3252" fmla="*/ 922946 h 1224584"/>
                <a:gd name="connsiteX3253" fmla="*/ 2032778 w 2488513"/>
                <a:gd name="connsiteY3253" fmla="*/ 922946 h 1224584"/>
                <a:gd name="connsiteX3254" fmla="*/ 2036056 w 2488513"/>
                <a:gd name="connsiteY3254" fmla="*/ 921307 h 1224584"/>
                <a:gd name="connsiteX3255" fmla="*/ 2039335 w 2488513"/>
                <a:gd name="connsiteY3255" fmla="*/ 921307 h 1224584"/>
                <a:gd name="connsiteX3256" fmla="*/ 2044253 w 2488513"/>
                <a:gd name="connsiteY3256" fmla="*/ 918028 h 1224584"/>
                <a:gd name="connsiteX3257" fmla="*/ 2047532 w 2488513"/>
                <a:gd name="connsiteY3257" fmla="*/ 918028 h 1224584"/>
                <a:gd name="connsiteX3258" fmla="*/ 2050810 w 2488513"/>
                <a:gd name="connsiteY3258" fmla="*/ 916389 h 1224584"/>
                <a:gd name="connsiteX3259" fmla="*/ 2054089 w 2488513"/>
                <a:gd name="connsiteY3259" fmla="*/ 914750 h 1224584"/>
                <a:gd name="connsiteX3260" fmla="*/ 2057368 w 2488513"/>
                <a:gd name="connsiteY3260" fmla="*/ 914750 h 1224584"/>
                <a:gd name="connsiteX3261" fmla="*/ 2062286 w 2488513"/>
                <a:gd name="connsiteY3261" fmla="*/ 913111 h 1224584"/>
                <a:gd name="connsiteX3262" fmla="*/ 2065564 w 2488513"/>
                <a:gd name="connsiteY3262" fmla="*/ 911471 h 1224584"/>
                <a:gd name="connsiteX3263" fmla="*/ 2068843 w 2488513"/>
                <a:gd name="connsiteY3263" fmla="*/ 911471 h 1224584"/>
                <a:gd name="connsiteX3264" fmla="*/ 2073761 w 2488513"/>
                <a:gd name="connsiteY3264" fmla="*/ 911471 h 1224584"/>
                <a:gd name="connsiteX3265" fmla="*/ 2077040 w 2488513"/>
                <a:gd name="connsiteY3265" fmla="*/ 909832 h 1224584"/>
                <a:gd name="connsiteX3266" fmla="*/ 2080318 w 2488513"/>
                <a:gd name="connsiteY3266" fmla="*/ 909832 h 1224584"/>
                <a:gd name="connsiteX3267" fmla="*/ 2085236 w 2488513"/>
                <a:gd name="connsiteY3267" fmla="*/ 909832 h 1224584"/>
                <a:gd name="connsiteX3268" fmla="*/ 2088515 w 2488513"/>
                <a:gd name="connsiteY3268" fmla="*/ 909832 h 1224584"/>
                <a:gd name="connsiteX3269" fmla="*/ 2091794 w 2488513"/>
                <a:gd name="connsiteY3269" fmla="*/ 908193 h 1224584"/>
                <a:gd name="connsiteX3270" fmla="*/ 2093433 w 2488513"/>
                <a:gd name="connsiteY3270" fmla="*/ 908193 h 1224584"/>
                <a:gd name="connsiteX3271" fmla="*/ 2096712 w 2488513"/>
                <a:gd name="connsiteY3271" fmla="*/ 908193 h 1224584"/>
                <a:gd name="connsiteX3272" fmla="*/ 2099990 w 2488513"/>
                <a:gd name="connsiteY3272" fmla="*/ 908193 h 1224584"/>
                <a:gd name="connsiteX3273" fmla="*/ 2104909 w 2488513"/>
                <a:gd name="connsiteY3273" fmla="*/ 909832 h 1224584"/>
                <a:gd name="connsiteX3274" fmla="*/ 2108187 w 2488513"/>
                <a:gd name="connsiteY3274" fmla="*/ 909832 h 1224584"/>
                <a:gd name="connsiteX3275" fmla="*/ 2111466 w 2488513"/>
                <a:gd name="connsiteY3275" fmla="*/ 909832 h 1224584"/>
                <a:gd name="connsiteX3276" fmla="*/ 2116384 w 2488513"/>
                <a:gd name="connsiteY3276" fmla="*/ 911471 h 1224584"/>
                <a:gd name="connsiteX3277" fmla="*/ 2119662 w 2488513"/>
                <a:gd name="connsiteY3277" fmla="*/ 913111 h 1224584"/>
                <a:gd name="connsiteX3278" fmla="*/ 2122941 w 2488513"/>
                <a:gd name="connsiteY3278" fmla="*/ 914750 h 1224584"/>
                <a:gd name="connsiteX3279" fmla="*/ 2126220 w 2488513"/>
                <a:gd name="connsiteY3279" fmla="*/ 916389 h 1224584"/>
                <a:gd name="connsiteX3280" fmla="*/ 2131138 w 2488513"/>
                <a:gd name="connsiteY3280" fmla="*/ 919668 h 1224584"/>
                <a:gd name="connsiteX3281" fmla="*/ 2134417 w 2488513"/>
                <a:gd name="connsiteY3281" fmla="*/ 924586 h 1224584"/>
                <a:gd name="connsiteX3282" fmla="*/ 2132777 w 2488513"/>
                <a:gd name="connsiteY3282" fmla="*/ 927865 h 1224584"/>
                <a:gd name="connsiteX3283" fmla="*/ 2129499 w 2488513"/>
                <a:gd name="connsiteY3283" fmla="*/ 926225 h 1224584"/>
                <a:gd name="connsiteX3284" fmla="*/ 2124581 w 2488513"/>
                <a:gd name="connsiteY3284" fmla="*/ 926225 h 1224584"/>
                <a:gd name="connsiteX3285" fmla="*/ 2122941 w 2488513"/>
                <a:gd name="connsiteY3285" fmla="*/ 926225 h 1224584"/>
                <a:gd name="connsiteX3286" fmla="*/ 2124581 w 2488513"/>
                <a:gd name="connsiteY3286" fmla="*/ 927865 h 1224584"/>
                <a:gd name="connsiteX3287" fmla="*/ 2126220 w 2488513"/>
                <a:gd name="connsiteY3287" fmla="*/ 929504 h 1224584"/>
                <a:gd name="connsiteX3288" fmla="*/ 2124581 w 2488513"/>
                <a:gd name="connsiteY3288" fmla="*/ 929504 h 1224584"/>
                <a:gd name="connsiteX3289" fmla="*/ 2126220 w 2488513"/>
                <a:gd name="connsiteY3289" fmla="*/ 929504 h 1224584"/>
                <a:gd name="connsiteX3290" fmla="*/ 2129499 w 2488513"/>
                <a:gd name="connsiteY3290" fmla="*/ 932783 h 1224584"/>
                <a:gd name="connsiteX3291" fmla="*/ 2126220 w 2488513"/>
                <a:gd name="connsiteY3291" fmla="*/ 936061 h 1224584"/>
                <a:gd name="connsiteX3292" fmla="*/ 2127859 w 2488513"/>
                <a:gd name="connsiteY3292" fmla="*/ 940979 h 1224584"/>
                <a:gd name="connsiteX3293" fmla="*/ 2124581 w 2488513"/>
                <a:gd name="connsiteY3293" fmla="*/ 942618 h 1224584"/>
                <a:gd name="connsiteX3294" fmla="*/ 2119662 w 2488513"/>
                <a:gd name="connsiteY3294" fmla="*/ 944258 h 1224584"/>
                <a:gd name="connsiteX3295" fmla="*/ 2116384 w 2488513"/>
                <a:gd name="connsiteY3295" fmla="*/ 945897 h 1224584"/>
                <a:gd name="connsiteX3296" fmla="*/ 2113105 w 2488513"/>
                <a:gd name="connsiteY3296" fmla="*/ 947537 h 1224584"/>
                <a:gd name="connsiteX3297" fmla="*/ 2108187 w 2488513"/>
                <a:gd name="connsiteY3297" fmla="*/ 947537 h 1224584"/>
                <a:gd name="connsiteX3298" fmla="*/ 2108187 w 2488513"/>
                <a:gd name="connsiteY3298" fmla="*/ 949176 h 1224584"/>
                <a:gd name="connsiteX3299" fmla="*/ 2104909 w 2488513"/>
                <a:gd name="connsiteY3299" fmla="*/ 952455 h 1224584"/>
                <a:gd name="connsiteX3300" fmla="*/ 2099990 w 2488513"/>
                <a:gd name="connsiteY3300" fmla="*/ 954094 h 1224584"/>
                <a:gd name="connsiteX3301" fmla="*/ 2096712 w 2488513"/>
                <a:gd name="connsiteY3301" fmla="*/ 954094 h 1224584"/>
                <a:gd name="connsiteX3302" fmla="*/ 2093433 w 2488513"/>
                <a:gd name="connsiteY3302" fmla="*/ 957373 h 1224584"/>
                <a:gd name="connsiteX3303" fmla="*/ 2090155 w 2488513"/>
                <a:gd name="connsiteY3303" fmla="*/ 959012 h 1224584"/>
                <a:gd name="connsiteX3304" fmla="*/ 2085236 w 2488513"/>
                <a:gd name="connsiteY3304" fmla="*/ 960651 h 1224584"/>
                <a:gd name="connsiteX3305" fmla="*/ 2081958 w 2488513"/>
                <a:gd name="connsiteY3305" fmla="*/ 962291 h 1224584"/>
                <a:gd name="connsiteX3306" fmla="*/ 2078679 w 2488513"/>
                <a:gd name="connsiteY3306" fmla="*/ 962291 h 1224584"/>
                <a:gd name="connsiteX3307" fmla="*/ 2073761 w 2488513"/>
                <a:gd name="connsiteY3307" fmla="*/ 960651 h 1224584"/>
                <a:gd name="connsiteX3308" fmla="*/ 2070482 w 2488513"/>
                <a:gd name="connsiteY3308" fmla="*/ 959012 h 1224584"/>
                <a:gd name="connsiteX3309" fmla="*/ 2067204 w 2488513"/>
                <a:gd name="connsiteY3309" fmla="*/ 957373 h 1224584"/>
                <a:gd name="connsiteX3310" fmla="*/ 2065564 w 2488513"/>
                <a:gd name="connsiteY3310" fmla="*/ 955733 h 1224584"/>
                <a:gd name="connsiteX3311" fmla="*/ 2062286 w 2488513"/>
                <a:gd name="connsiteY3311" fmla="*/ 955733 h 1224584"/>
                <a:gd name="connsiteX3312" fmla="*/ 2059007 w 2488513"/>
                <a:gd name="connsiteY3312" fmla="*/ 957373 h 1224584"/>
                <a:gd name="connsiteX3313" fmla="*/ 2054089 w 2488513"/>
                <a:gd name="connsiteY3313" fmla="*/ 957373 h 1224584"/>
                <a:gd name="connsiteX3314" fmla="*/ 2050810 w 2488513"/>
                <a:gd name="connsiteY3314" fmla="*/ 957373 h 1224584"/>
                <a:gd name="connsiteX3315" fmla="*/ 2047532 w 2488513"/>
                <a:gd name="connsiteY3315" fmla="*/ 957373 h 1224584"/>
                <a:gd name="connsiteX3316" fmla="*/ 2042614 w 2488513"/>
                <a:gd name="connsiteY3316" fmla="*/ 957373 h 1224584"/>
                <a:gd name="connsiteX3317" fmla="*/ 2039335 w 2488513"/>
                <a:gd name="connsiteY3317" fmla="*/ 960651 h 1224584"/>
                <a:gd name="connsiteX3318" fmla="*/ 2036056 w 2488513"/>
                <a:gd name="connsiteY3318" fmla="*/ 960651 h 1224584"/>
                <a:gd name="connsiteX3319" fmla="*/ 2032778 w 2488513"/>
                <a:gd name="connsiteY3319" fmla="*/ 962291 h 1224584"/>
                <a:gd name="connsiteX3320" fmla="*/ 2029499 w 2488513"/>
                <a:gd name="connsiteY3320" fmla="*/ 962291 h 1224584"/>
                <a:gd name="connsiteX3321" fmla="*/ 2032778 w 2488513"/>
                <a:gd name="connsiteY3321" fmla="*/ 963930 h 1224584"/>
                <a:gd name="connsiteX3322" fmla="*/ 2037696 w 2488513"/>
                <a:gd name="connsiteY3322" fmla="*/ 962291 h 1224584"/>
                <a:gd name="connsiteX3323" fmla="*/ 2040974 w 2488513"/>
                <a:gd name="connsiteY3323" fmla="*/ 960651 h 1224584"/>
                <a:gd name="connsiteX3324" fmla="*/ 2044253 w 2488513"/>
                <a:gd name="connsiteY3324" fmla="*/ 959012 h 1224584"/>
                <a:gd name="connsiteX3325" fmla="*/ 2049171 w 2488513"/>
                <a:gd name="connsiteY3325" fmla="*/ 962291 h 1224584"/>
                <a:gd name="connsiteX3326" fmla="*/ 2052450 w 2488513"/>
                <a:gd name="connsiteY3326" fmla="*/ 963930 h 1224584"/>
                <a:gd name="connsiteX3327" fmla="*/ 2055728 w 2488513"/>
                <a:gd name="connsiteY3327" fmla="*/ 965569 h 1224584"/>
                <a:gd name="connsiteX3328" fmla="*/ 2060646 w 2488513"/>
                <a:gd name="connsiteY3328" fmla="*/ 965569 h 1224584"/>
                <a:gd name="connsiteX3329" fmla="*/ 2063925 w 2488513"/>
                <a:gd name="connsiteY3329" fmla="*/ 967209 h 1224584"/>
                <a:gd name="connsiteX3330" fmla="*/ 2063925 w 2488513"/>
                <a:gd name="connsiteY3330" fmla="*/ 972127 h 1224584"/>
                <a:gd name="connsiteX3331" fmla="*/ 2063925 w 2488513"/>
                <a:gd name="connsiteY3331" fmla="*/ 975405 h 1224584"/>
                <a:gd name="connsiteX3332" fmla="*/ 2063925 w 2488513"/>
                <a:gd name="connsiteY3332" fmla="*/ 978684 h 1224584"/>
                <a:gd name="connsiteX3333" fmla="*/ 2063925 w 2488513"/>
                <a:gd name="connsiteY3333" fmla="*/ 978684 h 1224584"/>
                <a:gd name="connsiteX3334" fmla="*/ 2068843 w 2488513"/>
                <a:gd name="connsiteY3334" fmla="*/ 977045 h 1224584"/>
                <a:gd name="connsiteX3335" fmla="*/ 2072122 w 2488513"/>
                <a:gd name="connsiteY3335" fmla="*/ 975405 h 1224584"/>
                <a:gd name="connsiteX3336" fmla="*/ 2075400 w 2488513"/>
                <a:gd name="connsiteY3336" fmla="*/ 973766 h 1224584"/>
                <a:gd name="connsiteX3337" fmla="*/ 2080318 w 2488513"/>
                <a:gd name="connsiteY3337" fmla="*/ 972127 h 1224584"/>
                <a:gd name="connsiteX3338" fmla="*/ 2083597 w 2488513"/>
                <a:gd name="connsiteY3338" fmla="*/ 970487 h 1224584"/>
                <a:gd name="connsiteX3339" fmla="*/ 2086876 w 2488513"/>
                <a:gd name="connsiteY3339" fmla="*/ 968848 h 1224584"/>
                <a:gd name="connsiteX3340" fmla="*/ 2090155 w 2488513"/>
                <a:gd name="connsiteY3340" fmla="*/ 970487 h 1224584"/>
                <a:gd name="connsiteX3341" fmla="*/ 2095072 w 2488513"/>
                <a:gd name="connsiteY3341" fmla="*/ 970487 h 1224584"/>
                <a:gd name="connsiteX3342" fmla="*/ 2095072 w 2488513"/>
                <a:gd name="connsiteY3342" fmla="*/ 973766 h 1224584"/>
                <a:gd name="connsiteX3343" fmla="*/ 2098351 w 2488513"/>
                <a:gd name="connsiteY3343" fmla="*/ 973766 h 1224584"/>
                <a:gd name="connsiteX3344" fmla="*/ 2095072 w 2488513"/>
                <a:gd name="connsiteY3344" fmla="*/ 977045 h 1224584"/>
                <a:gd name="connsiteX3345" fmla="*/ 2091794 w 2488513"/>
                <a:gd name="connsiteY3345" fmla="*/ 980323 h 1224584"/>
                <a:gd name="connsiteX3346" fmla="*/ 2088515 w 2488513"/>
                <a:gd name="connsiteY3346" fmla="*/ 983602 h 1224584"/>
                <a:gd name="connsiteX3347" fmla="*/ 2086876 w 2488513"/>
                <a:gd name="connsiteY3347" fmla="*/ 986881 h 1224584"/>
                <a:gd name="connsiteX3348" fmla="*/ 2083597 w 2488513"/>
                <a:gd name="connsiteY3348" fmla="*/ 990159 h 1224584"/>
                <a:gd name="connsiteX3349" fmla="*/ 2078679 w 2488513"/>
                <a:gd name="connsiteY3349" fmla="*/ 993438 h 1224584"/>
                <a:gd name="connsiteX3350" fmla="*/ 2075400 w 2488513"/>
                <a:gd name="connsiteY3350" fmla="*/ 996717 h 1224584"/>
                <a:gd name="connsiteX3351" fmla="*/ 2072122 w 2488513"/>
                <a:gd name="connsiteY3351" fmla="*/ 998356 h 1224584"/>
                <a:gd name="connsiteX3352" fmla="*/ 2068843 w 2488513"/>
                <a:gd name="connsiteY3352" fmla="*/ 999995 h 1224584"/>
                <a:gd name="connsiteX3353" fmla="*/ 2063925 w 2488513"/>
                <a:gd name="connsiteY3353" fmla="*/ 1001635 h 1224584"/>
                <a:gd name="connsiteX3354" fmla="*/ 2068843 w 2488513"/>
                <a:gd name="connsiteY3354" fmla="*/ 1001635 h 1224584"/>
                <a:gd name="connsiteX3355" fmla="*/ 2068843 w 2488513"/>
                <a:gd name="connsiteY3355" fmla="*/ 1003274 h 1224584"/>
                <a:gd name="connsiteX3356" fmla="*/ 2073761 w 2488513"/>
                <a:gd name="connsiteY3356" fmla="*/ 1003274 h 1224584"/>
                <a:gd name="connsiteX3357" fmla="*/ 2077040 w 2488513"/>
                <a:gd name="connsiteY3357" fmla="*/ 1001635 h 1224584"/>
                <a:gd name="connsiteX3358" fmla="*/ 2080318 w 2488513"/>
                <a:gd name="connsiteY3358" fmla="*/ 1001635 h 1224584"/>
                <a:gd name="connsiteX3359" fmla="*/ 2081958 w 2488513"/>
                <a:gd name="connsiteY3359" fmla="*/ 1004913 h 1224584"/>
                <a:gd name="connsiteX3360" fmla="*/ 2078679 w 2488513"/>
                <a:gd name="connsiteY3360" fmla="*/ 1008192 h 1224584"/>
                <a:gd name="connsiteX3361" fmla="*/ 2077040 w 2488513"/>
                <a:gd name="connsiteY3361" fmla="*/ 1013110 h 1224584"/>
                <a:gd name="connsiteX3362" fmla="*/ 2077040 w 2488513"/>
                <a:gd name="connsiteY3362" fmla="*/ 1016389 h 1224584"/>
                <a:gd name="connsiteX3363" fmla="*/ 2078679 w 2488513"/>
                <a:gd name="connsiteY3363" fmla="*/ 1019668 h 1224584"/>
                <a:gd name="connsiteX3364" fmla="*/ 2078679 w 2488513"/>
                <a:gd name="connsiteY3364" fmla="*/ 1022946 h 1224584"/>
                <a:gd name="connsiteX3365" fmla="*/ 2078679 w 2488513"/>
                <a:gd name="connsiteY3365" fmla="*/ 1027864 h 1224584"/>
                <a:gd name="connsiteX3366" fmla="*/ 2080318 w 2488513"/>
                <a:gd name="connsiteY3366" fmla="*/ 1031143 h 1224584"/>
                <a:gd name="connsiteX3367" fmla="*/ 2075400 w 2488513"/>
                <a:gd name="connsiteY3367" fmla="*/ 1034421 h 1224584"/>
                <a:gd name="connsiteX3368" fmla="*/ 2080318 w 2488513"/>
                <a:gd name="connsiteY3368" fmla="*/ 1034421 h 1224584"/>
                <a:gd name="connsiteX3369" fmla="*/ 2078679 w 2488513"/>
                <a:gd name="connsiteY3369" fmla="*/ 1037700 h 1224584"/>
                <a:gd name="connsiteX3370" fmla="*/ 2081958 w 2488513"/>
                <a:gd name="connsiteY3370" fmla="*/ 1037700 h 1224584"/>
                <a:gd name="connsiteX3371" fmla="*/ 2086876 w 2488513"/>
                <a:gd name="connsiteY3371" fmla="*/ 1039340 h 1224584"/>
                <a:gd name="connsiteX3372" fmla="*/ 2090155 w 2488513"/>
                <a:gd name="connsiteY3372" fmla="*/ 1039340 h 1224584"/>
                <a:gd name="connsiteX3373" fmla="*/ 2093433 w 2488513"/>
                <a:gd name="connsiteY3373" fmla="*/ 1040979 h 1224584"/>
                <a:gd name="connsiteX3374" fmla="*/ 2096712 w 2488513"/>
                <a:gd name="connsiteY3374" fmla="*/ 1040979 h 1224584"/>
                <a:gd name="connsiteX3375" fmla="*/ 2101630 w 2488513"/>
                <a:gd name="connsiteY3375" fmla="*/ 1042618 h 1224584"/>
                <a:gd name="connsiteX3376" fmla="*/ 2103269 w 2488513"/>
                <a:gd name="connsiteY3376" fmla="*/ 1042618 h 1224584"/>
                <a:gd name="connsiteX3377" fmla="*/ 2099990 w 2488513"/>
                <a:gd name="connsiteY3377" fmla="*/ 1045897 h 1224584"/>
                <a:gd name="connsiteX3378" fmla="*/ 2095072 w 2488513"/>
                <a:gd name="connsiteY3378" fmla="*/ 1045897 h 1224584"/>
                <a:gd name="connsiteX3379" fmla="*/ 2091794 w 2488513"/>
                <a:gd name="connsiteY3379" fmla="*/ 1047536 h 1224584"/>
                <a:gd name="connsiteX3380" fmla="*/ 2093433 w 2488513"/>
                <a:gd name="connsiteY3380" fmla="*/ 1049175 h 1224584"/>
                <a:gd name="connsiteX3381" fmla="*/ 2096712 w 2488513"/>
                <a:gd name="connsiteY3381" fmla="*/ 1049175 h 1224584"/>
                <a:gd name="connsiteX3382" fmla="*/ 2099990 w 2488513"/>
                <a:gd name="connsiteY3382" fmla="*/ 1052454 h 1224584"/>
                <a:gd name="connsiteX3383" fmla="*/ 2103269 w 2488513"/>
                <a:gd name="connsiteY3383" fmla="*/ 1055733 h 1224584"/>
                <a:gd name="connsiteX3384" fmla="*/ 2106548 w 2488513"/>
                <a:gd name="connsiteY3384" fmla="*/ 1054093 h 1224584"/>
                <a:gd name="connsiteX3385" fmla="*/ 2109827 w 2488513"/>
                <a:gd name="connsiteY3385" fmla="*/ 1054093 h 1224584"/>
                <a:gd name="connsiteX3386" fmla="*/ 2114745 w 2488513"/>
                <a:gd name="connsiteY3386" fmla="*/ 1057372 h 1224584"/>
                <a:gd name="connsiteX3387" fmla="*/ 2118023 w 2488513"/>
                <a:gd name="connsiteY3387" fmla="*/ 1059012 h 1224584"/>
                <a:gd name="connsiteX3388" fmla="*/ 2121302 w 2488513"/>
                <a:gd name="connsiteY3388" fmla="*/ 1059012 h 1224584"/>
                <a:gd name="connsiteX3389" fmla="*/ 2124581 w 2488513"/>
                <a:gd name="connsiteY3389" fmla="*/ 1057372 h 1224584"/>
                <a:gd name="connsiteX3390" fmla="*/ 2129499 w 2488513"/>
                <a:gd name="connsiteY3390" fmla="*/ 1059012 h 1224584"/>
                <a:gd name="connsiteX3391" fmla="*/ 2132777 w 2488513"/>
                <a:gd name="connsiteY3391" fmla="*/ 1059012 h 1224584"/>
                <a:gd name="connsiteX3392" fmla="*/ 2136056 w 2488513"/>
                <a:gd name="connsiteY3392" fmla="*/ 1060651 h 1224584"/>
                <a:gd name="connsiteX3393" fmla="*/ 2132777 w 2488513"/>
                <a:gd name="connsiteY3393" fmla="*/ 1062290 h 1224584"/>
                <a:gd name="connsiteX3394" fmla="*/ 2131138 w 2488513"/>
                <a:gd name="connsiteY3394" fmla="*/ 1065569 h 1224584"/>
                <a:gd name="connsiteX3395" fmla="*/ 2134417 w 2488513"/>
                <a:gd name="connsiteY3395" fmla="*/ 1063930 h 1224584"/>
                <a:gd name="connsiteX3396" fmla="*/ 2139335 w 2488513"/>
                <a:gd name="connsiteY3396" fmla="*/ 1062290 h 1224584"/>
                <a:gd name="connsiteX3397" fmla="*/ 2142613 w 2488513"/>
                <a:gd name="connsiteY3397" fmla="*/ 1063930 h 1224584"/>
                <a:gd name="connsiteX3398" fmla="*/ 2145892 w 2488513"/>
                <a:gd name="connsiteY3398" fmla="*/ 1062290 h 1224584"/>
                <a:gd name="connsiteX3399" fmla="*/ 2149171 w 2488513"/>
                <a:gd name="connsiteY3399" fmla="*/ 1060651 h 1224584"/>
                <a:gd name="connsiteX3400" fmla="*/ 2154089 w 2488513"/>
                <a:gd name="connsiteY3400" fmla="*/ 1059012 h 1224584"/>
                <a:gd name="connsiteX3401" fmla="*/ 2157367 w 2488513"/>
                <a:gd name="connsiteY3401" fmla="*/ 1057372 h 1224584"/>
                <a:gd name="connsiteX3402" fmla="*/ 2160646 w 2488513"/>
                <a:gd name="connsiteY3402" fmla="*/ 1055733 h 1224584"/>
                <a:gd name="connsiteX3403" fmla="*/ 2162285 w 2488513"/>
                <a:gd name="connsiteY3403" fmla="*/ 1059012 h 1224584"/>
                <a:gd name="connsiteX3404" fmla="*/ 2162285 w 2488513"/>
                <a:gd name="connsiteY3404" fmla="*/ 1062290 h 1224584"/>
                <a:gd name="connsiteX3405" fmla="*/ 2167203 w 2488513"/>
                <a:gd name="connsiteY3405" fmla="*/ 1065569 h 1224584"/>
                <a:gd name="connsiteX3406" fmla="*/ 2170482 w 2488513"/>
                <a:gd name="connsiteY3406" fmla="*/ 1065569 h 1224584"/>
                <a:gd name="connsiteX3407" fmla="*/ 2173761 w 2488513"/>
                <a:gd name="connsiteY3407" fmla="*/ 1062290 h 1224584"/>
                <a:gd name="connsiteX3408" fmla="*/ 2177039 w 2488513"/>
                <a:gd name="connsiteY3408" fmla="*/ 1063930 h 1224584"/>
                <a:gd name="connsiteX3409" fmla="*/ 2178679 w 2488513"/>
                <a:gd name="connsiteY3409" fmla="*/ 1065569 h 1224584"/>
                <a:gd name="connsiteX3410" fmla="*/ 2180318 w 2488513"/>
                <a:gd name="connsiteY3410" fmla="*/ 1070487 h 1224584"/>
                <a:gd name="connsiteX3411" fmla="*/ 2178679 w 2488513"/>
                <a:gd name="connsiteY3411" fmla="*/ 1073765 h 1224584"/>
                <a:gd name="connsiteX3412" fmla="*/ 2173761 w 2488513"/>
                <a:gd name="connsiteY3412" fmla="*/ 1073765 h 1224584"/>
                <a:gd name="connsiteX3413" fmla="*/ 2178679 w 2488513"/>
                <a:gd name="connsiteY3413" fmla="*/ 1077044 h 1224584"/>
                <a:gd name="connsiteX3414" fmla="*/ 2178679 w 2488513"/>
                <a:gd name="connsiteY3414" fmla="*/ 1077044 h 1224584"/>
                <a:gd name="connsiteX3415" fmla="*/ 2181957 w 2488513"/>
                <a:gd name="connsiteY3415" fmla="*/ 1077044 h 1224584"/>
                <a:gd name="connsiteX3416" fmla="*/ 2186875 w 2488513"/>
                <a:gd name="connsiteY3416" fmla="*/ 1077044 h 1224584"/>
                <a:gd name="connsiteX3417" fmla="*/ 2183597 w 2488513"/>
                <a:gd name="connsiteY3417" fmla="*/ 1080323 h 1224584"/>
                <a:gd name="connsiteX3418" fmla="*/ 2180318 w 2488513"/>
                <a:gd name="connsiteY3418" fmla="*/ 1083602 h 1224584"/>
                <a:gd name="connsiteX3419" fmla="*/ 2177039 w 2488513"/>
                <a:gd name="connsiteY3419" fmla="*/ 1081962 h 1224584"/>
                <a:gd name="connsiteX3420" fmla="*/ 2173761 w 2488513"/>
                <a:gd name="connsiteY3420" fmla="*/ 1081962 h 1224584"/>
                <a:gd name="connsiteX3421" fmla="*/ 2170482 w 2488513"/>
                <a:gd name="connsiteY3421" fmla="*/ 1085241 h 1224584"/>
                <a:gd name="connsiteX3422" fmla="*/ 2165564 w 2488513"/>
                <a:gd name="connsiteY3422" fmla="*/ 1085241 h 1224584"/>
                <a:gd name="connsiteX3423" fmla="*/ 2162285 w 2488513"/>
                <a:gd name="connsiteY3423" fmla="*/ 1085241 h 1224584"/>
                <a:gd name="connsiteX3424" fmla="*/ 2159007 w 2488513"/>
                <a:gd name="connsiteY3424" fmla="*/ 1088520 h 1224584"/>
                <a:gd name="connsiteX3425" fmla="*/ 2154089 w 2488513"/>
                <a:gd name="connsiteY3425" fmla="*/ 1088520 h 1224584"/>
                <a:gd name="connsiteX3426" fmla="*/ 2152449 w 2488513"/>
                <a:gd name="connsiteY3426" fmla="*/ 1090159 h 1224584"/>
                <a:gd name="connsiteX3427" fmla="*/ 2149171 w 2488513"/>
                <a:gd name="connsiteY3427" fmla="*/ 1090159 h 1224584"/>
                <a:gd name="connsiteX3428" fmla="*/ 2147531 w 2488513"/>
                <a:gd name="connsiteY3428" fmla="*/ 1091798 h 1224584"/>
                <a:gd name="connsiteX3429" fmla="*/ 2144252 w 2488513"/>
                <a:gd name="connsiteY3429" fmla="*/ 1093438 h 1224584"/>
                <a:gd name="connsiteX3430" fmla="*/ 2139335 w 2488513"/>
                <a:gd name="connsiteY3430" fmla="*/ 1093438 h 1224584"/>
                <a:gd name="connsiteX3431" fmla="*/ 2136056 w 2488513"/>
                <a:gd name="connsiteY3431" fmla="*/ 1095077 h 1224584"/>
                <a:gd name="connsiteX3432" fmla="*/ 2132777 w 2488513"/>
                <a:gd name="connsiteY3432" fmla="*/ 1096716 h 1224584"/>
                <a:gd name="connsiteX3433" fmla="*/ 2127859 w 2488513"/>
                <a:gd name="connsiteY3433" fmla="*/ 1098356 h 1224584"/>
                <a:gd name="connsiteX3434" fmla="*/ 2124581 w 2488513"/>
                <a:gd name="connsiteY3434" fmla="*/ 1099995 h 1224584"/>
                <a:gd name="connsiteX3435" fmla="*/ 2121302 w 2488513"/>
                <a:gd name="connsiteY3435" fmla="*/ 1099995 h 1224584"/>
                <a:gd name="connsiteX3436" fmla="*/ 2118023 w 2488513"/>
                <a:gd name="connsiteY3436" fmla="*/ 1101634 h 1224584"/>
                <a:gd name="connsiteX3437" fmla="*/ 2113105 w 2488513"/>
                <a:gd name="connsiteY3437" fmla="*/ 1103274 h 1224584"/>
                <a:gd name="connsiteX3438" fmla="*/ 2109827 w 2488513"/>
                <a:gd name="connsiteY3438" fmla="*/ 1104913 h 1224584"/>
                <a:gd name="connsiteX3439" fmla="*/ 2106548 w 2488513"/>
                <a:gd name="connsiteY3439" fmla="*/ 1103274 h 1224584"/>
                <a:gd name="connsiteX3440" fmla="*/ 2101630 w 2488513"/>
                <a:gd name="connsiteY3440" fmla="*/ 1104913 h 1224584"/>
                <a:gd name="connsiteX3441" fmla="*/ 2098351 w 2488513"/>
                <a:gd name="connsiteY3441" fmla="*/ 1106552 h 1224584"/>
                <a:gd name="connsiteX3442" fmla="*/ 2098351 w 2488513"/>
                <a:gd name="connsiteY3442" fmla="*/ 1108192 h 1224584"/>
                <a:gd name="connsiteX3443" fmla="*/ 2093433 w 2488513"/>
                <a:gd name="connsiteY3443" fmla="*/ 1108192 h 1224584"/>
                <a:gd name="connsiteX3444" fmla="*/ 2090155 w 2488513"/>
                <a:gd name="connsiteY3444" fmla="*/ 1108192 h 1224584"/>
                <a:gd name="connsiteX3445" fmla="*/ 2088515 w 2488513"/>
                <a:gd name="connsiteY3445" fmla="*/ 1106552 h 1224584"/>
                <a:gd name="connsiteX3446" fmla="*/ 2086876 w 2488513"/>
                <a:gd name="connsiteY3446" fmla="*/ 1104913 h 1224584"/>
                <a:gd name="connsiteX3447" fmla="*/ 2088515 w 2488513"/>
                <a:gd name="connsiteY3447" fmla="*/ 1109831 h 1224584"/>
                <a:gd name="connsiteX3448" fmla="*/ 2086876 w 2488513"/>
                <a:gd name="connsiteY3448" fmla="*/ 1113110 h 1224584"/>
                <a:gd name="connsiteX3449" fmla="*/ 2083597 w 2488513"/>
                <a:gd name="connsiteY3449" fmla="*/ 1114749 h 1224584"/>
                <a:gd name="connsiteX3450" fmla="*/ 2080318 w 2488513"/>
                <a:gd name="connsiteY3450" fmla="*/ 1116388 h 1224584"/>
                <a:gd name="connsiteX3451" fmla="*/ 2077040 w 2488513"/>
                <a:gd name="connsiteY3451" fmla="*/ 1113110 h 1224584"/>
                <a:gd name="connsiteX3452" fmla="*/ 2075400 w 2488513"/>
                <a:gd name="connsiteY3452" fmla="*/ 1109831 h 1224584"/>
                <a:gd name="connsiteX3453" fmla="*/ 2077040 w 2488513"/>
                <a:gd name="connsiteY3453" fmla="*/ 1104913 h 1224584"/>
                <a:gd name="connsiteX3454" fmla="*/ 2073761 w 2488513"/>
                <a:gd name="connsiteY3454" fmla="*/ 1106552 h 1224584"/>
                <a:gd name="connsiteX3455" fmla="*/ 2070482 w 2488513"/>
                <a:gd name="connsiteY3455" fmla="*/ 1109831 h 1224584"/>
                <a:gd name="connsiteX3456" fmla="*/ 2070482 w 2488513"/>
                <a:gd name="connsiteY3456" fmla="*/ 1113110 h 1224584"/>
                <a:gd name="connsiteX3457" fmla="*/ 2067204 w 2488513"/>
                <a:gd name="connsiteY3457" fmla="*/ 1114749 h 1224584"/>
                <a:gd name="connsiteX3458" fmla="*/ 2067204 w 2488513"/>
                <a:gd name="connsiteY3458" fmla="*/ 1111470 h 1224584"/>
                <a:gd name="connsiteX3459" fmla="*/ 2063925 w 2488513"/>
                <a:gd name="connsiteY3459" fmla="*/ 1113110 h 1224584"/>
                <a:gd name="connsiteX3460" fmla="*/ 2059007 w 2488513"/>
                <a:gd name="connsiteY3460" fmla="*/ 1114749 h 1224584"/>
                <a:gd name="connsiteX3461" fmla="*/ 2059007 w 2488513"/>
                <a:gd name="connsiteY3461" fmla="*/ 1118028 h 1224584"/>
                <a:gd name="connsiteX3462" fmla="*/ 2057368 w 2488513"/>
                <a:gd name="connsiteY3462" fmla="*/ 1119667 h 1224584"/>
                <a:gd name="connsiteX3463" fmla="*/ 2057368 w 2488513"/>
                <a:gd name="connsiteY3463" fmla="*/ 1122946 h 1224584"/>
                <a:gd name="connsiteX3464" fmla="*/ 2054089 w 2488513"/>
                <a:gd name="connsiteY3464" fmla="*/ 1121306 h 1224584"/>
                <a:gd name="connsiteX3465" fmla="*/ 2052450 w 2488513"/>
                <a:gd name="connsiteY3465" fmla="*/ 1124585 h 1224584"/>
                <a:gd name="connsiteX3466" fmla="*/ 2049171 w 2488513"/>
                <a:gd name="connsiteY3466" fmla="*/ 1127864 h 1224584"/>
                <a:gd name="connsiteX3467" fmla="*/ 2045892 w 2488513"/>
                <a:gd name="connsiteY3467" fmla="*/ 1129503 h 1224584"/>
                <a:gd name="connsiteX3468" fmla="*/ 2044253 w 2488513"/>
                <a:gd name="connsiteY3468" fmla="*/ 1129503 h 1224584"/>
                <a:gd name="connsiteX3469" fmla="*/ 2040974 w 2488513"/>
                <a:gd name="connsiteY3469" fmla="*/ 1132782 h 1224584"/>
                <a:gd name="connsiteX3470" fmla="*/ 2037696 w 2488513"/>
                <a:gd name="connsiteY3470" fmla="*/ 1137700 h 1224584"/>
                <a:gd name="connsiteX3471" fmla="*/ 2034417 w 2488513"/>
                <a:gd name="connsiteY3471" fmla="*/ 1137700 h 1224584"/>
                <a:gd name="connsiteX3472" fmla="*/ 2032778 w 2488513"/>
                <a:gd name="connsiteY3472" fmla="*/ 1140978 h 1224584"/>
                <a:gd name="connsiteX3473" fmla="*/ 2029499 w 2488513"/>
                <a:gd name="connsiteY3473" fmla="*/ 1144257 h 1224584"/>
                <a:gd name="connsiteX3474" fmla="*/ 2024581 w 2488513"/>
                <a:gd name="connsiteY3474" fmla="*/ 1145896 h 1224584"/>
                <a:gd name="connsiteX3475" fmla="*/ 2021302 w 2488513"/>
                <a:gd name="connsiteY3475" fmla="*/ 1149175 h 1224584"/>
                <a:gd name="connsiteX3476" fmla="*/ 2019663 w 2488513"/>
                <a:gd name="connsiteY3476" fmla="*/ 1149175 h 1224584"/>
                <a:gd name="connsiteX3477" fmla="*/ 2018024 w 2488513"/>
                <a:gd name="connsiteY3477" fmla="*/ 1144257 h 1224584"/>
                <a:gd name="connsiteX3478" fmla="*/ 2014745 w 2488513"/>
                <a:gd name="connsiteY3478" fmla="*/ 1149175 h 1224584"/>
                <a:gd name="connsiteX3479" fmla="*/ 2011466 w 2488513"/>
                <a:gd name="connsiteY3479" fmla="*/ 1147536 h 1224584"/>
                <a:gd name="connsiteX3480" fmla="*/ 2011466 w 2488513"/>
                <a:gd name="connsiteY3480" fmla="*/ 1150814 h 1224584"/>
                <a:gd name="connsiteX3481" fmla="*/ 2009827 w 2488513"/>
                <a:gd name="connsiteY3481" fmla="*/ 1154093 h 1224584"/>
                <a:gd name="connsiteX3482" fmla="*/ 2006548 w 2488513"/>
                <a:gd name="connsiteY3482" fmla="*/ 1154093 h 1224584"/>
                <a:gd name="connsiteX3483" fmla="*/ 2003270 w 2488513"/>
                <a:gd name="connsiteY3483" fmla="*/ 1159011 h 1224584"/>
                <a:gd name="connsiteX3484" fmla="*/ 2003270 w 2488513"/>
                <a:gd name="connsiteY3484" fmla="*/ 1155732 h 1224584"/>
                <a:gd name="connsiteX3485" fmla="*/ 1998352 w 2488513"/>
                <a:gd name="connsiteY3485" fmla="*/ 1155732 h 1224584"/>
                <a:gd name="connsiteX3486" fmla="*/ 1995073 w 2488513"/>
                <a:gd name="connsiteY3486" fmla="*/ 1155732 h 1224584"/>
                <a:gd name="connsiteX3487" fmla="*/ 1996712 w 2488513"/>
                <a:gd name="connsiteY3487" fmla="*/ 1150814 h 1224584"/>
                <a:gd name="connsiteX3488" fmla="*/ 1995073 w 2488513"/>
                <a:gd name="connsiteY3488" fmla="*/ 1147536 h 1224584"/>
                <a:gd name="connsiteX3489" fmla="*/ 1993434 w 2488513"/>
                <a:gd name="connsiteY3489" fmla="*/ 1144257 h 1224584"/>
                <a:gd name="connsiteX3490" fmla="*/ 1990155 w 2488513"/>
                <a:gd name="connsiteY3490" fmla="*/ 1147536 h 1224584"/>
                <a:gd name="connsiteX3491" fmla="*/ 1988515 w 2488513"/>
                <a:gd name="connsiteY3491" fmla="*/ 1149175 h 1224584"/>
                <a:gd name="connsiteX3492" fmla="*/ 1985237 w 2488513"/>
                <a:gd name="connsiteY3492" fmla="*/ 1144257 h 1224584"/>
                <a:gd name="connsiteX3493" fmla="*/ 1985237 w 2488513"/>
                <a:gd name="connsiteY3493" fmla="*/ 1140978 h 1224584"/>
                <a:gd name="connsiteX3494" fmla="*/ 1986876 w 2488513"/>
                <a:gd name="connsiteY3494" fmla="*/ 1137700 h 1224584"/>
                <a:gd name="connsiteX3495" fmla="*/ 1988515 w 2488513"/>
                <a:gd name="connsiteY3495" fmla="*/ 1134421 h 1224584"/>
                <a:gd name="connsiteX3496" fmla="*/ 1988515 w 2488513"/>
                <a:gd name="connsiteY3496" fmla="*/ 1131142 h 1224584"/>
                <a:gd name="connsiteX3497" fmla="*/ 1991794 w 2488513"/>
                <a:gd name="connsiteY3497" fmla="*/ 1126224 h 1224584"/>
                <a:gd name="connsiteX3498" fmla="*/ 1993434 w 2488513"/>
                <a:gd name="connsiteY3498" fmla="*/ 1122946 h 1224584"/>
                <a:gd name="connsiteX3499" fmla="*/ 1996712 w 2488513"/>
                <a:gd name="connsiteY3499" fmla="*/ 1119667 h 1224584"/>
                <a:gd name="connsiteX3500" fmla="*/ 1999991 w 2488513"/>
                <a:gd name="connsiteY3500" fmla="*/ 1116388 h 1224584"/>
                <a:gd name="connsiteX3501" fmla="*/ 2004909 w 2488513"/>
                <a:gd name="connsiteY3501" fmla="*/ 1113110 h 1224584"/>
                <a:gd name="connsiteX3502" fmla="*/ 2008188 w 2488513"/>
                <a:gd name="connsiteY3502" fmla="*/ 1111470 h 1224584"/>
                <a:gd name="connsiteX3503" fmla="*/ 2003270 w 2488513"/>
                <a:gd name="connsiteY3503" fmla="*/ 1111470 h 1224584"/>
                <a:gd name="connsiteX3504" fmla="*/ 1999991 w 2488513"/>
                <a:gd name="connsiteY3504" fmla="*/ 1113110 h 1224584"/>
                <a:gd name="connsiteX3505" fmla="*/ 1996712 w 2488513"/>
                <a:gd name="connsiteY3505" fmla="*/ 1116388 h 1224584"/>
                <a:gd name="connsiteX3506" fmla="*/ 1993434 w 2488513"/>
                <a:gd name="connsiteY3506" fmla="*/ 1118028 h 1224584"/>
                <a:gd name="connsiteX3507" fmla="*/ 1996712 w 2488513"/>
                <a:gd name="connsiteY3507" fmla="*/ 1114749 h 1224584"/>
                <a:gd name="connsiteX3508" fmla="*/ 1999991 w 2488513"/>
                <a:gd name="connsiteY3508" fmla="*/ 1113110 h 1224584"/>
                <a:gd name="connsiteX3509" fmla="*/ 2003270 w 2488513"/>
                <a:gd name="connsiteY3509" fmla="*/ 1109831 h 1224584"/>
                <a:gd name="connsiteX3510" fmla="*/ 2008188 w 2488513"/>
                <a:gd name="connsiteY3510" fmla="*/ 1108192 h 1224584"/>
                <a:gd name="connsiteX3511" fmla="*/ 2011466 w 2488513"/>
                <a:gd name="connsiteY3511" fmla="*/ 1104913 h 1224584"/>
                <a:gd name="connsiteX3512" fmla="*/ 2011466 w 2488513"/>
                <a:gd name="connsiteY3512" fmla="*/ 1109831 h 1224584"/>
                <a:gd name="connsiteX3513" fmla="*/ 2016384 w 2488513"/>
                <a:gd name="connsiteY3513" fmla="*/ 1108192 h 1224584"/>
                <a:gd name="connsiteX3514" fmla="*/ 2019663 w 2488513"/>
                <a:gd name="connsiteY3514" fmla="*/ 1104913 h 1224584"/>
                <a:gd name="connsiteX3515" fmla="*/ 2022942 w 2488513"/>
                <a:gd name="connsiteY3515" fmla="*/ 1103274 h 1224584"/>
                <a:gd name="connsiteX3516" fmla="*/ 2019663 w 2488513"/>
                <a:gd name="connsiteY3516" fmla="*/ 1104913 h 1224584"/>
                <a:gd name="connsiteX3517" fmla="*/ 2016384 w 2488513"/>
                <a:gd name="connsiteY3517" fmla="*/ 1104913 h 1224584"/>
                <a:gd name="connsiteX3518" fmla="*/ 2019663 w 2488513"/>
                <a:gd name="connsiteY3518" fmla="*/ 1101634 h 1224584"/>
                <a:gd name="connsiteX3519" fmla="*/ 2022942 w 2488513"/>
                <a:gd name="connsiteY3519" fmla="*/ 1099995 h 1224584"/>
                <a:gd name="connsiteX3520" fmla="*/ 2027860 w 2488513"/>
                <a:gd name="connsiteY3520" fmla="*/ 1098356 h 1224584"/>
                <a:gd name="connsiteX3521" fmla="*/ 2031138 w 2488513"/>
                <a:gd name="connsiteY3521" fmla="*/ 1095077 h 1224584"/>
                <a:gd name="connsiteX3522" fmla="*/ 2034417 w 2488513"/>
                <a:gd name="connsiteY3522" fmla="*/ 1093438 h 1224584"/>
                <a:gd name="connsiteX3523" fmla="*/ 2039335 w 2488513"/>
                <a:gd name="connsiteY3523" fmla="*/ 1091798 h 1224584"/>
                <a:gd name="connsiteX3524" fmla="*/ 2042614 w 2488513"/>
                <a:gd name="connsiteY3524" fmla="*/ 1090159 h 1224584"/>
                <a:gd name="connsiteX3525" fmla="*/ 2045892 w 2488513"/>
                <a:gd name="connsiteY3525" fmla="*/ 1088520 h 1224584"/>
                <a:gd name="connsiteX3526" fmla="*/ 2050810 w 2488513"/>
                <a:gd name="connsiteY3526" fmla="*/ 1086880 h 1224584"/>
                <a:gd name="connsiteX3527" fmla="*/ 2054089 w 2488513"/>
                <a:gd name="connsiteY3527" fmla="*/ 1085241 h 1224584"/>
                <a:gd name="connsiteX3528" fmla="*/ 2057368 w 2488513"/>
                <a:gd name="connsiteY3528" fmla="*/ 1083602 h 1224584"/>
                <a:gd name="connsiteX3529" fmla="*/ 2060646 w 2488513"/>
                <a:gd name="connsiteY3529" fmla="*/ 1083602 h 1224584"/>
                <a:gd name="connsiteX3530" fmla="*/ 2065564 w 2488513"/>
                <a:gd name="connsiteY3530" fmla="*/ 1081962 h 1224584"/>
                <a:gd name="connsiteX3531" fmla="*/ 2068843 w 2488513"/>
                <a:gd name="connsiteY3531" fmla="*/ 1080323 h 1224584"/>
                <a:gd name="connsiteX3532" fmla="*/ 2068843 w 2488513"/>
                <a:gd name="connsiteY3532" fmla="*/ 1083602 h 1224584"/>
                <a:gd name="connsiteX3533" fmla="*/ 2067204 w 2488513"/>
                <a:gd name="connsiteY3533" fmla="*/ 1088520 h 1224584"/>
                <a:gd name="connsiteX3534" fmla="*/ 2070482 w 2488513"/>
                <a:gd name="connsiteY3534" fmla="*/ 1086880 h 1224584"/>
                <a:gd name="connsiteX3535" fmla="*/ 2073761 w 2488513"/>
                <a:gd name="connsiteY3535" fmla="*/ 1090159 h 1224584"/>
                <a:gd name="connsiteX3536" fmla="*/ 2073761 w 2488513"/>
                <a:gd name="connsiteY3536" fmla="*/ 1091798 h 1224584"/>
                <a:gd name="connsiteX3537" fmla="*/ 2075400 w 2488513"/>
                <a:gd name="connsiteY3537" fmla="*/ 1091798 h 1224584"/>
                <a:gd name="connsiteX3538" fmla="*/ 2073761 w 2488513"/>
                <a:gd name="connsiteY3538" fmla="*/ 1088520 h 1224584"/>
                <a:gd name="connsiteX3539" fmla="*/ 2075400 w 2488513"/>
                <a:gd name="connsiteY3539" fmla="*/ 1083602 h 1224584"/>
                <a:gd name="connsiteX3540" fmla="*/ 2080318 w 2488513"/>
                <a:gd name="connsiteY3540" fmla="*/ 1081962 h 1224584"/>
                <a:gd name="connsiteX3541" fmla="*/ 2083597 w 2488513"/>
                <a:gd name="connsiteY3541" fmla="*/ 1081962 h 1224584"/>
                <a:gd name="connsiteX3542" fmla="*/ 2086876 w 2488513"/>
                <a:gd name="connsiteY3542" fmla="*/ 1080323 h 1224584"/>
                <a:gd name="connsiteX3543" fmla="*/ 2090155 w 2488513"/>
                <a:gd name="connsiteY3543" fmla="*/ 1078684 h 1224584"/>
                <a:gd name="connsiteX3544" fmla="*/ 2095072 w 2488513"/>
                <a:gd name="connsiteY3544" fmla="*/ 1078684 h 1224584"/>
                <a:gd name="connsiteX3545" fmla="*/ 2098351 w 2488513"/>
                <a:gd name="connsiteY3545" fmla="*/ 1078684 h 1224584"/>
                <a:gd name="connsiteX3546" fmla="*/ 2101630 w 2488513"/>
                <a:gd name="connsiteY3546" fmla="*/ 1078684 h 1224584"/>
                <a:gd name="connsiteX3547" fmla="*/ 2106548 w 2488513"/>
                <a:gd name="connsiteY3547" fmla="*/ 1077044 h 1224584"/>
                <a:gd name="connsiteX3548" fmla="*/ 2106548 w 2488513"/>
                <a:gd name="connsiteY3548" fmla="*/ 1077044 h 1224584"/>
                <a:gd name="connsiteX3549" fmla="*/ 2103269 w 2488513"/>
                <a:gd name="connsiteY3549" fmla="*/ 1075405 h 1224584"/>
                <a:gd name="connsiteX3550" fmla="*/ 2098351 w 2488513"/>
                <a:gd name="connsiteY3550" fmla="*/ 1075405 h 1224584"/>
                <a:gd name="connsiteX3551" fmla="*/ 2095072 w 2488513"/>
                <a:gd name="connsiteY3551" fmla="*/ 1075405 h 1224584"/>
                <a:gd name="connsiteX3552" fmla="*/ 2091794 w 2488513"/>
                <a:gd name="connsiteY3552" fmla="*/ 1075405 h 1224584"/>
                <a:gd name="connsiteX3553" fmla="*/ 2086876 w 2488513"/>
                <a:gd name="connsiteY3553" fmla="*/ 1077044 h 1224584"/>
                <a:gd name="connsiteX3554" fmla="*/ 2083597 w 2488513"/>
                <a:gd name="connsiteY3554" fmla="*/ 1075405 h 1224584"/>
                <a:gd name="connsiteX3555" fmla="*/ 2080318 w 2488513"/>
                <a:gd name="connsiteY3555" fmla="*/ 1073765 h 1224584"/>
                <a:gd name="connsiteX3556" fmla="*/ 2077040 w 2488513"/>
                <a:gd name="connsiteY3556" fmla="*/ 1075405 h 1224584"/>
                <a:gd name="connsiteX3557" fmla="*/ 2072122 w 2488513"/>
                <a:gd name="connsiteY3557" fmla="*/ 1075405 h 1224584"/>
                <a:gd name="connsiteX3558" fmla="*/ 2068843 w 2488513"/>
                <a:gd name="connsiteY3558" fmla="*/ 1075405 h 1224584"/>
                <a:gd name="connsiteX3559" fmla="*/ 2065564 w 2488513"/>
                <a:gd name="connsiteY3559" fmla="*/ 1073765 h 1224584"/>
                <a:gd name="connsiteX3560" fmla="*/ 2060646 w 2488513"/>
                <a:gd name="connsiteY3560" fmla="*/ 1075405 h 1224584"/>
                <a:gd name="connsiteX3561" fmla="*/ 2057368 w 2488513"/>
                <a:gd name="connsiteY3561" fmla="*/ 1078684 h 1224584"/>
                <a:gd name="connsiteX3562" fmla="*/ 2057368 w 2488513"/>
                <a:gd name="connsiteY3562" fmla="*/ 1078684 h 1224584"/>
                <a:gd name="connsiteX3563" fmla="*/ 2052450 w 2488513"/>
                <a:gd name="connsiteY3563" fmla="*/ 1077044 h 1224584"/>
                <a:gd name="connsiteX3564" fmla="*/ 2054089 w 2488513"/>
                <a:gd name="connsiteY3564" fmla="*/ 1073765 h 1224584"/>
                <a:gd name="connsiteX3565" fmla="*/ 2057368 w 2488513"/>
                <a:gd name="connsiteY3565" fmla="*/ 1072126 h 1224584"/>
                <a:gd name="connsiteX3566" fmla="*/ 2062286 w 2488513"/>
                <a:gd name="connsiteY3566" fmla="*/ 1068848 h 1224584"/>
                <a:gd name="connsiteX3567" fmla="*/ 2065564 w 2488513"/>
                <a:gd name="connsiteY3567" fmla="*/ 1067208 h 1224584"/>
                <a:gd name="connsiteX3568" fmla="*/ 2068843 w 2488513"/>
                <a:gd name="connsiteY3568" fmla="*/ 1065569 h 1224584"/>
                <a:gd name="connsiteX3569" fmla="*/ 2072122 w 2488513"/>
                <a:gd name="connsiteY3569" fmla="*/ 1062290 h 1224584"/>
                <a:gd name="connsiteX3570" fmla="*/ 2077040 w 2488513"/>
                <a:gd name="connsiteY3570" fmla="*/ 1059012 h 1224584"/>
                <a:gd name="connsiteX3571" fmla="*/ 2080318 w 2488513"/>
                <a:gd name="connsiteY3571" fmla="*/ 1055733 h 1224584"/>
                <a:gd name="connsiteX3572" fmla="*/ 2081958 w 2488513"/>
                <a:gd name="connsiteY3572" fmla="*/ 1055733 h 1224584"/>
                <a:gd name="connsiteX3573" fmla="*/ 2078679 w 2488513"/>
                <a:gd name="connsiteY3573" fmla="*/ 1055733 h 1224584"/>
                <a:gd name="connsiteX3574" fmla="*/ 2075400 w 2488513"/>
                <a:gd name="connsiteY3574" fmla="*/ 1059012 h 1224584"/>
                <a:gd name="connsiteX3575" fmla="*/ 2073761 w 2488513"/>
                <a:gd name="connsiteY3575" fmla="*/ 1055733 h 1224584"/>
                <a:gd name="connsiteX3576" fmla="*/ 2072122 w 2488513"/>
                <a:gd name="connsiteY3576" fmla="*/ 1050815 h 1224584"/>
                <a:gd name="connsiteX3577" fmla="*/ 2070482 w 2488513"/>
                <a:gd name="connsiteY3577" fmla="*/ 1047536 h 1224584"/>
                <a:gd name="connsiteX3578" fmla="*/ 2070482 w 2488513"/>
                <a:gd name="connsiteY3578" fmla="*/ 1050815 h 1224584"/>
                <a:gd name="connsiteX3579" fmla="*/ 2072122 w 2488513"/>
                <a:gd name="connsiteY3579" fmla="*/ 1055733 h 1224584"/>
                <a:gd name="connsiteX3580" fmla="*/ 2068843 w 2488513"/>
                <a:gd name="connsiteY3580" fmla="*/ 1059012 h 1224584"/>
                <a:gd name="connsiteX3581" fmla="*/ 2063925 w 2488513"/>
                <a:gd name="connsiteY3581" fmla="*/ 1062290 h 1224584"/>
                <a:gd name="connsiteX3582" fmla="*/ 2060646 w 2488513"/>
                <a:gd name="connsiteY3582" fmla="*/ 1065569 h 1224584"/>
                <a:gd name="connsiteX3583" fmla="*/ 2057368 w 2488513"/>
                <a:gd name="connsiteY3583" fmla="*/ 1065569 h 1224584"/>
                <a:gd name="connsiteX3584" fmla="*/ 2054089 w 2488513"/>
                <a:gd name="connsiteY3584" fmla="*/ 1067208 h 1224584"/>
                <a:gd name="connsiteX3585" fmla="*/ 2049171 w 2488513"/>
                <a:gd name="connsiteY3585" fmla="*/ 1068848 h 1224584"/>
                <a:gd name="connsiteX3586" fmla="*/ 2045892 w 2488513"/>
                <a:gd name="connsiteY3586" fmla="*/ 1070487 h 1224584"/>
                <a:gd name="connsiteX3587" fmla="*/ 2042614 w 2488513"/>
                <a:gd name="connsiteY3587" fmla="*/ 1072126 h 1224584"/>
                <a:gd name="connsiteX3588" fmla="*/ 2039335 w 2488513"/>
                <a:gd name="connsiteY3588" fmla="*/ 1073765 h 1224584"/>
                <a:gd name="connsiteX3589" fmla="*/ 2034417 w 2488513"/>
                <a:gd name="connsiteY3589" fmla="*/ 1075405 h 1224584"/>
                <a:gd name="connsiteX3590" fmla="*/ 2031138 w 2488513"/>
                <a:gd name="connsiteY3590" fmla="*/ 1077044 h 1224584"/>
                <a:gd name="connsiteX3591" fmla="*/ 2027860 w 2488513"/>
                <a:gd name="connsiteY3591" fmla="*/ 1078684 h 1224584"/>
                <a:gd name="connsiteX3592" fmla="*/ 2022942 w 2488513"/>
                <a:gd name="connsiteY3592" fmla="*/ 1080323 h 1224584"/>
                <a:gd name="connsiteX3593" fmla="*/ 2019663 w 2488513"/>
                <a:gd name="connsiteY3593" fmla="*/ 1080323 h 1224584"/>
                <a:gd name="connsiteX3594" fmla="*/ 2016384 w 2488513"/>
                <a:gd name="connsiteY3594" fmla="*/ 1083602 h 1224584"/>
                <a:gd name="connsiteX3595" fmla="*/ 2013105 w 2488513"/>
                <a:gd name="connsiteY3595" fmla="*/ 1080323 h 1224584"/>
                <a:gd name="connsiteX3596" fmla="*/ 2011466 w 2488513"/>
                <a:gd name="connsiteY3596" fmla="*/ 1080323 h 1224584"/>
                <a:gd name="connsiteX3597" fmla="*/ 2014745 w 2488513"/>
                <a:gd name="connsiteY3597" fmla="*/ 1075405 h 1224584"/>
                <a:gd name="connsiteX3598" fmla="*/ 2016384 w 2488513"/>
                <a:gd name="connsiteY3598" fmla="*/ 1072126 h 1224584"/>
                <a:gd name="connsiteX3599" fmla="*/ 2013105 w 2488513"/>
                <a:gd name="connsiteY3599" fmla="*/ 1075405 h 1224584"/>
                <a:gd name="connsiteX3600" fmla="*/ 2009827 w 2488513"/>
                <a:gd name="connsiteY3600" fmla="*/ 1077044 h 1224584"/>
                <a:gd name="connsiteX3601" fmla="*/ 2008188 w 2488513"/>
                <a:gd name="connsiteY3601" fmla="*/ 1077044 h 1224584"/>
                <a:gd name="connsiteX3602" fmla="*/ 2009827 w 2488513"/>
                <a:gd name="connsiteY3602" fmla="*/ 1081962 h 1224584"/>
                <a:gd name="connsiteX3603" fmla="*/ 2006548 w 2488513"/>
                <a:gd name="connsiteY3603" fmla="*/ 1083602 h 1224584"/>
                <a:gd name="connsiteX3604" fmla="*/ 2003270 w 2488513"/>
                <a:gd name="connsiteY3604" fmla="*/ 1083602 h 1224584"/>
                <a:gd name="connsiteX3605" fmla="*/ 2001630 w 2488513"/>
                <a:gd name="connsiteY3605" fmla="*/ 1085241 h 1224584"/>
                <a:gd name="connsiteX3606" fmla="*/ 1998352 w 2488513"/>
                <a:gd name="connsiteY3606" fmla="*/ 1086880 h 1224584"/>
                <a:gd name="connsiteX3607" fmla="*/ 1993434 w 2488513"/>
                <a:gd name="connsiteY3607" fmla="*/ 1085241 h 1224584"/>
                <a:gd name="connsiteX3608" fmla="*/ 1990155 w 2488513"/>
                <a:gd name="connsiteY3608" fmla="*/ 1086880 h 1224584"/>
                <a:gd name="connsiteX3609" fmla="*/ 1986876 w 2488513"/>
                <a:gd name="connsiteY3609" fmla="*/ 1088520 h 1224584"/>
                <a:gd name="connsiteX3610" fmla="*/ 1983598 w 2488513"/>
                <a:gd name="connsiteY3610" fmla="*/ 1090159 h 1224584"/>
                <a:gd name="connsiteX3611" fmla="*/ 1980319 w 2488513"/>
                <a:gd name="connsiteY3611" fmla="*/ 1085241 h 1224584"/>
                <a:gd name="connsiteX3612" fmla="*/ 1977040 w 2488513"/>
                <a:gd name="connsiteY3612" fmla="*/ 1085241 h 1224584"/>
                <a:gd name="connsiteX3613" fmla="*/ 1973762 w 2488513"/>
                <a:gd name="connsiteY3613" fmla="*/ 1086880 h 1224584"/>
                <a:gd name="connsiteX3614" fmla="*/ 1973762 w 2488513"/>
                <a:gd name="connsiteY3614" fmla="*/ 1081962 h 1224584"/>
                <a:gd name="connsiteX3615" fmla="*/ 1970483 w 2488513"/>
                <a:gd name="connsiteY3615" fmla="*/ 1083602 h 1224584"/>
                <a:gd name="connsiteX3616" fmla="*/ 1970483 w 2488513"/>
                <a:gd name="connsiteY3616" fmla="*/ 1083602 h 1224584"/>
                <a:gd name="connsiteX3617" fmla="*/ 1965565 w 2488513"/>
                <a:gd name="connsiteY3617" fmla="*/ 1085241 h 1224584"/>
                <a:gd name="connsiteX3618" fmla="*/ 1963925 w 2488513"/>
                <a:gd name="connsiteY3618" fmla="*/ 1081962 h 1224584"/>
                <a:gd name="connsiteX3619" fmla="*/ 1963925 w 2488513"/>
                <a:gd name="connsiteY3619" fmla="*/ 1078684 h 1224584"/>
                <a:gd name="connsiteX3620" fmla="*/ 1967204 w 2488513"/>
                <a:gd name="connsiteY3620" fmla="*/ 1073765 h 1224584"/>
                <a:gd name="connsiteX3621" fmla="*/ 1965565 w 2488513"/>
                <a:gd name="connsiteY3621" fmla="*/ 1070487 h 1224584"/>
                <a:gd name="connsiteX3622" fmla="*/ 1970483 w 2488513"/>
                <a:gd name="connsiteY3622" fmla="*/ 1067208 h 1224584"/>
                <a:gd name="connsiteX3623" fmla="*/ 1970483 w 2488513"/>
                <a:gd name="connsiteY3623" fmla="*/ 1065569 h 1224584"/>
                <a:gd name="connsiteX3624" fmla="*/ 1967204 w 2488513"/>
                <a:gd name="connsiteY3624" fmla="*/ 1065569 h 1224584"/>
                <a:gd name="connsiteX3625" fmla="*/ 1963925 w 2488513"/>
                <a:gd name="connsiteY3625" fmla="*/ 1065569 h 1224584"/>
                <a:gd name="connsiteX3626" fmla="*/ 1960647 w 2488513"/>
                <a:gd name="connsiteY3626" fmla="*/ 1062290 h 1224584"/>
                <a:gd name="connsiteX3627" fmla="*/ 1959008 w 2488513"/>
                <a:gd name="connsiteY3627" fmla="*/ 1059012 h 1224584"/>
                <a:gd name="connsiteX3628" fmla="*/ 1962286 w 2488513"/>
                <a:gd name="connsiteY3628" fmla="*/ 1055733 h 1224584"/>
                <a:gd name="connsiteX3629" fmla="*/ 1963925 w 2488513"/>
                <a:gd name="connsiteY3629" fmla="*/ 1052454 h 1224584"/>
                <a:gd name="connsiteX3630" fmla="*/ 1963925 w 2488513"/>
                <a:gd name="connsiteY3630" fmla="*/ 1049175 h 1224584"/>
                <a:gd name="connsiteX3631" fmla="*/ 1965565 w 2488513"/>
                <a:gd name="connsiteY3631" fmla="*/ 1044258 h 1224584"/>
                <a:gd name="connsiteX3632" fmla="*/ 1967204 w 2488513"/>
                <a:gd name="connsiteY3632" fmla="*/ 1040979 h 1224584"/>
                <a:gd name="connsiteX3633" fmla="*/ 1968843 w 2488513"/>
                <a:gd name="connsiteY3633" fmla="*/ 1037700 h 1224584"/>
                <a:gd name="connsiteX3634" fmla="*/ 1970483 w 2488513"/>
                <a:gd name="connsiteY3634" fmla="*/ 1032782 h 1224584"/>
                <a:gd name="connsiteX3635" fmla="*/ 1972122 w 2488513"/>
                <a:gd name="connsiteY3635" fmla="*/ 1029503 h 1224584"/>
                <a:gd name="connsiteX3636" fmla="*/ 1973762 w 2488513"/>
                <a:gd name="connsiteY3636" fmla="*/ 1026225 h 1224584"/>
                <a:gd name="connsiteX3637" fmla="*/ 1973762 w 2488513"/>
                <a:gd name="connsiteY3637" fmla="*/ 1021307 h 1224584"/>
                <a:gd name="connsiteX3638" fmla="*/ 1975401 w 2488513"/>
                <a:gd name="connsiteY3638" fmla="*/ 1018028 h 1224584"/>
                <a:gd name="connsiteX3639" fmla="*/ 1977040 w 2488513"/>
                <a:gd name="connsiteY3639" fmla="*/ 1013110 h 1224584"/>
                <a:gd name="connsiteX3640" fmla="*/ 1978680 w 2488513"/>
                <a:gd name="connsiteY3640" fmla="*/ 1009831 h 1224584"/>
                <a:gd name="connsiteX3641" fmla="*/ 1980319 w 2488513"/>
                <a:gd name="connsiteY3641" fmla="*/ 1006553 h 1224584"/>
                <a:gd name="connsiteX3642" fmla="*/ 1981958 w 2488513"/>
                <a:gd name="connsiteY3642" fmla="*/ 1003274 h 1224584"/>
                <a:gd name="connsiteX3643" fmla="*/ 1980319 w 2488513"/>
                <a:gd name="connsiteY3643" fmla="*/ 1001635 h 1224584"/>
                <a:gd name="connsiteX3644" fmla="*/ 1977040 w 2488513"/>
                <a:gd name="connsiteY3644" fmla="*/ 998356 h 1224584"/>
                <a:gd name="connsiteX3645" fmla="*/ 1977040 w 2488513"/>
                <a:gd name="connsiteY3645" fmla="*/ 995077 h 1224584"/>
                <a:gd name="connsiteX3646" fmla="*/ 1972122 w 2488513"/>
                <a:gd name="connsiteY3646" fmla="*/ 991799 h 1224584"/>
                <a:gd name="connsiteX3647" fmla="*/ 1968843 w 2488513"/>
                <a:gd name="connsiteY3647" fmla="*/ 990159 h 1224584"/>
                <a:gd name="connsiteX3648" fmla="*/ 1965565 w 2488513"/>
                <a:gd name="connsiteY3648" fmla="*/ 993438 h 1224584"/>
                <a:gd name="connsiteX3649" fmla="*/ 1960647 w 2488513"/>
                <a:gd name="connsiteY3649" fmla="*/ 991799 h 1224584"/>
                <a:gd name="connsiteX3650" fmla="*/ 1957368 w 2488513"/>
                <a:gd name="connsiteY3650" fmla="*/ 993438 h 1224584"/>
                <a:gd name="connsiteX3651" fmla="*/ 1954090 w 2488513"/>
                <a:gd name="connsiteY3651" fmla="*/ 995077 h 1224584"/>
                <a:gd name="connsiteX3652" fmla="*/ 1950811 w 2488513"/>
                <a:gd name="connsiteY3652" fmla="*/ 996717 h 1224584"/>
                <a:gd name="connsiteX3653" fmla="*/ 1945893 w 2488513"/>
                <a:gd name="connsiteY3653" fmla="*/ 996717 h 1224584"/>
                <a:gd name="connsiteX3654" fmla="*/ 1945893 w 2488513"/>
                <a:gd name="connsiteY3654" fmla="*/ 996717 h 1224584"/>
                <a:gd name="connsiteX3655" fmla="*/ 1942614 w 2488513"/>
                <a:gd name="connsiteY3655" fmla="*/ 993438 h 1224584"/>
                <a:gd name="connsiteX3656" fmla="*/ 1944253 w 2488513"/>
                <a:gd name="connsiteY3656" fmla="*/ 990159 h 1224584"/>
                <a:gd name="connsiteX3657" fmla="*/ 1942614 w 2488513"/>
                <a:gd name="connsiteY3657" fmla="*/ 985241 h 1224584"/>
                <a:gd name="connsiteX3658" fmla="*/ 1939335 w 2488513"/>
                <a:gd name="connsiteY3658" fmla="*/ 985241 h 1224584"/>
                <a:gd name="connsiteX3659" fmla="*/ 1939335 w 2488513"/>
                <a:gd name="connsiteY3659" fmla="*/ 985241 h 1224584"/>
                <a:gd name="connsiteX3660" fmla="*/ 1934418 w 2488513"/>
                <a:gd name="connsiteY3660" fmla="*/ 988520 h 1224584"/>
                <a:gd name="connsiteX3661" fmla="*/ 1931139 w 2488513"/>
                <a:gd name="connsiteY3661" fmla="*/ 991799 h 1224584"/>
                <a:gd name="connsiteX3662" fmla="*/ 1926221 w 2488513"/>
                <a:gd name="connsiteY3662" fmla="*/ 995077 h 1224584"/>
                <a:gd name="connsiteX3663" fmla="*/ 1922942 w 2488513"/>
                <a:gd name="connsiteY3663" fmla="*/ 998356 h 1224584"/>
                <a:gd name="connsiteX3664" fmla="*/ 1919663 w 2488513"/>
                <a:gd name="connsiteY3664" fmla="*/ 1001635 h 1224584"/>
                <a:gd name="connsiteX3665" fmla="*/ 1914745 w 2488513"/>
                <a:gd name="connsiteY3665" fmla="*/ 1004913 h 1224584"/>
                <a:gd name="connsiteX3666" fmla="*/ 1911467 w 2488513"/>
                <a:gd name="connsiteY3666" fmla="*/ 1008192 h 1224584"/>
                <a:gd name="connsiteX3667" fmla="*/ 1908188 w 2488513"/>
                <a:gd name="connsiteY3667" fmla="*/ 1011471 h 1224584"/>
                <a:gd name="connsiteX3668" fmla="*/ 1903270 w 2488513"/>
                <a:gd name="connsiteY3668" fmla="*/ 1014749 h 1224584"/>
                <a:gd name="connsiteX3669" fmla="*/ 1899991 w 2488513"/>
                <a:gd name="connsiteY3669" fmla="*/ 1018028 h 1224584"/>
                <a:gd name="connsiteX3670" fmla="*/ 1899991 w 2488513"/>
                <a:gd name="connsiteY3670" fmla="*/ 1018028 h 1224584"/>
                <a:gd name="connsiteX3671" fmla="*/ 1898352 w 2488513"/>
                <a:gd name="connsiteY3671" fmla="*/ 1021307 h 1224584"/>
                <a:gd name="connsiteX3672" fmla="*/ 1895073 w 2488513"/>
                <a:gd name="connsiteY3672" fmla="*/ 1026225 h 1224584"/>
                <a:gd name="connsiteX3673" fmla="*/ 1893434 w 2488513"/>
                <a:gd name="connsiteY3673" fmla="*/ 1029503 h 1224584"/>
                <a:gd name="connsiteX3674" fmla="*/ 1893434 w 2488513"/>
                <a:gd name="connsiteY3674" fmla="*/ 1031143 h 1224584"/>
                <a:gd name="connsiteX3675" fmla="*/ 1888516 w 2488513"/>
                <a:gd name="connsiteY3675" fmla="*/ 1032782 h 1224584"/>
                <a:gd name="connsiteX3676" fmla="*/ 1885237 w 2488513"/>
                <a:gd name="connsiteY3676" fmla="*/ 1036061 h 1224584"/>
                <a:gd name="connsiteX3677" fmla="*/ 1881959 w 2488513"/>
                <a:gd name="connsiteY3677" fmla="*/ 1039340 h 1224584"/>
                <a:gd name="connsiteX3678" fmla="*/ 1880319 w 2488513"/>
                <a:gd name="connsiteY3678" fmla="*/ 1044258 h 1224584"/>
                <a:gd name="connsiteX3679" fmla="*/ 1880319 w 2488513"/>
                <a:gd name="connsiteY3679" fmla="*/ 1044258 h 1224584"/>
                <a:gd name="connsiteX3680" fmla="*/ 1877041 w 2488513"/>
                <a:gd name="connsiteY3680" fmla="*/ 1049175 h 1224584"/>
                <a:gd name="connsiteX3681" fmla="*/ 1877041 w 2488513"/>
                <a:gd name="connsiteY3681" fmla="*/ 1052454 h 1224584"/>
                <a:gd name="connsiteX3682" fmla="*/ 1873762 w 2488513"/>
                <a:gd name="connsiteY3682" fmla="*/ 1055733 h 1224584"/>
                <a:gd name="connsiteX3683" fmla="*/ 1870483 w 2488513"/>
                <a:gd name="connsiteY3683" fmla="*/ 1057372 h 1224584"/>
                <a:gd name="connsiteX3684" fmla="*/ 1867205 w 2488513"/>
                <a:gd name="connsiteY3684" fmla="*/ 1060651 h 1224584"/>
                <a:gd name="connsiteX3685" fmla="*/ 1863926 w 2488513"/>
                <a:gd name="connsiteY3685" fmla="*/ 1062290 h 1224584"/>
                <a:gd name="connsiteX3686" fmla="*/ 1860647 w 2488513"/>
                <a:gd name="connsiteY3686" fmla="*/ 1065569 h 1224584"/>
                <a:gd name="connsiteX3687" fmla="*/ 1855729 w 2488513"/>
                <a:gd name="connsiteY3687" fmla="*/ 1068848 h 1224584"/>
                <a:gd name="connsiteX3688" fmla="*/ 1854090 w 2488513"/>
                <a:gd name="connsiteY3688" fmla="*/ 1070487 h 1224584"/>
                <a:gd name="connsiteX3689" fmla="*/ 1852451 w 2488513"/>
                <a:gd name="connsiteY3689" fmla="*/ 1073765 h 1224584"/>
                <a:gd name="connsiteX3690" fmla="*/ 1849172 w 2488513"/>
                <a:gd name="connsiteY3690" fmla="*/ 1073765 h 1224584"/>
                <a:gd name="connsiteX3691" fmla="*/ 1847533 w 2488513"/>
                <a:gd name="connsiteY3691" fmla="*/ 1077044 h 1224584"/>
                <a:gd name="connsiteX3692" fmla="*/ 1844254 w 2488513"/>
                <a:gd name="connsiteY3692" fmla="*/ 1080323 h 1224584"/>
                <a:gd name="connsiteX3693" fmla="*/ 1842615 w 2488513"/>
                <a:gd name="connsiteY3693" fmla="*/ 1077044 h 1224584"/>
                <a:gd name="connsiteX3694" fmla="*/ 1839336 w 2488513"/>
                <a:gd name="connsiteY3694" fmla="*/ 1078684 h 1224584"/>
                <a:gd name="connsiteX3695" fmla="*/ 1837697 w 2488513"/>
                <a:gd name="connsiteY3695" fmla="*/ 1080323 h 1224584"/>
                <a:gd name="connsiteX3696" fmla="*/ 1832778 w 2488513"/>
                <a:gd name="connsiteY3696" fmla="*/ 1080323 h 1224584"/>
                <a:gd name="connsiteX3697" fmla="*/ 1829500 w 2488513"/>
                <a:gd name="connsiteY3697" fmla="*/ 1080323 h 1224584"/>
                <a:gd name="connsiteX3698" fmla="*/ 1826221 w 2488513"/>
                <a:gd name="connsiteY3698" fmla="*/ 1083602 h 1224584"/>
                <a:gd name="connsiteX3699" fmla="*/ 1822943 w 2488513"/>
                <a:gd name="connsiteY3699" fmla="*/ 1086880 h 1224584"/>
                <a:gd name="connsiteX3700" fmla="*/ 1819664 w 2488513"/>
                <a:gd name="connsiteY3700" fmla="*/ 1091798 h 1224584"/>
                <a:gd name="connsiteX3701" fmla="*/ 1818025 w 2488513"/>
                <a:gd name="connsiteY3701" fmla="*/ 1091798 h 1224584"/>
                <a:gd name="connsiteX3702" fmla="*/ 1814746 w 2488513"/>
                <a:gd name="connsiteY3702" fmla="*/ 1091798 h 1224584"/>
                <a:gd name="connsiteX3703" fmla="*/ 1809828 w 2488513"/>
                <a:gd name="connsiteY3703" fmla="*/ 1091798 h 1224584"/>
                <a:gd name="connsiteX3704" fmla="*/ 1806549 w 2488513"/>
                <a:gd name="connsiteY3704" fmla="*/ 1091798 h 1224584"/>
                <a:gd name="connsiteX3705" fmla="*/ 1803271 w 2488513"/>
                <a:gd name="connsiteY3705" fmla="*/ 1091798 h 1224584"/>
                <a:gd name="connsiteX3706" fmla="*/ 1798353 w 2488513"/>
                <a:gd name="connsiteY3706" fmla="*/ 1091798 h 1224584"/>
                <a:gd name="connsiteX3707" fmla="*/ 1795074 w 2488513"/>
                <a:gd name="connsiteY3707" fmla="*/ 1091798 h 1224584"/>
                <a:gd name="connsiteX3708" fmla="*/ 1793434 w 2488513"/>
                <a:gd name="connsiteY3708" fmla="*/ 1091798 h 1224584"/>
                <a:gd name="connsiteX3709" fmla="*/ 1790156 w 2488513"/>
                <a:gd name="connsiteY3709" fmla="*/ 1091798 h 1224584"/>
                <a:gd name="connsiteX3710" fmla="*/ 1786877 w 2488513"/>
                <a:gd name="connsiteY3710" fmla="*/ 1091798 h 1224584"/>
                <a:gd name="connsiteX3711" fmla="*/ 1783598 w 2488513"/>
                <a:gd name="connsiteY3711" fmla="*/ 1091798 h 1224584"/>
                <a:gd name="connsiteX3712" fmla="*/ 1780320 w 2488513"/>
                <a:gd name="connsiteY3712" fmla="*/ 1091798 h 1224584"/>
                <a:gd name="connsiteX3713" fmla="*/ 1775402 w 2488513"/>
                <a:gd name="connsiteY3713" fmla="*/ 1091798 h 1224584"/>
                <a:gd name="connsiteX3714" fmla="*/ 1772123 w 2488513"/>
                <a:gd name="connsiteY3714" fmla="*/ 1091798 h 1224584"/>
                <a:gd name="connsiteX3715" fmla="*/ 1768844 w 2488513"/>
                <a:gd name="connsiteY3715" fmla="*/ 1091798 h 1224584"/>
                <a:gd name="connsiteX3716" fmla="*/ 1763926 w 2488513"/>
                <a:gd name="connsiteY3716" fmla="*/ 1091798 h 1224584"/>
                <a:gd name="connsiteX3717" fmla="*/ 1763926 w 2488513"/>
                <a:gd name="connsiteY3717" fmla="*/ 1091798 h 1224584"/>
                <a:gd name="connsiteX3718" fmla="*/ 1760648 w 2488513"/>
                <a:gd name="connsiteY3718" fmla="*/ 1091798 h 1224584"/>
                <a:gd name="connsiteX3719" fmla="*/ 1760648 w 2488513"/>
                <a:gd name="connsiteY3719" fmla="*/ 1091798 h 1224584"/>
                <a:gd name="connsiteX3720" fmla="*/ 1755730 w 2488513"/>
                <a:gd name="connsiteY3720" fmla="*/ 1091798 h 1224584"/>
                <a:gd name="connsiteX3721" fmla="*/ 1755730 w 2488513"/>
                <a:gd name="connsiteY3721" fmla="*/ 1091798 h 1224584"/>
                <a:gd name="connsiteX3722" fmla="*/ 1754090 w 2488513"/>
                <a:gd name="connsiteY3722" fmla="*/ 1091798 h 1224584"/>
                <a:gd name="connsiteX3723" fmla="*/ 1752451 w 2488513"/>
                <a:gd name="connsiteY3723" fmla="*/ 1091798 h 1224584"/>
                <a:gd name="connsiteX3724" fmla="*/ 1747533 w 2488513"/>
                <a:gd name="connsiteY3724" fmla="*/ 1091798 h 1224584"/>
                <a:gd name="connsiteX3725" fmla="*/ 1744254 w 2488513"/>
                <a:gd name="connsiteY3725" fmla="*/ 1091798 h 1224584"/>
                <a:gd name="connsiteX3726" fmla="*/ 1739336 w 2488513"/>
                <a:gd name="connsiteY3726" fmla="*/ 1091798 h 1224584"/>
                <a:gd name="connsiteX3727" fmla="*/ 1736058 w 2488513"/>
                <a:gd name="connsiteY3727" fmla="*/ 1091798 h 1224584"/>
                <a:gd name="connsiteX3728" fmla="*/ 1736058 w 2488513"/>
                <a:gd name="connsiteY3728" fmla="*/ 1091798 h 1224584"/>
                <a:gd name="connsiteX3729" fmla="*/ 1731140 w 2488513"/>
                <a:gd name="connsiteY3729" fmla="*/ 1091798 h 1224584"/>
                <a:gd name="connsiteX3730" fmla="*/ 1727861 w 2488513"/>
                <a:gd name="connsiteY3730" fmla="*/ 1091798 h 1224584"/>
                <a:gd name="connsiteX3731" fmla="*/ 1722943 w 2488513"/>
                <a:gd name="connsiteY3731" fmla="*/ 1091798 h 1224584"/>
                <a:gd name="connsiteX3732" fmla="*/ 1719664 w 2488513"/>
                <a:gd name="connsiteY3732" fmla="*/ 1091798 h 1224584"/>
                <a:gd name="connsiteX3733" fmla="*/ 1716386 w 2488513"/>
                <a:gd name="connsiteY3733" fmla="*/ 1091798 h 1224584"/>
                <a:gd name="connsiteX3734" fmla="*/ 1714746 w 2488513"/>
                <a:gd name="connsiteY3734" fmla="*/ 1091798 h 1224584"/>
                <a:gd name="connsiteX3735" fmla="*/ 1709828 w 2488513"/>
                <a:gd name="connsiteY3735" fmla="*/ 1091798 h 1224584"/>
                <a:gd name="connsiteX3736" fmla="*/ 1709828 w 2488513"/>
                <a:gd name="connsiteY3736" fmla="*/ 1091798 h 1224584"/>
                <a:gd name="connsiteX3737" fmla="*/ 1704910 w 2488513"/>
                <a:gd name="connsiteY3737" fmla="*/ 1091798 h 1224584"/>
                <a:gd name="connsiteX3738" fmla="*/ 1701632 w 2488513"/>
                <a:gd name="connsiteY3738" fmla="*/ 1091798 h 1224584"/>
                <a:gd name="connsiteX3739" fmla="*/ 1698353 w 2488513"/>
                <a:gd name="connsiteY3739" fmla="*/ 1093438 h 1224584"/>
                <a:gd name="connsiteX3740" fmla="*/ 1695074 w 2488513"/>
                <a:gd name="connsiteY3740" fmla="*/ 1095077 h 1224584"/>
                <a:gd name="connsiteX3741" fmla="*/ 1691796 w 2488513"/>
                <a:gd name="connsiteY3741" fmla="*/ 1095077 h 1224584"/>
                <a:gd name="connsiteX3742" fmla="*/ 1688517 w 2488513"/>
                <a:gd name="connsiteY3742" fmla="*/ 1098356 h 1224584"/>
                <a:gd name="connsiteX3743" fmla="*/ 1685238 w 2488513"/>
                <a:gd name="connsiteY3743" fmla="*/ 1098356 h 1224584"/>
                <a:gd name="connsiteX3744" fmla="*/ 1680320 w 2488513"/>
                <a:gd name="connsiteY3744" fmla="*/ 1101634 h 1224584"/>
                <a:gd name="connsiteX3745" fmla="*/ 1677041 w 2488513"/>
                <a:gd name="connsiteY3745" fmla="*/ 1103274 h 1224584"/>
                <a:gd name="connsiteX3746" fmla="*/ 1672124 w 2488513"/>
                <a:gd name="connsiteY3746" fmla="*/ 1106552 h 1224584"/>
                <a:gd name="connsiteX3747" fmla="*/ 1668845 w 2488513"/>
                <a:gd name="connsiteY3747" fmla="*/ 1108192 h 1224584"/>
                <a:gd name="connsiteX3748" fmla="*/ 1665566 w 2488513"/>
                <a:gd name="connsiteY3748" fmla="*/ 1111470 h 1224584"/>
                <a:gd name="connsiteX3749" fmla="*/ 1662288 w 2488513"/>
                <a:gd name="connsiteY3749" fmla="*/ 1113110 h 1224584"/>
                <a:gd name="connsiteX3750" fmla="*/ 1660648 w 2488513"/>
                <a:gd name="connsiteY3750" fmla="*/ 1113110 h 1224584"/>
                <a:gd name="connsiteX3751" fmla="*/ 1657369 w 2488513"/>
                <a:gd name="connsiteY3751" fmla="*/ 1116388 h 1224584"/>
                <a:gd name="connsiteX3752" fmla="*/ 1654091 w 2488513"/>
                <a:gd name="connsiteY3752" fmla="*/ 1118028 h 1224584"/>
                <a:gd name="connsiteX3753" fmla="*/ 1649173 w 2488513"/>
                <a:gd name="connsiteY3753" fmla="*/ 1119667 h 1224584"/>
                <a:gd name="connsiteX3754" fmla="*/ 1645894 w 2488513"/>
                <a:gd name="connsiteY3754" fmla="*/ 1121306 h 1224584"/>
                <a:gd name="connsiteX3755" fmla="*/ 1642616 w 2488513"/>
                <a:gd name="connsiteY3755" fmla="*/ 1121306 h 1224584"/>
                <a:gd name="connsiteX3756" fmla="*/ 1637697 w 2488513"/>
                <a:gd name="connsiteY3756" fmla="*/ 1122946 h 1224584"/>
                <a:gd name="connsiteX3757" fmla="*/ 1634419 w 2488513"/>
                <a:gd name="connsiteY3757" fmla="*/ 1124585 h 1224584"/>
                <a:gd name="connsiteX3758" fmla="*/ 1631140 w 2488513"/>
                <a:gd name="connsiteY3758" fmla="*/ 1126224 h 1224584"/>
                <a:gd name="connsiteX3759" fmla="*/ 1626222 w 2488513"/>
                <a:gd name="connsiteY3759" fmla="*/ 1126224 h 1224584"/>
                <a:gd name="connsiteX3760" fmla="*/ 1622944 w 2488513"/>
                <a:gd name="connsiteY3760" fmla="*/ 1126224 h 1224584"/>
                <a:gd name="connsiteX3761" fmla="*/ 1619665 w 2488513"/>
                <a:gd name="connsiteY3761" fmla="*/ 1127864 h 1224584"/>
                <a:gd name="connsiteX3762" fmla="*/ 1616386 w 2488513"/>
                <a:gd name="connsiteY3762" fmla="*/ 1131142 h 1224584"/>
                <a:gd name="connsiteX3763" fmla="*/ 1611468 w 2488513"/>
                <a:gd name="connsiteY3763" fmla="*/ 1131142 h 1224584"/>
                <a:gd name="connsiteX3764" fmla="*/ 1616386 w 2488513"/>
                <a:gd name="connsiteY3764" fmla="*/ 1127864 h 1224584"/>
                <a:gd name="connsiteX3765" fmla="*/ 1611468 w 2488513"/>
                <a:gd name="connsiteY3765" fmla="*/ 1126224 h 1224584"/>
                <a:gd name="connsiteX3766" fmla="*/ 1608189 w 2488513"/>
                <a:gd name="connsiteY3766" fmla="*/ 1127864 h 1224584"/>
                <a:gd name="connsiteX3767" fmla="*/ 1604911 w 2488513"/>
                <a:gd name="connsiteY3767" fmla="*/ 1127864 h 1224584"/>
                <a:gd name="connsiteX3768" fmla="*/ 1599993 w 2488513"/>
                <a:gd name="connsiteY3768" fmla="*/ 1127864 h 1224584"/>
                <a:gd name="connsiteX3769" fmla="*/ 1596714 w 2488513"/>
                <a:gd name="connsiteY3769" fmla="*/ 1129503 h 1224584"/>
                <a:gd name="connsiteX3770" fmla="*/ 1593435 w 2488513"/>
                <a:gd name="connsiteY3770" fmla="*/ 1131142 h 1224584"/>
                <a:gd name="connsiteX3771" fmla="*/ 1595075 w 2488513"/>
                <a:gd name="connsiteY3771" fmla="*/ 1131142 h 1224584"/>
                <a:gd name="connsiteX3772" fmla="*/ 1599993 w 2488513"/>
                <a:gd name="connsiteY3772" fmla="*/ 1129503 h 1224584"/>
                <a:gd name="connsiteX3773" fmla="*/ 1603271 w 2488513"/>
                <a:gd name="connsiteY3773" fmla="*/ 1129503 h 1224584"/>
                <a:gd name="connsiteX3774" fmla="*/ 1606550 w 2488513"/>
                <a:gd name="connsiteY3774" fmla="*/ 1129503 h 1224584"/>
                <a:gd name="connsiteX3775" fmla="*/ 1609829 w 2488513"/>
                <a:gd name="connsiteY3775" fmla="*/ 1129503 h 1224584"/>
                <a:gd name="connsiteX3776" fmla="*/ 1609829 w 2488513"/>
                <a:gd name="connsiteY3776" fmla="*/ 1132782 h 1224584"/>
                <a:gd name="connsiteX3777" fmla="*/ 1614747 w 2488513"/>
                <a:gd name="connsiteY3777" fmla="*/ 1132782 h 1224584"/>
                <a:gd name="connsiteX3778" fmla="*/ 1618025 w 2488513"/>
                <a:gd name="connsiteY3778" fmla="*/ 1131142 h 1224584"/>
                <a:gd name="connsiteX3779" fmla="*/ 1614747 w 2488513"/>
                <a:gd name="connsiteY3779" fmla="*/ 1134421 h 1224584"/>
                <a:gd name="connsiteX3780" fmla="*/ 1609829 w 2488513"/>
                <a:gd name="connsiteY3780" fmla="*/ 1137700 h 1224584"/>
                <a:gd name="connsiteX3781" fmla="*/ 1614747 w 2488513"/>
                <a:gd name="connsiteY3781" fmla="*/ 1137700 h 1224584"/>
                <a:gd name="connsiteX3782" fmla="*/ 1609829 w 2488513"/>
                <a:gd name="connsiteY3782" fmla="*/ 1139339 h 1224584"/>
                <a:gd name="connsiteX3783" fmla="*/ 1606550 w 2488513"/>
                <a:gd name="connsiteY3783" fmla="*/ 1140978 h 1224584"/>
                <a:gd name="connsiteX3784" fmla="*/ 1603271 w 2488513"/>
                <a:gd name="connsiteY3784" fmla="*/ 1140978 h 1224584"/>
                <a:gd name="connsiteX3785" fmla="*/ 1603271 w 2488513"/>
                <a:gd name="connsiteY3785" fmla="*/ 1137700 h 1224584"/>
                <a:gd name="connsiteX3786" fmla="*/ 1599993 w 2488513"/>
                <a:gd name="connsiteY3786" fmla="*/ 1137700 h 1224584"/>
                <a:gd name="connsiteX3787" fmla="*/ 1595075 w 2488513"/>
                <a:gd name="connsiteY3787" fmla="*/ 1137700 h 1224584"/>
                <a:gd name="connsiteX3788" fmla="*/ 1591796 w 2488513"/>
                <a:gd name="connsiteY3788" fmla="*/ 1134421 h 1224584"/>
                <a:gd name="connsiteX3789" fmla="*/ 1588517 w 2488513"/>
                <a:gd name="connsiteY3789" fmla="*/ 1134421 h 1224584"/>
                <a:gd name="connsiteX3790" fmla="*/ 1583599 w 2488513"/>
                <a:gd name="connsiteY3790" fmla="*/ 1134421 h 1224584"/>
                <a:gd name="connsiteX3791" fmla="*/ 1580321 w 2488513"/>
                <a:gd name="connsiteY3791" fmla="*/ 1136060 h 1224584"/>
                <a:gd name="connsiteX3792" fmla="*/ 1577042 w 2488513"/>
                <a:gd name="connsiteY3792" fmla="*/ 1136060 h 1224584"/>
                <a:gd name="connsiteX3793" fmla="*/ 1573763 w 2488513"/>
                <a:gd name="connsiteY3793" fmla="*/ 1136060 h 1224584"/>
                <a:gd name="connsiteX3794" fmla="*/ 1568845 w 2488513"/>
                <a:gd name="connsiteY3794" fmla="*/ 1137700 h 1224584"/>
                <a:gd name="connsiteX3795" fmla="*/ 1565567 w 2488513"/>
                <a:gd name="connsiteY3795" fmla="*/ 1137700 h 1224584"/>
                <a:gd name="connsiteX3796" fmla="*/ 1562288 w 2488513"/>
                <a:gd name="connsiteY3796" fmla="*/ 1137700 h 1224584"/>
                <a:gd name="connsiteX3797" fmla="*/ 1557370 w 2488513"/>
                <a:gd name="connsiteY3797" fmla="*/ 1139339 h 1224584"/>
                <a:gd name="connsiteX3798" fmla="*/ 1554091 w 2488513"/>
                <a:gd name="connsiteY3798" fmla="*/ 1139339 h 1224584"/>
                <a:gd name="connsiteX3799" fmla="*/ 1550813 w 2488513"/>
                <a:gd name="connsiteY3799" fmla="*/ 1140978 h 1224584"/>
                <a:gd name="connsiteX3800" fmla="*/ 1545895 w 2488513"/>
                <a:gd name="connsiteY3800" fmla="*/ 1140978 h 1224584"/>
                <a:gd name="connsiteX3801" fmla="*/ 1542616 w 2488513"/>
                <a:gd name="connsiteY3801" fmla="*/ 1140978 h 1224584"/>
                <a:gd name="connsiteX3802" fmla="*/ 1539337 w 2488513"/>
                <a:gd name="connsiteY3802" fmla="*/ 1142618 h 1224584"/>
                <a:gd name="connsiteX3803" fmla="*/ 1534419 w 2488513"/>
                <a:gd name="connsiteY3803" fmla="*/ 1142618 h 1224584"/>
                <a:gd name="connsiteX3804" fmla="*/ 1531141 w 2488513"/>
                <a:gd name="connsiteY3804" fmla="*/ 1145896 h 1224584"/>
                <a:gd name="connsiteX3805" fmla="*/ 1527862 w 2488513"/>
                <a:gd name="connsiteY3805" fmla="*/ 1147536 h 1224584"/>
                <a:gd name="connsiteX3806" fmla="*/ 1522944 w 2488513"/>
                <a:gd name="connsiteY3806" fmla="*/ 1149175 h 1224584"/>
                <a:gd name="connsiteX3807" fmla="*/ 1519665 w 2488513"/>
                <a:gd name="connsiteY3807" fmla="*/ 1150814 h 1224584"/>
                <a:gd name="connsiteX3808" fmla="*/ 1516387 w 2488513"/>
                <a:gd name="connsiteY3808" fmla="*/ 1152454 h 1224584"/>
                <a:gd name="connsiteX3809" fmla="*/ 1513108 w 2488513"/>
                <a:gd name="connsiteY3809" fmla="*/ 1155732 h 1224584"/>
                <a:gd name="connsiteX3810" fmla="*/ 1509829 w 2488513"/>
                <a:gd name="connsiteY3810" fmla="*/ 1159011 h 1224584"/>
                <a:gd name="connsiteX3811" fmla="*/ 1506551 w 2488513"/>
                <a:gd name="connsiteY3811" fmla="*/ 1162290 h 1224584"/>
                <a:gd name="connsiteX3812" fmla="*/ 1501632 w 2488513"/>
                <a:gd name="connsiteY3812" fmla="*/ 1163929 h 1224584"/>
                <a:gd name="connsiteX3813" fmla="*/ 1503272 w 2488513"/>
                <a:gd name="connsiteY3813" fmla="*/ 1168847 h 1224584"/>
                <a:gd name="connsiteX3814" fmla="*/ 1506551 w 2488513"/>
                <a:gd name="connsiteY3814" fmla="*/ 1170486 h 1224584"/>
                <a:gd name="connsiteX3815" fmla="*/ 1511469 w 2488513"/>
                <a:gd name="connsiteY3815" fmla="*/ 1170486 h 1224584"/>
                <a:gd name="connsiteX3816" fmla="*/ 1514747 w 2488513"/>
                <a:gd name="connsiteY3816" fmla="*/ 1170486 h 1224584"/>
                <a:gd name="connsiteX3817" fmla="*/ 1518026 w 2488513"/>
                <a:gd name="connsiteY3817" fmla="*/ 1168847 h 1224584"/>
                <a:gd name="connsiteX3818" fmla="*/ 1522944 w 2488513"/>
                <a:gd name="connsiteY3818" fmla="*/ 1167208 h 1224584"/>
                <a:gd name="connsiteX3819" fmla="*/ 1526223 w 2488513"/>
                <a:gd name="connsiteY3819" fmla="*/ 1167208 h 1224584"/>
                <a:gd name="connsiteX3820" fmla="*/ 1524583 w 2488513"/>
                <a:gd name="connsiteY3820" fmla="*/ 1170486 h 1224584"/>
                <a:gd name="connsiteX3821" fmla="*/ 1522944 w 2488513"/>
                <a:gd name="connsiteY3821" fmla="*/ 1173765 h 1224584"/>
                <a:gd name="connsiteX3822" fmla="*/ 1522944 w 2488513"/>
                <a:gd name="connsiteY3822" fmla="*/ 1175405 h 1224584"/>
                <a:gd name="connsiteX3823" fmla="*/ 1521304 w 2488513"/>
                <a:gd name="connsiteY3823" fmla="*/ 1175405 h 1224584"/>
                <a:gd name="connsiteX3824" fmla="*/ 1521304 w 2488513"/>
                <a:gd name="connsiteY3824" fmla="*/ 1178683 h 1224584"/>
                <a:gd name="connsiteX3825" fmla="*/ 1524583 w 2488513"/>
                <a:gd name="connsiteY3825" fmla="*/ 1183601 h 1224584"/>
                <a:gd name="connsiteX3826" fmla="*/ 1522944 w 2488513"/>
                <a:gd name="connsiteY3826" fmla="*/ 1183601 h 1224584"/>
                <a:gd name="connsiteX3827" fmla="*/ 1519665 w 2488513"/>
                <a:gd name="connsiteY3827" fmla="*/ 1183601 h 1224584"/>
                <a:gd name="connsiteX3828" fmla="*/ 1516387 w 2488513"/>
                <a:gd name="connsiteY3828" fmla="*/ 1185240 h 1224584"/>
                <a:gd name="connsiteX3829" fmla="*/ 1511469 w 2488513"/>
                <a:gd name="connsiteY3829" fmla="*/ 1183601 h 1224584"/>
                <a:gd name="connsiteX3830" fmla="*/ 1508190 w 2488513"/>
                <a:gd name="connsiteY3830" fmla="*/ 1185240 h 1224584"/>
                <a:gd name="connsiteX3831" fmla="*/ 1504911 w 2488513"/>
                <a:gd name="connsiteY3831" fmla="*/ 1185240 h 1224584"/>
                <a:gd name="connsiteX3832" fmla="*/ 1501632 w 2488513"/>
                <a:gd name="connsiteY3832" fmla="*/ 1185240 h 1224584"/>
                <a:gd name="connsiteX3833" fmla="*/ 1499993 w 2488513"/>
                <a:gd name="connsiteY3833" fmla="*/ 1185240 h 1224584"/>
                <a:gd name="connsiteX3834" fmla="*/ 1496714 w 2488513"/>
                <a:gd name="connsiteY3834" fmla="*/ 1185240 h 1224584"/>
                <a:gd name="connsiteX3835" fmla="*/ 1491797 w 2488513"/>
                <a:gd name="connsiteY3835" fmla="*/ 1186880 h 1224584"/>
                <a:gd name="connsiteX3836" fmla="*/ 1488518 w 2488513"/>
                <a:gd name="connsiteY3836" fmla="*/ 1186880 h 1224584"/>
                <a:gd name="connsiteX3837" fmla="*/ 1485239 w 2488513"/>
                <a:gd name="connsiteY3837" fmla="*/ 1186880 h 1224584"/>
                <a:gd name="connsiteX3838" fmla="*/ 1481960 w 2488513"/>
                <a:gd name="connsiteY3838" fmla="*/ 1188519 h 1224584"/>
                <a:gd name="connsiteX3839" fmla="*/ 1478682 w 2488513"/>
                <a:gd name="connsiteY3839" fmla="*/ 1188519 h 1224584"/>
                <a:gd name="connsiteX3840" fmla="*/ 1473764 w 2488513"/>
                <a:gd name="connsiteY3840" fmla="*/ 1190158 h 1224584"/>
                <a:gd name="connsiteX3841" fmla="*/ 1470485 w 2488513"/>
                <a:gd name="connsiteY3841" fmla="*/ 1193437 h 1224584"/>
                <a:gd name="connsiteX3842" fmla="*/ 1467207 w 2488513"/>
                <a:gd name="connsiteY3842" fmla="*/ 1196716 h 1224584"/>
                <a:gd name="connsiteX3843" fmla="*/ 1470485 w 2488513"/>
                <a:gd name="connsiteY3843" fmla="*/ 1196716 h 1224584"/>
                <a:gd name="connsiteX3844" fmla="*/ 1475403 w 2488513"/>
                <a:gd name="connsiteY3844" fmla="*/ 1198355 h 1224584"/>
                <a:gd name="connsiteX3845" fmla="*/ 1478682 w 2488513"/>
                <a:gd name="connsiteY3845" fmla="*/ 1198355 h 1224584"/>
                <a:gd name="connsiteX3846" fmla="*/ 1475403 w 2488513"/>
                <a:gd name="connsiteY3846" fmla="*/ 1198355 h 1224584"/>
                <a:gd name="connsiteX3847" fmla="*/ 1470485 w 2488513"/>
                <a:gd name="connsiteY3847" fmla="*/ 1198355 h 1224584"/>
                <a:gd name="connsiteX3848" fmla="*/ 1467207 w 2488513"/>
                <a:gd name="connsiteY3848" fmla="*/ 1196716 h 1224584"/>
                <a:gd name="connsiteX3849" fmla="*/ 1463928 w 2488513"/>
                <a:gd name="connsiteY3849" fmla="*/ 1196716 h 1224584"/>
                <a:gd name="connsiteX3850" fmla="*/ 1459010 w 2488513"/>
                <a:gd name="connsiteY3850" fmla="*/ 1196716 h 1224584"/>
                <a:gd name="connsiteX3851" fmla="*/ 1455731 w 2488513"/>
                <a:gd name="connsiteY3851" fmla="*/ 1195077 h 1224584"/>
                <a:gd name="connsiteX3852" fmla="*/ 1452452 w 2488513"/>
                <a:gd name="connsiteY3852" fmla="*/ 1193437 h 1224584"/>
                <a:gd name="connsiteX3853" fmla="*/ 1447534 w 2488513"/>
                <a:gd name="connsiteY3853" fmla="*/ 1193437 h 1224584"/>
                <a:gd name="connsiteX3854" fmla="*/ 1444256 w 2488513"/>
                <a:gd name="connsiteY3854" fmla="*/ 1193437 h 1224584"/>
                <a:gd name="connsiteX3855" fmla="*/ 1440977 w 2488513"/>
                <a:gd name="connsiteY3855" fmla="*/ 1193437 h 1224584"/>
                <a:gd name="connsiteX3856" fmla="*/ 1436059 w 2488513"/>
                <a:gd name="connsiteY3856" fmla="*/ 1193437 h 1224584"/>
                <a:gd name="connsiteX3857" fmla="*/ 1432780 w 2488513"/>
                <a:gd name="connsiteY3857" fmla="*/ 1195077 h 1224584"/>
                <a:gd name="connsiteX3858" fmla="*/ 1429502 w 2488513"/>
                <a:gd name="connsiteY3858" fmla="*/ 1196716 h 1224584"/>
                <a:gd name="connsiteX3859" fmla="*/ 1426223 w 2488513"/>
                <a:gd name="connsiteY3859" fmla="*/ 1198355 h 1224584"/>
                <a:gd name="connsiteX3860" fmla="*/ 1421305 w 2488513"/>
                <a:gd name="connsiteY3860" fmla="*/ 1201634 h 1224584"/>
                <a:gd name="connsiteX3861" fmla="*/ 1418026 w 2488513"/>
                <a:gd name="connsiteY3861" fmla="*/ 1203273 h 1224584"/>
                <a:gd name="connsiteX3862" fmla="*/ 1414748 w 2488513"/>
                <a:gd name="connsiteY3862" fmla="*/ 1204912 h 1224584"/>
                <a:gd name="connsiteX3863" fmla="*/ 1409830 w 2488513"/>
                <a:gd name="connsiteY3863" fmla="*/ 1208191 h 1224584"/>
                <a:gd name="connsiteX3864" fmla="*/ 1406551 w 2488513"/>
                <a:gd name="connsiteY3864" fmla="*/ 1211470 h 1224584"/>
                <a:gd name="connsiteX3865" fmla="*/ 1403272 w 2488513"/>
                <a:gd name="connsiteY3865" fmla="*/ 1211470 h 1224584"/>
                <a:gd name="connsiteX3866" fmla="*/ 1399994 w 2488513"/>
                <a:gd name="connsiteY3866" fmla="*/ 1213109 h 1224584"/>
                <a:gd name="connsiteX3867" fmla="*/ 1395076 w 2488513"/>
                <a:gd name="connsiteY3867" fmla="*/ 1214749 h 1224584"/>
                <a:gd name="connsiteX3868" fmla="*/ 1391797 w 2488513"/>
                <a:gd name="connsiteY3868" fmla="*/ 1216388 h 1224584"/>
                <a:gd name="connsiteX3869" fmla="*/ 1388518 w 2488513"/>
                <a:gd name="connsiteY3869" fmla="*/ 1218027 h 1224584"/>
                <a:gd name="connsiteX3870" fmla="*/ 1385240 w 2488513"/>
                <a:gd name="connsiteY3870" fmla="*/ 1221306 h 1224584"/>
                <a:gd name="connsiteX3871" fmla="*/ 1380322 w 2488513"/>
                <a:gd name="connsiteY3871" fmla="*/ 1224585 h 1224584"/>
                <a:gd name="connsiteX3872" fmla="*/ 1377043 w 2488513"/>
                <a:gd name="connsiteY3872" fmla="*/ 1221306 h 1224584"/>
                <a:gd name="connsiteX3873" fmla="*/ 1373764 w 2488513"/>
                <a:gd name="connsiteY3873" fmla="*/ 1221306 h 1224584"/>
                <a:gd name="connsiteX3874" fmla="*/ 1370486 w 2488513"/>
                <a:gd name="connsiteY3874" fmla="*/ 1222945 h 1224584"/>
                <a:gd name="connsiteX3875" fmla="*/ 1365567 w 2488513"/>
                <a:gd name="connsiteY3875" fmla="*/ 1221306 h 1224584"/>
                <a:gd name="connsiteX3876" fmla="*/ 1362289 w 2488513"/>
                <a:gd name="connsiteY3876" fmla="*/ 1219667 h 1224584"/>
                <a:gd name="connsiteX3877" fmla="*/ 1363928 w 2488513"/>
                <a:gd name="connsiteY3877" fmla="*/ 1216388 h 1224584"/>
                <a:gd name="connsiteX3878" fmla="*/ 1365567 w 2488513"/>
                <a:gd name="connsiteY3878" fmla="*/ 1213109 h 1224584"/>
                <a:gd name="connsiteX3879" fmla="*/ 1368846 w 2488513"/>
                <a:gd name="connsiteY3879" fmla="*/ 1208191 h 1224584"/>
                <a:gd name="connsiteX3880" fmla="*/ 1368846 w 2488513"/>
                <a:gd name="connsiteY3880" fmla="*/ 1208191 h 1224584"/>
                <a:gd name="connsiteX3881" fmla="*/ 1372125 w 2488513"/>
                <a:gd name="connsiteY3881" fmla="*/ 1208191 h 1224584"/>
                <a:gd name="connsiteX3882" fmla="*/ 1377043 w 2488513"/>
                <a:gd name="connsiteY3882" fmla="*/ 1208191 h 1224584"/>
                <a:gd name="connsiteX3883" fmla="*/ 1380322 w 2488513"/>
                <a:gd name="connsiteY3883" fmla="*/ 1209830 h 1224584"/>
                <a:gd name="connsiteX3884" fmla="*/ 1385240 w 2488513"/>
                <a:gd name="connsiteY3884" fmla="*/ 1209830 h 1224584"/>
                <a:gd name="connsiteX3885" fmla="*/ 1388518 w 2488513"/>
                <a:gd name="connsiteY3885" fmla="*/ 1208191 h 1224584"/>
                <a:gd name="connsiteX3886" fmla="*/ 1391797 w 2488513"/>
                <a:gd name="connsiteY3886" fmla="*/ 1206552 h 1224584"/>
                <a:gd name="connsiteX3887" fmla="*/ 1393436 w 2488513"/>
                <a:gd name="connsiteY3887" fmla="*/ 1204912 h 1224584"/>
                <a:gd name="connsiteX3888" fmla="*/ 1393436 w 2488513"/>
                <a:gd name="connsiteY3888" fmla="*/ 1201634 h 1224584"/>
                <a:gd name="connsiteX3889" fmla="*/ 1388518 w 2488513"/>
                <a:gd name="connsiteY3889" fmla="*/ 1199995 h 1224584"/>
                <a:gd name="connsiteX3890" fmla="*/ 1386879 w 2488513"/>
                <a:gd name="connsiteY3890" fmla="*/ 1198355 h 1224584"/>
                <a:gd name="connsiteX3891" fmla="*/ 1390158 w 2488513"/>
                <a:gd name="connsiteY3891" fmla="*/ 1198355 h 1224584"/>
                <a:gd name="connsiteX3892" fmla="*/ 1393436 w 2488513"/>
                <a:gd name="connsiteY3892" fmla="*/ 1195077 h 1224584"/>
                <a:gd name="connsiteX3893" fmla="*/ 1395076 w 2488513"/>
                <a:gd name="connsiteY3893" fmla="*/ 1191798 h 1224584"/>
                <a:gd name="connsiteX3894" fmla="*/ 1398354 w 2488513"/>
                <a:gd name="connsiteY3894" fmla="*/ 1186880 h 1224584"/>
                <a:gd name="connsiteX3895" fmla="*/ 1399994 w 2488513"/>
                <a:gd name="connsiteY3895" fmla="*/ 1183601 h 1224584"/>
                <a:gd name="connsiteX3896" fmla="*/ 1403272 w 2488513"/>
                <a:gd name="connsiteY3896" fmla="*/ 1180322 h 1224584"/>
                <a:gd name="connsiteX3897" fmla="*/ 1404912 w 2488513"/>
                <a:gd name="connsiteY3897" fmla="*/ 1178683 h 1224584"/>
                <a:gd name="connsiteX3898" fmla="*/ 1408190 w 2488513"/>
                <a:gd name="connsiteY3898" fmla="*/ 1177044 h 1224584"/>
                <a:gd name="connsiteX3899" fmla="*/ 1411469 w 2488513"/>
                <a:gd name="connsiteY3899" fmla="*/ 1175405 h 1224584"/>
                <a:gd name="connsiteX3900" fmla="*/ 1414748 w 2488513"/>
                <a:gd name="connsiteY3900" fmla="*/ 1175405 h 1224584"/>
                <a:gd name="connsiteX3901" fmla="*/ 1419666 w 2488513"/>
                <a:gd name="connsiteY3901" fmla="*/ 1172126 h 1224584"/>
                <a:gd name="connsiteX3902" fmla="*/ 1422944 w 2488513"/>
                <a:gd name="connsiteY3902" fmla="*/ 1168847 h 1224584"/>
                <a:gd name="connsiteX3903" fmla="*/ 1426223 w 2488513"/>
                <a:gd name="connsiteY3903" fmla="*/ 1168847 h 1224584"/>
                <a:gd name="connsiteX3904" fmla="*/ 1431141 w 2488513"/>
                <a:gd name="connsiteY3904" fmla="*/ 1165568 h 1224584"/>
                <a:gd name="connsiteX3905" fmla="*/ 1434420 w 2488513"/>
                <a:gd name="connsiteY3905" fmla="*/ 1163929 h 1224584"/>
                <a:gd name="connsiteX3906" fmla="*/ 1436059 w 2488513"/>
                <a:gd name="connsiteY3906" fmla="*/ 1159011 h 1224584"/>
                <a:gd name="connsiteX3907" fmla="*/ 1439338 w 2488513"/>
                <a:gd name="connsiteY3907" fmla="*/ 1155732 h 1224584"/>
                <a:gd name="connsiteX3908" fmla="*/ 1439338 w 2488513"/>
                <a:gd name="connsiteY3908" fmla="*/ 1152454 h 1224584"/>
                <a:gd name="connsiteX3909" fmla="*/ 1440977 w 2488513"/>
                <a:gd name="connsiteY3909" fmla="*/ 1147536 h 1224584"/>
                <a:gd name="connsiteX3910" fmla="*/ 1442617 w 2488513"/>
                <a:gd name="connsiteY3910" fmla="*/ 1144257 h 1224584"/>
                <a:gd name="connsiteX3911" fmla="*/ 1444256 w 2488513"/>
                <a:gd name="connsiteY3911" fmla="*/ 1140978 h 1224584"/>
                <a:gd name="connsiteX3912" fmla="*/ 1445895 w 2488513"/>
                <a:gd name="connsiteY3912" fmla="*/ 1137700 h 1224584"/>
                <a:gd name="connsiteX3913" fmla="*/ 1447534 w 2488513"/>
                <a:gd name="connsiteY3913" fmla="*/ 1132782 h 1224584"/>
                <a:gd name="connsiteX3914" fmla="*/ 1450813 w 2488513"/>
                <a:gd name="connsiteY3914" fmla="*/ 1129503 h 1224584"/>
                <a:gd name="connsiteX3915" fmla="*/ 1454092 w 2488513"/>
                <a:gd name="connsiteY3915" fmla="*/ 1126224 h 1224584"/>
                <a:gd name="connsiteX3916" fmla="*/ 1457370 w 2488513"/>
                <a:gd name="connsiteY3916" fmla="*/ 1121306 h 1224584"/>
                <a:gd name="connsiteX3917" fmla="*/ 1460649 w 2488513"/>
                <a:gd name="connsiteY3917" fmla="*/ 1119667 h 1224584"/>
                <a:gd name="connsiteX3918" fmla="*/ 1463928 w 2488513"/>
                <a:gd name="connsiteY3918" fmla="*/ 1116388 h 1224584"/>
                <a:gd name="connsiteX3919" fmla="*/ 1468846 w 2488513"/>
                <a:gd name="connsiteY3919" fmla="*/ 1113110 h 1224584"/>
                <a:gd name="connsiteX3920" fmla="*/ 1472124 w 2488513"/>
                <a:gd name="connsiteY3920" fmla="*/ 1109831 h 1224584"/>
                <a:gd name="connsiteX3921" fmla="*/ 1475403 w 2488513"/>
                <a:gd name="connsiteY3921" fmla="*/ 1106552 h 1224584"/>
                <a:gd name="connsiteX3922" fmla="*/ 1477042 w 2488513"/>
                <a:gd name="connsiteY3922" fmla="*/ 1103274 h 1224584"/>
                <a:gd name="connsiteX3923" fmla="*/ 1477042 w 2488513"/>
                <a:gd name="connsiteY3923" fmla="*/ 1098356 h 1224584"/>
                <a:gd name="connsiteX3924" fmla="*/ 1477042 w 2488513"/>
                <a:gd name="connsiteY3924" fmla="*/ 1095077 h 1224584"/>
                <a:gd name="connsiteX3925" fmla="*/ 1475403 w 2488513"/>
                <a:gd name="connsiteY3925" fmla="*/ 1091798 h 1224584"/>
                <a:gd name="connsiteX3926" fmla="*/ 1475403 w 2488513"/>
                <a:gd name="connsiteY3926" fmla="*/ 1088520 h 1224584"/>
                <a:gd name="connsiteX3927" fmla="*/ 1473764 w 2488513"/>
                <a:gd name="connsiteY3927" fmla="*/ 1083602 h 1224584"/>
                <a:gd name="connsiteX3928" fmla="*/ 1472124 w 2488513"/>
                <a:gd name="connsiteY3928" fmla="*/ 1080323 h 1224584"/>
                <a:gd name="connsiteX3929" fmla="*/ 1475403 w 2488513"/>
                <a:gd name="connsiteY3929" fmla="*/ 1080323 h 1224584"/>
                <a:gd name="connsiteX3930" fmla="*/ 1478682 w 2488513"/>
                <a:gd name="connsiteY3930" fmla="*/ 1081962 h 1224584"/>
                <a:gd name="connsiteX3931" fmla="*/ 1481960 w 2488513"/>
                <a:gd name="connsiteY3931" fmla="*/ 1083602 h 1224584"/>
                <a:gd name="connsiteX3932" fmla="*/ 1483600 w 2488513"/>
                <a:gd name="connsiteY3932" fmla="*/ 1088520 h 1224584"/>
                <a:gd name="connsiteX3933" fmla="*/ 1481960 w 2488513"/>
                <a:gd name="connsiteY3933" fmla="*/ 1091798 h 1224584"/>
                <a:gd name="connsiteX3934" fmla="*/ 1481960 w 2488513"/>
                <a:gd name="connsiteY3934" fmla="*/ 1091798 h 1224584"/>
                <a:gd name="connsiteX3935" fmla="*/ 1483600 w 2488513"/>
                <a:gd name="connsiteY3935" fmla="*/ 1091798 h 1224584"/>
                <a:gd name="connsiteX3936" fmla="*/ 1485239 w 2488513"/>
                <a:gd name="connsiteY3936" fmla="*/ 1095077 h 1224584"/>
                <a:gd name="connsiteX3937" fmla="*/ 1488518 w 2488513"/>
                <a:gd name="connsiteY3937" fmla="*/ 1095077 h 1224584"/>
                <a:gd name="connsiteX3938" fmla="*/ 1486879 w 2488513"/>
                <a:gd name="connsiteY3938" fmla="*/ 1098356 h 1224584"/>
                <a:gd name="connsiteX3939" fmla="*/ 1483600 w 2488513"/>
                <a:gd name="connsiteY3939" fmla="*/ 1101634 h 1224584"/>
                <a:gd name="connsiteX3940" fmla="*/ 1486879 w 2488513"/>
                <a:gd name="connsiteY3940" fmla="*/ 1099995 h 1224584"/>
                <a:gd name="connsiteX3941" fmla="*/ 1490157 w 2488513"/>
                <a:gd name="connsiteY3941" fmla="*/ 1101634 h 1224584"/>
                <a:gd name="connsiteX3942" fmla="*/ 1488518 w 2488513"/>
                <a:gd name="connsiteY3942" fmla="*/ 1104913 h 1224584"/>
                <a:gd name="connsiteX3943" fmla="*/ 1486879 w 2488513"/>
                <a:gd name="connsiteY3943" fmla="*/ 1108192 h 1224584"/>
                <a:gd name="connsiteX3944" fmla="*/ 1490157 w 2488513"/>
                <a:gd name="connsiteY3944" fmla="*/ 1104913 h 1224584"/>
                <a:gd name="connsiteX3945" fmla="*/ 1493436 w 2488513"/>
                <a:gd name="connsiteY3945" fmla="*/ 1104913 h 1224584"/>
                <a:gd name="connsiteX3946" fmla="*/ 1498354 w 2488513"/>
                <a:gd name="connsiteY3946" fmla="*/ 1104913 h 1224584"/>
                <a:gd name="connsiteX3947" fmla="*/ 1498354 w 2488513"/>
                <a:gd name="connsiteY3947" fmla="*/ 1109831 h 1224584"/>
                <a:gd name="connsiteX3948" fmla="*/ 1501632 w 2488513"/>
                <a:gd name="connsiteY3948" fmla="*/ 1111470 h 1224584"/>
                <a:gd name="connsiteX3949" fmla="*/ 1504911 w 2488513"/>
                <a:gd name="connsiteY3949" fmla="*/ 1113110 h 1224584"/>
                <a:gd name="connsiteX3950" fmla="*/ 1509829 w 2488513"/>
                <a:gd name="connsiteY3950" fmla="*/ 1113110 h 1224584"/>
                <a:gd name="connsiteX3951" fmla="*/ 1513108 w 2488513"/>
                <a:gd name="connsiteY3951" fmla="*/ 1114749 h 1224584"/>
                <a:gd name="connsiteX3952" fmla="*/ 1516387 w 2488513"/>
                <a:gd name="connsiteY3952" fmla="*/ 1111470 h 1224584"/>
                <a:gd name="connsiteX3953" fmla="*/ 1518026 w 2488513"/>
                <a:gd name="connsiteY3953" fmla="*/ 1109831 h 1224584"/>
                <a:gd name="connsiteX3954" fmla="*/ 1518026 w 2488513"/>
                <a:gd name="connsiteY3954" fmla="*/ 1106552 h 1224584"/>
                <a:gd name="connsiteX3955" fmla="*/ 1519665 w 2488513"/>
                <a:gd name="connsiteY3955" fmla="*/ 1104913 h 1224584"/>
                <a:gd name="connsiteX3956" fmla="*/ 1518026 w 2488513"/>
                <a:gd name="connsiteY3956" fmla="*/ 1103274 h 1224584"/>
                <a:gd name="connsiteX3957" fmla="*/ 1519665 w 2488513"/>
                <a:gd name="connsiteY3957" fmla="*/ 1099995 h 1224584"/>
                <a:gd name="connsiteX3958" fmla="*/ 1522944 w 2488513"/>
                <a:gd name="connsiteY3958" fmla="*/ 1098356 h 1224584"/>
                <a:gd name="connsiteX3959" fmla="*/ 1524583 w 2488513"/>
                <a:gd name="connsiteY3959" fmla="*/ 1098356 h 1224584"/>
                <a:gd name="connsiteX3960" fmla="*/ 1527862 w 2488513"/>
                <a:gd name="connsiteY3960" fmla="*/ 1101634 h 1224584"/>
                <a:gd name="connsiteX3961" fmla="*/ 1531141 w 2488513"/>
                <a:gd name="connsiteY3961" fmla="*/ 1101634 h 1224584"/>
                <a:gd name="connsiteX3962" fmla="*/ 1532780 w 2488513"/>
                <a:gd name="connsiteY3962" fmla="*/ 1096716 h 1224584"/>
                <a:gd name="connsiteX3963" fmla="*/ 1532780 w 2488513"/>
                <a:gd name="connsiteY3963" fmla="*/ 1096716 h 1224584"/>
                <a:gd name="connsiteX3964" fmla="*/ 1529501 w 2488513"/>
                <a:gd name="connsiteY3964" fmla="*/ 1099995 h 1224584"/>
                <a:gd name="connsiteX3965" fmla="*/ 1529501 w 2488513"/>
                <a:gd name="connsiteY3965" fmla="*/ 1095077 h 1224584"/>
                <a:gd name="connsiteX3966" fmla="*/ 1527862 w 2488513"/>
                <a:gd name="connsiteY3966" fmla="*/ 1091798 h 1224584"/>
                <a:gd name="connsiteX3967" fmla="*/ 1526223 w 2488513"/>
                <a:gd name="connsiteY3967" fmla="*/ 1090159 h 1224584"/>
                <a:gd name="connsiteX3968" fmla="*/ 1526223 w 2488513"/>
                <a:gd name="connsiteY3968" fmla="*/ 1090159 h 1224584"/>
                <a:gd name="connsiteX3969" fmla="*/ 1526223 w 2488513"/>
                <a:gd name="connsiteY3969" fmla="*/ 1090159 h 1224584"/>
                <a:gd name="connsiteX3970" fmla="*/ 1524583 w 2488513"/>
                <a:gd name="connsiteY3970" fmla="*/ 1086880 h 1224584"/>
                <a:gd name="connsiteX3971" fmla="*/ 1527862 w 2488513"/>
                <a:gd name="connsiteY3971" fmla="*/ 1086880 h 1224584"/>
                <a:gd name="connsiteX3972" fmla="*/ 1527862 w 2488513"/>
                <a:gd name="connsiteY3972" fmla="*/ 1085241 h 1224584"/>
                <a:gd name="connsiteX3973" fmla="*/ 1527862 w 2488513"/>
                <a:gd name="connsiteY3973" fmla="*/ 1083602 h 1224584"/>
                <a:gd name="connsiteX3974" fmla="*/ 1526223 w 2488513"/>
                <a:gd name="connsiteY3974" fmla="*/ 1080323 h 1224584"/>
                <a:gd name="connsiteX3975" fmla="*/ 1529501 w 2488513"/>
                <a:gd name="connsiteY3975" fmla="*/ 1078684 h 1224584"/>
                <a:gd name="connsiteX3976" fmla="*/ 1529501 w 2488513"/>
                <a:gd name="connsiteY3976" fmla="*/ 1073765 h 1224584"/>
                <a:gd name="connsiteX3977" fmla="*/ 1526223 w 2488513"/>
                <a:gd name="connsiteY3977" fmla="*/ 1077044 h 1224584"/>
                <a:gd name="connsiteX3978" fmla="*/ 1521304 w 2488513"/>
                <a:gd name="connsiteY3978" fmla="*/ 1077044 h 1224584"/>
                <a:gd name="connsiteX3979" fmla="*/ 1521304 w 2488513"/>
                <a:gd name="connsiteY3979" fmla="*/ 1072126 h 1224584"/>
                <a:gd name="connsiteX3980" fmla="*/ 1522944 w 2488513"/>
                <a:gd name="connsiteY3980" fmla="*/ 1068848 h 1224584"/>
                <a:gd name="connsiteX3981" fmla="*/ 1522944 w 2488513"/>
                <a:gd name="connsiteY3981" fmla="*/ 1065569 h 1224584"/>
                <a:gd name="connsiteX3982" fmla="*/ 1518026 w 2488513"/>
                <a:gd name="connsiteY3982" fmla="*/ 1065569 h 1224584"/>
                <a:gd name="connsiteX3983" fmla="*/ 1518026 w 2488513"/>
                <a:gd name="connsiteY3983" fmla="*/ 1062290 h 1224584"/>
                <a:gd name="connsiteX3984" fmla="*/ 1518026 w 2488513"/>
                <a:gd name="connsiteY3984" fmla="*/ 1059012 h 1224584"/>
                <a:gd name="connsiteX3985" fmla="*/ 1518026 w 2488513"/>
                <a:gd name="connsiteY3985" fmla="*/ 1055733 h 1224584"/>
                <a:gd name="connsiteX3986" fmla="*/ 1513108 w 2488513"/>
                <a:gd name="connsiteY3986" fmla="*/ 1052454 h 1224584"/>
                <a:gd name="connsiteX3987" fmla="*/ 1509829 w 2488513"/>
                <a:gd name="connsiteY3987" fmla="*/ 1050815 h 1224584"/>
                <a:gd name="connsiteX3988" fmla="*/ 1506551 w 2488513"/>
                <a:gd name="connsiteY3988" fmla="*/ 1050815 h 1224584"/>
                <a:gd name="connsiteX3989" fmla="*/ 1503272 w 2488513"/>
                <a:gd name="connsiteY3989" fmla="*/ 1052454 h 1224584"/>
                <a:gd name="connsiteX3990" fmla="*/ 1504911 w 2488513"/>
                <a:gd name="connsiteY3990" fmla="*/ 1047536 h 1224584"/>
                <a:gd name="connsiteX3991" fmla="*/ 1501632 w 2488513"/>
                <a:gd name="connsiteY3991" fmla="*/ 1050815 h 1224584"/>
                <a:gd name="connsiteX3992" fmla="*/ 1496714 w 2488513"/>
                <a:gd name="connsiteY3992" fmla="*/ 1049175 h 1224584"/>
                <a:gd name="connsiteX3993" fmla="*/ 1493436 w 2488513"/>
                <a:gd name="connsiteY3993" fmla="*/ 1049175 h 1224584"/>
                <a:gd name="connsiteX3994" fmla="*/ 1490157 w 2488513"/>
                <a:gd name="connsiteY3994" fmla="*/ 1049175 h 1224584"/>
                <a:gd name="connsiteX3995" fmla="*/ 1486879 w 2488513"/>
                <a:gd name="connsiteY3995" fmla="*/ 1050815 h 1224584"/>
                <a:gd name="connsiteX3996" fmla="*/ 1490157 w 2488513"/>
                <a:gd name="connsiteY3996" fmla="*/ 1049175 h 1224584"/>
                <a:gd name="connsiteX3997" fmla="*/ 1491797 w 2488513"/>
                <a:gd name="connsiteY3997" fmla="*/ 1047536 h 1224584"/>
                <a:gd name="connsiteX3998" fmla="*/ 1486879 w 2488513"/>
                <a:gd name="connsiteY3998" fmla="*/ 1047536 h 1224584"/>
                <a:gd name="connsiteX3999" fmla="*/ 1491797 w 2488513"/>
                <a:gd name="connsiteY3999" fmla="*/ 1044258 h 1224584"/>
                <a:gd name="connsiteX4000" fmla="*/ 1486879 w 2488513"/>
                <a:gd name="connsiteY4000" fmla="*/ 1045897 h 1224584"/>
                <a:gd name="connsiteX4001" fmla="*/ 1483600 w 2488513"/>
                <a:gd name="connsiteY4001" fmla="*/ 1047536 h 1224584"/>
                <a:gd name="connsiteX4002" fmla="*/ 1485239 w 2488513"/>
                <a:gd name="connsiteY4002" fmla="*/ 1044258 h 1224584"/>
                <a:gd name="connsiteX4003" fmla="*/ 1481960 w 2488513"/>
                <a:gd name="connsiteY4003" fmla="*/ 1044258 h 1224584"/>
                <a:gd name="connsiteX4004" fmla="*/ 1478682 w 2488513"/>
                <a:gd name="connsiteY4004" fmla="*/ 1044258 h 1224584"/>
                <a:gd name="connsiteX4005" fmla="*/ 1475403 w 2488513"/>
                <a:gd name="connsiteY4005" fmla="*/ 1042618 h 1224584"/>
                <a:gd name="connsiteX4006" fmla="*/ 1470485 w 2488513"/>
                <a:gd name="connsiteY4006" fmla="*/ 1042618 h 1224584"/>
                <a:gd name="connsiteX4007" fmla="*/ 1467207 w 2488513"/>
                <a:gd name="connsiteY4007" fmla="*/ 1040979 h 1224584"/>
                <a:gd name="connsiteX4008" fmla="*/ 1463928 w 2488513"/>
                <a:gd name="connsiteY4008" fmla="*/ 1039340 h 1224584"/>
                <a:gd name="connsiteX4009" fmla="*/ 1459010 w 2488513"/>
                <a:gd name="connsiteY4009" fmla="*/ 1040979 h 1224584"/>
                <a:gd name="connsiteX4010" fmla="*/ 1455731 w 2488513"/>
                <a:gd name="connsiteY4010" fmla="*/ 1039340 h 1224584"/>
                <a:gd name="connsiteX4011" fmla="*/ 1452452 w 2488513"/>
                <a:gd name="connsiteY4011" fmla="*/ 1040979 h 1224584"/>
                <a:gd name="connsiteX4012" fmla="*/ 1449174 w 2488513"/>
                <a:gd name="connsiteY4012" fmla="*/ 1040979 h 1224584"/>
                <a:gd name="connsiteX4013" fmla="*/ 1444256 w 2488513"/>
                <a:gd name="connsiteY4013" fmla="*/ 1040979 h 1224584"/>
                <a:gd name="connsiteX4014" fmla="*/ 1440977 w 2488513"/>
                <a:gd name="connsiteY4014" fmla="*/ 1040979 h 1224584"/>
                <a:gd name="connsiteX4015" fmla="*/ 1437698 w 2488513"/>
                <a:gd name="connsiteY4015" fmla="*/ 1039340 h 1224584"/>
                <a:gd name="connsiteX4016" fmla="*/ 1432780 w 2488513"/>
                <a:gd name="connsiteY4016" fmla="*/ 1039340 h 1224584"/>
                <a:gd name="connsiteX4017" fmla="*/ 1429502 w 2488513"/>
                <a:gd name="connsiteY4017" fmla="*/ 1037700 h 1224584"/>
                <a:gd name="connsiteX4018" fmla="*/ 1426223 w 2488513"/>
                <a:gd name="connsiteY4018" fmla="*/ 1036061 h 1224584"/>
                <a:gd name="connsiteX4019" fmla="*/ 1424584 w 2488513"/>
                <a:gd name="connsiteY4019" fmla="*/ 1036061 h 1224584"/>
                <a:gd name="connsiteX4020" fmla="*/ 1421305 w 2488513"/>
                <a:gd name="connsiteY4020" fmla="*/ 1036061 h 1224584"/>
                <a:gd name="connsiteX4021" fmla="*/ 1418026 w 2488513"/>
                <a:gd name="connsiteY4021" fmla="*/ 1034421 h 1224584"/>
                <a:gd name="connsiteX4022" fmla="*/ 1413108 w 2488513"/>
                <a:gd name="connsiteY4022" fmla="*/ 1034421 h 1224584"/>
                <a:gd name="connsiteX4023" fmla="*/ 1409830 w 2488513"/>
                <a:gd name="connsiteY4023" fmla="*/ 1032782 h 1224584"/>
                <a:gd name="connsiteX4024" fmla="*/ 1413108 w 2488513"/>
                <a:gd name="connsiteY4024" fmla="*/ 1029503 h 1224584"/>
                <a:gd name="connsiteX4025" fmla="*/ 1413108 w 2488513"/>
                <a:gd name="connsiteY4025" fmla="*/ 1024585 h 1224584"/>
                <a:gd name="connsiteX4026" fmla="*/ 1408190 w 2488513"/>
                <a:gd name="connsiteY4026" fmla="*/ 1026225 h 1224584"/>
                <a:gd name="connsiteX4027" fmla="*/ 1404912 w 2488513"/>
                <a:gd name="connsiteY4027" fmla="*/ 1026225 h 1224584"/>
                <a:gd name="connsiteX4028" fmla="*/ 1403272 w 2488513"/>
                <a:gd name="connsiteY4028" fmla="*/ 1026225 h 1224584"/>
                <a:gd name="connsiteX4029" fmla="*/ 1401633 w 2488513"/>
                <a:gd name="connsiteY4029" fmla="*/ 1026225 h 1224584"/>
                <a:gd name="connsiteX4030" fmla="*/ 1398354 w 2488513"/>
                <a:gd name="connsiteY4030" fmla="*/ 1026225 h 1224584"/>
                <a:gd name="connsiteX4031" fmla="*/ 1399994 w 2488513"/>
                <a:gd name="connsiteY4031" fmla="*/ 1022946 h 1224584"/>
                <a:gd name="connsiteX4032" fmla="*/ 1403272 w 2488513"/>
                <a:gd name="connsiteY4032" fmla="*/ 1019668 h 1224584"/>
                <a:gd name="connsiteX4033" fmla="*/ 1404912 w 2488513"/>
                <a:gd name="connsiteY4033" fmla="*/ 1016389 h 1224584"/>
                <a:gd name="connsiteX4034" fmla="*/ 1401633 w 2488513"/>
                <a:gd name="connsiteY4034" fmla="*/ 1018028 h 1224584"/>
                <a:gd name="connsiteX4035" fmla="*/ 1403272 w 2488513"/>
                <a:gd name="connsiteY4035" fmla="*/ 1014749 h 1224584"/>
                <a:gd name="connsiteX4036" fmla="*/ 1408190 w 2488513"/>
                <a:gd name="connsiteY4036" fmla="*/ 1011471 h 1224584"/>
                <a:gd name="connsiteX4037" fmla="*/ 1411469 w 2488513"/>
                <a:gd name="connsiteY4037" fmla="*/ 1011471 h 1224584"/>
                <a:gd name="connsiteX4038" fmla="*/ 1411469 w 2488513"/>
                <a:gd name="connsiteY4038" fmla="*/ 1008192 h 1224584"/>
                <a:gd name="connsiteX4039" fmla="*/ 1406551 w 2488513"/>
                <a:gd name="connsiteY4039" fmla="*/ 1008192 h 1224584"/>
                <a:gd name="connsiteX4040" fmla="*/ 1403272 w 2488513"/>
                <a:gd name="connsiteY4040" fmla="*/ 1008192 h 1224584"/>
                <a:gd name="connsiteX4041" fmla="*/ 1401633 w 2488513"/>
                <a:gd name="connsiteY4041" fmla="*/ 1003274 h 1224584"/>
                <a:gd name="connsiteX4042" fmla="*/ 1404912 w 2488513"/>
                <a:gd name="connsiteY4042" fmla="*/ 1001635 h 1224584"/>
                <a:gd name="connsiteX4043" fmla="*/ 1406551 w 2488513"/>
                <a:gd name="connsiteY4043" fmla="*/ 996717 h 1224584"/>
                <a:gd name="connsiteX4044" fmla="*/ 1411469 w 2488513"/>
                <a:gd name="connsiteY4044" fmla="*/ 993438 h 1224584"/>
                <a:gd name="connsiteX4045" fmla="*/ 1413108 w 2488513"/>
                <a:gd name="connsiteY4045" fmla="*/ 990159 h 1224584"/>
                <a:gd name="connsiteX4046" fmla="*/ 1411469 w 2488513"/>
                <a:gd name="connsiteY4046" fmla="*/ 986881 h 1224584"/>
                <a:gd name="connsiteX4047" fmla="*/ 1408190 w 2488513"/>
                <a:gd name="connsiteY4047" fmla="*/ 983602 h 1224584"/>
                <a:gd name="connsiteX4048" fmla="*/ 1404912 w 2488513"/>
                <a:gd name="connsiteY4048" fmla="*/ 980323 h 1224584"/>
                <a:gd name="connsiteX4049" fmla="*/ 1406551 w 2488513"/>
                <a:gd name="connsiteY4049" fmla="*/ 977045 h 1224584"/>
                <a:gd name="connsiteX4050" fmla="*/ 1408190 w 2488513"/>
                <a:gd name="connsiteY4050" fmla="*/ 973766 h 1224584"/>
                <a:gd name="connsiteX4051" fmla="*/ 1413108 w 2488513"/>
                <a:gd name="connsiteY4051" fmla="*/ 972127 h 1224584"/>
                <a:gd name="connsiteX4052" fmla="*/ 1414748 w 2488513"/>
                <a:gd name="connsiteY4052" fmla="*/ 967209 h 1224584"/>
                <a:gd name="connsiteX4053" fmla="*/ 1416387 w 2488513"/>
                <a:gd name="connsiteY4053" fmla="*/ 963930 h 1224584"/>
                <a:gd name="connsiteX4054" fmla="*/ 1413108 w 2488513"/>
                <a:gd name="connsiteY4054" fmla="*/ 963930 h 1224584"/>
                <a:gd name="connsiteX4055" fmla="*/ 1408190 w 2488513"/>
                <a:gd name="connsiteY4055" fmla="*/ 963930 h 1224584"/>
                <a:gd name="connsiteX4056" fmla="*/ 1404912 w 2488513"/>
                <a:gd name="connsiteY4056" fmla="*/ 963930 h 1224584"/>
                <a:gd name="connsiteX4057" fmla="*/ 1401633 w 2488513"/>
                <a:gd name="connsiteY4057" fmla="*/ 963930 h 1224584"/>
                <a:gd name="connsiteX4058" fmla="*/ 1398354 w 2488513"/>
                <a:gd name="connsiteY4058" fmla="*/ 965569 h 1224584"/>
                <a:gd name="connsiteX4059" fmla="*/ 1393436 w 2488513"/>
                <a:gd name="connsiteY4059" fmla="*/ 965569 h 1224584"/>
                <a:gd name="connsiteX4060" fmla="*/ 1390158 w 2488513"/>
                <a:gd name="connsiteY4060" fmla="*/ 965569 h 1224584"/>
                <a:gd name="connsiteX4061" fmla="*/ 1385240 w 2488513"/>
                <a:gd name="connsiteY4061" fmla="*/ 963930 h 1224584"/>
                <a:gd name="connsiteX4062" fmla="*/ 1381961 w 2488513"/>
                <a:gd name="connsiteY4062" fmla="*/ 960651 h 1224584"/>
                <a:gd name="connsiteX4063" fmla="*/ 1380322 w 2488513"/>
                <a:gd name="connsiteY4063" fmla="*/ 957373 h 1224584"/>
                <a:gd name="connsiteX4064" fmla="*/ 1380322 w 2488513"/>
                <a:gd name="connsiteY4064" fmla="*/ 952455 h 1224584"/>
                <a:gd name="connsiteX4065" fmla="*/ 1380322 w 2488513"/>
                <a:gd name="connsiteY4065" fmla="*/ 949176 h 1224584"/>
                <a:gd name="connsiteX4066" fmla="*/ 1381961 w 2488513"/>
                <a:gd name="connsiteY4066" fmla="*/ 945897 h 1224584"/>
                <a:gd name="connsiteX4067" fmla="*/ 1381961 w 2488513"/>
                <a:gd name="connsiteY4067" fmla="*/ 942618 h 1224584"/>
                <a:gd name="connsiteX4068" fmla="*/ 1381961 w 2488513"/>
                <a:gd name="connsiteY4068" fmla="*/ 937701 h 1224584"/>
                <a:gd name="connsiteX4069" fmla="*/ 1381961 w 2488513"/>
                <a:gd name="connsiteY4069" fmla="*/ 934422 h 1224584"/>
                <a:gd name="connsiteX4070" fmla="*/ 1381961 w 2488513"/>
                <a:gd name="connsiteY4070" fmla="*/ 931143 h 1224584"/>
                <a:gd name="connsiteX4071" fmla="*/ 1378682 w 2488513"/>
                <a:gd name="connsiteY4071" fmla="*/ 929504 h 1224584"/>
                <a:gd name="connsiteX4072" fmla="*/ 1375404 w 2488513"/>
                <a:gd name="connsiteY4072" fmla="*/ 931143 h 1224584"/>
                <a:gd name="connsiteX4073" fmla="*/ 1370486 w 2488513"/>
                <a:gd name="connsiteY4073" fmla="*/ 929504 h 1224584"/>
                <a:gd name="connsiteX4074" fmla="*/ 1367207 w 2488513"/>
                <a:gd name="connsiteY4074" fmla="*/ 929504 h 1224584"/>
                <a:gd name="connsiteX4075" fmla="*/ 1363928 w 2488513"/>
                <a:gd name="connsiteY4075" fmla="*/ 927865 h 1224584"/>
                <a:gd name="connsiteX4076" fmla="*/ 1359010 w 2488513"/>
                <a:gd name="connsiteY4076" fmla="*/ 929504 h 1224584"/>
                <a:gd name="connsiteX4077" fmla="*/ 1355732 w 2488513"/>
                <a:gd name="connsiteY4077" fmla="*/ 929504 h 1224584"/>
                <a:gd name="connsiteX4078" fmla="*/ 1352453 w 2488513"/>
                <a:gd name="connsiteY4078" fmla="*/ 929504 h 1224584"/>
                <a:gd name="connsiteX4079" fmla="*/ 1349174 w 2488513"/>
                <a:gd name="connsiteY4079" fmla="*/ 926225 h 1224584"/>
                <a:gd name="connsiteX4080" fmla="*/ 1344256 w 2488513"/>
                <a:gd name="connsiteY4080" fmla="*/ 926225 h 1224584"/>
                <a:gd name="connsiteX4081" fmla="*/ 1340977 w 2488513"/>
                <a:gd name="connsiteY4081" fmla="*/ 922946 h 1224584"/>
                <a:gd name="connsiteX4082" fmla="*/ 1337699 w 2488513"/>
                <a:gd name="connsiteY4082" fmla="*/ 922946 h 1224584"/>
                <a:gd name="connsiteX4083" fmla="*/ 1334420 w 2488513"/>
                <a:gd name="connsiteY4083" fmla="*/ 921307 h 1224584"/>
                <a:gd name="connsiteX4084" fmla="*/ 1329502 w 2488513"/>
                <a:gd name="connsiteY4084" fmla="*/ 919668 h 1224584"/>
                <a:gd name="connsiteX4085" fmla="*/ 1326224 w 2488513"/>
                <a:gd name="connsiteY4085" fmla="*/ 921307 h 1224584"/>
                <a:gd name="connsiteX4086" fmla="*/ 1324584 w 2488513"/>
                <a:gd name="connsiteY4086" fmla="*/ 919668 h 1224584"/>
                <a:gd name="connsiteX4087" fmla="*/ 1322945 w 2488513"/>
                <a:gd name="connsiteY4087" fmla="*/ 922946 h 1224584"/>
                <a:gd name="connsiteX4088" fmla="*/ 1324584 w 2488513"/>
                <a:gd name="connsiteY4088" fmla="*/ 927865 h 1224584"/>
                <a:gd name="connsiteX4089" fmla="*/ 1324584 w 2488513"/>
                <a:gd name="connsiteY4089" fmla="*/ 931143 h 1224584"/>
                <a:gd name="connsiteX4090" fmla="*/ 1319666 w 2488513"/>
                <a:gd name="connsiteY4090" fmla="*/ 934422 h 1224584"/>
                <a:gd name="connsiteX4091" fmla="*/ 1316387 w 2488513"/>
                <a:gd name="connsiteY4091" fmla="*/ 937701 h 1224584"/>
                <a:gd name="connsiteX4092" fmla="*/ 1313109 w 2488513"/>
                <a:gd name="connsiteY4092" fmla="*/ 937701 h 1224584"/>
                <a:gd name="connsiteX4093" fmla="*/ 1308191 w 2488513"/>
                <a:gd name="connsiteY4093" fmla="*/ 937701 h 1224584"/>
                <a:gd name="connsiteX4094" fmla="*/ 1304912 w 2488513"/>
                <a:gd name="connsiteY4094" fmla="*/ 942618 h 1224584"/>
                <a:gd name="connsiteX4095" fmla="*/ 1301633 w 2488513"/>
                <a:gd name="connsiteY4095" fmla="*/ 944258 h 1224584"/>
                <a:gd name="connsiteX4096" fmla="*/ 1303273 w 2488513"/>
                <a:gd name="connsiteY4096" fmla="*/ 939340 h 1224584"/>
                <a:gd name="connsiteX4097" fmla="*/ 1308191 w 2488513"/>
                <a:gd name="connsiteY4097" fmla="*/ 937701 h 1224584"/>
                <a:gd name="connsiteX4098" fmla="*/ 1311470 w 2488513"/>
                <a:gd name="connsiteY4098" fmla="*/ 934422 h 1224584"/>
                <a:gd name="connsiteX4099" fmla="*/ 1314748 w 2488513"/>
                <a:gd name="connsiteY4099" fmla="*/ 932783 h 1224584"/>
                <a:gd name="connsiteX4100" fmla="*/ 1318027 w 2488513"/>
                <a:gd name="connsiteY4100" fmla="*/ 929504 h 1224584"/>
                <a:gd name="connsiteX4101" fmla="*/ 1314748 w 2488513"/>
                <a:gd name="connsiteY4101" fmla="*/ 926225 h 1224584"/>
                <a:gd name="connsiteX4102" fmla="*/ 1309830 w 2488513"/>
                <a:gd name="connsiteY4102" fmla="*/ 929504 h 1224584"/>
                <a:gd name="connsiteX4103" fmla="*/ 1308191 w 2488513"/>
                <a:gd name="connsiteY4103" fmla="*/ 932783 h 1224584"/>
                <a:gd name="connsiteX4104" fmla="*/ 1304912 w 2488513"/>
                <a:gd name="connsiteY4104" fmla="*/ 936061 h 1224584"/>
                <a:gd name="connsiteX4105" fmla="*/ 1301633 w 2488513"/>
                <a:gd name="connsiteY4105" fmla="*/ 939340 h 1224584"/>
                <a:gd name="connsiteX4106" fmla="*/ 1298355 w 2488513"/>
                <a:gd name="connsiteY4106" fmla="*/ 942618 h 1224584"/>
                <a:gd name="connsiteX4107" fmla="*/ 1295076 w 2488513"/>
                <a:gd name="connsiteY4107" fmla="*/ 945897 h 1224584"/>
                <a:gd name="connsiteX4108" fmla="*/ 1291797 w 2488513"/>
                <a:gd name="connsiteY4108" fmla="*/ 947537 h 1224584"/>
                <a:gd name="connsiteX4109" fmla="*/ 1286880 w 2488513"/>
                <a:gd name="connsiteY4109" fmla="*/ 949176 h 1224584"/>
                <a:gd name="connsiteX4110" fmla="*/ 1290158 w 2488513"/>
                <a:gd name="connsiteY4110" fmla="*/ 945897 h 1224584"/>
                <a:gd name="connsiteX4111" fmla="*/ 1293437 w 2488513"/>
                <a:gd name="connsiteY4111" fmla="*/ 942618 h 1224584"/>
                <a:gd name="connsiteX4112" fmla="*/ 1296715 w 2488513"/>
                <a:gd name="connsiteY4112" fmla="*/ 939340 h 1224584"/>
                <a:gd name="connsiteX4113" fmla="*/ 1293437 w 2488513"/>
                <a:gd name="connsiteY4113" fmla="*/ 939340 h 1224584"/>
                <a:gd name="connsiteX4114" fmla="*/ 1290158 w 2488513"/>
                <a:gd name="connsiteY4114" fmla="*/ 939340 h 1224584"/>
                <a:gd name="connsiteX4115" fmla="*/ 1285240 w 2488513"/>
                <a:gd name="connsiteY4115" fmla="*/ 940979 h 1224584"/>
                <a:gd name="connsiteX4116" fmla="*/ 1281961 w 2488513"/>
                <a:gd name="connsiteY4116" fmla="*/ 942618 h 1224584"/>
                <a:gd name="connsiteX4117" fmla="*/ 1278683 w 2488513"/>
                <a:gd name="connsiteY4117" fmla="*/ 945897 h 1224584"/>
                <a:gd name="connsiteX4118" fmla="*/ 1277043 w 2488513"/>
                <a:gd name="connsiteY4118" fmla="*/ 949176 h 1224584"/>
                <a:gd name="connsiteX4119" fmla="*/ 1273765 w 2488513"/>
                <a:gd name="connsiteY4119" fmla="*/ 952455 h 1224584"/>
                <a:gd name="connsiteX4120" fmla="*/ 1268847 w 2488513"/>
                <a:gd name="connsiteY4120" fmla="*/ 955733 h 1224584"/>
                <a:gd name="connsiteX4121" fmla="*/ 1265568 w 2488513"/>
                <a:gd name="connsiteY4121" fmla="*/ 959012 h 1224584"/>
                <a:gd name="connsiteX4122" fmla="*/ 1262289 w 2488513"/>
                <a:gd name="connsiteY4122" fmla="*/ 960651 h 1224584"/>
                <a:gd name="connsiteX4123" fmla="*/ 1259011 w 2488513"/>
                <a:gd name="connsiteY4123" fmla="*/ 962291 h 1224584"/>
                <a:gd name="connsiteX4124" fmla="*/ 1257371 w 2488513"/>
                <a:gd name="connsiteY4124" fmla="*/ 962291 h 1224584"/>
                <a:gd name="connsiteX4125" fmla="*/ 1255732 w 2488513"/>
                <a:gd name="connsiteY4125" fmla="*/ 962291 h 1224584"/>
                <a:gd name="connsiteX4126" fmla="*/ 1252453 w 2488513"/>
                <a:gd name="connsiteY4126" fmla="*/ 960651 h 1224584"/>
                <a:gd name="connsiteX4127" fmla="*/ 1247535 w 2488513"/>
                <a:gd name="connsiteY4127" fmla="*/ 962291 h 1224584"/>
                <a:gd name="connsiteX4128" fmla="*/ 1244257 w 2488513"/>
                <a:gd name="connsiteY4128" fmla="*/ 960651 h 1224584"/>
                <a:gd name="connsiteX4129" fmla="*/ 1244257 w 2488513"/>
                <a:gd name="connsiteY4129" fmla="*/ 957373 h 1224584"/>
                <a:gd name="connsiteX4130" fmla="*/ 1240978 w 2488513"/>
                <a:gd name="connsiteY4130" fmla="*/ 957373 h 1224584"/>
                <a:gd name="connsiteX4131" fmla="*/ 1236060 w 2488513"/>
                <a:gd name="connsiteY4131" fmla="*/ 957373 h 1224584"/>
                <a:gd name="connsiteX4132" fmla="*/ 1232781 w 2488513"/>
                <a:gd name="connsiteY4132" fmla="*/ 957373 h 1224584"/>
                <a:gd name="connsiteX4133" fmla="*/ 1229503 w 2488513"/>
                <a:gd name="connsiteY4133" fmla="*/ 957373 h 1224584"/>
                <a:gd name="connsiteX4134" fmla="*/ 1224585 w 2488513"/>
                <a:gd name="connsiteY4134" fmla="*/ 957373 h 1224584"/>
                <a:gd name="connsiteX4135" fmla="*/ 1221306 w 2488513"/>
                <a:gd name="connsiteY4135" fmla="*/ 959012 h 1224584"/>
                <a:gd name="connsiteX4136" fmla="*/ 1219667 w 2488513"/>
                <a:gd name="connsiteY4136" fmla="*/ 954094 h 1224584"/>
                <a:gd name="connsiteX4137" fmla="*/ 1219667 w 2488513"/>
                <a:gd name="connsiteY4137" fmla="*/ 954094 h 1224584"/>
                <a:gd name="connsiteX4138" fmla="*/ 1219667 w 2488513"/>
                <a:gd name="connsiteY4138" fmla="*/ 954094 h 1224584"/>
                <a:gd name="connsiteX4139" fmla="*/ 1221306 w 2488513"/>
                <a:gd name="connsiteY4139" fmla="*/ 952455 h 1224584"/>
                <a:gd name="connsiteX4140" fmla="*/ 1216388 w 2488513"/>
                <a:gd name="connsiteY4140" fmla="*/ 952455 h 1224584"/>
                <a:gd name="connsiteX4141" fmla="*/ 1213109 w 2488513"/>
                <a:gd name="connsiteY4141" fmla="*/ 954094 h 1224584"/>
                <a:gd name="connsiteX4142" fmla="*/ 1213109 w 2488513"/>
                <a:gd name="connsiteY4142" fmla="*/ 954094 h 1224584"/>
                <a:gd name="connsiteX4143" fmla="*/ 1208191 w 2488513"/>
                <a:gd name="connsiteY4143" fmla="*/ 955733 h 1224584"/>
                <a:gd name="connsiteX4144" fmla="*/ 1204913 w 2488513"/>
                <a:gd name="connsiteY4144" fmla="*/ 957373 h 1224584"/>
                <a:gd name="connsiteX4145" fmla="*/ 1201634 w 2488513"/>
                <a:gd name="connsiteY4145" fmla="*/ 959012 h 1224584"/>
                <a:gd name="connsiteX4146" fmla="*/ 1198355 w 2488513"/>
                <a:gd name="connsiteY4146" fmla="*/ 960651 h 1224584"/>
                <a:gd name="connsiteX4147" fmla="*/ 1195077 w 2488513"/>
                <a:gd name="connsiteY4147" fmla="*/ 960651 h 1224584"/>
                <a:gd name="connsiteX4148" fmla="*/ 1195077 w 2488513"/>
                <a:gd name="connsiteY4148" fmla="*/ 960651 h 1224584"/>
                <a:gd name="connsiteX4149" fmla="*/ 1191798 w 2488513"/>
                <a:gd name="connsiteY4149" fmla="*/ 960651 h 1224584"/>
                <a:gd name="connsiteX4150" fmla="*/ 1190159 w 2488513"/>
                <a:gd name="connsiteY4150" fmla="*/ 957373 h 1224584"/>
                <a:gd name="connsiteX4151" fmla="*/ 1188519 w 2488513"/>
                <a:gd name="connsiteY4151" fmla="*/ 957373 h 1224584"/>
                <a:gd name="connsiteX4152" fmla="*/ 1188519 w 2488513"/>
                <a:gd name="connsiteY4152" fmla="*/ 954094 h 1224584"/>
                <a:gd name="connsiteX4153" fmla="*/ 1185240 w 2488513"/>
                <a:gd name="connsiteY4153" fmla="*/ 954094 h 1224584"/>
                <a:gd name="connsiteX4154" fmla="*/ 1181962 w 2488513"/>
                <a:gd name="connsiteY4154" fmla="*/ 950815 h 1224584"/>
                <a:gd name="connsiteX4155" fmla="*/ 1178683 w 2488513"/>
                <a:gd name="connsiteY4155" fmla="*/ 947537 h 1224584"/>
                <a:gd name="connsiteX4156" fmla="*/ 1173765 w 2488513"/>
                <a:gd name="connsiteY4156" fmla="*/ 947537 h 1224584"/>
                <a:gd name="connsiteX4157" fmla="*/ 1172126 w 2488513"/>
                <a:gd name="connsiteY4157" fmla="*/ 950815 h 1224584"/>
                <a:gd name="connsiteX4158" fmla="*/ 1170487 w 2488513"/>
                <a:gd name="connsiteY4158" fmla="*/ 952455 h 1224584"/>
                <a:gd name="connsiteX4159" fmla="*/ 1167208 w 2488513"/>
                <a:gd name="connsiteY4159" fmla="*/ 949176 h 1224584"/>
                <a:gd name="connsiteX4160" fmla="*/ 1170487 w 2488513"/>
                <a:gd name="connsiteY4160" fmla="*/ 944258 h 1224584"/>
                <a:gd name="connsiteX4161" fmla="*/ 1165568 w 2488513"/>
                <a:gd name="connsiteY4161" fmla="*/ 942618 h 1224584"/>
                <a:gd name="connsiteX4162" fmla="*/ 1167208 w 2488513"/>
                <a:gd name="connsiteY4162" fmla="*/ 939340 h 1224584"/>
                <a:gd name="connsiteX4163" fmla="*/ 1162290 w 2488513"/>
                <a:gd name="connsiteY4163" fmla="*/ 939340 h 1224584"/>
                <a:gd name="connsiteX4164" fmla="*/ 1159011 w 2488513"/>
                <a:gd name="connsiteY4164" fmla="*/ 937701 h 1224584"/>
                <a:gd name="connsiteX4165" fmla="*/ 1155733 w 2488513"/>
                <a:gd name="connsiteY4165" fmla="*/ 936061 h 1224584"/>
                <a:gd name="connsiteX4166" fmla="*/ 1150815 w 2488513"/>
                <a:gd name="connsiteY4166" fmla="*/ 936061 h 1224584"/>
                <a:gd name="connsiteX4167" fmla="*/ 1147536 w 2488513"/>
                <a:gd name="connsiteY4167" fmla="*/ 934422 h 1224584"/>
                <a:gd name="connsiteX4168" fmla="*/ 1144257 w 2488513"/>
                <a:gd name="connsiteY4168" fmla="*/ 936061 h 1224584"/>
                <a:gd name="connsiteX4169" fmla="*/ 1142618 w 2488513"/>
                <a:gd name="connsiteY4169" fmla="*/ 936061 h 1224584"/>
                <a:gd name="connsiteX4170" fmla="*/ 1142618 w 2488513"/>
                <a:gd name="connsiteY4170" fmla="*/ 936061 h 1224584"/>
                <a:gd name="connsiteX4171" fmla="*/ 1142618 w 2488513"/>
                <a:gd name="connsiteY4171" fmla="*/ 936061 h 1224584"/>
                <a:gd name="connsiteX4172" fmla="*/ 1137700 w 2488513"/>
                <a:gd name="connsiteY4172" fmla="*/ 939340 h 1224584"/>
                <a:gd name="connsiteX4173" fmla="*/ 1134421 w 2488513"/>
                <a:gd name="connsiteY4173" fmla="*/ 939340 h 1224584"/>
                <a:gd name="connsiteX4174" fmla="*/ 1131143 w 2488513"/>
                <a:gd name="connsiteY4174" fmla="*/ 939340 h 1224584"/>
                <a:gd name="connsiteX4175" fmla="*/ 1126224 w 2488513"/>
                <a:gd name="connsiteY4175" fmla="*/ 939340 h 1224584"/>
                <a:gd name="connsiteX4176" fmla="*/ 1127864 w 2488513"/>
                <a:gd name="connsiteY4176" fmla="*/ 936061 h 1224584"/>
                <a:gd name="connsiteX4177" fmla="*/ 1124585 w 2488513"/>
                <a:gd name="connsiteY4177" fmla="*/ 934422 h 1224584"/>
                <a:gd name="connsiteX4178" fmla="*/ 1119667 w 2488513"/>
                <a:gd name="connsiteY4178" fmla="*/ 934422 h 1224584"/>
                <a:gd name="connsiteX4179" fmla="*/ 1116388 w 2488513"/>
                <a:gd name="connsiteY4179" fmla="*/ 934422 h 1224584"/>
                <a:gd name="connsiteX4180" fmla="*/ 1113110 w 2488513"/>
                <a:gd name="connsiteY4180" fmla="*/ 932783 h 1224584"/>
                <a:gd name="connsiteX4181" fmla="*/ 1108192 w 2488513"/>
                <a:gd name="connsiteY4181" fmla="*/ 932783 h 1224584"/>
                <a:gd name="connsiteX4182" fmla="*/ 1104913 w 2488513"/>
                <a:gd name="connsiteY4182" fmla="*/ 931143 h 1224584"/>
                <a:gd name="connsiteX4183" fmla="*/ 1103274 w 2488513"/>
                <a:gd name="connsiteY4183" fmla="*/ 929504 h 1224584"/>
                <a:gd name="connsiteX4184" fmla="*/ 1103274 w 2488513"/>
                <a:gd name="connsiteY4184" fmla="*/ 926225 h 1224584"/>
                <a:gd name="connsiteX4185" fmla="*/ 1104913 w 2488513"/>
                <a:gd name="connsiteY4185" fmla="*/ 922946 h 1224584"/>
                <a:gd name="connsiteX4186" fmla="*/ 1106552 w 2488513"/>
                <a:gd name="connsiteY4186" fmla="*/ 919668 h 1224584"/>
                <a:gd name="connsiteX4187" fmla="*/ 1106552 w 2488513"/>
                <a:gd name="connsiteY4187" fmla="*/ 914750 h 1224584"/>
                <a:gd name="connsiteX4188" fmla="*/ 1108192 w 2488513"/>
                <a:gd name="connsiteY4188" fmla="*/ 911471 h 1224584"/>
                <a:gd name="connsiteX4189" fmla="*/ 1109831 w 2488513"/>
                <a:gd name="connsiteY4189" fmla="*/ 908193 h 1224584"/>
                <a:gd name="connsiteX4190" fmla="*/ 1108192 w 2488513"/>
                <a:gd name="connsiteY4190" fmla="*/ 904914 h 1224584"/>
                <a:gd name="connsiteX4191" fmla="*/ 1104913 w 2488513"/>
                <a:gd name="connsiteY4191" fmla="*/ 904914 h 1224584"/>
                <a:gd name="connsiteX4192" fmla="*/ 1103274 w 2488513"/>
                <a:gd name="connsiteY4192" fmla="*/ 904914 h 1224584"/>
                <a:gd name="connsiteX4193" fmla="*/ 1101634 w 2488513"/>
                <a:gd name="connsiteY4193" fmla="*/ 903275 h 1224584"/>
                <a:gd name="connsiteX4194" fmla="*/ 1101634 w 2488513"/>
                <a:gd name="connsiteY4194" fmla="*/ 903275 h 1224584"/>
                <a:gd name="connsiteX4195" fmla="*/ 1098356 w 2488513"/>
                <a:gd name="connsiteY4195" fmla="*/ 908193 h 1224584"/>
                <a:gd name="connsiteX4196" fmla="*/ 1096716 w 2488513"/>
                <a:gd name="connsiteY4196" fmla="*/ 911471 h 1224584"/>
                <a:gd name="connsiteX4197" fmla="*/ 1095077 w 2488513"/>
                <a:gd name="connsiteY4197" fmla="*/ 914750 h 1224584"/>
                <a:gd name="connsiteX4198" fmla="*/ 1091798 w 2488513"/>
                <a:gd name="connsiteY4198" fmla="*/ 919668 h 1224584"/>
                <a:gd name="connsiteX4199" fmla="*/ 1088520 w 2488513"/>
                <a:gd name="connsiteY4199" fmla="*/ 919668 h 1224584"/>
                <a:gd name="connsiteX4200" fmla="*/ 1085241 w 2488513"/>
                <a:gd name="connsiteY4200" fmla="*/ 919668 h 1224584"/>
                <a:gd name="connsiteX4201" fmla="*/ 1081962 w 2488513"/>
                <a:gd name="connsiteY4201" fmla="*/ 919668 h 1224584"/>
                <a:gd name="connsiteX4202" fmla="*/ 1077044 w 2488513"/>
                <a:gd name="connsiteY4202" fmla="*/ 919668 h 1224584"/>
                <a:gd name="connsiteX4203" fmla="*/ 1072126 w 2488513"/>
                <a:gd name="connsiteY4203" fmla="*/ 919668 h 1224584"/>
                <a:gd name="connsiteX4204" fmla="*/ 1068848 w 2488513"/>
                <a:gd name="connsiteY4204" fmla="*/ 919668 h 1224584"/>
                <a:gd name="connsiteX4205" fmla="*/ 1063930 w 2488513"/>
                <a:gd name="connsiteY4205" fmla="*/ 919668 h 1224584"/>
                <a:gd name="connsiteX4206" fmla="*/ 1059012 w 2488513"/>
                <a:gd name="connsiteY4206" fmla="*/ 919668 h 1224584"/>
                <a:gd name="connsiteX4207" fmla="*/ 1054094 w 2488513"/>
                <a:gd name="connsiteY4207" fmla="*/ 919668 h 1224584"/>
                <a:gd name="connsiteX4208" fmla="*/ 1050815 w 2488513"/>
                <a:gd name="connsiteY4208" fmla="*/ 919668 h 1224584"/>
                <a:gd name="connsiteX4209" fmla="*/ 1045897 w 2488513"/>
                <a:gd name="connsiteY4209" fmla="*/ 919668 h 1224584"/>
                <a:gd name="connsiteX4210" fmla="*/ 1040979 w 2488513"/>
                <a:gd name="connsiteY4210" fmla="*/ 919668 h 1224584"/>
                <a:gd name="connsiteX4211" fmla="*/ 1036061 w 2488513"/>
                <a:gd name="connsiteY4211" fmla="*/ 919668 h 1224584"/>
                <a:gd name="connsiteX4212" fmla="*/ 1031143 w 2488513"/>
                <a:gd name="connsiteY4212" fmla="*/ 919668 h 1224584"/>
                <a:gd name="connsiteX4213" fmla="*/ 1027864 w 2488513"/>
                <a:gd name="connsiteY4213" fmla="*/ 919668 h 1224584"/>
                <a:gd name="connsiteX4214" fmla="*/ 1022946 w 2488513"/>
                <a:gd name="connsiteY4214" fmla="*/ 919668 h 1224584"/>
                <a:gd name="connsiteX4215" fmla="*/ 1022946 w 2488513"/>
                <a:gd name="connsiteY4215" fmla="*/ 919668 h 1224584"/>
                <a:gd name="connsiteX4216" fmla="*/ 1021307 w 2488513"/>
                <a:gd name="connsiteY4216" fmla="*/ 919668 h 1224584"/>
                <a:gd name="connsiteX4217" fmla="*/ 1018028 w 2488513"/>
                <a:gd name="connsiteY4217" fmla="*/ 919668 h 1224584"/>
                <a:gd name="connsiteX4218" fmla="*/ 1014749 w 2488513"/>
                <a:gd name="connsiteY4218" fmla="*/ 919668 h 1224584"/>
                <a:gd name="connsiteX4219" fmla="*/ 1009831 w 2488513"/>
                <a:gd name="connsiteY4219" fmla="*/ 919668 h 1224584"/>
                <a:gd name="connsiteX4220" fmla="*/ 1004913 w 2488513"/>
                <a:gd name="connsiteY4220" fmla="*/ 919668 h 1224584"/>
                <a:gd name="connsiteX4221" fmla="*/ 999996 w 2488513"/>
                <a:gd name="connsiteY4221" fmla="*/ 919668 h 1224584"/>
                <a:gd name="connsiteX4222" fmla="*/ 996717 w 2488513"/>
                <a:gd name="connsiteY4222" fmla="*/ 919668 h 1224584"/>
                <a:gd name="connsiteX4223" fmla="*/ 993438 w 2488513"/>
                <a:gd name="connsiteY4223" fmla="*/ 919668 h 1224584"/>
                <a:gd name="connsiteX4224" fmla="*/ 988520 w 2488513"/>
                <a:gd name="connsiteY4224" fmla="*/ 919668 h 1224584"/>
                <a:gd name="connsiteX4225" fmla="*/ 986881 w 2488513"/>
                <a:gd name="connsiteY4225" fmla="*/ 919668 h 1224584"/>
                <a:gd name="connsiteX4226" fmla="*/ 983602 w 2488513"/>
                <a:gd name="connsiteY4226" fmla="*/ 919668 h 1224584"/>
                <a:gd name="connsiteX4227" fmla="*/ 978684 w 2488513"/>
                <a:gd name="connsiteY4227" fmla="*/ 919668 h 1224584"/>
                <a:gd name="connsiteX4228" fmla="*/ 973766 w 2488513"/>
                <a:gd name="connsiteY4228" fmla="*/ 919668 h 1224584"/>
                <a:gd name="connsiteX4229" fmla="*/ 968848 w 2488513"/>
                <a:gd name="connsiteY4229" fmla="*/ 919668 h 1224584"/>
                <a:gd name="connsiteX4230" fmla="*/ 963930 w 2488513"/>
                <a:gd name="connsiteY4230" fmla="*/ 919668 h 1224584"/>
                <a:gd name="connsiteX4231" fmla="*/ 960651 w 2488513"/>
                <a:gd name="connsiteY4231" fmla="*/ 919668 h 1224584"/>
                <a:gd name="connsiteX4232" fmla="*/ 955733 w 2488513"/>
                <a:gd name="connsiteY4232" fmla="*/ 919668 h 1224584"/>
                <a:gd name="connsiteX4233" fmla="*/ 950815 w 2488513"/>
                <a:gd name="connsiteY4233" fmla="*/ 919668 h 1224584"/>
                <a:gd name="connsiteX4234" fmla="*/ 947537 w 2488513"/>
                <a:gd name="connsiteY4234" fmla="*/ 919668 h 1224584"/>
                <a:gd name="connsiteX4235" fmla="*/ 942619 w 2488513"/>
                <a:gd name="connsiteY4235" fmla="*/ 919668 h 1224584"/>
                <a:gd name="connsiteX4236" fmla="*/ 937701 w 2488513"/>
                <a:gd name="connsiteY4236" fmla="*/ 919668 h 1224584"/>
                <a:gd name="connsiteX4237" fmla="*/ 932783 w 2488513"/>
                <a:gd name="connsiteY4237" fmla="*/ 919668 h 1224584"/>
                <a:gd name="connsiteX4238" fmla="*/ 927865 w 2488513"/>
                <a:gd name="connsiteY4238" fmla="*/ 919668 h 1224584"/>
                <a:gd name="connsiteX4239" fmla="*/ 927865 w 2488513"/>
                <a:gd name="connsiteY4239" fmla="*/ 919668 h 1224584"/>
                <a:gd name="connsiteX4240" fmla="*/ 922947 w 2488513"/>
                <a:gd name="connsiteY4240" fmla="*/ 919668 h 1224584"/>
                <a:gd name="connsiteX4241" fmla="*/ 918029 w 2488513"/>
                <a:gd name="connsiteY4241" fmla="*/ 919668 h 1224584"/>
                <a:gd name="connsiteX4242" fmla="*/ 914750 w 2488513"/>
                <a:gd name="connsiteY4242" fmla="*/ 919668 h 1224584"/>
                <a:gd name="connsiteX4243" fmla="*/ 909832 w 2488513"/>
                <a:gd name="connsiteY4243" fmla="*/ 919668 h 1224584"/>
                <a:gd name="connsiteX4244" fmla="*/ 904914 w 2488513"/>
                <a:gd name="connsiteY4244" fmla="*/ 919668 h 1224584"/>
                <a:gd name="connsiteX4245" fmla="*/ 899996 w 2488513"/>
                <a:gd name="connsiteY4245" fmla="*/ 919668 h 1224584"/>
                <a:gd name="connsiteX4246" fmla="*/ 896717 w 2488513"/>
                <a:gd name="connsiteY4246" fmla="*/ 919668 h 1224584"/>
                <a:gd name="connsiteX4247" fmla="*/ 896717 w 2488513"/>
                <a:gd name="connsiteY4247" fmla="*/ 919668 h 1224584"/>
                <a:gd name="connsiteX4248" fmla="*/ 891799 w 2488513"/>
                <a:gd name="connsiteY4248" fmla="*/ 919668 h 1224584"/>
                <a:gd name="connsiteX4249" fmla="*/ 886881 w 2488513"/>
                <a:gd name="connsiteY4249" fmla="*/ 919668 h 1224584"/>
                <a:gd name="connsiteX4250" fmla="*/ 881963 w 2488513"/>
                <a:gd name="connsiteY4250" fmla="*/ 919668 h 1224584"/>
                <a:gd name="connsiteX4251" fmla="*/ 880324 w 2488513"/>
                <a:gd name="connsiteY4251" fmla="*/ 919668 h 1224584"/>
                <a:gd name="connsiteX4252" fmla="*/ 875406 w 2488513"/>
                <a:gd name="connsiteY4252" fmla="*/ 919668 h 1224584"/>
                <a:gd name="connsiteX4253" fmla="*/ 870488 w 2488513"/>
                <a:gd name="connsiteY4253" fmla="*/ 919668 h 1224584"/>
                <a:gd name="connsiteX4254" fmla="*/ 867209 w 2488513"/>
                <a:gd name="connsiteY4254" fmla="*/ 919668 h 1224584"/>
                <a:gd name="connsiteX4255" fmla="*/ 862291 w 2488513"/>
                <a:gd name="connsiteY4255" fmla="*/ 919668 h 1224584"/>
                <a:gd name="connsiteX4256" fmla="*/ 860652 w 2488513"/>
                <a:gd name="connsiteY4256" fmla="*/ 919668 h 1224584"/>
                <a:gd name="connsiteX4257" fmla="*/ 857373 w 2488513"/>
                <a:gd name="connsiteY4257" fmla="*/ 919668 h 1224584"/>
                <a:gd name="connsiteX4258" fmla="*/ 852455 w 2488513"/>
                <a:gd name="connsiteY4258" fmla="*/ 919668 h 1224584"/>
                <a:gd name="connsiteX4259" fmla="*/ 850816 w 2488513"/>
                <a:gd name="connsiteY4259" fmla="*/ 919668 h 1224584"/>
                <a:gd name="connsiteX4260" fmla="*/ 845898 w 2488513"/>
                <a:gd name="connsiteY4260" fmla="*/ 919668 h 1224584"/>
                <a:gd name="connsiteX4261" fmla="*/ 842619 w 2488513"/>
                <a:gd name="connsiteY4261" fmla="*/ 919668 h 1224584"/>
                <a:gd name="connsiteX4262" fmla="*/ 837701 w 2488513"/>
                <a:gd name="connsiteY4262" fmla="*/ 919668 h 1224584"/>
                <a:gd name="connsiteX4263" fmla="*/ 832783 w 2488513"/>
                <a:gd name="connsiteY4263" fmla="*/ 919668 h 1224584"/>
                <a:gd name="connsiteX4264" fmla="*/ 829504 w 2488513"/>
                <a:gd name="connsiteY4264" fmla="*/ 919668 h 1224584"/>
                <a:gd name="connsiteX4265" fmla="*/ 824586 w 2488513"/>
                <a:gd name="connsiteY4265" fmla="*/ 919668 h 1224584"/>
                <a:gd name="connsiteX4266" fmla="*/ 819669 w 2488513"/>
                <a:gd name="connsiteY4266" fmla="*/ 919668 h 1224584"/>
                <a:gd name="connsiteX4267" fmla="*/ 814750 w 2488513"/>
                <a:gd name="connsiteY4267" fmla="*/ 919668 h 1224584"/>
                <a:gd name="connsiteX4268" fmla="*/ 811472 w 2488513"/>
                <a:gd name="connsiteY4268" fmla="*/ 919668 h 1224584"/>
                <a:gd name="connsiteX4269" fmla="*/ 806554 w 2488513"/>
                <a:gd name="connsiteY4269" fmla="*/ 919668 h 1224584"/>
                <a:gd name="connsiteX4270" fmla="*/ 801636 w 2488513"/>
                <a:gd name="connsiteY4270" fmla="*/ 919668 h 1224584"/>
                <a:gd name="connsiteX4271" fmla="*/ 796718 w 2488513"/>
                <a:gd name="connsiteY4271" fmla="*/ 919668 h 1224584"/>
                <a:gd name="connsiteX4272" fmla="*/ 793439 w 2488513"/>
                <a:gd name="connsiteY4272" fmla="*/ 919668 h 1224584"/>
                <a:gd name="connsiteX4273" fmla="*/ 791800 w 2488513"/>
                <a:gd name="connsiteY4273" fmla="*/ 919668 h 1224584"/>
                <a:gd name="connsiteX4274" fmla="*/ 786882 w 2488513"/>
                <a:gd name="connsiteY4274" fmla="*/ 919668 h 1224584"/>
                <a:gd name="connsiteX4275" fmla="*/ 781964 w 2488513"/>
                <a:gd name="connsiteY4275" fmla="*/ 919668 h 1224584"/>
                <a:gd name="connsiteX4276" fmla="*/ 778685 w 2488513"/>
                <a:gd name="connsiteY4276" fmla="*/ 919668 h 1224584"/>
                <a:gd name="connsiteX4277" fmla="*/ 773767 w 2488513"/>
                <a:gd name="connsiteY4277" fmla="*/ 919668 h 1224584"/>
                <a:gd name="connsiteX4278" fmla="*/ 768849 w 2488513"/>
                <a:gd name="connsiteY4278" fmla="*/ 919668 h 1224584"/>
                <a:gd name="connsiteX4279" fmla="*/ 763931 w 2488513"/>
                <a:gd name="connsiteY4279" fmla="*/ 919668 h 1224584"/>
                <a:gd name="connsiteX4280" fmla="*/ 760652 w 2488513"/>
                <a:gd name="connsiteY4280" fmla="*/ 919668 h 1224584"/>
                <a:gd name="connsiteX4281" fmla="*/ 755734 w 2488513"/>
                <a:gd name="connsiteY4281" fmla="*/ 919668 h 1224584"/>
                <a:gd name="connsiteX4282" fmla="*/ 752456 w 2488513"/>
                <a:gd name="connsiteY4282" fmla="*/ 919668 h 1224584"/>
                <a:gd name="connsiteX4283" fmla="*/ 747538 w 2488513"/>
                <a:gd name="connsiteY4283" fmla="*/ 919668 h 1224584"/>
                <a:gd name="connsiteX4284" fmla="*/ 742619 w 2488513"/>
                <a:gd name="connsiteY4284" fmla="*/ 919668 h 1224584"/>
                <a:gd name="connsiteX4285" fmla="*/ 739341 w 2488513"/>
                <a:gd name="connsiteY4285" fmla="*/ 919668 h 1224584"/>
                <a:gd name="connsiteX4286" fmla="*/ 734423 w 2488513"/>
                <a:gd name="connsiteY4286" fmla="*/ 919668 h 1224584"/>
                <a:gd name="connsiteX4287" fmla="*/ 729505 w 2488513"/>
                <a:gd name="connsiteY4287" fmla="*/ 919668 h 1224584"/>
                <a:gd name="connsiteX4288" fmla="*/ 726226 w 2488513"/>
                <a:gd name="connsiteY4288" fmla="*/ 919668 h 1224584"/>
                <a:gd name="connsiteX4289" fmla="*/ 721308 w 2488513"/>
                <a:gd name="connsiteY4289" fmla="*/ 919668 h 1224584"/>
                <a:gd name="connsiteX4290" fmla="*/ 716390 w 2488513"/>
                <a:gd name="connsiteY4290" fmla="*/ 919668 h 1224584"/>
                <a:gd name="connsiteX4291" fmla="*/ 711472 w 2488513"/>
                <a:gd name="connsiteY4291" fmla="*/ 919668 h 1224584"/>
                <a:gd name="connsiteX4292" fmla="*/ 706554 w 2488513"/>
                <a:gd name="connsiteY4292" fmla="*/ 919668 h 1224584"/>
                <a:gd name="connsiteX4293" fmla="*/ 703276 w 2488513"/>
                <a:gd name="connsiteY4293" fmla="*/ 919668 h 1224584"/>
                <a:gd name="connsiteX4294" fmla="*/ 699997 w 2488513"/>
                <a:gd name="connsiteY4294" fmla="*/ 919668 h 1224584"/>
                <a:gd name="connsiteX4295" fmla="*/ 696718 w 2488513"/>
                <a:gd name="connsiteY4295" fmla="*/ 919668 h 1224584"/>
                <a:gd name="connsiteX4296" fmla="*/ 691800 w 2488513"/>
                <a:gd name="connsiteY4296" fmla="*/ 919668 h 1224584"/>
                <a:gd name="connsiteX4297" fmla="*/ 686882 w 2488513"/>
                <a:gd name="connsiteY4297" fmla="*/ 919668 h 1224584"/>
                <a:gd name="connsiteX4298" fmla="*/ 683604 w 2488513"/>
                <a:gd name="connsiteY4298" fmla="*/ 919668 h 1224584"/>
                <a:gd name="connsiteX4299" fmla="*/ 681964 w 2488513"/>
                <a:gd name="connsiteY4299" fmla="*/ 919668 h 1224584"/>
                <a:gd name="connsiteX4300" fmla="*/ 677046 w 2488513"/>
                <a:gd name="connsiteY4300" fmla="*/ 919668 h 1224584"/>
                <a:gd name="connsiteX4301" fmla="*/ 672128 w 2488513"/>
                <a:gd name="connsiteY4301" fmla="*/ 919668 h 1224584"/>
                <a:gd name="connsiteX4302" fmla="*/ 667210 w 2488513"/>
                <a:gd name="connsiteY4302" fmla="*/ 919668 h 1224584"/>
                <a:gd name="connsiteX4303" fmla="*/ 663932 w 2488513"/>
                <a:gd name="connsiteY4303" fmla="*/ 919668 h 1224584"/>
                <a:gd name="connsiteX4304" fmla="*/ 659013 w 2488513"/>
                <a:gd name="connsiteY4304" fmla="*/ 919668 h 1224584"/>
                <a:gd name="connsiteX4305" fmla="*/ 654095 w 2488513"/>
                <a:gd name="connsiteY4305" fmla="*/ 919668 h 1224584"/>
                <a:gd name="connsiteX4306" fmla="*/ 649177 w 2488513"/>
                <a:gd name="connsiteY4306" fmla="*/ 919668 h 1224584"/>
                <a:gd name="connsiteX4307" fmla="*/ 645899 w 2488513"/>
                <a:gd name="connsiteY4307" fmla="*/ 919668 h 1224584"/>
                <a:gd name="connsiteX4308" fmla="*/ 640981 w 2488513"/>
                <a:gd name="connsiteY4308" fmla="*/ 919668 h 1224584"/>
                <a:gd name="connsiteX4309" fmla="*/ 636063 w 2488513"/>
                <a:gd name="connsiteY4309" fmla="*/ 919668 h 1224584"/>
                <a:gd name="connsiteX4310" fmla="*/ 632784 w 2488513"/>
                <a:gd name="connsiteY4310" fmla="*/ 919668 h 1224584"/>
                <a:gd name="connsiteX4311" fmla="*/ 627866 w 2488513"/>
                <a:gd name="connsiteY4311" fmla="*/ 919668 h 1224584"/>
                <a:gd name="connsiteX4312" fmla="*/ 622948 w 2488513"/>
                <a:gd name="connsiteY4312" fmla="*/ 919668 h 1224584"/>
                <a:gd name="connsiteX4313" fmla="*/ 618030 w 2488513"/>
                <a:gd name="connsiteY4313" fmla="*/ 919668 h 1224584"/>
                <a:gd name="connsiteX4314" fmla="*/ 613112 w 2488513"/>
                <a:gd name="connsiteY4314" fmla="*/ 919668 h 1224584"/>
                <a:gd name="connsiteX4315" fmla="*/ 609833 w 2488513"/>
                <a:gd name="connsiteY4315" fmla="*/ 919668 h 1224584"/>
                <a:gd name="connsiteX4316" fmla="*/ 604915 w 2488513"/>
                <a:gd name="connsiteY4316" fmla="*/ 919668 h 1224584"/>
                <a:gd name="connsiteX4317" fmla="*/ 599997 w 2488513"/>
                <a:gd name="connsiteY4317" fmla="*/ 919668 h 1224584"/>
                <a:gd name="connsiteX4318" fmla="*/ 596719 w 2488513"/>
                <a:gd name="connsiteY4318" fmla="*/ 919668 h 1224584"/>
                <a:gd name="connsiteX4319" fmla="*/ 591801 w 2488513"/>
                <a:gd name="connsiteY4319" fmla="*/ 919668 h 1224584"/>
                <a:gd name="connsiteX4320" fmla="*/ 590161 w 2488513"/>
                <a:gd name="connsiteY4320" fmla="*/ 919668 h 1224584"/>
                <a:gd name="connsiteX4321" fmla="*/ 585243 w 2488513"/>
                <a:gd name="connsiteY4321" fmla="*/ 919668 h 1224584"/>
                <a:gd name="connsiteX4322" fmla="*/ 581965 w 2488513"/>
                <a:gd name="connsiteY4322" fmla="*/ 919668 h 1224584"/>
                <a:gd name="connsiteX4323" fmla="*/ 577047 w 2488513"/>
                <a:gd name="connsiteY4323" fmla="*/ 919668 h 1224584"/>
                <a:gd name="connsiteX4324" fmla="*/ 573768 w 2488513"/>
                <a:gd name="connsiteY4324" fmla="*/ 919668 h 1224584"/>
                <a:gd name="connsiteX4325" fmla="*/ 572129 w 2488513"/>
                <a:gd name="connsiteY4325" fmla="*/ 919668 h 1224584"/>
                <a:gd name="connsiteX4326" fmla="*/ 570489 w 2488513"/>
                <a:gd name="connsiteY4326" fmla="*/ 919668 h 1224584"/>
                <a:gd name="connsiteX4327" fmla="*/ 565571 w 2488513"/>
                <a:gd name="connsiteY4327" fmla="*/ 919668 h 1224584"/>
                <a:gd name="connsiteX4328" fmla="*/ 560653 w 2488513"/>
                <a:gd name="connsiteY4328" fmla="*/ 919668 h 1224584"/>
                <a:gd name="connsiteX4329" fmla="*/ 557375 w 2488513"/>
                <a:gd name="connsiteY4329" fmla="*/ 919668 h 1224584"/>
                <a:gd name="connsiteX4330" fmla="*/ 552457 w 2488513"/>
                <a:gd name="connsiteY4330" fmla="*/ 919668 h 1224584"/>
                <a:gd name="connsiteX4331" fmla="*/ 547539 w 2488513"/>
                <a:gd name="connsiteY4331" fmla="*/ 919668 h 1224584"/>
                <a:gd name="connsiteX4332" fmla="*/ 542620 w 2488513"/>
                <a:gd name="connsiteY4332" fmla="*/ 919668 h 1224584"/>
                <a:gd name="connsiteX4333" fmla="*/ 539342 w 2488513"/>
                <a:gd name="connsiteY4333" fmla="*/ 919668 h 1224584"/>
                <a:gd name="connsiteX4334" fmla="*/ 534424 w 2488513"/>
                <a:gd name="connsiteY4334" fmla="*/ 919668 h 1224584"/>
                <a:gd name="connsiteX4335" fmla="*/ 529506 w 2488513"/>
                <a:gd name="connsiteY4335" fmla="*/ 919668 h 1224584"/>
                <a:gd name="connsiteX4336" fmla="*/ 526227 w 2488513"/>
                <a:gd name="connsiteY4336" fmla="*/ 919668 h 1224584"/>
                <a:gd name="connsiteX4337" fmla="*/ 522948 w 2488513"/>
                <a:gd name="connsiteY4337" fmla="*/ 919668 h 1224584"/>
                <a:gd name="connsiteX4338" fmla="*/ 518030 w 2488513"/>
                <a:gd name="connsiteY4338" fmla="*/ 919668 h 1224584"/>
                <a:gd name="connsiteX4339" fmla="*/ 513112 w 2488513"/>
                <a:gd name="connsiteY4339" fmla="*/ 919668 h 1224584"/>
                <a:gd name="connsiteX4340" fmla="*/ 509834 w 2488513"/>
                <a:gd name="connsiteY4340" fmla="*/ 919668 h 1224584"/>
                <a:gd name="connsiteX4341" fmla="*/ 504916 w 2488513"/>
                <a:gd name="connsiteY4341" fmla="*/ 919668 h 1224584"/>
                <a:gd name="connsiteX4342" fmla="*/ 503276 w 2488513"/>
                <a:gd name="connsiteY4342" fmla="*/ 919668 h 1224584"/>
                <a:gd name="connsiteX4343" fmla="*/ 499998 w 2488513"/>
                <a:gd name="connsiteY4343" fmla="*/ 919668 h 1224584"/>
                <a:gd name="connsiteX4344" fmla="*/ 495080 w 2488513"/>
                <a:gd name="connsiteY4344" fmla="*/ 919668 h 1224584"/>
                <a:gd name="connsiteX4345" fmla="*/ 490162 w 2488513"/>
                <a:gd name="connsiteY4345" fmla="*/ 919668 h 1224584"/>
                <a:gd name="connsiteX4346" fmla="*/ 485244 w 2488513"/>
                <a:gd name="connsiteY4346" fmla="*/ 919668 h 1224584"/>
                <a:gd name="connsiteX4347" fmla="*/ 481965 w 2488513"/>
                <a:gd name="connsiteY4347" fmla="*/ 919668 h 1224584"/>
                <a:gd name="connsiteX4348" fmla="*/ 477047 w 2488513"/>
                <a:gd name="connsiteY4348" fmla="*/ 919668 h 1224584"/>
                <a:gd name="connsiteX4349" fmla="*/ 472129 w 2488513"/>
                <a:gd name="connsiteY4349" fmla="*/ 919668 h 1224584"/>
                <a:gd name="connsiteX4350" fmla="*/ 468850 w 2488513"/>
                <a:gd name="connsiteY4350" fmla="*/ 919668 h 1224584"/>
                <a:gd name="connsiteX4351" fmla="*/ 463932 w 2488513"/>
                <a:gd name="connsiteY4351" fmla="*/ 919668 h 1224584"/>
                <a:gd name="connsiteX4352" fmla="*/ 459014 w 2488513"/>
                <a:gd name="connsiteY4352" fmla="*/ 919668 h 1224584"/>
                <a:gd name="connsiteX4353" fmla="*/ 454096 w 2488513"/>
                <a:gd name="connsiteY4353" fmla="*/ 919668 h 1224584"/>
                <a:gd name="connsiteX4354" fmla="*/ 450818 w 2488513"/>
                <a:gd name="connsiteY4354" fmla="*/ 919668 h 1224584"/>
                <a:gd name="connsiteX4355" fmla="*/ 445900 w 2488513"/>
                <a:gd name="connsiteY4355" fmla="*/ 919668 h 1224584"/>
                <a:gd name="connsiteX4356" fmla="*/ 442621 w 2488513"/>
                <a:gd name="connsiteY4356" fmla="*/ 919668 h 1224584"/>
                <a:gd name="connsiteX4357" fmla="*/ 440982 w 2488513"/>
                <a:gd name="connsiteY4357" fmla="*/ 919668 h 1224584"/>
                <a:gd name="connsiteX4358" fmla="*/ 436064 w 2488513"/>
                <a:gd name="connsiteY4358" fmla="*/ 919668 h 1224584"/>
                <a:gd name="connsiteX4359" fmla="*/ 432785 w 2488513"/>
                <a:gd name="connsiteY4359" fmla="*/ 919668 h 1224584"/>
                <a:gd name="connsiteX4360" fmla="*/ 427867 w 2488513"/>
                <a:gd name="connsiteY4360" fmla="*/ 919668 h 1224584"/>
                <a:gd name="connsiteX4361" fmla="*/ 422949 w 2488513"/>
                <a:gd name="connsiteY4361" fmla="*/ 919668 h 1224584"/>
                <a:gd name="connsiteX4362" fmla="*/ 421310 w 2488513"/>
                <a:gd name="connsiteY4362" fmla="*/ 919668 h 1224584"/>
                <a:gd name="connsiteX4363" fmla="*/ 416392 w 2488513"/>
                <a:gd name="connsiteY4363" fmla="*/ 919668 h 1224584"/>
                <a:gd name="connsiteX4364" fmla="*/ 413113 w 2488513"/>
                <a:gd name="connsiteY4364" fmla="*/ 919668 h 1224584"/>
                <a:gd name="connsiteX4365" fmla="*/ 409834 w 2488513"/>
                <a:gd name="connsiteY4365" fmla="*/ 919668 h 1224584"/>
                <a:gd name="connsiteX4366" fmla="*/ 404916 w 2488513"/>
                <a:gd name="connsiteY4366" fmla="*/ 919668 h 1224584"/>
                <a:gd name="connsiteX4367" fmla="*/ 399998 w 2488513"/>
                <a:gd name="connsiteY4367" fmla="*/ 919668 h 1224584"/>
                <a:gd name="connsiteX4368" fmla="*/ 396720 w 2488513"/>
                <a:gd name="connsiteY4368" fmla="*/ 919668 h 1224584"/>
                <a:gd name="connsiteX4369" fmla="*/ 391802 w 2488513"/>
                <a:gd name="connsiteY4369" fmla="*/ 919668 h 1224584"/>
                <a:gd name="connsiteX4370" fmla="*/ 388523 w 2488513"/>
                <a:gd name="connsiteY4370" fmla="*/ 919668 h 1224584"/>
                <a:gd name="connsiteX4371" fmla="*/ 386883 w 2488513"/>
                <a:gd name="connsiteY4371" fmla="*/ 919668 h 1224584"/>
                <a:gd name="connsiteX4372" fmla="*/ 381966 w 2488513"/>
                <a:gd name="connsiteY4372" fmla="*/ 919668 h 1224584"/>
                <a:gd name="connsiteX4373" fmla="*/ 381966 w 2488513"/>
                <a:gd name="connsiteY4373" fmla="*/ 919668 h 1224584"/>
                <a:gd name="connsiteX4374" fmla="*/ 377047 w 2488513"/>
                <a:gd name="connsiteY4374" fmla="*/ 919668 h 1224584"/>
                <a:gd name="connsiteX4375" fmla="*/ 372130 w 2488513"/>
                <a:gd name="connsiteY4375" fmla="*/ 919668 h 1224584"/>
                <a:gd name="connsiteX4376" fmla="*/ 367211 w 2488513"/>
                <a:gd name="connsiteY4376" fmla="*/ 919668 h 1224584"/>
                <a:gd name="connsiteX4377" fmla="*/ 363933 w 2488513"/>
                <a:gd name="connsiteY4377" fmla="*/ 919668 h 1224584"/>
                <a:gd name="connsiteX4378" fmla="*/ 359015 w 2488513"/>
                <a:gd name="connsiteY4378" fmla="*/ 919668 h 1224584"/>
                <a:gd name="connsiteX4379" fmla="*/ 354097 w 2488513"/>
                <a:gd name="connsiteY4379" fmla="*/ 919668 h 1224584"/>
                <a:gd name="connsiteX4380" fmla="*/ 352457 w 2488513"/>
                <a:gd name="connsiteY4380" fmla="*/ 919668 h 1224584"/>
                <a:gd name="connsiteX4381" fmla="*/ 349179 w 2488513"/>
                <a:gd name="connsiteY4381" fmla="*/ 919668 h 1224584"/>
                <a:gd name="connsiteX4382" fmla="*/ 344261 w 2488513"/>
                <a:gd name="connsiteY4382" fmla="*/ 919668 h 1224584"/>
                <a:gd name="connsiteX4383" fmla="*/ 342621 w 2488513"/>
                <a:gd name="connsiteY4383" fmla="*/ 919668 h 1224584"/>
                <a:gd name="connsiteX4384" fmla="*/ 339343 w 2488513"/>
                <a:gd name="connsiteY4384" fmla="*/ 919668 h 1224584"/>
                <a:gd name="connsiteX4385" fmla="*/ 334425 w 2488513"/>
                <a:gd name="connsiteY4385" fmla="*/ 919668 h 1224584"/>
                <a:gd name="connsiteX4386" fmla="*/ 331146 w 2488513"/>
                <a:gd name="connsiteY4386" fmla="*/ 919668 h 1224584"/>
                <a:gd name="connsiteX4387" fmla="*/ 327867 w 2488513"/>
                <a:gd name="connsiteY4387" fmla="*/ 919668 h 1224584"/>
                <a:gd name="connsiteX4388" fmla="*/ 322949 w 2488513"/>
                <a:gd name="connsiteY4388" fmla="*/ 919668 h 1224584"/>
                <a:gd name="connsiteX4389" fmla="*/ 318031 w 2488513"/>
                <a:gd name="connsiteY4389" fmla="*/ 919668 h 1224584"/>
                <a:gd name="connsiteX4390" fmla="*/ 313113 w 2488513"/>
                <a:gd name="connsiteY4390" fmla="*/ 919668 h 1224584"/>
                <a:gd name="connsiteX4391" fmla="*/ 313113 w 2488513"/>
                <a:gd name="connsiteY4391" fmla="*/ 919668 h 1224584"/>
                <a:gd name="connsiteX4392" fmla="*/ 308195 w 2488513"/>
                <a:gd name="connsiteY4392" fmla="*/ 919668 h 1224584"/>
                <a:gd name="connsiteX4393" fmla="*/ 303277 w 2488513"/>
                <a:gd name="connsiteY4393" fmla="*/ 919668 h 1224584"/>
                <a:gd name="connsiteX4394" fmla="*/ 299999 w 2488513"/>
                <a:gd name="connsiteY4394" fmla="*/ 919668 h 1224584"/>
                <a:gd name="connsiteX4395" fmla="*/ 295081 w 2488513"/>
                <a:gd name="connsiteY4395" fmla="*/ 919668 h 1224584"/>
                <a:gd name="connsiteX4396" fmla="*/ 290163 w 2488513"/>
                <a:gd name="connsiteY4396" fmla="*/ 919668 h 1224584"/>
                <a:gd name="connsiteX4397" fmla="*/ 285245 w 2488513"/>
                <a:gd name="connsiteY4397" fmla="*/ 919668 h 1224584"/>
                <a:gd name="connsiteX4398" fmla="*/ 281966 w 2488513"/>
                <a:gd name="connsiteY4398" fmla="*/ 919668 h 1224584"/>
                <a:gd name="connsiteX4399" fmla="*/ 277048 w 2488513"/>
                <a:gd name="connsiteY4399" fmla="*/ 919668 h 1224584"/>
                <a:gd name="connsiteX4400" fmla="*/ 272130 w 2488513"/>
                <a:gd name="connsiteY4400" fmla="*/ 919668 h 1224584"/>
                <a:gd name="connsiteX4401" fmla="*/ 267212 w 2488513"/>
                <a:gd name="connsiteY4401" fmla="*/ 919668 h 1224584"/>
                <a:gd name="connsiteX4402" fmla="*/ 263933 w 2488513"/>
                <a:gd name="connsiteY4402" fmla="*/ 919668 h 1224584"/>
                <a:gd name="connsiteX4403" fmla="*/ 263933 w 2488513"/>
                <a:gd name="connsiteY4403" fmla="*/ 919668 h 1224584"/>
                <a:gd name="connsiteX4404" fmla="*/ 259015 w 2488513"/>
                <a:gd name="connsiteY4404" fmla="*/ 919668 h 1224584"/>
                <a:gd name="connsiteX4405" fmla="*/ 254097 w 2488513"/>
                <a:gd name="connsiteY4405" fmla="*/ 919668 h 1224584"/>
                <a:gd name="connsiteX4406" fmla="*/ 252458 w 2488513"/>
                <a:gd name="connsiteY4406" fmla="*/ 919668 h 1224584"/>
                <a:gd name="connsiteX4407" fmla="*/ 249179 w 2488513"/>
                <a:gd name="connsiteY4407" fmla="*/ 919668 h 1224584"/>
                <a:gd name="connsiteX4408" fmla="*/ 244261 w 2488513"/>
                <a:gd name="connsiteY4408" fmla="*/ 919668 h 1224584"/>
                <a:gd name="connsiteX4409" fmla="*/ 239343 w 2488513"/>
                <a:gd name="connsiteY4409" fmla="*/ 919668 h 1224584"/>
                <a:gd name="connsiteX4410" fmla="*/ 236065 w 2488513"/>
                <a:gd name="connsiteY4410" fmla="*/ 919668 h 1224584"/>
                <a:gd name="connsiteX4411" fmla="*/ 231146 w 2488513"/>
                <a:gd name="connsiteY4411" fmla="*/ 919668 h 1224584"/>
                <a:gd name="connsiteX4412" fmla="*/ 227868 w 2488513"/>
                <a:gd name="connsiteY4412" fmla="*/ 919668 h 1224584"/>
                <a:gd name="connsiteX4413" fmla="*/ 222950 w 2488513"/>
                <a:gd name="connsiteY4413" fmla="*/ 919668 h 1224584"/>
                <a:gd name="connsiteX4414" fmla="*/ 218032 w 2488513"/>
                <a:gd name="connsiteY4414" fmla="*/ 919668 h 1224584"/>
                <a:gd name="connsiteX4415" fmla="*/ 218032 w 2488513"/>
                <a:gd name="connsiteY4415" fmla="*/ 919668 h 1224584"/>
                <a:gd name="connsiteX4416" fmla="*/ 214753 w 2488513"/>
                <a:gd name="connsiteY4416" fmla="*/ 919668 h 1224584"/>
                <a:gd name="connsiteX4417" fmla="*/ 209835 w 2488513"/>
                <a:gd name="connsiteY4417" fmla="*/ 919668 h 1224584"/>
                <a:gd name="connsiteX4418" fmla="*/ 204917 w 2488513"/>
                <a:gd name="connsiteY4418" fmla="*/ 919668 h 1224584"/>
                <a:gd name="connsiteX4419" fmla="*/ 199999 w 2488513"/>
                <a:gd name="connsiteY4419" fmla="*/ 919668 h 1224584"/>
                <a:gd name="connsiteX4420" fmla="*/ 195081 w 2488513"/>
                <a:gd name="connsiteY4420" fmla="*/ 919668 h 1224584"/>
                <a:gd name="connsiteX4421" fmla="*/ 191802 w 2488513"/>
                <a:gd name="connsiteY4421" fmla="*/ 919668 h 1224584"/>
                <a:gd name="connsiteX4422" fmla="*/ 186884 w 2488513"/>
                <a:gd name="connsiteY4422" fmla="*/ 919668 h 1224584"/>
                <a:gd name="connsiteX4423" fmla="*/ 181966 w 2488513"/>
                <a:gd name="connsiteY4423" fmla="*/ 919668 h 1224584"/>
                <a:gd name="connsiteX4424" fmla="*/ 178688 w 2488513"/>
                <a:gd name="connsiteY4424" fmla="*/ 919668 h 1224584"/>
                <a:gd name="connsiteX4425" fmla="*/ 175409 w 2488513"/>
                <a:gd name="connsiteY4425" fmla="*/ 919668 h 1224584"/>
                <a:gd name="connsiteX4426" fmla="*/ 170491 w 2488513"/>
                <a:gd name="connsiteY4426" fmla="*/ 919668 h 1224584"/>
                <a:gd name="connsiteX4427" fmla="*/ 167212 w 2488513"/>
                <a:gd name="connsiteY4427" fmla="*/ 919668 h 1224584"/>
                <a:gd name="connsiteX4428" fmla="*/ 162294 w 2488513"/>
                <a:gd name="connsiteY4428" fmla="*/ 919668 h 1224584"/>
                <a:gd name="connsiteX4429" fmla="*/ 160655 w 2488513"/>
                <a:gd name="connsiteY4429" fmla="*/ 919668 h 1224584"/>
                <a:gd name="connsiteX4430" fmla="*/ 159016 w 2488513"/>
                <a:gd name="connsiteY4430" fmla="*/ 916389 h 1224584"/>
                <a:gd name="connsiteX4431" fmla="*/ 155737 w 2488513"/>
                <a:gd name="connsiteY4431" fmla="*/ 916389 h 1224584"/>
                <a:gd name="connsiteX4432" fmla="*/ 152458 w 2488513"/>
                <a:gd name="connsiteY4432" fmla="*/ 919668 h 1224584"/>
                <a:gd name="connsiteX4433" fmla="*/ 152458 w 2488513"/>
                <a:gd name="connsiteY4433" fmla="*/ 919668 h 1224584"/>
                <a:gd name="connsiteX4434" fmla="*/ 149180 w 2488513"/>
                <a:gd name="connsiteY4434" fmla="*/ 919668 h 1224584"/>
                <a:gd name="connsiteX4435" fmla="*/ 152458 w 2488513"/>
                <a:gd name="connsiteY4435" fmla="*/ 916389 h 1224584"/>
                <a:gd name="connsiteX4436" fmla="*/ 155737 w 2488513"/>
                <a:gd name="connsiteY4436" fmla="*/ 913111 h 1224584"/>
                <a:gd name="connsiteX4437" fmla="*/ 155737 w 2488513"/>
                <a:gd name="connsiteY4437" fmla="*/ 913111 h 1224584"/>
                <a:gd name="connsiteX4438" fmla="*/ 152458 w 2488513"/>
                <a:gd name="connsiteY4438" fmla="*/ 914750 h 1224584"/>
                <a:gd name="connsiteX4439" fmla="*/ 152458 w 2488513"/>
                <a:gd name="connsiteY4439" fmla="*/ 911471 h 1224584"/>
                <a:gd name="connsiteX4440" fmla="*/ 154098 w 2488513"/>
                <a:gd name="connsiteY4440" fmla="*/ 911471 h 1224584"/>
                <a:gd name="connsiteX4441" fmla="*/ 157376 w 2488513"/>
                <a:gd name="connsiteY4441" fmla="*/ 906553 h 1224584"/>
                <a:gd name="connsiteX4442" fmla="*/ 160655 w 2488513"/>
                <a:gd name="connsiteY4442" fmla="*/ 906553 h 1224584"/>
                <a:gd name="connsiteX4443" fmla="*/ 162294 w 2488513"/>
                <a:gd name="connsiteY4443" fmla="*/ 906553 h 1224584"/>
                <a:gd name="connsiteX4444" fmla="*/ 165573 w 2488513"/>
                <a:gd name="connsiteY4444" fmla="*/ 906553 h 1224584"/>
                <a:gd name="connsiteX4445" fmla="*/ 168852 w 2488513"/>
                <a:gd name="connsiteY4445" fmla="*/ 903275 h 1224584"/>
                <a:gd name="connsiteX4446" fmla="*/ 165573 w 2488513"/>
                <a:gd name="connsiteY4446" fmla="*/ 904914 h 1224584"/>
                <a:gd name="connsiteX4447" fmla="*/ 162294 w 2488513"/>
                <a:gd name="connsiteY4447" fmla="*/ 906553 h 1224584"/>
                <a:gd name="connsiteX4448" fmla="*/ 159016 w 2488513"/>
                <a:gd name="connsiteY4448" fmla="*/ 906553 h 1224584"/>
                <a:gd name="connsiteX4449" fmla="*/ 157376 w 2488513"/>
                <a:gd name="connsiteY4449" fmla="*/ 904914 h 1224584"/>
                <a:gd name="connsiteX4450" fmla="*/ 157376 w 2488513"/>
                <a:gd name="connsiteY4450" fmla="*/ 901635 h 1224584"/>
                <a:gd name="connsiteX4451" fmla="*/ 159016 w 2488513"/>
                <a:gd name="connsiteY4451" fmla="*/ 898356 h 1224584"/>
                <a:gd name="connsiteX4452" fmla="*/ 163934 w 2488513"/>
                <a:gd name="connsiteY4452" fmla="*/ 893438 h 1224584"/>
                <a:gd name="connsiteX4453" fmla="*/ 167212 w 2488513"/>
                <a:gd name="connsiteY4453" fmla="*/ 890160 h 1224584"/>
                <a:gd name="connsiteX4454" fmla="*/ 163934 w 2488513"/>
                <a:gd name="connsiteY4454" fmla="*/ 893438 h 1224584"/>
                <a:gd name="connsiteX4455" fmla="*/ 159016 w 2488513"/>
                <a:gd name="connsiteY4455" fmla="*/ 895078 h 1224584"/>
                <a:gd name="connsiteX4456" fmla="*/ 155737 w 2488513"/>
                <a:gd name="connsiteY4456" fmla="*/ 896717 h 1224584"/>
                <a:gd name="connsiteX4457" fmla="*/ 152458 w 2488513"/>
                <a:gd name="connsiteY4457" fmla="*/ 896717 h 1224584"/>
                <a:gd name="connsiteX4458" fmla="*/ 149180 w 2488513"/>
                <a:gd name="connsiteY4458" fmla="*/ 901635 h 1224584"/>
                <a:gd name="connsiteX4459" fmla="*/ 145901 w 2488513"/>
                <a:gd name="connsiteY4459" fmla="*/ 903275 h 1224584"/>
                <a:gd name="connsiteX4460" fmla="*/ 142622 w 2488513"/>
                <a:gd name="connsiteY4460" fmla="*/ 901635 h 1224584"/>
                <a:gd name="connsiteX4461" fmla="*/ 139344 w 2488513"/>
                <a:gd name="connsiteY4461" fmla="*/ 898356 h 1224584"/>
                <a:gd name="connsiteX4462" fmla="*/ 136065 w 2488513"/>
                <a:gd name="connsiteY4462" fmla="*/ 895078 h 1224584"/>
                <a:gd name="connsiteX4463" fmla="*/ 136065 w 2488513"/>
                <a:gd name="connsiteY4463" fmla="*/ 891799 h 1224584"/>
                <a:gd name="connsiteX4464" fmla="*/ 140983 w 2488513"/>
                <a:gd name="connsiteY4464" fmla="*/ 888521 h 1224584"/>
                <a:gd name="connsiteX4465" fmla="*/ 144262 w 2488513"/>
                <a:gd name="connsiteY4465" fmla="*/ 890160 h 1224584"/>
                <a:gd name="connsiteX4466" fmla="*/ 142622 w 2488513"/>
                <a:gd name="connsiteY4466" fmla="*/ 893438 h 1224584"/>
                <a:gd name="connsiteX4467" fmla="*/ 142622 w 2488513"/>
                <a:gd name="connsiteY4467" fmla="*/ 898356 h 1224584"/>
                <a:gd name="connsiteX4468" fmla="*/ 145901 w 2488513"/>
                <a:gd name="connsiteY4468" fmla="*/ 893438 h 1224584"/>
                <a:gd name="connsiteX4469" fmla="*/ 149180 w 2488513"/>
                <a:gd name="connsiteY4469" fmla="*/ 891799 h 1224584"/>
                <a:gd name="connsiteX4470" fmla="*/ 152458 w 2488513"/>
                <a:gd name="connsiteY4470" fmla="*/ 891799 h 1224584"/>
                <a:gd name="connsiteX4471" fmla="*/ 155737 w 2488513"/>
                <a:gd name="connsiteY4471" fmla="*/ 890160 h 1224584"/>
                <a:gd name="connsiteX4472" fmla="*/ 152458 w 2488513"/>
                <a:gd name="connsiteY4472" fmla="*/ 890160 h 1224584"/>
                <a:gd name="connsiteX4473" fmla="*/ 149180 w 2488513"/>
                <a:gd name="connsiteY4473" fmla="*/ 891799 h 1224584"/>
                <a:gd name="connsiteX4474" fmla="*/ 145901 w 2488513"/>
                <a:gd name="connsiteY4474" fmla="*/ 888521 h 1224584"/>
                <a:gd name="connsiteX4475" fmla="*/ 149180 w 2488513"/>
                <a:gd name="connsiteY4475" fmla="*/ 883603 h 1224584"/>
                <a:gd name="connsiteX4476" fmla="*/ 150819 w 2488513"/>
                <a:gd name="connsiteY4476" fmla="*/ 880324 h 1224584"/>
                <a:gd name="connsiteX4477" fmla="*/ 152458 w 2488513"/>
                <a:gd name="connsiteY4477" fmla="*/ 877045 h 1224584"/>
                <a:gd name="connsiteX4478" fmla="*/ 152458 w 2488513"/>
                <a:gd name="connsiteY4478" fmla="*/ 877045 h 1224584"/>
                <a:gd name="connsiteX4479" fmla="*/ 155737 w 2488513"/>
                <a:gd name="connsiteY4479" fmla="*/ 875406 h 1224584"/>
                <a:gd name="connsiteX4480" fmla="*/ 159016 w 2488513"/>
                <a:gd name="connsiteY4480" fmla="*/ 873766 h 1224584"/>
                <a:gd name="connsiteX4481" fmla="*/ 160655 w 2488513"/>
                <a:gd name="connsiteY4481" fmla="*/ 870488 h 1224584"/>
                <a:gd name="connsiteX4482" fmla="*/ 157376 w 2488513"/>
                <a:gd name="connsiteY4482" fmla="*/ 867209 h 1224584"/>
                <a:gd name="connsiteX4483" fmla="*/ 159016 w 2488513"/>
                <a:gd name="connsiteY4483" fmla="*/ 872127 h 1224584"/>
                <a:gd name="connsiteX4484" fmla="*/ 155737 w 2488513"/>
                <a:gd name="connsiteY4484" fmla="*/ 875406 h 1224584"/>
                <a:gd name="connsiteX4485" fmla="*/ 150819 w 2488513"/>
                <a:gd name="connsiteY4485" fmla="*/ 875406 h 1224584"/>
                <a:gd name="connsiteX4486" fmla="*/ 149180 w 2488513"/>
                <a:gd name="connsiteY4486" fmla="*/ 877045 h 1224584"/>
                <a:gd name="connsiteX4487" fmla="*/ 147540 w 2488513"/>
                <a:gd name="connsiteY4487" fmla="*/ 880324 h 1224584"/>
                <a:gd name="connsiteX4488" fmla="*/ 147540 w 2488513"/>
                <a:gd name="connsiteY4488" fmla="*/ 883603 h 1224584"/>
                <a:gd name="connsiteX4489" fmla="*/ 145901 w 2488513"/>
                <a:gd name="connsiteY4489" fmla="*/ 880324 h 1224584"/>
                <a:gd name="connsiteX4490" fmla="*/ 142622 w 2488513"/>
                <a:gd name="connsiteY4490" fmla="*/ 883603 h 1224584"/>
                <a:gd name="connsiteX4491" fmla="*/ 139344 w 2488513"/>
                <a:gd name="connsiteY4491" fmla="*/ 885242 h 1224584"/>
                <a:gd name="connsiteX4492" fmla="*/ 134426 w 2488513"/>
                <a:gd name="connsiteY4492" fmla="*/ 886881 h 1224584"/>
                <a:gd name="connsiteX4493" fmla="*/ 131147 w 2488513"/>
                <a:gd name="connsiteY4493" fmla="*/ 886881 h 1224584"/>
                <a:gd name="connsiteX4494" fmla="*/ 127868 w 2488513"/>
                <a:gd name="connsiteY4494" fmla="*/ 885242 h 1224584"/>
                <a:gd name="connsiteX4495" fmla="*/ 127868 w 2488513"/>
                <a:gd name="connsiteY4495" fmla="*/ 881963 h 1224584"/>
                <a:gd name="connsiteX4496" fmla="*/ 124590 w 2488513"/>
                <a:gd name="connsiteY4496" fmla="*/ 878684 h 1224584"/>
                <a:gd name="connsiteX4497" fmla="*/ 124590 w 2488513"/>
                <a:gd name="connsiteY4497" fmla="*/ 877045 h 1224584"/>
                <a:gd name="connsiteX4498" fmla="*/ 126229 w 2488513"/>
                <a:gd name="connsiteY4498" fmla="*/ 877045 h 1224584"/>
                <a:gd name="connsiteX4499" fmla="*/ 127868 w 2488513"/>
                <a:gd name="connsiteY4499" fmla="*/ 877045 h 1224584"/>
                <a:gd name="connsiteX4500" fmla="*/ 129508 w 2488513"/>
                <a:gd name="connsiteY4500" fmla="*/ 872127 h 1224584"/>
                <a:gd name="connsiteX4501" fmla="*/ 132786 w 2488513"/>
                <a:gd name="connsiteY4501" fmla="*/ 870488 h 1224584"/>
                <a:gd name="connsiteX4502" fmla="*/ 137704 w 2488513"/>
                <a:gd name="connsiteY4502" fmla="*/ 867209 h 1224584"/>
                <a:gd name="connsiteX4503" fmla="*/ 136065 w 2488513"/>
                <a:gd name="connsiteY4503" fmla="*/ 862291 h 1224584"/>
                <a:gd name="connsiteX4504" fmla="*/ 139344 w 2488513"/>
                <a:gd name="connsiteY4504" fmla="*/ 860652 h 1224584"/>
                <a:gd name="connsiteX4505" fmla="*/ 144262 w 2488513"/>
                <a:gd name="connsiteY4505" fmla="*/ 859012 h 1224584"/>
                <a:gd name="connsiteX4506" fmla="*/ 147540 w 2488513"/>
                <a:gd name="connsiteY4506" fmla="*/ 859012 h 1224584"/>
                <a:gd name="connsiteX4507" fmla="*/ 152458 w 2488513"/>
                <a:gd name="connsiteY4507" fmla="*/ 857373 h 1224584"/>
                <a:gd name="connsiteX4508" fmla="*/ 147540 w 2488513"/>
                <a:gd name="connsiteY4508" fmla="*/ 857373 h 1224584"/>
                <a:gd name="connsiteX4509" fmla="*/ 144262 w 2488513"/>
                <a:gd name="connsiteY4509" fmla="*/ 859012 h 1224584"/>
                <a:gd name="connsiteX4510" fmla="*/ 140983 w 2488513"/>
                <a:gd name="connsiteY4510" fmla="*/ 859012 h 1224584"/>
                <a:gd name="connsiteX4511" fmla="*/ 136065 w 2488513"/>
                <a:gd name="connsiteY4511" fmla="*/ 862291 h 1224584"/>
                <a:gd name="connsiteX4512" fmla="*/ 132786 w 2488513"/>
                <a:gd name="connsiteY4512" fmla="*/ 863931 h 1224584"/>
                <a:gd name="connsiteX4513" fmla="*/ 129508 w 2488513"/>
                <a:gd name="connsiteY4513" fmla="*/ 862291 h 1224584"/>
                <a:gd name="connsiteX4514" fmla="*/ 131147 w 2488513"/>
                <a:gd name="connsiteY4514" fmla="*/ 859012 h 1224584"/>
                <a:gd name="connsiteX4515" fmla="*/ 127868 w 2488513"/>
                <a:gd name="connsiteY4515" fmla="*/ 862291 h 1224584"/>
                <a:gd name="connsiteX4516" fmla="*/ 127868 w 2488513"/>
                <a:gd name="connsiteY4516" fmla="*/ 859012 h 1224584"/>
                <a:gd name="connsiteX4517" fmla="*/ 132786 w 2488513"/>
                <a:gd name="connsiteY4517" fmla="*/ 855734 h 1224584"/>
                <a:gd name="connsiteX4518" fmla="*/ 136065 w 2488513"/>
                <a:gd name="connsiteY4518" fmla="*/ 854094 h 1224584"/>
                <a:gd name="connsiteX4519" fmla="*/ 139344 w 2488513"/>
                <a:gd name="connsiteY4519" fmla="*/ 852455 h 1224584"/>
                <a:gd name="connsiteX4520" fmla="*/ 142622 w 2488513"/>
                <a:gd name="connsiteY4520" fmla="*/ 847537 h 1224584"/>
                <a:gd name="connsiteX4521" fmla="*/ 145901 w 2488513"/>
                <a:gd name="connsiteY4521" fmla="*/ 844258 h 1224584"/>
                <a:gd name="connsiteX4522" fmla="*/ 149180 w 2488513"/>
                <a:gd name="connsiteY4522" fmla="*/ 840980 h 1224584"/>
                <a:gd name="connsiteX4523" fmla="*/ 152458 w 2488513"/>
                <a:gd name="connsiteY4523" fmla="*/ 837701 h 1224584"/>
                <a:gd name="connsiteX4524" fmla="*/ 152458 w 2488513"/>
                <a:gd name="connsiteY4524" fmla="*/ 837701 h 1224584"/>
                <a:gd name="connsiteX4525" fmla="*/ 147540 w 2488513"/>
                <a:gd name="connsiteY4525" fmla="*/ 839340 h 1224584"/>
                <a:gd name="connsiteX4526" fmla="*/ 144262 w 2488513"/>
                <a:gd name="connsiteY4526" fmla="*/ 840980 h 1224584"/>
                <a:gd name="connsiteX4527" fmla="*/ 142622 w 2488513"/>
                <a:gd name="connsiteY4527" fmla="*/ 845898 h 1224584"/>
                <a:gd name="connsiteX4528" fmla="*/ 139344 w 2488513"/>
                <a:gd name="connsiteY4528" fmla="*/ 849176 h 1224584"/>
                <a:gd name="connsiteX4529" fmla="*/ 136065 w 2488513"/>
                <a:gd name="connsiteY4529" fmla="*/ 850816 h 1224584"/>
                <a:gd name="connsiteX4530" fmla="*/ 132786 w 2488513"/>
                <a:gd name="connsiteY4530" fmla="*/ 854094 h 1224584"/>
                <a:gd name="connsiteX4531" fmla="*/ 129508 w 2488513"/>
                <a:gd name="connsiteY4531" fmla="*/ 855734 h 1224584"/>
                <a:gd name="connsiteX4532" fmla="*/ 124590 w 2488513"/>
                <a:gd name="connsiteY4532" fmla="*/ 859012 h 1224584"/>
                <a:gd name="connsiteX4533" fmla="*/ 121311 w 2488513"/>
                <a:gd name="connsiteY4533" fmla="*/ 857373 h 1224584"/>
                <a:gd name="connsiteX4534" fmla="*/ 118032 w 2488513"/>
                <a:gd name="connsiteY4534" fmla="*/ 857373 h 1224584"/>
                <a:gd name="connsiteX4535" fmla="*/ 114754 w 2488513"/>
                <a:gd name="connsiteY4535" fmla="*/ 857373 h 1224584"/>
                <a:gd name="connsiteX4536" fmla="*/ 116393 w 2488513"/>
                <a:gd name="connsiteY4536" fmla="*/ 854094 h 1224584"/>
                <a:gd name="connsiteX4537" fmla="*/ 119672 w 2488513"/>
                <a:gd name="connsiteY4537" fmla="*/ 849176 h 1224584"/>
                <a:gd name="connsiteX4538" fmla="*/ 122950 w 2488513"/>
                <a:gd name="connsiteY4538" fmla="*/ 847537 h 1224584"/>
                <a:gd name="connsiteX4539" fmla="*/ 119672 w 2488513"/>
                <a:gd name="connsiteY4539" fmla="*/ 847537 h 1224584"/>
                <a:gd name="connsiteX4540" fmla="*/ 116393 w 2488513"/>
                <a:gd name="connsiteY4540" fmla="*/ 852455 h 1224584"/>
                <a:gd name="connsiteX4541" fmla="*/ 111475 w 2488513"/>
                <a:gd name="connsiteY4541" fmla="*/ 854094 h 1224584"/>
                <a:gd name="connsiteX4542" fmla="*/ 108196 w 2488513"/>
                <a:gd name="connsiteY4542" fmla="*/ 857373 h 1224584"/>
                <a:gd name="connsiteX4543" fmla="*/ 106557 w 2488513"/>
                <a:gd name="connsiteY4543" fmla="*/ 854094 h 1224584"/>
                <a:gd name="connsiteX4544" fmla="*/ 103278 w 2488513"/>
                <a:gd name="connsiteY4544" fmla="*/ 855734 h 1224584"/>
                <a:gd name="connsiteX4545" fmla="*/ 100000 w 2488513"/>
                <a:gd name="connsiteY4545" fmla="*/ 857373 h 1224584"/>
                <a:gd name="connsiteX4546" fmla="*/ 95082 w 2488513"/>
                <a:gd name="connsiteY4546" fmla="*/ 855734 h 1224584"/>
                <a:gd name="connsiteX4547" fmla="*/ 91803 w 2488513"/>
                <a:gd name="connsiteY4547" fmla="*/ 855734 h 1224584"/>
                <a:gd name="connsiteX4548" fmla="*/ 95082 w 2488513"/>
                <a:gd name="connsiteY4548" fmla="*/ 852455 h 1224584"/>
                <a:gd name="connsiteX4549" fmla="*/ 100000 w 2488513"/>
                <a:gd name="connsiteY4549" fmla="*/ 850816 h 1224584"/>
                <a:gd name="connsiteX4550" fmla="*/ 103278 w 2488513"/>
                <a:gd name="connsiteY4550" fmla="*/ 850816 h 1224584"/>
                <a:gd name="connsiteX4551" fmla="*/ 100000 w 2488513"/>
                <a:gd name="connsiteY4551" fmla="*/ 850816 h 1224584"/>
                <a:gd name="connsiteX4552" fmla="*/ 95082 w 2488513"/>
                <a:gd name="connsiteY4552" fmla="*/ 850816 h 1224584"/>
                <a:gd name="connsiteX4553" fmla="*/ 95082 w 2488513"/>
                <a:gd name="connsiteY4553" fmla="*/ 849176 h 1224584"/>
                <a:gd name="connsiteX4554" fmla="*/ 98360 w 2488513"/>
                <a:gd name="connsiteY4554" fmla="*/ 849176 h 1224584"/>
                <a:gd name="connsiteX4555" fmla="*/ 101639 w 2488513"/>
                <a:gd name="connsiteY4555" fmla="*/ 849176 h 1224584"/>
                <a:gd name="connsiteX4556" fmla="*/ 106557 w 2488513"/>
                <a:gd name="connsiteY4556" fmla="*/ 849176 h 1224584"/>
                <a:gd name="connsiteX4557" fmla="*/ 109836 w 2488513"/>
                <a:gd name="connsiteY4557" fmla="*/ 847537 h 1224584"/>
                <a:gd name="connsiteX4558" fmla="*/ 113114 w 2488513"/>
                <a:gd name="connsiteY4558" fmla="*/ 847537 h 1224584"/>
                <a:gd name="connsiteX4559" fmla="*/ 118032 w 2488513"/>
                <a:gd name="connsiteY4559" fmla="*/ 845898 h 1224584"/>
                <a:gd name="connsiteX4560" fmla="*/ 121311 w 2488513"/>
                <a:gd name="connsiteY4560" fmla="*/ 844258 h 1224584"/>
                <a:gd name="connsiteX4561" fmla="*/ 122950 w 2488513"/>
                <a:gd name="connsiteY4561" fmla="*/ 840980 h 1224584"/>
                <a:gd name="connsiteX4562" fmla="*/ 127868 w 2488513"/>
                <a:gd name="connsiteY4562" fmla="*/ 839340 h 1224584"/>
                <a:gd name="connsiteX4563" fmla="*/ 131147 w 2488513"/>
                <a:gd name="connsiteY4563" fmla="*/ 836062 h 1224584"/>
                <a:gd name="connsiteX4564" fmla="*/ 131147 w 2488513"/>
                <a:gd name="connsiteY4564" fmla="*/ 831144 h 1224584"/>
                <a:gd name="connsiteX4565" fmla="*/ 127868 w 2488513"/>
                <a:gd name="connsiteY4565" fmla="*/ 836062 h 1224584"/>
                <a:gd name="connsiteX4566" fmla="*/ 124590 w 2488513"/>
                <a:gd name="connsiteY4566" fmla="*/ 839340 h 1224584"/>
                <a:gd name="connsiteX4567" fmla="*/ 121311 w 2488513"/>
                <a:gd name="connsiteY4567" fmla="*/ 840980 h 1224584"/>
                <a:gd name="connsiteX4568" fmla="*/ 116393 w 2488513"/>
                <a:gd name="connsiteY4568" fmla="*/ 844258 h 1224584"/>
                <a:gd name="connsiteX4569" fmla="*/ 113114 w 2488513"/>
                <a:gd name="connsiteY4569" fmla="*/ 845898 h 1224584"/>
                <a:gd name="connsiteX4570" fmla="*/ 109836 w 2488513"/>
                <a:gd name="connsiteY4570" fmla="*/ 847537 h 1224584"/>
                <a:gd name="connsiteX4571" fmla="*/ 104918 w 2488513"/>
                <a:gd name="connsiteY4571" fmla="*/ 847537 h 1224584"/>
                <a:gd name="connsiteX4572" fmla="*/ 101639 w 2488513"/>
                <a:gd name="connsiteY4572" fmla="*/ 847537 h 1224584"/>
                <a:gd name="connsiteX4573" fmla="*/ 98360 w 2488513"/>
                <a:gd name="connsiteY4573" fmla="*/ 847537 h 1224584"/>
                <a:gd name="connsiteX4574" fmla="*/ 101639 w 2488513"/>
                <a:gd name="connsiteY4574" fmla="*/ 845898 h 1224584"/>
                <a:gd name="connsiteX4575" fmla="*/ 104918 w 2488513"/>
                <a:gd name="connsiteY4575" fmla="*/ 844258 h 1224584"/>
                <a:gd name="connsiteX4576" fmla="*/ 104918 w 2488513"/>
                <a:gd name="connsiteY4576" fmla="*/ 840980 h 1224584"/>
                <a:gd name="connsiteX4577" fmla="*/ 101639 w 2488513"/>
                <a:gd name="connsiteY4577" fmla="*/ 840980 h 1224584"/>
                <a:gd name="connsiteX4578" fmla="*/ 96721 w 2488513"/>
                <a:gd name="connsiteY4578" fmla="*/ 840980 h 1224584"/>
                <a:gd name="connsiteX4579" fmla="*/ 93442 w 2488513"/>
                <a:gd name="connsiteY4579" fmla="*/ 840980 h 1224584"/>
                <a:gd name="connsiteX4580" fmla="*/ 95082 w 2488513"/>
                <a:gd name="connsiteY4580" fmla="*/ 837701 h 1224584"/>
                <a:gd name="connsiteX4581" fmla="*/ 98360 w 2488513"/>
                <a:gd name="connsiteY4581" fmla="*/ 837701 h 1224584"/>
                <a:gd name="connsiteX4582" fmla="*/ 103278 w 2488513"/>
                <a:gd name="connsiteY4582" fmla="*/ 837701 h 1224584"/>
                <a:gd name="connsiteX4583" fmla="*/ 106557 w 2488513"/>
                <a:gd name="connsiteY4583" fmla="*/ 837701 h 1224584"/>
                <a:gd name="connsiteX4584" fmla="*/ 103278 w 2488513"/>
                <a:gd name="connsiteY4584" fmla="*/ 837701 h 1224584"/>
                <a:gd name="connsiteX4585" fmla="*/ 98360 w 2488513"/>
                <a:gd name="connsiteY4585" fmla="*/ 836062 h 1224584"/>
                <a:gd name="connsiteX4586" fmla="*/ 100000 w 2488513"/>
                <a:gd name="connsiteY4586" fmla="*/ 832783 h 1224584"/>
                <a:gd name="connsiteX4587" fmla="*/ 96721 w 2488513"/>
                <a:gd name="connsiteY4587" fmla="*/ 836062 h 1224584"/>
                <a:gd name="connsiteX4588" fmla="*/ 91803 w 2488513"/>
                <a:gd name="connsiteY4588" fmla="*/ 837701 h 1224584"/>
                <a:gd name="connsiteX4589" fmla="*/ 88524 w 2488513"/>
                <a:gd name="connsiteY4589" fmla="*/ 839340 h 1224584"/>
                <a:gd name="connsiteX4590" fmla="*/ 85246 w 2488513"/>
                <a:gd name="connsiteY4590" fmla="*/ 836062 h 1224584"/>
                <a:gd name="connsiteX4591" fmla="*/ 81967 w 2488513"/>
                <a:gd name="connsiteY4591" fmla="*/ 837701 h 1224584"/>
                <a:gd name="connsiteX4592" fmla="*/ 77049 w 2488513"/>
                <a:gd name="connsiteY4592" fmla="*/ 837701 h 1224584"/>
                <a:gd name="connsiteX4593" fmla="*/ 73770 w 2488513"/>
                <a:gd name="connsiteY4593" fmla="*/ 837701 h 1224584"/>
                <a:gd name="connsiteX4594" fmla="*/ 78688 w 2488513"/>
                <a:gd name="connsiteY4594" fmla="*/ 839340 h 1224584"/>
                <a:gd name="connsiteX4595" fmla="*/ 73770 w 2488513"/>
                <a:gd name="connsiteY4595" fmla="*/ 840980 h 1224584"/>
                <a:gd name="connsiteX4596" fmla="*/ 70492 w 2488513"/>
                <a:gd name="connsiteY4596" fmla="*/ 837701 h 1224584"/>
                <a:gd name="connsiteX4597" fmla="*/ 67213 w 2488513"/>
                <a:gd name="connsiteY4597" fmla="*/ 837701 h 1224584"/>
                <a:gd name="connsiteX4598" fmla="*/ 65573 w 2488513"/>
                <a:gd name="connsiteY4598" fmla="*/ 834422 h 1224584"/>
                <a:gd name="connsiteX4599" fmla="*/ 68852 w 2488513"/>
                <a:gd name="connsiteY4599" fmla="*/ 829504 h 1224584"/>
                <a:gd name="connsiteX4600" fmla="*/ 72131 w 2488513"/>
                <a:gd name="connsiteY4600" fmla="*/ 832783 h 1224584"/>
                <a:gd name="connsiteX4601" fmla="*/ 77049 w 2488513"/>
                <a:gd name="connsiteY4601" fmla="*/ 832783 h 1224584"/>
                <a:gd name="connsiteX4602" fmla="*/ 80328 w 2488513"/>
                <a:gd name="connsiteY4602" fmla="*/ 832783 h 1224584"/>
                <a:gd name="connsiteX4603" fmla="*/ 83606 w 2488513"/>
                <a:gd name="connsiteY4603" fmla="*/ 831144 h 1224584"/>
                <a:gd name="connsiteX4604" fmla="*/ 88524 w 2488513"/>
                <a:gd name="connsiteY4604" fmla="*/ 831144 h 1224584"/>
                <a:gd name="connsiteX4605" fmla="*/ 91803 w 2488513"/>
                <a:gd name="connsiteY4605" fmla="*/ 831144 h 1224584"/>
                <a:gd name="connsiteX4606" fmla="*/ 95082 w 2488513"/>
                <a:gd name="connsiteY4606" fmla="*/ 829504 h 1224584"/>
                <a:gd name="connsiteX4607" fmla="*/ 98360 w 2488513"/>
                <a:gd name="connsiteY4607" fmla="*/ 827865 h 1224584"/>
                <a:gd name="connsiteX4608" fmla="*/ 95082 w 2488513"/>
                <a:gd name="connsiteY4608" fmla="*/ 829504 h 1224584"/>
                <a:gd name="connsiteX4609" fmla="*/ 91803 w 2488513"/>
                <a:gd name="connsiteY4609" fmla="*/ 829504 h 1224584"/>
                <a:gd name="connsiteX4610" fmla="*/ 86885 w 2488513"/>
                <a:gd name="connsiteY4610" fmla="*/ 831144 h 1224584"/>
                <a:gd name="connsiteX4611" fmla="*/ 83606 w 2488513"/>
                <a:gd name="connsiteY4611" fmla="*/ 831144 h 1224584"/>
                <a:gd name="connsiteX4612" fmla="*/ 80328 w 2488513"/>
                <a:gd name="connsiteY4612" fmla="*/ 831144 h 1224584"/>
                <a:gd name="connsiteX4613" fmla="*/ 75409 w 2488513"/>
                <a:gd name="connsiteY4613" fmla="*/ 831144 h 1224584"/>
                <a:gd name="connsiteX4614" fmla="*/ 72131 w 2488513"/>
                <a:gd name="connsiteY4614" fmla="*/ 831144 h 1224584"/>
                <a:gd name="connsiteX4615" fmla="*/ 68852 w 2488513"/>
                <a:gd name="connsiteY4615" fmla="*/ 829504 h 1224584"/>
                <a:gd name="connsiteX4616" fmla="*/ 65573 w 2488513"/>
                <a:gd name="connsiteY4616" fmla="*/ 829504 h 1224584"/>
                <a:gd name="connsiteX4617" fmla="*/ 62295 w 2488513"/>
                <a:gd name="connsiteY4617" fmla="*/ 826226 h 1224584"/>
                <a:gd name="connsiteX4618" fmla="*/ 65573 w 2488513"/>
                <a:gd name="connsiteY4618" fmla="*/ 822947 h 1224584"/>
                <a:gd name="connsiteX4619" fmla="*/ 70492 w 2488513"/>
                <a:gd name="connsiteY4619" fmla="*/ 822947 h 1224584"/>
                <a:gd name="connsiteX4620" fmla="*/ 73770 w 2488513"/>
                <a:gd name="connsiteY4620" fmla="*/ 821308 h 1224584"/>
                <a:gd name="connsiteX4621" fmla="*/ 77049 w 2488513"/>
                <a:gd name="connsiteY4621" fmla="*/ 821308 h 1224584"/>
                <a:gd name="connsiteX4622" fmla="*/ 81967 w 2488513"/>
                <a:gd name="connsiteY4622" fmla="*/ 822947 h 1224584"/>
                <a:gd name="connsiteX4623" fmla="*/ 85246 w 2488513"/>
                <a:gd name="connsiteY4623" fmla="*/ 821308 h 1224584"/>
                <a:gd name="connsiteX4624" fmla="*/ 88524 w 2488513"/>
                <a:gd name="connsiteY4624" fmla="*/ 819668 h 1224584"/>
                <a:gd name="connsiteX4625" fmla="*/ 85246 w 2488513"/>
                <a:gd name="connsiteY4625" fmla="*/ 821308 h 1224584"/>
                <a:gd name="connsiteX4626" fmla="*/ 81967 w 2488513"/>
                <a:gd name="connsiteY4626" fmla="*/ 821308 h 1224584"/>
                <a:gd name="connsiteX4627" fmla="*/ 77049 w 2488513"/>
                <a:gd name="connsiteY4627" fmla="*/ 821308 h 1224584"/>
                <a:gd name="connsiteX4628" fmla="*/ 73770 w 2488513"/>
                <a:gd name="connsiteY4628" fmla="*/ 819668 h 1224584"/>
                <a:gd name="connsiteX4629" fmla="*/ 70492 w 2488513"/>
                <a:gd name="connsiteY4629" fmla="*/ 819668 h 1224584"/>
                <a:gd name="connsiteX4630" fmla="*/ 73770 w 2488513"/>
                <a:gd name="connsiteY4630" fmla="*/ 818029 h 1224584"/>
                <a:gd name="connsiteX4631" fmla="*/ 77049 w 2488513"/>
                <a:gd name="connsiteY4631" fmla="*/ 814750 h 1224584"/>
                <a:gd name="connsiteX4632" fmla="*/ 80328 w 2488513"/>
                <a:gd name="connsiteY4632" fmla="*/ 813111 h 1224584"/>
                <a:gd name="connsiteX4633" fmla="*/ 85246 w 2488513"/>
                <a:gd name="connsiteY4633" fmla="*/ 809832 h 1224584"/>
                <a:gd name="connsiteX4634" fmla="*/ 88524 w 2488513"/>
                <a:gd name="connsiteY4634" fmla="*/ 808193 h 1224584"/>
                <a:gd name="connsiteX4635" fmla="*/ 91803 w 2488513"/>
                <a:gd name="connsiteY4635" fmla="*/ 806554 h 1224584"/>
                <a:gd name="connsiteX4636" fmla="*/ 95082 w 2488513"/>
                <a:gd name="connsiteY4636" fmla="*/ 806554 h 1224584"/>
                <a:gd name="connsiteX4637" fmla="*/ 100000 w 2488513"/>
                <a:gd name="connsiteY4637" fmla="*/ 806554 h 1224584"/>
                <a:gd name="connsiteX4638" fmla="*/ 103278 w 2488513"/>
                <a:gd name="connsiteY4638" fmla="*/ 806554 h 1224584"/>
                <a:gd name="connsiteX4639" fmla="*/ 106557 w 2488513"/>
                <a:gd name="connsiteY4639" fmla="*/ 806554 h 1224584"/>
                <a:gd name="connsiteX4640" fmla="*/ 111475 w 2488513"/>
                <a:gd name="connsiteY4640" fmla="*/ 806554 h 1224584"/>
                <a:gd name="connsiteX4641" fmla="*/ 114754 w 2488513"/>
                <a:gd name="connsiteY4641" fmla="*/ 806554 h 1224584"/>
                <a:gd name="connsiteX4642" fmla="*/ 118032 w 2488513"/>
                <a:gd name="connsiteY4642" fmla="*/ 804914 h 1224584"/>
                <a:gd name="connsiteX4643" fmla="*/ 119672 w 2488513"/>
                <a:gd name="connsiteY4643" fmla="*/ 801636 h 1224584"/>
                <a:gd name="connsiteX4644" fmla="*/ 118032 w 2488513"/>
                <a:gd name="connsiteY4644" fmla="*/ 804914 h 1224584"/>
                <a:gd name="connsiteX4645" fmla="*/ 113114 w 2488513"/>
                <a:gd name="connsiteY4645" fmla="*/ 804914 h 1224584"/>
                <a:gd name="connsiteX4646" fmla="*/ 109836 w 2488513"/>
                <a:gd name="connsiteY4646" fmla="*/ 804914 h 1224584"/>
                <a:gd name="connsiteX4647" fmla="*/ 106557 w 2488513"/>
                <a:gd name="connsiteY4647" fmla="*/ 804914 h 1224584"/>
                <a:gd name="connsiteX4648" fmla="*/ 101639 w 2488513"/>
                <a:gd name="connsiteY4648" fmla="*/ 804914 h 1224584"/>
                <a:gd name="connsiteX4649" fmla="*/ 98360 w 2488513"/>
                <a:gd name="connsiteY4649" fmla="*/ 804914 h 1224584"/>
                <a:gd name="connsiteX4650" fmla="*/ 95082 w 2488513"/>
                <a:gd name="connsiteY4650" fmla="*/ 804914 h 1224584"/>
                <a:gd name="connsiteX4651" fmla="*/ 91803 w 2488513"/>
                <a:gd name="connsiteY4651" fmla="*/ 804914 h 1224584"/>
                <a:gd name="connsiteX4652" fmla="*/ 93442 w 2488513"/>
                <a:gd name="connsiteY4652" fmla="*/ 801636 h 1224584"/>
                <a:gd name="connsiteX4653" fmla="*/ 96721 w 2488513"/>
                <a:gd name="connsiteY4653" fmla="*/ 799996 h 1224584"/>
                <a:gd name="connsiteX4654" fmla="*/ 93442 w 2488513"/>
                <a:gd name="connsiteY4654" fmla="*/ 801636 h 1224584"/>
                <a:gd name="connsiteX4655" fmla="*/ 90164 w 2488513"/>
                <a:gd name="connsiteY4655" fmla="*/ 804914 h 1224584"/>
                <a:gd name="connsiteX4656" fmla="*/ 86885 w 2488513"/>
                <a:gd name="connsiteY4656" fmla="*/ 804914 h 1224584"/>
                <a:gd name="connsiteX4657" fmla="*/ 85246 w 2488513"/>
                <a:gd name="connsiteY4657" fmla="*/ 808193 h 1224584"/>
                <a:gd name="connsiteX4658" fmla="*/ 81967 w 2488513"/>
                <a:gd name="connsiteY4658" fmla="*/ 811472 h 1224584"/>
                <a:gd name="connsiteX4659" fmla="*/ 78688 w 2488513"/>
                <a:gd name="connsiteY4659" fmla="*/ 813111 h 1224584"/>
                <a:gd name="connsiteX4660" fmla="*/ 73770 w 2488513"/>
                <a:gd name="connsiteY4660" fmla="*/ 814750 h 1224584"/>
                <a:gd name="connsiteX4661" fmla="*/ 73770 w 2488513"/>
                <a:gd name="connsiteY4661" fmla="*/ 811472 h 1224584"/>
                <a:gd name="connsiteX4662" fmla="*/ 75409 w 2488513"/>
                <a:gd name="connsiteY4662" fmla="*/ 806554 h 1224584"/>
                <a:gd name="connsiteX4663" fmla="*/ 75409 w 2488513"/>
                <a:gd name="connsiteY4663" fmla="*/ 806554 h 1224584"/>
                <a:gd name="connsiteX4664" fmla="*/ 78688 w 2488513"/>
                <a:gd name="connsiteY4664" fmla="*/ 803275 h 1224584"/>
                <a:gd name="connsiteX4665" fmla="*/ 80328 w 2488513"/>
                <a:gd name="connsiteY4665" fmla="*/ 799996 h 1224584"/>
                <a:gd name="connsiteX4666" fmla="*/ 85246 w 2488513"/>
                <a:gd name="connsiteY4666" fmla="*/ 795078 h 1224584"/>
                <a:gd name="connsiteX4667" fmla="*/ 88524 w 2488513"/>
                <a:gd name="connsiteY4667" fmla="*/ 795078 h 1224584"/>
                <a:gd name="connsiteX4668" fmla="*/ 91803 w 2488513"/>
                <a:gd name="connsiteY4668" fmla="*/ 793439 h 1224584"/>
                <a:gd name="connsiteX4669" fmla="*/ 95082 w 2488513"/>
                <a:gd name="connsiteY4669" fmla="*/ 790160 h 1224584"/>
                <a:gd name="connsiteX4670" fmla="*/ 100000 w 2488513"/>
                <a:gd name="connsiteY4670" fmla="*/ 786882 h 1224584"/>
                <a:gd name="connsiteX4671" fmla="*/ 103278 w 2488513"/>
                <a:gd name="connsiteY4671" fmla="*/ 785242 h 1224584"/>
                <a:gd name="connsiteX4672" fmla="*/ 100000 w 2488513"/>
                <a:gd name="connsiteY4672" fmla="*/ 788521 h 1224584"/>
                <a:gd name="connsiteX4673" fmla="*/ 103278 w 2488513"/>
                <a:gd name="connsiteY4673" fmla="*/ 788521 h 1224584"/>
                <a:gd name="connsiteX4674" fmla="*/ 106557 w 2488513"/>
                <a:gd name="connsiteY4674" fmla="*/ 785242 h 1224584"/>
                <a:gd name="connsiteX4675" fmla="*/ 111475 w 2488513"/>
                <a:gd name="connsiteY4675" fmla="*/ 783603 h 1224584"/>
                <a:gd name="connsiteX4676" fmla="*/ 114754 w 2488513"/>
                <a:gd name="connsiteY4676" fmla="*/ 781964 h 1224584"/>
                <a:gd name="connsiteX4677" fmla="*/ 118032 w 2488513"/>
                <a:gd name="connsiteY4677" fmla="*/ 780324 h 1224584"/>
                <a:gd name="connsiteX4678" fmla="*/ 121311 w 2488513"/>
                <a:gd name="connsiteY4678" fmla="*/ 778685 h 1224584"/>
                <a:gd name="connsiteX4679" fmla="*/ 126229 w 2488513"/>
                <a:gd name="connsiteY4679" fmla="*/ 778685 h 1224584"/>
                <a:gd name="connsiteX4680" fmla="*/ 126229 w 2488513"/>
                <a:gd name="connsiteY4680" fmla="*/ 781964 h 1224584"/>
                <a:gd name="connsiteX4681" fmla="*/ 126229 w 2488513"/>
                <a:gd name="connsiteY4681" fmla="*/ 786882 h 1224584"/>
                <a:gd name="connsiteX4682" fmla="*/ 127868 w 2488513"/>
                <a:gd name="connsiteY4682" fmla="*/ 790160 h 1224584"/>
                <a:gd name="connsiteX4683" fmla="*/ 127868 w 2488513"/>
                <a:gd name="connsiteY4683" fmla="*/ 786882 h 1224584"/>
                <a:gd name="connsiteX4684" fmla="*/ 126229 w 2488513"/>
                <a:gd name="connsiteY4684" fmla="*/ 781964 h 1224584"/>
                <a:gd name="connsiteX4685" fmla="*/ 129508 w 2488513"/>
                <a:gd name="connsiteY4685" fmla="*/ 778685 h 1224584"/>
                <a:gd name="connsiteX4686" fmla="*/ 132786 w 2488513"/>
                <a:gd name="connsiteY4686" fmla="*/ 777046 h 1224584"/>
                <a:gd name="connsiteX4687" fmla="*/ 136065 w 2488513"/>
                <a:gd name="connsiteY4687" fmla="*/ 775406 h 1224584"/>
                <a:gd name="connsiteX4688" fmla="*/ 134426 w 2488513"/>
                <a:gd name="connsiteY4688" fmla="*/ 775406 h 1224584"/>
                <a:gd name="connsiteX4689" fmla="*/ 129508 w 2488513"/>
                <a:gd name="connsiteY4689" fmla="*/ 777046 h 1224584"/>
                <a:gd name="connsiteX4690" fmla="*/ 126229 w 2488513"/>
                <a:gd name="connsiteY4690" fmla="*/ 777046 h 1224584"/>
                <a:gd name="connsiteX4691" fmla="*/ 124590 w 2488513"/>
                <a:gd name="connsiteY4691" fmla="*/ 773767 h 1224584"/>
                <a:gd name="connsiteX4692" fmla="*/ 126229 w 2488513"/>
                <a:gd name="connsiteY4692" fmla="*/ 770488 h 1224584"/>
                <a:gd name="connsiteX4693" fmla="*/ 131147 w 2488513"/>
                <a:gd name="connsiteY4693" fmla="*/ 767210 h 1224584"/>
                <a:gd name="connsiteX4694" fmla="*/ 134426 w 2488513"/>
                <a:gd name="connsiteY4694" fmla="*/ 767210 h 1224584"/>
                <a:gd name="connsiteX4695" fmla="*/ 137704 w 2488513"/>
                <a:gd name="connsiteY4695" fmla="*/ 765570 h 1224584"/>
                <a:gd name="connsiteX4696" fmla="*/ 140983 w 2488513"/>
                <a:gd name="connsiteY4696" fmla="*/ 762291 h 1224584"/>
                <a:gd name="connsiteX4697" fmla="*/ 144262 w 2488513"/>
                <a:gd name="connsiteY4697" fmla="*/ 759013 h 1224584"/>
                <a:gd name="connsiteX4698" fmla="*/ 144262 w 2488513"/>
                <a:gd name="connsiteY4698" fmla="*/ 755734 h 1224584"/>
                <a:gd name="connsiteX4699" fmla="*/ 142622 w 2488513"/>
                <a:gd name="connsiteY4699" fmla="*/ 759013 h 1224584"/>
                <a:gd name="connsiteX4700" fmla="*/ 139344 w 2488513"/>
                <a:gd name="connsiteY4700" fmla="*/ 762291 h 1224584"/>
                <a:gd name="connsiteX4701" fmla="*/ 136065 w 2488513"/>
                <a:gd name="connsiteY4701" fmla="*/ 763931 h 1224584"/>
                <a:gd name="connsiteX4702" fmla="*/ 132786 w 2488513"/>
                <a:gd name="connsiteY4702" fmla="*/ 765570 h 1224584"/>
                <a:gd name="connsiteX4703" fmla="*/ 127868 w 2488513"/>
                <a:gd name="connsiteY4703" fmla="*/ 767210 h 1224584"/>
                <a:gd name="connsiteX4704" fmla="*/ 124590 w 2488513"/>
                <a:gd name="connsiteY4704" fmla="*/ 770488 h 1224584"/>
                <a:gd name="connsiteX4705" fmla="*/ 121311 w 2488513"/>
                <a:gd name="connsiteY4705" fmla="*/ 773767 h 1224584"/>
                <a:gd name="connsiteX4706" fmla="*/ 118032 w 2488513"/>
                <a:gd name="connsiteY4706" fmla="*/ 773767 h 1224584"/>
                <a:gd name="connsiteX4707" fmla="*/ 113114 w 2488513"/>
                <a:gd name="connsiteY4707" fmla="*/ 775406 h 1224584"/>
                <a:gd name="connsiteX4708" fmla="*/ 109836 w 2488513"/>
                <a:gd name="connsiteY4708" fmla="*/ 777046 h 1224584"/>
                <a:gd name="connsiteX4709" fmla="*/ 104918 w 2488513"/>
                <a:gd name="connsiteY4709" fmla="*/ 778685 h 1224584"/>
                <a:gd name="connsiteX4710" fmla="*/ 101639 w 2488513"/>
                <a:gd name="connsiteY4710" fmla="*/ 780324 h 1224584"/>
                <a:gd name="connsiteX4711" fmla="*/ 98360 w 2488513"/>
                <a:gd name="connsiteY4711" fmla="*/ 780324 h 1224584"/>
                <a:gd name="connsiteX4712" fmla="*/ 95082 w 2488513"/>
                <a:gd name="connsiteY4712" fmla="*/ 783603 h 1224584"/>
                <a:gd name="connsiteX4713" fmla="*/ 95082 w 2488513"/>
                <a:gd name="connsiteY4713" fmla="*/ 778685 h 1224584"/>
                <a:gd name="connsiteX4714" fmla="*/ 100000 w 2488513"/>
                <a:gd name="connsiteY4714" fmla="*/ 777046 h 1224584"/>
                <a:gd name="connsiteX4715" fmla="*/ 101639 w 2488513"/>
                <a:gd name="connsiteY4715" fmla="*/ 773767 h 1224584"/>
                <a:gd name="connsiteX4716" fmla="*/ 104918 w 2488513"/>
                <a:gd name="connsiteY4716" fmla="*/ 770488 h 1224584"/>
                <a:gd name="connsiteX4717" fmla="*/ 101639 w 2488513"/>
                <a:gd name="connsiteY4717" fmla="*/ 772128 h 1224584"/>
                <a:gd name="connsiteX4718" fmla="*/ 98360 w 2488513"/>
                <a:gd name="connsiteY4718" fmla="*/ 777046 h 1224584"/>
                <a:gd name="connsiteX4719" fmla="*/ 95082 w 2488513"/>
                <a:gd name="connsiteY4719" fmla="*/ 777046 h 1224584"/>
                <a:gd name="connsiteX4720" fmla="*/ 95082 w 2488513"/>
                <a:gd name="connsiteY4720" fmla="*/ 773767 h 1224584"/>
                <a:gd name="connsiteX4721" fmla="*/ 100000 w 2488513"/>
                <a:gd name="connsiteY4721" fmla="*/ 770488 h 1224584"/>
                <a:gd name="connsiteX4722" fmla="*/ 103278 w 2488513"/>
                <a:gd name="connsiteY4722" fmla="*/ 770488 h 1224584"/>
                <a:gd name="connsiteX4723" fmla="*/ 106557 w 2488513"/>
                <a:gd name="connsiteY4723" fmla="*/ 767210 h 1224584"/>
                <a:gd name="connsiteX4724" fmla="*/ 103278 w 2488513"/>
                <a:gd name="connsiteY4724" fmla="*/ 768849 h 1224584"/>
                <a:gd name="connsiteX4725" fmla="*/ 100000 w 2488513"/>
                <a:gd name="connsiteY4725" fmla="*/ 770488 h 1224584"/>
                <a:gd name="connsiteX4726" fmla="*/ 95082 w 2488513"/>
                <a:gd name="connsiteY4726" fmla="*/ 772128 h 1224584"/>
                <a:gd name="connsiteX4727" fmla="*/ 91803 w 2488513"/>
                <a:gd name="connsiteY4727" fmla="*/ 773767 h 1224584"/>
                <a:gd name="connsiteX4728" fmla="*/ 88524 w 2488513"/>
                <a:gd name="connsiteY4728" fmla="*/ 777046 h 1224584"/>
                <a:gd name="connsiteX4729" fmla="*/ 85246 w 2488513"/>
                <a:gd name="connsiteY4729" fmla="*/ 778685 h 1224584"/>
                <a:gd name="connsiteX4730" fmla="*/ 80328 w 2488513"/>
                <a:gd name="connsiteY4730" fmla="*/ 780324 h 1224584"/>
                <a:gd name="connsiteX4731" fmla="*/ 85246 w 2488513"/>
                <a:gd name="connsiteY4731" fmla="*/ 777046 h 1224584"/>
                <a:gd name="connsiteX4732" fmla="*/ 88524 w 2488513"/>
                <a:gd name="connsiteY4732" fmla="*/ 775406 h 1224584"/>
                <a:gd name="connsiteX4733" fmla="*/ 91803 w 2488513"/>
                <a:gd name="connsiteY4733" fmla="*/ 772128 h 1224584"/>
                <a:gd name="connsiteX4734" fmla="*/ 95082 w 2488513"/>
                <a:gd name="connsiteY4734" fmla="*/ 768849 h 1224584"/>
                <a:gd name="connsiteX4735" fmla="*/ 98360 w 2488513"/>
                <a:gd name="connsiteY4735" fmla="*/ 765570 h 1224584"/>
                <a:gd name="connsiteX4736" fmla="*/ 101639 w 2488513"/>
                <a:gd name="connsiteY4736" fmla="*/ 762291 h 1224584"/>
                <a:gd name="connsiteX4737" fmla="*/ 104918 w 2488513"/>
                <a:gd name="connsiteY4737" fmla="*/ 759013 h 1224584"/>
                <a:gd name="connsiteX4738" fmla="*/ 108196 w 2488513"/>
                <a:gd name="connsiteY4738" fmla="*/ 755734 h 1224584"/>
                <a:gd name="connsiteX4739" fmla="*/ 111475 w 2488513"/>
                <a:gd name="connsiteY4739" fmla="*/ 754095 h 1224584"/>
                <a:gd name="connsiteX4740" fmla="*/ 108196 w 2488513"/>
                <a:gd name="connsiteY4740" fmla="*/ 755734 h 1224584"/>
                <a:gd name="connsiteX4741" fmla="*/ 104918 w 2488513"/>
                <a:gd name="connsiteY4741" fmla="*/ 757374 h 1224584"/>
                <a:gd name="connsiteX4742" fmla="*/ 100000 w 2488513"/>
                <a:gd name="connsiteY4742" fmla="*/ 757374 h 1224584"/>
                <a:gd name="connsiteX4743" fmla="*/ 98360 w 2488513"/>
                <a:gd name="connsiteY4743" fmla="*/ 754095 h 1224584"/>
                <a:gd name="connsiteX4744" fmla="*/ 101639 w 2488513"/>
                <a:gd name="connsiteY4744" fmla="*/ 750816 h 1224584"/>
                <a:gd name="connsiteX4745" fmla="*/ 103278 w 2488513"/>
                <a:gd name="connsiteY4745" fmla="*/ 745898 h 1224584"/>
                <a:gd name="connsiteX4746" fmla="*/ 106557 w 2488513"/>
                <a:gd name="connsiteY4746" fmla="*/ 744259 h 1224584"/>
                <a:gd name="connsiteX4747" fmla="*/ 104918 w 2488513"/>
                <a:gd name="connsiteY4747" fmla="*/ 739341 h 1224584"/>
                <a:gd name="connsiteX4748" fmla="*/ 103278 w 2488513"/>
                <a:gd name="connsiteY4748" fmla="*/ 742619 h 1224584"/>
                <a:gd name="connsiteX4749" fmla="*/ 100000 w 2488513"/>
                <a:gd name="connsiteY4749" fmla="*/ 737701 h 1224584"/>
                <a:gd name="connsiteX4750" fmla="*/ 103278 w 2488513"/>
                <a:gd name="connsiteY4750" fmla="*/ 734423 h 1224584"/>
                <a:gd name="connsiteX4751" fmla="*/ 106557 w 2488513"/>
                <a:gd name="connsiteY4751" fmla="*/ 731144 h 1224584"/>
                <a:gd name="connsiteX4752" fmla="*/ 106557 w 2488513"/>
                <a:gd name="connsiteY4752" fmla="*/ 726226 h 1224584"/>
                <a:gd name="connsiteX4753" fmla="*/ 109836 w 2488513"/>
                <a:gd name="connsiteY4753" fmla="*/ 726226 h 1224584"/>
                <a:gd name="connsiteX4754" fmla="*/ 113114 w 2488513"/>
                <a:gd name="connsiteY4754" fmla="*/ 731144 h 1224584"/>
                <a:gd name="connsiteX4755" fmla="*/ 114754 w 2488513"/>
                <a:gd name="connsiteY4755" fmla="*/ 734423 h 1224584"/>
                <a:gd name="connsiteX4756" fmla="*/ 118032 w 2488513"/>
                <a:gd name="connsiteY4756" fmla="*/ 731144 h 1224584"/>
                <a:gd name="connsiteX4757" fmla="*/ 121311 w 2488513"/>
                <a:gd name="connsiteY4757" fmla="*/ 731144 h 1224584"/>
                <a:gd name="connsiteX4758" fmla="*/ 126229 w 2488513"/>
                <a:gd name="connsiteY4758" fmla="*/ 731144 h 1224584"/>
                <a:gd name="connsiteX4759" fmla="*/ 129508 w 2488513"/>
                <a:gd name="connsiteY4759" fmla="*/ 731144 h 1224584"/>
                <a:gd name="connsiteX4760" fmla="*/ 127868 w 2488513"/>
                <a:gd name="connsiteY4760" fmla="*/ 734423 h 1224584"/>
                <a:gd name="connsiteX4761" fmla="*/ 129508 w 2488513"/>
                <a:gd name="connsiteY4761" fmla="*/ 737701 h 1224584"/>
                <a:gd name="connsiteX4762" fmla="*/ 131147 w 2488513"/>
                <a:gd name="connsiteY4762" fmla="*/ 734423 h 1224584"/>
                <a:gd name="connsiteX4763" fmla="*/ 131147 w 2488513"/>
                <a:gd name="connsiteY4763" fmla="*/ 731144 h 1224584"/>
                <a:gd name="connsiteX4764" fmla="*/ 127868 w 2488513"/>
                <a:gd name="connsiteY4764" fmla="*/ 729505 h 1224584"/>
                <a:gd name="connsiteX4765" fmla="*/ 124590 w 2488513"/>
                <a:gd name="connsiteY4765" fmla="*/ 727866 h 1224584"/>
                <a:gd name="connsiteX4766" fmla="*/ 119672 w 2488513"/>
                <a:gd name="connsiteY4766" fmla="*/ 731144 h 1224584"/>
                <a:gd name="connsiteX4767" fmla="*/ 116393 w 2488513"/>
                <a:gd name="connsiteY4767" fmla="*/ 731144 h 1224584"/>
                <a:gd name="connsiteX4768" fmla="*/ 114754 w 2488513"/>
                <a:gd name="connsiteY4768" fmla="*/ 727866 h 1224584"/>
                <a:gd name="connsiteX4769" fmla="*/ 114754 w 2488513"/>
                <a:gd name="connsiteY4769" fmla="*/ 724587 h 1224584"/>
                <a:gd name="connsiteX4770" fmla="*/ 118032 w 2488513"/>
                <a:gd name="connsiteY4770" fmla="*/ 721308 h 1224584"/>
                <a:gd name="connsiteX4771" fmla="*/ 121311 w 2488513"/>
                <a:gd name="connsiteY4771" fmla="*/ 716390 h 1224584"/>
                <a:gd name="connsiteX4772" fmla="*/ 124590 w 2488513"/>
                <a:gd name="connsiteY4772" fmla="*/ 714751 h 1224584"/>
                <a:gd name="connsiteX4773" fmla="*/ 127868 w 2488513"/>
                <a:gd name="connsiteY4773" fmla="*/ 713111 h 1224584"/>
                <a:gd name="connsiteX4774" fmla="*/ 132786 w 2488513"/>
                <a:gd name="connsiteY4774" fmla="*/ 714751 h 1224584"/>
                <a:gd name="connsiteX4775" fmla="*/ 127868 w 2488513"/>
                <a:gd name="connsiteY4775" fmla="*/ 713111 h 1224584"/>
                <a:gd name="connsiteX4776" fmla="*/ 132786 w 2488513"/>
                <a:gd name="connsiteY4776" fmla="*/ 708194 h 1224584"/>
                <a:gd name="connsiteX4777" fmla="*/ 132786 w 2488513"/>
                <a:gd name="connsiteY4777" fmla="*/ 706554 h 1224584"/>
                <a:gd name="connsiteX4778" fmla="*/ 127868 w 2488513"/>
                <a:gd name="connsiteY4778" fmla="*/ 709833 h 1224584"/>
                <a:gd name="connsiteX4779" fmla="*/ 124590 w 2488513"/>
                <a:gd name="connsiteY4779" fmla="*/ 711472 h 1224584"/>
                <a:gd name="connsiteX4780" fmla="*/ 121311 w 2488513"/>
                <a:gd name="connsiteY4780" fmla="*/ 713111 h 1224584"/>
                <a:gd name="connsiteX4781" fmla="*/ 118032 w 2488513"/>
                <a:gd name="connsiteY4781" fmla="*/ 716390 h 1224584"/>
                <a:gd name="connsiteX4782" fmla="*/ 118032 w 2488513"/>
                <a:gd name="connsiteY4782" fmla="*/ 713111 h 1224584"/>
                <a:gd name="connsiteX4783" fmla="*/ 114754 w 2488513"/>
                <a:gd name="connsiteY4783" fmla="*/ 716390 h 1224584"/>
                <a:gd name="connsiteX4784" fmla="*/ 111475 w 2488513"/>
                <a:gd name="connsiteY4784" fmla="*/ 716390 h 1224584"/>
                <a:gd name="connsiteX4785" fmla="*/ 108196 w 2488513"/>
                <a:gd name="connsiteY4785" fmla="*/ 719669 h 1224584"/>
                <a:gd name="connsiteX4786" fmla="*/ 104918 w 2488513"/>
                <a:gd name="connsiteY4786" fmla="*/ 721308 h 1224584"/>
                <a:gd name="connsiteX4787" fmla="*/ 100000 w 2488513"/>
                <a:gd name="connsiteY4787" fmla="*/ 722947 h 1224584"/>
                <a:gd name="connsiteX4788" fmla="*/ 96721 w 2488513"/>
                <a:gd name="connsiteY4788" fmla="*/ 726226 h 1224584"/>
                <a:gd name="connsiteX4789" fmla="*/ 93442 w 2488513"/>
                <a:gd name="connsiteY4789" fmla="*/ 731144 h 1224584"/>
                <a:gd name="connsiteX4790" fmla="*/ 90164 w 2488513"/>
                <a:gd name="connsiteY4790" fmla="*/ 734423 h 1224584"/>
                <a:gd name="connsiteX4791" fmla="*/ 88524 w 2488513"/>
                <a:gd name="connsiteY4791" fmla="*/ 729505 h 1224584"/>
                <a:gd name="connsiteX4792" fmla="*/ 86885 w 2488513"/>
                <a:gd name="connsiteY4792" fmla="*/ 726226 h 1224584"/>
                <a:gd name="connsiteX4793" fmla="*/ 85246 w 2488513"/>
                <a:gd name="connsiteY4793" fmla="*/ 722947 h 1224584"/>
                <a:gd name="connsiteX4794" fmla="*/ 85246 w 2488513"/>
                <a:gd name="connsiteY4794" fmla="*/ 718029 h 1224584"/>
                <a:gd name="connsiteX4795" fmla="*/ 85246 w 2488513"/>
                <a:gd name="connsiteY4795" fmla="*/ 714751 h 1224584"/>
                <a:gd name="connsiteX4796" fmla="*/ 85246 w 2488513"/>
                <a:gd name="connsiteY4796" fmla="*/ 713111 h 1224584"/>
                <a:gd name="connsiteX4797" fmla="*/ 85246 w 2488513"/>
                <a:gd name="connsiteY4797" fmla="*/ 709833 h 1224584"/>
                <a:gd name="connsiteX4798" fmla="*/ 88524 w 2488513"/>
                <a:gd name="connsiteY4798" fmla="*/ 704915 h 1224584"/>
                <a:gd name="connsiteX4799" fmla="*/ 91803 w 2488513"/>
                <a:gd name="connsiteY4799" fmla="*/ 701636 h 1224584"/>
                <a:gd name="connsiteX4800" fmla="*/ 95082 w 2488513"/>
                <a:gd name="connsiteY4800" fmla="*/ 701636 h 1224584"/>
                <a:gd name="connsiteX4801" fmla="*/ 96721 w 2488513"/>
                <a:gd name="connsiteY4801" fmla="*/ 704915 h 1224584"/>
                <a:gd name="connsiteX4802" fmla="*/ 96721 w 2488513"/>
                <a:gd name="connsiteY4802" fmla="*/ 708194 h 1224584"/>
                <a:gd name="connsiteX4803" fmla="*/ 96721 w 2488513"/>
                <a:gd name="connsiteY4803" fmla="*/ 704915 h 1224584"/>
                <a:gd name="connsiteX4804" fmla="*/ 96721 w 2488513"/>
                <a:gd name="connsiteY4804" fmla="*/ 701636 h 1224584"/>
                <a:gd name="connsiteX4805" fmla="*/ 101639 w 2488513"/>
                <a:gd name="connsiteY4805" fmla="*/ 698357 h 1224584"/>
                <a:gd name="connsiteX4806" fmla="*/ 104918 w 2488513"/>
                <a:gd name="connsiteY4806" fmla="*/ 699997 h 1224584"/>
                <a:gd name="connsiteX4807" fmla="*/ 108196 w 2488513"/>
                <a:gd name="connsiteY4807" fmla="*/ 699997 h 1224584"/>
                <a:gd name="connsiteX4808" fmla="*/ 113114 w 2488513"/>
                <a:gd name="connsiteY4808" fmla="*/ 698357 h 1224584"/>
                <a:gd name="connsiteX4809" fmla="*/ 114754 w 2488513"/>
                <a:gd name="connsiteY4809" fmla="*/ 696718 h 1224584"/>
                <a:gd name="connsiteX4810" fmla="*/ 111475 w 2488513"/>
                <a:gd name="connsiteY4810" fmla="*/ 698357 h 1224584"/>
                <a:gd name="connsiteX4811" fmla="*/ 108196 w 2488513"/>
                <a:gd name="connsiteY4811" fmla="*/ 698357 h 1224584"/>
                <a:gd name="connsiteX4812" fmla="*/ 103278 w 2488513"/>
                <a:gd name="connsiteY4812" fmla="*/ 698357 h 1224584"/>
                <a:gd name="connsiteX4813" fmla="*/ 100000 w 2488513"/>
                <a:gd name="connsiteY4813" fmla="*/ 698357 h 1224584"/>
                <a:gd name="connsiteX4814" fmla="*/ 96721 w 2488513"/>
                <a:gd name="connsiteY4814" fmla="*/ 699997 h 1224584"/>
                <a:gd name="connsiteX4815" fmla="*/ 91803 w 2488513"/>
                <a:gd name="connsiteY4815" fmla="*/ 699997 h 1224584"/>
                <a:gd name="connsiteX4816" fmla="*/ 88524 w 2488513"/>
                <a:gd name="connsiteY4816" fmla="*/ 698357 h 1224584"/>
                <a:gd name="connsiteX4817" fmla="*/ 90164 w 2488513"/>
                <a:gd name="connsiteY4817" fmla="*/ 696718 h 1224584"/>
                <a:gd name="connsiteX4818" fmla="*/ 93442 w 2488513"/>
                <a:gd name="connsiteY4818" fmla="*/ 693439 h 1224584"/>
                <a:gd name="connsiteX4819" fmla="*/ 90164 w 2488513"/>
                <a:gd name="connsiteY4819" fmla="*/ 693439 h 1224584"/>
                <a:gd name="connsiteX4820" fmla="*/ 90164 w 2488513"/>
                <a:gd name="connsiteY4820" fmla="*/ 690161 h 1224584"/>
                <a:gd name="connsiteX4821" fmla="*/ 93442 w 2488513"/>
                <a:gd name="connsiteY4821" fmla="*/ 688521 h 1224584"/>
                <a:gd name="connsiteX4822" fmla="*/ 95082 w 2488513"/>
                <a:gd name="connsiteY4822" fmla="*/ 685243 h 1224584"/>
                <a:gd name="connsiteX4823" fmla="*/ 98360 w 2488513"/>
                <a:gd name="connsiteY4823" fmla="*/ 681964 h 1224584"/>
                <a:gd name="connsiteX4824" fmla="*/ 100000 w 2488513"/>
                <a:gd name="connsiteY4824" fmla="*/ 685243 h 1224584"/>
                <a:gd name="connsiteX4825" fmla="*/ 100000 w 2488513"/>
                <a:gd name="connsiteY4825" fmla="*/ 688521 h 1224584"/>
                <a:gd name="connsiteX4826" fmla="*/ 100000 w 2488513"/>
                <a:gd name="connsiteY4826" fmla="*/ 691800 h 1224584"/>
                <a:gd name="connsiteX4827" fmla="*/ 101639 w 2488513"/>
                <a:gd name="connsiteY4827" fmla="*/ 695079 h 1224584"/>
                <a:gd name="connsiteX4828" fmla="*/ 101639 w 2488513"/>
                <a:gd name="connsiteY4828" fmla="*/ 693439 h 1224584"/>
                <a:gd name="connsiteX4829" fmla="*/ 101639 w 2488513"/>
                <a:gd name="connsiteY4829" fmla="*/ 690161 h 1224584"/>
                <a:gd name="connsiteX4830" fmla="*/ 106557 w 2488513"/>
                <a:gd name="connsiteY4830" fmla="*/ 686882 h 1224584"/>
                <a:gd name="connsiteX4831" fmla="*/ 108196 w 2488513"/>
                <a:gd name="connsiteY4831" fmla="*/ 686882 h 1224584"/>
                <a:gd name="connsiteX4832" fmla="*/ 108196 w 2488513"/>
                <a:gd name="connsiteY4832" fmla="*/ 685243 h 1224584"/>
                <a:gd name="connsiteX4833" fmla="*/ 104918 w 2488513"/>
                <a:gd name="connsiteY4833" fmla="*/ 686882 h 1224584"/>
                <a:gd name="connsiteX4834" fmla="*/ 101639 w 2488513"/>
                <a:gd name="connsiteY4834" fmla="*/ 683603 h 1224584"/>
                <a:gd name="connsiteX4835" fmla="*/ 101639 w 2488513"/>
                <a:gd name="connsiteY4835" fmla="*/ 680325 h 1224584"/>
                <a:gd name="connsiteX4836" fmla="*/ 104918 w 2488513"/>
                <a:gd name="connsiteY4836" fmla="*/ 678685 h 1224584"/>
                <a:gd name="connsiteX4837" fmla="*/ 109836 w 2488513"/>
                <a:gd name="connsiteY4837" fmla="*/ 678685 h 1224584"/>
                <a:gd name="connsiteX4838" fmla="*/ 111475 w 2488513"/>
                <a:gd name="connsiteY4838" fmla="*/ 681964 h 1224584"/>
                <a:gd name="connsiteX4839" fmla="*/ 116393 w 2488513"/>
                <a:gd name="connsiteY4839" fmla="*/ 681964 h 1224584"/>
                <a:gd name="connsiteX4840" fmla="*/ 113114 w 2488513"/>
                <a:gd name="connsiteY4840" fmla="*/ 680325 h 1224584"/>
                <a:gd name="connsiteX4841" fmla="*/ 109836 w 2488513"/>
                <a:gd name="connsiteY4841" fmla="*/ 677046 h 1224584"/>
                <a:gd name="connsiteX4842" fmla="*/ 114754 w 2488513"/>
                <a:gd name="connsiteY4842" fmla="*/ 673767 h 1224584"/>
                <a:gd name="connsiteX4843" fmla="*/ 118032 w 2488513"/>
                <a:gd name="connsiteY4843" fmla="*/ 672128 h 1224584"/>
                <a:gd name="connsiteX4844" fmla="*/ 121311 w 2488513"/>
                <a:gd name="connsiteY4844" fmla="*/ 668849 h 1224584"/>
                <a:gd name="connsiteX4845" fmla="*/ 124590 w 2488513"/>
                <a:gd name="connsiteY4845" fmla="*/ 667210 h 1224584"/>
                <a:gd name="connsiteX4846" fmla="*/ 126229 w 2488513"/>
                <a:gd name="connsiteY4846" fmla="*/ 667210 h 1224584"/>
                <a:gd name="connsiteX4847" fmla="*/ 129508 w 2488513"/>
                <a:gd name="connsiteY4847" fmla="*/ 667210 h 1224584"/>
                <a:gd name="connsiteX4848" fmla="*/ 132786 w 2488513"/>
                <a:gd name="connsiteY4848" fmla="*/ 667210 h 1224584"/>
                <a:gd name="connsiteX4849" fmla="*/ 136065 w 2488513"/>
                <a:gd name="connsiteY4849" fmla="*/ 667210 h 1224584"/>
                <a:gd name="connsiteX4850" fmla="*/ 139344 w 2488513"/>
                <a:gd name="connsiteY4850" fmla="*/ 665571 h 1224584"/>
                <a:gd name="connsiteX4851" fmla="*/ 134426 w 2488513"/>
                <a:gd name="connsiteY4851" fmla="*/ 665571 h 1224584"/>
                <a:gd name="connsiteX4852" fmla="*/ 131147 w 2488513"/>
                <a:gd name="connsiteY4852" fmla="*/ 665571 h 1224584"/>
                <a:gd name="connsiteX4853" fmla="*/ 127868 w 2488513"/>
                <a:gd name="connsiteY4853" fmla="*/ 665571 h 1224584"/>
                <a:gd name="connsiteX4854" fmla="*/ 131147 w 2488513"/>
                <a:gd name="connsiteY4854" fmla="*/ 662292 h 1224584"/>
                <a:gd name="connsiteX4855" fmla="*/ 136065 w 2488513"/>
                <a:gd name="connsiteY4855" fmla="*/ 660653 h 1224584"/>
                <a:gd name="connsiteX4856" fmla="*/ 139344 w 2488513"/>
                <a:gd name="connsiteY4856" fmla="*/ 657374 h 1224584"/>
                <a:gd name="connsiteX4857" fmla="*/ 142622 w 2488513"/>
                <a:gd name="connsiteY4857" fmla="*/ 654095 h 1224584"/>
                <a:gd name="connsiteX4858" fmla="*/ 145901 w 2488513"/>
                <a:gd name="connsiteY4858" fmla="*/ 652456 h 1224584"/>
                <a:gd name="connsiteX4859" fmla="*/ 150819 w 2488513"/>
                <a:gd name="connsiteY4859" fmla="*/ 650817 h 1224584"/>
                <a:gd name="connsiteX4860" fmla="*/ 154098 w 2488513"/>
                <a:gd name="connsiteY4860" fmla="*/ 647538 h 1224584"/>
                <a:gd name="connsiteX4861" fmla="*/ 159016 w 2488513"/>
                <a:gd name="connsiteY4861" fmla="*/ 647538 h 1224584"/>
                <a:gd name="connsiteX4862" fmla="*/ 154098 w 2488513"/>
                <a:gd name="connsiteY4862" fmla="*/ 647538 h 1224584"/>
                <a:gd name="connsiteX4863" fmla="*/ 154098 w 2488513"/>
                <a:gd name="connsiteY4863" fmla="*/ 642620 h 1224584"/>
                <a:gd name="connsiteX4864" fmla="*/ 155737 w 2488513"/>
                <a:gd name="connsiteY4864" fmla="*/ 639341 h 1224584"/>
                <a:gd name="connsiteX4865" fmla="*/ 152458 w 2488513"/>
                <a:gd name="connsiteY4865" fmla="*/ 642620 h 1224584"/>
                <a:gd name="connsiteX4866" fmla="*/ 150819 w 2488513"/>
                <a:gd name="connsiteY4866" fmla="*/ 645899 h 1224584"/>
                <a:gd name="connsiteX4867" fmla="*/ 145901 w 2488513"/>
                <a:gd name="connsiteY4867" fmla="*/ 649177 h 1224584"/>
                <a:gd name="connsiteX4868" fmla="*/ 144262 w 2488513"/>
                <a:gd name="connsiteY4868" fmla="*/ 654095 h 1224584"/>
                <a:gd name="connsiteX4869" fmla="*/ 139344 w 2488513"/>
                <a:gd name="connsiteY4869" fmla="*/ 655735 h 1224584"/>
                <a:gd name="connsiteX4870" fmla="*/ 136065 w 2488513"/>
                <a:gd name="connsiteY4870" fmla="*/ 659013 h 1224584"/>
                <a:gd name="connsiteX4871" fmla="*/ 132786 w 2488513"/>
                <a:gd name="connsiteY4871" fmla="*/ 660653 h 1224584"/>
                <a:gd name="connsiteX4872" fmla="*/ 131147 w 2488513"/>
                <a:gd name="connsiteY4872" fmla="*/ 662292 h 1224584"/>
                <a:gd name="connsiteX4873" fmla="*/ 126229 w 2488513"/>
                <a:gd name="connsiteY4873" fmla="*/ 663931 h 1224584"/>
                <a:gd name="connsiteX4874" fmla="*/ 127868 w 2488513"/>
                <a:gd name="connsiteY4874" fmla="*/ 660653 h 1224584"/>
                <a:gd name="connsiteX4875" fmla="*/ 131147 w 2488513"/>
                <a:gd name="connsiteY4875" fmla="*/ 657374 h 1224584"/>
                <a:gd name="connsiteX4876" fmla="*/ 134426 w 2488513"/>
                <a:gd name="connsiteY4876" fmla="*/ 655735 h 1224584"/>
                <a:gd name="connsiteX4877" fmla="*/ 136065 w 2488513"/>
                <a:gd name="connsiteY4877" fmla="*/ 655735 h 1224584"/>
                <a:gd name="connsiteX4878" fmla="*/ 139344 w 2488513"/>
                <a:gd name="connsiteY4878" fmla="*/ 654095 h 1224584"/>
                <a:gd name="connsiteX4879" fmla="*/ 139344 w 2488513"/>
                <a:gd name="connsiteY4879" fmla="*/ 650817 h 1224584"/>
                <a:gd name="connsiteX4880" fmla="*/ 142622 w 2488513"/>
                <a:gd name="connsiteY4880" fmla="*/ 647538 h 1224584"/>
                <a:gd name="connsiteX4881" fmla="*/ 144262 w 2488513"/>
                <a:gd name="connsiteY4881" fmla="*/ 644259 h 1224584"/>
                <a:gd name="connsiteX4882" fmla="*/ 147540 w 2488513"/>
                <a:gd name="connsiteY4882" fmla="*/ 639341 h 1224584"/>
                <a:gd name="connsiteX4883" fmla="*/ 149180 w 2488513"/>
                <a:gd name="connsiteY4883" fmla="*/ 636063 h 1224584"/>
                <a:gd name="connsiteX4884" fmla="*/ 152458 w 2488513"/>
                <a:gd name="connsiteY4884" fmla="*/ 632784 h 1224584"/>
                <a:gd name="connsiteX4885" fmla="*/ 157376 w 2488513"/>
                <a:gd name="connsiteY4885" fmla="*/ 631145 h 1224584"/>
                <a:gd name="connsiteX4886" fmla="*/ 160655 w 2488513"/>
                <a:gd name="connsiteY4886" fmla="*/ 629505 h 1224584"/>
                <a:gd name="connsiteX4887" fmla="*/ 162294 w 2488513"/>
                <a:gd name="connsiteY4887" fmla="*/ 627866 h 1224584"/>
                <a:gd name="connsiteX4888" fmla="*/ 160655 w 2488513"/>
                <a:gd name="connsiteY4888" fmla="*/ 627866 h 1224584"/>
                <a:gd name="connsiteX4889" fmla="*/ 163934 w 2488513"/>
                <a:gd name="connsiteY4889" fmla="*/ 624587 h 1224584"/>
                <a:gd name="connsiteX4890" fmla="*/ 165573 w 2488513"/>
                <a:gd name="connsiteY4890" fmla="*/ 619669 h 1224584"/>
                <a:gd name="connsiteX4891" fmla="*/ 162294 w 2488513"/>
                <a:gd name="connsiteY4891" fmla="*/ 619669 h 1224584"/>
                <a:gd name="connsiteX4892" fmla="*/ 157376 w 2488513"/>
                <a:gd name="connsiteY4892" fmla="*/ 619669 h 1224584"/>
                <a:gd name="connsiteX4893" fmla="*/ 159016 w 2488513"/>
                <a:gd name="connsiteY4893" fmla="*/ 614751 h 1224584"/>
                <a:gd name="connsiteX4894" fmla="*/ 154098 w 2488513"/>
                <a:gd name="connsiteY4894" fmla="*/ 613112 h 1224584"/>
                <a:gd name="connsiteX4895" fmla="*/ 154098 w 2488513"/>
                <a:gd name="connsiteY4895" fmla="*/ 609833 h 1224584"/>
                <a:gd name="connsiteX4896" fmla="*/ 149180 w 2488513"/>
                <a:gd name="connsiteY4896" fmla="*/ 608194 h 1224584"/>
                <a:gd name="connsiteX4897" fmla="*/ 145901 w 2488513"/>
                <a:gd name="connsiteY4897" fmla="*/ 608194 h 1224584"/>
                <a:gd name="connsiteX4898" fmla="*/ 142622 w 2488513"/>
                <a:gd name="connsiteY4898" fmla="*/ 603276 h 1224584"/>
                <a:gd name="connsiteX4899" fmla="*/ 139344 w 2488513"/>
                <a:gd name="connsiteY4899" fmla="*/ 601637 h 1224584"/>
                <a:gd name="connsiteX4900" fmla="*/ 136065 w 2488513"/>
                <a:gd name="connsiteY4900" fmla="*/ 599997 h 1224584"/>
                <a:gd name="connsiteX4901" fmla="*/ 131147 w 2488513"/>
                <a:gd name="connsiteY4901" fmla="*/ 599997 h 1224584"/>
                <a:gd name="connsiteX4902" fmla="*/ 131147 w 2488513"/>
                <a:gd name="connsiteY4902" fmla="*/ 596719 h 1224584"/>
                <a:gd name="connsiteX4903" fmla="*/ 132786 w 2488513"/>
                <a:gd name="connsiteY4903" fmla="*/ 593440 h 1224584"/>
                <a:gd name="connsiteX4904" fmla="*/ 132786 w 2488513"/>
                <a:gd name="connsiteY4904" fmla="*/ 590161 h 1224584"/>
                <a:gd name="connsiteX4905" fmla="*/ 134426 w 2488513"/>
                <a:gd name="connsiteY4905" fmla="*/ 585243 h 1224584"/>
                <a:gd name="connsiteX4906" fmla="*/ 139344 w 2488513"/>
                <a:gd name="connsiteY4906" fmla="*/ 581964 h 1224584"/>
                <a:gd name="connsiteX4907" fmla="*/ 136065 w 2488513"/>
                <a:gd name="connsiteY4907" fmla="*/ 580325 h 1224584"/>
                <a:gd name="connsiteX4908" fmla="*/ 137704 w 2488513"/>
                <a:gd name="connsiteY4908" fmla="*/ 575407 h 1224584"/>
                <a:gd name="connsiteX4909" fmla="*/ 140983 w 2488513"/>
                <a:gd name="connsiteY4909" fmla="*/ 572129 h 1224584"/>
                <a:gd name="connsiteX4910" fmla="*/ 142622 w 2488513"/>
                <a:gd name="connsiteY4910" fmla="*/ 568850 h 1224584"/>
                <a:gd name="connsiteX4911" fmla="*/ 142622 w 2488513"/>
                <a:gd name="connsiteY4911" fmla="*/ 565571 h 1224584"/>
                <a:gd name="connsiteX4912" fmla="*/ 142622 w 2488513"/>
                <a:gd name="connsiteY4912" fmla="*/ 560653 h 1224584"/>
                <a:gd name="connsiteX4913" fmla="*/ 144262 w 2488513"/>
                <a:gd name="connsiteY4913" fmla="*/ 557374 h 1224584"/>
                <a:gd name="connsiteX4914" fmla="*/ 144262 w 2488513"/>
                <a:gd name="connsiteY4914" fmla="*/ 554096 h 1224584"/>
                <a:gd name="connsiteX4915" fmla="*/ 145901 w 2488513"/>
                <a:gd name="connsiteY4915" fmla="*/ 550817 h 1224584"/>
                <a:gd name="connsiteX4916" fmla="*/ 145901 w 2488513"/>
                <a:gd name="connsiteY4916" fmla="*/ 545899 h 1224584"/>
                <a:gd name="connsiteX4917" fmla="*/ 145901 w 2488513"/>
                <a:gd name="connsiteY4917" fmla="*/ 542620 h 1224584"/>
                <a:gd name="connsiteX4918" fmla="*/ 147540 w 2488513"/>
                <a:gd name="connsiteY4918" fmla="*/ 539342 h 1224584"/>
                <a:gd name="connsiteX4919" fmla="*/ 149180 w 2488513"/>
                <a:gd name="connsiteY4919" fmla="*/ 534424 h 1224584"/>
                <a:gd name="connsiteX4920" fmla="*/ 149180 w 2488513"/>
                <a:gd name="connsiteY4920" fmla="*/ 531145 h 1224584"/>
                <a:gd name="connsiteX4921" fmla="*/ 149180 w 2488513"/>
                <a:gd name="connsiteY4921" fmla="*/ 527867 h 1224584"/>
                <a:gd name="connsiteX4922" fmla="*/ 152458 w 2488513"/>
                <a:gd name="connsiteY4922" fmla="*/ 524588 h 1224584"/>
                <a:gd name="connsiteX4923" fmla="*/ 152458 w 2488513"/>
                <a:gd name="connsiteY4923" fmla="*/ 521309 h 1224584"/>
                <a:gd name="connsiteX4924" fmla="*/ 150819 w 2488513"/>
                <a:gd name="connsiteY4924" fmla="*/ 518030 h 1224584"/>
                <a:gd name="connsiteX4925" fmla="*/ 152458 w 2488513"/>
                <a:gd name="connsiteY4925" fmla="*/ 514752 h 1224584"/>
                <a:gd name="connsiteX4926" fmla="*/ 149180 w 2488513"/>
                <a:gd name="connsiteY4926" fmla="*/ 509834 h 1224584"/>
                <a:gd name="connsiteX4927" fmla="*/ 145901 w 2488513"/>
                <a:gd name="connsiteY4927" fmla="*/ 508194 h 1224584"/>
                <a:gd name="connsiteX4928" fmla="*/ 144262 w 2488513"/>
                <a:gd name="connsiteY4928" fmla="*/ 503276 h 1224584"/>
                <a:gd name="connsiteX4929" fmla="*/ 147540 w 2488513"/>
                <a:gd name="connsiteY4929" fmla="*/ 499998 h 1224584"/>
                <a:gd name="connsiteX4930" fmla="*/ 149180 w 2488513"/>
                <a:gd name="connsiteY4930" fmla="*/ 496719 h 1224584"/>
                <a:gd name="connsiteX4931" fmla="*/ 145901 w 2488513"/>
                <a:gd name="connsiteY4931" fmla="*/ 491801 h 1224584"/>
                <a:gd name="connsiteX4932" fmla="*/ 142622 w 2488513"/>
                <a:gd name="connsiteY4932" fmla="*/ 490162 h 1224584"/>
                <a:gd name="connsiteX4933" fmla="*/ 142622 w 2488513"/>
                <a:gd name="connsiteY4933" fmla="*/ 486883 h 1224584"/>
                <a:gd name="connsiteX4934" fmla="*/ 144262 w 2488513"/>
                <a:gd name="connsiteY4934" fmla="*/ 481965 h 1224584"/>
                <a:gd name="connsiteX4935" fmla="*/ 147540 w 2488513"/>
                <a:gd name="connsiteY4935" fmla="*/ 480326 h 1224584"/>
                <a:gd name="connsiteX4936" fmla="*/ 150819 w 2488513"/>
                <a:gd name="connsiteY4936" fmla="*/ 477047 h 1224584"/>
                <a:gd name="connsiteX4937" fmla="*/ 149180 w 2488513"/>
                <a:gd name="connsiteY4937" fmla="*/ 475408 h 1224584"/>
                <a:gd name="connsiteX4938" fmla="*/ 147540 w 2488513"/>
                <a:gd name="connsiteY4938" fmla="*/ 472129 h 1224584"/>
                <a:gd name="connsiteX4939" fmla="*/ 142622 w 2488513"/>
                <a:gd name="connsiteY4939" fmla="*/ 468850 h 1224584"/>
                <a:gd name="connsiteX4940" fmla="*/ 139344 w 2488513"/>
                <a:gd name="connsiteY4940" fmla="*/ 470490 h 1224584"/>
                <a:gd name="connsiteX4941" fmla="*/ 136065 w 2488513"/>
                <a:gd name="connsiteY4941" fmla="*/ 470490 h 1224584"/>
                <a:gd name="connsiteX4942" fmla="*/ 131147 w 2488513"/>
                <a:gd name="connsiteY4942" fmla="*/ 472129 h 1224584"/>
                <a:gd name="connsiteX4943" fmla="*/ 127868 w 2488513"/>
                <a:gd name="connsiteY4943" fmla="*/ 473768 h 1224584"/>
                <a:gd name="connsiteX4944" fmla="*/ 122950 w 2488513"/>
                <a:gd name="connsiteY4944" fmla="*/ 473768 h 1224584"/>
                <a:gd name="connsiteX4945" fmla="*/ 119672 w 2488513"/>
                <a:gd name="connsiteY4945" fmla="*/ 473768 h 1224584"/>
                <a:gd name="connsiteX4946" fmla="*/ 114754 w 2488513"/>
                <a:gd name="connsiteY4946" fmla="*/ 475408 h 1224584"/>
                <a:gd name="connsiteX4947" fmla="*/ 111475 w 2488513"/>
                <a:gd name="connsiteY4947" fmla="*/ 477047 h 1224584"/>
                <a:gd name="connsiteX4948" fmla="*/ 109836 w 2488513"/>
                <a:gd name="connsiteY4948" fmla="*/ 480326 h 1224584"/>
                <a:gd name="connsiteX4949" fmla="*/ 104918 w 2488513"/>
                <a:gd name="connsiteY4949" fmla="*/ 481965 h 1224584"/>
                <a:gd name="connsiteX4950" fmla="*/ 101639 w 2488513"/>
                <a:gd name="connsiteY4950" fmla="*/ 481965 h 1224584"/>
                <a:gd name="connsiteX4951" fmla="*/ 96721 w 2488513"/>
                <a:gd name="connsiteY4951" fmla="*/ 485244 h 1224584"/>
                <a:gd name="connsiteX4952" fmla="*/ 93442 w 2488513"/>
                <a:gd name="connsiteY4952" fmla="*/ 488522 h 1224584"/>
                <a:gd name="connsiteX4953" fmla="*/ 88524 w 2488513"/>
                <a:gd name="connsiteY4953" fmla="*/ 491801 h 1224584"/>
                <a:gd name="connsiteX4954" fmla="*/ 85246 w 2488513"/>
                <a:gd name="connsiteY4954" fmla="*/ 493440 h 1224584"/>
                <a:gd name="connsiteX4955" fmla="*/ 81967 w 2488513"/>
                <a:gd name="connsiteY4955" fmla="*/ 495080 h 1224584"/>
                <a:gd name="connsiteX4956" fmla="*/ 77049 w 2488513"/>
                <a:gd name="connsiteY4956" fmla="*/ 495080 h 1224584"/>
                <a:gd name="connsiteX4957" fmla="*/ 72131 w 2488513"/>
                <a:gd name="connsiteY4957" fmla="*/ 496719 h 1224584"/>
                <a:gd name="connsiteX4958" fmla="*/ 68852 w 2488513"/>
                <a:gd name="connsiteY4958" fmla="*/ 496719 h 1224584"/>
                <a:gd name="connsiteX4959" fmla="*/ 63934 w 2488513"/>
                <a:gd name="connsiteY4959" fmla="*/ 498358 h 1224584"/>
                <a:gd name="connsiteX4960" fmla="*/ 60656 w 2488513"/>
                <a:gd name="connsiteY4960" fmla="*/ 499998 h 1224584"/>
                <a:gd name="connsiteX4961" fmla="*/ 55737 w 2488513"/>
                <a:gd name="connsiteY4961" fmla="*/ 501637 h 1224584"/>
                <a:gd name="connsiteX4962" fmla="*/ 52459 w 2488513"/>
                <a:gd name="connsiteY4962" fmla="*/ 503276 h 1224584"/>
                <a:gd name="connsiteX4963" fmla="*/ 47541 w 2488513"/>
                <a:gd name="connsiteY4963" fmla="*/ 504916 h 1224584"/>
                <a:gd name="connsiteX4964" fmla="*/ 50819 w 2488513"/>
                <a:gd name="connsiteY4964" fmla="*/ 499998 h 1224584"/>
                <a:gd name="connsiteX4965" fmla="*/ 52459 w 2488513"/>
                <a:gd name="connsiteY4965" fmla="*/ 496719 h 1224584"/>
                <a:gd name="connsiteX4966" fmla="*/ 55737 w 2488513"/>
                <a:gd name="connsiteY4966" fmla="*/ 491801 h 1224584"/>
                <a:gd name="connsiteX4967" fmla="*/ 55737 w 2488513"/>
                <a:gd name="connsiteY4967" fmla="*/ 488522 h 1224584"/>
                <a:gd name="connsiteX4968" fmla="*/ 54098 w 2488513"/>
                <a:gd name="connsiteY4968" fmla="*/ 483604 h 1224584"/>
                <a:gd name="connsiteX4969" fmla="*/ 52459 w 2488513"/>
                <a:gd name="connsiteY4969" fmla="*/ 483604 h 1224584"/>
                <a:gd name="connsiteX4970" fmla="*/ 52459 w 2488513"/>
                <a:gd name="connsiteY4970" fmla="*/ 481965 h 1224584"/>
                <a:gd name="connsiteX4971" fmla="*/ 50819 w 2488513"/>
                <a:gd name="connsiteY4971" fmla="*/ 478686 h 1224584"/>
                <a:gd name="connsiteX4972" fmla="*/ 49180 w 2488513"/>
                <a:gd name="connsiteY4972" fmla="*/ 473768 h 1224584"/>
                <a:gd name="connsiteX4973" fmla="*/ 49180 w 2488513"/>
                <a:gd name="connsiteY4973" fmla="*/ 470490 h 1224584"/>
                <a:gd name="connsiteX4974" fmla="*/ 49180 w 2488513"/>
                <a:gd name="connsiteY4974" fmla="*/ 465572 h 1224584"/>
                <a:gd name="connsiteX4975" fmla="*/ 49180 w 2488513"/>
                <a:gd name="connsiteY4975" fmla="*/ 462293 h 1224584"/>
                <a:gd name="connsiteX4976" fmla="*/ 44262 w 2488513"/>
                <a:gd name="connsiteY4976" fmla="*/ 460654 h 1224584"/>
                <a:gd name="connsiteX4977" fmla="*/ 44262 w 2488513"/>
                <a:gd name="connsiteY4977" fmla="*/ 460654 h 1224584"/>
                <a:gd name="connsiteX4978" fmla="*/ 44262 w 2488513"/>
                <a:gd name="connsiteY4978" fmla="*/ 455736 h 1224584"/>
                <a:gd name="connsiteX4979" fmla="*/ 49180 w 2488513"/>
                <a:gd name="connsiteY4979" fmla="*/ 454096 h 1224584"/>
                <a:gd name="connsiteX4980" fmla="*/ 52459 w 2488513"/>
                <a:gd name="connsiteY4980" fmla="*/ 450818 h 1224584"/>
                <a:gd name="connsiteX4981" fmla="*/ 59016 w 2488513"/>
                <a:gd name="connsiteY4981" fmla="*/ 447539 h 1224584"/>
                <a:gd name="connsiteX4982" fmla="*/ 54098 w 2488513"/>
                <a:gd name="connsiteY4982" fmla="*/ 445900 h 1224584"/>
                <a:gd name="connsiteX4983" fmla="*/ 49180 w 2488513"/>
                <a:gd name="connsiteY4983" fmla="*/ 445900 h 1224584"/>
                <a:gd name="connsiteX4984" fmla="*/ 44262 w 2488513"/>
                <a:gd name="connsiteY4984" fmla="*/ 445900 h 1224584"/>
                <a:gd name="connsiteX4985" fmla="*/ 40983 w 2488513"/>
                <a:gd name="connsiteY4985" fmla="*/ 445900 h 1224584"/>
                <a:gd name="connsiteX4986" fmla="*/ 36065 w 2488513"/>
                <a:gd name="connsiteY4986" fmla="*/ 447539 h 1224584"/>
                <a:gd name="connsiteX4987" fmla="*/ 32787 w 2488513"/>
                <a:gd name="connsiteY4987" fmla="*/ 449178 h 1224584"/>
                <a:gd name="connsiteX4988" fmla="*/ 29508 w 2488513"/>
                <a:gd name="connsiteY4988" fmla="*/ 450818 h 1224584"/>
                <a:gd name="connsiteX4989" fmla="*/ 24590 w 2488513"/>
                <a:gd name="connsiteY4989" fmla="*/ 452457 h 1224584"/>
                <a:gd name="connsiteX4990" fmla="*/ 22951 w 2488513"/>
                <a:gd name="connsiteY4990" fmla="*/ 452457 h 1224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</a:cxnLst>
              <a:rect l="l" t="t" r="r" b="b"/>
              <a:pathLst>
                <a:path w="2488513" h="1224584">
                  <a:moveTo>
                    <a:pt x="22951" y="452457"/>
                  </a:moveTo>
                  <a:lnTo>
                    <a:pt x="19672" y="450818"/>
                  </a:lnTo>
                  <a:lnTo>
                    <a:pt x="14754" y="447539"/>
                  </a:lnTo>
                  <a:lnTo>
                    <a:pt x="11475" y="449178"/>
                  </a:lnTo>
                  <a:lnTo>
                    <a:pt x="8197" y="450818"/>
                  </a:lnTo>
                  <a:lnTo>
                    <a:pt x="4918" y="449178"/>
                  </a:lnTo>
                  <a:lnTo>
                    <a:pt x="0" y="449178"/>
                  </a:lnTo>
                  <a:lnTo>
                    <a:pt x="1639" y="444260"/>
                  </a:lnTo>
                  <a:lnTo>
                    <a:pt x="6557" y="440982"/>
                  </a:lnTo>
                  <a:lnTo>
                    <a:pt x="11475" y="436064"/>
                  </a:lnTo>
                  <a:lnTo>
                    <a:pt x="14754" y="432785"/>
                  </a:lnTo>
                  <a:lnTo>
                    <a:pt x="19672" y="427867"/>
                  </a:lnTo>
                  <a:lnTo>
                    <a:pt x="24590" y="424588"/>
                  </a:lnTo>
                  <a:lnTo>
                    <a:pt x="27869" y="419670"/>
                  </a:lnTo>
                  <a:lnTo>
                    <a:pt x="32787" y="416392"/>
                  </a:lnTo>
                  <a:lnTo>
                    <a:pt x="37705" y="411473"/>
                  </a:lnTo>
                  <a:lnTo>
                    <a:pt x="42623" y="408195"/>
                  </a:lnTo>
                  <a:lnTo>
                    <a:pt x="45901" y="403277"/>
                  </a:lnTo>
                  <a:lnTo>
                    <a:pt x="50819" y="399998"/>
                  </a:lnTo>
                  <a:lnTo>
                    <a:pt x="55737" y="396719"/>
                  </a:lnTo>
                  <a:lnTo>
                    <a:pt x="59016" y="391802"/>
                  </a:lnTo>
                  <a:lnTo>
                    <a:pt x="62295" y="390162"/>
                  </a:lnTo>
                  <a:lnTo>
                    <a:pt x="65573" y="386883"/>
                  </a:lnTo>
                  <a:lnTo>
                    <a:pt x="70492" y="381965"/>
                  </a:lnTo>
                  <a:lnTo>
                    <a:pt x="75409" y="378687"/>
                  </a:lnTo>
                  <a:lnTo>
                    <a:pt x="78688" y="375408"/>
                  </a:lnTo>
                  <a:lnTo>
                    <a:pt x="83606" y="370490"/>
                  </a:lnTo>
                  <a:lnTo>
                    <a:pt x="88524" y="367211"/>
                  </a:lnTo>
                  <a:lnTo>
                    <a:pt x="93442" y="362293"/>
                  </a:lnTo>
                  <a:lnTo>
                    <a:pt x="96721" y="359015"/>
                  </a:lnTo>
                  <a:lnTo>
                    <a:pt x="101639" y="355736"/>
                  </a:lnTo>
                  <a:lnTo>
                    <a:pt x="106557" y="350818"/>
                  </a:lnTo>
                  <a:lnTo>
                    <a:pt x="111475" y="347539"/>
                  </a:lnTo>
                  <a:lnTo>
                    <a:pt x="114754" y="342621"/>
                  </a:lnTo>
                  <a:lnTo>
                    <a:pt x="119672" y="339343"/>
                  </a:lnTo>
                  <a:lnTo>
                    <a:pt x="124590" y="336064"/>
                  </a:lnTo>
                  <a:lnTo>
                    <a:pt x="129508" y="331146"/>
                  </a:lnTo>
                  <a:lnTo>
                    <a:pt x="134426" y="327867"/>
                  </a:lnTo>
                  <a:lnTo>
                    <a:pt x="137704" y="322949"/>
                  </a:lnTo>
                  <a:lnTo>
                    <a:pt x="142622" y="319671"/>
                  </a:lnTo>
                  <a:lnTo>
                    <a:pt x="147540" y="314753"/>
                  </a:lnTo>
                  <a:lnTo>
                    <a:pt x="152458" y="311474"/>
                  </a:lnTo>
                  <a:lnTo>
                    <a:pt x="157376" y="308195"/>
                  </a:lnTo>
                  <a:lnTo>
                    <a:pt x="162294" y="303277"/>
                  </a:lnTo>
                  <a:lnTo>
                    <a:pt x="165573" y="299999"/>
                  </a:lnTo>
                  <a:lnTo>
                    <a:pt x="170491" y="296720"/>
                  </a:lnTo>
                  <a:lnTo>
                    <a:pt x="175409" y="291802"/>
                  </a:lnTo>
                  <a:lnTo>
                    <a:pt x="180327" y="288523"/>
                  </a:lnTo>
                  <a:lnTo>
                    <a:pt x="185245" y="283605"/>
                  </a:lnTo>
                  <a:lnTo>
                    <a:pt x="188524" y="280327"/>
                  </a:lnTo>
                  <a:lnTo>
                    <a:pt x="193442" y="277048"/>
                  </a:lnTo>
                  <a:lnTo>
                    <a:pt x="196720" y="273769"/>
                  </a:lnTo>
                  <a:lnTo>
                    <a:pt x="201638" y="270491"/>
                  </a:lnTo>
                  <a:lnTo>
                    <a:pt x="206556" y="265573"/>
                  </a:lnTo>
                  <a:lnTo>
                    <a:pt x="211474" y="262294"/>
                  </a:lnTo>
                  <a:lnTo>
                    <a:pt x="216393" y="257376"/>
                  </a:lnTo>
                  <a:lnTo>
                    <a:pt x="221310" y="254097"/>
                  </a:lnTo>
                  <a:lnTo>
                    <a:pt x="224589" y="250818"/>
                  </a:lnTo>
                  <a:lnTo>
                    <a:pt x="229507" y="245901"/>
                  </a:lnTo>
                  <a:lnTo>
                    <a:pt x="234425" y="242622"/>
                  </a:lnTo>
                  <a:lnTo>
                    <a:pt x="239343" y="239343"/>
                  </a:lnTo>
                  <a:lnTo>
                    <a:pt x="244261" y="234425"/>
                  </a:lnTo>
                  <a:lnTo>
                    <a:pt x="249179" y="231146"/>
                  </a:lnTo>
                  <a:lnTo>
                    <a:pt x="252458" y="227868"/>
                  </a:lnTo>
                  <a:lnTo>
                    <a:pt x="257376" y="222950"/>
                  </a:lnTo>
                  <a:lnTo>
                    <a:pt x="262294" y="219671"/>
                  </a:lnTo>
                  <a:lnTo>
                    <a:pt x="267212" y="216392"/>
                  </a:lnTo>
                  <a:lnTo>
                    <a:pt x="272130" y="211474"/>
                  </a:lnTo>
                  <a:lnTo>
                    <a:pt x="277048" y="208196"/>
                  </a:lnTo>
                  <a:lnTo>
                    <a:pt x="281966" y="204917"/>
                  </a:lnTo>
                  <a:lnTo>
                    <a:pt x="286884" y="199999"/>
                  </a:lnTo>
                  <a:lnTo>
                    <a:pt x="291802" y="196720"/>
                  </a:lnTo>
                  <a:lnTo>
                    <a:pt x="295081" y="193442"/>
                  </a:lnTo>
                  <a:lnTo>
                    <a:pt x="299999" y="188524"/>
                  </a:lnTo>
                  <a:lnTo>
                    <a:pt x="304917" y="185245"/>
                  </a:lnTo>
                  <a:lnTo>
                    <a:pt x="309835" y="181966"/>
                  </a:lnTo>
                  <a:lnTo>
                    <a:pt x="314753" y="177048"/>
                  </a:lnTo>
                  <a:lnTo>
                    <a:pt x="319671" y="173770"/>
                  </a:lnTo>
                  <a:lnTo>
                    <a:pt x="324589" y="170491"/>
                  </a:lnTo>
                  <a:lnTo>
                    <a:pt x="324589" y="168852"/>
                  </a:lnTo>
                  <a:lnTo>
                    <a:pt x="329507" y="165573"/>
                  </a:lnTo>
                  <a:lnTo>
                    <a:pt x="334425" y="162294"/>
                  </a:lnTo>
                  <a:lnTo>
                    <a:pt x="339343" y="159016"/>
                  </a:lnTo>
                  <a:lnTo>
                    <a:pt x="344261" y="155737"/>
                  </a:lnTo>
                  <a:lnTo>
                    <a:pt x="349179" y="150819"/>
                  </a:lnTo>
                  <a:lnTo>
                    <a:pt x="352457" y="147540"/>
                  </a:lnTo>
                  <a:lnTo>
                    <a:pt x="357375" y="144262"/>
                  </a:lnTo>
                  <a:lnTo>
                    <a:pt x="362293" y="140983"/>
                  </a:lnTo>
                  <a:lnTo>
                    <a:pt x="367211" y="136065"/>
                  </a:lnTo>
                  <a:lnTo>
                    <a:pt x="372130" y="132786"/>
                  </a:lnTo>
                  <a:lnTo>
                    <a:pt x="377047" y="127868"/>
                  </a:lnTo>
                  <a:lnTo>
                    <a:pt x="381966" y="124590"/>
                  </a:lnTo>
                  <a:lnTo>
                    <a:pt x="386883" y="121311"/>
                  </a:lnTo>
                  <a:lnTo>
                    <a:pt x="391802" y="118032"/>
                  </a:lnTo>
                  <a:lnTo>
                    <a:pt x="396720" y="113114"/>
                  </a:lnTo>
                  <a:lnTo>
                    <a:pt x="401638" y="109836"/>
                  </a:lnTo>
                  <a:lnTo>
                    <a:pt x="406556" y="106557"/>
                  </a:lnTo>
                  <a:lnTo>
                    <a:pt x="411474" y="103278"/>
                  </a:lnTo>
                  <a:lnTo>
                    <a:pt x="416392" y="98360"/>
                  </a:lnTo>
                  <a:lnTo>
                    <a:pt x="421310" y="95081"/>
                  </a:lnTo>
                  <a:lnTo>
                    <a:pt x="426228" y="91803"/>
                  </a:lnTo>
                  <a:lnTo>
                    <a:pt x="431146" y="86885"/>
                  </a:lnTo>
                  <a:lnTo>
                    <a:pt x="432785" y="85245"/>
                  </a:lnTo>
                  <a:lnTo>
                    <a:pt x="436064" y="86885"/>
                  </a:lnTo>
                  <a:lnTo>
                    <a:pt x="440982" y="86885"/>
                  </a:lnTo>
                  <a:lnTo>
                    <a:pt x="444260" y="86885"/>
                  </a:lnTo>
                  <a:lnTo>
                    <a:pt x="449178" y="88524"/>
                  </a:lnTo>
                  <a:lnTo>
                    <a:pt x="452457" y="86885"/>
                  </a:lnTo>
                  <a:lnTo>
                    <a:pt x="455736" y="86885"/>
                  </a:lnTo>
                  <a:lnTo>
                    <a:pt x="459014" y="86885"/>
                  </a:lnTo>
                  <a:lnTo>
                    <a:pt x="463932" y="86885"/>
                  </a:lnTo>
                  <a:lnTo>
                    <a:pt x="467211" y="88524"/>
                  </a:lnTo>
                  <a:lnTo>
                    <a:pt x="470490" y="88524"/>
                  </a:lnTo>
                  <a:lnTo>
                    <a:pt x="475408" y="91803"/>
                  </a:lnTo>
                  <a:lnTo>
                    <a:pt x="478686" y="90164"/>
                  </a:lnTo>
                  <a:lnTo>
                    <a:pt x="478686" y="95081"/>
                  </a:lnTo>
                  <a:lnTo>
                    <a:pt x="480326" y="98360"/>
                  </a:lnTo>
                  <a:lnTo>
                    <a:pt x="483604" y="101639"/>
                  </a:lnTo>
                  <a:lnTo>
                    <a:pt x="488522" y="98360"/>
                  </a:lnTo>
                  <a:lnTo>
                    <a:pt x="486883" y="103278"/>
                  </a:lnTo>
                  <a:lnTo>
                    <a:pt x="491801" y="106557"/>
                  </a:lnTo>
                  <a:lnTo>
                    <a:pt x="495080" y="106557"/>
                  </a:lnTo>
                  <a:lnTo>
                    <a:pt x="498358" y="109836"/>
                  </a:lnTo>
                  <a:lnTo>
                    <a:pt x="503276" y="109836"/>
                  </a:lnTo>
                  <a:lnTo>
                    <a:pt x="506555" y="111475"/>
                  </a:lnTo>
                  <a:lnTo>
                    <a:pt x="509834" y="111475"/>
                  </a:lnTo>
                  <a:lnTo>
                    <a:pt x="514752" y="114754"/>
                  </a:lnTo>
                  <a:lnTo>
                    <a:pt x="518030" y="114754"/>
                  </a:lnTo>
                  <a:lnTo>
                    <a:pt x="521309" y="113114"/>
                  </a:lnTo>
                  <a:lnTo>
                    <a:pt x="526227" y="113114"/>
                  </a:lnTo>
                  <a:lnTo>
                    <a:pt x="529506" y="113114"/>
                  </a:lnTo>
                  <a:lnTo>
                    <a:pt x="532784" y="114754"/>
                  </a:lnTo>
                  <a:lnTo>
                    <a:pt x="536063" y="114754"/>
                  </a:lnTo>
                  <a:lnTo>
                    <a:pt x="537703" y="116393"/>
                  </a:lnTo>
                  <a:lnTo>
                    <a:pt x="542620" y="118032"/>
                  </a:lnTo>
                  <a:lnTo>
                    <a:pt x="545899" y="121311"/>
                  </a:lnTo>
                  <a:lnTo>
                    <a:pt x="547539" y="122950"/>
                  </a:lnTo>
                  <a:lnTo>
                    <a:pt x="550817" y="122950"/>
                  </a:lnTo>
                  <a:lnTo>
                    <a:pt x="549178" y="118032"/>
                  </a:lnTo>
                  <a:lnTo>
                    <a:pt x="552457" y="116393"/>
                  </a:lnTo>
                  <a:lnTo>
                    <a:pt x="549178" y="114754"/>
                  </a:lnTo>
                  <a:lnTo>
                    <a:pt x="552457" y="113114"/>
                  </a:lnTo>
                  <a:lnTo>
                    <a:pt x="557375" y="113114"/>
                  </a:lnTo>
                  <a:lnTo>
                    <a:pt x="560653" y="114754"/>
                  </a:lnTo>
                  <a:lnTo>
                    <a:pt x="563932" y="114754"/>
                  </a:lnTo>
                  <a:lnTo>
                    <a:pt x="568850" y="113114"/>
                  </a:lnTo>
                  <a:lnTo>
                    <a:pt x="572129" y="113114"/>
                  </a:lnTo>
                  <a:lnTo>
                    <a:pt x="572129" y="116393"/>
                  </a:lnTo>
                  <a:lnTo>
                    <a:pt x="570489" y="121311"/>
                  </a:lnTo>
                  <a:lnTo>
                    <a:pt x="575407" y="121311"/>
                  </a:lnTo>
                  <a:lnTo>
                    <a:pt x="577047" y="121311"/>
                  </a:lnTo>
                  <a:lnTo>
                    <a:pt x="577047" y="121311"/>
                  </a:lnTo>
                  <a:lnTo>
                    <a:pt x="577047" y="121311"/>
                  </a:lnTo>
                  <a:lnTo>
                    <a:pt x="578686" y="118032"/>
                  </a:lnTo>
                  <a:lnTo>
                    <a:pt x="578686" y="114754"/>
                  </a:lnTo>
                  <a:lnTo>
                    <a:pt x="580325" y="111475"/>
                  </a:lnTo>
                  <a:lnTo>
                    <a:pt x="583604" y="108196"/>
                  </a:lnTo>
                  <a:lnTo>
                    <a:pt x="586883" y="106557"/>
                  </a:lnTo>
                  <a:lnTo>
                    <a:pt x="591801" y="106557"/>
                  </a:lnTo>
                  <a:lnTo>
                    <a:pt x="595079" y="104918"/>
                  </a:lnTo>
                  <a:lnTo>
                    <a:pt x="599997" y="103278"/>
                  </a:lnTo>
                  <a:lnTo>
                    <a:pt x="603276" y="101639"/>
                  </a:lnTo>
                  <a:lnTo>
                    <a:pt x="606555" y="100000"/>
                  </a:lnTo>
                  <a:lnTo>
                    <a:pt x="608194" y="100000"/>
                  </a:lnTo>
                  <a:lnTo>
                    <a:pt x="613112" y="98360"/>
                  </a:lnTo>
                  <a:lnTo>
                    <a:pt x="614751" y="98360"/>
                  </a:lnTo>
                  <a:lnTo>
                    <a:pt x="618030" y="96721"/>
                  </a:lnTo>
                  <a:lnTo>
                    <a:pt x="622948" y="96721"/>
                  </a:lnTo>
                  <a:lnTo>
                    <a:pt x="626227" y="95081"/>
                  </a:lnTo>
                  <a:lnTo>
                    <a:pt x="629505" y="95081"/>
                  </a:lnTo>
                  <a:lnTo>
                    <a:pt x="634423" y="95081"/>
                  </a:lnTo>
                  <a:lnTo>
                    <a:pt x="637702" y="95081"/>
                  </a:lnTo>
                  <a:lnTo>
                    <a:pt x="642620" y="93442"/>
                  </a:lnTo>
                  <a:lnTo>
                    <a:pt x="645899" y="93442"/>
                  </a:lnTo>
                  <a:lnTo>
                    <a:pt x="649177" y="91803"/>
                  </a:lnTo>
                  <a:lnTo>
                    <a:pt x="652456" y="88524"/>
                  </a:lnTo>
                  <a:lnTo>
                    <a:pt x="657374" y="86885"/>
                  </a:lnTo>
                  <a:lnTo>
                    <a:pt x="660653" y="85245"/>
                  </a:lnTo>
                  <a:lnTo>
                    <a:pt x="663932" y="85245"/>
                  </a:lnTo>
                  <a:lnTo>
                    <a:pt x="668849" y="86885"/>
                  </a:lnTo>
                  <a:lnTo>
                    <a:pt x="672128" y="85245"/>
                  </a:lnTo>
                  <a:lnTo>
                    <a:pt x="668849" y="85245"/>
                  </a:lnTo>
                  <a:lnTo>
                    <a:pt x="672128" y="81967"/>
                  </a:lnTo>
                  <a:lnTo>
                    <a:pt x="677046" y="81967"/>
                  </a:lnTo>
                  <a:lnTo>
                    <a:pt x="680325" y="81967"/>
                  </a:lnTo>
                  <a:lnTo>
                    <a:pt x="677046" y="81967"/>
                  </a:lnTo>
                  <a:lnTo>
                    <a:pt x="680325" y="85245"/>
                  </a:lnTo>
                  <a:lnTo>
                    <a:pt x="683604" y="83606"/>
                  </a:lnTo>
                  <a:lnTo>
                    <a:pt x="688522" y="81967"/>
                  </a:lnTo>
                  <a:lnTo>
                    <a:pt x="691800" y="81967"/>
                  </a:lnTo>
                  <a:lnTo>
                    <a:pt x="696718" y="80328"/>
                  </a:lnTo>
                  <a:lnTo>
                    <a:pt x="699997" y="78688"/>
                  </a:lnTo>
                  <a:lnTo>
                    <a:pt x="703276" y="78688"/>
                  </a:lnTo>
                  <a:lnTo>
                    <a:pt x="708194" y="77049"/>
                  </a:lnTo>
                  <a:lnTo>
                    <a:pt x="711472" y="77049"/>
                  </a:lnTo>
                  <a:lnTo>
                    <a:pt x="716390" y="73770"/>
                  </a:lnTo>
                  <a:lnTo>
                    <a:pt x="714751" y="78688"/>
                  </a:lnTo>
                  <a:lnTo>
                    <a:pt x="718029" y="77049"/>
                  </a:lnTo>
                  <a:lnTo>
                    <a:pt x="722948" y="75409"/>
                  </a:lnTo>
                  <a:lnTo>
                    <a:pt x="726226" y="73770"/>
                  </a:lnTo>
                  <a:lnTo>
                    <a:pt x="727866" y="72131"/>
                  </a:lnTo>
                  <a:lnTo>
                    <a:pt x="731144" y="72131"/>
                  </a:lnTo>
                  <a:lnTo>
                    <a:pt x="734423" y="68852"/>
                  </a:lnTo>
                  <a:lnTo>
                    <a:pt x="739341" y="68852"/>
                  </a:lnTo>
                  <a:lnTo>
                    <a:pt x="742619" y="68852"/>
                  </a:lnTo>
                  <a:lnTo>
                    <a:pt x="747538" y="67213"/>
                  </a:lnTo>
                  <a:lnTo>
                    <a:pt x="750816" y="67213"/>
                  </a:lnTo>
                  <a:lnTo>
                    <a:pt x="747538" y="67213"/>
                  </a:lnTo>
                  <a:lnTo>
                    <a:pt x="750816" y="67213"/>
                  </a:lnTo>
                  <a:lnTo>
                    <a:pt x="754095" y="68852"/>
                  </a:lnTo>
                  <a:lnTo>
                    <a:pt x="757374" y="68852"/>
                  </a:lnTo>
                  <a:lnTo>
                    <a:pt x="762292" y="68852"/>
                  </a:lnTo>
                  <a:lnTo>
                    <a:pt x="765570" y="67213"/>
                  </a:lnTo>
                  <a:lnTo>
                    <a:pt x="768849" y="67213"/>
                  </a:lnTo>
                  <a:lnTo>
                    <a:pt x="773767" y="63934"/>
                  </a:lnTo>
                  <a:lnTo>
                    <a:pt x="777046" y="62295"/>
                  </a:lnTo>
                  <a:lnTo>
                    <a:pt x="773767" y="67213"/>
                  </a:lnTo>
                  <a:lnTo>
                    <a:pt x="777046" y="67213"/>
                  </a:lnTo>
                  <a:lnTo>
                    <a:pt x="773767" y="70491"/>
                  </a:lnTo>
                  <a:lnTo>
                    <a:pt x="770488" y="70491"/>
                  </a:lnTo>
                  <a:lnTo>
                    <a:pt x="767210" y="72131"/>
                  </a:lnTo>
                  <a:lnTo>
                    <a:pt x="763931" y="73770"/>
                  </a:lnTo>
                  <a:lnTo>
                    <a:pt x="760652" y="73770"/>
                  </a:lnTo>
                  <a:lnTo>
                    <a:pt x="755734" y="75409"/>
                  </a:lnTo>
                  <a:lnTo>
                    <a:pt x="750816" y="77049"/>
                  </a:lnTo>
                  <a:lnTo>
                    <a:pt x="750816" y="77049"/>
                  </a:lnTo>
                  <a:lnTo>
                    <a:pt x="747538" y="77049"/>
                  </a:lnTo>
                  <a:lnTo>
                    <a:pt x="742619" y="78688"/>
                  </a:lnTo>
                  <a:lnTo>
                    <a:pt x="739341" y="78688"/>
                  </a:lnTo>
                  <a:lnTo>
                    <a:pt x="736062" y="80328"/>
                  </a:lnTo>
                  <a:lnTo>
                    <a:pt x="731144" y="80328"/>
                  </a:lnTo>
                  <a:lnTo>
                    <a:pt x="727866" y="81967"/>
                  </a:lnTo>
                  <a:lnTo>
                    <a:pt x="724587" y="83606"/>
                  </a:lnTo>
                  <a:lnTo>
                    <a:pt x="719669" y="85245"/>
                  </a:lnTo>
                  <a:lnTo>
                    <a:pt x="716390" y="85245"/>
                  </a:lnTo>
                  <a:lnTo>
                    <a:pt x="713112" y="88524"/>
                  </a:lnTo>
                  <a:lnTo>
                    <a:pt x="708194" y="88524"/>
                  </a:lnTo>
                  <a:lnTo>
                    <a:pt x="706554" y="86885"/>
                  </a:lnTo>
                  <a:lnTo>
                    <a:pt x="704915" y="90164"/>
                  </a:lnTo>
                  <a:lnTo>
                    <a:pt x="699997" y="93442"/>
                  </a:lnTo>
                  <a:lnTo>
                    <a:pt x="696718" y="95081"/>
                  </a:lnTo>
                  <a:lnTo>
                    <a:pt x="699997" y="95081"/>
                  </a:lnTo>
                  <a:lnTo>
                    <a:pt x="704915" y="91803"/>
                  </a:lnTo>
                  <a:lnTo>
                    <a:pt x="701636" y="95081"/>
                  </a:lnTo>
                  <a:lnTo>
                    <a:pt x="696718" y="96721"/>
                  </a:lnTo>
                  <a:lnTo>
                    <a:pt x="699997" y="95081"/>
                  </a:lnTo>
                  <a:lnTo>
                    <a:pt x="696718" y="98360"/>
                  </a:lnTo>
                  <a:lnTo>
                    <a:pt x="693439" y="101639"/>
                  </a:lnTo>
                  <a:lnTo>
                    <a:pt x="690161" y="103278"/>
                  </a:lnTo>
                  <a:lnTo>
                    <a:pt x="693439" y="103278"/>
                  </a:lnTo>
                  <a:lnTo>
                    <a:pt x="696718" y="100000"/>
                  </a:lnTo>
                  <a:lnTo>
                    <a:pt x="701636" y="98360"/>
                  </a:lnTo>
                  <a:lnTo>
                    <a:pt x="704915" y="95081"/>
                  </a:lnTo>
                  <a:lnTo>
                    <a:pt x="708194" y="95081"/>
                  </a:lnTo>
                  <a:lnTo>
                    <a:pt x="713112" y="93442"/>
                  </a:lnTo>
                  <a:lnTo>
                    <a:pt x="716390" y="91803"/>
                  </a:lnTo>
                  <a:lnTo>
                    <a:pt x="719669" y="90164"/>
                  </a:lnTo>
                  <a:lnTo>
                    <a:pt x="724587" y="88524"/>
                  </a:lnTo>
                  <a:lnTo>
                    <a:pt x="727866" y="85245"/>
                  </a:lnTo>
                  <a:lnTo>
                    <a:pt x="732784" y="85245"/>
                  </a:lnTo>
                  <a:lnTo>
                    <a:pt x="736062" y="83606"/>
                  </a:lnTo>
                  <a:lnTo>
                    <a:pt x="739341" y="83606"/>
                  </a:lnTo>
                  <a:lnTo>
                    <a:pt x="742619" y="81967"/>
                  </a:lnTo>
                  <a:lnTo>
                    <a:pt x="744259" y="81967"/>
                  </a:lnTo>
                  <a:lnTo>
                    <a:pt x="747538" y="81967"/>
                  </a:lnTo>
                  <a:lnTo>
                    <a:pt x="750816" y="81967"/>
                  </a:lnTo>
                  <a:lnTo>
                    <a:pt x="755734" y="80328"/>
                  </a:lnTo>
                  <a:lnTo>
                    <a:pt x="759013" y="78688"/>
                  </a:lnTo>
                  <a:lnTo>
                    <a:pt x="763931" y="78688"/>
                  </a:lnTo>
                  <a:lnTo>
                    <a:pt x="767210" y="78688"/>
                  </a:lnTo>
                  <a:lnTo>
                    <a:pt x="772128" y="78688"/>
                  </a:lnTo>
                  <a:lnTo>
                    <a:pt x="775406" y="77049"/>
                  </a:lnTo>
                  <a:lnTo>
                    <a:pt x="780324" y="75409"/>
                  </a:lnTo>
                  <a:lnTo>
                    <a:pt x="783603" y="73770"/>
                  </a:lnTo>
                  <a:lnTo>
                    <a:pt x="780324" y="77049"/>
                  </a:lnTo>
                  <a:lnTo>
                    <a:pt x="775406" y="78688"/>
                  </a:lnTo>
                  <a:lnTo>
                    <a:pt x="772128" y="78688"/>
                  </a:lnTo>
                  <a:lnTo>
                    <a:pt x="767210" y="81967"/>
                  </a:lnTo>
                  <a:lnTo>
                    <a:pt x="770488" y="85245"/>
                  </a:lnTo>
                  <a:lnTo>
                    <a:pt x="775406" y="81967"/>
                  </a:lnTo>
                  <a:lnTo>
                    <a:pt x="778685" y="81967"/>
                  </a:lnTo>
                  <a:lnTo>
                    <a:pt x="781964" y="80328"/>
                  </a:lnTo>
                  <a:lnTo>
                    <a:pt x="786882" y="78688"/>
                  </a:lnTo>
                  <a:lnTo>
                    <a:pt x="790160" y="77049"/>
                  </a:lnTo>
                  <a:lnTo>
                    <a:pt x="793439" y="75409"/>
                  </a:lnTo>
                  <a:lnTo>
                    <a:pt x="798357" y="75409"/>
                  </a:lnTo>
                  <a:lnTo>
                    <a:pt x="801636" y="73770"/>
                  </a:lnTo>
                  <a:lnTo>
                    <a:pt x="803275" y="72131"/>
                  </a:lnTo>
                  <a:lnTo>
                    <a:pt x="804914" y="68852"/>
                  </a:lnTo>
                  <a:lnTo>
                    <a:pt x="809832" y="67213"/>
                  </a:lnTo>
                  <a:lnTo>
                    <a:pt x="813111" y="67213"/>
                  </a:lnTo>
                  <a:lnTo>
                    <a:pt x="818029" y="65573"/>
                  </a:lnTo>
                  <a:lnTo>
                    <a:pt x="821308" y="65573"/>
                  </a:lnTo>
                  <a:lnTo>
                    <a:pt x="826226" y="65573"/>
                  </a:lnTo>
                  <a:lnTo>
                    <a:pt x="829504" y="65573"/>
                  </a:lnTo>
                  <a:lnTo>
                    <a:pt x="832783" y="63934"/>
                  </a:lnTo>
                  <a:lnTo>
                    <a:pt x="829504" y="63934"/>
                  </a:lnTo>
                  <a:lnTo>
                    <a:pt x="826226" y="62295"/>
                  </a:lnTo>
                  <a:lnTo>
                    <a:pt x="829504" y="59016"/>
                  </a:lnTo>
                  <a:lnTo>
                    <a:pt x="824586" y="59016"/>
                  </a:lnTo>
                  <a:lnTo>
                    <a:pt x="829504" y="55737"/>
                  </a:lnTo>
                  <a:lnTo>
                    <a:pt x="832783" y="52459"/>
                  </a:lnTo>
                  <a:lnTo>
                    <a:pt x="836062" y="52459"/>
                  </a:lnTo>
                  <a:lnTo>
                    <a:pt x="839341" y="52459"/>
                  </a:lnTo>
                  <a:lnTo>
                    <a:pt x="839341" y="52459"/>
                  </a:lnTo>
                  <a:lnTo>
                    <a:pt x="842619" y="55737"/>
                  </a:lnTo>
                  <a:lnTo>
                    <a:pt x="845898" y="60655"/>
                  </a:lnTo>
                  <a:lnTo>
                    <a:pt x="845898" y="63934"/>
                  </a:lnTo>
                  <a:lnTo>
                    <a:pt x="844259" y="67213"/>
                  </a:lnTo>
                  <a:lnTo>
                    <a:pt x="842619" y="70491"/>
                  </a:lnTo>
                  <a:lnTo>
                    <a:pt x="842619" y="72131"/>
                  </a:lnTo>
                  <a:lnTo>
                    <a:pt x="842619" y="73770"/>
                  </a:lnTo>
                  <a:lnTo>
                    <a:pt x="837701" y="78688"/>
                  </a:lnTo>
                  <a:lnTo>
                    <a:pt x="836062" y="81967"/>
                  </a:lnTo>
                  <a:lnTo>
                    <a:pt x="837701" y="85245"/>
                  </a:lnTo>
                  <a:lnTo>
                    <a:pt x="839341" y="90164"/>
                  </a:lnTo>
                  <a:lnTo>
                    <a:pt x="840980" y="93442"/>
                  </a:lnTo>
                  <a:lnTo>
                    <a:pt x="845898" y="95081"/>
                  </a:lnTo>
                  <a:lnTo>
                    <a:pt x="849176" y="96721"/>
                  </a:lnTo>
                  <a:lnTo>
                    <a:pt x="852455" y="98360"/>
                  </a:lnTo>
                  <a:lnTo>
                    <a:pt x="857373" y="95081"/>
                  </a:lnTo>
                  <a:lnTo>
                    <a:pt x="860652" y="95081"/>
                  </a:lnTo>
                  <a:lnTo>
                    <a:pt x="863931" y="95081"/>
                  </a:lnTo>
                  <a:lnTo>
                    <a:pt x="860652" y="93442"/>
                  </a:lnTo>
                  <a:lnTo>
                    <a:pt x="857373" y="93442"/>
                  </a:lnTo>
                  <a:lnTo>
                    <a:pt x="852455" y="93442"/>
                  </a:lnTo>
                  <a:lnTo>
                    <a:pt x="857373" y="91803"/>
                  </a:lnTo>
                  <a:lnTo>
                    <a:pt x="860652" y="91803"/>
                  </a:lnTo>
                  <a:lnTo>
                    <a:pt x="863931" y="90164"/>
                  </a:lnTo>
                  <a:lnTo>
                    <a:pt x="867209" y="91803"/>
                  </a:lnTo>
                  <a:lnTo>
                    <a:pt x="870488" y="88524"/>
                  </a:lnTo>
                  <a:lnTo>
                    <a:pt x="865570" y="86885"/>
                  </a:lnTo>
                  <a:lnTo>
                    <a:pt x="870488" y="85245"/>
                  </a:lnTo>
                  <a:lnTo>
                    <a:pt x="873766" y="85245"/>
                  </a:lnTo>
                  <a:lnTo>
                    <a:pt x="877045" y="83606"/>
                  </a:lnTo>
                  <a:lnTo>
                    <a:pt x="881963" y="81967"/>
                  </a:lnTo>
                  <a:lnTo>
                    <a:pt x="885242" y="83606"/>
                  </a:lnTo>
                  <a:lnTo>
                    <a:pt x="881963" y="81967"/>
                  </a:lnTo>
                  <a:lnTo>
                    <a:pt x="877045" y="81967"/>
                  </a:lnTo>
                  <a:lnTo>
                    <a:pt x="881963" y="78688"/>
                  </a:lnTo>
                  <a:lnTo>
                    <a:pt x="885242" y="78688"/>
                  </a:lnTo>
                  <a:lnTo>
                    <a:pt x="888521" y="77049"/>
                  </a:lnTo>
                  <a:lnTo>
                    <a:pt x="893439" y="75409"/>
                  </a:lnTo>
                  <a:lnTo>
                    <a:pt x="896717" y="73770"/>
                  </a:lnTo>
                  <a:lnTo>
                    <a:pt x="899996" y="73770"/>
                  </a:lnTo>
                  <a:lnTo>
                    <a:pt x="904914" y="72131"/>
                  </a:lnTo>
                  <a:lnTo>
                    <a:pt x="901635" y="72131"/>
                  </a:lnTo>
                  <a:lnTo>
                    <a:pt x="898356" y="73770"/>
                  </a:lnTo>
                  <a:lnTo>
                    <a:pt x="899996" y="72131"/>
                  </a:lnTo>
                  <a:lnTo>
                    <a:pt x="896717" y="72131"/>
                  </a:lnTo>
                  <a:lnTo>
                    <a:pt x="895078" y="72131"/>
                  </a:lnTo>
                  <a:lnTo>
                    <a:pt x="893439" y="72131"/>
                  </a:lnTo>
                  <a:lnTo>
                    <a:pt x="890160" y="73770"/>
                  </a:lnTo>
                  <a:lnTo>
                    <a:pt x="886881" y="75409"/>
                  </a:lnTo>
                  <a:lnTo>
                    <a:pt x="888521" y="72131"/>
                  </a:lnTo>
                  <a:lnTo>
                    <a:pt x="893439" y="72131"/>
                  </a:lnTo>
                  <a:lnTo>
                    <a:pt x="896717" y="70491"/>
                  </a:lnTo>
                  <a:lnTo>
                    <a:pt x="899996" y="70491"/>
                  </a:lnTo>
                  <a:lnTo>
                    <a:pt x="904914" y="70491"/>
                  </a:lnTo>
                  <a:lnTo>
                    <a:pt x="908193" y="72131"/>
                  </a:lnTo>
                  <a:lnTo>
                    <a:pt x="911471" y="70491"/>
                  </a:lnTo>
                  <a:lnTo>
                    <a:pt x="909832" y="72131"/>
                  </a:lnTo>
                  <a:lnTo>
                    <a:pt x="909832" y="72131"/>
                  </a:lnTo>
                  <a:lnTo>
                    <a:pt x="909832" y="72131"/>
                  </a:lnTo>
                  <a:lnTo>
                    <a:pt x="909832" y="72131"/>
                  </a:lnTo>
                  <a:lnTo>
                    <a:pt x="908193" y="73770"/>
                  </a:lnTo>
                  <a:lnTo>
                    <a:pt x="904914" y="77049"/>
                  </a:lnTo>
                  <a:lnTo>
                    <a:pt x="901635" y="80328"/>
                  </a:lnTo>
                  <a:lnTo>
                    <a:pt x="898356" y="83606"/>
                  </a:lnTo>
                  <a:lnTo>
                    <a:pt x="901635" y="83606"/>
                  </a:lnTo>
                  <a:lnTo>
                    <a:pt x="906553" y="85245"/>
                  </a:lnTo>
                  <a:lnTo>
                    <a:pt x="901635" y="86885"/>
                  </a:lnTo>
                  <a:lnTo>
                    <a:pt x="898356" y="88524"/>
                  </a:lnTo>
                  <a:lnTo>
                    <a:pt x="893439" y="90164"/>
                  </a:lnTo>
                  <a:lnTo>
                    <a:pt x="890160" y="91803"/>
                  </a:lnTo>
                  <a:lnTo>
                    <a:pt x="886881" y="93442"/>
                  </a:lnTo>
                  <a:lnTo>
                    <a:pt x="881963" y="96721"/>
                  </a:lnTo>
                  <a:lnTo>
                    <a:pt x="886881" y="96721"/>
                  </a:lnTo>
                  <a:lnTo>
                    <a:pt x="890160" y="96721"/>
                  </a:lnTo>
                  <a:lnTo>
                    <a:pt x="893439" y="96721"/>
                  </a:lnTo>
                  <a:lnTo>
                    <a:pt x="898356" y="96721"/>
                  </a:lnTo>
                  <a:lnTo>
                    <a:pt x="898356" y="95081"/>
                  </a:lnTo>
                  <a:lnTo>
                    <a:pt x="903275" y="96721"/>
                  </a:lnTo>
                  <a:lnTo>
                    <a:pt x="906553" y="96721"/>
                  </a:lnTo>
                  <a:lnTo>
                    <a:pt x="909832" y="95081"/>
                  </a:lnTo>
                  <a:lnTo>
                    <a:pt x="914750" y="91803"/>
                  </a:lnTo>
                  <a:lnTo>
                    <a:pt x="918029" y="91803"/>
                  </a:lnTo>
                  <a:lnTo>
                    <a:pt x="922947" y="91803"/>
                  </a:lnTo>
                  <a:lnTo>
                    <a:pt x="926225" y="88524"/>
                  </a:lnTo>
                  <a:lnTo>
                    <a:pt x="929504" y="86885"/>
                  </a:lnTo>
                  <a:lnTo>
                    <a:pt x="934422" y="83606"/>
                  </a:lnTo>
                  <a:lnTo>
                    <a:pt x="937701" y="80328"/>
                  </a:lnTo>
                  <a:lnTo>
                    <a:pt x="940979" y="78688"/>
                  </a:lnTo>
                  <a:lnTo>
                    <a:pt x="944258" y="80328"/>
                  </a:lnTo>
                  <a:lnTo>
                    <a:pt x="949176" y="80328"/>
                  </a:lnTo>
                  <a:lnTo>
                    <a:pt x="952455" y="80328"/>
                  </a:lnTo>
                  <a:lnTo>
                    <a:pt x="955733" y="80328"/>
                  </a:lnTo>
                  <a:lnTo>
                    <a:pt x="960651" y="80328"/>
                  </a:lnTo>
                  <a:lnTo>
                    <a:pt x="963930" y="80328"/>
                  </a:lnTo>
                  <a:lnTo>
                    <a:pt x="967209" y="80328"/>
                  </a:lnTo>
                  <a:lnTo>
                    <a:pt x="972127" y="80328"/>
                  </a:lnTo>
                  <a:lnTo>
                    <a:pt x="975406" y="80328"/>
                  </a:lnTo>
                  <a:lnTo>
                    <a:pt x="980323" y="81967"/>
                  </a:lnTo>
                  <a:lnTo>
                    <a:pt x="983602" y="81967"/>
                  </a:lnTo>
                  <a:lnTo>
                    <a:pt x="986881" y="83606"/>
                  </a:lnTo>
                  <a:lnTo>
                    <a:pt x="990159" y="85245"/>
                  </a:lnTo>
                  <a:lnTo>
                    <a:pt x="995078" y="88524"/>
                  </a:lnTo>
                  <a:lnTo>
                    <a:pt x="998356" y="91803"/>
                  </a:lnTo>
                  <a:lnTo>
                    <a:pt x="1001635" y="95081"/>
                  </a:lnTo>
                  <a:lnTo>
                    <a:pt x="1004913" y="96721"/>
                  </a:lnTo>
                  <a:lnTo>
                    <a:pt x="1006553" y="96721"/>
                  </a:lnTo>
                  <a:lnTo>
                    <a:pt x="1009831" y="96721"/>
                  </a:lnTo>
                  <a:lnTo>
                    <a:pt x="1014749" y="98360"/>
                  </a:lnTo>
                  <a:lnTo>
                    <a:pt x="1018028" y="98360"/>
                  </a:lnTo>
                  <a:lnTo>
                    <a:pt x="1021307" y="98360"/>
                  </a:lnTo>
                  <a:lnTo>
                    <a:pt x="1026225" y="98360"/>
                  </a:lnTo>
                  <a:lnTo>
                    <a:pt x="1029503" y="100000"/>
                  </a:lnTo>
                  <a:lnTo>
                    <a:pt x="1034421" y="100000"/>
                  </a:lnTo>
                  <a:lnTo>
                    <a:pt x="1037700" y="103278"/>
                  </a:lnTo>
                  <a:lnTo>
                    <a:pt x="1040979" y="106557"/>
                  </a:lnTo>
                  <a:lnTo>
                    <a:pt x="1044258" y="108196"/>
                  </a:lnTo>
                  <a:lnTo>
                    <a:pt x="1049176" y="109836"/>
                  </a:lnTo>
                  <a:lnTo>
                    <a:pt x="1052454" y="109836"/>
                  </a:lnTo>
                  <a:lnTo>
                    <a:pt x="1055733" y="111475"/>
                  </a:lnTo>
                  <a:lnTo>
                    <a:pt x="1060651" y="111475"/>
                  </a:lnTo>
                  <a:lnTo>
                    <a:pt x="1063930" y="113114"/>
                  </a:lnTo>
                  <a:lnTo>
                    <a:pt x="1067208" y="113114"/>
                  </a:lnTo>
                  <a:lnTo>
                    <a:pt x="1072126" y="113114"/>
                  </a:lnTo>
                  <a:lnTo>
                    <a:pt x="1075405" y="114754"/>
                  </a:lnTo>
                  <a:lnTo>
                    <a:pt x="1078684" y="114754"/>
                  </a:lnTo>
                  <a:lnTo>
                    <a:pt x="1083602" y="114754"/>
                  </a:lnTo>
                  <a:lnTo>
                    <a:pt x="1086880" y="114754"/>
                  </a:lnTo>
                  <a:lnTo>
                    <a:pt x="1090159" y="116393"/>
                  </a:lnTo>
                  <a:lnTo>
                    <a:pt x="1093438" y="114754"/>
                  </a:lnTo>
                  <a:lnTo>
                    <a:pt x="1091798" y="111475"/>
                  </a:lnTo>
                  <a:lnTo>
                    <a:pt x="1096716" y="109836"/>
                  </a:lnTo>
                  <a:lnTo>
                    <a:pt x="1099995" y="111475"/>
                  </a:lnTo>
                  <a:lnTo>
                    <a:pt x="1103274" y="113114"/>
                  </a:lnTo>
                  <a:lnTo>
                    <a:pt x="1108192" y="109836"/>
                  </a:lnTo>
                  <a:lnTo>
                    <a:pt x="1111470" y="111475"/>
                  </a:lnTo>
                  <a:lnTo>
                    <a:pt x="1114749" y="111475"/>
                  </a:lnTo>
                  <a:lnTo>
                    <a:pt x="1119667" y="113114"/>
                  </a:lnTo>
                  <a:lnTo>
                    <a:pt x="1122946" y="116393"/>
                  </a:lnTo>
                  <a:lnTo>
                    <a:pt x="1126224" y="116393"/>
                  </a:lnTo>
                  <a:lnTo>
                    <a:pt x="1129503" y="119672"/>
                  </a:lnTo>
                  <a:lnTo>
                    <a:pt x="1132782" y="121311"/>
                  </a:lnTo>
                  <a:lnTo>
                    <a:pt x="1132782" y="124590"/>
                  </a:lnTo>
                  <a:lnTo>
                    <a:pt x="1136060" y="126229"/>
                  </a:lnTo>
                  <a:lnTo>
                    <a:pt x="1136060" y="129508"/>
                  </a:lnTo>
                  <a:lnTo>
                    <a:pt x="1134421" y="134426"/>
                  </a:lnTo>
                  <a:lnTo>
                    <a:pt x="1131143" y="134426"/>
                  </a:lnTo>
                  <a:lnTo>
                    <a:pt x="1127864" y="137704"/>
                  </a:lnTo>
                  <a:lnTo>
                    <a:pt x="1122946" y="137704"/>
                  </a:lnTo>
                  <a:lnTo>
                    <a:pt x="1119667" y="139344"/>
                  </a:lnTo>
                  <a:lnTo>
                    <a:pt x="1116388" y="137704"/>
                  </a:lnTo>
                  <a:lnTo>
                    <a:pt x="1111470" y="137704"/>
                  </a:lnTo>
                  <a:lnTo>
                    <a:pt x="1108192" y="137704"/>
                  </a:lnTo>
                  <a:lnTo>
                    <a:pt x="1104913" y="137704"/>
                  </a:lnTo>
                  <a:lnTo>
                    <a:pt x="1104913" y="140983"/>
                  </a:lnTo>
                  <a:lnTo>
                    <a:pt x="1099995" y="140983"/>
                  </a:lnTo>
                  <a:lnTo>
                    <a:pt x="1096716" y="140983"/>
                  </a:lnTo>
                  <a:lnTo>
                    <a:pt x="1093438" y="140983"/>
                  </a:lnTo>
                  <a:lnTo>
                    <a:pt x="1088520" y="144262"/>
                  </a:lnTo>
                  <a:lnTo>
                    <a:pt x="1086880" y="147540"/>
                  </a:lnTo>
                  <a:lnTo>
                    <a:pt x="1083602" y="149180"/>
                  </a:lnTo>
                  <a:lnTo>
                    <a:pt x="1080323" y="149180"/>
                  </a:lnTo>
                  <a:lnTo>
                    <a:pt x="1077044" y="149180"/>
                  </a:lnTo>
                  <a:lnTo>
                    <a:pt x="1072126" y="152458"/>
                  </a:lnTo>
                  <a:lnTo>
                    <a:pt x="1075405" y="152458"/>
                  </a:lnTo>
                  <a:lnTo>
                    <a:pt x="1080323" y="155737"/>
                  </a:lnTo>
                  <a:lnTo>
                    <a:pt x="1081962" y="155737"/>
                  </a:lnTo>
                  <a:lnTo>
                    <a:pt x="1085241" y="155737"/>
                  </a:lnTo>
                  <a:lnTo>
                    <a:pt x="1090159" y="154098"/>
                  </a:lnTo>
                  <a:lnTo>
                    <a:pt x="1093438" y="155737"/>
                  </a:lnTo>
                  <a:lnTo>
                    <a:pt x="1096716" y="157376"/>
                  </a:lnTo>
                  <a:lnTo>
                    <a:pt x="1101634" y="157376"/>
                  </a:lnTo>
                  <a:lnTo>
                    <a:pt x="1104913" y="157376"/>
                  </a:lnTo>
                  <a:lnTo>
                    <a:pt x="1109831" y="159016"/>
                  </a:lnTo>
                  <a:lnTo>
                    <a:pt x="1113110" y="159016"/>
                  </a:lnTo>
                  <a:lnTo>
                    <a:pt x="1116388" y="159016"/>
                  </a:lnTo>
                  <a:lnTo>
                    <a:pt x="1121306" y="159016"/>
                  </a:lnTo>
                  <a:lnTo>
                    <a:pt x="1124585" y="159016"/>
                  </a:lnTo>
                  <a:lnTo>
                    <a:pt x="1127864" y="159016"/>
                  </a:lnTo>
                  <a:lnTo>
                    <a:pt x="1132782" y="159016"/>
                  </a:lnTo>
                  <a:lnTo>
                    <a:pt x="1136060" y="159016"/>
                  </a:lnTo>
                  <a:lnTo>
                    <a:pt x="1139339" y="159016"/>
                  </a:lnTo>
                  <a:lnTo>
                    <a:pt x="1144257" y="159016"/>
                  </a:lnTo>
                  <a:lnTo>
                    <a:pt x="1147536" y="159016"/>
                  </a:lnTo>
                  <a:lnTo>
                    <a:pt x="1150815" y="159016"/>
                  </a:lnTo>
                  <a:lnTo>
                    <a:pt x="1155733" y="157376"/>
                  </a:lnTo>
                  <a:lnTo>
                    <a:pt x="1159011" y="157376"/>
                  </a:lnTo>
                  <a:lnTo>
                    <a:pt x="1162290" y="157376"/>
                  </a:lnTo>
                  <a:lnTo>
                    <a:pt x="1167208" y="159016"/>
                  </a:lnTo>
                  <a:lnTo>
                    <a:pt x="1167208" y="159016"/>
                  </a:lnTo>
                  <a:lnTo>
                    <a:pt x="1170487" y="157376"/>
                  </a:lnTo>
                  <a:lnTo>
                    <a:pt x="1175405" y="157376"/>
                  </a:lnTo>
                  <a:lnTo>
                    <a:pt x="1178683" y="157376"/>
                  </a:lnTo>
                  <a:lnTo>
                    <a:pt x="1181962" y="157376"/>
                  </a:lnTo>
                  <a:lnTo>
                    <a:pt x="1185240" y="155737"/>
                  </a:lnTo>
                  <a:lnTo>
                    <a:pt x="1190159" y="154098"/>
                  </a:lnTo>
                  <a:lnTo>
                    <a:pt x="1193437" y="154098"/>
                  </a:lnTo>
                  <a:lnTo>
                    <a:pt x="1190159" y="155737"/>
                  </a:lnTo>
                  <a:lnTo>
                    <a:pt x="1193437" y="155737"/>
                  </a:lnTo>
                  <a:lnTo>
                    <a:pt x="1198355" y="155737"/>
                  </a:lnTo>
                  <a:lnTo>
                    <a:pt x="1201634" y="154098"/>
                  </a:lnTo>
                  <a:lnTo>
                    <a:pt x="1204913" y="152458"/>
                  </a:lnTo>
                  <a:lnTo>
                    <a:pt x="1209830" y="152458"/>
                  </a:lnTo>
                  <a:lnTo>
                    <a:pt x="1213109" y="150819"/>
                  </a:lnTo>
                  <a:lnTo>
                    <a:pt x="1216388" y="149180"/>
                  </a:lnTo>
                  <a:lnTo>
                    <a:pt x="1221306" y="149180"/>
                  </a:lnTo>
                  <a:lnTo>
                    <a:pt x="1224585" y="150819"/>
                  </a:lnTo>
                  <a:lnTo>
                    <a:pt x="1227863" y="147540"/>
                  </a:lnTo>
                  <a:lnTo>
                    <a:pt x="1232781" y="147540"/>
                  </a:lnTo>
                  <a:lnTo>
                    <a:pt x="1231142" y="149180"/>
                  </a:lnTo>
                  <a:lnTo>
                    <a:pt x="1227863" y="152458"/>
                  </a:lnTo>
                  <a:lnTo>
                    <a:pt x="1227863" y="152458"/>
                  </a:lnTo>
                  <a:lnTo>
                    <a:pt x="1229503" y="152458"/>
                  </a:lnTo>
                  <a:lnTo>
                    <a:pt x="1232781" y="155737"/>
                  </a:lnTo>
                  <a:lnTo>
                    <a:pt x="1232781" y="159016"/>
                  </a:lnTo>
                  <a:lnTo>
                    <a:pt x="1236060" y="157376"/>
                  </a:lnTo>
                  <a:lnTo>
                    <a:pt x="1240978" y="157376"/>
                  </a:lnTo>
                  <a:lnTo>
                    <a:pt x="1244257" y="157376"/>
                  </a:lnTo>
                  <a:lnTo>
                    <a:pt x="1247535" y="157376"/>
                  </a:lnTo>
                  <a:lnTo>
                    <a:pt x="1247535" y="162294"/>
                  </a:lnTo>
                  <a:lnTo>
                    <a:pt x="1244257" y="165573"/>
                  </a:lnTo>
                  <a:lnTo>
                    <a:pt x="1240978" y="167212"/>
                  </a:lnTo>
                  <a:lnTo>
                    <a:pt x="1240978" y="168852"/>
                  </a:lnTo>
                  <a:lnTo>
                    <a:pt x="1240978" y="172130"/>
                  </a:lnTo>
                  <a:lnTo>
                    <a:pt x="1245896" y="170491"/>
                  </a:lnTo>
                  <a:lnTo>
                    <a:pt x="1249175" y="167212"/>
                  </a:lnTo>
                  <a:lnTo>
                    <a:pt x="1252453" y="162294"/>
                  </a:lnTo>
                  <a:lnTo>
                    <a:pt x="1257371" y="163934"/>
                  </a:lnTo>
                  <a:lnTo>
                    <a:pt x="1254093" y="168852"/>
                  </a:lnTo>
                  <a:lnTo>
                    <a:pt x="1250814" y="172130"/>
                  </a:lnTo>
                  <a:lnTo>
                    <a:pt x="1255732" y="168852"/>
                  </a:lnTo>
                  <a:lnTo>
                    <a:pt x="1259011" y="170491"/>
                  </a:lnTo>
                  <a:lnTo>
                    <a:pt x="1262289" y="173770"/>
                  </a:lnTo>
                  <a:lnTo>
                    <a:pt x="1262289" y="178688"/>
                  </a:lnTo>
                  <a:lnTo>
                    <a:pt x="1259011" y="181966"/>
                  </a:lnTo>
                  <a:lnTo>
                    <a:pt x="1255732" y="181966"/>
                  </a:lnTo>
                  <a:lnTo>
                    <a:pt x="1250814" y="181966"/>
                  </a:lnTo>
                  <a:lnTo>
                    <a:pt x="1247535" y="183606"/>
                  </a:lnTo>
                  <a:lnTo>
                    <a:pt x="1244257" y="183606"/>
                  </a:lnTo>
                  <a:lnTo>
                    <a:pt x="1240978" y="180327"/>
                  </a:lnTo>
                  <a:lnTo>
                    <a:pt x="1239339" y="183606"/>
                  </a:lnTo>
                  <a:lnTo>
                    <a:pt x="1242617" y="185245"/>
                  </a:lnTo>
                  <a:lnTo>
                    <a:pt x="1245896" y="186884"/>
                  </a:lnTo>
                  <a:lnTo>
                    <a:pt x="1244257" y="190163"/>
                  </a:lnTo>
                  <a:lnTo>
                    <a:pt x="1239339" y="190163"/>
                  </a:lnTo>
                  <a:lnTo>
                    <a:pt x="1240978" y="191802"/>
                  </a:lnTo>
                  <a:lnTo>
                    <a:pt x="1245896" y="195081"/>
                  </a:lnTo>
                  <a:lnTo>
                    <a:pt x="1244257" y="198360"/>
                  </a:lnTo>
                  <a:lnTo>
                    <a:pt x="1247535" y="195081"/>
                  </a:lnTo>
                  <a:lnTo>
                    <a:pt x="1247535" y="198360"/>
                  </a:lnTo>
                  <a:lnTo>
                    <a:pt x="1249175" y="203278"/>
                  </a:lnTo>
                  <a:lnTo>
                    <a:pt x="1247535" y="206556"/>
                  </a:lnTo>
                  <a:lnTo>
                    <a:pt x="1252453" y="209835"/>
                  </a:lnTo>
                  <a:lnTo>
                    <a:pt x="1250814" y="204917"/>
                  </a:lnTo>
                  <a:lnTo>
                    <a:pt x="1250814" y="201638"/>
                  </a:lnTo>
                  <a:lnTo>
                    <a:pt x="1250814" y="198360"/>
                  </a:lnTo>
                  <a:lnTo>
                    <a:pt x="1249175" y="195081"/>
                  </a:lnTo>
                  <a:lnTo>
                    <a:pt x="1254093" y="193442"/>
                  </a:lnTo>
                  <a:lnTo>
                    <a:pt x="1255732" y="188524"/>
                  </a:lnTo>
                  <a:lnTo>
                    <a:pt x="1259011" y="185245"/>
                  </a:lnTo>
                  <a:lnTo>
                    <a:pt x="1262289" y="185245"/>
                  </a:lnTo>
                  <a:lnTo>
                    <a:pt x="1265568" y="185245"/>
                  </a:lnTo>
                  <a:lnTo>
                    <a:pt x="1262289" y="188524"/>
                  </a:lnTo>
                  <a:lnTo>
                    <a:pt x="1259011" y="188524"/>
                  </a:lnTo>
                  <a:lnTo>
                    <a:pt x="1260650" y="191802"/>
                  </a:lnTo>
                  <a:lnTo>
                    <a:pt x="1265568" y="190163"/>
                  </a:lnTo>
                  <a:lnTo>
                    <a:pt x="1268847" y="186884"/>
                  </a:lnTo>
                  <a:lnTo>
                    <a:pt x="1272125" y="190163"/>
                  </a:lnTo>
                  <a:lnTo>
                    <a:pt x="1272125" y="186884"/>
                  </a:lnTo>
                  <a:lnTo>
                    <a:pt x="1272125" y="183606"/>
                  </a:lnTo>
                  <a:lnTo>
                    <a:pt x="1275404" y="180327"/>
                  </a:lnTo>
                  <a:lnTo>
                    <a:pt x="1277043" y="180327"/>
                  </a:lnTo>
                  <a:lnTo>
                    <a:pt x="1273765" y="177048"/>
                  </a:lnTo>
                  <a:lnTo>
                    <a:pt x="1275404" y="172130"/>
                  </a:lnTo>
                  <a:lnTo>
                    <a:pt x="1278683" y="168852"/>
                  </a:lnTo>
                  <a:lnTo>
                    <a:pt x="1281961" y="165573"/>
                  </a:lnTo>
                  <a:lnTo>
                    <a:pt x="1278683" y="160655"/>
                  </a:lnTo>
                  <a:lnTo>
                    <a:pt x="1278683" y="159016"/>
                  </a:lnTo>
                  <a:lnTo>
                    <a:pt x="1281961" y="155737"/>
                  </a:lnTo>
                  <a:lnTo>
                    <a:pt x="1285240" y="152458"/>
                  </a:lnTo>
                  <a:lnTo>
                    <a:pt x="1290158" y="152458"/>
                  </a:lnTo>
                  <a:lnTo>
                    <a:pt x="1293437" y="152458"/>
                  </a:lnTo>
                  <a:lnTo>
                    <a:pt x="1296715" y="149180"/>
                  </a:lnTo>
                  <a:lnTo>
                    <a:pt x="1293437" y="149180"/>
                  </a:lnTo>
                  <a:lnTo>
                    <a:pt x="1295076" y="145901"/>
                  </a:lnTo>
                  <a:lnTo>
                    <a:pt x="1298355" y="145901"/>
                  </a:lnTo>
                  <a:lnTo>
                    <a:pt x="1295076" y="147540"/>
                  </a:lnTo>
                  <a:lnTo>
                    <a:pt x="1298355" y="145901"/>
                  </a:lnTo>
                  <a:lnTo>
                    <a:pt x="1301633" y="145901"/>
                  </a:lnTo>
                  <a:lnTo>
                    <a:pt x="1304912" y="145901"/>
                  </a:lnTo>
                  <a:lnTo>
                    <a:pt x="1309830" y="145901"/>
                  </a:lnTo>
                  <a:lnTo>
                    <a:pt x="1313109" y="144262"/>
                  </a:lnTo>
                  <a:lnTo>
                    <a:pt x="1318027" y="142622"/>
                  </a:lnTo>
                  <a:lnTo>
                    <a:pt x="1321305" y="144262"/>
                  </a:lnTo>
                  <a:lnTo>
                    <a:pt x="1324584" y="142622"/>
                  </a:lnTo>
                  <a:lnTo>
                    <a:pt x="1329502" y="144262"/>
                  </a:lnTo>
                  <a:lnTo>
                    <a:pt x="1331142" y="142622"/>
                  </a:lnTo>
                  <a:lnTo>
                    <a:pt x="1334420" y="140983"/>
                  </a:lnTo>
                  <a:lnTo>
                    <a:pt x="1337699" y="137704"/>
                  </a:lnTo>
                  <a:lnTo>
                    <a:pt x="1342617" y="137704"/>
                  </a:lnTo>
                  <a:lnTo>
                    <a:pt x="1345895" y="134426"/>
                  </a:lnTo>
                  <a:lnTo>
                    <a:pt x="1349174" y="134426"/>
                  </a:lnTo>
                  <a:lnTo>
                    <a:pt x="1352453" y="132786"/>
                  </a:lnTo>
                  <a:lnTo>
                    <a:pt x="1357371" y="132786"/>
                  </a:lnTo>
                  <a:lnTo>
                    <a:pt x="1360650" y="132786"/>
                  </a:lnTo>
                  <a:lnTo>
                    <a:pt x="1365567" y="131147"/>
                  </a:lnTo>
                  <a:lnTo>
                    <a:pt x="1368846" y="131147"/>
                  </a:lnTo>
                  <a:lnTo>
                    <a:pt x="1372125" y="129508"/>
                  </a:lnTo>
                  <a:lnTo>
                    <a:pt x="1375404" y="126229"/>
                  </a:lnTo>
                  <a:lnTo>
                    <a:pt x="1378682" y="122950"/>
                  </a:lnTo>
                  <a:lnTo>
                    <a:pt x="1375404" y="124590"/>
                  </a:lnTo>
                  <a:lnTo>
                    <a:pt x="1372125" y="122950"/>
                  </a:lnTo>
                  <a:lnTo>
                    <a:pt x="1368846" y="124590"/>
                  </a:lnTo>
                  <a:lnTo>
                    <a:pt x="1363928" y="124590"/>
                  </a:lnTo>
                  <a:lnTo>
                    <a:pt x="1360650" y="126229"/>
                  </a:lnTo>
                  <a:lnTo>
                    <a:pt x="1357371" y="126229"/>
                  </a:lnTo>
                  <a:lnTo>
                    <a:pt x="1352453" y="127868"/>
                  </a:lnTo>
                  <a:lnTo>
                    <a:pt x="1349174" y="129508"/>
                  </a:lnTo>
                  <a:lnTo>
                    <a:pt x="1345895" y="129508"/>
                  </a:lnTo>
                  <a:lnTo>
                    <a:pt x="1344256" y="134426"/>
                  </a:lnTo>
                  <a:lnTo>
                    <a:pt x="1340977" y="134426"/>
                  </a:lnTo>
                  <a:lnTo>
                    <a:pt x="1337699" y="132786"/>
                  </a:lnTo>
                  <a:lnTo>
                    <a:pt x="1334420" y="132786"/>
                  </a:lnTo>
                  <a:lnTo>
                    <a:pt x="1329502" y="134426"/>
                  </a:lnTo>
                  <a:lnTo>
                    <a:pt x="1326224" y="136065"/>
                  </a:lnTo>
                  <a:lnTo>
                    <a:pt x="1321305" y="137704"/>
                  </a:lnTo>
                  <a:lnTo>
                    <a:pt x="1318027" y="136065"/>
                  </a:lnTo>
                  <a:lnTo>
                    <a:pt x="1314748" y="134426"/>
                  </a:lnTo>
                  <a:lnTo>
                    <a:pt x="1311470" y="134426"/>
                  </a:lnTo>
                  <a:lnTo>
                    <a:pt x="1306552" y="134426"/>
                  </a:lnTo>
                  <a:lnTo>
                    <a:pt x="1303273" y="137704"/>
                  </a:lnTo>
                  <a:lnTo>
                    <a:pt x="1306552" y="140983"/>
                  </a:lnTo>
                  <a:lnTo>
                    <a:pt x="1303273" y="140983"/>
                  </a:lnTo>
                  <a:lnTo>
                    <a:pt x="1298355" y="140983"/>
                  </a:lnTo>
                  <a:lnTo>
                    <a:pt x="1295076" y="140983"/>
                  </a:lnTo>
                  <a:lnTo>
                    <a:pt x="1291797" y="140983"/>
                  </a:lnTo>
                  <a:lnTo>
                    <a:pt x="1286880" y="142622"/>
                  </a:lnTo>
                  <a:lnTo>
                    <a:pt x="1283601" y="140983"/>
                  </a:lnTo>
                  <a:lnTo>
                    <a:pt x="1286880" y="139344"/>
                  </a:lnTo>
                  <a:lnTo>
                    <a:pt x="1283601" y="140983"/>
                  </a:lnTo>
                  <a:lnTo>
                    <a:pt x="1285240" y="136065"/>
                  </a:lnTo>
                  <a:lnTo>
                    <a:pt x="1281961" y="137704"/>
                  </a:lnTo>
                  <a:lnTo>
                    <a:pt x="1278683" y="136065"/>
                  </a:lnTo>
                  <a:lnTo>
                    <a:pt x="1281961" y="134426"/>
                  </a:lnTo>
                  <a:lnTo>
                    <a:pt x="1285240" y="132786"/>
                  </a:lnTo>
                  <a:lnTo>
                    <a:pt x="1288519" y="131147"/>
                  </a:lnTo>
                  <a:lnTo>
                    <a:pt x="1293437" y="129508"/>
                  </a:lnTo>
                  <a:lnTo>
                    <a:pt x="1296715" y="127868"/>
                  </a:lnTo>
                  <a:lnTo>
                    <a:pt x="1301633" y="124590"/>
                  </a:lnTo>
                  <a:lnTo>
                    <a:pt x="1304912" y="124590"/>
                  </a:lnTo>
                  <a:lnTo>
                    <a:pt x="1308191" y="122950"/>
                  </a:lnTo>
                  <a:lnTo>
                    <a:pt x="1313109" y="122950"/>
                  </a:lnTo>
                  <a:lnTo>
                    <a:pt x="1316387" y="122950"/>
                  </a:lnTo>
                  <a:lnTo>
                    <a:pt x="1319666" y="122950"/>
                  </a:lnTo>
                  <a:lnTo>
                    <a:pt x="1324584" y="122950"/>
                  </a:lnTo>
                  <a:lnTo>
                    <a:pt x="1327863" y="121311"/>
                  </a:lnTo>
                  <a:lnTo>
                    <a:pt x="1331142" y="121311"/>
                  </a:lnTo>
                  <a:lnTo>
                    <a:pt x="1336060" y="121311"/>
                  </a:lnTo>
                  <a:lnTo>
                    <a:pt x="1339338" y="119672"/>
                  </a:lnTo>
                  <a:lnTo>
                    <a:pt x="1342617" y="119672"/>
                  </a:lnTo>
                  <a:lnTo>
                    <a:pt x="1347535" y="118032"/>
                  </a:lnTo>
                  <a:lnTo>
                    <a:pt x="1350814" y="118032"/>
                  </a:lnTo>
                  <a:lnTo>
                    <a:pt x="1354092" y="116393"/>
                  </a:lnTo>
                  <a:lnTo>
                    <a:pt x="1357371" y="116393"/>
                  </a:lnTo>
                  <a:lnTo>
                    <a:pt x="1362289" y="116393"/>
                  </a:lnTo>
                  <a:lnTo>
                    <a:pt x="1365567" y="114754"/>
                  </a:lnTo>
                  <a:lnTo>
                    <a:pt x="1368846" y="114754"/>
                  </a:lnTo>
                  <a:lnTo>
                    <a:pt x="1373764" y="113114"/>
                  </a:lnTo>
                  <a:lnTo>
                    <a:pt x="1377043" y="113114"/>
                  </a:lnTo>
                  <a:lnTo>
                    <a:pt x="1380322" y="114754"/>
                  </a:lnTo>
                  <a:lnTo>
                    <a:pt x="1385240" y="114754"/>
                  </a:lnTo>
                  <a:lnTo>
                    <a:pt x="1386879" y="118032"/>
                  </a:lnTo>
                  <a:lnTo>
                    <a:pt x="1385240" y="121311"/>
                  </a:lnTo>
                  <a:lnTo>
                    <a:pt x="1383600" y="126229"/>
                  </a:lnTo>
                  <a:lnTo>
                    <a:pt x="1383600" y="129508"/>
                  </a:lnTo>
                  <a:lnTo>
                    <a:pt x="1378682" y="129508"/>
                  </a:lnTo>
                  <a:lnTo>
                    <a:pt x="1375404" y="132786"/>
                  </a:lnTo>
                  <a:lnTo>
                    <a:pt x="1378682" y="134426"/>
                  </a:lnTo>
                  <a:lnTo>
                    <a:pt x="1383600" y="137704"/>
                  </a:lnTo>
                  <a:lnTo>
                    <a:pt x="1386879" y="136065"/>
                  </a:lnTo>
                  <a:lnTo>
                    <a:pt x="1390158" y="136065"/>
                  </a:lnTo>
                  <a:lnTo>
                    <a:pt x="1386879" y="139344"/>
                  </a:lnTo>
                  <a:lnTo>
                    <a:pt x="1390158" y="137704"/>
                  </a:lnTo>
                  <a:lnTo>
                    <a:pt x="1395076" y="137704"/>
                  </a:lnTo>
                  <a:lnTo>
                    <a:pt x="1391797" y="142622"/>
                  </a:lnTo>
                  <a:lnTo>
                    <a:pt x="1391797" y="145901"/>
                  </a:lnTo>
                  <a:lnTo>
                    <a:pt x="1395076" y="145901"/>
                  </a:lnTo>
                  <a:lnTo>
                    <a:pt x="1398354" y="147540"/>
                  </a:lnTo>
                  <a:lnTo>
                    <a:pt x="1401633" y="145901"/>
                  </a:lnTo>
                  <a:lnTo>
                    <a:pt x="1404912" y="145901"/>
                  </a:lnTo>
                  <a:lnTo>
                    <a:pt x="1406551" y="145901"/>
                  </a:lnTo>
                  <a:lnTo>
                    <a:pt x="1411469" y="145901"/>
                  </a:lnTo>
                  <a:lnTo>
                    <a:pt x="1414748" y="144262"/>
                  </a:lnTo>
                  <a:lnTo>
                    <a:pt x="1418026" y="144262"/>
                  </a:lnTo>
                  <a:lnTo>
                    <a:pt x="1421305" y="142622"/>
                  </a:lnTo>
                  <a:lnTo>
                    <a:pt x="1426223" y="142622"/>
                  </a:lnTo>
                  <a:lnTo>
                    <a:pt x="1422944" y="147540"/>
                  </a:lnTo>
                  <a:lnTo>
                    <a:pt x="1426223" y="150819"/>
                  </a:lnTo>
                  <a:lnTo>
                    <a:pt x="1431141" y="150819"/>
                  </a:lnTo>
                  <a:lnTo>
                    <a:pt x="1431141" y="154098"/>
                  </a:lnTo>
                  <a:lnTo>
                    <a:pt x="1434420" y="155737"/>
                  </a:lnTo>
                  <a:lnTo>
                    <a:pt x="1439338" y="155737"/>
                  </a:lnTo>
                  <a:lnTo>
                    <a:pt x="1442617" y="159016"/>
                  </a:lnTo>
                  <a:lnTo>
                    <a:pt x="1445895" y="157376"/>
                  </a:lnTo>
                  <a:lnTo>
                    <a:pt x="1450813" y="157376"/>
                  </a:lnTo>
                  <a:lnTo>
                    <a:pt x="1454092" y="157376"/>
                  </a:lnTo>
                  <a:lnTo>
                    <a:pt x="1459010" y="159016"/>
                  </a:lnTo>
                  <a:lnTo>
                    <a:pt x="1462289" y="159016"/>
                  </a:lnTo>
                  <a:lnTo>
                    <a:pt x="1465567" y="157376"/>
                  </a:lnTo>
                  <a:lnTo>
                    <a:pt x="1468846" y="157376"/>
                  </a:lnTo>
                  <a:lnTo>
                    <a:pt x="1473764" y="155737"/>
                  </a:lnTo>
                  <a:lnTo>
                    <a:pt x="1477042" y="157376"/>
                  </a:lnTo>
                  <a:lnTo>
                    <a:pt x="1481960" y="157376"/>
                  </a:lnTo>
                  <a:lnTo>
                    <a:pt x="1485239" y="155737"/>
                  </a:lnTo>
                  <a:lnTo>
                    <a:pt x="1488518" y="154098"/>
                  </a:lnTo>
                  <a:lnTo>
                    <a:pt x="1491797" y="155737"/>
                  </a:lnTo>
                  <a:lnTo>
                    <a:pt x="1495075" y="154098"/>
                  </a:lnTo>
                  <a:lnTo>
                    <a:pt x="1498354" y="152458"/>
                  </a:lnTo>
                  <a:lnTo>
                    <a:pt x="1503272" y="152458"/>
                  </a:lnTo>
                  <a:lnTo>
                    <a:pt x="1506551" y="154098"/>
                  </a:lnTo>
                  <a:lnTo>
                    <a:pt x="1509829" y="154098"/>
                  </a:lnTo>
                  <a:lnTo>
                    <a:pt x="1509829" y="154098"/>
                  </a:lnTo>
                  <a:lnTo>
                    <a:pt x="1514747" y="155737"/>
                  </a:lnTo>
                  <a:lnTo>
                    <a:pt x="1518026" y="154098"/>
                  </a:lnTo>
                  <a:lnTo>
                    <a:pt x="1521304" y="155737"/>
                  </a:lnTo>
                  <a:lnTo>
                    <a:pt x="1524583" y="155737"/>
                  </a:lnTo>
                  <a:lnTo>
                    <a:pt x="1529501" y="159016"/>
                  </a:lnTo>
                  <a:lnTo>
                    <a:pt x="1532780" y="157376"/>
                  </a:lnTo>
                  <a:lnTo>
                    <a:pt x="1536059" y="159016"/>
                  </a:lnTo>
                  <a:lnTo>
                    <a:pt x="1540977" y="155737"/>
                  </a:lnTo>
                  <a:lnTo>
                    <a:pt x="1544255" y="155737"/>
                  </a:lnTo>
                  <a:lnTo>
                    <a:pt x="1547534" y="155737"/>
                  </a:lnTo>
                  <a:lnTo>
                    <a:pt x="1552452" y="155737"/>
                  </a:lnTo>
                  <a:lnTo>
                    <a:pt x="1555731" y="155737"/>
                  </a:lnTo>
                  <a:lnTo>
                    <a:pt x="1552452" y="150819"/>
                  </a:lnTo>
                  <a:lnTo>
                    <a:pt x="1552452" y="147540"/>
                  </a:lnTo>
                  <a:lnTo>
                    <a:pt x="1555731" y="144262"/>
                  </a:lnTo>
                  <a:lnTo>
                    <a:pt x="1560649" y="144262"/>
                  </a:lnTo>
                  <a:lnTo>
                    <a:pt x="1562288" y="149180"/>
                  </a:lnTo>
                  <a:lnTo>
                    <a:pt x="1562288" y="152458"/>
                  </a:lnTo>
                  <a:lnTo>
                    <a:pt x="1563927" y="155737"/>
                  </a:lnTo>
                  <a:lnTo>
                    <a:pt x="1567206" y="159016"/>
                  </a:lnTo>
                  <a:lnTo>
                    <a:pt x="1572124" y="162294"/>
                  </a:lnTo>
                  <a:lnTo>
                    <a:pt x="1575403" y="162294"/>
                  </a:lnTo>
                  <a:lnTo>
                    <a:pt x="1578681" y="160655"/>
                  </a:lnTo>
                  <a:lnTo>
                    <a:pt x="1581960" y="162294"/>
                  </a:lnTo>
                  <a:lnTo>
                    <a:pt x="1585239" y="159016"/>
                  </a:lnTo>
                  <a:lnTo>
                    <a:pt x="1588517" y="159016"/>
                  </a:lnTo>
                  <a:lnTo>
                    <a:pt x="1586878" y="157376"/>
                  </a:lnTo>
                  <a:lnTo>
                    <a:pt x="1591796" y="155737"/>
                  </a:lnTo>
                  <a:lnTo>
                    <a:pt x="1590157" y="150819"/>
                  </a:lnTo>
                  <a:lnTo>
                    <a:pt x="1586878" y="150819"/>
                  </a:lnTo>
                  <a:lnTo>
                    <a:pt x="1583599" y="147540"/>
                  </a:lnTo>
                  <a:lnTo>
                    <a:pt x="1580321" y="149180"/>
                  </a:lnTo>
                  <a:lnTo>
                    <a:pt x="1575403" y="149180"/>
                  </a:lnTo>
                  <a:lnTo>
                    <a:pt x="1572124" y="149180"/>
                  </a:lnTo>
                  <a:lnTo>
                    <a:pt x="1568845" y="150819"/>
                  </a:lnTo>
                  <a:lnTo>
                    <a:pt x="1563927" y="154098"/>
                  </a:lnTo>
                  <a:lnTo>
                    <a:pt x="1563927" y="149180"/>
                  </a:lnTo>
                  <a:lnTo>
                    <a:pt x="1562288" y="145901"/>
                  </a:lnTo>
                  <a:lnTo>
                    <a:pt x="1562288" y="142622"/>
                  </a:lnTo>
                  <a:lnTo>
                    <a:pt x="1567206" y="140983"/>
                  </a:lnTo>
                  <a:lnTo>
                    <a:pt x="1565567" y="144262"/>
                  </a:lnTo>
                  <a:lnTo>
                    <a:pt x="1570485" y="140983"/>
                  </a:lnTo>
                  <a:lnTo>
                    <a:pt x="1567206" y="137704"/>
                  </a:lnTo>
                  <a:lnTo>
                    <a:pt x="1567206" y="132786"/>
                  </a:lnTo>
                  <a:lnTo>
                    <a:pt x="1570485" y="134426"/>
                  </a:lnTo>
                  <a:lnTo>
                    <a:pt x="1573763" y="134426"/>
                  </a:lnTo>
                  <a:lnTo>
                    <a:pt x="1578681" y="136065"/>
                  </a:lnTo>
                  <a:lnTo>
                    <a:pt x="1581960" y="136065"/>
                  </a:lnTo>
                  <a:lnTo>
                    <a:pt x="1585239" y="134426"/>
                  </a:lnTo>
                  <a:lnTo>
                    <a:pt x="1590157" y="132786"/>
                  </a:lnTo>
                  <a:lnTo>
                    <a:pt x="1591796" y="131147"/>
                  </a:lnTo>
                  <a:lnTo>
                    <a:pt x="1593435" y="127868"/>
                  </a:lnTo>
                  <a:lnTo>
                    <a:pt x="1596714" y="127868"/>
                  </a:lnTo>
                  <a:lnTo>
                    <a:pt x="1599993" y="129508"/>
                  </a:lnTo>
                  <a:lnTo>
                    <a:pt x="1604911" y="127868"/>
                  </a:lnTo>
                  <a:lnTo>
                    <a:pt x="1608189" y="129508"/>
                  </a:lnTo>
                  <a:lnTo>
                    <a:pt x="1611468" y="132786"/>
                  </a:lnTo>
                  <a:lnTo>
                    <a:pt x="1611468" y="136065"/>
                  </a:lnTo>
                  <a:lnTo>
                    <a:pt x="1608189" y="137704"/>
                  </a:lnTo>
                  <a:lnTo>
                    <a:pt x="1611468" y="137704"/>
                  </a:lnTo>
                  <a:lnTo>
                    <a:pt x="1616386" y="137704"/>
                  </a:lnTo>
                  <a:lnTo>
                    <a:pt x="1619665" y="139344"/>
                  </a:lnTo>
                  <a:lnTo>
                    <a:pt x="1622944" y="137704"/>
                  </a:lnTo>
                  <a:lnTo>
                    <a:pt x="1626222" y="136065"/>
                  </a:lnTo>
                  <a:lnTo>
                    <a:pt x="1622944" y="139344"/>
                  </a:lnTo>
                  <a:lnTo>
                    <a:pt x="1619665" y="140983"/>
                  </a:lnTo>
                  <a:lnTo>
                    <a:pt x="1614747" y="142622"/>
                  </a:lnTo>
                  <a:lnTo>
                    <a:pt x="1611468" y="145901"/>
                  </a:lnTo>
                  <a:lnTo>
                    <a:pt x="1614747" y="145901"/>
                  </a:lnTo>
                  <a:lnTo>
                    <a:pt x="1619665" y="142622"/>
                  </a:lnTo>
                  <a:lnTo>
                    <a:pt x="1622944" y="140983"/>
                  </a:lnTo>
                  <a:lnTo>
                    <a:pt x="1626222" y="140983"/>
                  </a:lnTo>
                  <a:lnTo>
                    <a:pt x="1631140" y="139344"/>
                  </a:lnTo>
                  <a:lnTo>
                    <a:pt x="1634419" y="139344"/>
                  </a:lnTo>
                  <a:lnTo>
                    <a:pt x="1637697" y="137704"/>
                  </a:lnTo>
                  <a:lnTo>
                    <a:pt x="1642616" y="137704"/>
                  </a:lnTo>
                  <a:lnTo>
                    <a:pt x="1637697" y="139344"/>
                  </a:lnTo>
                  <a:lnTo>
                    <a:pt x="1637697" y="139344"/>
                  </a:lnTo>
                  <a:lnTo>
                    <a:pt x="1632779" y="142622"/>
                  </a:lnTo>
                  <a:lnTo>
                    <a:pt x="1629501" y="145901"/>
                  </a:lnTo>
                  <a:lnTo>
                    <a:pt x="1626222" y="149180"/>
                  </a:lnTo>
                  <a:lnTo>
                    <a:pt x="1621304" y="152458"/>
                  </a:lnTo>
                  <a:lnTo>
                    <a:pt x="1618025" y="154098"/>
                  </a:lnTo>
                  <a:lnTo>
                    <a:pt x="1614747" y="157376"/>
                  </a:lnTo>
                  <a:lnTo>
                    <a:pt x="1611468" y="162294"/>
                  </a:lnTo>
                  <a:lnTo>
                    <a:pt x="1608189" y="160655"/>
                  </a:lnTo>
                  <a:lnTo>
                    <a:pt x="1604911" y="163934"/>
                  </a:lnTo>
                  <a:lnTo>
                    <a:pt x="1601632" y="167212"/>
                  </a:lnTo>
                  <a:lnTo>
                    <a:pt x="1604911" y="168852"/>
                  </a:lnTo>
                  <a:lnTo>
                    <a:pt x="1608189" y="168852"/>
                  </a:lnTo>
                  <a:lnTo>
                    <a:pt x="1604911" y="172130"/>
                  </a:lnTo>
                  <a:lnTo>
                    <a:pt x="1601632" y="173770"/>
                  </a:lnTo>
                  <a:lnTo>
                    <a:pt x="1599993" y="177048"/>
                  </a:lnTo>
                  <a:lnTo>
                    <a:pt x="1603271" y="177048"/>
                  </a:lnTo>
                  <a:lnTo>
                    <a:pt x="1608189" y="173770"/>
                  </a:lnTo>
                  <a:lnTo>
                    <a:pt x="1611468" y="173770"/>
                  </a:lnTo>
                  <a:lnTo>
                    <a:pt x="1614747" y="172130"/>
                  </a:lnTo>
                  <a:lnTo>
                    <a:pt x="1619665" y="173770"/>
                  </a:lnTo>
                  <a:lnTo>
                    <a:pt x="1614747" y="175409"/>
                  </a:lnTo>
                  <a:lnTo>
                    <a:pt x="1611468" y="177048"/>
                  </a:lnTo>
                  <a:lnTo>
                    <a:pt x="1608189" y="178688"/>
                  </a:lnTo>
                  <a:lnTo>
                    <a:pt x="1611468" y="177048"/>
                  </a:lnTo>
                  <a:lnTo>
                    <a:pt x="1614747" y="177048"/>
                  </a:lnTo>
                  <a:lnTo>
                    <a:pt x="1619665" y="178688"/>
                  </a:lnTo>
                  <a:lnTo>
                    <a:pt x="1616386" y="181966"/>
                  </a:lnTo>
                  <a:lnTo>
                    <a:pt x="1616386" y="185245"/>
                  </a:lnTo>
                  <a:lnTo>
                    <a:pt x="1611468" y="186884"/>
                  </a:lnTo>
                  <a:lnTo>
                    <a:pt x="1608189" y="186884"/>
                  </a:lnTo>
                  <a:lnTo>
                    <a:pt x="1604911" y="186884"/>
                  </a:lnTo>
                  <a:lnTo>
                    <a:pt x="1599993" y="186884"/>
                  </a:lnTo>
                  <a:lnTo>
                    <a:pt x="1596714" y="186884"/>
                  </a:lnTo>
                  <a:lnTo>
                    <a:pt x="1598354" y="183606"/>
                  </a:lnTo>
                  <a:lnTo>
                    <a:pt x="1595075" y="186884"/>
                  </a:lnTo>
                  <a:lnTo>
                    <a:pt x="1591796" y="186884"/>
                  </a:lnTo>
                  <a:lnTo>
                    <a:pt x="1588517" y="183606"/>
                  </a:lnTo>
                  <a:lnTo>
                    <a:pt x="1585239" y="185245"/>
                  </a:lnTo>
                  <a:lnTo>
                    <a:pt x="1586878" y="188524"/>
                  </a:lnTo>
                  <a:lnTo>
                    <a:pt x="1588517" y="191802"/>
                  </a:lnTo>
                  <a:lnTo>
                    <a:pt x="1591796" y="195081"/>
                  </a:lnTo>
                  <a:lnTo>
                    <a:pt x="1591796" y="198360"/>
                  </a:lnTo>
                  <a:lnTo>
                    <a:pt x="1588517" y="201638"/>
                  </a:lnTo>
                  <a:lnTo>
                    <a:pt x="1590157" y="199999"/>
                  </a:lnTo>
                  <a:lnTo>
                    <a:pt x="1593435" y="198360"/>
                  </a:lnTo>
                  <a:lnTo>
                    <a:pt x="1596714" y="195081"/>
                  </a:lnTo>
                  <a:lnTo>
                    <a:pt x="1593435" y="195081"/>
                  </a:lnTo>
                  <a:lnTo>
                    <a:pt x="1591796" y="191802"/>
                  </a:lnTo>
                  <a:lnTo>
                    <a:pt x="1593435" y="186884"/>
                  </a:lnTo>
                  <a:lnTo>
                    <a:pt x="1596714" y="186884"/>
                  </a:lnTo>
                  <a:lnTo>
                    <a:pt x="1599993" y="188524"/>
                  </a:lnTo>
                  <a:lnTo>
                    <a:pt x="1604911" y="188524"/>
                  </a:lnTo>
                  <a:lnTo>
                    <a:pt x="1608189" y="188524"/>
                  </a:lnTo>
                  <a:lnTo>
                    <a:pt x="1611468" y="190163"/>
                  </a:lnTo>
                  <a:lnTo>
                    <a:pt x="1616386" y="186884"/>
                  </a:lnTo>
                  <a:lnTo>
                    <a:pt x="1618025" y="183606"/>
                  </a:lnTo>
                  <a:lnTo>
                    <a:pt x="1619665" y="180327"/>
                  </a:lnTo>
                  <a:lnTo>
                    <a:pt x="1622944" y="178688"/>
                  </a:lnTo>
                  <a:lnTo>
                    <a:pt x="1626222" y="175409"/>
                  </a:lnTo>
                  <a:lnTo>
                    <a:pt x="1629501" y="175409"/>
                  </a:lnTo>
                  <a:lnTo>
                    <a:pt x="1627861" y="170491"/>
                  </a:lnTo>
                  <a:lnTo>
                    <a:pt x="1629501" y="167212"/>
                  </a:lnTo>
                  <a:lnTo>
                    <a:pt x="1634419" y="163934"/>
                  </a:lnTo>
                  <a:lnTo>
                    <a:pt x="1631140" y="160655"/>
                  </a:lnTo>
                  <a:lnTo>
                    <a:pt x="1631140" y="157376"/>
                  </a:lnTo>
                  <a:lnTo>
                    <a:pt x="1634419" y="155737"/>
                  </a:lnTo>
                  <a:lnTo>
                    <a:pt x="1637697" y="154098"/>
                  </a:lnTo>
                  <a:lnTo>
                    <a:pt x="1640976" y="149180"/>
                  </a:lnTo>
                  <a:lnTo>
                    <a:pt x="1645894" y="147540"/>
                  </a:lnTo>
                  <a:lnTo>
                    <a:pt x="1649173" y="144262"/>
                  </a:lnTo>
                  <a:lnTo>
                    <a:pt x="1652451" y="145901"/>
                  </a:lnTo>
                  <a:lnTo>
                    <a:pt x="1657369" y="144262"/>
                  </a:lnTo>
                  <a:lnTo>
                    <a:pt x="1660648" y="145901"/>
                  </a:lnTo>
                  <a:lnTo>
                    <a:pt x="1665566" y="145901"/>
                  </a:lnTo>
                  <a:lnTo>
                    <a:pt x="1668845" y="144262"/>
                  </a:lnTo>
                  <a:lnTo>
                    <a:pt x="1672124" y="142622"/>
                  </a:lnTo>
                  <a:lnTo>
                    <a:pt x="1675402" y="140983"/>
                  </a:lnTo>
                  <a:lnTo>
                    <a:pt x="1680320" y="140983"/>
                  </a:lnTo>
                  <a:lnTo>
                    <a:pt x="1683599" y="139344"/>
                  </a:lnTo>
                  <a:lnTo>
                    <a:pt x="1688517" y="137704"/>
                  </a:lnTo>
                  <a:lnTo>
                    <a:pt x="1691796" y="136065"/>
                  </a:lnTo>
                  <a:lnTo>
                    <a:pt x="1695074" y="132786"/>
                  </a:lnTo>
                  <a:lnTo>
                    <a:pt x="1698353" y="131147"/>
                  </a:lnTo>
                  <a:lnTo>
                    <a:pt x="1703271" y="129508"/>
                  </a:lnTo>
                  <a:lnTo>
                    <a:pt x="1706550" y="129508"/>
                  </a:lnTo>
                  <a:lnTo>
                    <a:pt x="1709828" y="127868"/>
                  </a:lnTo>
                  <a:lnTo>
                    <a:pt x="1714746" y="127868"/>
                  </a:lnTo>
                  <a:lnTo>
                    <a:pt x="1718025" y="126229"/>
                  </a:lnTo>
                  <a:lnTo>
                    <a:pt x="1719664" y="124590"/>
                  </a:lnTo>
                  <a:lnTo>
                    <a:pt x="1722943" y="122950"/>
                  </a:lnTo>
                  <a:lnTo>
                    <a:pt x="1719664" y="124590"/>
                  </a:lnTo>
                  <a:lnTo>
                    <a:pt x="1716386" y="122950"/>
                  </a:lnTo>
                  <a:lnTo>
                    <a:pt x="1719664" y="119672"/>
                  </a:lnTo>
                  <a:lnTo>
                    <a:pt x="1722943" y="118032"/>
                  </a:lnTo>
                  <a:lnTo>
                    <a:pt x="1727861" y="114754"/>
                  </a:lnTo>
                  <a:lnTo>
                    <a:pt x="1729500" y="111475"/>
                  </a:lnTo>
                  <a:lnTo>
                    <a:pt x="1726222" y="108196"/>
                  </a:lnTo>
                  <a:lnTo>
                    <a:pt x="1721304" y="109836"/>
                  </a:lnTo>
                  <a:lnTo>
                    <a:pt x="1718025" y="113114"/>
                  </a:lnTo>
                  <a:lnTo>
                    <a:pt x="1714746" y="116393"/>
                  </a:lnTo>
                  <a:lnTo>
                    <a:pt x="1718025" y="114754"/>
                  </a:lnTo>
                  <a:lnTo>
                    <a:pt x="1721304" y="113114"/>
                  </a:lnTo>
                  <a:lnTo>
                    <a:pt x="1718025" y="114754"/>
                  </a:lnTo>
                  <a:lnTo>
                    <a:pt x="1714746" y="116393"/>
                  </a:lnTo>
                  <a:lnTo>
                    <a:pt x="1709828" y="118032"/>
                  </a:lnTo>
                  <a:lnTo>
                    <a:pt x="1706550" y="119672"/>
                  </a:lnTo>
                  <a:lnTo>
                    <a:pt x="1703271" y="119672"/>
                  </a:lnTo>
                  <a:lnTo>
                    <a:pt x="1698353" y="119672"/>
                  </a:lnTo>
                  <a:lnTo>
                    <a:pt x="1696714" y="116393"/>
                  </a:lnTo>
                  <a:lnTo>
                    <a:pt x="1699992" y="114754"/>
                  </a:lnTo>
                  <a:lnTo>
                    <a:pt x="1703271" y="111475"/>
                  </a:lnTo>
                  <a:lnTo>
                    <a:pt x="1708189" y="111475"/>
                  </a:lnTo>
                  <a:lnTo>
                    <a:pt x="1711468" y="109836"/>
                  </a:lnTo>
                  <a:lnTo>
                    <a:pt x="1714746" y="108196"/>
                  </a:lnTo>
                  <a:lnTo>
                    <a:pt x="1719664" y="106557"/>
                  </a:lnTo>
                  <a:lnTo>
                    <a:pt x="1722943" y="104918"/>
                  </a:lnTo>
                  <a:lnTo>
                    <a:pt x="1719664" y="101639"/>
                  </a:lnTo>
                  <a:lnTo>
                    <a:pt x="1722943" y="98360"/>
                  </a:lnTo>
                  <a:lnTo>
                    <a:pt x="1726222" y="96721"/>
                  </a:lnTo>
                  <a:lnTo>
                    <a:pt x="1731140" y="96721"/>
                  </a:lnTo>
                  <a:lnTo>
                    <a:pt x="1734418" y="96721"/>
                  </a:lnTo>
                  <a:lnTo>
                    <a:pt x="1737697" y="96721"/>
                  </a:lnTo>
                  <a:lnTo>
                    <a:pt x="1742615" y="95081"/>
                  </a:lnTo>
                  <a:lnTo>
                    <a:pt x="1745894" y="95081"/>
                  </a:lnTo>
                  <a:lnTo>
                    <a:pt x="1742615" y="96721"/>
                  </a:lnTo>
                  <a:lnTo>
                    <a:pt x="1737697" y="98360"/>
                  </a:lnTo>
                  <a:lnTo>
                    <a:pt x="1734418" y="100000"/>
                  </a:lnTo>
                  <a:lnTo>
                    <a:pt x="1731140" y="103278"/>
                  </a:lnTo>
                  <a:lnTo>
                    <a:pt x="1736058" y="101639"/>
                  </a:lnTo>
                  <a:lnTo>
                    <a:pt x="1739336" y="100000"/>
                  </a:lnTo>
                  <a:lnTo>
                    <a:pt x="1742615" y="98360"/>
                  </a:lnTo>
                  <a:lnTo>
                    <a:pt x="1745894" y="98360"/>
                  </a:lnTo>
                  <a:lnTo>
                    <a:pt x="1750812" y="95081"/>
                  </a:lnTo>
                  <a:lnTo>
                    <a:pt x="1749172" y="96721"/>
                  </a:lnTo>
                  <a:lnTo>
                    <a:pt x="1744254" y="95081"/>
                  </a:lnTo>
                  <a:lnTo>
                    <a:pt x="1749172" y="93442"/>
                  </a:lnTo>
                  <a:lnTo>
                    <a:pt x="1749172" y="90164"/>
                  </a:lnTo>
                  <a:lnTo>
                    <a:pt x="1744254" y="90164"/>
                  </a:lnTo>
                  <a:lnTo>
                    <a:pt x="1740976" y="91803"/>
                  </a:lnTo>
                  <a:lnTo>
                    <a:pt x="1737697" y="93442"/>
                  </a:lnTo>
                  <a:lnTo>
                    <a:pt x="1734418" y="93442"/>
                  </a:lnTo>
                  <a:lnTo>
                    <a:pt x="1729500" y="93442"/>
                  </a:lnTo>
                  <a:lnTo>
                    <a:pt x="1726222" y="91803"/>
                  </a:lnTo>
                  <a:lnTo>
                    <a:pt x="1724582" y="88524"/>
                  </a:lnTo>
                  <a:lnTo>
                    <a:pt x="1722943" y="85245"/>
                  </a:lnTo>
                  <a:lnTo>
                    <a:pt x="1719664" y="88524"/>
                  </a:lnTo>
                  <a:lnTo>
                    <a:pt x="1714746" y="88524"/>
                  </a:lnTo>
                  <a:lnTo>
                    <a:pt x="1711468" y="86885"/>
                  </a:lnTo>
                  <a:lnTo>
                    <a:pt x="1706550" y="85245"/>
                  </a:lnTo>
                  <a:lnTo>
                    <a:pt x="1703271" y="85245"/>
                  </a:lnTo>
                  <a:lnTo>
                    <a:pt x="1699992" y="80328"/>
                  </a:lnTo>
                  <a:lnTo>
                    <a:pt x="1696714" y="80328"/>
                  </a:lnTo>
                  <a:lnTo>
                    <a:pt x="1693435" y="80328"/>
                  </a:lnTo>
                  <a:lnTo>
                    <a:pt x="1690156" y="77049"/>
                  </a:lnTo>
                  <a:lnTo>
                    <a:pt x="1693435" y="73770"/>
                  </a:lnTo>
                  <a:lnTo>
                    <a:pt x="1690156" y="72131"/>
                  </a:lnTo>
                  <a:lnTo>
                    <a:pt x="1688517" y="70491"/>
                  </a:lnTo>
                  <a:lnTo>
                    <a:pt x="1688517" y="67213"/>
                  </a:lnTo>
                  <a:lnTo>
                    <a:pt x="1691796" y="63934"/>
                  </a:lnTo>
                  <a:lnTo>
                    <a:pt x="1696714" y="60655"/>
                  </a:lnTo>
                  <a:lnTo>
                    <a:pt x="1699992" y="59016"/>
                  </a:lnTo>
                  <a:lnTo>
                    <a:pt x="1703271" y="57377"/>
                  </a:lnTo>
                  <a:lnTo>
                    <a:pt x="1706550" y="54098"/>
                  </a:lnTo>
                  <a:lnTo>
                    <a:pt x="1711468" y="52459"/>
                  </a:lnTo>
                  <a:lnTo>
                    <a:pt x="1714746" y="52459"/>
                  </a:lnTo>
                  <a:lnTo>
                    <a:pt x="1719664" y="52459"/>
                  </a:lnTo>
                  <a:lnTo>
                    <a:pt x="1722943" y="52459"/>
                  </a:lnTo>
                  <a:lnTo>
                    <a:pt x="1718025" y="49180"/>
                  </a:lnTo>
                  <a:lnTo>
                    <a:pt x="1722943" y="49180"/>
                  </a:lnTo>
                  <a:lnTo>
                    <a:pt x="1726222" y="45901"/>
                  </a:lnTo>
                  <a:lnTo>
                    <a:pt x="1722943" y="47541"/>
                  </a:lnTo>
                  <a:lnTo>
                    <a:pt x="1718025" y="49180"/>
                  </a:lnTo>
                  <a:lnTo>
                    <a:pt x="1714746" y="49180"/>
                  </a:lnTo>
                  <a:lnTo>
                    <a:pt x="1713107" y="45901"/>
                  </a:lnTo>
                  <a:lnTo>
                    <a:pt x="1711468" y="42623"/>
                  </a:lnTo>
                  <a:lnTo>
                    <a:pt x="1714746" y="39344"/>
                  </a:lnTo>
                  <a:lnTo>
                    <a:pt x="1719664" y="37705"/>
                  </a:lnTo>
                  <a:lnTo>
                    <a:pt x="1722943" y="34426"/>
                  </a:lnTo>
                  <a:lnTo>
                    <a:pt x="1724582" y="31147"/>
                  </a:lnTo>
                  <a:lnTo>
                    <a:pt x="1729500" y="29508"/>
                  </a:lnTo>
                  <a:lnTo>
                    <a:pt x="1731140" y="26229"/>
                  </a:lnTo>
                  <a:lnTo>
                    <a:pt x="1734418" y="24590"/>
                  </a:lnTo>
                  <a:lnTo>
                    <a:pt x="1737697" y="24590"/>
                  </a:lnTo>
                  <a:lnTo>
                    <a:pt x="1742615" y="22951"/>
                  </a:lnTo>
                  <a:lnTo>
                    <a:pt x="1745894" y="21311"/>
                  </a:lnTo>
                  <a:lnTo>
                    <a:pt x="1749172" y="21311"/>
                  </a:lnTo>
                  <a:lnTo>
                    <a:pt x="1750812" y="21311"/>
                  </a:lnTo>
                  <a:lnTo>
                    <a:pt x="1752451" y="24590"/>
                  </a:lnTo>
                  <a:lnTo>
                    <a:pt x="1757369" y="26229"/>
                  </a:lnTo>
                  <a:lnTo>
                    <a:pt x="1760648" y="22951"/>
                  </a:lnTo>
                  <a:lnTo>
                    <a:pt x="1763926" y="19672"/>
                  </a:lnTo>
                  <a:lnTo>
                    <a:pt x="1768844" y="18033"/>
                  </a:lnTo>
                  <a:lnTo>
                    <a:pt x="1763926" y="18033"/>
                  </a:lnTo>
                  <a:lnTo>
                    <a:pt x="1760648" y="18033"/>
                  </a:lnTo>
                  <a:lnTo>
                    <a:pt x="1755730" y="16393"/>
                  </a:lnTo>
                  <a:lnTo>
                    <a:pt x="1760648" y="14754"/>
                  </a:lnTo>
                  <a:lnTo>
                    <a:pt x="1763926" y="13115"/>
                  </a:lnTo>
                  <a:lnTo>
                    <a:pt x="1767205" y="11475"/>
                  </a:lnTo>
                  <a:lnTo>
                    <a:pt x="1772123" y="11475"/>
                  </a:lnTo>
                  <a:lnTo>
                    <a:pt x="1775402" y="9836"/>
                  </a:lnTo>
                  <a:lnTo>
                    <a:pt x="1778681" y="9836"/>
                  </a:lnTo>
                  <a:lnTo>
                    <a:pt x="1783598" y="8197"/>
                  </a:lnTo>
                  <a:lnTo>
                    <a:pt x="1786877" y="6557"/>
                  </a:lnTo>
                  <a:lnTo>
                    <a:pt x="1790156" y="6557"/>
                  </a:lnTo>
                  <a:lnTo>
                    <a:pt x="1795074" y="6557"/>
                  </a:lnTo>
                  <a:lnTo>
                    <a:pt x="1798353" y="6557"/>
                  </a:lnTo>
                  <a:lnTo>
                    <a:pt x="1803271" y="4918"/>
                  </a:lnTo>
                  <a:lnTo>
                    <a:pt x="1798353" y="6557"/>
                  </a:lnTo>
                  <a:lnTo>
                    <a:pt x="1795074" y="4918"/>
                  </a:lnTo>
                  <a:lnTo>
                    <a:pt x="1790156" y="4918"/>
                  </a:lnTo>
                  <a:lnTo>
                    <a:pt x="1786877" y="3279"/>
                  </a:lnTo>
                  <a:lnTo>
                    <a:pt x="1790156" y="1639"/>
                  </a:lnTo>
                  <a:lnTo>
                    <a:pt x="1795074" y="1639"/>
                  </a:lnTo>
                  <a:lnTo>
                    <a:pt x="1798353" y="0"/>
                  </a:lnTo>
                  <a:lnTo>
                    <a:pt x="1801631" y="0"/>
                  </a:lnTo>
                  <a:lnTo>
                    <a:pt x="1804910" y="0"/>
                  </a:lnTo>
                  <a:lnTo>
                    <a:pt x="1806549" y="0"/>
                  </a:lnTo>
                  <a:lnTo>
                    <a:pt x="1809828" y="3279"/>
                  </a:lnTo>
                  <a:lnTo>
                    <a:pt x="1806549" y="4918"/>
                  </a:lnTo>
                  <a:lnTo>
                    <a:pt x="1801631" y="8197"/>
                  </a:lnTo>
                  <a:lnTo>
                    <a:pt x="1806549" y="8197"/>
                  </a:lnTo>
                  <a:lnTo>
                    <a:pt x="1803271" y="11475"/>
                  </a:lnTo>
                  <a:lnTo>
                    <a:pt x="1806549" y="9836"/>
                  </a:lnTo>
                  <a:lnTo>
                    <a:pt x="1809828" y="8197"/>
                  </a:lnTo>
                  <a:lnTo>
                    <a:pt x="1814746" y="8197"/>
                  </a:lnTo>
                  <a:lnTo>
                    <a:pt x="1818025" y="9836"/>
                  </a:lnTo>
                  <a:lnTo>
                    <a:pt x="1822943" y="9836"/>
                  </a:lnTo>
                  <a:lnTo>
                    <a:pt x="1818025" y="14754"/>
                  </a:lnTo>
                  <a:lnTo>
                    <a:pt x="1822943" y="16393"/>
                  </a:lnTo>
                  <a:lnTo>
                    <a:pt x="1826221" y="19672"/>
                  </a:lnTo>
                  <a:lnTo>
                    <a:pt x="1829500" y="24590"/>
                  </a:lnTo>
                  <a:lnTo>
                    <a:pt x="1826221" y="27869"/>
                  </a:lnTo>
                  <a:lnTo>
                    <a:pt x="1824582" y="31147"/>
                  </a:lnTo>
                  <a:lnTo>
                    <a:pt x="1821303" y="34426"/>
                  </a:lnTo>
                  <a:lnTo>
                    <a:pt x="1818025" y="37705"/>
                  </a:lnTo>
                  <a:lnTo>
                    <a:pt x="1814746" y="40983"/>
                  </a:lnTo>
                  <a:lnTo>
                    <a:pt x="1811467" y="42623"/>
                  </a:lnTo>
                  <a:lnTo>
                    <a:pt x="1814746" y="42623"/>
                  </a:lnTo>
                  <a:lnTo>
                    <a:pt x="1816385" y="44262"/>
                  </a:lnTo>
                  <a:lnTo>
                    <a:pt x="1814746" y="47541"/>
                  </a:lnTo>
                  <a:lnTo>
                    <a:pt x="1818025" y="47541"/>
                  </a:lnTo>
                  <a:lnTo>
                    <a:pt x="1821303" y="52459"/>
                  </a:lnTo>
                  <a:lnTo>
                    <a:pt x="1818025" y="54098"/>
                  </a:lnTo>
                  <a:lnTo>
                    <a:pt x="1822943" y="55737"/>
                  </a:lnTo>
                  <a:lnTo>
                    <a:pt x="1821303" y="60655"/>
                  </a:lnTo>
                  <a:lnTo>
                    <a:pt x="1818025" y="62295"/>
                  </a:lnTo>
                  <a:lnTo>
                    <a:pt x="1821303" y="62295"/>
                  </a:lnTo>
                  <a:lnTo>
                    <a:pt x="1826221" y="59016"/>
                  </a:lnTo>
                  <a:lnTo>
                    <a:pt x="1829500" y="60655"/>
                  </a:lnTo>
                  <a:lnTo>
                    <a:pt x="1826221" y="63934"/>
                  </a:lnTo>
                  <a:lnTo>
                    <a:pt x="1827861" y="67213"/>
                  </a:lnTo>
                  <a:lnTo>
                    <a:pt x="1824582" y="67213"/>
                  </a:lnTo>
                  <a:lnTo>
                    <a:pt x="1819664" y="67213"/>
                  </a:lnTo>
                  <a:lnTo>
                    <a:pt x="1816385" y="68852"/>
                  </a:lnTo>
                  <a:lnTo>
                    <a:pt x="1813106" y="67213"/>
                  </a:lnTo>
                  <a:lnTo>
                    <a:pt x="1808188" y="65573"/>
                  </a:lnTo>
                  <a:lnTo>
                    <a:pt x="1804910" y="65573"/>
                  </a:lnTo>
                  <a:lnTo>
                    <a:pt x="1801631" y="67213"/>
                  </a:lnTo>
                  <a:lnTo>
                    <a:pt x="1796713" y="70491"/>
                  </a:lnTo>
                  <a:lnTo>
                    <a:pt x="1801631" y="70491"/>
                  </a:lnTo>
                  <a:lnTo>
                    <a:pt x="1804910" y="68852"/>
                  </a:lnTo>
                  <a:lnTo>
                    <a:pt x="1809828" y="72131"/>
                  </a:lnTo>
                  <a:lnTo>
                    <a:pt x="1806549" y="73770"/>
                  </a:lnTo>
                  <a:lnTo>
                    <a:pt x="1803271" y="73770"/>
                  </a:lnTo>
                  <a:lnTo>
                    <a:pt x="1799992" y="77049"/>
                  </a:lnTo>
                  <a:lnTo>
                    <a:pt x="1795074" y="78688"/>
                  </a:lnTo>
                  <a:lnTo>
                    <a:pt x="1791795" y="78688"/>
                  </a:lnTo>
                  <a:lnTo>
                    <a:pt x="1788516" y="80328"/>
                  </a:lnTo>
                  <a:lnTo>
                    <a:pt x="1783598" y="80328"/>
                  </a:lnTo>
                  <a:lnTo>
                    <a:pt x="1780320" y="81967"/>
                  </a:lnTo>
                  <a:lnTo>
                    <a:pt x="1777041" y="83606"/>
                  </a:lnTo>
                  <a:lnTo>
                    <a:pt x="1780320" y="83606"/>
                  </a:lnTo>
                  <a:lnTo>
                    <a:pt x="1783598" y="83606"/>
                  </a:lnTo>
                  <a:lnTo>
                    <a:pt x="1780320" y="83606"/>
                  </a:lnTo>
                  <a:lnTo>
                    <a:pt x="1777041" y="85245"/>
                  </a:lnTo>
                  <a:lnTo>
                    <a:pt x="1780320" y="85245"/>
                  </a:lnTo>
                  <a:lnTo>
                    <a:pt x="1783598" y="83606"/>
                  </a:lnTo>
                  <a:lnTo>
                    <a:pt x="1788516" y="85245"/>
                  </a:lnTo>
                  <a:lnTo>
                    <a:pt x="1791795" y="85245"/>
                  </a:lnTo>
                  <a:lnTo>
                    <a:pt x="1791795" y="90164"/>
                  </a:lnTo>
                  <a:lnTo>
                    <a:pt x="1796713" y="90164"/>
                  </a:lnTo>
                  <a:lnTo>
                    <a:pt x="1799992" y="90164"/>
                  </a:lnTo>
                  <a:lnTo>
                    <a:pt x="1803271" y="88524"/>
                  </a:lnTo>
                  <a:lnTo>
                    <a:pt x="1808188" y="86885"/>
                  </a:lnTo>
                  <a:lnTo>
                    <a:pt x="1811467" y="85245"/>
                  </a:lnTo>
                  <a:lnTo>
                    <a:pt x="1814746" y="85245"/>
                  </a:lnTo>
                  <a:lnTo>
                    <a:pt x="1819664" y="86885"/>
                  </a:lnTo>
                  <a:lnTo>
                    <a:pt x="1814746" y="88524"/>
                  </a:lnTo>
                  <a:lnTo>
                    <a:pt x="1811467" y="90164"/>
                  </a:lnTo>
                  <a:lnTo>
                    <a:pt x="1808188" y="90164"/>
                  </a:lnTo>
                  <a:lnTo>
                    <a:pt x="1811467" y="90164"/>
                  </a:lnTo>
                  <a:lnTo>
                    <a:pt x="1814746" y="90164"/>
                  </a:lnTo>
                  <a:lnTo>
                    <a:pt x="1819664" y="90164"/>
                  </a:lnTo>
                  <a:lnTo>
                    <a:pt x="1822943" y="90164"/>
                  </a:lnTo>
                  <a:lnTo>
                    <a:pt x="1826221" y="91803"/>
                  </a:lnTo>
                  <a:lnTo>
                    <a:pt x="1831139" y="90164"/>
                  </a:lnTo>
                  <a:lnTo>
                    <a:pt x="1834418" y="91803"/>
                  </a:lnTo>
                  <a:lnTo>
                    <a:pt x="1837697" y="93442"/>
                  </a:lnTo>
                  <a:lnTo>
                    <a:pt x="1834418" y="93442"/>
                  </a:lnTo>
                  <a:lnTo>
                    <a:pt x="1831139" y="93442"/>
                  </a:lnTo>
                  <a:lnTo>
                    <a:pt x="1826221" y="95081"/>
                  </a:lnTo>
                  <a:lnTo>
                    <a:pt x="1822943" y="96721"/>
                  </a:lnTo>
                  <a:lnTo>
                    <a:pt x="1819664" y="98360"/>
                  </a:lnTo>
                  <a:lnTo>
                    <a:pt x="1814746" y="98360"/>
                  </a:lnTo>
                  <a:lnTo>
                    <a:pt x="1811467" y="100000"/>
                  </a:lnTo>
                  <a:lnTo>
                    <a:pt x="1813106" y="98360"/>
                  </a:lnTo>
                  <a:lnTo>
                    <a:pt x="1809828" y="98360"/>
                  </a:lnTo>
                  <a:lnTo>
                    <a:pt x="1806549" y="98360"/>
                  </a:lnTo>
                  <a:lnTo>
                    <a:pt x="1809828" y="101639"/>
                  </a:lnTo>
                  <a:lnTo>
                    <a:pt x="1813106" y="104918"/>
                  </a:lnTo>
                  <a:lnTo>
                    <a:pt x="1813106" y="108196"/>
                  </a:lnTo>
                  <a:lnTo>
                    <a:pt x="1813106" y="113114"/>
                  </a:lnTo>
                  <a:lnTo>
                    <a:pt x="1813106" y="116393"/>
                  </a:lnTo>
                  <a:lnTo>
                    <a:pt x="1809828" y="118032"/>
                  </a:lnTo>
                  <a:lnTo>
                    <a:pt x="1813106" y="116393"/>
                  </a:lnTo>
                  <a:lnTo>
                    <a:pt x="1809828" y="121311"/>
                  </a:lnTo>
                  <a:lnTo>
                    <a:pt x="1804910" y="124590"/>
                  </a:lnTo>
                  <a:lnTo>
                    <a:pt x="1801631" y="127868"/>
                  </a:lnTo>
                  <a:lnTo>
                    <a:pt x="1798353" y="131147"/>
                  </a:lnTo>
                  <a:lnTo>
                    <a:pt x="1801631" y="134426"/>
                  </a:lnTo>
                  <a:lnTo>
                    <a:pt x="1798353" y="134426"/>
                  </a:lnTo>
                  <a:lnTo>
                    <a:pt x="1801631" y="134426"/>
                  </a:lnTo>
                  <a:lnTo>
                    <a:pt x="1799992" y="139344"/>
                  </a:lnTo>
                  <a:lnTo>
                    <a:pt x="1804910" y="137704"/>
                  </a:lnTo>
                  <a:lnTo>
                    <a:pt x="1808188" y="134426"/>
                  </a:lnTo>
                  <a:lnTo>
                    <a:pt x="1813106" y="132786"/>
                  </a:lnTo>
                  <a:lnTo>
                    <a:pt x="1813106" y="132786"/>
                  </a:lnTo>
                  <a:lnTo>
                    <a:pt x="1813106" y="131147"/>
                  </a:lnTo>
                  <a:lnTo>
                    <a:pt x="1814746" y="131147"/>
                  </a:lnTo>
                  <a:lnTo>
                    <a:pt x="1814746" y="131147"/>
                  </a:lnTo>
                  <a:lnTo>
                    <a:pt x="1819664" y="129508"/>
                  </a:lnTo>
                  <a:lnTo>
                    <a:pt x="1822943" y="127868"/>
                  </a:lnTo>
                  <a:lnTo>
                    <a:pt x="1821303" y="124590"/>
                  </a:lnTo>
                  <a:lnTo>
                    <a:pt x="1826221" y="122950"/>
                  </a:lnTo>
                  <a:lnTo>
                    <a:pt x="1829500" y="122950"/>
                  </a:lnTo>
                  <a:lnTo>
                    <a:pt x="1832778" y="119672"/>
                  </a:lnTo>
                  <a:lnTo>
                    <a:pt x="1836057" y="116393"/>
                  </a:lnTo>
                  <a:lnTo>
                    <a:pt x="1837697" y="111475"/>
                  </a:lnTo>
                  <a:lnTo>
                    <a:pt x="1840975" y="109836"/>
                  </a:lnTo>
                  <a:lnTo>
                    <a:pt x="1845893" y="108196"/>
                  </a:lnTo>
                  <a:lnTo>
                    <a:pt x="1849172" y="106557"/>
                  </a:lnTo>
                  <a:lnTo>
                    <a:pt x="1852451" y="103278"/>
                  </a:lnTo>
                  <a:lnTo>
                    <a:pt x="1857369" y="101639"/>
                  </a:lnTo>
                  <a:lnTo>
                    <a:pt x="1860647" y="100000"/>
                  </a:lnTo>
                  <a:lnTo>
                    <a:pt x="1863926" y="100000"/>
                  </a:lnTo>
                  <a:lnTo>
                    <a:pt x="1868844" y="103278"/>
                  </a:lnTo>
                  <a:lnTo>
                    <a:pt x="1870483" y="106557"/>
                  </a:lnTo>
                  <a:lnTo>
                    <a:pt x="1873762" y="109836"/>
                  </a:lnTo>
                  <a:lnTo>
                    <a:pt x="1877041" y="111475"/>
                  </a:lnTo>
                  <a:lnTo>
                    <a:pt x="1880319" y="114754"/>
                  </a:lnTo>
                  <a:lnTo>
                    <a:pt x="1881959" y="119672"/>
                  </a:lnTo>
                  <a:lnTo>
                    <a:pt x="1880319" y="122950"/>
                  </a:lnTo>
                  <a:lnTo>
                    <a:pt x="1877041" y="126229"/>
                  </a:lnTo>
                  <a:lnTo>
                    <a:pt x="1877041" y="129508"/>
                  </a:lnTo>
                  <a:lnTo>
                    <a:pt x="1873762" y="134426"/>
                  </a:lnTo>
                  <a:lnTo>
                    <a:pt x="1870483" y="137704"/>
                  </a:lnTo>
                  <a:lnTo>
                    <a:pt x="1867205" y="139344"/>
                  </a:lnTo>
                  <a:lnTo>
                    <a:pt x="1863926" y="137704"/>
                  </a:lnTo>
                  <a:lnTo>
                    <a:pt x="1859008" y="137704"/>
                  </a:lnTo>
                  <a:lnTo>
                    <a:pt x="1862287" y="134426"/>
                  </a:lnTo>
                  <a:lnTo>
                    <a:pt x="1859008" y="136065"/>
                  </a:lnTo>
                  <a:lnTo>
                    <a:pt x="1855729" y="136065"/>
                  </a:lnTo>
                  <a:lnTo>
                    <a:pt x="1854090" y="140983"/>
                  </a:lnTo>
                  <a:lnTo>
                    <a:pt x="1850811" y="144262"/>
                  </a:lnTo>
                  <a:lnTo>
                    <a:pt x="1847533" y="147540"/>
                  </a:lnTo>
                  <a:lnTo>
                    <a:pt x="1844254" y="150819"/>
                  </a:lnTo>
                  <a:lnTo>
                    <a:pt x="1842615" y="154098"/>
                  </a:lnTo>
                  <a:lnTo>
                    <a:pt x="1842615" y="159016"/>
                  </a:lnTo>
                  <a:lnTo>
                    <a:pt x="1845893" y="162294"/>
                  </a:lnTo>
                  <a:lnTo>
                    <a:pt x="1847533" y="165573"/>
                  </a:lnTo>
                  <a:lnTo>
                    <a:pt x="1849172" y="168852"/>
                  </a:lnTo>
                  <a:lnTo>
                    <a:pt x="1852451" y="173770"/>
                  </a:lnTo>
                  <a:lnTo>
                    <a:pt x="1849172" y="177048"/>
                  </a:lnTo>
                  <a:lnTo>
                    <a:pt x="1845893" y="180327"/>
                  </a:lnTo>
                  <a:lnTo>
                    <a:pt x="1849172" y="181966"/>
                  </a:lnTo>
                  <a:lnTo>
                    <a:pt x="1850811" y="180327"/>
                  </a:lnTo>
                  <a:lnTo>
                    <a:pt x="1855729" y="177048"/>
                  </a:lnTo>
                  <a:lnTo>
                    <a:pt x="1859008" y="177048"/>
                  </a:lnTo>
                  <a:lnTo>
                    <a:pt x="1862287" y="175409"/>
                  </a:lnTo>
                  <a:lnTo>
                    <a:pt x="1865565" y="172130"/>
                  </a:lnTo>
                  <a:lnTo>
                    <a:pt x="1870483" y="170491"/>
                  </a:lnTo>
                  <a:lnTo>
                    <a:pt x="1873762" y="168852"/>
                  </a:lnTo>
                  <a:lnTo>
                    <a:pt x="1877041" y="172130"/>
                  </a:lnTo>
                  <a:lnTo>
                    <a:pt x="1881959" y="168852"/>
                  </a:lnTo>
                  <a:lnTo>
                    <a:pt x="1885237" y="165573"/>
                  </a:lnTo>
                  <a:lnTo>
                    <a:pt x="1888516" y="162294"/>
                  </a:lnTo>
                  <a:lnTo>
                    <a:pt x="1890155" y="159016"/>
                  </a:lnTo>
                  <a:lnTo>
                    <a:pt x="1893434" y="155737"/>
                  </a:lnTo>
                  <a:lnTo>
                    <a:pt x="1898352" y="154098"/>
                  </a:lnTo>
                  <a:lnTo>
                    <a:pt x="1899991" y="152458"/>
                  </a:lnTo>
                  <a:lnTo>
                    <a:pt x="1903270" y="150819"/>
                  </a:lnTo>
                  <a:lnTo>
                    <a:pt x="1906549" y="149180"/>
                  </a:lnTo>
                  <a:lnTo>
                    <a:pt x="1911467" y="147540"/>
                  </a:lnTo>
                  <a:lnTo>
                    <a:pt x="1914745" y="147540"/>
                  </a:lnTo>
                  <a:lnTo>
                    <a:pt x="1919663" y="144262"/>
                  </a:lnTo>
                  <a:lnTo>
                    <a:pt x="1922942" y="140983"/>
                  </a:lnTo>
                  <a:lnTo>
                    <a:pt x="1926221" y="137704"/>
                  </a:lnTo>
                  <a:lnTo>
                    <a:pt x="1931139" y="134426"/>
                  </a:lnTo>
                  <a:lnTo>
                    <a:pt x="1934418" y="131147"/>
                  </a:lnTo>
                  <a:lnTo>
                    <a:pt x="1937696" y="127868"/>
                  </a:lnTo>
                  <a:lnTo>
                    <a:pt x="1939335" y="124590"/>
                  </a:lnTo>
                  <a:lnTo>
                    <a:pt x="1944253" y="121311"/>
                  </a:lnTo>
                  <a:lnTo>
                    <a:pt x="1947532" y="119672"/>
                  </a:lnTo>
                  <a:lnTo>
                    <a:pt x="1952450" y="118032"/>
                  </a:lnTo>
                  <a:lnTo>
                    <a:pt x="1955729" y="119672"/>
                  </a:lnTo>
                  <a:lnTo>
                    <a:pt x="1959008" y="119672"/>
                  </a:lnTo>
                  <a:lnTo>
                    <a:pt x="1963925" y="119672"/>
                  </a:lnTo>
                  <a:lnTo>
                    <a:pt x="1967204" y="119672"/>
                  </a:lnTo>
                  <a:lnTo>
                    <a:pt x="1970483" y="116393"/>
                  </a:lnTo>
                  <a:lnTo>
                    <a:pt x="1967204" y="116393"/>
                  </a:lnTo>
                  <a:lnTo>
                    <a:pt x="1963925" y="114754"/>
                  </a:lnTo>
                  <a:lnTo>
                    <a:pt x="1967204" y="114754"/>
                  </a:lnTo>
                  <a:lnTo>
                    <a:pt x="1968843" y="111475"/>
                  </a:lnTo>
                  <a:lnTo>
                    <a:pt x="1972122" y="113114"/>
                  </a:lnTo>
                  <a:lnTo>
                    <a:pt x="1977040" y="111475"/>
                  </a:lnTo>
                  <a:lnTo>
                    <a:pt x="1973762" y="109836"/>
                  </a:lnTo>
                  <a:lnTo>
                    <a:pt x="1975401" y="109836"/>
                  </a:lnTo>
                  <a:lnTo>
                    <a:pt x="1980319" y="109836"/>
                  </a:lnTo>
                  <a:lnTo>
                    <a:pt x="1983598" y="109836"/>
                  </a:lnTo>
                  <a:lnTo>
                    <a:pt x="1980319" y="106557"/>
                  </a:lnTo>
                  <a:lnTo>
                    <a:pt x="1977040" y="104918"/>
                  </a:lnTo>
                  <a:lnTo>
                    <a:pt x="1972122" y="104918"/>
                  </a:lnTo>
                  <a:lnTo>
                    <a:pt x="1977040" y="103278"/>
                  </a:lnTo>
                  <a:lnTo>
                    <a:pt x="1972122" y="103278"/>
                  </a:lnTo>
                  <a:lnTo>
                    <a:pt x="1968843" y="101639"/>
                  </a:lnTo>
                  <a:lnTo>
                    <a:pt x="1968843" y="98360"/>
                  </a:lnTo>
                  <a:lnTo>
                    <a:pt x="1972122" y="98360"/>
                  </a:lnTo>
                  <a:lnTo>
                    <a:pt x="1972122" y="95081"/>
                  </a:lnTo>
                  <a:lnTo>
                    <a:pt x="1975401" y="91803"/>
                  </a:lnTo>
                  <a:lnTo>
                    <a:pt x="1972122" y="93442"/>
                  </a:lnTo>
                  <a:lnTo>
                    <a:pt x="1975401" y="90164"/>
                  </a:lnTo>
                  <a:lnTo>
                    <a:pt x="1978680" y="88524"/>
                  </a:lnTo>
                  <a:lnTo>
                    <a:pt x="1978680" y="85245"/>
                  </a:lnTo>
                  <a:lnTo>
                    <a:pt x="1981958" y="81967"/>
                  </a:lnTo>
                  <a:lnTo>
                    <a:pt x="1985237" y="78688"/>
                  </a:lnTo>
                  <a:lnTo>
                    <a:pt x="1981958" y="78688"/>
                  </a:lnTo>
                  <a:lnTo>
                    <a:pt x="1985237" y="78688"/>
                  </a:lnTo>
                  <a:lnTo>
                    <a:pt x="1990155" y="78688"/>
                  </a:lnTo>
                  <a:lnTo>
                    <a:pt x="1993434" y="80328"/>
                  </a:lnTo>
                  <a:lnTo>
                    <a:pt x="1996712" y="80328"/>
                  </a:lnTo>
                  <a:lnTo>
                    <a:pt x="2001630" y="80328"/>
                  </a:lnTo>
                  <a:lnTo>
                    <a:pt x="2004909" y="78688"/>
                  </a:lnTo>
                  <a:lnTo>
                    <a:pt x="2008188" y="78688"/>
                  </a:lnTo>
                  <a:lnTo>
                    <a:pt x="2013105" y="78688"/>
                  </a:lnTo>
                  <a:lnTo>
                    <a:pt x="2016384" y="78688"/>
                  </a:lnTo>
                  <a:lnTo>
                    <a:pt x="2019663" y="78688"/>
                  </a:lnTo>
                  <a:lnTo>
                    <a:pt x="2024581" y="81967"/>
                  </a:lnTo>
                  <a:lnTo>
                    <a:pt x="2027860" y="81967"/>
                  </a:lnTo>
                  <a:lnTo>
                    <a:pt x="2031138" y="83606"/>
                  </a:lnTo>
                  <a:lnTo>
                    <a:pt x="2034417" y="83606"/>
                  </a:lnTo>
                  <a:lnTo>
                    <a:pt x="2039335" y="85245"/>
                  </a:lnTo>
                  <a:lnTo>
                    <a:pt x="2042614" y="83606"/>
                  </a:lnTo>
                  <a:lnTo>
                    <a:pt x="2047532" y="85245"/>
                  </a:lnTo>
                  <a:lnTo>
                    <a:pt x="2050810" y="83606"/>
                  </a:lnTo>
                  <a:lnTo>
                    <a:pt x="2054089" y="83606"/>
                  </a:lnTo>
                  <a:lnTo>
                    <a:pt x="2059007" y="83606"/>
                  </a:lnTo>
                  <a:lnTo>
                    <a:pt x="2062286" y="85245"/>
                  </a:lnTo>
                  <a:lnTo>
                    <a:pt x="2065564" y="86885"/>
                  </a:lnTo>
                  <a:lnTo>
                    <a:pt x="2062286" y="86885"/>
                  </a:lnTo>
                  <a:lnTo>
                    <a:pt x="2059007" y="88524"/>
                  </a:lnTo>
                  <a:lnTo>
                    <a:pt x="2054089" y="90164"/>
                  </a:lnTo>
                  <a:lnTo>
                    <a:pt x="2050810" y="90164"/>
                  </a:lnTo>
                  <a:lnTo>
                    <a:pt x="2047532" y="90164"/>
                  </a:lnTo>
                  <a:lnTo>
                    <a:pt x="2042614" y="90164"/>
                  </a:lnTo>
                  <a:lnTo>
                    <a:pt x="2039335" y="90164"/>
                  </a:lnTo>
                  <a:lnTo>
                    <a:pt x="2042614" y="90164"/>
                  </a:lnTo>
                  <a:lnTo>
                    <a:pt x="2047532" y="91803"/>
                  </a:lnTo>
                  <a:lnTo>
                    <a:pt x="2050810" y="91803"/>
                  </a:lnTo>
                  <a:lnTo>
                    <a:pt x="2054089" y="91803"/>
                  </a:lnTo>
                  <a:lnTo>
                    <a:pt x="2054089" y="93442"/>
                  </a:lnTo>
                  <a:lnTo>
                    <a:pt x="2059007" y="93442"/>
                  </a:lnTo>
                  <a:lnTo>
                    <a:pt x="2062286" y="95081"/>
                  </a:lnTo>
                  <a:lnTo>
                    <a:pt x="2059007" y="95081"/>
                  </a:lnTo>
                  <a:lnTo>
                    <a:pt x="2060646" y="98360"/>
                  </a:lnTo>
                  <a:lnTo>
                    <a:pt x="2057368" y="101639"/>
                  </a:lnTo>
                  <a:lnTo>
                    <a:pt x="2062286" y="101639"/>
                  </a:lnTo>
                  <a:lnTo>
                    <a:pt x="2065564" y="100000"/>
                  </a:lnTo>
                  <a:lnTo>
                    <a:pt x="2068843" y="100000"/>
                  </a:lnTo>
                  <a:lnTo>
                    <a:pt x="2073761" y="100000"/>
                  </a:lnTo>
                  <a:lnTo>
                    <a:pt x="2077040" y="103278"/>
                  </a:lnTo>
                  <a:lnTo>
                    <a:pt x="2080318" y="103278"/>
                  </a:lnTo>
                  <a:lnTo>
                    <a:pt x="2078679" y="106557"/>
                  </a:lnTo>
                  <a:lnTo>
                    <a:pt x="2075400" y="106557"/>
                  </a:lnTo>
                  <a:lnTo>
                    <a:pt x="2070482" y="109836"/>
                  </a:lnTo>
                  <a:lnTo>
                    <a:pt x="2067204" y="109836"/>
                  </a:lnTo>
                  <a:lnTo>
                    <a:pt x="2063925" y="111475"/>
                  </a:lnTo>
                  <a:lnTo>
                    <a:pt x="2059007" y="113114"/>
                  </a:lnTo>
                  <a:lnTo>
                    <a:pt x="2055728" y="113114"/>
                  </a:lnTo>
                  <a:lnTo>
                    <a:pt x="2050810" y="114754"/>
                  </a:lnTo>
                  <a:lnTo>
                    <a:pt x="2055728" y="113114"/>
                  </a:lnTo>
                  <a:lnTo>
                    <a:pt x="2059007" y="113114"/>
                  </a:lnTo>
                  <a:lnTo>
                    <a:pt x="2062286" y="113114"/>
                  </a:lnTo>
                  <a:lnTo>
                    <a:pt x="2067204" y="114754"/>
                  </a:lnTo>
                  <a:lnTo>
                    <a:pt x="2070482" y="116393"/>
                  </a:lnTo>
                  <a:lnTo>
                    <a:pt x="2070482" y="119672"/>
                  </a:lnTo>
                  <a:lnTo>
                    <a:pt x="2067204" y="122950"/>
                  </a:lnTo>
                  <a:lnTo>
                    <a:pt x="2063925" y="124590"/>
                  </a:lnTo>
                  <a:lnTo>
                    <a:pt x="2059007" y="126229"/>
                  </a:lnTo>
                  <a:lnTo>
                    <a:pt x="2055728" y="127868"/>
                  </a:lnTo>
                  <a:lnTo>
                    <a:pt x="2052450" y="127868"/>
                  </a:lnTo>
                  <a:lnTo>
                    <a:pt x="2047532" y="127868"/>
                  </a:lnTo>
                  <a:lnTo>
                    <a:pt x="2044253" y="131147"/>
                  </a:lnTo>
                  <a:lnTo>
                    <a:pt x="2040974" y="131147"/>
                  </a:lnTo>
                  <a:lnTo>
                    <a:pt x="2037696" y="127868"/>
                  </a:lnTo>
                  <a:lnTo>
                    <a:pt x="2034417" y="131147"/>
                  </a:lnTo>
                  <a:lnTo>
                    <a:pt x="2029499" y="129508"/>
                  </a:lnTo>
                  <a:lnTo>
                    <a:pt x="2026220" y="131147"/>
                  </a:lnTo>
                  <a:lnTo>
                    <a:pt x="2022942" y="132786"/>
                  </a:lnTo>
                  <a:lnTo>
                    <a:pt x="2026220" y="134426"/>
                  </a:lnTo>
                  <a:lnTo>
                    <a:pt x="2022942" y="136065"/>
                  </a:lnTo>
                  <a:lnTo>
                    <a:pt x="2026220" y="137704"/>
                  </a:lnTo>
                  <a:lnTo>
                    <a:pt x="2022942" y="140983"/>
                  </a:lnTo>
                  <a:lnTo>
                    <a:pt x="2026220" y="142622"/>
                  </a:lnTo>
                  <a:lnTo>
                    <a:pt x="2031138" y="142622"/>
                  </a:lnTo>
                  <a:lnTo>
                    <a:pt x="2026220" y="144262"/>
                  </a:lnTo>
                  <a:lnTo>
                    <a:pt x="2022942" y="147540"/>
                  </a:lnTo>
                  <a:lnTo>
                    <a:pt x="2022942" y="152458"/>
                  </a:lnTo>
                  <a:lnTo>
                    <a:pt x="2026220" y="155737"/>
                  </a:lnTo>
                  <a:lnTo>
                    <a:pt x="2027860" y="159016"/>
                  </a:lnTo>
                  <a:lnTo>
                    <a:pt x="2032778" y="162294"/>
                  </a:lnTo>
                  <a:lnTo>
                    <a:pt x="2032778" y="165573"/>
                  </a:lnTo>
                  <a:lnTo>
                    <a:pt x="2031138" y="168852"/>
                  </a:lnTo>
                  <a:lnTo>
                    <a:pt x="2027860" y="172130"/>
                  </a:lnTo>
                  <a:lnTo>
                    <a:pt x="2022942" y="175409"/>
                  </a:lnTo>
                  <a:lnTo>
                    <a:pt x="2019663" y="178688"/>
                  </a:lnTo>
                  <a:lnTo>
                    <a:pt x="2016384" y="183606"/>
                  </a:lnTo>
                  <a:lnTo>
                    <a:pt x="2011466" y="185245"/>
                  </a:lnTo>
                  <a:lnTo>
                    <a:pt x="2008188" y="185245"/>
                  </a:lnTo>
                  <a:lnTo>
                    <a:pt x="2004909" y="185245"/>
                  </a:lnTo>
                  <a:lnTo>
                    <a:pt x="1999991" y="185245"/>
                  </a:lnTo>
                  <a:lnTo>
                    <a:pt x="1996712" y="186884"/>
                  </a:lnTo>
                  <a:lnTo>
                    <a:pt x="1993434" y="190163"/>
                  </a:lnTo>
                  <a:lnTo>
                    <a:pt x="1988515" y="191802"/>
                  </a:lnTo>
                  <a:lnTo>
                    <a:pt x="1985237" y="196720"/>
                  </a:lnTo>
                  <a:lnTo>
                    <a:pt x="1983598" y="195081"/>
                  </a:lnTo>
                  <a:lnTo>
                    <a:pt x="1980319" y="195081"/>
                  </a:lnTo>
                  <a:lnTo>
                    <a:pt x="1975401" y="198360"/>
                  </a:lnTo>
                  <a:lnTo>
                    <a:pt x="1972122" y="199999"/>
                  </a:lnTo>
                  <a:lnTo>
                    <a:pt x="1967204" y="201638"/>
                  </a:lnTo>
                  <a:lnTo>
                    <a:pt x="1963925" y="201638"/>
                  </a:lnTo>
                  <a:lnTo>
                    <a:pt x="1960647" y="201638"/>
                  </a:lnTo>
                  <a:lnTo>
                    <a:pt x="1955729" y="201638"/>
                  </a:lnTo>
                  <a:lnTo>
                    <a:pt x="1952450" y="204917"/>
                  </a:lnTo>
                  <a:lnTo>
                    <a:pt x="1949171" y="206556"/>
                  </a:lnTo>
                  <a:lnTo>
                    <a:pt x="1945893" y="208196"/>
                  </a:lnTo>
                  <a:lnTo>
                    <a:pt x="1940975" y="209835"/>
                  </a:lnTo>
                  <a:lnTo>
                    <a:pt x="1937696" y="209835"/>
                  </a:lnTo>
                  <a:lnTo>
                    <a:pt x="1932778" y="209835"/>
                  </a:lnTo>
                  <a:lnTo>
                    <a:pt x="1936057" y="206556"/>
                  </a:lnTo>
                  <a:lnTo>
                    <a:pt x="1932778" y="203278"/>
                  </a:lnTo>
                  <a:lnTo>
                    <a:pt x="1929499" y="199999"/>
                  </a:lnTo>
                  <a:lnTo>
                    <a:pt x="1931139" y="196720"/>
                  </a:lnTo>
                  <a:lnTo>
                    <a:pt x="1936057" y="198360"/>
                  </a:lnTo>
                  <a:lnTo>
                    <a:pt x="1936057" y="193442"/>
                  </a:lnTo>
                  <a:lnTo>
                    <a:pt x="1939335" y="190163"/>
                  </a:lnTo>
                  <a:lnTo>
                    <a:pt x="1936057" y="193442"/>
                  </a:lnTo>
                  <a:lnTo>
                    <a:pt x="1931139" y="195081"/>
                  </a:lnTo>
                  <a:lnTo>
                    <a:pt x="1927860" y="196720"/>
                  </a:lnTo>
                  <a:lnTo>
                    <a:pt x="1924581" y="195081"/>
                  </a:lnTo>
                  <a:lnTo>
                    <a:pt x="1924581" y="195081"/>
                  </a:lnTo>
                  <a:lnTo>
                    <a:pt x="1924581" y="193442"/>
                  </a:lnTo>
                  <a:lnTo>
                    <a:pt x="1924581" y="193442"/>
                  </a:lnTo>
                  <a:lnTo>
                    <a:pt x="1924581" y="191802"/>
                  </a:lnTo>
                  <a:lnTo>
                    <a:pt x="1929499" y="191802"/>
                  </a:lnTo>
                  <a:lnTo>
                    <a:pt x="1927860" y="188524"/>
                  </a:lnTo>
                  <a:lnTo>
                    <a:pt x="1922942" y="186884"/>
                  </a:lnTo>
                  <a:lnTo>
                    <a:pt x="1924581" y="186884"/>
                  </a:lnTo>
                  <a:lnTo>
                    <a:pt x="1929499" y="186884"/>
                  </a:lnTo>
                  <a:lnTo>
                    <a:pt x="1924581" y="185245"/>
                  </a:lnTo>
                  <a:lnTo>
                    <a:pt x="1921303" y="185245"/>
                  </a:lnTo>
                  <a:lnTo>
                    <a:pt x="1918024" y="185245"/>
                  </a:lnTo>
                  <a:lnTo>
                    <a:pt x="1921303" y="186884"/>
                  </a:lnTo>
                  <a:lnTo>
                    <a:pt x="1916385" y="185245"/>
                  </a:lnTo>
                  <a:lnTo>
                    <a:pt x="1913106" y="186884"/>
                  </a:lnTo>
                  <a:lnTo>
                    <a:pt x="1909827" y="186884"/>
                  </a:lnTo>
                  <a:lnTo>
                    <a:pt x="1906549" y="188524"/>
                  </a:lnTo>
                  <a:lnTo>
                    <a:pt x="1901631" y="190163"/>
                  </a:lnTo>
                  <a:lnTo>
                    <a:pt x="1906549" y="190163"/>
                  </a:lnTo>
                  <a:lnTo>
                    <a:pt x="1909827" y="188524"/>
                  </a:lnTo>
                  <a:lnTo>
                    <a:pt x="1913106" y="188524"/>
                  </a:lnTo>
                  <a:lnTo>
                    <a:pt x="1916385" y="186884"/>
                  </a:lnTo>
                  <a:lnTo>
                    <a:pt x="1921303" y="188524"/>
                  </a:lnTo>
                  <a:lnTo>
                    <a:pt x="1916385" y="190163"/>
                  </a:lnTo>
                  <a:lnTo>
                    <a:pt x="1921303" y="191802"/>
                  </a:lnTo>
                  <a:lnTo>
                    <a:pt x="1916385" y="191802"/>
                  </a:lnTo>
                  <a:lnTo>
                    <a:pt x="1921303" y="193442"/>
                  </a:lnTo>
                  <a:lnTo>
                    <a:pt x="1924581" y="193442"/>
                  </a:lnTo>
                  <a:lnTo>
                    <a:pt x="1924581" y="195081"/>
                  </a:lnTo>
                  <a:lnTo>
                    <a:pt x="1922942" y="198360"/>
                  </a:lnTo>
                  <a:lnTo>
                    <a:pt x="1926221" y="198360"/>
                  </a:lnTo>
                  <a:lnTo>
                    <a:pt x="1922942" y="201638"/>
                  </a:lnTo>
                  <a:lnTo>
                    <a:pt x="1926221" y="204917"/>
                  </a:lnTo>
                  <a:lnTo>
                    <a:pt x="1926221" y="208196"/>
                  </a:lnTo>
                  <a:lnTo>
                    <a:pt x="1926221" y="211474"/>
                  </a:lnTo>
                  <a:lnTo>
                    <a:pt x="1922942" y="214753"/>
                  </a:lnTo>
                  <a:lnTo>
                    <a:pt x="1919663" y="216392"/>
                  </a:lnTo>
                  <a:lnTo>
                    <a:pt x="1916385" y="214753"/>
                  </a:lnTo>
                  <a:lnTo>
                    <a:pt x="1913106" y="211474"/>
                  </a:lnTo>
                  <a:lnTo>
                    <a:pt x="1908188" y="213114"/>
                  </a:lnTo>
                  <a:lnTo>
                    <a:pt x="1908188" y="208196"/>
                  </a:lnTo>
                  <a:lnTo>
                    <a:pt x="1904909" y="209835"/>
                  </a:lnTo>
                  <a:lnTo>
                    <a:pt x="1904909" y="213114"/>
                  </a:lnTo>
                  <a:lnTo>
                    <a:pt x="1904909" y="216392"/>
                  </a:lnTo>
                  <a:lnTo>
                    <a:pt x="1901631" y="216392"/>
                  </a:lnTo>
                  <a:lnTo>
                    <a:pt x="1898352" y="214753"/>
                  </a:lnTo>
                  <a:lnTo>
                    <a:pt x="1893434" y="213114"/>
                  </a:lnTo>
                  <a:lnTo>
                    <a:pt x="1890155" y="214753"/>
                  </a:lnTo>
                  <a:lnTo>
                    <a:pt x="1886877" y="213114"/>
                  </a:lnTo>
                  <a:lnTo>
                    <a:pt x="1883598" y="213114"/>
                  </a:lnTo>
                  <a:lnTo>
                    <a:pt x="1883598" y="208196"/>
                  </a:lnTo>
                  <a:lnTo>
                    <a:pt x="1886877" y="204917"/>
                  </a:lnTo>
                  <a:lnTo>
                    <a:pt x="1885237" y="201638"/>
                  </a:lnTo>
                  <a:lnTo>
                    <a:pt x="1881959" y="201638"/>
                  </a:lnTo>
                  <a:lnTo>
                    <a:pt x="1877041" y="203278"/>
                  </a:lnTo>
                  <a:lnTo>
                    <a:pt x="1873762" y="203278"/>
                  </a:lnTo>
                  <a:lnTo>
                    <a:pt x="1870483" y="204917"/>
                  </a:lnTo>
                  <a:lnTo>
                    <a:pt x="1865565" y="204917"/>
                  </a:lnTo>
                  <a:lnTo>
                    <a:pt x="1862287" y="203278"/>
                  </a:lnTo>
                  <a:lnTo>
                    <a:pt x="1859008" y="203278"/>
                  </a:lnTo>
                  <a:lnTo>
                    <a:pt x="1855729" y="203278"/>
                  </a:lnTo>
                  <a:lnTo>
                    <a:pt x="1850811" y="203278"/>
                  </a:lnTo>
                  <a:lnTo>
                    <a:pt x="1847533" y="203278"/>
                  </a:lnTo>
                  <a:lnTo>
                    <a:pt x="1847533" y="206556"/>
                  </a:lnTo>
                  <a:lnTo>
                    <a:pt x="1842615" y="208196"/>
                  </a:lnTo>
                  <a:lnTo>
                    <a:pt x="1845893" y="211474"/>
                  </a:lnTo>
                  <a:lnTo>
                    <a:pt x="1849172" y="211474"/>
                  </a:lnTo>
                  <a:lnTo>
                    <a:pt x="1852451" y="213114"/>
                  </a:lnTo>
                  <a:lnTo>
                    <a:pt x="1855729" y="214753"/>
                  </a:lnTo>
                  <a:lnTo>
                    <a:pt x="1859008" y="218032"/>
                  </a:lnTo>
                  <a:lnTo>
                    <a:pt x="1855729" y="221310"/>
                  </a:lnTo>
                  <a:lnTo>
                    <a:pt x="1852451" y="222950"/>
                  </a:lnTo>
                  <a:lnTo>
                    <a:pt x="1849172" y="224589"/>
                  </a:lnTo>
                  <a:lnTo>
                    <a:pt x="1844254" y="226228"/>
                  </a:lnTo>
                  <a:lnTo>
                    <a:pt x="1840975" y="227868"/>
                  </a:lnTo>
                  <a:lnTo>
                    <a:pt x="1837697" y="227868"/>
                  </a:lnTo>
                  <a:lnTo>
                    <a:pt x="1834418" y="229507"/>
                  </a:lnTo>
                  <a:lnTo>
                    <a:pt x="1831139" y="234425"/>
                  </a:lnTo>
                  <a:lnTo>
                    <a:pt x="1826221" y="236065"/>
                  </a:lnTo>
                  <a:lnTo>
                    <a:pt x="1822943" y="237704"/>
                  </a:lnTo>
                  <a:lnTo>
                    <a:pt x="1819664" y="239343"/>
                  </a:lnTo>
                  <a:lnTo>
                    <a:pt x="1814746" y="240982"/>
                  </a:lnTo>
                  <a:lnTo>
                    <a:pt x="1811467" y="240982"/>
                  </a:lnTo>
                  <a:lnTo>
                    <a:pt x="1808188" y="244261"/>
                  </a:lnTo>
                  <a:lnTo>
                    <a:pt x="1803271" y="247540"/>
                  </a:lnTo>
                  <a:lnTo>
                    <a:pt x="1799992" y="247540"/>
                  </a:lnTo>
                  <a:lnTo>
                    <a:pt x="1796713" y="249179"/>
                  </a:lnTo>
                  <a:lnTo>
                    <a:pt x="1791795" y="249179"/>
                  </a:lnTo>
                  <a:lnTo>
                    <a:pt x="1788516" y="249179"/>
                  </a:lnTo>
                  <a:lnTo>
                    <a:pt x="1785238" y="249179"/>
                  </a:lnTo>
                  <a:lnTo>
                    <a:pt x="1780320" y="249179"/>
                  </a:lnTo>
                  <a:lnTo>
                    <a:pt x="1777041" y="249179"/>
                  </a:lnTo>
                  <a:lnTo>
                    <a:pt x="1773762" y="247540"/>
                  </a:lnTo>
                  <a:lnTo>
                    <a:pt x="1770484" y="244261"/>
                  </a:lnTo>
                  <a:lnTo>
                    <a:pt x="1768844" y="240982"/>
                  </a:lnTo>
                  <a:lnTo>
                    <a:pt x="1763926" y="239343"/>
                  </a:lnTo>
                  <a:lnTo>
                    <a:pt x="1760648" y="237704"/>
                  </a:lnTo>
                  <a:lnTo>
                    <a:pt x="1763926" y="237704"/>
                  </a:lnTo>
                  <a:lnTo>
                    <a:pt x="1768844" y="237704"/>
                  </a:lnTo>
                  <a:lnTo>
                    <a:pt x="1772123" y="237704"/>
                  </a:lnTo>
                  <a:lnTo>
                    <a:pt x="1768844" y="237704"/>
                  </a:lnTo>
                  <a:lnTo>
                    <a:pt x="1765566" y="236065"/>
                  </a:lnTo>
                  <a:lnTo>
                    <a:pt x="1762287" y="234425"/>
                  </a:lnTo>
                  <a:lnTo>
                    <a:pt x="1759008" y="236065"/>
                  </a:lnTo>
                  <a:lnTo>
                    <a:pt x="1754090" y="232786"/>
                  </a:lnTo>
                  <a:lnTo>
                    <a:pt x="1750812" y="229507"/>
                  </a:lnTo>
                  <a:lnTo>
                    <a:pt x="1747533" y="227868"/>
                  </a:lnTo>
                  <a:lnTo>
                    <a:pt x="1742615" y="226228"/>
                  </a:lnTo>
                  <a:lnTo>
                    <a:pt x="1739336" y="226228"/>
                  </a:lnTo>
                  <a:lnTo>
                    <a:pt x="1736058" y="226228"/>
                  </a:lnTo>
                  <a:lnTo>
                    <a:pt x="1737697" y="226228"/>
                  </a:lnTo>
                  <a:lnTo>
                    <a:pt x="1740976" y="229507"/>
                  </a:lnTo>
                  <a:lnTo>
                    <a:pt x="1737697" y="229507"/>
                  </a:lnTo>
                  <a:lnTo>
                    <a:pt x="1732779" y="227868"/>
                  </a:lnTo>
                  <a:lnTo>
                    <a:pt x="1732779" y="227868"/>
                  </a:lnTo>
                  <a:lnTo>
                    <a:pt x="1729500" y="227868"/>
                  </a:lnTo>
                  <a:lnTo>
                    <a:pt x="1724582" y="229507"/>
                  </a:lnTo>
                  <a:lnTo>
                    <a:pt x="1721304" y="227868"/>
                  </a:lnTo>
                  <a:lnTo>
                    <a:pt x="1724582" y="226228"/>
                  </a:lnTo>
                  <a:lnTo>
                    <a:pt x="1721304" y="227868"/>
                  </a:lnTo>
                  <a:lnTo>
                    <a:pt x="1718025" y="227868"/>
                  </a:lnTo>
                  <a:lnTo>
                    <a:pt x="1713107" y="227868"/>
                  </a:lnTo>
                  <a:lnTo>
                    <a:pt x="1709828" y="226228"/>
                  </a:lnTo>
                  <a:lnTo>
                    <a:pt x="1706550" y="226228"/>
                  </a:lnTo>
                  <a:lnTo>
                    <a:pt x="1701632" y="226228"/>
                  </a:lnTo>
                  <a:lnTo>
                    <a:pt x="1698353" y="224589"/>
                  </a:lnTo>
                  <a:lnTo>
                    <a:pt x="1695074" y="227868"/>
                  </a:lnTo>
                  <a:lnTo>
                    <a:pt x="1698353" y="229507"/>
                  </a:lnTo>
                  <a:lnTo>
                    <a:pt x="1701632" y="229507"/>
                  </a:lnTo>
                  <a:lnTo>
                    <a:pt x="1704910" y="226228"/>
                  </a:lnTo>
                  <a:lnTo>
                    <a:pt x="1708189" y="227868"/>
                  </a:lnTo>
                  <a:lnTo>
                    <a:pt x="1711468" y="227868"/>
                  </a:lnTo>
                  <a:lnTo>
                    <a:pt x="1716386" y="227868"/>
                  </a:lnTo>
                  <a:lnTo>
                    <a:pt x="1719664" y="229507"/>
                  </a:lnTo>
                  <a:lnTo>
                    <a:pt x="1722943" y="229507"/>
                  </a:lnTo>
                  <a:lnTo>
                    <a:pt x="1727861" y="229507"/>
                  </a:lnTo>
                  <a:lnTo>
                    <a:pt x="1731140" y="231146"/>
                  </a:lnTo>
                  <a:lnTo>
                    <a:pt x="1732779" y="232786"/>
                  </a:lnTo>
                  <a:lnTo>
                    <a:pt x="1737697" y="236065"/>
                  </a:lnTo>
                  <a:lnTo>
                    <a:pt x="1740976" y="239343"/>
                  </a:lnTo>
                  <a:lnTo>
                    <a:pt x="1739336" y="242622"/>
                  </a:lnTo>
                  <a:lnTo>
                    <a:pt x="1744254" y="245901"/>
                  </a:lnTo>
                  <a:lnTo>
                    <a:pt x="1745894" y="249179"/>
                  </a:lnTo>
                  <a:lnTo>
                    <a:pt x="1749172" y="249179"/>
                  </a:lnTo>
                  <a:lnTo>
                    <a:pt x="1754090" y="250818"/>
                  </a:lnTo>
                  <a:lnTo>
                    <a:pt x="1757369" y="250818"/>
                  </a:lnTo>
                  <a:lnTo>
                    <a:pt x="1760648" y="250818"/>
                  </a:lnTo>
                  <a:lnTo>
                    <a:pt x="1765566" y="250818"/>
                  </a:lnTo>
                  <a:lnTo>
                    <a:pt x="1768844" y="250818"/>
                  </a:lnTo>
                  <a:lnTo>
                    <a:pt x="1772123" y="250818"/>
                  </a:lnTo>
                  <a:lnTo>
                    <a:pt x="1775402" y="250818"/>
                  </a:lnTo>
                  <a:lnTo>
                    <a:pt x="1780320" y="250818"/>
                  </a:lnTo>
                  <a:lnTo>
                    <a:pt x="1783598" y="250818"/>
                  </a:lnTo>
                  <a:lnTo>
                    <a:pt x="1786877" y="250818"/>
                  </a:lnTo>
                  <a:lnTo>
                    <a:pt x="1791795" y="250818"/>
                  </a:lnTo>
                  <a:lnTo>
                    <a:pt x="1795074" y="252458"/>
                  </a:lnTo>
                  <a:lnTo>
                    <a:pt x="1798353" y="254097"/>
                  </a:lnTo>
                  <a:lnTo>
                    <a:pt x="1796713" y="257376"/>
                  </a:lnTo>
                  <a:lnTo>
                    <a:pt x="1793434" y="260655"/>
                  </a:lnTo>
                  <a:lnTo>
                    <a:pt x="1790156" y="263933"/>
                  </a:lnTo>
                  <a:lnTo>
                    <a:pt x="1785238" y="265573"/>
                  </a:lnTo>
                  <a:lnTo>
                    <a:pt x="1781959" y="268851"/>
                  </a:lnTo>
                  <a:lnTo>
                    <a:pt x="1777041" y="272130"/>
                  </a:lnTo>
                  <a:lnTo>
                    <a:pt x="1773762" y="272130"/>
                  </a:lnTo>
                  <a:lnTo>
                    <a:pt x="1770484" y="272130"/>
                  </a:lnTo>
                  <a:lnTo>
                    <a:pt x="1767205" y="277048"/>
                  </a:lnTo>
                  <a:lnTo>
                    <a:pt x="1765566" y="277048"/>
                  </a:lnTo>
                  <a:lnTo>
                    <a:pt x="1762287" y="278687"/>
                  </a:lnTo>
                  <a:lnTo>
                    <a:pt x="1759008" y="280327"/>
                  </a:lnTo>
                  <a:lnTo>
                    <a:pt x="1754090" y="281966"/>
                  </a:lnTo>
                  <a:lnTo>
                    <a:pt x="1750812" y="285245"/>
                  </a:lnTo>
                  <a:lnTo>
                    <a:pt x="1747533" y="288523"/>
                  </a:lnTo>
                  <a:lnTo>
                    <a:pt x="1742615" y="290163"/>
                  </a:lnTo>
                  <a:lnTo>
                    <a:pt x="1740976" y="293441"/>
                  </a:lnTo>
                  <a:lnTo>
                    <a:pt x="1736058" y="295081"/>
                  </a:lnTo>
                  <a:lnTo>
                    <a:pt x="1732779" y="295081"/>
                  </a:lnTo>
                  <a:lnTo>
                    <a:pt x="1729500" y="296720"/>
                  </a:lnTo>
                  <a:lnTo>
                    <a:pt x="1724582" y="298359"/>
                  </a:lnTo>
                  <a:lnTo>
                    <a:pt x="1721304" y="299999"/>
                  </a:lnTo>
                  <a:lnTo>
                    <a:pt x="1718025" y="299999"/>
                  </a:lnTo>
                  <a:lnTo>
                    <a:pt x="1714746" y="301638"/>
                  </a:lnTo>
                  <a:lnTo>
                    <a:pt x="1709828" y="301638"/>
                  </a:lnTo>
                  <a:lnTo>
                    <a:pt x="1706550" y="301638"/>
                  </a:lnTo>
                  <a:lnTo>
                    <a:pt x="1703271" y="299999"/>
                  </a:lnTo>
                  <a:lnTo>
                    <a:pt x="1701632" y="295081"/>
                  </a:lnTo>
                  <a:lnTo>
                    <a:pt x="1699992" y="299999"/>
                  </a:lnTo>
                  <a:lnTo>
                    <a:pt x="1701632" y="303277"/>
                  </a:lnTo>
                  <a:lnTo>
                    <a:pt x="1696714" y="301638"/>
                  </a:lnTo>
                  <a:lnTo>
                    <a:pt x="1693435" y="299999"/>
                  </a:lnTo>
                  <a:lnTo>
                    <a:pt x="1690156" y="299999"/>
                  </a:lnTo>
                  <a:lnTo>
                    <a:pt x="1688517" y="303277"/>
                  </a:lnTo>
                  <a:lnTo>
                    <a:pt x="1688517" y="299999"/>
                  </a:lnTo>
                  <a:lnTo>
                    <a:pt x="1683599" y="296720"/>
                  </a:lnTo>
                  <a:lnTo>
                    <a:pt x="1688517" y="293441"/>
                  </a:lnTo>
                  <a:lnTo>
                    <a:pt x="1683599" y="295081"/>
                  </a:lnTo>
                  <a:lnTo>
                    <a:pt x="1680320" y="295081"/>
                  </a:lnTo>
                  <a:lnTo>
                    <a:pt x="1678681" y="296720"/>
                  </a:lnTo>
                  <a:lnTo>
                    <a:pt x="1680320" y="296720"/>
                  </a:lnTo>
                  <a:lnTo>
                    <a:pt x="1680320" y="299999"/>
                  </a:lnTo>
                  <a:lnTo>
                    <a:pt x="1678681" y="303277"/>
                  </a:lnTo>
                  <a:lnTo>
                    <a:pt x="1675402" y="301638"/>
                  </a:lnTo>
                  <a:lnTo>
                    <a:pt x="1673763" y="303277"/>
                  </a:lnTo>
                  <a:lnTo>
                    <a:pt x="1670484" y="303277"/>
                  </a:lnTo>
                  <a:lnTo>
                    <a:pt x="1670484" y="306556"/>
                  </a:lnTo>
                  <a:lnTo>
                    <a:pt x="1668845" y="309835"/>
                  </a:lnTo>
                  <a:lnTo>
                    <a:pt x="1665566" y="311474"/>
                  </a:lnTo>
                  <a:lnTo>
                    <a:pt x="1662288" y="313113"/>
                  </a:lnTo>
                  <a:lnTo>
                    <a:pt x="1659009" y="316392"/>
                  </a:lnTo>
                  <a:lnTo>
                    <a:pt x="1654091" y="316392"/>
                  </a:lnTo>
                  <a:lnTo>
                    <a:pt x="1650812" y="314753"/>
                  </a:lnTo>
                  <a:lnTo>
                    <a:pt x="1647534" y="313113"/>
                  </a:lnTo>
                  <a:lnTo>
                    <a:pt x="1645894" y="316392"/>
                  </a:lnTo>
                  <a:lnTo>
                    <a:pt x="1642616" y="318031"/>
                  </a:lnTo>
                  <a:lnTo>
                    <a:pt x="1639337" y="318031"/>
                  </a:lnTo>
                  <a:lnTo>
                    <a:pt x="1634419" y="318031"/>
                  </a:lnTo>
                  <a:lnTo>
                    <a:pt x="1631140" y="316392"/>
                  </a:lnTo>
                  <a:lnTo>
                    <a:pt x="1627861" y="316392"/>
                  </a:lnTo>
                  <a:lnTo>
                    <a:pt x="1622944" y="313113"/>
                  </a:lnTo>
                  <a:lnTo>
                    <a:pt x="1621304" y="311474"/>
                  </a:lnTo>
                  <a:lnTo>
                    <a:pt x="1616386" y="311474"/>
                  </a:lnTo>
                  <a:lnTo>
                    <a:pt x="1613107" y="308195"/>
                  </a:lnTo>
                  <a:lnTo>
                    <a:pt x="1609829" y="309835"/>
                  </a:lnTo>
                  <a:lnTo>
                    <a:pt x="1604911" y="311474"/>
                  </a:lnTo>
                  <a:lnTo>
                    <a:pt x="1601632" y="309835"/>
                  </a:lnTo>
                  <a:lnTo>
                    <a:pt x="1598354" y="309835"/>
                  </a:lnTo>
                  <a:lnTo>
                    <a:pt x="1595075" y="308195"/>
                  </a:lnTo>
                  <a:lnTo>
                    <a:pt x="1590157" y="306556"/>
                  </a:lnTo>
                  <a:lnTo>
                    <a:pt x="1586878" y="304917"/>
                  </a:lnTo>
                  <a:lnTo>
                    <a:pt x="1583599" y="303277"/>
                  </a:lnTo>
                  <a:lnTo>
                    <a:pt x="1578681" y="301638"/>
                  </a:lnTo>
                  <a:lnTo>
                    <a:pt x="1575403" y="299999"/>
                  </a:lnTo>
                  <a:lnTo>
                    <a:pt x="1572124" y="296720"/>
                  </a:lnTo>
                  <a:lnTo>
                    <a:pt x="1570485" y="293441"/>
                  </a:lnTo>
                  <a:lnTo>
                    <a:pt x="1570485" y="296720"/>
                  </a:lnTo>
                  <a:lnTo>
                    <a:pt x="1570485" y="299999"/>
                  </a:lnTo>
                  <a:lnTo>
                    <a:pt x="1567206" y="301638"/>
                  </a:lnTo>
                  <a:lnTo>
                    <a:pt x="1563927" y="301638"/>
                  </a:lnTo>
                  <a:lnTo>
                    <a:pt x="1562288" y="303277"/>
                  </a:lnTo>
                  <a:lnTo>
                    <a:pt x="1563927" y="306556"/>
                  </a:lnTo>
                  <a:lnTo>
                    <a:pt x="1568845" y="306556"/>
                  </a:lnTo>
                  <a:lnTo>
                    <a:pt x="1572124" y="306556"/>
                  </a:lnTo>
                  <a:lnTo>
                    <a:pt x="1573763" y="301638"/>
                  </a:lnTo>
                  <a:lnTo>
                    <a:pt x="1577042" y="304917"/>
                  </a:lnTo>
                  <a:lnTo>
                    <a:pt x="1578681" y="304917"/>
                  </a:lnTo>
                  <a:lnTo>
                    <a:pt x="1581960" y="306556"/>
                  </a:lnTo>
                  <a:lnTo>
                    <a:pt x="1585239" y="308195"/>
                  </a:lnTo>
                  <a:lnTo>
                    <a:pt x="1590157" y="309835"/>
                  </a:lnTo>
                  <a:lnTo>
                    <a:pt x="1593435" y="308195"/>
                  </a:lnTo>
                  <a:lnTo>
                    <a:pt x="1598354" y="311474"/>
                  </a:lnTo>
                  <a:lnTo>
                    <a:pt x="1601632" y="313113"/>
                  </a:lnTo>
                  <a:lnTo>
                    <a:pt x="1598354" y="314753"/>
                  </a:lnTo>
                  <a:lnTo>
                    <a:pt x="1593435" y="316392"/>
                  </a:lnTo>
                  <a:lnTo>
                    <a:pt x="1590157" y="318031"/>
                  </a:lnTo>
                  <a:lnTo>
                    <a:pt x="1586878" y="319671"/>
                  </a:lnTo>
                  <a:lnTo>
                    <a:pt x="1590157" y="318031"/>
                  </a:lnTo>
                  <a:lnTo>
                    <a:pt x="1595075" y="318031"/>
                  </a:lnTo>
                  <a:lnTo>
                    <a:pt x="1598354" y="316392"/>
                  </a:lnTo>
                  <a:lnTo>
                    <a:pt x="1601632" y="316392"/>
                  </a:lnTo>
                  <a:lnTo>
                    <a:pt x="1604911" y="314753"/>
                  </a:lnTo>
                  <a:lnTo>
                    <a:pt x="1609829" y="313113"/>
                  </a:lnTo>
                  <a:lnTo>
                    <a:pt x="1613107" y="311474"/>
                  </a:lnTo>
                  <a:lnTo>
                    <a:pt x="1616386" y="314753"/>
                  </a:lnTo>
                  <a:lnTo>
                    <a:pt x="1618025" y="318031"/>
                  </a:lnTo>
                  <a:lnTo>
                    <a:pt x="1621304" y="321310"/>
                  </a:lnTo>
                  <a:lnTo>
                    <a:pt x="1624583" y="321310"/>
                  </a:lnTo>
                  <a:lnTo>
                    <a:pt x="1629501" y="321310"/>
                  </a:lnTo>
                  <a:lnTo>
                    <a:pt x="1632779" y="324589"/>
                  </a:lnTo>
                  <a:lnTo>
                    <a:pt x="1629501" y="324589"/>
                  </a:lnTo>
                  <a:lnTo>
                    <a:pt x="1631140" y="327867"/>
                  </a:lnTo>
                  <a:lnTo>
                    <a:pt x="1631140" y="331146"/>
                  </a:lnTo>
                  <a:lnTo>
                    <a:pt x="1629501" y="334425"/>
                  </a:lnTo>
                  <a:lnTo>
                    <a:pt x="1627861" y="337703"/>
                  </a:lnTo>
                  <a:lnTo>
                    <a:pt x="1622944" y="340982"/>
                  </a:lnTo>
                  <a:lnTo>
                    <a:pt x="1619665" y="342621"/>
                  </a:lnTo>
                  <a:lnTo>
                    <a:pt x="1616386" y="342621"/>
                  </a:lnTo>
                  <a:lnTo>
                    <a:pt x="1611468" y="342621"/>
                  </a:lnTo>
                  <a:lnTo>
                    <a:pt x="1608189" y="344261"/>
                  </a:lnTo>
                  <a:lnTo>
                    <a:pt x="1603271" y="345900"/>
                  </a:lnTo>
                  <a:lnTo>
                    <a:pt x="1599993" y="347539"/>
                  </a:lnTo>
                  <a:lnTo>
                    <a:pt x="1596714" y="349179"/>
                  </a:lnTo>
                  <a:lnTo>
                    <a:pt x="1591796" y="349179"/>
                  </a:lnTo>
                  <a:lnTo>
                    <a:pt x="1588517" y="347539"/>
                  </a:lnTo>
                  <a:lnTo>
                    <a:pt x="1585239" y="347539"/>
                  </a:lnTo>
                  <a:lnTo>
                    <a:pt x="1581960" y="345900"/>
                  </a:lnTo>
                  <a:lnTo>
                    <a:pt x="1577042" y="345900"/>
                  </a:lnTo>
                  <a:lnTo>
                    <a:pt x="1573763" y="347539"/>
                  </a:lnTo>
                  <a:lnTo>
                    <a:pt x="1570485" y="345900"/>
                  </a:lnTo>
                  <a:lnTo>
                    <a:pt x="1565567" y="350818"/>
                  </a:lnTo>
                  <a:lnTo>
                    <a:pt x="1568845" y="354097"/>
                  </a:lnTo>
                  <a:lnTo>
                    <a:pt x="1572124" y="354097"/>
                  </a:lnTo>
                  <a:lnTo>
                    <a:pt x="1577042" y="355736"/>
                  </a:lnTo>
                  <a:lnTo>
                    <a:pt x="1572124" y="357375"/>
                  </a:lnTo>
                  <a:lnTo>
                    <a:pt x="1568845" y="359015"/>
                  </a:lnTo>
                  <a:lnTo>
                    <a:pt x="1565567" y="357375"/>
                  </a:lnTo>
                  <a:lnTo>
                    <a:pt x="1562288" y="357375"/>
                  </a:lnTo>
                  <a:lnTo>
                    <a:pt x="1559009" y="359015"/>
                  </a:lnTo>
                  <a:lnTo>
                    <a:pt x="1555731" y="357375"/>
                  </a:lnTo>
                  <a:lnTo>
                    <a:pt x="1552452" y="360654"/>
                  </a:lnTo>
                  <a:lnTo>
                    <a:pt x="1549173" y="362293"/>
                  </a:lnTo>
                  <a:lnTo>
                    <a:pt x="1545895" y="365572"/>
                  </a:lnTo>
                  <a:lnTo>
                    <a:pt x="1540977" y="367211"/>
                  </a:lnTo>
                  <a:lnTo>
                    <a:pt x="1545895" y="368851"/>
                  </a:lnTo>
                  <a:lnTo>
                    <a:pt x="1540977" y="372129"/>
                  </a:lnTo>
                  <a:lnTo>
                    <a:pt x="1540977" y="368851"/>
                  </a:lnTo>
                  <a:lnTo>
                    <a:pt x="1536059" y="367211"/>
                  </a:lnTo>
                  <a:lnTo>
                    <a:pt x="1532780" y="367211"/>
                  </a:lnTo>
                  <a:lnTo>
                    <a:pt x="1531141" y="367211"/>
                  </a:lnTo>
                  <a:lnTo>
                    <a:pt x="1536059" y="368851"/>
                  </a:lnTo>
                  <a:lnTo>
                    <a:pt x="1534419" y="373769"/>
                  </a:lnTo>
                  <a:lnTo>
                    <a:pt x="1531141" y="372129"/>
                  </a:lnTo>
                  <a:lnTo>
                    <a:pt x="1527862" y="373769"/>
                  </a:lnTo>
                  <a:lnTo>
                    <a:pt x="1527862" y="377047"/>
                  </a:lnTo>
                  <a:lnTo>
                    <a:pt x="1522944" y="378687"/>
                  </a:lnTo>
                  <a:lnTo>
                    <a:pt x="1519665" y="380326"/>
                  </a:lnTo>
                  <a:lnTo>
                    <a:pt x="1516387" y="378687"/>
                  </a:lnTo>
                  <a:lnTo>
                    <a:pt x="1514747" y="381965"/>
                  </a:lnTo>
                  <a:lnTo>
                    <a:pt x="1511469" y="385244"/>
                  </a:lnTo>
                  <a:lnTo>
                    <a:pt x="1508190" y="383605"/>
                  </a:lnTo>
                  <a:lnTo>
                    <a:pt x="1504911" y="381965"/>
                  </a:lnTo>
                  <a:lnTo>
                    <a:pt x="1504911" y="385244"/>
                  </a:lnTo>
                  <a:lnTo>
                    <a:pt x="1508190" y="386883"/>
                  </a:lnTo>
                  <a:lnTo>
                    <a:pt x="1506551" y="390162"/>
                  </a:lnTo>
                  <a:lnTo>
                    <a:pt x="1503272" y="391802"/>
                  </a:lnTo>
                  <a:lnTo>
                    <a:pt x="1498354" y="393441"/>
                  </a:lnTo>
                  <a:lnTo>
                    <a:pt x="1495075" y="393441"/>
                  </a:lnTo>
                  <a:lnTo>
                    <a:pt x="1491797" y="395080"/>
                  </a:lnTo>
                  <a:lnTo>
                    <a:pt x="1486879" y="398359"/>
                  </a:lnTo>
                  <a:lnTo>
                    <a:pt x="1483600" y="398359"/>
                  </a:lnTo>
                  <a:lnTo>
                    <a:pt x="1480321" y="399998"/>
                  </a:lnTo>
                  <a:lnTo>
                    <a:pt x="1477042" y="404916"/>
                  </a:lnTo>
                  <a:lnTo>
                    <a:pt x="1477042" y="408195"/>
                  </a:lnTo>
                  <a:lnTo>
                    <a:pt x="1473764" y="408195"/>
                  </a:lnTo>
                  <a:lnTo>
                    <a:pt x="1470485" y="406555"/>
                  </a:lnTo>
                  <a:lnTo>
                    <a:pt x="1468846" y="408195"/>
                  </a:lnTo>
                  <a:lnTo>
                    <a:pt x="1470485" y="411473"/>
                  </a:lnTo>
                  <a:lnTo>
                    <a:pt x="1465567" y="413113"/>
                  </a:lnTo>
                  <a:lnTo>
                    <a:pt x="1465567" y="416392"/>
                  </a:lnTo>
                  <a:lnTo>
                    <a:pt x="1460649" y="418031"/>
                  </a:lnTo>
                  <a:lnTo>
                    <a:pt x="1457370" y="421309"/>
                  </a:lnTo>
                  <a:lnTo>
                    <a:pt x="1454092" y="422949"/>
                  </a:lnTo>
                  <a:lnTo>
                    <a:pt x="1449174" y="424588"/>
                  </a:lnTo>
                  <a:lnTo>
                    <a:pt x="1445895" y="427867"/>
                  </a:lnTo>
                  <a:lnTo>
                    <a:pt x="1445895" y="427867"/>
                  </a:lnTo>
                  <a:lnTo>
                    <a:pt x="1440977" y="431145"/>
                  </a:lnTo>
                  <a:lnTo>
                    <a:pt x="1437698" y="434424"/>
                  </a:lnTo>
                  <a:lnTo>
                    <a:pt x="1434420" y="437703"/>
                  </a:lnTo>
                  <a:lnTo>
                    <a:pt x="1431141" y="439342"/>
                  </a:lnTo>
                  <a:lnTo>
                    <a:pt x="1426223" y="437703"/>
                  </a:lnTo>
                  <a:lnTo>
                    <a:pt x="1427862" y="440982"/>
                  </a:lnTo>
                  <a:lnTo>
                    <a:pt x="1424584" y="440982"/>
                  </a:lnTo>
                  <a:lnTo>
                    <a:pt x="1426223" y="444260"/>
                  </a:lnTo>
                  <a:lnTo>
                    <a:pt x="1422944" y="447539"/>
                  </a:lnTo>
                  <a:lnTo>
                    <a:pt x="1418026" y="450818"/>
                  </a:lnTo>
                  <a:lnTo>
                    <a:pt x="1416387" y="454096"/>
                  </a:lnTo>
                  <a:lnTo>
                    <a:pt x="1411469" y="457375"/>
                  </a:lnTo>
                  <a:lnTo>
                    <a:pt x="1408190" y="460654"/>
                  </a:lnTo>
                  <a:lnTo>
                    <a:pt x="1408190" y="460654"/>
                  </a:lnTo>
                  <a:lnTo>
                    <a:pt x="1404912" y="465572"/>
                  </a:lnTo>
                  <a:lnTo>
                    <a:pt x="1403272" y="468850"/>
                  </a:lnTo>
                  <a:lnTo>
                    <a:pt x="1398354" y="472129"/>
                  </a:lnTo>
                  <a:lnTo>
                    <a:pt x="1396715" y="475408"/>
                  </a:lnTo>
                  <a:lnTo>
                    <a:pt x="1393436" y="480326"/>
                  </a:lnTo>
                  <a:lnTo>
                    <a:pt x="1391797" y="483604"/>
                  </a:lnTo>
                  <a:lnTo>
                    <a:pt x="1391797" y="486883"/>
                  </a:lnTo>
                  <a:lnTo>
                    <a:pt x="1386879" y="490162"/>
                  </a:lnTo>
                  <a:lnTo>
                    <a:pt x="1383600" y="493440"/>
                  </a:lnTo>
                  <a:lnTo>
                    <a:pt x="1380322" y="496719"/>
                  </a:lnTo>
                  <a:lnTo>
                    <a:pt x="1377043" y="498358"/>
                  </a:lnTo>
                  <a:lnTo>
                    <a:pt x="1373764" y="498358"/>
                  </a:lnTo>
                  <a:lnTo>
                    <a:pt x="1373764" y="498358"/>
                  </a:lnTo>
                  <a:lnTo>
                    <a:pt x="1378682" y="499998"/>
                  </a:lnTo>
                  <a:lnTo>
                    <a:pt x="1380322" y="501637"/>
                  </a:lnTo>
                  <a:lnTo>
                    <a:pt x="1378682" y="504916"/>
                  </a:lnTo>
                  <a:lnTo>
                    <a:pt x="1373764" y="508194"/>
                  </a:lnTo>
                  <a:lnTo>
                    <a:pt x="1378682" y="504916"/>
                  </a:lnTo>
                  <a:lnTo>
                    <a:pt x="1381961" y="508194"/>
                  </a:lnTo>
                  <a:lnTo>
                    <a:pt x="1383600" y="511473"/>
                  </a:lnTo>
                  <a:lnTo>
                    <a:pt x="1386879" y="511473"/>
                  </a:lnTo>
                  <a:lnTo>
                    <a:pt x="1385240" y="514752"/>
                  </a:lnTo>
                  <a:lnTo>
                    <a:pt x="1380322" y="518030"/>
                  </a:lnTo>
                  <a:lnTo>
                    <a:pt x="1378682" y="521309"/>
                  </a:lnTo>
                  <a:lnTo>
                    <a:pt x="1373764" y="526227"/>
                  </a:lnTo>
                  <a:lnTo>
                    <a:pt x="1372125" y="529506"/>
                  </a:lnTo>
                  <a:lnTo>
                    <a:pt x="1367207" y="532784"/>
                  </a:lnTo>
                  <a:lnTo>
                    <a:pt x="1370486" y="531145"/>
                  </a:lnTo>
                  <a:lnTo>
                    <a:pt x="1373764" y="527867"/>
                  </a:lnTo>
                  <a:lnTo>
                    <a:pt x="1378682" y="524588"/>
                  </a:lnTo>
                  <a:lnTo>
                    <a:pt x="1380322" y="521309"/>
                  </a:lnTo>
                  <a:lnTo>
                    <a:pt x="1383600" y="516391"/>
                  </a:lnTo>
                  <a:lnTo>
                    <a:pt x="1386879" y="514752"/>
                  </a:lnTo>
                  <a:lnTo>
                    <a:pt x="1391797" y="509834"/>
                  </a:lnTo>
                  <a:lnTo>
                    <a:pt x="1393436" y="509834"/>
                  </a:lnTo>
                  <a:lnTo>
                    <a:pt x="1396715" y="509834"/>
                  </a:lnTo>
                  <a:lnTo>
                    <a:pt x="1401633" y="509834"/>
                  </a:lnTo>
                  <a:lnTo>
                    <a:pt x="1404912" y="509834"/>
                  </a:lnTo>
                  <a:lnTo>
                    <a:pt x="1408190" y="509834"/>
                  </a:lnTo>
                  <a:lnTo>
                    <a:pt x="1413108" y="513112"/>
                  </a:lnTo>
                  <a:lnTo>
                    <a:pt x="1416387" y="511473"/>
                  </a:lnTo>
                  <a:lnTo>
                    <a:pt x="1419666" y="513112"/>
                  </a:lnTo>
                  <a:lnTo>
                    <a:pt x="1418026" y="516391"/>
                  </a:lnTo>
                  <a:lnTo>
                    <a:pt x="1414748" y="521309"/>
                  </a:lnTo>
                  <a:lnTo>
                    <a:pt x="1414748" y="524588"/>
                  </a:lnTo>
                  <a:lnTo>
                    <a:pt x="1414748" y="527867"/>
                  </a:lnTo>
                  <a:lnTo>
                    <a:pt x="1413108" y="532784"/>
                  </a:lnTo>
                  <a:lnTo>
                    <a:pt x="1413108" y="536063"/>
                  </a:lnTo>
                  <a:lnTo>
                    <a:pt x="1411469" y="539342"/>
                  </a:lnTo>
                  <a:lnTo>
                    <a:pt x="1409830" y="544260"/>
                  </a:lnTo>
                  <a:lnTo>
                    <a:pt x="1408190" y="547539"/>
                  </a:lnTo>
                  <a:lnTo>
                    <a:pt x="1406551" y="550817"/>
                  </a:lnTo>
                  <a:lnTo>
                    <a:pt x="1406551" y="554096"/>
                  </a:lnTo>
                  <a:lnTo>
                    <a:pt x="1406551" y="559014"/>
                  </a:lnTo>
                  <a:lnTo>
                    <a:pt x="1404912" y="562292"/>
                  </a:lnTo>
                  <a:lnTo>
                    <a:pt x="1404912" y="565571"/>
                  </a:lnTo>
                  <a:lnTo>
                    <a:pt x="1403272" y="568850"/>
                  </a:lnTo>
                  <a:lnTo>
                    <a:pt x="1398354" y="573768"/>
                  </a:lnTo>
                  <a:lnTo>
                    <a:pt x="1395076" y="575407"/>
                  </a:lnTo>
                  <a:lnTo>
                    <a:pt x="1391797" y="578686"/>
                  </a:lnTo>
                  <a:lnTo>
                    <a:pt x="1388518" y="581964"/>
                  </a:lnTo>
                  <a:lnTo>
                    <a:pt x="1383600" y="583604"/>
                  </a:lnTo>
                  <a:lnTo>
                    <a:pt x="1380322" y="585243"/>
                  </a:lnTo>
                  <a:lnTo>
                    <a:pt x="1377043" y="586882"/>
                  </a:lnTo>
                  <a:lnTo>
                    <a:pt x="1378682" y="586882"/>
                  </a:lnTo>
                  <a:lnTo>
                    <a:pt x="1381961" y="585243"/>
                  </a:lnTo>
                  <a:lnTo>
                    <a:pt x="1386879" y="583604"/>
                  </a:lnTo>
                  <a:lnTo>
                    <a:pt x="1390158" y="581964"/>
                  </a:lnTo>
                  <a:lnTo>
                    <a:pt x="1393436" y="580325"/>
                  </a:lnTo>
                  <a:lnTo>
                    <a:pt x="1398354" y="580325"/>
                  </a:lnTo>
                  <a:lnTo>
                    <a:pt x="1401633" y="580325"/>
                  </a:lnTo>
                  <a:lnTo>
                    <a:pt x="1398354" y="581964"/>
                  </a:lnTo>
                  <a:lnTo>
                    <a:pt x="1393436" y="583604"/>
                  </a:lnTo>
                  <a:lnTo>
                    <a:pt x="1390158" y="585243"/>
                  </a:lnTo>
                  <a:lnTo>
                    <a:pt x="1391797" y="585243"/>
                  </a:lnTo>
                  <a:lnTo>
                    <a:pt x="1395076" y="583604"/>
                  </a:lnTo>
                  <a:lnTo>
                    <a:pt x="1398354" y="583604"/>
                  </a:lnTo>
                  <a:lnTo>
                    <a:pt x="1403272" y="581964"/>
                  </a:lnTo>
                  <a:lnTo>
                    <a:pt x="1406551" y="580325"/>
                  </a:lnTo>
                  <a:lnTo>
                    <a:pt x="1409830" y="580325"/>
                  </a:lnTo>
                  <a:lnTo>
                    <a:pt x="1414748" y="578686"/>
                  </a:lnTo>
                  <a:lnTo>
                    <a:pt x="1418026" y="578686"/>
                  </a:lnTo>
                  <a:lnTo>
                    <a:pt x="1421305" y="577047"/>
                  </a:lnTo>
                  <a:lnTo>
                    <a:pt x="1426223" y="577047"/>
                  </a:lnTo>
                  <a:lnTo>
                    <a:pt x="1429502" y="575407"/>
                  </a:lnTo>
                  <a:lnTo>
                    <a:pt x="1432780" y="575407"/>
                  </a:lnTo>
                  <a:lnTo>
                    <a:pt x="1436059" y="573768"/>
                  </a:lnTo>
                  <a:lnTo>
                    <a:pt x="1440977" y="572129"/>
                  </a:lnTo>
                  <a:lnTo>
                    <a:pt x="1444256" y="572129"/>
                  </a:lnTo>
                  <a:lnTo>
                    <a:pt x="1447534" y="572129"/>
                  </a:lnTo>
                  <a:lnTo>
                    <a:pt x="1452452" y="572129"/>
                  </a:lnTo>
                  <a:lnTo>
                    <a:pt x="1455731" y="573768"/>
                  </a:lnTo>
                  <a:lnTo>
                    <a:pt x="1459010" y="573768"/>
                  </a:lnTo>
                  <a:lnTo>
                    <a:pt x="1462289" y="577047"/>
                  </a:lnTo>
                  <a:lnTo>
                    <a:pt x="1467207" y="578686"/>
                  </a:lnTo>
                  <a:lnTo>
                    <a:pt x="1470485" y="581964"/>
                  </a:lnTo>
                  <a:lnTo>
                    <a:pt x="1473764" y="583604"/>
                  </a:lnTo>
                  <a:lnTo>
                    <a:pt x="1478682" y="585243"/>
                  </a:lnTo>
                  <a:lnTo>
                    <a:pt x="1481960" y="585243"/>
                  </a:lnTo>
                  <a:lnTo>
                    <a:pt x="1485239" y="586882"/>
                  </a:lnTo>
                  <a:lnTo>
                    <a:pt x="1488518" y="586882"/>
                  </a:lnTo>
                  <a:lnTo>
                    <a:pt x="1493436" y="588522"/>
                  </a:lnTo>
                  <a:lnTo>
                    <a:pt x="1496714" y="588522"/>
                  </a:lnTo>
                  <a:lnTo>
                    <a:pt x="1498354" y="590161"/>
                  </a:lnTo>
                  <a:lnTo>
                    <a:pt x="1501632" y="588522"/>
                  </a:lnTo>
                  <a:lnTo>
                    <a:pt x="1503272" y="591801"/>
                  </a:lnTo>
                  <a:lnTo>
                    <a:pt x="1504911" y="596719"/>
                  </a:lnTo>
                  <a:lnTo>
                    <a:pt x="1509829" y="599997"/>
                  </a:lnTo>
                  <a:lnTo>
                    <a:pt x="1513108" y="603276"/>
                  </a:lnTo>
                  <a:lnTo>
                    <a:pt x="1516387" y="604915"/>
                  </a:lnTo>
                  <a:lnTo>
                    <a:pt x="1518026" y="608194"/>
                  </a:lnTo>
                  <a:lnTo>
                    <a:pt x="1519665" y="611473"/>
                  </a:lnTo>
                  <a:lnTo>
                    <a:pt x="1521304" y="616391"/>
                  </a:lnTo>
                  <a:lnTo>
                    <a:pt x="1521304" y="619669"/>
                  </a:lnTo>
                  <a:lnTo>
                    <a:pt x="1519665" y="622948"/>
                  </a:lnTo>
                  <a:lnTo>
                    <a:pt x="1519665" y="624587"/>
                  </a:lnTo>
                  <a:lnTo>
                    <a:pt x="1519665" y="622948"/>
                  </a:lnTo>
                  <a:lnTo>
                    <a:pt x="1522944" y="622948"/>
                  </a:lnTo>
                  <a:lnTo>
                    <a:pt x="1522944" y="622948"/>
                  </a:lnTo>
                  <a:lnTo>
                    <a:pt x="1526223" y="624587"/>
                  </a:lnTo>
                  <a:lnTo>
                    <a:pt x="1531141" y="626227"/>
                  </a:lnTo>
                  <a:lnTo>
                    <a:pt x="1534419" y="627866"/>
                  </a:lnTo>
                  <a:lnTo>
                    <a:pt x="1539337" y="627866"/>
                  </a:lnTo>
                  <a:lnTo>
                    <a:pt x="1542616" y="629505"/>
                  </a:lnTo>
                  <a:lnTo>
                    <a:pt x="1545895" y="631145"/>
                  </a:lnTo>
                  <a:lnTo>
                    <a:pt x="1549173" y="632784"/>
                  </a:lnTo>
                  <a:lnTo>
                    <a:pt x="1554091" y="634423"/>
                  </a:lnTo>
                  <a:lnTo>
                    <a:pt x="1557370" y="636063"/>
                  </a:lnTo>
                  <a:lnTo>
                    <a:pt x="1560649" y="636063"/>
                  </a:lnTo>
                  <a:lnTo>
                    <a:pt x="1565567" y="636063"/>
                  </a:lnTo>
                  <a:lnTo>
                    <a:pt x="1568845" y="639341"/>
                  </a:lnTo>
                  <a:lnTo>
                    <a:pt x="1572124" y="642620"/>
                  </a:lnTo>
                  <a:lnTo>
                    <a:pt x="1572124" y="645899"/>
                  </a:lnTo>
                  <a:lnTo>
                    <a:pt x="1577042" y="649177"/>
                  </a:lnTo>
                  <a:lnTo>
                    <a:pt x="1580321" y="650817"/>
                  </a:lnTo>
                  <a:lnTo>
                    <a:pt x="1577042" y="654095"/>
                  </a:lnTo>
                  <a:lnTo>
                    <a:pt x="1573763" y="657374"/>
                  </a:lnTo>
                  <a:lnTo>
                    <a:pt x="1570485" y="659013"/>
                  </a:lnTo>
                  <a:lnTo>
                    <a:pt x="1565567" y="662292"/>
                  </a:lnTo>
                  <a:lnTo>
                    <a:pt x="1562288" y="665571"/>
                  </a:lnTo>
                  <a:lnTo>
                    <a:pt x="1562288" y="665571"/>
                  </a:lnTo>
                  <a:lnTo>
                    <a:pt x="1563927" y="665571"/>
                  </a:lnTo>
                  <a:lnTo>
                    <a:pt x="1567206" y="662292"/>
                  </a:lnTo>
                  <a:lnTo>
                    <a:pt x="1572124" y="659013"/>
                  </a:lnTo>
                  <a:lnTo>
                    <a:pt x="1575403" y="657374"/>
                  </a:lnTo>
                  <a:lnTo>
                    <a:pt x="1578681" y="654095"/>
                  </a:lnTo>
                  <a:lnTo>
                    <a:pt x="1581960" y="654095"/>
                  </a:lnTo>
                  <a:lnTo>
                    <a:pt x="1586878" y="654095"/>
                  </a:lnTo>
                  <a:lnTo>
                    <a:pt x="1590157" y="654095"/>
                  </a:lnTo>
                  <a:lnTo>
                    <a:pt x="1593435" y="655735"/>
                  </a:lnTo>
                  <a:lnTo>
                    <a:pt x="1598354" y="655735"/>
                  </a:lnTo>
                  <a:lnTo>
                    <a:pt x="1601632" y="654095"/>
                  </a:lnTo>
                  <a:lnTo>
                    <a:pt x="1604911" y="654095"/>
                  </a:lnTo>
                  <a:lnTo>
                    <a:pt x="1609829" y="654095"/>
                  </a:lnTo>
                  <a:lnTo>
                    <a:pt x="1613107" y="654095"/>
                  </a:lnTo>
                  <a:lnTo>
                    <a:pt x="1616386" y="652456"/>
                  </a:lnTo>
                  <a:lnTo>
                    <a:pt x="1619665" y="652456"/>
                  </a:lnTo>
                  <a:lnTo>
                    <a:pt x="1624583" y="655735"/>
                  </a:lnTo>
                  <a:lnTo>
                    <a:pt x="1627861" y="657374"/>
                  </a:lnTo>
                  <a:lnTo>
                    <a:pt x="1626222" y="654095"/>
                  </a:lnTo>
                  <a:lnTo>
                    <a:pt x="1629501" y="655735"/>
                  </a:lnTo>
                  <a:lnTo>
                    <a:pt x="1634419" y="655735"/>
                  </a:lnTo>
                  <a:lnTo>
                    <a:pt x="1637697" y="657374"/>
                  </a:lnTo>
                  <a:lnTo>
                    <a:pt x="1640976" y="657374"/>
                  </a:lnTo>
                  <a:lnTo>
                    <a:pt x="1645894" y="655735"/>
                  </a:lnTo>
                  <a:lnTo>
                    <a:pt x="1649173" y="657374"/>
                  </a:lnTo>
                  <a:lnTo>
                    <a:pt x="1645894" y="660653"/>
                  </a:lnTo>
                  <a:lnTo>
                    <a:pt x="1649173" y="659013"/>
                  </a:lnTo>
                  <a:lnTo>
                    <a:pt x="1652451" y="659013"/>
                  </a:lnTo>
                  <a:lnTo>
                    <a:pt x="1655730" y="659013"/>
                  </a:lnTo>
                  <a:lnTo>
                    <a:pt x="1660648" y="659013"/>
                  </a:lnTo>
                  <a:lnTo>
                    <a:pt x="1663927" y="662292"/>
                  </a:lnTo>
                  <a:lnTo>
                    <a:pt x="1667206" y="662292"/>
                  </a:lnTo>
                  <a:lnTo>
                    <a:pt x="1665566" y="665571"/>
                  </a:lnTo>
                  <a:lnTo>
                    <a:pt x="1663927" y="667210"/>
                  </a:lnTo>
                  <a:lnTo>
                    <a:pt x="1663927" y="670489"/>
                  </a:lnTo>
                  <a:lnTo>
                    <a:pt x="1660648" y="675407"/>
                  </a:lnTo>
                  <a:lnTo>
                    <a:pt x="1657369" y="678685"/>
                  </a:lnTo>
                  <a:lnTo>
                    <a:pt x="1654091" y="681964"/>
                  </a:lnTo>
                  <a:lnTo>
                    <a:pt x="1649173" y="685243"/>
                  </a:lnTo>
                  <a:lnTo>
                    <a:pt x="1645894" y="690161"/>
                  </a:lnTo>
                  <a:lnTo>
                    <a:pt x="1642616" y="693439"/>
                  </a:lnTo>
                  <a:lnTo>
                    <a:pt x="1640976" y="696718"/>
                  </a:lnTo>
                  <a:lnTo>
                    <a:pt x="1640976" y="701636"/>
                  </a:lnTo>
                  <a:lnTo>
                    <a:pt x="1642616" y="704915"/>
                  </a:lnTo>
                  <a:lnTo>
                    <a:pt x="1640976" y="708194"/>
                  </a:lnTo>
                  <a:lnTo>
                    <a:pt x="1640976" y="713111"/>
                  </a:lnTo>
                  <a:lnTo>
                    <a:pt x="1639337" y="716390"/>
                  </a:lnTo>
                  <a:lnTo>
                    <a:pt x="1636058" y="719669"/>
                  </a:lnTo>
                  <a:lnTo>
                    <a:pt x="1632779" y="724587"/>
                  </a:lnTo>
                  <a:lnTo>
                    <a:pt x="1629501" y="727866"/>
                  </a:lnTo>
                  <a:lnTo>
                    <a:pt x="1629501" y="731144"/>
                  </a:lnTo>
                  <a:lnTo>
                    <a:pt x="1629501" y="734423"/>
                  </a:lnTo>
                  <a:lnTo>
                    <a:pt x="1626222" y="739341"/>
                  </a:lnTo>
                  <a:lnTo>
                    <a:pt x="1621304" y="740980"/>
                  </a:lnTo>
                  <a:lnTo>
                    <a:pt x="1619665" y="742619"/>
                  </a:lnTo>
                  <a:lnTo>
                    <a:pt x="1616386" y="745898"/>
                  </a:lnTo>
                  <a:lnTo>
                    <a:pt x="1614747" y="750816"/>
                  </a:lnTo>
                  <a:lnTo>
                    <a:pt x="1613107" y="750816"/>
                  </a:lnTo>
                  <a:lnTo>
                    <a:pt x="1614747" y="752456"/>
                  </a:lnTo>
                  <a:lnTo>
                    <a:pt x="1614747" y="752456"/>
                  </a:lnTo>
                  <a:lnTo>
                    <a:pt x="1619665" y="755734"/>
                  </a:lnTo>
                  <a:lnTo>
                    <a:pt x="1619665" y="759013"/>
                  </a:lnTo>
                  <a:lnTo>
                    <a:pt x="1619665" y="762291"/>
                  </a:lnTo>
                  <a:lnTo>
                    <a:pt x="1622944" y="767210"/>
                  </a:lnTo>
                  <a:lnTo>
                    <a:pt x="1624583" y="770488"/>
                  </a:lnTo>
                  <a:lnTo>
                    <a:pt x="1624583" y="773767"/>
                  </a:lnTo>
                  <a:lnTo>
                    <a:pt x="1624583" y="778685"/>
                  </a:lnTo>
                  <a:lnTo>
                    <a:pt x="1621304" y="778685"/>
                  </a:lnTo>
                  <a:lnTo>
                    <a:pt x="1616386" y="780324"/>
                  </a:lnTo>
                  <a:lnTo>
                    <a:pt x="1613107" y="780324"/>
                  </a:lnTo>
                  <a:lnTo>
                    <a:pt x="1611468" y="781964"/>
                  </a:lnTo>
                  <a:lnTo>
                    <a:pt x="1609829" y="783603"/>
                  </a:lnTo>
                  <a:lnTo>
                    <a:pt x="1613107" y="781964"/>
                  </a:lnTo>
                  <a:lnTo>
                    <a:pt x="1616386" y="781964"/>
                  </a:lnTo>
                  <a:lnTo>
                    <a:pt x="1621304" y="781964"/>
                  </a:lnTo>
                  <a:lnTo>
                    <a:pt x="1624583" y="785242"/>
                  </a:lnTo>
                  <a:lnTo>
                    <a:pt x="1627861" y="788521"/>
                  </a:lnTo>
                  <a:lnTo>
                    <a:pt x="1631140" y="790160"/>
                  </a:lnTo>
                  <a:lnTo>
                    <a:pt x="1634419" y="793439"/>
                  </a:lnTo>
                  <a:lnTo>
                    <a:pt x="1637697" y="796718"/>
                  </a:lnTo>
                  <a:lnTo>
                    <a:pt x="1639337" y="801636"/>
                  </a:lnTo>
                  <a:lnTo>
                    <a:pt x="1640976" y="804914"/>
                  </a:lnTo>
                  <a:lnTo>
                    <a:pt x="1640976" y="808193"/>
                  </a:lnTo>
                  <a:lnTo>
                    <a:pt x="1639337" y="813111"/>
                  </a:lnTo>
                  <a:lnTo>
                    <a:pt x="1639337" y="816390"/>
                  </a:lnTo>
                  <a:lnTo>
                    <a:pt x="1636058" y="819668"/>
                  </a:lnTo>
                  <a:lnTo>
                    <a:pt x="1632779" y="821308"/>
                  </a:lnTo>
                  <a:lnTo>
                    <a:pt x="1629501" y="822947"/>
                  </a:lnTo>
                  <a:lnTo>
                    <a:pt x="1626222" y="824586"/>
                  </a:lnTo>
                  <a:lnTo>
                    <a:pt x="1622944" y="826226"/>
                  </a:lnTo>
                  <a:lnTo>
                    <a:pt x="1621304" y="827865"/>
                  </a:lnTo>
                  <a:lnTo>
                    <a:pt x="1616386" y="829504"/>
                  </a:lnTo>
                  <a:lnTo>
                    <a:pt x="1613107" y="831144"/>
                  </a:lnTo>
                  <a:lnTo>
                    <a:pt x="1611468" y="832783"/>
                  </a:lnTo>
                  <a:lnTo>
                    <a:pt x="1616386" y="832783"/>
                  </a:lnTo>
                  <a:lnTo>
                    <a:pt x="1619665" y="829504"/>
                  </a:lnTo>
                  <a:lnTo>
                    <a:pt x="1622944" y="827865"/>
                  </a:lnTo>
                  <a:lnTo>
                    <a:pt x="1626222" y="826226"/>
                  </a:lnTo>
                  <a:lnTo>
                    <a:pt x="1631140" y="824586"/>
                  </a:lnTo>
                  <a:lnTo>
                    <a:pt x="1634419" y="821308"/>
                  </a:lnTo>
                  <a:lnTo>
                    <a:pt x="1637697" y="819668"/>
                  </a:lnTo>
                  <a:lnTo>
                    <a:pt x="1642616" y="819668"/>
                  </a:lnTo>
                  <a:lnTo>
                    <a:pt x="1645894" y="821308"/>
                  </a:lnTo>
                  <a:lnTo>
                    <a:pt x="1649173" y="822947"/>
                  </a:lnTo>
                  <a:lnTo>
                    <a:pt x="1650812" y="822947"/>
                  </a:lnTo>
                  <a:lnTo>
                    <a:pt x="1654091" y="826226"/>
                  </a:lnTo>
                  <a:lnTo>
                    <a:pt x="1655730" y="831144"/>
                  </a:lnTo>
                  <a:lnTo>
                    <a:pt x="1657369" y="832783"/>
                  </a:lnTo>
                  <a:lnTo>
                    <a:pt x="1659009" y="836062"/>
                  </a:lnTo>
                  <a:lnTo>
                    <a:pt x="1659009" y="837701"/>
                  </a:lnTo>
                  <a:lnTo>
                    <a:pt x="1660648" y="840980"/>
                  </a:lnTo>
                  <a:lnTo>
                    <a:pt x="1662288" y="844258"/>
                  </a:lnTo>
                  <a:lnTo>
                    <a:pt x="1662288" y="845898"/>
                  </a:lnTo>
                  <a:lnTo>
                    <a:pt x="1662288" y="842619"/>
                  </a:lnTo>
                  <a:lnTo>
                    <a:pt x="1660648" y="837701"/>
                  </a:lnTo>
                  <a:lnTo>
                    <a:pt x="1660648" y="834422"/>
                  </a:lnTo>
                  <a:lnTo>
                    <a:pt x="1657369" y="831144"/>
                  </a:lnTo>
                  <a:lnTo>
                    <a:pt x="1657369" y="827865"/>
                  </a:lnTo>
                  <a:lnTo>
                    <a:pt x="1660648" y="822947"/>
                  </a:lnTo>
                  <a:lnTo>
                    <a:pt x="1662288" y="819668"/>
                  </a:lnTo>
                  <a:lnTo>
                    <a:pt x="1667206" y="816390"/>
                  </a:lnTo>
                  <a:lnTo>
                    <a:pt x="1670484" y="814750"/>
                  </a:lnTo>
                  <a:lnTo>
                    <a:pt x="1672124" y="811472"/>
                  </a:lnTo>
                  <a:lnTo>
                    <a:pt x="1675402" y="809832"/>
                  </a:lnTo>
                  <a:lnTo>
                    <a:pt x="1680320" y="806554"/>
                  </a:lnTo>
                  <a:lnTo>
                    <a:pt x="1683599" y="806554"/>
                  </a:lnTo>
                  <a:lnTo>
                    <a:pt x="1681960" y="811472"/>
                  </a:lnTo>
                  <a:lnTo>
                    <a:pt x="1685238" y="811472"/>
                  </a:lnTo>
                  <a:lnTo>
                    <a:pt x="1688517" y="816390"/>
                  </a:lnTo>
                  <a:lnTo>
                    <a:pt x="1686878" y="819668"/>
                  </a:lnTo>
                  <a:lnTo>
                    <a:pt x="1685238" y="822947"/>
                  </a:lnTo>
                  <a:lnTo>
                    <a:pt x="1686878" y="826226"/>
                  </a:lnTo>
                  <a:lnTo>
                    <a:pt x="1686878" y="826226"/>
                  </a:lnTo>
                  <a:lnTo>
                    <a:pt x="1686878" y="822947"/>
                  </a:lnTo>
                  <a:lnTo>
                    <a:pt x="1690156" y="819668"/>
                  </a:lnTo>
                  <a:lnTo>
                    <a:pt x="1691796" y="819668"/>
                  </a:lnTo>
                  <a:lnTo>
                    <a:pt x="1693435" y="816390"/>
                  </a:lnTo>
                  <a:lnTo>
                    <a:pt x="1696714" y="813111"/>
                  </a:lnTo>
                  <a:lnTo>
                    <a:pt x="1699992" y="813111"/>
                  </a:lnTo>
                  <a:lnTo>
                    <a:pt x="1695074" y="813111"/>
                  </a:lnTo>
                  <a:lnTo>
                    <a:pt x="1698353" y="808193"/>
                  </a:lnTo>
                  <a:lnTo>
                    <a:pt x="1695074" y="804914"/>
                  </a:lnTo>
                  <a:lnTo>
                    <a:pt x="1695074" y="803275"/>
                  </a:lnTo>
                  <a:lnTo>
                    <a:pt x="1698353" y="799996"/>
                  </a:lnTo>
                  <a:lnTo>
                    <a:pt x="1701632" y="798357"/>
                  </a:lnTo>
                  <a:lnTo>
                    <a:pt x="1701632" y="795078"/>
                  </a:lnTo>
                  <a:lnTo>
                    <a:pt x="1706550" y="793439"/>
                  </a:lnTo>
                  <a:lnTo>
                    <a:pt x="1709828" y="791800"/>
                  </a:lnTo>
                  <a:lnTo>
                    <a:pt x="1713107" y="788521"/>
                  </a:lnTo>
                  <a:lnTo>
                    <a:pt x="1718025" y="786882"/>
                  </a:lnTo>
                  <a:lnTo>
                    <a:pt x="1719664" y="781964"/>
                  </a:lnTo>
                  <a:lnTo>
                    <a:pt x="1724582" y="780324"/>
                  </a:lnTo>
                  <a:lnTo>
                    <a:pt x="1721304" y="780324"/>
                  </a:lnTo>
                  <a:lnTo>
                    <a:pt x="1724582" y="777046"/>
                  </a:lnTo>
                  <a:lnTo>
                    <a:pt x="1726222" y="772128"/>
                  </a:lnTo>
                  <a:lnTo>
                    <a:pt x="1726222" y="768849"/>
                  </a:lnTo>
                  <a:lnTo>
                    <a:pt x="1722943" y="768849"/>
                  </a:lnTo>
                  <a:lnTo>
                    <a:pt x="1724582" y="767210"/>
                  </a:lnTo>
                  <a:lnTo>
                    <a:pt x="1724582" y="762291"/>
                  </a:lnTo>
                  <a:lnTo>
                    <a:pt x="1722943" y="759013"/>
                  </a:lnTo>
                  <a:lnTo>
                    <a:pt x="1726222" y="759013"/>
                  </a:lnTo>
                  <a:lnTo>
                    <a:pt x="1729500" y="755734"/>
                  </a:lnTo>
                  <a:lnTo>
                    <a:pt x="1726222" y="754095"/>
                  </a:lnTo>
                  <a:lnTo>
                    <a:pt x="1726222" y="750816"/>
                  </a:lnTo>
                  <a:lnTo>
                    <a:pt x="1727861" y="750816"/>
                  </a:lnTo>
                  <a:lnTo>
                    <a:pt x="1724582" y="749177"/>
                  </a:lnTo>
                  <a:lnTo>
                    <a:pt x="1726222" y="745898"/>
                  </a:lnTo>
                  <a:lnTo>
                    <a:pt x="1729500" y="740980"/>
                  </a:lnTo>
                  <a:lnTo>
                    <a:pt x="1731140" y="737701"/>
                  </a:lnTo>
                  <a:lnTo>
                    <a:pt x="1732779" y="734423"/>
                  </a:lnTo>
                  <a:lnTo>
                    <a:pt x="1732779" y="731144"/>
                  </a:lnTo>
                  <a:lnTo>
                    <a:pt x="1736058" y="727866"/>
                  </a:lnTo>
                  <a:lnTo>
                    <a:pt x="1739336" y="724587"/>
                  </a:lnTo>
                  <a:lnTo>
                    <a:pt x="1734418" y="724587"/>
                  </a:lnTo>
                  <a:lnTo>
                    <a:pt x="1739336" y="721308"/>
                  </a:lnTo>
                  <a:lnTo>
                    <a:pt x="1734418" y="719669"/>
                  </a:lnTo>
                  <a:lnTo>
                    <a:pt x="1739336" y="718029"/>
                  </a:lnTo>
                  <a:lnTo>
                    <a:pt x="1740976" y="714751"/>
                  </a:lnTo>
                  <a:lnTo>
                    <a:pt x="1744254" y="714751"/>
                  </a:lnTo>
                  <a:lnTo>
                    <a:pt x="1740976" y="713111"/>
                  </a:lnTo>
                  <a:lnTo>
                    <a:pt x="1742615" y="709833"/>
                  </a:lnTo>
                  <a:lnTo>
                    <a:pt x="1745894" y="706554"/>
                  </a:lnTo>
                  <a:lnTo>
                    <a:pt x="1742615" y="703275"/>
                  </a:lnTo>
                  <a:lnTo>
                    <a:pt x="1745894" y="701636"/>
                  </a:lnTo>
                  <a:lnTo>
                    <a:pt x="1742615" y="699997"/>
                  </a:lnTo>
                  <a:lnTo>
                    <a:pt x="1739336" y="699997"/>
                  </a:lnTo>
                  <a:lnTo>
                    <a:pt x="1742615" y="696718"/>
                  </a:lnTo>
                  <a:lnTo>
                    <a:pt x="1739336" y="695079"/>
                  </a:lnTo>
                  <a:lnTo>
                    <a:pt x="1739336" y="691800"/>
                  </a:lnTo>
                  <a:lnTo>
                    <a:pt x="1740976" y="686882"/>
                  </a:lnTo>
                  <a:lnTo>
                    <a:pt x="1742615" y="683603"/>
                  </a:lnTo>
                  <a:lnTo>
                    <a:pt x="1739336" y="681964"/>
                  </a:lnTo>
                  <a:lnTo>
                    <a:pt x="1742615" y="678685"/>
                  </a:lnTo>
                  <a:lnTo>
                    <a:pt x="1745894" y="677046"/>
                  </a:lnTo>
                  <a:lnTo>
                    <a:pt x="1750812" y="675407"/>
                  </a:lnTo>
                  <a:lnTo>
                    <a:pt x="1754090" y="675407"/>
                  </a:lnTo>
                  <a:lnTo>
                    <a:pt x="1757369" y="673767"/>
                  </a:lnTo>
                  <a:lnTo>
                    <a:pt x="1762287" y="673767"/>
                  </a:lnTo>
                  <a:lnTo>
                    <a:pt x="1765566" y="672128"/>
                  </a:lnTo>
                  <a:lnTo>
                    <a:pt x="1768844" y="670489"/>
                  </a:lnTo>
                  <a:lnTo>
                    <a:pt x="1772123" y="668849"/>
                  </a:lnTo>
                  <a:lnTo>
                    <a:pt x="1777041" y="668849"/>
                  </a:lnTo>
                  <a:lnTo>
                    <a:pt x="1780320" y="667210"/>
                  </a:lnTo>
                  <a:lnTo>
                    <a:pt x="1783598" y="665571"/>
                  </a:lnTo>
                  <a:lnTo>
                    <a:pt x="1785238" y="665571"/>
                  </a:lnTo>
                  <a:lnTo>
                    <a:pt x="1788516" y="663931"/>
                  </a:lnTo>
                  <a:lnTo>
                    <a:pt x="1791795" y="663931"/>
                  </a:lnTo>
                  <a:lnTo>
                    <a:pt x="1796713" y="662292"/>
                  </a:lnTo>
                  <a:lnTo>
                    <a:pt x="1799992" y="660653"/>
                  </a:lnTo>
                  <a:lnTo>
                    <a:pt x="1803271" y="659013"/>
                  </a:lnTo>
                  <a:lnTo>
                    <a:pt x="1806549" y="657374"/>
                  </a:lnTo>
                  <a:lnTo>
                    <a:pt x="1811467" y="655735"/>
                  </a:lnTo>
                  <a:lnTo>
                    <a:pt x="1814746" y="654095"/>
                  </a:lnTo>
                  <a:lnTo>
                    <a:pt x="1814746" y="654095"/>
                  </a:lnTo>
                  <a:lnTo>
                    <a:pt x="1819664" y="652456"/>
                  </a:lnTo>
                  <a:lnTo>
                    <a:pt x="1822943" y="649177"/>
                  </a:lnTo>
                  <a:lnTo>
                    <a:pt x="1826221" y="649177"/>
                  </a:lnTo>
                  <a:lnTo>
                    <a:pt x="1831139" y="645899"/>
                  </a:lnTo>
                  <a:lnTo>
                    <a:pt x="1834418" y="644259"/>
                  </a:lnTo>
                  <a:lnTo>
                    <a:pt x="1837697" y="642620"/>
                  </a:lnTo>
                  <a:lnTo>
                    <a:pt x="1842615" y="640981"/>
                  </a:lnTo>
                  <a:lnTo>
                    <a:pt x="1845893" y="639341"/>
                  </a:lnTo>
                  <a:lnTo>
                    <a:pt x="1849172" y="634423"/>
                  </a:lnTo>
                  <a:lnTo>
                    <a:pt x="1852451" y="632784"/>
                  </a:lnTo>
                  <a:lnTo>
                    <a:pt x="1857369" y="629505"/>
                  </a:lnTo>
                  <a:lnTo>
                    <a:pt x="1860647" y="627866"/>
                  </a:lnTo>
                  <a:lnTo>
                    <a:pt x="1863926" y="624587"/>
                  </a:lnTo>
                  <a:lnTo>
                    <a:pt x="1867205" y="622948"/>
                  </a:lnTo>
                  <a:lnTo>
                    <a:pt x="1872123" y="619669"/>
                  </a:lnTo>
                  <a:lnTo>
                    <a:pt x="1873762" y="616391"/>
                  </a:lnTo>
                  <a:lnTo>
                    <a:pt x="1878680" y="613112"/>
                  </a:lnTo>
                  <a:lnTo>
                    <a:pt x="1881959" y="609833"/>
                  </a:lnTo>
                  <a:lnTo>
                    <a:pt x="1883598" y="604915"/>
                  </a:lnTo>
                  <a:lnTo>
                    <a:pt x="1886877" y="601637"/>
                  </a:lnTo>
                  <a:lnTo>
                    <a:pt x="1888516" y="596719"/>
                  </a:lnTo>
                  <a:lnTo>
                    <a:pt x="1891795" y="593440"/>
                  </a:lnTo>
                  <a:lnTo>
                    <a:pt x="1893434" y="590161"/>
                  </a:lnTo>
                  <a:lnTo>
                    <a:pt x="1895073" y="586882"/>
                  </a:lnTo>
                  <a:lnTo>
                    <a:pt x="1896713" y="581964"/>
                  </a:lnTo>
                  <a:lnTo>
                    <a:pt x="1899991" y="578686"/>
                  </a:lnTo>
                  <a:lnTo>
                    <a:pt x="1899991" y="575407"/>
                  </a:lnTo>
                  <a:lnTo>
                    <a:pt x="1901631" y="570489"/>
                  </a:lnTo>
                  <a:lnTo>
                    <a:pt x="1901631" y="567210"/>
                  </a:lnTo>
                  <a:lnTo>
                    <a:pt x="1903270" y="563932"/>
                  </a:lnTo>
                  <a:lnTo>
                    <a:pt x="1903270" y="559014"/>
                  </a:lnTo>
                  <a:lnTo>
                    <a:pt x="1903270" y="555735"/>
                  </a:lnTo>
                  <a:lnTo>
                    <a:pt x="1903270" y="552457"/>
                  </a:lnTo>
                  <a:lnTo>
                    <a:pt x="1903270" y="549178"/>
                  </a:lnTo>
                  <a:lnTo>
                    <a:pt x="1903270" y="544260"/>
                  </a:lnTo>
                  <a:lnTo>
                    <a:pt x="1903270" y="540981"/>
                  </a:lnTo>
                  <a:lnTo>
                    <a:pt x="1898352" y="537702"/>
                  </a:lnTo>
                  <a:lnTo>
                    <a:pt x="1896713" y="534424"/>
                  </a:lnTo>
                  <a:lnTo>
                    <a:pt x="1893434" y="529506"/>
                  </a:lnTo>
                  <a:lnTo>
                    <a:pt x="1890155" y="529506"/>
                  </a:lnTo>
                  <a:lnTo>
                    <a:pt x="1886877" y="527867"/>
                  </a:lnTo>
                  <a:lnTo>
                    <a:pt x="1883598" y="522948"/>
                  </a:lnTo>
                  <a:lnTo>
                    <a:pt x="1883598" y="522948"/>
                  </a:lnTo>
                  <a:lnTo>
                    <a:pt x="1883598" y="522948"/>
                  </a:lnTo>
                  <a:lnTo>
                    <a:pt x="1880319" y="521309"/>
                  </a:lnTo>
                  <a:lnTo>
                    <a:pt x="1878680" y="518030"/>
                  </a:lnTo>
                  <a:lnTo>
                    <a:pt x="1875401" y="516391"/>
                  </a:lnTo>
                  <a:lnTo>
                    <a:pt x="1878680" y="513112"/>
                  </a:lnTo>
                  <a:lnTo>
                    <a:pt x="1880319" y="508194"/>
                  </a:lnTo>
                  <a:lnTo>
                    <a:pt x="1880319" y="504916"/>
                  </a:lnTo>
                  <a:lnTo>
                    <a:pt x="1883598" y="503276"/>
                  </a:lnTo>
                  <a:lnTo>
                    <a:pt x="1888516" y="503276"/>
                  </a:lnTo>
                  <a:lnTo>
                    <a:pt x="1891795" y="501637"/>
                  </a:lnTo>
                  <a:lnTo>
                    <a:pt x="1895073" y="498358"/>
                  </a:lnTo>
                  <a:lnTo>
                    <a:pt x="1899991" y="496719"/>
                  </a:lnTo>
                  <a:lnTo>
                    <a:pt x="1903270" y="491801"/>
                  </a:lnTo>
                  <a:lnTo>
                    <a:pt x="1906549" y="491801"/>
                  </a:lnTo>
                  <a:lnTo>
                    <a:pt x="1909827" y="490162"/>
                  </a:lnTo>
                  <a:lnTo>
                    <a:pt x="1913106" y="488522"/>
                  </a:lnTo>
                  <a:lnTo>
                    <a:pt x="1916385" y="486883"/>
                  </a:lnTo>
                  <a:lnTo>
                    <a:pt x="1919663" y="485244"/>
                  </a:lnTo>
                  <a:lnTo>
                    <a:pt x="1916385" y="483604"/>
                  </a:lnTo>
                  <a:lnTo>
                    <a:pt x="1918024" y="480326"/>
                  </a:lnTo>
                  <a:lnTo>
                    <a:pt x="1921303" y="478686"/>
                  </a:lnTo>
                  <a:lnTo>
                    <a:pt x="1924581" y="475408"/>
                  </a:lnTo>
                  <a:lnTo>
                    <a:pt x="1926221" y="472129"/>
                  </a:lnTo>
                  <a:lnTo>
                    <a:pt x="1929499" y="473768"/>
                  </a:lnTo>
                  <a:lnTo>
                    <a:pt x="1932778" y="475408"/>
                  </a:lnTo>
                  <a:lnTo>
                    <a:pt x="1932778" y="470490"/>
                  </a:lnTo>
                  <a:lnTo>
                    <a:pt x="1937696" y="468850"/>
                  </a:lnTo>
                  <a:lnTo>
                    <a:pt x="1940975" y="468850"/>
                  </a:lnTo>
                  <a:lnTo>
                    <a:pt x="1942614" y="465572"/>
                  </a:lnTo>
                  <a:lnTo>
                    <a:pt x="1945893" y="462293"/>
                  </a:lnTo>
                  <a:lnTo>
                    <a:pt x="1949171" y="460654"/>
                  </a:lnTo>
                  <a:lnTo>
                    <a:pt x="1945893" y="457375"/>
                  </a:lnTo>
                  <a:lnTo>
                    <a:pt x="1942614" y="459014"/>
                  </a:lnTo>
                  <a:lnTo>
                    <a:pt x="1945893" y="455736"/>
                  </a:lnTo>
                  <a:lnTo>
                    <a:pt x="1947532" y="450818"/>
                  </a:lnTo>
                  <a:lnTo>
                    <a:pt x="1945893" y="447539"/>
                  </a:lnTo>
                  <a:lnTo>
                    <a:pt x="1944253" y="444260"/>
                  </a:lnTo>
                  <a:lnTo>
                    <a:pt x="1947532" y="440982"/>
                  </a:lnTo>
                  <a:lnTo>
                    <a:pt x="1952450" y="439342"/>
                  </a:lnTo>
                  <a:lnTo>
                    <a:pt x="1955729" y="437703"/>
                  </a:lnTo>
                  <a:lnTo>
                    <a:pt x="1952450" y="437703"/>
                  </a:lnTo>
                  <a:lnTo>
                    <a:pt x="1947532" y="436064"/>
                  </a:lnTo>
                  <a:lnTo>
                    <a:pt x="1950811" y="432785"/>
                  </a:lnTo>
                  <a:lnTo>
                    <a:pt x="1954090" y="431145"/>
                  </a:lnTo>
                  <a:lnTo>
                    <a:pt x="1959008" y="427867"/>
                  </a:lnTo>
                  <a:lnTo>
                    <a:pt x="1954090" y="427867"/>
                  </a:lnTo>
                  <a:lnTo>
                    <a:pt x="1950811" y="429506"/>
                  </a:lnTo>
                  <a:lnTo>
                    <a:pt x="1947532" y="427867"/>
                  </a:lnTo>
                  <a:lnTo>
                    <a:pt x="1950811" y="427867"/>
                  </a:lnTo>
                  <a:lnTo>
                    <a:pt x="1947532" y="427867"/>
                  </a:lnTo>
                  <a:lnTo>
                    <a:pt x="1942614" y="427867"/>
                  </a:lnTo>
                  <a:lnTo>
                    <a:pt x="1945893" y="424588"/>
                  </a:lnTo>
                  <a:lnTo>
                    <a:pt x="1949171" y="421309"/>
                  </a:lnTo>
                  <a:lnTo>
                    <a:pt x="1954090" y="419670"/>
                  </a:lnTo>
                  <a:lnTo>
                    <a:pt x="1957368" y="418031"/>
                  </a:lnTo>
                  <a:lnTo>
                    <a:pt x="1960647" y="414752"/>
                  </a:lnTo>
                  <a:lnTo>
                    <a:pt x="1963925" y="413113"/>
                  </a:lnTo>
                  <a:lnTo>
                    <a:pt x="1967204" y="408195"/>
                  </a:lnTo>
                  <a:lnTo>
                    <a:pt x="1968843" y="404916"/>
                  </a:lnTo>
                  <a:lnTo>
                    <a:pt x="1972122" y="403277"/>
                  </a:lnTo>
                  <a:lnTo>
                    <a:pt x="1977040" y="401637"/>
                  </a:lnTo>
                  <a:lnTo>
                    <a:pt x="1977040" y="398359"/>
                  </a:lnTo>
                  <a:lnTo>
                    <a:pt x="1981958" y="398359"/>
                  </a:lnTo>
                  <a:lnTo>
                    <a:pt x="1977040" y="395080"/>
                  </a:lnTo>
                  <a:lnTo>
                    <a:pt x="1977040" y="391802"/>
                  </a:lnTo>
                  <a:lnTo>
                    <a:pt x="1972122" y="391802"/>
                  </a:lnTo>
                  <a:lnTo>
                    <a:pt x="1972122" y="388523"/>
                  </a:lnTo>
                  <a:lnTo>
                    <a:pt x="1972122" y="385244"/>
                  </a:lnTo>
                  <a:lnTo>
                    <a:pt x="1972122" y="385244"/>
                  </a:lnTo>
                  <a:lnTo>
                    <a:pt x="1973762" y="380326"/>
                  </a:lnTo>
                  <a:lnTo>
                    <a:pt x="1975401" y="377047"/>
                  </a:lnTo>
                  <a:lnTo>
                    <a:pt x="1977040" y="373769"/>
                  </a:lnTo>
                  <a:lnTo>
                    <a:pt x="1980319" y="368851"/>
                  </a:lnTo>
                  <a:lnTo>
                    <a:pt x="1983598" y="365572"/>
                  </a:lnTo>
                  <a:lnTo>
                    <a:pt x="1988515" y="363933"/>
                  </a:lnTo>
                  <a:lnTo>
                    <a:pt x="1991794" y="363933"/>
                  </a:lnTo>
                  <a:lnTo>
                    <a:pt x="1995073" y="362293"/>
                  </a:lnTo>
                  <a:lnTo>
                    <a:pt x="1999991" y="360654"/>
                  </a:lnTo>
                  <a:lnTo>
                    <a:pt x="2003270" y="359015"/>
                  </a:lnTo>
                  <a:lnTo>
                    <a:pt x="2006548" y="357375"/>
                  </a:lnTo>
                  <a:lnTo>
                    <a:pt x="2009827" y="357375"/>
                  </a:lnTo>
                  <a:lnTo>
                    <a:pt x="2014745" y="357375"/>
                  </a:lnTo>
                  <a:lnTo>
                    <a:pt x="2018024" y="359015"/>
                  </a:lnTo>
                  <a:lnTo>
                    <a:pt x="2022942" y="359015"/>
                  </a:lnTo>
                  <a:lnTo>
                    <a:pt x="2026220" y="359015"/>
                  </a:lnTo>
                  <a:lnTo>
                    <a:pt x="2029499" y="360654"/>
                  </a:lnTo>
                  <a:lnTo>
                    <a:pt x="2032778" y="362293"/>
                  </a:lnTo>
                  <a:lnTo>
                    <a:pt x="2037696" y="363933"/>
                  </a:lnTo>
                  <a:lnTo>
                    <a:pt x="2040974" y="363933"/>
                  </a:lnTo>
                  <a:lnTo>
                    <a:pt x="2044253" y="367211"/>
                  </a:lnTo>
                  <a:lnTo>
                    <a:pt x="2047532" y="365572"/>
                  </a:lnTo>
                  <a:lnTo>
                    <a:pt x="2052450" y="367211"/>
                  </a:lnTo>
                  <a:lnTo>
                    <a:pt x="2055728" y="368851"/>
                  </a:lnTo>
                  <a:lnTo>
                    <a:pt x="2052450" y="370490"/>
                  </a:lnTo>
                  <a:lnTo>
                    <a:pt x="2049171" y="372129"/>
                  </a:lnTo>
                  <a:lnTo>
                    <a:pt x="2047532" y="373769"/>
                  </a:lnTo>
                  <a:lnTo>
                    <a:pt x="2050810" y="372129"/>
                  </a:lnTo>
                  <a:lnTo>
                    <a:pt x="2054089" y="370490"/>
                  </a:lnTo>
                  <a:lnTo>
                    <a:pt x="2059007" y="368851"/>
                  </a:lnTo>
                  <a:lnTo>
                    <a:pt x="2062286" y="368851"/>
                  </a:lnTo>
                  <a:lnTo>
                    <a:pt x="2067204" y="367211"/>
                  </a:lnTo>
                  <a:lnTo>
                    <a:pt x="2070482" y="368851"/>
                  </a:lnTo>
                  <a:lnTo>
                    <a:pt x="2073761" y="368851"/>
                  </a:lnTo>
                  <a:lnTo>
                    <a:pt x="2075400" y="370490"/>
                  </a:lnTo>
                  <a:lnTo>
                    <a:pt x="2078679" y="372129"/>
                  </a:lnTo>
                  <a:lnTo>
                    <a:pt x="2081958" y="375408"/>
                  </a:lnTo>
                  <a:lnTo>
                    <a:pt x="2080318" y="372129"/>
                  </a:lnTo>
                  <a:lnTo>
                    <a:pt x="2085236" y="370490"/>
                  </a:lnTo>
                  <a:lnTo>
                    <a:pt x="2088515" y="370490"/>
                  </a:lnTo>
                  <a:lnTo>
                    <a:pt x="2091794" y="370490"/>
                  </a:lnTo>
                  <a:lnTo>
                    <a:pt x="2096712" y="368851"/>
                  </a:lnTo>
                  <a:lnTo>
                    <a:pt x="2099990" y="367211"/>
                  </a:lnTo>
                  <a:lnTo>
                    <a:pt x="2103269" y="367211"/>
                  </a:lnTo>
                  <a:lnTo>
                    <a:pt x="2106548" y="365572"/>
                  </a:lnTo>
                  <a:lnTo>
                    <a:pt x="2111466" y="363933"/>
                  </a:lnTo>
                  <a:lnTo>
                    <a:pt x="2114745" y="362293"/>
                  </a:lnTo>
                  <a:lnTo>
                    <a:pt x="2118023" y="360654"/>
                  </a:lnTo>
                  <a:lnTo>
                    <a:pt x="2121302" y="365572"/>
                  </a:lnTo>
                  <a:lnTo>
                    <a:pt x="2124581" y="365572"/>
                  </a:lnTo>
                  <a:lnTo>
                    <a:pt x="2129499" y="367211"/>
                  </a:lnTo>
                  <a:lnTo>
                    <a:pt x="2131138" y="370490"/>
                  </a:lnTo>
                  <a:lnTo>
                    <a:pt x="2134417" y="373769"/>
                  </a:lnTo>
                  <a:lnTo>
                    <a:pt x="2137695" y="375408"/>
                  </a:lnTo>
                  <a:lnTo>
                    <a:pt x="2140974" y="375408"/>
                  </a:lnTo>
                  <a:lnTo>
                    <a:pt x="2140974" y="378687"/>
                  </a:lnTo>
                  <a:lnTo>
                    <a:pt x="2137695" y="381965"/>
                  </a:lnTo>
                  <a:lnTo>
                    <a:pt x="2134417" y="385244"/>
                  </a:lnTo>
                  <a:lnTo>
                    <a:pt x="2131138" y="386883"/>
                  </a:lnTo>
                  <a:lnTo>
                    <a:pt x="2134417" y="385244"/>
                  </a:lnTo>
                  <a:lnTo>
                    <a:pt x="2137695" y="383605"/>
                  </a:lnTo>
                  <a:lnTo>
                    <a:pt x="2142613" y="383605"/>
                  </a:lnTo>
                  <a:lnTo>
                    <a:pt x="2145892" y="385244"/>
                  </a:lnTo>
                  <a:lnTo>
                    <a:pt x="2149171" y="385244"/>
                  </a:lnTo>
                  <a:lnTo>
                    <a:pt x="2147531" y="388523"/>
                  </a:lnTo>
                  <a:lnTo>
                    <a:pt x="2150810" y="390162"/>
                  </a:lnTo>
                  <a:lnTo>
                    <a:pt x="2150810" y="393441"/>
                  </a:lnTo>
                  <a:lnTo>
                    <a:pt x="2145892" y="396719"/>
                  </a:lnTo>
                  <a:lnTo>
                    <a:pt x="2142613" y="395080"/>
                  </a:lnTo>
                  <a:lnTo>
                    <a:pt x="2145892" y="396719"/>
                  </a:lnTo>
                  <a:lnTo>
                    <a:pt x="2149171" y="396719"/>
                  </a:lnTo>
                  <a:lnTo>
                    <a:pt x="2152449" y="391802"/>
                  </a:lnTo>
                  <a:lnTo>
                    <a:pt x="2155728" y="391802"/>
                  </a:lnTo>
                  <a:lnTo>
                    <a:pt x="2160646" y="393441"/>
                  </a:lnTo>
                  <a:lnTo>
                    <a:pt x="2162285" y="396719"/>
                  </a:lnTo>
                  <a:lnTo>
                    <a:pt x="2159007" y="398359"/>
                  </a:lnTo>
                  <a:lnTo>
                    <a:pt x="2154089" y="398359"/>
                  </a:lnTo>
                  <a:lnTo>
                    <a:pt x="2152449" y="399998"/>
                  </a:lnTo>
                  <a:lnTo>
                    <a:pt x="2149171" y="403277"/>
                  </a:lnTo>
                  <a:lnTo>
                    <a:pt x="2154089" y="403277"/>
                  </a:lnTo>
                  <a:lnTo>
                    <a:pt x="2157367" y="403277"/>
                  </a:lnTo>
                  <a:lnTo>
                    <a:pt x="2154089" y="404916"/>
                  </a:lnTo>
                  <a:lnTo>
                    <a:pt x="2149171" y="404916"/>
                  </a:lnTo>
                  <a:lnTo>
                    <a:pt x="2150810" y="408195"/>
                  </a:lnTo>
                  <a:lnTo>
                    <a:pt x="2152449" y="413113"/>
                  </a:lnTo>
                  <a:lnTo>
                    <a:pt x="2157367" y="411473"/>
                  </a:lnTo>
                  <a:lnTo>
                    <a:pt x="2157367" y="414752"/>
                  </a:lnTo>
                  <a:lnTo>
                    <a:pt x="2160646" y="413113"/>
                  </a:lnTo>
                  <a:lnTo>
                    <a:pt x="2163925" y="414752"/>
                  </a:lnTo>
                  <a:lnTo>
                    <a:pt x="2167203" y="414752"/>
                  </a:lnTo>
                  <a:lnTo>
                    <a:pt x="2172121" y="416392"/>
                  </a:lnTo>
                  <a:lnTo>
                    <a:pt x="2172121" y="418031"/>
                  </a:lnTo>
                  <a:lnTo>
                    <a:pt x="2175400" y="418031"/>
                  </a:lnTo>
                  <a:lnTo>
                    <a:pt x="2180318" y="419670"/>
                  </a:lnTo>
                  <a:lnTo>
                    <a:pt x="2183597" y="419670"/>
                  </a:lnTo>
                  <a:lnTo>
                    <a:pt x="2186875" y="416392"/>
                  </a:lnTo>
                  <a:lnTo>
                    <a:pt x="2190154" y="416392"/>
                  </a:lnTo>
                  <a:lnTo>
                    <a:pt x="2191793" y="421309"/>
                  </a:lnTo>
                  <a:lnTo>
                    <a:pt x="2188515" y="424588"/>
                  </a:lnTo>
                  <a:lnTo>
                    <a:pt x="2191793" y="426228"/>
                  </a:lnTo>
                  <a:lnTo>
                    <a:pt x="2196711" y="426228"/>
                  </a:lnTo>
                  <a:lnTo>
                    <a:pt x="2199990" y="424588"/>
                  </a:lnTo>
                  <a:lnTo>
                    <a:pt x="2203269" y="424588"/>
                  </a:lnTo>
                  <a:lnTo>
                    <a:pt x="2204908" y="421309"/>
                  </a:lnTo>
                  <a:lnTo>
                    <a:pt x="2208187" y="418031"/>
                  </a:lnTo>
                  <a:lnTo>
                    <a:pt x="2211465" y="421309"/>
                  </a:lnTo>
                  <a:lnTo>
                    <a:pt x="2211465" y="424588"/>
                  </a:lnTo>
                  <a:lnTo>
                    <a:pt x="2209826" y="427867"/>
                  </a:lnTo>
                  <a:lnTo>
                    <a:pt x="2204908" y="429506"/>
                  </a:lnTo>
                  <a:lnTo>
                    <a:pt x="2201629" y="431145"/>
                  </a:lnTo>
                  <a:lnTo>
                    <a:pt x="2198351" y="432785"/>
                  </a:lnTo>
                  <a:lnTo>
                    <a:pt x="2196711" y="436064"/>
                  </a:lnTo>
                  <a:lnTo>
                    <a:pt x="2191793" y="439342"/>
                  </a:lnTo>
                  <a:lnTo>
                    <a:pt x="2190154" y="442621"/>
                  </a:lnTo>
                  <a:lnTo>
                    <a:pt x="2188515" y="445900"/>
                  </a:lnTo>
                  <a:lnTo>
                    <a:pt x="2188515" y="449178"/>
                  </a:lnTo>
                  <a:lnTo>
                    <a:pt x="2188515" y="454096"/>
                  </a:lnTo>
                  <a:lnTo>
                    <a:pt x="2185236" y="457375"/>
                  </a:lnTo>
                  <a:lnTo>
                    <a:pt x="2181957" y="459014"/>
                  </a:lnTo>
                  <a:lnTo>
                    <a:pt x="2178679" y="459014"/>
                  </a:lnTo>
                  <a:lnTo>
                    <a:pt x="2180318" y="460654"/>
                  </a:lnTo>
                  <a:lnTo>
                    <a:pt x="2175400" y="460654"/>
                  </a:lnTo>
                  <a:lnTo>
                    <a:pt x="2172121" y="460654"/>
                  </a:lnTo>
                  <a:lnTo>
                    <a:pt x="2168843" y="460654"/>
                  </a:lnTo>
                  <a:lnTo>
                    <a:pt x="2165564" y="459014"/>
                  </a:lnTo>
                  <a:lnTo>
                    <a:pt x="2160646" y="460654"/>
                  </a:lnTo>
                  <a:lnTo>
                    <a:pt x="2159007" y="460654"/>
                  </a:lnTo>
                  <a:lnTo>
                    <a:pt x="2155728" y="460654"/>
                  </a:lnTo>
                  <a:lnTo>
                    <a:pt x="2154089" y="460654"/>
                  </a:lnTo>
                  <a:lnTo>
                    <a:pt x="2150810" y="459014"/>
                  </a:lnTo>
                  <a:lnTo>
                    <a:pt x="2145892" y="457375"/>
                  </a:lnTo>
                  <a:lnTo>
                    <a:pt x="2142613" y="457375"/>
                  </a:lnTo>
                  <a:lnTo>
                    <a:pt x="2142613" y="457375"/>
                  </a:lnTo>
                  <a:lnTo>
                    <a:pt x="2145892" y="459014"/>
                  </a:lnTo>
                  <a:lnTo>
                    <a:pt x="2149171" y="459014"/>
                  </a:lnTo>
                  <a:lnTo>
                    <a:pt x="2150810" y="460654"/>
                  </a:lnTo>
                  <a:lnTo>
                    <a:pt x="2154089" y="462293"/>
                  </a:lnTo>
                  <a:lnTo>
                    <a:pt x="2159007" y="460654"/>
                  </a:lnTo>
                  <a:lnTo>
                    <a:pt x="2162285" y="460654"/>
                  </a:lnTo>
                  <a:lnTo>
                    <a:pt x="2165564" y="462293"/>
                  </a:lnTo>
                  <a:lnTo>
                    <a:pt x="2170482" y="462293"/>
                  </a:lnTo>
                  <a:lnTo>
                    <a:pt x="2172121" y="462293"/>
                  </a:lnTo>
                  <a:lnTo>
                    <a:pt x="2175400" y="462293"/>
                  </a:lnTo>
                  <a:lnTo>
                    <a:pt x="2178679" y="462293"/>
                  </a:lnTo>
                  <a:lnTo>
                    <a:pt x="2180318" y="465572"/>
                  </a:lnTo>
                  <a:lnTo>
                    <a:pt x="2180318" y="468850"/>
                  </a:lnTo>
                  <a:lnTo>
                    <a:pt x="2175400" y="472129"/>
                  </a:lnTo>
                  <a:lnTo>
                    <a:pt x="2177039" y="477047"/>
                  </a:lnTo>
                  <a:lnTo>
                    <a:pt x="2173761" y="477047"/>
                  </a:lnTo>
                  <a:lnTo>
                    <a:pt x="2168843" y="480326"/>
                  </a:lnTo>
                  <a:lnTo>
                    <a:pt x="2170482" y="483604"/>
                  </a:lnTo>
                  <a:lnTo>
                    <a:pt x="2165564" y="486883"/>
                  </a:lnTo>
                  <a:lnTo>
                    <a:pt x="2170482" y="486883"/>
                  </a:lnTo>
                  <a:lnTo>
                    <a:pt x="2173761" y="486883"/>
                  </a:lnTo>
                  <a:lnTo>
                    <a:pt x="2177039" y="486883"/>
                  </a:lnTo>
                  <a:lnTo>
                    <a:pt x="2178679" y="491801"/>
                  </a:lnTo>
                  <a:lnTo>
                    <a:pt x="2173761" y="491801"/>
                  </a:lnTo>
                  <a:lnTo>
                    <a:pt x="2170482" y="491801"/>
                  </a:lnTo>
                  <a:lnTo>
                    <a:pt x="2167203" y="495080"/>
                  </a:lnTo>
                  <a:lnTo>
                    <a:pt x="2170482" y="496719"/>
                  </a:lnTo>
                  <a:lnTo>
                    <a:pt x="2167203" y="499998"/>
                  </a:lnTo>
                  <a:lnTo>
                    <a:pt x="2163925" y="503276"/>
                  </a:lnTo>
                  <a:lnTo>
                    <a:pt x="2160646" y="506555"/>
                  </a:lnTo>
                  <a:lnTo>
                    <a:pt x="2157367" y="509834"/>
                  </a:lnTo>
                  <a:lnTo>
                    <a:pt x="2155728" y="504916"/>
                  </a:lnTo>
                  <a:lnTo>
                    <a:pt x="2157367" y="501637"/>
                  </a:lnTo>
                  <a:lnTo>
                    <a:pt x="2154089" y="499998"/>
                  </a:lnTo>
                  <a:lnTo>
                    <a:pt x="2154089" y="503276"/>
                  </a:lnTo>
                  <a:lnTo>
                    <a:pt x="2152449" y="506555"/>
                  </a:lnTo>
                  <a:lnTo>
                    <a:pt x="2147531" y="508194"/>
                  </a:lnTo>
                  <a:lnTo>
                    <a:pt x="2144252" y="508194"/>
                  </a:lnTo>
                  <a:lnTo>
                    <a:pt x="2140974" y="509834"/>
                  </a:lnTo>
                  <a:lnTo>
                    <a:pt x="2137695" y="509834"/>
                  </a:lnTo>
                  <a:lnTo>
                    <a:pt x="2140974" y="511473"/>
                  </a:lnTo>
                  <a:lnTo>
                    <a:pt x="2142613" y="511473"/>
                  </a:lnTo>
                  <a:lnTo>
                    <a:pt x="2144252" y="513112"/>
                  </a:lnTo>
                  <a:lnTo>
                    <a:pt x="2147531" y="513112"/>
                  </a:lnTo>
                  <a:lnTo>
                    <a:pt x="2144252" y="516391"/>
                  </a:lnTo>
                  <a:lnTo>
                    <a:pt x="2147531" y="516391"/>
                  </a:lnTo>
                  <a:lnTo>
                    <a:pt x="2152449" y="513112"/>
                  </a:lnTo>
                  <a:lnTo>
                    <a:pt x="2155728" y="511473"/>
                  </a:lnTo>
                  <a:lnTo>
                    <a:pt x="2159007" y="509834"/>
                  </a:lnTo>
                  <a:lnTo>
                    <a:pt x="2163925" y="508194"/>
                  </a:lnTo>
                  <a:lnTo>
                    <a:pt x="2167203" y="506555"/>
                  </a:lnTo>
                  <a:lnTo>
                    <a:pt x="2170482" y="504916"/>
                  </a:lnTo>
                  <a:lnTo>
                    <a:pt x="2173761" y="504916"/>
                  </a:lnTo>
                  <a:lnTo>
                    <a:pt x="2178679" y="504916"/>
                  </a:lnTo>
                  <a:lnTo>
                    <a:pt x="2181957" y="504916"/>
                  </a:lnTo>
                  <a:lnTo>
                    <a:pt x="2185236" y="504916"/>
                  </a:lnTo>
                  <a:lnTo>
                    <a:pt x="2190154" y="504916"/>
                  </a:lnTo>
                  <a:lnTo>
                    <a:pt x="2193433" y="508194"/>
                  </a:lnTo>
                  <a:lnTo>
                    <a:pt x="2193433" y="511473"/>
                  </a:lnTo>
                  <a:lnTo>
                    <a:pt x="2191793" y="516391"/>
                  </a:lnTo>
                  <a:lnTo>
                    <a:pt x="2191793" y="519670"/>
                  </a:lnTo>
                  <a:lnTo>
                    <a:pt x="2193433" y="522948"/>
                  </a:lnTo>
                  <a:lnTo>
                    <a:pt x="2190154" y="526227"/>
                  </a:lnTo>
                  <a:lnTo>
                    <a:pt x="2185236" y="531145"/>
                  </a:lnTo>
                  <a:lnTo>
                    <a:pt x="2181957" y="534424"/>
                  </a:lnTo>
                  <a:lnTo>
                    <a:pt x="2178679" y="537702"/>
                  </a:lnTo>
                  <a:lnTo>
                    <a:pt x="2173761" y="540981"/>
                  </a:lnTo>
                  <a:lnTo>
                    <a:pt x="2170482" y="540981"/>
                  </a:lnTo>
                  <a:lnTo>
                    <a:pt x="2167203" y="540981"/>
                  </a:lnTo>
                  <a:lnTo>
                    <a:pt x="2163925" y="542620"/>
                  </a:lnTo>
                  <a:lnTo>
                    <a:pt x="2160646" y="542620"/>
                  </a:lnTo>
                  <a:lnTo>
                    <a:pt x="2155728" y="544260"/>
                  </a:lnTo>
                  <a:lnTo>
                    <a:pt x="2152449" y="545899"/>
                  </a:lnTo>
                  <a:lnTo>
                    <a:pt x="2149171" y="547539"/>
                  </a:lnTo>
                  <a:lnTo>
                    <a:pt x="2144252" y="549178"/>
                  </a:lnTo>
                  <a:lnTo>
                    <a:pt x="2140974" y="550817"/>
                  </a:lnTo>
                  <a:lnTo>
                    <a:pt x="2144252" y="549178"/>
                  </a:lnTo>
                  <a:lnTo>
                    <a:pt x="2147531" y="547539"/>
                  </a:lnTo>
                  <a:lnTo>
                    <a:pt x="2152449" y="545899"/>
                  </a:lnTo>
                  <a:lnTo>
                    <a:pt x="2155728" y="544260"/>
                  </a:lnTo>
                  <a:lnTo>
                    <a:pt x="2159007" y="544260"/>
                  </a:lnTo>
                  <a:lnTo>
                    <a:pt x="2163925" y="542620"/>
                  </a:lnTo>
                  <a:lnTo>
                    <a:pt x="2167203" y="542620"/>
                  </a:lnTo>
                  <a:lnTo>
                    <a:pt x="2170482" y="540981"/>
                  </a:lnTo>
                  <a:lnTo>
                    <a:pt x="2173761" y="540981"/>
                  </a:lnTo>
                  <a:lnTo>
                    <a:pt x="2178679" y="539342"/>
                  </a:lnTo>
                  <a:lnTo>
                    <a:pt x="2181957" y="537702"/>
                  </a:lnTo>
                  <a:lnTo>
                    <a:pt x="2183597" y="532784"/>
                  </a:lnTo>
                  <a:lnTo>
                    <a:pt x="2186875" y="531145"/>
                  </a:lnTo>
                  <a:lnTo>
                    <a:pt x="2191793" y="526227"/>
                  </a:lnTo>
                  <a:lnTo>
                    <a:pt x="2193433" y="522948"/>
                  </a:lnTo>
                  <a:lnTo>
                    <a:pt x="2196711" y="519670"/>
                  </a:lnTo>
                  <a:lnTo>
                    <a:pt x="2201629" y="518030"/>
                  </a:lnTo>
                  <a:lnTo>
                    <a:pt x="2203269" y="522948"/>
                  </a:lnTo>
                  <a:lnTo>
                    <a:pt x="2199990" y="526227"/>
                  </a:lnTo>
                  <a:lnTo>
                    <a:pt x="2199990" y="529506"/>
                  </a:lnTo>
                  <a:lnTo>
                    <a:pt x="2196711" y="532784"/>
                  </a:lnTo>
                  <a:lnTo>
                    <a:pt x="2191793" y="534424"/>
                  </a:lnTo>
                  <a:lnTo>
                    <a:pt x="2188515" y="536063"/>
                  </a:lnTo>
                  <a:lnTo>
                    <a:pt x="2191793" y="536063"/>
                  </a:lnTo>
                  <a:lnTo>
                    <a:pt x="2196711" y="532784"/>
                  </a:lnTo>
                  <a:lnTo>
                    <a:pt x="2199990" y="531145"/>
                  </a:lnTo>
                  <a:lnTo>
                    <a:pt x="2203269" y="526227"/>
                  </a:lnTo>
                  <a:lnTo>
                    <a:pt x="2206547" y="522948"/>
                  </a:lnTo>
                  <a:lnTo>
                    <a:pt x="2206547" y="526227"/>
                  </a:lnTo>
                  <a:lnTo>
                    <a:pt x="2204908" y="531145"/>
                  </a:lnTo>
                  <a:lnTo>
                    <a:pt x="2203269" y="534424"/>
                  </a:lnTo>
                  <a:lnTo>
                    <a:pt x="2201629" y="537702"/>
                  </a:lnTo>
                  <a:lnTo>
                    <a:pt x="2198351" y="542620"/>
                  </a:lnTo>
                  <a:lnTo>
                    <a:pt x="2196711" y="544260"/>
                  </a:lnTo>
                  <a:lnTo>
                    <a:pt x="2199990" y="540981"/>
                  </a:lnTo>
                  <a:lnTo>
                    <a:pt x="2201629" y="537702"/>
                  </a:lnTo>
                  <a:lnTo>
                    <a:pt x="2206547" y="534424"/>
                  </a:lnTo>
                  <a:lnTo>
                    <a:pt x="2209826" y="531145"/>
                  </a:lnTo>
                  <a:lnTo>
                    <a:pt x="2213105" y="529506"/>
                  </a:lnTo>
                  <a:lnTo>
                    <a:pt x="2218023" y="529506"/>
                  </a:lnTo>
                  <a:lnTo>
                    <a:pt x="2221302" y="527867"/>
                  </a:lnTo>
                  <a:lnTo>
                    <a:pt x="2224580" y="526227"/>
                  </a:lnTo>
                  <a:lnTo>
                    <a:pt x="2227859" y="524588"/>
                  </a:lnTo>
                  <a:lnTo>
                    <a:pt x="2232777" y="521309"/>
                  </a:lnTo>
                  <a:lnTo>
                    <a:pt x="2236055" y="522948"/>
                  </a:lnTo>
                  <a:lnTo>
                    <a:pt x="2239334" y="521309"/>
                  </a:lnTo>
                  <a:lnTo>
                    <a:pt x="2242613" y="521309"/>
                  </a:lnTo>
                  <a:lnTo>
                    <a:pt x="2244252" y="518030"/>
                  </a:lnTo>
                  <a:lnTo>
                    <a:pt x="2247531" y="514752"/>
                  </a:lnTo>
                  <a:lnTo>
                    <a:pt x="2250809" y="511473"/>
                  </a:lnTo>
                  <a:lnTo>
                    <a:pt x="2254088" y="508194"/>
                  </a:lnTo>
                  <a:lnTo>
                    <a:pt x="2259006" y="506555"/>
                  </a:lnTo>
                  <a:lnTo>
                    <a:pt x="2262285" y="511473"/>
                  </a:lnTo>
                  <a:lnTo>
                    <a:pt x="2263924" y="514752"/>
                  </a:lnTo>
                  <a:lnTo>
                    <a:pt x="2265564" y="518030"/>
                  </a:lnTo>
                  <a:lnTo>
                    <a:pt x="2262285" y="521309"/>
                  </a:lnTo>
                  <a:lnTo>
                    <a:pt x="2260646" y="524588"/>
                  </a:lnTo>
                  <a:lnTo>
                    <a:pt x="2257367" y="526227"/>
                  </a:lnTo>
                  <a:lnTo>
                    <a:pt x="2257367" y="527867"/>
                  </a:lnTo>
                  <a:lnTo>
                    <a:pt x="2260646" y="526227"/>
                  </a:lnTo>
                  <a:lnTo>
                    <a:pt x="2262285" y="522948"/>
                  </a:lnTo>
                  <a:lnTo>
                    <a:pt x="2267203" y="519670"/>
                  </a:lnTo>
                  <a:lnTo>
                    <a:pt x="2268842" y="516391"/>
                  </a:lnTo>
                  <a:lnTo>
                    <a:pt x="2267203" y="511473"/>
                  </a:lnTo>
                  <a:lnTo>
                    <a:pt x="2267203" y="508194"/>
                  </a:lnTo>
                  <a:lnTo>
                    <a:pt x="2270482" y="508194"/>
                  </a:lnTo>
                  <a:lnTo>
                    <a:pt x="2275399" y="508194"/>
                  </a:lnTo>
                  <a:lnTo>
                    <a:pt x="2277039" y="506555"/>
                  </a:lnTo>
                  <a:lnTo>
                    <a:pt x="2272121" y="506555"/>
                  </a:lnTo>
                  <a:lnTo>
                    <a:pt x="2277039" y="503276"/>
                  </a:lnTo>
                  <a:lnTo>
                    <a:pt x="2280317" y="501637"/>
                  </a:lnTo>
                  <a:lnTo>
                    <a:pt x="2283596" y="498358"/>
                  </a:lnTo>
                  <a:lnTo>
                    <a:pt x="2286875" y="501637"/>
                  </a:lnTo>
                  <a:lnTo>
                    <a:pt x="2291793" y="498358"/>
                  </a:lnTo>
                  <a:lnTo>
                    <a:pt x="2295072" y="499998"/>
                  </a:lnTo>
                  <a:lnTo>
                    <a:pt x="2291793" y="498358"/>
                  </a:lnTo>
                  <a:lnTo>
                    <a:pt x="2286875" y="498358"/>
                  </a:lnTo>
                  <a:lnTo>
                    <a:pt x="2285236" y="495080"/>
                  </a:lnTo>
                  <a:lnTo>
                    <a:pt x="2286875" y="490162"/>
                  </a:lnTo>
                  <a:lnTo>
                    <a:pt x="2290154" y="493440"/>
                  </a:lnTo>
                  <a:lnTo>
                    <a:pt x="2295072" y="490162"/>
                  </a:lnTo>
                  <a:lnTo>
                    <a:pt x="2295072" y="486883"/>
                  </a:lnTo>
                  <a:lnTo>
                    <a:pt x="2298350" y="488522"/>
                  </a:lnTo>
                  <a:lnTo>
                    <a:pt x="2299989" y="485244"/>
                  </a:lnTo>
                  <a:lnTo>
                    <a:pt x="2298350" y="480326"/>
                  </a:lnTo>
                  <a:lnTo>
                    <a:pt x="2301629" y="481965"/>
                  </a:lnTo>
                  <a:lnTo>
                    <a:pt x="2304908" y="481965"/>
                  </a:lnTo>
                  <a:lnTo>
                    <a:pt x="2308186" y="483604"/>
                  </a:lnTo>
                  <a:lnTo>
                    <a:pt x="2311465" y="485244"/>
                  </a:lnTo>
                  <a:lnTo>
                    <a:pt x="2309826" y="481965"/>
                  </a:lnTo>
                  <a:lnTo>
                    <a:pt x="2306547" y="480326"/>
                  </a:lnTo>
                  <a:lnTo>
                    <a:pt x="2303268" y="477047"/>
                  </a:lnTo>
                  <a:lnTo>
                    <a:pt x="2303268" y="472129"/>
                  </a:lnTo>
                  <a:lnTo>
                    <a:pt x="2306547" y="468850"/>
                  </a:lnTo>
                  <a:lnTo>
                    <a:pt x="2309826" y="468850"/>
                  </a:lnTo>
                  <a:lnTo>
                    <a:pt x="2314744" y="467211"/>
                  </a:lnTo>
                  <a:lnTo>
                    <a:pt x="2318022" y="468850"/>
                  </a:lnTo>
                  <a:lnTo>
                    <a:pt x="2321301" y="470490"/>
                  </a:lnTo>
                  <a:lnTo>
                    <a:pt x="2318022" y="468850"/>
                  </a:lnTo>
                  <a:lnTo>
                    <a:pt x="2316383" y="465572"/>
                  </a:lnTo>
                  <a:lnTo>
                    <a:pt x="2321301" y="462293"/>
                  </a:lnTo>
                  <a:lnTo>
                    <a:pt x="2322940" y="460654"/>
                  </a:lnTo>
                  <a:lnTo>
                    <a:pt x="2327858" y="457375"/>
                  </a:lnTo>
                  <a:lnTo>
                    <a:pt x="2331137" y="454096"/>
                  </a:lnTo>
                  <a:lnTo>
                    <a:pt x="2334416" y="452457"/>
                  </a:lnTo>
                  <a:lnTo>
                    <a:pt x="2337694" y="449178"/>
                  </a:lnTo>
                  <a:lnTo>
                    <a:pt x="2340973" y="445900"/>
                  </a:lnTo>
                  <a:lnTo>
                    <a:pt x="2344252" y="445900"/>
                  </a:lnTo>
                  <a:lnTo>
                    <a:pt x="2347530" y="447539"/>
                  </a:lnTo>
                  <a:lnTo>
                    <a:pt x="2344252" y="449178"/>
                  </a:lnTo>
                  <a:lnTo>
                    <a:pt x="2339334" y="450818"/>
                  </a:lnTo>
                  <a:lnTo>
                    <a:pt x="2344252" y="449178"/>
                  </a:lnTo>
                  <a:lnTo>
                    <a:pt x="2347530" y="450818"/>
                  </a:lnTo>
                  <a:lnTo>
                    <a:pt x="2344252" y="452457"/>
                  </a:lnTo>
                  <a:lnTo>
                    <a:pt x="2347530" y="452457"/>
                  </a:lnTo>
                  <a:lnTo>
                    <a:pt x="2344252" y="455736"/>
                  </a:lnTo>
                  <a:lnTo>
                    <a:pt x="2340973" y="457375"/>
                  </a:lnTo>
                  <a:lnTo>
                    <a:pt x="2337694" y="459014"/>
                  </a:lnTo>
                  <a:lnTo>
                    <a:pt x="2332776" y="459014"/>
                  </a:lnTo>
                  <a:lnTo>
                    <a:pt x="2332776" y="460654"/>
                  </a:lnTo>
                  <a:lnTo>
                    <a:pt x="2334416" y="460654"/>
                  </a:lnTo>
                  <a:lnTo>
                    <a:pt x="2337694" y="459014"/>
                  </a:lnTo>
                  <a:lnTo>
                    <a:pt x="2342612" y="457375"/>
                  </a:lnTo>
                  <a:lnTo>
                    <a:pt x="2345891" y="457375"/>
                  </a:lnTo>
                  <a:lnTo>
                    <a:pt x="2342612" y="460654"/>
                  </a:lnTo>
                  <a:lnTo>
                    <a:pt x="2342612" y="460654"/>
                  </a:lnTo>
                  <a:lnTo>
                    <a:pt x="2339334" y="463932"/>
                  </a:lnTo>
                  <a:lnTo>
                    <a:pt x="2344252" y="463932"/>
                  </a:lnTo>
                  <a:lnTo>
                    <a:pt x="2347530" y="460654"/>
                  </a:lnTo>
                  <a:lnTo>
                    <a:pt x="2350809" y="460654"/>
                  </a:lnTo>
                  <a:lnTo>
                    <a:pt x="2352448" y="460654"/>
                  </a:lnTo>
                  <a:lnTo>
                    <a:pt x="2349170" y="462293"/>
                  </a:lnTo>
                  <a:lnTo>
                    <a:pt x="2349170" y="465572"/>
                  </a:lnTo>
                  <a:lnTo>
                    <a:pt x="2345891" y="468850"/>
                  </a:lnTo>
                  <a:lnTo>
                    <a:pt x="2345891" y="470490"/>
                  </a:lnTo>
                  <a:lnTo>
                    <a:pt x="2345891" y="470490"/>
                  </a:lnTo>
                  <a:lnTo>
                    <a:pt x="2345891" y="473768"/>
                  </a:lnTo>
                  <a:lnTo>
                    <a:pt x="2349170" y="473768"/>
                  </a:lnTo>
                  <a:lnTo>
                    <a:pt x="2345891" y="477047"/>
                  </a:lnTo>
                  <a:lnTo>
                    <a:pt x="2350809" y="475408"/>
                  </a:lnTo>
                  <a:lnTo>
                    <a:pt x="2347530" y="480326"/>
                  </a:lnTo>
                  <a:lnTo>
                    <a:pt x="2352448" y="477047"/>
                  </a:lnTo>
                  <a:lnTo>
                    <a:pt x="2355727" y="480326"/>
                  </a:lnTo>
                  <a:lnTo>
                    <a:pt x="2352448" y="483604"/>
                  </a:lnTo>
                  <a:lnTo>
                    <a:pt x="2347530" y="483604"/>
                  </a:lnTo>
                  <a:lnTo>
                    <a:pt x="2344252" y="483604"/>
                  </a:lnTo>
                  <a:lnTo>
                    <a:pt x="2347530" y="485244"/>
                  </a:lnTo>
                  <a:lnTo>
                    <a:pt x="2349170" y="485244"/>
                  </a:lnTo>
                  <a:lnTo>
                    <a:pt x="2349170" y="490162"/>
                  </a:lnTo>
                  <a:lnTo>
                    <a:pt x="2352448" y="486883"/>
                  </a:lnTo>
                  <a:lnTo>
                    <a:pt x="2357366" y="486883"/>
                  </a:lnTo>
                  <a:lnTo>
                    <a:pt x="2355727" y="490162"/>
                  </a:lnTo>
                  <a:lnTo>
                    <a:pt x="2352448" y="491801"/>
                  </a:lnTo>
                  <a:lnTo>
                    <a:pt x="2355727" y="491801"/>
                  </a:lnTo>
                  <a:lnTo>
                    <a:pt x="2359006" y="490162"/>
                  </a:lnTo>
                  <a:lnTo>
                    <a:pt x="2357366" y="493440"/>
                  </a:lnTo>
                  <a:lnTo>
                    <a:pt x="2352448" y="496719"/>
                  </a:lnTo>
                  <a:lnTo>
                    <a:pt x="2349170" y="498358"/>
                  </a:lnTo>
                  <a:lnTo>
                    <a:pt x="2345891" y="498358"/>
                  </a:lnTo>
                  <a:lnTo>
                    <a:pt x="2340973" y="498358"/>
                  </a:lnTo>
                  <a:lnTo>
                    <a:pt x="2337694" y="498358"/>
                  </a:lnTo>
                  <a:lnTo>
                    <a:pt x="2337694" y="501637"/>
                  </a:lnTo>
                  <a:lnTo>
                    <a:pt x="2342612" y="499998"/>
                  </a:lnTo>
                  <a:lnTo>
                    <a:pt x="2345891" y="499998"/>
                  </a:lnTo>
                  <a:lnTo>
                    <a:pt x="2349170" y="499998"/>
                  </a:lnTo>
                  <a:lnTo>
                    <a:pt x="2352448" y="498358"/>
                  </a:lnTo>
                  <a:lnTo>
                    <a:pt x="2357366" y="498358"/>
                  </a:lnTo>
                  <a:lnTo>
                    <a:pt x="2360645" y="498358"/>
                  </a:lnTo>
                  <a:lnTo>
                    <a:pt x="2363924" y="498358"/>
                  </a:lnTo>
                  <a:lnTo>
                    <a:pt x="2360645" y="499998"/>
                  </a:lnTo>
                  <a:lnTo>
                    <a:pt x="2355727" y="503276"/>
                  </a:lnTo>
                  <a:lnTo>
                    <a:pt x="2360645" y="501637"/>
                  </a:lnTo>
                  <a:lnTo>
                    <a:pt x="2357366" y="504916"/>
                  </a:lnTo>
                  <a:lnTo>
                    <a:pt x="2354088" y="506555"/>
                  </a:lnTo>
                  <a:lnTo>
                    <a:pt x="2357366" y="506555"/>
                  </a:lnTo>
                  <a:lnTo>
                    <a:pt x="2362284" y="504916"/>
                  </a:lnTo>
                  <a:lnTo>
                    <a:pt x="2365563" y="508194"/>
                  </a:lnTo>
                  <a:lnTo>
                    <a:pt x="2362284" y="511473"/>
                  </a:lnTo>
                  <a:lnTo>
                    <a:pt x="2362284" y="516391"/>
                  </a:lnTo>
                  <a:lnTo>
                    <a:pt x="2359006" y="518030"/>
                  </a:lnTo>
                  <a:lnTo>
                    <a:pt x="2355727" y="519670"/>
                  </a:lnTo>
                  <a:lnTo>
                    <a:pt x="2352448" y="521309"/>
                  </a:lnTo>
                  <a:lnTo>
                    <a:pt x="2347530" y="521309"/>
                  </a:lnTo>
                  <a:lnTo>
                    <a:pt x="2344252" y="521309"/>
                  </a:lnTo>
                  <a:lnTo>
                    <a:pt x="2340973" y="522948"/>
                  </a:lnTo>
                  <a:lnTo>
                    <a:pt x="2344252" y="521309"/>
                  </a:lnTo>
                  <a:lnTo>
                    <a:pt x="2340973" y="526227"/>
                  </a:lnTo>
                  <a:lnTo>
                    <a:pt x="2337694" y="526227"/>
                  </a:lnTo>
                  <a:lnTo>
                    <a:pt x="2340973" y="526227"/>
                  </a:lnTo>
                  <a:lnTo>
                    <a:pt x="2344252" y="524588"/>
                  </a:lnTo>
                  <a:lnTo>
                    <a:pt x="2349170" y="522948"/>
                  </a:lnTo>
                  <a:lnTo>
                    <a:pt x="2352448" y="522948"/>
                  </a:lnTo>
                  <a:lnTo>
                    <a:pt x="2349170" y="526227"/>
                  </a:lnTo>
                  <a:lnTo>
                    <a:pt x="2352448" y="524588"/>
                  </a:lnTo>
                  <a:lnTo>
                    <a:pt x="2355727" y="522948"/>
                  </a:lnTo>
                  <a:lnTo>
                    <a:pt x="2360645" y="522948"/>
                  </a:lnTo>
                  <a:lnTo>
                    <a:pt x="2363924" y="521309"/>
                  </a:lnTo>
                  <a:lnTo>
                    <a:pt x="2367202" y="521309"/>
                  </a:lnTo>
                  <a:lnTo>
                    <a:pt x="2365563" y="524588"/>
                  </a:lnTo>
                  <a:lnTo>
                    <a:pt x="2363924" y="529506"/>
                  </a:lnTo>
                  <a:lnTo>
                    <a:pt x="2360645" y="531145"/>
                  </a:lnTo>
                  <a:lnTo>
                    <a:pt x="2357366" y="531145"/>
                  </a:lnTo>
                  <a:lnTo>
                    <a:pt x="2360645" y="531145"/>
                  </a:lnTo>
                  <a:lnTo>
                    <a:pt x="2357366" y="534424"/>
                  </a:lnTo>
                  <a:lnTo>
                    <a:pt x="2352448" y="534424"/>
                  </a:lnTo>
                  <a:lnTo>
                    <a:pt x="2349170" y="536063"/>
                  </a:lnTo>
                  <a:lnTo>
                    <a:pt x="2345891" y="537702"/>
                  </a:lnTo>
                  <a:lnTo>
                    <a:pt x="2340973" y="539342"/>
                  </a:lnTo>
                  <a:lnTo>
                    <a:pt x="2340973" y="539342"/>
                  </a:lnTo>
                  <a:lnTo>
                    <a:pt x="2337694" y="540981"/>
                  </a:lnTo>
                  <a:lnTo>
                    <a:pt x="2340973" y="542620"/>
                  </a:lnTo>
                  <a:lnTo>
                    <a:pt x="2344252" y="539342"/>
                  </a:lnTo>
                  <a:lnTo>
                    <a:pt x="2347530" y="537702"/>
                  </a:lnTo>
                  <a:lnTo>
                    <a:pt x="2352448" y="536063"/>
                  </a:lnTo>
                  <a:lnTo>
                    <a:pt x="2355727" y="536063"/>
                  </a:lnTo>
                  <a:lnTo>
                    <a:pt x="2359006" y="536063"/>
                  </a:lnTo>
                  <a:lnTo>
                    <a:pt x="2362284" y="534424"/>
                  </a:lnTo>
                  <a:lnTo>
                    <a:pt x="2365563" y="534424"/>
                  </a:lnTo>
                  <a:lnTo>
                    <a:pt x="2363924" y="537702"/>
                  </a:lnTo>
                  <a:lnTo>
                    <a:pt x="2367202" y="537702"/>
                  </a:lnTo>
                  <a:lnTo>
                    <a:pt x="2367202" y="540981"/>
                  </a:lnTo>
                  <a:lnTo>
                    <a:pt x="2363924" y="540981"/>
                  </a:lnTo>
                  <a:lnTo>
                    <a:pt x="2360645" y="542620"/>
                  </a:lnTo>
                  <a:lnTo>
                    <a:pt x="2355727" y="544260"/>
                  </a:lnTo>
                  <a:lnTo>
                    <a:pt x="2359006" y="542620"/>
                  </a:lnTo>
                  <a:lnTo>
                    <a:pt x="2363924" y="544260"/>
                  </a:lnTo>
                  <a:lnTo>
                    <a:pt x="2362284" y="547539"/>
                  </a:lnTo>
                  <a:lnTo>
                    <a:pt x="2365563" y="544260"/>
                  </a:lnTo>
                  <a:lnTo>
                    <a:pt x="2368842" y="544260"/>
                  </a:lnTo>
                  <a:lnTo>
                    <a:pt x="2372120" y="542620"/>
                  </a:lnTo>
                  <a:lnTo>
                    <a:pt x="2373760" y="545899"/>
                  </a:lnTo>
                  <a:lnTo>
                    <a:pt x="2370481" y="550817"/>
                  </a:lnTo>
                  <a:lnTo>
                    <a:pt x="2373760" y="554096"/>
                  </a:lnTo>
                  <a:lnTo>
                    <a:pt x="2370481" y="557374"/>
                  </a:lnTo>
                  <a:lnTo>
                    <a:pt x="2367202" y="559014"/>
                  </a:lnTo>
                  <a:lnTo>
                    <a:pt x="2363924" y="560653"/>
                  </a:lnTo>
                  <a:lnTo>
                    <a:pt x="2360645" y="560653"/>
                  </a:lnTo>
                  <a:lnTo>
                    <a:pt x="2355727" y="563932"/>
                  </a:lnTo>
                  <a:lnTo>
                    <a:pt x="2352448" y="562292"/>
                  </a:lnTo>
                  <a:lnTo>
                    <a:pt x="2355727" y="565571"/>
                  </a:lnTo>
                  <a:lnTo>
                    <a:pt x="2360645" y="563932"/>
                  </a:lnTo>
                  <a:lnTo>
                    <a:pt x="2363924" y="563932"/>
                  </a:lnTo>
                  <a:lnTo>
                    <a:pt x="2367202" y="565571"/>
                  </a:lnTo>
                  <a:lnTo>
                    <a:pt x="2368842" y="568850"/>
                  </a:lnTo>
                  <a:lnTo>
                    <a:pt x="2363924" y="572129"/>
                  </a:lnTo>
                  <a:lnTo>
                    <a:pt x="2367202" y="575407"/>
                  </a:lnTo>
                  <a:lnTo>
                    <a:pt x="2372120" y="573768"/>
                  </a:lnTo>
                  <a:lnTo>
                    <a:pt x="2375399" y="575407"/>
                  </a:lnTo>
                  <a:lnTo>
                    <a:pt x="2378678" y="580325"/>
                  </a:lnTo>
                  <a:lnTo>
                    <a:pt x="2377039" y="583604"/>
                  </a:lnTo>
                  <a:lnTo>
                    <a:pt x="2377039" y="585243"/>
                  </a:lnTo>
                  <a:lnTo>
                    <a:pt x="2373760" y="583604"/>
                  </a:lnTo>
                  <a:lnTo>
                    <a:pt x="2368842" y="586882"/>
                  </a:lnTo>
                  <a:lnTo>
                    <a:pt x="2365563" y="588522"/>
                  </a:lnTo>
                  <a:lnTo>
                    <a:pt x="2362284" y="590161"/>
                  </a:lnTo>
                  <a:lnTo>
                    <a:pt x="2357366" y="591801"/>
                  </a:lnTo>
                  <a:lnTo>
                    <a:pt x="2354088" y="595079"/>
                  </a:lnTo>
                  <a:lnTo>
                    <a:pt x="2359006" y="593440"/>
                  </a:lnTo>
                  <a:lnTo>
                    <a:pt x="2359006" y="596719"/>
                  </a:lnTo>
                  <a:lnTo>
                    <a:pt x="2355727" y="598358"/>
                  </a:lnTo>
                  <a:lnTo>
                    <a:pt x="2350809" y="596719"/>
                  </a:lnTo>
                  <a:lnTo>
                    <a:pt x="2347530" y="595079"/>
                  </a:lnTo>
                  <a:lnTo>
                    <a:pt x="2344252" y="595079"/>
                  </a:lnTo>
                  <a:lnTo>
                    <a:pt x="2340973" y="593440"/>
                  </a:lnTo>
                  <a:lnTo>
                    <a:pt x="2344252" y="590161"/>
                  </a:lnTo>
                  <a:lnTo>
                    <a:pt x="2347530" y="590161"/>
                  </a:lnTo>
                  <a:lnTo>
                    <a:pt x="2350809" y="590161"/>
                  </a:lnTo>
                  <a:lnTo>
                    <a:pt x="2347530" y="590161"/>
                  </a:lnTo>
                  <a:lnTo>
                    <a:pt x="2344252" y="590161"/>
                  </a:lnTo>
                  <a:lnTo>
                    <a:pt x="2340973" y="590161"/>
                  </a:lnTo>
                  <a:lnTo>
                    <a:pt x="2336055" y="590161"/>
                  </a:lnTo>
                  <a:lnTo>
                    <a:pt x="2339334" y="593440"/>
                  </a:lnTo>
                  <a:lnTo>
                    <a:pt x="2342612" y="595079"/>
                  </a:lnTo>
                  <a:lnTo>
                    <a:pt x="2347530" y="596719"/>
                  </a:lnTo>
                  <a:lnTo>
                    <a:pt x="2350809" y="598358"/>
                  </a:lnTo>
                  <a:lnTo>
                    <a:pt x="2347530" y="598358"/>
                  </a:lnTo>
                  <a:lnTo>
                    <a:pt x="2342612" y="598358"/>
                  </a:lnTo>
                  <a:lnTo>
                    <a:pt x="2342612" y="598358"/>
                  </a:lnTo>
                  <a:lnTo>
                    <a:pt x="2345891" y="599997"/>
                  </a:lnTo>
                  <a:lnTo>
                    <a:pt x="2349170" y="599997"/>
                  </a:lnTo>
                  <a:lnTo>
                    <a:pt x="2354088" y="599997"/>
                  </a:lnTo>
                  <a:lnTo>
                    <a:pt x="2357366" y="599997"/>
                  </a:lnTo>
                  <a:lnTo>
                    <a:pt x="2354088" y="603276"/>
                  </a:lnTo>
                  <a:lnTo>
                    <a:pt x="2349170" y="603276"/>
                  </a:lnTo>
                  <a:lnTo>
                    <a:pt x="2345891" y="603276"/>
                  </a:lnTo>
                  <a:lnTo>
                    <a:pt x="2342612" y="604915"/>
                  </a:lnTo>
                  <a:lnTo>
                    <a:pt x="2345891" y="606554"/>
                  </a:lnTo>
                  <a:lnTo>
                    <a:pt x="2349170" y="608194"/>
                  </a:lnTo>
                  <a:lnTo>
                    <a:pt x="2354088" y="611473"/>
                  </a:lnTo>
                  <a:lnTo>
                    <a:pt x="2349170" y="611473"/>
                  </a:lnTo>
                  <a:lnTo>
                    <a:pt x="2352448" y="613112"/>
                  </a:lnTo>
                  <a:lnTo>
                    <a:pt x="2349170" y="613112"/>
                  </a:lnTo>
                  <a:lnTo>
                    <a:pt x="2345891" y="611473"/>
                  </a:lnTo>
                  <a:lnTo>
                    <a:pt x="2340973" y="611473"/>
                  </a:lnTo>
                  <a:lnTo>
                    <a:pt x="2345891" y="614751"/>
                  </a:lnTo>
                  <a:lnTo>
                    <a:pt x="2349170" y="614751"/>
                  </a:lnTo>
                  <a:lnTo>
                    <a:pt x="2349170" y="616391"/>
                  </a:lnTo>
                  <a:lnTo>
                    <a:pt x="2350809" y="614751"/>
                  </a:lnTo>
                  <a:lnTo>
                    <a:pt x="2354088" y="614751"/>
                  </a:lnTo>
                  <a:lnTo>
                    <a:pt x="2357366" y="614751"/>
                  </a:lnTo>
                  <a:lnTo>
                    <a:pt x="2362284" y="614751"/>
                  </a:lnTo>
                  <a:lnTo>
                    <a:pt x="2359006" y="618030"/>
                  </a:lnTo>
                  <a:lnTo>
                    <a:pt x="2357366" y="622948"/>
                  </a:lnTo>
                  <a:lnTo>
                    <a:pt x="2360645" y="621309"/>
                  </a:lnTo>
                  <a:lnTo>
                    <a:pt x="2357366" y="622948"/>
                  </a:lnTo>
                  <a:lnTo>
                    <a:pt x="2360645" y="624587"/>
                  </a:lnTo>
                  <a:lnTo>
                    <a:pt x="2363924" y="624587"/>
                  </a:lnTo>
                  <a:lnTo>
                    <a:pt x="2360645" y="629505"/>
                  </a:lnTo>
                  <a:lnTo>
                    <a:pt x="2363924" y="631145"/>
                  </a:lnTo>
                  <a:lnTo>
                    <a:pt x="2368842" y="629505"/>
                  </a:lnTo>
                  <a:lnTo>
                    <a:pt x="2372120" y="629505"/>
                  </a:lnTo>
                  <a:lnTo>
                    <a:pt x="2372120" y="634423"/>
                  </a:lnTo>
                  <a:lnTo>
                    <a:pt x="2367202" y="634423"/>
                  </a:lnTo>
                  <a:lnTo>
                    <a:pt x="2370481" y="634423"/>
                  </a:lnTo>
                  <a:lnTo>
                    <a:pt x="2373760" y="634423"/>
                  </a:lnTo>
                  <a:lnTo>
                    <a:pt x="2377039" y="631145"/>
                  </a:lnTo>
                  <a:lnTo>
                    <a:pt x="2377039" y="634423"/>
                  </a:lnTo>
                  <a:lnTo>
                    <a:pt x="2373760" y="639341"/>
                  </a:lnTo>
                  <a:lnTo>
                    <a:pt x="2378678" y="636063"/>
                  </a:lnTo>
                  <a:lnTo>
                    <a:pt x="2380317" y="632784"/>
                  </a:lnTo>
                  <a:lnTo>
                    <a:pt x="2385235" y="632784"/>
                  </a:lnTo>
                  <a:lnTo>
                    <a:pt x="2383596" y="636063"/>
                  </a:lnTo>
                  <a:lnTo>
                    <a:pt x="2378678" y="637702"/>
                  </a:lnTo>
                  <a:lnTo>
                    <a:pt x="2380317" y="642620"/>
                  </a:lnTo>
                  <a:lnTo>
                    <a:pt x="2378678" y="645899"/>
                  </a:lnTo>
                  <a:lnTo>
                    <a:pt x="2375399" y="647538"/>
                  </a:lnTo>
                  <a:lnTo>
                    <a:pt x="2380317" y="645899"/>
                  </a:lnTo>
                  <a:lnTo>
                    <a:pt x="2383596" y="644259"/>
                  </a:lnTo>
                  <a:lnTo>
                    <a:pt x="2381956" y="649177"/>
                  </a:lnTo>
                  <a:lnTo>
                    <a:pt x="2378678" y="649177"/>
                  </a:lnTo>
                  <a:lnTo>
                    <a:pt x="2375399" y="654095"/>
                  </a:lnTo>
                  <a:lnTo>
                    <a:pt x="2372120" y="654095"/>
                  </a:lnTo>
                  <a:lnTo>
                    <a:pt x="2367202" y="657374"/>
                  </a:lnTo>
                  <a:lnTo>
                    <a:pt x="2372120" y="655735"/>
                  </a:lnTo>
                  <a:lnTo>
                    <a:pt x="2375399" y="654095"/>
                  </a:lnTo>
                  <a:lnTo>
                    <a:pt x="2372120" y="657374"/>
                  </a:lnTo>
                  <a:lnTo>
                    <a:pt x="2367202" y="660653"/>
                  </a:lnTo>
                  <a:lnTo>
                    <a:pt x="2363924" y="662292"/>
                  </a:lnTo>
                  <a:lnTo>
                    <a:pt x="2362284" y="663931"/>
                  </a:lnTo>
                  <a:lnTo>
                    <a:pt x="2360645" y="665571"/>
                  </a:lnTo>
                  <a:lnTo>
                    <a:pt x="2360645" y="665571"/>
                  </a:lnTo>
                  <a:lnTo>
                    <a:pt x="2363924" y="663931"/>
                  </a:lnTo>
                  <a:lnTo>
                    <a:pt x="2368842" y="660653"/>
                  </a:lnTo>
                  <a:lnTo>
                    <a:pt x="2372120" y="659013"/>
                  </a:lnTo>
                  <a:lnTo>
                    <a:pt x="2375399" y="657374"/>
                  </a:lnTo>
                  <a:lnTo>
                    <a:pt x="2380317" y="655735"/>
                  </a:lnTo>
                  <a:lnTo>
                    <a:pt x="2383596" y="655735"/>
                  </a:lnTo>
                  <a:lnTo>
                    <a:pt x="2380317" y="659013"/>
                  </a:lnTo>
                  <a:lnTo>
                    <a:pt x="2377039" y="660653"/>
                  </a:lnTo>
                  <a:lnTo>
                    <a:pt x="2373760" y="663931"/>
                  </a:lnTo>
                  <a:lnTo>
                    <a:pt x="2377039" y="662292"/>
                  </a:lnTo>
                  <a:lnTo>
                    <a:pt x="2380317" y="660653"/>
                  </a:lnTo>
                  <a:lnTo>
                    <a:pt x="2385235" y="657374"/>
                  </a:lnTo>
                  <a:lnTo>
                    <a:pt x="2386874" y="655735"/>
                  </a:lnTo>
                  <a:lnTo>
                    <a:pt x="2390153" y="654095"/>
                  </a:lnTo>
                  <a:lnTo>
                    <a:pt x="2395071" y="652456"/>
                  </a:lnTo>
                  <a:lnTo>
                    <a:pt x="2395071" y="655735"/>
                  </a:lnTo>
                  <a:lnTo>
                    <a:pt x="2391792" y="659013"/>
                  </a:lnTo>
                  <a:lnTo>
                    <a:pt x="2386874" y="659013"/>
                  </a:lnTo>
                  <a:lnTo>
                    <a:pt x="2391792" y="660653"/>
                  </a:lnTo>
                  <a:lnTo>
                    <a:pt x="2395071" y="659013"/>
                  </a:lnTo>
                  <a:lnTo>
                    <a:pt x="2398350" y="659013"/>
                  </a:lnTo>
                  <a:lnTo>
                    <a:pt x="2401629" y="657374"/>
                  </a:lnTo>
                  <a:lnTo>
                    <a:pt x="2403268" y="660653"/>
                  </a:lnTo>
                  <a:lnTo>
                    <a:pt x="2398350" y="663931"/>
                  </a:lnTo>
                  <a:lnTo>
                    <a:pt x="2395071" y="665571"/>
                  </a:lnTo>
                  <a:lnTo>
                    <a:pt x="2391792" y="667210"/>
                  </a:lnTo>
                  <a:lnTo>
                    <a:pt x="2386874" y="668849"/>
                  </a:lnTo>
                  <a:lnTo>
                    <a:pt x="2383596" y="673767"/>
                  </a:lnTo>
                  <a:lnTo>
                    <a:pt x="2380317" y="675407"/>
                  </a:lnTo>
                  <a:lnTo>
                    <a:pt x="2383596" y="675407"/>
                  </a:lnTo>
                  <a:lnTo>
                    <a:pt x="2386874" y="670489"/>
                  </a:lnTo>
                  <a:lnTo>
                    <a:pt x="2390153" y="668849"/>
                  </a:lnTo>
                  <a:lnTo>
                    <a:pt x="2393432" y="667210"/>
                  </a:lnTo>
                  <a:lnTo>
                    <a:pt x="2398350" y="665571"/>
                  </a:lnTo>
                  <a:lnTo>
                    <a:pt x="2401629" y="662292"/>
                  </a:lnTo>
                  <a:lnTo>
                    <a:pt x="2404907" y="660653"/>
                  </a:lnTo>
                  <a:lnTo>
                    <a:pt x="2409825" y="657374"/>
                  </a:lnTo>
                  <a:lnTo>
                    <a:pt x="2413104" y="657374"/>
                  </a:lnTo>
                  <a:lnTo>
                    <a:pt x="2409825" y="660653"/>
                  </a:lnTo>
                  <a:lnTo>
                    <a:pt x="2406546" y="663931"/>
                  </a:lnTo>
                  <a:lnTo>
                    <a:pt x="2401629" y="665571"/>
                  </a:lnTo>
                  <a:lnTo>
                    <a:pt x="2406546" y="663931"/>
                  </a:lnTo>
                  <a:lnTo>
                    <a:pt x="2409825" y="662292"/>
                  </a:lnTo>
                  <a:lnTo>
                    <a:pt x="2413104" y="660653"/>
                  </a:lnTo>
                  <a:lnTo>
                    <a:pt x="2418022" y="660653"/>
                  </a:lnTo>
                  <a:lnTo>
                    <a:pt x="2414743" y="663931"/>
                  </a:lnTo>
                  <a:lnTo>
                    <a:pt x="2416382" y="667210"/>
                  </a:lnTo>
                  <a:lnTo>
                    <a:pt x="2413104" y="668849"/>
                  </a:lnTo>
                  <a:lnTo>
                    <a:pt x="2416382" y="668849"/>
                  </a:lnTo>
                  <a:lnTo>
                    <a:pt x="2419661" y="672128"/>
                  </a:lnTo>
                  <a:lnTo>
                    <a:pt x="2422940" y="673767"/>
                  </a:lnTo>
                  <a:lnTo>
                    <a:pt x="2426219" y="673767"/>
                  </a:lnTo>
                  <a:lnTo>
                    <a:pt x="2431136" y="675407"/>
                  </a:lnTo>
                  <a:lnTo>
                    <a:pt x="2434415" y="673767"/>
                  </a:lnTo>
                  <a:lnTo>
                    <a:pt x="2437694" y="677046"/>
                  </a:lnTo>
                  <a:lnTo>
                    <a:pt x="2440973" y="677046"/>
                  </a:lnTo>
                  <a:lnTo>
                    <a:pt x="2445891" y="677046"/>
                  </a:lnTo>
                  <a:lnTo>
                    <a:pt x="2449169" y="678685"/>
                  </a:lnTo>
                  <a:lnTo>
                    <a:pt x="2452448" y="680325"/>
                  </a:lnTo>
                  <a:lnTo>
                    <a:pt x="2457366" y="680325"/>
                  </a:lnTo>
                  <a:lnTo>
                    <a:pt x="2460645" y="681964"/>
                  </a:lnTo>
                  <a:lnTo>
                    <a:pt x="2457366" y="686882"/>
                  </a:lnTo>
                  <a:lnTo>
                    <a:pt x="2454087" y="686882"/>
                  </a:lnTo>
                  <a:lnTo>
                    <a:pt x="2449169" y="686882"/>
                  </a:lnTo>
                  <a:lnTo>
                    <a:pt x="2447530" y="688521"/>
                  </a:lnTo>
                  <a:lnTo>
                    <a:pt x="2450809" y="688521"/>
                  </a:lnTo>
                  <a:lnTo>
                    <a:pt x="2454087" y="688521"/>
                  </a:lnTo>
                  <a:lnTo>
                    <a:pt x="2450809" y="690161"/>
                  </a:lnTo>
                  <a:lnTo>
                    <a:pt x="2447530" y="691800"/>
                  </a:lnTo>
                  <a:lnTo>
                    <a:pt x="2442612" y="691800"/>
                  </a:lnTo>
                  <a:lnTo>
                    <a:pt x="2439333" y="691800"/>
                  </a:lnTo>
                  <a:lnTo>
                    <a:pt x="2436054" y="691800"/>
                  </a:lnTo>
                  <a:lnTo>
                    <a:pt x="2431136" y="691800"/>
                  </a:lnTo>
                  <a:lnTo>
                    <a:pt x="2427858" y="693439"/>
                  </a:lnTo>
                  <a:lnTo>
                    <a:pt x="2424579" y="696718"/>
                  </a:lnTo>
                  <a:lnTo>
                    <a:pt x="2421301" y="696718"/>
                  </a:lnTo>
                  <a:lnTo>
                    <a:pt x="2416382" y="698357"/>
                  </a:lnTo>
                  <a:lnTo>
                    <a:pt x="2413104" y="699997"/>
                  </a:lnTo>
                  <a:lnTo>
                    <a:pt x="2408186" y="701636"/>
                  </a:lnTo>
                  <a:lnTo>
                    <a:pt x="2404907" y="701636"/>
                  </a:lnTo>
                  <a:lnTo>
                    <a:pt x="2401629" y="701636"/>
                  </a:lnTo>
                  <a:lnTo>
                    <a:pt x="2398350" y="703275"/>
                  </a:lnTo>
                  <a:lnTo>
                    <a:pt x="2393432" y="703275"/>
                  </a:lnTo>
                  <a:lnTo>
                    <a:pt x="2390153" y="704915"/>
                  </a:lnTo>
                  <a:lnTo>
                    <a:pt x="2386874" y="704915"/>
                  </a:lnTo>
                  <a:lnTo>
                    <a:pt x="2381956" y="704915"/>
                  </a:lnTo>
                  <a:lnTo>
                    <a:pt x="2378678" y="704915"/>
                  </a:lnTo>
                  <a:lnTo>
                    <a:pt x="2378678" y="708194"/>
                  </a:lnTo>
                  <a:lnTo>
                    <a:pt x="2380317" y="708194"/>
                  </a:lnTo>
                  <a:lnTo>
                    <a:pt x="2381956" y="706554"/>
                  </a:lnTo>
                  <a:lnTo>
                    <a:pt x="2385235" y="706554"/>
                  </a:lnTo>
                  <a:lnTo>
                    <a:pt x="2390153" y="706554"/>
                  </a:lnTo>
                  <a:lnTo>
                    <a:pt x="2393432" y="704915"/>
                  </a:lnTo>
                  <a:lnTo>
                    <a:pt x="2396711" y="704915"/>
                  </a:lnTo>
                  <a:lnTo>
                    <a:pt x="2401629" y="703275"/>
                  </a:lnTo>
                  <a:lnTo>
                    <a:pt x="2404907" y="703275"/>
                  </a:lnTo>
                  <a:lnTo>
                    <a:pt x="2408186" y="701636"/>
                  </a:lnTo>
                  <a:lnTo>
                    <a:pt x="2411464" y="699997"/>
                  </a:lnTo>
                  <a:lnTo>
                    <a:pt x="2416382" y="699997"/>
                  </a:lnTo>
                  <a:lnTo>
                    <a:pt x="2419661" y="698357"/>
                  </a:lnTo>
                  <a:lnTo>
                    <a:pt x="2416382" y="701636"/>
                  </a:lnTo>
                  <a:lnTo>
                    <a:pt x="2411464" y="703275"/>
                  </a:lnTo>
                  <a:lnTo>
                    <a:pt x="2408186" y="706554"/>
                  </a:lnTo>
                  <a:lnTo>
                    <a:pt x="2404907" y="706554"/>
                  </a:lnTo>
                  <a:lnTo>
                    <a:pt x="2401629" y="704915"/>
                  </a:lnTo>
                  <a:lnTo>
                    <a:pt x="2396711" y="708194"/>
                  </a:lnTo>
                  <a:lnTo>
                    <a:pt x="2393432" y="709833"/>
                  </a:lnTo>
                  <a:lnTo>
                    <a:pt x="2390153" y="709833"/>
                  </a:lnTo>
                  <a:lnTo>
                    <a:pt x="2385235" y="711472"/>
                  </a:lnTo>
                  <a:lnTo>
                    <a:pt x="2381956" y="713111"/>
                  </a:lnTo>
                  <a:lnTo>
                    <a:pt x="2378678" y="714751"/>
                  </a:lnTo>
                  <a:lnTo>
                    <a:pt x="2373760" y="714751"/>
                  </a:lnTo>
                  <a:lnTo>
                    <a:pt x="2370481" y="714751"/>
                  </a:lnTo>
                  <a:lnTo>
                    <a:pt x="2367202" y="713111"/>
                  </a:lnTo>
                  <a:lnTo>
                    <a:pt x="2363924" y="716390"/>
                  </a:lnTo>
                  <a:lnTo>
                    <a:pt x="2359006" y="716390"/>
                  </a:lnTo>
                  <a:lnTo>
                    <a:pt x="2357366" y="719669"/>
                  </a:lnTo>
                  <a:lnTo>
                    <a:pt x="2354088" y="722947"/>
                  </a:lnTo>
                  <a:lnTo>
                    <a:pt x="2350809" y="726226"/>
                  </a:lnTo>
                  <a:lnTo>
                    <a:pt x="2347530" y="724587"/>
                  </a:lnTo>
                  <a:lnTo>
                    <a:pt x="2342612" y="721308"/>
                  </a:lnTo>
                  <a:lnTo>
                    <a:pt x="2339334" y="719669"/>
                  </a:lnTo>
                  <a:lnTo>
                    <a:pt x="2336055" y="718029"/>
                  </a:lnTo>
                  <a:lnTo>
                    <a:pt x="2332776" y="714751"/>
                  </a:lnTo>
                  <a:lnTo>
                    <a:pt x="2331137" y="714751"/>
                  </a:lnTo>
                  <a:lnTo>
                    <a:pt x="2331137" y="719669"/>
                  </a:lnTo>
                  <a:lnTo>
                    <a:pt x="2334416" y="719669"/>
                  </a:lnTo>
                  <a:lnTo>
                    <a:pt x="2337694" y="721308"/>
                  </a:lnTo>
                  <a:lnTo>
                    <a:pt x="2342612" y="721308"/>
                  </a:lnTo>
                  <a:lnTo>
                    <a:pt x="2345891" y="726226"/>
                  </a:lnTo>
                  <a:lnTo>
                    <a:pt x="2349170" y="726226"/>
                  </a:lnTo>
                  <a:lnTo>
                    <a:pt x="2350809" y="731144"/>
                  </a:lnTo>
                  <a:lnTo>
                    <a:pt x="2347530" y="731144"/>
                  </a:lnTo>
                  <a:lnTo>
                    <a:pt x="2344252" y="732784"/>
                  </a:lnTo>
                  <a:lnTo>
                    <a:pt x="2340973" y="734423"/>
                  </a:lnTo>
                  <a:lnTo>
                    <a:pt x="2344252" y="736062"/>
                  </a:lnTo>
                  <a:lnTo>
                    <a:pt x="2340973" y="737701"/>
                  </a:lnTo>
                  <a:lnTo>
                    <a:pt x="2336055" y="737701"/>
                  </a:lnTo>
                  <a:lnTo>
                    <a:pt x="2337694" y="737701"/>
                  </a:lnTo>
                  <a:lnTo>
                    <a:pt x="2340973" y="737701"/>
                  </a:lnTo>
                  <a:lnTo>
                    <a:pt x="2344252" y="737701"/>
                  </a:lnTo>
                  <a:lnTo>
                    <a:pt x="2349170" y="736062"/>
                  </a:lnTo>
                  <a:lnTo>
                    <a:pt x="2352448" y="732784"/>
                  </a:lnTo>
                  <a:lnTo>
                    <a:pt x="2354088" y="732784"/>
                  </a:lnTo>
                  <a:lnTo>
                    <a:pt x="2357366" y="731144"/>
                  </a:lnTo>
                  <a:lnTo>
                    <a:pt x="2357366" y="731144"/>
                  </a:lnTo>
                  <a:lnTo>
                    <a:pt x="2360645" y="727866"/>
                  </a:lnTo>
                  <a:lnTo>
                    <a:pt x="2363924" y="727866"/>
                  </a:lnTo>
                  <a:lnTo>
                    <a:pt x="2367202" y="727866"/>
                  </a:lnTo>
                  <a:lnTo>
                    <a:pt x="2372120" y="726226"/>
                  </a:lnTo>
                  <a:lnTo>
                    <a:pt x="2375399" y="722947"/>
                  </a:lnTo>
                  <a:lnTo>
                    <a:pt x="2378678" y="721308"/>
                  </a:lnTo>
                  <a:lnTo>
                    <a:pt x="2383596" y="721308"/>
                  </a:lnTo>
                  <a:lnTo>
                    <a:pt x="2386874" y="721308"/>
                  </a:lnTo>
                  <a:lnTo>
                    <a:pt x="2390153" y="718029"/>
                  </a:lnTo>
                  <a:lnTo>
                    <a:pt x="2391792" y="714751"/>
                  </a:lnTo>
                  <a:lnTo>
                    <a:pt x="2396711" y="713111"/>
                  </a:lnTo>
                  <a:lnTo>
                    <a:pt x="2399989" y="709833"/>
                  </a:lnTo>
                  <a:lnTo>
                    <a:pt x="2404907" y="709833"/>
                  </a:lnTo>
                  <a:lnTo>
                    <a:pt x="2408186" y="708194"/>
                  </a:lnTo>
                  <a:lnTo>
                    <a:pt x="2411464" y="706554"/>
                  </a:lnTo>
                  <a:lnTo>
                    <a:pt x="2414743" y="706554"/>
                  </a:lnTo>
                  <a:lnTo>
                    <a:pt x="2419661" y="704915"/>
                  </a:lnTo>
                  <a:lnTo>
                    <a:pt x="2422940" y="704915"/>
                  </a:lnTo>
                  <a:lnTo>
                    <a:pt x="2426219" y="703275"/>
                  </a:lnTo>
                  <a:lnTo>
                    <a:pt x="2431136" y="704915"/>
                  </a:lnTo>
                  <a:lnTo>
                    <a:pt x="2434415" y="703275"/>
                  </a:lnTo>
                  <a:lnTo>
                    <a:pt x="2431136" y="701636"/>
                  </a:lnTo>
                  <a:lnTo>
                    <a:pt x="2426219" y="701636"/>
                  </a:lnTo>
                  <a:lnTo>
                    <a:pt x="2422940" y="703275"/>
                  </a:lnTo>
                  <a:lnTo>
                    <a:pt x="2419661" y="703275"/>
                  </a:lnTo>
                  <a:lnTo>
                    <a:pt x="2421301" y="698357"/>
                  </a:lnTo>
                  <a:lnTo>
                    <a:pt x="2424579" y="698357"/>
                  </a:lnTo>
                  <a:lnTo>
                    <a:pt x="2427858" y="698357"/>
                  </a:lnTo>
                  <a:lnTo>
                    <a:pt x="2431136" y="698357"/>
                  </a:lnTo>
                  <a:lnTo>
                    <a:pt x="2436054" y="698357"/>
                  </a:lnTo>
                  <a:lnTo>
                    <a:pt x="2439333" y="699997"/>
                  </a:lnTo>
                  <a:lnTo>
                    <a:pt x="2442612" y="699997"/>
                  </a:lnTo>
                  <a:lnTo>
                    <a:pt x="2447530" y="699997"/>
                  </a:lnTo>
                  <a:lnTo>
                    <a:pt x="2450809" y="699997"/>
                  </a:lnTo>
                  <a:lnTo>
                    <a:pt x="2450809" y="703275"/>
                  </a:lnTo>
                  <a:lnTo>
                    <a:pt x="2452448" y="708194"/>
                  </a:lnTo>
                  <a:lnTo>
                    <a:pt x="2452448" y="711472"/>
                  </a:lnTo>
                  <a:lnTo>
                    <a:pt x="2455726" y="714751"/>
                  </a:lnTo>
                  <a:lnTo>
                    <a:pt x="2450809" y="718029"/>
                  </a:lnTo>
                  <a:lnTo>
                    <a:pt x="2447530" y="719669"/>
                  </a:lnTo>
                  <a:lnTo>
                    <a:pt x="2444251" y="721308"/>
                  </a:lnTo>
                  <a:lnTo>
                    <a:pt x="2440973" y="722947"/>
                  </a:lnTo>
                  <a:lnTo>
                    <a:pt x="2436054" y="724587"/>
                  </a:lnTo>
                  <a:lnTo>
                    <a:pt x="2439333" y="724587"/>
                  </a:lnTo>
                  <a:lnTo>
                    <a:pt x="2442612" y="724587"/>
                  </a:lnTo>
                  <a:lnTo>
                    <a:pt x="2442612" y="727866"/>
                  </a:lnTo>
                  <a:lnTo>
                    <a:pt x="2445891" y="727866"/>
                  </a:lnTo>
                  <a:lnTo>
                    <a:pt x="2449169" y="724587"/>
                  </a:lnTo>
                  <a:lnTo>
                    <a:pt x="2454087" y="721308"/>
                  </a:lnTo>
                  <a:lnTo>
                    <a:pt x="2457366" y="719669"/>
                  </a:lnTo>
                  <a:lnTo>
                    <a:pt x="2460645" y="719669"/>
                  </a:lnTo>
                  <a:lnTo>
                    <a:pt x="2463923" y="719669"/>
                  </a:lnTo>
                  <a:lnTo>
                    <a:pt x="2468841" y="719669"/>
                  </a:lnTo>
                  <a:lnTo>
                    <a:pt x="2472120" y="716390"/>
                  </a:lnTo>
                  <a:lnTo>
                    <a:pt x="2468841" y="721308"/>
                  </a:lnTo>
                  <a:lnTo>
                    <a:pt x="2465563" y="721308"/>
                  </a:lnTo>
                  <a:lnTo>
                    <a:pt x="2468841" y="722947"/>
                  </a:lnTo>
                  <a:lnTo>
                    <a:pt x="2472120" y="722947"/>
                  </a:lnTo>
                  <a:lnTo>
                    <a:pt x="2475399" y="722947"/>
                  </a:lnTo>
                  <a:lnTo>
                    <a:pt x="2480317" y="724587"/>
                  </a:lnTo>
                  <a:lnTo>
                    <a:pt x="2483595" y="724587"/>
                  </a:lnTo>
                  <a:lnTo>
                    <a:pt x="2480317" y="726226"/>
                  </a:lnTo>
                  <a:lnTo>
                    <a:pt x="2481956" y="729505"/>
                  </a:lnTo>
                  <a:lnTo>
                    <a:pt x="2481956" y="732784"/>
                  </a:lnTo>
                  <a:lnTo>
                    <a:pt x="2485235" y="732784"/>
                  </a:lnTo>
                  <a:lnTo>
                    <a:pt x="2488513" y="734423"/>
                  </a:lnTo>
                  <a:lnTo>
                    <a:pt x="2486874" y="737701"/>
                  </a:lnTo>
                  <a:lnTo>
                    <a:pt x="2486874" y="742619"/>
                  </a:lnTo>
                  <a:lnTo>
                    <a:pt x="2483595" y="745898"/>
                  </a:lnTo>
                  <a:lnTo>
                    <a:pt x="2478677" y="749177"/>
                  </a:lnTo>
                  <a:lnTo>
                    <a:pt x="2475399" y="747538"/>
                  </a:lnTo>
                  <a:lnTo>
                    <a:pt x="2472120" y="747538"/>
                  </a:lnTo>
                  <a:lnTo>
                    <a:pt x="2475399" y="749177"/>
                  </a:lnTo>
                  <a:lnTo>
                    <a:pt x="2478677" y="750816"/>
                  </a:lnTo>
                  <a:lnTo>
                    <a:pt x="2480317" y="754095"/>
                  </a:lnTo>
                  <a:lnTo>
                    <a:pt x="2480317" y="755734"/>
                  </a:lnTo>
                  <a:lnTo>
                    <a:pt x="2477038" y="757374"/>
                  </a:lnTo>
                  <a:lnTo>
                    <a:pt x="2472120" y="757374"/>
                  </a:lnTo>
                  <a:lnTo>
                    <a:pt x="2468841" y="757374"/>
                  </a:lnTo>
                  <a:lnTo>
                    <a:pt x="2470481" y="762291"/>
                  </a:lnTo>
                  <a:lnTo>
                    <a:pt x="2473759" y="762291"/>
                  </a:lnTo>
                  <a:lnTo>
                    <a:pt x="2478677" y="762291"/>
                  </a:lnTo>
                  <a:lnTo>
                    <a:pt x="2475399" y="767210"/>
                  </a:lnTo>
                  <a:lnTo>
                    <a:pt x="2472120" y="765570"/>
                  </a:lnTo>
                  <a:lnTo>
                    <a:pt x="2468841" y="763931"/>
                  </a:lnTo>
                  <a:lnTo>
                    <a:pt x="2468841" y="767210"/>
                  </a:lnTo>
                  <a:lnTo>
                    <a:pt x="2465563" y="767210"/>
                  </a:lnTo>
                  <a:lnTo>
                    <a:pt x="2462284" y="768849"/>
                  </a:lnTo>
                  <a:lnTo>
                    <a:pt x="2459005" y="767210"/>
                  </a:lnTo>
                  <a:lnTo>
                    <a:pt x="2454087" y="767210"/>
                  </a:lnTo>
                  <a:lnTo>
                    <a:pt x="2454087" y="767210"/>
                  </a:lnTo>
                  <a:lnTo>
                    <a:pt x="2457366" y="767210"/>
                  </a:lnTo>
                  <a:lnTo>
                    <a:pt x="2460645" y="768849"/>
                  </a:lnTo>
                  <a:lnTo>
                    <a:pt x="2463923" y="768849"/>
                  </a:lnTo>
                  <a:lnTo>
                    <a:pt x="2467202" y="770488"/>
                  </a:lnTo>
                  <a:lnTo>
                    <a:pt x="2472120" y="770488"/>
                  </a:lnTo>
                  <a:lnTo>
                    <a:pt x="2473759" y="770488"/>
                  </a:lnTo>
                  <a:lnTo>
                    <a:pt x="2477038" y="773767"/>
                  </a:lnTo>
                  <a:lnTo>
                    <a:pt x="2477038" y="777046"/>
                  </a:lnTo>
                  <a:lnTo>
                    <a:pt x="2472120" y="775406"/>
                  </a:lnTo>
                  <a:lnTo>
                    <a:pt x="2468841" y="777046"/>
                  </a:lnTo>
                  <a:lnTo>
                    <a:pt x="2465563" y="775406"/>
                  </a:lnTo>
                  <a:lnTo>
                    <a:pt x="2462284" y="773767"/>
                  </a:lnTo>
                  <a:lnTo>
                    <a:pt x="2465563" y="775406"/>
                  </a:lnTo>
                  <a:lnTo>
                    <a:pt x="2468841" y="777046"/>
                  </a:lnTo>
                  <a:lnTo>
                    <a:pt x="2472120" y="780324"/>
                  </a:lnTo>
                  <a:lnTo>
                    <a:pt x="2470481" y="783603"/>
                  </a:lnTo>
                  <a:lnTo>
                    <a:pt x="2472120" y="786882"/>
                  </a:lnTo>
                  <a:lnTo>
                    <a:pt x="2467202" y="788521"/>
                  </a:lnTo>
                  <a:lnTo>
                    <a:pt x="2463923" y="791800"/>
                  </a:lnTo>
                  <a:lnTo>
                    <a:pt x="2460645" y="795078"/>
                  </a:lnTo>
                  <a:lnTo>
                    <a:pt x="2457366" y="796718"/>
                  </a:lnTo>
                  <a:lnTo>
                    <a:pt x="2452448" y="798357"/>
                  </a:lnTo>
                  <a:lnTo>
                    <a:pt x="2449169" y="799996"/>
                  </a:lnTo>
                  <a:lnTo>
                    <a:pt x="2445891" y="801636"/>
                  </a:lnTo>
                  <a:lnTo>
                    <a:pt x="2440973" y="803275"/>
                  </a:lnTo>
                  <a:lnTo>
                    <a:pt x="2437694" y="804914"/>
                  </a:lnTo>
                  <a:lnTo>
                    <a:pt x="2434415" y="806554"/>
                  </a:lnTo>
                  <a:lnTo>
                    <a:pt x="2431136" y="808193"/>
                  </a:lnTo>
                  <a:lnTo>
                    <a:pt x="2426219" y="811472"/>
                  </a:lnTo>
                  <a:lnTo>
                    <a:pt x="2422940" y="814750"/>
                  </a:lnTo>
                  <a:lnTo>
                    <a:pt x="2419661" y="814750"/>
                  </a:lnTo>
                  <a:lnTo>
                    <a:pt x="2414743" y="816390"/>
                  </a:lnTo>
                  <a:lnTo>
                    <a:pt x="2413104" y="816390"/>
                  </a:lnTo>
                  <a:lnTo>
                    <a:pt x="2409825" y="814750"/>
                  </a:lnTo>
                  <a:lnTo>
                    <a:pt x="2404907" y="813111"/>
                  </a:lnTo>
                  <a:lnTo>
                    <a:pt x="2401629" y="814750"/>
                  </a:lnTo>
                  <a:lnTo>
                    <a:pt x="2398350" y="816390"/>
                  </a:lnTo>
                  <a:lnTo>
                    <a:pt x="2395071" y="816390"/>
                  </a:lnTo>
                  <a:lnTo>
                    <a:pt x="2390153" y="816390"/>
                  </a:lnTo>
                  <a:lnTo>
                    <a:pt x="2386874" y="818029"/>
                  </a:lnTo>
                  <a:lnTo>
                    <a:pt x="2383596" y="819668"/>
                  </a:lnTo>
                  <a:lnTo>
                    <a:pt x="2378678" y="821308"/>
                  </a:lnTo>
                  <a:lnTo>
                    <a:pt x="2375399" y="822947"/>
                  </a:lnTo>
                  <a:lnTo>
                    <a:pt x="2372120" y="821308"/>
                  </a:lnTo>
                  <a:lnTo>
                    <a:pt x="2367202" y="821308"/>
                  </a:lnTo>
                  <a:lnTo>
                    <a:pt x="2363924" y="822947"/>
                  </a:lnTo>
                  <a:lnTo>
                    <a:pt x="2360645" y="822947"/>
                  </a:lnTo>
                  <a:lnTo>
                    <a:pt x="2359006" y="822947"/>
                  </a:lnTo>
                  <a:lnTo>
                    <a:pt x="2359006" y="826226"/>
                  </a:lnTo>
                  <a:lnTo>
                    <a:pt x="2355727" y="829504"/>
                  </a:lnTo>
                  <a:lnTo>
                    <a:pt x="2352448" y="831144"/>
                  </a:lnTo>
                  <a:lnTo>
                    <a:pt x="2347530" y="834422"/>
                  </a:lnTo>
                  <a:lnTo>
                    <a:pt x="2344252" y="832783"/>
                  </a:lnTo>
                  <a:lnTo>
                    <a:pt x="2344252" y="837701"/>
                  </a:lnTo>
                  <a:lnTo>
                    <a:pt x="2344252" y="837701"/>
                  </a:lnTo>
                  <a:lnTo>
                    <a:pt x="2342612" y="840980"/>
                  </a:lnTo>
                  <a:lnTo>
                    <a:pt x="2339334" y="844258"/>
                  </a:lnTo>
                  <a:lnTo>
                    <a:pt x="2339334" y="839340"/>
                  </a:lnTo>
                  <a:lnTo>
                    <a:pt x="2336055" y="842619"/>
                  </a:lnTo>
                  <a:lnTo>
                    <a:pt x="2331137" y="845898"/>
                  </a:lnTo>
                  <a:lnTo>
                    <a:pt x="2327858" y="845898"/>
                  </a:lnTo>
                  <a:lnTo>
                    <a:pt x="2324580" y="849176"/>
                  </a:lnTo>
                  <a:lnTo>
                    <a:pt x="2321301" y="852455"/>
                  </a:lnTo>
                  <a:lnTo>
                    <a:pt x="2316383" y="854094"/>
                  </a:lnTo>
                  <a:lnTo>
                    <a:pt x="2316383" y="855734"/>
                  </a:lnTo>
                  <a:lnTo>
                    <a:pt x="2311465" y="857373"/>
                  </a:lnTo>
                  <a:lnTo>
                    <a:pt x="2308186" y="857373"/>
                  </a:lnTo>
                  <a:lnTo>
                    <a:pt x="2304908" y="860652"/>
                  </a:lnTo>
                  <a:lnTo>
                    <a:pt x="2301629" y="863931"/>
                  </a:lnTo>
                  <a:lnTo>
                    <a:pt x="2298350" y="865570"/>
                  </a:lnTo>
                  <a:lnTo>
                    <a:pt x="2298350" y="865570"/>
                  </a:lnTo>
                  <a:lnTo>
                    <a:pt x="2293432" y="867209"/>
                  </a:lnTo>
                  <a:lnTo>
                    <a:pt x="2290154" y="865570"/>
                  </a:lnTo>
                  <a:lnTo>
                    <a:pt x="2286875" y="865570"/>
                  </a:lnTo>
                  <a:lnTo>
                    <a:pt x="2281957" y="865570"/>
                  </a:lnTo>
                  <a:lnTo>
                    <a:pt x="2278678" y="867209"/>
                  </a:lnTo>
                  <a:lnTo>
                    <a:pt x="2273760" y="867209"/>
                  </a:lnTo>
                  <a:lnTo>
                    <a:pt x="2270482" y="867209"/>
                  </a:lnTo>
                  <a:lnTo>
                    <a:pt x="2267203" y="867209"/>
                  </a:lnTo>
                  <a:lnTo>
                    <a:pt x="2263924" y="867209"/>
                  </a:lnTo>
                  <a:lnTo>
                    <a:pt x="2259006" y="868848"/>
                  </a:lnTo>
                  <a:lnTo>
                    <a:pt x="2255727" y="868848"/>
                  </a:lnTo>
                  <a:lnTo>
                    <a:pt x="2252449" y="868848"/>
                  </a:lnTo>
                  <a:lnTo>
                    <a:pt x="2247531" y="868848"/>
                  </a:lnTo>
                  <a:lnTo>
                    <a:pt x="2244252" y="870488"/>
                  </a:lnTo>
                  <a:lnTo>
                    <a:pt x="2240974" y="872127"/>
                  </a:lnTo>
                  <a:lnTo>
                    <a:pt x="2237695" y="872127"/>
                  </a:lnTo>
                  <a:lnTo>
                    <a:pt x="2240974" y="870488"/>
                  </a:lnTo>
                  <a:lnTo>
                    <a:pt x="2244252" y="868848"/>
                  </a:lnTo>
                  <a:lnTo>
                    <a:pt x="2239334" y="870488"/>
                  </a:lnTo>
                  <a:lnTo>
                    <a:pt x="2236055" y="870488"/>
                  </a:lnTo>
                  <a:lnTo>
                    <a:pt x="2234416" y="867209"/>
                  </a:lnTo>
                  <a:lnTo>
                    <a:pt x="2231137" y="867209"/>
                  </a:lnTo>
                  <a:lnTo>
                    <a:pt x="2227859" y="867209"/>
                  </a:lnTo>
                  <a:lnTo>
                    <a:pt x="2222941" y="867209"/>
                  </a:lnTo>
                  <a:lnTo>
                    <a:pt x="2219662" y="863931"/>
                  </a:lnTo>
                  <a:lnTo>
                    <a:pt x="2216383" y="865570"/>
                  </a:lnTo>
                  <a:lnTo>
                    <a:pt x="2211465" y="865570"/>
                  </a:lnTo>
                  <a:lnTo>
                    <a:pt x="2208187" y="865570"/>
                  </a:lnTo>
                  <a:lnTo>
                    <a:pt x="2204908" y="863931"/>
                  </a:lnTo>
                  <a:lnTo>
                    <a:pt x="2201629" y="863931"/>
                  </a:lnTo>
                  <a:lnTo>
                    <a:pt x="2196711" y="863931"/>
                  </a:lnTo>
                  <a:lnTo>
                    <a:pt x="2193433" y="863931"/>
                  </a:lnTo>
                  <a:lnTo>
                    <a:pt x="2190154" y="865570"/>
                  </a:lnTo>
                  <a:lnTo>
                    <a:pt x="2186875" y="865570"/>
                  </a:lnTo>
                  <a:lnTo>
                    <a:pt x="2181957" y="867209"/>
                  </a:lnTo>
                  <a:lnTo>
                    <a:pt x="2178679" y="865570"/>
                  </a:lnTo>
                  <a:lnTo>
                    <a:pt x="2175400" y="865570"/>
                  </a:lnTo>
                  <a:lnTo>
                    <a:pt x="2170482" y="863931"/>
                  </a:lnTo>
                  <a:lnTo>
                    <a:pt x="2167203" y="863931"/>
                  </a:lnTo>
                  <a:lnTo>
                    <a:pt x="2163925" y="863931"/>
                  </a:lnTo>
                  <a:lnTo>
                    <a:pt x="2159007" y="865570"/>
                  </a:lnTo>
                  <a:lnTo>
                    <a:pt x="2155728" y="865570"/>
                  </a:lnTo>
                  <a:lnTo>
                    <a:pt x="2152449" y="863931"/>
                  </a:lnTo>
                  <a:lnTo>
                    <a:pt x="2150810" y="862291"/>
                  </a:lnTo>
                  <a:lnTo>
                    <a:pt x="2145892" y="863931"/>
                  </a:lnTo>
                  <a:lnTo>
                    <a:pt x="2142613" y="865570"/>
                  </a:lnTo>
                  <a:lnTo>
                    <a:pt x="2139335" y="865570"/>
                  </a:lnTo>
                  <a:lnTo>
                    <a:pt x="2134417" y="865570"/>
                  </a:lnTo>
                  <a:lnTo>
                    <a:pt x="2131138" y="865570"/>
                  </a:lnTo>
                  <a:lnTo>
                    <a:pt x="2127859" y="863931"/>
                  </a:lnTo>
                  <a:lnTo>
                    <a:pt x="2124581" y="863931"/>
                  </a:lnTo>
                  <a:lnTo>
                    <a:pt x="2121302" y="863931"/>
                  </a:lnTo>
                  <a:lnTo>
                    <a:pt x="2116384" y="863931"/>
                  </a:lnTo>
                  <a:lnTo>
                    <a:pt x="2113105" y="865570"/>
                  </a:lnTo>
                  <a:lnTo>
                    <a:pt x="2109827" y="865570"/>
                  </a:lnTo>
                  <a:lnTo>
                    <a:pt x="2104909" y="865570"/>
                  </a:lnTo>
                  <a:lnTo>
                    <a:pt x="2101630" y="863931"/>
                  </a:lnTo>
                  <a:lnTo>
                    <a:pt x="2096712" y="865570"/>
                  </a:lnTo>
                  <a:lnTo>
                    <a:pt x="2093433" y="867209"/>
                  </a:lnTo>
                  <a:lnTo>
                    <a:pt x="2090155" y="868848"/>
                  </a:lnTo>
                  <a:lnTo>
                    <a:pt x="2086876" y="867209"/>
                  </a:lnTo>
                  <a:lnTo>
                    <a:pt x="2081958" y="865570"/>
                  </a:lnTo>
                  <a:lnTo>
                    <a:pt x="2078679" y="867209"/>
                  </a:lnTo>
                  <a:lnTo>
                    <a:pt x="2080318" y="870488"/>
                  </a:lnTo>
                  <a:lnTo>
                    <a:pt x="2075400" y="870488"/>
                  </a:lnTo>
                  <a:lnTo>
                    <a:pt x="2073761" y="868848"/>
                  </a:lnTo>
                  <a:lnTo>
                    <a:pt x="2070482" y="872127"/>
                  </a:lnTo>
                  <a:lnTo>
                    <a:pt x="2067204" y="875406"/>
                  </a:lnTo>
                  <a:lnTo>
                    <a:pt x="2062286" y="875406"/>
                  </a:lnTo>
                  <a:lnTo>
                    <a:pt x="2062286" y="877045"/>
                  </a:lnTo>
                  <a:lnTo>
                    <a:pt x="2059007" y="880324"/>
                  </a:lnTo>
                  <a:lnTo>
                    <a:pt x="2054089" y="883603"/>
                  </a:lnTo>
                  <a:lnTo>
                    <a:pt x="2050810" y="885242"/>
                  </a:lnTo>
                  <a:lnTo>
                    <a:pt x="2047532" y="888521"/>
                  </a:lnTo>
                  <a:lnTo>
                    <a:pt x="2045892" y="891799"/>
                  </a:lnTo>
                  <a:lnTo>
                    <a:pt x="2042614" y="895078"/>
                  </a:lnTo>
                  <a:lnTo>
                    <a:pt x="2040974" y="899996"/>
                  </a:lnTo>
                  <a:lnTo>
                    <a:pt x="2037696" y="901635"/>
                  </a:lnTo>
                  <a:lnTo>
                    <a:pt x="2034417" y="904914"/>
                  </a:lnTo>
                  <a:lnTo>
                    <a:pt x="2031138" y="904914"/>
                  </a:lnTo>
                  <a:lnTo>
                    <a:pt x="2026220" y="906553"/>
                  </a:lnTo>
                  <a:lnTo>
                    <a:pt x="2022942" y="906553"/>
                  </a:lnTo>
                  <a:lnTo>
                    <a:pt x="2019663" y="908193"/>
                  </a:lnTo>
                  <a:lnTo>
                    <a:pt x="2014745" y="906553"/>
                  </a:lnTo>
                  <a:lnTo>
                    <a:pt x="2011466" y="906553"/>
                  </a:lnTo>
                  <a:lnTo>
                    <a:pt x="2008188" y="908193"/>
                  </a:lnTo>
                  <a:lnTo>
                    <a:pt x="2003270" y="911471"/>
                  </a:lnTo>
                  <a:lnTo>
                    <a:pt x="2001630" y="911471"/>
                  </a:lnTo>
                  <a:lnTo>
                    <a:pt x="2003270" y="914750"/>
                  </a:lnTo>
                  <a:lnTo>
                    <a:pt x="1998352" y="914750"/>
                  </a:lnTo>
                  <a:lnTo>
                    <a:pt x="1995073" y="916389"/>
                  </a:lnTo>
                  <a:lnTo>
                    <a:pt x="1996712" y="913111"/>
                  </a:lnTo>
                  <a:lnTo>
                    <a:pt x="1996712" y="911471"/>
                  </a:lnTo>
                  <a:lnTo>
                    <a:pt x="1995073" y="914750"/>
                  </a:lnTo>
                  <a:lnTo>
                    <a:pt x="1991794" y="916389"/>
                  </a:lnTo>
                  <a:lnTo>
                    <a:pt x="1986876" y="918028"/>
                  </a:lnTo>
                  <a:lnTo>
                    <a:pt x="1983598" y="921307"/>
                  </a:lnTo>
                  <a:lnTo>
                    <a:pt x="1980319" y="922946"/>
                  </a:lnTo>
                  <a:lnTo>
                    <a:pt x="1975401" y="926225"/>
                  </a:lnTo>
                  <a:lnTo>
                    <a:pt x="1972122" y="927865"/>
                  </a:lnTo>
                  <a:lnTo>
                    <a:pt x="1968843" y="929504"/>
                  </a:lnTo>
                  <a:lnTo>
                    <a:pt x="1967204" y="931143"/>
                  </a:lnTo>
                  <a:lnTo>
                    <a:pt x="1963925" y="934422"/>
                  </a:lnTo>
                  <a:lnTo>
                    <a:pt x="1960647" y="937701"/>
                  </a:lnTo>
                  <a:lnTo>
                    <a:pt x="1957368" y="939340"/>
                  </a:lnTo>
                  <a:lnTo>
                    <a:pt x="1954090" y="942618"/>
                  </a:lnTo>
                  <a:lnTo>
                    <a:pt x="1950811" y="945897"/>
                  </a:lnTo>
                  <a:lnTo>
                    <a:pt x="1945893" y="949176"/>
                  </a:lnTo>
                  <a:lnTo>
                    <a:pt x="1942614" y="952455"/>
                  </a:lnTo>
                  <a:lnTo>
                    <a:pt x="1939335" y="954094"/>
                  </a:lnTo>
                  <a:lnTo>
                    <a:pt x="1936057" y="957373"/>
                  </a:lnTo>
                  <a:lnTo>
                    <a:pt x="1931139" y="955733"/>
                  </a:lnTo>
                  <a:lnTo>
                    <a:pt x="1929499" y="952455"/>
                  </a:lnTo>
                  <a:lnTo>
                    <a:pt x="1927860" y="950815"/>
                  </a:lnTo>
                  <a:lnTo>
                    <a:pt x="1922942" y="950815"/>
                  </a:lnTo>
                  <a:lnTo>
                    <a:pt x="1919663" y="949176"/>
                  </a:lnTo>
                  <a:lnTo>
                    <a:pt x="1916385" y="945897"/>
                  </a:lnTo>
                  <a:lnTo>
                    <a:pt x="1913106" y="945897"/>
                  </a:lnTo>
                  <a:lnTo>
                    <a:pt x="1908188" y="945897"/>
                  </a:lnTo>
                  <a:lnTo>
                    <a:pt x="1904909" y="944258"/>
                  </a:lnTo>
                  <a:lnTo>
                    <a:pt x="1901631" y="942618"/>
                  </a:lnTo>
                  <a:lnTo>
                    <a:pt x="1896713" y="942618"/>
                  </a:lnTo>
                  <a:lnTo>
                    <a:pt x="1893434" y="942618"/>
                  </a:lnTo>
                  <a:lnTo>
                    <a:pt x="1898352" y="942618"/>
                  </a:lnTo>
                  <a:lnTo>
                    <a:pt x="1901631" y="944258"/>
                  </a:lnTo>
                  <a:lnTo>
                    <a:pt x="1898352" y="949176"/>
                  </a:lnTo>
                  <a:lnTo>
                    <a:pt x="1903270" y="947537"/>
                  </a:lnTo>
                  <a:lnTo>
                    <a:pt x="1906549" y="947537"/>
                  </a:lnTo>
                  <a:lnTo>
                    <a:pt x="1909827" y="947537"/>
                  </a:lnTo>
                  <a:lnTo>
                    <a:pt x="1914745" y="947537"/>
                  </a:lnTo>
                  <a:lnTo>
                    <a:pt x="1918024" y="949176"/>
                  </a:lnTo>
                  <a:lnTo>
                    <a:pt x="1921303" y="952455"/>
                  </a:lnTo>
                  <a:lnTo>
                    <a:pt x="1924581" y="952455"/>
                  </a:lnTo>
                  <a:lnTo>
                    <a:pt x="1926221" y="952455"/>
                  </a:lnTo>
                  <a:lnTo>
                    <a:pt x="1929499" y="955733"/>
                  </a:lnTo>
                  <a:lnTo>
                    <a:pt x="1932778" y="957373"/>
                  </a:lnTo>
                  <a:lnTo>
                    <a:pt x="1931139" y="960651"/>
                  </a:lnTo>
                  <a:lnTo>
                    <a:pt x="1927860" y="965569"/>
                  </a:lnTo>
                  <a:lnTo>
                    <a:pt x="1922942" y="968848"/>
                  </a:lnTo>
                  <a:lnTo>
                    <a:pt x="1921303" y="972127"/>
                  </a:lnTo>
                  <a:lnTo>
                    <a:pt x="1918024" y="975405"/>
                  </a:lnTo>
                  <a:lnTo>
                    <a:pt x="1913106" y="977045"/>
                  </a:lnTo>
                  <a:lnTo>
                    <a:pt x="1909827" y="978684"/>
                  </a:lnTo>
                  <a:lnTo>
                    <a:pt x="1906549" y="983602"/>
                  </a:lnTo>
                  <a:lnTo>
                    <a:pt x="1903270" y="985241"/>
                  </a:lnTo>
                  <a:lnTo>
                    <a:pt x="1899991" y="985241"/>
                  </a:lnTo>
                  <a:lnTo>
                    <a:pt x="1896713" y="986881"/>
                  </a:lnTo>
                  <a:lnTo>
                    <a:pt x="1893434" y="990159"/>
                  </a:lnTo>
                  <a:lnTo>
                    <a:pt x="1890155" y="995077"/>
                  </a:lnTo>
                  <a:lnTo>
                    <a:pt x="1885237" y="998356"/>
                  </a:lnTo>
                  <a:lnTo>
                    <a:pt x="1881959" y="1001635"/>
                  </a:lnTo>
                  <a:lnTo>
                    <a:pt x="1878680" y="1003274"/>
                  </a:lnTo>
                  <a:lnTo>
                    <a:pt x="1875401" y="1003274"/>
                  </a:lnTo>
                  <a:lnTo>
                    <a:pt x="1872123" y="1004913"/>
                  </a:lnTo>
                  <a:lnTo>
                    <a:pt x="1867205" y="1008192"/>
                  </a:lnTo>
                  <a:lnTo>
                    <a:pt x="1863926" y="1009831"/>
                  </a:lnTo>
                  <a:lnTo>
                    <a:pt x="1860647" y="1013110"/>
                  </a:lnTo>
                  <a:lnTo>
                    <a:pt x="1855729" y="1016389"/>
                  </a:lnTo>
                  <a:lnTo>
                    <a:pt x="1855729" y="1016389"/>
                  </a:lnTo>
                  <a:lnTo>
                    <a:pt x="1855729" y="1016389"/>
                  </a:lnTo>
                  <a:lnTo>
                    <a:pt x="1855729" y="1016389"/>
                  </a:lnTo>
                  <a:lnTo>
                    <a:pt x="1860647" y="1014749"/>
                  </a:lnTo>
                  <a:lnTo>
                    <a:pt x="1863926" y="1011471"/>
                  </a:lnTo>
                  <a:lnTo>
                    <a:pt x="1867205" y="1011471"/>
                  </a:lnTo>
                  <a:lnTo>
                    <a:pt x="1872123" y="1009831"/>
                  </a:lnTo>
                  <a:lnTo>
                    <a:pt x="1875401" y="1009831"/>
                  </a:lnTo>
                  <a:lnTo>
                    <a:pt x="1878680" y="1008192"/>
                  </a:lnTo>
                  <a:lnTo>
                    <a:pt x="1883598" y="1006553"/>
                  </a:lnTo>
                  <a:lnTo>
                    <a:pt x="1886877" y="1004913"/>
                  </a:lnTo>
                  <a:lnTo>
                    <a:pt x="1890155" y="1003274"/>
                  </a:lnTo>
                  <a:lnTo>
                    <a:pt x="1893434" y="999995"/>
                  </a:lnTo>
                  <a:lnTo>
                    <a:pt x="1896713" y="998356"/>
                  </a:lnTo>
                  <a:lnTo>
                    <a:pt x="1899991" y="996717"/>
                  </a:lnTo>
                  <a:lnTo>
                    <a:pt x="1903270" y="991799"/>
                  </a:lnTo>
                  <a:lnTo>
                    <a:pt x="1906549" y="990159"/>
                  </a:lnTo>
                  <a:lnTo>
                    <a:pt x="1911467" y="986881"/>
                  </a:lnTo>
                  <a:lnTo>
                    <a:pt x="1913106" y="983602"/>
                  </a:lnTo>
                  <a:lnTo>
                    <a:pt x="1918024" y="981963"/>
                  </a:lnTo>
                  <a:lnTo>
                    <a:pt x="1921303" y="980323"/>
                  </a:lnTo>
                  <a:lnTo>
                    <a:pt x="1924581" y="977045"/>
                  </a:lnTo>
                  <a:lnTo>
                    <a:pt x="1929499" y="973766"/>
                  </a:lnTo>
                  <a:lnTo>
                    <a:pt x="1932778" y="970487"/>
                  </a:lnTo>
                  <a:lnTo>
                    <a:pt x="1936057" y="967209"/>
                  </a:lnTo>
                  <a:lnTo>
                    <a:pt x="1939335" y="963930"/>
                  </a:lnTo>
                  <a:lnTo>
                    <a:pt x="1944253" y="962291"/>
                  </a:lnTo>
                  <a:lnTo>
                    <a:pt x="1947532" y="960651"/>
                  </a:lnTo>
                  <a:lnTo>
                    <a:pt x="1950811" y="957373"/>
                  </a:lnTo>
                  <a:lnTo>
                    <a:pt x="1954090" y="955733"/>
                  </a:lnTo>
                  <a:lnTo>
                    <a:pt x="1959008" y="952455"/>
                  </a:lnTo>
                  <a:lnTo>
                    <a:pt x="1962286" y="950815"/>
                  </a:lnTo>
                  <a:lnTo>
                    <a:pt x="1965565" y="949176"/>
                  </a:lnTo>
                  <a:lnTo>
                    <a:pt x="1970483" y="947537"/>
                  </a:lnTo>
                  <a:lnTo>
                    <a:pt x="1973762" y="945897"/>
                  </a:lnTo>
                  <a:lnTo>
                    <a:pt x="1977040" y="942618"/>
                  </a:lnTo>
                  <a:lnTo>
                    <a:pt x="1980319" y="942618"/>
                  </a:lnTo>
                  <a:lnTo>
                    <a:pt x="1983598" y="939340"/>
                  </a:lnTo>
                  <a:lnTo>
                    <a:pt x="1986876" y="939340"/>
                  </a:lnTo>
                  <a:lnTo>
                    <a:pt x="1991794" y="936061"/>
                  </a:lnTo>
                  <a:lnTo>
                    <a:pt x="1995073" y="934422"/>
                  </a:lnTo>
                  <a:lnTo>
                    <a:pt x="1999991" y="932783"/>
                  </a:lnTo>
                  <a:lnTo>
                    <a:pt x="2003270" y="932783"/>
                  </a:lnTo>
                  <a:lnTo>
                    <a:pt x="2006548" y="931143"/>
                  </a:lnTo>
                  <a:lnTo>
                    <a:pt x="2009827" y="929504"/>
                  </a:lnTo>
                  <a:lnTo>
                    <a:pt x="2014745" y="927865"/>
                  </a:lnTo>
                  <a:lnTo>
                    <a:pt x="2018024" y="926225"/>
                  </a:lnTo>
                  <a:lnTo>
                    <a:pt x="2021302" y="926225"/>
                  </a:lnTo>
                  <a:lnTo>
                    <a:pt x="2024581" y="924586"/>
                  </a:lnTo>
                  <a:lnTo>
                    <a:pt x="2029499" y="922946"/>
                  </a:lnTo>
                  <a:lnTo>
                    <a:pt x="2032778" y="922946"/>
                  </a:lnTo>
                  <a:lnTo>
                    <a:pt x="2036056" y="921307"/>
                  </a:lnTo>
                  <a:lnTo>
                    <a:pt x="2039335" y="921307"/>
                  </a:lnTo>
                  <a:lnTo>
                    <a:pt x="2044253" y="918028"/>
                  </a:lnTo>
                  <a:lnTo>
                    <a:pt x="2047532" y="918028"/>
                  </a:lnTo>
                  <a:lnTo>
                    <a:pt x="2050810" y="916389"/>
                  </a:lnTo>
                  <a:lnTo>
                    <a:pt x="2054089" y="914750"/>
                  </a:lnTo>
                  <a:lnTo>
                    <a:pt x="2057368" y="914750"/>
                  </a:lnTo>
                  <a:lnTo>
                    <a:pt x="2062286" y="913111"/>
                  </a:lnTo>
                  <a:lnTo>
                    <a:pt x="2065564" y="911471"/>
                  </a:lnTo>
                  <a:lnTo>
                    <a:pt x="2068843" y="911471"/>
                  </a:lnTo>
                  <a:lnTo>
                    <a:pt x="2073761" y="911471"/>
                  </a:lnTo>
                  <a:lnTo>
                    <a:pt x="2077040" y="909832"/>
                  </a:lnTo>
                  <a:lnTo>
                    <a:pt x="2080318" y="909832"/>
                  </a:lnTo>
                  <a:lnTo>
                    <a:pt x="2085236" y="909832"/>
                  </a:lnTo>
                  <a:lnTo>
                    <a:pt x="2088515" y="909832"/>
                  </a:lnTo>
                  <a:lnTo>
                    <a:pt x="2091794" y="908193"/>
                  </a:lnTo>
                  <a:lnTo>
                    <a:pt x="2093433" y="908193"/>
                  </a:lnTo>
                  <a:lnTo>
                    <a:pt x="2096712" y="908193"/>
                  </a:lnTo>
                  <a:lnTo>
                    <a:pt x="2099990" y="908193"/>
                  </a:lnTo>
                  <a:lnTo>
                    <a:pt x="2104909" y="909832"/>
                  </a:lnTo>
                  <a:lnTo>
                    <a:pt x="2108187" y="909832"/>
                  </a:lnTo>
                  <a:lnTo>
                    <a:pt x="2111466" y="909832"/>
                  </a:lnTo>
                  <a:lnTo>
                    <a:pt x="2116384" y="911471"/>
                  </a:lnTo>
                  <a:lnTo>
                    <a:pt x="2119662" y="913111"/>
                  </a:lnTo>
                  <a:lnTo>
                    <a:pt x="2122941" y="914750"/>
                  </a:lnTo>
                  <a:lnTo>
                    <a:pt x="2126220" y="916389"/>
                  </a:lnTo>
                  <a:lnTo>
                    <a:pt x="2131138" y="919668"/>
                  </a:lnTo>
                  <a:lnTo>
                    <a:pt x="2134417" y="924586"/>
                  </a:lnTo>
                  <a:lnTo>
                    <a:pt x="2132777" y="927865"/>
                  </a:lnTo>
                  <a:lnTo>
                    <a:pt x="2129499" y="926225"/>
                  </a:lnTo>
                  <a:lnTo>
                    <a:pt x="2124581" y="926225"/>
                  </a:lnTo>
                  <a:lnTo>
                    <a:pt x="2122941" y="926225"/>
                  </a:lnTo>
                  <a:lnTo>
                    <a:pt x="2124581" y="927865"/>
                  </a:lnTo>
                  <a:lnTo>
                    <a:pt x="2126220" y="929504"/>
                  </a:lnTo>
                  <a:lnTo>
                    <a:pt x="2124581" y="929504"/>
                  </a:lnTo>
                  <a:lnTo>
                    <a:pt x="2126220" y="929504"/>
                  </a:lnTo>
                  <a:lnTo>
                    <a:pt x="2129499" y="932783"/>
                  </a:lnTo>
                  <a:lnTo>
                    <a:pt x="2126220" y="936061"/>
                  </a:lnTo>
                  <a:lnTo>
                    <a:pt x="2127859" y="940979"/>
                  </a:lnTo>
                  <a:lnTo>
                    <a:pt x="2124581" y="942618"/>
                  </a:lnTo>
                  <a:lnTo>
                    <a:pt x="2119662" y="944258"/>
                  </a:lnTo>
                  <a:lnTo>
                    <a:pt x="2116384" y="945897"/>
                  </a:lnTo>
                  <a:lnTo>
                    <a:pt x="2113105" y="947537"/>
                  </a:lnTo>
                  <a:lnTo>
                    <a:pt x="2108187" y="947537"/>
                  </a:lnTo>
                  <a:lnTo>
                    <a:pt x="2108187" y="949176"/>
                  </a:lnTo>
                  <a:lnTo>
                    <a:pt x="2104909" y="952455"/>
                  </a:lnTo>
                  <a:lnTo>
                    <a:pt x="2099990" y="954094"/>
                  </a:lnTo>
                  <a:lnTo>
                    <a:pt x="2096712" y="954094"/>
                  </a:lnTo>
                  <a:lnTo>
                    <a:pt x="2093433" y="957373"/>
                  </a:lnTo>
                  <a:lnTo>
                    <a:pt x="2090155" y="959012"/>
                  </a:lnTo>
                  <a:lnTo>
                    <a:pt x="2085236" y="960651"/>
                  </a:lnTo>
                  <a:lnTo>
                    <a:pt x="2081958" y="962291"/>
                  </a:lnTo>
                  <a:lnTo>
                    <a:pt x="2078679" y="962291"/>
                  </a:lnTo>
                  <a:lnTo>
                    <a:pt x="2073761" y="960651"/>
                  </a:lnTo>
                  <a:lnTo>
                    <a:pt x="2070482" y="959012"/>
                  </a:lnTo>
                  <a:lnTo>
                    <a:pt x="2067204" y="957373"/>
                  </a:lnTo>
                  <a:lnTo>
                    <a:pt x="2065564" y="955733"/>
                  </a:lnTo>
                  <a:lnTo>
                    <a:pt x="2062286" y="955733"/>
                  </a:lnTo>
                  <a:lnTo>
                    <a:pt x="2059007" y="957373"/>
                  </a:lnTo>
                  <a:lnTo>
                    <a:pt x="2054089" y="957373"/>
                  </a:lnTo>
                  <a:lnTo>
                    <a:pt x="2050810" y="957373"/>
                  </a:lnTo>
                  <a:lnTo>
                    <a:pt x="2047532" y="957373"/>
                  </a:lnTo>
                  <a:lnTo>
                    <a:pt x="2042614" y="957373"/>
                  </a:lnTo>
                  <a:lnTo>
                    <a:pt x="2039335" y="960651"/>
                  </a:lnTo>
                  <a:lnTo>
                    <a:pt x="2036056" y="960651"/>
                  </a:lnTo>
                  <a:lnTo>
                    <a:pt x="2032778" y="962291"/>
                  </a:lnTo>
                  <a:lnTo>
                    <a:pt x="2029499" y="962291"/>
                  </a:lnTo>
                  <a:lnTo>
                    <a:pt x="2032778" y="963930"/>
                  </a:lnTo>
                  <a:lnTo>
                    <a:pt x="2037696" y="962291"/>
                  </a:lnTo>
                  <a:lnTo>
                    <a:pt x="2040974" y="960651"/>
                  </a:lnTo>
                  <a:lnTo>
                    <a:pt x="2044253" y="959012"/>
                  </a:lnTo>
                  <a:lnTo>
                    <a:pt x="2049171" y="962291"/>
                  </a:lnTo>
                  <a:lnTo>
                    <a:pt x="2052450" y="963930"/>
                  </a:lnTo>
                  <a:lnTo>
                    <a:pt x="2055728" y="965569"/>
                  </a:lnTo>
                  <a:lnTo>
                    <a:pt x="2060646" y="965569"/>
                  </a:lnTo>
                  <a:lnTo>
                    <a:pt x="2063925" y="967209"/>
                  </a:lnTo>
                  <a:lnTo>
                    <a:pt x="2063925" y="972127"/>
                  </a:lnTo>
                  <a:lnTo>
                    <a:pt x="2063925" y="975405"/>
                  </a:lnTo>
                  <a:lnTo>
                    <a:pt x="2063925" y="978684"/>
                  </a:lnTo>
                  <a:lnTo>
                    <a:pt x="2063925" y="978684"/>
                  </a:lnTo>
                  <a:lnTo>
                    <a:pt x="2068843" y="977045"/>
                  </a:lnTo>
                  <a:lnTo>
                    <a:pt x="2072122" y="975405"/>
                  </a:lnTo>
                  <a:lnTo>
                    <a:pt x="2075400" y="973766"/>
                  </a:lnTo>
                  <a:lnTo>
                    <a:pt x="2080318" y="972127"/>
                  </a:lnTo>
                  <a:lnTo>
                    <a:pt x="2083597" y="970487"/>
                  </a:lnTo>
                  <a:lnTo>
                    <a:pt x="2086876" y="968848"/>
                  </a:lnTo>
                  <a:lnTo>
                    <a:pt x="2090155" y="970487"/>
                  </a:lnTo>
                  <a:lnTo>
                    <a:pt x="2095072" y="970487"/>
                  </a:lnTo>
                  <a:lnTo>
                    <a:pt x="2095072" y="973766"/>
                  </a:lnTo>
                  <a:lnTo>
                    <a:pt x="2098351" y="973766"/>
                  </a:lnTo>
                  <a:lnTo>
                    <a:pt x="2095072" y="977045"/>
                  </a:lnTo>
                  <a:lnTo>
                    <a:pt x="2091794" y="980323"/>
                  </a:lnTo>
                  <a:lnTo>
                    <a:pt x="2088515" y="983602"/>
                  </a:lnTo>
                  <a:lnTo>
                    <a:pt x="2086876" y="986881"/>
                  </a:lnTo>
                  <a:lnTo>
                    <a:pt x="2083597" y="990159"/>
                  </a:lnTo>
                  <a:lnTo>
                    <a:pt x="2078679" y="993438"/>
                  </a:lnTo>
                  <a:lnTo>
                    <a:pt x="2075400" y="996717"/>
                  </a:lnTo>
                  <a:lnTo>
                    <a:pt x="2072122" y="998356"/>
                  </a:lnTo>
                  <a:lnTo>
                    <a:pt x="2068843" y="999995"/>
                  </a:lnTo>
                  <a:lnTo>
                    <a:pt x="2063925" y="1001635"/>
                  </a:lnTo>
                  <a:lnTo>
                    <a:pt x="2068843" y="1001635"/>
                  </a:lnTo>
                  <a:lnTo>
                    <a:pt x="2068843" y="1003274"/>
                  </a:lnTo>
                  <a:lnTo>
                    <a:pt x="2073761" y="1003274"/>
                  </a:lnTo>
                  <a:lnTo>
                    <a:pt x="2077040" y="1001635"/>
                  </a:lnTo>
                  <a:lnTo>
                    <a:pt x="2080318" y="1001635"/>
                  </a:lnTo>
                  <a:lnTo>
                    <a:pt x="2081958" y="1004913"/>
                  </a:lnTo>
                  <a:lnTo>
                    <a:pt x="2078679" y="1008192"/>
                  </a:lnTo>
                  <a:lnTo>
                    <a:pt x="2077040" y="1013110"/>
                  </a:lnTo>
                  <a:lnTo>
                    <a:pt x="2077040" y="1016389"/>
                  </a:lnTo>
                  <a:lnTo>
                    <a:pt x="2078679" y="1019668"/>
                  </a:lnTo>
                  <a:lnTo>
                    <a:pt x="2078679" y="1022946"/>
                  </a:lnTo>
                  <a:lnTo>
                    <a:pt x="2078679" y="1027864"/>
                  </a:lnTo>
                  <a:lnTo>
                    <a:pt x="2080318" y="1031143"/>
                  </a:lnTo>
                  <a:lnTo>
                    <a:pt x="2075400" y="1034421"/>
                  </a:lnTo>
                  <a:lnTo>
                    <a:pt x="2080318" y="1034421"/>
                  </a:lnTo>
                  <a:lnTo>
                    <a:pt x="2078679" y="1037700"/>
                  </a:lnTo>
                  <a:lnTo>
                    <a:pt x="2081958" y="1037700"/>
                  </a:lnTo>
                  <a:lnTo>
                    <a:pt x="2086876" y="1039340"/>
                  </a:lnTo>
                  <a:lnTo>
                    <a:pt x="2090155" y="1039340"/>
                  </a:lnTo>
                  <a:lnTo>
                    <a:pt x="2093433" y="1040979"/>
                  </a:lnTo>
                  <a:lnTo>
                    <a:pt x="2096712" y="1040979"/>
                  </a:lnTo>
                  <a:lnTo>
                    <a:pt x="2101630" y="1042618"/>
                  </a:lnTo>
                  <a:lnTo>
                    <a:pt x="2103269" y="1042618"/>
                  </a:lnTo>
                  <a:lnTo>
                    <a:pt x="2099990" y="1045897"/>
                  </a:lnTo>
                  <a:lnTo>
                    <a:pt x="2095072" y="1045897"/>
                  </a:lnTo>
                  <a:lnTo>
                    <a:pt x="2091794" y="1047536"/>
                  </a:lnTo>
                  <a:lnTo>
                    <a:pt x="2093433" y="1049175"/>
                  </a:lnTo>
                  <a:lnTo>
                    <a:pt x="2096712" y="1049175"/>
                  </a:lnTo>
                  <a:lnTo>
                    <a:pt x="2099990" y="1052454"/>
                  </a:lnTo>
                  <a:lnTo>
                    <a:pt x="2103269" y="1055733"/>
                  </a:lnTo>
                  <a:lnTo>
                    <a:pt x="2106548" y="1054093"/>
                  </a:lnTo>
                  <a:lnTo>
                    <a:pt x="2109827" y="1054093"/>
                  </a:lnTo>
                  <a:lnTo>
                    <a:pt x="2114745" y="1057372"/>
                  </a:lnTo>
                  <a:lnTo>
                    <a:pt x="2118023" y="1059012"/>
                  </a:lnTo>
                  <a:lnTo>
                    <a:pt x="2121302" y="1059012"/>
                  </a:lnTo>
                  <a:lnTo>
                    <a:pt x="2124581" y="1057372"/>
                  </a:lnTo>
                  <a:lnTo>
                    <a:pt x="2129499" y="1059012"/>
                  </a:lnTo>
                  <a:lnTo>
                    <a:pt x="2132777" y="1059012"/>
                  </a:lnTo>
                  <a:lnTo>
                    <a:pt x="2136056" y="1060651"/>
                  </a:lnTo>
                  <a:lnTo>
                    <a:pt x="2132777" y="1062290"/>
                  </a:lnTo>
                  <a:lnTo>
                    <a:pt x="2131138" y="1065569"/>
                  </a:lnTo>
                  <a:lnTo>
                    <a:pt x="2134417" y="1063930"/>
                  </a:lnTo>
                  <a:lnTo>
                    <a:pt x="2139335" y="1062290"/>
                  </a:lnTo>
                  <a:lnTo>
                    <a:pt x="2142613" y="1063930"/>
                  </a:lnTo>
                  <a:lnTo>
                    <a:pt x="2145892" y="1062290"/>
                  </a:lnTo>
                  <a:lnTo>
                    <a:pt x="2149171" y="1060651"/>
                  </a:lnTo>
                  <a:lnTo>
                    <a:pt x="2154089" y="1059012"/>
                  </a:lnTo>
                  <a:lnTo>
                    <a:pt x="2157367" y="1057372"/>
                  </a:lnTo>
                  <a:lnTo>
                    <a:pt x="2160646" y="1055733"/>
                  </a:lnTo>
                  <a:lnTo>
                    <a:pt x="2162285" y="1059012"/>
                  </a:lnTo>
                  <a:lnTo>
                    <a:pt x="2162285" y="1062290"/>
                  </a:lnTo>
                  <a:lnTo>
                    <a:pt x="2167203" y="1065569"/>
                  </a:lnTo>
                  <a:lnTo>
                    <a:pt x="2170482" y="1065569"/>
                  </a:lnTo>
                  <a:lnTo>
                    <a:pt x="2173761" y="1062290"/>
                  </a:lnTo>
                  <a:lnTo>
                    <a:pt x="2177039" y="1063930"/>
                  </a:lnTo>
                  <a:lnTo>
                    <a:pt x="2178679" y="1065569"/>
                  </a:lnTo>
                  <a:lnTo>
                    <a:pt x="2180318" y="1070487"/>
                  </a:lnTo>
                  <a:lnTo>
                    <a:pt x="2178679" y="1073765"/>
                  </a:lnTo>
                  <a:lnTo>
                    <a:pt x="2173761" y="1073765"/>
                  </a:lnTo>
                  <a:lnTo>
                    <a:pt x="2178679" y="1077044"/>
                  </a:lnTo>
                  <a:lnTo>
                    <a:pt x="2178679" y="1077044"/>
                  </a:lnTo>
                  <a:lnTo>
                    <a:pt x="2181957" y="1077044"/>
                  </a:lnTo>
                  <a:lnTo>
                    <a:pt x="2186875" y="1077044"/>
                  </a:lnTo>
                  <a:lnTo>
                    <a:pt x="2183597" y="1080323"/>
                  </a:lnTo>
                  <a:lnTo>
                    <a:pt x="2180318" y="1083602"/>
                  </a:lnTo>
                  <a:lnTo>
                    <a:pt x="2177039" y="1081962"/>
                  </a:lnTo>
                  <a:lnTo>
                    <a:pt x="2173761" y="1081962"/>
                  </a:lnTo>
                  <a:lnTo>
                    <a:pt x="2170482" y="1085241"/>
                  </a:lnTo>
                  <a:lnTo>
                    <a:pt x="2165564" y="1085241"/>
                  </a:lnTo>
                  <a:lnTo>
                    <a:pt x="2162285" y="1085241"/>
                  </a:lnTo>
                  <a:lnTo>
                    <a:pt x="2159007" y="1088520"/>
                  </a:lnTo>
                  <a:lnTo>
                    <a:pt x="2154089" y="1088520"/>
                  </a:lnTo>
                  <a:lnTo>
                    <a:pt x="2152449" y="1090159"/>
                  </a:lnTo>
                  <a:lnTo>
                    <a:pt x="2149171" y="1090159"/>
                  </a:lnTo>
                  <a:lnTo>
                    <a:pt x="2147531" y="1091798"/>
                  </a:lnTo>
                  <a:lnTo>
                    <a:pt x="2144252" y="1093438"/>
                  </a:lnTo>
                  <a:lnTo>
                    <a:pt x="2139335" y="1093438"/>
                  </a:lnTo>
                  <a:lnTo>
                    <a:pt x="2136056" y="1095077"/>
                  </a:lnTo>
                  <a:lnTo>
                    <a:pt x="2132777" y="1096716"/>
                  </a:lnTo>
                  <a:lnTo>
                    <a:pt x="2127859" y="1098356"/>
                  </a:lnTo>
                  <a:lnTo>
                    <a:pt x="2124581" y="1099995"/>
                  </a:lnTo>
                  <a:lnTo>
                    <a:pt x="2121302" y="1099995"/>
                  </a:lnTo>
                  <a:lnTo>
                    <a:pt x="2118023" y="1101634"/>
                  </a:lnTo>
                  <a:lnTo>
                    <a:pt x="2113105" y="1103274"/>
                  </a:lnTo>
                  <a:lnTo>
                    <a:pt x="2109827" y="1104913"/>
                  </a:lnTo>
                  <a:lnTo>
                    <a:pt x="2106548" y="1103274"/>
                  </a:lnTo>
                  <a:lnTo>
                    <a:pt x="2101630" y="1104913"/>
                  </a:lnTo>
                  <a:lnTo>
                    <a:pt x="2098351" y="1106552"/>
                  </a:lnTo>
                  <a:lnTo>
                    <a:pt x="2098351" y="1108192"/>
                  </a:lnTo>
                  <a:lnTo>
                    <a:pt x="2093433" y="1108192"/>
                  </a:lnTo>
                  <a:lnTo>
                    <a:pt x="2090155" y="1108192"/>
                  </a:lnTo>
                  <a:lnTo>
                    <a:pt x="2088515" y="1106552"/>
                  </a:lnTo>
                  <a:lnTo>
                    <a:pt x="2086876" y="1104913"/>
                  </a:lnTo>
                  <a:lnTo>
                    <a:pt x="2088515" y="1109831"/>
                  </a:lnTo>
                  <a:lnTo>
                    <a:pt x="2086876" y="1113110"/>
                  </a:lnTo>
                  <a:lnTo>
                    <a:pt x="2083597" y="1114749"/>
                  </a:lnTo>
                  <a:lnTo>
                    <a:pt x="2080318" y="1116388"/>
                  </a:lnTo>
                  <a:lnTo>
                    <a:pt x="2077040" y="1113110"/>
                  </a:lnTo>
                  <a:lnTo>
                    <a:pt x="2075400" y="1109831"/>
                  </a:lnTo>
                  <a:lnTo>
                    <a:pt x="2077040" y="1104913"/>
                  </a:lnTo>
                  <a:lnTo>
                    <a:pt x="2073761" y="1106552"/>
                  </a:lnTo>
                  <a:lnTo>
                    <a:pt x="2070482" y="1109831"/>
                  </a:lnTo>
                  <a:lnTo>
                    <a:pt x="2070482" y="1113110"/>
                  </a:lnTo>
                  <a:lnTo>
                    <a:pt x="2067204" y="1114749"/>
                  </a:lnTo>
                  <a:lnTo>
                    <a:pt x="2067204" y="1111470"/>
                  </a:lnTo>
                  <a:lnTo>
                    <a:pt x="2063925" y="1113110"/>
                  </a:lnTo>
                  <a:lnTo>
                    <a:pt x="2059007" y="1114749"/>
                  </a:lnTo>
                  <a:lnTo>
                    <a:pt x="2059007" y="1118028"/>
                  </a:lnTo>
                  <a:lnTo>
                    <a:pt x="2057368" y="1119667"/>
                  </a:lnTo>
                  <a:lnTo>
                    <a:pt x="2057368" y="1122946"/>
                  </a:lnTo>
                  <a:lnTo>
                    <a:pt x="2054089" y="1121306"/>
                  </a:lnTo>
                  <a:lnTo>
                    <a:pt x="2052450" y="1124585"/>
                  </a:lnTo>
                  <a:lnTo>
                    <a:pt x="2049171" y="1127864"/>
                  </a:lnTo>
                  <a:lnTo>
                    <a:pt x="2045892" y="1129503"/>
                  </a:lnTo>
                  <a:lnTo>
                    <a:pt x="2044253" y="1129503"/>
                  </a:lnTo>
                  <a:lnTo>
                    <a:pt x="2040974" y="1132782"/>
                  </a:lnTo>
                  <a:lnTo>
                    <a:pt x="2037696" y="1137700"/>
                  </a:lnTo>
                  <a:lnTo>
                    <a:pt x="2034417" y="1137700"/>
                  </a:lnTo>
                  <a:lnTo>
                    <a:pt x="2032778" y="1140978"/>
                  </a:lnTo>
                  <a:lnTo>
                    <a:pt x="2029499" y="1144257"/>
                  </a:lnTo>
                  <a:lnTo>
                    <a:pt x="2024581" y="1145896"/>
                  </a:lnTo>
                  <a:lnTo>
                    <a:pt x="2021302" y="1149175"/>
                  </a:lnTo>
                  <a:lnTo>
                    <a:pt x="2019663" y="1149175"/>
                  </a:lnTo>
                  <a:lnTo>
                    <a:pt x="2018024" y="1144257"/>
                  </a:lnTo>
                  <a:lnTo>
                    <a:pt x="2014745" y="1149175"/>
                  </a:lnTo>
                  <a:lnTo>
                    <a:pt x="2011466" y="1147536"/>
                  </a:lnTo>
                  <a:lnTo>
                    <a:pt x="2011466" y="1150814"/>
                  </a:lnTo>
                  <a:lnTo>
                    <a:pt x="2009827" y="1154093"/>
                  </a:lnTo>
                  <a:lnTo>
                    <a:pt x="2006548" y="1154093"/>
                  </a:lnTo>
                  <a:lnTo>
                    <a:pt x="2003270" y="1159011"/>
                  </a:lnTo>
                  <a:lnTo>
                    <a:pt x="2003270" y="1155732"/>
                  </a:lnTo>
                  <a:lnTo>
                    <a:pt x="1998352" y="1155732"/>
                  </a:lnTo>
                  <a:lnTo>
                    <a:pt x="1995073" y="1155732"/>
                  </a:lnTo>
                  <a:lnTo>
                    <a:pt x="1996712" y="1150814"/>
                  </a:lnTo>
                  <a:lnTo>
                    <a:pt x="1995073" y="1147536"/>
                  </a:lnTo>
                  <a:lnTo>
                    <a:pt x="1993434" y="1144257"/>
                  </a:lnTo>
                  <a:lnTo>
                    <a:pt x="1990155" y="1147536"/>
                  </a:lnTo>
                  <a:lnTo>
                    <a:pt x="1988515" y="1149175"/>
                  </a:lnTo>
                  <a:lnTo>
                    <a:pt x="1985237" y="1144257"/>
                  </a:lnTo>
                  <a:lnTo>
                    <a:pt x="1985237" y="1140978"/>
                  </a:lnTo>
                  <a:lnTo>
                    <a:pt x="1986876" y="1137700"/>
                  </a:lnTo>
                  <a:lnTo>
                    <a:pt x="1988515" y="1134421"/>
                  </a:lnTo>
                  <a:lnTo>
                    <a:pt x="1988515" y="1131142"/>
                  </a:lnTo>
                  <a:lnTo>
                    <a:pt x="1991794" y="1126224"/>
                  </a:lnTo>
                  <a:lnTo>
                    <a:pt x="1993434" y="1122946"/>
                  </a:lnTo>
                  <a:lnTo>
                    <a:pt x="1996712" y="1119667"/>
                  </a:lnTo>
                  <a:lnTo>
                    <a:pt x="1999991" y="1116388"/>
                  </a:lnTo>
                  <a:lnTo>
                    <a:pt x="2004909" y="1113110"/>
                  </a:lnTo>
                  <a:lnTo>
                    <a:pt x="2008188" y="1111470"/>
                  </a:lnTo>
                  <a:lnTo>
                    <a:pt x="2003270" y="1111470"/>
                  </a:lnTo>
                  <a:lnTo>
                    <a:pt x="1999991" y="1113110"/>
                  </a:lnTo>
                  <a:lnTo>
                    <a:pt x="1996712" y="1116388"/>
                  </a:lnTo>
                  <a:lnTo>
                    <a:pt x="1993434" y="1118028"/>
                  </a:lnTo>
                  <a:lnTo>
                    <a:pt x="1996712" y="1114749"/>
                  </a:lnTo>
                  <a:lnTo>
                    <a:pt x="1999991" y="1113110"/>
                  </a:lnTo>
                  <a:lnTo>
                    <a:pt x="2003270" y="1109831"/>
                  </a:lnTo>
                  <a:lnTo>
                    <a:pt x="2008188" y="1108192"/>
                  </a:lnTo>
                  <a:lnTo>
                    <a:pt x="2011466" y="1104913"/>
                  </a:lnTo>
                  <a:lnTo>
                    <a:pt x="2011466" y="1109831"/>
                  </a:lnTo>
                  <a:lnTo>
                    <a:pt x="2016384" y="1108192"/>
                  </a:lnTo>
                  <a:lnTo>
                    <a:pt x="2019663" y="1104913"/>
                  </a:lnTo>
                  <a:lnTo>
                    <a:pt x="2022942" y="1103274"/>
                  </a:lnTo>
                  <a:lnTo>
                    <a:pt x="2019663" y="1104913"/>
                  </a:lnTo>
                  <a:lnTo>
                    <a:pt x="2016384" y="1104913"/>
                  </a:lnTo>
                  <a:lnTo>
                    <a:pt x="2019663" y="1101634"/>
                  </a:lnTo>
                  <a:lnTo>
                    <a:pt x="2022942" y="1099995"/>
                  </a:lnTo>
                  <a:lnTo>
                    <a:pt x="2027860" y="1098356"/>
                  </a:lnTo>
                  <a:lnTo>
                    <a:pt x="2031138" y="1095077"/>
                  </a:lnTo>
                  <a:lnTo>
                    <a:pt x="2034417" y="1093438"/>
                  </a:lnTo>
                  <a:lnTo>
                    <a:pt x="2039335" y="1091798"/>
                  </a:lnTo>
                  <a:lnTo>
                    <a:pt x="2042614" y="1090159"/>
                  </a:lnTo>
                  <a:lnTo>
                    <a:pt x="2045892" y="1088520"/>
                  </a:lnTo>
                  <a:lnTo>
                    <a:pt x="2050810" y="1086880"/>
                  </a:lnTo>
                  <a:lnTo>
                    <a:pt x="2054089" y="1085241"/>
                  </a:lnTo>
                  <a:lnTo>
                    <a:pt x="2057368" y="1083602"/>
                  </a:lnTo>
                  <a:lnTo>
                    <a:pt x="2060646" y="1083602"/>
                  </a:lnTo>
                  <a:lnTo>
                    <a:pt x="2065564" y="1081962"/>
                  </a:lnTo>
                  <a:lnTo>
                    <a:pt x="2068843" y="1080323"/>
                  </a:lnTo>
                  <a:lnTo>
                    <a:pt x="2068843" y="1083602"/>
                  </a:lnTo>
                  <a:lnTo>
                    <a:pt x="2067204" y="1088520"/>
                  </a:lnTo>
                  <a:lnTo>
                    <a:pt x="2070482" y="1086880"/>
                  </a:lnTo>
                  <a:lnTo>
                    <a:pt x="2073761" y="1090159"/>
                  </a:lnTo>
                  <a:lnTo>
                    <a:pt x="2073761" y="1091798"/>
                  </a:lnTo>
                  <a:lnTo>
                    <a:pt x="2075400" y="1091798"/>
                  </a:lnTo>
                  <a:lnTo>
                    <a:pt x="2073761" y="1088520"/>
                  </a:lnTo>
                  <a:lnTo>
                    <a:pt x="2075400" y="1083602"/>
                  </a:lnTo>
                  <a:lnTo>
                    <a:pt x="2080318" y="1081962"/>
                  </a:lnTo>
                  <a:lnTo>
                    <a:pt x="2083597" y="1081962"/>
                  </a:lnTo>
                  <a:lnTo>
                    <a:pt x="2086876" y="1080323"/>
                  </a:lnTo>
                  <a:lnTo>
                    <a:pt x="2090155" y="1078684"/>
                  </a:lnTo>
                  <a:lnTo>
                    <a:pt x="2095072" y="1078684"/>
                  </a:lnTo>
                  <a:lnTo>
                    <a:pt x="2098351" y="1078684"/>
                  </a:lnTo>
                  <a:lnTo>
                    <a:pt x="2101630" y="1078684"/>
                  </a:lnTo>
                  <a:lnTo>
                    <a:pt x="2106548" y="1077044"/>
                  </a:lnTo>
                  <a:lnTo>
                    <a:pt x="2106548" y="1077044"/>
                  </a:lnTo>
                  <a:lnTo>
                    <a:pt x="2103269" y="1075405"/>
                  </a:lnTo>
                  <a:lnTo>
                    <a:pt x="2098351" y="1075405"/>
                  </a:lnTo>
                  <a:lnTo>
                    <a:pt x="2095072" y="1075405"/>
                  </a:lnTo>
                  <a:lnTo>
                    <a:pt x="2091794" y="1075405"/>
                  </a:lnTo>
                  <a:lnTo>
                    <a:pt x="2086876" y="1077044"/>
                  </a:lnTo>
                  <a:lnTo>
                    <a:pt x="2083597" y="1075405"/>
                  </a:lnTo>
                  <a:lnTo>
                    <a:pt x="2080318" y="1073765"/>
                  </a:lnTo>
                  <a:lnTo>
                    <a:pt x="2077040" y="1075405"/>
                  </a:lnTo>
                  <a:lnTo>
                    <a:pt x="2072122" y="1075405"/>
                  </a:lnTo>
                  <a:lnTo>
                    <a:pt x="2068843" y="1075405"/>
                  </a:lnTo>
                  <a:lnTo>
                    <a:pt x="2065564" y="1073765"/>
                  </a:lnTo>
                  <a:lnTo>
                    <a:pt x="2060646" y="1075405"/>
                  </a:lnTo>
                  <a:lnTo>
                    <a:pt x="2057368" y="1078684"/>
                  </a:lnTo>
                  <a:lnTo>
                    <a:pt x="2057368" y="1078684"/>
                  </a:lnTo>
                  <a:lnTo>
                    <a:pt x="2052450" y="1077044"/>
                  </a:lnTo>
                  <a:lnTo>
                    <a:pt x="2054089" y="1073765"/>
                  </a:lnTo>
                  <a:lnTo>
                    <a:pt x="2057368" y="1072126"/>
                  </a:lnTo>
                  <a:lnTo>
                    <a:pt x="2062286" y="1068848"/>
                  </a:lnTo>
                  <a:lnTo>
                    <a:pt x="2065564" y="1067208"/>
                  </a:lnTo>
                  <a:lnTo>
                    <a:pt x="2068843" y="1065569"/>
                  </a:lnTo>
                  <a:lnTo>
                    <a:pt x="2072122" y="1062290"/>
                  </a:lnTo>
                  <a:lnTo>
                    <a:pt x="2077040" y="1059012"/>
                  </a:lnTo>
                  <a:lnTo>
                    <a:pt x="2080318" y="1055733"/>
                  </a:lnTo>
                  <a:lnTo>
                    <a:pt x="2081958" y="1055733"/>
                  </a:lnTo>
                  <a:lnTo>
                    <a:pt x="2078679" y="1055733"/>
                  </a:lnTo>
                  <a:lnTo>
                    <a:pt x="2075400" y="1059012"/>
                  </a:lnTo>
                  <a:lnTo>
                    <a:pt x="2073761" y="1055733"/>
                  </a:lnTo>
                  <a:lnTo>
                    <a:pt x="2072122" y="1050815"/>
                  </a:lnTo>
                  <a:lnTo>
                    <a:pt x="2070482" y="1047536"/>
                  </a:lnTo>
                  <a:lnTo>
                    <a:pt x="2070482" y="1050815"/>
                  </a:lnTo>
                  <a:lnTo>
                    <a:pt x="2072122" y="1055733"/>
                  </a:lnTo>
                  <a:lnTo>
                    <a:pt x="2068843" y="1059012"/>
                  </a:lnTo>
                  <a:lnTo>
                    <a:pt x="2063925" y="1062290"/>
                  </a:lnTo>
                  <a:lnTo>
                    <a:pt x="2060646" y="1065569"/>
                  </a:lnTo>
                  <a:lnTo>
                    <a:pt x="2057368" y="1065569"/>
                  </a:lnTo>
                  <a:lnTo>
                    <a:pt x="2054089" y="1067208"/>
                  </a:lnTo>
                  <a:lnTo>
                    <a:pt x="2049171" y="1068848"/>
                  </a:lnTo>
                  <a:lnTo>
                    <a:pt x="2045892" y="1070487"/>
                  </a:lnTo>
                  <a:lnTo>
                    <a:pt x="2042614" y="1072126"/>
                  </a:lnTo>
                  <a:lnTo>
                    <a:pt x="2039335" y="1073765"/>
                  </a:lnTo>
                  <a:lnTo>
                    <a:pt x="2034417" y="1075405"/>
                  </a:lnTo>
                  <a:lnTo>
                    <a:pt x="2031138" y="1077044"/>
                  </a:lnTo>
                  <a:lnTo>
                    <a:pt x="2027860" y="1078684"/>
                  </a:lnTo>
                  <a:lnTo>
                    <a:pt x="2022942" y="1080323"/>
                  </a:lnTo>
                  <a:lnTo>
                    <a:pt x="2019663" y="1080323"/>
                  </a:lnTo>
                  <a:lnTo>
                    <a:pt x="2016384" y="1083602"/>
                  </a:lnTo>
                  <a:lnTo>
                    <a:pt x="2013105" y="1080323"/>
                  </a:lnTo>
                  <a:lnTo>
                    <a:pt x="2011466" y="1080323"/>
                  </a:lnTo>
                  <a:lnTo>
                    <a:pt x="2014745" y="1075405"/>
                  </a:lnTo>
                  <a:lnTo>
                    <a:pt x="2016384" y="1072126"/>
                  </a:lnTo>
                  <a:lnTo>
                    <a:pt x="2013105" y="1075405"/>
                  </a:lnTo>
                  <a:lnTo>
                    <a:pt x="2009827" y="1077044"/>
                  </a:lnTo>
                  <a:lnTo>
                    <a:pt x="2008188" y="1077044"/>
                  </a:lnTo>
                  <a:lnTo>
                    <a:pt x="2009827" y="1081962"/>
                  </a:lnTo>
                  <a:lnTo>
                    <a:pt x="2006548" y="1083602"/>
                  </a:lnTo>
                  <a:lnTo>
                    <a:pt x="2003270" y="1083602"/>
                  </a:lnTo>
                  <a:lnTo>
                    <a:pt x="2001630" y="1085241"/>
                  </a:lnTo>
                  <a:lnTo>
                    <a:pt x="1998352" y="1086880"/>
                  </a:lnTo>
                  <a:lnTo>
                    <a:pt x="1993434" y="1085241"/>
                  </a:lnTo>
                  <a:lnTo>
                    <a:pt x="1990155" y="1086880"/>
                  </a:lnTo>
                  <a:lnTo>
                    <a:pt x="1986876" y="1088520"/>
                  </a:lnTo>
                  <a:lnTo>
                    <a:pt x="1983598" y="1090159"/>
                  </a:lnTo>
                  <a:lnTo>
                    <a:pt x="1980319" y="1085241"/>
                  </a:lnTo>
                  <a:lnTo>
                    <a:pt x="1977040" y="1085241"/>
                  </a:lnTo>
                  <a:lnTo>
                    <a:pt x="1973762" y="1086880"/>
                  </a:lnTo>
                  <a:lnTo>
                    <a:pt x="1973762" y="1081962"/>
                  </a:lnTo>
                  <a:lnTo>
                    <a:pt x="1970483" y="1083602"/>
                  </a:lnTo>
                  <a:lnTo>
                    <a:pt x="1970483" y="1083602"/>
                  </a:lnTo>
                  <a:lnTo>
                    <a:pt x="1965565" y="1085241"/>
                  </a:lnTo>
                  <a:lnTo>
                    <a:pt x="1963925" y="1081962"/>
                  </a:lnTo>
                  <a:lnTo>
                    <a:pt x="1963925" y="1078684"/>
                  </a:lnTo>
                  <a:lnTo>
                    <a:pt x="1967204" y="1073765"/>
                  </a:lnTo>
                  <a:lnTo>
                    <a:pt x="1965565" y="1070487"/>
                  </a:lnTo>
                  <a:lnTo>
                    <a:pt x="1970483" y="1067208"/>
                  </a:lnTo>
                  <a:lnTo>
                    <a:pt x="1970483" y="1065569"/>
                  </a:lnTo>
                  <a:lnTo>
                    <a:pt x="1967204" y="1065569"/>
                  </a:lnTo>
                  <a:lnTo>
                    <a:pt x="1963925" y="1065569"/>
                  </a:lnTo>
                  <a:lnTo>
                    <a:pt x="1960647" y="1062290"/>
                  </a:lnTo>
                  <a:lnTo>
                    <a:pt x="1959008" y="1059012"/>
                  </a:lnTo>
                  <a:lnTo>
                    <a:pt x="1962286" y="1055733"/>
                  </a:lnTo>
                  <a:lnTo>
                    <a:pt x="1963925" y="1052454"/>
                  </a:lnTo>
                  <a:lnTo>
                    <a:pt x="1963925" y="1049175"/>
                  </a:lnTo>
                  <a:lnTo>
                    <a:pt x="1965565" y="1044258"/>
                  </a:lnTo>
                  <a:lnTo>
                    <a:pt x="1967204" y="1040979"/>
                  </a:lnTo>
                  <a:lnTo>
                    <a:pt x="1968843" y="1037700"/>
                  </a:lnTo>
                  <a:lnTo>
                    <a:pt x="1970483" y="1032782"/>
                  </a:lnTo>
                  <a:lnTo>
                    <a:pt x="1972122" y="1029503"/>
                  </a:lnTo>
                  <a:lnTo>
                    <a:pt x="1973762" y="1026225"/>
                  </a:lnTo>
                  <a:lnTo>
                    <a:pt x="1973762" y="1021307"/>
                  </a:lnTo>
                  <a:lnTo>
                    <a:pt x="1975401" y="1018028"/>
                  </a:lnTo>
                  <a:lnTo>
                    <a:pt x="1977040" y="1013110"/>
                  </a:lnTo>
                  <a:lnTo>
                    <a:pt x="1978680" y="1009831"/>
                  </a:lnTo>
                  <a:lnTo>
                    <a:pt x="1980319" y="1006553"/>
                  </a:lnTo>
                  <a:lnTo>
                    <a:pt x="1981958" y="1003274"/>
                  </a:lnTo>
                  <a:lnTo>
                    <a:pt x="1980319" y="1001635"/>
                  </a:lnTo>
                  <a:lnTo>
                    <a:pt x="1977040" y="998356"/>
                  </a:lnTo>
                  <a:lnTo>
                    <a:pt x="1977040" y="995077"/>
                  </a:lnTo>
                  <a:lnTo>
                    <a:pt x="1972122" y="991799"/>
                  </a:lnTo>
                  <a:lnTo>
                    <a:pt x="1968843" y="990159"/>
                  </a:lnTo>
                  <a:lnTo>
                    <a:pt x="1965565" y="993438"/>
                  </a:lnTo>
                  <a:lnTo>
                    <a:pt x="1960647" y="991799"/>
                  </a:lnTo>
                  <a:lnTo>
                    <a:pt x="1957368" y="993438"/>
                  </a:lnTo>
                  <a:lnTo>
                    <a:pt x="1954090" y="995077"/>
                  </a:lnTo>
                  <a:lnTo>
                    <a:pt x="1950811" y="996717"/>
                  </a:lnTo>
                  <a:lnTo>
                    <a:pt x="1945893" y="996717"/>
                  </a:lnTo>
                  <a:lnTo>
                    <a:pt x="1945893" y="996717"/>
                  </a:lnTo>
                  <a:lnTo>
                    <a:pt x="1942614" y="993438"/>
                  </a:lnTo>
                  <a:lnTo>
                    <a:pt x="1944253" y="990159"/>
                  </a:lnTo>
                  <a:lnTo>
                    <a:pt x="1942614" y="985241"/>
                  </a:lnTo>
                  <a:lnTo>
                    <a:pt x="1939335" y="985241"/>
                  </a:lnTo>
                  <a:lnTo>
                    <a:pt x="1939335" y="985241"/>
                  </a:lnTo>
                  <a:lnTo>
                    <a:pt x="1934418" y="988520"/>
                  </a:lnTo>
                  <a:lnTo>
                    <a:pt x="1931139" y="991799"/>
                  </a:lnTo>
                  <a:lnTo>
                    <a:pt x="1926221" y="995077"/>
                  </a:lnTo>
                  <a:lnTo>
                    <a:pt x="1922942" y="998356"/>
                  </a:lnTo>
                  <a:lnTo>
                    <a:pt x="1919663" y="1001635"/>
                  </a:lnTo>
                  <a:lnTo>
                    <a:pt x="1914745" y="1004913"/>
                  </a:lnTo>
                  <a:lnTo>
                    <a:pt x="1911467" y="1008192"/>
                  </a:lnTo>
                  <a:lnTo>
                    <a:pt x="1908188" y="1011471"/>
                  </a:lnTo>
                  <a:lnTo>
                    <a:pt x="1903270" y="1014749"/>
                  </a:lnTo>
                  <a:lnTo>
                    <a:pt x="1899991" y="1018028"/>
                  </a:lnTo>
                  <a:lnTo>
                    <a:pt x="1899991" y="1018028"/>
                  </a:lnTo>
                  <a:lnTo>
                    <a:pt x="1898352" y="1021307"/>
                  </a:lnTo>
                  <a:lnTo>
                    <a:pt x="1895073" y="1026225"/>
                  </a:lnTo>
                  <a:lnTo>
                    <a:pt x="1893434" y="1029503"/>
                  </a:lnTo>
                  <a:lnTo>
                    <a:pt x="1893434" y="1031143"/>
                  </a:lnTo>
                  <a:lnTo>
                    <a:pt x="1888516" y="1032782"/>
                  </a:lnTo>
                  <a:lnTo>
                    <a:pt x="1885237" y="1036061"/>
                  </a:lnTo>
                  <a:lnTo>
                    <a:pt x="1881959" y="1039340"/>
                  </a:lnTo>
                  <a:lnTo>
                    <a:pt x="1880319" y="1044258"/>
                  </a:lnTo>
                  <a:lnTo>
                    <a:pt x="1880319" y="1044258"/>
                  </a:lnTo>
                  <a:lnTo>
                    <a:pt x="1877041" y="1049175"/>
                  </a:lnTo>
                  <a:lnTo>
                    <a:pt x="1877041" y="1052454"/>
                  </a:lnTo>
                  <a:lnTo>
                    <a:pt x="1873762" y="1055733"/>
                  </a:lnTo>
                  <a:lnTo>
                    <a:pt x="1870483" y="1057372"/>
                  </a:lnTo>
                  <a:lnTo>
                    <a:pt x="1867205" y="1060651"/>
                  </a:lnTo>
                  <a:lnTo>
                    <a:pt x="1863926" y="1062290"/>
                  </a:lnTo>
                  <a:lnTo>
                    <a:pt x="1860647" y="1065569"/>
                  </a:lnTo>
                  <a:lnTo>
                    <a:pt x="1855729" y="1068848"/>
                  </a:lnTo>
                  <a:lnTo>
                    <a:pt x="1854090" y="1070487"/>
                  </a:lnTo>
                  <a:lnTo>
                    <a:pt x="1852451" y="1073765"/>
                  </a:lnTo>
                  <a:lnTo>
                    <a:pt x="1849172" y="1073765"/>
                  </a:lnTo>
                  <a:lnTo>
                    <a:pt x="1847533" y="1077044"/>
                  </a:lnTo>
                  <a:lnTo>
                    <a:pt x="1844254" y="1080323"/>
                  </a:lnTo>
                  <a:lnTo>
                    <a:pt x="1842615" y="1077044"/>
                  </a:lnTo>
                  <a:lnTo>
                    <a:pt x="1839336" y="1078684"/>
                  </a:lnTo>
                  <a:lnTo>
                    <a:pt x="1837697" y="1080323"/>
                  </a:lnTo>
                  <a:lnTo>
                    <a:pt x="1832778" y="1080323"/>
                  </a:lnTo>
                  <a:lnTo>
                    <a:pt x="1829500" y="1080323"/>
                  </a:lnTo>
                  <a:lnTo>
                    <a:pt x="1826221" y="1083602"/>
                  </a:lnTo>
                  <a:lnTo>
                    <a:pt x="1822943" y="1086880"/>
                  </a:lnTo>
                  <a:lnTo>
                    <a:pt x="1819664" y="1091798"/>
                  </a:lnTo>
                  <a:lnTo>
                    <a:pt x="1818025" y="1091798"/>
                  </a:lnTo>
                  <a:lnTo>
                    <a:pt x="1814746" y="1091798"/>
                  </a:lnTo>
                  <a:lnTo>
                    <a:pt x="1809828" y="1091798"/>
                  </a:lnTo>
                  <a:lnTo>
                    <a:pt x="1806549" y="1091798"/>
                  </a:lnTo>
                  <a:lnTo>
                    <a:pt x="1803271" y="1091798"/>
                  </a:lnTo>
                  <a:lnTo>
                    <a:pt x="1798353" y="1091798"/>
                  </a:lnTo>
                  <a:lnTo>
                    <a:pt x="1795074" y="1091798"/>
                  </a:lnTo>
                  <a:lnTo>
                    <a:pt x="1793434" y="1091798"/>
                  </a:lnTo>
                  <a:lnTo>
                    <a:pt x="1790156" y="1091798"/>
                  </a:lnTo>
                  <a:lnTo>
                    <a:pt x="1786877" y="1091798"/>
                  </a:lnTo>
                  <a:lnTo>
                    <a:pt x="1783598" y="1091798"/>
                  </a:lnTo>
                  <a:lnTo>
                    <a:pt x="1780320" y="1091798"/>
                  </a:lnTo>
                  <a:lnTo>
                    <a:pt x="1775402" y="1091798"/>
                  </a:lnTo>
                  <a:lnTo>
                    <a:pt x="1772123" y="1091798"/>
                  </a:lnTo>
                  <a:lnTo>
                    <a:pt x="1768844" y="1091798"/>
                  </a:lnTo>
                  <a:lnTo>
                    <a:pt x="1763926" y="1091798"/>
                  </a:lnTo>
                  <a:lnTo>
                    <a:pt x="1763926" y="1091798"/>
                  </a:lnTo>
                  <a:lnTo>
                    <a:pt x="1760648" y="1091798"/>
                  </a:lnTo>
                  <a:lnTo>
                    <a:pt x="1760648" y="1091798"/>
                  </a:lnTo>
                  <a:lnTo>
                    <a:pt x="1755730" y="1091798"/>
                  </a:lnTo>
                  <a:lnTo>
                    <a:pt x="1755730" y="1091798"/>
                  </a:lnTo>
                  <a:lnTo>
                    <a:pt x="1754090" y="1091798"/>
                  </a:lnTo>
                  <a:lnTo>
                    <a:pt x="1752451" y="1091798"/>
                  </a:lnTo>
                  <a:lnTo>
                    <a:pt x="1747533" y="1091798"/>
                  </a:lnTo>
                  <a:lnTo>
                    <a:pt x="1744254" y="1091798"/>
                  </a:lnTo>
                  <a:lnTo>
                    <a:pt x="1739336" y="1091798"/>
                  </a:lnTo>
                  <a:lnTo>
                    <a:pt x="1736058" y="1091798"/>
                  </a:lnTo>
                  <a:lnTo>
                    <a:pt x="1736058" y="1091798"/>
                  </a:lnTo>
                  <a:lnTo>
                    <a:pt x="1731140" y="1091798"/>
                  </a:lnTo>
                  <a:lnTo>
                    <a:pt x="1727861" y="1091798"/>
                  </a:lnTo>
                  <a:lnTo>
                    <a:pt x="1722943" y="1091798"/>
                  </a:lnTo>
                  <a:lnTo>
                    <a:pt x="1719664" y="1091798"/>
                  </a:lnTo>
                  <a:lnTo>
                    <a:pt x="1716386" y="1091798"/>
                  </a:lnTo>
                  <a:lnTo>
                    <a:pt x="1714746" y="1091798"/>
                  </a:lnTo>
                  <a:lnTo>
                    <a:pt x="1709828" y="1091798"/>
                  </a:lnTo>
                  <a:lnTo>
                    <a:pt x="1709828" y="1091798"/>
                  </a:lnTo>
                  <a:lnTo>
                    <a:pt x="1704910" y="1091798"/>
                  </a:lnTo>
                  <a:lnTo>
                    <a:pt x="1701632" y="1091798"/>
                  </a:lnTo>
                  <a:lnTo>
                    <a:pt x="1698353" y="1093438"/>
                  </a:lnTo>
                  <a:lnTo>
                    <a:pt x="1695074" y="1095077"/>
                  </a:lnTo>
                  <a:lnTo>
                    <a:pt x="1691796" y="1095077"/>
                  </a:lnTo>
                  <a:lnTo>
                    <a:pt x="1688517" y="1098356"/>
                  </a:lnTo>
                  <a:lnTo>
                    <a:pt x="1685238" y="1098356"/>
                  </a:lnTo>
                  <a:lnTo>
                    <a:pt x="1680320" y="1101634"/>
                  </a:lnTo>
                  <a:lnTo>
                    <a:pt x="1677041" y="1103274"/>
                  </a:lnTo>
                  <a:lnTo>
                    <a:pt x="1672124" y="1106552"/>
                  </a:lnTo>
                  <a:lnTo>
                    <a:pt x="1668845" y="1108192"/>
                  </a:lnTo>
                  <a:lnTo>
                    <a:pt x="1665566" y="1111470"/>
                  </a:lnTo>
                  <a:lnTo>
                    <a:pt x="1662288" y="1113110"/>
                  </a:lnTo>
                  <a:lnTo>
                    <a:pt x="1660648" y="1113110"/>
                  </a:lnTo>
                  <a:lnTo>
                    <a:pt x="1657369" y="1116388"/>
                  </a:lnTo>
                  <a:lnTo>
                    <a:pt x="1654091" y="1118028"/>
                  </a:lnTo>
                  <a:lnTo>
                    <a:pt x="1649173" y="1119667"/>
                  </a:lnTo>
                  <a:lnTo>
                    <a:pt x="1645894" y="1121306"/>
                  </a:lnTo>
                  <a:lnTo>
                    <a:pt x="1642616" y="1121306"/>
                  </a:lnTo>
                  <a:lnTo>
                    <a:pt x="1637697" y="1122946"/>
                  </a:lnTo>
                  <a:lnTo>
                    <a:pt x="1634419" y="1124585"/>
                  </a:lnTo>
                  <a:lnTo>
                    <a:pt x="1631140" y="1126224"/>
                  </a:lnTo>
                  <a:lnTo>
                    <a:pt x="1626222" y="1126224"/>
                  </a:lnTo>
                  <a:lnTo>
                    <a:pt x="1622944" y="1126224"/>
                  </a:lnTo>
                  <a:lnTo>
                    <a:pt x="1619665" y="1127864"/>
                  </a:lnTo>
                  <a:lnTo>
                    <a:pt x="1616386" y="1131142"/>
                  </a:lnTo>
                  <a:lnTo>
                    <a:pt x="1611468" y="1131142"/>
                  </a:lnTo>
                  <a:lnTo>
                    <a:pt x="1616386" y="1127864"/>
                  </a:lnTo>
                  <a:lnTo>
                    <a:pt x="1611468" y="1126224"/>
                  </a:lnTo>
                  <a:lnTo>
                    <a:pt x="1608189" y="1127864"/>
                  </a:lnTo>
                  <a:lnTo>
                    <a:pt x="1604911" y="1127864"/>
                  </a:lnTo>
                  <a:lnTo>
                    <a:pt x="1599993" y="1127864"/>
                  </a:lnTo>
                  <a:lnTo>
                    <a:pt x="1596714" y="1129503"/>
                  </a:lnTo>
                  <a:lnTo>
                    <a:pt x="1593435" y="1131142"/>
                  </a:lnTo>
                  <a:lnTo>
                    <a:pt x="1595075" y="1131142"/>
                  </a:lnTo>
                  <a:lnTo>
                    <a:pt x="1599993" y="1129503"/>
                  </a:lnTo>
                  <a:lnTo>
                    <a:pt x="1603271" y="1129503"/>
                  </a:lnTo>
                  <a:lnTo>
                    <a:pt x="1606550" y="1129503"/>
                  </a:lnTo>
                  <a:lnTo>
                    <a:pt x="1609829" y="1129503"/>
                  </a:lnTo>
                  <a:lnTo>
                    <a:pt x="1609829" y="1132782"/>
                  </a:lnTo>
                  <a:lnTo>
                    <a:pt x="1614747" y="1132782"/>
                  </a:lnTo>
                  <a:lnTo>
                    <a:pt x="1618025" y="1131142"/>
                  </a:lnTo>
                  <a:lnTo>
                    <a:pt x="1614747" y="1134421"/>
                  </a:lnTo>
                  <a:lnTo>
                    <a:pt x="1609829" y="1137700"/>
                  </a:lnTo>
                  <a:lnTo>
                    <a:pt x="1614747" y="1137700"/>
                  </a:lnTo>
                  <a:lnTo>
                    <a:pt x="1609829" y="1139339"/>
                  </a:lnTo>
                  <a:lnTo>
                    <a:pt x="1606550" y="1140978"/>
                  </a:lnTo>
                  <a:lnTo>
                    <a:pt x="1603271" y="1140978"/>
                  </a:lnTo>
                  <a:lnTo>
                    <a:pt x="1603271" y="1137700"/>
                  </a:lnTo>
                  <a:lnTo>
                    <a:pt x="1599993" y="1137700"/>
                  </a:lnTo>
                  <a:lnTo>
                    <a:pt x="1595075" y="1137700"/>
                  </a:lnTo>
                  <a:lnTo>
                    <a:pt x="1591796" y="1134421"/>
                  </a:lnTo>
                  <a:lnTo>
                    <a:pt x="1588517" y="1134421"/>
                  </a:lnTo>
                  <a:lnTo>
                    <a:pt x="1583599" y="1134421"/>
                  </a:lnTo>
                  <a:lnTo>
                    <a:pt x="1580321" y="1136060"/>
                  </a:lnTo>
                  <a:lnTo>
                    <a:pt x="1577042" y="1136060"/>
                  </a:lnTo>
                  <a:lnTo>
                    <a:pt x="1573763" y="1136060"/>
                  </a:lnTo>
                  <a:lnTo>
                    <a:pt x="1568845" y="1137700"/>
                  </a:lnTo>
                  <a:lnTo>
                    <a:pt x="1565567" y="1137700"/>
                  </a:lnTo>
                  <a:lnTo>
                    <a:pt x="1562288" y="1137700"/>
                  </a:lnTo>
                  <a:lnTo>
                    <a:pt x="1557370" y="1139339"/>
                  </a:lnTo>
                  <a:lnTo>
                    <a:pt x="1554091" y="1139339"/>
                  </a:lnTo>
                  <a:lnTo>
                    <a:pt x="1550813" y="1140978"/>
                  </a:lnTo>
                  <a:lnTo>
                    <a:pt x="1545895" y="1140978"/>
                  </a:lnTo>
                  <a:lnTo>
                    <a:pt x="1542616" y="1140978"/>
                  </a:lnTo>
                  <a:lnTo>
                    <a:pt x="1539337" y="1142618"/>
                  </a:lnTo>
                  <a:lnTo>
                    <a:pt x="1534419" y="1142618"/>
                  </a:lnTo>
                  <a:lnTo>
                    <a:pt x="1531141" y="1145896"/>
                  </a:lnTo>
                  <a:lnTo>
                    <a:pt x="1527862" y="1147536"/>
                  </a:lnTo>
                  <a:lnTo>
                    <a:pt x="1522944" y="1149175"/>
                  </a:lnTo>
                  <a:lnTo>
                    <a:pt x="1519665" y="1150814"/>
                  </a:lnTo>
                  <a:lnTo>
                    <a:pt x="1516387" y="1152454"/>
                  </a:lnTo>
                  <a:lnTo>
                    <a:pt x="1513108" y="1155732"/>
                  </a:lnTo>
                  <a:lnTo>
                    <a:pt x="1509829" y="1159011"/>
                  </a:lnTo>
                  <a:lnTo>
                    <a:pt x="1506551" y="1162290"/>
                  </a:lnTo>
                  <a:lnTo>
                    <a:pt x="1501632" y="1163929"/>
                  </a:lnTo>
                  <a:lnTo>
                    <a:pt x="1503272" y="1168847"/>
                  </a:lnTo>
                  <a:lnTo>
                    <a:pt x="1506551" y="1170486"/>
                  </a:lnTo>
                  <a:lnTo>
                    <a:pt x="1511469" y="1170486"/>
                  </a:lnTo>
                  <a:lnTo>
                    <a:pt x="1514747" y="1170486"/>
                  </a:lnTo>
                  <a:lnTo>
                    <a:pt x="1518026" y="1168847"/>
                  </a:lnTo>
                  <a:lnTo>
                    <a:pt x="1522944" y="1167208"/>
                  </a:lnTo>
                  <a:lnTo>
                    <a:pt x="1526223" y="1167208"/>
                  </a:lnTo>
                  <a:lnTo>
                    <a:pt x="1524583" y="1170486"/>
                  </a:lnTo>
                  <a:lnTo>
                    <a:pt x="1522944" y="1173765"/>
                  </a:lnTo>
                  <a:lnTo>
                    <a:pt x="1522944" y="1175405"/>
                  </a:lnTo>
                  <a:lnTo>
                    <a:pt x="1521304" y="1175405"/>
                  </a:lnTo>
                  <a:lnTo>
                    <a:pt x="1521304" y="1178683"/>
                  </a:lnTo>
                  <a:lnTo>
                    <a:pt x="1524583" y="1183601"/>
                  </a:lnTo>
                  <a:lnTo>
                    <a:pt x="1522944" y="1183601"/>
                  </a:lnTo>
                  <a:lnTo>
                    <a:pt x="1519665" y="1183601"/>
                  </a:lnTo>
                  <a:lnTo>
                    <a:pt x="1516387" y="1185240"/>
                  </a:lnTo>
                  <a:lnTo>
                    <a:pt x="1511469" y="1183601"/>
                  </a:lnTo>
                  <a:lnTo>
                    <a:pt x="1508190" y="1185240"/>
                  </a:lnTo>
                  <a:lnTo>
                    <a:pt x="1504911" y="1185240"/>
                  </a:lnTo>
                  <a:lnTo>
                    <a:pt x="1501632" y="1185240"/>
                  </a:lnTo>
                  <a:lnTo>
                    <a:pt x="1499993" y="1185240"/>
                  </a:lnTo>
                  <a:lnTo>
                    <a:pt x="1496714" y="1185240"/>
                  </a:lnTo>
                  <a:lnTo>
                    <a:pt x="1491797" y="1186880"/>
                  </a:lnTo>
                  <a:lnTo>
                    <a:pt x="1488518" y="1186880"/>
                  </a:lnTo>
                  <a:lnTo>
                    <a:pt x="1485239" y="1186880"/>
                  </a:lnTo>
                  <a:lnTo>
                    <a:pt x="1481960" y="1188519"/>
                  </a:lnTo>
                  <a:lnTo>
                    <a:pt x="1478682" y="1188519"/>
                  </a:lnTo>
                  <a:lnTo>
                    <a:pt x="1473764" y="1190158"/>
                  </a:lnTo>
                  <a:lnTo>
                    <a:pt x="1470485" y="1193437"/>
                  </a:lnTo>
                  <a:lnTo>
                    <a:pt x="1467207" y="1196716"/>
                  </a:lnTo>
                  <a:lnTo>
                    <a:pt x="1470485" y="1196716"/>
                  </a:lnTo>
                  <a:lnTo>
                    <a:pt x="1475403" y="1198355"/>
                  </a:lnTo>
                  <a:lnTo>
                    <a:pt x="1478682" y="1198355"/>
                  </a:lnTo>
                  <a:lnTo>
                    <a:pt x="1475403" y="1198355"/>
                  </a:lnTo>
                  <a:lnTo>
                    <a:pt x="1470485" y="1198355"/>
                  </a:lnTo>
                  <a:lnTo>
                    <a:pt x="1467207" y="1196716"/>
                  </a:lnTo>
                  <a:lnTo>
                    <a:pt x="1463928" y="1196716"/>
                  </a:lnTo>
                  <a:lnTo>
                    <a:pt x="1459010" y="1196716"/>
                  </a:lnTo>
                  <a:lnTo>
                    <a:pt x="1455731" y="1195077"/>
                  </a:lnTo>
                  <a:lnTo>
                    <a:pt x="1452452" y="1193437"/>
                  </a:lnTo>
                  <a:lnTo>
                    <a:pt x="1447534" y="1193437"/>
                  </a:lnTo>
                  <a:lnTo>
                    <a:pt x="1444256" y="1193437"/>
                  </a:lnTo>
                  <a:lnTo>
                    <a:pt x="1440977" y="1193437"/>
                  </a:lnTo>
                  <a:lnTo>
                    <a:pt x="1436059" y="1193437"/>
                  </a:lnTo>
                  <a:lnTo>
                    <a:pt x="1432780" y="1195077"/>
                  </a:lnTo>
                  <a:lnTo>
                    <a:pt x="1429502" y="1196716"/>
                  </a:lnTo>
                  <a:lnTo>
                    <a:pt x="1426223" y="1198355"/>
                  </a:lnTo>
                  <a:lnTo>
                    <a:pt x="1421305" y="1201634"/>
                  </a:lnTo>
                  <a:lnTo>
                    <a:pt x="1418026" y="1203273"/>
                  </a:lnTo>
                  <a:lnTo>
                    <a:pt x="1414748" y="1204912"/>
                  </a:lnTo>
                  <a:lnTo>
                    <a:pt x="1409830" y="1208191"/>
                  </a:lnTo>
                  <a:lnTo>
                    <a:pt x="1406551" y="1211470"/>
                  </a:lnTo>
                  <a:lnTo>
                    <a:pt x="1403272" y="1211470"/>
                  </a:lnTo>
                  <a:lnTo>
                    <a:pt x="1399994" y="1213109"/>
                  </a:lnTo>
                  <a:lnTo>
                    <a:pt x="1395076" y="1214749"/>
                  </a:lnTo>
                  <a:lnTo>
                    <a:pt x="1391797" y="1216388"/>
                  </a:lnTo>
                  <a:lnTo>
                    <a:pt x="1388518" y="1218027"/>
                  </a:lnTo>
                  <a:lnTo>
                    <a:pt x="1385240" y="1221306"/>
                  </a:lnTo>
                  <a:lnTo>
                    <a:pt x="1380322" y="1224585"/>
                  </a:lnTo>
                  <a:lnTo>
                    <a:pt x="1377043" y="1221306"/>
                  </a:lnTo>
                  <a:lnTo>
                    <a:pt x="1373764" y="1221306"/>
                  </a:lnTo>
                  <a:lnTo>
                    <a:pt x="1370486" y="1222945"/>
                  </a:lnTo>
                  <a:lnTo>
                    <a:pt x="1365567" y="1221306"/>
                  </a:lnTo>
                  <a:lnTo>
                    <a:pt x="1362289" y="1219667"/>
                  </a:lnTo>
                  <a:lnTo>
                    <a:pt x="1363928" y="1216388"/>
                  </a:lnTo>
                  <a:lnTo>
                    <a:pt x="1365567" y="1213109"/>
                  </a:lnTo>
                  <a:lnTo>
                    <a:pt x="1368846" y="1208191"/>
                  </a:lnTo>
                  <a:lnTo>
                    <a:pt x="1368846" y="1208191"/>
                  </a:lnTo>
                  <a:lnTo>
                    <a:pt x="1372125" y="1208191"/>
                  </a:lnTo>
                  <a:lnTo>
                    <a:pt x="1377043" y="1208191"/>
                  </a:lnTo>
                  <a:lnTo>
                    <a:pt x="1380322" y="1209830"/>
                  </a:lnTo>
                  <a:lnTo>
                    <a:pt x="1385240" y="1209830"/>
                  </a:lnTo>
                  <a:lnTo>
                    <a:pt x="1388518" y="1208191"/>
                  </a:lnTo>
                  <a:lnTo>
                    <a:pt x="1391797" y="1206552"/>
                  </a:lnTo>
                  <a:lnTo>
                    <a:pt x="1393436" y="1204912"/>
                  </a:lnTo>
                  <a:lnTo>
                    <a:pt x="1393436" y="1201634"/>
                  </a:lnTo>
                  <a:lnTo>
                    <a:pt x="1388518" y="1199995"/>
                  </a:lnTo>
                  <a:lnTo>
                    <a:pt x="1386879" y="1198355"/>
                  </a:lnTo>
                  <a:lnTo>
                    <a:pt x="1390158" y="1198355"/>
                  </a:lnTo>
                  <a:lnTo>
                    <a:pt x="1393436" y="1195077"/>
                  </a:lnTo>
                  <a:lnTo>
                    <a:pt x="1395076" y="1191798"/>
                  </a:lnTo>
                  <a:lnTo>
                    <a:pt x="1398354" y="1186880"/>
                  </a:lnTo>
                  <a:lnTo>
                    <a:pt x="1399994" y="1183601"/>
                  </a:lnTo>
                  <a:lnTo>
                    <a:pt x="1403272" y="1180322"/>
                  </a:lnTo>
                  <a:lnTo>
                    <a:pt x="1404912" y="1178683"/>
                  </a:lnTo>
                  <a:lnTo>
                    <a:pt x="1408190" y="1177044"/>
                  </a:lnTo>
                  <a:lnTo>
                    <a:pt x="1411469" y="1175405"/>
                  </a:lnTo>
                  <a:lnTo>
                    <a:pt x="1414748" y="1175405"/>
                  </a:lnTo>
                  <a:lnTo>
                    <a:pt x="1419666" y="1172126"/>
                  </a:lnTo>
                  <a:lnTo>
                    <a:pt x="1422944" y="1168847"/>
                  </a:lnTo>
                  <a:lnTo>
                    <a:pt x="1426223" y="1168847"/>
                  </a:lnTo>
                  <a:lnTo>
                    <a:pt x="1431141" y="1165568"/>
                  </a:lnTo>
                  <a:lnTo>
                    <a:pt x="1434420" y="1163929"/>
                  </a:lnTo>
                  <a:lnTo>
                    <a:pt x="1436059" y="1159011"/>
                  </a:lnTo>
                  <a:lnTo>
                    <a:pt x="1439338" y="1155732"/>
                  </a:lnTo>
                  <a:lnTo>
                    <a:pt x="1439338" y="1152454"/>
                  </a:lnTo>
                  <a:lnTo>
                    <a:pt x="1440977" y="1147536"/>
                  </a:lnTo>
                  <a:lnTo>
                    <a:pt x="1442617" y="1144257"/>
                  </a:lnTo>
                  <a:lnTo>
                    <a:pt x="1444256" y="1140978"/>
                  </a:lnTo>
                  <a:lnTo>
                    <a:pt x="1445895" y="1137700"/>
                  </a:lnTo>
                  <a:lnTo>
                    <a:pt x="1447534" y="1132782"/>
                  </a:lnTo>
                  <a:lnTo>
                    <a:pt x="1450813" y="1129503"/>
                  </a:lnTo>
                  <a:lnTo>
                    <a:pt x="1454092" y="1126224"/>
                  </a:lnTo>
                  <a:lnTo>
                    <a:pt x="1457370" y="1121306"/>
                  </a:lnTo>
                  <a:lnTo>
                    <a:pt x="1460649" y="1119667"/>
                  </a:lnTo>
                  <a:lnTo>
                    <a:pt x="1463928" y="1116388"/>
                  </a:lnTo>
                  <a:lnTo>
                    <a:pt x="1468846" y="1113110"/>
                  </a:lnTo>
                  <a:lnTo>
                    <a:pt x="1472124" y="1109831"/>
                  </a:lnTo>
                  <a:lnTo>
                    <a:pt x="1475403" y="1106552"/>
                  </a:lnTo>
                  <a:lnTo>
                    <a:pt x="1477042" y="1103274"/>
                  </a:lnTo>
                  <a:lnTo>
                    <a:pt x="1477042" y="1098356"/>
                  </a:lnTo>
                  <a:lnTo>
                    <a:pt x="1477042" y="1095077"/>
                  </a:lnTo>
                  <a:lnTo>
                    <a:pt x="1475403" y="1091798"/>
                  </a:lnTo>
                  <a:lnTo>
                    <a:pt x="1475403" y="1088520"/>
                  </a:lnTo>
                  <a:lnTo>
                    <a:pt x="1473764" y="1083602"/>
                  </a:lnTo>
                  <a:lnTo>
                    <a:pt x="1472124" y="1080323"/>
                  </a:lnTo>
                  <a:lnTo>
                    <a:pt x="1475403" y="1080323"/>
                  </a:lnTo>
                  <a:lnTo>
                    <a:pt x="1478682" y="1081962"/>
                  </a:lnTo>
                  <a:lnTo>
                    <a:pt x="1481960" y="1083602"/>
                  </a:lnTo>
                  <a:lnTo>
                    <a:pt x="1483600" y="1088520"/>
                  </a:lnTo>
                  <a:lnTo>
                    <a:pt x="1481960" y="1091798"/>
                  </a:lnTo>
                  <a:lnTo>
                    <a:pt x="1481960" y="1091798"/>
                  </a:lnTo>
                  <a:lnTo>
                    <a:pt x="1483600" y="1091798"/>
                  </a:lnTo>
                  <a:lnTo>
                    <a:pt x="1485239" y="1095077"/>
                  </a:lnTo>
                  <a:lnTo>
                    <a:pt x="1488518" y="1095077"/>
                  </a:lnTo>
                  <a:lnTo>
                    <a:pt x="1486879" y="1098356"/>
                  </a:lnTo>
                  <a:lnTo>
                    <a:pt x="1483600" y="1101634"/>
                  </a:lnTo>
                  <a:lnTo>
                    <a:pt x="1486879" y="1099995"/>
                  </a:lnTo>
                  <a:lnTo>
                    <a:pt x="1490157" y="1101634"/>
                  </a:lnTo>
                  <a:lnTo>
                    <a:pt x="1488518" y="1104913"/>
                  </a:lnTo>
                  <a:lnTo>
                    <a:pt x="1486879" y="1108192"/>
                  </a:lnTo>
                  <a:lnTo>
                    <a:pt x="1490157" y="1104913"/>
                  </a:lnTo>
                  <a:lnTo>
                    <a:pt x="1493436" y="1104913"/>
                  </a:lnTo>
                  <a:lnTo>
                    <a:pt x="1498354" y="1104913"/>
                  </a:lnTo>
                  <a:lnTo>
                    <a:pt x="1498354" y="1109831"/>
                  </a:lnTo>
                  <a:lnTo>
                    <a:pt x="1501632" y="1111470"/>
                  </a:lnTo>
                  <a:lnTo>
                    <a:pt x="1504911" y="1113110"/>
                  </a:lnTo>
                  <a:lnTo>
                    <a:pt x="1509829" y="1113110"/>
                  </a:lnTo>
                  <a:lnTo>
                    <a:pt x="1513108" y="1114749"/>
                  </a:lnTo>
                  <a:lnTo>
                    <a:pt x="1516387" y="1111470"/>
                  </a:lnTo>
                  <a:lnTo>
                    <a:pt x="1518026" y="1109831"/>
                  </a:lnTo>
                  <a:lnTo>
                    <a:pt x="1518026" y="1106552"/>
                  </a:lnTo>
                  <a:lnTo>
                    <a:pt x="1519665" y="1104913"/>
                  </a:lnTo>
                  <a:lnTo>
                    <a:pt x="1518026" y="1103274"/>
                  </a:lnTo>
                  <a:lnTo>
                    <a:pt x="1519665" y="1099995"/>
                  </a:lnTo>
                  <a:lnTo>
                    <a:pt x="1522944" y="1098356"/>
                  </a:lnTo>
                  <a:lnTo>
                    <a:pt x="1524583" y="1098356"/>
                  </a:lnTo>
                  <a:lnTo>
                    <a:pt x="1527862" y="1101634"/>
                  </a:lnTo>
                  <a:lnTo>
                    <a:pt x="1531141" y="1101634"/>
                  </a:lnTo>
                  <a:lnTo>
                    <a:pt x="1532780" y="1096716"/>
                  </a:lnTo>
                  <a:lnTo>
                    <a:pt x="1532780" y="1096716"/>
                  </a:lnTo>
                  <a:lnTo>
                    <a:pt x="1529501" y="1099995"/>
                  </a:lnTo>
                  <a:lnTo>
                    <a:pt x="1529501" y="1095077"/>
                  </a:lnTo>
                  <a:lnTo>
                    <a:pt x="1527862" y="1091798"/>
                  </a:lnTo>
                  <a:lnTo>
                    <a:pt x="1526223" y="1090159"/>
                  </a:lnTo>
                  <a:lnTo>
                    <a:pt x="1526223" y="1090159"/>
                  </a:lnTo>
                  <a:lnTo>
                    <a:pt x="1526223" y="1090159"/>
                  </a:lnTo>
                  <a:lnTo>
                    <a:pt x="1524583" y="1086880"/>
                  </a:lnTo>
                  <a:lnTo>
                    <a:pt x="1527862" y="1086880"/>
                  </a:lnTo>
                  <a:lnTo>
                    <a:pt x="1527862" y="1085241"/>
                  </a:lnTo>
                  <a:lnTo>
                    <a:pt x="1527862" y="1083602"/>
                  </a:lnTo>
                  <a:lnTo>
                    <a:pt x="1526223" y="1080323"/>
                  </a:lnTo>
                  <a:lnTo>
                    <a:pt x="1529501" y="1078684"/>
                  </a:lnTo>
                  <a:lnTo>
                    <a:pt x="1529501" y="1073765"/>
                  </a:lnTo>
                  <a:lnTo>
                    <a:pt x="1526223" y="1077044"/>
                  </a:lnTo>
                  <a:lnTo>
                    <a:pt x="1521304" y="1077044"/>
                  </a:lnTo>
                  <a:lnTo>
                    <a:pt x="1521304" y="1072126"/>
                  </a:lnTo>
                  <a:lnTo>
                    <a:pt x="1522944" y="1068848"/>
                  </a:lnTo>
                  <a:lnTo>
                    <a:pt x="1522944" y="1065569"/>
                  </a:lnTo>
                  <a:lnTo>
                    <a:pt x="1518026" y="1065569"/>
                  </a:lnTo>
                  <a:lnTo>
                    <a:pt x="1518026" y="1062290"/>
                  </a:lnTo>
                  <a:lnTo>
                    <a:pt x="1518026" y="1059012"/>
                  </a:lnTo>
                  <a:lnTo>
                    <a:pt x="1518026" y="1055733"/>
                  </a:lnTo>
                  <a:lnTo>
                    <a:pt x="1513108" y="1052454"/>
                  </a:lnTo>
                  <a:lnTo>
                    <a:pt x="1509829" y="1050815"/>
                  </a:lnTo>
                  <a:lnTo>
                    <a:pt x="1506551" y="1050815"/>
                  </a:lnTo>
                  <a:lnTo>
                    <a:pt x="1503272" y="1052454"/>
                  </a:lnTo>
                  <a:lnTo>
                    <a:pt x="1504911" y="1047536"/>
                  </a:lnTo>
                  <a:lnTo>
                    <a:pt x="1501632" y="1050815"/>
                  </a:lnTo>
                  <a:lnTo>
                    <a:pt x="1496714" y="1049175"/>
                  </a:lnTo>
                  <a:lnTo>
                    <a:pt x="1493436" y="1049175"/>
                  </a:lnTo>
                  <a:lnTo>
                    <a:pt x="1490157" y="1049175"/>
                  </a:lnTo>
                  <a:lnTo>
                    <a:pt x="1486879" y="1050815"/>
                  </a:lnTo>
                  <a:lnTo>
                    <a:pt x="1490157" y="1049175"/>
                  </a:lnTo>
                  <a:lnTo>
                    <a:pt x="1491797" y="1047536"/>
                  </a:lnTo>
                  <a:lnTo>
                    <a:pt x="1486879" y="1047536"/>
                  </a:lnTo>
                  <a:lnTo>
                    <a:pt x="1491797" y="1044258"/>
                  </a:lnTo>
                  <a:lnTo>
                    <a:pt x="1486879" y="1045897"/>
                  </a:lnTo>
                  <a:lnTo>
                    <a:pt x="1483600" y="1047536"/>
                  </a:lnTo>
                  <a:lnTo>
                    <a:pt x="1485239" y="1044258"/>
                  </a:lnTo>
                  <a:lnTo>
                    <a:pt x="1481960" y="1044258"/>
                  </a:lnTo>
                  <a:lnTo>
                    <a:pt x="1478682" y="1044258"/>
                  </a:lnTo>
                  <a:lnTo>
                    <a:pt x="1475403" y="1042618"/>
                  </a:lnTo>
                  <a:lnTo>
                    <a:pt x="1470485" y="1042618"/>
                  </a:lnTo>
                  <a:lnTo>
                    <a:pt x="1467207" y="1040979"/>
                  </a:lnTo>
                  <a:lnTo>
                    <a:pt x="1463928" y="1039340"/>
                  </a:lnTo>
                  <a:lnTo>
                    <a:pt x="1459010" y="1040979"/>
                  </a:lnTo>
                  <a:lnTo>
                    <a:pt x="1455731" y="1039340"/>
                  </a:lnTo>
                  <a:lnTo>
                    <a:pt x="1452452" y="1040979"/>
                  </a:lnTo>
                  <a:lnTo>
                    <a:pt x="1449174" y="1040979"/>
                  </a:lnTo>
                  <a:lnTo>
                    <a:pt x="1444256" y="1040979"/>
                  </a:lnTo>
                  <a:lnTo>
                    <a:pt x="1440977" y="1040979"/>
                  </a:lnTo>
                  <a:lnTo>
                    <a:pt x="1437698" y="1039340"/>
                  </a:lnTo>
                  <a:lnTo>
                    <a:pt x="1432780" y="1039340"/>
                  </a:lnTo>
                  <a:lnTo>
                    <a:pt x="1429502" y="1037700"/>
                  </a:lnTo>
                  <a:lnTo>
                    <a:pt x="1426223" y="1036061"/>
                  </a:lnTo>
                  <a:lnTo>
                    <a:pt x="1424584" y="1036061"/>
                  </a:lnTo>
                  <a:lnTo>
                    <a:pt x="1421305" y="1036061"/>
                  </a:lnTo>
                  <a:lnTo>
                    <a:pt x="1418026" y="1034421"/>
                  </a:lnTo>
                  <a:lnTo>
                    <a:pt x="1413108" y="1034421"/>
                  </a:lnTo>
                  <a:lnTo>
                    <a:pt x="1409830" y="1032782"/>
                  </a:lnTo>
                  <a:lnTo>
                    <a:pt x="1413108" y="1029503"/>
                  </a:lnTo>
                  <a:lnTo>
                    <a:pt x="1413108" y="1024585"/>
                  </a:lnTo>
                  <a:lnTo>
                    <a:pt x="1408190" y="1026225"/>
                  </a:lnTo>
                  <a:lnTo>
                    <a:pt x="1404912" y="1026225"/>
                  </a:lnTo>
                  <a:lnTo>
                    <a:pt x="1403272" y="1026225"/>
                  </a:lnTo>
                  <a:lnTo>
                    <a:pt x="1401633" y="1026225"/>
                  </a:lnTo>
                  <a:lnTo>
                    <a:pt x="1398354" y="1026225"/>
                  </a:lnTo>
                  <a:lnTo>
                    <a:pt x="1399994" y="1022946"/>
                  </a:lnTo>
                  <a:lnTo>
                    <a:pt x="1403272" y="1019668"/>
                  </a:lnTo>
                  <a:lnTo>
                    <a:pt x="1404912" y="1016389"/>
                  </a:lnTo>
                  <a:lnTo>
                    <a:pt x="1401633" y="1018028"/>
                  </a:lnTo>
                  <a:lnTo>
                    <a:pt x="1403272" y="1014749"/>
                  </a:lnTo>
                  <a:lnTo>
                    <a:pt x="1408190" y="1011471"/>
                  </a:lnTo>
                  <a:lnTo>
                    <a:pt x="1411469" y="1011471"/>
                  </a:lnTo>
                  <a:lnTo>
                    <a:pt x="1411469" y="1008192"/>
                  </a:lnTo>
                  <a:lnTo>
                    <a:pt x="1406551" y="1008192"/>
                  </a:lnTo>
                  <a:lnTo>
                    <a:pt x="1403272" y="1008192"/>
                  </a:lnTo>
                  <a:lnTo>
                    <a:pt x="1401633" y="1003274"/>
                  </a:lnTo>
                  <a:lnTo>
                    <a:pt x="1404912" y="1001635"/>
                  </a:lnTo>
                  <a:lnTo>
                    <a:pt x="1406551" y="996717"/>
                  </a:lnTo>
                  <a:lnTo>
                    <a:pt x="1411469" y="993438"/>
                  </a:lnTo>
                  <a:lnTo>
                    <a:pt x="1413108" y="990159"/>
                  </a:lnTo>
                  <a:lnTo>
                    <a:pt x="1411469" y="986881"/>
                  </a:lnTo>
                  <a:lnTo>
                    <a:pt x="1408190" y="983602"/>
                  </a:lnTo>
                  <a:lnTo>
                    <a:pt x="1404912" y="980323"/>
                  </a:lnTo>
                  <a:lnTo>
                    <a:pt x="1406551" y="977045"/>
                  </a:lnTo>
                  <a:lnTo>
                    <a:pt x="1408190" y="973766"/>
                  </a:lnTo>
                  <a:lnTo>
                    <a:pt x="1413108" y="972127"/>
                  </a:lnTo>
                  <a:lnTo>
                    <a:pt x="1414748" y="967209"/>
                  </a:lnTo>
                  <a:lnTo>
                    <a:pt x="1416387" y="963930"/>
                  </a:lnTo>
                  <a:lnTo>
                    <a:pt x="1413108" y="963930"/>
                  </a:lnTo>
                  <a:lnTo>
                    <a:pt x="1408190" y="963930"/>
                  </a:lnTo>
                  <a:lnTo>
                    <a:pt x="1404912" y="963930"/>
                  </a:lnTo>
                  <a:lnTo>
                    <a:pt x="1401633" y="963930"/>
                  </a:lnTo>
                  <a:lnTo>
                    <a:pt x="1398354" y="965569"/>
                  </a:lnTo>
                  <a:lnTo>
                    <a:pt x="1393436" y="965569"/>
                  </a:lnTo>
                  <a:lnTo>
                    <a:pt x="1390158" y="965569"/>
                  </a:lnTo>
                  <a:lnTo>
                    <a:pt x="1385240" y="963930"/>
                  </a:lnTo>
                  <a:lnTo>
                    <a:pt x="1381961" y="960651"/>
                  </a:lnTo>
                  <a:lnTo>
                    <a:pt x="1380322" y="957373"/>
                  </a:lnTo>
                  <a:lnTo>
                    <a:pt x="1380322" y="952455"/>
                  </a:lnTo>
                  <a:lnTo>
                    <a:pt x="1380322" y="949176"/>
                  </a:lnTo>
                  <a:lnTo>
                    <a:pt x="1381961" y="945897"/>
                  </a:lnTo>
                  <a:lnTo>
                    <a:pt x="1381961" y="942618"/>
                  </a:lnTo>
                  <a:lnTo>
                    <a:pt x="1381961" y="937701"/>
                  </a:lnTo>
                  <a:lnTo>
                    <a:pt x="1381961" y="934422"/>
                  </a:lnTo>
                  <a:lnTo>
                    <a:pt x="1381961" y="931143"/>
                  </a:lnTo>
                  <a:lnTo>
                    <a:pt x="1378682" y="929504"/>
                  </a:lnTo>
                  <a:lnTo>
                    <a:pt x="1375404" y="931143"/>
                  </a:lnTo>
                  <a:lnTo>
                    <a:pt x="1370486" y="929504"/>
                  </a:lnTo>
                  <a:lnTo>
                    <a:pt x="1367207" y="929504"/>
                  </a:lnTo>
                  <a:lnTo>
                    <a:pt x="1363928" y="927865"/>
                  </a:lnTo>
                  <a:lnTo>
                    <a:pt x="1359010" y="929504"/>
                  </a:lnTo>
                  <a:lnTo>
                    <a:pt x="1355732" y="929504"/>
                  </a:lnTo>
                  <a:lnTo>
                    <a:pt x="1352453" y="929504"/>
                  </a:lnTo>
                  <a:lnTo>
                    <a:pt x="1349174" y="926225"/>
                  </a:lnTo>
                  <a:lnTo>
                    <a:pt x="1344256" y="926225"/>
                  </a:lnTo>
                  <a:lnTo>
                    <a:pt x="1340977" y="922946"/>
                  </a:lnTo>
                  <a:lnTo>
                    <a:pt x="1337699" y="922946"/>
                  </a:lnTo>
                  <a:lnTo>
                    <a:pt x="1334420" y="921307"/>
                  </a:lnTo>
                  <a:lnTo>
                    <a:pt x="1329502" y="919668"/>
                  </a:lnTo>
                  <a:lnTo>
                    <a:pt x="1326224" y="921307"/>
                  </a:lnTo>
                  <a:lnTo>
                    <a:pt x="1324584" y="919668"/>
                  </a:lnTo>
                  <a:lnTo>
                    <a:pt x="1322945" y="922946"/>
                  </a:lnTo>
                  <a:lnTo>
                    <a:pt x="1324584" y="927865"/>
                  </a:lnTo>
                  <a:lnTo>
                    <a:pt x="1324584" y="931143"/>
                  </a:lnTo>
                  <a:lnTo>
                    <a:pt x="1319666" y="934422"/>
                  </a:lnTo>
                  <a:lnTo>
                    <a:pt x="1316387" y="937701"/>
                  </a:lnTo>
                  <a:lnTo>
                    <a:pt x="1313109" y="937701"/>
                  </a:lnTo>
                  <a:lnTo>
                    <a:pt x="1308191" y="937701"/>
                  </a:lnTo>
                  <a:lnTo>
                    <a:pt x="1304912" y="942618"/>
                  </a:lnTo>
                  <a:lnTo>
                    <a:pt x="1301633" y="944258"/>
                  </a:lnTo>
                  <a:lnTo>
                    <a:pt x="1303273" y="939340"/>
                  </a:lnTo>
                  <a:lnTo>
                    <a:pt x="1308191" y="937701"/>
                  </a:lnTo>
                  <a:lnTo>
                    <a:pt x="1311470" y="934422"/>
                  </a:lnTo>
                  <a:lnTo>
                    <a:pt x="1314748" y="932783"/>
                  </a:lnTo>
                  <a:lnTo>
                    <a:pt x="1318027" y="929504"/>
                  </a:lnTo>
                  <a:lnTo>
                    <a:pt x="1314748" y="926225"/>
                  </a:lnTo>
                  <a:lnTo>
                    <a:pt x="1309830" y="929504"/>
                  </a:lnTo>
                  <a:lnTo>
                    <a:pt x="1308191" y="932783"/>
                  </a:lnTo>
                  <a:lnTo>
                    <a:pt x="1304912" y="936061"/>
                  </a:lnTo>
                  <a:lnTo>
                    <a:pt x="1301633" y="939340"/>
                  </a:lnTo>
                  <a:lnTo>
                    <a:pt x="1298355" y="942618"/>
                  </a:lnTo>
                  <a:lnTo>
                    <a:pt x="1295076" y="945897"/>
                  </a:lnTo>
                  <a:lnTo>
                    <a:pt x="1291797" y="947537"/>
                  </a:lnTo>
                  <a:lnTo>
                    <a:pt x="1286880" y="949176"/>
                  </a:lnTo>
                  <a:lnTo>
                    <a:pt x="1290158" y="945897"/>
                  </a:lnTo>
                  <a:lnTo>
                    <a:pt x="1293437" y="942618"/>
                  </a:lnTo>
                  <a:lnTo>
                    <a:pt x="1296715" y="939340"/>
                  </a:lnTo>
                  <a:lnTo>
                    <a:pt x="1293437" y="939340"/>
                  </a:lnTo>
                  <a:lnTo>
                    <a:pt x="1290158" y="939340"/>
                  </a:lnTo>
                  <a:lnTo>
                    <a:pt x="1285240" y="940979"/>
                  </a:lnTo>
                  <a:lnTo>
                    <a:pt x="1281961" y="942618"/>
                  </a:lnTo>
                  <a:lnTo>
                    <a:pt x="1278683" y="945897"/>
                  </a:lnTo>
                  <a:lnTo>
                    <a:pt x="1277043" y="949176"/>
                  </a:lnTo>
                  <a:lnTo>
                    <a:pt x="1273765" y="952455"/>
                  </a:lnTo>
                  <a:lnTo>
                    <a:pt x="1268847" y="955733"/>
                  </a:lnTo>
                  <a:lnTo>
                    <a:pt x="1265568" y="959012"/>
                  </a:lnTo>
                  <a:lnTo>
                    <a:pt x="1262289" y="960651"/>
                  </a:lnTo>
                  <a:lnTo>
                    <a:pt x="1259011" y="962291"/>
                  </a:lnTo>
                  <a:lnTo>
                    <a:pt x="1257371" y="962291"/>
                  </a:lnTo>
                  <a:lnTo>
                    <a:pt x="1255732" y="962291"/>
                  </a:lnTo>
                  <a:lnTo>
                    <a:pt x="1252453" y="960651"/>
                  </a:lnTo>
                  <a:lnTo>
                    <a:pt x="1247535" y="962291"/>
                  </a:lnTo>
                  <a:lnTo>
                    <a:pt x="1244257" y="960651"/>
                  </a:lnTo>
                  <a:lnTo>
                    <a:pt x="1244257" y="957373"/>
                  </a:lnTo>
                  <a:lnTo>
                    <a:pt x="1240978" y="957373"/>
                  </a:lnTo>
                  <a:lnTo>
                    <a:pt x="1236060" y="957373"/>
                  </a:lnTo>
                  <a:lnTo>
                    <a:pt x="1232781" y="957373"/>
                  </a:lnTo>
                  <a:lnTo>
                    <a:pt x="1229503" y="957373"/>
                  </a:lnTo>
                  <a:lnTo>
                    <a:pt x="1224585" y="957373"/>
                  </a:lnTo>
                  <a:lnTo>
                    <a:pt x="1221306" y="959012"/>
                  </a:lnTo>
                  <a:lnTo>
                    <a:pt x="1219667" y="954094"/>
                  </a:lnTo>
                  <a:lnTo>
                    <a:pt x="1219667" y="954094"/>
                  </a:lnTo>
                  <a:lnTo>
                    <a:pt x="1219667" y="954094"/>
                  </a:lnTo>
                  <a:lnTo>
                    <a:pt x="1221306" y="952455"/>
                  </a:lnTo>
                  <a:lnTo>
                    <a:pt x="1216388" y="952455"/>
                  </a:lnTo>
                  <a:lnTo>
                    <a:pt x="1213109" y="954094"/>
                  </a:lnTo>
                  <a:lnTo>
                    <a:pt x="1213109" y="954094"/>
                  </a:lnTo>
                  <a:lnTo>
                    <a:pt x="1208191" y="955733"/>
                  </a:lnTo>
                  <a:lnTo>
                    <a:pt x="1204913" y="957373"/>
                  </a:lnTo>
                  <a:lnTo>
                    <a:pt x="1201634" y="959012"/>
                  </a:lnTo>
                  <a:lnTo>
                    <a:pt x="1198355" y="960651"/>
                  </a:lnTo>
                  <a:lnTo>
                    <a:pt x="1195077" y="960651"/>
                  </a:lnTo>
                  <a:lnTo>
                    <a:pt x="1195077" y="960651"/>
                  </a:lnTo>
                  <a:lnTo>
                    <a:pt x="1191798" y="960651"/>
                  </a:lnTo>
                  <a:lnTo>
                    <a:pt x="1190159" y="957373"/>
                  </a:lnTo>
                  <a:lnTo>
                    <a:pt x="1188519" y="957373"/>
                  </a:lnTo>
                  <a:lnTo>
                    <a:pt x="1188519" y="954094"/>
                  </a:lnTo>
                  <a:lnTo>
                    <a:pt x="1185240" y="954094"/>
                  </a:lnTo>
                  <a:lnTo>
                    <a:pt x="1181962" y="950815"/>
                  </a:lnTo>
                  <a:lnTo>
                    <a:pt x="1178683" y="947537"/>
                  </a:lnTo>
                  <a:lnTo>
                    <a:pt x="1173765" y="947537"/>
                  </a:lnTo>
                  <a:lnTo>
                    <a:pt x="1172126" y="950815"/>
                  </a:lnTo>
                  <a:lnTo>
                    <a:pt x="1170487" y="952455"/>
                  </a:lnTo>
                  <a:lnTo>
                    <a:pt x="1167208" y="949176"/>
                  </a:lnTo>
                  <a:lnTo>
                    <a:pt x="1170487" y="944258"/>
                  </a:lnTo>
                  <a:lnTo>
                    <a:pt x="1165568" y="942618"/>
                  </a:lnTo>
                  <a:lnTo>
                    <a:pt x="1167208" y="939340"/>
                  </a:lnTo>
                  <a:lnTo>
                    <a:pt x="1162290" y="939340"/>
                  </a:lnTo>
                  <a:lnTo>
                    <a:pt x="1159011" y="937701"/>
                  </a:lnTo>
                  <a:lnTo>
                    <a:pt x="1155733" y="936061"/>
                  </a:lnTo>
                  <a:lnTo>
                    <a:pt x="1150815" y="936061"/>
                  </a:lnTo>
                  <a:lnTo>
                    <a:pt x="1147536" y="934422"/>
                  </a:lnTo>
                  <a:lnTo>
                    <a:pt x="1144257" y="936061"/>
                  </a:lnTo>
                  <a:lnTo>
                    <a:pt x="1142618" y="936061"/>
                  </a:lnTo>
                  <a:lnTo>
                    <a:pt x="1142618" y="936061"/>
                  </a:lnTo>
                  <a:lnTo>
                    <a:pt x="1142618" y="936061"/>
                  </a:lnTo>
                  <a:lnTo>
                    <a:pt x="1137700" y="939340"/>
                  </a:lnTo>
                  <a:lnTo>
                    <a:pt x="1134421" y="939340"/>
                  </a:lnTo>
                  <a:lnTo>
                    <a:pt x="1131143" y="939340"/>
                  </a:lnTo>
                  <a:lnTo>
                    <a:pt x="1126224" y="939340"/>
                  </a:lnTo>
                  <a:lnTo>
                    <a:pt x="1127864" y="936061"/>
                  </a:lnTo>
                  <a:lnTo>
                    <a:pt x="1124585" y="934422"/>
                  </a:lnTo>
                  <a:lnTo>
                    <a:pt x="1119667" y="934422"/>
                  </a:lnTo>
                  <a:lnTo>
                    <a:pt x="1116388" y="934422"/>
                  </a:lnTo>
                  <a:lnTo>
                    <a:pt x="1113110" y="932783"/>
                  </a:lnTo>
                  <a:lnTo>
                    <a:pt x="1108192" y="932783"/>
                  </a:lnTo>
                  <a:lnTo>
                    <a:pt x="1104913" y="931143"/>
                  </a:lnTo>
                  <a:lnTo>
                    <a:pt x="1103274" y="929504"/>
                  </a:lnTo>
                  <a:lnTo>
                    <a:pt x="1103274" y="926225"/>
                  </a:lnTo>
                  <a:lnTo>
                    <a:pt x="1104913" y="922946"/>
                  </a:lnTo>
                  <a:lnTo>
                    <a:pt x="1106552" y="919668"/>
                  </a:lnTo>
                  <a:lnTo>
                    <a:pt x="1106552" y="914750"/>
                  </a:lnTo>
                  <a:lnTo>
                    <a:pt x="1108192" y="911471"/>
                  </a:lnTo>
                  <a:lnTo>
                    <a:pt x="1109831" y="908193"/>
                  </a:lnTo>
                  <a:lnTo>
                    <a:pt x="1108192" y="904914"/>
                  </a:lnTo>
                  <a:lnTo>
                    <a:pt x="1104913" y="904914"/>
                  </a:lnTo>
                  <a:lnTo>
                    <a:pt x="1103274" y="904914"/>
                  </a:lnTo>
                  <a:lnTo>
                    <a:pt x="1101634" y="903275"/>
                  </a:lnTo>
                  <a:lnTo>
                    <a:pt x="1101634" y="903275"/>
                  </a:lnTo>
                  <a:lnTo>
                    <a:pt x="1098356" y="908193"/>
                  </a:lnTo>
                  <a:lnTo>
                    <a:pt x="1096716" y="911471"/>
                  </a:lnTo>
                  <a:lnTo>
                    <a:pt x="1095077" y="914750"/>
                  </a:lnTo>
                  <a:lnTo>
                    <a:pt x="1091798" y="919668"/>
                  </a:lnTo>
                  <a:lnTo>
                    <a:pt x="1088520" y="919668"/>
                  </a:lnTo>
                  <a:lnTo>
                    <a:pt x="1085241" y="919668"/>
                  </a:lnTo>
                  <a:lnTo>
                    <a:pt x="1081962" y="919668"/>
                  </a:lnTo>
                  <a:lnTo>
                    <a:pt x="1077044" y="919668"/>
                  </a:lnTo>
                  <a:lnTo>
                    <a:pt x="1072126" y="919668"/>
                  </a:lnTo>
                  <a:lnTo>
                    <a:pt x="1068848" y="919668"/>
                  </a:lnTo>
                  <a:lnTo>
                    <a:pt x="1063930" y="919668"/>
                  </a:lnTo>
                  <a:lnTo>
                    <a:pt x="1059012" y="919668"/>
                  </a:lnTo>
                  <a:lnTo>
                    <a:pt x="1054094" y="919668"/>
                  </a:lnTo>
                  <a:lnTo>
                    <a:pt x="1050815" y="919668"/>
                  </a:lnTo>
                  <a:lnTo>
                    <a:pt x="1045897" y="919668"/>
                  </a:lnTo>
                  <a:lnTo>
                    <a:pt x="1040979" y="919668"/>
                  </a:lnTo>
                  <a:lnTo>
                    <a:pt x="1036061" y="919668"/>
                  </a:lnTo>
                  <a:lnTo>
                    <a:pt x="1031143" y="919668"/>
                  </a:lnTo>
                  <a:lnTo>
                    <a:pt x="1027864" y="919668"/>
                  </a:lnTo>
                  <a:lnTo>
                    <a:pt x="1022946" y="919668"/>
                  </a:lnTo>
                  <a:lnTo>
                    <a:pt x="1022946" y="919668"/>
                  </a:lnTo>
                  <a:lnTo>
                    <a:pt x="1021307" y="919668"/>
                  </a:lnTo>
                  <a:lnTo>
                    <a:pt x="1018028" y="919668"/>
                  </a:lnTo>
                  <a:lnTo>
                    <a:pt x="1014749" y="919668"/>
                  </a:lnTo>
                  <a:lnTo>
                    <a:pt x="1009831" y="919668"/>
                  </a:lnTo>
                  <a:lnTo>
                    <a:pt x="1004913" y="919668"/>
                  </a:lnTo>
                  <a:lnTo>
                    <a:pt x="999996" y="919668"/>
                  </a:lnTo>
                  <a:lnTo>
                    <a:pt x="996717" y="919668"/>
                  </a:lnTo>
                  <a:lnTo>
                    <a:pt x="993438" y="919668"/>
                  </a:lnTo>
                  <a:lnTo>
                    <a:pt x="988520" y="919668"/>
                  </a:lnTo>
                  <a:lnTo>
                    <a:pt x="986881" y="919668"/>
                  </a:lnTo>
                  <a:lnTo>
                    <a:pt x="983602" y="919668"/>
                  </a:lnTo>
                  <a:lnTo>
                    <a:pt x="978684" y="919668"/>
                  </a:lnTo>
                  <a:lnTo>
                    <a:pt x="973766" y="919668"/>
                  </a:lnTo>
                  <a:lnTo>
                    <a:pt x="968848" y="919668"/>
                  </a:lnTo>
                  <a:lnTo>
                    <a:pt x="963930" y="919668"/>
                  </a:lnTo>
                  <a:lnTo>
                    <a:pt x="960651" y="919668"/>
                  </a:lnTo>
                  <a:lnTo>
                    <a:pt x="955733" y="919668"/>
                  </a:lnTo>
                  <a:lnTo>
                    <a:pt x="950815" y="919668"/>
                  </a:lnTo>
                  <a:lnTo>
                    <a:pt x="947537" y="919668"/>
                  </a:lnTo>
                  <a:lnTo>
                    <a:pt x="942619" y="919668"/>
                  </a:lnTo>
                  <a:lnTo>
                    <a:pt x="937701" y="919668"/>
                  </a:lnTo>
                  <a:lnTo>
                    <a:pt x="932783" y="919668"/>
                  </a:lnTo>
                  <a:lnTo>
                    <a:pt x="927865" y="919668"/>
                  </a:lnTo>
                  <a:lnTo>
                    <a:pt x="927865" y="919668"/>
                  </a:lnTo>
                  <a:lnTo>
                    <a:pt x="922947" y="919668"/>
                  </a:lnTo>
                  <a:lnTo>
                    <a:pt x="918029" y="919668"/>
                  </a:lnTo>
                  <a:lnTo>
                    <a:pt x="914750" y="919668"/>
                  </a:lnTo>
                  <a:lnTo>
                    <a:pt x="909832" y="919668"/>
                  </a:lnTo>
                  <a:lnTo>
                    <a:pt x="904914" y="919668"/>
                  </a:lnTo>
                  <a:lnTo>
                    <a:pt x="899996" y="919668"/>
                  </a:lnTo>
                  <a:lnTo>
                    <a:pt x="896717" y="919668"/>
                  </a:lnTo>
                  <a:lnTo>
                    <a:pt x="896717" y="919668"/>
                  </a:lnTo>
                  <a:lnTo>
                    <a:pt x="891799" y="919668"/>
                  </a:lnTo>
                  <a:lnTo>
                    <a:pt x="886881" y="919668"/>
                  </a:lnTo>
                  <a:lnTo>
                    <a:pt x="881963" y="919668"/>
                  </a:lnTo>
                  <a:lnTo>
                    <a:pt x="880324" y="919668"/>
                  </a:lnTo>
                  <a:lnTo>
                    <a:pt x="875406" y="919668"/>
                  </a:lnTo>
                  <a:lnTo>
                    <a:pt x="870488" y="919668"/>
                  </a:lnTo>
                  <a:lnTo>
                    <a:pt x="867209" y="919668"/>
                  </a:lnTo>
                  <a:lnTo>
                    <a:pt x="862291" y="919668"/>
                  </a:lnTo>
                  <a:lnTo>
                    <a:pt x="860652" y="919668"/>
                  </a:lnTo>
                  <a:lnTo>
                    <a:pt x="857373" y="919668"/>
                  </a:lnTo>
                  <a:lnTo>
                    <a:pt x="852455" y="919668"/>
                  </a:lnTo>
                  <a:lnTo>
                    <a:pt x="850816" y="919668"/>
                  </a:lnTo>
                  <a:lnTo>
                    <a:pt x="845898" y="919668"/>
                  </a:lnTo>
                  <a:lnTo>
                    <a:pt x="842619" y="919668"/>
                  </a:lnTo>
                  <a:lnTo>
                    <a:pt x="837701" y="919668"/>
                  </a:lnTo>
                  <a:lnTo>
                    <a:pt x="832783" y="919668"/>
                  </a:lnTo>
                  <a:lnTo>
                    <a:pt x="829504" y="919668"/>
                  </a:lnTo>
                  <a:lnTo>
                    <a:pt x="824586" y="919668"/>
                  </a:lnTo>
                  <a:lnTo>
                    <a:pt x="819669" y="919668"/>
                  </a:lnTo>
                  <a:lnTo>
                    <a:pt x="814750" y="919668"/>
                  </a:lnTo>
                  <a:lnTo>
                    <a:pt x="811472" y="919668"/>
                  </a:lnTo>
                  <a:lnTo>
                    <a:pt x="806554" y="919668"/>
                  </a:lnTo>
                  <a:lnTo>
                    <a:pt x="801636" y="919668"/>
                  </a:lnTo>
                  <a:lnTo>
                    <a:pt x="796718" y="919668"/>
                  </a:lnTo>
                  <a:lnTo>
                    <a:pt x="793439" y="919668"/>
                  </a:lnTo>
                  <a:lnTo>
                    <a:pt x="791800" y="919668"/>
                  </a:lnTo>
                  <a:lnTo>
                    <a:pt x="786882" y="919668"/>
                  </a:lnTo>
                  <a:lnTo>
                    <a:pt x="781964" y="919668"/>
                  </a:lnTo>
                  <a:lnTo>
                    <a:pt x="778685" y="919668"/>
                  </a:lnTo>
                  <a:lnTo>
                    <a:pt x="773767" y="919668"/>
                  </a:lnTo>
                  <a:lnTo>
                    <a:pt x="768849" y="919668"/>
                  </a:lnTo>
                  <a:lnTo>
                    <a:pt x="763931" y="919668"/>
                  </a:lnTo>
                  <a:lnTo>
                    <a:pt x="760652" y="919668"/>
                  </a:lnTo>
                  <a:lnTo>
                    <a:pt x="755734" y="919668"/>
                  </a:lnTo>
                  <a:lnTo>
                    <a:pt x="752456" y="919668"/>
                  </a:lnTo>
                  <a:lnTo>
                    <a:pt x="747538" y="919668"/>
                  </a:lnTo>
                  <a:lnTo>
                    <a:pt x="742619" y="919668"/>
                  </a:lnTo>
                  <a:lnTo>
                    <a:pt x="739341" y="919668"/>
                  </a:lnTo>
                  <a:lnTo>
                    <a:pt x="734423" y="919668"/>
                  </a:lnTo>
                  <a:lnTo>
                    <a:pt x="729505" y="919668"/>
                  </a:lnTo>
                  <a:lnTo>
                    <a:pt x="726226" y="919668"/>
                  </a:lnTo>
                  <a:lnTo>
                    <a:pt x="721308" y="919668"/>
                  </a:lnTo>
                  <a:lnTo>
                    <a:pt x="716390" y="919668"/>
                  </a:lnTo>
                  <a:lnTo>
                    <a:pt x="711472" y="919668"/>
                  </a:lnTo>
                  <a:lnTo>
                    <a:pt x="706554" y="919668"/>
                  </a:lnTo>
                  <a:lnTo>
                    <a:pt x="703276" y="919668"/>
                  </a:lnTo>
                  <a:lnTo>
                    <a:pt x="699997" y="919668"/>
                  </a:lnTo>
                  <a:lnTo>
                    <a:pt x="696718" y="919668"/>
                  </a:lnTo>
                  <a:lnTo>
                    <a:pt x="691800" y="919668"/>
                  </a:lnTo>
                  <a:lnTo>
                    <a:pt x="686882" y="919668"/>
                  </a:lnTo>
                  <a:lnTo>
                    <a:pt x="683604" y="919668"/>
                  </a:lnTo>
                  <a:lnTo>
                    <a:pt x="681964" y="919668"/>
                  </a:lnTo>
                  <a:lnTo>
                    <a:pt x="677046" y="919668"/>
                  </a:lnTo>
                  <a:lnTo>
                    <a:pt x="672128" y="919668"/>
                  </a:lnTo>
                  <a:lnTo>
                    <a:pt x="667210" y="919668"/>
                  </a:lnTo>
                  <a:lnTo>
                    <a:pt x="663932" y="919668"/>
                  </a:lnTo>
                  <a:lnTo>
                    <a:pt x="659013" y="919668"/>
                  </a:lnTo>
                  <a:lnTo>
                    <a:pt x="654095" y="919668"/>
                  </a:lnTo>
                  <a:lnTo>
                    <a:pt x="649177" y="919668"/>
                  </a:lnTo>
                  <a:lnTo>
                    <a:pt x="645899" y="919668"/>
                  </a:lnTo>
                  <a:lnTo>
                    <a:pt x="640981" y="919668"/>
                  </a:lnTo>
                  <a:lnTo>
                    <a:pt x="636063" y="919668"/>
                  </a:lnTo>
                  <a:lnTo>
                    <a:pt x="632784" y="919668"/>
                  </a:lnTo>
                  <a:lnTo>
                    <a:pt x="627866" y="919668"/>
                  </a:lnTo>
                  <a:lnTo>
                    <a:pt x="622948" y="919668"/>
                  </a:lnTo>
                  <a:lnTo>
                    <a:pt x="618030" y="919668"/>
                  </a:lnTo>
                  <a:lnTo>
                    <a:pt x="613112" y="919668"/>
                  </a:lnTo>
                  <a:lnTo>
                    <a:pt x="609833" y="919668"/>
                  </a:lnTo>
                  <a:lnTo>
                    <a:pt x="604915" y="919668"/>
                  </a:lnTo>
                  <a:lnTo>
                    <a:pt x="599997" y="919668"/>
                  </a:lnTo>
                  <a:lnTo>
                    <a:pt x="596719" y="919668"/>
                  </a:lnTo>
                  <a:lnTo>
                    <a:pt x="591801" y="919668"/>
                  </a:lnTo>
                  <a:lnTo>
                    <a:pt x="590161" y="919668"/>
                  </a:lnTo>
                  <a:lnTo>
                    <a:pt x="585243" y="919668"/>
                  </a:lnTo>
                  <a:lnTo>
                    <a:pt x="581965" y="919668"/>
                  </a:lnTo>
                  <a:lnTo>
                    <a:pt x="577047" y="919668"/>
                  </a:lnTo>
                  <a:lnTo>
                    <a:pt x="573768" y="919668"/>
                  </a:lnTo>
                  <a:lnTo>
                    <a:pt x="572129" y="919668"/>
                  </a:lnTo>
                  <a:lnTo>
                    <a:pt x="570489" y="919668"/>
                  </a:lnTo>
                  <a:lnTo>
                    <a:pt x="565571" y="919668"/>
                  </a:lnTo>
                  <a:lnTo>
                    <a:pt x="560653" y="919668"/>
                  </a:lnTo>
                  <a:lnTo>
                    <a:pt x="557375" y="919668"/>
                  </a:lnTo>
                  <a:lnTo>
                    <a:pt x="552457" y="919668"/>
                  </a:lnTo>
                  <a:lnTo>
                    <a:pt x="547539" y="919668"/>
                  </a:lnTo>
                  <a:lnTo>
                    <a:pt x="542620" y="919668"/>
                  </a:lnTo>
                  <a:lnTo>
                    <a:pt x="539342" y="919668"/>
                  </a:lnTo>
                  <a:lnTo>
                    <a:pt x="534424" y="919668"/>
                  </a:lnTo>
                  <a:lnTo>
                    <a:pt x="529506" y="919668"/>
                  </a:lnTo>
                  <a:lnTo>
                    <a:pt x="526227" y="919668"/>
                  </a:lnTo>
                  <a:lnTo>
                    <a:pt x="522948" y="919668"/>
                  </a:lnTo>
                  <a:lnTo>
                    <a:pt x="518030" y="919668"/>
                  </a:lnTo>
                  <a:lnTo>
                    <a:pt x="513112" y="919668"/>
                  </a:lnTo>
                  <a:lnTo>
                    <a:pt x="509834" y="919668"/>
                  </a:lnTo>
                  <a:lnTo>
                    <a:pt x="504916" y="919668"/>
                  </a:lnTo>
                  <a:lnTo>
                    <a:pt x="503276" y="919668"/>
                  </a:lnTo>
                  <a:lnTo>
                    <a:pt x="499998" y="919668"/>
                  </a:lnTo>
                  <a:lnTo>
                    <a:pt x="495080" y="919668"/>
                  </a:lnTo>
                  <a:lnTo>
                    <a:pt x="490162" y="919668"/>
                  </a:lnTo>
                  <a:lnTo>
                    <a:pt x="485244" y="919668"/>
                  </a:lnTo>
                  <a:lnTo>
                    <a:pt x="481965" y="919668"/>
                  </a:lnTo>
                  <a:lnTo>
                    <a:pt x="477047" y="919668"/>
                  </a:lnTo>
                  <a:lnTo>
                    <a:pt x="472129" y="919668"/>
                  </a:lnTo>
                  <a:lnTo>
                    <a:pt x="468850" y="919668"/>
                  </a:lnTo>
                  <a:lnTo>
                    <a:pt x="463932" y="919668"/>
                  </a:lnTo>
                  <a:lnTo>
                    <a:pt x="459014" y="919668"/>
                  </a:lnTo>
                  <a:lnTo>
                    <a:pt x="454096" y="919668"/>
                  </a:lnTo>
                  <a:lnTo>
                    <a:pt x="450818" y="919668"/>
                  </a:lnTo>
                  <a:lnTo>
                    <a:pt x="445900" y="919668"/>
                  </a:lnTo>
                  <a:lnTo>
                    <a:pt x="442621" y="919668"/>
                  </a:lnTo>
                  <a:lnTo>
                    <a:pt x="440982" y="919668"/>
                  </a:lnTo>
                  <a:lnTo>
                    <a:pt x="436064" y="919668"/>
                  </a:lnTo>
                  <a:lnTo>
                    <a:pt x="432785" y="919668"/>
                  </a:lnTo>
                  <a:lnTo>
                    <a:pt x="427867" y="919668"/>
                  </a:lnTo>
                  <a:lnTo>
                    <a:pt x="422949" y="919668"/>
                  </a:lnTo>
                  <a:lnTo>
                    <a:pt x="421310" y="919668"/>
                  </a:lnTo>
                  <a:lnTo>
                    <a:pt x="416392" y="919668"/>
                  </a:lnTo>
                  <a:lnTo>
                    <a:pt x="413113" y="919668"/>
                  </a:lnTo>
                  <a:lnTo>
                    <a:pt x="409834" y="919668"/>
                  </a:lnTo>
                  <a:lnTo>
                    <a:pt x="404916" y="919668"/>
                  </a:lnTo>
                  <a:lnTo>
                    <a:pt x="399998" y="919668"/>
                  </a:lnTo>
                  <a:lnTo>
                    <a:pt x="396720" y="919668"/>
                  </a:lnTo>
                  <a:lnTo>
                    <a:pt x="391802" y="919668"/>
                  </a:lnTo>
                  <a:lnTo>
                    <a:pt x="388523" y="919668"/>
                  </a:lnTo>
                  <a:lnTo>
                    <a:pt x="386883" y="919668"/>
                  </a:lnTo>
                  <a:lnTo>
                    <a:pt x="381966" y="919668"/>
                  </a:lnTo>
                  <a:lnTo>
                    <a:pt x="381966" y="919668"/>
                  </a:lnTo>
                  <a:lnTo>
                    <a:pt x="377047" y="919668"/>
                  </a:lnTo>
                  <a:lnTo>
                    <a:pt x="372130" y="919668"/>
                  </a:lnTo>
                  <a:lnTo>
                    <a:pt x="367211" y="919668"/>
                  </a:lnTo>
                  <a:lnTo>
                    <a:pt x="363933" y="919668"/>
                  </a:lnTo>
                  <a:lnTo>
                    <a:pt x="359015" y="919668"/>
                  </a:lnTo>
                  <a:lnTo>
                    <a:pt x="354097" y="919668"/>
                  </a:lnTo>
                  <a:lnTo>
                    <a:pt x="352457" y="919668"/>
                  </a:lnTo>
                  <a:lnTo>
                    <a:pt x="349179" y="919668"/>
                  </a:lnTo>
                  <a:lnTo>
                    <a:pt x="344261" y="919668"/>
                  </a:lnTo>
                  <a:lnTo>
                    <a:pt x="342621" y="919668"/>
                  </a:lnTo>
                  <a:lnTo>
                    <a:pt x="339343" y="919668"/>
                  </a:lnTo>
                  <a:lnTo>
                    <a:pt x="334425" y="919668"/>
                  </a:lnTo>
                  <a:lnTo>
                    <a:pt x="331146" y="919668"/>
                  </a:lnTo>
                  <a:lnTo>
                    <a:pt x="327867" y="919668"/>
                  </a:lnTo>
                  <a:lnTo>
                    <a:pt x="322949" y="919668"/>
                  </a:lnTo>
                  <a:lnTo>
                    <a:pt x="318031" y="919668"/>
                  </a:lnTo>
                  <a:lnTo>
                    <a:pt x="313113" y="919668"/>
                  </a:lnTo>
                  <a:lnTo>
                    <a:pt x="313113" y="919668"/>
                  </a:lnTo>
                  <a:lnTo>
                    <a:pt x="308195" y="919668"/>
                  </a:lnTo>
                  <a:lnTo>
                    <a:pt x="303277" y="919668"/>
                  </a:lnTo>
                  <a:lnTo>
                    <a:pt x="299999" y="919668"/>
                  </a:lnTo>
                  <a:lnTo>
                    <a:pt x="295081" y="919668"/>
                  </a:lnTo>
                  <a:lnTo>
                    <a:pt x="290163" y="919668"/>
                  </a:lnTo>
                  <a:lnTo>
                    <a:pt x="285245" y="919668"/>
                  </a:lnTo>
                  <a:lnTo>
                    <a:pt x="281966" y="919668"/>
                  </a:lnTo>
                  <a:lnTo>
                    <a:pt x="277048" y="919668"/>
                  </a:lnTo>
                  <a:lnTo>
                    <a:pt x="272130" y="919668"/>
                  </a:lnTo>
                  <a:lnTo>
                    <a:pt x="267212" y="919668"/>
                  </a:lnTo>
                  <a:lnTo>
                    <a:pt x="263933" y="919668"/>
                  </a:lnTo>
                  <a:lnTo>
                    <a:pt x="263933" y="919668"/>
                  </a:lnTo>
                  <a:lnTo>
                    <a:pt x="259015" y="919668"/>
                  </a:lnTo>
                  <a:lnTo>
                    <a:pt x="254097" y="919668"/>
                  </a:lnTo>
                  <a:lnTo>
                    <a:pt x="252458" y="919668"/>
                  </a:lnTo>
                  <a:lnTo>
                    <a:pt x="249179" y="919668"/>
                  </a:lnTo>
                  <a:lnTo>
                    <a:pt x="244261" y="919668"/>
                  </a:lnTo>
                  <a:lnTo>
                    <a:pt x="239343" y="919668"/>
                  </a:lnTo>
                  <a:lnTo>
                    <a:pt x="236065" y="919668"/>
                  </a:lnTo>
                  <a:lnTo>
                    <a:pt x="231146" y="919668"/>
                  </a:lnTo>
                  <a:lnTo>
                    <a:pt x="227868" y="919668"/>
                  </a:lnTo>
                  <a:lnTo>
                    <a:pt x="222950" y="919668"/>
                  </a:lnTo>
                  <a:lnTo>
                    <a:pt x="218032" y="919668"/>
                  </a:lnTo>
                  <a:lnTo>
                    <a:pt x="218032" y="919668"/>
                  </a:lnTo>
                  <a:lnTo>
                    <a:pt x="214753" y="919668"/>
                  </a:lnTo>
                  <a:lnTo>
                    <a:pt x="209835" y="919668"/>
                  </a:lnTo>
                  <a:lnTo>
                    <a:pt x="204917" y="919668"/>
                  </a:lnTo>
                  <a:lnTo>
                    <a:pt x="199999" y="919668"/>
                  </a:lnTo>
                  <a:lnTo>
                    <a:pt x="195081" y="919668"/>
                  </a:lnTo>
                  <a:lnTo>
                    <a:pt x="191802" y="919668"/>
                  </a:lnTo>
                  <a:lnTo>
                    <a:pt x="186884" y="919668"/>
                  </a:lnTo>
                  <a:lnTo>
                    <a:pt x="181966" y="919668"/>
                  </a:lnTo>
                  <a:lnTo>
                    <a:pt x="178688" y="919668"/>
                  </a:lnTo>
                  <a:lnTo>
                    <a:pt x="175409" y="919668"/>
                  </a:lnTo>
                  <a:lnTo>
                    <a:pt x="170491" y="919668"/>
                  </a:lnTo>
                  <a:lnTo>
                    <a:pt x="167212" y="919668"/>
                  </a:lnTo>
                  <a:lnTo>
                    <a:pt x="162294" y="919668"/>
                  </a:lnTo>
                  <a:lnTo>
                    <a:pt x="160655" y="919668"/>
                  </a:lnTo>
                  <a:lnTo>
                    <a:pt x="159016" y="916389"/>
                  </a:lnTo>
                  <a:lnTo>
                    <a:pt x="155737" y="916389"/>
                  </a:lnTo>
                  <a:lnTo>
                    <a:pt x="152458" y="919668"/>
                  </a:lnTo>
                  <a:lnTo>
                    <a:pt x="152458" y="919668"/>
                  </a:lnTo>
                  <a:lnTo>
                    <a:pt x="149180" y="919668"/>
                  </a:lnTo>
                  <a:lnTo>
                    <a:pt x="152458" y="916389"/>
                  </a:lnTo>
                  <a:lnTo>
                    <a:pt x="155737" y="913111"/>
                  </a:lnTo>
                  <a:lnTo>
                    <a:pt x="155737" y="913111"/>
                  </a:lnTo>
                  <a:lnTo>
                    <a:pt x="152458" y="914750"/>
                  </a:lnTo>
                  <a:lnTo>
                    <a:pt x="152458" y="911471"/>
                  </a:lnTo>
                  <a:lnTo>
                    <a:pt x="154098" y="911471"/>
                  </a:lnTo>
                  <a:lnTo>
                    <a:pt x="157376" y="906553"/>
                  </a:lnTo>
                  <a:lnTo>
                    <a:pt x="160655" y="906553"/>
                  </a:lnTo>
                  <a:lnTo>
                    <a:pt x="162294" y="906553"/>
                  </a:lnTo>
                  <a:lnTo>
                    <a:pt x="165573" y="906553"/>
                  </a:lnTo>
                  <a:lnTo>
                    <a:pt x="168852" y="903275"/>
                  </a:lnTo>
                  <a:lnTo>
                    <a:pt x="165573" y="904914"/>
                  </a:lnTo>
                  <a:lnTo>
                    <a:pt x="162294" y="906553"/>
                  </a:lnTo>
                  <a:lnTo>
                    <a:pt x="159016" y="906553"/>
                  </a:lnTo>
                  <a:lnTo>
                    <a:pt x="157376" y="904914"/>
                  </a:lnTo>
                  <a:lnTo>
                    <a:pt x="157376" y="901635"/>
                  </a:lnTo>
                  <a:lnTo>
                    <a:pt x="159016" y="898356"/>
                  </a:lnTo>
                  <a:lnTo>
                    <a:pt x="163934" y="893438"/>
                  </a:lnTo>
                  <a:lnTo>
                    <a:pt x="167212" y="890160"/>
                  </a:lnTo>
                  <a:lnTo>
                    <a:pt x="163934" y="893438"/>
                  </a:lnTo>
                  <a:lnTo>
                    <a:pt x="159016" y="895078"/>
                  </a:lnTo>
                  <a:lnTo>
                    <a:pt x="155737" y="896717"/>
                  </a:lnTo>
                  <a:lnTo>
                    <a:pt x="152458" y="896717"/>
                  </a:lnTo>
                  <a:lnTo>
                    <a:pt x="149180" y="901635"/>
                  </a:lnTo>
                  <a:lnTo>
                    <a:pt x="145901" y="903275"/>
                  </a:lnTo>
                  <a:lnTo>
                    <a:pt x="142622" y="901635"/>
                  </a:lnTo>
                  <a:lnTo>
                    <a:pt x="139344" y="898356"/>
                  </a:lnTo>
                  <a:lnTo>
                    <a:pt x="136065" y="895078"/>
                  </a:lnTo>
                  <a:lnTo>
                    <a:pt x="136065" y="891799"/>
                  </a:lnTo>
                  <a:lnTo>
                    <a:pt x="140983" y="888521"/>
                  </a:lnTo>
                  <a:lnTo>
                    <a:pt x="144262" y="890160"/>
                  </a:lnTo>
                  <a:lnTo>
                    <a:pt x="142622" y="893438"/>
                  </a:lnTo>
                  <a:lnTo>
                    <a:pt x="142622" y="898356"/>
                  </a:lnTo>
                  <a:lnTo>
                    <a:pt x="145901" y="893438"/>
                  </a:lnTo>
                  <a:lnTo>
                    <a:pt x="149180" y="891799"/>
                  </a:lnTo>
                  <a:lnTo>
                    <a:pt x="152458" y="891799"/>
                  </a:lnTo>
                  <a:lnTo>
                    <a:pt x="155737" y="890160"/>
                  </a:lnTo>
                  <a:lnTo>
                    <a:pt x="152458" y="890160"/>
                  </a:lnTo>
                  <a:lnTo>
                    <a:pt x="149180" y="891799"/>
                  </a:lnTo>
                  <a:lnTo>
                    <a:pt x="145901" y="888521"/>
                  </a:lnTo>
                  <a:lnTo>
                    <a:pt x="149180" y="883603"/>
                  </a:lnTo>
                  <a:lnTo>
                    <a:pt x="150819" y="880324"/>
                  </a:lnTo>
                  <a:lnTo>
                    <a:pt x="152458" y="877045"/>
                  </a:lnTo>
                  <a:lnTo>
                    <a:pt x="152458" y="877045"/>
                  </a:lnTo>
                  <a:lnTo>
                    <a:pt x="155737" y="875406"/>
                  </a:lnTo>
                  <a:lnTo>
                    <a:pt x="159016" y="873766"/>
                  </a:lnTo>
                  <a:lnTo>
                    <a:pt x="160655" y="870488"/>
                  </a:lnTo>
                  <a:lnTo>
                    <a:pt x="157376" y="867209"/>
                  </a:lnTo>
                  <a:lnTo>
                    <a:pt x="159016" y="872127"/>
                  </a:lnTo>
                  <a:lnTo>
                    <a:pt x="155737" y="875406"/>
                  </a:lnTo>
                  <a:lnTo>
                    <a:pt x="150819" y="875406"/>
                  </a:lnTo>
                  <a:lnTo>
                    <a:pt x="149180" y="877045"/>
                  </a:lnTo>
                  <a:lnTo>
                    <a:pt x="147540" y="880324"/>
                  </a:lnTo>
                  <a:lnTo>
                    <a:pt x="147540" y="883603"/>
                  </a:lnTo>
                  <a:lnTo>
                    <a:pt x="145901" y="880324"/>
                  </a:lnTo>
                  <a:lnTo>
                    <a:pt x="142622" y="883603"/>
                  </a:lnTo>
                  <a:lnTo>
                    <a:pt x="139344" y="885242"/>
                  </a:lnTo>
                  <a:lnTo>
                    <a:pt x="134426" y="886881"/>
                  </a:lnTo>
                  <a:lnTo>
                    <a:pt x="131147" y="886881"/>
                  </a:lnTo>
                  <a:lnTo>
                    <a:pt x="127868" y="885242"/>
                  </a:lnTo>
                  <a:lnTo>
                    <a:pt x="127868" y="881963"/>
                  </a:lnTo>
                  <a:lnTo>
                    <a:pt x="124590" y="878684"/>
                  </a:lnTo>
                  <a:lnTo>
                    <a:pt x="124590" y="877045"/>
                  </a:lnTo>
                  <a:lnTo>
                    <a:pt x="126229" y="877045"/>
                  </a:lnTo>
                  <a:lnTo>
                    <a:pt x="127868" y="877045"/>
                  </a:lnTo>
                  <a:lnTo>
                    <a:pt x="129508" y="872127"/>
                  </a:lnTo>
                  <a:lnTo>
                    <a:pt x="132786" y="870488"/>
                  </a:lnTo>
                  <a:lnTo>
                    <a:pt x="137704" y="867209"/>
                  </a:lnTo>
                  <a:lnTo>
                    <a:pt x="136065" y="862291"/>
                  </a:lnTo>
                  <a:lnTo>
                    <a:pt x="139344" y="860652"/>
                  </a:lnTo>
                  <a:lnTo>
                    <a:pt x="144262" y="859012"/>
                  </a:lnTo>
                  <a:lnTo>
                    <a:pt x="147540" y="859012"/>
                  </a:lnTo>
                  <a:lnTo>
                    <a:pt x="152458" y="857373"/>
                  </a:lnTo>
                  <a:lnTo>
                    <a:pt x="147540" y="857373"/>
                  </a:lnTo>
                  <a:lnTo>
                    <a:pt x="144262" y="859012"/>
                  </a:lnTo>
                  <a:lnTo>
                    <a:pt x="140983" y="859012"/>
                  </a:lnTo>
                  <a:lnTo>
                    <a:pt x="136065" y="862291"/>
                  </a:lnTo>
                  <a:lnTo>
                    <a:pt x="132786" y="863931"/>
                  </a:lnTo>
                  <a:lnTo>
                    <a:pt x="129508" y="862291"/>
                  </a:lnTo>
                  <a:lnTo>
                    <a:pt x="131147" y="859012"/>
                  </a:lnTo>
                  <a:lnTo>
                    <a:pt x="127868" y="862291"/>
                  </a:lnTo>
                  <a:lnTo>
                    <a:pt x="127868" y="859012"/>
                  </a:lnTo>
                  <a:lnTo>
                    <a:pt x="132786" y="855734"/>
                  </a:lnTo>
                  <a:lnTo>
                    <a:pt x="136065" y="854094"/>
                  </a:lnTo>
                  <a:lnTo>
                    <a:pt x="139344" y="852455"/>
                  </a:lnTo>
                  <a:lnTo>
                    <a:pt x="142622" y="847537"/>
                  </a:lnTo>
                  <a:lnTo>
                    <a:pt x="145901" y="844258"/>
                  </a:lnTo>
                  <a:lnTo>
                    <a:pt x="149180" y="840980"/>
                  </a:lnTo>
                  <a:lnTo>
                    <a:pt x="152458" y="837701"/>
                  </a:lnTo>
                  <a:lnTo>
                    <a:pt x="152458" y="837701"/>
                  </a:lnTo>
                  <a:lnTo>
                    <a:pt x="147540" y="839340"/>
                  </a:lnTo>
                  <a:lnTo>
                    <a:pt x="144262" y="840980"/>
                  </a:lnTo>
                  <a:lnTo>
                    <a:pt x="142622" y="845898"/>
                  </a:lnTo>
                  <a:lnTo>
                    <a:pt x="139344" y="849176"/>
                  </a:lnTo>
                  <a:lnTo>
                    <a:pt x="136065" y="850816"/>
                  </a:lnTo>
                  <a:lnTo>
                    <a:pt x="132786" y="854094"/>
                  </a:lnTo>
                  <a:lnTo>
                    <a:pt x="129508" y="855734"/>
                  </a:lnTo>
                  <a:lnTo>
                    <a:pt x="124590" y="859012"/>
                  </a:lnTo>
                  <a:lnTo>
                    <a:pt x="121311" y="857373"/>
                  </a:lnTo>
                  <a:lnTo>
                    <a:pt x="118032" y="857373"/>
                  </a:lnTo>
                  <a:lnTo>
                    <a:pt x="114754" y="857373"/>
                  </a:lnTo>
                  <a:lnTo>
                    <a:pt x="116393" y="854094"/>
                  </a:lnTo>
                  <a:lnTo>
                    <a:pt x="119672" y="849176"/>
                  </a:lnTo>
                  <a:lnTo>
                    <a:pt x="122950" y="847537"/>
                  </a:lnTo>
                  <a:lnTo>
                    <a:pt x="119672" y="847537"/>
                  </a:lnTo>
                  <a:lnTo>
                    <a:pt x="116393" y="852455"/>
                  </a:lnTo>
                  <a:lnTo>
                    <a:pt x="111475" y="854094"/>
                  </a:lnTo>
                  <a:lnTo>
                    <a:pt x="108196" y="857373"/>
                  </a:lnTo>
                  <a:lnTo>
                    <a:pt x="106557" y="854094"/>
                  </a:lnTo>
                  <a:lnTo>
                    <a:pt x="103278" y="855734"/>
                  </a:lnTo>
                  <a:lnTo>
                    <a:pt x="100000" y="857373"/>
                  </a:lnTo>
                  <a:lnTo>
                    <a:pt x="95082" y="855734"/>
                  </a:lnTo>
                  <a:lnTo>
                    <a:pt x="91803" y="855734"/>
                  </a:lnTo>
                  <a:lnTo>
                    <a:pt x="95082" y="852455"/>
                  </a:lnTo>
                  <a:lnTo>
                    <a:pt x="100000" y="850816"/>
                  </a:lnTo>
                  <a:lnTo>
                    <a:pt x="103278" y="850816"/>
                  </a:lnTo>
                  <a:lnTo>
                    <a:pt x="100000" y="850816"/>
                  </a:lnTo>
                  <a:lnTo>
                    <a:pt x="95082" y="850816"/>
                  </a:lnTo>
                  <a:lnTo>
                    <a:pt x="95082" y="849176"/>
                  </a:lnTo>
                  <a:lnTo>
                    <a:pt x="98360" y="849176"/>
                  </a:lnTo>
                  <a:lnTo>
                    <a:pt x="101639" y="849176"/>
                  </a:lnTo>
                  <a:lnTo>
                    <a:pt x="106557" y="849176"/>
                  </a:lnTo>
                  <a:lnTo>
                    <a:pt x="109836" y="847537"/>
                  </a:lnTo>
                  <a:lnTo>
                    <a:pt x="113114" y="847537"/>
                  </a:lnTo>
                  <a:lnTo>
                    <a:pt x="118032" y="845898"/>
                  </a:lnTo>
                  <a:lnTo>
                    <a:pt x="121311" y="844258"/>
                  </a:lnTo>
                  <a:lnTo>
                    <a:pt x="122950" y="840980"/>
                  </a:lnTo>
                  <a:lnTo>
                    <a:pt x="127868" y="839340"/>
                  </a:lnTo>
                  <a:lnTo>
                    <a:pt x="131147" y="836062"/>
                  </a:lnTo>
                  <a:lnTo>
                    <a:pt x="131147" y="831144"/>
                  </a:lnTo>
                  <a:lnTo>
                    <a:pt x="127868" y="836062"/>
                  </a:lnTo>
                  <a:lnTo>
                    <a:pt x="124590" y="839340"/>
                  </a:lnTo>
                  <a:lnTo>
                    <a:pt x="121311" y="840980"/>
                  </a:lnTo>
                  <a:lnTo>
                    <a:pt x="116393" y="844258"/>
                  </a:lnTo>
                  <a:lnTo>
                    <a:pt x="113114" y="845898"/>
                  </a:lnTo>
                  <a:lnTo>
                    <a:pt x="109836" y="847537"/>
                  </a:lnTo>
                  <a:lnTo>
                    <a:pt x="104918" y="847537"/>
                  </a:lnTo>
                  <a:lnTo>
                    <a:pt x="101639" y="847537"/>
                  </a:lnTo>
                  <a:lnTo>
                    <a:pt x="98360" y="847537"/>
                  </a:lnTo>
                  <a:lnTo>
                    <a:pt x="101639" y="845898"/>
                  </a:lnTo>
                  <a:lnTo>
                    <a:pt x="104918" y="844258"/>
                  </a:lnTo>
                  <a:lnTo>
                    <a:pt x="104918" y="840980"/>
                  </a:lnTo>
                  <a:lnTo>
                    <a:pt x="101639" y="840980"/>
                  </a:lnTo>
                  <a:lnTo>
                    <a:pt x="96721" y="840980"/>
                  </a:lnTo>
                  <a:lnTo>
                    <a:pt x="93442" y="840980"/>
                  </a:lnTo>
                  <a:lnTo>
                    <a:pt x="95082" y="837701"/>
                  </a:lnTo>
                  <a:lnTo>
                    <a:pt x="98360" y="837701"/>
                  </a:lnTo>
                  <a:lnTo>
                    <a:pt x="103278" y="837701"/>
                  </a:lnTo>
                  <a:lnTo>
                    <a:pt x="106557" y="837701"/>
                  </a:lnTo>
                  <a:lnTo>
                    <a:pt x="103278" y="837701"/>
                  </a:lnTo>
                  <a:lnTo>
                    <a:pt x="98360" y="836062"/>
                  </a:lnTo>
                  <a:lnTo>
                    <a:pt x="100000" y="832783"/>
                  </a:lnTo>
                  <a:lnTo>
                    <a:pt x="96721" y="836062"/>
                  </a:lnTo>
                  <a:lnTo>
                    <a:pt x="91803" y="837701"/>
                  </a:lnTo>
                  <a:lnTo>
                    <a:pt x="88524" y="839340"/>
                  </a:lnTo>
                  <a:lnTo>
                    <a:pt x="85246" y="836062"/>
                  </a:lnTo>
                  <a:lnTo>
                    <a:pt x="81967" y="837701"/>
                  </a:lnTo>
                  <a:lnTo>
                    <a:pt x="77049" y="837701"/>
                  </a:lnTo>
                  <a:lnTo>
                    <a:pt x="73770" y="837701"/>
                  </a:lnTo>
                  <a:lnTo>
                    <a:pt x="78688" y="839340"/>
                  </a:lnTo>
                  <a:lnTo>
                    <a:pt x="73770" y="840980"/>
                  </a:lnTo>
                  <a:lnTo>
                    <a:pt x="70492" y="837701"/>
                  </a:lnTo>
                  <a:lnTo>
                    <a:pt x="67213" y="837701"/>
                  </a:lnTo>
                  <a:lnTo>
                    <a:pt x="65573" y="834422"/>
                  </a:lnTo>
                  <a:lnTo>
                    <a:pt x="68852" y="829504"/>
                  </a:lnTo>
                  <a:lnTo>
                    <a:pt x="72131" y="832783"/>
                  </a:lnTo>
                  <a:lnTo>
                    <a:pt x="77049" y="832783"/>
                  </a:lnTo>
                  <a:lnTo>
                    <a:pt x="80328" y="832783"/>
                  </a:lnTo>
                  <a:lnTo>
                    <a:pt x="83606" y="831144"/>
                  </a:lnTo>
                  <a:lnTo>
                    <a:pt x="88524" y="831144"/>
                  </a:lnTo>
                  <a:lnTo>
                    <a:pt x="91803" y="831144"/>
                  </a:lnTo>
                  <a:lnTo>
                    <a:pt x="95082" y="829504"/>
                  </a:lnTo>
                  <a:lnTo>
                    <a:pt x="98360" y="827865"/>
                  </a:lnTo>
                  <a:lnTo>
                    <a:pt x="95082" y="829504"/>
                  </a:lnTo>
                  <a:lnTo>
                    <a:pt x="91803" y="829504"/>
                  </a:lnTo>
                  <a:lnTo>
                    <a:pt x="86885" y="831144"/>
                  </a:lnTo>
                  <a:lnTo>
                    <a:pt x="83606" y="831144"/>
                  </a:lnTo>
                  <a:lnTo>
                    <a:pt x="80328" y="831144"/>
                  </a:lnTo>
                  <a:lnTo>
                    <a:pt x="75409" y="831144"/>
                  </a:lnTo>
                  <a:lnTo>
                    <a:pt x="72131" y="831144"/>
                  </a:lnTo>
                  <a:lnTo>
                    <a:pt x="68852" y="829504"/>
                  </a:lnTo>
                  <a:lnTo>
                    <a:pt x="65573" y="829504"/>
                  </a:lnTo>
                  <a:lnTo>
                    <a:pt x="62295" y="826226"/>
                  </a:lnTo>
                  <a:lnTo>
                    <a:pt x="65573" y="822947"/>
                  </a:lnTo>
                  <a:lnTo>
                    <a:pt x="70492" y="822947"/>
                  </a:lnTo>
                  <a:lnTo>
                    <a:pt x="73770" y="821308"/>
                  </a:lnTo>
                  <a:lnTo>
                    <a:pt x="77049" y="821308"/>
                  </a:lnTo>
                  <a:lnTo>
                    <a:pt x="81967" y="822947"/>
                  </a:lnTo>
                  <a:lnTo>
                    <a:pt x="85246" y="821308"/>
                  </a:lnTo>
                  <a:lnTo>
                    <a:pt x="88524" y="819668"/>
                  </a:lnTo>
                  <a:lnTo>
                    <a:pt x="85246" y="821308"/>
                  </a:lnTo>
                  <a:lnTo>
                    <a:pt x="81967" y="821308"/>
                  </a:lnTo>
                  <a:lnTo>
                    <a:pt x="77049" y="821308"/>
                  </a:lnTo>
                  <a:lnTo>
                    <a:pt x="73770" y="819668"/>
                  </a:lnTo>
                  <a:lnTo>
                    <a:pt x="70492" y="819668"/>
                  </a:lnTo>
                  <a:lnTo>
                    <a:pt x="73770" y="818029"/>
                  </a:lnTo>
                  <a:lnTo>
                    <a:pt x="77049" y="814750"/>
                  </a:lnTo>
                  <a:lnTo>
                    <a:pt x="80328" y="813111"/>
                  </a:lnTo>
                  <a:lnTo>
                    <a:pt x="85246" y="809832"/>
                  </a:lnTo>
                  <a:lnTo>
                    <a:pt x="88524" y="808193"/>
                  </a:lnTo>
                  <a:lnTo>
                    <a:pt x="91803" y="806554"/>
                  </a:lnTo>
                  <a:lnTo>
                    <a:pt x="95082" y="806554"/>
                  </a:lnTo>
                  <a:lnTo>
                    <a:pt x="100000" y="806554"/>
                  </a:lnTo>
                  <a:lnTo>
                    <a:pt x="103278" y="806554"/>
                  </a:lnTo>
                  <a:lnTo>
                    <a:pt x="106557" y="806554"/>
                  </a:lnTo>
                  <a:lnTo>
                    <a:pt x="111475" y="806554"/>
                  </a:lnTo>
                  <a:lnTo>
                    <a:pt x="114754" y="806554"/>
                  </a:lnTo>
                  <a:lnTo>
                    <a:pt x="118032" y="804914"/>
                  </a:lnTo>
                  <a:lnTo>
                    <a:pt x="119672" y="801636"/>
                  </a:lnTo>
                  <a:lnTo>
                    <a:pt x="118032" y="804914"/>
                  </a:lnTo>
                  <a:lnTo>
                    <a:pt x="113114" y="804914"/>
                  </a:lnTo>
                  <a:lnTo>
                    <a:pt x="109836" y="804914"/>
                  </a:lnTo>
                  <a:lnTo>
                    <a:pt x="106557" y="804914"/>
                  </a:lnTo>
                  <a:lnTo>
                    <a:pt x="101639" y="804914"/>
                  </a:lnTo>
                  <a:lnTo>
                    <a:pt x="98360" y="804914"/>
                  </a:lnTo>
                  <a:lnTo>
                    <a:pt x="95082" y="804914"/>
                  </a:lnTo>
                  <a:lnTo>
                    <a:pt x="91803" y="804914"/>
                  </a:lnTo>
                  <a:lnTo>
                    <a:pt x="93442" y="801636"/>
                  </a:lnTo>
                  <a:lnTo>
                    <a:pt x="96721" y="799996"/>
                  </a:lnTo>
                  <a:lnTo>
                    <a:pt x="93442" y="801636"/>
                  </a:lnTo>
                  <a:lnTo>
                    <a:pt x="90164" y="804914"/>
                  </a:lnTo>
                  <a:lnTo>
                    <a:pt x="86885" y="804914"/>
                  </a:lnTo>
                  <a:lnTo>
                    <a:pt x="85246" y="808193"/>
                  </a:lnTo>
                  <a:lnTo>
                    <a:pt x="81967" y="811472"/>
                  </a:lnTo>
                  <a:lnTo>
                    <a:pt x="78688" y="813111"/>
                  </a:lnTo>
                  <a:lnTo>
                    <a:pt x="73770" y="814750"/>
                  </a:lnTo>
                  <a:lnTo>
                    <a:pt x="73770" y="811472"/>
                  </a:lnTo>
                  <a:lnTo>
                    <a:pt x="75409" y="806554"/>
                  </a:lnTo>
                  <a:lnTo>
                    <a:pt x="75409" y="806554"/>
                  </a:lnTo>
                  <a:lnTo>
                    <a:pt x="78688" y="803275"/>
                  </a:lnTo>
                  <a:lnTo>
                    <a:pt x="80328" y="799996"/>
                  </a:lnTo>
                  <a:lnTo>
                    <a:pt x="85246" y="795078"/>
                  </a:lnTo>
                  <a:lnTo>
                    <a:pt x="88524" y="795078"/>
                  </a:lnTo>
                  <a:lnTo>
                    <a:pt x="91803" y="793439"/>
                  </a:lnTo>
                  <a:lnTo>
                    <a:pt x="95082" y="790160"/>
                  </a:lnTo>
                  <a:lnTo>
                    <a:pt x="100000" y="786882"/>
                  </a:lnTo>
                  <a:lnTo>
                    <a:pt x="103278" y="785242"/>
                  </a:lnTo>
                  <a:lnTo>
                    <a:pt x="100000" y="788521"/>
                  </a:lnTo>
                  <a:lnTo>
                    <a:pt x="103278" y="788521"/>
                  </a:lnTo>
                  <a:lnTo>
                    <a:pt x="106557" y="785242"/>
                  </a:lnTo>
                  <a:lnTo>
                    <a:pt x="111475" y="783603"/>
                  </a:lnTo>
                  <a:lnTo>
                    <a:pt x="114754" y="781964"/>
                  </a:lnTo>
                  <a:lnTo>
                    <a:pt x="118032" y="780324"/>
                  </a:lnTo>
                  <a:lnTo>
                    <a:pt x="121311" y="778685"/>
                  </a:lnTo>
                  <a:lnTo>
                    <a:pt x="126229" y="778685"/>
                  </a:lnTo>
                  <a:lnTo>
                    <a:pt x="126229" y="781964"/>
                  </a:lnTo>
                  <a:lnTo>
                    <a:pt x="126229" y="786882"/>
                  </a:lnTo>
                  <a:lnTo>
                    <a:pt x="127868" y="790160"/>
                  </a:lnTo>
                  <a:lnTo>
                    <a:pt x="127868" y="786882"/>
                  </a:lnTo>
                  <a:lnTo>
                    <a:pt x="126229" y="781964"/>
                  </a:lnTo>
                  <a:lnTo>
                    <a:pt x="129508" y="778685"/>
                  </a:lnTo>
                  <a:lnTo>
                    <a:pt x="132786" y="777046"/>
                  </a:lnTo>
                  <a:lnTo>
                    <a:pt x="136065" y="775406"/>
                  </a:lnTo>
                  <a:lnTo>
                    <a:pt x="134426" y="775406"/>
                  </a:lnTo>
                  <a:lnTo>
                    <a:pt x="129508" y="777046"/>
                  </a:lnTo>
                  <a:lnTo>
                    <a:pt x="126229" y="777046"/>
                  </a:lnTo>
                  <a:lnTo>
                    <a:pt x="124590" y="773767"/>
                  </a:lnTo>
                  <a:lnTo>
                    <a:pt x="126229" y="770488"/>
                  </a:lnTo>
                  <a:lnTo>
                    <a:pt x="131147" y="767210"/>
                  </a:lnTo>
                  <a:lnTo>
                    <a:pt x="134426" y="767210"/>
                  </a:lnTo>
                  <a:lnTo>
                    <a:pt x="137704" y="765570"/>
                  </a:lnTo>
                  <a:lnTo>
                    <a:pt x="140983" y="762291"/>
                  </a:lnTo>
                  <a:lnTo>
                    <a:pt x="144262" y="759013"/>
                  </a:lnTo>
                  <a:lnTo>
                    <a:pt x="144262" y="755734"/>
                  </a:lnTo>
                  <a:lnTo>
                    <a:pt x="142622" y="759013"/>
                  </a:lnTo>
                  <a:lnTo>
                    <a:pt x="139344" y="762291"/>
                  </a:lnTo>
                  <a:lnTo>
                    <a:pt x="136065" y="763931"/>
                  </a:lnTo>
                  <a:lnTo>
                    <a:pt x="132786" y="765570"/>
                  </a:lnTo>
                  <a:lnTo>
                    <a:pt x="127868" y="767210"/>
                  </a:lnTo>
                  <a:lnTo>
                    <a:pt x="124590" y="770488"/>
                  </a:lnTo>
                  <a:lnTo>
                    <a:pt x="121311" y="773767"/>
                  </a:lnTo>
                  <a:lnTo>
                    <a:pt x="118032" y="773767"/>
                  </a:lnTo>
                  <a:lnTo>
                    <a:pt x="113114" y="775406"/>
                  </a:lnTo>
                  <a:lnTo>
                    <a:pt x="109836" y="777046"/>
                  </a:lnTo>
                  <a:lnTo>
                    <a:pt x="104918" y="778685"/>
                  </a:lnTo>
                  <a:lnTo>
                    <a:pt x="101639" y="780324"/>
                  </a:lnTo>
                  <a:lnTo>
                    <a:pt x="98360" y="780324"/>
                  </a:lnTo>
                  <a:lnTo>
                    <a:pt x="95082" y="783603"/>
                  </a:lnTo>
                  <a:lnTo>
                    <a:pt x="95082" y="778685"/>
                  </a:lnTo>
                  <a:lnTo>
                    <a:pt x="100000" y="777046"/>
                  </a:lnTo>
                  <a:lnTo>
                    <a:pt x="101639" y="773767"/>
                  </a:lnTo>
                  <a:lnTo>
                    <a:pt x="104918" y="770488"/>
                  </a:lnTo>
                  <a:lnTo>
                    <a:pt x="101639" y="772128"/>
                  </a:lnTo>
                  <a:lnTo>
                    <a:pt x="98360" y="777046"/>
                  </a:lnTo>
                  <a:lnTo>
                    <a:pt x="95082" y="777046"/>
                  </a:lnTo>
                  <a:lnTo>
                    <a:pt x="95082" y="773767"/>
                  </a:lnTo>
                  <a:lnTo>
                    <a:pt x="100000" y="770488"/>
                  </a:lnTo>
                  <a:lnTo>
                    <a:pt x="103278" y="770488"/>
                  </a:lnTo>
                  <a:lnTo>
                    <a:pt x="106557" y="767210"/>
                  </a:lnTo>
                  <a:lnTo>
                    <a:pt x="103278" y="768849"/>
                  </a:lnTo>
                  <a:lnTo>
                    <a:pt x="100000" y="770488"/>
                  </a:lnTo>
                  <a:lnTo>
                    <a:pt x="95082" y="772128"/>
                  </a:lnTo>
                  <a:lnTo>
                    <a:pt x="91803" y="773767"/>
                  </a:lnTo>
                  <a:lnTo>
                    <a:pt x="88524" y="777046"/>
                  </a:lnTo>
                  <a:lnTo>
                    <a:pt x="85246" y="778685"/>
                  </a:lnTo>
                  <a:lnTo>
                    <a:pt x="80328" y="780324"/>
                  </a:lnTo>
                  <a:lnTo>
                    <a:pt x="85246" y="777046"/>
                  </a:lnTo>
                  <a:lnTo>
                    <a:pt x="88524" y="775406"/>
                  </a:lnTo>
                  <a:lnTo>
                    <a:pt x="91803" y="772128"/>
                  </a:lnTo>
                  <a:lnTo>
                    <a:pt x="95082" y="768849"/>
                  </a:lnTo>
                  <a:lnTo>
                    <a:pt x="98360" y="765570"/>
                  </a:lnTo>
                  <a:lnTo>
                    <a:pt x="101639" y="762291"/>
                  </a:lnTo>
                  <a:lnTo>
                    <a:pt x="104918" y="759013"/>
                  </a:lnTo>
                  <a:lnTo>
                    <a:pt x="108196" y="755734"/>
                  </a:lnTo>
                  <a:lnTo>
                    <a:pt x="111475" y="754095"/>
                  </a:lnTo>
                  <a:lnTo>
                    <a:pt x="108196" y="755734"/>
                  </a:lnTo>
                  <a:lnTo>
                    <a:pt x="104918" y="757374"/>
                  </a:lnTo>
                  <a:lnTo>
                    <a:pt x="100000" y="757374"/>
                  </a:lnTo>
                  <a:lnTo>
                    <a:pt x="98360" y="754095"/>
                  </a:lnTo>
                  <a:lnTo>
                    <a:pt x="101639" y="750816"/>
                  </a:lnTo>
                  <a:lnTo>
                    <a:pt x="103278" y="745898"/>
                  </a:lnTo>
                  <a:lnTo>
                    <a:pt x="106557" y="744259"/>
                  </a:lnTo>
                  <a:lnTo>
                    <a:pt x="104918" y="739341"/>
                  </a:lnTo>
                  <a:lnTo>
                    <a:pt x="103278" y="742619"/>
                  </a:lnTo>
                  <a:lnTo>
                    <a:pt x="100000" y="737701"/>
                  </a:lnTo>
                  <a:lnTo>
                    <a:pt x="103278" y="734423"/>
                  </a:lnTo>
                  <a:lnTo>
                    <a:pt x="106557" y="731144"/>
                  </a:lnTo>
                  <a:lnTo>
                    <a:pt x="106557" y="726226"/>
                  </a:lnTo>
                  <a:lnTo>
                    <a:pt x="109836" y="726226"/>
                  </a:lnTo>
                  <a:lnTo>
                    <a:pt x="113114" y="731144"/>
                  </a:lnTo>
                  <a:lnTo>
                    <a:pt x="114754" y="734423"/>
                  </a:lnTo>
                  <a:lnTo>
                    <a:pt x="118032" y="731144"/>
                  </a:lnTo>
                  <a:lnTo>
                    <a:pt x="121311" y="731144"/>
                  </a:lnTo>
                  <a:lnTo>
                    <a:pt x="126229" y="731144"/>
                  </a:lnTo>
                  <a:lnTo>
                    <a:pt x="129508" y="731144"/>
                  </a:lnTo>
                  <a:lnTo>
                    <a:pt x="127868" y="734423"/>
                  </a:lnTo>
                  <a:lnTo>
                    <a:pt x="129508" y="737701"/>
                  </a:lnTo>
                  <a:lnTo>
                    <a:pt x="131147" y="734423"/>
                  </a:lnTo>
                  <a:lnTo>
                    <a:pt x="131147" y="731144"/>
                  </a:lnTo>
                  <a:lnTo>
                    <a:pt x="127868" y="729505"/>
                  </a:lnTo>
                  <a:lnTo>
                    <a:pt x="124590" y="727866"/>
                  </a:lnTo>
                  <a:lnTo>
                    <a:pt x="119672" y="731144"/>
                  </a:lnTo>
                  <a:lnTo>
                    <a:pt x="116393" y="731144"/>
                  </a:lnTo>
                  <a:lnTo>
                    <a:pt x="114754" y="727866"/>
                  </a:lnTo>
                  <a:lnTo>
                    <a:pt x="114754" y="724587"/>
                  </a:lnTo>
                  <a:lnTo>
                    <a:pt x="118032" y="721308"/>
                  </a:lnTo>
                  <a:lnTo>
                    <a:pt x="121311" y="716390"/>
                  </a:lnTo>
                  <a:lnTo>
                    <a:pt x="124590" y="714751"/>
                  </a:lnTo>
                  <a:lnTo>
                    <a:pt x="127868" y="713111"/>
                  </a:lnTo>
                  <a:lnTo>
                    <a:pt x="132786" y="714751"/>
                  </a:lnTo>
                  <a:lnTo>
                    <a:pt x="127868" y="713111"/>
                  </a:lnTo>
                  <a:lnTo>
                    <a:pt x="132786" y="708194"/>
                  </a:lnTo>
                  <a:lnTo>
                    <a:pt x="132786" y="706554"/>
                  </a:lnTo>
                  <a:lnTo>
                    <a:pt x="127868" y="709833"/>
                  </a:lnTo>
                  <a:lnTo>
                    <a:pt x="124590" y="711472"/>
                  </a:lnTo>
                  <a:lnTo>
                    <a:pt x="121311" y="713111"/>
                  </a:lnTo>
                  <a:lnTo>
                    <a:pt x="118032" y="716390"/>
                  </a:lnTo>
                  <a:lnTo>
                    <a:pt x="118032" y="713111"/>
                  </a:lnTo>
                  <a:lnTo>
                    <a:pt x="114754" y="716390"/>
                  </a:lnTo>
                  <a:lnTo>
                    <a:pt x="111475" y="716390"/>
                  </a:lnTo>
                  <a:lnTo>
                    <a:pt x="108196" y="719669"/>
                  </a:lnTo>
                  <a:lnTo>
                    <a:pt x="104918" y="721308"/>
                  </a:lnTo>
                  <a:lnTo>
                    <a:pt x="100000" y="722947"/>
                  </a:lnTo>
                  <a:lnTo>
                    <a:pt x="96721" y="726226"/>
                  </a:lnTo>
                  <a:lnTo>
                    <a:pt x="93442" y="731144"/>
                  </a:lnTo>
                  <a:lnTo>
                    <a:pt x="90164" y="734423"/>
                  </a:lnTo>
                  <a:lnTo>
                    <a:pt x="88524" y="729505"/>
                  </a:lnTo>
                  <a:lnTo>
                    <a:pt x="86885" y="726226"/>
                  </a:lnTo>
                  <a:lnTo>
                    <a:pt x="85246" y="722947"/>
                  </a:lnTo>
                  <a:lnTo>
                    <a:pt x="85246" y="718029"/>
                  </a:lnTo>
                  <a:lnTo>
                    <a:pt x="85246" y="714751"/>
                  </a:lnTo>
                  <a:lnTo>
                    <a:pt x="85246" y="713111"/>
                  </a:lnTo>
                  <a:lnTo>
                    <a:pt x="85246" y="709833"/>
                  </a:lnTo>
                  <a:lnTo>
                    <a:pt x="88524" y="704915"/>
                  </a:lnTo>
                  <a:lnTo>
                    <a:pt x="91803" y="701636"/>
                  </a:lnTo>
                  <a:lnTo>
                    <a:pt x="95082" y="701636"/>
                  </a:lnTo>
                  <a:lnTo>
                    <a:pt x="96721" y="704915"/>
                  </a:lnTo>
                  <a:lnTo>
                    <a:pt x="96721" y="708194"/>
                  </a:lnTo>
                  <a:lnTo>
                    <a:pt x="96721" y="704915"/>
                  </a:lnTo>
                  <a:lnTo>
                    <a:pt x="96721" y="701636"/>
                  </a:lnTo>
                  <a:lnTo>
                    <a:pt x="101639" y="698357"/>
                  </a:lnTo>
                  <a:lnTo>
                    <a:pt x="104918" y="699997"/>
                  </a:lnTo>
                  <a:lnTo>
                    <a:pt x="108196" y="699997"/>
                  </a:lnTo>
                  <a:lnTo>
                    <a:pt x="113114" y="698357"/>
                  </a:lnTo>
                  <a:lnTo>
                    <a:pt x="114754" y="696718"/>
                  </a:lnTo>
                  <a:lnTo>
                    <a:pt x="111475" y="698357"/>
                  </a:lnTo>
                  <a:lnTo>
                    <a:pt x="108196" y="698357"/>
                  </a:lnTo>
                  <a:lnTo>
                    <a:pt x="103278" y="698357"/>
                  </a:lnTo>
                  <a:lnTo>
                    <a:pt x="100000" y="698357"/>
                  </a:lnTo>
                  <a:lnTo>
                    <a:pt x="96721" y="699997"/>
                  </a:lnTo>
                  <a:lnTo>
                    <a:pt x="91803" y="699997"/>
                  </a:lnTo>
                  <a:lnTo>
                    <a:pt x="88524" y="698357"/>
                  </a:lnTo>
                  <a:lnTo>
                    <a:pt x="90164" y="696718"/>
                  </a:lnTo>
                  <a:lnTo>
                    <a:pt x="93442" y="693439"/>
                  </a:lnTo>
                  <a:lnTo>
                    <a:pt x="90164" y="693439"/>
                  </a:lnTo>
                  <a:lnTo>
                    <a:pt x="90164" y="690161"/>
                  </a:lnTo>
                  <a:lnTo>
                    <a:pt x="93442" y="688521"/>
                  </a:lnTo>
                  <a:lnTo>
                    <a:pt x="95082" y="685243"/>
                  </a:lnTo>
                  <a:lnTo>
                    <a:pt x="98360" y="681964"/>
                  </a:lnTo>
                  <a:lnTo>
                    <a:pt x="100000" y="685243"/>
                  </a:lnTo>
                  <a:lnTo>
                    <a:pt x="100000" y="688521"/>
                  </a:lnTo>
                  <a:lnTo>
                    <a:pt x="100000" y="691800"/>
                  </a:lnTo>
                  <a:lnTo>
                    <a:pt x="101639" y="695079"/>
                  </a:lnTo>
                  <a:lnTo>
                    <a:pt x="101639" y="693439"/>
                  </a:lnTo>
                  <a:lnTo>
                    <a:pt x="101639" y="690161"/>
                  </a:lnTo>
                  <a:lnTo>
                    <a:pt x="106557" y="686882"/>
                  </a:lnTo>
                  <a:lnTo>
                    <a:pt x="108196" y="686882"/>
                  </a:lnTo>
                  <a:lnTo>
                    <a:pt x="108196" y="685243"/>
                  </a:lnTo>
                  <a:lnTo>
                    <a:pt x="104918" y="686882"/>
                  </a:lnTo>
                  <a:lnTo>
                    <a:pt x="101639" y="683603"/>
                  </a:lnTo>
                  <a:lnTo>
                    <a:pt x="101639" y="680325"/>
                  </a:lnTo>
                  <a:lnTo>
                    <a:pt x="104918" y="678685"/>
                  </a:lnTo>
                  <a:lnTo>
                    <a:pt x="109836" y="678685"/>
                  </a:lnTo>
                  <a:lnTo>
                    <a:pt x="111475" y="681964"/>
                  </a:lnTo>
                  <a:lnTo>
                    <a:pt x="116393" y="681964"/>
                  </a:lnTo>
                  <a:lnTo>
                    <a:pt x="113114" y="680325"/>
                  </a:lnTo>
                  <a:lnTo>
                    <a:pt x="109836" y="677046"/>
                  </a:lnTo>
                  <a:lnTo>
                    <a:pt x="114754" y="673767"/>
                  </a:lnTo>
                  <a:lnTo>
                    <a:pt x="118032" y="672128"/>
                  </a:lnTo>
                  <a:lnTo>
                    <a:pt x="121311" y="668849"/>
                  </a:lnTo>
                  <a:lnTo>
                    <a:pt x="124590" y="667210"/>
                  </a:lnTo>
                  <a:lnTo>
                    <a:pt x="126229" y="667210"/>
                  </a:lnTo>
                  <a:lnTo>
                    <a:pt x="129508" y="667210"/>
                  </a:lnTo>
                  <a:lnTo>
                    <a:pt x="132786" y="667210"/>
                  </a:lnTo>
                  <a:lnTo>
                    <a:pt x="136065" y="667210"/>
                  </a:lnTo>
                  <a:lnTo>
                    <a:pt x="139344" y="665571"/>
                  </a:lnTo>
                  <a:lnTo>
                    <a:pt x="134426" y="665571"/>
                  </a:lnTo>
                  <a:lnTo>
                    <a:pt x="131147" y="665571"/>
                  </a:lnTo>
                  <a:lnTo>
                    <a:pt x="127868" y="665571"/>
                  </a:lnTo>
                  <a:lnTo>
                    <a:pt x="131147" y="662292"/>
                  </a:lnTo>
                  <a:lnTo>
                    <a:pt x="136065" y="660653"/>
                  </a:lnTo>
                  <a:lnTo>
                    <a:pt x="139344" y="657374"/>
                  </a:lnTo>
                  <a:lnTo>
                    <a:pt x="142622" y="654095"/>
                  </a:lnTo>
                  <a:lnTo>
                    <a:pt x="145901" y="652456"/>
                  </a:lnTo>
                  <a:lnTo>
                    <a:pt x="150819" y="650817"/>
                  </a:lnTo>
                  <a:lnTo>
                    <a:pt x="154098" y="647538"/>
                  </a:lnTo>
                  <a:lnTo>
                    <a:pt x="159016" y="647538"/>
                  </a:lnTo>
                  <a:lnTo>
                    <a:pt x="154098" y="647538"/>
                  </a:lnTo>
                  <a:lnTo>
                    <a:pt x="154098" y="642620"/>
                  </a:lnTo>
                  <a:lnTo>
                    <a:pt x="155737" y="639341"/>
                  </a:lnTo>
                  <a:lnTo>
                    <a:pt x="152458" y="642620"/>
                  </a:lnTo>
                  <a:lnTo>
                    <a:pt x="150819" y="645899"/>
                  </a:lnTo>
                  <a:lnTo>
                    <a:pt x="145901" y="649177"/>
                  </a:lnTo>
                  <a:lnTo>
                    <a:pt x="144262" y="654095"/>
                  </a:lnTo>
                  <a:lnTo>
                    <a:pt x="139344" y="655735"/>
                  </a:lnTo>
                  <a:lnTo>
                    <a:pt x="136065" y="659013"/>
                  </a:lnTo>
                  <a:lnTo>
                    <a:pt x="132786" y="660653"/>
                  </a:lnTo>
                  <a:lnTo>
                    <a:pt x="131147" y="662292"/>
                  </a:lnTo>
                  <a:lnTo>
                    <a:pt x="126229" y="663931"/>
                  </a:lnTo>
                  <a:lnTo>
                    <a:pt x="127868" y="660653"/>
                  </a:lnTo>
                  <a:lnTo>
                    <a:pt x="131147" y="657374"/>
                  </a:lnTo>
                  <a:lnTo>
                    <a:pt x="134426" y="655735"/>
                  </a:lnTo>
                  <a:lnTo>
                    <a:pt x="136065" y="655735"/>
                  </a:lnTo>
                  <a:lnTo>
                    <a:pt x="139344" y="654095"/>
                  </a:lnTo>
                  <a:lnTo>
                    <a:pt x="139344" y="650817"/>
                  </a:lnTo>
                  <a:lnTo>
                    <a:pt x="142622" y="647538"/>
                  </a:lnTo>
                  <a:lnTo>
                    <a:pt x="144262" y="644259"/>
                  </a:lnTo>
                  <a:lnTo>
                    <a:pt x="147540" y="639341"/>
                  </a:lnTo>
                  <a:lnTo>
                    <a:pt x="149180" y="636063"/>
                  </a:lnTo>
                  <a:lnTo>
                    <a:pt x="152458" y="632784"/>
                  </a:lnTo>
                  <a:lnTo>
                    <a:pt x="157376" y="631145"/>
                  </a:lnTo>
                  <a:lnTo>
                    <a:pt x="160655" y="629505"/>
                  </a:lnTo>
                  <a:lnTo>
                    <a:pt x="162294" y="627866"/>
                  </a:lnTo>
                  <a:lnTo>
                    <a:pt x="160655" y="627866"/>
                  </a:lnTo>
                  <a:lnTo>
                    <a:pt x="163934" y="624587"/>
                  </a:lnTo>
                  <a:lnTo>
                    <a:pt x="165573" y="619669"/>
                  </a:lnTo>
                  <a:lnTo>
                    <a:pt x="162294" y="619669"/>
                  </a:lnTo>
                  <a:lnTo>
                    <a:pt x="157376" y="619669"/>
                  </a:lnTo>
                  <a:lnTo>
                    <a:pt x="159016" y="614751"/>
                  </a:lnTo>
                  <a:lnTo>
                    <a:pt x="154098" y="613112"/>
                  </a:lnTo>
                  <a:lnTo>
                    <a:pt x="154098" y="609833"/>
                  </a:lnTo>
                  <a:lnTo>
                    <a:pt x="149180" y="608194"/>
                  </a:lnTo>
                  <a:lnTo>
                    <a:pt x="145901" y="608194"/>
                  </a:lnTo>
                  <a:lnTo>
                    <a:pt x="142622" y="603276"/>
                  </a:lnTo>
                  <a:lnTo>
                    <a:pt x="139344" y="601637"/>
                  </a:lnTo>
                  <a:lnTo>
                    <a:pt x="136065" y="599997"/>
                  </a:lnTo>
                  <a:lnTo>
                    <a:pt x="131147" y="599997"/>
                  </a:lnTo>
                  <a:lnTo>
                    <a:pt x="131147" y="596719"/>
                  </a:lnTo>
                  <a:lnTo>
                    <a:pt x="132786" y="593440"/>
                  </a:lnTo>
                  <a:lnTo>
                    <a:pt x="132786" y="590161"/>
                  </a:lnTo>
                  <a:lnTo>
                    <a:pt x="134426" y="585243"/>
                  </a:lnTo>
                  <a:lnTo>
                    <a:pt x="139344" y="581964"/>
                  </a:lnTo>
                  <a:lnTo>
                    <a:pt x="136065" y="580325"/>
                  </a:lnTo>
                  <a:lnTo>
                    <a:pt x="137704" y="575407"/>
                  </a:lnTo>
                  <a:lnTo>
                    <a:pt x="140983" y="572129"/>
                  </a:lnTo>
                  <a:lnTo>
                    <a:pt x="142622" y="568850"/>
                  </a:lnTo>
                  <a:lnTo>
                    <a:pt x="142622" y="565571"/>
                  </a:lnTo>
                  <a:lnTo>
                    <a:pt x="142622" y="560653"/>
                  </a:lnTo>
                  <a:lnTo>
                    <a:pt x="144262" y="557374"/>
                  </a:lnTo>
                  <a:lnTo>
                    <a:pt x="144262" y="554096"/>
                  </a:lnTo>
                  <a:lnTo>
                    <a:pt x="145901" y="550817"/>
                  </a:lnTo>
                  <a:lnTo>
                    <a:pt x="145901" y="545899"/>
                  </a:lnTo>
                  <a:lnTo>
                    <a:pt x="145901" y="542620"/>
                  </a:lnTo>
                  <a:lnTo>
                    <a:pt x="147540" y="539342"/>
                  </a:lnTo>
                  <a:lnTo>
                    <a:pt x="149180" y="534424"/>
                  </a:lnTo>
                  <a:lnTo>
                    <a:pt x="149180" y="531145"/>
                  </a:lnTo>
                  <a:lnTo>
                    <a:pt x="149180" y="527867"/>
                  </a:lnTo>
                  <a:lnTo>
                    <a:pt x="152458" y="524588"/>
                  </a:lnTo>
                  <a:lnTo>
                    <a:pt x="152458" y="521309"/>
                  </a:lnTo>
                  <a:lnTo>
                    <a:pt x="150819" y="518030"/>
                  </a:lnTo>
                  <a:lnTo>
                    <a:pt x="152458" y="514752"/>
                  </a:lnTo>
                  <a:lnTo>
                    <a:pt x="149180" y="509834"/>
                  </a:lnTo>
                  <a:lnTo>
                    <a:pt x="145901" y="508194"/>
                  </a:lnTo>
                  <a:lnTo>
                    <a:pt x="144262" y="503276"/>
                  </a:lnTo>
                  <a:lnTo>
                    <a:pt x="147540" y="499998"/>
                  </a:lnTo>
                  <a:lnTo>
                    <a:pt x="149180" y="496719"/>
                  </a:lnTo>
                  <a:lnTo>
                    <a:pt x="145901" y="491801"/>
                  </a:lnTo>
                  <a:lnTo>
                    <a:pt x="142622" y="490162"/>
                  </a:lnTo>
                  <a:lnTo>
                    <a:pt x="142622" y="486883"/>
                  </a:lnTo>
                  <a:lnTo>
                    <a:pt x="144262" y="481965"/>
                  </a:lnTo>
                  <a:lnTo>
                    <a:pt x="147540" y="480326"/>
                  </a:lnTo>
                  <a:lnTo>
                    <a:pt x="150819" y="477047"/>
                  </a:lnTo>
                  <a:lnTo>
                    <a:pt x="149180" y="475408"/>
                  </a:lnTo>
                  <a:lnTo>
                    <a:pt x="147540" y="472129"/>
                  </a:lnTo>
                  <a:lnTo>
                    <a:pt x="142622" y="468850"/>
                  </a:lnTo>
                  <a:lnTo>
                    <a:pt x="139344" y="470490"/>
                  </a:lnTo>
                  <a:lnTo>
                    <a:pt x="136065" y="470490"/>
                  </a:lnTo>
                  <a:lnTo>
                    <a:pt x="131147" y="472129"/>
                  </a:lnTo>
                  <a:lnTo>
                    <a:pt x="127868" y="473768"/>
                  </a:lnTo>
                  <a:lnTo>
                    <a:pt x="122950" y="473768"/>
                  </a:lnTo>
                  <a:lnTo>
                    <a:pt x="119672" y="473768"/>
                  </a:lnTo>
                  <a:lnTo>
                    <a:pt x="114754" y="475408"/>
                  </a:lnTo>
                  <a:lnTo>
                    <a:pt x="111475" y="477047"/>
                  </a:lnTo>
                  <a:lnTo>
                    <a:pt x="109836" y="480326"/>
                  </a:lnTo>
                  <a:lnTo>
                    <a:pt x="104918" y="481965"/>
                  </a:lnTo>
                  <a:lnTo>
                    <a:pt x="101639" y="481965"/>
                  </a:lnTo>
                  <a:lnTo>
                    <a:pt x="96721" y="485244"/>
                  </a:lnTo>
                  <a:lnTo>
                    <a:pt x="93442" y="488522"/>
                  </a:lnTo>
                  <a:lnTo>
                    <a:pt x="88524" y="491801"/>
                  </a:lnTo>
                  <a:lnTo>
                    <a:pt x="85246" y="493440"/>
                  </a:lnTo>
                  <a:lnTo>
                    <a:pt x="81967" y="495080"/>
                  </a:lnTo>
                  <a:lnTo>
                    <a:pt x="77049" y="495080"/>
                  </a:lnTo>
                  <a:lnTo>
                    <a:pt x="72131" y="496719"/>
                  </a:lnTo>
                  <a:lnTo>
                    <a:pt x="68852" y="496719"/>
                  </a:lnTo>
                  <a:lnTo>
                    <a:pt x="63934" y="498358"/>
                  </a:lnTo>
                  <a:lnTo>
                    <a:pt x="60656" y="499998"/>
                  </a:lnTo>
                  <a:lnTo>
                    <a:pt x="55737" y="501637"/>
                  </a:lnTo>
                  <a:lnTo>
                    <a:pt x="52459" y="503276"/>
                  </a:lnTo>
                  <a:lnTo>
                    <a:pt x="47541" y="504916"/>
                  </a:lnTo>
                  <a:lnTo>
                    <a:pt x="50819" y="499998"/>
                  </a:lnTo>
                  <a:lnTo>
                    <a:pt x="52459" y="496719"/>
                  </a:lnTo>
                  <a:lnTo>
                    <a:pt x="55737" y="491801"/>
                  </a:lnTo>
                  <a:lnTo>
                    <a:pt x="55737" y="488522"/>
                  </a:lnTo>
                  <a:lnTo>
                    <a:pt x="54098" y="483604"/>
                  </a:lnTo>
                  <a:lnTo>
                    <a:pt x="52459" y="483604"/>
                  </a:lnTo>
                  <a:lnTo>
                    <a:pt x="52459" y="481965"/>
                  </a:lnTo>
                  <a:lnTo>
                    <a:pt x="50819" y="478686"/>
                  </a:lnTo>
                  <a:lnTo>
                    <a:pt x="49180" y="473768"/>
                  </a:lnTo>
                  <a:lnTo>
                    <a:pt x="49180" y="470490"/>
                  </a:lnTo>
                  <a:lnTo>
                    <a:pt x="49180" y="465572"/>
                  </a:lnTo>
                  <a:lnTo>
                    <a:pt x="49180" y="462293"/>
                  </a:lnTo>
                  <a:lnTo>
                    <a:pt x="44262" y="460654"/>
                  </a:lnTo>
                  <a:lnTo>
                    <a:pt x="44262" y="460654"/>
                  </a:lnTo>
                  <a:lnTo>
                    <a:pt x="44262" y="455736"/>
                  </a:lnTo>
                  <a:lnTo>
                    <a:pt x="49180" y="454096"/>
                  </a:lnTo>
                  <a:lnTo>
                    <a:pt x="52459" y="450818"/>
                  </a:lnTo>
                  <a:lnTo>
                    <a:pt x="59016" y="447539"/>
                  </a:lnTo>
                  <a:lnTo>
                    <a:pt x="54098" y="445900"/>
                  </a:lnTo>
                  <a:lnTo>
                    <a:pt x="49180" y="445900"/>
                  </a:lnTo>
                  <a:lnTo>
                    <a:pt x="44262" y="445900"/>
                  </a:lnTo>
                  <a:lnTo>
                    <a:pt x="40983" y="445900"/>
                  </a:lnTo>
                  <a:lnTo>
                    <a:pt x="36065" y="447539"/>
                  </a:lnTo>
                  <a:lnTo>
                    <a:pt x="32787" y="449178"/>
                  </a:lnTo>
                  <a:lnTo>
                    <a:pt x="29508" y="450818"/>
                  </a:lnTo>
                  <a:lnTo>
                    <a:pt x="24590" y="452457"/>
                  </a:lnTo>
                  <a:lnTo>
                    <a:pt x="22951" y="4524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58" name="Freeform 3357">
              <a:extLst>
                <a:ext uri="{FF2B5EF4-FFF2-40B4-BE49-F238E27FC236}">
                  <a16:creationId xmlns:a16="http://schemas.microsoft.com/office/drawing/2014/main" id="{535DF10F-7349-814F-8586-F5BE29970B09}"/>
                </a:ext>
              </a:extLst>
            </p:cNvPr>
            <p:cNvSpPr/>
            <p:nvPr/>
          </p:nvSpPr>
          <p:spPr>
            <a:xfrm>
              <a:off x="2859949" y="1141140"/>
              <a:ext cx="18032" cy="14754"/>
            </a:xfrm>
            <a:custGeom>
              <a:avLst/>
              <a:gdLst>
                <a:gd name="connsiteX0" fmla="*/ 11475 w 18032"/>
                <a:gd name="connsiteY0" fmla="*/ 0 h 14754"/>
                <a:gd name="connsiteX1" fmla="*/ 9836 w 18032"/>
                <a:gd name="connsiteY1" fmla="*/ 1639 h 14754"/>
                <a:gd name="connsiteX2" fmla="*/ 6557 w 18032"/>
                <a:gd name="connsiteY2" fmla="*/ 4918 h 14754"/>
                <a:gd name="connsiteX3" fmla="*/ 3279 w 18032"/>
                <a:gd name="connsiteY3" fmla="*/ 8197 h 14754"/>
                <a:gd name="connsiteX4" fmla="*/ 0 w 18032"/>
                <a:gd name="connsiteY4" fmla="*/ 11475 h 14754"/>
                <a:gd name="connsiteX5" fmla="*/ 3279 w 18032"/>
                <a:gd name="connsiteY5" fmla="*/ 11475 h 14754"/>
                <a:gd name="connsiteX6" fmla="*/ 0 w 18032"/>
                <a:gd name="connsiteY6" fmla="*/ 14754 h 14754"/>
                <a:gd name="connsiteX7" fmla="*/ 3279 w 18032"/>
                <a:gd name="connsiteY7" fmla="*/ 13115 h 14754"/>
                <a:gd name="connsiteX8" fmla="*/ 6557 w 18032"/>
                <a:gd name="connsiteY8" fmla="*/ 9836 h 14754"/>
                <a:gd name="connsiteX9" fmla="*/ 11475 w 18032"/>
                <a:gd name="connsiteY9" fmla="*/ 6557 h 14754"/>
                <a:gd name="connsiteX10" fmla="*/ 14754 w 18032"/>
                <a:gd name="connsiteY10" fmla="*/ 4918 h 14754"/>
                <a:gd name="connsiteX11" fmla="*/ 18033 w 18032"/>
                <a:gd name="connsiteY11" fmla="*/ 1639 h 14754"/>
                <a:gd name="connsiteX12" fmla="*/ 14754 w 18032"/>
                <a:gd name="connsiteY12" fmla="*/ 1639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2" h="14754">
                  <a:moveTo>
                    <a:pt x="11475" y="0"/>
                  </a:moveTo>
                  <a:lnTo>
                    <a:pt x="9836" y="1639"/>
                  </a:lnTo>
                  <a:lnTo>
                    <a:pt x="6557" y="4918"/>
                  </a:lnTo>
                  <a:lnTo>
                    <a:pt x="3279" y="8197"/>
                  </a:lnTo>
                  <a:lnTo>
                    <a:pt x="0" y="11475"/>
                  </a:lnTo>
                  <a:lnTo>
                    <a:pt x="3279" y="11475"/>
                  </a:lnTo>
                  <a:lnTo>
                    <a:pt x="0" y="14754"/>
                  </a:lnTo>
                  <a:lnTo>
                    <a:pt x="3279" y="13115"/>
                  </a:lnTo>
                  <a:lnTo>
                    <a:pt x="6557" y="9836"/>
                  </a:lnTo>
                  <a:lnTo>
                    <a:pt x="11475" y="6557"/>
                  </a:lnTo>
                  <a:lnTo>
                    <a:pt x="14754" y="4918"/>
                  </a:lnTo>
                  <a:lnTo>
                    <a:pt x="18033" y="1639"/>
                  </a:lnTo>
                  <a:lnTo>
                    <a:pt x="14754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59" name="Freeform 3358">
              <a:extLst>
                <a:ext uri="{FF2B5EF4-FFF2-40B4-BE49-F238E27FC236}">
                  <a16:creationId xmlns:a16="http://schemas.microsoft.com/office/drawing/2014/main" id="{CEA61BA0-7A66-5841-98C2-22E2847A2762}"/>
                </a:ext>
              </a:extLst>
            </p:cNvPr>
            <p:cNvSpPr/>
            <p:nvPr/>
          </p:nvSpPr>
          <p:spPr>
            <a:xfrm>
              <a:off x="2861588" y="1124747"/>
              <a:ext cx="11475" cy="8196"/>
            </a:xfrm>
            <a:custGeom>
              <a:avLst/>
              <a:gdLst>
                <a:gd name="connsiteX0" fmla="*/ 11475 w 11475"/>
                <a:gd name="connsiteY0" fmla="*/ 0 h 8196"/>
                <a:gd name="connsiteX1" fmla="*/ 9836 w 11475"/>
                <a:gd name="connsiteY1" fmla="*/ 1639 h 8196"/>
                <a:gd name="connsiteX2" fmla="*/ 4918 w 11475"/>
                <a:gd name="connsiteY2" fmla="*/ 3279 h 8196"/>
                <a:gd name="connsiteX3" fmla="*/ 4918 w 11475"/>
                <a:gd name="connsiteY3" fmla="*/ 6557 h 8196"/>
                <a:gd name="connsiteX4" fmla="*/ 0 w 11475"/>
                <a:gd name="connsiteY4" fmla="*/ 8197 h 8196"/>
                <a:gd name="connsiteX5" fmla="*/ 4918 w 11475"/>
                <a:gd name="connsiteY5" fmla="*/ 8197 h 8196"/>
                <a:gd name="connsiteX6" fmla="*/ 6557 w 11475"/>
                <a:gd name="connsiteY6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8196">
                  <a:moveTo>
                    <a:pt x="11475" y="0"/>
                  </a:moveTo>
                  <a:lnTo>
                    <a:pt x="9836" y="1639"/>
                  </a:lnTo>
                  <a:lnTo>
                    <a:pt x="4918" y="3279"/>
                  </a:lnTo>
                  <a:lnTo>
                    <a:pt x="4918" y="6557"/>
                  </a:lnTo>
                  <a:lnTo>
                    <a:pt x="0" y="8197"/>
                  </a:lnTo>
                  <a:lnTo>
                    <a:pt x="4918" y="8197"/>
                  </a:lnTo>
                  <a:lnTo>
                    <a:pt x="655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60" name="Freeform 3359">
              <a:extLst>
                <a:ext uri="{FF2B5EF4-FFF2-40B4-BE49-F238E27FC236}">
                  <a16:creationId xmlns:a16="http://schemas.microsoft.com/office/drawing/2014/main" id="{2504C08F-5291-6D4C-A0B4-2F1129F6FE58}"/>
                </a:ext>
              </a:extLst>
            </p:cNvPr>
            <p:cNvSpPr/>
            <p:nvPr/>
          </p:nvSpPr>
          <p:spPr>
            <a:xfrm>
              <a:off x="2871424" y="1136222"/>
              <a:ext cx="16393" cy="4917"/>
            </a:xfrm>
            <a:custGeom>
              <a:avLst/>
              <a:gdLst>
                <a:gd name="connsiteX0" fmla="*/ 8197 w 16393"/>
                <a:gd name="connsiteY0" fmla="*/ 0 h 4917"/>
                <a:gd name="connsiteX1" fmla="*/ 8197 w 16393"/>
                <a:gd name="connsiteY1" fmla="*/ 0 h 4917"/>
                <a:gd name="connsiteX2" fmla="*/ 3279 w 16393"/>
                <a:gd name="connsiteY2" fmla="*/ 1639 h 4917"/>
                <a:gd name="connsiteX3" fmla="*/ 0 w 16393"/>
                <a:gd name="connsiteY3" fmla="*/ 3279 h 4917"/>
                <a:gd name="connsiteX4" fmla="*/ 3279 w 16393"/>
                <a:gd name="connsiteY4" fmla="*/ 3279 h 4917"/>
                <a:gd name="connsiteX5" fmla="*/ 0 w 16393"/>
                <a:gd name="connsiteY5" fmla="*/ 4918 h 4917"/>
                <a:gd name="connsiteX6" fmla="*/ 3279 w 16393"/>
                <a:gd name="connsiteY6" fmla="*/ 3279 h 4917"/>
                <a:gd name="connsiteX7" fmla="*/ 8197 w 16393"/>
                <a:gd name="connsiteY7" fmla="*/ 3279 h 4917"/>
                <a:gd name="connsiteX8" fmla="*/ 11475 w 16393"/>
                <a:gd name="connsiteY8" fmla="*/ 3279 h 4917"/>
                <a:gd name="connsiteX9" fmla="*/ 16393 w 16393"/>
                <a:gd name="connsiteY9" fmla="*/ 0 h 4917"/>
                <a:gd name="connsiteX10" fmla="*/ 11475 w 16393"/>
                <a:gd name="connsiteY10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93" h="4917">
                  <a:moveTo>
                    <a:pt x="8197" y="0"/>
                  </a:moveTo>
                  <a:lnTo>
                    <a:pt x="8197" y="0"/>
                  </a:lnTo>
                  <a:lnTo>
                    <a:pt x="3279" y="1639"/>
                  </a:lnTo>
                  <a:lnTo>
                    <a:pt x="0" y="3279"/>
                  </a:lnTo>
                  <a:lnTo>
                    <a:pt x="3279" y="3279"/>
                  </a:lnTo>
                  <a:lnTo>
                    <a:pt x="0" y="4918"/>
                  </a:lnTo>
                  <a:lnTo>
                    <a:pt x="3279" y="3279"/>
                  </a:lnTo>
                  <a:lnTo>
                    <a:pt x="8197" y="3279"/>
                  </a:lnTo>
                  <a:lnTo>
                    <a:pt x="11475" y="3279"/>
                  </a:lnTo>
                  <a:lnTo>
                    <a:pt x="16393" y="0"/>
                  </a:lnTo>
                  <a:lnTo>
                    <a:pt x="11475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61" name="Freeform 3360">
              <a:extLst>
                <a:ext uri="{FF2B5EF4-FFF2-40B4-BE49-F238E27FC236}">
                  <a16:creationId xmlns:a16="http://schemas.microsoft.com/office/drawing/2014/main" id="{B88D541A-2584-7844-89EE-59E7B6DF1741}"/>
                </a:ext>
              </a:extLst>
            </p:cNvPr>
            <p:cNvSpPr/>
            <p:nvPr/>
          </p:nvSpPr>
          <p:spPr>
            <a:xfrm>
              <a:off x="2884539" y="1119829"/>
              <a:ext cx="21311" cy="6557"/>
            </a:xfrm>
            <a:custGeom>
              <a:avLst/>
              <a:gdLst>
                <a:gd name="connsiteX0" fmla="*/ 18033 w 21311"/>
                <a:gd name="connsiteY0" fmla="*/ 0 h 6557"/>
                <a:gd name="connsiteX1" fmla="*/ 14754 w 21311"/>
                <a:gd name="connsiteY1" fmla="*/ 1639 h 6557"/>
                <a:gd name="connsiteX2" fmla="*/ 11475 w 21311"/>
                <a:gd name="connsiteY2" fmla="*/ 1639 h 6557"/>
                <a:gd name="connsiteX3" fmla="*/ 8197 w 21311"/>
                <a:gd name="connsiteY3" fmla="*/ 4918 h 6557"/>
                <a:gd name="connsiteX4" fmla="*/ 4918 w 21311"/>
                <a:gd name="connsiteY4" fmla="*/ 6557 h 6557"/>
                <a:gd name="connsiteX5" fmla="*/ 0 w 21311"/>
                <a:gd name="connsiteY5" fmla="*/ 6557 h 6557"/>
                <a:gd name="connsiteX6" fmla="*/ 4918 w 21311"/>
                <a:gd name="connsiteY6" fmla="*/ 6557 h 6557"/>
                <a:gd name="connsiteX7" fmla="*/ 8197 w 21311"/>
                <a:gd name="connsiteY7" fmla="*/ 6557 h 6557"/>
                <a:gd name="connsiteX8" fmla="*/ 11475 w 21311"/>
                <a:gd name="connsiteY8" fmla="*/ 3279 h 6557"/>
                <a:gd name="connsiteX9" fmla="*/ 14754 w 21311"/>
                <a:gd name="connsiteY9" fmla="*/ 1639 h 6557"/>
                <a:gd name="connsiteX10" fmla="*/ 19672 w 21311"/>
                <a:gd name="connsiteY10" fmla="*/ 0 h 6557"/>
                <a:gd name="connsiteX11" fmla="*/ 21311 w 21311"/>
                <a:gd name="connsiteY11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311" h="6557">
                  <a:moveTo>
                    <a:pt x="18033" y="0"/>
                  </a:moveTo>
                  <a:lnTo>
                    <a:pt x="14754" y="1639"/>
                  </a:lnTo>
                  <a:lnTo>
                    <a:pt x="11475" y="1639"/>
                  </a:lnTo>
                  <a:lnTo>
                    <a:pt x="8197" y="4918"/>
                  </a:lnTo>
                  <a:lnTo>
                    <a:pt x="4918" y="6557"/>
                  </a:lnTo>
                  <a:lnTo>
                    <a:pt x="0" y="6557"/>
                  </a:lnTo>
                  <a:lnTo>
                    <a:pt x="4918" y="6557"/>
                  </a:lnTo>
                  <a:lnTo>
                    <a:pt x="8197" y="6557"/>
                  </a:lnTo>
                  <a:lnTo>
                    <a:pt x="11475" y="3279"/>
                  </a:lnTo>
                  <a:lnTo>
                    <a:pt x="14754" y="1639"/>
                  </a:lnTo>
                  <a:lnTo>
                    <a:pt x="19672" y="0"/>
                  </a:lnTo>
                  <a:lnTo>
                    <a:pt x="21311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62" name="Freeform 3361">
              <a:extLst>
                <a:ext uri="{FF2B5EF4-FFF2-40B4-BE49-F238E27FC236}">
                  <a16:creationId xmlns:a16="http://schemas.microsoft.com/office/drawing/2014/main" id="{8EFC047B-BD43-3347-97DA-60C8A758F1DF}"/>
                </a:ext>
              </a:extLst>
            </p:cNvPr>
            <p:cNvSpPr/>
            <p:nvPr/>
          </p:nvSpPr>
          <p:spPr>
            <a:xfrm>
              <a:off x="2918965" y="1060812"/>
              <a:ext cx="4918" cy="4918"/>
            </a:xfrm>
            <a:custGeom>
              <a:avLst/>
              <a:gdLst>
                <a:gd name="connsiteX0" fmla="*/ 4918 w 4918"/>
                <a:gd name="connsiteY0" fmla="*/ 0 h 4918"/>
                <a:gd name="connsiteX1" fmla="*/ 1639 w 4918"/>
                <a:gd name="connsiteY1" fmla="*/ 1639 h 4918"/>
                <a:gd name="connsiteX2" fmla="*/ 0 w 4918"/>
                <a:gd name="connsiteY2" fmla="*/ 4918 h 4918"/>
                <a:gd name="connsiteX3" fmla="*/ 4918 w 4918"/>
                <a:gd name="connsiteY3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4918">
                  <a:moveTo>
                    <a:pt x="4918" y="0"/>
                  </a:moveTo>
                  <a:lnTo>
                    <a:pt x="1639" y="1639"/>
                  </a:lnTo>
                  <a:lnTo>
                    <a:pt x="0" y="4918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63" name="Freeform 3362">
              <a:extLst>
                <a:ext uri="{FF2B5EF4-FFF2-40B4-BE49-F238E27FC236}">
                  <a16:creationId xmlns:a16="http://schemas.microsoft.com/office/drawing/2014/main" id="{E57FA52D-7C09-E247-B38D-956ADE9DB8BA}"/>
                </a:ext>
              </a:extLst>
            </p:cNvPr>
            <p:cNvSpPr/>
            <p:nvPr/>
          </p:nvSpPr>
          <p:spPr>
            <a:xfrm>
              <a:off x="3141915" y="1164091"/>
              <a:ext cx="22950" cy="9835"/>
            </a:xfrm>
            <a:custGeom>
              <a:avLst/>
              <a:gdLst>
                <a:gd name="connsiteX0" fmla="*/ 21311 w 22950"/>
                <a:gd name="connsiteY0" fmla="*/ 3279 h 9835"/>
                <a:gd name="connsiteX1" fmla="*/ 22951 w 22950"/>
                <a:gd name="connsiteY1" fmla="*/ 0 h 9835"/>
                <a:gd name="connsiteX2" fmla="*/ 19672 w 22950"/>
                <a:gd name="connsiteY2" fmla="*/ 0 h 9835"/>
                <a:gd name="connsiteX3" fmla="*/ 14754 w 22950"/>
                <a:gd name="connsiteY3" fmla="*/ 0 h 9835"/>
                <a:gd name="connsiteX4" fmla="*/ 16393 w 22950"/>
                <a:gd name="connsiteY4" fmla="*/ 3279 h 9835"/>
                <a:gd name="connsiteX5" fmla="*/ 11475 w 22950"/>
                <a:gd name="connsiteY5" fmla="*/ 3279 h 9835"/>
                <a:gd name="connsiteX6" fmla="*/ 8197 w 22950"/>
                <a:gd name="connsiteY6" fmla="*/ 4918 h 9835"/>
                <a:gd name="connsiteX7" fmla="*/ 4918 w 22950"/>
                <a:gd name="connsiteY7" fmla="*/ 4918 h 9835"/>
                <a:gd name="connsiteX8" fmla="*/ 0 w 22950"/>
                <a:gd name="connsiteY8" fmla="*/ 4918 h 9835"/>
                <a:gd name="connsiteX9" fmla="*/ 0 w 22950"/>
                <a:gd name="connsiteY9" fmla="*/ 8197 h 9835"/>
                <a:gd name="connsiteX10" fmla="*/ 4918 w 22950"/>
                <a:gd name="connsiteY10" fmla="*/ 8197 h 9835"/>
                <a:gd name="connsiteX11" fmla="*/ 8197 w 22950"/>
                <a:gd name="connsiteY11" fmla="*/ 9836 h 9835"/>
                <a:gd name="connsiteX12" fmla="*/ 11475 w 22950"/>
                <a:gd name="connsiteY12" fmla="*/ 6557 h 9835"/>
                <a:gd name="connsiteX13" fmla="*/ 14754 w 22950"/>
                <a:gd name="connsiteY13" fmla="*/ 6557 h 9835"/>
                <a:gd name="connsiteX14" fmla="*/ 19672 w 22950"/>
                <a:gd name="connsiteY14" fmla="*/ 6557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950" h="9835">
                  <a:moveTo>
                    <a:pt x="21311" y="3279"/>
                  </a:moveTo>
                  <a:lnTo>
                    <a:pt x="22951" y="0"/>
                  </a:lnTo>
                  <a:lnTo>
                    <a:pt x="19672" y="0"/>
                  </a:lnTo>
                  <a:lnTo>
                    <a:pt x="14754" y="0"/>
                  </a:lnTo>
                  <a:lnTo>
                    <a:pt x="16393" y="3279"/>
                  </a:lnTo>
                  <a:lnTo>
                    <a:pt x="11475" y="3279"/>
                  </a:lnTo>
                  <a:lnTo>
                    <a:pt x="8197" y="4918"/>
                  </a:lnTo>
                  <a:lnTo>
                    <a:pt x="4918" y="4918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4918" y="8197"/>
                  </a:lnTo>
                  <a:lnTo>
                    <a:pt x="8197" y="9836"/>
                  </a:lnTo>
                  <a:lnTo>
                    <a:pt x="11475" y="6557"/>
                  </a:lnTo>
                  <a:lnTo>
                    <a:pt x="14754" y="6557"/>
                  </a:lnTo>
                  <a:lnTo>
                    <a:pt x="19672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64" name="Freeform 3363">
              <a:extLst>
                <a:ext uri="{FF2B5EF4-FFF2-40B4-BE49-F238E27FC236}">
                  <a16:creationId xmlns:a16="http://schemas.microsoft.com/office/drawing/2014/main" id="{4046529A-05D9-3E47-8AE9-D00B36C063C3}"/>
                </a:ext>
              </a:extLst>
            </p:cNvPr>
            <p:cNvSpPr/>
            <p:nvPr/>
          </p:nvSpPr>
          <p:spPr>
            <a:xfrm>
              <a:off x="2074706" y="957534"/>
              <a:ext cx="354096" cy="122950"/>
            </a:xfrm>
            <a:custGeom>
              <a:avLst/>
              <a:gdLst>
                <a:gd name="connsiteX0" fmla="*/ 42623 w 354096"/>
                <a:gd name="connsiteY0" fmla="*/ 72131 h 122950"/>
                <a:gd name="connsiteX1" fmla="*/ 37705 w 354096"/>
                <a:gd name="connsiteY1" fmla="*/ 73770 h 122950"/>
                <a:gd name="connsiteX2" fmla="*/ 34426 w 354096"/>
                <a:gd name="connsiteY2" fmla="*/ 75409 h 122950"/>
                <a:gd name="connsiteX3" fmla="*/ 31148 w 354096"/>
                <a:gd name="connsiteY3" fmla="*/ 77049 h 122950"/>
                <a:gd name="connsiteX4" fmla="*/ 26229 w 354096"/>
                <a:gd name="connsiteY4" fmla="*/ 80328 h 122950"/>
                <a:gd name="connsiteX5" fmla="*/ 22951 w 354096"/>
                <a:gd name="connsiteY5" fmla="*/ 81967 h 122950"/>
                <a:gd name="connsiteX6" fmla="*/ 19672 w 354096"/>
                <a:gd name="connsiteY6" fmla="*/ 81967 h 122950"/>
                <a:gd name="connsiteX7" fmla="*/ 14754 w 354096"/>
                <a:gd name="connsiteY7" fmla="*/ 83606 h 122950"/>
                <a:gd name="connsiteX8" fmla="*/ 11475 w 354096"/>
                <a:gd name="connsiteY8" fmla="*/ 85245 h 122950"/>
                <a:gd name="connsiteX9" fmla="*/ 8197 w 354096"/>
                <a:gd name="connsiteY9" fmla="*/ 88524 h 122950"/>
                <a:gd name="connsiteX10" fmla="*/ 3279 w 354096"/>
                <a:gd name="connsiteY10" fmla="*/ 90164 h 122950"/>
                <a:gd name="connsiteX11" fmla="*/ 0 w 354096"/>
                <a:gd name="connsiteY11" fmla="*/ 91803 h 122950"/>
                <a:gd name="connsiteX12" fmla="*/ 3279 w 354096"/>
                <a:gd name="connsiteY12" fmla="*/ 91803 h 122950"/>
                <a:gd name="connsiteX13" fmla="*/ 6557 w 354096"/>
                <a:gd name="connsiteY13" fmla="*/ 91803 h 122950"/>
                <a:gd name="connsiteX14" fmla="*/ 11475 w 354096"/>
                <a:gd name="connsiteY14" fmla="*/ 91803 h 122950"/>
                <a:gd name="connsiteX15" fmla="*/ 14754 w 354096"/>
                <a:gd name="connsiteY15" fmla="*/ 91803 h 122950"/>
                <a:gd name="connsiteX16" fmla="*/ 19672 w 354096"/>
                <a:gd name="connsiteY16" fmla="*/ 91803 h 122950"/>
                <a:gd name="connsiteX17" fmla="*/ 22951 w 354096"/>
                <a:gd name="connsiteY17" fmla="*/ 91803 h 122950"/>
                <a:gd name="connsiteX18" fmla="*/ 19672 w 354096"/>
                <a:gd name="connsiteY18" fmla="*/ 93442 h 122950"/>
                <a:gd name="connsiteX19" fmla="*/ 22951 w 354096"/>
                <a:gd name="connsiteY19" fmla="*/ 96721 h 122950"/>
                <a:gd name="connsiteX20" fmla="*/ 26229 w 354096"/>
                <a:gd name="connsiteY20" fmla="*/ 98360 h 122950"/>
                <a:gd name="connsiteX21" fmla="*/ 31148 w 354096"/>
                <a:gd name="connsiteY21" fmla="*/ 98360 h 122950"/>
                <a:gd name="connsiteX22" fmla="*/ 34426 w 354096"/>
                <a:gd name="connsiteY22" fmla="*/ 100000 h 122950"/>
                <a:gd name="connsiteX23" fmla="*/ 37705 w 354096"/>
                <a:gd name="connsiteY23" fmla="*/ 103278 h 122950"/>
                <a:gd name="connsiteX24" fmla="*/ 36065 w 354096"/>
                <a:gd name="connsiteY24" fmla="*/ 106557 h 122950"/>
                <a:gd name="connsiteX25" fmla="*/ 37705 w 354096"/>
                <a:gd name="connsiteY25" fmla="*/ 109836 h 122950"/>
                <a:gd name="connsiteX26" fmla="*/ 36065 w 354096"/>
                <a:gd name="connsiteY26" fmla="*/ 114754 h 122950"/>
                <a:gd name="connsiteX27" fmla="*/ 32787 w 354096"/>
                <a:gd name="connsiteY27" fmla="*/ 118032 h 122950"/>
                <a:gd name="connsiteX28" fmla="*/ 32787 w 354096"/>
                <a:gd name="connsiteY28" fmla="*/ 121311 h 122950"/>
                <a:gd name="connsiteX29" fmla="*/ 36065 w 354096"/>
                <a:gd name="connsiteY29" fmla="*/ 122950 h 122950"/>
                <a:gd name="connsiteX30" fmla="*/ 40983 w 354096"/>
                <a:gd name="connsiteY30" fmla="*/ 122950 h 122950"/>
                <a:gd name="connsiteX31" fmla="*/ 44262 w 354096"/>
                <a:gd name="connsiteY31" fmla="*/ 122950 h 122950"/>
                <a:gd name="connsiteX32" fmla="*/ 47541 w 354096"/>
                <a:gd name="connsiteY32" fmla="*/ 121311 h 122950"/>
                <a:gd name="connsiteX33" fmla="*/ 50820 w 354096"/>
                <a:gd name="connsiteY33" fmla="*/ 119672 h 122950"/>
                <a:gd name="connsiteX34" fmla="*/ 55738 w 354096"/>
                <a:gd name="connsiteY34" fmla="*/ 119672 h 122950"/>
                <a:gd name="connsiteX35" fmla="*/ 59016 w 354096"/>
                <a:gd name="connsiteY35" fmla="*/ 118032 h 122950"/>
                <a:gd name="connsiteX36" fmla="*/ 62295 w 354096"/>
                <a:gd name="connsiteY36" fmla="*/ 118032 h 122950"/>
                <a:gd name="connsiteX37" fmla="*/ 67213 w 354096"/>
                <a:gd name="connsiteY37" fmla="*/ 118032 h 122950"/>
                <a:gd name="connsiteX38" fmla="*/ 70492 w 354096"/>
                <a:gd name="connsiteY38" fmla="*/ 116393 h 122950"/>
                <a:gd name="connsiteX39" fmla="*/ 73770 w 354096"/>
                <a:gd name="connsiteY39" fmla="*/ 114754 h 122950"/>
                <a:gd name="connsiteX40" fmla="*/ 78688 w 354096"/>
                <a:gd name="connsiteY40" fmla="*/ 113114 h 122950"/>
                <a:gd name="connsiteX41" fmla="*/ 81967 w 354096"/>
                <a:gd name="connsiteY41" fmla="*/ 111475 h 122950"/>
                <a:gd name="connsiteX42" fmla="*/ 85245 w 354096"/>
                <a:gd name="connsiteY42" fmla="*/ 111475 h 122950"/>
                <a:gd name="connsiteX43" fmla="*/ 90164 w 354096"/>
                <a:gd name="connsiteY43" fmla="*/ 109836 h 122950"/>
                <a:gd name="connsiteX44" fmla="*/ 93442 w 354096"/>
                <a:gd name="connsiteY44" fmla="*/ 113114 h 122950"/>
                <a:gd name="connsiteX45" fmla="*/ 96721 w 354096"/>
                <a:gd name="connsiteY45" fmla="*/ 111475 h 122950"/>
                <a:gd name="connsiteX46" fmla="*/ 101639 w 354096"/>
                <a:gd name="connsiteY46" fmla="*/ 111475 h 122950"/>
                <a:gd name="connsiteX47" fmla="*/ 104918 w 354096"/>
                <a:gd name="connsiteY47" fmla="*/ 111475 h 122950"/>
                <a:gd name="connsiteX48" fmla="*/ 109836 w 354096"/>
                <a:gd name="connsiteY48" fmla="*/ 111475 h 122950"/>
                <a:gd name="connsiteX49" fmla="*/ 113114 w 354096"/>
                <a:gd name="connsiteY49" fmla="*/ 109836 h 122950"/>
                <a:gd name="connsiteX50" fmla="*/ 116393 w 354096"/>
                <a:gd name="connsiteY50" fmla="*/ 109836 h 122950"/>
                <a:gd name="connsiteX51" fmla="*/ 121311 w 354096"/>
                <a:gd name="connsiteY51" fmla="*/ 108196 h 122950"/>
                <a:gd name="connsiteX52" fmla="*/ 124590 w 354096"/>
                <a:gd name="connsiteY52" fmla="*/ 108196 h 122950"/>
                <a:gd name="connsiteX53" fmla="*/ 127868 w 354096"/>
                <a:gd name="connsiteY53" fmla="*/ 106557 h 122950"/>
                <a:gd name="connsiteX54" fmla="*/ 132786 w 354096"/>
                <a:gd name="connsiteY54" fmla="*/ 103278 h 122950"/>
                <a:gd name="connsiteX55" fmla="*/ 136065 w 354096"/>
                <a:gd name="connsiteY55" fmla="*/ 101639 h 122950"/>
                <a:gd name="connsiteX56" fmla="*/ 139344 w 354096"/>
                <a:gd name="connsiteY56" fmla="*/ 98360 h 122950"/>
                <a:gd name="connsiteX57" fmla="*/ 144262 w 354096"/>
                <a:gd name="connsiteY57" fmla="*/ 95081 h 122950"/>
                <a:gd name="connsiteX58" fmla="*/ 147540 w 354096"/>
                <a:gd name="connsiteY58" fmla="*/ 91803 h 122950"/>
                <a:gd name="connsiteX59" fmla="*/ 150819 w 354096"/>
                <a:gd name="connsiteY59" fmla="*/ 90164 h 122950"/>
                <a:gd name="connsiteX60" fmla="*/ 155737 w 354096"/>
                <a:gd name="connsiteY60" fmla="*/ 88524 h 122950"/>
                <a:gd name="connsiteX61" fmla="*/ 159016 w 354096"/>
                <a:gd name="connsiteY61" fmla="*/ 86885 h 122950"/>
                <a:gd name="connsiteX62" fmla="*/ 162294 w 354096"/>
                <a:gd name="connsiteY62" fmla="*/ 85245 h 122950"/>
                <a:gd name="connsiteX63" fmla="*/ 167212 w 354096"/>
                <a:gd name="connsiteY63" fmla="*/ 81967 h 122950"/>
                <a:gd name="connsiteX64" fmla="*/ 170491 w 354096"/>
                <a:gd name="connsiteY64" fmla="*/ 81967 h 122950"/>
                <a:gd name="connsiteX65" fmla="*/ 173770 w 354096"/>
                <a:gd name="connsiteY65" fmla="*/ 81967 h 122950"/>
                <a:gd name="connsiteX66" fmla="*/ 178688 w 354096"/>
                <a:gd name="connsiteY66" fmla="*/ 81967 h 122950"/>
                <a:gd name="connsiteX67" fmla="*/ 181966 w 354096"/>
                <a:gd name="connsiteY67" fmla="*/ 80328 h 122950"/>
                <a:gd name="connsiteX68" fmla="*/ 186885 w 354096"/>
                <a:gd name="connsiteY68" fmla="*/ 80328 h 122950"/>
                <a:gd name="connsiteX69" fmla="*/ 190163 w 354096"/>
                <a:gd name="connsiteY69" fmla="*/ 78688 h 122950"/>
                <a:gd name="connsiteX70" fmla="*/ 193442 w 354096"/>
                <a:gd name="connsiteY70" fmla="*/ 78688 h 122950"/>
                <a:gd name="connsiteX71" fmla="*/ 198360 w 354096"/>
                <a:gd name="connsiteY71" fmla="*/ 75409 h 122950"/>
                <a:gd name="connsiteX72" fmla="*/ 201638 w 354096"/>
                <a:gd name="connsiteY72" fmla="*/ 73770 h 122950"/>
                <a:gd name="connsiteX73" fmla="*/ 204917 w 354096"/>
                <a:gd name="connsiteY73" fmla="*/ 72131 h 122950"/>
                <a:gd name="connsiteX74" fmla="*/ 209835 w 354096"/>
                <a:gd name="connsiteY74" fmla="*/ 68852 h 122950"/>
                <a:gd name="connsiteX75" fmla="*/ 213114 w 354096"/>
                <a:gd name="connsiteY75" fmla="*/ 67213 h 122950"/>
                <a:gd name="connsiteX76" fmla="*/ 216392 w 354096"/>
                <a:gd name="connsiteY76" fmla="*/ 67213 h 122950"/>
                <a:gd name="connsiteX77" fmla="*/ 221310 w 354096"/>
                <a:gd name="connsiteY77" fmla="*/ 65573 h 122950"/>
                <a:gd name="connsiteX78" fmla="*/ 224589 w 354096"/>
                <a:gd name="connsiteY78" fmla="*/ 65573 h 122950"/>
                <a:gd name="connsiteX79" fmla="*/ 227868 w 354096"/>
                <a:gd name="connsiteY79" fmla="*/ 63934 h 122950"/>
                <a:gd name="connsiteX80" fmla="*/ 232786 w 354096"/>
                <a:gd name="connsiteY80" fmla="*/ 63934 h 122950"/>
                <a:gd name="connsiteX81" fmla="*/ 236065 w 354096"/>
                <a:gd name="connsiteY81" fmla="*/ 62295 h 122950"/>
                <a:gd name="connsiteX82" fmla="*/ 240982 w 354096"/>
                <a:gd name="connsiteY82" fmla="*/ 60655 h 122950"/>
                <a:gd name="connsiteX83" fmla="*/ 244261 w 354096"/>
                <a:gd name="connsiteY83" fmla="*/ 60655 h 122950"/>
                <a:gd name="connsiteX84" fmla="*/ 247540 w 354096"/>
                <a:gd name="connsiteY84" fmla="*/ 59016 h 122950"/>
                <a:gd name="connsiteX85" fmla="*/ 252458 w 354096"/>
                <a:gd name="connsiteY85" fmla="*/ 59016 h 122950"/>
                <a:gd name="connsiteX86" fmla="*/ 255737 w 354096"/>
                <a:gd name="connsiteY86" fmla="*/ 59016 h 122950"/>
                <a:gd name="connsiteX87" fmla="*/ 259015 w 354096"/>
                <a:gd name="connsiteY87" fmla="*/ 57377 h 122950"/>
                <a:gd name="connsiteX88" fmla="*/ 263933 w 354096"/>
                <a:gd name="connsiteY88" fmla="*/ 55737 h 122950"/>
                <a:gd name="connsiteX89" fmla="*/ 267212 w 354096"/>
                <a:gd name="connsiteY89" fmla="*/ 55737 h 122950"/>
                <a:gd name="connsiteX90" fmla="*/ 270491 w 354096"/>
                <a:gd name="connsiteY90" fmla="*/ 54098 h 122950"/>
                <a:gd name="connsiteX91" fmla="*/ 275409 w 354096"/>
                <a:gd name="connsiteY91" fmla="*/ 54098 h 122950"/>
                <a:gd name="connsiteX92" fmla="*/ 278687 w 354096"/>
                <a:gd name="connsiteY92" fmla="*/ 52459 h 122950"/>
                <a:gd name="connsiteX93" fmla="*/ 281966 w 354096"/>
                <a:gd name="connsiteY93" fmla="*/ 52459 h 122950"/>
                <a:gd name="connsiteX94" fmla="*/ 286884 w 354096"/>
                <a:gd name="connsiteY94" fmla="*/ 50819 h 122950"/>
                <a:gd name="connsiteX95" fmla="*/ 290163 w 354096"/>
                <a:gd name="connsiteY95" fmla="*/ 50819 h 122950"/>
                <a:gd name="connsiteX96" fmla="*/ 293441 w 354096"/>
                <a:gd name="connsiteY96" fmla="*/ 50819 h 122950"/>
                <a:gd name="connsiteX97" fmla="*/ 298359 w 354096"/>
                <a:gd name="connsiteY97" fmla="*/ 49180 h 122950"/>
                <a:gd name="connsiteX98" fmla="*/ 301638 w 354096"/>
                <a:gd name="connsiteY98" fmla="*/ 47541 h 122950"/>
                <a:gd name="connsiteX99" fmla="*/ 304917 w 354096"/>
                <a:gd name="connsiteY99" fmla="*/ 47541 h 122950"/>
                <a:gd name="connsiteX100" fmla="*/ 309835 w 354096"/>
                <a:gd name="connsiteY100" fmla="*/ 45901 h 122950"/>
                <a:gd name="connsiteX101" fmla="*/ 313113 w 354096"/>
                <a:gd name="connsiteY101" fmla="*/ 45901 h 122950"/>
                <a:gd name="connsiteX102" fmla="*/ 316392 w 354096"/>
                <a:gd name="connsiteY102" fmla="*/ 44262 h 122950"/>
                <a:gd name="connsiteX103" fmla="*/ 321310 w 354096"/>
                <a:gd name="connsiteY103" fmla="*/ 44262 h 122950"/>
                <a:gd name="connsiteX104" fmla="*/ 324589 w 354096"/>
                <a:gd name="connsiteY104" fmla="*/ 44262 h 122950"/>
                <a:gd name="connsiteX105" fmla="*/ 327867 w 354096"/>
                <a:gd name="connsiteY105" fmla="*/ 42623 h 122950"/>
                <a:gd name="connsiteX106" fmla="*/ 332785 w 354096"/>
                <a:gd name="connsiteY106" fmla="*/ 42623 h 122950"/>
                <a:gd name="connsiteX107" fmla="*/ 336064 w 354096"/>
                <a:gd name="connsiteY107" fmla="*/ 40983 h 122950"/>
                <a:gd name="connsiteX108" fmla="*/ 340982 w 354096"/>
                <a:gd name="connsiteY108" fmla="*/ 40983 h 122950"/>
                <a:gd name="connsiteX109" fmla="*/ 344261 w 354096"/>
                <a:gd name="connsiteY109" fmla="*/ 39344 h 122950"/>
                <a:gd name="connsiteX110" fmla="*/ 347539 w 354096"/>
                <a:gd name="connsiteY110" fmla="*/ 39344 h 122950"/>
                <a:gd name="connsiteX111" fmla="*/ 352457 w 354096"/>
                <a:gd name="connsiteY111" fmla="*/ 37705 h 122950"/>
                <a:gd name="connsiteX112" fmla="*/ 354097 w 354096"/>
                <a:gd name="connsiteY112" fmla="*/ 34426 h 122950"/>
                <a:gd name="connsiteX113" fmla="*/ 352457 w 354096"/>
                <a:gd name="connsiteY113" fmla="*/ 31147 h 122950"/>
                <a:gd name="connsiteX114" fmla="*/ 349179 w 354096"/>
                <a:gd name="connsiteY114" fmla="*/ 29508 h 122950"/>
                <a:gd name="connsiteX115" fmla="*/ 347539 w 354096"/>
                <a:gd name="connsiteY115" fmla="*/ 26229 h 122950"/>
                <a:gd name="connsiteX116" fmla="*/ 342622 w 354096"/>
                <a:gd name="connsiteY116" fmla="*/ 22951 h 122950"/>
                <a:gd name="connsiteX117" fmla="*/ 340982 w 354096"/>
                <a:gd name="connsiteY117" fmla="*/ 19672 h 122950"/>
                <a:gd name="connsiteX118" fmla="*/ 337703 w 354096"/>
                <a:gd name="connsiteY118" fmla="*/ 16393 h 122950"/>
                <a:gd name="connsiteX119" fmla="*/ 334425 w 354096"/>
                <a:gd name="connsiteY119" fmla="*/ 13115 h 122950"/>
                <a:gd name="connsiteX120" fmla="*/ 331146 w 354096"/>
                <a:gd name="connsiteY120" fmla="*/ 11475 h 122950"/>
                <a:gd name="connsiteX121" fmla="*/ 326228 w 354096"/>
                <a:gd name="connsiteY121" fmla="*/ 11475 h 122950"/>
                <a:gd name="connsiteX122" fmla="*/ 326228 w 354096"/>
                <a:gd name="connsiteY122" fmla="*/ 11475 h 122950"/>
                <a:gd name="connsiteX123" fmla="*/ 321310 w 354096"/>
                <a:gd name="connsiteY123" fmla="*/ 9836 h 122950"/>
                <a:gd name="connsiteX124" fmla="*/ 318031 w 354096"/>
                <a:gd name="connsiteY124" fmla="*/ 9836 h 122950"/>
                <a:gd name="connsiteX125" fmla="*/ 313113 w 354096"/>
                <a:gd name="connsiteY125" fmla="*/ 9836 h 122950"/>
                <a:gd name="connsiteX126" fmla="*/ 309835 w 354096"/>
                <a:gd name="connsiteY126" fmla="*/ 9836 h 122950"/>
                <a:gd name="connsiteX127" fmla="*/ 306556 w 354096"/>
                <a:gd name="connsiteY127" fmla="*/ 11475 h 122950"/>
                <a:gd name="connsiteX128" fmla="*/ 301638 w 354096"/>
                <a:gd name="connsiteY128" fmla="*/ 11475 h 122950"/>
                <a:gd name="connsiteX129" fmla="*/ 298359 w 354096"/>
                <a:gd name="connsiteY129" fmla="*/ 11475 h 122950"/>
                <a:gd name="connsiteX130" fmla="*/ 295081 w 354096"/>
                <a:gd name="connsiteY130" fmla="*/ 13115 h 122950"/>
                <a:gd name="connsiteX131" fmla="*/ 290163 w 354096"/>
                <a:gd name="connsiteY131" fmla="*/ 14754 h 122950"/>
                <a:gd name="connsiteX132" fmla="*/ 286884 w 354096"/>
                <a:gd name="connsiteY132" fmla="*/ 16393 h 122950"/>
                <a:gd name="connsiteX133" fmla="*/ 281966 w 354096"/>
                <a:gd name="connsiteY133" fmla="*/ 18033 h 122950"/>
                <a:gd name="connsiteX134" fmla="*/ 278687 w 354096"/>
                <a:gd name="connsiteY134" fmla="*/ 19672 h 122950"/>
                <a:gd name="connsiteX135" fmla="*/ 275409 w 354096"/>
                <a:gd name="connsiteY135" fmla="*/ 19672 h 122950"/>
                <a:gd name="connsiteX136" fmla="*/ 278687 w 354096"/>
                <a:gd name="connsiteY136" fmla="*/ 16393 h 122950"/>
                <a:gd name="connsiteX137" fmla="*/ 281966 w 354096"/>
                <a:gd name="connsiteY137" fmla="*/ 16393 h 122950"/>
                <a:gd name="connsiteX138" fmla="*/ 285245 w 354096"/>
                <a:gd name="connsiteY138" fmla="*/ 11475 h 122950"/>
                <a:gd name="connsiteX139" fmla="*/ 280327 w 354096"/>
                <a:gd name="connsiteY139" fmla="*/ 11475 h 122950"/>
                <a:gd name="connsiteX140" fmla="*/ 277048 w 354096"/>
                <a:gd name="connsiteY140" fmla="*/ 11475 h 122950"/>
                <a:gd name="connsiteX141" fmla="*/ 273769 w 354096"/>
                <a:gd name="connsiteY141" fmla="*/ 13115 h 122950"/>
                <a:gd name="connsiteX142" fmla="*/ 268851 w 354096"/>
                <a:gd name="connsiteY142" fmla="*/ 14754 h 122950"/>
                <a:gd name="connsiteX143" fmla="*/ 265573 w 354096"/>
                <a:gd name="connsiteY143" fmla="*/ 16393 h 122950"/>
                <a:gd name="connsiteX144" fmla="*/ 260655 w 354096"/>
                <a:gd name="connsiteY144" fmla="*/ 18033 h 122950"/>
                <a:gd name="connsiteX145" fmla="*/ 263933 w 354096"/>
                <a:gd name="connsiteY145" fmla="*/ 14754 h 122950"/>
                <a:gd name="connsiteX146" fmla="*/ 267212 w 354096"/>
                <a:gd name="connsiteY146" fmla="*/ 14754 h 122950"/>
                <a:gd name="connsiteX147" fmla="*/ 270491 w 354096"/>
                <a:gd name="connsiteY147" fmla="*/ 13115 h 122950"/>
                <a:gd name="connsiteX148" fmla="*/ 275409 w 354096"/>
                <a:gd name="connsiteY148" fmla="*/ 11475 h 122950"/>
                <a:gd name="connsiteX149" fmla="*/ 270491 w 354096"/>
                <a:gd name="connsiteY149" fmla="*/ 11475 h 122950"/>
                <a:gd name="connsiteX150" fmla="*/ 267212 w 354096"/>
                <a:gd name="connsiteY150" fmla="*/ 9836 h 122950"/>
                <a:gd name="connsiteX151" fmla="*/ 265573 w 354096"/>
                <a:gd name="connsiteY151" fmla="*/ 9836 h 122950"/>
                <a:gd name="connsiteX152" fmla="*/ 263933 w 354096"/>
                <a:gd name="connsiteY152" fmla="*/ 9836 h 122950"/>
                <a:gd name="connsiteX153" fmla="*/ 260655 w 354096"/>
                <a:gd name="connsiteY153" fmla="*/ 9836 h 122950"/>
                <a:gd name="connsiteX154" fmla="*/ 257376 w 354096"/>
                <a:gd name="connsiteY154" fmla="*/ 8197 h 122950"/>
                <a:gd name="connsiteX155" fmla="*/ 252458 w 354096"/>
                <a:gd name="connsiteY155" fmla="*/ 6557 h 122950"/>
                <a:gd name="connsiteX156" fmla="*/ 249179 w 354096"/>
                <a:gd name="connsiteY156" fmla="*/ 4918 h 122950"/>
                <a:gd name="connsiteX157" fmla="*/ 245901 w 354096"/>
                <a:gd name="connsiteY157" fmla="*/ 1639 h 122950"/>
                <a:gd name="connsiteX158" fmla="*/ 240982 w 354096"/>
                <a:gd name="connsiteY158" fmla="*/ 1639 h 122950"/>
                <a:gd name="connsiteX159" fmla="*/ 237704 w 354096"/>
                <a:gd name="connsiteY159" fmla="*/ 0 h 122950"/>
                <a:gd name="connsiteX160" fmla="*/ 234425 w 354096"/>
                <a:gd name="connsiteY160" fmla="*/ 0 h 122950"/>
                <a:gd name="connsiteX161" fmla="*/ 229507 w 354096"/>
                <a:gd name="connsiteY161" fmla="*/ 1639 h 122950"/>
                <a:gd name="connsiteX162" fmla="*/ 226229 w 354096"/>
                <a:gd name="connsiteY162" fmla="*/ 1639 h 122950"/>
                <a:gd name="connsiteX163" fmla="*/ 221310 w 354096"/>
                <a:gd name="connsiteY163" fmla="*/ 1639 h 122950"/>
                <a:gd name="connsiteX164" fmla="*/ 218032 w 354096"/>
                <a:gd name="connsiteY164" fmla="*/ 1639 h 122950"/>
                <a:gd name="connsiteX165" fmla="*/ 214753 w 354096"/>
                <a:gd name="connsiteY165" fmla="*/ 3279 h 122950"/>
                <a:gd name="connsiteX166" fmla="*/ 209835 w 354096"/>
                <a:gd name="connsiteY166" fmla="*/ 3279 h 122950"/>
                <a:gd name="connsiteX167" fmla="*/ 206557 w 354096"/>
                <a:gd name="connsiteY167" fmla="*/ 3279 h 122950"/>
                <a:gd name="connsiteX168" fmla="*/ 201638 w 354096"/>
                <a:gd name="connsiteY168" fmla="*/ 3279 h 122950"/>
                <a:gd name="connsiteX169" fmla="*/ 198360 w 354096"/>
                <a:gd name="connsiteY169" fmla="*/ 3279 h 122950"/>
                <a:gd name="connsiteX170" fmla="*/ 193442 w 354096"/>
                <a:gd name="connsiteY170" fmla="*/ 3279 h 122950"/>
                <a:gd name="connsiteX171" fmla="*/ 188524 w 354096"/>
                <a:gd name="connsiteY171" fmla="*/ 3279 h 122950"/>
                <a:gd name="connsiteX172" fmla="*/ 185245 w 354096"/>
                <a:gd name="connsiteY172" fmla="*/ 4918 h 122950"/>
                <a:gd name="connsiteX173" fmla="*/ 180327 w 354096"/>
                <a:gd name="connsiteY173" fmla="*/ 4918 h 122950"/>
                <a:gd name="connsiteX174" fmla="*/ 177048 w 354096"/>
                <a:gd name="connsiteY174" fmla="*/ 4918 h 122950"/>
                <a:gd name="connsiteX175" fmla="*/ 173770 w 354096"/>
                <a:gd name="connsiteY175" fmla="*/ 4918 h 122950"/>
                <a:gd name="connsiteX176" fmla="*/ 168852 w 354096"/>
                <a:gd name="connsiteY176" fmla="*/ 4918 h 122950"/>
                <a:gd name="connsiteX177" fmla="*/ 165573 w 354096"/>
                <a:gd name="connsiteY177" fmla="*/ 4918 h 122950"/>
                <a:gd name="connsiteX178" fmla="*/ 160655 w 354096"/>
                <a:gd name="connsiteY178" fmla="*/ 6557 h 122950"/>
                <a:gd name="connsiteX179" fmla="*/ 157376 w 354096"/>
                <a:gd name="connsiteY179" fmla="*/ 6557 h 122950"/>
                <a:gd name="connsiteX180" fmla="*/ 154098 w 354096"/>
                <a:gd name="connsiteY180" fmla="*/ 6557 h 122950"/>
                <a:gd name="connsiteX181" fmla="*/ 149180 w 354096"/>
                <a:gd name="connsiteY181" fmla="*/ 6557 h 122950"/>
                <a:gd name="connsiteX182" fmla="*/ 145901 w 354096"/>
                <a:gd name="connsiteY182" fmla="*/ 9836 h 122950"/>
                <a:gd name="connsiteX183" fmla="*/ 142622 w 354096"/>
                <a:gd name="connsiteY183" fmla="*/ 13115 h 122950"/>
                <a:gd name="connsiteX184" fmla="*/ 139344 w 354096"/>
                <a:gd name="connsiteY184" fmla="*/ 18033 h 122950"/>
                <a:gd name="connsiteX185" fmla="*/ 137704 w 354096"/>
                <a:gd name="connsiteY185" fmla="*/ 21311 h 122950"/>
                <a:gd name="connsiteX186" fmla="*/ 137704 w 354096"/>
                <a:gd name="connsiteY186" fmla="*/ 24590 h 122950"/>
                <a:gd name="connsiteX187" fmla="*/ 140983 w 354096"/>
                <a:gd name="connsiteY187" fmla="*/ 27869 h 122950"/>
                <a:gd name="connsiteX188" fmla="*/ 137704 w 354096"/>
                <a:gd name="connsiteY188" fmla="*/ 29508 h 122950"/>
                <a:gd name="connsiteX189" fmla="*/ 134426 w 354096"/>
                <a:gd name="connsiteY189" fmla="*/ 29508 h 122950"/>
                <a:gd name="connsiteX190" fmla="*/ 129508 w 354096"/>
                <a:gd name="connsiteY190" fmla="*/ 31147 h 122950"/>
                <a:gd name="connsiteX191" fmla="*/ 126229 w 354096"/>
                <a:gd name="connsiteY191" fmla="*/ 34426 h 122950"/>
                <a:gd name="connsiteX192" fmla="*/ 126229 w 354096"/>
                <a:gd name="connsiteY192" fmla="*/ 34426 h 122950"/>
                <a:gd name="connsiteX193" fmla="*/ 121311 w 354096"/>
                <a:gd name="connsiteY193" fmla="*/ 36065 h 122950"/>
                <a:gd name="connsiteX194" fmla="*/ 118032 w 354096"/>
                <a:gd name="connsiteY194" fmla="*/ 37705 h 122950"/>
                <a:gd name="connsiteX195" fmla="*/ 114754 w 354096"/>
                <a:gd name="connsiteY195" fmla="*/ 37705 h 122950"/>
                <a:gd name="connsiteX196" fmla="*/ 109836 w 354096"/>
                <a:gd name="connsiteY196" fmla="*/ 39344 h 122950"/>
                <a:gd name="connsiteX197" fmla="*/ 106557 w 354096"/>
                <a:gd name="connsiteY197" fmla="*/ 40983 h 122950"/>
                <a:gd name="connsiteX198" fmla="*/ 103278 w 354096"/>
                <a:gd name="connsiteY198" fmla="*/ 42623 h 122950"/>
                <a:gd name="connsiteX199" fmla="*/ 100000 w 354096"/>
                <a:gd name="connsiteY199" fmla="*/ 44262 h 122950"/>
                <a:gd name="connsiteX200" fmla="*/ 95082 w 354096"/>
                <a:gd name="connsiteY200" fmla="*/ 45901 h 122950"/>
                <a:gd name="connsiteX201" fmla="*/ 91803 w 354096"/>
                <a:gd name="connsiteY201" fmla="*/ 47541 h 122950"/>
                <a:gd name="connsiteX202" fmla="*/ 86885 w 354096"/>
                <a:gd name="connsiteY202" fmla="*/ 49180 h 122950"/>
                <a:gd name="connsiteX203" fmla="*/ 83606 w 354096"/>
                <a:gd name="connsiteY203" fmla="*/ 50819 h 122950"/>
                <a:gd name="connsiteX204" fmla="*/ 80328 w 354096"/>
                <a:gd name="connsiteY204" fmla="*/ 52459 h 122950"/>
                <a:gd name="connsiteX205" fmla="*/ 83606 w 354096"/>
                <a:gd name="connsiteY205" fmla="*/ 54098 h 122950"/>
                <a:gd name="connsiteX206" fmla="*/ 81967 w 354096"/>
                <a:gd name="connsiteY206" fmla="*/ 57377 h 122950"/>
                <a:gd name="connsiteX207" fmla="*/ 78688 w 354096"/>
                <a:gd name="connsiteY207" fmla="*/ 59016 h 122950"/>
                <a:gd name="connsiteX208" fmla="*/ 73770 w 354096"/>
                <a:gd name="connsiteY208" fmla="*/ 59016 h 122950"/>
                <a:gd name="connsiteX209" fmla="*/ 70492 w 354096"/>
                <a:gd name="connsiteY209" fmla="*/ 59016 h 122950"/>
                <a:gd name="connsiteX210" fmla="*/ 67213 w 354096"/>
                <a:gd name="connsiteY210" fmla="*/ 59016 h 122950"/>
                <a:gd name="connsiteX211" fmla="*/ 62295 w 354096"/>
                <a:gd name="connsiteY211" fmla="*/ 60655 h 122950"/>
                <a:gd name="connsiteX212" fmla="*/ 60655 w 354096"/>
                <a:gd name="connsiteY212" fmla="*/ 63934 h 122950"/>
                <a:gd name="connsiteX213" fmla="*/ 57377 w 354096"/>
                <a:gd name="connsiteY213" fmla="*/ 65573 h 122950"/>
                <a:gd name="connsiteX214" fmla="*/ 54098 w 354096"/>
                <a:gd name="connsiteY214" fmla="*/ 70491 h 122950"/>
                <a:gd name="connsiteX215" fmla="*/ 49180 w 354096"/>
                <a:gd name="connsiteY215" fmla="*/ 70491 h 122950"/>
                <a:gd name="connsiteX216" fmla="*/ 45901 w 354096"/>
                <a:gd name="connsiteY216" fmla="*/ 72131 h 122950"/>
                <a:gd name="connsiteX217" fmla="*/ 42623 w 354096"/>
                <a:gd name="connsiteY217" fmla="*/ 72131 h 1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354096" h="122950">
                  <a:moveTo>
                    <a:pt x="42623" y="72131"/>
                  </a:moveTo>
                  <a:lnTo>
                    <a:pt x="37705" y="73770"/>
                  </a:lnTo>
                  <a:lnTo>
                    <a:pt x="34426" y="75409"/>
                  </a:lnTo>
                  <a:lnTo>
                    <a:pt x="31148" y="77049"/>
                  </a:lnTo>
                  <a:lnTo>
                    <a:pt x="26229" y="80328"/>
                  </a:lnTo>
                  <a:lnTo>
                    <a:pt x="22951" y="81967"/>
                  </a:lnTo>
                  <a:lnTo>
                    <a:pt x="19672" y="81967"/>
                  </a:lnTo>
                  <a:lnTo>
                    <a:pt x="14754" y="83606"/>
                  </a:lnTo>
                  <a:lnTo>
                    <a:pt x="11475" y="85245"/>
                  </a:lnTo>
                  <a:lnTo>
                    <a:pt x="8197" y="88524"/>
                  </a:lnTo>
                  <a:lnTo>
                    <a:pt x="3279" y="90164"/>
                  </a:lnTo>
                  <a:lnTo>
                    <a:pt x="0" y="91803"/>
                  </a:lnTo>
                  <a:lnTo>
                    <a:pt x="3279" y="91803"/>
                  </a:lnTo>
                  <a:lnTo>
                    <a:pt x="6557" y="91803"/>
                  </a:lnTo>
                  <a:lnTo>
                    <a:pt x="11475" y="91803"/>
                  </a:lnTo>
                  <a:lnTo>
                    <a:pt x="14754" y="91803"/>
                  </a:lnTo>
                  <a:lnTo>
                    <a:pt x="19672" y="91803"/>
                  </a:lnTo>
                  <a:lnTo>
                    <a:pt x="22951" y="91803"/>
                  </a:lnTo>
                  <a:lnTo>
                    <a:pt x="19672" y="93442"/>
                  </a:lnTo>
                  <a:lnTo>
                    <a:pt x="22951" y="96721"/>
                  </a:lnTo>
                  <a:lnTo>
                    <a:pt x="26229" y="98360"/>
                  </a:lnTo>
                  <a:lnTo>
                    <a:pt x="31148" y="98360"/>
                  </a:lnTo>
                  <a:lnTo>
                    <a:pt x="34426" y="100000"/>
                  </a:lnTo>
                  <a:lnTo>
                    <a:pt x="37705" y="103278"/>
                  </a:lnTo>
                  <a:lnTo>
                    <a:pt x="36065" y="106557"/>
                  </a:lnTo>
                  <a:lnTo>
                    <a:pt x="37705" y="109836"/>
                  </a:lnTo>
                  <a:lnTo>
                    <a:pt x="36065" y="114754"/>
                  </a:lnTo>
                  <a:lnTo>
                    <a:pt x="32787" y="118032"/>
                  </a:lnTo>
                  <a:lnTo>
                    <a:pt x="32787" y="121311"/>
                  </a:lnTo>
                  <a:lnTo>
                    <a:pt x="36065" y="122950"/>
                  </a:lnTo>
                  <a:lnTo>
                    <a:pt x="40983" y="122950"/>
                  </a:lnTo>
                  <a:lnTo>
                    <a:pt x="44262" y="122950"/>
                  </a:lnTo>
                  <a:lnTo>
                    <a:pt x="47541" y="121311"/>
                  </a:lnTo>
                  <a:lnTo>
                    <a:pt x="50820" y="119672"/>
                  </a:lnTo>
                  <a:lnTo>
                    <a:pt x="55738" y="119672"/>
                  </a:lnTo>
                  <a:lnTo>
                    <a:pt x="59016" y="118032"/>
                  </a:lnTo>
                  <a:lnTo>
                    <a:pt x="62295" y="118032"/>
                  </a:lnTo>
                  <a:lnTo>
                    <a:pt x="67213" y="118032"/>
                  </a:lnTo>
                  <a:lnTo>
                    <a:pt x="70492" y="116393"/>
                  </a:lnTo>
                  <a:lnTo>
                    <a:pt x="73770" y="114754"/>
                  </a:lnTo>
                  <a:lnTo>
                    <a:pt x="78688" y="113114"/>
                  </a:lnTo>
                  <a:lnTo>
                    <a:pt x="81967" y="111475"/>
                  </a:lnTo>
                  <a:lnTo>
                    <a:pt x="85245" y="111475"/>
                  </a:lnTo>
                  <a:lnTo>
                    <a:pt x="90164" y="109836"/>
                  </a:lnTo>
                  <a:lnTo>
                    <a:pt x="93442" y="113114"/>
                  </a:lnTo>
                  <a:lnTo>
                    <a:pt x="96721" y="111475"/>
                  </a:lnTo>
                  <a:lnTo>
                    <a:pt x="101639" y="111475"/>
                  </a:lnTo>
                  <a:lnTo>
                    <a:pt x="104918" y="111475"/>
                  </a:lnTo>
                  <a:lnTo>
                    <a:pt x="109836" y="111475"/>
                  </a:lnTo>
                  <a:lnTo>
                    <a:pt x="113114" y="109836"/>
                  </a:lnTo>
                  <a:lnTo>
                    <a:pt x="116393" y="109836"/>
                  </a:lnTo>
                  <a:lnTo>
                    <a:pt x="121311" y="108196"/>
                  </a:lnTo>
                  <a:lnTo>
                    <a:pt x="124590" y="108196"/>
                  </a:lnTo>
                  <a:lnTo>
                    <a:pt x="127868" y="106557"/>
                  </a:lnTo>
                  <a:lnTo>
                    <a:pt x="132786" y="103278"/>
                  </a:lnTo>
                  <a:lnTo>
                    <a:pt x="136065" y="101639"/>
                  </a:lnTo>
                  <a:lnTo>
                    <a:pt x="139344" y="98360"/>
                  </a:lnTo>
                  <a:lnTo>
                    <a:pt x="144262" y="95081"/>
                  </a:lnTo>
                  <a:lnTo>
                    <a:pt x="147540" y="91803"/>
                  </a:lnTo>
                  <a:lnTo>
                    <a:pt x="150819" y="90164"/>
                  </a:lnTo>
                  <a:lnTo>
                    <a:pt x="155737" y="88524"/>
                  </a:lnTo>
                  <a:lnTo>
                    <a:pt x="159016" y="86885"/>
                  </a:lnTo>
                  <a:lnTo>
                    <a:pt x="162294" y="85245"/>
                  </a:lnTo>
                  <a:lnTo>
                    <a:pt x="167212" y="81967"/>
                  </a:lnTo>
                  <a:lnTo>
                    <a:pt x="170491" y="81967"/>
                  </a:lnTo>
                  <a:lnTo>
                    <a:pt x="173770" y="81967"/>
                  </a:lnTo>
                  <a:lnTo>
                    <a:pt x="178688" y="81967"/>
                  </a:lnTo>
                  <a:lnTo>
                    <a:pt x="181966" y="80328"/>
                  </a:lnTo>
                  <a:lnTo>
                    <a:pt x="186885" y="80328"/>
                  </a:lnTo>
                  <a:lnTo>
                    <a:pt x="190163" y="78688"/>
                  </a:lnTo>
                  <a:lnTo>
                    <a:pt x="193442" y="78688"/>
                  </a:lnTo>
                  <a:lnTo>
                    <a:pt x="198360" y="75409"/>
                  </a:lnTo>
                  <a:lnTo>
                    <a:pt x="201638" y="73770"/>
                  </a:lnTo>
                  <a:lnTo>
                    <a:pt x="204917" y="72131"/>
                  </a:lnTo>
                  <a:lnTo>
                    <a:pt x="209835" y="68852"/>
                  </a:lnTo>
                  <a:lnTo>
                    <a:pt x="213114" y="67213"/>
                  </a:lnTo>
                  <a:lnTo>
                    <a:pt x="216392" y="67213"/>
                  </a:lnTo>
                  <a:lnTo>
                    <a:pt x="221310" y="65573"/>
                  </a:lnTo>
                  <a:lnTo>
                    <a:pt x="224589" y="65573"/>
                  </a:lnTo>
                  <a:lnTo>
                    <a:pt x="227868" y="63934"/>
                  </a:lnTo>
                  <a:lnTo>
                    <a:pt x="232786" y="63934"/>
                  </a:lnTo>
                  <a:lnTo>
                    <a:pt x="236065" y="62295"/>
                  </a:lnTo>
                  <a:lnTo>
                    <a:pt x="240982" y="60655"/>
                  </a:lnTo>
                  <a:lnTo>
                    <a:pt x="244261" y="60655"/>
                  </a:lnTo>
                  <a:lnTo>
                    <a:pt x="247540" y="59016"/>
                  </a:lnTo>
                  <a:lnTo>
                    <a:pt x="252458" y="59016"/>
                  </a:lnTo>
                  <a:lnTo>
                    <a:pt x="255737" y="59016"/>
                  </a:lnTo>
                  <a:lnTo>
                    <a:pt x="259015" y="57377"/>
                  </a:lnTo>
                  <a:lnTo>
                    <a:pt x="263933" y="55737"/>
                  </a:lnTo>
                  <a:lnTo>
                    <a:pt x="267212" y="55737"/>
                  </a:lnTo>
                  <a:lnTo>
                    <a:pt x="270491" y="54098"/>
                  </a:lnTo>
                  <a:lnTo>
                    <a:pt x="275409" y="54098"/>
                  </a:lnTo>
                  <a:lnTo>
                    <a:pt x="278687" y="52459"/>
                  </a:lnTo>
                  <a:lnTo>
                    <a:pt x="281966" y="52459"/>
                  </a:lnTo>
                  <a:lnTo>
                    <a:pt x="286884" y="50819"/>
                  </a:lnTo>
                  <a:lnTo>
                    <a:pt x="290163" y="50819"/>
                  </a:lnTo>
                  <a:lnTo>
                    <a:pt x="293441" y="50819"/>
                  </a:lnTo>
                  <a:lnTo>
                    <a:pt x="298359" y="49180"/>
                  </a:lnTo>
                  <a:lnTo>
                    <a:pt x="301638" y="47541"/>
                  </a:lnTo>
                  <a:lnTo>
                    <a:pt x="304917" y="47541"/>
                  </a:lnTo>
                  <a:lnTo>
                    <a:pt x="309835" y="45901"/>
                  </a:lnTo>
                  <a:lnTo>
                    <a:pt x="313113" y="45901"/>
                  </a:lnTo>
                  <a:lnTo>
                    <a:pt x="316392" y="44262"/>
                  </a:lnTo>
                  <a:lnTo>
                    <a:pt x="321310" y="44262"/>
                  </a:lnTo>
                  <a:lnTo>
                    <a:pt x="324589" y="44262"/>
                  </a:lnTo>
                  <a:lnTo>
                    <a:pt x="327867" y="42623"/>
                  </a:lnTo>
                  <a:lnTo>
                    <a:pt x="332785" y="42623"/>
                  </a:lnTo>
                  <a:lnTo>
                    <a:pt x="336064" y="40983"/>
                  </a:lnTo>
                  <a:lnTo>
                    <a:pt x="340982" y="40983"/>
                  </a:lnTo>
                  <a:lnTo>
                    <a:pt x="344261" y="39344"/>
                  </a:lnTo>
                  <a:lnTo>
                    <a:pt x="347539" y="39344"/>
                  </a:lnTo>
                  <a:lnTo>
                    <a:pt x="352457" y="37705"/>
                  </a:lnTo>
                  <a:lnTo>
                    <a:pt x="354097" y="34426"/>
                  </a:lnTo>
                  <a:lnTo>
                    <a:pt x="352457" y="31147"/>
                  </a:lnTo>
                  <a:lnTo>
                    <a:pt x="349179" y="29508"/>
                  </a:lnTo>
                  <a:lnTo>
                    <a:pt x="347539" y="26229"/>
                  </a:lnTo>
                  <a:lnTo>
                    <a:pt x="342622" y="22951"/>
                  </a:lnTo>
                  <a:lnTo>
                    <a:pt x="340982" y="19672"/>
                  </a:lnTo>
                  <a:lnTo>
                    <a:pt x="337703" y="16393"/>
                  </a:lnTo>
                  <a:lnTo>
                    <a:pt x="334425" y="13115"/>
                  </a:lnTo>
                  <a:lnTo>
                    <a:pt x="331146" y="11475"/>
                  </a:lnTo>
                  <a:lnTo>
                    <a:pt x="326228" y="11475"/>
                  </a:lnTo>
                  <a:lnTo>
                    <a:pt x="326228" y="11475"/>
                  </a:lnTo>
                  <a:lnTo>
                    <a:pt x="321310" y="9836"/>
                  </a:lnTo>
                  <a:lnTo>
                    <a:pt x="318031" y="9836"/>
                  </a:lnTo>
                  <a:lnTo>
                    <a:pt x="313113" y="9836"/>
                  </a:lnTo>
                  <a:lnTo>
                    <a:pt x="309835" y="9836"/>
                  </a:lnTo>
                  <a:lnTo>
                    <a:pt x="306556" y="11475"/>
                  </a:lnTo>
                  <a:lnTo>
                    <a:pt x="301638" y="11475"/>
                  </a:lnTo>
                  <a:lnTo>
                    <a:pt x="298359" y="11475"/>
                  </a:lnTo>
                  <a:lnTo>
                    <a:pt x="295081" y="13115"/>
                  </a:lnTo>
                  <a:lnTo>
                    <a:pt x="290163" y="14754"/>
                  </a:lnTo>
                  <a:lnTo>
                    <a:pt x="286884" y="16393"/>
                  </a:lnTo>
                  <a:lnTo>
                    <a:pt x="281966" y="18033"/>
                  </a:lnTo>
                  <a:lnTo>
                    <a:pt x="278687" y="19672"/>
                  </a:lnTo>
                  <a:lnTo>
                    <a:pt x="275409" y="19672"/>
                  </a:lnTo>
                  <a:lnTo>
                    <a:pt x="278687" y="16393"/>
                  </a:lnTo>
                  <a:lnTo>
                    <a:pt x="281966" y="16393"/>
                  </a:lnTo>
                  <a:lnTo>
                    <a:pt x="285245" y="11475"/>
                  </a:lnTo>
                  <a:lnTo>
                    <a:pt x="280327" y="11475"/>
                  </a:lnTo>
                  <a:lnTo>
                    <a:pt x="277048" y="11475"/>
                  </a:lnTo>
                  <a:lnTo>
                    <a:pt x="273769" y="13115"/>
                  </a:lnTo>
                  <a:lnTo>
                    <a:pt x="268851" y="14754"/>
                  </a:lnTo>
                  <a:lnTo>
                    <a:pt x="265573" y="16393"/>
                  </a:lnTo>
                  <a:lnTo>
                    <a:pt x="260655" y="18033"/>
                  </a:lnTo>
                  <a:lnTo>
                    <a:pt x="263933" y="14754"/>
                  </a:lnTo>
                  <a:lnTo>
                    <a:pt x="267212" y="14754"/>
                  </a:lnTo>
                  <a:lnTo>
                    <a:pt x="270491" y="13115"/>
                  </a:lnTo>
                  <a:lnTo>
                    <a:pt x="275409" y="11475"/>
                  </a:lnTo>
                  <a:lnTo>
                    <a:pt x="270491" y="11475"/>
                  </a:lnTo>
                  <a:lnTo>
                    <a:pt x="267212" y="9836"/>
                  </a:lnTo>
                  <a:lnTo>
                    <a:pt x="265573" y="9836"/>
                  </a:lnTo>
                  <a:lnTo>
                    <a:pt x="263933" y="9836"/>
                  </a:lnTo>
                  <a:lnTo>
                    <a:pt x="260655" y="9836"/>
                  </a:lnTo>
                  <a:lnTo>
                    <a:pt x="257376" y="8197"/>
                  </a:lnTo>
                  <a:lnTo>
                    <a:pt x="252458" y="6557"/>
                  </a:lnTo>
                  <a:lnTo>
                    <a:pt x="249179" y="4918"/>
                  </a:lnTo>
                  <a:lnTo>
                    <a:pt x="245901" y="1639"/>
                  </a:lnTo>
                  <a:lnTo>
                    <a:pt x="240982" y="1639"/>
                  </a:lnTo>
                  <a:lnTo>
                    <a:pt x="237704" y="0"/>
                  </a:lnTo>
                  <a:lnTo>
                    <a:pt x="234425" y="0"/>
                  </a:lnTo>
                  <a:lnTo>
                    <a:pt x="229507" y="1639"/>
                  </a:lnTo>
                  <a:lnTo>
                    <a:pt x="226229" y="1639"/>
                  </a:lnTo>
                  <a:lnTo>
                    <a:pt x="221310" y="1639"/>
                  </a:lnTo>
                  <a:lnTo>
                    <a:pt x="218032" y="1639"/>
                  </a:lnTo>
                  <a:lnTo>
                    <a:pt x="214753" y="3279"/>
                  </a:lnTo>
                  <a:lnTo>
                    <a:pt x="209835" y="3279"/>
                  </a:lnTo>
                  <a:lnTo>
                    <a:pt x="206557" y="3279"/>
                  </a:lnTo>
                  <a:lnTo>
                    <a:pt x="201638" y="3279"/>
                  </a:lnTo>
                  <a:lnTo>
                    <a:pt x="198360" y="3279"/>
                  </a:lnTo>
                  <a:lnTo>
                    <a:pt x="193442" y="3279"/>
                  </a:lnTo>
                  <a:lnTo>
                    <a:pt x="188524" y="3279"/>
                  </a:lnTo>
                  <a:lnTo>
                    <a:pt x="185245" y="4918"/>
                  </a:lnTo>
                  <a:lnTo>
                    <a:pt x="180327" y="4918"/>
                  </a:lnTo>
                  <a:lnTo>
                    <a:pt x="177048" y="4918"/>
                  </a:lnTo>
                  <a:lnTo>
                    <a:pt x="173770" y="4918"/>
                  </a:lnTo>
                  <a:lnTo>
                    <a:pt x="168852" y="4918"/>
                  </a:lnTo>
                  <a:lnTo>
                    <a:pt x="165573" y="4918"/>
                  </a:lnTo>
                  <a:lnTo>
                    <a:pt x="160655" y="6557"/>
                  </a:lnTo>
                  <a:lnTo>
                    <a:pt x="157376" y="6557"/>
                  </a:lnTo>
                  <a:lnTo>
                    <a:pt x="154098" y="6557"/>
                  </a:lnTo>
                  <a:lnTo>
                    <a:pt x="149180" y="6557"/>
                  </a:lnTo>
                  <a:lnTo>
                    <a:pt x="145901" y="9836"/>
                  </a:lnTo>
                  <a:lnTo>
                    <a:pt x="142622" y="13115"/>
                  </a:lnTo>
                  <a:lnTo>
                    <a:pt x="139344" y="18033"/>
                  </a:lnTo>
                  <a:lnTo>
                    <a:pt x="137704" y="21311"/>
                  </a:lnTo>
                  <a:lnTo>
                    <a:pt x="137704" y="24590"/>
                  </a:lnTo>
                  <a:lnTo>
                    <a:pt x="140983" y="27869"/>
                  </a:lnTo>
                  <a:lnTo>
                    <a:pt x="137704" y="29508"/>
                  </a:lnTo>
                  <a:lnTo>
                    <a:pt x="134426" y="29508"/>
                  </a:lnTo>
                  <a:lnTo>
                    <a:pt x="129508" y="31147"/>
                  </a:lnTo>
                  <a:lnTo>
                    <a:pt x="126229" y="34426"/>
                  </a:lnTo>
                  <a:lnTo>
                    <a:pt x="126229" y="34426"/>
                  </a:lnTo>
                  <a:lnTo>
                    <a:pt x="121311" y="36065"/>
                  </a:lnTo>
                  <a:lnTo>
                    <a:pt x="118032" y="37705"/>
                  </a:lnTo>
                  <a:lnTo>
                    <a:pt x="114754" y="37705"/>
                  </a:lnTo>
                  <a:lnTo>
                    <a:pt x="109836" y="39344"/>
                  </a:lnTo>
                  <a:lnTo>
                    <a:pt x="106557" y="40983"/>
                  </a:lnTo>
                  <a:lnTo>
                    <a:pt x="103278" y="42623"/>
                  </a:lnTo>
                  <a:lnTo>
                    <a:pt x="100000" y="44262"/>
                  </a:lnTo>
                  <a:lnTo>
                    <a:pt x="95082" y="45901"/>
                  </a:lnTo>
                  <a:lnTo>
                    <a:pt x="91803" y="47541"/>
                  </a:lnTo>
                  <a:lnTo>
                    <a:pt x="86885" y="49180"/>
                  </a:lnTo>
                  <a:lnTo>
                    <a:pt x="83606" y="50819"/>
                  </a:lnTo>
                  <a:lnTo>
                    <a:pt x="80328" y="52459"/>
                  </a:lnTo>
                  <a:lnTo>
                    <a:pt x="83606" y="54098"/>
                  </a:lnTo>
                  <a:lnTo>
                    <a:pt x="81967" y="57377"/>
                  </a:lnTo>
                  <a:lnTo>
                    <a:pt x="78688" y="59016"/>
                  </a:lnTo>
                  <a:lnTo>
                    <a:pt x="73770" y="59016"/>
                  </a:lnTo>
                  <a:lnTo>
                    <a:pt x="70492" y="59016"/>
                  </a:lnTo>
                  <a:lnTo>
                    <a:pt x="67213" y="59016"/>
                  </a:lnTo>
                  <a:lnTo>
                    <a:pt x="62295" y="60655"/>
                  </a:lnTo>
                  <a:lnTo>
                    <a:pt x="60655" y="63934"/>
                  </a:lnTo>
                  <a:lnTo>
                    <a:pt x="57377" y="65573"/>
                  </a:lnTo>
                  <a:lnTo>
                    <a:pt x="54098" y="70491"/>
                  </a:lnTo>
                  <a:lnTo>
                    <a:pt x="49180" y="70491"/>
                  </a:lnTo>
                  <a:lnTo>
                    <a:pt x="45901" y="72131"/>
                  </a:lnTo>
                  <a:lnTo>
                    <a:pt x="42623" y="7213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65" name="Freeform 3364">
              <a:extLst>
                <a:ext uri="{FF2B5EF4-FFF2-40B4-BE49-F238E27FC236}">
                  <a16:creationId xmlns:a16="http://schemas.microsoft.com/office/drawing/2014/main" id="{076312A5-39D4-4246-A722-F07488CAF61D}"/>
                </a:ext>
              </a:extLst>
            </p:cNvPr>
            <p:cNvSpPr/>
            <p:nvPr/>
          </p:nvSpPr>
          <p:spPr>
            <a:xfrm>
              <a:off x="2214050" y="998518"/>
              <a:ext cx="463932" cy="178687"/>
            </a:xfrm>
            <a:custGeom>
              <a:avLst/>
              <a:gdLst>
                <a:gd name="connsiteX0" fmla="*/ 4918 w 463932"/>
                <a:gd name="connsiteY0" fmla="*/ 121311 h 178687"/>
                <a:gd name="connsiteX1" fmla="*/ 1639 w 463932"/>
                <a:gd name="connsiteY1" fmla="*/ 126229 h 178687"/>
                <a:gd name="connsiteX2" fmla="*/ 0 w 463932"/>
                <a:gd name="connsiteY2" fmla="*/ 129508 h 178687"/>
                <a:gd name="connsiteX3" fmla="*/ 1639 w 463932"/>
                <a:gd name="connsiteY3" fmla="*/ 132786 h 178687"/>
                <a:gd name="connsiteX4" fmla="*/ 4918 w 463932"/>
                <a:gd name="connsiteY4" fmla="*/ 134426 h 178687"/>
                <a:gd name="connsiteX5" fmla="*/ 1639 w 463932"/>
                <a:gd name="connsiteY5" fmla="*/ 137704 h 178687"/>
                <a:gd name="connsiteX6" fmla="*/ 4918 w 463932"/>
                <a:gd name="connsiteY6" fmla="*/ 139344 h 178687"/>
                <a:gd name="connsiteX7" fmla="*/ 9836 w 463932"/>
                <a:gd name="connsiteY7" fmla="*/ 137704 h 178687"/>
                <a:gd name="connsiteX8" fmla="*/ 4918 w 463932"/>
                <a:gd name="connsiteY8" fmla="*/ 140983 h 178687"/>
                <a:gd name="connsiteX9" fmla="*/ 8197 w 463932"/>
                <a:gd name="connsiteY9" fmla="*/ 144262 h 178687"/>
                <a:gd name="connsiteX10" fmla="*/ 13115 w 463932"/>
                <a:gd name="connsiteY10" fmla="*/ 145901 h 178687"/>
                <a:gd name="connsiteX11" fmla="*/ 16393 w 463932"/>
                <a:gd name="connsiteY11" fmla="*/ 147540 h 178687"/>
                <a:gd name="connsiteX12" fmla="*/ 19672 w 463932"/>
                <a:gd name="connsiteY12" fmla="*/ 147540 h 178687"/>
                <a:gd name="connsiteX13" fmla="*/ 24590 w 463932"/>
                <a:gd name="connsiteY13" fmla="*/ 149180 h 178687"/>
                <a:gd name="connsiteX14" fmla="*/ 27869 w 463932"/>
                <a:gd name="connsiteY14" fmla="*/ 149180 h 178687"/>
                <a:gd name="connsiteX15" fmla="*/ 31148 w 463932"/>
                <a:gd name="connsiteY15" fmla="*/ 149180 h 178687"/>
                <a:gd name="connsiteX16" fmla="*/ 34426 w 463932"/>
                <a:gd name="connsiteY16" fmla="*/ 150819 h 178687"/>
                <a:gd name="connsiteX17" fmla="*/ 39344 w 463932"/>
                <a:gd name="connsiteY17" fmla="*/ 149180 h 178687"/>
                <a:gd name="connsiteX18" fmla="*/ 42623 w 463932"/>
                <a:gd name="connsiteY18" fmla="*/ 149180 h 178687"/>
                <a:gd name="connsiteX19" fmla="*/ 47541 w 463932"/>
                <a:gd name="connsiteY19" fmla="*/ 149180 h 178687"/>
                <a:gd name="connsiteX20" fmla="*/ 50820 w 463932"/>
                <a:gd name="connsiteY20" fmla="*/ 149180 h 178687"/>
                <a:gd name="connsiteX21" fmla="*/ 54098 w 463932"/>
                <a:gd name="connsiteY21" fmla="*/ 149180 h 178687"/>
                <a:gd name="connsiteX22" fmla="*/ 59016 w 463932"/>
                <a:gd name="connsiteY22" fmla="*/ 149180 h 178687"/>
                <a:gd name="connsiteX23" fmla="*/ 62295 w 463932"/>
                <a:gd name="connsiteY23" fmla="*/ 147540 h 178687"/>
                <a:gd name="connsiteX24" fmla="*/ 65573 w 463932"/>
                <a:gd name="connsiteY24" fmla="*/ 149180 h 178687"/>
                <a:gd name="connsiteX25" fmla="*/ 70492 w 463932"/>
                <a:gd name="connsiteY25" fmla="*/ 149180 h 178687"/>
                <a:gd name="connsiteX26" fmla="*/ 73770 w 463932"/>
                <a:gd name="connsiteY26" fmla="*/ 150819 h 178687"/>
                <a:gd name="connsiteX27" fmla="*/ 77049 w 463932"/>
                <a:gd name="connsiteY27" fmla="*/ 152458 h 178687"/>
                <a:gd name="connsiteX28" fmla="*/ 73770 w 463932"/>
                <a:gd name="connsiteY28" fmla="*/ 154098 h 178687"/>
                <a:gd name="connsiteX29" fmla="*/ 70492 w 463932"/>
                <a:gd name="connsiteY29" fmla="*/ 157376 h 178687"/>
                <a:gd name="connsiteX30" fmla="*/ 67213 w 463932"/>
                <a:gd name="connsiteY30" fmla="*/ 162294 h 178687"/>
                <a:gd name="connsiteX31" fmla="*/ 63934 w 463932"/>
                <a:gd name="connsiteY31" fmla="*/ 165573 h 178687"/>
                <a:gd name="connsiteX32" fmla="*/ 60655 w 463932"/>
                <a:gd name="connsiteY32" fmla="*/ 168852 h 178687"/>
                <a:gd name="connsiteX33" fmla="*/ 60655 w 463932"/>
                <a:gd name="connsiteY33" fmla="*/ 172130 h 178687"/>
                <a:gd name="connsiteX34" fmla="*/ 63934 w 463932"/>
                <a:gd name="connsiteY34" fmla="*/ 175409 h 178687"/>
                <a:gd name="connsiteX35" fmla="*/ 60655 w 463932"/>
                <a:gd name="connsiteY35" fmla="*/ 177048 h 178687"/>
                <a:gd name="connsiteX36" fmla="*/ 63934 w 463932"/>
                <a:gd name="connsiteY36" fmla="*/ 178688 h 178687"/>
                <a:gd name="connsiteX37" fmla="*/ 67213 w 463932"/>
                <a:gd name="connsiteY37" fmla="*/ 178688 h 178687"/>
                <a:gd name="connsiteX38" fmla="*/ 72131 w 463932"/>
                <a:gd name="connsiteY38" fmla="*/ 178688 h 178687"/>
                <a:gd name="connsiteX39" fmla="*/ 75410 w 463932"/>
                <a:gd name="connsiteY39" fmla="*/ 178688 h 178687"/>
                <a:gd name="connsiteX40" fmla="*/ 80328 w 463932"/>
                <a:gd name="connsiteY40" fmla="*/ 177048 h 178687"/>
                <a:gd name="connsiteX41" fmla="*/ 83606 w 463932"/>
                <a:gd name="connsiteY41" fmla="*/ 177048 h 178687"/>
                <a:gd name="connsiteX42" fmla="*/ 86885 w 463932"/>
                <a:gd name="connsiteY42" fmla="*/ 177048 h 178687"/>
                <a:gd name="connsiteX43" fmla="*/ 91803 w 463932"/>
                <a:gd name="connsiteY43" fmla="*/ 177048 h 178687"/>
                <a:gd name="connsiteX44" fmla="*/ 95082 w 463932"/>
                <a:gd name="connsiteY44" fmla="*/ 177048 h 178687"/>
                <a:gd name="connsiteX45" fmla="*/ 100000 w 463932"/>
                <a:gd name="connsiteY45" fmla="*/ 177048 h 178687"/>
                <a:gd name="connsiteX46" fmla="*/ 103278 w 463932"/>
                <a:gd name="connsiteY46" fmla="*/ 177048 h 178687"/>
                <a:gd name="connsiteX47" fmla="*/ 106557 w 463932"/>
                <a:gd name="connsiteY47" fmla="*/ 177048 h 178687"/>
                <a:gd name="connsiteX48" fmla="*/ 111475 w 463932"/>
                <a:gd name="connsiteY48" fmla="*/ 177048 h 178687"/>
                <a:gd name="connsiteX49" fmla="*/ 114754 w 463932"/>
                <a:gd name="connsiteY49" fmla="*/ 177048 h 178687"/>
                <a:gd name="connsiteX50" fmla="*/ 118032 w 463932"/>
                <a:gd name="connsiteY50" fmla="*/ 177048 h 178687"/>
                <a:gd name="connsiteX51" fmla="*/ 114754 w 463932"/>
                <a:gd name="connsiteY51" fmla="*/ 175409 h 178687"/>
                <a:gd name="connsiteX52" fmla="*/ 119672 w 463932"/>
                <a:gd name="connsiteY52" fmla="*/ 175409 h 178687"/>
                <a:gd name="connsiteX53" fmla="*/ 122950 w 463932"/>
                <a:gd name="connsiteY53" fmla="*/ 175409 h 178687"/>
                <a:gd name="connsiteX54" fmla="*/ 126229 w 463932"/>
                <a:gd name="connsiteY54" fmla="*/ 173770 h 178687"/>
                <a:gd name="connsiteX55" fmla="*/ 131147 w 463932"/>
                <a:gd name="connsiteY55" fmla="*/ 173770 h 178687"/>
                <a:gd name="connsiteX56" fmla="*/ 126229 w 463932"/>
                <a:gd name="connsiteY56" fmla="*/ 175409 h 178687"/>
                <a:gd name="connsiteX57" fmla="*/ 131147 w 463932"/>
                <a:gd name="connsiteY57" fmla="*/ 175409 h 178687"/>
                <a:gd name="connsiteX58" fmla="*/ 134426 w 463932"/>
                <a:gd name="connsiteY58" fmla="*/ 175409 h 178687"/>
                <a:gd name="connsiteX59" fmla="*/ 137704 w 463932"/>
                <a:gd name="connsiteY59" fmla="*/ 173770 h 178687"/>
                <a:gd name="connsiteX60" fmla="*/ 142622 w 463932"/>
                <a:gd name="connsiteY60" fmla="*/ 173770 h 178687"/>
                <a:gd name="connsiteX61" fmla="*/ 145901 w 463932"/>
                <a:gd name="connsiteY61" fmla="*/ 175409 h 178687"/>
                <a:gd name="connsiteX62" fmla="*/ 149180 w 463932"/>
                <a:gd name="connsiteY62" fmla="*/ 173770 h 178687"/>
                <a:gd name="connsiteX63" fmla="*/ 154098 w 463932"/>
                <a:gd name="connsiteY63" fmla="*/ 172130 h 178687"/>
                <a:gd name="connsiteX64" fmla="*/ 157376 w 463932"/>
                <a:gd name="connsiteY64" fmla="*/ 173770 h 178687"/>
                <a:gd name="connsiteX65" fmla="*/ 160655 w 463932"/>
                <a:gd name="connsiteY65" fmla="*/ 172130 h 178687"/>
                <a:gd name="connsiteX66" fmla="*/ 163934 w 463932"/>
                <a:gd name="connsiteY66" fmla="*/ 172130 h 178687"/>
                <a:gd name="connsiteX67" fmla="*/ 168852 w 463932"/>
                <a:gd name="connsiteY67" fmla="*/ 172130 h 178687"/>
                <a:gd name="connsiteX68" fmla="*/ 172130 w 463932"/>
                <a:gd name="connsiteY68" fmla="*/ 172130 h 178687"/>
                <a:gd name="connsiteX69" fmla="*/ 175409 w 463932"/>
                <a:gd name="connsiteY69" fmla="*/ 170491 h 178687"/>
                <a:gd name="connsiteX70" fmla="*/ 180327 w 463932"/>
                <a:gd name="connsiteY70" fmla="*/ 170491 h 178687"/>
                <a:gd name="connsiteX71" fmla="*/ 183606 w 463932"/>
                <a:gd name="connsiteY71" fmla="*/ 170491 h 178687"/>
                <a:gd name="connsiteX72" fmla="*/ 186885 w 463932"/>
                <a:gd name="connsiteY72" fmla="*/ 168852 h 178687"/>
                <a:gd name="connsiteX73" fmla="*/ 191802 w 463932"/>
                <a:gd name="connsiteY73" fmla="*/ 168852 h 178687"/>
                <a:gd name="connsiteX74" fmla="*/ 195081 w 463932"/>
                <a:gd name="connsiteY74" fmla="*/ 167212 h 178687"/>
                <a:gd name="connsiteX75" fmla="*/ 198360 w 463932"/>
                <a:gd name="connsiteY75" fmla="*/ 165573 h 178687"/>
                <a:gd name="connsiteX76" fmla="*/ 201638 w 463932"/>
                <a:gd name="connsiteY76" fmla="*/ 165573 h 178687"/>
                <a:gd name="connsiteX77" fmla="*/ 206557 w 463932"/>
                <a:gd name="connsiteY77" fmla="*/ 163934 h 178687"/>
                <a:gd name="connsiteX78" fmla="*/ 209835 w 463932"/>
                <a:gd name="connsiteY78" fmla="*/ 160655 h 178687"/>
                <a:gd name="connsiteX79" fmla="*/ 214753 w 463932"/>
                <a:gd name="connsiteY79" fmla="*/ 160655 h 178687"/>
                <a:gd name="connsiteX80" fmla="*/ 218032 w 463932"/>
                <a:gd name="connsiteY80" fmla="*/ 160655 h 178687"/>
                <a:gd name="connsiteX81" fmla="*/ 221310 w 463932"/>
                <a:gd name="connsiteY81" fmla="*/ 162294 h 178687"/>
                <a:gd name="connsiteX82" fmla="*/ 226229 w 463932"/>
                <a:gd name="connsiteY82" fmla="*/ 162294 h 178687"/>
                <a:gd name="connsiteX83" fmla="*/ 229507 w 463932"/>
                <a:gd name="connsiteY83" fmla="*/ 160655 h 178687"/>
                <a:gd name="connsiteX84" fmla="*/ 232786 w 463932"/>
                <a:gd name="connsiteY84" fmla="*/ 160655 h 178687"/>
                <a:gd name="connsiteX85" fmla="*/ 237704 w 463932"/>
                <a:gd name="connsiteY85" fmla="*/ 160655 h 178687"/>
                <a:gd name="connsiteX86" fmla="*/ 240982 w 463932"/>
                <a:gd name="connsiteY86" fmla="*/ 159016 h 178687"/>
                <a:gd name="connsiteX87" fmla="*/ 244261 w 463932"/>
                <a:gd name="connsiteY87" fmla="*/ 159016 h 178687"/>
                <a:gd name="connsiteX88" fmla="*/ 247540 w 463932"/>
                <a:gd name="connsiteY88" fmla="*/ 157376 h 178687"/>
                <a:gd name="connsiteX89" fmla="*/ 252458 w 463932"/>
                <a:gd name="connsiteY89" fmla="*/ 155737 h 178687"/>
                <a:gd name="connsiteX90" fmla="*/ 255737 w 463932"/>
                <a:gd name="connsiteY90" fmla="*/ 154098 h 178687"/>
                <a:gd name="connsiteX91" fmla="*/ 259015 w 463932"/>
                <a:gd name="connsiteY91" fmla="*/ 152458 h 178687"/>
                <a:gd name="connsiteX92" fmla="*/ 262294 w 463932"/>
                <a:gd name="connsiteY92" fmla="*/ 152458 h 178687"/>
                <a:gd name="connsiteX93" fmla="*/ 267212 w 463932"/>
                <a:gd name="connsiteY93" fmla="*/ 149180 h 178687"/>
                <a:gd name="connsiteX94" fmla="*/ 270491 w 463932"/>
                <a:gd name="connsiteY94" fmla="*/ 145901 h 178687"/>
                <a:gd name="connsiteX95" fmla="*/ 273769 w 463932"/>
                <a:gd name="connsiteY95" fmla="*/ 145901 h 178687"/>
                <a:gd name="connsiteX96" fmla="*/ 278687 w 463932"/>
                <a:gd name="connsiteY96" fmla="*/ 144262 h 178687"/>
                <a:gd name="connsiteX97" fmla="*/ 281966 w 463932"/>
                <a:gd name="connsiteY97" fmla="*/ 142622 h 178687"/>
                <a:gd name="connsiteX98" fmla="*/ 285245 w 463932"/>
                <a:gd name="connsiteY98" fmla="*/ 140983 h 178687"/>
                <a:gd name="connsiteX99" fmla="*/ 288523 w 463932"/>
                <a:gd name="connsiteY99" fmla="*/ 144262 h 178687"/>
                <a:gd name="connsiteX100" fmla="*/ 286884 w 463932"/>
                <a:gd name="connsiteY100" fmla="*/ 147540 h 178687"/>
                <a:gd name="connsiteX101" fmla="*/ 283605 w 463932"/>
                <a:gd name="connsiteY101" fmla="*/ 149180 h 178687"/>
                <a:gd name="connsiteX102" fmla="*/ 280327 w 463932"/>
                <a:gd name="connsiteY102" fmla="*/ 150819 h 178687"/>
                <a:gd name="connsiteX103" fmla="*/ 283605 w 463932"/>
                <a:gd name="connsiteY103" fmla="*/ 154098 h 178687"/>
                <a:gd name="connsiteX104" fmla="*/ 286884 w 463932"/>
                <a:gd name="connsiteY104" fmla="*/ 154098 h 178687"/>
                <a:gd name="connsiteX105" fmla="*/ 291802 w 463932"/>
                <a:gd name="connsiteY105" fmla="*/ 152458 h 178687"/>
                <a:gd name="connsiteX106" fmla="*/ 295081 w 463932"/>
                <a:gd name="connsiteY106" fmla="*/ 152458 h 178687"/>
                <a:gd name="connsiteX107" fmla="*/ 298359 w 463932"/>
                <a:gd name="connsiteY107" fmla="*/ 152458 h 178687"/>
                <a:gd name="connsiteX108" fmla="*/ 303277 w 463932"/>
                <a:gd name="connsiteY108" fmla="*/ 155737 h 178687"/>
                <a:gd name="connsiteX109" fmla="*/ 306556 w 463932"/>
                <a:gd name="connsiteY109" fmla="*/ 155737 h 178687"/>
                <a:gd name="connsiteX110" fmla="*/ 309835 w 463932"/>
                <a:gd name="connsiteY110" fmla="*/ 155737 h 178687"/>
                <a:gd name="connsiteX111" fmla="*/ 314753 w 463932"/>
                <a:gd name="connsiteY111" fmla="*/ 155737 h 178687"/>
                <a:gd name="connsiteX112" fmla="*/ 311474 w 463932"/>
                <a:gd name="connsiteY112" fmla="*/ 159016 h 178687"/>
                <a:gd name="connsiteX113" fmla="*/ 306556 w 463932"/>
                <a:gd name="connsiteY113" fmla="*/ 159016 h 178687"/>
                <a:gd name="connsiteX114" fmla="*/ 303277 w 463932"/>
                <a:gd name="connsiteY114" fmla="*/ 160655 h 178687"/>
                <a:gd name="connsiteX115" fmla="*/ 306556 w 463932"/>
                <a:gd name="connsiteY115" fmla="*/ 162294 h 178687"/>
                <a:gd name="connsiteX116" fmla="*/ 311474 w 463932"/>
                <a:gd name="connsiteY116" fmla="*/ 163934 h 178687"/>
                <a:gd name="connsiteX117" fmla="*/ 314753 w 463932"/>
                <a:gd name="connsiteY117" fmla="*/ 163934 h 178687"/>
                <a:gd name="connsiteX118" fmla="*/ 318031 w 463932"/>
                <a:gd name="connsiteY118" fmla="*/ 163934 h 178687"/>
                <a:gd name="connsiteX119" fmla="*/ 321310 w 463932"/>
                <a:gd name="connsiteY119" fmla="*/ 162294 h 178687"/>
                <a:gd name="connsiteX120" fmla="*/ 326228 w 463932"/>
                <a:gd name="connsiteY120" fmla="*/ 162294 h 178687"/>
                <a:gd name="connsiteX121" fmla="*/ 329507 w 463932"/>
                <a:gd name="connsiteY121" fmla="*/ 160655 h 178687"/>
                <a:gd name="connsiteX122" fmla="*/ 332785 w 463932"/>
                <a:gd name="connsiteY122" fmla="*/ 163934 h 178687"/>
                <a:gd name="connsiteX123" fmla="*/ 337703 w 463932"/>
                <a:gd name="connsiteY123" fmla="*/ 163934 h 178687"/>
                <a:gd name="connsiteX124" fmla="*/ 340982 w 463932"/>
                <a:gd name="connsiteY124" fmla="*/ 165573 h 178687"/>
                <a:gd name="connsiteX125" fmla="*/ 344261 w 463932"/>
                <a:gd name="connsiteY125" fmla="*/ 165573 h 178687"/>
                <a:gd name="connsiteX126" fmla="*/ 349179 w 463932"/>
                <a:gd name="connsiteY126" fmla="*/ 167212 h 178687"/>
                <a:gd name="connsiteX127" fmla="*/ 352457 w 463932"/>
                <a:gd name="connsiteY127" fmla="*/ 165573 h 178687"/>
                <a:gd name="connsiteX128" fmla="*/ 355736 w 463932"/>
                <a:gd name="connsiteY128" fmla="*/ 165573 h 178687"/>
                <a:gd name="connsiteX129" fmla="*/ 360654 w 463932"/>
                <a:gd name="connsiteY129" fmla="*/ 167212 h 178687"/>
                <a:gd name="connsiteX130" fmla="*/ 363933 w 463932"/>
                <a:gd name="connsiteY130" fmla="*/ 165573 h 178687"/>
                <a:gd name="connsiteX131" fmla="*/ 367212 w 463932"/>
                <a:gd name="connsiteY131" fmla="*/ 165573 h 178687"/>
                <a:gd name="connsiteX132" fmla="*/ 372129 w 463932"/>
                <a:gd name="connsiteY132" fmla="*/ 162294 h 178687"/>
                <a:gd name="connsiteX133" fmla="*/ 375408 w 463932"/>
                <a:gd name="connsiteY133" fmla="*/ 163934 h 178687"/>
                <a:gd name="connsiteX134" fmla="*/ 378687 w 463932"/>
                <a:gd name="connsiteY134" fmla="*/ 162294 h 178687"/>
                <a:gd name="connsiteX135" fmla="*/ 383605 w 463932"/>
                <a:gd name="connsiteY135" fmla="*/ 160655 h 178687"/>
                <a:gd name="connsiteX136" fmla="*/ 386884 w 463932"/>
                <a:gd name="connsiteY136" fmla="*/ 160655 h 178687"/>
                <a:gd name="connsiteX137" fmla="*/ 390162 w 463932"/>
                <a:gd name="connsiteY137" fmla="*/ 160655 h 178687"/>
                <a:gd name="connsiteX138" fmla="*/ 395080 w 463932"/>
                <a:gd name="connsiteY138" fmla="*/ 159016 h 178687"/>
                <a:gd name="connsiteX139" fmla="*/ 398359 w 463932"/>
                <a:gd name="connsiteY139" fmla="*/ 159016 h 178687"/>
                <a:gd name="connsiteX140" fmla="*/ 401638 w 463932"/>
                <a:gd name="connsiteY140" fmla="*/ 157376 h 178687"/>
                <a:gd name="connsiteX141" fmla="*/ 404916 w 463932"/>
                <a:gd name="connsiteY141" fmla="*/ 155737 h 178687"/>
                <a:gd name="connsiteX142" fmla="*/ 408195 w 463932"/>
                <a:gd name="connsiteY142" fmla="*/ 150819 h 178687"/>
                <a:gd name="connsiteX143" fmla="*/ 404916 w 463932"/>
                <a:gd name="connsiteY143" fmla="*/ 149180 h 178687"/>
                <a:gd name="connsiteX144" fmla="*/ 401638 w 463932"/>
                <a:gd name="connsiteY144" fmla="*/ 152458 h 178687"/>
                <a:gd name="connsiteX145" fmla="*/ 404916 w 463932"/>
                <a:gd name="connsiteY145" fmla="*/ 149180 h 178687"/>
                <a:gd name="connsiteX146" fmla="*/ 408195 w 463932"/>
                <a:gd name="connsiteY146" fmla="*/ 145901 h 178687"/>
                <a:gd name="connsiteX147" fmla="*/ 413113 w 463932"/>
                <a:gd name="connsiteY147" fmla="*/ 144262 h 178687"/>
                <a:gd name="connsiteX148" fmla="*/ 408195 w 463932"/>
                <a:gd name="connsiteY148" fmla="*/ 140983 h 178687"/>
                <a:gd name="connsiteX149" fmla="*/ 404916 w 463932"/>
                <a:gd name="connsiteY149" fmla="*/ 140983 h 178687"/>
                <a:gd name="connsiteX150" fmla="*/ 401638 w 463932"/>
                <a:gd name="connsiteY150" fmla="*/ 140983 h 178687"/>
                <a:gd name="connsiteX151" fmla="*/ 396719 w 463932"/>
                <a:gd name="connsiteY151" fmla="*/ 142622 h 178687"/>
                <a:gd name="connsiteX152" fmla="*/ 393441 w 463932"/>
                <a:gd name="connsiteY152" fmla="*/ 144262 h 178687"/>
                <a:gd name="connsiteX153" fmla="*/ 388523 w 463932"/>
                <a:gd name="connsiteY153" fmla="*/ 144262 h 178687"/>
                <a:gd name="connsiteX154" fmla="*/ 385244 w 463932"/>
                <a:gd name="connsiteY154" fmla="*/ 144262 h 178687"/>
                <a:gd name="connsiteX155" fmla="*/ 381966 w 463932"/>
                <a:gd name="connsiteY155" fmla="*/ 147540 h 178687"/>
                <a:gd name="connsiteX156" fmla="*/ 378687 w 463932"/>
                <a:gd name="connsiteY156" fmla="*/ 149180 h 178687"/>
                <a:gd name="connsiteX157" fmla="*/ 373769 w 463932"/>
                <a:gd name="connsiteY157" fmla="*/ 150819 h 178687"/>
                <a:gd name="connsiteX158" fmla="*/ 370490 w 463932"/>
                <a:gd name="connsiteY158" fmla="*/ 152458 h 178687"/>
                <a:gd name="connsiteX159" fmla="*/ 367212 w 463932"/>
                <a:gd name="connsiteY159" fmla="*/ 155737 h 178687"/>
                <a:gd name="connsiteX160" fmla="*/ 370490 w 463932"/>
                <a:gd name="connsiteY160" fmla="*/ 150819 h 178687"/>
                <a:gd name="connsiteX161" fmla="*/ 373769 w 463932"/>
                <a:gd name="connsiteY161" fmla="*/ 150819 h 178687"/>
                <a:gd name="connsiteX162" fmla="*/ 378687 w 463932"/>
                <a:gd name="connsiteY162" fmla="*/ 147540 h 178687"/>
                <a:gd name="connsiteX163" fmla="*/ 381966 w 463932"/>
                <a:gd name="connsiteY163" fmla="*/ 144262 h 178687"/>
                <a:gd name="connsiteX164" fmla="*/ 385244 w 463932"/>
                <a:gd name="connsiteY164" fmla="*/ 140983 h 178687"/>
                <a:gd name="connsiteX165" fmla="*/ 381966 w 463932"/>
                <a:gd name="connsiteY165" fmla="*/ 142622 h 178687"/>
                <a:gd name="connsiteX166" fmla="*/ 381966 w 463932"/>
                <a:gd name="connsiteY166" fmla="*/ 139344 h 178687"/>
                <a:gd name="connsiteX167" fmla="*/ 378687 w 463932"/>
                <a:gd name="connsiteY167" fmla="*/ 137704 h 178687"/>
                <a:gd name="connsiteX168" fmla="*/ 380326 w 463932"/>
                <a:gd name="connsiteY168" fmla="*/ 132786 h 178687"/>
                <a:gd name="connsiteX169" fmla="*/ 383605 w 463932"/>
                <a:gd name="connsiteY169" fmla="*/ 132786 h 178687"/>
                <a:gd name="connsiteX170" fmla="*/ 388523 w 463932"/>
                <a:gd name="connsiteY170" fmla="*/ 137704 h 178687"/>
                <a:gd name="connsiteX171" fmla="*/ 391802 w 463932"/>
                <a:gd name="connsiteY171" fmla="*/ 137704 h 178687"/>
                <a:gd name="connsiteX172" fmla="*/ 395080 w 463932"/>
                <a:gd name="connsiteY172" fmla="*/ 139344 h 178687"/>
                <a:gd name="connsiteX173" fmla="*/ 399998 w 463932"/>
                <a:gd name="connsiteY173" fmla="*/ 139344 h 178687"/>
                <a:gd name="connsiteX174" fmla="*/ 403277 w 463932"/>
                <a:gd name="connsiteY174" fmla="*/ 137704 h 178687"/>
                <a:gd name="connsiteX175" fmla="*/ 408195 w 463932"/>
                <a:gd name="connsiteY175" fmla="*/ 134426 h 178687"/>
                <a:gd name="connsiteX176" fmla="*/ 411474 w 463932"/>
                <a:gd name="connsiteY176" fmla="*/ 129508 h 178687"/>
                <a:gd name="connsiteX177" fmla="*/ 414752 w 463932"/>
                <a:gd name="connsiteY177" fmla="*/ 129508 h 178687"/>
                <a:gd name="connsiteX178" fmla="*/ 418031 w 463932"/>
                <a:gd name="connsiteY178" fmla="*/ 127868 h 178687"/>
                <a:gd name="connsiteX179" fmla="*/ 422949 w 463932"/>
                <a:gd name="connsiteY179" fmla="*/ 124590 h 178687"/>
                <a:gd name="connsiteX180" fmla="*/ 424588 w 463932"/>
                <a:gd name="connsiteY180" fmla="*/ 129508 h 178687"/>
                <a:gd name="connsiteX181" fmla="*/ 427867 w 463932"/>
                <a:gd name="connsiteY181" fmla="*/ 132786 h 178687"/>
                <a:gd name="connsiteX182" fmla="*/ 432785 w 463932"/>
                <a:gd name="connsiteY182" fmla="*/ 132786 h 178687"/>
                <a:gd name="connsiteX183" fmla="*/ 436064 w 463932"/>
                <a:gd name="connsiteY183" fmla="*/ 131147 h 178687"/>
                <a:gd name="connsiteX184" fmla="*/ 439342 w 463932"/>
                <a:gd name="connsiteY184" fmla="*/ 127868 h 178687"/>
                <a:gd name="connsiteX185" fmla="*/ 442621 w 463932"/>
                <a:gd name="connsiteY185" fmla="*/ 126229 h 178687"/>
                <a:gd name="connsiteX186" fmla="*/ 439342 w 463932"/>
                <a:gd name="connsiteY186" fmla="*/ 129508 h 178687"/>
                <a:gd name="connsiteX187" fmla="*/ 439342 w 463932"/>
                <a:gd name="connsiteY187" fmla="*/ 132786 h 178687"/>
                <a:gd name="connsiteX188" fmla="*/ 442621 w 463932"/>
                <a:gd name="connsiteY188" fmla="*/ 134426 h 178687"/>
                <a:gd name="connsiteX189" fmla="*/ 447539 w 463932"/>
                <a:gd name="connsiteY189" fmla="*/ 134426 h 178687"/>
                <a:gd name="connsiteX190" fmla="*/ 450818 w 463932"/>
                <a:gd name="connsiteY190" fmla="*/ 132786 h 178687"/>
                <a:gd name="connsiteX191" fmla="*/ 454096 w 463932"/>
                <a:gd name="connsiteY191" fmla="*/ 131147 h 178687"/>
                <a:gd name="connsiteX192" fmla="*/ 459014 w 463932"/>
                <a:gd name="connsiteY192" fmla="*/ 127868 h 178687"/>
                <a:gd name="connsiteX193" fmla="*/ 460654 w 463932"/>
                <a:gd name="connsiteY193" fmla="*/ 122950 h 178687"/>
                <a:gd name="connsiteX194" fmla="*/ 462293 w 463932"/>
                <a:gd name="connsiteY194" fmla="*/ 121311 h 178687"/>
                <a:gd name="connsiteX195" fmla="*/ 463932 w 463932"/>
                <a:gd name="connsiteY195" fmla="*/ 118032 h 178687"/>
                <a:gd name="connsiteX196" fmla="*/ 459014 w 463932"/>
                <a:gd name="connsiteY196" fmla="*/ 116393 h 178687"/>
                <a:gd name="connsiteX197" fmla="*/ 455736 w 463932"/>
                <a:gd name="connsiteY197" fmla="*/ 114754 h 178687"/>
                <a:gd name="connsiteX198" fmla="*/ 452457 w 463932"/>
                <a:gd name="connsiteY198" fmla="*/ 118032 h 178687"/>
                <a:gd name="connsiteX199" fmla="*/ 449178 w 463932"/>
                <a:gd name="connsiteY199" fmla="*/ 116393 h 178687"/>
                <a:gd name="connsiteX200" fmla="*/ 452457 w 463932"/>
                <a:gd name="connsiteY200" fmla="*/ 113114 h 178687"/>
                <a:gd name="connsiteX201" fmla="*/ 449178 w 463932"/>
                <a:gd name="connsiteY201" fmla="*/ 111475 h 178687"/>
                <a:gd name="connsiteX202" fmla="*/ 444260 w 463932"/>
                <a:gd name="connsiteY202" fmla="*/ 113114 h 178687"/>
                <a:gd name="connsiteX203" fmla="*/ 440982 w 463932"/>
                <a:gd name="connsiteY203" fmla="*/ 109836 h 178687"/>
                <a:gd name="connsiteX204" fmla="*/ 437703 w 463932"/>
                <a:gd name="connsiteY204" fmla="*/ 106557 h 178687"/>
                <a:gd name="connsiteX205" fmla="*/ 432785 w 463932"/>
                <a:gd name="connsiteY205" fmla="*/ 104918 h 178687"/>
                <a:gd name="connsiteX206" fmla="*/ 429506 w 463932"/>
                <a:gd name="connsiteY206" fmla="*/ 103278 h 178687"/>
                <a:gd name="connsiteX207" fmla="*/ 431146 w 463932"/>
                <a:gd name="connsiteY207" fmla="*/ 100000 h 178687"/>
                <a:gd name="connsiteX208" fmla="*/ 426228 w 463932"/>
                <a:gd name="connsiteY208" fmla="*/ 96721 h 178687"/>
                <a:gd name="connsiteX209" fmla="*/ 422949 w 463932"/>
                <a:gd name="connsiteY209" fmla="*/ 100000 h 178687"/>
                <a:gd name="connsiteX210" fmla="*/ 419670 w 463932"/>
                <a:gd name="connsiteY210" fmla="*/ 101639 h 178687"/>
                <a:gd name="connsiteX211" fmla="*/ 414752 w 463932"/>
                <a:gd name="connsiteY211" fmla="*/ 100000 h 178687"/>
                <a:gd name="connsiteX212" fmla="*/ 411474 w 463932"/>
                <a:gd name="connsiteY212" fmla="*/ 100000 h 178687"/>
                <a:gd name="connsiteX213" fmla="*/ 409834 w 463932"/>
                <a:gd name="connsiteY213" fmla="*/ 95081 h 178687"/>
                <a:gd name="connsiteX214" fmla="*/ 406556 w 463932"/>
                <a:gd name="connsiteY214" fmla="*/ 95081 h 178687"/>
                <a:gd name="connsiteX215" fmla="*/ 408195 w 463932"/>
                <a:gd name="connsiteY215" fmla="*/ 90164 h 178687"/>
                <a:gd name="connsiteX216" fmla="*/ 408195 w 463932"/>
                <a:gd name="connsiteY216" fmla="*/ 86885 h 178687"/>
                <a:gd name="connsiteX217" fmla="*/ 403277 w 463932"/>
                <a:gd name="connsiteY217" fmla="*/ 85245 h 178687"/>
                <a:gd name="connsiteX218" fmla="*/ 401638 w 463932"/>
                <a:gd name="connsiteY218" fmla="*/ 81967 h 178687"/>
                <a:gd name="connsiteX219" fmla="*/ 406556 w 463932"/>
                <a:gd name="connsiteY219" fmla="*/ 80328 h 178687"/>
                <a:gd name="connsiteX220" fmla="*/ 409834 w 463932"/>
                <a:gd name="connsiteY220" fmla="*/ 78688 h 178687"/>
                <a:gd name="connsiteX221" fmla="*/ 413113 w 463932"/>
                <a:gd name="connsiteY221" fmla="*/ 73770 h 178687"/>
                <a:gd name="connsiteX222" fmla="*/ 418031 w 463932"/>
                <a:gd name="connsiteY222" fmla="*/ 72131 h 178687"/>
                <a:gd name="connsiteX223" fmla="*/ 421310 w 463932"/>
                <a:gd name="connsiteY223" fmla="*/ 72131 h 178687"/>
                <a:gd name="connsiteX224" fmla="*/ 424588 w 463932"/>
                <a:gd name="connsiteY224" fmla="*/ 68852 h 178687"/>
                <a:gd name="connsiteX225" fmla="*/ 427867 w 463932"/>
                <a:gd name="connsiteY225" fmla="*/ 63934 h 178687"/>
                <a:gd name="connsiteX226" fmla="*/ 427867 w 463932"/>
                <a:gd name="connsiteY226" fmla="*/ 60655 h 178687"/>
                <a:gd name="connsiteX227" fmla="*/ 427867 w 463932"/>
                <a:gd name="connsiteY227" fmla="*/ 57377 h 178687"/>
                <a:gd name="connsiteX228" fmla="*/ 426228 w 463932"/>
                <a:gd name="connsiteY228" fmla="*/ 54098 h 178687"/>
                <a:gd name="connsiteX229" fmla="*/ 429506 w 463932"/>
                <a:gd name="connsiteY229" fmla="*/ 49180 h 178687"/>
                <a:gd name="connsiteX230" fmla="*/ 431146 w 463932"/>
                <a:gd name="connsiteY230" fmla="*/ 45901 h 178687"/>
                <a:gd name="connsiteX231" fmla="*/ 434424 w 463932"/>
                <a:gd name="connsiteY231" fmla="*/ 44262 h 178687"/>
                <a:gd name="connsiteX232" fmla="*/ 436064 w 463932"/>
                <a:gd name="connsiteY232" fmla="*/ 39344 h 178687"/>
                <a:gd name="connsiteX233" fmla="*/ 436064 w 463932"/>
                <a:gd name="connsiteY233" fmla="*/ 36065 h 178687"/>
                <a:gd name="connsiteX234" fmla="*/ 440982 w 463932"/>
                <a:gd name="connsiteY234" fmla="*/ 32787 h 178687"/>
                <a:gd name="connsiteX235" fmla="*/ 442621 w 463932"/>
                <a:gd name="connsiteY235" fmla="*/ 27869 h 178687"/>
                <a:gd name="connsiteX236" fmla="*/ 445900 w 463932"/>
                <a:gd name="connsiteY236" fmla="*/ 26229 h 178687"/>
                <a:gd name="connsiteX237" fmla="*/ 444260 w 463932"/>
                <a:gd name="connsiteY237" fmla="*/ 22951 h 178687"/>
                <a:gd name="connsiteX238" fmla="*/ 449178 w 463932"/>
                <a:gd name="connsiteY238" fmla="*/ 22951 h 178687"/>
                <a:gd name="connsiteX239" fmla="*/ 447539 w 463932"/>
                <a:gd name="connsiteY239" fmla="*/ 19672 h 178687"/>
                <a:gd name="connsiteX240" fmla="*/ 449178 w 463932"/>
                <a:gd name="connsiteY240" fmla="*/ 14754 h 178687"/>
                <a:gd name="connsiteX241" fmla="*/ 445900 w 463932"/>
                <a:gd name="connsiteY241" fmla="*/ 11475 h 178687"/>
                <a:gd name="connsiteX242" fmla="*/ 442621 w 463932"/>
                <a:gd name="connsiteY242" fmla="*/ 11475 h 178687"/>
                <a:gd name="connsiteX243" fmla="*/ 437703 w 463932"/>
                <a:gd name="connsiteY243" fmla="*/ 9836 h 178687"/>
                <a:gd name="connsiteX244" fmla="*/ 436064 w 463932"/>
                <a:gd name="connsiteY244" fmla="*/ 6557 h 178687"/>
                <a:gd name="connsiteX245" fmla="*/ 432785 w 463932"/>
                <a:gd name="connsiteY245" fmla="*/ 4918 h 178687"/>
                <a:gd name="connsiteX246" fmla="*/ 427867 w 463932"/>
                <a:gd name="connsiteY246" fmla="*/ 3279 h 178687"/>
                <a:gd name="connsiteX247" fmla="*/ 426228 w 463932"/>
                <a:gd name="connsiteY247" fmla="*/ 3279 h 178687"/>
                <a:gd name="connsiteX248" fmla="*/ 422949 w 463932"/>
                <a:gd name="connsiteY248" fmla="*/ 4918 h 178687"/>
                <a:gd name="connsiteX249" fmla="*/ 418031 w 463932"/>
                <a:gd name="connsiteY249" fmla="*/ 6557 h 178687"/>
                <a:gd name="connsiteX250" fmla="*/ 414752 w 463932"/>
                <a:gd name="connsiteY250" fmla="*/ 4918 h 178687"/>
                <a:gd name="connsiteX251" fmla="*/ 411474 w 463932"/>
                <a:gd name="connsiteY251" fmla="*/ 3279 h 178687"/>
                <a:gd name="connsiteX252" fmla="*/ 408195 w 463932"/>
                <a:gd name="connsiteY252" fmla="*/ 1639 h 178687"/>
                <a:gd name="connsiteX253" fmla="*/ 403277 w 463932"/>
                <a:gd name="connsiteY253" fmla="*/ 1639 h 178687"/>
                <a:gd name="connsiteX254" fmla="*/ 399998 w 463932"/>
                <a:gd name="connsiteY254" fmla="*/ 1639 h 178687"/>
                <a:gd name="connsiteX255" fmla="*/ 396719 w 463932"/>
                <a:gd name="connsiteY255" fmla="*/ 3279 h 178687"/>
                <a:gd name="connsiteX256" fmla="*/ 398359 w 463932"/>
                <a:gd name="connsiteY256" fmla="*/ 6557 h 178687"/>
                <a:gd name="connsiteX257" fmla="*/ 395080 w 463932"/>
                <a:gd name="connsiteY257" fmla="*/ 6557 h 178687"/>
                <a:gd name="connsiteX258" fmla="*/ 391802 w 463932"/>
                <a:gd name="connsiteY258" fmla="*/ 6557 h 178687"/>
                <a:gd name="connsiteX259" fmla="*/ 386884 w 463932"/>
                <a:gd name="connsiteY259" fmla="*/ 8197 h 178687"/>
                <a:gd name="connsiteX260" fmla="*/ 385244 w 463932"/>
                <a:gd name="connsiteY260" fmla="*/ 11475 h 178687"/>
                <a:gd name="connsiteX261" fmla="*/ 381966 w 463932"/>
                <a:gd name="connsiteY261" fmla="*/ 14754 h 178687"/>
                <a:gd name="connsiteX262" fmla="*/ 378687 w 463932"/>
                <a:gd name="connsiteY262" fmla="*/ 18033 h 178687"/>
                <a:gd name="connsiteX263" fmla="*/ 375408 w 463932"/>
                <a:gd name="connsiteY263" fmla="*/ 22951 h 178687"/>
                <a:gd name="connsiteX264" fmla="*/ 375408 w 463932"/>
                <a:gd name="connsiteY264" fmla="*/ 22951 h 178687"/>
                <a:gd name="connsiteX265" fmla="*/ 372129 w 463932"/>
                <a:gd name="connsiteY265" fmla="*/ 27869 h 178687"/>
                <a:gd name="connsiteX266" fmla="*/ 368851 w 463932"/>
                <a:gd name="connsiteY266" fmla="*/ 31147 h 178687"/>
                <a:gd name="connsiteX267" fmla="*/ 367212 w 463932"/>
                <a:gd name="connsiteY267" fmla="*/ 34426 h 178687"/>
                <a:gd name="connsiteX268" fmla="*/ 365572 w 463932"/>
                <a:gd name="connsiteY268" fmla="*/ 37705 h 178687"/>
                <a:gd name="connsiteX269" fmla="*/ 362294 w 463932"/>
                <a:gd name="connsiteY269" fmla="*/ 39344 h 178687"/>
                <a:gd name="connsiteX270" fmla="*/ 360654 w 463932"/>
                <a:gd name="connsiteY270" fmla="*/ 42623 h 178687"/>
                <a:gd name="connsiteX271" fmla="*/ 360654 w 463932"/>
                <a:gd name="connsiteY271" fmla="*/ 45901 h 178687"/>
                <a:gd name="connsiteX272" fmla="*/ 359015 w 463932"/>
                <a:gd name="connsiteY272" fmla="*/ 49180 h 178687"/>
                <a:gd name="connsiteX273" fmla="*/ 360654 w 463932"/>
                <a:gd name="connsiteY273" fmla="*/ 54098 h 178687"/>
                <a:gd name="connsiteX274" fmla="*/ 357375 w 463932"/>
                <a:gd name="connsiteY274" fmla="*/ 54098 h 178687"/>
                <a:gd name="connsiteX275" fmla="*/ 354097 w 463932"/>
                <a:gd name="connsiteY275" fmla="*/ 57377 h 178687"/>
                <a:gd name="connsiteX276" fmla="*/ 349179 w 463932"/>
                <a:gd name="connsiteY276" fmla="*/ 57377 h 178687"/>
                <a:gd name="connsiteX277" fmla="*/ 345900 w 463932"/>
                <a:gd name="connsiteY277" fmla="*/ 59016 h 178687"/>
                <a:gd name="connsiteX278" fmla="*/ 342622 w 463932"/>
                <a:gd name="connsiteY278" fmla="*/ 59016 h 178687"/>
                <a:gd name="connsiteX279" fmla="*/ 337703 w 463932"/>
                <a:gd name="connsiteY279" fmla="*/ 60655 h 178687"/>
                <a:gd name="connsiteX280" fmla="*/ 336064 w 463932"/>
                <a:gd name="connsiteY280" fmla="*/ 63934 h 178687"/>
                <a:gd name="connsiteX281" fmla="*/ 331146 w 463932"/>
                <a:gd name="connsiteY281" fmla="*/ 62295 h 178687"/>
                <a:gd name="connsiteX282" fmla="*/ 327867 w 463932"/>
                <a:gd name="connsiteY282" fmla="*/ 59016 h 178687"/>
                <a:gd name="connsiteX283" fmla="*/ 331146 w 463932"/>
                <a:gd name="connsiteY283" fmla="*/ 55737 h 178687"/>
                <a:gd name="connsiteX284" fmla="*/ 334425 w 463932"/>
                <a:gd name="connsiteY284" fmla="*/ 52459 h 178687"/>
                <a:gd name="connsiteX285" fmla="*/ 339343 w 463932"/>
                <a:gd name="connsiteY285" fmla="*/ 50819 h 178687"/>
                <a:gd name="connsiteX286" fmla="*/ 334425 w 463932"/>
                <a:gd name="connsiteY286" fmla="*/ 52459 h 178687"/>
                <a:gd name="connsiteX287" fmla="*/ 334425 w 463932"/>
                <a:gd name="connsiteY287" fmla="*/ 49180 h 178687"/>
                <a:gd name="connsiteX288" fmla="*/ 337703 w 463932"/>
                <a:gd name="connsiteY288" fmla="*/ 45901 h 178687"/>
                <a:gd name="connsiteX289" fmla="*/ 339343 w 463932"/>
                <a:gd name="connsiteY289" fmla="*/ 42623 h 178687"/>
                <a:gd name="connsiteX290" fmla="*/ 340982 w 463932"/>
                <a:gd name="connsiteY290" fmla="*/ 39344 h 178687"/>
                <a:gd name="connsiteX291" fmla="*/ 344261 w 463932"/>
                <a:gd name="connsiteY291" fmla="*/ 36065 h 178687"/>
                <a:gd name="connsiteX292" fmla="*/ 347539 w 463932"/>
                <a:gd name="connsiteY292" fmla="*/ 32787 h 178687"/>
                <a:gd name="connsiteX293" fmla="*/ 352457 w 463932"/>
                <a:gd name="connsiteY293" fmla="*/ 29508 h 178687"/>
                <a:gd name="connsiteX294" fmla="*/ 347539 w 463932"/>
                <a:gd name="connsiteY294" fmla="*/ 27869 h 178687"/>
                <a:gd name="connsiteX295" fmla="*/ 344261 w 463932"/>
                <a:gd name="connsiteY295" fmla="*/ 29508 h 178687"/>
                <a:gd name="connsiteX296" fmla="*/ 347539 w 463932"/>
                <a:gd name="connsiteY296" fmla="*/ 26229 h 178687"/>
                <a:gd name="connsiteX297" fmla="*/ 345900 w 463932"/>
                <a:gd name="connsiteY297" fmla="*/ 22951 h 178687"/>
                <a:gd name="connsiteX298" fmla="*/ 345900 w 463932"/>
                <a:gd name="connsiteY298" fmla="*/ 21311 h 178687"/>
                <a:gd name="connsiteX299" fmla="*/ 340982 w 463932"/>
                <a:gd name="connsiteY299" fmla="*/ 22951 h 178687"/>
                <a:gd name="connsiteX300" fmla="*/ 337703 w 463932"/>
                <a:gd name="connsiteY300" fmla="*/ 19672 h 178687"/>
                <a:gd name="connsiteX301" fmla="*/ 339343 w 463932"/>
                <a:gd name="connsiteY301" fmla="*/ 16393 h 178687"/>
                <a:gd name="connsiteX302" fmla="*/ 336064 w 463932"/>
                <a:gd name="connsiteY302" fmla="*/ 16393 h 178687"/>
                <a:gd name="connsiteX303" fmla="*/ 332785 w 463932"/>
                <a:gd name="connsiteY303" fmla="*/ 14754 h 178687"/>
                <a:gd name="connsiteX304" fmla="*/ 329507 w 463932"/>
                <a:gd name="connsiteY304" fmla="*/ 13115 h 178687"/>
                <a:gd name="connsiteX305" fmla="*/ 324589 w 463932"/>
                <a:gd name="connsiteY305" fmla="*/ 13115 h 178687"/>
                <a:gd name="connsiteX306" fmla="*/ 321310 w 463932"/>
                <a:gd name="connsiteY306" fmla="*/ 13115 h 178687"/>
                <a:gd name="connsiteX307" fmla="*/ 316392 w 463932"/>
                <a:gd name="connsiteY307" fmla="*/ 13115 h 178687"/>
                <a:gd name="connsiteX308" fmla="*/ 313113 w 463932"/>
                <a:gd name="connsiteY308" fmla="*/ 14754 h 178687"/>
                <a:gd name="connsiteX309" fmla="*/ 313113 w 463932"/>
                <a:gd name="connsiteY309" fmla="*/ 18033 h 178687"/>
                <a:gd name="connsiteX310" fmla="*/ 313113 w 463932"/>
                <a:gd name="connsiteY310" fmla="*/ 19672 h 178687"/>
                <a:gd name="connsiteX311" fmla="*/ 318031 w 463932"/>
                <a:gd name="connsiteY311" fmla="*/ 19672 h 178687"/>
                <a:gd name="connsiteX312" fmla="*/ 321310 w 463932"/>
                <a:gd name="connsiteY312" fmla="*/ 22951 h 178687"/>
                <a:gd name="connsiteX313" fmla="*/ 322949 w 463932"/>
                <a:gd name="connsiteY313" fmla="*/ 22951 h 178687"/>
                <a:gd name="connsiteX314" fmla="*/ 327867 w 463932"/>
                <a:gd name="connsiteY314" fmla="*/ 22951 h 178687"/>
                <a:gd name="connsiteX315" fmla="*/ 322949 w 463932"/>
                <a:gd name="connsiteY315" fmla="*/ 24590 h 178687"/>
                <a:gd name="connsiteX316" fmla="*/ 321310 w 463932"/>
                <a:gd name="connsiteY316" fmla="*/ 24590 h 178687"/>
                <a:gd name="connsiteX317" fmla="*/ 318031 w 463932"/>
                <a:gd name="connsiteY317" fmla="*/ 22951 h 178687"/>
                <a:gd name="connsiteX318" fmla="*/ 313113 w 463932"/>
                <a:gd name="connsiteY318" fmla="*/ 24590 h 178687"/>
                <a:gd name="connsiteX319" fmla="*/ 316392 w 463932"/>
                <a:gd name="connsiteY319" fmla="*/ 26229 h 178687"/>
                <a:gd name="connsiteX320" fmla="*/ 318031 w 463932"/>
                <a:gd name="connsiteY320" fmla="*/ 27869 h 178687"/>
                <a:gd name="connsiteX321" fmla="*/ 318031 w 463932"/>
                <a:gd name="connsiteY321" fmla="*/ 31147 h 178687"/>
                <a:gd name="connsiteX322" fmla="*/ 314753 w 463932"/>
                <a:gd name="connsiteY322" fmla="*/ 31147 h 178687"/>
                <a:gd name="connsiteX323" fmla="*/ 313113 w 463932"/>
                <a:gd name="connsiteY323" fmla="*/ 31147 h 178687"/>
                <a:gd name="connsiteX324" fmla="*/ 309835 w 463932"/>
                <a:gd name="connsiteY324" fmla="*/ 29508 h 178687"/>
                <a:gd name="connsiteX325" fmla="*/ 313113 w 463932"/>
                <a:gd name="connsiteY325" fmla="*/ 31147 h 178687"/>
                <a:gd name="connsiteX326" fmla="*/ 311474 w 463932"/>
                <a:gd name="connsiteY326" fmla="*/ 32787 h 178687"/>
                <a:gd name="connsiteX327" fmla="*/ 308195 w 463932"/>
                <a:gd name="connsiteY327" fmla="*/ 31147 h 178687"/>
                <a:gd name="connsiteX328" fmla="*/ 303277 w 463932"/>
                <a:gd name="connsiteY328" fmla="*/ 29508 h 178687"/>
                <a:gd name="connsiteX329" fmla="*/ 299999 w 463932"/>
                <a:gd name="connsiteY329" fmla="*/ 31147 h 178687"/>
                <a:gd name="connsiteX330" fmla="*/ 295081 w 463932"/>
                <a:gd name="connsiteY330" fmla="*/ 29508 h 178687"/>
                <a:gd name="connsiteX331" fmla="*/ 291802 w 463932"/>
                <a:gd name="connsiteY331" fmla="*/ 31147 h 178687"/>
                <a:gd name="connsiteX332" fmla="*/ 288523 w 463932"/>
                <a:gd name="connsiteY332" fmla="*/ 32787 h 178687"/>
                <a:gd name="connsiteX333" fmla="*/ 283605 w 463932"/>
                <a:gd name="connsiteY333" fmla="*/ 32787 h 178687"/>
                <a:gd name="connsiteX334" fmla="*/ 280327 w 463932"/>
                <a:gd name="connsiteY334" fmla="*/ 34426 h 178687"/>
                <a:gd name="connsiteX335" fmla="*/ 277048 w 463932"/>
                <a:gd name="connsiteY335" fmla="*/ 37705 h 178687"/>
                <a:gd name="connsiteX336" fmla="*/ 272130 w 463932"/>
                <a:gd name="connsiteY336" fmla="*/ 36065 h 178687"/>
                <a:gd name="connsiteX337" fmla="*/ 277048 w 463932"/>
                <a:gd name="connsiteY337" fmla="*/ 34426 h 178687"/>
                <a:gd name="connsiteX338" fmla="*/ 273769 w 463932"/>
                <a:gd name="connsiteY338" fmla="*/ 32787 h 178687"/>
                <a:gd name="connsiteX339" fmla="*/ 268851 w 463932"/>
                <a:gd name="connsiteY339" fmla="*/ 34426 h 178687"/>
                <a:gd name="connsiteX340" fmla="*/ 265573 w 463932"/>
                <a:gd name="connsiteY340" fmla="*/ 36065 h 178687"/>
                <a:gd name="connsiteX341" fmla="*/ 262294 w 463932"/>
                <a:gd name="connsiteY341" fmla="*/ 39344 h 178687"/>
                <a:gd name="connsiteX342" fmla="*/ 257376 w 463932"/>
                <a:gd name="connsiteY342" fmla="*/ 39344 h 178687"/>
                <a:gd name="connsiteX343" fmla="*/ 254097 w 463932"/>
                <a:gd name="connsiteY343" fmla="*/ 42623 h 178687"/>
                <a:gd name="connsiteX344" fmla="*/ 257376 w 463932"/>
                <a:gd name="connsiteY344" fmla="*/ 39344 h 178687"/>
                <a:gd name="connsiteX345" fmla="*/ 260655 w 463932"/>
                <a:gd name="connsiteY345" fmla="*/ 37705 h 178687"/>
                <a:gd name="connsiteX346" fmla="*/ 257376 w 463932"/>
                <a:gd name="connsiteY346" fmla="*/ 37705 h 178687"/>
                <a:gd name="connsiteX347" fmla="*/ 260655 w 463932"/>
                <a:gd name="connsiteY347" fmla="*/ 34426 h 178687"/>
                <a:gd name="connsiteX348" fmla="*/ 263933 w 463932"/>
                <a:gd name="connsiteY348" fmla="*/ 34426 h 178687"/>
                <a:gd name="connsiteX349" fmla="*/ 268851 w 463932"/>
                <a:gd name="connsiteY349" fmla="*/ 34426 h 178687"/>
                <a:gd name="connsiteX350" fmla="*/ 272130 w 463932"/>
                <a:gd name="connsiteY350" fmla="*/ 32787 h 178687"/>
                <a:gd name="connsiteX351" fmla="*/ 275409 w 463932"/>
                <a:gd name="connsiteY351" fmla="*/ 31147 h 178687"/>
                <a:gd name="connsiteX352" fmla="*/ 280327 w 463932"/>
                <a:gd name="connsiteY352" fmla="*/ 29508 h 178687"/>
                <a:gd name="connsiteX353" fmla="*/ 283605 w 463932"/>
                <a:gd name="connsiteY353" fmla="*/ 27869 h 178687"/>
                <a:gd name="connsiteX354" fmla="*/ 286884 w 463932"/>
                <a:gd name="connsiteY354" fmla="*/ 26229 h 178687"/>
                <a:gd name="connsiteX355" fmla="*/ 288523 w 463932"/>
                <a:gd name="connsiteY355" fmla="*/ 24590 h 178687"/>
                <a:gd name="connsiteX356" fmla="*/ 285245 w 463932"/>
                <a:gd name="connsiteY356" fmla="*/ 22951 h 178687"/>
                <a:gd name="connsiteX357" fmla="*/ 281966 w 463932"/>
                <a:gd name="connsiteY357" fmla="*/ 19672 h 178687"/>
                <a:gd name="connsiteX358" fmla="*/ 278687 w 463932"/>
                <a:gd name="connsiteY358" fmla="*/ 18033 h 178687"/>
                <a:gd name="connsiteX359" fmla="*/ 273769 w 463932"/>
                <a:gd name="connsiteY359" fmla="*/ 18033 h 178687"/>
                <a:gd name="connsiteX360" fmla="*/ 270491 w 463932"/>
                <a:gd name="connsiteY360" fmla="*/ 18033 h 178687"/>
                <a:gd name="connsiteX361" fmla="*/ 267212 w 463932"/>
                <a:gd name="connsiteY361" fmla="*/ 16393 h 178687"/>
                <a:gd name="connsiteX362" fmla="*/ 262294 w 463932"/>
                <a:gd name="connsiteY362" fmla="*/ 14754 h 178687"/>
                <a:gd name="connsiteX363" fmla="*/ 259015 w 463932"/>
                <a:gd name="connsiteY363" fmla="*/ 14754 h 178687"/>
                <a:gd name="connsiteX364" fmla="*/ 255737 w 463932"/>
                <a:gd name="connsiteY364" fmla="*/ 13115 h 178687"/>
                <a:gd name="connsiteX365" fmla="*/ 250819 w 463932"/>
                <a:gd name="connsiteY365" fmla="*/ 13115 h 178687"/>
                <a:gd name="connsiteX366" fmla="*/ 247540 w 463932"/>
                <a:gd name="connsiteY366" fmla="*/ 14754 h 178687"/>
                <a:gd name="connsiteX367" fmla="*/ 242622 w 463932"/>
                <a:gd name="connsiteY367" fmla="*/ 14754 h 178687"/>
                <a:gd name="connsiteX368" fmla="*/ 239343 w 463932"/>
                <a:gd name="connsiteY368" fmla="*/ 16393 h 178687"/>
                <a:gd name="connsiteX369" fmla="*/ 236065 w 463932"/>
                <a:gd name="connsiteY369" fmla="*/ 18033 h 178687"/>
                <a:gd name="connsiteX370" fmla="*/ 231147 w 463932"/>
                <a:gd name="connsiteY370" fmla="*/ 19672 h 178687"/>
                <a:gd name="connsiteX371" fmla="*/ 227868 w 463932"/>
                <a:gd name="connsiteY371" fmla="*/ 21311 h 178687"/>
                <a:gd name="connsiteX372" fmla="*/ 227868 w 463932"/>
                <a:gd name="connsiteY372" fmla="*/ 21311 h 178687"/>
                <a:gd name="connsiteX373" fmla="*/ 231147 w 463932"/>
                <a:gd name="connsiteY373" fmla="*/ 22951 h 178687"/>
                <a:gd name="connsiteX374" fmla="*/ 227868 w 463932"/>
                <a:gd name="connsiteY374" fmla="*/ 24590 h 178687"/>
                <a:gd name="connsiteX375" fmla="*/ 222950 w 463932"/>
                <a:gd name="connsiteY375" fmla="*/ 26229 h 178687"/>
                <a:gd name="connsiteX376" fmla="*/ 219671 w 463932"/>
                <a:gd name="connsiteY376" fmla="*/ 27869 h 178687"/>
                <a:gd name="connsiteX377" fmla="*/ 224589 w 463932"/>
                <a:gd name="connsiteY377" fmla="*/ 26229 h 178687"/>
                <a:gd name="connsiteX378" fmla="*/ 219671 w 463932"/>
                <a:gd name="connsiteY378" fmla="*/ 26229 h 178687"/>
                <a:gd name="connsiteX379" fmla="*/ 216392 w 463932"/>
                <a:gd name="connsiteY379" fmla="*/ 26229 h 178687"/>
                <a:gd name="connsiteX380" fmla="*/ 211475 w 463932"/>
                <a:gd name="connsiteY380" fmla="*/ 26229 h 178687"/>
                <a:gd name="connsiteX381" fmla="*/ 208196 w 463932"/>
                <a:gd name="connsiteY381" fmla="*/ 26229 h 178687"/>
                <a:gd name="connsiteX382" fmla="*/ 204917 w 463932"/>
                <a:gd name="connsiteY382" fmla="*/ 27869 h 178687"/>
                <a:gd name="connsiteX383" fmla="*/ 199999 w 463932"/>
                <a:gd name="connsiteY383" fmla="*/ 27869 h 178687"/>
                <a:gd name="connsiteX384" fmla="*/ 196720 w 463932"/>
                <a:gd name="connsiteY384" fmla="*/ 29508 h 178687"/>
                <a:gd name="connsiteX385" fmla="*/ 193442 w 463932"/>
                <a:gd name="connsiteY385" fmla="*/ 29508 h 178687"/>
                <a:gd name="connsiteX386" fmla="*/ 193442 w 463932"/>
                <a:gd name="connsiteY386" fmla="*/ 27869 h 178687"/>
                <a:gd name="connsiteX387" fmla="*/ 198360 w 463932"/>
                <a:gd name="connsiteY387" fmla="*/ 27869 h 178687"/>
                <a:gd name="connsiteX388" fmla="*/ 201638 w 463932"/>
                <a:gd name="connsiteY388" fmla="*/ 26229 h 178687"/>
                <a:gd name="connsiteX389" fmla="*/ 204917 w 463932"/>
                <a:gd name="connsiteY389" fmla="*/ 24590 h 178687"/>
                <a:gd name="connsiteX390" fmla="*/ 209835 w 463932"/>
                <a:gd name="connsiteY390" fmla="*/ 21311 h 178687"/>
                <a:gd name="connsiteX391" fmla="*/ 213114 w 463932"/>
                <a:gd name="connsiteY391" fmla="*/ 21311 h 178687"/>
                <a:gd name="connsiteX392" fmla="*/ 216392 w 463932"/>
                <a:gd name="connsiteY392" fmla="*/ 21311 h 178687"/>
                <a:gd name="connsiteX393" fmla="*/ 219671 w 463932"/>
                <a:gd name="connsiteY393" fmla="*/ 21311 h 178687"/>
                <a:gd name="connsiteX394" fmla="*/ 222950 w 463932"/>
                <a:gd name="connsiteY394" fmla="*/ 16393 h 178687"/>
                <a:gd name="connsiteX395" fmla="*/ 226229 w 463932"/>
                <a:gd name="connsiteY395" fmla="*/ 13115 h 178687"/>
                <a:gd name="connsiteX396" fmla="*/ 231147 w 463932"/>
                <a:gd name="connsiteY396" fmla="*/ 11475 h 178687"/>
                <a:gd name="connsiteX397" fmla="*/ 234425 w 463932"/>
                <a:gd name="connsiteY397" fmla="*/ 9836 h 178687"/>
                <a:gd name="connsiteX398" fmla="*/ 236065 w 463932"/>
                <a:gd name="connsiteY398" fmla="*/ 4918 h 178687"/>
                <a:gd name="connsiteX399" fmla="*/ 234425 w 463932"/>
                <a:gd name="connsiteY399" fmla="*/ 1639 h 178687"/>
                <a:gd name="connsiteX400" fmla="*/ 231147 w 463932"/>
                <a:gd name="connsiteY400" fmla="*/ 0 h 178687"/>
                <a:gd name="connsiteX401" fmla="*/ 226229 w 463932"/>
                <a:gd name="connsiteY401" fmla="*/ 0 h 178687"/>
                <a:gd name="connsiteX402" fmla="*/ 222950 w 463932"/>
                <a:gd name="connsiteY402" fmla="*/ 1639 h 178687"/>
                <a:gd name="connsiteX403" fmla="*/ 221310 w 463932"/>
                <a:gd name="connsiteY403" fmla="*/ 1639 h 178687"/>
                <a:gd name="connsiteX404" fmla="*/ 218032 w 463932"/>
                <a:gd name="connsiteY404" fmla="*/ 1639 h 178687"/>
                <a:gd name="connsiteX405" fmla="*/ 214753 w 463932"/>
                <a:gd name="connsiteY405" fmla="*/ 3279 h 178687"/>
                <a:gd name="connsiteX406" fmla="*/ 209835 w 463932"/>
                <a:gd name="connsiteY406" fmla="*/ 3279 h 178687"/>
                <a:gd name="connsiteX407" fmla="*/ 206557 w 463932"/>
                <a:gd name="connsiteY407" fmla="*/ 4918 h 178687"/>
                <a:gd name="connsiteX408" fmla="*/ 201638 w 463932"/>
                <a:gd name="connsiteY408" fmla="*/ 4918 h 178687"/>
                <a:gd name="connsiteX409" fmla="*/ 198360 w 463932"/>
                <a:gd name="connsiteY409" fmla="*/ 6557 h 178687"/>
                <a:gd name="connsiteX410" fmla="*/ 195081 w 463932"/>
                <a:gd name="connsiteY410" fmla="*/ 6557 h 178687"/>
                <a:gd name="connsiteX411" fmla="*/ 190163 w 463932"/>
                <a:gd name="connsiteY411" fmla="*/ 6557 h 178687"/>
                <a:gd name="connsiteX412" fmla="*/ 186885 w 463932"/>
                <a:gd name="connsiteY412" fmla="*/ 6557 h 178687"/>
                <a:gd name="connsiteX413" fmla="*/ 181966 w 463932"/>
                <a:gd name="connsiteY413" fmla="*/ 8197 h 178687"/>
                <a:gd name="connsiteX414" fmla="*/ 178688 w 463932"/>
                <a:gd name="connsiteY414" fmla="*/ 8197 h 178687"/>
                <a:gd name="connsiteX415" fmla="*/ 175409 w 463932"/>
                <a:gd name="connsiteY415" fmla="*/ 9836 h 178687"/>
                <a:gd name="connsiteX416" fmla="*/ 172130 w 463932"/>
                <a:gd name="connsiteY416" fmla="*/ 9836 h 178687"/>
                <a:gd name="connsiteX417" fmla="*/ 167212 w 463932"/>
                <a:gd name="connsiteY417" fmla="*/ 9836 h 178687"/>
                <a:gd name="connsiteX418" fmla="*/ 163934 w 463932"/>
                <a:gd name="connsiteY418" fmla="*/ 11475 h 178687"/>
                <a:gd name="connsiteX419" fmla="*/ 159016 w 463932"/>
                <a:gd name="connsiteY419" fmla="*/ 11475 h 178687"/>
                <a:gd name="connsiteX420" fmla="*/ 155737 w 463932"/>
                <a:gd name="connsiteY420" fmla="*/ 13115 h 178687"/>
                <a:gd name="connsiteX421" fmla="*/ 152458 w 463932"/>
                <a:gd name="connsiteY421" fmla="*/ 13115 h 178687"/>
                <a:gd name="connsiteX422" fmla="*/ 147540 w 463932"/>
                <a:gd name="connsiteY422" fmla="*/ 14754 h 178687"/>
                <a:gd name="connsiteX423" fmla="*/ 144262 w 463932"/>
                <a:gd name="connsiteY423" fmla="*/ 14754 h 178687"/>
                <a:gd name="connsiteX424" fmla="*/ 140983 w 463932"/>
                <a:gd name="connsiteY424" fmla="*/ 16393 h 178687"/>
                <a:gd name="connsiteX425" fmla="*/ 136065 w 463932"/>
                <a:gd name="connsiteY425" fmla="*/ 16393 h 178687"/>
                <a:gd name="connsiteX426" fmla="*/ 132786 w 463932"/>
                <a:gd name="connsiteY426" fmla="*/ 16393 h 178687"/>
                <a:gd name="connsiteX427" fmla="*/ 127868 w 463932"/>
                <a:gd name="connsiteY427" fmla="*/ 18033 h 178687"/>
                <a:gd name="connsiteX428" fmla="*/ 124590 w 463932"/>
                <a:gd name="connsiteY428" fmla="*/ 19672 h 178687"/>
                <a:gd name="connsiteX429" fmla="*/ 121311 w 463932"/>
                <a:gd name="connsiteY429" fmla="*/ 21311 h 178687"/>
                <a:gd name="connsiteX430" fmla="*/ 118032 w 463932"/>
                <a:gd name="connsiteY430" fmla="*/ 21311 h 178687"/>
                <a:gd name="connsiteX431" fmla="*/ 113114 w 463932"/>
                <a:gd name="connsiteY431" fmla="*/ 22951 h 178687"/>
                <a:gd name="connsiteX432" fmla="*/ 109836 w 463932"/>
                <a:gd name="connsiteY432" fmla="*/ 24590 h 178687"/>
                <a:gd name="connsiteX433" fmla="*/ 106557 w 463932"/>
                <a:gd name="connsiteY433" fmla="*/ 24590 h 178687"/>
                <a:gd name="connsiteX434" fmla="*/ 101639 w 463932"/>
                <a:gd name="connsiteY434" fmla="*/ 26229 h 178687"/>
                <a:gd name="connsiteX435" fmla="*/ 98360 w 463932"/>
                <a:gd name="connsiteY435" fmla="*/ 26229 h 178687"/>
                <a:gd name="connsiteX436" fmla="*/ 95082 w 463932"/>
                <a:gd name="connsiteY436" fmla="*/ 27869 h 178687"/>
                <a:gd name="connsiteX437" fmla="*/ 90164 w 463932"/>
                <a:gd name="connsiteY437" fmla="*/ 29508 h 178687"/>
                <a:gd name="connsiteX438" fmla="*/ 86885 w 463932"/>
                <a:gd name="connsiteY438" fmla="*/ 31147 h 178687"/>
                <a:gd name="connsiteX439" fmla="*/ 81967 w 463932"/>
                <a:gd name="connsiteY439" fmla="*/ 31147 h 178687"/>
                <a:gd name="connsiteX440" fmla="*/ 78688 w 463932"/>
                <a:gd name="connsiteY440" fmla="*/ 34426 h 178687"/>
                <a:gd name="connsiteX441" fmla="*/ 81967 w 463932"/>
                <a:gd name="connsiteY441" fmla="*/ 37705 h 178687"/>
                <a:gd name="connsiteX442" fmla="*/ 85245 w 463932"/>
                <a:gd name="connsiteY442" fmla="*/ 37705 h 178687"/>
                <a:gd name="connsiteX443" fmla="*/ 81967 w 463932"/>
                <a:gd name="connsiteY443" fmla="*/ 40983 h 178687"/>
                <a:gd name="connsiteX444" fmla="*/ 78688 w 463932"/>
                <a:gd name="connsiteY444" fmla="*/ 42623 h 178687"/>
                <a:gd name="connsiteX445" fmla="*/ 75410 w 463932"/>
                <a:gd name="connsiteY445" fmla="*/ 42623 h 178687"/>
                <a:gd name="connsiteX446" fmla="*/ 70492 w 463932"/>
                <a:gd name="connsiteY446" fmla="*/ 42623 h 178687"/>
                <a:gd name="connsiteX447" fmla="*/ 67213 w 463932"/>
                <a:gd name="connsiteY447" fmla="*/ 42623 h 178687"/>
                <a:gd name="connsiteX448" fmla="*/ 62295 w 463932"/>
                <a:gd name="connsiteY448" fmla="*/ 44262 h 178687"/>
                <a:gd name="connsiteX449" fmla="*/ 59016 w 463932"/>
                <a:gd name="connsiteY449" fmla="*/ 47541 h 178687"/>
                <a:gd name="connsiteX450" fmla="*/ 55738 w 463932"/>
                <a:gd name="connsiteY450" fmla="*/ 47541 h 178687"/>
                <a:gd name="connsiteX451" fmla="*/ 50820 w 463932"/>
                <a:gd name="connsiteY451" fmla="*/ 49180 h 178687"/>
                <a:gd name="connsiteX452" fmla="*/ 47541 w 463932"/>
                <a:gd name="connsiteY452" fmla="*/ 50819 h 178687"/>
                <a:gd name="connsiteX453" fmla="*/ 44262 w 463932"/>
                <a:gd name="connsiteY453" fmla="*/ 52459 h 178687"/>
                <a:gd name="connsiteX454" fmla="*/ 39344 w 463932"/>
                <a:gd name="connsiteY454" fmla="*/ 54098 h 178687"/>
                <a:gd name="connsiteX455" fmla="*/ 36065 w 463932"/>
                <a:gd name="connsiteY455" fmla="*/ 55737 h 178687"/>
                <a:gd name="connsiteX456" fmla="*/ 32787 w 463932"/>
                <a:gd name="connsiteY456" fmla="*/ 59016 h 178687"/>
                <a:gd name="connsiteX457" fmla="*/ 31148 w 463932"/>
                <a:gd name="connsiteY457" fmla="*/ 63934 h 178687"/>
                <a:gd name="connsiteX458" fmla="*/ 36065 w 463932"/>
                <a:gd name="connsiteY458" fmla="*/ 62295 h 178687"/>
                <a:gd name="connsiteX459" fmla="*/ 39344 w 463932"/>
                <a:gd name="connsiteY459" fmla="*/ 62295 h 178687"/>
                <a:gd name="connsiteX460" fmla="*/ 44262 w 463932"/>
                <a:gd name="connsiteY460" fmla="*/ 62295 h 178687"/>
                <a:gd name="connsiteX461" fmla="*/ 47541 w 463932"/>
                <a:gd name="connsiteY461" fmla="*/ 62295 h 178687"/>
                <a:gd name="connsiteX462" fmla="*/ 50820 w 463932"/>
                <a:gd name="connsiteY462" fmla="*/ 63934 h 178687"/>
                <a:gd name="connsiteX463" fmla="*/ 54098 w 463932"/>
                <a:gd name="connsiteY463" fmla="*/ 62295 h 178687"/>
                <a:gd name="connsiteX464" fmla="*/ 59016 w 463932"/>
                <a:gd name="connsiteY464" fmla="*/ 60655 h 178687"/>
                <a:gd name="connsiteX465" fmla="*/ 62295 w 463932"/>
                <a:gd name="connsiteY465" fmla="*/ 60655 h 178687"/>
                <a:gd name="connsiteX466" fmla="*/ 67213 w 463932"/>
                <a:gd name="connsiteY466" fmla="*/ 60655 h 178687"/>
                <a:gd name="connsiteX467" fmla="*/ 62295 w 463932"/>
                <a:gd name="connsiteY467" fmla="*/ 62295 h 178687"/>
                <a:gd name="connsiteX468" fmla="*/ 59016 w 463932"/>
                <a:gd name="connsiteY468" fmla="*/ 63934 h 178687"/>
                <a:gd name="connsiteX469" fmla="*/ 62295 w 463932"/>
                <a:gd name="connsiteY469" fmla="*/ 63934 h 178687"/>
                <a:gd name="connsiteX470" fmla="*/ 59016 w 463932"/>
                <a:gd name="connsiteY470" fmla="*/ 65573 h 178687"/>
                <a:gd name="connsiteX471" fmla="*/ 55738 w 463932"/>
                <a:gd name="connsiteY471" fmla="*/ 65573 h 178687"/>
                <a:gd name="connsiteX472" fmla="*/ 50820 w 463932"/>
                <a:gd name="connsiteY472" fmla="*/ 65573 h 178687"/>
                <a:gd name="connsiteX473" fmla="*/ 47541 w 463932"/>
                <a:gd name="connsiteY473" fmla="*/ 67213 h 178687"/>
                <a:gd name="connsiteX474" fmla="*/ 44262 w 463932"/>
                <a:gd name="connsiteY474" fmla="*/ 68852 h 178687"/>
                <a:gd name="connsiteX475" fmla="*/ 47541 w 463932"/>
                <a:gd name="connsiteY475" fmla="*/ 72131 h 178687"/>
                <a:gd name="connsiteX476" fmla="*/ 52459 w 463932"/>
                <a:gd name="connsiteY476" fmla="*/ 72131 h 178687"/>
                <a:gd name="connsiteX477" fmla="*/ 55738 w 463932"/>
                <a:gd name="connsiteY477" fmla="*/ 70491 h 178687"/>
                <a:gd name="connsiteX478" fmla="*/ 59016 w 463932"/>
                <a:gd name="connsiteY478" fmla="*/ 72131 h 178687"/>
                <a:gd name="connsiteX479" fmla="*/ 63934 w 463932"/>
                <a:gd name="connsiteY479" fmla="*/ 70491 h 178687"/>
                <a:gd name="connsiteX480" fmla="*/ 67213 w 463932"/>
                <a:gd name="connsiteY480" fmla="*/ 67213 h 178687"/>
                <a:gd name="connsiteX481" fmla="*/ 70492 w 463932"/>
                <a:gd name="connsiteY481" fmla="*/ 70491 h 178687"/>
                <a:gd name="connsiteX482" fmla="*/ 73770 w 463932"/>
                <a:gd name="connsiteY482" fmla="*/ 70491 h 178687"/>
                <a:gd name="connsiteX483" fmla="*/ 78688 w 463932"/>
                <a:gd name="connsiteY483" fmla="*/ 70491 h 178687"/>
                <a:gd name="connsiteX484" fmla="*/ 81967 w 463932"/>
                <a:gd name="connsiteY484" fmla="*/ 70491 h 178687"/>
                <a:gd name="connsiteX485" fmla="*/ 85245 w 463932"/>
                <a:gd name="connsiteY485" fmla="*/ 68852 h 178687"/>
                <a:gd name="connsiteX486" fmla="*/ 90164 w 463932"/>
                <a:gd name="connsiteY486" fmla="*/ 68852 h 178687"/>
                <a:gd name="connsiteX487" fmla="*/ 93442 w 463932"/>
                <a:gd name="connsiteY487" fmla="*/ 67213 h 178687"/>
                <a:gd name="connsiteX488" fmla="*/ 98360 w 463932"/>
                <a:gd name="connsiteY488" fmla="*/ 67213 h 178687"/>
                <a:gd name="connsiteX489" fmla="*/ 101639 w 463932"/>
                <a:gd name="connsiteY489" fmla="*/ 67213 h 178687"/>
                <a:gd name="connsiteX490" fmla="*/ 104918 w 463932"/>
                <a:gd name="connsiteY490" fmla="*/ 67213 h 178687"/>
                <a:gd name="connsiteX491" fmla="*/ 109836 w 463932"/>
                <a:gd name="connsiteY491" fmla="*/ 67213 h 178687"/>
                <a:gd name="connsiteX492" fmla="*/ 113114 w 463932"/>
                <a:gd name="connsiteY492" fmla="*/ 65573 h 178687"/>
                <a:gd name="connsiteX493" fmla="*/ 116393 w 463932"/>
                <a:gd name="connsiteY493" fmla="*/ 65573 h 178687"/>
                <a:gd name="connsiteX494" fmla="*/ 121311 w 463932"/>
                <a:gd name="connsiteY494" fmla="*/ 65573 h 178687"/>
                <a:gd name="connsiteX495" fmla="*/ 124590 w 463932"/>
                <a:gd name="connsiteY495" fmla="*/ 67213 h 178687"/>
                <a:gd name="connsiteX496" fmla="*/ 127868 w 463932"/>
                <a:gd name="connsiteY496" fmla="*/ 67213 h 178687"/>
                <a:gd name="connsiteX497" fmla="*/ 132786 w 463932"/>
                <a:gd name="connsiteY497" fmla="*/ 67213 h 178687"/>
                <a:gd name="connsiteX498" fmla="*/ 127868 w 463932"/>
                <a:gd name="connsiteY498" fmla="*/ 67213 h 178687"/>
                <a:gd name="connsiteX499" fmla="*/ 124590 w 463932"/>
                <a:gd name="connsiteY499" fmla="*/ 68852 h 178687"/>
                <a:gd name="connsiteX500" fmla="*/ 121311 w 463932"/>
                <a:gd name="connsiteY500" fmla="*/ 68852 h 178687"/>
                <a:gd name="connsiteX501" fmla="*/ 116393 w 463932"/>
                <a:gd name="connsiteY501" fmla="*/ 67213 h 178687"/>
                <a:gd name="connsiteX502" fmla="*/ 113114 w 463932"/>
                <a:gd name="connsiteY502" fmla="*/ 67213 h 178687"/>
                <a:gd name="connsiteX503" fmla="*/ 108196 w 463932"/>
                <a:gd name="connsiteY503" fmla="*/ 68852 h 178687"/>
                <a:gd name="connsiteX504" fmla="*/ 104918 w 463932"/>
                <a:gd name="connsiteY504" fmla="*/ 68852 h 178687"/>
                <a:gd name="connsiteX505" fmla="*/ 101639 w 463932"/>
                <a:gd name="connsiteY505" fmla="*/ 70491 h 178687"/>
                <a:gd name="connsiteX506" fmla="*/ 104918 w 463932"/>
                <a:gd name="connsiteY506" fmla="*/ 70491 h 178687"/>
                <a:gd name="connsiteX507" fmla="*/ 108196 w 463932"/>
                <a:gd name="connsiteY507" fmla="*/ 70491 h 178687"/>
                <a:gd name="connsiteX508" fmla="*/ 104918 w 463932"/>
                <a:gd name="connsiteY508" fmla="*/ 72131 h 178687"/>
                <a:gd name="connsiteX509" fmla="*/ 101639 w 463932"/>
                <a:gd name="connsiteY509" fmla="*/ 72131 h 178687"/>
                <a:gd name="connsiteX510" fmla="*/ 96721 w 463932"/>
                <a:gd name="connsiteY510" fmla="*/ 73770 h 178687"/>
                <a:gd name="connsiteX511" fmla="*/ 93442 w 463932"/>
                <a:gd name="connsiteY511" fmla="*/ 72131 h 178687"/>
                <a:gd name="connsiteX512" fmla="*/ 90164 w 463932"/>
                <a:gd name="connsiteY512" fmla="*/ 73770 h 178687"/>
                <a:gd name="connsiteX513" fmla="*/ 85245 w 463932"/>
                <a:gd name="connsiteY513" fmla="*/ 73770 h 178687"/>
                <a:gd name="connsiteX514" fmla="*/ 81967 w 463932"/>
                <a:gd name="connsiteY514" fmla="*/ 73770 h 178687"/>
                <a:gd name="connsiteX515" fmla="*/ 78688 w 463932"/>
                <a:gd name="connsiteY515" fmla="*/ 75409 h 178687"/>
                <a:gd name="connsiteX516" fmla="*/ 75410 w 463932"/>
                <a:gd name="connsiteY516" fmla="*/ 75409 h 178687"/>
                <a:gd name="connsiteX517" fmla="*/ 72131 w 463932"/>
                <a:gd name="connsiteY517" fmla="*/ 77049 h 178687"/>
                <a:gd name="connsiteX518" fmla="*/ 67213 w 463932"/>
                <a:gd name="connsiteY518" fmla="*/ 77049 h 178687"/>
                <a:gd name="connsiteX519" fmla="*/ 63934 w 463932"/>
                <a:gd name="connsiteY519" fmla="*/ 77049 h 178687"/>
                <a:gd name="connsiteX520" fmla="*/ 60655 w 463932"/>
                <a:gd name="connsiteY520" fmla="*/ 77049 h 178687"/>
                <a:gd name="connsiteX521" fmla="*/ 55738 w 463932"/>
                <a:gd name="connsiteY521" fmla="*/ 78688 h 178687"/>
                <a:gd name="connsiteX522" fmla="*/ 52459 w 463932"/>
                <a:gd name="connsiteY522" fmla="*/ 78688 h 178687"/>
                <a:gd name="connsiteX523" fmla="*/ 47541 w 463932"/>
                <a:gd name="connsiteY523" fmla="*/ 78688 h 178687"/>
                <a:gd name="connsiteX524" fmla="*/ 44262 w 463932"/>
                <a:gd name="connsiteY524" fmla="*/ 78688 h 178687"/>
                <a:gd name="connsiteX525" fmla="*/ 40983 w 463932"/>
                <a:gd name="connsiteY525" fmla="*/ 80328 h 178687"/>
                <a:gd name="connsiteX526" fmla="*/ 36065 w 463932"/>
                <a:gd name="connsiteY526" fmla="*/ 80328 h 178687"/>
                <a:gd name="connsiteX527" fmla="*/ 32787 w 463932"/>
                <a:gd name="connsiteY527" fmla="*/ 81967 h 178687"/>
                <a:gd name="connsiteX528" fmla="*/ 29508 w 463932"/>
                <a:gd name="connsiteY528" fmla="*/ 83606 h 178687"/>
                <a:gd name="connsiteX529" fmla="*/ 24590 w 463932"/>
                <a:gd name="connsiteY529" fmla="*/ 83606 h 178687"/>
                <a:gd name="connsiteX530" fmla="*/ 21311 w 463932"/>
                <a:gd name="connsiteY530" fmla="*/ 85245 h 178687"/>
                <a:gd name="connsiteX531" fmla="*/ 18033 w 463932"/>
                <a:gd name="connsiteY531" fmla="*/ 88524 h 178687"/>
                <a:gd name="connsiteX532" fmla="*/ 21311 w 463932"/>
                <a:gd name="connsiteY532" fmla="*/ 91803 h 178687"/>
                <a:gd name="connsiteX533" fmla="*/ 24590 w 463932"/>
                <a:gd name="connsiteY533" fmla="*/ 95081 h 178687"/>
                <a:gd name="connsiteX534" fmla="*/ 22951 w 463932"/>
                <a:gd name="connsiteY534" fmla="*/ 98360 h 178687"/>
                <a:gd name="connsiteX535" fmla="*/ 27869 w 463932"/>
                <a:gd name="connsiteY535" fmla="*/ 100000 h 178687"/>
                <a:gd name="connsiteX536" fmla="*/ 31148 w 463932"/>
                <a:gd name="connsiteY536" fmla="*/ 98360 h 178687"/>
                <a:gd name="connsiteX537" fmla="*/ 36065 w 463932"/>
                <a:gd name="connsiteY537" fmla="*/ 100000 h 178687"/>
                <a:gd name="connsiteX538" fmla="*/ 39344 w 463932"/>
                <a:gd name="connsiteY538" fmla="*/ 100000 h 178687"/>
                <a:gd name="connsiteX539" fmla="*/ 44262 w 463932"/>
                <a:gd name="connsiteY539" fmla="*/ 100000 h 178687"/>
                <a:gd name="connsiteX540" fmla="*/ 47541 w 463932"/>
                <a:gd name="connsiteY540" fmla="*/ 100000 h 178687"/>
                <a:gd name="connsiteX541" fmla="*/ 50820 w 463932"/>
                <a:gd name="connsiteY541" fmla="*/ 100000 h 178687"/>
                <a:gd name="connsiteX542" fmla="*/ 55738 w 463932"/>
                <a:gd name="connsiteY542" fmla="*/ 98360 h 178687"/>
                <a:gd name="connsiteX543" fmla="*/ 59016 w 463932"/>
                <a:gd name="connsiteY543" fmla="*/ 98360 h 178687"/>
                <a:gd name="connsiteX544" fmla="*/ 63934 w 463932"/>
                <a:gd name="connsiteY544" fmla="*/ 98360 h 178687"/>
                <a:gd name="connsiteX545" fmla="*/ 67213 w 463932"/>
                <a:gd name="connsiteY545" fmla="*/ 101639 h 178687"/>
                <a:gd name="connsiteX546" fmla="*/ 70492 w 463932"/>
                <a:gd name="connsiteY546" fmla="*/ 100000 h 178687"/>
                <a:gd name="connsiteX547" fmla="*/ 75410 w 463932"/>
                <a:gd name="connsiteY547" fmla="*/ 100000 h 178687"/>
                <a:gd name="connsiteX548" fmla="*/ 78688 w 463932"/>
                <a:gd name="connsiteY548" fmla="*/ 100000 h 178687"/>
                <a:gd name="connsiteX549" fmla="*/ 81967 w 463932"/>
                <a:gd name="connsiteY549" fmla="*/ 100000 h 178687"/>
                <a:gd name="connsiteX550" fmla="*/ 86885 w 463932"/>
                <a:gd name="connsiteY550" fmla="*/ 100000 h 178687"/>
                <a:gd name="connsiteX551" fmla="*/ 90164 w 463932"/>
                <a:gd name="connsiteY551" fmla="*/ 100000 h 178687"/>
                <a:gd name="connsiteX552" fmla="*/ 95082 w 463932"/>
                <a:gd name="connsiteY552" fmla="*/ 100000 h 178687"/>
                <a:gd name="connsiteX553" fmla="*/ 98360 w 463932"/>
                <a:gd name="connsiteY553" fmla="*/ 100000 h 178687"/>
                <a:gd name="connsiteX554" fmla="*/ 101639 w 463932"/>
                <a:gd name="connsiteY554" fmla="*/ 98360 h 178687"/>
                <a:gd name="connsiteX555" fmla="*/ 104918 w 463932"/>
                <a:gd name="connsiteY555" fmla="*/ 98360 h 178687"/>
                <a:gd name="connsiteX556" fmla="*/ 109836 w 463932"/>
                <a:gd name="connsiteY556" fmla="*/ 98360 h 178687"/>
                <a:gd name="connsiteX557" fmla="*/ 113114 w 463932"/>
                <a:gd name="connsiteY557" fmla="*/ 98360 h 178687"/>
                <a:gd name="connsiteX558" fmla="*/ 116393 w 463932"/>
                <a:gd name="connsiteY558" fmla="*/ 96721 h 178687"/>
                <a:gd name="connsiteX559" fmla="*/ 121311 w 463932"/>
                <a:gd name="connsiteY559" fmla="*/ 96721 h 178687"/>
                <a:gd name="connsiteX560" fmla="*/ 124590 w 463932"/>
                <a:gd name="connsiteY560" fmla="*/ 96721 h 178687"/>
                <a:gd name="connsiteX561" fmla="*/ 127868 w 463932"/>
                <a:gd name="connsiteY561" fmla="*/ 95081 h 178687"/>
                <a:gd name="connsiteX562" fmla="*/ 132786 w 463932"/>
                <a:gd name="connsiteY562" fmla="*/ 95081 h 178687"/>
                <a:gd name="connsiteX563" fmla="*/ 136065 w 463932"/>
                <a:gd name="connsiteY563" fmla="*/ 96721 h 178687"/>
                <a:gd name="connsiteX564" fmla="*/ 139344 w 463932"/>
                <a:gd name="connsiteY564" fmla="*/ 98360 h 178687"/>
                <a:gd name="connsiteX565" fmla="*/ 144262 w 463932"/>
                <a:gd name="connsiteY565" fmla="*/ 98360 h 178687"/>
                <a:gd name="connsiteX566" fmla="*/ 147540 w 463932"/>
                <a:gd name="connsiteY566" fmla="*/ 98360 h 178687"/>
                <a:gd name="connsiteX567" fmla="*/ 150819 w 463932"/>
                <a:gd name="connsiteY567" fmla="*/ 101639 h 178687"/>
                <a:gd name="connsiteX568" fmla="*/ 155737 w 463932"/>
                <a:gd name="connsiteY568" fmla="*/ 101639 h 178687"/>
                <a:gd name="connsiteX569" fmla="*/ 159016 w 463932"/>
                <a:gd name="connsiteY569" fmla="*/ 101639 h 178687"/>
                <a:gd name="connsiteX570" fmla="*/ 162294 w 463932"/>
                <a:gd name="connsiteY570" fmla="*/ 103278 h 178687"/>
                <a:gd name="connsiteX571" fmla="*/ 165573 w 463932"/>
                <a:gd name="connsiteY571" fmla="*/ 103278 h 178687"/>
                <a:gd name="connsiteX572" fmla="*/ 170491 w 463932"/>
                <a:gd name="connsiteY572" fmla="*/ 103278 h 178687"/>
                <a:gd name="connsiteX573" fmla="*/ 170491 w 463932"/>
                <a:gd name="connsiteY573" fmla="*/ 108196 h 178687"/>
                <a:gd name="connsiteX574" fmla="*/ 172130 w 463932"/>
                <a:gd name="connsiteY574" fmla="*/ 108196 h 178687"/>
                <a:gd name="connsiteX575" fmla="*/ 177048 w 463932"/>
                <a:gd name="connsiteY575" fmla="*/ 109836 h 178687"/>
                <a:gd name="connsiteX576" fmla="*/ 180327 w 463932"/>
                <a:gd name="connsiteY576" fmla="*/ 108196 h 178687"/>
                <a:gd name="connsiteX577" fmla="*/ 175409 w 463932"/>
                <a:gd name="connsiteY577" fmla="*/ 111475 h 178687"/>
                <a:gd name="connsiteX578" fmla="*/ 172130 w 463932"/>
                <a:gd name="connsiteY578" fmla="*/ 111475 h 178687"/>
                <a:gd name="connsiteX579" fmla="*/ 168852 w 463932"/>
                <a:gd name="connsiteY579" fmla="*/ 113114 h 178687"/>
                <a:gd name="connsiteX580" fmla="*/ 163934 w 463932"/>
                <a:gd name="connsiteY580" fmla="*/ 111475 h 178687"/>
                <a:gd name="connsiteX581" fmla="*/ 160655 w 463932"/>
                <a:gd name="connsiteY581" fmla="*/ 111475 h 178687"/>
                <a:gd name="connsiteX582" fmla="*/ 157376 w 463932"/>
                <a:gd name="connsiteY582" fmla="*/ 113114 h 178687"/>
                <a:gd name="connsiteX583" fmla="*/ 154098 w 463932"/>
                <a:gd name="connsiteY583" fmla="*/ 113114 h 178687"/>
                <a:gd name="connsiteX584" fmla="*/ 149180 w 463932"/>
                <a:gd name="connsiteY584" fmla="*/ 113114 h 178687"/>
                <a:gd name="connsiteX585" fmla="*/ 145901 w 463932"/>
                <a:gd name="connsiteY585" fmla="*/ 114754 h 178687"/>
                <a:gd name="connsiteX586" fmla="*/ 140983 w 463932"/>
                <a:gd name="connsiteY586" fmla="*/ 113114 h 178687"/>
                <a:gd name="connsiteX587" fmla="*/ 137704 w 463932"/>
                <a:gd name="connsiteY587" fmla="*/ 113114 h 178687"/>
                <a:gd name="connsiteX588" fmla="*/ 134426 w 463932"/>
                <a:gd name="connsiteY588" fmla="*/ 113114 h 178687"/>
                <a:gd name="connsiteX589" fmla="*/ 131147 w 463932"/>
                <a:gd name="connsiteY589" fmla="*/ 111475 h 178687"/>
                <a:gd name="connsiteX590" fmla="*/ 126229 w 463932"/>
                <a:gd name="connsiteY590" fmla="*/ 111475 h 178687"/>
                <a:gd name="connsiteX591" fmla="*/ 122950 w 463932"/>
                <a:gd name="connsiteY591" fmla="*/ 111475 h 178687"/>
                <a:gd name="connsiteX592" fmla="*/ 119672 w 463932"/>
                <a:gd name="connsiteY592" fmla="*/ 113114 h 178687"/>
                <a:gd name="connsiteX593" fmla="*/ 116393 w 463932"/>
                <a:gd name="connsiteY593" fmla="*/ 111475 h 178687"/>
                <a:gd name="connsiteX594" fmla="*/ 111475 w 463932"/>
                <a:gd name="connsiteY594" fmla="*/ 111475 h 178687"/>
                <a:gd name="connsiteX595" fmla="*/ 108196 w 463932"/>
                <a:gd name="connsiteY595" fmla="*/ 109836 h 178687"/>
                <a:gd name="connsiteX596" fmla="*/ 104918 w 463932"/>
                <a:gd name="connsiteY596" fmla="*/ 109836 h 178687"/>
                <a:gd name="connsiteX597" fmla="*/ 100000 w 463932"/>
                <a:gd name="connsiteY597" fmla="*/ 109836 h 178687"/>
                <a:gd name="connsiteX598" fmla="*/ 96721 w 463932"/>
                <a:gd name="connsiteY598" fmla="*/ 109836 h 178687"/>
                <a:gd name="connsiteX599" fmla="*/ 93442 w 463932"/>
                <a:gd name="connsiteY599" fmla="*/ 111475 h 178687"/>
                <a:gd name="connsiteX600" fmla="*/ 90164 w 463932"/>
                <a:gd name="connsiteY600" fmla="*/ 111475 h 178687"/>
                <a:gd name="connsiteX601" fmla="*/ 85245 w 463932"/>
                <a:gd name="connsiteY601" fmla="*/ 111475 h 178687"/>
                <a:gd name="connsiteX602" fmla="*/ 81967 w 463932"/>
                <a:gd name="connsiteY602" fmla="*/ 111475 h 178687"/>
                <a:gd name="connsiteX603" fmla="*/ 78688 w 463932"/>
                <a:gd name="connsiteY603" fmla="*/ 111475 h 178687"/>
                <a:gd name="connsiteX604" fmla="*/ 73770 w 463932"/>
                <a:gd name="connsiteY604" fmla="*/ 111475 h 178687"/>
                <a:gd name="connsiteX605" fmla="*/ 70492 w 463932"/>
                <a:gd name="connsiteY605" fmla="*/ 113114 h 178687"/>
                <a:gd name="connsiteX606" fmla="*/ 67213 w 463932"/>
                <a:gd name="connsiteY606" fmla="*/ 113114 h 178687"/>
                <a:gd name="connsiteX607" fmla="*/ 63934 w 463932"/>
                <a:gd name="connsiteY607" fmla="*/ 113114 h 178687"/>
                <a:gd name="connsiteX608" fmla="*/ 59016 w 463932"/>
                <a:gd name="connsiteY608" fmla="*/ 113114 h 178687"/>
                <a:gd name="connsiteX609" fmla="*/ 55738 w 463932"/>
                <a:gd name="connsiteY609" fmla="*/ 113114 h 178687"/>
                <a:gd name="connsiteX610" fmla="*/ 52459 w 463932"/>
                <a:gd name="connsiteY610" fmla="*/ 113114 h 178687"/>
                <a:gd name="connsiteX611" fmla="*/ 47541 w 463932"/>
                <a:gd name="connsiteY611" fmla="*/ 114754 h 178687"/>
                <a:gd name="connsiteX612" fmla="*/ 44262 w 463932"/>
                <a:gd name="connsiteY612" fmla="*/ 114754 h 178687"/>
                <a:gd name="connsiteX613" fmla="*/ 40983 w 463932"/>
                <a:gd name="connsiteY613" fmla="*/ 114754 h 178687"/>
                <a:gd name="connsiteX614" fmla="*/ 37705 w 463932"/>
                <a:gd name="connsiteY614" fmla="*/ 116393 h 178687"/>
                <a:gd name="connsiteX615" fmla="*/ 32787 w 463932"/>
                <a:gd name="connsiteY615" fmla="*/ 116393 h 178687"/>
                <a:gd name="connsiteX616" fmla="*/ 29508 w 463932"/>
                <a:gd name="connsiteY616" fmla="*/ 116393 h 178687"/>
                <a:gd name="connsiteX617" fmla="*/ 26229 w 463932"/>
                <a:gd name="connsiteY617" fmla="*/ 116393 h 178687"/>
                <a:gd name="connsiteX618" fmla="*/ 21311 w 463932"/>
                <a:gd name="connsiteY618" fmla="*/ 118032 h 178687"/>
                <a:gd name="connsiteX619" fmla="*/ 18033 w 463932"/>
                <a:gd name="connsiteY619" fmla="*/ 118032 h 178687"/>
                <a:gd name="connsiteX620" fmla="*/ 14754 w 463932"/>
                <a:gd name="connsiteY620" fmla="*/ 118032 h 178687"/>
                <a:gd name="connsiteX621" fmla="*/ 9836 w 463932"/>
                <a:gd name="connsiteY621" fmla="*/ 119672 h 178687"/>
                <a:gd name="connsiteX622" fmla="*/ 6557 w 463932"/>
                <a:gd name="connsiteY622" fmla="*/ 121311 h 178687"/>
                <a:gd name="connsiteX623" fmla="*/ 4918 w 463932"/>
                <a:gd name="connsiteY623" fmla="*/ 121311 h 17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</a:cxnLst>
              <a:rect l="l" t="t" r="r" b="b"/>
              <a:pathLst>
                <a:path w="463932" h="178687">
                  <a:moveTo>
                    <a:pt x="4918" y="121311"/>
                  </a:moveTo>
                  <a:lnTo>
                    <a:pt x="1639" y="126229"/>
                  </a:lnTo>
                  <a:lnTo>
                    <a:pt x="0" y="129508"/>
                  </a:lnTo>
                  <a:lnTo>
                    <a:pt x="1639" y="132786"/>
                  </a:lnTo>
                  <a:lnTo>
                    <a:pt x="4918" y="134426"/>
                  </a:lnTo>
                  <a:lnTo>
                    <a:pt x="1639" y="137704"/>
                  </a:lnTo>
                  <a:lnTo>
                    <a:pt x="4918" y="139344"/>
                  </a:lnTo>
                  <a:lnTo>
                    <a:pt x="9836" y="137704"/>
                  </a:lnTo>
                  <a:lnTo>
                    <a:pt x="4918" y="140983"/>
                  </a:lnTo>
                  <a:lnTo>
                    <a:pt x="8197" y="144262"/>
                  </a:lnTo>
                  <a:lnTo>
                    <a:pt x="13115" y="145901"/>
                  </a:lnTo>
                  <a:lnTo>
                    <a:pt x="16393" y="147540"/>
                  </a:lnTo>
                  <a:lnTo>
                    <a:pt x="19672" y="147540"/>
                  </a:lnTo>
                  <a:lnTo>
                    <a:pt x="24590" y="149180"/>
                  </a:lnTo>
                  <a:lnTo>
                    <a:pt x="27869" y="149180"/>
                  </a:lnTo>
                  <a:lnTo>
                    <a:pt x="31148" y="149180"/>
                  </a:lnTo>
                  <a:lnTo>
                    <a:pt x="34426" y="150819"/>
                  </a:lnTo>
                  <a:lnTo>
                    <a:pt x="39344" y="149180"/>
                  </a:lnTo>
                  <a:lnTo>
                    <a:pt x="42623" y="149180"/>
                  </a:lnTo>
                  <a:lnTo>
                    <a:pt x="47541" y="149180"/>
                  </a:lnTo>
                  <a:lnTo>
                    <a:pt x="50820" y="149180"/>
                  </a:lnTo>
                  <a:lnTo>
                    <a:pt x="54098" y="149180"/>
                  </a:lnTo>
                  <a:lnTo>
                    <a:pt x="59016" y="149180"/>
                  </a:lnTo>
                  <a:lnTo>
                    <a:pt x="62295" y="147540"/>
                  </a:lnTo>
                  <a:lnTo>
                    <a:pt x="65573" y="149180"/>
                  </a:lnTo>
                  <a:lnTo>
                    <a:pt x="70492" y="149180"/>
                  </a:lnTo>
                  <a:lnTo>
                    <a:pt x="73770" y="150819"/>
                  </a:lnTo>
                  <a:lnTo>
                    <a:pt x="77049" y="152458"/>
                  </a:lnTo>
                  <a:lnTo>
                    <a:pt x="73770" y="154098"/>
                  </a:lnTo>
                  <a:lnTo>
                    <a:pt x="70492" y="157376"/>
                  </a:lnTo>
                  <a:lnTo>
                    <a:pt x="67213" y="162294"/>
                  </a:lnTo>
                  <a:lnTo>
                    <a:pt x="63934" y="165573"/>
                  </a:lnTo>
                  <a:lnTo>
                    <a:pt x="60655" y="168852"/>
                  </a:lnTo>
                  <a:lnTo>
                    <a:pt x="60655" y="172130"/>
                  </a:lnTo>
                  <a:lnTo>
                    <a:pt x="63934" y="175409"/>
                  </a:lnTo>
                  <a:lnTo>
                    <a:pt x="60655" y="177048"/>
                  </a:lnTo>
                  <a:lnTo>
                    <a:pt x="63934" y="178688"/>
                  </a:lnTo>
                  <a:lnTo>
                    <a:pt x="67213" y="178688"/>
                  </a:lnTo>
                  <a:lnTo>
                    <a:pt x="72131" y="178688"/>
                  </a:lnTo>
                  <a:lnTo>
                    <a:pt x="75410" y="178688"/>
                  </a:lnTo>
                  <a:lnTo>
                    <a:pt x="80328" y="177048"/>
                  </a:lnTo>
                  <a:lnTo>
                    <a:pt x="83606" y="177048"/>
                  </a:lnTo>
                  <a:lnTo>
                    <a:pt x="86885" y="177048"/>
                  </a:lnTo>
                  <a:lnTo>
                    <a:pt x="91803" y="177048"/>
                  </a:lnTo>
                  <a:lnTo>
                    <a:pt x="95082" y="177048"/>
                  </a:lnTo>
                  <a:lnTo>
                    <a:pt x="100000" y="177048"/>
                  </a:lnTo>
                  <a:lnTo>
                    <a:pt x="103278" y="177048"/>
                  </a:lnTo>
                  <a:lnTo>
                    <a:pt x="106557" y="177048"/>
                  </a:lnTo>
                  <a:lnTo>
                    <a:pt x="111475" y="177048"/>
                  </a:lnTo>
                  <a:lnTo>
                    <a:pt x="114754" y="177048"/>
                  </a:lnTo>
                  <a:lnTo>
                    <a:pt x="118032" y="177048"/>
                  </a:lnTo>
                  <a:lnTo>
                    <a:pt x="114754" y="175409"/>
                  </a:lnTo>
                  <a:lnTo>
                    <a:pt x="119672" y="175409"/>
                  </a:lnTo>
                  <a:lnTo>
                    <a:pt x="122950" y="175409"/>
                  </a:lnTo>
                  <a:lnTo>
                    <a:pt x="126229" y="173770"/>
                  </a:lnTo>
                  <a:lnTo>
                    <a:pt x="131147" y="173770"/>
                  </a:lnTo>
                  <a:lnTo>
                    <a:pt x="126229" y="175409"/>
                  </a:lnTo>
                  <a:lnTo>
                    <a:pt x="131147" y="175409"/>
                  </a:lnTo>
                  <a:lnTo>
                    <a:pt x="134426" y="175409"/>
                  </a:lnTo>
                  <a:lnTo>
                    <a:pt x="137704" y="173770"/>
                  </a:lnTo>
                  <a:lnTo>
                    <a:pt x="142622" y="173770"/>
                  </a:lnTo>
                  <a:lnTo>
                    <a:pt x="145901" y="175409"/>
                  </a:lnTo>
                  <a:lnTo>
                    <a:pt x="149180" y="173770"/>
                  </a:lnTo>
                  <a:lnTo>
                    <a:pt x="154098" y="172130"/>
                  </a:lnTo>
                  <a:lnTo>
                    <a:pt x="157376" y="173770"/>
                  </a:lnTo>
                  <a:lnTo>
                    <a:pt x="160655" y="172130"/>
                  </a:lnTo>
                  <a:lnTo>
                    <a:pt x="163934" y="172130"/>
                  </a:lnTo>
                  <a:lnTo>
                    <a:pt x="168852" y="172130"/>
                  </a:lnTo>
                  <a:lnTo>
                    <a:pt x="172130" y="172130"/>
                  </a:lnTo>
                  <a:lnTo>
                    <a:pt x="175409" y="170491"/>
                  </a:lnTo>
                  <a:lnTo>
                    <a:pt x="180327" y="170491"/>
                  </a:lnTo>
                  <a:lnTo>
                    <a:pt x="183606" y="170491"/>
                  </a:lnTo>
                  <a:lnTo>
                    <a:pt x="186885" y="168852"/>
                  </a:lnTo>
                  <a:lnTo>
                    <a:pt x="191802" y="168852"/>
                  </a:lnTo>
                  <a:lnTo>
                    <a:pt x="195081" y="167212"/>
                  </a:lnTo>
                  <a:lnTo>
                    <a:pt x="198360" y="165573"/>
                  </a:lnTo>
                  <a:lnTo>
                    <a:pt x="201638" y="165573"/>
                  </a:lnTo>
                  <a:lnTo>
                    <a:pt x="206557" y="163934"/>
                  </a:lnTo>
                  <a:lnTo>
                    <a:pt x="209835" y="160655"/>
                  </a:lnTo>
                  <a:lnTo>
                    <a:pt x="214753" y="160655"/>
                  </a:lnTo>
                  <a:lnTo>
                    <a:pt x="218032" y="160655"/>
                  </a:lnTo>
                  <a:lnTo>
                    <a:pt x="221310" y="162294"/>
                  </a:lnTo>
                  <a:lnTo>
                    <a:pt x="226229" y="162294"/>
                  </a:lnTo>
                  <a:lnTo>
                    <a:pt x="229507" y="160655"/>
                  </a:lnTo>
                  <a:lnTo>
                    <a:pt x="232786" y="160655"/>
                  </a:lnTo>
                  <a:lnTo>
                    <a:pt x="237704" y="160655"/>
                  </a:lnTo>
                  <a:lnTo>
                    <a:pt x="240982" y="159016"/>
                  </a:lnTo>
                  <a:lnTo>
                    <a:pt x="244261" y="159016"/>
                  </a:lnTo>
                  <a:lnTo>
                    <a:pt x="247540" y="157376"/>
                  </a:lnTo>
                  <a:lnTo>
                    <a:pt x="252458" y="155737"/>
                  </a:lnTo>
                  <a:lnTo>
                    <a:pt x="255737" y="154098"/>
                  </a:lnTo>
                  <a:lnTo>
                    <a:pt x="259015" y="152458"/>
                  </a:lnTo>
                  <a:lnTo>
                    <a:pt x="262294" y="152458"/>
                  </a:lnTo>
                  <a:lnTo>
                    <a:pt x="267212" y="149180"/>
                  </a:lnTo>
                  <a:lnTo>
                    <a:pt x="270491" y="145901"/>
                  </a:lnTo>
                  <a:lnTo>
                    <a:pt x="273769" y="145901"/>
                  </a:lnTo>
                  <a:lnTo>
                    <a:pt x="278687" y="144262"/>
                  </a:lnTo>
                  <a:lnTo>
                    <a:pt x="281966" y="142622"/>
                  </a:lnTo>
                  <a:lnTo>
                    <a:pt x="285245" y="140983"/>
                  </a:lnTo>
                  <a:lnTo>
                    <a:pt x="288523" y="144262"/>
                  </a:lnTo>
                  <a:lnTo>
                    <a:pt x="286884" y="147540"/>
                  </a:lnTo>
                  <a:lnTo>
                    <a:pt x="283605" y="149180"/>
                  </a:lnTo>
                  <a:lnTo>
                    <a:pt x="280327" y="150819"/>
                  </a:lnTo>
                  <a:lnTo>
                    <a:pt x="283605" y="154098"/>
                  </a:lnTo>
                  <a:lnTo>
                    <a:pt x="286884" y="154098"/>
                  </a:lnTo>
                  <a:lnTo>
                    <a:pt x="291802" y="152458"/>
                  </a:lnTo>
                  <a:lnTo>
                    <a:pt x="295081" y="152458"/>
                  </a:lnTo>
                  <a:lnTo>
                    <a:pt x="298359" y="152458"/>
                  </a:lnTo>
                  <a:lnTo>
                    <a:pt x="303277" y="155737"/>
                  </a:lnTo>
                  <a:lnTo>
                    <a:pt x="306556" y="155737"/>
                  </a:lnTo>
                  <a:lnTo>
                    <a:pt x="309835" y="155737"/>
                  </a:lnTo>
                  <a:lnTo>
                    <a:pt x="314753" y="155737"/>
                  </a:lnTo>
                  <a:lnTo>
                    <a:pt x="311474" y="159016"/>
                  </a:lnTo>
                  <a:lnTo>
                    <a:pt x="306556" y="159016"/>
                  </a:lnTo>
                  <a:lnTo>
                    <a:pt x="303277" y="160655"/>
                  </a:lnTo>
                  <a:lnTo>
                    <a:pt x="306556" y="162294"/>
                  </a:lnTo>
                  <a:lnTo>
                    <a:pt x="311474" y="163934"/>
                  </a:lnTo>
                  <a:lnTo>
                    <a:pt x="314753" y="163934"/>
                  </a:lnTo>
                  <a:lnTo>
                    <a:pt x="318031" y="163934"/>
                  </a:lnTo>
                  <a:lnTo>
                    <a:pt x="321310" y="162294"/>
                  </a:lnTo>
                  <a:lnTo>
                    <a:pt x="326228" y="162294"/>
                  </a:lnTo>
                  <a:lnTo>
                    <a:pt x="329507" y="160655"/>
                  </a:lnTo>
                  <a:lnTo>
                    <a:pt x="332785" y="163934"/>
                  </a:lnTo>
                  <a:lnTo>
                    <a:pt x="337703" y="163934"/>
                  </a:lnTo>
                  <a:lnTo>
                    <a:pt x="340982" y="165573"/>
                  </a:lnTo>
                  <a:lnTo>
                    <a:pt x="344261" y="165573"/>
                  </a:lnTo>
                  <a:lnTo>
                    <a:pt x="349179" y="167212"/>
                  </a:lnTo>
                  <a:lnTo>
                    <a:pt x="352457" y="165573"/>
                  </a:lnTo>
                  <a:lnTo>
                    <a:pt x="355736" y="165573"/>
                  </a:lnTo>
                  <a:lnTo>
                    <a:pt x="360654" y="167212"/>
                  </a:lnTo>
                  <a:lnTo>
                    <a:pt x="363933" y="165573"/>
                  </a:lnTo>
                  <a:lnTo>
                    <a:pt x="367212" y="165573"/>
                  </a:lnTo>
                  <a:lnTo>
                    <a:pt x="372129" y="162294"/>
                  </a:lnTo>
                  <a:lnTo>
                    <a:pt x="375408" y="163934"/>
                  </a:lnTo>
                  <a:lnTo>
                    <a:pt x="378687" y="162294"/>
                  </a:lnTo>
                  <a:lnTo>
                    <a:pt x="383605" y="160655"/>
                  </a:lnTo>
                  <a:lnTo>
                    <a:pt x="386884" y="160655"/>
                  </a:lnTo>
                  <a:lnTo>
                    <a:pt x="390162" y="160655"/>
                  </a:lnTo>
                  <a:lnTo>
                    <a:pt x="395080" y="159016"/>
                  </a:lnTo>
                  <a:lnTo>
                    <a:pt x="398359" y="159016"/>
                  </a:lnTo>
                  <a:lnTo>
                    <a:pt x="401638" y="157376"/>
                  </a:lnTo>
                  <a:lnTo>
                    <a:pt x="404916" y="155737"/>
                  </a:lnTo>
                  <a:lnTo>
                    <a:pt x="408195" y="150819"/>
                  </a:lnTo>
                  <a:lnTo>
                    <a:pt x="404916" y="149180"/>
                  </a:lnTo>
                  <a:lnTo>
                    <a:pt x="401638" y="152458"/>
                  </a:lnTo>
                  <a:lnTo>
                    <a:pt x="404916" y="149180"/>
                  </a:lnTo>
                  <a:lnTo>
                    <a:pt x="408195" y="145901"/>
                  </a:lnTo>
                  <a:lnTo>
                    <a:pt x="413113" y="144262"/>
                  </a:lnTo>
                  <a:lnTo>
                    <a:pt x="408195" y="140983"/>
                  </a:lnTo>
                  <a:lnTo>
                    <a:pt x="404916" y="140983"/>
                  </a:lnTo>
                  <a:lnTo>
                    <a:pt x="401638" y="140983"/>
                  </a:lnTo>
                  <a:lnTo>
                    <a:pt x="396719" y="142622"/>
                  </a:lnTo>
                  <a:lnTo>
                    <a:pt x="393441" y="144262"/>
                  </a:lnTo>
                  <a:lnTo>
                    <a:pt x="388523" y="144262"/>
                  </a:lnTo>
                  <a:lnTo>
                    <a:pt x="385244" y="144262"/>
                  </a:lnTo>
                  <a:lnTo>
                    <a:pt x="381966" y="147540"/>
                  </a:lnTo>
                  <a:lnTo>
                    <a:pt x="378687" y="149180"/>
                  </a:lnTo>
                  <a:lnTo>
                    <a:pt x="373769" y="150819"/>
                  </a:lnTo>
                  <a:lnTo>
                    <a:pt x="370490" y="152458"/>
                  </a:lnTo>
                  <a:lnTo>
                    <a:pt x="367212" y="155737"/>
                  </a:lnTo>
                  <a:lnTo>
                    <a:pt x="370490" y="150819"/>
                  </a:lnTo>
                  <a:lnTo>
                    <a:pt x="373769" y="150819"/>
                  </a:lnTo>
                  <a:lnTo>
                    <a:pt x="378687" y="147540"/>
                  </a:lnTo>
                  <a:lnTo>
                    <a:pt x="381966" y="144262"/>
                  </a:lnTo>
                  <a:lnTo>
                    <a:pt x="385244" y="140983"/>
                  </a:lnTo>
                  <a:lnTo>
                    <a:pt x="381966" y="142622"/>
                  </a:lnTo>
                  <a:lnTo>
                    <a:pt x="381966" y="139344"/>
                  </a:lnTo>
                  <a:lnTo>
                    <a:pt x="378687" y="137704"/>
                  </a:lnTo>
                  <a:lnTo>
                    <a:pt x="380326" y="132786"/>
                  </a:lnTo>
                  <a:lnTo>
                    <a:pt x="383605" y="132786"/>
                  </a:lnTo>
                  <a:lnTo>
                    <a:pt x="388523" y="137704"/>
                  </a:lnTo>
                  <a:lnTo>
                    <a:pt x="391802" y="137704"/>
                  </a:lnTo>
                  <a:lnTo>
                    <a:pt x="395080" y="139344"/>
                  </a:lnTo>
                  <a:lnTo>
                    <a:pt x="399998" y="139344"/>
                  </a:lnTo>
                  <a:lnTo>
                    <a:pt x="403277" y="137704"/>
                  </a:lnTo>
                  <a:lnTo>
                    <a:pt x="408195" y="134426"/>
                  </a:lnTo>
                  <a:lnTo>
                    <a:pt x="411474" y="129508"/>
                  </a:lnTo>
                  <a:lnTo>
                    <a:pt x="414752" y="129508"/>
                  </a:lnTo>
                  <a:lnTo>
                    <a:pt x="418031" y="127868"/>
                  </a:lnTo>
                  <a:lnTo>
                    <a:pt x="422949" y="124590"/>
                  </a:lnTo>
                  <a:lnTo>
                    <a:pt x="424588" y="129508"/>
                  </a:lnTo>
                  <a:lnTo>
                    <a:pt x="427867" y="132786"/>
                  </a:lnTo>
                  <a:lnTo>
                    <a:pt x="432785" y="132786"/>
                  </a:lnTo>
                  <a:lnTo>
                    <a:pt x="436064" y="131147"/>
                  </a:lnTo>
                  <a:lnTo>
                    <a:pt x="439342" y="127868"/>
                  </a:lnTo>
                  <a:lnTo>
                    <a:pt x="442621" y="126229"/>
                  </a:lnTo>
                  <a:lnTo>
                    <a:pt x="439342" y="129508"/>
                  </a:lnTo>
                  <a:lnTo>
                    <a:pt x="439342" y="132786"/>
                  </a:lnTo>
                  <a:lnTo>
                    <a:pt x="442621" y="134426"/>
                  </a:lnTo>
                  <a:lnTo>
                    <a:pt x="447539" y="134426"/>
                  </a:lnTo>
                  <a:lnTo>
                    <a:pt x="450818" y="132786"/>
                  </a:lnTo>
                  <a:lnTo>
                    <a:pt x="454096" y="131147"/>
                  </a:lnTo>
                  <a:lnTo>
                    <a:pt x="459014" y="127868"/>
                  </a:lnTo>
                  <a:lnTo>
                    <a:pt x="460654" y="122950"/>
                  </a:lnTo>
                  <a:lnTo>
                    <a:pt x="462293" y="121311"/>
                  </a:lnTo>
                  <a:lnTo>
                    <a:pt x="463932" y="118032"/>
                  </a:lnTo>
                  <a:lnTo>
                    <a:pt x="459014" y="116393"/>
                  </a:lnTo>
                  <a:lnTo>
                    <a:pt x="455736" y="114754"/>
                  </a:lnTo>
                  <a:lnTo>
                    <a:pt x="452457" y="118032"/>
                  </a:lnTo>
                  <a:lnTo>
                    <a:pt x="449178" y="116393"/>
                  </a:lnTo>
                  <a:lnTo>
                    <a:pt x="452457" y="113114"/>
                  </a:lnTo>
                  <a:lnTo>
                    <a:pt x="449178" y="111475"/>
                  </a:lnTo>
                  <a:lnTo>
                    <a:pt x="444260" y="113114"/>
                  </a:lnTo>
                  <a:lnTo>
                    <a:pt x="440982" y="109836"/>
                  </a:lnTo>
                  <a:lnTo>
                    <a:pt x="437703" y="106557"/>
                  </a:lnTo>
                  <a:lnTo>
                    <a:pt x="432785" y="104918"/>
                  </a:lnTo>
                  <a:lnTo>
                    <a:pt x="429506" y="103278"/>
                  </a:lnTo>
                  <a:lnTo>
                    <a:pt x="431146" y="100000"/>
                  </a:lnTo>
                  <a:lnTo>
                    <a:pt x="426228" y="96721"/>
                  </a:lnTo>
                  <a:lnTo>
                    <a:pt x="422949" y="100000"/>
                  </a:lnTo>
                  <a:lnTo>
                    <a:pt x="419670" y="101639"/>
                  </a:lnTo>
                  <a:lnTo>
                    <a:pt x="414752" y="100000"/>
                  </a:lnTo>
                  <a:lnTo>
                    <a:pt x="411474" y="100000"/>
                  </a:lnTo>
                  <a:lnTo>
                    <a:pt x="409834" y="95081"/>
                  </a:lnTo>
                  <a:lnTo>
                    <a:pt x="406556" y="95081"/>
                  </a:lnTo>
                  <a:lnTo>
                    <a:pt x="408195" y="90164"/>
                  </a:lnTo>
                  <a:lnTo>
                    <a:pt x="408195" y="86885"/>
                  </a:lnTo>
                  <a:lnTo>
                    <a:pt x="403277" y="85245"/>
                  </a:lnTo>
                  <a:lnTo>
                    <a:pt x="401638" y="81967"/>
                  </a:lnTo>
                  <a:lnTo>
                    <a:pt x="406556" y="80328"/>
                  </a:lnTo>
                  <a:lnTo>
                    <a:pt x="409834" y="78688"/>
                  </a:lnTo>
                  <a:lnTo>
                    <a:pt x="413113" y="73770"/>
                  </a:lnTo>
                  <a:lnTo>
                    <a:pt x="418031" y="72131"/>
                  </a:lnTo>
                  <a:lnTo>
                    <a:pt x="421310" y="72131"/>
                  </a:lnTo>
                  <a:lnTo>
                    <a:pt x="424588" y="68852"/>
                  </a:lnTo>
                  <a:lnTo>
                    <a:pt x="427867" y="63934"/>
                  </a:lnTo>
                  <a:lnTo>
                    <a:pt x="427867" y="60655"/>
                  </a:lnTo>
                  <a:lnTo>
                    <a:pt x="427867" y="57377"/>
                  </a:lnTo>
                  <a:lnTo>
                    <a:pt x="426228" y="54098"/>
                  </a:lnTo>
                  <a:lnTo>
                    <a:pt x="429506" y="49180"/>
                  </a:lnTo>
                  <a:lnTo>
                    <a:pt x="431146" y="45901"/>
                  </a:lnTo>
                  <a:lnTo>
                    <a:pt x="434424" y="44262"/>
                  </a:lnTo>
                  <a:lnTo>
                    <a:pt x="436064" y="39344"/>
                  </a:lnTo>
                  <a:lnTo>
                    <a:pt x="436064" y="36065"/>
                  </a:lnTo>
                  <a:lnTo>
                    <a:pt x="440982" y="32787"/>
                  </a:lnTo>
                  <a:lnTo>
                    <a:pt x="442621" y="27869"/>
                  </a:lnTo>
                  <a:lnTo>
                    <a:pt x="445900" y="26229"/>
                  </a:lnTo>
                  <a:lnTo>
                    <a:pt x="444260" y="22951"/>
                  </a:lnTo>
                  <a:lnTo>
                    <a:pt x="449178" y="22951"/>
                  </a:lnTo>
                  <a:lnTo>
                    <a:pt x="447539" y="19672"/>
                  </a:lnTo>
                  <a:lnTo>
                    <a:pt x="449178" y="14754"/>
                  </a:lnTo>
                  <a:lnTo>
                    <a:pt x="445900" y="11475"/>
                  </a:lnTo>
                  <a:lnTo>
                    <a:pt x="442621" y="11475"/>
                  </a:lnTo>
                  <a:lnTo>
                    <a:pt x="437703" y="9836"/>
                  </a:lnTo>
                  <a:lnTo>
                    <a:pt x="436064" y="6557"/>
                  </a:lnTo>
                  <a:lnTo>
                    <a:pt x="432785" y="4918"/>
                  </a:lnTo>
                  <a:lnTo>
                    <a:pt x="427867" y="3279"/>
                  </a:lnTo>
                  <a:lnTo>
                    <a:pt x="426228" y="3279"/>
                  </a:lnTo>
                  <a:lnTo>
                    <a:pt x="422949" y="4918"/>
                  </a:lnTo>
                  <a:lnTo>
                    <a:pt x="418031" y="6557"/>
                  </a:lnTo>
                  <a:lnTo>
                    <a:pt x="414752" y="4918"/>
                  </a:lnTo>
                  <a:lnTo>
                    <a:pt x="411474" y="3279"/>
                  </a:lnTo>
                  <a:lnTo>
                    <a:pt x="408195" y="1639"/>
                  </a:lnTo>
                  <a:lnTo>
                    <a:pt x="403277" y="1639"/>
                  </a:lnTo>
                  <a:lnTo>
                    <a:pt x="399998" y="1639"/>
                  </a:lnTo>
                  <a:lnTo>
                    <a:pt x="396719" y="3279"/>
                  </a:lnTo>
                  <a:lnTo>
                    <a:pt x="398359" y="6557"/>
                  </a:lnTo>
                  <a:lnTo>
                    <a:pt x="395080" y="6557"/>
                  </a:lnTo>
                  <a:lnTo>
                    <a:pt x="391802" y="6557"/>
                  </a:lnTo>
                  <a:lnTo>
                    <a:pt x="386884" y="8197"/>
                  </a:lnTo>
                  <a:lnTo>
                    <a:pt x="385244" y="11475"/>
                  </a:lnTo>
                  <a:lnTo>
                    <a:pt x="381966" y="14754"/>
                  </a:lnTo>
                  <a:lnTo>
                    <a:pt x="378687" y="18033"/>
                  </a:lnTo>
                  <a:lnTo>
                    <a:pt x="375408" y="22951"/>
                  </a:lnTo>
                  <a:lnTo>
                    <a:pt x="375408" y="22951"/>
                  </a:lnTo>
                  <a:lnTo>
                    <a:pt x="372129" y="27869"/>
                  </a:lnTo>
                  <a:lnTo>
                    <a:pt x="368851" y="31147"/>
                  </a:lnTo>
                  <a:lnTo>
                    <a:pt x="367212" y="34426"/>
                  </a:lnTo>
                  <a:lnTo>
                    <a:pt x="365572" y="37705"/>
                  </a:lnTo>
                  <a:lnTo>
                    <a:pt x="362294" y="39344"/>
                  </a:lnTo>
                  <a:lnTo>
                    <a:pt x="360654" y="42623"/>
                  </a:lnTo>
                  <a:lnTo>
                    <a:pt x="360654" y="45901"/>
                  </a:lnTo>
                  <a:lnTo>
                    <a:pt x="359015" y="49180"/>
                  </a:lnTo>
                  <a:lnTo>
                    <a:pt x="360654" y="54098"/>
                  </a:lnTo>
                  <a:lnTo>
                    <a:pt x="357375" y="54098"/>
                  </a:lnTo>
                  <a:lnTo>
                    <a:pt x="354097" y="57377"/>
                  </a:lnTo>
                  <a:lnTo>
                    <a:pt x="349179" y="57377"/>
                  </a:lnTo>
                  <a:lnTo>
                    <a:pt x="345900" y="59016"/>
                  </a:lnTo>
                  <a:lnTo>
                    <a:pt x="342622" y="59016"/>
                  </a:lnTo>
                  <a:lnTo>
                    <a:pt x="337703" y="60655"/>
                  </a:lnTo>
                  <a:lnTo>
                    <a:pt x="336064" y="63934"/>
                  </a:lnTo>
                  <a:lnTo>
                    <a:pt x="331146" y="62295"/>
                  </a:lnTo>
                  <a:lnTo>
                    <a:pt x="327867" y="59016"/>
                  </a:lnTo>
                  <a:lnTo>
                    <a:pt x="331146" y="55737"/>
                  </a:lnTo>
                  <a:lnTo>
                    <a:pt x="334425" y="52459"/>
                  </a:lnTo>
                  <a:lnTo>
                    <a:pt x="339343" y="50819"/>
                  </a:lnTo>
                  <a:lnTo>
                    <a:pt x="334425" y="52459"/>
                  </a:lnTo>
                  <a:lnTo>
                    <a:pt x="334425" y="49180"/>
                  </a:lnTo>
                  <a:lnTo>
                    <a:pt x="337703" y="45901"/>
                  </a:lnTo>
                  <a:lnTo>
                    <a:pt x="339343" y="42623"/>
                  </a:lnTo>
                  <a:lnTo>
                    <a:pt x="340982" y="39344"/>
                  </a:lnTo>
                  <a:lnTo>
                    <a:pt x="344261" y="36065"/>
                  </a:lnTo>
                  <a:lnTo>
                    <a:pt x="347539" y="32787"/>
                  </a:lnTo>
                  <a:lnTo>
                    <a:pt x="352457" y="29508"/>
                  </a:lnTo>
                  <a:lnTo>
                    <a:pt x="347539" y="27869"/>
                  </a:lnTo>
                  <a:lnTo>
                    <a:pt x="344261" y="29508"/>
                  </a:lnTo>
                  <a:lnTo>
                    <a:pt x="347539" y="26229"/>
                  </a:lnTo>
                  <a:lnTo>
                    <a:pt x="345900" y="22951"/>
                  </a:lnTo>
                  <a:lnTo>
                    <a:pt x="345900" y="21311"/>
                  </a:lnTo>
                  <a:lnTo>
                    <a:pt x="340982" y="22951"/>
                  </a:lnTo>
                  <a:lnTo>
                    <a:pt x="337703" y="19672"/>
                  </a:lnTo>
                  <a:lnTo>
                    <a:pt x="339343" y="16393"/>
                  </a:lnTo>
                  <a:lnTo>
                    <a:pt x="336064" y="16393"/>
                  </a:lnTo>
                  <a:lnTo>
                    <a:pt x="332785" y="14754"/>
                  </a:lnTo>
                  <a:lnTo>
                    <a:pt x="329507" y="13115"/>
                  </a:lnTo>
                  <a:lnTo>
                    <a:pt x="324589" y="13115"/>
                  </a:lnTo>
                  <a:lnTo>
                    <a:pt x="321310" y="13115"/>
                  </a:lnTo>
                  <a:lnTo>
                    <a:pt x="316392" y="13115"/>
                  </a:lnTo>
                  <a:lnTo>
                    <a:pt x="313113" y="14754"/>
                  </a:lnTo>
                  <a:lnTo>
                    <a:pt x="313113" y="18033"/>
                  </a:lnTo>
                  <a:lnTo>
                    <a:pt x="313113" y="19672"/>
                  </a:lnTo>
                  <a:lnTo>
                    <a:pt x="318031" y="19672"/>
                  </a:lnTo>
                  <a:lnTo>
                    <a:pt x="321310" y="22951"/>
                  </a:lnTo>
                  <a:lnTo>
                    <a:pt x="322949" y="22951"/>
                  </a:lnTo>
                  <a:lnTo>
                    <a:pt x="327867" y="22951"/>
                  </a:lnTo>
                  <a:lnTo>
                    <a:pt x="322949" y="24590"/>
                  </a:lnTo>
                  <a:lnTo>
                    <a:pt x="321310" y="24590"/>
                  </a:lnTo>
                  <a:lnTo>
                    <a:pt x="318031" y="22951"/>
                  </a:lnTo>
                  <a:lnTo>
                    <a:pt x="313113" y="24590"/>
                  </a:lnTo>
                  <a:lnTo>
                    <a:pt x="316392" y="26229"/>
                  </a:lnTo>
                  <a:lnTo>
                    <a:pt x="318031" y="27869"/>
                  </a:lnTo>
                  <a:lnTo>
                    <a:pt x="318031" y="31147"/>
                  </a:lnTo>
                  <a:lnTo>
                    <a:pt x="314753" y="31147"/>
                  </a:lnTo>
                  <a:lnTo>
                    <a:pt x="313113" y="31147"/>
                  </a:lnTo>
                  <a:lnTo>
                    <a:pt x="309835" y="29508"/>
                  </a:lnTo>
                  <a:lnTo>
                    <a:pt x="313113" y="31147"/>
                  </a:lnTo>
                  <a:lnTo>
                    <a:pt x="311474" y="32787"/>
                  </a:lnTo>
                  <a:lnTo>
                    <a:pt x="308195" y="31147"/>
                  </a:lnTo>
                  <a:lnTo>
                    <a:pt x="303277" y="29508"/>
                  </a:lnTo>
                  <a:lnTo>
                    <a:pt x="299999" y="31147"/>
                  </a:lnTo>
                  <a:lnTo>
                    <a:pt x="295081" y="29508"/>
                  </a:lnTo>
                  <a:lnTo>
                    <a:pt x="291802" y="31147"/>
                  </a:lnTo>
                  <a:lnTo>
                    <a:pt x="288523" y="32787"/>
                  </a:lnTo>
                  <a:lnTo>
                    <a:pt x="283605" y="32787"/>
                  </a:lnTo>
                  <a:lnTo>
                    <a:pt x="280327" y="34426"/>
                  </a:lnTo>
                  <a:lnTo>
                    <a:pt x="277048" y="37705"/>
                  </a:lnTo>
                  <a:lnTo>
                    <a:pt x="272130" y="36065"/>
                  </a:lnTo>
                  <a:lnTo>
                    <a:pt x="277048" y="34426"/>
                  </a:lnTo>
                  <a:lnTo>
                    <a:pt x="273769" y="32787"/>
                  </a:lnTo>
                  <a:lnTo>
                    <a:pt x="268851" y="34426"/>
                  </a:lnTo>
                  <a:lnTo>
                    <a:pt x="265573" y="36065"/>
                  </a:lnTo>
                  <a:lnTo>
                    <a:pt x="262294" y="39344"/>
                  </a:lnTo>
                  <a:lnTo>
                    <a:pt x="257376" y="39344"/>
                  </a:lnTo>
                  <a:lnTo>
                    <a:pt x="254097" y="42623"/>
                  </a:lnTo>
                  <a:lnTo>
                    <a:pt x="257376" y="39344"/>
                  </a:lnTo>
                  <a:lnTo>
                    <a:pt x="260655" y="37705"/>
                  </a:lnTo>
                  <a:lnTo>
                    <a:pt x="257376" y="37705"/>
                  </a:lnTo>
                  <a:lnTo>
                    <a:pt x="260655" y="34426"/>
                  </a:lnTo>
                  <a:lnTo>
                    <a:pt x="263933" y="34426"/>
                  </a:lnTo>
                  <a:lnTo>
                    <a:pt x="268851" y="34426"/>
                  </a:lnTo>
                  <a:lnTo>
                    <a:pt x="272130" y="32787"/>
                  </a:lnTo>
                  <a:lnTo>
                    <a:pt x="275409" y="31147"/>
                  </a:lnTo>
                  <a:lnTo>
                    <a:pt x="280327" y="29508"/>
                  </a:lnTo>
                  <a:lnTo>
                    <a:pt x="283605" y="27869"/>
                  </a:lnTo>
                  <a:lnTo>
                    <a:pt x="286884" y="26229"/>
                  </a:lnTo>
                  <a:lnTo>
                    <a:pt x="288523" y="24590"/>
                  </a:lnTo>
                  <a:lnTo>
                    <a:pt x="285245" y="22951"/>
                  </a:lnTo>
                  <a:lnTo>
                    <a:pt x="281966" y="19672"/>
                  </a:lnTo>
                  <a:lnTo>
                    <a:pt x="278687" y="18033"/>
                  </a:lnTo>
                  <a:lnTo>
                    <a:pt x="273769" y="18033"/>
                  </a:lnTo>
                  <a:lnTo>
                    <a:pt x="270491" y="18033"/>
                  </a:lnTo>
                  <a:lnTo>
                    <a:pt x="267212" y="16393"/>
                  </a:lnTo>
                  <a:lnTo>
                    <a:pt x="262294" y="14754"/>
                  </a:lnTo>
                  <a:lnTo>
                    <a:pt x="259015" y="14754"/>
                  </a:lnTo>
                  <a:lnTo>
                    <a:pt x="255737" y="13115"/>
                  </a:lnTo>
                  <a:lnTo>
                    <a:pt x="250819" y="13115"/>
                  </a:lnTo>
                  <a:lnTo>
                    <a:pt x="247540" y="14754"/>
                  </a:lnTo>
                  <a:lnTo>
                    <a:pt x="242622" y="14754"/>
                  </a:lnTo>
                  <a:lnTo>
                    <a:pt x="239343" y="16393"/>
                  </a:lnTo>
                  <a:lnTo>
                    <a:pt x="236065" y="18033"/>
                  </a:lnTo>
                  <a:lnTo>
                    <a:pt x="231147" y="19672"/>
                  </a:lnTo>
                  <a:lnTo>
                    <a:pt x="227868" y="21311"/>
                  </a:lnTo>
                  <a:lnTo>
                    <a:pt x="227868" y="21311"/>
                  </a:lnTo>
                  <a:lnTo>
                    <a:pt x="231147" y="22951"/>
                  </a:lnTo>
                  <a:lnTo>
                    <a:pt x="227868" y="24590"/>
                  </a:lnTo>
                  <a:lnTo>
                    <a:pt x="222950" y="26229"/>
                  </a:lnTo>
                  <a:lnTo>
                    <a:pt x="219671" y="27869"/>
                  </a:lnTo>
                  <a:lnTo>
                    <a:pt x="224589" y="26229"/>
                  </a:lnTo>
                  <a:lnTo>
                    <a:pt x="219671" y="26229"/>
                  </a:lnTo>
                  <a:lnTo>
                    <a:pt x="216392" y="26229"/>
                  </a:lnTo>
                  <a:lnTo>
                    <a:pt x="211475" y="26229"/>
                  </a:lnTo>
                  <a:lnTo>
                    <a:pt x="208196" y="26229"/>
                  </a:lnTo>
                  <a:lnTo>
                    <a:pt x="204917" y="27869"/>
                  </a:lnTo>
                  <a:lnTo>
                    <a:pt x="199999" y="27869"/>
                  </a:lnTo>
                  <a:lnTo>
                    <a:pt x="196720" y="29508"/>
                  </a:lnTo>
                  <a:lnTo>
                    <a:pt x="193442" y="29508"/>
                  </a:lnTo>
                  <a:lnTo>
                    <a:pt x="193442" y="27869"/>
                  </a:lnTo>
                  <a:lnTo>
                    <a:pt x="198360" y="27869"/>
                  </a:lnTo>
                  <a:lnTo>
                    <a:pt x="201638" y="26229"/>
                  </a:lnTo>
                  <a:lnTo>
                    <a:pt x="204917" y="24590"/>
                  </a:lnTo>
                  <a:lnTo>
                    <a:pt x="209835" y="21311"/>
                  </a:lnTo>
                  <a:lnTo>
                    <a:pt x="213114" y="21311"/>
                  </a:lnTo>
                  <a:lnTo>
                    <a:pt x="216392" y="21311"/>
                  </a:lnTo>
                  <a:lnTo>
                    <a:pt x="219671" y="21311"/>
                  </a:lnTo>
                  <a:lnTo>
                    <a:pt x="222950" y="16393"/>
                  </a:lnTo>
                  <a:lnTo>
                    <a:pt x="226229" y="13115"/>
                  </a:lnTo>
                  <a:lnTo>
                    <a:pt x="231147" y="11475"/>
                  </a:lnTo>
                  <a:lnTo>
                    <a:pt x="234425" y="9836"/>
                  </a:lnTo>
                  <a:lnTo>
                    <a:pt x="236065" y="4918"/>
                  </a:lnTo>
                  <a:lnTo>
                    <a:pt x="234425" y="1639"/>
                  </a:lnTo>
                  <a:lnTo>
                    <a:pt x="231147" y="0"/>
                  </a:lnTo>
                  <a:lnTo>
                    <a:pt x="226229" y="0"/>
                  </a:lnTo>
                  <a:lnTo>
                    <a:pt x="222950" y="1639"/>
                  </a:lnTo>
                  <a:lnTo>
                    <a:pt x="221310" y="1639"/>
                  </a:lnTo>
                  <a:lnTo>
                    <a:pt x="218032" y="1639"/>
                  </a:lnTo>
                  <a:lnTo>
                    <a:pt x="214753" y="3279"/>
                  </a:lnTo>
                  <a:lnTo>
                    <a:pt x="209835" y="3279"/>
                  </a:lnTo>
                  <a:lnTo>
                    <a:pt x="206557" y="4918"/>
                  </a:lnTo>
                  <a:lnTo>
                    <a:pt x="201638" y="4918"/>
                  </a:lnTo>
                  <a:lnTo>
                    <a:pt x="198360" y="6557"/>
                  </a:lnTo>
                  <a:lnTo>
                    <a:pt x="195081" y="6557"/>
                  </a:lnTo>
                  <a:lnTo>
                    <a:pt x="190163" y="6557"/>
                  </a:lnTo>
                  <a:lnTo>
                    <a:pt x="186885" y="6557"/>
                  </a:lnTo>
                  <a:lnTo>
                    <a:pt x="181966" y="8197"/>
                  </a:lnTo>
                  <a:lnTo>
                    <a:pt x="178688" y="8197"/>
                  </a:lnTo>
                  <a:lnTo>
                    <a:pt x="175409" y="9836"/>
                  </a:lnTo>
                  <a:lnTo>
                    <a:pt x="172130" y="9836"/>
                  </a:lnTo>
                  <a:lnTo>
                    <a:pt x="167212" y="9836"/>
                  </a:lnTo>
                  <a:lnTo>
                    <a:pt x="163934" y="11475"/>
                  </a:lnTo>
                  <a:lnTo>
                    <a:pt x="159016" y="11475"/>
                  </a:lnTo>
                  <a:lnTo>
                    <a:pt x="155737" y="13115"/>
                  </a:lnTo>
                  <a:lnTo>
                    <a:pt x="152458" y="13115"/>
                  </a:lnTo>
                  <a:lnTo>
                    <a:pt x="147540" y="14754"/>
                  </a:lnTo>
                  <a:lnTo>
                    <a:pt x="144262" y="14754"/>
                  </a:lnTo>
                  <a:lnTo>
                    <a:pt x="140983" y="16393"/>
                  </a:lnTo>
                  <a:lnTo>
                    <a:pt x="136065" y="16393"/>
                  </a:lnTo>
                  <a:lnTo>
                    <a:pt x="132786" y="16393"/>
                  </a:lnTo>
                  <a:lnTo>
                    <a:pt x="127868" y="18033"/>
                  </a:lnTo>
                  <a:lnTo>
                    <a:pt x="124590" y="19672"/>
                  </a:lnTo>
                  <a:lnTo>
                    <a:pt x="121311" y="21311"/>
                  </a:lnTo>
                  <a:lnTo>
                    <a:pt x="118032" y="21311"/>
                  </a:lnTo>
                  <a:lnTo>
                    <a:pt x="113114" y="22951"/>
                  </a:lnTo>
                  <a:lnTo>
                    <a:pt x="109836" y="24590"/>
                  </a:lnTo>
                  <a:lnTo>
                    <a:pt x="106557" y="24590"/>
                  </a:lnTo>
                  <a:lnTo>
                    <a:pt x="101639" y="26229"/>
                  </a:lnTo>
                  <a:lnTo>
                    <a:pt x="98360" y="26229"/>
                  </a:lnTo>
                  <a:lnTo>
                    <a:pt x="95082" y="27869"/>
                  </a:lnTo>
                  <a:lnTo>
                    <a:pt x="90164" y="29508"/>
                  </a:lnTo>
                  <a:lnTo>
                    <a:pt x="86885" y="31147"/>
                  </a:lnTo>
                  <a:lnTo>
                    <a:pt x="81967" y="31147"/>
                  </a:lnTo>
                  <a:lnTo>
                    <a:pt x="78688" y="34426"/>
                  </a:lnTo>
                  <a:lnTo>
                    <a:pt x="81967" y="37705"/>
                  </a:lnTo>
                  <a:lnTo>
                    <a:pt x="85245" y="37705"/>
                  </a:lnTo>
                  <a:lnTo>
                    <a:pt x="81967" y="40983"/>
                  </a:lnTo>
                  <a:lnTo>
                    <a:pt x="78688" y="42623"/>
                  </a:lnTo>
                  <a:lnTo>
                    <a:pt x="75410" y="42623"/>
                  </a:lnTo>
                  <a:lnTo>
                    <a:pt x="70492" y="42623"/>
                  </a:lnTo>
                  <a:lnTo>
                    <a:pt x="67213" y="42623"/>
                  </a:lnTo>
                  <a:lnTo>
                    <a:pt x="62295" y="44262"/>
                  </a:lnTo>
                  <a:lnTo>
                    <a:pt x="59016" y="47541"/>
                  </a:lnTo>
                  <a:lnTo>
                    <a:pt x="55738" y="47541"/>
                  </a:lnTo>
                  <a:lnTo>
                    <a:pt x="50820" y="49180"/>
                  </a:lnTo>
                  <a:lnTo>
                    <a:pt x="47541" y="50819"/>
                  </a:lnTo>
                  <a:lnTo>
                    <a:pt x="44262" y="52459"/>
                  </a:lnTo>
                  <a:lnTo>
                    <a:pt x="39344" y="54098"/>
                  </a:lnTo>
                  <a:lnTo>
                    <a:pt x="36065" y="55737"/>
                  </a:lnTo>
                  <a:lnTo>
                    <a:pt x="32787" y="59016"/>
                  </a:lnTo>
                  <a:lnTo>
                    <a:pt x="31148" y="63934"/>
                  </a:lnTo>
                  <a:lnTo>
                    <a:pt x="36065" y="62295"/>
                  </a:lnTo>
                  <a:lnTo>
                    <a:pt x="39344" y="62295"/>
                  </a:lnTo>
                  <a:lnTo>
                    <a:pt x="44262" y="62295"/>
                  </a:lnTo>
                  <a:lnTo>
                    <a:pt x="47541" y="62295"/>
                  </a:lnTo>
                  <a:lnTo>
                    <a:pt x="50820" y="63934"/>
                  </a:lnTo>
                  <a:lnTo>
                    <a:pt x="54098" y="62295"/>
                  </a:lnTo>
                  <a:lnTo>
                    <a:pt x="59016" y="60655"/>
                  </a:lnTo>
                  <a:lnTo>
                    <a:pt x="62295" y="60655"/>
                  </a:lnTo>
                  <a:lnTo>
                    <a:pt x="67213" y="60655"/>
                  </a:lnTo>
                  <a:lnTo>
                    <a:pt x="62295" y="62295"/>
                  </a:lnTo>
                  <a:lnTo>
                    <a:pt x="59016" y="63934"/>
                  </a:lnTo>
                  <a:lnTo>
                    <a:pt x="62295" y="63934"/>
                  </a:lnTo>
                  <a:lnTo>
                    <a:pt x="59016" y="65573"/>
                  </a:lnTo>
                  <a:lnTo>
                    <a:pt x="55738" y="65573"/>
                  </a:lnTo>
                  <a:lnTo>
                    <a:pt x="50820" y="65573"/>
                  </a:lnTo>
                  <a:lnTo>
                    <a:pt x="47541" y="67213"/>
                  </a:lnTo>
                  <a:lnTo>
                    <a:pt x="44262" y="68852"/>
                  </a:lnTo>
                  <a:lnTo>
                    <a:pt x="47541" y="72131"/>
                  </a:lnTo>
                  <a:lnTo>
                    <a:pt x="52459" y="72131"/>
                  </a:lnTo>
                  <a:lnTo>
                    <a:pt x="55738" y="70491"/>
                  </a:lnTo>
                  <a:lnTo>
                    <a:pt x="59016" y="72131"/>
                  </a:lnTo>
                  <a:lnTo>
                    <a:pt x="63934" y="70491"/>
                  </a:lnTo>
                  <a:lnTo>
                    <a:pt x="67213" y="67213"/>
                  </a:lnTo>
                  <a:lnTo>
                    <a:pt x="70492" y="70491"/>
                  </a:lnTo>
                  <a:lnTo>
                    <a:pt x="73770" y="70491"/>
                  </a:lnTo>
                  <a:lnTo>
                    <a:pt x="78688" y="70491"/>
                  </a:lnTo>
                  <a:lnTo>
                    <a:pt x="81967" y="70491"/>
                  </a:lnTo>
                  <a:lnTo>
                    <a:pt x="85245" y="68852"/>
                  </a:lnTo>
                  <a:lnTo>
                    <a:pt x="90164" y="68852"/>
                  </a:lnTo>
                  <a:lnTo>
                    <a:pt x="93442" y="67213"/>
                  </a:lnTo>
                  <a:lnTo>
                    <a:pt x="98360" y="67213"/>
                  </a:lnTo>
                  <a:lnTo>
                    <a:pt x="101639" y="67213"/>
                  </a:lnTo>
                  <a:lnTo>
                    <a:pt x="104918" y="67213"/>
                  </a:lnTo>
                  <a:lnTo>
                    <a:pt x="109836" y="67213"/>
                  </a:lnTo>
                  <a:lnTo>
                    <a:pt x="113114" y="65573"/>
                  </a:lnTo>
                  <a:lnTo>
                    <a:pt x="116393" y="65573"/>
                  </a:lnTo>
                  <a:lnTo>
                    <a:pt x="121311" y="65573"/>
                  </a:lnTo>
                  <a:lnTo>
                    <a:pt x="124590" y="67213"/>
                  </a:lnTo>
                  <a:lnTo>
                    <a:pt x="127868" y="67213"/>
                  </a:lnTo>
                  <a:lnTo>
                    <a:pt x="132786" y="67213"/>
                  </a:lnTo>
                  <a:lnTo>
                    <a:pt x="127868" y="67213"/>
                  </a:lnTo>
                  <a:lnTo>
                    <a:pt x="124590" y="68852"/>
                  </a:lnTo>
                  <a:lnTo>
                    <a:pt x="121311" y="68852"/>
                  </a:lnTo>
                  <a:lnTo>
                    <a:pt x="116393" y="67213"/>
                  </a:lnTo>
                  <a:lnTo>
                    <a:pt x="113114" y="67213"/>
                  </a:lnTo>
                  <a:lnTo>
                    <a:pt x="108196" y="68852"/>
                  </a:lnTo>
                  <a:lnTo>
                    <a:pt x="104918" y="68852"/>
                  </a:lnTo>
                  <a:lnTo>
                    <a:pt x="101639" y="70491"/>
                  </a:lnTo>
                  <a:lnTo>
                    <a:pt x="104918" y="70491"/>
                  </a:lnTo>
                  <a:lnTo>
                    <a:pt x="108196" y="70491"/>
                  </a:lnTo>
                  <a:lnTo>
                    <a:pt x="104918" y="72131"/>
                  </a:lnTo>
                  <a:lnTo>
                    <a:pt x="101639" y="72131"/>
                  </a:lnTo>
                  <a:lnTo>
                    <a:pt x="96721" y="73770"/>
                  </a:lnTo>
                  <a:lnTo>
                    <a:pt x="93442" y="72131"/>
                  </a:lnTo>
                  <a:lnTo>
                    <a:pt x="90164" y="73770"/>
                  </a:lnTo>
                  <a:lnTo>
                    <a:pt x="85245" y="73770"/>
                  </a:lnTo>
                  <a:lnTo>
                    <a:pt x="81967" y="73770"/>
                  </a:lnTo>
                  <a:lnTo>
                    <a:pt x="78688" y="75409"/>
                  </a:lnTo>
                  <a:lnTo>
                    <a:pt x="75410" y="75409"/>
                  </a:lnTo>
                  <a:lnTo>
                    <a:pt x="72131" y="77049"/>
                  </a:lnTo>
                  <a:lnTo>
                    <a:pt x="67213" y="77049"/>
                  </a:lnTo>
                  <a:lnTo>
                    <a:pt x="63934" y="77049"/>
                  </a:lnTo>
                  <a:lnTo>
                    <a:pt x="60655" y="77049"/>
                  </a:lnTo>
                  <a:lnTo>
                    <a:pt x="55738" y="78688"/>
                  </a:lnTo>
                  <a:lnTo>
                    <a:pt x="52459" y="78688"/>
                  </a:lnTo>
                  <a:lnTo>
                    <a:pt x="47541" y="78688"/>
                  </a:lnTo>
                  <a:lnTo>
                    <a:pt x="44262" y="78688"/>
                  </a:lnTo>
                  <a:lnTo>
                    <a:pt x="40983" y="80328"/>
                  </a:lnTo>
                  <a:lnTo>
                    <a:pt x="36065" y="80328"/>
                  </a:lnTo>
                  <a:lnTo>
                    <a:pt x="32787" y="81967"/>
                  </a:lnTo>
                  <a:lnTo>
                    <a:pt x="29508" y="83606"/>
                  </a:lnTo>
                  <a:lnTo>
                    <a:pt x="24590" y="83606"/>
                  </a:lnTo>
                  <a:lnTo>
                    <a:pt x="21311" y="85245"/>
                  </a:lnTo>
                  <a:lnTo>
                    <a:pt x="18033" y="88524"/>
                  </a:lnTo>
                  <a:lnTo>
                    <a:pt x="21311" y="91803"/>
                  </a:lnTo>
                  <a:lnTo>
                    <a:pt x="24590" y="95081"/>
                  </a:lnTo>
                  <a:lnTo>
                    <a:pt x="22951" y="98360"/>
                  </a:lnTo>
                  <a:lnTo>
                    <a:pt x="27869" y="100000"/>
                  </a:lnTo>
                  <a:lnTo>
                    <a:pt x="31148" y="98360"/>
                  </a:lnTo>
                  <a:lnTo>
                    <a:pt x="36065" y="100000"/>
                  </a:lnTo>
                  <a:lnTo>
                    <a:pt x="39344" y="100000"/>
                  </a:lnTo>
                  <a:lnTo>
                    <a:pt x="44262" y="100000"/>
                  </a:lnTo>
                  <a:lnTo>
                    <a:pt x="47541" y="100000"/>
                  </a:lnTo>
                  <a:lnTo>
                    <a:pt x="50820" y="100000"/>
                  </a:lnTo>
                  <a:lnTo>
                    <a:pt x="55738" y="98360"/>
                  </a:lnTo>
                  <a:lnTo>
                    <a:pt x="59016" y="98360"/>
                  </a:lnTo>
                  <a:lnTo>
                    <a:pt x="63934" y="98360"/>
                  </a:lnTo>
                  <a:lnTo>
                    <a:pt x="67213" y="101639"/>
                  </a:lnTo>
                  <a:lnTo>
                    <a:pt x="70492" y="100000"/>
                  </a:lnTo>
                  <a:lnTo>
                    <a:pt x="75410" y="100000"/>
                  </a:lnTo>
                  <a:lnTo>
                    <a:pt x="78688" y="100000"/>
                  </a:lnTo>
                  <a:lnTo>
                    <a:pt x="81967" y="100000"/>
                  </a:lnTo>
                  <a:lnTo>
                    <a:pt x="86885" y="100000"/>
                  </a:lnTo>
                  <a:lnTo>
                    <a:pt x="90164" y="100000"/>
                  </a:lnTo>
                  <a:lnTo>
                    <a:pt x="95082" y="100000"/>
                  </a:lnTo>
                  <a:lnTo>
                    <a:pt x="98360" y="100000"/>
                  </a:lnTo>
                  <a:lnTo>
                    <a:pt x="101639" y="98360"/>
                  </a:lnTo>
                  <a:lnTo>
                    <a:pt x="104918" y="98360"/>
                  </a:lnTo>
                  <a:lnTo>
                    <a:pt x="109836" y="98360"/>
                  </a:lnTo>
                  <a:lnTo>
                    <a:pt x="113114" y="98360"/>
                  </a:lnTo>
                  <a:lnTo>
                    <a:pt x="116393" y="96721"/>
                  </a:lnTo>
                  <a:lnTo>
                    <a:pt x="121311" y="96721"/>
                  </a:lnTo>
                  <a:lnTo>
                    <a:pt x="124590" y="96721"/>
                  </a:lnTo>
                  <a:lnTo>
                    <a:pt x="127868" y="95081"/>
                  </a:lnTo>
                  <a:lnTo>
                    <a:pt x="132786" y="95081"/>
                  </a:lnTo>
                  <a:lnTo>
                    <a:pt x="136065" y="96721"/>
                  </a:lnTo>
                  <a:lnTo>
                    <a:pt x="139344" y="98360"/>
                  </a:lnTo>
                  <a:lnTo>
                    <a:pt x="144262" y="98360"/>
                  </a:lnTo>
                  <a:lnTo>
                    <a:pt x="147540" y="98360"/>
                  </a:lnTo>
                  <a:lnTo>
                    <a:pt x="150819" y="101639"/>
                  </a:lnTo>
                  <a:lnTo>
                    <a:pt x="155737" y="101639"/>
                  </a:lnTo>
                  <a:lnTo>
                    <a:pt x="159016" y="101639"/>
                  </a:lnTo>
                  <a:lnTo>
                    <a:pt x="162294" y="103278"/>
                  </a:lnTo>
                  <a:lnTo>
                    <a:pt x="165573" y="103278"/>
                  </a:lnTo>
                  <a:lnTo>
                    <a:pt x="170491" y="103278"/>
                  </a:lnTo>
                  <a:lnTo>
                    <a:pt x="170491" y="108196"/>
                  </a:lnTo>
                  <a:lnTo>
                    <a:pt x="172130" y="108196"/>
                  </a:lnTo>
                  <a:lnTo>
                    <a:pt x="177048" y="109836"/>
                  </a:lnTo>
                  <a:lnTo>
                    <a:pt x="180327" y="108196"/>
                  </a:lnTo>
                  <a:lnTo>
                    <a:pt x="175409" y="111475"/>
                  </a:lnTo>
                  <a:lnTo>
                    <a:pt x="172130" y="111475"/>
                  </a:lnTo>
                  <a:lnTo>
                    <a:pt x="168852" y="113114"/>
                  </a:lnTo>
                  <a:lnTo>
                    <a:pt x="163934" y="111475"/>
                  </a:lnTo>
                  <a:lnTo>
                    <a:pt x="160655" y="111475"/>
                  </a:lnTo>
                  <a:lnTo>
                    <a:pt x="157376" y="113114"/>
                  </a:lnTo>
                  <a:lnTo>
                    <a:pt x="154098" y="113114"/>
                  </a:lnTo>
                  <a:lnTo>
                    <a:pt x="149180" y="113114"/>
                  </a:lnTo>
                  <a:lnTo>
                    <a:pt x="145901" y="114754"/>
                  </a:lnTo>
                  <a:lnTo>
                    <a:pt x="140983" y="113114"/>
                  </a:lnTo>
                  <a:lnTo>
                    <a:pt x="137704" y="113114"/>
                  </a:lnTo>
                  <a:lnTo>
                    <a:pt x="134426" y="113114"/>
                  </a:lnTo>
                  <a:lnTo>
                    <a:pt x="131147" y="111475"/>
                  </a:lnTo>
                  <a:lnTo>
                    <a:pt x="126229" y="111475"/>
                  </a:lnTo>
                  <a:lnTo>
                    <a:pt x="122950" y="111475"/>
                  </a:lnTo>
                  <a:lnTo>
                    <a:pt x="119672" y="113114"/>
                  </a:lnTo>
                  <a:lnTo>
                    <a:pt x="116393" y="111475"/>
                  </a:lnTo>
                  <a:lnTo>
                    <a:pt x="111475" y="111475"/>
                  </a:lnTo>
                  <a:lnTo>
                    <a:pt x="108196" y="109836"/>
                  </a:lnTo>
                  <a:lnTo>
                    <a:pt x="104918" y="109836"/>
                  </a:lnTo>
                  <a:lnTo>
                    <a:pt x="100000" y="109836"/>
                  </a:lnTo>
                  <a:lnTo>
                    <a:pt x="96721" y="109836"/>
                  </a:lnTo>
                  <a:lnTo>
                    <a:pt x="93442" y="111475"/>
                  </a:lnTo>
                  <a:lnTo>
                    <a:pt x="90164" y="111475"/>
                  </a:lnTo>
                  <a:lnTo>
                    <a:pt x="85245" y="111475"/>
                  </a:lnTo>
                  <a:lnTo>
                    <a:pt x="81967" y="111475"/>
                  </a:lnTo>
                  <a:lnTo>
                    <a:pt x="78688" y="111475"/>
                  </a:lnTo>
                  <a:lnTo>
                    <a:pt x="73770" y="111475"/>
                  </a:lnTo>
                  <a:lnTo>
                    <a:pt x="70492" y="113114"/>
                  </a:lnTo>
                  <a:lnTo>
                    <a:pt x="67213" y="113114"/>
                  </a:lnTo>
                  <a:lnTo>
                    <a:pt x="63934" y="113114"/>
                  </a:lnTo>
                  <a:lnTo>
                    <a:pt x="59016" y="113114"/>
                  </a:lnTo>
                  <a:lnTo>
                    <a:pt x="55738" y="113114"/>
                  </a:lnTo>
                  <a:lnTo>
                    <a:pt x="52459" y="113114"/>
                  </a:lnTo>
                  <a:lnTo>
                    <a:pt x="47541" y="114754"/>
                  </a:lnTo>
                  <a:lnTo>
                    <a:pt x="44262" y="114754"/>
                  </a:lnTo>
                  <a:lnTo>
                    <a:pt x="40983" y="114754"/>
                  </a:lnTo>
                  <a:lnTo>
                    <a:pt x="37705" y="116393"/>
                  </a:lnTo>
                  <a:lnTo>
                    <a:pt x="32787" y="116393"/>
                  </a:lnTo>
                  <a:lnTo>
                    <a:pt x="29508" y="116393"/>
                  </a:lnTo>
                  <a:lnTo>
                    <a:pt x="26229" y="116393"/>
                  </a:lnTo>
                  <a:lnTo>
                    <a:pt x="21311" y="118032"/>
                  </a:lnTo>
                  <a:lnTo>
                    <a:pt x="18033" y="118032"/>
                  </a:lnTo>
                  <a:lnTo>
                    <a:pt x="14754" y="118032"/>
                  </a:lnTo>
                  <a:lnTo>
                    <a:pt x="9836" y="119672"/>
                  </a:lnTo>
                  <a:lnTo>
                    <a:pt x="6557" y="121311"/>
                  </a:lnTo>
                  <a:lnTo>
                    <a:pt x="4918" y="12131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66" name="Freeform 3365">
              <a:extLst>
                <a:ext uri="{FF2B5EF4-FFF2-40B4-BE49-F238E27FC236}">
                  <a16:creationId xmlns:a16="http://schemas.microsoft.com/office/drawing/2014/main" id="{86EE0D8E-1EF9-014F-8E13-3E6ED6B31354}"/>
                </a:ext>
              </a:extLst>
            </p:cNvPr>
            <p:cNvSpPr/>
            <p:nvPr/>
          </p:nvSpPr>
          <p:spPr>
            <a:xfrm>
              <a:off x="2223886" y="1200156"/>
              <a:ext cx="4918" cy="16393"/>
            </a:xfrm>
            <a:custGeom>
              <a:avLst/>
              <a:gdLst>
                <a:gd name="connsiteX0" fmla="*/ 4918 w 4918"/>
                <a:gd name="connsiteY0" fmla="*/ 0 h 16393"/>
                <a:gd name="connsiteX1" fmla="*/ 4918 w 4918"/>
                <a:gd name="connsiteY1" fmla="*/ 0 h 16393"/>
                <a:gd name="connsiteX2" fmla="*/ 0 w 491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3">
                  <a:moveTo>
                    <a:pt x="4918" y="0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67" name="Freeform 3366">
              <a:extLst>
                <a:ext uri="{FF2B5EF4-FFF2-40B4-BE49-F238E27FC236}">
                  <a16:creationId xmlns:a16="http://schemas.microsoft.com/office/drawing/2014/main" id="{33FE804B-6B44-7D48-85DB-2E4DA630A755}"/>
                </a:ext>
              </a:extLst>
            </p:cNvPr>
            <p:cNvSpPr/>
            <p:nvPr/>
          </p:nvSpPr>
          <p:spPr>
            <a:xfrm>
              <a:off x="2223886" y="1196877"/>
              <a:ext cx="4918" cy="16393"/>
            </a:xfrm>
            <a:custGeom>
              <a:avLst/>
              <a:gdLst>
                <a:gd name="connsiteX0" fmla="*/ 4918 w 4918"/>
                <a:gd name="connsiteY0" fmla="*/ 0 h 16393"/>
                <a:gd name="connsiteX1" fmla="*/ 4918 w 4918"/>
                <a:gd name="connsiteY1" fmla="*/ 0 h 16393"/>
                <a:gd name="connsiteX2" fmla="*/ 0 w 491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3">
                  <a:moveTo>
                    <a:pt x="4918" y="0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68" name="Freeform 3367">
              <a:extLst>
                <a:ext uri="{FF2B5EF4-FFF2-40B4-BE49-F238E27FC236}">
                  <a16:creationId xmlns:a16="http://schemas.microsoft.com/office/drawing/2014/main" id="{BB8F0B49-4D4E-D142-9063-C5C4D37AE11A}"/>
                </a:ext>
              </a:extLst>
            </p:cNvPr>
            <p:cNvSpPr/>
            <p:nvPr/>
          </p:nvSpPr>
          <p:spPr>
            <a:xfrm>
              <a:off x="2228804" y="1201795"/>
              <a:ext cx="3278" cy="16393"/>
            </a:xfrm>
            <a:custGeom>
              <a:avLst/>
              <a:gdLst>
                <a:gd name="connsiteX0" fmla="*/ 3279 w 3278"/>
                <a:gd name="connsiteY0" fmla="*/ 0 h 16393"/>
                <a:gd name="connsiteX1" fmla="*/ 3279 w 3278"/>
                <a:gd name="connsiteY1" fmla="*/ 0 h 16393"/>
                <a:gd name="connsiteX2" fmla="*/ 0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3279" y="0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69" name="Freeform 3368">
              <a:extLst>
                <a:ext uri="{FF2B5EF4-FFF2-40B4-BE49-F238E27FC236}">
                  <a16:creationId xmlns:a16="http://schemas.microsoft.com/office/drawing/2014/main" id="{96026524-E7F3-074D-BC11-8B2C0159EB22}"/>
                </a:ext>
              </a:extLst>
            </p:cNvPr>
            <p:cNvSpPr/>
            <p:nvPr/>
          </p:nvSpPr>
          <p:spPr>
            <a:xfrm>
              <a:off x="2241919" y="1198517"/>
              <a:ext cx="8196" cy="16393"/>
            </a:xfrm>
            <a:custGeom>
              <a:avLst/>
              <a:gdLst>
                <a:gd name="connsiteX0" fmla="*/ 8197 w 8196"/>
                <a:gd name="connsiteY0" fmla="*/ 0 h 16393"/>
                <a:gd name="connsiteX1" fmla="*/ 8197 w 8196"/>
                <a:gd name="connsiteY1" fmla="*/ 0 h 16393"/>
                <a:gd name="connsiteX2" fmla="*/ 3279 w 8196"/>
                <a:gd name="connsiteY2" fmla="*/ 0 h 16393"/>
                <a:gd name="connsiteX3" fmla="*/ 0 w 8196"/>
                <a:gd name="connsiteY3" fmla="*/ 0 h 16393"/>
                <a:gd name="connsiteX4" fmla="*/ 3279 w 8196"/>
                <a:gd name="connsiteY4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3">
                  <a:moveTo>
                    <a:pt x="8197" y="0"/>
                  </a:moveTo>
                  <a:lnTo>
                    <a:pt x="8197" y="0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70" name="Freeform 3369">
              <a:extLst>
                <a:ext uri="{FF2B5EF4-FFF2-40B4-BE49-F238E27FC236}">
                  <a16:creationId xmlns:a16="http://schemas.microsoft.com/office/drawing/2014/main" id="{54FBF728-263B-B440-ACA3-EC7488FF0B1D}"/>
                </a:ext>
              </a:extLst>
            </p:cNvPr>
            <p:cNvSpPr/>
            <p:nvPr/>
          </p:nvSpPr>
          <p:spPr>
            <a:xfrm>
              <a:off x="2248476" y="1100157"/>
              <a:ext cx="6557" cy="16393"/>
            </a:xfrm>
            <a:custGeom>
              <a:avLst/>
              <a:gdLst>
                <a:gd name="connsiteX0" fmla="*/ 0 w 6557"/>
                <a:gd name="connsiteY0" fmla="*/ 0 h 16393"/>
                <a:gd name="connsiteX1" fmla="*/ 3279 w 6557"/>
                <a:gd name="connsiteY1" fmla="*/ 0 h 16393"/>
                <a:gd name="connsiteX2" fmla="*/ 6557 w 6557"/>
                <a:gd name="connsiteY2" fmla="*/ 0 h 16393"/>
                <a:gd name="connsiteX3" fmla="*/ 3279 w 6557"/>
                <a:gd name="connsiteY3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16393">
                  <a:moveTo>
                    <a:pt x="0" y="0"/>
                  </a:moveTo>
                  <a:lnTo>
                    <a:pt x="3279" y="0"/>
                  </a:lnTo>
                  <a:lnTo>
                    <a:pt x="655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71" name="Freeform 3370">
              <a:extLst>
                <a:ext uri="{FF2B5EF4-FFF2-40B4-BE49-F238E27FC236}">
                  <a16:creationId xmlns:a16="http://schemas.microsoft.com/office/drawing/2014/main" id="{39E23515-5DFE-B348-BE3C-ED460952859E}"/>
                </a:ext>
              </a:extLst>
            </p:cNvPr>
            <p:cNvSpPr/>
            <p:nvPr/>
          </p:nvSpPr>
          <p:spPr>
            <a:xfrm>
              <a:off x="2258312" y="1101796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72" name="Freeform 3371">
              <a:extLst>
                <a:ext uri="{FF2B5EF4-FFF2-40B4-BE49-F238E27FC236}">
                  <a16:creationId xmlns:a16="http://schemas.microsoft.com/office/drawing/2014/main" id="{D4DC7BAD-DCA4-5647-86DA-E3A11E817226}"/>
                </a:ext>
              </a:extLst>
            </p:cNvPr>
            <p:cNvSpPr/>
            <p:nvPr/>
          </p:nvSpPr>
          <p:spPr>
            <a:xfrm>
              <a:off x="2261591" y="1100157"/>
              <a:ext cx="3278" cy="16393"/>
            </a:xfrm>
            <a:custGeom>
              <a:avLst/>
              <a:gdLst>
                <a:gd name="connsiteX0" fmla="*/ 0 w 3278"/>
                <a:gd name="connsiteY0" fmla="*/ 0 h 16393"/>
                <a:gd name="connsiteX1" fmla="*/ 0 w 3278"/>
                <a:gd name="connsiteY1" fmla="*/ 0 h 16393"/>
                <a:gd name="connsiteX2" fmla="*/ 3279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0" y="0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73" name="Freeform 3372">
              <a:extLst>
                <a:ext uri="{FF2B5EF4-FFF2-40B4-BE49-F238E27FC236}">
                  <a16:creationId xmlns:a16="http://schemas.microsoft.com/office/drawing/2014/main" id="{B21C7BF2-38B0-5244-B42E-B9B6FA1EE637}"/>
                </a:ext>
              </a:extLst>
            </p:cNvPr>
            <p:cNvSpPr/>
            <p:nvPr/>
          </p:nvSpPr>
          <p:spPr>
            <a:xfrm>
              <a:off x="2266509" y="1100157"/>
              <a:ext cx="8196" cy="1639"/>
            </a:xfrm>
            <a:custGeom>
              <a:avLst/>
              <a:gdLst>
                <a:gd name="connsiteX0" fmla="*/ 8197 w 8196"/>
                <a:gd name="connsiteY0" fmla="*/ 0 h 1639"/>
                <a:gd name="connsiteX1" fmla="*/ 3279 w 8196"/>
                <a:gd name="connsiteY1" fmla="*/ 0 h 1639"/>
                <a:gd name="connsiteX2" fmla="*/ 0 w 8196"/>
                <a:gd name="connsiteY2" fmla="*/ 1639 h 1639"/>
                <a:gd name="connsiteX3" fmla="*/ 3279 w 8196"/>
                <a:gd name="connsiteY3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8197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74" name="Freeform 3373">
              <a:extLst>
                <a:ext uri="{FF2B5EF4-FFF2-40B4-BE49-F238E27FC236}">
                  <a16:creationId xmlns:a16="http://schemas.microsoft.com/office/drawing/2014/main" id="{B6242045-8352-AF4E-9B78-2256B630E5D3}"/>
                </a:ext>
              </a:extLst>
            </p:cNvPr>
            <p:cNvSpPr/>
            <p:nvPr/>
          </p:nvSpPr>
          <p:spPr>
            <a:xfrm>
              <a:off x="2281263" y="1098517"/>
              <a:ext cx="4918" cy="1639"/>
            </a:xfrm>
            <a:custGeom>
              <a:avLst/>
              <a:gdLst>
                <a:gd name="connsiteX0" fmla="*/ 0 w 4918"/>
                <a:gd name="connsiteY0" fmla="*/ 1639 h 1639"/>
                <a:gd name="connsiteX1" fmla="*/ 0 w 4918"/>
                <a:gd name="connsiteY1" fmla="*/ 1639 h 1639"/>
                <a:gd name="connsiteX2" fmla="*/ 4918 w 491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0" y="1639"/>
                  </a:move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75" name="Freeform 3374">
              <a:extLst>
                <a:ext uri="{FF2B5EF4-FFF2-40B4-BE49-F238E27FC236}">
                  <a16:creationId xmlns:a16="http://schemas.microsoft.com/office/drawing/2014/main" id="{DFEC0220-839E-224D-8B78-2064C2B0F189}"/>
                </a:ext>
              </a:extLst>
            </p:cNvPr>
            <p:cNvSpPr/>
            <p:nvPr/>
          </p:nvSpPr>
          <p:spPr>
            <a:xfrm>
              <a:off x="2289460" y="1188681"/>
              <a:ext cx="3278" cy="16393"/>
            </a:xfrm>
            <a:custGeom>
              <a:avLst/>
              <a:gdLst>
                <a:gd name="connsiteX0" fmla="*/ 3279 w 3278"/>
                <a:gd name="connsiteY0" fmla="*/ 0 h 16393"/>
                <a:gd name="connsiteX1" fmla="*/ 3279 w 3278"/>
                <a:gd name="connsiteY1" fmla="*/ 0 h 16393"/>
                <a:gd name="connsiteX2" fmla="*/ 0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3279" y="0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76" name="Freeform 3375">
              <a:extLst>
                <a:ext uri="{FF2B5EF4-FFF2-40B4-BE49-F238E27FC236}">
                  <a16:creationId xmlns:a16="http://schemas.microsoft.com/office/drawing/2014/main" id="{54CD0E0E-D176-AA46-AB17-970757DCB1B5}"/>
                </a:ext>
              </a:extLst>
            </p:cNvPr>
            <p:cNvSpPr/>
            <p:nvPr/>
          </p:nvSpPr>
          <p:spPr>
            <a:xfrm>
              <a:off x="2307492" y="1183763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8197 w 8196"/>
                <a:gd name="connsiteY1" fmla="*/ 0 h 3278"/>
                <a:gd name="connsiteX2" fmla="*/ 3279 w 8196"/>
                <a:gd name="connsiteY2" fmla="*/ 0 h 3278"/>
                <a:gd name="connsiteX3" fmla="*/ 0 w 8196"/>
                <a:gd name="connsiteY3" fmla="*/ 3279 h 3278"/>
                <a:gd name="connsiteX4" fmla="*/ 3279 w 8196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8197" y="0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77" name="Freeform 3376">
              <a:extLst>
                <a:ext uri="{FF2B5EF4-FFF2-40B4-BE49-F238E27FC236}">
                  <a16:creationId xmlns:a16="http://schemas.microsoft.com/office/drawing/2014/main" id="{6F6E1805-4A5A-8F43-9C87-1B5E88D9C87C}"/>
                </a:ext>
              </a:extLst>
            </p:cNvPr>
            <p:cNvSpPr/>
            <p:nvPr/>
          </p:nvSpPr>
          <p:spPr>
            <a:xfrm>
              <a:off x="2310771" y="1196877"/>
              <a:ext cx="11475" cy="3278"/>
            </a:xfrm>
            <a:custGeom>
              <a:avLst/>
              <a:gdLst>
                <a:gd name="connsiteX0" fmla="*/ 11475 w 11475"/>
                <a:gd name="connsiteY0" fmla="*/ 0 h 3278"/>
                <a:gd name="connsiteX1" fmla="*/ 11475 w 11475"/>
                <a:gd name="connsiteY1" fmla="*/ 0 h 3278"/>
                <a:gd name="connsiteX2" fmla="*/ 6557 w 11475"/>
                <a:gd name="connsiteY2" fmla="*/ 1639 h 3278"/>
                <a:gd name="connsiteX3" fmla="*/ 3279 w 11475"/>
                <a:gd name="connsiteY3" fmla="*/ 3279 h 3278"/>
                <a:gd name="connsiteX4" fmla="*/ 0 w 11475"/>
                <a:gd name="connsiteY4" fmla="*/ 3279 h 3278"/>
                <a:gd name="connsiteX5" fmla="*/ 3279 w 11475"/>
                <a:gd name="connsiteY5" fmla="*/ 3279 h 3278"/>
                <a:gd name="connsiteX6" fmla="*/ 6557 w 11475"/>
                <a:gd name="connsiteY6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11475" y="0"/>
                  </a:moveTo>
                  <a:lnTo>
                    <a:pt x="11475" y="0"/>
                  </a:lnTo>
                  <a:lnTo>
                    <a:pt x="6557" y="1639"/>
                  </a:lnTo>
                  <a:lnTo>
                    <a:pt x="3279" y="3279"/>
                  </a:lnTo>
                  <a:lnTo>
                    <a:pt x="0" y="3279"/>
                  </a:lnTo>
                  <a:lnTo>
                    <a:pt x="3279" y="3279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78" name="Freeform 3377">
              <a:extLst>
                <a:ext uri="{FF2B5EF4-FFF2-40B4-BE49-F238E27FC236}">
                  <a16:creationId xmlns:a16="http://schemas.microsoft.com/office/drawing/2014/main" id="{3D5A7154-2602-9242-B4C5-50BAC62EAD15}"/>
                </a:ext>
              </a:extLst>
            </p:cNvPr>
            <p:cNvSpPr/>
            <p:nvPr/>
          </p:nvSpPr>
          <p:spPr>
            <a:xfrm>
              <a:off x="2335361" y="1193599"/>
              <a:ext cx="4917" cy="1639"/>
            </a:xfrm>
            <a:custGeom>
              <a:avLst/>
              <a:gdLst>
                <a:gd name="connsiteX0" fmla="*/ 4918 w 4917"/>
                <a:gd name="connsiteY0" fmla="*/ 0 h 1639"/>
                <a:gd name="connsiteX1" fmla="*/ 3279 w 4917"/>
                <a:gd name="connsiteY1" fmla="*/ 0 h 1639"/>
                <a:gd name="connsiteX2" fmla="*/ 0 w 4917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4918" y="0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79" name="Freeform 3378">
              <a:extLst>
                <a:ext uri="{FF2B5EF4-FFF2-40B4-BE49-F238E27FC236}">
                  <a16:creationId xmlns:a16="http://schemas.microsoft.com/office/drawing/2014/main" id="{E3E10C0B-29E8-8245-A1DA-70AD00E8B92C}"/>
                </a:ext>
              </a:extLst>
            </p:cNvPr>
            <p:cNvSpPr/>
            <p:nvPr/>
          </p:nvSpPr>
          <p:spPr>
            <a:xfrm>
              <a:off x="2337000" y="1173927"/>
              <a:ext cx="8196" cy="3278"/>
            </a:xfrm>
            <a:custGeom>
              <a:avLst/>
              <a:gdLst>
                <a:gd name="connsiteX0" fmla="*/ 8197 w 8196"/>
                <a:gd name="connsiteY0" fmla="*/ 3279 h 3278"/>
                <a:gd name="connsiteX1" fmla="*/ 8197 w 8196"/>
                <a:gd name="connsiteY1" fmla="*/ 0 h 3278"/>
                <a:gd name="connsiteX2" fmla="*/ 4918 w 8196"/>
                <a:gd name="connsiteY2" fmla="*/ 1639 h 3278"/>
                <a:gd name="connsiteX3" fmla="*/ 0 w 8196"/>
                <a:gd name="connsiteY3" fmla="*/ 3279 h 3278"/>
                <a:gd name="connsiteX4" fmla="*/ 4918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3279"/>
                  </a:moveTo>
                  <a:lnTo>
                    <a:pt x="8197" y="0"/>
                  </a:lnTo>
                  <a:lnTo>
                    <a:pt x="4918" y="1639"/>
                  </a:lnTo>
                  <a:lnTo>
                    <a:pt x="0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80" name="Freeform 3379">
              <a:extLst>
                <a:ext uri="{FF2B5EF4-FFF2-40B4-BE49-F238E27FC236}">
                  <a16:creationId xmlns:a16="http://schemas.microsoft.com/office/drawing/2014/main" id="{F0E1AA8D-C51D-F04E-AD53-CB82F95968C8}"/>
                </a:ext>
              </a:extLst>
            </p:cNvPr>
            <p:cNvSpPr/>
            <p:nvPr/>
          </p:nvSpPr>
          <p:spPr>
            <a:xfrm>
              <a:off x="2341918" y="1190320"/>
              <a:ext cx="13114" cy="3278"/>
            </a:xfrm>
            <a:custGeom>
              <a:avLst/>
              <a:gdLst>
                <a:gd name="connsiteX0" fmla="*/ 8197 w 13114"/>
                <a:gd name="connsiteY0" fmla="*/ 1639 h 3278"/>
                <a:gd name="connsiteX1" fmla="*/ 9836 w 13114"/>
                <a:gd name="connsiteY1" fmla="*/ 1639 h 3278"/>
                <a:gd name="connsiteX2" fmla="*/ 13115 w 13114"/>
                <a:gd name="connsiteY2" fmla="*/ 0 h 3278"/>
                <a:gd name="connsiteX3" fmla="*/ 9836 w 13114"/>
                <a:gd name="connsiteY3" fmla="*/ 0 h 3278"/>
                <a:gd name="connsiteX4" fmla="*/ 8197 w 13114"/>
                <a:gd name="connsiteY4" fmla="*/ 1639 h 3278"/>
                <a:gd name="connsiteX5" fmla="*/ 4918 w 13114"/>
                <a:gd name="connsiteY5" fmla="*/ 1639 h 3278"/>
                <a:gd name="connsiteX6" fmla="*/ 0 w 13114"/>
                <a:gd name="connsiteY6" fmla="*/ 3279 h 3278"/>
                <a:gd name="connsiteX7" fmla="*/ 4918 w 13114"/>
                <a:gd name="connsiteY7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4" h="3278">
                  <a:moveTo>
                    <a:pt x="8197" y="1639"/>
                  </a:moveTo>
                  <a:lnTo>
                    <a:pt x="9836" y="1639"/>
                  </a:lnTo>
                  <a:lnTo>
                    <a:pt x="13115" y="0"/>
                  </a:lnTo>
                  <a:lnTo>
                    <a:pt x="9836" y="0"/>
                  </a:lnTo>
                  <a:lnTo>
                    <a:pt x="8197" y="1639"/>
                  </a:lnTo>
                  <a:lnTo>
                    <a:pt x="4918" y="1639"/>
                  </a:lnTo>
                  <a:lnTo>
                    <a:pt x="0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81" name="Freeform 3380">
              <a:extLst>
                <a:ext uri="{FF2B5EF4-FFF2-40B4-BE49-F238E27FC236}">
                  <a16:creationId xmlns:a16="http://schemas.microsoft.com/office/drawing/2014/main" id="{0CA5F661-6AC2-3248-A8E9-0F4B2E0BEF06}"/>
                </a:ext>
              </a:extLst>
            </p:cNvPr>
            <p:cNvSpPr/>
            <p:nvPr/>
          </p:nvSpPr>
          <p:spPr>
            <a:xfrm>
              <a:off x="2350115" y="857535"/>
              <a:ext cx="255736" cy="55737"/>
            </a:xfrm>
            <a:custGeom>
              <a:avLst/>
              <a:gdLst>
                <a:gd name="connsiteX0" fmla="*/ 65573 w 255736"/>
                <a:gd name="connsiteY0" fmla="*/ 55737 h 55737"/>
                <a:gd name="connsiteX1" fmla="*/ 70492 w 255736"/>
                <a:gd name="connsiteY1" fmla="*/ 55737 h 55737"/>
                <a:gd name="connsiteX2" fmla="*/ 73770 w 255736"/>
                <a:gd name="connsiteY2" fmla="*/ 54098 h 55737"/>
                <a:gd name="connsiteX3" fmla="*/ 77049 w 255736"/>
                <a:gd name="connsiteY3" fmla="*/ 54098 h 55737"/>
                <a:gd name="connsiteX4" fmla="*/ 81967 w 255736"/>
                <a:gd name="connsiteY4" fmla="*/ 52459 h 55737"/>
                <a:gd name="connsiteX5" fmla="*/ 85245 w 255736"/>
                <a:gd name="connsiteY5" fmla="*/ 52459 h 55737"/>
                <a:gd name="connsiteX6" fmla="*/ 86885 w 255736"/>
                <a:gd name="connsiteY6" fmla="*/ 47541 h 55737"/>
                <a:gd name="connsiteX7" fmla="*/ 91803 w 255736"/>
                <a:gd name="connsiteY7" fmla="*/ 47541 h 55737"/>
                <a:gd name="connsiteX8" fmla="*/ 95082 w 255736"/>
                <a:gd name="connsiteY8" fmla="*/ 42623 h 55737"/>
                <a:gd name="connsiteX9" fmla="*/ 98360 w 255736"/>
                <a:gd name="connsiteY9" fmla="*/ 40983 h 55737"/>
                <a:gd name="connsiteX10" fmla="*/ 103278 w 255736"/>
                <a:gd name="connsiteY10" fmla="*/ 39344 h 55737"/>
                <a:gd name="connsiteX11" fmla="*/ 101639 w 255736"/>
                <a:gd name="connsiteY11" fmla="*/ 42623 h 55737"/>
                <a:gd name="connsiteX12" fmla="*/ 98360 w 255736"/>
                <a:gd name="connsiteY12" fmla="*/ 47541 h 55737"/>
                <a:gd name="connsiteX13" fmla="*/ 103278 w 255736"/>
                <a:gd name="connsiteY13" fmla="*/ 47541 h 55737"/>
                <a:gd name="connsiteX14" fmla="*/ 106557 w 255736"/>
                <a:gd name="connsiteY14" fmla="*/ 45901 h 55737"/>
                <a:gd name="connsiteX15" fmla="*/ 111475 w 255736"/>
                <a:gd name="connsiteY15" fmla="*/ 45901 h 55737"/>
                <a:gd name="connsiteX16" fmla="*/ 114754 w 255736"/>
                <a:gd name="connsiteY16" fmla="*/ 42623 h 55737"/>
                <a:gd name="connsiteX17" fmla="*/ 118032 w 255736"/>
                <a:gd name="connsiteY17" fmla="*/ 40983 h 55737"/>
                <a:gd name="connsiteX18" fmla="*/ 121311 w 255736"/>
                <a:gd name="connsiteY18" fmla="*/ 40983 h 55737"/>
                <a:gd name="connsiteX19" fmla="*/ 126229 w 255736"/>
                <a:gd name="connsiteY19" fmla="*/ 39344 h 55737"/>
                <a:gd name="connsiteX20" fmla="*/ 129508 w 255736"/>
                <a:gd name="connsiteY20" fmla="*/ 37705 h 55737"/>
                <a:gd name="connsiteX21" fmla="*/ 126229 w 255736"/>
                <a:gd name="connsiteY21" fmla="*/ 34426 h 55737"/>
                <a:gd name="connsiteX22" fmla="*/ 129508 w 255736"/>
                <a:gd name="connsiteY22" fmla="*/ 32787 h 55737"/>
                <a:gd name="connsiteX23" fmla="*/ 132786 w 255736"/>
                <a:gd name="connsiteY23" fmla="*/ 32787 h 55737"/>
                <a:gd name="connsiteX24" fmla="*/ 136065 w 255736"/>
                <a:gd name="connsiteY24" fmla="*/ 34426 h 55737"/>
                <a:gd name="connsiteX25" fmla="*/ 140983 w 255736"/>
                <a:gd name="connsiteY25" fmla="*/ 32787 h 55737"/>
                <a:gd name="connsiteX26" fmla="*/ 144262 w 255736"/>
                <a:gd name="connsiteY26" fmla="*/ 32787 h 55737"/>
                <a:gd name="connsiteX27" fmla="*/ 147540 w 255736"/>
                <a:gd name="connsiteY27" fmla="*/ 29508 h 55737"/>
                <a:gd name="connsiteX28" fmla="*/ 152458 w 255736"/>
                <a:gd name="connsiteY28" fmla="*/ 27869 h 55737"/>
                <a:gd name="connsiteX29" fmla="*/ 155737 w 255736"/>
                <a:gd name="connsiteY29" fmla="*/ 24590 h 55737"/>
                <a:gd name="connsiteX30" fmla="*/ 159016 w 255736"/>
                <a:gd name="connsiteY30" fmla="*/ 24590 h 55737"/>
                <a:gd name="connsiteX31" fmla="*/ 163934 w 255736"/>
                <a:gd name="connsiteY31" fmla="*/ 24590 h 55737"/>
                <a:gd name="connsiteX32" fmla="*/ 167212 w 255736"/>
                <a:gd name="connsiteY32" fmla="*/ 24590 h 55737"/>
                <a:gd name="connsiteX33" fmla="*/ 163934 w 255736"/>
                <a:gd name="connsiteY33" fmla="*/ 27869 h 55737"/>
                <a:gd name="connsiteX34" fmla="*/ 160655 w 255736"/>
                <a:gd name="connsiteY34" fmla="*/ 29508 h 55737"/>
                <a:gd name="connsiteX35" fmla="*/ 155737 w 255736"/>
                <a:gd name="connsiteY35" fmla="*/ 31147 h 55737"/>
                <a:gd name="connsiteX36" fmla="*/ 152458 w 255736"/>
                <a:gd name="connsiteY36" fmla="*/ 34426 h 55737"/>
                <a:gd name="connsiteX37" fmla="*/ 147540 w 255736"/>
                <a:gd name="connsiteY37" fmla="*/ 36065 h 55737"/>
                <a:gd name="connsiteX38" fmla="*/ 144262 w 255736"/>
                <a:gd name="connsiteY38" fmla="*/ 37705 h 55737"/>
                <a:gd name="connsiteX39" fmla="*/ 149180 w 255736"/>
                <a:gd name="connsiteY39" fmla="*/ 39344 h 55737"/>
                <a:gd name="connsiteX40" fmla="*/ 152458 w 255736"/>
                <a:gd name="connsiteY40" fmla="*/ 42623 h 55737"/>
                <a:gd name="connsiteX41" fmla="*/ 155737 w 255736"/>
                <a:gd name="connsiteY41" fmla="*/ 42623 h 55737"/>
                <a:gd name="connsiteX42" fmla="*/ 160655 w 255736"/>
                <a:gd name="connsiteY42" fmla="*/ 40983 h 55737"/>
                <a:gd name="connsiteX43" fmla="*/ 163934 w 255736"/>
                <a:gd name="connsiteY43" fmla="*/ 40983 h 55737"/>
                <a:gd name="connsiteX44" fmla="*/ 168852 w 255736"/>
                <a:gd name="connsiteY44" fmla="*/ 39344 h 55737"/>
                <a:gd name="connsiteX45" fmla="*/ 172130 w 255736"/>
                <a:gd name="connsiteY45" fmla="*/ 36065 h 55737"/>
                <a:gd name="connsiteX46" fmla="*/ 175409 w 255736"/>
                <a:gd name="connsiteY46" fmla="*/ 32787 h 55737"/>
                <a:gd name="connsiteX47" fmla="*/ 180327 w 255736"/>
                <a:gd name="connsiteY47" fmla="*/ 32787 h 55737"/>
                <a:gd name="connsiteX48" fmla="*/ 183606 w 255736"/>
                <a:gd name="connsiteY48" fmla="*/ 31147 h 55737"/>
                <a:gd name="connsiteX49" fmla="*/ 188524 w 255736"/>
                <a:gd name="connsiteY49" fmla="*/ 31147 h 55737"/>
                <a:gd name="connsiteX50" fmla="*/ 191802 w 255736"/>
                <a:gd name="connsiteY50" fmla="*/ 31147 h 55737"/>
                <a:gd name="connsiteX51" fmla="*/ 196720 w 255736"/>
                <a:gd name="connsiteY51" fmla="*/ 31147 h 55737"/>
                <a:gd name="connsiteX52" fmla="*/ 199999 w 255736"/>
                <a:gd name="connsiteY52" fmla="*/ 31147 h 55737"/>
                <a:gd name="connsiteX53" fmla="*/ 204917 w 255736"/>
                <a:gd name="connsiteY53" fmla="*/ 29508 h 55737"/>
                <a:gd name="connsiteX54" fmla="*/ 208196 w 255736"/>
                <a:gd name="connsiteY54" fmla="*/ 27869 h 55737"/>
                <a:gd name="connsiteX55" fmla="*/ 213114 w 255736"/>
                <a:gd name="connsiteY55" fmla="*/ 27869 h 55737"/>
                <a:gd name="connsiteX56" fmla="*/ 216392 w 255736"/>
                <a:gd name="connsiteY56" fmla="*/ 24590 h 55737"/>
                <a:gd name="connsiteX57" fmla="*/ 213114 w 255736"/>
                <a:gd name="connsiteY57" fmla="*/ 21311 h 55737"/>
                <a:gd name="connsiteX58" fmla="*/ 216392 w 255736"/>
                <a:gd name="connsiteY58" fmla="*/ 19672 h 55737"/>
                <a:gd name="connsiteX59" fmla="*/ 219671 w 255736"/>
                <a:gd name="connsiteY59" fmla="*/ 21311 h 55737"/>
                <a:gd name="connsiteX60" fmla="*/ 224589 w 255736"/>
                <a:gd name="connsiteY60" fmla="*/ 21311 h 55737"/>
                <a:gd name="connsiteX61" fmla="*/ 227868 w 255736"/>
                <a:gd name="connsiteY61" fmla="*/ 19672 h 55737"/>
                <a:gd name="connsiteX62" fmla="*/ 224589 w 255736"/>
                <a:gd name="connsiteY62" fmla="*/ 18033 h 55737"/>
                <a:gd name="connsiteX63" fmla="*/ 222950 w 255736"/>
                <a:gd name="connsiteY63" fmla="*/ 13115 h 55737"/>
                <a:gd name="connsiteX64" fmla="*/ 226229 w 255736"/>
                <a:gd name="connsiteY64" fmla="*/ 13115 h 55737"/>
                <a:gd name="connsiteX65" fmla="*/ 231147 w 255736"/>
                <a:gd name="connsiteY65" fmla="*/ 11475 h 55737"/>
                <a:gd name="connsiteX66" fmla="*/ 234425 w 255736"/>
                <a:gd name="connsiteY66" fmla="*/ 11475 h 55737"/>
                <a:gd name="connsiteX67" fmla="*/ 239343 w 255736"/>
                <a:gd name="connsiteY67" fmla="*/ 9836 h 55737"/>
                <a:gd name="connsiteX68" fmla="*/ 242622 w 255736"/>
                <a:gd name="connsiteY68" fmla="*/ 9836 h 55737"/>
                <a:gd name="connsiteX69" fmla="*/ 247540 w 255736"/>
                <a:gd name="connsiteY69" fmla="*/ 9836 h 55737"/>
                <a:gd name="connsiteX70" fmla="*/ 250819 w 255736"/>
                <a:gd name="connsiteY70" fmla="*/ 8197 h 55737"/>
                <a:gd name="connsiteX71" fmla="*/ 255737 w 255736"/>
                <a:gd name="connsiteY71" fmla="*/ 8197 h 55737"/>
                <a:gd name="connsiteX72" fmla="*/ 252458 w 255736"/>
                <a:gd name="connsiteY72" fmla="*/ 3279 h 55737"/>
                <a:gd name="connsiteX73" fmla="*/ 249179 w 255736"/>
                <a:gd name="connsiteY73" fmla="*/ 3279 h 55737"/>
                <a:gd name="connsiteX74" fmla="*/ 245901 w 255736"/>
                <a:gd name="connsiteY74" fmla="*/ 0 h 55737"/>
                <a:gd name="connsiteX75" fmla="*/ 240982 w 255736"/>
                <a:gd name="connsiteY75" fmla="*/ 0 h 55737"/>
                <a:gd name="connsiteX76" fmla="*/ 237704 w 255736"/>
                <a:gd name="connsiteY76" fmla="*/ 0 h 55737"/>
                <a:gd name="connsiteX77" fmla="*/ 232786 w 255736"/>
                <a:gd name="connsiteY77" fmla="*/ 0 h 55737"/>
                <a:gd name="connsiteX78" fmla="*/ 229507 w 255736"/>
                <a:gd name="connsiteY78" fmla="*/ 0 h 55737"/>
                <a:gd name="connsiteX79" fmla="*/ 226229 w 255736"/>
                <a:gd name="connsiteY79" fmla="*/ 1639 h 55737"/>
                <a:gd name="connsiteX80" fmla="*/ 221310 w 255736"/>
                <a:gd name="connsiteY80" fmla="*/ 1639 h 55737"/>
                <a:gd name="connsiteX81" fmla="*/ 226229 w 255736"/>
                <a:gd name="connsiteY81" fmla="*/ 4918 h 55737"/>
                <a:gd name="connsiteX82" fmla="*/ 222950 w 255736"/>
                <a:gd name="connsiteY82" fmla="*/ 6557 h 55737"/>
                <a:gd name="connsiteX83" fmla="*/ 218032 w 255736"/>
                <a:gd name="connsiteY83" fmla="*/ 6557 h 55737"/>
                <a:gd name="connsiteX84" fmla="*/ 214753 w 255736"/>
                <a:gd name="connsiteY84" fmla="*/ 6557 h 55737"/>
                <a:gd name="connsiteX85" fmla="*/ 209835 w 255736"/>
                <a:gd name="connsiteY85" fmla="*/ 8197 h 55737"/>
                <a:gd name="connsiteX86" fmla="*/ 206557 w 255736"/>
                <a:gd name="connsiteY86" fmla="*/ 6557 h 55737"/>
                <a:gd name="connsiteX87" fmla="*/ 203278 w 255736"/>
                <a:gd name="connsiteY87" fmla="*/ 6557 h 55737"/>
                <a:gd name="connsiteX88" fmla="*/ 199999 w 255736"/>
                <a:gd name="connsiteY88" fmla="*/ 6557 h 55737"/>
                <a:gd name="connsiteX89" fmla="*/ 195081 w 255736"/>
                <a:gd name="connsiteY89" fmla="*/ 6557 h 55737"/>
                <a:gd name="connsiteX90" fmla="*/ 190163 w 255736"/>
                <a:gd name="connsiteY90" fmla="*/ 4918 h 55737"/>
                <a:gd name="connsiteX91" fmla="*/ 186884 w 255736"/>
                <a:gd name="connsiteY91" fmla="*/ 6557 h 55737"/>
                <a:gd name="connsiteX92" fmla="*/ 183606 w 255736"/>
                <a:gd name="connsiteY92" fmla="*/ 6557 h 55737"/>
                <a:gd name="connsiteX93" fmla="*/ 178688 w 255736"/>
                <a:gd name="connsiteY93" fmla="*/ 6557 h 55737"/>
                <a:gd name="connsiteX94" fmla="*/ 175409 w 255736"/>
                <a:gd name="connsiteY94" fmla="*/ 6557 h 55737"/>
                <a:gd name="connsiteX95" fmla="*/ 170491 w 255736"/>
                <a:gd name="connsiteY95" fmla="*/ 6557 h 55737"/>
                <a:gd name="connsiteX96" fmla="*/ 167212 w 255736"/>
                <a:gd name="connsiteY96" fmla="*/ 6557 h 55737"/>
                <a:gd name="connsiteX97" fmla="*/ 163934 w 255736"/>
                <a:gd name="connsiteY97" fmla="*/ 6557 h 55737"/>
                <a:gd name="connsiteX98" fmla="*/ 159016 w 255736"/>
                <a:gd name="connsiteY98" fmla="*/ 8197 h 55737"/>
                <a:gd name="connsiteX99" fmla="*/ 155737 w 255736"/>
                <a:gd name="connsiteY99" fmla="*/ 8197 h 55737"/>
                <a:gd name="connsiteX100" fmla="*/ 152458 w 255736"/>
                <a:gd name="connsiteY100" fmla="*/ 9836 h 55737"/>
                <a:gd name="connsiteX101" fmla="*/ 147540 w 255736"/>
                <a:gd name="connsiteY101" fmla="*/ 11475 h 55737"/>
                <a:gd name="connsiteX102" fmla="*/ 144262 w 255736"/>
                <a:gd name="connsiteY102" fmla="*/ 13115 h 55737"/>
                <a:gd name="connsiteX103" fmla="*/ 140983 w 255736"/>
                <a:gd name="connsiteY103" fmla="*/ 13115 h 55737"/>
                <a:gd name="connsiteX104" fmla="*/ 136065 w 255736"/>
                <a:gd name="connsiteY104" fmla="*/ 13115 h 55737"/>
                <a:gd name="connsiteX105" fmla="*/ 132786 w 255736"/>
                <a:gd name="connsiteY105" fmla="*/ 14754 h 55737"/>
                <a:gd name="connsiteX106" fmla="*/ 129508 w 255736"/>
                <a:gd name="connsiteY106" fmla="*/ 16393 h 55737"/>
                <a:gd name="connsiteX107" fmla="*/ 126229 w 255736"/>
                <a:gd name="connsiteY107" fmla="*/ 16393 h 55737"/>
                <a:gd name="connsiteX108" fmla="*/ 121311 w 255736"/>
                <a:gd name="connsiteY108" fmla="*/ 18033 h 55737"/>
                <a:gd name="connsiteX109" fmla="*/ 118032 w 255736"/>
                <a:gd name="connsiteY109" fmla="*/ 19672 h 55737"/>
                <a:gd name="connsiteX110" fmla="*/ 113114 w 255736"/>
                <a:gd name="connsiteY110" fmla="*/ 21311 h 55737"/>
                <a:gd name="connsiteX111" fmla="*/ 109836 w 255736"/>
                <a:gd name="connsiteY111" fmla="*/ 21311 h 55737"/>
                <a:gd name="connsiteX112" fmla="*/ 106557 w 255736"/>
                <a:gd name="connsiteY112" fmla="*/ 22951 h 55737"/>
                <a:gd name="connsiteX113" fmla="*/ 101639 w 255736"/>
                <a:gd name="connsiteY113" fmla="*/ 24590 h 55737"/>
                <a:gd name="connsiteX114" fmla="*/ 98360 w 255736"/>
                <a:gd name="connsiteY114" fmla="*/ 26229 h 55737"/>
                <a:gd name="connsiteX115" fmla="*/ 93442 w 255736"/>
                <a:gd name="connsiteY115" fmla="*/ 26229 h 55737"/>
                <a:gd name="connsiteX116" fmla="*/ 90164 w 255736"/>
                <a:gd name="connsiteY116" fmla="*/ 26229 h 55737"/>
                <a:gd name="connsiteX117" fmla="*/ 86885 w 255736"/>
                <a:gd name="connsiteY117" fmla="*/ 27869 h 55737"/>
                <a:gd name="connsiteX118" fmla="*/ 81967 w 255736"/>
                <a:gd name="connsiteY118" fmla="*/ 27869 h 55737"/>
                <a:gd name="connsiteX119" fmla="*/ 78688 w 255736"/>
                <a:gd name="connsiteY119" fmla="*/ 27869 h 55737"/>
                <a:gd name="connsiteX120" fmla="*/ 75410 w 255736"/>
                <a:gd name="connsiteY120" fmla="*/ 29508 h 55737"/>
                <a:gd name="connsiteX121" fmla="*/ 70492 w 255736"/>
                <a:gd name="connsiteY121" fmla="*/ 31147 h 55737"/>
                <a:gd name="connsiteX122" fmla="*/ 65573 w 255736"/>
                <a:gd name="connsiteY122" fmla="*/ 32787 h 55737"/>
                <a:gd name="connsiteX123" fmla="*/ 62295 w 255736"/>
                <a:gd name="connsiteY123" fmla="*/ 34426 h 55737"/>
                <a:gd name="connsiteX124" fmla="*/ 59016 w 255736"/>
                <a:gd name="connsiteY124" fmla="*/ 36065 h 55737"/>
                <a:gd name="connsiteX125" fmla="*/ 54098 w 255736"/>
                <a:gd name="connsiteY125" fmla="*/ 36065 h 55737"/>
                <a:gd name="connsiteX126" fmla="*/ 50820 w 255736"/>
                <a:gd name="connsiteY126" fmla="*/ 36065 h 55737"/>
                <a:gd name="connsiteX127" fmla="*/ 45901 w 255736"/>
                <a:gd name="connsiteY127" fmla="*/ 36065 h 55737"/>
                <a:gd name="connsiteX128" fmla="*/ 42623 w 255736"/>
                <a:gd name="connsiteY128" fmla="*/ 36065 h 55737"/>
                <a:gd name="connsiteX129" fmla="*/ 39344 w 255736"/>
                <a:gd name="connsiteY129" fmla="*/ 37705 h 55737"/>
                <a:gd name="connsiteX130" fmla="*/ 34426 w 255736"/>
                <a:gd name="connsiteY130" fmla="*/ 37705 h 55737"/>
                <a:gd name="connsiteX131" fmla="*/ 31147 w 255736"/>
                <a:gd name="connsiteY131" fmla="*/ 37705 h 55737"/>
                <a:gd name="connsiteX132" fmla="*/ 27869 w 255736"/>
                <a:gd name="connsiteY132" fmla="*/ 37705 h 55737"/>
                <a:gd name="connsiteX133" fmla="*/ 24590 w 255736"/>
                <a:gd name="connsiteY133" fmla="*/ 39344 h 55737"/>
                <a:gd name="connsiteX134" fmla="*/ 19672 w 255736"/>
                <a:gd name="connsiteY134" fmla="*/ 42623 h 55737"/>
                <a:gd name="connsiteX135" fmla="*/ 16393 w 255736"/>
                <a:gd name="connsiteY135" fmla="*/ 42623 h 55737"/>
                <a:gd name="connsiteX136" fmla="*/ 13115 w 255736"/>
                <a:gd name="connsiteY136" fmla="*/ 42623 h 55737"/>
                <a:gd name="connsiteX137" fmla="*/ 8197 w 255736"/>
                <a:gd name="connsiteY137" fmla="*/ 44262 h 55737"/>
                <a:gd name="connsiteX138" fmla="*/ 4918 w 255736"/>
                <a:gd name="connsiteY138" fmla="*/ 45901 h 55737"/>
                <a:gd name="connsiteX139" fmla="*/ 0 w 255736"/>
                <a:gd name="connsiteY139" fmla="*/ 47541 h 55737"/>
                <a:gd name="connsiteX140" fmla="*/ 4918 w 255736"/>
                <a:gd name="connsiteY140" fmla="*/ 47541 h 55737"/>
                <a:gd name="connsiteX141" fmla="*/ 8197 w 255736"/>
                <a:gd name="connsiteY141" fmla="*/ 45901 h 55737"/>
                <a:gd name="connsiteX142" fmla="*/ 13115 w 255736"/>
                <a:gd name="connsiteY142" fmla="*/ 45901 h 55737"/>
                <a:gd name="connsiteX143" fmla="*/ 16393 w 255736"/>
                <a:gd name="connsiteY143" fmla="*/ 45901 h 55737"/>
                <a:gd name="connsiteX144" fmla="*/ 13115 w 255736"/>
                <a:gd name="connsiteY144" fmla="*/ 45901 h 55737"/>
                <a:gd name="connsiteX145" fmla="*/ 16393 w 255736"/>
                <a:gd name="connsiteY145" fmla="*/ 45901 h 55737"/>
                <a:gd name="connsiteX146" fmla="*/ 13115 w 255736"/>
                <a:gd name="connsiteY146" fmla="*/ 49180 h 55737"/>
                <a:gd name="connsiteX147" fmla="*/ 8197 w 255736"/>
                <a:gd name="connsiteY147" fmla="*/ 49180 h 55737"/>
                <a:gd name="connsiteX148" fmla="*/ 4918 w 255736"/>
                <a:gd name="connsiteY148" fmla="*/ 50819 h 55737"/>
                <a:gd name="connsiteX149" fmla="*/ 8197 w 255736"/>
                <a:gd name="connsiteY149" fmla="*/ 52459 h 55737"/>
                <a:gd name="connsiteX150" fmla="*/ 13115 w 255736"/>
                <a:gd name="connsiteY150" fmla="*/ 52459 h 55737"/>
                <a:gd name="connsiteX151" fmla="*/ 16393 w 255736"/>
                <a:gd name="connsiteY151" fmla="*/ 50819 h 55737"/>
                <a:gd name="connsiteX152" fmla="*/ 21311 w 255736"/>
                <a:gd name="connsiteY152" fmla="*/ 50819 h 55737"/>
                <a:gd name="connsiteX153" fmla="*/ 24590 w 255736"/>
                <a:gd name="connsiteY153" fmla="*/ 49180 h 55737"/>
                <a:gd name="connsiteX154" fmla="*/ 27869 w 255736"/>
                <a:gd name="connsiteY154" fmla="*/ 49180 h 55737"/>
                <a:gd name="connsiteX155" fmla="*/ 32787 w 255736"/>
                <a:gd name="connsiteY155" fmla="*/ 50819 h 55737"/>
                <a:gd name="connsiteX156" fmla="*/ 36065 w 255736"/>
                <a:gd name="connsiteY156" fmla="*/ 52459 h 55737"/>
                <a:gd name="connsiteX157" fmla="*/ 39344 w 255736"/>
                <a:gd name="connsiteY157" fmla="*/ 52459 h 55737"/>
                <a:gd name="connsiteX158" fmla="*/ 44262 w 255736"/>
                <a:gd name="connsiteY158" fmla="*/ 50819 h 55737"/>
                <a:gd name="connsiteX159" fmla="*/ 47541 w 255736"/>
                <a:gd name="connsiteY159" fmla="*/ 50819 h 55737"/>
                <a:gd name="connsiteX160" fmla="*/ 50820 w 255736"/>
                <a:gd name="connsiteY160" fmla="*/ 49180 h 55737"/>
                <a:gd name="connsiteX161" fmla="*/ 55737 w 255736"/>
                <a:gd name="connsiteY161" fmla="*/ 45901 h 55737"/>
                <a:gd name="connsiteX162" fmla="*/ 59016 w 255736"/>
                <a:gd name="connsiteY162" fmla="*/ 44262 h 55737"/>
                <a:gd name="connsiteX163" fmla="*/ 62295 w 255736"/>
                <a:gd name="connsiteY163" fmla="*/ 45901 h 55737"/>
                <a:gd name="connsiteX164" fmla="*/ 59016 w 255736"/>
                <a:gd name="connsiteY164" fmla="*/ 49180 h 55737"/>
                <a:gd name="connsiteX165" fmla="*/ 62295 w 255736"/>
                <a:gd name="connsiteY165" fmla="*/ 50819 h 55737"/>
                <a:gd name="connsiteX166" fmla="*/ 59016 w 255736"/>
                <a:gd name="connsiteY166" fmla="*/ 52459 h 55737"/>
                <a:gd name="connsiteX167" fmla="*/ 55737 w 255736"/>
                <a:gd name="connsiteY167" fmla="*/ 55737 h 55737"/>
                <a:gd name="connsiteX168" fmla="*/ 59016 w 255736"/>
                <a:gd name="connsiteY168" fmla="*/ 55737 h 55737"/>
                <a:gd name="connsiteX169" fmla="*/ 63934 w 255736"/>
                <a:gd name="connsiteY169" fmla="*/ 54098 h 55737"/>
                <a:gd name="connsiteX170" fmla="*/ 65573 w 255736"/>
                <a:gd name="connsiteY170" fmla="*/ 55737 h 5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</a:cxnLst>
              <a:rect l="l" t="t" r="r" b="b"/>
              <a:pathLst>
                <a:path w="255736" h="55737">
                  <a:moveTo>
                    <a:pt x="65573" y="55737"/>
                  </a:moveTo>
                  <a:lnTo>
                    <a:pt x="70492" y="55737"/>
                  </a:lnTo>
                  <a:lnTo>
                    <a:pt x="73770" y="54098"/>
                  </a:lnTo>
                  <a:lnTo>
                    <a:pt x="77049" y="54098"/>
                  </a:lnTo>
                  <a:lnTo>
                    <a:pt x="81967" y="52459"/>
                  </a:lnTo>
                  <a:lnTo>
                    <a:pt x="85245" y="52459"/>
                  </a:lnTo>
                  <a:lnTo>
                    <a:pt x="86885" y="47541"/>
                  </a:lnTo>
                  <a:lnTo>
                    <a:pt x="91803" y="47541"/>
                  </a:lnTo>
                  <a:lnTo>
                    <a:pt x="95082" y="42623"/>
                  </a:lnTo>
                  <a:lnTo>
                    <a:pt x="98360" y="40983"/>
                  </a:lnTo>
                  <a:lnTo>
                    <a:pt x="103278" y="39344"/>
                  </a:lnTo>
                  <a:lnTo>
                    <a:pt x="101639" y="42623"/>
                  </a:lnTo>
                  <a:lnTo>
                    <a:pt x="98360" y="47541"/>
                  </a:lnTo>
                  <a:lnTo>
                    <a:pt x="103278" y="47541"/>
                  </a:lnTo>
                  <a:lnTo>
                    <a:pt x="106557" y="45901"/>
                  </a:lnTo>
                  <a:lnTo>
                    <a:pt x="111475" y="45901"/>
                  </a:lnTo>
                  <a:lnTo>
                    <a:pt x="114754" y="42623"/>
                  </a:lnTo>
                  <a:lnTo>
                    <a:pt x="118032" y="40983"/>
                  </a:lnTo>
                  <a:lnTo>
                    <a:pt x="121311" y="40983"/>
                  </a:lnTo>
                  <a:lnTo>
                    <a:pt x="126229" y="39344"/>
                  </a:lnTo>
                  <a:lnTo>
                    <a:pt x="129508" y="37705"/>
                  </a:lnTo>
                  <a:lnTo>
                    <a:pt x="126229" y="34426"/>
                  </a:lnTo>
                  <a:lnTo>
                    <a:pt x="129508" y="32787"/>
                  </a:lnTo>
                  <a:lnTo>
                    <a:pt x="132786" y="32787"/>
                  </a:lnTo>
                  <a:lnTo>
                    <a:pt x="136065" y="34426"/>
                  </a:lnTo>
                  <a:lnTo>
                    <a:pt x="140983" y="32787"/>
                  </a:lnTo>
                  <a:lnTo>
                    <a:pt x="144262" y="32787"/>
                  </a:lnTo>
                  <a:lnTo>
                    <a:pt x="147540" y="29508"/>
                  </a:lnTo>
                  <a:lnTo>
                    <a:pt x="152458" y="27869"/>
                  </a:lnTo>
                  <a:lnTo>
                    <a:pt x="155737" y="24590"/>
                  </a:lnTo>
                  <a:lnTo>
                    <a:pt x="159016" y="24590"/>
                  </a:lnTo>
                  <a:lnTo>
                    <a:pt x="163934" y="24590"/>
                  </a:lnTo>
                  <a:lnTo>
                    <a:pt x="167212" y="24590"/>
                  </a:lnTo>
                  <a:lnTo>
                    <a:pt x="163934" y="27869"/>
                  </a:lnTo>
                  <a:lnTo>
                    <a:pt x="160655" y="29508"/>
                  </a:lnTo>
                  <a:lnTo>
                    <a:pt x="155737" y="31147"/>
                  </a:lnTo>
                  <a:lnTo>
                    <a:pt x="152458" y="34426"/>
                  </a:lnTo>
                  <a:lnTo>
                    <a:pt x="147540" y="36065"/>
                  </a:lnTo>
                  <a:lnTo>
                    <a:pt x="144262" y="37705"/>
                  </a:lnTo>
                  <a:lnTo>
                    <a:pt x="149180" y="39344"/>
                  </a:lnTo>
                  <a:lnTo>
                    <a:pt x="152458" y="42623"/>
                  </a:lnTo>
                  <a:lnTo>
                    <a:pt x="155737" y="42623"/>
                  </a:lnTo>
                  <a:lnTo>
                    <a:pt x="160655" y="40983"/>
                  </a:lnTo>
                  <a:lnTo>
                    <a:pt x="163934" y="40983"/>
                  </a:lnTo>
                  <a:lnTo>
                    <a:pt x="168852" y="39344"/>
                  </a:lnTo>
                  <a:lnTo>
                    <a:pt x="172130" y="36065"/>
                  </a:lnTo>
                  <a:lnTo>
                    <a:pt x="175409" y="32787"/>
                  </a:lnTo>
                  <a:lnTo>
                    <a:pt x="180327" y="32787"/>
                  </a:lnTo>
                  <a:lnTo>
                    <a:pt x="183606" y="31147"/>
                  </a:lnTo>
                  <a:lnTo>
                    <a:pt x="188524" y="31147"/>
                  </a:lnTo>
                  <a:lnTo>
                    <a:pt x="191802" y="31147"/>
                  </a:lnTo>
                  <a:lnTo>
                    <a:pt x="196720" y="31147"/>
                  </a:lnTo>
                  <a:lnTo>
                    <a:pt x="199999" y="31147"/>
                  </a:lnTo>
                  <a:lnTo>
                    <a:pt x="204917" y="29508"/>
                  </a:lnTo>
                  <a:lnTo>
                    <a:pt x="208196" y="27869"/>
                  </a:lnTo>
                  <a:lnTo>
                    <a:pt x="213114" y="27869"/>
                  </a:lnTo>
                  <a:lnTo>
                    <a:pt x="216392" y="24590"/>
                  </a:lnTo>
                  <a:lnTo>
                    <a:pt x="213114" y="21311"/>
                  </a:lnTo>
                  <a:lnTo>
                    <a:pt x="216392" y="19672"/>
                  </a:lnTo>
                  <a:lnTo>
                    <a:pt x="219671" y="21311"/>
                  </a:lnTo>
                  <a:lnTo>
                    <a:pt x="224589" y="21311"/>
                  </a:lnTo>
                  <a:lnTo>
                    <a:pt x="227868" y="19672"/>
                  </a:lnTo>
                  <a:lnTo>
                    <a:pt x="224589" y="18033"/>
                  </a:lnTo>
                  <a:lnTo>
                    <a:pt x="222950" y="13115"/>
                  </a:lnTo>
                  <a:lnTo>
                    <a:pt x="226229" y="13115"/>
                  </a:lnTo>
                  <a:lnTo>
                    <a:pt x="231147" y="11475"/>
                  </a:lnTo>
                  <a:lnTo>
                    <a:pt x="234425" y="11475"/>
                  </a:lnTo>
                  <a:lnTo>
                    <a:pt x="239343" y="9836"/>
                  </a:lnTo>
                  <a:lnTo>
                    <a:pt x="242622" y="9836"/>
                  </a:lnTo>
                  <a:lnTo>
                    <a:pt x="247540" y="9836"/>
                  </a:lnTo>
                  <a:lnTo>
                    <a:pt x="250819" y="8197"/>
                  </a:lnTo>
                  <a:lnTo>
                    <a:pt x="255737" y="8197"/>
                  </a:lnTo>
                  <a:lnTo>
                    <a:pt x="252458" y="3279"/>
                  </a:lnTo>
                  <a:lnTo>
                    <a:pt x="249179" y="3279"/>
                  </a:lnTo>
                  <a:lnTo>
                    <a:pt x="245901" y="0"/>
                  </a:lnTo>
                  <a:lnTo>
                    <a:pt x="240982" y="0"/>
                  </a:lnTo>
                  <a:lnTo>
                    <a:pt x="237704" y="0"/>
                  </a:lnTo>
                  <a:lnTo>
                    <a:pt x="232786" y="0"/>
                  </a:lnTo>
                  <a:lnTo>
                    <a:pt x="229507" y="0"/>
                  </a:lnTo>
                  <a:lnTo>
                    <a:pt x="226229" y="1639"/>
                  </a:lnTo>
                  <a:lnTo>
                    <a:pt x="221310" y="1639"/>
                  </a:lnTo>
                  <a:lnTo>
                    <a:pt x="226229" y="4918"/>
                  </a:lnTo>
                  <a:lnTo>
                    <a:pt x="222950" y="6557"/>
                  </a:lnTo>
                  <a:lnTo>
                    <a:pt x="218032" y="6557"/>
                  </a:lnTo>
                  <a:lnTo>
                    <a:pt x="214753" y="6557"/>
                  </a:lnTo>
                  <a:lnTo>
                    <a:pt x="209835" y="8197"/>
                  </a:lnTo>
                  <a:lnTo>
                    <a:pt x="206557" y="6557"/>
                  </a:lnTo>
                  <a:lnTo>
                    <a:pt x="203278" y="6557"/>
                  </a:lnTo>
                  <a:lnTo>
                    <a:pt x="199999" y="6557"/>
                  </a:lnTo>
                  <a:lnTo>
                    <a:pt x="195081" y="6557"/>
                  </a:lnTo>
                  <a:lnTo>
                    <a:pt x="190163" y="4918"/>
                  </a:lnTo>
                  <a:lnTo>
                    <a:pt x="186884" y="6557"/>
                  </a:lnTo>
                  <a:lnTo>
                    <a:pt x="183606" y="6557"/>
                  </a:lnTo>
                  <a:lnTo>
                    <a:pt x="178688" y="6557"/>
                  </a:lnTo>
                  <a:lnTo>
                    <a:pt x="175409" y="6557"/>
                  </a:lnTo>
                  <a:lnTo>
                    <a:pt x="170491" y="6557"/>
                  </a:lnTo>
                  <a:lnTo>
                    <a:pt x="167212" y="6557"/>
                  </a:lnTo>
                  <a:lnTo>
                    <a:pt x="163934" y="6557"/>
                  </a:lnTo>
                  <a:lnTo>
                    <a:pt x="159016" y="8197"/>
                  </a:lnTo>
                  <a:lnTo>
                    <a:pt x="155737" y="8197"/>
                  </a:lnTo>
                  <a:lnTo>
                    <a:pt x="152458" y="9836"/>
                  </a:lnTo>
                  <a:lnTo>
                    <a:pt x="147540" y="11475"/>
                  </a:lnTo>
                  <a:lnTo>
                    <a:pt x="144262" y="13115"/>
                  </a:lnTo>
                  <a:lnTo>
                    <a:pt x="140983" y="13115"/>
                  </a:lnTo>
                  <a:lnTo>
                    <a:pt x="136065" y="13115"/>
                  </a:lnTo>
                  <a:lnTo>
                    <a:pt x="132786" y="14754"/>
                  </a:lnTo>
                  <a:lnTo>
                    <a:pt x="129508" y="16393"/>
                  </a:lnTo>
                  <a:lnTo>
                    <a:pt x="126229" y="16393"/>
                  </a:lnTo>
                  <a:lnTo>
                    <a:pt x="121311" y="18033"/>
                  </a:lnTo>
                  <a:lnTo>
                    <a:pt x="118032" y="19672"/>
                  </a:lnTo>
                  <a:lnTo>
                    <a:pt x="113114" y="21311"/>
                  </a:lnTo>
                  <a:lnTo>
                    <a:pt x="109836" y="21311"/>
                  </a:lnTo>
                  <a:lnTo>
                    <a:pt x="106557" y="22951"/>
                  </a:lnTo>
                  <a:lnTo>
                    <a:pt x="101639" y="24590"/>
                  </a:lnTo>
                  <a:lnTo>
                    <a:pt x="98360" y="26229"/>
                  </a:lnTo>
                  <a:lnTo>
                    <a:pt x="93442" y="26229"/>
                  </a:lnTo>
                  <a:lnTo>
                    <a:pt x="90164" y="26229"/>
                  </a:lnTo>
                  <a:lnTo>
                    <a:pt x="86885" y="27869"/>
                  </a:lnTo>
                  <a:lnTo>
                    <a:pt x="81967" y="27869"/>
                  </a:lnTo>
                  <a:lnTo>
                    <a:pt x="78688" y="27869"/>
                  </a:lnTo>
                  <a:lnTo>
                    <a:pt x="75410" y="29508"/>
                  </a:lnTo>
                  <a:lnTo>
                    <a:pt x="70492" y="31147"/>
                  </a:lnTo>
                  <a:lnTo>
                    <a:pt x="65573" y="32787"/>
                  </a:lnTo>
                  <a:lnTo>
                    <a:pt x="62295" y="34426"/>
                  </a:lnTo>
                  <a:lnTo>
                    <a:pt x="59016" y="36065"/>
                  </a:lnTo>
                  <a:lnTo>
                    <a:pt x="54098" y="36065"/>
                  </a:lnTo>
                  <a:lnTo>
                    <a:pt x="50820" y="36065"/>
                  </a:lnTo>
                  <a:lnTo>
                    <a:pt x="45901" y="36065"/>
                  </a:lnTo>
                  <a:lnTo>
                    <a:pt x="42623" y="36065"/>
                  </a:lnTo>
                  <a:lnTo>
                    <a:pt x="39344" y="37705"/>
                  </a:lnTo>
                  <a:lnTo>
                    <a:pt x="34426" y="37705"/>
                  </a:lnTo>
                  <a:lnTo>
                    <a:pt x="31147" y="37705"/>
                  </a:lnTo>
                  <a:lnTo>
                    <a:pt x="27869" y="37705"/>
                  </a:lnTo>
                  <a:lnTo>
                    <a:pt x="24590" y="39344"/>
                  </a:lnTo>
                  <a:lnTo>
                    <a:pt x="19672" y="42623"/>
                  </a:lnTo>
                  <a:lnTo>
                    <a:pt x="16393" y="42623"/>
                  </a:lnTo>
                  <a:lnTo>
                    <a:pt x="13115" y="42623"/>
                  </a:lnTo>
                  <a:lnTo>
                    <a:pt x="8197" y="44262"/>
                  </a:lnTo>
                  <a:lnTo>
                    <a:pt x="4918" y="45901"/>
                  </a:lnTo>
                  <a:lnTo>
                    <a:pt x="0" y="47541"/>
                  </a:lnTo>
                  <a:lnTo>
                    <a:pt x="4918" y="47541"/>
                  </a:lnTo>
                  <a:lnTo>
                    <a:pt x="8197" y="45901"/>
                  </a:lnTo>
                  <a:lnTo>
                    <a:pt x="13115" y="45901"/>
                  </a:lnTo>
                  <a:lnTo>
                    <a:pt x="16393" y="45901"/>
                  </a:lnTo>
                  <a:lnTo>
                    <a:pt x="13115" y="45901"/>
                  </a:lnTo>
                  <a:lnTo>
                    <a:pt x="16393" y="45901"/>
                  </a:lnTo>
                  <a:lnTo>
                    <a:pt x="13115" y="49180"/>
                  </a:lnTo>
                  <a:lnTo>
                    <a:pt x="8197" y="49180"/>
                  </a:lnTo>
                  <a:lnTo>
                    <a:pt x="4918" y="50819"/>
                  </a:lnTo>
                  <a:lnTo>
                    <a:pt x="8197" y="52459"/>
                  </a:lnTo>
                  <a:lnTo>
                    <a:pt x="13115" y="52459"/>
                  </a:lnTo>
                  <a:lnTo>
                    <a:pt x="16393" y="50819"/>
                  </a:lnTo>
                  <a:lnTo>
                    <a:pt x="21311" y="50819"/>
                  </a:lnTo>
                  <a:lnTo>
                    <a:pt x="24590" y="49180"/>
                  </a:lnTo>
                  <a:lnTo>
                    <a:pt x="27869" y="49180"/>
                  </a:lnTo>
                  <a:lnTo>
                    <a:pt x="32787" y="50819"/>
                  </a:lnTo>
                  <a:lnTo>
                    <a:pt x="36065" y="52459"/>
                  </a:lnTo>
                  <a:lnTo>
                    <a:pt x="39344" y="52459"/>
                  </a:lnTo>
                  <a:lnTo>
                    <a:pt x="44262" y="50819"/>
                  </a:lnTo>
                  <a:lnTo>
                    <a:pt x="47541" y="50819"/>
                  </a:lnTo>
                  <a:lnTo>
                    <a:pt x="50820" y="49180"/>
                  </a:lnTo>
                  <a:lnTo>
                    <a:pt x="55737" y="45901"/>
                  </a:lnTo>
                  <a:lnTo>
                    <a:pt x="59016" y="44262"/>
                  </a:lnTo>
                  <a:lnTo>
                    <a:pt x="62295" y="45901"/>
                  </a:lnTo>
                  <a:lnTo>
                    <a:pt x="59016" y="49180"/>
                  </a:lnTo>
                  <a:lnTo>
                    <a:pt x="62295" y="50819"/>
                  </a:lnTo>
                  <a:lnTo>
                    <a:pt x="59016" y="52459"/>
                  </a:lnTo>
                  <a:lnTo>
                    <a:pt x="55737" y="55737"/>
                  </a:lnTo>
                  <a:lnTo>
                    <a:pt x="59016" y="55737"/>
                  </a:lnTo>
                  <a:lnTo>
                    <a:pt x="63934" y="54098"/>
                  </a:lnTo>
                  <a:lnTo>
                    <a:pt x="65573" y="5573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82" name="Freeform 3381">
              <a:extLst>
                <a:ext uri="{FF2B5EF4-FFF2-40B4-BE49-F238E27FC236}">
                  <a16:creationId xmlns:a16="http://schemas.microsoft.com/office/drawing/2014/main" id="{B8CCCBEB-817E-4248-AF7D-9323E9F99477}"/>
                </a:ext>
              </a:extLst>
            </p:cNvPr>
            <p:cNvSpPr/>
            <p:nvPr/>
          </p:nvSpPr>
          <p:spPr>
            <a:xfrm>
              <a:off x="2351754" y="906715"/>
              <a:ext cx="6557" cy="1639"/>
            </a:xfrm>
            <a:custGeom>
              <a:avLst/>
              <a:gdLst>
                <a:gd name="connsiteX0" fmla="*/ 3279 w 6557"/>
                <a:gd name="connsiteY0" fmla="*/ 0 h 1639"/>
                <a:gd name="connsiteX1" fmla="*/ 0 w 6557"/>
                <a:gd name="connsiteY1" fmla="*/ 1639 h 1639"/>
                <a:gd name="connsiteX2" fmla="*/ 3279 w 6557"/>
                <a:gd name="connsiteY2" fmla="*/ 0 h 1639"/>
                <a:gd name="connsiteX3" fmla="*/ 6557 w 6557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1639">
                  <a:moveTo>
                    <a:pt x="3279" y="0"/>
                  </a:moveTo>
                  <a:lnTo>
                    <a:pt x="0" y="1639"/>
                  </a:lnTo>
                  <a:lnTo>
                    <a:pt x="3279" y="0"/>
                  </a:lnTo>
                  <a:lnTo>
                    <a:pt x="65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83" name="Freeform 3382">
              <a:extLst>
                <a:ext uri="{FF2B5EF4-FFF2-40B4-BE49-F238E27FC236}">
                  <a16:creationId xmlns:a16="http://schemas.microsoft.com/office/drawing/2014/main" id="{B50E02A1-8853-B24E-BD28-32618E9B7078}"/>
                </a:ext>
              </a:extLst>
            </p:cNvPr>
            <p:cNvSpPr/>
            <p:nvPr/>
          </p:nvSpPr>
          <p:spPr>
            <a:xfrm>
              <a:off x="2351754" y="911633"/>
              <a:ext cx="4917" cy="16393"/>
            </a:xfrm>
            <a:custGeom>
              <a:avLst/>
              <a:gdLst>
                <a:gd name="connsiteX0" fmla="*/ 1639 w 4917"/>
                <a:gd name="connsiteY0" fmla="*/ 0 h 16393"/>
                <a:gd name="connsiteX1" fmla="*/ 0 w 4917"/>
                <a:gd name="connsiteY1" fmla="*/ 0 h 16393"/>
                <a:gd name="connsiteX2" fmla="*/ 4918 w 4917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3">
                  <a:moveTo>
                    <a:pt x="1639" y="0"/>
                  </a:moveTo>
                  <a:lnTo>
                    <a:pt x="0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84" name="Freeform 3383">
              <a:extLst>
                <a:ext uri="{FF2B5EF4-FFF2-40B4-BE49-F238E27FC236}">
                  <a16:creationId xmlns:a16="http://schemas.microsoft.com/office/drawing/2014/main" id="{27B1BFCD-765A-F04D-B0B2-103649232788}"/>
                </a:ext>
              </a:extLst>
            </p:cNvPr>
            <p:cNvSpPr/>
            <p:nvPr/>
          </p:nvSpPr>
          <p:spPr>
            <a:xfrm>
              <a:off x="2356672" y="1185402"/>
              <a:ext cx="11475" cy="4917"/>
            </a:xfrm>
            <a:custGeom>
              <a:avLst/>
              <a:gdLst>
                <a:gd name="connsiteX0" fmla="*/ 11476 w 11475"/>
                <a:gd name="connsiteY0" fmla="*/ 0 h 4917"/>
                <a:gd name="connsiteX1" fmla="*/ 11476 w 11475"/>
                <a:gd name="connsiteY1" fmla="*/ 0 h 4917"/>
                <a:gd name="connsiteX2" fmla="*/ 8197 w 11475"/>
                <a:gd name="connsiteY2" fmla="*/ 1639 h 4917"/>
                <a:gd name="connsiteX3" fmla="*/ 3279 w 11475"/>
                <a:gd name="connsiteY3" fmla="*/ 3279 h 4917"/>
                <a:gd name="connsiteX4" fmla="*/ 0 w 11475"/>
                <a:gd name="connsiteY4" fmla="*/ 4918 h 4917"/>
                <a:gd name="connsiteX5" fmla="*/ 3279 w 11475"/>
                <a:gd name="connsiteY5" fmla="*/ 3279 h 4917"/>
                <a:gd name="connsiteX6" fmla="*/ 8197 w 11475"/>
                <a:gd name="connsiteY6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4917">
                  <a:moveTo>
                    <a:pt x="11476" y="0"/>
                  </a:moveTo>
                  <a:lnTo>
                    <a:pt x="11476" y="0"/>
                  </a:lnTo>
                  <a:lnTo>
                    <a:pt x="8197" y="1639"/>
                  </a:lnTo>
                  <a:lnTo>
                    <a:pt x="3279" y="3279"/>
                  </a:lnTo>
                  <a:lnTo>
                    <a:pt x="0" y="4918"/>
                  </a:lnTo>
                  <a:lnTo>
                    <a:pt x="3279" y="3279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85" name="Freeform 3384">
              <a:extLst>
                <a:ext uri="{FF2B5EF4-FFF2-40B4-BE49-F238E27FC236}">
                  <a16:creationId xmlns:a16="http://schemas.microsoft.com/office/drawing/2014/main" id="{462C2F50-80B2-FE4C-BAAA-E812631BBDDC}"/>
                </a:ext>
              </a:extLst>
            </p:cNvPr>
            <p:cNvSpPr/>
            <p:nvPr/>
          </p:nvSpPr>
          <p:spPr>
            <a:xfrm>
              <a:off x="2361590" y="1203435"/>
              <a:ext cx="3278" cy="16393"/>
            </a:xfrm>
            <a:custGeom>
              <a:avLst/>
              <a:gdLst>
                <a:gd name="connsiteX0" fmla="*/ 3279 w 3278"/>
                <a:gd name="connsiteY0" fmla="*/ 0 h 16393"/>
                <a:gd name="connsiteX1" fmla="*/ 3279 w 3278"/>
                <a:gd name="connsiteY1" fmla="*/ 0 h 16393"/>
                <a:gd name="connsiteX2" fmla="*/ 0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3279" y="0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86" name="Freeform 3385">
              <a:extLst>
                <a:ext uri="{FF2B5EF4-FFF2-40B4-BE49-F238E27FC236}">
                  <a16:creationId xmlns:a16="http://schemas.microsoft.com/office/drawing/2014/main" id="{6BD819B4-9589-B74C-89BB-1D6F0AEEC15B}"/>
                </a:ext>
              </a:extLst>
            </p:cNvPr>
            <p:cNvSpPr/>
            <p:nvPr/>
          </p:nvSpPr>
          <p:spPr>
            <a:xfrm>
              <a:off x="2361590" y="1231303"/>
              <a:ext cx="3278" cy="4918"/>
            </a:xfrm>
            <a:custGeom>
              <a:avLst/>
              <a:gdLst>
                <a:gd name="connsiteX0" fmla="*/ 3279 w 3278"/>
                <a:gd name="connsiteY0" fmla="*/ 0 h 4918"/>
                <a:gd name="connsiteX1" fmla="*/ 0 w 3278"/>
                <a:gd name="connsiteY1" fmla="*/ 4918 h 4918"/>
                <a:gd name="connsiteX2" fmla="*/ 3279 w 3278"/>
                <a:gd name="connsiteY2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3279" y="0"/>
                  </a:moveTo>
                  <a:lnTo>
                    <a:pt x="0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87" name="Freeform 3386">
              <a:extLst>
                <a:ext uri="{FF2B5EF4-FFF2-40B4-BE49-F238E27FC236}">
                  <a16:creationId xmlns:a16="http://schemas.microsoft.com/office/drawing/2014/main" id="{737B8E51-34FC-D94A-B056-F2185E752993}"/>
                </a:ext>
              </a:extLst>
            </p:cNvPr>
            <p:cNvSpPr/>
            <p:nvPr/>
          </p:nvSpPr>
          <p:spPr>
            <a:xfrm>
              <a:off x="2361590" y="1191959"/>
              <a:ext cx="4918" cy="3278"/>
            </a:xfrm>
            <a:custGeom>
              <a:avLst/>
              <a:gdLst>
                <a:gd name="connsiteX0" fmla="*/ 4918 w 4918"/>
                <a:gd name="connsiteY0" fmla="*/ 0 h 3278"/>
                <a:gd name="connsiteX1" fmla="*/ 0 w 4918"/>
                <a:gd name="connsiteY1" fmla="*/ 3279 h 3278"/>
                <a:gd name="connsiteX2" fmla="*/ 4918 w 491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4918" y="0"/>
                  </a:moveTo>
                  <a:lnTo>
                    <a:pt x="0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88" name="Freeform 3387">
              <a:extLst>
                <a:ext uri="{FF2B5EF4-FFF2-40B4-BE49-F238E27FC236}">
                  <a16:creationId xmlns:a16="http://schemas.microsoft.com/office/drawing/2014/main" id="{1C44624F-16A1-934A-9B70-1F0956315DBC}"/>
                </a:ext>
              </a:extLst>
            </p:cNvPr>
            <p:cNvSpPr/>
            <p:nvPr/>
          </p:nvSpPr>
          <p:spPr>
            <a:xfrm>
              <a:off x="2364869" y="1232943"/>
              <a:ext cx="6557" cy="4918"/>
            </a:xfrm>
            <a:custGeom>
              <a:avLst/>
              <a:gdLst>
                <a:gd name="connsiteX0" fmla="*/ 6557 w 6557"/>
                <a:gd name="connsiteY0" fmla="*/ 0 h 4918"/>
                <a:gd name="connsiteX1" fmla="*/ 6557 w 6557"/>
                <a:gd name="connsiteY1" fmla="*/ 0 h 4918"/>
                <a:gd name="connsiteX2" fmla="*/ 3279 w 6557"/>
                <a:gd name="connsiteY2" fmla="*/ 1639 h 4918"/>
                <a:gd name="connsiteX3" fmla="*/ 0 w 6557"/>
                <a:gd name="connsiteY3" fmla="*/ 4918 h 4918"/>
                <a:gd name="connsiteX4" fmla="*/ 3279 w 6557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8">
                  <a:moveTo>
                    <a:pt x="6557" y="0"/>
                  </a:moveTo>
                  <a:lnTo>
                    <a:pt x="6557" y="0"/>
                  </a:lnTo>
                  <a:lnTo>
                    <a:pt x="3279" y="1639"/>
                  </a:lnTo>
                  <a:lnTo>
                    <a:pt x="0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89" name="Freeform 3388">
              <a:extLst>
                <a:ext uri="{FF2B5EF4-FFF2-40B4-BE49-F238E27FC236}">
                  <a16:creationId xmlns:a16="http://schemas.microsoft.com/office/drawing/2014/main" id="{721C1C20-5B2B-4349-BBEE-D1B9327D0B6A}"/>
                </a:ext>
              </a:extLst>
            </p:cNvPr>
            <p:cNvSpPr/>
            <p:nvPr/>
          </p:nvSpPr>
          <p:spPr>
            <a:xfrm>
              <a:off x="2369787" y="1196877"/>
              <a:ext cx="6557" cy="3278"/>
            </a:xfrm>
            <a:custGeom>
              <a:avLst/>
              <a:gdLst>
                <a:gd name="connsiteX0" fmla="*/ 6557 w 6557"/>
                <a:gd name="connsiteY0" fmla="*/ 0 h 3278"/>
                <a:gd name="connsiteX1" fmla="*/ 4918 w 6557"/>
                <a:gd name="connsiteY1" fmla="*/ 0 h 3278"/>
                <a:gd name="connsiteX2" fmla="*/ 0 w 6557"/>
                <a:gd name="connsiteY2" fmla="*/ 1639 h 3278"/>
                <a:gd name="connsiteX3" fmla="*/ 3279 w 655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6557" y="0"/>
                  </a:moveTo>
                  <a:lnTo>
                    <a:pt x="4918" y="0"/>
                  </a:ln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90" name="Freeform 3389">
              <a:extLst>
                <a:ext uri="{FF2B5EF4-FFF2-40B4-BE49-F238E27FC236}">
                  <a16:creationId xmlns:a16="http://schemas.microsoft.com/office/drawing/2014/main" id="{781DF230-755B-944E-BB54-C2F98D52F41D}"/>
                </a:ext>
              </a:extLst>
            </p:cNvPr>
            <p:cNvSpPr/>
            <p:nvPr/>
          </p:nvSpPr>
          <p:spPr>
            <a:xfrm>
              <a:off x="2373066" y="1211631"/>
              <a:ext cx="4918" cy="3278"/>
            </a:xfrm>
            <a:custGeom>
              <a:avLst/>
              <a:gdLst>
                <a:gd name="connsiteX0" fmla="*/ 4918 w 4918"/>
                <a:gd name="connsiteY0" fmla="*/ 1639 h 3278"/>
                <a:gd name="connsiteX1" fmla="*/ 4918 w 4918"/>
                <a:gd name="connsiteY1" fmla="*/ 0 h 3278"/>
                <a:gd name="connsiteX2" fmla="*/ 0 w 491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4918" y="1639"/>
                  </a:moveTo>
                  <a:lnTo>
                    <a:pt x="491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91" name="Freeform 3390">
              <a:extLst>
                <a:ext uri="{FF2B5EF4-FFF2-40B4-BE49-F238E27FC236}">
                  <a16:creationId xmlns:a16="http://schemas.microsoft.com/office/drawing/2014/main" id="{B9F43C28-D5D5-5546-B25A-C0B7EA92D5DA}"/>
                </a:ext>
              </a:extLst>
            </p:cNvPr>
            <p:cNvSpPr/>
            <p:nvPr/>
          </p:nvSpPr>
          <p:spPr>
            <a:xfrm>
              <a:off x="2376345" y="1211631"/>
              <a:ext cx="4917" cy="3278"/>
            </a:xfrm>
            <a:custGeom>
              <a:avLst/>
              <a:gdLst>
                <a:gd name="connsiteX0" fmla="*/ 4918 w 4917"/>
                <a:gd name="connsiteY0" fmla="*/ 0 h 3278"/>
                <a:gd name="connsiteX1" fmla="*/ 3279 w 4917"/>
                <a:gd name="connsiteY1" fmla="*/ 1639 h 3278"/>
                <a:gd name="connsiteX2" fmla="*/ 0 w 4917"/>
                <a:gd name="connsiteY2" fmla="*/ 3279 h 3278"/>
                <a:gd name="connsiteX3" fmla="*/ 3279 w 491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3278">
                  <a:moveTo>
                    <a:pt x="4918" y="0"/>
                  </a:moveTo>
                  <a:lnTo>
                    <a:pt x="3279" y="1639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92" name="Freeform 3391">
              <a:extLst>
                <a:ext uri="{FF2B5EF4-FFF2-40B4-BE49-F238E27FC236}">
                  <a16:creationId xmlns:a16="http://schemas.microsoft.com/office/drawing/2014/main" id="{052009B8-20BE-4C4B-9CD2-C1B06A106187}"/>
                </a:ext>
              </a:extLst>
            </p:cNvPr>
            <p:cNvSpPr/>
            <p:nvPr/>
          </p:nvSpPr>
          <p:spPr>
            <a:xfrm>
              <a:off x="2376345" y="1106714"/>
              <a:ext cx="11475" cy="3278"/>
            </a:xfrm>
            <a:custGeom>
              <a:avLst/>
              <a:gdLst>
                <a:gd name="connsiteX0" fmla="*/ 0 w 11475"/>
                <a:gd name="connsiteY0" fmla="*/ 0 h 3278"/>
                <a:gd name="connsiteX1" fmla="*/ 0 w 11475"/>
                <a:gd name="connsiteY1" fmla="*/ 3279 h 3278"/>
                <a:gd name="connsiteX2" fmla="*/ 4918 w 11475"/>
                <a:gd name="connsiteY2" fmla="*/ 3279 h 3278"/>
                <a:gd name="connsiteX3" fmla="*/ 8197 w 11475"/>
                <a:gd name="connsiteY3" fmla="*/ 3279 h 3278"/>
                <a:gd name="connsiteX4" fmla="*/ 11475 w 11475"/>
                <a:gd name="connsiteY4" fmla="*/ 1639 h 3278"/>
                <a:gd name="connsiteX5" fmla="*/ 8197 w 11475"/>
                <a:gd name="connsiteY5" fmla="*/ 1639 h 3278"/>
                <a:gd name="connsiteX6" fmla="*/ 4918 w 11475"/>
                <a:gd name="connsiteY6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0" y="0"/>
                  </a:moveTo>
                  <a:lnTo>
                    <a:pt x="0" y="3279"/>
                  </a:lnTo>
                  <a:lnTo>
                    <a:pt x="4918" y="3279"/>
                  </a:lnTo>
                  <a:lnTo>
                    <a:pt x="8197" y="3279"/>
                  </a:lnTo>
                  <a:lnTo>
                    <a:pt x="11475" y="1639"/>
                  </a:lnTo>
                  <a:lnTo>
                    <a:pt x="8197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93" name="Freeform 3392">
              <a:extLst>
                <a:ext uri="{FF2B5EF4-FFF2-40B4-BE49-F238E27FC236}">
                  <a16:creationId xmlns:a16="http://schemas.microsoft.com/office/drawing/2014/main" id="{016C109B-91EC-D444-8433-26673ACBFD78}"/>
                </a:ext>
              </a:extLst>
            </p:cNvPr>
            <p:cNvSpPr/>
            <p:nvPr/>
          </p:nvSpPr>
          <p:spPr>
            <a:xfrm>
              <a:off x="2379623" y="1214910"/>
              <a:ext cx="6557" cy="4918"/>
            </a:xfrm>
            <a:custGeom>
              <a:avLst/>
              <a:gdLst>
                <a:gd name="connsiteX0" fmla="*/ 6557 w 6557"/>
                <a:gd name="connsiteY0" fmla="*/ 0 h 4918"/>
                <a:gd name="connsiteX1" fmla="*/ 6557 w 6557"/>
                <a:gd name="connsiteY1" fmla="*/ 0 h 4918"/>
                <a:gd name="connsiteX2" fmla="*/ 3279 w 6557"/>
                <a:gd name="connsiteY2" fmla="*/ 1639 h 4918"/>
                <a:gd name="connsiteX3" fmla="*/ 0 w 6557"/>
                <a:gd name="connsiteY3" fmla="*/ 4918 h 4918"/>
                <a:gd name="connsiteX4" fmla="*/ 3279 w 6557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8">
                  <a:moveTo>
                    <a:pt x="6557" y="0"/>
                  </a:moveTo>
                  <a:lnTo>
                    <a:pt x="6557" y="0"/>
                  </a:lnTo>
                  <a:lnTo>
                    <a:pt x="3279" y="1639"/>
                  </a:lnTo>
                  <a:lnTo>
                    <a:pt x="0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94" name="Freeform 3393">
              <a:extLst>
                <a:ext uri="{FF2B5EF4-FFF2-40B4-BE49-F238E27FC236}">
                  <a16:creationId xmlns:a16="http://schemas.microsoft.com/office/drawing/2014/main" id="{BBD71C98-0F00-B94D-83D8-DA1025C685AD}"/>
                </a:ext>
              </a:extLst>
            </p:cNvPr>
            <p:cNvSpPr/>
            <p:nvPr/>
          </p:nvSpPr>
          <p:spPr>
            <a:xfrm>
              <a:off x="2381262" y="1208353"/>
              <a:ext cx="9836" cy="6557"/>
            </a:xfrm>
            <a:custGeom>
              <a:avLst/>
              <a:gdLst>
                <a:gd name="connsiteX0" fmla="*/ 9836 w 9836"/>
                <a:gd name="connsiteY0" fmla="*/ 0 h 6557"/>
                <a:gd name="connsiteX1" fmla="*/ 6557 w 9836"/>
                <a:gd name="connsiteY1" fmla="*/ 0 h 6557"/>
                <a:gd name="connsiteX2" fmla="*/ 3279 w 9836"/>
                <a:gd name="connsiteY2" fmla="*/ 3279 h 6557"/>
                <a:gd name="connsiteX3" fmla="*/ 0 w 9836"/>
                <a:gd name="connsiteY3" fmla="*/ 6557 h 6557"/>
                <a:gd name="connsiteX4" fmla="*/ 3279 w 9836"/>
                <a:gd name="connsiteY4" fmla="*/ 4918 h 6557"/>
                <a:gd name="connsiteX5" fmla="*/ 8197 w 9836"/>
                <a:gd name="connsiteY5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6" h="6557">
                  <a:moveTo>
                    <a:pt x="9836" y="0"/>
                  </a:moveTo>
                  <a:lnTo>
                    <a:pt x="6557" y="0"/>
                  </a:lnTo>
                  <a:lnTo>
                    <a:pt x="3279" y="3279"/>
                  </a:lnTo>
                  <a:lnTo>
                    <a:pt x="0" y="6557"/>
                  </a:lnTo>
                  <a:lnTo>
                    <a:pt x="3279" y="4918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95" name="Freeform 3394">
              <a:extLst>
                <a:ext uri="{FF2B5EF4-FFF2-40B4-BE49-F238E27FC236}">
                  <a16:creationId xmlns:a16="http://schemas.microsoft.com/office/drawing/2014/main" id="{B1BFBB02-B37B-F441-89FB-A0CF83EFD016}"/>
                </a:ext>
              </a:extLst>
            </p:cNvPr>
            <p:cNvSpPr/>
            <p:nvPr/>
          </p:nvSpPr>
          <p:spPr>
            <a:xfrm>
              <a:off x="2381262" y="1198517"/>
              <a:ext cx="8196" cy="1639"/>
            </a:xfrm>
            <a:custGeom>
              <a:avLst/>
              <a:gdLst>
                <a:gd name="connsiteX0" fmla="*/ 8197 w 8196"/>
                <a:gd name="connsiteY0" fmla="*/ 0 h 1639"/>
                <a:gd name="connsiteX1" fmla="*/ 8197 w 8196"/>
                <a:gd name="connsiteY1" fmla="*/ 0 h 1639"/>
                <a:gd name="connsiteX2" fmla="*/ 4918 w 8196"/>
                <a:gd name="connsiteY2" fmla="*/ 0 h 1639"/>
                <a:gd name="connsiteX3" fmla="*/ 0 w 8196"/>
                <a:gd name="connsiteY3" fmla="*/ 1639 h 1639"/>
                <a:gd name="connsiteX4" fmla="*/ 4918 w 8196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8197" y="0"/>
                  </a:moveTo>
                  <a:lnTo>
                    <a:pt x="8197" y="0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96" name="Freeform 3395">
              <a:extLst>
                <a:ext uri="{FF2B5EF4-FFF2-40B4-BE49-F238E27FC236}">
                  <a16:creationId xmlns:a16="http://schemas.microsoft.com/office/drawing/2014/main" id="{6F150538-47BF-4D4D-B9A9-CDC70F521DA6}"/>
                </a:ext>
              </a:extLst>
            </p:cNvPr>
            <p:cNvSpPr/>
            <p:nvPr/>
          </p:nvSpPr>
          <p:spPr>
            <a:xfrm>
              <a:off x="2381262" y="909993"/>
              <a:ext cx="16393" cy="8196"/>
            </a:xfrm>
            <a:custGeom>
              <a:avLst/>
              <a:gdLst>
                <a:gd name="connsiteX0" fmla="*/ 16393 w 16393"/>
                <a:gd name="connsiteY0" fmla="*/ 1639 h 8196"/>
                <a:gd name="connsiteX1" fmla="*/ 16393 w 16393"/>
                <a:gd name="connsiteY1" fmla="*/ 0 h 8196"/>
                <a:gd name="connsiteX2" fmla="*/ 11476 w 16393"/>
                <a:gd name="connsiteY2" fmla="*/ 1639 h 8196"/>
                <a:gd name="connsiteX3" fmla="*/ 8197 w 16393"/>
                <a:gd name="connsiteY3" fmla="*/ 3279 h 8196"/>
                <a:gd name="connsiteX4" fmla="*/ 4918 w 16393"/>
                <a:gd name="connsiteY4" fmla="*/ 4918 h 8196"/>
                <a:gd name="connsiteX5" fmla="*/ 0 w 16393"/>
                <a:gd name="connsiteY5" fmla="*/ 8197 h 8196"/>
                <a:gd name="connsiteX6" fmla="*/ 4918 w 16393"/>
                <a:gd name="connsiteY6" fmla="*/ 6557 h 8196"/>
                <a:gd name="connsiteX7" fmla="*/ 8197 w 16393"/>
                <a:gd name="connsiteY7" fmla="*/ 4918 h 8196"/>
                <a:gd name="connsiteX8" fmla="*/ 13115 w 16393"/>
                <a:gd name="connsiteY8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93" h="8196">
                  <a:moveTo>
                    <a:pt x="16393" y="1639"/>
                  </a:moveTo>
                  <a:lnTo>
                    <a:pt x="16393" y="0"/>
                  </a:lnTo>
                  <a:lnTo>
                    <a:pt x="11476" y="1639"/>
                  </a:lnTo>
                  <a:lnTo>
                    <a:pt x="8197" y="3279"/>
                  </a:lnTo>
                  <a:lnTo>
                    <a:pt x="4918" y="4918"/>
                  </a:lnTo>
                  <a:lnTo>
                    <a:pt x="0" y="8197"/>
                  </a:lnTo>
                  <a:lnTo>
                    <a:pt x="4918" y="6557"/>
                  </a:lnTo>
                  <a:lnTo>
                    <a:pt x="8197" y="4918"/>
                  </a:lnTo>
                  <a:lnTo>
                    <a:pt x="13115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97" name="Freeform 3396">
              <a:extLst>
                <a:ext uri="{FF2B5EF4-FFF2-40B4-BE49-F238E27FC236}">
                  <a16:creationId xmlns:a16="http://schemas.microsoft.com/office/drawing/2014/main" id="{8ABA000D-02FA-F149-87ED-8E9D01BA7336}"/>
                </a:ext>
              </a:extLst>
            </p:cNvPr>
            <p:cNvSpPr/>
            <p:nvPr/>
          </p:nvSpPr>
          <p:spPr>
            <a:xfrm>
              <a:off x="2392738" y="1196877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8197 w 8196"/>
                <a:gd name="connsiteY1" fmla="*/ 0 h 3278"/>
                <a:gd name="connsiteX2" fmla="*/ 3279 w 8196"/>
                <a:gd name="connsiteY2" fmla="*/ 0 h 3278"/>
                <a:gd name="connsiteX3" fmla="*/ 0 w 8196"/>
                <a:gd name="connsiteY3" fmla="*/ 3279 h 3278"/>
                <a:gd name="connsiteX4" fmla="*/ 3279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8197" y="0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98" name="Freeform 3397">
              <a:extLst>
                <a:ext uri="{FF2B5EF4-FFF2-40B4-BE49-F238E27FC236}">
                  <a16:creationId xmlns:a16="http://schemas.microsoft.com/office/drawing/2014/main" id="{56605633-A8CA-414D-92EE-BF3E11002397}"/>
                </a:ext>
              </a:extLst>
            </p:cNvPr>
            <p:cNvSpPr/>
            <p:nvPr/>
          </p:nvSpPr>
          <p:spPr>
            <a:xfrm>
              <a:off x="2422246" y="905075"/>
              <a:ext cx="68852" cy="19672"/>
            </a:xfrm>
            <a:custGeom>
              <a:avLst/>
              <a:gdLst>
                <a:gd name="connsiteX0" fmla="*/ 68852 w 68852"/>
                <a:gd name="connsiteY0" fmla="*/ 0 h 19672"/>
                <a:gd name="connsiteX1" fmla="*/ 67213 w 68852"/>
                <a:gd name="connsiteY1" fmla="*/ 0 h 19672"/>
                <a:gd name="connsiteX2" fmla="*/ 62295 w 68852"/>
                <a:gd name="connsiteY2" fmla="*/ 0 h 19672"/>
                <a:gd name="connsiteX3" fmla="*/ 59016 w 68852"/>
                <a:gd name="connsiteY3" fmla="*/ 1639 h 19672"/>
                <a:gd name="connsiteX4" fmla="*/ 54098 w 68852"/>
                <a:gd name="connsiteY4" fmla="*/ 1639 h 19672"/>
                <a:gd name="connsiteX5" fmla="*/ 50820 w 68852"/>
                <a:gd name="connsiteY5" fmla="*/ 3279 h 19672"/>
                <a:gd name="connsiteX6" fmla="*/ 47541 w 68852"/>
                <a:gd name="connsiteY6" fmla="*/ 4918 h 19672"/>
                <a:gd name="connsiteX7" fmla="*/ 44262 w 68852"/>
                <a:gd name="connsiteY7" fmla="*/ 4918 h 19672"/>
                <a:gd name="connsiteX8" fmla="*/ 39344 w 68852"/>
                <a:gd name="connsiteY8" fmla="*/ 4918 h 19672"/>
                <a:gd name="connsiteX9" fmla="*/ 36066 w 68852"/>
                <a:gd name="connsiteY9" fmla="*/ 4918 h 19672"/>
                <a:gd name="connsiteX10" fmla="*/ 32787 w 68852"/>
                <a:gd name="connsiteY10" fmla="*/ 6557 h 19672"/>
                <a:gd name="connsiteX11" fmla="*/ 27869 w 68852"/>
                <a:gd name="connsiteY11" fmla="*/ 8197 h 19672"/>
                <a:gd name="connsiteX12" fmla="*/ 24590 w 68852"/>
                <a:gd name="connsiteY12" fmla="*/ 8197 h 19672"/>
                <a:gd name="connsiteX13" fmla="*/ 19672 w 68852"/>
                <a:gd name="connsiteY13" fmla="*/ 9836 h 19672"/>
                <a:gd name="connsiteX14" fmla="*/ 16393 w 68852"/>
                <a:gd name="connsiteY14" fmla="*/ 11475 h 19672"/>
                <a:gd name="connsiteX15" fmla="*/ 11476 w 68852"/>
                <a:gd name="connsiteY15" fmla="*/ 11475 h 19672"/>
                <a:gd name="connsiteX16" fmla="*/ 8197 w 68852"/>
                <a:gd name="connsiteY16" fmla="*/ 13115 h 19672"/>
                <a:gd name="connsiteX17" fmla="*/ 3279 w 68852"/>
                <a:gd name="connsiteY17" fmla="*/ 14754 h 19672"/>
                <a:gd name="connsiteX18" fmla="*/ 0 w 68852"/>
                <a:gd name="connsiteY18" fmla="*/ 18033 h 19672"/>
                <a:gd name="connsiteX19" fmla="*/ 3279 w 68852"/>
                <a:gd name="connsiteY19" fmla="*/ 18033 h 19672"/>
                <a:gd name="connsiteX20" fmla="*/ 6557 w 68852"/>
                <a:gd name="connsiteY20" fmla="*/ 19672 h 19672"/>
                <a:gd name="connsiteX21" fmla="*/ 11476 w 68852"/>
                <a:gd name="connsiteY21" fmla="*/ 19672 h 19672"/>
                <a:gd name="connsiteX22" fmla="*/ 14754 w 68852"/>
                <a:gd name="connsiteY22" fmla="*/ 19672 h 19672"/>
                <a:gd name="connsiteX23" fmla="*/ 19672 w 68852"/>
                <a:gd name="connsiteY23" fmla="*/ 19672 h 19672"/>
                <a:gd name="connsiteX24" fmla="*/ 22951 w 68852"/>
                <a:gd name="connsiteY24" fmla="*/ 18033 h 19672"/>
                <a:gd name="connsiteX25" fmla="*/ 26229 w 68852"/>
                <a:gd name="connsiteY25" fmla="*/ 16393 h 19672"/>
                <a:gd name="connsiteX26" fmla="*/ 29508 w 68852"/>
                <a:gd name="connsiteY26" fmla="*/ 14754 h 19672"/>
                <a:gd name="connsiteX27" fmla="*/ 34426 w 68852"/>
                <a:gd name="connsiteY27" fmla="*/ 14754 h 19672"/>
                <a:gd name="connsiteX28" fmla="*/ 37705 w 68852"/>
                <a:gd name="connsiteY28" fmla="*/ 13115 h 19672"/>
                <a:gd name="connsiteX29" fmla="*/ 40983 w 68852"/>
                <a:gd name="connsiteY29" fmla="*/ 11475 h 19672"/>
                <a:gd name="connsiteX30" fmla="*/ 45901 w 68852"/>
                <a:gd name="connsiteY30" fmla="*/ 9836 h 19672"/>
                <a:gd name="connsiteX31" fmla="*/ 49180 w 68852"/>
                <a:gd name="connsiteY31" fmla="*/ 8197 h 19672"/>
                <a:gd name="connsiteX32" fmla="*/ 54098 w 68852"/>
                <a:gd name="connsiteY32" fmla="*/ 6557 h 19672"/>
                <a:gd name="connsiteX33" fmla="*/ 57377 w 68852"/>
                <a:gd name="connsiteY33" fmla="*/ 6557 h 19672"/>
                <a:gd name="connsiteX34" fmla="*/ 60656 w 68852"/>
                <a:gd name="connsiteY34" fmla="*/ 4918 h 19672"/>
                <a:gd name="connsiteX35" fmla="*/ 63934 w 68852"/>
                <a:gd name="connsiteY35" fmla="*/ 3279 h 19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68852" h="19672">
                  <a:moveTo>
                    <a:pt x="68852" y="0"/>
                  </a:moveTo>
                  <a:lnTo>
                    <a:pt x="67213" y="0"/>
                  </a:lnTo>
                  <a:lnTo>
                    <a:pt x="62295" y="0"/>
                  </a:lnTo>
                  <a:lnTo>
                    <a:pt x="59016" y="1639"/>
                  </a:lnTo>
                  <a:lnTo>
                    <a:pt x="54098" y="1639"/>
                  </a:lnTo>
                  <a:lnTo>
                    <a:pt x="50820" y="3279"/>
                  </a:lnTo>
                  <a:lnTo>
                    <a:pt x="47541" y="4918"/>
                  </a:lnTo>
                  <a:lnTo>
                    <a:pt x="44262" y="4918"/>
                  </a:lnTo>
                  <a:lnTo>
                    <a:pt x="39344" y="4918"/>
                  </a:lnTo>
                  <a:lnTo>
                    <a:pt x="36066" y="4918"/>
                  </a:lnTo>
                  <a:lnTo>
                    <a:pt x="32787" y="6557"/>
                  </a:lnTo>
                  <a:lnTo>
                    <a:pt x="27869" y="8197"/>
                  </a:lnTo>
                  <a:lnTo>
                    <a:pt x="24590" y="8197"/>
                  </a:lnTo>
                  <a:lnTo>
                    <a:pt x="19672" y="9836"/>
                  </a:lnTo>
                  <a:lnTo>
                    <a:pt x="16393" y="11475"/>
                  </a:lnTo>
                  <a:lnTo>
                    <a:pt x="11476" y="11475"/>
                  </a:lnTo>
                  <a:lnTo>
                    <a:pt x="8197" y="13115"/>
                  </a:lnTo>
                  <a:lnTo>
                    <a:pt x="3279" y="14754"/>
                  </a:lnTo>
                  <a:lnTo>
                    <a:pt x="0" y="18033"/>
                  </a:lnTo>
                  <a:lnTo>
                    <a:pt x="3279" y="18033"/>
                  </a:lnTo>
                  <a:lnTo>
                    <a:pt x="6557" y="19672"/>
                  </a:lnTo>
                  <a:lnTo>
                    <a:pt x="11476" y="19672"/>
                  </a:lnTo>
                  <a:lnTo>
                    <a:pt x="14754" y="19672"/>
                  </a:lnTo>
                  <a:lnTo>
                    <a:pt x="19672" y="19672"/>
                  </a:lnTo>
                  <a:lnTo>
                    <a:pt x="22951" y="18033"/>
                  </a:lnTo>
                  <a:lnTo>
                    <a:pt x="26229" y="16393"/>
                  </a:lnTo>
                  <a:lnTo>
                    <a:pt x="29508" y="14754"/>
                  </a:lnTo>
                  <a:lnTo>
                    <a:pt x="34426" y="14754"/>
                  </a:lnTo>
                  <a:lnTo>
                    <a:pt x="37705" y="13115"/>
                  </a:lnTo>
                  <a:lnTo>
                    <a:pt x="40983" y="11475"/>
                  </a:lnTo>
                  <a:lnTo>
                    <a:pt x="45901" y="9836"/>
                  </a:lnTo>
                  <a:lnTo>
                    <a:pt x="49180" y="8197"/>
                  </a:lnTo>
                  <a:lnTo>
                    <a:pt x="54098" y="6557"/>
                  </a:lnTo>
                  <a:lnTo>
                    <a:pt x="57377" y="6557"/>
                  </a:lnTo>
                  <a:lnTo>
                    <a:pt x="60656" y="4918"/>
                  </a:lnTo>
                  <a:lnTo>
                    <a:pt x="63934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99" name="Freeform 3398">
              <a:extLst>
                <a:ext uri="{FF2B5EF4-FFF2-40B4-BE49-F238E27FC236}">
                  <a16:creationId xmlns:a16="http://schemas.microsoft.com/office/drawing/2014/main" id="{367FD5A2-AB7A-584C-8AE3-29E85EC0CE66}"/>
                </a:ext>
              </a:extLst>
            </p:cNvPr>
            <p:cNvSpPr/>
            <p:nvPr/>
          </p:nvSpPr>
          <p:spPr>
            <a:xfrm>
              <a:off x="2448475" y="880485"/>
              <a:ext cx="340982" cy="81966"/>
            </a:xfrm>
            <a:custGeom>
              <a:avLst/>
              <a:gdLst>
                <a:gd name="connsiteX0" fmla="*/ 31147 w 340982"/>
                <a:gd name="connsiteY0" fmla="*/ 57377 h 81966"/>
                <a:gd name="connsiteX1" fmla="*/ 34426 w 340982"/>
                <a:gd name="connsiteY1" fmla="*/ 57377 h 81966"/>
                <a:gd name="connsiteX2" fmla="*/ 31147 w 340982"/>
                <a:gd name="connsiteY2" fmla="*/ 59016 h 81966"/>
                <a:gd name="connsiteX3" fmla="*/ 27869 w 340982"/>
                <a:gd name="connsiteY3" fmla="*/ 59016 h 81966"/>
                <a:gd name="connsiteX4" fmla="*/ 31147 w 340982"/>
                <a:gd name="connsiteY4" fmla="*/ 60656 h 81966"/>
                <a:gd name="connsiteX5" fmla="*/ 34426 w 340982"/>
                <a:gd name="connsiteY5" fmla="*/ 62295 h 81966"/>
                <a:gd name="connsiteX6" fmla="*/ 39344 w 340982"/>
                <a:gd name="connsiteY6" fmla="*/ 62295 h 81966"/>
                <a:gd name="connsiteX7" fmla="*/ 42623 w 340982"/>
                <a:gd name="connsiteY7" fmla="*/ 60656 h 81966"/>
                <a:gd name="connsiteX8" fmla="*/ 44262 w 340982"/>
                <a:gd name="connsiteY8" fmla="*/ 57377 h 81966"/>
                <a:gd name="connsiteX9" fmla="*/ 49180 w 340982"/>
                <a:gd name="connsiteY9" fmla="*/ 57377 h 81966"/>
                <a:gd name="connsiteX10" fmla="*/ 52459 w 340982"/>
                <a:gd name="connsiteY10" fmla="*/ 57377 h 81966"/>
                <a:gd name="connsiteX11" fmla="*/ 57377 w 340982"/>
                <a:gd name="connsiteY11" fmla="*/ 55737 h 81966"/>
                <a:gd name="connsiteX12" fmla="*/ 52459 w 340982"/>
                <a:gd name="connsiteY12" fmla="*/ 59016 h 81966"/>
                <a:gd name="connsiteX13" fmla="*/ 57377 w 340982"/>
                <a:gd name="connsiteY13" fmla="*/ 62295 h 81966"/>
                <a:gd name="connsiteX14" fmla="*/ 60655 w 340982"/>
                <a:gd name="connsiteY14" fmla="*/ 62295 h 81966"/>
                <a:gd name="connsiteX15" fmla="*/ 65573 w 340982"/>
                <a:gd name="connsiteY15" fmla="*/ 60656 h 81966"/>
                <a:gd name="connsiteX16" fmla="*/ 68852 w 340982"/>
                <a:gd name="connsiteY16" fmla="*/ 60656 h 81966"/>
                <a:gd name="connsiteX17" fmla="*/ 73770 w 340982"/>
                <a:gd name="connsiteY17" fmla="*/ 59016 h 81966"/>
                <a:gd name="connsiteX18" fmla="*/ 77049 w 340982"/>
                <a:gd name="connsiteY18" fmla="*/ 59016 h 81966"/>
                <a:gd name="connsiteX19" fmla="*/ 80327 w 340982"/>
                <a:gd name="connsiteY19" fmla="*/ 57377 h 81966"/>
                <a:gd name="connsiteX20" fmla="*/ 83606 w 340982"/>
                <a:gd name="connsiteY20" fmla="*/ 52459 h 81966"/>
                <a:gd name="connsiteX21" fmla="*/ 78688 w 340982"/>
                <a:gd name="connsiteY21" fmla="*/ 52459 h 81966"/>
                <a:gd name="connsiteX22" fmla="*/ 83606 w 340982"/>
                <a:gd name="connsiteY22" fmla="*/ 50820 h 81966"/>
                <a:gd name="connsiteX23" fmla="*/ 86885 w 340982"/>
                <a:gd name="connsiteY23" fmla="*/ 54098 h 81966"/>
                <a:gd name="connsiteX24" fmla="*/ 90164 w 340982"/>
                <a:gd name="connsiteY24" fmla="*/ 52459 h 81966"/>
                <a:gd name="connsiteX25" fmla="*/ 93442 w 340982"/>
                <a:gd name="connsiteY25" fmla="*/ 50820 h 81966"/>
                <a:gd name="connsiteX26" fmla="*/ 98360 w 340982"/>
                <a:gd name="connsiteY26" fmla="*/ 49180 h 81966"/>
                <a:gd name="connsiteX27" fmla="*/ 101639 w 340982"/>
                <a:gd name="connsiteY27" fmla="*/ 45901 h 81966"/>
                <a:gd name="connsiteX28" fmla="*/ 104917 w 340982"/>
                <a:gd name="connsiteY28" fmla="*/ 49180 h 81966"/>
                <a:gd name="connsiteX29" fmla="*/ 109836 w 340982"/>
                <a:gd name="connsiteY29" fmla="*/ 47541 h 81966"/>
                <a:gd name="connsiteX30" fmla="*/ 113114 w 340982"/>
                <a:gd name="connsiteY30" fmla="*/ 47541 h 81966"/>
                <a:gd name="connsiteX31" fmla="*/ 118032 w 340982"/>
                <a:gd name="connsiteY31" fmla="*/ 47541 h 81966"/>
                <a:gd name="connsiteX32" fmla="*/ 113114 w 340982"/>
                <a:gd name="connsiteY32" fmla="*/ 47541 h 81966"/>
                <a:gd name="connsiteX33" fmla="*/ 109836 w 340982"/>
                <a:gd name="connsiteY33" fmla="*/ 49180 h 81966"/>
                <a:gd name="connsiteX34" fmla="*/ 106557 w 340982"/>
                <a:gd name="connsiteY34" fmla="*/ 49180 h 81966"/>
                <a:gd name="connsiteX35" fmla="*/ 101639 w 340982"/>
                <a:gd name="connsiteY35" fmla="*/ 50820 h 81966"/>
                <a:gd name="connsiteX36" fmla="*/ 98360 w 340982"/>
                <a:gd name="connsiteY36" fmla="*/ 52459 h 81966"/>
                <a:gd name="connsiteX37" fmla="*/ 95082 w 340982"/>
                <a:gd name="connsiteY37" fmla="*/ 54098 h 81966"/>
                <a:gd name="connsiteX38" fmla="*/ 98360 w 340982"/>
                <a:gd name="connsiteY38" fmla="*/ 55737 h 81966"/>
                <a:gd name="connsiteX39" fmla="*/ 93442 w 340982"/>
                <a:gd name="connsiteY39" fmla="*/ 55737 h 81966"/>
                <a:gd name="connsiteX40" fmla="*/ 90164 w 340982"/>
                <a:gd name="connsiteY40" fmla="*/ 57377 h 81966"/>
                <a:gd name="connsiteX41" fmla="*/ 93442 w 340982"/>
                <a:gd name="connsiteY41" fmla="*/ 59016 h 81966"/>
                <a:gd name="connsiteX42" fmla="*/ 98360 w 340982"/>
                <a:gd name="connsiteY42" fmla="*/ 59016 h 81966"/>
                <a:gd name="connsiteX43" fmla="*/ 101639 w 340982"/>
                <a:gd name="connsiteY43" fmla="*/ 59016 h 81966"/>
                <a:gd name="connsiteX44" fmla="*/ 104917 w 340982"/>
                <a:gd name="connsiteY44" fmla="*/ 59016 h 81966"/>
                <a:gd name="connsiteX45" fmla="*/ 109836 w 340982"/>
                <a:gd name="connsiteY45" fmla="*/ 57377 h 81966"/>
                <a:gd name="connsiteX46" fmla="*/ 113114 w 340982"/>
                <a:gd name="connsiteY46" fmla="*/ 57377 h 81966"/>
                <a:gd name="connsiteX47" fmla="*/ 118032 w 340982"/>
                <a:gd name="connsiteY47" fmla="*/ 57377 h 81966"/>
                <a:gd name="connsiteX48" fmla="*/ 121311 w 340982"/>
                <a:gd name="connsiteY48" fmla="*/ 57377 h 81966"/>
                <a:gd name="connsiteX49" fmla="*/ 124590 w 340982"/>
                <a:gd name="connsiteY49" fmla="*/ 54098 h 81966"/>
                <a:gd name="connsiteX50" fmla="*/ 129508 w 340982"/>
                <a:gd name="connsiteY50" fmla="*/ 52459 h 81966"/>
                <a:gd name="connsiteX51" fmla="*/ 132786 w 340982"/>
                <a:gd name="connsiteY51" fmla="*/ 54098 h 81966"/>
                <a:gd name="connsiteX52" fmla="*/ 129508 w 340982"/>
                <a:gd name="connsiteY52" fmla="*/ 55737 h 81966"/>
                <a:gd name="connsiteX53" fmla="*/ 132786 w 340982"/>
                <a:gd name="connsiteY53" fmla="*/ 57377 h 81966"/>
                <a:gd name="connsiteX54" fmla="*/ 137704 w 340982"/>
                <a:gd name="connsiteY54" fmla="*/ 57377 h 81966"/>
                <a:gd name="connsiteX55" fmla="*/ 140983 w 340982"/>
                <a:gd name="connsiteY55" fmla="*/ 57377 h 81966"/>
                <a:gd name="connsiteX56" fmla="*/ 145901 w 340982"/>
                <a:gd name="connsiteY56" fmla="*/ 55737 h 81966"/>
                <a:gd name="connsiteX57" fmla="*/ 149180 w 340982"/>
                <a:gd name="connsiteY57" fmla="*/ 55737 h 81966"/>
                <a:gd name="connsiteX58" fmla="*/ 152458 w 340982"/>
                <a:gd name="connsiteY58" fmla="*/ 55737 h 81966"/>
                <a:gd name="connsiteX59" fmla="*/ 157376 w 340982"/>
                <a:gd name="connsiteY59" fmla="*/ 55737 h 81966"/>
                <a:gd name="connsiteX60" fmla="*/ 160655 w 340982"/>
                <a:gd name="connsiteY60" fmla="*/ 54098 h 81966"/>
                <a:gd name="connsiteX61" fmla="*/ 163934 w 340982"/>
                <a:gd name="connsiteY61" fmla="*/ 54098 h 81966"/>
                <a:gd name="connsiteX62" fmla="*/ 168852 w 340982"/>
                <a:gd name="connsiteY62" fmla="*/ 52459 h 81966"/>
                <a:gd name="connsiteX63" fmla="*/ 172130 w 340982"/>
                <a:gd name="connsiteY63" fmla="*/ 52459 h 81966"/>
                <a:gd name="connsiteX64" fmla="*/ 167212 w 340982"/>
                <a:gd name="connsiteY64" fmla="*/ 54098 h 81966"/>
                <a:gd name="connsiteX65" fmla="*/ 163934 w 340982"/>
                <a:gd name="connsiteY65" fmla="*/ 55737 h 81966"/>
                <a:gd name="connsiteX66" fmla="*/ 160655 w 340982"/>
                <a:gd name="connsiteY66" fmla="*/ 57377 h 81966"/>
                <a:gd name="connsiteX67" fmla="*/ 157376 w 340982"/>
                <a:gd name="connsiteY67" fmla="*/ 57377 h 81966"/>
                <a:gd name="connsiteX68" fmla="*/ 152458 w 340982"/>
                <a:gd name="connsiteY68" fmla="*/ 59016 h 81966"/>
                <a:gd name="connsiteX69" fmla="*/ 149180 w 340982"/>
                <a:gd name="connsiteY69" fmla="*/ 59016 h 81966"/>
                <a:gd name="connsiteX70" fmla="*/ 144262 w 340982"/>
                <a:gd name="connsiteY70" fmla="*/ 60656 h 81966"/>
                <a:gd name="connsiteX71" fmla="*/ 140983 w 340982"/>
                <a:gd name="connsiteY71" fmla="*/ 62295 h 81966"/>
                <a:gd name="connsiteX72" fmla="*/ 137704 w 340982"/>
                <a:gd name="connsiteY72" fmla="*/ 62295 h 81966"/>
                <a:gd name="connsiteX73" fmla="*/ 134426 w 340982"/>
                <a:gd name="connsiteY73" fmla="*/ 60656 h 81966"/>
                <a:gd name="connsiteX74" fmla="*/ 129508 w 340982"/>
                <a:gd name="connsiteY74" fmla="*/ 62295 h 81966"/>
                <a:gd name="connsiteX75" fmla="*/ 126229 w 340982"/>
                <a:gd name="connsiteY75" fmla="*/ 62295 h 81966"/>
                <a:gd name="connsiteX76" fmla="*/ 121311 w 340982"/>
                <a:gd name="connsiteY76" fmla="*/ 62295 h 81966"/>
                <a:gd name="connsiteX77" fmla="*/ 118032 w 340982"/>
                <a:gd name="connsiteY77" fmla="*/ 62295 h 81966"/>
                <a:gd name="connsiteX78" fmla="*/ 114754 w 340982"/>
                <a:gd name="connsiteY78" fmla="*/ 62295 h 81966"/>
                <a:gd name="connsiteX79" fmla="*/ 109836 w 340982"/>
                <a:gd name="connsiteY79" fmla="*/ 62295 h 81966"/>
                <a:gd name="connsiteX80" fmla="*/ 106557 w 340982"/>
                <a:gd name="connsiteY80" fmla="*/ 62295 h 81966"/>
                <a:gd name="connsiteX81" fmla="*/ 101639 w 340982"/>
                <a:gd name="connsiteY81" fmla="*/ 63934 h 81966"/>
                <a:gd name="connsiteX82" fmla="*/ 98360 w 340982"/>
                <a:gd name="connsiteY82" fmla="*/ 65573 h 81966"/>
                <a:gd name="connsiteX83" fmla="*/ 95082 w 340982"/>
                <a:gd name="connsiteY83" fmla="*/ 65573 h 81966"/>
                <a:gd name="connsiteX84" fmla="*/ 90164 w 340982"/>
                <a:gd name="connsiteY84" fmla="*/ 67213 h 81966"/>
                <a:gd name="connsiteX85" fmla="*/ 86885 w 340982"/>
                <a:gd name="connsiteY85" fmla="*/ 67213 h 81966"/>
                <a:gd name="connsiteX86" fmla="*/ 83606 w 340982"/>
                <a:gd name="connsiteY86" fmla="*/ 67213 h 81966"/>
                <a:gd name="connsiteX87" fmla="*/ 78688 w 340982"/>
                <a:gd name="connsiteY87" fmla="*/ 68852 h 81966"/>
                <a:gd name="connsiteX88" fmla="*/ 75410 w 340982"/>
                <a:gd name="connsiteY88" fmla="*/ 68852 h 81966"/>
                <a:gd name="connsiteX89" fmla="*/ 70492 w 340982"/>
                <a:gd name="connsiteY89" fmla="*/ 68852 h 81966"/>
                <a:gd name="connsiteX90" fmla="*/ 67213 w 340982"/>
                <a:gd name="connsiteY90" fmla="*/ 70492 h 81966"/>
                <a:gd name="connsiteX91" fmla="*/ 63934 w 340982"/>
                <a:gd name="connsiteY91" fmla="*/ 70492 h 81966"/>
                <a:gd name="connsiteX92" fmla="*/ 59016 w 340982"/>
                <a:gd name="connsiteY92" fmla="*/ 72131 h 81966"/>
                <a:gd name="connsiteX93" fmla="*/ 55737 w 340982"/>
                <a:gd name="connsiteY93" fmla="*/ 72131 h 81966"/>
                <a:gd name="connsiteX94" fmla="*/ 57377 w 340982"/>
                <a:gd name="connsiteY94" fmla="*/ 77049 h 81966"/>
                <a:gd name="connsiteX95" fmla="*/ 62295 w 340982"/>
                <a:gd name="connsiteY95" fmla="*/ 78688 h 81966"/>
                <a:gd name="connsiteX96" fmla="*/ 65573 w 340982"/>
                <a:gd name="connsiteY96" fmla="*/ 80328 h 81966"/>
                <a:gd name="connsiteX97" fmla="*/ 68852 w 340982"/>
                <a:gd name="connsiteY97" fmla="*/ 81967 h 81966"/>
                <a:gd name="connsiteX98" fmla="*/ 73770 w 340982"/>
                <a:gd name="connsiteY98" fmla="*/ 81967 h 81966"/>
                <a:gd name="connsiteX99" fmla="*/ 77049 w 340982"/>
                <a:gd name="connsiteY99" fmla="*/ 81967 h 81966"/>
                <a:gd name="connsiteX100" fmla="*/ 80327 w 340982"/>
                <a:gd name="connsiteY100" fmla="*/ 81967 h 81966"/>
                <a:gd name="connsiteX101" fmla="*/ 85245 w 340982"/>
                <a:gd name="connsiteY101" fmla="*/ 81967 h 81966"/>
                <a:gd name="connsiteX102" fmla="*/ 88524 w 340982"/>
                <a:gd name="connsiteY102" fmla="*/ 81967 h 81966"/>
                <a:gd name="connsiteX103" fmla="*/ 93442 w 340982"/>
                <a:gd name="connsiteY103" fmla="*/ 81967 h 81966"/>
                <a:gd name="connsiteX104" fmla="*/ 96721 w 340982"/>
                <a:gd name="connsiteY104" fmla="*/ 81967 h 81966"/>
                <a:gd name="connsiteX105" fmla="*/ 101639 w 340982"/>
                <a:gd name="connsiteY105" fmla="*/ 81967 h 81966"/>
                <a:gd name="connsiteX106" fmla="*/ 104917 w 340982"/>
                <a:gd name="connsiteY106" fmla="*/ 80328 h 81966"/>
                <a:gd name="connsiteX107" fmla="*/ 108196 w 340982"/>
                <a:gd name="connsiteY107" fmla="*/ 80328 h 81966"/>
                <a:gd name="connsiteX108" fmla="*/ 113114 w 340982"/>
                <a:gd name="connsiteY108" fmla="*/ 80328 h 81966"/>
                <a:gd name="connsiteX109" fmla="*/ 116393 w 340982"/>
                <a:gd name="connsiteY109" fmla="*/ 78688 h 81966"/>
                <a:gd name="connsiteX110" fmla="*/ 119672 w 340982"/>
                <a:gd name="connsiteY110" fmla="*/ 78688 h 81966"/>
                <a:gd name="connsiteX111" fmla="*/ 124590 w 340982"/>
                <a:gd name="connsiteY111" fmla="*/ 78688 h 81966"/>
                <a:gd name="connsiteX112" fmla="*/ 127868 w 340982"/>
                <a:gd name="connsiteY112" fmla="*/ 77049 h 81966"/>
                <a:gd name="connsiteX113" fmla="*/ 132786 w 340982"/>
                <a:gd name="connsiteY113" fmla="*/ 77049 h 81966"/>
                <a:gd name="connsiteX114" fmla="*/ 136065 w 340982"/>
                <a:gd name="connsiteY114" fmla="*/ 75410 h 81966"/>
                <a:gd name="connsiteX115" fmla="*/ 140983 w 340982"/>
                <a:gd name="connsiteY115" fmla="*/ 75410 h 81966"/>
                <a:gd name="connsiteX116" fmla="*/ 144262 w 340982"/>
                <a:gd name="connsiteY116" fmla="*/ 75410 h 81966"/>
                <a:gd name="connsiteX117" fmla="*/ 147540 w 340982"/>
                <a:gd name="connsiteY117" fmla="*/ 73770 h 81966"/>
                <a:gd name="connsiteX118" fmla="*/ 150819 w 340982"/>
                <a:gd name="connsiteY118" fmla="*/ 72131 h 81966"/>
                <a:gd name="connsiteX119" fmla="*/ 155737 w 340982"/>
                <a:gd name="connsiteY119" fmla="*/ 72131 h 81966"/>
                <a:gd name="connsiteX120" fmla="*/ 159016 w 340982"/>
                <a:gd name="connsiteY120" fmla="*/ 68852 h 81966"/>
                <a:gd name="connsiteX121" fmla="*/ 162294 w 340982"/>
                <a:gd name="connsiteY121" fmla="*/ 68852 h 81966"/>
                <a:gd name="connsiteX122" fmla="*/ 167212 w 340982"/>
                <a:gd name="connsiteY122" fmla="*/ 68852 h 81966"/>
                <a:gd name="connsiteX123" fmla="*/ 170491 w 340982"/>
                <a:gd name="connsiteY123" fmla="*/ 67213 h 81966"/>
                <a:gd name="connsiteX124" fmla="*/ 173770 w 340982"/>
                <a:gd name="connsiteY124" fmla="*/ 67213 h 81966"/>
                <a:gd name="connsiteX125" fmla="*/ 178688 w 340982"/>
                <a:gd name="connsiteY125" fmla="*/ 67213 h 81966"/>
                <a:gd name="connsiteX126" fmla="*/ 178688 w 340982"/>
                <a:gd name="connsiteY126" fmla="*/ 67213 h 81966"/>
                <a:gd name="connsiteX127" fmla="*/ 183606 w 340982"/>
                <a:gd name="connsiteY127" fmla="*/ 65573 h 81966"/>
                <a:gd name="connsiteX128" fmla="*/ 186884 w 340982"/>
                <a:gd name="connsiteY128" fmla="*/ 67213 h 81966"/>
                <a:gd name="connsiteX129" fmla="*/ 191802 w 340982"/>
                <a:gd name="connsiteY129" fmla="*/ 67213 h 81966"/>
                <a:gd name="connsiteX130" fmla="*/ 195081 w 340982"/>
                <a:gd name="connsiteY130" fmla="*/ 65573 h 81966"/>
                <a:gd name="connsiteX131" fmla="*/ 198360 w 340982"/>
                <a:gd name="connsiteY131" fmla="*/ 63934 h 81966"/>
                <a:gd name="connsiteX132" fmla="*/ 203278 w 340982"/>
                <a:gd name="connsiteY132" fmla="*/ 63934 h 81966"/>
                <a:gd name="connsiteX133" fmla="*/ 206557 w 340982"/>
                <a:gd name="connsiteY133" fmla="*/ 62295 h 81966"/>
                <a:gd name="connsiteX134" fmla="*/ 209835 w 340982"/>
                <a:gd name="connsiteY134" fmla="*/ 62295 h 81966"/>
                <a:gd name="connsiteX135" fmla="*/ 213114 w 340982"/>
                <a:gd name="connsiteY135" fmla="*/ 60656 h 81966"/>
                <a:gd name="connsiteX136" fmla="*/ 218032 w 340982"/>
                <a:gd name="connsiteY136" fmla="*/ 59016 h 81966"/>
                <a:gd name="connsiteX137" fmla="*/ 221310 w 340982"/>
                <a:gd name="connsiteY137" fmla="*/ 59016 h 81966"/>
                <a:gd name="connsiteX138" fmla="*/ 218032 w 340982"/>
                <a:gd name="connsiteY138" fmla="*/ 62295 h 81966"/>
                <a:gd name="connsiteX139" fmla="*/ 221310 w 340982"/>
                <a:gd name="connsiteY139" fmla="*/ 62295 h 81966"/>
                <a:gd name="connsiteX140" fmla="*/ 226229 w 340982"/>
                <a:gd name="connsiteY140" fmla="*/ 63934 h 81966"/>
                <a:gd name="connsiteX141" fmla="*/ 229507 w 340982"/>
                <a:gd name="connsiteY141" fmla="*/ 63934 h 81966"/>
                <a:gd name="connsiteX142" fmla="*/ 234425 w 340982"/>
                <a:gd name="connsiteY142" fmla="*/ 63934 h 81966"/>
                <a:gd name="connsiteX143" fmla="*/ 237704 w 340982"/>
                <a:gd name="connsiteY143" fmla="*/ 62295 h 81966"/>
                <a:gd name="connsiteX144" fmla="*/ 240982 w 340982"/>
                <a:gd name="connsiteY144" fmla="*/ 60656 h 81966"/>
                <a:gd name="connsiteX145" fmla="*/ 245901 w 340982"/>
                <a:gd name="connsiteY145" fmla="*/ 60656 h 81966"/>
                <a:gd name="connsiteX146" fmla="*/ 247540 w 340982"/>
                <a:gd name="connsiteY146" fmla="*/ 59016 h 81966"/>
                <a:gd name="connsiteX147" fmla="*/ 245901 w 340982"/>
                <a:gd name="connsiteY147" fmla="*/ 62295 h 81966"/>
                <a:gd name="connsiteX148" fmla="*/ 249179 w 340982"/>
                <a:gd name="connsiteY148" fmla="*/ 63934 h 81966"/>
                <a:gd name="connsiteX149" fmla="*/ 252458 w 340982"/>
                <a:gd name="connsiteY149" fmla="*/ 63934 h 81966"/>
                <a:gd name="connsiteX150" fmla="*/ 257376 w 340982"/>
                <a:gd name="connsiteY150" fmla="*/ 65573 h 81966"/>
                <a:gd name="connsiteX151" fmla="*/ 260654 w 340982"/>
                <a:gd name="connsiteY151" fmla="*/ 63934 h 81966"/>
                <a:gd name="connsiteX152" fmla="*/ 263933 w 340982"/>
                <a:gd name="connsiteY152" fmla="*/ 63934 h 81966"/>
                <a:gd name="connsiteX153" fmla="*/ 268851 w 340982"/>
                <a:gd name="connsiteY153" fmla="*/ 62295 h 81966"/>
                <a:gd name="connsiteX154" fmla="*/ 272130 w 340982"/>
                <a:gd name="connsiteY154" fmla="*/ 60656 h 81966"/>
                <a:gd name="connsiteX155" fmla="*/ 277048 w 340982"/>
                <a:gd name="connsiteY155" fmla="*/ 60656 h 81966"/>
                <a:gd name="connsiteX156" fmla="*/ 280327 w 340982"/>
                <a:gd name="connsiteY156" fmla="*/ 60656 h 81966"/>
                <a:gd name="connsiteX157" fmla="*/ 283605 w 340982"/>
                <a:gd name="connsiteY157" fmla="*/ 60656 h 81966"/>
                <a:gd name="connsiteX158" fmla="*/ 288523 w 340982"/>
                <a:gd name="connsiteY158" fmla="*/ 60656 h 81966"/>
                <a:gd name="connsiteX159" fmla="*/ 291802 w 340982"/>
                <a:gd name="connsiteY159" fmla="*/ 60656 h 81966"/>
                <a:gd name="connsiteX160" fmla="*/ 295081 w 340982"/>
                <a:gd name="connsiteY160" fmla="*/ 57377 h 81966"/>
                <a:gd name="connsiteX161" fmla="*/ 299999 w 340982"/>
                <a:gd name="connsiteY161" fmla="*/ 57377 h 81966"/>
                <a:gd name="connsiteX162" fmla="*/ 303277 w 340982"/>
                <a:gd name="connsiteY162" fmla="*/ 52459 h 81966"/>
                <a:gd name="connsiteX163" fmla="*/ 308195 w 340982"/>
                <a:gd name="connsiteY163" fmla="*/ 50820 h 81966"/>
                <a:gd name="connsiteX164" fmla="*/ 311474 w 340982"/>
                <a:gd name="connsiteY164" fmla="*/ 50820 h 81966"/>
                <a:gd name="connsiteX165" fmla="*/ 314753 w 340982"/>
                <a:gd name="connsiteY165" fmla="*/ 49180 h 81966"/>
                <a:gd name="connsiteX166" fmla="*/ 319671 w 340982"/>
                <a:gd name="connsiteY166" fmla="*/ 47541 h 81966"/>
                <a:gd name="connsiteX167" fmla="*/ 322949 w 340982"/>
                <a:gd name="connsiteY167" fmla="*/ 44262 h 81966"/>
                <a:gd name="connsiteX168" fmla="*/ 326228 w 340982"/>
                <a:gd name="connsiteY168" fmla="*/ 42623 h 81966"/>
                <a:gd name="connsiteX169" fmla="*/ 331146 w 340982"/>
                <a:gd name="connsiteY169" fmla="*/ 40983 h 81966"/>
                <a:gd name="connsiteX170" fmla="*/ 334425 w 340982"/>
                <a:gd name="connsiteY170" fmla="*/ 39344 h 81966"/>
                <a:gd name="connsiteX171" fmla="*/ 337703 w 340982"/>
                <a:gd name="connsiteY171" fmla="*/ 36065 h 81966"/>
                <a:gd name="connsiteX172" fmla="*/ 340982 w 340982"/>
                <a:gd name="connsiteY172" fmla="*/ 32787 h 81966"/>
                <a:gd name="connsiteX173" fmla="*/ 339343 w 340982"/>
                <a:gd name="connsiteY173" fmla="*/ 29508 h 81966"/>
                <a:gd name="connsiteX174" fmla="*/ 336064 w 340982"/>
                <a:gd name="connsiteY174" fmla="*/ 27869 h 81966"/>
                <a:gd name="connsiteX175" fmla="*/ 336064 w 340982"/>
                <a:gd name="connsiteY175" fmla="*/ 27869 h 81966"/>
                <a:gd name="connsiteX176" fmla="*/ 331146 w 340982"/>
                <a:gd name="connsiteY176" fmla="*/ 26229 h 81966"/>
                <a:gd name="connsiteX177" fmla="*/ 327867 w 340982"/>
                <a:gd name="connsiteY177" fmla="*/ 26229 h 81966"/>
                <a:gd name="connsiteX178" fmla="*/ 324589 w 340982"/>
                <a:gd name="connsiteY178" fmla="*/ 26229 h 81966"/>
                <a:gd name="connsiteX179" fmla="*/ 319671 w 340982"/>
                <a:gd name="connsiteY179" fmla="*/ 26229 h 81966"/>
                <a:gd name="connsiteX180" fmla="*/ 316392 w 340982"/>
                <a:gd name="connsiteY180" fmla="*/ 27869 h 81966"/>
                <a:gd name="connsiteX181" fmla="*/ 311474 w 340982"/>
                <a:gd name="connsiteY181" fmla="*/ 27869 h 81966"/>
                <a:gd name="connsiteX182" fmla="*/ 308195 w 340982"/>
                <a:gd name="connsiteY182" fmla="*/ 29508 h 81966"/>
                <a:gd name="connsiteX183" fmla="*/ 304917 w 340982"/>
                <a:gd name="connsiteY183" fmla="*/ 32787 h 81966"/>
                <a:gd name="connsiteX184" fmla="*/ 308195 w 340982"/>
                <a:gd name="connsiteY184" fmla="*/ 34426 h 81966"/>
                <a:gd name="connsiteX185" fmla="*/ 304917 w 340982"/>
                <a:gd name="connsiteY185" fmla="*/ 34426 h 81966"/>
                <a:gd name="connsiteX186" fmla="*/ 301638 w 340982"/>
                <a:gd name="connsiteY186" fmla="*/ 36065 h 81966"/>
                <a:gd name="connsiteX187" fmla="*/ 296720 w 340982"/>
                <a:gd name="connsiteY187" fmla="*/ 37705 h 81966"/>
                <a:gd name="connsiteX188" fmla="*/ 298359 w 340982"/>
                <a:gd name="connsiteY188" fmla="*/ 34426 h 81966"/>
                <a:gd name="connsiteX189" fmla="*/ 301638 w 340982"/>
                <a:gd name="connsiteY189" fmla="*/ 31147 h 81966"/>
                <a:gd name="connsiteX190" fmla="*/ 298359 w 340982"/>
                <a:gd name="connsiteY190" fmla="*/ 31147 h 81966"/>
                <a:gd name="connsiteX191" fmla="*/ 295081 w 340982"/>
                <a:gd name="connsiteY191" fmla="*/ 31147 h 81966"/>
                <a:gd name="connsiteX192" fmla="*/ 290163 w 340982"/>
                <a:gd name="connsiteY192" fmla="*/ 31147 h 81966"/>
                <a:gd name="connsiteX193" fmla="*/ 286884 w 340982"/>
                <a:gd name="connsiteY193" fmla="*/ 31147 h 81966"/>
                <a:gd name="connsiteX194" fmla="*/ 283605 w 340982"/>
                <a:gd name="connsiteY194" fmla="*/ 32787 h 81966"/>
                <a:gd name="connsiteX195" fmla="*/ 278687 w 340982"/>
                <a:gd name="connsiteY195" fmla="*/ 34426 h 81966"/>
                <a:gd name="connsiteX196" fmla="*/ 275409 w 340982"/>
                <a:gd name="connsiteY196" fmla="*/ 34426 h 81966"/>
                <a:gd name="connsiteX197" fmla="*/ 278687 w 340982"/>
                <a:gd name="connsiteY197" fmla="*/ 32787 h 81966"/>
                <a:gd name="connsiteX198" fmla="*/ 281966 w 340982"/>
                <a:gd name="connsiteY198" fmla="*/ 31147 h 81966"/>
                <a:gd name="connsiteX199" fmla="*/ 286884 w 340982"/>
                <a:gd name="connsiteY199" fmla="*/ 29508 h 81966"/>
                <a:gd name="connsiteX200" fmla="*/ 290163 w 340982"/>
                <a:gd name="connsiteY200" fmla="*/ 29508 h 81966"/>
                <a:gd name="connsiteX201" fmla="*/ 286884 w 340982"/>
                <a:gd name="connsiteY201" fmla="*/ 26229 h 81966"/>
                <a:gd name="connsiteX202" fmla="*/ 281966 w 340982"/>
                <a:gd name="connsiteY202" fmla="*/ 26229 h 81966"/>
                <a:gd name="connsiteX203" fmla="*/ 278687 w 340982"/>
                <a:gd name="connsiteY203" fmla="*/ 26229 h 81966"/>
                <a:gd name="connsiteX204" fmla="*/ 273769 w 340982"/>
                <a:gd name="connsiteY204" fmla="*/ 26229 h 81966"/>
                <a:gd name="connsiteX205" fmla="*/ 278687 w 340982"/>
                <a:gd name="connsiteY205" fmla="*/ 22951 h 81966"/>
                <a:gd name="connsiteX206" fmla="*/ 281966 w 340982"/>
                <a:gd name="connsiteY206" fmla="*/ 21311 h 81966"/>
                <a:gd name="connsiteX207" fmla="*/ 285245 w 340982"/>
                <a:gd name="connsiteY207" fmla="*/ 21311 h 81966"/>
                <a:gd name="connsiteX208" fmla="*/ 290163 w 340982"/>
                <a:gd name="connsiteY208" fmla="*/ 21311 h 81966"/>
                <a:gd name="connsiteX209" fmla="*/ 293441 w 340982"/>
                <a:gd name="connsiteY209" fmla="*/ 18033 h 81966"/>
                <a:gd name="connsiteX210" fmla="*/ 293441 w 340982"/>
                <a:gd name="connsiteY210" fmla="*/ 14754 h 81966"/>
                <a:gd name="connsiteX211" fmla="*/ 288523 w 340982"/>
                <a:gd name="connsiteY211" fmla="*/ 14754 h 81966"/>
                <a:gd name="connsiteX212" fmla="*/ 291802 w 340982"/>
                <a:gd name="connsiteY212" fmla="*/ 13115 h 81966"/>
                <a:gd name="connsiteX213" fmla="*/ 293441 w 340982"/>
                <a:gd name="connsiteY213" fmla="*/ 8197 h 81966"/>
                <a:gd name="connsiteX214" fmla="*/ 298359 w 340982"/>
                <a:gd name="connsiteY214" fmla="*/ 6557 h 81966"/>
                <a:gd name="connsiteX215" fmla="*/ 301638 w 340982"/>
                <a:gd name="connsiteY215" fmla="*/ 4918 h 81966"/>
                <a:gd name="connsiteX216" fmla="*/ 303277 w 340982"/>
                <a:gd name="connsiteY216" fmla="*/ 1639 h 81966"/>
                <a:gd name="connsiteX217" fmla="*/ 298359 w 340982"/>
                <a:gd name="connsiteY217" fmla="*/ 0 h 81966"/>
                <a:gd name="connsiteX218" fmla="*/ 295081 w 340982"/>
                <a:gd name="connsiteY218" fmla="*/ 0 h 81966"/>
                <a:gd name="connsiteX219" fmla="*/ 291802 w 340982"/>
                <a:gd name="connsiteY219" fmla="*/ 0 h 81966"/>
                <a:gd name="connsiteX220" fmla="*/ 286884 w 340982"/>
                <a:gd name="connsiteY220" fmla="*/ 1639 h 81966"/>
                <a:gd name="connsiteX221" fmla="*/ 283605 w 340982"/>
                <a:gd name="connsiteY221" fmla="*/ 3279 h 81966"/>
                <a:gd name="connsiteX222" fmla="*/ 278687 w 340982"/>
                <a:gd name="connsiteY222" fmla="*/ 3279 h 81966"/>
                <a:gd name="connsiteX223" fmla="*/ 275409 w 340982"/>
                <a:gd name="connsiteY223" fmla="*/ 4918 h 81966"/>
                <a:gd name="connsiteX224" fmla="*/ 272130 w 340982"/>
                <a:gd name="connsiteY224" fmla="*/ 6557 h 81966"/>
                <a:gd name="connsiteX225" fmla="*/ 267212 w 340982"/>
                <a:gd name="connsiteY225" fmla="*/ 8197 h 81966"/>
                <a:gd name="connsiteX226" fmla="*/ 263933 w 340982"/>
                <a:gd name="connsiteY226" fmla="*/ 9836 h 81966"/>
                <a:gd name="connsiteX227" fmla="*/ 259015 w 340982"/>
                <a:gd name="connsiteY227" fmla="*/ 11475 h 81966"/>
                <a:gd name="connsiteX228" fmla="*/ 255737 w 340982"/>
                <a:gd name="connsiteY228" fmla="*/ 11475 h 81966"/>
                <a:gd name="connsiteX229" fmla="*/ 254097 w 340982"/>
                <a:gd name="connsiteY229" fmla="*/ 11475 h 81966"/>
                <a:gd name="connsiteX230" fmla="*/ 250819 w 340982"/>
                <a:gd name="connsiteY230" fmla="*/ 13115 h 81966"/>
                <a:gd name="connsiteX231" fmla="*/ 245901 w 340982"/>
                <a:gd name="connsiteY231" fmla="*/ 13115 h 81966"/>
                <a:gd name="connsiteX232" fmla="*/ 242622 w 340982"/>
                <a:gd name="connsiteY232" fmla="*/ 13115 h 81966"/>
                <a:gd name="connsiteX233" fmla="*/ 239343 w 340982"/>
                <a:gd name="connsiteY233" fmla="*/ 16393 h 81966"/>
                <a:gd name="connsiteX234" fmla="*/ 240982 w 340982"/>
                <a:gd name="connsiteY234" fmla="*/ 19672 h 81966"/>
                <a:gd name="connsiteX235" fmla="*/ 242622 w 340982"/>
                <a:gd name="connsiteY235" fmla="*/ 19672 h 81966"/>
                <a:gd name="connsiteX236" fmla="*/ 245901 w 340982"/>
                <a:gd name="connsiteY236" fmla="*/ 19672 h 81966"/>
                <a:gd name="connsiteX237" fmla="*/ 250819 w 340982"/>
                <a:gd name="connsiteY237" fmla="*/ 21311 h 81966"/>
                <a:gd name="connsiteX238" fmla="*/ 254097 w 340982"/>
                <a:gd name="connsiteY238" fmla="*/ 24590 h 81966"/>
                <a:gd name="connsiteX239" fmla="*/ 250819 w 340982"/>
                <a:gd name="connsiteY239" fmla="*/ 26229 h 81966"/>
                <a:gd name="connsiteX240" fmla="*/ 245901 w 340982"/>
                <a:gd name="connsiteY240" fmla="*/ 27869 h 81966"/>
                <a:gd name="connsiteX241" fmla="*/ 242622 w 340982"/>
                <a:gd name="connsiteY241" fmla="*/ 27869 h 81966"/>
                <a:gd name="connsiteX242" fmla="*/ 239343 w 340982"/>
                <a:gd name="connsiteY242" fmla="*/ 29508 h 81966"/>
                <a:gd name="connsiteX243" fmla="*/ 234425 w 340982"/>
                <a:gd name="connsiteY243" fmla="*/ 29508 h 81966"/>
                <a:gd name="connsiteX244" fmla="*/ 231147 w 340982"/>
                <a:gd name="connsiteY244" fmla="*/ 29508 h 81966"/>
                <a:gd name="connsiteX245" fmla="*/ 227868 w 340982"/>
                <a:gd name="connsiteY245" fmla="*/ 31147 h 81966"/>
                <a:gd name="connsiteX246" fmla="*/ 226229 w 340982"/>
                <a:gd name="connsiteY246" fmla="*/ 32787 h 81966"/>
                <a:gd name="connsiteX247" fmla="*/ 229507 w 340982"/>
                <a:gd name="connsiteY247" fmla="*/ 32787 h 81966"/>
                <a:gd name="connsiteX248" fmla="*/ 232786 w 340982"/>
                <a:gd name="connsiteY248" fmla="*/ 32787 h 81966"/>
                <a:gd name="connsiteX249" fmla="*/ 237704 w 340982"/>
                <a:gd name="connsiteY249" fmla="*/ 34426 h 81966"/>
                <a:gd name="connsiteX250" fmla="*/ 240982 w 340982"/>
                <a:gd name="connsiteY250" fmla="*/ 36065 h 81966"/>
                <a:gd name="connsiteX251" fmla="*/ 245901 w 340982"/>
                <a:gd name="connsiteY251" fmla="*/ 37705 h 81966"/>
                <a:gd name="connsiteX252" fmla="*/ 240982 w 340982"/>
                <a:gd name="connsiteY252" fmla="*/ 40983 h 81966"/>
                <a:gd name="connsiteX253" fmla="*/ 237704 w 340982"/>
                <a:gd name="connsiteY253" fmla="*/ 42623 h 81966"/>
                <a:gd name="connsiteX254" fmla="*/ 234425 w 340982"/>
                <a:gd name="connsiteY254" fmla="*/ 45901 h 81966"/>
                <a:gd name="connsiteX255" fmla="*/ 229507 w 340982"/>
                <a:gd name="connsiteY255" fmla="*/ 44262 h 81966"/>
                <a:gd name="connsiteX256" fmla="*/ 226229 w 340982"/>
                <a:gd name="connsiteY256" fmla="*/ 44262 h 81966"/>
                <a:gd name="connsiteX257" fmla="*/ 222950 w 340982"/>
                <a:gd name="connsiteY257" fmla="*/ 44262 h 81966"/>
                <a:gd name="connsiteX258" fmla="*/ 218032 w 340982"/>
                <a:gd name="connsiteY258" fmla="*/ 44262 h 81966"/>
                <a:gd name="connsiteX259" fmla="*/ 214753 w 340982"/>
                <a:gd name="connsiteY259" fmla="*/ 44262 h 81966"/>
                <a:gd name="connsiteX260" fmla="*/ 211474 w 340982"/>
                <a:gd name="connsiteY260" fmla="*/ 44262 h 81966"/>
                <a:gd name="connsiteX261" fmla="*/ 209835 w 340982"/>
                <a:gd name="connsiteY261" fmla="*/ 44262 h 81966"/>
                <a:gd name="connsiteX262" fmla="*/ 206557 w 340982"/>
                <a:gd name="connsiteY262" fmla="*/ 44262 h 81966"/>
                <a:gd name="connsiteX263" fmla="*/ 201638 w 340982"/>
                <a:gd name="connsiteY263" fmla="*/ 44262 h 81966"/>
                <a:gd name="connsiteX264" fmla="*/ 198360 w 340982"/>
                <a:gd name="connsiteY264" fmla="*/ 42623 h 81966"/>
                <a:gd name="connsiteX265" fmla="*/ 195081 w 340982"/>
                <a:gd name="connsiteY265" fmla="*/ 42623 h 81966"/>
                <a:gd name="connsiteX266" fmla="*/ 190163 w 340982"/>
                <a:gd name="connsiteY266" fmla="*/ 42623 h 81966"/>
                <a:gd name="connsiteX267" fmla="*/ 186884 w 340982"/>
                <a:gd name="connsiteY267" fmla="*/ 42623 h 81966"/>
                <a:gd name="connsiteX268" fmla="*/ 181966 w 340982"/>
                <a:gd name="connsiteY268" fmla="*/ 44262 h 81966"/>
                <a:gd name="connsiteX269" fmla="*/ 178688 w 340982"/>
                <a:gd name="connsiteY269" fmla="*/ 44262 h 81966"/>
                <a:gd name="connsiteX270" fmla="*/ 178688 w 340982"/>
                <a:gd name="connsiteY270" fmla="*/ 40983 h 81966"/>
                <a:gd name="connsiteX271" fmla="*/ 183606 w 340982"/>
                <a:gd name="connsiteY271" fmla="*/ 37705 h 81966"/>
                <a:gd name="connsiteX272" fmla="*/ 181966 w 340982"/>
                <a:gd name="connsiteY272" fmla="*/ 34426 h 81966"/>
                <a:gd name="connsiteX273" fmla="*/ 186884 w 340982"/>
                <a:gd name="connsiteY273" fmla="*/ 34426 h 81966"/>
                <a:gd name="connsiteX274" fmla="*/ 181966 w 340982"/>
                <a:gd name="connsiteY274" fmla="*/ 32787 h 81966"/>
                <a:gd name="connsiteX275" fmla="*/ 178688 w 340982"/>
                <a:gd name="connsiteY275" fmla="*/ 32787 h 81966"/>
                <a:gd name="connsiteX276" fmla="*/ 173770 w 340982"/>
                <a:gd name="connsiteY276" fmla="*/ 34426 h 81966"/>
                <a:gd name="connsiteX277" fmla="*/ 170491 w 340982"/>
                <a:gd name="connsiteY277" fmla="*/ 32787 h 81966"/>
                <a:gd name="connsiteX278" fmla="*/ 167212 w 340982"/>
                <a:gd name="connsiteY278" fmla="*/ 34426 h 81966"/>
                <a:gd name="connsiteX279" fmla="*/ 170491 w 340982"/>
                <a:gd name="connsiteY279" fmla="*/ 32787 h 81966"/>
                <a:gd name="connsiteX280" fmla="*/ 175409 w 340982"/>
                <a:gd name="connsiteY280" fmla="*/ 31147 h 81966"/>
                <a:gd name="connsiteX281" fmla="*/ 178688 w 340982"/>
                <a:gd name="connsiteY281" fmla="*/ 31147 h 81966"/>
                <a:gd name="connsiteX282" fmla="*/ 183606 w 340982"/>
                <a:gd name="connsiteY282" fmla="*/ 31147 h 81966"/>
                <a:gd name="connsiteX283" fmla="*/ 178688 w 340982"/>
                <a:gd name="connsiteY283" fmla="*/ 27869 h 81966"/>
                <a:gd name="connsiteX284" fmla="*/ 175409 w 340982"/>
                <a:gd name="connsiteY284" fmla="*/ 26229 h 81966"/>
                <a:gd name="connsiteX285" fmla="*/ 173770 w 340982"/>
                <a:gd name="connsiteY285" fmla="*/ 22951 h 81966"/>
                <a:gd name="connsiteX286" fmla="*/ 170491 w 340982"/>
                <a:gd name="connsiteY286" fmla="*/ 21311 h 81966"/>
                <a:gd name="connsiteX287" fmla="*/ 167212 w 340982"/>
                <a:gd name="connsiteY287" fmla="*/ 19672 h 81966"/>
                <a:gd name="connsiteX288" fmla="*/ 162294 w 340982"/>
                <a:gd name="connsiteY288" fmla="*/ 19672 h 81966"/>
                <a:gd name="connsiteX289" fmla="*/ 159016 w 340982"/>
                <a:gd name="connsiteY289" fmla="*/ 19672 h 81966"/>
                <a:gd name="connsiteX290" fmla="*/ 154098 w 340982"/>
                <a:gd name="connsiteY290" fmla="*/ 19672 h 81966"/>
                <a:gd name="connsiteX291" fmla="*/ 150819 w 340982"/>
                <a:gd name="connsiteY291" fmla="*/ 19672 h 81966"/>
                <a:gd name="connsiteX292" fmla="*/ 145901 w 340982"/>
                <a:gd name="connsiteY292" fmla="*/ 21311 h 81966"/>
                <a:gd name="connsiteX293" fmla="*/ 142622 w 340982"/>
                <a:gd name="connsiteY293" fmla="*/ 21311 h 81966"/>
                <a:gd name="connsiteX294" fmla="*/ 139344 w 340982"/>
                <a:gd name="connsiteY294" fmla="*/ 21311 h 81966"/>
                <a:gd name="connsiteX295" fmla="*/ 140983 w 340982"/>
                <a:gd name="connsiteY295" fmla="*/ 18033 h 81966"/>
                <a:gd name="connsiteX296" fmla="*/ 144262 w 340982"/>
                <a:gd name="connsiteY296" fmla="*/ 14754 h 81966"/>
                <a:gd name="connsiteX297" fmla="*/ 142622 w 340982"/>
                <a:gd name="connsiteY297" fmla="*/ 11475 h 81966"/>
                <a:gd name="connsiteX298" fmla="*/ 137704 w 340982"/>
                <a:gd name="connsiteY298" fmla="*/ 11475 h 81966"/>
                <a:gd name="connsiteX299" fmla="*/ 134426 w 340982"/>
                <a:gd name="connsiteY299" fmla="*/ 11475 h 81966"/>
                <a:gd name="connsiteX300" fmla="*/ 129508 w 340982"/>
                <a:gd name="connsiteY300" fmla="*/ 11475 h 81966"/>
                <a:gd name="connsiteX301" fmla="*/ 126229 w 340982"/>
                <a:gd name="connsiteY301" fmla="*/ 11475 h 81966"/>
                <a:gd name="connsiteX302" fmla="*/ 121311 w 340982"/>
                <a:gd name="connsiteY302" fmla="*/ 11475 h 81966"/>
                <a:gd name="connsiteX303" fmla="*/ 118032 w 340982"/>
                <a:gd name="connsiteY303" fmla="*/ 13115 h 81966"/>
                <a:gd name="connsiteX304" fmla="*/ 114754 w 340982"/>
                <a:gd name="connsiteY304" fmla="*/ 13115 h 81966"/>
                <a:gd name="connsiteX305" fmla="*/ 109836 w 340982"/>
                <a:gd name="connsiteY305" fmla="*/ 13115 h 81966"/>
                <a:gd name="connsiteX306" fmla="*/ 106557 w 340982"/>
                <a:gd name="connsiteY306" fmla="*/ 14754 h 81966"/>
                <a:gd name="connsiteX307" fmla="*/ 101639 w 340982"/>
                <a:gd name="connsiteY307" fmla="*/ 14754 h 81966"/>
                <a:gd name="connsiteX308" fmla="*/ 98360 w 340982"/>
                <a:gd name="connsiteY308" fmla="*/ 16393 h 81966"/>
                <a:gd name="connsiteX309" fmla="*/ 95082 w 340982"/>
                <a:gd name="connsiteY309" fmla="*/ 18033 h 81966"/>
                <a:gd name="connsiteX310" fmla="*/ 98360 w 340982"/>
                <a:gd name="connsiteY310" fmla="*/ 19672 h 81966"/>
                <a:gd name="connsiteX311" fmla="*/ 101639 w 340982"/>
                <a:gd name="connsiteY311" fmla="*/ 19672 h 81966"/>
                <a:gd name="connsiteX312" fmla="*/ 106557 w 340982"/>
                <a:gd name="connsiteY312" fmla="*/ 19672 h 81966"/>
                <a:gd name="connsiteX313" fmla="*/ 109836 w 340982"/>
                <a:gd name="connsiteY313" fmla="*/ 21311 h 81966"/>
                <a:gd name="connsiteX314" fmla="*/ 114754 w 340982"/>
                <a:gd name="connsiteY314" fmla="*/ 22951 h 81966"/>
                <a:gd name="connsiteX315" fmla="*/ 118032 w 340982"/>
                <a:gd name="connsiteY315" fmla="*/ 22951 h 81966"/>
                <a:gd name="connsiteX316" fmla="*/ 114754 w 340982"/>
                <a:gd name="connsiteY316" fmla="*/ 22951 h 81966"/>
                <a:gd name="connsiteX317" fmla="*/ 111475 w 340982"/>
                <a:gd name="connsiteY317" fmla="*/ 22951 h 81966"/>
                <a:gd name="connsiteX318" fmla="*/ 106557 w 340982"/>
                <a:gd name="connsiteY318" fmla="*/ 21311 h 81966"/>
                <a:gd name="connsiteX319" fmla="*/ 103278 w 340982"/>
                <a:gd name="connsiteY319" fmla="*/ 21311 h 81966"/>
                <a:gd name="connsiteX320" fmla="*/ 98360 w 340982"/>
                <a:gd name="connsiteY320" fmla="*/ 21311 h 81966"/>
                <a:gd name="connsiteX321" fmla="*/ 95082 w 340982"/>
                <a:gd name="connsiteY321" fmla="*/ 21311 h 81966"/>
                <a:gd name="connsiteX322" fmla="*/ 91803 w 340982"/>
                <a:gd name="connsiteY322" fmla="*/ 21311 h 81966"/>
                <a:gd name="connsiteX323" fmla="*/ 86885 w 340982"/>
                <a:gd name="connsiteY323" fmla="*/ 21311 h 81966"/>
                <a:gd name="connsiteX324" fmla="*/ 83606 w 340982"/>
                <a:gd name="connsiteY324" fmla="*/ 21311 h 81966"/>
                <a:gd name="connsiteX325" fmla="*/ 80327 w 340982"/>
                <a:gd name="connsiteY325" fmla="*/ 21311 h 81966"/>
                <a:gd name="connsiteX326" fmla="*/ 75410 w 340982"/>
                <a:gd name="connsiteY326" fmla="*/ 22951 h 81966"/>
                <a:gd name="connsiteX327" fmla="*/ 72131 w 340982"/>
                <a:gd name="connsiteY327" fmla="*/ 22951 h 81966"/>
                <a:gd name="connsiteX328" fmla="*/ 67213 w 340982"/>
                <a:gd name="connsiteY328" fmla="*/ 24590 h 81966"/>
                <a:gd name="connsiteX329" fmla="*/ 63934 w 340982"/>
                <a:gd name="connsiteY329" fmla="*/ 26229 h 81966"/>
                <a:gd name="connsiteX330" fmla="*/ 59016 w 340982"/>
                <a:gd name="connsiteY330" fmla="*/ 29508 h 81966"/>
                <a:gd name="connsiteX331" fmla="*/ 55737 w 340982"/>
                <a:gd name="connsiteY331" fmla="*/ 29508 h 81966"/>
                <a:gd name="connsiteX332" fmla="*/ 59016 w 340982"/>
                <a:gd name="connsiteY332" fmla="*/ 32787 h 81966"/>
                <a:gd name="connsiteX333" fmla="*/ 63934 w 340982"/>
                <a:gd name="connsiteY333" fmla="*/ 32787 h 81966"/>
                <a:gd name="connsiteX334" fmla="*/ 67213 w 340982"/>
                <a:gd name="connsiteY334" fmla="*/ 32787 h 81966"/>
                <a:gd name="connsiteX335" fmla="*/ 70492 w 340982"/>
                <a:gd name="connsiteY335" fmla="*/ 32787 h 81966"/>
                <a:gd name="connsiteX336" fmla="*/ 75410 w 340982"/>
                <a:gd name="connsiteY336" fmla="*/ 31147 h 81966"/>
                <a:gd name="connsiteX337" fmla="*/ 78688 w 340982"/>
                <a:gd name="connsiteY337" fmla="*/ 31147 h 81966"/>
                <a:gd name="connsiteX338" fmla="*/ 83606 w 340982"/>
                <a:gd name="connsiteY338" fmla="*/ 31147 h 81966"/>
                <a:gd name="connsiteX339" fmla="*/ 86885 w 340982"/>
                <a:gd name="connsiteY339" fmla="*/ 31147 h 81966"/>
                <a:gd name="connsiteX340" fmla="*/ 91803 w 340982"/>
                <a:gd name="connsiteY340" fmla="*/ 31147 h 81966"/>
                <a:gd name="connsiteX341" fmla="*/ 95082 w 340982"/>
                <a:gd name="connsiteY341" fmla="*/ 31147 h 81966"/>
                <a:gd name="connsiteX342" fmla="*/ 98360 w 340982"/>
                <a:gd name="connsiteY342" fmla="*/ 31147 h 81966"/>
                <a:gd name="connsiteX343" fmla="*/ 103278 w 340982"/>
                <a:gd name="connsiteY343" fmla="*/ 31147 h 81966"/>
                <a:gd name="connsiteX344" fmla="*/ 98360 w 340982"/>
                <a:gd name="connsiteY344" fmla="*/ 32787 h 81966"/>
                <a:gd name="connsiteX345" fmla="*/ 95082 w 340982"/>
                <a:gd name="connsiteY345" fmla="*/ 32787 h 81966"/>
                <a:gd name="connsiteX346" fmla="*/ 90164 w 340982"/>
                <a:gd name="connsiteY346" fmla="*/ 32787 h 81966"/>
                <a:gd name="connsiteX347" fmla="*/ 86885 w 340982"/>
                <a:gd name="connsiteY347" fmla="*/ 32787 h 81966"/>
                <a:gd name="connsiteX348" fmla="*/ 81967 w 340982"/>
                <a:gd name="connsiteY348" fmla="*/ 32787 h 81966"/>
                <a:gd name="connsiteX349" fmla="*/ 78688 w 340982"/>
                <a:gd name="connsiteY349" fmla="*/ 32787 h 81966"/>
                <a:gd name="connsiteX350" fmla="*/ 73770 w 340982"/>
                <a:gd name="connsiteY350" fmla="*/ 32787 h 81966"/>
                <a:gd name="connsiteX351" fmla="*/ 70492 w 340982"/>
                <a:gd name="connsiteY351" fmla="*/ 34426 h 81966"/>
                <a:gd name="connsiteX352" fmla="*/ 67213 w 340982"/>
                <a:gd name="connsiteY352" fmla="*/ 34426 h 81966"/>
                <a:gd name="connsiteX353" fmla="*/ 62295 w 340982"/>
                <a:gd name="connsiteY353" fmla="*/ 34426 h 81966"/>
                <a:gd name="connsiteX354" fmla="*/ 59016 w 340982"/>
                <a:gd name="connsiteY354" fmla="*/ 34426 h 81966"/>
                <a:gd name="connsiteX355" fmla="*/ 54098 w 340982"/>
                <a:gd name="connsiteY355" fmla="*/ 34426 h 81966"/>
                <a:gd name="connsiteX356" fmla="*/ 50820 w 340982"/>
                <a:gd name="connsiteY356" fmla="*/ 34426 h 81966"/>
                <a:gd name="connsiteX357" fmla="*/ 47541 w 340982"/>
                <a:gd name="connsiteY357" fmla="*/ 34426 h 81966"/>
                <a:gd name="connsiteX358" fmla="*/ 44262 w 340982"/>
                <a:gd name="connsiteY358" fmla="*/ 36065 h 81966"/>
                <a:gd name="connsiteX359" fmla="*/ 39344 w 340982"/>
                <a:gd name="connsiteY359" fmla="*/ 36065 h 81966"/>
                <a:gd name="connsiteX360" fmla="*/ 34426 w 340982"/>
                <a:gd name="connsiteY360" fmla="*/ 37705 h 81966"/>
                <a:gd name="connsiteX361" fmla="*/ 31147 w 340982"/>
                <a:gd name="connsiteY361" fmla="*/ 39344 h 81966"/>
                <a:gd name="connsiteX362" fmla="*/ 27869 w 340982"/>
                <a:gd name="connsiteY362" fmla="*/ 40983 h 81966"/>
                <a:gd name="connsiteX363" fmla="*/ 31147 w 340982"/>
                <a:gd name="connsiteY363" fmla="*/ 42623 h 81966"/>
                <a:gd name="connsiteX364" fmla="*/ 34426 w 340982"/>
                <a:gd name="connsiteY364" fmla="*/ 42623 h 81966"/>
                <a:gd name="connsiteX365" fmla="*/ 39344 w 340982"/>
                <a:gd name="connsiteY365" fmla="*/ 42623 h 81966"/>
                <a:gd name="connsiteX366" fmla="*/ 42623 w 340982"/>
                <a:gd name="connsiteY366" fmla="*/ 42623 h 81966"/>
                <a:gd name="connsiteX367" fmla="*/ 47541 w 340982"/>
                <a:gd name="connsiteY367" fmla="*/ 42623 h 81966"/>
                <a:gd name="connsiteX368" fmla="*/ 50820 w 340982"/>
                <a:gd name="connsiteY368" fmla="*/ 42623 h 81966"/>
                <a:gd name="connsiteX369" fmla="*/ 54098 w 340982"/>
                <a:gd name="connsiteY369" fmla="*/ 42623 h 81966"/>
                <a:gd name="connsiteX370" fmla="*/ 59016 w 340982"/>
                <a:gd name="connsiteY370" fmla="*/ 40983 h 81966"/>
                <a:gd name="connsiteX371" fmla="*/ 62295 w 340982"/>
                <a:gd name="connsiteY371" fmla="*/ 40983 h 81966"/>
                <a:gd name="connsiteX372" fmla="*/ 65573 w 340982"/>
                <a:gd name="connsiteY372" fmla="*/ 40983 h 81966"/>
                <a:gd name="connsiteX373" fmla="*/ 70492 w 340982"/>
                <a:gd name="connsiteY373" fmla="*/ 39344 h 81966"/>
                <a:gd name="connsiteX374" fmla="*/ 73770 w 340982"/>
                <a:gd name="connsiteY374" fmla="*/ 39344 h 81966"/>
                <a:gd name="connsiteX375" fmla="*/ 77049 w 340982"/>
                <a:gd name="connsiteY375" fmla="*/ 39344 h 81966"/>
                <a:gd name="connsiteX376" fmla="*/ 83606 w 340982"/>
                <a:gd name="connsiteY376" fmla="*/ 39344 h 81966"/>
                <a:gd name="connsiteX377" fmla="*/ 86885 w 340982"/>
                <a:gd name="connsiteY377" fmla="*/ 37705 h 81966"/>
                <a:gd name="connsiteX378" fmla="*/ 83606 w 340982"/>
                <a:gd name="connsiteY378" fmla="*/ 39344 h 81966"/>
                <a:gd name="connsiteX379" fmla="*/ 78688 w 340982"/>
                <a:gd name="connsiteY379" fmla="*/ 40983 h 81966"/>
                <a:gd name="connsiteX380" fmla="*/ 75410 w 340982"/>
                <a:gd name="connsiteY380" fmla="*/ 40983 h 81966"/>
                <a:gd name="connsiteX381" fmla="*/ 70492 w 340982"/>
                <a:gd name="connsiteY381" fmla="*/ 40983 h 81966"/>
                <a:gd name="connsiteX382" fmla="*/ 67213 w 340982"/>
                <a:gd name="connsiteY382" fmla="*/ 42623 h 81966"/>
                <a:gd name="connsiteX383" fmla="*/ 62295 w 340982"/>
                <a:gd name="connsiteY383" fmla="*/ 42623 h 81966"/>
                <a:gd name="connsiteX384" fmla="*/ 59016 w 340982"/>
                <a:gd name="connsiteY384" fmla="*/ 44262 h 81966"/>
                <a:gd name="connsiteX385" fmla="*/ 54098 w 340982"/>
                <a:gd name="connsiteY385" fmla="*/ 44262 h 81966"/>
                <a:gd name="connsiteX386" fmla="*/ 50820 w 340982"/>
                <a:gd name="connsiteY386" fmla="*/ 45901 h 81966"/>
                <a:gd name="connsiteX387" fmla="*/ 47541 w 340982"/>
                <a:gd name="connsiteY387" fmla="*/ 45901 h 81966"/>
                <a:gd name="connsiteX388" fmla="*/ 42623 w 340982"/>
                <a:gd name="connsiteY388" fmla="*/ 45901 h 81966"/>
                <a:gd name="connsiteX389" fmla="*/ 39344 w 340982"/>
                <a:gd name="connsiteY389" fmla="*/ 45901 h 81966"/>
                <a:gd name="connsiteX390" fmla="*/ 36065 w 340982"/>
                <a:gd name="connsiteY390" fmla="*/ 45901 h 81966"/>
                <a:gd name="connsiteX391" fmla="*/ 31147 w 340982"/>
                <a:gd name="connsiteY391" fmla="*/ 45901 h 81966"/>
                <a:gd name="connsiteX392" fmla="*/ 27869 w 340982"/>
                <a:gd name="connsiteY392" fmla="*/ 45901 h 81966"/>
                <a:gd name="connsiteX393" fmla="*/ 22951 w 340982"/>
                <a:gd name="connsiteY393" fmla="*/ 45901 h 81966"/>
                <a:gd name="connsiteX394" fmla="*/ 19672 w 340982"/>
                <a:gd name="connsiteY394" fmla="*/ 45901 h 81966"/>
                <a:gd name="connsiteX395" fmla="*/ 14754 w 340982"/>
                <a:gd name="connsiteY395" fmla="*/ 47541 h 81966"/>
                <a:gd name="connsiteX396" fmla="*/ 11475 w 340982"/>
                <a:gd name="connsiteY396" fmla="*/ 47541 h 81966"/>
                <a:gd name="connsiteX397" fmla="*/ 8197 w 340982"/>
                <a:gd name="connsiteY397" fmla="*/ 49180 h 81966"/>
                <a:gd name="connsiteX398" fmla="*/ 3279 w 340982"/>
                <a:gd name="connsiteY398" fmla="*/ 50820 h 81966"/>
                <a:gd name="connsiteX399" fmla="*/ 0 w 340982"/>
                <a:gd name="connsiteY399" fmla="*/ 52459 h 81966"/>
                <a:gd name="connsiteX400" fmla="*/ 3279 w 340982"/>
                <a:gd name="connsiteY400" fmla="*/ 55737 h 81966"/>
                <a:gd name="connsiteX401" fmla="*/ 6557 w 340982"/>
                <a:gd name="connsiteY401" fmla="*/ 55737 h 81966"/>
                <a:gd name="connsiteX402" fmla="*/ 11475 w 340982"/>
                <a:gd name="connsiteY402" fmla="*/ 57377 h 81966"/>
                <a:gd name="connsiteX403" fmla="*/ 14754 w 340982"/>
                <a:gd name="connsiteY403" fmla="*/ 57377 h 81966"/>
                <a:gd name="connsiteX404" fmla="*/ 18033 w 340982"/>
                <a:gd name="connsiteY404" fmla="*/ 57377 h 81966"/>
                <a:gd name="connsiteX405" fmla="*/ 22951 w 340982"/>
                <a:gd name="connsiteY405" fmla="*/ 55737 h 81966"/>
                <a:gd name="connsiteX406" fmla="*/ 26229 w 340982"/>
                <a:gd name="connsiteY406" fmla="*/ 55737 h 81966"/>
                <a:gd name="connsiteX407" fmla="*/ 31147 w 340982"/>
                <a:gd name="connsiteY407" fmla="*/ 54098 h 81966"/>
                <a:gd name="connsiteX408" fmla="*/ 26229 w 340982"/>
                <a:gd name="connsiteY408" fmla="*/ 57377 h 81966"/>
                <a:gd name="connsiteX409" fmla="*/ 31147 w 340982"/>
                <a:gd name="connsiteY409" fmla="*/ 57377 h 81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</a:cxnLst>
              <a:rect l="l" t="t" r="r" b="b"/>
              <a:pathLst>
                <a:path w="340982" h="81966">
                  <a:moveTo>
                    <a:pt x="31147" y="57377"/>
                  </a:moveTo>
                  <a:lnTo>
                    <a:pt x="34426" y="57377"/>
                  </a:lnTo>
                  <a:lnTo>
                    <a:pt x="31147" y="59016"/>
                  </a:lnTo>
                  <a:lnTo>
                    <a:pt x="27869" y="59016"/>
                  </a:lnTo>
                  <a:lnTo>
                    <a:pt x="31147" y="60656"/>
                  </a:lnTo>
                  <a:lnTo>
                    <a:pt x="34426" y="62295"/>
                  </a:lnTo>
                  <a:lnTo>
                    <a:pt x="39344" y="62295"/>
                  </a:lnTo>
                  <a:lnTo>
                    <a:pt x="42623" y="60656"/>
                  </a:lnTo>
                  <a:lnTo>
                    <a:pt x="44262" y="57377"/>
                  </a:lnTo>
                  <a:lnTo>
                    <a:pt x="49180" y="57377"/>
                  </a:lnTo>
                  <a:lnTo>
                    <a:pt x="52459" y="57377"/>
                  </a:lnTo>
                  <a:lnTo>
                    <a:pt x="57377" y="55737"/>
                  </a:lnTo>
                  <a:lnTo>
                    <a:pt x="52459" y="59016"/>
                  </a:lnTo>
                  <a:lnTo>
                    <a:pt x="57377" y="62295"/>
                  </a:lnTo>
                  <a:lnTo>
                    <a:pt x="60655" y="62295"/>
                  </a:lnTo>
                  <a:lnTo>
                    <a:pt x="65573" y="60656"/>
                  </a:lnTo>
                  <a:lnTo>
                    <a:pt x="68852" y="60656"/>
                  </a:lnTo>
                  <a:lnTo>
                    <a:pt x="73770" y="59016"/>
                  </a:lnTo>
                  <a:lnTo>
                    <a:pt x="77049" y="59016"/>
                  </a:lnTo>
                  <a:lnTo>
                    <a:pt x="80327" y="57377"/>
                  </a:lnTo>
                  <a:lnTo>
                    <a:pt x="83606" y="52459"/>
                  </a:lnTo>
                  <a:lnTo>
                    <a:pt x="78688" y="52459"/>
                  </a:lnTo>
                  <a:lnTo>
                    <a:pt x="83606" y="50820"/>
                  </a:lnTo>
                  <a:lnTo>
                    <a:pt x="86885" y="54098"/>
                  </a:lnTo>
                  <a:lnTo>
                    <a:pt x="90164" y="52459"/>
                  </a:lnTo>
                  <a:lnTo>
                    <a:pt x="93442" y="50820"/>
                  </a:lnTo>
                  <a:lnTo>
                    <a:pt x="98360" y="49180"/>
                  </a:lnTo>
                  <a:lnTo>
                    <a:pt x="101639" y="45901"/>
                  </a:lnTo>
                  <a:lnTo>
                    <a:pt x="104917" y="49180"/>
                  </a:lnTo>
                  <a:lnTo>
                    <a:pt x="109836" y="47541"/>
                  </a:lnTo>
                  <a:lnTo>
                    <a:pt x="113114" y="47541"/>
                  </a:lnTo>
                  <a:lnTo>
                    <a:pt x="118032" y="47541"/>
                  </a:lnTo>
                  <a:lnTo>
                    <a:pt x="113114" y="47541"/>
                  </a:lnTo>
                  <a:lnTo>
                    <a:pt x="109836" y="49180"/>
                  </a:lnTo>
                  <a:lnTo>
                    <a:pt x="106557" y="49180"/>
                  </a:lnTo>
                  <a:lnTo>
                    <a:pt x="101639" y="50820"/>
                  </a:lnTo>
                  <a:lnTo>
                    <a:pt x="98360" y="52459"/>
                  </a:lnTo>
                  <a:lnTo>
                    <a:pt x="95082" y="54098"/>
                  </a:lnTo>
                  <a:lnTo>
                    <a:pt x="98360" y="55737"/>
                  </a:lnTo>
                  <a:lnTo>
                    <a:pt x="93442" y="55737"/>
                  </a:lnTo>
                  <a:lnTo>
                    <a:pt x="90164" y="57377"/>
                  </a:lnTo>
                  <a:lnTo>
                    <a:pt x="93442" y="59016"/>
                  </a:lnTo>
                  <a:lnTo>
                    <a:pt x="98360" y="59016"/>
                  </a:lnTo>
                  <a:lnTo>
                    <a:pt x="101639" y="59016"/>
                  </a:lnTo>
                  <a:lnTo>
                    <a:pt x="104917" y="59016"/>
                  </a:lnTo>
                  <a:lnTo>
                    <a:pt x="109836" y="57377"/>
                  </a:lnTo>
                  <a:lnTo>
                    <a:pt x="113114" y="57377"/>
                  </a:lnTo>
                  <a:lnTo>
                    <a:pt x="118032" y="57377"/>
                  </a:lnTo>
                  <a:lnTo>
                    <a:pt x="121311" y="57377"/>
                  </a:lnTo>
                  <a:lnTo>
                    <a:pt x="124590" y="54098"/>
                  </a:lnTo>
                  <a:lnTo>
                    <a:pt x="129508" y="52459"/>
                  </a:lnTo>
                  <a:lnTo>
                    <a:pt x="132786" y="54098"/>
                  </a:lnTo>
                  <a:lnTo>
                    <a:pt x="129508" y="55737"/>
                  </a:lnTo>
                  <a:lnTo>
                    <a:pt x="132786" y="57377"/>
                  </a:lnTo>
                  <a:lnTo>
                    <a:pt x="137704" y="57377"/>
                  </a:lnTo>
                  <a:lnTo>
                    <a:pt x="140983" y="57377"/>
                  </a:lnTo>
                  <a:lnTo>
                    <a:pt x="145901" y="55737"/>
                  </a:lnTo>
                  <a:lnTo>
                    <a:pt x="149180" y="55737"/>
                  </a:lnTo>
                  <a:lnTo>
                    <a:pt x="152458" y="55737"/>
                  </a:lnTo>
                  <a:lnTo>
                    <a:pt x="157376" y="55737"/>
                  </a:lnTo>
                  <a:lnTo>
                    <a:pt x="160655" y="54098"/>
                  </a:lnTo>
                  <a:lnTo>
                    <a:pt x="163934" y="54098"/>
                  </a:lnTo>
                  <a:lnTo>
                    <a:pt x="168852" y="52459"/>
                  </a:lnTo>
                  <a:lnTo>
                    <a:pt x="172130" y="52459"/>
                  </a:lnTo>
                  <a:lnTo>
                    <a:pt x="167212" y="54098"/>
                  </a:lnTo>
                  <a:lnTo>
                    <a:pt x="163934" y="55737"/>
                  </a:lnTo>
                  <a:lnTo>
                    <a:pt x="160655" y="57377"/>
                  </a:lnTo>
                  <a:lnTo>
                    <a:pt x="157376" y="57377"/>
                  </a:lnTo>
                  <a:lnTo>
                    <a:pt x="152458" y="59016"/>
                  </a:lnTo>
                  <a:lnTo>
                    <a:pt x="149180" y="59016"/>
                  </a:lnTo>
                  <a:lnTo>
                    <a:pt x="144262" y="60656"/>
                  </a:lnTo>
                  <a:lnTo>
                    <a:pt x="140983" y="62295"/>
                  </a:lnTo>
                  <a:lnTo>
                    <a:pt x="137704" y="62295"/>
                  </a:lnTo>
                  <a:lnTo>
                    <a:pt x="134426" y="60656"/>
                  </a:lnTo>
                  <a:lnTo>
                    <a:pt x="129508" y="62295"/>
                  </a:lnTo>
                  <a:lnTo>
                    <a:pt x="126229" y="62295"/>
                  </a:lnTo>
                  <a:lnTo>
                    <a:pt x="121311" y="62295"/>
                  </a:lnTo>
                  <a:lnTo>
                    <a:pt x="118032" y="62295"/>
                  </a:lnTo>
                  <a:lnTo>
                    <a:pt x="114754" y="62295"/>
                  </a:lnTo>
                  <a:lnTo>
                    <a:pt x="109836" y="62295"/>
                  </a:lnTo>
                  <a:lnTo>
                    <a:pt x="106557" y="62295"/>
                  </a:lnTo>
                  <a:lnTo>
                    <a:pt x="101639" y="63934"/>
                  </a:lnTo>
                  <a:lnTo>
                    <a:pt x="98360" y="65573"/>
                  </a:lnTo>
                  <a:lnTo>
                    <a:pt x="95082" y="65573"/>
                  </a:lnTo>
                  <a:lnTo>
                    <a:pt x="90164" y="67213"/>
                  </a:lnTo>
                  <a:lnTo>
                    <a:pt x="86885" y="67213"/>
                  </a:lnTo>
                  <a:lnTo>
                    <a:pt x="83606" y="67213"/>
                  </a:lnTo>
                  <a:lnTo>
                    <a:pt x="78688" y="68852"/>
                  </a:lnTo>
                  <a:lnTo>
                    <a:pt x="75410" y="68852"/>
                  </a:lnTo>
                  <a:lnTo>
                    <a:pt x="70492" y="68852"/>
                  </a:lnTo>
                  <a:lnTo>
                    <a:pt x="67213" y="70492"/>
                  </a:lnTo>
                  <a:lnTo>
                    <a:pt x="63934" y="70492"/>
                  </a:lnTo>
                  <a:lnTo>
                    <a:pt x="59016" y="72131"/>
                  </a:lnTo>
                  <a:lnTo>
                    <a:pt x="55737" y="72131"/>
                  </a:lnTo>
                  <a:lnTo>
                    <a:pt x="57377" y="77049"/>
                  </a:lnTo>
                  <a:lnTo>
                    <a:pt x="62295" y="78688"/>
                  </a:lnTo>
                  <a:lnTo>
                    <a:pt x="65573" y="80328"/>
                  </a:lnTo>
                  <a:lnTo>
                    <a:pt x="68852" y="81967"/>
                  </a:lnTo>
                  <a:lnTo>
                    <a:pt x="73770" y="81967"/>
                  </a:lnTo>
                  <a:lnTo>
                    <a:pt x="77049" y="81967"/>
                  </a:lnTo>
                  <a:lnTo>
                    <a:pt x="80327" y="81967"/>
                  </a:lnTo>
                  <a:lnTo>
                    <a:pt x="85245" y="81967"/>
                  </a:lnTo>
                  <a:lnTo>
                    <a:pt x="88524" y="81967"/>
                  </a:lnTo>
                  <a:lnTo>
                    <a:pt x="93442" y="81967"/>
                  </a:lnTo>
                  <a:lnTo>
                    <a:pt x="96721" y="81967"/>
                  </a:lnTo>
                  <a:lnTo>
                    <a:pt x="101639" y="81967"/>
                  </a:lnTo>
                  <a:lnTo>
                    <a:pt x="104917" y="80328"/>
                  </a:lnTo>
                  <a:lnTo>
                    <a:pt x="108196" y="80328"/>
                  </a:lnTo>
                  <a:lnTo>
                    <a:pt x="113114" y="80328"/>
                  </a:lnTo>
                  <a:lnTo>
                    <a:pt x="116393" y="78688"/>
                  </a:lnTo>
                  <a:lnTo>
                    <a:pt x="119672" y="78688"/>
                  </a:lnTo>
                  <a:lnTo>
                    <a:pt x="124590" y="78688"/>
                  </a:lnTo>
                  <a:lnTo>
                    <a:pt x="127868" y="77049"/>
                  </a:lnTo>
                  <a:lnTo>
                    <a:pt x="132786" y="77049"/>
                  </a:lnTo>
                  <a:lnTo>
                    <a:pt x="136065" y="75410"/>
                  </a:lnTo>
                  <a:lnTo>
                    <a:pt x="140983" y="75410"/>
                  </a:lnTo>
                  <a:lnTo>
                    <a:pt x="144262" y="75410"/>
                  </a:lnTo>
                  <a:lnTo>
                    <a:pt x="147540" y="73770"/>
                  </a:lnTo>
                  <a:lnTo>
                    <a:pt x="150819" y="72131"/>
                  </a:lnTo>
                  <a:lnTo>
                    <a:pt x="155737" y="72131"/>
                  </a:lnTo>
                  <a:lnTo>
                    <a:pt x="159016" y="68852"/>
                  </a:lnTo>
                  <a:lnTo>
                    <a:pt x="162294" y="68852"/>
                  </a:lnTo>
                  <a:lnTo>
                    <a:pt x="167212" y="68852"/>
                  </a:lnTo>
                  <a:lnTo>
                    <a:pt x="170491" y="67213"/>
                  </a:lnTo>
                  <a:lnTo>
                    <a:pt x="173770" y="67213"/>
                  </a:lnTo>
                  <a:lnTo>
                    <a:pt x="178688" y="67213"/>
                  </a:lnTo>
                  <a:lnTo>
                    <a:pt x="178688" y="67213"/>
                  </a:lnTo>
                  <a:lnTo>
                    <a:pt x="183606" y="65573"/>
                  </a:lnTo>
                  <a:lnTo>
                    <a:pt x="186884" y="67213"/>
                  </a:lnTo>
                  <a:lnTo>
                    <a:pt x="191802" y="67213"/>
                  </a:lnTo>
                  <a:lnTo>
                    <a:pt x="195081" y="65573"/>
                  </a:lnTo>
                  <a:lnTo>
                    <a:pt x="198360" y="63934"/>
                  </a:lnTo>
                  <a:lnTo>
                    <a:pt x="203278" y="63934"/>
                  </a:lnTo>
                  <a:lnTo>
                    <a:pt x="206557" y="62295"/>
                  </a:lnTo>
                  <a:lnTo>
                    <a:pt x="209835" y="62295"/>
                  </a:lnTo>
                  <a:lnTo>
                    <a:pt x="213114" y="60656"/>
                  </a:lnTo>
                  <a:lnTo>
                    <a:pt x="218032" y="59016"/>
                  </a:lnTo>
                  <a:lnTo>
                    <a:pt x="221310" y="59016"/>
                  </a:lnTo>
                  <a:lnTo>
                    <a:pt x="218032" y="62295"/>
                  </a:lnTo>
                  <a:lnTo>
                    <a:pt x="221310" y="62295"/>
                  </a:lnTo>
                  <a:lnTo>
                    <a:pt x="226229" y="63934"/>
                  </a:lnTo>
                  <a:lnTo>
                    <a:pt x="229507" y="63934"/>
                  </a:lnTo>
                  <a:lnTo>
                    <a:pt x="234425" y="63934"/>
                  </a:lnTo>
                  <a:lnTo>
                    <a:pt x="237704" y="62295"/>
                  </a:lnTo>
                  <a:lnTo>
                    <a:pt x="240982" y="60656"/>
                  </a:lnTo>
                  <a:lnTo>
                    <a:pt x="245901" y="60656"/>
                  </a:lnTo>
                  <a:lnTo>
                    <a:pt x="247540" y="59016"/>
                  </a:lnTo>
                  <a:lnTo>
                    <a:pt x="245901" y="62295"/>
                  </a:lnTo>
                  <a:lnTo>
                    <a:pt x="249179" y="63934"/>
                  </a:lnTo>
                  <a:lnTo>
                    <a:pt x="252458" y="63934"/>
                  </a:lnTo>
                  <a:lnTo>
                    <a:pt x="257376" y="65573"/>
                  </a:lnTo>
                  <a:lnTo>
                    <a:pt x="260654" y="63934"/>
                  </a:lnTo>
                  <a:lnTo>
                    <a:pt x="263933" y="63934"/>
                  </a:lnTo>
                  <a:lnTo>
                    <a:pt x="268851" y="62295"/>
                  </a:lnTo>
                  <a:lnTo>
                    <a:pt x="272130" y="60656"/>
                  </a:lnTo>
                  <a:lnTo>
                    <a:pt x="277048" y="60656"/>
                  </a:lnTo>
                  <a:lnTo>
                    <a:pt x="280327" y="60656"/>
                  </a:lnTo>
                  <a:lnTo>
                    <a:pt x="283605" y="60656"/>
                  </a:lnTo>
                  <a:lnTo>
                    <a:pt x="288523" y="60656"/>
                  </a:lnTo>
                  <a:lnTo>
                    <a:pt x="291802" y="60656"/>
                  </a:lnTo>
                  <a:lnTo>
                    <a:pt x="295081" y="57377"/>
                  </a:lnTo>
                  <a:lnTo>
                    <a:pt x="299999" y="57377"/>
                  </a:lnTo>
                  <a:lnTo>
                    <a:pt x="303277" y="52459"/>
                  </a:lnTo>
                  <a:lnTo>
                    <a:pt x="308195" y="50820"/>
                  </a:lnTo>
                  <a:lnTo>
                    <a:pt x="311474" y="50820"/>
                  </a:lnTo>
                  <a:lnTo>
                    <a:pt x="314753" y="49180"/>
                  </a:lnTo>
                  <a:lnTo>
                    <a:pt x="319671" y="47541"/>
                  </a:lnTo>
                  <a:lnTo>
                    <a:pt x="322949" y="44262"/>
                  </a:lnTo>
                  <a:lnTo>
                    <a:pt x="326228" y="42623"/>
                  </a:lnTo>
                  <a:lnTo>
                    <a:pt x="331146" y="40983"/>
                  </a:lnTo>
                  <a:lnTo>
                    <a:pt x="334425" y="39344"/>
                  </a:lnTo>
                  <a:lnTo>
                    <a:pt x="337703" y="36065"/>
                  </a:lnTo>
                  <a:lnTo>
                    <a:pt x="340982" y="32787"/>
                  </a:lnTo>
                  <a:lnTo>
                    <a:pt x="339343" y="29508"/>
                  </a:lnTo>
                  <a:lnTo>
                    <a:pt x="336064" y="27869"/>
                  </a:lnTo>
                  <a:lnTo>
                    <a:pt x="336064" y="27869"/>
                  </a:lnTo>
                  <a:lnTo>
                    <a:pt x="331146" y="26229"/>
                  </a:lnTo>
                  <a:lnTo>
                    <a:pt x="327867" y="26229"/>
                  </a:lnTo>
                  <a:lnTo>
                    <a:pt x="324589" y="26229"/>
                  </a:lnTo>
                  <a:lnTo>
                    <a:pt x="319671" y="26229"/>
                  </a:lnTo>
                  <a:lnTo>
                    <a:pt x="316392" y="27869"/>
                  </a:lnTo>
                  <a:lnTo>
                    <a:pt x="311474" y="27869"/>
                  </a:lnTo>
                  <a:lnTo>
                    <a:pt x="308195" y="29508"/>
                  </a:lnTo>
                  <a:lnTo>
                    <a:pt x="304917" y="32787"/>
                  </a:lnTo>
                  <a:lnTo>
                    <a:pt x="308195" y="34426"/>
                  </a:lnTo>
                  <a:lnTo>
                    <a:pt x="304917" y="34426"/>
                  </a:lnTo>
                  <a:lnTo>
                    <a:pt x="301638" y="36065"/>
                  </a:lnTo>
                  <a:lnTo>
                    <a:pt x="296720" y="37705"/>
                  </a:lnTo>
                  <a:lnTo>
                    <a:pt x="298359" y="34426"/>
                  </a:lnTo>
                  <a:lnTo>
                    <a:pt x="301638" y="31147"/>
                  </a:lnTo>
                  <a:lnTo>
                    <a:pt x="298359" y="31147"/>
                  </a:lnTo>
                  <a:lnTo>
                    <a:pt x="295081" y="31147"/>
                  </a:lnTo>
                  <a:lnTo>
                    <a:pt x="290163" y="31147"/>
                  </a:lnTo>
                  <a:lnTo>
                    <a:pt x="286884" y="31147"/>
                  </a:lnTo>
                  <a:lnTo>
                    <a:pt x="283605" y="32787"/>
                  </a:lnTo>
                  <a:lnTo>
                    <a:pt x="278687" y="34426"/>
                  </a:lnTo>
                  <a:lnTo>
                    <a:pt x="275409" y="34426"/>
                  </a:lnTo>
                  <a:lnTo>
                    <a:pt x="278687" y="32787"/>
                  </a:lnTo>
                  <a:lnTo>
                    <a:pt x="281966" y="31147"/>
                  </a:lnTo>
                  <a:lnTo>
                    <a:pt x="286884" y="29508"/>
                  </a:lnTo>
                  <a:lnTo>
                    <a:pt x="290163" y="29508"/>
                  </a:lnTo>
                  <a:lnTo>
                    <a:pt x="286884" y="26229"/>
                  </a:lnTo>
                  <a:lnTo>
                    <a:pt x="281966" y="26229"/>
                  </a:lnTo>
                  <a:lnTo>
                    <a:pt x="278687" y="26229"/>
                  </a:lnTo>
                  <a:lnTo>
                    <a:pt x="273769" y="26229"/>
                  </a:lnTo>
                  <a:lnTo>
                    <a:pt x="278687" y="22951"/>
                  </a:lnTo>
                  <a:lnTo>
                    <a:pt x="281966" y="21311"/>
                  </a:lnTo>
                  <a:lnTo>
                    <a:pt x="285245" y="21311"/>
                  </a:lnTo>
                  <a:lnTo>
                    <a:pt x="290163" y="21311"/>
                  </a:lnTo>
                  <a:lnTo>
                    <a:pt x="293441" y="18033"/>
                  </a:lnTo>
                  <a:lnTo>
                    <a:pt x="293441" y="14754"/>
                  </a:lnTo>
                  <a:lnTo>
                    <a:pt x="288523" y="14754"/>
                  </a:lnTo>
                  <a:lnTo>
                    <a:pt x="291802" y="13115"/>
                  </a:lnTo>
                  <a:lnTo>
                    <a:pt x="293441" y="8197"/>
                  </a:lnTo>
                  <a:lnTo>
                    <a:pt x="298359" y="6557"/>
                  </a:lnTo>
                  <a:lnTo>
                    <a:pt x="301638" y="4918"/>
                  </a:lnTo>
                  <a:lnTo>
                    <a:pt x="303277" y="1639"/>
                  </a:lnTo>
                  <a:lnTo>
                    <a:pt x="298359" y="0"/>
                  </a:lnTo>
                  <a:lnTo>
                    <a:pt x="295081" y="0"/>
                  </a:lnTo>
                  <a:lnTo>
                    <a:pt x="291802" y="0"/>
                  </a:lnTo>
                  <a:lnTo>
                    <a:pt x="286884" y="1639"/>
                  </a:lnTo>
                  <a:lnTo>
                    <a:pt x="283605" y="3279"/>
                  </a:lnTo>
                  <a:lnTo>
                    <a:pt x="278687" y="3279"/>
                  </a:lnTo>
                  <a:lnTo>
                    <a:pt x="275409" y="4918"/>
                  </a:lnTo>
                  <a:lnTo>
                    <a:pt x="272130" y="6557"/>
                  </a:lnTo>
                  <a:lnTo>
                    <a:pt x="267212" y="8197"/>
                  </a:lnTo>
                  <a:lnTo>
                    <a:pt x="263933" y="9836"/>
                  </a:lnTo>
                  <a:lnTo>
                    <a:pt x="259015" y="11475"/>
                  </a:lnTo>
                  <a:lnTo>
                    <a:pt x="255737" y="11475"/>
                  </a:lnTo>
                  <a:lnTo>
                    <a:pt x="254097" y="11475"/>
                  </a:lnTo>
                  <a:lnTo>
                    <a:pt x="250819" y="13115"/>
                  </a:lnTo>
                  <a:lnTo>
                    <a:pt x="245901" y="13115"/>
                  </a:lnTo>
                  <a:lnTo>
                    <a:pt x="242622" y="13115"/>
                  </a:lnTo>
                  <a:lnTo>
                    <a:pt x="239343" y="16393"/>
                  </a:lnTo>
                  <a:lnTo>
                    <a:pt x="240982" y="19672"/>
                  </a:lnTo>
                  <a:lnTo>
                    <a:pt x="242622" y="19672"/>
                  </a:lnTo>
                  <a:lnTo>
                    <a:pt x="245901" y="19672"/>
                  </a:lnTo>
                  <a:lnTo>
                    <a:pt x="250819" y="21311"/>
                  </a:lnTo>
                  <a:lnTo>
                    <a:pt x="254097" y="24590"/>
                  </a:lnTo>
                  <a:lnTo>
                    <a:pt x="250819" y="26229"/>
                  </a:lnTo>
                  <a:lnTo>
                    <a:pt x="245901" y="27869"/>
                  </a:lnTo>
                  <a:lnTo>
                    <a:pt x="242622" y="27869"/>
                  </a:lnTo>
                  <a:lnTo>
                    <a:pt x="239343" y="29508"/>
                  </a:lnTo>
                  <a:lnTo>
                    <a:pt x="234425" y="29508"/>
                  </a:lnTo>
                  <a:lnTo>
                    <a:pt x="231147" y="29508"/>
                  </a:lnTo>
                  <a:lnTo>
                    <a:pt x="227868" y="31147"/>
                  </a:lnTo>
                  <a:lnTo>
                    <a:pt x="226229" y="32787"/>
                  </a:lnTo>
                  <a:lnTo>
                    <a:pt x="229507" y="32787"/>
                  </a:lnTo>
                  <a:lnTo>
                    <a:pt x="232786" y="32787"/>
                  </a:lnTo>
                  <a:lnTo>
                    <a:pt x="237704" y="34426"/>
                  </a:lnTo>
                  <a:lnTo>
                    <a:pt x="240982" y="36065"/>
                  </a:lnTo>
                  <a:lnTo>
                    <a:pt x="245901" y="37705"/>
                  </a:lnTo>
                  <a:lnTo>
                    <a:pt x="240982" y="40983"/>
                  </a:lnTo>
                  <a:lnTo>
                    <a:pt x="237704" y="42623"/>
                  </a:lnTo>
                  <a:lnTo>
                    <a:pt x="234425" y="45901"/>
                  </a:lnTo>
                  <a:lnTo>
                    <a:pt x="229507" y="44262"/>
                  </a:lnTo>
                  <a:lnTo>
                    <a:pt x="226229" y="44262"/>
                  </a:lnTo>
                  <a:lnTo>
                    <a:pt x="222950" y="44262"/>
                  </a:lnTo>
                  <a:lnTo>
                    <a:pt x="218032" y="44262"/>
                  </a:lnTo>
                  <a:lnTo>
                    <a:pt x="214753" y="44262"/>
                  </a:lnTo>
                  <a:lnTo>
                    <a:pt x="211474" y="44262"/>
                  </a:lnTo>
                  <a:lnTo>
                    <a:pt x="209835" y="44262"/>
                  </a:lnTo>
                  <a:lnTo>
                    <a:pt x="206557" y="44262"/>
                  </a:lnTo>
                  <a:lnTo>
                    <a:pt x="201638" y="44262"/>
                  </a:lnTo>
                  <a:lnTo>
                    <a:pt x="198360" y="42623"/>
                  </a:lnTo>
                  <a:lnTo>
                    <a:pt x="195081" y="42623"/>
                  </a:lnTo>
                  <a:lnTo>
                    <a:pt x="190163" y="42623"/>
                  </a:lnTo>
                  <a:lnTo>
                    <a:pt x="186884" y="42623"/>
                  </a:lnTo>
                  <a:lnTo>
                    <a:pt x="181966" y="44262"/>
                  </a:lnTo>
                  <a:lnTo>
                    <a:pt x="178688" y="44262"/>
                  </a:lnTo>
                  <a:lnTo>
                    <a:pt x="178688" y="40983"/>
                  </a:lnTo>
                  <a:lnTo>
                    <a:pt x="183606" y="37705"/>
                  </a:lnTo>
                  <a:lnTo>
                    <a:pt x="181966" y="34426"/>
                  </a:lnTo>
                  <a:lnTo>
                    <a:pt x="186884" y="34426"/>
                  </a:lnTo>
                  <a:lnTo>
                    <a:pt x="181966" y="32787"/>
                  </a:lnTo>
                  <a:lnTo>
                    <a:pt x="178688" y="32787"/>
                  </a:lnTo>
                  <a:lnTo>
                    <a:pt x="173770" y="34426"/>
                  </a:lnTo>
                  <a:lnTo>
                    <a:pt x="170491" y="32787"/>
                  </a:lnTo>
                  <a:lnTo>
                    <a:pt x="167212" y="34426"/>
                  </a:lnTo>
                  <a:lnTo>
                    <a:pt x="170491" y="32787"/>
                  </a:lnTo>
                  <a:lnTo>
                    <a:pt x="175409" y="31147"/>
                  </a:lnTo>
                  <a:lnTo>
                    <a:pt x="178688" y="31147"/>
                  </a:lnTo>
                  <a:lnTo>
                    <a:pt x="183606" y="31147"/>
                  </a:lnTo>
                  <a:lnTo>
                    <a:pt x="178688" y="27869"/>
                  </a:lnTo>
                  <a:lnTo>
                    <a:pt x="175409" y="26229"/>
                  </a:lnTo>
                  <a:lnTo>
                    <a:pt x="173770" y="22951"/>
                  </a:lnTo>
                  <a:lnTo>
                    <a:pt x="170491" y="21311"/>
                  </a:lnTo>
                  <a:lnTo>
                    <a:pt x="167212" y="19672"/>
                  </a:lnTo>
                  <a:lnTo>
                    <a:pt x="162294" y="19672"/>
                  </a:lnTo>
                  <a:lnTo>
                    <a:pt x="159016" y="19672"/>
                  </a:lnTo>
                  <a:lnTo>
                    <a:pt x="154098" y="19672"/>
                  </a:lnTo>
                  <a:lnTo>
                    <a:pt x="150819" y="19672"/>
                  </a:lnTo>
                  <a:lnTo>
                    <a:pt x="145901" y="21311"/>
                  </a:lnTo>
                  <a:lnTo>
                    <a:pt x="142622" y="21311"/>
                  </a:lnTo>
                  <a:lnTo>
                    <a:pt x="139344" y="21311"/>
                  </a:lnTo>
                  <a:lnTo>
                    <a:pt x="140983" y="18033"/>
                  </a:lnTo>
                  <a:lnTo>
                    <a:pt x="144262" y="14754"/>
                  </a:lnTo>
                  <a:lnTo>
                    <a:pt x="142622" y="11475"/>
                  </a:lnTo>
                  <a:lnTo>
                    <a:pt x="137704" y="11475"/>
                  </a:lnTo>
                  <a:lnTo>
                    <a:pt x="134426" y="11475"/>
                  </a:lnTo>
                  <a:lnTo>
                    <a:pt x="129508" y="11475"/>
                  </a:lnTo>
                  <a:lnTo>
                    <a:pt x="126229" y="11475"/>
                  </a:lnTo>
                  <a:lnTo>
                    <a:pt x="121311" y="11475"/>
                  </a:lnTo>
                  <a:lnTo>
                    <a:pt x="118032" y="13115"/>
                  </a:lnTo>
                  <a:lnTo>
                    <a:pt x="114754" y="13115"/>
                  </a:lnTo>
                  <a:lnTo>
                    <a:pt x="109836" y="13115"/>
                  </a:lnTo>
                  <a:lnTo>
                    <a:pt x="106557" y="14754"/>
                  </a:lnTo>
                  <a:lnTo>
                    <a:pt x="101639" y="14754"/>
                  </a:lnTo>
                  <a:lnTo>
                    <a:pt x="98360" y="16393"/>
                  </a:lnTo>
                  <a:lnTo>
                    <a:pt x="95082" y="18033"/>
                  </a:lnTo>
                  <a:lnTo>
                    <a:pt x="98360" y="19672"/>
                  </a:lnTo>
                  <a:lnTo>
                    <a:pt x="101639" y="19672"/>
                  </a:lnTo>
                  <a:lnTo>
                    <a:pt x="106557" y="19672"/>
                  </a:lnTo>
                  <a:lnTo>
                    <a:pt x="109836" y="21311"/>
                  </a:lnTo>
                  <a:lnTo>
                    <a:pt x="114754" y="22951"/>
                  </a:lnTo>
                  <a:lnTo>
                    <a:pt x="118032" y="22951"/>
                  </a:lnTo>
                  <a:lnTo>
                    <a:pt x="114754" y="22951"/>
                  </a:lnTo>
                  <a:lnTo>
                    <a:pt x="111475" y="22951"/>
                  </a:lnTo>
                  <a:lnTo>
                    <a:pt x="106557" y="21311"/>
                  </a:lnTo>
                  <a:lnTo>
                    <a:pt x="103278" y="21311"/>
                  </a:lnTo>
                  <a:lnTo>
                    <a:pt x="98360" y="21311"/>
                  </a:lnTo>
                  <a:lnTo>
                    <a:pt x="95082" y="21311"/>
                  </a:lnTo>
                  <a:lnTo>
                    <a:pt x="91803" y="21311"/>
                  </a:lnTo>
                  <a:lnTo>
                    <a:pt x="86885" y="21311"/>
                  </a:lnTo>
                  <a:lnTo>
                    <a:pt x="83606" y="21311"/>
                  </a:lnTo>
                  <a:lnTo>
                    <a:pt x="80327" y="21311"/>
                  </a:lnTo>
                  <a:lnTo>
                    <a:pt x="75410" y="22951"/>
                  </a:lnTo>
                  <a:lnTo>
                    <a:pt x="72131" y="22951"/>
                  </a:lnTo>
                  <a:lnTo>
                    <a:pt x="67213" y="24590"/>
                  </a:lnTo>
                  <a:lnTo>
                    <a:pt x="63934" y="26229"/>
                  </a:lnTo>
                  <a:lnTo>
                    <a:pt x="59016" y="29508"/>
                  </a:lnTo>
                  <a:lnTo>
                    <a:pt x="55737" y="29508"/>
                  </a:lnTo>
                  <a:lnTo>
                    <a:pt x="59016" y="32787"/>
                  </a:lnTo>
                  <a:lnTo>
                    <a:pt x="63934" y="32787"/>
                  </a:lnTo>
                  <a:lnTo>
                    <a:pt x="67213" y="32787"/>
                  </a:lnTo>
                  <a:lnTo>
                    <a:pt x="70492" y="32787"/>
                  </a:lnTo>
                  <a:lnTo>
                    <a:pt x="75410" y="31147"/>
                  </a:lnTo>
                  <a:lnTo>
                    <a:pt x="78688" y="31147"/>
                  </a:lnTo>
                  <a:lnTo>
                    <a:pt x="83606" y="31147"/>
                  </a:lnTo>
                  <a:lnTo>
                    <a:pt x="86885" y="31147"/>
                  </a:lnTo>
                  <a:lnTo>
                    <a:pt x="91803" y="31147"/>
                  </a:lnTo>
                  <a:lnTo>
                    <a:pt x="95082" y="31147"/>
                  </a:lnTo>
                  <a:lnTo>
                    <a:pt x="98360" y="31147"/>
                  </a:lnTo>
                  <a:lnTo>
                    <a:pt x="103278" y="31147"/>
                  </a:lnTo>
                  <a:lnTo>
                    <a:pt x="98360" y="32787"/>
                  </a:lnTo>
                  <a:lnTo>
                    <a:pt x="95082" y="32787"/>
                  </a:lnTo>
                  <a:lnTo>
                    <a:pt x="90164" y="32787"/>
                  </a:lnTo>
                  <a:lnTo>
                    <a:pt x="86885" y="32787"/>
                  </a:lnTo>
                  <a:lnTo>
                    <a:pt x="81967" y="32787"/>
                  </a:lnTo>
                  <a:lnTo>
                    <a:pt x="78688" y="32787"/>
                  </a:lnTo>
                  <a:lnTo>
                    <a:pt x="73770" y="32787"/>
                  </a:lnTo>
                  <a:lnTo>
                    <a:pt x="70492" y="34426"/>
                  </a:lnTo>
                  <a:lnTo>
                    <a:pt x="67213" y="34426"/>
                  </a:lnTo>
                  <a:lnTo>
                    <a:pt x="62295" y="34426"/>
                  </a:lnTo>
                  <a:lnTo>
                    <a:pt x="59016" y="34426"/>
                  </a:lnTo>
                  <a:lnTo>
                    <a:pt x="54098" y="34426"/>
                  </a:lnTo>
                  <a:lnTo>
                    <a:pt x="50820" y="34426"/>
                  </a:lnTo>
                  <a:lnTo>
                    <a:pt x="47541" y="34426"/>
                  </a:lnTo>
                  <a:lnTo>
                    <a:pt x="44262" y="36065"/>
                  </a:lnTo>
                  <a:lnTo>
                    <a:pt x="39344" y="36065"/>
                  </a:lnTo>
                  <a:lnTo>
                    <a:pt x="34426" y="37705"/>
                  </a:lnTo>
                  <a:lnTo>
                    <a:pt x="31147" y="39344"/>
                  </a:lnTo>
                  <a:lnTo>
                    <a:pt x="27869" y="40983"/>
                  </a:lnTo>
                  <a:lnTo>
                    <a:pt x="31147" y="42623"/>
                  </a:lnTo>
                  <a:lnTo>
                    <a:pt x="34426" y="42623"/>
                  </a:lnTo>
                  <a:lnTo>
                    <a:pt x="39344" y="42623"/>
                  </a:lnTo>
                  <a:lnTo>
                    <a:pt x="42623" y="42623"/>
                  </a:lnTo>
                  <a:lnTo>
                    <a:pt x="47541" y="42623"/>
                  </a:lnTo>
                  <a:lnTo>
                    <a:pt x="50820" y="42623"/>
                  </a:lnTo>
                  <a:lnTo>
                    <a:pt x="54098" y="42623"/>
                  </a:lnTo>
                  <a:lnTo>
                    <a:pt x="59016" y="40983"/>
                  </a:lnTo>
                  <a:lnTo>
                    <a:pt x="62295" y="40983"/>
                  </a:lnTo>
                  <a:lnTo>
                    <a:pt x="65573" y="40983"/>
                  </a:lnTo>
                  <a:lnTo>
                    <a:pt x="70492" y="39344"/>
                  </a:lnTo>
                  <a:lnTo>
                    <a:pt x="73770" y="39344"/>
                  </a:lnTo>
                  <a:lnTo>
                    <a:pt x="77049" y="39344"/>
                  </a:lnTo>
                  <a:lnTo>
                    <a:pt x="83606" y="39344"/>
                  </a:lnTo>
                  <a:lnTo>
                    <a:pt x="86885" y="37705"/>
                  </a:lnTo>
                  <a:lnTo>
                    <a:pt x="83606" y="39344"/>
                  </a:lnTo>
                  <a:lnTo>
                    <a:pt x="78688" y="40983"/>
                  </a:lnTo>
                  <a:lnTo>
                    <a:pt x="75410" y="40983"/>
                  </a:lnTo>
                  <a:lnTo>
                    <a:pt x="70492" y="40983"/>
                  </a:lnTo>
                  <a:lnTo>
                    <a:pt x="67213" y="42623"/>
                  </a:lnTo>
                  <a:lnTo>
                    <a:pt x="62295" y="42623"/>
                  </a:lnTo>
                  <a:lnTo>
                    <a:pt x="59016" y="44262"/>
                  </a:lnTo>
                  <a:lnTo>
                    <a:pt x="54098" y="44262"/>
                  </a:lnTo>
                  <a:lnTo>
                    <a:pt x="50820" y="45901"/>
                  </a:lnTo>
                  <a:lnTo>
                    <a:pt x="47541" y="45901"/>
                  </a:lnTo>
                  <a:lnTo>
                    <a:pt x="42623" y="45901"/>
                  </a:lnTo>
                  <a:lnTo>
                    <a:pt x="39344" y="45901"/>
                  </a:lnTo>
                  <a:lnTo>
                    <a:pt x="36065" y="45901"/>
                  </a:lnTo>
                  <a:lnTo>
                    <a:pt x="31147" y="45901"/>
                  </a:lnTo>
                  <a:lnTo>
                    <a:pt x="27869" y="45901"/>
                  </a:lnTo>
                  <a:lnTo>
                    <a:pt x="22951" y="45901"/>
                  </a:lnTo>
                  <a:lnTo>
                    <a:pt x="19672" y="45901"/>
                  </a:lnTo>
                  <a:lnTo>
                    <a:pt x="14754" y="47541"/>
                  </a:lnTo>
                  <a:lnTo>
                    <a:pt x="11475" y="47541"/>
                  </a:lnTo>
                  <a:lnTo>
                    <a:pt x="8197" y="49180"/>
                  </a:lnTo>
                  <a:lnTo>
                    <a:pt x="3279" y="50820"/>
                  </a:lnTo>
                  <a:lnTo>
                    <a:pt x="0" y="52459"/>
                  </a:lnTo>
                  <a:lnTo>
                    <a:pt x="3279" y="55737"/>
                  </a:lnTo>
                  <a:lnTo>
                    <a:pt x="6557" y="55737"/>
                  </a:lnTo>
                  <a:lnTo>
                    <a:pt x="11475" y="57377"/>
                  </a:lnTo>
                  <a:lnTo>
                    <a:pt x="14754" y="57377"/>
                  </a:lnTo>
                  <a:lnTo>
                    <a:pt x="18033" y="57377"/>
                  </a:lnTo>
                  <a:lnTo>
                    <a:pt x="22951" y="55737"/>
                  </a:lnTo>
                  <a:lnTo>
                    <a:pt x="26229" y="55737"/>
                  </a:lnTo>
                  <a:lnTo>
                    <a:pt x="31147" y="54098"/>
                  </a:lnTo>
                  <a:lnTo>
                    <a:pt x="26229" y="57377"/>
                  </a:lnTo>
                  <a:lnTo>
                    <a:pt x="31147" y="5737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00" name="Freeform 3399">
              <a:extLst>
                <a:ext uri="{FF2B5EF4-FFF2-40B4-BE49-F238E27FC236}">
                  <a16:creationId xmlns:a16="http://schemas.microsoft.com/office/drawing/2014/main" id="{47C7156A-1979-EC46-A3AC-EFFED1D34C82}"/>
                </a:ext>
              </a:extLst>
            </p:cNvPr>
            <p:cNvSpPr/>
            <p:nvPr/>
          </p:nvSpPr>
          <p:spPr>
            <a:xfrm>
              <a:off x="2507491" y="1173927"/>
              <a:ext cx="14753" cy="6557"/>
            </a:xfrm>
            <a:custGeom>
              <a:avLst/>
              <a:gdLst>
                <a:gd name="connsiteX0" fmla="*/ 11475 w 14753"/>
                <a:gd name="connsiteY0" fmla="*/ 0 h 6557"/>
                <a:gd name="connsiteX1" fmla="*/ 11475 w 14753"/>
                <a:gd name="connsiteY1" fmla="*/ 0 h 6557"/>
                <a:gd name="connsiteX2" fmla="*/ 6557 w 14753"/>
                <a:gd name="connsiteY2" fmla="*/ 0 h 6557"/>
                <a:gd name="connsiteX3" fmla="*/ 3279 w 14753"/>
                <a:gd name="connsiteY3" fmla="*/ 0 h 6557"/>
                <a:gd name="connsiteX4" fmla="*/ 0 w 14753"/>
                <a:gd name="connsiteY4" fmla="*/ 1639 h 6557"/>
                <a:gd name="connsiteX5" fmla="*/ 3279 w 14753"/>
                <a:gd name="connsiteY5" fmla="*/ 4918 h 6557"/>
                <a:gd name="connsiteX6" fmla="*/ 6557 w 14753"/>
                <a:gd name="connsiteY6" fmla="*/ 6557 h 6557"/>
                <a:gd name="connsiteX7" fmla="*/ 11475 w 14753"/>
                <a:gd name="connsiteY7" fmla="*/ 6557 h 6557"/>
                <a:gd name="connsiteX8" fmla="*/ 14754 w 14753"/>
                <a:gd name="connsiteY8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3" h="6557">
                  <a:moveTo>
                    <a:pt x="11475" y="0"/>
                  </a:moveTo>
                  <a:lnTo>
                    <a:pt x="11475" y="0"/>
                  </a:lnTo>
                  <a:lnTo>
                    <a:pt x="655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4918"/>
                  </a:lnTo>
                  <a:lnTo>
                    <a:pt x="6557" y="6557"/>
                  </a:lnTo>
                  <a:lnTo>
                    <a:pt x="11475" y="6557"/>
                  </a:lnTo>
                  <a:lnTo>
                    <a:pt x="14754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01" name="Freeform 3400">
              <a:extLst>
                <a:ext uri="{FF2B5EF4-FFF2-40B4-BE49-F238E27FC236}">
                  <a16:creationId xmlns:a16="http://schemas.microsoft.com/office/drawing/2014/main" id="{586DD9B2-81A0-6C4E-84DA-A02EBD330ED2}"/>
                </a:ext>
              </a:extLst>
            </p:cNvPr>
            <p:cNvSpPr/>
            <p:nvPr/>
          </p:nvSpPr>
          <p:spPr>
            <a:xfrm>
              <a:off x="2591098" y="1164091"/>
              <a:ext cx="19671" cy="9835"/>
            </a:xfrm>
            <a:custGeom>
              <a:avLst/>
              <a:gdLst>
                <a:gd name="connsiteX0" fmla="*/ 19672 w 19671"/>
                <a:gd name="connsiteY0" fmla="*/ 1639 h 9835"/>
                <a:gd name="connsiteX1" fmla="*/ 19672 w 19671"/>
                <a:gd name="connsiteY1" fmla="*/ 1639 h 9835"/>
                <a:gd name="connsiteX2" fmla="*/ 14754 w 19671"/>
                <a:gd name="connsiteY2" fmla="*/ 0 h 9835"/>
                <a:gd name="connsiteX3" fmla="*/ 11475 w 19671"/>
                <a:gd name="connsiteY3" fmla="*/ 0 h 9835"/>
                <a:gd name="connsiteX4" fmla="*/ 8197 w 19671"/>
                <a:gd name="connsiteY4" fmla="*/ 3279 h 9835"/>
                <a:gd name="connsiteX5" fmla="*/ 4918 w 19671"/>
                <a:gd name="connsiteY5" fmla="*/ 3279 h 9835"/>
                <a:gd name="connsiteX6" fmla="*/ 0 w 19671"/>
                <a:gd name="connsiteY6" fmla="*/ 6557 h 9835"/>
                <a:gd name="connsiteX7" fmla="*/ 4918 w 19671"/>
                <a:gd name="connsiteY7" fmla="*/ 8197 h 9835"/>
                <a:gd name="connsiteX8" fmla="*/ 8197 w 19671"/>
                <a:gd name="connsiteY8" fmla="*/ 9836 h 9835"/>
                <a:gd name="connsiteX9" fmla="*/ 11475 w 19671"/>
                <a:gd name="connsiteY9" fmla="*/ 6557 h 9835"/>
                <a:gd name="connsiteX10" fmla="*/ 16393 w 19671"/>
                <a:gd name="connsiteY10" fmla="*/ 6557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71" h="9835">
                  <a:moveTo>
                    <a:pt x="19672" y="1639"/>
                  </a:moveTo>
                  <a:lnTo>
                    <a:pt x="19672" y="1639"/>
                  </a:lnTo>
                  <a:lnTo>
                    <a:pt x="14754" y="0"/>
                  </a:lnTo>
                  <a:lnTo>
                    <a:pt x="11475" y="0"/>
                  </a:lnTo>
                  <a:lnTo>
                    <a:pt x="8197" y="3279"/>
                  </a:lnTo>
                  <a:lnTo>
                    <a:pt x="4918" y="3279"/>
                  </a:lnTo>
                  <a:lnTo>
                    <a:pt x="0" y="6557"/>
                  </a:lnTo>
                  <a:lnTo>
                    <a:pt x="4918" y="8197"/>
                  </a:lnTo>
                  <a:lnTo>
                    <a:pt x="8197" y="9836"/>
                  </a:lnTo>
                  <a:lnTo>
                    <a:pt x="11475" y="6557"/>
                  </a:lnTo>
                  <a:lnTo>
                    <a:pt x="16393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02" name="Freeform 3401">
              <a:extLst>
                <a:ext uri="{FF2B5EF4-FFF2-40B4-BE49-F238E27FC236}">
                  <a16:creationId xmlns:a16="http://schemas.microsoft.com/office/drawing/2014/main" id="{EB4AB886-D0E3-514D-948D-87AE4A0ED8CD}"/>
                </a:ext>
              </a:extLst>
            </p:cNvPr>
            <p:cNvSpPr/>
            <p:nvPr/>
          </p:nvSpPr>
          <p:spPr>
            <a:xfrm>
              <a:off x="2594376" y="878846"/>
              <a:ext cx="36065" cy="6557"/>
            </a:xfrm>
            <a:custGeom>
              <a:avLst/>
              <a:gdLst>
                <a:gd name="connsiteX0" fmla="*/ 16393 w 36065"/>
                <a:gd name="connsiteY0" fmla="*/ 6557 h 6557"/>
                <a:gd name="connsiteX1" fmla="*/ 19672 w 36065"/>
                <a:gd name="connsiteY1" fmla="*/ 6557 h 6557"/>
                <a:gd name="connsiteX2" fmla="*/ 22951 w 36065"/>
                <a:gd name="connsiteY2" fmla="*/ 4918 h 6557"/>
                <a:gd name="connsiteX3" fmla="*/ 27869 w 36065"/>
                <a:gd name="connsiteY3" fmla="*/ 6557 h 6557"/>
                <a:gd name="connsiteX4" fmla="*/ 31148 w 36065"/>
                <a:gd name="connsiteY4" fmla="*/ 4918 h 6557"/>
                <a:gd name="connsiteX5" fmla="*/ 36066 w 36065"/>
                <a:gd name="connsiteY5" fmla="*/ 1639 h 6557"/>
                <a:gd name="connsiteX6" fmla="*/ 31148 w 36065"/>
                <a:gd name="connsiteY6" fmla="*/ 0 h 6557"/>
                <a:gd name="connsiteX7" fmla="*/ 27869 w 36065"/>
                <a:gd name="connsiteY7" fmla="*/ 0 h 6557"/>
                <a:gd name="connsiteX8" fmla="*/ 24590 w 36065"/>
                <a:gd name="connsiteY8" fmla="*/ 0 h 6557"/>
                <a:gd name="connsiteX9" fmla="*/ 19672 w 36065"/>
                <a:gd name="connsiteY9" fmla="*/ 0 h 6557"/>
                <a:gd name="connsiteX10" fmla="*/ 16393 w 36065"/>
                <a:gd name="connsiteY10" fmla="*/ 0 h 6557"/>
                <a:gd name="connsiteX11" fmla="*/ 11476 w 36065"/>
                <a:gd name="connsiteY11" fmla="*/ 0 h 6557"/>
                <a:gd name="connsiteX12" fmla="*/ 8197 w 36065"/>
                <a:gd name="connsiteY12" fmla="*/ 1639 h 6557"/>
                <a:gd name="connsiteX13" fmla="*/ 3279 w 36065"/>
                <a:gd name="connsiteY13" fmla="*/ 1639 h 6557"/>
                <a:gd name="connsiteX14" fmla="*/ 0 w 36065"/>
                <a:gd name="connsiteY14" fmla="*/ 4918 h 6557"/>
                <a:gd name="connsiteX15" fmla="*/ 3279 w 36065"/>
                <a:gd name="connsiteY15" fmla="*/ 4918 h 6557"/>
                <a:gd name="connsiteX16" fmla="*/ 8197 w 36065"/>
                <a:gd name="connsiteY16" fmla="*/ 4918 h 6557"/>
                <a:gd name="connsiteX17" fmla="*/ 11476 w 36065"/>
                <a:gd name="connsiteY17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065" h="6557">
                  <a:moveTo>
                    <a:pt x="16393" y="6557"/>
                  </a:moveTo>
                  <a:lnTo>
                    <a:pt x="19672" y="6557"/>
                  </a:lnTo>
                  <a:lnTo>
                    <a:pt x="22951" y="4918"/>
                  </a:lnTo>
                  <a:lnTo>
                    <a:pt x="27869" y="6557"/>
                  </a:lnTo>
                  <a:lnTo>
                    <a:pt x="31148" y="4918"/>
                  </a:lnTo>
                  <a:lnTo>
                    <a:pt x="36066" y="1639"/>
                  </a:lnTo>
                  <a:lnTo>
                    <a:pt x="31148" y="0"/>
                  </a:lnTo>
                  <a:lnTo>
                    <a:pt x="27869" y="0"/>
                  </a:lnTo>
                  <a:lnTo>
                    <a:pt x="24590" y="0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1476" y="0"/>
                  </a:lnTo>
                  <a:lnTo>
                    <a:pt x="8197" y="1639"/>
                  </a:lnTo>
                  <a:lnTo>
                    <a:pt x="3279" y="1639"/>
                  </a:lnTo>
                  <a:lnTo>
                    <a:pt x="0" y="4918"/>
                  </a:lnTo>
                  <a:lnTo>
                    <a:pt x="3279" y="4918"/>
                  </a:lnTo>
                  <a:lnTo>
                    <a:pt x="8197" y="4918"/>
                  </a:lnTo>
                  <a:lnTo>
                    <a:pt x="11476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03" name="Freeform 3402">
              <a:extLst>
                <a:ext uri="{FF2B5EF4-FFF2-40B4-BE49-F238E27FC236}">
                  <a16:creationId xmlns:a16="http://schemas.microsoft.com/office/drawing/2014/main" id="{E023B9D5-82F6-164F-8FFB-9CEE013F14E4}"/>
                </a:ext>
              </a:extLst>
            </p:cNvPr>
            <p:cNvSpPr/>
            <p:nvPr/>
          </p:nvSpPr>
          <p:spPr>
            <a:xfrm>
              <a:off x="2622245" y="1149337"/>
              <a:ext cx="8196" cy="4918"/>
            </a:xfrm>
            <a:custGeom>
              <a:avLst/>
              <a:gdLst>
                <a:gd name="connsiteX0" fmla="*/ 8197 w 8196"/>
                <a:gd name="connsiteY0" fmla="*/ 1639 h 4918"/>
                <a:gd name="connsiteX1" fmla="*/ 8197 w 8196"/>
                <a:gd name="connsiteY1" fmla="*/ 0 h 4918"/>
                <a:gd name="connsiteX2" fmla="*/ 4918 w 8196"/>
                <a:gd name="connsiteY2" fmla="*/ 3279 h 4918"/>
                <a:gd name="connsiteX3" fmla="*/ 0 w 8196"/>
                <a:gd name="connsiteY3" fmla="*/ 4918 h 4918"/>
                <a:gd name="connsiteX4" fmla="*/ 4918 w 8196"/>
                <a:gd name="connsiteY4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8197" y="1639"/>
                  </a:moveTo>
                  <a:lnTo>
                    <a:pt x="8197" y="0"/>
                  </a:lnTo>
                  <a:lnTo>
                    <a:pt x="4918" y="3279"/>
                  </a:lnTo>
                  <a:lnTo>
                    <a:pt x="0" y="4918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04" name="Freeform 3403">
              <a:extLst>
                <a:ext uri="{FF2B5EF4-FFF2-40B4-BE49-F238E27FC236}">
                  <a16:creationId xmlns:a16="http://schemas.microsoft.com/office/drawing/2014/main" id="{A62E4481-B988-494A-9B12-2F38302978E1}"/>
                </a:ext>
              </a:extLst>
            </p:cNvPr>
            <p:cNvSpPr/>
            <p:nvPr/>
          </p:nvSpPr>
          <p:spPr>
            <a:xfrm>
              <a:off x="2625524" y="911633"/>
              <a:ext cx="8196" cy="1639"/>
            </a:xfrm>
            <a:custGeom>
              <a:avLst/>
              <a:gdLst>
                <a:gd name="connsiteX0" fmla="*/ 8197 w 8196"/>
                <a:gd name="connsiteY0" fmla="*/ 1639 h 1639"/>
                <a:gd name="connsiteX1" fmla="*/ 8197 w 8196"/>
                <a:gd name="connsiteY1" fmla="*/ 0 h 1639"/>
                <a:gd name="connsiteX2" fmla="*/ 4918 w 8196"/>
                <a:gd name="connsiteY2" fmla="*/ 1639 h 1639"/>
                <a:gd name="connsiteX3" fmla="*/ 0 w 8196"/>
                <a:gd name="connsiteY3" fmla="*/ 1639 h 1639"/>
                <a:gd name="connsiteX4" fmla="*/ 4918 w 8196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8197" y="1639"/>
                  </a:moveTo>
                  <a:lnTo>
                    <a:pt x="8197" y="0"/>
                  </a:lnTo>
                  <a:lnTo>
                    <a:pt x="4918" y="1639"/>
                  </a:lnTo>
                  <a:lnTo>
                    <a:pt x="0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05" name="Freeform 3404">
              <a:extLst>
                <a:ext uri="{FF2B5EF4-FFF2-40B4-BE49-F238E27FC236}">
                  <a16:creationId xmlns:a16="http://schemas.microsoft.com/office/drawing/2014/main" id="{234C188F-3373-C040-A6AC-B690DD077D56}"/>
                </a:ext>
              </a:extLst>
            </p:cNvPr>
            <p:cNvSpPr/>
            <p:nvPr/>
          </p:nvSpPr>
          <p:spPr>
            <a:xfrm>
              <a:off x="2627163" y="990321"/>
              <a:ext cx="8196" cy="3278"/>
            </a:xfrm>
            <a:custGeom>
              <a:avLst/>
              <a:gdLst>
                <a:gd name="connsiteX0" fmla="*/ 8197 w 8196"/>
                <a:gd name="connsiteY0" fmla="*/ 1639 h 3278"/>
                <a:gd name="connsiteX1" fmla="*/ 8197 w 8196"/>
                <a:gd name="connsiteY1" fmla="*/ 0 h 3278"/>
                <a:gd name="connsiteX2" fmla="*/ 3279 w 8196"/>
                <a:gd name="connsiteY2" fmla="*/ 0 h 3278"/>
                <a:gd name="connsiteX3" fmla="*/ 0 w 8196"/>
                <a:gd name="connsiteY3" fmla="*/ 3279 h 3278"/>
                <a:gd name="connsiteX4" fmla="*/ 3279 w 8196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1639"/>
                  </a:moveTo>
                  <a:lnTo>
                    <a:pt x="8197" y="0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06" name="Freeform 3405">
              <a:extLst>
                <a:ext uri="{FF2B5EF4-FFF2-40B4-BE49-F238E27FC236}">
                  <a16:creationId xmlns:a16="http://schemas.microsoft.com/office/drawing/2014/main" id="{1C3E844A-685A-8F4A-8650-66B6DE5550D3}"/>
                </a:ext>
              </a:extLst>
            </p:cNvPr>
            <p:cNvSpPr/>
            <p:nvPr/>
          </p:nvSpPr>
          <p:spPr>
            <a:xfrm>
              <a:off x="2630442" y="1431303"/>
              <a:ext cx="4917" cy="3278"/>
            </a:xfrm>
            <a:custGeom>
              <a:avLst/>
              <a:gdLst>
                <a:gd name="connsiteX0" fmla="*/ 0 w 4917"/>
                <a:gd name="connsiteY0" fmla="*/ 3279 h 3278"/>
                <a:gd name="connsiteX1" fmla="*/ 1639 w 4917"/>
                <a:gd name="connsiteY1" fmla="*/ 3279 h 3278"/>
                <a:gd name="connsiteX2" fmla="*/ 4918 w 4917"/>
                <a:gd name="connsiteY2" fmla="*/ 1639 h 3278"/>
                <a:gd name="connsiteX3" fmla="*/ 1639 w 4917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3278">
                  <a:moveTo>
                    <a:pt x="0" y="3279"/>
                  </a:moveTo>
                  <a:lnTo>
                    <a:pt x="1639" y="3279"/>
                  </a:lnTo>
                  <a:lnTo>
                    <a:pt x="4918" y="163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07" name="Freeform 3406">
              <a:extLst>
                <a:ext uri="{FF2B5EF4-FFF2-40B4-BE49-F238E27FC236}">
                  <a16:creationId xmlns:a16="http://schemas.microsoft.com/office/drawing/2014/main" id="{A52E1FB0-C672-B544-9D68-53D6EA9562D6}"/>
                </a:ext>
              </a:extLst>
            </p:cNvPr>
            <p:cNvSpPr/>
            <p:nvPr/>
          </p:nvSpPr>
          <p:spPr>
            <a:xfrm>
              <a:off x="2641917" y="1155894"/>
              <a:ext cx="16393" cy="11475"/>
            </a:xfrm>
            <a:custGeom>
              <a:avLst/>
              <a:gdLst>
                <a:gd name="connsiteX0" fmla="*/ 14754 w 16393"/>
                <a:gd name="connsiteY0" fmla="*/ 1639 h 11475"/>
                <a:gd name="connsiteX1" fmla="*/ 13115 w 16393"/>
                <a:gd name="connsiteY1" fmla="*/ 0 h 11475"/>
                <a:gd name="connsiteX2" fmla="*/ 9836 w 16393"/>
                <a:gd name="connsiteY2" fmla="*/ 0 h 11475"/>
                <a:gd name="connsiteX3" fmla="*/ 6557 w 16393"/>
                <a:gd name="connsiteY3" fmla="*/ 3279 h 11475"/>
                <a:gd name="connsiteX4" fmla="*/ 1639 w 16393"/>
                <a:gd name="connsiteY4" fmla="*/ 6557 h 11475"/>
                <a:gd name="connsiteX5" fmla="*/ 0 w 16393"/>
                <a:gd name="connsiteY5" fmla="*/ 9836 h 11475"/>
                <a:gd name="connsiteX6" fmla="*/ 4918 w 16393"/>
                <a:gd name="connsiteY6" fmla="*/ 11475 h 11475"/>
                <a:gd name="connsiteX7" fmla="*/ 8197 w 16393"/>
                <a:gd name="connsiteY7" fmla="*/ 9836 h 11475"/>
                <a:gd name="connsiteX8" fmla="*/ 11475 w 16393"/>
                <a:gd name="connsiteY8" fmla="*/ 8197 h 11475"/>
                <a:gd name="connsiteX9" fmla="*/ 16393 w 16393"/>
                <a:gd name="connsiteY9" fmla="*/ 4918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393" h="11475">
                  <a:moveTo>
                    <a:pt x="14754" y="1639"/>
                  </a:moveTo>
                  <a:lnTo>
                    <a:pt x="13115" y="0"/>
                  </a:lnTo>
                  <a:lnTo>
                    <a:pt x="9836" y="0"/>
                  </a:lnTo>
                  <a:lnTo>
                    <a:pt x="6557" y="3279"/>
                  </a:lnTo>
                  <a:lnTo>
                    <a:pt x="1639" y="6557"/>
                  </a:lnTo>
                  <a:lnTo>
                    <a:pt x="0" y="9836"/>
                  </a:lnTo>
                  <a:lnTo>
                    <a:pt x="4918" y="11475"/>
                  </a:lnTo>
                  <a:lnTo>
                    <a:pt x="8197" y="9836"/>
                  </a:lnTo>
                  <a:lnTo>
                    <a:pt x="11475" y="8197"/>
                  </a:lnTo>
                  <a:lnTo>
                    <a:pt x="16393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08" name="Freeform 3407">
              <a:extLst>
                <a:ext uri="{FF2B5EF4-FFF2-40B4-BE49-F238E27FC236}">
                  <a16:creationId xmlns:a16="http://schemas.microsoft.com/office/drawing/2014/main" id="{91C99CDE-8C75-3E48-9A85-5A5808C5D71E}"/>
                </a:ext>
              </a:extLst>
            </p:cNvPr>
            <p:cNvSpPr/>
            <p:nvPr/>
          </p:nvSpPr>
          <p:spPr>
            <a:xfrm>
              <a:off x="2645196" y="870649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09" name="Freeform 3408">
              <a:extLst>
                <a:ext uri="{FF2B5EF4-FFF2-40B4-BE49-F238E27FC236}">
                  <a16:creationId xmlns:a16="http://schemas.microsoft.com/office/drawing/2014/main" id="{87D7B17A-96E4-5144-82FE-7DBB6B994388}"/>
                </a:ext>
              </a:extLst>
            </p:cNvPr>
            <p:cNvSpPr/>
            <p:nvPr/>
          </p:nvSpPr>
          <p:spPr>
            <a:xfrm>
              <a:off x="2646835" y="1136222"/>
              <a:ext cx="8196" cy="6557"/>
            </a:xfrm>
            <a:custGeom>
              <a:avLst/>
              <a:gdLst>
                <a:gd name="connsiteX0" fmla="*/ 8197 w 8196"/>
                <a:gd name="connsiteY0" fmla="*/ 3279 h 6557"/>
                <a:gd name="connsiteX1" fmla="*/ 8197 w 8196"/>
                <a:gd name="connsiteY1" fmla="*/ 1639 h 6557"/>
                <a:gd name="connsiteX2" fmla="*/ 3279 w 8196"/>
                <a:gd name="connsiteY2" fmla="*/ 0 h 6557"/>
                <a:gd name="connsiteX3" fmla="*/ 0 w 8196"/>
                <a:gd name="connsiteY3" fmla="*/ 3279 h 6557"/>
                <a:gd name="connsiteX4" fmla="*/ 0 w 8196"/>
                <a:gd name="connsiteY4" fmla="*/ 6557 h 6557"/>
                <a:gd name="connsiteX5" fmla="*/ 3279 w 8196"/>
                <a:gd name="connsiteY5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6557">
                  <a:moveTo>
                    <a:pt x="8197" y="3279"/>
                  </a:moveTo>
                  <a:lnTo>
                    <a:pt x="8197" y="1639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0" y="6557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10" name="Freeform 3409">
              <a:extLst>
                <a:ext uri="{FF2B5EF4-FFF2-40B4-BE49-F238E27FC236}">
                  <a16:creationId xmlns:a16="http://schemas.microsoft.com/office/drawing/2014/main" id="{E5323B18-596C-064E-997B-835842C38756}"/>
                </a:ext>
              </a:extLst>
            </p:cNvPr>
            <p:cNvSpPr/>
            <p:nvPr/>
          </p:nvSpPr>
          <p:spPr>
            <a:xfrm>
              <a:off x="2648474" y="985403"/>
              <a:ext cx="67212" cy="31147"/>
            </a:xfrm>
            <a:custGeom>
              <a:avLst/>
              <a:gdLst>
                <a:gd name="connsiteX0" fmla="*/ 0 w 67212"/>
                <a:gd name="connsiteY0" fmla="*/ 9836 h 31147"/>
                <a:gd name="connsiteX1" fmla="*/ 3279 w 67212"/>
                <a:gd name="connsiteY1" fmla="*/ 9836 h 31147"/>
                <a:gd name="connsiteX2" fmla="*/ 8197 w 67212"/>
                <a:gd name="connsiteY2" fmla="*/ 11475 h 31147"/>
                <a:gd name="connsiteX3" fmla="*/ 11475 w 67212"/>
                <a:gd name="connsiteY3" fmla="*/ 13115 h 31147"/>
                <a:gd name="connsiteX4" fmla="*/ 14754 w 67212"/>
                <a:gd name="connsiteY4" fmla="*/ 16393 h 31147"/>
                <a:gd name="connsiteX5" fmla="*/ 11475 w 67212"/>
                <a:gd name="connsiteY5" fmla="*/ 19672 h 31147"/>
                <a:gd name="connsiteX6" fmla="*/ 14754 w 67212"/>
                <a:gd name="connsiteY6" fmla="*/ 21311 h 31147"/>
                <a:gd name="connsiteX7" fmla="*/ 14754 w 67212"/>
                <a:gd name="connsiteY7" fmla="*/ 24590 h 31147"/>
                <a:gd name="connsiteX8" fmla="*/ 18033 w 67212"/>
                <a:gd name="connsiteY8" fmla="*/ 27869 h 31147"/>
                <a:gd name="connsiteX9" fmla="*/ 18033 w 67212"/>
                <a:gd name="connsiteY9" fmla="*/ 31147 h 31147"/>
                <a:gd name="connsiteX10" fmla="*/ 21311 w 67212"/>
                <a:gd name="connsiteY10" fmla="*/ 31147 h 31147"/>
                <a:gd name="connsiteX11" fmla="*/ 24590 w 67212"/>
                <a:gd name="connsiteY11" fmla="*/ 29508 h 31147"/>
                <a:gd name="connsiteX12" fmla="*/ 29508 w 67212"/>
                <a:gd name="connsiteY12" fmla="*/ 27869 h 31147"/>
                <a:gd name="connsiteX13" fmla="*/ 32787 w 67212"/>
                <a:gd name="connsiteY13" fmla="*/ 26229 h 31147"/>
                <a:gd name="connsiteX14" fmla="*/ 36065 w 67212"/>
                <a:gd name="connsiteY14" fmla="*/ 22951 h 31147"/>
                <a:gd name="connsiteX15" fmla="*/ 40983 w 67212"/>
                <a:gd name="connsiteY15" fmla="*/ 22951 h 31147"/>
                <a:gd name="connsiteX16" fmla="*/ 44262 w 67212"/>
                <a:gd name="connsiteY16" fmla="*/ 21311 h 31147"/>
                <a:gd name="connsiteX17" fmla="*/ 47541 w 67212"/>
                <a:gd name="connsiteY17" fmla="*/ 19672 h 31147"/>
                <a:gd name="connsiteX18" fmla="*/ 52459 w 67212"/>
                <a:gd name="connsiteY18" fmla="*/ 18033 h 31147"/>
                <a:gd name="connsiteX19" fmla="*/ 55738 w 67212"/>
                <a:gd name="connsiteY19" fmla="*/ 16393 h 31147"/>
                <a:gd name="connsiteX20" fmla="*/ 59016 w 67212"/>
                <a:gd name="connsiteY20" fmla="*/ 13115 h 31147"/>
                <a:gd name="connsiteX21" fmla="*/ 63934 w 67212"/>
                <a:gd name="connsiteY21" fmla="*/ 9836 h 31147"/>
                <a:gd name="connsiteX22" fmla="*/ 67213 w 67212"/>
                <a:gd name="connsiteY22" fmla="*/ 8197 h 31147"/>
                <a:gd name="connsiteX23" fmla="*/ 67213 w 67212"/>
                <a:gd name="connsiteY23" fmla="*/ 4918 h 31147"/>
                <a:gd name="connsiteX24" fmla="*/ 63934 w 67212"/>
                <a:gd name="connsiteY24" fmla="*/ 3279 h 31147"/>
                <a:gd name="connsiteX25" fmla="*/ 63934 w 67212"/>
                <a:gd name="connsiteY25" fmla="*/ 3279 h 31147"/>
                <a:gd name="connsiteX26" fmla="*/ 59016 w 67212"/>
                <a:gd name="connsiteY26" fmla="*/ 0 h 31147"/>
                <a:gd name="connsiteX27" fmla="*/ 55738 w 67212"/>
                <a:gd name="connsiteY27" fmla="*/ 0 h 31147"/>
                <a:gd name="connsiteX28" fmla="*/ 52459 w 67212"/>
                <a:gd name="connsiteY28" fmla="*/ 0 h 31147"/>
                <a:gd name="connsiteX29" fmla="*/ 47541 w 67212"/>
                <a:gd name="connsiteY29" fmla="*/ 0 h 31147"/>
                <a:gd name="connsiteX30" fmla="*/ 44262 w 67212"/>
                <a:gd name="connsiteY30" fmla="*/ 1639 h 31147"/>
                <a:gd name="connsiteX31" fmla="*/ 39344 w 67212"/>
                <a:gd name="connsiteY31" fmla="*/ 1639 h 31147"/>
                <a:gd name="connsiteX32" fmla="*/ 36065 w 67212"/>
                <a:gd name="connsiteY32" fmla="*/ 1639 h 31147"/>
                <a:gd name="connsiteX33" fmla="*/ 31148 w 67212"/>
                <a:gd name="connsiteY33" fmla="*/ 1639 h 31147"/>
                <a:gd name="connsiteX34" fmla="*/ 27869 w 67212"/>
                <a:gd name="connsiteY34" fmla="*/ 1639 h 31147"/>
                <a:gd name="connsiteX35" fmla="*/ 22951 w 67212"/>
                <a:gd name="connsiteY35" fmla="*/ 1639 h 31147"/>
                <a:gd name="connsiteX36" fmla="*/ 19672 w 67212"/>
                <a:gd name="connsiteY36" fmla="*/ 1639 h 31147"/>
                <a:gd name="connsiteX37" fmla="*/ 16393 w 67212"/>
                <a:gd name="connsiteY37" fmla="*/ 3279 h 31147"/>
                <a:gd name="connsiteX38" fmla="*/ 11475 w 67212"/>
                <a:gd name="connsiteY38" fmla="*/ 4918 h 31147"/>
                <a:gd name="connsiteX39" fmla="*/ 8197 w 67212"/>
                <a:gd name="connsiteY39" fmla="*/ 6557 h 31147"/>
                <a:gd name="connsiteX40" fmla="*/ 4918 w 67212"/>
                <a:gd name="connsiteY40" fmla="*/ 6557 h 31147"/>
                <a:gd name="connsiteX41" fmla="*/ 0 w 67212"/>
                <a:gd name="connsiteY41" fmla="*/ 8197 h 3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67212" h="31147">
                  <a:moveTo>
                    <a:pt x="0" y="9836"/>
                  </a:moveTo>
                  <a:lnTo>
                    <a:pt x="3279" y="9836"/>
                  </a:lnTo>
                  <a:lnTo>
                    <a:pt x="8197" y="11475"/>
                  </a:lnTo>
                  <a:lnTo>
                    <a:pt x="11475" y="13115"/>
                  </a:lnTo>
                  <a:lnTo>
                    <a:pt x="14754" y="16393"/>
                  </a:lnTo>
                  <a:lnTo>
                    <a:pt x="11475" y="19672"/>
                  </a:lnTo>
                  <a:lnTo>
                    <a:pt x="14754" y="21311"/>
                  </a:lnTo>
                  <a:lnTo>
                    <a:pt x="14754" y="24590"/>
                  </a:lnTo>
                  <a:lnTo>
                    <a:pt x="18033" y="27869"/>
                  </a:lnTo>
                  <a:lnTo>
                    <a:pt x="18033" y="31147"/>
                  </a:lnTo>
                  <a:lnTo>
                    <a:pt x="21311" y="31147"/>
                  </a:lnTo>
                  <a:lnTo>
                    <a:pt x="24590" y="29508"/>
                  </a:lnTo>
                  <a:lnTo>
                    <a:pt x="29508" y="27869"/>
                  </a:lnTo>
                  <a:lnTo>
                    <a:pt x="32787" y="26229"/>
                  </a:lnTo>
                  <a:lnTo>
                    <a:pt x="36065" y="22951"/>
                  </a:lnTo>
                  <a:lnTo>
                    <a:pt x="40983" y="22951"/>
                  </a:lnTo>
                  <a:lnTo>
                    <a:pt x="44262" y="21311"/>
                  </a:lnTo>
                  <a:lnTo>
                    <a:pt x="47541" y="19672"/>
                  </a:lnTo>
                  <a:lnTo>
                    <a:pt x="52459" y="18033"/>
                  </a:lnTo>
                  <a:lnTo>
                    <a:pt x="55738" y="16393"/>
                  </a:lnTo>
                  <a:lnTo>
                    <a:pt x="59016" y="13115"/>
                  </a:lnTo>
                  <a:lnTo>
                    <a:pt x="63934" y="9836"/>
                  </a:lnTo>
                  <a:lnTo>
                    <a:pt x="67213" y="8197"/>
                  </a:lnTo>
                  <a:lnTo>
                    <a:pt x="67213" y="4918"/>
                  </a:lnTo>
                  <a:lnTo>
                    <a:pt x="63934" y="3279"/>
                  </a:lnTo>
                  <a:lnTo>
                    <a:pt x="63934" y="3279"/>
                  </a:lnTo>
                  <a:lnTo>
                    <a:pt x="59016" y="0"/>
                  </a:lnTo>
                  <a:lnTo>
                    <a:pt x="55738" y="0"/>
                  </a:lnTo>
                  <a:lnTo>
                    <a:pt x="52459" y="0"/>
                  </a:lnTo>
                  <a:lnTo>
                    <a:pt x="47541" y="0"/>
                  </a:lnTo>
                  <a:lnTo>
                    <a:pt x="44262" y="1639"/>
                  </a:lnTo>
                  <a:lnTo>
                    <a:pt x="39344" y="1639"/>
                  </a:lnTo>
                  <a:lnTo>
                    <a:pt x="36065" y="1639"/>
                  </a:lnTo>
                  <a:lnTo>
                    <a:pt x="31148" y="1639"/>
                  </a:lnTo>
                  <a:lnTo>
                    <a:pt x="27869" y="1639"/>
                  </a:lnTo>
                  <a:lnTo>
                    <a:pt x="22951" y="1639"/>
                  </a:lnTo>
                  <a:lnTo>
                    <a:pt x="19672" y="1639"/>
                  </a:lnTo>
                  <a:lnTo>
                    <a:pt x="16393" y="3279"/>
                  </a:lnTo>
                  <a:lnTo>
                    <a:pt x="11475" y="4918"/>
                  </a:lnTo>
                  <a:lnTo>
                    <a:pt x="8197" y="6557"/>
                  </a:lnTo>
                  <a:lnTo>
                    <a:pt x="4918" y="6557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11" name="Freeform 3410">
              <a:extLst>
                <a:ext uri="{FF2B5EF4-FFF2-40B4-BE49-F238E27FC236}">
                  <a16:creationId xmlns:a16="http://schemas.microsoft.com/office/drawing/2014/main" id="{356CE0EF-EC26-1143-90AF-3C9B3FF0F53D}"/>
                </a:ext>
              </a:extLst>
            </p:cNvPr>
            <p:cNvSpPr/>
            <p:nvPr/>
          </p:nvSpPr>
          <p:spPr>
            <a:xfrm>
              <a:off x="2659950" y="1154255"/>
              <a:ext cx="8196" cy="4917"/>
            </a:xfrm>
            <a:custGeom>
              <a:avLst/>
              <a:gdLst>
                <a:gd name="connsiteX0" fmla="*/ 3279 w 8196"/>
                <a:gd name="connsiteY0" fmla="*/ 4918 h 4917"/>
                <a:gd name="connsiteX1" fmla="*/ 4918 w 8196"/>
                <a:gd name="connsiteY1" fmla="*/ 4918 h 4917"/>
                <a:gd name="connsiteX2" fmla="*/ 4918 w 8196"/>
                <a:gd name="connsiteY2" fmla="*/ 4918 h 4917"/>
                <a:gd name="connsiteX3" fmla="*/ 8197 w 8196"/>
                <a:gd name="connsiteY3" fmla="*/ 1639 h 4917"/>
                <a:gd name="connsiteX4" fmla="*/ 4918 w 8196"/>
                <a:gd name="connsiteY4" fmla="*/ 0 h 4917"/>
                <a:gd name="connsiteX5" fmla="*/ 1639 w 8196"/>
                <a:gd name="connsiteY5" fmla="*/ 1639 h 4917"/>
                <a:gd name="connsiteX6" fmla="*/ 0 w 8196"/>
                <a:gd name="connsiteY6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4917">
                  <a:moveTo>
                    <a:pt x="3279" y="4918"/>
                  </a:moveTo>
                  <a:lnTo>
                    <a:pt x="4918" y="4918"/>
                  </a:lnTo>
                  <a:lnTo>
                    <a:pt x="4918" y="4918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1639" y="1639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12" name="Freeform 3411">
              <a:extLst>
                <a:ext uri="{FF2B5EF4-FFF2-40B4-BE49-F238E27FC236}">
                  <a16:creationId xmlns:a16="http://schemas.microsoft.com/office/drawing/2014/main" id="{0AD469FF-8922-ED40-97B0-45D0D19857F6}"/>
                </a:ext>
              </a:extLst>
            </p:cNvPr>
            <p:cNvSpPr/>
            <p:nvPr/>
          </p:nvSpPr>
          <p:spPr>
            <a:xfrm>
              <a:off x="2663228" y="1411630"/>
              <a:ext cx="4917" cy="1639"/>
            </a:xfrm>
            <a:custGeom>
              <a:avLst/>
              <a:gdLst>
                <a:gd name="connsiteX0" fmla="*/ 3279 w 4917"/>
                <a:gd name="connsiteY0" fmla="*/ 0 h 1639"/>
                <a:gd name="connsiteX1" fmla="*/ 4918 w 4917"/>
                <a:gd name="connsiteY1" fmla="*/ 0 h 1639"/>
                <a:gd name="connsiteX2" fmla="*/ 0 w 4917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3279" y="0"/>
                  </a:move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13" name="Freeform 3412">
              <a:extLst>
                <a:ext uri="{FF2B5EF4-FFF2-40B4-BE49-F238E27FC236}">
                  <a16:creationId xmlns:a16="http://schemas.microsoft.com/office/drawing/2014/main" id="{BCD73F36-319D-7F44-B5DF-B6C3DFDC5518}"/>
                </a:ext>
              </a:extLst>
            </p:cNvPr>
            <p:cNvSpPr/>
            <p:nvPr/>
          </p:nvSpPr>
          <p:spPr>
            <a:xfrm>
              <a:off x="2674704" y="839502"/>
              <a:ext cx="113114" cy="24590"/>
            </a:xfrm>
            <a:custGeom>
              <a:avLst/>
              <a:gdLst>
                <a:gd name="connsiteX0" fmla="*/ 96721 w 113114"/>
                <a:gd name="connsiteY0" fmla="*/ 4918 h 24590"/>
                <a:gd name="connsiteX1" fmla="*/ 99999 w 113114"/>
                <a:gd name="connsiteY1" fmla="*/ 4918 h 24590"/>
                <a:gd name="connsiteX2" fmla="*/ 104917 w 113114"/>
                <a:gd name="connsiteY2" fmla="*/ 4918 h 24590"/>
                <a:gd name="connsiteX3" fmla="*/ 108196 w 113114"/>
                <a:gd name="connsiteY3" fmla="*/ 3279 h 24590"/>
                <a:gd name="connsiteX4" fmla="*/ 113114 w 113114"/>
                <a:gd name="connsiteY4" fmla="*/ 1639 h 24590"/>
                <a:gd name="connsiteX5" fmla="*/ 108196 w 113114"/>
                <a:gd name="connsiteY5" fmla="*/ 0 h 24590"/>
                <a:gd name="connsiteX6" fmla="*/ 104917 w 113114"/>
                <a:gd name="connsiteY6" fmla="*/ 0 h 24590"/>
                <a:gd name="connsiteX7" fmla="*/ 101639 w 113114"/>
                <a:gd name="connsiteY7" fmla="*/ 0 h 24590"/>
                <a:gd name="connsiteX8" fmla="*/ 98360 w 113114"/>
                <a:gd name="connsiteY8" fmla="*/ 0 h 24590"/>
                <a:gd name="connsiteX9" fmla="*/ 93442 w 113114"/>
                <a:gd name="connsiteY9" fmla="*/ 0 h 24590"/>
                <a:gd name="connsiteX10" fmla="*/ 90164 w 113114"/>
                <a:gd name="connsiteY10" fmla="*/ 0 h 24590"/>
                <a:gd name="connsiteX11" fmla="*/ 85245 w 113114"/>
                <a:gd name="connsiteY11" fmla="*/ 0 h 24590"/>
                <a:gd name="connsiteX12" fmla="*/ 81967 w 113114"/>
                <a:gd name="connsiteY12" fmla="*/ 1639 h 24590"/>
                <a:gd name="connsiteX13" fmla="*/ 78688 w 113114"/>
                <a:gd name="connsiteY13" fmla="*/ 0 h 24590"/>
                <a:gd name="connsiteX14" fmla="*/ 73770 w 113114"/>
                <a:gd name="connsiteY14" fmla="*/ 0 h 24590"/>
                <a:gd name="connsiteX15" fmla="*/ 70492 w 113114"/>
                <a:gd name="connsiteY15" fmla="*/ 0 h 24590"/>
                <a:gd name="connsiteX16" fmla="*/ 65573 w 113114"/>
                <a:gd name="connsiteY16" fmla="*/ 1639 h 24590"/>
                <a:gd name="connsiteX17" fmla="*/ 62295 w 113114"/>
                <a:gd name="connsiteY17" fmla="*/ 1639 h 24590"/>
                <a:gd name="connsiteX18" fmla="*/ 57377 w 113114"/>
                <a:gd name="connsiteY18" fmla="*/ 1639 h 24590"/>
                <a:gd name="connsiteX19" fmla="*/ 54098 w 113114"/>
                <a:gd name="connsiteY19" fmla="*/ 1639 h 24590"/>
                <a:gd name="connsiteX20" fmla="*/ 50819 w 113114"/>
                <a:gd name="connsiteY20" fmla="*/ 1639 h 24590"/>
                <a:gd name="connsiteX21" fmla="*/ 45901 w 113114"/>
                <a:gd name="connsiteY21" fmla="*/ 3279 h 24590"/>
                <a:gd name="connsiteX22" fmla="*/ 42623 w 113114"/>
                <a:gd name="connsiteY22" fmla="*/ 3279 h 24590"/>
                <a:gd name="connsiteX23" fmla="*/ 39344 w 113114"/>
                <a:gd name="connsiteY23" fmla="*/ 3279 h 24590"/>
                <a:gd name="connsiteX24" fmla="*/ 34426 w 113114"/>
                <a:gd name="connsiteY24" fmla="*/ 3279 h 24590"/>
                <a:gd name="connsiteX25" fmla="*/ 31147 w 113114"/>
                <a:gd name="connsiteY25" fmla="*/ 4918 h 24590"/>
                <a:gd name="connsiteX26" fmla="*/ 26229 w 113114"/>
                <a:gd name="connsiteY26" fmla="*/ 4918 h 24590"/>
                <a:gd name="connsiteX27" fmla="*/ 22951 w 113114"/>
                <a:gd name="connsiteY27" fmla="*/ 6557 h 24590"/>
                <a:gd name="connsiteX28" fmla="*/ 19672 w 113114"/>
                <a:gd name="connsiteY28" fmla="*/ 6557 h 24590"/>
                <a:gd name="connsiteX29" fmla="*/ 14754 w 113114"/>
                <a:gd name="connsiteY29" fmla="*/ 6557 h 24590"/>
                <a:gd name="connsiteX30" fmla="*/ 11475 w 113114"/>
                <a:gd name="connsiteY30" fmla="*/ 8197 h 24590"/>
                <a:gd name="connsiteX31" fmla="*/ 8197 w 113114"/>
                <a:gd name="connsiteY31" fmla="*/ 9836 h 24590"/>
                <a:gd name="connsiteX32" fmla="*/ 4918 w 113114"/>
                <a:gd name="connsiteY32" fmla="*/ 13115 h 24590"/>
                <a:gd name="connsiteX33" fmla="*/ 0 w 113114"/>
                <a:gd name="connsiteY33" fmla="*/ 16393 h 24590"/>
                <a:gd name="connsiteX34" fmla="*/ 1639 w 113114"/>
                <a:gd name="connsiteY34" fmla="*/ 19672 h 24590"/>
                <a:gd name="connsiteX35" fmla="*/ 4918 w 113114"/>
                <a:gd name="connsiteY35" fmla="*/ 21311 h 24590"/>
                <a:gd name="connsiteX36" fmla="*/ 8197 w 113114"/>
                <a:gd name="connsiteY36" fmla="*/ 21311 h 24590"/>
                <a:gd name="connsiteX37" fmla="*/ 11475 w 113114"/>
                <a:gd name="connsiteY37" fmla="*/ 24590 h 24590"/>
                <a:gd name="connsiteX38" fmla="*/ 14754 w 113114"/>
                <a:gd name="connsiteY38" fmla="*/ 24590 h 24590"/>
                <a:gd name="connsiteX39" fmla="*/ 19672 w 113114"/>
                <a:gd name="connsiteY39" fmla="*/ 24590 h 24590"/>
                <a:gd name="connsiteX40" fmla="*/ 22951 w 113114"/>
                <a:gd name="connsiteY40" fmla="*/ 24590 h 24590"/>
                <a:gd name="connsiteX41" fmla="*/ 27869 w 113114"/>
                <a:gd name="connsiteY41" fmla="*/ 24590 h 24590"/>
                <a:gd name="connsiteX42" fmla="*/ 31147 w 113114"/>
                <a:gd name="connsiteY42" fmla="*/ 22951 h 24590"/>
                <a:gd name="connsiteX43" fmla="*/ 34426 w 113114"/>
                <a:gd name="connsiteY43" fmla="*/ 22951 h 24590"/>
                <a:gd name="connsiteX44" fmla="*/ 39344 w 113114"/>
                <a:gd name="connsiteY44" fmla="*/ 21311 h 24590"/>
                <a:gd name="connsiteX45" fmla="*/ 42623 w 113114"/>
                <a:gd name="connsiteY45" fmla="*/ 21311 h 24590"/>
                <a:gd name="connsiteX46" fmla="*/ 47541 w 113114"/>
                <a:gd name="connsiteY46" fmla="*/ 22951 h 24590"/>
                <a:gd name="connsiteX47" fmla="*/ 50819 w 113114"/>
                <a:gd name="connsiteY47" fmla="*/ 21311 h 24590"/>
                <a:gd name="connsiteX48" fmla="*/ 55737 w 113114"/>
                <a:gd name="connsiteY48" fmla="*/ 21311 h 24590"/>
                <a:gd name="connsiteX49" fmla="*/ 59016 w 113114"/>
                <a:gd name="connsiteY49" fmla="*/ 21311 h 24590"/>
                <a:gd name="connsiteX50" fmla="*/ 63934 w 113114"/>
                <a:gd name="connsiteY50" fmla="*/ 19672 h 24590"/>
                <a:gd name="connsiteX51" fmla="*/ 67213 w 113114"/>
                <a:gd name="connsiteY51" fmla="*/ 19672 h 24590"/>
                <a:gd name="connsiteX52" fmla="*/ 72131 w 113114"/>
                <a:gd name="connsiteY52" fmla="*/ 18033 h 24590"/>
                <a:gd name="connsiteX53" fmla="*/ 75409 w 113114"/>
                <a:gd name="connsiteY53" fmla="*/ 18033 h 24590"/>
                <a:gd name="connsiteX54" fmla="*/ 80327 w 113114"/>
                <a:gd name="connsiteY54" fmla="*/ 14754 h 24590"/>
                <a:gd name="connsiteX55" fmla="*/ 83606 w 113114"/>
                <a:gd name="connsiteY55" fmla="*/ 13115 h 24590"/>
                <a:gd name="connsiteX56" fmla="*/ 80327 w 113114"/>
                <a:gd name="connsiteY56" fmla="*/ 9836 h 24590"/>
                <a:gd name="connsiteX57" fmla="*/ 75409 w 113114"/>
                <a:gd name="connsiteY57" fmla="*/ 9836 h 24590"/>
                <a:gd name="connsiteX58" fmla="*/ 72131 w 113114"/>
                <a:gd name="connsiteY58" fmla="*/ 9836 h 24590"/>
                <a:gd name="connsiteX59" fmla="*/ 75409 w 113114"/>
                <a:gd name="connsiteY59" fmla="*/ 6557 h 24590"/>
                <a:gd name="connsiteX60" fmla="*/ 78688 w 113114"/>
                <a:gd name="connsiteY60" fmla="*/ 6557 h 24590"/>
                <a:gd name="connsiteX61" fmla="*/ 83606 w 113114"/>
                <a:gd name="connsiteY61" fmla="*/ 6557 h 24590"/>
                <a:gd name="connsiteX62" fmla="*/ 86885 w 113114"/>
                <a:gd name="connsiteY62" fmla="*/ 6557 h 24590"/>
                <a:gd name="connsiteX63" fmla="*/ 91803 w 113114"/>
                <a:gd name="connsiteY63" fmla="*/ 6557 h 24590"/>
                <a:gd name="connsiteX64" fmla="*/ 95082 w 113114"/>
                <a:gd name="connsiteY64" fmla="*/ 4918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3114" h="24590">
                  <a:moveTo>
                    <a:pt x="96721" y="4918"/>
                  </a:moveTo>
                  <a:lnTo>
                    <a:pt x="99999" y="4918"/>
                  </a:lnTo>
                  <a:lnTo>
                    <a:pt x="104917" y="4918"/>
                  </a:lnTo>
                  <a:lnTo>
                    <a:pt x="108196" y="3279"/>
                  </a:lnTo>
                  <a:lnTo>
                    <a:pt x="113114" y="1639"/>
                  </a:lnTo>
                  <a:lnTo>
                    <a:pt x="108196" y="0"/>
                  </a:lnTo>
                  <a:lnTo>
                    <a:pt x="104917" y="0"/>
                  </a:lnTo>
                  <a:lnTo>
                    <a:pt x="101639" y="0"/>
                  </a:lnTo>
                  <a:lnTo>
                    <a:pt x="98360" y="0"/>
                  </a:lnTo>
                  <a:lnTo>
                    <a:pt x="93442" y="0"/>
                  </a:lnTo>
                  <a:lnTo>
                    <a:pt x="90164" y="0"/>
                  </a:lnTo>
                  <a:lnTo>
                    <a:pt x="85245" y="0"/>
                  </a:lnTo>
                  <a:lnTo>
                    <a:pt x="81967" y="1639"/>
                  </a:lnTo>
                  <a:lnTo>
                    <a:pt x="78688" y="0"/>
                  </a:lnTo>
                  <a:lnTo>
                    <a:pt x="73770" y="0"/>
                  </a:lnTo>
                  <a:lnTo>
                    <a:pt x="70492" y="0"/>
                  </a:lnTo>
                  <a:lnTo>
                    <a:pt x="65573" y="1639"/>
                  </a:lnTo>
                  <a:lnTo>
                    <a:pt x="62295" y="1639"/>
                  </a:lnTo>
                  <a:lnTo>
                    <a:pt x="57377" y="1639"/>
                  </a:lnTo>
                  <a:lnTo>
                    <a:pt x="54098" y="1639"/>
                  </a:lnTo>
                  <a:lnTo>
                    <a:pt x="50819" y="1639"/>
                  </a:lnTo>
                  <a:lnTo>
                    <a:pt x="45901" y="3279"/>
                  </a:lnTo>
                  <a:lnTo>
                    <a:pt x="42623" y="3279"/>
                  </a:lnTo>
                  <a:lnTo>
                    <a:pt x="39344" y="3279"/>
                  </a:lnTo>
                  <a:lnTo>
                    <a:pt x="34426" y="3279"/>
                  </a:lnTo>
                  <a:lnTo>
                    <a:pt x="31147" y="4918"/>
                  </a:lnTo>
                  <a:lnTo>
                    <a:pt x="26229" y="4918"/>
                  </a:lnTo>
                  <a:lnTo>
                    <a:pt x="22951" y="6557"/>
                  </a:lnTo>
                  <a:lnTo>
                    <a:pt x="19672" y="6557"/>
                  </a:lnTo>
                  <a:lnTo>
                    <a:pt x="14754" y="6557"/>
                  </a:lnTo>
                  <a:lnTo>
                    <a:pt x="11475" y="8197"/>
                  </a:lnTo>
                  <a:lnTo>
                    <a:pt x="8197" y="9836"/>
                  </a:lnTo>
                  <a:lnTo>
                    <a:pt x="4918" y="13115"/>
                  </a:lnTo>
                  <a:lnTo>
                    <a:pt x="0" y="16393"/>
                  </a:lnTo>
                  <a:lnTo>
                    <a:pt x="1639" y="19672"/>
                  </a:lnTo>
                  <a:lnTo>
                    <a:pt x="4918" y="21311"/>
                  </a:lnTo>
                  <a:lnTo>
                    <a:pt x="8197" y="21311"/>
                  </a:lnTo>
                  <a:lnTo>
                    <a:pt x="11475" y="24590"/>
                  </a:lnTo>
                  <a:lnTo>
                    <a:pt x="14754" y="24590"/>
                  </a:lnTo>
                  <a:lnTo>
                    <a:pt x="19672" y="24590"/>
                  </a:lnTo>
                  <a:lnTo>
                    <a:pt x="22951" y="24590"/>
                  </a:lnTo>
                  <a:lnTo>
                    <a:pt x="27869" y="24590"/>
                  </a:lnTo>
                  <a:lnTo>
                    <a:pt x="31147" y="22951"/>
                  </a:lnTo>
                  <a:lnTo>
                    <a:pt x="34426" y="22951"/>
                  </a:lnTo>
                  <a:lnTo>
                    <a:pt x="39344" y="21311"/>
                  </a:lnTo>
                  <a:lnTo>
                    <a:pt x="42623" y="21311"/>
                  </a:lnTo>
                  <a:lnTo>
                    <a:pt x="47541" y="22951"/>
                  </a:lnTo>
                  <a:lnTo>
                    <a:pt x="50819" y="21311"/>
                  </a:lnTo>
                  <a:lnTo>
                    <a:pt x="55737" y="21311"/>
                  </a:lnTo>
                  <a:lnTo>
                    <a:pt x="59016" y="21311"/>
                  </a:lnTo>
                  <a:lnTo>
                    <a:pt x="63934" y="19672"/>
                  </a:lnTo>
                  <a:lnTo>
                    <a:pt x="67213" y="19672"/>
                  </a:lnTo>
                  <a:lnTo>
                    <a:pt x="72131" y="18033"/>
                  </a:lnTo>
                  <a:lnTo>
                    <a:pt x="75409" y="18033"/>
                  </a:lnTo>
                  <a:lnTo>
                    <a:pt x="80327" y="14754"/>
                  </a:lnTo>
                  <a:lnTo>
                    <a:pt x="83606" y="13115"/>
                  </a:lnTo>
                  <a:lnTo>
                    <a:pt x="80327" y="9836"/>
                  </a:lnTo>
                  <a:lnTo>
                    <a:pt x="75409" y="9836"/>
                  </a:lnTo>
                  <a:lnTo>
                    <a:pt x="72131" y="9836"/>
                  </a:lnTo>
                  <a:lnTo>
                    <a:pt x="75409" y="6557"/>
                  </a:lnTo>
                  <a:lnTo>
                    <a:pt x="78688" y="6557"/>
                  </a:lnTo>
                  <a:lnTo>
                    <a:pt x="83606" y="6557"/>
                  </a:lnTo>
                  <a:lnTo>
                    <a:pt x="86885" y="6557"/>
                  </a:lnTo>
                  <a:lnTo>
                    <a:pt x="91803" y="6557"/>
                  </a:lnTo>
                  <a:lnTo>
                    <a:pt x="95082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14" name="Freeform 3413">
              <a:extLst>
                <a:ext uri="{FF2B5EF4-FFF2-40B4-BE49-F238E27FC236}">
                  <a16:creationId xmlns:a16="http://schemas.microsoft.com/office/drawing/2014/main" id="{A695D399-6401-1A49-9FF7-1C44A08A7F7F}"/>
                </a:ext>
              </a:extLst>
            </p:cNvPr>
            <p:cNvSpPr/>
            <p:nvPr/>
          </p:nvSpPr>
          <p:spPr>
            <a:xfrm>
              <a:off x="2679622" y="1124747"/>
              <a:ext cx="114753" cy="54098"/>
            </a:xfrm>
            <a:custGeom>
              <a:avLst/>
              <a:gdLst>
                <a:gd name="connsiteX0" fmla="*/ 63934 w 114753"/>
                <a:gd name="connsiteY0" fmla="*/ 54098 h 54098"/>
                <a:gd name="connsiteX1" fmla="*/ 68852 w 114753"/>
                <a:gd name="connsiteY1" fmla="*/ 52459 h 54098"/>
                <a:gd name="connsiteX2" fmla="*/ 72131 w 114753"/>
                <a:gd name="connsiteY2" fmla="*/ 52459 h 54098"/>
                <a:gd name="connsiteX3" fmla="*/ 77049 w 114753"/>
                <a:gd name="connsiteY3" fmla="*/ 50819 h 54098"/>
                <a:gd name="connsiteX4" fmla="*/ 80327 w 114753"/>
                <a:gd name="connsiteY4" fmla="*/ 49180 h 54098"/>
                <a:gd name="connsiteX5" fmla="*/ 83606 w 114753"/>
                <a:gd name="connsiteY5" fmla="*/ 47541 h 54098"/>
                <a:gd name="connsiteX6" fmla="*/ 86885 w 114753"/>
                <a:gd name="connsiteY6" fmla="*/ 47541 h 54098"/>
                <a:gd name="connsiteX7" fmla="*/ 91803 w 114753"/>
                <a:gd name="connsiteY7" fmla="*/ 45901 h 54098"/>
                <a:gd name="connsiteX8" fmla="*/ 95081 w 114753"/>
                <a:gd name="connsiteY8" fmla="*/ 42623 h 54098"/>
                <a:gd name="connsiteX9" fmla="*/ 99999 w 114753"/>
                <a:gd name="connsiteY9" fmla="*/ 42623 h 54098"/>
                <a:gd name="connsiteX10" fmla="*/ 103278 w 114753"/>
                <a:gd name="connsiteY10" fmla="*/ 42623 h 54098"/>
                <a:gd name="connsiteX11" fmla="*/ 106557 w 114753"/>
                <a:gd name="connsiteY11" fmla="*/ 42623 h 54098"/>
                <a:gd name="connsiteX12" fmla="*/ 111475 w 114753"/>
                <a:gd name="connsiteY12" fmla="*/ 40983 h 54098"/>
                <a:gd name="connsiteX13" fmla="*/ 114754 w 114753"/>
                <a:gd name="connsiteY13" fmla="*/ 39344 h 54098"/>
                <a:gd name="connsiteX14" fmla="*/ 111475 w 114753"/>
                <a:gd name="connsiteY14" fmla="*/ 36065 h 54098"/>
                <a:gd name="connsiteX15" fmla="*/ 106557 w 114753"/>
                <a:gd name="connsiteY15" fmla="*/ 37705 h 54098"/>
                <a:gd name="connsiteX16" fmla="*/ 103278 w 114753"/>
                <a:gd name="connsiteY16" fmla="*/ 39344 h 54098"/>
                <a:gd name="connsiteX17" fmla="*/ 99999 w 114753"/>
                <a:gd name="connsiteY17" fmla="*/ 37705 h 54098"/>
                <a:gd name="connsiteX18" fmla="*/ 101639 w 114753"/>
                <a:gd name="connsiteY18" fmla="*/ 34426 h 54098"/>
                <a:gd name="connsiteX19" fmla="*/ 103278 w 114753"/>
                <a:gd name="connsiteY19" fmla="*/ 29508 h 54098"/>
                <a:gd name="connsiteX20" fmla="*/ 104917 w 114753"/>
                <a:gd name="connsiteY20" fmla="*/ 26229 h 54098"/>
                <a:gd name="connsiteX21" fmla="*/ 99999 w 114753"/>
                <a:gd name="connsiteY21" fmla="*/ 26229 h 54098"/>
                <a:gd name="connsiteX22" fmla="*/ 96721 w 114753"/>
                <a:gd name="connsiteY22" fmla="*/ 29508 h 54098"/>
                <a:gd name="connsiteX23" fmla="*/ 98360 w 114753"/>
                <a:gd name="connsiteY23" fmla="*/ 26229 h 54098"/>
                <a:gd name="connsiteX24" fmla="*/ 101639 w 114753"/>
                <a:gd name="connsiteY24" fmla="*/ 22951 h 54098"/>
                <a:gd name="connsiteX25" fmla="*/ 101639 w 114753"/>
                <a:gd name="connsiteY25" fmla="*/ 19672 h 54098"/>
                <a:gd name="connsiteX26" fmla="*/ 98360 w 114753"/>
                <a:gd name="connsiteY26" fmla="*/ 16393 h 54098"/>
                <a:gd name="connsiteX27" fmla="*/ 95081 w 114753"/>
                <a:gd name="connsiteY27" fmla="*/ 16393 h 54098"/>
                <a:gd name="connsiteX28" fmla="*/ 90164 w 114753"/>
                <a:gd name="connsiteY28" fmla="*/ 14754 h 54098"/>
                <a:gd name="connsiteX29" fmla="*/ 88524 w 114753"/>
                <a:gd name="connsiteY29" fmla="*/ 11475 h 54098"/>
                <a:gd name="connsiteX30" fmla="*/ 86885 w 114753"/>
                <a:gd name="connsiteY30" fmla="*/ 6557 h 54098"/>
                <a:gd name="connsiteX31" fmla="*/ 83606 w 114753"/>
                <a:gd name="connsiteY31" fmla="*/ 8197 h 54098"/>
                <a:gd name="connsiteX32" fmla="*/ 83606 w 114753"/>
                <a:gd name="connsiteY32" fmla="*/ 4918 h 54098"/>
                <a:gd name="connsiteX33" fmla="*/ 80327 w 114753"/>
                <a:gd name="connsiteY33" fmla="*/ 3279 h 54098"/>
                <a:gd name="connsiteX34" fmla="*/ 77049 w 114753"/>
                <a:gd name="connsiteY34" fmla="*/ 0 h 54098"/>
                <a:gd name="connsiteX35" fmla="*/ 72131 w 114753"/>
                <a:gd name="connsiteY35" fmla="*/ 0 h 54098"/>
                <a:gd name="connsiteX36" fmla="*/ 68852 w 114753"/>
                <a:gd name="connsiteY36" fmla="*/ 1639 h 54098"/>
                <a:gd name="connsiteX37" fmla="*/ 65573 w 114753"/>
                <a:gd name="connsiteY37" fmla="*/ 3279 h 54098"/>
                <a:gd name="connsiteX38" fmla="*/ 60655 w 114753"/>
                <a:gd name="connsiteY38" fmla="*/ 4918 h 54098"/>
                <a:gd name="connsiteX39" fmla="*/ 57377 w 114753"/>
                <a:gd name="connsiteY39" fmla="*/ 8197 h 54098"/>
                <a:gd name="connsiteX40" fmla="*/ 52459 w 114753"/>
                <a:gd name="connsiteY40" fmla="*/ 9836 h 54098"/>
                <a:gd name="connsiteX41" fmla="*/ 55737 w 114753"/>
                <a:gd name="connsiteY41" fmla="*/ 14754 h 54098"/>
                <a:gd name="connsiteX42" fmla="*/ 50819 w 114753"/>
                <a:gd name="connsiteY42" fmla="*/ 11475 h 54098"/>
                <a:gd name="connsiteX43" fmla="*/ 47541 w 114753"/>
                <a:gd name="connsiteY43" fmla="*/ 11475 h 54098"/>
                <a:gd name="connsiteX44" fmla="*/ 44262 w 114753"/>
                <a:gd name="connsiteY44" fmla="*/ 13115 h 54098"/>
                <a:gd name="connsiteX45" fmla="*/ 40983 w 114753"/>
                <a:gd name="connsiteY45" fmla="*/ 16393 h 54098"/>
                <a:gd name="connsiteX46" fmla="*/ 42623 w 114753"/>
                <a:gd name="connsiteY46" fmla="*/ 19672 h 54098"/>
                <a:gd name="connsiteX47" fmla="*/ 39344 w 114753"/>
                <a:gd name="connsiteY47" fmla="*/ 21311 h 54098"/>
                <a:gd name="connsiteX48" fmla="*/ 36065 w 114753"/>
                <a:gd name="connsiteY48" fmla="*/ 22951 h 54098"/>
                <a:gd name="connsiteX49" fmla="*/ 31147 w 114753"/>
                <a:gd name="connsiteY49" fmla="*/ 22951 h 54098"/>
                <a:gd name="connsiteX50" fmla="*/ 27869 w 114753"/>
                <a:gd name="connsiteY50" fmla="*/ 26229 h 54098"/>
                <a:gd name="connsiteX51" fmla="*/ 24590 w 114753"/>
                <a:gd name="connsiteY51" fmla="*/ 26229 h 54098"/>
                <a:gd name="connsiteX52" fmla="*/ 19672 w 114753"/>
                <a:gd name="connsiteY52" fmla="*/ 27869 h 54098"/>
                <a:gd name="connsiteX53" fmla="*/ 16393 w 114753"/>
                <a:gd name="connsiteY53" fmla="*/ 27869 h 54098"/>
                <a:gd name="connsiteX54" fmla="*/ 13114 w 114753"/>
                <a:gd name="connsiteY54" fmla="*/ 27869 h 54098"/>
                <a:gd name="connsiteX55" fmla="*/ 8197 w 114753"/>
                <a:gd name="connsiteY55" fmla="*/ 27869 h 54098"/>
                <a:gd name="connsiteX56" fmla="*/ 4918 w 114753"/>
                <a:gd name="connsiteY56" fmla="*/ 27869 h 54098"/>
                <a:gd name="connsiteX57" fmla="*/ 1639 w 114753"/>
                <a:gd name="connsiteY57" fmla="*/ 29508 h 54098"/>
                <a:gd name="connsiteX58" fmla="*/ 0 w 114753"/>
                <a:gd name="connsiteY58" fmla="*/ 34426 h 54098"/>
                <a:gd name="connsiteX59" fmla="*/ 1639 w 114753"/>
                <a:gd name="connsiteY59" fmla="*/ 37705 h 54098"/>
                <a:gd name="connsiteX60" fmla="*/ 4918 w 114753"/>
                <a:gd name="connsiteY60" fmla="*/ 39344 h 54098"/>
                <a:gd name="connsiteX61" fmla="*/ 8197 w 114753"/>
                <a:gd name="connsiteY61" fmla="*/ 36065 h 54098"/>
                <a:gd name="connsiteX62" fmla="*/ 13114 w 114753"/>
                <a:gd name="connsiteY62" fmla="*/ 34426 h 54098"/>
                <a:gd name="connsiteX63" fmla="*/ 16393 w 114753"/>
                <a:gd name="connsiteY63" fmla="*/ 36065 h 54098"/>
                <a:gd name="connsiteX64" fmla="*/ 13114 w 114753"/>
                <a:gd name="connsiteY64" fmla="*/ 37705 h 54098"/>
                <a:gd name="connsiteX65" fmla="*/ 16393 w 114753"/>
                <a:gd name="connsiteY65" fmla="*/ 40983 h 54098"/>
                <a:gd name="connsiteX66" fmla="*/ 19672 w 114753"/>
                <a:gd name="connsiteY66" fmla="*/ 42623 h 54098"/>
                <a:gd name="connsiteX67" fmla="*/ 24590 w 114753"/>
                <a:gd name="connsiteY67" fmla="*/ 40983 h 54098"/>
                <a:gd name="connsiteX68" fmla="*/ 27869 w 114753"/>
                <a:gd name="connsiteY68" fmla="*/ 39344 h 54098"/>
                <a:gd name="connsiteX69" fmla="*/ 26229 w 114753"/>
                <a:gd name="connsiteY69" fmla="*/ 42623 h 54098"/>
                <a:gd name="connsiteX70" fmla="*/ 29508 w 114753"/>
                <a:gd name="connsiteY70" fmla="*/ 44262 h 54098"/>
                <a:gd name="connsiteX71" fmla="*/ 32787 w 114753"/>
                <a:gd name="connsiteY71" fmla="*/ 44262 h 54098"/>
                <a:gd name="connsiteX72" fmla="*/ 37705 w 114753"/>
                <a:gd name="connsiteY72" fmla="*/ 45901 h 54098"/>
                <a:gd name="connsiteX73" fmla="*/ 39344 w 114753"/>
                <a:gd name="connsiteY73" fmla="*/ 49180 h 54098"/>
                <a:gd name="connsiteX74" fmla="*/ 44262 w 114753"/>
                <a:gd name="connsiteY74" fmla="*/ 49180 h 54098"/>
                <a:gd name="connsiteX75" fmla="*/ 47541 w 114753"/>
                <a:gd name="connsiteY75" fmla="*/ 50819 h 54098"/>
                <a:gd name="connsiteX76" fmla="*/ 50819 w 114753"/>
                <a:gd name="connsiteY76" fmla="*/ 50819 h 54098"/>
                <a:gd name="connsiteX77" fmla="*/ 54098 w 114753"/>
                <a:gd name="connsiteY77" fmla="*/ 50819 h 54098"/>
                <a:gd name="connsiteX78" fmla="*/ 59016 w 114753"/>
                <a:gd name="connsiteY78" fmla="*/ 50819 h 54098"/>
                <a:gd name="connsiteX79" fmla="*/ 62295 w 114753"/>
                <a:gd name="connsiteY79" fmla="*/ 52459 h 54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114753" h="54098">
                  <a:moveTo>
                    <a:pt x="63934" y="54098"/>
                  </a:moveTo>
                  <a:lnTo>
                    <a:pt x="68852" y="52459"/>
                  </a:lnTo>
                  <a:lnTo>
                    <a:pt x="72131" y="52459"/>
                  </a:lnTo>
                  <a:lnTo>
                    <a:pt x="77049" y="50819"/>
                  </a:lnTo>
                  <a:lnTo>
                    <a:pt x="80327" y="49180"/>
                  </a:lnTo>
                  <a:lnTo>
                    <a:pt x="83606" y="47541"/>
                  </a:lnTo>
                  <a:lnTo>
                    <a:pt x="86885" y="47541"/>
                  </a:lnTo>
                  <a:lnTo>
                    <a:pt x="91803" y="45901"/>
                  </a:lnTo>
                  <a:lnTo>
                    <a:pt x="95081" y="42623"/>
                  </a:lnTo>
                  <a:lnTo>
                    <a:pt x="99999" y="42623"/>
                  </a:lnTo>
                  <a:lnTo>
                    <a:pt x="103278" y="42623"/>
                  </a:lnTo>
                  <a:lnTo>
                    <a:pt x="106557" y="42623"/>
                  </a:lnTo>
                  <a:lnTo>
                    <a:pt x="111475" y="40983"/>
                  </a:lnTo>
                  <a:lnTo>
                    <a:pt x="114754" y="39344"/>
                  </a:lnTo>
                  <a:lnTo>
                    <a:pt x="111475" y="36065"/>
                  </a:lnTo>
                  <a:lnTo>
                    <a:pt x="106557" y="37705"/>
                  </a:lnTo>
                  <a:lnTo>
                    <a:pt x="103278" y="39344"/>
                  </a:lnTo>
                  <a:lnTo>
                    <a:pt x="99999" y="37705"/>
                  </a:lnTo>
                  <a:lnTo>
                    <a:pt x="101639" y="34426"/>
                  </a:lnTo>
                  <a:lnTo>
                    <a:pt x="103278" y="29508"/>
                  </a:lnTo>
                  <a:lnTo>
                    <a:pt x="104917" y="26229"/>
                  </a:lnTo>
                  <a:lnTo>
                    <a:pt x="99999" y="26229"/>
                  </a:lnTo>
                  <a:lnTo>
                    <a:pt x="96721" y="29508"/>
                  </a:lnTo>
                  <a:lnTo>
                    <a:pt x="98360" y="26229"/>
                  </a:lnTo>
                  <a:lnTo>
                    <a:pt x="101639" y="22951"/>
                  </a:lnTo>
                  <a:lnTo>
                    <a:pt x="101639" y="19672"/>
                  </a:lnTo>
                  <a:lnTo>
                    <a:pt x="98360" y="16393"/>
                  </a:lnTo>
                  <a:lnTo>
                    <a:pt x="95081" y="16393"/>
                  </a:lnTo>
                  <a:lnTo>
                    <a:pt x="90164" y="14754"/>
                  </a:lnTo>
                  <a:lnTo>
                    <a:pt x="88524" y="11475"/>
                  </a:lnTo>
                  <a:lnTo>
                    <a:pt x="86885" y="6557"/>
                  </a:lnTo>
                  <a:lnTo>
                    <a:pt x="83606" y="8197"/>
                  </a:lnTo>
                  <a:lnTo>
                    <a:pt x="83606" y="4918"/>
                  </a:lnTo>
                  <a:lnTo>
                    <a:pt x="80327" y="3279"/>
                  </a:lnTo>
                  <a:lnTo>
                    <a:pt x="77049" y="0"/>
                  </a:lnTo>
                  <a:lnTo>
                    <a:pt x="72131" y="0"/>
                  </a:lnTo>
                  <a:lnTo>
                    <a:pt x="68852" y="1639"/>
                  </a:lnTo>
                  <a:lnTo>
                    <a:pt x="65573" y="3279"/>
                  </a:lnTo>
                  <a:lnTo>
                    <a:pt x="60655" y="4918"/>
                  </a:lnTo>
                  <a:lnTo>
                    <a:pt x="57377" y="8197"/>
                  </a:lnTo>
                  <a:lnTo>
                    <a:pt x="52459" y="9836"/>
                  </a:lnTo>
                  <a:lnTo>
                    <a:pt x="55737" y="14754"/>
                  </a:lnTo>
                  <a:lnTo>
                    <a:pt x="50819" y="11475"/>
                  </a:lnTo>
                  <a:lnTo>
                    <a:pt x="47541" y="11475"/>
                  </a:lnTo>
                  <a:lnTo>
                    <a:pt x="44262" y="13115"/>
                  </a:lnTo>
                  <a:lnTo>
                    <a:pt x="40983" y="16393"/>
                  </a:lnTo>
                  <a:lnTo>
                    <a:pt x="42623" y="19672"/>
                  </a:lnTo>
                  <a:lnTo>
                    <a:pt x="39344" y="21311"/>
                  </a:lnTo>
                  <a:lnTo>
                    <a:pt x="36065" y="22951"/>
                  </a:lnTo>
                  <a:lnTo>
                    <a:pt x="31147" y="22951"/>
                  </a:lnTo>
                  <a:lnTo>
                    <a:pt x="27869" y="26229"/>
                  </a:lnTo>
                  <a:lnTo>
                    <a:pt x="24590" y="26229"/>
                  </a:lnTo>
                  <a:lnTo>
                    <a:pt x="19672" y="27869"/>
                  </a:lnTo>
                  <a:lnTo>
                    <a:pt x="16393" y="27869"/>
                  </a:lnTo>
                  <a:lnTo>
                    <a:pt x="13114" y="27869"/>
                  </a:lnTo>
                  <a:lnTo>
                    <a:pt x="8197" y="27869"/>
                  </a:lnTo>
                  <a:lnTo>
                    <a:pt x="4918" y="27869"/>
                  </a:lnTo>
                  <a:lnTo>
                    <a:pt x="1639" y="29508"/>
                  </a:lnTo>
                  <a:lnTo>
                    <a:pt x="0" y="34426"/>
                  </a:lnTo>
                  <a:lnTo>
                    <a:pt x="1639" y="37705"/>
                  </a:lnTo>
                  <a:lnTo>
                    <a:pt x="4918" y="39344"/>
                  </a:lnTo>
                  <a:lnTo>
                    <a:pt x="8197" y="36065"/>
                  </a:lnTo>
                  <a:lnTo>
                    <a:pt x="13114" y="34426"/>
                  </a:lnTo>
                  <a:lnTo>
                    <a:pt x="16393" y="36065"/>
                  </a:lnTo>
                  <a:lnTo>
                    <a:pt x="13114" y="37705"/>
                  </a:lnTo>
                  <a:lnTo>
                    <a:pt x="16393" y="40983"/>
                  </a:lnTo>
                  <a:lnTo>
                    <a:pt x="19672" y="42623"/>
                  </a:lnTo>
                  <a:lnTo>
                    <a:pt x="24590" y="40983"/>
                  </a:lnTo>
                  <a:lnTo>
                    <a:pt x="27869" y="39344"/>
                  </a:lnTo>
                  <a:lnTo>
                    <a:pt x="26229" y="42623"/>
                  </a:lnTo>
                  <a:lnTo>
                    <a:pt x="29508" y="44262"/>
                  </a:lnTo>
                  <a:lnTo>
                    <a:pt x="32787" y="44262"/>
                  </a:lnTo>
                  <a:lnTo>
                    <a:pt x="37705" y="45901"/>
                  </a:lnTo>
                  <a:lnTo>
                    <a:pt x="39344" y="49180"/>
                  </a:lnTo>
                  <a:lnTo>
                    <a:pt x="44262" y="49180"/>
                  </a:lnTo>
                  <a:lnTo>
                    <a:pt x="47541" y="50819"/>
                  </a:lnTo>
                  <a:lnTo>
                    <a:pt x="50819" y="50819"/>
                  </a:lnTo>
                  <a:lnTo>
                    <a:pt x="54098" y="50819"/>
                  </a:lnTo>
                  <a:lnTo>
                    <a:pt x="59016" y="50819"/>
                  </a:lnTo>
                  <a:lnTo>
                    <a:pt x="62295" y="5245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15" name="Freeform 3414">
              <a:extLst>
                <a:ext uri="{FF2B5EF4-FFF2-40B4-BE49-F238E27FC236}">
                  <a16:creationId xmlns:a16="http://schemas.microsoft.com/office/drawing/2014/main" id="{765446C4-3446-984F-8E48-53CA53BA2B44}"/>
                </a:ext>
              </a:extLst>
            </p:cNvPr>
            <p:cNvSpPr/>
            <p:nvPr/>
          </p:nvSpPr>
          <p:spPr>
            <a:xfrm>
              <a:off x="2689458" y="1205074"/>
              <a:ext cx="6557" cy="4918"/>
            </a:xfrm>
            <a:custGeom>
              <a:avLst/>
              <a:gdLst>
                <a:gd name="connsiteX0" fmla="*/ 6557 w 6557"/>
                <a:gd name="connsiteY0" fmla="*/ 0 h 4918"/>
                <a:gd name="connsiteX1" fmla="*/ 6557 w 6557"/>
                <a:gd name="connsiteY1" fmla="*/ 0 h 4918"/>
                <a:gd name="connsiteX2" fmla="*/ 3279 w 6557"/>
                <a:gd name="connsiteY2" fmla="*/ 1639 h 4918"/>
                <a:gd name="connsiteX3" fmla="*/ 0 w 6557"/>
                <a:gd name="connsiteY3" fmla="*/ 4918 h 4918"/>
                <a:gd name="connsiteX4" fmla="*/ 3279 w 6557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8">
                  <a:moveTo>
                    <a:pt x="6557" y="0"/>
                  </a:moveTo>
                  <a:lnTo>
                    <a:pt x="6557" y="0"/>
                  </a:lnTo>
                  <a:lnTo>
                    <a:pt x="3279" y="1639"/>
                  </a:lnTo>
                  <a:lnTo>
                    <a:pt x="0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16" name="Freeform 3415">
              <a:extLst>
                <a:ext uri="{FF2B5EF4-FFF2-40B4-BE49-F238E27FC236}">
                  <a16:creationId xmlns:a16="http://schemas.microsoft.com/office/drawing/2014/main" id="{307DB2BD-292A-7E4D-A6A7-E1E5FD3EEDED}"/>
                </a:ext>
              </a:extLst>
            </p:cNvPr>
            <p:cNvSpPr/>
            <p:nvPr/>
          </p:nvSpPr>
          <p:spPr>
            <a:xfrm>
              <a:off x="2705851" y="1096878"/>
              <a:ext cx="11475" cy="6557"/>
            </a:xfrm>
            <a:custGeom>
              <a:avLst/>
              <a:gdLst>
                <a:gd name="connsiteX0" fmla="*/ 8197 w 11475"/>
                <a:gd name="connsiteY0" fmla="*/ 0 h 6557"/>
                <a:gd name="connsiteX1" fmla="*/ 4918 w 11475"/>
                <a:gd name="connsiteY1" fmla="*/ 0 h 6557"/>
                <a:gd name="connsiteX2" fmla="*/ 1639 w 11475"/>
                <a:gd name="connsiteY2" fmla="*/ 0 h 6557"/>
                <a:gd name="connsiteX3" fmla="*/ 0 w 11475"/>
                <a:gd name="connsiteY3" fmla="*/ 3279 h 6557"/>
                <a:gd name="connsiteX4" fmla="*/ 3279 w 11475"/>
                <a:gd name="connsiteY4" fmla="*/ 4918 h 6557"/>
                <a:gd name="connsiteX5" fmla="*/ 6557 w 11475"/>
                <a:gd name="connsiteY5" fmla="*/ 6557 h 6557"/>
                <a:gd name="connsiteX6" fmla="*/ 6557 w 11475"/>
                <a:gd name="connsiteY6" fmla="*/ 1639 h 6557"/>
                <a:gd name="connsiteX7" fmla="*/ 11475 w 11475"/>
                <a:gd name="connsiteY7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6557">
                  <a:moveTo>
                    <a:pt x="8197" y="0"/>
                  </a:moveTo>
                  <a:lnTo>
                    <a:pt x="4918" y="0"/>
                  </a:lnTo>
                  <a:lnTo>
                    <a:pt x="1639" y="0"/>
                  </a:lnTo>
                  <a:lnTo>
                    <a:pt x="0" y="3279"/>
                  </a:lnTo>
                  <a:lnTo>
                    <a:pt x="3279" y="4918"/>
                  </a:lnTo>
                  <a:lnTo>
                    <a:pt x="6557" y="6557"/>
                  </a:lnTo>
                  <a:lnTo>
                    <a:pt x="6557" y="1639"/>
                  </a:lnTo>
                  <a:lnTo>
                    <a:pt x="11475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17" name="Freeform 3416">
              <a:extLst>
                <a:ext uri="{FF2B5EF4-FFF2-40B4-BE49-F238E27FC236}">
                  <a16:creationId xmlns:a16="http://schemas.microsoft.com/office/drawing/2014/main" id="{46721744-99FB-F748-9F42-8C27C5CDA05E}"/>
                </a:ext>
              </a:extLst>
            </p:cNvPr>
            <p:cNvSpPr/>
            <p:nvPr/>
          </p:nvSpPr>
          <p:spPr>
            <a:xfrm>
              <a:off x="2712409" y="818191"/>
              <a:ext cx="103278" cy="16393"/>
            </a:xfrm>
            <a:custGeom>
              <a:avLst/>
              <a:gdLst>
                <a:gd name="connsiteX0" fmla="*/ 78688 w 103278"/>
                <a:gd name="connsiteY0" fmla="*/ 14754 h 16393"/>
                <a:gd name="connsiteX1" fmla="*/ 83606 w 103278"/>
                <a:gd name="connsiteY1" fmla="*/ 14754 h 16393"/>
                <a:gd name="connsiteX2" fmla="*/ 86885 w 103278"/>
                <a:gd name="connsiteY2" fmla="*/ 14754 h 16393"/>
                <a:gd name="connsiteX3" fmla="*/ 90164 w 103278"/>
                <a:gd name="connsiteY3" fmla="*/ 14754 h 16393"/>
                <a:gd name="connsiteX4" fmla="*/ 95081 w 103278"/>
                <a:gd name="connsiteY4" fmla="*/ 13115 h 16393"/>
                <a:gd name="connsiteX5" fmla="*/ 98360 w 103278"/>
                <a:gd name="connsiteY5" fmla="*/ 11475 h 16393"/>
                <a:gd name="connsiteX6" fmla="*/ 101639 w 103278"/>
                <a:gd name="connsiteY6" fmla="*/ 9836 h 16393"/>
                <a:gd name="connsiteX7" fmla="*/ 103278 w 103278"/>
                <a:gd name="connsiteY7" fmla="*/ 6557 h 16393"/>
                <a:gd name="connsiteX8" fmla="*/ 99999 w 103278"/>
                <a:gd name="connsiteY8" fmla="*/ 4918 h 16393"/>
                <a:gd name="connsiteX9" fmla="*/ 96721 w 103278"/>
                <a:gd name="connsiteY9" fmla="*/ 1639 h 16393"/>
                <a:gd name="connsiteX10" fmla="*/ 91803 w 103278"/>
                <a:gd name="connsiteY10" fmla="*/ 1639 h 16393"/>
                <a:gd name="connsiteX11" fmla="*/ 88524 w 103278"/>
                <a:gd name="connsiteY11" fmla="*/ 0 h 16393"/>
                <a:gd name="connsiteX12" fmla="*/ 85245 w 103278"/>
                <a:gd name="connsiteY12" fmla="*/ 0 h 16393"/>
                <a:gd name="connsiteX13" fmla="*/ 80327 w 103278"/>
                <a:gd name="connsiteY13" fmla="*/ 0 h 16393"/>
                <a:gd name="connsiteX14" fmla="*/ 77049 w 103278"/>
                <a:gd name="connsiteY14" fmla="*/ 1639 h 16393"/>
                <a:gd name="connsiteX15" fmla="*/ 73770 w 103278"/>
                <a:gd name="connsiteY15" fmla="*/ 1639 h 16393"/>
                <a:gd name="connsiteX16" fmla="*/ 68852 w 103278"/>
                <a:gd name="connsiteY16" fmla="*/ 1639 h 16393"/>
                <a:gd name="connsiteX17" fmla="*/ 63934 w 103278"/>
                <a:gd name="connsiteY17" fmla="*/ 3279 h 16393"/>
                <a:gd name="connsiteX18" fmla="*/ 60655 w 103278"/>
                <a:gd name="connsiteY18" fmla="*/ 3279 h 16393"/>
                <a:gd name="connsiteX19" fmla="*/ 57377 w 103278"/>
                <a:gd name="connsiteY19" fmla="*/ 4918 h 16393"/>
                <a:gd name="connsiteX20" fmla="*/ 52459 w 103278"/>
                <a:gd name="connsiteY20" fmla="*/ 4918 h 16393"/>
                <a:gd name="connsiteX21" fmla="*/ 49180 w 103278"/>
                <a:gd name="connsiteY21" fmla="*/ 6557 h 16393"/>
                <a:gd name="connsiteX22" fmla="*/ 44262 w 103278"/>
                <a:gd name="connsiteY22" fmla="*/ 6557 h 16393"/>
                <a:gd name="connsiteX23" fmla="*/ 40983 w 103278"/>
                <a:gd name="connsiteY23" fmla="*/ 6557 h 16393"/>
                <a:gd name="connsiteX24" fmla="*/ 36065 w 103278"/>
                <a:gd name="connsiteY24" fmla="*/ 6557 h 16393"/>
                <a:gd name="connsiteX25" fmla="*/ 32787 w 103278"/>
                <a:gd name="connsiteY25" fmla="*/ 6557 h 16393"/>
                <a:gd name="connsiteX26" fmla="*/ 27869 w 103278"/>
                <a:gd name="connsiteY26" fmla="*/ 8197 h 16393"/>
                <a:gd name="connsiteX27" fmla="*/ 24590 w 103278"/>
                <a:gd name="connsiteY27" fmla="*/ 8197 h 16393"/>
                <a:gd name="connsiteX28" fmla="*/ 21311 w 103278"/>
                <a:gd name="connsiteY28" fmla="*/ 8197 h 16393"/>
                <a:gd name="connsiteX29" fmla="*/ 16393 w 103278"/>
                <a:gd name="connsiteY29" fmla="*/ 9836 h 16393"/>
                <a:gd name="connsiteX30" fmla="*/ 13114 w 103278"/>
                <a:gd name="connsiteY30" fmla="*/ 9836 h 16393"/>
                <a:gd name="connsiteX31" fmla="*/ 8197 w 103278"/>
                <a:gd name="connsiteY31" fmla="*/ 9836 h 16393"/>
                <a:gd name="connsiteX32" fmla="*/ 4918 w 103278"/>
                <a:gd name="connsiteY32" fmla="*/ 11475 h 16393"/>
                <a:gd name="connsiteX33" fmla="*/ 0 w 103278"/>
                <a:gd name="connsiteY33" fmla="*/ 13115 h 16393"/>
                <a:gd name="connsiteX34" fmla="*/ 3279 w 103278"/>
                <a:gd name="connsiteY34" fmla="*/ 14754 h 16393"/>
                <a:gd name="connsiteX35" fmla="*/ 8197 w 103278"/>
                <a:gd name="connsiteY35" fmla="*/ 14754 h 16393"/>
                <a:gd name="connsiteX36" fmla="*/ 11475 w 103278"/>
                <a:gd name="connsiteY36" fmla="*/ 13115 h 16393"/>
                <a:gd name="connsiteX37" fmla="*/ 16393 w 103278"/>
                <a:gd name="connsiteY37" fmla="*/ 13115 h 16393"/>
                <a:gd name="connsiteX38" fmla="*/ 19672 w 103278"/>
                <a:gd name="connsiteY38" fmla="*/ 13115 h 16393"/>
                <a:gd name="connsiteX39" fmla="*/ 22951 w 103278"/>
                <a:gd name="connsiteY39" fmla="*/ 13115 h 16393"/>
                <a:gd name="connsiteX40" fmla="*/ 27869 w 103278"/>
                <a:gd name="connsiteY40" fmla="*/ 13115 h 16393"/>
                <a:gd name="connsiteX41" fmla="*/ 31147 w 103278"/>
                <a:gd name="connsiteY41" fmla="*/ 13115 h 16393"/>
                <a:gd name="connsiteX42" fmla="*/ 34426 w 103278"/>
                <a:gd name="connsiteY42" fmla="*/ 14754 h 16393"/>
                <a:gd name="connsiteX43" fmla="*/ 39344 w 103278"/>
                <a:gd name="connsiteY43" fmla="*/ 16393 h 16393"/>
                <a:gd name="connsiteX44" fmla="*/ 42623 w 103278"/>
                <a:gd name="connsiteY44" fmla="*/ 14754 h 16393"/>
                <a:gd name="connsiteX45" fmla="*/ 47541 w 103278"/>
                <a:gd name="connsiteY45" fmla="*/ 14754 h 16393"/>
                <a:gd name="connsiteX46" fmla="*/ 50819 w 103278"/>
                <a:gd name="connsiteY46" fmla="*/ 11475 h 16393"/>
                <a:gd name="connsiteX47" fmla="*/ 54098 w 103278"/>
                <a:gd name="connsiteY47" fmla="*/ 13115 h 16393"/>
                <a:gd name="connsiteX48" fmla="*/ 59016 w 103278"/>
                <a:gd name="connsiteY48" fmla="*/ 14754 h 16393"/>
                <a:gd name="connsiteX49" fmla="*/ 62295 w 103278"/>
                <a:gd name="connsiteY49" fmla="*/ 14754 h 16393"/>
                <a:gd name="connsiteX50" fmla="*/ 67213 w 103278"/>
                <a:gd name="connsiteY50" fmla="*/ 14754 h 16393"/>
                <a:gd name="connsiteX51" fmla="*/ 70491 w 103278"/>
                <a:gd name="connsiteY51" fmla="*/ 14754 h 16393"/>
                <a:gd name="connsiteX52" fmla="*/ 75409 w 103278"/>
                <a:gd name="connsiteY52" fmla="*/ 14754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03278" h="16393">
                  <a:moveTo>
                    <a:pt x="78688" y="14754"/>
                  </a:moveTo>
                  <a:lnTo>
                    <a:pt x="83606" y="14754"/>
                  </a:lnTo>
                  <a:lnTo>
                    <a:pt x="86885" y="14754"/>
                  </a:lnTo>
                  <a:lnTo>
                    <a:pt x="90164" y="14754"/>
                  </a:lnTo>
                  <a:lnTo>
                    <a:pt x="95081" y="13115"/>
                  </a:lnTo>
                  <a:lnTo>
                    <a:pt x="98360" y="11475"/>
                  </a:lnTo>
                  <a:lnTo>
                    <a:pt x="101639" y="9836"/>
                  </a:lnTo>
                  <a:lnTo>
                    <a:pt x="103278" y="6557"/>
                  </a:lnTo>
                  <a:lnTo>
                    <a:pt x="99999" y="4918"/>
                  </a:lnTo>
                  <a:lnTo>
                    <a:pt x="96721" y="1639"/>
                  </a:lnTo>
                  <a:lnTo>
                    <a:pt x="91803" y="1639"/>
                  </a:lnTo>
                  <a:lnTo>
                    <a:pt x="88524" y="0"/>
                  </a:lnTo>
                  <a:lnTo>
                    <a:pt x="85245" y="0"/>
                  </a:lnTo>
                  <a:lnTo>
                    <a:pt x="80327" y="0"/>
                  </a:lnTo>
                  <a:lnTo>
                    <a:pt x="77049" y="1639"/>
                  </a:lnTo>
                  <a:lnTo>
                    <a:pt x="73770" y="1639"/>
                  </a:lnTo>
                  <a:lnTo>
                    <a:pt x="68852" y="1639"/>
                  </a:lnTo>
                  <a:lnTo>
                    <a:pt x="63934" y="3279"/>
                  </a:lnTo>
                  <a:lnTo>
                    <a:pt x="60655" y="3279"/>
                  </a:lnTo>
                  <a:lnTo>
                    <a:pt x="57377" y="4918"/>
                  </a:lnTo>
                  <a:lnTo>
                    <a:pt x="52459" y="4918"/>
                  </a:lnTo>
                  <a:lnTo>
                    <a:pt x="49180" y="6557"/>
                  </a:lnTo>
                  <a:lnTo>
                    <a:pt x="44262" y="6557"/>
                  </a:lnTo>
                  <a:lnTo>
                    <a:pt x="40983" y="6557"/>
                  </a:lnTo>
                  <a:lnTo>
                    <a:pt x="36065" y="6557"/>
                  </a:lnTo>
                  <a:lnTo>
                    <a:pt x="32787" y="6557"/>
                  </a:lnTo>
                  <a:lnTo>
                    <a:pt x="27869" y="8197"/>
                  </a:lnTo>
                  <a:lnTo>
                    <a:pt x="24590" y="8197"/>
                  </a:lnTo>
                  <a:lnTo>
                    <a:pt x="21311" y="8197"/>
                  </a:lnTo>
                  <a:lnTo>
                    <a:pt x="16393" y="9836"/>
                  </a:lnTo>
                  <a:lnTo>
                    <a:pt x="13114" y="9836"/>
                  </a:lnTo>
                  <a:lnTo>
                    <a:pt x="8197" y="9836"/>
                  </a:lnTo>
                  <a:lnTo>
                    <a:pt x="4918" y="11475"/>
                  </a:lnTo>
                  <a:lnTo>
                    <a:pt x="0" y="13115"/>
                  </a:lnTo>
                  <a:lnTo>
                    <a:pt x="3279" y="14754"/>
                  </a:lnTo>
                  <a:lnTo>
                    <a:pt x="8197" y="14754"/>
                  </a:lnTo>
                  <a:lnTo>
                    <a:pt x="11475" y="13115"/>
                  </a:lnTo>
                  <a:lnTo>
                    <a:pt x="16393" y="13115"/>
                  </a:lnTo>
                  <a:lnTo>
                    <a:pt x="19672" y="13115"/>
                  </a:lnTo>
                  <a:lnTo>
                    <a:pt x="22951" y="13115"/>
                  </a:lnTo>
                  <a:lnTo>
                    <a:pt x="27869" y="13115"/>
                  </a:lnTo>
                  <a:lnTo>
                    <a:pt x="31147" y="13115"/>
                  </a:lnTo>
                  <a:lnTo>
                    <a:pt x="34426" y="14754"/>
                  </a:lnTo>
                  <a:lnTo>
                    <a:pt x="39344" y="16393"/>
                  </a:lnTo>
                  <a:lnTo>
                    <a:pt x="42623" y="14754"/>
                  </a:lnTo>
                  <a:lnTo>
                    <a:pt x="47541" y="14754"/>
                  </a:lnTo>
                  <a:lnTo>
                    <a:pt x="50819" y="11475"/>
                  </a:lnTo>
                  <a:lnTo>
                    <a:pt x="54098" y="13115"/>
                  </a:lnTo>
                  <a:lnTo>
                    <a:pt x="59016" y="14754"/>
                  </a:lnTo>
                  <a:lnTo>
                    <a:pt x="62295" y="14754"/>
                  </a:lnTo>
                  <a:lnTo>
                    <a:pt x="67213" y="14754"/>
                  </a:lnTo>
                  <a:lnTo>
                    <a:pt x="70491" y="14754"/>
                  </a:lnTo>
                  <a:lnTo>
                    <a:pt x="75409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18" name="Freeform 3417">
              <a:extLst>
                <a:ext uri="{FF2B5EF4-FFF2-40B4-BE49-F238E27FC236}">
                  <a16:creationId xmlns:a16="http://schemas.microsoft.com/office/drawing/2014/main" id="{9CB7840D-8450-FA4F-82D6-3CFBF74F9DDA}"/>
                </a:ext>
              </a:extLst>
            </p:cNvPr>
            <p:cNvSpPr/>
            <p:nvPr/>
          </p:nvSpPr>
          <p:spPr>
            <a:xfrm>
              <a:off x="2730441" y="978846"/>
              <a:ext cx="191802" cy="95081"/>
            </a:xfrm>
            <a:custGeom>
              <a:avLst/>
              <a:gdLst>
                <a:gd name="connsiteX0" fmla="*/ 9836 w 191802"/>
                <a:gd name="connsiteY0" fmla="*/ 55737 h 95081"/>
                <a:gd name="connsiteX1" fmla="*/ 13115 w 191802"/>
                <a:gd name="connsiteY1" fmla="*/ 59016 h 95081"/>
                <a:gd name="connsiteX2" fmla="*/ 16393 w 191802"/>
                <a:gd name="connsiteY2" fmla="*/ 59016 h 95081"/>
                <a:gd name="connsiteX3" fmla="*/ 19672 w 191802"/>
                <a:gd name="connsiteY3" fmla="*/ 59016 h 95081"/>
                <a:gd name="connsiteX4" fmla="*/ 24590 w 191802"/>
                <a:gd name="connsiteY4" fmla="*/ 57377 h 95081"/>
                <a:gd name="connsiteX5" fmla="*/ 27869 w 191802"/>
                <a:gd name="connsiteY5" fmla="*/ 59016 h 95081"/>
                <a:gd name="connsiteX6" fmla="*/ 26229 w 191802"/>
                <a:gd name="connsiteY6" fmla="*/ 62295 h 95081"/>
                <a:gd name="connsiteX7" fmla="*/ 29508 w 191802"/>
                <a:gd name="connsiteY7" fmla="*/ 62295 h 95081"/>
                <a:gd name="connsiteX8" fmla="*/ 34426 w 191802"/>
                <a:gd name="connsiteY8" fmla="*/ 62295 h 95081"/>
                <a:gd name="connsiteX9" fmla="*/ 36065 w 191802"/>
                <a:gd name="connsiteY9" fmla="*/ 65573 h 95081"/>
                <a:gd name="connsiteX10" fmla="*/ 36065 w 191802"/>
                <a:gd name="connsiteY10" fmla="*/ 68852 h 95081"/>
                <a:gd name="connsiteX11" fmla="*/ 39344 w 191802"/>
                <a:gd name="connsiteY11" fmla="*/ 72131 h 95081"/>
                <a:gd name="connsiteX12" fmla="*/ 40983 w 191802"/>
                <a:gd name="connsiteY12" fmla="*/ 73770 h 95081"/>
                <a:gd name="connsiteX13" fmla="*/ 44262 w 191802"/>
                <a:gd name="connsiteY13" fmla="*/ 77049 h 95081"/>
                <a:gd name="connsiteX14" fmla="*/ 44262 w 191802"/>
                <a:gd name="connsiteY14" fmla="*/ 80328 h 95081"/>
                <a:gd name="connsiteX15" fmla="*/ 45901 w 191802"/>
                <a:gd name="connsiteY15" fmla="*/ 85246 h 95081"/>
                <a:gd name="connsiteX16" fmla="*/ 44262 w 191802"/>
                <a:gd name="connsiteY16" fmla="*/ 88524 h 95081"/>
                <a:gd name="connsiteX17" fmla="*/ 42623 w 191802"/>
                <a:gd name="connsiteY17" fmla="*/ 91803 h 95081"/>
                <a:gd name="connsiteX18" fmla="*/ 45901 w 191802"/>
                <a:gd name="connsiteY18" fmla="*/ 91803 h 95081"/>
                <a:gd name="connsiteX19" fmla="*/ 49180 w 191802"/>
                <a:gd name="connsiteY19" fmla="*/ 91803 h 95081"/>
                <a:gd name="connsiteX20" fmla="*/ 52459 w 191802"/>
                <a:gd name="connsiteY20" fmla="*/ 95082 h 95081"/>
                <a:gd name="connsiteX21" fmla="*/ 55738 w 191802"/>
                <a:gd name="connsiteY21" fmla="*/ 95082 h 95081"/>
                <a:gd name="connsiteX22" fmla="*/ 60655 w 191802"/>
                <a:gd name="connsiteY22" fmla="*/ 93442 h 95081"/>
                <a:gd name="connsiteX23" fmla="*/ 63934 w 191802"/>
                <a:gd name="connsiteY23" fmla="*/ 93442 h 95081"/>
                <a:gd name="connsiteX24" fmla="*/ 68852 w 191802"/>
                <a:gd name="connsiteY24" fmla="*/ 91803 h 95081"/>
                <a:gd name="connsiteX25" fmla="*/ 72131 w 191802"/>
                <a:gd name="connsiteY25" fmla="*/ 90164 h 95081"/>
                <a:gd name="connsiteX26" fmla="*/ 77049 w 191802"/>
                <a:gd name="connsiteY26" fmla="*/ 88524 h 95081"/>
                <a:gd name="connsiteX27" fmla="*/ 80328 w 191802"/>
                <a:gd name="connsiteY27" fmla="*/ 86885 h 95081"/>
                <a:gd name="connsiteX28" fmla="*/ 77049 w 191802"/>
                <a:gd name="connsiteY28" fmla="*/ 83606 h 95081"/>
                <a:gd name="connsiteX29" fmla="*/ 77049 w 191802"/>
                <a:gd name="connsiteY29" fmla="*/ 78688 h 95081"/>
                <a:gd name="connsiteX30" fmla="*/ 80328 w 191802"/>
                <a:gd name="connsiteY30" fmla="*/ 75410 h 95081"/>
                <a:gd name="connsiteX31" fmla="*/ 85245 w 191802"/>
                <a:gd name="connsiteY31" fmla="*/ 73770 h 95081"/>
                <a:gd name="connsiteX32" fmla="*/ 88524 w 191802"/>
                <a:gd name="connsiteY32" fmla="*/ 72131 h 95081"/>
                <a:gd name="connsiteX33" fmla="*/ 85245 w 191802"/>
                <a:gd name="connsiteY33" fmla="*/ 75410 h 95081"/>
                <a:gd name="connsiteX34" fmla="*/ 80328 w 191802"/>
                <a:gd name="connsiteY34" fmla="*/ 78688 h 95081"/>
                <a:gd name="connsiteX35" fmla="*/ 85245 w 191802"/>
                <a:gd name="connsiteY35" fmla="*/ 81967 h 95081"/>
                <a:gd name="connsiteX36" fmla="*/ 88524 w 191802"/>
                <a:gd name="connsiteY36" fmla="*/ 81967 h 95081"/>
                <a:gd name="connsiteX37" fmla="*/ 91803 w 191802"/>
                <a:gd name="connsiteY37" fmla="*/ 81967 h 95081"/>
                <a:gd name="connsiteX38" fmla="*/ 96721 w 191802"/>
                <a:gd name="connsiteY38" fmla="*/ 83606 h 95081"/>
                <a:gd name="connsiteX39" fmla="*/ 100000 w 191802"/>
                <a:gd name="connsiteY39" fmla="*/ 83606 h 95081"/>
                <a:gd name="connsiteX40" fmla="*/ 104918 w 191802"/>
                <a:gd name="connsiteY40" fmla="*/ 81967 h 95081"/>
                <a:gd name="connsiteX41" fmla="*/ 108196 w 191802"/>
                <a:gd name="connsiteY41" fmla="*/ 80328 h 95081"/>
                <a:gd name="connsiteX42" fmla="*/ 111475 w 191802"/>
                <a:gd name="connsiteY42" fmla="*/ 80328 h 95081"/>
                <a:gd name="connsiteX43" fmla="*/ 116393 w 191802"/>
                <a:gd name="connsiteY43" fmla="*/ 78688 h 95081"/>
                <a:gd name="connsiteX44" fmla="*/ 119672 w 191802"/>
                <a:gd name="connsiteY44" fmla="*/ 77049 h 95081"/>
                <a:gd name="connsiteX45" fmla="*/ 122950 w 191802"/>
                <a:gd name="connsiteY45" fmla="*/ 75410 h 95081"/>
                <a:gd name="connsiteX46" fmla="*/ 127868 w 191802"/>
                <a:gd name="connsiteY46" fmla="*/ 73770 h 95081"/>
                <a:gd name="connsiteX47" fmla="*/ 131147 w 191802"/>
                <a:gd name="connsiteY47" fmla="*/ 75410 h 95081"/>
                <a:gd name="connsiteX48" fmla="*/ 136065 w 191802"/>
                <a:gd name="connsiteY48" fmla="*/ 73770 h 95081"/>
                <a:gd name="connsiteX49" fmla="*/ 131147 w 191802"/>
                <a:gd name="connsiteY49" fmla="*/ 72131 h 95081"/>
                <a:gd name="connsiteX50" fmla="*/ 136065 w 191802"/>
                <a:gd name="connsiteY50" fmla="*/ 70492 h 95081"/>
                <a:gd name="connsiteX51" fmla="*/ 139344 w 191802"/>
                <a:gd name="connsiteY51" fmla="*/ 70492 h 95081"/>
                <a:gd name="connsiteX52" fmla="*/ 134426 w 191802"/>
                <a:gd name="connsiteY52" fmla="*/ 67213 h 95081"/>
                <a:gd name="connsiteX53" fmla="*/ 139344 w 191802"/>
                <a:gd name="connsiteY53" fmla="*/ 67213 h 95081"/>
                <a:gd name="connsiteX54" fmla="*/ 142622 w 191802"/>
                <a:gd name="connsiteY54" fmla="*/ 65573 h 95081"/>
                <a:gd name="connsiteX55" fmla="*/ 147540 w 191802"/>
                <a:gd name="connsiteY55" fmla="*/ 62295 h 95081"/>
                <a:gd name="connsiteX56" fmla="*/ 145901 w 191802"/>
                <a:gd name="connsiteY56" fmla="*/ 59016 h 95081"/>
                <a:gd name="connsiteX57" fmla="*/ 142622 w 191802"/>
                <a:gd name="connsiteY57" fmla="*/ 57377 h 95081"/>
                <a:gd name="connsiteX58" fmla="*/ 145901 w 191802"/>
                <a:gd name="connsiteY58" fmla="*/ 57377 h 95081"/>
                <a:gd name="connsiteX59" fmla="*/ 150819 w 191802"/>
                <a:gd name="connsiteY59" fmla="*/ 57377 h 95081"/>
                <a:gd name="connsiteX60" fmla="*/ 155737 w 191802"/>
                <a:gd name="connsiteY60" fmla="*/ 55737 h 95081"/>
                <a:gd name="connsiteX61" fmla="*/ 159016 w 191802"/>
                <a:gd name="connsiteY61" fmla="*/ 54098 h 95081"/>
                <a:gd name="connsiteX62" fmla="*/ 162294 w 191802"/>
                <a:gd name="connsiteY62" fmla="*/ 52459 h 95081"/>
                <a:gd name="connsiteX63" fmla="*/ 162294 w 191802"/>
                <a:gd name="connsiteY63" fmla="*/ 49180 h 95081"/>
                <a:gd name="connsiteX64" fmla="*/ 165573 w 191802"/>
                <a:gd name="connsiteY64" fmla="*/ 45901 h 95081"/>
                <a:gd name="connsiteX65" fmla="*/ 167212 w 191802"/>
                <a:gd name="connsiteY65" fmla="*/ 42623 h 95081"/>
                <a:gd name="connsiteX66" fmla="*/ 163934 w 191802"/>
                <a:gd name="connsiteY66" fmla="*/ 44262 h 95081"/>
                <a:gd name="connsiteX67" fmla="*/ 159016 w 191802"/>
                <a:gd name="connsiteY67" fmla="*/ 44262 h 95081"/>
                <a:gd name="connsiteX68" fmla="*/ 155737 w 191802"/>
                <a:gd name="connsiteY68" fmla="*/ 44262 h 95081"/>
                <a:gd name="connsiteX69" fmla="*/ 150819 w 191802"/>
                <a:gd name="connsiteY69" fmla="*/ 45901 h 95081"/>
                <a:gd name="connsiteX70" fmla="*/ 147540 w 191802"/>
                <a:gd name="connsiteY70" fmla="*/ 47541 h 95081"/>
                <a:gd name="connsiteX71" fmla="*/ 150819 w 191802"/>
                <a:gd name="connsiteY71" fmla="*/ 44262 h 95081"/>
                <a:gd name="connsiteX72" fmla="*/ 152458 w 191802"/>
                <a:gd name="connsiteY72" fmla="*/ 40983 h 95081"/>
                <a:gd name="connsiteX73" fmla="*/ 149180 w 191802"/>
                <a:gd name="connsiteY73" fmla="*/ 37705 h 95081"/>
                <a:gd name="connsiteX74" fmla="*/ 152458 w 191802"/>
                <a:gd name="connsiteY74" fmla="*/ 37705 h 95081"/>
                <a:gd name="connsiteX75" fmla="*/ 154098 w 191802"/>
                <a:gd name="connsiteY75" fmla="*/ 34426 h 95081"/>
                <a:gd name="connsiteX76" fmla="*/ 150819 w 191802"/>
                <a:gd name="connsiteY76" fmla="*/ 32787 h 95081"/>
                <a:gd name="connsiteX77" fmla="*/ 145901 w 191802"/>
                <a:gd name="connsiteY77" fmla="*/ 32787 h 95081"/>
                <a:gd name="connsiteX78" fmla="*/ 142622 w 191802"/>
                <a:gd name="connsiteY78" fmla="*/ 31147 h 95081"/>
                <a:gd name="connsiteX79" fmla="*/ 137704 w 191802"/>
                <a:gd name="connsiteY79" fmla="*/ 32787 h 95081"/>
                <a:gd name="connsiteX80" fmla="*/ 134426 w 191802"/>
                <a:gd name="connsiteY80" fmla="*/ 32787 h 95081"/>
                <a:gd name="connsiteX81" fmla="*/ 129508 w 191802"/>
                <a:gd name="connsiteY81" fmla="*/ 34426 h 95081"/>
                <a:gd name="connsiteX82" fmla="*/ 126229 w 191802"/>
                <a:gd name="connsiteY82" fmla="*/ 36065 h 95081"/>
                <a:gd name="connsiteX83" fmla="*/ 122950 w 191802"/>
                <a:gd name="connsiteY83" fmla="*/ 37705 h 95081"/>
                <a:gd name="connsiteX84" fmla="*/ 124590 w 191802"/>
                <a:gd name="connsiteY84" fmla="*/ 32787 h 95081"/>
                <a:gd name="connsiteX85" fmla="*/ 129508 w 191802"/>
                <a:gd name="connsiteY85" fmla="*/ 32787 h 95081"/>
                <a:gd name="connsiteX86" fmla="*/ 132786 w 191802"/>
                <a:gd name="connsiteY86" fmla="*/ 31147 h 95081"/>
                <a:gd name="connsiteX87" fmla="*/ 136065 w 191802"/>
                <a:gd name="connsiteY87" fmla="*/ 29508 h 95081"/>
                <a:gd name="connsiteX88" fmla="*/ 140983 w 191802"/>
                <a:gd name="connsiteY88" fmla="*/ 27869 h 95081"/>
                <a:gd name="connsiteX89" fmla="*/ 144262 w 191802"/>
                <a:gd name="connsiteY89" fmla="*/ 27869 h 95081"/>
                <a:gd name="connsiteX90" fmla="*/ 147540 w 191802"/>
                <a:gd name="connsiteY90" fmla="*/ 26229 h 95081"/>
                <a:gd name="connsiteX91" fmla="*/ 152458 w 191802"/>
                <a:gd name="connsiteY91" fmla="*/ 24590 h 95081"/>
                <a:gd name="connsiteX92" fmla="*/ 155737 w 191802"/>
                <a:gd name="connsiteY92" fmla="*/ 22951 h 95081"/>
                <a:gd name="connsiteX93" fmla="*/ 159016 w 191802"/>
                <a:gd name="connsiteY93" fmla="*/ 22951 h 95081"/>
                <a:gd name="connsiteX94" fmla="*/ 163934 w 191802"/>
                <a:gd name="connsiteY94" fmla="*/ 21311 h 95081"/>
                <a:gd name="connsiteX95" fmla="*/ 167212 w 191802"/>
                <a:gd name="connsiteY95" fmla="*/ 21311 h 95081"/>
                <a:gd name="connsiteX96" fmla="*/ 170491 w 191802"/>
                <a:gd name="connsiteY96" fmla="*/ 19672 h 95081"/>
                <a:gd name="connsiteX97" fmla="*/ 175409 w 191802"/>
                <a:gd name="connsiteY97" fmla="*/ 19672 h 95081"/>
                <a:gd name="connsiteX98" fmla="*/ 172130 w 191802"/>
                <a:gd name="connsiteY98" fmla="*/ 16393 h 95081"/>
                <a:gd name="connsiteX99" fmla="*/ 168852 w 191802"/>
                <a:gd name="connsiteY99" fmla="*/ 16393 h 95081"/>
                <a:gd name="connsiteX100" fmla="*/ 165573 w 191802"/>
                <a:gd name="connsiteY100" fmla="*/ 16393 h 95081"/>
                <a:gd name="connsiteX101" fmla="*/ 168852 w 191802"/>
                <a:gd name="connsiteY101" fmla="*/ 14754 h 95081"/>
                <a:gd name="connsiteX102" fmla="*/ 172130 w 191802"/>
                <a:gd name="connsiteY102" fmla="*/ 14754 h 95081"/>
                <a:gd name="connsiteX103" fmla="*/ 177048 w 191802"/>
                <a:gd name="connsiteY103" fmla="*/ 13115 h 95081"/>
                <a:gd name="connsiteX104" fmla="*/ 180327 w 191802"/>
                <a:gd name="connsiteY104" fmla="*/ 13115 h 95081"/>
                <a:gd name="connsiteX105" fmla="*/ 185245 w 191802"/>
                <a:gd name="connsiteY105" fmla="*/ 11475 h 95081"/>
                <a:gd name="connsiteX106" fmla="*/ 188524 w 191802"/>
                <a:gd name="connsiteY106" fmla="*/ 11475 h 95081"/>
                <a:gd name="connsiteX107" fmla="*/ 191802 w 191802"/>
                <a:gd name="connsiteY107" fmla="*/ 9836 h 95081"/>
                <a:gd name="connsiteX108" fmla="*/ 191802 w 191802"/>
                <a:gd name="connsiteY108" fmla="*/ 4918 h 95081"/>
                <a:gd name="connsiteX109" fmla="*/ 188524 w 191802"/>
                <a:gd name="connsiteY109" fmla="*/ 3279 h 95081"/>
                <a:gd name="connsiteX110" fmla="*/ 183606 w 191802"/>
                <a:gd name="connsiteY110" fmla="*/ 3279 h 95081"/>
                <a:gd name="connsiteX111" fmla="*/ 180327 w 191802"/>
                <a:gd name="connsiteY111" fmla="*/ 1639 h 95081"/>
                <a:gd name="connsiteX112" fmla="*/ 175409 w 191802"/>
                <a:gd name="connsiteY112" fmla="*/ 3279 h 95081"/>
                <a:gd name="connsiteX113" fmla="*/ 180327 w 191802"/>
                <a:gd name="connsiteY113" fmla="*/ 1639 h 95081"/>
                <a:gd name="connsiteX114" fmla="*/ 175409 w 191802"/>
                <a:gd name="connsiteY114" fmla="*/ 1639 h 95081"/>
                <a:gd name="connsiteX115" fmla="*/ 172130 w 191802"/>
                <a:gd name="connsiteY115" fmla="*/ 3279 h 95081"/>
                <a:gd name="connsiteX116" fmla="*/ 168852 w 191802"/>
                <a:gd name="connsiteY116" fmla="*/ 3279 h 95081"/>
                <a:gd name="connsiteX117" fmla="*/ 163934 w 191802"/>
                <a:gd name="connsiteY117" fmla="*/ 4918 h 95081"/>
                <a:gd name="connsiteX118" fmla="*/ 160655 w 191802"/>
                <a:gd name="connsiteY118" fmla="*/ 4918 h 95081"/>
                <a:gd name="connsiteX119" fmla="*/ 157376 w 191802"/>
                <a:gd name="connsiteY119" fmla="*/ 4918 h 95081"/>
                <a:gd name="connsiteX120" fmla="*/ 152458 w 191802"/>
                <a:gd name="connsiteY120" fmla="*/ 4918 h 95081"/>
                <a:gd name="connsiteX121" fmla="*/ 149180 w 191802"/>
                <a:gd name="connsiteY121" fmla="*/ 6557 h 95081"/>
                <a:gd name="connsiteX122" fmla="*/ 144262 w 191802"/>
                <a:gd name="connsiteY122" fmla="*/ 6557 h 95081"/>
                <a:gd name="connsiteX123" fmla="*/ 140983 w 191802"/>
                <a:gd name="connsiteY123" fmla="*/ 6557 h 95081"/>
                <a:gd name="connsiteX124" fmla="*/ 136065 w 191802"/>
                <a:gd name="connsiteY124" fmla="*/ 6557 h 95081"/>
                <a:gd name="connsiteX125" fmla="*/ 132786 w 191802"/>
                <a:gd name="connsiteY125" fmla="*/ 8197 h 95081"/>
                <a:gd name="connsiteX126" fmla="*/ 131147 w 191802"/>
                <a:gd name="connsiteY126" fmla="*/ 4918 h 95081"/>
                <a:gd name="connsiteX127" fmla="*/ 127868 w 191802"/>
                <a:gd name="connsiteY127" fmla="*/ 3279 h 95081"/>
                <a:gd name="connsiteX128" fmla="*/ 124590 w 191802"/>
                <a:gd name="connsiteY128" fmla="*/ 0 h 95081"/>
                <a:gd name="connsiteX129" fmla="*/ 121311 w 191802"/>
                <a:gd name="connsiteY129" fmla="*/ 0 h 95081"/>
                <a:gd name="connsiteX130" fmla="*/ 118032 w 191802"/>
                <a:gd name="connsiteY130" fmla="*/ 0 h 95081"/>
                <a:gd name="connsiteX131" fmla="*/ 114754 w 191802"/>
                <a:gd name="connsiteY131" fmla="*/ 1639 h 95081"/>
                <a:gd name="connsiteX132" fmla="*/ 109836 w 191802"/>
                <a:gd name="connsiteY132" fmla="*/ 3279 h 95081"/>
                <a:gd name="connsiteX133" fmla="*/ 114754 w 191802"/>
                <a:gd name="connsiteY133" fmla="*/ 3279 h 95081"/>
                <a:gd name="connsiteX134" fmla="*/ 118032 w 191802"/>
                <a:gd name="connsiteY134" fmla="*/ 3279 h 95081"/>
                <a:gd name="connsiteX135" fmla="*/ 121311 w 191802"/>
                <a:gd name="connsiteY135" fmla="*/ 1639 h 95081"/>
                <a:gd name="connsiteX136" fmla="*/ 118032 w 191802"/>
                <a:gd name="connsiteY136" fmla="*/ 4918 h 95081"/>
                <a:gd name="connsiteX137" fmla="*/ 114754 w 191802"/>
                <a:gd name="connsiteY137" fmla="*/ 4918 h 95081"/>
                <a:gd name="connsiteX138" fmla="*/ 111475 w 191802"/>
                <a:gd name="connsiteY138" fmla="*/ 4918 h 95081"/>
                <a:gd name="connsiteX139" fmla="*/ 106557 w 191802"/>
                <a:gd name="connsiteY139" fmla="*/ 4918 h 95081"/>
                <a:gd name="connsiteX140" fmla="*/ 103278 w 191802"/>
                <a:gd name="connsiteY140" fmla="*/ 3279 h 95081"/>
                <a:gd name="connsiteX141" fmla="*/ 100000 w 191802"/>
                <a:gd name="connsiteY141" fmla="*/ 3279 h 95081"/>
                <a:gd name="connsiteX142" fmla="*/ 96721 w 191802"/>
                <a:gd name="connsiteY142" fmla="*/ 4918 h 95081"/>
                <a:gd name="connsiteX143" fmla="*/ 91803 w 191802"/>
                <a:gd name="connsiteY143" fmla="*/ 4918 h 95081"/>
                <a:gd name="connsiteX144" fmla="*/ 88524 w 191802"/>
                <a:gd name="connsiteY144" fmla="*/ 4918 h 95081"/>
                <a:gd name="connsiteX145" fmla="*/ 83606 w 191802"/>
                <a:gd name="connsiteY145" fmla="*/ 8197 h 95081"/>
                <a:gd name="connsiteX146" fmla="*/ 88524 w 191802"/>
                <a:gd name="connsiteY146" fmla="*/ 9836 h 95081"/>
                <a:gd name="connsiteX147" fmla="*/ 91803 w 191802"/>
                <a:gd name="connsiteY147" fmla="*/ 13115 h 95081"/>
                <a:gd name="connsiteX148" fmla="*/ 88524 w 191802"/>
                <a:gd name="connsiteY148" fmla="*/ 14754 h 95081"/>
                <a:gd name="connsiteX149" fmla="*/ 83606 w 191802"/>
                <a:gd name="connsiteY149" fmla="*/ 13115 h 95081"/>
                <a:gd name="connsiteX150" fmla="*/ 80328 w 191802"/>
                <a:gd name="connsiteY150" fmla="*/ 13115 h 95081"/>
                <a:gd name="connsiteX151" fmla="*/ 77049 w 191802"/>
                <a:gd name="connsiteY151" fmla="*/ 11475 h 95081"/>
                <a:gd name="connsiteX152" fmla="*/ 72131 w 191802"/>
                <a:gd name="connsiteY152" fmla="*/ 13115 h 95081"/>
                <a:gd name="connsiteX153" fmla="*/ 68852 w 191802"/>
                <a:gd name="connsiteY153" fmla="*/ 13115 h 95081"/>
                <a:gd name="connsiteX154" fmla="*/ 65573 w 191802"/>
                <a:gd name="connsiteY154" fmla="*/ 14754 h 95081"/>
                <a:gd name="connsiteX155" fmla="*/ 60655 w 191802"/>
                <a:gd name="connsiteY155" fmla="*/ 16393 h 95081"/>
                <a:gd name="connsiteX156" fmla="*/ 65573 w 191802"/>
                <a:gd name="connsiteY156" fmla="*/ 19672 h 95081"/>
                <a:gd name="connsiteX157" fmla="*/ 68852 w 191802"/>
                <a:gd name="connsiteY157" fmla="*/ 21311 h 95081"/>
                <a:gd name="connsiteX158" fmla="*/ 73770 w 191802"/>
                <a:gd name="connsiteY158" fmla="*/ 24590 h 95081"/>
                <a:gd name="connsiteX159" fmla="*/ 77049 w 191802"/>
                <a:gd name="connsiteY159" fmla="*/ 22951 h 95081"/>
                <a:gd name="connsiteX160" fmla="*/ 81967 w 191802"/>
                <a:gd name="connsiteY160" fmla="*/ 22951 h 95081"/>
                <a:gd name="connsiteX161" fmla="*/ 85245 w 191802"/>
                <a:gd name="connsiteY161" fmla="*/ 21311 h 95081"/>
                <a:gd name="connsiteX162" fmla="*/ 88524 w 191802"/>
                <a:gd name="connsiteY162" fmla="*/ 19672 h 95081"/>
                <a:gd name="connsiteX163" fmla="*/ 91803 w 191802"/>
                <a:gd name="connsiteY163" fmla="*/ 22951 h 95081"/>
                <a:gd name="connsiteX164" fmla="*/ 93442 w 191802"/>
                <a:gd name="connsiteY164" fmla="*/ 24590 h 95081"/>
                <a:gd name="connsiteX165" fmla="*/ 96721 w 191802"/>
                <a:gd name="connsiteY165" fmla="*/ 26229 h 95081"/>
                <a:gd name="connsiteX166" fmla="*/ 93442 w 191802"/>
                <a:gd name="connsiteY166" fmla="*/ 26229 h 95081"/>
                <a:gd name="connsiteX167" fmla="*/ 91803 w 191802"/>
                <a:gd name="connsiteY167" fmla="*/ 26229 h 95081"/>
                <a:gd name="connsiteX168" fmla="*/ 88524 w 191802"/>
                <a:gd name="connsiteY168" fmla="*/ 24590 h 95081"/>
                <a:gd name="connsiteX169" fmla="*/ 83606 w 191802"/>
                <a:gd name="connsiteY169" fmla="*/ 22951 h 95081"/>
                <a:gd name="connsiteX170" fmla="*/ 80328 w 191802"/>
                <a:gd name="connsiteY170" fmla="*/ 24590 h 95081"/>
                <a:gd name="connsiteX171" fmla="*/ 77049 w 191802"/>
                <a:gd name="connsiteY171" fmla="*/ 26229 h 95081"/>
                <a:gd name="connsiteX172" fmla="*/ 80328 w 191802"/>
                <a:gd name="connsiteY172" fmla="*/ 27869 h 95081"/>
                <a:gd name="connsiteX173" fmla="*/ 81967 w 191802"/>
                <a:gd name="connsiteY173" fmla="*/ 32787 h 95081"/>
                <a:gd name="connsiteX174" fmla="*/ 78688 w 191802"/>
                <a:gd name="connsiteY174" fmla="*/ 36065 h 95081"/>
                <a:gd name="connsiteX175" fmla="*/ 75410 w 191802"/>
                <a:gd name="connsiteY175" fmla="*/ 37705 h 95081"/>
                <a:gd name="connsiteX176" fmla="*/ 72131 w 191802"/>
                <a:gd name="connsiteY176" fmla="*/ 37705 h 95081"/>
                <a:gd name="connsiteX177" fmla="*/ 75410 w 191802"/>
                <a:gd name="connsiteY177" fmla="*/ 36065 h 95081"/>
                <a:gd name="connsiteX178" fmla="*/ 77049 w 191802"/>
                <a:gd name="connsiteY178" fmla="*/ 31147 h 95081"/>
                <a:gd name="connsiteX179" fmla="*/ 73770 w 191802"/>
                <a:gd name="connsiteY179" fmla="*/ 32787 h 95081"/>
                <a:gd name="connsiteX180" fmla="*/ 68852 w 191802"/>
                <a:gd name="connsiteY180" fmla="*/ 34426 h 95081"/>
                <a:gd name="connsiteX181" fmla="*/ 70492 w 191802"/>
                <a:gd name="connsiteY181" fmla="*/ 39344 h 95081"/>
                <a:gd name="connsiteX182" fmla="*/ 65573 w 191802"/>
                <a:gd name="connsiteY182" fmla="*/ 40983 h 95081"/>
                <a:gd name="connsiteX183" fmla="*/ 62295 w 191802"/>
                <a:gd name="connsiteY183" fmla="*/ 42623 h 95081"/>
                <a:gd name="connsiteX184" fmla="*/ 57377 w 191802"/>
                <a:gd name="connsiteY184" fmla="*/ 42623 h 95081"/>
                <a:gd name="connsiteX185" fmla="*/ 54098 w 191802"/>
                <a:gd name="connsiteY185" fmla="*/ 42623 h 95081"/>
                <a:gd name="connsiteX186" fmla="*/ 52459 w 191802"/>
                <a:gd name="connsiteY186" fmla="*/ 40983 h 95081"/>
                <a:gd name="connsiteX187" fmla="*/ 49180 w 191802"/>
                <a:gd name="connsiteY187" fmla="*/ 44262 h 95081"/>
                <a:gd name="connsiteX188" fmla="*/ 45901 w 191802"/>
                <a:gd name="connsiteY188" fmla="*/ 44262 h 95081"/>
                <a:gd name="connsiteX189" fmla="*/ 42623 w 191802"/>
                <a:gd name="connsiteY189" fmla="*/ 44262 h 95081"/>
                <a:gd name="connsiteX190" fmla="*/ 37705 w 191802"/>
                <a:gd name="connsiteY190" fmla="*/ 42623 h 95081"/>
                <a:gd name="connsiteX191" fmla="*/ 40983 w 191802"/>
                <a:gd name="connsiteY191" fmla="*/ 40983 h 95081"/>
                <a:gd name="connsiteX192" fmla="*/ 37705 w 191802"/>
                <a:gd name="connsiteY192" fmla="*/ 40983 h 95081"/>
                <a:gd name="connsiteX193" fmla="*/ 37705 w 191802"/>
                <a:gd name="connsiteY193" fmla="*/ 37705 h 95081"/>
                <a:gd name="connsiteX194" fmla="*/ 37705 w 191802"/>
                <a:gd name="connsiteY194" fmla="*/ 32787 h 95081"/>
                <a:gd name="connsiteX195" fmla="*/ 32787 w 191802"/>
                <a:gd name="connsiteY195" fmla="*/ 31147 h 95081"/>
                <a:gd name="connsiteX196" fmla="*/ 29508 w 191802"/>
                <a:gd name="connsiteY196" fmla="*/ 29508 h 95081"/>
                <a:gd name="connsiteX197" fmla="*/ 26229 w 191802"/>
                <a:gd name="connsiteY197" fmla="*/ 31147 h 95081"/>
                <a:gd name="connsiteX198" fmla="*/ 21311 w 191802"/>
                <a:gd name="connsiteY198" fmla="*/ 31147 h 95081"/>
                <a:gd name="connsiteX199" fmla="*/ 18033 w 191802"/>
                <a:gd name="connsiteY199" fmla="*/ 32787 h 95081"/>
                <a:gd name="connsiteX200" fmla="*/ 14754 w 191802"/>
                <a:gd name="connsiteY200" fmla="*/ 34426 h 95081"/>
                <a:gd name="connsiteX201" fmla="*/ 9836 w 191802"/>
                <a:gd name="connsiteY201" fmla="*/ 37705 h 95081"/>
                <a:gd name="connsiteX202" fmla="*/ 6557 w 191802"/>
                <a:gd name="connsiteY202" fmla="*/ 39344 h 95081"/>
                <a:gd name="connsiteX203" fmla="*/ 3279 w 191802"/>
                <a:gd name="connsiteY203" fmla="*/ 40983 h 95081"/>
                <a:gd name="connsiteX204" fmla="*/ 0 w 191802"/>
                <a:gd name="connsiteY204" fmla="*/ 44262 h 95081"/>
                <a:gd name="connsiteX205" fmla="*/ 3279 w 191802"/>
                <a:gd name="connsiteY205" fmla="*/ 47541 h 95081"/>
                <a:gd name="connsiteX206" fmla="*/ 8197 w 191802"/>
                <a:gd name="connsiteY206" fmla="*/ 50820 h 95081"/>
                <a:gd name="connsiteX207" fmla="*/ 11475 w 191802"/>
                <a:gd name="connsiteY207" fmla="*/ 50820 h 95081"/>
                <a:gd name="connsiteX208" fmla="*/ 13115 w 191802"/>
                <a:gd name="connsiteY208" fmla="*/ 54098 h 95081"/>
                <a:gd name="connsiteX209" fmla="*/ 9836 w 191802"/>
                <a:gd name="connsiteY209" fmla="*/ 55737 h 95081"/>
                <a:gd name="connsiteX210" fmla="*/ 9836 w 191802"/>
                <a:gd name="connsiteY210" fmla="*/ 55737 h 9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</a:cxnLst>
              <a:rect l="l" t="t" r="r" b="b"/>
              <a:pathLst>
                <a:path w="191802" h="95081">
                  <a:moveTo>
                    <a:pt x="9836" y="55737"/>
                  </a:moveTo>
                  <a:lnTo>
                    <a:pt x="13115" y="59016"/>
                  </a:lnTo>
                  <a:lnTo>
                    <a:pt x="16393" y="59016"/>
                  </a:lnTo>
                  <a:lnTo>
                    <a:pt x="19672" y="59016"/>
                  </a:lnTo>
                  <a:lnTo>
                    <a:pt x="24590" y="57377"/>
                  </a:lnTo>
                  <a:lnTo>
                    <a:pt x="27869" y="59016"/>
                  </a:lnTo>
                  <a:lnTo>
                    <a:pt x="26229" y="62295"/>
                  </a:lnTo>
                  <a:lnTo>
                    <a:pt x="29508" y="62295"/>
                  </a:lnTo>
                  <a:lnTo>
                    <a:pt x="34426" y="62295"/>
                  </a:lnTo>
                  <a:lnTo>
                    <a:pt x="36065" y="65573"/>
                  </a:lnTo>
                  <a:lnTo>
                    <a:pt x="36065" y="68852"/>
                  </a:lnTo>
                  <a:lnTo>
                    <a:pt x="39344" y="72131"/>
                  </a:lnTo>
                  <a:lnTo>
                    <a:pt x="40983" y="73770"/>
                  </a:lnTo>
                  <a:lnTo>
                    <a:pt x="44262" y="77049"/>
                  </a:lnTo>
                  <a:lnTo>
                    <a:pt x="44262" y="80328"/>
                  </a:lnTo>
                  <a:lnTo>
                    <a:pt x="45901" y="85246"/>
                  </a:lnTo>
                  <a:lnTo>
                    <a:pt x="44262" y="88524"/>
                  </a:lnTo>
                  <a:lnTo>
                    <a:pt x="42623" y="91803"/>
                  </a:lnTo>
                  <a:lnTo>
                    <a:pt x="45901" y="91803"/>
                  </a:lnTo>
                  <a:lnTo>
                    <a:pt x="49180" y="91803"/>
                  </a:lnTo>
                  <a:lnTo>
                    <a:pt x="52459" y="95082"/>
                  </a:lnTo>
                  <a:lnTo>
                    <a:pt x="55738" y="95082"/>
                  </a:lnTo>
                  <a:lnTo>
                    <a:pt x="60655" y="93442"/>
                  </a:lnTo>
                  <a:lnTo>
                    <a:pt x="63934" y="93442"/>
                  </a:lnTo>
                  <a:lnTo>
                    <a:pt x="68852" y="91803"/>
                  </a:lnTo>
                  <a:lnTo>
                    <a:pt x="72131" y="90164"/>
                  </a:lnTo>
                  <a:lnTo>
                    <a:pt x="77049" y="88524"/>
                  </a:lnTo>
                  <a:lnTo>
                    <a:pt x="80328" y="86885"/>
                  </a:lnTo>
                  <a:lnTo>
                    <a:pt x="77049" y="83606"/>
                  </a:lnTo>
                  <a:lnTo>
                    <a:pt x="77049" y="78688"/>
                  </a:lnTo>
                  <a:lnTo>
                    <a:pt x="80328" y="75410"/>
                  </a:lnTo>
                  <a:lnTo>
                    <a:pt x="85245" y="73770"/>
                  </a:lnTo>
                  <a:lnTo>
                    <a:pt x="88524" y="72131"/>
                  </a:lnTo>
                  <a:lnTo>
                    <a:pt x="85245" y="75410"/>
                  </a:lnTo>
                  <a:lnTo>
                    <a:pt x="80328" y="78688"/>
                  </a:lnTo>
                  <a:lnTo>
                    <a:pt x="85245" y="81967"/>
                  </a:lnTo>
                  <a:lnTo>
                    <a:pt x="88524" y="81967"/>
                  </a:lnTo>
                  <a:lnTo>
                    <a:pt x="91803" y="81967"/>
                  </a:lnTo>
                  <a:lnTo>
                    <a:pt x="96721" y="83606"/>
                  </a:lnTo>
                  <a:lnTo>
                    <a:pt x="100000" y="83606"/>
                  </a:lnTo>
                  <a:lnTo>
                    <a:pt x="104918" y="81967"/>
                  </a:lnTo>
                  <a:lnTo>
                    <a:pt x="108196" y="80328"/>
                  </a:lnTo>
                  <a:lnTo>
                    <a:pt x="111475" y="80328"/>
                  </a:lnTo>
                  <a:lnTo>
                    <a:pt x="116393" y="78688"/>
                  </a:lnTo>
                  <a:lnTo>
                    <a:pt x="119672" y="77049"/>
                  </a:lnTo>
                  <a:lnTo>
                    <a:pt x="122950" y="75410"/>
                  </a:lnTo>
                  <a:lnTo>
                    <a:pt x="127868" y="73770"/>
                  </a:lnTo>
                  <a:lnTo>
                    <a:pt x="131147" y="75410"/>
                  </a:lnTo>
                  <a:lnTo>
                    <a:pt x="136065" y="73770"/>
                  </a:lnTo>
                  <a:lnTo>
                    <a:pt x="131147" y="72131"/>
                  </a:lnTo>
                  <a:lnTo>
                    <a:pt x="136065" y="70492"/>
                  </a:lnTo>
                  <a:lnTo>
                    <a:pt x="139344" y="70492"/>
                  </a:lnTo>
                  <a:lnTo>
                    <a:pt x="134426" y="67213"/>
                  </a:lnTo>
                  <a:lnTo>
                    <a:pt x="139344" y="67213"/>
                  </a:lnTo>
                  <a:lnTo>
                    <a:pt x="142622" y="65573"/>
                  </a:lnTo>
                  <a:lnTo>
                    <a:pt x="147540" y="62295"/>
                  </a:lnTo>
                  <a:lnTo>
                    <a:pt x="145901" y="59016"/>
                  </a:lnTo>
                  <a:lnTo>
                    <a:pt x="142622" y="57377"/>
                  </a:lnTo>
                  <a:lnTo>
                    <a:pt x="145901" y="57377"/>
                  </a:lnTo>
                  <a:lnTo>
                    <a:pt x="150819" y="57377"/>
                  </a:lnTo>
                  <a:lnTo>
                    <a:pt x="155737" y="55737"/>
                  </a:lnTo>
                  <a:lnTo>
                    <a:pt x="159016" y="54098"/>
                  </a:lnTo>
                  <a:lnTo>
                    <a:pt x="162294" y="52459"/>
                  </a:lnTo>
                  <a:lnTo>
                    <a:pt x="162294" y="49180"/>
                  </a:lnTo>
                  <a:lnTo>
                    <a:pt x="165573" y="45901"/>
                  </a:lnTo>
                  <a:lnTo>
                    <a:pt x="167212" y="42623"/>
                  </a:lnTo>
                  <a:lnTo>
                    <a:pt x="163934" y="44262"/>
                  </a:lnTo>
                  <a:lnTo>
                    <a:pt x="159016" y="44262"/>
                  </a:lnTo>
                  <a:lnTo>
                    <a:pt x="155737" y="44262"/>
                  </a:lnTo>
                  <a:lnTo>
                    <a:pt x="150819" y="45901"/>
                  </a:lnTo>
                  <a:lnTo>
                    <a:pt x="147540" y="47541"/>
                  </a:lnTo>
                  <a:lnTo>
                    <a:pt x="150819" y="44262"/>
                  </a:lnTo>
                  <a:lnTo>
                    <a:pt x="152458" y="40983"/>
                  </a:lnTo>
                  <a:lnTo>
                    <a:pt x="149180" y="37705"/>
                  </a:lnTo>
                  <a:lnTo>
                    <a:pt x="152458" y="37705"/>
                  </a:lnTo>
                  <a:lnTo>
                    <a:pt x="154098" y="34426"/>
                  </a:lnTo>
                  <a:lnTo>
                    <a:pt x="150819" y="32787"/>
                  </a:lnTo>
                  <a:lnTo>
                    <a:pt x="145901" y="32787"/>
                  </a:lnTo>
                  <a:lnTo>
                    <a:pt x="142622" y="31147"/>
                  </a:lnTo>
                  <a:lnTo>
                    <a:pt x="137704" y="32787"/>
                  </a:lnTo>
                  <a:lnTo>
                    <a:pt x="134426" y="32787"/>
                  </a:lnTo>
                  <a:lnTo>
                    <a:pt x="129508" y="34426"/>
                  </a:lnTo>
                  <a:lnTo>
                    <a:pt x="126229" y="36065"/>
                  </a:lnTo>
                  <a:lnTo>
                    <a:pt x="122950" y="37705"/>
                  </a:lnTo>
                  <a:lnTo>
                    <a:pt x="124590" y="32787"/>
                  </a:lnTo>
                  <a:lnTo>
                    <a:pt x="129508" y="32787"/>
                  </a:lnTo>
                  <a:lnTo>
                    <a:pt x="132786" y="31147"/>
                  </a:lnTo>
                  <a:lnTo>
                    <a:pt x="136065" y="29508"/>
                  </a:lnTo>
                  <a:lnTo>
                    <a:pt x="140983" y="27869"/>
                  </a:lnTo>
                  <a:lnTo>
                    <a:pt x="144262" y="27869"/>
                  </a:lnTo>
                  <a:lnTo>
                    <a:pt x="147540" y="26229"/>
                  </a:lnTo>
                  <a:lnTo>
                    <a:pt x="152458" y="24590"/>
                  </a:lnTo>
                  <a:lnTo>
                    <a:pt x="155737" y="22951"/>
                  </a:lnTo>
                  <a:lnTo>
                    <a:pt x="159016" y="22951"/>
                  </a:lnTo>
                  <a:lnTo>
                    <a:pt x="163934" y="21311"/>
                  </a:lnTo>
                  <a:lnTo>
                    <a:pt x="167212" y="21311"/>
                  </a:lnTo>
                  <a:lnTo>
                    <a:pt x="170491" y="19672"/>
                  </a:lnTo>
                  <a:lnTo>
                    <a:pt x="175409" y="19672"/>
                  </a:lnTo>
                  <a:lnTo>
                    <a:pt x="172130" y="16393"/>
                  </a:lnTo>
                  <a:lnTo>
                    <a:pt x="168852" y="16393"/>
                  </a:lnTo>
                  <a:lnTo>
                    <a:pt x="165573" y="16393"/>
                  </a:lnTo>
                  <a:lnTo>
                    <a:pt x="168852" y="14754"/>
                  </a:lnTo>
                  <a:lnTo>
                    <a:pt x="172130" y="14754"/>
                  </a:lnTo>
                  <a:lnTo>
                    <a:pt x="177048" y="13115"/>
                  </a:lnTo>
                  <a:lnTo>
                    <a:pt x="180327" y="13115"/>
                  </a:lnTo>
                  <a:lnTo>
                    <a:pt x="185245" y="11475"/>
                  </a:lnTo>
                  <a:lnTo>
                    <a:pt x="188524" y="11475"/>
                  </a:lnTo>
                  <a:lnTo>
                    <a:pt x="191802" y="9836"/>
                  </a:lnTo>
                  <a:lnTo>
                    <a:pt x="191802" y="4918"/>
                  </a:lnTo>
                  <a:lnTo>
                    <a:pt x="188524" y="3279"/>
                  </a:lnTo>
                  <a:lnTo>
                    <a:pt x="183606" y="3279"/>
                  </a:lnTo>
                  <a:lnTo>
                    <a:pt x="180327" y="1639"/>
                  </a:lnTo>
                  <a:lnTo>
                    <a:pt x="175409" y="3279"/>
                  </a:lnTo>
                  <a:lnTo>
                    <a:pt x="180327" y="1639"/>
                  </a:lnTo>
                  <a:lnTo>
                    <a:pt x="175409" y="1639"/>
                  </a:lnTo>
                  <a:lnTo>
                    <a:pt x="172130" y="3279"/>
                  </a:lnTo>
                  <a:lnTo>
                    <a:pt x="168852" y="3279"/>
                  </a:lnTo>
                  <a:lnTo>
                    <a:pt x="163934" y="4918"/>
                  </a:lnTo>
                  <a:lnTo>
                    <a:pt x="160655" y="4918"/>
                  </a:lnTo>
                  <a:lnTo>
                    <a:pt x="157376" y="4918"/>
                  </a:lnTo>
                  <a:lnTo>
                    <a:pt x="152458" y="4918"/>
                  </a:lnTo>
                  <a:lnTo>
                    <a:pt x="149180" y="6557"/>
                  </a:lnTo>
                  <a:lnTo>
                    <a:pt x="144262" y="6557"/>
                  </a:lnTo>
                  <a:lnTo>
                    <a:pt x="140983" y="6557"/>
                  </a:lnTo>
                  <a:lnTo>
                    <a:pt x="136065" y="6557"/>
                  </a:lnTo>
                  <a:lnTo>
                    <a:pt x="132786" y="8197"/>
                  </a:lnTo>
                  <a:lnTo>
                    <a:pt x="131147" y="4918"/>
                  </a:lnTo>
                  <a:lnTo>
                    <a:pt x="127868" y="3279"/>
                  </a:lnTo>
                  <a:lnTo>
                    <a:pt x="124590" y="0"/>
                  </a:lnTo>
                  <a:lnTo>
                    <a:pt x="121311" y="0"/>
                  </a:lnTo>
                  <a:lnTo>
                    <a:pt x="118032" y="0"/>
                  </a:lnTo>
                  <a:lnTo>
                    <a:pt x="114754" y="1639"/>
                  </a:lnTo>
                  <a:lnTo>
                    <a:pt x="109836" y="3279"/>
                  </a:lnTo>
                  <a:lnTo>
                    <a:pt x="114754" y="3279"/>
                  </a:lnTo>
                  <a:lnTo>
                    <a:pt x="118032" y="3279"/>
                  </a:lnTo>
                  <a:lnTo>
                    <a:pt x="121311" y="1639"/>
                  </a:lnTo>
                  <a:lnTo>
                    <a:pt x="118032" y="4918"/>
                  </a:lnTo>
                  <a:lnTo>
                    <a:pt x="114754" y="4918"/>
                  </a:lnTo>
                  <a:lnTo>
                    <a:pt x="111475" y="4918"/>
                  </a:lnTo>
                  <a:lnTo>
                    <a:pt x="106557" y="4918"/>
                  </a:lnTo>
                  <a:lnTo>
                    <a:pt x="103278" y="3279"/>
                  </a:lnTo>
                  <a:lnTo>
                    <a:pt x="100000" y="3279"/>
                  </a:lnTo>
                  <a:lnTo>
                    <a:pt x="96721" y="4918"/>
                  </a:lnTo>
                  <a:lnTo>
                    <a:pt x="91803" y="4918"/>
                  </a:lnTo>
                  <a:lnTo>
                    <a:pt x="88524" y="4918"/>
                  </a:lnTo>
                  <a:lnTo>
                    <a:pt x="83606" y="8197"/>
                  </a:lnTo>
                  <a:lnTo>
                    <a:pt x="88524" y="9836"/>
                  </a:lnTo>
                  <a:lnTo>
                    <a:pt x="91803" y="13115"/>
                  </a:lnTo>
                  <a:lnTo>
                    <a:pt x="88524" y="14754"/>
                  </a:lnTo>
                  <a:lnTo>
                    <a:pt x="83606" y="13115"/>
                  </a:lnTo>
                  <a:lnTo>
                    <a:pt x="80328" y="13115"/>
                  </a:lnTo>
                  <a:lnTo>
                    <a:pt x="77049" y="11475"/>
                  </a:lnTo>
                  <a:lnTo>
                    <a:pt x="72131" y="13115"/>
                  </a:lnTo>
                  <a:lnTo>
                    <a:pt x="68852" y="13115"/>
                  </a:lnTo>
                  <a:lnTo>
                    <a:pt x="65573" y="14754"/>
                  </a:lnTo>
                  <a:lnTo>
                    <a:pt x="60655" y="16393"/>
                  </a:lnTo>
                  <a:lnTo>
                    <a:pt x="65573" y="19672"/>
                  </a:lnTo>
                  <a:lnTo>
                    <a:pt x="68852" y="21311"/>
                  </a:lnTo>
                  <a:lnTo>
                    <a:pt x="73770" y="24590"/>
                  </a:lnTo>
                  <a:lnTo>
                    <a:pt x="77049" y="22951"/>
                  </a:lnTo>
                  <a:lnTo>
                    <a:pt x="81967" y="22951"/>
                  </a:lnTo>
                  <a:lnTo>
                    <a:pt x="85245" y="21311"/>
                  </a:lnTo>
                  <a:lnTo>
                    <a:pt x="88524" y="19672"/>
                  </a:lnTo>
                  <a:lnTo>
                    <a:pt x="91803" y="22951"/>
                  </a:lnTo>
                  <a:lnTo>
                    <a:pt x="93442" y="24590"/>
                  </a:lnTo>
                  <a:lnTo>
                    <a:pt x="96721" y="26229"/>
                  </a:lnTo>
                  <a:lnTo>
                    <a:pt x="93442" y="26229"/>
                  </a:lnTo>
                  <a:lnTo>
                    <a:pt x="91803" y="26229"/>
                  </a:lnTo>
                  <a:lnTo>
                    <a:pt x="88524" y="24590"/>
                  </a:lnTo>
                  <a:lnTo>
                    <a:pt x="83606" y="22951"/>
                  </a:lnTo>
                  <a:lnTo>
                    <a:pt x="80328" y="24590"/>
                  </a:lnTo>
                  <a:lnTo>
                    <a:pt x="77049" y="26229"/>
                  </a:lnTo>
                  <a:lnTo>
                    <a:pt x="80328" y="27869"/>
                  </a:lnTo>
                  <a:lnTo>
                    <a:pt x="81967" y="32787"/>
                  </a:lnTo>
                  <a:lnTo>
                    <a:pt x="78688" y="36065"/>
                  </a:lnTo>
                  <a:lnTo>
                    <a:pt x="75410" y="37705"/>
                  </a:lnTo>
                  <a:lnTo>
                    <a:pt x="72131" y="37705"/>
                  </a:lnTo>
                  <a:lnTo>
                    <a:pt x="75410" y="36065"/>
                  </a:lnTo>
                  <a:lnTo>
                    <a:pt x="77049" y="31147"/>
                  </a:lnTo>
                  <a:lnTo>
                    <a:pt x="73770" y="32787"/>
                  </a:lnTo>
                  <a:lnTo>
                    <a:pt x="68852" y="34426"/>
                  </a:lnTo>
                  <a:lnTo>
                    <a:pt x="70492" y="39344"/>
                  </a:lnTo>
                  <a:lnTo>
                    <a:pt x="65573" y="40983"/>
                  </a:lnTo>
                  <a:lnTo>
                    <a:pt x="62295" y="42623"/>
                  </a:lnTo>
                  <a:lnTo>
                    <a:pt x="57377" y="42623"/>
                  </a:lnTo>
                  <a:lnTo>
                    <a:pt x="54098" y="42623"/>
                  </a:lnTo>
                  <a:lnTo>
                    <a:pt x="52459" y="40983"/>
                  </a:lnTo>
                  <a:lnTo>
                    <a:pt x="49180" y="44262"/>
                  </a:lnTo>
                  <a:lnTo>
                    <a:pt x="45901" y="44262"/>
                  </a:lnTo>
                  <a:lnTo>
                    <a:pt x="42623" y="44262"/>
                  </a:lnTo>
                  <a:lnTo>
                    <a:pt x="37705" y="42623"/>
                  </a:lnTo>
                  <a:lnTo>
                    <a:pt x="40983" y="40983"/>
                  </a:lnTo>
                  <a:lnTo>
                    <a:pt x="37705" y="40983"/>
                  </a:lnTo>
                  <a:lnTo>
                    <a:pt x="37705" y="37705"/>
                  </a:lnTo>
                  <a:lnTo>
                    <a:pt x="37705" y="32787"/>
                  </a:lnTo>
                  <a:lnTo>
                    <a:pt x="32787" y="31147"/>
                  </a:lnTo>
                  <a:lnTo>
                    <a:pt x="29508" y="29508"/>
                  </a:lnTo>
                  <a:lnTo>
                    <a:pt x="26229" y="31147"/>
                  </a:lnTo>
                  <a:lnTo>
                    <a:pt x="21311" y="31147"/>
                  </a:lnTo>
                  <a:lnTo>
                    <a:pt x="18033" y="32787"/>
                  </a:lnTo>
                  <a:lnTo>
                    <a:pt x="14754" y="34426"/>
                  </a:lnTo>
                  <a:lnTo>
                    <a:pt x="9836" y="37705"/>
                  </a:lnTo>
                  <a:lnTo>
                    <a:pt x="6557" y="39344"/>
                  </a:lnTo>
                  <a:lnTo>
                    <a:pt x="3279" y="40983"/>
                  </a:lnTo>
                  <a:lnTo>
                    <a:pt x="0" y="44262"/>
                  </a:lnTo>
                  <a:lnTo>
                    <a:pt x="3279" y="47541"/>
                  </a:lnTo>
                  <a:lnTo>
                    <a:pt x="8197" y="50820"/>
                  </a:lnTo>
                  <a:lnTo>
                    <a:pt x="11475" y="50820"/>
                  </a:lnTo>
                  <a:lnTo>
                    <a:pt x="13115" y="54098"/>
                  </a:lnTo>
                  <a:lnTo>
                    <a:pt x="9836" y="55737"/>
                  </a:lnTo>
                  <a:lnTo>
                    <a:pt x="9836" y="5573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19" name="Freeform 3418">
              <a:extLst>
                <a:ext uri="{FF2B5EF4-FFF2-40B4-BE49-F238E27FC236}">
                  <a16:creationId xmlns:a16="http://schemas.microsoft.com/office/drawing/2014/main" id="{72DB8BCF-5C08-6340-9DCC-37D8E28D78EC}"/>
                </a:ext>
              </a:extLst>
            </p:cNvPr>
            <p:cNvSpPr/>
            <p:nvPr/>
          </p:nvSpPr>
          <p:spPr>
            <a:xfrm>
              <a:off x="2732081" y="1201795"/>
              <a:ext cx="4918" cy="1639"/>
            </a:xfrm>
            <a:custGeom>
              <a:avLst/>
              <a:gdLst>
                <a:gd name="connsiteX0" fmla="*/ 4918 w 4918"/>
                <a:gd name="connsiteY0" fmla="*/ 0 h 1639"/>
                <a:gd name="connsiteX1" fmla="*/ 4918 w 4918"/>
                <a:gd name="connsiteY1" fmla="*/ 0 h 1639"/>
                <a:gd name="connsiteX2" fmla="*/ 0 w 491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4918" y="0"/>
                  </a:move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0" name="Freeform 3419">
              <a:extLst>
                <a:ext uri="{FF2B5EF4-FFF2-40B4-BE49-F238E27FC236}">
                  <a16:creationId xmlns:a16="http://schemas.microsoft.com/office/drawing/2014/main" id="{4BB531D2-C035-A54A-8882-5B499E824CD3}"/>
                </a:ext>
              </a:extLst>
            </p:cNvPr>
            <p:cNvSpPr/>
            <p:nvPr/>
          </p:nvSpPr>
          <p:spPr>
            <a:xfrm>
              <a:off x="2733720" y="1223107"/>
              <a:ext cx="4918" cy="1639"/>
            </a:xfrm>
            <a:custGeom>
              <a:avLst/>
              <a:gdLst>
                <a:gd name="connsiteX0" fmla="*/ 4918 w 4918"/>
                <a:gd name="connsiteY0" fmla="*/ 1639 h 1639"/>
                <a:gd name="connsiteX1" fmla="*/ 4918 w 4918"/>
                <a:gd name="connsiteY1" fmla="*/ 0 h 1639"/>
                <a:gd name="connsiteX2" fmla="*/ 0 w 491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4918" y="1639"/>
                  </a:move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1" name="Freeform 3420">
              <a:extLst>
                <a:ext uri="{FF2B5EF4-FFF2-40B4-BE49-F238E27FC236}">
                  <a16:creationId xmlns:a16="http://schemas.microsoft.com/office/drawing/2014/main" id="{3EC1ABBC-FEC7-0E42-ACCE-48800DAA0E1E}"/>
                </a:ext>
              </a:extLst>
            </p:cNvPr>
            <p:cNvSpPr/>
            <p:nvPr/>
          </p:nvSpPr>
          <p:spPr>
            <a:xfrm>
              <a:off x="2738638" y="1185402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2" name="Freeform 3421">
              <a:extLst>
                <a:ext uri="{FF2B5EF4-FFF2-40B4-BE49-F238E27FC236}">
                  <a16:creationId xmlns:a16="http://schemas.microsoft.com/office/drawing/2014/main" id="{101C9AC9-E90C-8F4B-8F21-B543BA728287}"/>
                </a:ext>
              </a:extLst>
            </p:cNvPr>
            <p:cNvSpPr/>
            <p:nvPr/>
          </p:nvSpPr>
          <p:spPr>
            <a:xfrm>
              <a:off x="2774703" y="928026"/>
              <a:ext cx="34426" cy="13114"/>
            </a:xfrm>
            <a:custGeom>
              <a:avLst/>
              <a:gdLst>
                <a:gd name="connsiteX0" fmla="*/ 22951 w 34426"/>
                <a:gd name="connsiteY0" fmla="*/ 11475 h 13114"/>
                <a:gd name="connsiteX1" fmla="*/ 27869 w 34426"/>
                <a:gd name="connsiteY1" fmla="*/ 9836 h 13114"/>
                <a:gd name="connsiteX2" fmla="*/ 31148 w 34426"/>
                <a:gd name="connsiteY2" fmla="*/ 9836 h 13114"/>
                <a:gd name="connsiteX3" fmla="*/ 32787 w 34426"/>
                <a:gd name="connsiteY3" fmla="*/ 4918 h 13114"/>
                <a:gd name="connsiteX4" fmla="*/ 34426 w 34426"/>
                <a:gd name="connsiteY4" fmla="*/ 1639 h 13114"/>
                <a:gd name="connsiteX5" fmla="*/ 31148 w 34426"/>
                <a:gd name="connsiteY5" fmla="*/ 0 h 13114"/>
                <a:gd name="connsiteX6" fmla="*/ 31148 w 34426"/>
                <a:gd name="connsiteY6" fmla="*/ 0 h 13114"/>
                <a:gd name="connsiteX7" fmla="*/ 27869 w 34426"/>
                <a:gd name="connsiteY7" fmla="*/ 0 h 13114"/>
                <a:gd name="connsiteX8" fmla="*/ 22951 w 34426"/>
                <a:gd name="connsiteY8" fmla="*/ 0 h 13114"/>
                <a:gd name="connsiteX9" fmla="*/ 19672 w 34426"/>
                <a:gd name="connsiteY9" fmla="*/ 0 h 13114"/>
                <a:gd name="connsiteX10" fmla="*/ 14754 w 34426"/>
                <a:gd name="connsiteY10" fmla="*/ 1639 h 13114"/>
                <a:gd name="connsiteX11" fmla="*/ 11476 w 34426"/>
                <a:gd name="connsiteY11" fmla="*/ 3279 h 13114"/>
                <a:gd name="connsiteX12" fmla="*/ 8197 w 34426"/>
                <a:gd name="connsiteY12" fmla="*/ 4918 h 13114"/>
                <a:gd name="connsiteX13" fmla="*/ 3279 w 34426"/>
                <a:gd name="connsiteY13" fmla="*/ 6557 h 13114"/>
                <a:gd name="connsiteX14" fmla="*/ 0 w 34426"/>
                <a:gd name="connsiteY14" fmla="*/ 8197 h 13114"/>
                <a:gd name="connsiteX15" fmla="*/ 3279 w 34426"/>
                <a:gd name="connsiteY15" fmla="*/ 13115 h 13114"/>
                <a:gd name="connsiteX16" fmla="*/ 6557 w 34426"/>
                <a:gd name="connsiteY16" fmla="*/ 13115 h 13114"/>
                <a:gd name="connsiteX17" fmla="*/ 11476 w 34426"/>
                <a:gd name="connsiteY17" fmla="*/ 13115 h 13114"/>
                <a:gd name="connsiteX18" fmla="*/ 14754 w 34426"/>
                <a:gd name="connsiteY18" fmla="*/ 13115 h 13114"/>
                <a:gd name="connsiteX19" fmla="*/ 18033 w 34426"/>
                <a:gd name="connsiteY19" fmla="*/ 13115 h 13114"/>
                <a:gd name="connsiteX20" fmla="*/ 22951 w 34426"/>
                <a:gd name="connsiteY20" fmla="*/ 11475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4426" h="13114">
                  <a:moveTo>
                    <a:pt x="22951" y="11475"/>
                  </a:moveTo>
                  <a:lnTo>
                    <a:pt x="27869" y="9836"/>
                  </a:lnTo>
                  <a:lnTo>
                    <a:pt x="31148" y="9836"/>
                  </a:lnTo>
                  <a:lnTo>
                    <a:pt x="32787" y="4918"/>
                  </a:lnTo>
                  <a:lnTo>
                    <a:pt x="34426" y="1639"/>
                  </a:lnTo>
                  <a:lnTo>
                    <a:pt x="31148" y="0"/>
                  </a:lnTo>
                  <a:lnTo>
                    <a:pt x="31148" y="0"/>
                  </a:lnTo>
                  <a:lnTo>
                    <a:pt x="27869" y="0"/>
                  </a:lnTo>
                  <a:lnTo>
                    <a:pt x="22951" y="0"/>
                  </a:lnTo>
                  <a:lnTo>
                    <a:pt x="19672" y="0"/>
                  </a:lnTo>
                  <a:lnTo>
                    <a:pt x="14754" y="1639"/>
                  </a:lnTo>
                  <a:lnTo>
                    <a:pt x="11476" y="3279"/>
                  </a:lnTo>
                  <a:lnTo>
                    <a:pt x="8197" y="4918"/>
                  </a:lnTo>
                  <a:lnTo>
                    <a:pt x="3279" y="6557"/>
                  </a:lnTo>
                  <a:lnTo>
                    <a:pt x="0" y="8197"/>
                  </a:lnTo>
                  <a:lnTo>
                    <a:pt x="3279" y="13115"/>
                  </a:lnTo>
                  <a:lnTo>
                    <a:pt x="6557" y="13115"/>
                  </a:lnTo>
                  <a:lnTo>
                    <a:pt x="11476" y="13115"/>
                  </a:lnTo>
                  <a:lnTo>
                    <a:pt x="14754" y="13115"/>
                  </a:lnTo>
                  <a:lnTo>
                    <a:pt x="18033" y="13115"/>
                  </a:lnTo>
                  <a:lnTo>
                    <a:pt x="22951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3" name="Freeform 3422">
              <a:extLst>
                <a:ext uri="{FF2B5EF4-FFF2-40B4-BE49-F238E27FC236}">
                  <a16:creationId xmlns:a16="http://schemas.microsoft.com/office/drawing/2014/main" id="{B88D5DC0-09BA-6841-92FF-E2C224ECC659}"/>
                </a:ext>
              </a:extLst>
            </p:cNvPr>
            <p:cNvSpPr/>
            <p:nvPr/>
          </p:nvSpPr>
          <p:spPr>
            <a:xfrm>
              <a:off x="2777982" y="1136222"/>
              <a:ext cx="14753" cy="6557"/>
            </a:xfrm>
            <a:custGeom>
              <a:avLst/>
              <a:gdLst>
                <a:gd name="connsiteX0" fmla="*/ 14754 w 14753"/>
                <a:gd name="connsiteY0" fmla="*/ 1639 h 6557"/>
                <a:gd name="connsiteX1" fmla="*/ 14754 w 14753"/>
                <a:gd name="connsiteY1" fmla="*/ 0 h 6557"/>
                <a:gd name="connsiteX2" fmla="*/ 11475 w 14753"/>
                <a:gd name="connsiteY2" fmla="*/ 1639 h 6557"/>
                <a:gd name="connsiteX3" fmla="*/ 6557 w 14753"/>
                <a:gd name="connsiteY3" fmla="*/ 0 h 6557"/>
                <a:gd name="connsiteX4" fmla="*/ 3279 w 14753"/>
                <a:gd name="connsiteY4" fmla="*/ 0 h 6557"/>
                <a:gd name="connsiteX5" fmla="*/ 0 w 14753"/>
                <a:gd name="connsiteY5" fmla="*/ 0 h 6557"/>
                <a:gd name="connsiteX6" fmla="*/ 1639 w 14753"/>
                <a:gd name="connsiteY6" fmla="*/ 3279 h 6557"/>
                <a:gd name="connsiteX7" fmla="*/ 4918 w 14753"/>
                <a:gd name="connsiteY7" fmla="*/ 6557 h 6557"/>
                <a:gd name="connsiteX8" fmla="*/ 8197 w 14753"/>
                <a:gd name="connsiteY8" fmla="*/ 6557 h 6557"/>
                <a:gd name="connsiteX9" fmla="*/ 13114 w 14753"/>
                <a:gd name="connsiteY9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53" h="6557">
                  <a:moveTo>
                    <a:pt x="14754" y="1639"/>
                  </a:moveTo>
                  <a:lnTo>
                    <a:pt x="14754" y="0"/>
                  </a:lnTo>
                  <a:lnTo>
                    <a:pt x="11475" y="1639"/>
                  </a:lnTo>
                  <a:lnTo>
                    <a:pt x="6557" y="0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1639" y="3279"/>
                  </a:lnTo>
                  <a:lnTo>
                    <a:pt x="4918" y="6557"/>
                  </a:lnTo>
                  <a:lnTo>
                    <a:pt x="8197" y="6557"/>
                  </a:lnTo>
                  <a:lnTo>
                    <a:pt x="13114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4" name="Freeform 3423">
              <a:extLst>
                <a:ext uri="{FF2B5EF4-FFF2-40B4-BE49-F238E27FC236}">
                  <a16:creationId xmlns:a16="http://schemas.microsoft.com/office/drawing/2014/main" id="{65DC3FCF-26AA-2243-8A98-4C2BCFEFCF57}"/>
                </a:ext>
              </a:extLst>
            </p:cNvPr>
            <p:cNvSpPr/>
            <p:nvPr/>
          </p:nvSpPr>
          <p:spPr>
            <a:xfrm>
              <a:off x="2794375" y="1134583"/>
              <a:ext cx="18032" cy="11475"/>
            </a:xfrm>
            <a:custGeom>
              <a:avLst/>
              <a:gdLst>
                <a:gd name="connsiteX0" fmla="*/ 18033 w 18032"/>
                <a:gd name="connsiteY0" fmla="*/ 1639 h 11475"/>
                <a:gd name="connsiteX1" fmla="*/ 14754 w 18032"/>
                <a:gd name="connsiteY1" fmla="*/ 0 h 11475"/>
                <a:gd name="connsiteX2" fmla="*/ 11475 w 18032"/>
                <a:gd name="connsiteY2" fmla="*/ 0 h 11475"/>
                <a:gd name="connsiteX3" fmla="*/ 8197 w 18032"/>
                <a:gd name="connsiteY3" fmla="*/ 0 h 11475"/>
                <a:gd name="connsiteX4" fmla="*/ 3279 w 18032"/>
                <a:gd name="connsiteY4" fmla="*/ 3279 h 11475"/>
                <a:gd name="connsiteX5" fmla="*/ 0 w 18032"/>
                <a:gd name="connsiteY5" fmla="*/ 4918 h 11475"/>
                <a:gd name="connsiteX6" fmla="*/ 0 w 18032"/>
                <a:gd name="connsiteY6" fmla="*/ 9836 h 11475"/>
                <a:gd name="connsiteX7" fmla="*/ 3279 w 18032"/>
                <a:gd name="connsiteY7" fmla="*/ 6557 h 11475"/>
                <a:gd name="connsiteX8" fmla="*/ 6557 w 18032"/>
                <a:gd name="connsiteY8" fmla="*/ 3279 h 11475"/>
                <a:gd name="connsiteX9" fmla="*/ 11475 w 18032"/>
                <a:gd name="connsiteY9" fmla="*/ 3279 h 11475"/>
                <a:gd name="connsiteX10" fmla="*/ 8197 w 18032"/>
                <a:gd name="connsiteY10" fmla="*/ 6557 h 11475"/>
                <a:gd name="connsiteX11" fmla="*/ 4918 w 18032"/>
                <a:gd name="connsiteY11" fmla="*/ 11475 h 11475"/>
                <a:gd name="connsiteX12" fmla="*/ 9836 w 18032"/>
                <a:gd name="connsiteY12" fmla="*/ 9836 h 11475"/>
                <a:gd name="connsiteX13" fmla="*/ 13114 w 18032"/>
                <a:gd name="connsiteY13" fmla="*/ 8197 h 11475"/>
                <a:gd name="connsiteX14" fmla="*/ 16393 w 18032"/>
                <a:gd name="connsiteY14" fmla="*/ 4918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032" h="11475">
                  <a:moveTo>
                    <a:pt x="18033" y="1639"/>
                  </a:moveTo>
                  <a:lnTo>
                    <a:pt x="14754" y="0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3279" y="3279"/>
                  </a:lnTo>
                  <a:lnTo>
                    <a:pt x="0" y="4918"/>
                  </a:lnTo>
                  <a:lnTo>
                    <a:pt x="0" y="9836"/>
                  </a:lnTo>
                  <a:lnTo>
                    <a:pt x="3279" y="6557"/>
                  </a:lnTo>
                  <a:lnTo>
                    <a:pt x="6557" y="3279"/>
                  </a:lnTo>
                  <a:lnTo>
                    <a:pt x="11475" y="3279"/>
                  </a:lnTo>
                  <a:lnTo>
                    <a:pt x="8197" y="6557"/>
                  </a:lnTo>
                  <a:lnTo>
                    <a:pt x="4918" y="11475"/>
                  </a:lnTo>
                  <a:lnTo>
                    <a:pt x="9836" y="9836"/>
                  </a:lnTo>
                  <a:lnTo>
                    <a:pt x="13114" y="8197"/>
                  </a:lnTo>
                  <a:lnTo>
                    <a:pt x="16393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5" name="Freeform 3424">
              <a:extLst>
                <a:ext uri="{FF2B5EF4-FFF2-40B4-BE49-F238E27FC236}">
                  <a16:creationId xmlns:a16="http://schemas.microsoft.com/office/drawing/2014/main" id="{4AAED263-63CE-E540-910F-CD9470BFEF46}"/>
                </a:ext>
              </a:extLst>
            </p:cNvPr>
            <p:cNvSpPr/>
            <p:nvPr/>
          </p:nvSpPr>
          <p:spPr>
            <a:xfrm>
              <a:off x="2827162" y="898518"/>
              <a:ext cx="54097" cy="8196"/>
            </a:xfrm>
            <a:custGeom>
              <a:avLst/>
              <a:gdLst>
                <a:gd name="connsiteX0" fmla="*/ 0 w 54097"/>
                <a:gd name="connsiteY0" fmla="*/ 6557 h 8196"/>
                <a:gd name="connsiteX1" fmla="*/ 3279 w 54097"/>
                <a:gd name="connsiteY1" fmla="*/ 8197 h 8196"/>
                <a:gd name="connsiteX2" fmla="*/ 6557 w 54097"/>
                <a:gd name="connsiteY2" fmla="*/ 8197 h 8196"/>
                <a:gd name="connsiteX3" fmla="*/ 11475 w 54097"/>
                <a:gd name="connsiteY3" fmla="*/ 8197 h 8196"/>
                <a:gd name="connsiteX4" fmla="*/ 14754 w 54097"/>
                <a:gd name="connsiteY4" fmla="*/ 8197 h 8196"/>
                <a:gd name="connsiteX5" fmla="*/ 19672 w 54097"/>
                <a:gd name="connsiteY5" fmla="*/ 8197 h 8196"/>
                <a:gd name="connsiteX6" fmla="*/ 22951 w 54097"/>
                <a:gd name="connsiteY6" fmla="*/ 8197 h 8196"/>
                <a:gd name="connsiteX7" fmla="*/ 26229 w 54097"/>
                <a:gd name="connsiteY7" fmla="*/ 8197 h 8196"/>
                <a:gd name="connsiteX8" fmla="*/ 31147 w 54097"/>
                <a:gd name="connsiteY8" fmla="*/ 8197 h 8196"/>
                <a:gd name="connsiteX9" fmla="*/ 34426 w 54097"/>
                <a:gd name="connsiteY9" fmla="*/ 8197 h 8196"/>
                <a:gd name="connsiteX10" fmla="*/ 39344 w 54097"/>
                <a:gd name="connsiteY10" fmla="*/ 6557 h 8196"/>
                <a:gd name="connsiteX11" fmla="*/ 42623 w 54097"/>
                <a:gd name="connsiteY11" fmla="*/ 6557 h 8196"/>
                <a:gd name="connsiteX12" fmla="*/ 45901 w 54097"/>
                <a:gd name="connsiteY12" fmla="*/ 4918 h 8196"/>
                <a:gd name="connsiteX13" fmla="*/ 50819 w 54097"/>
                <a:gd name="connsiteY13" fmla="*/ 4918 h 8196"/>
                <a:gd name="connsiteX14" fmla="*/ 54098 w 54097"/>
                <a:gd name="connsiteY14" fmla="*/ 0 h 8196"/>
                <a:gd name="connsiteX15" fmla="*/ 52459 w 54097"/>
                <a:gd name="connsiteY15" fmla="*/ 0 h 8196"/>
                <a:gd name="connsiteX16" fmla="*/ 49180 w 54097"/>
                <a:gd name="connsiteY16" fmla="*/ 0 h 8196"/>
                <a:gd name="connsiteX17" fmla="*/ 45901 w 54097"/>
                <a:gd name="connsiteY17" fmla="*/ 0 h 8196"/>
                <a:gd name="connsiteX18" fmla="*/ 40983 w 54097"/>
                <a:gd name="connsiteY18" fmla="*/ 0 h 8196"/>
                <a:gd name="connsiteX19" fmla="*/ 37705 w 54097"/>
                <a:gd name="connsiteY19" fmla="*/ 0 h 8196"/>
                <a:gd name="connsiteX20" fmla="*/ 32787 w 54097"/>
                <a:gd name="connsiteY20" fmla="*/ 0 h 8196"/>
                <a:gd name="connsiteX21" fmla="*/ 29508 w 54097"/>
                <a:gd name="connsiteY21" fmla="*/ 1639 h 8196"/>
                <a:gd name="connsiteX22" fmla="*/ 26229 w 54097"/>
                <a:gd name="connsiteY22" fmla="*/ 1639 h 8196"/>
                <a:gd name="connsiteX23" fmla="*/ 21311 w 54097"/>
                <a:gd name="connsiteY23" fmla="*/ 1639 h 8196"/>
                <a:gd name="connsiteX24" fmla="*/ 18033 w 54097"/>
                <a:gd name="connsiteY24" fmla="*/ 1639 h 8196"/>
                <a:gd name="connsiteX25" fmla="*/ 13114 w 54097"/>
                <a:gd name="connsiteY25" fmla="*/ 1639 h 8196"/>
                <a:gd name="connsiteX26" fmla="*/ 9836 w 54097"/>
                <a:gd name="connsiteY26" fmla="*/ 1639 h 8196"/>
                <a:gd name="connsiteX27" fmla="*/ 8197 w 54097"/>
                <a:gd name="connsiteY27" fmla="*/ 3279 h 8196"/>
                <a:gd name="connsiteX28" fmla="*/ 3279 w 54097"/>
                <a:gd name="connsiteY28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4097" h="8196">
                  <a:moveTo>
                    <a:pt x="0" y="6557"/>
                  </a:moveTo>
                  <a:lnTo>
                    <a:pt x="3279" y="8197"/>
                  </a:lnTo>
                  <a:lnTo>
                    <a:pt x="6557" y="8197"/>
                  </a:lnTo>
                  <a:lnTo>
                    <a:pt x="11475" y="8197"/>
                  </a:lnTo>
                  <a:lnTo>
                    <a:pt x="14754" y="8197"/>
                  </a:lnTo>
                  <a:lnTo>
                    <a:pt x="19672" y="8197"/>
                  </a:lnTo>
                  <a:lnTo>
                    <a:pt x="22951" y="8197"/>
                  </a:lnTo>
                  <a:lnTo>
                    <a:pt x="26229" y="8197"/>
                  </a:lnTo>
                  <a:lnTo>
                    <a:pt x="31147" y="8197"/>
                  </a:lnTo>
                  <a:lnTo>
                    <a:pt x="34426" y="8197"/>
                  </a:lnTo>
                  <a:lnTo>
                    <a:pt x="39344" y="6557"/>
                  </a:lnTo>
                  <a:lnTo>
                    <a:pt x="42623" y="6557"/>
                  </a:lnTo>
                  <a:lnTo>
                    <a:pt x="45901" y="4918"/>
                  </a:lnTo>
                  <a:lnTo>
                    <a:pt x="50819" y="4918"/>
                  </a:lnTo>
                  <a:lnTo>
                    <a:pt x="54098" y="0"/>
                  </a:lnTo>
                  <a:lnTo>
                    <a:pt x="52459" y="0"/>
                  </a:lnTo>
                  <a:lnTo>
                    <a:pt x="49180" y="0"/>
                  </a:lnTo>
                  <a:lnTo>
                    <a:pt x="45901" y="0"/>
                  </a:lnTo>
                  <a:lnTo>
                    <a:pt x="40983" y="0"/>
                  </a:lnTo>
                  <a:lnTo>
                    <a:pt x="37705" y="0"/>
                  </a:lnTo>
                  <a:lnTo>
                    <a:pt x="32787" y="0"/>
                  </a:lnTo>
                  <a:lnTo>
                    <a:pt x="29508" y="1639"/>
                  </a:lnTo>
                  <a:lnTo>
                    <a:pt x="26229" y="1639"/>
                  </a:lnTo>
                  <a:lnTo>
                    <a:pt x="21311" y="1639"/>
                  </a:lnTo>
                  <a:lnTo>
                    <a:pt x="18033" y="1639"/>
                  </a:lnTo>
                  <a:lnTo>
                    <a:pt x="13114" y="1639"/>
                  </a:lnTo>
                  <a:lnTo>
                    <a:pt x="9836" y="1639"/>
                  </a:lnTo>
                  <a:lnTo>
                    <a:pt x="8197" y="3279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6" name="Freeform 3425">
              <a:extLst>
                <a:ext uri="{FF2B5EF4-FFF2-40B4-BE49-F238E27FC236}">
                  <a16:creationId xmlns:a16="http://schemas.microsoft.com/office/drawing/2014/main" id="{94AD7866-7598-9748-9952-9075F1E83F04}"/>
                </a:ext>
              </a:extLst>
            </p:cNvPr>
            <p:cNvSpPr/>
            <p:nvPr/>
          </p:nvSpPr>
          <p:spPr>
            <a:xfrm>
              <a:off x="2832080" y="905075"/>
              <a:ext cx="47540" cy="6557"/>
            </a:xfrm>
            <a:custGeom>
              <a:avLst/>
              <a:gdLst>
                <a:gd name="connsiteX0" fmla="*/ 47541 w 47540"/>
                <a:gd name="connsiteY0" fmla="*/ 1639 h 6557"/>
                <a:gd name="connsiteX1" fmla="*/ 44262 w 47540"/>
                <a:gd name="connsiteY1" fmla="*/ 0 h 6557"/>
                <a:gd name="connsiteX2" fmla="*/ 40983 w 47540"/>
                <a:gd name="connsiteY2" fmla="*/ 0 h 6557"/>
                <a:gd name="connsiteX3" fmla="*/ 36066 w 47540"/>
                <a:gd name="connsiteY3" fmla="*/ 1639 h 6557"/>
                <a:gd name="connsiteX4" fmla="*/ 32787 w 47540"/>
                <a:gd name="connsiteY4" fmla="*/ 1639 h 6557"/>
                <a:gd name="connsiteX5" fmla="*/ 27869 w 47540"/>
                <a:gd name="connsiteY5" fmla="*/ 1639 h 6557"/>
                <a:gd name="connsiteX6" fmla="*/ 24590 w 47540"/>
                <a:gd name="connsiteY6" fmla="*/ 1639 h 6557"/>
                <a:gd name="connsiteX7" fmla="*/ 19672 w 47540"/>
                <a:gd name="connsiteY7" fmla="*/ 3279 h 6557"/>
                <a:gd name="connsiteX8" fmla="*/ 16393 w 47540"/>
                <a:gd name="connsiteY8" fmla="*/ 3279 h 6557"/>
                <a:gd name="connsiteX9" fmla="*/ 11476 w 47540"/>
                <a:gd name="connsiteY9" fmla="*/ 4918 h 6557"/>
                <a:gd name="connsiteX10" fmla="*/ 8197 w 47540"/>
                <a:gd name="connsiteY10" fmla="*/ 4918 h 6557"/>
                <a:gd name="connsiteX11" fmla="*/ 3279 w 47540"/>
                <a:gd name="connsiteY11" fmla="*/ 4918 h 6557"/>
                <a:gd name="connsiteX12" fmla="*/ 0 w 47540"/>
                <a:gd name="connsiteY12" fmla="*/ 6557 h 6557"/>
                <a:gd name="connsiteX13" fmla="*/ 3279 w 47540"/>
                <a:gd name="connsiteY13" fmla="*/ 6557 h 6557"/>
                <a:gd name="connsiteX14" fmla="*/ 8197 w 47540"/>
                <a:gd name="connsiteY14" fmla="*/ 6557 h 6557"/>
                <a:gd name="connsiteX15" fmla="*/ 11476 w 47540"/>
                <a:gd name="connsiteY15" fmla="*/ 6557 h 6557"/>
                <a:gd name="connsiteX16" fmla="*/ 14754 w 47540"/>
                <a:gd name="connsiteY16" fmla="*/ 6557 h 6557"/>
                <a:gd name="connsiteX17" fmla="*/ 19672 w 47540"/>
                <a:gd name="connsiteY17" fmla="*/ 4918 h 6557"/>
                <a:gd name="connsiteX18" fmla="*/ 22951 w 47540"/>
                <a:gd name="connsiteY18" fmla="*/ 4918 h 6557"/>
                <a:gd name="connsiteX19" fmla="*/ 27869 w 47540"/>
                <a:gd name="connsiteY19" fmla="*/ 4918 h 6557"/>
                <a:gd name="connsiteX20" fmla="*/ 31148 w 47540"/>
                <a:gd name="connsiteY20" fmla="*/ 4918 h 6557"/>
                <a:gd name="connsiteX21" fmla="*/ 36066 w 47540"/>
                <a:gd name="connsiteY21" fmla="*/ 3279 h 6557"/>
                <a:gd name="connsiteX22" fmla="*/ 39344 w 47540"/>
                <a:gd name="connsiteY22" fmla="*/ 3279 h 6557"/>
                <a:gd name="connsiteX23" fmla="*/ 42623 w 47540"/>
                <a:gd name="connsiteY2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7540" h="6557">
                  <a:moveTo>
                    <a:pt x="47541" y="1639"/>
                  </a:moveTo>
                  <a:lnTo>
                    <a:pt x="44262" y="0"/>
                  </a:lnTo>
                  <a:lnTo>
                    <a:pt x="40983" y="0"/>
                  </a:lnTo>
                  <a:lnTo>
                    <a:pt x="36066" y="1639"/>
                  </a:lnTo>
                  <a:lnTo>
                    <a:pt x="32787" y="1639"/>
                  </a:lnTo>
                  <a:lnTo>
                    <a:pt x="27869" y="1639"/>
                  </a:lnTo>
                  <a:lnTo>
                    <a:pt x="24590" y="1639"/>
                  </a:lnTo>
                  <a:lnTo>
                    <a:pt x="19672" y="3279"/>
                  </a:lnTo>
                  <a:lnTo>
                    <a:pt x="16393" y="3279"/>
                  </a:lnTo>
                  <a:lnTo>
                    <a:pt x="11476" y="4918"/>
                  </a:lnTo>
                  <a:lnTo>
                    <a:pt x="8197" y="4918"/>
                  </a:lnTo>
                  <a:lnTo>
                    <a:pt x="3279" y="4918"/>
                  </a:lnTo>
                  <a:lnTo>
                    <a:pt x="0" y="6557"/>
                  </a:lnTo>
                  <a:lnTo>
                    <a:pt x="3279" y="6557"/>
                  </a:lnTo>
                  <a:lnTo>
                    <a:pt x="8197" y="6557"/>
                  </a:lnTo>
                  <a:lnTo>
                    <a:pt x="11476" y="6557"/>
                  </a:lnTo>
                  <a:lnTo>
                    <a:pt x="14754" y="6557"/>
                  </a:lnTo>
                  <a:lnTo>
                    <a:pt x="19672" y="4918"/>
                  </a:lnTo>
                  <a:lnTo>
                    <a:pt x="22951" y="4918"/>
                  </a:lnTo>
                  <a:lnTo>
                    <a:pt x="27869" y="4918"/>
                  </a:lnTo>
                  <a:lnTo>
                    <a:pt x="31148" y="4918"/>
                  </a:lnTo>
                  <a:lnTo>
                    <a:pt x="36066" y="3279"/>
                  </a:lnTo>
                  <a:lnTo>
                    <a:pt x="39344" y="3279"/>
                  </a:lnTo>
                  <a:lnTo>
                    <a:pt x="42623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7" name="Freeform 3426">
              <a:extLst>
                <a:ext uri="{FF2B5EF4-FFF2-40B4-BE49-F238E27FC236}">
                  <a16:creationId xmlns:a16="http://schemas.microsoft.com/office/drawing/2014/main" id="{6DDF38C1-6700-2F4F-85C2-ED72202B7146}"/>
                </a:ext>
              </a:extLst>
            </p:cNvPr>
            <p:cNvSpPr/>
            <p:nvPr/>
          </p:nvSpPr>
          <p:spPr>
            <a:xfrm>
              <a:off x="2833719" y="911633"/>
              <a:ext cx="11475" cy="1639"/>
            </a:xfrm>
            <a:custGeom>
              <a:avLst/>
              <a:gdLst>
                <a:gd name="connsiteX0" fmla="*/ 11475 w 11475"/>
                <a:gd name="connsiteY0" fmla="*/ 1639 h 1639"/>
                <a:gd name="connsiteX1" fmla="*/ 6557 w 11475"/>
                <a:gd name="connsiteY1" fmla="*/ 0 h 1639"/>
                <a:gd name="connsiteX2" fmla="*/ 3279 w 11475"/>
                <a:gd name="connsiteY2" fmla="*/ 1639 h 1639"/>
                <a:gd name="connsiteX3" fmla="*/ 0 w 11475"/>
                <a:gd name="connsiteY3" fmla="*/ 1639 h 1639"/>
                <a:gd name="connsiteX4" fmla="*/ 3279 w 11475"/>
                <a:gd name="connsiteY4" fmla="*/ 1639 h 1639"/>
                <a:gd name="connsiteX5" fmla="*/ 6557 w 11475"/>
                <a:gd name="connsiteY5" fmla="*/ 1639 h 1639"/>
                <a:gd name="connsiteX6" fmla="*/ 11475 w 11475"/>
                <a:gd name="connsiteY6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1639">
                  <a:moveTo>
                    <a:pt x="11475" y="1639"/>
                  </a:moveTo>
                  <a:lnTo>
                    <a:pt x="6557" y="0"/>
                  </a:lnTo>
                  <a:lnTo>
                    <a:pt x="3279" y="1639"/>
                  </a:lnTo>
                  <a:lnTo>
                    <a:pt x="0" y="1639"/>
                  </a:lnTo>
                  <a:lnTo>
                    <a:pt x="3279" y="1639"/>
                  </a:lnTo>
                  <a:lnTo>
                    <a:pt x="6557" y="1639"/>
                  </a:lnTo>
                  <a:lnTo>
                    <a:pt x="11475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8" name="Freeform 3427">
              <a:extLst>
                <a:ext uri="{FF2B5EF4-FFF2-40B4-BE49-F238E27FC236}">
                  <a16:creationId xmlns:a16="http://schemas.microsoft.com/office/drawing/2014/main" id="{A1686058-064C-194A-9E8F-0DE37809D7C5}"/>
                </a:ext>
              </a:extLst>
            </p:cNvPr>
            <p:cNvSpPr/>
            <p:nvPr/>
          </p:nvSpPr>
          <p:spPr>
            <a:xfrm>
              <a:off x="2838637" y="885403"/>
              <a:ext cx="39343" cy="13114"/>
            </a:xfrm>
            <a:custGeom>
              <a:avLst/>
              <a:gdLst>
                <a:gd name="connsiteX0" fmla="*/ 0 w 39343"/>
                <a:gd name="connsiteY0" fmla="*/ 11475 h 13114"/>
                <a:gd name="connsiteX1" fmla="*/ 1639 w 39343"/>
                <a:gd name="connsiteY1" fmla="*/ 11475 h 13114"/>
                <a:gd name="connsiteX2" fmla="*/ 4918 w 39343"/>
                <a:gd name="connsiteY2" fmla="*/ 11475 h 13114"/>
                <a:gd name="connsiteX3" fmla="*/ 8197 w 39343"/>
                <a:gd name="connsiteY3" fmla="*/ 11475 h 13114"/>
                <a:gd name="connsiteX4" fmla="*/ 13115 w 39343"/>
                <a:gd name="connsiteY4" fmla="*/ 13115 h 13114"/>
                <a:gd name="connsiteX5" fmla="*/ 16393 w 39343"/>
                <a:gd name="connsiteY5" fmla="*/ 13115 h 13114"/>
                <a:gd name="connsiteX6" fmla="*/ 21311 w 39343"/>
                <a:gd name="connsiteY6" fmla="*/ 13115 h 13114"/>
                <a:gd name="connsiteX7" fmla="*/ 24590 w 39343"/>
                <a:gd name="connsiteY7" fmla="*/ 11475 h 13114"/>
                <a:gd name="connsiteX8" fmla="*/ 27869 w 39343"/>
                <a:gd name="connsiteY8" fmla="*/ 11475 h 13114"/>
                <a:gd name="connsiteX9" fmla="*/ 32787 w 39343"/>
                <a:gd name="connsiteY9" fmla="*/ 9836 h 13114"/>
                <a:gd name="connsiteX10" fmla="*/ 36065 w 39343"/>
                <a:gd name="connsiteY10" fmla="*/ 9836 h 13114"/>
                <a:gd name="connsiteX11" fmla="*/ 39344 w 39343"/>
                <a:gd name="connsiteY11" fmla="*/ 8197 h 13114"/>
                <a:gd name="connsiteX12" fmla="*/ 36065 w 39343"/>
                <a:gd name="connsiteY12" fmla="*/ 6557 h 13114"/>
                <a:gd name="connsiteX13" fmla="*/ 32787 w 39343"/>
                <a:gd name="connsiteY13" fmla="*/ 6557 h 13114"/>
                <a:gd name="connsiteX14" fmla="*/ 29508 w 39343"/>
                <a:gd name="connsiteY14" fmla="*/ 3279 h 13114"/>
                <a:gd name="connsiteX15" fmla="*/ 24590 w 39343"/>
                <a:gd name="connsiteY15" fmla="*/ 3279 h 13114"/>
                <a:gd name="connsiteX16" fmla="*/ 21311 w 39343"/>
                <a:gd name="connsiteY16" fmla="*/ 3279 h 13114"/>
                <a:gd name="connsiteX17" fmla="*/ 24590 w 39343"/>
                <a:gd name="connsiteY17" fmla="*/ 1639 h 13114"/>
                <a:gd name="connsiteX18" fmla="*/ 21311 w 39343"/>
                <a:gd name="connsiteY18" fmla="*/ 0 h 13114"/>
                <a:gd name="connsiteX19" fmla="*/ 18033 w 39343"/>
                <a:gd name="connsiteY19" fmla="*/ 0 h 13114"/>
                <a:gd name="connsiteX20" fmla="*/ 13115 w 39343"/>
                <a:gd name="connsiteY20" fmla="*/ 1639 h 13114"/>
                <a:gd name="connsiteX21" fmla="*/ 11475 w 39343"/>
                <a:gd name="connsiteY21" fmla="*/ 1639 h 13114"/>
                <a:gd name="connsiteX22" fmla="*/ 8197 w 39343"/>
                <a:gd name="connsiteY22" fmla="*/ 3279 h 13114"/>
                <a:gd name="connsiteX23" fmla="*/ 3279 w 39343"/>
                <a:gd name="connsiteY23" fmla="*/ 4918 h 13114"/>
                <a:gd name="connsiteX24" fmla="*/ 3279 w 39343"/>
                <a:gd name="connsiteY24" fmla="*/ 819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343" h="13114">
                  <a:moveTo>
                    <a:pt x="0" y="11475"/>
                  </a:moveTo>
                  <a:lnTo>
                    <a:pt x="1639" y="11475"/>
                  </a:lnTo>
                  <a:lnTo>
                    <a:pt x="4918" y="11475"/>
                  </a:lnTo>
                  <a:lnTo>
                    <a:pt x="8197" y="11475"/>
                  </a:lnTo>
                  <a:lnTo>
                    <a:pt x="13115" y="13115"/>
                  </a:lnTo>
                  <a:lnTo>
                    <a:pt x="16393" y="13115"/>
                  </a:lnTo>
                  <a:lnTo>
                    <a:pt x="21311" y="13115"/>
                  </a:lnTo>
                  <a:lnTo>
                    <a:pt x="24590" y="11475"/>
                  </a:lnTo>
                  <a:lnTo>
                    <a:pt x="27869" y="11475"/>
                  </a:lnTo>
                  <a:lnTo>
                    <a:pt x="32787" y="9836"/>
                  </a:lnTo>
                  <a:lnTo>
                    <a:pt x="36065" y="9836"/>
                  </a:lnTo>
                  <a:lnTo>
                    <a:pt x="39344" y="8197"/>
                  </a:lnTo>
                  <a:lnTo>
                    <a:pt x="36065" y="6557"/>
                  </a:lnTo>
                  <a:lnTo>
                    <a:pt x="32787" y="6557"/>
                  </a:lnTo>
                  <a:lnTo>
                    <a:pt x="29508" y="3279"/>
                  </a:lnTo>
                  <a:lnTo>
                    <a:pt x="24590" y="3279"/>
                  </a:lnTo>
                  <a:lnTo>
                    <a:pt x="21311" y="3279"/>
                  </a:lnTo>
                  <a:lnTo>
                    <a:pt x="24590" y="1639"/>
                  </a:lnTo>
                  <a:lnTo>
                    <a:pt x="21311" y="0"/>
                  </a:lnTo>
                  <a:lnTo>
                    <a:pt x="18033" y="0"/>
                  </a:lnTo>
                  <a:lnTo>
                    <a:pt x="13115" y="1639"/>
                  </a:lnTo>
                  <a:lnTo>
                    <a:pt x="11475" y="1639"/>
                  </a:lnTo>
                  <a:lnTo>
                    <a:pt x="8197" y="3279"/>
                  </a:lnTo>
                  <a:lnTo>
                    <a:pt x="3279" y="4918"/>
                  </a:lnTo>
                  <a:lnTo>
                    <a:pt x="327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9" name="Freeform 3428">
              <a:extLst>
                <a:ext uri="{FF2B5EF4-FFF2-40B4-BE49-F238E27FC236}">
                  <a16:creationId xmlns:a16="http://schemas.microsoft.com/office/drawing/2014/main" id="{0003D107-9FDC-8643-A7EC-5D1490E898E5}"/>
                </a:ext>
              </a:extLst>
            </p:cNvPr>
            <p:cNvSpPr/>
            <p:nvPr/>
          </p:nvSpPr>
          <p:spPr>
            <a:xfrm>
              <a:off x="2838637" y="908354"/>
              <a:ext cx="44262" cy="8196"/>
            </a:xfrm>
            <a:custGeom>
              <a:avLst/>
              <a:gdLst>
                <a:gd name="connsiteX0" fmla="*/ 44262 w 44262"/>
                <a:gd name="connsiteY0" fmla="*/ 1639 h 8196"/>
                <a:gd name="connsiteX1" fmla="*/ 42623 w 44262"/>
                <a:gd name="connsiteY1" fmla="*/ 1639 h 8196"/>
                <a:gd name="connsiteX2" fmla="*/ 39344 w 44262"/>
                <a:gd name="connsiteY2" fmla="*/ 0 h 8196"/>
                <a:gd name="connsiteX3" fmla="*/ 36065 w 44262"/>
                <a:gd name="connsiteY3" fmla="*/ 1639 h 8196"/>
                <a:gd name="connsiteX4" fmla="*/ 31147 w 44262"/>
                <a:gd name="connsiteY4" fmla="*/ 1639 h 8196"/>
                <a:gd name="connsiteX5" fmla="*/ 27869 w 44262"/>
                <a:gd name="connsiteY5" fmla="*/ 1639 h 8196"/>
                <a:gd name="connsiteX6" fmla="*/ 24590 w 44262"/>
                <a:gd name="connsiteY6" fmla="*/ 1639 h 8196"/>
                <a:gd name="connsiteX7" fmla="*/ 19672 w 44262"/>
                <a:gd name="connsiteY7" fmla="*/ 3279 h 8196"/>
                <a:gd name="connsiteX8" fmla="*/ 16393 w 44262"/>
                <a:gd name="connsiteY8" fmla="*/ 3279 h 8196"/>
                <a:gd name="connsiteX9" fmla="*/ 13115 w 44262"/>
                <a:gd name="connsiteY9" fmla="*/ 4918 h 8196"/>
                <a:gd name="connsiteX10" fmla="*/ 8197 w 44262"/>
                <a:gd name="connsiteY10" fmla="*/ 4918 h 8196"/>
                <a:gd name="connsiteX11" fmla="*/ 4918 w 44262"/>
                <a:gd name="connsiteY11" fmla="*/ 6557 h 8196"/>
                <a:gd name="connsiteX12" fmla="*/ 0 w 44262"/>
                <a:gd name="connsiteY12" fmla="*/ 8197 h 8196"/>
                <a:gd name="connsiteX13" fmla="*/ 4918 w 44262"/>
                <a:gd name="connsiteY13" fmla="*/ 8197 h 8196"/>
                <a:gd name="connsiteX14" fmla="*/ 8197 w 44262"/>
                <a:gd name="connsiteY14" fmla="*/ 8197 h 8196"/>
                <a:gd name="connsiteX15" fmla="*/ 11475 w 44262"/>
                <a:gd name="connsiteY15" fmla="*/ 8197 h 8196"/>
                <a:gd name="connsiteX16" fmla="*/ 16393 w 44262"/>
                <a:gd name="connsiteY16" fmla="*/ 8197 h 8196"/>
                <a:gd name="connsiteX17" fmla="*/ 19672 w 44262"/>
                <a:gd name="connsiteY17" fmla="*/ 8197 h 8196"/>
                <a:gd name="connsiteX18" fmla="*/ 24590 w 44262"/>
                <a:gd name="connsiteY18" fmla="*/ 6557 h 8196"/>
                <a:gd name="connsiteX19" fmla="*/ 27869 w 44262"/>
                <a:gd name="connsiteY19" fmla="*/ 4918 h 8196"/>
                <a:gd name="connsiteX20" fmla="*/ 31147 w 44262"/>
                <a:gd name="connsiteY20" fmla="*/ 3279 h 8196"/>
                <a:gd name="connsiteX21" fmla="*/ 36065 w 44262"/>
                <a:gd name="connsiteY21" fmla="*/ 3279 h 8196"/>
                <a:gd name="connsiteX22" fmla="*/ 40983 w 44262"/>
                <a:gd name="connsiteY22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4262" h="8196">
                  <a:moveTo>
                    <a:pt x="44262" y="1639"/>
                  </a:moveTo>
                  <a:lnTo>
                    <a:pt x="42623" y="1639"/>
                  </a:lnTo>
                  <a:lnTo>
                    <a:pt x="39344" y="0"/>
                  </a:lnTo>
                  <a:lnTo>
                    <a:pt x="36065" y="1639"/>
                  </a:lnTo>
                  <a:lnTo>
                    <a:pt x="31147" y="1639"/>
                  </a:lnTo>
                  <a:lnTo>
                    <a:pt x="27869" y="1639"/>
                  </a:lnTo>
                  <a:lnTo>
                    <a:pt x="24590" y="1639"/>
                  </a:lnTo>
                  <a:lnTo>
                    <a:pt x="19672" y="3279"/>
                  </a:lnTo>
                  <a:lnTo>
                    <a:pt x="16393" y="3279"/>
                  </a:lnTo>
                  <a:lnTo>
                    <a:pt x="13115" y="4918"/>
                  </a:lnTo>
                  <a:lnTo>
                    <a:pt x="8197" y="4918"/>
                  </a:lnTo>
                  <a:lnTo>
                    <a:pt x="4918" y="6557"/>
                  </a:lnTo>
                  <a:lnTo>
                    <a:pt x="0" y="8197"/>
                  </a:lnTo>
                  <a:lnTo>
                    <a:pt x="4918" y="8197"/>
                  </a:lnTo>
                  <a:lnTo>
                    <a:pt x="8197" y="8197"/>
                  </a:lnTo>
                  <a:lnTo>
                    <a:pt x="11475" y="8197"/>
                  </a:lnTo>
                  <a:lnTo>
                    <a:pt x="16393" y="8197"/>
                  </a:lnTo>
                  <a:lnTo>
                    <a:pt x="19672" y="8197"/>
                  </a:lnTo>
                  <a:lnTo>
                    <a:pt x="24590" y="6557"/>
                  </a:lnTo>
                  <a:lnTo>
                    <a:pt x="27869" y="4918"/>
                  </a:lnTo>
                  <a:lnTo>
                    <a:pt x="31147" y="3279"/>
                  </a:lnTo>
                  <a:lnTo>
                    <a:pt x="36065" y="3279"/>
                  </a:lnTo>
                  <a:lnTo>
                    <a:pt x="40983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30" name="Freeform 3429">
              <a:extLst>
                <a:ext uri="{FF2B5EF4-FFF2-40B4-BE49-F238E27FC236}">
                  <a16:creationId xmlns:a16="http://schemas.microsoft.com/office/drawing/2014/main" id="{E9B78B6D-F048-314D-8E7A-667AE8617922}"/>
                </a:ext>
              </a:extLst>
            </p:cNvPr>
            <p:cNvSpPr/>
            <p:nvPr/>
          </p:nvSpPr>
          <p:spPr>
            <a:xfrm>
              <a:off x="2846834" y="885403"/>
              <a:ext cx="165572" cy="57376"/>
            </a:xfrm>
            <a:custGeom>
              <a:avLst/>
              <a:gdLst>
                <a:gd name="connsiteX0" fmla="*/ 47541 w 165572"/>
                <a:gd name="connsiteY0" fmla="*/ 57377 h 57376"/>
                <a:gd name="connsiteX1" fmla="*/ 50819 w 165572"/>
                <a:gd name="connsiteY1" fmla="*/ 57377 h 57376"/>
                <a:gd name="connsiteX2" fmla="*/ 54098 w 165572"/>
                <a:gd name="connsiteY2" fmla="*/ 57377 h 57376"/>
                <a:gd name="connsiteX3" fmla="*/ 59016 w 165572"/>
                <a:gd name="connsiteY3" fmla="*/ 57377 h 57376"/>
                <a:gd name="connsiteX4" fmla="*/ 62295 w 165572"/>
                <a:gd name="connsiteY4" fmla="*/ 57377 h 57376"/>
                <a:gd name="connsiteX5" fmla="*/ 65573 w 165572"/>
                <a:gd name="connsiteY5" fmla="*/ 54098 h 57376"/>
                <a:gd name="connsiteX6" fmla="*/ 70492 w 165572"/>
                <a:gd name="connsiteY6" fmla="*/ 52459 h 57376"/>
                <a:gd name="connsiteX7" fmla="*/ 65573 w 165572"/>
                <a:gd name="connsiteY7" fmla="*/ 55737 h 57376"/>
                <a:gd name="connsiteX8" fmla="*/ 70492 w 165572"/>
                <a:gd name="connsiteY8" fmla="*/ 57377 h 57376"/>
                <a:gd name="connsiteX9" fmla="*/ 73770 w 165572"/>
                <a:gd name="connsiteY9" fmla="*/ 55737 h 57376"/>
                <a:gd name="connsiteX10" fmla="*/ 77049 w 165572"/>
                <a:gd name="connsiteY10" fmla="*/ 54098 h 57376"/>
                <a:gd name="connsiteX11" fmla="*/ 81967 w 165572"/>
                <a:gd name="connsiteY11" fmla="*/ 57377 h 57376"/>
                <a:gd name="connsiteX12" fmla="*/ 85245 w 165572"/>
                <a:gd name="connsiteY12" fmla="*/ 55737 h 57376"/>
                <a:gd name="connsiteX13" fmla="*/ 90164 w 165572"/>
                <a:gd name="connsiteY13" fmla="*/ 55737 h 57376"/>
                <a:gd name="connsiteX14" fmla="*/ 93442 w 165572"/>
                <a:gd name="connsiteY14" fmla="*/ 55737 h 57376"/>
                <a:gd name="connsiteX15" fmla="*/ 96721 w 165572"/>
                <a:gd name="connsiteY15" fmla="*/ 55737 h 57376"/>
                <a:gd name="connsiteX16" fmla="*/ 101639 w 165572"/>
                <a:gd name="connsiteY16" fmla="*/ 55737 h 57376"/>
                <a:gd name="connsiteX17" fmla="*/ 103278 w 165572"/>
                <a:gd name="connsiteY17" fmla="*/ 52459 h 57376"/>
                <a:gd name="connsiteX18" fmla="*/ 106557 w 165572"/>
                <a:gd name="connsiteY18" fmla="*/ 49180 h 57376"/>
                <a:gd name="connsiteX19" fmla="*/ 108196 w 165572"/>
                <a:gd name="connsiteY19" fmla="*/ 52459 h 57376"/>
                <a:gd name="connsiteX20" fmla="*/ 111475 w 165572"/>
                <a:gd name="connsiteY20" fmla="*/ 52459 h 57376"/>
                <a:gd name="connsiteX21" fmla="*/ 116393 w 165572"/>
                <a:gd name="connsiteY21" fmla="*/ 52459 h 57376"/>
                <a:gd name="connsiteX22" fmla="*/ 114754 w 165572"/>
                <a:gd name="connsiteY22" fmla="*/ 49180 h 57376"/>
                <a:gd name="connsiteX23" fmla="*/ 109836 w 165572"/>
                <a:gd name="connsiteY23" fmla="*/ 45901 h 57376"/>
                <a:gd name="connsiteX24" fmla="*/ 114754 w 165572"/>
                <a:gd name="connsiteY24" fmla="*/ 44262 h 57376"/>
                <a:gd name="connsiteX25" fmla="*/ 118032 w 165572"/>
                <a:gd name="connsiteY25" fmla="*/ 42623 h 57376"/>
                <a:gd name="connsiteX26" fmla="*/ 122950 w 165572"/>
                <a:gd name="connsiteY26" fmla="*/ 42623 h 57376"/>
                <a:gd name="connsiteX27" fmla="*/ 118032 w 165572"/>
                <a:gd name="connsiteY27" fmla="*/ 40983 h 57376"/>
                <a:gd name="connsiteX28" fmla="*/ 122950 w 165572"/>
                <a:gd name="connsiteY28" fmla="*/ 39344 h 57376"/>
                <a:gd name="connsiteX29" fmla="*/ 126229 w 165572"/>
                <a:gd name="connsiteY29" fmla="*/ 39344 h 57376"/>
                <a:gd name="connsiteX30" fmla="*/ 129508 w 165572"/>
                <a:gd name="connsiteY30" fmla="*/ 37705 h 57376"/>
                <a:gd name="connsiteX31" fmla="*/ 131147 w 165572"/>
                <a:gd name="connsiteY31" fmla="*/ 40983 h 57376"/>
                <a:gd name="connsiteX32" fmla="*/ 134426 w 165572"/>
                <a:gd name="connsiteY32" fmla="*/ 39344 h 57376"/>
                <a:gd name="connsiteX33" fmla="*/ 139344 w 165572"/>
                <a:gd name="connsiteY33" fmla="*/ 36065 h 57376"/>
                <a:gd name="connsiteX34" fmla="*/ 142622 w 165572"/>
                <a:gd name="connsiteY34" fmla="*/ 34426 h 57376"/>
                <a:gd name="connsiteX35" fmla="*/ 137704 w 165572"/>
                <a:gd name="connsiteY35" fmla="*/ 32787 h 57376"/>
                <a:gd name="connsiteX36" fmla="*/ 134426 w 165572"/>
                <a:gd name="connsiteY36" fmla="*/ 31147 h 57376"/>
                <a:gd name="connsiteX37" fmla="*/ 137704 w 165572"/>
                <a:gd name="connsiteY37" fmla="*/ 29508 h 57376"/>
                <a:gd name="connsiteX38" fmla="*/ 142622 w 165572"/>
                <a:gd name="connsiteY38" fmla="*/ 29508 h 57376"/>
                <a:gd name="connsiteX39" fmla="*/ 145901 w 165572"/>
                <a:gd name="connsiteY39" fmla="*/ 27869 h 57376"/>
                <a:gd name="connsiteX40" fmla="*/ 147540 w 165572"/>
                <a:gd name="connsiteY40" fmla="*/ 24590 h 57376"/>
                <a:gd name="connsiteX41" fmla="*/ 152458 w 165572"/>
                <a:gd name="connsiteY41" fmla="*/ 21311 h 57376"/>
                <a:gd name="connsiteX42" fmla="*/ 155737 w 165572"/>
                <a:gd name="connsiteY42" fmla="*/ 19672 h 57376"/>
                <a:gd name="connsiteX43" fmla="*/ 159016 w 165572"/>
                <a:gd name="connsiteY43" fmla="*/ 18033 h 57376"/>
                <a:gd name="connsiteX44" fmla="*/ 160655 w 165572"/>
                <a:gd name="connsiteY44" fmla="*/ 14754 h 57376"/>
                <a:gd name="connsiteX45" fmla="*/ 162294 w 165572"/>
                <a:gd name="connsiteY45" fmla="*/ 9836 h 57376"/>
                <a:gd name="connsiteX46" fmla="*/ 165573 w 165572"/>
                <a:gd name="connsiteY46" fmla="*/ 9836 h 57376"/>
                <a:gd name="connsiteX47" fmla="*/ 162294 w 165572"/>
                <a:gd name="connsiteY47" fmla="*/ 4918 h 57376"/>
                <a:gd name="connsiteX48" fmla="*/ 159016 w 165572"/>
                <a:gd name="connsiteY48" fmla="*/ 4918 h 57376"/>
                <a:gd name="connsiteX49" fmla="*/ 155737 w 165572"/>
                <a:gd name="connsiteY49" fmla="*/ 3279 h 57376"/>
                <a:gd name="connsiteX50" fmla="*/ 159016 w 165572"/>
                <a:gd name="connsiteY50" fmla="*/ 3279 h 57376"/>
                <a:gd name="connsiteX51" fmla="*/ 155737 w 165572"/>
                <a:gd name="connsiteY51" fmla="*/ 0 h 57376"/>
                <a:gd name="connsiteX52" fmla="*/ 150819 w 165572"/>
                <a:gd name="connsiteY52" fmla="*/ 0 h 57376"/>
                <a:gd name="connsiteX53" fmla="*/ 147540 w 165572"/>
                <a:gd name="connsiteY53" fmla="*/ 0 h 57376"/>
                <a:gd name="connsiteX54" fmla="*/ 150819 w 165572"/>
                <a:gd name="connsiteY54" fmla="*/ 1639 h 57376"/>
                <a:gd name="connsiteX55" fmla="*/ 154098 w 165572"/>
                <a:gd name="connsiteY55" fmla="*/ 1639 h 57376"/>
                <a:gd name="connsiteX56" fmla="*/ 150819 w 165572"/>
                <a:gd name="connsiteY56" fmla="*/ 3279 h 57376"/>
                <a:gd name="connsiteX57" fmla="*/ 147540 w 165572"/>
                <a:gd name="connsiteY57" fmla="*/ 3279 h 57376"/>
                <a:gd name="connsiteX58" fmla="*/ 144262 w 165572"/>
                <a:gd name="connsiteY58" fmla="*/ 3279 h 57376"/>
                <a:gd name="connsiteX59" fmla="*/ 139344 w 165572"/>
                <a:gd name="connsiteY59" fmla="*/ 3279 h 57376"/>
                <a:gd name="connsiteX60" fmla="*/ 137704 w 165572"/>
                <a:gd name="connsiteY60" fmla="*/ 6557 h 57376"/>
                <a:gd name="connsiteX61" fmla="*/ 134426 w 165572"/>
                <a:gd name="connsiteY61" fmla="*/ 6557 h 57376"/>
                <a:gd name="connsiteX62" fmla="*/ 129508 w 165572"/>
                <a:gd name="connsiteY62" fmla="*/ 9836 h 57376"/>
                <a:gd name="connsiteX63" fmla="*/ 131147 w 165572"/>
                <a:gd name="connsiteY63" fmla="*/ 6557 h 57376"/>
                <a:gd name="connsiteX64" fmla="*/ 127868 w 165572"/>
                <a:gd name="connsiteY64" fmla="*/ 6557 h 57376"/>
                <a:gd name="connsiteX65" fmla="*/ 124589 w 165572"/>
                <a:gd name="connsiteY65" fmla="*/ 3279 h 57376"/>
                <a:gd name="connsiteX66" fmla="*/ 119672 w 165572"/>
                <a:gd name="connsiteY66" fmla="*/ 3279 h 57376"/>
                <a:gd name="connsiteX67" fmla="*/ 116393 w 165572"/>
                <a:gd name="connsiteY67" fmla="*/ 1639 h 57376"/>
                <a:gd name="connsiteX68" fmla="*/ 116393 w 165572"/>
                <a:gd name="connsiteY68" fmla="*/ 1639 h 57376"/>
                <a:gd name="connsiteX69" fmla="*/ 111475 w 165572"/>
                <a:gd name="connsiteY69" fmla="*/ 1639 h 57376"/>
                <a:gd name="connsiteX70" fmla="*/ 108196 w 165572"/>
                <a:gd name="connsiteY70" fmla="*/ 1639 h 57376"/>
                <a:gd name="connsiteX71" fmla="*/ 103278 w 165572"/>
                <a:gd name="connsiteY71" fmla="*/ 3279 h 57376"/>
                <a:gd name="connsiteX72" fmla="*/ 99999 w 165572"/>
                <a:gd name="connsiteY72" fmla="*/ 3279 h 57376"/>
                <a:gd name="connsiteX73" fmla="*/ 96721 w 165572"/>
                <a:gd name="connsiteY73" fmla="*/ 3279 h 57376"/>
                <a:gd name="connsiteX74" fmla="*/ 91803 w 165572"/>
                <a:gd name="connsiteY74" fmla="*/ 4918 h 57376"/>
                <a:gd name="connsiteX75" fmla="*/ 86885 w 165572"/>
                <a:gd name="connsiteY75" fmla="*/ 6557 h 57376"/>
                <a:gd name="connsiteX76" fmla="*/ 86885 w 165572"/>
                <a:gd name="connsiteY76" fmla="*/ 9836 h 57376"/>
                <a:gd name="connsiteX77" fmla="*/ 90164 w 165572"/>
                <a:gd name="connsiteY77" fmla="*/ 9836 h 57376"/>
                <a:gd name="connsiteX78" fmla="*/ 95082 w 165572"/>
                <a:gd name="connsiteY78" fmla="*/ 9836 h 57376"/>
                <a:gd name="connsiteX79" fmla="*/ 98360 w 165572"/>
                <a:gd name="connsiteY79" fmla="*/ 9836 h 57376"/>
                <a:gd name="connsiteX80" fmla="*/ 103278 w 165572"/>
                <a:gd name="connsiteY80" fmla="*/ 13115 h 57376"/>
                <a:gd name="connsiteX81" fmla="*/ 101639 w 165572"/>
                <a:gd name="connsiteY81" fmla="*/ 13115 h 57376"/>
                <a:gd name="connsiteX82" fmla="*/ 101639 w 165572"/>
                <a:gd name="connsiteY82" fmla="*/ 13115 h 57376"/>
                <a:gd name="connsiteX83" fmla="*/ 96721 w 165572"/>
                <a:gd name="connsiteY83" fmla="*/ 13115 h 57376"/>
                <a:gd name="connsiteX84" fmla="*/ 93442 w 165572"/>
                <a:gd name="connsiteY84" fmla="*/ 13115 h 57376"/>
                <a:gd name="connsiteX85" fmla="*/ 88524 w 165572"/>
                <a:gd name="connsiteY85" fmla="*/ 13115 h 57376"/>
                <a:gd name="connsiteX86" fmla="*/ 93442 w 165572"/>
                <a:gd name="connsiteY86" fmla="*/ 16393 h 57376"/>
                <a:gd name="connsiteX87" fmla="*/ 96721 w 165572"/>
                <a:gd name="connsiteY87" fmla="*/ 16393 h 57376"/>
                <a:gd name="connsiteX88" fmla="*/ 98360 w 165572"/>
                <a:gd name="connsiteY88" fmla="*/ 16393 h 57376"/>
                <a:gd name="connsiteX89" fmla="*/ 101639 w 165572"/>
                <a:gd name="connsiteY89" fmla="*/ 18033 h 57376"/>
                <a:gd name="connsiteX90" fmla="*/ 106557 w 165572"/>
                <a:gd name="connsiteY90" fmla="*/ 18033 h 57376"/>
                <a:gd name="connsiteX91" fmla="*/ 103278 w 165572"/>
                <a:gd name="connsiteY91" fmla="*/ 19672 h 57376"/>
                <a:gd name="connsiteX92" fmla="*/ 98360 w 165572"/>
                <a:gd name="connsiteY92" fmla="*/ 18033 h 57376"/>
                <a:gd name="connsiteX93" fmla="*/ 95082 w 165572"/>
                <a:gd name="connsiteY93" fmla="*/ 18033 h 57376"/>
                <a:gd name="connsiteX94" fmla="*/ 91803 w 165572"/>
                <a:gd name="connsiteY94" fmla="*/ 18033 h 57376"/>
                <a:gd name="connsiteX95" fmla="*/ 90164 w 165572"/>
                <a:gd name="connsiteY95" fmla="*/ 21311 h 57376"/>
                <a:gd name="connsiteX96" fmla="*/ 90164 w 165572"/>
                <a:gd name="connsiteY96" fmla="*/ 21311 h 57376"/>
                <a:gd name="connsiteX97" fmla="*/ 90164 w 165572"/>
                <a:gd name="connsiteY97" fmla="*/ 22951 h 57376"/>
                <a:gd name="connsiteX98" fmla="*/ 93442 w 165572"/>
                <a:gd name="connsiteY98" fmla="*/ 24590 h 57376"/>
                <a:gd name="connsiteX99" fmla="*/ 98360 w 165572"/>
                <a:gd name="connsiteY99" fmla="*/ 24590 h 57376"/>
                <a:gd name="connsiteX100" fmla="*/ 98360 w 165572"/>
                <a:gd name="connsiteY100" fmla="*/ 24590 h 57376"/>
                <a:gd name="connsiteX101" fmla="*/ 95082 w 165572"/>
                <a:gd name="connsiteY101" fmla="*/ 24590 h 57376"/>
                <a:gd name="connsiteX102" fmla="*/ 90164 w 165572"/>
                <a:gd name="connsiteY102" fmla="*/ 26229 h 57376"/>
                <a:gd name="connsiteX103" fmla="*/ 86885 w 165572"/>
                <a:gd name="connsiteY103" fmla="*/ 26229 h 57376"/>
                <a:gd name="connsiteX104" fmla="*/ 85245 w 165572"/>
                <a:gd name="connsiteY104" fmla="*/ 26229 h 57376"/>
                <a:gd name="connsiteX105" fmla="*/ 81967 w 165572"/>
                <a:gd name="connsiteY105" fmla="*/ 26229 h 57376"/>
                <a:gd name="connsiteX106" fmla="*/ 83606 w 165572"/>
                <a:gd name="connsiteY106" fmla="*/ 22951 h 57376"/>
                <a:gd name="connsiteX107" fmla="*/ 78688 w 165572"/>
                <a:gd name="connsiteY107" fmla="*/ 21311 h 57376"/>
                <a:gd name="connsiteX108" fmla="*/ 83606 w 165572"/>
                <a:gd name="connsiteY108" fmla="*/ 19672 h 57376"/>
                <a:gd name="connsiteX109" fmla="*/ 78688 w 165572"/>
                <a:gd name="connsiteY109" fmla="*/ 19672 h 57376"/>
                <a:gd name="connsiteX110" fmla="*/ 75409 w 165572"/>
                <a:gd name="connsiteY110" fmla="*/ 19672 h 57376"/>
                <a:gd name="connsiteX111" fmla="*/ 77049 w 165572"/>
                <a:gd name="connsiteY111" fmla="*/ 16393 h 57376"/>
                <a:gd name="connsiteX112" fmla="*/ 72131 w 165572"/>
                <a:gd name="connsiteY112" fmla="*/ 14754 h 57376"/>
                <a:gd name="connsiteX113" fmla="*/ 75409 w 165572"/>
                <a:gd name="connsiteY113" fmla="*/ 11475 h 57376"/>
                <a:gd name="connsiteX114" fmla="*/ 70492 w 165572"/>
                <a:gd name="connsiteY114" fmla="*/ 8197 h 57376"/>
                <a:gd name="connsiteX115" fmla="*/ 67213 w 165572"/>
                <a:gd name="connsiteY115" fmla="*/ 8197 h 57376"/>
                <a:gd name="connsiteX116" fmla="*/ 63934 w 165572"/>
                <a:gd name="connsiteY116" fmla="*/ 8197 h 57376"/>
                <a:gd name="connsiteX117" fmla="*/ 59016 w 165572"/>
                <a:gd name="connsiteY117" fmla="*/ 8197 h 57376"/>
                <a:gd name="connsiteX118" fmla="*/ 55737 w 165572"/>
                <a:gd name="connsiteY118" fmla="*/ 9836 h 57376"/>
                <a:gd name="connsiteX119" fmla="*/ 52459 w 165572"/>
                <a:gd name="connsiteY119" fmla="*/ 11475 h 57376"/>
                <a:gd name="connsiteX120" fmla="*/ 47541 w 165572"/>
                <a:gd name="connsiteY120" fmla="*/ 13115 h 57376"/>
                <a:gd name="connsiteX121" fmla="*/ 44262 w 165572"/>
                <a:gd name="connsiteY121" fmla="*/ 14754 h 57376"/>
                <a:gd name="connsiteX122" fmla="*/ 47541 w 165572"/>
                <a:gd name="connsiteY122" fmla="*/ 14754 h 57376"/>
                <a:gd name="connsiteX123" fmla="*/ 52459 w 165572"/>
                <a:gd name="connsiteY123" fmla="*/ 14754 h 57376"/>
                <a:gd name="connsiteX124" fmla="*/ 55737 w 165572"/>
                <a:gd name="connsiteY124" fmla="*/ 14754 h 57376"/>
                <a:gd name="connsiteX125" fmla="*/ 60655 w 165572"/>
                <a:gd name="connsiteY125" fmla="*/ 14754 h 57376"/>
                <a:gd name="connsiteX126" fmla="*/ 63934 w 165572"/>
                <a:gd name="connsiteY126" fmla="*/ 14754 h 57376"/>
                <a:gd name="connsiteX127" fmla="*/ 60655 w 165572"/>
                <a:gd name="connsiteY127" fmla="*/ 16393 h 57376"/>
                <a:gd name="connsiteX128" fmla="*/ 57377 w 165572"/>
                <a:gd name="connsiteY128" fmla="*/ 16393 h 57376"/>
                <a:gd name="connsiteX129" fmla="*/ 52459 w 165572"/>
                <a:gd name="connsiteY129" fmla="*/ 16393 h 57376"/>
                <a:gd name="connsiteX130" fmla="*/ 47541 w 165572"/>
                <a:gd name="connsiteY130" fmla="*/ 18033 h 57376"/>
                <a:gd name="connsiteX131" fmla="*/ 44262 w 165572"/>
                <a:gd name="connsiteY131" fmla="*/ 19672 h 57376"/>
                <a:gd name="connsiteX132" fmla="*/ 45901 w 165572"/>
                <a:gd name="connsiteY132" fmla="*/ 22951 h 57376"/>
                <a:gd name="connsiteX133" fmla="*/ 49180 w 165572"/>
                <a:gd name="connsiteY133" fmla="*/ 22951 h 57376"/>
                <a:gd name="connsiteX134" fmla="*/ 52459 w 165572"/>
                <a:gd name="connsiteY134" fmla="*/ 22951 h 57376"/>
                <a:gd name="connsiteX135" fmla="*/ 49180 w 165572"/>
                <a:gd name="connsiteY135" fmla="*/ 24590 h 57376"/>
                <a:gd name="connsiteX136" fmla="*/ 45901 w 165572"/>
                <a:gd name="connsiteY136" fmla="*/ 24590 h 57376"/>
                <a:gd name="connsiteX137" fmla="*/ 47541 w 165572"/>
                <a:gd name="connsiteY137" fmla="*/ 29508 h 57376"/>
                <a:gd name="connsiteX138" fmla="*/ 50819 w 165572"/>
                <a:gd name="connsiteY138" fmla="*/ 29508 h 57376"/>
                <a:gd name="connsiteX139" fmla="*/ 55737 w 165572"/>
                <a:gd name="connsiteY139" fmla="*/ 29508 h 57376"/>
                <a:gd name="connsiteX140" fmla="*/ 50819 w 165572"/>
                <a:gd name="connsiteY140" fmla="*/ 31147 h 57376"/>
                <a:gd name="connsiteX141" fmla="*/ 47541 w 165572"/>
                <a:gd name="connsiteY141" fmla="*/ 31147 h 57376"/>
                <a:gd name="connsiteX142" fmla="*/ 44262 w 165572"/>
                <a:gd name="connsiteY142" fmla="*/ 31147 h 57376"/>
                <a:gd name="connsiteX143" fmla="*/ 39344 w 165572"/>
                <a:gd name="connsiteY143" fmla="*/ 27869 h 57376"/>
                <a:gd name="connsiteX144" fmla="*/ 36065 w 165572"/>
                <a:gd name="connsiteY144" fmla="*/ 26229 h 57376"/>
                <a:gd name="connsiteX145" fmla="*/ 31147 w 165572"/>
                <a:gd name="connsiteY145" fmla="*/ 26229 h 57376"/>
                <a:gd name="connsiteX146" fmla="*/ 27869 w 165572"/>
                <a:gd name="connsiteY146" fmla="*/ 27869 h 57376"/>
                <a:gd name="connsiteX147" fmla="*/ 24590 w 165572"/>
                <a:gd name="connsiteY147" fmla="*/ 27869 h 57376"/>
                <a:gd name="connsiteX148" fmla="*/ 19672 w 165572"/>
                <a:gd name="connsiteY148" fmla="*/ 29508 h 57376"/>
                <a:gd name="connsiteX149" fmla="*/ 22951 w 165572"/>
                <a:gd name="connsiteY149" fmla="*/ 29508 h 57376"/>
                <a:gd name="connsiteX150" fmla="*/ 19672 w 165572"/>
                <a:gd name="connsiteY150" fmla="*/ 32787 h 57376"/>
                <a:gd name="connsiteX151" fmla="*/ 16393 w 165572"/>
                <a:gd name="connsiteY151" fmla="*/ 31147 h 57376"/>
                <a:gd name="connsiteX152" fmla="*/ 13115 w 165572"/>
                <a:gd name="connsiteY152" fmla="*/ 32787 h 57376"/>
                <a:gd name="connsiteX153" fmla="*/ 8197 w 165572"/>
                <a:gd name="connsiteY153" fmla="*/ 32787 h 57376"/>
                <a:gd name="connsiteX154" fmla="*/ 4918 w 165572"/>
                <a:gd name="connsiteY154" fmla="*/ 36065 h 57376"/>
                <a:gd name="connsiteX155" fmla="*/ 0 w 165572"/>
                <a:gd name="connsiteY155" fmla="*/ 36065 h 57376"/>
                <a:gd name="connsiteX156" fmla="*/ 0 w 165572"/>
                <a:gd name="connsiteY156" fmla="*/ 39344 h 57376"/>
                <a:gd name="connsiteX157" fmla="*/ 3279 w 165572"/>
                <a:gd name="connsiteY157" fmla="*/ 39344 h 57376"/>
                <a:gd name="connsiteX158" fmla="*/ 8197 w 165572"/>
                <a:gd name="connsiteY158" fmla="*/ 39344 h 57376"/>
                <a:gd name="connsiteX159" fmla="*/ 13115 w 165572"/>
                <a:gd name="connsiteY159" fmla="*/ 37705 h 57376"/>
                <a:gd name="connsiteX160" fmla="*/ 16393 w 165572"/>
                <a:gd name="connsiteY160" fmla="*/ 37705 h 57376"/>
                <a:gd name="connsiteX161" fmla="*/ 19672 w 165572"/>
                <a:gd name="connsiteY161" fmla="*/ 37705 h 57376"/>
                <a:gd name="connsiteX162" fmla="*/ 24590 w 165572"/>
                <a:gd name="connsiteY162" fmla="*/ 37705 h 57376"/>
                <a:gd name="connsiteX163" fmla="*/ 27869 w 165572"/>
                <a:gd name="connsiteY163" fmla="*/ 37705 h 57376"/>
                <a:gd name="connsiteX164" fmla="*/ 32787 w 165572"/>
                <a:gd name="connsiteY164" fmla="*/ 36065 h 57376"/>
                <a:gd name="connsiteX165" fmla="*/ 36065 w 165572"/>
                <a:gd name="connsiteY165" fmla="*/ 36065 h 57376"/>
                <a:gd name="connsiteX166" fmla="*/ 40983 w 165572"/>
                <a:gd name="connsiteY166" fmla="*/ 36065 h 57376"/>
                <a:gd name="connsiteX167" fmla="*/ 44262 w 165572"/>
                <a:gd name="connsiteY167" fmla="*/ 36065 h 57376"/>
                <a:gd name="connsiteX168" fmla="*/ 47541 w 165572"/>
                <a:gd name="connsiteY168" fmla="*/ 36065 h 57376"/>
                <a:gd name="connsiteX169" fmla="*/ 50819 w 165572"/>
                <a:gd name="connsiteY169" fmla="*/ 36065 h 57376"/>
                <a:gd name="connsiteX170" fmla="*/ 55737 w 165572"/>
                <a:gd name="connsiteY170" fmla="*/ 36065 h 57376"/>
                <a:gd name="connsiteX171" fmla="*/ 59016 w 165572"/>
                <a:gd name="connsiteY171" fmla="*/ 34426 h 57376"/>
                <a:gd name="connsiteX172" fmla="*/ 63934 w 165572"/>
                <a:gd name="connsiteY172" fmla="*/ 34426 h 57376"/>
                <a:gd name="connsiteX173" fmla="*/ 67213 w 165572"/>
                <a:gd name="connsiteY173" fmla="*/ 34426 h 57376"/>
                <a:gd name="connsiteX174" fmla="*/ 70492 w 165572"/>
                <a:gd name="connsiteY174" fmla="*/ 34426 h 57376"/>
                <a:gd name="connsiteX175" fmla="*/ 75409 w 165572"/>
                <a:gd name="connsiteY175" fmla="*/ 34426 h 57376"/>
                <a:gd name="connsiteX176" fmla="*/ 78688 w 165572"/>
                <a:gd name="connsiteY176" fmla="*/ 34426 h 57376"/>
                <a:gd name="connsiteX177" fmla="*/ 83606 w 165572"/>
                <a:gd name="connsiteY177" fmla="*/ 32787 h 57376"/>
                <a:gd name="connsiteX178" fmla="*/ 86885 w 165572"/>
                <a:gd name="connsiteY178" fmla="*/ 32787 h 57376"/>
                <a:gd name="connsiteX179" fmla="*/ 90164 w 165572"/>
                <a:gd name="connsiteY179" fmla="*/ 32787 h 57376"/>
                <a:gd name="connsiteX180" fmla="*/ 95082 w 165572"/>
                <a:gd name="connsiteY180" fmla="*/ 32787 h 57376"/>
                <a:gd name="connsiteX181" fmla="*/ 98360 w 165572"/>
                <a:gd name="connsiteY181" fmla="*/ 32787 h 57376"/>
                <a:gd name="connsiteX182" fmla="*/ 103278 w 165572"/>
                <a:gd name="connsiteY182" fmla="*/ 32787 h 57376"/>
                <a:gd name="connsiteX183" fmla="*/ 98360 w 165572"/>
                <a:gd name="connsiteY183" fmla="*/ 34426 h 57376"/>
                <a:gd name="connsiteX184" fmla="*/ 95082 w 165572"/>
                <a:gd name="connsiteY184" fmla="*/ 34426 h 57376"/>
                <a:gd name="connsiteX185" fmla="*/ 90164 w 165572"/>
                <a:gd name="connsiteY185" fmla="*/ 34426 h 57376"/>
                <a:gd name="connsiteX186" fmla="*/ 86885 w 165572"/>
                <a:gd name="connsiteY186" fmla="*/ 34426 h 57376"/>
                <a:gd name="connsiteX187" fmla="*/ 83606 w 165572"/>
                <a:gd name="connsiteY187" fmla="*/ 34426 h 57376"/>
                <a:gd name="connsiteX188" fmla="*/ 80327 w 165572"/>
                <a:gd name="connsiteY188" fmla="*/ 34426 h 57376"/>
                <a:gd name="connsiteX189" fmla="*/ 75409 w 165572"/>
                <a:gd name="connsiteY189" fmla="*/ 37705 h 57376"/>
                <a:gd name="connsiteX190" fmla="*/ 70492 w 165572"/>
                <a:gd name="connsiteY190" fmla="*/ 37705 h 57376"/>
                <a:gd name="connsiteX191" fmla="*/ 70492 w 165572"/>
                <a:gd name="connsiteY191" fmla="*/ 37705 h 57376"/>
                <a:gd name="connsiteX192" fmla="*/ 70492 w 165572"/>
                <a:gd name="connsiteY192" fmla="*/ 37705 h 57376"/>
                <a:gd name="connsiteX193" fmla="*/ 73770 w 165572"/>
                <a:gd name="connsiteY193" fmla="*/ 37705 h 57376"/>
                <a:gd name="connsiteX194" fmla="*/ 70492 w 165572"/>
                <a:gd name="connsiteY194" fmla="*/ 39344 h 57376"/>
                <a:gd name="connsiteX195" fmla="*/ 68852 w 165572"/>
                <a:gd name="connsiteY195" fmla="*/ 39344 h 57376"/>
                <a:gd name="connsiteX196" fmla="*/ 65573 w 165572"/>
                <a:gd name="connsiteY196" fmla="*/ 39344 h 57376"/>
                <a:gd name="connsiteX197" fmla="*/ 60655 w 165572"/>
                <a:gd name="connsiteY197" fmla="*/ 39344 h 57376"/>
                <a:gd name="connsiteX198" fmla="*/ 65573 w 165572"/>
                <a:gd name="connsiteY198" fmla="*/ 39344 h 57376"/>
                <a:gd name="connsiteX199" fmla="*/ 68852 w 165572"/>
                <a:gd name="connsiteY199" fmla="*/ 39344 h 57376"/>
                <a:gd name="connsiteX200" fmla="*/ 67213 w 165572"/>
                <a:gd name="connsiteY200" fmla="*/ 40983 h 57376"/>
                <a:gd name="connsiteX201" fmla="*/ 63934 w 165572"/>
                <a:gd name="connsiteY201" fmla="*/ 40983 h 57376"/>
                <a:gd name="connsiteX202" fmla="*/ 59016 w 165572"/>
                <a:gd name="connsiteY202" fmla="*/ 40983 h 57376"/>
                <a:gd name="connsiteX203" fmla="*/ 63934 w 165572"/>
                <a:gd name="connsiteY203" fmla="*/ 40983 h 57376"/>
                <a:gd name="connsiteX204" fmla="*/ 59016 w 165572"/>
                <a:gd name="connsiteY204" fmla="*/ 40983 h 57376"/>
                <a:gd name="connsiteX205" fmla="*/ 55737 w 165572"/>
                <a:gd name="connsiteY205" fmla="*/ 40983 h 57376"/>
                <a:gd name="connsiteX206" fmla="*/ 50819 w 165572"/>
                <a:gd name="connsiteY206" fmla="*/ 42623 h 57376"/>
                <a:gd name="connsiteX207" fmla="*/ 47541 w 165572"/>
                <a:gd name="connsiteY207" fmla="*/ 42623 h 57376"/>
                <a:gd name="connsiteX208" fmla="*/ 50819 w 165572"/>
                <a:gd name="connsiteY208" fmla="*/ 42623 h 57376"/>
                <a:gd name="connsiteX209" fmla="*/ 47541 w 165572"/>
                <a:gd name="connsiteY209" fmla="*/ 44262 h 57376"/>
                <a:gd name="connsiteX210" fmla="*/ 44262 w 165572"/>
                <a:gd name="connsiteY210" fmla="*/ 44262 h 57376"/>
                <a:gd name="connsiteX211" fmla="*/ 47541 w 165572"/>
                <a:gd name="connsiteY211" fmla="*/ 45901 h 57376"/>
                <a:gd name="connsiteX212" fmla="*/ 52459 w 165572"/>
                <a:gd name="connsiteY212" fmla="*/ 45901 h 57376"/>
                <a:gd name="connsiteX213" fmla="*/ 47541 w 165572"/>
                <a:gd name="connsiteY213" fmla="*/ 47541 h 57376"/>
                <a:gd name="connsiteX214" fmla="*/ 52459 w 165572"/>
                <a:gd name="connsiteY214" fmla="*/ 47541 h 57376"/>
                <a:gd name="connsiteX215" fmla="*/ 55737 w 165572"/>
                <a:gd name="connsiteY215" fmla="*/ 49180 h 57376"/>
                <a:gd name="connsiteX216" fmla="*/ 57377 w 165572"/>
                <a:gd name="connsiteY216" fmla="*/ 49180 h 57376"/>
                <a:gd name="connsiteX217" fmla="*/ 57377 w 165572"/>
                <a:gd name="connsiteY217" fmla="*/ 49180 h 57376"/>
                <a:gd name="connsiteX218" fmla="*/ 54098 w 165572"/>
                <a:gd name="connsiteY218" fmla="*/ 49180 h 57376"/>
                <a:gd name="connsiteX219" fmla="*/ 49180 w 165572"/>
                <a:gd name="connsiteY219" fmla="*/ 49180 h 57376"/>
                <a:gd name="connsiteX220" fmla="*/ 45901 w 165572"/>
                <a:gd name="connsiteY220" fmla="*/ 49180 h 57376"/>
                <a:gd name="connsiteX221" fmla="*/ 40983 w 165572"/>
                <a:gd name="connsiteY221" fmla="*/ 49180 h 57376"/>
                <a:gd name="connsiteX222" fmla="*/ 40983 w 165572"/>
                <a:gd name="connsiteY222" fmla="*/ 54098 h 57376"/>
                <a:gd name="connsiteX223" fmla="*/ 44262 w 165572"/>
                <a:gd name="connsiteY223" fmla="*/ 57377 h 57376"/>
                <a:gd name="connsiteX224" fmla="*/ 47541 w 165572"/>
                <a:gd name="connsiteY224" fmla="*/ 57377 h 5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165572" h="57376">
                  <a:moveTo>
                    <a:pt x="47541" y="57377"/>
                  </a:moveTo>
                  <a:lnTo>
                    <a:pt x="50819" y="57377"/>
                  </a:lnTo>
                  <a:lnTo>
                    <a:pt x="54098" y="57377"/>
                  </a:lnTo>
                  <a:lnTo>
                    <a:pt x="59016" y="57377"/>
                  </a:lnTo>
                  <a:lnTo>
                    <a:pt x="62295" y="57377"/>
                  </a:lnTo>
                  <a:lnTo>
                    <a:pt x="65573" y="54098"/>
                  </a:lnTo>
                  <a:lnTo>
                    <a:pt x="70492" y="52459"/>
                  </a:lnTo>
                  <a:lnTo>
                    <a:pt x="65573" y="55737"/>
                  </a:lnTo>
                  <a:lnTo>
                    <a:pt x="70492" y="57377"/>
                  </a:lnTo>
                  <a:lnTo>
                    <a:pt x="73770" y="55737"/>
                  </a:lnTo>
                  <a:lnTo>
                    <a:pt x="77049" y="54098"/>
                  </a:lnTo>
                  <a:lnTo>
                    <a:pt x="81967" y="57377"/>
                  </a:lnTo>
                  <a:lnTo>
                    <a:pt x="85245" y="55737"/>
                  </a:lnTo>
                  <a:lnTo>
                    <a:pt x="90164" y="55737"/>
                  </a:lnTo>
                  <a:lnTo>
                    <a:pt x="93442" y="55737"/>
                  </a:lnTo>
                  <a:lnTo>
                    <a:pt x="96721" y="55737"/>
                  </a:lnTo>
                  <a:lnTo>
                    <a:pt x="101639" y="55737"/>
                  </a:lnTo>
                  <a:lnTo>
                    <a:pt x="103278" y="52459"/>
                  </a:lnTo>
                  <a:lnTo>
                    <a:pt x="106557" y="49180"/>
                  </a:lnTo>
                  <a:lnTo>
                    <a:pt x="108196" y="52459"/>
                  </a:lnTo>
                  <a:lnTo>
                    <a:pt x="111475" y="52459"/>
                  </a:lnTo>
                  <a:lnTo>
                    <a:pt x="116393" y="52459"/>
                  </a:lnTo>
                  <a:lnTo>
                    <a:pt x="114754" y="49180"/>
                  </a:lnTo>
                  <a:lnTo>
                    <a:pt x="109836" y="45901"/>
                  </a:lnTo>
                  <a:lnTo>
                    <a:pt x="114754" y="44262"/>
                  </a:lnTo>
                  <a:lnTo>
                    <a:pt x="118032" y="42623"/>
                  </a:lnTo>
                  <a:lnTo>
                    <a:pt x="122950" y="42623"/>
                  </a:lnTo>
                  <a:lnTo>
                    <a:pt x="118032" y="40983"/>
                  </a:lnTo>
                  <a:lnTo>
                    <a:pt x="122950" y="39344"/>
                  </a:lnTo>
                  <a:lnTo>
                    <a:pt x="126229" y="39344"/>
                  </a:lnTo>
                  <a:lnTo>
                    <a:pt x="129508" y="37705"/>
                  </a:lnTo>
                  <a:lnTo>
                    <a:pt x="131147" y="40983"/>
                  </a:lnTo>
                  <a:lnTo>
                    <a:pt x="134426" y="39344"/>
                  </a:lnTo>
                  <a:lnTo>
                    <a:pt x="139344" y="36065"/>
                  </a:lnTo>
                  <a:lnTo>
                    <a:pt x="142622" y="34426"/>
                  </a:lnTo>
                  <a:lnTo>
                    <a:pt x="137704" y="32787"/>
                  </a:lnTo>
                  <a:lnTo>
                    <a:pt x="134426" y="31147"/>
                  </a:lnTo>
                  <a:lnTo>
                    <a:pt x="137704" y="29508"/>
                  </a:lnTo>
                  <a:lnTo>
                    <a:pt x="142622" y="29508"/>
                  </a:lnTo>
                  <a:lnTo>
                    <a:pt x="145901" y="27869"/>
                  </a:lnTo>
                  <a:lnTo>
                    <a:pt x="147540" y="24590"/>
                  </a:lnTo>
                  <a:lnTo>
                    <a:pt x="152458" y="21311"/>
                  </a:lnTo>
                  <a:lnTo>
                    <a:pt x="155737" y="19672"/>
                  </a:lnTo>
                  <a:lnTo>
                    <a:pt x="159016" y="18033"/>
                  </a:lnTo>
                  <a:lnTo>
                    <a:pt x="160655" y="14754"/>
                  </a:lnTo>
                  <a:lnTo>
                    <a:pt x="162294" y="9836"/>
                  </a:lnTo>
                  <a:lnTo>
                    <a:pt x="165573" y="9836"/>
                  </a:lnTo>
                  <a:lnTo>
                    <a:pt x="162294" y="4918"/>
                  </a:lnTo>
                  <a:lnTo>
                    <a:pt x="159016" y="4918"/>
                  </a:lnTo>
                  <a:lnTo>
                    <a:pt x="155737" y="3279"/>
                  </a:lnTo>
                  <a:lnTo>
                    <a:pt x="159016" y="3279"/>
                  </a:lnTo>
                  <a:lnTo>
                    <a:pt x="155737" y="0"/>
                  </a:lnTo>
                  <a:lnTo>
                    <a:pt x="150819" y="0"/>
                  </a:lnTo>
                  <a:lnTo>
                    <a:pt x="147540" y="0"/>
                  </a:lnTo>
                  <a:lnTo>
                    <a:pt x="150819" y="1639"/>
                  </a:lnTo>
                  <a:lnTo>
                    <a:pt x="154098" y="1639"/>
                  </a:lnTo>
                  <a:lnTo>
                    <a:pt x="150819" y="3279"/>
                  </a:lnTo>
                  <a:lnTo>
                    <a:pt x="147540" y="3279"/>
                  </a:lnTo>
                  <a:lnTo>
                    <a:pt x="144262" y="3279"/>
                  </a:lnTo>
                  <a:lnTo>
                    <a:pt x="139344" y="3279"/>
                  </a:lnTo>
                  <a:lnTo>
                    <a:pt x="137704" y="6557"/>
                  </a:lnTo>
                  <a:lnTo>
                    <a:pt x="134426" y="6557"/>
                  </a:lnTo>
                  <a:lnTo>
                    <a:pt x="129508" y="9836"/>
                  </a:lnTo>
                  <a:lnTo>
                    <a:pt x="131147" y="6557"/>
                  </a:lnTo>
                  <a:lnTo>
                    <a:pt x="127868" y="6557"/>
                  </a:lnTo>
                  <a:lnTo>
                    <a:pt x="124589" y="3279"/>
                  </a:lnTo>
                  <a:lnTo>
                    <a:pt x="119672" y="3279"/>
                  </a:lnTo>
                  <a:lnTo>
                    <a:pt x="116393" y="1639"/>
                  </a:lnTo>
                  <a:lnTo>
                    <a:pt x="116393" y="1639"/>
                  </a:lnTo>
                  <a:lnTo>
                    <a:pt x="111475" y="1639"/>
                  </a:lnTo>
                  <a:lnTo>
                    <a:pt x="108196" y="1639"/>
                  </a:lnTo>
                  <a:lnTo>
                    <a:pt x="103278" y="3279"/>
                  </a:lnTo>
                  <a:lnTo>
                    <a:pt x="99999" y="3279"/>
                  </a:lnTo>
                  <a:lnTo>
                    <a:pt x="96721" y="3279"/>
                  </a:lnTo>
                  <a:lnTo>
                    <a:pt x="91803" y="4918"/>
                  </a:lnTo>
                  <a:lnTo>
                    <a:pt x="86885" y="6557"/>
                  </a:lnTo>
                  <a:lnTo>
                    <a:pt x="86885" y="9836"/>
                  </a:lnTo>
                  <a:lnTo>
                    <a:pt x="90164" y="9836"/>
                  </a:lnTo>
                  <a:lnTo>
                    <a:pt x="95082" y="9836"/>
                  </a:lnTo>
                  <a:lnTo>
                    <a:pt x="98360" y="9836"/>
                  </a:lnTo>
                  <a:lnTo>
                    <a:pt x="103278" y="13115"/>
                  </a:lnTo>
                  <a:lnTo>
                    <a:pt x="101639" y="13115"/>
                  </a:lnTo>
                  <a:lnTo>
                    <a:pt x="101639" y="13115"/>
                  </a:lnTo>
                  <a:lnTo>
                    <a:pt x="96721" y="13115"/>
                  </a:lnTo>
                  <a:lnTo>
                    <a:pt x="93442" y="13115"/>
                  </a:lnTo>
                  <a:lnTo>
                    <a:pt x="88524" y="13115"/>
                  </a:lnTo>
                  <a:lnTo>
                    <a:pt x="93442" y="16393"/>
                  </a:lnTo>
                  <a:lnTo>
                    <a:pt x="96721" y="16393"/>
                  </a:lnTo>
                  <a:lnTo>
                    <a:pt x="98360" y="16393"/>
                  </a:lnTo>
                  <a:lnTo>
                    <a:pt x="101639" y="18033"/>
                  </a:lnTo>
                  <a:lnTo>
                    <a:pt x="106557" y="18033"/>
                  </a:lnTo>
                  <a:lnTo>
                    <a:pt x="103278" y="19672"/>
                  </a:lnTo>
                  <a:lnTo>
                    <a:pt x="98360" y="18033"/>
                  </a:lnTo>
                  <a:lnTo>
                    <a:pt x="95082" y="18033"/>
                  </a:lnTo>
                  <a:lnTo>
                    <a:pt x="91803" y="18033"/>
                  </a:lnTo>
                  <a:lnTo>
                    <a:pt x="90164" y="21311"/>
                  </a:lnTo>
                  <a:lnTo>
                    <a:pt x="90164" y="21311"/>
                  </a:lnTo>
                  <a:lnTo>
                    <a:pt x="90164" y="22951"/>
                  </a:lnTo>
                  <a:lnTo>
                    <a:pt x="93442" y="24590"/>
                  </a:lnTo>
                  <a:lnTo>
                    <a:pt x="98360" y="24590"/>
                  </a:lnTo>
                  <a:lnTo>
                    <a:pt x="98360" y="24590"/>
                  </a:lnTo>
                  <a:lnTo>
                    <a:pt x="95082" y="24590"/>
                  </a:lnTo>
                  <a:lnTo>
                    <a:pt x="90164" y="26229"/>
                  </a:lnTo>
                  <a:lnTo>
                    <a:pt x="86885" y="26229"/>
                  </a:lnTo>
                  <a:lnTo>
                    <a:pt x="85245" y="26229"/>
                  </a:lnTo>
                  <a:lnTo>
                    <a:pt x="81967" y="26229"/>
                  </a:lnTo>
                  <a:lnTo>
                    <a:pt x="83606" y="22951"/>
                  </a:lnTo>
                  <a:lnTo>
                    <a:pt x="78688" y="21311"/>
                  </a:lnTo>
                  <a:lnTo>
                    <a:pt x="83606" y="19672"/>
                  </a:lnTo>
                  <a:lnTo>
                    <a:pt x="78688" y="19672"/>
                  </a:lnTo>
                  <a:lnTo>
                    <a:pt x="75409" y="19672"/>
                  </a:lnTo>
                  <a:lnTo>
                    <a:pt x="77049" y="16393"/>
                  </a:lnTo>
                  <a:lnTo>
                    <a:pt x="72131" y="14754"/>
                  </a:lnTo>
                  <a:lnTo>
                    <a:pt x="75409" y="11475"/>
                  </a:lnTo>
                  <a:lnTo>
                    <a:pt x="70492" y="8197"/>
                  </a:lnTo>
                  <a:lnTo>
                    <a:pt x="67213" y="8197"/>
                  </a:lnTo>
                  <a:lnTo>
                    <a:pt x="63934" y="8197"/>
                  </a:lnTo>
                  <a:lnTo>
                    <a:pt x="59016" y="8197"/>
                  </a:lnTo>
                  <a:lnTo>
                    <a:pt x="55737" y="9836"/>
                  </a:lnTo>
                  <a:lnTo>
                    <a:pt x="52459" y="11475"/>
                  </a:lnTo>
                  <a:lnTo>
                    <a:pt x="47541" y="13115"/>
                  </a:lnTo>
                  <a:lnTo>
                    <a:pt x="44262" y="14754"/>
                  </a:lnTo>
                  <a:lnTo>
                    <a:pt x="47541" y="14754"/>
                  </a:lnTo>
                  <a:lnTo>
                    <a:pt x="52459" y="14754"/>
                  </a:lnTo>
                  <a:lnTo>
                    <a:pt x="55737" y="14754"/>
                  </a:lnTo>
                  <a:lnTo>
                    <a:pt x="60655" y="14754"/>
                  </a:lnTo>
                  <a:lnTo>
                    <a:pt x="63934" y="14754"/>
                  </a:lnTo>
                  <a:lnTo>
                    <a:pt x="60655" y="16393"/>
                  </a:lnTo>
                  <a:lnTo>
                    <a:pt x="57377" y="16393"/>
                  </a:lnTo>
                  <a:lnTo>
                    <a:pt x="52459" y="16393"/>
                  </a:lnTo>
                  <a:lnTo>
                    <a:pt x="47541" y="18033"/>
                  </a:lnTo>
                  <a:lnTo>
                    <a:pt x="44262" y="19672"/>
                  </a:lnTo>
                  <a:lnTo>
                    <a:pt x="45901" y="22951"/>
                  </a:lnTo>
                  <a:lnTo>
                    <a:pt x="49180" y="22951"/>
                  </a:lnTo>
                  <a:lnTo>
                    <a:pt x="52459" y="22951"/>
                  </a:lnTo>
                  <a:lnTo>
                    <a:pt x="49180" y="24590"/>
                  </a:lnTo>
                  <a:lnTo>
                    <a:pt x="45901" y="24590"/>
                  </a:lnTo>
                  <a:lnTo>
                    <a:pt x="47541" y="29508"/>
                  </a:lnTo>
                  <a:lnTo>
                    <a:pt x="50819" y="29508"/>
                  </a:lnTo>
                  <a:lnTo>
                    <a:pt x="55737" y="29508"/>
                  </a:lnTo>
                  <a:lnTo>
                    <a:pt x="50819" y="31147"/>
                  </a:lnTo>
                  <a:lnTo>
                    <a:pt x="47541" y="31147"/>
                  </a:lnTo>
                  <a:lnTo>
                    <a:pt x="44262" y="31147"/>
                  </a:lnTo>
                  <a:lnTo>
                    <a:pt x="39344" y="27869"/>
                  </a:lnTo>
                  <a:lnTo>
                    <a:pt x="36065" y="26229"/>
                  </a:lnTo>
                  <a:lnTo>
                    <a:pt x="31147" y="26229"/>
                  </a:lnTo>
                  <a:lnTo>
                    <a:pt x="27869" y="27869"/>
                  </a:lnTo>
                  <a:lnTo>
                    <a:pt x="24590" y="27869"/>
                  </a:lnTo>
                  <a:lnTo>
                    <a:pt x="19672" y="29508"/>
                  </a:lnTo>
                  <a:lnTo>
                    <a:pt x="22951" y="29508"/>
                  </a:lnTo>
                  <a:lnTo>
                    <a:pt x="19672" y="32787"/>
                  </a:lnTo>
                  <a:lnTo>
                    <a:pt x="16393" y="31147"/>
                  </a:lnTo>
                  <a:lnTo>
                    <a:pt x="13115" y="32787"/>
                  </a:lnTo>
                  <a:lnTo>
                    <a:pt x="8197" y="32787"/>
                  </a:lnTo>
                  <a:lnTo>
                    <a:pt x="4918" y="36065"/>
                  </a:lnTo>
                  <a:lnTo>
                    <a:pt x="0" y="36065"/>
                  </a:lnTo>
                  <a:lnTo>
                    <a:pt x="0" y="39344"/>
                  </a:lnTo>
                  <a:lnTo>
                    <a:pt x="3279" y="39344"/>
                  </a:lnTo>
                  <a:lnTo>
                    <a:pt x="8197" y="39344"/>
                  </a:lnTo>
                  <a:lnTo>
                    <a:pt x="13115" y="37705"/>
                  </a:lnTo>
                  <a:lnTo>
                    <a:pt x="16393" y="37705"/>
                  </a:lnTo>
                  <a:lnTo>
                    <a:pt x="19672" y="37705"/>
                  </a:lnTo>
                  <a:lnTo>
                    <a:pt x="24590" y="37705"/>
                  </a:lnTo>
                  <a:lnTo>
                    <a:pt x="27869" y="37705"/>
                  </a:lnTo>
                  <a:lnTo>
                    <a:pt x="32787" y="36065"/>
                  </a:lnTo>
                  <a:lnTo>
                    <a:pt x="36065" y="36065"/>
                  </a:lnTo>
                  <a:lnTo>
                    <a:pt x="40983" y="36065"/>
                  </a:lnTo>
                  <a:lnTo>
                    <a:pt x="44262" y="36065"/>
                  </a:lnTo>
                  <a:lnTo>
                    <a:pt x="47541" y="36065"/>
                  </a:lnTo>
                  <a:lnTo>
                    <a:pt x="50819" y="36065"/>
                  </a:lnTo>
                  <a:lnTo>
                    <a:pt x="55737" y="36065"/>
                  </a:lnTo>
                  <a:lnTo>
                    <a:pt x="59016" y="34426"/>
                  </a:lnTo>
                  <a:lnTo>
                    <a:pt x="63934" y="34426"/>
                  </a:lnTo>
                  <a:lnTo>
                    <a:pt x="67213" y="34426"/>
                  </a:lnTo>
                  <a:lnTo>
                    <a:pt x="70492" y="34426"/>
                  </a:lnTo>
                  <a:lnTo>
                    <a:pt x="75409" y="34426"/>
                  </a:lnTo>
                  <a:lnTo>
                    <a:pt x="78688" y="34426"/>
                  </a:lnTo>
                  <a:lnTo>
                    <a:pt x="83606" y="32787"/>
                  </a:lnTo>
                  <a:lnTo>
                    <a:pt x="86885" y="32787"/>
                  </a:lnTo>
                  <a:lnTo>
                    <a:pt x="90164" y="32787"/>
                  </a:lnTo>
                  <a:lnTo>
                    <a:pt x="95082" y="32787"/>
                  </a:lnTo>
                  <a:lnTo>
                    <a:pt x="98360" y="32787"/>
                  </a:lnTo>
                  <a:lnTo>
                    <a:pt x="103278" y="32787"/>
                  </a:lnTo>
                  <a:lnTo>
                    <a:pt x="98360" y="34426"/>
                  </a:lnTo>
                  <a:lnTo>
                    <a:pt x="95082" y="34426"/>
                  </a:lnTo>
                  <a:lnTo>
                    <a:pt x="90164" y="34426"/>
                  </a:lnTo>
                  <a:lnTo>
                    <a:pt x="86885" y="34426"/>
                  </a:lnTo>
                  <a:lnTo>
                    <a:pt x="83606" y="34426"/>
                  </a:lnTo>
                  <a:lnTo>
                    <a:pt x="80327" y="34426"/>
                  </a:lnTo>
                  <a:lnTo>
                    <a:pt x="75409" y="37705"/>
                  </a:lnTo>
                  <a:lnTo>
                    <a:pt x="70492" y="37705"/>
                  </a:lnTo>
                  <a:lnTo>
                    <a:pt x="70492" y="37705"/>
                  </a:lnTo>
                  <a:lnTo>
                    <a:pt x="70492" y="37705"/>
                  </a:lnTo>
                  <a:lnTo>
                    <a:pt x="73770" y="37705"/>
                  </a:lnTo>
                  <a:lnTo>
                    <a:pt x="70492" y="39344"/>
                  </a:lnTo>
                  <a:lnTo>
                    <a:pt x="68852" y="39344"/>
                  </a:lnTo>
                  <a:lnTo>
                    <a:pt x="65573" y="39344"/>
                  </a:lnTo>
                  <a:lnTo>
                    <a:pt x="60655" y="39344"/>
                  </a:lnTo>
                  <a:lnTo>
                    <a:pt x="65573" y="39344"/>
                  </a:lnTo>
                  <a:lnTo>
                    <a:pt x="68852" y="39344"/>
                  </a:lnTo>
                  <a:lnTo>
                    <a:pt x="67213" y="40983"/>
                  </a:lnTo>
                  <a:lnTo>
                    <a:pt x="63934" y="40983"/>
                  </a:lnTo>
                  <a:lnTo>
                    <a:pt x="59016" y="40983"/>
                  </a:lnTo>
                  <a:lnTo>
                    <a:pt x="63934" y="40983"/>
                  </a:lnTo>
                  <a:lnTo>
                    <a:pt x="59016" y="40983"/>
                  </a:lnTo>
                  <a:lnTo>
                    <a:pt x="55737" y="40983"/>
                  </a:lnTo>
                  <a:lnTo>
                    <a:pt x="50819" y="42623"/>
                  </a:lnTo>
                  <a:lnTo>
                    <a:pt x="47541" y="42623"/>
                  </a:lnTo>
                  <a:lnTo>
                    <a:pt x="50819" y="42623"/>
                  </a:lnTo>
                  <a:lnTo>
                    <a:pt x="47541" y="44262"/>
                  </a:lnTo>
                  <a:lnTo>
                    <a:pt x="44262" y="44262"/>
                  </a:lnTo>
                  <a:lnTo>
                    <a:pt x="47541" y="45901"/>
                  </a:lnTo>
                  <a:lnTo>
                    <a:pt x="52459" y="45901"/>
                  </a:lnTo>
                  <a:lnTo>
                    <a:pt x="47541" y="47541"/>
                  </a:lnTo>
                  <a:lnTo>
                    <a:pt x="52459" y="47541"/>
                  </a:lnTo>
                  <a:lnTo>
                    <a:pt x="55737" y="49180"/>
                  </a:lnTo>
                  <a:lnTo>
                    <a:pt x="57377" y="49180"/>
                  </a:lnTo>
                  <a:lnTo>
                    <a:pt x="57377" y="49180"/>
                  </a:lnTo>
                  <a:lnTo>
                    <a:pt x="54098" y="49180"/>
                  </a:lnTo>
                  <a:lnTo>
                    <a:pt x="49180" y="49180"/>
                  </a:lnTo>
                  <a:lnTo>
                    <a:pt x="45901" y="49180"/>
                  </a:lnTo>
                  <a:lnTo>
                    <a:pt x="40983" y="49180"/>
                  </a:lnTo>
                  <a:lnTo>
                    <a:pt x="40983" y="54098"/>
                  </a:lnTo>
                  <a:lnTo>
                    <a:pt x="44262" y="57377"/>
                  </a:lnTo>
                  <a:lnTo>
                    <a:pt x="47541" y="5737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31" name="Freeform 3430">
              <a:extLst>
                <a:ext uri="{FF2B5EF4-FFF2-40B4-BE49-F238E27FC236}">
                  <a16:creationId xmlns:a16="http://schemas.microsoft.com/office/drawing/2014/main" id="{AB076456-F0B9-9743-9830-43580671AF79}"/>
                </a:ext>
              </a:extLst>
            </p:cNvPr>
            <p:cNvSpPr/>
            <p:nvPr/>
          </p:nvSpPr>
          <p:spPr>
            <a:xfrm>
              <a:off x="2853391" y="849338"/>
              <a:ext cx="26229" cy="21311"/>
            </a:xfrm>
            <a:custGeom>
              <a:avLst/>
              <a:gdLst>
                <a:gd name="connsiteX0" fmla="*/ 9836 w 26229"/>
                <a:gd name="connsiteY0" fmla="*/ 21311 h 21311"/>
                <a:gd name="connsiteX1" fmla="*/ 14754 w 26229"/>
                <a:gd name="connsiteY1" fmla="*/ 21311 h 21311"/>
                <a:gd name="connsiteX2" fmla="*/ 18033 w 26229"/>
                <a:gd name="connsiteY2" fmla="*/ 21311 h 21311"/>
                <a:gd name="connsiteX3" fmla="*/ 21311 w 26229"/>
                <a:gd name="connsiteY3" fmla="*/ 19672 h 21311"/>
                <a:gd name="connsiteX4" fmla="*/ 26229 w 26229"/>
                <a:gd name="connsiteY4" fmla="*/ 18033 h 21311"/>
                <a:gd name="connsiteX5" fmla="*/ 26229 w 26229"/>
                <a:gd name="connsiteY5" fmla="*/ 14754 h 21311"/>
                <a:gd name="connsiteX6" fmla="*/ 22951 w 26229"/>
                <a:gd name="connsiteY6" fmla="*/ 11475 h 21311"/>
                <a:gd name="connsiteX7" fmla="*/ 19672 w 26229"/>
                <a:gd name="connsiteY7" fmla="*/ 13115 h 21311"/>
                <a:gd name="connsiteX8" fmla="*/ 22951 w 26229"/>
                <a:gd name="connsiteY8" fmla="*/ 9836 h 21311"/>
                <a:gd name="connsiteX9" fmla="*/ 22951 w 26229"/>
                <a:gd name="connsiteY9" fmla="*/ 6557 h 21311"/>
                <a:gd name="connsiteX10" fmla="*/ 19672 w 26229"/>
                <a:gd name="connsiteY10" fmla="*/ 3279 h 21311"/>
                <a:gd name="connsiteX11" fmla="*/ 18033 w 26229"/>
                <a:gd name="connsiteY11" fmla="*/ 1639 h 21311"/>
                <a:gd name="connsiteX12" fmla="*/ 13115 w 26229"/>
                <a:gd name="connsiteY12" fmla="*/ 0 h 21311"/>
                <a:gd name="connsiteX13" fmla="*/ 11475 w 26229"/>
                <a:gd name="connsiteY13" fmla="*/ 0 h 21311"/>
                <a:gd name="connsiteX14" fmla="*/ 8197 w 26229"/>
                <a:gd name="connsiteY14" fmla="*/ 1639 h 21311"/>
                <a:gd name="connsiteX15" fmla="*/ 6557 w 26229"/>
                <a:gd name="connsiteY15" fmla="*/ 4918 h 21311"/>
                <a:gd name="connsiteX16" fmla="*/ 3279 w 26229"/>
                <a:gd name="connsiteY16" fmla="*/ 8197 h 21311"/>
                <a:gd name="connsiteX17" fmla="*/ 3279 w 26229"/>
                <a:gd name="connsiteY17" fmla="*/ 11475 h 21311"/>
                <a:gd name="connsiteX18" fmla="*/ 0 w 26229"/>
                <a:gd name="connsiteY18" fmla="*/ 14754 h 21311"/>
                <a:gd name="connsiteX19" fmla="*/ 1639 w 26229"/>
                <a:gd name="connsiteY19" fmla="*/ 19672 h 21311"/>
                <a:gd name="connsiteX20" fmla="*/ 6557 w 26229"/>
                <a:gd name="connsiteY20" fmla="*/ 19672 h 2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6229" h="21311">
                  <a:moveTo>
                    <a:pt x="9836" y="21311"/>
                  </a:moveTo>
                  <a:lnTo>
                    <a:pt x="14754" y="21311"/>
                  </a:lnTo>
                  <a:lnTo>
                    <a:pt x="18033" y="21311"/>
                  </a:lnTo>
                  <a:lnTo>
                    <a:pt x="21311" y="19672"/>
                  </a:lnTo>
                  <a:lnTo>
                    <a:pt x="26229" y="18033"/>
                  </a:lnTo>
                  <a:lnTo>
                    <a:pt x="26229" y="14754"/>
                  </a:lnTo>
                  <a:lnTo>
                    <a:pt x="22951" y="11475"/>
                  </a:lnTo>
                  <a:lnTo>
                    <a:pt x="19672" y="13115"/>
                  </a:lnTo>
                  <a:lnTo>
                    <a:pt x="22951" y="9836"/>
                  </a:lnTo>
                  <a:lnTo>
                    <a:pt x="22951" y="6557"/>
                  </a:lnTo>
                  <a:lnTo>
                    <a:pt x="19672" y="3279"/>
                  </a:lnTo>
                  <a:lnTo>
                    <a:pt x="18033" y="1639"/>
                  </a:lnTo>
                  <a:lnTo>
                    <a:pt x="13115" y="0"/>
                  </a:lnTo>
                  <a:lnTo>
                    <a:pt x="11475" y="0"/>
                  </a:lnTo>
                  <a:lnTo>
                    <a:pt x="8197" y="1639"/>
                  </a:lnTo>
                  <a:lnTo>
                    <a:pt x="6557" y="4918"/>
                  </a:lnTo>
                  <a:lnTo>
                    <a:pt x="3279" y="8197"/>
                  </a:lnTo>
                  <a:lnTo>
                    <a:pt x="3279" y="11475"/>
                  </a:lnTo>
                  <a:lnTo>
                    <a:pt x="0" y="14754"/>
                  </a:lnTo>
                  <a:lnTo>
                    <a:pt x="1639" y="19672"/>
                  </a:lnTo>
                  <a:lnTo>
                    <a:pt x="6557" y="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32" name="Freeform 3431">
              <a:extLst>
                <a:ext uri="{FF2B5EF4-FFF2-40B4-BE49-F238E27FC236}">
                  <a16:creationId xmlns:a16="http://schemas.microsoft.com/office/drawing/2014/main" id="{8C3FEB36-E8FE-F54C-8B8D-39F98F986CD9}"/>
                </a:ext>
              </a:extLst>
            </p:cNvPr>
            <p:cNvSpPr/>
            <p:nvPr/>
          </p:nvSpPr>
          <p:spPr>
            <a:xfrm>
              <a:off x="2861588" y="1273926"/>
              <a:ext cx="209835" cy="109835"/>
            </a:xfrm>
            <a:custGeom>
              <a:avLst/>
              <a:gdLst>
                <a:gd name="connsiteX0" fmla="*/ 47541 w 209835"/>
                <a:gd name="connsiteY0" fmla="*/ 83606 h 109835"/>
                <a:gd name="connsiteX1" fmla="*/ 47541 w 209835"/>
                <a:gd name="connsiteY1" fmla="*/ 88524 h 109835"/>
                <a:gd name="connsiteX2" fmla="*/ 45901 w 209835"/>
                <a:gd name="connsiteY2" fmla="*/ 91803 h 109835"/>
                <a:gd name="connsiteX3" fmla="*/ 42623 w 209835"/>
                <a:gd name="connsiteY3" fmla="*/ 95082 h 109835"/>
                <a:gd name="connsiteX4" fmla="*/ 39344 w 209835"/>
                <a:gd name="connsiteY4" fmla="*/ 98360 h 109835"/>
                <a:gd name="connsiteX5" fmla="*/ 36065 w 209835"/>
                <a:gd name="connsiteY5" fmla="*/ 103278 h 109835"/>
                <a:gd name="connsiteX6" fmla="*/ 34426 w 209835"/>
                <a:gd name="connsiteY6" fmla="*/ 106557 h 109835"/>
                <a:gd name="connsiteX7" fmla="*/ 37705 w 209835"/>
                <a:gd name="connsiteY7" fmla="*/ 109836 h 109835"/>
                <a:gd name="connsiteX8" fmla="*/ 42623 w 209835"/>
                <a:gd name="connsiteY8" fmla="*/ 109836 h 109835"/>
                <a:gd name="connsiteX9" fmla="*/ 45901 w 209835"/>
                <a:gd name="connsiteY9" fmla="*/ 109836 h 109835"/>
                <a:gd name="connsiteX10" fmla="*/ 49180 w 209835"/>
                <a:gd name="connsiteY10" fmla="*/ 108196 h 109835"/>
                <a:gd name="connsiteX11" fmla="*/ 54098 w 209835"/>
                <a:gd name="connsiteY11" fmla="*/ 106557 h 109835"/>
                <a:gd name="connsiteX12" fmla="*/ 57377 w 209835"/>
                <a:gd name="connsiteY12" fmla="*/ 106557 h 109835"/>
                <a:gd name="connsiteX13" fmla="*/ 60655 w 209835"/>
                <a:gd name="connsiteY13" fmla="*/ 104918 h 109835"/>
                <a:gd name="connsiteX14" fmla="*/ 65573 w 209835"/>
                <a:gd name="connsiteY14" fmla="*/ 101639 h 109835"/>
                <a:gd name="connsiteX15" fmla="*/ 68852 w 209835"/>
                <a:gd name="connsiteY15" fmla="*/ 101639 h 109835"/>
                <a:gd name="connsiteX16" fmla="*/ 72131 w 209835"/>
                <a:gd name="connsiteY16" fmla="*/ 100000 h 109835"/>
                <a:gd name="connsiteX17" fmla="*/ 77049 w 209835"/>
                <a:gd name="connsiteY17" fmla="*/ 96721 h 109835"/>
                <a:gd name="connsiteX18" fmla="*/ 80328 w 209835"/>
                <a:gd name="connsiteY18" fmla="*/ 93442 h 109835"/>
                <a:gd name="connsiteX19" fmla="*/ 85245 w 209835"/>
                <a:gd name="connsiteY19" fmla="*/ 91803 h 109835"/>
                <a:gd name="connsiteX20" fmla="*/ 88524 w 209835"/>
                <a:gd name="connsiteY20" fmla="*/ 90164 h 109835"/>
                <a:gd name="connsiteX21" fmla="*/ 91803 w 209835"/>
                <a:gd name="connsiteY21" fmla="*/ 90164 h 109835"/>
                <a:gd name="connsiteX22" fmla="*/ 95082 w 209835"/>
                <a:gd name="connsiteY22" fmla="*/ 88524 h 109835"/>
                <a:gd name="connsiteX23" fmla="*/ 100000 w 209835"/>
                <a:gd name="connsiteY23" fmla="*/ 86885 h 109835"/>
                <a:gd name="connsiteX24" fmla="*/ 103278 w 209835"/>
                <a:gd name="connsiteY24" fmla="*/ 85246 h 109835"/>
                <a:gd name="connsiteX25" fmla="*/ 106557 w 209835"/>
                <a:gd name="connsiteY25" fmla="*/ 83606 h 109835"/>
                <a:gd name="connsiteX26" fmla="*/ 111475 w 209835"/>
                <a:gd name="connsiteY26" fmla="*/ 83606 h 109835"/>
                <a:gd name="connsiteX27" fmla="*/ 113114 w 209835"/>
                <a:gd name="connsiteY27" fmla="*/ 80328 h 109835"/>
                <a:gd name="connsiteX28" fmla="*/ 114754 w 209835"/>
                <a:gd name="connsiteY28" fmla="*/ 75410 h 109835"/>
                <a:gd name="connsiteX29" fmla="*/ 119672 w 209835"/>
                <a:gd name="connsiteY29" fmla="*/ 73770 h 109835"/>
                <a:gd name="connsiteX30" fmla="*/ 122950 w 209835"/>
                <a:gd name="connsiteY30" fmla="*/ 70492 h 109835"/>
                <a:gd name="connsiteX31" fmla="*/ 126229 w 209835"/>
                <a:gd name="connsiteY31" fmla="*/ 70492 h 109835"/>
                <a:gd name="connsiteX32" fmla="*/ 131147 w 209835"/>
                <a:gd name="connsiteY32" fmla="*/ 68852 h 109835"/>
                <a:gd name="connsiteX33" fmla="*/ 134426 w 209835"/>
                <a:gd name="connsiteY33" fmla="*/ 68852 h 109835"/>
                <a:gd name="connsiteX34" fmla="*/ 137704 w 209835"/>
                <a:gd name="connsiteY34" fmla="*/ 67213 h 109835"/>
                <a:gd name="connsiteX35" fmla="*/ 137704 w 209835"/>
                <a:gd name="connsiteY35" fmla="*/ 70492 h 109835"/>
                <a:gd name="connsiteX36" fmla="*/ 134426 w 209835"/>
                <a:gd name="connsiteY36" fmla="*/ 73770 h 109835"/>
                <a:gd name="connsiteX37" fmla="*/ 137704 w 209835"/>
                <a:gd name="connsiteY37" fmla="*/ 75410 h 109835"/>
                <a:gd name="connsiteX38" fmla="*/ 140983 w 209835"/>
                <a:gd name="connsiteY38" fmla="*/ 75410 h 109835"/>
                <a:gd name="connsiteX39" fmla="*/ 145901 w 209835"/>
                <a:gd name="connsiteY39" fmla="*/ 75410 h 109835"/>
                <a:gd name="connsiteX40" fmla="*/ 149180 w 209835"/>
                <a:gd name="connsiteY40" fmla="*/ 77049 h 109835"/>
                <a:gd name="connsiteX41" fmla="*/ 149180 w 209835"/>
                <a:gd name="connsiteY41" fmla="*/ 80328 h 109835"/>
                <a:gd name="connsiteX42" fmla="*/ 145901 w 209835"/>
                <a:gd name="connsiteY42" fmla="*/ 81967 h 109835"/>
                <a:gd name="connsiteX43" fmla="*/ 142622 w 209835"/>
                <a:gd name="connsiteY43" fmla="*/ 83606 h 109835"/>
                <a:gd name="connsiteX44" fmla="*/ 142622 w 209835"/>
                <a:gd name="connsiteY44" fmla="*/ 86885 h 109835"/>
                <a:gd name="connsiteX45" fmla="*/ 145901 w 209835"/>
                <a:gd name="connsiteY45" fmla="*/ 88524 h 109835"/>
                <a:gd name="connsiteX46" fmla="*/ 149180 w 209835"/>
                <a:gd name="connsiteY46" fmla="*/ 86885 h 109835"/>
                <a:gd name="connsiteX47" fmla="*/ 152458 w 209835"/>
                <a:gd name="connsiteY47" fmla="*/ 86885 h 109835"/>
                <a:gd name="connsiteX48" fmla="*/ 157376 w 209835"/>
                <a:gd name="connsiteY48" fmla="*/ 88524 h 109835"/>
                <a:gd name="connsiteX49" fmla="*/ 160655 w 209835"/>
                <a:gd name="connsiteY49" fmla="*/ 88524 h 109835"/>
                <a:gd name="connsiteX50" fmla="*/ 163934 w 209835"/>
                <a:gd name="connsiteY50" fmla="*/ 91803 h 109835"/>
                <a:gd name="connsiteX51" fmla="*/ 168852 w 209835"/>
                <a:gd name="connsiteY51" fmla="*/ 91803 h 109835"/>
                <a:gd name="connsiteX52" fmla="*/ 172130 w 209835"/>
                <a:gd name="connsiteY52" fmla="*/ 95082 h 109835"/>
                <a:gd name="connsiteX53" fmla="*/ 175409 w 209835"/>
                <a:gd name="connsiteY53" fmla="*/ 95082 h 109835"/>
                <a:gd name="connsiteX54" fmla="*/ 180327 w 209835"/>
                <a:gd name="connsiteY54" fmla="*/ 96721 h 109835"/>
                <a:gd name="connsiteX55" fmla="*/ 183606 w 209835"/>
                <a:gd name="connsiteY55" fmla="*/ 93442 h 109835"/>
                <a:gd name="connsiteX56" fmla="*/ 186885 w 209835"/>
                <a:gd name="connsiteY56" fmla="*/ 91803 h 109835"/>
                <a:gd name="connsiteX57" fmla="*/ 191802 w 209835"/>
                <a:gd name="connsiteY57" fmla="*/ 91803 h 109835"/>
                <a:gd name="connsiteX58" fmla="*/ 195081 w 209835"/>
                <a:gd name="connsiteY58" fmla="*/ 90164 h 109835"/>
                <a:gd name="connsiteX59" fmla="*/ 198360 w 209835"/>
                <a:gd name="connsiteY59" fmla="*/ 88524 h 109835"/>
                <a:gd name="connsiteX60" fmla="*/ 203278 w 209835"/>
                <a:gd name="connsiteY60" fmla="*/ 85246 h 109835"/>
                <a:gd name="connsiteX61" fmla="*/ 206557 w 209835"/>
                <a:gd name="connsiteY61" fmla="*/ 85246 h 109835"/>
                <a:gd name="connsiteX62" fmla="*/ 209835 w 209835"/>
                <a:gd name="connsiteY62" fmla="*/ 85246 h 109835"/>
                <a:gd name="connsiteX63" fmla="*/ 208196 w 209835"/>
                <a:gd name="connsiteY63" fmla="*/ 80328 h 109835"/>
                <a:gd name="connsiteX64" fmla="*/ 204917 w 209835"/>
                <a:gd name="connsiteY64" fmla="*/ 80328 h 109835"/>
                <a:gd name="connsiteX65" fmla="*/ 201638 w 209835"/>
                <a:gd name="connsiteY65" fmla="*/ 78688 h 109835"/>
                <a:gd name="connsiteX66" fmla="*/ 204917 w 209835"/>
                <a:gd name="connsiteY66" fmla="*/ 78688 h 109835"/>
                <a:gd name="connsiteX67" fmla="*/ 206557 w 209835"/>
                <a:gd name="connsiteY67" fmla="*/ 75410 h 109835"/>
                <a:gd name="connsiteX68" fmla="*/ 203278 w 209835"/>
                <a:gd name="connsiteY68" fmla="*/ 73770 h 109835"/>
                <a:gd name="connsiteX69" fmla="*/ 201638 w 209835"/>
                <a:gd name="connsiteY69" fmla="*/ 70492 h 109835"/>
                <a:gd name="connsiteX70" fmla="*/ 198360 w 209835"/>
                <a:gd name="connsiteY70" fmla="*/ 72131 h 109835"/>
                <a:gd name="connsiteX71" fmla="*/ 193442 w 209835"/>
                <a:gd name="connsiteY71" fmla="*/ 73770 h 109835"/>
                <a:gd name="connsiteX72" fmla="*/ 190163 w 209835"/>
                <a:gd name="connsiteY72" fmla="*/ 73770 h 109835"/>
                <a:gd name="connsiteX73" fmla="*/ 186885 w 209835"/>
                <a:gd name="connsiteY73" fmla="*/ 72131 h 109835"/>
                <a:gd name="connsiteX74" fmla="*/ 181966 w 209835"/>
                <a:gd name="connsiteY74" fmla="*/ 73770 h 109835"/>
                <a:gd name="connsiteX75" fmla="*/ 178688 w 209835"/>
                <a:gd name="connsiteY75" fmla="*/ 73770 h 109835"/>
                <a:gd name="connsiteX76" fmla="*/ 175409 w 209835"/>
                <a:gd name="connsiteY76" fmla="*/ 73770 h 109835"/>
                <a:gd name="connsiteX77" fmla="*/ 170491 w 209835"/>
                <a:gd name="connsiteY77" fmla="*/ 75410 h 109835"/>
                <a:gd name="connsiteX78" fmla="*/ 167212 w 209835"/>
                <a:gd name="connsiteY78" fmla="*/ 75410 h 109835"/>
                <a:gd name="connsiteX79" fmla="*/ 170491 w 209835"/>
                <a:gd name="connsiteY79" fmla="*/ 72131 h 109835"/>
                <a:gd name="connsiteX80" fmla="*/ 175409 w 209835"/>
                <a:gd name="connsiteY80" fmla="*/ 70492 h 109835"/>
                <a:gd name="connsiteX81" fmla="*/ 178688 w 209835"/>
                <a:gd name="connsiteY81" fmla="*/ 70492 h 109835"/>
                <a:gd name="connsiteX82" fmla="*/ 181966 w 209835"/>
                <a:gd name="connsiteY82" fmla="*/ 67213 h 109835"/>
                <a:gd name="connsiteX83" fmla="*/ 180327 w 209835"/>
                <a:gd name="connsiteY83" fmla="*/ 63934 h 109835"/>
                <a:gd name="connsiteX84" fmla="*/ 181966 w 209835"/>
                <a:gd name="connsiteY84" fmla="*/ 60656 h 109835"/>
                <a:gd name="connsiteX85" fmla="*/ 185245 w 209835"/>
                <a:gd name="connsiteY85" fmla="*/ 55737 h 109835"/>
                <a:gd name="connsiteX86" fmla="*/ 183606 w 209835"/>
                <a:gd name="connsiteY86" fmla="*/ 52459 h 109835"/>
                <a:gd name="connsiteX87" fmla="*/ 181966 w 209835"/>
                <a:gd name="connsiteY87" fmla="*/ 49180 h 109835"/>
                <a:gd name="connsiteX88" fmla="*/ 178688 w 209835"/>
                <a:gd name="connsiteY88" fmla="*/ 47541 h 109835"/>
                <a:gd name="connsiteX89" fmla="*/ 173770 w 209835"/>
                <a:gd name="connsiteY89" fmla="*/ 44262 h 109835"/>
                <a:gd name="connsiteX90" fmla="*/ 170491 w 209835"/>
                <a:gd name="connsiteY90" fmla="*/ 45901 h 109835"/>
                <a:gd name="connsiteX91" fmla="*/ 165573 w 209835"/>
                <a:gd name="connsiteY91" fmla="*/ 44262 h 109835"/>
                <a:gd name="connsiteX92" fmla="*/ 163934 w 209835"/>
                <a:gd name="connsiteY92" fmla="*/ 40983 h 109835"/>
                <a:gd name="connsiteX93" fmla="*/ 160655 w 209835"/>
                <a:gd name="connsiteY93" fmla="*/ 39344 h 109835"/>
                <a:gd name="connsiteX94" fmla="*/ 157376 w 209835"/>
                <a:gd name="connsiteY94" fmla="*/ 37705 h 109835"/>
                <a:gd name="connsiteX95" fmla="*/ 155737 w 209835"/>
                <a:gd name="connsiteY95" fmla="*/ 34426 h 109835"/>
                <a:gd name="connsiteX96" fmla="*/ 155737 w 209835"/>
                <a:gd name="connsiteY96" fmla="*/ 31147 h 109835"/>
                <a:gd name="connsiteX97" fmla="*/ 152458 w 209835"/>
                <a:gd name="connsiteY97" fmla="*/ 29508 h 109835"/>
                <a:gd name="connsiteX98" fmla="*/ 149180 w 209835"/>
                <a:gd name="connsiteY98" fmla="*/ 29508 h 109835"/>
                <a:gd name="connsiteX99" fmla="*/ 144262 w 209835"/>
                <a:gd name="connsiteY99" fmla="*/ 29508 h 109835"/>
                <a:gd name="connsiteX100" fmla="*/ 140983 w 209835"/>
                <a:gd name="connsiteY100" fmla="*/ 27869 h 109835"/>
                <a:gd name="connsiteX101" fmla="*/ 137704 w 209835"/>
                <a:gd name="connsiteY101" fmla="*/ 27869 h 109835"/>
                <a:gd name="connsiteX102" fmla="*/ 137704 w 209835"/>
                <a:gd name="connsiteY102" fmla="*/ 24590 h 109835"/>
                <a:gd name="connsiteX103" fmla="*/ 134426 w 209835"/>
                <a:gd name="connsiteY103" fmla="*/ 21311 h 109835"/>
                <a:gd name="connsiteX104" fmla="*/ 131147 w 209835"/>
                <a:gd name="connsiteY104" fmla="*/ 18033 h 109835"/>
                <a:gd name="connsiteX105" fmla="*/ 126229 w 209835"/>
                <a:gd name="connsiteY105" fmla="*/ 19672 h 109835"/>
                <a:gd name="connsiteX106" fmla="*/ 122950 w 209835"/>
                <a:gd name="connsiteY106" fmla="*/ 22951 h 109835"/>
                <a:gd name="connsiteX107" fmla="*/ 119672 w 209835"/>
                <a:gd name="connsiteY107" fmla="*/ 26229 h 109835"/>
                <a:gd name="connsiteX108" fmla="*/ 114754 w 209835"/>
                <a:gd name="connsiteY108" fmla="*/ 27869 h 109835"/>
                <a:gd name="connsiteX109" fmla="*/ 114754 w 209835"/>
                <a:gd name="connsiteY109" fmla="*/ 24590 h 109835"/>
                <a:gd name="connsiteX110" fmla="*/ 116393 w 209835"/>
                <a:gd name="connsiteY110" fmla="*/ 19672 h 109835"/>
                <a:gd name="connsiteX111" fmla="*/ 113114 w 209835"/>
                <a:gd name="connsiteY111" fmla="*/ 16393 h 109835"/>
                <a:gd name="connsiteX112" fmla="*/ 116393 w 209835"/>
                <a:gd name="connsiteY112" fmla="*/ 14754 h 109835"/>
                <a:gd name="connsiteX113" fmla="*/ 121311 w 209835"/>
                <a:gd name="connsiteY113" fmla="*/ 13115 h 109835"/>
                <a:gd name="connsiteX114" fmla="*/ 121311 w 209835"/>
                <a:gd name="connsiteY114" fmla="*/ 8197 h 109835"/>
                <a:gd name="connsiteX115" fmla="*/ 122950 w 209835"/>
                <a:gd name="connsiteY115" fmla="*/ 4918 h 109835"/>
                <a:gd name="connsiteX116" fmla="*/ 119672 w 209835"/>
                <a:gd name="connsiteY116" fmla="*/ 3279 h 109835"/>
                <a:gd name="connsiteX117" fmla="*/ 116393 w 209835"/>
                <a:gd name="connsiteY117" fmla="*/ 4918 h 109835"/>
                <a:gd name="connsiteX118" fmla="*/ 118032 w 209835"/>
                <a:gd name="connsiteY118" fmla="*/ 1639 h 109835"/>
                <a:gd name="connsiteX119" fmla="*/ 114754 w 209835"/>
                <a:gd name="connsiteY119" fmla="*/ 0 h 109835"/>
                <a:gd name="connsiteX120" fmla="*/ 109836 w 209835"/>
                <a:gd name="connsiteY120" fmla="*/ 1639 h 109835"/>
                <a:gd name="connsiteX121" fmla="*/ 106557 w 209835"/>
                <a:gd name="connsiteY121" fmla="*/ 3279 h 109835"/>
                <a:gd name="connsiteX122" fmla="*/ 101639 w 209835"/>
                <a:gd name="connsiteY122" fmla="*/ 4918 h 109835"/>
                <a:gd name="connsiteX123" fmla="*/ 98360 w 209835"/>
                <a:gd name="connsiteY123" fmla="*/ 6557 h 109835"/>
                <a:gd name="connsiteX124" fmla="*/ 95082 w 209835"/>
                <a:gd name="connsiteY124" fmla="*/ 9836 h 109835"/>
                <a:gd name="connsiteX125" fmla="*/ 90164 w 209835"/>
                <a:gd name="connsiteY125" fmla="*/ 14754 h 109835"/>
                <a:gd name="connsiteX126" fmla="*/ 86885 w 209835"/>
                <a:gd name="connsiteY126" fmla="*/ 18033 h 109835"/>
                <a:gd name="connsiteX127" fmla="*/ 83606 w 209835"/>
                <a:gd name="connsiteY127" fmla="*/ 21311 h 109835"/>
                <a:gd name="connsiteX128" fmla="*/ 80328 w 209835"/>
                <a:gd name="connsiteY128" fmla="*/ 24590 h 109835"/>
                <a:gd name="connsiteX129" fmla="*/ 78688 w 209835"/>
                <a:gd name="connsiteY129" fmla="*/ 27869 h 109835"/>
                <a:gd name="connsiteX130" fmla="*/ 75410 w 209835"/>
                <a:gd name="connsiteY130" fmla="*/ 31147 h 109835"/>
                <a:gd name="connsiteX131" fmla="*/ 72131 w 209835"/>
                <a:gd name="connsiteY131" fmla="*/ 34426 h 109835"/>
                <a:gd name="connsiteX132" fmla="*/ 68852 w 209835"/>
                <a:gd name="connsiteY132" fmla="*/ 37705 h 109835"/>
                <a:gd name="connsiteX133" fmla="*/ 65573 w 209835"/>
                <a:gd name="connsiteY133" fmla="*/ 40983 h 109835"/>
                <a:gd name="connsiteX134" fmla="*/ 62295 w 209835"/>
                <a:gd name="connsiteY134" fmla="*/ 44262 h 109835"/>
                <a:gd name="connsiteX135" fmla="*/ 59016 w 209835"/>
                <a:gd name="connsiteY135" fmla="*/ 47541 h 109835"/>
                <a:gd name="connsiteX136" fmla="*/ 54098 w 209835"/>
                <a:gd name="connsiteY136" fmla="*/ 49180 h 109835"/>
                <a:gd name="connsiteX137" fmla="*/ 50820 w 209835"/>
                <a:gd name="connsiteY137" fmla="*/ 54098 h 109835"/>
                <a:gd name="connsiteX138" fmla="*/ 47541 w 209835"/>
                <a:gd name="connsiteY138" fmla="*/ 57377 h 109835"/>
                <a:gd name="connsiteX139" fmla="*/ 45901 w 209835"/>
                <a:gd name="connsiteY139" fmla="*/ 60656 h 109835"/>
                <a:gd name="connsiteX140" fmla="*/ 44262 w 209835"/>
                <a:gd name="connsiteY140" fmla="*/ 65573 h 109835"/>
                <a:gd name="connsiteX141" fmla="*/ 45901 w 209835"/>
                <a:gd name="connsiteY141" fmla="*/ 68852 h 109835"/>
                <a:gd name="connsiteX142" fmla="*/ 40983 w 209835"/>
                <a:gd name="connsiteY142" fmla="*/ 72131 h 109835"/>
                <a:gd name="connsiteX143" fmla="*/ 37705 w 209835"/>
                <a:gd name="connsiteY143" fmla="*/ 72131 h 109835"/>
                <a:gd name="connsiteX144" fmla="*/ 32787 w 209835"/>
                <a:gd name="connsiteY144" fmla="*/ 73770 h 109835"/>
                <a:gd name="connsiteX145" fmla="*/ 29508 w 209835"/>
                <a:gd name="connsiteY145" fmla="*/ 73770 h 109835"/>
                <a:gd name="connsiteX146" fmla="*/ 26229 w 209835"/>
                <a:gd name="connsiteY146" fmla="*/ 75410 h 109835"/>
                <a:gd name="connsiteX147" fmla="*/ 22951 w 209835"/>
                <a:gd name="connsiteY147" fmla="*/ 77049 h 109835"/>
                <a:gd name="connsiteX148" fmla="*/ 18033 w 209835"/>
                <a:gd name="connsiteY148" fmla="*/ 77049 h 109835"/>
                <a:gd name="connsiteX149" fmla="*/ 14754 w 209835"/>
                <a:gd name="connsiteY149" fmla="*/ 78688 h 109835"/>
                <a:gd name="connsiteX150" fmla="*/ 11475 w 209835"/>
                <a:gd name="connsiteY150" fmla="*/ 81967 h 109835"/>
                <a:gd name="connsiteX151" fmla="*/ 6557 w 209835"/>
                <a:gd name="connsiteY151" fmla="*/ 83606 h 109835"/>
                <a:gd name="connsiteX152" fmla="*/ 3279 w 209835"/>
                <a:gd name="connsiteY152" fmla="*/ 85246 h 109835"/>
                <a:gd name="connsiteX153" fmla="*/ 0 w 209835"/>
                <a:gd name="connsiteY153" fmla="*/ 88524 h 109835"/>
                <a:gd name="connsiteX154" fmla="*/ 3279 w 209835"/>
                <a:gd name="connsiteY154" fmla="*/ 91803 h 109835"/>
                <a:gd name="connsiteX155" fmla="*/ 6557 w 209835"/>
                <a:gd name="connsiteY155" fmla="*/ 91803 h 109835"/>
                <a:gd name="connsiteX156" fmla="*/ 11475 w 209835"/>
                <a:gd name="connsiteY156" fmla="*/ 91803 h 109835"/>
                <a:gd name="connsiteX157" fmla="*/ 14754 w 209835"/>
                <a:gd name="connsiteY157" fmla="*/ 90164 h 109835"/>
                <a:gd name="connsiteX158" fmla="*/ 18033 w 209835"/>
                <a:gd name="connsiteY158" fmla="*/ 88524 h 109835"/>
                <a:gd name="connsiteX159" fmla="*/ 22951 w 209835"/>
                <a:gd name="connsiteY159" fmla="*/ 88524 h 109835"/>
                <a:gd name="connsiteX160" fmla="*/ 26229 w 209835"/>
                <a:gd name="connsiteY160" fmla="*/ 88524 h 109835"/>
                <a:gd name="connsiteX161" fmla="*/ 29508 w 209835"/>
                <a:gd name="connsiteY161" fmla="*/ 88524 h 109835"/>
                <a:gd name="connsiteX162" fmla="*/ 34426 w 209835"/>
                <a:gd name="connsiteY162" fmla="*/ 88524 h 109835"/>
                <a:gd name="connsiteX163" fmla="*/ 37705 w 209835"/>
                <a:gd name="connsiteY163" fmla="*/ 86885 h 109835"/>
                <a:gd name="connsiteX164" fmla="*/ 40983 w 209835"/>
                <a:gd name="connsiteY164" fmla="*/ 86885 h 109835"/>
                <a:gd name="connsiteX165" fmla="*/ 45901 w 209835"/>
                <a:gd name="connsiteY165" fmla="*/ 85246 h 109835"/>
                <a:gd name="connsiteX166" fmla="*/ 47541 w 209835"/>
                <a:gd name="connsiteY166" fmla="*/ 83606 h 10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</a:cxnLst>
              <a:rect l="l" t="t" r="r" b="b"/>
              <a:pathLst>
                <a:path w="209835" h="109835">
                  <a:moveTo>
                    <a:pt x="47541" y="83606"/>
                  </a:moveTo>
                  <a:lnTo>
                    <a:pt x="47541" y="88524"/>
                  </a:lnTo>
                  <a:lnTo>
                    <a:pt x="45901" y="91803"/>
                  </a:lnTo>
                  <a:lnTo>
                    <a:pt x="42623" y="95082"/>
                  </a:lnTo>
                  <a:lnTo>
                    <a:pt x="39344" y="98360"/>
                  </a:lnTo>
                  <a:lnTo>
                    <a:pt x="36065" y="103278"/>
                  </a:lnTo>
                  <a:lnTo>
                    <a:pt x="34426" y="106557"/>
                  </a:lnTo>
                  <a:lnTo>
                    <a:pt x="37705" y="109836"/>
                  </a:lnTo>
                  <a:lnTo>
                    <a:pt x="42623" y="109836"/>
                  </a:lnTo>
                  <a:lnTo>
                    <a:pt x="45901" y="109836"/>
                  </a:lnTo>
                  <a:lnTo>
                    <a:pt x="49180" y="108196"/>
                  </a:lnTo>
                  <a:lnTo>
                    <a:pt x="54098" y="106557"/>
                  </a:lnTo>
                  <a:lnTo>
                    <a:pt x="57377" y="106557"/>
                  </a:lnTo>
                  <a:lnTo>
                    <a:pt x="60655" y="104918"/>
                  </a:lnTo>
                  <a:lnTo>
                    <a:pt x="65573" y="101639"/>
                  </a:lnTo>
                  <a:lnTo>
                    <a:pt x="68852" y="101639"/>
                  </a:lnTo>
                  <a:lnTo>
                    <a:pt x="72131" y="100000"/>
                  </a:lnTo>
                  <a:lnTo>
                    <a:pt x="77049" y="96721"/>
                  </a:lnTo>
                  <a:lnTo>
                    <a:pt x="80328" y="93442"/>
                  </a:lnTo>
                  <a:lnTo>
                    <a:pt x="85245" y="91803"/>
                  </a:lnTo>
                  <a:lnTo>
                    <a:pt x="88524" y="90164"/>
                  </a:lnTo>
                  <a:lnTo>
                    <a:pt x="91803" y="90164"/>
                  </a:lnTo>
                  <a:lnTo>
                    <a:pt x="95082" y="88524"/>
                  </a:lnTo>
                  <a:lnTo>
                    <a:pt x="100000" y="86885"/>
                  </a:lnTo>
                  <a:lnTo>
                    <a:pt x="103278" y="85246"/>
                  </a:lnTo>
                  <a:lnTo>
                    <a:pt x="106557" y="83606"/>
                  </a:lnTo>
                  <a:lnTo>
                    <a:pt x="111475" y="83606"/>
                  </a:lnTo>
                  <a:lnTo>
                    <a:pt x="113114" y="80328"/>
                  </a:lnTo>
                  <a:lnTo>
                    <a:pt x="114754" y="75410"/>
                  </a:lnTo>
                  <a:lnTo>
                    <a:pt x="119672" y="73770"/>
                  </a:lnTo>
                  <a:lnTo>
                    <a:pt x="122950" y="70492"/>
                  </a:lnTo>
                  <a:lnTo>
                    <a:pt x="126229" y="70492"/>
                  </a:lnTo>
                  <a:lnTo>
                    <a:pt x="131147" y="68852"/>
                  </a:lnTo>
                  <a:lnTo>
                    <a:pt x="134426" y="68852"/>
                  </a:lnTo>
                  <a:lnTo>
                    <a:pt x="137704" y="67213"/>
                  </a:lnTo>
                  <a:lnTo>
                    <a:pt x="137704" y="70492"/>
                  </a:lnTo>
                  <a:lnTo>
                    <a:pt x="134426" y="73770"/>
                  </a:lnTo>
                  <a:lnTo>
                    <a:pt x="137704" y="75410"/>
                  </a:lnTo>
                  <a:lnTo>
                    <a:pt x="140983" y="75410"/>
                  </a:lnTo>
                  <a:lnTo>
                    <a:pt x="145901" y="75410"/>
                  </a:lnTo>
                  <a:lnTo>
                    <a:pt x="149180" y="77049"/>
                  </a:lnTo>
                  <a:lnTo>
                    <a:pt x="149180" y="80328"/>
                  </a:lnTo>
                  <a:lnTo>
                    <a:pt x="145901" y="81967"/>
                  </a:lnTo>
                  <a:lnTo>
                    <a:pt x="142622" y="83606"/>
                  </a:lnTo>
                  <a:lnTo>
                    <a:pt x="142622" y="86885"/>
                  </a:lnTo>
                  <a:lnTo>
                    <a:pt x="145901" y="88524"/>
                  </a:lnTo>
                  <a:lnTo>
                    <a:pt x="149180" y="86885"/>
                  </a:lnTo>
                  <a:lnTo>
                    <a:pt x="152458" y="86885"/>
                  </a:lnTo>
                  <a:lnTo>
                    <a:pt x="157376" y="88524"/>
                  </a:lnTo>
                  <a:lnTo>
                    <a:pt x="160655" y="88524"/>
                  </a:lnTo>
                  <a:lnTo>
                    <a:pt x="163934" y="91803"/>
                  </a:lnTo>
                  <a:lnTo>
                    <a:pt x="168852" y="91803"/>
                  </a:lnTo>
                  <a:lnTo>
                    <a:pt x="172130" y="95082"/>
                  </a:lnTo>
                  <a:lnTo>
                    <a:pt x="175409" y="95082"/>
                  </a:lnTo>
                  <a:lnTo>
                    <a:pt x="180327" y="96721"/>
                  </a:lnTo>
                  <a:lnTo>
                    <a:pt x="183606" y="93442"/>
                  </a:lnTo>
                  <a:lnTo>
                    <a:pt x="186885" y="91803"/>
                  </a:lnTo>
                  <a:lnTo>
                    <a:pt x="191802" y="91803"/>
                  </a:lnTo>
                  <a:lnTo>
                    <a:pt x="195081" y="90164"/>
                  </a:lnTo>
                  <a:lnTo>
                    <a:pt x="198360" y="88524"/>
                  </a:lnTo>
                  <a:lnTo>
                    <a:pt x="203278" y="85246"/>
                  </a:lnTo>
                  <a:lnTo>
                    <a:pt x="206557" y="85246"/>
                  </a:lnTo>
                  <a:lnTo>
                    <a:pt x="209835" y="85246"/>
                  </a:lnTo>
                  <a:lnTo>
                    <a:pt x="208196" y="80328"/>
                  </a:lnTo>
                  <a:lnTo>
                    <a:pt x="204917" y="80328"/>
                  </a:lnTo>
                  <a:lnTo>
                    <a:pt x="201638" y="78688"/>
                  </a:lnTo>
                  <a:lnTo>
                    <a:pt x="204917" y="78688"/>
                  </a:lnTo>
                  <a:lnTo>
                    <a:pt x="206557" y="75410"/>
                  </a:lnTo>
                  <a:lnTo>
                    <a:pt x="203278" y="73770"/>
                  </a:lnTo>
                  <a:lnTo>
                    <a:pt x="201638" y="70492"/>
                  </a:lnTo>
                  <a:lnTo>
                    <a:pt x="198360" y="72131"/>
                  </a:lnTo>
                  <a:lnTo>
                    <a:pt x="193442" y="73770"/>
                  </a:lnTo>
                  <a:lnTo>
                    <a:pt x="190163" y="73770"/>
                  </a:lnTo>
                  <a:lnTo>
                    <a:pt x="186885" y="72131"/>
                  </a:lnTo>
                  <a:lnTo>
                    <a:pt x="181966" y="73770"/>
                  </a:lnTo>
                  <a:lnTo>
                    <a:pt x="178688" y="73770"/>
                  </a:lnTo>
                  <a:lnTo>
                    <a:pt x="175409" y="73770"/>
                  </a:lnTo>
                  <a:lnTo>
                    <a:pt x="170491" y="75410"/>
                  </a:lnTo>
                  <a:lnTo>
                    <a:pt x="167212" y="75410"/>
                  </a:lnTo>
                  <a:lnTo>
                    <a:pt x="170491" y="72131"/>
                  </a:lnTo>
                  <a:lnTo>
                    <a:pt x="175409" y="70492"/>
                  </a:lnTo>
                  <a:lnTo>
                    <a:pt x="178688" y="70492"/>
                  </a:lnTo>
                  <a:lnTo>
                    <a:pt x="181966" y="67213"/>
                  </a:lnTo>
                  <a:lnTo>
                    <a:pt x="180327" y="63934"/>
                  </a:lnTo>
                  <a:lnTo>
                    <a:pt x="181966" y="60656"/>
                  </a:lnTo>
                  <a:lnTo>
                    <a:pt x="185245" y="55737"/>
                  </a:lnTo>
                  <a:lnTo>
                    <a:pt x="183606" y="52459"/>
                  </a:lnTo>
                  <a:lnTo>
                    <a:pt x="181966" y="49180"/>
                  </a:lnTo>
                  <a:lnTo>
                    <a:pt x="178688" y="47541"/>
                  </a:lnTo>
                  <a:lnTo>
                    <a:pt x="173770" y="44262"/>
                  </a:lnTo>
                  <a:lnTo>
                    <a:pt x="170491" y="45901"/>
                  </a:lnTo>
                  <a:lnTo>
                    <a:pt x="165573" y="44262"/>
                  </a:lnTo>
                  <a:lnTo>
                    <a:pt x="163934" y="40983"/>
                  </a:lnTo>
                  <a:lnTo>
                    <a:pt x="160655" y="39344"/>
                  </a:lnTo>
                  <a:lnTo>
                    <a:pt x="157376" y="37705"/>
                  </a:lnTo>
                  <a:lnTo>
                    <a:pt x="155737" y="34426"/>
                  </a:lnTo>
                  <a:lnTo>
                    <a:pt x="155737" y="31147"/>
                  </a:lnTo>
                  <a:lnTo>
                    <a:pt x="152458" y="29508"/>
                  </a:lnTo>
                  <a:lnTo>
                    <a:pt x="149180" y="29508"/>
                  </a:lnTo>
                  <a:lnTo>
                    <a:pt x="144262" y="29508"/>
                  </a:lnTo>
                  <a:lnTo>
                    <a:pt x="140983" y="27869"/>
                  </a:lnTo>
                  <a:lnTo>
                    <a:pt x="137704" y="27869"/>
                  </a:lnTo>
                  <a:lnTo>
                    <a:pt x="137704" y="24590"/>
                  </a:lnTo>
                  <a:lnTo>
                    <a:pt x="134426" y="21311"/>
                  </a:lnTo>
                  <a:lnTo>
                    <a:pt x="131147" y="18033"/>
                  </a:lnTo>
                  <a:lnTo>
                    <a:pt x="126229" y="19672"/>
                  </a:lnTo>
                  <a:lnTo>
                    <a:pt x="122950" y="22951"/>
                  </a:lnTo>
                  <a:lnTo>
                    <a:pt x="119672" y="26229"/>
                  </a:lnTo>
                  <a:lnTo>
                    <a:pt x="114754" y="27869"/>
                  </a:lnTo>
                  <a:lnTo>
                    <a:pt x="114754" y="24590"/>
                  </a:lnTo>
                  <a:lnTo>
                    <a:pt x="116393" y="19672"/>
                  </a:lnTo>
                  <a:lnTo>
                    <a:pt x="113114" y="16393"/>
                  </a:lnTo>
                  <a:lnTo>
                    <a:pt x="116393" y="14754"/>
                  </a:lnTo>
                  <a:lnTo>
                    <a:pt x="121311" y="13115"/>
                  </a:lnTo>
                  <a:lnTo>
                    <a:pt x="121311" y="8197"/>
                  </a:lnTo>
                  <a:lnTo>
                    <a:pt x="122950" y="4918"/>
                  </a:lnTo>
                  <a:lnTo>
                    <a:pt x="119672" y="3279"/>
                  </a:lnTo>
                  <a:lnTo>
                    <a:pt x="116393" y="4918"/>
                  </a:lnTo>
                  <a:lnTo>
                    <a:pt x="118032" y="1639"/>
                  </a:lnTo>
                  <a:lnTo>
                    <a:pt x="114754" y="0"/>
                  </a:lnTo>
                  <a:lnTo>
                    <a:pt x="109836" y="1639"/>
                  </a:lnTo>
                  <a:lnTo>
                    <a:pt x="106557" y="3279"/>
                  </a:lnTo>
                  <a:lnTo>
                    <a:pt x="101639" y="4918"/>
                  </a:lnTo>
                  <a:lnTo>
                    <a:pt x="98360" y="6557"/>
                  </a:lnTo>
                  <a:lnTo>
                    <a:pt x="95082" y="9836"/>
                  </a:lnTo>
                  <a:lnTo>
                    <a:pt x="90164" y="14754"/>
                  </a:lnTo>
                  <a:lnTo>
                    <a:pt x="86885" y="18033"/>
                  </a:lnTo>
                  <a:lnTo>
                    <a:pt x="83606" y="21311"/>
                  </a:lnTo>
                  <a:lnTo>
                    <a:pt x="80328" y="24590"/>
                  </a:lnTo>
                  <a:lnTo>
                    <a:pt x="78688" y="27869"/>
                  </a:lnTo>
                  <a:lnTo>
                    <a:pt x="75410" y="31147"/>
                  </a:lnTo>
                  <a:lnTo>
                    <a:pt x="72131" y="34426"/>
                  </a:lnTo>
                  <a:lnTo>
                    <a:pt x="68852" y="37705"/>
                  </a:lnTo>
                  <a:lnTo>
                    <a:pt x="65573" y="40983"/>
                  </a:lnTo>
                  <a:lnTo>
                    <a:pt x="62295" y="44262"/>
                  </a:lnTo>
                  <a:lnTo>
                    <a:pt x="59016" y="47541"/>
                  </a:lnTo>
                  <a:lnTo>
                    <a:pt x="54098" y="49180"/>
                  </a:lnTo>
                  <a:lnTo>
                    <a:pt x="50820" y="54098"/>
                  </a:lnTo>
                  <a:lnTo>
                    <a:pt x="47541" y="57377"/>
                  </a:lnTo>
                  <a:lnTo>
                    <a:pt x="45901" y="60656"/>
                  </a:lnTo>
                  <a:lnTo>
                    <a:pt x="44262" y="65573"/>
                  </a:lnTo>
                  <a:lnTo>
                    <a:pt x="45901" y="68852"/>
                  </a:lnTo>
                  <a:lnTo>
                    <a:pt x="40983" y="72131"/>
                  </a:lnTo>
                  <a:lnTo>
                    <a:pt x="37705" y="72131"/>
                  </a:lnTo>
                  <a:lnTo>
                    <a:pt x="32787" y="73770"/>
                  </a:lnTo>
                  <a:lnTo>
                    <a:pt x="29508" y="73770"/>
                  </a:lnTo>
                  <a:lnTo>
                    <a:pt x="26229" y="75410"/>
                  </a:lnTo>
                  <a:lnTo>
                    <a:pt x="22951" y="77049"/>
                  </a:lnTo>
                  <a:lnTo>
                    <a:pt x="18033" y="77049"/>
                  </a:lnTo>
                  <a:lnTo>
                    <a:pt x="14754" y="78688"/>
                  </a:lnTo>
                  <a:lnTo>
                    <a:pt x="11475" y="81967"/>
                  </a:lnTo>
                  <a:lnTo>
                    <a:pt x="6557" y="83606"/>
                  </a:lnTo>
                  <a:lnTo>
                    <a:pt x="3279" y="85246"/>
                  </a:lnTo>
                  <a:lnTo>
                    <a:pt x="0" y="88524"/>
                  </a:lnTo>
                  <a:lnTo>
                    <a:pt x="3279" y="91803"/>
                  </a:lnTo>
                  <a:lnTo>
                    <a:pt x="6557" y="91803"/>
                  </a:lnTo>
                  <a:lnTo>
                    <a:pt x="11475" y="91803"/>
                  </a:lnTo>
                  <a:lnTo>
                    <a:pt x="14754" y="90164"/>
                  </a:lnTo>
                  <a:lnTo>
                    <a:pt x="18033" y="88524"/>
                  </a:lnTo>
                  <a:lnTo>
                    <a:pt x="22951" y="88524"/>
                  </a:lnTo>
                  <a:lnTo>
                    <a:pt x="26229" y="88524"/>
                  </a:lnTo>
                  <a:lnTo>
                    <a:pt x="29508" y="88524"/>
                  </a:lnTo>
                  <a:lnTo>
                    <a:pt x="34426" y="88524"/>
                  </a:lnTo>
                  <a:lnTo>
                    <a:pt x="37705" y="86885"/>
                  </a:lnTo>
                  <a:lnTo>
                    <a:pt x="40983" y="86885"/>
                  </a:lnTo>
                  <a:lnTo>
                    <a:pt x="45901" y="85246"/>
                  </a:lnTo>
                  <a:lnTo>
                    <a:pt x="47541" y="8360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33" name="Freeform 3432">
              <a:extLst>
                <a:ext uri="{FF2B5EF4-FFF2-40B4-BE49-F238E27FC236}">
                  <a16:creationId xmlns:a16="http://schemas.microsoft.com/office/drawing/2014/main" id="{126A6CF6-4F8E-5B4D-ABF6-478CD8D5ADFC}"/>
                </a:ext>
              </a:extLst>
            </p:cNvPr>
            <p:cNvSpPr/>
            <p:nvPr/>
          </p:nvSpPr>
          <p:spPr>
            <a:xfrm>
              <a:off x="2868146" y="972288"/>
              <a:ext cx="52458" cy="11475"/>
            </a:xfrm>
            <a:custGeom>
              <a:avLst/>
              <a:gdLst>
                <a:gd name="connsiteX0" fmla="*/ 52459 w 52458"/>
                <a:gd name="connsiteY0" fmla="*/ 1639 h 11475"/>
                <a:gd name="connsiteX1" fmla="*/ 47541 w 52458"/>
                <a:gd name="connsiteY1" fmla="*/ 0 h 11475"/>
                <a:gd name="connsiteX2" fmla="*/ 44262 w 52458"/>
                <a:gd name="connsiteY2" fmla="*/ 1639 h 11475"/>
                <a:gd name="connsiteX3" fmla="*/ 39344 w 52458"/>
                <a:gd name="connsiteY3" fmla="*/ 1639 h 11475"/>
                <a:gd name="connsiteX4" fmla="*/ 36065 w 52458"/>
                <a:gd name="connsiteY4" fmla="*/ 1639 h 11475"/>
                <a:gd name="connsiteX5" fmla="*/ 31147 w 52458"/>
                <a:gd name="connsiteY5" fmla="*/ 3279 h 11475"/>
                <a:gd name="connsiteX6" fmla="*/ 27869 w 52458"/>
                <a:gd name="connsiteY6" fmla="*/ 3279 h 11475"/>
                <a:gd name="connsiteX7" fmla="*/ 22951 w 52458"/>
                <a:gd name="connsiteY7" fmla="*/ 3279 h 11475"/>
                <a:gd name="connsiteX8" fmla="*/ 19672 w 52458"/>
                <a:gd name="connsiteY8" fmla="*/ 3279 h 11475"/>
                <a:gd name="connsiteX9" fmla="*/ 16393 w 52458"/>
                <a:gd name="connsiteY9" fmla="*/ 4918 h 11475"/>
                <a:gd name="connsiteX10" fmla="*/ 11475 w 52458"/>
                <a:gd name="connsiteY10" fmla="*/ 4918 h 11475"/>
                <a:gd name="connsiteX11" fmla="*/ 8197 w 52458"/>
                <a:gd name="connsiteY11" fmla="*/ 6557 h 11475"/>
                <a:gd name="connsiteX12" fmla="*/ 4918 w 52458"/>
                <a:gd name="connsiteY12" fmla="*/ 6557 h 11475"/>
                <a:gd name="connsiteX13" fmla="*/ 0 w 52458"/>
                <a:gd name="connsiteY13" fmla="*/ 6557 h 11475"/>
                <a:gd name="connsiteX14" fmla="*/ 4918 w 52458"/>
                <a:gd name="connsiteY14" fmla="*/ 9836 h 11475"/>
                <a:gd name="connsiteX15" fmla="*/ 8197 w 52458"/>
                <a:gd name="connsiteY15" fmla="*/ 9836 h 11475"/>
                <a:gd name="connsiteX16" fmla="*/ 3279 w 52458"/>
                <a:gd name="connsiteY16" fmla="*/ 9836 h 11475"/>
                <a:gd name="connsiteX17" fmla="*/ 8197 w 52458"/>
                <a:gd name="connsiteY17" fmla="*/ 11475 h 11475"/>
                <a:gd name="connsiteX18" fmla="*/ 11475 w 52458"/>
                <a:gd name="connsiteY18" fmla="*/ 11475 h 11475"/>
                <a:gd name="connsiteX19" fmla="*/ 14754 w 52458"/>
                <a:gd name="connsiteY19" fmla="*/ 9836 h 11475"/>
                <a:gd name="connsiteX20" fmla="*/ 19672 w 52458"/>
                <a:gd name="connsiteY20" fmla="*/ 9836 h 11475"/>
                <a:gd name="connsiteX21" fmla="*/ 22951 w 52458"/>
                <a:gd name="connsiteY21" fmla="*/ 9836 h 11475"/>
                <a:gd name="connsiteX22" fmla="*/ 26229 w 52458"/>
                <a:gd name="connsiteY22" fmla="*/ 9836 h 11475"/>
                <a:gd name="connsiteX23" fmla="*/ 31147 w 52458"/>
                <a:gd name="connsiteY23" fmla="*/ 8197 h 11475"/>
                <a:gd name="connsiteX24" fmla="*/ 34426 w 52458"/>
                <a:gd name="connsiteY24" fmla="*/ 8197 h 11475"/>
                <a:gd name="connsiteX25" fmla="*/ 39344 w 52458"/>
                <a:gd name="connsiteY25" fmla="*/ 6557 h 11475"/>
                <a:gd name="connsiteX26" fmla="*/ 42623 w 52458"/>
                <a:gd name="connsiteY26" fmla="*/ 4918 h 11475"/>
                <a:gd name="connsiteX27" fmla="*/ 45901 w 52458"/>
                <a:gd name="connsiteY27" fmla="*/ 4918 h 11475"/>
                <a:gd name="connsiteX28" fmla="*/ 50819 w 52458"/>
                <a:gd name="connsiteY28" fmla="*/ 327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2458" h="11475">
                  <a:moveTo>
                    <a:pt x="52459" y="1639"/>
                  </a:moveTo>
                  <a:lnTo>
                    <a:pt x="47541" y="0"/>
                  </a:lnTo>
                  <a:lnTo>
                    <a:pt x="44262" y="1639"/>
                  </a:lnTo>
                  <a:lnTo>
                    <a:pt x="39344" y="1639"/>
                  </a:lnTo>
                  <a:lnTo>
                    <a:pt x="36065" y="1639"/>
                  </a:lnTo>
                  <a:lnTo>
                    <a:pt x="31147" y="3279"/>
                  </a:lnTo>
                  <a:lnTo>
                    <a:pt x="27869" y="3279"/>
                  </a:lnTo>
                  <a:lnTo>
                    <a:pt x="22951" y="3279"/>
                  </a:lnTo>
                  <a:lnTo>
                    <a:pt x="19672" y="3279"/>
                  </a:lnTo>
                  <a:lnTo>
                    <a:pt x="16393" y="4918"/>
                  </a:lnTo>
                  <a:lnTo>
                    <a:pt x="11475" y="4918"/>
                  </a:lnTo>
                  <a:lnTo>
                    <a:pt x="8197" y="6557"/>
                  </a:lnTo>
                  <a:lnTo>
                    <a:pt x="4918" y="6557"/>
                  </a:lnTo>
                  <a:lnTo>
                    <a:pt x="0" y="6557"/>
                  </a:lnTo>
                  <a:lnTo>
                    <a:pt x="4918" y="9836"/>
                  </a:lnTo>
                  <a:lnTo>
                    <a:pt x="8197" y="9836"/>
                  </a:lnTo>
                  <a:lnTo>
                    <a:pt x="3279" y="9836"/>
                  </a:lnTo>
                  <a:lnTo>
                    <a:pt x="8197" y="11475"/>
                  </a:lnTo>
                  <a:lnTo>
                    <a:pt x="11475" y="11475"/>
                  </a:lnTo>
                  <a:lnTo>
                    <a:pt x="14754" y="9836"/>
                  </a:lnTo>
                  <a:lnTo>
                    <a:pt x="19672" y="9836"/>
                  </a:lnTo>
                  <a:lnTo>
                    <a:pt x="22951" y="9836"/>
                  </a:lnTo>
                  <a:lnTo>
                    <a:pt x="26229" y="9836"/>
                  </a:lnTo>
                  <a:lnTo>
                    <a:pt x="31147" y="8197"/>
                  </a:lnTo>
                  <a:lnTo>
                    <a:pt x="34426" y="8197"/>
                  </a:lnTo>
                  <a:lnTo>
                    <a:pt x="39344" y="6557"/>
                  </a:lnTo>
                  <a:lnTo>
                    <a:pt x="42623" y="4918"/>
                  </a:lnTo>
                  <a:lnTo>
                    <a:pt x="45901" y="4918"/>
                  </a:lnTo>
                  <a:lnTo>
                    <a:pt x="5081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34" name="Freeform 3433">
              <a:extLst>
                <a:ext uri="{FF2B5EF4-FFF2-40B4-BE49-F238E27FC236}">
                  <a16:creationId xmlns:a16="http://schemas.microsoft.com/office/drawing/2014/main" id="{F3F24D90-E885-F647-B6E7-72EAC1055E97}"/>
                </a:ext>
              </a:extLst>
            </p:cNvPr>
            <p:cNvSpPr/>
            <p:nvPr/>
          </p:nvSpPr>
          <p:spPr>
            <a:xfrm>
              <a:off x="2874703" y="869010"/>
              <a:ext cx="9836" cy="3278"/>
            </a:xfrm>
            <a:custGeom>
              <a:avLst/>
              <a:gdLst>
                <a:gd name="connsiteX0" fmla="*/ 9836 w 9836"/>
                <a:gd name="connsiteY0" fmla="*/ 0 h 3278"/>
                <a:gd name="connsiteX1" fmla="*/ 8197 w 9836"/>
                <a:gd name="connsiteY1" fmla="*/ 0 h 3278"/>
                <a:gd name="connsiteX2" fmla="*/ 4918 w 9836"/>
                <a:gd name="connsiteY2" fmla="*/ 0 h 3278"/>
                <a:gd name="connsiteX3" fmla="*/ 0 w 9836"/>
                <a:gd name="connsiteY3" fmla="*/ 3279 h 3278"/>
                <a:gd name="connsiteX4" fmla="*/ 4918 w 983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6" h="3278">
                  <a:moveTo>
                    <a:pt x="9836" y="0"/>
                  </a:moveTo>
                  <a:lnTo>
                    <a:pt x="8197" y="0"/>
                  </a:lnTo>
                  <a:lnTo>
                    <a:pt x="4918" y="0"/>
                  </a:lnTo>
                  <a:lnTo>
                    <a:pt x="0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35" name="Freeform 3434">
              <a:extLst>
                <a:ext uri="{FF2B5EF4-FFF2-40B4-BE49-F238E27FC236}">
                  <a16:creationId xmlns:a16="http://schemas.microsoft.com/office/drawing/2014/main" id="{E393F297-7F49-DE4C-955D-07D1B67CC1D1}"/>
                </a:ext>
              </a:extLst>
            </p:cNvPr>
            <p:cNvSpPr/>
            <p:nvPr/>
          </p:nvSpPr>
          <p:spPr>
            <a:xfrm>
              <a:off x="2889457" y="1016550"/>
              <a:ext cx="9836" cy="4918"/>
            </a:xfrm>
            <a:custGeom>
              <a:avLst/>
              <a:gdLst>
                <a:gd name="connsiteX0" fmla="*/ 9836 w 9836"/>
                <a:gd name="connsiteY0" fmla="*/ 0 h 4918"/>
                <a:gd name="connsiteX1" fmla="*/ 4918 w 9836"/>
                <a:gd name="connsiteY1" fmla="*/ 0 h 4918"/>
                <a:gd name="connsiteX2" fmla="*/ 1639 w 9836"/>
                <a:gd name="connsiteY2" fmla="*/ 1639 h 4918"/>
                <a:gd name="connsiteX3" fmla="*/ 0 w 9836"/>
                <a:gd name="connsiteY3" fmla="*/ 4918 h 4918"/>
                <a:gd name="connsiteX4" fmla="*/ 3279 w 9836"/>
                <a:gd name="connsiteY4" fmla="*/ 4918 h 4918"/>
                <a:gd name="connsiteX5" fmla="*/ 6557 w 9836"/>
                <a:gd name="connsiteY5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6" h="4918">
                  <a:moveTo>
                    <a:pt x="9836" y="0"/>
                  </a:moveTo>
                  <a:lnTo>
                    <a:pt x="4918" y="0"/>
                  </a:lnTo>
                  <a:lnTo>
                    <a:pt x="1639" y="1639"/>
                  </a:lnTo>
                  <a:lnTo>
                    <a:pt x="0" y="4918"/>
                  </a:lnTo>
                  <a:lnTo>
                    <a:pt x="3279" y="4918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36" name="Freeform 3435">
              <a:extLst>
                <a:ext uri="{FF2B5EF4-FFF2-40B4-BE49-F238E27FC236}">
                  <a16:creationId xmlns:a16="http://schemas.microsoft.com/office/drawing/2014/main" id="{EC086F97-29FE-3046-B562-9CFBDCD731F2}"/>
                </a:ext>
              </a:extLst>
            </p:cNvPr>
            <p:cNvSpPr/>
            <p:nvPr/>
          </p:nvSpPr>
          <p:spPr>
            <a:xfrm>
              <a:off x="2889457" y="1054255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4918 w 8196"/>
                <a:gd name="connsiteY1" fmla="*/ 1639 h 3278"/>
                <a:gd name="connsiteX2" fmla="*/ 0 w 8196"/>
                <a:gd name="connsiteY2" fmla="*/ 3279 h 3278"/>
                <a:gd name="connsiteX3" fmla="*/ 4918 w 8196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4918" y="1639"/>
                  </a:lnTo>
                  <a:lnTo>
                    <a:pt x="0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37" name="Freeform 3436">
              <a:extLst>
                <a:ext uri="{FF2B5EF4-FFF2-40B4-BE49-F238E27FC236}">
                  <a16:creationId xmlns:a16="http://schemas.microsoft.com/office/drawing/2014/main" id="{962284EB-999B-3844-8D69-D86129EDB1C0}"/>
                </a:ext>
              </a:extLst>
            </p:cNvPr>
            <p:cNvSpPr/>
            <p:nvPr/>
          </p:nvSpPr>
          <p:spPr>
            <a:xfrm>
              <a:off x="2892736" y="921469"/>
              <a:ext cx="19671" cy="1639"/>
            </a:xfrm>
            <a:custGeom>
              <a:avLst/>
              <a:gdLst>
                <a:gd name="connsiteX0" fmla="*/ 16393 w 19671"/>
                <a:gd name="connsiteY0" fmla="*/ 1639 h 1639"/>
                <a:gd name="connsiteX1" fmla="*/ 19672 w 19671"/>
                <a:gd name="connsiteY1" fmla="*/ 0 h 1639"/>
                <a:gd name="connsiteX2" fmla="*/ 14754 w 19671"/>
                <a:gd name="connsiteY2" fmla="*/ 0 h 1639"/>
                <a:gd name="connsiteX3" fmla="*/ 11475 w 19671"/>
                <a:gd name="connsiteY3" fmla="*/ 0 h 1639"/>
                <a:gd name="connsiteX4" fmla="*/ 8197 w 19671"/>
                <a:gd name="connsiteY4" fmla="*/ 0 h 1639"/>
                <a:gd name="connsiteX5" fmla="*/ 3279 w 19671"/>
                <a:gd name="connsiteY5" fmla="*/ 1639 h 1639"/>
                <a:gd name="connsiteX6" fmla="*/ 0 w 19671"/>
                <a:gd name="connsiteY6" fmla="*/ 1639 h 1639"/>
                <a:gd name="connsiteX7" fmla="*/ 3279 w 19671"/>
                <a:gd name="connsiteY7" fmla="*/ 1639 h 1639"/>
                <a:gd name="connsiteX8" fmla="*/ 8197 w 19671"/>
                <a:gd name="connsiteY8" fmla="*/ 1639 h 1639"/>
                <a:gd name="connsiteX9" fmla="*/ 11475 w 19671"/>
                <a:gd name="connsiteY9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1" h="1639">
                  <a:moveTo>
                    <a:pt x="16393" y="1639"/>
                  </a:moveTo>
                  <a:lnTo>
                    <a:pt x="19672" y="0"/>
                  </a:lnTo>
                  <a:lnTo>
                    <a:pt x="14754" y="0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3279" y="1639"/>
                  </a:lnTo>
                  <a:lnTo>
                    <a:pt x="0" y="1639"/>
                  </a:lnTo>
                  <a:lnTo>
                    <a:pt x="3279" y="1639"/>
                  </a:lnTo>
                  <a:lnTo>
                    <a:pt x="8197" y="1639"/>
                  </a:lnTo>
                  <a:lnTo>
                    <a:pt x="11475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38" name="Freeform 3437">
              <a:extLst>
                <a:ext uri="{FF2B5EF4-FFF2-40B4-BE49-F238E27FC236}">
                  <a16:creationId xmlns:a16="http://schemas.microsoft.com/office/drawing/2014/main" id="{8A0795B9-6C17-5741-B374-8D98128846BF}"/>
                </a:ext>
              </a:extLst>
            </p:cNvPr>
            <p:cNvSpPr/>
            <p:nvPr/>
          </p:nvSpPr>
          <p:spPr>
            <a:xfrm>
              <a:off x="2892736" y="1005075"/>
              <a:ext cx="16393" cy="9835"/>
            </a:xfrm>
            <a:custGeom>
              <a:avLst/>
              <a:gdLst>
                <a:gd name="connsiteX0" fmla="*/ 14754 w 16393"/>
                <a:gd name="connsiteY0" fmla="*/ 0 h 9835"/>
                <a:gd name="connsiteX1" fmla="*/ 11475 w 16393"/>
                <a:gd name="connsiteY1" fmla="*/ 0 h 9835"/>
                <a:gd name="connsiteX2" fmla="*/ 8197 w 16393"/>
                <a:gd name="connsiteY2" fmla="*/ 1639 h 9835"/>
                <a:gd name="connsiteX3" fmla="*/ 4918 w 16393"/>
                <a:gd name="connsiteY3" fmla="*/ 3279 h 9835"/>
                <a:gd name="connsiteX4" fmla="*/ 0 w 16393"/>
                <a:gd name="connsiteY4" fmla="*/ 6557 h 9835"/>
                <a:gd name="connsiteX5" fmla="*/ 1639 w 16393"/>
                <a:gd name="connsiteY5" fmla="*/ 9836 h 9835"/>
                <a:gd name="connsiteX6" fmla="*/ 4918 w 16393"/>
                <a:gd name="connsiteY6" fmla="*/ 9836 h 9835"/>
                <a:gd name="connsiteX7" fmla="*/ 8197 w 16393"/>
                <a:gd name="connsiteY7" fmla="*/ 8197 h 9835"/>
                <a:gd name="connsiteX8" fmla="*/ 13114 w 16393"/>
                <a:gd name="connsiteY8" fmla="*/ 6557 h 9835"/>
                <a:gd name="connsiteX9" fmla="*/ 16393 w 16393"/>
                <a:gd name="connsiteY9" fmla="*/ 4918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393" h="9835">
                  <a:moveTo>
                    <a:pt x="14754" y="0"/>
                  </a:moveTo>
                  <a:lnTo>
                    <a:pt x="11475" y="0"/>
                  </a:lnTo>
                  <a:lnTo>
                    <a:pt x="8197" y="1639"/>
                  </a:lnTo>
                  <a:lnTo>
                    <a:pt x="4918" y="3279"/>
                  </a:lnTo>
                  <a:lnTo>
                    <a:pt x="0" y="6557"/>
                  </a:lnTo>
                  <a:lnTo>
                    <a:pt x="1639" y="9836"/>
                  </a:lnTo>
                  <a:lnTo>
                    <a:pt x="4918" y="9836"/>
                  </a:lnTo>
                  <a:lnTo>
                    <a:pt x="8197" y="8197"/>
                  </a:lnTo>
                  <a:lnTo>
                    <a:pt x="13114" y="6557"/>
                  </a:lnTo>
                  <a:lnTo>
                    <a:pt x="16393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39" name="Freeform 3438">
              <a:extLst>
                <a:ext uri="{FF2B5EF4-FFF2-40B4-BE49-F238E27FC236}">
                  <a16:creationId xmlns:a16="http://schemas.microsoft.com/office/drawing/2014/main" id="{3E954531-A14A-0440-A440-05CFE4C5550C}"/>
                </a:ext>
              </a:extLst>
            </p:cNvPr>
            <p:cNvSpPr/>
            <p:nvPr/>
          </p:nvSpPr>
          <p:spPr>
            <a:xfrm>
              <a:off x="2897653" y="965731"/>
              <a:ext cx="6557" cy="1639"/>
            </a:xfrm>
            <a:custGeom>
              <a:avLst/>
              <a:gdLst>
                <a:gd name="connsiteX0" fmla="*/ 6557 w 6557"/>
                <a:gd name="connsiteY0" fmla="*/ 0 h 1639"/>
                <a:gd name="connsiteX1" fmla="*/ 3279 w 6557"/>
                <a:gd name="connsiteY1" fmla="*/ 0 h 1639"/>
                <a:gd name="connsiteX2" fmla="*/ 0 w 6557"/>
                <a:gd name="connsiteY2" fmla="*/ 1639 h 1639"/>
                <a:gd name="connsiteX3" fmla="*/ 3279 w 6557"/>
                <a:gd name="connsiteY3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1639">
                  <a:moveTo>
                    <a:pt x="6557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0" name="Freeform 3439">
              <a:extLst>
                <a:ext uri="{FF2B5EF4-FFF2-40B4-BE49-F238E27FC236}">
                  <a16:creationId xmlns:a16="http://schemas.microsoft.com/office/drawing/2014/main" id="{67255AA4-B336-B24E-AA7B-44CDE6B37FEF}"/>
                </a:ext>
              </a:extLst>
            </p:cNvPr>
            <p:cNvSpPr/>
            <p:nvPr/>
          </p:nvSpPr>
          <p:spPr>
            <a:xfrm>
              <a:off x="2909129" y="970649"/>
              <a:ext cx="198359" cy="77048"/>
            </a:xfrm>
            <a:custGeom>
              <a:avLst/>
              <a:gdLst>
                <a:gd name="connsiteX0" fmla="*/ 11475 w 198359"/>
                <a:gd name="connsiteY0" fmla="*/ 72131 h 77048"/>
                <a:gd name="connsiteX1" fmla="*/ 6557 w 198359"/>
                <a:gd name="connsiteY1" fmla="*/ 72131 h 77048"/>
                <a:gd name="connsiteX2" fmla="*/ 3279 w 198359"/>
                <a:gd name="connsiteY2" fmla="*/ 73770 h 77048"/>
                <a:gd name="connsiteX3" fmla="*/ 0 w 198359"/>
                <a:gd name="connsiteY3" fmla="*/ 75410 h 77048"/>
                <a:gd name="connsiteX4" fmla="*/ 3279 w 198359"/>
                <a:gd name="connsiteY4" fmla="*/ 77049 h 77048"/>
                <a:gd name="connsiteX5" fmla="*/ 8197 w 198359"/>
                <a:gd name="connsiteY5" fmla="*/ 77049 h 77048"/>
                <a:gd name="connsiteX6" fmla="*/ 11475 w 198359"/>
                <a:gd name="connsiteY6" fmla="*/ 77049 h 77048"/>
                <a:gd name="connsiteX7" fmla="*/ 14754 w 198359"/>
                <a:gd name="connsiteY7" fmla="*/ 77049 h 77048"/>
                <a:gd name="connsiteX8" fmla="*/ 19672 w 198359"/>
                <a:gd name="connsiteY8" fmla="*/ 77049 h 77048"/>
                <a:gd name="connsiteX9" fmla="*/ 22951 w 198359"/>
                <a:gd name="connsiteY9" fmla="*/ 77049 h 77048"/>
                <a:gd name="connsiteX10" fmla="*/ 27869 w 198359"/>
                <a:gd name="connsiteY10" fmla="*/ 77049 h 77048"/>
                <a:gd name="connsiteX11" fmla="*/ 31147 w 198359"/>
                <a:gd name="connsiteY11" fmla="*/ 75410 h 77048"/>
                <a:gd name="connsiteX12" fmla="*/ 27869 w 198359"/>
                <a:gd name="connsiteY12" fmla="*/ 77049 h 77048"/>
                <a:gd name="connsiteX13" fmla="*/ 31147 w 198359"/>
                <a:gd name="connsiteY13" fmla="*/ 73770 h 77048"/>
                <a:gd name="connsiteX14" fmla="*/ 34426 w 198359"/>
                <a:gd name="connsiteY14" fmla="*/ 72131 h 77048"/>
                <a:gd name="connsiteX15" fmla="*/ 37705 w 198359"/>
                <a:gd name="connsiteY15" fmla="*/ 70492 h 77048"/>
                <a:gd name="connsiteX16" fmla="*/ 42623 w 198359"/>
                <a:gd name="connsiteY16" fmla="*/ 67213 h 77048"/>
                <a:gd name="connsiteX17" fmla="*/ 45901 w 198359"/>
                <a:gd name="connsiteY17" fmla="*/ 65573 h 77048"/>
                <a:gd name="connsiteX18" fmla="*/ 50819 w 198359"/>
                <a:gd name="connsiteY18" fmla="*/ 65573 h 77048"/>
                <a:gd name="connsiteX19" fmla="*/ 54098 w 198359"/>
                <a:gd name="connsiteY19" fmla="*/ 63934 h 77048"/>
                <a:gd name="connsiteX20" fmla="*/ 57377 w 198359"/>
                <a:gd name="connsiteY20" fmla="*/ 62295 h 77048"/>
                <a:gd name="connsiteX21" fmla="*/ 60655 w 198359"/>
                <a:gd name="connsiteY21" fmla="*/ 59016 h 77048"/>
                <a:gd name="connsiteX22" fmla="*/ 60655 w 198359"/>
                <a:gd name="connsiteY22" fmla="*/ 55737 h 77048"/>
                <a:gd name="connsiteX23" fmla="*/ 60655 w 198359"/>
                <a:gd name="connsiteY23" fmla="*/ 52459 h 77048"/>
                <a:gd name="connsiteX24" fmla="*/ 57377 w 198359"/>
                <a:gd name="connsiteY24" fmla="*/ 52459 h 77048"/>
                <a:gd name="connsiteX25" fmla="*/ 52459 w 198359"/>
                <a:gd name="connsiteY25" fmla="*/ 50820 h 77048"/>
                <a:gd name="connsiteX26" fmla="*/ 49180 w 198359"/>
                <a:gd name="connsiteY26" fmla="*/ 50820 h 77048"/>
                <a:gd name="connsiteX27" fmla="*/ 52459 w 198359"/>
                <a:gd name="connsiteY27" fmla="*/ 49180 h 77048"/>
                <a:gd name="connsiteX28" fmla="*/ 57377 w 198359"/>
                <a:gd name="connsiteY28" fmla="*/ 49180 h 77048"/>
                <a:gd name="connsiteX29" fmla="*/ 60655 w 198359"/>
                <a:gd name="connsiteY29" fmla="*/ 49180 h 77048"/>
                <a:gd name="connsiteX30" fmla="*/ 65573 w 198359"/>
                <a:gd name="connsiteY30" fmla="*/ 49180 h 77048"/>
                <a:gd name="connsiteX31" fmla="*/ 68852 w 198359"/>
                <a:gd name="connsiteY31" fmla="*/ 49180 h 77048"/>
                <a:gd name="connsiteX32" fmla="*/ 72131 w 198359"/>
                <a:gd name="connsiteY32" fmla="*/ 49180 h 77048"/>
                <a:gd name="connsiteX33" fmla="*/ 75409 w 198359"/>
                <a:gd name="connsiteY33" fmla="*/ 49180 h 77048"/>
                <a:gd name="connsiteX34" fmla="*/ 80327 w 198359"/>
                <a:gd name="connsiteY34" fmla="*/ 49180 h 77048"/>
                <a:gd name="connsiteX35" fmla="*/ 83606 w 198359"/>
                <a:gd name="connsiteY35" fmla="*/ 49180 h 77048"/>
                <a:gd name="connsiteX36" fmla="*/ 88524 w 198359"/>
                <a:gd name="connsiteY36" fmla="*/ 50820 h 77048"/>
                <a:gd name="connsiteX37" fmla="*/ 91803 w 198359"/>
                <a:gd name="connsiteY37" fmla="*/ 50820 h 77048"/>
                <a:gd name="connsiteX38" fmla="*/ 95081 w 198359"/>
                <a:gd name="connsiteY38" fmla="*/ 50820 h 77048"/>
                <a:gd name="connsiteX39" fmla="*/ 99999 w 198359"/>
                <a:gd name="connsiteY39" fmla="*/ 52459 h 77048"/>
                <a:gd name="connsiteX40" fmla="*/ 103278 w 198359"/>
                <a:gd name="connsiteY40" fmla="*/ 50820 h 77048"/>
                <a:gd name="connsiteX41" fmla="*/ 108196 w 198359"/>
                <a:gd name="connsiteY41" fmla="*/ 50820 h 77048"/>
                <a:gd name="connsiteX42" fmla="*/ 111475 w 198359"/>
                <a:gd name="connsiteY42" fmla="*/ 49180 h 77048"/>
                <a:gd name="connsiteX43" fmla="*/ 114754 w 198359"/>
                <a:gd name="connsiteY43" fmla="*/ 47541 h 77048"/>
                <a:gd name="connsiteX44" fmla="*/ 119671 w 198359"/>
                <a:gd name="connsiteY44" fmla="*/ 45901 h 77048"/>
                <a:gd name="connsiteX45" fmla="*/ 122950 w 198359"/>
                <a:gd name="connsiteY45" fmla="*/ 44262 h 77048"/>
                <a:gd name="connsiteX46" fmla="*/ 127868 w 198359"/>
                <a:gd name="connsiteY46" fmla="*/ 42623 h 77048"/>
                <a:gd name="connsiteX47" fmla="*/ 131147 w 198359"/>
                <a:gd name="connsiteY47" fmla="*/ 40983 h 77048"/>
                <a:gd name="connsiteX48" fmla="*/ 134426 w 198359"/>
                <a:gd name="connsiteY48" fmla="*/ 37705 h 77048"/>
                <a:gd name="connsiteX49" fmla="*/ 139344 w 198359"/>
                <a:gd name="connsiteY49" fmla="*/ 36065 h 77048"/>
                <a:gd name="connsiteX50" fmla="*/ 142622 w 198359"/>
                <a:gd name="connsiteY50" fmla="*/ 34426 h 77048"/>
                <a:gd name="connsiteX51" fmla="*/ 139344 w 198359"/>
                <a:gd name="connsiteY51" fmla="*/ 32787 h 77048"/>
                <a:gd name="connsiteX52" fmla="*/ 144261 w 198359"/>
                <a:gd name="connsiteY52" fmla="*/ 32787 h 77048"/>
                <a:gd name="connsiteX53" fmla="*/ 147540 w 198359"/>
                <a:gd name="connsiteY53" fmla="*/ 32787 h 77048"/>
                <a:gd name="connsiteX54" fmla="*/ 150819 w 198359"/>
                <a:gd name="connsiteY54" fmla="*/ 31147 h 77048"/>
                <a:gd name="connsiteX55" fmla="*/ 155737 w 198359"/>
                <a:gd name="connsiteY55" fmla="*/ 27869 h 77048"/>
                <a:gd name="connsiteX56" fmla="*/ 159016 w 198359"/>
                <a:gd name="connsiteY56" fmla="*/ 27869 h 77048"/>
                <a:gd name="connsiteX57" fmla="*/ 162294 w 198359"/>
                <a:gd name="connsiteY57" fmla="*/ 24590 h 77048"/>
                <a:gd name="connsiteX58" fmla="*/ 167212 w 198359"/>
                <a:gd name="connsiteY58" fmla="*/ 21311 h 77048"/>
                <a:gd name="connsiteX59" fmla="*/ 170491 w 198359"/>
                <a:gd name="connsiteY59" fmla="*/ 21311 h 77048"/>
                <a:gd name="connsiteX60" fmla="*/ 175409 w 198359"/>
                <a:gd name="connsiteY60" fmla="*/ 21311 h 77048"/>
                <a:gd name="connsiteX61" fmla="*/ 178688 w 198359"/>
                <a:gd name="connsiteY61" fmla="*/ 19672 h 77048"/>
                <a:gd name="connsiteX62" fmla="*/ 181966 w 198359"/>
                <a:gd name="connsiteY62" fmla="*/ 18033 h 77048"/>
                <a:gd name="connsiteX63" fmla="*/ 186884 w 198359"/>
                <a:gd name="connsiteY63" fmla="*/ 16393 h 77048"/>
                <a:gd name="connsiteX64" fmla="*/ 190163 w 198359"/>
                <a:gd name="connsiteY64" fmla="*/ 13115 h 77048"/>
                <a:gd name="connsiteX65" fmla="*/ 193442 w 198359"/>
                <a:gd name="connsiteY65" fmla="*/ 11475 h 77048"/>
                <a:gd name="connsiteX66" fmla="*/ 198360 w 198359"/>
                <a:gd name="connsiteY66" fmla="*/ 11475 h 77048"/>
                <a:gd name="connsiteX67" fmla="*/ 193442 w 198359"/>
                <a:gd name="connsiteY67" fmla="*/ 9836 h 77048"/>
                <a:gd name="connsiteX68" fmla="*/ 190163 w 198359"/>
                <a:gd name="connsiteY68" fmla="*/ 8197 h 77048"/>
                <a:gd name="connsiteX69" fmla="*/ 186884 w 198359"/>
                <a:gd name="connsiteY69" fmla="*/ 6557 h 77048"/>
                <a:gd name="connsiteX70" fmla="*/ 181966 w 198359"/>
                <a:gd name="connsiteY70" fmla="*/ 6557 h 77048"/>
                <a:gd name="connsiteX71" fmla="*/ 178688 w 198359"/>
                <a:gd name="connsiteY71" fmla="*/ 6557 h 77048"/>
                <a:gd name="connsiteX72" fmla="*/ 175409 w 198359"/>
                <a:gd name="connsiteY72" fmla="*/ 6557 h 77048"/>
                <a:gd name="connsiteX73" fmla="*/ 170491 w 198359"/>
                <a:gd name="connsiteY73" fmla="*/ 6557 h 77048"/>
                <a:gd name="connsiteX74" fmla="*/ 167212 w 198359"/>
                <a:gd name="connsiteY74" fmla="*/ 4918 h 77048"/>
                <a:gd name="connsiteX75" fmla="*/ 162294 w 198359"/>
                <a:gd name="connsiteY75" fmla="*/ 4918 h 77048"/>
                <a:gd name="connsiteX76" fmla="*/ 159016 w 198359"/>
                <a:gd name="connsiteY76" fmla="*/ 6557 h 77048"/>
                <a:gd name="connsiteX77" fmla="*/ 155737 w 198359"/>
                <a:gd name="connsiteY77" fmla="*/ 6557 h 77048"/>
                <a:gd name="connsiteX78" fmla="*/ 150819 w 198359"/>
                <a:gd name="connsiteY78" fmla="*/ 8197 h 77048"/>
                <a:gd name="connsiteX79" fmla="*/ 147540 w 198359"/>
                <a:gd name="connsiteY79" fmla="*/ 8197 h 77048"/>
                <a:gd name="connsiteX80" fmla="*/ 147540 w 198359"/>
                <a:gd name="connsiteY80" fmla="*/ 4918 h 77048"/>
                <a:gd name="connsiteX81" fmla="*/ 142622 w 198359"/>
                <a:gd name="connsiteY81" fmla="*/ 3279 h 77048"/>
                <a:gd name="connsiteX82" fmla="*/ 140983 w 198359"/>
                <a:gd name="connsiteY82" fmla="*/ 3279 h 77048"/>
                <a:gd name="connsiteX83" fmla="*/ 136065 w 198359"/>
                <a:gd name="connsiteY83" fmla="*/ 1639 h 77048"/>
                <a:gd name="connsiteX84" fmla="*/ 132786 w 198359"/>
                <a:gd name="connsiteY84" fmla="*/ 1639 h 77048"/>
                <a:gd name="connsiteX85" fmla="*/ 129508 w 198359"/>
                <a:gd name="connsiteY85" fmla="*/ 0 h 77048"/>
                <a:gd name="connsiteX86" fmla="*/ 124589 w 198359"/>
                <a:gd name="connsiteY86" fmla="*/ 0 h 77048"/>
                <a:gd name="connsiteX87" fmla="*/ 121311 w 198359"/>
                <a:gd name="connsiteY87" fmla="*/ 0 h 77048"/>
                <a:gd name="connsiteX88" fmla="*/ 116393 w 198359"/>
                <a:gd name="connsiteY88" fmla="*/ 0 h 77048"/>
                <a:gd name="connsiteX89" fmla="*/ 113114 w 198359"/>
                <a:gd name="connsiteY89" fmla="*/ 3279 h 77048"/>
                <a:gd name="connsiteX90" fmla="*/ 108196 w 198359"/>
                <a:gd name="connsiteY90" fmla="*/ 1639 h 77048"/>
                <a:gd name="connsiteX91" fmla="*/ 104917 w 198359"/>
                <a:gd name="connsiteY91" fmla="*/ 1639 h 77048"/>
                <a:gd name="connsiteX92" fmla="*/ 101639 w 198359"/>
                <a:gd name="connsiteY92" fmla="*/ 1639 h 77048"/>
                <a:gd name="connsiteX93" fmla="*/ 96721 w 198359"/>
                <a:gd name="connsiteY93" fmla="*/ 1639 h 77048"/>
                <a:gd name="connsiteX94" fmla="*/ 93442 w 198359"/>
                <a:gd name="connsiteY94" fmla="*/ 3279 h 77048"/>
                <a:gd name="connsiteX95" fmla="*/ 88524 w 198359"/>
                <a:gd name="connsiteY95" fmla="*/ 3279 h 77048"/>
                <a:gd name="connsiteX96" fmla="*/ 85245 w 198359"/>
                <a:gd name="connsiteY96" fmla="*/ 3279 h 77048"/>
                <a:gd name="connsiteX97" fmla="*/ 81967 w 198359"/>
                <a:gd name="connsiteY97" fmla="*/ 4918 h 77048"/>
                <a:gd name="connsiteX98" fmla="*/ 77049 w 198359"/>
                <a:gd name="connsiteY98" fmla="*/ 4918 h 77048"/>
                <a:gd name="connsiteX99" fmla="*/ 72131 w 198359"/>
                <a:gd name="connsiteY99" fmla="*/ 6557 h 77048"/>
                <a:gd name="connsiteX100" fmla="*/ 68852 w 198359"/>
                <a:gd name="connsiteY100" fmla="*/ 6557 h 77048"/>
                <a:gd name="connsiteX101" fmla="*/ 65573 w 198359"/>
                <a:gd name="connsiteY101" fmla="*/ 9836 h 77048"/>
                <a:gd name="connsiteX102" fmla="*/ 68852 w 198359"/>
                <a:gd name="connsiteY102" fmla="*/ 11475 h 77048"/>
                <a:gd name="connsiteX103" fmla="*/ 67213 w 198359"/>
                <a:gd name="connsiteY103" fmla="*/ 14754 h 77048"/>
                <a:gd name="connsiteX104" fmla="*/ 70491 w 198359"/>
                <a:gd name="connsiteY104" fmla="*/ 18033 h 77048"/>
                <a:gd name="connsiteX105" fmla="*/ 67213 w 198359"/>
                <a:gd name="connsiteY105" fmla="*/ 18033 h 77048"/>
                <a:gd name="connsiteX106" fmla="*/ 63934 w 198359"/>
                <a:gd name="connsiteY106" fmla="*/ 18033 h 77048"/>
                <a:gd name="connsiteX107" fmla="*/ 59016 w 198359"/>
                <a:gd name="connsiteY107" fmla="*/ 14754 h 77048"/>
                <a:gd name="connsiteX108" fmla="*/ 55737 w 198359"/>
                <a:gd name="connsiteY108" fmla="*/ 14754 h 77048"/>
                <a:gd name="connsiteX109" fmla="*/ 50819 w 198359"/>
                <a:gd name="connsiteY109" fmla="*/ 14754 h 77048"/>
                <a:gd name="connsiteX110" fmla="*/ 47541 w 198359"/>
                <a:gd name="connsiteY110" fmla="*/ 16393 h 77048"/>
                <a:gd name="connsiteX111" fmla="*/ 44262 w 198359"/>
                <a:gd name="connsiteY111" fmla="*/ 19672 h 77048"/>
                <a:gd name="connsiteX112" fmla="*/ 42623 w 198359"/>
                <a:gd name="connsiteY112" fmla="*/ 22951 h 77048"/>
                <a:gd name="connsiteX113" fmla="*/ 37705 w 198359"/>
                <a:gd name="connsiteY113" fmla="*/ 24590 h 77048"/>
                <a:gd name="connsiteX114" fmla="*/ 36065 w 198359"/>
                <a:gd name="connsiteY114" fmla="*/ 29508 h 77048"/>
                <a:gd name="connsiteX115" fmla="*/ 32787 w 198359"/>
                <a:gd name="connsiteY115" fmla="*/ 32787 h 77048"/>
                <a:gd name="connsiteX116" fmla="*/ 31147 w 198359"/>
                <a:gd name="connsiteY116" fmla="*/ 36065 h 77048"/>
                <a:gd name="connsiteX117" fmla="*/ 26229 w 198359"/>
                <a:gd name="connsiteY117" fmla="*/ 37705 h 77048"/>
                <a:gd name="connsiteX118" fmla="*/ 22951 w 198359"/>
                <a:gd name="connsiteY118" fmla="*/ 40983 h 77048"/>
                <a:gd name="connsiteX119" fmla="*/ 18033 w 198359"/>
                <a:gd name="connsiteY119" fmla="*/ 44262 h 77048"/>
                <a:gd name="connsiteX120" fmla="*/ 14754 w 198359"/>
                <a:gd name="connsiteY120" fmla="*/ 47541 h 77048"/>
                <a:gd name="connsiteX121" fmla="*/ 13114 w 198359"/>
                <a:gd name="connsiteY121" fmla="*/ 50820 h 77048"/>
                <a:gd name="connsiteX122" fmla="*/ 16393 w 198359"/>
                <a:gd name="connsiteY122" fmla="*/ 55737 h 77048"/>
                <a:gd name="connsiteX123" fmla="*/ 16393 w 198359"/>
                <a:gd name="connsiteY123" fmla="*/ 59016 h 77048"/>
                <a:gd name="connsiteX124" fmla="*/ 13114 w 198359"/>
                <a:gd name="connsiteY124" fmla="*/ 60656 h 77048"/>
                <a:gd name="connsiteX125" fmla="*/ 9836 w 198359"/>
                <a:gd name="connsiteY125" fmla="*/ 65573 h 77048"/>
                <a:gd name="connsiteX126" fmla="*/ 6557 w 198359"/>
                <a:gd name="connsiteY126" fmla="*/ 68852 h 77048"/>
                <a:gd name="connsiteX127" fmla="*/ 3279 w 198359"/>
                <a:gd name="connsiteY127" fmla="*/ 72131 h 77048"/>
                <a:gd name="connsiteX128" fmla="*/ 6557 w 198359"/>
                <a:gd name="connsiteY128" fmla="*/ 72131 h 77048"/>
                <a:gd name="connsiteX129" fmla="*/ 11475 w 198359"/>
                <a:gd name="connsiteY129" fmla="*/ 72131 h 77048"/>
                <a:gd name="connsiteX130" fmla="*/ 14754 w 198359"/>
                <a:gd name="connsiteY130" fmla="*/ 72131 h 77048"/>
                <a:gd name="connsiteX131" fmla="*/ 11475 w 198359"/>
                <a:gd name="connsiteY131" fmla="*/ 72131 h 7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98359" h="77048">
                  <a:moveTo>
                    <a:pt x="11475" y="72131"/>
                  </a:moveTo>
                  <a:lnTo>
                    <a:pt x="6557" y="72131"/>
                  </a:lnTo>
                  <a:lnTo>
                    <a:pt x="3279" y="73770"/>
                  </a:lnTo>
                  <a:lnTo>
                    <a:pt x="0" y="75410"/>
                  </a:lnTo>
                  <a:lnTo>
                    <a:pt x="3279" y="77049"/>
                  </a:lnTo>
                  <a:lnTo>
                    <a:pt x="8197" y="77049"/>
                  </a:lnTo>
                  <a:lnTo>
                    <a:pt x="11475" y="77049"/>
                  </a:lnTo>
                  <a:lnTo>
                    <a:pt x="14754" y="77049"/>
                  </a:lnTo>
                  <a:lnTo>
                    <a:pt x="19672" y="77049"/>
                  </a:lnTo>
                  <a:lnTo>
                    <a:pt x="22951" y="77049"/>
                  </a:lnTo>
                  <a:lnTo>
                    <a:pt x="27869" y="77049"/>
                  </a:lnTo>
                  <a:lnTo>
                    <a:pt x="31147" y="75410"/>
                  </a:lnTo>
                  <a:lnTo>
                    <a:pt x="27869" y="77049"/>
                  </a:lnTo>
                  <a:lnTo>
                    <a:pt x="31147" y="73770"/>
                  </a:lnTo>
                  <a:lnTo>
                    <a:pt x="34426" y="72131"/>
                  </a:lnTo>
                  <a:lnTo>
                    <a:pt x="37705" y="70492"/>
                  </a:lnTo>
                  <a:lnTo>
                    <a:pt x="42623" y="67213"/>
                  </a:lnTo>
                  <a:lnTo>
                    <a:pt x="45901" y="65573"/>
                  </a:lnTo>
                  <a:lnTo>
                    <a:pt x="50819" y="65573"/>
                  </a:lnTo>
                  <a:lnTo>
                    <a:pt x="54098" y="63934"/>
                  </a:lnTo>
                  <a:lnTo>
                    <a:pt x="57377" y="62295"/>
                  </a:lnTo>
                  <a:lnTo>
                    <a:pt x="60655" y="59016"/>
                  </a:lnTo>
                  <a:lnTo>
                    <a:pt x="60655" y="55737"/>
                  </a:lnTo>
                  <a:lnTo>
                    <a:pt x="60655" y="52459"/>
                  </a:lnTo>
                  <a:lnTo>
                    <a:pt x="57377" y="52459"/>
                  </a:lnTo>
                  <a:lnTo>
                    <a:pt x="52459" y="50820"/>
                  </a:lnTo>
                  <a:lnTo>
                    <a:pt x="49180" y="50820"/>
                  </a:lnTo>
                  <a:lnTo>
                    <a:pt x="52459" y="49180"/>
                  </a:lnTo>
                  <a:lnTo>
                    <a:pt x="57377" y="49180"/>
                  </a:lnTo>
                  <a:lnTo>
                    <a:pt x="60655" y="49180"/>
                  </a:lnTo>
                  <a:lnTo>
                    <a:pt x="65573" y="49180"/>
                  </a:lnTo>
                  <a:lnTo>
                    <a:pt x="68852" y="49180"/>
                  </a:lnTo>
                  <a:lnTo>
                    <a:pt x="72131" y="49180"/>
                  </a:lnTo>
                  <a:lnTo>
                    <a:pt x="75409" y="49180"/>
                  </a:lnTo>
                  <a:lnTo>
                    <a:pt x="80327" y="49180"/>
                  </a:lnTo>
                  <a:lnTo>
                    <a:pt x="83606" y="49180"/>
                  </a:lnTo>
                  <a:lnTo>
                    <a:pt x="88524" y="50820"/>
                  </a:lnTo>
                  <a:lnTo>
                    <a:pt x="91803" y="50820"/>
                  </a:lnTo>
                  <a:lnTo>
                    <a:pt x="95081" y="50820"/>
                  </a:lnTo>
                  <a:lnTo>
                    <a:pt x="99999" y="52459"/>
                  </a:lnTo>
                  <a:lnTo>
                    <a:pt x="103278" y="50820"/>
                  </a:lnTo>
                  <a:lnTo>
                    <a:pt x="108196" y="50820"/>
                  </a:lnTo>
                  <a:lnTo>
                    <a:pt x="111475" y="49180"/>
                  </a:lnTo>
                  <a:lnTo>
                    <a:pt x="114754" y="47541"/>
                  </a:lnTo>
                  <a:lnTo>
                    <a:pt x="119671" y="45901"/>
                  </a:lnTo>
                  <a:lnTo>
                    <a:pt x="122950" y="44262"/>
                  </a:lnTo>
                  <a:lnTo>
                    <a:pt x="127868" y="42623"/>
                  </a:lnTo>
                  <a:lnTo>
                    <a:pt x="131147" y="40983"/>
                  </a:lnTo>
                  <a:lnTo>
                    <a:pt x="134426" y="37705"/>
                  </a:lnTo>
                  <a:lnTo>
                    <a:pt x="139344" y="36065"/>
                  </a:lnTo>
                  <a:lnTo>
                    <a:pt x="142622" y="34426"/>
                  </a:lnTo>
                  <a:lnTo>
                    <a:pt x="139344" y="32787"/>
                  </a:lnTo>
                  <a:lnTo>
                    <a:pt x="144261" y="32787"/>
                  </a:lnTo>
                  <a:lnTo>
                    <a:pt x="147540" y="32787"/>
                  </a:lnTo>
                  <a:lnTo>
                    <a:pt x="150819" y="31147"/>
                  </a:lnTo>
                  <a:lnTo>
                    <a:pt x="155737" y="27869"/>
                  </a:lnTo>
                  <a:lnTo>
                    <a:pt x="159016" y="27869"/>
                  </a:lnTo>
                  <a:lnTo>
                    <a:pt x="162294" y="24590"/>
                  </a:lnTo>
                  <a:lnTo>
                    <a:pt x="167212" y="21311"/>
                  </a:lnTo>
                  <a:lnTo>
                    <a:pt x="170491" y="21311"/>
                  </a:lnTo>
                  <a:lnTo>
                    <a:pt x="175409" y="21311"/>
                  </a:lnTo>
                  <a:lnTo>
                    <a:pt x="178688" y="19672"/>
                  </a:lnTo>
                  <a:lnTo>
                    <a:pt x="181966" y="18033"/>
                  </a:lnTo>
                  <a:lnTo>
                    <a:pt x="186884" y="16393"/>
                  </a:lnTo>
                  <a:lnTo>
                    <a:pt x="190163" y="13115"/>
                  </a:lnTo>
                  <a:lnTo>
                    <a:pt x="193442" y="11475"/>
                  </a:lnTo>
                  <a:lnTo>
                    <a:pt x="198360" y="11475"/>
                  </a:lnTo>
                  <a:lnTo>
                    <a:pt x="193442" y="9836"/>
                  </a:lnTo>
                  <a:lnTo>
                    <a:pt x="190163" y="8197"/>
                  </a:lnTo>
                  <a:lnTo>
                    <a:pt x="186884" y="6557"/>
                  </a:lnTo>
                  <a:lnTo>
                    <a:pt x="181966" y="6557"/>
                  </a:lnTo>
                  <a:lnTo>
                    <a:pt x="178688" y="6557"/>
                  </a:lnTo>
                  <a:lnTo>
                    <a:pt x="175409" y="6557"/>
                  </a:lnTo>
                  <a:lnTo>
                    <a:pt x="170491" y="6557"/>
                  </a:lnTo>
                  <a:lnTo>
                    <a:pt x="167212" y="4918"/>
                  </a:lnTo>
                  <a:lnTo>
                    <a:pt x="162294" y="4918"/>
                  </a:lnTo>
                  <a:lnTo>
                    <a:pt x="159016" y="6557"/>
                  </a:lnTo>
                  <a:lnTo>
                    <a:pt x="155737" y="6557"/>
                  </a:lnTo>
                  <a:lnTo>
                    <a:pt x="150819" y="8197"/>
                  </a:lnTo>
                  <a:lnTo>
                    <a:pt x="147540" y="8197"/>
                  </a:lnTo>
                  <a:lnTo>
                    <a:pt x="147540" y="4918"/>
                  </a:lnTo>
                  <a:lnTo>
                    <a:pt x="142622" y="3279"/>
                  </a:lnTo>
                  <a:lnTo>
                    <a:pt x="140983" y="3279"/>
                  </a:lnTo>
                  <a:lnTo>
                    <a:pt x="136065" y="1639"/>
                  </a:lnTo>
                  <a:lnTo>
                    <a:pt x="132786" y="1639"/>
                  </a:lnTo>
                  <a:lnTo>
                    <a:pt x="129508" y="0"/>
                  </a:lnTo>
                  <a:lnTo>
                    <a:pt x="124589" y="0"/>
                  </a:lnTo>
                  <a:lnTo>
                    <a:pt x="121311" y="0"/>
                  </a:lnTo>
                  <a:lnTo>
                    <a:pt x="116393" y="0"/>
                  </a:lnTo>
                  <a:lnTo>
                    <a:pt x="113114" y="3279"/>
                  </a:lnTo>
                  <a:lnTo>
                    <a:pt x="108196" y="1639"/>
                  </a:lnTo>
                  <a:lnTo>
                    <a:pt x="104917" y="1639"/>
                  </a:lnTo>
                  <a:lnTo>
                    <a:pt x="101639" y="1639"/>
                  </a:lnTo>
                  <a:lnTo>
                    <a:pt x="96721" y="1639"/>
                  </a:lnTo>
                  <a:lnTo>
                    <a:pt x="93442" y="3279"/>
                  </a:lnTo>
                  <a:lnTo>
                    <a:pt x="88524" y="3279"/>
                  </a:lnTo>
                  <a:lnTo>
                    <a:pt x="85245" y="3279"/>
                  </a:lnTo>
                  <a:lnTo>
                    <a:pt x="81967" y="4918"/>
                  </a:lnTo>
                  <a:lnTo>
                    <a:pt x="77049" y="4918"/>
                  </a:lnTo>
                  <a:lnTo>
                    <a:pt x="72131" y="6557"/>
                  </a:lnTo>
                  <a:lnTo>
                    <a:pt x="68852" y="6557"/>
                  </a:lnTo>
                  <a:lnTo>
                    <a:pt x="65573" y="9836"/>
                  </a:lnTo>
                  <a:lnTo>
                    <a:pt x="68852" y="11475"/>
                  </a:lnTo>
                  <a:lnTo>
                    <a:pt x="67213" y="14754"/>
                  </a:lnTo>
                  <a:lnTo>
                    <a:pt x="70491" y="18033"/>
                  </a:lnTo>
                  <a:lnTo>
                    <a:pt x="67213" y="18033"/>
                  </a:lnTo>
                  <a:lnTo>
                    <a:pt x="63934" y="18033"/>
                  </a:lnTo>
                  <a:lnTo>
                    <a:pt x="59016" y="14754"/>
                  </a:lnTo>
                  <a:lnTo>
                    <a:pt x="55737" y="14754"/>
                  </a:lnTo>
                  <a:lnTo>
                    <a:pt x="50819" y="14754"/>
                  </a:lnTo>
                  <a:lnTo>
                    <a:pt x="47541" y="16393"/>
                  </a:lnTo>
                  <a:lnTo>
                    <a:pt x="44262" y="19672"/>
                  </a:lnTo>
                  <a:lnTo>
                    <a:pt x="42623" y="22951"/>
                  </a:lnTo>
                  <a:lnTo>
                    <a:pt x="37705" y="24590"/>
                  </a:lnTo>
                  <a:lnTo>
                    <a:pt x="36065" y="29508"/>
                  </a:lnTo>
                  <a:lnTo>
                    <a:pt x="32787" y="32787"/>
                  </a:lnTo>
                  <a:lnTo>
                    <a:pt x="31147" y="36065"/>
                  </a:lnTo>
                  <a:lnTo>
                    <a:pt x="26229" y="37705"/>
                  </a:lnTo>
                  <a:lnTo>
                    <a:pt x="22951" y="40983"/>
                  </a:lnTo>
                  <a:lnTo>
                    <a:pt x="18033" y="44262"/>
                  </a:lnTo>
                  <a:lnTo>
                    <a:pt x="14754" y="47541"/>
                  </a:lnTo>
                  <a:lnTo>
                    <a:pt x="13114" y="50820"/>
                  </a:lnTo>
                  <a:lnTo>
                    <a:pt x="16393" y="55737"/>
                  </a:lnTo>
                  <a:lnTo>
                    <a:pt x="16393" y="59016"/>
                  </a:lnTo>
                  <a:lnTo>
                    <a:pt x="13114" y="60656"/>
                  </a:lnTo>
                  <a:lnTo>
                    <a:pt x="9836" y="65573"/>
                  </a:lnTo>
                  <a:lnTo>
                    <a:pt x="6557" y="68852"/>
                  </a:lnTo>
                  <a:lnTo>
                    <a:pt x="3279" y="72131"/>
                  </a:lnTo>
                  <a:lnTo>
                    <a:pt x="6557" y="72131"/>
                  </a:lnTo>
                  <a:lnTo>
                    <a:pt x="11475" y="72131"/>
                  </a:lnTo>
                  <a:lnTo>
                    <a:pt x="14754" y="72131"/>
                  </a:lnTo>
                  <a:lnTo>
                    <a:pt x="11475" y="7213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1" name="Freeform 3440">
              <a:extLst>
                <a:ext uri="{FF2B5EF4-FFF2-40B4-BE49-F238E27FC236}">
                  <a16:creationId xmlns:a16="http://schemas.microsoft.com/office/drawing/2014/main" id="{D325E8BD-E005-1447-8527-63FBA19DAEB2}"/>
                </a:ext>
              </a:extLst>
            </p:cNvPr>
            <p:cNvSpPr/>
            <p:nvPr/>
          </p:nvSpPr>
          <p:spPr>
            <a:xfrm>
              <a:off x="2920604" y="798519"/>
              <a:ext cx="137704" cy="50819"/>
            </a:xfrm>
            <a:custGeom>
              <a:avLst/>
              <a:gdLst>
                <a:gd name="connsiteX0" fmla="*/ 0 w 137704"/>
                <a:gd name="connsiteY0" fmla="*/ 27869 h 50819"/>
                <a:gd name="connsiteX1" fmla="*/ 0 w 137704"/>
                <a:gd name="connsiteY1" fmla="*/ 31147 h 50819"/>
                <a:gd name="connsiteX2" fmla="*/ 3279 w 137704"/>
                <a:gd name="connsiteY2" fmla="*/ 36065 h 50819"/>
                <a:gd name="connsiteX3" fmla="*/ 8197 w 137704"/>
                <a:gd name="connsiteY3" fmla="*/ 36065 h 50819"/>
                <a:gd name="connsiteX4" fmla="*/ 11475 w 137704"/>
                <a:gd name="connsiteY4" fmla="*/ 36065 h 50819"/>
                <a:gd name="connsiteX5" fmla="*/ 13115 w 137704"/>
                <a:gd name="connsiteY5" fmla="*/ 36065 h 50819"/>
                <a:gd name="connsiteX6" fmla="*/ 16393 w 137704"/>
                <a:gd name="connsiteY6" fmla="*/ 36065 h 50819"/>
                <a:gd name="connsiteX7" fmla="*/ 21311 w 137704"/>
                <a:gd name="connsiteY7" fmla="*/ 34426 h 50819"/>
                <a:gd name="connsiteX8" fmla="*/ 24590 w 137704"/>
                <a:gd name="connsiteY8" fmla="*/ 34426 h 50819"/>
                <a:gd name="connsiteX9" fmla="*/ 29508 w 137704"/>
                <a:gd name="connsiteY9" fmla="*/ 34426 h 50819"/>
                <a:gd name="connsiteX10" fmla="*/ 32787 w 137704"/>
                <a:gd name="connsiteY10" fmla="*/ 32787 h 50819"/>
                <a:gd name="connsiteX11" fmla="*/ 36065 w 137704"/>
                <a:gd name="connsiteY11" fmla="*/ 32787 h 50819"/>
                <a:gd name="connsiteX12" fmla="*/ 40983 w 137704"/>
                <a:gd name="connsiteY12" fmla="*/ 32787 h 50819"/>
                <a:gd name="connsiteX13" fmla="*/ 45901 w 137704"/>
                <a:gd name="connsiteY13" fmla="*/ 32787 h 50819"/>
                <a:gd name="connsiteX14" fmla="*/ 49180 w 137704"/>
                <a:gd name="connsiteY14" fmla="*/ 31147 h 50819"/>
                <a:gd name="connsiteX15" fmla="*/ 52459 w 137704"/>
                <a:gd name="connsiteY15" fmla="*/ 32787 h 50819"/>
                <a:gd name="connsiteX16" fmla="*/ 49180 w 137704"/>
                <a:gd name="connsiteY16" fmla="*/ 34426 h 50819"/>
                <a:gd name="connsiteX17" fmla="*/ 52459 w 137704"/>
                <a:gd name="connsiteY17" fmla="*/ 36065 h 50819"/>
                <a:gd name="connsiteX18" fmla="*/ 57377 w 137704"/>
                <a:gd name="connsiteY18" fmla="*/ 36065 h 50819"/>
                <a:gd name="connsiteX19" fmla="*/ 60655 w 137704"/>
                <a:gd name="connsiteY19" fmla="*/ 34426 h 50819"/>
                <a:gd name="connsiteX20" fmla="*/ 63934 w 137704"/>
                <a:gd name="connsiteY20" fmla="*/ 34426 h 50819"/>
                <a:gd name="connsiteX21" fmla="*/ 68852 w 137704"/>
                <a:gd name="connsiteY21" fmla="*/ 36065 h 50819"/>
                <a:gd name="connsiteX22" fmla="*/ 72131 w 137704"/>
                <a:gd name="connsiteY22" fmla="*/ 36065 h 50819"/>
                <a:gd name="connsiteX23" fmla="*/ 77049 w 137704"/>
                <a:gd name="connsiteY23" fmla="*/ 36065 h 50819"/>
                <a:gd name="connsiteX24" fmla="*/ 80327 w 137704"/>
                <a:gd name="connsiteY24" fmla="*/ 37705 h 50819"/>
                <a:gd name="connsiteX25" fmla="*/ 83606 w 137704"/>
                <a:gd name="connsiteY25" fmla="*/ 37705 h 50819"/>
                <a:gd name="connsiteX26" fmla="*/ 86885 w 137704"/>
                <a:gd name="connsiteY26" fmla="*/ 40983 h 50819"/>
                <a:gd name="connsiteX27" fmla="*/ 83606 w 137704"/>
                <a:gd name="connsiteY27" fmla="*/ 42623 h 50819"/>
                <a:gd name="connsiteX28" fmla="*/ 81967 w 137704"/>
                <a:gd name="connsiteY28" fmla="*/ 45901 h 50819"/>
                <a:gd name="connsiteX29" fmla="*/ 86885 w 137704"/>
                <a:gd name="connsiteY29" fmla="*/ 49180 h 50819"/>
                <a:gd name="connsiteX30" fmla="*/ 90164 w 137704"/>
                <a:gd name="connsiteY30" fmla="*/ 49180 h 50819"/>
                <a:gd name="connsiteX31" fmla="*/ 93442 w 137704"/>
                <a:gd name="connsiteY31" fmla="*/ 50820 h 50819"/>
                <a:gd name="connsiteX32" fmla="*/ 96721 w 137704"/>
                <a:gd name="connsiteY32" fmla="*/ 50820 h 50819"/>
                <a:gd name="connsiteX33" fmla="*/ 101639 w 137704"/>
                <a:gd name="connsiteY33" fmla="*/ 50820 h 50819"/>
                <a:gd name="connsiteX34" fmla="*/ 104917 w 137704"/>
                <a:gd name="connsiteY34" fmla="*/ 50820 h 50819"/>
                <a:gd name="connsiteX35" fmla="*/ 109836 w 137704"/>
                <a:gd name="connsiteY35" fmla="*/ 49180 h 50819"/>
                <a:gd name="connsiteX36" fmla="*/ 113114 w 137704"/>
                <a:gd name="connsiteY36" fmla="*/ 49180 h 50819"/>
                <a:gd name="connsiteX37" fmla="*/ 118032 w 137704"/>
                <a:gd name="connsiteY37" fmla="*/ 47541 h 50819"/>
                <a:gd name="connsiteX38" fmla="*/ 121311 w 137704"/>
                <a:gd name="connsiteY38" fmla="*/ 47541 h 50819"/>
                <a:gd name="connsiteX39" fmla="*/ 126229 w 137704"/>
                <a:gd name="connsiteY39" fmla="*/ 44262 h 50819"/>
                <a:gd name="connsiteX40" fmla="*/ 129508 w 137704"/>
                <a:gd name="connsiteY40" fmla="*/ 42623 h 50819"/>
                <a:gd name="connsiteX41" fmla="*/ 127868 w 137704"/>
                <a:gd name="connsiteY41" fmla="*/ 39344 h 50819"/>
                <a:gd name="connsiteX42" fmla="*/ 126229 w 137704"/>
                <a:gd name="connsiteY42" fmla="*/ 34426 h 50819"/>
                <a:gd name="connsiteX43" fmla="*/ 122950 w 137704"/>
                <a:gd name="connsiteY43" fmla="*/ 34426 h 50819"/>
                <a:gd name="connsiteX44" fmla="*/ 126229 w 137704"/>
                <a:gd name="connsiteY44" fmla="*/ 31147 h 50819"/>
                <a:gd name="connsiteX45" fmla="*/ 131147 w 137704"/>
                <a:gd name="connsiteY45" fmla="*/ 29508 h 50819"/>
                <a:gd name="connsiteX46" fmla="*/ 134426 w 137704"/>
                <a:gd name="connsiteY46" fmla="*/ 27869 h 50819"/>
                <a:gd name="connsiteX47" fmla="*/ 137704 w 137704"/>
                <a:gd name="connsiteY47" fmla="*/ 26229 h 50819"/>
                <a:gd name="connsiteX48" fmla="*/ 134426 w 137704"/>
                <a:gd name="connsiteY48" fmla="*/ 22951 h 50819"/>
                <a:gd name="connsiteX49" fmla="*/ 129508 w 137704"/>
                <a:gd name="connsiteY49" fmla="*/ 24590 h 50819"/>
                <a:gd name="connsiteX50" fmla="*/ 132786 w 137704"/>
                <a:gd name="connsiteY50" fmla="*/ 22951 h 50819"/>
                <a:gd name="connsiteX51" fmla="*/ 136065 w 137704"/>
                <a:gd name="connsiteY51" fmla="*/ 21311 h 50819"/>
                <a:gd name="connsiteX52" fmla="*/ 136065 w 137704"/>
                <a:gd name="connsiteY52" fmla="*/ 19672 h 50819"/>
                <a:gd name="connsiteX53" fmla="*/ 132786 w 137704"/>
                <a:gd name="connsiteY53" fmla="*/ 19672 h 50819"/>
                <a:gd name="connsiteX54" fmla="*/ 127868 w 137704"/>
                <a:gd name="connsiteY54" fmla="*/ 18033 h 50819"/>
                <a:gd name="connsiteX55" fmla="*/ 122950 w 137704"/>
                <a:gd name="connsiteY55" fmla="*/ 18033 h 50819"/>
                <a:gd name="connsiteX56" fmla="*/ 119672 w 137704"/>
                <a:gd name="connsiteY56" fmla="*/ 18033 h 50819"/>
                <a:gd name="connsiteX57" fmla="*/ 116393 w 137704"/>
                <a:gd name="connsiteY57" fmla="*/ 19672 h 50819"/>
                <a:gd name="connsiteX58" fmla="*/ 111475 w 137704"/>
                <a:gd name="connsiteY58" fmla="*/ 18033 h 50819"/>
                <a:gd name="connsiteX59" fmla="*/ 116393 w 137704"/>
                <a:gd name="connsiteY59" fmla="*/ 16393 h 50819"/>
                <a:gd name="connsiteX60" fmla="*/ 119672 w 137704"/>
                <a:gd name="connsiteY60" fmla="*/ 14754 h 50819"/>
                <a:gd name="connsiteX61" fmla="*/ 116393 w 137704"/>
                <a:gd name="connsiteY61" fmla="*/ 13115 h 50819"/>
                <a:gd name="connsiteX62" fmla="*/ 111475 w 137704"/>
                <a:gd name="connsiteY62" fmla="*/ 9836 h 50819"/>
                <a:gd name="connsiteX63" fmla="*/ 108196 w 137704"/>
                <a:gd name="connsiteY63" fmla="*/ 9836 h 50819"/>
                <a:gd name="connsiteX64" fmla="*/ 104917 w 137704"/>
                <a:gd name="connsiteY64" fmla="*/ 9836 h 50819"/>
                <a:gd name="connsiteX65" fmla="*/ 101639 w 137704"/>
                <a:gd name="connsiteY65" fmla="*/ 9836 h 50819"/>
                <a:gd name="connsiteX66" fmla="*/ 96721 w 137704"/>
                <a:gd name="connsiteY66" fmla="*/ 11475 h 50819"/>
                <a:gd name="connsiteX67" fmla="*/ 93442 w 137704"/>
                <a:gd name="connsiteY67" fmla="*/ 11475 h 50819"/>
                <a:gd name="connsiteX68" fmla="*/ 90164 w 137704"/>
                <a:gd name="connsiteY68" fmla="*/ 11475 h 50819"/>
                <a:gd name="connsiteX69" fmla="*/ 86885 w 137704"/>
                <a:gd name="connsiteY69" fmla="*/ 14754 h 50819"/>
                <a:gd name="connsiteX70" fmla="*/ 81967 w 137704"/>
                <a:gd name="connsiteY70" fmla="*/ 14754 h 50819"/>
                <a:gd name="connsiteX71" fmla="*/ 78688 w 137704"/>
                <a:gd name="connsiteY71" fmla="*/ 16393 h 50819"/>
                <a:gd name="connsiteX72" fmla="*/ 81967 w 137704"/>
                <a:gd name="connsiteY72" fmla="*/ 13115 h 50819"/>
                <a:gd name="connsiteX73" fmla="*/ 86885 w 137704"/>
                <a:gd name="connsiteY73" fmla="*/ 9836 h 50819"/>
                <a:gd name="connsiteX74" fmla="*/ 85245 w 137704"/>
                <a:gd name="connsiteY74" fmla="*/ 6557 h 50819"/>
                <a:gd name="connsiteX75" fmla="*/ 83606 w 137704"/>
                <a:gd name="connsiteY75" fmla="*/ 3279 h 50819"/>
                <a:gd name="connsiteX76" fmla="*/ 80327 w 137704"/>
                <a:gd name="connsiteY76" fmla="*/ 1639 h 50819"/>
                <a:gd name="connsiteX77" fmla="*/ 75409 w 137704"/>
                <a:gd name="connsiteY77" fmla="*/ 1639 h 50819"/>
                <a:gd name="connsiteX78" fmla="*/ 72131 w 137704"/>
                <a:gd name="connsiteY78" fmla="*/ 0 h 50819"/>
                <a:gd name="connsiteX79" fmla="*/ 68852 w 137704"/>
                <a:gd name="connsiteY79" fmla="*/ 0 h 50819"/>
                <a:gd name="connsiteX80" fmla="*/ 63934 w 137704"/>
                <a:gd name="connsiteY80" fmla="*/ 0 h 50819"/>
                <a:gd name="connsiteX81" fmla="*/ 60655 w 137704"/>
                <a:gd name="connsiteY81" fmla="*/ 1639 h 50819"/>
                <a:gd name="connsiteX82" fmla="*/ 55737 w 137704"/>
                <a:gd name="connsiteY82" fmla="*/ 1639 h 50819"/>
                <a:gd name="connsiteX83" fmla="*/ 52459 w 137704"/>
                <a:gd name="connsiteY83" fmla="*/ 1639 h 50819"/>
                <a:gd name="connsiteX84" fmla="*/ 47541 w 137704"/>
                <a:gd name="connsiteY84" fmla="*/ 1639 h 50819"/>
                <a:gd name="connsiteX85" fmla="*/ 44262 w 137704"/>
                <a:gd name="connsiteY85" fmla="*/ 1639 h 50819"/>
                <a:gd name="connsiteX86" fmla="*/ 39344 w 137704"/>
                <a:gd name="connsiteY86" fmla="*/ 1639 h 50819"/>
                <a:gd name="connsiteX87" fmla="*/ 36065 w 137704"/>
                <a:gd name="connsiteY87" fmla="*/ 1639 h 50819"/>
                <a:gd name="connsiteX88" fmla="*/ 31147 w 137704"/>
                <a:gd name="connsiteY88" fmla="*/ 1639 h 50819"/>
                <a:gd name="connsiteX89" fmla="*/ 27869 w 137704"/>
                <a:gd name="connsiteY89" fmla="*/ 3279 h 50819"/>
                <a:gd name="connsiteX90" fmla="*/ 24590 w 137704"/>
                <a:gd name="connsiteY90" fmla="*/ 4918 h 50819"/>
                <a:gd name="connsiteX91" fmla="*/ 19672 w 137704"/>
                <a:gd name="connsiteY91" fmla="*/ 6557 h 50819"/>
                <a:gd name="connsiteX92" fmla="*/ 16393 w 137704"/>
                <a:gd name="connsiteY92" fmla="*/ 8197 h 50819"/>
                <a:gd name="connsiteX93" fmla="*/ 21311 w 137704"/>
                <a:gd name="connsiteY93" fmla="*/ 11475 h 50819"/>
                <a:gd name="connsiteX94" fmla="*/ 24590 w 137704"/>
                <a:gd name="connsiteY94" fmla="*/ 11475 h 50819"/>
                <a:gd name="connsiteX95" fmla="*/ 27869 w 137704"/>
                <a:gd name="connsiteY95" fmla="*/ 9836 h 50819"/>
                <a:gd name="connsiteX96" fmla="*/ 32787 w 137704"/>
                <a:gd name="connsiteY96" fmla="*/ 11475 h 50819"/>
                <a:gd name="connsiteX97" fmla="*/ 27869 w 137704"/>
                <a:gd name="connsiteY97" fmla="*/ 13115 h 50819"/>
                <a:gd name="connsiteX98" fmla="*/ 24590 w 137704"/>
                <a:gd name="connsiteY98" fmla="*/ 14754 h 50819"/>
                <a:gd name="connsiteX99" fmla="*/ 19672 w 137704"/>
                <a:gd name="connsiteY99" fmla="*/ 16393 h 50819"/>
                <a:gd name="connsiteX100" fmla="*/ 16393 w 137704"/>
                <a:gd name="connsiteY100" fmla="*/ 18033 h 50819"/>
                <a:gd name="connsiteX101" fmla="*/ 19672 w 137704"/>
                <a:gd name="connsiteY101" fmla="*/ 18033 h 50819"/>
                <a:gd name="connsiteX102" fmla="*/ 22951 w 137704"/>
                <a:gd name="connsiteY102" fmla="*/ 18033 h 50819"/>
                <a:gd name="connsiteX103" fmla="*/ 27869 w 137704"/>
                <a:gd name="connsiteY103" fmla="*/ 16393 h 50819"/>
                <a:gd name="connsiteX104" fmla="*/ 31147 w 137704"/>
                <a:gd name="connsiteY104" fmla="*/ 16393 h 50819"/>
                <a:gd name="connsiteX105" fmla="*/ 36065 w 137704"/>
                <a:gd name="connsiteY105" fmla="*/ 14754 h 50819"/>
                <a:gd name="connsiteX106" fmla="*/ 39344 w 137704"/>
                <a:gd name="connsiteY106" fmla="*/ 13115 h 50819"/>
                <a:gd name="connsiteX107" fmla="*/ 42623 w 137704"/>
                <a:gd name="connsiteY107" fmla="*/ 13115 h 50819"/>
                <a:gd name="connsiteX108" fmla="*/ 47541 w 137704"/>
                <a:gd name="connsiteY108" fmla="*/ 13115 h 50819"/>
                <a:gd name="connsiteX109" fmla="*/ 44262 w 137704"/>
                <a:gd name="connsiteY109" fmla="*/ 16393 h 50819"/>
                <a:gd name="connsiteX110" fmla="*/ 39344 w 137704"/>
                <a:gd name="connsiteY110" fmla="*/ 18033 h 50819"/>
                <a:gd name="connsiteX111" fmla="*/ 36065 w 137704"/>
                <a:gd name="connsiteY111" fmla="*/ 18033 h 50819"/>
                <a:gd name="connsiteX112" fmla="*/ 36065 w 137704"/>
                <a:gd name="connsiteY112" fmla="*/ 19672 h 50819"/>
                <a:gd name="connsiteX113" fmla="*/ 40983 w 137704"/>
                <a:gd name="connsiteY113" fmla="*/ 19672 h 50819"/>
                <a:gd name="connsiteX114" fmla="*/ 44262 w 137704"/>
                <a:gd name="connsiteY114" fmla="*/ 18033 h 50819"/>
                <a:gd name="connsiteX115" fmla="*/ 49180 w 137704"/>
                <a:gd name="connsiteY115" fmla="*/ 19672 h 50819"/>
                <a:gd name="connsiteX116" fmla="*/ 52459 w 137704"/>
                <a:gd name="connsiteY116" fmla="*/ 18033 h 50819"/>
                <a:gd name="connsiteX117" fmla="*/ 49180 w 137704"/>
                <a:gd name="connsiteY117" fmla="*/ 21311 h 50819"/>
                <a:gd name="connsiteX118" fmla="*/ 44262 w 137704"/>
                <a:gd name="connsiteY118" fmla="*/ 22951 h 50819"/>
                <a:gd name="connsiteX119" fmla="*/ 40983 w 137704"/>
                <a:gd name="connsiteY119" fmla="*/ 22951 h 50819"/>
                <a:gd name="connsiteX120" fmla="*/ 37705 w 137704"/>
                <a:gd name="connsiteY120" fmla="*/ 22951 h 50819"/>
                <a:gd name="connsiteX121" fmla="*/ 32787 w 137704"/>
                <a:gd name="connsiteY121" fmla="*/ 22951 h 50819"/>
                <a:gd name="connsiteX122" fmla="*/ 37705 w 137704"/>
                <a:gd name="connsiteY122" fmla="*/ 24590 h 50819"/>
                <a:gd name="connsiteX123" fmla="*/ 40983 w 137704"/>
                <a:gd name="connsiteY123" fmla="*/ 24590 h 50819"/>
                <a:gd name="connsiteX124" fmla="*/ 45901 w 137704"/>
                <a:gd name="connsiteY124" fmla="*/ 24590 h 50819"/>
                <a:gd name="connsiteX125" fmla="*/ 40983 w 137704"/>
                <a:gd name="connsiteY125" fmla="*/ 26229 h 50819"/>
                <a:gd name="connsiteX126" fmla="*/ 37705 w 137704"/>
                <a:gd name="connsiteY126" fmla="*/ 27869 h 50819"/>
                <a:gd name="connsiteX127" fmla="*/ 32787 w 137704"/>
                <a:gd name="connsiteY127" fmla="*/ 27869 h 50819"/>
                <a:gd name="connsiteX128" fmla="*/ 29508 w 137704"/>
                <a:gd name="connsiteY128" fmla="*/ 27869 h 50819"/>
                <a:gd name="connsiteX129" fmla="*/ 26229 w 137704"/>
                <a:gd name="connsiteY129" fmla="*/ 26229 h 50819"/>
                <a:gd name="connsiteX130" fmla="*/ 22951 w 137704"/>
                <a:gd name="connsiteY130" fmla="*/ 26229 h 50819"/>
                <a:gd name="connsiteX131" fmla="*/ 18033 w 137704"/>
                <a:gd name="connsiteY131" fmla="*/ 26229 h 50819"/>
                <a:gd name="connsiteX132" fmla="*/ 14754 w 137704"/>
                <a:gd name="connsiteY132" fmla="*/ 26229 h 50819"/>
                <a:gd name="connsiteX133" fmla="*/ 11475 w 137704"/>
                <a:gd name="connsiteY133" fmla="*/ 26229 h 50819"/>
                <a:gd name="connsiteX134" fmla="*/ 6557 w 137704"/>
                <a:gd name="connsiteY134" fmla="*/ 26229 h 50819"/>
                <a:gd name="connsiteX135" fmla="*/ 3279 w 137704"/>
                <a:gd name="connsiteY135" fmla="*/ 27869 h 50819"/>
                <a:gd name="connsiteX136" fmla="*/ 0 w 137704"/>
                <a:gd name="connsiteY136" fmla="*/ 27869 h 50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137704" h="50819">
                  <a:moveTo>
                    <a:pt x="0" y="27869"/>
                  </a:moveTo>
                  <a:lnTo>
                    <a:pt x="0" y="31147"/>
                  </a:lnTo>
                  <a:lnTo>
                    <a:pt x="3279" y="36065"/>
                  </a:lnTo>
                  <a:lnTo>
                    <a:pt x="8197" y="36065"/>
                  </a:lnTo>
                  <a:lnTo>
                    <a:pt x="11475" y="36065"/>
                  </a:lnTo>
                  <a:lnTo>
                    <a:pt x="13115" y="36065"/>
                  </a:lnTo>
                  <a:lnTo>
                    <a:pt x="16393" y="36065"/>
                  </a:lnTo>
                  <a:lnTo>
                    <a:pt x="21311" y="34426"/>
                  </a:lnTo>
                  <a:lnTo>
                    <a:pt x="24590" y="34426"/>
                  </a:lnTo>
                  <a:lnTo>
                    <a:pt x="29508" y="34426"/>
                  </a:lnTo>
                  <a:lnTo>
                    <a:pt x="32787" y="32787"/>
                  </a:lnTo>
                  <a:lnTo>
                    <a:pt x="36065" y="32787"/>
                  </a:lnTo>
                  <a:lnTo>
                    <a:pt x="40983" y="32787"/>
                  </a:lnTo>
                  <a:lnTo>
                    <a:pt x="45901" y="32787"/>
                  </a:lnTo>
                  <a:lnTo>
                    <a:pt x="49180" y="31147"/>
                  </a:lnTo>
                  <a:lnTo>
                    <a:pt x="52459" y="32787"/>
                  </a:lnTo>
                  <a:lnTo>
                    <a:pt x="49180" y="34426"/>
                  </a:lnTo>
                  <a:lnTo>
                    <a:pt x="52459" y="36065"/>
                  </a:lnTo>
                  <a:lnTo>
                    <a:pt x="57377" y="36065"/>
                  </a:lnTo>
                  <a:lnTo>
                    <a:pt x="60655" y="34426"/>
                  </a:lnTo>
                  <a:lnTo>
                    <a:pt x="63934" y="34426"/>
                  </a:lnTo>
                  <a:lnTo>
                    <a:pt x="68852" y="36065"/>
                  </a:lnTo>
                  <a:lnTo>
                    <a:pt x="72131" y="36065"/>
                  </a:lnTo>
                  <a:lnTo>
                    <a:pt x="77049" y="36065"/>
                  </a:lnTo>
                  <a:lnTo>
                    <a:pt x="80327" y="37705"/>
                  </a:lnTo>
                  <a:lnTo>
                    <a:pt x="83606" y="37705"/>
                  </a:lnTo>
                  <a:lnTo>
                    <a:pt x="86885" y="40983"/>
                  </a:lnTo>
                  <a:lnTo>
                    <a:pt x="83606" y="42623"/>
                  </a:lnTo>
                  <a:lnTo>
                    <a:pt x="81967" y="45901"/>
                  </a:lnTo>
                  <a:lnTo>
                    <a:pt x="86885" y="49180"/>
                  </a:lnTo>
                  <a:lnTo>
                    <a:pt x="90164" y="49180"/>
                  </a:lnTo>
                  <a:lnTo>
                    <a:pt x="93442" y="50820"/>
                  </a:lnTo>
                  <a:lnTo>
                    <a:pt x="96721" y="50820"/>
                  </a:lnTo>
                  <a:lnTo>
                    <a:pt x="101639" y="50820"/>
                  </a:lnTo>
                  <a:lnTo>
                    <a:pt x="104917" y="50820"/>
                  </a:lnTo>
                  <a:lnTo>
                    <a:pt x="109836" y="49180"/>
                  </a:lnTo>
                  <a:lnTo>
                    <a:pt x="113114" y="49180"/>
                  </a:lnTo>
                  <a:lnTo>
                    <a:pt x="118032" y="47541"/>
                  </a:lnTo>
                  <a:lnTo>
                    <a:pt x="121311" y="47541"/>
                  </a:lnTo>
                  <a:lnTo>
                    <a:pt x="126229" y="44262"/>
                  </a:lnTo>
                  <a:lnTo>
                    <a:pt x="129508" y="42623"/>
                  </a:lnTo>
                  <a:lnTo>
                    <a:pt x="127868" y="39344"/>
                  </a:lnTo>
                  <a:lnTo>
                    <a:pt x="126229" y="34426"/>
                  </a:lnTo>
                  <a:lnTo>
                    <a:pt x="122950" y="34426"/>
                  </a:lnTo>
                  <a:lnTo>
                    <a:pt x="126229" y="31147"/>
                  </a:lnTo>
                  <a:lnTo>
                    <a:pt x="131147" y="29508"/>
                  </a:lnTo>
                  <a:lnTo>
                    <a:pt x="134426" y="27869"/>
                  </a:lnTo>
                  <a:lnTo>
                    <a:pt x="137704" y="26229"/>
                  </a:lnTo>
                  <a:lnTo>
                    <a:pt x="134426" y="22951"/>
                  </a:lnTo>
                  <a:lnTo>
                    <a:pt x="129508" y="24590"/>
                  </a:lnTo>
                  <a:lnTo>
                    <a:pt x="132786" y="22951"/>
                  </a:lnTo>
                  <a:lnTo>
                    <a:pt x="136065" y="21311"/>
                  </a:lnTo>
                  <a:lnTo>
                    <a:pt x="136065" y="19672"/>
                  </a:lnTo>
                  <a:lnTo>
                    <a:pt x="132786" y="19672"/>
                  </a:lnTo>
                  <a:lnTo>
                    <a:pt x="127868" y="18033"/>
                  </a:lnTo>
                  <a:lnTo>
                    <a:pt x="122950" y="18033"/>
                  </a:lnTo>
                  <a:lnTo>
                    <a:pt x="119672" y="18033"/>
                  </a:lnTo>
                  <a:lnTo>
                    <a:pt x="116393" y="19672"/>
                  </a:lnTo>
                  <a:lnTo>
                    <a:pt x="111475" y="18033"/>
                  </a:lnTo>
                  <a:lnTo>
                    <a:pt x="116393" y="16393"/>
                  </a:lnTo>
                  <a:lnTo>
                    <a:pt x="119672" y="14754"/>
                  </a:lnTo>
                  <a:lnTo>
                    <a:pt x="116393" y="13115"/>
                  </a:lnTo>
                  <a:lnTo>
                    <a:pt x="111475" y="9836"/>
                  </a:lnTo>
                  <a:lnTo>
                    <a:pt x="108196" y="9836"/>
                  </a:lnTo>
                  <a:lnTo>
                    <a:pt x="104917" y="9836"/>
                  </a:lnTo>
                  <a:lnTo>
                    <a:pt x="101639" y="9836"/>
                  </a:lnTo>
                  <a:lnTo>
                    <a:pt x="96721" y="11475"/>
                  </a:lnTo>
                  <a:lnTo>
                    <a:pt x="93442" y="11475"/>
                  </a:lnTo>
                  <a:lnTo>
                    <a:pt x="90164" y="11475"/>
                  </a:lnTo>
                  <a:lnTo>
                    <a:pt x="86885" y="14754"/>
                  </a:lnTo>
                  <a:lnTo>
                    <a:pt x="81967" y="14754"/>
                  </a:lnTo>
                  <a:lnTo>
                    <a:pt x="78688" y="16393"/>
                  </a:lnTo>
                  <a:lnTo>
                    <a:pt x="81967" y="13115"/>
                  </a:lnTo>
                  <a:lnTo>
                    <a:pt x="86885" y="9836"/>
                  </a:lnTo>
                  <a:lnTo>
                    <a:pt x="85245" y="6557"/>
                  </a:lnTo>
                  <a:lnTo>
                    <a:pt x="83606" y="3279"/>
                  </a:lnTo>
                  <a:lnTo>
                    <a:pt x="80327" y="1639"/>
                  </a:lnTo>
                  <a:lnTo>
                    <a:pt x="75409" y="1639"/>
                  </a:lnTo>
                  <a:lnTo>
                    <a:pt x="72131" y="0"/>
                  </a:lnTo>
                  <a:lnTo>
                    <a:pt x="68852" y="0"/>
                  </a:lnTo>
                  <a:lnTo>
                    <a:pt x="63934" y="0"/>
                  </a:lnTo>
                  <a:lnTo>
                    <a:pt x="60655" y="1639"/>
                  </a:lnTo>
                  <a:lnTo>
                    <a:pt x="55737" y="1639"/>
                  </a:lnTo>
                  <a:lnTo>
                    <a:pt x="52459" y="1639"/>
                  </a:lnTo>
                  <a:lnTo>
                    <a:pt x="47541" y="1639"/>
                  </a:lnTo>
                  <a:lnTo>
                    <a:pt x="44262" y="1639"/>
                  </a:lnTo>
                  <a:lnTo>
                    <a:pt x="39344" y="1639"/>
                  </a:lnTo>
                  <a:lnTo>
                    <a:pt x="36065" y="1639"/>
                  </a:lnTo>
                  <a:lnTo>
                    <a:pt x="31147" y="1639"/>
                  </a:lnTo>
                  <a:lnTo>
                    <a:pt x="27869" y="3279"/>
                  </a:lnTo>
                  <a:lnTo>
                    <a:pt x="24590" y="4918"/>
                  </a:lnTo>
                  <a:lnTo>
                    <a:pt x="19672" y="6557"/>
                  </a:lnTo>
                  <a:lnTo>
                    <a:pt x="16393" y="8197"/>
                  </a:lnTo>
                  <a:lnTo>
                    <a:pt x="21311" y="11475"/>
                  </a:lnTo>
                  <a:lnTo>
                    <a:pt x="24590" y="11475"/>
                  </a:lnTo>
                  <a:lnTo>
                    <a:pt x="27869" y="9836"/>
                  </a:lnTo>
                  <a:lnTo>
                    <a:pt x="32787" y="11475"/>
                  </a:lnTo>
                  <a:lnTo>
                    <a:pt x="27869" y="13115"/>
                  </a:lnTo>
                  <a:lnTo>
                    <a:pt x="24590" y="14754"/>
                  </a:lnTo>
                  <a:lnTo>
                    <a:pt x="19672" y="16393"/>
                  </a:lnTo>
                  <a:lnTo>
                    <a:pt x="16393" y="18033"/>
                  </a:lnTo>
                  <a:lnTo>
                    <a:pt x="19672" y="18033"/>
                  </a:lnTo>
                  <a:lnTo>
                    <a:pt x="22951" y="18033"/>
                  </a:lnTo>
                  <a:lnTo>
                    <a:pt x="27869" y="16393"/>
                  </a:lnTo>
                  <a:lnTo>
                    <a:pt x="31147" y="16393"/>
                  </a:lnTo>
                  <a:lnTo>
                    <a:pt x="36065" y="14754"/>
                  </a:lnTo>
                  <a:lnTo>
                    <a:pt x="39344" y="13115"/>
                  </a:lnTo>
                  <a:lnTo>
                    <a:pt x="42623" y="13115"/>
                  </a:lnTo>
                  <a:lnTo>
                    <a:pt x="47541" y="13115"/>
                  </a:lnTo>
                  <a:lnTo>
                    <a:pt x="44262" y="16393"/>
                  </a:lnTo>
                  <a:lnTo>
                    <a:pt x="39344" y="18033"/>
                  </a:lnTo>
                  <a:lnTo>
                    <a:pt x="36065" y="18033"/>
                  </a:lnTo>
                  <a:lnTo>
                    <a:pt x="36065" y="19672"/>
                  </a:lnTo>
                  <a:lnTo>
                    <a:pt x="40983" y="19672"/>
                  </a:lnTo>
                  <a:lnTo>
                    <a:pt x="44262" y="18033"/>
                  </a:lnTo>
                  <a:lnTo>
                    <a:pt x="49180" y="19672"/>
                  </a:lnTo>
                  <a:lnTo>
                    <a:pt x="52459" y="18033"/>
                  </a:lnTo>
                  <a:lnTo>
                    <a:pt x="49180" y="21311"/>
                  </a:lnTo>
                  <a:lnTo>
                    <a:pt x="44262" y="22951"/>
                  </a:lnTo>
                  <a:lnTo>
                    <a:pt x="40983" y="22951"/>
                  </a:lnTo>
                  <a:lnTo>
                    <a:pt x="37705" y="22951"/>
                  </a:lnTo>
                  <a:lnTo>
                    <a:pt x="32787" y="22951"/>
                  </a:lnTo>
                  <a:lnTo>
                    <a:pt x="37705" y="24590"/>
                  </a:lnTo>
                  <a:lnTo>
                    <a:pt x="40983" y="24590"/>
                  </a:lnTo>
                  <a:lnTo>
                    <a:pt x="45901" y="24590"/>
                  </a:lnTo>
                  <a:lnTo>
                    <a:pt x="40983" y="26229"/>
                  </a:lnTo>
                  <a:lnTo>
                    <a:pt x="37705" y="27869"/>
                  </a:lnTo>
                  <a:lnTo>
                    <a:pt x="32787" y="27869"/>
                  </a:lnTo>
                  <a:lnTo>
                    <a:pt x="29508" y="27869"/>
                  </a:lnTo>
                  <a:lnTo>
                    <a:pt x="26229" y="26229"/>
                  </a:lnTo>
                  <a:lnTo>
                    <a:pt x="22951" y="26229"/>
                  </a:lnTo>
                  <a:lnTo>
                    <a:pt x="18033" y="26229"/>
                  </a:lnTo>
                  <a:lnTo>
                    <a:pt x="14754" y="26229"/>
                  </a:lnTo>
                  <a:lnTo>
                    <a:pt x="11475" y="26229"/>
                  </a:lnTo>
                  <a:lnTo>
                    <a:pt x="6557" y="26229"/>
                  </a:lnTo>
                  <a:lnTo>
                    <a:pt x="3279" y="27869"/>
                  </a:lnTo>
                  <a:lnTo>
                    <a:pt x="0" y="2786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2" name="Freeform 3441">
              <a:extLst>
                <a:ext uri="{FF2B5EF4-FFF2-40B4-BE49-F238E27FC236}">
                  <a16:creationId xmlns:a16="http://schemas.microsoft.com/office/drawing/2014/main" id="{2D52C9D7-0874-A74E-A7D5-9ADBDFB8093F}"/>
                </a:ext>
              </a:extLst>
            </p:cNvPr>
            <p:cNvSpPr/>
            <p:nvPr/>
          </p:nvSpPr>
          <p:spPr>
            <a:xfrm>
              <a:off x="2920604" y="883764"/>
              <a:ext cx="40983" cy="6557"/>
            </a:xfrm>
            <a:custGeom>
              <a:avLst/>
              <a:gdLst>
                <a:gd name="connsiteX0" fmla="*/ 39344 w 40983"/>
                <a:gd name="connsiteY0" fmla="*/ 0 h 6557"/>
                <a:gd name="connsiteX1" fmla="*/ 40983 w 40983"/>
                <a:gd name="connsiteY1" fmla="*/ 0 h 6557"/>
                <a:gd name="connsiteX2" fmla="*/ 36065 w 40983"/>
                <a:gd name="connsiteY2" fmla="*/ 0 h 6557"/>
                <a:gd name="connsiteX3" fmla="*/ 32787 w 40983"/>
                <a:gd name="connsiteY3" fmla="*/ 0 h 6557"/>
                <a:gd name="connsiteX4" fmla="*/ 27869 w 40983"/>
                <a:gd name="connsiteY4" fmla="*/ 0 h 6557"/>
                <a:gd name="connsiteX5" fmla="*/ 24590 w 40983"/>
                <a:gd name="connsiteY5" fmla="*/ 0 h 6557"/>
                <a:gd name="connsiteX6" fmla="*/ 19672 w 40983"/>
                <a:gd name="connsiteY6" fmla="*/ 1639 h 6557"/>
                <a:gd name="connsiteX7" fmla="*/ 16393 w 40983"/>
                <a:gd name="connsiteY7" fmla="*/ 1639 h 6557"/>
                <a:gd name="connsiteX8" fmla="*/ 13115 w 40983"/>
                <a:gd name="connsiteY8" fmla="*/ 3279 h 6557"/>
                <a:gd name="connsiteX9" fmla="*/ 9836 w 40983"/>
                <a:gd name="connsiteY9" fmla="*/ 3279 h 6557"/>
                <a:gd name="connsiteX10" fmla="*/ 4918 w 40983"/>
                <a:gd name="connsiteY10" fmla="*/ 3279 h 6557"/>
                <a:gd name="connsiteX11" fmla="*/ 0 w 40983"/>
                <a:gd name="connsiteY11" fmla="*/ 6557 h 6557"/>
                <a:gd name="connsiteX12" fmla="*/ 4918 w 40983"/>
                <a:gd name="connsiteY12" fmla="*/ 6557 h 6557"/>
                <a:gd name="connsiteX13" fmla="*/ 8197 w 40983"/>
                <a:gd name="connsiteY13" fmla="*/ 4918 h 6557"/>
                <a:gd name="connsiteX14" fmla="*/ 13115 w 40983"/>
                <a:gd name="connsiteY14" fmla="*/ 4918 h 6557"/>
                <a:gd name="connsiteX15" fmla="*/ 18033 w 40983"/>
                <a:gd name="connsiteY15" fmla="*/ 4918 h 6557"/>
                <a:gd name="connsiteX16" fmla="*/ 21311 w 40983"/>
                <a:gd name="connsiteY16" fmla="*/ 3279 h 6557"/>
                <a:gd name="connsiteX17" fmla="*/ 26229 w 40983"/>
                <a:gd name="connsiteY17" fmla="*/ 3279 h 6557"/>
                <a:gd name="connsiteX18" fmla="*/ 29508 w 40983"/>
                <a:gd name="connsiteY18" fmla="*/ 1639 h 6557"/>
                <a:gd name="connsiteX19" fmla="*/ 34426 w 40983"/>
                <a:gd name="connsiteY19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983" h="6557">
                  <a:moveTo>
                    <a:pt x="39344" y="0"/>
                  </a:moveTo>
                  <a:lnTo>
                    <a:pt x="40983" y="0"/>
                  </a:lnTo>
                  <a:lnTo>
                    <a:pt x="36065" y="0"/>
                  </a:lnTo>
                  <a:lnTo>
                    <a:pt x="32787" y="0"/>
                  </a:lnTo>
                  <a:lnTo>
                    <a:pt x="27869" y="0"/>
                  </a:lnTo>
                  <a:lnTo>
                    <a:pt x="24590" y="0"/>
                  </a:lnTo>
                  <a:lnTo>
                    <a:pt x="19672" y="1639"/>
                  </a:lnTo>
                  <a:lnTo>
                    <a:pt x="16393" y="1639"/>
                  </a:lnTo>
                  <a:lnTo>
                    <a:pt x="13115" y="3279"/>
                  </a:lnTo>
                  <a:lnTo>
                    <a:pt x="9836" y="3279"/>
                  </a:lnTo>
                  <a:lnTo>
                    <a:pt x="4918" y="3279"/>
                  </a:lnTo>
                  <a:lnTo>
                    <a:pt x="0" y="6557"/>
                  </a:lnTo>
                  <a:lnTo>
                    <a:pt x="4918" y="6557"/>
                  </a:lnTo>
                  <a:lnTo>
                    <a:pt x="8197" y="4918"/>
                  </a:lnTo>
                  <a:lnTo>
                    <a:pt x="13115" y="4918"/>
                  </a:lnTo>
                  <a:lnTo>
                    <a:pt x="18033" y="4918"/>
                  </a:lnTo>
                  <a:lnTo>
                    <a:pt x="21311" y="3279"/>
                  </a:lnTo>
                  <a:lnTo>
                    <a:pt x="26229" y="3279"/>
                  </a:lnTo>
                  <a:lnTo>
                    <a:pt x="29508" y="1639"/>
                  </a:lnTo>
                  <a:lnTo>
                    <a:pt x="34426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3" name="Freeform 3442">
              <a:extLst>
                <a:ext uri="{FF2B5EF4-FFF2-40B4-BE49-F238E27FC236}">
                  <a16:creationId xmlns:a16="http://schemas.microsoft.com/office/drawing/2014/main" id="{6649127A-E877-904C-A5BB-871E8D7B036B}"/>
                </a:ext>
              </a:extLst>
            </p:cNvPr>
            <p:cNvSpPr/>
            <p:nvPr/>
          </p:nvSpPr>
          <p:spPr>
            <a:xfrm>
              <a:off x="2923883" y="1388680"/>
              <a:ext cx="75409" cy="32786"/>
            </a:xfrm>
            <a:custGeom>
              <a:avLst/>
              <a:gdLst>
                <a:gd name="connsiteX0" fmla="*/ 1639 w 75409"/>
                <a:gd name="connsiteY0" fmla="*/ 21311 h 32786"/>
                <a:gd name="connsiteX1" fmla="*/ 0 w 75409"/>
                <a:gd name="connsiteY1" fmla="*/ 24590 h 32786"/>
                <a:gd name="connsiteX2" fmla="*/ 3279 w 75409"/>
                <a:gd name="connsiteY2" fmla="*/ 27869 h 32786"/>
                <a:gd name="connsiteX3" fmla="*/ 0 w 75409"/>
                <a:gd name="connsiteY3" fmla="*/ 31147 h 32786"/>
                <a:gd name="connsiteX4" fmla="*/ 4918 w 75409"/>
                <a:gd name="connsiteY4" fmla="*/ 32787 h 32786"/>
                <a:gd name="connsiteX5" fmla="*/ 8197 w 75409"/>
                <a:gd name="connsiteY5" fmla="*/ 31147 h 32786"/>
                <a:gd name="connsiteX6" fmla="*/ 11475 w 75409"/>
                <a:gd name="connsiteY6" fmla="*/ 29508 h 32786"/>
                <a:gd name="connsiteX7" fmla="*/ 16393 w 75409"/>
                <a:gd name="connsiteY7" fmla="*/ 29508 h 32786"/>
                <a:gd name="connsiteX8" fmla="*/ 19672 w 75409"/>
                <a:gd name="connsiteY8" fmla="*/ 32787 h 32786"/>
                <a:gd name="connsiteX9" fmla="*/ 22951 w 75409"/>
                <a:gd name="connsiteY9" fmla="*/ 31147 h 32786"/>
                <a:gd name="connsiteX10" fmla="*/ 26229 w 75409"/>
                <a:gd name="connsiteY10" fmla="*/ 29508 h 32786"/>
                <a:gd name="connsiteX11" fmla="*/ 31147 w 75409"/>
                <a:gd name="connsiteY11" fmla="*/ 27869 h 32786"/>
                <a:gd name="connsiteX12" fmla="*/ 34426 w 75409"/>
                <a:gd name="connsiteY12" fmla="*/ 26229 h 32786"/>
                <a:gd name="connsiteX13" fmla="*/ 37705 w 75409"/>
                <a:gd name="connsiteY13" fmla="*/ 24590 h 32786"/>
                <a:gd name="connsiteX14" fmla="*/ 42623 w 75409"/>
                <a:gd name="connsiteY14" fmla="*/ 22951 h 32786"/>
                <a:gd name="connsiteX15" fmla="*/ 45901 w 75409"/>
                <a:gd name="connsiteY15" fmla="*/ 21311 h 32786"/>
                <a:gd name="connsiteX16" fmla="*/ 49180 w 75409"/>
                <a:gd name="connsiteY16" fmla="*/ 18033 h 32786"/>
                <a:gd name="connsiteX17" fmla="*/ 54098 w 75409"/>
                <a:gd name="connsiteY17" fmla="*/ 16393 h 32786"/>
                <a:gd name="connsiteX18" fmla="*/ 57377 w 75409"/>
                <a:gd name="connsiteY18" fmla="*/ 16393 h 32786"/>
                <a:gd name="connsiteX19" fmla="*/ 60655 w 75409"/>
                <a:gd name="connsiteY19" fmla="*/ 14754 h 32786"/>
                <a:gd name="connsiteX20" fmla="*/ 65573 w 75409"/>
                <a:gd name="connsiteY20" fmla="*/ 13115 h 32786"/>
                <a:gd name="connsiteX21" fmla="*/ 68852 w 75409"/>
                <a:gd name="connsiteY21" fmla="*/ 11475 h 32786"/>
                <a:gd name="connsiteX22" fmla="*/ 70492 w 75409"/>
                <a:gd name="connsiteY22" fmla="*/ 6557 h 32786"/>
                <a:gd name="connsiteX23" fmla="*/ 75410 w 75409"/>
                <a:gd name="connsiteY23" fmla="*/ 3279 h 32786"/>
                <a:gd name="connsiteX24" fmla="*/ 70492 w 75409"/>
                <a:gd name="connsiteY24" fmla="*/ 1639 h 32786"/>
                <a:gd name="connsiteX25" fmla="*/ 67213 w 75409"/>
                <a:gd name="connsiteY25" fmla="*/ 0 h 32786"/>
                <a:gd name="connsiteX26" fmla="*/ 63934 w 75409"/>
                <a:gd name="connsiteY26" fmla="*/ 1639 h 32786"/>
                <a:gd name="connsiteX27" fmla="*/ 59016 w 75409"/>
                <a:gd name="connsiteY27" fmla="*/ 1639 h 32786"/>
                <a:gd name="connsiteX28" fmla="*/ 55737 w 75409"/>
                <a:gd name="connsiteY28" fmla="*/ 1639 h 32786"/>
                <a:gd name="connsiteX29" fmla="*/ 52459 w 75409"/>
                <a:gd name="connsiteY29" fmla="*/ 1639 h 32786"/>
                <a:gd name="connsiteX30" fmla="*/ 47541 w 75409"/>
                <a:gd name="connsiteY30" fmla="*/ 3279 h 32786"/>
                <a:gd name="connsiteX31" fmla="*/ 44262 w 75409"/>
                <a:gd name="connsiteY31" fmla="*/ 4918 h 32786"/>
                <a:gd name="connsiteX32" fmla="*/ 40983 w 75409"/>
                <a:gd name="connsiteY32" fmla="*/ 4918 h 32786"/>
                <a:gd name="connsiteX33" fmla="*/ 36065 w 75409"/>
                <a:gd name="connsiteY33" fmla="*/ 4918 h 32786"/>
                <a:gd name="connsiteX34" fmla="*/ 32787 w 75409"/>
                <a:gd name="connsiteY34" fmla="*/ 3279 h 32786"/>
                <a:gd name="connsiteX35" fmla="*/ 29508 w 75409"/>
                <a:gd name="connsiteY35" fmla="*/ 4918 h 32786"/>
                <a:gd name="connsiteX36" fmla="*/ 24590 w 75409"/>
                <a:gd name="connsiteY36" fmla="*/ 6557 h 32786"/>
                <a:gd name="connsiteX37" fmla="*/ 21311 w 75409"/>
                <a:gd name="connsiteY37" fmla="*/ 8197 h 32786"/>
                <a:gd name="connsiteX38" fmla="*/ 18033 w 75409"/>
                <a:gd name="connsiteY38" fmla="*/ 13115 h 32786"/>
                <a:gd name="connsiteX39" fmla="*/ 14754 w 75409"/>
                <a:gd name="connsiteY39" fmla="*/ 14754 h 32786"/>
                <a:gd name="connsiteX40" fmla="*/ 9836 w 75409"/>
                <a:gd name="connsiteY40" fmla="*/ 16393 h 32786"/>
                <a:gd name="connsiteX41" fmla="*/ 6557 w 75409"/>
                <a:gd name="connsiteY41" fmla="*/ 18033 h 32786"/>
                <a:gd name="connsiteX42" fmla="*/ 3279 w 75409"/>
                <a:gd name="connsiteY42" fmla="*/ 19672 h 3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75409" h="32786">
                  <a:moveTo>
                    <a:pt x="1639" y="21311"/>
                  </a:moveTo>
                  <a:lnTo>
                    <a:pt x="0" y="24590"/>
                  </a:lnTo>
                  <a:lnTo>
                    <a:pt x="3279" y="27869"/>
                  </a:lnTo>
                  <a:lnTo>
                    <a:pt x="0" y="31147"/>
                  </a:lnTo>
                  <a:lnTo>
                    <a:pt x="4918" y="32787"/>
                  </a:lnTo>
                  <a:lnTo>
                    <a:pt x="8197" y="31147"/>
                  </a:lnTo>
                  <a:lnTo>
                    <a:pt x="11475" y="29508"/>
                  </a:lnTo>
                  <a:lnTo>
                    <a:pt x="16393" y="29508"/>
                  </a:lnTo>
                  <a:lnTo>
                    <a:pt x="19672" y="32787"/>
                  </a:lnTo>
                  <a:lnTo>
                    <a:pt x="22951" y="31147"/>
                  </a:lnTo>
                  <a:lnTo>
                    <a:pt x="26229" y="29508"/>
                  </a:lnTo>
                  <a:lnTo>
                    <a:pt x="31147" y="27869"/>
                  </a:lnTo>
                  <a:lnTo>
                    <a:pt x="34426" y="26229"/>
                  </a:lnTo>
                  <a:lnTo>
                    <a:pt x="37705" y="24590"/>
                  </a:lnTo>
                  <a:lnTo>
                    <a:pt x="42623" y="22951"/>
                  </a:lnTo>
                  <a:lnTo>
                    <a:pt x="45901" y="21311"/>
                  </a:lnTo>
                  <a:lnTo>
                    <a:pt x="49180" y="18033"/>
                  </a:lnTo>
                  <a:lnTo>
                    <a:pt x="54098" y="16393"/>
                  </a:lnTo>
                  <a:lnTo>
                    <a:pt x="57377" y="16393"/>
                  </a:lnTo>
                  <a:lnTo>
                    <a:pt x="60655" y="14754"/>
                  </a:lnTo>
                  <a:lnTo>
                    <a:pt x="65573" y="13115"/>
                  </a:lnTo>
                  <a:lnTo>
                    <a:pt x="68852" y="11475"/>
                  </a:lnTo>
                  <a:lnTo>
                    <a:pt x="70492" y="6557"/>
                  </a:lnTo>
                  <a:lnTo>
                    <a:pt x="75410" y="3279"/>
                  </a:lnTo>
                  <a:lnTo>
                    <a:pt x="70492" y="1639"/>
                  </a:lnTo>
                  <a:lnTo>
                    <a:pt x="67213" y="0"/>
                  </a:lnTo>
                  <a:lnTo>
                    <a:pt x="63934" y="1639"/>
                  </a:lnTo>
                  <a:lnTo>
                    <a:pt x="59016" y="1639"/>
                  </a:lnTo>
                  <a:lnTo>
                    <a:pt x="55737" y="1639"/>
                  </a:lnTo>
                  <a:lnTo>
                    <a:pt x="52459" y="1639"/>
                  </a:lnTo>
                  <a:lnTo>
                    <a:pt x="47541" y="3279"/>
                  </a:lnTo>
                  <a:lnTo>
                    <a:pt x="44262" y="4918"/>
                  </a:lnTo>
                  <a:lnTo>
                    <a:pt x="40983" y="4918"/>
                  </a:lnTo>
                  <a:lnTo>
                    <a:pt x="36065" y="4918"/>
                  </a:lnTo>
                  <a:lnTo>
                    <a:pt x="32787" y="3279"/>
                  </a:lnTo>
                  <a:lnTo>
                    <a:pt x="29508" y="4918"/>
                  </a:lnTo>
                  <a:lnTo>
                    <a:pt x="24590" y="6557"/>
                  </a:lnTo>
                  <a:lnTo>
                    <a:pt x="21311" y="8197"/>
                  </a:lnTo>
                  <a:lnTo>
                    <a:pt x="18033" y="13115"/>
                  </a:lnTo>
                  <a:lnTo>
                    <a:pt x="14754" y="14754"/>
                  </a:lnTo>
                  <a:lnTo>
                    <a:pt x="9836" y="16393"/>
                  </a:lnTo>
                  <a:lnTo>
                    <a:pt x="6557" y="18033"/>
                  </a:lnTo>
                  <a:lnTo>
                    <a:pt x="3279" y="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4" name="Freeform 3443">
              <a:extLst>
                <a:ext uri="{FF2B5EF4-FFF2-40B4-BE49-F238E27FC236}">
                  <a16:creationId xmlns:a16="http://schemas.microsoft.com/office/drawing/2014/main" id="{F765B2AF-CA40-614A-BE8A-8F0740670ED8}"/>
                </a:ext>
              </a:extLst>
            </p:cNvPr>
            <p:cNvSpPr/>
            <p:nvPr/>
          </p:nvSpPr>
          <p:spPr>
            <a:xfrm>
              <a:off x="2927162" y="1124747"/>
              <a:ext cx="6557" cy="6557"/>
            </a:xfrm>
            <a:custGeom>
              <a:avLst/>
              <a:gdLst>
                <a:gd name="connsiteX0" fmla="*/ 0 w 6557"/>
                <a:gd name="connsiteY0" fmla="*/ 6557 h 6557"/>
                <a:gd name="connsiteX1" fmla="*/ 3279 w 6557"/>
                <a:gd name="connsiteY1" fmla="*/ 4918 h 6557"/>
                <a:gd name="connsiteX2" fmla="*/ 6557 w 6557"/>
                <a:gd name="connsiteY2" fmla="*/ 0 h 6557"/>
                <a:gd name="connsiteX3" fmla="*/ 1639 w 6557"/>
                <a:gd name="connsiteY3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6557">
                  <a:moveTo>
                    <a:pt x="0" y="6557"/>
                  </a:moveTo>
                  <a:lnTo>
                    <a:pt x="3279" y="4918"/>
                  </a:lnTo>
                  <a:lnTo>
                    <a:pt x="6557" y="0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5" name="Freeform 3444">
              <a:extLst>
                <a:ext uri="{FF2B5EF4-FFF2-40B4-BE49-F238E27FC236}">
                  <a16:creationId xmlns:a16="http://schemas.microsoft.com/office/drawing/2014/main" id="{2EDF772D-025F-214F-91EA-37FAC26ADC27}"/>
                </a:ext>
              </a:extLst>
            </p:cNvPr>
            <p:cNvSpPr/>
            <p:nvPr/>
          </p:nvSpPr>
          <p:spPr>
            <a:xfrm>
              <a:off x="2932080" y="955895"/>
              <a:ext cx="16393" cy="4917"/>
            </a:xfrm>
            <a:custGeom>
              <a:avLst/>
              <a:gdLst>
                <a:gd name="connsiteX0" fmla="*/ 16393 w 16393"/>
                <a:gd name="connsiteY0" fmla="*/ 0 h 4917"/>
                <a:gd name="connsiteX1" fmla="*/ 11475 w 16393"/>
                <a:gd name="connsiteY1" fmla="*/ 0 h 4917"/>
                <a:gd name="connsiteX2" fmla="*/ 8197 w 16393"/>
                <a:gd name="connsiteY2" fmla="*/ 0 h 4917"/>
                <a:gd name="connsiteX3" fmla="*/ 4918 w 16393"/>
                <a:gd name="connsiteY3" fmla="*/ 3279 h 4917"/>
                <a:gd name="connsiteX4" fmla="*/ 0 w 16393"/>
                <a:gd name="connsiteY4" fmla="*/ 4918 h 4917"/>
                <a:gd name="connsiteX5" fmla="*/ 3279 w 16393"/>
                <a:gd name="connsiteY5" fmla="*/ 4918 h 4917"/>
                <a:gd name="connsiteX6" fmla="*/ 8197 w 16393"/>
                <a:gd name="connsiteY6" fmla="*/ 3279 h 4917"/>
                <a:gd name="connsiteX7" fmla="*/ 11475 w 16393"/>
                <a:gd name="connsiteY7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3" h="4917">
                  <a:moveTo>
                    <a:pt x="16393" y="0"/>
                  </a:moveTo>
                  <a:lnTo>
                    <a:pt x="11475" y="0"/>
                  </a:lnTo>
                  <a:lnTo>
                    <a:pt x="8197" y="0"/>
                  </a:lnTo>
                  <a:lnTo>
                    <a:pt x="4918" y="3279"/>
                  </a:lnTo>
                  <a:lnTo>
                    <a:pt x="0" y="4918"/>
                  </a:lnTo>
                  <a:lnTo>
                    <a:pt x="3279" y="4918"/>
                  </a:lnTo>
                  <a:lnTo>
                    <a:pt x="8197" y="3279"/>
                  </a:lnTo>
                  <a:lnTo>
                    <a:pt x="11475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6" name="Freeform 3445">
              <a:extLst>
                <a:ext uri="{FF2B5EF4-FFF2-40B4-BE49-F238E27FC236}">
                  <a16:creationId xmlns:a16="http://schemas.microsoft.com/office/drawing/2014/main" id="{C440426B-068F-C14D-B8C9-AA5D34F831F9}"/>
                </a:ext>
              </a:extLst>
            </p:cNvPr>
            <p:cNvSpPr/>
            <p:nvPr/>
          </p:nvSpPr>
          <p:spPr>
            <a:xfrm>
              <a:off x="2933719" y="1144419"/>
              <a:ext cx="8196" cy="6557"/>
            </a:xfrm>
            <a:custGeom>
              <a:avLst/>
              <a:gdLst>
                <a:gd name="connsiteX0" fmla="*/ 3279 w 8196"/>
                <a:gd name="connsiteY0" fmla="*/ 6557 h 6557"/>
                <a:gd name="connsiteX1" fmla="*/ 4918 w 8196"/>
                <a:gd name="connsiteY1" fmla="*/ 4918 h 6557"/>
                <a:gd name="connsiteX2" fmla="*/ 8197 w 8196"/>
                <a:gd name="connsiteY2" fmla="*/ 3279 h 6557"/>
                <a:gd name="connsiteX3" fmla="*/ 8197 w 8196"/>
                <a:gd name="connsiteY3" fmla="*/ 0 h 6557"/>
                <a:gd name="connsiteX4" fmla="*/ 3279 w 8196"/>
                <a:gd name="connsiteY4" fmla="*/ 0 h 6557"/>
                <a:gd name="connsiteX5" fmla="*/ 0 w 8196"/>
                <a:gd name="connsiteY5" fmla="*/ 3279 h 6557"/>
                <a:gd name="connsiteX6" fmla="*/ 3279 w 8196"/>
                <a:gd name="connsiteY6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6557">
                  <a:moveTo>
                    <a:pt x="3279" y="6557"/>
                  </a:moveTo>
                  <a:lnTo>
                    <a:pt x="4918" y="4918"/>
                  </a:lnTo>
                  <a:lnTo>
                    <a:pt x="8197" y="3279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7" name="Freeform 3446">
              <a:extLst>
                <a:ext uri="{FF2B5EF4-FFF2-40B4-BE49-F238E27FC236}">
                  <a16:creationId xmlns:a16="http://schemas.microsoft.com/office/drawing/2014/main" id="{B9194EBE-CBF8-4F41-A3B8-5A6DEEA8BA8D}"/>
                </a:ext>
              </a:extLst>
            </p:cNvPr>
            <p:cNvSpPr/>
            <p:nvPr/>
          </p:nvSpPr>
          <p:spPr>
            <a:xfrm>
              <a:off x="2935358" y="1134583"/>
              <a:ext cx="4918" cy="1639"/>
            </a:xfrm>
            <a:custGeom>
              <a:avLst/>
              <a:gdLst>
                <a:gd name="connsiteX0" fmla="*/ 4918 w 4918"/>
                <a:gd name="connsiteY0" fmla="*/ 0 h 1639"/>
                <a:gd name="connsiteX1" fmla="*/ 0 w 4918"/>
                <a:gd name="connsiteY1" fmla="*/ 0 h 1639"/>
                <a:gd name="connsiteX2" fmla="*/ 4918 w 491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4918" y="0"/>
                  </a:moveTo>
                  <a:lnTo>
                    <a:pt x="0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8" name="Freeform 3447">
              <a:extLst>
                <a:ext uri="{FF2B5EF4-FFF2-40B4-BE49-F238E27FC236}">
                  <a16:creationId xmlns:a16="http://schemas.microsoft.com/office/drawing/2014/main" id="{7F8FC012-7C77-3949-8120-395EA7FE9E98}"/>
                </a:ext>
              </a:extLst>
            </p:cNvPr>
            <p:cNvSpPr/>
            <p:nvPr/>
          </p:nvSpPr>
          <p:spPr>
            <a:xfrm>
              <a:off x="2936998" y="1164091"/>
              <a:ext cx="8196" cy="3278"/>
            </a:xfrm>
            <a:custGeom>
              <a:avLst/>
              <a:gdLst>
                <a:gd name="connsiteX0" fmla="*/ 0 w 8196"/>
                <a:gd name="connsiteY0" fmla="*/ 3279 h 3278"/>
                <a:gd name="connsiteX1" fmla="*/ 4918 w 8196"/>
                <a:gd name="connsiteY1" fmla="*/ 3279 h 3278"/>
                <a:gd name="connsiteX2" fmla="*/ 8197 w 8196"/>
                <a:gd name="connsiteY2" fmla="*/ 0 h 3278"/>
                <a:gd name="connsiteX3" fmla="*/ 3279 w 8196"/>
                <a:gd name="connsiteY3" fmla="*/ 0 h 3278"/>
                <a:gd name="connsiteX4" fmla="*/ 3279 w 8196"/>
                <a:gd name="connsiteY4" fmla="*/ 0 h 3278"/>
                <a:gd name="connsiteX5" fmla="*/ 3279 w 8196"/>
                <a:gd name="connsiteY5" fmla="*/ 1639 h 3278"/>
                <a:gd name="connsiteX6" fmla="*/ 3279 w 8196"/>
                <a:gd name="connsiteY6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3278">
                  <a:moveTo>
                    <a:pt x="0" y="3279"/>
                  </a:moveTo>
                  <a:lnTo>
                    <a:pt x="4918" y="3279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3279" y="0"/>
                  </a:lnTo>
                  <a:lnTo>
                    <a:pt x="3279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9" name="Freeform 3448">
              <a:extLst>
                <a:ext uri="{FF2B5EF4-FFF2-40B4-BE49-F238E27FC236}">
                  <a16:creationId xmlns:a16="http://schemas.microsoft.com/office/drawing/2014/main" id="{01EFA163-0721-604F-80B9-70B8D1552EA7}"/>
                </a:ext>
              </a:extLst>
            </p:cNvPr>
            <p:cNvSpPr/>
            <p:nvPr/>
          </p:nvSpPr>
          <p:spPr>
            <a:xfrm>
              <a:off x="2943555" y="1141140"/>
              <a:ext cx="11475" cy="6557"/>
            </a:xfrm>
            <a:custGeom>
              <a:avLst/>
              <a:gdLst>
                <a:gd name="connsiteX0" fmla="*/ 11475 w 11475"/>
                <a:gd name="connsiteY0" fmla="*/ 1639 h 6557"/>
                <a:gd name="connsiteX1" fmla="*/ 11475 w 11475"/>
                <a:gd name="connsiteY1" fmla="*/ 0 h 6557"/>
                <a:gd name="connsiteX2" fmla="*/ 8197 w 11475"/>
                <a:gd name="connsiteY2" fmla="*/ 0 h 6557"/>
                <a:gd name="connsiteX3" fmla="*/ 3279 w 11475"/>
                <a:gd name="connsiteY3" fmla="*/ 1639 h 6557"/>
                <a:gd name="connsiteX4" fmla="*/ 0 w 11475"/>
                <a:gd name="connsiteY4" fmla="*/ 4918 h 6557"/>
                <a:gd name="connsiteX5" fmla="*/ 3279 w 11475"/>
                <a:gd name="connsiteY5" fmla="*/ 6557 h 6557"/>
                <a:gd name="connsiteX6" fmla="*/ 6557 w 11475"/>
                <a:gd name="connsiteY6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6557">
                  <a:moveTo>
                    <a:pt x="11475" y="1639"/>
                  </a:moveTo>
                  <a:lnTo>
                    <a:pt x="11475" y="0"/>
                  </a:lnTo>
                  <a:lnTo>
                    <a:pt x="8197" y="0"/>
                  </a:lnTo>
                  <a:lnTo>
                    <a:pt x="3279" y="1639"/>
                  </a:lnTo>
                  <a:lnTo>
                    <a:pt x="0" y="4918"/>
                  </a:lnTo>
                  <a:lnTo>
                    <a:pt x="3279" y="6557"/>
                  </a:lnTo>
                  <a:lnTo>
                    <a:pt x="655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0" name="Freeform 3449">
              <a:extLst>
                <a:ext uri="{FF2B5EF4-FFF2-40B4-BE49-F238E27FC236}">
                  <a16:creationId xmlns:a16="http://schemas.microsoft.com/office/drawing/2014/main" id="{A9DBFFC1-F57A-1E46-B2F5-6B57607E0404}"/>
                </a:ext>
              </a:extLst>
            </p:cNvPr>
            <p:cNvSpPr/>
            <p:nvPr/>
          </p:nvSpPr>
          <p:spPr>
            <a:xfrm>
              <a:off x="2951752" y="832945"/>
              <a:ext cx="11475" cy="6557"/>
            </a:xfrm>
            <a:custGeom>
              <a:avLst/>
              <a:gdLst>
                <a:gd name="connsiteX0" fmla="*/ 11475 w 11475"/>
                <a:gd name="connsiteY0" fmla="*/ 1639 h 6557"/>
                <a:gd name="connsiteX1" fmla="*/ 11475 w 11475"/>
                <a:gd name="connsiteY1" fmla="*/ 0 h 6557"/>
                <a:gd name="connsiteX2" fmla="*/ 8197 w 11475"/>
                <a:gd name="connsiteY2" fmla="*/ 1639 h 6557"/>
                <a:gd name="connsiteX3" fmla="*/ 3279 w 11475"/>
                <a:gd name="connsiteY3" fmla="*/ 1639 h 6557"/>
                <a:gd name="connsiteX4" fmla="*/ 0 w 11475"/>
                <a:gd name="connsiteY4" fmla="*/ 6557 h 6557"/>
                <a:gd name="connsiteX5" fmla="*/ 3279 w 11475"/>
                <a:gd name="connsiteY5" fmla="*/ 4918 h 6557"/>
                <a:gd name="connsiteX6" fmla="*/ 8197 w 11475"/>
                <a:gd name="connsiteY6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6557">
                  <a:moveTo>
                    <a:pt x="11475" y="1639"/>
                  </a:moveTo>
                  <a:lnTo>
                    <a:pt x="11475" y="0"/>
                  </a:lnTo>
                  <a:lnTo>
                    <a:pt x="8197" y="1639"/>
                  </a:lnTo>
                  <a:lnTo>
                    <a:pt x="3279" y="1639"/>
                  </a:lnTo>
                  <a:lnTo>
                    <a:pt x="0" y="6557"/>
                  </a:lnTo>
                  <a:lnTo>
                    <a:pt x="3279" y="4918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1" name="Freeform 3450">
              <a:extLst>
                <a:ext uri="{FF2B5EF4-FFF2-40B4-BE49-F238E27FC236}">
                  <a16:creationId xmlns:a16="http://schemas.microsoft.com/office/drawing/2014/main" id="{5B67C562-D81D-684E-9BA3-E784D8D9F500}"/>
                </a:ext>
              </a:extLst>
            </p:cNvPr>
            <p:cNvSpPr/>
            <p:nvPr/>
          </p:nvSpPr>
          <p:spPr>
            <a:xfrm>
              <a:off x="2951752" y="846059"/>
              <a:ext cx="34426" cy="6557"/>
            </a:xfrm>
            <a:custGeom>
              <a:avLst/>
              <a:gdLst>
                <a:gd name="connsiteX0" fmla="*/ 24590 w 34426"/>
                <a:gd name="connsiteY0" fmla="*/ 0 h 6557"/>
                <a:gd name="connsiteX1" fmla="*/ 21311 w 34426"/>
                <a:gd name="connsiteY1" fmla="*/ 0 h 6557"/>
                <a:gd name="connsiteX2" fmla="*/ 18033 w 34426"/>
                <a:gd name="connsiteY2" fmla="*/ 0 h 6557"/>
                <a:gd name="connsiteX3" fmla="*/ 13115 w 34426"/>
                <a:gd name="connsiteY3" fmla="*/ 0 h 6557"/>
                <a:gd name="connsiteX4" fmla="*/ 9836 w 34426"/>
                <a:gd name="connsiteY4" fmla="*/ 0 h 6557"/>
                <a:gd name="connsiteX5" fmla="*/ 4918 w 34426"/>
                <a:gd name="connsiteY5" fmla="*/ 0 h 6557"/>
                <a:gd name="connsiteX6" fmla="*/ 1639 w 34426"/>
                <a:gd name="connsiteY6" fmla="*/ 1639 h 6557"/>
                <a:gd name="connsiteX7" fmla="*/ 0 w 34426"/>
                <a:gd name="connsiteY7" fmla="*/ 4918 h 6557"/>
                <a:gd name="connsiteX8" fmla="*/ 3279 w 34426"/>
                <a:gd name="connsiteY8" fmla="*/ 6557 h 6557"/>
                <a:gd name="connsiteX9" fmla="*/ 8197 w 34426"/>
                <a:gd name="connsiteY9" fmla="*/ 6557 h 6557"/>
                <a:gd name="connsiteX10" fmla="*/ 11475 w 34426"/>
                <a:gd name="connsiteY10" fmla="*/ 6557 h 6557"/>
                <a:gd name="connsiteX11" fmla="*/ 14754 w 34426"/>
                <a:gd name="connsiteY11" fmla="*/ 6557 h 6557"/>
                <a:gd name="connsiteX12" fmla="*/ 18033 w 34426"/>
                <a:gd name="connsiteY12" fmla="*/ 6557 h 6557"/>
                <a:gd name="connsiteX13" fmla="*/ 22951 w 34426"/>
                <a:gd name="connsiteY13" fmla="*/ 4918 h 6557"/>
                <a:gd name="connsiteX14" fmla="*/ 26229 w 34426"/>
                <a:gd name="connsiteY14" fmla="*/ 4918 h 6557"/>
                <a:gd name="connsiteX15" fmla="*/ 31148 w 34426"/>
                <a:gd name="connsiteY15" fmla="*/ 4918 h 6557"/>
                <a:gd name="connsiteX16" fmla="*/ 34426 w 34426"/>
                <a:gd name="connsiteY16" fmla="*/ 4918 h 6557"/>
                <a:gd name="connsiteX17" fmla="*/ 32787 w 34426"/>
                <a:gd name="connsiteY17" fmla="*/ 1639 h 6557"/>
                <a:gd name="connsiteX18" fmla="*/ 29508 w 34426"/>
                <a:gd name="connsiteY18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426" h="6557">
                  <a:moveTo>
                    <a:pt x="24590" y="0"/>
                  </a:moveTo>
                  <a:lnTo>
                    <a:pt x="21311" y="0"/>
                  </a:lnTo>
                  <a:lnTo>
                    <a:pt x="18033" y="0"/>
                  </a:lnTo>
                  <a:lnTo>
                    <a:pt x="13115" y="0"/>
                  </a:lnTo>
                  <a:lnTo>
                    <a:pt x="9836" y="0"/>
                  </a:lnTo>
                  <a:lnTo>
                    <a:pt x="4918" y="0"/>
                  </a:lnTo>
                  <a:lnTo>
                    <a:pt x="1639" y="1639"/>
                  </a:lnTo>
                  <a:lnTo>
                    <a:pt x="0" y="4918"/>
                  </a:lnTo>
                  <a:lnTo>
                    <a:pt x="3279" y="6557"/>
                  </a:lnTo>
                  <a:lnTo>
                    <a:pt x="8197" y="6557"/>
                  </a:lnTo>
                  <a:lnTo>
                    <a:pt x="11475" y="6557"/>
                  </a:lnTo>
                  <a:lnTo>
                    <a:pt x="14754" y="6557"/>
                  </a:lnTo>
                  <a:lnTo>
                    <a:pt x="18033" y="6557"/>
                  </a:lnTo>
                  <a:lnTo>
                    <a:pt x="22951" y="4918"/>
                  </a:lnTo>
                  <a:lnTo>
                    <a:pt x="26229" y="4918"/>
                  </a:lnTo>
                  <a:lnTo>
                    <a:pt x="31148" y="4918"/>
                  </a:lnTo>
                  <a:lnTo>
                    <a:pt x="34426" y="4918"/>
                  </a:lnTo>
                  <a:lnTo>
                    <a:pt x="32787" y="1639"/>
                  </a:lnTo>
                  <a:lnTo>
                    <a:pt x="2950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2" name="Freeform 3451">
              <a:extLst>
                <a:ext uri="{FF2B5EF4-FFF2-40B4-BE49-F238E27FC236}">
                  <a16:creationId xmlns:a16="http://schemas.microsoft.com/office/drawing/2014/main" id="{A92F096E-6733-9A4A-B657-E947FF347B97}"/>
                </a:ext>
              </a:extLst>
            </p:cNvPr>
            <p:cNvSpPr/>
            <p:nvPr/>
          </p:nvSpPr>
          <p:spPr>
            <a:xfrm>
              <a:off x="2966506" y="883764"/>
              <a:ext cx="13114" cy="1639"/>
            </a:xfrm>
            <a:custGeom>
              <a:avLst/>
              <a:gdLst>
                <a:gd name="connsiteX0" fmla="*/ 0 w 13114"/>
                <a:gd name="connsiteY0" fmla="*/ 0 h 1639"/>
                <a:gd name="connsiteX1" fmla="*/ 1639 w 13114"/>
                <a:gd name="connsiteY1" fmla="*/ 0 h 1639"/>
                <a:gd name="connsiteX2" fmla="*/ 6557 w 13114"/>
                <a:gd name="connsiteY2" fmla="*/ 1639 h 1639"/>
                <a:gd name="connsiteX3" fmla="*/ 9836 w 13114"/>
                <a:gd name="connsiteY3" fmla="*/ 1639 h 1639"/>
                <a:gd name="connsiteX4" fmla="*/ 13114 w 13114"/>
                <a:gd name="connsiteY4" fmla="*/ 1639 h 1639"/>
                <a:gd name="connsiteX5" fmla="*/ 9836 w 13114"/>
                <a:gd name="connsiteY5" fmla="*/ 0 h 1639"/>
                <a:gd name="connsiteX6" fmla="*/ 6557 w 13114"/>
                <a:gd name="connsiteY6" fmla="*/ 0 h 1639"/>
                <a:gd name="connsiteX7" fmla="*/ 1639 w 13114"/>
                <a:gd name="connsiteY7" fmla="*/ 0 h 1639"/>
                <a:gd name="connsiteX8" fmla="*/ 1639 w 13114"/>
                <a:gd name="connsiteY8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14" h="1639">
                  <a:moveTo>
                    <a:pt x="0" y="0"/>
                  </a:moveTo>
                  <a:lnTo>
                    <a:pt x="1639" y="0"/>
                  </a:lnTo>
                  <a:lnTo>
                    <a:pt x="6557" y="1639"/>
                  </a:lnTo>
                  <a:lnTo>
                    <a:pt x="9836" y="1639"/>
                  </a:lnTo>
                  <a:lnTo>
                    <a:pt x="13114" y="1639"/>
                  </a:lnTo>
                  <a:lnTo>
                    <a:pt x="9836" y="0"/>
                  </a:lnTo>
                  <a:lnTo>
                    <a:pt x="6557" y="0"/>
                  </a:lnTo>
                  <a:lnTo>
                    <a:pt x="1639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3" name="Freeform 3452">
              <a:extLst>
                <a:ext uri="{FF2B5EF4-FFF2-40B4-BE49-F238E27FC236}">
                  <a16:creationId xmlns:a16="http://schemas.microsoft.com/office/drawing/2014/main" id="{C49EBFE3-8F4E-C14A-9327-97ADCCDB4EFE}"/>
                </a:ext>
              </a:extLst>
            </p:cNvPr>
            <p:cNvSpPr/>
            <p:nvPr/>
          </p:nvSpPr>
          <p:spPr>
            <a:xfrm>
              <a:off x="2976342" y="1387040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4" name="Freeform 3453">
              <a:extLst>
                <a:ext uri="{FF2B5EF4-FFF2-40B4-BE49-F238E27FC236}">
                  <a16:creationId xmlns:a16="http://schemas.microsoft.com/office/drawing/2014/main" id="{58D06B7A-468C-664A-B6F3-4CEB55F04E92}"/>
                </a:ext>
              </a:extLst>
            </p:cNvPr>
            <p:cNvSpPr/>
            <p:nvPr/>
          </p:nvSpPr>
          <p:spPr>
            <a:xfrm>
              <a:off x="2984538" y="834584"/>
              <a:ext cx="6557" cy="3278"/>
            </a:xfrm>
            <a:custGeom>
              <a:avLst/>
              <a:gdLst>
                <a:gd name="connsiteX0" fmla="*/ 6557 w 6557"/>
                <a:gd name="connsiteY0" fmla="*/ 0 h 3278"/>
                <a:gd name="connsiteX1" fmla="*/ 3279 w 6557"/>
                <a:gd name="connsiteY1" fmla="*/ 1639 h 3278"/>
                <a:gd name="connsiteX2" fmla="*/ 0 w 6557"/>
                <a:gd name="connsiteY2" fmla="*/ 3279 h 3278"/>
                <a:gd name="connsiteX3" fmla="*/ 3279 w 655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6557" y="0"/>
                  </a:moveTo>
                  <a:lnTo>
                    <a:pt x="3279" y="1639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5" name="Freeform 3454">
              <a:extLst>
                <a:ext uri="{FF2B5EF4-FFF2-40B4-BE49-F238E27FC236}">
                  <a16:creationId xmlns:a16="http://schemas.microsoft.com/office/drawing/2014/main" id="{38D1AB9A-193D-B045-98F2-F18866522C84}"/>
                </a:ext>
              </a:extLst>
            </p:cNvPr>
            <p:cNvSpPr/>
            <p:nvPr/>
          </p:nvSpPr>
          <p:spPr>
            <a:xfrm>
              <a:off x="2984538" y="921469"/>
              <a:ext cx="86884" cy="34426"/>
            </a:xfrm>
            <a:custGeom>
              <a:avLst/>
              <a:gdLst>
                <a:gd name="connsiteX0" fmla="*/ 68852 w 86884"/>
                <a:gd name="connsiteY0" fmla="*/ 0 h 34426"/>
                <a:gd name="connsiteX1" fmla="*/ 63934 w 86884"/>
                <a:gd name="connsiteY1" fmla="*/ 0 h 34426"/>
                <a:gd name="connsiteX2" fmla="*/ 60655 w 86884"/>
                <a:gd name="connsiteY2" fmla="*/ 0 h 34426"/>
                <a:gd name="connsiteX3" fmla="*/ 55738 w 86884"/>
                <a:gd name="connsiteY3" fmla="*/ 0 h 34426"/>
                <a:gd name="connsiteX4" fmla="*/ 52459 w 86884"/>
                <a:gd name="connsiteY4" fmla="*/ 1639 h 34426"/>
                <a:gd name="connsiteX5" fmla="*/ 49180 w 86884"/>
                <a:gd name="connsiteY5" fmla="*/ 1639 h 34426"/>
                <a:gd name="connsiteX6" fmla="*/ 44262 w 86884"/>
                <a:gd name="connsiteY6" fmla="*/ 3279 h 34426"/>
                <a:gd name="connsiteX7" fmla="*/ 40983 w 86884"/>
                <a:gd name="connsiteY7" fmla="*/ 3279 h 34426"/>
                <a:gd name="connsiteX8" fmla="*/ 37705 w 86884"/>
                <a:gd name="connsiteY8" fmla="*/ 4918 h 34426"/>
                <a:gd name="connsiteX9" fmla="*/ 32787 w 86884"/>
                <a:gd name="connsiteY9" fmla="*/ 6557 h 34426"/>
                <a:gd name="connsiteX10" fmla="*/ 29508 w 86884"/>
                <a:gd name="connsiteY10" fmla="*/ 6557 h 34426"/>
                <a:gd name="connsiteX11" fmla="*/ 26229 w 86884"/>
                <a:gd name="connsiteY11" fmla="*/ 6557 h 34426"/>
                <a:gd name="connsiteX12" fmla="*/ 29508 w 86884"/>
                <a:gd name="connsiteY12" fmla="*/ 6557 h 34426"/>
                <a:gd name="connsiteX13" fmla="*/ 32787 w 86884"/>
                <a:gd name="connsiteY13" fmla="*/ 8197 h 34426"/>
                <a:gd name="connsiteX14" fmla="*/ 29508 w 86884"/>
                <a:gd name="connsiteY14" fmla="*/ 8197 h 34426"/>
                <a:gd name="connsiteX15" fmla="*/ 26229 w 86884"/>
                <a:gd name="connsiteY15" fmla="*/ 9836 h 34426"/>
                <a:gd name="connsiteX16" fmla="*/ 21311 w 86884"/>
                <a:gd name="connsiteY16" fmla="*/ 9836 h 34426"/>
                <a:gd name="connsiteX17" fmla="*/ 26229 w 86884"/>
                <a:gd name="connsiteY17" fmla="*/ 9836 h 34426"/>
                <a:gd name="connsiteX18" fmla="*/ 21311 w 86884"/>
                <a:gd name="connsiteY18" fmla="*/ 11475 h 34426"/>
                <a:gd name="connsiteX19" fmla="*/ 18033 w 86884"/>
                <a:gd name="connsiteY19" fmla="*/ 13115 h 34426"/>
                <a:gd name="connsiteX20" fmla="*/ 14754 w 86884"/>
                <a:gd name="connsiteY20" fmla="*/ 13115 h 34426"/>
                <a:gd name="connsiteX21" fmla="*/ 9836 w 86884"/>
                <a:gd name="connsiteY21" fmla="*/ 14754 h 34426"/>
                <a:gd name="connsiteX22" fmla="*/ 6557 w 86884"/>
                <a:gd name="connsiteY22" fmla="*/ 16393 h 34426"/>
                <a:gd name="connsiteX23" fmla="*/ 3279 w 86884"/>
                <a:gd name="connsiteY23" fmla="*/ 16393 h 34426"/>
                <a:gd name="connsiteX24" fmla="*/ 0 w 86884"/>
                <a:gd name="connsiteY24" fmla="*/ 19672 h 34426"/>
                <a:gd name="connsiteX25" fmla="*/ 3279 w 86884"/>
                <a:gd name="connsiteY25" fmla="*/ 19672 h 34426"/>
                <a:gd name="connsiteX26" fmla="*/ 6557 w 86884"/>
                <a:gd name="connsiteY26" fmla="*/ 22951 h 34426"/>
                <a:gd name="connsiteX27" fmla="*/ 9836 w 86884"/>
                <a:gd name="connsiteY27" fmla="*/ 19672 h 34426"/>
                <a:gd name="connsiteX28" fmla="*/ 8197 w 86884"/>
                <a:gd name="connsiteY28" fmla="*/ 24590 h 34426"/>
                <a:gd name="connsiteX29" fmla="*/ 11475 w 86884"/>
                <a:gd name="connsiteY29" fmla="*/ 26229 h 34426"/>
                <a:gd name="connsiteX30" fmla="*/ 16393 w 86884"/>
                <a:gd name="connsiteY30" fmla="*/ 27869 h 34426"/>
                <a:gd name="connsiteX31" fmla="*/ 19672 w 86884"/>
                <a:gd name="connsiteY31" fmla="*/ 27869 h 34426"/>
                <a:gd name="connsiteX32" fmla="*/ 22951 w 86884"/>
                <a:gd name="connsiteY32" fmla="*/ 27869 h 34426"/>
                <a:gd name="connsiteX33" fmla="*/ 26229 w 86884"/>
                <a:gd name="connsiteY33" fmla="*/ 29508 h 34426"/>
                <a:gd name="connsiteX34" fmla="*/ 31148 w 86884"/>
                <a:gd name="connsiteY34" fmla="*/ 31147 h 34426"/>
                <a:gd name="connsiteX35" fmla="*/ 34426 w 86884"/>
                <a:gd name="connsiteY35" fmla="*/ 34426 h 34426"/>
                <a:gd name="connsiteX36" fmla="*/ 39344 w 86884"/>
                <a:gd name="connsiteY36" fmla="*/ 34426 h 34426"/>
                <a:gd name="connsiteX37" fmla="*/ 42623 w 86884"/>
                <a:gd name="connsiteY37" fmla="*/ 32787 h 34426"/>
                <a:gd name="connsiteX38" fmla="*/ 45901 w 86884"/>
                <a:gd name="connsiteY38" fmla="*/ 32787 h 34426"/>
                <a:gd name="connsiteX39" fmla="*/ 50820 w 86884"/>
                <a:gd name="connsiteY39" fmla="*/ 32787 h 34426"/>
                <a:gd name="connsiteX40" fmla="*/ 54098 w 86884"/>
                <a:gd name="connsiteY40" fmla="*/ 32787 h 34426"/>
                <a:gd name="connsiteX41" fmla="*/ 57377 w 86884"/>
                <a:gd name="connsiteY41" fmla="*/ 32787 h 34426"/>
                <a:gd name="connsiteX42" fmla="*/ 62295 w 86884"/>
                <a:gd name="connsiteY42" fmla="*/ 32787 h 34426"/>
                <a:gd name="connsiteX43" fmla="*/ 65573 w 86884"/>
                <a:gd name="connsiteY43" fmla="*/ 31147 h 34426"/>
                <a:gd name="connsiteX44" fmla="*/ 68852 w 86884"/>
                <a:gd name="connsiteY44" fmla="*/ 29508 h 34426"/>
                <a:gd name="connsiteX45" fmla="*/ 73770 w 86884"/>
                <a:gd name="connsiteY45" fmla="*/ 27869 h 34426"/>
                <a:gd name="connsiteX46" fmla="*/ 77049 w 86884"/>
                <a:gd name="connsiteY46" fmla="*/ 24590 h 34426"/>
                <a:gd name="connsiteX47" fmla="*/ 78688 w 86884"/>
                <a:gd name="connsiteY47" fmla="*/ 21311 h 34426"/>
                <a:gd name="connsiteX48" fmla="*/ 83606 w 86884"/>
                <a:gd name="connsiteY48" fmla="*/ 16393 h 34426"/>
                <a:gd name="connsiteX49" fmla="*/ 85245 w 86884"/>
                <a:gd name="connsiteY49" fmla="*/ 13115 h 34426"/>
                <a:gd name="connsiteX50" fmla="*/ 86885 w 86884"/>
                <a:gd name="connsiteY50" fmla="*/ 9836 h 34426"/>
                <a:gd name="connsiteX51" fmla="*/ 83606 w 86884"/>
                <a:gd name="connsiteY51" fmla="*/ 6557 h 34426"/>
                <a:gd name="connsiteX52" fmla="*/ 81967 w 86884"/>
                <a:gd name="connsiteY52" fmla="*/ 3279 h 34426"/>
                <a:gd name="connsiteX53" fmla="*/ 77049 w 86884"/>
                <a:gd name="connsiteY53" fmla="*/ 0 h 34426"/>
                <a:gd name="connsiteX54" fmla="*/ 73770 w 86884"/>
                <a:gd name="connsiteY54" fmla="*/ 0 h 34426"/>
                <a:gd name="connsiteX55" fmla="*/ 70492 w 86884"/>
                <a:gd name="connsiteY55" fmla="*/ 0 h 3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86884" h="34426">
                  <a:moveTo>
                    <a:pt x="68852" y="0"/>
                  </a:moveTo>
                  <a:lnTo>
                    <a:pt x="63934" y="0"/>
                  </a:lnTo>
                  <a:lnTo>
                    <a:pt x="60655" y="0"/>
                  </a:lnTo>
                  <a:lnTo>
                    <a:pt x="55738" y="0"/>
                  </a:lnTo>
                  <a:lnTo>
                    <a:pt x="52459" y="1639"/>
                  </a:lnTo>
                  <a:lnTo>
                    <a:pt x="49180" y="1639"/>
                  </a:lnTo>
                  <a:lnTo>
                    <a:pt x="44262" y="3279"/>
                  </a:lnTo>
                  <a:lnTo>
                    <a:pt x="40983" y="3279"/>
                  </a:lnTo>
                  <a:lnTo>
                    <a:pt x="37705" y="4918"/>
                  </a:lnTo>
                  <a:lnTo>
                    <a:pt x="32787" y="6557"/>
                  </a:lnTo>
                  <a:lnTo>
                    <a:pt x="29508" y="6557"/>
                  </a:lnTo>
                  <a:lnTo>
                    <a:pt x="26229" y="6557"/>
                  </a:lnTo>
                  <a:lnTo>
                    <a:pt x="29508" y="6557"/>
                  </a:lnTo>
                  <a:lnTo>
                    <a:pt x="32787" y="8197"/>
                  </a:lnTo>
                  <a:lnTo>
                    <a:pt x="29508" y="8197"/>
                  </a:lnTo>
                  <a:lnTo>
                    <a:pt x="26229" y="9836"/>
                  </a:lnTo>
                  <a:lnTo>
                    <a:pt x="21311" y="9836"/>
                  </a:lnTo>
                  <a:lnTo>
                    <a:pt x="26229" y="9836"/>
                  </a:lnTo>
                  <a:lnTo>
                    <a:pt x="21311" y="11475"/>
                  </a:lnTo>
                  <a:lnTo>
                    <a:pt x="18033" y="13115"/>
                  </a:lnTo>
                  <a:lnTo>
                    <a:pt x="14754" y="13115"/>
                  </a:lnTo>
                  <a:lnTo>
                    <a:pt x="9836" y="14754"/>
                  </a:lnTo>
                  <a:lnTo>
                    <a:pt x="6557" y="16393"/>
                  </a:lnTo>
                  <a:lnTo>
                    <a:pt x="3279" y="16393"/>
                  </a:lnTo>
                  <a:lnTo>
                    <a:pt x="0" y="19672"/>
                  </a:lnTo>
                  <a:lnTo>
                    <a:pt x="3279" y="19672"/>
                  </a:lnTo>
                  <a:lnTo>
                    <a:pt x="6557" y="22951"/>
                  </a:lnTo>
                  <a:lnTo>
                    <a:pt x="9836" y="19672"/>
                  </a:lnTo>
                  <a:lnTo>
                    <a:pt x="8197" y="24590"/>
                  </a:lnTo>
                  <a:lnTo>
                    <a:pt x="11475" y="26229"/>
                  </a:lnTo>
                  <a:lnTo>
                    <a:pt x="16393" y="27869"/>
                  </a:lnTo>
                  <a:lnTo>
                    <a:pt x="19672" y="27869"/>
                  </a:lnTo>
                  <a:lnTo>
                    <a:pt x="22951" y="27869"/>
                  </a:lnTo>
                  <a:lnTo>
                    <a:pt x="26229" y="29508"/>
                  </a:lnTo>
                  <a:lnTo>
                    <a:pt x="31148" y="31147"/>
                  </a:lnTo>
                  <a:lnTo>
                    <a:pt x="34426" y="34426"/>
                  </a:lnTo>
                  <a:lnTo>
                    <a:pt x="39344" y="34426"/>
                  </a:lnTo>
                  <a:lnTo>
                    <a:pt x="42623" y="32787"/>
                  </a:lnTo>
                  <a:lnTo>
                    <a:pt x="45901" y="32787"/>
                  </a:lnTo>
                  <a:lnTo>
                    <a:pt x="50820" y="32787"/>
                  </a:lnTo>
                  <a:lnTo>
                    <a:pt x="54098" y="32787"/>
                  </a:lnTo>
                  <a:lnTo>
                    <a:pt x="57377" y="32787"/>
                  </a:lnTo>
                  <a:lnTo>
                    <a:pt x="62295" y="32787"/>
                  </a:lnTo>
                  <a:lnTo>
                    <a:pt x="65573" y="31147"/>
                  </a:lnTo>
                  <a:lnTo>
                    <a:pt x="68852" y="29508"/>
                  </a:lnTo>
                  <a:lnTo>
                    <a:pt x="73770" y="27869"/>
                  </a:lnTo>
                  <a:lnTo>
                    <a:pt x="77049" y="24590"/>
                  </a:lnTo>
                  <a:lnTo>
                    <a:pt x="78688" y="21311"/>
                  </a:lnTo>
                  <a:lnTo>
                    <a:pt x="83606" y="16393"/>
                  </a:lnTo>
                  <a:lnTo>
                    <a:pt x="85245" y="13115"/>
                  </a:lnTo>
                  <a:lnTo>
                    <a:pt x="86885" y="9836"/>
                  </a:lnTo>
                  <a:lnTo>
                    <a:pt x="83606" y="6557"/>
                  </a:lnTo>
                  <a:lnTo>
                    <a:pt x="81967" y="3279"/>
                  </a:lnTo>
                  <a:lnTo>
                    <a:pt x="77049" y="0"/>
                  </a:lnTo>
                  <a:lnTo>
                    <a:pt x="73770" y="0"/>
                  </a:lnTo>
                  <a:lnTo>
                    <a:pt x="7049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6" name="Freeform 3455">
              <a:extLst>
                <a:ext uri="{FF2B5EF4-FFF2-40B4-BE49-F238E27FC236}">
                  <a16:creationId xmlns:a16="http://schemas.microsoft.com/office/drawing/2014/main" id="{8FB0689B-6805-F04C-91BA-7764F53BE783}"/>
                </a:ext>
              </a:extLst>
            </p:cNvPr>
            <p:cNvSpPr/>
            <p:nvPr/>
          </p:nvSpPr>
          <p:spPr>
            <a:xfrm>
              <a:off x="2986178" y="954256"/>
              <a:ext cx="11475" cy="4918"/>
            </a:xfrm>
            <a:custGeom>
              <a:avLst/>
              <a:gdLst>
                <a:gd name="connsiteX0" fmla="*/ 8197 w 11475"/>
                <a:gd name="connsiteY0" fmla="*/ 0 h 4918"/>
                <a:gd name="connsiteX1" fmla="*/ 4918 w 11475"/>
                <a:gd name="connsiteY1" fmla="*/ 1639 h 4918"/>
                <a:gd name="connsiteX2" fmla="*/ 0 w 11475"/>
                <a:gd name="connsiteY2" fmla="*/ 3279 h 4918"/>
                <a:gd name="connsiteX3" fmla="*/ 4918 w 11475"/>
                <a:gd name="connsiteY3" fmla="*/ 4918 h 4918"/>
                <a:gd name="connsiteX4" fmla="*/ 8197 w 11475"/>
                <a:gd name="connsiteY4" fmla="*/ 4918 h 4918"/>
                <a:gd name="connsiteX5" fmla="*/ 11475 w 11475"/>
                <a:gd name="connsiteY5" fmla="*/ 4918 h 4918"/>
                <a:gd name="connsiteX6" fmla="*/ 11475 w 11475"/>
                <a:gd name="connsiteY6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4918">
                  <a:moveTo>
                    <a:pt x="8197" y="0"/>
                  </a:moveTo>
                  <a:lnTo>
                    <a:pt x="4918" y="1639"/>
                  </a:lnTo>
                  <a:lnTo>
                    <a:pt x="0" y="3279"/>
                  </a:lnTo>
                  <a:lnTo>
                    <a:pt x="4918" y="4918"/>
                  </a:lnTo>
                  <a:lnTo>
                    <a:pt x="8197" y="4918"/>
                  </a:lnTo>
                  <a:lnTo>
                    <a:pt x="11475" y="4918"/>
                  </a:lnTo>
                  <a:lnTo>
                    <a:pt x="11475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7" name="Freeform 3456">
              <a:extLst>
                <a:ext uri="{FF2B5EF4-FFF2-40B4-BE49-F238E27FC236}">
                  <a16:creationId xmlns:a16="http://schemas.microsoft.com/office/drawing/2014/main" id="{C8A5489D-EBAA-E442-81DE-DBA40C1004A4}"/>
                </a:ext>
              </a:extLst>
            </p:cNvPr>
            <p:cNvSpPr/>
            <p:nvPr/>
          </p:nvSpPr>
          <p:spPr>
            <a:xfrm>
              <a:off x="2986178" y="1270648"/>
              <a:ext cx="13114" cy="18032"/>
            </a:xfrm>
            <a:custGeom>
              <a:avLst/>
              <a:gdLst>
                <a:gd name="connsiteX0" fmla="*/ 13115 w 13114"/>
                <a:gd name="connsiteY0" fmla="*/ 0 h 18032"/>
                <a:gd name="connsiteX1" fmla="*/ 9836 w 13114"/>
                <a:gd name="connsiteY1" fmla="*/ 0 h 18032"/>
                <a:gd name="connsiteX2" fmla="*/ 6557 w 13114"/>
                <a:gd name="connsiteY2" fmla="*/ 0 h 18032"/>
                <a:gd name="connsiteX3" fmla="*/ 3279 w 13114"/>
                <a:gd name="connsiteY3" fmla="*/ 3279 h 18032"/>
                <a:gd name="connsiteX4" fmla="*/ 1639 w 13114"/>
                <a:gd name="connsiteY4" fmla="*/ 6557 h 18032"/>
                <a:gd name="connsiteX5" fmla="*/ 0 w 13114"/>
                <a:gd name="connsiteY5" fmla="*/ 11475 h 18032"/>
                <a:gd name="connsiteX6" fmla="*/ 3279 w 13114"/>
                <a:gd name="connsiteY6" fmla="*/ 13115 h 18032"/>
                <a:gd name="connsiteX7" fmla="*/ 6557 w 13114"/>
                <a:gd name="connsiteY7" fmla="*/ 18033 h 18032"/>
                <a:gd name="connsiteX8" fmla="*/ 9836 w 13114"/>
                <a:gd name="connsiteY8" fmla="*/ 16393 h 18032"/>
                <a:gd name="connsiteX9" fmla="*/ 11475 w 13114"/>
                <a:gd name="connsiteY9" fmla="*/ 11475 h 18032"/>
                <a:gd name="connsiteX10" fmla="*/ 13115 w 13114"/>
                <a:gd name="connsiteY10" fmla="*/ 8197 h 18032"/>
                <a:gd name="connsiteX11" fmla="*/ 13115 w 13114"/>
                <a:gd name="connsiteY11" fmla="*/ 4918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14" h="18032">
                  <a:moveTo>
                    <a:pt x="13115" y="0"/>
                  </a:moveTo>
                  <a:lnTo>
                    <a:pt x="9836" y="0"/>
                  </a:lnTo>
                  <a:lnTo>
                    <a:pt x="6557" y="0"/>
                  </a:lnTo>
                  <a:lnTo>
                    <a:pt x="3279" y="3279"/>
                  </a:lnTo>
                  <a:lnTo>
                    <a:pt x="1639" y="6557"/>
                  </a:lnTo>
                  <a:lnTo>
                    <a:pt x="0" y="11475"/>
                  </a:lnTo>
                  <a:lnTo>
                    <a:pt x="3279" y="13115"/>
                  </a:lnTo>
                  <a:lnTo>
                    <a:pt x="6557" y="18033"/>
                  </a:lnTo>
                  <a:lnTo>
                    <a:pt x="9836" y="16393"/>
                  </a:lnTo>
                  <a:lnTo>
                    <a:pt x="11475" y="11475"/>
                  </a:lnTo>
                  <a:lnTo>
                    <a:pt x="13115" y="8197"/>
                  </a:lnTo>
                  <a:lnTo>
                    <a:pt x="13115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8" name="Freeform 3457">
              <a:extLst>
                <a:ext uri="{FF2B5EF4-FFF2-40B4-BE49-F238E27FC236}">
                  <a16:creationId xmlns:a16="http://schemas.microsoft.com/office/drawing/2014/main" id="{17C5D5B8-6AC2-F249-8681-A2E507792AF7}"/>
                </a:ext>
              </a:extLst>
            </p:cNvPr>
            <p:cNvSpPr/>
            <p:nvPr/>
          </p:nvSpPr>
          <p:spPr>
            <a:xfrm>
              <a:off x="2989456" y="919829"/>
              <a:ext cx="32786" cy="9835"/>
            </a:xfrm>
            <a:custGeom>
              <a:avLst/>
              <a:gdLst>
                <a:gd name="connsiteX0" fmla="*/ 32787 w 32786"/>
                <a:gd name="connsiteY0" fmla="*/ 1639 h 9835"/>
                <a:gd name="connsiteX1" fmla="*/ 27869 w 32786"/>
                <a:gd name="connsiteY1" fmla="*/ 1639 h 9835"/>
                <a:gd name="connsiteX2" fmla="*/ 24590 w 32786"/>
                <a:gd name="connsiteY2" fmla="*/ 0 h 9835"/>
                <a:gd name="connsiteX3" fmla="*/ 21311 w 32786"/>
                <a:gd name="connsiteY3" fmla="*/ 1639 h 9835"/>
                <a:gd name="connsiteX4" fmla="*/ 16393 w 32786"/>
                <a:gd name="connsiteY4" fmla="*/ 3279 h 9835"/>
                <a:gd name="connsiteX5" fmla="*/ 11475 w 32786"/>
                <a:gd name="connsiteY5" fmla="*/ 3279 h 9835"/>
                <a:gd name="connsiteX6" fmla="*/ 8197 w 32786"/>
                <a:gd name="connsiteY6" fmla="*/ 4918 h 9835"/>
                <a:gd name="connsiteX7" fmla="*/ 4918 w 32786"/>
                <a:gd name="connsiteY7" fmla="*/ 4918 h 9835"/>
                <a:gd name="connsiteX8" fmla="*/ 1639 w 32786"/>
                <a:gd name="connsiteY8" fmla="*/ 6557 h 9835"/>
                <a:gd name="connsiteX9" fmla="*/ 0 w 32786"/>
                <a:gd name="connsiteY9" fmla="*/ 9836 h 9835"/>
                <a:gd name="connsiteX10" fmla="*/ 4918 w 32786"/>
                <a:gd name="connsiteY10" fmla="*/ 9836 h 9835"/>
                <a:gd name="connsiteX11" fmla="*/ 8197 w 32786"/>
                <a:gd name="connsiteY11" fmla="*/ 8197 h 9835"/>
                <a:gd name="connsiteX12" fmla="*/ 11475 w 32786"/>
                <a:gd name="connsiteY12" fmla="*/ 8197 h 9835"/>
                <a:gd name="connsiteX13" fmla="*/ 16393 w 32786"/>
                <a:gd name="connsiteY13" fmla="*/ 4918 h 9835"/>
                <a:gd name="connsiteX14" fmla="*/ 19672 w 32786"/>
                <a:gd name="connsiteY14" fmla="*/ 3279 h 9835"/>
                <a:gd name="connsiteX15" fmla="*/ 22951 w 32786"/>
                <a:gd name="connsiteY15" fmla="*/ 6557 h 9835"/>
                <a:gd name="connsiteX16" fmla="*/ 27869 w 32786"/>
                <a:gd name="connsiteY16" fmla="*/ 4918 h 9835"/>
                <a:gd name="connsiteX17" fmla="*/ 31147 w 32786"/>
                <a:gd name="connsiteY17" fmla="*/ 4918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786" h="9835">
                  <a:moveTo>
                    <a:pt x="32787" y="1639"/>
                  </a:moveTo>
                  <a:lnTo>
                    <a:pt x="27869" y="1639"/>
                  </a:lnTo>
                  <a:lnTo>
                    <a:pt x="24590" y="0"/>
                  </a:lnTo>
                  <a:lnTo>
                    <a:pt x="21311" y="1639"/>
                  </a:lnTo>
                  <a:lnTo>
                    <a:pt x="16393" y="3279"/>
                  </a:lnTo>
                  <a:lnTo>
                    <a:pt x="11475" y="3279"/>
                  </a:lnTo>
                  <a:lnTo>
                    <a:pt x="8197" y="4918"/>
                  </a:lnTo>
                  <a:lnTo>
                    <a:pt x="4918" y="4918"/>
                  </a:lnTo>
                  <a:lnTo>
                    <a:pt x="1639" y="6557"/>
                  </a:lnTo>
                  <a:lnTo>
                    <a:pt x="0" y="9836"/>
                  </a:lnTo>
                  <a:lnTo>
                    <a:pt x="4918" y="9836"/>
                  </a:lnTo>
                  <a:lnTo>
                    <a:pt x="8197" y="8197"/>
                  </a:lnTo>
                  <a:lnTo>
                    <a:pt x="11475" y="8197"/>
                  </a:lnTo>
                  <a:lnTo>
                    <a:pt x="16393" y="4918"/>
                  </a:lnTo>
                  <a:lnTo>
                    <a:pt x="19672" y="3279"/>
                  </a:lnTo>
                  <a:lnTo>
                    <a:pt x="22951" y="6557"/>
                  </a:lnTo>
                  <a:lnTo>
                    <a:pt x="27869" y="4918"/>
                  </a:lnTo>
                  <a:lnTo>
                    <a:pt x="3114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9" name="Freeform 3458">
              <a:extLst>
                <a:ext uri="{FF2B5EF4-FFF2-40B4-BE49-F238E27FC236}">
                  <a16:creationId xmlns:a16="http://schemas.microsoft.com/office/drawing/2014/main" id="{9B34D9DB-401E-0F4B-8682-9F0D770D8905}"/>
                </a:ext>
              </a:extLst>
            </p:cNvPr>
            <p:cNvSpPr/>
            <p:nvPr/>
          </p:nvSpPr>
          <p:spPr>
            <a:xfrm>
              <a:off x="2997653" y="1183763"/>
              <a:ext cx="24590" cy="21311"/>
            </a:xfrm>
            <a:custGeom>
              <a:avLst/>
              <a:gdLst>
                <a:gd name="connsiteX0" fmla="*/ 22951 w 24590"/>
                <a:gd name="connsiteY0" fmla="*/ 4918 h 21311"/>
                <a:gd name="connsiteX1" fmla="*/ 24590 w 24590"/>
                <a:gd name="connsiteY1" fmla="*/ 1639 h 21311"/>
                <a:gd name="connsiteX2" fmla="*/ 19672 w 24590"/>
                <a:gd name="connsiteY2" fmla="*/ 0 h 21311"/>
                <a:gd name="connsiteX3" fmla="*/ 16393 w 24590"/>
                <a:gd name="connsiteY3" fmla="*/ 1639 h 21311"/>
                <a:gd name="connsiteX4" fmla="*/ 13115 w 24590"/>
                <a:gd name="connsiteY4" fmla="*/ 3279 h 21311"/>
                <a:gd name="connsiteX5" fmla="*/ 8197 w 24590"/>
                <a:gd name="connsiteY5" fmla="*/ 6557 h 21311"/>
                <a:gd name="connsiteX6" fmla="*/ 4918 w 24590"/>
                <a:gd name="connsiteY6" fmla="*/ 9836 h 21311"/>
                <a:gd name="connsiteX7" fmla="*/ 4918 w 24590"/>
                <a:gd name="connsiteY7" fmla="*/ 13115 h 21311"/>
                <a:gd name="connsiteX8" fmla="*/ 0 w 24590"/>
                <a:gd name="connsiteY8" fmla="*/ 14754 h 21311"/>
                <a:gd name="connsiteX9" fmla="*/ 0 w 24590"/>
                <a:gd name="connsiteY9" fmla="*/ 18033 h 21311"/>
                <a:gd name="connsiteX10" fmla="*/ 3279 w 24590"/>
                <a:gd name="connsiteY10" fmla="*/ 21311 h 21311"/>
                <a:gd name="connsiteX11" fmla="*/ 6557 w 24590"/>
                <a:gd name="connsiteY11" fmla="*/ 21311 h 21311"/>
                <a:gd name="connsiteX12" fmla="*/ 11475 w 24590"/>
                <a:gd name="connsiteY12" fmla="*/ 19672 h 21311"/>
                <a:gd name="connsiteX13" fmla="*/ 14754 w 24590"/>
                <a:gd name="connsiteY13" fmla="*/ 16393 h 21311"/>
                <a:gd name="connsiteX14" fmla="*/ 18033 w 24590"/>
                <a:gd name="connsiteY14" fmla="*/ 13115 h 21311"/>
                <a:gd name="connsiteX15" fmla="*/ 19672 w 24590"/>
                <a:gd name="connsiteY15" fmla="*/ 8197 h 2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590" h="21311">
                  <a:moveTo>
                    <a:pt x="22951" y="4918"/>
                  </a:moveTo>
                  <a:lnTo>
                    <a:pt x="24590" y="1639"/>
                  </a:lnTo>
                  <a:lnTo>
                    <a:pt x="19672" y="0"/>
                  </a:lnTo>
                  <a:lnTo>
                    <a:pt x="16393" y="1639"/>
                  </a:lnTo>
                  <a:lnTo>
                    <a:pt x="13115" y="3279"/>
                  </a:lnTo>
                  <a:lnTo>
                    <a:pt x="8197" y="6557"/>
                  </a:lnTo>
                  <a:lnTo>
                    <a:pt x="4918" y="9836"/>
                  </a:lnTo>
                  <a:lnTo>
                    <a:pt x="4918" y="13115"/>
                  </a:lnTo>
                  <a:lnTo>
                    <a:pt x="0" y="14754"/>
                  </a:lnTo>
                  <a:lnTo>
                    <a:pt x="0" y="18033"/>
                  </a:lnTo>
                  <a:lnTo>
                    <a:pt x="3279" y="21311"/>
                  </a:lnTo>
                  <a:lnTo>
                    <a:pt x="6557" y="21311"/>
                  </a:lnTo>
                  <a:lnTo>
                    <a:pt x="11475" y="19672"/>
                  </a:lnTo>
                  <a:lnTo>
                    <a:pt x="14754" y="16393"/>
                  </a:lnTo>
                  <a:lnTo>
                    <a:pt x="18033" y="13115"/>
                  </a:lnTo>
                  <a:lnTo>
                    <a:pt x="19672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0" name="Freeform 3459">
              <a:extLst>
                <a:ext uri="{FF2B5EF4-FFF2-40B4-BE49-F238E27FC236}">
                  <a16:creationId xmlns:a16="http://schemas.microsoft.com/office/drawing/2014/main" id="{7DFB4184-ACC7-D042-BFA8-863137809283}"/>
                </a:ext>
              </a:extLst>
            </p:cNvPr>
            <p:cNvSpPr/>
            <p:nvPr/>
          </p:nvSpPr>
          <p:spPr>
            <a:xfrm>
              <a:off x="3014046" y="1265730"/>
              <a:ext cx="22950" cy="19672"/>
            </a:xfrm>
            <a:custGeom>
              <a:avLst/>
              <a:gdLst>
                <a:gd name="connsiteX0" fmla="*/ 13115 w 22950"/>
                <a:gd name="connsiteY0" fmla="*/ 4918 h 19672"/>
                <a:gd name="connsiteX1" fmla="*/ 11475 w 22950"/>
                <a:gd name="connsiteY1" fmla="*/ 3279 h 19672"/>
                <a:gd name="connsiteX2" fmla="*/ 8197 w 22950"/>
                <a:gd name="connsiteY2" fmla="*/ 1639 h 19672"/>
                <a:gd name="connsiteX3" fmla="*/ 4918 w 22950"/>
                <a:gd name="connsiteY3" fmla="*/ 0 h 19672"/>
                <a:gd name="connsiteX4" fmla="*/ 0 w 22950"/>
                <a:gd name="connsiteY4" fmla="*/ 1639 h 19672"/>
                <a:gd name="connsiteX5" fmla="*/ 0 w 22950"/>
                <a:gd name="connsiteY5" fmla="*/ 4918 h 19672"/>
                <a:gd name="connsiteX6" fmla="*/ 4918 w 22950"/>
                <a:gd name="connsiteY6" fmla="*/ 8197 h 19672"/>
                <a:gd name="connsiteX7" fmla="*/ 3279 w 22950"/>
                <a:gd name="connsiteY7" fmla="*/ 11475 h 19672"/>
                <a:gd name="connsiteX8" fmla="*/ 1639 w 22950"/>
                <a:gd name="connsiteY8" fmla="*/ 14754 h 19672"/>
                <a:gd name="connsiteX9" fmla="*/ 6557 w 22950"/>
                <a:gd name="connsiteY9" fmla="*/ 14754 h 19672"/>
                <a:gd name="connsiteX10" fmla="*/ 9836 w 22950"/>
                <a:gd name="connsiteY10" fmla="*/ 14754 h 19672"/>
                <a:gd name="connsiteX11" fmla="*/ 13115 w 22950"/>
                <a:gd name="connsiteY11" fmla="*/ 14754 h 19672"/>
                <a:gd name="connsiteX12" fmla="*/ 9836 w 22950"/>
                <a:gd name="connsiteY12" fmla="*/ 18033 h 19672"/>
                <a:gd name="connsiteX13" fmla="*/ 13115 w 22950"/>
                <a:gd name="connsiteY13" fmla="*/ 18033 h 19672"/>
                <a:gd name="connsiteX14" fmla="*/ 16393 w 22950"/>
                <a:gd name="connsiteY14" fmla="*/ 18033 h 19672"/>
                <a:gd name="connsiteX15" fmla="*/ 19672 w 22950"/>
                <a:gd name="connsiteY15" fmla="*/ 19672 h 19672"/>
                <a:gd name="connsiteX16" fmla="*/ 22951 w 22950"/>
                <a:gd name="connsiteY16" fmla="*/ 16393 h 19672"/>
                <a:gd name="connsiteX17" fmla="*/ 19672 w 22950"/>
                <a:gd name="connsiteY17" fmla="*/ 16393 h 19672"/>
                <a:gd name="connsiteX18" fmla="*/ 14754 w 22950"/>
                <a:gd name="connsiteY18" fmla="*/ 14754 h 19672"/>
                <a:gd name="connsiteX19" fmla="*/ 11475 w 22950"/>
                <a:gd name="connsiteY19" fmla="*/ 13115 h 19672"/>
                <a:gd name="connsiteX20" fmla="*/ 16393 w 22950"/>
                <a:gd name="connsiteY20" fmla="*/ 11475 h 19672"/>
                <a:gd name="connsiteX21" fmla="*/ 18033 w 22950"/>
                <a:gd name="connsiteY21" fmla="*/ 8197 h 19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950" h="19672">
                  <a:moveTo>
                    <a:pt x="13115" y="4918"/>
                  </a:moveTo>
                  <a:lnTo>
                    <a:pt x="11475" y="3279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4918" y="8197"/>
                  </a:lnTo>
                  <a:lnTo>
                    <a:pt x="3279" y="11475"/>
                  </a:lnTo>
                  <a:lnTo>
                    <a:pt x="1639" y="14754"/>
                  </a:lnTo>
                  <a:lnTo>
                    <a:pt x="6557" y="14754"/>
                  </a:lnTo>
                  <a:lnTo>
                    <a:pt x="9836" y="14754"/>
                  </a:lnTo>
                  <a:lnTo>
                    <a:pt x="13115" y="14754"/>
                  </a:lnTo>
                  <a:lnTo>
                    <a:pt x="9836" y="18033"/>
                  </a:lnTo>
                  <a:lnTo>
                    <a:pt x="13115" y="18033"/>
                  </a:lnTo>
                  <a:lnTo>
                    <a:pt x="16393" y="18033"/>
                  </a:lnTo>
                  <a:lnTo>
                    <a:pt x="19672" y="19672"/>
                  </a:lnTo>
                  <a:lnTo>
                    <a:pt x="22951" y="16393"/>
                  </a:lnTo>
                  <a:lnTo>
                    <a:pt x="19672" y="16393"/>
                  </a:lnTo>
                  <a:lnTo>
                    <a:pt x="14754" y="14754"/>
                  </a:lnTo>
                  <a:lnTo>
                    <a:pt x="11475" y="13115"/>
                  </a:lnTo>
                  <a:lnTo>
                    <a:pt x="16393" y="11475"/>
                  </a:lnTo>
                  <a:lnTo>
                    <a:pt x="18033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1" name="Freeform 3460">
              <a:extLst>
                <a:ext uri="{FF2B5EF4-FFF2-40B4-BE49-F238E27FC236}">
                  <a16:creationId xmlns:a16="http://schemas.microsoft.com/office/drawing/2014/main" id="{45826500-2F57-3941-97B8-AAE1ED316CE4}"/>
                </a:ext>
              </a:extLst>
            </p:cNvPr>
            <p:cNvSpPr/>
            <p:nvPr/>
          </p:nvSpPr>
          <p:spPr>
            <a:xfrm>
              <a:off x="3018964" y="1411630"/>
              <a:ext cx="40983" cy="32786"/>
            </a:xfrm>
            <a:custGeom>
              <a:avLst/>
              <a:gdLst>
                <a:gd name="connsiteX0" fmla="*/ 4918 w 40983"/>
                <a:gd name="connsiteY0" fmla="*/ 27869 h 32786"/>
                <a:gd name="connsiteX1" fmla="*/ 4918 w 40983"/>
                <a:gd name="connsiteY1" fmla="*/ 29508 h 32786"/>
                <a:gd name="connsiteX2" fmla="*/ 8197 w 40983"/>
                <a:gd name="connsiteY2" fmla="*/ 32787 h 32786"/>
                <a:gd name="connsiteX3" fmla="*/ 11475 w 40983"/>
                <a:gd name="connsiteY3" fmla="*/ 31147 h 32786"/>
                <a:gd name="connsiteX4" fmla="*/ 14754 w 40983"/>
                <a:gd name="connsiteY4" fmla="*/ 29508 h 32786"/>
                <a:gd name="connsiteX5" fmla="*/ 18033 w 40983"/>
                <a:gd name="connsiteY5" fmla="*/ 24590 h 32786"/>
                <a:gd name="connsiteX6" fmla="*/ 22951 w 40983"/>
                <a:gd name="connsiteY6" fmla="*/ 22951 h 32786"/>
                <a:gd name="connsiteX7" fmla="*/ 26229 w 40983"/>
                <a:gd name="connsiteY7" fmla="*/ 19672 h 32786"/>
                <a:gd name="connsiteX8" fmla="*/ 29508 w 40983"/>
                <a:gd name="connsiteY8" fmla="*/ 18033 h 32786"/>
                <a:gd name="connsiteX9" fmla="*/ 34426 w 40983"/>
                <a:gd name="connsiteY9" fmla="*/ 14754 h 32786"/>
                <a:gd name="connsiteX10" fmla="*/ 37705 w 40983"/>
                <a:gd name="connsiteY10" fmla="*/ 11475 h 32786"/>
                <a:gd name="connsiteX11" fmla="*/ 40983 w 40983"/>
                <a:gd name="connsiteY11" fmla="*/ 6557 h 32786"/>
                <a:gd name="connsiteX12" fmla="*/ 39344 w 40983"/>
                <a:gd name="connsiteY12" fmla="*/ 3279 h 32786"/>
                <a:gd name="connsiteX13" fmla="*/ 37705 w 40983"/>
                <a:gd name="connsiteY13" fmla="*/ 0 h 32786"/>
                <a:gd name="connsiteX14" fmla="*/ 34426 w 40983"/>
                <a:gd name="connsiteY14" fmla="*/ 0 h 32786"/>
                <a:gd name="connsiteX15" fmla="*/ 29508 w 40983"/>
                <a:gd name="connsiteY15" fmla="*/ 0 h 32786"/>
                <a:gd name="connsiteX16" fmla="*/ 26229 w 40983"/>
                <a:gd name="connsiteY16" fmla="*/ 0 h 32786"/>
                <a:gd name="connsiteX17" fmla="*/ 22951 w 40983"/>
                <a:gd name="connsiteY17" fmla="*/ 1639 h 32786"/>
                <a:gd name="connsiteX18" fmla="*/ 19672 w 40983"/>
                <a:gd name="connsiteY18" fmla="*/ 3279 h 32786"/>
                <a:gd name="connsiteX19" fmla="*/ 16393 w 40983"/>
                <a:gd name="connsiteY19" fmla="*/ 6557 h 32786"/>
                <a:gd name="connsiteX20" fmla="*/ 11475 w 40983"/>
                <a:gd name="connsiteY20" fmla="*/ 8197 h 32786"/>
                <a:gd name="connsiteX21" fmla="*/ 8197 w 40983"/>
                <a:gd name="connsiteY21" fmla="*/ 11475 h 32786"/>
                <a:gd name="connsiteX22" fmla="*/ 4918 w 40983"/>
                <a:gd name="connsiteY22" fmla="*/ 14754 h 32786"/>
                <a:gd name="connsiteX23" fmla="*/ 1639 w 40983"/>
                <a:gd name="connsiteY23" fmla="*/ 18033 h 32786"/>
                <a:gd name="connsiteX24" fmla="*/ 0 w 40983"/>
                <a:gd name="connsiteY24" fmla="*/ 22951 h 32786"/>
                <a:gd name="connsiteX25" fmla="*/ 0 w 40983"/>
                <a:gd name="connsiteY25" fmla="*/ 26229 h 3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0983" h="32786">
                  <a:moveTo>
                    <a:pt x="4918" y="27869"/>
                  </a:moveTo>
                  <a:lnTo>
                    <a:pt x="4918" y="29508"/>
                  </a:lnTo>
                  <a:lnTo>
                    <a:pt x="8197" y="32787"/>
                  </a:lnTo>
                  <a:lnTo>
                    <a:pt x="11475" y="31147"/>
                  </a:lnTo>
                  <a:lnTo>
                    <a:pt x="14754" y="29508"/>
                  </a:lnTo>
                  <a:lnTo>
                    <a:pt x="18033" y="24590"/>
                  </a:lnTo>
                  <a:lnTo>
                    <a:pt x="22951" y="22951"/>
                  </a:lnTo>
                  <a:lnTo>
                    <a:pt x="26229" y="19672"/>
                  </a:lnTo>
                  <a:lnTo>
                    <a:pt x="29508" y="18033"/>
                  </a:lnTo>
                  <a:lnTo>
                    <a:pt x="34426" y="14754"/>
                  </a:lnTo>
                  <a:lnTo>
                    <a:pt x="37705" y="11475"/>
                  </a:lnTo>
                  <a:lnTo>
                    <a:pt x="40983" y="6557"/>
                  </a:lnTo>
                  <a:lnTo>
                    <a:pt x="39344" y="3279"/>
                  </a:lnTo>
                  <a:lnTo>
                    <a:pt x="37705" y="0"/>
                  </a:lnTo>
                  <a:lnTo>
                    <a:pt x="34426" y="0"/>
                  </a:lnTo>
                  <a:lnTo>
                    <a:pt x="29508" y="0"/>
                  </a:lnTo>
                  <a:lnTo>
                    <a:pt x="26229" y="0"/>
                  </a:lnTo>
                  <a:lnTo>
                    <a:pt x="22951" y="1639"/>
                  </a:lnTo>
                  <a:lnTo>
                    <a:pt x="19672" y="3279"/>
                  </a:lnTo>
                  <a:lnTo>
                    <a:pt x="16393" y="6557"/>
                  </a:lnTo>
                  <a:lnTo>
                    <a:pt x="11475" y="8197"/>
                  </a:lnTo>
                  <a:lnTo>
                    <a:pt x="8197" y="11475"/>
                  </a:lnTo>
                  <a:lnTo>
                    <a:pt x="4918" y="14754"/>
                  </a:lnTo>
                  <a:lnTo>
                    <a:pt x="1639" y="18033"/>
                  </a:lnTo>
                  <a:lnTo>
                    <a:pt x="0" y="22951"/>
                  </a:lnTo>
                  <a:lnTo>
                    <a:pt x="0" y="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2" name="Freeform 3461">
              <a:extLst>
                <a:ext uri="{FF2B5EF4-FFF2-40B4-BE49-F238E27FC236}">
                  <a16:creationId xmlns:a16="http://schemas.microsoft.com/office/drawing/2014/main" id="{EB4DDAD5-D146-334E-B5A2-50C7C7C449B9}"/>
                </a:ext>
              </a:extLst>
            </p:cNvPr>
            <p:cNvSpPr/>
            <p:nvPr/>
          </p:nvSpPr>
          <p:spPr>
            <a:xfrm>
              <a:off x="3023883" y="982124"/>
              <a:ext cx="673767" cy="450817"/>
            </a:xfrm>
            <a:custGeom>
              <a:avLst/>
              <a:gdLst>
                <a:gd name="connsiteX0" fmla="*/ 4918 w 673767"/>
                <a:gd name="connsiteY0" fmla="*/ 85245 h 450817"/>
                <a:gd name="connsiteX1" fmla="*/ 3279 w 673767"/>
                <a:gd name="connsiteY1" fmla="*/ 88524 h 450817"/>
                <a:gd name="connsiteX2" fmla="*/ 6557 w 673767"/>
                <a:gd name="connsiteY2" fmla="*/ 90164 h 450817"/>
                <a:gd name="connsiteX3" fmla="*/ 11475 w 673767"/>
                <a:gd name="connsiteY3" fmla="*/ 90164 h 450817"/>
                <a:gd name="connsiteX4" fmla="*/ 14754 w 673767"/>
                <a:gd name="connsiteY4" fmla="*/ 91803 h 450817"/>
                <a:gd name="connsiteX5" fmla="*/ 18033 w 673767"/>
                <a:gd name="connsiteY5" fmla="*/ 91803 h 450817"/>
                <a:gd name="connsiteX6" fmla="*/ 22951 w 673767"/>
                <a:gd name="connsiteY6" fmla="*/ 91803 h 450817"/>
                <a:gd name="connsiteX7" fmla="*/ 26229 w 673767"/>
                <a:gd name="connsiteY7" fmla="*/ 91803 h 450817"/>
                <a:gd name="connsiteX8" fmla="*/ 29508 w 673767"/>
                <a:gd name="connsiteY8" fmla="*/ 91803 h 450817"/>
                <a:gd name="connsiteX9" fmla="*/ 34426 w 673767"/>
                <a:gd name="connsiteY9" fmla="*/ 93442 h 450817"/>
                <a:gd name="connsiteX10" fmla="*/ 37705 w 673767"/>
                <a:gd name="connsiteY10" fmla="*/ 93442 h 450817"/>
                <a:gd name="connsiteX11" fmla="*/ 40983 w 673767"/>
                <a:gd name="connsiteY11" fmla="*/ 93442 h 450817"/>
                <a:gd name="connsiteX12" fmla="*/ 45901 w 673767"/>
                <a:gd name="connsiteY12" fmla="*/ 93442 h 450817"/>
                <a:gd name="connsiteX13" fmla="*/ 49180 w 673767"/>
                <a:gd name="connsiteY13" fmla="*/ 93442 h 450817"/>
                <a:gd name="connsiteX14" fmla="*/ 52459 w 673767"/>
                <a:gd name="connsiteY14" fmla="*/ 91803 h 450817"/>
                <a:gd name="connsiteX15" fmla="*/ 57377 w 673767"/>
                <a:gd name="connsiteY15" fmla="*/ 91803 h 450817"/>
                <a:gd name="connsiteX16" fmla="*/ 54098 w 673767"/>
                <a:gd name="connsiteY16" fmla="*/ 96721 h 450817"/>
                <a:gd name="connsiteX17" fmla="*/ 59016 w 673767"/>
                <a:gd name="connsiteY17" fmla="*/ 98360 h 450817"/>
                <a:gd name="connsiteX18" fmla="*/ 62295 w 673767"/>
                <a:gd name="connsiteY18" fmla="*/ 100000 h 450817"/>
                <a:gd name="connsiteX19" fmla="*/ 65573 w 673767"/>
                <a:gd name="connsiteY19" fmla="*/ 101639 h 450817"/>
                <a:gd name="connsiteX20" fmla="*/ 70491 w 673767"/>
                <a:gd name="connsiteY20" fmla="*/ 101639 h 450817"/>
                <a:gd name="connsiteX21" fmla="*/ 65573 w 673767"/>
                <a:gd name="connsiteY21" fmla="*/ 101639 h 450817"/>
                <a:gd name="connsiteX22" fmla="*/ 62295 w 673767"/>
                <a:gd name="connsiteY22" fmla="*/ 101639 h 450817"/>
                <a:gd name="connsiteX23" fmla="*/ 59016 w 673767"/>
                <a:gd name="connsiteY23" fmla="*/ 103278 h 450817"/>
                <a:gd name="connsiteX24" fmla="*/ 54098 w 673767"/>
                <a:gd name="connsiteY24" fmla="*/ 103278 h 450817"/>
                <a:gd name="connsiteX25" fmla="*/ 50819 w 673767"/>
                <a:gd name="connsiteY25" fmla="*/ 103278 h 450817"/>
                <a:gd name="connsiteX26" fmla="*/ 47541 w 673767"/>
                <a:gd name="connsiteY26" fmla="*/ 103278 h 450817"/>
                <a:gd name="connsiteX27" fmla="*/ 42623 w 673767"/>
                <a:gd name="connsiteY27" fmla="*/ 104918 h 450817"/>
                <a:gd name="connsiteX28" fmla="*/ 39344 w 673767"/>
                <a:gd name="connsiteY28" fmla="*/ 104918 h 450817"/>
                <a:gd name="connsiteX29" fmla="*/ 36065 w 673767"/>
                <a:gd name="connsiteY29" fmla="*/ 103278 h 450817"/>
                <a:gd name="connsiteX30" fmla="*/ 31147 w 673767"/>
                <a:gd name="connsiteY30" fmla="*/ 101639 h 450817"/>
                <a:gd name="connsiteX31" fmla="*/ 27869 w 673767"/>
                <a:gd name="connsiteY31" fmla="*/ 100000 h 450817"/>
                <a:gd name="connsiteX32" fmla="*/ 24590 w 673767"/>
                <a:gd name="connsiteY32" fmla="*/ 100000 h 450817"/>
                <a:gd name="connsiteX33" fmla="*/ 19672 w 673767"/>
                <a:gd name="connsiteY33" fmla="*/ 100000 h 450817"/>
                <a:gd name="connsiteX34" fmla="*/ 16393 w 673767"/>
                <a:gd name="connsiteY34" fmla="*/ 100000 h 450817"/>
                <a:gd name="connsiteX35" fmla="*/ 13114 w 673767"/>
                <a:gd name="connsiteY35" fmla="*/ 100000 h 450817"/>
                <a:gd name="connsiteX36" fmla="*/ 8197 w 673767"/>
                <a:gd name="connsiteY36" fmla="*/ 98360 h 450817"/>
                <a:gd name="connsiteX37" fmla="*/ 4918 w 673767"/>
                <a:gd name="connsiteY37" fmla="*/ 98360 h 450817"/>
                <a:gd name="connsiteX38" fmla="*/ 8197 w 673767"/>
                <a:gd name="connsiteY38" fmla="*/ 101639 h 450817"/>
                <a:gd name="connsiteX39" fmla="*/ 3279 w 673767"/>
                <a:gd name="connsiteY39" fmla="*/ 104918 h 450817"/>
                <a:gd name="connsiteX40" fmla="*/ 0 w 673767"/>
                <a:gd name="connsiteY40" fmla="*/ 108196 h 450817"/>
                <a:gd name="connsiteX41" fmla="*/ 1639 w 673767"/>
                <a:gd name="connsiteY41" fmla="*/ 111475 h 450817"/>
                <a:gd name="connsiteX42" fmla="*/ 3279 w 673767"/>
                <a:gd name="connsiteY42" fmla="*/ 114754 h 450817"/>
                <a:gd name="connsiteX43" fmla="*/ 3279 w 673767"/>
                <a:gd name="connsiteY43" fmla="*/ 118032 h 450817"/>
                <a:gd name="connsiteX44" fmla="*/ 8197 w 673767"/>
                <a:gd name="connsiteY44" fmla="*/ 121311 h 450817"/>
                <a:gd name="connsiteX45" fmla="*/ 11475 w 673767"/>
                <a:gd name="connsiteY45" fmla="*/ 122950 h 450817"/>
                <a:gd name="connsiteX46" fmla="*/ 14754 w 673767"/>
                <a:gd name="connsiteY46" fmla="*/ 122950 h 450817"/>
                <a:gd name="connsiteX47" fmla="*/ 19672 w 673767"/>
                <a:gd name="connsiteY47" fmla="*/ 124590 h 450817"/>
                <a:gd name="connsiteX48" fmla="*/ 22951 w 673767"/>
                <a:gd name="connsiteY48" fmla="*/ 126229 h 450817"/>
                <a:gd name="connsiteX49" fmla="*/ 19672 w 673767"/>
                <a:gd name="connsiteY49" fmla="*/ 126229 h 450817"/>
                <a:gd name="connsiteX50" fmla="*/ 14754 w 673767"/>
                <a:gd name="connsiteY50" fmla="*/ 126229 h 450817"/>
                <a:gd name="connsiteX51" fmla="*/ 18033 w 673767"/>
                <a:gd name="connsiteY51" fmla="*/ 127868 h 450817"/>
                <a:gd name="connsiteX52" fmla="*/ 22951 w 673767"/>
                <a:gd name="connsiteY52" fmla="*/ 129508 h 450817"/>
                <a:gd name="connsiteX53" fmla="*/ 26229 w 673767"/>
                <a:gd name="connsiteY53" fmla="*/ 129508 h 450817"/>
                <a:gd name="connsiteX54" fmla="*/ 29508 w 673767"/>
                <a:gd name="connsiteY54" fmla="*/ 127868 h 450817"/>
                <a:gd name="connsiteX55" fmla="*/ 26229 w 673767"/>
                <a:gd name="connsiteY55" fmla="*/ 127868 h 450817"/>
                <a:gd name="connsiteX56" fmla="*/ 29508 w 673767"/>
                <a:gd name="connsiteY56" fmla="*/ 126229 h 450817"/>
                <a:gd name="connsiteX57" fmla="*/ 34426 w 673767"/>
                <a:gd name="connsiteY57" fmla="*/ 126229 h 450817"/>
                <a:gd name="connsiteX58" fmla="*/ 37705 w 673767"/>
                <a:gd name="connsiteY58" fmla="*/ 126229 h 450817"/>
                <a:gd name="connsiteX59" fmla="*/ 42623 w 673767"/>
                <a:gd name="connsiteY59" fmla="*/ 127868 h 450817"/>
                <a:gd name="connsiteX60" fmla="*/ 45901 w 673767"/>
                <a:gd name="connsiteY60" fmla="*/ 127868 h 450817"/>
                <a:gd name="connsiteX61" fmla="*/ 49180 w 673767"/>
                <a:gd name="connsiteY61" fmla="*/ 126229 h 450817"/>
                <a:gd name="connsiteX62" fmla="*/ 45901 w 673767"/>
                <a:gd name="connsiteY62" fmla="*/ 124590 h 450817"/>
                <a:gd name="connsiteX63" fmla="*/ 49180 w 673767"/>
                <a:gd name="connsiteY63" fmla="*/ 122950 h 450817"/>
                <a:gd name="connsiteX64" fmla="*/ 52459 w 673767"/>
                <a:gd name="connsiteY64" fmla="*/ 121311 h 450817"/>
                <a:gd name="connsiteX65" fmla="*/ 57377 w 673767"/>
                <a:gd name="connsiteY65" fmla="*/ 124590 h 450817"/>
                <a:gd name="connsiteX66" fmla="*/ 52459 w 673767"/>
                <a:gd name="connsiteY66" fmla="*/ 124590 h 450817"/>
                <a:gd name="connsiteX67" fmla="*/ 57377 w 673767"/>
                <a:gd name="connsiteY67" fmla="*/ 126229 h 450817"/>
                <a:gd name="connsiteX68" fmla="*/ 60655 w 673767"/>
                <a:gd name="connsiteY68" fmla="*/ 124590 h 450817"/>
                <a:gd name="connsiteX69" fmla="*/ 63934 w 673767"/>
                <a:gd name="connsiteY69" fmla="*/ 122950 h 450817"/>
                <a:gd name="connsiteX70" fmla="*/ 68852 w 673767"/>
                <a:gd name="connsiteY70" fmla="*/ 121311 h 450817"/>
                <a:gd name="connsiteX71" fmla="*/ 72131 w 673767"/>
                <a:gd name="connsiteY71" fmla="*/ 121311 h 450817"/>
                <a:gd name="connsiteX72" fmla="*/ 67213 w 673767"/>
                <a:gd name="connsiteY72" fmla="*/ 122950 h 450817"/>
                <a:gd name="connsiteX73" fmla="*/ 63934 w 673767"/>
                <a:gd name="connsiteY73" fmla="*/ 122950 h 450817"/>
                <a:gd name="connsiteX74" fmla="*/ 60655 w 673767"/>
                <a:gd name="connsiteY74" fmla="*/ 126229 h 450817"/>
                <a:gd name="connsiteX75" fmla="*/ 59016 w 673767"/>
                <a:gd name="connsiteY75" fmla="*/ 131147 h 450817"/>
                <a:gd name="connsiteX76" fmla="*/ 62295 w 673767"/>
                <a:gd name="connsiteY76" fmla="*/ 134426 h 450817"/>
                <a:gd name="connsiteX77" fmla="*/ 65573 w 673767"/>
                <a:gd name="connsiteY77" fmla="*/ 136065 h 450817"/>
                <a:gd name="connsiteX78" fmla="*/ 70491 w 673767"/>
                <a:gd name="connsiteY78" fmla="*/ 137704 h 450817"/>
                <a:gd name="connsiteX79" fmla="*/ 70491 w 673767"/>
                <a:gd name="connsiteY79" fmla="*/ 137704 h 450817"/>
                <a:gd name="connsiteX80" fmla="*/ 75409 w 673767"/>
                <a:gd name="connsiteY80" fmla="*/ 137704 h 450817"/>
                <a:gd name="connsiteX81" fmla="*/ 75409 w 673767"/>
                <a:gd name="connsiteY81" fmla="*/ 137704 h 450817"/>
                <a:gd name="connsiteX82" fmla="*/ 78688 w 673767"/>
                <a:gd name="connsiteY82" fmla="*/ 137704 h 450817"/>
                <a:gd name="connsiteX83" fmla="*/ 81967 w 673767"/>
                <a:gd name="connsiteY83" fmla="*/ 137704 h 450817"/>
                <a:gd name="connsiteX84" fmla="*/ 85245 w 673767"/>
                <a:gd name="connsiteY84" fmla="*/ 139344 h 450817"/>
                <a:gd name="connsiteX85" fmla="*/ 86885 w 673767"/>
                <a:gd name="connsiteY85" fmla="*/ 137704 h 450817"/>
                <a:gd name="connsiteX86" fmla="*/ 83606 w 673767"/>
                <a:gd name="connsiteY86" fmla="*/ 136065 h 450817"/>
                <a:gd name="connsiteX87" fmla="*/ 78688 w 673767"/>
                <a:gd name="connsiteY87" fmla="*/ 136065 h 450817"/>
                <a:gd name="connsiteX88" fmla="*/ 75409 w 673767"/>
                <a:gd name="connsiteY88" fmla="*/ 136065 h 450817"/>
                <a:gd name="connsiteX89" fmla="*/ 78688 w 673767"/>
                <a:gd name="connsiteY89" fmla="*/ 134426 h 450817"/>
                <a:gd name="connsiteX90" fmla="*/ 81967 w 673767"/>
                <a:gd name="connsiteY90" fmla="*/ 134426 h 450817"/>
                <a:gd name="connsiteX91" fmla="*/ 86885 w 673767"/>
                <a:gd name="connsiteY91" fmla="*/ 134426 h 450817"/>
                <a:gd name="connsiteX92" fmla="*/ 90164 w 673767"/>
                <a:gd name="connsiteY92" fmla="*/ 134426 h 450817"/>
                <a:gd name="connsiteX93" fmla="*/ 93442 w 673767"/>
                <a:gd name="connsiteY93" fmla="*/ 136065 h 450817"/>
                <a:gd name="connsiteX94" fmla="*/ 96721 w 673767"/>
                <a:gd name="connsiteY94" fmla="*/ 136065 h 450817"/>
                <a:gd name="connsiteX95" fmla="*/ 101639 w 673767"/>
                <a:gd name="connsiteY95" fmla="*/ 134426 h 450817"/>
                <a:gd name="connsiteX96" fmla="*/ 103278 w 673767"/>
                <a:gd name="connsiteY96" fmla="*/ 137704 h 450817"/>
                <a:gd name="connsiteX97" fmla="*/ 103278 w 673767"/>
                <a:gd name="connsiteY97" fmla="*/ 137704 h 450817"/>
                <a:gd name="connsiteX98" fmla="*/ 106557 w 673767"/>
                <a:gd name="connsiteY98" fmla="*/ 137704 h 450817"/>
                <a:gd name="connsiteX99" fmla="*/ 109836 w 673767"/>
                <a:gd name="connsiteY99" fmla="*/ 137704 h 450817"/>
                <a:gd name="connsiteX100" fmla="*/ 113114 w 673767"/>
                <a:gd name="connsiteY100" fmla="*/ 139344 h 450817"/>
                <a:gd name="connsiteX101" fmla="*/ 118032 w 673767"/>
                <a:gd name="connsiteY101" fmla="*/ 139344 h 450817"/>
                <a:gd name="connsiteX102" fmla="*/ 121311 w 673767"/>
                <a:gd name="connsiteY102" fmla="*/ 139344 h 450817"/>
                <a:gd name="connsiteX103" fmla="*/ 124589 w 673767"/>
                <a:gd name="connsiteY103" fmla="*/ 139344 h 450817"/>
                <a:gd name="connsiteX104" fmla="*/ 129508 w 673767"/>
                <a:gd name="connsiteY104" fmla="*/ 139344 h 450817"/>
                <a:gd name="connsiteX105" fmla="*/ 132786 w 673767"/>
                <a:gd name="connsiteY105" fmla="*/ 139344 h 450817"/>
                <a:gd name="connsiteX106" fmla="*/ 136065 w 673767"/>
                <a:gd name="connsiteY106" fmla="*/ 139344 h 450817"/>
                <a:gd name="connsiteX107" fmla="*/ 140983 w 673767"/>
                <a:gd name="connsiteY107" fmla="*/ 137704 h 450817"/>
                <a:gd name="connsiteX108" fmla="*/ 140983 w 673767"/>
                <a:gd name="connsiteY108" fmla="*/ 137704 h 450817"/>
                <a:gd name="connsiteX109" fmla="*/ 142622 w 673767"/>
                <a:gd name="connsiteY109" fmla="*/ 137704 h 450817"/>
                <a:gd name="connsiteX110" fmla="*/ 142622 w 673767"/>
                <a:gd name="connsiteY110" fmla="*/ 137704 h 450817"/>
                <a:gd name="connsiteX111" fmla="*/ 145901 w 673767"/>
                <a:gd name="connsiteY111" fmla="*/ 137704 h 450817"/>
                <a:gd name="connsiteX112" fmla="*/ 147540 w 673767"/>
                <a:gd name="connsiteY112" fmla="*/ 137704 h 450817"/>
                <a:gd name="connsiteX113" fmla="*/ 150819 w 673767"/>
                <a:gd name="connsiteY113" fmla="*/ 140983 h 450817"/>
                <a:gd name="connsiteX114" fmla="*/ 155737 w 673767"/>
                <a:gd name="connsiteY114" fmla="*/ 140983 h 450817"/>
                <a:gd name="connsiteX115" fmla="*/ 159016 w 673767"/>
                <a:gd name="connsiteY115" fmla="*/ 144262 h 450817"/>
                <a:gd name="connsiteX116" fmla="*/ 163934 w 673767"/>
                <a:gd name="connsiteY116" fmla="*/ 144262 h 450817"/>
                <a:gd name="connsiteX117" fmla="*/ 167212 w 673767"/>
                <a:gd name="connsiteY117" fmla="*/ 145901 h 450817"/>
                <a:gd name="connsiteX118" fmla="*/ 170491 w 673767"/>
                <a:gd name="connsiteY118" fmla="*/ 144262 h 450817"/>
                <a:gd name="connsiteX119" fmla="*/ 175409 w 673767"/>
                <a:gd name="connsiteY119" fmla="*/ 144262 h 450817"/>
                <a:gd name="connsiteX120" fmla="*/ 178688 w 673767"/>
                <a:gd name="connsiteY120" fmla="*/ 142622 h 450817"/>
                <a:gd name="connsiteX121" fmla="*/ 181966 w 673767"/>
                <a:gd name="connsiteY121" fmla="*/ 140983 h 450817"/>
                <a:gd name="connsiteX122" fmla="*/ 178688 w 673767"/>
                <a:gd name="connsiteY122" fmla="*/ 139344 h 450817"/>
                <a:gd name="connsiteX123" fmla="*/ 177048 w 673767"/>
                <a:gd name="connsiteY123" fmla="*/ 137704 h 450817"/>
                <a:gd name="connsiteX124" fmla="*/ 173770 w 673767"/>
                <a:gd name="connsiteY124" fmla="*/ 134426 h 450817"/>
                <a:gd name="connsiteX125" fmla="*/ 170491 w 673767"/>
                <a:gd name="connsiteY125" fmla="*/ 132786 h 450817"/>
                <a:gd name="connsiteX126" fmla="*/ 165573 w 673767"/>
                <a:gd name="connsiteY126" fmla="*/ 132786 h 450817"/>
                <a:gd name="connsiteX127" fmla="*/ 162294 w 673767"/>
                <a:gd name="connsiteY127" fmla="*/ 131147 h 450817"/>
                <a:gd name="connsiteX128" fmla="*/ 159016 w 673767"/>
                <a:gd name="connsiteY128" fmla="*/ 127868 h 450817"/>
                <a:gd name="connsiteX129" fmla="*/ 162294 w 673767"/>
                <a:gd name="connsiteY129" fmla="*/ 129508 h 450817"/>
                <a:gd name="connsiteX130" fmla="*/ 167212 w 673767"/>
                <a:gd name="connsiteY130" fmla="*/ 131147 h 450817"/>
                <a:gd name="connsiteX131" fmla="*/ 170491 w 673767"/>
                <a:gd name="connsiteY131" fmla="*/ 132786 h 450817"/>
                <a:gd name="connsiteX132" fmla="*/ 173770 w 673767"/>
                <a:gd name="connsiteY132" fmla="*/ 132786 h 450817"/>
                <a:gd name="connsiteX133" fmla="*/ 178688 w 673767"/>
                <a:gd name="connsiteY133" fmla="*/ 134426 h 450817"/>
                <a:gd name="connsiteX134" fmla="*/ 181966 w 673767"/>
                <a:gd name="connsiteY134" fmla="*/ 137704 h 450817"/>
                <a:gd name="connsiteX135" fmla="*/ 185245 w 673767"/>
                <a:gd name="connsiteY135" fmla="*/ 139344 h 450817"/>
                <a:gd name="connsiteX136" fmla="*/ 190163 w 673767"/>
                <a:gd name="connsiteY136" fmla="*/ 140983 h 450817"/>
                <a:gd name="connsiteX137" fmla="*/ 193442 w 673767"/>
                <a:gd name="connsiteY137" fmla="*/ 144262 h 450817"/>
                <a:gd name="connsiteX138" fmla="*/ 196720 w 673767"/>
                <a:gd name="connsiteY138" fmla="*/ 147540 h 450817"/>
                <a:gd name="connsiteX139" fmla="*/ 201638 w 673767"/>
                <a:gd name="connsiteY139" fmla="*/ 147540 h 450817"/>
                <a:gd name="connsiteX140" fmla="*/ 203278 w 673767"/>
                <a:gd name="connsiteY140" fmla="*/ 144262 h 450817"/>
                <a:gd name="connsiteX141" fmla="*/ 198360 w 673767"/>
                <a:gd name="connsiteY141" fmla="*/ 140983 h 450817"/>
                <a:gd name="connsiteX142" fmla="*/ 198360 w 673767"/>
                <a:gd name="connsiteY142" fmla="*/ 137704 h 450817"/>
                <a:gd name="connsiteX143" fmla="*/ 195081 w 673767"/>
                <a:gd name="connsiteY143" fmla="*/ 137704 h 450817"/>
                <a:gd name="connsiteX144" fmla="*/ 193442 w 673767"/>
                <a:gd name="connsiteY144" fmla="*/ 137704 h 450817"/>
                <a:gd name="connsiteX145" fmla="*/ 191802 w 673767"/>
                <a:gd name="connsiteY145" fmla="*/ 137704 h 450817"/>
                <a:gd name="connsiteX146" fmla="*/ 188524 w 673767"/>
                <a:gd name="connsiteY146" fmla="*/ 136065 h 450817"/>
                <a:gd name="connsiteX147" fmla="*/ 191802 w 673767"/>
                <a:gd name="connsiteY147" fmla="*/ 134426 h 450817"/>
                <a:gd name="connsiteX148" fmla="*/ 196720 w 673767"/>
                <a:gd name="connsiteY148" fmla="*/ 134426 h 450817"/>
                <a:gd name="connsiteX149" fmla="*/ 199999 w 673767"/>
                <a:gd name="connsiteY149" fmla="*/ 134426 h 450817"/>
                <a:gd name="connsiteX150" fmla="*/ 203278 w 673767"/>
                <a:gd name="connsiteY150" fmla="*/ 136065 h 450817"/>
                <a:gd name="connsiteX151" fmla="*/ 208196 w 673767"/>
                <a:gd name="connsiteY151" fmla="*/ 136065 h 450817"/>
                <a:gd name="connsiteX152" fmla="*/ 211474 w 673767"/>
                <a:gd name="connsiteY152" fmla="*/ 136065 h 450817"/>
                <a:gd name="connsiteX153" fmla="*/ 214753 w 673767"/>
                <a:gd name="connsiteY153" fmla="*/ 136065 h 450817"/>
                <a:gd name="connsiteX154" fmla="*/ 219671 w 673767"/>
                <a:gd name="connsiteY154" fmla="*/ 136065 h 450817"/>
                <a:gd name="connsiteX155" fmla="*/ 221310 w 673767"/>
                <a:gd name="connsiteY155" fmla="*/ 137704 h 450817"/>
                <a:gd name="connsiteX156" fmla="*/ 224589 w 673767"/>
                <a:gd name="connsiteY156" fmla="*/ 137704 h 450817"/>
                <a:gd name="connsiteX157" fmla="*/ 227868 w 673767"/>
                <a:gd name="connsiteY157" fmla="*/ 137704 h 450817"/>
                <a:gd name="connsiteX158" fmla="*/ 231146 w 673767"/>
                <a:gd name="connsiteY158" fmla="*/ 140983 h 450817"/>
                <a:gd name="connsiteX159" fmla="*/ 234425 w 673767"/>
                <a:gd name="connsiteY159" fmla="*/ 139344 h 450817"/>
                <a:gd name="connsiteX160" fmla="*/ 236064 w 673767"/>
                <a:gd name="connsiteY160" fmla="*/ 142622 h 450817"/>
                <a:gd name="connsiteX161" fmla="*/ 239343 w 673767"/>
                <a:gd name="connsiteY161" fmla="*/ 144262 h 450817"/>
                <a:gd name="connsiteX162" fmla="*/ 242622 w 673767"/>
                <a:gd name="connsiteY162" fmla="*/ 142622 h 450817"/>
                <a:gd name="connsiteX163" fmla="*/ 247540 w 673767"/>
                <a:gd name="connsiteY163" fmla="*/ 142622 h 450817"/>
                <a:gd name="connsiteX164" fmla="*/ 250818 w 673767"/>
                <a:gd name="connsiteY164" fmla="*/ 142622 h 450817"/>
                <a:gd name="connsiteX165" fmla="*/ 254097 w 673767"/>
                <a:gd name="connsiteY165" fmla="*/ 142622 h 450817"/>
                <a:gd name="connsiteX166" fmla="*/ 259015 w 673767"/>
                <a:gd name="connsiteY166" fmla="*/ 142622 h 450817"/>
                <a:gd name="connsiteX167" fmla="*/ 262294 w 673767"/>
                <a:gd name="connsiteY167" fmla="*/ 142622 h 450817"/>
                <a:gd name="connsiteX168" fmla="*/ 265573 w 673767"/>
                <a:gd name="connsiteY168" fmla="*/ 140983 h 450817"/>
                <a:gd name="connsiteX169" fmla="*/ 268851 w 673767"/>
                <a:gd name="connsiteY169" fmla="*/ 137704 h 450817"/>
                <a:gd name="connsiteX170" fmla="*/ 270491 w 673767"/>
                <a:gd name="connsiteY170" fmla="*/ 134426 h 450817"/>
                <a:gd name="connsiteX171" fmla="*/ 272130 w 673767"/>
                <a:gd name="connsiteY171" fmla="*/ 131147 h 450817"/>
                <a:gd name="connsiteX172" fmla="*/ 270491 w 673767"/>
                <a:gd name="connsiteY172" fmla="*/ 126229 h 450817"/>
                <a:gd name="connsiteX173" fmla="*/ 267212 w 673767"/>
                <a:gd name="connsiteY173" fmla="*/ 126229 h 450817"/>
                <a:gd name="connsiteX174" fmla="*/ 263933 w 673767"/>
                <a:gd name="connsiteY174" fmla="*/ 126229 h 450817"/>
                <a:gd name="connsiteX175" fmla="*/ 260654 w 673767"/>
                <a:gd name="connsiteY175" fmla="*/ 124590 h 450817"/>
                <a:gd name="connsiteX176" fmla="*/ 255736 w 673767"/>
                <a:gd name="connsiteY176" fmla="*/ 124590 h 450817"/>
                <a:gd name="connsiteX177" fmla="*/ 260654 w 673767"/>
                <a:gd name="connsiteY177" fmla="*/ 121311 h 450817"/>
                <a:gd name="connsiteX178" fmla="*/ 263933 w 673767"/>
                <a:gd name="connsiteY178" fmla="*/ 119672 h 450817"/>
                <a:gd name="connsiteX179" fmla="*/ 267212 w 673767"/>
                <a:gd name="connsiteY179" fmla="*/ 122950 h 450817"/>
                <a:gd name="connsiteX180" fmla="*/ 272130 w 673767"/>
                <a:gd name="connsiteY180" fmla="*/ 119672 h 450817"/>
                <a:gd name="connsiteX181" fmla="*/ 275408 w 673767"/>
                <a:gd name="connsiteY181" fmla="*/ 118032 h 450817"/>
                <a:gd name="connsiteX182" fmla="*/ 278687 w 673767"/>
                <a:gd name="connsiteY182" fmla="*/ 113114 h 450817"/>
                <a:gd name="connsiteX183" fmla="*/ 281966 w 673767"/>
                <a:gd name="connsiteY183" fmla="*/ 114754 h 450817"/>
                <a:gd name="connsiteX184" fmla="*/ 278687 w 673767"/>
                <a:gd name="connsiteY184" fmla="*/ 118032 h 450817"/>
                <a:gd name="connsiteX185" fmla="*/ 273769 w 673767"/>
                <a:gd name="connsiteY185" fmla="*/ 118032 h 450817"/>
                <a:gd name="connsiteX186" fmla="*/ 275408 w 673767"/>
                <a:gd name="connsiteY186" fmla="*/ 122950 h 450817"/>
                <a:gd name="connsiteX187" fmla="*/ 278687 w 673767"/>
                <a:gd name="connsiteY187" fmla="*/ 122950 h 450817"/>
                <a:gd name="connsiteX188" fmla="*/ 280326 w 673767"/>
                <a:gd name="connsiteY188" fmla="*/ 126229 h 450817"/>
                <a:gd name="connsiteX189" fmla="*/ 283605 w 673767"/>
                <a:gd name="connsiteY189" fmla="*/ 124590 h 450817"/>
                <a:gd name="connsiteX190" fmla="*/ 283605 w 673767"/>
                <a:gd name="connsiteY190" fmla="*/ 129508 h 450817"/>
                <a:gd name="connsiteX191" fmla="*/ 286884 w 673767"/>
                <a:gd name="connsiteY191" fmla="*/ 129508 h 450817"/>
                <a:gd name="connsiteX192" fmla="*/ 291802 w 673767"/>
                <a:gd name="connsiteY192" fmla="*/ 129508 h 450817"/>
                <a:gd name="connsiteX193" fmla="*/ 295081 w 673767"/>
                <a:gd name="connsiteY193" fmla="*/ 129508 h 450817"/>
                <a:gd name="connsiteX194" fmla="*/ 298359 w 673767"/>
                <a:gd name="connsiteY194" fmla="*/ 129508 h 450817"/>
                <a:gd name="connsiteX195" fmla="*/ 299998 w 673767"/>
                <a:gd name="connsiteY195" fmla="*/ 132786 h 450817"/>
                <a:gd name="connsiteX196" fmla="*/ 298359 w 673767"/>
                <a:gd name="connsiteY196" fmla="*/ 136065 h 450817"/>
                <a:gd name="connsiteX197" fmla="*/ 296720 w 673767"/>
                <a:gd name="connsiteY197" fmla="*/ 137704 h 450817"/>
                <a:gd name="connsiteX198" fmla="*/ 293441 w 673767"/>
                <a:gd name="connsiteY198" fmla="*/ 142622 h 450817"/>
                <a:gd name="connsiteX199" fmla="*/ 291802 w 673767"/>
                <a:gd name="connsiteY199" fmla="*/ 145901 h 450817"/>
                <a:gd name="connsiteX200" fmla="*/ 295081 w 673767"/>
                <a:gd name="connsiteY200" fmla="*/ 145901 h 450817"/>
                <a:gd name="connsiteX201" fmla="*/ 299998 w 673767"/>
                <a:gd name="connsiteY201" fmla="*/ 144262 h 450817"/>
                <a:gd name="connsiteX202" fmla="*/ 303277 w 673767"/>
                <a:gd name="connsiteY202" fmla="*/ 142622 h 450817"/>
                <a:gd name="connsiteX203" fmla="*/ 306556 w 673767"/>
                <a:gd name="connsiteY203" fmla="*/ 142622 h 450817"/>
                <a:gd name="connsiteX204" fmla="*/ 309835 w 673767"/>
                <a:gd name="connsiteY204" fmla="*/ 140983 h 450817"/>
                <a:gd name="connsiteX205" fmla="*/ 314753 w 673767"/>
                <a:gd name="connsiteY205" fmla="*/ 140983 h 450817"/>
                <a:gd name="connsiteX206" fmla="*/ 309835 w 673767"/>
                <a:gd name="connsiteY206" fmla="*/ 140983 h 450817"/>
                <a:gd name="connsiteX207" fmla="*/ 306556 w 673767"/>
                <a:gd name="connsiteY207" fmla="*/ 142622 h 450817"/>
                <a:gd name="connsiteX208" fmla="*/ 303277 w 673767"/>
                <a:gd name="connsiteY208" fmla="*/ 144262 h 450817"/>
                <a:gd name="connsiteX209" fmla="*/ 306556 w 673767"/>
                <a:gd name="connsiteY209" fmla="*/ 144262 h 450817"/>
                <a:gd name="connsiteX210" fmla="*/ 309835 w 673767"/>
                <a:gd name="connsiteY210" fmla="*/ 144262 h 450817"/>
                <a:gd name="connsiteX211" fmla="*/ 314753 w 673767"/>
                <a:gd name="connsiteY211" fmla="*/ 145901 h 450817"/>
                <a:gd name="connsiteX212" fmla="*/ 313113 w 673767"/>
                <a:gd name="connsiteY212" fmla="*/ 149180 h 450817"/>
                <a:gd name="connsiteX213" fmla="*/ 309835 w 673767"/>
                <a:gd name="connsiteY213" fmla="*/ 150819 h 450817"/>
                <a:gd name="connsiteX214" fmla="*/ 304916 w 673767"/>
                <a:gd name="connsiteY214" fmla="*/ 150819 h 450817"/>
                <a:gd name="connsiteX215" fmla="*/ 301638 w 673767"/>
                <a:gd name="connsiteY215" fmla="*/ 150819 h 450817"/>
                <a:gd name="connsiteX216" fmla="*/ 304916 w 673767"/>
                <a:gd name="connsiteY216" fmla="*/ 154098 h 450817"/>
                <a:gd name="connsiteX217" fmla="*/ 309835 w 673767"/>
                <a:gd name="connsiteY217" fmla="*/ 152458 h 450817"/>
                <a:gd name="connsiteX218" fmla="*/ 313113 w 673767"/>
                <a:gd name="connsiteY218" fmla="*/ 154098 h 450817"/>
                <a:gd name="connsiteX219" fmla="*/ 316392 w 673767"/>
                <a:gd name="connsiteY219" fmla="*/ 152458 h 450817"/>
                <a:gd name="connsiteX220" fmla="*/ 321310 w 673767"/>
                <a:gd name="connsiteY220" fmla="*/ 149180 h 450817"/>
                <a:gd name="connsiteX221" fmla="*/ 324588 w 673767"/>
                <a:gd name="connsiteY221" fmla="*/ 150819 h 450817"/>
                <a:gd name="connsiteX222" fmla="*/ 327867 w 673767"/>
                <a:gd name="connsiteY222" fmla="*/ 150819 h 450817"/>
                <a:gd name="connsiteX223" fmla="*/ 324588 w 673767"/>
                <a:gd name="connsiteY223" fmla="*/ 152458 h 450817"/>
                <a:gd name="connsiteX224" fmla="*/ 321310 w 673767"/>
                <a:gd name="connsiteY224" fmla="*/ 150819 h 450817"/>
                <a:gd name="connsiteX225" fmla="*/ 316392 w 673767"/>
                <a:gd name="connsiteY225" fmla="*/ 152458 h 450817"/>
                <a:gd name="connsiteX226" fmla="*/ 313113 w 673767"/>
                <a:gd name="connsiteY226" fmla="*/ 154098 h 450817"/>
                <a:gd name="connsiteX227" fmla="*/ 314753 w 673767"/>
                <a:gd name="connsiteY227" fmla="*/ 157376 h 450817"/>
                <a:gd name="connsiteX228" fmla="*/ 319671 w 673767"/>
                <a:gd name="connsiteY228" fmla="*/ 160655 h 450817"/>
                <a:gd name="connsiteX229" fmla="*/ 322949 w 673767"/>
                <a:gd name="connsiteY229" fmla="*/ 160655 h 450817"/>
                <a:gd name="connsiteX230" fmla="*/ 327867 w 673767"/>
                <a:gd name="connsiteY230" fmla="*/ 162294 h 450817"/>
                <a:gd name="connsiteX231" fmla="*/ 331146 w 673767"/>
                <a:gd name="connsiteY231" fmla="*/ 163934 h 450817"/>
                <a:gd name="connsiteX232" fmla="*/ 332785 w 673767"/>
                <a:gd name="connsiteY232" fmla="*/ 168852 h 450817"/>
                <a:gd name="connsiteX233" fmla="*/ 329507 w 673767"/>
                <a:gd name="connsiteY233" fmla="*/ 172130 h 450817"/>
                <a:gd name="connsiteX234" fmla="*/ 324588 w 673767"/>
                <a:gd name="connsiteY234" fmla="*/ 172130 h 450817"/>
                <a:gd name="connsiteX235" fmla="*/ 321310 w 673767"/>
                <a:gd name="connsiteY235" fmla="*/ 173770 h 450817"/>
                <a:gd name="connsiteX236" fmla="*/ 318031 w 673767"/>
                <a:gd name="connsiteY236" fmla="*/ 173770 h 450817"/>
                <a:gd name="connsiteX237" fmla="*/ 314753 w 673767"/>
                <a:gd name="connsiteY237" fmla="*/ 175409 h 450817"/>
                <a:gd name="connsiteX238" fmla="*/ 309835 w 673767"/>
                <a:gd name="connsiteY238" fmla="*/ 173770 h 450817"/>
                <a:gd name="connsiteX239" fmla="*/ 306556 w 673767"/>
                <a:gd name="connsiteY239" fmla="*/ 173770 h 450817"/>
                <a:gd name="connsiteX240" fmla="*/ 301638 w 673767"/>
                <a:gd name="connsiteY240" fmla="*/ 173770 h 450817"/>
                <a:gd name="connsiteX241" fmla="*/ 298359 w 673767"/>
                <a:gd name="connsiteY241" fmla="*/ 175409 h 450817"/>
                <a:gd name="connsiteX242" fmla="*/ 295081 w 673767"/>
                <a:gd name="connsiteY242" fmla="*/ 178688 h 450817"/>
                <a:gd name="connsiteX243" fmla="*/ 295081 w 673767"/>
                <a:gd name="connsiteY243" fmla="*/ 181966 h 450817"/>
                <a:gd name="connsiteX244" fmla="*/ 291802 w 673767"/>
                <a:gd name="connsiteY244" fmla="*/ 183606 h 450817"/>
                <a:gd name="connsiteX245" fmla="*/ 290163 w 673767"/>
                <a:gd name="connsiteY245" fmla="*/ 186884 h 450817"/>
                <a:gd name="connsiteX246" fmla="*/ 293441 w 673767"/>
                <a:gd name="connsiteY246" fmla="*/ 186884 h 450817"/>
                <a:gd name="connsiteX247" fmla="*/ 296720 w 673767"/>
                <a:gd name="connsiteY247" fmla="*/ 186884 h 450817"/>
                <a:gd name="connsiteX248" fmla="*/ 301638 w 673767"/>
                <a:gd name="connsiteY248" fmla="*/ 185245 h 450817"/>
                <a:gd name="connsiteX249" fmla="*/ 304916 w 673767"/>
                <a:gd name="connsiteY249" fmla="*/ 185245 h 450817"/>
                <a:gd name="connsiteX250" fmla="*/ 308195 w 673767"/>
                <a:gd name="connsiteY250" fmla="*/ 183606 h 450817"/>
                <a:gd name="connsiteX251" fmla="*/ 313113 w 673767"/>
                <a:gd name="connsiteY251" fmla="*/ 181966 h 450817"/>
                <a:gd name="connsiteX252" fmla="*/ 316392 w 673767"/>
                <a:gd name="connsiteY252" fmla="*/ 181966 h 450817"/>
                <a:gd name="connsiteX253" fmla="*/ 321310 w 673767"/>
                <a:gd name="connsiteY253" fmla="*/ 180327 h 450817"/>
                <a:gd name="connsiteX254" fmla="*/ 324588 w 673767"/>
                <a:gd name="connsiteY254" fmla="*/ 178688 h 450817"/>
                <a:gd name="connsiteX255" fmla="*/ 327867 w 673767"/>
                <a:gd name="connsiteY255" fmla="*/ 175409 h 450817"/>
                <a:gd name="connsiteX256" fmla="*/ 331146 w 673767"/>
                <a:gd name="connsiteY256" fmla="*/ 175409 h 450817"/>
                <a:gd name="connsiteX257" fmla="*/ 334425 w 673767"/>
                <a:gd name="connsiteY257" fmla="*/ 178688 h 450817"/>
                <a:gd name="connsiteX258" fmla="*/ 337703 w 673767"/>
                <a:gd name="connsiteY258" fmla="*/ 178688 h 450817"/>
                <a:gd name="connsiteX259" fmla="*/ 340982 w 673767"/>
                <a:gd name="connsiteY259" fmla="*/ 177048 h 450817"/>
                <a:gd name="connsiteX260" fmla="*/ 344261 w 673767"/>
                <a:gd name="connsiteY260" fmla="*/ 173770 h 450817"/>
                <a:gd name="connsiteX261" fmla="*/ 349179 w 673767"/>
                <a:gd name="connsiteY261" fmla="*/ 172130 h 450817"/>
                <a:gd name="connsiteX262" fmla="*/ 352457 w 673767"/>
                <a:gd name="connsiteY262" fmla="*/ 173770 h 450817"/>
                <a:gd name="connsiteX263" fmla="*/ 349179 w 673767"/>
                <a:gd name="connsiteY263" fmla="*/ 175409 h 450817"/>
                <a:gd name="connsiteX264" fmla="*/ 344261 w 673767"/>
                <a:gd name="connsiteY264" fmla="*/ 175409 h 450817"/>
                <a:gd name="connsiteX265" fmla="*/ 340982 w 673767"/>
                <a:gd name="connsiteY265" fmla="*/ 178688 h 450817"/>
                <a:gd name="connsiteX266" fmla="*/ 344261 w 673767"/>
                <a:gd name="connsiteY266" fmla="*/ 177048 h 450817"/>
                <a:gd name="connsiteX267" fmla="*/ 340982 w 673767"/>
                <a:gd name="connsiteY267" fmla="*/ 178688 h 450817"/>
                <a:gd name="connsiteX268" fmla="*/ 344261 w 673767"/>
                <a:gd name="connsiteY268" fmla="*/ 178688 h 450817"/>
                <a:gd name="connsiteX269" fmla="*/ 349179 w 673767"/>
                <a:gd name="connsiteY269" fmla="*/ 178688 h 450817"/>
                <a:gd name="connsiteX270" fmla="*/ 344261 w 673767"/>
                <a:gd name="connsiteY270" fmla="*/ 180327 h 450817"/>
                <a:gd name="connsiteX271" fmla="*/ 340982 w 673767"/>
                <a:gd name="connsiteY271" fmla="*/ 181966 h 450817"/>
                <a:gd name="connsiteX272" fmla="*/ 344261 w 673767"/>
                <a:gd name="connsiteY272" fmla="*/ 183606 h 450817"/>
                <a:gd name="connsiteX273" fmla="*/ 349179 w 673767"/>
                <a:gd name="connsiteY273" fmla="*/ 181966 h 450817"/>
                <a:gd name="connsiteX274" fmla="*/ 344261 w 673767"/>
                <a:gd name="connsiteY274" fmla="*/ 183606 h 450817"/>
                <a:gd name="connsiteX275" fmla="*/ 347539 w 673767"/>
                <a:gd name="connsiteY275" fmla="*/ 188524 h 450817"/>
                <a:gd name="connsiteX276" fmla="*/ 347539 w 673767"/>
                <a:gd name="connsiteY276" fmla="*/ 191802 h 450817"/>
                <a:gd name="connsiteX277" fmla="*/ 352457 w 673767"/>
                <a:gd name="connsiteY277" fmla="*/ 193442 h 450817"/>
                <a:gd name="connsiteX278" fmla="*/ 355736 w 673767"/>
                <a:gd name="connsiteY278" fmla="*/ 193442 h 450817"/>
                <a:gd name="connsiteX279" fmla="*/ 360654 w 673767"/>
                <a:gd name="connsiteY279" fmla="*/ 193442 h 450817"/>
                <a:gd name="connsiteX280" fmla="*/ 362293 w 673767"/>
                <a:gd name="connsiteY280" fmla="*/ 190163 h 450817"/>
                <a:gd name="connsiteX281" fmla="*/ 359015 w 673767"/>
                <a:gd name="connsiteY281" fmla="*/ 186884 h 450817"/>
                <a:gd name="connsiteX282" fmla="*/ 362293 w 673767"/>
                <a:gd name="connsiteY282" fmla="*/ 185245 h 450817"/>
                <a:gd name="connsiteX283" fmla="*/ 367211 w 673767"/>
                <a:gd name="connsiteY283" fmla="*/ 186884 h 450817"/>
                <a:gd name="connsiteX284" fmla="*/ 370490 w 673767"/>
                <a:gd name="connsiteY284" fmla="*/ 188524 h 450817"/>
                <a:gd name="connsiteX285" fmla="*/ 367211 w 673767"/>
                <a:gd name="connsiteY285" fmla="*/ 188524 h 450817"/>
                <a:gd name="connsiteX286" fmla="*/ 367211 w 673767"/>
                <a:gd name="connsiteY286" fmla="*/ 193442 h 450817"/>
                <a:gd name="connsiteX287" fmla="*/ 362293 w 673767"/>
                <a:gd name="connsiteY287" fmla="*/ 193442 h 450817"/>
                <a:gd name="connsiteX288" fmla="*/ 359015 w 673767"/>
                <a:gd name="connsiteY288" fmla="*/ 196720 h 450817"/>
                <a:gd name="connsiteX289" fmla="*/ 359015 w 673767"/>
                <a:gd name="connsiteY289" fmla="*/ 199999 h 450817"/>
                <a:gd name="connsiteX290" fmla="*/ 363933 w 673767"/>
                <a:gd name="connsiteY290" fmla="*/ 201638 h 450817"/>
                <a:gd name="connsiteX291" fmla="*/ 362293 w 673767"/>
                <a:gd name="connsiteY291" fmla="*/ 203278 h 450817"/>
                <a:gd name="connsiteX292" fmla="*/ 363933 w 673767"/>
                <a:gd name="connsiteY292" fmla="*/ 203278 h 450817"/>
                <a:gd name="connsiteX293" fmla="*/ 367211 w 673767"/>
                <a:gd name="connsiteY293" fmla="*/ 201638 h 450817"/>
                <a:gd name="connsiteX294" fmla="*/ 370490 w 673767"/>
                <a:gd name="connsiteY294" fmla="*/ 199999 h 450817"/>
                <a:gd name="connsiteX295" fmla="*/ 375408 w 673767"/>
                <a:gd name="connsiteY295" fmla="*/ 198360 h 450817"/>
                <a:gd name="connsiteX296" fmla="*/ 372129 w 673767"/>
                <a:gd name="connsiteY296" fmla="*/ 201638 h 450817"/>
                <a:gd name="connsiteX297" fmla="*/ 367211 w 673767"/>
                <a:gd name="connsiteY297" fmla="*/ 203278 h 450817"/>
                <a:gd name="connsiteX298" fmla="*/ 372129 w 673767"/>
                <a:gd name="connsiteY298" fmla="*/ 201638 h 450817"/>
                <a:gd name="connsiteX299" fmla="*/ 375408 w 673767"/>
                <a:gd name="connsiteY299" fmla="*/ 204917 h 450817"/>
                <a:gd name="connsiteX300" fmla="*/ 378687 w 673767"/>
                <a:gd name="connsiteY300" fmla="*/ 204917 h 450817"/>
                <a:gd name="connsiteX301" fmla="*/ 377047 w 673767"/>
                <a:gd name="connsiteY301" fmla="*/ 208196 h 450817"/>
                <a:gd name="connsiteX302" fmla="*/ 377047 w 673767"/>
                <a:gd name="connsiteY302" fmla="*/ 211474 h 450817"/>
                <a:gd name="connsiteX303" fmla="*/ 373769 w 673767"/>
                <a:gd name="connsiteY303" fmla="*/ 216392 h 450817"/>
                <a:gd name="connsiteX304" fmla="*/ 377047 w 673767"/>
                <a:gd name="connsiteY304" fmla="*/ 218032 h 450817"/>
                <a:gd name="connsiteX305" fmla="*/ 378687 w 673767"/>
                <a:gd name="connsiteY305" fmla="*/ 221310 h 450817"/>
                <a:gd name="connsiteX306" fmla="*/ 375408 w 673767"/>
                <a:gd name="connsiteY306" fmla="*/ 226228 h 450817"/>
                <a:gd name="connsiteX307" fmla="*/ 377047 w 673767"/>
                <a:gd name="connsiteY307" fmla="*/ 229507 h 450817"/>
                <a:gd name="connsiteX308" fmla="*/ 375408 w 673767"/>
                <a:gd name="connsiteY308" fmla="*/ 232786 h 450817"/>
                <a:gd name="connsiteX309" fmla="*/ 373769 w 673767"/>
                <a:gd name="connsiteY309" fmla="*/ 237704 h 450817"/>
                <a:gd name="connsiteX310" fmla="*/ 377047 w 673767"/>
                <a:gd name="connsiteY310" fmla="*/ 240982 h 450817"/>
                <a:gd name="connsiteX311" fmla="*/ 373769 w 673767"/>
                <a:gd name="connsiteY311" fmla="*/ 242622 h 450817"/>
                <a:gd name="connsiteX312" fmla="*/ 368851 w 673767"/>
                <a:gd name="connsiteY312" fmla="*/ 245901 h 450817"/>
                <a:gd name="connsiteX313" fmla="*/ 365572 w 673767"/>
                <a:gd name="connsiteY313" fmla="*/ 247540 h 450817"/>
                <a:gd name="connsiteX314" fmla="*/ 362293 w 673767"/>
                <a:gd name="connsiteY314" fmla="*/ 247540 h 450817"/>
                <a:gd name="connsiteX315" fmla="*/ 357375 w 673767"/>
                <a:gd name="connsiteY315" fmla="*/ 247540 h 450817"/>
                <a:gd name="connsiteX316" fmla="*/ 354097 w 673767"/>
                <a:gd name="connsiteY316" fmla="*/ 249179 h 450817"/>
                <a:gd name="connsiteX317" fmla="*/ 350818 w 673767"/>
                <a:gd name="connsiteY317" fmla="*/ 252458 h 450817"/>
                <a:gd name="connsiteX318" fmla="*/ 345900 w 673767"/>
                <a:gd name="connsiteY318" fmla="*/ 254097 h 450817"/>
                <a:gd name="connsiteX319" fmla="*/ 342621 w 673767"/>
                <a:gd name="connsiteY319" fmla="*/ 257376 h 450817"/>
                <a:gd name="connsiteX320" fmla="*/ 344261 w 673767"/>
                <a:gd name="connsiteY320" fmla="*/ 260655 h 450817"/>
                <a:gd name="connsiteX321" fmla="*/ 347539 w 673767"/>
                <a:gd name="connsiteY321" fmla="*/ 262294 h 450817"/>
                <a:gd name="connsiteX322" fmla="*/ 350818 w 673767"/>
                <a:gd name="connsiteY322" fmla="*/ 262294 h 450817"/>
                <a:gd name="connsiteX323" fmla="*/ 354097 w 673767"/>
                <a:gd name="connsiteY323" fmla="*/ 262294 h 450817"/>
                <a:gd name="connsiteX324" fmla="*/ 359015 w 673767"/>
                <a:gd name="connsiteY324" fmla="*/ 262294 h 450817"/>
                <a:gd name="connsiteX325" fmla="*/ 362293 w 673767"/>
                <a:gd name="connsiteY325" fmla="*/ 262294 h 450817"/>
                <a:gd name="connsiteX326" fmla="*/ 365572 w 673767"/>
                <a:gd name="connsiteY326" fmla="*/ 262294 h 450817"/>
                <a:gd name="connsiteX327" fmla="*/ 370490 w 673767"/>
                <a:gd name="connsiteY327" fmla="*/ 263933 h 450817"/>
                <a:gd name="connsiteX328" fmla="*/ 373769 w 673767"/>
                <a:gd name="connsiteY328" fmla="*/ 263933 h 450817"/>
                <a:gd name="connsiteX329" fmla="*/ 377047 w 673767"/>
                <a:gd name="connsiteY329" fmla="*/ 265573 h 450817"/>
                <a:gd name="connsiteX330" fmla="*/ 381965 w 673767"/>
                <a:gd name="connsiteY330" fmla="*/ 265573 h 450817"/>
                <a:gd name="connsiteX331" fmla="*/ 385244 w 673767"/>
                <a:gd name="connsiteY331" fmla="*/ 263933 h 450817"/>
                <a:gd name="connsiteX332" fmla="*/ 388523 w 673767"/>
                <a:gd name="connsiteY332" fmla="*/ 260655 h 450817"/>
                <a:gd name="connsiteX333" fmla="*/ 391801 w 673767"/>
                <a:gd name="connsiteY333" fmla="*/ 257376 h 450817"/>
                <a:gd name="connsiteX334" fmla="*/ 396719 w 673767"/>
                <a:gd name="connsiteY334" fmla="*/ 254097 h 450817"/>
                <a:gd name="connsiteX335" fmla="*/ 396719 w 673767"/>
                <a:gd name="connsiteY335" fmla="*/ 250818 h 450817"/>
                <a:gd name="connsiteX336" fmla="*/ 399998 w 673767"/>
                <a:gd name="connsiteY336" fmla="*/ 249179 h 450817"/>
                <a:gd name="connsiteX337" fmla="*/ 403277 w 673767"/>
                <a:gd name="connsiteY337" fmla="*/ 249179 h 450817"/>
                <a:gd name="connsiteX338" fmla="*/ 408195 w 673767"/>
                <a:gd name="connsiteY338" fmla="*/ 250818 h 450817"/>
                <a:gd name="connsiteX339" fmla="*/ 411473 w 673767"/>
                <a:gd name="connsiteY339" fmla="*/ 252458 h 450817"/>
                <a:gd name="connsiteX340" fmla="*/ 408195 w 673767"/>
                <a:gd name="connsiteY340" fmla="*/ 252458 h 450817"/>
                <a:gd name="connsiteX341" fmla="*/ 411473 w 673767"/>
                <a:gd name="connsiteY341" fmla="*/ 255737 h 450817"/>
                <a:gd name="connsiteX342" fmla="*/ 409834 w 673767"/>
                <a:gd name="connsiteY342" fmla="*/ 259015 h 450817"/>
                <a:gd name="connsiteX343" fmla="*/ 414752 w 673767"/>
                <a:gd name="connsiteY343" fmla="*/ 260655 h 450817"/>
                <a:gd name="connsiteX344" fmla="*/ 418031 w 673767"/>
                <a:gd name="connsiteY344" fmla="*/ 260655 h 450817"/>
                <a:gd name="connsiteX345" fmla="*/ 421310 w 673767"/>
                <a:gd name="connsiteY345" fmla="*/ 262294 h 450817"/>
                <a:gd name="connsiteX346" fmla="*/ 424588 w 673767"/>
                <a:gd name="connsiteY346" fmla="*/ 262294 h 450817"/>
                <a:gd name="connsiteX347" fmla="*/ 429506 w 673767"/>
                <a:gd name="connsiteY347" fmla="*/ 263933 h 450817"/>
                <a:gd name="connsiteX348" fmla="*/ 432785 w 673767"/>
                <a:gd name="connsiteY348" fmla="*/ 265573 h 450817"/>
                <a:gd name="connsiteX349" fmla="*/ 437703 w 673767"/>
                <a:gd name="connsiteY349" fmla="*/ 267212 h 450817"/>
                <a:gd name="connsiteX350" fmla="*/ 432785 w 673767"/>
                <a:gd name="connsiteY350" fmla="*/ 270491 h 450817"/>
                <a:gd name="connsiteX351" fmla="*/ 437703 w 673767"/>
                <a:gd name="connsiteY351" fmla="*/ 268851 h 450817"/>
                <a:gd name="connsiteX352" fmla="*/ 440981 w 673767"/>
                <a:gd name="connsiteY352" fmla="*/ 268851 h 450817"/>
                <a:gd name="connsiteX353" fmla="*/ 437703 w 673767"/>
                <a:gd name="connsiteY353" fmla="*/ 270491 h 450817"/>
                <a:gd name="connsiteX354" fmla="*/ 432785 w 673767"/>
                <a:gd name="connsiteY354" fmla="*/ 270491 h 450817"/>
                <a:gd name="connsiteX355" fmla="*/ 429506 w 673767"/>
                <a:gd name="connsiteY355" fmla="*/ 272130 h 450817"/>
                <a:gd name="connsiteX356" fmla="*/ 432785 w 673767"/>
                <a:gd name="connsiteY356" fmla="*/ 273769 h 450817"/>
                <a:gd name="connsiteX357" fmla="*/ 437703 w 673767"/>
                <a:gd name="connsiteY357" fmla="*/ 270491 h 450817"/>
                <a:gd name="connsiteX358" fmla="*/ 439342 w 673767"/>
                <a:gd name="connsiteY358" fmla="*/ 272130 h 450817"/>
                <a:gd name="connsiteX359" fmla="*/ 436063 w 673767"/>
                <a:gd name="connsiteY359" fmla="*/ 273769 h 450817"/>
                <a:gd name="connsiteX360" fmla="*/ 432785 w 673767"/>
                <a:gd name="connsiteY360" fmla="*/ 273769 h 450817"/>
                <a:gd name="connsiteX361" fmla="*/ 436063 w 673767"/>
                <a:gd name="connsiteY361" fmla="*/ 273769 h 450817"/>
                <a:gd name="connsiteX362" fmla="*/ 439342 w 673767"/>
                <a:gd name="connsiteY362" fmla="*/ 273769 h 450817"/>
                <a:gd name="connsiteX363" fmla="*/ 440981 w 673767"/>
                <a:gd name="connsiteY363" fmla="*/ 273769 h 450817"/>
                <a:gd name="connsiteX364" fmla="*/ 437703 w 673767"/>
                <a:gd name="connsiteY364" fmla="*/ 275409 h 450817"/>
                <a:gd name="connsiteX365" fmla="*/ 432785 w 673767"/>
                <a:gd name="connsiteY365" fmla="*/ 277048 h 450817"/>
                <a:gd name="connsiteX366" fmla="*/ 429506 w 673767"/>
                <a:gd name="connsiteY366" fmla="*/ 277048 h 450817"/>
                <a:gd name="connsiteX367" fmla="*/ 424588 w 673767"/>
                <a:gd name="connsiteY367" fmla="*/ 281966 h 450817"/>
                <a:gd name="connsiteX368" fmla="*/ 421310 w 673767"/>
                <a:gd name="connsiteY368" fmla="*/ 280327 h 450817"/>
                <a:gd name="connsiteX369" fmla="*/ 418031 w 673767"/>
                <a:gd name="connsiteY369" fmla="*/ 278687 h 450817"/>
                <a:gd name="connsiteX370" fmla="*/ 414752 w 673767"/>
                <a:gd name="connsiteY370" fmla="*/ 278687 h 450817"/>
                <a:gd name="connsiteX371" fmla="*/ 413113 w 673767"/>
                <a:gd name="connsiteY371" fmla="*/ 278687 h 450817"/>
                <a:gd name="connsiteX372" fmla="*/ 409834 w 673767"/>
                <a:gd name="connsiteY372" fmla="*/ 278687 h 450817"/>
                <a:gd name="connsiteX373" fmla="*/ 406555 w 673767"/>
                <a:gd name="connsiteY373" fmla="*/ 280327 h 450817"/>
                <a:gd name="connsiteX374" fmla="*/ 403277 w 673767"/>
                <a:gd name="connsiteY374" fmla="*/ 281966 h 450817"/>
                <a:gd name="connsiteX375" fmla="*/ 398359 w 673767"/>
                <a:gd name="connsiteY375" fmla="*/ 278687 h 450817"/>
                <a:gd name="connsiteX376" fmla="*/ 395080 w 673767"/>
                <a:gd name="connsiteY376" fmla="*/ 278687 h 450817"/>
                <a:gd name="connsiteX377" fmla="*/ 391801 w 673767"/>
                <a:gd name="connsiteY377" fmla="*/ 281966 h 450817"/>
                <a:gd name="connsiteX378" fmla="*/ 388523 w 673767"/>
                <a:gd name="connsiteY378" fmla="*/ 281966 h 450817"/>
                <a:gd name="connsiteX379" fmla="*/ 383605 w 673767"/>
                <a:gd name="connsiteY379" fmla="*/ 285245 h 450817"/>
                <a:gd name="connsiteX380" fmla="*/ 380326 w 673767"/>
                <a:gd name="connsiteY380" fmla="*/ 285245 h 450817"/>
                <a:gd name="connsiteX381" fmla="*/ 377047 w 673767"/>
                <a:gd name="connsiteY381" fmla="*/ 288523 h 450817"/>
                <a:gd name="connsiteX382" fmla="*/ 373769 w 673767"/>
                <a:gd name="connsiteY382" fmla="*/ 290163 h 450817"/>
                <a:gd name="connsiteX383" fmla="*/ 368851 w 673767"/>
                <a:gd name="connsiteY383" fmla="*/ 290163 h 450817"/>
                <a:gd name="connsiteX384" fmla="*/ 370490 w 673767"/>
                <a:gd name="connsiteY384" fmla="*/ 288523 h 450817"/>
                <a:gd name="connsiteX385" fmla="*/ 373769 w 673767"/>
                <a:gd name="connsiteY385" fmla="*/ 288523 h 450817"/>
                <a:gd name="connsiteX386" fmla="*/ 378687 w 673767"/>
                <a:gd name="connsiteY386" fmla="*/ 285245 h 450817"/>
                <a:gd name="connsiteX387" fmla="*/ 373769 w 673767"/>
                <a:gd name="connsiteY387" fmla="*/ 285245 h 450817"/>
                <a:gd name="connsiteX388" fmla="*/ 378687 w 673767"/>
                <a:gd name="connsiteY388" fmla="*/ 281966 h 450817"/>
                <a:gd name="connsiteX389" fmla="*/ 380326 w 673767"/>
                <a:gd name="connsiteY389" fmla="*/ 278687 h 450817"/>
                <a:gd name="connsiteX390" fmla="*/ 381965 w 673767"/>
                <a:gd name="connsiteY390" fmla="*/ 275409 h 450817"/>
                <a:gd name="connsiteX391" fmla="*/ 381965 w 673767"/>
                <a:gd name="connsiteY391" fmla="*/ 270491 h 450817"/>
                <a:gd name="connsiteX392" fmla="*/ 380326 w 673767"/>
                <a:gd name="connsiteY392" fmla="*/ 267212 h 450817"/>
                <a:gd name="connsiteX393" fmla="*/ 375408 w 673767"/>
                <a:gd name="connsiteY393" fmla="*/ 267212 h 450817"/>
                <a:gd name="connsiteX394" fmla="*/ 372129 w 673767"/>
                <a:gd name="connsiteY394" fmla="*/ 265573 h 450817"/>
                <a:gd name="connsiteX395" fmla="*/ 368851 w 673767"/>
                <a:gd name="connsiteY395" fmla="*/ 263933 h 450817"/>
                <a:gd name="connsiteX396" fmla="*/ 363933 w 673767"/>
                <a:gd name="connsiteY396" fmla="*/ 263933 h 450817"/>
                <a:gd name="connsiteX397" fmla="*/ 360654 w 673767"/>
                <a:gd name="connsiteY397" fmla="*/ 262294 h 450817"/>
                <a:gd name="connsiteX398" fmla="*/ 357375 w 673767"/>
                <a:gd name="connsiteY398" fmla="*/ 263933 h 450817"/>
                <a:gd name="connsiteX399" fmla="*/ 352457 w 673767"/>
                <a:gd name="connsiteY399" fmla="*/ 263933 h 450817"/>
                <a:gd name="connsiteX400" fmla="*/ 349179 w 673767"/>
                <a:gd name="connsiteY400" fmla="*/ 263933 h 450817"/>
                <a:gd name="connsiteX401" fmla="*/ 345900 w 673767"/>
                <a:gd name="connsiteY401" fmla="*/ 262294 h 450817"/>
                <a:gd name="connsiteX402" fmla="*/ 340982 w 673767"/>
                <a:gd name="connsiteY402" fmla="*/ 262294 h 450817"/>
                <a:gd name="connsiteX403" fmla="*/ 337703 w 673767"/>
                <a:gd name="connsiteY403" fmla="*/ 260655 h 450817"/>
                <a:gd name="connsiteX404" fmla="*/ 334425 w 673767"/>
                <a:gd name="connsiteY404" fmla="*/ 262294 h 450817"/>
                <a:gd name="connsiteX405" fmla="*/ 331146 w 673767"/>
                <a:gd name="connsiteY405" fmla="*/ 263933 h 450817"/>
                <a:gd name="connsiteX406" fmla="*/ 326228 w 673767"/>
                <a:gd name="connsiteY406" fmla="*/ 263933 h 450817"/>
                <a:gd name="connsiteX407" fmla="*/ 322949 w 673767"/>
                <a:gd name="connsiteY407" fmla="*/ 267212 h 450817"/>
                <a:gd name="connsiteX408" fmla="*/ 319671 w 673767"/>
                <a:gd name="connsiteY408" fmla="*/ 268851 h 450817"/>
                <a:gd name="connsiteX409" fmla="*/ 314753 w 673767"/>
                <a:gd name="connsiteY409" fmla="*/ 270491 h 450817"/>
                <a:gd name="connsiteX410" fmla="*/ 311474 w 673767"/>
                <a:gd name="connsiteY410" fmla="*/ 272130 h 450817"/>
                <a:gd name="connsiteX411" fmla="*/ 308195 w 673767"/>
                <a:gd name="connsiteY411" fmla="*/ 273769 h 450817"/>
                <a:gd name="connsiteX412" fmla="*/ 303277 w 673767"/>
                <a:gd name="connsiteY412" fmla="*/ 273769 h 450817"/>
                <a:gd name="connsiteX413" fmla="*/ 299998 w 673767"/>
                <a:gd name="connsiteY413" fmla="*/ 277048 h 450817"/>
                <a:gd name="connsiteX414" fmla="*/ 296720 w 673767"/>
                <a:gd name="connsiteY414" fmla="*/ 277048 h 450817"/>
                <a:gd name="connsiteX415" fmla="*/ 293441 w 673767"/>
                <a:gd name="connsiteY415" fmla="*/ 278687 h 450817"/>
                <a:gd name="connsiteX416" fmla="*/ 288523 w 673767"/>
                <a:gd name="connsiteY416" fmla="*/ 280327 h 450817"/>
                <a:gd name="connsiteX417" fmla="*/ 285245 w 673767"/>
                <a:gd name="connsiteY417" fmla="*/ 281966 h 450817"/>
                <a:gd name="connsiteX418" fmla="*/ 280326 w 673767"/>
                <a:gd name="connsiteY418" fmla="*/ 285245 h 450817"/>
                <a:gd name="connsiteX419" fmla="*/ 283605 w 673767"/>
                <a:gd name="connsiteY419" fmla="*/ 288523 h 450817"/>
                <a:gd name="connsiteX420" fmla="*/ 286884 w 673767"/>
                <a:gd name="connsiteY420" fmla="*/ 291802 h 450817"/>
                <a:gd name="connsiteX421" fmla="*/ 290163 w 673767"/>
                <a:gd name="connsiteY421" fmla="*/ 295081 h 450817"/>
                <a:gd name="connsiteX422" fmla="*/ 293441 w 673767"/>
                <a:gd name="connsiteY422" fmla="*/ 298359 h 450817"/>
                <a:gd name="connsiteX423" fmla="*/ 293441 w 673767"/>
                <a:gd name="connsiteY423" fmla="*/ 303277 h 450817"/>
                <a:gd name="connsiteX424" fmla="*/ 293441 w 673767"/>
                <a:gd name="connsiteY424" fmla="*/ 306556 h 450817"/>
                <a:gd name="connsiteX425" fmla="*/ 291802 w 673767"/>
                <a:gd name="connsiteY425" fmla="*/ 309835 h 450817"/>
                <a:gd name="connsiteX426" fmla="*/ 288523 w 673767"/>
                <a:gd name="connsiteY426" fmla="*/ 309835 h 450817"/>
                <a:gd name="connsiteX427" fmla="*/ 285245 w 673767"/>
                <a:gd name="connsiteY427" fmla="*/ 306556 h 450817"/>
                <a:gd name="connsiteX428" fmla="*/ 280326 w 673767"/>
                <a:gd name="connsiteY428" fmla="*/ 308195 h 450817"/>
                <a:gd name="connsiteX429" fmla="*/ 277048 w 673767"/>
                <a:gd name="connsiteY429" fmla="*/ 306556 h 450817"/>
                <a:gd name="connsiteX430" fmla="*/ 273769 w 673767"/>
                <a:gd name="connsiteY430" fmla="*/ 309835 h 450817"/>
                <a:gd name="connsiteX431" fmla="*/ 268851 w 673767"/>
                <a:gd name="connsiteY431" fmla="*/ 309835 h 450817"/>
                <a:gd name="connsiteX432" fmla="*/ 265573 w 673767"/>
                <a:gd name="connsiteY432" fmla="*/ 313113 h 450817"/>
                <a:gd name="connsiteX433" fmla="*/ 260654 w 673767"/>
                <a:gd name="connsiteY433" fmla="*/ 313113 h 450817"/>
                <a:gd name="connsiteX434" fmla="*/ 257376 w 673767"/>
                <a:gd name="connsiteY434" fmla="*/ 314753 h 450817"/>
                <a:gd name="connsiteX435" fmla="*/ 254097 w 673767"/>
                <a:gd name="connsiteY435" fmla="*/ 313113 h 450817"/>
                <a:gd name="connsiteX436" fmla="*/ 250818 w 673767"/>
                <a:gd name="connsiteY436" fmla="*/ 313113 h 450817"/>
                <a:gd name="connsiteX437" fmla="*/ 245901 w 673767"/>
                <a:gd name="connsiteY437" fmla="*/ 313113 h 450817"/>
                <a:gd name="connsiteX438" fmla="*/ 242622 w 673767"/>
                <a:gd name="connsiteY438" fmla="*/ 313113 h 450817"/>
                <a:gd name="connsiteX439" fmla="*/ 240982 w 673767"/>
                <a:gd name="connsiteY439" fmla="*/ 316392 h 450817"/>
                <a:gd name="connsiteX440" fmla="*/ 237704 w 673767"/>
                <a:gd name="connsiteY440" fmla="*/ 318031 h 450817"/>
                <a:gd name="connsiteX441" fmla="*/ 232786 w 673767"/>
                <a:gd name="connsiteY441" fmla="*/ 318031 h 450817"/>
                <a:gd name="connsiteX442" fmla="*/ 229507 w 673767"/>
                <a:gd name="connsiteY442" fmla="*/ 316392 h 450817"/>
                <a:gd name="connsiteX443" fmla="*/ 224589 w 673767"/>
                <a:gd name="connsiteY443" fmla="*/ 314753 h 450817"/>
                <a:gd name="connsiteX444" fmla="*/ 221310 w 673767"/>
                <a:gd name="connsiteY444" fmla="*/ 316392 h 450817"/>
                <a:gd name="connsiteX445" fmla="*/ 218032 w 673767"/>
                <a:gd name="connsiteY445" fmla="*/ 318031 h 450817"/>
                <a:gd name="connsiteX446" fmla="*/ 221310 w 673767"/>
                <a:gd name="connsiteY446" fmla="*/ 319671 h 450817"/>
                <a:gd name="connsiteX447" fmla="*/ 224589 w 673767"/>
                <a:gd name="connsiteY447" fmla="*/ 322949 h 450817"/>
                <a:gd name="connsiteX448" fmla="*/ 226228 w 673767"/>
                <a:gd name="connsiteY448" fmla="*/ 327867 h 450817"/>
                <a:gd name="connsiteX449" fmla="*/ 231146 w 673767"/>
                <a:gd name="connsiteY449" fmla="*/ 326228 h 450817"/>
                <a:gd name="connsiteX450" fmla="*/ 226228 w 673767"/>
                <a:gd name="connsiteY450" fmla="*/ 329507 h 450817"/>
                <a:gd name="connsiteX451" fmla="*/ 222950 w 673767"/>
                <a:gd name="connsiteY451" fmla="*/ 329507 h 450817"/>
                <a:gd name="connsiteX452" fmla="*/ 218032 w 673767"/>
                <a:gd name="connsiteY452" fmla="*/ 332785 h 450817"/>
                <a:gd name="connsiteX453" fmla="*/ 221310 w 673767"/>
                <a:gd name="connsiteY453" fmla="*/ 334425 h 450817"/>
                <a:gd name="connsiteX454" fmla="*/ 221310 w 673767"/>
                <a:gd name="connsiteY454" fmla="*/ 337703 h 450817"/>
                <a:gd name="connsiteX455" fmla="*/ 216392 w 673767"/>
                <a:gd name="connsiteY455" fmla="*/ 337703 h 450817"/>
                <a:gd name="connsiteX456" fmla="*/ 216392 w 673767"/>
                <a:gd name="connsiteY456" fmla="*/ 334425 h 450817"/>
                <a:gd name="connsiteX457" fmla="*/ 216392 w 673767"/>
                <a:gd name="connsiteY457" fmla="*/ 329507 h 450817"/>
                <a:gd name="connsiteX458" fmla="*/ 221310 w 673767"/>
                <a:gd name="connsiteY458" fmla="*/ 329507 h 450817"/>
                <a:gd name="connsiteX459" fmla="*/ 224589 w 673767"/>
                <a:gd name="connsiteY459" fmla="*/ 326228 h 450817"/>
                <a:gd name="connsiteX460" fmla="*/ 222950 w 673767"/>
                <a:gd name="connsiteY460" fmla="*/ 322949 h 450817"/>
                <a:gd name="connsiteX461" fmla="*/ 219671 w 673767"/>
                <a:gd name="connsiteY461" fmla="*/ 319671 h 450817"/>
                <a:gd name="connsiteX462" fmla="*/ 216392 w 673767"/>
                <a:gd name="connsiteY462" fmla="*/ 318031 h 450817"/>
                <a:gd name="connsiteX463" fmla="*/ 211474 w 673767"/>
                <a:gd name="connsiteY463" fmla="*/ 316392 h 450817"/>
                <a:gd name="connsiteX464" fmla="*/ 208196 w 673767"/>
                <a:gd name="connsiteY464" fmla="*/ 316392 h 450817"/>
                <a:gd name="connsiteX465" fmla="*/ 204917 w 673767"/>
                <a:gd name="connsiteY465" fmla="*/ 314753 h 450817"/>
                <a:gd name="connsiteX466" fmla="*/ 199999 w 673767"/>
                <a:gd name="connsiteY466" fmla="*/ 313113 h 450817"/>
                <a:gd name="connsiteX467" fmla="*/ 196720 w 673767"/>
                <a:gd name="connsiteY467" fmla="*/ 311474 h 450817"/>
                <a:gd name="connsiteX468" fmla="*/ 193442 w 673767"/>
                <a:gd name="connsiteY468" fmla="*/ 311474 h 450817"/>
                <a:gd name="connsiteX469" fmla="*/ 190163 w 673767"/>
                <a:gd name="connsiteY469" fmla="*/ 311474 h 450817"/>
                <a:gd name="connsiteX470" fmla="*/ 185245 w 673767"/>
                <a:gd name="connsiteY470" fmla="*/ 311474 h 450817"/>
                <a:gd name="connsiteX471" fmla="*/ 185245 w 673767"/>
                <a:gd name="connsiteY471" fmla="*/ 309835 h 450817"/>
                <a:gd name="connsiteX472" fmla="*/ 180327 w 673767"/>
                <a:gd name="connsiteY472" fmla="*/ 309835 h 450817"/>
                <a:gd name="connsiteX473" fmla="*/ 177048 w 673767"/>
                <a:gd name="connsiteY473" fmla="*/ 309835 h 450817"/>
                <a:gd name="connsiteX474" fmla="*/ 177048 w 673767"/>
                <a:gd name="connsiteY474" fmla="*/ 313113 h 450817"/>
                <a:gd name="connsiteX475" fmla="*/ 173770 w 673767"/>
                <a:gd name="connsiteY475" fmla="*/ 313113 h 450817"/>
                <a:gd name="connsiteX476" fmla="*/ 172130 w 673767"/>
                <a:gd name="connsiteY476" fmla="*/ 316392 h 450817"/>
                <a:gd name="connsiteX477" fmla="*/ 172130 w 673767"/>
                <a:gd name="connsiteY477" fmla="*/ 321310 h 450817"/>
                <a:gd name="connsiteX478" fmla="*/ 167212 w 673767"/>
                <a:gd name="connsiteY478" fmla="*/ 321310 h 450817"/>
                <a:gd name="connsiteX479" fmla="*/ 163934 w 673767"/>
                <a:gd name="connsiteY479" fmla="*/ 321310 h 450817"/>
                <a:gd name="connsiteX480" fmla="*/ 160655 w 673767"/>
                <a:gd name="connsiteY480" fmla="*/ 322949 h 450817"/>
                <a:gd name="connsiteX481" fmla="*/ 155737 w 673767"/>
                <a:gd name="connsiteY481" fmla="*/ 324589 h 450817"/>
                <a:gd name="connsiteX482" fmla="*/ 152458 w 673767"/>
                <a:gd name="connsiteY482" fmla="*/ 326228 h 450817"/>
                <a:gd name="connsiteX483" fmla="*/ 149180 w 673767"/>
                <a:gd name="connsiteY483" fmla="*/ 327867 h 450817"/>
                <a:gd name="connsiteX484" fmla="*/ 144261 w 673767"/>
                <a:gd name="connsiteY484" fmla="*/ 327867 h 450817"/>
                <a:gd name="connsiteX485" fmla="*/ 140983 w 673767"/>
                <a:gd name="connsiteY485" fmla="*/ 332785 h 450817"/>
                <a:gd name="connsiteX486" fmla="*/ 139344 w 673767"/>
                <a:gd name="connsiteY486" fmla="*/ 336064 h 450817"/>
                <a:gd name="connsiteX487" fmla="*/ 134426 w 673767"/>
                <a:gd name="connsiteY487" fmla="*/ 337703 h 450817"/>
                <a:gd name="connsiteX488" fmla="*/ 131147 w 673767"/>
                <a:gd name="connsiteY488" fmla="*/ 339343 h 450817"/>
                <a:gd name="connsiteX489" fmla="*/ 134426 w 673767"/>
                <a:gd name="connsiteY489" fmla="*/ 339343 h 450817"/>
                <a:gd name="connsiteX490" fmla="*/ 132786 w 673767"/>
                <a:gd name="connsiteY490" fmla="*/ 342621 h 450817"/>
                <a:gd name="connsiteX491" fmla="*/ 132786 w 673767"/>
                <a:gd name="connsiteY491" fmla="*/ 344261 h 450817"/>
                <a:gd name="connsiteX492" fmla="*/ 134426 w 673767"/>
                <a:gd name="connsiteY492" fmla="*/ 349179 h 450817"/>
                <a:gd name="connsiteX493" fmla="*/ 136065 w 673767"/>
                <a:gd name="connsiteY493" fmla="*/ 352457 h 450817"/>
                <a:gd name="connsiteX494" fmla="*/ 139344 w 673767"/>
                <a:gd name="connsiteY494" fmla="*/ 354097 h 450817"/>
                <a:gd name="connsiteX495" fmla="*/ 142622 w 673767"/>
                <a:gd name="connsiteY495" fmla="*/ 354097 h 450817"/>
                <a:gd name="connsiteX496" fmla="*/ 147540 w 673767"/>
                <a:gd name="connsiteY496" fmla="*/ 357375 h 450817"/>
                <a:gd name="connsiteX497" fmla="*/ 150819 w 673767"/>
                <a:gd name="connsiteY497" fmla="*/ 355736 h 450817"/>
                <a:gd name="connsiteX498" fmla="*/ 154098 w 673767"/>
                <a:gd name="connsiteY498" fmla="*/ 355736 h 450817"/>
                <a:gd name="connsiteX499" fmla="*/ 159016 w 673767"/>
                <a:gd name="connsiteY499" fmla="*/ 355736 h 450817"/>
                <a:gd name="connsiteX500" fmla="*/ 162294 w 673767"/>
                <a:gd name="connsiteY500" fmla="*/ 359015 h 450817"/>
                <a:gd name="connsiteX501" fmla="*/ 167212 w 673767"/>
                <a:gd name="connsiteY501" fmla="*/ 359015 h 450817"/>
                <a:gd name="connsiteX502" fmla="*/ 167212 w 673767"/>
                <a:gd name="connsiteY502" fmla="*/ 355736 h 450817"/>
                <a:gd name="connsiteX503" fmla="*/ 170491 w 673767"/>
                <a:gd name="connsiteY503" fmla="*/ 354097 h 450817"/>
                <a:gd name="connsiteX504" fmla="*/ 173770 w 673767"/>
                <a:gd name="connsiteY504" fmla="*/ 355736 h 450817"/>
                <a:gd name="connsiteX505" fmla="*/ 178688 w 673767"/>
                <a:gd name="connsiteY505" fmla="*/ 355736 h 450817"/>
                <a:gd name="connsiteX506" fmla="*/ 181966 w 673767"/>
                <a:gd name="connsiteY506" fmla="*/ 355736 h 450817"/>
                <a:gd name="connsiteX507" fmla="*/ 185245 w 673767"/>
                <a:gd name="connsiteY507" fmla="*/ 352457 h 450817"/>
                <a:gd name="connsiteX508" fmla="*/ 190163 w 673767"/>
                <a:gd name="connsiteY508" fmla="*/ 352457 h 450817"/>
                <a:gd name="connsiteX509" fmla="*/ 193442 w 673767"/>
                <a:gd name="connsiteY509" fmla="*/ 352457 h 450817"/>
                <a:gd name="connsiteX510" fmla="*/ 196720 w 673767"/>
                <a:gd name="connsiteY510" fmla="*/ 352457 h 450817"/>
                <a:gd name="connsiteX511" fmla="*/ 196720 w 673767"/>
                <a:gd name="connsiteY511" fmla="*/ 347539 h 450817"/>
                <a:gd name="connsiteX512" fmla="*/ 201638 w 673767"/>
                <a:gd name="connsiteY512" fmla="*/ 349179 h 450817"/>
                <a:gd name="connsiteX513" fmla="*/ 199999 w 673767"/>
                <a:gd name="connsiteY513" fmla="*/ 345900 h 450817"/>
                <a:gd name="connsiteX514" fmla="*/ 203278 w 673767"/>
                <a:gd name="connsiteY514" fmla="*/ 342621 h 450817"/>
                <a:gd name="connsiteX515" fmla="*/ 206556 w 673767"/>
                <a:gd name="connsiteY515" fmla="*/ 344261 h 450817"/>
                <a:gd name="connsiteX516" fmla="*/ 211474 w 673767"/>
                <a:gd name="connsiteY516" fmla="*/ 345900 h 450817"/>
                <a:gd name="connsiteX517" fmla="*/ 214753 w 673767"/>
                <a:gd name="connsiteY517" fmla="*/ 349179 h 450817"/>
                <a:gd name="connsiteX518" fmla="*/ 218032 w 673767"/>
                <a:gd name="connsiteY518" fmla="*/ 347539 h 450817"/>
                <a:gd name="connsiteX519" fmla="*/ 221310 w 673767"/>
                <a:gd name="connsiteY519" fmla="*/ 350818 h 450817"/>
                <a:gd name="connsiteX520" fmla="*/ 226228 w 673767"/>
                <a:gd name="connsiteY520" fmla="*/ 352457 h 450817"/>
                <a:gd name="connsiteX521" fmla="*/ 229507 w 673767"/>
                <a:gd name="connsiteY521" fmla="*/ 350818 h 450817"/>
                <a:gd name="connsiteX522" fmla="*/ 232786 w 673767"/>
                <a:gd name="connsiteY522" fmla="*/ 350818 h 450817"/>
                <a:gd name="connsiteX523" fmla="*/ 236064 w 673767"/>
                <a:gd name="connsiteY523" fmla="*/ 345900 h 450817"/>
                <a:gd name="connsiteX524" fmla="*/ 239343 w 673767"/>
                <a:gd name="connsiteY524" fmla="*/ 342621 h 450817"/>
                <a:gd name="connsiteX525" fmla="*/ 234425 w 673767"/>
                <a:gd name="connsiteY525" fmla="*/ 339343 h 450817"/>
                <a:gd name="connsiteX526" fmla="*/ 231146 w 673767"/>
                <a:gd name="connsiteY526" fmla="*/ 336064 h 450817"/>
                <a:gd name="connsiteX527" fmla="*/ 234425 w 673767"/>
                <a:gd name="connsiteY527" fmla="*/ 336064 h 450817"/>
                <a:gd name="connsiteX528" fmla="*/ 239343 w 673767"/>
                <a:gd name="connsiteY528" fmla="*/ 336064 h 450817"/>
                <a:gd name="connsiteX529" fmla="*/ 242622 w 673767"/>
                <a:gd name="connsiteY529" fmla="*/ 332785 h 450817"/>
                <a:gd name="connsiteX530" fmla="*/ 245901 w 673767"/>
                <a:gd name="connsiteY530" fmla="*/ 331146 h 450817"/>
                <a:gd name="connsiteX531" fmla="*/ 242622 w 673767"/>
                <a:gd name="connsiteY531" fmla="*/ 334425 h 450817"/>
                <a:gd name="connsiteX532" fmla="*/ 239343 w 673767"/>
                <a:gd name="connsiteY532" fmla="*/ 337703 h 450817"/>
                <a:gd name="connsiteX533" fmla="*/ 240982 w 673767"/>
                <a:gd name="connsiteY533" fmla="*/ 340982 h 450817"/>
                <a:gd name="connsiteX534" fmla="*/ 244261 w 673767"/>
                <a:gd name="connsiteY534" fmla="*/ 344261 h 450817"/>
                <a:gd name="connsiteX535" fmla="*/ 247540 w 673767"/>
                <a:gd name="connsiteY535" fmla="*/ 340982 h 450817"/>
                <a:gd name="connsiteX536" fmla="*/ 250818 w 673767"/>
                <a:gd name="connsiteY536" fmla="*/ 340982 h 450817"/>
                <a:gd name="connsiteX537" fmla="*/ 254097 w 673767"/>
                <a:gd name="connsiteY537" fmla="*/ 337703 h 450817"/>
                <a:gd name="connsiteX538" fmla="*/ 254097 w 673767"/>
                <a:gd name="connsiteY538" fmla="*/ 340982 h 450817"/>
                <a:gd name="connsiteX539" fmla="*/ 250818 w 673767"/>
                <a:gd name="connsiteY539" fmla="*/ 344261 h 450817"/>
                <a:gd name="connsiteX540" fmla="*/ 254097 w 673767"/>
                <a:gd name="connsiteY540" fmla="*/ 345900 h 450817"/>
                <a:gd name="connsiteX541" fmla="*/ 250818 w 673767"/>
                <a:gd name="connsiteY541" fmla="*/ 345900 h 450817"/>
                <a:gd name="connsiteX542" fmla="*/ 249179 w 673767"/>
                <a:gd name="connsiteY542" fmla="*/ 349179 h 450817"/>
                <a:gd name="connsiteX543" fmla="*/ 245901 w 673767"/>
                <a:gd name="connsiteY543" fmla="*/ 352457 h 450817"/>
                <a:gd name="connsiteX544" fmla="*/ 249179 w 673767"/>
                <a:gd name="connsiteY544" fmla="*/ 352457 h 450817"/>
                <a:gd name="connsiteX545" fmla="*/ 252458 w 673767"/>
                <a:gd name="connsiteY545" fmla="*/ 349179 h 450817"/>
                <a:gd name="connsiteX546" fmla="*/ 257376 w 673767"/>
                <a:gd name="connsiteY546" fmla="*/ 347539 h 450817"/>
                <a:gd name="connsiteX547" fmla="*/ 257376 w 673767"/>
                <a:gd name="connsiteY547" fmla="*/ 344261 h 450817"/>
                <a:gd name="connsiteX548" fmla="*/ 260654 w 673767"/>
                <a:gd name="connsiteY548" fmla="*/ 345900 h 450817"/>
                <a:gd name="connsiteX549" fmla="*/ 263933 w 673767"/>
                <a:gd name="connsiteY549" fmla="*/ 344261 h 450817"/>
                <a:gd name="connsiteX550" fmla="*/ 265573 w 673767"/>
                <a:gd name="connsiteY550" fmla="*/ 340982 h 450817"/>
                <a:gd name="connsiteX551" fmla="*/ 270491 w 673767"/>
                <a:gd name="connsiteY551" fmla="*/ 342621 h 450817"/>
                <a:gd name="connsiteX552" fmla="*/ 268851 w 673767"/>
                <a:gd name="connsiteY552" fmla="*/ 347539 h 450817"/>
                <a:gd name="connsiteX553" fmla="*/ 272130 w 673767"/>
                <a:gd name="connsiteY553" fmla="*/ 345900 h 450817"/>
                <a:gd name="connsiteX554" fmla="*/ 275408 w 673767"/>
                <a:gd name="connsiteY554" fmla="*/ 342621 h 450817"/>
                <a:gd name="connsiteX555" fmla="*/ 278687 w 673767"/>
                <a:gd name="connsiteY555" fmla="*/ 342621 h 450817"/>
                <a:gd name="connsiteX556" fmla="*/ 275408 w 673767"/>
                <a:gd name="connsiteY556" fmla="*/ 345900 h 450817"/>
                <a:gd name="connsiteX557" fmla="*/ 272130 w 673767"/>
                <a:gd name="connsiteY557" fmla="*/ 347539 h 450817"/>
                <a:gd name="connsiteX558" fmla="*/ 267212 w 673767"/>
                <a:gd name="connsiteY558" fmla="*/ 349179 h 450817"/>
                <a:gd name="connsiteX559" fmla="*/ 267212 w 673767"/>
                <a:gd name="connsiteY559" fmla="*/ 352457 h 450817"/>
                <a:gd name="connsiteX560" fmla="*/ 272130 w 673767"/>
                <a:gd name="connsiteY560" fmla="*/ 355736 h 450817"/>
                <a:gd name="connsiteX561" fmla="*/ 272130 w 673767"/>
                <a:gd name="connsiteY561" fmla="*/ 359015 h 450817"/>
                <a:gd name="connsiteX562" fmla="*/ 275408 w 673767"/>
                <a:gd name="connsiteY562" fmla="*/ 359015 h 450817"/>
                <a:gd name="connsiteX563" fmla="*/ 275408 w 673767"/>
                <a:gd name="connsiteY563" fmla="*/ 363933 h 450817"/>
                <a:gd name="connsiteX564" fmla="*/ 277048 w 673767"/>
                <a:gd name="connsiteY564" fmla="*/ 367211 h 450817"/>
                <a:gd name="connsiteX565" fmla="*/ 280326 w 673767"/>
                <a:gd name="connsiteY565" fmla="*/ 363933 h 450817"/>
                <a:gd name="connsiteX566" fmla="*/ 280326 w 673767"/>
                <a:gd name="connsiteY566" fmla="*/ 367211 h 450817"/>
                <a:gd name="connsiteX567" fmla="*/ 277048 w 673767"/>
                <a:gd name="connsiteY567" fmla="*/ 372129 h 450817"/>
                <a:gd name="connsiteX568" fmla="*/ 280326 w 673767"/>
                <a:gd name="connsiteY568" fmla="*/ 373769 h 450817"/>
                <a:gd name="connsiteX569" fmla="*/ 285245 w 673767"/>
                <a:gd name="connsiteY569" fmla="*/ 372129 h 450817"/>
                <a:gd name="connsiteX570" fmla="*/ 288523 w 673767"/>
                <a:gd name="connsiteY570" fmla="*/ 372129 h 450817"/>
                <a:gd name="connsiteX571" fmla="*/ 291802 w 673767"/>
                <a:gd name="connsiteY571" fmla="*/ 370490 h 450817"/>
                <a:gd name="connsiteX572" fmla="*/ 288523 w 673767"/>
                <a:gd name="connsiteY572" fmla="*/ 372129 h 450817"/>
                <a:gd name="connsiteX573" fmla="*/ 285245 w 673767"/>
                <a:gd name="connsiteY573" fmla="*/ 375408 h 450817"/>
                <a:gd name="connsiteX574" fmla="*/ 280326 w 673767"/>
                <a:gd name="connsiteY574" fmla="*/ 380326 h 450817"/>
                <a:gd name="connsiteX575" fmla="*/ 285245 w 673767"/>
                <a:gd name="connsiteY575" fmla="*/ 378687 h 450817"/>
                <a:gd name="connsiteX576" fmla="*/ 288523 w 673767"/>
                <a:gd name="connsiteY576" fmla="*/ 377047 h 450817"/>
                <a:gd name="connsiteX577" fmla="*/ 291802 w 673767"/>
                <a:gd name="connsiteY577" fmla="*/ 378687 h 450817"/>
                <a:gd name="connsiteX578" fmla="*/ 296720 w 673767"/>
                <a:gd name="connsiteY578" fmla="*/ 377047 h 450817"/>
                <a:gd name="connsiteX579" fmla="*/ 293441 w 673767"/>
                <a:gd name="connsiteY579" fmla="*/ 377047 h 450817"/>
                <a:gd name="connsiteX580" fmla="*/ 296720 w 673767"/>
                <a:gd name="connsiteY580" fmla="*/ 373769 h 450817"/>
                <a:gd name="connsiteX581" fmla="*/ 298359 w 673767"/>
                <a:gd name="connsiteY581" fmla="*/ 377047 h 450817"/>
                <a:gd name="connsiteX582" fmla="*/ 301638 w 673767"/>
                <a:gd name="connsiteY582" fmla="*/ 377047 h 450817"/>
                <a:gd name="connsiteX583" fmla="*/ 304916 w 673767"/>
                <a:gd name="connsiteY583" fmla="*/ 381965 h 450817"/>
                <a:gd name="connsiteX584" fmla="*/ 308195 w 673767"/>
                <a:gd name="connsiteY584" fmla="*/ 380326 h 450817"/>
                <a:gd name="connsiteX585" fmla="*/ 311474 w 673767"/>
                <a:gd name="connsiteY585" fmla="*/ 381965 h 450817"/>
                <a:gd name="connsiteX586" fmla="*/ 308195 w 673767"/>
                <a:gd name="connsiteY586" fmla="*/ 385244 h 450817"/>
                <a:gd name="connsiteX587" fmla="*/ 303277 w 673767"/>
                <a:gd name="connsiteY587" fmla="*/ 386883 h 450817"/>
                <a:gd name="connsiteX588" fmla="*/ 299998 w 673767"/>
                <a:gd name="connsiteY588" fmla="*/ 386883 h 450817"/>
                <a:gd name="connsiteX589" fmla="*/ 296720 w 673767"/>
                <a:gd name="connsiteY589" fmla="*/ 390162 h 450817"/>
                <a:gd name="connsiteX590" fmla="*/ 291802 w 673767"/>
                <a:gd name="connsiteY590" fmla="*/ 388523 h 450817"/>
                <a:gd name="connsiteX591" fmla="*/ 288523 w 673767"/>
                <a:gd name="connsiteY591" fmla="*/ 388523 h 450817"/>
                <a:gd name="connsiteX592" fmla="*/ 285245 w 673767"/>
                <a:gd name="connsiteY592" fmla="*/ 388523 h 450817"/>
                <a:gd name="connsiteX593" fmla="*/ 281966 w 673767"/>
                <a:gd name="connsiteY593" fmla="*/ 388523 h 450817"/>
                <a:gd name="connsiteX594" fmla="*/ 285245 w 673767"/>
                <a:gd name="connsiteY594" fmla="*/ 388523 h 450817"/>
                <a:gd name="connsiteX595" fmla="*/ 288523 w 673767"/>
                <a:gd name="connsiteY595" fmla="*/ 390162 h 450817"/>
                <a:gd name="connsiteX596" fmla="*/ 288523 w 673767"/>
                <a:gd name="connsiteY596" fmla="*/ 395080 h 450817"/>
                <a:gd name="connsiteX597" fmla="*/ 288523 w 673767"/>
                <a:gd name="connsiteY597" fmla="*/ 398359 h 450817"/>
                <a:gd name="connsiteX598" fmla="*/ 293441 w 673767"/>
                <a:gd name="connsiteY598" fmla="*/ 401637 h 450817"/>
                <a:gd name="connsiteX599" fmla="*/ 296720 w 673767"/>
                <a:gd name="connsiteY599" fmla="*/ 404916 h 450817"/>
                <a:gd name="connsiteX600" fmla="*/ 299998 w 673767"/>
                <a:gd name="connsiteY600" fmla="*/ 404916 h 450817"/>
                <a:gd name="connsiteX601" fmla="*/ 303277 w 673767"/>
                <a:gd name="connsiteY601" fmla="*/ 403277 h 450817"/>
                <a:gd name="connsiteX602" fmla="*/ 306556 w 673767"/>
                <a:gd name="connsiteY602" fmla="*/ 401637 h 450817"/>
                <a:gd name="connsiteX603" fmla="*/ 309835 w 673767"/>
                <a:gd name="connsiteY603" fmla="*/ 399998 h 450817"/>
                <a:gd name="connsiteX604" fmla="*/ 306556 w 673767"/>
                <a:gd name="connsiteY604" fmla="*/ 403277 h 450817"/>
                <a:gd name="connsiteX605" fmla="*/ 303277 w 673767"/>
                <a:gd name="connsiteY605" fmla="*/ 404916 h 450817"/>
                <a:gd name="connsiteX606" fmla="*/ 299998 w 673767"/>
                <a:gd name="connsiteY606" fmla="*/ 404916 h 450817"/>
                <a:gd name="connsiteX607" fmla="*/ 303277 w 673767"/>
                <a:gd name="connsiteY607" fmla="*/ 406555 h 450817"/>
                <a:gd name="connsiteX608" fmla="*/ 306556 w 673767"/>
                <a:gd name="connsiteY608" fmla="*/ 408195 h 450817"/>
                <a:gd name="connsiteX609" fmla="*/ 311474 w 673767"/>
                <a:gd name="connsiteY609" fmla="*/ 411473 h 450817"/>
                <a:gd name="connsiteX610" fmla="*/ 314753 w 673767"/>
                <a:gd name="connsiteY610" fmla="*/ 411473 h 450817"/>
                <a:gd name="connsiteX611" fmla="*/ 318031 w 673767"/>
                <a:gd name="connsiteY611" fmla="*/ 414752 h 450817"/>
                <a:gd name="connsiteX612" fmla="*/ 322949 w 673767"/>
                <a:gd name="connsiteY612" fmla="*/ 416392 h 450817"/>
                <a:gd name="connsiteX613" fmla="*/ 326228 w 673767"/>
                <a:gd name="connsiteY613" fmla="*/ 416392 h 450817"/>
                <a:gd name="connsiteX614" fmla="*/ 327867 w 673767"/>
                <a:gd name="connsiteY614" fmla="*/ 414752 h 450817"/>
                <a:gd name="connsiteX615" fmla="*/ 331146 w 673767"/>
                <a:gd name="connsiteY615" fmla="*/ 416392 h 450817"/>
                <a:gd name="connsiteX616" fmla="*/ 336064 w 673767"/>
                <a:gd name="connsiteY616" fmla="*/ 414752 h 450817"/>
                <a:gd name="connsiteX617" fmla="*/ 339343 w 673767"/>
                <a:gd name="connsiteY617" fmla="*/ 414752 h 450817"/>
                <a:gd name="connsiteX618" fmla="*/ 342621 w 673767"/>
                <a:gd name="connsiteY618" fmla="*/ 414752 h 450817"/>
                <a:gd name="connsiteX619" fmla="*/ 345900 w 673767"/>
                <a:gd name="connsiteY619" fmla="*/ 414752 h 450817"/>
                <a:gd name="connsiteX620" fmla="*/ 342621 w 673767"/>
                <a:gd name="connsiteY620" fmla="*/ 416392 h 450817"/>
                <a:gd name="connsiteX621" fmla="*/ 339343 w 673767"/>
                <a:gd name="connsiteY621" fmla="*/ 418031 h 450817"/>
                <a:gd name="connsiteX622" fmla="*/ 339343 w 673767"/>
                <a:gd name="connsiteY622" fmla="*/ 422949 h 450817"/>
                <a:gd name="connsiteX623" fmla="*/ 342621 w 673767"/>
                <a:gd name="connsiteY623" fmla="*/ 422949 h 450817"/>
                <a:gd name="connsiteX624" fmla="*/ 342621 w 673767"/>
                <a:gd name="connsiteY624" fmla="*/ 426228 h 450817"/>
                <a:gd name="connsiteX625" fmla="*/ 347539 w 673767"/>
                <a:gd name="connsiteY625" fmla="*/ 429506 h 450817"/>
                <a:gd name="connsiteX626" fmla="*/ 350818 w 673767"/>
                <a:gd name="connsiteY626" fmla="*/ 431145 h 450817"/>
                <a:gd name="connsiteX627" fmla="*/ 354097 w 673767"/>
                <a:gd name="connsiteY627" fmla="*/ 431145 h 450817"/>
                <a:gd name="connsiteX628" fmla="*/ 357375 w 673767"/>
                <a:gd name="connsiteY628" fmla="*/ 434424 h 450817"/>
                <a:gd name="connsiteX629" fmla="*/ 360654 w 673767"/>
                <a:gd name="connsiteY629" fmla="*/ 436064 h 450817"/>
                <a:gd name="connsiteX630" fmla="*/ 365572 w 673767"/>
                <a:gd name="connsiteY630" fmla="*/ 436064 h 450817"/>
                <a:gd name="connsiteX631" fmla="*/ 368851 w 673767"/>
                <a:gd name="connsiteY631" fmla="*/ 436064 h 450817"/>
                <a:gd name="connsiteX632" fmla="*/ 372129 w 673767"/>
                <a:gd name="connsiteY632" fmla="*/ 436064 h 450817"/>
                <a:gd name="connsiteX633" fmla="*/ 377047 w 673767"/>
                <a:gd name="connsiteY633" fmla="*/ 437703 h 450817"/>
                <a:gd name="connsiteX634" fmla="*/ 380326 w 673767"/>
                <a:gd name="connsiteY634" fmla="*/ 437703 h 450817"/>
                <a:gd name="connsiteX635" fmla="*/ 383605 w 673767"/>
                <a:gd name="connsiteY635" fmla="*/ 439342 h 450817"/>
                <a:gd name="connsiteX636" fmla="*/ 388523 w 673767"/>
                <a:gd name="connsiteY636" fmla="*/ 439342 h 450817"/>
                <a:gd name="connsiteX637" fmla="*/ 391801 w 673767"/>
                <a:gd name="connsiteY637" fmla="*/ 439342 h 450817"/>
                <a:gd name="connsiteX638" fmla="*/ 395080 w 673767"/>
                <a:gd name="connsiteY638" fmla="*/ 442621 h 450817"/>
                <a:gd name="connsiteX639" fmla="*/ 398359 w 673767"/>
                <a:gd name="connsiteY639" fmla="*/ 444260 h 450817"/>
                <a:gd name="connsiteX640" fmla="*/ 403277 w 673767"/>
                <a:gd name="connsiteY640" fmla="*/ 444260 h 450817"/>
                <a:gd name="connsiteX641" fmla="*/ 406555 w 673767"/>
                <a:gd name="connsiteY641" fmla="*/ 444260 h 450817"/>
                <a:gd name="connsiteX642" fmla="*/ 411473 w 673767"/>
                <a:gd name="connsiteY642" fmla="*/ 447539 h 450817"/>
                <a:gd name="connsiteX643" fmla="*/ 414752 w 673767"/>
                <a:gd name="connsiteY643" fmla="*/ 450818 h 450817"/>
                <a:gd name="connsiteX644" fmla="*/ 418031 w 673767"/>
                <a:gd name="connsiteY644" fmla="*/ 450818 h 450817"/>
                <a:gd name="connsiteX645" fmla="*/ 421310 w 673767"/>
                <a:gd name="connsiteY645" fmla="*/ 450818 h 450817"/>
                <a:gd name="connsiteX646" fmla="*/ 426228 w 673767"/>
                <a:gd name="connsiteY646" fmla="*/ 450818 h 450817"/>
                <a:gd name="connsiteX647" fmla="*/ 429506 w 673767"/>
                <a:gd name="connsiteY647" fmla="*/ 450818 h 450817"/>
                <a:gd name="connsiteX648" fmla="*/ 427867 w 673767"/>
                <a:gd name="connsiteY648" fmla="*/ 445900 h 450817"/>
                <a:gd name="connsiteX649" fmla="*/ 427867 w 673767"/>
                <a:gd name="connsiteY649" fmla="*/ 442621 h 450817"/>
                <a:gd name="connsiteX650" fmla="*/ 431145 w 673767"/>
                <a:gd name="connsiteY650" fmla="*/ 442621 h 450817"/>
                <a:gd name="connsiteX651" fmla="*/ 434424 w 673767"/>
                <a:gd name="connsiteY651" fmla="*/ 439342 h 450817"/>
                <a:gd name="connsiteX652" fmla="*/ 431145 w 673767"/>
                <a:gd name="connsiteY652" fmla="*/ 436064 h 450817"/>
                <a:gd name="connsiteX653" fmla="*/ 431145 w 673767"/>
                <a:gd name="connsiteY653" fmla="*/ 432785 h 450817"/>
                <a:gd name="connsiteX654" fmla="*/ 427867 w 673767"/>
                <a:gd name="connsiteY654" fmla="*/ 432785 h 450817"/>
                <a:gd name="connsiteX655" fmla="*/ 424588 w 673767"/>
                <a:gd name="connsiteY655" fmla="*/ 432785 h 450817"/>
                <a:gd name="connsiteX656" fmla="*/ 427867 w 673767"/>
                <a:gd name="connsiteY656" fmla="*/ 431145 h 450817"/>
                <a:gd name="connsiteX657" fmla="*/ 424588 w 673767"/>
                <a:gd name="connsiteY657" fmla="*/ 429506 h 450817"/>
                <a:gd name="connsiteX658" fmla="*/ 427867 w 673767"/>
                <a:gd name="connsiteY658" fmla="*/ 426228 h 450817"/>
                <a:gd name="connsiteX659" fmla="*/ 426228 w 673767"/>
                <a:gd name="connsiteY659" fmla="*/ 421309 h 450817"/>
                <a:gd name="connsiteX660" fmla="*/ 422949 w 673767"/>
                <a:gd name="connsiteY660" fmla="*/ 421309 h 450817"/>
                <a:gd name="connsiteX661" fmla="*/ 418031 w 673767"/>
                <a:gd name="connsiteY661" fmla="*/ 419670 h 450817"/>
                <a:gd name="connsiteX662" fmla="*/ 414752 w 673767"/>
                <a:gd name="connsiteY662" fmla="*/ 418031 h 450817"/>
                <a:gd name="connsiteX663" fmla="*/ 416391 w 673767"/>
                <a:gd name="connsiteY663" fmla="*/ 414752 h 450817"/>
                <a:gd name="connsiteX664" fmla="*/ 411473 w 673767"/>
                <a:gd name="connsiteY664" fmla="*/ 413113 h 450817"/>
                <a:gd name="connsiteX665" fmla="*/ 411473 w 673767"/>
                <a:gd name="connsiteY665" fmla="*/ 409834 h 450817"/>
                <a:gd name="connsiteX666" fmla="*/ 408195 w 673767"/>
                <a:gd name="connsiteY666" fmla="*/ 406555 h 450817"/>
                <a:gd name="connsiteX667" fmla="*/ 404916 w 673767"/>
                <a:gd name="connsiteY667" fmla="*/ 408195 h 450817"/>
                <a:gd name="connsiteX668" fmla="*/ 408195 w 673767"/>
                <a:gd name="connsiteY668" fmla="*/ 406555 h 450817"/>
                <a:gd name="connsiteX669" fmla="*/ 404916 w 673767"/>
                <a:gd name="connsiteY669" fmla="*/ 404916 h 450817"/>
                <a:gd name="connsiteX670" fmla="*/ 399998 w 673767"/>
                <a:gd name="connsiteY670" fmla="*/ 408195 h 450817"/>
                <a:gd name="connsiteX671" fmla="*/ 403277 w 673767"/>
                <a:gd name="connsiteY671" fmla="*/ 404916 h 450817"/>
                <a:gd name="connsiteX672" fmla="*/ 406555 w 673767"/>
                <a:gd name="connsiteY672" fmla="*/ 403277 h 450817"/>
                <a:gd name="connsiteX673" fmla="*/ 403277 w 673767"/>
                <a:gd name="connsiteY673" fmla="*/ 403277 h 450817"/>
                <a:gd name="connsiteX674" fmla="*/ 398359 w 673767"/>
                <a:gd name="connsiteY674" fmla="*/ 401637 h 450817"/>
                <a:gd name="connsiteX675" fmla="*/ 395080 w 673767"/>
                <a:gd name="connsiteY675" fmla="*/ 399998 h 450817"/>
                <a:gd name="connsiteX676" fmla="*/ 391801 w 673767"/>
                <a:gd name="connsiteY676" fmla="*/ 398359 h 450817"/>
                <a:gd name="connsiteX677" fmla="*/ 391801 w 673767"/>
                <a:gd name="connsiteY677" fmla="*/ 395080 h 450817"/>
                <a:gd name="connsiteX678" fmla="*/ 388523 w 673767"/>
                <a:gd name="connsiteY678" fmla="*/ 390162 h 450817"/>
                <a:gd name="connsiteX679" fmla="*/ 386883 w 673767"/>
                <a:gd name="connsiteY679" fmla="*/ 386883 h 450817"/>
                <a:gd name="connsiteX680" fmla="*/ 383605 w 673767"/>
                <a:gd name="connsiteY680" fmla="*/ 383605 h 450817"/>
                <a:gd name="connsiteX681" fmla="*/ 383605 w 673767"/>
                <a:gd name="connsiteY681" fmla="*/ 380326 h 450817"/>
                <a:gd name="connsiteX682" fmla="*/ 386883 w 673767"/>
                <a:gd name="connsiteY682" fmla="*/ 377047 h 450817"/>
                <a:gd name="connsiteX683" fmla="*/ 391801 w 673767"/>
                <a:gd name="connsiteY683" fmla="*/ 375408 h 450817"/>
                <a:gd name="connsiteX684" fmla="*/ 395080 w 673767"/>
                <a:gd name="connsiteY684" fmla="*/ 377047 h 450817"/>
                <a:gd name="connsiteX685" fmla="*/ 398359 w 673767"/>
                <a:gd name="connsiteY685" fmla="*/ 380326 h 450817"/>
                <a:gd name="connsiteX686" fmla="*/ 401638 w 673767"/>
                <a:gd name="connsiteY686" fmla="*/ 378687 h 450817"/>
                <a:gd name="connsiteX687" fmla="*/ 401638 w 673767"/>
                <a:gd name="connsiteY687" fmla="*/ 383605 h 450817"/>
                <a:gd name="connsiteX688" fmla="*/ 406555 w 673767"/>
                <a:gd name="connsiteY688" fmla="*/ 385244 h 450817"/>
                <a:gd name="connsiteX689" fmla="*/ 408195 w 673767"/>
                <a:gd name="connsiteY689" fmla="*/ 388523 h 450817"/>
                <a:gd name="connsiteX690" fmla="*/ 411473 w 673767"/>
                <a:gd name="connsiteY690" fmla="*/ 391802 h 450817"/>
                <a:gd name="connsiteX691" fmla="*/ 413113 w 673767"/>
                <a:gd name="connsiteY691" fmla="*/ 386883 h 450817"/>
                <a:gd name="connsiteX692" fmla="*/ 413113 w 673767"/>
                <a:gd name="connsiteY692" fmla="*/ 383605 h 450817"/>
                <a:gd name="connsiteX693" fmla="*/ 414752 w 673767"/>
                <a:gd name="connsiteY693" fmla="*/ 380326 h 450817"/>
                <a:gd name="connsiteX694" fmla="*/ 413113 w 673767"/>
                <a:gd name="connsiteY694" fmla="*/ 377047 h 450817"/>
                <a:gd name="connsiteX695" fmla="*/ 414752 w 673767"/>
                <a:gd name="connsiteY695" fmla="*/ 380326 h 450817"/>
                <a:gd name="connsiteX696" fmla="*/ 418031 w 673767"/>
                <a:gd name="connsiteY696" fmla="*/ 383605 h 450817"/>
                <a:gd name="connsiteX697" fmla="*/ 419670 w 673767"/>
                <a:gd name="connsiteY697" fmla="*/ 386883 h 450817"/>
                <a:gd name="connsiteX698" fmla="*/ 421310 w 673767"/>
                <a:gd name="connsiteY698" fmla="*/ 391802 h 450817"/>
                <a:gd name="connsiteX699" fmla="*/ 424588 w 673767"/>
                <a:gd name="connsiteY699" fmla="*/ 395080 h 450817"/>
                <a:gd name="connsiteX700" fmla="*/ 427867 w 673767"/>
                <a:gd name="connsiteY700" fmla="*/ 395080 h 450817"/>
                <a:gd name="connsiteX701" fmla="*/ 431145 w 673767"/>
                <a:gd name="connsiteY701" fmla="*/ 391802 h 450817"/>
                <a:gd name="connsiteX702" fmla="*/ 431145 w 673767"/>
                <a:gd name="connsiteY702" fmla="*/ 395080 h 450817"/>
                <a:gd name="connsiteX703" fmla="*/ 431145 w 673767"/>
                <a:gd name="connsiteY703" fmla="*/ 398359 h 450817"/>
                <a:gd name="connsiteX704" fmla="*/ 431145 w 673767"/>
                <a:gd name="connsiteY704" fmla="*/ 399998 h 450817"/>
                <a:gd name="connsiteX705" fmla="*/ 434424 w 673767"/>
                <a:gd name="connsiteY705" fmla="*/ 395080 h 450817"/>
                <a:gd name="connsiteX706" fmla="*/ 434424 w 673767"/>
                <a:gd name="connsiteY706" fmla="*/ 399998 h 450817"/>
                <a:gd name="connsiteX707" fmla="*/ 432785 w 673767"/>
                <a:gd name="connsiteY707" fmla="*/ 403277 h 450817"/>
                <a:gd name="connsiteX708" fmla="*/ 436063 w 673767"/>
                <a:gd name="connsiteY708" fmla="*/ 406555 h 450817"/>
                <a:gd name="connsiteX709" fmla="*/ 434424 w 673767"/>
                <a:gd name="connsiteY709" fmla="*/ 403277 h 450817"/>
                <a:gd name="connsiteX710" fmla="*/ 439342 w 673767"/>
                <a:gd name="connsiteY710" fmla="*/ 401637 h 450817"/>
                <a:gd name="connsiteX711" fmla="*/ 440981 w 673767"/>
                <a:gd name="connsiteY711" fmla="*/ 398359 h 450817"/>
                <a:gd name="connsiteX712" fmla="*/ 439342 w 673767"/>
                <a:gd name="connsiteY712" fmla="*/ 395080 h 450817"/>
                <a:gd name="connsiteX713" fmla="*/ 440981 w 673767"/>
                <a:gd name="connsiteY713" fmla="*/ 398359 h 450817"/>
                <a:gd name="connsiteX714" fmla="*/ 440981 w 673767"/>
                <a:gd name="connsiteY714" fmla="*/ 403277 h 450817"/>
                <a:gd name="connsiteX715" fmla="*/ 442621 w 673767"/>
                <a:gd name="connsiteY715" fmla="*/ 406555 h 450817"/>
                <a:gd name="connsiteX716" fmla="*/ 445900 w 673767"/>
                <a:gd name="connsiteY716" fmla="*/ 406555 h 450817"/>
                <a:gd name="connsiteX717" fmla="*/ 447539 w 673767"/>
                <a:gd name="connsiteY717" fmla="*/ 408195 h 450817"/>
                <a:gd name="connsiteX718" fmla="*/ 447539 w 673767"/>
                <a:gd name="connsiteY718" fmla="*/ 404916 h 450817"/>
                <a:gd name="connsiteX719" fmla="*/ 447539 w 673767"/>
                <a:gd name="connsiteY719" fmla="*/ 401637 h 450817"/>
                <a:gd name="connsiteX720" fmla="*/ 450818 w 673767"/>
                <a:gd name="connsiteY720" fmla="*/ 404916 h 450817"/>
                <a:gd name="connsiteX721" fmla="*/ 454096 w 673767"/>
                <a:gd name="connsiteY721" fmla="*/ 406555 h 450817"/>
                <a:gd name="connsiteX722" fmla="*/ 459014 w 673767"/>
                <a:gd name="connsiteY722" fmla="*/ 404916 h 450817"/>
                <a:gd name="connsiteX723" fmla="*/ 454096 w 673767"/>
                <a:gd name="connsiteY723" fmla="*/ 408195 h 450817"/>
                <a:gd name="connsiteX724" fmla="*/ 459014 w 673767"/>
                <a:gd name="connsiteY724" fmla="*/ 408195 h 450817"/>
                <a:gd name="connsiteX725" fmla="*/ 462293 w 673767"/>
                <a:gd name="connsiteY725" fmla="*/ 404916 h 450817"/>
                <a:gd name="connsiteX726" fmla="*/ 460653 w 673767"/>
                <a:gd name="connsiteY726" fmla="*/ 408195 h 450817"/>
                <a:gd name="connsiteX727" fmla="*/ 460653 w 673767"/>
                <a:gd name="connsiteY727" fmla="*/ 411473 h 450817"/>
                <a:gd name="connsiteX728" fmla="*/ 463932 w 673767"/>
                <a:gd name="connsiteY728" fmla="*/ 413113 h 450817"/>
                <a:gd name="connsiteX729" fmla="*/ 468850 w 673767"/>
                <a:gd name="connsiteY729" fmla="*/ 411473 h 450817"/>
                <a:gd name="connsiteX730" fmla="*/ 472129 w 673767"/>
                <a:gd name="connsiteY730" fmla="*/ 408195 h 450817"/>
                <a:gd name="connsiteX731" fmla="*/ 472129 w 673767"/>
                <a:gd name="connsiteY731" fmla="*/ 413113 h 450817"/>
                <a:gd name="connsiteX732" fmla="*/ 468850 w 673767"/>
                <a:gd name="connsiteY732" fmla="*/ 413113 h 450817"/>
                <a:gd name="connsiteX733" fmla="*/ 467211 w 673767"/>
                <a:gd name="connsiteY733" fmla="*/ 416392 h 450817"/>
                <a:gd name="connsiteX734" fmla="*/ 467211 w 673767"/>
                <a:gd name="connsiteY734" fmla="*/ 421309 h 450817"/>
                <a:gd name="connsiteX735" fmla="*/ 470490 w 673767"/>
                <a:gd name="connsiteY735" fmla="*/ 422949 h 450817"/>
                <a:gd name="connsiteX736" fmla="*/ 475408 w 673767"/>
                <a:gd name="connsiteY736" fmla="*/ 421309 h 450817"/>
                <a:gd name="connsiteX737" fmla="*/ 477047 w 673767"/>
                <a:gd name="connsiteY737" fmla="*/ 418031 h 450817"/>
                <a:gd name="connsiteX738" fmla="*/ 475408 w 673767"/>
                <a:gd name="connsiteY738" fmla="*/ 413113 h 450817"/>
                <a:gd name="connsiteX739" fmla="*/ 475408 w 673767"/>
                <a:gd name="connsiteY739" fmla="*/ 409834 h 450817"/>
                <a:gd name="connsiteX740" fmla="*/ 475408 w 673767"/>
                <a:gd name="connsiteY740" fmla="*/ 406555 h 450817"/>
                <a:gd name="connsiteX741" fmla="*/ 478686 w 673767"/>
                <a:gd name="connsiteY741" fmla="*/ 406555 h 450817"/>
                <a:gd name="connsiteX742" fmla="*/ 481965 w 673767"/>
                <a:gd name="connsiteY742" fmla="*/ 409834 h 450817"/>
                <a:gd name="connsiteX743" fmla="*/ 486883 w 673767"/>
                <a:gd name="connsiteY743" fmla="*/ 411473 h 450817"/>
                <a:gd name="connsiteX744" fmla="*/ 490162 w 673767"/>
                <a:gd name="connsiteY744" fmla="*/ 409834 h 450817"/>
                <a:gd name="connsiteX745" fmla="*/ 490162 w 673767"/>
                <a:gd name="connsiteY745" fmla="*/ 406555 h 450817"/>
                <a:gd name="connsiteX746" fmla="*/ 490162 w 673767"/>
                <a:gd name="connsiteY746" fmla="*/ 403277 h 450817"/>
                <a:gd name="connsiteX747" fmla="*/ 490162 w 673767"/>
                <a:gd name="connsiteY747" fmla="*/ 398359 h 450817"/>
                <a:gd name="connsiteX748" fmla="*/ 486883 w 673767"/>
                <a:gd name="connsiteY748" fmla="*/ 399998 h 450817"/>
                <a:gd name="connsiteX749" fmla="*/ 485244 w 673767"/>
                <a:gd name="connsiteY749" fmla="*/ 395080 h 450817"/>
                <a:gd name="connsiteX750" fmla="*/ 488522 w 673767"/>
                <a:gd name="connsiteY750" fmla="*/ 395080 h 450817"/>
                <a:gd name="connsiteX751" fmla="*/ 493440 w 673767"/>
                <a:gd name="connsiteY751" fmla="*/ 391802 h 450817"/>
                <a:gd name="connsiteX752" fmla="*/ 488522 w 673767"/>
                <a:gd name="connsiteY752" fmla="*/ 390162 h 450817"/>
                <a:gd name="connsiteX753" fmla="*/ 491801 w 673767"/>
                <a:gd name="connsiteY753" fmla="*/ 388523 h 450817"/>
                <a:gd name="connsiteX754" fmla="*/ 493440 w 673767"/>
                <a:gd name="connsiteY754" fmla="*/ 383605 h 450817"/>
                <a:gd name="connsiteX755" fmla="*/ 496719 w 673767"/>
                <a:gd name="connsiteY755" fmla="*/ 383605 h 450817"/>
                <a:gd name="connsiteX756" fmla="*/ 495080 w 673767"/>
                <a:gd name="connsiteY756" fmla="*/ 378687 h 450817"/>
                <a:gd name="connsiteX757" fmla="*/ 493440 w 673767"/>
                <a:gd name="connsiteY757" fmla="*/ 375408 h 450817"/>
                <a:gd name="connsiteX758" fmla="*/ 496719 w 673767"/>
                <a:gd name="connsiteY758" fmla="*/ 378687 h 450817"/>
                <a:gd name="connsiteX759" fmla="*/ 498358 w 673767"/>
                <a:gd name="connsiteY759" fmla="*/ 383605 h 450817"/>
                <a:gd name="connsiteX760" fmla="*/ 499998 w 673767"/>
                <a:gd name="connsiteY760" fmla="*/ 386883 h 450817"/>
                <a:gd name="connsiteX761" fmla="*/ 498358 w 673767"/>
                <a:gd name="connsiteY761" fmla="*/ 390162 h 450817"/>
                <a:gd name="connsiteX762" fmla="*/ 498358 w 673767"/>
                <a:gd name="connsiteY762" fmla="*/ 393441 h 450817"/>
                <a:gd name="connsiteX763" fmla="*/ 503276 w 673767"/>
                <a:gd name="connsiteY763" fmla="*/ 396719 h 450817"/>
                <a:gd name="connsiteX764" fmla="*/ 504916 w 673767"/>
                <a:gd name="connsiteY764" fmla="*/ 393441 h 450817"/>
                <a:gd name="connsiteX765" fmla="*/ 503276 w 673767"/>
                <a:gd name="connsiteY765" fmla="*/ 390162 h 450817"/>
                <a:gd name="connsiteX766" fmla="*/ 508194 w 673767"/>
                <a:gd name="connsiteY766" fmla="*/ 390162 h 450817"/>
                <a:gd name="connsiteX767" fmla="*/ 509834 w 673767"/>
                <a:gd name="connsiteY767" fmla="*/ 385244 h 450817"/>
                <a:gd name="connsiteX768" fmla="*/ 509834 w 673767"/>
                <a:gd name="connsiteY768" fmla="*/ 381965 h 450817"/>
                <a:gd name="connsiteX769" fmla="*/ 511473 w 673767"/>
                <a:gd name="connsiteY769" fmla="*/ 378687 h 450817"/>
                <a:gd name="connsiteX770" fmla="*/ 508194 w 673767"/>
                <a:gd name="connsiteY770" fmla="*/ 377047 h 450817"/>
                <a:gd name="connsiteX771" fmla="*/ 504916 w 673767"/>
                <a:gd name="connsiteY771" fmla="*/ 375408 h 450817"/>
                <a:gd name="connsiteX772" fmla="*/ 506555 w 673767"/>
                <a:gd name="connsiteY772" fmla="*/ 372129 h 450817"/>
                <a:gd name="connsiteX773" fmla="*/ 509834 w 673767"/>
                <a:gd name="connsiteY773" fmla="*/ 375408 h 450817"/>
                <a:gd name="connsiteX774" fmla="*/ 513112 w 673767"/>
                <a:gd name="connsiteY774" fmla="*/ 377047 h 450817"/>
                <a:gd name="connsiteX775" fmla="*/ 518030 w 673767"/>
                <a:gd name="connsiteY775" fmla="*/ 378687 h 450817"/>
                <a:gd name="connsiteX776" fmla="*/ 513112 w 673767"/>
                <a:gd name="connsiteY776" fmla="*/ 375408 h 450817"/>
                <a:gd name="connsiteX777" fmla="*/ 518030 w 673767"/>
                <a:gd name="connsiteY777" fmla="*/ 372129 h 450817"/>
                <a:gd name="connsiteX778" fmla="*/ 518030 w 673767"/>
                <a:gd name="connsiteY778" fmla="*/ 370490 h 450817"/>
                <a:gd name="connsiteX779" fmla="*/ 513112 w 673767"/>
                <a:gd name="connsiteY779" fmla="*/ 370490 h 450817"/>
                <a:gd name="connsiteX780" fmla="*/ 509834 w 673767"/>
                <a:gd name="connsiteY780" fmla="*/ 373769 h 450817"/>
                <a:gd name="connsiteX781" fmla="*/ 506555 w 673767"/>
                <a:gd name="connsiteY781" fmla="*/ 372129 h 450817"/>
                <a:gd name="connsiteX782" fmla="*/ 506555 w 673767"/>
                <a:gd name="connsiteY782" fmla="*/ 372129 h 450817"/>
                <a:gd name="connsiteX783" fmla="*/ 509834 w 673767"/>
                <a:gd name="connsiteY783" fmla="*/ 368851 h 450817"/>
                <a:gd name="connsiteX784" fmla="*/ 514752 w 673767"/>
                <a:gd name="connsiteY784" fmla="*/ 368851 h 450817"/>
                <a:gd name="connsiteX785" fmla="*/ 509834 w 673767"/>
                <a:gd name="connsiteY785" fmla="*/ 365572 h 450817"/>
                <a:gd name="connsiteX786" fmla="*/ 506555 w 673767"/>
                <a:gd name="connsiteY786" fmla="*/ 365572 h 450817"/>
                <a:gd name="connsiteX787" fmla="*/ 501637 w 673767"/>
                <a:gd name="connsiteY787" fmla="*/ 365572 h 450817"/>
                <a:gd name="connsiteX788" fmla="*/ 506555 w 673767"/>
                <a:gd name="connsiteY788" fmla="*/ 363933 h 450817"/>
                <a:gd name="connsiteX789" fmla="*/ 501637 w 673767"/>
                <a:gd name="connsiteY789" fmla="*/ 363933 h 450817"/>
                <a:gd name="connsiteX790" fmla="*/ 503276 w 673767"/>
                <a:gd name="connsiteY790" fmla="*/ 360654 h 450817"/>
                <a:gd name="connsiteX791" fmla="*/ 498358 w 673767"/>
                <a:gd name="connsiteY791" fmla="*/ 360654 h 450817"/>
                <a:gd name="connsiteX792" fmla="*/ 503276 w 673767"/>
                <a:gd name="connsiteY792" fmla="*/ 359015 h 450817"/>
                <a:gd name="connsiteX793" fmla="*/ 501637 w 673767"/>
                <a:gd name="connsiteY793" fmla="*/ 357375 h 450817"/>
                <a:gd name="connsiteX794" fmla="*/ 496719 w 673767"/>
                <a:gd name="connsiteY794" fmla="*/ 357375 h 450817"/>
                <a:gd name="connsiteX795" fmla="*/ 501637 w 673767"/>
                <a:gd name="connsiteY795" fmla="*/ 354097 h 450817"/>
                <a:gd name="connsiteX796" fmla="*/ 504916 w 673767"/>
                <a:gd name="connsiteY796" fmla="*/ 355736 h 450817"/>
                <a:gd name="connsiteX797" fmla="*/ 508194 w 673767"/>
                <a:gd name="connsiteY797" fmla="*/ 354097 h 450817"/>
                <a:gd name="connsiteX798" fmla="*/ 511473 w 673767"/>
                <a:gd name="connsiteY798" fmla="*/ 350818 h 450817"/>
                <a:gd name="connsiteX799" fmla="*/ 514752 w 673767"/>
                <a:gd name="connsiteY799" fmla="*/ 347539 h 450817"/>
                <a:gd name="connsiteX800" fmla="*/ 511473 w 673767"/>
                <a:gd name="connsiteY800" fmla="*/ 347539 h 450817"/>
                <a:gd name="connsiteX801" fmla="*/ 506555 w 673767"/>
                <a:gd name="connsiteY801" fmla="*/ 347539 h 450817"/>
                <a:gd name="connsiteX802" fmla="*/ 504916 w 673767"/>
                <a:gd name="connsiteY802" fmla="*/ 349179 h 450817"/>
                <a:gd name="connsiteX803" fmla="*/ 508194 w 673767"/>
                <a:gd name="connsiteY803" fmla="*/ 345900 h 450817"/>
                <a:gd name="connsiteX804" fmla="*/ 504916 w 673767"/>
                <a:gd name="connsiteY804" fmla="*/ 347539 h 450817"/>
                <a:gd name="connsiteX805" fmla="*/ 501637 w 673767"/>
                <a:gd name="connsiteY805" fmla="*/ 347539 h 450817"/>
                <a:gd name="connsiteX806" fmla="*/ 496719 w 673767"/>
                <a:gd name="connsiteY806" fmla="*/ 347539 h 450817"/>
                <a:gd name="connsiteX807" fmla="*/ 498358 w 673767"/>
                <a:gd name="connsiteY807" fmla="*/ 344261 h 450817"/>
                <a:gd name="connsiteX808" fmla="*/ 501637 w 673767"/>
                <a:gd name="connsiteY808" fmla="*/ 342621 h 450817"/>
                <a:gd name="connsiteX809" fmla="*/ 504916 w 673767"/>
                <a:gd name="connsiteY809" fmla="*/ 339343 h 450817"/>
                <a:gd name="connsiteX810" fmla="*/ 501637 w 673767"/>
                <a:gd name="connsiteY810" fmla="*/ 339343 h 450817"/>
                <a:gd name="connsiteX811" fmla="*/ 504916 w 673767"/>
                <a:gd name="connsiteY811" fmla="*/ 336064 h 450817"/>
                <a:gd name="connsiteX812" fmla="*/ 501637 w 673767"/>
                <a:gd name="connsiteY812" fmla="*/ 332785 h 450817"/>
                <a:gd name="connsiteX813" fmla="*/ 498358 w 673767"/>
                <a:gd name="connsiteY813" fmla="*/ 334425 h 450817"/>
                <a:gd name="connsiteX814" fmla="*/ 496719 w 673767"/>
                <a:gd name="connsiteY814" fmla="*/ 339343 h 450817"/>
                <a:gd name="connsiteX815" fmla="*/ 493440 w 673767"/>
                <a:gd name="connsiteY815" fmla="*/ 339343 h 450817"/>
                <a:gd name="connsiteX816" fmla="*/ 495080 w 673767"/>
                <a:gd name="connsiteY816" fmla="*/ 334425 h 450817"/>
                <a:gd name="connsiteX817" fmla="*/ 491801 w 673767"/>
                <a:gd name="connsiteY817" fmla="*/ 336064 h 450817"/>
                <a:gd name="connsiteX818" fmla="*/ 486883 w 673767"/>
                <a:gd name="connsiteY818" fmla="*/ 339343 h 450817"/>
                <a:gd name="connsiteX819" fmla="*/ 486883 w 673767"/>
                <a:gd name="connsiteY819" fmla="*/ 339343 h 450817"/>
                <a:gd name="connsiteX820" fmla="*/ 488522 w 673767"/>
                <a:gd name="connsiteY820" fmla="*/ 336064 h 450817"/>
                <a:gd name="connsiteX821" fmla="*/ 491801 w 673767"/>
                <a:gd name="connsiteY821" fmla="*/ 332785 h 450817"/>
                <a:gd name="connsiteX822" fmla="*/ 488522 w 673767"/>
                <a:gd name="connsiteY822" fmla="*/ 332785 h 450817"/>
                <a:gd name="connsiteX823" fmla="*/ 485244 w 673767"/>
                <a:gd name="connsiteY823" fmla="*/ 331146 h 450817"/>
                <a:gd name="connsiteX824" fmla="*/ 483604 w 673767"/>
                <a:gd name="connsiteY824" fmla="*/ 326228 h 450817"/>
                <a:gd name="connsiteX825" fmla="*/ 478686 w 673767"/>
                <a:gd name="connsiteY825" fmla="*/ 331146 h 450817"/>
                <a:gd name="connsiteX826" fmla="*/ 475408 w 673767"/>
                <a:gd name="connsiteY826" fmla="*/ 334425 h 450817"/>
                <a:gd name="connsiteX827" fmla="*/ 475408 w 673767"/>
                <a:gd name="connsiteY827" fmla="*/ 331146 h 450817"/>
                <a:gd name="connsiteX828" fmla="*/ 478686 w 673767"/>
                <a:gd name="connsiteY828" fmla="*/ 326228 h 450817"/>
                <a:gd name="connsiteX829" fmla="*/ 473768 w 673767"/>
                <a:gd name="connsiteY829" fmla="*/ 326228 h 450817"/>
                <a:gd name="connsiteX830" fmla="*/ 478686 w 673767"/>
                <a:gd name="connsiteY830" fmla="*/ 324589 h 450817"/>
                <a:gd name="connsiteX831" fmla="*/ 481965 w 673767"/>
                <a:gd name="connsiteY831" fmla="*/ 321310 h 450817"/>
                <a:gd name="connsiteX832" fmla="*/ 478686 w 673767"/>
                <a:gd name="connsiteY832" fmla="*/ 322949 h 450817"/>
                <a:gd name="connsiteX833" fmla="*/ 473768 w 673767"/>
                <a:gd name="connsiteY833" fmla="*/ 324589 h 450817"/>
                <a:gd name="connsiteX834" fmla="*/ 470490 w 673767"/>
                <a:gd name="connsiteY834" fmla="*/ 324589 h 450817"/>
                <a:gd name="connsiteX835" fmla="*/ 473768 w 673767"/>
                <a:gd name="connsiteY835" fmla="*/ 322949 h 450817"/>
                <a:gd name="connsiteX836" fmla="*/ 477047 w 673767"/>
                <a:gd name="connsiteY836" fmla="*/ 319671 h 450817"/>
                <a:gd name="connsiteX837" fmla="*/ 473768 w 673767"/>
                <a:gd name="connsiteY837" fmla="*/ 319671 h 450817"/>
                <a:gd name="connsiteX838" fmla="*/ 473768 w 673767"/>
                <a:gd name="connsiteY838" fmla="*/ 316392 h 450817"/>
                <a:gd name="connsiteX839" fmla="*/ 470490 w 673767"/>
                <a:gd name="connsiteY839" fmla="*/ 314753 h 450817"/>
                <a:gd name="connsiteX840" fmla="*/ 467211 w 673767"/>
                <a:gd name="connsiteY840" fmla="*/ 314753 h 450817"/>
                <a:gd name="connsiteX841" fmla="*/ 470490 w 673767"/>
                <a:gd name="connsiteY841" fmla="*/ 313113 h 450817"/>
                <a:gd name="connsiteX842" fmla="*/ 475408 w 673767"/>
                <a:gd name="connsiteY842" fmla="*/ 313113 h 450817"/>
                <a:gd name="connsiteX843" fmla="*/ 478686 w 673767"/>
                <a:gd name="connsiteY843" fmla="*/ 311474 h 450817"/>
                <a:gd name="connsiteX844" fmla="*/ 478686 w 673767"/>
                <a:gd name="connsiteY844" fmla="*/ 309835 h 450817"/>
                <a:gd name="connsiteX845" fmla="*/ 475408 w 673767"/>
                <a:gd name="connsiteY845" fmla="*/ 309835 h 450817"/>
                <a:gd name="connsiteX846" fmla="*/ 472129 w 673767"/>
                <a:gd name="connsiteY846" fmla="*/ 309835 h 450817"/>
                <a:gd name="connsiteX847" fmla="*/ 473768 w 673767"/>
                <a:gd name="connsiteY847" fmla="*/ 306556 h 450817"/>
                <a:gd name="connsiteX848" fmla="*/ 477047 w 673767"/>
                <a:gd name="connsiteY848" fmla="*/ 304917 h 450817"/>
                <a:gd name="connsiteX849" fmla="*/ 473768 w 673767"/>
                <a:gd name="connsiteY849" fmla="*/ 301638 h 450817"/>
                <a:gd name="connsiteX850" fmla="*/ 468850 w 673767"/>
                <a:gd name="connsiteY850" fmla="*/ 301638 h 450817"/>
                <a:gd name="connsiteX851" fmla="*/ 465572 w 673767"/>
                <a:gd name="connsiteY851" fmla="*/ 303277 h 450817"/>
                <a:gd name="connsiteX852" fmla="*/ 462293 w 673767"/>
                <a:gd name="connsiteY852" fmla="*/ 304917 h 450817"/>
                <a:gd name="connsiteX853" fmla="*/ 457375 w 673767"/>
                <a:gd name="connsiteY853" fmla="*/ 306556 h 450817"/>
                <a:gd name="connsiteX854" fmla="*/ 454096 w 673767"/>
                <a:gd name="connsiteY854" fmla="*/ 308195 h 450817"/>
                <a:gd name="connsiteX855" fmla="*/ 457375 w 673767"/>
                <a:gd name="connsiteY855" fmla="*/ 304917 h 450817"/>
                <a:gd name="connsiteX856" fmla="*/ 462293 w 673767"/>
                <a:gd name="connsiteY856" fmla="*/ 301638 h 450817"/>
                <a:gd name="connsiteX857" fmla="*/ 465572 w 673767"/>
                <a:gd name="connsiteY857" fmla="*/ 298359 h 450817"/>
                <a:gd name="connsiteX858" fmla="*/ 462293 w 673767"/>
                <a:gd name="connsiteY858" fmla="*/ 296720 h 450817"/>
                <a:gd name="connsiteX859" fmla="*/ 457375 w 673767"/>
                <a:gd name="connsiteY859" fmla="*/ 296720 h 450817"/>
                <a:gd name="connsiteX860" fmla="*/ 459014 w 673767"/>
                <a:gd name="connsiteY860" fmla="*/ 293441 h 450817"/>
                <a:gd name="connsiteX861" fmla="*/ 454096 w 673767"/>
                <a:gd name="connsiteY861" fmla="*/ 291802 h 450817"/>
                <a:gd name="connsiteX862" fmla="*/ 459014 w 673767"/>
                <a:gd name="connsiteY862" fmla="*/ 291802 h 450817"/>
                <a:gd name="connsiteX863" fmla="*/ 457375 w 673767"/>
                <a:gd name="connsiteY863" fmla="*/ 286884 h 450817"/>
                <a:gd name="connsiteX864" fmla="*/ 460653 w 673767"/>
                <a:gd name="connsiteY864" fmla="*/ 290163 h 450817"/>
                <a:gd name="connsiteX865" fmla="*/ 463932 w 673767"/>
                <a:gd name="connsiteY865" fmla="*/ 288523 h 450817"/>
                <a:gd name="connsiteX866" fmla="*/ 463932 w 673767"/>
                <a:gd name="connsiteY866" fmla="*/ 285245 h 450817"/>
                <a:gd name="connsiteX867" fmla="*/ 460653 w 673767"/>
                <a:gd name="connsiteY867" fmla="*/ 285245 h 450817"/>
                <a:gd name="connsiteX868" fmla="*/ 457375 w 673767"/>
                <a:gd name="connsiteY868" fmla="*/ 281966 h 450817"/>
                <a:gd name="connsiteX869" fmla="*/ 454096 w 673767"/>
                <a:gd name="connsiteY869" fmla="*/ 281966 h 450817"/>
                <a:gd name="connsiteX870" fmla="*/ 449178 w 673767"/>
                <a:gd name="connsiteY870" fmla="*/ 281966 h 450817"/>
                <a:gd name="connsiteX871" fmla="*/ 445900 w 673767"/>
                <a:gd name="connsiteY871" fmla="*/ 281966 h 450817"/>
                <a:gd name="connsiteX872" fmla="*/ 449178 w 673767"/>
                <a:gd name="connsiteY872" fmla="*/ 281966 h 450817"/>
                <a:gd name="connsiteX873" fmla="*/ 454096 w 673767"/>
                <a:gd name="connsiteY873" fmla="*/ 281966 h 450817"/>
                <a:gd name="connsiteX874" fmla="*/ 457375 w 673767"/>
                <a:gd name="connsiteY874" fmla="*/ 280327 h 450817"/>
                <a:gd name="connsiteX875" fmla="*/ 460653 w 673767"/>
                <a:gd name="connsiteY875" fmla="*/ 280327 h 450817"/>
                <a:gd name="connsiteX876" fmla="*/ 463932 w 673767"/>
                <a:gd name="connsiteY876" fmla="*/ 283605 h 450817"/>
                <a:gd name="connsiteX877" fmla="*/ 468850 w 673767"/>
                <a:gd name="connsiteY877" fmla="*/ 285245 h 450817"/>
                <a:gd name="connsiteX878" fmla="*/ 463932 w 673767"/>
                <a:gd name="connsiteY878" fmla="*/ 288523 h 450817"/>
                <a:gd name="connsiteX879" fmla="*/ 465572 w 673767"/>
                <a:gd name="connsiteY879" fmla="*/ 291802 h 450817"/>
                <a:gd name="connsiteX880" fmla="*/ 468850 w 673767"/>
                <a:gd name="connsiteY880" fmla="*/ 293441 h 450817"/>
                <a:gd name="connsiteX881" fmla="*/ 473768 w 673767"/>
                <a:gd name="connsiteY881" fmla="*/ 291802 h 450817"/>
                <a:gd name="connsiteX882" fmla="*/ 477047 w 673767"/>
                <a:gd name="connsiteY882" fmla="*/ 291802 h 450817"/>
                <a:gd name="connsiteX883" fmla="*/ 480325 w 673767"/>
                <a:gd name="connsiteY883" fmla="*/ 291802 h 450817"/>
                <a:gd name="connsiteX884" fmla="*/ 483604 w 673767"/>
                <a:gd name="connsiteY884" fmla="*/ 291802 h 450817"/>
                <a:gd name="connsiteX885" fmla="*/ 488522 w 673767"/>
                <a:gd name="connsiteY885" fmla="*/ 291802 h 450817"/>
                <a:gd name="connsiteX886" fmla="*/ 490162 w 673767"/>
                <a:gd name="connsiteY886" fmla="*/ 288523 h 450817"/>
                <a:gd name="connsiteX887" fmla="*/ 486883 w 673767"/>
                <a:gd name="connsiteY887" fmla="*/ 285245 h 450817"/>
                <a:gd name="connsiteX888" fmla="*/ 483604 w 673767"/>
                <a:gd name="connsiteY888" fmla="*/ 281966 h 450817"/>
                <a:gd name="connsiteX889" fmla="*/ 478686 w 673767"/>
                <a:gd name="connsiteY889" fmla="*/ 280327 h 450817"/>
                <a:gd name="connsiteX890" fmla="*/ 480325 w 673767"/>
                <a:gd name="connsiteY890" fmla="*/ 277048 h 450817"/>
                <a:gd name="connsiteX891" fmla="*/ 480325 w 673767"/>
                <a:gd name="connsiteY891" fmla="*/ 272130 h 450817"/>
                <a:gd name="connsiteX892" fmla="*/ 483604 w 673767"/>
                <a:gd name="connsiteY892" fmla="*/ 272130 h 450817"/>
                <a:gd name="connsiteX893" fmla="*/ 488522 w 673767"/>
                <a:gd name="connsiteY893" fmla="*/ 273769 h 450817"/>
                <a:gd name="connsiteX894" fmla="*/ 488522 w 673767"/>
                <a:gd name="connsiteY894" fmla="*/ 273769 h 450817"/>
                <a:gd name="connsiteX895" fmla="*/ 488522 w 673767"/>
                <a:gd name="connsiteY895" fmla="*/ 277048 h 450817"/>
                <a:gd name="connsiteX896" fmla="*/ 493440 w 673767"/>
                <a:gd name="connsiteY896" fmla="*/ 278687 h 450817"/>
                <a:gd name="connsiteX897" fmla="*/ 496719 w 673767"/>
                <a:gd name="connsiteY897" fmla="*/ 277048 h 450817"/>
                <a:gd name="connsiteX898" fmla="*/ 493440 w 673767"/>
                <a:gd name="connsiteY898" fmla="*/ 273769 h 450817"/>
                <a:gd name="connsiteX899" fmla="*/ 496719 w 673767"/>
                <a:gd name="connsiteY899" fmla="*/ 273769 h 450817"/>
                <a:gd name="connsiteX900" fmla="*/ 501637 w 673767"/>
                <a:gd name="connsiteY900" fmla="*/ 272130 h 450817"/>
                <a:gd name="connsiteX901" fmla="*/ 498358 w 673767"/>
                <a:gd name="connsiteY901" fmla="*/ 268851 h 450817"/>
                <a:gd name="connsiteX902" fmla="*/ 493440 w 673767"/>
                <a:gd name="connsiteY902" fmla="*/ 268851 h 450817"/>
                <a:gd name="connsiteX903" fmla="*/ 490162 w 673767"/>
                <a:gd name="connsiteY903" fmla="*/ 267212 h 450817"/>
                <a:gd name="connsiteX904" fmla="*/ 493440 w 673767"/>
                <a:gd name="connsiteY904" fmla="*/ 267212 h 450817"/>
                <a:gd name="connsiteX905" fmla="*/ 498358 w 673767"/>
                <a:gd name="connsiteY905" fmla="*/ 267212 h 450817"/>
                <a:gd name="connsiteX906" fmla="*/ 501637 w 673767"/>
                <a:gd name="connsiteY906" fmla="*/ 268851 h 450817"/>
                <a:gd name="connsiteX907" fmla="*/ 504916 w 673767"/>
                <a:gd name="connsiteY907" fmla="*/ 268851 h 450817"/>
                <a:gd name="connsiteX908" fmla="*/ 508194 w 673767"/>
                <a:gd name="connsiteY908" fmla="*/ 268851 h 450817"/>
                <a:gd name="connsiteX909" fmla="*/ 508194 w 673767"/>
                <a:gd name="connsiteY909" fmla="*/ 263933 h 450817"/>
                <a:gd name="connsiteX910" fmla="*/ 511473 w 673767"/>
                <a:gd name="connsiteY910" fmla="*/ 265573 h 450817"/>
                <a:gd name="connsiteX911" fmla="*/ 511473 w 673767"/>
                <a:gd name="connsiteY911" fmla="*/ 265573 h 450817"/>
                <a:gd name="connsiteX912" fmla="*/ 516391 w 673767"/>
                <a:gd name="connsiteY912" fmla="*/ 267212 h 450817"/>
                <a:gd name="connsiteX913" fmla="*/ 511473 w 673767"/>
                <a:gd name="connsiteY913" fmla="*/ 268851 h 450817"/>
                <a:gd name="connsiteX914" fmla="*/ 511473 w 673767"/>
                <a:gd name="connsiteY914" fmla="*/ 272130 h 450817"/>
                <a:gd name="connsiteX915" fmla="*/ 514752 w 673767"/>
                <a:gd name="connsiteY915" fmla="*/ 273769 h 450817"/>
                <a:gd name="connsiteX916" fmla="*/ 518030 w 673767"/>
                <a:gd name="connsiteY916" fmla="*/ 273769 h 450817"/>
                <a:gd name="connsiteX917" fmla="*/ 516391 w 673767"/>
                <a:gd name="connsiteY917" fmla="*/ 277048 h 450817"/>
                <a:gd name="connsiteX918" fmla="*/ 514752 w 673767"/>
                <a:gd name="connsiteY918" fmla="*/ 280327 h 450817"/>
                <a:gd name="connsiteX919" fmla="*/ 518030 w 673767"/>
                <a:gd name="connsiteY919" fmla="*/ 280327 h 450817"/>
                <a:gd name="connsiteX920" fmla="*/ 521309 w 673767"/>
                <a:gd name="connsiteY920" fmla="*/ 280327 h 450817"/>
                <a:gd name="connsiteX921" fmla="*/ 524588 w 673767"/>
                <a:gd name="connsiteY921" fmla="*/ 278687 h 450817"/>
                <a:gd name="connsiteX922" fmla="*/ 521309 w 673767"/>
                <a:gd name="connsiteY922" fmla="*/ 280327 h 450817"/>
                <a:gd name="connsiteX923" fmla="*/ 524588 w 673767"/>
                <a:gd name="connsiteY923" fmla="*/ 285245 h 450817"/>
                <a:gd name="connsiteX924" fmla="*/ 527866 w 673767"/>
                <a:gd name="connsiteY924" fmla="*/ 285245 h 450817"/>
                <a:gd name="connsiteX925" fmla="*/ 531145 w 673767"/>
                <a:gd name="connsiteY925" fmla="*/ 283605 h 450817"/>
                <a:gd name="connsiteX926" fmla="*/ 536063 w 673767"/>
                <a:gd name="connsiteY926" fmla="*/ 281966 h 450817"/>
                <a:gd name="connsiteX927" fmla="*/ 539342 w 673767"/>
                <a:gd name="connsiteY927" fmla="*/ 280327 h 450817"/>
                <a:gd name="connsiteX928" fmla="*/ 542620 w 673767"/>
                <a:gd name="connsiteY928" fmla="*/ 278687 h 450817"/>
                <a:gd name="connsiteX929" fmla="*/ 547538 w 673767"/>
                <a:gd name="connsiteY929" fmla="*/ 275409 h 450817"/>
                <a:gd name="connsiteX930" fmla="*/ 547538 w 673767"/>
                <a:gd name="connsiteY930" fmla="*/ 273769 h 450817"/>
                <a:gd name="connsiteX931" fmla="*/ 544260 w 673767"/>
                <a:gd name="connsiteY931" fmla="*/ 277048 h 450817"/>
                <a:gd name="connsiteX932" fmla="*/ 540981 w 673767"/>
                <a:gd name="connsiteY932" fmla="*/ 280327 h 450817"/>
                <a:gd name="connsiteX933" fmla="*/ 536063 w 673767"/>
                <a:gd name="connsiteY933" fmla="*/ 283605 h 450817"/>
                <a:gd name="connsiteX934" fmla="*/ 532784 w 673767"/>
                <a:gd name="connsiteY934" fmla="*/ 283605 h 450817"/>
                <a:gd name="connsiteX935" fmla="*/ 529506 w 673767"/>
                <a:gd name="connsiteY935" fmla="*/ 285245 h 450817"/>
                <a:gd name="connsiteX936" fmla="*/ 526227 w 673767"/>
                <a:gd name="connsiteY936" fmla="*/ 288523 h 450817"/>
                <a:gd name="connsiteX937" fmla="*/ 526227 w 673767"/>
                <a:gd name="connsiteY937" fmla="*/ 291802 h 450817"/>
                <a:gd name="connsiteX938" fmla="*/ 529506 w 673767"/>
                <a:gd name="connsiteY938" fmla="*/ 290163 h 450817"/>
                <a:gd name="connsiteX939" fmla="*/ 534424 w 673767"/>
                <a:gd name="connsiteY939" fmla="*/ 290163 h 450817"/>
                <a:gd name="connsiteX940" fmla="*/ 537702 w 673767"/>
                <a:gd name="connsiteY940" fmla="*/ 290163 h 450817"/>
                <a:gd name="connsiteX941" fmla="*/ 540981 w 673767"/>
                <a:gd name="connsiteY941" fmla="*/ 290163 h 450817"/>
                <a:gd name="connsiteX942" fmla="*/ 544260 w 673767"/>
                <a:gd name="connsiteY942" fmla="*/ 288523 h 450817"/>
                <a:gd name="connsiteX943" fmla="*/ 549178 w 673767"/>
                <a:gd name="connsiteY943" fmla="*/ 288523 h 450817"/>
                <a:gd name="connsiteX944" fmla="*/ 552456 w 673767"/>
                <a:gd name="connsiteY944" fmla="*/ 286884 h 450817"/>
                <a:gd name="connsiteX945" fmla="*/ 557375 w 673767"/>
                <a:gd name="connsiteY945" fmla="*/ 285245 h 450817"/>
                <a:gd name="connsiteX946" fmla="*/ 560653 w 673767"/>
                <a:gd name="connsiteY946" fmla="*/ 283605 h 450817"/>
                <a:gd name="connsiteX947" fmla="*/ 563932 w 673767"/>
                <a:gd name="connsiteY947" fmla="*/ 280327 h 450817"/>
                <a:gd name="connsiteX948" fmla="*/ 567210 w 673767"/>
                <a:gd name="connsiteY948" fmla="*/ 278687 h 450817"/>
                <a:gd name="connsiteX949" fmla="*/ 572128 w 673767"/>
                <a:gd name="connsiteY949" fmla="*/ 277048 h 450817"/>
                <a:gd name="connsiteX950" fmla="*/ 575407 w 673767"/>
                <a:gd name="connsiteY950" fmla="*/ 275409 h 450817"/>
                <a:gd name="connsiteX951" fmla="*/ 578686 w 673767"/>
                <a:gd name="connsiteY951" fmla="*/ 275409 h 450817"/>
                <a:gd name="connsiteX952" fmla="*/ 575407 w 673767"/>
                <a:gd name="connsiteY952" fmla="*/ 277048 h 450817"/>
                <a:gd name="connsiteX953" fmla="*/ 572128 w 673767"/>
                <a:gd name="connsiteY953" fmla="*/ 278687 h 450817"/>
                <a:gd name="connsiteX954" fmla="*/ 567210 w 673767"/>
                <a:gd name="connsiteY954" fmla="*/ 280327 h 450817"/>
                <a:gd name="connsiteX955" fmla="*/ 563932 w 673767"/>
                <a:gd name="connsiteY955" fmla="*/ 281966 h 450817"/>
                <a:gd name="connsiteX956" fmla="*/ 559014 w 673767"/>
                <a:gd name="connsiteY956" fmla="*/ 286884 h 450817"/>
                <a:gd name="connsiteX957" fmla="*/ 559014 w 673767"/>
                <a:gd name="connsiteY957" fmla="*/ 290163 h 450817"/>
                <a:gd name="connsiteX958" fmla="*/ 555735 w 673767"/>
                <a:gd name="connsiteY958" fmla="*/ 290163 h 450817"/>
                <a:gd name="connsiteX959" fmla="*/ 552456 w 673767"/>
                <a:gd name="connsiteY959" fmla="*/ 290163 h 450817"/>
                <a:gd name="connsiteX960" fmla="*/ 549178 w 673767"/>
                <a:gd name="connsiteY960" fmla="*/ 290163 h 450817"/>
                <a:gd name="connsiteX961" fmla="*/ 544260 w 673767"/>
                <a:gd name="connsiteY961" fmla="*/ 291802 h 450817"/>
                <a:gd name="connsiteX962" fmla="*/ 540981 w 673767"/>
                <a:gd name="connsiteY962" fmla="*/ 291802 h 450817"/>
                <a:gd name="connsiteX963" fmla="*/ 537702 w 673767"/>
                <a:gd name="connsiteY963" fmla="*/ 295081 h 450817"/>
                <a:gd name="connsiteX964" fmla="*/ 532784 w 673767"/>
                <a:gd name="connsiteY964" fmla="*/ 298359 h 450817"/>
                <a:gd name="connsiteX965" fmla="*/ 531145 w 673767"/>
                <a:gd name="connsiteY965" fmla="*/ 301638 h 450817"/>
                <a:gd name="connsiteX966" fmla="*/ 536063 w 673767"/>
                <a:gd name="connsiteY966" fmla="*/ 301638 h 450817"/>
                <a:gd name="connsiteX967" fmla="*/ 539342 w 673767"/>
                <a:gd name="connsiteY967" fmla="*/ 301638 h 450817"/>
                <a:gd name="connsiteX968" fmla="*/ 542620 w 673767"/>
                <a:gd name="connsiteY968" fmla="*/ 299999 h 450817"/>
                <a:gd name="connsiteX969" fmla="*/ 547538 w 673767"/>
                <a:gd name="connsiteY969" fmla="*/ 299999 h 450817"/>
                <a:gd name="connsiteX970" fmla="*/ 550817 w 673767"/>
                <a:gd name="connsiteY970" fmla="*/ 299999 h 450817"/>
                <a:gd name="connsiteX971" fmla="*/ 547538 w 673767"/>
                <a:gd name="connsiteY971" fmla="*/ 299999 h 450817"/>
                <a:gd name="connsiteX972" fmla="*/ 542620 w 673767"/>
                <a:gd name="connsiteY972" fmla="*/ 301638 h 450817"/>
                <a:gd name="connsiteX973" fmla="*/ 539342 w 673767"/>
                <a:gd name="connsiteY973" fmla="*/ 303277 h 450817"/>
                <a:gd name="connsiteX974" fmla="*/ 536063 w 673767"/>
                <a:gd name="connsiteY974" fmla="*/ 303277 h 450817"/>
                <a:gd name="connsiteX975" fmla="*/ 539342 w 673767"/>
                <a:gd name="connsiteY975" fmla="*/ 306556 h 450817"/>
                <a:gd name="connsiteX976" fmla="*/ 542620 w 673767"/>
                <a:gd name="connsiteY976" fmla="*/ 306556 h 450817"/>
                <a:gd name="connsiteX977" fmla="*/ 547538 w 673767"/>
                <a:gd name="connsiteY977" fmla="*/ 303277 h 450817"/>
                <a:gd name="connsiteX978" fmla="*/ 550817 w 673767"/>
                <a:gd name="connsiteY978" fmla="*/ 301638 h 450817"/>
                <a:gd name="connsiteX979" fmla="*/ 545899 w 673767"/>
                <a:gd name="connsiteY979" fmla="*/ 304917 h 450817"/>
                <a:gd name="connsiteX980" fmla="*/ 542620 w 673767"/>
                <a:gd name="connsiteY980" fmla="*/ 308195 h 450817"/>
                <a:gd name="connsiteX981" fmla="*/ 539342 w 673767"/>
                <a:gd name="connsiteY981" fmla="*/ 308195 h 450817"/>
                <a:gd name="connsiteX982" fmla="*/ 534424 w 673767"/>
                <a:gd name="connsiteY982" fmla="*/ 309835 h 450817"/>
                <a:gd name="connsiteX983" fmla="*/ 536063 w 673767"/>
                <a:gd name="connsiteY983" fmla="*/ 313113 h 450817"/>
                <a:gd name="connsiteX984" fmla="*/ 539342 w 673767"/>
                <a:gd name="connsiteY984" fmla="*/ 311474 h 450817"/>
                <a:gd name="connsiteX985" fmla="*/ 544260 w 673767"/>
                <a:gd name="connsiteY985" fmla="*/ 311474 h 450817"/>
                <a:gd name="connsiteX986" fmla="*/ 547538 w 673767"/>
                <a:gd name="connsiteY986" fmla="*/ 311474 h 450817"/>
                <a:gd name="connsiteX987" fmla="*/ 550817 w 673767"/>
                <a:gd name="connsiteY987" fmla="*/ 309835 h 450817"/>
                <a:gd name="connsiteX988" fmla="*/ 554096 w 673767"/>
                <a:gd name="connsiteY988" fmla="*/ 309835 h 450817"/>
                <a:gd name="connsiteX989" fmla="*/ 550817 w 673767"/>
                <a:gd name="connsiteY989" fmla="*/ 311474 h 450817"/>
                <a:gd name="connsiteX990" fmla="*/ 547538 w 673767"/>
                <a:gd name="connsiteY990" fmla="*/ 313113 h 450817"/>
                <a:gd name="connsiteX991" fmla="*/ 544260 w 673767"/>
                <a:gd name="connsiteY991" fmla="*/ 313113 h 450817"/>
                <a:gd name="connsiteX992" fmla="*/ 539342 w 673767"/>
                <a:gd name="connsiteY992" fmla="*/ 316392 h 450817"/>
                <a:gd name="connsiteX993" fmla="*/ 544260 w 673767"/>
                <a:gd name="connsiteY993" fmla="*/ 316392 h 450817"/>
                <a:gd name="connsiteX994" fmla="*/ 540981 w 673767"/>
                <a:gd name="connsiteY994" fmla="*/ 321310 h 450817"/>
                <a:gd name="connsiteX995" fmla="*/ 545899 w 673767"/>
                <a:gd name="connsiteY995" fmla="*/ 322949 h 450817"/>
                <a:gd name="connsiteX996" fmla="*/ 549178 w 673767"/>
                <a:gd name="connsiteY996" fmla="*/ 321310 h 450817"/>
                <a:gd name="connsiteX997" fmla="*/ 550817 w 673767"/>
                <a:gd name="connsiteY997" fmla="*/ 316392 h 450817"/>
                <a:gd name="connsiteX998" fmla="*/ 555735 w 673767"/>
                <a:gd name="connsiteY998" fmla="*/ 314753 h 450817"/>
                <a:gd name="connsiteX999" fmla="*/ 559014 w 673767"/>
                <a:gd name="connsiteY999" fmla="*/ 313113 h 450817"/>
                <a:gd name="connsiteX1000" fmla="*/ 555735 w 673767"/>
                <a:gd name="connsiteY1000" fmla="*/ 314753 h 450817"/>
                <a:gd name="connsiteX1001" fmla="*/ 552456 w 673767"/>
                <a:gd name="connsiteY1001" fmla="*/ 319671 h 450817"/>
                <a:gd name="connsiteX1002" fmla="*/ 555735 w 673767"/>
                <a:gd name="connsiteY1002" fmla="*/ 319671 h 450817"/>
                <a:gd name="connsiteX1003" fmla="*/ 559014 w 673767"/>
                <a:gd name="connsiteY1003" fmla="*/ 319671 h 450817"/>
                <a:gd name="connsiteX1004" fmla="*/ 555735 w 673767"/>
                <a:gd name="connsiteY1004" fmla="*/ 321310 h 450817"/>
                <a:gd name="connsiteX1005" fmla="*/ 555735 w 673767"/>
                <a:gd name="connsiteY1005" fmla="*/ 326228 h 450817"/>
                <a:gd name="connsiteX1006" fmla="*/ 559014 w 673767"/>
                <a:gd name="connsiteY1006" fmla="*/ 322949 h 450817"/>
                <a:gd name="connsiteX1007" fmla="*/ 562292 w 673767"/>
                <a:gd name="connsiteY1007" fmla="*/ 322949 h 450817"/>
                <a:gd name="connsiteX1008" fmla="*/ 567210 w 673767"/>
                <a:gd name="connsiteY1008" fmla="*/ 321310 h 450817"/>
                <a:gd name="connsiteX1009" fmla="*/ 563932 w 673767"/>
                <a:gd name="connsiteY1009" fmla="*/ 324589 h 450817"/>
                <a:gd name="connsiteX1010" fmla="*/ 567210 w 673767"/>
                <a:gd name="connsiteY1010" fmla="*/ 326228 h 450817"/>
                <a:gd name="connsiteX1011" fmla="*/ 563932 w 673767"/>
                <a:gd name="connsiteY1011" fmla="*/ 327867 h 450817"/>
                <a:gd name="connsiteX1012" fmla="*/ 567210 w 673767"/>
                <a:gd name="connsiteY1012" fmla="*/ 327867 h 450817"/>
                <a:gd name="connsiteX1013" fmla="*/ 568850 w 673767"/>
                <a:gd name="connsiteY1013" fmla="*/ 332785 h 450817"/>
                <a:gd name="connsiteX1014" fmla="*/ 572128 w 673767"/>
                <a:gd name="connsiteY1014" fmla="*/ 327867 h 450817"/>
                <a:gd name="connsiteX1015" fmla="*/ 577047 w 673767"/>
                <a:gd name="connsiteY1015" fmla="*/ 326228 h 450817"/>
                <a:gd name="connsiteX1016" fmla="*/ 580325 w 673767"/>
                <a:gd name="connsiteY1016" fmla="*/ 322949 h 450817"/>
                <a:gd name="connsiteX1017" fmla="*/ 583604 w 673767"/>
                <a:gd name="connsiteY1017" fmla="*/ 319671 h 450817"/>
                <a:gd name="connsiteX1018" fmla="*/ 583604 w 673767"/>
                <a:gd name="connsiteY1018" fmla="*/ 314753 h 450817"/>
                <a:gd name="connsiteX1019" fmla="*/ 581965 w 673767"/>
                <a:gd name="connsiteY1019" fmla="*/ 311474 h 450817"/>
                <a:gd name="connsiteX1020" fmla="*/ 586882 w 673767"/>
                <a:gd name="connsiteY1020" fmla="*/ 311474 h 450817"/>
                <a:gd name="connsiteX1021" fmla="*/ 583604 w 673767"/>
                <a:gd name="connsiteY1021" fmla="*/ 306556 h 450817"/>
                <a:gd name="connsiteX1022" fmla="*/ 586882 w 673767"/>
                <a:gd name="connsiteY1022" fmla="*/ 306556 h 450817"/>
                <a:gd name="connsiteX1023" fmla="*/ 590161 w 673767"/>
                <a:gd name="connsiteY1023" fmla="*/ 306556 h 450817"/>
                <a:gd name="connsiteX1024" fmla="*/ 586882 w 673767"/>
                <a:gd name="connsiteY1024" fmla="*/ 303277 h 450817"/>
                <a:gd name="connsiteX1025" fmla="*/ 583604 w 673767"/>
                <a:gd name="connsiteY1025" fmla="*/ 301638 h 450817"/>
                <a:gd name="connsiteX1026" fmla="*/ 586882 w 673767"/>
                <a:gd name="connsiteY1026" fmla="*/ 301638 h 450817"/>
                <a:gd name="connsiteX1027" fmla="*/ 591800 w 673767"/>
                <a:gd name="connsiteY1027" fmla="*/ 301638 h 450817"/>
                <a:gd name="connsiteX1028" fmla="*/ 593440 w 673767"/>
                <a:gd name="connsiteY1028" fmla="*/ 298359 h 450817"/>
                <a:gd name="connsiteX1029" fmla="*/ 591800 w 673767"/>
                <a:gd name="connsiteY1029" fmla="*/ 293441 h 450817"/>
                <a:gd name="connsiteX1030" fmla="*/ 595079 w 673767"/>
                <a:gd name="connsiteY1030" fmla="*/ 298359 h 450817"/>
                <a:gd name="connsiteX1031" fmla="*/ 596719 w 673767"/>
                <a:gd name="connsiteY1031" fmla="*/ 301638 h 450817"/>
                <a:gd name="connsiteX1032" fmla="*/ 599997 w 673767"/>
                <a:gd name="connsiteY1032" fmla="*/ 303277 h 450817"/>
                <a:gd name="connsiteX1033" fmla="*/ 601637 w 673767"/>
                <a:gd name="connsiteY1033" fmla="*/ 304917 h 450817"/>
                <a:gd name="connsiteX1034" fmla="*/ 604915 w 673767"/>
                <a:gd name="connsiteY1034" fmla="*/ 303277 h 450817"/>
                <a:gd name="connsiteX1035" fmla="*/ 606555 w 673767"/>
                <a:gd name="connsiteY1035" fmla="*/ 298359 h 450817"/>
                <a:gd name="connsiteX1036" fmla="*/ 606555 w 673767"/>
                <a:gd name="connsiteY1036" fmla="*/ 303277 h 450817"/>
                <a:gd name="connsiteX1037" fmla="*/ 609833 w 673767"/>
                <a:gd name="connsiteY1037" fmla="*/ 303277 h 450817"/>
                <a:gd name="connsiteX1038" fmla="*/ 614751 w 673767"/>
                <a:gd name="connsiteY1038" fmla="*/ 303277 h 450817"/>
                <a:gd name="connsiteX1039" fmla="*/ 609833 w 673767"/>
                <a:gd name="connsiteY1039" fmla="*/ 299999 h 450817"/>
                <a:gd name="connsiteX1040" fmla="*/ 614751 w 673767"/>
                <a:gd name="connsiteY1040" fmla="*/ 298359 h 450817"/>
                <a:gd name="connsiteX1041" fmla="*/ 613112 w 673767"/>
                <a:gd name="connsiteY1041" fmla="*/ 295081 h 450817"/>
                <a:gd name="connsiteX1042" fmla="*/ 616390 w 673767"/>
                <a:gd name="connsiteY1042" fmla="*/ 296720 h 450817"/>
                <a:gd name="connsiteX1043" fmla="*/ 621309 w 673767"/>
                <a:gd name="connsiteY1043" fmla="*/ 296720 h 450817"/>
                <a:gd name="connsiteX1044" fmla="*/ 624587 w 673767"/>
                <a:gd name="connsiteY1044" fmla="*/ 296720 h 450817"/>
                <a:gd name="connsiteX1045" fmla="*/ 626227 w 673767"/>
                <a:gd name="connsiteY1045" fmla="*/ 291802 h 450817"/>
                <a:gd name="connsiteX1046" fmla="*/ 622948 w 673767"/>
                <a:gd name="connsiteY1046" fmla="*/ 288523 h 450817"/>
                <a:gd name="connsiteX1047" fmla="*/ 619669 w 673767"/>
                <a:gd name="connsiteY1047" fmla="*/ 288523 h 450817"/>
                <a:gd name="connsiteX1048" fmla="*/ 616390 w 673767"/>
                <a:gd name="connsiteY1048" fmla="*/ 288523 h 450817"/>
                <a:gd name="connsiteX1049" fmla="*/ 614751 w 673767"/>
                <a:gd name="connsiteY1049" fmla="*/ 285245 h 450817"/>
                <a:gd name="connsiteX1050" fmla="*/ 619669 w 673767"/>
                <a:gd name="connsiteY1050" fmla="*/ 288523 h 450817"/>
                <a:gd name="connsiteX1051" fmla="*/ 622948 w 673767"/>
                <a:gd name="connsiteY1051" fmla="*/ 288523 h 450817"/>
                <a:gd name="connsiteX1052" fmla="*/ 627866 w 673767"/>
                <a:gd name="connsiteY1052" fmla="*/ 288523 h 450817"/>
                <a:gd name="connsiteX1053" fmla="*/ 631145 w 673767"/>
                <a:gd name="connsiteY1053" fmla="*/ 290163 h 450817"/>
                <a:gd name="connsiteX1054" fmla="*/ 634423 w 673767"/>
                <a:gd name="connsiteY1054" fmla="*/ 288523 h 450817"/>
                <a:gd name="connsiteX1055" fmla="*/ 637702 w 673767"/>
                <a:gd name="connsiteY1055" fmla="*/ 288523 h 450817"/>
                <a:gd name="connsiteX1056" fmla="*/ 637702 w 673767"/>
                <a:gd name="connsiteY1056" fmla="*/ 285245 h 450817"/>
                <a:gd name="connsiteX1057" fmla="*/ 634423 w 673767"/>
                <a:gd name="connsiteY1057" fmla="*/ 283605 h 450817"/>
                <a:gd name="connsiteX1058" fmla="*/ 629505 w 673767"/>
                <a:gd name="connsiteY1058" fmla="*/ 281966 h 450817"/>
                <a:gd name="connsiteX1059" fmla="*/ 626227 w 673767"/>
                <a:gd name="connsiteY1059" fmla="*/ 280327 h 450817"/>
                <a:gd name="connsiteX1060" fmla="*/ 622948 w 673767"/>
                <a:gd name="connsiteY1060" fmla="*/ 280327 h 450817"/>
                <a:gd name="connsiteX1061" fmla="*/ 621309 w 673767"/>
                <a:gd name="connsiteY1061" fmla="*/ 277048 h 450817"/>
                <a:gd name="connsiteX1062" fmla="*/ 624587 w 673767"/>
                <a:gd name="connsiteY1062" fmla="*/ 280327 h 450817"/>
                <a:gd name="connsiteX1063" fmla="*/ 629505 w 673767"/>
                <a:gd name="connsiteY1063" fmla="*/ 280327 h 450817"/>
                <a:gd name="connsiteX1064" fmla="*/ 632784 w 673767"/>
                <a:gd name="connsiteY1064" fmla="*/ 278687 h 450817"/>
                <a:gd name="connsiteX1065" fmla="*/ 636062 w 673767"/>
                <a:gd name="connsiteY1065" fmla="*/ 277048 h 450817"/>
                <a:gd name="connsiteX1066" fmla="*/ 634423 w 673767"/>
                <a:gd name="connsiteY1066" fmla="*/ 273769 h 450817"/>
                <a:gd name="connsiteX1067" fmla="*/ 631145 w 673767"/>
                <a:gd name="connsiteY1067" fmla="*/ 273769 h 450817"/>
                <a:gd name="connsiteX1068" fmla="*/ 634423 w 673767"/>
                <a:gd name="connsiteY1068" fmla="*/ 272130 h 450817"/>
                <a:gd name="connsiteX1069" fmla="*/ 639341 w 673767"/>
                <a:gd name="connsiteY1069" fmla="*/ 273769 h 450817"/>
                <a:gd name="connsiteX1070" fmla="*/ 639341 w 673767"/>
                <a:gd name="connsiteY1070" fmla="*/ 273769 h 450817"/>
                <a:gd name="connsiteX1071" fmla="*/ 642620 w 673767"/>
                <a:gd name="connsiteY1071" fmla="*/ 277048 h 450817"/>
                <a:gd name="connsiteX1072" fmla="*/ 647538 w 673767"/>
                <a:gd name="connsiteY1072" fmla="*/ 277048 h 450817"/>
                <a:gd name="connsiteX1073" fmla="*/ 650817 w 673767"/>
                <a:gd name="connsiteY1073" fmla="*/ 277048 h 450817"/>
                <a:gd name="connsiteX1074" fmla="*/ 654095 w 673767"/>
                <a:gd name="connsiteY1074" fmla="*/ 277048 h 450817"/>
                <a:gd name="connsiteX1075" fmla="*/ 659013 w 673767"/>
                <a:gd name="connsiteY1075" fmla="*/ 275409 h 450817"/>
                <a:gd name="connsiteX1076" fmla="*/ 662292 w 673767"/>
                <a:gd name="connsiteY1076" fmla="*/ 275409 h 450817"/>
                <a:gd name="connsiteX1077" fmla="*/ 657374 w 673767"/>
                <a:gd name="connsiteY1077" fmla="*/ 273769 h 450817"/>
                <a:gd name="connsiteX1078" fmla="*/ 654095 w 673767"/>
                <a:gd name="connsiteY1078" fmla="*/ 273769 h 450817"/>
                <a:gd name="connsiteX1079" fmla="*/ 650817 w 673767"/>
                <a:gd name="connsiteY1079" fmla="*/ 273769 h 450817"/>
                <a:gd name="connsiteX1080" fmla="*/ 654095 w 673767"/>
                <a:gd name="connsiteY1080" fmla="*/ 272130 h 450817"/>
                <a:gd name="connsiteX1081" fmla="*/ 659013 w 673767"/>
                <a:gd name="connsiteY1081" fmla="*/ 272130 h 450817"/>
                <a:gd name="connsiteX1082" fmla="*/ 662292 w 673767"/>
                <a:gd name="connsiteY1082" fmla="*/ 270491 h 450817"/>
                <a:gd name="connsiteX1083" fmla="*/ 660653 w 673767"/>
                <a:gd name="connsiteY1083" fmla="*/ 267212 h 450817"/>
                <a:gd name="connsiteX1084" fmla="*/ 655735 w 673767"/>
                <a:gd name="connsiteY1084" fmla="*/ 263933 h 450817"/>
                <a:gd name="connsiteX1085" fmla="*/ 652456 w 673767"/>
                <a:gd name="connsiteY1085" fmla="*/ 265573 h 450817"/>
                <a:gd name="connsiteX1086" fmla="*/ 649177 w 673767"/>
                <a:gd name="connsiteY1086" fmla="*/ 265573 h 450817"/>
                <a:gd name="connsiteX1087" fmla="*/ 652456 w 673767"/>
                <a:gd name="connsiteY1087" fmla="*/ 263933 h 450817"/>
                <a:gd name="connsiteX1088" fmla="*/ 655735 w 673767"/>
                <a:gd name="connsiteY1088" fmla="*/ 263933 h 450817"/>
                <a:gd name="connsiteX1089" fmla="*/ 660653 w 673767"/>
                <a:gd name="connsiteY1089" fmla="*/ 263933 h 450817"/>
                <a:gd name="connsiteX1090" fmla="*/ 663931 w 673767"/>
                <a:gd name="connsiteY1090" fmla="*/ 267212 h 450817"/>
                <a:gd name="connsiteX1091" fmla="*/ 667210 w 673767"/>
                <a:gd name="connsiteY1091" fmla="*/ 268851 h 450817"/>
                <a:gd name="connsiteX1092" fmla="*/ 670489 w 673767"/>
                <a:gd name="connsiteY1092" fmla="*/ 267212 h 450817"/>
                <a:gd name="connsiteX1093" fmla="*/ 673767 w 673767"/>
                <a:gd name="connsiteY1093" fmla="*/ 265573 h 450817"/>
                <a:gd name="connsiteX1094" fmla="*/ 673767 w 673767"/>
                <a:gd name="connsiteY1094" fmla="*/ 262294 h 450817"/>
                <a:gd name="connsiteX1095" fmla="*/ 670489 w 673767"/>
                <a:gd name="connsiteY1095" fmla="*/ 257376 h 450817"/>
                <a:gd name="connsiteX1096" fmla="*/ 665571 w 673767"/>
                <a:gd name="connsiteY1096" fmla="*/ 257376 h 450817"/>
                <a:gd name="connsiteX1097" fmla="*/ 670489 w 673767"/>
                <a:gd name="connsiteY1097" fmla="*/ 255737 h 450817"/>
                <a:gd name="connsiteX1098" fmla="*/ 667210 w 673767"/>
                <a:gd name="connsiteY1098" fmla="*/ 255737 h 450817"/>
                <a:gd name="connsiteX1099" fmla="*/ 662292 w 673767"/>
                <a:gd name="connsiteY1099" fmla="*/ 255737 h 450817"/>
                <a:gd name="connsiteX1100" fmla="*/ 659013 w 673767"/>
                <a:gd name="connsiteY1100" fmla="*/ 255737 h 450817"/>
                <a:gd name="connsiteX1101" fmla="*/ 662292 w 673767"/>
                <a:gd name="connsiteY1101" fmla="*/ 254097 h 450817"/>
                <a:gd name="connsiteX1102" fmla="*/ 667210 w 673767"/>
                <a:gd name="connsiteY1102" fmla="*/ 254097 h 450817"/>
                <a:gd name="connsiteX1103" fmla="*/ 662292 w 673767"/>
                <a:gd name="connsiteY1103" fmla="*/ 252458 h 450817"/>
                <a:gd name="connsiteX1104" fmla="*/ 659013 w 673767"/>
                <a:gd name="connsiteY1104" fmla="*/ 254097 h 450817"/>
                <a:gd name="connsiteX1105" fmla="*/ 660653 w 673767"/>
                <a:gd name="connsiteY1105" fmla="*/ 250818 h 450817"/>
                <a:gd name="connsiteX1106" fmla="*/ 657374 w 673767"/>
                <a:gd name="connsiteY1106" fmla="*/ 249179 h 450817"/>
                <a:gd name="connsiteX1107" fmla="*/ 654095 w 673767"/>
                <a:gd name="connsiteY1107" fmla="*/ 252458 h 450817"/>
                <a:gd name="connsiteX1108" fmla="*/ 649177 w 673767"/>
                <a:gd name="connsiteY1108" fmla="*/ 254097 h 450817"/>
                <a:gd name="connsiteX1109" fmla="*/ 647538 w 673767"/>
                <a:gd name="connsiteY1109" fmla="*/ 257376 h 450817"/>
                <a:gd name="connsiteX1110" fmla="*/ 647538 w 673767"/>
                <a:gd name="connsiteY1110" fmla="*/ 260655 h 450817"/>
                <a:gd name="connsiteX1111" fmla="*/ 645899 w 673767"/>
                <a:gd name="connsiteY1111" fmla="*/ 257376 h 450817"/>
                <a:gd name="connsiteX1112" fmla="*/ 644259 w 673767"/>
                <a:gd name="connsiteY1112" fmla="*/ 254097 h 450817"/>
                <a:gd name="connsiteX1113" fmla="*/ 640981 w 673767"/>
                <a:gd name="connsiteY1113" fmla="*/ 252458 h 450817"/>
                <a:gd name="connsiteX1114" fmla="*/ 637702 w 673767"/>
                <a:gd name="connsiteY1114" fmla="*/ 255737 h 450817"/>
                <a:gd name="connsiteX1115" fmla="*/ 634423 w 673767"/>
                <a:gd name="connsiteY1115" fmla="*/ 260655 h 450817"/>
                <a:gd name="connsiteX1116" fmla="*/ 631145 w 673767"/>
                <a:gd name="connsiteY1116" fmla="*/ 263933 h 450817"/>
                <a:gd name="connsiteX1117" fmla="*/ 627866 w 673767"/>
                <a:gd name="connsiteY1117" fmla="*/ 263933 h 450817"/>
                <a:gd name="connsiteX1118" fmla="*/ 632784 w 673767"/>
                <a:gd name="connsiteY1118" fmla="*/ 260655 h 450817"/>
                <a:gd name="connsiteX1119" fmla="*/ 636062 w 673767"/>
                <a:gd name="connsiteY1119" fmla="*/ 255737 h 450817"/>
                <a:gd name="connsiteX1120" fmla="*/ 637702 w 673767"/>
                <a:gd name="connsiteY1120" fmla="*/ 252458 h 450817"/>
                <a:gd name="connsiteX1121" fmla="*/ 632784 w 673767"/>
                <a:gd name="connsiteY1121" fmla="*/ 252458 h 450817"/>
                <a:gd name="connsiteX1122" fmla="*/ 629505 w 673767"/>
                <a:gd name="connsiteY1122" fmla="*/ 252458 h 450817"/>
                <a:gd name="connsiteX1123" fmla="*/ 626227 w 673767"/>
                <a:gd name="connsiteY1123" fmla="*/ 254097 h 450817"/>
                <a:gd name="connsiteX1124" fmla="*/ 621309 w 673767"/>
                <a:gd name="connsiteY1124" fmla="*/ 254097 h 450817"/>
                <a:gd name="connsiteX1125" fmla="*/ 619669 w 673767"/>
                <a:gd name="connsiteY1125" fmla="*/ 259015 h 450817"/>
                <a:gd name="connsiteX1126" fmla="*/ 614751 w 673767"/>
                <a:gd name="connsiteY1126" fmla="*/ 262294 h 450817"/>
                <a:gd name="connsiteX1127" fmla="*/ 618030 w 673767"/>
                <a:gd name="connsiteY1127" fmla="*/ 257376 h 450817"/>
                <a:gd name="connsiteX1128" fmla="*/ 614751 w 673767"/>
                <a:gd name="connsiteY1128" fmla="*/ 257376 h 450817"/>
                <a:gd name="connsiteX1129" fmla="*/ 609833 w 673767"/>
                <a:gd name="connsiteY1129" fmla="*/ 259015 h 450817"/>
                <a:gd name="connsiteX1130" fmla="*/ 606555 w 673767"/>
                <a:gd name="connsiteY1130" fmla="*/ 257376 h 450817"/>
                <a:gd name="connsiteX1131" fmla="*/ 609833 w 673767"/>
                <a:gd name="connsiteY1131" fmla="*/ 257376 h 450817"/>
                <a:gd name="connsiteX1132" fmla="*/ 614751 w 673767"/>
                <a:gd name="connsiteY1132" fmla="*/ 257376 h 450817"/>
                <a:gd name="connsiteX1133" fmla="*/ 616390 w 673767"/>
                <a:gd name="connsiteY1133" fmla="*/ 254097 h 450817"/>
                <a:gd name="connsiteX1134" fmla="*/ 619669 w 673767"/>
                <a:gd name="connsiteY1134" fmla="*/ 254097 h 450817"/>
                <a:gd name="connsiteX1135" fmla="*/ 624587 w 673767"/>
                <a:gd name="connsiteY1135" fmla="*/ 252458 h 450817"/>
                <a:gd name="connsiteX1136" fmla="*/ 627866 w 673767"/>
                <a:gd name="connsiteY1136" fmla="*/ 249179 h 450817"/>
                <a:gd name="connsiteX1137" fmla="*/ 629505 w 673767"/>
                <a:gd name="connsiteY1137" fmla="*/ 245901 h 450817"/>
                <a:gd name="connsiteX1138" fmla="*/ 632784 w 673767"/>
                <a:gd name="connsiteY1138" fmla="*/ 245901 h 450817"/>
                <a:gd name="connsiteX1139" fmla="*/ 636062 w 673767"/>
                <a:gd name="connsiteY1139" fmla="*/ 244261 h 450817"/>
                <a:gd name="connsiteX1140" fmla="*/ 640981 w 673767"/>
                <a:gd name="connsiteY1140" fmla="*/ 240982 h 450817"/>
                <a:gd name="connsiteX1141" fmla="*/ 636062 w 673767"/>
                <a:gd name="connsiteY1141" fmla="*/ 239343 h 450817"/>
                <a:gd name="connsiteX1142" fmla="*/ 632784 w 673767"/>
                <a:gd name="connsiteY1142" fmla="*/ 240982 h 450817"/>
                <a:gd name="connsiteX1143" fmla="*/ 627866 w 673767"/>
                <a:gd name="connsiteY1143" fmla="*/ 242622 h 450817"/>
                <a:gd name="connsiteX1144" fmla="*/ 624587 w 673767"/>
                <a:gd name="connsiteY1144" fmla="*/ 245901 h 450817"/>
                <a:gd name="connsiteX1145" fmla="*/ 621309 w 673767"/>
                <a:gd name="connsiteY1145" fmla="*/ 247540 h 450817"/>
                <a:gd name="connsiteX1146" fmla="*/ 618030 w 673767"/>
                <a:gd name="connsiteY1146" fmla="*/ 249179 h 450817"/>
                <a:gd name="connsiteX1147" fmla="*/ 613112 w 673767"/>
                <a:gd name="connsiteY1147" fmla="*/ 249179 h 450817"/>
                <a:gd name="connsiteX1148" fmla="*/ 618030 w 673767"/>
                <a:gd name="connsiteY1148" fmla="*/ 247540 h 450817"/>
                <a:gd name="connsiteX1149" fmla="*/ 621309 w 673767"/>
                <a:gd name="connsiteY1149" fmla="*/ 245901 h 450817"/>
                <a:gd name="connsiteX1150" fmla="*/ 624587 w 673767"/>
                <a:gd name="connsiteY1150" fmla="*/ 244261 h 450817"/>
                <a:gd name="connsiteX1151" fmla="*/ 621309 w 673767"/>
                <a:gd name="connsiteY1151" fmla="*/ 242622 h 450817"/>
                <a:gd name="connsiteX1152" fmla="*/ 618030 w 673767"/>
                <a:gd name="connsiteY1152" fmla="*/ 242622 h 450817"/>
                <a:gd name="connsiteX1153" fmla="*/ 613112 w 673767"/>
                <a:gd name="connsiteY1153" fmla="*/ 242622 h 450817"/>
                <a:gd name="connsiteX1154" fmla="*/ 609833 w 673767"/>
                <a:gd name="connsiteY1154" fmla="*/ 244261 h 450817"/>
                <a:gd name="connsiteX1155" fmla="*/ 604915 w 673767"/>
                <a:gd name="connsiteY1155" fmla="*/ 244261 h 450817"/>
                <a:gd name="connsiteX1156" fmla="*/ 601637 w 673767"/>
                <a:gd name="connsiteY1156" fmla="*/ 244261 h 450817"/>
                <a:gd name="connsiteX1157" fmla="*/ 598358 w 673767"/>
                <a:gd name="connsiteY1157" fmla="*/ 245901 h 450817"/>
                <a:gd name="connsiteX1158" fmla="*/ 595079 w 673767"/>
                <a:gd name="connsiteY1158" fmla="*/ 245901 h 450817"/>
                <a:gd name="connsiteX1159" fmla="*/ 590161 w 673767"/>
                <a:gd name="connsiteY1159" fmla="*/ 247540 h 450817"/>
                <a:gd name="connsiteX1160" fmla="*/ 586882 w 673767"/>
                <a:gd name="connsiteY1160" fmla="*/ 250818 h 450817"/>
                <a:gd name="connsiteX1161" fmla="*/ 585243 w 673767"/>
                <a:gd name="connsiteY1161" fmla="*/ 250818 h 450817"/>
                <a:gd name="connsiteX1162" fmla="*/ 588522 w 673767"/>
                <a:gd name="connsiteY1162" fmla="*/ 247540 h 450817"/>
                <a:gd name="connsiteX1163" fmla="*/ 591800 w 673767"/>
                <a:gd name="connsiteY1163" fmla="*/ 245901 h 450817"/>
                <a:gd name="connsiteX1164" fmla="*/ 595079 w 673767"/>
                <a:gd name="connsiteY1164" fmla="*/ 244261 h 450817"/>
                <a:gd name="connsiteX1165" fmla="*/ 599997 w 673767"/>
                <a:gd name="connsiteY1165" fmla="*/ 244261 h 450817"/>
                <a:gd name="connsiteX1166" fmla="*/ 603276 w 673767"/>
                <a:gd name="connsiteY1166" fmla="*/ 242622 h 450817"/>
                <a:gd name="connsiteX1167" fmla="*/ 606555 w 673767"/>
                <a:gd name="connsiteY1167" fmla="*/ 242622 h 450817"/>
                <a:gd name="connsiteX1168" fmla="*/ 611472 w 673767"/>
                <a:gd name="connsiteY1168" fmla="*/ 242622 h 450817"/>
                <a:gd name="connsiteX1169" fmla="*/ 606555 w 673767"/>
                <a:gd name="connsiteY1169" fmla="*/ 240982 h 450817"/>
                <a:gd name="connsiteX1170" fmla="*/ 603276 w 673767"/>
                <a:gd name="connsiteY1170" fmla="*/ 242622 h 450817"/>
                <a:gd name="connsiteX1171" fmla="*/ 598358 w 673767"/>
                <a:gd name="connsiteY1171" fmla="*/ 242622 h 450817"/>
                <a:gd name="connsiteX1172" fmla="*/ 595079 w 673767"/>
                <a:gd name="connsiteY1172" fmla="*/ 242622 h 450817"/>
                <a:gd name="connsiteX1173" fmla="*/ 591800 w 673767"/>
                <a:gd name="connsiteY1173" fmla="*/ 242622 h 450817"/>
                <a:gd name="connsiteX1174" fmla="*/ 586882 w 673767"/>
                <a:gd name="connsiteY1174" fmla="*/ 244261 h 450817"/>
                <a:gd name="connsiteX1175" fmla="*/ 591800 w 673767"/>
                <a:gd name="connsiteY1175" fmla="*/ 242622 h 450817"/>
                <a:gd name="connsiteX1176" fmla="*/ 595079 w 673767"/>
                <a:gd name="connsiteY1176" fmla="*/ 240982 h 450817"/>
                <a:gd name="connsiteX1177" fmla="*/ 598358 w 673767"/>
                <a:gd name="connsiteY1177" fmla="*/ 240982 h 450817"/>
                <a:gd name="connsiteX1178" fmla="*/ 603276 w 673767"/>
                <a:gd name="connsiteY1178" fmla="*/ 240982 h 450817"/>
                <a:gd name="connsiteX1179" fmla="*/ 599997 w 673767"/>
                <a:gd name="connsiteY1179" fmla="*/ 239343 h 450817"/>
                <a:gd name="connsiteX1180" fmla="*/ 595079 w 673767"/>
                <a:gd name="connsiteY1180" fmla="*/ 239343 h 450817"/>
                <a:gd name="connsiteX1181" fmla="*/ 591800 w 673767"/>
                <a:gd name="connsiteY1181" fmla="*/ 237704 h 450817"/>
                <a:gd name="connsiteX1182" fmla="*/ 595079 w 673767"/>
                <a:gd name="connsiteY1182" fmla="*/ 237704 h 450817"/>
                <a:gd name="connsiteX1183" fmla="*/ 599997 w 673767"/>
                <a:gd name="connsiteY1183" fmla="*/ 237704 h 450817"/>
                <a:gd name="connsiteX1184" fmla="*/ 603276 w 673767"/>
                <a:gd name="connsiteY1184" fmla="*/ 239343 h 450817"/>
                <a:gd name="connsiteX1185" fmla="*/ 608194 w 673767"/>
                <a:gd name="connsiteY1185" fmla="*/ 239343 h 450817"/>
                <a:gd name="connsiteX1186" fmla="*/ 611472 w 673767"/>
                <a:gd name="connsiteY1186" fmla="*/ 239343 h 450817"/>
                <a:gd name="connsiteX1187" fmla="*/ 614751 w 673767"/>
                <a:gd name="connsiteY1187" fmla="*/ 237704 h 450817"/>
                <a:gd name="connsiteX1188" fmla="*/ 614751 w 673767"/>
                <a:gd name="connsiteY1188" fmla="*/ 232786 h 450817"/>
                <a:gd name="connsiteX1189" fmla="*/ 611472 w 673767"/>
                <a:gd name="connsiteY1189" fmla="*/ 232786 h 450817"/>
                <a:gd name="connsiteX1190" fmla="*/ 606555 w 673767"/>
                <a:gd name="connsiteY1190" fmla="*/ 234425 h 450817"/>
                <a:gd name="connsiteX1191" fmla="*/ 611472 w 673767"/>
                <a:gd name="connsiteY1191" fmla="*/ 232786 h 450817"/>
                <a:gd name="connsiteX1192" fmla="*/ 614751 w 673767"/>
                <a:gd name="connsiteY1192" fmla="*/ 231146 h 450817"/>
                <a:gd name="connsiteX1193" fmla="*/ 616390 w 673767"/>
                <a:gd name="connsiteY1193" fmla="*/ 227868 h 450817"/>
                <a:gd name="connsiteX1194" fmla="*/ 613112 w 673767"/>
                <a:gd name="connsiteY1194" fmla="*/ 227868 h 450817"/>
                <a:gd name="connsiteX1195" fmla="*/ 614751 w 673767"/>
                <a:gd name="connsiteY1195" fmla="*/ 224589 h 450817"/>
                <a:gd name="connsiteX1196" fmla="*/ 609833 w 673767"/>
                <a:gd name="connsiteY1196" fmla="*/ 224589 h 450817"/>
                <a:gd name="connsiteX1197" fmla="*/ 606555 w 673767"/>
                <a:gd name="connsiteY1197" fmla="*/ 224589 h 450817"/>
                <a:gd name="connsiteX1198" fmla="*/ 601637 w 673767"/>
                <a:gd name="connsiteY1198" fmla="*/ 226228 h 450817"/>
                <a:gd name="connsiteX1199" fmla="*/ 606555 w 673767"/>
                <a:gd name="connsiteY1199" fmla="*/ 224589 h 450817"/>
                <a:gd name="connsiteX1200" fmla="*/ 609833 w 673767"/>
                <a:gd name="connsiteY1200" fmla="*/ 224589 h 450817"/>
                <a:gd name="connsiteX1201" fmla="*/ 609833 w 673767"/>
                <a:gd name="connsiteY1201" fmla="*/ 219671 h 450817"/>
                <a:gd name="connsiteX1202" fmla="*/ 604915 w 673767"/>
                <a:gd name="connsiteY1202" fmla="*/ 219671 h 450817"/>
                <a:gd name="connsiteX1203" fmla="*/ 601637 w 673767"/>
                <a:gd name="connsiteY1203" fmla="*/ 221310 h 450817"/>
                <a:gd name="connsiteX1204" fmla="*/ 598358 w 673767"/>
                <a:gd name="connsiteY1204" fmla="*/ 224589 h 450817"/>
                <a:gd name="connsiteX1205" fmla="*/ 598358 w 673767"/>
                <a:gd name="connsiteY1205" fmla="*/ 221310 h 450817"/>
                <a:gd name="connsiteX1206" fmla="*/ 595079 w 673767"/>
                <a:gd name="connsiteY1206" fmla="*/ 221310 h 450817"/>
                <a:gd name="connsiteX1207" fmla="*/ 590161 w 673767"/>
                <a:gd name="connsiteY1207" fmla="*/ 222950 h 450817"/>
                <a:gd name="connsiteX1208" fmla="*/ 586882 w 673767"/>
                <a:gd name="connsiteY1208" fmla="*/ 226228 h 450817"/>
                <a:gd name="connsiteX1209" fmla="*/ 590161 w 673767"/>
                <a:gd name="connsiteY1209" fmla="*/ 222950 h 450817"/>
                <a:gd name="connsiteX1210" fmla="*/ 593440 w 673767"/>
                <a:gd name="connsiteY1210" fmla="*/ 221310 h 450817"/>
                <a:gd name="connsiteX1211" fmla="*/ 596719 w 673767"/>
                <a:gd name="connsiteY1211" fmla="*/ 218032 h 450817"/>
                <a:gd name="connsiteX1212" fmla="*/ 599997 w 673767"/>
                <a:gd name="connsiteY1212" fmla="*/ 214753 h 450817"/>
                <a:gd name="connsiteX1213" fmla="*/ 604915 w 673767"/>
                <a:gd name="connsiteY1213" fmla="*/ 214753 h 450817"/>
                <a:gd name="connsiteX1214" fmla="*/ 601637 w 673767"/>
                <a:gd name="connsiteY1214" fmla="*/ 211474 h 450817"/>
                <a:gd name="connsiteX1215" fmla="*/ 598358 w 673767"/>
                <a:gd name="connsiteY1215" fmla="*/ 211474 h 450817"/>
                <a:gd name="connsiteX1216" fmla="*/ 593440 w 673767"/>
                <a:gd name="connsiteY1216" fmla="*/ 214753 h 450817"/>
                <a:gd name="connsiteX1217" fmla="*/ 590161 w 673767"/>
                <a:gd name="connsiteY1217" fmla="*/ 214753 h 450817"/>
                <a:gd name="connsiteX1218" fmla="*/ 585243 w 673767"/>
                <a:gd name="connsiteY1218" fmla="*/ 216392 h 450817"/>
                <a:gd name="connsiteX1219" fmla="*/ 581965 w 673767"/>
                <a:gd name="connsiteY1219" fmla="*/ 219671 h 450817"/>
                <a:gd name="connsiteX1220" fmla="*/ 581965 w 673767"/>
                <a:gd name="connsiteY1220" fmla="*/ 222950 h 450817"/>
                <a:gd name="connsiteX1221" fmla="*/ 581965 w 673767"/>
                <a:gd name="connsiteY1221" fmla="*/ 226228 h 450817"/>
                <a:gd name="connsiteX1222" fmla="*/ 578686 w 673767"/>
                <a:gd name="connsiteY1222" fmla="*/ 222950 h 450817"/>
                <a:gd name="connsiteX1223" fmla="*/ 580325 w 673767"/>
                <a:gd name="connsiteY1223" fmla="*/ 219671 h 450817"/>
                <a:gd name="connsiteX1224" fmla="*/ 583604 w 673767"/>
                <a:gd name="connsiteY1224" fmla="*/ 216392 h 450817"/>
                <a:gd name="connsiteX1225" fmla="*/ 580325 w 673767"/>
                <a:gd name="connsiteY1225" fmla="*/ 213114 h 450817"/>
                <a:gd name="connsiteX1226" fmla="*/ 577047 w 673767"/>
                <a:gd name="connsiteY1226" fmla="*/ 214753 h 450817"/>
                <a:gd name="connsiteX1227" fmla="*/ 573768 w 673767"/>
                <a:gd name="connsiteY1227" fmla="*/ 218032 h 450817"/>
                <a:gd name="connsiteX1228" fmla="*/ 570489 w 673767"/>
                <a:gd name="connsiteY1228" fmla="*/ 219671 h 450817"/>
                <a:gd name="connsiteX1229" fmla="*/ 567210 w 673767"/>
                <a:gd name="connsiteY1229" fmla="*/ 222950 h 450817"/>
                <a:gd name="connsiteX1230" fmla="*/ 562292 w 673767"/>
                <a:gd name="connsiteY1230" fmla="*/ 226228 h 450817"/>
                <a:gd name="connsiteX1231" fmla="*/ 563932 w 673767"/>
                <a:gd name="connsiteY1231" fmla="*/ 222950 h 450817"/>
                <a:gd name="connsiteX1232" fmla="*/ 568850 w 673767"/>
                <a:gd name="connsiteY1232" fmla="*/ 218032 h 450817"/>
                <a:gd name="connsiteX1233" fmla="*/ 570489 w 673767"/>
                <a:gd name="connsiteY1233" fmla="*/ 214753 h 450817"/>
                <a:gd name="connsiteX1234" fmla="*/ 568850 w 673767"/>
                <a:gd name="connsiteY1234" fmla="*/ 214753 h 450817"/>
                <a:gd name="connsiteX1235" fmla="*/ 573768 w 673767"/>
                <a:gd name="connsiteY1235" fmla="*/ 213114 h 450817"/>
                <a:gd name="connsiteX1236" fmla="*/ 577047 w 673767"/>
                <a:gd name="connsiteY1236" fmla="*/ 209835 h 450817"/>
                <a:gd name="connsiteX1237" fmla="*/ 577047 w 673767"/>
                <a:gd name="connsiteY1237" fmla="*/ 206556 h 450817"/>
                <a:gd name="connsiteX1238" fmla="*/ 573768 w 673767"/>
                <a:gd name="connsiteY1238" fmla="*/ 209835 h 450817"/>
                <a:gd name="connsiteX1239" fmla="*/ 570489 w 673767"/>
                <a:gd name="connsiteY1239" fmla="*/ 211474 h 450817"/>
                <a:gd name="connsiteX1240" fmla="*/ 567210 w 673767"/>
                <a:gd name="connsiteY1240" fmla="*/ 214753 h 450817"/>
                <a:gd name="connsiteX1241" fmla="*/ 563932 w 673767"/>
                <a:gd name="connsiteY1241" fmla="*/ 214753 h 450817"/>
                <a:gd name="connsiteX1242" fmla="*/ 559014 w 673767"/>
                <a:gd name="connsiteY1242" fmla="*/ 216392 h 450817"/>
                <a:gd name="connsiteX1243" fmla="*/ 557375 w 673767"/>
                <a:gd name="connsiteY1243" fmla="*/ 221310 h 450817"/>
                <a:gd name="connsiteX1244" fmla="*/ 554096 w 673767"/>
                <a:gd name="connsiteY1244" fmla="*/ 219671 h 450817"/>
                <a:gd name="connsiteX1245" fmla="*/ 549178 w 673767"/>
                <a:gd name="connsiteY1245" fmla="*/ 218032 h 450817"/>
                <a:gd name="connsiteX1246" fmla="*/ 554096 w 673767"/>
                <a:gd name="connsiteY1246" fmla="*/ 218032 h 450817"/>
                <a:gd name="connsiteX1247" fmla="*/ 557375 w 673767"/>
                <a:gd name="connsiteY1247" fmla="*/ 218032 h 450817"/>
                <a:gd name="connsiteX1248" fmla="*/ 560653 w 673767"/>
                <a:gd name="connsiteY1248" fmla="*/ 214753 h 450817"/>
                <a:gd name="connsiteX1249" fmla="*/ 563932 w 673767"/>
                <a:gd name="connsiteY1249" fmla="*/ 213114 h 450817"/>
                <a:gd name="connsiteX1250" fmla="*/ 560653 w 673767"/>
                <a:gd name="connsiteY1250" fmla="*/ 209835 h 450817"/>
                <a:gd name="connsiteX1251" fmla="*/ 565571 w 673767"/>
                <a:gd name="connsiteY1251" fmla="*/ 209835 h 450817"/>
                <a:gd name="connsiteX1252" fmla="*/ 560653 w 673767"/>
                <a:gd name="connsiteY1252" fmla="*/ 206556 h 450817"/>
                <a:gd name="connsiteX1253" fmla="*/ 557375 w 673767"/>
                <a:gd name="connsiteY1253" fmla="*/ 208196 h 450817"/>
                <a:gd name="connsiteX1254" fmla="*/ 554096 w 673767"/>
                <a:gd name="connsiteY1254" fmla="*/ 211474 h 450817"/>
                <a:gd name="connsiteX1255" fmla="*/ 555735 w 673767"/>
                <a:gd name="connsiteY1255" fmla="*/ 208196 h 450817"/>
                <a:gd name="connsiteX1256" fmla="*/ 550817 w 673767"/>
                <a:gd name="connsiteY1256" fmla="*/ 209835 h 450817"/>
                <a:gd name="connsiteX1257" fmla="*/ 547538 w 673767"/>
                <a:gd name="connsiteY1257" fmla="*/ 209835 h 450817"/>
                <a:gd name="connsiteX1258" fmla="*/ 552456 w 673767"/>
                <a:gd name="connsiteY1258" fmla="*/ 206556 h 450817"/>
                <a:gd name="connsiteX1259" fmla="*/ 555735 w 673767"/>
                <a:gd name="connsiteY1259" fmla="*/ 203278 h 450817"/>
                <a:gd name="connsiteX1260" fmla="*/ 552456 w 673767"/>
                <a:gd name="connsiteY1260" fmla="*/ 203278 h 450817"/>
                <a:gd name="connsiteX1261" fmla="*/ 547538 w 673767"/>
                <a:gd name="connsiteY1261" fmla="*/ 201638 h 450817"/>
                <a:gd name="connsiteX1262" fmla="*/ 544260 w 673767"/>
                <a:gd name="connsiteY1262" fmla="*/ 203278 h 450817"/>
                <a:gd name="connsiteX1263" fmla="*/ 540981 w 673767"/>
                <a:gd name="connsiteY1263" fmla="*/ 204917 h 450817"/>
                <a:gd name="connsiteX1264" fmla="*/ 536063 w 673767"/>
                <a:gd name="connsiteY1264" fmla="*/ 208196 h 450817"/>
                <a:gd name="connsiteX1265" fmla="*/ 532784 w 673767"/>
                <a:gd name="connsiteY1265" fmla="*/ 208196 h 450817"/>
                <a:gd name="connsiteX1266" fmla="*/ 536063 w 673767"/>
                <a:gd name="connsiteY1266" fmla="*/ 206556 h 450817"/>
                <a:gd name="connsiteX1267" fmla="*/ 540981 w 673767"/>
                <a:gd name="connsiteY1267" fmla="*/ 203278 h 450817"/>
                <a:gd name="connsiteX1268" fmla="*/ 544260 w 673767"/>
                <a:gd name="connsiteY1268" fmla="*/ 201638 h 450817"/>
                <a:gd name="connsiteX1269" fmla="*/ 547538 w 673767"/>
                <a:gd name="connsiteY1269" fmla="*/ 201638 h 450817"/>
                <a:gd name="connsiteX1270" fmla="*/ 544260 w 673767"/>
                <a:gd name="connsiteY1270" fmla="*/ 199999 h 450817"/>
                <a:gd name="connsiteX1271" fmla="*/ 540981 w 673767"/>
                <a:gd name="connsiteY1271" fmla="*/ 199999 h 450817"/>
                <a:gd name="connsiteX1272" fmla="*/ 536063 w 673767"/>
                <a:gd name="connsiteY1272" fmla="*/ 201638 h 450817"/>
                <a:gd name="connsiteX1273" fmla="*/ 532784 w 673767"/>
                <a:gd name="connsiteY1273" fmla="*/ 203278 h 450817"/>
                <a:gd name="connsiteX1274" fmla="*/ 536063 w 673767"/>
                <a:gd name="connsiteY1274" fmla="*/ 199999 h 450817"/>
                <a:gd name="connsiteX1275" fmla="*/ 532784 w 673767"/>
                <a:gd name="connsiteY1275" fmla="*/ 201638 h 450817"/>
                <a:gd name="connsiteX1276" fmla="*/ 527866 w 673767"/>
                <a:gd name="connsiteY1276" fmla="*/ 201638 h 450817"/>
                <a:gd name="connsiteX1277" fmla="*/ 532784 w 673767"/>
                <a:gd name="connsiteY1277" fmla="*/ 199999 h 450817"/>
                <a:gd name="connsiteX1278" fmla="*/ 536063 w 673767"/>
                <a:gd name="connsiteY1278" fmla="*/ 199999 h 450817"/>
                <a:gd name="connsiteX1279" fmla="*/ 539342 w 673767"/>
                <a:gd name="connsiteY1279" fmla="*/ 198360 h 450817"/>
                <a:gd name="connsiteX1280" fmla="*/ 544260 w 673767"/>
                <a:gd name="connsiteY1280" fmla="*/ 198360 h 450817"/>
                <a:gd name="connsiteX1281" fmla="*/ 547538 w 673767"/>
                <a:gd name="connsiteY1281" fmla="*/ 198360 h 450817"/>
                <a:gd name="connsiteX1282" fmla="*/ 550817 w 673767"/>
                <a:gd name="connsiteY1282" fmla="*/ 199999 h 450817"/>
                <a:gd name="connsiteX1283" fmla="*/ 555735 w 673767"/>
                <a:gd name="connsiteY1283" fmla="*/ 198360 h 450817"/>
                <a:gd name="connsiteX1284" fmla="*/ 559014 w 673767"/>
                <a:gd name="connsiteY1284" fmla="*/ 198360 h 450817"/>
                <a:gd name="connsiteX1285" fmla="*/ 562292 w 673767"/>
                <a:gd name="connsiteY1285" fmla="*/ 196720 h 450817"/>
                <a:gd name="connsiteX1286" fmla="*/ 559014 w 673767"/>
                <a:gd name="connsiteY1286" fmla="*/ 196720 h 450817"/>
                <a:gd name="connsiteX1287" fmla="*/ 554096 w 673767"/>
                <a:gd name="connsiteY1287" fmla="*/ 196720 h 450817"/>
                <a:gd name="connsiteX1288" fmla="*/ 550817 w 673767"/>
                <a:gd name="connsiteY1288" fmla="*/ 196720 h 450817"/>
                <a:gd name="connsiteX1289" fmla="*/ 547538 w 673767"/>
                <a:gd name="connsiteY1289" fmla="*/ 196720 h 450817"/>
                <a:gd name="connsiteX1290" fmla="*/ 544260 w 673767"/>
                <a:gd name="connsiteY1290" fmla="*/ 195081 h 450817"/>
                <a:gd name="connsiteX1291" fmla="*/ 539342 w 673767"/>
                <a:gd name="connsiteY1291" fmla="*/ 195081 h 450817"/>
                <a:gd name="connsiteX1292" fmla="*/ 536063 w 673767"/>
                <a:gd name="connsiteY1292" fmla="*/ 198360 h 450817"/>
                <a:gd name="connsiteX1293" fmla="*/ 537702 w 673767"/>
                <a:gd name="connsiteY1293" fmla="*/ 195081 h 450817"/>
                <a:gd name="connsiteX1294" fmla="*/ 540981 w 673767"/>
                <a:gd name="connsiteY1294" fmla="*/ 193442 h 450817"/>
                <a:gd name="connsiteX1295" fmla="*/ 537702 w 673767"/>
                <a:gd name="connsiteY1295" fmla="*/ 191802 h 450817"/>
                <a:gd name="connsiteX1296" fmla="*/ 532784 w 673767"/>
                <a:gd name="connsiteY1296" fmla="*/ 193442 h 450817"/>
                <a:gd name="connsiteX1297" fmla="*/ 529506 w 673767"/>
                <a:gd name="connsiteY1297" fmla="*/ 195081 h 450817"/>
                <a:gd name="connsiteX1298" fmla="*/ 526227 w 673767"/>
                <a:gd name="connsiteY1298" fmla="*/ 198360 h 450817"/>
                <a:gd name="connsiteX1299" fmla="*/ 529506 w 673767"/>
                <a:gd name="connsiteY1299" fmla="*/ 193442 h 450817"/>
                <a:gd name="connsiteX1300" fmla="*/ 526227 w 673767"/>
                <a:gd name="connsiteY1300" fmla="*/ 193442 h 450817"/>
                <a:gd name="connsiteX1301" fmla="*/ 521309 w 673767"/>
                <a:gd name="connsiteY1301" fmla="*/ 190163 h 450817"/>
                <a:gd name="connsiteX1302" fmla="*/ 518030 w 673767"/>
                <a:gd name="connsiteY1302" fmla="*/ 190163 h 450817"/>
                <a:gd name="connsiteX1303" fmla="*/ 514752 w 673767"/>
                <a:gd name="connsiteY1303" fmla="*/ 191802 h 450817"/>
                <a:gd name="connsiteX1304" fmla="*/ 509834 w 673767"/>
                <a:gd name="connsiteY1304" fmla="*/ 191802 h 450817"/>
                <a:gd name="connsiteX1305" fmla="*/ 514752 w 673767"/>
                <a:gd name="connsiteY1305" fmla="*/ 191802 h 450817"/>
                <a:gd name="connsiteX1306" fmla="*/ 509834 w 673767"/>
                <a:gd name="connsiteY1306" fmla="*/ 190163 h 450817"/>
                <a:gd name="connsiteX1307" fmla="*/ 506555 w 673767"/>
                <a:gd name="connsiteY1307" fmla="*/ 190163 h 450817"/>
                <a:gd name="connsiteX1308" fmla="*/ 511473 w 673767"/>
                <a:gd name="connsiteY1308" fmla="*/ 188524 h 450817"/>
                <a:gd name="connsiteX1309" fmla="*/ 514752 w 673767"/>
                <a:gd name="connsiteY1309" fmla="*/ 188524 h 450817"/>
                <a:gd name="connsiteX1310" fmla="*/ 518030 w 673767"/>
                <a:gd name="connsiteY1310" fmla="*/ 188524 h 450817"/>
                <a:gd name="connsiteX1311" fmla="*/ 521309 w 673767"/>
                <a:gd name="connsiteY1311" fmla="*/ 188524 h 450817"/>
                <a:gd name="connsiteX1312" fmla="*/ 526227 w 673767"/>
                <a:gd name="connsiteY1312" fmla="*/ 188524 h 450817"/>
                <a:gd name="connsiteX1313" fmla="*/ 529506 w 673767"/>
                <a:gd name="connsiteY1313" fmla="*/ 188524 h 450817"/>
                <a:gd name="connsiteX1314" fmla="*/ 526227 w 673767"/>
                <a:gd name="connsiteY1314" fmla="*/ 185245 h 450817"/>
                <a:gd name="connsiteX1315" fmla="*/ 521309 w 673767"/>
                <a:gd name="connsiteY1315" fmla="*/ 185245 h 450817"/>
                <a:gd name="connsiteX1316" fmla="*/ 518030 w 673767"/>
                <a:gd name="connsiteY1316" fmla="*/ 185245 h 450817"/>
                <a:gd name="connsiteX1317" fmla="*/ 514752 w 673767"/>
                <a:gd name="connsiteY1317" fmla="*/ 185245 h 450817"/>
                <a:gd name="connsiteX1318" fmla="*/ 509834 w 673767"/>
                <a:gd name="connsiteY1318" fmla="*/ 183606 h 450817"/>
                <a:gd name="connsiteX1319" fmla="*/ 506555 w 673767"/>
                <a:gd name="connsiteY1319" fmla="*/ 185245 h 450817"/>
                <a:gd name="connsiteX1320" fmla="*/ 503276 w 673767"/>
                <a:gd name="connsiteY1320" fmla="*/ 181966 h 450817"/>
                <a:gd name="connsiteX1321" fmla="*/ 498358 w 673767"/>
                <a:gd name="connsiteY1321" fmla="*/ 181966 h 450817"/>
                <a:gd name="connsiteX1322" fmla="*/ 503276 w 673767"/>
                <a:gd name="connsiteY1322" fmla="*/ 181966 h 450817"/>
                <a:gd name="connsiteX1323" fmla="*/ 498358 w 673767"/>
                <a:gd name="connsiteY1323" fmla="*/ 180327 h 450817"/>
                <a:gd name="connsiteX1324" fmla="*/ 503276 w 673767"/>
                <a:gd name="connsiteY1324" fmla="*/ 180327 h 450817"/>
                <a:gd name="connsiteX1325" fmla="*/ 506555 w 673767"/>
                <a:gd name="connsiteY1325" fmla="*/ 181966 h 450817"/>
                <a:gd name="connsiteX1326" fmla="*/ 509834 w 673767"/>
                <a:gd name="connsiteY1326" fmla="*/ 181966 h 450817"/>
                <a:gd name="connsiteX1327" fmla="*/ 514752 w 673767"/>
                <a:gd name="connsiteY1327" fmla="*/ 181966 h 450817"/>
                <a:gd name="connsiteX1328" fmla="*/ 518030 w 673767"/>
                <a:gd name="connsiteY1328" fmla="*/ 183606 h 450817"/>
                <a:gd name="connsiteX1329" fmla="*/ 522948 w 673767"/>
                <a:gd name="connsiteY1329" fmla="*/ 181966 h 450817"/>
                <a:gd name="connsiteX1330" fmla="*/ 526227 w 673767"/>
                <a:gd name="connsiteY1330" fmla="*/ 181966 h 450817"/>
                <a:gd name="connsiteX1331" fmla="*/ 529506 w 673767"/>
                <a:gd name="connsiteY1331" fmla="*/ 181966 h 450817"/>
                <a:gd name="connsiteX1332" fmla="*/ 532784 w 673767"/>
                <a:gd name="connsiteY1332" fmla="*/ 183606 h 450817"/>
                <a:gd name="connsiteX1333" fmla="*/ 537702 w 673767"/>
                <a:gd name="connsiteY1333" fmla="*/ 183606 h 450817"/>
                <a:gd name="connsiteX1334" fmla="*/ 534424 w 673767"/>
                <a:gd name="connsiteY1334" fmla="*/ 181966 h 450817"/>
                <a:gd name="connsiteX1335" fmla="*/ 529506 w 673767"/>
                <a:gd name="connsiteY1335" fmla="*/ 180327 h 450817"/>
                <a:gd name="connsiteX1336" fmla="*/ 526227 w 673767"/>
                <a:gd name="connsiteY1336" fmla="*/ 180327 h 450817"/>
                <a:gd name="connsiteX1337" fmla="*/ 529506 w 673767"/>
                <a:gd name="connsiteY1337" fmla="*/ 178688 h 450817"/>
                <a:gd name="connsiteX1338" fmla="*/ 532784 w 673767"/>
                <a:gd name="connsiteY1338" fmla="*/ 180327 h 450817"/>
                <a:gd name="connsiteX1339" fmla="*/ 537702 w 673767"/>
                <a:gd name="connsiteY1339" fmla="*/ 180327 h 450817"/>
                <a:gd name="connsiteX1340" fmla="*/ 532784 w 673767"/>
                <a:gd name="connsiteY1340" fmla="*/ 177048 h 450817"/>
                <a:gd name="connsiteX1341" fmla="*/ 529506 w 673767"/>
                <a:gd name="connsiteY1341" fmla="*/ 175409 h 450817"/>
                <a:gd name="connsiteX1342" fmla="*/ 526227 w 673767"/>
                <a:gd name="connsiteY1342" fmla="*/ 177048 h 450817"/>
                <a:gd name="connsiteX1343" fmla="*/ 529506 w 673767"/>
                <a:gd name="connsiteY1343" fmla="*/ 175409 h 450817"/>
                <a:gd name="connsiteX1344" fmla="*/ 532784 w 673767"/>
                <a:gd name="connsiteY1344" fmla="*/ 175409 h 450817"/>
                <a:gd name="connsiteX1345" fmla="*/ 537702 w 673767"/>
                <a:gd name="connsiteY1345" fmla="*/ 177048 h 450817"/>
                <a:gd name="connsiteX1346" fmla="*/ 540981 w 673767"/>
                <a:gd name="connsiteY1346" fmla="*/ 175409 h 450817"/>
                <a:gd name="connsiteX1347" fmla="*/ 544260 w 673767"/>
                <a:gd name="connsiteY1347" fmla="*/ 175409 h 450817"/>
                <a:gd name="connsiteX1348" fmla="*/ 549178 w 673767"/>
                <a:gd name="connsiteY1348" fmla="*/ 175409 h 450817"/>
                <a:gd name="connsiteX1349" fmla="*/ 544260 w 673767"/>
                <a:gd name="connsiteY1349" fmla="*/ 172130 h 450817"/>
                <a:gd name="connsiteX1350" fmla="*/ 540981 w 673767"/>
                <a:gd name="connsiteY1350" fmla="*/ 170491 h 450817"/>
                <a:gd name="connsiteX1351" fmla="*/ 537702 w 673767"/>
                <a:gd name="connsiteY1351" fmla="*/ 170491 h 450817"/>
                <a:gd name="connsiteX1352" fmla="*/ 532784 w 673767"/>
                <a:gd name="connsiteY1352" fmla="*/ 168852 h 450817"/>
                <a:gd name="connsiteX1353" fmla="*/ 529506 w 673767"/>
                <a:gd name="connsiteY1353" fmla="*/ 168852 h 450817"/>
                <a:gd name="connsiteX1354" fmla="*/ 524588 w 673767"/>
                <a:gd name="connsiteY1354" fmla="*/ 170491 h 450817"/>
                <a:gd name="connsiteX1355" fmla="*/ 521309 w 673767"/>
                <a:gd name="connsiteY1355" fmla="*/ 172130 h 450817"/>
                <a:gd name="connsiteX1356" fmla="*/ 518030 w 673767"/>
                <a:gd name="connsiteY1356" fmla="*/ 172130 h 450817"/>
                <a:gd name="connsiteX1357" fmla="*/ 514752 w 673767"/>
                <a:gd name="connsiteY1357" fmla="*/ 175409 h 450817"/>
                <a:gd name="connsiteX1358" fmla="*/ 516391 w 673767"/>
                <a:gd name="connsiteY1358" fmla="*/ 172130 h 450817"/>
                <a:gd name="connsiteX1359" fmla="*/ 513112 w 673767"/>
                <a:gd name="connsiteY1359" fmla="*/ 172130 h 450817"/>
                <a:gd name="connsiteX1360" fmla="*/ 516391 w 673767"/>
                <a:gd name="connsiteY1360" fmla="*/ 172130 h 450817"/>
                <a:gd name="connsiteX1361" fmla="*/ 521309 w 673767"/>
                <a:gd name="connsiteY1361" fmla="*/ 170491 h 450817"/>
                <a:gd name="connsiteX1362" fmla="*/ 524588 w 673767"/>
                <a:gd name="connsiteY1362" fmla="*/ 170491 h 450817"/>
                <a:gd name="connsiteX1363" fmla="*/ 527866 w 673767"/>
                <a:gd name="connsiteY1363" fmla="*/ 168852 h 450817"/>
                <a:gd name="connsiteX1364" fmla="*/ 524588 w 673767"/>
                <a:gd name="connsiteY1364" fmla="*/ 167212 h 450817"/>
                <a:gd name="connsiteX1365" fmla="*/ 521309 w 673767"/>
                <a:gd name="connsiteY1365" fmla="*/ 167212 h 450817"/>
                <a:gd name="connsiteX1366" fmla="*/ 526227 w 673767"/>
                <a:gd name="connsiteY1366" fmla="*/ 167212 h 450817"/>
                <a:gd name="connsiteX1367" fmla="*/ 529506 w 673767"/>
                <a:gd name="connsiteY1367" fmla="*/ 167212 h 450817"/>
                <a:gd name="connsiteX1368" fmla="*/ 534424 w 673767"/>
                <a:gd name="connsiteY1368" fmla="*/ 167212 h 450817"/>
                <a:gd name="connsiteX1369" fmla="*/ 537702 w 673767"/>
                <a:gd name="connsiteY1369" fmla="*/ 167212 h 450817"/>
                <a:gd name="connsiteX1370" fmla="*/ 540981 w 673767"/>
                <a:gd name="connsiteY1370" fmla="*/ 168852 h 450817"/>
                <a:gd name="connsiteX1371" fmla="*/ 537702 w 673767"/>
                <a:gd name="connsiteY1371" fmla="*/ 165573 h 450817"/>
                <a:gd name="connsiteX1372" fmla="*/ 534424 w 673767"/>
                <a:gd name="connsiteY1372" fmla="*/ 165573 h 450817"/>
                <a:gd name="connsiteX1373" fmla="*/ 529506 w 673767"/>
                <a:gd name="connsiteY1373" fmla="*/ 163934 h 450817"/>
                <a:gd name="connsiteX1374" fmla="*/ 526227 w 673767"/>
                <a:gd name="connsiteY1374" fmla="*/ 163934 h 450817"/>
                <a:gd name="connsiteX1375" fmla="*/ 522948 w 673767"/>
                <a:gd name="connsiteY1375" fmla="*/ 162294 h 450817"/>
                <a:gd name="connsiteX1376" fmla="*/ 518030 w 673767"/>
                <a:gd name="connsiteY1376" fmla="*/ 163934 h 450817"/>
                <a:gd name="connsiteX1377" fmla="*/ 514752 w 673767"/>
                <a:gd name="connsiteY1377" fmla="*/ 163934 h 450817"/>
                <a:gd name="connsiteX1378" fmla="*/ 518030 w 673767"/>
                <a:gd name="connsiteY1378" fmla="*/ 162294 h 450817"/>
                <a:gd name="connsiteX1379" fmla="*/ 522948 w 673767"/>
                <a:gd name="connsiteY1379" fmla="*/ 162294 h 450817"/>
                <a:gd name="connsiteX1380" fmla="*/ 526227 w 673767"/>
                <a:gd name="connsiteY1380" fmla="*/ 162294 h 450817"/>
                <a:gd name="connsiteX1381" fmla="*/ 529506 w 673767"/>
                <a:gd name="connsiteY1381" fmla="*/ 163934 h 450817"/>
                <a:gd name="connsiteX1382" fmla="*/ 534424 w 673767"/>
                <a:gd name="connsiteY1382" fmla="*/ 163934 h 450817"/>
                <a:gd name="connsiteX1383" fmla="*/ 537702 w 673767"/>
                <a:gd name="connsiteY1383" fmla="*/ 163934 h 450817"/>
                <a:gd name="connsiteX1384" fmla="*/ 540981 w 673767"/>
                <a:gd name="connsiteY1384" fmla="*/ 163934 h 450817"/>
                <a:gd name="connsiteX1385" fmla="*/ 545899 w 673767"/>
                <a:gd name="connsiteY1385" fmla="*/ 165573 h 450817"/>
                <a:gd name="connsiteX1386" fmla="*/ 549178 w 673767"/>
                <a:gd name="connsiteY1386" fmla="*/ 167212 h 450817"/>
                <a:gd name="connsiteX1387" fmla="*/ 552456 w 673767"/>
                <a:gd name="connsiteY1387" fmla="*/ 168852 h 450817"/>
                <a:gd name="connsiteX1388" fmla="*/ 557375 w 673767"/>
                <a:gd name="connsiteY1388" fmla="*/ 168852 h 450817"/>
                <a:gd name="connsiteX1389" fmla="*/ 560653 w 673767"/>
                <a:gd name="connsiteY1389" fmla="*/ 168852 h 450817"/>
                <a:gd name="connsiteX1390" fmla="*/ 563932 w 673767"/>
                <a:gd name="connsiteY1390" fmla="*/ 168852 h 450817"/>
                <a:gd name="connsiteX1391" fmla="*/ 567210 w 673767"/>
                <a:gd name="connsiteY1391" fmla="*/ 168852 h 450817"/>
                <a:gd name="connsiteX1392" fmla="*/ 572128 w 673767"/>
                <a:gd name="connsiteY1392" fmla="*/ 168852 h 450817"/>
                <a:gd name="connsiteX1393" fmla="*/ 575407 w 673767"/>
                <a:gd name="connsiteY1393" fmla="*/ 170491 h 450817"/>
                <a:gd name="connsiteX1394" fmla="*/ 578686 w 673767"/>
                <a:gd name="connsiteY1394" fmla="*/ 170491 h 450817"/>
                <a:gd name="connsiteX1395" fmla="*/ 583604 w 673767"/>
                <a:gd name="connsiteY1395" fmla="*/ 167212 h 450817"/>
                <a:gd name="connsiteX1396" fmla="*/ 581965 w 673767"/>
                <a:gd name="connsiteY1396" fmla="*/ 163934 h 450817"/>
                <a:gd name="connsiteX1397" fmla="*/ 578686 w 673767"/>
                <a:gd name="connsiteY1397" fmla="*/ 160655 h 450817"/>
                <a:gd name="connsiteX1398" fmla="*/ 575407 w 673767"/>
                <a:gd name="connsiteY1398" fmla="*/ 159016 h 450817"/>
                <a:gd name="connsiteX1399" fmla="*/ 570489 w 673767"/>
                <a:gd name="connsiteY1399" fmla="*/ 157376 h 450817"/>
                <a:gd name="connsiteX1400" fmla="*/ 567210 w 673767"/>
                <a:gd name="connsiteY1400" fmla="*/ 157376 h 450817"/>
                <a:gd name="connsiteX1401" fmla="*/ 563932 w 673767"/>
                <a:gd name="connsiteY1401" fmla="*/ 157376 h 450817"/>
                <a:gd name="connsiteX1402" fmla="*/ 559014 w 673767"/>
                <a:gd name="connsiteY1402" fmla="*/ 157376 h 450817"/>
                <a:gd name="connsiteX1403" fmla="*/ 555735 w 673767"/>
                <a:gd name="connsiteY1403" fmla="*/ 157376 h 450817"/>
                <a:gd name="connsiteX1404" fmla="*/ 552456 w 673767"/>
                <a:gd name="connsiteY1404" fmla="*/ 159016 h 450817"/>
                <a:gd name="connsiteX1405" fmla="*/ 549178 w 673767"/>
                <a:gd name="connsiteY1405" fmla="*/ 157376 h 450817"/>
                <a:gd name="connsiteX1406" fmla="*/ 544260 w 673767"/>
                <a:gd name="connsiteY1406" fmla="*/ 155737 h 450817"/>
                <a:gd name="connsiteX1407" fmla="*/ 540981 w 673767"/>
                <a:gd name="connsiteY1407" fmla="*/ 154098 h 450817"/>
                <a:gd name="connsiteX1408" fmla="*/ 537702 w 673767"/>
                <a:gd name="connsiteY1408" fmla="*/ 154098 h 450817"/>
                <a:gd name="connsiteX1409" fmla="*/ 532784 w 673767"/>
                <a:gd name="connsiteY1409" fmla="*/ 154098 h 450817"/>
                <a:gd name="connsiteX1410" fmla="*/ 529506 w 673767"/>
                <a:gd name="connsiteY1410" fmla="*/ 154098 h 450817"/>
                <a:gd name="connsiteX1411" fmla="*/ 526227 w 673767"/>
                <a:gd name="connsiteY1411" fmla="*/ 155737 h 450817"/>
                <a:gd name="connsiteX1412" fmla="*/ 521309 w 673767"/>
                <a:gd name="connsiteY1412" fmla="*/ 155737 h 450817"/>
                <a:gd name="connsiteX1413" fmla="*/ 518030 w 673767"/>
                <a:gd name="connsiteY1413" fmla="*/ 155737 h 450817"/>
                <a:gd name="connsiteX1414" fmla="*/ 514752 w 673767"/>
                <a:gd name="connsiteY1414" fmla="*/ 155737 h 450817"/>
                <a:gd name="connsiteX1415" fmla="*/ 509834 w 673767"/>
                <a:gd name="connsiteY1415" fmla="*/ 155737 h 450817"/>
                <a:gd name="connsiteX1416" fmla="*/ 506555 w 673767"/>
                <a:gd name="connsiteY1416" fmla="*/ 155737 h 450817"/>
                <a:gd name="connsiteX1417" fmla="*/ 503276 w 673767"/>
                <a:gd name="connsiteY1417" fmla="*/ 155737 h 450817"/>
                <a:gd name="connsiteX1418" fmla="*/ 498358 w 673767"/>
                <a:gd name="connsiteY1418" fmla="*/ 155737 h 450817"/>
                <a:gd name="connsiteX1419" fmla="*/ 496719 w 673767"/>
                <a:gd name="connsiteY1419" fmla="*/ 155737 h 450817"/>
                <a:gd name="connsiteX1420" fmla="*/ 498358 w 673767"/>
                <a:gd name="connsiteY1420" fmla="*/ 155737 h 450817"/>
                <a:gd name="connsiteX1421" fmla="*/ 501637 w 673767"/>
                <a:gd name="connsiteY1421" fmla="*/ 155737 h 450817"/>
                <a:gd name="connsiteX1422" fmla="*/ 504916 w 673767"/>
                <a:gd name="connsiteY1422" fmla="*/ 154098 h 450817"/>
                <a:gd name="connsiteX1423" fmla="*/ 508194 w 673767"/>
                <a:gd name="connsiteY1423" fmla="*/ 154098 h 450817"/>
                <a:gd name="connsiteX1424" fmla="*/ 513112 w 673767"/>
                <a:gd name="connsiteY1424" fmla="*/ 155737 h 450817"/>
                <a:gd name="connsiteX1425" fmla="*/ 516391 w 673767"/>
                <a:gd name="connsiteY1425" fmla="*/ 155737 h 450817"/>
                <a:gd name="connsiteX1426" fmla="*/ 521309 w 673767"/>
                <a:gd name="connsiteY1426" fmla="*/ 155737 h 450817"/>
                <a:gd name="connsiteX1427" fmla="*/ 524588 w 673767"/>
                <a:gd name="connsiteY1427" fmla="*/ 154098 h 450817"/>
                <a:gd name="connsiteX1428" fmla="*/ 529506 w 673767"/>
                <a:gd name="connsiteY1428" fmla="*/ 154098 h 450817"/>
                <a:gd name="connsiteX1429" fmla="*/ 532784 w 673767"/>
                <a:gd name="connsiteY1429" fmla="*/ 152458 h 450817"/>
                <a:gd name="connsiteX1430" fmla="*/ 537702 w 673767"/>
                <a:gd name="connsiteY1430" fmla="*/ 150819 h 450817"/>
                <a:gd name="connsiteX1431" fmla="*/ 540981 w 673767"/>
                <a:gd name="connsiteY1431" fmla="*/ 152458 h 450817"/>
                <a:gd name="connsiteX1432" fmla="*/ 544260 w 673767"/>
                <a:gd name="connsiteY1432" fmla="*/ 152458 h 450817"/>
                <a:gd name="connsiteX1433" fmla="*/ 549178 w 673767"/>
                <a:gd name="connsiteY1433" fmla="*/ 150819 h 450817"/>
                <a:gd name="connsiteX1434" fmla="*/ 552456 w 673767"/>
                <a:gd name="connsiteY1434" fmla="*/ 149180 h 450817"/>
                <a:gd name="connsiteX1435" fmla="*/ 557375 w 673767"/>
                <a:gd name="connsiteY1435" fmla="*/ 147540 h 450817"/>
                <a:gd name="connsiteX1436" fmla="*/ 560653 w 673767"/>
                <a:gd name="connsiteY1436" fmla="*/ 147540 h 450817"/>
                <a:gd name="connsiteX1437" fmla="*/ 565571 w 673767"/>
                <a:gd name="connsiteY1437" fmla="*/ 145901 h 450817"/>
                <a:gd name="connsiteX1438" fmla="*/ 568850 w 673767"/>
                <a:gd name="connsiteY1438" fmla="*/ 147540 h 450817"/>
                <a:gd name="connsiteX1439" fmla="*/ 572128 w 673767"/>
                <a:gd name="connsiteY1439" fmla="*/ 147540 h 450817"/>
                <a:gd name="connsiteX1440" fmla="*/ 575407 w 673767"/>
                <a:gd name="connsiteY1440" fmla="*/ 149180 h 450817"/>
                <a:gd name="connsiteX1441" fmla="*/ 580325 w 673767"/>
                <a:gd name="connsiteY1441" fmla="*/ 149180 h 450817"/>
                <a:gd name="connsiteX1442" fmla="*/ 583604 w 673767"/>
                <a:gd name="connsiteY1442" fmla="*/ 145901 h 450817"/>
                <a:gd name="connsiteX1443" fmla="*/ 585243 w 673767"/>
                <a:gd name="connsiteY1443" fmla="*/ 142622 h 450817"/>
                <a:gd name="connsiteX1444" fmla="*/ 583604 w 673767"/>
                <a:gd name="connsiteY1444" fmla="*/ 137704 h 450817"/>
                <a:gd name="connsiteX1445" fmla="*/ 581965 w 673767"/>
                <a:gd name="connsiteY1445" fmla="*/ 134426 h 450817"/>
                <a:gd name="connsiteX1446" fmla="*/ 578686 w 673767"/>
                <a:gd name="connsiteY1446" fmla="*/ 131147 h 450817"/>
                <a:gd name="connsiteX1447" fmla="*/ 575407 w 673767"/>
                <a:gd name="connsiteY1447" fmla="*/ 127868 h 450817"/>
                <a:gd name="connsiteX1448" fmla="*/ 570489 w 673767"/>
                <a:gd name="connsiteY1448" fmla="*/ 126229 h 450817"/>
                <a:gd name="connsiteX1449" fmla="*/ 567210 w 673767"/>
                <a:gd name="connsiteY1449" fmla="*/ 127868 h 450817"/>
                <a:gd name="connsiteX1450" fmla="*/ 562292 w 673767"/>
                <a:gd name="connsiteY1450" fmla="*/ 129508 h 450817"/>
                <a:gd name="connsiteX1451" fmla="*/ 559014 w 673767"/>
                <a:gd name="connsiteY1451" fmla="*/ 132786 h 450817"/>
                <a:gd name="connsiteX1452" fmla="*/ 555735 w 673767"/>
                <a:gd name="connsiteY1452" fmla="*/ 136065 h 450817"/>
                <a:gd name="connsiteX1453" fmla="*/ 552456 w 673767"/>
                <a:gd name="connsiteY1453" fmla="*/ 136065 h 450817"/>
                <a:gd name="connsiteX1454" fmla="*/ 549178 w 673767"/>
                <a:gd name="connsiteY1454" fmla="*/ 137704 h 450817"/>
                <a:gd name="connsiteX1455" fmla="*/ 544260 w 673767"/>
                <a:gd name="connsiteY1455" fmla="*/ 140983 h 450817"/>
                <a:gd name="connsiteX1456" fmla="*/ 540981 w 673767"/>
                <a:gd name="connsiteY1456" fmla="*/ 139344 h 450817"/>
                <a:gd name="connsiteX1457" fmla="*/ 537702 w 673767"/>
                <a:gd name="connsiteY1457" fmla="*/ 139344 h 450817"/>
                <a:gd name="connsiteX1458" fmla="*/ 532784 w 673767"/>
                <a:gd name="connsiteY1458" fmla="*/ 140983 h 450817"/>
                <a:gd name="connsiteX1459" fmla="*/ 529506 w 673767"/>
                <a:gd name="connsiteY1459" fmla="*/ 142622 h 450817"/>
                <a:gd name="connsiteX1460" fmla="*/ 526227 w 673767"/>
                <a:gd name="connsiteY1460" fmla="*/ 144262 h 450817"/>
                <a:gd name="connsiteX1461" fmla="*/ 521309 w 673767"/>
                <a:gd name="connsiteY1461" fmla="*/ 145901 h 450817"/>
                <a:gd name="connsiteX1462" fmla="*/ 518030 w 673767"/>
                <a:gd name="connsiteY1462" fmla="*/ 145901 h 450817"/>
                <a:gd name="connsiteX1463" fmla="*/ 514752 w 673767"/>
                <a:gd name="connsiteY1463" fmla="*/ 145901 h 450817"/>
                <a:gd name="connsiteX1464" fmla="*/ 509834 w 673767"/>
                <a:gd name="connsiteY1464" fmla="*/ 145901 h 450817"/>
                <a:gd name="connsiteX1465" fmla="*/ 506555 w 673767"/>
                <a:gd name="connsiteY1465" fmla="*/ 149180 h 450817"/>
                <a:gd name="connsiteX1466" fmla="*/ 501637 w 673767"/>
                <a:gd name="connsiteY1466" fmla="*/ 150819 h 450817"/>
                <a:gd name="connsiteX1467" fmla="*/ 499998 w 673767"/>
                <a:gd name="connsiteY1467" fmla="*/ 152458 h 450817"/>
                <a:gd name="connsiteX1468" fmla="*/ 499998 w 673767"/>
                <a:gd name="connsiteY1468" fmla="*/ 150819 h 450817"/>
                <a:gd name="connsiteX1469" fmla="*/ 499998 w 673767"/>
                <a:gd name="connsiteY1469" fmla="*/ 150819 h 450817"/>
                <a:gd name="connsiteX1470" fmla="*/ 501637 w 673767"/>
                <a:gd name="connsiteY1470" fmla="*/ 150819 h 450817"/>
                <a:gd name="connsiteX1471" fmla="*/ 504916 w 673767"/>
                <a:gd name="connsiteY1471" fmla="*/ 149180 h 450817"/>
                <a:gd name="connsiteX1472" fmla="*/ 508194 w 673767"/>
                <a:gd name="connsiteY1472" fmla="*/ 145901 h 450817"/>
                <a:gd name="connsiteX1473" fmla="*/ 513112 w 673767"/>
                <a:gd name="connsiteY1473" fmla="*/ 144262 h 450817"/>
                <a:gd name="connsiteX1474" fmla="*/ 516391 w 673767"/>
                <a:gd name="connsiteY1474" fmla="*/ 144262 h 450817"/>
                <a:gd name="connsiteX1475" fmla="*/ 521309 w 673767"/>
                <a:gd name="connsiteY1475" fmla="*/ 144262 h 450817"/>
                <a:gd name="connsiteX1476" fmla="*/ 524588 w 673767"/>
                <a:gd name="connsiteY1476" fmla="*/ 144262 h 450817"/>
                <a:gd name="connsiteX1477" fmla="*/ 527866 w 673767"/>
                <a:gd name="connsiteY1477" fmla="*/ 140983 h 450817"/>
                <a:gd name="connsiteX1478" fmla="*/ 531145 w 673767"/>
                <a:gd name="connsiteY1478" fmla="*/ 139344 h 450817"/>
                <a:gd name="connsiteX1479" fmla="*/ 536063 w 673767"/>
                <a:gd name="connsiteY1479" fmla="*/ 139344 h 450817"/>
                <a:gd name="connsiteX1480" fmla="*/ 537702 w 673767"/>
                <a:gd name="connsiteY1480" fmla="*/ 137704 h 450817"/>
                <a:gd name="connsiteX1481" fmla="*/ 540981 w 673767"/>
                <a:gd name="connsiteY1481" fmla="*/ 137704 h 450817"/>
                <a:gd name="connsiteX1482" fmla="*/ 545899 w 673767"/>
                <a:gd name="connsiteY1482" fmla="*/ 136065 h 450817"/>
                <a:gd name="connsiteX1483" fmla="*/ 549178 w 673767"/>
                <a:gd name="connsiteY1483" fmla="*/ 132786 h 450817"/>
                <a:gd name="connsiteX1484" fmla="*/ 545899 w 673767"/>
                <a:gd name="connsiteY1484" fmla="*/ 131147 h 450817"/>
                <a:gd name="connsiteX1485" fmla="*/ 540981 w 673767"/>
                <a:gd name="connsiteY1485" fmla="*/ 131147 h 450817"/>
                <a:gd name="connsiteX1486" fmla="*/ 537702 w 673767"/>
                <a:gd name="connsiteY1486" fmla="*/ 131147 h 450817"/>
                <a:gd name="connsiteX1487" fmla="*/ 534424 w 673767"/>
                <a:gd name="connsiteY1487" fmla="*/ 131147 h 450817"/>
                <a:gd name="connsiteX1488" fmla="*/ 529506 w 673767"/>
                <a:gd name="connsiteY1488" fmla="*/ 132786 h 450817"/>
                <a:gd name="connsiteX1489" fmla="*/ 526227 w 673767"/>
                <a:gd name="connsiteY1489" fmla="*/ 132786 h 450817"/>
                <a:gd name="connsiteX1490" fmla="*/ 521309 w 673767"/>
                <a:gd name="connsiteY1490" fmla="*/ 132786 h 450817"/>
                <a:gd name="connsiteX1491" fmla="*/ 518030 w 673767"/>
                <a:gd name="connsiteY1491" fmla="*/ 134426 h 450817"/>
                <a:gd name="connsiteX1492" fmla="*/ 516391 w 673767"/>
                <a:gd name="connsiteY1492" fmla="*/ 137704 h 450817"/>
                <a:gd name="connsiteX1493" fmla="*/ 513112 w 673767"/>
                <a:gd name="connsiteY1493" fmla="*/ 139344 h 450817"/>
                <a:gd name="connsiteX1494" fmla="*/ 508194 w 673767"/>
                <a:gd name="connsiteY1494" fmla="*/ 139344 h 450817"/>
                <a:gd name="connsiteX1495" fmla="*/ 508194 w 673767"/>
                <a:gd name="connsiteY1495" fmla="*/ 139344 h 450817"/>
                <a:gd name="connsiteX1496" fmla="*/ 504916 w 673767"/>
                <a:gd name="connsiteY1496" fmla="*/ 140983 h 450817"/>
                <a:gd name="connsiteX1497" fmla="*/ 501637 w 673767"/>
                <a:gd name="connsiteY1497" fmla="*/ 142622 h 450817"/>
                <a:gd name="connsiteX1498" fmla="*/ 496719 w 673767"/>
                <a:gd name="connsiteY1498" fmla="*/ 144262 h 450817"/>
                <a:gd name="connsiteX1499" fmla="*/ 493440 w 673767"/>
                <a:gd name="connsiteY1499" fmla="*/ 144262 h 450817"/>
                <a:gd name="connsiteX1500" fmla="*/ 496719 w 673767"/>
                <a:gd name="connsiteY1500" fmla="*/ 142622 h 450817"/>
                <a:gd name="connsiteX1501" fmla="*/ 501637 w 673767"/>
                <a:gd name="connsiteY1501" fmla="*/ 140983 h 450817"/>
                <a:gd name="connsiteX1502" fmla="*/ 504916 w 673767"/>
                <a:gd name="connsiteY1502" fmla="*/ 139344 h 450817"/>
                <a:gd name="connsiteX1503" fmla="*/ 508194 w 673767"/>
                <a:gd name="connsiteY1503" fmla="*/ 139344 h 450817"/>
                <a:gd name="connsiteX1504" fmla="*/ 509834 w 673767"/>
                <a:gd name="connsiteY1504" fmla="*/ 139344 h 450817"/>
                <a:gd name="connsiteX1505" fmla="*/ 513112 w 673767"/>
                <a:gd name="connsiteY1505" fmla="*/ 139344 h 450817"/>
                <a:gd name="connsiteX1506" fmla="*/ 514752 w 673767"/>
                <a:gd name="connsiteY1506" fmla="*/ 137704 h 450817"/>
                <a:gd name="connsiteX1507" fmla="*/ 511473 w 673767"/>
                <a:gd name="connsiteY1507" fmla="*/ 136065 h 450817"/>
                <a:gd name="connsiteX1508" fmla="*/ 506555 w 673767"/>
                <a:gd name="connsiteY1508" fmla="*/ 137704 h 450817"/>
                <a:gd name="connsiteX1509" fmla="*/ 511473 w 673767"/>
                <a:gd name="connsiteY1509" fmla="*/ 136065 h 450817"/>
                <a:gd name="connsiteX1510" fmla="*/ 511473 w 673767"/>
                <a:gd name="connsiteY1510" fmla="*/ 136065 h 450817"/>
                <a:gd name="connsiteX1511" fmla="*/ 514752 w 673767"/>
                <a:gd name="connsiteY1511" fmla="*/ 134426 h 450817"/>
                <a:gd name="connsiteX1512" fmla="*/ 519670 w 673767"/>
                <a:gd name="connsiteY1512" fmla="*/ 132786 h 450817"/>
                <a:gd name="connsiteX1513" fmla="*/ 522948 w 673767"/>
                <a:gd name="connsiteY1513" fmla="*/ 131147 h 450817"/>
                <a:gd name="connsiteX1514" fmla="*/ 526227 w 673767"/>
                <a:gd name="connsiteY1514" fmla="*/ 131147 h 450817"/>
                <a:gd name="connsiteX1515" fmla="*/ 531145 w 673767"/>
                <a:gd name="connsiteY1515" fmla="*/ 129508 h 450817"/>
                <a:gd name="connsiteX1516" fmla="*/ 534424 w 673767"/>
                <a:gd name="connsiteY1516" fmla="*/ 129508 h 450817"/>
                <a:gd name="connsiteX1517" fmla="*/ 537702 w 673767"/>
                <a:gd name="connsiteY1517" fmla="*/ 127868 h 450817"/>
                <a:gd name="connsiteX1518" fmla="*/ 542620 w 673767"/>
                <a:gd name="connsiteY1518" fmla="*/ 127868 h 450817"/>
                <a:gd name="connsiteX1519" fmla="*/ 545899 w 673767"/>
                <a:gd name="connsiteY1519" fmla="*/ 127868 h 450817"/>
                <a:gd name="connsiteX1520" fmla="*/ 550817 w 673767"/>
                <a:gd name="connsiteY1520" fmla="*/ 126229 h 450817"/>
                <a:gd name="connsiteX1521" fmla="*/ 554096 w 673767"/>
                <a:gd name="connsiteY1521" fmla="*/ 126229 h 450817"/>
                <a:gd name="connsiteX1522" fmla="*/ 557375 w 673767"/>
                <a:gd name="connsiteY1522" fmla="*/ 122950 h 450817"/>
                <a:gd name="connsiteX1523" fmla="*/ 562292 w 673767"/>
                <a:gd name="connsiteY1523" fmla="*/ 121311 h 450817"/>
                <a:gd name="connsiteX1524" fmla="*/ 565571 w 673767"/>
                <a:gd name="connsiteY1524" fmla="*/ 122950 h 450817"/>
                <a:gd name="connsiteX1525" fmla="*/ 568850 w 673767"/>
                <a:gd name="connsiteY1525" fmla="*/ 119672 h 450817"/>
                <a:gd name="connsiteX1526" fmla="*/ 568850 w 673767"/>
                <a:gd name="connsiteY1526" fmla="*/ 116393 h 450817"/>
                <a:gd name="connsiteX1527" fmla="*/ 565571 w 673767"/>
                <a:gd name="connsiteY1527" fmla="*/ 114754 h 450817"/>
                <a:gd name="connsiteX1528" fmla="*/ 560653 w 673767"/>
                <a:gd name="connsiteY1528" fmla="*/ 114754 h 450817"/>
                <a:gd name="connsiteX1529" fmla="*/ 557375 w 673767"/>
                <a:gd name="connsiteY1529" fmla="*/ 113114 h 450817"/>
                <a:gd name="connsiteX1530" fmla="*/ 554096 w 673767"/>
                <a:gd name="connsiteY1530" fmla="*/ 111475 h 450817"/>
                <a:gd name="connsiteX1531" fmla="*/ 549178 w 673767"/>
                <a:gd name="connsiteY1531" fmla="*/ 109836 h 450817"/>
                <a:gd name="connsiteX1532" fmla="*/ 545899 w 673767"/>
                <a:gd name="connsiteY1532" fmla="*/ 109836 h 450817"/>
                <a:gd name="connsiteX1533" fmla="*/ 540981 w 673767"/>
                <a:gd name="connsiteY1533" fmla="*/ 109836 h 450817"/>
                <a:gd name="connsiteX1534" fmla="*/ 537702 w 673767"/>
                <a:gd name="connsiteY1534" fmla="*/ 113114 h 450817"/>
                <a:gd name="connsiteX1535" fmla="*/ 534424 w 673767"/>
                <a:gd name="connsiteY1535" fmla="*/ 113114 h 450817"/>
                <a:gd name="connsiteX1536" fmla="*/ 529506 w 673767"/>
                <a:gd name="connsiteY1536" fmla="*/ 114754 h 450817"/>
                <a:gd name="connsiteX1537" fmla="*/ 526227 w 673767"/>
                <a:gd name="connsiteY1537" fmla="*/ 114754 h 450817"/>
                <a:gd name="connsiteX1538" fmla="*/ 522948 w 673767"/>
                <a:gd name="connsiteY1538" fmla="*/ 114754 h 450817"/>
                <a:gd name="connsiteX1539" fmla="*/ 518030 w 673767"/>
                <a:gd name="connsiteY1539" fmla="*/ 116393 h 450817"/>
                <a:gd name="connsiteX1540" fmla="*/ 514752 w 673767"/>
                <a:gd name="connsiteY1540" fmla="*/ 116393 h 450817"/>
                <a:gd name="connsiteX1541" fmla="*/ 514752 w 673767"/>
                <a:gd name="connsiteY1541" fmla="*/ 119672 h 450817"/>
                <a:gd name="connsiteX1542" fmla="*/ 511473 w 673767"/>
                <a:gd name="connsiteY1542" fmla="*/ 121311 h 450817"/>
                <a:gd name="connsiteX1543" fmla="*/ 513112 w 673767"/>
                <a:gd name="connsiteY1543" fmla="*/ 116393 h 450817"/>
                <a:gd name="connsiteX1544" fmla="*/ 516391 w 673767"/>
                <a:gd name="connsiteY1544" fmla="*/ 114754 h 450817"/>
                <a:gd name="connsiteX1545" fmla="*/ 521309 w 673767"/>
                <a:gd name="connsiteY1545" fmla="*/ 114754 h 450817"/>
                <a:gd name="connsiteX1546" fmla="*/ 524588 w 673767"/>
                <a:gd name="connsiteY1546" fmla="*/ 113114 h 450817"/>
                <a:gd name="connsiteX1547" fmla="*/ 527866 w 673767"/>
                <a:gd name="connsiteY1547" fmla="*/ 111475 h 450817"/>
                <a:gd name="connsiteX1548" fmla="*/ 529506 w 673767"/>
                <a:gd name="connsiteY1548" fmla="*/ 111475 h 450817"/>
                <a:gd name="connsiteX1549" fmla="*/ 532784 w 673767"/>
                <a:gd name="connsiteY1549" fmla="*/ 109836 h 450817"/>
                <a:gd name="connsiteX1550" fmla="*/ 536063 w 673767"/>
                <a:gd name="connsiteY1550" fmla="*/ 108196 h 450817"/>
                <a:gd name="connsiteX1551" fmla="*/ 532784 w 673767"/>
                <a:gd name="connsiteY1551" fmla="*/ 106557 h 450817"/>
                <a:gd name="connsiteX1552" fmla="*/ 532784 w 673767"/>
                <a:gd name="connsiteY1552" fmla="*/ 106557 h 450817"/>
                <a:gd name="connsiteX1553" fmla="*/ 529506 w 673767"/>
                <a:gd name="connsiteY1553" fmla="*/ 108196 h 450817"/>
                <a:gd name="connsiteX1554" fmla="*/ 524588 w 673767"/>
                <a:gd name="connsiteY1554" fmla="*/ 108196 h 450817"/>
                <a:gd name="connsiteX1555" fmla="*/ 521309 w 673767"/>
                <a:gd name="connsiteY1555" fmla="*/ 109836 h 450817"/>
                <a:gd name="connsiteX1556" fmla="*/ 518030 w 673767"/>
                <a:gd name="connsiteY1556" fmla="*/ 109836 h 450817"/>
                <a:gd name="connsiteX1557" fmla="*/ 514752 w 673767"/>
                <a:gd name="connsiteY1557" fmla="*/ 111475 h 450817"/>
                <a:gd name="connsiteX1558" fmla="*/ 509834 w 673767"/>
                <a:gd name="connsiteY1558" fmla="*/ 113114 h 450817"/>
                <a:gd name="connsiteX1559" fmla="*/ 506555 w 673767"/>
                <a:gd name="connsiteY1559" fmla="*/ 114754 h 450817"/>
                <a:gd name="connsiteX1560" fmla="*/ 501637 w 673767"/>
                <a:gd name="connsiteY1560" fmla="*/ 114754 h 450817"/>
                <a:gd name="connsiteX1561" fmla="*/ 498358 w 673767"/>
                <a:gd name="connsiteY1561" fmla="*/ 116393 h 450817"/>
                <a:gd name="connsiteX1562" fmla="*/ 493440 w 673767"/>
                <a:gd name="connsiteY1562" fmla="*/ 119672 h 450817"/>
                <a:gd name="connsiteX1563" fmla="*/ 490162 w 673767"/>
                <a:gd name="connsiteY1563" fmla="*/ 122950 h 450817"/>
                <a:gd name="connsiteX1564" fmla="*/ 486883 w 673767"/>
                <a:gd name="connsiteY1564" fmla="*/ 124590 h 450817"/>
                <a:gd name="connsiteX1565" fmla="*/ 481965 w 673767"/>
                <a:gd name="connsiteY1565" fmla="*/ 129508 h 450817"/>
                <a:gd name="connsiteX1566" fmla="*/ 478686 w 673767"/>
                <a:gd name="connsiteY1566" fmla="*/ 131147 h 450817"/>
                <a:gd name="connsiteX1567" fmla="*/ 475408 w 673767"/>
                <a:gd name="connsiteY1567" fmla="*/ 134426 h 450817"/>
                <a:gd name="connsiteX1568" fmla="*/ 473768 w 673767"/>
                <a:gd name="connsiteY1568" fmla="*/ 134426 h 450817"/>
                <a:gd name="connsiteX1569" fmla="*/ 468850 w 673767"/>
                <a:gd name="connsiteY1569" fmla="*/ 136065 h 450817"/>
                <a:gd name="connsiteX1570" fmla="*/ 473768 w 673767"/>
                <a:gd name="connsiteY1570" fmla="*/ 134426 h 450817"/>
                <a:gd name="connsiteX1571" fmla="*/ 477047 w 673767"/>
                <a:gd name="connsiteY1571" fmla="*/ 131147 h 450817"/>
                <a:gd name="connsiteX1572" fmla="*/ 480325 w 673767"/>
                <a:gd name="connsiteY1572" fmla="*/ 129508 h 450817"/>
                <a:gd name="connsiteX1573" fmla="*/ 483604 w 673767"/>
                <a:gd name="connsiteY1573" fmla="*/ 126229 h 450817"/>
                <a:gd name="connsiteX1574" fmla="*/ 486883 w 673767"/>
                <a:gd name="connsiteY1574" fmla="*/ 122950 h 450817"/>
                <a:gd name="connsiteX1575" fmla="*/ 491801 w 673767"/>
                <a:gd name="connsiteY1575" fmla="*/ 119672 h 450817"/>
                <a:gd name="connsiteX1576" fmla="*/ 486883 w 673767"/>
                <a:gd name="connsiteY1576" fmla="*/ 118032 h 450817"/>
                <a:gd name="connsiteX1577" fmla="*/ 483604 w 673767"/>
                <a:gd name="connsiteY1577" fmla="*/ 116393 h 450817"/>
                <a:gd name="connsiteX1578" fmla="*/ 480325 w 673767"/>
                <a:gd name="connsiteY1578" fmla="*/ 119672 h 450817"/>
                <a:gd name="connsiteX1579" fmla="*/ 475408 w 673767"/>
                <a:gd name="connsiteY1579" fmla="*/ 122950 h 450817"/>
                <a:gd name="connsiteX1580" fmla="*/ 472129 w 673767"/>
                <a:gd name="connsiteY1580" fmla="*/ 126229 h 450817"/>
                <a:gd name="connsiteX1581" fmla="*/ 468850 w 673767"/>
                <a:gd name="connsiteY1581" fmla="*/ 127868 h 450817"/>
                <a:gd name="connsiteX1582" fmla="*/ 467211 w 673767"/>
                <a:gd name="connsiteY1582" fmla="*/ 127868 h 450817"/>
                <a:gd name="connsiteX1583" fmla="*/ 470490 w 673767"/>
                <a:gd name="connsiteY1583" fmla="*/ 126229 h 450817"/>
                <a:gd name="connsiteX1584" fmla="*/ 467211 w 673767"/>
                <a:gd name="connsiteY1584" fmla="*/ 122950 h 450817"/>
                <a:gd name="connsiteX1585" fmla="*/ 470490 w 673767"/>
                <a:gd name="connsiteY1585" fmla="*/ 122950 h 450817"/>
                <a:gd name="connsiteX1586" fmla="*/ 473768 w 673767"/>
                <a:gd name="connsiteY1586" fmla="*/ 121311 h 450817"/>
                <a:gd name="connsiteX1587" fmla="*/ 478686 w 673767"/>
                <a:gd name="connsiteY1587" fmla="*/ 119672 h 450817"/>
                <a:gd name="connsiteX1588" fmla="*/ 481965 w 673767"/>
                <a:gd name="connsiteY1588" fmla="*/ 116393 h 450817"/>
                <a:gd name="connsiteX1589" fmla="*/ 485244 w 673767"/>
                <a:gd name="connsiteY1589" fmla="*/ 116393 h 450817"/>
                <a:gd name="connsiteX1590" fmla="*/ 490162 w 673767"/>
                <a:gd name="connsiteY1590" fmla="*/ 116393 h 450817"/>
                <a:gd name="connsiteX1591" fmla="*/ 493440 w 673767"/>
                <a:gd name="connsiteY1591" fmla="*/ 116393 h 450817"/>
                <a:gd name="connsiteX1592" fmla="*/ 496719 w 673767"/>
                <a:gd name="connsiteY1592" fmla="*/ 114754 h 450817"/>
                <a:gd name="connsiteX1593" fmla="*/ 501637 w 673767"/>
                <a:gd name="connsiteY1593" fmla="*/ 113114 h 450817"/>
                <a:gd name="connsiteX1594" fmla="*/ 504916 w 673767"/>
                <a:gd name="connsiteY1594" fmla="*/ 111475 h 450817"/>
                <a:gd name="connsiteX1595" fmla="*/ 509834 w 673767"/>
                <a:gd name="connsiteY1595" fmla="*/ 111475 h 450817"/>
                <a:gd name="connsiteX1596" fmla="*/ 513112 w 673767"/>
                <a:gd name="connsiteY1596" fmla="*/ 108196 h 450817"/>
                <a:gd name="connsiteX1597" fmla="*/ 516391 w 673767"/>
                <a:gd name="connsiteY1597" fmla="*/ 106557 h 450817"/>
                <a:gd name="connsiteX1598" fmla="*/ 521309 w 673767"/>
                <a:gd name="connsiteY1598" fmla="*/ 104918 h 450817"/>
                <a:gd name="connsiteX1599" fmla="*/ 521309 w 673767"/>
                <a:gd name="connsiteY1599" fmla="*/ 100000 h 450817"/>
                <a:gd name="connsiteX1600" fmla="*/ 518030 w 673767"/>
                <a:gd name="connsiteY1600" fmla="*/ 96721 h 450817"/>
                <a:gd name="connsiteX1601" fmla="*/ 513112 w 673767"/>
                <a:gd name="connsiteY1601" fmla="*/ 98360 h 450817"/>
                <a:gd name="connsiteX1602" fmla="*/ 509834 w 673767"/>
                <a:gd name="connsiteY1602" fmla="*/ 100000 h 450817"/>
                <a:gd name="connsiteX1603" fmla="*/ 504916 w 673767"/>
                <a:gd name="connsiteY1603" fmla="*/ 101639 h 450817"/>
                <a:gd name="connsiteX1604" fmla="*/ 501637 w 673767"/>
                <a:gd name="connsiteY1604" fmla="*/ 103278 h 450817"/>
                <a:gd name="connsiteX1605" fmla="*/ 498358 w 673767"/>
                <a:gd name="connsiteY1605" fmla="*/ 106557 h 450817"/>
                <a:gd name="connsiteX1606" fmla="*/ 493440 w 673767"/>
                <a:gd name="connsiteY1606" fmla="*/ 106557 h 450817"/>
                <a:gd name="connsiteX1607" fmla="*/ 488522 w 673767"/>
                <a:gd name="connsiteY1607" fmla="*/ 106557 h 450817"/>
                <a:gd name="connsiteX1608" fmla="*/ 485244 w 673767"/>
                <a:gd name="connsiteY1608" fmla="*/ 108196 h 450817"/>
                <a:gd name="connsiteX1609" fmla="*/ 481965 w 673767"/>
                <a:gd name="connsiteY1609" fmla="*/ 108196 h 450817"/>
                <a:gd name="connsiteX1610" fmla="*/ 478686 w 673767"/>
                <a:gd name="connsiteY1610" fmla="*/ 109836 h 450817"/>
                <a:gd name="connsiteX1611" fmla="*/ 473768 w 673767"/>
                <a:gd name="connsiteY1611" fmla="*/ 109836 h 450817"/>
                <a:gd name="connsiteX1612" fmla="*/ 468850 w 673767"/>
                <a:gd name="connsiteY1612" fmla="*/ 109836 h 450817"/>
                <a:gd name="connsiteX1613" fmla="*/ 465572 w 673767"/>
                <a:gd name="connsiteY1613" fmla="*/ 113114 h 450817"/>
                <a:gd name="connsiteX1614" fmla="*/ 462293 w 673767"/>
                <a:gd name="connsiteY1614" fmla="*/ 114754 h 450817"/>
                <a:gd name="connsiteX1615" fmla="*/ 457375 w 673767"/>
                <a:gd name="connsiteY1615" fmla="*/ 114754 h 450817"/>
                <a:gd name="connsiteX1616" fmla="*/ 454096 w 673767"/>
                <a:gd name="connsiteY1616" fmla="*/ 114754 h 450817"/>
                <a:gd name="connsiteX1617" fmla="*/ 459014 w 673767"/>
                <a:gd name="connsiteY1617" fmla="*/ 114754 h 450817"/>
                <a:gd name="connsiteX1618" fmla="*/ 462293 w 673767"/>
                <a:gd name="connsiteY1618" fmla="*/ 113114 h 450817"/>
                <a:gd name="connsiteX1619" fmla="*/ 465572 w 673767"/>
                <a:gd name="connsiteY1619" fmla="*/ 111475 h 450817"/>
                <a:gd name="connsiteX1620" fmla="*/ 470490 w 673767"/>
                <a:gd name="connsiteY1620" fmla="*/ 108196 h 450817"/>
                <a:gd name="connsiteX1621" fmla="*/ 465572 w 673767"/>
                <a:gd name="connsiteY1621" fmla="*/ 108196 h 450817"/>
                <a:gd name="connsiteX1622" fmla="*/ 462293 w 673767"/>
                <a:gd name="connsiteY1622" fmla="*/ 108196 h 450817"/>
                <a:gd name="connsiteX1623" fmla="*/ 459014 w 673767"/>
                <a:gd name="connsiteY1623" fmla="*/ 108196 h 450817"/>
                <a:gd name="connsiteX1624" fmla="*/ 462293 w 673767"/>
                <a:gd name="connsiteY1624" fmla="*/ 108196 h 450817"/>
                <a:gd name="connsiteX1625" fmla="*/ 465572 w 673767"/>
                <a:gd name="connsiteY1625" fmla="*/ 106557 h 450817"/>
                <a:gd name="connsiteX1626" fmla="*/ 468850 w 673767"/>
                <a:gd name="connsiteY1626" fmla="*/ 106557 h 450817"/>
                <a:gd name="connsiteX1627" fmla="*/ 473768 w 673767"/>
                <a:gd name="connsiteY1627" fmla="*/ 103278 h 450817"/>
                <a:gd name="connsiteX1628" fmla="*/ 477047 w 673767"/>
                <a:gd name="connsiteY1628" fmla="*/ 101639 h 450817"/>
                <a:gd name="connsiteX1629" fmla="*/ 481965 w 673767"/>
                <a:gd name="connsiteY1629" fmla="*/ 100000 h 450817"/>
                <a:gd name="connsiteX1630" fmla="*/ 485244 w 673767"/>
                <a:gd name="connsiteY1630" fmla="*/ 98360 h 450817"/>
                <a:gd name="connsiteX1631" fmla="*/ 488522 w 673767"/>
                <a:gd name="connsiteY1631" fmla="*/ 98360 h 450817"/>
                <a:gd name="connsiteX1632" fmla="*/ 493440 w 673767"/>
                <a:gd name="connsiteY1632" fmla="*/ 98360 h 450817"/>
                <a:gd name="connsiteX1633" fmla="*/ 496719 w 673767"/>
                <a:gd name="connsiteY1633" fmla="*/ 100000 h 450817"/>
                <a:gd name="connsiteX1634" fmla="*/ 499998 w 673767"/>
                <a:gd name="connsiteY1634" fmla="*/ 98360 h 450817"/>
                <a:gd name="connsiteX1635" fmla="*/ 504916 w 673767"/>
                <a:gd name="connsiteY1635" fmla="*/ 96721 h 450817"/>
                <a:gd name="connsiteX1636" fmla="*/ 508194 w 673767"/>
                <a:gd name="connsiteY1636" fmla="*/ 93442 h 450817"/>
                <a:gd name="connsiteX1637" fmla="*/ 511473 w 673767"/>
                <a:gd name="connsiteY1637" fmla="*/ 93442 h 450817"/>
                <a:gd name="connsiteX1638" fmla="*/ 511473 w 673767"/>
                <a:gd name="connsiteY1638" fmla="*/ 88524 h 450817"/>
                <a:gd name="connsiteX1639" fmla="*/ 509834 w 673767"/>
                <a:gd name="connsiteY1639" fmla="*/ 85245 h 450817"/>
                <a:gd name="connsiteX1640" fmla="*/ 506555 w 673767"/>
                <a:gd name="connsiteY1640" fmla="*/ 83606 h 450817"/>
                <a:gd name="connsiteX1641" fmla="*/ 501637 w 673767"/>
                <a:gd name="connsiteY1641" fmla="*/ 81967 h 450817"/>
                <a:gd name="connsiteX1642" fmla="*/ 498358 w 673767"/>
                <a:gd name="connsiteY1642" fmla="*/ 80328 h 450817"/>
                <a:gd name="connsiteX1643" fmla="*/ 495080 w 673767"/>
                <a:gd name="connsiteY1643" fmla="*/ 80328 h 450817"/>
                <a:gd name="connsiteX1644" fmla="*/ 490162 w 673767"/>
                <a:gd name="connsiteY1644" fmla="*/ 80328 h 450817"/>
                <a:gd name="connsiteX1645" fmla="*/ 486883 w 673767"/>
                <a:gd name="connsiteY1645" fmla="*/ 78688 h 450817"/>
                <a:gd name="connsiteX1646" fmla="*/ 483604 w 673767"/>
                <a:gd name="connsiteY1646" fmla="*/ 78688 h 450817"/>
                <a:gd name="connsiteX1647" fmla="*/ 480325 w 673767"/>
                <a:gd name="connsiteY1647" fmla="*/ 81967 h 450817"/>
                <a:gd name="connsiteX1648" fmla="*/ 475408 w 673767"/>
                <a:gd name="connsiteY1648" fmla="*/ 83606 h 450817"/>
                <a:gd name="connsiteX1649" fmla="*/ 472129 w 673767"/>
                <a:gd name="connsiteY1649" fmla="*/ 86885 h 450817"/>
                <a:gd name="connsiteX1650" fmla="*/ 467211 w 673767"/>
                <a:gd name="connsiteY1650" fmla="*/ 86885 h 450817"/>
                <a:gd name="connsiteX1651" fmla="*/ 463932 w 673767"/>
                <a:gd name="connsiteY1651" fmla="*/ 90164 h 450817"/>
                <a:gd name="connsiteX1652" fmla="*/ 460653 w 673767"/>
                <a:gd name="connsiteY1652" fmla="*/ 93442 h 450817"/>
                <a:gd name="connsiteX1653" fmla="*/ 455735 w 673767"/>
                <a:gd name="connsiteY1653" fmla="*/ 93442 h 450817"/>
                <a:gd name="connsiteX1654" fmla="*/ 452457 w 673767"/>
                <a:gd name="connsiteY1654" fmla="*/ 96721 h 450817"/>
                <a:gd name="connsiteX1655" fmla="*/ 449178 w 673767"/>
                <a:gd name="connsiteY1655" fmla="*/ 98360 h 450817"/>
                <a:gd name="connsiteX1656" fmla="*/ 444260 w 673767"/>
                <a:gd name="connsiteY1656" fmla="*/ 100000 h 450817"/>
                <a:gd name="connsiteX1657" fmla="*/ 449178 w 673767"/>
                <a:gd name="connsiteY1657" fmla="*/ 98360 h 450817"/>
                <a:gd name="connsiteX1658" fmla="*/ 452457 w 673767"/>
                <a:gd name="connsiteY1658" fmla="*/ 96721 h 450817"/>
                <a:gd name="connsiteX1659" fmla="*/ 457375 w 673767"/>
                <a:gd name="connsiteY1659" fmla="*/ 93442 h 450817"/>
                <a:gd name="connsiteX1660" fmla="*/ 460653 w 673767"/>
                <a:gd name="connsiteY1660" fmla="*/ 91803 h 450817"/>
                <a:gd name="connsiteX1661" fmla="*/ 457375 w 673767"/>
                <a:gd name="connsiteY1661" fmla="*/ 90164 h 450817"/>
                <a:gd name="connsiteX1662" fmla="*/ 452457 w 673767"/>
                <a:gd name="connsiteY1662" fmla="*/ 90164 h 450817"/>
                <a:gd name="connsiteX1663" fmla="*/ 447539 w 673767"/>
                <a:gd name="connsiteY1663" fmla="*/ 91803 h 450817"/>
                <a:gd name="connsiteX1664" fmla="*/ 444260 w 673767"/>
                <a:gd name="connsiteY1664" fmla="*/ 93442 h 450817"/>
                <a:gd name="connsiteX1665" fmla="*/ 440981 w 673767"/>
                <a:gd name="connsiteY1665" fmla="*/ 95081 h 450817"/>
                <a:gd name="connsiteX1666" fmla="*/ 437703 w 673767"/>
                <a:gd name="connsiteY1666" fmla="*/ 98360 h 450817"/>
                <a:gd name="connsiteX1667" fmla="*/ 432785 w 673767"/>
                <a:gd name="connsiteY1667" fmla="*/ 100000 h 450817"/>
                <a:gd name="connsiteX1668" fmla="*/ 437703 w 673767"/>
                <a:gd name="connsiteY1668" fmla="*/ 98360 h 450817"/>
                <a:gd name="connsiteX1669" fmla="*/ 440981 w 673767"/>
                <a:gd name="connsiteY1669" fmla="*/ 95081 h 450817"/>
                <a:gd name="connsiteX1670" fmla="*/ 444260 w 673767"/>
                <a:gd name="connsiteY1670" fmla="*/ 91803 h 450817"/>
                <a:gd name="connsiteX1671" fmla="*/ 449178 w 673767"/>
                <a:gd name="connsiteY1671" fmla="*/ 90164 h 450817"/>
                <a:gd name="connsiteX1672" fmla="*/ 452457 w 673767"/>
                <a:gd name="connsiteY1672" fmla="*/ 88524 h 450817"/>
                <a:gd name="connsiteX1673" fmla="*/ 447539 w 673767"/>
                <a:gd name="connsiteY1673" fmla="*/ 88524 h 450817"/>
                <a:gd name="connsiteX1674" fmla="*/ 450818 w 673767"/>
                <a:gd name="connsiteY1674" fmla="*/ 85245 h 450817"/>
                <a:gd name="connsiteX1675" fmla="*/ 454096 w 673767"/>
                <a:gd name="connsiteY1675" fmla="*/ 81967 h 450817"/>
                <a:gd name="connsiteX1676" fmla="*/ 450818 w 673767"/>
                <a:gd name="connsiteY1676" fmla="*/ 80328 h 450817"/>
                <a:gd name="connsiteX1677" fmla="*/ 445900 w 673767"/>
                <a:gd name="connsiteY1677" fmla="*/ 81967 h 450817"/>
                <a:gd name="connsiteX1678" fmla="*/ 442621 w 673767"/>
                <a:gd name="connsiteY1678" fmla="*/ 85245 h 450817"/>
                <a:gd name="connsiteX1679" fmla="*/ 439342 w 673767"/>
                <a:gd name="connsiteY1679" fmla="*/ 86885 h 450817"/>
                <a:gd name="connsiteX1680" fmla="*/ 434424 w 673767"/>
                <a:gd name="connsiteY1680" fmla="*/ 90164 h 450817"/>
                <a:gd name="connsiteX1681" fmla="*/ 431145 w 673767"/>
                <a:gd name="connsiteY1681" fmla="*/ 93442 h 450817"/>
                <a:gd name="connsiteX1682" fmla="*/ 426228 w 673767"/>
                <a:gd name="connsiteY1682" fmla="*/ 95081 h 450817"/>
                <a:gd name="connsiteX1683" fmla="*/ 431145 w 673767"/>
                <a:gd name="connsiteY1683" fmla="*/ 91803 h 450817"/>
                <a:gd name="connsiteX1684" fmla="*/ 434424 w 673767"/>
                <a:gd name="connsiteY1684" fmla="*/ 90164 h 450817"/>
                <a:gd name="connsiteX1685" fmla="*/ 437703 w 673767"/>
                <a:gd name="connsiteY1685" fmla="*/ 86885 h 450817"/>
                <a:gd name="connsiteX1686" fmla="*/ 434424 w 673767"/>
                <a:gd name="connsiteY1686" fmla="*/ 86885 h 450817"/>
                <a:gd name="connsiteX1687" fmla="*/ 431145 w 673767"/>
                <a:gd name="connsiteY1687" fmla="*/ 86885 h 450817"/>
                <a:gd name="connsiteX1688" fmla="*/ 434424 w 673767"/>
                <a:gd name="connsiteY1688" fmla="*/ 85245 h 450817"/>
                <a:gd name="connsiteX1689" fmla="*/ 437703 w 673767"/>
                <a:gd name="connsiteY1689" fmla="*/ 85245 h 450817"/>
                <a:gd name="connsiteX1690" fmla="*/ 442621 w 673767"/>
                <a:gd name="connsiteY1690" fmla="*/ 83606 h 450817"/>
                <a:gd name="connsiteX1691" fmla="*/ 445900 w 673767"/>
                <a:gd name="connsiteY1691" fmla="*/ 80328 h 450817"/>
                <a:gd name="connsiteX1692" fmla="*/ 449178 w 673767"/>
                <a:gd name="connsiteY1692" fmla="*/ 80328 h 450817"/>
                <a:gd name="connsiteX1693" fmla="*/ 454096 w 673767"/>
                <a:gd name="connsiteY1693" fmla="*/ 77049 h 450817"/>
                <a:gd name="connsiteX1694" fmla="*/ 457375 w 673767"/>
                <a:gd name="connsiteY1694" fmla="*/ 75409 h 450817"/>
                <a:gd name="connsiteX1695" fmla="*/ 452457 w 673767"/>
                <a:gd name="connsiteY1695" fmla="*/ 73770 h 450817"/>
                <a:gd name="connsiteX1696" fmla="*/ 449178 w 673767"/>
                <a:gd name="connsiteY1696" fmla="*/ 73770 h 450817"/>
                <a:gd name="connsiteX1697" fmla="*/ 445900 w 673767"/>
                <a:gd name="connsiteY1697" fmla="*/ 77049 h 450817"/>
                <a:gd name="connsiteX1698" fmla="*/ 440981 w 673767"/>
                <a:gd name="connsiteY1698" fmla="*/ 78688 h 450817"/>
                <a:gd name="connsiteX1699" fmla="*/ 437703 w 673767"/>
                <a:gd name="connsiteY1699" fmla="*/ 81967 h 450817"/>
                <a:gd name="connsiteX1700" fmla="*/ 439342 w 673767"/>
                <a:gd name="connsiteY1700" fmla="*/ 78688 h 450817"/>
                <a:gd name="connsiteX1701" fmla="*/ 442621 w 673767"/>
                <a:gd name="connsiteY1701" fmla="*/ 77049 h 450817"/>
                <a:gd name="connsiteX1702" fmla="*/ 439342 w 673767"/>
                <a:gd name="connsiteY1702" fmla="*/ 75409 h 450817"/>
                <a:gd name="connsiteX1703" fmla="*/ 434424 w 673767"/>
                <a:gd name="connsiteY1703" fmla="*/ 77049 h 450817"/>
                <a:gd name="connsiteX1704" fmla="*/ 431145 w 673767"/>
                <a:gd name="connsiteY1704" fmla="*/ 78688 h 450817"/>
                <a:gd name="connsiteX1705" fmla="*/ 427867 w 673767"/>
                <a:gd name="connsiteY1705" fmla="*/ 80328 h 450817"/>
                <a:gd name="connsiteX1706" fmla="*/ 422949 w 673767"/>
                <a:gd name="connsiteY1706" fmla="*/ 81967 h 450817"/>
                <a:gd name="connsiteX1707" fmla="*/ 421310 w 673767"/>
                <a:gd name="connsiteY1707" fmla="*/ 85245 h 450817"/>
                <a:gd name="connsiteX1708" fmla="*/ 418031 w 673767"/>
                <a:gd name="connsiteY1708" fmla="*/ 88524 h 450817"/>
                <a:gd name="connsiteX1709" fmla="*/ 414752 w 673767"/>
                <a:gd name="connsiteY1709" fmla="*/ 90164 h 450817"/>
                <a:gd name="connsiteX1710" fmla="*/ 409834 w 673767"/>
                <a:gd name="connsiteY1710" fmla="*/ 93442 h 450817"/>
                <a:gd name="connsiteX1711" fmla="*/ 406555 w 673767"/>
                <a:gd name="connsiteY1711" fmla="*/ 93442 h 450817"/>
                <a:gd name="connsiteX1712" fmla="*/ 409834 w 673767"/>
                <a:gd name="connsiteY1712" fmla="*/ 91803 h 450817"/>
                <a:gd name="connsiteX1713" fmla="*/ 413113 w 673767"/>
                <a:gd name="connsiteY1713" fmla="*/ 90164 h 450817"/>
                <a:gd name="connsiteX1714" fmla="*/ 416391 w 673767"/>
                <a:gd name="connsiteY1714" fmla="*/ 88524 h 450817"/>
                <a:gd name="connsiteX1715" fmla="*/ 416391 w 673767"/>
                <a:gd name="connsiteY1715" fmla="*/ 85245 h 450817"/>
                <a:gd name="connsiteX1716" fmla="*/ 414752 w 673767"/>
                <a:gd name="connsiteY1716" fmla="*/ 83606 h 450817"/>
                <a:gd name="connsiteX1717" fmla="*/ 411473 w 673767"/>
                <a:gd name="connsiteY1717" fmla="*/ 83606 h 450817"/>
                <a:gd name="connsiteX1718" fmla="*/ 414752 w 673767"/>
                <a:gd name="connsiteY1718" fmla="*/ 81967 h 450817"/>
                <a:gd name="connsiteX1719" fmla="*/ 418031 w 673767"/>
                <a:gd name="connsiteY1719" fmla="*/ 81967 h 450817"/>
                <a:gd name="connsiteX1720" fmla="*/ 422949 w 673767"/>
                <a:gd name="connsiteY1720" fmla="*/ 80328 h 450817"/>
                <a:gd name="connsiteX1721" fmla="*/ 426228 w 673767"/>
                <a:gd name="connsiteY1721" fmla="*/ 78688 h 450817"/>
                <a:gd name="connsiteX1722" fmla="*/ 422949 w 673767"/>
                <a:gd name="connsiteY1722" fmla="*/ 78688 h 450817"/>
                <a:gd name="connsiteX1723" fmla="*/ 419670 w 673767"/>
                <a:gd name="connsiteY1723" fmla="*/ 80328 h 450817"/>
                <a:gd name="connsiteX1724" fmla="*/ 414752 w 673767"/>
                <a:gd name="connsiteY1724" fmla="*/ 80328 h 450817"/>
                <a:gd name="connsiteX1725" fmla="*/ 411473 w 673767"/>
                <a:gd name="connsiteY1725" fmla="*/ 80328 h 450817"/>
                <a:gd name="connsiteX1726" fmla="*/ 408195 w 673767"/>
                <a:gd name="connsiteY1726" fmla="*/ 81967 h 450817"/>
                <a:gd name="connsiteX1727" fmla="*/ 404916 w 673767"/>
                <a:gd name="connsiteY1727" fmla="*/ 83606 h 450817"/>
                <a:gd name="connsiteX1728" fmla="*/ 408195 w 673767"/>
                <a:gd name="connsiteY1728" fmla="*/ 81967 h 450817"/>
                <a:gd name="connsiteX1729" fmla="*/ 411473 w 673767"/>
                <a:gd name="connsiteY1729" fmla="*/ 80328 h 450817"/>
                <a:gd name="connsiteX1730" fmla="*/ 416391 w 673767"/>
                <a:gd name="connsiteY1730" fmla="*/ 78688 h 450817"/>
                <a:gd name="connsiteX1731" fmla="*/ 419670 w 673767"/>
                <a:gd name="connsiteY1731" fmla="*/ 78688 h 450817"/>
                <a:gd name="connsiteX1732" fmla="*/ 416391 w 673767"/>
                <a:gd name="connsiteY1732" fmla="*/ 77049 h 450817"/>
                <a:gd name="connsiteX1733" fmla="*/ 411473 w 673767"/>
                <a:gd name="connsiteY1733" fmla="*/ 77049 h 450817"/>
                <a:gd name="connsiteX1734" fmla="*/ 408195 w 673767"/>
                <a:gd name="connsiteY1734" fmla="*/ 77049 h 450817"/>
                <a:gd name="connsiteX1735" fmla="*/ 413113 w 673767"/>
                <a:gd name="connsiteY1735" fmla="*/ 77049 h 450817"/>
                <a:gd name="connsiteX1736" fmla="*/ 416391 w 673767"/>
                <a:gd name="connsiteY1736" fmla="*/ 75409 h 450817"/>
                <a:gd name="connsiteX1737" fmla="*/ 419670 w 673767"/>
                <a:gd name="connsiteY1737" fmla="*/ 75409 h 450817"/>
                <a:gd name="connsiteX1738" fmla="*/ 424588 w 673767"/>
                <a:gd name="connsiteY1738" fmla="*/ 75409 h 450817"/>
                <a:gd name="connsiteX1739" fmla="*/ 427867 w 673767"/>
                <a:gd name="connsiteY1739" fmla="*/ 75409 h 450817"/>
                <a:gd name="connsiteX1740" fmla="*/ 432785 w 673767"/>
                <a:gd name="connsiteY1740" fmla="*/ 73770 h 450817"/>
                <a:gd name="connsiteX1741" fmla="*/ 436063 w 673767"/>
                <a:gd name="connsiteY1741" fmla="*/ 72131 h 450817"/>
                <a:gd name="connsiteX1742" fmla="*/ 440981 w 673767"/>
                <a:gd name="connsiteY1742" fmla="*/ 72131 h 450817"/>
                <a:gd name="connsiteX1743" fmla="*/ 444260 w 673767"/>
                <a:gd name="connsiteY1743" fmla="*/ 72131 h 450817"/>
                <a:gd name="connsiteX1744" fmla="*/ 447539 w 673767"/>
                <a:gd name="connsiteY1744" fmla="*/ 68852 h 450817"/>
                <a:gd name="connsiteX1745" fmla="*/ 452457 w 673767"/>
                <a:gd name="connsiteY1745" fmla="*/ 65573 h 450817"/>
                <a:gd name="connsiteX1746" fmla="*/ 449178 w 673767"/>
                <a:gd name="connsiteY1746" fmla="*/ 62295 h 450817"/>
                <a:gd name="connsiteX1747" fmla="*/ 444260 w 673767"/>
                <a:gd name="connsiteY1747" fmla="*/ 62295 h 450817"/>
                <a:gd name="connsiteX1748" fmla="*/ 440981 w 673767"/>
                <a:gd name="connsiteY1748" fmla="*/ 62295 h 450817"/>
                <a:gd name="connsiteX1749" fmla="*/ 437703 w 673767"/>
                <a:gd name="connsiteY1749" fmla="*/ 62295 h 450817"/>
                <a:gd name="connsiteX1750" fmla="*/ 432785 w 673767"/>
                <a:gd name="connsiteY1750" fmla="*/ 60655 h 450817"/>
                <a:gd name="connsiteX1751" fmla="*/ 432785 w 673767"/>
                <a:gd name="connsiteY1751" fmla="*/ 60655 h 450817"/>
                <a:gd name="connsiteX1752" fmla="*/ 431145 w 673767"/>
                <a:gd name="connsiteY1752" fmla="*/ 62295 h 450817"/>
                <a:gd name="connsiteX1753" fmla="*/ 426228 w 673767"/>
                <a:gd name="connsiteY1753" fmla="*/ 63934 h 450817"/>
                <a:gd name="connsiteX1754" fmla="*/ 422949 w 673767"/>
                <a:gd name="connsiteY1754" fmla="*/ 65573 h 450817"/>
                <a:gd name="connsiteX1755" fmla="*/ 419670 w 673767"/>
                <a:gd name="connsiteY1755" fmla="*/ 65573 h 450817"/>
                <a:gd name="connsiteX1756" fmla="*/ 414752 w 673767"/>
                <a:gd name="connsiteY1756" fmla="*/ 65573 h 450817"/>
                <a:gd name="connsiteX1757" fmla="*/ 411473 w 673767"/>
                <a:gd name="connsiteY1757" fmla="*/ 68852 h 450817"/>
                <a:gd name="connsiteX1758" fmla="*/ 408195 w 673767"/>
                <a:gd name="connsiteY1758" fmla="*/ 70491 h 450817"/>
                <a:gd name="connsiteX1759" fmla="*/ 403277 w 673767"/>
                <a:gd name="connsiteY1759" fmla="*/ 72131 h 450817"/>
                <a:gd name="connsiteX1760" fmla="*/ 399998 w 673767"/>
                <a:gd name="connsiteY1760" fmla="*/ 75409 h 450817"/>
                <a:gd name="connsiteX1761" fmla="*/ 396719 w 673767"/>
                <a:gd name="connsiteY1761" fmla="*/ 75409 h 450817"/>
                <a:gd name="connsiteX1762" fmla="*/ 391801 w 673767"/>
                <a:gd name="connsiteY1762" fmla="*/ 75409 h 450817"/>
                <a:gd name="connsiteX1763" fmla="*/ 396719 w 673767"/>
                <a:gd name="connsiteY1763" fmla="*/ 75409 h 450817"/>
                <a:gd name="connsiteX1764" fmla="*/ 399998 w 673767"/>
                <a:gd name="connsiteY1764" fmla="*/ 73770 h 450817"/>
                <a:gd name="connsiteX1765" fmla="*/ 404916 w 673767"/>
                <a:gd name="connsiteY1765" fmla="*/ 72131 h 450817"/>
                <a:gd name="connsiteX1766" fmla="*/ 408195 w 673767"/>
                <a:gd name="connsiteY1766" fmla="*/ 68852 h 450817"/>
                <a:gd name="connsiteX1767" fmla="*/ 411473 w 673767"/>
                <a:gd name="connsiteY1767" fmla="*/ 65573 h 450817"/>
                <a:gd name="connsiteX1768" fmla="*/ 414752 w 673767"/>
                <a:gd name="connsiteY1768" fmla="*/ 65573 h 450817"/>
                <a:gd name="connsiteX1769" fmla="*/ 419670 w 673767"/>
                <a:gd name="connsiteY1769" fmla="*/ 65573 h 450817"/>
                <a:gd name="connsiteX1770" fmla="*/ 422949 w 673767"/>
                <a:gd name="connsiteY1770" fmla="*/ 62295 h 450817"/>
                <a:gd name="connsiteX1771" fmla="*/ 419670 w 673767"/>
                <a:gd name="connsiteY1771" fmla="*/ 62295 h 450817"/>
                <a:gd name="connsiteX1772" fmla="*/ 416391 w 673767"/>
                <a:gd name="connsiteY1772" fmla="*/ 60655 h 450817"/>
                <a:gd name="connsiteX1773" fmla="*/ 411473 w 673767"/>
                <a:gd name="connsiteY1773" fmla="*/ 62295 h 450817"/>
                <a:gd name="connsiteX1774" fmla="*/ 408195 w 673767"/>
                <a:gd name="connsiteY1774" fmla="*/ 62295 h 450817"/>
                <a:gd name="connsiteX1775" fmla="*/ 403277 w 673767"/>
                <a:gd name="connsiteY1775" fmla="*/ 63934 h 450817"/>
                <a:gd name="connsiteX1776" fmla="*/ 399998 w 673767"/>
                <a:gd name="connsiteY1776" fmla="*/ 65573 h 450817"/>
                <a:gd name="connsiteX1777" fmla="*/ 396719 w 673767"/>
                <a:gd name="connsiteY1777" fmla="*/ 67213 h 450817"/>
                <a:gd name="connsiteX1778" fmla="*/ 391801 w 673767"/>
                <a:gd name="connsiteY1778" fmla="*/ 68852 h 450817"/>
                <a:gd name="connsiteX1779" fmla="*/ 388523 w 673767"/>
                <a:gd name="connsiteY1779" fmla="*/ 68852 h 450817"/>
                <a:gd name="connsiteX1780" fmla="*/ 391801 w 673767"/>
                <a:gd name="connsiteY1780" fmla="*/ 67213 h 450817"/>
                <a:gd name="connsiteX1781" fmla="*/ 396719 w 673767"/>
                <a:gd name="connsiteY1781" fmla="*/ 67213 h 450817"/>
                <a:gd name="connsiteX1782" fmla="*/ 399998 w 673767"/>
                <a:gd name="connsiteY1782" fmla="*/ 63934 h 450817"/>
                <a:gd name="connsiteX1783" fmla="*/ 403277 w 673767"/>
                <a:gd name="connsiteY1783" fmla="*/ 62295 h 450817"/>
                <a:gd name="connsiteX1784" fmla="*/ 408195 w 673767"/>
                <a:gd name="connsiteY1784" fmla="*/ 62295 h 450817"/>
                <a:gd name="connsiteX1785" fmla="*/ 411473 w 673767"/>
                <a:gd name="connsiteY1785" fmla="*/ 60655 h 450817"/>
                <a:gd name="connsiteX1786" fmla="*/ 416391 w 673767"/>
                <a:gd name="connsiteY1786" fmla="*/ 60655 h 450817"/>
                <a:gd name="connsiteX1787" fmla="*/ 419670 w 673767"/>
                <a:gd name="connsiteY1787" fmla="*/ 60655 h 450817"/>
                <a:gd name="connsiteX1788" fmla="*/ 424588 w 673767"/>
                <a:gd name="connsiteY1788" fmla="*/ 60655 h 450817"/>
                <a:gd name="connsiteX1789" fmla="*/ 427867 w 673767"/>
                <a:gd name="connsiteY1789" fmla="*/ 60655 h 450817"/>
                <a:gd name="connsiteX1790" fmla="*/ 431145 w 673767"/>
                <a:gd name="connsiteY1790" fmla="*/ 59016 h 450817"/>
                <a:gd name="connsiteX1791" fmla="*/ 436063 w 673767"/>
                <a:gd name="connsiteY1791" fmla="*/ 57377 h 450817"/>
                <a:gd name="connsiteX1792" fmla="*/ 437703 w 673767"/>
                <a:gd name="connsiteY1792" fmla="*/ 54098 h 450817"/>
                <a:gd name="connsiteX1793" fmla="*/ 437703 w 673767"/>
                <a:gd name="connsiteY1793" fmla="*/ 49180 h 450817"/>
                <a:gd name="connsiteX1794" fmla="*/ 434424 w 673767"/>
                <a:gd name="connsiteY1794" fmla="*/ 47541 h 450817"/>
                <a:gd name="connsiteX1795" fmla="*/ 429506 w 673767"/>
                <a:gd name="connsiteY1795" fmla="*/ 45901 h 450817"/>
                <a:gd name="connsiteX1796" fmla="*/ 426228 w 673767"/>
                <a:gd name="connsiteY1796" fmla="*/ 44262 h 450817"/>
                <a:gd name="connsiteX1797" fmla="*/ 421310 w 673767"/>
                <a:gd name="connsiteY1797" fmla="*/ 44262 h 450817"/>
                <a:gd name="connsiteX1798" fmla="*/ 418031 w 673767"/>
                <a:gd name="connsiteY1798" fmla="*/ 45901 h 450817"/>
                <a:gd name="connsiteX1799" fmla="*/ 414752 w 673767"/>
                <a:gd name="connsiteY1799" fmla="*/ 49180 h 450817"/>
                <a:gd name="connsiteX1800" fmla="*/ 414752 w 673767"/>
                <a:gd name="connsiteY1800" fmla="*/ 44262 h 450817"/>
                <a:gd name="connsiteX1801" fmla="*/ 411473 w 673767"/>
                <a:gd name="connsiteY1801" fmla="*/ 44262 h 450817"/>
                <a:gd name="connsiteX1802" fmla="*/ 408195 w 673767"/>
                <a:gd name="connsiteY1802" fmla="*/ 44262 h 450817"/>
                <a:gd name="connsiteX1803" fmla="*/ 403277 w 673767"/>
                <a:gd name="connsiteY1803" fmla="*/ 42623 h 450817"/>
                <a:gd name="connsiteX1804" fmla="*/ 399998 w 673767"/>
                <a:gd name="connsiteY1804" fmla="*/ 39344 h 450817"/>
                <a:gd name="connsiteX1805" fmla="*/ 395080 w 673767"/>
                <a:gd name="connsiteY1805" fmla="*/ 39344 h 450817"/>
                <a:gd name="connsiteX1806" fmla="*/ 391801 w 673767"/>
                <a:gd name="connsiteY1806" fmla="*/ 39344 h 450817"/>
                <a:gd name="connsiteX1807" fmla="*/ 388523 w 673767"/>
                <a:gd name="connsiteY1807" fmla="*/ 39344 h 450817"/>
                <a:gd name="connsiteX1808" fmla="*/ 383605 w 673767"/>
                <a:gd name="connsiteY1808" fmla="*/ 39344 h 450817"/>
                <a:gd name="connsiteX1809" fmla="*/ 380326 w 673767"/>
                <a:gd name="connsiteY1809" fmla="*/ 39344 h 450817"/>
                <a:gd name="connsiteX1810" fmla="*/ 377047 w 673767"/>
                <a:gd name="connsiteY1810" fmla="*/ 40983 h 450817"/>
                <a:gd name="connsiteX1811" fmla="*/ 372129 w 673767"/>
                <a:gd name="connsiteY1811" fmla="*/ 40983 h 450817"/>
                <a:gd name="connsiteX1812" fmla="*/ 367211 w 673767"/>
                <a:gd name="connsiteY1812" fmla="*/ 40983 h 450817"/>
                <a:gd name="connsiteX1813" fmla="*/ 363933 w 673767"/>
                <a:gd name="connsiteY1813" fmla="*/ 42623 h 450817"/>
                <a:gd name="connsiteX1814" fmla="*/ 360654 w 673767"/>
                <a:gd name="connsiteY1814" fmla="*/ 42623 h 450817"/>
                <a:gd name="connsiteX1815" fmla="*/ 355736 w 673767"/>
                <a:gd name="connsiteY1815" fmla="*/ 44262 h 450817"/>
                <a:gd name="connsiteX1816" fmla="*/ 352457 w 673767"/>
                <a:gd name="connsiteY1816" fmla="*/ 45901 h 450817"/>
                <a:gd name="connsiteX1817" fmla="*/ 347539 w 673767"/>
                <a:gd name="connsiteY1817" fmla="*/ 47541 h 450817"/>
                <a:gd name="connsiteX1818" fmla="*/ 347539 w 673767"/>
                <a:gd name="connsiteY1818" fmla="*/ 50819 h 450817"/>
                <a:gd name="connsiteX1819" fmla="*/ 350818 w 673767"/>
                <a:gd name="connsiteY1819" fmla="*/ 52459 h 450817"/>
                <a:gd name="connsiteX1820" fmla="*/ 354097 w 673767"/>
                <a:gd name="connsiteY1820" fmla="*/ 54098 h 450817"/>
                <a:gd name="connsiteX1821" fmla="*/ 357375 w 673767"/>
                <a:gd name="connsiteY1821" fmla="*/ 55737 h 450817"/>
                <a:gd name="connsiteX1822" fmla="*/ 362293 w 673767"/>
                <a:gd name="connsiteY1822" fmla="*/ 55737 h 450817"/>
                <a:gd name="connsiteX1823" fmla="*/ 365572 w 673767"/>
                <a:gd name="connsiteY1823" fmla="*/ 59016 h 450817"/>
                <a:gd name="connsiteX1824" fmla="*/ 368851 w 673767"/>
                <a:gd name="connsiteY1824" fmla="*/ 59016 h 450817"/>
                <a:gd name="connsiteX1825" fmla="*/ 373769 w 673767"/>
                <a:gd name="connsiteY1825" fmla="*/ 59016 h 450817"/>
                <a:gd name="connsiteX1826" fmla="*/ 377047 w 673767"/>
                <a:gd name="connsiteY1826" fmla="*/ 60655 h 450817"/>
                <a:gd name="connsiteX1827" fmla="*/ 373769 w 673767"/>
                <a:gd name="connsiteY1827" fmla="*/ 59016 h 450817"/>
                <a:gd name="connsiteX1828" fmla="*/ 372129 w 673767"/>
                <a:gd name="connsiteY1828" fmla="*/ 59016 h 450817"/>
                <a:gd name="connsiteX1829" fmla="*/ 367211 w 673767"/>
                <a:gd name="connsiteY1829" fmla="*/ 59016 h 450817"/>
                <a:gd name="connsiteX1830" fmla="*/ 363933 w 673767"/>
                <a:gd name="connsiteY1830" fmla="*/ 59016 h 450817"/>
                <a:gd name="connsiteX1831" fmla="*/ 360654 w 673767"/>
                <a:gd name="connsiteY1831" fmla="*/ 62295 h 450817"/>
                <a:gd name="connsiteX1832" fmla="*/ 363933 w 673767"/>
                <a:gd name="connsiteY1832" fmla="*/ 59016 h 450817"/>
                <a:gd name="connsiteX1833" fmla="*/ 359015 w 673767"/>
                <a:gd name="connsiteY1833" fmla="*/ 55737 h 450817"/>
                <a:gd name="connsiteX1834" fmla="*/ 355736 w 673767"/>
                <a:gd name="connsiteY1834" fmla="*/ 57377 h 450817"/>
                <a:gd name="connsiteX1835" fmla="*/ 350818 w 673767"/>
                <a:gd name="connsiteY1835" fmla="*/ 55737 h 450817"/>
                <a:gd name="connsiteX1836" fmla="*/ 347539 w 673767"/>
                <a:gd name="connsiteY1836" fmla="*/ 54098 h 450817"/>
                <a:gd name="connsiteX1837" fmla="*/ 344261 w 673767"/>
                <a:gd name="connsiteY1837" fmla="*/ 55737 h 450817"/>
                <a:gd name="connsiteX1838" fmla="*/ 340982 w 673767"/>
                <a:gd name="connsiteY1838" fmla="*/ 59016 h 450817"/>
                <a:gd name="connsiteX1839" fmla="*/ 342621 w 673767"/>
                <a:gd name="connsiteY1839" fmla="*/ 55737 h 450817"/>
                <a:gd name="connsiteX1840" fmla="*/ 337703 w 673767"/>
                <a:gd name="connsiteY1840" fmla="*/ 54098 h 450817"/>
                <a:gd name="connsiteX1841" fmla="*/ 334425 w 673767"/>
                <a:gd name="connsiteY1841" fmla="*/ 55737 h 450817"/>
                <a:gd name="connsiteX1842" fmla="*/ 336064 w 673767"/>
                <a:gd name="connsiteY1842" fmla="*/ 60655 h 450817"/>
                <a:gd name="connsiteX1843" fmla="*/ 339343 w 673767"/>
                <a:gd name="connsiteY1843" fmla="*/ 60655 h 450817"/>
                <a:gd name="connsiteX1844" fmla="*/ 339343 w 673767"/>
                <a:gd name="connsiteY1844" fmla="*/ 65573 h 450817"/>
                <a:gd name="connsiteX1845" fmla="*/ 342621 w 673767"/>
                <a:gd name="connsiteY1845" fmla="*/ 65573 h 450817"/>
                <a:gd name="connsiteX1846" fmla="*/ 345900 w 673767"/>
                <a:gd name="connsiteY1846" fmla="*/ 70491 h 450817"/>
                <a:gd name="connsiteX1847" fmla="*/ 349179 w 673767"/>
                <a:gd name="connsiteY1847" fmla="*/ 72131 h 450817"/>
                <a:gd name="connsiteX1848" fmla="*/ 345900 w 673767"/>
                <a:gd name="connsiteY1848" fmla="*/ 72131 h 450817"/>
                <a:gd name="connsiteX1849" fmla="*/ 342621 w 673767"/>
                <a:gd name="connsiteY1849" fmla="*/ 68852 h 450817"/>
                <a:gd name="connsiteX1850" fmla="*/ 339343 w 673767"/>
                <a:gd name="connsiteY1850" fmla="*/ 67213 h 450817"/>
                <a:gd name="connsiteX1851" fmla="*/ 337703 w 673767"/>
                <a:gd name="connsiteY1851" fmla="*/ 70491 h 450817"/>
                <a:gd name="connsiteX1852" fmla="*/ 342621 w 673767"/>
                <a:gd name="connsiteY1852" fmla="*/ 73770 h 450817"/>
                <a:gd name="connsiteX1853" fmla="*/ 337703 w 673767"/>
                <a:gd name="connsiteY1853" fmla="*/ 72131 h 450817"/>
                <a:gd name="connsiteX1854" fmla="*/ 337703 w 673767"/>
                <a:gd name="connsiteY1854" fmla="*/ 72131 h 450817"/>
                <a:gd name="connsiteX1855" fmla="*/ 336064 w 673767"/>
                <a:gd name="connsiteY1855" fmla="*/ 68852 h 450817"/>
                <a:gd name="connsiteX1856" fmla="*/ 337703 w 673767"/>
                <a:gd name="connsiteY1856" fmla="*/ 65573 h 450817"/>
                <a:gd name="connsiteX1857" fmla="*/ 334425 w 673767"/>
                <a:gd name="connsiteY1857" fmla="*/ 60655 h 450817"/>
                <a:gd name="connsiteX1858" fmla="*/ 331146 w 673767"/>
                <a:gd name="connsiteY1858" fmla="*/ 59016 h 450817"/>
                <a:gd name="connsiteX1859" fmla="*/ 326228 w 673767"/>
                <a:gd name="connsiteY1859" fmla="*/ 62295 h 450817"/>
                <a:gd name="connsiteX1860" fmla="*/ 322949 w 673767"/>
                <a:gd name="connsiteY1860" fmla="*/ 65573 h 450817"/>
                <a:gd name="connsiteX1861" fmla="*/ 327867 w 673767"/>
                <a:gd name="connsiteY1861" fmla="*/ 67213 h 450817"/>
                <a:gd name="connsiteX1862" fmla="*/ 322949 w 673767"/>
                <a:gd name="connsiteY1862" fmla="*/ 67213 h 450817"/>
                <a:gd name="connsiteX1863" fmla="*/ 319671 w 673767"/>
                <a:gd name="connsiteY1863" fmla="*/ 67213 h 450817"/>
                <a:gd name="connsiteX1864" fmla="*/ 314753 w 673767"/>
                <a:gd name="connsiteY1864" fmla="*/ 67213 h 450817"/>
                <a:gd name="connsiteX1865" fmla="*/ 319671 w 673767"/>
                <a:gd name="connsiteY1865" fmla="*/ 63934 h 450817"/>
                <a:gd name="connsiteX1866" fmla="*/ 322949 w 673767"/>
                <a:gd name="connsiteY1866" fmla="*/ 62295 h 450817"/>
                <a:gd name="connsiteX1867" fmla="*/ 327867 w 673767"/>
                <a:gd name="connsiteY1867" fmla="*/ 59016 h 450817"/>
                <a:gd name="connsiteX1868" fmla="*/ 331146 w 673767"/>
                <a:gd name="connsiteY1868" fmla="*/ 55737 h 450817"/>
                <a:gd name="connsiteX1869" fmla="*/ 326228 w 673767"/>
                <a:gd name="connsiteY1869" fmla="*/ 52459 h 450817"/>
                <a:gd name="connsiteX1870" fmla="*/ 322949 w 673767"/>
                <a:gd name="connsiteY1870" fmla="*/ 50819 h 450817"/>
                <a:gd name="connsiteX1871" fmla="*/ 319671 w 673767"/>
                <a:gd name="connsiteY1871" fmla="*/ 54098 h 450817"/>
                <a:gd name="connsiteX1872" fmla="*/ 314753 w 673767"/>
                <a:gd name="connsiteY1872" fmla="*/ 55737 h 450817"/>
                <a:gd name="connsiteX1873" fmla="*/ 311474 w 673767"/>
                <a:gd name="connsiteY1873" fmla="*/ 55737 h 450817"/>
                <a:gd name="connsiteX1874" fmla="*/ 308195 w 673767"/>
                <a:gd name="connsiteY1874" fmla="*/ 59016 h 450817"/>
                <a:gd name="connsiteX1875" fmla="*/ 311474 w 673767"/>
                <a:gd name="connsiteY1875" fmla="*/ 55737 h 450817"/>
                <a:gd name="connsiteX1876" fmla="*/ 313113 w 673767"/>
                <a:gd name="connsiteY1876" fmla="*/ 50819 h 450817"/>
                <a:gd name="connsiteX1877" fmla="*/ 314753 w 673767"/>
                <a:gd name="connsiteY1877" fmla="*/ 47541 h 450817"/>
                <a:gd name="connsiteX1878" fmla="*/ 311474 w 673767"/>
                <a:gd name="connsiteY1878" fmla="*/ 49180 h 450817"/>
                <a:gd name="connsiteX1879" fmla="*/ 308195 w 673767"/>
                <a:gd name="connsiteY1879" fmla="*/ 50819 h 450817"/>
                <a:gd name="connsiteX1880" fmla="*/ 306556 w 673767"/>
                <a:gd name="connsiteY1880" fmla="*/ 50819 h 450817"/>
                <a:gd name="connsiteX1881" fmla="*/ 301638 w 673767"/>
                <a:gd name="connsiteY1881" fmla="*/ 52459 h 450817"/>
                <a:gd name="connsiteX1882" fmla="*/ 299998 w 673767"/>
                <a:gd name="connsiteY1882" fmla="*/ 55737 h 450817"/>
                <a:gd name="connsiteX1883" fmla="*/ 299998 w 673767"/>
                <a:gd name="connsiteY1883" fmla="*/ 57377 h 450817"/>
                <a:gd name="connsiteX1884" fmla="*/ 304916 w 673767"/>
                <a:gd name="connsiteY1884" fmla="*/ 60655 h 450817"/>
                <a:gd name="connsiteX1885" fmla="*/ 301638 w 673767"/>
                <a:gd name="connsiteY1885" fmla="*/ 60655 h 450817"/>
                <a:gd name="connsiteX1886" fmla="*/ 299998 w 673767"/>
                <a:gd name="connsiteY1886" fmla="*/ 59016 h 450817"/>
                <a:gd name="connsiteX1887" fmla="*/ 298359 w 673767"/>
                <a:gd name="connsiteY1887" fmla="*/ 55737 h 450817"/>
                <a:gd name="connsiteX1888" fmla="*/ 293441 w 673767"/>
                <a:gd name="connsiteY1888" fmla="*/ 55737 h 450817"/>
                <a:gd name="connsiteX1889" fmla="*/ 290163 w 673767"/>
                <a:gd name="connsiteY1889" fmla="*/ 59016 h 450817"/>
                <a:gd name="connsiteX1890" fmla="*/ 286884 w 673767"/>
                <a:gd name="connsiteY1890" fmla="*/ 62295 h 450817"/>
                <a:gd name="connsiteX1891" fmla="*/ 281966 w 673767"/>
                <a:gd name="connsiteY1891" fmla="*/ 63934 h 450817"/>
                <a:gd name="connsiteX1892" fmla="*/ 278687 w 673767"/>
                <a:gd name="connsiteY1892" fmla="*/ 65573 h 450817"/>
                <a:gd name="connsiteX1893" fmla="*/ 273769 w 673767"/>
                <a:gd name="connsiteY1893" fmla="*/ 65573 h 450817"/>
                <a:gd name="connsiteX1894" fmla="*/ 270491 w 673767"/>
                <a:gd name="connsiteY1894" fmla="*/ 68852 h 450817"/>
                <a:gd name="connsiteX1895" fmla="*/ 265573 w 673767"/>
                <a:gd name="connsiteY1895" fmla="*/ 68852 h 450817"/>
                <a:gd name="connsiteX1896" fmla="*/ 270491 w 673767"/>
                <a:gd name="connsiteY1896" fmla="*/ 67213 h 450817"/>
                <a:gd name="connsiteX1897" fmla="*/ 265573 w 673767"/>
                <a:gd name="connsiteY1897" fmla="*/ 63934 h 450817"/>
                <a:gd name="connsiteX1898" fmla="*/ 270491 w 673767"/>
                <a:gd name="connsiteY1898" fmla="*/ 62295 h 450817"/>
                <a:gd name="connsiteX1899" fmla="*/ 273769 w 673767"/>
                <a:gd name="connsiteY1899" fmla="*/ 62295 h 450817"/>
                <a:gd name="connsiteX1900" fmla="*/ 277048 w 673767"/>
                <a:gd name="connsiteY1900" fmla="*/ 62295 h 450817"/>
                <a:gd name="connsiteX1901" fmla="*/ 280326 w 673767"/>
                <a:gd name="connsiteY1901" fmla="*/ 62295 h 450817"/>
                <a:gd name="connsiteX1902" fmla="*/ 277048 w 673767"/>
                <a:gd name="connsiteY1902" fmla="*/ 60655 h 450817"/>
                <a:gd name="connsiteX1903" fmla="*/ 278687 w 673767"/>
                <a:gd name="connsiteY1903" fmla="*/ 57377 h 450817"/>
                <a:gd name="connsiteX1904" fmla="*/ 281966 w 673767"/>
                <a:gd name="connsiteY1904" fmla="*/ 55737 h 450817"/>
                <a:gd name="connsiteX1905" fmla="*/ 286884 w 673767"/>
                <a:gd name="connsiteY1905" fmla="*/ 52459 h 450817"/>
                <a:gd name="connsiteX1906" fmla="*/ 290163 w 673767"/>
                <a:gd name="connsiteY1906" fmla="*/ 52459 h 450817"/>
                <a:gd name="connsiteX1907" fmla="*/ 293441 w 673767"/>
                <a:gd name="connsiteY1907" fmla="*/ 49180 h 450817"/>
                <a:gd name="connsiteX1908" fmla="*/ 290163 w 673767"/>
                <a:gd name="connsiteY1908" fmla="*/ 47541 h 450817"/>
                <a:gd name="connsiteX1909" fmla="*/ 286884 w 673767"/>
                <a:gd name="connsiteY1909" fmla="*/ 49180 h 450817"/>
                <a:gd name="connsiteX1910" fmla="*/ 281966 w 673767"/>
                <a:gd name="connsiteY1910" fmla="*/ 50819 h 450817"/>
                <a:gd name="connsiteX1911" fmla="*/ 278687 w 673767"/>
                <a:gd name="connsiteY1911" fmla="*/ 52459 h 450817"/>
                <a:gd name="connsiteX1912" fmla="*/ 275408 w 673767"/>
                <a:gd name="connsiteY1912" fmla="*/ 54098 h 450817"/>
                <a:gd name="connsiteX1913" fmla="*/ 270491 w 673767"/>
                <a:gd name="connsiteY1913" fmla="*/ 55737 h 450817"/>
                <a:gd name="connsiteX1914" fmla="*/ 267212 w 673767"/>
                <a:gd name="connsiteY1914" fmla="*/ 57377 h 450817"/>
                <a:gd name="connsiteX1915" fmla="*/ 270491 w 673767"/>
                <a:gd name="connsiteY1915" fmla="*/ 55737 h 450817"/>
                <a:gd name="connsiteX1916" fmla="*/ 273769 w 673767"/>
                <a:gd name="connsiteY1916" fmla="*/ 52459 h 450817"/>
                <a:gd name="connsiteX1917" fmla="*/ 278687 w 673767"/>
                <a:gd name="connsiteY1917" fmla="*/ 50819 h 450817"/>
                <a:gd name="connsiteX1918" fmla="*/ 281966 w 673767"/>
                <a:gd name="connsiteY1918" fmla="*/ 49180 h 450817"/>
                <a:gd name="connsiteX1919" fmla="*/ 286884 w 673767"/>
                <a:gd name="connsiteY1919" fmla="*/ 47541 h 450817"/>
                <a:gd name="connsiteX1920" fmla="*/ 290163 w 673767"/>
                <a:gd name="connsiteY1920" fmla="*/ 47541 h 450817"/>
                <a:gd name="connsiteX1921" fmla="*/ 293441 w 673767"/>
                <a:gd name="connsiteY1921" fmla="*/ 45901 h 450817"/>
                <a:gd name="connsiteX1922" fmla="*/ 298359 w 673767"/>
                <a:gd name="connsiteY1922" fmla="*/ 44262 h 450817"/>
                <a:gd name="connsiteX1923" fmla="*/ 301638 w 673767"/>
                <a:gd name="connsiteY1923" fmla="*/ 42623 h 450817"/>
                <a:gd name="connsiteX1924" fmla="*/ 304916 w 673767"/>
                <a:gd name="connsiteY1924" fmla="*/ 40983 h 450817"/>
                <a:gd name="connsiteX1925" fmla="*/ 309835 w 673767"/>
                <a:gd name="connsiteY1925" fmla="*/ 39344 h 450817"/>
                <a:gd name="connsiteX1926" fmla="*/ 306556 w 673767"/>
                <a:gd name="connsiteY1926" fmla="*/ 36065 h 450817"/>
                <a:gd name="connsiteX1927" fmla="*/ 306556 w 673767"/>
                <a:gd name="connsiteY1927" fmla="*/ 32787 h 450817"/>
                <a:gd name="connsiteX1928" fmla="*/ 309835 w 673767"/>
                <a:gd name="connsiteY1928" fmla="*/ 29508 h 450817"/>
                <a:gd name="connsiteX1929" fmla="*/ 313113 w 673767"/>
                <a:gd name="connsiteY1929" fmla="*/ 26229 h 450817"/>
                <a:gd name="connsiteX1930" fmla="*/ 309835 w 673767"/>
                <a:gd name="connsiteY1930" fmla="*/ 22951 h 450817"/>
                <a:gd name="connsiteX1931" fmla="*/ 306556 w 673767"/>
                <a:gd name="connsiteY1931" fmla="*/ 22951 h 450817"/>
                <a:gd name="connsiteX1932" fmla="*/ 301638 w 673767"/>
                <a:gd name="connsiteY1932" fmla="*/ 21311 h 450817"/>
                <a:gd name="connsiteX1933" fmla="*/ 304916 w 673767"/>
                <a:gd name="connsiteY1933" fmla="*/ 18033 h 450817"/>
                <a:gd name="connsiteX1934" fmla="*/ 308195 w 673767"/>
                <a:gd name="connsiteY1934" fmla="*/ 13115 h 450817"/>
                <a:gd name="connsiteX1935" fmla="*/ 309835 w 673767"/>
                <a:gd name="connsiteY1935" fmla="*/ 9836 h 450817"/>
                <a:gd name="connsiteX1936" fmla="*/ 308195 w 673767"/>
                <a:gd name="connsiteY1936" fmla="*/ 4918 h 450817"/>
                <a:gd name="connsiteX1937" fmla="*/ 304916 w 673767"/>
                <a:gd name="connsiteY1937" fmla="*/ 4918 h 450817"/>
                <a:gd name="connsiteX1938" fmla="*/ 301638 w 673767"/>
                <a:gd name="connsiteY1938" fmla="*/ 4918 h 450817"/>
                <a:gd name="connsiteX1939" fmla="*/ 296720 w 673767"/>
                <a:gd name="connsiteY1939" fmla="*/ 4918 h 450817"/>
                <a:gd name="connsiteX1940" fmla="*/ 293441 w 673767"/>
                <a:gd name="connsiteY1940" fmla="*/ 4918 h 450817"/>
                <a:gd name="connsiteX1941" fmla="*/ 288523 w 673767"/>
                <a:gd name="connsiteY1941" fmla="*/ 4918 h 450817"/>
                <a:gd name="connsiteX1942" fmla="*/ 285245 w 673767"/>
                <a:gd name="connsiteY1942" fmla="*/ 4918 h 450817"/>
                <a:gd name="connsiteX1943" fmla="*/ 280326 w 673767"/>
                <a:gd name="connsiteY1943" fmla="*/ 4918 h 450817"/>
                <a:gd name="connsiteX1944" fmla="*/ 277048 w 673767"/>
                <a:gd name="connsiteY1944" fmla="*/ 4918 h 450817"/>
                <a:gd name="connsiteX1945" fmla="*/ 273769 w 673767"/>
                <a:gd name="connsiteY1945" fmla="*/ 4918 h 450817"/>
                <a:gd name="connsiteX1946" fmla="*/ 268851 w 673767"/>
                <a:gd name="connsiteY1946" fmla="*/ 4918 h 450817"/>
                <a:gd name="connsiteX1947" fmla="*/ 265573 w 673767"/>
                <a:gd name="connsiteY1947" fmla="*/ 6557 h 450817"/>
                <a:gd name="connsiteX1948" fmla="*/ 260654 w 673767"/>
                <a:gd name="connsiteY1948" fmla="*/ 6557 h 450817"/>
                <a:gd name="connsiteX1949" fmla="*/ 257376 w 673767"/>
                <a:gd name="connsiteY1949" fmla="*/ 8197 h 450817"/>
                <a:gd name="connsiteX1950" fmla="*/ 252458 w 673767"/>
                <a:gd name="connsiteY1950" fmla="*/ 8197 h 450817"/>
                <a:gd name="connsiteX1951" fmla="*/ 249179 w 673767"/>
                <a:gd name="connsiteY1951" fmla="*/ 9836 h 450817"/>
                <a:gd name="connsiteX1952" fmla="*/ 244261 w 673767"/>
                <a:gd name="connsiteY1952" fmla="*/ 9836 h 450817"/>
                <a:gd name="connsiteX1953" fmla="*/ 240982 w 673767"/>
                <a:gd name="connsiteY1953" fmla="*/ 11475 h 450817"/>
                <a:gd name="connsiteX1954" fmla="*/ 237704 w 673767"/>
                <a:gd name="connsiteY1954" fmla="*/ 11475 h 450817"/>
                <a:gd name="connsiteX1955" fmla="*/ 240982 w 673767"/>
                <a:gd name="connsiteY1955" fmla="*/ 13115 h 450817"/>
                <a:gd name="connsiteX1956" fmla="*/ 239343 w 673767"/>
                <a:gd name="connsiteY1956" fmla="*/ 18033 h 450817"/>
                <a:gd name="connsiteX1957" fmla="*/ 236064 w 673767"/>
                <a:gd name="connsiteY1957" fmla="*/ 14754 h 450817"/>
                <a:gd name="connsiteX1958" fmla="*/ 231146 w 673767"/>
                <a:gd name="connsiteY1958" fmla="*/ 13115 h 450817"/>
                <a:gd name="connsiteX1959" fmla="*/ 227868 w 673767"/>
                <a:gd name="connsiteY1959" fmla="*/ 13115 h 450817"/>
                <a:gd name="connsiteX1960" fmla="*/ 224589 w 673767"/>
                <a:gd name="connsiteY1960" fmla="*/ 14754 h 450817"/>
                <a:gd name="connsiteX1961" fmla="*/ 219671 w 673767"/>
                <a:gd name="connsiteY1961" fmla="*/ 14754 h 450817"/>
                <a:gd name="connsiteX1962" fmla="*/ 216392 w 673767"/>
                <a:gd name="connsiteY1962" fmla="*/ 16393 h 450817"/>
                <a:gd name="connsiteX1963" fmla="*/ 214753 w 673767"/>
                <a:gd name="connsiteY1963" fmla="*/ 19672 h 450817"/>
                <a:gd name="connsiteX1964" fmla="*/ 211474 w 673767"/>
                <a:gd name="connsiteY1964" fmla="*/ 19672 h 450817"/>
                <a:gd name="connsiteX1965" fmla="*/ 208196 w 673767"/>
                <a:gd name="connsiteY1965" fmla="*/ 16393 h 450817"/>
                <a:gd name="connsiteX1966" fmla="*/ 203278 w 673767"/>
                <a:gd name="connsiteY1966" fmla="*/ 18033 h 450817"/>
                <a:gd name="connsiteX1967" fmla="*/ 199999 w 673767"/>
                <a:gd name="connsiteY1967" fmla="*/ 18033 h 450817"/>
                <a:gd name="connsiteX1968" fmla="*/ 196720 w 673767"/>
                <a:gd name="connsiteY1968" fmla="*/ 21311 h 450817"/>
                <a:gd name="connsiteX1969" fmla="*/ 199999 w 673767"/>
                <a:gd name="connsiteY1969" fmla="*/ 22951 h 450817"/>
                <a:gd name="connsiteX1970" fmla="*/ 203278 w 673767"/>
                <a:gd name="connsiteY1970" fmla="*/ 24590 h 450817"/>
                <a:gd name="connsiteX1971" fmla="*/ 206556 w 673767"/>
                <a:gd name="connsiteY1971" fmla="*/ 26229 h 450817"/>
                <a:gd name="connsiteX1972" fmla="*/ 211474 w 673767"/>
                <a:gd name="connsiteY1972" fmla="*/ 26229 h 450817"/>
                <a:gd name="connsiteX1973" fmla="*/ 214753 w 673767"/>
                <a:gd name="connsiteY1973" fmla="*/ 26229 h 450817"/>
                <a:gd name="connsiteX1974" fmla="*/ 218032 w 673767"/>
                <a:gd name="connsiteY1974" fmla="*/ 27869 h 450817"/>
                <a:gd name="connsiteX1975" fmla="*/ 221310 w 673767"/>
                <a:gd name="connsiteY1975" fmla="*/ 27869 h 450817"/>
                <a:gd name="connsiteX1976" fmla="*/ 226228 w 673767"/>
                <a:gd name="connsiteY1976" fmla="*/ 29508 h 450817"/>
                <a:gd name="connsiteX1977" fmla="*/ 221310 w 673767"/>
                <a:gd name="connsiteY1977" fmla="*/ 29508 h 450817"/>
                <a:gd name="connsiteX1978" fmla="*/ 218032 w 673767"/>
                <a:gd name="connsiteY1978" fmla="*/ 29508 h 450817"/>
                <a:gd name="connsiteX1979" fmla="*/ 214753 w 673767"/>
                <a:gd name="connsiteY1979" fmla="*/ 27869 h 450817"/>
                <a:gd name="connsiteX1980" fmla="*/ 209835 w 673767"/>
                <a:gd name="connsiteY1980" fmla="*/ 27869 h 450817"/>
                <a:gd name="connsiteX1981" fmla="*/ 206556 w 673767"/>
                <a:gd name="connsiteY1981" fmla="*/ 27869 h 450817"/>
                <a:gd name="connsiteX1982" fmla="*/ 203278 w 673767"/>
                <a:gd name="connsiteY1982" fmla="*/ 27869 h 450817"/>
                <a:gd name="connsiteX1983" fmla="*/ 199999 w 673767"/>
                <a:gd name="connsiteY1983" fmla="*/ 26229 h 450817"/>
                <a:gd name="connsiteX1984" fmla="*/ 195081 w 673767"/>
                <a:gd name="connsiteY1984" fmla="*/ 26229 h 450817"/>
                <a:gd name="connsiteX1985" fmla="*/ 191802 w 673767"/>
                <a:gd name="connsiteY1985" fmla="*/ 24590 h 450817"/>
                <a:gd name="connsiteX1986" fmla="*/ 186884 w 673767"/>
                <a:gd name="connsiteY1986" fmla="*/ 27869 h 450817"/>
                <a:gd name="connsiteX1987" fmla="*/ 183606 w 673767"/>
                <a:gd name="connsiteY1987" fmla="*/ 26229 h 450817"/>
                <a:gd name="connsiteX1988" fmla="*/ 180327 w 673767"/>
                <a:gd name="connsiteY1988" fmla="*/ 27869 h 450817"/>
                <a:gd name="connsiteX1989" fmla="*/ 183606 w 673767"/>
                <a:gd name="connsiteY1989" fmla="*/ 29508 h 450817"/>
                <a:gd name="connsiteX1990" fmla="*/ 186884 w 673767"/>
                <a:gd name="connsiteY1990" fmla="*/ 29508 h 450817"/>
                <a:gd name="connsiteX1991" fmla="*/ 191802 w 673767"/>
                <a:gd name="connsiteY1991" fmla="*/ 31147 h 450817"/>
                <a:gd name="connsiteX1992" fmla="*/ 195081 w 673767"/>
                <a:gd name="connsiteY1992" fmla="*/ 32787 h 450817"/>
                <a:gd name="connsiteX1993" fmla="*/ 198360 w 673767"/>
                <a:gd name="connsiteY1993" fmla="*/ 34426 h 450817"/>
                <a:gd name="connsiteX1994" fmla="*/ 203278 w 673767"/>
                <a:gd name="connsiteY1994" fmla="*/ 36065 h 450817"/>
                <a:gd name="connsiteX1995" fmla="*/ 206556 w 673767"/>
                <a:gd name="connsiteY1995" fmla="*/ 37705 h 450817"/>
                <a:gd name="connsiteX1996" fmla="*/ 209835 w 673767"/>
                <a:gd name="connsiteY1996" fmla="*/ 37705 h 450817"/>
                <a:gd name="connsiteX1997" fmla="*/ 206556 w 673767"/>
                <a:gd name="connsiteY1997" fmla="*/ 37705 h 450817"/>
                <a:gd name="connsiteX1998" fmla="*/ 203278 w 673767"/>
                <a:gd name="connsiteY1998" fmla="*/ 37705 h 450817"/>
                <a:gd name="connsiteX1999" fmla="*/ 198360 w 673767"/>
                <a:gd name="connsiteY1999" fmla="*/ 34426 h 450817"/>
                <a:gd name="connsiteX2000" fmla="*/ 195081 w 673767"/>
                <a:gd name="connsiteY2000" fmla="*/ 34426 h 450817"/>
                <a:gd name="connsiteX2001" fmla="*/ 191802 w 673767"/>
                <a:gd name="connsiteY2001" fmla="*/ 34426 h 450817"/>
                <a:gd name="connsiteX2002" fmla="*/ 186884 w 673767"/>
                <a:gd name="connsiteY2002" fmla="*/ 32787 h 450817"/>
                <a:gd name="connsiteX2003" fmla="*/ 183606 w 673767"/>
                <a:gd name="connsiteY2003" fmla="*/ 31147 h 450817"/>
                <a:gd name="connsiteX2004" fmla="*/ 180327 w 673767"/>
                <a:gd name="connsiteY2004" fmla="*/ 31147 h 450817"/>
                <a:gd name="connsiteX2005" fmla="*/ 175409 w 673767"/>
                <a:gd name="connsiteY2005" fmla="*/ 31147 h 450817"/>
                <a:gd name="connsiteX2006" fmla="*/ 172130 w 673767"/>
                <a:gd name="connsiteY2006" fmla="*/ 32787 h 450817"/>
                <a:gd name="connsiteX2007" fmla="*/ 168851 w 673767"/>
                <a:gd name="connsiteY2007" fmla="*/ 36065 h 450817"/>
                <a:gd name="connsiteX2008" fmla="*/ 163934 w 673767"/>
                <a:gd name="connsiteY2008" fmla="*/ 39344 h 450817"/>
                <a:gd name="connsiteX2009" fmla="*/ 160655 w 673767"/>
                <a:gd name="connsiteY2009" fmla="*/ 42623 h 450817"/>
                <a:gd name="connsiteX2010" fmla="*/ 163934 w 673767"/>
                <a:gd name="connsiteY2010" fmla="*/ 44262 h 450817"/>
                <a:gd name="connsiteX2011" fmla="*/ 160655 w 673767"/>
                <a:gd name="connsiteY2011" fmla="*/ 45901 h 450817"/>
                <a:gd name="connsiteX2012" fmla="*/ 160655 w 673767"/>
                <a:gd name="connsiteY2012" fmla="*/ 49180 h 450817"/>
                <a:gd name="connsiteX2013" fmla="*/ 163934 w 673767"/>
                <a:gd name="connsiteY2013" fmla="*/ 50819 h 450817"/>
                <a:gd name="connsiteX2014" fmla="*/ 167212 w 673767"/>
                <a:gd name="connsiteY2014" fmla="*/ 52459 h 450817"/>
                <a:gd name="connsiteX2015" fmla="*/ 172130 w 673767"/>
                <a:gd name="connsiteY2015" fmla="*/ 50819 h 450817"/>
                <a:gd name="connsiteX2016" fmla="*/ 175409 w 673767"/>
                <a:gd name="connsiteY2016" fmla="*/ 50819 h 450817"/>
                <a:gd name="connsiteX2017" fmla="*/ 180327 w 673767"/>
                <a:gd name="connsiteY2017" fmla="*/ 49180 h 450817"/>
                <a:gd name="connsiteX2018" fmla="*/ 175409 w 673767"/>
                <a:gd name="connsiteY2018" fmla="*/ 50819 h 450817"/>
                <a:gd name="connsiteX2019" fmla="*/ 180327 w 673767"/>
                <a:gd name="connsiteY2019" fmla="*/ 52459 h 450817"/>
                <a:gd name="connsiteX2020" fmla="*/ 183606 w 673767"/>
                <a:gd name="connsiteY2020" fmla="*/ 52459 h 450817"/>
                <a:gd name="connsiteX2021" fmla="*/ 180327 w 673767"/>
                <a:gd name="connsiteY2021" fmla="*/ 52459 h 450817"/>
                <a:gd name="connsiteX2022" fmla="*/ 175409 w 673767"/>
                <a:gd name="connsiteY2022" fmla="*/ 52459 h 450817"/>
                <a:gd name="connsiteX2023" fmla="*/ 172130 w 673767"/>
                <a:gd name="connsiteY2023" fmla="*/ 54098 h 450817"/>
                <a:gd name="connsiteX2024" fmla="*/ 173770 w 673767"/>
                <a:gd name="connsiteY2024" fmla="*/ 57377 h 450817"/>
                <a:gd name="connsiteX2025" fmla="*/ 177048 w 673767"/>
                <a:gd name="connsiteY2025" fmla="*/ 60655 h 450817"/>
                <a:gd name="connsiteX2026" fmla="*/ 180327 w 673767"/>
                <a:gd name="connsiteY2026" fmla="*/ 63934 h 450817"/>
                <a:gd name="connsiteX2027" fmla="*/ 178688 w 673767"/>
                <a:gd name="connsiteY2027" fmla="*/ 67213 h 450817"/>
                <a:gd name="connsiteX2028" fmla="*/ 177048 w 673767"/>
                <a:gd name="connsiteY2028" fmla="*/ 63934 h 450817"/>
                <a:gd name="connsiteX2029" fmla="*/ 173770 w 673767"/>
                <a:gd name="connsiteY2029" fmla="*/ 62295 h 450817"/>
                <a:gd name="connsiteX2030" fmla="*/ 170491 w 673767"/>
                <a:gd name="connsiteY2030" fmla="*/ 59016 h 450817"/>
                <a:gd name="connsiteX2031" fmla="*/ 165573 w 673767"/>
                <a:gd name="connsiteY2031" fmla="*/ 57377 h 450817"/>
                <a:gd name="connsiteX2032" fmla="*/ 162294 w 673767"/>
                <a:gd name="connsiteY2032" fmla="*/ 55737 h 450817"/>
                <a:gd name="connsiteX2033" fmla="*/ 159016 w 673767"/>
                <a:gd name="connsiteY2033" fmla="*/ 55737 h 450817"/>
                <a:gd name="connsiteX2034" fmla="*/ 154098 w 673767"/>
                <a:gd name="connsiteY2034" fmla="*/ 55737 h 450817"/>
                <a:gd name="connsiteX2035" fmla="*/ 150819 w 673767"/>
                <a:gd name="connsiteY2035" fmla="*/ 59016 h 450817"/>
                <a:gd name="connsiteX2036" fmla="*/ 147540 w 673767"/>
                <a:gd name="connsiteY2036" fmla="*/ 62295 h 450817"/>
                <a:gd name="connsiteX2037" fmla="*/ 144261 w 673767"/>
                <a:gd name="connsiteY2037" fmla="*/ 63934 h 450817"/>
                <a:gd name="connsiteX2038" fmla="*/ 139344 w 673767"/>
                <a:gd name="connsiteY2038" fmla="*/ 63934 h 450817"/>
                <a:gd name="connsiteX2039" fmla="*/ 136065 w 673767"/>
                <a:gd name="connsiteY2039" fmla="*/ 65573 h 450817"/>
                <a:gd name="connsiteX2040" fmla="*/ 131147 w 673767"/>
                <a:gd name="connsiteY2040" fmla="*/ 65573 h 450817"/>
                <a:gd name="connsiteX2041" fmla="*/ 136065 w 673767"/>
                <a:gd name="connsiteY2041" fmla="*/ 67213 h 450817"/>
                <a:gd name="connsiteX2042" fmla="*/ 139344 w 673767"/>
                <a:gd name="connsiteY2042" fmla="*/ 68852 h 450817"/>
                <a:gd name="connsiteX2043" fmla="*/ 139344 w 673767"/>
                <a:gd name="connsiteY2043" fmla="*/ 72131 h 450817"/>
                <a:gd name="connsiteX2044" fmla="*/ 136065 w 673767"/>
                <a:gd name="connsiteY2044" fmla="*/ 73770 h 450817"/>
                <a:gd name="connsiteX2045" fmla="*/ 139344 w 673767"/>
                <a:gd name="connsiteY2045" fmla="*/ 77049 h 450817"/>
                <a:gd name="connsiteX2046" fmla="*/ 142622 w 673767"/>
                <a:gd name="connsiteY2046" fmla="*/ 77049 h 450817"/>
                <a:gd name="connsiteX2047" fmla="*/ 147540 w 673767"/>
                <a:gd name="connsiteY2047" fmla="*/ 78688 h 450817"/>
                <a:gd name="connsiteX2048" fmla="*/ 150819 w 673767"/>
                <a:gd name="connsiteY2048" fmla="*/ 78688 h 450817"/>
                <a:gd name="connsiteX2049" fmla="*/ 154098 w 673767"/>
                <a:gd name="connsiteY2049" fmla="*/ 77049 h 450817"/>
                <a:gd name="connsiteX2050" fmla="*/ 154098 w 673767"/>
                <a:gd name="connsiteY2050" fmla="*/ 80328 h 450817"/>
                <a:gd name="connsiteX2051" fmla="*/ 154098 w 673767"/>
                <a:gd name="connsiteY2051" fmla="*/ 85245 h 450817"/>
                <a:gd name="connsiteX2052" fmla="*/ 149180 w 673767"/>
                <a:gd name="connsiteY2052" fmla="*/ 86885 h 450817"/>
                <a:gd name="connsiteX2053" fmla="*/ 145901 w 673767"/>
                <a:gd name="connsiteY2053" fmla="*/ 86885 h 450817"/>
                <a:gd name="connsiteX2054" fmla="*/ 142622 w 673767"/>
                <a:gd name="connsiteY2054" fmla="*/ 90164 h 450817"/>
                <a:gd name="connsiteX2055" fmla="*/ 142622 w 673767"/>
                <a:gd name="connsiteY2055" fmla="*/ 93442 h 450817"/>
                <a:gd name="connsiteX2056" fmla="*/ 137704 w 673767"/>
                <a:gd name="connsiteY2056" fmla="*/ 95081 h 450817"/>
                <a:gd name="connsiteX2057" fmla="*/ 134426 w 673767"/>
                <a:gd name="connsiteY2057" fmla="*/ 98360 h 450817"/>
                <a:gd name="connsiteX2058" fmla="*/ 132786 w 673767"/>
                <a:gd name="connsiteY2058" fmla="*/ 101639 h 450817"/>
                <a:gd name="connsiteX2059" fmla="*/ 129508 w 673767"/>
                <a:gd name="connsiteY2059" fmla="*/ 104918 h 450817"/>
                <a:gd name="connsiteX2060" fmla="*/ 124589 w 673767"/>
                <a:gd name="connsiteY2060" fmla="*/ 104918 h 450817"/>
                <a:gd name="connsiteX2061" fmla="*/ 127868 w 673767"/>
                <a:gd name="connsiteY2061" fmla="*/ 101639 h 450817"/>
                <a:gd name="connsiteX2062" fmla="*/ 124589 w 673767"/>
                <a:gd name="connsiteY2062" fmla="*/ 98360 h 450817"/>
                <a:gd name="connsiteX2063" fmla="*/ 129508 w 673767"/>
                <a:gd name="connsiteY2063" fmla="*/ 98360 h 450817"/>
                <a:gd name="connsiteX2064" fmla="*/ 132786 w 673767"/>
                <a:gd name="connsiteY2064" fmla="*/ 98360 h 450817"/>
                <a:gd name="connsiteX2065" fmla="*/ 129508 w 673767"/>
                <a:gd name="connsiteY2065" fmla="*/ 95081 h 450817"/>
                <a:gd name="connsiteX2066" fmla="*/ 124589 w 673767"/>
                <a:gd name="connsiteY2066" fmla="*/ 96721 h 450817"/>
                <a:gd name="connsiteX2067" fmla="*/ 121311 w 673767"/>
                <a:gd name="connsiteY2067" fmla="*/ 95081 h 450817"/>
                <a:gd name="connsiteX2068" fmla="*/ 118032 w 673767"/>
                <a:gd name="connsiteY2068" fmla="*/ 95081 h 450817"/>
                <a:gd name="connsiteX2069" fmla="*/ 113114 w 673767"/>
                <a:gd name="connsiteY2069" fmla="*/ 96721 h 450817"/>
                <a:gd name="connsiteX2070" fmla="*/ 109836 w 673767"/>
                <a:gd name="connsiteY2070" fmla="*/ 96721 h 450817"/>
                <a:gd name="connsiteX2071" fmla="*/ 104917 w 673767"/>
                <a:gd name="connsiteY2071" fmla="*/ 96721 h 450817"/>
                <a:gd name="connsiteX2072" fmla="*/ 101639 w 673767"/>
                <a:gd name="connsiteY2072" fmla="*/ 98360 h 450817"/>
                <a:gd name="connsiteX2073" fmla="*/ 96721 w 673767"/>
                <a:gd name="connsiteY2073" fmla="*/ 100000 h 450817"/>
                <a:gd name="connsiteX2074" fmla="*/ 93442 w 673767"/>
                <a:gd name="connsiteY2074" fmla="*/ 101639 h 450817"/>
                <a:gd name="connsiteX2075" fmla="*/ 90164 w 673767"/>
                <a:gd name="connsiteY2075" fmla="*/ 101639 h 450817"/>
                <a:gd name="connsiteX2076" fmla="*/ 86885 w 673767"/>
                <a:gd name="connsiteY2076" fmla="*/ 101639 h 450817"/>
                <a:gd name="connsiteX2077" fmla="*/ 81967 w 673767"/>
                <a:gd name="connsiteY2077" fmla="*/ 103278 h 450817"/>
                <a:gd name="connsiteX2078" fmla="*/ 78688 w 673767"/>
                <a:gd name="connsiteY2078" fmla="*/ 103278 h 450817"/>
                <a:gd name="connsiteX2079" fmla="*/ 81967 w 673767"/>
                <a:gd name="connsiteY2079" fmla="*/ 101639 h 450817"/>
                <a:gd name="connsiteX2080" fmla="*/ 86885 w 673767"/>
                <a:gd name="connsiteY2080" fmla="*/ 100000 h 450817"/>
                <a:gd name="connsiteX2081" fmla="*/ 90164 w 673767"/>
                <a:gd name="connsiteY2081" fmla="*/ 100000 h 450817"/>
                <a:gd name="connsiteX2082" fmla="*/ 93442 w 673767"/>
                <a:gd name="connsiteY2082" fmla="*/ 100000 h 450817"/>
                <a:gd name="connsiteX2083" fmla="*/ 98360 w 673767"/>
                <a:gd name="connsiteY2083" fmla="*/ 98360 h 450817"/>
                <a:gd name="connsiteX2084" fmla="*/ 101639 w 673767"/>
                <a:gd name="connsiteY2084" fmla="*/ 96721 h 450817"/>
                <a:gd name="connsiteX2085" fmla="*/ 104917 w 673767"/>
                <a:gd name="connsiteY2085" fmla="*/ 95081 h 450817"/>
                <a:gd name="connsiteX2086" fmla="*/ 109836 w 673767"/>
                <a:gd name="connsiteY2086" fmla="*/ 95081 h 450817"/>
                <a:gd name="connsiteX2087" fmla="*/ 113114 w 673767"/>
                <a:gd name="connsiteY2087" fmla="*/ 93442 h 450817"/>
                <a:gd name="connsiteX2088" fmla="*/ 116393 w 673767"/>
                <a:gd name="connsiteY2088" fmla="*/ 95081 h 450817"/>
                <a:gd name="connsiteX2089" fmla="*/ 119671 w 673767"/>
                <a:gd name="connsiteY2089" fmla="*/ 95081 h 450817"/>
                <a:gd name="connsiteX2090" fmla="*/ 124589 w 673767"/>
                <a:gd name="connsiteY2090" fmla="*/ 93442 h 450817"/>
                <a:gd name="connsiteX2091" fmla="*/ 127868 w 673767"/>
                <a:gd name="connsiteY2091" fmla="*/ 91803 h 450817"/>
                <a:gd name="connsiteX2092" fmla="*/ 131147 w 673767"/>
                <a:gd name="connsiteY2092" fmla="*/ 91803 h 450817"/>
                <a:gd name="connsiteX2093" fmla="*/ 136065 w 673767"/>
                <a:gd name="connsiteY2093" fmla="*/ 91803 h 450817"/>
                <a:gd name="connsiteX2094" fmla="*/ 139344 w 673767"/>
                <a:gd name="connsiteY2094" fmla="*/ 91803 h 450817"/>
                <a:gd name="connsiteX2095" fmla="*/ 140983 w 673767"/>
                <a:gd name="connsiteY2095" fmla="*/ 88524 h 450817"/>
                <a:gd name="connsiteX2096" fmla="*/ 140983 w 673767"/>
                <a:gd name="connsiteY2096" fmla="*/ 86885 h 450817"/>
                <a:gd name="connsiteX2097" fmla="*/ 137704 w 673767"/>
                <a:gd name="connsiteY2097" fmla="*/ 85245 h 450817"/>
                <a:gd name="connsiteX2098" fmla="*/ 132786 w 673767"/>
                <a:gd name="connsiteY2098" fmla="*/ 85245 h 450817"/>
                <a:gd name="connsiteX2099" fmla="*/ 129508 w 673767"/>
                <a:gd name="connsiteY2099" fmla="*/ 83606 h 450817"/>
                <a:gd name="connsiteX2100" fmla="*/ 126229 w 673767"/>
                <a:gd name="connsiteY2100" fmla="*/ 80328 h 450817"/>
                <a:gd name="connsiteX2101" fmla="*/ 122950 w 673767"/>
                <a:gd name="connsiteY2101" fmla="*/ 75409 h 450817"/>
                <a:gd name="connsiteX2102" fmla="*/ 121311 w 673767"/>
                <a:gd name="connsiteY2102" fmla="*/ 72131 h 450817"/>
                <a:gd name="connsiteX2103" fmla="*/ 121311 w 673767"/>
                <a:gd name="connsiteY2103" fmla="*/ 68852 h 450817"/>
                <a:gd name="connsiteX2104" fmla="*/ 121311 w 673767"/>
                <a:gd name="connsiteY2104" fmla="*/ 63934 h 450817"/>
                <a:gd name="connsiteX2105" fmla="*/ 124589 w 673767"/>
                <a:gd name="connsiteY2105" fmla="*/ 60655 h 450817"/>
                <a:gd name="connsiteX2106" fmla="*/ 127868 w 673767"/>
                <a:gd name="connsiteY2106" fmla="*/ 57377 h 450817"/>
                <a:gd name="connsiteX2107" fmla="*/ 131147 w 673767"/>
                <a:gd name="connsiteY2107" fmla="*/ 54098 h 450817"/>
                <a:gd name="connsiteX2108" fmla="*/ 136065 w 673767"/>
                <a:gd name="connsiteY2108" fmla="*/ 52459 h 450817"/>
                <a:gd name="connsiteX2109" fmla="*/ 139344 w 673767"/>
                <a:gd name="connsiteY2109" fmla="*/ 49180 h 450817"/>
                <a:gd name="connsiteX2110" fmla="*/ 137704 w 673767"/>
                <a:gd name="connsiteY2110" fmla="*/ 45901 h 450817"/>
                <a:gd name="connsiteX2111" fmla="*/ 134426 w 673767"/>
                <a:gd name="connsiteY2111" fmla="*/ 42623 h 450817"/>
                <a:gd name="connsiteX2112" fmla="*/ 137704 w 673767"/>
                <a:gd name="connsiteY2112" fmla="*/ 39344 h 450817"/>
                <a:gd name="connsiteX2113" fmla="*/ 140983 w 673767"/>
                <a:gd name="connsiteY2113" fmla="*/ 36065 h 450817"/>
                <a:gd name="connsiteX2114" fmla="*/ 144261 w 673767"/>
                <a:gd name="connsiteY2114" fmla="*/ 34426 h 450817"/>
                <a:gd name="connsiteX2115" fmla="*/ 147540 w 673767"/>
                <a:gd name="connsiteY2115" fmla="*/ 32787 h 450817"/>
                <a:gd name="connsiteX2116" fmla="*/ 152458 w 673767"/>
                <a:gd name="connsiteY2116" fmla="*/ 31147 h 450817"/>
                <a:gd name="connsiteX2117" fmla="*/ 155737 w 673767"/>
                <a:gd name="connsiteY2117" fmla="*/ 29508 h 450817"/>
                <a:gd name="connsiteX2118" fmla="*/ 159016 w 673767"/>
                <a:gd name="connsiteY2118" fmla="*/ 27869 h 450817"/>
                <a:gd name="connsiteX2119" fmla="*/ 163934 w 673767"/>
                <a:gd name="connsiteY2119" fmla="*/ 24590 h 450817"/>
                <a:gd name="connsiteX2120" fmla="*/ 167212 w 673767"/>
                <a:gd name="connsiteY2120" fmla="*/ 22951 h 450817"/>
                <a:gd name="connsiteX2121" fmla="*/ 170491 w 673767"/>
                <a:gd name="connsiteY2121" fmla="*/ 21311 h 450817"/>
                <a:gd name="connsiteX2122" fmla="*/ 175409 w 673767"/>
                <a:gd name="connsiteY2122" fmla="*/ 19672 h 450817"/>
                <a:gd name="connsiteX2123" fmla="*/ 178688 w 673767"/>
                <a:gd name="connsiteY2123" fmla="*/ 18033 h 450817"/>
                <a:gd name="connsiteX2124" fmla="*/ 183606 w 673767"/>
                <a:gd name="connsiteY2124" fmla="*/ 16393 h 450817"/>
                <a:gd name="connsiteX2125" fmla="*/ 186884 w 673767"/>
                <a:gd name="connsiteY2125" fmla="*/ 14754 h 450817"/>
                <a:gd name="connsiteX2126" fmla="*/ 190163 w 673767"/>
                <a:gd name="connsiteY2126" fmla="*/ 13115 h 450817"/>
                <a:gd name="connsiteX2127" fmla="*/ 193442 w 673767"/>
                <a:gd name="connsiteY2127" fmla="*/ 11475 h 450817"/>
                <a:gd name="connsiteX2128" fmla="*/ 198360 w 673767"/>
                <a:gd name="connsiteY2128" fmla="*/ 11475 h 450817"/>
                <a:gd name="connsiteX2129" fmla="*/ 201638 w 673767"/>
                <a:gd name="connsiteY2129" fmla="*/ 9836 h 450817"/>
                <a:gd name="connsiteX2130" fmla="*/ 206556 w 673767"/>
                <a:gd name="connsiteY2130" fmla="*/ 8197 h 450817"/>
                <a:gd name="connsiteX2131" fmla="*/ 209835 w 673767"/>
                <a:gd name="connsiteY2131" fmla="*/ 8197 h 450817"/>
                <a:gd name="connsiteX2132" fmla="*/ 213114 w 673767"/>
                <a:gd name="connsiteY2132" fmla="*/ 6557 h 450817"/>
                <a:gd name="connsiteX2133" fmla="*/ 218032 w 673767"/>
                <a:gd name="connsiteY2133" fmla="*/ 4918 h 450817"/>
                <a:gd name="connsiteX2134" fmla="*/ 218032 w 673767"/>
                <a:gd name="connsiteY2134" fmla="*/ 1639 h 450817"/>
                <a:gd name="connsiteX2135" fmla="*/ 214753 w 673767"/>
                <a:gd name="connsiteY2135" fmla="*/ 1639 h 450817"/>
                <a:gd name="connsiteX2136" fmla="*/ 209835 w 673767"/>
                <a:gd name="connsiteY2136" fmla="*/ 1639 h 450817"/>
                <a:gd name="connsiteX2137" fmla="*/ 206556 w 673767"/>
                <a:gd name="connsiteY2137" fmla="*/ 1639 h 450817"/>
                <a:gd name="connsiteX2138" fmla="*/ 201638 w 673767"/>
                <a:gd name="connsiteY2138" fmla="*/ 0 h 450817"/>
                <a:gd name="connsiteX2139" fmla="*/ 198360 w 673767"/>
                <a:gd name="connsiteY2139" fmla="*/ 0 h 450817"/>
                <a:gd name="connsiteX2140" fmla="*/ 193442 w 673767"/>
                <a:gd name="connsiteY2140" fmla="*/ 0 h 450817"/>
                <a:gd name="connsiteX2141" fmla="*/ 190163 w 673767"/>
                <a:gd name="connsiteY2141" fmla="*/ 0 h 450817"/>
                <a:gd name="connsiteX2142" fmla="*/ 185245 w 673767"/>
                <a:gd name="connsiteY2142" fmla="*/ 0 h 450817"/>
                <a:gd name="connsiteX2143" fmla="*/ 181966 w 673767"/>
                <a:gd name="connsiteY2143" fmla="*/ 0 h 450817"/>
                <a:gd name="connsiteX2144" fmla="*/ 177048 w 673767"/>
                <a:gd name="connsiteY2144" fmla="*/ 0 h 450817"/>
                <a:gd name="connsiteX2145" fmla="*/ 173770 w 673767"/>
                <a:gd name="connsiteY2145" fmla="*/ 0 h 450817"/>
                <a:gd name="connsiteX2146" fmla="*/ 168851 w 673767"/>
                <a:gd name="connsiteY2146" fmla="*/ 1639 h 450817"/>
                <a:gd name="connsiteX2147" fmla="*/ 165573 w 673767"/>
                <a:gd name="connsiteY2147" fmla="*/ 1639 h 450817"/>
                <a:gd name="connsiteX2148" fmla="*/ 162294 w 673767"/>
                <a:gd name="connsiteY2148" fmla="*/ 1639 h 450817"/>
                <a:gd name="connsiteX2149" fmla="*/ 157376 w 673767"/>
                <a:gd name="connsiteY2149" fmla="*/ 1639 h 450817"/>
                <a:gd name="connsiteX2150" fmla="*/ 154098 w 673767"/>
                <a:gd name="connsiteY2150" fmla="*/ 3279 h 450817"/>
                <a:gd name="connsiteX2151" fmla="*/ 149180 w 673767"/>
                <a:gd name="connsiteY2151" fmla="*/ 3279 h 450817"/>
                <a:gd name="connsiteX2152" fmla="*/ 145901 w 673767"/>
                <a:gd name="connsiteY2152" fmla="*/ 4918 h 450817"/>
                <a:gd name="connsiteX2153" fmla="*/ 140983 w 673767"/>
                <a:gd name="connsiteY2153" fmla="*/ 4918 h 450817"/>
                <a:gd name="connsiteX2154" fmla="*/ 137704 w 673767"/>
                <a:gd name="connsiteY2154" fmla="*/ 6557 h 450817"/>
                <a:gd name="connsiteX2155" fmla="*/ 132786 w 673767"/>
                <a:gd name="connsiteY2155" fmla="*/ 6557 h 450817"/>
                <a:gd name="connsiteX2156" fmla="*/ 129508 w 673767"/>
                <a:gd name="connsiteY2156" fmla="*/ 8197 h 450817"/>
                <a:gd name="connsiteX2157" fmla="*/ 124589 w 673767"/>
                <a:gd name="connsiteY2157" fmla="*/ 9836 h 450817"/>
                <a:gd name="connsiteX2158" fmla="*/ 121311 w 673767"/>
                <a:gd name="connsiteY2158" fmla="*/ 11475 h 450817"/>
                <a:gd name="connsiteX2159" fmla="*/ 116393 w 673767"/>
                <a:gd name="connsiteY2159" fmla="*/ 13115 h 450817"/>
                <a:gd name="connsiteX2160" fmla="*/ 113114 w 673767"/>
                <a:gd name="connsiteY2160" fmla="*/ 13115 h 450817"/>
                <a:gd name="connsiteX2161" fmla="*/ 109836 w 673767"/>
                <a:gd name="connsiteY2161" fmla="*/ 14754 h 450817"/>
                <a:gd name="connsiteX2162" fmla="*/ 104917 w 673767"/>
                <a:gd name="connsiteY2162" fmla="*/ 16393 h 450817"/>
                <a:gd name="connsiteX2163" fmla="*/ 101639 w 673767"/>
                <a:gd name="connsiteY2163" fmla="*/ 18033 h 450817"/>
                <a:gd name="connsiteX2164" fmla="*/ 98360 w 673767"/>
                <a:gd name="connsiteY2164" fmla="*/ 19672 h 450817"/>
                <a:gd name="connsiteX2165" fmla="*/ 93442 w 673767"/>
                <a:gd name="connsiteY2165" fmla="*/ 19672 h 450817"/>
                <a:gd name="connsiteX2166" fmla="*/ 90164 w 673767"/>
                <a:gd name="connsiteY2166" fmla="*/ 22951 h 450817"/>
                <a:gd name="connsiteX2167" fmla="*/ 85245 w 673767"/>
                <a:gd name="connsiteY2167" fmla="*/ 24590 h 450817"/>
                <a:gd name="connsiteX2168" fmla="*/ 81967 w 673767"/>
                <a:gd name="connsiteY2168" fmla="*/ 26229 h 450817"/>
                <a:gd name="connsiteX2169" fmla="*/ 78688 w 673767"/>
                <a:gd name="connsiteY2169" fmla="*/ 27869 h 450817"/>
                <a:gd name="connsiteX2170" fmla="*/ 73770 w 673767"/>
                <a:gd name="connsiteY2170" fmla="*/ 31147 h 450817"/>
                <a:gd name="connsiteX2171" fmla="*/ 70491 w 673767"/>
                <a:gd name="connsiteY2171" fmla="*/ 34426 h 450817"/>
                <a:gd name="connsiteX2172" fmla="*/ 68852 w 673767"/>
                <a:gd name="connsiteY2172" fmla="*/ 37705 h 450817"/>
                <a:gd name="connsiteX2173" fmla="*/ 65573 w 673767"/>
                <a:gd name="connsiteY2173" fmla="*/ 37705 h 450817"/>
                <a:gd name="connsiteX2174" fmla="*/ 60655 w 673767"/>
                <a:gd name="connsiteY2174" fmla="*/ 39344 h 450817"/>
                <a:gd name="connsiteX2175" fmla="*/ 57377 w 673767"/>
                <a:gd name="connsiteY2175" fmla="*/ 42623 h 450817"/>
                <a:gd name="connsiteX2176" fmla="*/ 54098 w 673767"/>
                <a:gd name="connsiteY2176" fmla="*/ 42623 h 450817"/>
                <a:gd name="connsiteX2177" fmla="*/ 49180 w 673767"/>
                <a:gd name="connsiteY2177" fmla="*/ 44262 h 450817"/>
                <a:gd name="connsiteX2178" fmla="*/ 45901 w 673767"/>
                <a:gd name="connsiteY2178" fmla="*/ 47541 h 450817"/>
                <a:gd name="connsiteX2179" fmla="*/ 42623 w 673767"/>
                <a:gd name="connsiteY2179" fmla="*/ 49180 h 450817"/>
                <a:gd name="connsiteX2180" fmla="*/ 37705 w 673767"/>
                <a:gd name="connsiteY2180" fmla="*/ 52459 h 450817"/>
                <a:gd name="connsiteX2181" fmla="*/ 34426 w 673767"/>
                <a:gd name="connsiteY2181" fmla="*/ 55737 h 450817"/>
                <a:gd name="connsiteX2182" fmla="*/ 32787 w 673767"/>
                <a:gd name="connsiteY2182" fmla="*/ 59016 h 450817"/>
                <a:gd name="connsiteX2183" fmla="*/ 37705 w 673767"/>
                <a:gd name="connsiteY2183" fmla="*/ 59016 h 450817"/>
                <a:gd name="connsiteX2184" fmla="*/ 32787 w 673767"/>
                <a:gd name="connsiteY2184" fmla="*/ 62295 h 450817"/>
                <a:gd name="connsiteX2185" fmla="*/ 29508 w 673767"/>
                <a:gd name="connsiteY2185" fmla="*/ 62295 h 450817"/>
                <a:gd name="connsiteX2186" fmla="*/ 26229 w 673767"/>
                <a:gd name="connsiteY2186" fmla="*/ 63934 h 450817"/>
                <a:gd name="connsiteX2187" fmla="*/ 24590 w 673767"/>
                <a:gd name="connsiteY2187" fmla="*/ 63934 h 450817"/>
                <a:gd name="connsiteX2188" fmla="*/ 22951 w 673767"/>
                <a:gd name="connsiteY2188" fmla="*/ 65573 h 450817"/>
                <a:gd name="connsiteX2189" fmla="*/ 22951 w 673767"/>
                <a:gd name="connsiteY2189" fmla="*/ 65573 h 450817"/>
                <a:gd name="connsiteX2190" fmla="*/ 22951 w 673767"/>
                <a:gd name="connsiteY2190" fmla="*/ 65573 h 450817"/>
                <a:gd name="connsiteX2191" fmla="*/ 18033 w 673767"/>
                <a:gd name="connsiteY2191" fmla="*/ 67213 h 450817"/>
                <a:gd name="connsiteX2192" fmla="*/ 18033 w 673767"/>
                <a:gd name="connsiteY2192" fmla="*/ 70491 h 450817"/>
                <a:gd name="connsiteX2193" fmla="*/ 19672 w 673767"/>
                <a:gd name="connsiteY2193" fmla="*/ 73770 h 450817"/>
                <a:gd name="connsiteX2194" fmla="*/ 14754 w 673767"/>
                <a:gd name="connsiteY2194" fmla="*/ 77049 h 450817"/>
                <a:gd name="connsiteX2195" fmla="*/ 11475 w 673767"/>
                <a:gd name="connsiteY2195" fmla="*/ 78688 h 450817"/>
                <a:gd name="connsiteX2196" fmla="*/ 9836 w 673767"/>
                <a:gd name="connsiteY2196" fmla="*/ 78688 h 450817"/>
                <a:gd name="connsiteX2197" fmla="*/ 9836 w 673767"/>
                <a:gd name="connsiteY2197" fmla="*/ 78688 h 450817"/>
                <a:gd name="connsiteX2198" fmla="*/ 9836 w 673767"/>
                <a:gd name="connsiteY2198" fmla="*/ 80328 h 450817"/>
                <a:gd name="connsiteX2199" fmla="*/ 8197 w 673767"/>
                <a:gd name="connsiteY2199" fmla="*/ 80328 h 450817"/>
                <a:gd name="connsiteX2200" fmla="*/ 6557 w 673767"/>
                <a:gd name="connsiteY2200" fmla="*/ 83606 h 450817"/>
                <a:gd name="connsiteX2201" fmla="*/ 6557 w 673767"/>
                <a:gd name="connsiteY2201" fmla="*/ 83606 h 450817"/>
                <a:gd name="connsiteX2202" fmla="*/ 4918 w 673767"/>
                <a:gd name="connsiteY2202" fmla="*/ 85245 h 45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</a:cxnLst>
              <a:rect l="l" t="t" r="r" b="b"/>
              <a:pathLst>
                <a:path w="673767" h="450817">
                  <a:moveTo>
                    <a:pt x="4918" y="85245"/>
                  </a:moveTo>
                  <a:lnTo>
                    <a:pt x="3279" y="88524"/>
                  </a:lnTo>
                  <a:lnTo>
                    <a:pt x="6557" y="90164"/>
                  </a:lnTo>
                  <a:lnTo>
                    <a:pt x="11475" y="90164"/>
                  </a:lnTo>
                  <a:lnTo>
                    <a:pt x="14754" y="91803"/>
                  </a:lnTo>
                  <a:lnTo>
                    <a:pt x="18033" y="91803"/>
                  </a:lnTo>
                  <a:lnTo>
                    <a:pt x="22951" y="91803"/>
                  </a:lnTo>
                  <a:lnTo>
                    <a:pt x="26229" y="91803"/>
                  </a:lnTo>
                  <a:lnTo>
                    <a:pt x="29508" y="91803"/>
                  </a:lnTo>
                  <a:lnTo>
                    <a:pt x="34426" y="93442"/>
                  </a:lnTo>
                  <a:lnTo>
                    <a:pt x="37705" y="93442"/>
                  </a:lnTo>
                  <a:lnTo>
                    <a:pt x="40983" y="93442"/>
                  </a:lnTo>
                  <a:lnTo>
                    <a:pt x="45901" y="93442"/>
                  </a:lnTo>
                  <a:lnTo>
                    <a:pt x="49180" y="93442"/>
                  </a:lnTo>
                  <a:lnTo>
                    <a:pt x="52459" y="91803"/>
                  </a:lnTo>
                  <a:lnTo>
                    <a:pt x="57377" y="91803"/>
                  </a:lnTo>
                  <a:lnTo>
                    <a:pt x="54098" y="96721"/>
                  </a:lnTo>
                  <a:lnTo>
                    <a:pt x="59016" y="98360"/>
                  </a:lnTo>
                  <a:lnTo>
                    <a:pt x="62295" y="100000"/>
                  </a:lnTo>
                  <a:lnTo>
                    <a:pt x="65573" y="101639"/>
                  </a:lnTo>
                  <a:lnTo>
                    <a:pt x="70491" y="101639"/>
                  </a:lnTo>
                  <a:lnTo>
                    <a:pt x="65573" y="101639"/>
                  </a:lnTo>
                  <a:lnTo>
                    <a:pt x="62295" y="101639"/>
                  </a:lnTo>
                  <a:lnTo>
                    <a:pt x="59016" y="103278"/>
                  </a:lnTo>
                  <a:lnTo>
                    <a:pt x="54098" y="103278"/>
                  </a:lnTo>
                  <a:lnTo>
                    <a:pt x="50819" y="103278"/>
                  </a:lnTo>
                  <a:lnTo>
                    <a:pt x="47541" y="103278"/>
                  </a:lnTo>
                  <a:lnTo>
                    <a:pt x="42623" y="104918"/>
                  </a:lnTo>
                  <a:lnTo>
                    <a:pt x="39344" y="104918"/>
                  </a:lnTo>
                  <a:lnTo>
                    <a:pt x="36065" y="103278"/>
                  </a:lnTo>
                  <a:lnTo>
                    <a:pt x="31147" y="101639"/>
                  </a:lnTo>
                  <a:lnTo>
                    <a:pt x="27869" y="100000"/>
                  </a:lnTo>
                  <a:lnTo>
                    <a:pt x="24590" y="100000"/>
                  </a:lnTo>
                  <a:lnTo>
                    <a:pt x="19672" y="100000"/>
                  </a:lnTo>
                  <a:lnTo>
                    <a:pt x="16393" y="100000"/>
                  </a:lnTo>
                  <a:lnTo>
                    <a:pt x="13114" y="100000"/>
                  </a:lnTo>
                  <a:lnTo>
                    <a:pt x="8197" y="98360"/>
                  </a:lnTo>
                  <a:lnTo>
                    <a:pt x="4918" y="98360"/>
                  </a:lnTo>
                  <a:lnTo>
                    <a:pt x="8197" y="101639"/>
                  </a:lnTo>
                  <a:lnTo>
                    <a:pt x="3279" y="104918"/>
                  </a:lnTo>
                  <a:lnTo>
                    <a:pt x="0" y="108196"/>
                  </a:lnTo>
                  <a:lnTo>
                    <a:pt x="1639" y="111475"/>
                  </a:lnTo>
                  <a:lnTo>
                    <a:pt x="3279" y="114754"/>
                  </a:lnTo>
                  <a:lnTo>
                    <a:pt x="3279" y="118032"/>
                  </a:lnTo>
                  <a:lnTo>
                    <a:pt x="8197" y="121311"/>
                  </a:lnTo>
                  <a:lnTo>
                    <a:pt x="11475" y="122950"/>
                  </a:lnTo>
                  <a:lnTo>
                    <a:pt x="14754" y="122950"/>
                  </a:lnTo>
                  <a:lnTo>
                    <a:pt x="19672" y="124590"/>
                  </a:lnTo>
                  <a:lnTo>
                    <a:pt x="22951" y="126229"/>
                  </a:lnTo>
                  <a:lnTo>
                    <a:pt x="19672" y="126229"/>
                  </a:lnTo>
                  <a:lnTo>
                    <a:pt x="14754" y="126229"/>
                  </a:lnTo>
                  <a:lnTo>
                    <a:pt x="18033" y="127868"/>
                  </a:lnTo>
                  <a:lnTo>
                    <a:pt x="22951" y="129508"/>
                  </a:lnTo>
                  <a:lnTo>
                    <a:pt x="26229" y="129508"/>
                  </a:lnTo>
                  <a:lnTo>
                    <a:pt x="29508" y="127868"/>
                  </a:lnTo>
                  <a:lnTo>
                    <a:pt x="26229" y="127868"/>
                  </a:lnTo>
                  <a:lnTo>
                    <a:pt x="29508" y="126229"/>
                  </a:lnTo>
                  <a:lnTo>
                    <a:pt x="34426" y="126229"/>
                  </a:lnTo>
                  <a:lnTo>
                    <a:pt x="37705" y="126229"/>
                  </a:lnTo>
                  <a:lnTo>
                    <a:pt x="42623" y="127868"/>
                  </a:lnTo>
                  <a:lnTo>
                    <a:pt x="45901" y="127868"/>
                  </a:lnTo>
                  <a:lnTo>
                    <a:pt x="49180" y="126229"/>
                  </a:lnTo>
                  <a:lnTo>
                    <a:pt x="45901" y="124590"/>
                  </a:lnTo>
                  <a:lnTo>
                    <a:pt x="49180" y="122950"/>
                  </a:lnTo>
                  <a:lnTo>
                    <a:pt x="52459" y="121311"/>
                  </a:lnTo>
                  <a:lnTo>
                    <a:pt x="57377" y="124590"/>
                  </a:lnTo>
                  <a:lnTo>
                    <a:pt x="52459" y="124590"/>
                  </a:lnTo>
                  <a:lnTo>
                    <a:pt x="57377" y="126229"/>
                  </a:lnTo>
                  <a:lnTo>
                    <a:pt x="60655" y="124590"/>
                  </a:lnTo>
                  <a:lnTo>
                    <a:pt x="63934" y="122950"/>
                  </a:lnTo>
                  <a:lnTo>
                    <a:pt x="68852" y="121311"/>
                  </a:lnTo>
                  <a:lnTo>
                    <a:pt x="72131" y="121311"/>
                  </a:lnTo>
                  <a:lnTo>
                    <a:pt x="67213" y="122950"/>
                  </a:lnTo>
                  <a:lnTo>
                    <a:pt x="63934" y="122950"/>
                  </a:lnTo>
                  <a:lnTo>
                    <a:pt x="60655" y="126229"/>
                  </a:lnTo>
                  <a:lnTo>
                    <a:pt x="59016" y="131147"/>
                  </a:lnTo>
                  <a:lnTo>
                    <a:pt x="62295" y="134426"/>
                  </a:lnTo>
                  <a:lnTo>
                    <a:pt x="65573" y="136065"/>
                  </a:lnTo>
                  <a:lnTo>
                    <a:pt x="70491" y="137704"/>
                  </a:lnTo>
                  <a:lnTo>
                    <a:pt x="70491" y="137704"/>
                  </a:lnTo>
                  <a:lnTo>
                    <a:pt x="75409" y="137704"/>
                  </a:lnTo>
                  <a:lnTo>
                    <a:pt x="75409" y="137704"/>
                  </a:lnTo>
                  <a:lnTo>
                    <a:pt x="78688" y="137704"/>
                  </a:lnTo>
                  <a:lnTo>
                    <a:pt x="81967" y="137704"/>
                  </a:lnTo>
                  <a:lnTo>
                    <a:pt x="85245" y="139344"/>
                  </a:lnTo>
                  <a:lnTo>
                    <a:pt x="86885" y="137704"/>
                  </a:lnTo>
                  <a:lnTo>
                    <a:pt x="83606" y="136065"/>
                  </a:lnTo>
                  <a:lnTo>
                    <a:pt x="78688" y="136065"/>
                  </a:lnTo>
                  <a:lnTo>
                    <a:pt x="75409" y="136065"/>
                  </a:lnTo>
                  <a:lnTo>
                    <a:pt x="78688" y="134426"/>
                  </a:lnTo>
                  <a:lnTo>
                    <a:pt x="81967" y="134426"/>
                  </a:lnTo>
                  <a:lnTo>
                    <a:pt x="86885" y="134426"/>
                  </a:lnTo>
                  <a:lnTo>
                    <a:pt x="90164" y="134426"/>
                  </a:lnTo>
                  <a:lnTo>
                    <a:pt x="93442" y="136065"/>
                  </a:lnTo>
                  <a:lnTo>
                    <a:pt x="96721" y="136065"/>
                  </a:lnTo>
                  <a:lnTo>
                    <a:pt x="101639" y="134426"/>
                  </a:lnTo>
                  <a:lnTo>
                    <a:pt x="103278" y="137704"/>
                  </a:lnTo>
                  <a:lnTo>
                    <a:pt x="103278" y="137704"/>
                  </a:lnTo>
                  <a:lnTo>
                    <a:pt x="106557" y="137704"/>
                  </a:lnTo>
                  <a:lnTo>
                    <a:pt x="109836" y="137704"/>
                  </a:lnTo>
                  <a:lnTo>
                    <a:pt x="113114" y="139344"/>
                  </a:lnTo>
                  <a:lnTo>
                    <a:pt x="118032" y="139344"/>
                  </a:lnTo>
                  <a:lnTo>
                    <a:pt x="121311" y="139344"/>
                  </a:lnTo>
                  <a:lnTo>
                    <a:pt x="124589" y="139344"/>
                  </a:lnTo>
                  <a:lnTo>
                    <a:pt x="129508" y="139344"/>
                  </a:lnTo>
                  <a:lnTo>
                    <a:pt x="132786" y="139344"/>
                  </a:lnTo>
                  <a:lnTo>
                    <a:pt x="136065" y="139344"/>
                  </a:lnTo>
                  <a:lnTo>
                    <a:pt x="140983" y="137704"/>
                  </a:lnTo>
                  <a:lnTo>
                    <a:pt x="140983" y="137704"/>
                  </a:lnTo>
                  <a:lnTo>
                    <a:pt x="142622" y="137704"/>
                  </a:lnTo>
                  <a:lnTo>
                    <a:pt x="142622" y="137704"/>
                  </a:lnTo>
                  <a:lnTo>
                    <a:pt x="145901" y="137704"/>
                  </a:lnTo>
                  <a:lnTo>
                    <a:pt x="147540" y="137704"/>
                  </a:lnTo>
                  <a:lnTo>
                    <a:pt x="150819" y="140983"/>
                  </a:lnTo>
                  <a:lnTo>
                    <a:pt x="155737" y="140983"/>
                  </a:lnTo>
                  <a:lnTo>
                    <a:pt x="159016" y="144262"/>
                  </a:lnTo>
                  <a:lnTo>
                    <a:pt x="163934" y="144262"/>
                  </a:lnTo>
                  <a:lnTo>
                    <a:pt x="167212" y="145901"/>
                  </a:lnTo>
                  <a:lnTo>
                    <a:pt x="170491" y="144262"/>
                  </a:lnTo>
                  <a:lnTo>
                    <a:pt x="175409" y="144262"/>
                  </a:lnTo>
                  <a:lnTo>
                    <a:pt x="178688" y="142622"/>
                  </a:lnTo>
                  <a:lnTo>
                    <a:pt x="181966" y="140983"/>
                  </a:lnTo>
                  <a:lnTo>
                    <a:pt x="178688" y="139344"/>
                  </a:lnTo>
                  <a:lnTo>
                    <a:pt x="177048" y="137704"/>
                  </a:lnTo>
                  <a:lnTo>
                    <a:pt x="173770" y="134426"/>
                  </a:lnTo>
                  <a:lnTo>
                    <a:pt x="170491" y="132786"/>
                  </a:lnTo>
                  <a:lnTo>
                    <a:pt x="165573" y="132786"/>
                  </a:lnTo>
                  <a:lnTo>
                    <a:pt x="162294" y="131147"/>
                  </a:lnTo>
                  <a:lnTo>
                    <a:pt x="159016" y="127868"/>
                  </a:lnTo>
                  <a:lnTo>
                    <a:pt x="162294" y="129508"/>
                  </a:lnTo>
                  <a:lnTo>
                    <a:pt x="167212" y="131147"/>
                  </a:lnTo>
                  <a:lnTo>
                    <a:pt x="170491" y="132786"/>
                  </a:lnTo>
                  <a:lnTo>
                    <a:pt x="173770" y="132786"/>
                  </a:lnTo>
                  <a:lnTo>
                    <a:pt x="178688" y="134426"/>
                  </a:lnTo>
                  <a:lnTo>
                    <a:pt x="181966" y="137704"/>
                  </a:lnTo>
                  <a:lnTo>
                    <a:pt x="185245" y="139344"/>
                  </a:lnTo>
                  <a:lnTo>
                    <a:pt x="190163" y="140983"/>
                  </a:lnTo>
                  <a:lnTo>
                    <a:pt x="193442" y="144262"/>
                  </a:lnTo>
                  <a:lnTo>
                    <a:pt x="196720" y="147540"/>
                  </a:lnTo>
                  <a:lnTo>
                    <a:pt x="201638" y="147540"/>
                  </a:lnTo>
                  <a:lnTo>
                    <a:pt x="203278" y="144262"/>
                  </a:lnTo>
                  <a:lnTo>
                    <a:pt x="198360" y="140983"/>
                  </a:lnTo>
                  <a:lnTo>
                    <a:pt x="198360" y="137704"/>
                  </a:lnTo>
                  <a:lnTo>
                    <a:pt x="195081" y="137704"/>
                  </a:lnTo>
                  <a:lnTo>
                    <a:pt x="193442" y="137704"/>
                  </a:lnTo>
                  <a:lnTo>
                    <a:pt x="191802" y="137704"/>
                  </a:lnTo>
                  <a:lnTo>
                    <a:pt x="188524" y="136065"/>
                  </a:lnTo>
                  <a:lnTo>
                    <a:pt x="191802" y="134426"/>
                  </a:lnTo>
                  <a:lnTo>
                    <a:pt x="196720" y="134426"/>
                  </a:lnTo>
                  <a:lnTo>
                    <a:pt x="199999" y="134426"/>
                  </a:lnTo>
                  <a:lnTo>
                    <a:pt x="203278" y="136065"/>
                  </a:lnTo>
                  <a:lnTo>
                    <a:pt x="208196" y="136065"/>
                  </a:lnTo>
                  <a:lnTo>
                    <a:pt x="211474" y="136065"/>
                  </a:lnTo>
                  <a:lnTo>
                    <a:pt x="214753" y="136065"/>
                  </a:lnTo>
                  <a:lnTo>
                    <a:pt x="219671" y="136065"/>
                  </a:lnTo>
                  <a:lnTo>
                    <a:pt x="221310" y="137704"/>
                  </a:lnTo>
                  <a:lnTo>
                    <a:pt x="224589" y="137704"/>
                  </a:lnTo>
                  <a:lnTo>
                    <a:pt x="227868" y="137704"/>
                  </a:lnTo>
                  <a:lnTo>
                    <a:pt x="231146" y="140983"/>
                  </a:lnTo>
                  <a:lnTo>
                    <a:pt x="234425" y="139344"/>
                  </a:lnTo>
                  <a:lnTo>
                    <a:pt x="236064" y="142622"/>
                  </a:lnTo>
                  <a:lnTo>
                    <a:pt x="239343" y="144262"/>
                  </a:lnTo>
                  <a:lnTo>
                    <a:pt x="242622" y="142622"/>
                  </a:lnTo>
                  <a:lnTo>
                    <a:pt x="247540" y="142622"/>
                  </a:lnTo>
                  <a:lnTo>
                    <a:pt x="250818" y="142622"/>
                  </a:lnTo>
                  <a:lnTo>
                    <a:pt x="254097" y="142622"/>
                  </a:lnTo>
                  <a:lnTo>
                    <a:pt x="259015" y="142622"/>
                  </a:lnTo>
                  <a:lnTo>
                    <a:pt x="262294" y="142622"/>
                  </a:lnTo>
                  <a:lnTo>
                    <a:pt x="265573" y="140983"/>
                  </a:lnTo>
                  <a:lnTo>
                    <a:pt x="268851" y="137704"/>
                  </a:lnTo>
                  <a:lnTo>
                    <a:pt x="270491" y="134426"/>
                  </a:lnTo>
                  <a:lnTo>
                    <a:pt x="272130" y="131147"/>
                  </a:lnTo>
                  <a:lnTo>
                    <a:pt x="270491" y="126229"/>
                  </a:lnTo>
                  <a:lnTo>
                    <a:pt x="267212" y="126229"/>
                  </a:lnTo>
                  <a:lnTo>
                    <a:pt x="263933" y="126229"/>
                  </a:lnTo>
                  <a:lnTo>
                    <a:pt x="260654" y="124590"/>
                  </a:lnTo>
                  <a:lnTo>
                    <a:pt x="255736" y="124590"/>
                  </a:lnTo>
                  <a:lnTo>
                    <a:pt x="260654" y="121311"/>
                  </a:lnTo>
                  <a:lnTo>
                    <a:pt x="263933" y="119672"/>
                  </a:lnTo>
                  <a:lnTo>
                    <a:pt x="267212" y="122950"/>
                  </a:lnTo>
                  <a:lnTo>
                    <a:pt x="272130" y="119672"/>
                  </a:lnTo>
                  <a:lnTo>
                    <a:pt x="275408" y="118032"/>
                  </a:lnTo>
                  <a:lnTo>
                    <a:pt x="278687" y="113114"/>
                  </a:lnTo>
                  <a:lnTo>
                    <a:pt x="281966" y="114754"/>
                  </a:lnTo>
                  <a:lnTo>
                    <a:pt x="278687" y="118032"/>
                  </a:lnTo>
                  <a:lnTo>
                    <a:pt x="273769" y="118032"/>
                  </a:lnTo>
                  <a:lnTo>
                    <a:pt x="275408" y="122950"/>
                  </a:lnTo>
                  <a:lnTo>
                    <a:pt x="278687" y="122950"/>
                  </a:lnTo>
                  <a:lnTo>
                    <a:pt x="280326" y="126229"/>
                  </a:lnTo>
                  <a:lnTo>
                    <a:pt x="283605" y="124590"/>
                  </a:lnTo>
                  <a:lnTo>
                    <a:pt x="283605" y="129508"/>
                  </a:lnTo>
                  <a:lnTo>
                    <a:pt x="286884" y="129508"/>
                  </a:lnTo>
                  <a:lnTo>
                    <a:pt x="291802" y="129508"/>
                  </a:lnTo>
                  <a:lnTo>
                    <a:pt x="295081" y="129508"/>
                  </a:lnTo>
                  <a:lnTo>
                    <a:pt x="298359" y="129508"/>
                  </a:lnTo>
                  <a:lnTo>
                    <a:pt x="299998" y="132786"/>
                  </a:lnTo>
                  <a:lnTo>
                    <a:pt x="298359" y="136065"/>
                  </a:lnTo>
                  <a:lnTo>
                    <a:pt x="296720" y="137704"/>
                  </a:lnTo>
                  <a:lnTo>
                    <a:pt x="293441" y="142622"/>
                  </a:lnTo>
                  <a:lnTo>
                    <a:pt x="291802" y="145901"/>
                  </a:lnTo>
                  <a:lnTo>
                    <a:pt x="295081" y="145901"/>
                  </a:lnTo>
                  <a:lnTo>
                    <a:pt x="299998" y="144262"/>
                  </a:lnTo>
                  <a:lnTo>
                    <a:pt x="303277" y="142622"/>
                  </a:lnTo>
                  <a:lnTo>
                    <a:pt x="306556" y="142622"/>
                  </a:lnTo>
                  <a:lnTo>
                    <a:pt x="309835" y="140983"/>
                  </a:lnTo>
                  <a:lnTo>
                    <a:pt x="314753" y="140983"/>
                  </a:lnTo>
                  <a:lnTo>
                    <a:pt x="309835" y="140983"/>
                  </a:lnTo>
                  <a:lnTo>
                    <a:pt x="306556" y="142622"/>
                  </a:lnTo>
                  <a:lnTo>
                    <a:pt x="303277" y="144262"/>
                  </a:lnTo>
                  <a:lnTo>
                    <a:pt x="306556" y="144262"/>
                  </a:lnTo>
                  <a:lnTo>
                    <a:pt x="309835" y="144262"/>
                  </a:lnTo>
                  <a:lnTo>
                    <a:pt x="314753" y="145901"/>
                  </a:lnTo>
                  <a:lnTo>
                    <a:pt x="313113" y="149180"/>
                  </a:lnTo>
                  <a:lnTo>
                    <a:pt x="309835" y="150819"/>
                  </a:lnTo>
                  <a:lnTo>
                    <a:pt x="304916" y="150819"/>
                  </a:lnTo>
                  <a:lnTo>
                    <a:pt x="301638" y="150819"/>
                  </a:lnTo>
                  <a:lnTo>
                    <a:pt x="304916" y="154098"/>
                  </a:lnTo>
                  <a:lnTo>
                    <a:pt x="309835" y="152458"/>
                  </a:lnTo>
                  <a:lnTo>
                    <a:pt x="313113" y="154098"/>
                  </a:lnTo>
                  <a:lnTo>
                    <a:pt x="316392" y="152458"/>
                  </a:lnTo>
                  <a:lnTo>
                    <a:pt x="321310" y="149180"/>
                  </a:lnTo>
                  <a:lnTo>
                    <a:pt x="324588" y="150819"/>
                  </a:lnTo>
                  <a:lnTo>
                    <a:pt x="327867" y="150819"/>
                  </a:lnTo>
                  <a:lnTo>
                    <a:pt x="324588" y="152458"/>
                  </a:lnTo>
                  <a:lnTo>
                    <a:pt x="321310" y="150819"/>
                  </a:lnTo>
                  <a:lnTo>
                    <a:pt x="316392" y="152458"/>
                  </a:lnTo>
                  <a:lnTo>
                    <a:pt x="313113" y="154098"/>
                  </a:lnTo>
                  <a:lnTo>
                    <a:pt x="314753" y="157376"/>
                  </a:lnTo>
                  <a:lnTo>
                    <a:pt x="319671" y="160655"/>
                  </a:lnTo>
                  <a:lnTo>
                    <a:pt x="322949" y="160655"/>
                  </a:lnTo>
                  <a:lnTo>
                    <a:pt x="327867" y="162294"/>
                  </a:lnTo>
                  <a:lnTo>
                    <a:pt x="331146" y="163934"/>
                  </a:lnTo>
                  <a:lnTo>
                    <a:pt x="332785" y="168852"/>
                  </a:lnTo>
                  <a:lnTo>
                    <a:pt x="329507" y="172130"/>
                  </a:lnTo>
                  <a:lnTo>
                    <a:pt x="324588" y="172130"/>
                  </a:lnTo>
                  <a:lnTo>
                    <a:pt x="321310" y="173770"/>
                  </a:lnTo>
                  <a:lnTo>
                    <a:pt x="318031" y="173770"/>
                  </a:lnTo>
                  <a:lnTo>
                    <a:pt x="314753" y="175409"/>
                  </a:lnTo>
                  <a:lnTo>
                    <a:pt x="309835" y="173770"/>
                  </a:lnTo>
                  <a:lnTo>
                    <a:pt x="306556" y="173770"/>
                  </a:lnTo>
                  <a:lnTo>
                    <a:pt x="301638" y="173770"/>
                  </a:lnTo>
                  <a:lnTo>
                    <a:pt x="298359" y="175409"/>
                  </a:lnTo>
                  <a:lnTo>
                    <a:pt x="295081" y="178688"/>
                  </a:lnTo>
                  <a:lnTo>
                    <a:pt x="295081" y="181966"/>
                  </a:lnTo>
                  <a:lnTo>
                    <a:pt x="291802" y="183606"/>
                  </a:lnTo>
                  <a:lnTo>
                    <a:pt x="290163" y="186884"/>
                  </a:lnTo>
                  <a:lnTo>
                    <a:pt x="293441" y="186884"/>
                  </a:lnTo>
                  <a:lnTo>
                    <a:pt x="296720" y="186884"/>
                  </a:lnTo>
                  <a:lnTo>
                    <a:pt x="301638" y="185245"/>
                  </a:lnTo>
                  <a:lnTo>
                    <a:pt x="304916" y="185245"/>
                  </a:lnTo>
                  <a:lnTo>
                    <a:pt x="308195" y="183606"/>
                  </a:lnTo>
                  <a:lnTo>
                    <a:pt x="313113" y="181966"/>
                  </a:lnTo>
                  <a:lnTo>
                    <a:pt x="316392" y="181966"/>
                  </a:lnTo>
                  <a:lnTo>
                    <a:pt x="321310" y="180327"/>
                  </a:lnTo>
                  <a:lnTo>
                    <a:pt x="324588" y="178688"/>
                  </a:lnTo>
                  <a:lnTo>
                    <a:pt x="327867" y="175409"/>
                  </a:lnTo>
                  <a:lnTo>
                    <a:pt x="331146" y="175409"/>
                  </a:lnTo>
                  <a:lnTo>
                    <a:pt x="334425" y="178688"/>
                  </a:lnTo>
                  <a:lnTo>
                    <a:pt x="337703" y="178688"/>
                  </a:lnTo>
                  <a:lnTo>
                    <a:pt x="340982" y="177048"/>
                  </a:lnTo>
                  <a:lnTo>
                    <a:pt x="344261" y="173770"/>
                  </a:lnTo>
                  <a:lnTo>
                    <a:pt x="349179" y="172130"/>
                  </a:lnTo>
                  <a:lnTo>
                    <a:pt x="352457" y="173770"/>
                  </a:lnTo>
                  <a:lnTo>
                    <a:pt x="349179" y="175409"/>
                  </a:lnTo>
                  <a:lnTo>
                    <a:pt x="344261" y="175409"/>
                  </a:lnTo>
                  <a:lnTo>
                    <a:pt x="340982" y="178688"/>
                  </a:lnTo>
                  <a:lnTo>
                    <a:pt x="344261" y="177048"/>
                  </a:lnTo>
                  <a:lnTo>
                    <a:pt x="340982" y="178688"/>
                  </a:lnTo>
                  <a:lnTo>
                    <a:pt x="344261" y="178688"/>
                  </a:lnTo>
                  <a:lnTo>
                    <a:pt x="349179" y="178688"/>
                  </a:lnTo>
                  <a:lnTo>
                    <a:pt x="344261" y="180327"/>
                  </a:lnTo>
                  <a:lnTo>
                    <a:pt x="340982" y="181966"/>
                  </a:lnTo>
                  <a:lnTo>
                    <a:pt x="344261" y="183606"/>
                  </a:lnTo>
                  <a:lnTo>
                    <a:pt x="349179" y="181966"/>
                  </a:lnTo>
                  <a:lnTo>
                    <a:pt x="344261" y="183606"/>
                  </a:lnTo>
                  <a:lnTo>
                    <a:pt x="347539" y="188524"/>
                  </a:lnTo>
                  <a:lnTo>
                    <a:pt x="347539" y="191802"/>
                  </a:lnTo>
                  <a:lnTo>
                    <a:pt x="352457" y="193442"/>
                  </a:lnTo>
                  <a:lnTo>
                    <a:pt x="355736" y="193442"/>
                  </a:lnTo>
                  <a:lnTo>
                    <a:pt x="360654" y="193442"/>
                  </a:lnTo>
                  <a:lnTo>
                    <a:pt x="362293" y="190163"/>
                  </a:lnTo>
                  <a:lnTo>
                    <a:pt x="359015" y="186884"/>
                  </a:lnTo>
                  <a:lnTo>
                    <a:pt x="362293" y="185245"/>
                  </a:lnTo>
                  <a:lnTo>
                    <a:pt x="367211" y="186884"/>
                  </a:lnTo>
                  <a:lnTo>
                    <a:pt x="370490" y="188524"/>
                  </a:lnTo>
                  <a:lnTo>
                    <a:pt x="367211" y="188524"/>
                  </a:lnTo>
                  <a:lnTo>
                    <a:pt x="367211" y="193442"/>
                  </a:lnTo>
                  <a:lnTo>
                    <a:pt x="362293" y="193442"/>
                  </a:lnTo>
                  <a:lnTo>
                    <a:pt x="359015" y="196720"/>
                  </a:lnTo>
                  <a:lnTo>
                    <a:pt x="359015" y="199999"/>
                  </a:lnTo>
                  <a:lnTo>
                    <a:pt x="363933" y="201638"/>
                  </a:lnTo>
                  <a:lnTo>
                    <a:pt x="362293" y="203278"/>
                  </a:lnTo>
                  <a:lnTo>
                    <a:pt x="363933" y="203278"/>
                  </a:lnTo>
                  <a:lnTo>
                    <a:pt x="367211" y="201638"/>
                  </a:lnTo>
                  <a:lnTo>
                    <a:pt x="370490" y="199999"/>
                  </a:lnTo>
                  <a:lnTo>
                    <a:pt x="375408" y="198360"/>
                  </a:lnTo>
                  <a:lnTo>
                    <a:pt x="372129" y="201638"/>
                  </a:lnTo>
                  <a:lnTo>
                    <a:pt x="367211" y="203278"/>
                  </a:lnTo>
                  <a:lnTo>
                    <a:pt x="372129" y="201638"/>
                  </a:lnTo>
                  <a:lnTo>
                    <a:pt x="375408" y="204917"/>
                  </a:lnTo>
                  <a:lnTo>
                    <a:pt x="378687" y="204917"/>
                  </a:lnTo>
                  <a:lnTo>
                    <a:pt x="377047" y="208196"/>
                  </a:lnTo>
                  <a:lnTo>
                    <a:pt x="377047" y="211474"/>
                  </a:lnTo>
                  <a:lnTo>
                    <a:pt x="373769" y="216392"/>
                  </a:lnTo>
                  <a:lnTo>
                    <a:pt x="377047" y="218032"/>
                  </a:lnTo>
                  <a:lnTo>
                    <a:pt x="378687" y="221310"/>
                  </a:lnTo>
                  <a:lnTo>
                    <a:pt x="375408" y="226228"/>
                  </a:lnTo>
                  <a:lnTo>
                    <a:pt x="377047" y="229507"/>
                  </a:lnTo>
                  <a:lnTo>
                    <a:pt x="375408" y="232786"/>
                  </a:lnTo>
                  <a:lnTo>
                    <a:pt x="373769" y="237704"/>
                  </a:lnTo>
                  <a:lnTo>
                    <a:pt x="377047" y="240982"/>
                  </a:lnTo>
                  <a:lnTo>
                    <a:pt x="373769" y="242622"/>
                  </a:lnTo>
                  <a:lnTo>
                    <a:pt x="368851" y="245901"/>
                  </a:lnTo>
                  <a:lnTo>
                    <a:pt x="365572" y="247540"/>
                  </a:lnTo>
                  <a:lnTo>
                    <a:pt x="362293" y="247540"/>
                  </a:lnTo>
                  <a:lnTo>
                    <a:pt x="357375" y="247540"/>
                  </a:lnTo>
                  <a:lnTo>
                    <a:pt x="354097" y="249179"/>
                  </a:lnTo>
                  <a:lnTo>
                    <a:pt x="350818" y="252458"/>
                  </a:lnTo>
                  <a:lnTo>
                    <a:pt x="345900" y="254097"/>
                  </a:lnTo>
                  <a:lnTo>
                    <a:pt x="342621" y="257376"/>
                  </a:lnTo>
                  <a:lnTo>
                    <a:pt x="344261" y="260655"/>
                  </a:lnTo>
                  <a:lnTo>
                    <a:pt x="347539" y="262294"/>
                  </a:lnTo>
                  <a:lnTo>
                    <a:pt x="350818" y="262294"/>
                  </a:lnTo>
                  <a:lnTo>
                    <a:pt x="354097" y="262294"/>
                  </a:lnTo>
                  <a:lnTo>
                    <a:pt x="359015" y="262294"/>
                  </a:lnTo>
                  <a:lnTo>
                    <a:pt x="362293" y="262294"/>
                  </a:lnTo>
                  <a:lnTo>
                    <a:pt x="365572" y="262294"/>
                  </a:lnTo>
                  <a:lnTo>
                    <a:pt x="370490" y="263933"/>
                  </a:lnTo>
                  <a:lnTo>
                    <a:pt x="373769" y="263933"/>
                  </a:lnTo>
                  <a:lnTo>
                    <a:pt x="377047" y="265573"/>
                  </a:lnTo>
                  <a:lnTo>
                    <a:pt x="381965" y="265573"/>
                  </a:lnTo>
                  <a:lnTo>
                    <a:pt x="385244" y="263933"/>
                  </a:lnTo>
                  <a:lnTo>
                    <a:pt x="388523" y="260655"/>
                  </a:lnTo>
                  <a:lnTo>
                    <a:pt x="391801" y="257376"/>
                  </a:lnTo>
                  <a:lnTo>
                    <a:pt x="396719" y="254097"/>
                  </a:lnTo>
                  <a:lnTo>
                    <a:pt x="396719" y="250818"/>
                  </a:lnTo>
                  <a:lnTo>
                    <a:pt x="399998" y="249179"/>
                  </a:lnTo>
                  <a:lnTo>
                    <a:pt x="403277" y="249179"/>
                  </a:lnTo>
                  <a:lnTo>
                    <a:pt x="408195" y="250818"/>
                  </a:lnTo>
                  <a:lnTo>
                    <a:pt x="411473" y="252458"/>
                  </a:lnTo>
                  <a:lnTo>
                    <a:pt x="408195" y="252458"/>
                  </a:lnTo>
                  <a:lnTo>
                    <a:pt x="411473" y="255737"/>
                  </a:lnTo>
                  <a:lnTo>
                    <a:pt x="409834" y="259015"/>
                  </a:lnTo>
                  <a:lnTo>
                    <a:pt x="414752" y="260655"/>
                  </a:lnTo>
                  <a:lnTo>
                    <a:pt x="418031" y="260655"/>
                  </a:lnTo>
                  <a:lnTo>
                    <a:pt x="421310" y="262294"/>
                  </a:lnTo>
                  <a:lnTo>
                    <a:pt x="424588" y="262294"/>
                  </a:lnTo>
                  <a:lnTo>
                    <a:pt x="429506" y="263933"/>
                  </a:lnTo>
                  <a:lnTo>
                    <a:pt x="432785" y="265573"/>
                  </a:lnTo>
                  <a:lnTo>
                    <a:pt x="437703" y="267212"/>
                  </a:lnTo>
                  <a:lnTo>
                    <a:pt x="432785" y="270491"/>
                  </a:lnTo>
                  <a:lnTo>
                    <a:pt x="437703" y="268851"/>
                  </a:lnTo>
                  <a:lnTo>
                    <a:pt x="440981" y="268851"/>
                  </a:lnTo>
                  <a:lnTo>
                    <a:pt x="437703" y="270491"/>
                  </a:lnTo>
                  <a:lnTo>
                    <a:pt x="432785" y="270491"/>
                  </a:lnTo>
                  <a:lnTo>
                    <a:pt x="429506" y="272130"/>
                  </a:lnTo>
                  <a:lnTo>
                    <a:pt x="432785" y="273769"/>
                  </a:lnTo>
                  <a:lnTo>
                    <a:pt x="437703" y="270491"/>
                  </a:lnTo>
                  <a:lnTo>
                    <a:pt x="439342" y="272130"/>
                  </a:lnTo>
                  <a:lnTo>
                    <a:pt x="436063" y="273769"/>
                  </a:lnTo>
                  <a:lnTo>
                    <a:pt x="432785" y="273769"/>
                  </a:lnTo>
                  <a:lnTo>
                    <a:pt x="436063" y="273769"/>
                  </a:lnTo>
                  <a:lnTo>
                    <a:pt x="439342" y="273769"/>
                  </a:lnTo>
                  <a:lnTo>
                    <a:pt x="440981" y="273769"/>
                  </a:lnTo>
                  <a:lnTo>
                    <a:pt x="437703" y="275409"/>
                  </a:lnTo>
                  <a:lnTo>
                    <a:pt x="432785" y="277048"/>
                  </a:lnTo>
                  <a:lnTo>
                    <a:pt x="429506" y="277048"/>
                  </a:lnTo>
                  <a:lnTo>
                    <a:pt x="424588" y="281966"/>
                  </a:lnTo>
                  <a:lnTo>
                    <a:pt x="421310" y="280327"/>
                  </a:lnTo>
                  <a:lnTo>
                    <a:pt x="418031" y="278687"/>
                  </a:lnTo>
                  <a:lnTo>
                    <a:pt x="414752" y="278687"/>
                  </a:lnTo>
                  <a:lnTo>
                    <a:pt x="413113" y="278687"/>
                  </a:lnTo>
                  <a:lnTo>
                    <a:pt x="409834" y="278687"/>
                  </a:lnTo>
                  <a:lnTo>
                    <a:pt x="406555" y="280327"/>
                  </a:lnTo>
                  <a:lnTo>
                    <a:pt x="403277" y="281966"/>
                  </a:lnTo>
                  <a:lnTo>
                    <a:pt x="398359" y="278687"/>
                  </a:lnTo>
                  <a:lnTo>
                    <a:pt x="395080" y="278687"/>
                  </a:lnTo>
                  <a:lnTo>
                    <a:pt x="391801" y="281966"/>
                  </a:lnTo>
                  <a:lnTo>
                    <a:pt x="388523" y="281966"/>
                  </a:lnTo>
                  <a:lnTo>
                    <a:pt x="383605" y="285245"/>
                  </a:lnTo>
                  <a:lnTo>
                    <a:pt x="380326" y="285245"/>
                  </a:lnTo>
                  <a:lnTo>
                    <a:pt x="377047" y="288523"/>
                  </a:lnTo>
                  <a:lnTo>
                    <a:pt x="373769" y="290163"/>
                  </a:lnTo>
                  <a:lnTo>
                    <a:pt x="368851" y="290163"/>
                  </a:lnTo>
                  <a:lnTo>
                    <a:pt x="370490" y="288523"/>
                  </a:lnTo>
                  <a:lnTo>
                    <a:pt x="373769" y="288523"/>
                  </a:lnTo>
                  <a:lnTo>
                    <a:pt x="378687" y="285245"/>
                  </a:lnTo>
                  <a:lnTo>
                    <a:pt x="373769" y="285245"/>
                  </a:lnTo>
                  <a:lnTo>
                    <a:pt x="378687" y="281966"/>
                  </a:lnTo>
                  <a:lnTo>
                    <a:pt x="380326" y="278687"/>
                  </a:lnTo>
                  <a:lnTo>
                    <a:pt x="381965" y="275409"/>
                  </a:lnTo>
                  <a:lnTo>
                    <a:pt x="381965" y="270491"/>
                  </a:lnTo>
                  <a:lnTo>
                    <a:pt x="380326" y="267212"/>
                  </a:lnTo>
                  <a:lnTo>
                    <a:pt x="375408" y="267212"/>
                  </a:lnTo>
                  <a:lnTo>
                    <a:pt x="372129" y="265573"/>
                  </a:lnTo>
                  <a:lnTo>
                    <a:pt x="368851" y="263933"/>
                  </a:lnTo>
                  <a:lnTo>
                    <a:pt x="363933" y="263933"/>
                  </a:lnTo>
                  <a:lnTo>
                    <a:pt x="360654" y="262294"/>
                  </a:lnTo>
                  <a:lnTo>
                    <a:pt x="357375" y="263933"/>
                  </a:lnTo>
                  <a:lnTo>
                    <a:pt x="352457" y="263933"/>
                  </a:lnTo>
                  <a:lnTo>
                    <a:pt x="349179" y="263933"/>
                  </a:lnTo>
                  <a:lnTo>
                    <a:pt x="345900" y="262294"/>
                  </a:lnTo>
                  <a:lnTo>
                    <a:pt x="340982" y="262294"/>
                  </a:lnTo>
                  <a:lnTo>
                    <a:pt x="337703" y="260655"/>
                  </a:lnTo>
                  <a:lnTo>
                    <a:pt x="334425" y="262294"/>
                  </a:lnTo>
                  <a:lnTo>
                    <a:pt x="331146" y="263933"/>
                  </a:lnTo>
                  <a:lnTo>
                    <a:pt x="326228" y="263933"/>
                  </a:lnTo>
                  <a:lnTo>
                    <a:pt x="322949" y="267212"/>
                  </a:lnTo>
                  <a:lnTo>
                    <a:pt x="319671" y="268851"/>
                  </a:lnTo>
                  <a:lnTo>
                    <a:pt x="314753" y="270491"/>
                  </a:lnTo>
                  <a:lnTo>
                    <a:pt x="311474" y="272130"/>
                  </a:lnTo>
                  <a:lnTo>
                    <a:pt x="308195" y="273769"/>
                  </a:lnTo>
                  <a:lnTo>
                    <a:pt x="303277" y="273769"/>
                  </a:lnTo>
                  <a:lnTo>
                    <a:pt x="299998" y="277048"/>
                  </a:lnTo>
                  <a:lnTo>
                    <a:pt x="296720" y="277048"/>
                  </a:lnTo>
                  <a:lnTo>
                    <a:pt x="293441" y="278687"/>
                  </a:lnTo>
                  <a:lnTo>
                    <a:pt x="288523" y="280327"/>
                  </a:lnTo>
                  <a:lnTo>
                    <a:pt x="285245" y="281966"/>
                  </a:lnTo>
                  <a:lnTo>
                    <a:pt x="280326" y="285245"/>
                  </a:lnTo>
                  <a:lnTo>
                    <a:pt x="283605" y="288523"/>
                  </a:lnTo>
                  <a:lnTo>
                    <a:pt x="286884" y="291802"/>
                  </a:lnTo>
                  <a:lnTo>
                    <a:pt x="290163" y="295081"/>
                  </a:lnTo>
                  <a:lnTo>
                    <a:pt x="293441" y="298359"/>
                  </a:lnTo>
                  <a:lnTo>
                    <a:pt x="293441" y="303277"/>
                  </a:lnTo>
                  <a:lnTo>
                    <a:pt x="293441" y="306556"/>
                  </a:lnTo>
                  <a:lnTo>
                    <a:pt x="291802" y="309835"/>
                  </a:lnTo>
                  <a:lnTo>
                    <a:pt x="288523" y="309835"/>
                  </a:lnTo>
                  <a:lnTo>
                    <a:pt x="285245" y="306556"/>
                  </a:lnTo>
                  <a:lnTo>
                    <a:pt x="280326" y="308195"/>
                  </a:lnTo>
                  <a:lnTo>
                    <a:pt x="277048" y="306556"/>
                  </a:lnTo>
                  <a:lnTo>
                    <a:pt x="273769" y="309835"/>
                  </a:lnTo>
                  <a:lnTo>
                    <a:pt x="268851" y="309835"/>
                  </a:lnTo>
                  <a:lnTo>
                    <a:pt x="265573" y="313113"/>
                  </a:lnTo>
                  <a:lnTo>
                    <a:pt x="260654" y="313113"/>
                  </a:lnTo>
                  <a:lnTo>
                    <a:pt x="257376" y="314753"/>
                  </a:lnTo>
                  <a:lnTo>
                    <a:pt x="254097" y="313113"/>
                  </a:lnTo>
                  <a:lnTo>
                    <a:pt x="250818" y="313113"/>
                  </a:lnTo>
                  <a:lnTo>
                    <a:pt x="245901" y="313113"/>
                  </a:lnTo>
                  <a:lnTo>
                    <a:pt x="242622" y="313113"/>
                  </a:lnTo>
                  <a:lnTo>
                    <a:pt x="240982" y="316392"/>
                  </a:lnTo>
                  <a:lnTo>
                    <a:pt x="237704" y="318031"/>
                  </a:lnTo>
                  <a:lnTo>
                    <a:pt x="232786" y="318031"/>
                  </a:lnTo>
                  <a:lnTo>
                    <a:pt x="229507" y="316392"/>
                  </a:lnTo>
                  <a:lnTo>
                    <a:pt x="224589" y="314753"/>
                  </a:lnTo>
                  <a:lnTo>
                    <a:pt x="221310" y="316392"/>
                  </a:lnTo>
                  <a:lnTo>
                    <a:pt x="218032" y="318031"/>
                  </a:lnTo>
                  <a:lnTo>
                    <a:pt x="221310" y="319671"/>
                  </a:lnTo>
                  <a:lnTo>
                    <a:pt x="224589" y="322949"/>
                  </a:lnTo>
                  <a:lnTo>
                    <a:pt x="226228" y="327867"/>
                  </a:lnTo>
                  <a:lnTo>
                    <a:pt x="231146" y="326228"/>
                  </a:lnTo>
                  <a:lnTo>
                    <a:pt x="226228" y="329507"/>
                  </a:lnTo>
                  <a:lnTo>
                    <a:pt x="222950" y="329507"/>
                  </a:lnTo>
                  <a:lnTo>
                    <a:pt x="218032" y="332785"/>
                  </a:lnTo>
                  <a:lnTo>
                    <a:pt x="221310" y="334425"/>
                  </a:lnTo>
                  <a:lnTo>
                    <a:pt x="221310" y="337703"/>
                  </a:lnTo>
                  <a:lnTo>
                    <a:pt x="216392" y="337703"/>
                  </a:lnTo>
                  <a:lnTo>
                    <a:pt x="216392" y="334425"/>
                  </a:lnTo>
                  <a:lnTo>
                    <a:pt x="216392" y="329507"/>
                  </a:lnTo>
                  <a:lnTo>
                    <a:pt x="221310" y="329507"/>
                  </a:lnTo>
                  <a:lnTo>
                    <a:pt x="224589" y="326228"/>
                  </a:lnTo>
                  <a:lnTo>
                    <a:pt x="222950" y="322949"/>
                  </a:lnTo>
                  <a:lnTo>
                    <a:pt x="219671" y="319671"/>
                  </a:lnTo>
                  <a:lnTo>
                    <a:pt x="216392" y="318031"/>
                  </a:lnTo>
                  <a:lnTo>
                    <a:pt x="211474" y="316392"/>
                  </a:lnTo>
                  <a:lnTo>
                    <a:pt x="208196" y="316392"/>
                  </a:lnTo>
                  <a:lnTo>
                    <a:pt x="204917" y="314753"/>
                  </a:lnTo>
                  <a:lnTo>
                    <a:pt x="199999" y="313113"/>
                  </a:lnTo>
                  <a:lnTo>
                    <a:pt x="196720" y="311474"/>
                  </a:lnTo>
                  <a:lnTo>
                    <a:pt x="193442" y="311474"/>
                  </a:lnTo>
                  <a:lnTo>
                    <a:pt x="190163" y="311474"/>
                  </a:lnTo>
                  <a:lnTo>
                    <a:pt x="185245" y="311474"/>
                  </a:lnTo>
                  <a:lnTo>
                    <a:pt x="185245" y="309835"/>
                  </a:lnTo>
                  <a:lnTo>
                    <a:pt x="180327" y="309835"/>
                  </a:lnTo>
                  <a:lnTo>
                    <a:pt x="177048" y="309835"/>
                  </a:lnTo>
                  <a:lnTo>
                    <a:pt x="177048" y="313113"/>
                  </a:lnTo>
                  <a:lnTo>
                    <a:pt x="173770" y="313113"/>
                  </a:lnTo>
                  <a:lnTo>
                    <a:pt x="172130" y="316392"/>
                  </a:lnTo>
                  <a:lnTo>
                    <a:pt x="172130" y="321310"/>
                  </a:lnTo>
                  <a:lnTo>
                    <a:pt x="167212" y="321310"/>
                  </a:lnTo>
                  <a:lnTo>
                    <a:pt x="163934" y="321310"/>
                  </a:lnTo>
                  <a:lnTo>
                    <a:pt x="160655" y="322949"/>
                  </a:lnTo>
                  <a:lnTo>
                    <a:pt x="155737" y="324589"/>
                  </a:lnTo>
                  <a:lnTo>
                    <a:pt x="152458" y="326228"/>
                  </a:lnTo>
                  <a:lnTo>
                    <a:pt x="149180" y="327867"/>
                  </a:lnTo>
                  <a:lnTo>
                    <a:pt x="144261" y="327867"/>
                  </a:lnTo>
                  <a:lnTo>
                    <a:pt x="140983" y="332785"/>
                  </a:lnTo>
                  <a:lnTo>
                    <a:pt x="139344" y="336064"/>
                  </a:lnTo>
                  <a:lnTo>
                    <a:pt x="134426" y="337703"/>
                  </a:lnTo>
                  <a:lnTo>
                    <a:pt x="131147" y="339343"/>
                  </a:lnTo>
                  <a:lnTo>
                    <a:pt x="134426" y="339343"/>
                  </a:lnTo>
                  <a:lnTo>
                    <a:pt x="132786" y="342621"/>
                  </a:lnTo>
                  <a:lnTo>
                    <a:pt x="132786" y="344261"/>
                  </a:lnTo>
                  <a:lnTo>
                    <a:pt x="134426" y="349179"/>
                  </a:lnTo>
                  <a:lnTo>
                    <a:pt x="136065" y="352457"/>
                  </a:lnTo>
                  <a:lnTo>
                    <a:pt x="139344" y="354097"/>
                  </a:lnTo>
                  <a:lnTo>
                    <a:pt x="142622" y="354097"/>
                  </a:lnTo>
                  <a:lnTo>
                    <a:pt x="147540" y="357375"/>
                  </a:lnTo>
                  <a:lnTo>
                    <a:pt x="150819" y="355736"/>
                  </a:lnTo>
                  <a:lnTo>
                    <a:pt x="154098" y="355736"/>
                  </a:lnTo>
                  <a:lnTo>
                    <a:pt x="159016" y="355736"/>
                  </a:lnTo>
                  <a:lnTo>
                    <a:pt x="162294" y="359015"/>
                  </a:lnTo>
                  <a:lnTo>
                    <a:pt x="167212" y="359015"/>
                  </a:lnTo>
                  <a:lnTo>
                    <a:pt x="167212" y="355736"/>
                  </a:lnTo>
                  <a:lnTo>
                    <a:pt x="170491" y="354097"/>
                  </a:lnTo>
                  <a:lnTo>
                    <a:pt x="173770" y="355736"/>
                  </a:lnTo>
                  <a:lnTo>
                    <a:pt x="178688" y="355736"/>
                  </a:lnTo>
                  <a:lnTo>
                    <a:pt x="181966" y="355736"/>
                  </a:lnTo>
                  <a:lnTo>
                    <a:pt x="185245" y="352457"/>
                  </a:lnTo>
                  <a:lnTo>
                    <a:pt x="190163" y="352457"/>
                  </a:lnTo>
                  <a:lnTo>
                    <a:pt x="193442" y="352457"/>
                  </a:lnTo>
                  <a:lnTo>
                    <a:pt x="196720" y="352457"/>
                  </a:lnTo>
                  <a:lnTo>
                    <a:pt x="196720" y="347539"/>
                  </a:lnTo>
                  <a:lnTo>
                    <a:pt x="201638" y="349179"/>
                  </a:lnTo>
                  <a:lnTo>
                    <a:pt x="199999" y="345900"/>
                  </a:lnTo>
                  <a:lnTo>
                    <a:pt x="203278" y="342621"/>
                  </a:lnTo>
                  <a:lnTo>
                    <a:pt x="206556" y="344261"/>
                  </a:lnTo>
                  <a:lnTo>
                    <a:pt x="211474" y="345900"/>
                  </a:lnTo>
                  <a:lnTo>
                    <a:pt x="214753" y="349179"/>
                  </a:lnTo>
                  <a:lnTo>
                    <a:pt x="218032" y="347539"/>
                  </a:lnTo>
                  <a:lnTo>
                    <a:pt x="221310" y="350818"/>
                  </a:lnTo>
                  <a:lnTo>
                    <a:pt x="226228" y="352457"/>
                  </a:lnTo>
                  <a:lnTo>
                    <a:pt x="229507" y="350818"/>
                  </a:lnTo>
                  <a:lnTo>
                    <a:pt x="232786" y="350818"/>
                  </a:lnTo>
                  <a:lnTo>
                    <a:pt x="236064" y="345900"/>
                  </a:lnTo>
                  <a:lnTo>
                    <a:pt x="239343" y="342621"/>
                  </a:lnTo>
                  <a:lnTo>
                    <a:pt x="234425" y="339343"/>
                  </a:lnTo>
                  <a:lnTo>
                    <a:pt x="231146" y="336064"/>
                  </a:lnTo>
                  <a:lnTo>
                    <a:pt x="234425" y="336064"/>
                  </a:lnTo>
                  <a:lnTo>
                    <a:pt x="239343" y="336064"/>
                  </a:lnTo>
                  <a:lnTo>
                    <a:pt x="242622" y="332785"/>
                  </a:lnTo>
                  <a:lnTo>
                    <a:pt x="245901" y="331146"/>
                  </a:lnTo>
                  <a:lnTo>
                    <a:pt x="242622" y="334425"/>
                  </a:lnTo>
                  <a:lnTo>
                    <a:pt x="239343" y="337703"/>
                  </a:lnTo>
                  <a:lnTo>
                    <a:pt x="240982" y="340982"/>
                  </a:lnTo>
                  <a:lnTo>
                    <a:pt x="244261" y="344261"/>
                  </a:lnTo>
                  <a:lnTo>
                    <a:pt x="247540" y="340982"/>
                  </a:lnTo>
                  <a:lnTo>
                    <a:pt x="250818" y="340982"/>
                  </a:lnTo>
                  <a:lnTo>
                    <a:pt x="254097" y="337703"/>
                  </a:lnTo>
                  <a:lnTo>
                    <a:pt x="254097" y="340982"/>
                  </a:lnTo>
                  <a:lnTo>
                    <a:pt x="250818" y="344261"/>
                  </a:lnTo>
                  <a:lnTo>
                    <a:pt x="254097" y="345900"/>
                  </a:lnTo>
                  <a:lnTo>
                    <a:pt x="250818" y="345900"/>
                  </a:lnTo>
                  <a:lnTo>
                    <a:pt x="249179" y="349179"/>
                  </a:lnTo>
                  <a:lnTo>
                    <a:pt x="245901" y="352457"/>
                  </a:lnTo>
                  <a:lnTo>
                    <a:pt x="249179" y="352457"/>
                  </a:lnTo>
                  <a:lnTo>
                    <a:pt x="252458" y="349179"/>
                  </a:lnTo>
                  <a:lnTo>
                    <a:pt x="257376" y="347539"/>
                  </a:lnTo>
                  <a:lnTo>
                    <a:pt x="257376" y="344261"/>
                  </a:lnTo>
                  <a:lnTo>
                    <a:pt x="260654" y="345900"/>
                  </a:lnTo>
                  <a:lnTo>
                    <a:pt x="263933" y="344261"/>
                  </a:lnTo>
                  <a:lnTo>
                    <a:pt x="265573" y="340982"/>
                  </a:lnTo>
                  <a:lnTo>
                    <a:pt x="270491" y="342621"/>
                  </a:lnTo>
                  <a:lnTo>
                    <a:pt x="268851" y="347539"/>
                  </a:lnTo>
                  <a:lnTo>
                    <a:pt x="272130" y="345900"/>
                  </a:lnTo>
                  <a:lnTo>
                    <a:pt x="275408" y="342621"/>
                  </a:lnTo>
                  <a:lnTo>
                    <a:pt x="278687" y="342621"/>
                  </a:lnTo>
                  <a:lnTo>
                    <a:pt x="275408" y="345900"/>
                  </a:lnTo>
                  <a:lnTo>
                    <a:pt x="272130" y="347539"/>
                  </a:lnTo>
                  <a:lnTo>
                    <a:pt x="267212" y="349179"/>
                  </a:lnTo>
                  <a:lnTo>
                    <a:pt x="267212" y="352457"/>
                  </a:lnTo>
                  <a:lnTo>
                    <a:pt x="272130" y="355736"/>
                  </a:lnTo>
                  <a:lnTo>
                    <a:pt x="272130" y="359015"/>
                  </a:lnTo>
                  <a:lnTo>
                    <a:pt x="275408" y="359015"/>
                  </a:lnTo>
                  <a:lnTo>
                    <a:pt x="275408" y="363933"/>
                  </a:lnTo>
                  <a:lnTo>
                    <a:pt x="277048" y="367211"/>
                  </a:lnTo>
                  <a:lnTo>
                    <a:pt x="280326" y="363933"/>
                  </a:lnTo>
                  <a:lnTo>
                    <a:pt x="280326" y="367211"/>
                  </a:lnTo>
                  <a:lnTo>
                    <a:pt x="277048" y="372129"/>
                  </a:lnTo>
                  <a:lnTo>
                    <a:pt x="280326" y="373769"/>
                  </a:lnTo>
                  <a:lnTo>
                    <a:pt x="285245" y="372129"/>
                  </a:lnTo>
                  <a:lnTo>
                    <a:pt x="288523" y="372129"/>
                  </a:lnTo>
                  <a:lnTo>
                    <a:pt x="291802" y="370490"/>
                  </a:lnTo>
                  <a:lnTo>
                    <a:pt x="288523" y="372129"/>
                  </a:lnTo>
                  <a:lnTo>
                    <a:pt x="285245" y="375408"/>
                  </a:lnTo>
                  <a:lnTo>
                    <a:pt x="280326" y="380326"/>
                  </a:lnTo>
                  <a:lnTo>
                    <a:pt x="285245" y="378687"/>
                  </a:lnTo>
                  <a:lnTo>
                    <a:pt x="288523" y="377047"/>
                  </a:lnTo>
                  <a:lnTo>
                    <a:pt x="291802" y="378687"/>
                  </a:lnTo>
                  <a:lnTo>
                    <a:pt x="296720" y="377047"/>
                  </a:lnTo>
                  <a:lnTo>
                    <a:pt x="293441" y="377047"/>
                  </a:lnTo>
                  <a:lnTo>
                    <a:pt x="296720" y="373769"/>
                  </a:lnTo>
                  <a:lnTo>
                    <a:pt x="298359" y="377047"/>
                  </a:lnTo>
                  <a:lnTo>
                    <a:pt x="301638" y="377047"/>
                  </a:lnTo>
                  <a:lnTo>
                    <a:pt x="304916" y="381965"/>
                  </a:lnTo>
                  <a:lnTo>
                    <a:pt x="308195" y="380326"/>
                  </a:lnTo>
                  <a:lnTo>
                    <a:pt x="311474" y="381965"/>
                  </a:lnTo>
                  <a:lnTo>
                    <a:pt x="308195" y="385244"/>
                  </a:lnTo>
                  <a:lnTo>
                    <a:pt x="303277" y="386883"/>
                  </a:lnTo>
                  <a:lnTo>
                    <a:pt x="299998" y="386883"/>
                  </a:lnTo>
                  <a:lnTo>
                    <a:pt x="296720" y="390162"/>
                  </a:lnTo>
                  <a:lnTo>
                    <a:pt x="291802" y="388523"/>
                  </a:lnTo>
                  <a:lnTo>
                    <a:pt x="288523" y="388523"/>
                  </a:lnTo>
                  <a:lnTo>
                    <a:pt x="285245" y="388523"/>
                  </a:lnTo>
                  <a:lnTo>
                    <a:pt x="281966" y="388523"/>
                  </a:lnTo>
                  <a:lnTo>
                    <a:pt x="285245" y="388523"/>
                  </a:lnTo>
                  <a:lnTo>
                    <a:pt x="288523" y="390162"/>
                  </a:lnTo>
                  <a:lnTo>
                    <a:pt x="288523" y="395080"/>
                  </a:lnTo>
                  <a:lnTo>
                    <a:pt x="288523" y="398359"/>
                  </a:lnTo>
                  <a:lnTo>
                    <a:pt x="293441" y="401637"/>
                  </a:lnTo>
                  <a:lnTo>
                    <a:pt x="296720" y="404916"/>
                  </a:lnTo>
                  <a:lnTo>
                    <a:pt x="299998" y="404916"/>
                  </a:lnTo>
                  <a:lnTo>
                    <a:pt x="303277" y="403277"/>
                  </a:lnTo>
                  <a:lnTo>
                    <a:pt x="306556" y="401637"/>
                  </a:lnTo>
                  <a:lnTo>
                    <a:pt x="309835" y="399998"/>
                  </a:lnTo>
                  <a:lnTo>
                    <a:pt x="306556" y="403277"/>
                  </a:lnTo>
                  <a:lnTo>
                    <a:pt x="303277" y="404916"/>
                  </a:lnTo>
                  <a:lnTo>
                    <a:pt x="299998" y="404916"/>
                  </a:lnTo>
                  <a:lnTo>
                    <a:pt x="303277" y="406555"/>
                  </a:lnTo>
                  <a:lnTo>
                    <a:pt x="306556" y="408195"/>
                  </a:lnTo>
                  <a:lnTo>
                    <a:pt x="311474" y="411473"/>
                  </a:lnTo>
                  <a:lnTo>
                    <a:pt x="314753" y="411473"/>
                  </a:lnTo>
                  <a:lnTo>
                    <a:pt x="318031" y="414752"/>
                  </a:lnTo>
                  <a:lnTo>
                    <a:pt x="322949" y="416392"/>
                  </a:lnTo>
                  <a:lnTo>
                    <a:pt x="326228" y="416392"/>
                  </a:lnTo>
                  <a:lnTo>
                    <a:pt x="327867" y="414752"/>
                  </a:lnTo>
                  <a:lnTo>
                    <a:pt x="331146" y="416392"/>
                  </a:lnTo>
                  <a:lnTo>
                    <a:pt x="336064" y="414752"/>
                  </a:lnTo>
                  <a:lnTo>
                    <a:pt x="339343" y="414752"/>
                  </a:lnTo>
                  <a:lnTo>
                    <a:pt x="342621" y="414752"/>
                  </a:lnTo>
                  <a:lnTo>
                    <a:pt x="345900" y="414752"/>
                  </a:lnTo>
                  <a:lnTo>
                    <a:pt x="342621" y="416392"/>
                  </a:lnTo>
                  <a:lnTo>
                    <a:pt x="339343" y="418031"/>
                  </a:lnTo>
                  <a:lnTo>
                    <a:pt x="339343" y="422949"/>
                  </a:lnTo>
                  <a:lnTo>
                    <a:pt x="342621" y="422949"/>
                  </a:lnTo>
                  <a:lnTo>
                    <a:pt x="342621" y="426228"/>
                  </a:lnTo>
                  <a:lnTo>
                    <a:pt x="347539" y="429506"/>
                  </a:lnTo>
                  <a:lnTo>
                    <a:pt x="350818" y="431145"/>
                  </a:lnTo>
                  <a:lnTo>
                    <a:pt x="354097" y="431145"/>
                  </a:lnTo>
                  <a:lnTo>
                    <a:pt x="357375" y="434424"/>
                  </a:lnTo>
                  <a:lnTo>
                    <a:pt x="360654" y="436064"/>
                  </a:lnTo>
                  <a:lnTo>
                    <a:pt x="365572" y="436064"/>
                  </a:lnTo>
                  <a:lnTo>
                    <a:pt x="368851" y="436064"/>
                  </a:lnTo>
                  <a:lnTo>
                    <a:pt x="372129" y="436064"/>
                  </a:lnTo>
                  <a:lnTo>
                    <a:pt x="377047" y="437703"/>
                  </a:lnTo>
                  <a:lnTo>
                    <a:pt x="380326" y="437703"/>
                  </a:lnTo>
                  <a:lnTo>
                    <a:pt x="383605" y="439342"/>
                  </a:lnTo>
                  <a:lnTo>
                    <a:pt x="388523" y="439342"/>
                  </a:lnTo>
                  <a:lnTo>
                    <a:pt x="391801" y="439342"/>
                  </a:lnTo>
                  <a:lnTo>
                    <a:pt x="395080" y="442621"/>
                  </a:lnTo>
                  <a:lnTo>
                    <a:pt x="398359" y="444260"/>
                  </a:lnTo>
                  <a:lnTo>
                    <a:pt x="403277" y="444260"/>
                  </a:lnTo>
                  <a:lnTo>
                    <a:pt x="406555" y="444260"/>
                  </a:lnTo>
                  <a:lnTo>
                    <a:pt x="411473" y="447539"/>
                  </a:lnTo>
                  <a:lnTo>
                    <a:pt x="414752" y="450818"/>
                  </a:lnTo>
                  <a:lnTo>
                    <a:pt x="418031" y="450818"/>
                  </a:lnTo>
                  <a:lnTo>
                    <a:pt x="421310" y="450818"/>
                  </a:lnTo>
                  <a:lnTo>
                    <a:pt x="426228" y="450818"/>
                  </a:lnTo>
                  <a:lnTo>
                    <a:pt x="429506" y="450818"/>
                  </a:lnTo>
                  <a:lnTo>
                    <a:pt x="427867" y="445900"/>
                  </a:lnTo>
                  <a:lnTo>
                    <a:pt x="427867" y="442621"/>
                  </a:lnTo>
                  <a:lnTo>
                    <a:pt x="431145" y="442621"/>
                  </a:lnTo>
                  <a:lnTo>
                    <a:pt x="434424" y="439342"/>
                  </a:lnTo>
                  <a:lnTo>
                    <a:pt x="431145" y="436064"/>
                  </a:lnTo>
                  <a:lnTo>
                    <a:pt x="431145" y="432785"/>
                  </a:lnTo>
                  <a:lnTo>
                    <a:pt x="427867" y="432785"/>
                  </a:lnTo>
                  <a:lnTo>
                    <a:pt x="424588" y="432785"/>
                  </a:lnTo>
                  <a:lnTo>
                    <a:pt x="427867" y="431145"/>
                  </a:lnTo>
                  <a:lnTo>
                    <a:pt x="424588" y="429506"/>
                  </a:lnTo>
                  <a:lnTo>
                    <a:pt x="427867" y="426228"/>
                  </a:lnTo>
                  <a:lnTo>
                    <a:pt x="426228" y="421309"/>
                  </a:lnTo>
                  <a:lnTo>
                    <a:pt x="422949" y="421309"/>
                  </a:lnTo>
                  <a:lnTo>
                    <a:pt x="418031" y="419670"/>
                  </a:lnTo>
                  <a:lnTo>
                    <a:pt x="414752" y="418031"/>
                  </a:lnTo>
                  <a:lnTo>
                    <a:pt x="416391" y="414752"/>
                  </a:lnTo>
                  <a:lnTo>
                    <a:pt x="411473" y="413113"/>
                  </a:lnTo>
                  <a:lnTo>
                    <a:pt x="411473" y="409834"/>
                  </a:lnTo>
                  <a:lnTo>
                    <a:pt x="408195" y="406555"/>
                  </a:lnTo>
                  <a:lnTo>
                    <a:pt x="404916" y="408195"/>
                  </a:lnTo>
                  <a:lnTo>
                    <a:pt x="408195" y="406555"/>
                  </a:lnTo>
                  <a:lnTo>
                    <a:pt x="404916" y="404916"/>
                  </a:lnTo>
                  <a:lnTo>
                    <a:pt x="399998" y="408195"/>
                  </a:lnTo>
                  <a:lnTo>
                    <a:pt x="403277" y="404916"/>
                  </a:lnTo>
                  <a:lnTo>
                    <a:pt x="406555" y="403277"/>
                  </a:lnTo>
                  <a:lnTo>
                    <a:pt x="403277" y="403277"/>
                  </a:lnTo>
                  <a:lnTo>
                    <a:pt x="398359" y="401637"/>
                  </a:lnTo>
                  <a:lnTo>
                    <a:pt x="395080" y="399998"/>
                  </a:lnTo>
                  <a:lnTo>
                    <a:pt x="391801" y="398359"/>
                  </a:lnTo>
                  <a:lnTo>
                    <a:pt x="391801" y="395080"/>
                  </a:lnTo>
                  <a:lnTo>
                    <a:pt x="388523" y="390162"/>
                  </a:lnTo>
                  <a:lnTo>
                    <a:pt x="386883" y="386883"/>
                  </a:lnTo>
                  <a:lnTo>
                    <a:pt x="383605" y="383605"/>
                  </a:lnTo>
                  <a:lnTo>
                    <a:pt x="383605" y="380326"/>
                  </a:lnTo>
                  <a:lnTo>
                    <a:pt x="386883" y="377047"/>
                  </a:lnTo>
                  <a:lnTo>
                    <a:pt x="391801" y="375408"/>
                  </a:lnTo>
                  <a:lnTo>
                    <a:pt x="395080" y="377047"/>
                  </a:lnTo>
                  <a:lnTo>
                    <a:pt x="398359" y="380326"/>
                  </a:lnTo>
                  <a:lnTo>
                    <a:pt x="401638" y="378687"/>
                  </a:lnTo>
                  <a:lnTo>
                    <a:pt x="401638" y="383605"/>
                  </a:lnTo>
                  <a:lnTo>
                    <a:pt x="406555" y="385244"/>
                  </a:lnTo>
                  <a:lnTo>
                    <a:pt x="408195" y="388523"/>
                  </a:lnTo>
                  <a:lnTo>
                    <a:pt x="411473" y="391802"/>
                  </a:lnTo>
                  <a:lnTo>
                    <a:pt x="413113" y="386883"/>
                  </a:lnTo>
                  <a:lnTo>
                    <a:pt x="413113" y="383605"/>
                  </a:lnTo>
                  <a:lnTo>
                    <a:pt x="414752" y="380326"/>
                  </a:lnTo>
                  <a:lnTo>
                    <a:pt x="413113" y="377047"/>
                  </a:lnTo>
                  <a:lnTo>
                    <a:pt x="414752" y="380326"/>
                  </a:lnTo>
                  <a:lnTo>
                    <a:pt x="418031" y="383605"/>
                  </a:lnTo>
                  <a:lnTo>
                    <a:pt x="419670" y="386883"/>
                  </a:lnTo>
                  <a:lnTo>
                    <a:pt x="421310" y="391802"/>
                  </a:lnTo>
                  <a:lnTo>
                    <a:pt x="424588" y="395080"/>
                  </a:lnTo>
                  <a:lnTo>
                    <a:pt x="427867" y="395080"/>
                  </a:lnTo>
                  <a:lnTo>
                    <a:pt x="431145" y="391802"/>
                  </a:lnTo>
                  <a:lnTo>
                    <a:pt x="431145" y="395080"/>
                  </a:lnTo>
                  <a:lnTo>
                    <a:pt x="431145" y="398359"/>
                  </a:lnTo>
                  <a:lnTo>
                    <a:pt x="431145" y="399998"/>
                  </a:lnTo>
                  <a:lnTo>
                    <a:pt x="434424" y="395080"/>
                  </a:lnTo>
                  <a:lnTo>
                    <a:pt x="434424" y="399998"/>
                  </a:lnTo>
                  <a:lnTo>
                    <a:pt x="432785" y="403277"/>
                  </a:lnTo>
                  <a:lnTo>
                    <a:pt x="436063" y="406555"/>
                  </a:lnTo>
                  <a:lnTo>
                    <a:pt x="434424" y="403277"/>
                  </a:lnTo>
                  <a:lnTo>
                    <a:pt x="439342" y="401637"/>
                  </a:lnTo>
                  <a:lnTo>
                    <a:pt x="440981" y="398359"/>
                  </a:lnTo>
                  <a:lnTo>
                    <a:pt x="439342" y="395080"/>
                  </a:lnTo>
                  <a:lnTo>
                    <a:pt x="440981" y="398359"/>
                  </a:lnTo>
                  <a:lnTo>
                    <a:pt x="440981" y="403277"/>
                  </a:lnTo>
                  <a:lnTo>
                    <a:pt x="442621" y="406555"/>
                  </a:lnTo>
                  <a:lnTo>
                    <a:pt x="445900" y="406555"/>
                  </a:lnTo>
                  <a:lnTo>
                    <a:pt x="447539" y="408195"/>
                  </a:lnTo>
                  <a:lnTo>
                    <a:pt x="447539" y="404916"/>
                  </a:lnTo>
                  <a:lnTo>
                    <a:pt x="447539" y="401637"/>
                  </a:lnTo>
                  <a:lnTo>
                    <a:pt x="450818" y="404916"/>
                  </a:lnTo>
                  <a:lnTo>
                    <a:pt x="454096" y="406555"/>
                  </a:lnTo>
                  <a:lnTo>
                    <a:pt x="459014" y="404916"/>
                  </a:lnTo>
                  <a:lnTo>
                    <a:pt x="454096" y="408195"/>
                  </a:lnTo>
                  <a:lnTo>
                    <a:pt x="459014" y="408195"/>
                  </a:lnTo>
                  <a:lnTo>
                    <a:pt x="462293" y="404916"/>
                  </a:lnTo>
                  <a:lnTo>
                    <a:pt x="460653" y="408195"/>
                  </a:lnTo>
                  <a:lnTo>
                    <a:pt x="460653" y="411473"/>
                  </a:lnTo>
                  <a:lnTo>
                    <a:pt x="463932" y="413113"/>
                  </a:lnTo>
                  <a:lnTo>
                    <a:pt x="468850" y="411473"/>
                  </a:lnTo>
                  <a:lnTo>
                    <a:pt x="472129" y="408195"/>
                  </a:lnTo>
                  <a:lnTo>
                    <a:pt x="472129" y="413113"/>
                  </a:lnTo>
                  <a:lnTo>
                    <a:pt x="468850" y="413113"/>
                  </a:lnTo>
                  <a:lnTo>
                    <a:pt x="467211" y="416392"/>
                  </a:lnTo>
                  <a:lnTo>
                    <a:pt x="467211" y="421309"/>
                  </a:lnTo>
                  <a:lnTo>
                    <a:pt x="470490" y="422949"/>
                  </a:lnTo>
                  <a:lnTo>
                    <a:pt x="475408" y="421309"/>
                  </a:lnTo>
                  <a:lnTo>
                    <a:pt x="477047" y="418031"/>
                  </a:lnTo>
                  <a:lnTo>
                    <a:pt x="475408" y="413113"/>
                  </a:lnTo>
                  <a:lnTo>
                    <a:pt x="475408" y="409834"/>
                  </a:lnTo>
                  <a:lnTo>
                    <a:pt x="475408" y="406555"/>
                  </a:lnTo>
                  <a:lnTo>
                    <a:pt x="478686" y="406555"/>
                  </a:lnTo>
                  <a:lnTo>
                    <a:pt x="481965" y="409834"/>
                  </a:lnTo>
                  <a:lnTo>
                    <a:pt x="486883" y="411473"/>
                  </a:lnTo>
                  <a:lnTo>
                    <a:pt x="490162" y="409834"/>
                  </a:lnTo>
                  <a:lnTo>
                    <a:pt x="490162" y="406555"/>
                  </a:lnTo>
                  <a:lnTo>
                    <a:pt x="490162" y="403277"/>
                  </a:lnTo>
                  <a:lnTo>
                    <a:pt x="490162" y="398359"/>
                  </a:lnTo>
                  <a:lnTo>
                    <a:pt x="486883" y="399998"/>
                  </a:lnTo>
                  <a:lnTo>
                    <a:pt x="485244" y="395080"/>
                  </a:lnTo>
                  <a:lnTo>
                    <a:pt x="488522" y="395080"/>
                  </a:lnTo>
                  <a:lnTo>
                    <a:pt x="493440" y="391802"/>
                  </a:lnTo>
                  <a:lnTo>
                    <a:pt x="488522" y="390162"/>
                  </a:lnTo>
                  <a:lnTo>
                    <a:pt x="491801" y="388523"/>
                  </a:lnTo>
                  <a:lnTo>
                    <a:pt x="493440" y="383605"/>
                  </a:lnTo>
                  <a:lnTo>
                    <a:pt x="496719" y="383605"/>
                  </a:lnTo>
                  <a:lnTo>
                    <a:pt x="495080" y="378687"/>
                  </a:lnTo>
                  <a:lnTo>
                    <a:pt x="493440" y="375408"/>
                  </a:lnTo>
                  <a:lnTo>
                    <a:pt x="496719" y="378687"/>
                  </a:lnTo>
                  <a:lnTo>
                    <a:pt x="498358" y="383605"/>
                  </a:lnTo>
                  <a:lnTo>
                    <a:pt x="499998" y="386883"/>
                  </a:lnTo>
                  <a:lnTo>
                    <a:pt x="498358" y="390162"/>
                  </a:lnTo>
                  <a:lnTo>
                    <a:pt x="498358" y="393441"/>
                  </a:lnTo>
                  <a:lnTo>
                    <a:pt x="503276" y="396719"/>
                  </a:lnTo>
                  <a:lnTo>
                    <a:pt x="504916" y="393441"/>
                  </a:lnTo>
                  <a:lnTo>
                    <a:pt x="503276" y="390162"/>
                  </a:lnTo>
                  <a:lnTo>
                    <a:pt x="508194" y="390162"/>
                  </a:lnTo>
                  <a:lnTo>
                    <a:pt x="509834" y="385244"/>
                  </a:lnTo>
                  <a:lnTo>
                    <a:pt x="509834" y="381965"/>
                  </a:lnTo>
                  <a:lnTo>
                    <a:pt x="511473" y="378687"/>
                  </a:lnTo>
                  <a:lnTo>
                    <a:pt x="508194" y="377047"/>
                  </a:lnTo>
                  <a:lnTo>
                    <a:pt x="504916" y="375408"/>
                  </a:lnTo>
                  <a:lnTo>
                    <a:pt x="506555" y="372129"/>
                  </a:lnTo>
                  <a:lnTo>
                    <a:pt x="509834" y="375408"/>
                  </a:lnTo>
                  <a:lnTo>
                    <a:pt x="513112" y="377047"/>
                  </a:lnTo>
                  <a:lnTo>
                    <a:pt x="518030" y="378687"/>
                  </a:lnTo>
                  <a:lnTo>
                    <a:pt x="513112" y="375408"/>
                  </a:lnTo>
                  <a:lnTo>
                    <a:pt x="518030" y="372129"/>
                  </a:lnTo>
                  <a:lnTo>
                    <a:pt x="518030" y="370490"/>
                  </a:lnTo>
                  <a:lnTo>
                    <a:pt x="513112" y="370490"/>
                  </a:lnTo>
                  <a:lnTo>
                    <a:pt x="509834" y="373769"/>
                  </a:lnTo>
                  <a:lnTo>
                    <a:pt x="506555" y="372129"/>
                  </a:lnTo>
                  <a:lnTo>
                    <a:pt x="506555" y="372129"/>
                  </a:lnTo>
                  <a:lnTo>
                    <a:pt x="509834" y="368851"/>
                  </a:lnTo>
                  <a:lnTo>
                    <a:pt x="514752" y="368851"/>
                  </a:lnTo>
                  <a:lnTo>
                    <a:pt x="509834" y="365572"/>
                  </a:lnTo>
                  <a:lnTo>
                    <a:pt x="506555" y="365572"/>
                  </a:lnTo>
                  <a:lnTo>
                    <a:pt x="501637" y="365572"/>
                  </a:lnTo>
                  <a:lnTo>
                    <a:pt x="506555" y="363933"/>
                  </a:lnTo>
                  <a:lnTo>
                    <a:pt x="501637" y="363933"/>
                  </a:lnTo>
                  <a:lnTo>
                    <a:pt x="503276" y="360654"/>
                  </a:lnTo>
                  <a:lnTo>
                    <a:pt x="498358" y="360654"/>
                  </a:lnTo>
                  <a:lnTo>
                    <a:pt x="503276" y="359015"/>
                  </a:lnTo>
                  <a:lnTo>
                    <a:pt x="501637" y="357375"/>
                  </a:lnTo>
                  <a:lnTo>
                    <a:pt x="496719" y="357375"/>
                  </a:lnTo>
                  <a:lnTo>
                    <a:pt x="501637" y="354097"/>
                  </a:lnTo>
                  <a:lnTo>
                    <a:pt x="504916" y="355736"/>
                  </a:lnTo>
                  <a:lnTo>
                    <a:pt x="508194" y="354097"/>
                  </a:lnTo>
                  <a:lnTo>
                    <a:pt x="511473" y="350818"/>
                  </a:lnTo>
                  <a:lnTo>
                    <a:pt x="514752" y="347539"/>
                  </a:lnTo>
                  <a:lnTo>
                    <a:pt x="511473" y="347539"/>
                  </a:lnTo>
                  <a:lnTo>
                    <a:pt x="506555" y="347539"/>
                  </a:lnTo>
                  <a:lnTo>
                    <a:pt x="504916" y="349179"/>
                  </a:lnTo>
                  <a:lnTo>
                    <a:pt x="508194" y="345900"/>
                  </a:lnTo>
                  <a:lnTo>
                    <a:pt x="504916" y="347539"/>
                  </a:lnTo>
                  <a:lnTo>
                    <a:pt x="501637" y="347539"/>
                  </a:lnTo>
                  <a:lnTo>
                    <a:pt x="496719" y="347539"/>
                  </a:lnTo>
                  <a:lnTo>
                    <a:pt x="498358" y="344261"/>
                  </a:lnTo>
                  <a:lnTo>
                    <a:pt x="501637" y="342621"/>
                  </a:lnTo>
                  <a:lnTo>
                    <a:pt x="504916" y="339343"/>
                  </a:lnTo>
                  <a:lnTo>
                    <a:pt x="501637" y="339343"/>
                  </a:lnTo>
                  <a:lnTo>
                    <a:pt x="504916" y="336064"/>
                  </a:lnTo>
                  <a:lnTo>
                    <a:pt x="501637" y="332785"/>
                  </a:lnTo>
                  <a:lnTo>
                    <a:pt x="498358" y="334425"/>
                  </a:lnTo>
                  <a:lnTo>
                    <a:pt x="496719" y="339343"/>
                  </a:lnTo>
                  <a:lnTo>
                    <a:pt x="493440" y="339343"/>
                  </a:lnTo>
                  <a:lnTo>
                    <a:pt x="495080" y="334425"/>
                  </a:lnTo>
                  <a:lnTo>
                    <a:pt x="491801" y="336064"/>
                  </a:lnTo>
                  <a:lnTo>
                    <a:pt x="486883" y="339343"/>
                  </a:lnTo>
                  <a:lnTo>
                    <a:pt x="486883" y="339343"/>
                  </a:lnTo>
                  <a:lnTo>
                    <a:pt x="488522" y="336064"/>
                  </a:lnTo>
                  <a:lnTo>
                    <a:pt x="491801" y="332785"/>
                  </a:lnTo>
                  <a:lnTo>
                    <a:pt x="488522" y="332785"/>
                  </a:lnTo>
                  <a:lnTo>
                    <a:pt x="485244" y="331146"/>
                  </a:lnTo>
                  <a:lnTo>
                    <a:pt x="483604" y="326228"/>
                  </a:lnTo>
                  <a:lnTo>
                    <a:pt x="478686" y="331146"/>
                  </a:lnTo>
                  <a:lnTo>
                    <a:pt x="475408" y="334425"/>
                  </a:lnTo>
                  <a:lnTo>
                    <a:pt x="475408" y="331146"/>
                  </a:lnTo>
                  <a:lnTo>
                    <a:pt x="478686" y="326228"/>
                  </a:lnTo>
                  <a:lnTo>
                    <a:pt x="473768" y="326228"/>
                  </a:lnTo>
                  <a:lnTo>
                    <a:pt x="478686" y="324589"/>
                  </a:lnTo>
                  <a:lnTo>
                    <a:pt x="481965" y="321310"/>
                  </a:lnTo>
                  <a:lnTo>
                    <a:pt x="478686" y="322949"/>
                  </a:lnTo>
                  <a:lnTo>
                    <a:pt x="473768" y="324589"/>
                  </a:lnTo>
                  <a:lnTo>
                    <a:pt x="470490" y="324589"/>
                  </a:lnTo>
                  <a:lnTo>
                    <a:pt x="473768" y="322949"/>
                  </a:lnTo>
                  <a:lnTo>
                    <a:pt x="477047" y="319671"/>
                  </a:lnTo>
                  <a:lnTo>
                    <a:pt x="473768" y="319671"/>
                  </a:lnTo>
                  <a:lnTo>
                    <a:pt x="473768" y="316392"/>
                  </a:lnTo>
                  <a:lnTo>
                    <a:pt x="470490" y="314753"/>
                  </a:lnTo>
                  <a:lnTo>
                    <a:pt x="467211" y="314753"/>
                  </a:lnTo>
                  <a:lnTo>
                    <a:pt x="470490" y="313113"/>
                  </a:lnTo>
                  <a:lnTo>
                    <a:pt x="475408" y="313113"/>
                  </a:lnTo>
                  <a:lnTo>
                    <a:pt x="478686" y="311474"/>
                  </a:lnTo>
                  <a:lnTo>
                    <a:pt x="478686" y="309835"/>
                  </a:lnTo>
                  <a:lnTo>
                    <a:pt x="475408" y="309835"/>
                  </a:lnTo>
                  <a:lnTo>
                    <a:pt x="472129" y="309835"/>
                  </a:lnTo>
                  <a:lnTo>
                    <a:pt x="473768" y="306556"/>
                  </a:lnTo>
                  <a:lnTo>
                    <a:pt x="477047" y="304917"/>
                  </a:lnTo>
                  <a:lnTo>
                    <a:pt x="473768" y="301638"/>
                  </a:lnTo>
                  <a:lnTo>
                    <a:pt x="468850" y="301638"/>
                  </a:lnTo>
                  <a:lnTo>
                    <a:pt x="465572" y="303277"/>
                  </a:lnTo>
                  <a:lnTo>
                    <a:pt x="462293" y="304917"/>
                  </a:lnTo>
                  <a:lnTo>
                    <a:pt x="457375" y="306556"/>
                  </a:lnTo>
                  <a:lnTo>
                    <a:pt x="454096" y="308195"/>
                  </a:lnTo>
                  <a:lnTo>
                    <a:pt x="457375" y="304917"/>
                  </a:lnTo>
                  <a:lnTo>
                    <a:pt x="462293" y="301638"/>
                  </a:lnTo>
                  <a:lnTo>
                    <a:pt x="465572" y="298359"/>
                  </a:lnTo>
                  <a:lnTo>
                    <a:pt x="462293" y="296720"/>
                  </a:lnTo>
                  <a:lnTo>
                    <a:pt x="457375" y="296720"/>
                  </a:lnTo>
                  <a:lnTo>
                    <a:pt x="459014" y="293441"/>
                  </a:lnTo>
                  <a:lnTo>
                    <a:pt x="454096" y="291802"/>
                  </a:lnTo>
                  <a:lnTo>
                    <a:pt x="459014" y="291802"/>
                  </a:lnTo>
                  <a:lnTo>
                    <a:pt x="457375" y="286884"/>
                  </a:lnTo>
                  <a:lnTo>
                    <a:pt x="460653" y="290163"/>
                  </a:lnTo>
                  <a:lnTo>
                    <a:pt x="463932" y="288523"/>
                  </a:lnTo>
                  <a:lnTo>
                    <a:pt x="463932" y="285245"/>
                  </a:lnTo>
                  <a:lnTo>
                    <a:pt x="460653" y="285245"/>
                  </a:lnTo>
                  <a:lnTo>
                    <a:pt x="457375" y="281966"/>
                  </a:lnTo>
                  <a:lnTo>
                    <a:pt x="454096" y="281966"/>
                  </a:lnTo>
                  <a:lnTo>
                    <a:pt x="449178" y="281966"/>
                  </a:lnTo>
                  <a:lnTo>
                    <a:pt x="445900" y="281966"/>
                  </a:lnTo>
                  <a:lnTo>
                    <a:pt x="449178" y="281966"/>
                  </a:lnTo>
                  <a:lnTo>
                    <a:pt x="454096" y="281966"/>
                  </a:lnTo>
                  <a:lnTo>
                    <a:pt x="457375" y="280327"/>
                  </a:lnTo>
                  <a:lnTo>
                    <a:pt x="460653" y="280327"/>
                  </a:lnTo>
                  <a:lnTo>
                    <a:pt x="463932" y="283605"/>
                  </a:lnTo>
                  <a:lnTo>
                    <a:pt x="468850" y="285245"/>
                  </a:lnTo>
                  <a:lnTo>
                    <a:pt x="463932" y="288523"/>
                  </a:lnTo>
                  <a:lnTo>
                    <a:pt x="465572" y="291802"/>
                  </a:lnTo>
                  <a:lnTo>
                    <a:pt x="468850" y="293441"/>
                  </a:lnTo>
                  <a:lnTo>
                    <a:pt x="473768" y="291802"/>
                  </a:lnTo>
                  <a:lnTo>
                    <a:pt x="477047" y="291802"/>
                  </a:lnTo>
                  <a:lnTo>
                    <a:pt x="480325" y="291802"/>
                  </a:lnTo>
                  <a:lnTo>
                    <a:pt x="483604" y="291802"/>
                  </a:lnTo>
                  <a:lnTo>
                    <a:pt x="488522" y="291802"/>
                  </a:lnTo>
                  <a:lnTo>
                    <a:pt x="490162" y="288523"/>
                  </a:lnTo>
                  <a:lnTo>
                    <a:pt x="486883" y="285245"/>
                  </a:lnTo>
                  <a:lnTo>
                    <a:pt x="483604" y="281966"/>
                  </a:lnTo>
                  <a:lnTo>
                    <a:pt x="478686" y="280327"/>
                  </a:lnTo>
                  <a:lnTo>
                    <a:pt x="480325" y="277048"/>
                  </a:lnTo>
                  <a:lnTo>
                    <a:pt x="480325" y="272130"/>
                  </a:lnTo>
                  <a:lnTo>
                    <a:pt x="483604" y="272130"/>
                  </a:lnTo>
                  <a:lnTo>
                    <a:pt x="488522" y="273769"/>
                  </a:lnTo>
                  <a:lnTo>
                    <a:pt x="488522" y="273769"/>
                  </a:lnTo>
                  <a:lnTo>
                    <a:pt x="488522" y="277048"/>
                  </a:lnTo>
                  <a:lnTo>
                    <a:pt x="493440" y="278687"/>
                  </a:lnTo>
                  <a:lnTo>
                    <a:pt x="496719" y="277048"/>
                  </a:lnTo>
                  <a:lnTo>
                    <a:pt x="493440" y="273769"/>
                  </a:lnTo>
                  <a:lnTo>
                    <a:pt x="496719" y="273769"/>
                  </a:lnTo>
                  <a:lnTo>
                    <a:pt x="501637" y="272130"/>
                  </a:lnTo>
                  <a:lnTo>
                    <a:pt x="498358" y="268851"/>
                  </a:lnTo>
                  <a:lnTo>
                    <a:pt x="493440" y="268851"/>
                  </a:lnTo>
                  <a:lnTo>
                    <a:pt x="490162" y="267212"/>
                  </a:lnTo>
                  <a:lnTo>
                    <a:pt x="493440" y="267212"/>
                  </a:lnTo>
                  <a:lnTo>
                    <a:pt x="498358" y="267212"/>
                  </a:lnTo>
                  <a:lnTo>
                    <a:pt x="501637" y="268851"/>
                  </a:lnTo>
                  <a:lnTo>
                    <a:pt x="504916" y="268851"/>
                  </a:lnTo>
                  <a:lnTo>
                    <a:pt x="508194" y="268851"/>
                  </a:lnTo>
                  <a:lnTo>
                    <a:pt x="508194" y="263933"/>
                  </a:lnTo>
                  <a:lnTo>
                    <a:pt x="511473" y="265573"/>
                  </a:lnTo>
                  <a:lnTo>
                    <a:pt x="511473" y="265573"/>
                  </a:lnTo>
                  <a:lnTo>
                    <a:pt x="516391" y="267212"/>
                  </a:lnTo>
                  <a:lnTo>
                    <a:pt x="511473" y="268851"/>
                  </a:lnTo>
                  <a:lnTo>
                    <a:pt x="511473" y="272130"/>
                  </a:lnTo>
                  <a:lnTo>
                    <a:pt x="514752" y="273769"/>
                  </a:lnTo>
                  <a:lnTo>
                    <a:pt x="518030" y="273769"/>
                  </a:lnTo>
                  <a:lnTo>
                    <a:pt x="516391" y="277048"/>
                  </a:lnTo>
                  <a:lnTo>
                    <a:pt x="514752" y="280327"/>
                  </a:lnTo>
                  <a:lnTo>
                    <a:pt x="518030" y="280327"/>
                  </a:lnTo>
                  <a:lnTo>
                    <a:pt x="521309" y="280327"/>
                  </a:lnTo>
                  <a:lnTo>
                    <a:pt x="524588" y="278687"/>
                  </a:lnTo>
                  <a:lnTo>
                    <a:pt x="521309" y="280327"/>
                  </a:lnTo>
                  <a:lnTo>
                    <a:pt x="524588" y="285245"/>
                  </a:lnTo>
                  <a:lnTo>
                    <a:pt x="527866" y="285245"/>
                  </a:lnTo>
                  <a:lnTo>
                    <a:pt x="531145" y="283605"/>
                  </a:lnTo>
                  <a:lnTo>
                    <a:pt x="536063" y="281966"/>
                  </a:lnTo>
                  <a:lnTo>
                    <a:pt x="539342" y="280327"/>
                  </a:lnTo>
                  <a:lnTo>
                    <a:pt x="542620" y="278687"/>
                  </a:lnTo>
                  <a:lnTo>
                    <a:pt x="547538" y="275409"/>
                  </a:lnTo>
                  <a:lnTo>
                    <a:pt x="547538" y="273769"/>
                  </a:lnTo>
                  <a:lnTo>
                    <a:pt x="544260" y="277048"/>
                  </a:lnTo>
                  <a:lnTo>
                    <a:pt x="540981" y="280327"/>
                  </a:lnTo>
                  <a:lnTo>
                    <a:pt x="536063" y="283605"/>
                  </a:lnTo>
                  <a:lnTo>
                    <a:pt x="532784" y="283605"/>
                  </a:lnTo>
                  <a:lnTo>
                    <a:pt x="529506" y="285245"/>
                  </a:lnTo>
                  <a:lnTo>
                    <a:pt x="526227" y="288523"/>
                  </a:lnTo>
                  <a:lnTo>
                    <a:pt x="526227" y="291802"/>
                  </a:lnTo>
                  <a:lnTo>
                    <a:pt x="529506" y="290163"/>
                  </a:lnTo>
                  <a:lnTo>
                    <a:pt x="534424" y="290163"/>
                  </a:lnTo>
                  <a:lnTo>
                    <a:pt x="537702" y="290163"/>
                  </a:lnTo>
                  <a:lnTo>
                    <a:pt x="540981" y="290163"/>
                  </a:lnTo>
                  <a:lnTo>
                    <a:pt x="544260" y="288523"/>
                  </a:lnTo>
                  <a:lnTo>
                    <a:pt x="549178" y="288523"/>
                  </a:lnTo>
                  <a:lnTo>
                    <a:pt x="552456" y="286884"/>
                  </a:lnTo>
                  <a:lnTo>
                    <a:pt x="557375" y="285245"/>
                  </a:lnTo>
                  <a:lnTo>
                    <a:pt x="560653" y="283605"/>
                  </a:lnTo>
                  <a:lnTo>
                    <a:pt x="563932" y="280327"/>
                  </a:lnTo>
                  <a:lnTo>
                    <a:pt x="567210" y="278687"/>
                  </a:lnTo>
                  <a:lnTo>
                    <a:pt x="572128" y="277048"/>
                  </a:lnTo>
                  <a:lnTo>
                    <a:pt x="575407" y="275409"/>
                  </a:lnTo>
                  <a:lnTo>
                    <a:pt x="578686" y="275409"/>
                  </a:lnTo>
                  <a:lnTo>
                    <a:pt x="575407" y="277048"/>
                  </a:lnTo>
                  <a:lnTo>
                    <a:pt x="572128" y="278687"/>
                  </a:lnTo>
                  <a:lnTo>
                    <a:pt x="567210" y="280327"/>
                  </a:lnTo>
                  <a:lnTo>
                    <a:pt x="563932" y="281966"/>
                  </a:lnTo>
                  <a:lnTo>
                    <a:pt x="559014" y="286884"/>
                  </a:lnTo>
                  <a:lnTo>
                    <a:pt x="559014" y="290163"/>
                  </a:lnTo>
                  <a:lnTo>
                    <a:pt x="555735" y="290163"/>
                  </a:lnTo>
                  <a:lnTo>
                    <a:pt x="552456" y="290163"/>
                  </a:lnTo>
                  <a:lnTo>
                    <a:pt x="549178" y="290163"/>
                  </a:lnTo>
                  <a:lnTo>
                    <a:pt x="544260" y="291802"/>
                  </a:lnTo>
                  <a:lnTo>
                    <a:pt x="540981" y="291802"/>
                  </a:lnTo>
                  <a:lnTo>
                    <a:pt x="537702" y="295081"/>
                  </a:lnTo>
                  <a:lnTo>
                    <a:pt x="532784" y="298359"/>
                  </a:lnTo>
                  <a:lnTo>
                    <a:pt x="531145" y="301638"/>
                  </a:lnTo>
                  <a:lnTo>
                    <a:pt x="536063" y="301638"/>
                  </a:lnTo>
                  <a:lnTo>
                    <a:pt x="539342" y="301638"/>
                  </a:lnTo>
                  <a:lnTo>
                    <a:pt x="542620" y="299999"/>
                  </a:lnTo>
                  <a:lnTo>
                    <a:pt x="547538" y="299999"/>
                  </a:lnTo>
                  <a:lnTo>
                    <a:pt x="550817" y="299999"/>
                  </a:lnTo>
                  <a:lnTo>
                    <a:pt x="547538" y="299999"/>
                  </a:lnTo>
                  <a:lnTo>
                    <a:pt x="542620" y="301638"/>
                  </a:lnTo>
                  <a:lnTo>
                    <a:pt x="539342" y="303277"/>
                  </a:lnTo>
                  <a:lnTo>
                    <a:pt x="536063" y="303277"/>
                  </a:lnTo>
                  <a:lnTo>
                    <a:pt x="539342" y="306556"/>
                  </a:lnTo>
                  <a:lnTo>
                    <a:pt x="542620" y="306556"/>
                  </a:lnTo>
                  <a:lnTo>
                    <a:pt x="547538" y="303277"/>
                  </a:lnTo>
                  <a:lnTo>
                    <a:pt x="550817" y="301638"/>
                  </a:lnTo>
                  <a:lnTo>
                    <a:pt x="545899" y="304917"/>
                  </a:lnTo>
                  <a:lnTo>
                    <a:pt x="542620" y="308195"/>
                  </a:lnTo>
                  <a:lnTo>
                    <a:pt x="539342" y="308195"/>
                  </a:lnTo>
                  <a:lnTo>
                    <a:pt x="534424" y="309835"/>
                  </a:lnTo>
                  <a:lnTo>
                    <a:pt x="536063" y="313113"/>
                  </a:lnTo>
                  <a:lnTo>
                    <a:pt x="539342" y="311474"/>
                  </a:lnTo>
                  <a:lnTo>
                    <a:pt x="544260" y="311474"/>
                  </a:lnTo>
                  <a:lnTo>
                    <a:pt x="547538" y="311474"/>
                  </a:lnTo>
                  <a:lnTo>
                    <a:pt x="550817" y="309835"/>
                  </a:lnTo>
                  <a:lnTo>
                    <a:pt x="554096" y="309835"/>
                  </a:lnTo>
                  <a:lnTo>
                    <a:pt x="550817" y="311474"/>
                  </a:lnTo>
                  <a:lnTo>
                    <a:pt x="547538" y="313113"/>
                  </a:lnTo>
                  <a:lnTo>
                    <a:pt x="544260" y="313113"/>
                  </a:lnTo>
                  <a:lnTo>
                    <a:pt x="539342" y="316392"/>
                  </a:lnTo>
                  <a:lnTo>
                    <a:pt x="544260" y="316392"/>
                  </a:lnTo>
                  <a:lnTo>
                    <a:pt x="540981" y="321310"/>
                  </a:lnTo>
                  <a:lnTo>
                    <a:pt x="545899" y="322949"/>
                  </a:lnTo>
                  <a:lnTo>
                    <a:pt x="549178" y="321310"/>
                  </a:lnTo>
                  <a:lnTo>
                    <a:pt x="550817" y="316392"/>
                  </a:lnTo>
                  <a:lnTo>
                    <a:pt x="555735" y="314753"/>
                  </a:lnTo>
                  <a:lnTo>
                    <a:pt x="559014" y="313113"/>
                  </a:lnTo>
                  <a:lnTo>
                    <a:pt x="555735" y="314753"/>
                  </a:lnTo>
                  <a:lnTo>
                    <a:pt x="552456" y="319671"/>
                  </a:lnTo>
                  <a:lnTo>
                    <a:pt x="555735" y="319671"/>
                  </a:lnTo>
                  <a:lnTo>
                    <a:pt x="559014" y="319671"/>
                  </a:lnTo>
                  <a:lnTo>
                    <a:pt x="555735" y="321310"/>
                  </a:lnTo>
                  <a:lnTo>
                    <a:pt x="555735" y="326228"/>
                  </a:lnTo>
                  <a:lnTo>
                    <a:pt x="559014" y="322949"/>
                  </a:lnTo>
                  <a:lnTo>
                    <a:pt x="562292" y="322949"/>
                  </a:lnTo>
                  <a:lnTo>
                    <a:pt x="567210" y="321310"/>
                  </a:lnTo>
                  <a:lnTo>
                    <a:pt x="563932" y="324589"/>
                  </a:lnTo>
                  <a:lnTo>
                    <a:pt x="567210" y="326228"/>
                  </a:lnTo>
                  <a:lnTo>
                    <a:pt x="563932" y="327867"/>
                  </a:lnTo>
                  <a:lnTo>
                    <a:pt x="567210" y="327867"/>
                  </a:lnTo>
                  <a:lnTo>
                    <a:pt x="568850" y="332785"/>
                  </a:lnTo>
                  <a:lnTo>
                    <a:pt x="572128" y="327867"/>
                  </a:lnTo>
                  <a:lnTo>
                    <a:pt x="577047" y="326228"/>
                  </a:lnTo>
                  <a:lnTo>
                    <a:pt x="580325" y="322949"/>
                  </a:lnTo>
                  <a:lnTo>
                    <a:pt x="583604" y="319671"/>
                  </a:lnTo>
                  <a:lnTo>
                    <a:pt x="583604" y="314753"/>
                  </a:lnTo>
                  <a:lnTo>
                    <a:pt x="581965" y="311474"/>
                  </a:lnTo>
                  <a:lnTo>
                    <a:pt x="586882" y="311474"/>
                  </a:lnTo>
                  <a:lnTo>
                    <a:pt x="583604" y="306556"/>
                  </a:lnTo>
                  <a:lnTo>
                    <a:pt x="586882" y="306556"/>
                  </a:lnTo>
                  <a:lnTo>
                    <a:pt x="590161" y="306556"/>
                  </a:lnTo>
                  <a:lnTo>
                    <a:pt x="586882" y="303277"/>
                  </a:lnTo>
                  <a:lnTo>
                    <a:pt x="583604" y="301638"/>
                  </a:lnTo>
                  <a:lnTo>
                    <a:pt x="586882" y="301638"/>
                  </a:lnTo>
                  <a:lnTo>
                    <a:pt x="591800" y="301638"/>
                  </a:lnTo>
                  <a:lnTo>
                    <a:pt x="593440" y="298359"/>
                  </a:lnTo>
                  <a:lnTo>
                    <a:pt x="591800" y="293441"/>
                  </a:lnTo>
                  <a:lnTo>
                    <a:pt x="595079" y="298359"/>
                  </a:lnTo>
                  <a:lnTo>
                    <a:pt x="596719" y="301638"/>
                  </a:lnTo>
                  <a:lnTo>
                    <a:pt x="599997" y="303277"/>
                  </a:lnTo>
                  <a:lnTo>
                    <a:pt x="601637" y="304917"/>
                  </a:lnTo>
                  <a:lnTo>
                    <a:pt x="604915" y="303277"/>
                  </a:lnTo>
                  <a:lnTo>
                    <a:pt x="606555" y="298359"/>
                  </a:lnTo>
                  <a:lnTo>
                    <a:pt x="606555" y="303277"/>
                  </a:lnTo>
                  <a:lnTo>
                    <a:pt x="609833" y="303277"/>
                  </a:lnTo>
                  <a:lnTo>
                    <a:pt x="614751" y="303277"/>
                  </a:lnTo>
                  <a:lnTo>
                    <a:pt x="609833" y="299999"/>
                  </a:lnTo>
                  <a:lnTo>
                    <a:pt x="614751" y="298359"/>
                  </a:lnTo>
                  <a:lnTo>
                    <a:pt x="613112" y="295081"/>
                  </a:lnTo>
                  <a:lnTo>
                    <a:pt x="616390" y="296720"/>
                  </a:lnTo>
                  <a:lnTo>
                    <a:pt x="621309" y="296720"/>
                  </a:lnTo>
                  <a:lnTo>
                    <a:pt x="624587" y="296720"/>
                  </a:lnTo>
                  <a:lnTo>
                    <a:pt x="626227" y="291802"/>
                  </a:lnTo>
                  <a:lnTo>
                    <a:pt x="622948" y="288523"/>
                  </a:lnTo>
                  <a:lnTo>
                    <a:pt x="619669" y="288523"/>
                  </a:lnTo>
                  <a:lnTo>
                    <a:pt x="616390" y="288523"/>
                  </a:lnTo>
                  <a:lnTo>
                    <a:pt x="614751" y="285245"/>
                  </a:lnTo>
                  <a:lnTo>
                    <a:pt x="619669" y="288523"/>
                  </a:lnTo>
                  <a:lnTo>
                    <a:pt x="622948" y="288523"/>
                  </a:lnTo>
                  <a:lnTo>
                    <a:pt x="627866" y="288523"/>
                  </a:lnTo>
                  <a:lnTo>
                    <a:pt x="631145" y="290163"/>
                  </a:lnTo>
                  <a:lnTo>
                    <a:pt x="634423" y="288523"/>
                  </a:lnTo>
                  <a:lnTo>
                    <a:pt x="637702" y="288523"/>
                  </a:lnTo>
                  <a:lnTo>
                    <a:pt x="637702" y="285245"/>
                  </a:lnTo>
                  <a:lnTo>
                    <a:pt x="634423" y="283605"/>
                  </a:lnTo>
                  <a:lnTo>
                    <a:pt x="629505" y="281966"/>
                  </a:lnTo>
                  <a:lnTo>
                    <a:pt x="626227" y="280327"/>
                  </a:lnTo>
                  <a:lnTo>
                    <a:pt x="622948" y="280327"/>
                  </a:lnTo>
                  <a:lnTo>
                    <a:pt x="621309" y="277048"/>
                  </a:lnTo>
                  <a:lnTo>
                    <a:pt x="624587" y="280327"/>
                  </a:lnTo>
                  <a:lnTo>
                    <a:pt x="629505" y="280327"/>
                  </a:lnTo>
                  <a:lnTo>
                    <a:pt x="632784" y="278687"/>
                  </a:lnTo>
                  <a:lnTo>
                    <a:pt x="636062" y="277048"/>
                  </a:lnTo>
                  <a:lnTo>
                    <a:pt x="634423" y="273769"/>
                  </a:lnTo>
                  <a:lnTo>
                    <a:pt x="631145" y="273769"/>
                  </a:lnTo>
                  <a:lnTo>
                    <a:pt x="634423" y="272130"/>
                  </a:lnTo>
                  <a:lnTo>
                    <a:pt x="639341" y="273769"/>
                  </a:lnTo>
                  <a:lnTo>
                    <a:pt x="639341" y="273769"/>
                  </a:lnTo>
                  <a:lnTo>
                    <a:pt x="642620" y="277048"/>
                  </a:lnTo>
                  <a:lnTo>
                    <a:pt x="647538" y="277048"/>
                  </a:lnTo>
                  <a:lnTo>
                    <a:pt x="650817" y="277048"/>
                  </a:lnTo>
                  <a:lnTo>
                    <a:pt x="654095" y="277048"/>
                  </a:lnTo>
                  <a:lnTo>
                    <a:pt x="659013" y="275409"/>
                  </a:lnTo>
                  <a:lnTo>
                    <a:pt x="662292" y="275409"/>
                  </a:lnTo>
                  <a:lnTo>
                    <a:pt x="657374" y="273769"/>
                  </a:lnTo>
                  <a:lnTo>
                    <a:pt x="654095" y="273769"/>
                  </a:lnTo>
                  <a:lnTo>
                    <a:pt x="650817" y="273769"/>
                  </a:lnTo>
                  <a:lnTo>
                    <a:pt x="654095" y="272130"/>
                  </a:lnTo>
                  <a:lnTo>
                    <a:pt x="659013" y="272130"/>
                  </a:lnTo>
                  <a:lnTo>
                    <a:pt x="662292" y="270491"/>
                  </a:lnTo>
                  <a:lnTo>
                    <a:pt x="660653" y="267212"/>
                  </a:lnTo>
                  <a:lnTo>
                    <a:pt x="655735" y="263933"/>
                  </a:lnTo>
                  <a:lnTo>
                    <a:pt x="652456" y="265573"/>
                  </a:lnTo>
                  <a:lnTo>
                    <a:pt x="649177" y="265573"/>
                  </a:lnTo>
                  <a:lnTo>
                    <a:pt x="652456" y="263933"/>
                  </a:lnTo>
                  <a:lnTo>
                    <a:pt x="655735" y="263933"/>
                  </a:lnTo>
                  <a:lnTo>
                    <a:pt x="660653" y="263933"/>
                  </a:lnTo>
                  <a:lnTo>
                    <a:pt x="663931" y="267212"/>
                  </a:lnTo>
                  <a:lnTo>
                    <a:pt x="667210" y="268851"/>
                  </a:lnTo>
                  <a:lnTo>
                    <a:pt x="670489" y="267212"/>
                  </a:lnTo>
                  <a:lnTo>
                    <a:pt x="673767" y="265573"/>
                  </a:lnTo>
                  <a:lnTo>
                    <a:pt x="673767" y="262294"/>
                  </a:lnTo>
                  <a:lnTo>
                    <a:pt x="670489" y="257376"/>
                  </a:lnTo>
                  <a:lnTo>
                    <a:pt x="665571" y="257376"/>
                  </a:lnTo>
                  <a:lnTo>
                    <a:pt x="670489" y="255737"/>
                  </a:lnTo>
                  <a:lnTo>
                    <a:pt x="667210" y="255737"/>
                  </a:lnTo>
                  <a:lnTo>
                    <a:pt x="662292" y="255737"/>
                  </a:lnTo>
                  <a:lnTo>
                    <a:pt x="659013" y="255737"/>
                  </a:lnTo>
                  <a:lnTo>
                    <a:pt x="662292" y="254097"/>
                  </a:lnTo>
                  <a:lnTo>
                    <a:pt x="667210" y="254097"/>
                  </a:lnTo>
                  <a:lnTo>
                    <a:pt x="662292" y="252458"/>
                  </a:lnTo>
                  <a:lnTo>
                    <a:pt x="659013" y="254097"/>
                  </a:lnTo>
                  <a:lnTo>
                    <a:pt x="660653" y="250818"/>
                  </a:lnTo>
                  <a:lnTo>
                    <a:pt x="657374" y="249179"/>
                  </a:lnTo>
                  <a:lnTo>
                    <a:pt x="654095" y="252458"/>
                  </a:lnTo>
                  <a:lnTo>
                    <a:pt x="649177" y="254097"/>
                  </a:lnTo>
                  <a:lnTo>
                    <a:pt x="647538" y="257376"/>
                  </a:lnTo>
                  <a:lnTo>
                    <a:pt x="647538" y="260655"/>
                  </a:lnTo>
                  <a:lnTo>
                    <a:pt x="645899" y="257376"/>
                  </a:lnTo>
                  <a:lnTo>
                    <a:pt x="644259" y="254097"/>
                  </a:lnTo>
                  <a:lnTo>
                    <a:pt x="640981" y="252458"/>
                  </a:lnTo>
                  <a:lnTo>
                    <a:pt x="637702" y="255737"/>
                  </a:lnTo>
                  <a:lnTo>
                    <a:pt x="634423" y="260655"/>
                  </a:lnTo>
                  <a:lnTo>
                    <a:pt x="631145" y="263933"/>
                  </a:lnTo>
                  <a:lnTo>
                    <a:pt x="627866" y="263933"/>
                  </a:lnTo>
                  <a:lnTo>
                    <a:pt x="632784" y="260655"/>
                  </a:lnTo>
                  <a:lnTo>
                    <a:pt x="636062" y="255737"/>
                  </a:lnTo>
                  <a:lnTo>
                    <a:pt x="637702" y="252458"/>
                  </a:lnTo>
                  <a:lnTo>
                    <a:pt x="632784" y="252458"/>
                  </a:lnTo>
                  <a:lnTo>
                    <a:pt x="629505" y="252458"/>
                  </a:lnTo>
                  <a:lnTo>
                    <a:pt x="626227" y="254097"/>
                  </a:lnTo>
                  <a:lnTo>
                    <a:pt x="621309" y="254097"/>
                  </a:lnTo>
                  <a:lnTo>
                    <a:pt x="619669" y="259015"/>
                  </a:lnTo>
                  <a:lnTo>
                    <a:pt x="614751" y="262294"/>
                  </a:lnTo>
                  <a:lnTo>
                    <a:pt x="618030" y="257376"/>
                  </a:lnTo>
                  <a:lnTo>
                    <a:pt x="614751" y="257376"/>
                  </a:lnTo>
                  <a:lnTo>
                    <a:pt x="609833" y="259015"/>
                  </a:lnTo>
                  <a:lnTo>
                    <a:pt x="606555" y="257376"/>
                  </a:lnTo>
                  <a:lnTo>
                    <a:pt x="609833" y="257376"/>
                  </a:lnTo>
                  <a:lnTo>
                    <a:pt x="614751" y="257376"/>
                  </a:lnTo>
                  <a:lnTo>
                    <a:pt x="616390" y="254097"/>
                  </a:lnTo>
                  <a:lnTo>
                    <a:pt x="619669" y="254097"/>
                  </a:lnTo>
                  <a:lnTo>
                    <a:pt x="624587" y="252458"/>
                  </a:lnTo>
                  <a:lnTo>
                    <a:pt x="627866" y="249179"/>
                  </a:lnTo>
                  <a:lnTo>
                    <a:pt x="629505" y="245901"/>
                  </a:lnTo>
                  <a:lnTo>
                    <a:pt x="632784" y="245901"/>
                  </a:lnTo>
                  <a:lnTo>
                    <a:pt x="636062" y="244261"/>
                  </a:lnTo>
                  <a:lnTo>
                    <a:pt x="640981" y="240982"/>
                  </a:lnTo>
                  <a:lnTo>
                    <a:pt x="636062" y="239343"/>
                  </a:lnTo>
                  <a:lnTo>
                    <a:pt x="632784" y="240982"/>
                  </a:lnTo>
                  <a:lnTo>
                    <a:pt x="627866" y="242622"/>
                  </a:lnTo>
                  <a:lnTo>
                    <a:pt x="624587" y="245901"/>
                  </a:lnTo>
                  <a:lnTo>
                    <a:pt x="621309" y="247540"/>
                  </a:lnTo>
                  <a:lnTo>
                    <a:pt x="618030" y="249179"/>
                  </a:lnTo>
                  <a:lnTo>
                    <a:pt x="613112" y="249179"/>
                  </a:lnTo>
                  <a:lnTo>
                    <a:pt x="618030" y="247540"/>
                  </a:lnTo>
                  <a:lnTo>
                    <a:pt x="621309" y="245901"/>
                  </a:lnTo>
                  <a:lnTo>
                    <a:pt x="624587" y="244261"/>
                  </a:lnTo>
                  <a:lnTo>
                    <a:pt x="621309" y="242622"/>
                  </a:lnTo>
                  <a:lnTo>
                    <a:pt x="618030" y="242622"/>
                  </a:lnTo>
                  <a:lnTo>
                    <a:pt x="613112" y="242622"/>
                  </a:lnTo>
                  <a:lnTo>
                    <a:pt x="609833" y="244261"/>
                  </a:lnTo>
                  <a:lnTo>
                    <a:pt x="604915" y="244261"/>
                  </a:lnTo>
                  <a:lnTo>
                    <a:pt x="601637" y="244261"/>
                  </a:lnTo>
                  <a:lnTo>
                    <a:pt x="598358" y="245901"/>
                  </a:lnTo>
                  <a:lnTo>
                    <a:pt x="595079" y="245901"/>
                  </a:lnTo>
                  <a:lnTo>
                    <a:pt x="590161" y="247540"/>
                  </a:lnTo>
                  <a:lnTo>
                    <a:pt x="586882" y="250818"/>
                  </a:lnTo>
                  <a:lnTo>
                    <a:pt x="585243" y="250818"/>
                  </a:lnTo>
                  <a:lnTo>
                    <a:pt x="588522" y="247540"/>
                  </a:lnTo>
                  <a:lnTo>
                    <a:pt x="591800" y="245901"/>
                  </a:lnTo>
                  <a:lnTo>
                    <a:pt x="595079" y="244261"/>
                  </a:lnTo>
                  <a:lnTo>
                    <a:pt x="599997" y="244261"/>
                  </a:lnTo>
                  <a:lnTo>
                    <a:pt x="603276" y="242622"/>
                  </a:lnTo>
                  <a:lnTo>
                    <a:pt x="606555" y="242622"/>
                  </a:lnTo>
                  <a:lnTo>
                    <a:pt x="611472" y="242622"/>
                  </a:lnTo>
                  <a:lnTo>
                    <a:pt x="606555" y="240982"/>
                  </a:lnTo>
                  <a:lnTo>
                    <a:pt x="603276" y="242622"/>
                  </a:lnTo>
                  <a:lnTo>
                    <a:pt x="598358" y="242622"/>
                  </a:lnTo>
                  <a:lnTo>
                    <a:pt x="595079" y="242622"/>
                  </a:lnTo>
                  <a:lnTo>
                    <a:pt x="591800" y="242622"/>
                  </a:lnTo>
                  <a:lnTo>
                    <a:pt x="586882" y="244261"/>
                  </a:lnTo>
                  <a:lnTo>
                    <a:pt x="591800" y="242622"/>
                  </a:lnTo>
                  <a:lnTo>
                    <a:pt x="595079" y="240982"/>
                  </a:lnTo>
                  <a:lnTo>
                    <a:pt x="598358" y="240982"/>
                  </a:lnTo>
                  <a:lnTo>
                    <a:pt x="603276" y="240982"/>
                  </a:lnTo>
                  <a:lnTo>
                    <a:pt x="599997" y="239343"/>
                  </a:lnTo>
                  <a:lnTo>
                    <a:pt x="595079" y="239343"/>
                  </a:lnTo>
                  <a:lnTo>
                    <a:pt x="591800" y="237704"/>
                  </a:lnTo>
                  <a:lnTo>
                    <a:pt x="595079" y="237704"/>
                  </a:lnTo>
                  <a:lnTo>
                    <a:pt x="599997" y="237704"/>
                  </a:lnTo>
                  <a:lnTo>
                    <a:pt x="603276" y="239343"/>
                  </a:lnTo>
                  <a:lnTo>
                    <a:pt x="608194" y="239343"/>
                  </a:lnTo>
                  <a:lnTo>
                    <a:pt x="611472" y="239343"/>
                  </a:lnTo>
                  <a:lnTo>
                    <a:pt x="614751" y="237704"/>
                  </a:lnTo>
                  <a:lnTo>
                    <a:pt x="614751" y="232786"/>
                  </a:lnTo>
                  <a:lnTo>
                    <a:pt x="611472" y="232786"/>
                  </a:lnTo>
                  <a:lnTo>
                    <a:pt x="606555" y="234425"/>
                  </a:lnTo>
                  <a:lnTo>
                    <a:pt x="611472" y="232786"/>
                  </a:lnTo>
                  <a:lnTo>
                    <a:pt x="614751" y="231146"/>
                  </a:lnTo>
                  <a:lnTo>
                    <a:pt x="616390" y="227868"/>
                  </a:lnTo>
                  <a:lnTo>
                    <a:pt x="613112" y="227868"/>
                  </a:lnTo>
                  <a:lnTo>
                    <a:pt x="614751" y="224589"/>
                  </a:lnTo>
                  <a:lnTo>
                    <a:pt x="609833" y="224589"/>
                  </a:lnTo>
                  <a:lnTo>
                    <a:pt x="606555" y="224589"/>
                  </a:lnTo>
                  <a:lnTo>
                    <a:pt x="601637" y="226228"/>
                  </a:lnTo>
                  <a:lnTo>
                    <a:pt x="606555" y="224589"/>
                  </a:lnTo>
                  <a:lnTo>
                    <a:pt x="609833" y="224589"/>
                  </a:lnTo>
                  <a:lnTo>
                    <a:pt x="609833" y="219671"/>
                  </a:lnTo>
                  <a:lnTo>
                    <a:pt x="604915" y="219671"/>
                  </a:lnTo>
                  <a:lnTo>
                    <a:pt x="601637" y="221310"/>
                  </a:lnTo>
                  <a:lnTo>
                    <a:pt x="598358" y="224589"/>
                  </a:lnTo>
                  <a:lnTo>
                    <a:pt x="598358" y="221310"/>
                  </a:lnTo>
                  <a:lnTo>
                    <a:pt x="595079" y="221310"/>
                  </a:lnTo>
                  <a:lnTo>
                    <a:pt x="590161" y="222950"/>
                  </a:lnTo>
                  <a:lnTo>
                    <a:pt x="586882" y="226228"/>
                  </a:lnTo>
                  <a:lnTo>
                    <a:pt x="590161" y="222950"/>
                  </a:lnTo>
                  <a:lnTo>
                    <a:pt x="593440" y="221310"/>
                  </a:lnTo>
                  <a:lnTo>
                    <a:pt x="596719" y="218032"/>
                  </a:lnTo>
                  <a:lnTo>
                    <a:pt x="599997" y="214753"/>
                  </a:lnTo>
                  <a:lnTo>
                    <a:pt x="604915" y="214753"/>
                  </a:lnTo>
                  <a:lnTo>
                    <a:pt x="601637" y="211474"/>
                  </a:lnTo>
                  <a:lnTo>
                    <a:pt x="598358" y="211474"/>
                  </a:lnTo>
                  <a:lnTo>
                    <a:pt x="593440" y="214753"/>
                  </a:lnTo>
                  <a:lnTo>
                    <a:pt x="590161" y="214753"/>
                  </a:lnTo>
                  <a:lnTo>
                    <a:pt x="585243" y="216392"/>
                  </a:lnTo>
                  <a:lnTo>
                    <a:pt x="581965" y="219671"/>
                  </a:lnTo>
                  <a:lnTo>
                    <a:pt x="581965" y="222950"/>
                  </a:lnTo>
                  <a:lnTo>
                    <a:pt x="581965" y="226228"/>
                  </a:lnTo>
                  <a:lnTo>
                    <a:pt x="578686" y="222950"/>
                  </a:lnTo>
                  <a:lnTo>
                    <a:pt x="580325" y="219671"/>
                  </a:lnTo>
                  <a:lnTo>
                    <a:pt x="583604" y="216392"/>
                  </a:lnTo>
                  <a:lnTo>
                    <a:pt x="580325" y="213114"/>
                  </a:lnTo>
                  <a:lnTo>
                    <a:pt x="577047" y="214753"/>
                  </a:lnTo>
                  <a:lnTo>
                    <a:pt x="573768" y="218032"/>
                  </a:lnTo>
                  <a:lnTo>
                    <a:pt x="570489" y="219671"/>
                  </a:lnTo>
                  <a:lnTo>
                    <a:pt x="567210" y="222950"/>
                  </a:lnTo>
                  <a:lnTo>
                    <a:pt x="562292" y="226228"/>
                  </a:lnTo>
                  <a:lnTo>
                    <a:pt x="563932" y="222950"/>
                  </a:lnTo>
                  <a:lnTo>
                    <a:pt x="568850" y="218032"/>
                  </a:lnTo>
                  <a:lnTo>
                    <a:pt x="570489" y="214753"/>
                  </a:lnTo>
                  <a:lnTo>
                    <a:pt x="568850" y="214753"/>
                  </a:lnTo>
                  <a:lnTo>
                    <a:pt x="573768" y="213114"/>
                  </a:lnTo>
                  <a:lnTo>
                    <a:pt x="577047" y="209835"/>
                  </a:lnTo>
                  <a:lnTo>
                    <a:pt x="577047" y="206556"/>
                  </a:lnTo>
                  <a:lnTo>
                    <a:pt x="573768" y="209835"/>
                  </a:lnTo>
                  <a:lnTo>
                    <a:pt x="570489" y="211474"/>
                  </a:lnTo>
                  <a:lnTo>
                    <a:pt x="567210" y="214753"/>
                  </a:lnTo>
                  <a:lnTo>
                    <a:pt x="563932" y="214753"/>
                  </a:lnTo>
                  <a:lnTo>
                    <a:pt x="559014" y="216392"/>
                  </a:lnTo>
                  <a:lnTo>
                    <a:pt x="557375" y="221310"/>
                  </a:lnTo>
                  <a:lnTo>
                    <a:pt x="554096" y="219671"/>
                  </a:lnTo>
                  <a:lnTo>
                    <a:pt x="549178" y="218032"/>
                  </a:lnTo>
                  <a:lnTo>
                    <a:pt x="554096" y="218032"/>
                  </a:lnTo>
                  <a:lnTo>
                    <a:pt x="557375" y="218032"/>
                  </a:lnTo>
                  <a:lnTo>
                    <a:pt x="560653" y="214753"/>
                  </a:lnTo>
                  <a:lnTo>
                    <a:pt x="563932" y="213114"/>
                  </a:lnTo>
                  <a:lnTo>
                    <a:pt x="560653" y="209835"/>
                  </a:lnTo>
                  <a:lnTo>
                    <a:pt x="565571" y="209835"/>
                  </a:lnTo>
                  <a:lnTo>
                    <a:pt x="560653" y="206556"/>
                  </a:lnTo>
                  <a:lnTo>
                    <a:pt x="557375" y="208196"/>
                  </a:lnTo>
                  <a:lnTo>
                    <a:pt x="554096" y="211474"/>
                  </a:lnTo>
                  <a:lnTo>
                    <a:pt x="555735" y="208196"/>
                  </a:lnTo>
                  <a:lnTo>
                    <a:pt x="550817" y="209835"/>
                  </a:lnTo>
                  <a:lnTo>
                    <a:pt x="547538" y="209835"/>
                  </a:lnTo>
                  <a:lnTo>
                    <a:pt x="552456" y="206556"/>
                  </a:lnTo>
                  <a:lnTo>
                    <a:pt x="555735" y="203278"/>
                  </a:lnTo>
                  <a:lnTo>
                    <a:pt x="552456" y="203278"/>
                  </a:lnTo>
                  <a:lnTo>
                    <a:pt x="547538" y="201638"/>
                  </a:lnTo>
                  <a:lnTo>
                    <a:pt x="544260" y="203278"/>
                  </a:lnTo>
                  <a:lnTo>
                    <a:pt x="540981" y="204917"/>
                  </a:lnTo>
                  <a:lnTo>
                    <a:pt x="536063" y="208196"/>
                  </a:lnTo>
                  <a:lnTo>
                    <a:pt x="532784" y="208196"/>
                  </a:lnTo>
                  <a:lnTo>
                    <a:pt x="536063" y="206556"/>
                  </a:lnTo>
                  <a:lnTo>
                    <a:pt x="540981" y="203278"/>
                  </a:lnTo>
                  <a:lnTo>
                    <a:pt x="544260" y="201638"/>
                  </a:lnTo>
                  <a:lnTo>
                    <a:pt x="547538" y="201638"/>
                  </a:lnTo>
                  <a:lnTo>
                    <a:pt x="544260" y="199999"/>
                  </a:lnTo>
                  <a:lnTo>
                    <a:pt x="540981" y="199999"/>
                  </a:lnTo>
                  <a:lnTo>
                    <a:pt x="536063" y="201638"/>
                  </a:lnTo>
                  <a:lnTo>
                    <a:pt x="532784" y="203278"/>
                  </a:lnTo>
                  <a:lnTo>
                    <a:pt x="536063" y="199999"/>
                  </a:lnTo>
                  <a:lnTo>
                    <a:pt x="532784" y="201638"/>
                  </a:lnTo>
                  <a:lnTo>
                    <a:pt x="527866" y="201638"/>
                  </a:lnTo>
                  <a:lnTo>
                    <a:pt x="532784" y="199999"/>
                  </a:lnTo>
                  <a:lnTo>
                    <a:pt x="536063" y="199999"/>
                  </a:lnTo>
                  <a:lnTo>
                    <a:pt x="539342" y="198360"/>
                  </a:lnTo>
                  <a:lnTo>
                    <a:pt x="544260" y="198360"/>
                  </a:lnTo>
                  <a:lnTo>
                    <a:pt x="547538" y="198360"/>
                  </a:lnTo>
                  <a:lnTo>
                    <a:pt x="550817" y="199999"/>
                  </a:lnTo>
                  <a:lnTo>
                    <a:pt x="555735" y="198360"/>
                  </a:lnTo>
                  <a:lnTo>
                    <a:pt x="559014" y="198360"/>
                  </a:lnTo>
                  <a:lnTo>
                    <a:pt x="562292" y="196720"/>
                  </a:lnTo>
                  <a:lnTo>
                    <a:pt x="559014" y="196720"/>
                  </a:lnTo>
                  <a:lnTo>
                    <a:pt x="554096" y="196720"/>
                  </a:lnTo>
                  <a:lnTo>
                    <a:pt x="550817" y="196720"/>
                  </a:lnTo>
                  <a:lnTo>
                    <a:pt x="547538" y="196720"/>
                  </a:lnTo>
                  <a:lnTo>
                    <a:pt x="544260" y="195081"/>
                  </a:lnTo>
                  <a:lnTo>
                    <a:pt x="539342" y="195081"/>
                  </a:lnTo>
                  <a:lnTo>
                    <a:pt x="536063" y="198360"/>
                  </a:lnTo>
                  <a:lnTo>
                    <a:pt x="537702" y="195081"/>
                  </a:lnTo>
                  <a:lnTo>
                    <a:pt x="540981" y="193442"/>
                  </a:lnTo>
                  <a:lnTo>
                    <a:pt x="537702" y="191802"/>
                  </a:lnTo>
                  <a:lnTo>
                    <a:pt x="532784" y="193442"/>
                  </a:lnTo>
                  <a:lnTo>
                    <a:pt x="529506" y="195081"/>
                  </a:lnTo>
                  <a:lnTo>
                    <a:pt x="526227" y="198360"/>
                  </a:lnTo>
                  <a:lnTo>
                    <a:pt x="529506" y="193442"/>
                  </a:lnTo>
                  <a:lnTo>
                    <a:pt x="526227" y="193442"/>
                  </a:lnTo>
                  <a:lnTo>
                    <a:pt x="521309" y="190163"/>
                  </a:lnTo>
                  <a:lnTo>
                    <a:pt x="518030" y="190163"/>
                  </a:lnTo>
                  <a:lnTo>
                    <a:pt x="514752" y="191802"/>
                  </a:lnTo>
                  <a:lnTo>
                    <a:pt x="509834" y="191802"/>
                  </a:lnTo>
                  <a:lnTo>
                    <a:pt x="514752" y="191802"/>
                  </a:lnTo>
                  <a:lnTo>
                    <a:pt x="509834" y="190163"/>
                  </a:lnTo>
                  <a:lnTo>
                    <a:pt x="506555" y="190163"/>
                  </a:lnTo>
                  <a:lnTo>
                    <a:pt x="511473" y="188524"/>
                  </a:lnTo>
                  <a:lnTo>
                    <a:pt x="514752" y="188524"/>
                  </a:lnTo>
                  <a:lnTo>
                    <a:pt x="518030" y="188524"/>
                  </a:lnTo>
                  <a:lnTo>
                    <a:pt x="521309" y="188524"/>
                  </a:lnTo>
                  <a:lnTo>
                    <a:pt x="526227" y="188524"/>
                  </a:lnTo>
                  <a:lnTo>
                    <a:pt x="529506" y="188524"/>
                  </a:lnTo>
                  <a:lnTo>
                    <a:pt x="526227" y="185245"/>
                  </a:lnTo>
                  <a:lnTo>
                    <a:pt x="521309" y="185245"/>
                  </a:lnTo>
                  <a:lnTo>
                    <a:pt x="518030" y="185245"/>
                  </a:lnTo>
                  <a:lnTo>
                    <a:pt x="514752" y="185245"/>
                  </a:lnTo>
                  <a:lnTo>
                    <a:pt x="509834" y="183606"/>
                  </a:lnTo>
                  <a:lnTo>
                    <a:pt x="506555" y="185245"/>
                  </a:lnTo>
                  <a:lnTo>
                    <a:pt x="503276" y="181966"/>
                  </a:lnTo>
                  <a:lnTo>
                    <a:pt x="498358" y="181966"/>
                  </a:lnTo>
                  <a:lnTo>
                    <a:pt x="503276" y="181966"/>
                  </a:lnTo>
                  <a:lnTo>
                    <a:pt x="498358" y="180327"/>
                  </a:lnTo>
                  <a:lnTo>
                    <a:pt x="503276" y="180327"/>
                  </a:lnTo>
                  <a:lnTo>
                    <a:pt x="506555" y="181966"/>
                  </a:lnTo>
                  <a:lnTo>
                    <a:pt x="509834" y="181966"/>
                  </a:lnTo>
                  <a:lnTo>
                    <a:pt x="514752" y="181966"/>
                  </a:lnTo>
                  <a:lnTo>
                    <a:pt x="518030" y="183606"/>
                  </a:lnTo>
                  <a:lnTo>
                    <a:pt x="522948" y="181966"/>
                  </a:lnTo>
                  <a:lnTo>
                    <a:pt x="526227" y="181966"/>
                  </a:lnTo>
                  <a:lnTo>
                    <a:pt x="529506" y="181966"/>
                  </a:lnTo>
                  <a:lnTo>
                    <a:pt x="532784" y="183606"/>
                  </a:lnTo>
                  <a:lnTo>
                    <a:pt x="537702" y="183606"/>
                  </a:lnTo>
                  <a:lnTo>
                    <a:pt x="534424" y="181966"/>
                  </a:lnTo>
                  <a:lnTo>
                    <a:pt x="529506" y="180327"/>
                  </a:lnTo>
                  <a:lnTo>
                    <a:pt x="526227" y="180327"/>
                  </a:lnTo>
                  <a:lnTo>
                    <a:pt x="529506" y="178688"/>
                  </a:lnTo>
                  <a:lnTo>
                    <a:pt x="532784" y="180327"/>
                  </a:lnTo>
                  <a:lnTo>
                    <a:pt x="537702" y="180327"/>
                  </a:lnTo>
                  <a:lnTo>
                    <a:pt x="532784" y="177048"/>
                  </a:lnTo>
                  <a:lnTo>
                    <a:pt x="529506" y="175409"/>
                  </a:lnTo>
                  <a:lnTo>
                    <a:pt x="526227" y="177048"/>
                  </a:lnTo>
                  <a:lnTo>
                    <a:pt x="529506" y="175409"/>
                  </a:lnTo>
                  <a:lnTo>
                    <a:pt x="532784" y="175409"/>
                  </a:lnTo>
                  <a:lnTo>
                    <a:pt x="537702" y="177048"/>
                  </a:lnTo>
                  <a:lnTo>
                    <a:pt x="540981" y="175409"/>
                  </a:lnTo>
                  <a:lnTo>
                    <a:pt x="544260" y="175409"/>
                  </a:lnTo>
                  <a:lnTo>
                    <a:pt x="549178" y="175409"/>
                  </a:lnTo>
                  <a:lnTo>
                    <a:pt x="544260" y="172130"/>
                  </a:lnTo>
                  <a:lnTo>
                    <a:pt x="540981" y="170491"/>
                  </a:lnTo>
                  <a:lnTo>
                    <a:pt x="537702" y="170491"/>
                  </a:lnTo>
                  <a:lnTo>
                    <a:pt x="532784" y="168852"/>
                  </a:lnTo>
                  <a:lnTo>
                    <a:pt x="529506" y="168852"/>
                  </a:lnTo>
                  <a:lnTo>
                    <a:pt x="524588" y="170491"/>
                  </a:lnTo>
                  <a:lnTo>
                    <a:pt x="521309" y="172130"/>
                  </a:lnTo>
                  <a:lnTo>
                    <a:pt x="518030" y="172130"/>
                  </a:lnTo>
                  <a:lnTo>
                    <a:pt x="514752" y="175409"/>
                  </a:lnTo>
                  <a:lnTo>
                    <a:pt x="516391" y="172130"/>
                  </a:lnTo>
                  <a:lnTo>
                    <a:pt x="513112" y="172130"/>
                  </a:lnTo>
                  <a:lnTo>
                    <a:pt x="516391" y="172130"/>
                  </a:lnTo>
                  <a:lnTo>
                    <a:pt x="521309" y="170491"/>
                  </a:lnTo>
                  <a:lnTo>
                    <a:pt x="524588" y="170491"/>
                  </a:lnTo>
                  <a:lnTo>
                    <a:pt x="527866" y="168852"/>
                  </a:lnTo>
                  <a:lnTo>
                    <a:pt x="524588" y="167212"/>
                  </a:lnTo>
                  <a:lnTo>
                    <a:pt x="521309" y="167212"/>
                  </a:lnTo>
                  <a:lnTo>
                    <a:pt x="526227" y="167212"/>
                  </a:lnTo>
                  <a:lnTo>
                    <a:pt x="529506" y="167212"/>
                  </a:lnTo>
                  <a:lnTo>
                    <a:pt x="534424" y="167212"/>
                  </a:lnTo>
                  <a:lnTo>
                    <a:pt x="537702" y="167212"/>
                  </a:lnTo>
                  <a:lnTo>
                    <a:pt x="540981" y="168852"/>
                  </a:lnTo>
                  <a:lnTo>
                    <a:pt x="537702" y="165573"/>
                  </a:lnTo>
                  <a:lnTo>
                    <a:pt x="534424" y="165573"/>
                  </a:lnTo>
                  <a:lnTo>
                    <a:pt x="529506" y="163934"/>
                  </a:lnTo>
                  <a:lnTo>
                    <a:pt x="526227" y="163934"/>
                  </a:lnTo>
                  <a:lnTo>
                    <a:pt x="522948" y="162294"/>
                  </a:lnTo>
                  <a:lnTo>
                    <a:pt x="518030" y="163934"/>
                  </a:lnTo>
                  <a:lnTo>
                    <a:pt x="514752" y="163934"/>
                  </a:lnTo>
                  <a:lnTo>
                    <a:pt x="518030" y="162294"/>
                  </a:lnTo>
                  <a:lnTo>
                    <a:pt x="522948" y="162294"/>
                  </a:lnTo>
                  <a:lnTo>
                    <a:pt x="526227" y="162294"/>
                  </a:lnTo>
                  <a:lnTo>
                    <a:pt x="529506" y="163934"/>
                  </a:lnTo>
                  <a:lnTo>
                    <a:pt x="534424" y="163934"/>
                  </a:lnTo>
                  <a:lnTo>
                    <a:pt x="537702" y="163934"/>
                  </a:lnTo>
                  <a:lnTo>
                    <a:pt x="540981" y="163934"/>
                  </a:lnTo>
                  <a:lnTo>
                    <a:pt x="545899" y="165573"/>
                  </a:lnTo>
                  <a:lnTo>
                    <a:pt x="549178" y="167212"/>
                  </a:lnTo>
                  <a:lnTo>
                    <a:pt x="552456" y="168852"/>
                  </a:lnTo>
                  <a:lnTo>
                    <a:pt x="557375" y="168852"/>
                  </a:lnTo>
                  <a:lnTo>
                    <a:pt x="560653" y="168852"/>
                  </a:lnTo>
                  <a:lnTo>
                    <a:pt x="563932" y="168852"/>
                  </a:lnTo>
                  <a:lnTo>
                    <a:pt x="567210" y="168852"/>
                  </a:lnTo>
                  <a:lnTo>
                    <a:pt x="572128" y="168852"/>
                  </a:lnTo>
                  <a:lnTo>
                    <a:pt x="575407" y="170491"/>
                  </a:lnTo>
                  <a:lnTo>
                    <a:pt x="578686" y="170491"/>
                  </a:lnTo>
                  <a:lnTo>
                    <a:pt x="583604" y="167212"/>
                  </a:lnTo>
                  <a:lnTo>
                    <a:pt x="581965" y="163934"/>
                  </a:lnTo>
                  <a:lnTo>
                    <a:pt x="578686" y="160655"/>
                  </a:lnTo>
                  <a:lnTo>
                    <a:pt x="575407" y="159016"/>
                  </a:lnTo>
                  <a:lnTo>
                    <a:pt x="570489" y="157376"/>
                  </a:lnTo>
                  <a:lnTo>
                    <a:pt x="567210" y="157376"/>
                  </a:lnTo>
                  <a:lnTo>
                    <a:pt x="563932" y="157376"/>
                  </a:lnTo>
                  <a:lnTo>
                    <a:pt x="559014" y="157376"/>
                  </a:lnTo>
                  <a:lnTo>
                    <a:pt x="555735" y="157376"/>
                  </a:lnTo>
                  <a:lnTo>
                    <a:pt x="552456" y="159016"/>
                  </a:lnTo>
                  <a:lnTo>
                    <a:pt x="549178" y="157376"/>
                  </a:lnTo>
                  <a:lnTo>
                    <a:pt x="544260" y="155737"/>
                  </a:lnTo>
                  <a:lnTo>
                    <a:pt x="540981" y="154098"/>
                  </a:lnTo>
                  <a:lnTo>
                    <a:pt x="537702" y="154098"/>
                  </a:lnTo>
                  <a:lnTo>
                    <a:pt x="532784" y="154098"/>
                  </a:lnTo>
                  <a:lnTo>
                    <a:pt x="529506" y="154098"/>
                  </a:lnTo>
                  <a:lnTo>
                    <a:pt x="526227" y="155737"/>
                  </a:lnTo>
                  <a:lnTo>
                    <a:pt x="521309" y="155737"/>
                  </a:lnTo>
                  <a:lnTo>
                    <a:pt x="518030" y="155737"/>
                  </a:lnTo>
                  <a:lnTo>
                    <a:pt x="514752" y="155737"/>
                  </a:lnTo>
                  <a:lnTo>
                    <a:pt x="509834" y="155737"/>
                  </a:lnTo>
                  <a:lnTo>
                    <a:pt x="506555" y="155737"/>
                  </a:lnTo>
                  <a:lnTo>
                    <a:pt x="503276" y="155737"/>
                  </a:lnTo>
                  <a:lnTo>
                    <a:pt x="498358" y="155737"/>
                  </a:lnTo>
                  <a:lnTo>
                    <a:pt x="496719" y="155737"/>
                  </a:lnTo>
                  <a:lnTo>
                    <a:pt x="498358" y="155737"/>
                  </a:lnTo>
                  <a:lnTo>
                    <a:pt x="501637" y="155737"/>
                  </a:lnTo>
                  <a:lnTo>
                    <a:pt x="504916" y="154098"/>
                  </a:lnTo>
                  <a:lnTo>
                    <a:pt x="508194" y="154098"/>
                  </a:lnTo>
                  <a:lnTo>
                    <a:pt x="513112" y="155737"/>
                  </a:lnTo>
                  <a:lnTo>
                    <a:pt x="516391" y="155737"/>
                  </a:lnTo>
                  <a:lnTo>
                    <a:pt x="521309" y="155737"/>
                  </a:lnTo>
                  <a:lnTo>
                    <a:pt x="524588" y="154098"/>
                  </a:lnTo>
                  <a:lnTo>
                    <a:pt x="529506" y="154098"/>
                  </a:lnTo>
                  <a:lnTo>
                    <a:pt x="532784" y="152458"/>
                  </a:lnTo>
                  <a:lnTo>
                    <a:pt x="537702" y="150819"/>
                  </a:lnTo>
                  <a:lnTo>
                    <a:pt x="540981" y="152458"/>
                  </a:lnTo>
                  <a:lnTo>
                    <a:pt x="544260" y="152458"/>
                  </a:lnTo>
                  <a:lnTo>
                    <a:pt x="549178" y="150819"/>
                  </a:lnTo>
                  <a:lnTo>
                    <a:pt x="552456" y="149180"/>
                  </a:lnTo>
                  <a:lnTo>
                    <a:pt x="557375" y="147540"/>
                  </a:lnTo>
                  <a:lnTo>
                    <a:pt x="560653" y="147540"/>
                  </a:lnTo>
                  <a:lnTo>
                    <a:pt x="565571" y="145901"/>
                  </a:lnTo>
                  <a:lnTo>
                    <a:pt x="568850" y="147540"/>
                  </a:lnTo>
                  <a:lnTo>
                    <a:pt x="572128" y="147540"/>
                  </a:lnTo>
                  <a:lnTo>
                    <a:pt x="575407" y="149180"/>
                  </a:lnTo>
                  <a:lnTo>
                    <a:pt x="580325" y="149180"/>
                  </a:lnTo>
                  <a:lnTo>
                    <a:pt x="583604" y="145901"/>
                  </a:lnTo>
                  <a:lnTo>
                    <a:pt x="585243" y="142622"/>
                  </a:lnTo>
                  <a:lnTo>
                    <a:pt x="583604" y="137704"/>
                  </a:lnTo>
                  <a:lnTo>
                    <a:pt x="581965" y="134426"/>
                  </a:lnTo>
                  <a:lnTo>
                    <a:pt x="578686" y="131147"/>
                  </a:lnTo>
                  <a:lnTo>
                    <a:pt x="575407" y="127868"/>
                  </a:lnTo>
                  <a:lnTo>
                    <a:pt x="570489" y="126229"/>
                  </a:lnTo>
                  <a:lnTo>
                    <a:pt x="567210" y="127868"/>
                  </a:lnTo>
                  <a:lnTo>
                    <a:pt x="562292" y="129508"/>
                  </a:lnTo>
                  <a:lnTo>
                    <a:pt x="559014" y="132786"/>
                  </a:lnTo>
                  <a:lnTo>
                    <a:pt x="555735" y="136065"/>
                  </a:lnTo>
                  <a:lnTo>
                    <a:pt x="552456" y="136065"/>
                  </a:lnTo>
                  <a:lnTo>
                    <a:pt x="549178" y="137704"/>
                  </a:lnTo>
                  <a:lnTo>
                    <a:pt x="544260" y="140983"/>
                  </a:lnTo>
                  <a:lnTo>
                    <a:pt x="540981" y="139344"/>
                  </a:lnTo>
                  <a:lnTo>
                    <a:pt x="537702" y="139344"/>
                  </a:lnTo>
                  <a:lnTo>
                    <a:pt x="532784" y="140983"/>
                  </a:lnTo>
                  <a:lnTo>
                    <a:pt x="529506" y="142622"/>
                  </a:lnTo>
                  <a:lnTo>
                    <a:pt x="526227" y="144262"/>
                  </a:lnTo>
                  <a:lnTo>
                    <a:pt x="521309" y="145901"/>
                  </a:lnTo>
                  <a:lnTo>
                    <a:pt x="518030" y="145901"/>
                  </a:lnTo>
                  <a:lnTo>
                    <a:pt x="514752" y="145901"/>
                  </a:lnTo>
                  <a:lnTo>
                    <a:pt x="509834" y="145901"/>
                  </a:lnTo>
                  <a:lnTo>
                    <a:pt x="506555" y="149180"/>
                  </a:lnTo>
                  <a:lnTo>
                    <a:pt x="501637" y="150819"/>
                  </a:lnTo>
                  <a:lnTo>
                    <a:pt x="499998" y="152458"/>
                  </a:lnTo>
                  <a:lnTo>
                    <a:pt x="499998" y="150819"/>
                  </a:lnTo>
                  <a:lnTo>
                    <a:pt x="499998" y="150819"/>
                  </a:lnTo>
                  <a:lnTo>
                    <a:pt x="501637" y="150819"/>
                  </a:lnTo>
                  <a:lnTo>
                    <a:pt x="504916" y="149180"/>
                  </a:lnTo>
                  <a:lnTo>
                    <a:pt x="508194" y="145901"/>
                  </a:lnTo>
                  <a:lnTo>
                    <a:pt x="513112" y="144262"/>
                  </a:lnTo>
                  <a:lnTo>
                    <a:pt x="516391" y="144262"/>
                  </a:lnTo>
                  <a:lnTo>
                    <a:pt x="521309" y="144262"/>
                  </a:lnTo>
                  <a:lnTo>
                    <a:pt x="524588" y="144262"/>
                  </a:lnTo>
                  <a:lnTo>
                    <a:pt x="527866" y="140983"/>
                  </a:lnTo>
                  <a:lnTo>
                    <a:pt x="531145" y="139344"/>
                  </a:lnTo>
                  <a:lnTo>
                    <a:pt x="536063" y="139344"/>
                  </a:lnTo>
                  <a:lnTo>
                    <a:pt x="537702" y="137704"/>
                  </a:lnTo>
                  <a:lnTo>
                    <a:pt x="540981" y="137704"/>
                  </a:lnTo>
                  <a:lnTo>
                    <a:pt x="545899" y="136065"/>
                  </a:lnTo>
                  <a:lnTo>
                    <a:pt x="549178" y="132786"/>
                  </a:lnTo>
                  <a:lnTo>
                    <a:pt x="545899" y="131147"/>
                  </a:lnTo>
                  <a:lnTo>
                    <a:pt x="540981" y="131147"/>
                  </a:lnTo>
                  <a:lnTo>
                    <a:pt x="537702" y="131147"/>
                  </a:lnTo>
                  <a:lnTo>
                    <a:pt x="534424" y="131147"/>
                  </a:lnTo>
                  <a:lnTo>
                    <a:pt x="529506" y="132786"/>
                  </a:lnTo>
                  <a:lnTo>
                    <a:pt x="526227" y="132786"/>
                  </a:lnTo>
                  <a:lnTo>
                    <a:pt x="521309" y="132786"/>
                  </a:lnTo>
                  <a:lnTo>
                    <a:pt x="518030" y="134426"/>
                  </a:lnTo>
                  <a:lnTo>
                    <a:pt x="516391" y="137704"/>
                  </a:lnTo>
                  <a:lnTo>
                    <a:pt x="513112" y="139344"/>
                  </a:lnTo>
                  <a:lnTo>
                    <a:pt x="508194" y="139344"/>
                  </a:lnTo>
                  <a:lnTo>
                    <a:pt x="508194" y="139344"/>
                  </a:lnTo>
                  <a:lnTo>
                    <a:pt x="504916" y="140983"/>
                  </a:lnTo>
                  <a:lnTo>
                    <a:pt x="501637" y="142622"/>
                  </a:lnTo>
                  <a:lnTo>
                    <a:pt x="496719" y="144262"/>
                  </a:lnTo>
                  <a:lnTo>
                    <a:pt x="493440" y="144262"/>
                  </a:lnTo>
                  <a:lnTo>
                    <a:pt x="496719" y="142622"/>
                  </a:lnTo>
                  <a:lnTo>
                    <a:pt x="501637" y="140983"/>
                  </a:lnTo>
                  <a:lnTo>
                    <a:pt x="504916" y="139344"/>
                  </a:lnTo>
                  <a:lnTo>
                    <a:pt x="508194" y="139344"/>
                  </a:lnTo>
                  <a:lnTo>
                    <a:pt x="509834" y="139344"/>
                  </a:lnTo>
                  <a:lnTo>
                    <a:pt x="513112" y="139344"/>
                  </a:lnTo>
                  <a:lnTo>
                    <a:pt x="514752" y="137704"/>
                  </a:lnTo>
                  <a:lnTo>
                    <a:pt x="511473" y="136065"/>
                  </a:lnTo>
                  <a:lnTo>
                    <a:pt x="506555" y="137704"/>
                  </a:lnTo>
                  <a:lnTo>
                    <a:pt x="511473" y="136065"/>
                  </a:lnTo>
                  <a:lnTo>
                    <a:pt x="511473" y="136065"/>
                  </a:lnTo>
                  <a:lnTo>
                    <a:pt x="514752" y="134426"/>
                  </a:lnTo>
                  <a:lnTo>
                    <a:pt x="519670" y="132786"/>
                  </a:lnTo>
                  <a:lnTo>
                    <a:pt x="522948" y="131147"/>
                  </a:lnTo>
                  <a:lnTo>
                    <a:pt x="526227" y="131147"/>
                  </a:lnTo>
                  <a:lnTo>
                    <a:pt x="531145" y="129508"/>
                  </a:lnTo>
                  <a:lnTo>
                    <a:pt x="534424" y="129508"/>
                  </a:lnTo>
                  <a:lnTo>
                    <a:pt x="537702" y="127868"/>
                  </a:lnTo>
                  <a:lnTo>
                    <a:pt x="542620" y="127868"/>
                  </a:lnTo>
                  <a:lnTo>
                    <a:pt x="545899" y="127868"/>
                  </a:lnTo>
                  <a:lnTo>
                    <a:pt x="550817" y="126229"/>
                  </a:lnTo>
                  <a:lnTo>
                    <a:pt x="554096" y="126229"/>
                  </a:lnTo>
                  <a:lnTo>
                    <a:pt x="557375" y="122950"/>
                  </a:lnTo>
                  <a:lnTo>
                    <a:pt x="562292" y="121311"/>
                  </a:lnTo>
                  <a:lnTo>
                    <a:pt x="565571" y="122950"/>
                  </a:lnTo>
                  <a:lnTo>
                    <a:pt x="568850" y="119672"/>
                  </a:lnTo>
                  <a:lnTo>
                    <a:pt x="568850" y="116393"/>
                  </a:lnTo>
                  <a:lnTo>
                    <a:pt x="565571" y="114754"/>
                  </a:lnTo>
                  <a:lnTo>
                    <a:pt x="560653" y="114754"/>
                  </a:lnTo>
                  <a:lnTo>
                    <a:pt x="557375" y="113114"/>
                  </a:lnTo>
                  <a:lnTo>
                    <a:pt x="554096" y="111475"/>
                  </a:lnTo>
                  <a:lnTo>
                    <a:pt x="549178" y="109836"/>
                  </a:lnTo>
                  <a:lnTo>
                    <a:pt x="545899" y="109836"/>
                  </a:lnTo>
                  <a:lnTo>
                    <a:pt x="540981" y="109836"/>
                  </a:lnTo>
                  <a:lnTo>
                    <a:pt x="537702" y="113114"/>
                  </a:lnTo>
                  <a:lnTo>
                    <a:pt x="534424" y="113114"/>
                  </a:lnTo>
                  <a:lnTo>
                    <a:pt x="529506" y="114754"/>
                  </a:lnTo>
                  <a:lnTo>
                    <a:pt x="526227" y="114754"/>
                  </a:lnTo>
                  <a:lnTo>
                    <a:pt x="522948" y="114754"/>
                  </a:lnTo>
                  <a:lnTo>
                    <a:pt x="518030" y="116393"/>
                  </a:lnTo>
                  <a:lnTo>
                    <a:pt x="514752" y="116393"/>
                  </a:lnTo>
                  <a:lnTo>
                    <a:pt x="514752" y="119672"/>
                  </a:lnTo>
                  <a:lnTo>
                    <a:pt x="511473" y="121311"/>
                  </a:lnTo>
                  <a:lnTo>
                    <a:pt x="513112" y="116393"/>
                  </a:lnTo>
                  <a:lnTo>
                    <a:pt x="516391" y="114754"/>
                  </a:lnTo>
                  <a:lnTo>
                    <a:pt x="521309" y="114754"/>
                  </a:lnTo>
                  <a:lnTo>
                    <a:pt x="524588" y="113114"/>
                  </a:lnTo>
                  <a:lnTo>
                    <a:pt x="527866" y="111475"/>
                  </a:lnTo>
                  <a:lnTo>
                    <a:pt x="529506" y="111475"/>
                  </a:lnTo>
                  <a:lnTo>
                    <a:pt x="532784" y="109836"/>
                  </a:lnTo>
                  <a:lnTo>
                    <a:pt x="536063" y="108196"/>
                  </a:lnTo>
                  <a:lnTo>
                    <a:pt x="532784" y="106557"/>
                  </a:lnTo>
                  <a:lnTo>
                    <a:pt x="532784" y="106557"/>
                  </a:lnTo>
                  <a:lnTo>
                    <a:pt x="529506" y="108196"/>
                  </a:lnTo>
                  <a:lnTo>
                    <a:pt x="524588" y="108196"/>
                  </a:lnTo>
                  <a:lnTo>
                    <a:pt x="521309" y="109836"/>
                  </a:lnTo>
                  <a:lnTo>
                    <a:pt x="518030" y="109836"/>
                  </a:lnTo>
                  <a:lnTo>
                    <a:pt x="514752" y="111475"/>
                  </a:lnTo>
                  <a:lnTo>
                    <a:pt x="509834" y="113114"/>
                  </a:lnTo>
                  <a:lnTo>
                    <a:pt x="506555" y="114754"/>
                  </a:lnTo>
                  <a:lnTo>
                    <a:pt x="501637" y="114754"/>
                  </a:lnTo>
                  <a:lnTo>
                    <a:pt x="498358" y="116393"/>
                  </a:lnTo>
                  <a:lnTo>
                    <a:pt x="493440" y="119672"/>
                  </a:lnTo>
                  <a:lnTo>
                    <a:pt x="490162" y="122950"/>
                  </a:lnTo>
                  <a:lnTo>
                    <a:pt x="486883" y="124590"/>
                  </a:lnTo>
                  <a:lnTo>
                    <a:pt x="481965" y="129508"/>
                  </a:lnTo>
                  <a:lnTo>
                    <a:pt x="478686" y="131147"/>
                  </a:lnTo>
                  <a:lnTo>
                    <a:pt x="475408" y="134426"/>
                  </a:lnTo>
                  <a:lnTo>
                    <a:pt x="473768" y="134426"/>
                  </a:lnTo>
                  <a:lnTo>
                    <a:pt x="468850" y="136065"/>
                  </a:lnTo>
                  <a:lnTo>
                    <a:pt x="473768" y="134426"/>
                  </a:lnTo>
                  <a:lnTo>
                    <a:pt x="477047" y="131147"/>
                  </a:lnTo>
                  <a:lnTo>
                    <a:pt x="480325" y="129508"/>
                  </a:lnTo>
                  <a:lnTo>
                    <a:pt x="483604" y="126229"/>
                  </a:lnTo>
                  <a:lnTo>
                    <a:pt x="486883" y="122950"/>
                  </a:lnTo>
                  <a:lnTo>
                    <a:pt x="491801" y="119672"/>
                  </a:lnTo>
                  <a:lnTo>
                    <a:pt x="486883" y="118032"/>
                  </a:lnTo>
                  <a:lnTo>
                    <a:pt x="483604" y="116393"/>
                  </a:lnTo>
                  <a:lnTo>
                    <a:pt x="480325" y="119672"/>
                  </a:lnTo>
                  <a:lnTo>
                    <a:pt x="475408" y="122950"/>
                  </a:lnTo>
                  <a:lnTo>
                    <a:pt x="472129" y="126229"/>
                  </a:lnTo>
                  <a:lnTo>
                    <a:pt x="468850" y="127868"/>
                  </a:lnTo>
                  <a:lnTo>
                    <a:pt x="467211" y="127868"/>
                  </a:lnTo>
                  <a:lnTo>
                    <a:pt x="470490" y="126229"/>
                  </a:lnTo>
                  <a:lnTo>
                    <a:pt x="467211" y="122950"/>
                  </a:lnTo>
                  <a:lnTo>
                    <a:pt x="470490" y="122950"/>
                  </a:lnTo>
                  <a:lnTo>
                    <a:pt x="473768" y="121311"/>
                  </a:lnTo>
                  <a:lnTo>
                    <a:pt x="478686" y="119672"/>
                  </a:lnTo>
                  <a:lnTo>
                    <a:pt x="481965" y="116393"/>
                  </a:lnTo>
                  <a:lnTo>
                    <a:pt x="485244" y="116393"/>
                  </a:lnTo>
                  <a:lnTo>
                    <a:pt x="490162" y="116393"/>
                  </a:lnTo>
                  <a:lnTo>
                    <a:pt x="493440" y="116393"/>
                  </a:lnTo>
                  <a:lnTo>
                    <a:pt x="496719" y="114754"/>
                  </a:lnTo>
                  <a:lnTo>
                    <a:pt x="501637" y="113114"/>
                  </a:lnTo>
                  <a:lnTo>
                    <a:pt x="504916" y="111475"/>
                  </a:lnTo>
                  <a:lnTo>
                    <a:pt x="509834" y="111475"/>
                  </a:lnTo>
                  <a:lnTo>
                    <a:pt x="513112" y="108196"/>
                  </a:lnTo>
                  <a:lnTo>
                    <a:pt x="516391" y="106557"/>
                  </a:lnTo>
                  <a:lnTo>
                    <a:pt x="521309" y="104918"/>
                  </a:lnTo>
                  <a:lnTo>
                    <a:pt x="521309" y="100000"/>
                  </a:lnTo>
                  <a:lnTo>
                    <a:pt x="518030" y="96721"/>
                  </a:lnTo>
                  <a:lnTo>
                    <a:pt x="513112" y="98360"/>
                  </a:lnTo>
                  <a:lnTo>
                    <a:pt x="509834" y="100000"/>
                  </a:lnTo>
                  <a:lnTo>
                    <a:pt x="504916" y="101639"/>
                  </a:lnTo>
                  <a:lnTo>
                    <a:pt x="501637" y="103278"/>
                  </a:lnTo>
                  <a:lnTo>
                    <a:pt x="498358" y="106557"/>
                  </a:lnTo>
                  <a:lnTo>
                    <a:pt x="493440" y="106557"/>
                  </a:lnTo>
                  <a:lnTo>
                    <a:pt x="488522" y="106557"/>
                  </a:lnTo>
                  <a:lnTo>
                    <a:pt x="485244" y="108196"/>
                  </a:lnTo>
                  <a:lnTo>
                    <a:pt x="481965" y="108196"/>
                  </a:lnTo>
                  <a:lnTo>
                    <a:pt x="478686" y="109836"/>
                  </a:lnTo>
                  <a:lnTo>
                    <a:pt x="473768" y="109836"/>
                  </a:lnTo>
                  <a:lnTo>
                    <a:pt x="468850" y="109836"/>
                  </a:lnTo>
                  <a:lnTo>
                    <a:pt x="465572" y="113114"/>
                  </a:lnTo>
                  <a:lnTo>
                    <a:pt x="462293" y="114754"/>
                  </a:lnTo>
                  <a:lnTo>
                    <a:pt x="457375" y="114754"/>
                  </a:lnTo>
                  <a:lnTo>
                    <a:pt x="454096" y="114754"/>
                  </a:lnTo>
                  <a:lnTo>
                    <a:pt x="459014" y="114754"/>
                  </a:lnTo>
                  <a:lnTo>
                    <a:pt x="462293" y="113114"/>
                  </a:lnTo>
                  <a:lnTo>
                    <a:pt x="465572" y="111475"/>
                  </a:lnTo>
                  <a:lnTo>
                    <a:pt x="470490" y="108196"/>
                  </a:lnTo>
                  <a:lnTo>
                    <a:pt x="465572" y="108196"/>
                  </a:lnTo>
                  <a:lnTo>
                    <a:pt x="462293" y="108196"/>
                  </a:lnTo>
                  <a:lnTo>
                    <a:pt x="459014" y="108196"/>
                  </a:lnTo>
                  <a:lnTo>
                    <a:pt x="462293" y="108196"/>
                  </a:lnTo>
                  <a:lnTo>
                    <a:pt x="465572" y="106557"/>
                  </a:lnTo>
                  <a:lnTo>
                    <a:pt x="468850" y="106557"/>
                  </a:lnTo>
                  <a:lnTo>
                    <a:pt x="473768" y="103278"/>
                  </a:lnTo>
                  <a:lnTo>
                    <a:pt x="477047" y="101639"/>
                  </a:lnTo>
                  <a:lnTo>
                    <a:pt x="481965" y="100000"/>
                  </a:lnTo>
                  <a:lnTo>
                    <a:pt x="485244" y="98360"/>
                  </a:lnTo>
                  <a:lnTo>
                    <a:pt x="488522" y="98360"/>
                  </a:lnTo>
                  <a:lnTo>
                    <a:pt x="493440" y="98360"/>
                  </a:lnTo>
                  <a:lnTo>
                    <a:pt x="496719" y="100000"/>
                  </a:lnTo>
                  <a:lnTo>
                    <a:pt x="499998" y="98360"/>
                  </a:lnTo>
                  <a:lnTo>
                    <a:pt x="504916" y="96721"/>
                  </a:lnTo>
                  <a:lnTo>
                    <a:pt x="508194" y="93442"/>
                  </a:lnTo>
                  <a:lnTo>
                    <a:pt x="511473" y="93442"/>
                  </a:lnTo>
                  <a:lnTo>
                    <a:pt x="511473" y="88524"/>
                  </a:lnTo>
                  <a:lnTo>
                    <a:pt x="509834" y="85245"/>
                  </a:lnTo>
                  <a:lnTo>
                    <a:pt x="506555" y="83606"/>
                  </a:lnTo>
                  <a:lnTo>
                    <a:pt x="501637" y="81967"/>
                  </a:lnTo>
                  <a:lnTo>
                    <a:pt x="498358" y="80328"/>
                  </a:lnTo>
                  <a:lnTo>
                    <a:pt x="495080" y="80328"/>
                  </a:lnTo>
                  <a:lnTo>
                    <a:pt x="490162" y="80328"/>
                  </a:lnTo>
                  <a:lnTo>
                    <a:pt x="486883" y="78688"/>
                  </a:lnTo>
                  <a:lnTo>
                    <a:pt x="483604" y="78688"/>
                  </a:lnTo>
                  <a:lnTo>
                    <a:pt x="480325" y="81967"/>
                  </a:lnTo>
                  <a:lnTo>
                    <a:pt x="475408" y="83606"/>
                  </a:lnTo>
                  <a:lnTo>
                    <a:pt x="472129" y="86885"/>
                  </a:lnTo>
                  <a:lnTo>
                    <a:pt x="467211" y="86885"/>
                  </a:lnTo>
                  <a:lnTo>
                    <a:pt x="463932" y="90164"/>
                  </a:lnTo>
                  <a:lnTo>
                    <a:pt x="460653" y="93442"/>
                  </a:lnTo>
                  <a:lnTo>
                    <a:pt x="455735" y="93442"/>
                  </a:lnTo>
                  <a:lnTo>
                    <a:pt x="452457" y="96721"/>
                  </a:lnTo>
                  <a:lnTo>
                    <a:pt x="449178" y="98360"/>
                  </a:lnTo>
                  <a:lnTo>
                    <a:pt x="444260" y="100000"/>
                  </a:lnTo>
                  <a:lnTo>
                    <a:pt x="449178" y="98360"/>
                  </a:lnTo>
                  <a:lnTo>
                    <a:pt x="452457" y="96721"/>
                  </a:lnTo>
                  <a:lnTo>
                    <a:pt x="457375" y="93442"/>
                  </a:lnTo>
                  <a:lnTo>
                    <a:pt x="460653" y="91803"/>
                  </a:lnTo>
                  <a:lnTo>
                    <a:pt x="457375" y="90164"/>
                  </a:lnTo>
                  <a:lnTo>
                    <a:pt x="452457" y="90164"/>
                  </a:lnTo>
                  <a:lnTo>
                    <a:pt x="447539" y="91803"/>
                  </a:lnTo>
                  <a:lnTo>
                    <a:pt x="444260" y="93442"/>
                  </a:lnTo>
                  <a:lnTo>
                    <a:pt x="440981" y="95081"/>
                  </a:lnTo>
                  <a:lnTo>
                    <a:pt x="437703" y="98360"/>
                  </a:lnTo>
                  <a:lnTo>
                    <a:pt x="432785" y="100000"/>
                  </a:lnTo>
                  <a:lnTo>
                    <a:pt x="437703" y="98360"/>
                  </a:lnTo>
                  <a:lnTo>
                    <a:pt x="440981" y="95081"/>
                  </a:lnTo>
                  <a:lnTo>
                    <a:pt x="444260" y="91803"/>
                  </a:lnTo>
                  <a:lnTo>
                    <a:pt x="449178" y="90164"/>
                  </a:lnTo>
                  <a:lnTo>
                    <a:pt x="452457" y="88524"/>
                  </a:lnTo>
                  <a:lnTo>
                    <a:pt x="447539" y="88524"/>
                  </a:lnTo>
                  <a:lnTo>
                    <a:pt x="450818" y="85245"/>
                  </a:lnTo>
                  <a:lnTo>
                    <a:pt x="454096" y="81967"/>
                  </a:lnTo>
                  <a:lnTo>
                    <a:pt x="450818" y="80328"/>
                  </a:lnTo>
                  <a:lnTo>
                    <a:pt x="445900" y="81967"/>
                  </a:lnTo>
                  <a:lnTo>
                    <a:pt x="442621" y="85245"/>
                  </a:lnTo>
                  <a:lnTo>
                    <a:pt x="439342" y="86885"/>
                  </a:lnTo>
                  <a:lnTo>
                    <a:pt x="434424" y="90164"/>
                  </a:lnTo>
                  <a:lnTo>
                    <a:pt x="431145" y="93442"/>
                  </a:lnTo>
                  <a:lnTo>
                    <a:pt x="426228" y="95081"/>
                  </a:lnTo>
                  <a:lnTo>
                    <a:pt x="431145" y="91803"/>
                  </a:lnTo>
                  <a:lnTo>
                    <a:pt x="434424" y="90164"/>
                  </a:lnTo>
                  <a:lnTo>
                    <a:pt x="437703" y="86885"/>
                  </a:lnTo>
                  <a:lnTo>
                    <a:pt x="434424" y="86885"/>
                  </a:lnTo>
                  <a:lnTo>
                    <a:pt x="431145" y="86885"/>
                  </a:lnTo>
                  <a:lnTo>
                    <a:pt x="434424" y="85245"/>
                  </a:lnTo>
                  <a:lnTo>
                    <a:pt x="437703" y="85245"/>
                  </a:lnTo>
                  <a:lnTo>
                    <a:pt x="442621" y="83606"/>
                  </a:lnTo>
                  <a:lnTo>
                    <a:pt x="445900" y="80328"/>
                  </a:lnTo>
                  <a:lnTo>
                    <a:pt x="449178" y="80328"/>
                  </a:lnTo>
                  <a:lnTo>
                    <a:pt x="454096" y="77049"/>
                  </a:lnTo>
                  <a:lnTo>
                    <a:pt x="457375" y="75409"/>
                  </a:lnTo>
                  <a:lnTo>
                    <a:pt x="452457" y="73770"/>
                  </a:lnTo>
                  <a:lnTo>
                    <a:pt x="449178" y="73770"/>
                  </a:lnTo>
                  <a:lnTo>
                    <a:pt x="445900" y="77049"/>
                  </a:lnTo>
                  <a:lnTo>
                    <a:pt x="440981" y="78688"/>
                  </a:lnTo>
                  <a:lnTo>
                    <a:pt x="437703" y="81967"/>
                  </a:lnTo>
                  <a:lnTo>
                    <a:pt x="439342" y="78688"/>
                  </a:lnTo>
                  <a:lnTo>
                    <a:pt x="442621" y="77049"/>
                  </a:lnTo>
                  <a:lnTo>
                    <a:pt x="439342" y="75409"/>
                  </a:lnTo>
                  <a:lnTo>
                    <a:pt x="434424" y="77049"/>
                  </a:lnTo>
                  <a:lnTo>
                    <a:pt x="431145" y="78688"/>
                  </a:lnTo>
                  <a:lnTo>
                    <a:pt x="427867" y="80328"/>
                  </a:lnTo>
                  <a:lnTo>
                    <a:pt x="422949" y="81967"/>
                  </a:lnTo>
                  <a:lnTo>
                    <a:pt x="421310" y="85245"/>
                  </a:lnTo>
                  <a:lnTo>
                    <a:pt x="418031" y="88524"/>
                  </a:lnTo>
                  <a:lnTo>
                    <a:pt x="414752" y="90164"/>
                  </a:lnTo>
                  <a:lnTo>
                    <a:pt x="409834" y="93442"/>
                  </a:lnTo>
                  <a:lnTo>
                    <a:pt x="406555" y="93442"/>
                  </a:lnTo>
                  <a:lnTo>
                    <a:pt x="409834" y="91803"/>
                  </a:lnTo>
                  <a:lnTo>
                    <a:pt x="413113" y="90164"/>
                  </a:lnTo>
                  <a:lnTo>
                    <a:pt x="416391" y="88524"/>
                  </a:lnTo>
                  <a:lnTo>
                    <a:pt x="416391" y="85245"/>
                  </a:lnTo>
                  <a:lnTo>
                    <a:pt x="414752" y="83606"/>
                  </a:lnTo>
                  <a:lnTo>
                    <a:pt x="411473" y="83606"/>
                  </a:lnTo>
                  <a:lnTo>
                    <a:pt x="414752" y="81967"/>
                  </a:lnTo>
                  <a:lnTo>
                    <a:pt x="418031" y="81967"/>
                  </a:lnTo>
                  <a:lnTo>
                    <a:pt x="422949" y="80328"/>
                  </a:lnTo>
                  <a:lnTo>
                    <a:pt x="426228" y="78688"/>
                  </a:lnTo>
                  <a:lnTo>
                    <a:pt x="422949" y="78688"/>
                  </a:lnTo>
                  <a:lnTo>
                    <a:pt x="419670" y="80328"/>
                  </a:lnTo>
                  <a:lnTo>
                    <a:pt x="414752" y="80328"/>
                  </a:lnTo>
                  <a:lnTo>
                    <a:pt x="411473" y="80328"/>
                  </a:lnTo>
                  <a:lnTo>
                    <a:pt x="408195" y="81967"/>
                  </a:lnTo>
                  <a:lnTo>
                    <a:pt x="404916" y="83606"/>
                  </a:lnTo>
                  <a:lnTo>
                    <a:pt x="408195" y="81967"/>
                  </a:lnTo>
                  <a:lnTo>
                    <a:pt x="411473" y="80328"/>
                  </a:lnTo>
                  <a:lnTo>
                    <a:pt x="416391" y="78688"/>
                  </a:lnTo>
                  <a:lnTo>
                    <a:pt x="419670" y="78688"/>
                  </a:lnTo>
                  <a:lnTo>
                    <a:pt x="416391" y="77049"/>
                  </a:lnTo>
                  <a:lnTo>
                    <a:pt x="411473" y="77049"/>
                  </a:lnTo>
                  <a:lnTo>
                    <a:pt x="408195" y="77049"/>
                  </a:lnTo>
                  <a:lnTo>
                    <a:pt x="413113" y="77049"/>
                  </a:lnTo>
                  <a:lnTo>
                    <a:pt x="416391" y="75409"/>
                  </a:lnTo>
                  <a:lnTo>
                    <a:pt x="419670" y="75409"/>
                  </a:lnTo>
                  <a:lnTo>
                    <a:pt x="424588" y="75409"/>
                  </a:lnTo>
                  <a:lnTo>
                    <a:pt x="427867" y="75409"/>
                  </a:lnTo>
                  <a:lnTo>
                    <a:pt x="432785" y="73770"/>
                  </a:lnTo>
                  <a:lnTo>
                    <a:pt x="436063" y="72131"/>
                  </a:lnTo>
                  <a:lnTo>
                    <a:pt x="440981" y="72131"/>
                  </a:lnTo>
                  <a:lnTo>
                    <a:pt x="444260" y="72131"/>
                  </a:lnTo>
                  <a:lnTo>
                    <a:pt x="447539" y="68852"/>
                  </a:lnTo>
                  <a:lnTo>
                    <a:pt x="452457" y="65573"/>
                  </a:lnTo>
                  <a:lnTo>
                    <a:pt x="449178" y="62295"/>
                  </a:lnTo>
                  <a:lnTo>
                    <a:pt x="444260" y="62295"/>
                  </a:lnTo>
                  <a:lnTo>
                    <a:pt x="440981" y="62295"/>
                  </a:lnTo>
                  <a:lnTo>
                    <a:pt x="437703" y="62295"/>
                  </a:lnTo>
                  <a:lnTo>
                    <a:pt x="432785" y="60655"/>
                  </a:lnTo>
                  <a:lnTo>
                    <a:pt x="432785" y="60655"/>
                  </a:lnTo>
                  <a:lnTo>
                    <a:pt x="431145" y="62295"/>
                  </a:lnTo>
                  <a:lnTo>
                    <a:pt x="426228" y="63934"/>
                  </a:lnTo>
                  <a:lnTo>
                    <a:pt x="422949" y="65573"/>
                  </a:lnTo>
                  <a:lnTo>
                    <a:pt x="419670" y="65573"/>
                  </a:lnTo>
                  <a:lnTo>
                    <a:pt x="414752" y="65573"/>
                  </a:lnTo>
                  <a:lnTo>
                    <a:pt x="411473" y="68852"/>
                  </a:lnTo>
                  <a:lnTo>
                    <a:pt x="408195" y="70491"/>
                  </a:lnTo>
                  <a:lnTo>
                    <a:pt x="403277" y="72131"/>
                  </a:lnTo>
                  <a:lnTo>
                    <a:pt x="399998" y="75409"/>
                  </a:lnTo>
                  <a:lnTo>
                    <a:pt x="396719" y="75409"/>
                  </a:lnTo>
                  <a:lnTo>
                    <a:pt x="391801" y="75409"/>
                  </a:lnTo>
                  <a:lnTo>
                    <a:pt x="396719" y="75409"/>
                  </a:lnTo>
                  <a:lnTo>
                    <a:pt x="399998" y="73770"/>
                  </a:lnTo>
                  <a:lnTo>
                    <a:pt x="404916" y="72131"/>
                  </a:lnTo>
                  <a:lnTo>
                    <a:pt x="408195" y="68852"/>
                  </a:lnTo>
                  <a:lnTo>
                    <a:pt x="411473" y="65573"/>
                  </a:lnTo>
                  <a:lnTo>
                    <a:pt x="414752" y="65573"/>
                  </a:lnTo>
                  <a:lnTo>
                    <a:pt x="419670" y="65573"/>
                  </a:lnTo>
                  <a:lnTo>
                    <a:pt x="422949" y="62295"/>
                  </a:lnTo>
                  <a:lnTo>
                    <a:pt x="419670" y="62295"/>
                  </a:lnTo>
                  <a:lnTo>
                    <a:pt x="416391" y="60655"/>
                  </a:lnTo>
                  <a:lnTo>
                    <a:pt x="411473" y="62295"/>
                  </a:lnTo>
                  <a:lnTo>
                    <a:pt x="408195" y="62295"/>
                  </a:lnTo>
                  <a:lnTo>
                    <a:pt x="403277" y="63934"/>
                  </a:lnTo>
                  <a:lnTo>
                    <a:pt x="399998" y="65573"/>
                  </a:lnTo>
                  <a:lnTo>
                    <a:pt x="396719" y="67213"/>
                  </a:lnTo>
                  <a:lnTo>
                    <a:pt x="391801" y="68852"/>
                  </a:lnTo>
                  <a:lnTo>
                    <a:pt x="388523" y="68852"/>
                  </a:lnTo>
                  <a:lnTo>
                    <a:pt x="391801" y="67213"/>
                  </a:lnTo>
                  <a:lnTo>
                    <a:pt x="396719" y="67213"/>
                  </a:lnTo>
                  <a:lnTo>
                    <a:pt x="399998" y="63934"/>
                  </a:lnTo>
                  <a:lnTo>
                    <a:pt x="403277" y="62295"/>
                  </a:lnTo>
                  <a:lnTo>
                    <a:pt x="408195" y="62295"/>
                  </a:lnTo>
                  <a:lnTo>
                    <a:pt x="411473" y="60655"/>
                  </a:lnTo>
                  <a:lnTo>
                    <a:pt x="416391" y="60655"/>
                  </a:lnTo>
                  <a:lnTo>
                    <a:pt x="419670" y="60655"/>
                  </a:lnTo>
                  <a:lnTo>
                    <a:pt x="424588" y="60655"/>
                  </a:lnTo>
                  <a:lnTo>
                    <a:pt x="427867" y="60655"/>
                  </a:lnTo>
                  <a:lnTo>
                    <a:pt x="431145" y="59016"/>
                  </a:lnTo>
                  <a:lnTo>
                    <a:pt x="436063" y="57377"/>
                  </a:lnTo>
                  <a:lnTo>
                    <a:pt x="437703" y="54098"/>
                  </a:lnTo>
                  <a:lnTo>
                    <a:pt x="437703" y="49180"/>
                  </a:lnTo>
                  <a:lnTo>
                    <a:pt x="434424" y="47541"/>
                  </a:lnTo>
                  <a:lnTo>
                    <a:pt x="429506" y="45901"/>
                  </a:lnTo>
                  <a:lnTo>
                    <a:pt x="426228" y="44262"/>
                  </a:lnTo>
                  <a:lnTo>
                    <a:pt x="421310" y="44262"/>
                  </a:lnTo>
                  <a:lnTo>
                    <a:pt x="418031" y="45901"/>
                  </a:lnTo>
                  <a:lnTo>
                    <a:pt x="414752" y="49180"/>
                  </a:lnTo>
                  <a:lnTo>
                    <a:pt x="414752" y="44262"/>
                  </a:lnTo>
                  <a:lnTo>
                    <a:pt x="411473" y="44262"/>
                  </a:lnTo>
                  <a:lnTo>
                    <a:pt x="408195" y="44262"/>
                  </a:lnTo>
                  <a:lnTo>
                    <a:pt x="403277" y="42623"/>
                  </a:lnTo>
                  <a:lnTo>
                    <a:pt x="399998" y="39344"/>
                  </a:lnTo>
                  <a:lnTo>
                    <a:pt x="395080" y="39344"/>
                  </a:lnTo>
                  <a:lnTo>
                    <a:pt x="391801" y="39344"/>
                  </a:lnTo>
                  <a:lnTo>
                    <a:pt x="388523" y="39344"/>
                  </a:lnTo>
                  <a:lnTo>
                    <a:pt x="383605" y="39344"/>
                  </a:lnTo>
                  <a:lnTo>
                    <a:pt x="380326" y="39344"/>
                  </a:lnTo>
                  <a:lnTo>
                    <a:pt x="377047" y="40983"/>
                  </a:lnTo>
                  <a:lnTo>
                    <a:pt x="372129" y="40983"/>
                  </a:lnTo>
                  <a:lnTo>
                    <a:pt x="367211" y="40983"/>
                  </a:lnTo>
                  <a:lnTo>
                    <a:pt x="363933" y="42623"/>
                  </a:lnTo>
                  <a:lnTo>
                    <a:pt x="360654" y="42623"/>
                  </a:lnTo>
                  <a:lnTo>
                    <a:pt x="355736" y="44262"/>
                  </a:lnTo>
                  <a:lnTo>
                    <a:pt x="352457" y="45901"/>
                  </a:lnTo>
                  <a:lnTo>
                    <a:pt x="347539" y="47541"/>
                  </a:lnTo>
                  <a:lnTo>
                    <a:pt x="347539" y="50819"/>
                  </a:lnTo>
                  <a:lnTo>
                    <a:pt x="350818" y="52459"/>
                  </a:lnTo>
                  <a:lnTo>
                    <a:pt x="354097" y="54098"/>
                  </a:lnTo>
                  <a:lnTo>
                    <a:pt x="357375" y="55737"/>
                  </a:lnTo>
                  <a:lnTo>
                    <a:pt x="362293" y="55737"/>
                  </a:lnTo>
                  <a:lnTo>
                    <a:pt x="365572" y="59016"/>
                  </a:lnTo>
                  <a:lnTo>
                    <a:pt x="368851" y="59016"/>
                  </a:lnTo>
                  <a:lnTo>
                    <a:pt x="373769" y="59016"/>
                  </a:lnTo>
                  <a:lnTo>
                    <a:pt x="377047" y="60655"/>
                  </a:lnTo>
                  <a:lnTo>
                    <a:pt x="373769" y="59016"/>
                  </a:lnTo>
                  <a:lnTo>
                    <a:pt x="372129" y="59016"/>
                  </a:lnTo>
                  <a:lnTo>
                    <a:pt x="367211" y="59016"/>
                  </a:lnTo>
                  <a:lnTo>
                    <a:pt x="363933" y="59016"/>
                  </a:lnTo>
                  <a:lnTo>
                    <a:pt x="360654" y="62295"/>
                  </a:lnTo>
                  <a:lnTo>
                    <a:pt x="363933" y="59016"/>
                  </a:lnTo>
                  <a:lnTo>
                    <a:pt x="359015" y="55737"/>
                  </a:lnTo>
                  <a:lnTo>
                    <a:pt x="355736" y="57377"/>
                  </a:lnTo>
                  <a:lnTo>
                    <a:pt x="350818" y="55737"/>
                  </a:lnTo>
                  <a:lnTo>
                    <a:pt x="347539" y="54098"/>
                  </a:lnTo>
                  <a:lnTo>
                    <a:pt x="344261" y="55737"/>
                  </a:lnTo>
                  <a:lnTo>
                    <a:pt x="340982" y="59016"/>
                  </a:lnTo>
                  <a:lnTo>
                    <a:pt x="342621" y="55737"/>
                  </a:lnTo>
                  <a:lnTo>
                    <a:pt x="337703" y="54098"/>
                  </a:lnTo>
                  <a:lnTo>
                    <a:pt x="334425" y="55737"/>
                  </a:lnTo>
                  <a:lnTo>
                    <a:pt x="336064" y="60655"/>
                  </a:lnTo>
                  <a:lnTo>
                    <a:pt x="339343" y="60655"/>
                  </a:lnTo>
                  <a:lnTo>
                    <a:pt x="339343" y="65573"/>
                  </a:lnTo>
                  <a:lnTo>
                    <a:pt x="342621" y="65573"/>
                  </a:lnTo>
                  <a:lnTo>
                    <a:pt x="345900" y="70491"/>
                  </a:lnTo>
                  <a:lnTo>
                    <a:pt x="349179" y="72131"/>
                  </a:lnTo>
                  <a:lnTo>
                    <a:pt x="345900" y="72131"/>
                  </a:lnTo>
                  <a:lnTo>
                    <a:pt x="342621" y="68852"/>
                  </a:lnTo>
                  <a:lnTo>
                    <a:pt x="339343" y="67213"/>
                  </a:lnTo>
                  <a:lnTo>
                    <a:pt x="337703" y="70491"/>
                  </a:lnTo>
                  <a:lnTo>
                    <a:pt x="342621" y="73770"/>
                  </a:lnTo>
                  <a:lnTo>
                    <a:pt x="337703" y="72131"/>
                  </a:lnTo>
                  <a:lnTo>
                    <a:pt x="337703" y="72131"/>
                  </a:lnTo>
                  <a:lnTo>
                    <a:pt x="336064" y="68852"/>
                  </a:lnTo>
                  <a:lnTo>
                    <a:pt x="337703" y="65573"/>
                  </a:lnTo>
                  <a:lnTo>
                    <a:pt x="334425" y="60655"/>
                  </a:lnTo>
                  <a:lnTo>
                    <a:pt x="331146" y="59016"/>
                  </a:lnTo>
                  <a:lnTo>
                    <a:pt x="326228" y="62295"/>
                  </a:lnTo>
                  <a:lnTo>
                    <a:pt x="322949" y="65573"/>
                  </a:lnTo>
                  <a:lnTo>
                    <a:pt x="327867" y="67213"/>
                  </a:lnTo>
                  <a:lnTo>
                    <a:pt x="322949" y="67213"/>
                  </a:lnTo>
                  <a:lnTo>
                    <a:pt x="319671" y="67213"/>
                  </a:lnTo>
                  <a:lnTo>
                    <a:pt x="314753" y="67213"/>
                  </a:lnTo>
                  <a:lnTo>
                    <a:pt x="319671" y="63934"/>
                  </a:lnTo>
                  <a:lnTo>
                    <a:pt x="322949" y="62295"/>
                  </a:lnTo>
                  <a:lnTo>
                    <a:pt x="327867" y="59016"/>
                  </a:lnTo>
                  <a:lnTo>
                    <a:pt x="331146" y="55737"/>
                  </a:lnTo>
                  <a:lnTo>
                    <a:pt x="326228" y="52459"/>
                  </a:lnTo>
                  <a:lnTo>
                    <a:pt x="322949" y="50819"/>
                  </a:lnTo>
                  <a:lnTo>
                    <a:pt x="319671" y="54098"/>
                  </a:lnTo>
                  <a:lnTo>
                    <a:pt x="314753" y="55737"/>
                  </a:lnTo>
                  <a:lnTo>
                    <a:pt x="311474" y="55737"/>
                  </a:lnTo>
                  <a:lnTo>
                    <a:pt x="308195" y="59016"/>
                  </a:lnTo>
                  <a:lnTo>
                    <a:pt x="311474" y="55737"/>
                  </a:lnTo>
                  <a:lnTo>
                    <a:pt x="313113" y="50819"/>
                  </a:lnTo>
                  <a:lnTo>
                    <a:pt x="314753" y="47541"/>
                  </a:lnTo>
                  <a:lnTo>
                    <a:pt x="311474" y="49180"/>
                  </a:lnTo>
                  <a:lnTo>
                    <a:pt x="308195" y="50819"/>
                  </a:lnTo>
                  <a:lnTo>
                    <a:pt x="306556" y="50819"/>
                  </a:lnTo>
                  <a:lnTo>
                    <a:pt x="301638" y="52459"/>
                  </a:lnTo>
                  <a:lnTo>
                    <a:pt x="299998" y="55737"/>
                  </a:lnTo>
                  <a:lnTo>
                    <a:pt x="299998" y="57377"/>
                  </a:lnTo>
                  <a:lnTo>
                    <a:pt x="304916" y="60655"/>
                  </a:lnTo>
                  <a:lnTo>
                    <a:pt x="301638" y="60655"/>
                  </a:lnTo>
                  <a:lnTo>
                    <a:pt x="299998" y="59016"/>
                  </a:lnTo>
                  <a:lnTo>
                    <a:pt x="298359" y="55737"/>
                  </a:lnTo>
                  <a:lnTo>
                    <a:pt x="293441" y="55737"/>
                  </a:lnTo>
                  <a:lnTo>
                    <a:pt x="290163" y="59016"/>
                  </a:lnTo>
                  <a:lnTo>
                    <a:pt x="286884" y="62295"/>
                  </a:lnTo>
                  <a:lnTo>
                    <a:pt x="281966" y="63934"/>
                  </a:lnTo>
                  <a:lnTo>
                    <a:pt x="278687" y="65573"/>
                  </a:lnTo>
                  <a:lnTo>
                    <a:pt x="273769" y="65573"/>
                  </a:lnTo>
                  <a:lnTo>
                    <a:pt x="270491" y="68852"/>
                  </a:lnTo>
                  <a:lnTo>
                    <a:pt x="265573" y="68852"/>
                  </a:lnTo>
                  <a:lnTo>
                    <a:pt x="270491" y="67213"/>
                  </a:lnTo>
                  <a:lnTo>
                    <a:pt x="265573" y="63934"/>
                  </a:lnTo>
                  <a:lnTo>
                    <a:pt x="270491" y="62295"/>
                  </a:lnTo>
                  <a:lnTo>
                    <a:pt x="273769" y="62295"/>
                  </a:lnTo>
                  <a:lnTo>
                    <a:pt x="277048" y="62295"/>
                  </a:lnTo>
                  <a:lnTo>
                    <a:pt x="280326" y="62295"/>
                  </a:lnTo>
                  <a:lnTo>
                    <a:pt x="277048" y="60655"/>
                  </a:lnTo>
                  <a:lnTo>
                    <a:pt x="278687" y="57377"/>
                  </a:lnTo>
                  <a:lnTo>
                    <a:pt x="281966" y="55737"/>
                  </a:lnTo>
                  <a:lnTo>
                    <a:pt x="286884" y="52459"/>
                  </a:lnTo>
                  <a:lnTo>
                    <a:pt x="290163" y="52459"/>
                  </a:lnTo>
                  <a:lnTo>
                    <a:pt x="293441" y="49180"/>
                  </a:lnTo>
                  <a:lnTo>
                    <a:pt x="290163" y="47541"/>
                  </a:lnTo>
                  <a:lnTo>
                    <a:pt x="286884" y="49180"/>
                  </a:lnTo>
                  <a:lnTo>
                    <a:pt x="281966" y="50819"/>
                  </a:lnTo>
                  <a:lnTo>
                    <a:pt x="278687" y="52459"/>
                  </a:lnTo>
                  <a:lnTo>
                    <a:pt x="275408" y="54098"/>
                  </a:lnTo>
                  <a:lnTo>
                    <a:pt x="270491" y="55737"/>
                  </a:lnTo>
                  <a:lnTo>
                    <a:pt x="267212" y="57377"/>
                  </a:lnTo>
                  <a:lnTo>
                    <a:pt x="270491" y="55737"/>
                  </a:lnTo>
                  <a:lnTo>
                    <a:pt x="273769" y="52459"/>
                  </a:lnTo>
                  <a:lnTo>
                    <a:pt x="278687" y="50819"/>
                  </a:lnTo>
                  <a:lnTo>
                    <a:pt x="281966" y="49180"/>
                  </a:lnTo>
                  <a:lnTo>
                    <a:pt x="286884" y="47541"/>
                  </a:lnTo>
                  <a:lnTo>
                    <a:pt x="290163" y="47541"/>
                  </a:lnTo>
                  <a:lnTo>
                    <a:pt x="293441" y="45901"/>
                  </a:lnTo>
                  <a:lnTo>
                    <a:pt x="298359" y="44262"/>
                  </a:lnTo>
                  <a:lnTo>
                    <a:pt x="301638" y="42623"/>
                  </a:lnTo>
                  <a:lnTo>
                    <a:pt x="304916" y="40983"/>
                  </a:lnTo>
                  <a:lnTo>
                    <a:pt x="309835" y="39344"/>
                  </a:lnTo>
                  <a:lnTo>
                    <a:pt x="306556" y="36065"/>
                  </a:lnTo>
                  <a:lnTo>
                    <a:pt x="306556" y="32787"/>
                  </a:lnTo>
                  <a:lnTo>
                    <a:pt x="309835" y="29508"/>
                  </a:lnTo>
                  <a:lnTo>
                    <a:pt x="313113" y="26229"/>
                  </a:lnTo>
                  <a:lnTo>
                    <a:pt x="309835" y="22951"/>
                  </a:lnTo>
                  <a:lnTo>
                    <a:pt x="306556" y="22951"/>
                  </a:lnTo>
                  <a:lnTo>
                    <a:pt x="301638" y="21311"/>
                  </a:lnTo>
                  <a:lnTo>
                    <a:pt x="304916" y="18033"/>
                  </a:lnTo>
                  <a:lnTo>
                    <a:pt x="308195" y="13115"/>
                  </a:lnTo>
                  <a:lnTo>
                    <a:pt x="309835" y="9836"/>
                  </a:lnTo>
                  <a:lnTo>
                    <a:pt x="308195" y="4918"/>
                  </a:lnTo>
                  <a:lnTo>
                    <a:pt x="304916" y="4918"/>
                  </a:lnTo>
                  <a:lnTo>
                    <a:pt x="301638" y="4918"/>
                  </a:lnTo>
                  <a:lnTo>
                    <a:pt x="296720" y="4918"/>
                  </a:lnTo>
                  <a:lnTo>
                    <a:pt x="293441" y="4918"/>
                  </a:lnTo>
                  <a:lnTo>
                    <a:pt x="288523" y="4918"/>
                  </a:lnTo>
                  <a:lnTo>
                    <a:pt x="285245" y="4918"/>
                  </a:lnTo>
                  <a:lnTo>
                    <a:pt x="280326" y="4918"/>
                  </a:lnTo>
                  <a:lnTo>
                    <a:pt x="277048" y="4918"/>
                  </a:lnTo>
                  <a:lnTo>
                    <a:pt x="273769" y="4918"/>
                  </a:lnTo>
                  <a:lnTo>
                    <a:pt x="268851" y="4918"/>
                  </a:lnTo>
                  <a:lnTo>
                    <a:pt x="265573" y="6557"/>
                  </a:lnTo>
                  <a:lnTo>
                    <a:pt x="260654" y="6557"/>
                  </a:lnTo>
                  <a:lnTo>
                    <a:pt x="257376" y="8197"/>
                  </a:lnTo>
                  <a:lnTo>
                    <a:pt x="252458" y="8197"/>
                  </a:lnTo>
                  <a:lnTo>
                    <a:pt x="249179" y="9836"/>
                  </a:lnTo>
                  <a:lnTo>
                    <a:pt x="244261" y="9836"/>
                  </a:lnTo>
                  <a:lnTo>
                    <a:pt x="240982" y="11475"/>
                  </a:lnTo>
                  <a:lnTo>
                    <a:pt x="237704" y="11475"/>
                  </a:lnTo>
                  <a:lnTo>
                    <a:pt x="240982" y="13115"/>
                  </a:lnTo>
                  <a:lnTo>
                    <a:pt x="239343" y="18033"/>
                  </a:lnTo>
                  <a:lnTo>
                    <a:pt x="236064" y="14754"/>
                  </a:lnTo>
                  <a:lnTo>
                    <a:pt x="231146" y="13115"/>
                  </a:lnTo>
                  <a:lnTo>
                    <a:pt x="227868" y="13115"/>
                  </a:lnTo>
                  <a:lnTo>
                    <a:pt x="224589" y="14754"/>
                  </a:lnTo>
                  <a:lnTo>
                    <a:pt x="219671" y="14754"/>
                  </a:lnTo>
                  <a:lnTo>
                    <a:pt x="216392" y="16393"/>
                  </a:lnTo>
                  <a:lnTo>
                    <a:pt x="214753" y="19672"/>
                  </a:lnTo>
                  <a:lnTo>
                    <a:pt x="211474" y="19672"/>
                  </a:lnTo>
                  <a:lnTo>
                    <a:pt x="208196" y="16393"/>
                  </a:lnTo>
                  <a:lnTo>
                    <a:pt x="203278" y="18033"/>
                  </a:lnTo>
                  <a:lnTo>
                    <a:pt x="199999" y="18033"/>
                  </a:lnTo>
                  <a:lnTo>
                    <a:pt x="196720" y="21311"/>
                  </a:lnTo>
                  <a:lnTo>
                    <a:pt x="199999" y="22951"/>
                  </a:lnTo>
                  <a:lnTo>
                    <a:pt x="203278" y="24590"/>
                  </a:lnTo>
                  <a:lnTo>
                    <a:pt x="206556" y="26229"/>
                  </a:lnTo>
                  <a:lnTo>
                    <a:pt x="211474" y="26229"/>
                  </a:lnTo>
                  <a:lnTo>
                    <a:pt x="214753" y="26229"/>
                  </a:lnTo>
                  <a:lnTo>
                    <a:pt x="218032" y="27869"/>
                  </a:lnTo>
                  <a:lnTo>
                    <a:pt x="221310" y="27869"/>
                  </a:lnTo>
                  <a:lnTo>
                    <a:pt x="226228" y="29508"/>
                  </a:lnTo>
                  <a:lnTo>
                    <a:pt x="221310" y="29508"/>
                  </a:lnTo>
                  <a:lnTo>
                    <a:pt x="218032" y="29508"/>
                  </a:lnTo>
                  <a:lnTo>
                    <a:pt x="214753" y="27869"/>
                  </a:lnTo>
                  <a:lnTo>
                    <a:pt x="209835" y="27869"/>
                  </a:lnTo>
                  <a:lnTo>
                    <a:pt x="206556" y="27869"/>
                  </a:lnTo>
                  <a:lnTo>
                    <a:pt x="203278" y="27869"/>
                  </a:lnTo>
                  <a:lnTo>
                    <a:pt x="199999" y="26229"/>
                  </a:lnTo>
                  <a:lnTo>
                    <a:pt x="195081" y="26229"/>
                  </a:lnTo>
                  <a:lnTo>
                    <a:pt x="191802" y="24590"/>
                  </a:lnTo>
                  <a:lnTo>
                    <a:pt x="186884" y="27869"/>
                  </a:lnTo>
                  <a:lnTo>
                    <a:pt x="183606" y="26229"/>
                  </a:lnTo>
                  <a:lnTo>
                    <a:pt x="180327" y="27869"/>
                  </a:lnTo>
                  <a:lnTo>
                    <a:pt x="183606" y="29508"/>
                  </a:lnTo>
                  <a:lnTo>
                    <a:pt x="186884" y="29508"/>
                  </a:lnTo>
                  <a:lnTo>
                    <a:pt x="191802" y="31147"/>
                  </a:lnTo>
                  <a:lnTo>
                    <a:pt x="195081" y="32787"/>
                  </a:lnTo>
                  <a:lnTo>
                    <a:pt x="198360" y="34426"/>
                  </a:lnTo>
                  <a:lnTo>
                    <a:pt x="203278" y="36065"/>
                  </a:lnTo>
                  <a:lnTo>
                    <a:pt x="206556" y="37705"/>
                  </a:lnTo>
                  <a:lnTo>
                    <a:pt x="209835" y="37705"/>
                  </a:lnTo>
                  <a:lnTo>
                    <a:pt x="206556" y="37705"/>
                  </a:lnTo>
                  <a:lnTo>
                    <a:pt x="203278" y="37705"/>
                  </a:lnTo>
                  <a:lnTo>
                    <a:pt x="198360" y="34426"/>
                  </a:lnTo>
                  <a:lnTo>
                    <a:pt x="195081" y="34426"/>
                  </a:lnTo>
                  <a:lnTo>
                    <a:pt x="191802" y="34426"/>
                  </a:lnTo>
                  <a:lnTo>
                    <a:pt x="186884" y="32787"/>
                  </a:lnTo>
                  <a:lnTo>
                    <a:pt x="183606" y="31147"/>
                  </a:lnTo>
                  <a:lnTo>
                    <a:pt x="180327" y="31147"/>
                  </a:lnTo>
                  <a:lnTo>
                    <a:pt x="175409" y="31147"/>
                  </a:lnTo>
                  <a:lnTo>
                    <a:pt x="172130" y="32787"/>
                  </a:lnTo>
                  <a:lnTo>
                    <a:pt x="168851" y="36065"/>
                  </a:lnTo>
                  <a:lnTo>
                    <a:pt x="163934" y="39344"/>
                  </a:lnTo>
                  <a:lnTo>
                    <a:pt x="160655" y="42623"/>
                  </a:lnTo>
                  <a:lnTo>
                    <a:pt x="163934" y="44262"/>
                  </a:lnTo>
                  <a:lnTo>
                    <a:pt x="160655" y="45901"/>
                  </a:lnTo>
                  <a:lnTo>
                    <a:pt x="160655" y="49180"/>
                  </a:lnTo>
                  <a:lnTo>
                    <a:pt x="163934" y="50819"/>
                  </a:lnTo>
                  <a:lnTo>
                    <a:pt x="167212" y="52459"/>
                  </a:lnTo>
                  <a:lnTo>
                    <a:pt x="172130" y="50819"/>
                  </a:lnTo>
                  <a:lnTo>
                    <a:pt x="175409" y="50819"/>
                  </a:lnTo>
                  <a:lnTo>
                    <a:pt x="180327" y="49180"/>
                  </a:lnTo>
                  <a:lnTo>
                    <a:pt x="175409" y="50819"/>
                  </a:lnTo>
                  <a:lnTo>
                    <a:pt x="180327" y="52459"/>
                  </a:lnTo>
                  <a:lnTo>
                    <a:pt x="183606" y="52459"/>
                  </a:lnTo>
                  <a:lnTo>
                    <a:pt x="180327" y="52459"/>
                  </a:lnTo>
                  <a:lnTo>
                    <a:pt x="175409" y="52459"/>
                  </a:lnTo>
                  <a:lnTo>
                    <a:pt x="172130" y="54098"/>
                  </a:lnTo>
                  <a:lnTo>
                    <a:pt x="173770" y="57377"/>
                  </a:lnTo>
                  <a:lnTo>
                    <a:pt x="177048" y="60655"/>
                  </a:lnTo>
                  <a:lnTo>
                    <a:pt x="180327" y="63934"/>
                  </a:lnTo>
                  <a:lnTo>
                    <a:pt x="178688" y="67213"/>
                  </a:lnTo>
                  <a:lnTo>
                    <a:pt x="177048" y="63934"/>
                  </a:lnTo>
                  <a:lnTo>
                    <a:pt x="173770" y="62295"/>
                  </a:lnTo>
                  <a:lnTo>
                    <a:pt x="170491" y="59016"/>
                  </a:lnTo>
                  <a:lnTo>
                    <a:pt x="165573" y="57377"/>
                  </a:lnTo>
                  <a:lnTo>
                    <a:pt x="162294" y="55737"/>
                  </a:lnTo>
                  <a:lnTo>
                    <a:pt x="159016" y="55737"/>
                  </a:lnTo>
                  <a:lnTo>
                    <a:pt x="154098" y="55737"/>
                  </a:lnTo>
                  <a:lnTo>
                    <a:pt x="150819" y="59016"/>
                  </a:lnTo>
                  <a:lnTo>
                    <a:pt x="147540" y="62295"/>
                  </a:lnTo>
                  <a:lnTo>
                    <a:pt x="144261" y="63934"/>
                  </a:lnTo>
                  <a:lnTo>
                    <a:pt x="139344" y="63934"/>
                  </a:lnTo>
                  <a:lnTo>
                    <a:pt x="136065" y="65573"/>
                  </a:lnTo>
                  <a:lnTo>
                    <a:pt x="131147" y="65573"/>
                  </a:lnTo>
                  <a:lnTo>
                    <a:pt x="136065" y="67213"/>
                  </a:lnTo>
                  <a:lnTo>
                    <a:pt x="139344" y="68852"/>
                  </a:lnTo>
                  <a:lnTo>
                    <a:pt x="139344" y="72131"/>
                  </a:lnTo>
                  <a:lnTo>
                    <a:pt x="136065" y="73770"/>
                  </a:lnTo>
                  <a:lnTo>
                    <a:pt x="139344" y="77049"/>
                  </a:lnTo>
                  <a:lnTo>
                    <a:pt x="142622" y="77049"/>
                  </a:lnTo>
                  <a:lnTo>
                    <a:pt x="147540" y="78688"/>
                  </a:lnTo>
                  <a:lnTo>
                    <a:pt x="150819" y="78688"/>
                  </a:lnTo>
                  <a:lnTo>
                    <a:pt x="154098" y="77049"/>
                  </a:lnTo>
                  <a:lnTo>
                    <a:pt x="154098" y="80328"/>
                  </a:lnTo>
                  <a:lnTo>
                    <a:pt x="154098" y="85245"/>
                  </a:lnTo>
                  <a:lnTo>
                    <a:pt x="149180" y="86885"/>
                  </a:lnTo>
                  <a:lnTo>
                    <a:pt x="145901" y="86885"/>
                  </a:lnTo>
                  <a:lnTo>
                    <a:pt x="142622" y="90164"/>
                  </a:lnTo>
                  <a:lnTo>
                    <a:pt x="142622" y="93442"/>
                  </a:lnTo>
                  <a:lnTo>
                    <a:pt x="137704" y="95081"/>
                  </a:lnTo>
                  <a:lnTo>
                    <a:pt x="134426" y="98360"/>
                  </a:lnTo>
                  <a:lnTo>
                    <a:pt x="132786" y="101639"/>
                  </a:lnTo>
                  <a:lnTo>
                    <a:pt x="129508" y="104918"/>
                  </a:lnTo>
                  <a:lnTo>
                    <a:pt x="124589" y="104918"/>
                  </a:lnTo>
                  <a:lnTo>
                    <a:pt x="127868" y="101639"/>
                  </a:lnTo>
                  <a:lnTo>
                    <a:pt x="124589" y="98360"/>
                  </a:lnTo>
                  <a:lnTo>
                    <a:pt x="129508" y="98360"/>
                  </a:lnTo>
                  <a:lnTo>
                    <a:pt x="132786" y="98360"/>
                  </a:lnTo>
                  <a:lnTo>
                    <a:pt x="129508" y="95081"/>
                  </a:lnTo>
                  <a:lnTo>
                    <a:pt x="124589" y="96721"/>
                  </a:lnTo>
                  <a:lnTo>
                    <a:pt x="121311" y="95081"/>
                  </a:lnTo>
                  <a:lnTo>
                    <a:pt x="118032" y="95081"/>
                  </a:lnTo>
                  <a:lnTo>
                    <a:pt x="113114" y="96721"/>
                  </a:lnTo>
                  <a:lnTo>
                    <a:pt x="109836" y="96721"/>
                  </a:lnTo>
                  <a:lnTo>
                    <a:pt x="104917" y="96721"/>
                  </a:lnTo>
                  <a:lnTo>
                    <a:pt x="101639" y="98360"/>
                  </a:lnTo>
                  <a:lnTo>
                    <a:pt x="96721" y="100000"/>
                  </a:lnTo>
                  <a:lnTo>
                    <a:pt x="93442" y="101639"/>
                  </a:lnTo>
                  <a:lnTo>
                    <a:pt x="90164" y="101639"/>
                  </a:lnTo>
                  <a:lnTo>
                    <a:pt x="86885" y="101639"/>
                  </a:lnTo>
                  <a:lnTo>
                    <a:pt x="81967" y="103278"/>
                  </a:lnTo>
                  <a:lnTo>
                    <a:pt x="78688" y="103278"/>
                  </a:lnTo>
                  <a:lnTo>
                    <a:pt x="81967" y="101639"/>
                  </a:lnTo>
                  <a:lnTo>
                    <a:pt x="86885" y="100000"/>
                  </a:lnTo>
                  <a:lnTo>
                    <a:pt x="90164" y="100000"/>
                  </a:lnTo>
                  <a:lnTo>
                    <a:pt x="93442" y="100000"/>
                  </a:lnTo>
                  <a:lnTo>
                    <a:pt x="98360" y="98360"/>
                  </a:lnTo>
                  <a:lnTo>
                    <a:pt x="101639" y="96721"/>
                  </a:lnTo>
                  <a:lnTo>
                    <a:pt x="104917" y="95081"/>
                  </a:lnTo>
                  <a:lnTo>
                    <a:pt x="109836" y="95081"/>
                  </a:lnTo>
                  <a:lnTo>
                    <a:pt x="113114" y="93442"/>
                  </a:lnTo>
                  <a:lnTo>
                    <a:pt x="116393" y="95081"/>
                  </a:lnTo>
                  <a:lnTo>
                    <a:pt x="119671" y="95081"/>
                  </a:lnTo>
                  <a:lnTo>
                    <a:pt x="124589" y="93442"/>
                  </a:lnTo>
                  <a:lnTo>
                    <a:pt x="127868" y="91803"/>
                  </a:lnTo>
                  <a:lnTo>
                    <a:pt x="131147" y="91803"/>
                  </a:lnTo>
                  <a:lnTo>
                    <a:pt x="136065" y="91803"/>
                  </a:lnTo>
                  <a:lnTo>
                    <a:pt x="139344" y="91803"/>
                  </a:lnTo>
                  <a:lnTo>
                    <a:pt x="140983" y="88524"/>
                  </a:lnTo>
                  <a:lnTo>
                    <a:pt x="140983" y="86885"/>
                  </a:lnTo>
                  <a:lnTo>
                    <a:pt x="137704" y="85245"/>
                  </a:lnTo>
                  <a:lnTo>
                    <a:pt x="132786" y="85245"/>
                  </a:lnTo>
                  <a:lnTo>
                    <a:pt x="129508" y="83606"/>
                  </a:lnTo>
                  <a:lnTo>
                    <a:pt x="126229" y="80328"/>
                  </a:lnTo>
                  <a:lnTo>
                    <a:pt x="122950" y="75409"/>
                  </a:lnTo>
                  <a:lnTo>
                    <a:pt x="121311" y="72131"/>
                  </a:lnTo>
                  <a:lnTo>
                    <a:pt x="121311" y="68852"/>
                  </a:lnTo>
                  <a:lnTo>
                    <a:pt x="121311" y="63934"/>
                  </a:lnTo>
                  <a:lnTo>
                    <a:pt x="124589" y="60655"/>
                  </a:lnTo>
                  <a:lnTo>
                    <a:pt x="127868" y="57377"/>
                  </a:lnTo>
                  <a:lnTo>
                    <a:pt x="131147" y="54098"/>
                  </a:lnTo>
                  <a:lnTo>
                    <a:pt x="136065" y="52459"/>
                  </a:lnTo>
                  <a:lnTo>
                    <a:pt x="139344" y="49180"/>
                  </a:lnTo>
                  <a:lnTo>
                    <a:pt x="137704" y="45901"/>
                  </a:lnTo>
                  <a:lnTo>
                    <a:pt x="134426" y="42623"/>
                  </a:lnTo>
                  <a:lnTo>
                    <a:pt x="137704" y="39344"/>
                  </a:lnTo>
                  <a:lnTo>
                    <a:pt x="140983" y="36065"/>
                  </a:lnTo>
                  <a:lnTo>
                    <a:pt x="144261" y="34426"/>
                  </a:lnTo>
                  <a:lnTo>
                    <a:pt x="147540" y="32787"/>
                  </a:lnTo>
                  <a:lnTo>
                    <a:pt x="152458" y="31147"/>
                  </a:lnTo>
                  <a:lnTo>
                    <a:pt x="155737" y="29508"/>
                  </a:lnTo>
                  <a:lnTo>
                    <a:pt x="159016" y="27869"/>
                  </a:lnTo>
                  <a:lnTo>
                    <a:pt x="163934" y="24590"/>
                  </a:lnTo>
                  <a:lnTo>
                    <a:pt x="167212" y="22951"/>
                  </a:lnTo>
                  <a:lnTo>
                    <a:pt x="170491" y="21311"/>
                  </a:lnTo>
                  <a:lnTo>
                    <a:pt x="175409" y="19672"/>
                  </a:lnTo>
                  <a:lnTo>
                    <a:pt x="178688" y="18033"/>
                  </a:lnTo>
                  <a:lnTo>
                    <a:pt x="183606" y="16393"/>
                  </a:lnTo>
                  <a:lnTo>
                    <a:pt x="186884" y="14754"/>
                  </a:lnTo>
                  <a:lnTo>
                    <a:pt x="190163" y="13115"/>
                  </a:lnTo>
                  <a:lnTo>
                    <a:pt x="193442" y="11475"/>
                  </a:lnTo>
                  <a:lnTo>
                    <a:pt x="198360" y="11475"/>
                  </a:lnTo>
                  <a:lnTo>
                    <a:pt x="201638" y="9836"/>
                  </a:lnTo>
                  <a:lnTo>
                    <a:pt x="206556" y="8197"/>
                  </a:lnTo>
                  <a:lnTo>
                    <a:pt x="209835" y="8197"/>
                  </a:lnTo>
                  <a:lnTo>
                    <a:pt x="213114" y="6557"/>
                  </a:lnTo>
                  <a:lnTo>
                    <a:pt x="218032" y="4918"/>
                  </a:lnTo>
                  <a:lnTo>
                    <a:pt x="218032" y="1639"/>
                  </a:lnTo>
                  <a:lnTo>
                    <a:pt x="214753" y="1639"/>
                  </a:lnTo>
                  <a:lnTo>
                    <a:pt x="209835" y="1639"/>
                  </a:lnTo>
                  <a:lnTo>
                    <a:pt x="206556" y="1639"/>
                  </a:lnTo>
                  <a:lnTo>
                    <a:pt x="201638" y="0"/>
                  </a:lnTo>
                  <a:lnTo>
                    <a:pt x="198360" y="0"/>
                  </a:lnTo>
                  <a:lnTo>
                    <a:pt x="193442" y="0"/>
                  </a:lnTo>
                  <a:lnTo>
                    <a:pt x="190163" y="0"/>
                  </a:lnTo>
                  <a:lnTo>
                    <a:pt x="185245" y="0"/>
                  </a:lnTo>
                  <a:lnTo>
                    <a:pt x="181966" y="0"/>
                  </a:lnTo>
                  <a:lnTo>
                    <a:pt x="177048" y="0"/>
                  </a:lnTo>
                  <a:lnTo>
                    <a:pt x="173770" y="0"/>
                  </a:lnTo>
                  <a:lnTo>
                    <a:pt x="168851" y="1639"/>
                  </a:lnTo>
                  <a:lnTo>
                    <a:pt x="165573" y="1639"/>
                  </a:lnTo>
                  <a:lnTo>
                    <a:pt x="162294" y="1639"/>
                  </a:lnTo>
                  <a:lnTo>
                    <a:pt x="157376" y="1639"/>
                  </a:lnTo>
                  <a:lnTo>
                    <a:pt x="154098" y="3279"/>
                  </a:lnTo>
                  <a:lnTo>
                    <a:pt x="149180" y="3279"/>
                  </a:lnTo>
                  <a:lnTo>
                    <a:pt x="145901" y="4918"/>
                  </a:lnTo>
                  <a:lnTo>
                    <a:pt x="140983" y="4918"/>
                  </a:lnTo>
                  <a:lnTo>
                    <a:pt x="137704" y="6557"/>
                  </a:lnTo>
                  <a:lnTo>
                    <a:pt x="132786" y="6557"/>
                  </a:lnTo>
                  <a:lnTo>
                    <a:pt x="129508" y="8197"/>
                  </a:lnTo>
                  <a:lnTo>
                    <a:pt x="124589" y="9836"/>
                  </a:lnTo>
                  <a:lnTo>
                    <a:pt x="121311" y="11475"/>
                  </a:lnTo>
                  <a:lnTo>
                    <a:pt x="116393" y="13115"/>
                  </a:lnTo>
                  <a:lnTo>
                    <a:pt x="113114" y="13115"/>
                  </a:lnTo>
                  <a:lnTo>
                    <a:pt x="109836" y="14754"/>
                  </a:lnTo>
                  <a:lnTo>
                    <a:pt x="104917" y="16393"/>
                  </a:lnTo>
                  <a:lnTo>
                    <a:pt x="101639" y="18033"/>
                  </a:lnTo>
                  <a:lnTo>
                    <a:pt x="98360" y="19672"/>
                  </a:lnTo>
                  <a:lnTo>
                    <a:pt x="93442" y="19672"/>
                  </a:lnTo>
                  <a:lnTo>
                    <a:pt x="90164" y="22951"/>
                  </a:lnTo>
                  <a:lnTo>
                    <a:pt x="85245" y="24590"/>
                  </a:lnTo>
                  <a:lnTo>
                    <a:pt x="81967" y="26229"/>
                  </a:lnTo>
                  <a:lnTo>
                    <a:pt x="78688" y="27869"/>
                  </a:lnTo>
                  <a:lnTo>
                    <a:pt x="73770" y="31147"/>
                  </a:lnTo>
                  <a:lnTo>
                    <a:pt x="70491" y="34426"/>
                  </a:lnTo>
                  <a:lnTo>
                    <a:pt x="68852" y="37705"/>
                  </a:lnTo>
                  <a:lnTo>
                    <a:pt x="65573" y="37705"/>
                  </a:lnTo>
                  <a:lnTo>
                    <a:pt x="60655" y="39344"/>
                  </a:lnTo>
                  <a:lnTo>
                    <a:pt x="57377" y="42623"/>
                  </a:lnTo>
                  <a:lnTo>
                    <a:pt x="54098" y="42623"/>
                  </a:lnTo>
                  <a:lnTo>
                    <a:pt x="49180" y="44262"/>
                  </a:lnTo>
                  <a:lnTo>
                    <a:pt x="45901" y="47541"/>
                  </a:lnTo>
                  <a:lnTo>
                    <a:pt x="42623" y="49180"/>
                  </a:lnTo>
                  <a:lnTo>
                    <a:pt x="37705" y="52459"/>
                  </a:lnTo>
                  <a:lnTo>
                    <a:pt x="34426" y="55737"/>
                  </a:lnTo>
                  <a:lnTo>
                    <a:pt x="32787" y="59016"/>
                  </a:lnTo>
                  <a:lnTo>
                    <a:pt x="37705" y="59016"/>
                  </a:lnTo>
                  <a:lnTo>
                    <a:pt x="32787" y="62295"/>
                  </a:lnTo>
                  <a:lnTo>
                    <a:pt x="29508" y="62295"/>
                  </a:lnTo>
                  <a:lnTo>
                    <a:pt x="26229" y="63934"/>
                  </a:lnTo>
                  <a:lnTo>
                    <a:pt x="24590" y="63934"/>
                  </a:lnTo>
                  <a:lnTo>
                    <a:pt x="22951" y="65573"/>
                  </a:lnTo>
                  <a:lnTo>
                    <a:pt x="22951" y="65573"/>
                  </a:lnTo>
                  <a:lnTo>
                    <a:pt x="22951" y="65573"/>
                  </a:lnTo>
                  <a:lnTo>
                    <a:pt x="18033" y="67213"/>
                  </a:lnTo>
                  <a:lnTo>
                    <a:pt x="18033" y="70491"/>
                  </a:lnTo>
                  <a:lnTo>
                    <a:pt x="19672" y="73770"/>
                  </a:lnTo>
                  <a:lnTo>
                    <a:pt x="14754" y="77049"/>
                  </a:lnTo>
                  <a:lnTo>
                    <a:pt x="11475" y="78688"/>
                  </a:lnTo>
                  <a:lnTo>
                    <a:pt x="9836" y="78688"/>
                  </a:lnTo>
                  <a:lnTo>
                    <a:pt x="9836" y="78688"/>
                  </a:lnTo>
                  <a:lnTo>
                    <a:pt x="9836" y="80328"/>
                  </a:lnTo>
                  <a:lnTo>
                    <a:pt x="8197" y="80328"/>
                  </a:lnTo>
                  <a:lnTo>
                    <a:pt x="6557" y="83606"/>
                  </a:lnTo>
                  <a:lnTo>
                    <a:pt x="6557" y="83606"/>
                  </a:lnTo>
                  <a:lnTo>
                    <a:pt x="4918" y="8524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3" name="Freeform 3462">
              <a:extLst>
                <a:ext uri="{FF2B5EF4-FFF2-40B4-BE49-F238E27FC236}">
                  <a16:creationId xmlns:a16="http://schemas.microsoft.com/office/drawing/2014/main" id="{7E6FEEA8-CD95-A445-AF28-EB00E6EF53B6}"/>
                </a:ext>
              </a:extLst>
            </p:cNvPr>
            <p:cNvSpPr/>
            <p:nvPr/>
          </p:nvSpPr>
          <p:spPr>
            <a:xfrm>
              <a:off x="3035358" y="1275566"/>
              <a:ext cx="4918" cy="3278"/>
            </a:xfrm>
            <a:custGeom>
              <a:avLst/>
              <a:gdLst>
                <a:gd name="connsiteX0" fmla="*/ 4918 w 4918"/>
                <a:gd name="connsiteY0" fmla="*/ 1639 h 3278"/>
                <a:gd name="connsiteX1" fmla="*/ 4918 w 4918"/>
                <a:gd name="connsiteY1" fmla="*/ 0 h 3278"/>
                <a:gd name="connsiteX2" fmla="*/ 0 w 491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4918" y="1639"/>
                  </a:moveTo>
                  <a:lnTo>
                    <a:pt x="491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4" name="Freeform 3463">
              <a:extLst>
                <a:ext uri="{FF2B5EF4-FFF2-40B4-BE49-F238E27FC236}">
                  <a16:creationId xmlns:a16="http://schemas.microsoft.com/office/drawing/2014/main" id="{CF6AC325-315C-E749-B56C-B8D32ED36D03}"/>
                </a:ext>
              </a:extLst>
            </p:cNvPr>
            <p:cNvSpPr/>
            <p:nvPr/>
          </p:nvSpPr>
          <p:spPr>
            <a:xfrm>
              <a:off x="3038636" y="1475565"/>
              <a:ext cx="14753" cy="3278"/>
            </a:xfrm>
            <a:custGeom>
              <a:avLst/>
              <a:gdLst>
                <a:gd name="connsiteX0" fmla="*/ 14754 w 14753"/>
                <a:gd name="connsiteY0" fmla="*/ 0 h 3278"/>
                <a:gd name="connsiteX1" fmla="*/ 11475 w 14753"/>
                <a:gd name="connsiteY1" fmla="*/ 0 h 3278"/>
                <a:gd name="connsiteX2" fmla="*/ 8197 w 14753"/>
                <a:gd name="connsiteY2" fmla="*/ 0 h 3278"/>
                <a:gd name="connsiteX3" fmla="*/ 3279 w 14753"/>
                <a:gd name="connsiteY3" fmla="*/ 1639 h 3278"/>
                <a:gd name="connsiteX4" fmla="*/ 0 w 14753"/>
                <a:gd name="connsiteY4" fmla="*/ 3279 h 3278"/>
                <a:gd name="connsiteX5" fmla="*/ 3279 w 14753"/>
                <a:gd name="connsiteY5" fmla="*/ 3279 h 3278"/>
                <a:gd name="connsiteX6" fmla="*/ 8197 w 14753"/>
                <a:gd name="connsiteY6" fmla="*/ 3279 h 3278"/>
                <a:gd name="connsiteX7" fmla="*/ 11475 w 14753"/>
                <a:gd name="connsiteY7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3" h="3278">
                  <a:moveTo>
                    <a:pt x="14754" y="0"/>
                  </a:moveTo>
                  <a:lnTo>
                    <a:pt x="11475" y="0"/>
                  </a:lnTo>
                  <a:lnTo>
                    <a:pt x="8197" y="0"/>
                  </a:lnTo>
                  <a:lnTo>
                    <a:pt x="3279" y="1639"/>
                  </a:lnTo>
                  <a:lnTo>
                    <a:pt x="0" y="3279"/>
                  </a:lnTo>
                  <a:lnTo>
                    <a:pt x="3279" y="3279"/>
                  </a:lnTo>
                  <a:lnTo>
                    <a:pt x="8197" y="3279"/>
                  </a:lnTo>
                  <a:lnTo>
                    <a:pt x="11475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5" name="Freeform 3464">
              <a:extLst>
                <a:ext uri="{FF2B5EF4-FFF2-40B4-BE49-F238E27FC236}">
                  <a16:creationId xmlns:a16="http://schemas.microsoft.com/office/drawing/2014/main" id="{76DBD73B-8730-E74D-8C37-F64E0036F0ED}"/>
                </a:ext>
              </a:extLst>
            </p:cNvPr>
            <p:cNvSpPr/>
            <p:nvPr/>
          </p:nvSpPr>
          <p:spPr>
            <a:xfrm>
              <a:off x="3043555" y="873928"/>
              <a:ext cx="8196" cy="1639"/>
            </a:xfrm>
            <a:custGeom>
              <a:avLst/>
              <a:gdLst>
                <a:gd name="connsiteX0" fmla="*/ 6557 w 8196"/>
                <a:gd name="connsiteY0" fmla="*/ 0 h 1639"/>
                <a:gd name="connsiteX1" fmla="*/ 3279 w 8196"/>
                <a:gd name="connsiteY1" fmla="*/ 0 h 1639"/>
                <a:gd name="connsiteX2" fmla="*/ 0 w 8196"/>
                <a:gd name="connsiteY2" fmla="*/ 1639 h 1639"/>
                <a:gd name="connsiteX3" fmla="*/ 3279 w 8196"/>
                <a:gd name="connsiteY3" fmla="*/ 1639 h 1639"/>
                <a:gd name="connsiteX4" fmla="*/ 8197 w 8196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6557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6" name="Freeform 3465">
              <a:extLst>
                <a:ext uri="{FF2B5EF4-FFF2-40B4-BE49-F238E27FC236}">
                  <a16:creationId xmlns:a16="http://schemas.microsoft.com/office/drawing/2014/main" id="{E1DCCA2A-277E-AC4C-925C-645A46C095BA}"/>
                </a:ext>
              </a:extLst>
            </p:cNvPr>
            <p:cNvSpPr/>
            <p:nvPr/>
          </p:nvSpPr>
          <p:spPr>
            <a:xfrm>
              <a:off x="3043555" y="1241139"/>
              <a:ext cx="4918" cy="3278"/>
            </a:xfrm>
            <a:custGeom>
              <a:avLst/>
              <a:gdLst>
                <a:gd name="connsiteX0" fmla="*/ 4918 w 4918"/>
                <a:gd name="connsiteY0" fmla="*/ 1639 h 3278"/>
                <a:gd name="connsiteX1" fmla="*/ 4918 w 4918"/>
                <a:gd name="connsiteY1" fmla="*/ 0 h 3278"/>
                <a:gd name="connsiteX2" fmla="*/ 0 w 491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4918" y="1639"/>
                  </a:moveTo>
                  <a:lnTo>
                    <a:pt x="491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7" name="Freeform 3466">
              <a:extLst>
                <a:ext uri="{FF2B5EF4-FFF2-40B4-BE49-F238E27FC236}">
                  <a16:creationId xmlns:a16="http://schemas.microsoft.com/office/drawing/2014/main" id="{F6C26F00-5FA2-A149-9E04-250A6A2A61F0}"/>
                </a:ext>
              </a:extLst>
            </p:cNvPr>
            <p:cNvSpPr/>
            <p:nvPr/>
          </p:nvSpPr>
          <p:spPr>
            <a:xfrm>
              <a:off x="3046833" y="872289"/>
              <a:ext cx="393440" cy="88524"/>
            </a:xfrm>
            <a:custGeom>
              <a:avLst/>
              <a:gdLst>
                <a:gd name="connsiteX0" fmla="*/ 55737 w 393440"/>
                <a:gd name="connsiteY0" fmla="*/ 27869 h 88524"/>
                <a:gd name="connsiteX1" fmla="*/ 60655 w 393440"/>
                <a:gd name="connsiteY1" fmla="*/ 27869 h 88524"/>
                <a:gd name="connsiteX2" fmla="*/ 63934 w 393440"/>
                <a:gd name="connsiteY2" fmla="*/ 24590 h 88524"/>
                <a:gd name="connsiteX3" fmla="*/ 67213 w 393440"/>
                <a:gd name="connsiteY3" fmla="*/ 26229 h 88524"/>
                <a:gd name="connsiteX4" fmla="*/ 70492 w 393440"/>
                <a:gd name="connsiteY4" fmla="*/ 24590 h 88524"/>
                <a:gd name="connsiteX5" fmla="*/ 75410 w 393440"/>
                <a:gd name="connsiteY5" fmla="*/ 24590 h 88524"/>
                <a:gd name="connsiteX6" fmla="*/ 78688 w 393440"/>
                <a:gd name="connsiteY6" fmla="*/ 22951 h 88524"/>
                <a:gd name="connsiteX7" fmla="*/ 80327 w 393440"/>
                <a:gd name="connsiteY7" fmla="*/ 27869 h 88524"/>
                <a:gd name="connsiteX8" fmla="*/ 81967 w 393440"/>
                <a:gd name="connsiteY8" fmla="*/ 31147 h 88524"/>
                <a:gd name="connsiteX9" fmla="*/ 78688 w 393440"/>
                <a:gd name="connsiteY9" fmla="*/ 34426 h 88524"/>
                <a:gd name="connsiteX10" fmla="*/ 80327 w 393440"/>
                <a:gd name="connsiteY10" fmla="*/ 37705 h 88524"/>
                <a:gd name="connsiteX11" fmla="*/ 85245 w 393440"/>
                <a:gd name="connsiteY11" fmla="*/ 39344 h 88524"/>
                <a:gd name="connsiteX12" fmla="*/ 81967 w 393440"/>
                <a:gd name="connsiteY12" fmla="*/ 44262 h 88524"/>
                <a:gd name="connsiteX13" fmla="*/ 80327 w 393440"/>
                <a:gd name="connsiteY13" fmla="*/ 47541 h 88524"/>
                <a:gd name="connsiteX14" fmla="*/ 77049 w 393440"/>
                <a:gd name="connsiteY14" fmla="*/ 50820 h 88524"/>
                <a:gd name="connsiteX15" fmla="*/ 72131 w 393440"/>
                <a:gd name="connsiteY15" fmla="*/ 50820 h 88524"/>
                <a:gd name="connsiteX16" fmla="*/ 68852 w 393440"/>
                <a:gd name="connsiteY16" fmla="*/ 52459 h 88524"/>
                <a:gd name="connsiteX17" fmla="*/ 65573 w 393440"/>
                <a:gd name="connsiteY17" fmla="*/ 54098 h 88524"/>
                <a:gd name="connsiteX18" fmla="*/ 62295 w 393440"/>
                <a:gd name="connsiteY18" fmla="*/ 55737 h 88524"/>
                <a:gd name="connsiteX19" fmla="*/ 57377 w 393440"/>
                <a:gd name="connsiteY19" fmla="*/ 57377 h 88524"/>
                <a:gd name="connsiteX20" fmla="*/ 54098 w 393440"/>
                <a:gd name="connsiteY20" fmla="*/ 60656 h 88524"/>
                <a:gd name="connsiteX21" fmla="*/ 52459 w 393440"/>
                <a:gd name="connsiteY21" fmla="*/ 63934 h 88524"/>
                <a:gd name="connsiteX22" fmla="*/ 55737 w 393440"/>
                <a:gd name="connsiteY22" fmla="*/ 65573 h 88524"/>
                <a:gd name="connsiteX23" fmla="*/ 59016 w 393440"/>
                <a:gd name="connsiteY23" fmla="*/ 65573 h 88524"/>
                <a:gd name="connsiteX24" fmla="*/ 55737 w 393440"/>
                <a:gd name="connsiteY24" fmla="*/ 67213 h 88524"/>
                <a:gd name="connsiteX25" fmla="*/ 50820 w 393440"/>
                <a:gd name="connsiteY25" fmla="*/ 68852 h 88524"/>
                <a:gd name="connsiteX26" fmla="*/ 50820 w 393440"/>
                <a:gd name="connsiteY26" fmla="*/ 72131 h 88524"/>
                <a:gd name="connsiteX27" fmla="*/ 47541 w 393440"/>
                <a:gd name="connsiteY27" fmla="*/ 75410 h 88524"/>
                <a:gd name="connsiteX28" fmla="*/ 47541 w 393440"/>
                <a:gd name="connsiteY28" fmla="*/ 80328 h 88524"/>
                <a:gd name="connsiteX29" fmla="*/ 52459 w 393440"/>
                <a:gd name="connsiteY29" fmla="*/ 78688 h 88524"/>
                <a:gd name="connsiteX30" fmla="*/ 55737 w 393440"/>
                <a:gd name="connsiteY30" fmla="*/ 81967 h 88524"/>
                <a:gd name="connsiteX31" fmla="*/ 60655 w 393440"/>
                <a:gd name="connsiteY31" fmla="*/ 81967 h 88524"/>
                <a:gd name="connsiteX32" fmla="*/ 63934 w 393440"/>
                <a:gd name="connsiteY32" fmla="*/ 83606 h 88524"/>
                <a:gd name="connsiteX33" fmla="*/ 65573 w 393440"/>
                <a:gd name="connsiteY33" fmla="*/ 78688 h 88524"/>
                <a:gd name="connsiteX34" fmla="*/ 68852 w 393440"/>
                <a:gd name="connsiteY34" fmla="*/ 78688 h 88524"/>
                <a:gd name="connsiteX35" fmla="*/ 73770 w 393440"/>
                <a:gd name="connsiteY35" fmla="*/ 77049 h 88524"/>
                <a:gd name="connsiteX36" fmla="*/ 77049 w 393440"/>
                <a:gd name="connsiteY36" fmla="*/ 75410 h 88524"/>
                <a:gd name="connsiteX37" fmla="*/ 80327 w 393440"/>
                <a:gd name="connsiteY37" fmla="*/ 73770 h 88524"/>
                <a:gd name="connsiteX38" fmla="*/ 77049 w 393440"/>
                <a:gd name="connsiteY38" fmla="*/ 77049 h 88524"/>
                <a:gd name="connsiteX39" fmla="*/ 73770 w 393440"/>
                <a:gd name="connsiteY39" fmla="*/ 78688 h 88524"/>
                <a:gd name="connsiteX40" fmla="*/ 77049 w 393440"/>
                <a:gd name="connsiteY40" fmla="*/ 78688 h 88524"/>
                <a:gd name="connsiteX41" fmla="*/ 77049 w 393440"/>
                <a:gd name="connsiteY41" fmla="*/ 83606 h 88524"/>
                <a:gd name="connsiteX42" fmla="*/ 81967 w 393440"/>
                <a:gd name="connsiteY42" fmla="*/ 83606 h 88524"/>
                <a:gd name="connsiteX43" fmla="*/ 85245 w 393440"/>
                <a:gd name="connsiteY43" fmla="*/ 83606 h 88524"/>
                <a:gd name="connsiteX44" fmla="*/ 90164 w 393440"/>
                <a:gd name="connsiteY44" fmla="*/ 85246 h 88524"/>
                <a:gd name="connsiteX45" fmla="*/ 91803 w 393440"/>
                <a:gd name="connsiteY45" fmla="*/ 83606 h 88524"/>
                <a:gd name="connsiteX46" fmla="*/ 96721 w 393440"/>
                <a:gd name="connsiteY46" fmla="*/ 85246 h 88524"/>
                <a:gd name="connsiteX47" fmla="*/ 100000 w 393440"/>
                <a:gd name="connsiteY47" fmla="*/ 85246 h 88524"/>
                <a:gd name="connsiteX48" fmla="*/ 103278 w 393440"/>
                <a:gd name="connsiteY48" fmla="*/ 85246 h 88524"/>
                <a:gd name="connsiteX49" fmla="*/ 108196 w 393440"/>
                <a:gd name="connsiteY49" fmla="*/ 83606 h 88524"/>
                <a:gd name="connsiteX50" fmla="*/ 111475 w 393440"/>
                <a:gd name="connsiteY50" fmla="*/ 83606 h 88524"/>
                <a:gd name="connsiteX51" fmla="*/ 116393 w 393440"/>
                <a:gd name="connsiteY51" fmla="*/ 83606 h 88524"/>
                <a:gd name="connsiteX52" fmla="*/ 119672 w 393440"/>
                <a:gd name="connsiteY52" fmla="*/ 80328 h 88524"/>
                <a:gd name="connsiteX53" fmla="*/ 122950 w 393440"/>
                <a:gd name="connsiteY53" fmla="*/ 78688 h 88524"/>
                <a:gd name="connsiteX54" fmla="*/ 127868 w 393440"/>
                <a:gd name="connsiteY54" fmla="*/ 77049 h 88524"/>
                <a:gd name="connsiteX55" fmla="*/ 124590 w 393440"/>
                <a:gd name="connsiteY55" fmla="*/ 80328 h 88524"/>
                <a:gd name="connsiteX56" fmla="*/ 127868 w 393440"/>
                <a:gd name="connsiteY56" fmla="*/ 80328 h 88524"/>
                <a:gd name="connsiteX57" fmla="*/ 132786 w 393440"/>
                <a:gd name="connsiteY57" fmla="*/ 77049 h 88524"/>
                <a:gd name="connsiteX58" fmla="*/ 136065 w 393440"/>
                <a:gd name="connsiteY58" fmla="*/ 75410 h 88524"/>
                <a:gd name="connsiteX59" fmla="*/ 139344 w 393440"/>
                <a:gd name="connsiteY59" fmla="*/ 75410 h 88524"/>
                <a:gd name="connsiteX60" fmla="*/ 142622 w 393440"/>
                <a:gd name="connsiteY60" fmla="*/ 77049 h 88524"/>
                <a:gd name="connsiteX61" fmla="*/ 139344 w 393440"/>
                <a:gd name="connsiteY61" fmla="*/ 78688 h 88524"/>
                <a:gd name="connsiteX62" fmla="*/ 136065 w 393440"/>
                <a:gd name="connsiteY62" fmla="*/ 80328 h 88524"/>
                <a:gd name="connsiteX63" fmla="*/ 131147 w 393440"/>
                <a:gd name="connsiteY63" fmla="*/ 83606 h 88524"/>
                <a:gd name="connsiteX64" fmla="*/ 127868 w 393440"/>
                <a:gd name="connsiteY64" fmla="*/ 86885 h 88524"/>
                <a:gd name="connsiteX65" fmla="*/ 131147 w 393440"/>
                <a:gd name="connsiteY65" fmla="*/ 86885 h 88524"/>
                <a:gd name="connsiteX66" fmla="*/ 136065 w 393440"/>
                <a:gd name="connsiteY66" fmla="*/ 86885 h 88524"/>
                <a:gd name="connsiteX67" fmla="*/ 139344 w 393440"/>
                <a:gd name="connsiteY67" fmla="*/ 88524 h 88524"/>
                <a:gd name="connsiteX68" fmla="*/ 144262 w 393440"/>
                <a:gd name="connsiteY68" fmla="*/ 88524 h 88524"/>
                <a:gd name="connsiteX69" fmla="*/ 147540 w 393440"/>
                <a:gd name="connsiteY69" fmla="*/ 86885 h 88524"/>
                <a:gd name="connsiteX70" fmla="*/ 152458 w 393440"/>
                <a:gd name="connsiteY70" fmla="*/ 88524 h 88524"/>
                <a:gd name="connsiteX71" fmla="*/ 155737 w 393440"/>
                <a:gd name="connsiteY71" fmla="*/ 86885 h 88524"/>
                <a:gd name="connsiteX72" fmla="*/ 159016 w 393440"/>
                <a:gd name="connsiteY72" fmla="*/ 85246 h 88524"/>
                <a:gd name="connsiteX73" fmla="*/ 163934 w 393440"/>
                <a:gd name="connsiteY73" fmla="*/ 88524 h 88524"/>
                <a:gd name="connsiteX74" fmla="*/ 167212 w 393440"/>
                <a:gd name="connsiteY74" fmla="*/ 86885 h 88524"/>
                <a:gd name="connsiteX75" fmla="*/ 170491 w 393440"/>
                <a:gd name="connsiteY75" fmla="*/ 88524 h 88524"/>
                <a:gd name="connsiteX76" fmla="*/ 175409 w 393440"/>
                <a:gd name="connsiteY76" fmla="*/ 88524 h 88524"/>
                <a:gd name="connsiteX77" fmla="*/ 175409 w 393440"/>
                <a:gd name="connsiteY77" fmla="*/ 85246 h 88524"/>
                <a:gd name="connsiteX78" fmla="*/ 178688 w 393440"/>
                <a:gd name="connsiteY78" fmla="*/ 86885 h 88524"/>
                <a:gd name="connsiteX79" fmla="*/ 183606 w 393440"/>
                <a:gd name="connsiteY79" fmla="*/ 86885 h 88524"/>
                <a:gd name="connsiteX80" fmla="*/ 186884 w 393440"/>
                <a:gd name="connsiteY80" fmla="*/ 86885 h 88524"/>
                <a:gd name="connsiteX81" fmla="*/ 191802 w 393440"/>
                <a:gd name="connsiteY81" fmla="*/ 83606 h 88524"/>
                <a:gd name="connsiteX82" fmla="*/ 190163 w 393440"/>
                <a:gd name="connsiteY82" fmla="*/ 86885 h 88524"/>
                <a:gd name="connsiteX83" fmla="*/ 195081 w 393440"/>
                <a:gd name="connsiteY83" fmla="*/ 86885 h 88524"/>
                <a:gd name="connsiteX84" fmla="*/ 198360 w 393440"/>
                <a:gd name="connsiteY84" fmla="*/ 86885 h 88524"/>
                <a:gd name="connsiteX85" fmla="*/ 201638 w 393440"/>
                <a:gd name="connsiteY85" fmla="*/ 86885 h 88524"/>
                <a:gd name="connsiteX86" fmla="*/ 206557 w 393440"/>
                <a:gd name="connsiteY86" fmla="*/ 86885 h 88524"/>
                <a:gd name="connsiteX87" fmla="*/ 209835 w 393440"/>
                <a:gd name="connsiteY87" fmla="*/ 83606 h 88524"/>
                <a:gd name="connsiteX88" fmla="*/ 209835 w 393440"/>
                <a:gd name="connsiteY88" fmla="*/ 86885 h 88524"/>
                <a:gd name="connsiteX89" fmla="*/ 214753 w 393440"/>
                <a:gd name="connsiteY89" fmla="*/ 86885 h 88524"/>
                <a:gd name="connsiteX90" fmla="*/ 218032 w 393440"/>
                <a:gd name="connsiteY90" fmla="*/ 86885 h 88524"/>
                <a:gd name="connsiteX91" fmla="*/ 222950 w 393440"/>
                <a:gd name="connsiteY91" fmla="*/ 83606 h 88524"/>
                <a:gd name="connsiteX92" fmla="*/ 226229 w 393440"/>
                <a:gd name="connsiteY92" fmla="*/ 80328 h 88524"/>
                <a:gd name="connsiteX93" fmla="*/ 222950 w 393440"/>
                <a:gd name="connsiteY93" fmla="*/ 85246 h 88524"/>
                <a:gd name="connsiteX94" fmla="*/ 226229 w 393440"/>
                <a:gd name="connsiteY94" fmla="*/ 86885 h 88524"/>
                <a:gd name="connsiteX95" fmla="*/ 231147 w 393440"/>
                <a:gd name="connsiteY95" fmla="*/ 86885 h 88524"/>
                <a:gd name="connsiteX96" fmla="*/ 234425 w 393440"/>
                <a:gd name="connsiteY96" fmla="*/ 86885 h 88524"/>
                <a:gd name="connsiteX97" fmla="*/ 239343 w 393440"/>
                <a:gd name="connsiteY97" fmla="*/ 86885 h 88524"/>
                <a:gd name="connsiteX98" fmla="*/ 242622 w 393440"/>
                <a:gd name="connsiteY98" fmla="*/ 86885 h 88524"/>
                <a:gd name="connsiteX99" fmla="*/ 247540 w 393440"/>
                <a:gd name="connsiteY99" fmla="*/ 85246 h 88524"/>
                <a:gd name="connsiteX100" fmla="*/ 250819 w 393440"/>
                <a:gd name="connsiteY100" fmla="*/ 85246 h 88524"/>
                <a:gd name="connsiteX101" fmla="*/ 254097 w 393440"/>
                <a:gd name="connsiteY101" fmla="*/ 85246 h 88524"/>
                <a:gd name="connsiteX102" fmla="*/ 259015 w 393440"/>
                <a:gd name="connsiteY102" fmla="*/ 85246 h 88524"/>
                <a:gd name="connsiteX103" fmla="*/ 262294 w 393440"/>
                <a:gd name="connsiteY103" fmla="*/ 83606 h 88524"/>
                <a:gd name="connsiteX104" fmla="*/ 267212 w 393440"/>
                <a:gd name="connsiteY104" fmla="*/ 81967 h 88524"/>
                <a:gd name="connsiteX105" fmla="*/ 270491 w 393440"/>
                <a:gd name="connsiteY105" fmla="*/ 80328 h 88524"/>
                <a:gd name="connsiteX106" fmla="*/ 270491 w 393440"/>
                <a:gd name="connsiteY106" fmla="*/ 75410 h 88524"/>
                <a:gd name="connsiteX107" fmla="*/ 273769 w 393440"/>
                <a:gd name="connsiteY107" fmla="*/ 73770 h 88524"/>
                <a:gd name="connsiteX108" fmla="*/ 278687 w 393440"/>
                <a:gd name="connsiteY108" fmla="*/ 75410 h 88524"/>
                <a:gd name="connsiteX109" fmla="*/ 277048 w 393440"/>
                <a:gd name="connsiteY109" fmla="*/ 80328 h 88524"/>
                <a:gd name="connsiteX110" fmla="*/ 275409 w 393440"/>
                <a:gd name="connsiteY110" fmla="*/ 83606 h 88524"/>
                <a:gd name="connsiteX111" fmla="*/ 278687 w 393440"/>
                <a:gd name="connsiteY111" fmla="*/ 86885 h 88524"/>
                <a:gd name="connsiteX112" fmla="*/ 281966 w 393440"/>
                <a:gd name="connsiteY112" fmla="*/ 86885 h 88524"/>
                <a:gd name="connsiteX113" fmla="*/ 286884 w 393440"/>
                <a:gd name="connsiteY113" fmla="*/ 86885 h 88524"/>
                <a:gd name="connsiteX114" fmla="*/ 290163 w 393440"/>
                <a:gd name="connsiteY114" fmla="*/ 86885 h 88524"/>
                <a:gd name="connsiteX115" fmla="*/ 293441 w 393440"/>
                <a:gd name="connsiteY115" fmla="*/ 86885 h 88524"/>
                <a:gd name="connsiteX116" fmla="*/ 298359 w 393440"/>
                <a:gd name="connsiteY116" fmla="*/ 88524 h 88524"/>
                <a:gd name="connsiteX117" fmla="*/ 301638 w 393440"/>
                <a:gd name="connsiteY117" fmla="*/ 88524 h 88524"/>
                <a:gd name="connsiteX118" fmla="*/ 306556 w 393440"/>
                <a:gd name="connsiteY118" fmla="*/ 88524 h 88524"/>
                <a:gd name="connsiteX119" fmla="*/ 309835 w 393440"/>
                <a:gd name="connsiteY119" fmla="*/ 86885 h 88524"/>
                <a:gd name="connsiteX120" fmla="*/ 313113 w 393440"/>
                <a:gd name="connsiteY120" fmla="*/ 86885 h 88524"/>
                <a:gd name="connsiteX121" fmla="*/ 318031 w 393440"/>
                <a:gd name="connsiteY121" fmla="*/ 85246 h 88524"/>
                <a:gd name="connsiteX122" fmla="*/ 321310 w 393440"/>
                <a:gd name="connsiteY122" fmla="*/ 85246 h 88524"/>
                <a:gd name="connsiteX123" fmla="*/ 326228 w 393440"/>
                <a:gd name="connsiteY123" fmla="*/ 83606 h 88524"/>
                <a:gd name="connsiteX124" fmla="*/ 329507 w 393440"/>
                <a:gd name="connsiteY124" fmla="*/ 85246 h 88524"/>
                <a:gd name="connsiteX125" fmla="*/ 334425 w 393440"/>
                <a:gd name="connsiteY125" fmla="*/ 85246 h 88524"/>
                <a:gd name="connsiteX126" fmla="*/ 337703 w 393440"/>
                <a:gd name="connsiteY126" fmla="*/ 85246 h 88524"/>
                <a:gd name="connsiteX127" fmla="*/ 340982 w 393440"/>
                <a:gd name="connsiteY127" fmla="*/ 83606 h 88524"/>
                <a:gd name="connsiteX128" fmla="*/ 344261 w 393440"/>
                <a:gd name="connsiteY128" fmla="*/ 83606 h 88524"/>
                <a:gd name="connsiteX129" fmla="*/ 347539 w 393440"/>
                <a:gd name="connsiteY129" fmla="*/ 83606 h 88524"/>
                <a:gd name="connsiteX130" fmla="*/ 352457 w 393440"/>
                <a:gd name="connsiteY130" fmla="*/ 80328 h 88524"/>
                <a:gd name="connsiteX131" fmla="*/ 355736 w 393440"/>
                <a:gd name="connsiteY131" fmla="*/ 77049 h 88524"/>
                <a:gd name="connsiteX132" fmla="*/ 352457 w 393440"/>
                <a:gd name="connsiteY132" fmla="*/ 73770 h 88524"/>
                <a:gd name="connsiteX133" fmla="*/ 357375 w 393440"/>
                <a:gd name="connsiteY133" fmla="*/ 72131 h 88524"/>
                <a:gd name="connsiteX134" fmla="*/ 360654 w 393440"/>
                <a:gd name="connsiteY134" fmla="*/ 72131 h 88524"/>
                <a:gd name="connsiteX135" fmla="*/ 360654 w 393440"/>
                <a:gd name="connsiteY135" fmla="*/ 75410 h 88524"/>
                <a:gd name="connsiteX136" fmla="*/ 365572 w 393440"/>
                <a:gd name="connsiteY136" fmla="*/ 75410 h 88524"/>
                <a:gd name="connsiteX137" fmla="*/ 368851 w 393440"/>
                <a:gd name="connsiteY137" fmla="*/ 75410 h 88524"/>
                <a:gd name="connsiteX138" fmla="*/ 373769 w 393440"/>
                <a:gd name="connsiteY138" fmla="*/ 75410 h 88524"/>
                <a:gd name="connsiteX139" fmla="*/ 377047 w 393440"/>
                <a:gd name="connsiteY139" fmla="*/ 73770 h 88524"/>
                <a:gd name="connsiteX140" fmla="*/ 380326 w 393440"/>
                <a:gd name="connsiteY140" fmla="*/ 73770 h 88524"/>
                <a:gd name="connsiteX141" fmla="*/ 378687 w 393440"/>
                <a:gd name="connsiteY141" fmla="*/ 68852 h 88524"/>
                <a:gd name="connsiteX142" fmla="*/ 375408 w 393440"/>
                <a:gd name="connsiteY142" fmla="*/ 68852 h 88524"/>
                <a:gd name="connsiteX143" fmla="*/ 370490 w 393440"/>
                <a:gd name="connsiteY143" fmla="*/ 68852 h 88524"/>
                <a:gd name="connsiteX144" fmla="*/ 367211 w 393440"/>
                <a:gd name="connsiteY144" fmla="*/ 70492 h 88524"/>
                <a:gd name="connsiteX145" fmla="*/ 367211 w 393440"/>
                <a:gd name="connsiteY145" fmla="*/ 70492 h 88524"/>
                <a:gd name="connsiteX146" fmla="*/ 362294 w 393440"/>
                <a:gd name="connsiteY146" fmla="*/ 70492 h 88524"/>
                <a:gd name="connsiteX147" fmla="*/ 359015 w 393440"/>
                <a:gd name="connsiteY147" fmla="*/ 72131 h 88524"/>
                <a:gd name="connsiteX148" fmla="*/ 360654 w 393440"/>
                <a:gd name="connsiteY148" fmla="*/ 67213 h 88524"/>
                <a:gd name="connsiteX149" fmla="*/ 363933 w 393440"/>
                <a:gd name="connsiteY149" fmla="*/ 67213 h 88524"/>
                <a:gd name="connsiteX150" fmla="*/ 368851 w 393440"/>
                <a:gd name="connsiteY150" fmla="*/ 67213 h 88524"/>
                <a:gd name="connsiteX151" fmla="*/ 370490 w 393440"/>
                <a:gd name="connsiteY151" fmla="*/ 67213 h 88524"/>
                <a:gd name="connsiteX152" fmla="*/ 373769 w 393440"/>
                <a:gd name="connsiteY152" fmla="*/ 65573 h 88524"/>
                <a:gd name="connsiteX153" fmla="*/ 377047 w 393440"/>
                <a:gd name="connsiteY153" fmla="*/ 63934 h 88524"/>
                <a:gd name="connsiteX154" fmla="*/ 381966 w 393440"/>
                <a:gd name="connsiteY154" fmla="*/ 63934 h 88524"/>
                <a:gd name="connsiteX155" fmla="*/ 385244 w 393440"/>
                <a:gd name="connsiteY155" fmla="*/ 62295 h 88524"/>
                <a:gd name="connsiteX156" fmla="*/ 388523 w 393440"/>
                <a:gd name="connsiteY156" fmla="*/ 60656 h 88524"/>
                <a:gd name="connsiteX157" fmla="*/ 393441 w 393440"/>
                <a:gd name="connsiteY157" fmla="*/ 57377 h 88524"/>
                <a:gd name="connsiteX158" fmla="*/ 388523 w 393440"/>
                <a:gd name="connsiteY158" fmla="*/ 54098 h 88524"/>
                <a:gd name="connsiteX159" fmla="*/ 385244 w 393440"/>
                <a:gd name="connsiteY159" fmla="*/ 54098 h 88524"/>
                <a:gd name="connsiteX160" fmla="*/ 383605 w 393440"/>
                <a:gd name="connsiteY160" fmla="*/ 54098 h 88524"/>
                <a:gd name="connsiteX161" fmla="*/ 378687 w 393440"/>
                <a:gd name="connsiteY161" fmla="*/ 54098 h 88524"/>
                <a:gd name="connsiteX162" fmla="*/ 375408 w 393440"/>
                <a:gd name="connsiteY162" fmla="*/ 54098 h 88524"/>
                <a:gd name="connsiteX163" fmla="*/ 378687 w 393440"/>
                <a:gd name="connsiteY163" fmla="*/ 52459 h 88524"/>
                <a:gd name="connsiteX164" fmla="*/ 383605 w 393440"/>
                <a:gd name="connsiteY164" fmla="*/ 52459 h 88524"/>
                <a:gd name="connsiteX165" fmla="*/ 385244 w 393440"/>
                <a:gd name="connsiteY165" fmla="*/ 52459 h 88524"/>
                <a:gd name="connsiteX166" fmla="*/ 385244 w 393440"/>
                <a:gd name="connsiteY166" fmla="*/ 50820 h 88524"/>
                <a:gd name="connsiteX167" fmla="*/ 381966 w 393440"/>
                <a:gd name="connsiteY167" fmla="*/ 49180 h 88524"/>
                <a:gd name="connsiteX168" fmla="*/ 377047 w 393440"/>
                <a:gd name="connsiteY168" fmla="*/ 49180 h 88524"/>
                <a:gd name="connsiteX169" fmla="*/ 373769 w 393440"/>
                <a:gd name="connsiteY169" fmla="*/ 47541 h 88524"/>
                <a:gd name="connsiteX170" fmla="*/ 368851 w 393440"/>
                <a:gd name="connsiteY170" fmla="*/ 47541 h 88524"/>
                <a:gd name="connsiteX171" fmla="*/ 365572 w 393440"/>
                <a:gd name="connsiteY171" fmla="*/ 49180 h 88524"/>
                <a:gd name="connsiteX172" fmla="*/ 362294 w 393440"/>
                <a:gd name="connsiteY172" fmla="*/ 49180 h 88524"/>
                <a:gd name="connsiteX173" fmla="*/ 359015 w 393440"/>
                <a:gd name="connsiteY173" fmla="*/ 47541 h 88524"/>
                <a:gd name="connsiteX174" fmla="*/ 362294 w 393440"/>
                <a:gd name="connsiteY174" fmla="*/ 44262 h 88524"/>
                <a:gd name="connsiteX175" fmla="*/ 359015 w 393440"/>
                <a:gd name="connsiteY175" fmla="*/ 42623 h 88524"/>
                <a:gd name="connsiteX176" fmla="*/ 354097 w 393440"/>
                <a:gd name="connsiteY176" fmla="*/ 42623 h 88524"/>
                <a:gd name="connsiteX177" fmla="*/ 350818 w 393440"/>
                <a:gd name="connsiteY177" fmla="*/ 42623 h 88524"/>
                <a:gd name="connsiteX178" fmla="*/ 347539 w 393440"/>
                <a:gd name="connsiteY178" fmla="*/ 42623 h 88524"/>
                <a:gd name="connsiteX179" fmla="*/ 342621 w 393440"/>
                <a:gd name="connsiteY179" fmla="*/ 40983 h 88524"/>
                <a:gd name="connsiteX180" fmla="*/ 339343 w 393440"/>
                <a:gd name="connsiteY180" fmla="*/ 40983 h 88524"/>
                <a:gd name="connsiteX181" fmla="*/ 334425 w 393440"/>
                <a:gd name="connsiteY181" fmla="*/ 40983 h 88524"/>
                <a:gd name="connsiteX182" fmla="*/ 331146 w 393440"/>
                <a:gd name="connsiteY182" fmla="*/ 40983 h 88524"/>
                <a:gd name="connsiteX183" fmla="*/ 327867 w 393440"/>
                <a:gd name="connsiteY183" fmla="*/ 42623 h 88524"/>
                <a:gd name="connsiteX184" fmla="*/ 322949 w 393440"/>
                <a:gd name="connsiteY184" fmla="*/ 42623 h 88524"/>
                <a:gd name="connsiteX185" fmla="*/ 319671 w 393440"/>
                <a:gd name="connsiteY185" fmla="*/ 44262 h 88524"/>
                <a:gd name="connsiteX186" fmla="*/ 314753 w 393440"/>
                <a:gd name="connsiteY186" fmla="*/ 44262 h 88524"/>
                <a:gd name="connsiteX187" fmla="*/ 311474 w 393440"/>
                <a:gd name="connsiteY187" fmla="*/ 44262 h 88524"/>
                <a:gd name="connsiteX188" fmla="*/ 308195 w 393440"/>
                <a:gd name="connsiteY188" fmla="*/ 44262 h 88524"/>
                <a:gd name="connsiteX189" fmla="*/ 303277 w 393440"/>
                <a:gd name="connsiteY189" fmla="*/ 42623 h 88524"/>
                <a:gd name="connsiteX190" fmla="*/ 299999 w 393440"/>
                <a:gd name="connsiteY190" fmla="*/ 42623 h 88524"/>
                <a:gd name="connsiteX191" fmla="*/ 295081 w 393440"/>
                <a:gd name="connsiteY191" fmla="*/ 42623 h 88524"/>
                <a:gd name="connsiteX192" fmla="*/ 291802 w 393440"/>
                <a:gd name="connsiteY192" fmla="*/ 42623 h 88524"/>
                <a:gd name="connsiteX193" fmla="*/ 288523 w 393440"/>
                <a:gd name="connsiteY193" fmla="*/ 44262 h 88524"/>
                <a:gd name="connsiteX194" fmla="*/ 283605 w 393440"/>
                <a:gd name="connsiteY194" fmla="*/ 44262 h 88524"/>
                <a:gd name="connsiteX195" fmla="*/ 280327 w 393440"/>
                <a:gd name="connsiteY195" fmla="*/ 45901 h 88524"/>
                <a:gd name="connsiteX196" fmla="*/ 275409 w 393440"/>
                <a:gd name="connsiteY196" fmla="*/ 45901 h 88524"/>
                <a:gd name="connsiteX197" fmla="*/ 272130 w 393440"/>
                <a:gd name="connsiteY197" fmla="*/ 45901 h 88524"/>
                <a:gd name="connsiteX198" fmla="*/ 267212 w 393440"/>
                <a:gd name="connsiteY198" fmla="*/ 49180 h 88524"/>
                <a:gd name="connsiteX199" fmla="*/ 263933 w 393440"/>
                <a:gd name="connsiteY199" fmla="*/ 47541 h 88524"/>
                <a:gd name="connsiteX200" fmla="*/ 260654 w 393440"/>
                <a:gd name="connsiteY200" fmla="*/ 47541 h 88524"/>
                <a:gd name="connsiteX201" fmla="*/ 255737 w 393440"/>
                <a:gd name="connsiteY201" fmla="*/ 49180 h 88524"/>
                <a:gd name="connsiteX202" fmla="*/ 252458 w 393440"/>
                <a:gd name="connsiteY202" fmla="*/ 49180 h 88524"/>
                <a:gd name="connsiteX203" fmla="*/ 249179 w 393440"/>
                <a:gd name="connsiteY203" fmla="*/ 50820 h 88524"/>
                <a:gd name="connsiteX204" fmla="*/ 244261 w 393440"/>
                <a:gd name="connsiteY204" fmla="*/ 50820 h 88524"/>
                <a:gd name="connsiteX205" fmla="*/ 240982 w 393440"/>
                <a:gd name="connsiteY205" fmla="*/ 50820 h 88524"/>
                <a:gd name="connsiteX206" fmla="*/ 237704 w 393440"/>
                <a:gd name="connsiteY206" fmla="*/ 50820 h 88524"/>
                <a:gd name="connsiteX207" fmla="*/ 232786 w 393440"/>
                <a:gd name="connsiteY207" fmla="*/ 50820 h 88524"/>
                <a:gd name="connsiteX208" fmla="*/ 229507 w 393440"/>
                <a:gd name="connsiteY208" fmla="*/ 52459 h 88524"/>
                <a:gd name="connsiteX209" fmla="*/ 234425 w 393440"/>
                <a:gd name="connsiteY209" fmla="*/ 55737 h 88524"/>
                <a:gd name="connsiteX210" fmla="*/ 237704 w 393440"/>
                <a:gd name="connsiteY210" fmla="*/ 55737 h 88524"/>
                <a:gd name="connsiteX211" fmla="*/ 234425 w 393440"/>
                <a:gd name="connsiteY211" fmla="*/ 55737 h 88524"/>
                <a:gd name="connsiteX212" fmla="*/ 229507 w 393440"/>
                <a:gd name="connsiteY212" fmla="*/ 55737 h 88524"/>
                <a:gd name="connsiteX213" fmla="*/ 226229 w 393440"/>
                <a:gd name="connsiteY213" fmla="*/ 55737 h 88524"/>
                <a:gd name="connsiteX214" fmla="*/ 222950 w 393440"/>
                <a:gd name="connsiteY214" fmla="*/ 55737 h 88524"/>
                <a:gd name="connsiteX215" fmla="*/ 218032 w 393440"/>
                <a:gd name="connsiteY215" fmla="*/ 55737 h 88524"/>
                <a:gd name="connsiteX216" fmla="*/ 214753 w 393440"/>
                <a:gd name="connsiteY216" fmla="*/ 57377 h 88524"/>
                <a:gd name="connsiteX217" fmla="*/ 211474 w 393440"/>
                <a:gd name="connsiteY217" fmla="*/ 57377 h 88524"/>
                <a:gd name="connsiteX218" fmla="*/ 214753 w 393440"/>
                <a:gd name="connsiteY218" fmla="*/ 55737 h 88524"/>
                <a:gd name="connsiteX219" fmla="*/ 211474 w 393440"/>
                <a:gd name="connsiteY219" fmla="*/ 54098 h 88524"/>
                <a:gd name="connsiteX220" fmla="*/ 208196 w 393440"/>
                <a:gd name="connsiteY220" fmla="*/ 54098 h 88524"/>
                <a:gd name="connsiteX221" fmla="*/ 203278 w 393440"/>
                <a:gd name="connsiteY221" fmla="*/ 49180 h 88524"/>
                <a:gd name="connsiteX222" fmla="*/ 199999 w 393440"/>
                <a:gd name="connsiteY222" fmla="*/ 49180 h 88524"/>
                <a:gd name="connsiteX223" fmla="*/ 195081 w 393440"/>
                <a:gd name="connsiteY223" fmla="*/ 50820 h 88524"/>
                <a:gd name="connsiteX224" fmla="*/ 191802 w 393440"/>
                <a:gd name="connsiteY224" fmla="*/ 50820 h 88524"/>
                <a:gd name="connsiteX225" fmla="*/ 188524 w 393440"/>
                <a:gd name="connsiteY225" fmla="*/ 54098 h 88524"/>
                <a:gd name="connsiteX226" fmla="*/ 188524 w 393440"/>
                <a:gd name="connsiteY226" fmla="*/ 50820 h 88524"/>
                <a:gd name="connsiteX227" fmla="*/ 185245 w 393440"/>
                <a:gd name="connsiteY227" fmla="*/ 50820 h 88524"/>
                <a:gd name="connsiteX228" fmla="*/ 181966 w 393440"/>
                <a:gd name="connsiteY228" fmla="*/ 50820 h 88524"/>
                <a:gd name="connsiteX229" fmla="*/ 177048 w 393440"/>
                <a:gd name="connsiteY229" fmla="*/ 52459 h 88524"/>
                <a:gd name="connsiteX230" fmla="*/ 173770 w 393440"/>
                <a:gd name="connsiteY230" fmla="*/ 52459 h 88524"/>
                <a:gd name="connsiteX231" fmla="*/ 170491 w 393440"/>
                <a:gd name="connsiteY231" fmla="*/ 54098 h 88524"/>
                <a:gd name="connsiteX232" fmla="*/ 173770 w 393440"/>
                <a:gd name="connsiteY232" fmla="*/ 52459 h 88524"/>
                <a:gd name="connsiteX233" fmla="*/ 170491 w 393440"/>
                <a:gd name="connsiteY233" fmla="*/ 49180 h 88524"/>
                <a:gd name="connsiteX234" fmla="*/ 165573 w 393440"/>
                <a:gd name="connsiteY234" fmla="*/ 47541 h 88524"/>
                <a:gd name="connsiteX235" fmla="*/ 162294 w 393440"/>
                <a:gd name="connsiteY235" fmla="*/ 49180 h 88524"/>
                <a:gd name="connsiteX236" fmla="*/ 159016 w 393440"/>
                <a:gd name="connsiteY236" fmla="*/ 49180 h 88524"/>
                <a:gd name="connsiteX237" fmla="*/ 157376 w 393440"/>
                <a:gd name="connsiteY237" fmla="*/ 52459 h 88524"/>
                <a:gd name="connsiteX238" fmla="*/ 154098 w 393440"/>
                <a:gd name="connsiteY238" fmla="*/ 55737 h 88524"/>
                <a:gd name="connsiteX239" fmla="*/ 149180 w 393440"/>
                <a:gd name="connsiteY239" fmla="*/ 54098 h 88524"/>
                <a:gd name="connsiteX240" fmla="*/ 149180 w 393440"/>
                <a:gd name="connsiteY240" fmla="*/ 49180 h 88524"/>
                <a:gd name="connsiteX241" fmla="*/ 144262 w 393440"/>
                <a:gd name="connsiteY241" fmla="*/ 49180 h 88524"/>
                <a:gd name="connsiteX242" fmla="*/ 140983 w 393440"/>
                <a:gd name="connsiteY242" fmla="*/ 50820 h 88524"/>
                <a:gd name="connsiteX243" fmla="*/ 137704 w 393440"/>
                <a:gd name="connsiteY243" fmla="*/ 50820 h 88524"/>
                <a:gd name="connsiteX244" fmla="*/ 140983 w 393440"/>
                <a:gd name="connsiteY244" fmla="*/ 50820 h 88524"/>
                <a:gd name="connsiteX245" fmla="*/ 136065 w 393440"/>
                <a:gd name="connsiteY245" fmla="*/ 50820 h 88524"/>
                <a:gd name="connsiteX246" fmla="*/ 140983 w 393440"/>
                <a:gd name="connsiteY246" fmla="*/ 49180 h 88524"/>
                <a:gd name="connsiteX247" fmla="*/ 144262 w 393440"/>
                <a:gd name="connsiteY247" fmla="*/ 49180 h 88524"/>
                <a:gd name="connsiteX248" fmla="*/ 149180 w 393440"/>
                <a:gd name="connsiteY248" fmla="*/ 49180 h 88524"/>
                <a:gd name="connsiteX249" fmla="*/ 152458 w 393440"/>
                <a:gd name="connsiteY249" fmla="*/ 47541 h 88524"/>
                <a:gd name="connsiteX250" fmla="*/ 155737 w 393440"/>
                <a:gd name="connsiteY250" fmla="*/ 44262 h 88524"/>
                <a:gd name="connsiteX251" fmla="*/ 154098 w 393440"/>
                <a:gd name="connsiteY251" fmla="*/ 40983 h 88524"/>
                <a:gd name="connsiteX252" fmla="*/ 149180 w 393440"/>
                <a:gd name="connsiteY252" fmla="*/ 40983 h 88524"/>
                <a:gd name="connsiteX253" fmla="*/ 145901 w 393440"/>
                <a:gd name="connsiteY253" fmla="*/ 42623 h 88524"/>
                <a:gd name="connsiteX254" fmla="*/ 147540 w 393440"/>
                <a:gd name="connsiteY254" fmla="*/ 37705 h 88524"/>
                <a:gd name="connsiteX255" fmla="*/ 145901 w 393440"/>
                <a:gd name="connsiteY255" fmla="*/ 36065 h 88524"/>
                <a:gd name="connsiteX256" fmla="*/ 140983 w 393440"/>
                <a:gd name="connsiteY256" fmla="*/ 37705 h 88524"/>
                <a:gd name="connsiteX257" fmla="*/ 137704 w 393440"/>
                <a:gd name="connsiteY257" fmla="*/ 37705 h 88524"/>
                <a:gd name="connsiteX258" fmla="*/ 134426 w 393440"/>
                <a:gd name="connsiteY258" fmla="*/ 37705 h 88524"/>
                <a:gd name="connsiteX259" fmla="*/ 131147 w 393440"/>
                <a:gd name="connsiteY259" fmla="*/ 37705 h 88524"/>
                <a:gd name="connsiteX260" fmla="*/ 126229 w 393440"/>
                <a:gd name="connsiteY260" fmla="*/ 37705 h 88524"/>
                <a:gd name="connsiteX261" fmla="*/ 122950 w 393440"/>
                <a:gd name="connsiteY261" fmla="*/ 37705 h 88524"/>
                <a:gd name="connsiteX262" fmla="*/ 118032 w 393440"/>
                <a:gd name="connsiteY262" fmla="*/ 39344 h 88524"/>
                <a:gd name="connsiteX263" fmla="*/ 114754 w 393440"/>
                <a:gd name="connsiteY263" fmla="*/ 39344 h 88524"/>
                <a:gd name="connsiteX264" fmla="*/ 111475 w 393440"/>
                <a:gd name="connsiteY264" fmla="*/ 40983 h 88524"/>
                <a:gd name="connsiteX265" fmla="*/ 114754 w 393440"/>
                <a:gd name="connsiteY265" fmla="*/ 37705 h 88524"/>
                <a:gd name="connsiteX266" fmla="*/ 119672 w 393440"/>
                <a:gd name="connsiteY266" fmla="*/ 37705 h 88524"/>
                <a:gd name="connsiteX267" fmla="*/ 122950 w 393440"/>
                <a:gd name="connsiteY267" fmla="*/ 36065 h 88524"/>
                <a:gd name="connsiteX268" fmla="*/ 127868 w 393440"/>
                <a:gd name="connsiteY268" fmla="*/ 34426 h 88524"/>
                <a:gd name="connsiteX269" fmla="*/ 131147 w 393440"/>
                <a:gd name="connsiteY269" fmla="*/ 34426 h 88524"/>
                <a:gd name="connsiteX270" fmla="*/ 134426 w 393440"/>
                <a:gd name="connsiteY270" fmla="*/ 34426 h 88524"/>
                <a:gd name="connsiteX271" fmla="*/ 139344 w 393440"/>
                <a:gd name="connsiteY271" fmla="*/ 34426 h 88524"/>
                <a:gd name="connsiteX272" fmla="*/ 142622 w 393440"/>
                <a:gd name="connsiteY272" fmla="*/ 34426 h 88524"/>
                <a:gd name="connsiteX273" fmla="*/ 137704 w 393440"/>
                <a:gd name="connsiteY273" fmla="*/ 32787 h 88524"/>
                <a:gd name="connsiteX274" fmla="*/ 134426 w 393440"/>
                <a:gd name="connsiteY274" fmla="*/ 32787 h 88524"/>
                <a:gd name="connsiteX275" fmla="*/ 131147 w 393440"/>
                <a:gd name="connsiteY275" fmla="*/ 34426 h 88524"/>
                <a:gd name="connsiteX276" fmla="*/ 126229 w 393440"/>
                <a:gd name="connsiteY276" fmla="*/ 34426 h 88524"/>
                <a:gd name="connsiteX277" fmla="*/ 129508 w 393440"/>
                <a:gd name="connsiteY277" fmla="*/ 32787 h 88524"/>
                <a:gd name="connsiteX278" fmla="*/ 126229 w 393440"/>
                <a:gd name="connsiteY278" fmla="*/ 31147 h 88524"/>
                <a:gd name="connsiteX279" fmla="*/ 122950 w 393440"/>
                <a:gd name="connsiteY279" fmla="*/ 31147 h 88524"/>
                <a:gd name="connsiteX280" fmla="*/ 118032 w 393440"/>
                <a:gd name="connsiteY280" fmla="*/ 31147 h 88524"/>
                <a:gd name="connsiteX281" fmla="*/ 114754 w 393440"/>
                <a:gd name="connsiteY281" fmla="*/ 31147 h 88524"/>
                <a:gd name="connsiteX282" fmla="*/ 119672 w 393440"/>
                <a:gd name="connsiteY282" fmla="*/ 29508 h 88524"/>
                <a:gd name="connsiteX283" fmla="*/ 114754 w 393440"/>
                <a:gd name="connsiteY283" fmla="*/ 27869 h 88524"/>
                <a:gd name="connsiteX284" fmla="*/ 119672 w 393440"/>
                <a:gd name="connsiteY284" fmla="*/ 27869 h 88524"/>
                <a:gd name="connsiteX285" fmla="*/ 122950 w 393440"/>
                <a:gd name="connsiteY285" fmla="*/ 29508 h 88524"/>
                <a:gd name="connsiteX286" fmla="*/ 127868 w 393440"/>
                <a:gd name="connsiteY286" fmla="*/ 29508 h 88524"/>
                <a:gd name="connsiteX287" fmla="*/ 131147 w 393440"/>
                <a:gd name="connsiteY287" fmla="*/ 31147 h 88524"/>
                <a:gd name="connsiteX288" fmla="*/ 134426 w 393440"/>
                <a:gd name="connsiteY288" fmla="*/ 31147 h 88524"/>
                <a:gd name="connsiteX289" fmla="*/ 139344 w 393440"/>
                <a:gd name="connsiteY289" fmla="*/ 31147 h 88524"/>
                <a:gd name="connsiteX290" fmla="*/ 142622 w 393440"/>
                <a:gd name="connsiteY290" fmla="*/ 31147 h 88524"/>
                <a:gd name="connsiteX291" fmla="*/ 145901 w 393440"/>
                <a:gd name="connsiteY291" fmla="*/ 31147 h 88524"/>
                <a:gd name="connsiteX292" fmla="*/ 142622 w 393440"/>
                <a:gd name="connsiteY292" fmla="*/ 31147 h 88524"/>
                <a:gd name="connsiteX293" fmla="*/ 145901 w 393440"/>
                <a:gd name="connsiteY293" fmla="*/ 31147 h 88524"/>
                <a:gd name="connsiteX294" fmla="*/ 150819 w 393440"/>
                <a:gd name="connsiteY294" fmla="*/ 29508 h 88524"/>
                <a:gd name="connsiteX295" fmla="*/ 152458 w 393440"/>
                <a:gd name="connsiteY295" fmla="*/ 31147 h 88524"/>
                <a:gd name="connsiteX296" fmla="*/ 155737 w 393440"/>
                <a:gd name="connsiteY296" fmla="*/ 31147 h 88524"/>
                <a:gd name="connsiteX297" fmla="*/ 159016 w 393440"/>
                <a:gd name="connsiteY297" fmla="*/ 31147 h 88524"/>
                <a:gd name="connsiteX298" fmla="*/ 163934 w 393440"/>
                <a:gd name="connsiteY298" fmla="*/ 31147 h 88524"/>
                <a:gd name="connsiteX299" fmla="*/ 168852 w 393440"/>
                <a:gd name="connsiteY299" fmla="*/ 29508 h 88524"/>
                <a:gd name="connsiteX300" fmla="*/ 172130 w 393440"/>
                <a:gd name="connsiteY300" fmla="*/ 29508 h 88524"/>
                <a:gd name="connsiteX301" fmla="*/ 168852 w 393440"/>
                <a:gd name="connsiteY301" fmla="*/ 24590 h 88524"/>
                <a:gd name="connsiteX302" fmla="*/ 163934 w 393440"/>
                <a:gd name="connsiteY302" fmla="*/ 24590 h 88524"/>
                <a:gd name="connsiteX303" fmla="*/ 160655 w 393440"/>
                <a:gd name="connsiteY303" fmla="*/ 24590 h 88524"/>
                <a:gd name="connsiteX304" fmla="*/ 159016 w 393440"/>
                <a:gd name="connsiteY304" fmla="*/ 24590 h 88524"/>
                <a:gd name="connsiteX305" fmla="*/ 155737 w 393440"/>
                <a:gd name="connsiteY305" fmla="*/ 22951 h 88524"/>
                <a:gd name="connsiteX306" fmla="*/ 150819 w 393440"/>
                <a:gd name="connsiteY306" fmla="*/ 22951 h 88524"/>
                <a:gd name="connsiteX307" fmla="*/ 147540 w 393440"/>
                <a:gd name="connsiteY307" fmla="*/ 22951 h 88524"/>
                <a:gd name="connsiteX308" fmla="*/ 144262 w 393440"/>
                <a:gd name="connsiteY308" fmla="*/ 21311 h 88524"/>
                <a:gd name="connsiteX309" fmla="*/ 139344 w 393440"/>
                <a:gd name="connsiteY309" fmla="*/ 21311 h 88524"/>
                <a:gd name="connsiteX310" fmla="*/ 134426 w 393440"/>
                <a:gd name="connsiteY310" fmla="*/ 21311 h 88524"/>
                <a:gd name="connsiteX311" fmla="*/ 131147 w 393440"/>
                <a:gd name="connsiteY311" fmla="*/ 21311 h 88524"/>
                <a:gd name="connsiteX312" fmla="*/ 127868 w 393440"/>
                <a:gd name="connsiteY312" fmla="*/ 21311 h 88524"/>
                <a:gd name="connsiteX313" fmla="*/ 131147 w 393440"/>
                <a:gd name="connsiteY313" fmla="*/ 19672 h 88524"/>
                <a:gd name="connsiteX314" fmla="*/ 136065 w 393440"/>
                <a:gd name="connsiteY314" fmla="*/ 19672 h 88524"/>
                <a:gd name="connsiteX315" fmla="*/ 139344 w 393440"/>
                <a:gd name="connsiteY315" fmla="*/ 19672 h 88524"/>
                <a:gd name="connsiteX316" fmla="*/ 144262 w 393440"/>
                <a:gd name="connsiteY316" fmla="*/ 19672 h 88524"/>
                <a:gd name="connsiteX317" fmla="*/ 147540 w 393440"/>
                <a:gd name="connsiteY317" fmla="*/ 21311 h 88524"/>
                <a:gd name="connsiteX318" fmla="*/ 150819 w 393440"/>
                <a:gd name="connsiteY318" fmla="*/ 19672 h 88524"/>
                <a:gd name="connsiteX319" fmla="*/ 149180 w 393440"/>
                <a:gd name="connsiteY319" fmla="*/ 16393 h 88524"/>
                <a:gd name="connsiteX320" fmla="*/ 145901 w 393440"/>
                <a:gd name="connsiteY320" fmla="*/ 14754 h 88524"/>
                <a:gd name="connsiteX321" fmla="*/ 140983 w 393440"/>
                <a:gd name="connsiteY321" fmla="*/ 13115 h 88524"/>
                <a:gd name="connsiteX322" fmla="*/ 137704 w 393440"/>
                <a:gd name="connsiteY322" fmla="*/ 13115 h 88524"/>
                <a:gd name="connsiteX323" fmla="*/ 134426 w 393440"/>
                <a:gd name="connsiteY323" fmla="*/ 13115 h 88524"/>
                <a:gd name="connsiteX324" fmla="*/ 129508 w 393440"/>
                <a:gd name="connsiteY324" fmla="*/ 13115 h 88524"/>
                <a:gd name="connsiteX325" fmla="*/ 124590 w 393440"/>
                <a:gd name="connsiteY325" fmla="*/ 13115 h 88524"/>
                <a:gd name="connsiteX326" fmla="*/ 121311 w 393440"/>
                <a:gd name="connsiteY326" fmla="*/ 13115 h 88524"/>
                <a:gd name="connsiteX327" fmla="*/ 118032 w 393440"/>
                <a:gd name="connsiteY327" fmla="*/ 14754 h 88524"/>
                <a:gd name="connsiteX328" fmla="*/ 113114 w 393440"/>
                <a:gd name="connsiteY328" fmla="*/ 14754 h 88524"/>
                <a:gd name="connsiteX329" fmla="*/ 109836 w 393440"/>
                <a:gd name="connsiteY329" fmla="*/ 16393 h 88524"/>
                <a:gd name="connsiteX330" fmla="*/ 106557 w 393440"/>
                <a:gd name="connsiteY330" fmla="*/ 14754 h 88524"/>
                <a:gd name="connsiteX331" fmla="*/ 101639 w 393440"/>
                <a:gd name="connsiteY331" fmla="*/ 16393 h 88524"/>
                <a:gd name="connsiteX332" fmla="*/ 98360 w 393440"/>
                <a:gd name="connsiteY332" fmla="*/ 16393 h 88524"/>
                <a:gd name="connsiteX333" fmla="*/ 95082 w 393440"/>
                <a:gd name="connsiteY333" fmla="*/ 14754 h 88524"/>
                <a:gd name="connsiteX334" fmla="*/ 90164 w 393440"/>
                <a:gd name="connsiteY334" fmla="*/ 14754 h 88524"/>
                <a:gd name="connsiteX335" fmla="*/ 86885 w 393440"/>
                <a:gd name="connsiteY335" fmla="*/ 18033 h 88524"/>
                <a:gd name="connsiteX336" fmla="*/ 83606 w 393440"/>
                <a:gd name="connsiteY336" fmla="*/ 19672 h 88524"/>
                <a:gd name="connsiteX337" fmla="*/ 78688 w 393440"/>
                <a:gd name="connsiteY337" fmla="*/ 19672 h 88524"/>
                <a:gd name="connsiteX338" fmla="*/ 75410 w 393440"/>
                <a:gd name="connsiteY338" fmla="*/ 21311 h 88524"/>
                <a:gd name="connsiteX339" fmla="*/ 70492 w 393440"/>
                <a:gd name="connsiteY339" fmla="*/ 21311 h 88524"/>
                <a:gd name="connsiteX340" fmla="*/ 73770 w 393440"/>
                <a:gd name="connsiteY340" fmla="*/ 19672 h 88524"/>
                <a:gd name="connsiteX341" fmla="*/ 78688 w 393440"/>
                <a:gd name="connsiteY341" fmla="*/ 18033 h 88524"/>
                <a:gd name="connsiteX342" fmla="*/ 81967 w 393440"/>
                <a:gd name="connsiteY342" fmla="*/ 18033 h 88524"/>
                <a:gd name="connsiteX343" fmla="*/ 86885 w 393440"/>
                <a:gd name="connsiteY343" fmla="*/ 16393 h 88524"/>
                <a:gd name="connsiteX344" fmla="*/ 90164 w 393440"/>
                <a:gd name="connsiteY344" fmla="*/ 14754 h 88524"/>
                <a:gd name="connsiteX345" fmla="*/ 91803 w 393440"/>
                <a:gd name="connsiteY345" fmla="*/ 9836 h 88524"/>
                <a:gd name="connsiteX346" fmla="*/ 88524 w 393440"/>
                <a:gd name="connsiteY346" fmla="*/ 8197 h 88524"/>
                <a:gd name="connsiteX347" fmla="*/ 83606 w 393440"/>
                <a:gd name="connsiteY347" fmla="*/ 4918 h 88524"/>
                <a:gd name="connsiteX348" fmla="*/ 80327 w 393440"/>
                <a:gd name="connsiteY348" fmla="*/ 4918 h 88524"/>
                <a:gd name="connsiteX349" fmla="*/ 77049 w 393440"/>
                <a:gd name="connsiteY349" fmla="*/ 6557 h 88524"/>
                <a:gd name="connsiteX350" fmla="*/ 72131 w 393440"/>
                <a:gd name="connsiteY350" fmla="*/ 6557 h 88524"/>
                <a:gd name="connsiteX351" fmla="*/ 68852 w 393440"/>
                <a:gd name="connsiteY351" fmla="*/ 4918 h 88524"/>
                <a:gd name="connsiteX352" fmla="*/ 65573 w 393440"/>
                <a:gd name="connsiteY352" fmla="*/ 3279 h 88524"/>
                <a:gd name="connsiteX353" fmla="*/ 60655 w 393440"/>
                <a:gd name="connsiteY353" fmla="*/ 3279 h 88524"/>
                <a:gd name="connsiteX354" fmla="*/ 57377 w 393440"/>
                <a:gd name="connsiteY354" fmla="*/ 3279 h 88524"/>
                <a:gd name="connsiteX355" fmla="*/ 54098 w 393440"/>
                <a:gd name="connsiteY355" fmla="*/ 3279 h 88524"/>
                <a:gd name="connsiteX356" fmla="*/ 49180 w 393440"/>
                <a:gd name="connsiteY356" fmla="*/ 1639 h 88524"/>
                <a:gd name="connsiteX357" fmla="*/ 45901 w 393440"/>
                <a:gd name="connsiteY357" fmla="*/ 1639 h 88524"/>
                <a:gd name="connsiteX358" fmla="*/ 42623 w 393440"/>
                <a:gd name="connsiteY358" fmla="*/ 0 h 88524"/>
                <a:gd name="connsiteX359" fmla="*/ 37705 w 393440"/>
                <a:gd name="connsiteY359" fmla="*/ 1639 h 88524"/>
                <a:gd name="connsiteX360" fmla="*/ 34426 w 393440"/>
                <a:gd name="connsiteY360" fmla="*/ 1639 h 88524"/>
                <a:gd name="connsiteX361" fmla="*/ 29508 w 393440"/>
                <a:gd name="connsiteY361" fmla="*/ 1639 h 88524"/>
                <a:gd name="connsiteX362" fmla="*/ 26229 w 393440"/>
                <a:gd name="connsiteY362" fmla="*/ 1639 h 88524"/>
                <a:gd name="connsiteX363" fmla="*/ 21311 w 393440"/>
                <a:gd name="connsiteY363" fmla="*/ 3279 h 88524"/>
                <a:gd name="connsiteX364" fmla="*/ 18033 w 393440"/>
                <a:gd name="connsiteY364" fmla="*/ 3279 h 88524"/>
                <a:gd name="connsiteX365" fmla="*/ 14754 w 393440"/>
                <a:gd name="connsiteY365" fmla="*/ 3279 h 88524"/>
                <a:gd name="connsiteX366" fmla="*/ 9836 w 393440"/>
                <a:gd name="connsiteY366" fmla="*/ 4918 h 88524"/>
                <a:gd name="connsiteX367" fmla="*/ 11475 w 393440"/>
                <a:gd name="connsiteY367" fmla="*/ 8197 h 88524"/>
                <a:gd name="connsiteX368" fmla="*/ 14754 w 393440"/>
                <a:gd name="connsiteY368" fmla="*/ 9836 h 88524"/>
                <a:gd name="connsiteX369" fmla="*/ 11475 w 393440"/>
                <a:gd name="connsiteY369" fmla="*/ 9836 h 88524"/>
                <a:gd name="connsiteX370" fmla="*/ 6557 w 393440"/>
                <a:gd name="connsiteY370" fmla="*/ 11475 h 88524"/>
                <a:gd name="connsiteX371" fmla="*/ 3279 w 393440"/>
                <a:gd name="connsiteY371" fmla="*/ 9836 h 88524"/>
                <a:gd name="connsiteX372" fmla="*/ 0 w 393440"/>
                <a:gd name="connsiteY372" fmla="*/ 11475 h 88524"/>
                <a:gd name="connsiteX373" fmla="*/ 3279 w 393440"/>
                <a:gd name="connsiteY373" fmla="*/ 13115 h 88524"/>
                <a:gd name="connsiteX374" fmla="*/ 6557 w 393440"/>
                <a:gd name="connsiteY374" fmla="*/ 13115 h 88524"/>
                <a:gd name="connsiteX375" fmla="*/ 11475 w 393440"/>
                <a:gd name="connsiteY375" fmla="*/ 14754 h 88524"/>
                <a:gd name="connsiteX376" fmla="*/ 14754 w 393440"/>
                <a:gd name="connsiteY376" fmla="*/ 16393 h 88524"/>
                <a:gd name="connsiteX377" fmla="*/ 19672 w 393440"/>
                <a:gd name="connsiteY377" fmla="*/ 16393 h 88524"/>
                <a:gd name="connsiteX378" fmla="*/ 22951 w 393440"/>
                <a:gd name="connsiteY378" fmla="*/ 16393 h 88524"/>
                <a:gd name="connsiteX379" fmla="*/ 26229 w 393440"/>
                <a:gd name="connsiteY379" fmla="*/ 16393 h 88524"/>
                <a:gd name="connsiteX380" fmla="*/ 22951 w 393440"/>
                <a:gd name="connsiteY380" fmla="*/ 18033 h 88524"/>
                <a:gd name="connsiteX381" fmla="*/ 19672 w 393440"/>
                <a:gd name="connsiteY381" fmla="*/ 18033 h 88524"/>
                <a:gd name="connsiteX382" fmla="*/ 14754 w 393440"/>
                <a:gd name="connsiteY382" fmla="*/ 18033 h 88524"/>
                <a:gd name="connsiteX383" fmla="*/ 11475 w 393440"/>
                <a:gd name="connsiteY383" fmla="*/ 19672 h 88524"/>
                <a:gd name="connsiteX384" fmla="*/ 11475 w 393440"/>
                <a:gd name="connsiteY384" fmla="*/ 22951 h 88524"/>
                <a:gd name="connsiteX385" fmla="*/ 16393 w 393440"/>
                <a:gd name="connsiteY385" fmla="*/ 22951 h 88524"/>
                <a:gd name="connsiteX386" fmla="*/ 19672 w 393440"/>
                <a:gd name="connsiteY386" fmla="*/ 22951 h 88524"/>
                <a:gd name="connsiteX387" fmla="*/ 24590 w 393440"/>
                <a:gd name="connsiteY387" fmla="*/ 22951 h 88524"/>
                <a:gd name="connsiteX388" fmla="*/ 27869 w 393440"/>
                <a:gd name="connsiteY388" fmla="*/ 24590 h 88524"/>
                <a:gd name="connsiteX389" fmla="*/ 31147 w 393440"/>
                <a:gd name="connsiteY389" fmla="*/ 24590 h 88524"/>
                <a:gd name="connsiteX390" fmla="*/ 34426 w 393440"/>
                <a:gd name="connsiteY390" fmla="*/ 24590 h 88524"/>
                <a:gd name="connsiteX391" fmla="*/ 31147 w 393440"/>
                <a:gd name="connsiteY391" fmla="*/ 24590 h 88524"/>
                <a:gd name="connsiteX392" fmla="*/ 27869 w 393440"/>
                <a:gd name="connsiteY392" fmla="*/ 26229 h 88524"/>
                <a:gd name="connsiteX393" fmla="*/ 22951 w 393440"/>
                <a:gd name="connsiteY393" fmla="*/ 26229 h 88524"/>
                <a:gd name="connsiteX394" fmla="*/ 19672 w 393440"/>
                <a:gd name="connsiteY394" fmla="*/ 26229 h 88524"/>
                <a:gd name="connsiteX395" fmla="*/ 22951 w 393440"/>
                <a:gd name="connsiteY395" fmla="*/ 27869 h 88524"/>
                <a:gd name="connsiteX396" fmla="*/ 27869 w 393440"/>
                <a:gd name="connsiteY396" fmla="*/ 27869 h 88524"/>
                <a:gd name="connsiteX397" fmla="*/ 31147 w 393440"/>
                <a:gd name="connsiteY397" fmla="*/ 27869 h 88524"/>
                <a:gd name="connsiteX398" fmla="*/ 36065 w 393440"/>
                <a:gd name="connsiteY398" fmla="*/ 26229 h 88524"/>
                <a:gd name="connsiteX399" fmla="*/ 39344 w 393440"/>
                <a:gd name="connsiteY399" fmla="*/ 26229 h 88524"/>
                <a:gd name="connsiteX400" fmla="*/ 44262 w 393440"/>
                <a:gd name="connsiteY400" fmla="*/ 26229 h 88524"/>
                <a:gd name="connsiteX401" fmla="*/ 47541 w 393440"/>
                <a:gd name="connsiteY401" fmla="*/ 26229 h 88524"/>
                <a:gd name="connsiteX402" fmla="*/ 50820 w 393440"/>
                <a:gd name="connsiteY402" fmla="*/ 27869 h 88524"/>
                <a:gd name="connsiteX403" fmla="*/ 55737 w 393440"/>
                <a:gd name="connsiteY403" fmla="*/ 27869 h 8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</a:cxnLst>
              <a:rect l="l" t="t" r="r" b="b"/>
              <a:pathLst>
                <a:path w="393440" h="88524">
                  <a:moveTo>
                    <a:pt x="55737" y="27869"/>
                  </a:moveTo>
                  <a:lnTo>
                    <a:pt x="60655" y="27869"/>
                  </a:lnTo>
                  <a:lnTo>
                    <a:pt x="63934" y="24590"/>
                  </a:lnTo>
                  <a:lnTo>
                    <a:pt x="67213" y="26229"/>
                  </a:lnTo>
                  <a:lnTo>
                    <a:pt x="70492" y="24590"/>
                  </a:lnTo>
                  <a:lnTo>
                    <a:pt x="75410" y="24590"/>
                  </a:lnTo>
                  <a:lnTo>
                    <a:pt x="78688" y="22951"/>
                  </a:lnTo>
                  <a:lnTo>
                    <a:pt x="80327" y="27869"/>
                  </a:lnTo>
                  <a:lnTo>
                    <a:pt x="81967" y="31147"/>
                  </a:lnTo>
                  <a:lnTo>
                    <a:pt x="78688" y="34426"/>
                  </a:lnTo>
                  <a:lnTo>
                    <a:pt x="80327" y="37705"/>
                  </a:lnTo>
                  <a:lnTo>
                    <a:pt x="85245" y="39344"/>
                  </a:lnTo>
                  <a:lnTo>
                    <a:pt x="81967" y="44262"/>
                  </a:lnTo>
                  <a:lnTo>
                    <a:pt x="80327" y="47541"/>
                  </a:lnTo>
                  <a:lnTo>
                    <a:pt x="77049" y="50820"/>
                  </a:lnTo>
                  <a:lnTo>
                    <a:pt x="72131" y="50820"/>
                  </a:lnTo>
                  <a:lnTo>
                    <a:pt x="68852" y="52459"/>
                  </a:lnTo>
                  <a:lnTo>
                    <a:pt x="65573" y="54098"/>
                  </a:lnTo>
                  <a:lnTo>
                    <a:pt x="62295" y="55737"/>
                  </a:lnTo>
                  <a:lnTo>
                    <a:pt x="57377" y="57377"/>
                  </a:lnTo>
                  <a:lnTo>
                    <a:pt x="54098" y="60656"/>
                  </a:lnTo>
                  <a:lnTo>
                    <a:pt x="52459" y="63934"/>
                  </a:lnTo>
                  <a:lnTo>
                    <a:pt x="55737" y="65573"/>
                  </a:lnTo>
                  <a:lnTo>
                    <a:pt x="59016" y="65573"/>
                  </a:lnTo>
                  <a:lnTo>
                    <a:pt x="55737" y="67213"/>
                  </a:lnTo>
                  <a:lnTo>
                    <a:pt x="50820" y="68852"/>
                  </a:lnTo>
                  <a:lnTo>
                    <a:pt x="50820" y="72131"/>
                  </a:lnTo>
                  <a:lnTo>
                    <a:pt x="47541" y="75410"/>
                  </a:lnTo>
                  <a:lnTo>
                    <a:pt x="47541" y="80328"/>
                  </a:lnTo>
                  <a:lnTo>
                    <a:pt x="52459" y="78688"/>
                  </a:lnTo>
                  <a:lnTo>
                    <a:pt x="55737" y="81967"/>
                  </a:lnTo>
                  <a:lnTo>
                    <a:pt x="60655" y="81967"/>
                  </a:lnTo>
                  <a:lnTo>
                    <a:pt x="63934" y="83606"/>
                  </a:lnTo>
                  <a:lnTo>
                    <a:pt x="65573" y="78688"/>
                  </a:lnTo>
                  <a:lnTo>
                    <a:pt x="68852" y="78688"/>
                  </a:lnTo>
                  <a:lnTo>
                    <a:pt x="73770" y="77049"/>
                  </a:lnTo>
                  <a:lnTo>
                    <a:pt x="77049" y="75410"/>
                  </a:lnTo>
                  <a:lnTo>
                    <a:pt x="80327" y="73770"/>
                  </a:lnTo>
                  <a:lnTo>
                    <a:pt x="77049" y="77049"/>
                  </a:lnTo>
                  <a:lnTo>
                    <a:pt x="73770" y="78688"/>
                  </a:lnTo>
                  <a:lnTo>
                    <a:pt x="77049" y="78688"/>
                  </a:lnTo>
                  <a:lnTo>
                    <a:pt x="77049" y="83606"/>
                  </a:lnTo>
                  <a:lnTo>
                    <a:pt x="81967" y="83606"/>
                  </a:lnTo>
                  <a:lnTo>
                    <a:pt x="85245" y="83606"/>
                  </a:lnTo>
                  <a:lnTo>
                    <a:pt x="90164" y="85246"/>
                  </a:lnTo>
                  <a:lnTo>
                    <a:pt x="91803" y="83606"/>
                  </a:lnTo>
                  <a:lnTo>
                    <a:pt x="96721" y="85246"/>
                  </a:lnTo>
                  <a:lnTo>
                    <a:pt x="100000" y="85246"/>
                  </a:lnTo>
                  <a:lnTo>
                    <a:pt x="103278" y="85246"/>
                  </a:lnTo>
                  <a:lnTo>
                    <a:pt x="108196" y="83606"/>
                  </a:lnTo>
                  <a:lnTo>
                    <a:pt x="111475" y="83606"/>
                  </a:lnTo>
                  <a:lnTo>
                    <a:pt x="116393" y="83606"/>
                  </a:lnTo>
                  <a:lnTo>
                    <a:pt x="119672" y="80328"/>
                  </a:lnTo>
                  <a:lnTo>
                    <a:pt x="122950" y="78688"/>
                  </a:lnTo>
                  <a:lnTo>
                    <a:pt x="127868" y="77049"/>
                  </a:lnTo>
                  <a:lnTo>
                    <a:pt x="124590" y="80328"/>
                  </a:lnTo>
                  <a:lnTo>
                    <a:pt x="127868" y="80328"/>
                  </a:lnTo>
                  <a:lnTo>
                    <a:pt x="132786" y="77049"/>
                  </a:lnTo>
                  <a:lnTo>
                    <a:pt x="136065" y="75410"/>
                  </a:lnTo>
                  <a:lnTo>
                    <a:pt x="139344" y="75410"/>
                  </a:lnTo>
                  <a:lnTo>
                    <a:pt x="142622" y="77049"/>
                  </a:lnTo>
                  <a:lnTo>
                    <a:pt x="139344" y="78688"/>
                  </a:lnTo>
                  <a:lnTo>
                    <a:pt x="136065" y="80328"/>
                  </a:lnTo>
                  <a:lnTo>
                    <a:pt x="131147" y="83606"/>
                  </a:lnTo>
                  <a:lnTo>
                    <a:pt x="127868" y="86885"/>
                  </a:lnTo>
                  <a:lnTo>
                    <a:pt x="131147" y="86885"/>
                  </a:lnTo>
                  <a:lnTo>
                    <a:pt x="136065" y="86885"/>
                  </a:lnTo>
                  <a:lnTo>
                    <a:pt x="139344" y="88524"/>
                  </a:lnTo>
                  <a:lnTo>
                    <a:pt x="144262" y="88524"/>
                  </a:lnTo>
                  <a:lnTo>
                    <a:pt x="147540" y="86885"/>
                  </a:lnTo>
                  <a:lnTo>
                    <a:pt x="152458" y="88524"/>
                  </a:lnTo>
                  <a:lnTo>
                    <a:pt x="155737" y="86885"/>
                  </a:lnTo>
                  <a:lnTo>
                    <a:pt x="159016" y="85246"/>
                  </a:lnTo>
                  <a:lnTo>
                    <a:pt x="163934" y="88524"/>
                  </a:lnTo>
                  <a:lnTo>
                    <a:pt x="167212" y="86885"/>
                  </a:lnTo>
                  <a:lnTo>
                    <a:pt x="170491" y="88524"/>
                  </a:lnTo>
                  <a:lnTo>
                    <a:pt x="175409" y="88524"/>
                  </a:lnTo>
                  <a:lnTo>
                    <a:pt x="175409" y="85246"/>
                  </a:lnTo>
                  <a:lnTo>
                    <a:pt x="178688" y="86885"/>
                  </a:lnTo>
                  <a:lnTo>
                    <a:pt x="183606" y="86885"/>
                  </a:lnTo>
                  <a:lnTo>
                    <a:pt x="186884" y="86885"/>
                  </a:lnTo>
                  <a:lnTo>
                    <a:pt x="191802" y="83606"/>
                  </a:lnTo>
                  <a:lnTo>
                    <a:pt x="190163" y="86885"/>
                  </a:lnTo>
                  <a:lnTo>
                    <a:pt x="195081" y="86885"/>
                  </a:lnTo>
                  <a:lnTo>
                    <a:pt x="198360" y="86885"/>
                  </a:lnTo>
                  <a:lnTo>
                    <a:pt x="201638" y="86885"/>
                  </a:lnTo>
                  <a:lnTo>
                    <a:pt x="206557" y="86885"/>
                  </a:lnTo>
                  <a:lnTo>
                    <a:pt x="209835" y="83606"/>
                  </a:lnTo>
                  <a:lnTo>
                    <a:pt x="209835" y="86885"/>
                  </a:lnTo>
                  <a:lnTo>
                    <a:pt x="214753" y="86885"/>
                  </a:lnTo>
                  <a:lnTo>
                    <a:pt x="218032" y="86885"/>
                  </a:lnTo>
                  <a:lnTo>
                    <a:pt x="222950" y="83606"/>
                  </a:lnTo>
                  <a:lnTo>
                    <a:pt x="226229" y="80328"/>
                  </a:lnTo>
                  <a:lnTo>
                    <a:pt x="222950" y="85246"/>
                  </a:lnTo>
                  <a:lnTo>
                    <a:pt x="226229" y="86885"/>
                  </a:lnTo>
                  <a:lnTo>
                    <a:pt x="231147" y="86885"/>
                  </a:lnTo>
                  <a:lnTo>
                    <a:pt x="234425" y="86885"/>
                  </a:lnTo>
                  <a:lnTo>
                    <a:pt x="239343" y="86885"/>
                  </a:lnTo>
                  <a:lnTo>
                    <a:pt x="242622" y="86885"/>
                  </a:lnTo>
                  <a:lnTo>
                    <a:pt x="247540" y="85246"/>
                  </a:lnTo>
                  <a:lnTo>
                    <a:pt x="250819" y="85246"/>
                  </a:lnTo>
                  <a:lnTo>
                    <a:pt x="254097" y="85246"/>
                  </a:lnTo>
                  <a:lnTo>
                    <a:pt x="259015" y="85246"/>
                  </a:lnTo>
                  <a:lnTo>
                    <a:pt x="262294" y="83606"/>
                  </a:lnTo>
                  <a:lnTo>
                    <a:pt x="267212" y="81967"/>
                  </a:lnTo>
                  <a:lnTo>
                    <a:pt x="270491" y="80328"/>
                  </a:lnTo>
                  <a:lnTo>
                    <a:pt x="270491" y="75410"/>
                  </a:lnTo>
                  <a:lnTo>
                    <a:pt x="273769" y="73770"/>
                  </a:lnTo>
                  <a:lnTo>
                    <a:pt x="278687" y="75410"/>
                  </a:lnTo>
                  <a:lnTo>
                    <a:pt x="277048" y="80328"/>
                  </a:lnTo>
                  <a:lnTo>
                    <a:pt x="275409" y="83606"/>
                  </a:lnTo>
                  <a:lnTo>
                    <a:pt x="278687" y="86885"/>
                  </a:lnTo>
                  <a:lnTo>
                    <a:pt x="281966" y="86885"/>
                  </a:lnTo>
                  <a:lnTo>
                    <a:pt x="286884" y="86885"/>
                  </a:lnTo>
                  <a:lnTo>
                    <a:pt x="290163" y="86885"/>
                  </a:lnTo>
                  <a:lnTo>
                    <a:pt x="293441" y="86885"/>
                  </a:lnTo>
                  <a:lnTo>
                    <a:pt x="298359" y="88524"/>
                  </a:lnTo>
                  <a:lnTo>
                    <a:pt x="301638" y="88524"/>
                  </a:lnTo>
                  <a:lnTo>
                    <a:pt x="306556" y="88524"/>
                  </a:lnTo>
                  <a:lnTo>
                    <a:pt x="309835" y="86885"/>
                  </a:lnTo>
                  <a:lnTo>
                    <a:pt x="313113" y="86885"/>
                  </a:lnTo>
                  <a:lnTo>
                    <a:pt x="318031" y="85246"/>
                  </a:lnTo>
                  <a:lnTo>
                    <a:pt x="321310" y="85246"/>
                  </a:lnTo>
                  <a:lnTo>
                    <a:pt x="326228" y="83606"/>
                  </a:lnTo>
                  <a:lnTo>
                    <a:pt x="329507" y="85246"/>
                  </a:lnTo>
                  <a:lnTo>
                    <a:pt x="334425" y="85246"/>
                  </a:lnTo>
                  <a:lnTo>
                    <a:pt x="337703" y="85246"/>
                  </a:lnTo>
                  <a:lnTo>
                    <a:pt x="340982" y="83606"/>
                  </a:lnTo>
                  <a:lnTo>
                    <a:pt x="344261" y="83606"/>
                  </a:lnTo>
                  <a:lnTo>
                    <a:pt x="347539" y="83606"/>
                  </a:lnTo>
                  <a:lnTo>
                    <a:pt x="352457" y="80328"/>
                  </a:lnTo>
                  <a:lnTo>
                    <a:pt x="355736" y="77049"/>
                  </a:lnTo>
                  <a:lnTo>
                    <a:pt x="352457" y="73770"/>
                  </a:lnTo>
                  <a:lnTo>
                    <a:pt x="357375" y="72131"/>
                  </a:lnTo>
                  <a:lnTo>
                    <a:pt x="360654" y="72131"/>
                  </a:lnTo>
                  <a:lnTo>
                    <a:pt x="360654" y="75410"/>
                  </a:lnTo>
                  <a:lnTo>
                    <a:pt x="365572" y="75410"/>
                  </a:lnTo>
                  <a:lnTo>
                    <a:pt x="368851" y="75410"/>
                  </a:lnTo>
                  <a:lnTo>
                    <a:pt x="373769" y="75410"/>
                  </a:lnTo>
                  <a:lnTo>
                    <a:pt x="377047" y="73770"/>
                  </a:lnTo>
                  <a:lnTo>
                    <a:pt x="380326" y="73770"/>
                  </a:lnTo>
                  <a:lnTo>
                    <a:pt x="378687" y="68852"/>
                  </a:lnTo>
                  <a:lnTo>
                    <a:pt x="375408" y="68852"/>
                  </a:lnTo>
                  <a:lnTo>
                    <a:pt x="370490" y="68852"/>
                  </a:lnTo>
                  <a:lnTo>
                    <a:pt x="367211" y="70492"/>
                  </a:lnTo>
                  <a:lnTo>
                    <a:pt x="367211" y="70492"/>
                  </a:lnTo>
                  <a:lnTo>
                    <a:pt x="362294" y="70492"/>
                  </a:lnTo>
                  <a:lnTo>
                    <a:pt x="359015" y="72131"/>
                  </a:lnTo>
                  <a:lnTo>
                    <a:pt x="360654" y="67213"/>
                  </a:lnTo>
                  <a:lnTo>
                    <a:pt x="363933" y="67213"/>
                  </a:lnTo>
                  <a:lnTo>
                    <a:pt x="368851" y="67213"/>
                  </a:lnTo>
                  <a:lnTo>
                    <a:pt x="370490" y="67213"/>
                  </a:lnTo>
                  <a:lnTo>
                    <a:pt x="373769" y="65573"/>
                  </a:lnTo>
                  <a:lnTo>
                    <a:pt x="377047" y="63934"/>
                  </a:lnTo>
                  <a:lnTo>
                    <a:pt x="381966" y="63934"/>
                  </a:lnTo>
                  <a:lnTo>
                    <a:pt x="385244" y="62295"/>
                  </a:lnTo>
                  <a:lnTo>
                    <a:pt x="388523" y="60656"/>
                  </a:lnTo>
                  <a:lnTo>
                    <a:pt x="393441" y="57377"/>
                  </a:lnTo>
                  <a:lnTo>
                    <a:pt x="388523" y="54098"/>
                  </a:lnTo>
                  <a:lnTo>
                    <a:pt x="385244" y="54098"/>
                  </a:lnTo>
                  <a:lnTo>
                    <a:pt x="383605" y="54098"/>
                  </a:lnTo>
                  <a:lnTo>
                    <a:pt x="378687" y="54098"/>
                  </a:lnTo>
                  <a:lnTo>
                    <a:pt x="375408" y="54098"/>
                  </a:lnTo>
                  <a:lnTo>
                    <a:pt x="378687" y="52459"/>
                  </a:lnTo>
                  <a:lnTo>
                    <a:pt x="383605" y="52459"/>
                  </a:lnTo>
                  <a:lnTo>
                    <a:pt x="385244" y="52459"/>
                  </a:lnTo>
                  <a:lnTo>
                    <a:pt x="385244" y="50820"/>
                  </a:lnTo>
                  <a:lnTo>
                    <a:pt x="381966" y="49180"/>
                  </a:lnTo>
                  <a:lnTo>
                    <a:pt x="377047" y="49180"/>
                  </a:lnTo>
                  <a:lnTo>
                    <a:pt x="373769" y="47541"/>
                  </a:lnTo>
                  <a:lnTo>
                    <a:pt x="368851" y="47541"/>
                  </a:lnTo>
                  <a:lnTo>
                    <a:pt x="365572" y="49180"/>
                  </a:lnTo>
                  <a:lnTo>
                    <a:pt x="362294" y="49180"/>
                  </a:lnTo>
                  <a:lnTo>
                    <a:pt x="359015" y="47541"/>
                  </a:lnTo>
                  <a:lnTo>
                    <a:pt x="362294" y="44262"/>
                  </a:lnTo>
                  <a:lnTo>
                    <a:pt x="359015" y="42623"/>
                  </a:lnTo>
                  <a:lnTo>
                    <a:pt x="354097" y="42623"/>
                  </a:lnTo>
                  <a:lnTo>
                    <a:pt x="350818" y="42623"/>
                  </a:lnTo>
                  <a:lnTo>
                    <a:pt x="347539" y="42623"/>
                  </a:lnTo>
                  <a:lnTo>
                    <a:pt x="342621" y="40983"/>
                  </a:lnTo>
                  <a:lnTo>
                    <a:pt x="339343" y="40983"/>
                  </a:lnTo>
                  <a:lnTo>
                    <a:pt x="334425" y="40983"/>
                  </a:lnTo>
                  <a:lnTo>
                    <a:pt x="331146" y="40983"/>
                  </a:lnTo>
                  <a:lnTo>
                    <a:pt x="327867" y="42623"/>
                  </a:lnTo>
                  <a:lnTo>
                    <a:pt x="322949" y="42623"/>
                  </a:lnTo>
                  <a:lnTo>
                    <a:pt x="319671" y="44262"/>
                  </a:lnTo>
                  <a:lnTo>
                    <a:pt x="314753" y="44262"/>
                  </a:lnTo>
                  <a:lnTo>
                    <a:pt x="311474" y="44262"/>
                  </a:lnTo>
                  <a:lnTo>
                    <a:pt x="308195" y="44262"/>
                  </a:lnTo>
                  <a:lnTo>
                    <a:pt x="303277" y="42623"/>
                  </a:lnTo>
                  <a:lnTo>
                    <a:pt x="299999" y="42623"/>
                  </a:lnTo>
                  <a:lnTo>
                    <a:pt x="295081" y="42623"/>
                  </a:lnTo>
                  <a:lnTo>
                    <a:pt x="291802" y="42623"/>
                  </a:lnTo>
                  <a:lnTo>
                    <a:pt x="288523" y="44262"/>
                  </a:lnTo>
                  <a:lnTo>
                    <a:pt x="283605" y="44262"/>
                  </a:lnTo>
                  <a:lnTo>
                    <a:pt x="280327" y="45901"/>
                  </a:lnTo>
                  <a:lnTo>
                    <a:pt x="275409" y="45901"/>
                  </a:lnTo>
                  <a:lnTo>
                    <a:pt x="272130" y="45901"/>
                  </a:lnTo>
                  <a:lnTo>
                    <a:pt x="267212" y="49180"/>
                  </a:lnTo>
                  <a:lnTo>
                    <a:pt x="263933" y="47541"/>
                  </a:lnTo>
                  <a:lnTo>
                    <a:pt x="260654" y="47541"/>
                  </a:lnTo>
                  <a:lnTo>
                    <a:pt x="255737" y="49180"/>
                  </a:lnTo>
                  <a:lnTo>
                    <a:pt x="252458" y="49180"/>
                  </a:lnTo>
                  <a:lnTo>
                    <a:pt x="249179" y="50820"/>
                  </a:lnTo>
                  <a:lnTo>
                    <a:pt x="244261" y="50820"/>
                  </a:lnTo>
                  <a:lnTo>
                    <a:pt x="240982" y="50820"/>
                  </a:lnTo>
                  <a:lnTo>
                    <a:pt x="237704" y="50820"/>
                  </a:lnTo>
                  <a:lnTo>
                    <a:pt x="232786" y="50820"/>
                  </a:lnTo>
                  <a:lnTo>
                    <a:pt x="229507" y="52459"/>
                  </a:lnTo>
                  <a:lnTo>
                    <a:pt x="234425" y="55737"/>
                  </a:lnTo>
                  <a:lnTo>
                    <a:pt x="237704" y="55737"/>
                  </a:lnTo>
                  <a:lnTo>
                    <a:pt x="234425" y="55737"/>
                  </a:lnTo>
                  <a:lnTo>
                    <a:pt x="229507" y="55737"/>
                  </a:lnTo>
                  <a:lnTo>
                    <a:pt x="226229" y="55737"/>
                  </a:lnTo>
                  <a:lnTo>
                    <a:pt x="222950" y="55737"/>
                  </a:lnTo>
                  <a:lnTo>
                    <a:pt x="218032" y="55737"/>
                  </a:lnTo>
                  <a:lnTo>
                    <a:pt x="214753" y="57377"/>
                  </a:lnTo>
                  <a:lnTo>
                    <a:pt x="211474" y="57377"/>
                  </a:lnTo>
                  <a:lnTo>
                    <a:pt x="214753" y="55737"/>
                  </a:lnTo>
                  <a:lnTo>
                    <a:pt x="211474" y="54098"/>
                  </a:lnTo>
                  <a:lnTo>
                    <a:pt x="208196" y="54098"/>
                  </a:lnTo>
                  <a:lnTo>
                    <a:pt x="203278" y="49180"/>
                  </a:lnTo>
                  <a:lnTo>
                    <a:pt x="199999" y="49180"/>
                  </a:lnTo>
                  <a:lnTo>
                    <a:pt x="195081" y="50820"/>
                  </a:lnTo>
                  <a:lnTo>
                    <a:pt x="191802" y="50820"/>
                  </a:lnTo>
                  <a:lnTo>
                    <a:pt x="188524" y="54098"/>
                  </a:lnTo>
                  <a:lnTo>
                    <a:pt x="188524" y="50820"/>
                  </a:lnTo>
                  <a:lnTo>
                    <a:pt x="185245" y="50820"/>
                  </a:lnTo>
                  <a:lnTo>
                    <a:pt x="181966" y="50820"/>
                  </a:lnTo>
                  <a:lnTo>
                    <a:pt x="177048" y="52459"/>
                  </a:lnTo>
                  <a:lnTo>
                    <a:pt x="173770" y="52459"/>
                  </a:lnTo>
                  <a:lnTo>
                    <a:pt x="170491" y="54098"/>
                  </a:lnTo>
                  <a:lnTo>
                    <a:pt x="173770" y="52459"/>
                  </a:lnTo>
                  <a:lnTo>
                    <a:pt x="170491" y="49180"/>
                  </a:lnTo>
                  <a:lnTo>
                    <a:pt x="165573" y="47541"/>
                  </a:lnTo>
                  <a:lnTo>
                    <a:pt x="162294" y="49180"/>
                  </a:lnTo>
                  <a:lnTo>
                    <a:pt x="159016" y="49180"/>
                  </a:lnTo>
                  <a:lnTo>
                    <a:pt x="157376" y="52459"/>
                  </a:lnTo>
                  <a:lnTo>
                    <a:pt x="154098" y="55737"/>
                  </a:lnTo>
                  <a:lnTo>
                    <a:pt x="149180" y="54098"/>
                  </a:lnTo>
                  <a:lnTo>
                    <a:pt x="149180" y="49180"/>
                  </a:lnTo>
                  <a:lnTo>
                    <a:pt x="144262" y="49180"/>
                  </a:lnTo>
                  <a:lnTo>
                    <a:pt x="140983" y="50820"/>
                  </a:lnTo>
                  <a:lnTo>
                    <a:pt x="137704" y="50820"/>
                  </a:lnTo>
                  <a:lnTo>
                    <a:pt x="140983" y="50820"/>
                  </a:lnTo>
                  <a:lnTo>
                    <a:pt x="136065" y="50820"/>
                  </a:lnTo>
                  <a:lnTo>
                    <a:pt x="140983" y="49180"/>
                  </a:lnTo>
                  <a:lnTo>
                    <a:pt x="144262" y="49180"/>
                  </a:lnTo>
                  <a:lnTo>
                    <a:pt x="149180" y="49180"/>
                  </a:lnTo>
                  <a:lnTo>
                    <a:pt x="152458" y="47541"/>
                  </a:lnTo>
                  <a:lnTo>
                    <a:pt x="155737" y="44262"/>
                  </a:lnTo>
                  <a:lnTo>
                    <a:pt x="154098" y="40983"/>
                  </a:lnTo>
                  <a:lnTo>
                    <a:pt x="149180" y="40983"/>
                  </a:lnTo>
                  <a:lnTo>
                    <a:pt x="145901" y="42623"/>
                  </a:lnTo>
                  <a:lnTo>
                    <a:pt x="147540" y="37705"/>
                  </a:lnTo>
                  <a:lnTo>
                    <a:pt x="145901" y="36065"/>
                  </a:lnTo>
                  <a:lnTo>
                    <a:pt x="140983" y="37705"/>
                  </a:lnTo>
                  <a:lnTo>
                    <a:pt x="137704" y="37705"/>
                  </a:lnTo>
                  <a:lnTo>
                    <a:pt x="134426" y="37705"/>
                  </a:lnTo>
                  <a:lnTo>
                    <a:pt x="131147" y="37705"/>
                  </a:lnTo>
                  <a:lnTo>
                    <a:pt x="126229" y="37705"/>
                  </a:lnTo>
                  <a:lnTo>
                    <a:pt x="122950" y="37705"/>
                  </a:lnTo>
                  <a:lnTo>
                    <a:pt x="118032" y="39344"/>
                  </a:lnTo>
                  <a:lnTo>
                    <a:pt x="114754" y="39344"/>
                  </a:lnTo>
                  <a:lnTo>
                    <a:pt x="111475" y="40983"/>
                  </a:lnTo>
                  <a:lnTo>
                    <a:pt x="114754" y="37705"/>
                  </a:lnTo>
                  <a:lnTo>
                    <a:pt x="119672" y="37705"/>
                  </a:lnTo>
                  <a:lnTo>
                    <a:pt x="122950" y="36065"/>
                  </a:lnTo>
                  <a:lnTo>
                    <a:pt x="127868" y="34426"/>
                  </a:lnTo>
                  <a:lnTo>
                    <a:pt x="131147" y="34426"/>
                  </a:lnTo>
                  <a:lnTo>
                    <a:pt x="134426" y="34426"/>
                  </a:lnTo>
                  <a:lnTo>
                    <a:pt x="139344" y="34426"/>
                  </a:lnTo>
                  <a:lnTo>
                    <a:pt x="142622" y="34426"/>
                  </a:lnTo>
                  <a:lnTo>
                    <a:pt x="137704" y="32787"/>
                  </a:lnTo>
                  <a:lnTo>
                    <a:pt x="134426" y="32787"/>
                  </a:lnTo>
                  <a:lnTo>
                    <a:pt x="131147" y="34426"/>
                  </a:lnTo>
                  <a:lnTo>
                    <a:pt x="126229" y="34426"/>
                  </a:lnTo>
                  <a:lnTo>
                    <a:pt x="129508" y="32787"/>
                  </a:lnTo>
                  <a:lnTo>
                    <a:pt x="126229" y="31147"/>
                  </a:lnTo>
                  <a:lnTo>
                    <a:pt x="122950" y="31147"/>
                  </a:lnTo>
                  <a:lnTo>
                    <a:pt x="118032" y="31147"/>
                  </a:lnTo>
                  <a:lnTo>
                    <a:pt x="114754" y="31147"/>
                  </a:lnTo>
                  <a:lnTo>
                    <a:pt x="119672" y="29508"/>
                  </a:lnTo>
                  <a:lnTo>
                    <a:pt x="114754" y="27869"/>
                  </a:lnTo>
                  <a:lnTo>
                    <a:pt x="119672" y="27869"/>
                  </a:lnTo>
                  <a:lnTo>
                    <a:pt x="122950" y="29508"/>
                  </a:lnTo>
                  <a:lnTo>
                    <a:pt x="127868" y="29508"/>
                  </a:lnTo>
                  <a:lnTo>
                    <a:pt x="131147" y="31147"/>
                  </a:lnTo>
                  <a:lnTo>
                    <a:pt x="134426" y="31147"/>
                  </a:lnTo>
                  <a:lnTo>
                    <a:pt x="139344" y="31147"/>
                  </a:lnTo>
                  <a:lnTo>
                    <a:pt x="142622" y="31147"/>
                  </a:lnTo>
                  <a:lnTo>
                    <a:pt x="145901" y="31147"/>
                  </a:lnTo>
                  <a:lnTo>
                    <a:pt x="142622" y="31147"/>
                  </a:lnTo>
                  <a:lnTo>
                    <a:pt x="145901" y="31147"/>
                  </a:lnTo>
                  <a:lnTo>
                    <a:pt x="150819" y="29508"/>
                  </a:lnTo>
                  <a:lnTo>
                    <a:pt x="152458" y="31147"/>
                  </a:lnTo>
                  <a:lnTo>
                    <a:pt x="155737" y="31147"/>
                  </a:lnTo>
                  <a:lnTo>
                    <a:pt x="159016" y="31147"/>
                  </a:lnTo>
                  <a:lnTo>
                    <a:pt x="163934" y="31147"/>
                  </a:lnTo>
                  <a:lnTo>
                    <a:pt x="168852" y="29508"/>
                  </a:lnTo>
                  <a:lnTo>
                    <a:pt x="172130" y="29508"/>
                  </a:lnTo>
                  <a:lnTo>
                    <a:pt x="168852" y="24590"/>
                  </a:lnTo>
                  <a:lnTo>
                    <a:pt x="163934" y="24590"/>
                  </a:lnTo>
                  <a:lnTo>
                    <a:pt x="160655" y="24590"/>
                  </a:lnTo>
                  <a:lnTo>
                    <a:pt x="159016" y="24590"/>
                  </a:lnTo>
                  <a:lnTo>
                    <a:pt x="155737" y="22951"/>
                  </a:lnTo>
                  <a:lnTo>
                    <a:pt x="150819" y="22951"/>
                  </a:lnTo>
                  <a:lnTo>
                    <a:pt x="147540" y="22951"/>
                  </a:lnTo>
                  <a:lnTo>
                    <a:pt x="144262" y="21311"/>
                  </a:lnTo>
                  <a:lnTo>
                    <a:pt x="139344" y="21311"/>
                  </a:lnTo>
                  <a:lnTo>
                    <a:pt x="134426" y="21311"/>
                  </a:lnTo>
                  <a:lnTo>
                    <a:pt x="131147" y="21311"/>
                  </a:lnTo>
                  <a:lnTo>
                    <a:pt x="127868" y="21311"/>
                  </a:lnTo>
                  <a:lnTo>
                    <a:pt x="131147" y="19672"/>
                  </a:lnTo>
                  <a:lnTo>
                    <a:pt x="136065" y="19672"/>
                  </a:lnTo>
                  <a:lnTo>
                    <a:pt x="139344" y="19672"/>
                  </a:lnTo>
                  <a:lnTo>
                    <a:pt x="144262" y="19672"/>
                  </a:lnTo>
                  <a:lnTo>
                    <a:pt x="147540" y="21311"/>
                  </a:lnTo>
                  <a:lnTo>
                    <a:pt x="150819" y="19672"/>
                  </a:lnTo>
                  <a:lnTo>
                    <a:pt x="149180" y="16393"/>
                  </a:lnTo>
                  <a:lnTo>
                    <a:pt x="145901" y="14754"/>
                  </a:lnTo>
                  <a:lnTo>
                    <a:pt x="140983" y="13115"/>
                  </a:lnTo>
                  <a:lnTo>
                    <a:pt x="137704" y="13115"/>
                  </a:lnTo>
                  <a:lnTo>
                    <a:pt x="134426" y="13115"/>
                  </a:lnTo>
                  <a:lnTo>
                    <a:pt x="129508" y="13115"/>
                  </a:lnTo>
                  <a:lnTo>
                    <a:pt x="124590" y="13115"/>
                  </a:lnTo>
                  <a:lnTo>
                    <a:pt x="121311" y="13115"/>
                  </a:lnTo>
                  <a:lnTo>
                    <a:pt x="118032" y="14754"/>
                  </a:lnTo>
                  <a:lnTo>
                    <a:pt x="113114" y="14754"/>
                  </a:lnTo>
                  <a:lnTo>
                    <a:pt x="109836" y="16393"/>
                  </a:lnTo>
                  <a:lnTo>
                    <a:pt x="106557" y="14754"/>
                  </a:lnTo>
                  <a:lnTo>
                    <a:pt x="101639" y="16393"/>
                  </a:lnTo>
                  <a:lnTo>
                    <a:pt x="98360" y="16393"/>
                  </a:lnTo>
                  <a:lnTo>
                    <a:pt x="95082" y="14754"/>
                  </a:lnTo>
                  <a:lnTo>
                    <a:pt x="90164" y="14754"/>
                  </a:lnTo>
                  <a:lnTo>
                    <a:pt x="86885" y="18033"/>
                  </a:lnTo>
                  <a:lnTo>
                    <a:pt x="83606" y="19672"/>
                  </a:lnTo>
                  <a:lnTo>
                    <a:pt x="78688" y="19672"/>
                  </a:lnTo>
                  <a:lnTo>
                    <a:pt x="75410" y="21311"/>
                  </a:lnTo>
                  <a:lnTo>
                    <a:pt x="70492" y="21311"/>
                  </a:lnTo>
                  <a:lnTo>
                    <a:pt x="73770" y="19672"/>
                  </a:lnTo>
                  <a:lnTo>
                    <a:pt x="78688" y="18033"/>
                  </a:lnTo>
                  <a:lnTo>
                    <a:pt x="81967" y="18033"/>
                  </a:lnTo>
                  <a:lnTo>
                    <a:pt x="86885" y="16393"/>
                  </a:lnTo>
                  <a:lnTo>
                    <a:pt x="90164" y="14754"/>
                  </a:lnTo>
                  <a:lnTo>
                    <a:pt x="91803" y="9836"/>
                  </a:lnTo>
                  <a:lnTo>
                    <a:pt x="88524" y="8197"/>
                  </a:lnTo>
                  <a:lnTo>
                    <a:pt x="83606" y="4918"/>
                  </a:lnTo>
                  <a:lnTo>
                    <a:pt x="80327" y="4918"/>
                  </a:lnTo>
                  <a:lnTo>
                    <a:pt x="77049" y="6557"/>
                  </a:lnTo>
                  <a:lnTo>
                    <a:pt x="72131" y="6557"/>
                  </a:lnTo>
                  <a:lnTo>
                    <a:pt x="68852" y="4918"/>
                  </a:lnTo>
                  <a:lnTo>
                    <a:pt x="65573" y="3279"/>
                  </a:lnTo>
                  <a:lnTo>
                    <a:pt x="60655" y="3279"/>
                  </a:lnTo>
                  <a:lnTo>
                    <a:pt x="57377" y="3279"/>
                  </a:lnTo>
                  <a:lnTo>
                    <a:pt x="54098" y="3279"/>
                  </a:lnTo>
                  <a:lnTo>
                    <a:pt x="49180" y="1639"/>
                  </a:lnTo>
                  <a:lnTo>
                    <a:pt x="45901" y="1639"/>
                  </a:lnTo>
                  <a:lnTo>
                    <a:pt x="42623" y="0"/>
                  </a:lnTo>
                  <a:lnTo>
                    <a:pt x="37705" y="1639"/>
                  </a:lnTo>
                  <a:lnTo>
                    <a:pt x="34426" y="1639"/>
                  </a:lnTo>
                  <a:lnTo>
                    <a:pt x="29508" y="1639"/>
                  </a:lnTo>
                  <a:lnTo>
                    <a:pt x="26229" y="1639"/>
                  </a:lnTo>
                  <a:lnTo>
                    <a:pt x="21311" y="3279"/>
                  </a:lnTo>
                  <a:lnTo>
                    <a:pt x="18033" y="3279"/>
                  </a:lnTo>
                  <a:lnTo>
                    <a:pt x="14754" y="3279"/>
                  </a:lnTo>
                  <a:lnTo>
                    <a:pt x="9836" y="4918"/>
                  </a:lnTo>
                  <a:lnTo>
                    <a:pt x="11475" y="8197"/>
                  </a:lnTo>
                  <a:lnTo>
                    <a:pt x="14754" y="9836"/>
                  </a:lnTo>
                  <a:lnTo>
                    <a:pt x="11475" y="9836"/>
                  </a:lnTo>
                  <a:lnTo>
                    <a:pt x="6557" y="11475"/>
                  </a:lnTo>
                  <a:lnTo>
                    <a:pt x="3279" y="9836"/>
                  </a:lnTo>
                  <a:lnTo>
                    <a:pt x="0" y="11475"/>
                  </a:lnTo>
                  <a:lnTo>
                    <a:pt x="3279" y="13115"/>
                  </a:lnTo>
                  <a:lnTo>
                    <a:pt x="6557" y="13115"/>
                  </a:lnTo>
                  <a:lnTo>
                    <a:pt x="11475" y="14754"/>
                  </a:lnTo>
                  <a:lnTo>
                    <a:pt x="14754" y="16393"/>
                  </a:lnTo>
                  <a:lnTo>
                    <a:pt x="19672" y="16393"/>
                  </a:lnTo>
                  <a:lnTo>
                    <a:pt x="22951" y="16393"/>
                  </a:lnTo>
                  <a:lnTo>
                    <a:pt x="26229" y="16393"/>
                  </a:lnTo>
                  <a:lnTo>
                    <a:pt x="22951" y="18033"/>
                  </a:lnTo>
                  <a:lnTo>
                    <a:pt x="19672" y="18033"/>
                  </a:lnTo>
                  <a:lnTo>
                    <a:pt x="14754" y="18033"/>
                  </a:lnTo>
                  <a:lnTo>
                    <a:pt x="11475" y="19672"/>
                  </a:lnTo>
                  <a:lnTo>
                    <a:pt x="11475" y="22951"/>
                  </a:lnTo>
                  <a:lnTo>
                    <a:pt x="16393" y="22951"/>
                  </a:lnTo>
                  <a:lnTo>
                    <a:pt x="19672" y="22951"/>
                  </a:lnTo>
                  <a:lnTo>
                    <a:pt x="24590" y="22951"/>
                  </a:lnTo>
                  <a:lnTo>
                    <a:pt x="27869" y="24590"/>
                  </a:lnTo>
                  <a:lnTo>
                    <a:pt x="31147" y="24590"/>
                  </a:lnTo>
                  <a:lnTo>
                    <a:pt x="34426" y="24590"/>
                  </a:lnTo>
                  <a:lnTo>
                    <a:pt x="31147" y="24590"/>
                  </a:lnTo>
                  <a:lnTo>
                    <a:pt x="27869" y="26229"/>
                  </a:lnTo>
                  <a:lnTo>
                    <a:pt x="22951" y="26229"/>
                  </a:lnTo>
                  <a:lnTo>
                    <a:pt x="19672" y="26229"/>
                  </a:lnTo>
                  <a:lnTo>
                    <a:pt x="22951" y="27869"/>
                  </a:lnTo>
                  <a:lnTo>
                    <a:pt x="27869" y="27869"/>
                  </a:lnTo>
                  <a:lnTo>
                    <a:pt x="31147" y="27869"/>
                  </a:lnTo>
                  <a:lnTo>
                    <a:pt x="36065" y="26229"/>
                  </a:lnTo>
                  <a:lnTo>
                    <a:pt x="39344" y="26229"/>
                  </a:lnTo>
                  <a:lnTo>
                    <a:pt x="44262" y="26229"/>
                  </a:lnTo>
                  <a:lnTo>
                    <a:pt x="47541" y="26229"/>
                  </a:lnTo>
                  <a:lnTo>
                    <a:pt x="50820" y="27869"/>
                  </a:lnTo>
                  <a:lnTo>
                    <a:pt x="55737" y="2786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8" name="Freeform 3467">
              <a:extLst>
                <a:ext uri="{FF2B5EF4-FFF2-40B4-BE49-F238E27FC236}">
                  <a16:creationId xmlns:a16="http://schemas.microsoft.com/office/drawing/2014/main" id="{631CF42B-F7B6-954B-AB56-DB08253BD80E}"/>
                </a:ext>
              </a:extLst>
            </p:cNvPr>
            <p:cNvSpPr/>
            <p:nvPr/>
          </p:nvSpPr>
          <p:spPr>
            <a:xfrm>
              <a:off x="3046833" y="1339500"/>
              <a:ext cx="4918" cy="1639"/>
            </a:xfrm>
            <a:custGeom>
              <a:avLst/>
              <a:gdLst>
                <a:gd name="connsiteX0" fmla="*/ 3279 w 4918"/>
                <a:gd name="connsiteY0" fmla="*/ 1639 h 1639"/>
                <a:gd name="connsiteX1" fmla="*/ 4918 w 4918"/>
                <a:gd name="connsiteY1" fmla="*/ 0 h 1639"/>
                <a:gd name="connsiteX2" fmla="*/ 0 w 491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3279" y="1639"/>
                  </a:move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9" name="Freeform 3468">
              <a:extLst>
                <a:ext uri="{FF2B5EF4-FFF2-40B4-BE49-F238E27FC236}">
                  <a16:creationId xmlns:a16="http://schemas.microsoft.com/office/drawing/2014/main" id="{8A22A7A7-749B-8940-9ADC-64AF2C35930A}"/>
                </a:ext>
              </a:extLst>
            </p:cNvPr>
            <p:cNvSpPr/>
            <p:nvPr/>
          </p:nvSpPr>
          <p:spPr>
            <a:xfrm>
              <a:off x="3056669" y="1257533"/>
              <a:ext cx="8196" cy="6557"/>
            </a:xfrm>
            <a:custGeom>
              <a:avLst/>
              <a:gdLst>
                <a:gd name="connsiteX0" fmla="*/ 6557 w 8196"/>
                <a:gd name="connsiteY0" fmla="*/ 3279 h 6557"/>
                <a:gd name="connsiteX1" fmla="*/ 8197 w 8196"/>
                <a:gd name="connsiteY1" fmla="*/ 3279 h 6557"/>
                <a:gd name="connsiteX2" fmla="*/ 3279 w 8196"/>
                <a:gd name="connsiteY2" fmla="*/ 3279 h 6557"/>
                <a:gd name="connsiteX3" fmla="*/ 0 w 8196"/>
                <a:gd name="connsiteY3" fmla="*/ 0 h 6557"/>
                <a:gd name="connsiteX4" fmla="*/ 0 w 8196"/>
                <a:gd name="connsiteY4" fmla="*/ 4918 h 6557"/>
                <a:gd name="connsiteX5" fmla="*/ 3279 w 8196"/>
                <a:gd name="connsiteY5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6557">
                  <a:moveTo>
                    <a:pt x="6557" y="3279"/>
                  </a:moveTo>
                  <a:lnTo>
                    <a:pt x="8197" y="3279"/>
                  </a:lnTo>
                  <a:lnTo>
                    <a:pt x="3279" y="3279"/>
                  </a:lnTo>
                  <a:lnTo>
                    <a:pt x="0" y="0"/>
                  </a:lnTo>
                  <a:lnTo>
                    <a:pt x="0" y="4918"/>
                  </a:lnTo>
                  <a:lnTo>
                    <a:pt x="327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0" name="Freeform 3469">
              <a:extLst>
                <a:ext uri="{FF2B5EF4-FFF2-40B4-BE49-F238E27FC236}">
                  <a16:creationId xmlns:a16="http://schemas.microsoft.com/office/drawing/2014/main" id="{5F4C2685-2A56-B740-80FE-7615CA85AA5A}"/>
                </a:ext>
              </a:extLst>
            </p:cNvPr>
            <p:cNvSpPr/>
            <p:nvPr/>
          </p:nvSpPr>
          <p:spPr>
            <a:xfrm>
              <a:off x="3058308" y="1114911"/>
              <a:ext cx="18032" cy="6557"/>
            </a:xfrm>
            <a:custGeom>
              <a:avLst/>
              <a:gdLst>
                <a:gd name="connsiteX0" fmla="*/ 0 w 18032"/>
                <a:gd name="connsiteY0" fmla="*/ 4918 h 6557"/>
                <a:gd name="connsiteX1" fmla="*/ 3279 w 18032"/>
                <a:gd name="connsiteY1" fmla="*/ 4918 h 6557"/>
                <a:gd name="connsiteX2" fmla="*/ 4918 w 18032"/>
                <a:gd name="connsiteY2" fmla="*/ 4918 h 6557"/>
                <a:gd name="connsiteX3" fmla="*/ 8197 w 18032"/>
                <a:gd name="connsiteY3" fmla="*/ 6557 h 6557"/>
                <a:gd name="connsiteX4" fmla="*/ 13115 w 18032"/>
                <a:gd name="connsiteY4" fmla="*/ 6557 h 6557"/>
                <a:gd name="connsiteX5" fmla="*/ 16393 w 18032"/>
                <a:gd name="connsiteY5" fmla="*/ 6557 h 6557"/>
                <a:gd name="connsiteX6" fmla="*/ 18033 w 18032"/>
                <a:gd name="connsiteY6" fmla="*/ 4918 h 6557"/>
                <a:gd name="connsiteX7" fmla="*/ 18033 w 18032"/>
                <a:gd name="connsiteY7" fmla="*/ 1639 h 6557"/>
                <a:gd name="connsiteX8" fmla="*/ 14754 w 18032"/>
                <a:gd name="connsiteY8" fmla="*/ 1639 h 6557"/>
                <a:gd name="connsiteX9" fmla="*/ 9836 w 18032"/>
                <a:gd name="connsiteY9" fmla="*/ 1639 h 6557"/>
                <a:gd name="connsiteX10" fmla="*/ 6557 w 18032"/>
                <a:gd name="connsiteY10" fmla="*/ 0 h 6557"/>
                <a:gd name="connsiteX11" fmla="*/ 3279 w 18032"/>
                <a:gd name="connsiteY11" fmla="*/ 1639 h 6557"/>
                <a:gd name="connsiteX12" fmla="*/ 0 w 18032"/>
                <a:gd name="connsiteY12" fmla="*/ 1639 h 6557"/>
                <a:gd name="connsiteX13" fmla="*/ 0 w 18032"/>
                <a:gd name="connsiteY13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032" h="6557">
                  <a:moveTo>
                    <a:pt x="0" y="4918"/>
                  </a:moveTo>
                  <a:lnTo>
                    <a:pt x="3279" y="4918"/>
                  </a:lnTo>
                  <a:lnTo>
                    <a:pt x="4918" y="4918"/>
                  </a:lnTo>
                  <a:lnTo>
                    <a:pt x="8197" y="6557"/>
                  </a:lnTo>
                  <a:lnTo>
                    <a:pt x="13115" y="6557"/>
                  </a:lnTo>
                  <a:lnTo>
                    <a:pt x="16393" y="6557"/>
                  </a:lnTo>
                  <a:lnTo>
                    <a:pt x="18033" y="4918"/>
                  </a:lnTo>
                  <a:lnTo>
                    <a:pt x="18033" y="1639"/>
                  </a:lnTo>
                  <a:lnTo>
                    <a:pt x="14754" y="1639"/>
                  </a:lnTo>
                  <a:lnTo>
                    <a:pt x="9836" y="1639"/>
                  </a:lnTo>
                  <a:lnTo>
                    <a:pt x="6557" y="0"/>
                  </a:lnTo>
                  <a:lnTo>
                    <a:pt x="3279" y="1639"/>
                  </a:lnTo>
                  <a:lnTo>
                    <a:pt x="0" y="1639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1" name="Freeform 3470">
              <a:extLst>
                <a:ext uri="{FF2B5EF4-FFF2-40B4-BE49-F238E27FC236}">
                  <a16:creationId xmlns:a16="http://schemas.microsoft.com/office/drawing/2014/main" id="{5B5743F8-0C64-5F40-A35D-199646FAE0DB}"/>
                </a:ext>
              </a:extLst>
            </p:cNvPr>
            <p:cNvSpPr/>
            <p:nvPr/>
          </p:nvSpPr>
          <p:spPr>
            <a:xfrm>
              <a:off x="3061587" y="909993"/>
              <a:ext cx="14754" cy="6557"/>
            </a:xfrm>
            <a:custGeom>
              <a:avLst/>
              <a:gdLst>
                <a:gd name="connsiteX0" fmla="*/ 14754 w 14754"/>
                <a:gd name="connsiteY0" fmla="*/ 0 h 6557"/>
                <a:gd name="connsiteX1" fmla="*/ 11476 w 14754"/>
                <a:gd name="connsiteY1" fmla="*/ 0 h 6557"/>
                <a:gd name="connsiteX2" fmla="*/ 6557 w 14754"/>
                <a:gd name="connsiteY2" fmla="*/ 0 h 6557"/>
                <a:gd name="connsiteX3" fmla="*/ 3279 w 14754"/>
                <a:gd name="connsiteY3" fmla="*/ 0 h 6557"/>
                <a:gd name="connsiteX4" fmla="*/ 0 w 14754"/>
                <a:gd name="connsiteY4" fmla="*/ 3279 h 6557"/>
                <a:gd name="connsiteX5" fmla="*/ 3279 w 14754"/>
                <a:gd name="connsiteY5" fmla="*/ 6557 h 6557"/>
                <a:gd name="connsiteX6" fmla="*/ 8197 w 14754"/>
                <a:gd name="connsiteY6" fmla="*/ 6557 h 6557"/>
                <a:gd name="connsiteX7" fmla="*/ 11476 w 14754"/>
                <a:gd name="connsiteY7" fmla="*/ 6557 h 6557"/>
                <a:gd name="connsiteX8" fmla="*/ 13115 w 14754"/>
                <a:gd name="connsiteY8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4" h="6557">
                  <a:moveTo>
                    <a:pt x="14754" y="0"/>
                  </a:moveTo>
                  <a:lnTo>
                    <a:pt x="11476" y="0"/>
                  </a:lnTo>
                  <a:lnTo>
                    <a:pt x="6557" y="0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3279" y="6557"/>
                  </a:lnTo>
                  <a:lnTo>
                    <a:pt x="8197" y="6557"/>
                  </a:lnTo>
                  <a:lnTo>
                    <a:pt x="11476" y="6557"/>
                  </a:lnTo>
                  <a:lnTo>
                    <a:pt x="13115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2" name="Freeform 3471">
              <a:extLst>
                <a:ext uri="{FF2B5EF4-FFF2-40B4-BE49-F238E27FC236}">
                  <a16:creationId xmlns:a16="http://schemas.microsoft.com/office/drawing/2014/main" id="{15E6DFE5-A5C3-2440-8C17-E6F9BCC39019}"/>
                </a:ext>
              </a:extLst>
            </p:cNvPr>
            <p:cNvSpPr/>
            <p:nvPr/>
          </p:nvSpPr>
          <p:spPr>
            <a:xfrm>
              <a:off x="3064866" y="903436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8197 w 8196"/>
                <a:gd name="connsiteY1" fmla="*/ 0 h 3278"/>
                <a:gd name="connsiteX2" fmla="*/ 4918 w 8196"/>
                <a:gd name="connsiteY2" fmla="*/ 1639 h 3278"/>
                <a:gd name="connsiteX3" fmla="*/ 0 w 8196"/>
                <a:gd name="connsiteY3" fmla="*/ 3279 h 3278"/>
                <a:gd name="connsiteX4" fmla="*/ 4918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8197" y="0"/>
                  </a:lnTo>
                  <a:lnTo>
                    <a:pt x="4918" y="1639"/>
                  </a:lnTo>
                  <a:lnTo>
                    <a:pt x="0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3" name="Freeform 3472">
              <a:extLst>
                <a:ext uri="{FF2B5EF4-FFF2-40B4-BE49-F238E27FC236}">
                  <a16:creationId xmlns:a16="http://schemas.microsoft.com/office/drawing/2014/main" id="{2F1AEFEC-9F93-4049-94A4-7E0554327B7A}"/>
                </a:ext>
              </a:extLst>
            </p:cNvPr>
            <p:cNvSpPr/>
            <p:nvPr/>
          </p:nvSpPr>
          <p:spPr>
            <a:xfrm>
              <a:off x="3081259" y="816551"/>
              <a:ext cx="85245" cy="32786"/>
            </a:xfrm>
            <a:custGeom>
              <a:avLst/>
              <a:gdLst>
                <a:gd name="connsiteX0" fmla="*/ 9836 w 85245"/>
                <a:gd name="connsiteY0" fmla="*/ 32787 h 32786"/>
                <a:gd name="connsiteX1" fmla="*/ 13114 w 85245"/>
                <a:gd name="connsiteY1" fmla="*/ 32787 h 32786"/>
                <a:gd name="connsiteX2" fmla="*/ 18033 w 85245"/>
                <a:gd name="connsiteY2" fmla="*/ 31147 h 32786"/>
                <a:gd name="connsiteX3" fmla="*/ 21311 w 85245"/>
                <a:gd name="connsiteY3" fmla="*/ 31147 h 32786"/>
                <a:gd name="connsiteX4" fmla="*/ 18033 w 85245"/>
                <a:gd name="connsiteY4" fmla="*/ 31147 h 32786"/>
                <a:gd name="connsiteX5" fmla="*/ 21311 w 85245"/>
                <a:gd name="connsiteY5" fmla="*/ 29508 h 32786"/>
                <a:gd name="connsiteX6" fmla="*/ 24590 w 85245"/>
                <a:gd name="connsiteY6" fmla="*/ 29508 h 32786"/>
                <a:gd name="connsiteX7" fmla="*/ 29508 w 85245"/>
                <a:gd name="connsiteY7" fmla="*/ 29508 h 32786"/>
                <a:gd name="connsiteX8" fmla="*/ 32787 w 85245"/>
                <a:gd name="connsiteY8" fmla="*/ 29508 h 32786"/>
                <a:gd name="connsiteX9" fmla="*/ 36065 w 85245"/>
                <a:gd name="connsiteY9" fmla="*/ 29508 h 32786"/>
                <a:gd name="connsiteX10" fmla="*/ 40983 w 85245"/>
                <a:gd name="connsiteY10" fmla="*/ 29508 h 32786"/>
                <a:gd name="connsiteX11" fmla="*/ 45901 w 85245"/>
                <a:gd name="connsiteY11" fmla="*/ 27869 h 32786"/>
                <a:gd name="connsiteX12" fmla="*/ 49180 w 85245"/>
                <a:gd name="connsiteY12" fmla="*/ 27869 h 32786"/>
                <a:gd name="connsiteX13" fmla="*/ 52459 w 85245"/>
                <a:gd name="connsiteY13" fmla="*/ 27869 h 32786"/>
                <a:gd name="connsiteX14" fmla="*/ 57377 w 85245"/>
                <a:gd name="connsiteY14" fmla="*/ 26229 h 32786"/>
                <a:gd name="connsiteX15" fmla="*/ 60655 w 85245"/>
                <a:gd name="connsiteY15" fmla="*/ 27869 h 32786"/>
                <a:gd name="connsiteX16" fmla="*/ 65573 w 85245"/>
                <a:gd name="connsiteY16" fmla="*/ 26229 h 32786"/>
                <a:gd name="connsiteX17" fmla="*/ 68852 w 85245"/>
                <a:gd name="connsiteY17" fmla="*/ 24590 h 32786"/>
                <a:gd name="connsiteX18" fmla="*/ 72131 w 85245"/>
                <a:gd name="connsiteY18" fmla="*/ 22951 h 32786"/>
                <a:gd name="connsiteX19" fmla="*/ 68852 w 85245"/>
                <a:gd name="connsiteY19" fmla="*/ 19672 h 32786"/>
                <a:gd name="connsiteX20" fmla="*/ 65573 w 85245"/>
                <a:gd name="connsiteY20" fmla="*/ 19672 h 32786"/>
                <a:gd name="connsiteX21" fmla="*/ 70491 w 85245"/>
                <a:gd name="connsiteY21" fmla="*/ 18033 h 32786"/>
                <a:gd name="connsiteX22" fmla="*/ 73770 w 85245"/>
                <a:gd name="connsiteY22" fmla="*/ 16393 h 32786"/>
                <a:gd name="connsiteX23" fmla="*/ 77049 w 85245"/>
                <a:gd name="connsiteY23" fmla="*/ 16393 h 32786"/>
                <a:gd name="connsiteX24" fmla="*/ 81967 w 85245"/>
                <a:gd name="connsiteY24" fmla="*/ 16393 h 32786"/>
                <a:gd name="connsiteX25" fmla="*/ 85245 w 85245"/>
                <a:gd name="connsiteY25" fmla="*/ 14754 h 32786"/>
                <a:gd name="connsiteX26" fmla="*/ 81967 w 85245"/>
                <a:gd name="connsiteY26" fmla="*/ 11475 h 32786"/>
                <a:gd name="connsiteX27" fmla="*/ 77049 w 85245"/>
                <a:gd name="connsiteY27" fmla="*/ 9836 h 32786"/>
                <a:gd name="connsiteX28" fmla="*/ 73770 w 85245"/>
                <a:gd name="connsiteY28" fmla="*/ 9836 h 32786"/>
                <a:gd name="connsiteX29" fmla="*/ 70491 w 85245"/>
                <a:gd name="connsiteY29" fmla="*/ 9836 h 32786"/>
                <a:gd name="connsiteX30" fmla="*/ 65573 w 85245"/>
                <a:gd name="connsiteY30" fmla="*/ 9836 h 32786"/>
                <a:gd name="connsiteX31" fmla="*/ 62295 w 85245"/>
                <a:gd name="connsiteY31" fmla="*/ 9836 h 32786"/>
                <a:gd name="connsiteX32" fmla="*/ 59016 w 85245"/>
                <a:gd name="connsiteY32" fmla="*/ 8197 h 32786"/>
                <a:gd name="connsiteX33" fmla="*/ 62295 w 85245"/>
                <a:gd name="connsiteY33" fmla="*/ 6557 h 32786"/>
                <a:gd name="connsiteX34" fmla="*/ 59016 w 85245"/>
                <a:gd name="connsiteY34" fmla="*/ 4918 h 32786"/>
                <a:gd name="connsiteX35" fmla="*/ 54098 w 85245"/>
                <a:gd name="connsiteY35" fmla="*/ 3279 h 32786"/>
                <a:gd name="connsiteX36" fmla="*/ 50819 w 85245"/>
                <a:gd name="connsiteY36" fmla="*/ 3279 h 32786"/>
                <a:gd name="connsiteX37" fmla="*/ 45901 w 85245"/>
                <a:gd name="connsiteY37" fmla="*/ 1639 h 32786"/>
                <a:gd name="connsiteX38" fmla="*/ 42623 w 85245"/>
                <a:gd name="connsiteY38" fmla="*/ 1639 h 32786"/>
                <a:gd name="connsiteX39" fmla="*/ 39344 w 85245"/>
                <a:gd name="connsiteY39" fmla="*/ 0 h 32786"/>
                <a:gd name="connsiteX40" fmla="*/ 34426 w 85245"/>
                <a:gd name="connsiteY40" fmla="*/ 0 h 32786"/>
                <a:gd name="connsiteX41" fmla="*/ 31147 w 85245"/>
                <a:gd name="connsiteY41" fmla="*/ 0 h 32786"/>
                <a:gd name="connsiteX42" fmla="*/ 26229 w 85245"/>
                <a:gd name="connsiteY42" fmla="*/ 0 h 32786"/>
                <a:gd name="connsiteX43" fmla="*/ 22951 w 85245"/>
                <a:gd name="connsiteY43" fmla="*/ 0 h 32786"/>
                <a:gd name="connsiteX44" fmla="*/ 19672 w 85245"/>
                <a:gd name="connsiteY44" fmla="*/ 0 h 32786"/>
                <a:gd name="connsiteX45" fmla="*/ 16393 w 85245"/>
                <a:gd name="connsiteY45" fmla="*/ 1639 h 32786"/>
                <a:gd name="connsiteX46" fmla="*/ 13114 w 85245"/>
                <a:gd name="connsiteY46" fmla="*/ 4918 h 32786"/>
                <a:gd name="connsiteX47" fmla="*/ 14754 w 85245"/>
                <a:gd name="connsiteY47" fmla="*/ 8197 h 32786"/>
                <a:gd name="connsiteX48" fmla="*/ 9836 w 85245"/>
                <a:gd name="connsiteY48" fmla="*/ 8197 h 32786"/>
                <a:gd name="connsiteX49" fmla="*/ 6557 w 85245"/>
                <a:gd name="connsiteY49" fmla="*/ 8197 h 32786"/>
                <a:gd name="connsiteX50" fmla="*/ 3279 w 85245"/>
                <a:gd name="connsiteY50" fmla="*/ 9836 h 32786"/>
                <a:gd name="connsiteX51" fmla="*/ 6557 w 85245"/>
                <a:gd name="connsiteY51" fmla="*/ 13115 h 32786"/>
                <a:gd name="connsiteX52" fmla="*/ 3279 w 85245"/>
                <a:gd name="connsiteY52" fmla="*/ 16393 h 32786"/>
                <a:gd name="connsiteX53" fmla="*/ 6557 w 85245"/>
                <a:gd name="connsiteY53" fmla="*/ 16393 h 32786"/>
                <a:gd name="connsiteX54" fmla="*/ 3279 w 85245"/>
                <a:gd name="connsiteY54" fmla="*/ 18033 h 32786"/>
                <a:gd name="connsiteX55" fmla="*/ 6557 w 85245"/>
                <a:gd name="connsiteY55" fmla="*/ 19672 h 32786"/>
                <a:gd name="connsiteX56" fmla="*/ 11475 w 85245"/>
                <a:gd name="connsiteY56" fmla="*/ 19672 h 32786"/>
                <a:gd name="connsiteX57" fmla="*/ 14754 w 85245"/>
                <a:gd name="connsiteY57" fmla="*/ 19672 h 32786"/>
                <a:gd name="connsiteX58" fmla="*/ 19672 w 85245"/>
                <a:gd name="connsiteY58" fmla="*/ 19672 h 32786"/>
                <a:gd name="connsiteX59" fmla="*/ 22951 w 85245"/>
                <a:gd name="connsiteY59" fmla="*/ 21311 h 32786"/>
                <a:gd name="connsiteX60" fmla="*/ 19672 w 85245"/>
                <a:gd name="connsiteY60" fmla="*/ 22951 h 32786"/>
                <a:gd name="connsiteX61" fmla="*/ 16393 w 85245"/>
                <a:gd name="connsiteY61" fmla="*/ 22951 h 32786"/>
                <a:gd name="connsiteX62" fmla="*/ 11475 w 85245"/>
                <a:gd name="connsiteY62" fmla="*/ 22951 h 32786"/>
                <a:gd name="connsiteX63" fmla="*/ 8197 w 85245"/>
                <a:gd name="connsiteY63" fmla="*/ 22951 h 32786"/>
                <a:gd name="connsiteX64" fmla="*/ 4918 w 85245"/>
                <a:gd name="connsiteY64" fmla="*/ 22951 h 32786"/>
                <a:gd name="connsiteX65" fmla="*/ 0 w 85245"/>
                <a:gd name="connsiteY65" fmla="*/ 24590 h 32786"/>
                <a:gd name="connsiteX66" fmla="*/ 3279 w 85245"/>
                <a:gd name="connsiteY66" fmla="*/ 26229 h 32786"/>
                <a:gd name="connsiteX67" fmla="*/ 8197 w 85245"/>
                <a:gd name="connsiteY67" fmla="*/ 27869 h 32786"/>
                <a:gd name="connsiteX68" fmla="*/ 11475 w 85245"/>
                <a:gd name="connsiteY68" fmla="*/ 27869 h 32786"/>
                <a:gd name="connsiteX69" fmla="*/ 8197 w 85245"/>
                <a:gd name="connsiteY69" fmla="*/ 29508 h 3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85245" h="32786">
                  <a:moveTo>
                    <a:pt x="9836" y="32787"/>
                  </a:moveTo>
                  <a:lnTo>
                    <a:pt x="13114" y="32787"/>
                  </a:lnTo>
                  <a:lnTo>
                    <a:pt x="18033" y="31147"/>
                  </a:lnTo>
                  <a:lnTo>
                    <a:pt x="21311" y="31147"/>
                  </a:lnTo>
                  <a:lnTo>
                    <a:pt x="18033" y="31147"/>
                  </a:lnTo>
                  <a:lnTo>
                    <a:pt x="21311" y="29508"/>
                  </a:lnTo>
                  <a:lnTo>
                    <a:pt x="24590" y="29508"/>
                  </a:lnTo>
                  <a:lnTo>
                    <a:pt x="29508" y="29508"/>
                  </a:lnTo>
                  <a:lnTo>
                    <a:pt x="32787" y="29508"/>
                  </a:lnTo>
                  <a:lnTo>
                    <a:pt x="36065" y="29508"/>
                  </a:lnTo>
                  <a:lnTo>
                    <a:pt x="40983" y="29508"/>
                  </a:lnTo>
                  <a:lnTo>
                    <a:pt x="45901" y="27869"/>
                  </a:lnTo>
                  <a:lnTo>
                    <a:pt x="49180" y="27869"/>
                  </a:lnTo>
                  <a:lnTo>
                    <a:pt x="52459" y="27869"/>
                  </a:lnTo>
                  <a:lnTo>
                    <a:pt x="57377" y="26229"/>
                  </a:lnTo>
                  <a:lnTo>
                    <a:pt x="60655" y="27869"/>
                  </a:lnTo>
                  <a:lnTo>
                    <a:pt x="65573" y="26229"/>
                  </a:lnTo>
                  <a:lnTo>
                    <a:pt x="68852" y="24590"/>
                  </a:lnTo>
                  <a:lnTo>
                    <a:pt x="72131" y="22951"/>
                  </a:lnTo>
                  <a:lnTo>
                    <a:pt x="68852" y="19672"/>
                  </a:lnTo>
                  <a:lnTo>
                    <a:pt x="65573" y="19672"/>
                  </a:lnTo>
                  <a:lnTo>
                    <a:pt x="70491" y="18033"/>
                  </a:lnTo>
                  <a:lnTo>
                    <a:pt x="73770" y="16393"/>
                  </a:lnTo>
                  <a:lnTo>
                    <a:pt x="77049" y="16393"/>
                  </a:lnTo>
                  <a:lnTo>
                    <a:pt x="81967" y="16393"/>
                  </a:lnTo>
                  <a:lnTo>
                    <a:pt x="85245" y="14754"/>
                  </a:lnTo>
                  <a:lnTo>
                    <a:pt x="81967" y="11475"/>
                  </a:lnTo>
                  <a:lnTo>
                    <a:pt x="77049" y="9836"/>
                  </a:lnTo>
                  <a:lnTo>
                    <a:pt x="73770" y="9836"/>
                  </a:lnTo>
                  <a:lnTo>
                    <a:pt x="70491" y="9836"/>
                  </a:lnTo>
                  <a:lnTo>
                    <a:pt x="65573" y="9836"/>
                  </a:lnTo>
                  <a:lnTo>
                    <a:pt x="62295" y="9836"/>
                  </a:lnTo>
                  <a:lnTo>
                    <a:pt x="59016" y="8197"/>
                  </a:lnTo>
                  <a:lnTo>
                    <a:pt x="62295" y="6557"/>
                  </a:lnTo>
                  <a:lnTo>
                    <a:pt x="59016" y="4918"/>
                  </a:lnTo>
                  <a:lnTo>
                    <a:pt x="54098" y="3279"/>
                  </a:lnTo>
                  <a:lnTo>
                    <a:pt x="50819" y="3279"/>
                  </a:lnTo>
                  <a:lnTo>
                    <a:pt x="45901" y="1639"/>
                  </a:lnTo>
                  <a:lnTo>
                    <a:pt x="42623" y="1639"/>
                  </a:lnTo>
                  <a:lnTo>
                    <a:pt x="39344" y="0"/>
                  </a:lnTo>
                  <a:lnTo>
                    <a:pt x="34426" y="0"/>
                  </a:lnTo>
                  <a:lnTo>
                    <a:pt x="31147" y="0"/>
                  </a:lnTo>
                  <a:lnTo>
                    <a:pt x="26229" y="0"/>
                  </a:lnTo>
                  <a:lnTo>
                    <a:pt x="22951" y="0"/>
                  </a:lnTo>
                  <a:lnTo>
                    <a:pt x="19672" y="0"/>
                  </a:lnTo>
                  <a:lnTo>
                    <a:pt x="16393" y="1639"/>
                  </a:lnTo>
                  <a:lnTo>
                    <a:pt x="13114" y="4918"/>
                  </a:lnTo>
                  <a:lnTo>
                    <a:pt x="14754" y="8197"/>
                  </a:lnTo>
                  <a:lnTo>
                    <a:pt x="9836" y="8197"/>
                  </a:lnTo>
                  <a:lnTo>
                    <a:pt x="6557" y="8197"/>
                  </a:lnTo>
                  <a:lnTo>
                    <a:pt x="3279" y="9836"/>
                  </a:lnTo>
                  <a:lnTo>
                    <a:pt x="6557" y="13115"/>
                  </a:lnTo>
                  <a:lnTo>
                    <a:pt x="3279" y="16393"/>
                  </a:lnTo>
                  <a:lnTo>
                    <a:pt x="6557" y="16393"/>
                  </a:lnTo>
                  <a:lnTo>
                    <a:pt x="3279" y="18033"/>
                  </a:lnTo>
                  <a:lnTo>
                    <a:pt x="6557" y="19672"/>
                  </a:lnTo>
                  <a:lnTo>
                    <a:pt x="11475" y="19672"/>
                  </a:lnTo>
                  <a:lnTo>
                    <a:pt x="14754" y="19672"/>
                  </a:lnTo>
                  <a:lnTo>
                    <a:pt x="19672" y="19672"/>
                  </a:lnTo>
                  <a:lnTo>
                    <a:pt x="22951" y="21311"/>
                  </a:lnTo>
                  <a:lnTo>
                    <a:pt x="19672" y="22951"/>
                  </a:lnTo>
                  <a:lnTo>
                    <a:pt x="16393" y="22951"/>
                  </a:lnTo>
                  <a:lnTo>
                    <a:pt x="11475" y="22951"/>
                  </a:lnTo>
                  <a:lnTo>
                    <a:pt x="8197" y="22951"/>
                  </a:lnTo>
                  <a:lnTo>
                    <a:pt x="4918" y="22951"/>
                  </a:lnTo>
                  <a:lnTo>
                    <a:pt x="0" y="24590"/>
                  </a:lnTo>
                  <a:lnTo>
                    <a:pt x="3279" y="26229"/>
                  </a:lnTo>
                  <a:lnTo>
                    <a:pt x="8197" y="27869"/>
                  </a:lnTo>
                  <a:lnTo>
                    <a:pt x="11475" y="27869"/>
                  </a:lnTo>
                  <a:lnTo>
                    <a:pt x="8197" y="2950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4" name="Freeform 3473">
              <a:extLst>
                <a:ext uri="{FF2B5EF4-FFF2-40B4-BE49-F238E27FC236}">
                  <a16:creationId xmlns:a16="http://schemas.microsoft.com/office/drawing/2014/main" id="{70DB0854-7274-B948-ADCA-DC7DB55A071F}"/>
                </a:ext>
              </a:extLst>
            </p:cNvPr>
            <p:cNvSpPr/>
            <p:nvPr/>
          </p:nvSpPr>
          <p:spPr>
            <a:xfrm>
              <a:off x="3097653" y="849338"/>
              <a:ext cx="81966" cy="11475"/>
            </a:xfrm>
            <a:custGeom>
              <a:avLst/>
              <a:gdLst>
                <a:gd name="connsiteX0" fmla="*/ 81967 w 81966"/>
                <a:gd name="connsiteY0" fmla="*/ 3279 h 11475"/>
                <a:gd name="connsiteX1" fmla="*/ 80327 w 81966"/>
                <a:gd name="connsiteY1" fmla="*/ 1639 h 11475"/>
                <a:gd name="connsiteX2" fmla="*/ 75409 w 81966"/>
                <a:gd name="connsiteY2" fmla="*/ 0 h 11475"/>
                <a:gd name="connsiteX3" fmla="*/ 72131 w 81966"/>
                <a:gd name="connsiteY3" fmla="*/ 0 h 11475"/>
                <a:gd name="connsiteX4" fmla="*/ 67213 w 81966"/>
                <a:gd name="connsiteY4" fmla="*/ 1639 h 11475"/>
                <a:gd name="connsiteX5" fmla="*/ 63934 w 81966"/>
                <a:gd name="connsiteY5" fmla="*/ 1639 h 11475"/>
                <a:gd name="connsiteX6" fmla="*/ 60655 w 81966"/>
                <a:gd name="connsiteY6" fmla="*/ 1639 h 11475"/>
                <a:gd name="connsiteX7" fmla="*/ 55737 w 81966"/>
                <a:gd name="connsiteY7" fmla="*/ 1639 h 11475"/>
                <a:gd name="connsiteX8" fmla="*/ 52459 w 81966"/>
                <a:gd name="connsiteY8" fmla="*/ 0 h 11475"/>
                <a:gd name="connsiteX9" fmla="*/ 49180 w 81966"/>
                <a:gd name="connsiteY9" fmla="*/ 0 h 11475"/>
                <a:gd name="connsiteX10" fmla="*/ 44262 w 81966"/>
                <a:gd name="connsiteY10" fmla="*/ 0 h 11475"/>
                <a:gd name="connsiteX11" fmla="*/ 39344 w 81966"/>
                <a:gd name="connsiteY11" fmla="*/ 0 h 11475"/>
                <a:gd name="connsiteX12" fmla="*/ 36065 w 81966"/>
                <a:gd name="connsiteY12" fmla="*/ 1639 h 11475"/>
                <a:gd name="connsiteX13" fmla="*/ 32787 w 81966"/>
                <a:gd name="connsiteY13" fmla="*/ 0 h 11475"/>
                <a:gd name="connsiteX14" fmla="*/ 27869 w 81966"/>
                <a:gd name="connsiteY14" fmla="*/ 0 h 11475"/>
                <a:gd name="connsiteX15" fmla="*/ 22951 w 81966"/>
                <a:gd name="connsiteY15" fmla="*/ 0 h 11475"/>
                <a:gd name="connsiteX16" fmla="*/ 19672 w 81966"/>
                <a:gd name="connsiteY16" fmla="*/ 0 h 11475"/>
                <a:gd name="connsiteX17" fmla="*/ 16393 w 81966"/>
                <a:gd name="connsiteY17" fmla="*/ 1639 h 11475"/>
                <a:gd name="connsiteX18" fmla="*/ 11475 w 81966"/>
                <a:gd name="connsiteY18" fmla="*/ 1639 h 11475"/>
                <a:gd name="connsiteX19" fmla="*/ 8197 w 81966"/>
                <a:gd name="connsiteY19" fmla="*/ 3279 h 11475"/>
                <a:gd name="connsiteX20" fmla="*/ 3279 w 81966"/>
                <a:gd name="connsiteY20" fmla="*/ 4918 h 11475"/>
                <a:gd name="connsiteX21" fmla="*/ 0 w 81966"/>
                <a:gd name="connsiteY21" fmla="*/ 6557 h 11475"/>
                <a:gd name="connsiteX22" fmla="*/ 3279 w 81966"/>
                <a:gd name="connsiteY22" fmla="*/ 9836 h 11475"/>
                <a:gd name="connsiteX23" fmla="*/ 6557 w 81966"/>
                <a:gd name="connsiteY23" fmla="*/ 9836 h 11475"/>
                <a:gd name="connsiteX24" fmla="*/ 11475 w 81966"/>
                <a:gd name="connsiteY24" fmla="*/ 9836 h 11475"/>
                <a:gd name="connsiteX25" fmla="*/ 14754 w 81966"/>
                <a:gd name="connsiteY25" fmla="*/ 9836 h 11475"/>
                <a:gd name="connsiteX26" fmla="*/ 19672 w 81966"/>
                <a:gd name="connsiteY26" fmla="*/ 9836 h 11475"/>
                <a:gd name="connsiteX27" fmla="*/ 22951 w 81966"/>
                <a:gd name="connsiteY27" fmla="*/ 11475 h 11475"/>
                <a:gd name="connsiteX28" fmla="*/ 27869 w 81966"/>
                <a:gd name="connsiteY28" fmla="*/ 9836 h 11475"/>
                <a:gd name="connsiteX29" fmla="*/ 31147 w 81966"/>
                <a:gd name="connsiteY29" fmla="*/ 9836 h 11475"/>
                <a:gd name="connsiteX30" fmla="*/ 36065 w 81966"/>
                <a:gd name="connsiteY30" fmla="*/ 9836 h 11475"/>
                <a:gd name="connsiteX31" fmla="*/ 39344 w 81966"/>
                <a:gd name="connsiteY31" fmla="*/ 9836 h 11475"/>
                <a:gd name="connsiteX32" fmla="*/ 44262 w 81966"/>
                <a:gd name="connsiteY32" fmla="*/ 9836 h 11475"/>
                <a:gd name="connsiteX33" fmla="*/ 47541 w 81966"/>
                <a:gd name="connsiteY33" fmla="*/ 11475 h 11475"/>
                <a:gd name="connsiteX34" fmla="*/ 50819 w 81966"/>
                <a:gd name="connsiteY34" fmla="*/ 11475 h 11475"/>
                <a:gd name="connsiteX35" fmla="*/ 55737 w 81966"/>
                <a:gd name="connsiteY35" fmla="*/ 11475 h 11475"/>
                <a:gd name="connsiteX36" fmla="*/ 59016 w 81966"/>
                <a:gd name="connsiteY36" fmla="*/ 11475 h 11475"/>
                <a:gd name="connsiteX37" fmla="*/ 62295 w 81966"/>
                <a:gd name="connsiteY37" fmla="*/ 11475 h 11475"/>
                <a:gd name="connsiteX38" fmla="*/ 67213 w 81966"/>
                <a:gd name="connsiteY38" fmla="*/ 8197 h 11475"/>
                <a:gd name="connsiteX39" fmla="*/ 70491 w 81966"/>
                <a:gd name="connsiteY39" fmla="*/ 6557 h 11475"/>
                <a:gd name="connsiteX40" fmla="*/ 73770 w 81966"/>
                <a:gd name="connsiteY40" fmla="*/ 4918 h 11475"/>
                <a:gd name="connsiteX41" fmla="*/ 78688 w 81966"/>
                <a:gd name="connsiteY41" fmla="*/ 4918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81966" h="11475">
                  <a:moveTo>
                    <a:pt x="81967" y="3279"/>
                  </a:moveTo>
                  <a:lnTo>
                    <a:pt x="80327" y="1639"/>
                  </a:lnTo>
                  <a:lnTo>
                    <a:pt x="75409" y="0"/>
                  </a:lnTo>
                  <a:lnTo>
                    <a:pt x="72131" y="0"/>
                  </a:lnTo>
                  <a:lnTo>
                    <a:pt x="67213" y="1639"/>
                  </a:lnTo>
                  <a:lnTo>
                    <a:pt x="63934" y="1639"/>
                  </a:lnTo>
                  <a:lnTo>
                    <a:pt x="60655" y="1639"/>
                  </a:lnTo>
                  <a:lnTo>
                    <a:pt x="55737" y="1639"/>
                  </a:lnTo>
                  <a:lnTo>
                    <a:pt x="52459" y="0"/>
                  </a:lnTo>
                  <a:lnTo>
                    <a:pt x="49180" y="0"/>
                  </a:lnTo>
                  <a:lnTo>
                    <a:pt x="44262" y="0"/>
                  </a:lnTo>
                  <a:lnTo>
                    <a:pt x="39344" y="0"/>
                  </a:lnTo>
                  <a:lnTo>
                    <a:pt x="36065" y="1639"/>
                  </a:lnTo>
                  <a:lnTo>
                    <a:pt x="32787" y="0"/>
                  </a:lnTo>
                  <a:lnTo>
                    <a:pt x="27869" y="0"/>
                  </a:lnTo>
                  <a:lnTo>
                    <a:pt x="22951" y="0"/>
                  </a:lnTo>
                  <a:lnTo>
                    <a:pt x="19672" y="0"/>
                  </a:lnTo>
                  <a:lnTo>
                    <a:pt x="16393" y="1639"/>
                  </a:lnTo>
                  <a:lnTo>
                    <a:pt x="11475" y="1639"/>
                  </a:lnTo>
                  <a:lnTo>
                    <a:pt x="8197" y="3279"/>
                  </a:lnTo>
                  <a:lnTo>
                    <a:pt x="3279" y="4918"/>
                  </a:lnTo>
                  <a:lnTo>
                    <a:pt x="0" y="6557"/>
                  </a:lnTo>
                  <a:lnTo>
                    <a:pt x="3279" y="9836"/>
                  </a:lnTo>
                  <a:lnTo>
                    <a:pt x="6557" y="9836"/>
                  </a:lnTo>
                  <a:lnTo>
                    <a:pt x="11475" y="9836"/>
                  </a:lnTo>
                  <a:lnTo>
                    <a:pt x="14754" y="9836"/>
                  </a:lnTo>
                  <a:lnTo>
                    <a:pt x="19672" y="9836"/>
                  </a:lnTo>
                  <a:lnTo>
                    <a:pt x="22951" y="11475"/>
                  </a:lnTo>
                  <a:lnTo>
                    <a:pt x="27869" y="9836"/>
                  </a:lnTo>
                  <a:lnTo>
                    <a:pt x="31147" y="9836"/>
                  </a:lnTo>
                  <a:lnTo>
                    <a:pt x="36065" y="9836"/>
                  </a:lnTo>
                  <a:lnTo>
                    <a:pt x="39344" y="9836"/>
                  </a:lnTo>
                  <a:lnTo>
                    <a:pt x="44262" y="9836"/>
                  </a:lnTo>
                  <a:lnTo>
                    <a:pt x="47541" y="11475"/>
                  </a:lnTo>
                  <a:lnTo>
                    <a:pt x="50819" y="11475"/>
                  </a:lnTo>
                  <a:lnTo>
                    <a:pt x="55737" y="11475"/>
                  </a:lnTo>
                  <a:lnTo>
                    <a:pt x="59016" y="11475"/>
                  </a:lnTo>
                  <a:lnTo>
                    <a:pt x="62295" y="11475"/>
                  </a:lnTo>
                  <a:lnTo>
                    <a:pt x="67213" y="8197"/>
                  </a:lnTo>
                  <a:lnTo>
                    <a:pt x="70491" y="6557"/>
                  </a:lnTo>
                  <a:lnTo>
                    <a:pt x="73770" y="4918"/>
                  </a:lnTo>
                  <a:lnTo>
                    <a:pt x="7868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5" name="Freeform 3474">
              <a:extLst>
                <a:ext uri="{FF2B5EF4-FFF2-40B4-BE49-F238E27FC236}">
                  <a16:creationId xmlns:a16="http://schemas.microsoft.com/office/drawing/2014/main" id="{655A5239-4D06-504D-AE5C-E2170D0948A4}"/>
                </a:ext>
              </a:extLst>
            </p:cNvPr>
            <p:cNvSpPr/>
            <p:nvPr/>
          </p:nvSpPr>
          <p:spPr>
            <a:xfrm>
              <a:off x="3105849" y="775568"/>
              <a:ext cx="37704" cy="13114"/>
            </a:xfrm>
            <a:custGeom>
              <a:avLst/>
              <a:gdLst>
                <a:gd name="connsiteX0" fmla="*/ 0 w 37704"/>
                <a:gd name="connsiteY0" fmla="*/ 6557 h 13114"/>
                <a:gd name="connsiteX1" fmla="*/ 3279 w 37704"/>
                <a:gd name="connsiteY1" fmla="*/ 6557 h 13114"/>
                <a:gd name="connsiteX2" fmla="*/ 3279 w 37704"/>
                <a:gd name="connsiteY2" fmla="*/ 6557 h 13114"/>
                <a:gd name="connsiteX3" fmla="*/ 8197 w 37704"/>
                <a:gd name="connsiteY3" fmla="*/ 6557 h 13114"/>
                <a:gd name="connsiteX4" fmla="*/ 11475 w 37704"/>
                <a:gd name="connsiteY4" fmla="*/ 6557 h 13114"/>
                <a:gd name="connsiteX5" fmla="*/ 16393 w 37704"/>
                <a:gd name="connsiteY5" fmla="*/ 8197 h 13114"/>
                <a:gd name="connsiteX6" fmla="*/ 16393 w 37704"/>
                <a:gd name="connsiteY6" fmla="*/ 11475 h 13114"/>
                <a:gd name="connsiteX7" fmla="*/ 19672 w 37704"/>
                <a:gd name="connsiteY7" fmla="*/ 11475 h 13114"/>
                <a:gd name="connsiteX8" fmla="*/ 24590 w 37704"/>
                <a:gd name="connsiteY8" fmla="*/ 13115 h 13114"/>
                <a:gd name="connsiteX9" fmla="*/ 27869 w 37704"/>
                <a:gd name="connsiteY9" fmla="*/ 11475 h 13114"/>
                <a:gd name="connsiteX10" fmla="*/ 31147 w 37704"/>
                <a:gd name="connsiteY10" fmla="*/ 9836 h 13114"/>
                <a:gd name="connsiteX11" fmla="*/ 34426 w 37704"/>
                <a:gd name="connsiteY11" fmla="*/ 6557 h 13114"/>
                <a:gd name="connsiteX12" fmla="*/ 37705 w 37704"/>
                <a:gd name="connsiteY12" fmla="*/ 3279 h 13114"/>
                <a:gd name="connsiteX13" fmla="*/ 36065 w 37704"/>
                <a:gd name="connsiteY13" fmla="*/ 0 h 13114"/>
                <a:gd name="connsiteX14" fmla="*/ 32787 w 37704"/>
                <a:gd name="connsiteY14" fmla="*/ 0 h 13114"/>
                <a:gd name="connsiteX15" fmla="*/ 27869 w 37704"/>
                <a:gd name="connsiteY15" fmla="*/ 0 h 13114"/>
                <a:gd name="connsiteX16" fmla="*/ 24590 w 37704"/>
                <a:gd name="connsiteY16" fmla="*/ 0 h 13114"/>
                <a:gd name="connsiteX17" fmla="*/ 19672 w 37704"/>
                <a:gd name="connsiteY17" fmla="*/ 0 h 13114"/>
                <a:gd name="connsiteX18" fmla="*/ 16393 w 37704"/>
                <a:gd name="connsiteY18" fmla="*/ 0 h 13114"/>
                <a:gd name="connsiteX19" fmla="*/ 13114 w 37704"/>
                <a:gd name="connsiteY19" fmla="*/ 0 h 13114"/>
                <a:gd name="connsiteX20" fmla="*/ 8197 w 37704"/>
                <a:gd name="connsiteY20" fmla="*/ 1639 h 13114"/>
                <a:gd name="connsiteX21" fmla="*/ 4918 w 37704"/>
                <a:gd name="connsiteY21" fmla="*/ 3279 h 13114"/>
                <a:gd name="connsiteX22" fmla="*/ 4918 w 37704"/>
                <a:gd name="connsiteY22" fmla="*/ 3279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704" h="13114">
                  <a:moveTo>
                    <a:pt x="0" y="6557"/>
                  </a:moveTo>
                  <a:lnTo>
                    <a:pt x="3279" y="6557"/>
                  </a:lnTo>
                  <a:lnTo>
                    <a:pt x="3279" y="6557"/>
                  </a:lnTo>
                  <a:lnTo>
                    <a:pt x="8197" y="6557"/>
                  </a:lnTo>
                  <a:lnTo>
                    <a:pt x="11475" y="6557"/>
                  </a:lnTo>
                  <a:lnTo>
                    <a:pt x="16393" y="8197"/>
                  </a:lnTo>
                  <a:lnTo>
                    <a:pt x="16393" y="11475"/>
                  </a:lnTo>
                  <a:lnTo>
                    <a:pt x="19672" y="11475"/>
                  </a:lnTo>
                  <a:lnTo>
                    <a:pt x="24590" y="13115"/>
                  </a:lnTo>
                  <a:lnTo>
                    <a:pt x="27869" y="11475"/>
                  </a:lnTo>
                  <a:lnTo>
                    <a:pt x="31147" y="9836"/>
                  </a:lnTo>
                  <a:lnTo>
                    <a:pt x="34426" y="6557"/>
                  </a:lnTo>
                  <a:lnTo>
                    <a:pt x="37705" y="3279"/>
                  </a:lnTo>
                  <a:lnTo>
                    <a:pt x="36065" y="0"/>
                  </a:lnTo>
                  <a:lnTo>
                    <a:pt x="32787" y="0"/>
                  </a:lnTo>
                  <a:lnTo>
                    <a:pt x="27869" y="0"/>
                  </a:lnTo>
                  <a:lnTo>
                    <a:pt x="24590" y="0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3114" y="0"/>
                  </a:lnTo>
                  <a:lnTo>
                    <a:pt x="8197" y="1639"/>
                  </a:lnTo>
                  <a:lnTo>
                    <a:pt x="4918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6" name="Freeform 3475">
              <a:extLst>
                <a:ext uri="{FF2B5EF4-FFF2-40B4-BE49-F238E27FC236}">
                  <a16:creationId xmlns:a16="http://schemas.microsoft.com/office/drawing/2014/main" id="{1FE377F1-5F24-7643-B984-F02438790796}"/>
                </a:ext>
              </a:extLst>
            </p:cNvPr>
            <p:cNvSpPr/>
            <p:nvPr/>
          </p:nvSpPr>
          <p:spPr>
            <a:xfrm>
              <a:off x="3107489" y="1405073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7" name="Freeform 3476">
              <a:extLst>
                <a:ext uri="{FF2B5EF4-FFF2-40B4-BE49-F238E27FC236}">
                  <a16:creationId xmlns:a16="http://schemas.microsoft.com/office/drawing/2014/main" id="{9701368F-D4EE-4F43-8468-F27521325C5E}"/>
                </a:ext>
              </a:extLst>
            </p:cNvPr>
            <p:cNvSpPr/>
            <p:nvPr/>
          </p:nvSpPr>
          <p:spPr>
            <a:xfrm>
              <a:off x="3114046" y="1405073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8" name="Freeform 3477">
              <a:extLst>
                <a:ext uri="{FF2B5EF4-FFF2-40B4-BE49-F238E27FC236}">
                  <a16:creationId xmlns:a16="http://schemas.microsoft.com/office/drawing/2014/main" id="{0A840AE2-11E2-794B-8500-AF9E47129BBB}"/>
                </a:ext>
              </a:extLst>
            </p:cNvPr>
            <p:cNvSpPr/>
            <p:nvPr/>
          </p:nvSpPr>
          <p:spPr>
            <a:xfrm>
              <a:off x="3114046" y="973928"/>
              <a:ext cx="6557" cy="3278"/>
            </a:xfrm>
            <a:custGeom>
              <a:avLst/>
              <a:gdLst>
                <a:gd name="connsiteX0" fmla="*/ 3279 w 6557"/>
                <a:gd name="connsiteY0" fmla="*/ 3279 h 3278"/>
                <a:gd name="connsiteX1" fmla="*/ 6557 w 6557"/>
                <a:gd name="connsiteY1" fmla="*/ 0 h 3278"/>
                <a:gd name="connsiteX2" fmla="*/ 3279 w 6557"/>
                <a:gd name="connsiteY2" fmla="*/ 1639 h 3278"/>
                <a:gd name="connsiteX3" fmla="*/ 0 w 655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3279" y="3279"/>
                  </a:moveTo>
                  <a:lnTo>
                    <a:pt x="6557" y="0"/>
                  </a:lnTo>
                  <a:lnTo>
                    <a:pt x="3279" y="1639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9" name="Freeform 3478">
              <a:extLst>
                <a:ext uri="{FF2B5EF4-FFF2-40B4-BE49-F238E27FC236}">
                  <a16:creationId xmlns:a16="http://schemas.microsoft.com/office/drawing/2014/main" id="{9B4D0B03-6F70-6448-94B2-C2AD70BCFDDE}"/>
                </a:ext>
              </a:extLst>
            </p:cNvPr>
            <p:cNvSpPr/>
            <p:nvPr/>
          </p:nvSpPr>
          <p:spPr>
            <a:xfrm>
              <a:off x="3114046" y="1369008"/>
              <a:ext cx="26229" cy="14754"/>
            </a:xfrm>
            <a:custGeom>
              <a:avLst/>
              <a:gdLst>
                <a:gd name="connsiteX0" fmla="*/ 11475 w 26229"/>
                <a:gd name="connsiteY0" fmla="*/ 0 h 14754"/>
                <a:gd name="connsiteX1" fmla="*/ 6557 w 26229"/>
                <a:gd name="connsiteY1" fmla="*/ 0 h 14754"/>
                <a:gd name="connsiteX2" fmla="*/ 3279 w 26229"/>
                <a:gd name="connsiteY2" fmla="*/ 1639 h 14754"/>
                <a:gd name="connsiteX3" fmla="*/ 0 w 26229"/>
                <a:gd name="connsiteY3" fmla="*/ 1639 h 14754"/>
                <a:gd name="connsiteX4" fmla="*/ 0 w 26229"/>
                <a:gd name="connsiteY4" fmla="*/ 4918 h 14754"/>
                <a:gd name="connsiteX5" fmla="*/ 3279 w 26229"/>
                <a:gd name="connsiteY5" fmla="*/ 9836 h 14754"/>
                <a:gd name="connsiteX6" fmla="*/ 4918 w 26229"/>
                <a:gd name="connsiteY6" fmla="*/ 13115 h 14754"/>
                <a:gd name="connsiteX7" fmla="*/ 9836 w 26229"/>
                <a:gd name="connsiteY7" fmla="*/ 14754 h 14754"/>
                <a:gd name="connsiteX8" fmla="*/ 13114 w 26229"/>
                <a:gd name="connsiteY8" fmla="*/ 14754 h 14754"/>
                <a:gd name="connsiteX9" fmla="*/ 16393 w 26229"/>
                <a:gd name="connsiteY9" fmla="*/ 13115 h 14754"/>
                <a:gd name="connsiteX10" fmla="*/ 19672 w 26229"/>
                <a:gd name="connsiteY10" fmla="*/ 13115 h 14754"/>
                <a:gd name="connsiteX11" fmla="*/ 24590 w 26229"/>
                <a:gd name="connsiteY11" fmla="*/ 9836 h 14754"/>
                <a:gd name="connsiteX12" fmla="*/ 26229 w 26229"/>
                <a:gd name="connsiteY12" fmla="*/ 6557 h 14754"/>
                <a:gd name="connsiteX13" fmla="*/ 24590 w 26229"/>
                <a:gd name="connsiteY13" fmla="*/ 3279 h 14754"/>
                <a:gd name="connsiteX14" fmla="*/ 21311 w 26229"/>
                <a:gd name="connsiteY14" fmla="*/ 1639 h 14754"/>
                <a:gd name="connsiteX15" fmla="*/ 16393 w 26229"/>
                <a:gd name="connsiteY15" fmla="*/ 0 h 14754"/>
                <a:gd name="connsiteX16" fmla="*/ 13114 w 26229"/>
                <a:gd name="connsiteY16" fmla="*/ 0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229" h="14754">
                  <a:moveTo>
                    <a:pt x="11475" y="0"/>
                  </a:moveTo>
                  <a:lnTo>
                    <a:pt x="6557" y="0"/>
                  </a:lnTo>
                  <a:lnTo>
                    <a:pt x="3279" y="1639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3279" y="9836"/>
                  </a:lnTo>
                  <a:lnTo>
                    <a:pt x="4918" y="13115"/>
                  </a:lnTo>
                  <a:lnTo>
                    <a:pt x="9836" y="14754"/>
                  </a:lnTo>
                  <a:lnTo>
                    <a:pt x="13114" y="14754"/>
                  </a:lnTo>
                  <a:lnTo>
                    <a:pt x="16393" y="13115"/>
                  </a:lnTo>
                  <a:lnTo>
                    <a:pt x="19672" y="13115"/>
                  </a:lnTo>
                  <a:lnTo>
                    <a:pt x="24590" y="9836"/>
                  </a:lnTo>
                  <a:lnTo>
                    <a:pt x="26229" y="6557"/>
                  </a:lnTo>
                  <a:lnTo>
                    <a:pt x="24590" y="3279"/>
                  </a:lnTo>
                  <a:lnTo>
                    <a:pt x="21311" y="1639"/>
                  </a:lnTo>
                  <a:lnTo>
                    <a:pt x="16393" y="0"/>
                  </a:lnTo>
                  <a:lnTo>
                    <a:pt x="13114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80" name="Freeform 3479">
              <a:extLst>
                <a:ext uri="{FF2B5EF4-FFF2-40B4-BE49-F238E27FC236}">
                  <a16:creationId xmlns:a16="http://schemas.microsoft.com/office/drawing/2014/main" id="{05B0B6D1-BD0A-DB4C-AAB3-78A8AF745525}"/>
                </a:ext>
              </a:extLst>
            </p:cNvPr>
            <p:cNvSpPr/>
            <p:nvPr/>
          </p:nvSpPr>
          <p:spPr>
            <a:xfrm>
              <a:off x="3114046" y="1367368"/>
              <a:ext cx="3278" cy="3278"/>
            </a:xfrm>
            <a:custGeom>
              <a:avLst/>
              <a:gdLst>
                <a:gd name="connsiteX0" fmla="*/ 3279 w 3278"/>
                <a:gd name="connsiteY0" fmla="*/ 1639 h 3278"/>
                <a:gd name="connsiteX1" fmla="*/ 327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1639"/>
                  </a:move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81" name="Freeform 3480">
              <a:extLst>
                <a:ext uri="{FF2B5EF4-FFF2-40B4-BE49-F238E27FC236}">
                  <a16:creationId xmlns:a16="http://schemas.microsoft.com/office/drawing/2014/main" id="{D5AF2CFA-77BB-6D4D-BAE4-A79007969366}"/>
                </a:ext>
              </a:extLst>
            </p:cNvPr>
            <p:cNvSpPr/>
            <p:nvPr/>
          </p:nvSpPr>
          <p:spPr>
            <a:xfrm>
              <a:off x="3143554" y="1128025"/>
              <a:ext cx="6557" cy="1639"/>
            </a:xfrm>
            <a:custGeom>
              <a:avLst/>
              <a:gdLst>
                <a:gd name="connsiteX0" fmla="*/ 6557 w 6557"/>
                <a:gd name="connsiteY0" fmla="*/ 0 h 1639"/>
                <a:gd name="connsiteX1" fmla="*/ 6557 w 6557"/>
                <a:gd name="connsiteY1" fmla="*/ 0 h 1639"/>
                <a:gd name="connsiteX2" fmla="*/ 3279 w 6557"/>
                <a:gd name="connsiteY2" fmla="*/ 0 h 1639"/>
                <a:gd name="connsiteX3" fmla="*/ 0 w 6557"/>
                <a:gd name="connsiteY3" fmla="*/ 1639 h 1639"/>
                <a:gd name="connsiteX4" fmla="*/ 3279 w 6557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1639">
                  <a:moveTo>
                    <a:pt x="6557" y="0"/>
                  </a:moveTo>
                  <a:lnTo>
                    <a:pt x="655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82" name="Freeform 3481">
              <a:extLst>
                <a:ext uri="{FF2B5EF4-FFF2-40B4-BE49-F238E27FC236}">
                  <a16:creationId xmlns:a16="http://schemas.microsoft.com/office/drawing/2014/main" id="{227A6E8B-8AAB-5B40-B2E2-893440282BA3}"/>
                </a:ext>
              </a:extLst>
            </p:cNvPr>
            <p:cNvSpPr/>
            <p:nvPr/>
          </p:nvSpPr>
          <p:spPr>
            <a:xfrm>
              <a:off x="3143554" y="1180484"/>
              <a:ext cx="8196" cy="1639"/>
            </a:xfrm>
            <a:custGeom>
              <a:avLst/>
              <a:gdLst>
                <a:gd name="connsiteX0" fmla="*/ 8197 w 8196"/>
                <a:gd name="connsiteY0" fmla="*/ 1639 h 1639"/>
                <a:gd name="connsiteX1" fmla="*/ 8197 w 8196"/>
                <a:gd name="connsiteY1" fmla="*/ 1639 h 1639"/>
                <a:gd name="connsiteX2" fmla="*/ 3279 w 8196"/>
                <a:gd name="connsiteY2" fmla="*/ 0 h 1639"/>
                <a:gd name="connsiteX3" fmla="*/ 0 w 8196"/>
                <a:gd name="connsiteY3" fmla="*/ 1639 h 1639"/>
                <a:gd name="connsiteX4" fmla="*/ 3279 w 8196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8197" y="1639"/>
                  </a:moveTo>
                  <a:lnTo>
                    <a:pt x="8197" y="163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83" name="Freeform 3482">
              <a:extLst>
                <a:ext uri="{FF2B5EF4-FFF2-40B4-BE49-F238E27FC236}">
                  <a16:creationId xmlns:a16="http://schemas.microsoft.com/office/drawing/2014/main" id="{3BC8F58C-2F2F-F045-B371-A00F1B1BFFB6}"/>
                </a:ext>
              </a:extLst>
            </p:cNvPr>
            <p:cNvSpPr/>
            <p:nvPr/>
          </p:nvSpPr>
          <p:spPr>
            <a:xfrm>
              <a:off x="3145193" y="1347696"/>
              <a:ext cx="11475" cy="3278"/>
            </a:xfrm>
            <a:custGeom>
              <a:avLst/>
              <a:gdLst>
                <a:gd name="connsiteX0" fmla="*/ 11475 w 11475"/>
                <a:gd name="connsiteY0" fmla="*/ 1639 h 3278"/>
                <a:gd name="connsiteX1" fmla="*/ 11475 w 11475"/>
                <a:gd name="connsiteY1" fmla="*/ 0 h 3278"/>
                <a:gd name="connsiteX2" fmla="*/ 8197 w 11475"/>
                <a:gd name="connsiteY2" fmla="*/ 0 h 3278"/>
                <a:gd name="connsiteX3" fmla="*/ 3279 w 11475"/>
                <a:gd name="connsiteY3" fmla="*/ 0 h 3278"/>
                <a:gd name="connsiteX4" fmla="*/ 0 w 11475"/>
                <a:gd name="connsiteY4" fmla="*/ 1639 h 3278"/>
                <a:gd name="connsiteX5" fmla="*/ 3279 w 11475"/>
                <a:gd name="connsiteY5" fmla="*/ 3279 h 3278"/>
                <a:gd name="connsiteX6" fmla="*/ 6557 w 11475"/>
                <a:gd name="connsiteY6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11475" y="1639"/>
                  </a:moveTo>
                  <a:lnTo>
                    <a:pt x="11475" y="0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3279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84" name="Freeform 3483">
              <a:extLst>
                <a:ext uri="{FF2B5EF4-FFF2-40B4-BE49-F238E27FC236}">
                  <a16:creationId xmlns:a16="http://schemas.microsoft.com/office/drawing/2014/main" id="{46DD789D-6BB5-C14C-9DBA-D5EA5EBF167C}"/>
                </a:ext>
              </a:extLst>
            </p:cNvPr>
            <p:cNvSpPr/>
            <p:nvPr/>
          </p:nvSpPr>
          <p:spPr>
            <a:xfrm>
              <a:off x="3151751" y="1360811"/>
              <a:ext cx="21311" cy="13114"/>
            </a:xfrm>
            <a:custGeom>
              <a:avLst/>
              <a:gdLst>
                <a:gd name="connsiteX0" fmla="*/ 18033 w 21311"/>
                <a:gd name="connsiteY0" fmla="*/ 8197 h 13114"/>
                <a:gd name="connsiteX1" fmla="*/ 19672 w 21311"/>
                <a:gd name="connsiteY1" fmla="*/ 4918 h 13114"/>
                <a:gd name="connsiteX2" fmla="*/ 14754 w 21311"/>
                <a:gd name="connsiteY2" fmla="*/ 3279 h 13114"/>
                <a:gd name="connsiteX3" fmla="*/ 11476 w 21311"/>
                <a:gd name="connsiteY3" fmla="*/ 0 h 13114"/>
                <a:gd name="connsiteX4" fmla="*/ 8197 w 21311"/>
                <a:gd name="connsiteY4" fmla="*/ 0 h 13114"/>
                <a:gd name="connsiteX5" fmla="*/ 3279 w 21311"/>
                <a:gd name="connsiteY5" fmla="*/ 0 h 13114"/>
                <a:gd name="connsiteX6" fmla="*/ 0 w 21311"/>
                <a:gd name="connsiteY6" fmla="*/ 1639 h 13114"/>
                <a:gd name="connsiteX7" fmla="*/ 1639 w 21311"/>
                <a:gd name="connsiteY7" fmla="*/ 4918 h 13114"/>
                <a:gd name="connsiteX8" fmla="*/ 6557 w 21311"/>
                <a:gd name="connsiteY8" fmla="*/ 8197 h 13114"/>
                <a:gd name="connsiteX9" fmla="*/ 9836 w 21311"/>
                <a:gd name="connsiteY9" fmla="*/ 11475 h 13114"/>
                <a:gd name="connsiteX10" fmla="*/ 13115 w 21311"/>
                <a:gd name="connsiteY10" fmla="*/ 13115 h 13114"/>
                <a:gd name="connsiteX11" fmla="*/ 16393 w 21311"/>
                <a:gd name="connsiteY11" fmla="*/ 11475 h 13114"/>
                <a:gd name="connsiteX12" fmla="*/ 21311 w 21311"/>
                <a:gd name="connsiteY12" fmla="*/ 9836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311" h="13114">
                  <a:moveTo>
                    <a:pt x="18033" y="8197"/>
                  </a:moveTo>
                  <a:lnTo>
                    <a:pt x="19672" y="4918"/>
                  </a:lnTo>
                  <a:lnTo>
                    <a:pt x="14754" y="3279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1639" y="4918"/>
                  </a:lnTo>
                  <a:lnTo>
                    <a:pt x="6557" y="8197"/>
                  </a:lnTo>
                  <a:lnTo>
                    <a:pt x="9836" y="11475"/>
                  </a:lnTo>
                  <a:lnTo>
                    <a:pt x="13115" y="13115"/>
                  </a:lnTo>
                  <a:lnTo>
                    <a:pt x="16393" y="11475"/>
                  </a:lnTo>
                  <a:lnTo>
                    <a:pt x="21311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85" name="Freeform 3484">
              <a:extLst>
                <a:ext uri="{FF2B5EF4-FFF2-40B4-BE49-F238E27FC236}">
                  <a16:creationId xmlns:a16="http://schemas.microsoft.com/office/drawing/2014/main" id="{10114A22-7E42-1843-B5C5-695A8718EE43}"/>
                </a:ext>
              </a:extLst>
            </p:cNvPr>
            <p:cNvSpPr/>
            <p:nvPr/>
          </p:nvSpPr>
          <p:spPr>
            <a:xfrm>
              <a:off x="3155029" y="1347696"/>
              <a:ext cx="4917" cy="3278"/>
            </a:xfrm>
            <a:custGeom>
              <a:avLst/>
              <a:gdLst>
                <a:gd name="connsiteX0" fmla="*/ 4918 w 4917"/>
                <a:gd name="connsiteY0" fmla="*/ 1639 h 3278"/>
                <a:gd name="connsiteX1" fmla="*/ 4918 w 4917"/>
                <a:gd name="connsiteY1" fmla="*/ 0 h 3278"/>
                <a:gd name="connsiteX2" fmla="*/ 0 w 4917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4918" y="1639"/>
                  </a:moveTo>
                  <a:lnTo>
                    <a:pt x="491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86" name="Freeform 3485">
              <a:extLst>
                <a:ext uri="{FF2B5EF4-FFF2-40B4-BE49-F238E27FC236}">
                  <a16:creationId xmlns:a16="http://schemas.microsoft.com/office/drawing/2014/main" id="{5F728450-71F8-D345-971F-809133DB1155}"/>
                </a:ext>
              </a:extLst>
            </p:cNvPr>
            <p:cNvSpPr/>
            <p:nvPr/>
          </p:nvSpPr>
          <p:spPr>
            <a:xfrm>
              <a:off x="3166505" y="832945"/>
              <a:ext cx="4918" cy="4917"/>
            </a:xfrm>
            <a:custGeom>
              <a:avLst/>
              <a:gdLst>
                <a:gd name="connsiteX0" fmla="*/ 4918 w 4918"/>
                <a:gd name="connsiteY0" fmla="*/ 0 h 4917"/>
                <a:gd name="connsiteX1" fmla="*/ 3279 w 4918"/>
                <a:gd name="connsiteY1" fmla="*/ 0 h 4917"/>
                <a:gd name="connsiteX2" fmla="*/ 0 w 4918"/>
                <a:gd name="connsiteY2" fmla="*/ 1639 h 4917"/>
                <a:gd name="connsiteX3" fmla="*/ 3279 w 4918"/>
                <a:gd name="connsiteY3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4917">
                  <a:moveTo>
                    <a:pt x="4918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87" name="Freeform 3486">
              <a:extLst>
                <a:ext uri="{FF2B5EF4-FFF2-40B4-BE49-F238E27FC236}">
                  <a16:creationId xmlns:a16="http://schemas.microsoft.com/office/drawing/2014/main" id="{B3306E5E-2975-134F-A352-000B650F3B8E}"/>
                </a:ext>
              </a:extLst>
            </p:cNvPr>
            <p:cNvSpPr/>
            <p:nvPr/>
          </p:nvSpPr>
          <p:spPr>
            <a:xfrm>
              <a:off x="3173062" y="1128025"/>
              <a:ext cx="6557" cy="3278"/>
            </a:xfrm>
            <a:custGeom>
              <a:avLst/>
              <a:gdLst>
                <a:gd name="connsiteX0" fmla="*/ 0 w 6557"/>
                <a:gd name="connsiteY0" fmla="*/ 0 h 3278"/>
                <a:gd name="connsiteX1" fmla="*/ 3279 w 6557"/>
                <a:gd name="connsiteY1" fmla="*/ 3279 h 3278"/>
                <a:gd name="connsiteX2" fmla="*/ 6557 w 6557"/>
                <a:gd name="connsiteY2" fmla="*/ 1639 h 3278"/>
                <a:gd name="connsiteX3" fmla="*/ 3279 w 6557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0" y="0"/>
                  </a:moveTo>
                  <a:lnTo>
                    <a:pt x="3279" y="3279"/>
                  </a:lnTo>
                  <a:lnTo>
                    <a:pt x="6557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88" name="Freeform 3487">
              <a:extLst>
                <a:ext uri="{FF2B5EF4-FFF2-40B4-BE49-F238E27FC236}">
                  <a16:creationId xmlns:a16="http://schemas.microsoft.com/office/drawing/2014/main" id="{9C34B61B-A093-284B-8E15-796351F3F73E}"/>
                </a:ext>
              </a:extLst>
            </p:cNvPr>
            <p:cNvSpPr/>
            <p:nvPr/>
          </p:nvSpPr>
          <p:spPr>
            <a:xfrm>
              <a:off x="3179620" y="1124747"/>
              <a:ext cx="3278" cy="3278"/>
            </a:xfrm>
            <a:custGeom>
              <a:avLst/>
              <a:gdLst>
                <a:gd name="connsiteX0" fmla="*/ 0 w 3278"/>
                <a:gd name="connsiteY0" fmla="*/ 0 h 3278"/>
                <a:gd name="connsiteX1" fmla="*/ 0 w 3278"/>
                <a:gd name="connsiteY1" fmla="*/ 3279 h 3278"/>
                <a:gd name="connsiteX2" fmla="*/ 3279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0"/>
                  </a:moveTo>
                  <a:lnTo>
                    <a:pt x="0" y="327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89" name="Freeform 3488">
              <a:extLst>
                <a:ext uri="{FF2B5EF4-FFF2-40B4-BE49-F238E27FC236}">
                  <a16:creationId xmlns:a16="http://schemas.microsoft.com/office/drawing/2014/main" id="{14E5263B-52F4-8F49-AC8A-A4FCB7A48F62}"/>
                </a:ext>
              </a:extLst>
            </p:cNvPr>
            <p:cNvSpPr/>
            <p:nvPr/>
          </p:nvSpPr>
          <p:spPr>
            <a:xfrm>
              <a:off x="3191095" y="739502"/>
              <a:ext cx="255736" cy="98360"/>
            </a:xfrm>
            <a:custGeom>
              <a:avLst/>
              <a:gdLst>
                <a:gd name="connsiteX0" fmla="*/ 3279 w 255736"/>
                <a:gd name="connsiteY0" fmla="*/ 39344 h 98360"/>
                <a:gd name="connsiteX1" fmla="*/ 8197 w 255736"/>
                <a:gd name="connsiteY1" fmla="*/ 40983 h 98360"/>
                <a:gd name="connsiteX2" fmla="*/ 11475 w 255736"/>
                <a:gd name="connsiteY2" fmla="*/ 42623 h 98360"/>
                <a:gd name="connsiteX3" fmla="*/ 6557 w 255736"/>
                <a:gd name="connsiteY3" fmla="*/ 42623 h 98360"/>
                <a:gd name="connsiteX4" fmla="*/ 3279 w 255736"/>
                <a:gd name="connsiteY4" fmla="*/ 42623 h 98360"/>
                <a:gd name="connsiteX5" fmla="*/ 0 w 255736"/>
                <a:gd name="connsiteY5" fmla="*/ 42623 h 98360"/>
                <a:gd name="connsiteX6" fmla="*/ 3279 w 255736"/>
                <a:gd name="connsiteY6" fmla="*/ 44262 h 98360"/>
                <a:gd name="connsiteX7" fmla="*/ 1639 w 255736"/>
                <a:gd name="connsiteY7" fmla="*/ 47541 h 98360"/>
                <a:gd name="connsiteX8" fmla="*/ 6557 w 255736"/>
                <a:gd name="connsiteY8" fmla="*/ 49180 h 98360"/>
                <a:gd name="connsiteX9" fmla="*/ 9836 w 255736"/>
                <a:gd name="connsiteY9" fmla="*/ 50819 h 98360"/>
                <a:gd name="connsiteX10" fmla="*/ 13115 w 255736"/>
                <a:gd name="connsiteY10" fmla="*/ 50819 h 98360"/>
                <a:gd name="connsiteX11" fmla="*/ 16393 w 255736"/>
                <a:gd name="connsiteY11" fmla="*/ 50819 h 98360"/>
                <a:gd name="connsiteX12" fmla="*/ 21311 w 255736"/>
                <a:gd name="connsiteY12" fmla="*/ 50819 h 98360"/>
                <a:gd name="connsiteX13" fmla="*/ 24590 w 255736"/>
                <a:gd name="connsiteY13" fmla="*/ 50819 h 98360"/>
                <a:gd name="connsiteX14" fmla="*/ 29508 w 255736"/>
                <a:gd name="connsiteY14" fmla="*/ 50819 h 98360"/>
                <a:gd name="connsiteX15" fmla="*/ 32787 w 255736"/>
                <a:gd name="connsiteY15" fmla="*/ 50819 h 98360"/>
                <a:gd name="connsiteX16" fmla="*/ 37705 w 255736"/>
                <a:gd name="connsiteY16" fmla="*/ 49180 h 98360"/>
                <a:gd name="connsiteX17" fmla="*/ 40983 w 255736"/>
                <a:gd name="connsiteY17" fmla="*/ 47541 h 98360"/>
                <a:gd name="connsiteX18" fmla="*/ 45901 w 255736"/>
                <a:gd name="connsiteY18" fmla="*/ 47541 h 98360"/>
                <a:gd name="connsiteX19" fmla="*/ 49180 w 255736"/>
                <a:gd name="connsiteY19" fmla="*/ 45901 h 98360"/>
                <a:gd name="connsiteX20" fmla="*/ 45901 w 255736"/>
                <a:gd name="connsiteY20" fmla="*/ 49180 h 98360"/>
                <a:gd name="connsiteX21" fmla="*/ 42623 w 255736"/>
                <a:gd name="connsiteY21" fmla="*/ 50819 h 98360"/>
                <a:gd name="connsiteX22" fmla="*/ 37705 w 255736"/>
                <a:gd name="connsiteY22" fmla="*/ 50819 h 98360"/>
                <a:gd name="connsiteX23" fmla="*/ 32787 w 255736"/>
                <a:gd name="connsiteY23" fmla="*/ 52459 h 98360"/>
                <a:gd name="connsiteX24" fmla="*/ 29508 w 255736"/>
                <a:gd name="connsiteY24" fmla="*/ 52459 h 98360"/>
                <a:gd name="connsiteX25" fmla="*/ 26229 w 255736"/>
                <a:gd name="connsiteY25" fmla="*/ 52459 h 98360"/>
                <a:gd name="connsiteX26" fmla="*/ 21311 w 255736"/>
                <a:gd name="connsiteY26" fmla="*/ 52459 h 98360"/>
                <a:gd name="connsiteX27" fmla="*/ 16393 w 255736"/>
                <a:gd name="connsiteY27" fmla="*/ 52459 h 98360"/>
                <a:gd name="connsiteX28" fmla="*/ 13115 w 255736"/>
                <a:gd name="connsiteY28" fmla="*/ 54098 h 98360"/>
                <a:gd name="connsiteX29" fmla="*/ 9836 w 255736"/>
                <a:gd name="connsiteY29" fmla="*/ 54098 h 98360"/>
                <a:gd name="connsiteX30" fmla="*/ 4918 w 255736"/>
                <a:gd name="connsiteY30" fmla="*/ 54098 h 98360"/>
                <a:gd name="connsiteX31" fmla="*/ 1639 w 255736"/>
                <a:gd name="connsiteY31" fmla="*/ 55737 h 98360"/>
                <a:gd name="connsiteX32" fmla="*/ 4918 w 255736"/>
                <a:gd name="connsiteY32" fmla="*/ 59016 h 98360"/>
                <a:gd name="connsiteX33" fmla="*/ 9836 w 255736"/>
                <a:gd name="connsiteY33" fmla="*/ 57377 h 98360"/>
                <a:gd name="connsiteX34" fmla="*/ 6557 w 255736"/>
                <a:gd name="connsiteY34" fmla="*/ 62295 h 98360"/>
                <a:gd name="connsiteX35" fmla="*/ 9836 w 255736"/>
                <a:gd name="connsiteY35" fmla="*/ 62295 h 98360"/>
                <a:gd name="connsiteX36" fmla="*/ 13115 w 255736"/>
                <a:gd name="connsiteY36" fmla="*/ 62295 h 98360"/>
                <a:gd name="connsiteX37" fmla="*/ 18033 w 255736"/>
                <a:gd name="connsiteY37" fmla="*/ 60656 h 98360"/>
                <a:gd name="connsiteX38" fmla="*/ 21311 w 255736"/>
                <a:gd name="connsiteY38" fmla="*/ 60656 h 98360"/>
                <a:gd name="connsiteX39" fmla="*/ 26229 w 255736"/>
                <a:gd name="connsiteY39" fmla="*/ 60656 h 98360"/>
                <a:gd name="connsiteX40" fmla="*/ 29508 w 255736"/>
                <a:gd name="connsiteY40" fmla="*/ 59016 h 98360"/>
                <a:gd name="connsiteX41" fmla="*/ 34426 w 255736"/>
                <a:gd name="connsiteY41" fmla="*/ 57377 h 98360"/>
                <a:gd name="connsiteX42" fmla="*/ 37705 w 255736"/>
                <a:gd name="connsiteY42" fmla="*/ 59016 h 98360"/>
                <a:gd name="connsiteX43" fmla="*/ 42623 w 255736"/>
                <a:gd name="connsiteY43" fmla="*/ 59016 h 98360"/>
                <a:gd name="connsiteX44" fmla="*/ 39344 w 255736"/>
                <a:gd name="connsiteY44" fmla="*/ 59016 h 98360"/>
                <a:gd name="connsiteX45" fmla="*/ 34426 w 255736"/>
                <a:gd name="connsiteY45" fmla="*/ 60656 h 98360"/>
                <a:gd name="connsiteX46" fmla="*/ 31147 w 255736"/>
                <a:gd name="connsiteY46" fmla="*/ 62295 h 98360"/>
                <a:gd name="connsiteX47" fmla="*/ 34426 w 255736"/>
                <a:gd name="connsiteY47" fmla="*/ 62295 h 98360"/>
                <a:gd name="connsiteX48" fmla="*/ 37705 w 255736"/>
                <a:gd name="connsiteY48" fmla="*/ 62295 h 98360"/>
                <a:gd name="connsiteX49" fmla="*/ 42623 w 255736"/>
                <a:gd name="connsiteY49" fmla="*/ 62295 h 98360"/>
                <a:gd name="connsiteX50" fmla="*/ 45901 w 255736"/>
                <a:gd name="connsiteY50" fmla="*/ 60656 h 98360"/>
                <a:gd name="connsiteX51" fmla="*/ 50819 w 255736"/>
                <a:gd name="connsiteY51" fmla="*/ 60656 h 98360"/>
                <a:gd name="connsiteX52" fmla="*/ 54098 w 255736"/>
                <a:gd name="connsiteY52" fmla="*/ 59016 h 98360"/>
                <a:gd name="connsiteX53" fmla="*/ 57377 w 255736"/>
                <a:gd name="connsiteY53" fmla="*/ 57377 h 98360"/>
                <a:gd name="connsiteX54" fmla="*/ 54098 w 255736"/>
                <a:gd name="connsiteY54" fmla="*/ 60656 h 98360"/>
                <a:gd name="connsiteX55" fmla="*/ 57377 w 255736"/>
                <a:gd name="connsiteY55" fmla="*/ 59016 h 98360"/>
                <a:gd name="connsiteX56" fmla="*/ 62295 w 255736"/>
                <a:gd name="connsiteY56" fmla="*/ 59016 h 98360"/>
                <a:gd name="connsiteX57" fmla="*/ 65573 w 255736"/>
                <a:gd name="connsiteY57" fmla="*/ 55737 h 98360"/>
                <a:gd name="connsiteX58" fmla="*/ 70492 w 255736"/>
                <a:gd name="connsiteY58" fmla="*/ 57377 h 98360"/>
                <a:gd name="connsiteX59" fmla="*/ 73770 w 255736"/>
                <a:gd name="connsiteY59" fmla="*/ 57377 h 98360"/>
                <a:gd name="connsiteX60" fmla="*/ 77049 w 255736"/>
                <a:gd name="connsiteY60" fmla="*/ 57377 h 98360"/>
                <a:gd name="connsiteX61" fmla="*/ 81967 w 255736"/>
                <a:gd name="connsiteY61" fmla="*/ 57377 h 98360"/>
                <a:gd name="connsiteX62" fmla="*/ 85245 w 255736"/>
                <a:gd name="connsiteY62" fmla="*/ 57377 h 98360"/>
                <a:gd name="connsiteX63" fmla="*/ 81967 w 255736"/>
                <a:gd name="connsiteY63" fmla="*/ 57377 h 98360"/>
                <a:gd name="connsiteX64" fmla="*/ 78688 w 255736"/>
                <a:gd name="connsiteY64" fmla="*/ 57377 h 98360"/>
                <a:gd name="connsiteX65" fmla="*/ 73770 w 255736"/>
                <a:gd name="connsiteY65" fmla="*/ 59016 h 98360"/>
                <a:gd name="connsiteX66" fmla="*/ 78688 w 255736"/>
                <a:gd name="connsiteY66" fmla="*/ 59016 h 98360"/>
                <a:gd name="connsiteX67" fmla="*/ 83606 w 255736"/>
                <a:gd name="connsiteY67" fmla="*/ 60656 h 98360"/>
                <a:gd name="connsiteX68" fmla="*/ 86885 w 255736"/>
                <a:gd name="connsiteY68" fmla="*/ 60656 h 98360"/>
                <a:gd name="connsiteX69" fmla="*/ 90164 w 255736"/>
                <a:gd name="connsiteY69" fmla="*/ 60656 h 98360"/>
                <a:gd name="connsiteX70" fmla="*/ 93442 w 255736"/>
                <a:gd name="connsiteY70" fmla="*/ 59016 h 98360"/>
                <a:gd name="connsiteX71" fmla="*/ 98360 w 255736"/>
                <a:gd name="connsiteY71" fmla="*/ 59016 h 98360"/>
                <a:gd name="connsiteX72" fmla="*/ 103278 w 255736"/>
                <a:gd name="connsiteY72" fmla="*/ 59016 h 98360"/>
                <a:gd name="connsiteX73" fmla="*/ 106557 w 255736"/>
                <a:gd name="connsiteY73" fmla="*/ 59016 h 98360"/>
                <a:gd name="connsiteX74" fmla="*/ 103278 w 255736"/>
                <a:gd name="connsiteY74" fmla="*/ 60656 h 98360"/>
                <a:gd name="connsiteX75" fmla="*/ 98360 w 255736"/>
                <a:gd name="connsiteY75" fmla="*/ 60656 h 98360"/>
                <a:gd name="connsiteX76" fmla="*/ 95082 w 255736"/>
                <a:gd name="connsiteY76" fmla="*/ 60656 h 98360"/>
                <a:gd name="connsiteX77" fmla="*/ 90164 w 255736"/>
                <a:gd name="connsiteY77" fmla="*/ 60656 h 98360"/>
                <a:gd name="connsiteX78" fmla="*/ 86885 w 255736"/>
                <a:gd name="connsiteY78" fmla="*/ 60656 h 98360"/>
                <a:gd name="connsiteX79" fmla="*/ 83606 w 255736"/>
                <a:gd name="connsiteY79" fmla="*/ 60656 h 98360"/>
                <a:gd name="connsiteX80" fmla="*/ 78688 w 255736"/>
                <a:gd name="connsiteY80" fmla="*/ 60656 h 98360"/>
                <a:gd name="connsiteX81" fmla="*/ 75409 w 255736"/>
                <a:gd name="connsiteY81" fmla="*/ 60656 h 98360"/>
                <a:gd name="connsiteX82" fmla="*/ 72131 w 255736"/>
                <a:gd name="connsiteY82" fmla="*/ 60656 h 98360"/>
                <a:gd name="connsiteX83" fmla="*/ 67213 w 255736"/>
                <a:gd name="connsiteY83" fmla="*/ 62295 h 98360"/>
                <a:gd name="connsiteX84" fmla="*/ 72131 w 255736"/>
                <a:gd name="connsiteY84" fmla="*/ 63934 h 98360"/>
                <a:gd name="connsiteX85" fmla="*/ 75409 w 255736"/>
                <a:gd name="connsiteY85" fmla="*/ 63934 h 98360"/>
                <a:gd name="connsiteX86" fmla="*/ 80327 w 255736"/>
                <a:gd name="connsiteY86" fmla="*/ 63934 h 98360"/>
                <a:gd name="connsiteX87" fmla="*/ 83606 w 255736"/>
                <a:gd name="connsiteY87" fmla="*/ 63934 h 98360"/>
                <a:gd name="connsiteX88" fmla="*/ 88524 w 255736"/>
                <a:gd name="connsiteY88" fmla="*/ 63934 h 98360"/>
                <a:gd name="connsiteX89" fmla="*/ 91803 w 255736"/>
                <a:gd name="connsiteY89" fmla="*/ 63934 h 98360"/>
                <a:gd name="connsiteX90" fmla="*/ 96721 w 255736"/>
                <a:gd name="connsiteY90" fmla="*/ 63934 h 98360"/>
                <a:gd name="connsiteX91" fmla="*/ 99999 w 255736"/>
                <a:gd name="connsiteY91" fmla="*/ 63934 h 98360"/>
                <a:gd name="connsiteX92" fmla="*/ 104917 w 255736"/>
                <a:gd name="connsiteY92" fmla="*/ 63934 h 98360"/>
                <a:gd name="connsiteX93" fmla="*/ 108196 w 255736"/>
                <a:gd name="connsiteY93" fmla="*/ 63934 h 98360"/>
                <a:gd name="connsiteX94" fmla="*/ 113114 w 255736"/>
                <a:gd name="connsiteY94" fmla="*/ 63934 h 98360"/>
                <a:gd name="connsiteX95" fmla="*/ 116393 w 255736"/>
                <a:gd name="connsiteY95" fmla="*/ 63934 h 98360"/>
                <a:gd name="connsiteX96" fmla="*/ 121311 w 255736"/>
                <a:gd name="connsiteY96" fmla="*/ 62295 h 98360"/>
                <a:gd name="connsiteX97" fmla="*/ 116393 w 255736"/>
                <a:gd name="connsiteY97" fmla="*/ 63934 h 98360"/>
                <a:gd name="connsiteX98" fmla="*/ 113114 w 255736"/>
                <a:gd name="connsiteY98" fmla="*/ 63934 h 98360"/>
                <a:gd name="connsiteX99" fmla="*/ 108196 w 255736"/>
                <a:gd name="connsiteY99" fmla="*/ 63934 h 98360"/>
                <a:gd name="connsiteX100" fmla="*/ 104917 w 255736"/>
                <a:gd name="connsiteY100" fmla="*/ 63934 h 98360"/>
                <a:gd name="connsiteX101" fmla="*/ 99999 w 255736"/>
                <a:gd name="connsiteY101" fmla="*/ 65573 h 98360"/>
                <a:gd name="connsiteX102" fmla="*/ 95082 w 255736"/>
                <a:gd name="connsiteY102" fmla="*/ 65573 h 98360"/>
                <a:gd name="connsiteX103" fmla="*/ 91803 w 255736"/>
                <a:gd name="connsiteY103" fmla="*/ 65573 h 98360"/>
                <a:gd name="connsiteX104" fmla="*/ 86885 w 255736"/>
                <a:gd name="connsiteY104" fmla="*/ 65573 h 98360"/>
                <a:gd name="connsiteX105" fmla="*/ 83606 w 255736"/>
                <a:gd name="connsiteY105" fmla="*/ 65573 h 98360"/>
                <a:gd name="connsiteX106" fmla="*/ 78688 w 255736"/>
                <a:gd name="connsiteY106" fmla="*/ 65573 h 98360"/>
                <a:gd name="connsiteX107" fmla="*/ 75409 w 255736"/>
                <a:gd name="connsiteY107" fmla="*/ 65573 h 98360"/>
                <a:gd name="connsiteX108" fmla="*/ 70492 w 255736"/>
                <a:gd name="connsiteY108" fmla="*/ 67213 h 98360"/>
                <a:gd name="connsiteX109" fmla="*/ 67213 w 255736"/>
                <a:gd name="connsiteY109" fmla="*/ 65573 h 98360"/>
                <a:gd name="connsiteX110" fmla="*/ 63934 w 255736"/>
                <a:gd name="connsiteY110" fmla="*/ 65573 h 98360"/>
                <a:gd name="connsiteX111" fmla="*/ 59016 w 255736"/>
                <a:gd name="connsiteY111" fmla="*/ 65573 h 98360"/>
                <a:gd name="connsiteX112" fmla="*/ 55737 w 255736"/>
                <a:gd name="connsiteY112" fmla="*/ 65573 h 98360"/>
                <a:gd name="connsiteX113" fmla="*/ 52459 w 255736"/>
                <a:gd name="connsiteY113" fmla="*/ 65573 h 98360"/>
                <a:gd name="connsiteX114" fmla="*/ 47541 w 255736"/>
                <a:gd name="connsiteY114" fmla="*/ 65573 h 98360"/>
                <a:gd name="connsiteX115" fmla="*/ 44262 w 255736"/>
                <a:gd name="connsiteY115" fmla="*/ 65573 h 98360"/>
                <a:gd name="connsiteX116" fmla="*/ 39344 w 255736"/>
                <a:gd name="connsiteY116" fmla="*/ 68852 h 98360"/>
                <a:gd name="connsiteX117" fmla="*/ 36065 w 255736"/>
                <a:gd name="connsiteY117" fmla="*/ 68852 h 98360"/>
                <a:gd name="connsiteX118" fmla="*/ 31147 w 255736"/>
                <a:gd name="connsiteY118" fmla="*/ 68852 h 98360"/>
                <a:gd name="connsiteX119" fmla="*/ 27869 w 255736"/>
                <a:gd name="connsiteY119" fmla="*/ 68852 h 98360"/>
                <a:gd name="connsiteX120" fmla="*/ 24590 w 255736"/>
                <a:gd name="connsiteY120" fmla="*/ 70492 h 98360"/>
                <a:gd name="connsiteX121" fmla="*/ 19672 w 255736"/>
                <a:gd name="connsiteY121" fmla="*/ 70492 h 98360"/>
                <a:gd name="connsiteX122" fmla="*/ 16393 w 255736"/>
                <a:gd name="connsiteY122" fmla="*/ 72131 h 98360"/>
                <a:gd name="connsiteX123" fmla="*/ 19672 w 255736"/>
                <a:gd name="connsiteY123" fmla="*/ 75409 h 98360"/>
                <a:gd name="connsiteX124" fmla="*/ 22951 w 255736"/>
                <a:gd name="connsiteY124" fmla="*/ 75409 h 98360"/>
                <a:gd name="connsiteX125" fmla="*/ 27869 w 255736"/>
                <a:gd name="connsiteY125" fmla="*/ 75409 h 98360"/>
                <a:gd name="connsiteX126" fmla="*/ 31147 w 255736"/>
                <a:gd name="connsiteY126" fmla="*/ 77049 h 98360"/>
                <a:gd name="connsiteX127" fmla="*/ 34426 w 255736"/>
                <a:gd name="connsiteY127" fmla="*/ 78688 h 98360"/>
                <a:gd name="connsiteX128" fmla="*/ 31147 w 255736"/>
                <a:gd name="connsiteY128" fmla="*/ 78688 h 98360"/>
                <a:gd name="connsiteX129" fmla="*/ 26229 w 255736"/>
                <a:gd name="connsiteY129" fmla="*/ 78688 h 98360"/>
                <a:gd name="connsiteX130" fmla="*/ 22951 w 255736"/>
                <a:gd name="connsiteY130" fmla="*/ 78688 h 98360"/>
                <a:gd name="connsiteX131" fmla="*/ 18033 w 255736"/>
                <a:gd name="connsiteY131" fmla="*/ 78688 h 98360"/>
                <a:gd name="connsiteX132" fmla="*/ 22951 w 255736"/>
                <a:gd name="connsiteY132" fmla="*/ 81967 h 98360"/>
                <a:gd name="connsiteX133" fmla="*/ 26229 w 255736"/>
                <a:gd name="connsiteY133" fmla="*/ 83606 h 98360"/>
                <a:gd name="connsiteX134" fmla="*/ 29508 w 255736"/>
                <a:gd name="connsiteY134" fmla="*/ 83606 h 98360"/>
                <a:gd name="connsiteX135" fmla="*/ 34426 w 255736"/>
                <a:gd name="connsiteY135" fmla="*/ 83606 h 98360"/>
                <a:gd name="connsiteX136" fmla="*/ 37705 w 255736"/>
                <a:gd name="connsiteY136" fmla="*/ 81967 h 98360"/>
                <a:gd name="connsiteX137" fmla="*/ 42623 w 255736"/>
                <a:gd name="connsiteY137" fmla="*/ 83606 h 98360"/>
                <a:gd name="connsiteX138" fmla="*/ 45901 w 255736"/>
                <a:gd name="connsiteY138" fmla="*/ 83606 h 98360"/>
                <a:gd name="connsiteX139" fmla="*/ 50819 w 255736"/>
                <a:gd name="connsiteY139" fmla="*/ 85246 h 98360"/>
                <a:gd name="connsiteX140" fmla="*/ 54098 w 255736"/>
                <a:gd name="connsiteY140" fmla="*/ 85246 h 98360"/>
                <a:gd name="connsiteX141" fmla="*/ 57377 w 255736"/>
                <a:gd name="connsiteY141" fmla="*/ 85246 h 98360"/>
                <a:gd name="connsiteX142" fmla="*/ 62295 w 255736"/>
                <a:gd name="connsiteY142" fmla="*/ 85246 h 98360"/>
                <a:gd name="connsiteX143" fmla="*/ 57377 w 255736"/>
                <a:gd name="connsiteY143" fmla="*/ 85246 h 98360"/>
                <a:gd name="connsiteX144" fmla="*/ 54098 w 255736"/>
                <a:gd name="connsiteY144" fmla="*/ 85246 h 98360"/>
                <a:gd name="connsiteX145" fmla="*/ 49180 w 255736"/>
                <a:gd name="connsiteY145" fmla="*/ 85246 h 98360"/>
                <a:gd name="connsiteX146" fmla="*/ 45901 w 255736"/>
                <a:gd name="connsiteY146" fmla="*/ 85246 h 98360"/>
                <a:gd name="connsiteX147" fmla="*/ 40983 w 255736"/>
                <a:gd name="connsiteY147" fmla="*/ 86885 h 98360"/>
                <a:gd name="connsiteX148" fmla="*/ 37705 w 255736"/>
                <a:gd name="connsiteY148" fmla="*/ 86885 h 98360"/>
                <a:gd name="connsiteX149" fmla="*/ 32787 w 255736"/>
                <a:gd name="connsiteY149" fmla="*/ 86885 h 98360"/>
                <a:gd name="connsiteX150" fmla="*/ 29508 w 255736"/>
                <a:gd name="connsiteY150" fmla="*/ 86885 h 98360"/>
                <a:gd name="connsiteX151" fmla="*/ 26229 w 255736"/>
                <a:gd name="connsiteY151" fmla="*/ 86885 h 98360"/>
                <a:gd name="connsiteX152" fmla="*/ 29508 w 255736"/>
                <a:gd name="connsiteY152" fmla="*/ 91803 h 98360"/>
                <a:gd name="connsiteX153" fmla="*/ 32787 w 255736"/>
                <a:gd name="connsiteY153" fmla="*/ 93442 h 98360"/>
                <a:gd name="connsiteX154" fmla="*/ 37705 w 255736"/>
                <a:gd name="connsiteY154" fmla="*/ 93442 h 98360"/>
                <a:gd name="connsiteX155" fmla="*/ 39344 w 255736"/>
                <a:gd name="connsiteY155" fmla="*/ 96721 h 98360"/>
                <a:gd name="connsiteX156" fmla="*/ 42623 w 255736"/>
                <a:gd name="connsiteY156" fmla="*/ 95082 h 98360"/>
                <a:gd name="connsiteX157" fmla="*/ 45901 w 255736"/>
                <a:gd name="connsiteY157" fmla="*/ 96721 h 98360"/>
                <a:gd name="connsiteX158" fmla="*/ 50819 w 255736"/>
                <a:gd name="connsiteY158" fmla="*/ 96721 h 98360"/>
                <a:gd name="connsiteX159" fmla="*/ 54098 w 255736"/>
                <a:gd name="connsiteY159" fmla="*/ 96721 h 98360"/>
                <a:gd name="connsiteX160" fmla="*/ 57377 w 255736"/>
                <a:gd name="connsiteY160" fmla="*/ 96721 h 98360"/>
                <a:gd name="connsiteX161" fmla="*/ 62295 w 255736"/>
                <a:gd name="connsiteY161" fmla="*/ 98360 h 98360"/>
                <a:gd name="connsiteX162" fmla="*/ 65573 w 255736"/>
                <a:gd name="connsiteY162" fmla="*/ 98360 h 98360"/>
                <a:gd name="connsiteX163" fmla="*/ 70492 w 255736"/>
                <a:gd name="connsiteY163" fmla="*/ 98360 h 98360"/>
                <a:gd name="connsiteX164" fmla="*/ 73770 w 255736"/>
                <a:gd name="connsiteY164" fmla="*/ 98360 h 98360"/>
                <a:gd name="connsiteX165" fmla="*/ 77049 w 255736"/>
                <a:gd name="connsiteY165" fmla="*/ 98360 h 98360"/>
                <a:gd name="connsiteX166" fmla="*/ 81967 w 255736"/>
                <a:gd name="connsiteY166" fmla="*/ 95082 h 98360"/>
                <a:gd name="connsiteX167" fmla="*/ 77049 w 255736"/>
                <a:gd name="connsiteY167" fmla="*/ 93442 h 98360"/>
                <a:gd name="connsiteX168" fmla="*/ 81967 w 255736"/>
                <a:gd name="connsiteY168" fmla="*/ 93442 h 98360"/>
                <a:gd name="connsiteX169" fmla="*/ 85245 w 255736"/>
                <a:gd name="connsiteY169" fmla="*/ 91803 h 98360"/>
                <a:gd name="connsiteX170" fmla="*/ 88524 w 255736"/>
                <a:gd name="connsiteY170" fmla="*/ 91803 h 98360"/>
                <a:gd name="connsiteX171" fmla="*/ 91803 w 255736"/>
                <a:gd name="connsiteY171" fmla="*/ 93442 h 98360"/>
                <a:gd name="connsiteX172" fmla="*/ 95082 w 255736"/>
                <a:gd name="connsiteY172" fmla="*/ 96721 h 98360"/>
                <a:gd name="connsiteX173" fmla="*/ 99999 w 255736"/>
                <a:gd name="connsiteY173" fmla="*/ 98360 h 98360"/>
                <a:gd name="connsiteX174" fmla="*/ 101639 w 255736"/>
                <a:gd name="connsiteY174" fmla="*/ 95082 h 98360"/>
                <a:gd name="connsiteX175" fmla="*/ 101639 w 255736"/>
                <a:gd name="connsiteY175" fmla="*/ 90164 h 98360"/>
                <a:gd name="connsiteX176" fmla="*/ 99999 w 255736"/>
                <a:gd name="connsiteY176" fmla="*/ 88524 h 98360"/>
                <a:gd name="connsiteX177" fmla="*/ 101639 w 255736"/>
                <a:gd name="connsiteY177" fmla="*/ 83606 h 98360"/>
                <a:gd name="connsiteX178" fmla="*/ 104917 w 255736"/>
                <a:gd name="connsiteY178" fmla="*/ 83606 h 98360"/>
                <a:gd name="connsiteX179" fmla="*/ 104917 w 255736"/>
                <a:gd name="connsiteY179" fmla="*/ 86885 h 98360"/>
                <a:gd name="connsiteX180" fmla="*/ 108196 w 255736"/>
                <a:gd name="connsiteY180" fmla="*/ 90164 h 98360"/>
                <a:gd name="connsiteX181" fmla="*/ 109836 w 255736"/>
                <a:gd name="connsiteY181" fmla="*/ 95082 h 98360"/>
                <a:gd name="connsiteX182" fmla="*/ 113114 w 255736"/>
                <a:gd name="connsiteY182" fmla="*/ 98360 h 98360"/>
                <a:gd name="connsiteX183" fmla="*/ 116393 w 255736"/>
                <a:gd name="connsiteY183" fmla="*/ 96721 h 98360"/>
                <a:gd name="connsiteX184" fmla="*/ 121311 w 255736"/>
                <a:gd name="connsiteY184" fmla="*/ 95082 h 98360"/>
                <a:gd name="connsiteX185" fmla="*/ 124589 w 255736"/>
                <a:gd name="connsiteY185" fmla="*/ 93442 h 98360"/>
                <a:gd name="connsiteX186" fmla="*/ 129508 w 255736"/>
                <a:gd name="connsiteY186" fmla="*/ 91803 h 98360"/>
                <a:gd name="connsiteX187" fmla="*/ 132786 w 255736"/>
                <a:gd name="connsiteY187" fmla="*/ 90164 h 98360"/>
                <a:gd name="connsiteX188" fmla="*/ 132786 w 255736"/>
                <a:gd name="connsiteY188" fmla="*/ 86885 h 98360"/>
                <a:gd name="connsiteX189" fmla="*/ 136065 w 255736"/>
                <a:gd name="connsiteY189" fmla="*/ 83606 h 98360"/>
                <a:gd name="connsiteX190" fmla="*/ 140983 w 255736"/>
                <a:gd name="connsiteY190" fmla="*/ 85246 h 98360"/>
                <a:gd name="connsiteX191" fmla="*/ 144262 w 255736"/>
                <a:gd name="connsiteY191" fmla="*/ 88524 h 98360"/>
                <a:gd name="connsiteX192" fmla="*/ 147540 w 255736"/>
                <a:gd name="connsiteY192" fmla="*/ 86885 h 98360"/>
                <a:gd name="connsiteX193" fmla="*/ 150819 w 255736"/>
                <a:gd name="connsiteY193" fmla="*/ 86885 h 98360"/>
                <a:gd name="connsiteX194" fmla="*/ 155737 w 255736"/>
                <a:gd name="connsiteY194" fmla="*/ 85246 h 98360"/>
                <a:gd name="connsiteX195" fmla="*/ 150819 w 255736"/>
                <a:gd name="connsiteY195" fmla="*/ 81967 h 98360"/>
                <a:gd name="connsiteX196" fmla="*/ 155737 w 255736"/>
                <a:gd name="connsiteY196" fmla="*/ 78688 h 98360"/>
                <a:gd name="connsiteX197" fmla="*/ 159016 w 255736"/>
                <a:gd name="connsiteY197" fmla="*/ 75409 h 98360"/>
                <a:gd name="connsiteX198" fmla="*/ 162294 w 255736"/>
                <a:gd name="connsiteY198" fmla="*/ 72131 h 98360"/>
                <a:gd name="connsiteX199" fmla="*/ 167212 w 255736"/>
                <a:gd name="connsiteY199" fmla="*/ 70492 h 98360"/>
                <a:gd name="connsiteX200" fmla="*/ 170491 w 255736"/>
                <a:gd name="connsiteY200" fmla="*/ 70492 h 98360"/>
                <a:gd name="connsiteX201" fmla="*/ 175409 w 255736"/>
                <a:gd name="connsiteY201" fmla="*/ 68852 h 98360"/>
                <a:gd name="connsiteX202" fmla="*/ 178688 w 255736"/>
                <a:gd name="connsiteY202" fmla="*/ 68852 h 98360"/>
                <a:gd name="connsiteX203" fmla="*/ 175409 w 255736"/>
                <a:gd name="connsiteY203" fmla="*/ 70492 h 98360"/>
                <a:gd name="connsiteX204" fmla="*/ 170491 w 255736"/>
                <a:gd name="connsiteY204" fmla="*/ 72131 h 98360"/>
                <a:gd name="connsiteX205" fmla="*/ 167212 w 255736"/>
                <a:gd name="connsiteY205" fmla="*/ 73770 h 98360"/>
                <a:gd name="connsiteX206" fmla="*/ 163934 w 255736"/>
                <a:gd name="connsiteY206" fmla="*/ 77049 h 98360"/>
                <a:gd name="connsiteX207" fmla="*/ 160655 w 255736"/>
                <a:gd name="connsiteY207" fmla="*/ 80328 h 98360"/>
                <a:gd name="connsiteX208" fmla="*/ 165573 w 255736"/>
                <a:gd name="connsiteY208" fmla="*/ 81967 h 98360"/>
                <a:gd name="connsiteX209" fmla="*/ 168852 w 255736"/>
                <a:gd name="connsiteY209" fmla="*/ 80328 h 98360"/>
                <a:gd name="connsiteX210" fmla="*/ 173770 w 255736"/>
                <a:gd name="connsiteY210" fmla="*/ 78688 h 98360"/>
                <a:gd name="connsiteX211" fmla="*/ 177048 w 255736"/>
                <a:gd name="connsiteY211" fmla="*/ 78688 h 98360"/>
                <a:gd name="connsiteX212" fmla="*/ 180327 w 255736"/>
                <a:gd name="connsiteY212" fmla="*/ 77049 h 98360"/>
                <a:gd name="connsiteX213" fmla="*/ 185245 w 255736"/>
                <a:gd name="connsiteY213" fmla="*/ 75409 h 98360"/>
                <a:gd name="connsiteX214" fmla="*/ 188524 w 255736"/>
                <a:gd name="connsiteY214" fmla="*/ 75409 h 98360"/>
                <a:gd name="connsiteX215" fmla="*/ 193442 w 255736"/>
                <a:gd name="connsiteY215" fmla="*/ 73770 h 98360"/>
                <a:gd name="connsiteX216" fmla="*/ 196720 w 255736"/>
                <a:gd name="connsiteY216" fmla="*/ 70492 h 98360"/>
                <a:gd name="connsiteX217" fmla="*/ 199999 w 255736"/>
                <a:gd name="connsiteY217" fmla="*/ 72131 h 98360"/>
                <a:gd name="connsiteX218" fmla="*/ 203278 w 255736"/>
                <a:gd name="connsiteY218" fmla="*/ 72131 h 98360"/>
                <a:gd name="connsiteX219" fmla="*/ 208196 w 255736"/>
                <a:gd name="connsiteY219" fmla="*/ 68852 h 98360"/>
                <a:gd name="connsiteX220" fmla="*/ 213114 w 255736"/>
                <a:gd name="connsiteY220" fmla="*/ 68852 h 98360"/>
                <a:gd name="connsiteX221" fmla="*/ 216392 w 255736"/>
                <a:gd name="connsiteY221" fmla="*/ 68852 h 98360"/>
                <a:gd name="connsiteX222" fmla="*/ 219671 w 255736"/>
                <a:gd name="connsiteY222" fmla="*/ 67213 h 98360"/>
                <a:gd name="connsiteX223" fmla="*/ 224589 w 255736"/>
                <a:gd name="connsiteY223" fmla="*/ 67213 h 98360"/>
                <a:gd name="connsiteX224" fmla="*/ 227868 w 255736"/>
                <a:gd name="connsiteY224" fmla="*/ 67213 h 98360"/>
                <a:gd name="connsiteX225" fmla="*/ 231146 w 255736"/>
                <a:gd name="connsiteY225" fmla="*/ 65573 h 98360"/>
                <a:gd name="connsiteX226" fmla="*/ 236064 w 255736"/>
                <a:gd name="connsiteY226" fmla="*/ 65573 h 98360"/>
                <a:gd name="connsiteX227" fmla="*/ 239343 w 255736"/>
                <a:gd name="connsiteY227" fmla="*/ 65573 h 98360"/>
                <a:gd name="connsiteX228" fmla="*/ 244261 w 255736"/>
                <a:gd name="connsiteY228" fmla="*/ 65573 h 98360"/>
                <a:gd name="connsiteX229" fmla="*/ 247540 w 255736"/>
                <a:gd name="connsiteY229" fmla="*/ 63934 h 98360"/>
                <a:gd name="connsiteX230" fmla="*/ 252458 w 255736"/>
                <a:gd name="connsiteY230" fmla="*/ 63934 h 98360"/>
                <a:gd name="connsiteX231" fmla="*/ 255736 w 255736"/>
                <a:gd name="connsiteY231" fmla="*/ 62295 h 98360"/>
                <a:gd name="connsiteX232" fmla="*/ 254097 w 255736"/>
                <a:gd name="connsiteY232" fmla="*/ 59016 h 98360"/>
                <a:gd name="connsiteX233" fmla="*/ 252458 w 255736"/>
                <a:gd name="connsiteY233" fmla="*/ 55737 h 98360"/>
                <a:gd name="connsiteX234" fmla="*/ 247540 w 255736"/>
                <a:gd name="connsiteY234" fmla="*/ 52459 h 98360"/>
                <a:gd name="connsiteX235" fmla="*/ 244261 w 255736"/>
                <a:gd name="connsiteY235" fmla="*/ 54098 h 98360"/>
                <a:gd name="connsiteX236" fmla="*/ 240982 w 255736"/>
                <a:gd name="connsiteY236" fmla="*/ 55737 h 98360"/>
                <a:gd name="connsiteX237" fmla="*/ 236064 w 255736"/>
                <a:gd name="connsiteY237" fmla="*/ 57377 h 98360"/>
                <a:gd name="connsiteX238" fmla="*/ 240982 w 255736"/>
                <a:gd name="connsiteY238" fmla="*/ 54098 h 98360"/>
                <a:gd name="connsiteX239" fmla="*/ 236064 w 255736"/>
                <a:gd name="connsiteY239" fmla="*/ 50819 h 98360"/>
                <a:gd name="connsiteX240" fmla="*/ 231146 w 255736"/>
                <a:gd name="connsiteY240" fmla="*/ 50819 h 98360"/>
                <a:gd name="connsiteX241" fmla="*/ 227868 w 255736"/>
                <a:gd name="connsiteY241" fmla="*/ 50819 h 98360"/>
                <a:gd name="connsiteX242" fmla="*/ 224589 w 255736"/>
                <a:gd name="connsiteY242" fmla="*/ 50819 h 98360"/>
                <a:gd name="connsiteX243" fmla="*/ 219671 w 255736"/>
                <a:gd name="connsiteY243" fmla="*/ 54098 h 98360"/>
                <a:gd name="connsiteX244" fmla="*/ 216392 w 255736"/>
                <a:gd name="connsiteY244" fmla="*/ 52459 h 98360"/>
                <a:gd name="connsiteX245" fmla="*/ 213114 w 255736"/>
                <a:gd name="connsiteY245" fmla="*/ 54098 h 98360"/>
                <a:gd name="connsiteX246" fmla="*/ 208196 w 255736"/>
                <a:gd name="connsiteY246" fmla="*/ 54098 h 98360"/>
                <a:gd name="connsiteX247" fmla="*/ 204917 w 255736"/>
                <a:gd name="connsiteY247" fmla="*/ 54098 h 98360"/>
                <a:gd name="connsiteX248" fmla="*/ 209835 w 255736"/>
                <a:gd name="connsiteY248" fmla="*/ 52459 h 98360"/>
                <a:gd name="connsiteX249" fmla="*/ 213114 w 255736"/>
                <a:gd name="connsiteY249" fmla="*/ 52459 h 98360"/>
                <a:gd name="connsiteX250" fmla="*/ 216392 w 255736"/>
                <a:gd name="connsiteY250" fmla="*/ 50819 h 98360"/>
                <a:gd name="connsiteX251" fmla="*/ 221310 w 255736"/>
                <a:gd name="connsiteY251" fmla="*/ 49180 h 98360"/>
                <a:gd name="connsiteX252" fmla="*/ 224589 w 255736"/>
                <a:gd name="connsiteY252" fmla="*/ 45901 h 98360"/>
                <a:gd name="connsiteX253" fmla="*/ 227868 w 255736"/>
                <a:gd name="connsiteY253" fmla="*/ 44262 h 98360"/>
                <a:gd name="connsiteX254" fmla="*/ 232786 w 255736"/>
                <a:gd name="connsiteY254" fmla="*/ 42623 h 98360"/>
                <a:gd name="connsiteX255" fmla="*/ 227868 w 255736"/>
                <a:gd name="connsiteY255" fmla="*/ 42623 h 98360"/>
                <a:gd name="connsiteX256" fmla="*/ 224589 w 255736"/>
                <a:gd name="connsiteY256" fmla="*/ 44262 h 98360"/>
                <a:gd name="connsiteX257" fmla="*/ 221310 w 255736"/>
                <a:gd name="connsiteY257" fmla="*/ 44262 h 98360"/>
                <a:gd name="connsiteX258" fmla="*/ 216392 w 255736"/>
                <a:gd name="connsiteY258" fmla="*/ 44262 h 98360"/>
                <a:gd name="connsiteX259" fmla="*/ 219671 w 255736"/>
                <a:gd name="connsiteY259" fmla="*/ 44262 h 98360"/>
                <a:gd name="connsiteX260" fmla="*/ 224589 w 255736"/>
                <a:gd name="connsiteY260" fmla="*/ 42623 h 98360"/>
                <a:gd name="connsiteX261" fmla="*/ 227868 w 255736"/>
                <a:gd name="connsiteY261" fmla="*/ 42623 h 98360"/>
                <a:gd name="connsiteX262" fmla="*/ 231146 w 255736"/>
                <a:gd name="connsiteY262" fmla="*/ 40983 h 98360"/>
                <a:gd name="connsiteX263" fmla="*/ 231146 w 255736"/>
                <a:gd name="connsiteY263" fmla="*/ 39344 h 98360"/>
                <a:gd name="connsiteX264" fmla="*/ 227868 w 255736"/>
                <a:gd name="connsiteY264" fmla="*/ 37705 h 98360"/>
                <a:gd name="connsiteX265" fmla="*/ 222950 w 255736"/>
                <a:gd name="connsiteY265" fmla="*/ 37705 h 98360"/>
                <a:gd name="connsiteX266" fmla="*/ 219671 w 255736"/>
                <a:gd name="connsiteY266" fmla="*/ 37705 h 98360"/>
                <a:gd name="connsiteX267" fmla="*/ 216392 w 255736"/>
                <a:gd name="connsiteY267" fmla="*/ 37705 h 98360"/>
                <a:gd name="connsiteX268" fmla="*/ 219671 w 255736"/>
                <a:gd name="connsiteY268" fmla="*/ 36065 h 98360"/>
                <a:gd name="connsiteX269" fmla="*/ 224589 w 255736"/>
                <a:gd name="connsiteY269" fmla="*/ 34426 h 98360"/>
                <a:gd name="connsiteX270" fmla="*/ 227868 w 255736"/>
                <a:gd name="connsiteY270" fmla="*/ 34426 h 98360"/>
                <a:gd name="connsiteX271" fmla="*/ 231146 w 255736"/>
                <a:gd name="connsiteY271" fmla="*/ 31147 h 98360"/>
                <a:gd name="connsiteX272" fmla="*/ 231146 w 255736"/>
                <a:gd name="connsiteY272" fmla="*/ 27869 h 98360"/>
                <a:gd name="connsiteX273" fmla="*/ 226229 w 255736"/>
                <a:gd name="connsiteY273" fmla="*/ 26229 h 98360"/>
                <a:gd name="connsiteX274" fmla="*/ 222950 w 255736"/>
                <a:gd name="connsiteY274" fmla="*/ 26229 h 98360"/>
                <a:gd name="connsiteX275" fmla="*/ 218032 w 255736"/>
                <a:gd name="connsiteY275" fmla="*/ 26229 h 98360"/>
                <a:gd name="connsiteX276" fmla="*/ 214753 w 255736"/>
                <a:gd name="connsiteY276" fmla="*/ 27869 h 98360"/>
                <a:gd name="connsiteX277" fmla="*/ 211474 w 255736"/>
                <a:gd name="connsiteY277" fmla="*/ 27869 h 98360"/>
                <a:gd name="connsiteX278" fmla="*/ 206556 w 255736"/>
                <a:gd name="connsiteY278" fmla="*/ 31147 h 98360"/>
                <a:gd name="connsiteX279" fmla="*/ 211474 w 255736"/>
                <a:gd name="connsiteY279" fmla="*/ 32787 h 98360"/>
                <a:gd name="connsiteX280" fmla="*/ 206556 w 255736"/>
                <a:gd name="connsiteY280" fmla="*/ 36065 h 98360"/>
                <a:gd name="connsiteX281" fmla="*/ 203278 w 255736"/>
                <a:gd name="connsiteY281" fmla="*/ 36065 h 98360"/>
                <a:gd name="connsiteX282" fmla="*/ 199999 w 255736"/>
                <a:gd name="connsiteY282" fmla="*/ 36065 h 98360"/>
                <a:gd name="connsiteX283" fmla="*/ 195081 w 255736"/>
                <a:gd name="connsiteY283" fmla="*/ 34426 h 98360"/>
                <a:gd name="connsiteX284" fmla="*/ 191802 w 255736"/>
                <a:gd name="connsiteY284" fmla="*/ 31147 h 98360"/>
                <a:gd name="connsiteX285" fmla="*/ 196720 w 255736"/>
                <a:gd name="connsiteY285" fmla="*/ 29508 h 98360"/>
                <a:gd name="connsiteX286" fmla="*/ 199999 w 255736"/>
                <a:gd name="connsiteY286" fmla="*/ 27869 h 98360"/>
                <a:gd name="connsiteX287" fmla="*/ 196720 w 255736"/>
                <a:gd name="connsiteY287" fmla="*/ 27869 h 98360"/>
                <a:gd name="connsiteX288" fmla="*/ 199999 w 255736"/>
                <a:gd name="connsiteY288" fmla="*/ 26229 h 98360"/>
                <a:gd name="connsiteX289" fmla="*/ 196720 w 255736"/>
                <a:gd name="connsiteY289" fmla="*/ 22951 h 98360"/>
                <a:gd name="connsiteX290" fmla="*/ 191802 w 255736"/>
                <a:gd name="connsiteY290" fmla="*/ 24590 h 98360"/>
                <a:gd name="connsiteX291" fmla="*/ 188524 w 255736"/>
                <a:gd name="connsiteY291" fmla="*/ 24590 h 98360"/>
                <a:gd name="connsiteX292" fmla="*/ 185245 w 255736"/>
                <a:gd name="connsiteY292" fmla="*/ 24590 h 98360"/>
                <a:gd name="connsiteX293" fmla="*/ 183606 w 255736"/>
                <a:gd name="connsiteY293" fmla="*/ 24590 h 98360"/>
                <a:gd name="connsiteX294" fmla="*/ 180327 w 255736"/>
                <a:gd name="connsiteY294" fmla="*/ 22951 h 98360"/>
                <a:gd name="connsiteX295" fmla="*/ 177048 w 255736"/>
                <a:gd name="connsiteY295" fmla="*/ 22951 h 98360"/>
                <a:gd name="connsiteX296" fmla="*/ 172130 w 255736"/>
                <a:gd name="connsiteY296" fmla="*/ 22951 h 98360"/>
                <a:gd name="connsiteX297" fmla="*/ 168852 w 255736"/>
                <a:gd name="connsiteY297" fmla="*/ 22951 h 98360"/>
                <a:gd name="connsiteX298" fmla="*/ 172130 w 255736"/>
                <a:gd name="connsiteY298" fmla="*/ 21311 h 98360"/>
                <a:gd name="connsiteX299" fmla="*/ 168852 w 255736"/>
                <a:gd name="connsiteY299" fmla="*/ 18033 h 98360"/>
                <a:gd name="connsiteX300" fmla="*/ 165573 w 255736"/>
                <a:gd name="connsiteY300" fmla="*/ 14754 h 98360"/>
                <a:gd name="connsiteX301" fmla="*/ 163934 w 255736"/>
                <a:gd name="connsiteY301" fmla="*/ 11475 h 98360"/>
                <a:gd name="connsiteX302" fmla="*/ 160655 w 255736"/>
                <a:gd name="connsiteY302" fmla="*/ 8197 h 98360"/>
                <a:gd name="connsiteX303" fmla="*/ 163934 w 255736"/>
                <a:gd name="connsiteY303" fmla="*/ 8197 h 98360"/>
                <a:gd name="connsiteX304" fmla="*/ 160655 w 255736"/>
                <a:gd name="connsiteY304" fmla="*/ 4918 h 98360"/>
                <a:gd name="connsiteX305" fmla="*/ 157376 w 255736"/>
                <a:gd name="connsiteY305" fmla="*/ 3279 h 98360"/>
                <a:gd name="connsiteX306" fmla="*/ 152458 w 255736"/>
                <a:gd name="connsiteY306" fmla="*/ 3279 h 98360"/>
                <a:gd name="connsiteX307" fmla="*/ 149180 w 255736"/>
                <a:gd name="connsiteY307" fmla="*/ 1639 h 98360"/>
                <a:gd name="connsiteX308" fmla="*/ 144262 w 255736"/>
                <a:gd name="connsiteY308" fmla="*/ 1639 h 98360"/>
                <a:gd name="connsiteX309" fmla="*/ 140983 w 255736"/>
                <a:gd name="connsiteY309" fmla="*/ 1639 h 98360"/>
                <a:gd name="connsiteX310" fmla="*/ 139344 w 255736"/>
                <a:gd name="connsiteY310" fmla="*/ 1639 h 98360"/>
                <a:gd name="connsiteX311" fmla="*/ 134426 w 255736"/>
                <a:gd name="connsiteY311" fmla="*/ 0 h 98360"/>
                <a:gd name="connsiteX312" fmla="*/ 131147 w 255736"/>
                <a:gd name="connsiteY312" fmla="*/ 1639 h 98360"/>
                <a:gd name="connsiteX313" fmla="*/ 126229 w 255736"/>
                <a:gd name="connsiteY313" fmla="*/ 1639 h 98360"/>
                <a:gd name="connsiteX314" fmla="*/ 122950 w 255736"/>
                <a:gd name="connsiteY314" fmla="*/ 1639 h 98360"/>
                <a:gd name="connsiteX315" fmla="*/ 118032 w 255736"/>
                <a:gd name="connsiteY315" fmla="*/ 1639 h 98360"/>
                <a:gd name="connsiteX316" fmla="*/ 114754 w 255736"/>
                <a:gd name="connsiteY316" fmla="*/ 1639 h 98360"/>
                <a:gd name="connsiteX317" fmla="*/ 111475 w 255736"/>
                <a:gd name="connsiteY317" fmla="*/ 3279 h 98360"/>
                <a:gd name="connsiteX318" fmla="*/ 114754 w 255736"/>
                <a:gd name="connsiteY318" fmla="*/ 4918 h 98360"/>
                <a:gd name="connsiteX319" fmla="*/ 119672 w 255736"/>
                <a:gd name="connsiteY319" fmla="*/ 4918 h 98360"/>
                <a:gd name="connsiteX320" fmla="*/ 122950 w 255736"/>
                <a:gd name="connsiteY320" fmla="*/ 4918 h 98360"/>
                <a:gd name="connsiteX321" fmla="*/ 127868 w 255736"/>
                <a:gd name="connsiteY321" fmla="*/ 4918 h 98360"/>
                <a:gd name="connsiteX322" fmla="*/ 131147 w 255736"/>
                <a:gd name="connsiteY322" fmla="*/ 4918 h 98360"/>
                <a:gd name="connsiteX323" fmla="*/ 136065 w 255736"/>
                <a:gd name="connsiteY323" fmla="*/ 6557 h 98360"/>
                <a:gd name="connsiteX324" fmla="*/ 131147 w 255736"/>
                <a:gd name="connsiteY324" fmla="*/ 8197 h 98360"/>
                <a:gd name="connsiteX325" fmla="*/ 127868 w 255736"/>
                <a:gd name="connsiteY325" fmla="*/ 8197 h 98360"/>
                <a:gd name="connsiteX326" fmla="*/ 122950 w 255736"/>
                <a:gd name="connsiteY326" fmla="*/ 8197 h 98360"/>
                <a:gd name="connsiteX327" fmla="*/ 119672 w 255736"/>
                <a:gd name="connsiteY327" fmla="*/ 8197 h 98360"/>
                <a:gd name="connsiteX328" fmla="*/ 116393 w 255736"/>
                <a:gd name="connsiteY328" fmla="*/ 8197 h 98360"/>
                <a:gd name="connsiteX329" fmla="*/ 111475 w 255736"/>
                <a:gd name="connsiteY329" fmla="*/ 8197 h 98360"/>
                <a:gd name="connsiteX330" fmla="*/ 108196 w 255736"/>
                <a:gd name="connsiteY330" fmla="*/ 8197 h 98360"/>
                <a:gd name="connsiteX331" fmla="*/ 103278 w 255736"/>
                <a:gd name="connsiteY331" fmla="*/ 8197 h 98360"/>
                <a:gd name="connsiteX332" fmla="*/ 108196 w 255736"/>
                <a:gd name="connsiteY332" fmla="*/ 9836 h 98360"/>
                <a:gd name="connsiteX333" fmla="*/ 111475 w 255736"/>
                <a:gd name="connsiteY333" fmla="*/ 9836 h 98360"/>
                <a:gd name="connsiteX334" fmla="*/ 108196 w 255736"/>
                <a:gd name="connsiteY334" fmla="*/ 9836 h 98360"/>
                <a:gd name="connsiteX335" fmla="*/ 103278 w 255736"/>
                <a:gd name="connsiteY335" fmla="*/ 11475 h 98360"/>
                <a:gd name="connsiteX336" fmla="*/ 99999 w 255736"/>
                <a:gd name="connsiteY336" fmla="*/ 11475 h 98360"/>
                <a:gd name="connsiteX337" fmla="*/ 96721 w 255736"/>
                <a:gd name="connsiteY337" fmla="*/ 11475 h 98360"/>
                <a:gd name="connsiteX338" fmla="*/ 91803 w 255736"/>
                <a:gd name="connsiteY338" fmla="*/ 9836 h 98360"/>
                <a:gd name="connsiteX339" fmla="*/ 88524 w 255736"/>
                <a:gd name="connsiteY339" fmla="*/ 9836 h 98360"/>
                <a:gd name="connsiteX340" fmla="*/ 83606 w 255736"/>
                <a:gd name="connsiteY340" fmla="*/ 9836 h 98360"/>
                <a:gd name="connsiteX341" fmla="*/ 78688 w 255736"/>
                <a:gd name="connsiteY341" fmla="*/ 11475 h 98360"/>
                <a:gd name="connsiteX342" fmla="*/ 75409 w 255736"/>
                <a:gd name="connsiteY342" fmla="*/ 11475 h 98360"/>
                <a:gd name="connsiteX343" fmla="*/ 72131 w 255736"/>
                <a:gd name="connsiteY343" fmla="*/ 13115 h 98360"/>
                <a:gd name="connsiteX344" fmla="*/ 75409 w 255736"/>
                <a:gd name="connsiteY344" fmla="*/ 14754 h 98360"/>
                <a:gd name="connsiteX345" fmla="*/ 72131 w 255736"/>
                <a:gd name="connsiteY345" fmla="*/ 14754 h 98360"/>
                <a:gd name="connsiteX346" fmla="*/ 67213 w 255736"/>
                <a:gd name="connsiteY346" fmla="*/ 14754 h 98360"/>
                <a:gd name="connsiteX347" fmla="*/ 72131 w 255736"/>
                <a:gd name="connsiteY347" fmla="*/ 16393 h 98360"/>
                <a:gd name="connsiteX348" fmla="*/ 75409 w 255736"/>
                <a:gd name="connsiteY348" fmla="*/ 16393 h 98360"/>
                <a:gd name="connsiteX349" fmla="*/ 78688 w 255736"/>
                <a:gd name="connsiteY349" fmla="*/ 16393 h 98360"/>
                <a:gd name="connsiteX350" fmla="*/ 75409 w 255736"/>
                <a:gd name="connsiteY350" fmla="*/ 16393 h 98360"/>
                <a:gd name="connsiteX351" fmla="*/ 78688 w 255736"/>
                <a:gd name="connsiteY351" fmla="*/ 18033 h 98360"/>
                <a:gd name="connsiteX352" fmla="*/ 83606 w 255736"/>
                <a:gd name="connsiteY352" fmla="*/ 18033 h 98360"/>
                <a:gd name="connsiteX353" fmla="*/ 85245 w 255736"/>
                <a:gd name="connsiteY353" fmla="*/ 18033 h 98360"/>
                <a:gd name="connsiteX354" fmla="*/ 88524 w 255736"/>
                <a:gd name="connsiteY354" fmla="*/ 18033 h 98360"/>
                <a:gd name="connsiteX355" fmla="*/ 93442 w 255736"/>
                <a:gd name="connsiteY355" fmla="*/ 18033 h 98360"/>
                <a:gd name="connsiteX356" fmla="*/ 88524 w 255736"/>
                <a:gd name="connsiteY356" fmla="*/ 19672 h 98360"/>
                <a:gd name="connsiteX357" fmla="*/ 85245 w 255736"/>
                <a:gd name="connsiteY357" fmla="*/ 19672 h 98360"/>
                <a:gd name="connsiteX358" fmla="*/ 80327 w 255736"/>
                <a:gd name="connsiteY358" fmla="*/ 19672 h 98360"/>
                <a:gd name="connsiteX359" fmla="*/ 85245 w 255736"/>
                <a:gd name="connsiteY359" fmla="*/ 22951 h 98360"/>
                <a:gd name="connsiteX360" fmla="*/ 88524 w 255736"/>
                <a:gd name="connsiteY360" fmla="*/ 22951 h 98360"/>
                <a:gd name="connsiteX361" fmla="*/ 93442 w 255736"/>
                <a:gd name="connsiteY361" fmla="*/ 22951 h 98360"/>
                <a:gd name="connsiteX362" fmla="*/ 88524 w 255736"/>
                <a:gd name="connsiteY362" fmla="*/ 22951 h 98360"/>
                <a:gd name="connsiteX363" fmla="*/ 85245 w 255736"/>
                <a:gd name="connsiteY363" fmla="*/ 22951 h 98360"/>
                <a:gd name="connsiteX364" fmla="*/ 80327 w 255736"/>
                <a:gd name="connsiteY364" fmla="*/ 22951 h 98360"/>
                <a:gd name="connsiteX365" fmla="*/ 77049 w 255736"/>
                <a:gd name="connsiteY365" fmla="*/ 22951 h 98360"/>
                <a:gd name="connsiteX366" fmla="*/ 73770 w 255736"/>
                <a:gd name="connsiteY366" fmla="*/ 22951 h 98360"/>
                <a:gd name="connsiteX367" fmla="*/ 68852 w 255736"/>
                <a:gd name="connsiteY367" fmla="*/ 22951 h 98360"/>
                <a:gd name="connsiteX368" fmla="*/ 65573 w 255736"/>
                <a:gd name="connsiteY368" fmla="*/ 22951 h 98360"/>
                <a:gd name="connsiteX369" fmla="*/ 60655 w 255736"/>
                <a:gd name="connsiteY369" fmla="*/ 22951 h 98360"/>
                <a:gd name="connsiteX370" fmla="*/ 57377 w 255736"/>
                <a:gd name="connsiteY370" fmla="*/ 22951 h 98360"/>
                <a:gd name="connsiteX371" fmla="*/ 54098 w 255736"/>
                <a:gd name="connsiteY371" fmla="*/ 22951 h 98360"/>
                <a:gd name="connsiteX372" fmla="*/ 49180 w 255736"/>
                <a:gd name="connsiteY372" fmla="*/ 22951 h 98360"/>
                <a:gd name="connsiteX373" fmla="*/ 45901 w 255736"/>
                <a:gd name="connsiteY373" fmla="*/ 22951 h 98360"/>
                <a:gd name="connsiteX374" fmla="*/ 40983 w 255736"/>
                <a:gd name="connsiteY374" fmla="*/ 24590 h 98360"/>
                <a:gd name="connsiteX375" fmla="*/ 37705 w 255736"/>
                <a:gd name="connsiteY375" fmla="*/ 26229 h 98360"/>
                <a:gd name="connsiteX376" fmla="*/ 40983 w 255736"/>
                <a:gd name="connsiteY376" fmla="*/ 26229 h 98360"/>
                <a:gd name="connsiteX377" fmla="*/ 45901 w 255736"/>
                <a:gd name="connsiteY377" fmla="*/ 27869 h 98360"/>
                <a:gd name="connsiteX378" fmla="*/ 40983 w 255736"/>
                <a:gd name="connsiteY378" fmla="*/ 29508 h 98360"/>
                <a:gd name="connsiteX379" fmla="*/ 37705 w 255736"/>
                <a:gd name="connsiteY379" fmla="*/ 27869 h 98360"/>
                <a:gd name="connsiteX380" fmla="*/ 32787 w 255736"/>
                <a:gd name="connsiteY380" fmla="*/ 27869 h 98360"/>
                <a:gd name="connsiteX381" fmla="*/ 29508 w 255736"/>
                <a:gd name="connsiteY381" fmla="*/ 29508 h 98360"/>
                <a:gd name="connsiteX382" fmla="*/ 24590 w 255736"/>
                <a:gd name="connsiteY382" fmla="*/ 29508 h 98360"/>
                <a:gd name="connsiteX383" fmla="*/ 21311 w 255736"/>
                <a:gd name="connsiteY383" fmla="*/ 29508 h 98360"/>
                <a:gd name="connsiteX384" fmla="*/ 18033 w 255736"/>
                <a:gd name="connsiteY384" fmla="*/ 29508 h 98360"/>
                <a:gd name="connsiteX385" fmla="*/ 21311 w 255736"/>
                <a:gd name="connsiteY385" fmla="*/ 29508 h 98360"/>
                <a:gd name="connsiteX386" fmla="*/ 18033 w 255736"/>
                <a:gd name="connsiteY386" fmla="*/ 31147 h 98360"/>
                <a:gd name="connsiteX387" fmla="*/ 21311 w 255736"/>
                <a:gd name="connsiteY387" fmla="*/ 32787 h 98360"/>
                <a:gd name="connsiteX388" fmla="*/ 24590 w 255736"/>
                <a:gd name="connsiteY388" fmla="*/ 32787 h 98360"/>
                <a:gd name="connsiteX389" fmla="*/ 29508 w 255736"/>
                <a:gd name="connsiteY389" fmla="*/ 34426 h 98360"/>
                <a:gd name="connsiteX390" fmla="*/ 32787 w 255736"/>
                <a:gd name="connsiteY390" fmla="*/ 32787 h 98360"/>
                <a:gd name="connsiteX391" fmla="*/ 37705 w 255736"/>
                <a:gd name="connsiteY391" fmla="*/ 32787 h 98360"/>
                <a:gd name="connsiteX392" fmla="*/ 40983 w 255736"/>
                <a:gd name="connsiteY392" fmla="*/ 32787 h 98360"/>
                <a:gd name="connsiteX393" fmla="*/ 45901 w 255736"/>
                <a:gd name="connsiteY393" fmla="*/ 32787 h 98360"/>
                <a:gd name="connsiteX394" fmla="*/ 40983 w 255736"/>
                <a:gd name="connsiteY394" fmla="*/ 32787 h 98360"/>
                <a:gd name="connsiteX395" fmla="*/ 37705 w 255736"/>
                <a:gd name="connsiteY395" fmla="*/ 34426 h 98360"/>
                <a:gd name="connsiteX396" fmla="*/ 40983 w 255736"/>
                <a:gd name="connsiteY396" fmla="*/ 36065 h 98360"/>
                <a:gd name="connsiteX397" fmla="*/ 45901 w 255736"/>
                <a:gd name="connsiteY397" fmla="*/ 36065 h 98360"/>
                <a:gd name="connsiteX398" fmla="*/ 49180 w 255736"/>
                <a:gd name="connsiteY398" fmla="*/ 36065 h 98360"/>
                <a:gd name="connsiteX399" fmla="*/ 54098 w 255736"/>
                <a:gd name="connsiteY399" fmla="*/ 34426 h 98360"/>
                <a:gd name="connsiteX400" fmla="*/ 59016 w 255736"/>
                <a:gd name="connsiteY400" fmla="*/ 34426 h 98360"/>
                <a:gd name="connsiteX401" fmla="*/ 62295 w 255736"/>
                <a:gd name="connsiteY401" fmla="*/ 32787 h 98360"/>
                <a:gd name="connsiteX402" fmla="*/ 67213 w 255736"/>
                <a:gd name="connsiteY402" fmla="*/ 34426 h 98360"/>
                <a:gd name="connsiteX403" fmla="*/ 70492 w 255736"/>
                <a:gd name="connsiteY403" fmla="*/ 34426 h 98360"/>
                <a:gd name="connsiteX404" fmla="*/ 67213 w 255736"/>
                <a:gd name="connsiteY404" fmla="*/ 34426 h 98360"/>
                <a:gd name="connsiteX405" fmla="*/ 62295 w 255736"/>
                <a:gd name="connsiteY405" fmla="*/ 34426 h 98360"/>
                <a:gd name="connsiteX406" fmla="*/ 57377 w 255736"/>
                <a:gd name="connsiteY406" fmla="*/ 36065 h 98360"/>
                <a:gd name="connsiteX407" fmla="*/ 54098 w 255736"/>
                <a:gd name="connsiteY407" fmla="*/ 36065 h 98360"/>
                <a:gd name="connsiteX408" fmla="*/ 57377 w 255736"/>
                <a:gd name="connsiteY408" fmla="*/ 39344 h 98360"/>
                <a:gd name="connsiteX409" fmla="*/ 54098 w 255736"/>
                <a:gd name="connsiteY409" fmla="*/ 39344 h 98360"/>
                <a:gd name="connsiteX410" fmla="*/ 49180 w 255736"/>
                <a:gd name="connsiteY410" fmla="*/ 39344 h 98360"/>
                <a:gd name="connsiteX411" fmla="*/ 45901 w 255736"/>
                <a:gd name="connsiteY411" fmla="*/ 37705 h 98360"/>
                <a:gd name="connsiteX412" fmla="*/ 40983 w 255736"/>
                <a:gd name="connsiteY412" fmla="*/ 39344 h 98360"/>
                <a:gd name="connsiteX413" fmla="*/ 37705 w 255736"/>
                <a:gd name="connsiteY413" fmla="*/ 39344 h 98360"/>
                <a:gd name="connsiteX414" fmla="*/ 34426 w 255736"/>
                <a:gd name="connsiteY414" fmla="*/ 39344 h 98360"/>
                <a:gd name="connsiteX415" fmla="*/ 29508 w 255736"/>
                <a:gd name="connsiteY415" fmla="*/ 37705 h 98360"/>
                <a:gd name="connsiteX416" fmla="*/ 26229 w 255736"/>
                <a:gd name="connsiteY416" fmla="*/ 37705 h 98360"/>
                <a:gd name="connsiteX417" fmla="*/ 21311 w 255736"/>
                <a:gd name="connsiteY417" fmla="*/ 37705 h 98360"/>
                <a:gd name="connsiteX418" fmla="*/ 18033 w 255736"/>
                <a:gd name="connsiteY418" fmla="*/ 36065 h 98360"/>
                <a:gd name="connsiteX419" fmla="*/ 13115 w 255736"/>
                <a:gd name="connsiteY419" fmla="*/ 36065 h 98360"/>
                <a:gd name="connsiteX420" fmla="*/ 9836 w 255736"/>
                <a:gd name="connsiteY420" fmla="*/ 36065 h 98360"/>
                <a:gd name="connsiteX421" fmla="*/ 6557 w 255736"/>
                <a:gd name="connsiteY421" fmla="*/ 36065 h 98360"/>
                <a:gd name="connsiteX422" fmla="*/ 9836 w 255736"/>
                <a:gd name="connsiteY422" fmla="*/ 37705 h 98360"/>
                <a:gd name="connsiteX423" fmla="*/ 6557 w 255736"/>
                <a:gd name="connsiteY423" fmla="*/ 39344 h 98360"/>
                <a:gd name="connsiteX424" fmla="*/ 3279 w 255736"/>
                <a:gd name="connsiteY424" fmla="*/ 39344 h 98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</a:cxnLst>
              <a:rect l="l" t="t" r="r" b="b"/>
              <a:pathLst>
                <a:path w="255736" h="98360">
                  <a:moveTo>
                    <a:pt x="3279" y="39344"/>
                  </a:moveTo>
                  <a:lnTo>
                    <a:pt x="8197" y="40983"/>
                  </a:lnTo>
                  <a:lnTo>
                    <a:pt x="11475" y="42623"/>
                  </a:lnTo>
                  <a:lnTo>
                    <a:pt x="6557" y="42623"/>
                  </a:lnTo>
                  <a:lnTo>
                    <a:pt x="3279" y="42623"/>
                  </a:lnTo>
                  <a:lnTo>
                    <a:pt x="0" y="42623"/>
                  </a:lnTo>
                  <a:lnTo>
                    <a:pt x="3279" y="44262"/>
                  </a:lnTo>
                  <a:lnTo>
                    <a:pt x="1639" y="47541"/>
                  </a:lnTo>
                  <a:lnTo>
                    <a:pt x="6557" y="49180"/>
                  </a:lnTo>
                  <a:lnTo>
                    <a:pt x="9836" y="50819"/>
                  </a:lnTo>
                  <a:lnTo>
                    <a:pt x="13115" y="50819"/>
                  </a:lnTo>
                  <a:lnTo>
                    <a:pt x="16393" y="50819"/>
                  </a:lnTo>
                  <a:lnTo>
                    <a:pt x="21311" y="50819"/>
                  </a:lnTo>
                  <a:lnTo>
                    <a:pt x="24590" y="50819"/>
                  </a:lnTo>
                  <a:lnTo>
                    <a:pt x="29508" y="50819"/>
                  </a:lnTo>
                  <a:lnTo>
                    <a:pt x="32787" y="50819"/>
                  </a:lnTo>
                  <a:lnTo>
                    <a:pt x="37705" y="49180"/>
                  </a:lnTo>
                  <a:lnTo>
                    <a:pt x="40983" y="47541"/>
                  </a:lnTo>
                  <a:lnTo>
                    <a:pt x="45901" y="47541"/>
                  </a:lnTo>
                  <a:lnTo>
                    <a:pt x="49180" y="45901"/>
                  </a:lnTo>
                  <a:lnTo>
                    <a:pt x="45901" y="49180"/>
                  </a:lnTo>
                  <a:lnTo>
                    <a:pt x="42623" y="50819"/>
                  </a:lnTo>
                  <a:lnTo>
                    <a:pt x="37705" y="50819"/>
                  </a:lnTo>
                  <a:lnTo>
                    <a:pt x="32787" y="52459"/>
                  </a:lnTo>
                  <a:lnTo>
                    <a:pt x="29508" y="52459"/>
                  </a:lnTo>
                  <a:lnTo>
                    <a:pt x="26229" y="52459"/>
                  </a:lnTo>
                  <a:lnTo>
                    <a:pt x="21311" y="52459"/>
                  </a:lnTo>
                  <a:lnTo>
                    <a:pt x="16393" y="52459"/>
                  </a:lnTo>
                  <a:lnTo>
                    <a:pt x="13115" y="54098"/>
                  </a:lnTo>
                  <a:lnTo>
                    <a:pt x="9836" y="54098"/>
                  </a:lnTo>
                  <a:lnTo>
                    <a:pt x="4918" y="54098"/>
                  </a:lnTo>
                  <a:lnTo>
                    <a:pt x="1639" y="55737"/>
                  </a:lnTo>
                  <a:lnTo>
                    <a:pt x="4918" y="59016"/>
                  </a:lnTo>
                  <a:lnTo>
                    <a:pt x="9836" y="57377"/>
                  </a:lnTo>
                  <a:lnTo>
                    <a:pt x="6557" y="62295"/>
                  </a:lnTo>
                  <a:lnTo>
                    <a:pt x="9836" y="62295"/>
                  </a:lnTo>
                  <a:lnTo>
                    <a:pt x="13115" y="62295"/>
                  </a:lnTo>
                  <a:lnTo>
                    <a:pt x="18033" y="60656"/>
                  </a:lnTo>
                  <a:lnTo>
                    <a:pt x="21311" y="60656"/>
                  </a:lnTo>
                  <a:lnTo>
                    <a:pt x="26229" y="60656"/>
                  </a:lnTo>
                  <a:lnTo>
                    <a:pt x="29508" y="59016"/>
                  </a:lnTo>
                  <a:lnTo>
                    <a:pt x="34426" y="57377"/>
                  </a:lnTo>
                  <a:lnTo>
                    <a:pt x="37705" y="59016"/>
                  </a:lnTo>
                  <a:lnTo>
                    <a:pt x="42623" y="59016"/>
                  </a:lnTo>
                  <a:lnTo>
                    <a:pt x="39344" y="59016"/>
                  </a:lnTo>
                  <a:lnTo>
                    <a:pt x="34426" y="60656"/>
                  </a:lnTo>
                  <a:lnTo>
                    <a:pt x="31147" y="62295"/>
                  </a:lnTo>
                  <a:lnTo>
                    <a:pt x="34426" y="62295"/>
                  </a:lnTo>
                  <a:lnTo>
                    <a:pt x="37705" y="62295"/>
                  </a:lnTo>
                  <a:lnTo>
                    <a:pt x="42623" y="62295"/>
                  </a:lnTo>
                  <a:lnTo>
                    <a:pt x="45901" y="60656"/>
                  </a:lnTo>
                  <a:lnTo>
                    <a:pt x="50819" y="60656"/>
                  </a:lnTo>
                  <a:lnTo>
                    <a:pt x="54098" y="59016"/>
                  </a:lnTo>
                  <a:lnTo>
                    <a:pt x="57377" y="57377"/>
                  </a:lnTo>
                  <a:lnTo>
                    <a:pt x="54098" y="60656"/>
                  </a:lnTo>
                  <a:lnTo>
                    <a:pt x="57377" y="59016"/>
                  </a:lnTo>
                  <a:lnTo>
                    <a:pt x="62295" y="59016"/>
                  </a:lnTo>
                  <a:lnTo>
                    <a:pt x="65573" y="55737"/>
                  </a:lnTo>
                  <a:lnTo>
                    <a:pt x="70492" y="57377"/>
                  </a:lnTo>
                  <a:lnTo>
                    <a:pt x="73770" y="57377"/>
                  </a:lnTo>
                  <a:lnTo>
                    <a:pt x="77049" y="57377"/>
                  </a:lnTo>
                  <a:lnTo>
                    <a:pt x="81967" y="57377"/>
                  </a:lnTo>
                  <a:lnTo>
                    <a:pt x="85245" y="57377"/>
                  </a:lnTo>
                  <a:lnTo>
                    <a:pt x="81967" y="57377"/>
                  </a:lnTo>
                  <a:lnTo>
                    <a:pt x="78688" y="57377"/>
                  </a:lnTo>
                  <a:lnTo>
                    <a:pt x="73770" y="59016"/>
                  </a:lnTo>
                  <a:lnTo>
                    <a:pt x="78688" y="59016"/>
                  </a:lnTo>
                  <a:lnTo>
                    <a:pt x="83606" y="60656"/>
                  </a:lnTo>
                  <a:lnTo>
                    <a:pt x="86885" y="60656"/>
                  </a:lnTo>
                  <a:lnTo>
                    <a:pt x="90164" y="60656"/>
                  </a:lnTo>
                  <a:lnTo>
                    <a:pt x="93442" y="59016"/>
                  </a:lnTo>
                  <a:lnTo>
                    <a:pt x="98360" y="59016"/>
                  </a:lnTo>
                  <a:lnTo>
                    <a:pt x="103278" y="59016"/>
                  </a:lnTo>
                  <a:lnTo>
                    <a:pt x="106557" y="59016"/>
                  </a:lnTo>
                  <a:lnTo>
                    <a:pt x="103278" y="60656"/>
                  </a:lnTo>
                  <a:lnTo>
                    <a:pt x="98360" y="60656"/>
                  </a:lnTo>
                  <a:lnTo>
                    <a:pt x="95082" y="60656"/>
                  </a:lnTo>
                  <a:lnTo>
                    <a:pt x="90164" y="60656"/>
                  </a:lnTo>
                  <a:lnTo>
                    <a:pt x="86885" y="60656"/>
                  </a:lnTo>
                  <a:lnTo>
                    <a:pt x="83606" y="60656"/>
                  </a:lnTo>
                  <a:lnTo>
                    <a:pt x="78688" y="60656"/>
                  </a:lnTo>
                  <a:lnTo>
                    <a:pt x="75409" y="60656"/>
                  </a:lnTo>
                  <a:lnTo>
                    <a:pt x="72131" y="60656"/>
                  </a:lnTo>
                  <a:lnTo>
                    <a:pt x="67213" y="62295"/>
                  </a:lnTo>
                  <a:lnTo>
                    <a:pt x="72131" y="63934"/>
                  </a:lnTo>
                  <a:lnTo>
                    <a:pt x="75409" y="63934"/>
                  </a:lnTo>
                  <a:lnTo>
                    <a:pt x="80327" y="63934"/>
                  </a:lnTo>
                  <a:lnTo>
                    <a:pt x="83606" y="63934"/>
                  </a:lnTo>
                  <a:lnTo>
                    <a:pt x="88524" y="63934"/>
                  </a:lnTo>
                  <a:lnTo>
                    <a:pt x="91803" y="63934"/>
                  </a:lnTo>
                  <a:lnTo>
                    <a:pt x="96721" y="63934"/>
                  </a:lnTo>
                  <a:lnTo>
                    <a:pt x="99999" y="63934"/>
                  </a:lnTo>
                  <a:lnTo>
                    <a:pt x="104917" y="63934"/>
                  </a:lnTo>
                  <a:lnTo>
                    <a:pt x="108196" y="63934"/>
                  </a:lnTo>
                  <a:lnTo>
                    <a:pt x="113114" y="63934"/>
                  </a:lnTo>
                  <a:lnTo>
                    <a:pt x="116393" y="63934"/>
                  </a:lnTo>
                  <a:lnTo>
                    <a:pt x="121311" y="62295"/>
                  </a:lnTo>
                  <a:lnTo>
                    <a:pt x="116393" y="63934"/>
                  </a:lnTo>
                  <a:lnTo>
                    <a:pt x="113114" y="63934"/>
                  </a:lnTo>
                  <a:lnTo>
                    <a:pt x="108196" y="63934"/>
                  </a:lnTo>
                  <a:lnTo>
                    <a:pt x="104917" y="63934"/>
                  </a:lnTo>
                  <a:lnTo>
                    <a:pt x="99999" y="65573"/>
                  </a:lnTo>
                  <a:lnTo>
                    <a:pt x="95082" y="65573"/>
                  </a:lnTo>
                  <a:lnTo>
                    <a:pt x="91803" y="65573"/>
                  </a:lnTo>
                  <a:lnTo>
                    <a:pt x="86885" y="65573"/>
                  </a:lnTo>
                  <a:lnTo>
                    <a:pt x="83606" y="65573"/>
                  </a:lnTo>
                  <a:lnTo>
                    <a:pt x="78688" y="65573"/>
                  </a:lnTo>
                  <a:lnTo>
                    <a:pt x="75409" y="65573"/>
                  </a:lnTo>
                  <a:lnTo>
                    <a:pt x="70492" y="67213"/>
                  </a:lnTo>
                  <a:lnTo>
                    <a:pt x="67213" y="65573"/>
                  </a:lnTo>
                  <a:lnTo>
                    <a:pt x="63934" y="65573"/>
                  </a:lnTo>
                  <a:lnTo>
                    <a:pt x="59016" y="65573"/>
                  </a:lnTo>
                  <a:lnTo>
                    <a:pt x="55737" y="65573"/>
                  </a:lnTo>
                  <a:lnTo>
                    <a:pt x="52459" y="65573"/>
                  </a:lnTo>
                  <a:lnTo>
                    <a:pt x="47541" y="65573"/>
                  </a:lnTo>
                  <a:lnTo>
                    <a:pt x="44262" y="65573"/>
                  </a:lnTo>
                  <a:lnTo>
                    <a:pt x="39344" y="68852"/>
                  </a:lnTo>
                  <a:lnTo>
                    <a:pt x="36065" y="68852"/>
                  </a:lnTo>
                  <a:lnTo>
                    <a:pt x="31147" y="68852"/>
                  </a:lnTo>
                  <a:lnTo>
                    <a:pt x="27869" y="68852"/>
                  </a:lnTo>
                  <a:lnTo>
                    <a:pt x="24590" y="70492"/>
                  </a:lnTo>
                  <a:lnTo>
                    <a:pt x="19672" y="70492"/>
                  </a:lnTo>
                  <a:lnTo>
                    <a:pt x="16393" y="72131"/>
                  </a:lnTo>
                  <a:lnTo>
                    <a:pt x="19672" y="75409"/>
                  </a:lnTo>
                  <a:lnTo>
                    <a:pt x="22951" y="75409"/>
                  </a:lnTo>
                  <a:lnTo>
                    <a:pt x="27869" y="75409"/>
                  </a:lnTo>
                  <a:lnTo>
                    <a:pt x="31147" y="77049"/>
                  </a:lnTo>
                  <a:lnTo>
                    <a:pt x="34426" y="78688"/>
                  </a:lnTo>
                  <a:lnTo>
                    <a:pt x="31147" y="78688"/>
                  </a:lnTo>
                  <a:lnTo>
                    <a:pt x="26229" y="78688"/>
                  </a:lnTo>
                  <a:lnTo>
                    <a:pt x="22951" y="78688"/>
                  </a:lnTo>
                  <a:lnTo>
                    <a:pt x="18033" y="78688"/>
                  </a:lnTo>
                  <a:lnTo>
                    <a:pt x="22951" y="81967"/>
                  </a:lnTo>
                  <a:lnTo>
                    <a:pt x="26229" y="83606"/>
                  </a:lnTo>
                  <a:lnTo>
                    <a:pt x="29508" y="83606"/>
                  </a:lnTo>
                  <a:lnTo>
                    <a:pt x="34426" y="83606"/>
                  </a:lnTo>
                  <a:lnTo>
                    <a:pt x="37705" y="81967"/>
                  </a:lnTo>
                  <a:lnTo>
                    <a:pt x="42623" y="83606"/>
                  </a:lnTo>
                  <a:lnTo>
                    <a:pt x="45901" y="83606"/>
                  </a:lnTo>
                  <a:lnTo>
                    <a:pt x="50819" y="85246"/>
                  </a:lnTo>
                  <a:lnTo>
                    <a:pt x="54098" y="85246"/>
                  </a:lnTo>
                  <a:lnTo>
                    <a:pt x="57377" y="85246"/>
                  </a:lnTo>
                  <a:lnTo>
                    <a:pt x="62295" y="85246"/>
                  </a:lnTo>
                  <a:lnTo>
                    <a:pt x="57377" y="85246"/>
                  </a:lnTo>
                  <a:lnTo>
                    <a:pt x="54098" y="85246"/>
                  </a:lnTo>
                  <a:lnTo>
                    <a:pt x="49180" y="85246"/>
                  </a:lnTo>
                  <a:lnTo>
                    <a:pt x="45901" y="85246"/>
                  </a:lnTo>
                  <a:lnTo>
                    <a:pt x="40983" y="86885"/>
                  </a:lnTo>
                  <a:lnTo>
                    <a:pt x="37705" y="86885"/>
                  </a:lnTo>
                  <a:lnTo>
                    <a:pt x="32787" y="86885"/>
                  </a:lnTo>
                  <a:lnTo>
                    <a:pt x="29508" y="86885"/>
                  </a:lnTo>
                  <a:lnTo>
                    <a:pt x="26229" y="86885"/>
                  </a:lnTo>
                  <a:lnTo>
                    <a:pt x="29508" y="91803"/>
                  </a:lnTo>
                  <a:lnTo>
                    <a:pt x="32787" y="93442"/>
                  </a:lnTo>
                  <a:lnTo>
                    <a:pt x="37705" y="93442"/>
                  </a:lnTo>
                  <a:lnTo>
                    <a:pt x="39344" y="96721"/>
                  </a:lnTo>
                  <a:lnTo>
                    <a:pt x="42623" y="95082"/>
                  </a:lnTo>
                  <a:lnTo>
                    <a:pt x="45901" y="96721"/>
                  </a:lnTo>
                  <a:lnTo>
                    <a:pt x="50819" y="96721"/>
                  </a:lnTo>
                  <a:lnTo>
                    <a:pt x="54098" y="96721"/>
                  </a:lnTo>
                  <a:lnTo>
                    <a:pt x="57377" y="96721"/>
                  </a:lnTo>
                  <a:lnTo>
                    <a:pt x="62295" y="98360"/>
                  </a:lnTo>
                  <a:lnTo>
                    <a:pt x="65573" y="98360"/>
                  </a:lnTo>
                  <a:lnTo>
                    <a:pt x="70492" y="98360"/>
                  </a:lnTo>
                  <a:lnTo>
                    <a:pt x="73770" y="98360"/>
                  </a:lnTo>
                  <a:lnTo>
                    <a:pt x="77049" y="98360"/>
                  </a:lnTo>
                  <a:lnTo>
                    <a:pt x="81967" y="95082"/>
                  </a:lnTo>
                  <a:lnTo>
                    <a:pt x="77049" y="93442"/>
                  </a:lnTo>
                  <a:lnTo>
                    <a:pt x="81967" y="93442"/>
                  </a:lnTo>
                  <a:lnTo>
                    <a:pt x="85245" y="91803"/>
                  </a:lnTo>
                  <a:lnTo>
                    <a:pt x="88524" y="91803"/>
                  </a:lnTo>
                  <a:lnTo>
                    <a:pt x="91803" y="93442"/>
                  </a:lnTo>
                  <a:lnTo>
                    <a:pt x="95082" y="96721"/>
                  </a:lnTo>
                  <a:lnTo>
                    <a:pt x="99999" y="98360"/>
                  </a:lnTo>
                  <a:lnTo>
                    <a:pt x="101639" y="95082"/>
                  </a:lnTo>
                  <a:lnTo>
                    <a:pt x="101639" y="90164"/>
                  </a:lnTo>
                  <a:lnTo>
                    <a:pt x="99999" y="88524"/>
                  </a:lnTo>
                  <a:lnTo>
                    <a:pt x="101639" y="83606"/>
                  </a:lnTo>
                  <a:lnTo>
                    <a:pt x="104917" y="83606"/>
                  </a:lnTo>
                  <a:lnTo>
                    <a:pt x="104917" y="86885"/>
                  </a:lnTo>
                  <a:lnTo>
                    <a:pt x="108196" y="90164"/>
                  </a:lnTo>
                  <a:lnTo>
                    <a:pt x="109836" y="95082"/>
                  </a:lnTo>
                  <a:lnTo>
                    <a:pt x="113114" y="98360"/>
                  </a:lnTo>
                  <a:lnTo>
                    <a:pt x="116393" y="96721"/>
                  </a:lnTo>
                  <a:lnTo>
                    <a:pt x="121311" y="95082"/>
                  </a:lnTo>
                  <a:lnTo>
                    <a:pt x="124589" y="93442"/>
                  </a:lnTo>
                  <a:lnTo>
                    <a:pt x="129508" y="91803"/>
                  </a:lnTo>
                  <a:lnTo>
                    <a:pt x="132786" y="90164"/>
                  </a:lnTo>
                  <a:lnTo>
                    <a:pt x="132786" y="86885"/>
                  </a:lnTo>
                  <a:lnTo>
                    <a:pt x="136065" y="83606"/>
                  </a:lnTo>
                  <a:lnTo>
                    <a:pt x="140983" y="85246"/>
                  </a:lnTo>
                  <a:lnTo>
                    <a:pt x="144262" y="88524"/>
                  </a:lnTo>
                  <a:lnTo>
                    <a:pt x="147540" y="86885"/>
                  </a:lnTo>
                  <a:lnTo>
                    <a:pt x="150819" y="86885"/>
                  </a:lnTo>
                  <a:lnTo>
                    <a:pt x="155737" y="85246"/>
                  </a:lnTo>
                  <a:lnTo>
                    <a:pt x="150819" y="81967"/>
                  </a:lnTo>
                  <a:lnTo>
                    <a:pt x="155737" y="78688"/>
                  </a:lnTo>
                  <a:lnTo>
                    <a:pt x="159016" y="75409"/>
                  </a:lnTo>
                  <a:lnTo>
                    <a:pt x="162294" y="72131"/>
                  </a:lnTo>
                  <a:lnTo>
                    <a:pt x="167212" y="70492"/>
                  </a:lnTo>
                  <a:lnTo>
                    <a:pt x="170491" y="70492"/>
                  </a:lnTo>
                  <a:lnTo>
                    <a:pt x="175409" y="68852"/>
                  </a:lnTo>
                  <a:lnTo>
                    <a:pt x="178688" y="68852"/>
                  </a:lnTo>
                  <a:lnTo>
                    <a:pt x="175409" y="70492"/>
                  </a:lnTo>
                  <a:lnTo>
                    <a:pt x="170491" y="72131"/>
                  </a:lnTo>
                  <a:lnTo>
                    <a:pt x="167212" y="73770"/>
                  </a:lnTo>
                  <a:lnTo>
                    <a:pt x="163934" y="77049"/>
                  </a:lnTo>
                  <a:lnTo>
                    <a:pt x="160655" y="80328"/>
                  </a:lnTo>
                  <a:lnTo>
                    <a:pt x="165573" y="81967"/>
                  </a:lnTo>
                  <a:lnTo>
                    <a:pt x="168852" y="80328"/>
                  </a:lnTo>
                  <a:lnTo>
                    <a:pt x="173770" y="78688"/>
                  </a:lnTo>
                  <a:lnTo>
                    <a:pt x="177048" y="78688"/>
                  </a:lnTo>
                  <a:lnTo>
                    <a:pt x="180327" y="77049"/>
                  </a:lnTo>
                  <a:lnTo>
                    <a:pt x="185245" y="75409"/>
                  </a:lnTo>
                  <a:lnTo>
                    <a:pt x="188524" y="75409"/>
                  </a:lnTo>
                  <a:lnTo>
                    <a:pt x="193442" y="73770"/>
                  </a:lnTo>
                  <a:lnTo>
                    <a:pt x="196720" y="70492"/>
                  </a:lnTo>
                  <a:lnTo>
                    <a:pt x="199999" y="72131"/>
                  </a:lnTo>
                  <a:lnTo>
                    <a:pt x="203278" y="72131"/>
                  </a:lnTo>
                  <a:lnTo>
                    <a:pt x="208196" y="68852"/>
                  </a:lnTo>
                  <a:lnTo>
                    <a:pt x="213114" y="68852"/>
                  </a:lnTo>
                  <a:lnTo>
                    <a:pt x="216392" y="68852"/>
                  </a:lnTo>
                  <a:lnTo>
                    <a:pt x="219671" y="67213"/>
                  </a:lnTo>
                  <a:lnTo>
                    <a:pt x="224589" y="67213"/>
                  </a:lnTo>
                  <a:lnTo>
                    <a:pt x="227868" y="67213"/>
                  </a:lnTo>
                  <a:lnTo>
                    <a:pt x="231146" y="65573"/>
                  </a:lnTo>
                  <a:lnTo>
                    <a:pt x="236064" y="65573"/>
                  </a:lnTo>
                  <a:lnTo>
                    <a:pt x="239343" y="65573"/>
                  </a:lnTo>
                  <a:lnTo>
                    <a:pt x="244261" y="65573"/>
                  </a:lnTo>
                  <a:lnTo>
                    <a:pt x="247540" y="63934"/>
                  </a:lnTo>
                  <a:lnTo>
                    <a:pt x="252458" y="63934"/>
                  </a:lnTo>
                  <a:lnTo>
                    <a:pt x="255736" y="62295"/>
                  </a:lnTo>
                  <a:lnTo>
                    <a:pt x="254097" y="59016"/>
                  </a:lnTo>
                  <a:lnTo>
                    <a:pt x="252458" y="55737"/>
                  </a:lnTo>
                  <a:lnTo>
                    <a:pt x="247540" y="52459"/>
                  </a:lnTo>
                  <a:lnTo>
                    <a:pt x="244261" y="54098"/>
                  </a:lnTo>
                  <a:lnTo>
                    <a:pt x="240982" y="55737"/>
                  </a:lnTo>
                  <a:lnTo>
                    <a:pt x="236064" y="57377"/>
                  </a:lnTo>
                  <a:lnTo>
                    <a:pt x="240982" y="54098"/>
                  </a:lnTo>
                  <a:lnTo>
                    <a:pt x="236064" y="50819"/>
                  </a:lnTo>
                  <a:lnTo>
                    <a:pt x="231146" y="50819"/>
                  </a:lnTo>
                  <a:lnTo>
                    <a:pt x="227868" y="50819"/>
                  </a:lnTo>
                  <a:lnTo>
                    <a:pt x="224589" y="50819"/>
                  </a:lnTo>
                  <a:lnTo>
                    <a:pt x="219671" y="54098"/>
                  </a:lnTo>
                  <a:lnTo>
                    <a:pt x="216392" y="52459"/>
                  </a:lnTo>
                  <a:lnTo>
                    <a:pt x="213114" y="54098"/>
                  </a:lnTo>
                  <a:lnTo>
                    <a:pt x="208196" y="54098"/>
                  </a:lnTo>
                  <a:lnTo>
                    <a:pt x="204917" y="54098"/>
                  </a:lnTo>
                  <a:lnTo>
                    <a:pt x="209835" y="52459"/>
                  </a:lnTo>
                  <a:lnTo>
                    <a:pt x="213114" y="52459"/>
                  </a:lnTo>
                  <a:lnTo>
                    <a:pt x="216392" y="50819"/>
                  </a:lnTo>
                  <a:lnTo>
                    <a:pt x="221310" y="49180"/>
                  </a:lnTo>
                  <a:lnTo>
                    <a:pt x="224589" y="45901"/>
                  </a:lnTo>
                  <a:lnTo>
                    <a:pt x="227868" y="44262"/>
                  </a:lnTo>
                  <a:lnTo>
                    <a:pt x="232786" y="42623"/>
                  </a:lnTo>
                  <a:lnTo>
                    <a:pt x="227868" y="42623"/>
                  </a:lnTo>
                  <a:lnTo>
                    <a:pt x="224589" y="44262"/>
                  </a:lnTo>
                  <a:lnTo>
                    <a:pt x="221310" y="44262"/>
                  </a:lnTo>
                  <a:lnTo>
                    <a:pt x="216392" y="44262"/>
                  </a:lnTo>
                  <a:lnTo>
                    <a:pt x="219671" y="44262"/>
                  </a:lnTo>
                  <a:lnTo>
                    <a:pt x="224589" y="42623"/>
                  </a:lnTo>
                  <a:lnTo>
                    <a:pt x="227868" y="42623"/>
                  </a:lnTo>
                  <a:lnTo>
                    <a:pt x="231146" y="40983"/>
                  </a:lnTo>
                  <a:lnTo>
                    <a:pt x="231146" y="39344"/>
                  </a:lnTo>
                  <a:lnTo>
                    <a:pt x="227868" y="37705"/>
                  </a:lnTo>
                  <a:lnTo>
                    <a:pt x="222950" y="37705"/>
                  </a:lnTo>
                  <a:lnTo>
                    <a:pt x="219671" y="37705"/>
                  </a:lnTo>
                  <a:lnTo>
                    <a:pt x="216392" y="37705"/>
                  </a:lnTo>
                  <a:lnTo>
                    <a:pt x="219671" y="36065"/>
                  </a:lnTo>
                  <a:lnTo>
                    <a:pt x="224589" y="34426"/>
                  </a:lnTo>
                  <a:lnTo>
                    <a:pt x="227868" y="34426"/>
                  </a:lnTo>
                  <a:lnTo>
                    <a:pt x="231146" y="31147"/>
                  </a:lnTo>
                  <a:lnTo>
                    <a:pt x="231146" y="27869"/>
                  </a:lnTo>
                  <a:lnTo>
                    <a:pt x="226229" y="26229"/>
                  </a:lnTo>
                  <a:lnTo>
                    <a:pt x="222950" y="26229"/>
                  </a:lnTo>
                  <a:lnTo>
                    <a:pt x="218032" y="26229"/>
                  </a:lnTo>
                  <a:lnTo>
                    <a:pt x="214753" y="27869"/>
                  </a:lnTo>
                  <a:lnTo>
                    <a:pt x="211474" y="27869"/>
                  </a:lnTo>
                  <a:lnTo>
                    <a:pt x="206556" y="31147"/>
                  </a:lnTo>
                  <a:lnTo>
                    <a:pt x="211474" y="32787"/>
                  </a:lnTo>
                  <a:lnTo>
                    <a:pt x="206556" y="36065"/>
                  </a:lnTo>
                  <a:lnTo>
                    <a:pt x="203278" y="36065"/>
                  </a:lnTo>
                  <a:lnTo>
                    <a:pt x="199999" y="36065"/>
                  </a:lnTo>
                  <a:lnTo>
                    <a:pt x="195081" y="34426"/>
                  </a:lnTo>
                  <a:lnTo>
                    <a:pt x="191802" y="31147"/>
                  </a:lnTo>
                  <a:lnTo>
                    <a:pt x="196720" y="29508"/>
                  </a:lnTo>
                  <a:lnTo>
                    <a:pt x="199999" y="27869"/>
                  </a:lnTo>
                  <a:lnTo>
                    <a:pt x="196720" y="27869"/>
                  </a:lnTo>
                  <a:lnTo>
                    <a:pt x="199999" y="26229"/>
                  </a:lnTo>
                  <a:lnTo>
                    <a:pt x="196720" y="22951"/>
                  </a:lnTo>
                  <a:lnTo>
                    <a:pt x="191802" y="24590"/>
                  </a:lnTo>
                  <a:lnTo>
                    <a:pt x="188524" y="24590"/>
                  </a:lnTo>
                  <a:lnTo>
                    <a:pt x="185245" y="24590"/>
                  </a:lnTo>
                  <a:lnTo>
                    <a:pt x="183606" y="24590"/>
                  </a:lnTo>
                  <a:lnTo>
                    <a:pt x="180327" y="22951"/>
                  </a:lnTo>
                  <a:lnTo>
                    <a:pt x="177048" y="22951"/>
                  </a:lnTo>
                  <a:lnTo>
                    <a:pt x="172130" y="22951"/>
                  </a:lnTo>
                  <a:lnTo>
                    <a:pt x="168852" y="22951"/>
                  </a:lnTo>
                  <a:lnTo>
                    <a:pt x="172130" y="21311"/>
                  </a:lnTo>
                  <a:lnTo>
                    <a:pt x="168852" y="18033"/>
                  </a:lnTo>
                  <a:lnTo>
                    <a:pt x="165573" y="14754"/>
                  </a:lnTo>
                  <a:lnTo>
                    <a:pt x="163934" y="11475"/>
                  </a:lnTo>
                  <a:lnTo>
                    <a:pt x="160655" y="8197"/>
                  </a:lnTo>
                  <a:lnTo>
                    <a:pt x="163934" y="8197"/>
                  </a:lnTo>
                  <a:lnTo>
                    <a:pt x="160655" y="4918"/>
                  </a:lnTo>
                  <a:lnTo>
                    <a:pt x="157376" y="3279"/>
                  </a:lnTo>
                  <a:lnTo>
                    <a:pt x="152458" y="3279"/>
                  </a:lnTo>
                  <a:lnTo>
                    <a:pt x="149180" y="1639"/>
                  </a:lnTo>
                  <a:lnTo>
                    <a:pt x="144262" y="1639"/>
                  </a:lnTo>
                  <a:lnTo>
                    <a:pt x="140983" y="1639"/>
                  </a:lnTo>
                  <a:lnTo>
                    <a:pt x="139344" y="1639"/>
                  </a:lnTo>
                  <a:lnTo>
                    <a:pt x="134426" y="0"/>
                  </a:lnTo>
                  <a:lnTo>
                    <a:pt x="131147" y="1639"/>
                  </a:lnTo>
                  <a:lnTo>
                    <a:pt x="126229" y="1639"/>
                  </a:lnTo>
                  <a:lnTo>
                    <a:pt x="122950" y="1639"/>
                  </a:lnTo>
                  <a:lnTo>
                    <a:pt x="118032" y="1639"/>
                  </a:lnTo>
                  <a:lnTo>
                    <a:pt x="114754" y="1639"/>
                  </a:lnTo>
                  <a:lnTo>
                    <a:pt x="111475" y="3279"/>
                  </a:lnTo>
                  <a:lnTo>
                    <a:pt x="114754" y="4918"/>
                  </a:lnTo>
                  <a:lnTo>
                    <a:pt x="119672" y="4918"/>
                  </a:lnTo>
                  <a:lnTo>
                    <a:pt x="122950" y="4918"/>
                  </a:lnTo>
                  <a:lnTo>
                    <a:pt x="127868" y="4918"/>
                  </a:lnTo>
                  <a:lnTo>
                    <a:pt x="131147" y="4918"/>
                  </a:lnTo>
                  <a:lnTo>
                    <a:pt x="136065" y="6557"/>
                  </a:lnTo>
                  <a:lnTo>
                    <a:pt x="131147" y="8197"/>
                  </a:lnTo>
                  <a:lnTo>
                    <a:pt x="127868" y="8197"/>
                  </a:lnTo>
                  <a:lnTo>
                    <a:pt x="122950" y="8197"/>
                  </a:lnTo>
                  <a:lnTo>
                    <a:pt x="119672" y="8197"/>
                  </a:lnTo>
                  <a:lnTo>
                    <a:pt x="116393" y="8197"/>
                  </a:lnTo>
                  <a:lnTo>
                    <a:pt x="111475" y="8197"/>
                  </a:lnTo>
                  <a:lnTo>
                    <a:pt x="108196" y="8197"/>
                  </a:lnTo>
                  <a:lnTo>
                    <a:pt x="103278" y="8197"/>
                  </a:lnTo>
                  <a:lnTo>
                    <a:pt x="108196" y="9836"/>
                  </a:lnTo>
                  <a:lnTo>
                    <a:pt x="111475" y="9836"/>
                  </a:lnTo>
                  <a:lnTo>
                    <a:pt x="108196" y="9836"/>
                  </a:lnTo>
                  <a:lnTo>
                    <a:pt x="103278" y="11475"/>
                  </a:lnTo>
                  <a:lnTo>
                    <a:pt x="99999" y="11475"/>
                  </a:lnTo>
                  <a:lnTo>
                    <a:pt x="96721" y="11475"/>
                  </a:lnTo>
                  <a:lnTo>
                    <a:pt x="91803" y="9836"/>
                  </a:lnTo>
                  <a:lnTo>
                    <a:pt x="88524" y="9836"/>
                  </a:lnTo>
                  <a:lnTo>
                    <a:pt x="83606" y="9836"/>
                  </a:lnTo>
                  <a:lnTo>
                    <a:pt x="78688" y="11475"/>
                  </a:lnTo>
                  <a:lnTo>
                    <a:pt x="75409" y="11475"/>
                  </a:lnTo>
                  <a:lnTo>
                    <a:pt x="72131" y="13115"/>
                  </a:lnTo>
                  <a:lnTo>
                    <a:pt x="75409" y="14754"/>
                  </a:lnTo>
                  <a:lnTo>
                    <a:pt x="72131" y="14754"/>
                  </a:lnTo>
                  <a:lnTo>
                    <a:pt x="67213" y="14754"/>
                  </a:lnTo>
                  <a:lnTo>
                    <a:pt x="72131" y="16393"/>
                  </a:lnTo>
                  <a:lnTo>
                    <a:pt x="75409" y="16393"/>
                  </a:lnTo>
                  <a:lnTo>
                    <a:pt x="78688" y="16393"/>
                  </a:lnTo>
                  <a:lnTo>
                    <a:pt x="75409" y="16393"/>
                  </a:lnTo>
                  <a:lnTo>
                    <a:pt x="78688" y="18033"/>
                  </a:lnTo>
                  <a:lnTo>
                    <a:pt x="83606" y="18033"/>
                  </a:lnTo>
                  <a:lnTo>
                    <a:pt x="85245" y="18033"/>
                  </a:lnTo>
                  <a:lnTo>
                    <a:pt x="88524" y="18033"/>
                  </a:lnTo>
                  <a:lnTo>
                    <a:pt x="93442" y="18033"/>
                  </a:lnTo>
                  <a:lnTo>
                    <a:pt x="88524" y="19672"/>
                  </a:lnTo>
                  <a:lnTo>
                    <a:pt x="85245" y="19672"/>
                  </a:lnTo>
                  <a:lnTo>
                    <a:pt x="80327" y="19672"/>
                  </a:lnTo>
                  <a:lnTo>
                    <a:pt x="85245" y="22951"/>
                  </a:lnTo>
                  <a:lnTo>
                    <a:pt x="88524" y="22951"/>
                  </a:lnTo>
                  <a:lnTo>
                    <a:pt x="93442" y="22951"/>
                  </a:lnTo>
                  <a:lnTo>
                    <a:pt x="88524" y="22951"/>
                  </a:lnTo>
                  <a:lnTo>
                    <a:pt x="85245" y="22951"/>
                  </a:lnTo>
                  <a:lnTo>
                    <a:pt x="80327" y="22951"/>
                  </a:lnTo>
                  <a:lnTo>
                    <a:pt x="77049" y="22951"/>
                  </a:lnTo>
                  <a:lnTo>
                    <a:pt x="73770" y="22951"/>
                  </a:lnTo>
                  <a:lnTo>
                    <a:pt x="68852" y="22951"/>
                  </a:lnTo>
                  <a:lnTo>
                    <a:pt x="65573" y="22951"/>
                  </a:lnTo>
                  <a:lnTo>
                    <a:pt x="60655" y="22951"/>
                  </a:lnTo>
                  <a:lnTo>
                    <a:pt x="57377" y="22951"/>
                  </a:lnTo>
                  <a:lnTo>
                    <a:pt x="54098" y="22951"/>
                  </a:lnTo>
                  <a:lnTo>
                    <a:pt x="49180" y="22951"/>
                  </a:lnTo>
                  <a:lnTo>
                    <a:pt x="45901" y="22951"/>
                  </a:lnTo>
                  <a:lnTo>
                    <a:pt x="40983" y="24590"/>
                  </a:lnTo>
                  <a:lnTo>
                    <a:pt x="37705" y="26229"/>
                  </a:lnTo>
                  <a:lnTo>
                    <a:pt x="40983" y="26229"/>
                  </a:lnTo>
                  <a:lnTo>
                    <a:pt x="45901" y="27869"/>
                  </a:lnTo>
                  <a:lnTo>
                    <a:pt x="40983" y="29508"/>
                  </a:lnTo>
                  <a:lnTo>
                    <a:pt x="37705" y="27869"/>
                  </a:lnTo>
                  <a:lnTo>
                    <a:pt x="32787" y="27869"/>
                  </a:lnTo>
                  <a:lnTo>
                    <a:pt x="29508" y="29508"/>
                  </a:lnTo>
                  <a:lnTo>
                    <a:pt x="24590" y="29508"/>
                  </a:lnTo>
                  <a:lnTo>
                    <a:pt x="21311" y="29508"/>
                  </a:lnTo>
                  <a:lnTo>
                    <a:pt x="18033" y="29508"/>
                  </a:lnTo>
                  <a:lnTo>
                    <a:pt x="21311" y="29508"/>
                  </a:lnTo>
                  <a:lnTo>
                    <a:pt x="18033" y="31147"/>
                  </a:lnTo>
                  <a:lnTo>
                    <a:pt x="21311" y="32787"/>
                  </a:lnTo>
                  <a:lnTo>
                    <a:pt x="24590" y="32787"/>
                  </a:lnTo>
                  <a:lnTo>
                    <a:pt x="29508" y="34426"/>
                  </a:lnTo>
                  <a:lnTo>
                    <a:pt x="32787" y="32787"/>
                  </a:lnTo>
                  <a:lnTo>
                    <a:pt x="37705" y="32787"/>
                  </a:lnTo>
                  <a:lnTo>
                    <a:pt x="40983" y="32787"/>
                  </a:lnTo>
                  <a:lnTo>
                    <a:pt x="45901" y="32787"/>
                  </a:lnTo>
                  <a:lnTo>
                    <a:pt x="40983" y="32787"/>
                  </a:lnTo>
                  <a:lnTo>
                    <a:pt x="37705" y="34426"/>
                  </a:lnTo>
                  <a:lnTo>
                    <a:pt x="40983" y="36065"/>
                  </a:lnTo>
                  <a:lnTo>
                    <a:pt x="45901" y="36065"/>
                  </a:lnTo>
                  <a:lnTo>
                    <a:pt x="49180" y="36065"/>
                  </a:lnTo>
                  <a:lnTo>
                    <a:pt x="54098" y="34426"/>
                  </a:lnTo>
                  <a:lnTo>
                    <a:pt x="59016" y="34426"/>
                  </a:lnTo>
                  <a:lnTo>
                    <a:pt x="62295" y="32787"/>
                  </a:lnTo>
                  <a:lnTo>
                    <a:pt x="67213" y="34426"/>
                  </a:lnTo>
                  <a:lnTo>
                    <a:pt x="70492" y="34426"/>
                  </a:lnTo>
                  <a:lnTo>
                    <a:pt x="67213" y="34426"/>
                  </a:lnTo>
                  <a:lnTo>
                    <a:pt x="62295" y="34426"/>
                  </a:lnTo>
                  <a:lnTo>
                    <a:pt x="57377" y="36065"/>
                  </a:lnTo>
                  <a:lnTo>
                    <a:pt x="54098" y="36065"/>
                  </a:lnTo>
                  <a:lnTo>
                    <a:pt x="57377" y="39344"/>
                  </a:lnTo>
                  <a:lnTo>
                    <a:pt x="54098" y="39344"/>
                  </a:lnTo>
                  <a:lnTo>
                    <a:pt x="49180" y="39344"/>
                  </a:lnTo>
                  <a:lnTo>
                    <a:pt x="45901" y="37705"/>
                  </a:lnTo>
                  <a:lnTo>
                    <a:pt x="40983" y="39344"/>
                  </a:lnTo>
                  <a:lnTo>
                    <a:pt x="37705" y="39344"/>
                  </a:lnTo>
                  <a:lnTo>
                    <a:pt x="34426" y="39344"/>
                  </a:lnTo>
                  <a:lnTo>
                    <a:pt x="29508" y="37705"/>
                  </a:lnTo>
                  <a:lnTo>
                    <a:pt x="26229" y="37705"/>
                  </a:lnTo>
                  <a:lnTo>
                    <a:pt x="21311" y="37705"/>
                  </a:lnTo>
                  <a:lnTo>
                    <a:pt x="18033" y="36065"/>
                  </a:lnTo>
                  <a:lnTo>
                    <a:pt x="13115" y="36065"/>
                  </a:lnTo>
                  <a:lnTo>
                    <a:pt x="9836" y="36065"/>
                  </a:lnTo>
                  <a:lnTo>
                    <a:pt x="6557" y="36065"/>
                  </a:lnTo>
                  <a:lnTo>
                    <a:pt x="9836" y="37705"/>
                  </a:lnTo>
                  <a:lnTo>
                    <a:pt x="6557" y="39344"/>
                  </a:lnTo>
                  <a:lnTo>
                    <a:pt x="3279" y="3934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0" name="Freeform 3489">
              <a:extLst>
                <a:ext uri="{FF2B5EF4-FFF2-40B4-BE49-F238E27FC236}">
                  <a16:creationId xmlns:a16="http://schemas.microsoft.com/office/drawing/2014/main" id="{587B59CF-4384-534A-B3CE-FFAA2A276A61}"/>
                </a:ext>
              </a:extLst>
            </p:cNvPr>
            <p:cNvSpPr/>
            <p:nvPr/>
          </p:nvSpPr>
          <p:spPr>
            <a:xfrm>
              <a:off x="3205849" y="880485"/>
              <a:ext cx="22950" cy="11475"/>
            </a:xfrm>
            <a:custGeom>
              <a:avLst/>
              <a:gdLst>
                <a:gd name="connsiteX0" fmla="*/ 4918 w 22950"/>
                <a:gd name="connsiteY0" fmla="*/ 11475 h 11475"/>
                <a:gd name="connsiteX1" fmla="*/ 8197 w 22950"/>
                <a:gd name="connsiteY1" fmla="*/ 11475 h 11475"/>
                <a:gd name="connsiteX2" fmla="*/ 11475 w 22950"/>
                <a:gd name="connsiteY2" fmla="*/ 9836 h 11475"/>
                <a:gd name="connsiteX3" fmla="*/ 14754 w 22950"/>
                <a:gd name="connsiteY3" fmla="*/ 6557 h 11475"/>
                <a:gd name="connsiteX4" fmla="*/ 19672 w 22950"/>
                <a:gd name="connsiteY4" fmla="*/ 4918 h 11475"/>
                <a:gd name="connsiteX5" fmla="*/ 22951 w 22950"/>
                <a:gd name="connsiteY5" fmla="*/ 3279 h 11475"/>
                <a:gd name="connsiteX6" fmla="*/ 19672 w 22950"/>
                <a:gd name="connsiteY6" fmla="*/ 0 h 11475"/>
                <a:gd name="connsiteX7" fmla="*/ 19672 w 22950"/>
                <a:gd name="connsiteY7" fmla="*/ 0 h 11475"/>
                <a:gd name="connsiteX8" fmla="*/ 16393 w 22950"/>
                <a:gd name="connsiteY8" fmla="*/ 0 h 11475"/>
                <a:gd name="connsiteX9" fmla="*/ 11475 w 22950"/>
                <a:gd name="connsiteY9" fmla="*/ 0 h 11475"/>
                <a:gd name="connsiteX10" fmla="*/ 8197 w 22950"/>
                <a:gd name="connsiteY10" fmla="*/ 1639 h 11475"/>
                <a:gd name="connsiteX11" fmla="*/ 3279 w 22950"/>
                <a:gd name="connsiteY11" fmla="*/ 1639 h 11475"/>
                <a:gd name="connsiteX12" fmla="*/ 0 w 22950"/>
                <a:gd name="connsiteY12" fmla="*/ 4918 h 11475"/>
                <a:gd name="connsiteX13" fmla="*/ 1639 w 22950"/>
                <a:gd name="connsiteY13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11475">
                  <a:moveTo>
                    <a:pt x="4918" y="11475"/>
                  </a:moveTo>
                  <a:lnTo>
                    <a:pt x="8197" y="11475"/>
                  </a:lnTo>
                  <a:lnTo>
                    <a:pt x="11475" y="9836"/>
                  </a:lnTo>
                  <a:lnTo>
                    <a:pt x="14754" y="6557"/>
                  </a:lnTo>
                  <a:lnTo>
                    <a:pt x="19672" y="4918"/>
                  </a:lnTo>
                  <a:lnTo>
                    <a:pt x="22951" y="3279"/>
                  </a:lnTo>
                  <a:lnTo>
                    <a:pt x="19672" y="0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1475" y="0"/>
                  </a:lnTo>
                  <a:lnTo>
                    <a:pt x="8197" y="1639"/>
                  </a:lnTo>
                  <a:lnTo>
                    <a:pt x="3279" y="1639"/>
                  </a:lnTo>
                  <a:lnTo>
                    <a:pt x="0" y="4918"/>
                  </a:lnTo>
                  <a:lnTo>
                    <a:pt x="163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1" name="Freeform 3490">
              <a:extLst>
                <a:ext uri="{FF2B5EF4-FFF2-40B4-BE49-F238E27FC236}">
                  <a16:creationId xmlns:a16="http://schemas.microsoft.com/office/drawing/2014/main" id="{EB2CD513-276B-774F-AE42-476269AB455D}"/>
                </a:ext>
              </a:extLst>
            </p:cNvPr>
            <p:cNvSpPr/>
            <p:nvPr/>
          </p:nvSpPr>
          <p:spPr>
            <a:xfrm>
              <a:off x="3207488" y="867371"/>
              <a:ext cx="11475" cy="3278"/>
            </a:xfrm>
            <a:custGeom>
              <a:avLst/>
              <a:gdLst>
                <a:gd name="connsiteX0" fmla="*/ 6557 w 11475"/>
                <a:gd name="connsiteY0" fmla="*/ 0 h 3278"/>
                <a:gd name="connsiteX1" fmla="*/ 3279 w 11475"/>
                <a:gd name="connsiteY1" fmla="*/ 0 h 3278"/>
                <a:gd name="connsiteX2" fmla="*/ 0 w 11475"/>
                <a:gd name="connsiteY2" fmla="*/ 1639 h 3278"/>
                <a:gd name="connsiteX3" fmla="*/ 3279 w 11475"/>
                <a:gd name="connsiteY3" fmla="*/ 3279 h 3278"/>
                <a:gd name="connsiteX4" fmla="*/ 6557 w 11475"/>
                <a:gd name="connsiteY4" fmla="*/ 3279 h 3278"/>
                <a:gd name="connsiteX5" fmla="*/ 11475 w 11475"/>
                <a:gd name="connsiteY5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3278">
                  <a:moveTo>
                    <a:pt x="6557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3279" y="3279"/>
                  </a:lnTo>
                  <a:lnTo>
                    <a:pt x="6557" y="3279"/>
                  </a:lnTo>
                  <a:lnTo>
                    <a:pt x="11475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2" name="Freeform 3491">
              <a:extLst>
                <a:ext uri="{FF2B5EF4-FFF2-40B4-BE49-F238E27FC236}">
                  <a16:creationId xmlns:a16="http://schemas.microsoft.com/office/drawing/2014/main" id="{7A46CB4A-A748-E744-B6D8-DAC22F9C96B4}"/>
                </a:ext>
              </a:extLst>
            </p:cNvPr>
            <p:cNvSpPr/>
            <p:nvPr/>
          </p:nvSpPr>
          <p:spPr>
            <a:xfrm>
              <a:off x="3214045" y="1398516"/>
              <a:ext cx="14754" cy="4917"/>
            </a:xfrm>
            <a:custGeom>
              <a:avLst/>
              <a:gdLst>
                <a:gd name="connsiteX0" fmla="*/ 3279 w 14754"/>
                <a:gd name="connsiteY0" fmla="*/ 0 h 4917"/>
                <a:gd name="connsiteX1" fmla="*/ 0 w 14754"/>
                <a:gd name="connsiteY1" fmla="*/ 3279 h 4917"/>
                <a:gd name="connsiteX2" fmla="*/ 3279 w 14754"/>
                <a:gd name="connsiteY2" fmla="*/ 3279 h 4917"/>
                <a:gd name="connsiteX3" fmla="*/ 6557 w 14754"/>
                <a:gd name="connsiteY3" fmla="*/ 4918 h 4917"/>
                <a:gd name="connsiteX4" fmla="*/ 11475 w 14754"/>
                <a:gd name="connsiteY4" fmla="*/ 4918 h 4917"/>
                <a:gd name="connsiteX5" fmla="*/ 14754 w 14754"/>
                <a:gd name="connsiteY5" fmla="*/ 3279 h 4917"/>
                <a:gd name="connsiteX6" fmla="*/ 9836 w 14754"/>
                <a:gd name="connsiteY6" fmla="*/ 1639 h 4917"/>
                <a:gd name="connsiteX7" fmla="*/ 6557 w 14754"/>
                <a:gd name="connsiteY7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4" h="4917">
                  <a:moveTo>
                    <a:pt x="3279" y="0"/>
                  </a:moveTo>
                  <a:lnTo>
                    <a:pt x="0" y="3279"/>
                  </a:lnTo>
                  <a:lnTo>
                    <a:pt x="3279" y="3279"/>
                  </a:lnTo>
                  <a:lnTo>
                    <a:pt x="6557" y="4918"/>
                  </a:lnTo>
                  <a:lnTo>
                    <a:pt x="11475" y="4918"/>
                  </a:lnTo>
                  <a:lnTo>
                    <a:pt x="14754" y="3279"/>
                  </a:lnTo>
                  <a:lnTo>
                    <a:pt x="9836" y="1639"/>
                  </a:lnTo>
                  <a:lnTo>
                    <a:pt x="655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3" name="Freeform 3492">
              <a:extLst>
                <a:ext uri="{FF2B5EF4-FFF2-40B4-BE49-F238E27FC236}">
                  <a16:creationId xmlns:a16="http://schemas.microsoft.com/office/drawing/2014/main" id="{15575532-AFF5-BB47-974F-1FBF09D5D4F4}"/>
                </a:ext>
              </a:extLst>
            </p:cNvPr>
            <p:cNvSpPr/>
            <p:nvPr/>
          </p:nvSpPr>
          <p:spPr>
            <a:xfrm>
              <a:off x="3218964" y="854256"/>
              <a:ext cx="36065" cy="14754"/>
            </a:xfrm>
            <a:custGeom>
              <a:avLst/>
              <a:gdLst>
                <a:gd name="connsiteX0" fmla="*/ 21311 w 36065"/>
                <a:gd name="connsiteY0" fmla="*/ 13115 h 14754"/>
                <a:gd name="connsiteX1" fmla="*/ 24590 w 36065"/>
                <a:gd name="connsiteY1" fmla="*/ 13115 h 14754"/>
                <a:gd name="connsiteX2" fmla="*/ 29508 w 36065"/>
                <a:gd name="connsiteY2" fmla="*/ 11475 h 14754"/>
                <a:gd name="connsiteX3" fmla="*/ 32787 w 36065"/>
                <a:gd name="connsiteY3" fmla="*/ 9836 h 14754"/>
                <a:gd name="connsiteX4" fmla="*/ 36065 w 36065"/>
                <a:gd name="connsiteY4" fmla="*/ 6557 h 14754"/>
                <a:gd name="connsiteX5" fmla="*/ 34426 w 36065"/>
                <a:gd name="connsiteY5" fmla="*/ 3279 h 14754"/>
                <a:gd name="connsiteX6" fmla="*/ 34426 w 36065"/>
                <a:gd name="connsiteY6" fmla="*/ 3279 h 14754"/>
                <a:gd name="connsiteX7" fmla="*/ 29508 w 36065"/>
                <a:gd name="connsiteY7" fmla="*/ 0 h 14754"/>
                <a:gd name="connsiteX8" fmla="*/ 26229 w 36065"/>
                <a:gd name="connsiteY8" fmla="*/ 0 h 14754"/>
                <a:gd name="connsiteX9" fmla="*/ 22951 w 36065"/>
                <a:gd name="connsiteY9" fmla="*/ 0 h 14754"/>
                <a:gd name="connsiteX10" fmla="*/ 18033 w 36065"/>
                <a:gd name="connsiteY10" fmla="*/ 0 h 14754"/>
                <a:gd name="connsiteX11" fmla="*/ 14754 w 36065"/>
                <a:gd name="connsiteY11" fmla="*/ 0 h 14754"/>
                <a:gd name="connsiteX12" fmla="*/ 11475 w 36065"/>
                <a:gd name="connsiteY12" fmla="*/ 0 h 14754"/>
                <a:gd name="connsiteX13" fmla="*/ 6557 w 36065"/>
                <a:gd name="connsiteY13" fmla="*/ 1639 h 14754"/>
                <a:gd name="connsiteX14" fmla="*/ 3279 w 36065"/>
                <a:gd name="connsiteY14" fmla="*/ 3279 h 14754"/>
                <a:gd name="connsiteX15" fmla="*/ 0 w 36065"/>
                <a:gd name="connsiteY15" fmla="*/ 6557 h 14754"/>
                <a:gd name="connsiteX16" fmla="*/ 1639 w 36065"/>
                <a:gd name="connsiteY16" fmla="*/ 9836 h 14754"/>
                <a:gd name="connsiteX17" fmla="*/ 4918 w 36065"/>
                <a:gd name="connsiteY17" fmla="*/ 11475 h 14754"/>
                <a:gd name="connsiteX18" fmla="*/ 8197 w 36065"/>
                <a:gd name="connsiteY18" fmla="*/ 13115 h 14754"/>
                <a:gd name="connsiteX19" fmla="*/ 13115 w 36065"/>
                <a:gd name="connsiteY19" fmla="*/ 14754 h 14754"/>
                <a:gd name="connsiteX20" fmla="*/ 16393 w 36065"/>
                <a:gd name="connsiteY20" fmla="*/ 13115 h 14754"/>
                <a:gd name="connsiteX21" fmla="*/ 19672 w 36065"/>
                <a:gd name="connsiteY21" fmla="*/ 13115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6065" h="14754">
                  <a:moveTo>
                    <a:pt x="21311" y="13115"/>
                  </a:moveTo>
                  <a:lnTo>
                    <a:pt x="24590" y="13115"/>
                  </a:lnTo>
                  <a:lnTo>
                    <a:pt x="29508" y="11475"/>
                  </a:lnTo>
                  <a:lnTo>
                    <a:pt x="32787" y="9836"/>
                  </a:lnTo>
                  <a:lnTo>
                    <a:pt x="36065" y="6557"/>
                  </a:lnTo>
                  <a:lnTo>
                    <a:pt x="34426" y="3279"/>
                  </a:lnTo>
                  <a:lnTo>
                    <a:pt x="34426" y="3279"/>
                  </a:lnTo>
                  <a:lnTo>
                    <a:pt x="29508" y="0"/>
                  </a:lnTo>
                  <a:lnTo>
                    <a:pt x="26229" y="0"/>
                  </a:lnTo>
                  <a:lnTo>
                    <a:pt x="22951" y="0"/>
                  </a:lnTo>
                  <a:lnTo>
                    <a:pt x="18033" y="0"/>
                  </a:lnTo>
                  <a:lnTo>
                    <a:pt x="14754" y="0"/>
                  </a:lnTo>
                  <a:lnTo>
                    <a:pt x="11475" y="0"/>
                  </a:lnTo>
                  <a:lnTo>
                    <a:pt x="6557" y="1639"/>
                  </a:lnTo>
                  <a:lnTo>
                    <a:pt x="3279" y="3279"/>
                  </a:lnTo>
                  <a:lnTo>
                    <a:pt x="0" y="6557"/>
                  </a:lnTo>
                  <a:lnTo>
                    <a:pt x="1639" y="9836"/>
                  </a:lnTo>
                  <a:lnTo>
                    <a:pt x="4918" y="11475"/>
                  </a:lnTo>
                  <a:lnTo>
                    <a:pt x="8197" y="13115"/>
                  </a:lnTo>
                  <a:lnTo>
                    <a:pt x="13115" y="14754"/>
                  </a:lnTo>
                  <a:lnTo>
                    <a:pt x="16393" y="13115"/>
                  </a:lnTo>
                  <a:lnTo>
                    <a:pt x="19672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4" name="Freeform 3493">
              <a:extLst>
                <a:ext uri="{FF2B5EF4-FFF2-40B4-BE49-F238E27FC236}">
                  <a16:creationId xmlns:a16="http://schemas.microsoft.com/office/drawing/2014/main" id="{68A7268F-FCB8-8B4C-A916-76CB5AE87207}"/>
                </a:ext>
              </a:extLst>
            </p:cNvPr>
            <p:cNvSpPr/>
            <p:nvPr/>
          </p:nvSpPr>
          <p:spPr>
            <a:xfrm>
              <a:off x="3223882" y="1334582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5" name="Freeform 3494">
              <a:extLst>
                <a:ext uri="{FF2B5EF4-FFF2-40B4-BE49-F238E27FC236}">
                  <a16:creationId xmlns:a16="http://schemas.microsoft.com/office/drawing/2014/main" id="{6F6AAE66-192F-EC49-A454-CB32417FB478}"/>
                </a:ext>
              </a:extLst>
            </p:cNvPr>
            <p:cNvSpPr/>
            <p:nvPr/>
          </p:nvSpPr>
          <p:spPr>
            <a:xfrm>
              <a:off x="3223882" y="1128025"/>
              <a:ext cx="42622" cy="11475"/>
            </a:xfrm>
            <a:custGeom>
              <a:avLst/>
              <a:gdLst>
                <a:gd name="connsiteX0" fmla="*/ 18033 w 42622"/>
                <a:gd name="connsiteY0" fmla="*/ 11475 h 11475"/>
                <a:gd name="connsiteX1" fmla="*/ 19672 w 42622"/>
                <a:gd name="connsiteY1" fmla="*/ 8197 h 11475"/>
                <a:gd name="connsiteX2" fmla="*/ 21311 w 42622"/>
                <a:gd name="connsiteY2" fmla="*/ 4918 h 11475"/>
                <a:gd name="connsiteX3" fmla="*/ 24590 w 42622"/>
                <a:gd name="connsiteY3" fmla="*/ 6557 h 11475"/>
                <a:gd name="connsiteX4" fmla="*/ 29508 w 42622"/>
                <a:gd name="connsiteY4" fmla="*/ 6557 h 11475"/>
                <a:gd name="connsiteX5" fmla="*/ 32787 w 42622"/>
                <a:gd name="connsiteY5" fmla="*/ 6557 h 11475"/>
                <a:gd name="connsiteX6" fmla="*/ 37705 w 42622"/>
                <a:gd name="connsiteY6" fmla="*/ 4918 h 11475"/>
                <a:gd name="connsiteX7" fmla="*/ 40983 w 42622"/>
                <a:gd name="connsiteY7" fmla="*/ 3279 h 11475"/>
                <a:gd name="connsiteX8" fmla="*/ 42623 w 42622"/>
                <a:gd name="connsiteY8" fmla="*/ 0 h 11475"/>
                <a:gd name="connsiteX9" fmla="*/ 37705 w 42622"/>
                <a:gd name="connsiteY9" fmla="*/ 0 h 11475"/>
                <a:gd name="connsiteX10" fmla="*/ 34426 w 42622"/>
                <a:gd name="connsiteY10" fmla="*/ 0 h 11475"/>
                <a:gd name="connsiteX11" fmla="*/ 31147 w 42622"/>
                <a:gd name="connsiteY11" fmla="*/ 1639 h 11475"/>
                <a:gd name="connsiteX12" fmla="*/ 26229 w 42622"/>
                <a:gd name="connsiteY12" fmla="*/ 1639 h 11475"/>
                <a:gd name="connsiteX13" fmla="*/ 24590 w 42622"/>
                <a:gd name="connsiteY13" fmla="*/ 1639 h 11475"/>
                <a:gd name="connsiteX14" fmla="*/ 21311 w 42622"/>
                <a:gd name="connsiteY14" fmla="*/ 3279 h 11475"/>
                <a:gd name="connsiteX15" fmla="*/ 16393 w 42622"/>
                <a:gd name="connsiteY15" fmla="*/ 0 h 11475"/>
                <a:gd name="connsiteX16" fmla="*/ 13115 w 42622"/>
                <a:gd name="connsiteY16" fmla="*/ 0 h 11475"/>
                <a:gd name="connsiteX17" fmla="*/ 11475 w 42622"/>
                <a:gd name="connsiteY17" fmla="*/ 3279 h 11475"/>
                <a:gd name="connsiteX18" fmla="*/ 8197 w 42622"/>
                <a:gd name="connsiteY18" fmla="*/ 1639 h 11475"/>
                <a:gd name="connsiteX19" fmla="*/ 4918 w 42622"/>
                <a:gd name="connsiteY19" fmla="*/ 1639 h 11475"/>
                <a:gd name="connsiteX20" fmla="*/ 0 w 42622"/>
                <a:gd name="connsiteY20" fmla="*/ 3279 h 11475"/>
                <a:gd name="connsiteX21" fmla="*/ 4918 w 42622"/>
                <a:gd name="connsiteY21" fmla="*/ 4918 h 11475"/>
                <a:gd name="connsiteX22" fmla="*/ 8197 w 42622"/>
                <a:gd name="connsiteY22" fmla="*/ 4918 h 11475"/>
                <a:gd name="connsiteX23" fmla="*/ 9836 w 42622"/>
                <a:gd name="connsiteY23" fmla="*/ 8197 h 11475"/>
                <a:gd name="connsiteX24" fmla="*/ 13115 w 42622"/>
                <a:gd name="connsiteY24" fmla="*/ 6557 h 11475"/>
                <a:gd name="connsiteX25" fmla="*/ 16393 w 42622"/>
                <a:gd name="connsiteY25" fmla="*/ 11475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2622" h="11475">
                  <a:moveTo>
                    <a:pt x="18033" y="11475"/>
                  </a:moveTo>
                  <a:lnTo>
                    <a:pt x="19672" y="8197"/>
                  </a:lnTo>
                  <a:lnTo>
                    <a:pt x="21311" y="4918"/>
                  </a:lnTo>
                  <a:lnTo>
                    <a:pt x="24590" y="6557"/>
                  </a:lnTo>
                  <a:lnTo>
                    <a:pt x="29508" y="6557"/>
                  </a:lnTo>
                  <a:lnTo>
                    <a:pt x="32787" y="6557"/>
                  </a:lnTo>
                  <a:lnTo>
                    <a:pt x="37705" y="4918"/>
                  </a:lnTo>
                  <a:lnTo>
                    <a:pt x="40983" y="3279"/>
                  </a:lnTo>
                  <a:lnTo>
                    <a:pt x="42623" y="0"/>
                  </a:lnTo>
                  <a:lnTo>
                    <a:pt x="37705" y="0"/>
                  </a:lnTo>
                  <a:lnTo>
                    <a:pt x="34426" y="0"/>
                  </a:lnTo>
                  <a:lnTo>
                    <a:pt x="31147" y="1639"/>
                  </a:lnTo>
                  <a:lnTo>
                    <a:pt x="26229" y="1639"/>
                  </a:lnTo>
                  <a:lnTo>
                    <a:pt x="24590" y="1639"/>
                  </a:lnTo>
                  <a:lnTo>
                    <a:pt x="21311" y="3279"/>
                  </a:lnTo>
                  <a:lnTo>
                    <a:pt x="16393" y="0"/>
                  </a:lnTo>
                  <a:lnTo>
                    <a:pt x="13115" y="0"/>
                  </a:lnTo>
                  <a:lnTo>
                    <a:pt x="11475" y="3279"/>
                  </a:lnTo>
                  <a:lnTo>
                    <a:pt x="8197" y="1639"/>
                  </a:lnTo>
                  <a:lnTo>
                    <a:pt x="4918" y="1639"/>
                  </a:lnTo>
                  <a:lnTo>
                    <a:pt x="0" y="3279"/>
                  </a:lnTo>
                  <a:lnTo>
                    <a:pt x="4918" y="4918"/>
                  </a:lnTo>
                  <a:lnTo>
                    <a:pt x="8197" y="4918"/>
                  </a:lnTo>
                  <a:lnTo>
                    <a:pt x="9836" y="8197"/>
                  </a:lnTo>
                  <a:lnTo>
                    <a:pt x="13115" y="6557"/>
                  </a:lnTo>
                  <a:lnTo>
                    <a:pt x="16393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6" name="Freeform 3495">
              <a:extLst>
                <a:ext uri="{FF2B5EF4-FFF2-40B4-BE49-F238E27FC236}">
                  <a16:creationId xmlns:a16="http://schemas.microsoft.com/office/drawing/2014/main" id="{6C7D7818-024D-AD49-9C7C-CAFA2A084CB9}"/>
                </a:ext>
              </a:extLst>
            </p:cNvPr>
            <p:cNvSpPr/>
            <p:nvPr/>
          </p:nvSpPr>
          <p:spPr>
            <a:xfrm>
              <a:off x="3223882" y="693601"/>
              <a:ext cx="886881" cy="209835"/>
            </a:xfrm>
            <a:custGeom>
              <a:avLst/>
              <a:gdLst>
                <a:gd name="connsiteX0" fmla="*/ 24590 w 886881"/>
                <a:gd name="connsiteY0" fmla="*/ 195081 h 209835"/>
                <a:gd name="connsiteX1" fmla="*/ 21311 w 886881"/>
                <a:gd name="connsiteY1" fmla="*/ 198360 h 209835"/>
                <a:gd name="connsiteX2" fmla="*/ 18033 w 886881"/>
                <a:gd name="connsiteY2" fmla="*/ 201638 h 209835"/>
                <a:gd name="connsiteX3" fmla="*/ 21311 w 886881"/>
                <a:gd name="connsiteY3" fmla="*/ 199999 h 209835"/>
                <a:gd name="connsiteX4" fmla="*/ 24590 w 886881"/>
                <a:gd name="connsiteY4" fmla="*/ 198360 h 209835"/>
                <a:gd name="connsiteX5" fmla="*/ 26229 w 886881"/>
                <a:gd name="connsiteY5" fmla="*/ 195081 h 209835"/>
                <a:gd name="connsiteX6" fmla="*/ 29508 w 886881"/>
                <a:gd name="connsiteY6" fmla="*/ 190163 h 209835"/>
                <a:gd name="connsiteX7" fmla="*/ 32787 w 886881"/>
                <a:gd name="connsiteY7" fmla="*/ 190163 h 209835"/>
                <a:gd name="connsiteX8" fmla="*/ 36065 w 886881"/>
                <a:gd name="connsiteY8" fmla="*/ 188524 h 209835"/>
                <a:gd name="connsiteX9" fmla="*/ 32787 w 886881"/>
                <a:gd name="connsiteY9" fmla="*/ 191802 h 209835"/>
                <a:gd name="connsiteX10" fmla="*/ 31147 w 886881"/>
                <a:gd name="connsiteY10" fmla="*/ 195081 h 209835"/>
                <a:gd name="connsiteX11" fmla="*/ 27869 w 886881"/>
                <a:gd name="connsiteY11" fmla="*/ 198360 h 209835"/>
                <a:gd name="connsiteX12" fmla="*/ 24590 w 886881"/>
                <a:gd name="connsiteY12" fmla="*/ 201638 h 209835"/>
                <a:gd name="connsiteX13" fmla="*/ 27869 w 886881"/>
                <a:gd name="connsiteY13" fmla="*/ 201638 h 209835"/>
                <a:gd name="connsiteX14" fmla="*/ 32787 w 886881"/>
                <a:gd name="connsiteY14" fmla="*/ 203278 h 209835"/>
                <a:gd name="connsiteX15" fmla="*/ 36065 w 886881"/>
                <a:gd name="connsiteY15" fmla="*/ 201638 h 209835"/>
                <a:gd name="connsiteX16" fmla="*/ 40983 w 886881"/>
                <a:gd name="connsiteY16" fmla="*/ 203278 h 209835"/>
                <a:gd name="connsiteX17" fmla="*/ 44262 w 886881"/>
                <a:gd name="connsiteY17" fmla="*/ 201638 h 209835"/>
                <a:gd name="connsiteX18" fmla="*/ 47541 w 886881"/>
                <a:gd name="connsiteY18" fmla="*/ 199999 h 209835"/>
                <a:gd name="connsiteX19" fmla="*/ 50819 w 886881"/>
                <a:gd name="connsiteY19" fmla="*/ 196720 h 209835"/>
                <a:gd name="connsiteX20" fmla="*/ 54098 w 886881"/>
                <a:gd name="connsiteY20" fmla="*/ 195081 h 209835"/>
                <a:gd name="connsiteX21" fmla="*/ 54098 w 886881"/>
                <a:gd name="connsiteY21" fmla="*/ 199999 h 209835"/>
                <a:gd name="connsiteX22" fmla="*/ 59016 w 886881"/>
                <a:gd name="connsiteY22" fmla="*/ 201638 h 209835"/>
                <a:gd name="connsiteX23" fmla="*/ 62295 w 886881"/>
                <a:gd name="connsiteY23" fmla="*/ 203278 h 209835"/>
                <a:gd name="connsiteX24" fmla="*/ 65573 w 886881"/>
                <a:gd name="connsiteY24" fmla="*/ 201638 h 209835"/>
                <a:gd name="connsiteX25" fmla="*/ 70492 w 886881"/>
                <a:gd name="connsiteY25" fmla="*/ 199999 h 209835"/>
                <a:gd name="connsiteX26" fmla="*/ 73770 w 886881"/>
                <a:gd name="connsiteY26" fmla="*/ 198360 h 209835"/>
                <a:gd name="connsiteX27" fmla="*/ 78688 w 886881"/>
                <a:gd name="connsiteY27" fmla="*/ 198360 h 209835"/>
                <a:gd name="connsiteX28" fmla="*/ 80327 w 886881"/>
                <a:gd name="connsiteY28" fmla="*/ 195081 h 209835"/>
                <a:gd name="connsiteX29" fmla="*/ 85245 w 886881"/>
                <a:gd name="connsiteY29" fmla="*/ 196720 h 209835"/>
                <a:gd name="connsiteX30" fmla="*/ 80327 w 886881"/>
                <a:gd name="connsiteY30" fmla="*/ 198360 h 209835"/>
                <a:gd name="connsiteX31" fmla="*/ 77049 w 886881"/>
                <a:gd name="connsiteY31" fmla="*/ 201638 h 209835"/>
                <a:gd name="connsiteX32" fmla="*/ 80327 w 886881"/>
                <a:gd name="connsiteY32" fmla="*/ 201638 h 209835"/>
                <a:gd name="connsiteX33" fmla="*/ 83606 w 886881"/>
                <a:gd name="connsiteY33" fmla="*/ 201638 h 209835"/>
                <a:gd name="connsiteX34" fmla="*/ 88524 w 886881"/>
                <a:gd name="connsiteY34" fmla="*/ 203278 h 209835"/>
                <a:gd name="connsiteX35" fmla="*/ 91803 w 886881"/>
                <a:gd name="connsiteY35" fmla="*/ 203278 h 209835"/>
                <a:gd name="connsiteX36" fmla="*/ 96721 w 886881"/>
                <a:gd name="connsiteY36" fmla="*/ 204917 h 209835"/>
                <a:gd name="connsiteX37" fmla="*/ 99999 w 886881"/>
                <a:gd name="connsiteY37" fmla="*/ 204917 h 209835"/>
                <a:gd name="connsiteX38" fmla="*/ 104917 w 886881"/>
                <a:gd name="connsiteY38" fmla="*/ 204917 h 209835"/>
                <a:gd name="connsiteX39" fmla="*/ 108196 w 886881"/>
                <a:gd name="connsiteY39" fmla="*/ 204917 h 209835"/>
                <a:gd name="connsiteX40" fmla="*/ 113114 w 886881"/>
                <a:gd name="connsiteY40" fmla="*/ 204917 h 209835"/>
                <a:gd name="connsiteX41" fmla="*/ 116393 w 886881"/>
                <a:gd name="connsiteY41" fmla="*/ 204917 h 209835"/>
                <a:gd name="connsiteX42" fmla="*/ 119672 w 886881"/>
                <a:gd name="connsiteY42" fmla="*/ 204917 h 209835"/>
                <a:gd name="connsiteX43" fmla="*/ 124589 w 886881"/>
                <a:gd name="connsiteY43" fmla="*/ 203278 h 209835"/>
                <a:gd name="connsiteX44" fmla="*/ 119672 w 886881"/>
                <a:gd name="connsiteY44" fmla="*/ 203278 h 209835"/>
                <a:gd name="connsiteX45" fmla="*/ 116393 w 886881"/>
                <a:gd name="connsiteY45" fmla="*/ 201638 h 209835"/>
                <a:gd name="connsiteX46" fmla="*/ 113114 w 886881"/>
                <a:gd name="connsiteY46" fmla="*/ 199999 h 209835"/>
                <a:gd name="connsiteX47" fmla="*/ 114754 w 886881"/>
                <a:gd name="connsiteY47" fmla="*/ 196720 h 209835"/>
                <a:gd name="connsiteX48" fmla="*/ 118032 w 886881"/>
                <a:gd name="connsiteY48" fmla="*/ 195081 h 209835"/>
                <a:gd name="connsiteX49" fmla="*/ 119672 w 886881"/>
                <a:gd name="connsiteY49" fmla="*/ 198360 h 209835"/>
                <a:gd name="connsiteX50" fmla="*/ 122950 w 886881"/>
                <a:gd name="connsiteY50" fmla="*/ 199999 h 209835"/>
                <a:gd name="connsiteX51" fmla="*/ 127868 w 886881"/>
                <a:gd name="connsiteY51" fmla="*/ 199999 h 209835"/>
                <a:gd name="connsiteX52" fmla="*/ 131147 w 886881"/>
                <a:gd name="connsiteY52" fmla="*/ 199999 h 209835"/>
                <a:gd name="connsiteX53" fmla="*/ 136065 w 886881"/>
                <a:gd name="connsiteY53" fmla="*/ 196720 h 209835"/>
                <a:gd name="connsiteX54" fmla="*/ 137704 w 886881"/>
                <a:gd name="connsiteY54" fmla="*/ 193442 h 209835"/>
                <a:gd name="connsiteX55" fmla="*/ 142622 w 886881"/>
                <a:gd name="connsiteY55" fmla="*/ 195081 h 209835"/>
                <a:gd name="connsiteX56" fmla="*/ 142622 w 886881"/>
                <a:gd name="connsiteY56" fmla="*/ 198360 h 209835"/>
                <a:gd name="connsiteX57" fmla="*/ 145901 w 886881"/>
                <a:gd name="connsiteY57" fmla="*/ 199999 h 209835"/>
                <a:gd name="connsiteX58" fmla="*/ 149180 w 886881"/>
                <a:gd name="connsiteY58" fmla="*/ 199999 h 209835"/>
                <a:gd name="connsiteX59" fmla="*/ 154098 w 886881"/>
                <a:gd name="connsiteY59" fmla="*/ 201638 h 209835"/>
                <a:gd name="connsiteX60" fmla="*/ 157376 w 886881"/>
                <a:gd name="connsiteY60" fmla="*/ 199999 h 209835"/>
                <a:gd name="connsiteX61" fmla="*/ 162294 w 886881"/>
                <a:gd name="connsiteY61" fmla="*/ 195081 h 209835"/>
                <a:gd name="connsiteX62" fmla="*/ 162294 w 886881"/>
                <a:gd name="connsiteY62" fmla="*/ 191802 h 209835"/>
                <a:gd name="connsiteX63" fmla="*/ 165573 w 886881"/>
                <a:gd name="connsiteY63" fmla="*/ 195081 h 209835"/>
                <a:gd name="connsiteX64" fmla="*/ 162294 w 886881"/>
                <a:gd name="connsiteY64" fmla="*/ 199999 h 209835"/>
                <a:gd name="connsiteX65" fmla="*/ 165573 w 886881"/>
                <a:gd name="connsiteY65" fmla="*/ 201638 h 209835"/>
                <a:gd name="connsiteX66" fmla="*/ 170491 w 886881"/>
                <a:gd name="connsiteY66" fmla="*/ 201638 h 209835"/>
                <a:gd name="connsiteX67" fmla="*/ 173770 w 886881"/>
                <a:gd name="connsiteY67" fmla="*/ 201638 h 209835"/>
                <a:gd name="connsiteX68" fmla="*/ 177048 w 886881"/>
                <a:gd name="connsiteY68" fmla="*/ 201638 h 209835"/>
                <a:gd name="connsiteX69" fmla="*/ 181966 w 886881"/>
                <a:gd name="connsiteY69" fmla="*/ 201638 h 209835"/>
                <a:gd name="connsiteX70" fmla="*/ 185245 w 886881"/>
                <a:gd name="connsiteY70" fmla="*/ 198360 h 209835"/>
                <a:gd name="connsiteX71" fmla="*/ 188524 w 886881"/>
                <a:gd name="connsiteY71" fmla="*/ 195081 h 209835"/>
                <a:gd name="connsiteX72" fmla="*/ 183606 w 886881"/>
                <a:gd name="connsiteY72" fmla="*/ 193442 h 209835"/>
                <a:gd name="connsiteX73" fmla="*/ 185245 w 886881"/>
                <a:gd name="connsiteY73" fmla="*/ 190163 h 209835"/>
                <a:gd name="connsiteX74" fmla="*/ 188524 w 886881"/>
                <a:gd name="connsiteY74" fmla="*/ 193442 h 209835"/>
                <a:gd name="connsiteX75" fmla="*/ 191802 w 886881"/>
                <a:gd name="connsiteY75" fmla="*/ 193442 h 209835"/>
                <a:gd name="connsiteX76" fmla="*/ 196720 w 886881"/>
                <a:gd name="connsiteY76" fmla="*/ 193442 h 209835"/>
                <a:gd name="connsiteX77" fmla="*/ 201638 w 886881"/>
                <a:gd name="connsiteY77" fmla="*/ 193442 h 209835"/>
                <a:gd name="connsiteX78" fmla="*/ 196720 w 886881"/>
                <a:gd name="connsiteY78" fmla="*/ 193442 h 209835"/>
                <a:gd name="connsiteX79" fmla="*/ 193442 w 886881"/>
                <a:gd name="connsiteY79" fmla="*/ 195081 h 209835"/>
                <a:gd name="connsiteX80" fmla="*/ 191802 w 886881"/>
                <a:gd name="connsiteY80" fmla="*/ 198360 h 209835"/>
                <a:gd name="connsiteX81" fmla="*/ 195081 w 886881"/>
                <a:gd name="connsiteY81" fmla="*/ 198360 h 209835"/>
                <a:gd name="connsiteX82" fmla="*/ 199999 w 886881"/>
                <a:gd name="connsiteY82" fmla="*/ 198360 h 209835"/>
                <a:gd name="connsiteX83" fmla="*/ 203278 w 886881"/>
                <a:gd name="connsiteY83" fmla="*/ 198360 h 209835"/>
                <a:gd name="connsiteX84" fmla="*/ 208196 w 886881"/>
                <a:gd name="connsiteY84" fmla="*/ 198360 h 209835"/>
                <a:gd name="connsiteX85" fmla="*/ 211474 w 886881"/>
                <a:gd name="connsiteY85" fmla="*/ 198360 h 209835"/>
                <a:gd name="connsiteX86" fmla="*/ 214753 w 886881"/>
                <a:gd name="connsiteY86" fmla="*/ 198360 h 209835"/>
                <a:gd name="connsiteX87" fmla="*/ 218032 w 886881"/>
                <a:gd name="connsiteY87" fmla="*/ 201638 h 209835"/>
                <a:gd name="connsiteX88" fmla="*/ 213114 w 886881"/>
                <a:gd name="connsiteY88" fmla="*/ 203278 h 209835"/>
                <a:gd name="connsiteX89" fmla="*/ 209835 w 886881"/>
                <a:gd name="connsiteY89" fmla="*/ 204917 h 209835"/>
                <a:gd name="connsiteX90" fmla="*/ 204917 w 886881"/>
                <a:gd name="connsiteY90" fmla="*/ 208196 h 209835"/>
                <a:gd name="connsiteX91" fmla="*/ 201638 w 886881"/>
                <a:gd name="connsiteY91" fmla="*/ 209835 h 209835"/>
                <a:gd name="connsiteX92" fmla="*/ 204917 w 886881"/>
                <a:gd name="connsiteY92" fmla="*/ 209835 h 209835"/>
                <a:gd name="connsiteX93" fmla="*/ 209835 w 886881"/>
                <a:gd name="connsiteY93" fmla="*/ 209835 h 209835"/>
                <a:gd name="connsiteX94" fmla="*/ 213114 w 886881"/>
                <a:gd name="connsiteY94" fmla="*/ 209835 h 209835"/>
                <a:gd name="connsiteX95" fmla="*/ 218032 w 886881"/>
                <a:gd name="connsiteY95" fmla="*/ 208196 h 209835"/>
                <a:gd name="connsiteX96" fmla="*/ 221310 w 886881"/>
                <a:gd name="connsiteY96" fmla="*/ 208196 h 209835"/>
                <a:gd name="connsiteX97" fmla="*/ 224589 w 886881"/>
                <a:gd name="connsiteY97" fmla="*/ 206556 h 209835"/>
                <a:gd name="connsiteX98" fmla="*/ 229507 w 886881"/>
                <a:gd name="connsiteY98" fmla="*/ 206556 h 209835"/>
                <a:gd name="connsiteX99" fmla="*/ 232786 w 886881"/>
                <a:gd name="connsiteY99" fmla="*/ 206556 h 209835"/>
                <a:gd name="connsiteX100" fmla="*/ 234425 w 886881"/>
                <a:gd name="connsiteY100" fmla="*/ 206556 h 209835"/>
                <a:gd name="connsiteX101" fmla="*/ 237704 w 886881"/>
                <a:gd name="connsiteY101" fmla="*/ 204917 h 209835"/>
                <a:gd name="connsiteX102" fmla="*/ 242622 w 886881"/>
                <a:gd name="connsiteY102" fmla="*/ 204917 h 209835"/>
                <a:gd name="connsiteX103" fmla="*/ 245901 w 886881"/>
                <a:gd name="connsiteY103" fmla="*/ 204917 h 209835"/>
                <a:gd name="connsiteX104" fmla="*/ 249179 w 886881"/>
                <a:gd name="connsiteY104" fmla="*/ 204917 h 209835"/>
                <a:gd name="connsiteX105" fmla="*/ 254097 w 886881"/>
                <a:gd name="connsiteY105" fmla="*/ 204917 h 209835"/>
                <a:gd name="connsiteX106" fmla="*/ 257376 w 886881"/>
                <a:gd name="connsiteY106" fmla="*/ 201638 h 209835"/>
                <a:gd name="connsiteX107" fmla="*/ 260654 w 886881"/>
                <a:gd name="connsiteY107" fmla="*/ 201638 h 209835"/>
                <a:gd name="connsiteX108" fmla="*/ 265573 w 886881"/>
                <a:gd name="connsiteY108" fmla="*/ 199999 h 209835"/>
                <a:gd name="connsiteX109" fmla="*/ 268851 w 886881"/>
                <a:gd name="connsiteY109" fmla="*/ 198360 h 209835"/>
                <a:gd name="connsiteX110" fmla="*/ 273769 w 886881"/>
                <a:gd name="connsiteY110" fmla="*/ 196720 h 209835"/>
                <a:gd name="connsiteX111" fmla="*/ 277048 w 886881"/>
                <a:gd name="connsiteY111" fmla="*/ 195081 h 209835"/>
                <a:gd name="connsiteX112" fmla="*/ 277048 w 886881"/>
                <a:gd name="connsiteY112" fmla="*/ 199999 h 209835"/>
                <a:gd name="connsiteX113" fmla="*/ 281966 w 886881"/>
                <a:gd name="connsiteY113" fmla="*/ 199999 h 209835"/>
                <a:gd name="connsiteX114" fmla="*/ 285245 w 886881"/>
                <a:gd name="connsiteY114" fmla="*/ 198360 h 209835"/>
                <a:gd name="connsiteX115" fmla="*/ 288523 w 886881"/>
                <a:gd name="connsiteY115" fmla="*/ 196720 h 209835"/>
                <a:gd name="connsiteX116" fmla="*/ 293441 w 886881"/>
                <a:gd name="connsiteY116" fmla="*/ 195081 h 209835"/>
                <a:gd name="connsiteX117" fmla="*/ 296720 w 886881"/>
                <a:gd name="connsiteY117" fmla="*/ 193442 h 209835"/>
                <a:gd name="connsiteX118" fmla="*/ 299999 w 886881"/>
                <a:gd name="connsiteY118" fmla="*/ 193442 h 209835"/>
                <a:gd name="connsiteX119" fmla="*/ 304916 w 886881"/>
                <a:gd name="connsiteY119" fmla="*/ 191802 h 209835"/>
                <a:gd name="connsiteX120" fmla="*/ 308195 w 886881"/>
                <a:gd name="connsiteY120" fmla="*/ 188524 h 209835"/>
                <a:gd name="connsiteX121" fmla="*/ 309835 w 886881"/>
                <a:gd name="connsiteY121" fmla="*/ 185245 h 209835"/>
                <a:gd name="connsiteX122" fmla="*/ 308195 w 886881"/>
                <a:gd name="connsiteY122" fmla="*/ 181966 h 209835"/>
                <a:gd name="connsiteX123" fmla="*/ 304916 w 886881"/>
                <a:gd name="connsiteY123" fmla="*/ 180327 h 209835"/>
                <a:gd name="connsiteX124" fmla="*/ 299999 w 886881"/>
                <a:gd name="connsiteY124" fmla="*/ 181966 h 209835"/>
                <a:gd name="connsiteX125" fmla="*/ 296720 w 886881"/>
                <a:gd name="connsiteY125" fmla="*/ 183606 h 209835"/>
                <a:gd name="connsiteX126" fmla="*/ 291802 w 886881"/>
                <a:gd name="connsiteY126" fmla="*/ 185245 h 209835"/>
                <a:gd name="connsiteX127" fmla="*/ 288523 w 886881"/>
                <a:gd name="connsiteY127" fmla="*/ 185245 h 209835"/>
                <a:gd name="connsiteX128" fmla="*/ 285245 w 886881"/>
                <a:gd name="connsiteY128" fmla="*/ 186884 h 209835"/>
                <a:gd name="connsiteX129" fmla="*/ 280326 w 886881"/>
                <a:gd name="connsiteY129" fmla="*/ 186884 h 209835"/>
                <a:gd name="connsiteX130" fmla="*/ 285245 w 886881"/>
                <a:gd name="connsiteY130" fmla="*/ 183606 h 209835"/>
                <a:gd name="connsiteX131" fmla="*/ 281966 w 886881"/>
                <a:gd name="connsiteY131" fmla="*/ 183606 h 209835"/>
                <a:gd name="connsiteX132" fmla="*/ 277048 w 886881"/>
                <a:gd name="connsiteY132" fmla="*/ 183606 h 209835"/>
                <a:gd name="connsiteX133" fmla="*/ 273769 w 886881"/>
                <a:gd name="connsiteY133" fmla="*/ 183606 h 209835"/>
                <a:gd name="connsiteX134" fmla="*/ 277048 w 886881"/>
                <a:gd name="connsiteY134" fmla="*/ 181966 h 209835"/>
                <a:gd name="connsiteX135" fmla="*/ 280326 w 886881"/>
                <a:gd name="connsiteY135" fmla="*/ 180327 h 209835"/>
                <a:gd name="connsiteX136" fmla="*/ 285245 w 886881"/>
                <a:gd name="connsiteY136" fmla="*/ 178688 h 209835"/>
                <a:gd name="connsiteX137" fmla="*/ 288523 w 886881"/>
                <a:gd name="connsiteY137" fmla="*/ 175409 h 209835"/>
                <a:gd name="connsiteX138" fmla="*/ 285245 w 886881"/>
                <a:gd name="connsiteY138" fmla="*/ 173770 h 209835"/>
                <a:gd name="connsiteX139" fmla="*/ 281966 w 886881"/>
                <a:gd name="connsiteY139" fmla="*/ 173770 h 209835"/>
                <a:gd name="connsiteX140" fmla="*/ 278687 w 886881"/>
                <a:gd name="connsiteY140" fmla="*/ 173770 h 209835"/>
                <a:gd name="connsiteX141" fmla="*/ 273769 w 886881"/>
                <a:gd name="connsiteY141" fmla="*/ 173770 h 209835"/>
                <a:gd name="connsiteX142" fmla="*/ 270491 w 886881"/>
                <a:gd name="connsiteY142" fmla="*/ 173770 h 209835"/>
                <a:gd name="connsiteX143" fmla="*/ 267212 w 886881"/>
                <a:gd name="connsiteY143" fmla="*/ 175409 h 209835"/>
                <a:gd name="connsiteX144" fmla="*/ 265573 w 886881"/>
                <a:gd name="connsiteY144" fmla="*/ 175409 h 209835"/>
                <a:gd name="connsiteX145" fmla="*/ 262294 w 886881"/>
                <a:gd name="connsiteY145" fmla="*/ 177048 h 209835"/>
                <a:gd name="connsiteX146" fmla="*/ 257376 w 886881"/>
                <a:gd name="connsiteY146" fmla="*/ 177048 h 209835"/>
                <a:gd name="connsiteX147" fmla="*/ 254097 w 886881"/>
                <a:gd name="connsiteY147" fmla="*/ 177048 h 209835"/>
                <a:gd name="connsiteX148" fmla="*/ 259015 w 886881"/>
                <a:gd name="connsiteY148" fmla="*/ 177048 h 209835"/>
                <a:gd name="connsiteX149" fmla="*/ 262294 w 886881"/>
                <a:gd name="connsiteY149" fmla="*/ 173770 h 209835"/>
                <a:gd name="connsiteX150" fmla="*/ 259015 w 886881"/>
                <a:gd name="connsiteY150" fmla="*/ 173770 h 209835"/>
                <a:gd name="connsiteX151" fmla="*/ 254097 w 886881"/>
                <a:gd name="connsiteY151" fmla="*/ 173770 h 209835"/>
                <a:gd name="connsiteX152" fmla="*/ 250819 w 886881"/>
                <a:gd name="connsiteY152" fmla="*/ 173770 h 209835"/>
                <a:gd name="connsiteX153" fmla="*/ 247540 w 886881"/>
                <a:gd name="connsiteY153" fmla="*/ 173770 h 209835"/>
                <a:gd name="connsiteX154" fmla="*/ 242622 w 886881"/>
                <a:gd name="connsiteY154" fmla="*/ 172130 h 209835"/>
                <a:gd name="connsiteX155" fmla="*/ 239343 w 886881"/>
                <a:gd name="connsiteY155" fmla="*/ 172130 h 209835"/>
                <a:gd name="connsiteX156" fmla="*/ 234425 w 886881"/>
                <a:gd name="connsiteY156" fmla="*/ 173770 h 209835"/>
                <a:gd name="connsiteX157" fmla="*/ 231146 w 886881"/>
                <a:gd name="connsiteY157" fmla="*/ 173770 h 209835"/>
                <a:gd name="connsiteX158" fmla="*/ 227868 w 886881"/>
                <a:gd name="connsiteY158" fmla="*/ 175409 h 209835"/>
                <a:gd name="connsiteX159" fmla="*/ 222950 w 886881"/>
                <a:gd name="connsiteY159" fmla="*/ 175409 h 209835"/>
                <a:gd name="connsiteX160" fmla="*/ 218032 w 886881"/>
                <a:gd name="connsiteY160" fmla="*/ 173770 h 209835"/>
                <a:gd name="connsiteX161" fmla="*/ 214753 w 886881"/>
                <a:gd name="connsiteY161" fmla="*/ 172130 h 209835"/>
                <a:gd name="connsiteX162" fmla="*/ 219671 w 886881"/>
                <a:gd name="connsiteY162" fmla="*/ 170491 h 209835"/>
                <a:gd name="connsiteX163" fmla="*/ 224589 w 886881"/>
                <a:gd name="connsiteY163" fmla="*/ 172130 h 209835"/>
                <a:gd name="connsiteX164" fmla="*/ 227868 w 886881"/>
                <a:gd name="connsiteY164" fmla="*/ 172130 h 209835"/>
                <a:gd name="connsiteX165" fmla="*/ 231146 w 886881"/>
                <a:gd name="connsiteY165" fmla="*/ 172130 h 209835"/>
                <a:gd name="connsiteX166" fmla="*/ 236064 w 886881"/>
                <a:gd name="connsiteY166" fmla="*/ 170491 h 209835"/>
                <a:gd name="connsiteX167" fmla="*/ 239343 w 886881"/>
                <a:gd name="connsiteY167" fmla="*/ 168852 h 209835"/>
                <a:gd name="connsiteX168" fmla="*/ 236064 w 886881"/>
                <a:gd name="connsiteY168" fmla="*/ 168852 h 209835"/>
                <a:gd name="connsiteX169" fmla="*/ 231146 w 886881"/>
                <a:gd name="connsiteY169" fmla="*/ 167212 h 209835"/>
                <a:gd name="connsiteX170" fmla="*/ 236064 w 886881"/>
                <a:gd name="connsiteY170" fmla="*/ 163934 h 209835"/>
                <a:gd name="connsiteX171" fmla="*/ 236064 w 886881"/>
                <a:gd name="connsiteY171" fmla="*/ 159016 h 209835"/>
                <a:gd name="connsiteX172" fmla="*/ 239343 w 886881"/>
                <a:gd name="connsiteY172" fmla="*/ 162294 h 209835"/>
                <a:gd name="connsiteX173" fmla="*/ 240982 w 886881"/>
                <a:gd name="connsiteY173" fmla="*/ 165573 h 209835"/>
                <a:gd name="connsiteX174" fmla="*/ 245901 w 886881"/>
                <a:gd name="connsiteY174" fmla="*/ 167212 h 209835"/>
                <a:gd name="connsiteX175" fmla="*/ 249179 w 886881"/>
                <a:gd name="connsiteY175" fmla="*/ 170491 h 209835"/>
                <a:gd name="connsiteX176" fmla="*/ 254097 w 886881"/>
                <a:gd name="connsiteY176" fmla="*/ 170491 h 209835"/>
                <a:gd name="connsiteX177" fmla="*/ 257376 w 886881"/>
                <a:gd name="connsiteY177" fmla="*/ 172130 h 209835"/>
                <a:gd name="connsiteX178" fmla="*/ 260654 w 886881"/>
                <a:gd name="connsiteY178" fmla="*/ 172130 h 209835"/>
                <a:gd name="connsiteX179" fmla="*/ 265573 w 886881"/>
                <a:gd name="connsiteY179" fmla="*/ 172130 h 209835"/>
                <a:gd name="connsiteX180" fmla="*/ 268851 w 886881"/>
                <a:gd name="connsiteY180" fmla="*/ 172130 h 209835"/>
                <a:gd name="connsiteX181" fmla="*/ 272130 w 886881"/>
                <a:gd name="connsiteY181" fmla="*/ 172130 h 209835"/>
                <a:gd name="connsiteX182" fmla="*/ 275409 w 886881"/>
                <a:gd name="connsiteY182" fmla="*/ 170491 h 209835"/>
                <a:gd name="connsiteX183" fmla="*/ 280326 w 886881"/>
                <a:gd name="connsiteY183" fmla="*/ 170491 h 209835"/>
                <a:gd name="connsiteX184" fmla="*/ 283605 w 886881"/>
                <a:gd name="connsiteY184" fmla="*/ 172130 h 209835"/>
                <a:gd name="connsiteX185" fmla="*/ 288523 w 886881"/>
                <a:gd name="connsiteY185" fmla="*/ 172130 h 209835"/>
                <a:gd name="connsiteX186" fmla="*/ 291802 w 886881"/>
                <a:gd name="connsiteY186" fmla="*/ 172130 h 209835"/>
                <a:gd name="connsiteX187" fmla="*/ 296720 w 886881"/>
                <a:gd name="connsiteY187" fmla="*/ 170491 h 209835"/>
                <a:gd name="connsiteX188" fmla="*/ 299999 w 886881"/>
                <a:gd name="connsiteY188" fmla="*/ 170491 h 209835"/>
                <a:gd name="connsiteX189" fmla="*/ 304916 w 886881"/>
                <a:gd name="connsiteY189" fmla="*/ 170491 h 209835"/>
                <a:gd name="connsiteX190" fmla="*/ 299999 w 886881"/>
                <a:gd name="connsiteY190" fmla="*/ 170491 h 209835"/>
                <a:gd name="connsiteX191" fmla="*/ 304916 w 886881"/>
                <a:gd name="connsiteY191" fmla="*/ 170491 h 209835"/>
                <a:gd name="connsiteX192" fmla="*/ 308195 w 886881"/>
                <a:gd name="connsiteY192" fmla="*/ 170491 h 209835"/>
                <a:gd name="connsiteX193" fmla="*/ 311474 w 886881"/>
                <a:gd name="connsiteY193" fmla="*/ 170491 h 209835"/>
                <a:gd name="connsiteX194" fmla="*/ 316392 w 886881"/>
                <a:gd name="connsiteY194" fmla="*/ 168852 h 209835"/>
                <a:gd name="connsiteX195" fmla="*/ 319671 w 886881"/>
                <a:gd name="connsiteY195" fmla="*/ 167212 h 209835"/>
                <a:gd name="connsiteX196" fmla="*/ 324589 w 886881"/>
                <a:gd name="connsiteY196" fmla="*/ 167212 h 209835"/>
                <a:gd name="connsiteX197" fmla="*/ 327867 w 886881"/>
                <a:gd name="connsiteY197" fmla="*/ 165573 h 209835"/>
                <a:gd name="connsiteX198" fmla="*/ 332785 w 886881"/>
                <a:gd name="connsiteY198" fmla="*/ 163934 h 209835"/>
                <a:gd name="connsiteX199" fmla="*/ 336064 w 886881"/>
                <a:gd name="connsiteY199" fmla="*/ 160655 h 209835"/>
                <a:gd name="connsiteX200" fmla="*/ 332785 w 886881"/>
                <a:gd name="connsiteY200" fmla="*/ 159016 h 209835"/>
                <a:gd name="connsiteX201" fmla="*/ 336064 w 886881"/>
                <a:gd name="connsiteY201" fmla="*/ 157376 h 209835"/>
                <a:gd name="connsiteX202" fmla="*/ 336064 w 886881"/>
                <a:gd name="connsiteY202" fmla="*/ 152458 h 209835"/>
                <a:gd name="connsiteX203" fmla="*/ 331146 w 886881"/>
                <a:gd name="connsiteY203" fmla="*/ 150819 h 209835"/>
                <a:gd name="connsiteX204" fmla="*/ 336064 w 886881"/>
                <a:gd name="connsiteY204" fmla="*/ 150819 h 209835"/>
                <a:gd name="connsiteX205" fmla="*/ 339343 w 886881"/>
                <a:gd name="connsiteY205" fmla="*/ 149180 h 209835"/>
                <a:gd name="connsiteX206" fmla="*/ 342621 w 886881"/>
                <a:gd name="connsiteY206" fmla="*/ 150819 h 209835"/>
                <a:gd name="connsiteX207" fmla="*/ 347539 w 886881"/>
                <a:gd name="connsiteY207" fmla="*/ 150819 h 209835"/>
                <a:gd name="connsiteX208" fmla="*/ 350818 w 886881"/>
                <a:gd name="connsiteY208" fmla="*/ 150819 h 209835"/>
                <a:gd name="connsiteX209" fmla="*/ 355736 w 886881"/>
                <a:gd name="connsiteY209" fmla="*/ 150819 h 209835"/>
                <a:gd name="connsiteX210" fmla="*/ 359015 w 886881"/>
                <a:gd name="connsiteY210" fmla="*/ 150819 h 209835"/>
                <a:gd name="connsiteX211" fmla="*/ 363933 w 886881"/>
                <a:gd name="connsiteY211" fmla="*/ 150819 h 209835"/>
                <a:gd name="connsiteX212" fmla="*/ 367211 w 886881"/>
                <a:gd name="connsiteY212" fmla="*/ 152458 h 209835"/>
                <a:gd name="connsiteX213" fmla="*/ 372129 w 886881"/>
                <a:gd name="connsiteY213" fmla="*/ 152458 h 209835"/>
                <a:gd name="connsiteX214" fmla="*/ 375408 w 886881"/>
                <a:gd name="connsiteY214" fmla="*/ 150819 h 209835"/>
                <a:gd name="connsiteX215" fmla="*/ 378687 w 886881"/>
                <a:gd name="connsiteY215" fmla="*/ 150819 h 209835"/>
                <a:gd name="connsiteX216" fmla="*/ 383605 w 886881"/>
                <a:gd name="connsiteY216" fmla="*/ 149180 h 209835"/>
                <a:gd name="connsiteX217" fmla="*/ 386883 w 886881"/>
                <a:gd name="connsiteY217" fmla="*/ 149180 h 209835"/>
                <a:gd name="connsiteX218" fmla="*/ 391801 w 886881"/>
                <a:gd name="connsiteY218" fmla="*/ 149180 h 209835"/>
                <a:gd name="connsiteX219" fmla="*/ 395080 w 886881"/>
                <a:gd name="connsiteY219" fmla="*/ 150819 h 209835"/>
                <a:gd name="connsiteX220" fmla="*/ 398359 w 886881"/>
                <a:gd name="connsiteY220" fmla="*/ 149180 h 209835"/>
                <a:gd name="connsiteX221" fmla="*/ 403277 w 886881"/>
                <a:gd name="connsiteY221" fmla="*/ 147540 h 209835"/>
                <a:gd name="connsiteX222" fmla="*/ 406556 w 886881"/>
                <a:gd name="connsiteY222" fmla="*/ 144262 h 209835"/>
                <a:gd name="connsiteX223" fmla="*/ 401638 w 886881"/>
                <a:gd name="connsiteY223" fmla="*/ 144262 h 209835"/>
                <a:gd name="connsiteX224" fmla="*/ 398359 w 886881"/>
                <a:gd name="connsiteY224" fmla="*/ 144262 h 209835"/>
                <a:gd name="connsiteX225" fmla="*/ 393441 w 886881"/>
                <a:gd name="connsiteY225" fmla="*/ 144262 h 209835"/>
                <a:gd name="connsiteX226" fmla="*/ 390162 w 886881"/>
                <a:gd name="connsiteY226" fmla="*/ 144262 h 209835"/>
                <a:gd name="connsiteX227" fmla="*/ 385244 w 886881"/>
                <a:gd name="connsiteY227" fmla="*/ 144262 h 209835"/>
                <a:gd name="connsiteX228" fmla="*/ 381966 w 886881"/>
                <a:gd name="connsiteY228" fmla="*/ 140983 h 209835"/>
                <a:gd name="connsiteX229" fmla="*/ 385244 w 886881"/>
                <a:gd name="connsiteY229" fmla="*/ 140983 h 209835"/>
                <a:gd name="connsiteX230" fmla="*/ 390162 w 886881"/>
                <a:gd name="connsiteY230" fmla="*/ 140983 h 209835"/>
                <a:gd name="connsiteX231" fmla="*/ 393441 w 886881"/>
                <a:gd name="connsiteY231" fmla="*/ 140983 h 209835"/>
                <a:gd name="connsiteX232" fmla="*/ 398359 w 886881"/>
                <a:gd name="connsiteY232" fmla="*/ 140983 h 209835"/>
                <a:gd name="connsiteX233" fmla="*/ 401638 w 886881"/>
                <a:gd name="connsiteY233" fmla="*/ 140983 h 209835"/>
                <a:gd name="connsiteX234" fmla="*/ 404916 w 886881"/>
                <a:gd name="connsiteY234" fmla="*/ 142622 h 209835"/>
                <a:gd name="connsiteX235" fmla="*/ 409834 w 886881"/>
                <a:gd name="connsiteY235" fmla="*/ 142622 h 209835"/>
                <a:gd name="connsiteX236" fmla="*/ 413113 w 886881"/>
                <a:gd name="connsiteY236" fmla="*/ 142622 h 209835"/>
                <a:gd name="connsiteX237" fmla="*/ 418031 w 886881"/>
                <a:gd name="connsiteY237" fmla="*/ 140983 h 209835"/>
                <a:gd name="connsiteX238" fmla="*/ 421310 w 886881"/>
                <a:gd name="connsiteY238" fmla="*/ 139344 h 209835"/>
                <a:gd name="connsiteX239" fmla="*/ 424588 w 886881"/>
                <a:gd name="connsiteY239" fmla="*/ 139344 h 209835"/>
                <a:gd name="connsiteX240" fmla="*/ 429506 w 886881"/>
                <a:gd name="connsiteY240" fmla="*/ 136065 h 209835"/>
                <a:gd name="connsiteX241" fmla="*/ 424588 w 886881"/>
                <a:gd name="connsiteY241" fmla="*/ 136065 h 209835"/>
                <a:gd name="connsiteX242" fmla="*/ 421310 w 886881"/>
                <a:gd name="connsiteY242" fmla="*/ 134426 h 209835"/>
                <a:gd name="connsiteX243" fmla="*/ 416391 w 886881"/>
                <a:gd name="connsiteY243" fmla="*/ 134426 h 209835"/>
                <a:gd name="connsiteX244" fmla="*/ 413113 w 886881"/>
                <a:gd name="connsiteY244" fmla="*/ 134426 h 209835"/>
                <a:gd name="connsiteX245" fmla="*/ 409834 w 886881"/>
                <a:gd name="connsiteY245" fmla="*/ 134426 h 209835"/>
                <a:gd name="connsiteX246" fmla="*/ 404916 w 886881"/>
                <a:gd name="connsiteY246" fmla="*/ 132786 h 209835"/>
                <a:gd name="connsiteX247" fmla="*/ 401638 w 886881"/>
                <a:gd name="connsiteY247" fmla="*/ 132786 h 209835"/>
                <a:gd name="connsiteX248" fmla="*/ 396719 w 886881"/>
                <a:gd name="connsiteY248" fmla="*/ 131147 h 209835"/>
                <a:gd name="connsiteX249" fmla="*/ 401638 w 886881"/>
                <a:gd name="connsiteY249" fmla="*/ 131147 h 209835"/>
                <a:gd name="connsiteX250" fmla="*/ 404916 w 886881"/>
                <a:gd name="connsiteY250" fmla="*/ 131147 h 209835"/>
                <a:gd name="connsiteX251" fmla="*/ 409834 w 886881"/>
                <a:gd name="connsiteY251" fmla="*/ 131147 h 209835"/>
                <a:gd name="connsiteX252" fmla="*/ 413113 w 886881"/>
                <a:gd name="connsiteY252" fmla="*/ 132786 h 209835"/>
                <a:gd name="connsiteX253" fmla="*/ 418031 w 886881"/>
                <a:gd name="connsiteY253" fmla="*/ 132786 h 209835"/>
                <a:gd name="connsiteX254" fmla="*/ 421310 w 886881"/>
                <a:gd name="connsiteY254" fmla="*/ 132786 h 209835"/>
                <a:gd name="connsiteX255" fmla="*/ 426228 w 886881"/>
                <a:gd name="connsiteY255" fmla="*/ 132786 h 209835"/>
                <a:gd name="connsiteX256" fmla="*/ 431146 w 886881"/>
                <a:gd name="connsiteY256" fmla="*/ 132786 h 209835"/>
                <a:gd name="connsiteX257" fmla="*/ 434424 w 886881"/>
                <a:gd name="connsiteY257" fmla="*/ 131147 h 209835"/>
                <a:gd name="connsiteX258" fmla="*/ 437703 w 886881"/>
                <a:gd name="connsiteY258" fmla="*/ 131147 h 209835"/>
                <a:gd name="connsiteX259" fmla="*/ 442621 w 886881"/>
                <a:gd name="connsiteY259" fmla="*/ 131147 h 209835"/>
                <a:gd name="connsiteX260" fmla="*/ 445900 w 886881"/>
                <a:gd name="connsiteY260" fmla="*/ 127868 h 209835"/>
                <a:gd name="connsiteX261" fmla="*/ 449178 w 886881"/>
                <a:gd name="connsiteY261" fmla="*/ 122950 h 209835"/>
                <a:gd name="connsiteX262" fmla="*/ 454096 w 886881"/>
                <a:gd name="connsiteY262" fmla="*/ 122950 h 209835"/>
                <a:gd name="connsiteX263" fmla="*/ 450818 w 886881"/>
                <a:gd name="connsiteY263" fmla="*/ 121311 h 209835"/>
                <a:gd name="connsiteX264" fmla="*/ 445900 w 886881"/>
                <a:gd name="connsiteY264" fmla="*/ 121311 h 209835"/>
                <a:gd name="connsiteX265" fmla="*/ 442621 w 886881"/>
                <a:gd name="connsiteY265" fmla="*/ 119672 h 209835"/>
                <a:gd name="connsiteX266" fmla="*/ 437703 w 886881"/>
                <a:gd name="connsiteY266" fmla="*/ 121311 h 209835"/>
                <a:gd name="connsiteX267" fmla="*/ 432785 w 886881"/>
                <a:gd name="connsiteY267" fmla="*/ 119672 h 209835"/>
                <a:gd name="connsiteX268" fmla="*/ 429506 w 886881"/>
                <a:gd name="connsiteY268" fmla="*/ 121311 h 209835"/>
                <a:gd name="connsiteX269" fmla="*/ 424588 w 886881"/>
                <a:gd name="connsiteY269" fmla="*/ 121311 h 209835"/>
                <a:gd name="connsiteX270" fmla="*/ 421310 w 886881"/>
                <a:gd name="connsiteY270" fmla="*/ 121311 h 209835"/>
                <a:gd name="connsiteX271" fmla="*/ 416391 w 886881"/>
                <a:gd name="connsiteY271" fmla="*/ 121311 h 209835"/>
                <a:gd name="connsiteX272" fmla="*/ 421310 w 886881"/>
                <a:gd name="connsiteY272" fmla="*/ 119672 h 209835"/>
                <a:gd name="connsiteX273" fmla="*/ 424588 w 886881"/>
                <a:gd name="connsiteY273" fmla="*/ 119672 h 209835"/>
                <a:gd name="connsiteX274" fmla="*/ 427867 w 886881"/>
                <a:gd name="connsiteY274" fmla="*/ 119672 h 209835"/>
                <a:gd name="connsiteX275" fmla="*/ 432785 w 886881"/>
                <a:gd name="connsiteY275" fmla="*/ 118032 h 209835"/>
                <a:gd name="connsiteX276" fmla="*/ 429506 w 886881"/>
                <a:gd name="connsiteY276" fmla="*/ 116393 h 209835"/>
                <a:gd name="connsiteX277" fmla="*/ 424588 w 886881"/>
                <a:gd name="connsiteY277" fmla="*/ 116393 h 209835"/>
                <a:gd name="connsiteX278" fmla="*/ 421310 w 886881"/>
                <a:gd name="connsiteY278" fmla="*/ 116393 h 209835"/>
                <a:gd name="connsiteX279" fmla="*/ 418031 w 886881"/>
                <a:gd name="connsiteY279" fmla="*/ 116393 h 209835"/>
                <a:gd name="connsiteX280" fmla="*/ 413113 w 886881"/>
                <a:gd name="connsiteY280" fmla="*/ 116393 h 209835"/>
                <a:gd name="connsiteX281" fmla="*/ 409834 w 886881"/>
                <a:gd name="connsiteY281" fmla="*/ 116393 h 209835"/>
                <a:gd name="connsiteX282" fmla="*/ 404916 w 886881"/>
                <a:gd name="connsiteY282" fmla="*/ 116393 h 209835"/>
                <a:gd name="connsiteX283" fmla="*/ 401638 w 886881"/>
                <a:gd name="connsiteY283" fmla="*/ 118032 h 209835"/>
                <a:gd name="connsiteX284" fmla="*/ 396719 w 886881"/>
                <a:gd name="connsiteY284" fmla="*/ 118032 h 209835"/>
                <a:gd name="connsiteX285" fmla="*/ 393441 w 886881"/>
                <a:gd name="connsiteY285" fmla="*/ 118032 h 209835"/>
                <a:gd name="connsiteX286" fmla="*/ 388523 w 886881"/>
                <a:gd name="connsiteY286" fmla="*/ 118032 h 209835"/>
                <a:gd name="connsiteX287" fmla="*/ 383605 w 886881"/>
                <a:gd name="connsiteY287" fmla="*/ 118032 h 209835"/>
                <a:gd name="connsiteX288" fmla="*/ 380326 w 886881"/>
                <a:gd name="connsiteY288" fmla="*/ 119672 h 209835"/>
                <a:gd name="connsiteX289" fmla="*/ 377047 w 886881"/>
                <a:gd name="connsiteY289" fmla="*/ 121311 h 209835"/>
                <a:gd name="connsiteX290" fmla="*/ 372129 w 886881"/>
                <a:gd name="connsiteY290" fmla="*/ 121311 h 209835"/>
                <a:gd name="connsiteX291" fmla="*/ 368851 w 886881"/>
                <a:gd name="connsiteY291" fmla="*/ 122950 h 209835"/>
                <a:gd name="connsiteX292" fmla="*/ 372129 w 886881"/>
                <a:gd name="connsiteY292" fmla="*/ 121311 h 209835"/>
                <a:gd name="connsiteX293" fmla="*/ 377047 w 886881"/>
                <a:gd name="connsiteY293" fmla="*/ 119672 h 209835"/>
                <a:gd name="connsiteX294" fmla="*/ 380326 w 886881"/>
                <a:gd name="connsiteY294" fmla="*/ 118032 h 209835"/>
                <a:gd name="connsiteX295" fmla="*/ 385244 w 886881"/>
                <a:gd name="connsiteY295" fmla="*/ 118032 h 209835"/>
                <a:gd name="connsiteX296" fmla="*/ 388523 w 886881"/>
                <a:gd name="connsiteY296" fmla="*/ 116393 h 209835"/>
                <a:gd name="connsiteX297" fmla="*/ 385244 w 886881"/>
                <a:gd name="connsiteY297" fmla="*/ 114754 h 209835"/>
                <a:gd name="connsiteX298" fmla="*/ 380326 w 886881"/>
                <a:gd name="connsiteY298" fmla="*/ 114754 h 209835"/>
                <a:gd name="connsiteX299" fmla="*/ 375408 w 886881"/>
                <a:gd name="connsiteY299" fmla="*/ 114754 h 209835"/>
                <a:gd name="connsiteX300" fmla="*/ 372129 w 886881"/>
                <a:gd name="connsiteY300" fmla="*/ 114754 h 209835"/>
                <a:gd name="connsiteX301" fmla="*/ 368851 w 886881"/>
                <a:gd name="connsiteY301" fmla="*/ 114754 h 209835"/>
                <a:gd name="connsiteX302" fmla="*/ 363933 w 886881"/>
                <a:gd name="connsiteY302" fmla="*/ 114754 h 209835"/>
                <a:gd name="connsiteX303" fmla="*/ 367211 w 886881"/>
                <a:gd name="connsiteY303" fmla="*/ 114754 h 209835"/>
                <a:gd name="connsiteX304" fmla="*/ 370490 w 886881"/>
                <a:gd name="connsiteY304" fmla="*/ 114754 h 209835"/>
                <a:gd name="connsiteX305" fmla="*/ 375408 w 886881"/>
                <a:gd name="connsiteY305" fmla="*/ 114754 h 209835"/>
                <a:gd name="connsiteX306" fmla="*/ 378687 w 886881"/>
                <a:gd name="connsiteY306" fmla="*/ 114754 h 209835"/>
                <a:gd name="connsiteX307" fmla="*/ 381966 w 886881"/>
                <a:gd name="connsiteY307" fmla="*/ 114754 h 209835"/>
                <a:gd name="connsiteX308" fmla="*/ 386883 w 886881"/>
                <a:gd name="connsiteY308" fmla="*/ 114754 h 209835"/>
                <a:gd name="connsiteX309" fmla="*/ 390162 w 886881"/>
                <a:gd name="connsiteY309" fmla="*/ 116393 h 209835"/>
                <a:gd name="connsiteX310" fmla="*/ 395080 w 886881"/>
                <a:gd name="connsiteY310" fmla="*/ 116393 h 209835"/>
                <a:gd name="connsiteX311" fmla="*/ 398359 w 886881"/>
                <a:gd name="connsiteY311" fmla="*/ 114754 h 209835"/>
                <a:gd name="connsiteX312" fmla="*/ 401638 w 886881"/>
                <a:gd name="connsiteY312" fmla="*/ 114754 h 209835"/>
                <a:gd name="connsiteX313" fmla="*/ 406556 w 886881"/>
                <a:gd name="connsiteY313" fmla="*/ 114754 h 209835"/>
                <a:gd name="connsiteX314" fmla="*/ 411473 w 886881"/>
                <a:gd name="connsiteY314" fmla="*/ 114754 h 209835"/>
                <a:gd name="connsiteX315" fmla="*/ 414752 w 886881"/>
                <a:gd name="connsiteY315" fmla="*/ 114754 h 209835"/>
                <a:gd name="connsiteX316" fmla="*/ 419670 w 886881"/>
                <a:gd name="connsiteY316" fmla="*/ 114754 h 209835"/>
                <a:gd name="connsiteX317" fmla="*/ 422949 w 886881"/>
                <a:gd name="connsiteY317" fmla="*/ 114754 h 209835"/>
                <a:gd name="connsiteX318" fmla="*/ 427867 w 886881"/>
                <a:gd name="connsiteY318" fmla="*/ 114754 h 209835"/>
                <a:gd name="connsiteX319" fmla="*/ 431146 w 886881"/>
                <a:gd name="connsiteY319" fmla="*/ 113114 h 209835"/>
                <a:gd name="connsiteX320" fmla="*/ 427867 w 886881"/>
                <a:gd name="connsiteY320" fmla="*/ 113114 h 209835"/>
                <a:gd name="connsiteX321" fmla="*/ 422949 w 886881"/>
                <a:gd name="connsiteY321" fmla="*/ 113114 h 209835"/>
                <a:gd name="connsiteX322" fmla="*/ 419670 w 886881"/>
                <a:gd name="connsiteY322" fmla="*/ 111475 h 209835"/>
                <a:gd name="connsiteX323" fmla="*/ 416391 w 886881"/>
                <a:gd name="connsiteY323" fmla="*/ 111475 h 209835"/>
                <a:gd name="connsiteX324" fmla="*/ 411473 w 886881"/>
                <a:gd name="connsiteY324" fmla="*/ 111475 h 209835"/>
                <a:gd name="connsiteX325" fmla="*/ 408195 w 886881"/>
                <a:gd name="connsiteY325" fmla="*/ 111475 h 209835"/>
                <a:gd name="connsiteX326" fmla="*/ 403277 w 886881"/>
                <a:gd name="connsiteY326" fmla="*/ 111475 h 209835"/>
                <a:gd name="connsiteX327" fmla="*/ 399998 w 886881"/>
                <a:gd name="connsiteY327" fmla="*/ 111475 h 209835"/>
                <a:gd name="connsiteX328" fmla="*/ 395080 w 886881"/>
                <a:gd name="connsiteY328" fmla="*/ 111475 h 209835"/>
                <a:gd name="connsiteX329" fmla="*/ 391801 w 886881"/>
                <a:gd name="connsiteY329" fmla="*/ 111475 h 209835"/>
                <a:gd name="connsiteX330" fmla="*/ 388523 w 886881"/>
                <a:gd name="connsiteY330" fmla="*/ 111475 h 209835"/>
                <a:gd name="connsiteX331" fmla="*/ 383605 w 886881"/>
                <a:gd name="connsiteY331" fmla="*/ 111475 h 209835"/>
                <a:gd name="connsiteX332" fmla="*/ 388523 w 886881"/>
                <a:gd name="connsiteY332" fmla="*/ 111475 h 209835"/>
                <a:gd name="connsiteX333" fmla="*/ 391801 w 886881"/>
                <a:gd name="connsiteY333" fmla="*/ 109836 h 209835"/>
                <a:gd name="connsiteX334" fmla="*/ 396719 w 886881"/>
                <a:gd name="connsiteY334" fmla="*/ 109836 h 209835"/>
                <a:gd name="connsiteX335" fmla="*/ 399998 w 886881"/>
                <a:gd name="connsiteY335" fmla="*/ 109836 h 209835"/>
                <a:gd name="connsiteX336" fmla="*/ 404916 w 886881"/>
                <a:gd name="connsiteY336" fmla="*/ 109836 h 209835"/>
                <a:gd name="connsiteX337" fmla="*/ 408195 w 886881"/>
                <a:gd name="connsiteY337" fmla="*/ 111475 h 209835"/>
                <a:gd name="connsiteX338" fmla="*/ 411473 w 886881"/>
                <a:gd name="connsiteY338" fmla="*/ 111475 h 209835"/>
                <a:gd name="connsiteX339" fmla="*/ 416391 w 886881"/>
                <a:gd name="connsiteY339" fmla="*/ 111475 h 209835"/>
                <a:gd name="connsiteX340" fmla="*/ 421310 w 886881"/>
                <a:gd name="connsiteY340" fmla="*/ 109836 h 209835"/>
                <a:gd name="connsiteX341" fmla="*/ 424588 w 886881"/>
                <a:gd name="connsiteY341" fmla="*/ 111475 h 209835"/>
                <a:gd name="connsiteX342" fmla="*/ 427867 w 886881"/>
                <a:gd name="connsiteY342" fmla="*/ 109836 h 209835"/>
                <a:gd name="connsiteX343" fmla="*/ 432785 w 886881"/>
                <a:gd name="connsiteY343" fmla="*/ 109836 h 209835"/>
                <a:gd name="connsiteX344" fmla="*/ 436063 w 886881"/>
                <a:gd name="connsiteY344" fmla="*/ 111475 h 209835"/>
                <a:gd name="connsiteX345" fmla="*/ 439342 w 886881"/>
                <a:gd name="connsiteY345" fmla="*/ 114754 h 209835"/>
                <a:gd name="connsiteX346" fmla="*/ 444260 w 886881"/>
                <a:gd name="connsiteY346" fmla="*/ 114754 h 209835"/>
                <a:gd name="connsiteX347" fmla="*/ 447539 w 886881"/>
                <a:gd name="connsiteY347" fmla="*/ 114754 h 209835"/>
                <a:gd name="connsiteX348" fmla="*/ 450818 w 886881"/>
                <a:gd name="connsiteY348" fmla="*/ 116393 h 209835"/>
                <a:gd name="connsiteX349" fmla="*/ 455736 w 886881"/>
                <a:gd name="connsiteY349" fmla="*/ 116393 h 209835"/>
                <a:gd name="connsiteX350" fmla="*/ 459014 w 886881"/>
                <a:gd name="connsiteY350" fmla="*/ 116393 h 209835"/>
                <a:gd name="connsiteX351" fmla="*/ 462293 w 886881"/>
                <a:gd name="connsiteY351" fmla="*/ 116393 h 209835"/>
                <a:gd name="connsiteX352" fmla="*/ 465572 w 886881"/>
                <a:gd name="connsiteY352" fmla="*/ 116393 h 209835"/>
                <a:gd name="connsiteX353" fmla="*/ 470490 w 886881"/>
                <a:gd name="connsiteY353" fmla="*/ 114754 h 209835"/>
                <a:gd name="connsiteX354" fmla="*/ 467211 w 886881"/>
                <a:gd name="connsiteY354" fmla="*/ 111475 h 209835"/>
                <a:gd name="connsiteX355" fmla="*/ 470490 w 886881"/>
                <a:gd name="connsiteY355" fmla="*/ 109836 h 209835"/>
                <a:gd name="connsiteX356" fmla="*/ 475408 w 886881"/>
                <a:gd name="connsiteY356" fmla="*/ 109836 h 209835"/>
                <a:gd name="connsiteX357" fmla="*/ 470490 w 886881"/>
                <a:gd name="connsiteY357" fmla="*/ 109836 h 209835"/>
                <a:gd name="connsiteX358" fmla="*/ 467211 w 886881"/>
                <a:gd name="connsiteY358" fmla="*/ 109836 h 209835"/>
                <a:gd name="connsiteX359" fmla="*/ 462293 w 886881"/>
                <a:gd name="connsiteY359" fmla="*/ 109836 h 209835"/>
                <a:gd name="connsiteX360" fmla="*/ 459014 w 886881"/>
                <a:gd name="connsiteY360" fmla="*/ 109836 h 209835"/>
                <a:gd name="connsiteX361" fmla="*/ 454096 w 886881"/>
                <a:gd name="connsiteY361" fmla="*/ 109836 h 209835"/>
                <a:gd name="connsiteX362" fmla="*/ 450818 w 886881"/>
                <a:gd name="connsiteY362" fmla="*/ 109836 h 209835"/>
                <a:gd name="connsiteX363" fmla="*/ 445900 w 886881"/>
                <a:gd name="connsiteY363" fmla="*/ 109836 h 209835"/>
                <a:gd name="connsiteX364" fmla="*/ 442621 w 886881"/>
                <a:gd name="connsiteY364" fmla="*/ 109836 h 209835"/>
                <a:gd name="connsiteX365" fmla="*/ 437703 w 886881"/>
                <a:gd name="connsiteY365" fmla="*/ 109836 h 209835"/>
                <a:gd name="connsiteX366" fmla="*/ 434424 w 886881"/>
                <a:gd name="connsiteY366" fmla="*/ 108196 h 209835"/>
                <a:gd name="connsiteX367" fmla="*/ 431146 w 886881"/>
                <a:gd name="connsiteY367" fmla="*/ 108196 h 209835"/>
                <a:gd name="connsiteX368" fmla="*/ 427867 w 886881"/>
                <a:gd name="connsiteY368" fmla="*/ 108196 h 209835"/>
                <a:gd name="connsiteX369" fmla="*/ 424588 w 886881"/>
                <a:gd name="connsiteY369" fmla="*/ 108196 h 209835"/>
                <a:gd name="connsiteX370" fmla="*/ 419670 w 886881"/>
                <a:gd name="connsiteY370" fmla="*/ 108196 h 209835"/>
                <a:gd name="connsiteX371" fmla="*/ 414752 w 886881"/>
                <a:gd name="connsiteY371" fmla="*/ 108196 h 209835"/>
                <a:gd name="connsiteX372" fmla="*/ 411473 w 886881"/>
                <a:gd name="connsiteY372" fmla="*/ 108196 h 209835"/>
                <a:gd name="connsiteX373" fmla="*/ 406556 w 886881"/>
                <a:gd name="connsiteY373" fmla="*/ 108196 h 209835"/>
                <a:gd name="connsiteX374" fmla="*/ 401638 w 886881"/>
                <a:gd name="connsiteY374" fmla="*/ 109836 h 209835"/>
                <a:gd name="connsiteX375" fmla="*/ 406556 w 886881"/>
                <a:gd name="connsiteY375" fmla="*/ 108196 h 209835"/>
                <a:gd name="connsiteX376" fmla="*/ 401638 w 886881"/>
                <a:gd name="connsiteY376" fmla="*/ 106557 h 209835"/>
                <a:gd name="connsiteX377" fmla="*/ 398359 w 886881"/>
                <a:gd name="connsiteY377" fmla="*/ 106557 h 209835"/>
                <a:gd name="connsiteX378" fmla="*/ 395080 w 886881"/>
                <a:gd name="connsiteY378" fmla="*/ 104917 h 209835"/>
                <a:gd name="connsiteX379" fmla="*/ 398359 w 886881"/>
                <a:gd name="connsiteY379" fmla="*/ 106557 h 209835"/>
                <a:gd name="connsiteX380" fmla="*/ 401638 w 886881"/>
                <a:gd name="connsiteY380" fmla="*/ 106557 h 209835"/>
                <a:gd name="connsiteX381" fmla="*/ 406556 w 886881"/>
                <a:gd name="connsiteY381" fmla="*/ 106557 h 209835"/>
                <a:gd name="connsiteX382" fmla="*/ 409834 w 886881"/>
                <a:gd name="connsiteY382" fmla="*/ 106557 h 209835"/>
                <a:gd name="connsiteX383" fmla="*/ 413113 w 886881"/>
                <a:gd name="connsiteY383" fmla="*/ 106557 h 209835"/>
                <a:gd name="connsiteX384" fmla="*/ 413113 w 886881"/>
                <a:gd name="connsiteY384" fmla="*/ 103278 h 209835"/>
                <a:gd name="connsiteX385" fmla="*/ 418031 w 886881"/>
                <a:gd name="connsiteY385" fmla="*/ 103278 h 209835"/>
                <a:gd name="connsiteX386" fmla="*/ 421310 w 886881"/>
                <a:gd name="connsiteY386" fmla="*/ 106557 h 209835"/>
                <a:gd name="connsiteX387" fmla="*/ 424588 w 886881"/>
                <a:gd name="connsiteY387" fmla="*/ 106557 h 209835"/>
                <a:gd name="connsiteX388" fmla="*/ 429506 w 886881"/>
                <a:gd name="connsiteY388" fmla="*/ 106557 h 209835"/>
                <a:gd name="connsiteX389" fmla="*/ 432785 w 886881"/>
                <a:gd name="connsiteY389" fmla="*/ 106557 h 209835"/>
                <a:gd name="connsiteX390" fmla="*/ 437703 w 886881"/>
                <a:gd name="connsiteY390" fmla="*/ 106557 h 209835"/>
                <a:gd name="connsiteX391" fmla="*/ 440981 w 886881"/>
                <a:gd name="connsiteY391" fmla="*/ 106557 h 209835"/>
                <a:gd name="connsiteX392" fmla="*/ 444260 w 886881"/>
                <a:gd name="connsiteY392" fmla="*/ 104917 h 209835"/>
                <a:gd name="connsiteX393" fmla="*/ 440981 w 886881"/>
                <a:gd name="connsiteY393" fmla="*/ 101639 h 209835"/>
                <a:gd name="connsiteX394" fmla="*/ 436063 w 886881"/>
                <a:gd name="connsiteY394" fmla="*/ 101639 h 209835"/>
                <a:gd name="connsiteX395" fmla="*/ 432785 w 886881"/>
                <a:gd name="connsiteY395" fmla="*/ 101639 h 209835"/>
                <a:gd name="connsiteX396" fmla="*/ 427867 w 886881"/>
                <a:gd name="connsiteY396" fmla="*/ 101639 h 209835"/>
                <a:gd name="connsiteX397" fmla="*/ 424588 w 886881"/>
                <a:gd name="connsiteY397" fmla="*/ 101639 h 209835"/>
                <a:gd name="connsiteX398" fmla="*/ 421310 w 886881"/>
                <a:gd name="connsiteY398" fmla="*/ 100000 h 209835"/>
                <a:gd name="connsiteX399" fmla="*/ 424588 w 886881"/>
                <a:gd name="connsiteY399" fmla="*/ 100000 h 209835"/>
                <a:gd name="connsiteX400" fmla="*/ 427867 w 886881"/>
                <a:gd name="connsiteY400" fmla="*/ 100000 h 209835"/>
                <a:gd name="connsiteX401" fmla="*/ 432785 w 886881"/>
                <a:gd name="connsiteY401" fmla="*/ 100000 h 209835"/>
                <a:gd name="connsiteX402" fmla="*/ 436063 w 886881"/>
                <a:gd name="connsiteY402" fmla="*/ 100000 h 209835"/>
                <a:gd name="connsiteX403" fmla="*/ 440981 w 886881"/>
                <a:gd name="connsiteY403" fmla="*/ 101639 h 209835"/>
                <a:gd name="connsiteX404" fmla="*/ 444260 w 886881"/>
                <a:gd name="connsiteY404" fmla="*/ 101639 h 209835"/>
                <a:gd name="connsiteX405" fmla="*/ 447539 w 886881"/>
                <a:gd name="connsiteY405" fmla="*/ 103278 h 209835"/>
                <a:gd name="connsiteX406" fmla="*/ 452457 w 886881"/>
                <a:gd name="connsiteY406" fmla="*/ 103278 h 209835"/>
                <a:gd name="connsiteX407" fmla="*/ 455736 w 886881"/>
                <a:gd name="connsiteY407" fmla="*/ 104917 h 209835"/>
                <a:gd name="connsiteX408" fmla="*/ 459014 w 886881"/>
                <a:gd name="connsiteY408" fmla="*/ 104917 h 209835"/>
                <a:gd name="connsiteX409" fmla="*/ 463932 w 886881"/>
                <a:gd name="connsiteY409" fmla="*/ 104917 h 209835"/>
                <a:gd name="connsiteX410" fmla="*/ 467211 w 886881"/>
                <a:gd name="connsiteY410" fmla="*/ 104917 h 209835"/>
                <a:gd name="connsiteX411" fmla="*/ 472129 w 886881"/>
                <a:gd name="connsiteY411" fmla="*/ 103278 h 209835"/>
                <a:gd name="connsiteX412" fmla="*/ 475408 w 886881"/>
                <a:gd name="connsiteY412" fmla="*/ 101639 h 209835"/>
                <a:gd name="connsiteX413" fmla="*/ 480326 w 886881"/>
                <a:gd name="connsiteY413" fmla="*/ 103278 h 209835"/>
                <a:gd name="connsiteX414" fmla="*/ 483604 w 886881"/>
                <a:gd name="connsiteY414" fmla="*/ 103278 h 209835"/>
                <a:gd name="connsiteX415" fmla="*/ 488522 w 886881"/>
                <a:gd name="connsiteY415" fmla="*/ 103278 h 209835"/>
                <a:gd name="connsiteX416" fmla="*/ 491801 w 886881"/>
                <a:gd name="connsiteY416" fmla="*/ 103278 h 209835"/>
                <a:gd name="connsiteX417" fmla="*/ 496719 w 886881"/>
                <a:gd name="connsiteY417" fmla="*/ 101639 h 209835"/>
                <a:gd name="connsiteX418" fmla="*/ 499998 w 886881"/>
                <a:gd name="connsiteY418" fmla="*/ 100000 h 209835"/>
                <a:gd name="connsiteX419" fmla="*/ 503276 w 886881"/>
                <a:gd name="connsiteY419" fmla="*/ 101639 h 209835"/>
                <a:gd name="connsiteX420" fmla="*/ 508194 w 886881"/>
                <a:gd name="connsiteY420" fmla="*/ 101639 h 209835"/>
                <a:gd name="connsiteX421" fmla="*/ 511473 w 886881"/>
                <a:gd name="connsiteY421" fmla="*/ 101639 h 209835"/>
                <a:gd name="connsiteX422" fmla="*/ 516391 w 886881"/>
                <a:gd name="connsiteY422" fmla="*/ 100000 h 209835"/>
                <a:gd name="connsiteX423" fmla="*/ 519670 w 886881"/>
                <a:gd name="connsiteY423" fmla="*/ 100000 h 209835"/>
                <a:gd name="connsiteX424" fmla="*/ 519670 w 886881"/>
                <a:gd name="connsiteY424" fmla="*/ 95081 h 209835"/>
                <a:gd name="connsiteX425" fmla="*/ 516391 w 886881"/>
                <a:gd name="connsiteY425" fmla="*/ 93442 h 209835"/>
                <a:gd name="connsiteX426" fmla="*/ 513112 w 886881"/>
                <a:gd name="connsiteY426" fmla="*/ 93442 h 209835"/>
                <a:gd name="connsiteX427" fmla="*/ 508194 w 886881"/>
                <a:gd name="connsiteY427" fmla="*/ 91803 h 209835"/>
                <a:gd name="connsiteX428" fmla="*/ 504916 w 886881"/>
                <a:gd name="connsiteY428" fmla="*/ 91803 h 209835"/>
                <a:gd name="connsiteX429" fmla="*/ 501637 w 886881"/>
                <a:gd name="connsiteY429" fmla="*/ 91803 h 209835"/>
                <a:gd name="connsiteX430" fmla="*/ 498358 w 886881"/>
                <a:gd name="connsiteY430" fmla="*/ 91803 h 209835"/>
                <a:gd name="connsiteX431" fmla="*/ 493440 w 886881"/>
                <a:gd name="connsiteY431" fmla="*/ 91803 h 209835"/>
                <a:gd name="connsiteX432" fmla="*/ 490162 w 886881"/>
                <a:gd name="connsiteY432" fmla="*/ 91803 h 209835"/>
                <a:gd name="connsiteX433" fmla="*/ 493440 w 886881"/>
                <a:gd name="connsiteY433" fmla="*/ 90164 h 209835"/>
                <a:gd name="connsiteX434" fmla="*/ 498358 w 886881"/>
                <a:gd name="connsiteY434" fmla="*/ 90164 h 209835"/>
                <a:gd name="connsiteX435" fmla="*/ 501637 w 886881"/>
                <a:gd name="connsiteY435" fmla="*/ 88524 h 209835"/>
                <a:gd name="connsiteX436" fmla="*/ 506555 w 886881"/>
                <a:gd name="connsiteY436" fmla="*/ 88524 h 209835"/>
                <a:gd name="connsiteX437" fmla="*/ 509834 w 886881"/>
                <a:gd name="connsiteY437" fmla="*/ 88524 h 209835"/>
                <a:gd name="connsiteX438" fmla="*/ 514752 w 886881"/>
                <a:gd name="connsiteY438" fmla="*/ 90164 h 209835"/>
                <a:gd name="connsiteX439" fmla="*/ 518030 w 886881"/>
                <a:gd name="connsiteY439" fmla="*/ 90164 h 209835"/>
                <a:gd name="connsiteX440" fmla="*/ 522948 w 886881"/>
                <a:gd name="connsiteY440" fmla="*/ 90164 h 209835"/>
                <a:gd name="connsiteX441" fmla="*/ 526227 w 886881"/>
                <a:gd name="connsiteY441" fmla="*/ 91803 h 209835"/>
                <a:gd name="connsiteX442" fmla="*/ 531145 w 886881"/>
                <a:gd name="connsiteY442" fmla="*/ 90164 h 209835"/>
                <a:gd name="connsiteX443" fmla="*/ 529506 w 886881"/>
                <a:gd name="connsiteY443" fmla="*/ 95081 h 209835"/>
                <a:gd name="connsiteX444" fmla="*/ 532784 w 886881"/>
                <a:gd name="connsiteY444" fmla="*/ 95081 h 209835"/>
                <a:gd name="connsiteX445" fmla="*/ 537703 w 886881"/>
                <a:gd name="connsiteY445" fmla="*/ 95081 h 209835"/>
                <a:gd name="connsiteX446" fmla="*/ 540981 w 886881"/>
                <a:gd name="connsiteY446" fmla="*/ 95081 h 209835"/>
                <a:gd name="connsiteX447" fmla="*/ 544260 w 886881"/>
                <a:gd name="connsiteY447" fmla="*/ 96721 h 209835"/>
                <a:gd name="connsiteX448" fmla="*/ 549178 w 886881"/>
                <a:gd name="connsiteY448" fmla="*/ 95081 h 209835"/>
                <a:gd name="connsiteX449" fmla="*/ 552456 w 886881"/>
                <a:gd name="connsiteY449" fmla="*/ 95081 h 209835"/>
                <a:gd name="connsiteX450" fmla="*/ 557375 w 886881"/>
                <a:gd name="connsiteY450" fmla="*/ 95081 h 209835"/>
                <a:gd name="connsiteX451" fmla="*/ 560653 w 886881"/>
                <a:gd name="connsiteY451" fmla="*/ 93442 h 209835"/>
                <a:gd name="connsiteX452" fmla="*/ 565571 w 886881"/>
                <a:gd name="connsiteY452" fmla="*/ 93442 h 209835"/>
                <a:gd name="connsiteX453" fmla="*/ 568850 w 886881"/>
                <a:gd name="connsiteY453" fmla="*/ 93442 h 209835"/>
                <a:gd name="connsiteX454" fmla="*/ 573768 w 886881"/>
                <a:gd name="connsiteY454" fmla="*/ 93442 h 209835"/>
                <a:gd name="connsiteX455" fmla="*/ 577047 w 886881"/>
                <a:gd name="connsiteY455" fmla="*/ 91803 h 209835"/>
                <a:gd name="connsiteX456" fmla="*/ 580325 w 886881"/>
                <a:gd name="connsiteY456" fmla="*/ 90164 h 209835"/>
                <a:gd name="connsiteX457" fmla="*/ 577047 w 886881"/>
                <a:gd name="connsiteY457" fmla="*/ 88524 h 209835"/>
                <a:gd name="connsiteX458" fmla="*/ 572128 w 886881"/>
                <a:gd name="connsiteY458" fmla="*/ 88524 h 209835"/>
                <a:gd name="connsiteX459" fmla="*/ 577047 w 886881"/>
                <a:gd name="connsiteY459" fmla="*/ 86885 h 209835"/>
                <a:gd name="connsiteX460" fmla="*/ 580325 w 886881"/>
                <a:gd name="connsiteY460" fmla="*/ 86885 h 209835"/>
                <a:gd name="connsiteX461" fmla="*/ 585243 w 886881"/>
                <a:gd name="connsiteY461" fmla="*/ 86885 h 209835"/>
                <a:gd name="connsiteX462" fmla="*/ 588522 w 886881"/>
                <a:gd name="connsiteY462" fmla="*/ 85245 h 209835"/>
                <a:gd name="connsiteX463" fmla="*/ 593440 w 886881"/>
                <a:gd name="connsiteY463" fmla="*/ 85245 h 209835"/>
                <a:gd name="connsiteX464" fmla="*/ 593440 w 886881"/>
                <a:gd name="connsiteY464" fmla="*/ 85245 h 209835"/>
                <a:gd name="connsiteX465" fmla="*/ 596719 w 886881"/>
                <a:gd name="connsiteY465" fmla="*/ 83606 h 209835"/>
                <a:gd name="connsiteX466" fmla="*/ 591800 w 886881"/>
                <a:gd name="connsiteY466" fmla="*/ 81967 h 209835"/>
                <a:gd name="connsiteX467" fmla="*/ 588522 w 886881"/>
                <a:gd name="connsiteY467" fmla="*/ 81967 h 209835"/>
                <a:gd name="connsiteX468" fmla="*/ 583604 w 886881"/>
                <a:gd name="connsiteY468" fmla="*/ 81967 h 209835"/>
                <a:gd name="connsiteX469" fmla="*/ 580325 w 886881"/>
                <a:gd name="connsiteY469" fmla="*/ 83606 h 209835"/>
                <a:gd name="connsiteX470" fmla="*/ 575407 w 886881"/>
                <a:gd name="connsiteY470" fmla="*/ 83606 h 209835"/>
                <a:gd name="connsiteX471" fmla="*/ 570489 w 886881"/>
                <a:gd name="connsiteY471" fmla="*/ 83606 h 209835"/>
                <a:gd name="connsiteX472" fmla="*/ 565571 w 886881"/>
                <a:gd name="connsiteY472" fmla="*/ 83606 h 209835"/>
                <a:gd name="connsiteX473" fmla="*/ 562293 w 886881"/>
                <a:gd name="connsiteY473" fmla="*/ 83606 h 209835"/>
                <a:gd name="connsiteX474" fmla="*/ 559014 w 886881"/>
                <a:gd name="connsiteY474" fmla="*/ 83606 h 209835"/>
                <a:gd name="connsiteX475" fmla="*/ 554096 w 886881"/>
                <a:gd name="connsiteY475" fmla="*/ 83606 h 209835"/>
                <a:gd name="connsiteX476" fmla="*/ 557375 w 886881"/>
                <a:gd name="connsiteY476" fmla="*/ 83606 h 209835"/>
                <a:gd name="connsiteX477" fmla="*/ 562293 w 886881"/>
                <a:gd name="connsiteY477" fmla="*/ 81967 h 209835"/>
                <a:gd name="connsiteX478" fmla="*/ 567210 w 886881"/>
                <a:gd name="connsiteY478" fmla="*/ 81967 h 209835"/>
                <a:gd name="connsiteX479" fmla="*/ 562293 w 886881"/>
                <a:gd name="connsiteY479" fmla="*/ 80327 h 209835"/>
                <a:gd name="connsiteX480" fmla="*/ 559014 w 886881"/>
                <a:gd name="connsiteY480" fmla="*/ 80327 h 209835"/>
                <a:gd name="connsiteX481" fmla="*/ 563932 w 886881"/>
                <a:gd name="connsiteY481" fmla="*/ 80327 h 209835"/>
                <a:gd name="connsiteX482" fmla="*/ 567210 w 886881"/>
                <a:gd name="connsiteY482" fmla="*/ 80327 h 209835"/>
                <a:gd name="connsiteX483" fmla="*/ 570489 w 886881"/>
                <a:gd name="connsiteY483" fmla="*/ 81967 h 209835"/>
                <a:gd name="connsiteX484" fmla="*/ 573768 w 886881"/>
                <a:gd name="connsiteY484" fmla="*/ 81967 h 209835"/>
                <a:gd name="connsiteX485" fmla="*/ 578686 w 886881"/>
                <a:gd name="connsiteY485" fmla="*/ 81967 h 209835"/>
                <a:gd name="connsiteX486" fmla="*/ 581965 w 886881"/>
                <a:gd name="connsiteY486" fmla="*/ 81967 h 209835"/>
                <a:gd name="connsiteX487" fmla="*/ 586883 w 886881"/>
                <a:gd name="connsiteY487" fmla="*/ 80327 h 209835"/>
                <a:gd name="connsiteX488" fmla="*/ 590161 w 886881"/>
                <a:gd name="connsiteY488" fmla="*/ 80327 h 209835"/>
                <a:gd name="connsiteX489" fmla="*/ 595079 w 886881"/>
                <a:gd name="connsiteY489" fmla="*/ 80327 h 209835"/>
                <a:gd name="connsiteX490" fmla="*/ 598358 w 886881"/>
                <a:gd name="connsiteY490" fmla="*/ 78688 h 209835"/>
                <a:gd name="connsiteX491" fmla="*/ 601637 w 886881"/>
                <a:gd name="connsiteY491" fmla="*/ 80327 h 209835"/>
                <a:gd name="connsiteX492" fmla="*/ 606555 w 886881"/>
                <a:gd name="connsiteY492" fmla="*/ 80327 h 209835"/>
                <a:gd name="connsiteX493" fmla="*/ 611473 w 886881"/>
                <a:gd name="connsiteY493" fmla="*/ 80327 h 209835"/>
                <a:gd name="connsiteX494" fmla="*/ 614751 w 886881"/>
                <a:gd name="connsiteY494" fmla="*/ 78688 h 209835"/>
                <a:gd name="connsiteX495" fmla="*/ 611473 w 886881"/>
                <a:gd name="connsiteY495" fmla="*/ 75409 h 209835"/>
                <a:gd name="connsiteX496" fmla="*/ 611473 w 886881"/>
                <a:gd name="connsiteY496" fmla="*/ 72131 h 209835"/>
                <a:gd name="connsiteX497" fmla="*/ 608194 w 886881"/>
                <a:gd name="connsiteY497" fmla="*/ 70491 h 209835"/>
                <a:gd name="connsiteX498" fmla="*/ 613112 w 886881"/>
                <a:gd name="connsiteY498" fmla="*/ 70491 h 209835"/>
                <a:gd name="connsiteX499" fmla="*/ 616390 w 886881"/>
                <a:gd name="connsiteY499" fmla="*/ 72131 h 209835"/>
                <a:gd name="connsiteX500" fmla="*/ 621309 w 886881"/>
                <a:gd name="connsiteY500" fmla="*/ 75409 h 209835"/>
                <a:gd name="connsiteX501" fmla="*/ 624587 w 886881"/>
                <a:gd name="connsiteY501" fmla="*/ 75409 h 209835"/>
                <a:gd name="connsiteX502" fmla="*/ 629505 w 886881"/>
                <a:gd name="connsiteY502" fmla="*/ 75409 h 209835"/>
                <a:gd name="connsiteX503" fmla="*/ 632784 w 886881"/>
                <a:gd name="connsiteY503" fmla="*/ 75409 h 209835"/>
                <a:gd name="connsiteX504" fmla="*/ 636063 w 886881"/>
                <a:gd name="connsiteY504" fmla="*/ 73770 h 209835"/>
                <a:gd name="connsiteX505" fmla="*/ 640981 w 886881"/>
                <a:gd name="connsiteY505" fmla="*/ 72131 h 209835"/>
                <a:gd name="connsiteX506" fmla="*/ 644259 w 886881"/>
                <a:gd name="connsiteY506" fmla="*/ 70491 h 209835"/>
                <a:gd name="connsiteX507" fmla="*/ 649177 w 886881"/>
                <a:gd name="connsiteY507" fmla="*/ 68852 h 209835"/>
                <a:gd name="connsiteX508" fmla="*/ 652456 w 886881"/>
                <a:gd name="connsiteY508" fmla="*/ 68852 h 209835"/>
                <a:gd name="connsiteX509" fmla="*/ 655734 w 886881"/>
                <a:gd name="connsiteY509" fmla="*/ 67213 h 209835"/>
                <a:gd name="connsiteX510" fmla="*/ 659013 w 886881"/>
                <a:gd name="connsiteY510" fmla="*/ 67213 h 209835"/>
                <a:gd name="connsiteX511" fmla="*/ 663931 w 886881"/>
                <a:gd name="connsiteY511" fmla="*/ 65573 h 209835"/>
                <a:gd name="connsiteX512" fmla="*/ 667210 w 886881"/>
                <a:gd name="connsiteY512" fmla="*/ 65573 h 209835"/>
                <a:gd name="connsiteX513" fmla="*/ 672128 w 886881"/>
                <a:gd name="connsiteY513" fmla="*/ 63934 h 209835"/>
                <a:gd name="connsiteX514" fmla="*/ 675407 w 886881"/>
                <a:gd name="connsiteY514" fmla="*/ 63934 h 209835"/>
                <a:gd name="connsiteX515" fmla="*/ 680325 w 886881"/>
                <a:gd name="connsiteY515" fmla="*/ 62295 h 209835"/>
                <a:gd name="connsiteX516" fmla="*/ 683603 w 886881"/>
                <a:gd name="connsiteY516" fmla="*/ 62295 h 209835"/>
                <a:gd name="connsiteX517" fmla="*/ 688521 w 886881"/>
                <a:gd name="connsiteY517" fmla="*/ 60655 h 209835"/>
                <a:gd name="connsiteX518" fmla="*/ 691800 w 886881"/>
                <a:gd name="connsiteY518" fmla="*/ 60655 h 209835"/>
                <a:gd name="connsiteX519" fmla="*/ 695079 w 886881"/>
                <a:gd name="connsiteY519" fmla="*/ 60655 h 209835"/>
                <a:gd name="connsiteX520" fmla="*/ 698357 w 886881"/>
                <a:gd name="connsiteY520" fmla="*/ 59016 h 209835"/>
                <a:gd name="connsiteX521" fmla="*/ 703276 w 886881"/>
                <a:gd name="connsiteY521" fmla="*/ 59016 h 209835"/>
                <a:gd name="connsiteX522" fmla="*/ 706554 w 886881"/>
                <a:gd name="connsiteY522" fmla="*/ 57377 h 209835"/>
                <a:gd name="connsiteX523" fmla="*/ 711472 w 886881"/>
                <a:gd name="connsiteY523" fmla="*/ 57377 h 209835"/>
                <a:gd name="connsiteX524" fmla="*/ 714751 w 886881"/>
                <a:gd name="connsiteY524" fmla="*/ 57377 h 209835"/>
                <a:gd name="connsiteX525" fmla="*/ 719669 w 886881"/>
                <a:gd name="connsiteY525" fmla="*/ 55737 h 209835"/>
                <a:gd name="connsiteX526" fmla="*/ 722947 w 886881"/>
                <a:gd name="connsiteY526" fmla="*/ 55737 h 209835"/>
                <a:gd name="connsiteX527" fmla="*/ 726226 w 886881"/>
                <a:gd name="connsiteY527" fmla="*/ 54098 h 209835"/>
                <a:gd name="connsiteX528" fmla="*/ 731144 w 886881"/>
                <a:gd name="connsiteY528" fmla="*/ 52459 h 209835"/>
                <a:gd name="connsiteX529" fmla="*/ 734423 w 886881"/>
                <a:gd name="connsiteY529" fmla="*/ 52459 h 209835"/>
                <a:gd name="connsiteX530" fmla="*/ 739341 w 886881"/>
                <a:gd name="connsiteY530" fmla="*/ 50819 h 209835"/>
                <a:gd name="connsiteX531" fmla="*/ 742620 w 886881"/>
                <a:gd name="connsiteY531" fmla="*/ 50819 h 209835"/>
                <a:gd name="connsiteX532" fmla="*/ 747537 w 886881"/>
                <a:gd name="connsiteY532" fmla="*/ 50819 h 209835"/>
                <a:gd name="connsiteX533" fmla="*/ 750816 w 886881"/>
                <a:gd name="connsiteY533" fmla="*/ 50819 h 209835"/>
                <a:gd name="connsiteX534" fmla="*/ 755734 w 886881"/>
                <a:gd name="connsiteY534" fmla="*/ 49180 h 209835"/>
                <a:gd name="connsiteX535" fmla="*/ 759013 w 886881"/>
                <a:gd name="connsiteY535" fmla="*/ 49180 h 209835"/>
                <a:gd name="connsiteX536" fmla="*/ 763931 w 886881"/>
                <a:gd name="connsiteY536" fmla="*/ 47541 h 209835"/>
                <a:gd name="connsiteX537" fmla="*/ 767210 w 886881"/>
                <a:gd name="connsiteY537" fmla="*/ 47541 h 209835"/>
                <a:gd name="connsiteX538" fmla="*/ 772127 w 886881"/>
                <a:gd name="connsiteY538" fmla="*/ 47541 h 209835"/>
                <a:gd name="connsiteX539" fmla="*/ 775406 w 886881"/>
                <a:gd name="connsiteY539" fmla="*/ 45901 h 209835"/>
                <a:gd name="connsiteX540" fmla="*/ 778685 w 886881"/>
                <a:gd name="connsiteY540" fmla="*/ 45901 h 209835"/>
                <a:gd name="connsiteX541" fmla="*/ 783603 w 886881"/>
                <a:gd name="connsiteY541" fmla="*/ 44262 h 209835"/>
                <a:gd name="connsiteX542" fmla="*/ 780324 w 886881"/>
                <a:gd name="connsiteY542" fmla="*/ 42623 h 209835"/>
                <a:gd name="connsiteX543" fmla="*/ 775406 w 886881"/>
                <a:gd name="connsiteY543" fmla="*/ 42623 h 209835"/>
                <a:gd name="connsiteX544" fmla="*/ 772127 w 886881"/>
                <a:gd name="connsiteY544" fmla="*/ 42623 h 209835"/>
                <a:gd name="connsiteX545" fmla="*/ 767210 w 886881"/>
                <a:gd name="connsiteY545" fmla="*/ 42623 h 209835"/>
                <a:gd name="connsiteX546" fmla="*/ 763931 w 886881"/>
                <a:gd name="connsiteY546" fmla="*/ 42623 h 209835"/>
                <a:gd name="connsiteX547" fmla="*/ 759013 w 886881"/>
                <a:gd name="connsiteY547" fmla="*/ 42623 h 209835"/>
                <a:gd name="connsiteX548" fmla="*/ 755734 w 886881"/>
                <a:gd name="connsiteY548" fmla="*/ 42623 h 209835"/>
                <a:gd name="connsiteX549" fmla="*/ 750816 w 886881"/>
                <a:gd name="connsiteY549" fmla="*/ 44262 h 209835"/>
                <a:gd name="connsiteX550" fmla="*/ 747537 w 886881"/>
                <a:gd name="connsiteY550" fmla="*/ 44262 h 209835"/>
                <a:gd name="connsiteX551" fmla="*/ 742620 w 886881"/>
                <a:gd name="connsiteY551" fmla="*/ 44262 h 209835"/>
                <a:gd name="connsiteX552" fmla="*/ 739341 w 886881"/>
                <a:gd name="connsiteY552" fmla="*/ 44262 h 209835"/>
                <a:gd name="connsiteX553" fmla="*/ 736062 w 886881"/>
                <a:gd name="connsiteY553" fmla="*/ 44262 h 209835"/>
                <a:gd name="connsiteX554" fmla="*/ 731144 w 886881"/>
                <a:gd name="connsiteY554" fmla="*/ 45901 h 209835"/>
                <a:gd name="connsiteX555" fmla="*/ 727866 w 886881"/>
                <a:gd name="connsiteY555" fmla="*/ 45901 h 209835"/>
                <a:gd name="connsiteX556" fmla="*/ 724587 w 886881"/>
                <a:gd name="connsiteY556" fmla="*/ 45901 h 209835"/>
                <a:gd name="connsiteX557" fmla="*/ 719669 w 886881"/>
                <a:gd name="connsiteY557" fmla="*/ 45901 h 209835"/>
                <a:gd name="connsiteX558" fmla="*/ 716390 w 886881"/>
                <a:gd name="connsiteY558" fmla="*/ 45901 h 209835"/>
                <a:gd name="connsiteX559" fmla="*/ 711472 w 886881"/>
                <a:gd name="connsiteY559" fmla="*/ 47541 h 209835"/>
                <a:gd name="connsiteX560" fmla="*/ 708193 w 886881"/>
                <a:gd name="connsiteY560" fmla="*/ 47541 h 209835"/>
                <a:gd name="connsiteX561" fmla="*/ 703276 w 886881"/>
                <a:gd name="connsiteY561" fmla="*/ 47541 h 209835"/>
                <a:gd name="connsiteX562" fmla="*/ 699997 w 886881"/>
                <a:gd name="connsiteY562" fmla="*/ 47541 h 209835"/>
                <a:gd name="connsiteX563" fmla="*/ 695079 w 886881"/>
                <a:gd name="connsiteY563" fmla="*/ 49180 h 209835"/>
                <a:gd name="connsiteX564" fmla="*/ 691800 w 886881"/>
                <a:gd name="connsiteY564" fmla="*/ 49180 h 209835"/>
                <a:gd name="connsiteX565" fmla="*/ 686882 w 886881"/>
                <a:gd name="connsiteY565" fmla="*/ 49180 h 209835"/>
                <a:gd name="connsiteX566" fmla="*/ 683603 w 886881"/>
                <a:gd name="connsiteY566" fmla="*/ 49180 h 209835"/>
                <a:gd name="connsiteX567" fmla="*/ 678686 w 886881"/>
                <a:gd name="connsiteY567" fmla="*/ 50819 h 209835"/>
                <a:gd name="connsiteX568" fmla="*/ 675407 w 886881"/>
                <a:gd name="connsiteY568" fmla="*/ 50819 h 209835"/>
                <a:gd name="connsiteX569" fmla="*/ 672128 w 886881"/>
                <a:gd name="connsiteY569" fmla="*/ 50819 h 209835"/>
                <a:gd name="connsiteX570" fmla="*/ 667210 w 886881"/>
                <a:gd name="connsiteY570" fmla="*/ 50819 h 209835"/>
                <a:gd name="connsiteX571" fmla="*/ 663931 w 886881"/>
                <a:gd name="connsiteY571" fmla="*/ 50819 h 209835"/>
                <a:gd name="connsiteX572" fmla="*/ 659013 w 886881"/>
                <a:gd name="connsiteY572" fmla="*/ 50819 h 209835"/>
                <a:gd name="connsiteX573" fmla="*/ 655734 w 886881"/>
                <a:gd name="connsiteY573" fmla="*/ 52459 h 209835"/>
                <a:gd name="connsiteX574" fmla="*/ 652456 w 886881"/>
                <a:gd name="connsiteY574" fmla="*/ 52459 h 209835"/>
                <a:gd name="connsiteX575" fmla="*/ 647538 w 886881"/>
                <a:gd name="connsiteY575" fmla="*/ 54098 h 209835"/>
                <a:gd name="connsiteX576" fmla="*/ 642620 w 886881"/>
                <a:gd name="connsiteY576" fmla="*/ 54098 h 209835"/>
                <a:gd name="connsiteX577" fmla="*/ 647538 w 886881"/>
                <a:gd name="connsiteY577" fmla="*/ 54098 h 209835"/>
                <a:gd name="connsiteX578" fmla="*/ 650817 w 886881"/>
                <a:gd name="connsiteY578" fmla="*/ 52459 h 209835"/>
                <a:gd name="connsiteX579" fmla="*/ 645899 w 886881"/>
                <a:gd name="connsiteY579" fmla="*/ 52459 h 209835"/>
                <a:gd name="connsiteX580" fmla="*/ 642620 w 886881"/>
                <a:gd name="connsiteY580" fmla="*/ 52459 h 209835"/>
                <a:gd name="connsiteX581" fmla="*/ 647538 w 886881"/>
                <a:gd name="connsiteY581" fmla="*/ 52459 h 209835"/>
                <a:gd name="connsiteX582" fmla="*/ 650817 w 886881"/>
                <a:gd name="connsiteY582" fmla="*/ 50819 h 209835"/>
                <a:gd name="connsiteX583" fmla="*/ 655734 w 886881"/>
                <a:gd name="connsiteY583" fmla="*/ 50819 h 209835"/>
                <a:gd name="connsiteX584" fmla="*/ 659013 w 886881"/>
                <a:gd name="connsiteY584" fmla="*/ 50819 h 209835"/>
                <a:gd name="connsiteX585" fmla="*/ 663931 w 886881"/>
                <a:gd name="connsiteY585" fmla="*/ 50819 h 209835"/>
                <a:gd name="connsiteX586" fmla="*/ 668849 w 886881"/>
                <a:gd name="connsiteY586" fmla="*/ 49180 h 209835"/>
                <a:gd name="connsiteX587" fmla="*/ 672128 w 886881"/>
                <a:gd name="connsiteY587" fmla="*/ 49180 h 209835"/>
                <a:gd name="connsiteX588" fmla="*/ 675407 w 886881"/>
                <a:gd name="connsiteY588" fmla="*/ 49180 h 209835"/>
                <a:gd name="connsiteX589" fmla="*/ 680325 w 886881"/>
                <a:gd name="connsiteY589" fmla="*/ 49180 h 209835"/>
                <a:gd name="connsiteX590" fmla="*/ 685243 w 886881"/>
                <a:gd name="connsiteY590" fmla="*/ 49180 h 209835"/>
                <a:gd name="connsiteX591" fmla="*/ 688521 w 886881"/>
                <a:gd name="connsiteY591" fmla="*/ 47541 h 209835"/>
                <a:gd name="connsiteX592" fmla="*/ 691800 w 886881"/>
                <a:gd name="connsiteY592" fmla="*/ 47541 h 209835"/>
                <a:gd name="connsiteX593" fmla="*/ 696718 w 886881"/>
                <a:gd name="connsiteY593" fmla="*/ 47541 h 209835"/>
                <a:gd name="connsiteX594" fmla="*/ 701636 w 886881"/>
                <a:gd name="connsiteY594" fmla="*/ 45901 h 209835"/>
                <a:gd name="connsiteX595" fmla="*/ 704915 w 886881"/>
                <a:gd name="connsiteY595" fmla="*/ 45901 h 209835"/>
                <a:gd name="connsiteX596" fmla="*/ 708193 w 886881"/>
                <a:gd name="connsiteY596" fmla="*/ 45901 h 209835"/>
                <a:gd name="connsiteX597" fmla="*/ 713111 w 886881"/>
                <a:gd name="connsiteY597" fmla="*/ 45901 h 209835"/>
                <a:gd name="connsiteX598" fmla="*/ 716390 w 886881"/>
                <a:gd name="connsiteY598" fmla="*/ 44262 h 209835"/>
                <a:gd name="connsiteX599" fmla="*/ 719669 w 886881"/>
                <a:gd name="connsiteY599" fmla="*/ 44262 h 209835"/>
                <a:gd name="connsiteX600" fmla="*/ 724587 w 886881"/>
                <a:gd name="connsiteY600" fmla="*/ 44262 h 209835"/>
                <a:gd name="connsiteX601" fmla="*/ 727866 w 886881"/>
                <a:gd name="connsiteY601" fmla="*/ 44262 h 209835"/>
                <a:gd name="connsiteX602" fmla="*/ 732784 w 886881"/>
                <a:gd name="connsiteY602" fmla="*/ 42623 h 209835"/>
                <a:gd name="connsiteX603" fmla="*/ 736062 w 886881"/>
                <a:gd name="connsiteY603" fmla="*/ 42623 h 209835"/>
                <a:gd name="connsiteX604" fmla="*/ 731144 w 886881"/>
                <a:gd name="connsiteY604" fmla="*/ 40983 h 209835"/>
                <a:gd name="connsiteX605" fmla="*/ 727866 w 886881"/>
                <a:gd name="connsiteY605" fmla="*/ 40983 h 209835"/>
                <a:gd name="connsiteX606" fmla="*/ 724587 w 886881"/>
                <a:gd name="connsiteY606" fmla="*/ 40983 h 209835"/>
                <a:gd name="connsiteX607" fmla="*/ 719669 w 886881"/>
                <a:gd name="connsiteY607" fmla="*/ 40983 h 209835"/>
                <a:gd name="connsiteX608" fmla="*/ 714751 w 886881"/>
                <a:gd name="connsiteY608" fmla="*/ 40983 h 209835"/>
                <a:gd name="connsiteX609" fmla="*/ 709833 w 886881"/>
                <a:gd name="connsiteY609" fmla="*/ 40983 h 209835"/>
                <a:gd name="connsiteX610" fmla="*/ 706554 w 886881"/>
                <a:gd name="connsiteY610" fmla="*/ 42623 h 209835"/>
                <a:gd name="connsiteX611" fmla="*/ 703276 w 886881"/>
                <a:gd name="connsiteY611" fmla="*/ 42623 h 209835"/>
                <a:gd name="connsiteX612" fmla="*/ 698357 w 886881"/>
                <a:gd name="connsiteY612" fmla="*/ 42623 h 209835"/>
                <a:gd name="connsiteX613" fmla="*/ 693440 w 886881"/>
                <a:gd name="connsiteY613" fmla="*/ 42623 h 209835"/>
                <a:gd name="connsiteX614" fmla="*/ 690161 w 886881"/>
                <a:gd name="connsiteY614" fmla="*/ 42623 h 209835"/>
                <a:gd name="connsiteX615" fmla="*/ 685243 w 886881"/>
                <a:gd name="connsiteY615" fmla="*/ 42623 h 209835"/>
                <a:gd name="connsiteX616" fmla="*/ 690161 w 886881"/>
                <a:gd name="connsiteY616" fmla="*/ 42623 h 209835"/>
                <a:gd name="connsiteX617" fmla="*/ 695079 w 886881"/>
                <a:gd name="connsiteY617" fmla="*/ 42623 h 209835"/>
                <a:gd name="connsiteX618" fmla="*/ 690161 w 886881"/>
                <a:gd name="connsiteY618" fmla="*/ 39344 h 209835"/>
                <a:gd name="connsiteX619" fmla="*/ 686882 w 886881"/>
                <a:gd name="connsiteY619" fmla="*/ 39344 h 209835"/>
                <a:gd name="connsiteX620" fmla="*/ 681964 w 886881"/>
                <a:gd name="connsiteY620" fmla="*/ 37705 h 209835"/>
                <a:gd name="connsiteX621" fmla="*/ 678686 w 886881"/>
                <a:gd name="connsiteY621" fmla="*/ 37705 h 209835"/>
                <a:gd name="connsiteX622" fmla="*/ 681964 w 886881"/>
                <a:gd name="connsiteY622" fmla="*/ 37705 h 209835"/>
                <a:gd name="connsiteX623" fmla="*/ 686882 w 886881"/>
                <a:gd name="connsiteY623" fmla="*/ 37705 h 209835"/>
                <a:gd name="connsiteX624" fmla="*/ 690161 w 886881"/>
                <a:gd name="connsiteY624" fmla="*/ 39344 h 209835"/>
                <a:gd name="connsiteX625" fmla="*/ 693440 w 886881"/>
                <a:gd name="connsiteY625" fmla="*/ 39344 h 209835"/>
                <a:gd name="connsiteX626" fmla="*/ 698357 w 886881"/>
                <a:gd name="connsiteY626" fmla="*/ 40983 h 209835"/>
                <a:gd name="connsiteX627" fmla="*/ 701636 w 886881"/>
                <a:gd name="connsiteY627" fmla="*/ 40983 h 209835"/>
                <a:gd name="connsiteX628" fmla="*/ 706554 w 886881"/>
                <a:gd name="connsiteY628" fmla="*/ 40983 h 209835"/>
                <a:gd name="connsiteX629" fmla="*/ 709833 w 886881"/>
                <a:gd name="connsiteY629" fmla="*/ 40983 h 209835"/>
                <a:gd name="connsiteX630" fmla="*/ 713111 w 886881"/>
                <a:gd name="connsiteY630" fmla="*/ 40983 h 209835"/>
                <a:gd name="connsiteX631" fmla="*/ 718030 w 886881"/>
                <a:gd name="connsiteY631" fmla="*/ 39344 h 209835"/>
                <a:gd name="connsiteX632" fmla="*/ 722947 w 886881"/>
                <a:gd name="connsiteY632" fmla="*/ 39344 h 209835"/>
                <a:gd name="connsiteX633" fmla="*/ 726226 w 886881"/>
                <a:gd name="connsiteY633" fmla="*/ 39344 h 209835"/>
                <a:gd name="connsiteX634" fmla="*/ 731144 w 886881"/>
                <a:gd name="connsiteY634" fmla="*/ 39344 h 209835"/>
                <a:gd name="connsiteX635" fmla="*/ 736062 w 886881"/>
                <a:gd name="connsiteY635" fmla="*/ 39344 h 209835"/>
                <a:gd name="connsiteX636" fmla="*/ 739341 w 886881"/>
                <a:gd name="connsiteY636" fmla="*/ 39344 h 209835"/>
                <a:gd name="connsiteX637" fmla="*/ 744259 w 886881"/>
                <a:gd name="connsiteY637" fmla="*/ 39344 h 209835"/>
                <a:gd name="connsiteX638" fmla="*/ 747537 w 886881"/>
                <a:gd name="connsiteY638" fmla="*/ 39344 h 209835"/>
                <a:gd name="connsiteX639" fmla="*/ 752456 w 886881"/>
                <a:gd name="connsiteY639" fmla="*/ 39344 h 209835"/>
                <a:gd name="connsiteX640" fmla="*/ 755734 w 886881"/>
                <a:gd name="connsiteY640" fmla="*/ 39344 h 209835"/>
                <a:gd name="connsiteX641" fmla="*/ 759013 w 886881"/>
                <a:gd name="connsiteY641" fmla="*/ 39344 h 209835"/>
                <a:gd name="connsiteX642" fmla="*/ 763931 w 886881"/>
                <a:gd name="connsiteY642" fmla="*/ 39344 h 209835"/>
                <a:gd name="connsiteX643" fmla="*/ 768849 w 886881"/>
                <a:gd name="connsiteY643" fmla="*/ 37705 h 209835"/>
                <a:gd name="connsiteX644" fmla="*/ 763931 w 886881"/>
                <a:gd name="connsiteY644" fmla="*/ 37705 h 209835"/>
                <a:gd name="connsiteX645" fmla="*/ 760652 w 886881"/>
                <a:gd name="connsiteY645" fmla="*/ 37705 h 209835"/>
                <a:gd name="connsiteX646" fmla="*/ 755734 w 886881"/>
                <a:gd name="connsiteY646" fmla="*/ 37705 h 209835"/>
                <a:gd name="connsiteX647" fmla="*/ 760652 w 886881"/>
                <a:gd name="connsiteY647" fmla="*/ 37705 h 209835"/>
                <a:gd name="connsiteX648" fmla="*/ 765570 w 886881"/>
                <a:gd name="connsiteY648" fmla="*/ 37705 h 209835"/>
                <a:gd name="connsiteX649" fmla="*/ 768849 w 886881"/>
                <a:gd name="connsiteY649" fmla="*/ 36065 h 209835"/>
                <a:gd name="connsiteX650" fmla="*/ 772127 w 886881"/>
                <a:gd name="connsiteY650" fmla="*/ 36065 h 209835"/>
                <a:gd name="connsiteX651" fmla="*/ 777046 w 886881"/>
                <a:gd name="connsiteY651" fmla="*/ 36065 h 209835"/>
                <a:gd name="connsiteX652" fmla="*/ 781964 w 886881"/>
                <a:gd name="connsiteY652" fmla="*/ 36065 h 209835"/>
                <a:gd name="connsiteX653" fmla="*/ 785242 w 886881"/>
                <a:gd name="connsiteY653" fmla="*/ 36065 h 209835"/>
                <a:gd name="connsiteX654" fmla="*/ 790160 w 886881"/>
                <a:gd name="connsiteY654" fmla="*/ 36065 h 209835"/>
                <a:gd name="connsiteX655" fmla="*/ 793439 w 886881"/>
                <a:gd name="connsiteY655" fmla="*/ 36065 h 209835"/>
                <a:gd name="connsiteX656" fmla="*/ 798357 w 886881"/>
                <a:gd name="connsiteY656" fmla="*/ 36065 h 209835"/>
                <a:gd name="connsiteX657" fmla="*/ 801636 w 886881"/>
                <a:gd name="connsiteY657" fmla="*/ 36065 h 209835"/>
                <a:gd name="connsiteX658" fmla="*/ 806554 w 886881"/>
                <a:gd name="connsiteY658" fmla="*/ 34426 h 209835"/>
                <a:gd name="connsiteX659" fmla="*/ 809833 w 886881"/>
                <a:gd name="connsiteY659" fmla="*/ 34426 h 209835"/>
                <a:gd name="connsiteX660" fmla="*/ 813111 w 886881"/>
                <a:gd name="connsiteY660" fmla="*/ 34426 h 209835"/>
                <a:gd name="connsiteX661" fmla="*/ 816390 w 886881"/>
                <a:gd name="connsiteY661" fmla="*/ 32787 h 209835"/>
                <a:gd name="connsiteX662" fmla="*/ 821308 w 886881"/>
                <a:gd name="connsiteY662" fmla="*/ 32787 h 209835"/>
                <a:gd name="connsiteX663" fmla="*/ 824586 w 886881"/>
                <a:gd name="connsiteY663" fmla="*/ 32787 h 209835"/>
                <a:gd name="connsiteX664" fmla="*/ 829504 w 886881"/>
                <a:gd name="connsiteY664" fmla="*/ 32787 h 209835"/>
                <a:gd name="connsiteX665" fmla="*/ 832783 w 886881"/>
                <a:gd name="connsiteY665" fmla="*/ 31147 h 209835"/>
                <a:gd name="connsiteX666" fmla="*/ 837701 w 886881"/>
                <a:gd name="connsiteY666" fmla="*/ 31147 h 209835"/>
                <a:gd name="connsiteX667" fmla="*/ 840980 w 886881"/>
                <a:gd name="connsiteY667" fmla="*/ 29508 h 209835"/>
                <a:gd name="connsiteX668" fmla="*/ 845898 w 886881"/>
                <a:gd name="connsiteY668" fmla="*/ 29508 h 209835"/>
                <a:gd name="connsiteX669" fmla="*/ 849177 w 886881"/>
                <a:gd name="connsiteY669" fmla="*/ 29508 h 209835"/>
                <a:gd name="connsiteX670" fmla="*/ 854094 w 886881"/>
                <a:gd name="connsiteY670" fmla="*/ 29508 h 209835"/>
                <a:gd name="connsiteX671" fmla="*/ 857373 w 886881"/>
                <a:gd name="connsiteY671" fmla="*/ 27869 h 209835"/>
                <a:gd name="connsiteX672" fmla="*/ 860652 w 886881"/>
                <a:gd name="connsiteY672" fmla="*/ 26229 h 209835"/>
                <a:gd name="connsiteX673" fmla="*/ 865570 w 886881"/>
                <a:gd name="connsiteY673" fmla="*/ 26229 h 209835"/>
                <a:gd name="connsiteX674" fmla="*/ 870488 w 886881"/>
                <a:gd name="connsiteY674" fmla="*/ 24590 h 209835"/>
                <a:gd name="connsiteX675" fmla="*/ 875406 w 886881"/>
                <a:gd name="connsiteY675" fmla="*/ 24590 h 209835"/>
                <a:gd name="connsiteX676" fmla="*/ 878684 w 886881"/>
                <a:gd name="connsiteY676" fmla="*/ 24590 h 209835"/>
                <a:gd name="connsiteX677" fmla="*/ 881963 w 886881"/>
                <a:gd name="connsiteY677" fmla="*/ 22951 h 209835"/>
                <a:gd name="connsiteX678" fmla="*/ 886881 w 886881"/>
                <a:gd name="connsiteY678" fmla="*/ 21311 h 209835"/>
                <a:gd name="connsiteX679" fmla="*/ 885242 w 886881"/>
                <a:gd name="connsiteY679" fmla="*/ 18033 h 209835"/>
                <a:gd name="connsiteX680" fmla="*/ 880324 w 886881"/>
                <a:gd name="connsiteY680" fmla="*/ 16393 h 209835"/>
                <a:gd name="connsiteX681" fmla="*/ 878684 w 886881"/>
                <a:gd name="connsiteY681" fmla="*/ 16393 h 209835"/>
                <a:gd name="connsiteX682" fmla="*/ 875406 w 886881"/>
                <a:gd name="connsiteY682" fmla="*/ 16393 h 209835"/>
                <a:gd name="connsiteX683" fmla="*/ 872127 w 886881"/>
                <a:gd name="connsiteY683" fmla="*/ 16393 h 209835"/>
                <a:gd name="connsiteX684" fmla="*/ 867209 w 886881"/>
                <a:gd name="connsiteY684" fmla="*/ 16393 h 209835"/>
                <a:gd name="connsiteX685" fmla="*/ 862291 w 886881"/>
                <a:gd name="connsiteY685" fmla="*/ 16393 h 209835"/>
                <a:gd name="connsiteX686" fmla="*/ 867209 w 886881"/>
                <a:gd name="connsiteY686" fmla="*/ 14754 h 209835"/>
                <a:gd name="connsiteX687" fmla="*/ 862291 w 886881"/>
                <a:gd name="connsiteY687" fmla="*/ 14754 h 209835"/>
                <a:gd name="connsiteX688" fmla="*/ 859013 w 886881"/>
                <a:gd name="connsiteY688" fmla="*/ 14754 h 209835"/>
                <a:gd name="connsiteX689" fmla="*/ 854094 w 886881"/>
                <a:gd name="connsiteY689" fmla="*/ 16393 h 209835"/>
                <a:gd name="connsiteX690" fmla="*/ 850816 w 886881"/>
                <a:gd name="connsiteY690" fmla="*/ 16393 h 209835"/>
                <a:gd name="connsiteX691" fmla="*/ 845898 w 886881"/>
                <a:gd name="connsiteY691" fmla="*/ 18033 h 209835"/>
                <a:gd name="connsiteX692" fmla="*/ 842619 w 886881"/>
                <a:gd name="connsiteY692" fmla="*/ 18033 h 209835"/>
                <a:gd name="connsiteX693" fmla="*/ 837701 w 886881"/>
                <a:gd name="connsiteY693" fmla="*/ 18033 h 209835"/>
                <a:gd name="connsiteX694" fmla="*/ 842619 w 886881"/>
                <a:gd name="connsiteY694" fmla="*/ 18033 h 209835"/>
                <a:gd name="connsiteX695" fmla="*/ 845898 w 886881"/>
                <a:gd name="connsiteY695" fmla="*/ 16393 h 209835"/>
                <a:gd name="connsiteX696" fmla="*/ 849177 w 886881"/>
                <a:gd name="connsiteY696" fmla="*/ 14754 h 209835"/>
                <a:gd name="connsiteX697" fmla="*/ 845898 w 886881"/>
                <a:gd name="connsiteY697" fmla="*/ 13115 h 209835"/>
                <a:gd name="connsiteX698" fmla="*/ 842619 w 886881"/>
                <a:gd name="connsiteY698" fmla="*/ 11475 h 209835"/>
                <a:gd name="connsiteX699" fmla="*/ 837701 w 886881"/>
                <a:gd name="connsiteY699" fmla="*/ 9836 h 209835"/>
                <a:gd name="connsiteX700" fmla="*/ 840980 w 886881"/>
                <a:gd name="connsiteY700" fmla="*/ 9836 h 209835"/>
                <a:gd name="connsiteX701" fmla="*/ 845898 w 886881"/>
                <a:gd name="connsiteY701" fmla="*/ 9836 h 209835"/>
                <a:gd name="connsiteX702" fmla="*/ 842619 w 886881"/>
                <a:gd name="connsiteY702" fmla="*/ 8197 h 209835"/>
                <a:gd name="connsiteX703" fmla="*/ 837701 w 886881"/>
                <a:gd name="connsiteY703" fmla="*/ 8197 h 209835"/>
                <a:gd name="connsiteX704" fmla="*/ 834423 w 886881"/>
                <a:gd name="connsiteY704" fmla="*/ 8197 h 209835"/>
                <a:gd name="connsiteX705" fmla="*/ 829504 w 886881"/>
                <a:gd name="connsiteY705" fmla="*/ 8197 h 209835"/>
                <a:gd name="connsiteX706" fmla="*/ 826226 w 886881"/>
                <a:gd name="connsiteY706" fmla="*/ 8197 h 209835"/>
                <a:gd name="connsiteX707" fmla="*/ 821308 w 886881"/>
                <a:gd name="connsiteY707" fmla="*/ 9836 h 209835"/>
                <a:gd name="connsiteX708" fmla="*/ 818029 w 886881"/>
                <a:gd name="connsiteY708" fmla="*/ 8197 h 209835"/>
                <a:gd name="connsiteX709" fmla="*/ 813111 w 886881"/>
                <a:gd name="connsiteY709" fmla="*/ 6557 h 209835"/>
                <a:gd name="connsiteX710" fmla="*/ 809833 w 886881"/>
                <a:gd name="connsiteY710" fmla="*/ 6557 h 209835"/>
                <a:gd name="connsiteX711" fmla="*/ 806554 w 886881"/>
                <a:gd name="connsiteY711" fmla="*/ 6557 h 209835"/>
                <a:gd name="connsiteX712" fmla="*/ 801636 w 886881"/>
                <a:gd name="connsiteY712" fmla="*/ 8197 h 209835"/>
                <a:gd name="connsiteX713" fmla="*/ 798357 w 886881"/>
                <a:gd name="connsiteY713" fmla="*/ 8197 h 209835"/>
                <a:gd name="connsiteX714" fmla="*/ 793439 w 886881"/>
                <a:gd name="connsiteY714" fmla="*/ 8197 h 209835"/>
                <a:gd name="connsiteX715" fmla="*/ 790160 w 886881"/>
                <a:gd name="connsiteY715" fmla="*/ 8197 h 209835"/>
                <a:gd name="connsiteX716" fmla="*/ 785242 w 886881"/>
                <a:gd name="connsiteY716" fmla="*/ 8197 h 209835"/>
                <a:gd name="connsiteX717" fmla="*/ 781964 w 886881"/>
                <a:gd name="connsiteY717" fmla="*/ 8197 h 209835"/>
                <a:gd name="connsiteX718" fmla="*/ 777046 w 886881"/>
                <a:gd name="connsiteY718" fmla="*/ 8197 h 209835"/>
                <a:gd name="connsiteX719" fmla="*/ 773767 w 886881"/>
                <a:gd name="connsiteY719" fmla="*/ 9836 h 209835"/>
                <a:gd name="connsiteX720" fmla="*/ 770488 w 886881"/>
                <a:gd name="connsiteY720" fmla="*/ 9836 h 209835"/>
                <a:gd name="connsiteX721" fmla="*/ 765570 w 886881"/>
                <a:gd name="connsiteY721" fmla="*/ 9836 h 209835"/>
                <a:gd name="connsiteX722" fmla="*/ 762291 w 886881"/>
                <a:gd name="connsiteY722" fmla="*/ 11475 h 209835"/>
                <a:gd name="connsiteX723" fmla="*/ 759013 w 886881"/>
                <a:gd name="connsiteY723" fmla="*/ 11475 h 209835"/>
                <a:gd name="connsiteX724" fmla="*/ 754095 w 886881"/>
                <a:gd name="connsiteY724" fmla="*/ 11475 h 209835"/>
                <a:gd name="connsiteX725" fmla="*/ 750816 w 886881"/>
                <a:gd name="connsiteY725" fmla="*/ 11475 h 209835"/>
                <a:gd name="connsiteX726" fmla="*/ 747537 w 886881"/>
                <a:gd name="connsiteY726" fmla="*/ 11475 h 209835"/>
                <a:gd name="connsiteX727" fmla="*/ 742620 w 886881"/>
                <a:gd name="connsiteY727" fmla="*/ 11475 h 209835"/>
                <a:gd name="connsiteX728" fmla="*/ 739341 w 886881"/>
                <a:gd name="connsiteY728" fmla="*/ 11475 h 209835"/>
                <a:gd name="connsiteX729" fmla="*/ 734423 w 886881"/>
                <a:gd name="connsiteY729" fmla="*/ 11475 h 209835"/>
                <a:gd name="connsiteX730" fmla="*/ 729505 w 886881"/>
                <a:gd name="connsiteY730" fmla="*/ 13115 h 209835"/>
                <a:gd name="connsiteX731" fmla="*/ 726226 w 886881"/>
                <a:gd name="connsiteY731" fmla="*/ 13115 h 209835"/>
                <a:gd name="connsiteX732" fmla="*/ 721308 w 886881"/>
                <a:gd name="connsiteY732" fmla="*/ 13115 h 209835"/>
                <a:gd name="connsiteX733" fmla="*/ 726226 w 886881"/>
                <a:gd name="connsiteY733" fmla="*/ 11475 h 209835"/>
                <a:gd name="connsiteX734" fmla="*/ 729505 w 886881"/>
                <a:gd name="connsiteY734" fmla="*/ 11475 h 209835"/>
                <a:gd name="connsiteX735" fmla="*/ 734423 w 886881"/>
                <a:gd name="connsiteY735" fmla="*/ 11475 h 209835"/>
                <a:gd name="connsiteX736" fmla="*/ 737701 w 886881"/>
                <a:gd name="connsiteY736" fmla="*/ 11475 h 209835"/>
                <a:gd name="connsiteX737" fmla="*/ 742620 w 886881"/>
                <a:gd name="connsiteY737" fmla="*/ 9836 h 209835"/>
                <a:gd name="connsiteX738" fmla="*/ 747537 w 886881"/>
                <a:gd name="connsiteY738" fmla="*/ 9836 h 209835"/>
                <a:gd name="connsiteX739" fmla="*/ 752456 w 886881"/>
                <a:gd name="connsiteY739" fmla="*/ 9836 h 209835"/>
                <a:gd name="connsiteX740" fmla="*/ 755734 w 886881"/>
                <a:gd name="connsiteY740" fmla="*/ 9836 h 209835"/>
                <a:gd name="connsiteX741" fmla="*/ 759013 w 886881"/>
                <a:gd name="connsiteY741" fmla="*/ 8197 h 209835"/>
                <a:gd name="connsiteX742" fmla="*/ 763931 w 886881"/>
                <a:gd name="connsiteY742" fmla="*/ 8197 h 209835"/>
                <a:gd name="connsiteX743" fmla="*/ 767210 w 886881"/>
                <a:gd name="connsiteY743" fmla="*/ 8197 h 209835"/>
                <a:gd name="connsiteX744" fmla="*/ 772127 w 886881"/>
                <a:gd name="connsiteY744" fmla="*/ 8197 h 209835"/>
                <a:gd name="connsiteX745" fmla="*/ 775406 w 886881"/>
                <a:gd name="connsiteY745" fmla="*/ 6557 h 209835"/>
                <a:gd name="connsiteX746" fmla="*/ 780324 w 886881"/>
                <a:gd name="connsiteY746" fmla="*/ 6557 h 209835"/>
                <a:gd name="connsiteX747" fmla="*/ 781964 w 886881"/>
                <a:gd name="connsiteY747" fmla="*/ 4918 h 209835"/>
                <a:gd name="connsiteX748" fmla="*/ 777046 w 886881"/>
                <a:gd name="connsiteY748" fmla="*/ 4918 h 209835"/>
                <a:gd name="connsiteX749" fmla="*/ 773767 w 886881"/>
                <a:gd name="connsiteY749" fmla="*/ 4918 h 209835"/>
                <a:gd name="connsiteX750" fmla="*/ 768849 w 886881"/>
                <a:gd name="connsiteY750" fmla="*/ 4918 h 209835"/>
                <a:gd name="connsiteX751" fmla="*/ 765570 w 886881"/>
                <a:gd name="connsiteY751" fmla="*/ 4918 h 209835"/>
                <a:gd name="connsiteX752" fmla="*/ 760652 w 886881"/>
                <a:gd name="connsiteY752" fmla="*/ 4918 h 209835"/>
                <a:gd name="connsiteX753" fmla="*/ 757374 w 886881"/>
                <a:gd name="connsiteY753" fmla="*/ 4918 h 209835"/>
                <a:gd name="connsiteX754" fmla="*/ 752456 w 886881"/>
                <a:gd name="connsiteY754" fmla="*/ 4918 h 209835"/>
                <a:gd name="connsiteX755" fmla="*/ 749177 w 886881"/>
                <a:gd name="connsiteY755" fmla="*/ 4918 h 209835"/>
                <a:gd name="connsiteX756" fmla="*/ 744259 w 886881"/>
                <a:gd name="connsiteY756" fmla="*/ 4918 h 209835"/>
                <a:gd name="connsiteX757" fmla="*/ 740980 w 886881"/>
                <a:gd name="connsiteY757" fmla="*/ 3279 h 209835"/>
                <a:gd name="connsiteX758" fmla="*/ 736062 w 886881"/>
                <a:gd name="connsiteY758" fmla="*/ 3279 h 209835"/>
                <a:gd name="connsiteX759" fmla="*/ 732784 w 886881"/>
                <a:gd name="connsiteY759" fmla="*/ 3279 h 209835"/>
                <a:gd name="connsiteX760" fmla="*/ 729505 w 886881"/>
                <a:gd name="connsiteY760" fmla="*/ 3279 h 209835"/>
                <a:gd name="connsiteX761" fmla="*/ 724587 w 886881"/>
                <a:gd name="connsiteY761" fmla="*/ 3279 h 209835"/>
                <a:gd name="connsiteX762" fmla="*/ 719669 w 886881"/>
                <a:gd name="connsiteY762" fmla="*/ 3279 h 209835"/>
                <a:gd name="connsiteX763" fmla="*/ 714751 w 886881"/>
                <a:gd name="connsiteY763" fmla="*/ 3279 h 209835"/>
                <a:gd name="connsiteX764" fmla="*/ 711472 w 886881"/>
                <a:gd name="connsiteY764" fmla="*/ 3279 h 209835"/>
                <a:gd name="connsiteX765" fmla="*/ 714751 w 886881"/>
                <a:gd name="connsiteY765" fmla="*/ 1639 h 209835"/>
                <a:gd name="connsiteX766" fmla="*/ 711472 w 886881"/>
                <a:gd name="connsiteY766" fmla="*/ 1639 h 209835"/>
                <a:gd name="connsiteX767" fmla="*/ 706554 w 886881"/>
                <a:gd name="connsiteY767" fmla="*/ 0 h 209835"/>
                <a:gd name="connsiteX768" fmla="*/ 701636 w 886881"/>
                <a:gd name="connsiteY768" fmla="*/ 0 h 209835"/>
                <a:gd name="connsiteX769" fmla="*/ 698357 w 886881"/>
                <a:gd name="connsiteY769" fmla="*/ 0 h 209835"/>
                <a:gd name="connsiteX770" fmla="*/ 693440 w 886881"/>
                <a:gd name="connsiteY770" fmla="*/ 0 h 209835"/>
                <a:gd name="connsiteX771" fmla="*/ 690161 w 886881"/>
                <a:gd name="connsiteY771" fmla="*/ 1639 h 209835"/>
                <a:gd name="connsiteX772" fmla="*/ 685243 w 886881"/>
                <a:gd name="connsiteY772" fmla="*/ 0 h 209835"/>
                <a:gd name="connsiteX773" fmla="*/ 681964 w 886881"/>
                <a:gd name="connsiteY773" fmla="*/ 1639 h 209835"/>
                <a:gd name="connsiteX774" fmla="*/ 678686 w 886881"/>
                <a:gd name="connsiteY774" fmla="*/ 1639 h 209835"/>
                <a:gd name="connsiteX775" fmla="*/ 675407 w 886881"/>
                <a:gd name="connsiteY775" fmla="*/ 1639 h 209835"/>
                <a:gd name="connsiteX776" fmla="*/ 670489 w 886881"/>
                <a:gd name="connsiteY776" fmla="*/ 1639 h 209835"/>
                <a:gd name="connsiteX777" fmla="*/ 667210 w 886881"/>
                <a:gd name="connsiteY777" fmla="*/ 3279 h 209835"/>
                <a:gd name="connsiteX778" fmla="*/ 670489 w 886881"/>
                <a:gd name="connsiteY778" fmla="*/ 3279 h 209835"/>
                <a:gd name="connsiteX779" fmla="*/ 673767 w 886881"/>
                <a:gd name="connsiteY779" fmla="*/ 4918 h 209835"/>
                <a:gd name="connsiteX780" fmla="*/ 678686 w 886881"/>
                <a:gd name="connsiteY780" fmla="*/ 6557 h 209835"/>
                <a:gd name="connsiteX781" fmla="*/ 673767 w 886881"/>
                <a:gd name="connsiteY781" fmla="*/ 6557 h 209835"/>
                <a:gd name="connsiteX782" fmla="*/ 670489 w 886881"/>
                <a:gd name="connsiteY782" fmla="*/ 4918 h 209835"/>
                <a:gd name="connsiteX783" fmla="*/ 665571 w 886881"/>
                <a:gd name="connsiteY783" fmla="*/ 4918 h 209835"/>
                <a:gd name="connsiteX784" fmla="*/ 662292 w 886881"/>
                <a:gd name="connsiteY784" fmla="*/ 3279 h 209835"/>
                <a:gd name="connsiteX785" fmla="*/ 665571 w 886881"/>
                <a:gd name="connsiteY785" fmla="*/ 1639 h 209835"/>
                <a:gd name="connsiteX786" fmla="*/ 662292 w 886881"/>
                <a:gd name="connsiteY786" fmla="*/ 1639 h 209835"/>
                <a:gd name="connsiteX787" fmla="*/ 657374 w 886881"/>
                <a:gd name="connsiteY787" fmla="*/ 1639 h 209835"/>
                <a:gd name="connsiteX788" fmla="*/ 654096 w 886881"/>
                <a:gd name="connsiteY788" fmla="*/ 1639 h 209835"/>
                <a:gd name="connsiteX789" fmla="*/ 650817 w 886881"/>
                <a:gd name="connsiteY789" fmla="*/ 1639 h 209835"/>
                <a:gd name="connsiteX790" fmla="*/ 645899 w 886881"/>
                <a:gd name="connsiteY790" fmla="*/ 1639 h 209835"/>
                <a:gd name="connsiteX791" fmla="*/ 642620 w 886881"/>
                <a:gd name="connsiteY791" fmla="*/ 1639 h 209835"/>
                <a:gd name="connsiteX792" fmla="*/ 637702 w 886881"/>
                <a:gd name="connsiteY792" fmla="*/ 1639 h 209835"/>
                <a:gd name="connsiteX793" fmla="*/ 632784 w 886881"/>
                <a:gd name="connsiteY793" fmla="*/ 1639 h 209835"/>
                <a:gd name="connsiteX794" fmla="*/ 629505 w 886881"/>
                <a:gd name="connsiteY794" fmla="*/ 3279 h 209835"/>
                <a:gd name="connsiteX795" fmla="*/ 626227 w 886881"/>
                <a:gd name="connsiteY795" fmla="*/ 3279 h 209835"/>
                <a:gd name="connsiteX796" fmla="*/ 621309 w 886881"/>
                <a:gd name="connsiteY796" fmla="*/ 3279 h 209835"/>
                <a:gd name="connsiteX797" fmla="*/ 618030 w 886881"/>
                <a:gd name="connsiteY797" fmla="*/ 4918 h 209835"/>
                <a:gd name="connsiteX798" fmla="*/ 614751 w 886881"/>
                <a:gd name="connsiteY798" fmla="*/ 4918 h 209835"/>
                <a:gd name="connsiteX799" fmla="*/ 618030 w 886881"/>
                <a:gd name="connsiteY799" fmla="*/ 6557 h 209835"/>
                <a:gd name="connsiteX800" fmla="*/ 622948 w 886881"/>
                <a:gd name="connsiteY800" fmla="*/ 8197 h 209835"/>
                <a:gd name="connsiteX801" fmla="*/ 626227 w 886881"/>
                <a:gd name="connsiteY801" fmla="*/ 8197 h 209835"/>
                <a:gd name="connsiteX802" fmla="*/ 629505 w 886881"/>
                <a:gd name="connsiteY802" fmla="*/ 9836 h 209835"/>
                <a:gd name="connsiteX803" fmla="*/ 634423 w 886881"/>
                <a:gd name="connsiteY803" fmla="*/ 9836 h 209835"/>
                <a:gd name="connsiteX804" fmla="*/ 629505 w 886881"/>
                <a:gd name="connsiteY804" fmla="*/ 11475 h 209835"/>
                <a:gd name="connsiteX805" fmla="*/ 626227 w 886881"/>
                <a:gd name="connsiteY805" fmla="*/ 9836 h 209835"/>
                <a:gd name="connsiteX806" fmla="*/ 621309 w 886881"/>
                <a:gd name="connsiteY806" fmla="*/ 9836 h 209835"/>
                <a:gd name="connsiteX807" fmla="*/ 618030 w 886881"/>
                <a:gd name="connsiteY807" fmla="*/ 9836 h 209835"/>
                <a:gd name="connsiteX808" fmla="*/ 613112 w 886881"/>
                <a:gd name="connsiteY808" fmla="*/ 8197 h 209835"/>
                <a:gd name="connsiteX809" fmla="*/ 609833 w 886881"/>
                <a:gd name="connsiteY809" fmla="*/ 8197 h 209835"/>
                <a:gd name="connsiteX810" fmla="*/ 606555 w 886881"/>
                <a:gd name="connsiteY810" fmla="*/ 4918 h 209835"/>
                <a:gd name="connsiteX811" fmla="*/ 601637 w 886881"/>
                <a:gd name="connsiteY811" fmla="*/ 3279 h 209835"/>
                <a:gd name="connsiteX812" fmla="*/ 598358 w 886881"/>
                <a:gd name="connsiteY812" fmla="*/ 3279 h 209835"/>
                <a:gd name="connsiteX813" fmla="*/ 593440 w 886881"/>
                <a:gd name="connsiteY813" fmla="*/ 1639 h 209835"/>
                <a:gd name="connsiteX814" fmla="*/ 590161 w 886881"/>
                <a:gd name="connsiteY814" fmla="*/ 1639 h 209835"/>
                <a:gd name="connsiteX815" fmla="*/ 585243 w 886881"/>
                <a:gd name="connsiteY815" fmla="*/ 1639 h 209835"/>
                <a:gd name="connsiteX816" fmla="*/ 585243 w 886881"/>
                <a:gd name="connsiteY816" fmla="*/ 1639 h 209835"/>
                <a:gd name="connsiteX817" fmla="*/ 580325 w 886881"/>
                <a:gd name="connsiteY817" fmla="*/ 3279 h 209835"/>
                <a:gd name="connsiteX818" fmla="*/ 575407 w 886881"/>
                <a:gd name="connsiteY818" fmla="*/ 3279 h 209835"/>
                <a:gd name="connsiteX819" fmla="*/ 572128 w 886881"/>
                <a:gd name="connsiteY819" fmla="*/ 1639 h 209835"/>
                <a:gd name="connsiteX820" fmla="*/ 567210 w 886881"/>
                <a:gd name="connsiteY820" fmla="*/ 1639 h 209835"/>
                <a:gd name="connsiteX821" fmla="*/ 562293 w 886881"/>
                <a:gd name="connsiteY821" fmla="*/ 1639 h 209835"/>
                <a:gd name="connsiteX822" fmla="*/ 559014 w 886881"/>
                <a:gd name="connsiteY822" fmla="*/ 1639 h 209835"/>
                <a:gd name="connsiteX823" fmla="*/ 555735 w 886881"/>
                <a:gd name="connsiteY823" fmla="*/ 3279 h 209835"/>
                <a:gd name="connsiteX824" fmla="*/ 550817 w 886881"/>
                <a:gd name="connsiteY824" fmla="*/ 3279 h 209835"/>
                <a:gd name="connsiteX825" fmla="*/ 545899 w 886881"/>
                <a:gd name="connsiteY825" fmla="*/ 3279 h 209835"/>
                <a:gd name="connsiteX826" fmla="*/ 542620 w 886881"/>
                <a:gd name="connsiteY826" fmla="*/ 3279 h 209835"/>
                <a:gd name="connsiteX827" fmla="*/ 537703 w 886881"/>
                <a:gd name="connsiteY827" fmla="*/ 3279 h 209835"/>
                <a:gd name="connsiteX828" fmla="*/ 532784 w 886881"/>
                <a:gd name="connsiteY828" fmla="*/ 3279 h 209835"/>
                <a:gd name="connsiteX829" fmla="*/ 529506 w 886881"/>
                <a:gd name="connsiteY829" fmla="*/ 4918 h 209835"/>
                <a:gd name="connsiteX830" fmla="*/ 534424 w 886881"/>
                <a:gd name="connsiteY830" fmla="*/ 4918 h 209835"/>
                <a:gd name="connsiteX831" fmla="*/ 537703 w 886881"/>
                <a:gd name="connsiteY831" fmla="*/ 4918 h 209835"/>
                <a:gd name="connsiteX832" fmla="*/ 540981 w 886881"/>
                <a:gd name="connsiteY832" fmla="*/ 6557 h 209835"/>
                <a:gd name="connsiteX833" fmla="*/ 544260 w 886881"/>
                <a:gd name="connsiteY833" fmla="*/ 8197 h 209835"/>
                <a:gd name="connsiteX834" fmla="*/ 549178 w 886881"/>
                <a:gd name="connsiteY834" fmla="*/ 8197 h 209835"/>
                <a:gd name="connsiteX835" fmla="*/ 554096 w 886881"/>
                <a:gd name="connsiteY835" fmla="*/ 8197 h 209835"/>
                <a:gd name="connsiteX836" fmla="*/ 550817 w 886881"/>
                <a:gd name="connsiteY836" fmla="*/ 9836 h 209835"/>
                <a:gd name="connsiteX837" fmla="*/ 545899 w 886881"/>
                <a:gd name="connsiteY837" fmla="*/ 11475 h 209835"/>
                <a:gd name="connsiteX838" fmla="*/ 550817 w 886881"/>
                <a:gd name="connsiteY838" fmla="*/ 11475 h 209835"/>
                <a:gd name="connsiteX839" fmla="*/ 554096 w 886881"/>
                <a:gd name="connsiteY839" fmla="*/ 11475 h 209835"/>
                <a:gd name="connsiteX840" fmla="*/ 559014 w 886881"/>
                <a:gd name="connsiteY840" fmla="*/ 13115 h 209835"/>
                <a:gd name="connsiteX841" fmla="*/ 562293 w 886881"/>
                <a:gd name="connsiteY841" fmla="*/ 13115 h 209835"/>
                <a:gd name="connsiteX842" fmla="*/ 559014 w 886881"/>
                <a:gd name="connsiteY842" fmla="*/ 13115 h 209835"/>
                <a:gd name="connsiteX843" fmla="*/ 554096 w 886881"/>
                <a:gd name="connsiteY843" fmla="*/ 14754 h 209835"/>
                <a:gd name="connsiteX844" fmla="*/ 550817 w 886881"/>
                <a:gd name="connsiteY844" fmla="*/ 14754 h 209835"/>
                <a:gd name="connsiteX845" fmla="*/ 545899 w 886881"/>
                <a:gd name="connsiteY845" fmla="*/ 16393 h 209835"/>
                <a:gd name="connsiteX846" fmla="*/ 542620 w 886881"/>
                <a:gd name="connsiteY846" fmla="*/ 16393 h 209835"/>
                <a:gd name="connsiteX847" fmla="*/ 539342 w 886881"/>
                <a:gd name="connsiteY847" fmla="*/ 16393 h 209835"/>
                <a:gd name="connsiteX848" fmla="*/ 542620 w 886881"/>
                <a:gd name="connsiteY848" fmla="*/ 14754 h 209835"/>
                <a:gd name="connsiteX849" fmla="*/ 547538 w 886881"/>
                <a:gd name="connsiteY849" fmla="*/ 13115 h 209835"/>
                <a:gd name="connsiteX850" fmla="*/ 542620 w 886881"/>
                <a:gd name="connsiteY850" fmla="*/ 13115 h 209835"/>
                <a:gd name="connsiteX851" fmla="*/ 539342 w 886881"/>
                <a:gd name="connsiteY851" fmla="*/ 11475 h 209835"/>
                <a:gd name="connsiteX852" fmla="*/ 536063 w 886881"/>
                <a:gd name="connsiteY852" fmla="*/ 9836 h 209835"/>
                <a:gd name="connsiteX853" fmla="*/ 531145 w 886881"/>
                <a:gd name="connsiteY853" fmla="*/ 8197 h 209835"/>
                <a:gd name="connsiteX854" fmla="*/ 529506 w 886881"/>
                <a:gd name="connsiteY854" fmla="*/ 6557 h 209835"/>
                <a:gd name="connsiteX855" fmla="*/ 524588 w 886881"/>
                <a:gd name="connsiteY855" fmla="*/ 6557 h 209835"/>
                <a:gd name="connsiteX856" fmla="*/ 521309 w 886881"/>
                <a:gd name="connsiteY856" fmla="*/ 6557 h 209835"/>
                <a:gd name="connsiteX857" fmla="*/ 516391 w 886881"/>
                <a:gd name="connsiteY857" fmla="*/ 4918 h 209835"/>
                <a:gd name="connsiteX858" fmla="*/ 513112 w 886881"/>
                <a:gd name="connsiteY858" fmla="*/ 6557 h 209835"/>
                <a:gd name="connsiteX859" fmla="*/ 508194 w 886881"/>
                <a:gd name="connsiteY859" fmla="*/ 8197 h 209835"/>
                <a:gd name="connsiteX860" fmla="*/ 506555 w 886881"/>
                <a:gd name="connsiteY860" fmla="*/ 6557 h 209835"/>
                <a:gd name="connsiteX861" fmla="*/ 511473 w 886881"/>
                <a:gd name="connsiteY861" fmla="*/ 4918 h 209835"/>
                <a:gd name="connsiteX862" fmla="*/ 514752 w 886881"/>
                <a:gd name="connsiteY862" fmla="*/ 4918 h 209835"/>
                <a:gd name="connsiteX863" fmla="*/ 511473 w 886881"/>
                <a:gd name="connsiteY863" fmla="*/ 4918 h 209835"/>
                <a:gd name="connsiteX864" fmla="*/ 506555 w 886881"/>
                <a:gd name="connsiteY864" fmla="*/ 6557 h 209835"/>
                <a:gd name="connsiteX865" fmla="*/ 504916 w 886881"/>
                <a:gd name="connsiteY865" fmla="*/ 4918 h 209835"/>
                <a:gd name="connsiteX866" fmla="*/ 501637 w 886881"/>
                <a:gd name="connsiteY866" fmla="*/ 4918 h 209835"/>
                <a:gd name="connsiteX867" fmla="*/ 496719 w 886881"/>
                <a:gd name="connsiteY867" fmla="*/ 4918 h 209835"/>
                <a:gd name="connsiteX868" fmla="*/ 493440 w 886881"/>
                <a:gd name="connsiteY868" fmla="*/ 6557 h 209835"/>
                <a:gd name="connsiteX869" fmla="*/ 488522 w 886881"/>
                <a:gd name="connsiteY869" fmla="*/ 4918 h 209835"/>
                <a:gd name="connsiteX870" fmla="*/ 485244 w 886881"/>
                <a:gd name="connsiteY870" fmla="*/ 3279 h 209835"/>
                <a:gd name="connsiteX871" fmla="*/ 481965 w 886881"/>
                <a:gd name="connsiteY871" fmla="*/ 4918 h 209835"/>
                <a:gd name="connsiteX872" fmla="*/ 477047 w 886881"/>
                <a:gd name="connsiteY872" fmla="*/ 4918 h 209835"/>
                <a:gd name="connsiteX873" fmla="*/ 472129 w 886881"/>
                <a:gd name="connsiteY873" fmla="*/ 4918 h 209835"/>
                <a:gd name="connsiteX874" fmla="*/ 468850 w 886881"/>
                <a:gd name="connsiteY874" fmla="*/ 4918 h 209835"/>
                <a:gd name="connsiteX875" fmla="*/ 463932 w 886881"/>
                <a:gd name="connsiteY875" fmla="*/ 4918 h 209835"/>
                <a:gd name="connsiteX876" fmla="*/ 460653 w 886881"/>
                <a:gd name="connsiteY876" fmla="*/ 6557 h 209835"/>
                <a:gd name="connsiteX877" fmla="*/ 463932 w 886881"/>
                <a:gd name="connsiteY877" fmla="*/ 8197 h 209835"/>
                <a:gd name="connsiteX878" fmla="*/ 468850 w 886881"/>
                <a:gd name="connsiteY878" fmla="*/ 8197 h 209835"/>
                <a:gd name="connsiteX879" fmla="*/ 472129 w 886881"/>
                <a:gd name="connsiteY879" fmla="*/ 8197 h 209835"/>
                <a:gd name="connsiteX880" fmla="*/ 468850 w 886881"/>
                <a:gd name="connsiteY880" fmla="*/ 9836 h 209835"/>
                <a:gd name="connsiteX881" fmla="*/ 472129 w 886881"/>
                <a:gd name="connsiteY881" fmla="*/ 9836 h 209835"/>
                <a:gd name="connsiteX882" fmla="*/ 475408 w 886881"/>
                <a:gd name="connsiteY882" fmla="*/ 11475 h 209835"/>
                <a:gd name="connsiteX883" fmla="*/ 480326 w 886881"/>
                <a:gd name="connsiteY883" fmla="*/ 11475 h 209835"/>
                <a:gd name="connsiteX884" fmla="*/ 483604 w 886881"/>
                <a:gd name="connsiteY884" fmla="*/ 11475 h 209835"/>
                <a:gd name="connsiteX885" fmla="*/ 488522 w 886881"/>
                <a:gd name="connsiteY885" fmla="*/ 11475 h 209835"/>
                <a:gd name="connsiteX886" fmla="*/ 491801 w 886881"/>
                <a:gd name="connsiteY886" fmla="*/ 11475 h 209835"/>
                <a:gd name="connsiteX887" fmla="*/ 496719 w 886881"/>
                <a:gd name="connsiteY887" fmla="*/ 11475 h 209835"/>
                <a:gd name="connsiteX888" fmla="*/ 493440 w 886881"/>
                <a:gd name="connsiteY888" fmla="*/ 11475 h 209835"/>
                <a:gd name="connsiteX889" fmla="*/ 488522 w 886881"/>
                <a:gd name="connsiteY889" fmla="*/ 11475 h 209835"/>
                <a:gd name="connsiteX890" fmla="*/ 483604 w 886881"/>
                <a:gd name="connsiteY890" fmla="*/ 11475 h 209835"/>
                <a:gd name="connsiteX891" fmla="*/ 480326 w 886881"/>
                <a:gd name="connsiteY891" fmla="*/ 11475 h 209835"/>
                <a:gd name="connsiteX892" fmla="*/ 475408 w 886881"/>
                <a:gd name="connsiteY892" fmla="*/ 11475 h 209835"/>
                <a:gd name="connsiteX893" fmla="*/ 472129 w 886881"/>
                <a:gd name="connsiteY893" fmla="*/ 11475 h 209835"/>
                <a:gd name="connsiteX894" fmla="*/ 467211 w 886881"/>
                <a:gd name="connsiteY894" fmla="*/ 11475 h 209835"/>
                <a:gd name="connsiteX895" fmla="*/ 463932 w 886881"/>
                <a:gd name="connsiteY895" fmla="*/ 11475 h 209835"/>
                <a:gd name="connsiteX896" fmla="*/ 460653 w 886881"/>
                <a:gd name="connsiteY896" fmla="*/ 9836 h 209835"/>
                <a:gd name="connsiteX897" fmla="*/ 455736 w 886881"/>
                <a:gd name="connsiteY897" fmla="*/ 8197 h 209835"/>
                <a:gd name="connsiteX898" fmla="*/ 452457 w 886881"/>
                <a:gd name="connsiteY898" fmla="*/ 8197 h 209835"/>
                <a:gd name="connsiteX899" fmla="*/ 447539 w 886881"/>
                <a:gd name="connsiteY899" fmla="*/ 8197 h 209835"/>
                <a:gd name="connsiteX900" fmla="*/ 444260 w 886881"/>
                <a:gd name="connsiteY900" fmla="*/ 8197 h 209835"/>
                <a:gd name="connsiteX901" fmla="*/ 440981 w 886881"/>
                <a:gd name="connsiteY901" fmla="*/ 8197 h 209835"/>
                <a:gd name="connsiteX902" fmla="*/ 437703 w 886881"/>
                <a:gd name="connsiteY902" fmla="*/ 8197 h 209835"/>
                <a:gd name="connsiteX903" fmla="*/ 432785 w 886881"/>
                <a:gd name="connsiteY903" fmla="*/ 9836 h 209835"/>
                <a:gd name="connsiteX904" fmla="*/ 436063 w 886881"/>
                <a:gd name="connsiteY904" fmla="*/ 9836 h 209835"/>
                <a:gd name="connsiteX905" fmla="*/ 439342 w 886881"/>
                <a:gd name="connsiteY905" fmla="*/ 11475 h 209835"/>
                <a:gd name="connsiteX906" fmla="*/ 444260 w 886881"/>
                <a:gd name="connsiteY906" fmla="*/ 14754 h 209835"/>
                <a:gd name="connsiteX907" fmla="*/ 439342 w 886881"/>
                <a:gd name="connsiteY907" fmla="*/ 14754 h 209835"/>
                <a:gd name="connsiteX908" fmla="*/ 436063 w 886881"/>
                <a:gd name="connsiteY908" fmla="*/ 14754 h 209835"/>
                <a:gd name="connsiteX909" fmla="*/ 432785 w 886881"/>
                <a:gd name="connsiteY909" fmla="*/ 13115 h 209835"/>
                <a:gd name="connsiteX910" fmla="*/ 427867 w 886881"/>
                <a:gd name="connsiteY910" fmla="*/ 13115 h 209835"/>
                <a:gd name="connsiteX911" fmla="*/ 424588 w 886881"/>
                <a:gd name="connsiteY911" fmla="*/ 13115 h 209835"/>
                <a:gd name="connsiteX912" fmla="*/ 419670 w 886881"/>
                <a:gd name="connsiteY912" fmla="*/ 11475 h 209835"/>
                <a:gd name="connsiteX913" fmla="*/ 416391 w 886881"/>
                <a:gd name="connsiteY913" fmla="*/ 11475 h 209835"/>
                <a:gd name="connsiteX914" fmla="*/ 411473 w 886881"/>
                <a:gd name="connsiteY914" fmla="*/ 11475 h 209835"/>
                <a:gd name="connsiteX915" fmla="*/ 408195 w 886881"/>
                <a:gd name="connsiteY915" fmla="*/ 14754 h 209835"/>
                <a:gd name="connsiteX916" fmla="*/ 411473 w 886881"/>
                <a:gd name="connsiteY916" fmla="*/ 14754 h 209835"/>
                <a:gd name="connsiteX917" fmla="*/ 416391 w 886881"/>
                <a:gd name="connsiteY917" fmla="*/ 16393 h 209835"/>
                <a:gd name="connsiteX918" fmla="*/ 419670 w 886881"/>
                <a:gd name="connsiteY918" fmla="*/ 16393 h 209835"/>
                <a:gd name="connsiteX919" fmla="*/ 416391 w 886881"/>
                <a:gd name="connsiteY919" fmla="*/ 16393 h 209835"/>
                <a:gd name="connsiteX920" fmla="*/ 411473 w 886881"/>
                <a:gd name="connsiteY920" fmla="*/ 16393 h 209835"/>
                <a:gd name="connsiteX921" fmla="*/ 408195 w 886881"/>
                <a:gd name="connsiteY921" fmla="*/ 16393 h 209835"/>
                <a:gd name="connsiteX922" fmla="*/ 403277 w 886881"/>
                <a:gd name="connsiteY922" fmla="*/ 16393 h 209835"/>
                <a:gd name="connsiteX923" fmla="*/ 399998 w 886881"/>
                <a:gd name="connsiteY923" fmla="*/ 16393 h 209835"/>
                <a:gd name="connsiteX924" fmla="*/ 395080 w 886881"/>
                <a:gd name="connsiteY924" fmla="*/ 18033 h 209835"/>
                <a:gd name="connsiteX925" fmla="*/ 391801 w 886881"/>
                <a:gd name="connsiteY925" fmla="*/ 19672 h 209835"/>
                <a:gd name="connsiteX926" fmla="*/ 395080 w 886881"/>
                <a:gd name="connsiteY926" fmla="*/ 21311 h 209835"/>
                <a:gd name="connsiteX927" fmla="*/ 399998 w 886881"/>
                <a:gd name="connsiteY927" fmla="*/ 21311 h 209835"/>
                <a:gd name="connsiteX928" fmla="*/ 403277 w 886881"/>
                <a:gd name="connsiteY928" fmla="*/ 22951 h 209835"/>
                <a:gd name="connsiteX929" fmla="*/ 408195 w 886881"/>
                <a:gd name="connsiteY929" fmla="*/ 22951 h 209835"/>
                <a:gd name="connsiteX930" fmla="*/ 411473 w 886881"/>
                <a:gd name="connsiteY930" fmla="*/ 24590 h 209835"/>
                <a:gd name="connsiteX931" fmla="*/ 414752 w 886881"/>
                <a:gd name="connsiteY931" fmla="*/ 24590 h 209835"/>
                <a:gd name="connsiteX932" fmla="*/ 419670 w 886881"/>
                <a:gd name="connsiteY932" fmla="*/ 24590 h 209835"/>
                <a:gd name="connsiteX933" fmla="*/ 424588 w 886881"/>
                <a:gd name="connsiteY933" fmla="*/ 27869 h 209835"/>
                <a:gd name="connsiteX934" fmla="*/ 427867 w 886881"/>
                <a:gd name="connsiteY934" fmla="*/ 27869 h 209835"/>
                <a:gd name="connsiteX935" fmla="*/ 431146 w 886881"/>
                <a:gd name="connsiteY935" fmla="*/ 27869 h 209835"/>
                <a:gd name="connsiteX936" fmla="*/ 436063 w 886881"/>
                <a:gd name="connsiteY936" fmla="*/ 27869 h 209835"/>
                <a:gd name="connsiteX937" fmla="*/ 439342 w 886881"/>
                <a:gd name="connsiteY937" fmla="*/ 29508 h 209835"/>
                <a:gd name="connsiteX938" fmla="*/ 442621 w 886881"/>
                <a:gd name="connsiteY938" fmla="*/ 29508 h 209835"/>
                <a:gd name="connsiteX939" fmla="*/ 447539 w 886881"/>
                <a:gd name="connsiteY939" fmla="*/ 32787 h 209835"/>
                <a:gd name="connsiteX940" fmla="*/ 450818 w 886881"/>
                <a:gd name="connsiteY940" fmla="*/ 34426 h 209835"/>
                <a:gd name="connsiteX941" fmla="*/ 447539 w 886881"/>
                <a:gd name="connsiteY941" fmla="*/ 34426 h 209835"/>
                <a:gd name="connsiteX942" fmla="*/ 442621 w 886881"/>
                <a:gd name="connsiteY942" fmla="*/ 32787 h 209835"/>
                <a:gd name="connsiteX943" fmla="*/ 439342 w 886881"/>
                <a:gd name="connsiteY943" fmla="*/ 31147 h 209835"/>
                <a:gd name="connsiteX944" fmla="*/ 436063 w 886881"/>
                <a:gd name="connsiteY944" fmla="*/ 29508 h 209835"/>
                <a:gd name="connsiteX945" fmla="*/ 431146 w 886881"/>
                <a:gd name="connsiteY945" fmla="*/ 29508 h 209835"/>
                <a:gd name="connsiteX946" fmla="*/ 427867 w 886881"/>
                <a:gd name="connsiteY946" fmla="*/ 29508 h 209835"/>
                <a:gd name="connsiteX947" fmla="*/ 422949 w 886881"/>
                <a:gd name="connsiteY947" fmla="*/ 29508 h 209835"/>
                <a:gd name="connsiteX948" fmla="*/ 419670 w 886881"/>
                <a:gd name="connsiteY948" fmla="*/ 27869 h 209835"/>
                <a:gd name="connsiteX949" fmla="*/ 414752 w 886881"/>
                <a:gd name="connsiteY949" fmla="*/ 27869 h 209835"/>
                <a:gd name="connsiteX950" fmla="*/ 411473 w 886881"/>
                <a:gd name="connsiteY950" fmla="*/ 26229 h 209835"/>
                <a:gd name="connsiteX951" fmla="*/ 406556 w 886881"/>
                <a:gd name="connsiteY951" fmla="*/ 26229 h 209835"/>
                <a:gd name="connsiteX952" fmla="*/ 403277 w 886881"/>
                <a:gd name="connsiteY952" fmla="*/ 26229 h 209835"/>
                <a:gd name="connsiteX953" fmla="*/ 398359 w 886881"/>
                <a:gd name="connsiteY953" fmla="*/ 24590 h 209835"/>
                <a:gd name="connsiteX954" fmla="*/ 395080 w 886881"/>
                <a:gd name="connsiteY954" fmla="*/ 22951 h 209835"/>
                <a:gd name="connsiteX955" fmla="*/ 391801 w 886881"/>
                <a:gd name="connsiteY955" fmla="*/ 22951 h 209835"/>
                <a:gd name="connsiteX956" fmla="*/ 386883 w 886881"/>
                <a:gd name="connsiteY956" fmla="*/ 21311 h 209835"/>
                <a:gd name="connsiteX957" fmla="*/ 381966 w 886881"/>
                <a:gd name="connsiteY957" fmla="*/ 21311 h 209835"/>
                <a:gd name="connsiteX958" fmla="*/ 378687 w 886881"/>
                <a:gd name="connsiteY958" fmla="*/ 24590 h 209835"/>
                <a:gd name="connsiteX959" fmla="*/ 383605 w 886881"/>
                <a:gd name="connsiteY959" fmla="*/ 26229 h 209835"/>
                <a:gd name="connsiteX960" fmla="*/ 386883 w 886881"/>
                <a:gd name="connsiteY960" fmla="*/ 26229 h 209835"/>
                <a:gd name="connsiteX961" fmla="*/ 390162 w 886881"/>
                <a:gd name="connsiteY961" fmla="*/ 27869 h 209835"/>
                <a:gd name="connsiteX962" fmla="*/ 395080 w 886881"/>
                <a:gd name="connsiteY962" fmla="*/ 27869 h 209835"/>
                <a:gd name="connsiteX963" fmla="*/ 390162 w 886881"/>
                <a:gd name="connsiteY963" fmla="*/ 27869 h 209835"/>
                <a:gd name="connsiteX964" fmla="*/ 386883 w 886881"/>
                <a:gd name="connsiteY964" fmla="*/ 27869 h 209835"/>
                <a:gd name="connsiteX965" fmla="*/ 383605 w 886881"/>
                <a:gd name="connsiteY965" fmla="*/ 27869 h 209835"/>
                <a:gd name="connsiteX966" fmla="*/ 378687 w 886881"/>
                <a:gd name="connsiteY966" fmla="*/ 27869 h 209835"/>
                <a:gd name="connsiteX967" fmla="*/ 375408 w 886881"/>
                <a:gd name="connsiteY967" fmla="*/ 27869 h 209835"/>
                <a:gd name="connsiteX968" fmla="*/ 370490 w 886881"/>
                <a:gd name="connsiteY968" fmla="*/ 27869 h 209835"/>
                <a:gd name="connsiteX969" fmla="*/ 373769 w 886881"/>
                <a:gd name="connsiteY969" fmla="*/ 24590 h 209835"/>
                <a:gd name="connsiteX970" fmla="*/ 370490 w 886881"/>
                <a:gd name="connsiteY970" fmla="*/ 21311 h 209835"/>
                <a:gd name="connsiteX971" fmla="*/ 367211 w 886881"/>
                <a:gd name="connsiteY971" fmla="*/ 19672 h 209835"/>
                <a:gd name="connsiteX972" fmla="*/ 362293 w 886881"/>
                <a:gd name="connsiteY972" fmla="*/ 19672 h 209835"/>
                <a:gd name="connsiteX973" fmla="*/ 359015 w 886881"/>
                <a:gd name="connsiteY973" fmla="*/ 19672 h 209835"/>
                <a:gd name="connsiteX974" fmla="*/ 354097 w 886881"/>
                <a:gd name="connsiteY974" fmla="*/ 19672 h 209835"/>
                <a:gd name="connsiteX975" fmla="*/ 350818 w 886881"/>
                <a:gd name="connsiteY975" fmla="*/ 19672 h 209835"/>
                <a:gd name="connsiteX976" fmla="*/ 345900 w 886881"/>
                <a:gd name="connsiteY976" fmla="*/ 18033 h 209835"/>
                <a:gd name="connsiteX977" fmla="*/ 342621 w 886881"/>
                <a:gd name="connsiteY977" fmla="*/ 18033 h 209835"/>
                <a:gd name="connsiteX978" fmla="*/ 347539 w 886881"/>
                <a:gd name="connsiteY978" fmla="*/ 18033 h 209835"/>
                <a:gd name="connsiteX979" fmla="*/ 347539 w 886881"/>
                <a:gd name="connsiteY979" fmla="*/ 16393 h 209835"/>
                <a:gd name="connsiteX980" fmla="*/ 342621 w 886881"/>
                <a:gd name="connsiteY980" fmla="*/ 16393 h 209835"/>
                <a:gd name="connsiteX981" fmla="*/ 339343 w 886881"/>
                <a:gd name="connsiteY981" fmla="*/ 16393 h 209835"/>
                <a:gd name="connsiteX982" fmla="*/ 334425 w 886881"/>
                <a:gd name="connsiteY982" fmla="*/ 16393 h 209835"/>
                <a:gd name="connsiteX983" fmla="*/ 331146 w 886881"/>
                <a:gd name="connsiteY983" fmla="*/ 16393 h 209835"/>
                <a:gd name="connsiteX984" fmla="*/ 326228 w 886881"/>
                <a:gd name="connsiteY984" fmla="*/ 16393 h 209835"/>
                <a:gd name="connsiteX985" fmla="*/ 321310 w 886881"/>
                <a:gd name="connsiteY985" fmla="*/ 18033 h 209835"/>
                <a:gd name="connsiteX986" fmla="*/ 318031 w 886881"/>
                <a:gd name="connsiteY986" fmla="*/ 18033 h 209835"/>
                <a:gd name="connsiteX987" fmla="*/ 321310 w 886881"/>
                <a:gd name="connsiteY987" fmla="*/ 18033 h 209835"/>
                <a:gd name="connsiteX988" fmla="*/ 326228 w 886881"/>
                <a:gd name="connsiteY988" fmla="*/ 21311 h 209835"/>
                <a:gd name="connsiteX989" fmla="*/ 321310 w 886881"/>
                <a:gd name="connsiteY989" fmla="*/ 22951 h 209835"/>
                <a:gd name="connsiteX990" fmla="*/ 318031 w 886881"/>
                <a:gd name="connsiteY990" fmla="*/ 22951 h 209835"/>
                <a:gd name="connsiteX991" fmla="*/ 313113 w 886881"/>
                <a:gd name="connsiteY991" fmla="*/ 22951 h 209835"/>
                <a:gd name="connsiteX992" fmla="*/ 309835 w 886881"/>
                <a:gd name="connsiteY992" fmla="*/ 22951 h 209835"/>
                <a:gd name="connsiteX993" fmla="*/ 304916 w 886881"/>
                <a:gd name="connsiteY993" fmla="*/ 22951 h 209835"/>
                <a:gd name="connsiteX994" fmla="*/ 301638 w 886881"/>
                <a:gd name="connsiteY994" fmla="*/ 22951 h 209835"/>
                <a:gd name="connsiteX995" fmla="*/ 296720 w 886881"/>
                <a:gd name="connsiteY995" fmla="*/ 22951 h 209835"/>
                <a:gd name="connsiteX996" fmla="*/ 293441 w 886881"/>
                <a:gd name="connsiteY996" fmla="*/ 22951 h 209835"/>
                <a:gd name="connsiteX997" fmla="*/ 290163 w 886881"/>
                <a:gd name="connsiteY997" fmla="*/ 26229 h 209835"/>
                <a:gd name="connsiteX998" fmla="*/ 293441 w 886881"/>
                <a:gd name="connsiteY998" fmla="*/ 26229 h 209835"/>
                <a:gd name="connsiteX999" fmla="*/ 298359 w 886881"/>
                <a:gd name="connsiteY999" fmla="*/ 26229 h 209835"/>
                <a:gd name="connsiteX1000" fmla="*/ 301638 w 886881"/>
                <a:gd name="connsiteY1000" fmla="*/ 26229 h 209835"/>
                <a:gd name="connsiteX1001" fmla="*/ 304916 w 886881"/>
                <a:gd name="connsiteY1001" fmla="*/ 27869 h 209835"/>
                <a:gd name="connsiteX1002" fmla="*/ 309835 w 886881"/>
                <a:gd name="connsiteY1002" fmla="*/ 27869 h 209835"/>
                <a:gd name="connsiteX1003" fmla="*/ 314753 w 886881"/>
                <a:gd name="connsiteY1003" fmla="*/ 27869 h 209835"/>
                <a:gd name="connsiteX1004" fmla="*/ 318031 w 886881"/>
                <a:gd name="connsiteY1004" fmla="*/ 27869 h 209835"/>
                <a:gd name="connsiteX1005" fmla="*/ 322949 w 886881"/>
                <a:gd name="connsiteY1005" fmla="*/ 27869 h 209835"/>
                <a:gd name="connsiteX1006" fmla="*/ 326228 w 886881"/>
                <a:gd name="connsiteY1006" fmla="*/ 29508 h 209835"/>
                <a:gd name="connsiteX1007" fmla="*/ 322949 w 886881"/>
                <a:gd name="connsiteY1007" fmla="*/ 32787 h 209835"/>
                <a:gd name="connsiteX1008" fmla="*/ 319671 w 886881"/>
                <a:gd name="connsiteY1008" fmla="*/ 29508 h 209835"/>
                <a:gd name="connsiteX1009" fmla="*/ 314753 w 886881"/>
                <a:gd name="connsiteY1009" fmla="*/ 29508 h 209835"/>
                <a:gd name="connsiteX1010" fmla="*/ 311474 w 886881"/>
                <a:gd name="connsiteY1010" fmla="*/ 29508 h 209835"/>
                <a:gd name="connsiteX1011" fmla="*/ 308195 w 886881"/>
                <a:gd name="connsiteY1011" fmla="*/ 29508 h 209835"/>
                <a:gd name="connsiteX1012" fmla="*/ 309835 w 886881"/>
                <a:gd name="connsiteY1012" fmla="*/ 32787 h 209835"/>
                <a:gd name="connsiteX1013" fmla="*/ 304916 w 886881"/>
                <a:gd name="connsiteY1013" fmla="*/ 31147 h 209835"/>
                <a:gd name="connsiteX1014" fmla="*/ 301638 w 886881"/>
                <a:gd name="connsiteY1014" fmla="*/ 29508 h 209835"/>
                <a:gd name="connsiteX1015" fmla="*/ 298359 w 886881"/>
                <a:gd name="connsiteY1015" fmla="*/ 27869 h 209835"/>
                <a:gd name="connsiteX1016" fmla="*/ 293441 w 886881"/>
                <a:gd name="connsiteY1016" fmla="*/ 27869 h 209835"/>
                <a:gd name="connsiteX1017" fmla="*/ 290163 w 886881"/>
                <a:gd name="connsiteY1017" fmla="*/ 27869 h 209835"/>
                <a:gd name="connsiteX1018" fmla="*/ 285245 w 886881"/>
                <a:gd name="connsiteY1018" fmla="*/ 27869 h 209835"/>
                <a:gd name="connsiteX1019" fmla="*/ 281966 w 886881"/>
                <a:gd name="connsiteY1019" fmla="*/ 27869 h 209835"/>
                <a:gd name="connsiteX1020" fmla="*/ 278687 w 886881"/>
                <a:gd name="connsiteY1020" fmla="*/ 29508 h 209835"/>
                <a:gd name="connsiteX1021" fmla="*/ 273769 w 886881"/>
                <a:gd name="connsiteY1021" fmla="*/ 31147 h 209835"/>
                <a:gd name="connsiteX1022" fmla="*/ 277048 w 886881"/>
                <a:gd name="connsiteY1022" fmla="*/ 32787 h 209835"/>
                <a:gd name="connsiteX1023" fmla="*/ 273769 w 886881"/>
                <a:gd name="connsiteY1023" fmla="*/ 31147 h 209835"/>
                <a:gd name="connsiteX1024" fmla="*/ 270491 w 886881"/>
                <a:gd name="connsiteY1024" fmla="*/ 27869 h 209835"/>
                <a:gd name="connsiteX1025" fmla="*/ 267212 w 886881"/>
                <a:gd name="connsiteY1025" fmla="*/ 26229 h 209835"/>
                <a:gd name="connsiteX1026" fmla="*/ 263933 w 886881"/>
                <a:gd name="connsiteY1026" fmla="*/ 27869 h 209835"/>
                <a:gd name="connsiteX1027" fmla="*/ 259015 w 886881"/>
                <a:gd name="connsiteY1027" fmla="*/ 26229 h 209835"/>
                <a:gd name="connsiteX1028" fmla="*/ 255736 w 886881"/>
                <a:gd name="connsiteY1028" fmla="*/ 26229 h 209835"/>
                <a:gd name="connsiteX1029" fmla="*/ 250819 w 886881"/>
                <a:gd name="connsiteY1029" fmla="*/ 27869 h 209835"/>
                <a:gd name="connsiteX1030" fmla="*/ 245901 w 886881"/>
                <a:gd name="connsiteY1030" fmla="*/ 27869 h 209835"/>
                <a:gd name="connsiteX1031" fmla="*/ 242622 w 886881"/>
                <a:gd name="connsiteY1031" fmla="*/ 27869 h 209835"/>
                <a:gd name="connsiteX1032" fmla="*/ 239343 w 886881"/>
                <a:gd name="connsiteY1032" fmla="*/ 27869 h 209835"/>
                <a:gd name="connsiteX1033" fmla="*/ 234425 w 886881"/>
                <a:gd name="connsiteY1033" fmla="*/ 29508 h 209835"/>
                <a:gd name="connsiteX1034" fmla="*/ 231146 w 886881"/>
                <a:gd name="connsiteY1034" fmla="*/ 29508 h 209835"/>
                <a:gd name="connsiteX1035" fmla="*/ 226229 w 886881"/>
                <a:gd name="connsiteY1035" fmla="*/ 31147 h 209835"/>
                <a:gd name="connsiteX1036" fmla="*/ 222950 w 886881"/>
                <a:gd name="connsiteY1036" fmla="*/ 31147 h 209835"/>
                <a:gd name="connsiteX1037" fmla="*/ 218032 w 886881"/>
                <a:gd name="connsiteY1037" fmla="*/ 32787 h 209835"/>
                <a:gd name="connsiteX1038" fmla="*/ 222950 w 886881"/>
                <a:gd name="connsiteY1038" fmla="*/ 32787 h 209835"/>
                <a:gd name="connsiteX1039" fmla="*/ 219671 w 886881"/>
                <a:gd name="connsiteY1039" fmla="*/ 32787 h 209835"/>
                <a:gd name="connsiteX1040" fmla="*/ 214753 w 886881"/>
                <a:gd name="connsiteY1040" fmla="*/ 34426 h 209835"/>
                <a:gd name="connsiteX1041" fmla="*/ 211474 w 886881"/>
                <a:gd name="connsiteY1041" fmla="*/ 31147 h 209835"/>
                <a:gd name="connsiteX1042" fmla="*/ 208196 w 886881"/>
                <a:gd name="connsiteY1042" fmla="*/ 31147 h 209835"/>
                <a:gd name="connsiteX1043" fmla="*/ 203278 w 886881"/>
                <a:gd name="connsiteY1043" fmla="*/ 32787 h 209835"/>
                <a:gd name="connsiteX1044" fmla="*/ 203278 w 886881"/>
                <a:gd name="connsiteY1044" fmla="*/ 32787 h 209835"/>
                <a:gd name="connsiteX1045" fmla="*/ 201638 w 886881"/>
                <a:gd name="connsiteY1045" fmla="*/ 32787 h 209835"/>
                <a:gd name="connsiteX1046" fmla="*/ 196720 w 886881"/>
                <a:gd name="connsiteY1046" fmla="*/ 32787 h 209835"/>
                <a:gd name="connsiteX1047" fmla="*/ 193442 w 886881"/>
                <a:gd name="connsiteY1047" fmla="*/ 32787 h 209835"/>
                <a:gd name="connsiteX1048" fmla="*/ 188524 w 886881"/>
                <a:gd name="connsiteY1048" fmla="*/ 32787 h 209835"/>
                <a:gd name="connsiteX1049" fmla="*/ 185245 w 886881"/>
                <a:gd name="connsiteY1049" fmla="*/ 32787 h 209835"/>
                <a:gd name="connsiteX1050" fmla="*/ 180327 w 886881"/>
                <a:gd name="connsiteY1050" fmla="*/ 34426 h 209835"/>
                <a:gd name="connsiteX1051" fmla="*/ 177048 w 886881"/>
                <a:gd name="connsiteY1051" fmla="*/ 34426 h 209835"/>
                <a:gd name="connsiteX1052" fmla="*/ 172130 w 886881"/>
                <a:gd name="connsiteY1052" fmla="*/ 36065 h 209835"/>
                <a:gd name="connsiteX1053" fmla="*/ 167212 w 886881"/>
                <a:gd name="connsiteY1053" fmla="*/ 36065 h 209835"/>
                <a:gd name="connsiteX1054" fmla="*/ 163934 w 886881"/>
                <a:gd name="connsiteY1054" fmla="*/ 36065 h 209835"/>
                <a:gd name="connsiteX1055" fmla="*/ 160655 w 886881"/>
                <a:gd name="connsiteY1055" fmla="*/ 36065 h 209835"/>
                <a:gd name="connsiteX1056" fmla="*/ 157376 w 886881"/>
                <a:gd name="connsiteY1056" fmla="*/ 37705 h 209835"/>
                <a:gd name="connsiteX1057" fmla="*/ 152458 w 886881"/>
                <a:gd name="connsiteY1057" fmla="*/ 39344 h 209835"/>
                <a:gd name="connsiteX1058" fmla="*/ 147540 w 886881"/>
                <a:gd name="connsiteY1058" fmla="*/ 39344 h 209835"/>
                <a:gd name="connsiteX1059" fmla="*/ 149180 w 886881"/>
                <a:gd name="connsiteY1059" fmla="*/ 39344 h 209835"/>
                <a:gd name="connsiteX1060" fmla="*/ 152458 w 886881"/>
                <a:gd name="connsiteY1060" fmla="*/ 39344 h 209835"/>
                <a:gd name="connsiteX1061" fmla="*/ 157376 w 886881"/>
                <a:gd name="connsiteY1061" fmla="*/ 42623 h 209835"/>
                <a:gd name="connsiteX1062" fmla="*/ 160655 w 886881"/>
                <a:gd name="connsiteY1062" fmla="*/ 40983 h 209835"/>
                <a:gd name="connsiteX1063" fmla="*/ 165573 w 886881"/>
                <a:gd name="connsiteY1063" fmla="*/ 40983 h 209835"/>
                <a:gd name="connsiteX1064" fmla="*/ 168852 w 886881"/>
                <a:gd name="connsiteY1064" fmla="*/ 39344 h 209835"/>
                <a:gd name="connsiteX1065" fmla="*/ 173770 w 886881"/>
                <a:gd name="connsiteY1065" fmla="*/ 39344 h 209835"/>
                <a:gd name="connsiteX1066" fmla="*/ 177048 w 886881"/>
                <a:gd name="connsiteY1066" fmla="*/ 39344 h 209835"/>
                <a:gd name="connsiteX1067" fmla="*/ 181966 w 886881"/>
                <a:gd name="connsiteY1067" fmla="*/ 39344 h 209835"/>
                <a:gd name="connsiteX1068" fmla="*/ 185245 w 886881"/>
                <a:gd name="connsiteY1068" fmla="*/ 39344 h 209835"/>
                <a:gd name="connsiteX1069" fmla="*/ 188524 w 886881"/>
                <a:gd name="connsiteY1069" fmla="*/ 37705 h 209835"/>
                <a:gd name="connsiteX1070" fmla="*/ 193442 w 886881"/>
                <a:gd name="connsiteY1070" fmla="*/ 39344 h 209835"/>
                <a:gd name="connsiteX1071" fmla="*/ 193442 w 886881"/>
                <a:gd name="connsiteY1071" fmla="*/ 39344 h 209835"/>
                <a:gd name="connsiteX1072" fmla="*/ 198360 w 886881"/>
                <a:gd name="connsiteY1072" fmla="*/ 39344 h 209835"/>
                <a:gd name="connsiteX1073" fmla="*/ 203278 w 886881"/>
                <a:gd name="connsiteY1073" fmla="*/ 39344 h 209835"/>
                <a:gd name="connsiteX1074" fmla="*/ 198360 w 886881"/>
                <a:gd name="connsiteY1074" fmla="*/ 39344 h 209835"/>
                <a:gd name="connsiteX1075" fmla="*/ 195081 w 886881"/>
                <a:gd name="connsiteY1075" fmla="*/ 39344 h 209835"/>
                <a:gd name="connsiteX1076" fmla="*/ 191802 w 886881"/>
                <a:gd name="connsiteY1076" fmla="*/ 40983 h 209835"/>
                <a:gd name="connsiteX1077" fmla="*/ 188524 w 886881"/>
                <a:gd name="connsiteY1077" fmla="*/ 40983 h 209835"/>
                <a:gd name="connsiteX1078" fmla="*/ 185245 w 886881"/>
                <a:gd name="connsiteY1078" fmla="*/ 40983 h 209835"/>
                <a:gd name="connsiteX1079" fmla="*/ 180327 w 886881"/>
                <a:gd name="connsiteY1079" fmla="*/ 42623 h 209835"/>
                <a:gd name="connsiteX1080" fmla="*/ 177048 w 886881"/>
                <a:gd name="connsiteY1080" fmla="*/ 42623 h 209835"/>
                <a:gd name="connsiteX1081" fmla="*/ 172130 w 886881"/>
                <a:gd name="connsiteY1081" fmla="*/ 44262 h 209835"/>
                <a:gd name="connsiteX1082" fmla="*/ 168852 w 886881"/>
                <a:gd name="connsiteY1082" fmla="*/ 45901 h 209835"/>
                <a:gd name="connsiteX1083" fmla="*/ 173770 w 886881"/>
                <a:gd name="connsiteY1083" fmla="*/ 47541 h 209835"/>
                <a:gd name="connsiteX1084" fmla="*/ 177048 w 886881"/>
                <a:gd name="connsiteY1084" fmla="*/ 45901 h 209835"/>
                <a:gd name="connsiteX1085" fmla="*/ 180327 w 886881"/>
                <a:gd name="connsiteY1085" fmla="*/ 45901 h 209835"/>
                <a:gd name="connsiteX1086" fmla="*/ 185245 w 886881"/>
                <a:gd name="connsiteY1086" fmla="*/ 45901 h 209835"/>
                <a:gd name="connsiteX1087" fmla="*/ 186884 w 886881"/>
                <a:gd name="connsiteY1087" fmla="*/ 44262 h 209835"/>
                <a:gd name="connsiteX1088" fmla="*/ 191802 w 886881"/>
                <a:gd name="connsiteY1088" fmla="*/ 44262 h 209835"/>
                <a:gd name="connsiteX1089" fmla="*/ 195081 w 886881"/>
                <a:gd name="connsiteY1089" fmla="*/ 44262 h 209835"/>
                <a:gd name="connsiteX1090" fmla="*/ 199999 w 886881"/>
                <a:gd name="connsiteY1090" fmla="*/ 44262 h 209835"/>
                <a:gd name="connsiteX1091" fmla="*/ 203278 w 886881"/>
                <a:gd name="connsiteY1091" fmla="*/ 42623 h 209835"/>
                <a:gd name="connsiteX1092" fmla="*/ 208196 w 886881"/>
                <a:gd name="connsiteY1092" fmla="*/ 42623 h 209835"/>
                <a:gd name="connsiteX1093" fmla="*/ 211474 w 886881"/>
                <a:gd name="connsiteY1093" fmla="*/ 42623 h 209835"/>
                <a:gd name="connsiteX1094" fmla="*/ 216392 w 886881"/>
                <a:gd name="connsiteY1094" fmla="*/ 40983 h 209835"/>
                <a:gd name="connsiteX1095" fmla="*/ 219671 w 886881"/>
                <a:gd name="connsiteY1095" fmla="*/ 40983 h 209835"/>
                <a:gd name="connsiteX1096" fmla="*/ 224589 w 886881"/>
                <a:gd name="connsiteY1096" fmla="*/ 40983 h 209835"/>
                <a:gd name="connsiteX1097" fmla="*/ 229507 w 886881"/>
                <a:gd name="connsiteY1097" fmla="*/ 40983 h 209835"/>
                <a:gd name="connsiteX1098" fmla="*/ 234425 w 886881"/>
                <a:gd name="connsiteY1098" fmla="*/ 40983 h 209835"/>
                <a:gd name="connsiteX1099" fmla="*/ 237704 w 886881"/>
                <a:gd name="connsiteY1099" fmla="*/ 40983 h 209835"/>
                <a:gd name="connsiteX1100" fmla="*/ 240982 w 886881"/>
                <a:gd name="connsiteY1100" fmla="*/ 40983 h 209835"/>
                <a:gd name="connsiteX1101" fmla="*/ 245901 w 886881"/>
                <a:gd name="connsiteY1101" fmla="*/ 42623 h 209835"/>
                <a:gd name="connsiteX1102" fmla="*/ 249179 w 886881"/>
                <a:gd name="connsiteY1102" fmla="*/ 42623 h 209835"/>
                <a:gd name="connsiteX1103" fmla="*/ 245901 w 886881"/>
                <a:gd name="connsiteY1103" fmla="*/ 42623 h 209835"/>
                <a:gd name="connsiteX1104" fmla="*/ 240982 w 886881"/>
                <a:gd name="connsiteY1104" fmla="*/ 42623 h 209835"/>
                <a:gd name="connsiteX1105" fmla="*/ 237704 w 886881"/>
                <a:gd name="connsiteY1105" fmla="*/ 42623 h 209835"/>
                <a:gd name="connsiteX1106" fmla="*/ 234425 w 886881"/>
                <a:gd name="connsiteY1106" fmla="*/ 42623 h 209835"/>
                <a:gd name="connsiteX1107" fmla="*/ 229507 w 886881"/>
                <a:gd name="connsiteY1107" fmla="*/ 42623 h 209835"/>
                <a:gd name="connsiteX1108" fmla="*/ 224589 w 886881"/>
                <a:gd name="connsiteY1108" fmla="*/ 42623 h 209835"/>
                <a:gd name="connsiteX1109" fmla="*/ 219671 w 886881"/>
                <a:gd name="connsiteY1109" fmla="*/ 42623 h 209835"/>
                <a:gd name="connsiteX1110" fmla="*/ 214753 w 886881"/>
                <a:gd name="connsiteY1110" fmla="*/ 42623 h 209835"/>
                <a:gd name="connsiteX1111" fmla="*/ 211474 w 886881"/>
                <a:gd name="connsiteY1111" fmla="*/ 44262 h 209835"/>
                <a:gd name="connsiteX1112" fmla="*/ 208196 w 886881"/>
                <a:gd name="connsiteY1112" fmla="*/ 44262 h 209835"/>
                <a:gd name="connsiteX1113" fmla="*/ 203278 w 886881"/>
                <a:gd name="connsiteY1113" fmla="*/ 44262 h 209835"/>
                <a:gd name="connsiteX1114" fmla="*/ 199999 w 886881"/>
                <a:gd name="connsiteY1114" fmla="*/ 45901 h 209835"/>
                <a:gd name="connsiteX1115" fmla="*/ 195081 w 886881"/>
                <a:gd name="connsiteY1115" fmla="*/ 45901 h 209835"/>
                <a:gd name="connsiteX1116" fmla="*/ 191802 w 886881"/>
                <a:gd name="connsiteY1116" fmla="*/ 47541 h 209835"/>
                <a:gd name="connsiteX1117" fmla="*/ 186884 w 886881"/>
                <a:gd name="connsiteY1117" fmla="*/ 47541 h 209835"/>
                <a:gd name="connsiteX1118" fmla="*/ 183606 w 886881"/>
                <a:gd name="connsiteY1118" fmla="*/ 47541 h 209835"/>
                <a:gd name="connsiteX1119" fmla="*/ 186884 w 886881"/>
                <a:gd name="connsiteY1119" fmla="*/ 49180 h 209835"/>
                <a:gd name="connsiteX1120" fmla="*/ 190163 w 886881"/>
                <a:gd name="connsiteY1120" fmla="*/ 49180 h 209835"/>
                <a:gd name="connsiteX1121" fmla="*/ 195081 w 886881"/>
                <a:gd name="connsiteY1121" fmla="*/ 50819 h 209835"/>
                <a:gd name="connsiteX1122" fmla="*/ 198360 w 886881"/>
                <a:gd name="connsiteY1122" fmla="*/ 49180 h 209835"/>
                <a:gd name="connsiteX1123" fmla="*/ 201638 w 886881"/>
                <a:gd name="connsiteY1123" fmla="*/ 50819 h 209835"/>
                <a:gd name="connsiteX1124" fmla="*/ 198360 w 886881"/>
                <a:gd name="connsiteY1124" fmla="*/ 50819 h 209835"/>
                <a:gd name="connsiteX1125" fmla="*/ 195081 w 886881"/>
                <a:gd name="connsiteY1125" fmla="*/ 50819 h 209835"/>
                <a:gd name="connsiteX1126" fmla="*/ 190163 w 886881"/>
                <a:gd name="connsiteY1126" fmla="*/ 50819 h 209835"/>
                <a:gd name="connsiteX1127" fmla="*/ 186884 w 886881"/>
                <a:gd name="connsiteY1127" fmla="*/ 50819 h 209835"/>
                <a:gd name="connsiteX1128" fmla="*/ 183606 w 886881"/>
                <a:gd name="connsiteY1128" fmla="*/ 50819 h 209835"/>
                <a:gd name="connsiteX1129" fmla="*/ 178688 w 886881"/>
                <a:gd name="connsiteY1129" fmla="*/ 50819 h 209835"/>
                <a:gd name="connsiteX1130" fmla="*/ 175409 w 886881"/>
                <a:gd name="connsiteY1130" fmla="*/ 50819 h 209835"/>
                <a:gd name="connsiteX1131" fmla="*/ 170491 w 886881"/>
                <a:gd name="connsiteY1131" fmla="*/ 50819 h 209835"/>
                <a:gd name="connsiteX1132" fmla="*/ 167212 w 886881"/>
                <a:gd name="connsiteY1132" fmla="*/ 52459 h 209835"/>
                <a:gd name="connsiteX1133" fmla="*/ 170491 w 886881"/>
                <a:gd name="connsiteY1133" fmla="*/ 55737 h 209835"/>
                <a:gd name="connsiteX1134" fmla="*/ 170491 w 886881"/>
                <a:gd name="connsiteY1134" fmla="*/ 55737 h 209835"/>
                <a:gd name="connsiteX1135" fmla="*/ 175409 w 886881"/>
                <a:gd name="connsiteY1135" fmla="*/ 57377 h 209835"/>
                <a:gd name="connsiteX1136" fmla="*/ 178688 w 886881"/>
                <a:gd name="connsiteY1136" fmla="*/ 57377 h 209835"/>
                <a:gd name="connsiteX1137" fmla="*/ 181966 w 886881"/>
                <a:gd name="connsiteY1137" fmla="*/ 55737 h 209835"/>
                <a:gd name="connsiteX1138" fmla="*/ 186884 w 886881"/>
                <a:gd name="connsiteY1138" fmla="*/ 55737 h 209835"/>
                <a:gd name="connsiteX1139" fmla="*/ 191802 w 886881"/>
                <a:gd name="connsiteY1139" fmla="*/ 55737 h 209835"/>
                <a:gd name="connsiteX1140" fmla="*/ 195081 w 886881"/>
                <a:gd name="connsiteY1140" fmla="*/ 55737 h 209835"/>
                <a:gd name="connsiteX1141" fmla="*/ 199999 w 886881"/>
                <a:gd name="connsiteY1141" fmla="*/ 55737 h 209835"/>
                <a:gd name="connsiteX1142" fmla="*/ 203278 w 886881"/>
                <a:gd name="connsiteY1142" fmla="*/ 55737 h 209835"/>
                <a:gd name="connsiteX1143" fmla="*/ 208196 w 886881"/>
                <a:gd name="connsiteY1143" fmla="*/ 54098 h 209835"/>
                <a:gd name="connsiteX1144" fmla="*/ 213114 w 886881"/>
                <a:gd name="connsiteY1144" fmla="*/ 54098 h 209835"/>
                <a:gd name="connsiteX1145" fmla="*/ 216392 w 886881"/>
                <a:gd name="connsiteY1145" fmla="*/ 54098 h 209835"/>
                <a:gd name="connsiteX1146" fmla="*/ 221310 w 886881"/>
                <a:gd name="connsiteY1146" fmla="*/ 54098 h 209835"/>
                <a:gd name="connsiteX1147" fmla="*/ 224589 w 886881"/>
                <a:gd name="connsiteY1147" fmla="*/ 55737 h 209835"/>
                <a:gd name="connsiteX1148" fmla="*/ 227868 w 886881"/>
                <a:gd name="connsiteY1148" fmla="*/ 55737 h 209835"/>
                <a:gd name="connsiteX1149" fmla="*/ 232786 w 886881"/>
                <a:gd name="connsiteY1149" fmla="*/ 54098 h 209835"/>
                <a:gd name="connsiteX1150" fmla="*/ 237704 w 886881"/>
                <a:gd name="connsiteY1150" fmla="*/ 54098 h 209835"/>
                <a:gd name="connsiteX1151" fmla="*/ 240982 w 886881"/>
                <a:gd name="connsiteY1151" fmla="*/ 54098 h 209835"/>
                <a:gd name="connsiteX1152" fmla="*/ 245901 w 886881"/>
                <a:gd name="connsiteY1152" fmla="*/ 54098 h 209835"/>
                <a:gd name="connsiteX1153" fmla="*/ 250819 w 886881"/>
                <a:gd name="connsiteY1153" fmla="*/ 54098 h 209835"/>
                <a:gd name="connsiteX1154" fmla="*/ 254097 w 886881"/>
                <a:gd name="connsiteY1154" fmla="*/ 54098 h 209835"/>
                <a:gd name="connsiteX1155" fmla="*/ 259015 w 886881"/>
                <a:gd name="connsiteY1155" fmla="*/ 54098 h 209835"/>
                <a:gd name="connsiteX1156" fmla="*/ 262294 w 886881"/>
                <a:gd name="connsiteY1156" fmla="*/ 52459 h 209835"/>
                <a:gd name="connsiteX1157" fmla="*/ 267212 w 886881"/>
                <a:gd name="connsiteY1157" fmla="*/ 50819 h 209835"/>
                <a:gd name="connsiteX1158" fmla="*/ 270491 w 886881"/>
                <a:gd name="connsiteY1158" fmla="*/ 50819 h 209835"/>
                <a:gd name="connsiteX1159" fmla="*/ 273769 w 886881"/>
                <a:gd name="connsiteY1159" fmla="*/ 50819 h 209835"/>
                <a:gd name="connsiteX1160" fmla="*/ 278687 w 886881"/>
                <a:gd name="connsiteY1160" fmla="*/ 50819 h 209835"/>
                <a:gd name="connsiteX1161" fmla="*/ 281966 w 886881"/>
                <a:gd name="connsiteY1161" fmla="*/ 49180 h 209835"/>
                <a:gd name="connsiteX1162" fmla="*/ 286884 w 886881"/>
                <a:gd name="connsiteY1162" fmla="*/ 49180 h 209835"/>
                <a:gd name="connsiteX1163" fmla="*/ 291802 w 886881"/>
                <a:gd name="connsiteY1163" fmla="*/ 49180 h 209835"/>
                <a:gd name="connsiteX1164" fmla="*/ 295081 w 886881"/>
                <a:gd name="connsiteY1164" fmla="*/ 49180 h 209835"/>
                <a:gd name="connsiteX1165" fmla="*/ 298359 w 886881"/>
                <a:gd name="connsiteY1165" fmla="*/ 47541 h 209835"/>
                <a:gd name="connsiteX1166" fmla="*/ 303277 w 886881"/>
                <a:gd name="connsiteY1166" fmla="*/ 49180 h 209835"/>
                <a:gd name="connsiteX1167" fmla="*/ 299999 w 886881"/>
                <a:gd name="connsiteY1167" fmla="*/ 49180 h 209835"/>
                <a:gd name="connsiteX1168" fmla="*/ 295081 w 886881"/>
                <a:gd name="connsiteY1168" fmla="*/ 50819 h 209835"/>
                <a:gd name="connsiteX1169" fmla="*/ 291802 w 886881"/>
                <a:gd name="connsiteY1169" fmla="*/ 50819 h 209835"/>
                <a:gd name="connsiteX1170" fmla="*/ 286884 w 886881"/>
                <a:gd name="connsiteY1170" fmla="*/ 50819 h 209835"/>
                <a:gd name="connsiteX1171" fmla="*/ 281966 w 886881"/>
                <a:gd name="connsiteY1171" fmla="*/ 50819 h 209835"/>
                <a:gd name="connsiteX1172" fmla="*/ 278687 w 886881"/>
                <a:gd name="connsiteY1172" fmla="*/ 52459 h 209835"/>
                <a:gd name="connsiteX1173" fmla="*/ 275409 w 886881"/>
                <a:gd name="connsiteY1173" fmla="*/ 52459 h 209835"/>
                <a:gd name="connsiteX1174" fmla="*/ 272130 w 886881"/>
                <a:gd name="connsiteY1174" fmla="*/ 54098 h 209835"/>
                <a:gd name="connsiteX1175" fmla="*/ 267212 w 886881"/>
                <a:gd name="connsiteY1175" fmla="*/ 54098 h 209835"/>
                <a:gd name="connsiteX1176" fmla="*/ 263933 w 886881"/>
                <a:gd name="connsiteY1176" fmla="*/ 54098 h 209835"/>
                <a:gd name="connsiteX1177" fmla="*/ 259015 w 886881"/>
                <a:gd name="connsiteY1177" fmla="*/ 55737 h 209835"/>
                <a:gd name="connsiteX1178" fmla="*/ 254097 w 886881"/>
                <a:gd name="connsiteY1178" fmla="*/ 55737 h 209835"/>
                <a:gd name="connsiteX1179" fmla="*/ 249179 w 886881"/>
                <a:gd name="connsiteY1179" fmla="*/ 55737 h 209835"/>
                <a:gd name="connsiteX1180" fmla="*/ 245901 w 886881"/>
                <a:gd name="connsiteY1180" fmla="*/ 57377 h 209835"/>
                <a:gd name="connsiteX1181" fmla="*/ 240982 w 886881"/>
                <a:gd name="connsiteY1181" fmla="*/ 57377 h 209835"/>
                <a:gd name="connsiteX1182" fmla="*/ 237704 w 886881"/>
                <a:gd name="connsiteY1182" fmla="*/ 57377 h 209835"/>
                <a:gd name="connsiteX1183" fmla="*/ 234425 w 886881"/>
                <a:gd name="connsiteY1183" fmla="*/ 57377 h 209835"/>
                <a:gd name="connsiteX1184" fmla="*/ 229507 w 886881"/>
                <a:gd name="connsiteY1184" fmla="*/ 57377 h 209835"/>
                <a:gd name="connsiteX1185" fmla="*/ 226229 w 886881"/>
                <a:gd name="connsiteY1185" fmla="*/ 57377 h 209835"/>
                <a:gd name="connsiteX1186" fmla="*/ 221310 w 886881"/>
                <a:gd name="connsiteY1186" fmla="*/ 57377 h 209835"/>
                <a:gd name="connsiteX1187" fmla="*/ 218032 w 886881"/>
                <a:gd name="connsiteY1187" fmla="*/ 57377 h 209835"/>
                <a:gd name="connsiteX1188" fmla="*/ 213114 w 886881"/>
                <a:gd name="connsiteY1188" fmla="*/ 57377 h 209835"/>
                <a:gd name="connsiteX1189" fmla="*/ 209835 w 886881"/>
                <a:gd name="connsiteY1189" fmla="*/ 57377 h 209835"/>
                <a:gd name="connsiteX1190" fmla="*/ 204917 w 886881"/>
                <a:gd name="connsiteY1190" fmla="*/ 57377 h 209835"/>
                <a:gd name="connsiteX1191" fmla="*/ 201638 w 886881"/>
                <a:gd name="connsiteY1191" fmla="*/ 57377 h 209835"/>
                <a:gd name="connsiteX1192" fmla="*/ 196720 w 886881"/>
                <a:gd name="connsiteY1192" fmla="*/ 57377 h 209835"/>
                <a:gd name="connsiteX1193" fmla="*/ 191802 w 886881"/>
                <a:gd name="connsiteY1193" fmla="*/ 57377 h 209835"/>
                <a:gd name="connsiteX1194" fmla="*/ 186884 w 886881"/>
                <a:gd name="connsiteY1194" fmla="*/ 57377 h 209835"/>
                <a:gd name="connsiteX1195" fmla="*/ 183606 w 886881"/>
                <a:gd name="connsiteY1195" fmla="*/ 59016 h 209835"/>
                <a:gd name="connsiteX1196" fmla="*/ 178688 w 886881"/>
                <a:gd name="connsiteY1196" fmla="*/ 59016 h 209835"/>
                <a:gd name="connsiteX1197" fmla="*/ 181966 w 886881"/>
                <a:gd name="connsiteY1197" fmla="*/ 60655 h 209835"/>
                <a:gd name="connsiteX1198" fmla="*/ 186884 w 886881"/>
                <a:gd name="connsiteY1198" fmla="*/ 62295 h 209835"/>
                <a:gd name="connsiteX1199" fmla="*/ 190163 w 886881"/>
                <a:gd name="connsiteY1199" fmla="*/ 62295 h 209835"/>
                <a:gd name="connsiteX1200" fmla="*/ 193442 w 886881"/>
                <a:gd name="connsiteY1200" fmla="*/ 63934 h 209835"/>
                <a:gd name="connsiteX1201" fmla="*/ 198360 w 886881"/>
                <a:gd name="connsiteY1201" fmla="*/ 65573 h 209835"/>
                <a:gd name="connsiteX1202" fmla="*/ 201638 w 886881"/>
                <a:gd name="connsiteY1202" fmla="*/ 65573 h 209835"/>
                <a:gd name="connsiteX1203" fmla="*/ 204917 w 886881"/>
                <a:gd name="connsiteY1203" fmla="*/ 65573 h 209835"/>
                <a:gd name="connsiteX1204" fmla="*/ 208196 w 886881"/>
                <a:gd name="connsiteY1204" fmla="*/ 67213 h 209835"/>
                <a:gd name="connsiteX1205" fmla="*/ 213114 w 886881"/>
                <a:gd name="connsiteY1205" fmla="*/ 67213 h 209835"/>
                <a:gd name="connsiteX1206" fmla="*/ 218032 w 886881"/>
                <a:gd name="connsiteY1206" fmla="*/ 67213 h 209835"/>
                <a:gd name="connsiteX1207" fmla="*/ 221310 w 886881"/>
                <a:gd name="connsiteY1207" fmla="*/ 67213 h 209835"/>
                <a:gd name="connsiteX1208" fmla="*/ 224589 w 886881"/>
                <a:gd name="connsiteY1208" fmla="*/ 65573 h 209835"/>
                <a:gd name="connsiteX1209" fmla="*/ 229507 w 886881"/>
                <a:gd name="connsiteY1209" fmla="*/ 63934 h 209835"/>
                <a:gd name="connsiteX1210" fmla="*/ 232786 w 886881"/>
                <a:gd name="connsiteY1210" fmla="*/ 63934 h 209835"/>
                <a:gd name="connsiteX1211" fmla="*/ 237704 w 886881"/>
                <a:gd name="connsiteY1211" fmla="*/ 62295 h 209835"/>
                <a:gd name="connsiteX1212" fmla="*/ 240982 w 886881"/>
                <a:gd name="connsiteY1212" fmla="*/ 62295 h 209835"/>
                <a:gd name="connsiteX1213" fmla="*/ 244261 w 886881"/>
                <a:gd name="connsiteY1213" fmla="*/ 60655 h 209835"/>
                <a:gd name="connsiteX1214" fmla="*/ 249179 w 886881"/>
                <a:gd name="connsiteY1214" fmla="*/ 60655 h 209835"/>
                <a:gd name="connsiteX1215" fmla="*/ 252458 w 886881"/>
                <a:gd name="connsiteY1215" fmla="*/ 59016 h 209835"/>
                <a:gd name="connsiteX1216" fmla="*/ 257376 w 886881"/>
                <a:gd name="connsiteY1216" fmla="*/ 57377 h 209835"/>
                <a:gd name="connsiteX1217" fmla="*/ 260654 w 886881"/>
                <a:gd name="connsiteY1217" fmla="*/ 57377 h 209835"/>
                <a:gd name="connsiteX1218" fmla="*/ 265573 w 886881"/>
                <a:gd name="connsiteY1218" fmla="*/ 57377 h 209835"/>
                <a:gd name="connsiteX1219" fmla="*/ 268851 w 886881"/>
                <a:gd name="connsiteY1219" fmla="*/ 55737 h 209835"/>
                <a:gd name="connsiteX1220" fmla="*/ 273769 w 886881"/>
                <a:gd name="connsiteY1220" fmla="*/ 55737 h 209835"/>
                <a:gd name="connsiteX1221" fmla="*/ 277048 w 886881"/>
                <a:gd name="connsiteY1221" fmla="*/ 55737 h 209835"/>
                <a:gd name="connsiteX1222" fmla="*/ 281966 w 886881"/>
                <a:gd name="connsiteY1222" fmla="*/ 55737 h 209835"/>
                <a:gd name="connsiteX1223" fmla="*/ 285245 w 886881"/>
                <a:gd name="connsiteY1223" fmla="*/ 55737 h 209835"/>
                <a:gd name="connsiteX1224" fmla="*/ 290163 w 886881"/>
                <a:gd name="connsiteY1224" fmla="*/ 54098 h 209835"/>
                <a:gd name="connsiteX1225" fmla="*/ 295081 w 886881"/>
                <a:gd name="connsiteY1225" fmla="*/ 54098 h 209835"/>
                <a:gd name="connsiteX1226" fmla="*/ 298359 w 886881"/>
                <a:gd name="connsiteY1226" fmla="*/ 54098 h 209835"/>
                <a:gd name="connsiteX1227" fmla="*/ 303277 w 886881"/>
                <a:gd name="connsiteY1227" fmla="*/ 54098 h 209835"/>
                <a:gd name="connsiteX1228" fmla="*/ 306556 w 886881"/>
                <a:gd name="connsiteY1228" fmla="*/ 54098 h 209835"/>
                <a:gd name="connsiteX1229" fmla="*/ 311474 w 886881"/>
                <a:gd name="connsiteY1229" fmla="*/ 54098 h 209835"/>
                <a:gd name="connsiteX1230" fmla="*/ 314753 w 886881"/>
                <a:gd name="connsiteY1230" fmla="*/ 54098 h 209835"/>
                <a:gd name="connsiteX1231" fmla="*/ 319671 w 886881"/>
                <a:gd name="connsiteY1231" fmla="*/ 54098 h 209835"/>
                <a:gd name="connsiteX1232" fmla="*/ 324589 w 886881"/>
                <a:gd name="connsiteY1232" fmla="*/ 54098 h 209835"/>
                <a:gd name="connsiteX1233" fmla="*/ 327867 w 886881"/>
                <a:gd name="connsiteY1233" fmla="*/ 52459 h 209835"/>
                <a:gd name="connsiteX1234" fmla="*/ 332785 w 886881"/>
                <a:gd name="connsiteY1234" fmla="*/ 52459 h 209835"/>
                <a:gd name="connsiteX1235" fmla="*/ 336064 w 886881"/>
                <a:gd name="connsiteY1235" fmla="*/ 52459 h 209835"/>
                <a:gd name="connsiteX1236" fmla="*/ 340982 w 886881"/>
                <a:gd name="connsiteY1236" fmla="*/ 52459 h 209835"/>
                <a:gd name="connsiteX1237" fmla="*/ 344261 w 886881"/>
                <a:gd name="connsiteY1237" fmla="*/ 52459 h 209835"/>
                <a:gd name="connsiteX1238" fmla="*/ 349179 w 886881"/>
                <a:gd name="connsiteY1238" fmla="*/ 52459 h 209835"/>
                <a:gd name="connsiteX1239" fmla="*/ 352457 w 886881"/>
                <a:gd name="connsiteY1239" fmla="*/ 52459 h 209835"/>
                <a:gd name="connsiteX1240" fmla="*/ 347539 w 886881"/>
                <a:gd name="connsiteY1240" fmla="*/ 52459 h 209835"/>
                <a:gd name="connsiteX1241" fmla="*/ 344261 w 886881"/>
                <a:gd name="connsiteY1241" fmla="*/ 54098 h 209835"/>
                <a:gd name="connsiteX1242" fmla="*/ 340982 w 886881"/>
                <a:gd name="connsiteY1242" fmla="*/ 54098 h 209835"/>
                <a:gd name="connsiteX1243" fmla="*/ 336064 w 886881"/>
                <a:gd name="connsiteY1243" fmla="*/ 54098 h 209835"/>
                <a:gd name="connsiteX1244" fmla="*/ 331146 w 886881"/>
                <a:gd name="connsiteY1244" fmla="*/ 54098 h 209835"/>
                <a:gd name="connsiteX1245" fmla="*/ 327867 w 886881"/>
                <a:gd name="connsiteY1245" fmla="*/ 54098 h 209835"/>
                <a:gd name="connsiteX1246" fmla="*/ 324589 w 886881"/>
                <a:gd name="connsiteY1246" fmla="*/ 54098 h 209835"/>
                <a:gd name="connsiteX1247" fmla="*/ 319671 w 886881"/>
                <a:gd name="connsiteY1247" fmla="*/ 54098 h 209835"/>
                <a:gd name="connsiteX1248" fmla="*/ 314753 w 886881"/>
                <a:gd name="connsiteY1248" fmla="*/ 54098 h 209835"/>
                <a:gd name="connsiteX1249" fmla="*/ 311474 w 886881"/>
                <a:gd name="connsiteY1249" fmla="*/ 54098 h 209835"/>
                <a:gd name="connsiteX1250" fmla="*/ 306556 w 886881"/>
                <a:gd name="connsiteY1250" fmla="*/ 55737 h 209835"/>
                <a:gd name="connsiteX1251" fmla="*/ 303277 w 886881"/>
                <a:gd name="connsiteY1251" fmla="*/ 55737 h 209835"/>
                <a:gd name="connsiteX1252" fmla="*/ 298359 w 886881"/>
                <a:gd name="connsiteY1252" fmla="*/ 55737 h 209835"/>
                <a:gd name="connsiteX1253" fmla="*/ 293441 w 886881"/>
                <a:gd name="connsiteY1253" fmla="*/ 55737 h 209835"/>
                <a:gd name="connsiteX1254" fmla="*/ 290163 w 886881"/>
                <a:gd name="connsiteY1254" fmla="*/ 55737 h 209835"/>
                <a:gd name="connsiteX1255" fmla="*/ 286884 w 886881"/>
                <a:gd name="connsiteY1255" fmla="*/ 55737 h 209835"/>
                <a:gd name="connsiteX1256" fmla="*/ 281966 w 886881"/>
                <a:gd name="connsiteY1256" fmla="*/ 57377 h 209835"/>
                <a:gd name="connsiteX1257" fmla="*/ 278687 w 886881"/>
                <a:gd name="connsiteY1257" fmla="*/ 57377 h 209835"/>
                <a:gd name="connsiteX1258" fmla="*/ 275409 w 886881"/>
                <a:gd name="connsiteY1258" fmla="*/ 57377 h 209835"/>
                <a:gd name="connsiteX1259" fmla="*/ 270491 w 886881"/>
                <a:gd name="connsiteY1259" fmla="*/ 57377 h 209835"/>
                <a:gd name="connsiteX1260" fmla="*/ 265573 w 886881"/>
                <a:gd name="connsiteY1260" fmla="*/ 59016 h 209835"/>
                <a:gd name="connsiteX1261" fmla="*/ 262294 w 886881"/>
                <a:gd name="connsiteY1261" fmla="*/ 59016 h 209835"/>
                <a:gd name="connsiteX1262" fmla="*/ 257376 w 886881"/>
                <a:gd name="connsiteY1262" fmla="*/ 60655 h 209835"/>
                <a:gd name="connsiteX1263" fmla="*/ 254097 w 886881"/>
                <a:gd name="connsiteY1263" fmla="*/ 60655 h 209835"/>
                <a:gd name="connsiteX1264" fmla="*/ 250819 w 886881"/>
                <a:gd name="connsiteY1264" fmla="*/ 62295 h 209835"/>
                <a:gd name="connsiteX1265" fmla="*/ 245901 w 886881"/>
                <a:gd name="connsiteY1265" fmla="*/ 63934 h 209835"/>
                <a:gd name="connsiteX1266" fmla="*/ 242622 w 886881"/>
                <a:gd name="connsiteY1266" fmla="*/ 63934 h 209835"/>
                <a:gd name="connsiteX1267" fmla="*/ 237704 w 886881"/>
                <a:gd name="connsiteY1267" fmla="*/ 65573 h 209835"/>
                <a:gd name="connsiteX1268" fmla="*/ 234425 w 886881"/>
                <a:gd name="connsiteY1268" fmla="*/ 68852 h 209835"/>
                <a:gd name="connsiteX1269" fmla="*/ 237704 w 886881"/>
                <a:gd name="connsiteY1269" fmla="*/ 68852 h 209835"/>
                <a:gd name="connsiteX1270" fmla="*/ 242622 w 886881"/>
                <a:gd name="connsiteY1270" fmla="*/ 70491 h 209835"/>
                <a:gd name="connsiteX1271" fmla="*/ 245901 w 886881"/>
                <a:gd name="connsiteY1271" fmla="*/ 70491 h 209835"/>
                <a:gd name="connsiteX1272" fmla="*/ 249179 w 886881"/>
                <a:gd name="connsiteY1272" fmla="*/ 68852 h 209835"/>
                <a:gd name="connsiteX1273" fmla="*/ 254097 w 886881"/>
                <a:gd name="connsiteY1273" fmla="*/ 68852 h 209835"/>
                <a:gd name="connsiteX1274" fmla="*/ 257376 w 886881"/>
                <a:gd name="connsiteY1274" fmla="*/ 68852 h 209835"/>
                <a:gd name="connsiteX1275" fmla="*/ 254097 w 886881"/>
                <a:gd name="connsiteY1275" fmla="*/ 70491 h 209835"/>
                <a:gd name="connsiteX1276" fmla="*/ 257376 w 886881"/>
                <a:gd name="connsiteY1276" fmla="*/ 70491 h 209835"/>
                <a:gd name="connsiteX1277" fmla="*/ 260654 w 886881"/>
                <a:gd name="connsiteY1277" fmla="*/ 70491 h 209835"/>
                <a:gd name="connsiteX1278" fmla="*/ 265573 w 886881"/>
                <a:gd name="connsiteY1278" fmla="*/ 70491 h 209835"/>
                <a:gd name="connsiteX1279" fmla="*/ 268851 w 886881"/>
                <a:gd name="connsiteY1279" fmla="*/ 70491 h 209835"/>
                <a:gd name="connsiteX1280" fmla="*/ 273769 w 886881"/>
                <a:gd name="connsiteY1280" fmla="*/ 70491 h 209835"/>
                <a:gd name="connsiteX1281" fmla="*/ 277048 w 886881"/>
                <a:gd name="connsiteY1281" fmla="*/ 70491 h 209835"/>
                <a:gd name="connsiteX1282" fmla="*/ 281966 w 886881"/>
                <a:gd name="connsiteY1282" fmla="*/ 70491 h 209835"/>
                <a:gd name="connsiteX1283" fmla="*/ 285245 w 886881"/>
                <a:gd name="connsiteY1283" fmla="*/ 70491 h 209835"/>
                <a:gd name="connsiteX1284" fmla="*/ 290163 w 886881"/>
                <a:gd name="connsiteY1284" fmla="*/ 70491 h 209835"/>
                <a:gd name="connsiteX1285" fmla="*/ 295081 w 886881"/>
                <a:gd name="connsiteY1285" fmla="*/ 70491 h 209835"/>
                <a:gd name="connsiteX1286" fmla="*/ 298359 w 886881"/>
                <a:gd name="connsiteY1286" fmla="*/ 68852 h 209835"/>
                <a:gd name="connsiteX1287" fmla="*/ 301638 w 886881"/>
                <a:gd name="connsiteY1287" fmla="*/ 68852 h 209835"/>
                <a:gd name="connsiteX1288" fmla="*/ 304916 w 886881"/>
                <a:gd name="connsiteY1288" fmla="*/ 63934 h 209835"/>
                <a:gd name="connsiteX1289" fmla="*/ 308195 w 886881"/>
                <a:gd name="connsiteY1289" fmla="*/ 63934 h 209835"/>
                <a:gd name="connsiteX1290" fmla="*/ 313113 w 886881"/>
                <a:gd name="connsiteY1290" fmla="*/ 63934 h 209835"/>
                <a:gd name="connsiteX1291" fmla="*/ 316392 w 886881"/>
                <a:gd name="connsiteY1291" fmla="*/ 62295 h 209835"/>
                <a:gd name="connsiteX1292" fmla="*/ 321310 w 886881"/>
                <a:gd name="connsiteY1292" fmla="*/ 62295 h 209835"/>
                <a:gd name="connsiteX1293" fmla="*/ 324589 w 886881"/>
                <a:gd name="connsiteY1293" fmla="*/ 62295 h 209835"/>
                <a:gd name="connsiteX1294" fmla="*/ 321310 w 886881"/>
                <a:gd name="connsiteY1294" fmla="*/ 62295 h 209835"/>
                <a:gd name="connsiteX1295" fmla="*/ 316392 w 886881"/>
                <a:gd name="connsiteY1295" fmla="*/ 63934 h 209835"/>
                <a:gd name="connsiteX1296" fmla="*/ 313113 w 886881"/>
                <a:gd name="connsiteY1296" fmla="*/ 65573 h 209835"/>
                <a:gd name="connsiteX1297" fmla="*/ 316392 w 886881"/>
                <a:gd name="connsiteY1297" fmla="*/ 65573 h 209835"/>
                <a:gd name="connsiteX1298" fmla="*/ 321310 w 886881"/>
                <a:gd name="connsiteY1298" fmla="*/ 65573 h 209835"/>
                <a:gd name="connsiteX1299" fmla="*/ 326228 w 886881"/>
                <a:gd name="connsiteY1299" fmla="*/ 63934 h 209835"/>
                <a:gd name="connsiteX1300" fmla="*/ 329507 w 886881"/>
                <a:gd name="connsiteY1300" fmla="*/ 63934 h 209835"/>
                <a:gd name="connsiteX1301" fmla="*/ 332785 w 886881"/>
                <a:gd name="connsiteY1301" fmla="*/ 63934 h 209835"/>
                <a:gd name="connsiteX1302" fmla="*/ 337703 w 886881"/>
                <a:gd name="connsiteY1302" fmla="*/ 63934 h 209835"/>
                <a:gd name="connsiteX1303" fmla="*/ 340982 w 886881"/>
                <a:gd name="connsiteY1303" fmla="*/ 62295 h 209835"/>
                <a:gd name="connsiteX1304" fmla="*/ 345900 w 886881"/>
                <a:gd name="connsiteY1304" fmla="*/ 62295 h 209835"/>
                <a:gd name="connsiteX1305" fmla="*/ 349179 w 886881"/>
                <a:gd name="connsiteY1305" fmla="*/ 62295 h 209835"/>
                <a:gd name="connsiteX1306" fmla="*/ 352457 w 886881"/>
                <a:gd name="connsiteY1306" fmla="*/ 60655 h 209835"/>
                <a:gd name="connsiteX1307" fmla="*/ 357375 w 886881"/>
                <a:gd name="connsiteY1307" fmla="*/ 62295 h 209835"/>
                <a:gd name="connsiteX1308" fmla="*/ 352457 w 886881"/>
                <a:gd name="connsiteY1308" fmla="*/ 62295 h 209835"/>
                <a:gd name="connsiteX1309" fmla="*/ 349179 w 886881"/>
                <a:gd name="connsiteY1309" fmla="*/ 63934 h 209835"/>
                <a:gd name="connsiteX1310" fmla="*/ 345900 w 886881"/>
                <a:gd name="connsiteY1310" fmla="*/ 63934 h 209835"/>
                <a:gd name="connsiteX1311" fmla="*/ 340982 w 886881"/>
                <a:gd name="connsiteY1311" fmla="*/ 63934 h 209835"/>
                <a:gd name="connsiteX1312" fmla="*/ 336064 w 886881"/>
                <a:gd name="connsiteY1312" fmla="*/ 65573 h 209835"/>
                <a:gd name="connsiteX1313" fmla="*/ 331146 w 886881"/>
                <a:gd name="connsiteY1313" fmla="*/ 65573 h 209835"/>
                <a:gd name="connsiteX1314" fmla="*/ 327867 w 886881"/>
                <a:gd name="connsiteY1314" fmla="*/ 65573 h 209835"/>
                <a:gd name="connsiteX1315" fmla="*/ 322949 w 886881"/>
                <a:gd name="connsiteY1315" fmla="*/ 67213 h 209835"/>
                <a:gd name="connsiteX1316" fmla="*/ 318031 w 886881"/>
                <a:gd name="connsiteY1316" fmla="*/ 67213 h 209835"/>
                <a:gd name="connsiteX1317" fmla="*/ 314753 w 886881"/>
                <a:gd name="connsiteY1317" fmla="*/ 70491 h 209835"/>
                <a:gd name="connsiteX1318" fmla="*/ 318031 w 886881"/>
                <a:gd name="connsiteY1318" fmla="*/ 70491 h 209835"/>
                <a:gd name="connsiteX1319" fmla="*/ 322949 w 886881"/>
                <a:gd name="connsiteY1319" fmla="*/ 70491 h 209835"/>
                <a:gd name="connsiteX1320" fmla="*/ 326228 w 886881"/>
                <a:gd name="connsiteY1320" fmla="*/ 68852 h 209835"/>
                <a:gd name="connsiteX1321" fmla="*/ 331146 w 886881"/>
                <a:gd name="connsiteY1321" fmla="*/ 68852 h 209835"/>
                <a:gd name="connsiteX1322" fmla="*/ 334425 w 886881"/>
                <a:gd name="connsiteY1322" fmla="*/ 68852 h 209835"/>
                <a:gd name="connsiteX1323" fmla="*/ 339343 w 886881"/>
                <a:gd name="connsiteY1323" fmla="*/ 68852 h 209835"/>
                <a:gd name="connsiteX1324" fmla="*/ 344261 w 886881"/>
                <a:gd name="connsiteY1324" fmla="*/ 68852 h 209835"/>
                <a:gd name="connsiteX1325" fmla="*/ 347539 w 886881"/>
                <a:gd name="connsiteY1325" fmla="*/ 68852 h 209835"/>
                <a:gd name="connsiteX1326" fmla="*/ 352457 w 886881"/>
                <a:gd name="connsiteY1326" fmla="*/ 68852 h 209835"/>
                <a:gd name="connsiteX1327" fmla="*/ 357375 w 886881"/>
                <a:gd name="connsiteY1327" fmla="*/ 67213 h 209835"/>
                <a:gd name="connsiteX1328" fmla="*/ 360654 w 886881"/>
                <a:gd name="connsiteY1328" fmla="*/ 67213 h 209835"/>
                <a:gd name="connsiteX1329" fmla="*/ 365572 w 886881"/>
                <a:gd name="connsiteY1329" fmla="*/ 67213 h 209835"/>
                <a:gd name="connsiteX1330" fmla="*/ 368851 w 886881"/>
                <a:gd name="connsiteY1330" fmla="*/ 67213 h 209835"/>
                <a:gd name="connsiteX1331" fmla="*/ 373769 w 886881"/>
                <a:gd name="connsiteY1331" fmla="*/ 65573 h 209835"/>
                <a:gd name="connsiteX1332" fmla="*/ 377047 w 886881"/>
                <a:gd name="connsiteY1332" fmla="*/ 65573 h 209835"/>
                <a:gd name="connsiteX1333" fmla="*/ 380326 w 886881"/>
                <a:gd name="connsiteY1333" fmla="*/ 65573 h 209835"/>
                <a:gd name="connsiteX1334" fmla="*/ 385244 w 886881"/>
                <a:gd name="connsiteY1334" fmla="*/ 63934 h 209835"/>
                <a:gd name="connsiteX1335" fmla="*/ 388523 w 886881"/>
                <a:gd name="connsiteY1335" fmla="*/ 63934 h 209835"/>
                <a:gd name="connsiteX1336" fmla="*/ 393441 w 886881"/>
                <a:gd name="connsiteY1336" fmla="*/ 63934 h 209835"/>
                <a:gd name="connsiteX1337" fmla="*/ 398359 w 886881"/>
                <a:gd name="connsiteY1337" fmla="*/ 63934 h 209835"/>
                <a:gd name="connsiteX1338" fmla="*/ 401638 w 886881"/>
                <a:gd name="connsiteY1338" fmla="*/ 62295 h 209835"/>
                <a:gd name="connsiteX1339" fmla="*/ 406556 w 886881"/>
                <a:gd name="connsiteY1339" fmla="*/ 62295 h 209835"/>
                <a:gd name="connsiteX1340" fmla="*/ 409834 w 886881"/>
                <a:gd name="connsiteY1340" fmla="*/ 60655 h 209835"/>
                <a:gd name="connsiteX1341" fmla="*/ 414752 w 886881"/>
                <a:gd name="connsiteY1341" fmla="*/ 60655 h 209835"/>
                <a:gd name="connsiteX1342" fmla="*/ 418031 w 886881"/>
                <a:gd name="connsiteY1342" fmla="*/ 59016 h 209835"/>
                <a:gd name="connsiteX1343" fmla="*/ 421310 w 886881"/>
                <a:gd name="connsiteY1343" fmla="*/ 55737 h 209835"/>
                <a:gd name="connsiteX1344" fmla="*/ 426228 w 886881"/>
                <a:gd name="connsiteY1344" fmla="*/ 55737 h 209835"/>
                <a:gd name="connsiteX1345" fmla="*/ 429506 w 886881"/>
                <a:gd name="connsiteY1345" fmla="*/ 54098 h 209835"/>
                <a:gd name="connsiteX1346" fmla="*/ 429506 w 886881"/>
                <a:gd name="connsiteY1346" fmla="*/ 54098 h 209835"/>
                <a:gd name="connsiteX1347" fmla="*/ 424588 w 886881"/>
                <a:gd name="connsiteY1347" fmla="*/ 52459 h 209835"/>
                <a:gd name="connsiteX1348" fmla="*/ 429506 w 886881"/>
                <a:gd name="connsiteY1348" fmla="*/ 52459 h 209835"/>
                <a:gd name="connsiteX1349" fmla="*/ 432785 w 886881"/>
                <a:gd name="connsiteY1349" fmla="*/ 54098 h 209835"/>
                <a:gd name="connsiteX1350" fmla="*/ 436063 w 886881"/>
                <a:gd name="connsiteY1350" fmla="*/ 54098 h 209835"/>
                <a:gd name="connsiteX1351" fmla="*/ 440981 w 886881"/>
                <a:gd name="connsiteY1351" fmla="*/ 52459 h 209835"/>
                <a:gd name="connsiteX1352" fmla="*/ 445900 w 886881"/>
                <a:gd name="connsiteY1352" fmla="*/ 50819 h 209835"/>
                <a:gd name="connsiteX1353" fmla="*/ 449178 w 886881"/>
                <a:gd name="connsiteY1353" fmla="*/ 50819 h 209835"/>
                <a:gd name="connsiteX1354" fmla="*/ 452457 w 886881"/>
                <a:gd name="connsiteY1354" fmla="*/ 49180 h 209835"/>
                <a:gd name="connsiteX1355" fmla="*/ 457375 w 886881"/>
                <a:gd name="connsiteY1355" fmla="*/ 49180 h 209835"/>
                <a:gd name="connsiteX1356" fmla="*/ 460653 w 886881"/>
                <a:gd name="connsiteY1356" fmla="*/ 47541 h 209835"/>
                <a:gd name="connsiteX1357" fmla="*/ 465572 w 886881"/>
                <a:gd name="connsiteY1357" fmla="*/ 47541 h 209835"/>
                <a:gd name="connsiteX1358" fmla="*/ 459014 w 886881"/>
                <a:gd name="connsiteY1358" fmla="*/ 47541 h 209835"/>
                <a:gd name="connsiteX1359" fmla="*/ 462293 w 886881"/>
                <a:gd name="connsiteY1359" fmla="*/ 47541 h 209835"/>
                <a:gd name="connsiteX1360" fmla="*/ 467211 w 886881"/>
                <a:gd name="connsiteY1360" fmla="*/ 47541 h 209835"/>
                <a:gd name="connsiteX1361" fmla="*/ 472129 w 886881"/>
                <a:gd name="connsiteY1361" fmla="*/ 45901 h 209835"/>
                <a:gd name="connsiteX1362" fmla="*/ 475408 w 886881"/>
                <a:gd name="connsiteY1362" fmla="*/ 45901 h 209835"/>
                <a:gd name="connsiteX1363" fmla="*/ 480326 w 886881"/>
                <a:gd name="connsiteY1363" fmla="*/ 45901 h 209835"/>
                <a:gd name="connsiteX1364" fmla="*/ 483604 w 886881"/>
                <a:gd name="connsiteY1364" fmla="*/ 44262 h 209835"/>
                <a:gd name="connsiteX1365" fmla="*/ 488522 w 886881"/>
                <a:gd name="connsiteY1365" fmla="*/ 45901 h 209835"/>
                <a:gd name="connsiteX1366" fmla="*/ 485244 w 886881"/>
                <a:gd name="connsiteY1366" fmla="*/ 45901 h 209835"/>
                <a:gd name="connsiteX1367" fmla="*/ 480326 w 886881"/>
                <a:gd name="connsiteY1367" fmla="*/ 47541 h 209835"/>
                <a:gd name="connsiteX1368" fmla="*/ 475408 w 886881"/>
                <a:gd name="connsiteY1368" fmla="*/ 47541 h 209835"/>
                <a:gd name="connsiteX1369" fmla="*/ 472129 w 886881"/>
                <a:gd name="connsiteY1369" fmla="*/ 47541 h 209835"/>
                <a:gd name="connsiteX1370" fmla="*/ 468850 w 886881"/>
                <a:gd name="connsiteY1370" fmla="*/ 47541 h 209835"/>
                <a:gd name="connsiteX1371" fmla="*/ 465572 w 886881"/>
                <a:gd name="connsiteY1371" fmla="*/ 47541 h 209835"/>
                <a:gd name="connsiteX1372" fmla="*/ 460653 w 886881"/>
                <a:gd name="connsiteY1372" fmla="*/ 49180 h 209835"/>
                <a:gd name="connsiteX1373" fmla="*/ 457375 w 886881"/>
                <a:gd name="connsiteY1373" fmla="*/ 49180 h 209835"/>
                <a:gd name="connsiteX1374" fmla="*/ 462293 w 886881"/>
                <a:gd name="connsiteY1374" fmla="*/ 49180 h 209835"/>
                <a:gd name="connsiteX1375" fmla="*/ 457375 w 886881"/>
                <a:gd name="connsiteY1375" fmla="*/ 50819 h 209835"/>
                <a:gd name="connsiteX1376" fmla="*/ 454096 w 886881"/>
                <a:gd name="connsiteY1376" fmla="*/ 50819 h 209835"/>
                <a:gd name="connsiteX1377" fmla="*/ 450818 w 886881"/>
                <a:gd name="connsiteY1377" fmla="*/ 52459 h 209835"/>
                <a:gd name="connsiteX1378" fmla="*/ 445900 w 886881"/>
                <a:gd name="connsiteY1378" fmla="*/ 54098 h 209835"/>
                <a:gd name="connsiteX1379" fmla="*/ 442621 w 886881"/>
                <a:gd name="connsiteY1379" fmla="*/ 54098 h 209835"/>
                <a:gd name="connsiteX1380" fmla="*/ 437703 w 886881"/>
                <a:gd name="connsiteY1380" fmla="*/ 55737 h 209835"/>
                <a:gd name="connsiteX1381" fmla="*/ 434424 w 886881"/>
                <a:gd name="connsiteY1381" fmla="*/ 55737 h 209835"/>
                <a:gd name="connsiteX1382" fmla="*/ 429506 w 886881"/>
                <a:gd name="connsiteY1382" fmla="*/ 57377 h 209835"/>
                <a:gd name="connsiteX1383" fmla="*/ 426228 w 886881"/>
                <a:gd name="connsiteY1383" fmla="*/ 60655 h 209835"/>
                <a:gd name="connsiteX1384" fmla="*/ 431146 w 886881"/>
                <a:gd name="connsiteY1384" fmla="*/ 60655 h 209835"/>
                <a:gd name="connsiteX1385" fmla="*/ 434424 w 886881"/>
                <a:gd name="connsiteY1385" fmla="*/ 60655 h 209835"/>
                <a:gd name="connsiteX1386" fmla="*/ 439342 w 886881"/>
                <a:gd name="connsiteY1386" fmla="*/ 60655 h 209835"/>
                <a:gd name="connsiteX1387" fmla="*/ 444260 w 886881"/>
                <a:gd name="connsiteY1387" fmla="*/ 60655 h 209835"/>
                <a:gd name="connsiteX1388" fmla="*/ 447539 w 886881"/>
                <a:gd name="connsiteY1388" fmla="*/ 59016 h 209835"/>
                <a:gd name="connsiteX1389" fmla="*/ 452457 w 886881"/>
                <a:gd name="connsiteY1389" fmla="*/ 59016 h 209835"/>
                <a:gd name="connsiteX1390" fmla="*/ 455736 w 886881"/>
                <a:gd name="connsiteY1390" fmla="*/ 59016 h 209835"/>
                <a:gd name="connsiteX1391" fmla="*/ 459014 w 886881"/>
                <a:gd name="connsiteY1391" fmla="*/ 60655 h 209835"/>
                <a:gd name="connsiteX1392" fmla="*/ 463932 w 886881"/>
                <a:gd name="connsiteY1392" fmla="*/ 60655 h 209835"/>
                <a:gd name="connsiteX1393" fmla="*/ 467211 w 886881"/>
                <a:gd name="connsiteY1393" fmla="*/ 60655 h 209835"/>
                <a:gd name="connsiteX1394" fmla="*/ 472129 w 886881"/>
                <a:gd name="connsiteY1394" fmla="*/ 60655 h 209835"/>
                <a:gd name="connsiteX1395" fmla="*/ 475408 w 886881"/>
                <a:gd name="connsiteY1395" fmla="*/ 60655 h 209835"/>
                <a:gd name="connsiteX1396" fmla="*/ 472129 w 886881"/>
                <a:gd name="connsiteY1396" fmla="*/ 60655 h 209835"/>
                <a:gd name="connsiteX1397" fmla="*/ 467211 w 886881"/>
                <a:gd name="connsiteY1397" fmla="*/ 60655 h 209835"/>
                <a:gd name="connsiteX1398" fmla="*/ 462293 w 886881"/>
                <a:gd name="connsiteY1398" fmla="*/ 60655 h 209835"/>
                <a:gd name="connsiteX1399" fmla="*/ 459014 w 886881"/>
                <a:gd name="connsiteY1399" fmla="*/ 60655 h 209835"/>
                <a:gd name="connsiteX1400" fmla="*/ 454096 w 886881"/>
                <a:gd name="connsiteY1400" fmla="*/ 62295 h 209835"/>
                <a:gd name="connsiteX1401" fmla="*/ 449178 w 886881"/>
                <a:gd name="connsiteY1401" fmla="*/ 62295 h 209835"/>
                <a:gd name="connsiteX1402" fmla="*/ 444260 w 886881"/>
                <a:gd name="connsiteY1402" fmla="*/ 62295 h 209835"/>
                <a:gd name="connsiteX1403" fmla="*/ 440981 w 886881"/>
                <a:gd name="connsiteY1403" fmla="*/ 62295 h 209835"/>
                <a:gd name="connsiteX1404" fmla="*/ 436063 w 886881"/>
                <a:gd name="connsiteY1404" fmla="*/ 62295 h 209835"/>
                <a:gd name="connsiteX1405" fmla="*/ 432785 w 886881"/>
                <a:gd name="connsiteY1405" fmla="*/ 62295 h 209835"/>
                <a:gd name="connsiteX1406" fmla="*/ 429506 w 886881"/>
                <a:gd name="connsiteY1406" fmla="*/ 63934 h 209835"/>
                <a:gd name="connsiteX1407" fmla="*/ 424588 w 886881"/>
                <a:gd name="connsiteY1407" fmla="*/ 63934 h 209835"/>
                <a:gd name="connsiteX1408" fmla="*/ 421310 w 886881"/>
                <a:gd name="connsiteY1408" fmla="*/ 63934 h 209835"/>
                <a:gd name="connsiteX1409" fmla="*/ 416391 w 886881"/>
                <a:gd name="connsiteY1409" fmla="*/ 63934 h 209835"/>
                <a:gd name="connsiteX1410" fmla="*/ 413113 w 886881"/>
                <a:gd name="connsiteY1410" fmla="*/ 65573 h 209835"/>
                <a:gd name="connsiteX1411" fmla="*/ 408195 w 886881"/>
                <a:gd name="connsiteY1411" fmla="*/ 65573 h 209835"/>
                <a:gd name="connsiteX1412" fmla="*/ 404916 w 886881"/>
                <a:gd name="connsiteY1412" fmla="*/ 65573 h 209835"/>
                <a:gd name="connsiteX1413" fmla="*/ 399998 w 886881"/>
                <a:gd name="connsiteY1413" fmla="*/ 67213 h 209835"/>
                <a:gd name="connsiteX1414" fmla="*/ 395080 w 886881"/>
                <a:gd name="connsiteY1414" fmla="*/ 68852 h 209835"/>
                <a:gd name="connsiteX1415" fmla="*/ 399998 w 886881"/>
                <a:gd name="connsiteY1415" fmla="*/ 68852 h 209835"/>
                <a:gd name="connsiteX1416" fmla="*/ 403277 w 886881"/>
                <a:gd name="connsiteY1416" fmla="*/ 68852 h 209835"/>
                <a:gd name="connsiteX1417" fmla="*/ 408195 w 886881"/>
                <a:gd name="connsiteY1417" fmla="*/ 68852 h 209835"/>
                <a:gd name="connsiteX1418" fmla="*/ 413113 w 886881"/>
                <a:gd name="connsiteY1418" fmla="*/ 67213 h 209835"/>
                <a:gd name="connsiteX1419" fmla="*/ 418031 w 886881"/>
                <a:gd name="connsiteY1419" fmla="*/ 67213 h 209835"/>
                <a:gd name="connsiteX1420" fmla="*/ 421310 w 886881"/>
                <a:gd name="connsiteY1420" fmla="*/ 68852 h 209835"/>
                <a:gd name="connsiteX1421" fmla="*/ 424588 w 886881"/>
                <a:gd name="connsiteY1421" fmla="*/ 68852 h 209835"/>
                <a:gd name="connsiteX1422" fmla="*/ 429506 w 886881"/>
                <a:gd name="connsiteY1422" fmla="*/ 68852 h 209835"/>
                <a:gd name="connsiteX1423" fmla="*/ 432785 w 886881"/>
                <a:gd name="connsiteY1423" fmla="*/ 68852 h 209835"/>
                <a:gd name="connsiteX1424" fmla="*/ 437703 w 886881"/>
                <a:gd name="connsiteY1424" fmla="*/ 68852 h 209835"/>
                <a:gd name="connsiteX1425" fmla="*/ 434424 w 886881"/>
                <a:gd name="connsiteY1425" fmla="*/ 68852 h 209835"/>
                <a:gd name="connsiteX1426" fmla="*/ 429506 w 886881"/>
                <a:gd name="connsiteY1426" fmla="*/ 68852 h 209835"/>
                <a:gd name="connsiteX1427" fmla="*/ 424588 w 886881"/>
                <a:gd name="connsiteY1427" fmla="*/ 68852 h 209835"/>
                <a:gd name="connsiteX1428" fmla="*/ 421310 w 886881"/>
                <a:gd name="connsiteY1428" fmla="*/ 68852 h 209835"/>
                <a:gd name="connsiteX1429" fmla="*/ 416391 w 886881"/>
                <a:gd name="connsiteY1429" fmla="*/ 68852 h 209835"/>
                <a:gd name="connsiteX1430" fmla="*/ 413113 w 886881"/>
                <a:gd name="connsiteY1430" fmla="*/ 68852 h 209835"/>
                <a:gd name="connsiteX1431" fmla="*/ 408195 w 886881"/>
                <a:gd name="connsiteY1431" fmla="*/ 68852 h 209835"/>
                <a:gd name="connsiteX1432" fmla="*/ 404916 w 886881"/>
                <a:gd name="connsiteY1432" fmla="*/ 68852 h 209835"/>
                <a:gd name="connsiteX1433" fmla="*/ 401638 w 886881"/>
                <a:gd name="connsiteY1433" fmla="*/ 70491 h 209835"/>
                <a:gd name="connsiteX1434" fmla="*/ 396719 w 886881"/>
                <a:gd name="connsiteY1434" fmla="*/ 70491 h 209835"/>
                <a:gd name="connsiteX1435" fmla="*/ 391801 w 886881"/>
                <a:gd name="connsiteY1435" fmla="*/ 70491 h 209835"/>
                <a:gd name="connsiteX1436" fmla="*/ 388523 w 886881"/>
                <a:gd name="connsiteY1436" fmla="*/ 70491 h 209835"/>
                <a:gd name="connsiteX1437" fmla="*/ 383605 w 886881"/>
                <a:gd name="connsiteY1437" fmla="*/ 70491 h 209835"/>
                <a:gd name="connsiteX1438" fmla="*/ 378687 w 886881"/>
                <a:gd name="connsiteY1438" fmla="*/ 72131 h 209835"/>
                <a:gd name="connsiteX1439" fmla="*/ 375408 w 886881"/>
                <a:gd name="connsiteY1439" fmla="*/ 72131 h 209835"/>
                <a:gd name="connsiteX1440" fmla="*/ 372129 w 886881"/>
                <a:gd name="connsiteY1440" fmla="*/ 72131 h 209835"/>
                <a:gd name="connsiteX1441" fmla="*/ 367211 w 886881"/>
                <a:gd name="connsiteY1441" fmla="*/ 72131 h 209835"/>
                <a:gd name="connsiteX1442" fmla="*/ 362293 w 886881"/>
                <a:gd name="connsiteY1442" fmla="*/ 72131 h 209835"/>
                <a:gd name="connsiteX1443" fmla="*/ 359015 w 886881"/>
                <a:gd name="connsiteY1443" fmla="*/ 72131 h 209835"/>
                <a:gd name="connsiteX1444" fmla="*/ 354097 w 886881"/>
                <a:gd name="connsiteY1444" fmla="*/ 73770 h 209835"/>
                <a:gd name="connsiteX1445" fmla="*/ 350818 w 886881"/>
                <a:gd name="connsiteY1445" fmla="*/ 73770 h 209835"/>
                <a:gd name="connsiteX1446" fmla="*/ 345900 w 886881"/>
                <a:gd name="connsiteY1446" fmla="*/ 73770 h 209835"/>
                <a:gd name="connsiteX1447" fmla="*/ 340982 w 886881"/>
                <a:gd name="connsiteY1447" fmla="*/ 73770 h 209835"/>
                <a:gd name="connsiteX1448" fmla="*/ 337703 w 886881"/>
                <a:gd name="connsiteY1448" fmla="*/ 73770 h 209835"/>
                <a:gd name="connsiteX1449" fmla="*/ 332785 w 886881"/>
                <a:gd name="connsiteY1449" fmla="*/ 73770 h 209835"/>
                <a:gd name="connsiteX1450" fmla="*/ 327867 w 886881"/>
                <a:gd name="connsiteY1450" fmla="*/ 75409 h 209835"/>
                <a:gd name="connsiteX1451" fmla="*/ 322949 w 886881"/>
                <a:gd name="connsiteY1451" fmla="*/ 75409 h 209835"/>
                <a:gd name="connsiteX1452" fmla="*/ 319671 w 886881"/>
                <a:gd name="connsiteY1452" fmla="*/ 75409 h 209835"/>
                <a:gd name="connsiteX1453" fmla="*/ 314753 w 886881"/>
                <a:gd name="connsiteY1453" fmla="*/ 75409 h 209835"/>
                <a:gd name="connsiteX1454" fmla="*/ 309835 w 886881"/>
                <a:gd name="connsiteY1454" fmla="*/ 75409 h 209835"/>
                <a:gd name="connsiteX1455" fmla="*/ 306556 w 886881"/>
                <a:gd name="connsiteY1455" fmla="*/ 77049 h 209835"/>
                <a:gd name="connsiteX1456" fmla="*/ 309835 w 886881"/>
                <a:gd name="connsiteY1456" fmla="*/ 78688 h 209835"/>
                <a:gd name="connsiteX1457" fmla="*/ 313113 w 886881"/>
                <a:gd name="connsiteY1457" fmla="*/ 81967 h 209835"/>
                <a:gd name="connsiteX1458" fmla="*/ 318031 w 886881"/>
                <a:gd name="connsiteY1458" fmla="*/ 83606 h 209835"/>
                <a:gd name="connsiteX1459" fmla="*/ 321310 w 886881"/>
                <a:gd name="connsiteY1459" fmla="*/ 85245 h 209835"/>
                <a:gd name="connsiteX1460" fmla="*/ 321310 w 886881"/>
                <a:gd name="connsiteY1460" fmla="*/ 85245 h 209835"/>
                <a:gd name="connsiteX1461" fmla="*/ 326228 w 886881"/>
                <a:gd name="connsiteY1461" fmla="*/ 86885 h 209835"/>
                <a:gd name="connsiteX1462" fmla="*/ 329507 w 886881"/>
                <a:gd name="connsiteY1462" fmla="*/ 86885 h 209835"/>
                <a:gd name="connsiteX1463" fmla="*/ 332785 w 886881"/>
                <a:gd name="connsiteY1463" fmla="*/ 88524 h 209835"/>
                <a:gd name="connsiteX1464" fmla="*/ 329507 w 886881"/>
                <a:gd name="connsiteY1464" fmla="*/ 88524 h 209835"/>
                <a:gd name="connsiteX1465" fmla="*/ 326228 w 886881"/>
                <a:gd name="connsiteY1465" fmla="*/ 90164 h 209835"/>
                <a:gd name="connsiteX1466" fmla="*/ 321310 w 886881"/>
                <a:gd name="connsiteY1466" fmla="*/ 93442 h 209835"/>
                <a:gd name="connsiteX1467" fmla="*/ 326228 w 886881"/>
                <a:gd name="connsiteY1467" fmla="*/ 95081 h 209835"/>
                <a:gd name="connsiteX1468" fmla="*/ 329507 w 886881"/>
                <a:gd name="connsiteY1468" fmla="*/ 95081 h 209835"/>
                <a:gd name="connsiteX1469" fmla="*/ 334425 w 886881"/>
                <a:gd name="connsiteY1469" fmla="*/ 95081 h 209835"/>
                <a:gd name="connsiteX1470" fmla="*/ 337703 w 886881"/>
                <a:gd name="connsiteY1470" fmla="*/ 96721 h 209835"/>
                <a:gd name="connsiteX1471" fmla="*/ 342621 w 886881"/>
                <a:gd name="connsiteY1471" fmla="*/ 96721 h 209835"/>
                <a:gd name="connsiteX1472" fmla="*/ 345900 w 886881"/>
                <a:gd name="connsiteY1472" fmla="*/ 96721 h 209835"/>
                <a:gd name="connsiteX1473" fmla="*/ 350818 w 886881"/>
                <a:gd name="connsiteY1473" fmla="*/ 95081 h 209835"/>
                <a:gd name="connsiteX1474" fmla="*/ 354097 w 886881"/>
                <a:gd name="connsiteY1474" fmla="*/ 95081 h 209835"/>
                <a:gd name="connsiteX1475" fmla="*/ 359015 w 886881"/>
                <a:gd name="connsiteY1475" fmla="*/ 95081 h 209835"/>
                <a:gd name="connsiteX1476" fmla="*/ 360654 w 886881"/>
                <a:gd name="connsiteY1476" fmla="*/ 95081 h 209835"/>
                <a:gd name="connsiteX1477" fmla="*/ 363933 w 886881"/>
                <a:gd name="connsiteY1477" fmla="*/ 95081 h 209835"/>
                <a:gd name="connsiteX1478" fmla="*/ 360654 w 886881"/>
                <a:gd name="connsiteY1478" fmla="*/ 96721 h 209835"/>
                <a:gd name="connsiteX1479" fmla="*/ 357375 w 886881"/>
                <a:gd name="connsiteY1479" fmla="*/ 96721 h 209835"/>
                <a:gd name="connsiteX1480" fmla="*/ 354097 w 886881"/>
                <a:gd name="connsiteY1480" fmla="*/ 96721 h 209835"/>
                <a:gd name="connsiteX1481" fmla="*/ 349179 w 886881"/>
                <a:gd name="connsiteY1481" fmla="*/ 96721 h 209835"/>
                <a:gd name="connsiteX1482" fmla="*/ 345900 w 886881"/>
                <a:gd name="connsiteY1482" fmla="*/ 96721 h 209835"/>
                <a:gd name="connsiteX1483" fmla="*/ 340982 w 886881"/>
                <a:gd name="connsiteY1483" fmla="*/ 98360 h 209835"/>
                <a:gd name="connsiteX1484" fmla="*/ 337703 w 886881"/>
                <a:gd name="connsiteY1484" fmla="*/ 98360 h 209835"/>
                <a:gd name="connsiteX1485" fmla="*/ 332785 w 886881"/>
                <a:gd name="connsiteY1485" fmla="*/ 98360 h 209835"/>
                <a:gd name="connsiteX1486" fmla="*/ 329507 w 886881"/>
                <a:gd name="connsiteY1486" fmla="*/ 98360 h 209835"/>
                <a:gd name="connsiteX1487" fmla="*/ 324589 w 886881"/>
                <a:gd name="connsiteY1487" fmla="*/ 96721 h 209835"/>
                <a:gd name="connsiteX1488" fmla="*/ 321310 w 886881"/>
                <a:gd name="connsiteY1488" fmla="*/ 96721 h 209835"/>
                <a:gd name="connsiteX1489" fmla="*/ 318031 w 886881"/>
                <a:gd name="connsiteY1489" fmla="*/ 98360 h 209835"/>
                <a:gd name="connsiteX1490" fmla="*/ 313113 w 886881"/>
                <a:gd name="connsiteY1490" fmla="*/ 96721 h 209835"/>
                <a:gd name="connsiteX1491" fmla="*/ 318031 w 886881"/>
                <a:gd name="connsiteY1491" fmla="*/ 95081 h 209835"/>
                <a:gd name="connsiteX1492" fmla="*/ 313113 w 886881"/>
                <a:gd name="connsiteY1492" fmla="*/ 93442 h 209835"/>
                <a:gd name="connsiteX1493" fmla="*/ 311474 w 886881"/>
                <a:gd name="connsiteY1493" fmla="*/ 88524 h 209835"/>
                <a:gd name="connsiteX1494" fmla="*/ 308195 w 886881"/>
                <a:gd name="connsiteY1494" fmla="*/ 86885 h 209835"/>
                <a:gd name="connsiteX1495" fmla="*/ 303277 w 886881"/>
                <a:gd name="connsiteY1495" fmla="*/ 85245 h 209835"/>
                <a:gd name="connsiteX1496" fmla="*/ 301638 w 886881"/>
                <a:gd name="connsiteY1496" fmla="*/ 85245 h 209835"/>
                <a:gd name="connsiteX1497" fmla="*/ 298359 w 886881"/>
                <a:gd name="connsiteY1497" fmla="*/ 83606 h 209835"/>
                <a:gd name="connsiteX1498" fmla="*/ 295081 w 886881"/>
                <a:gd name="connsiteY1498" fmla="*/ 81967 h 209835"/>
                <a:gd name="connsiteX1499" fmla="*/ 290163 w 886881"/>
                <a:gd name="connsiteY1499" fmla="*/ 78688 h 209835"/>
                <a:gd name="connsiteX1500" fmla="*/ 286884 w 886881"/>
                <a:gd name="connsiteY1500" fmla="*/ 78688 h 209835"/>
                <a:gd name="connsiteX1501" fmla="*/ 283605 w 886881"/>
                <a:gd name="connsiteY1501" fmla="*/ 77049 h 209835"/>
                <a:gd name="connsiteX1502" fmla="*/ 278687 w 886881"/>
                <a:gd name="connsiteY1502" fmla="*/ 77049 h 209835"/>
                <a:gd name="connsiteX1503" fmla="*/ 275409 w 886881"/>
                <a:gd name="connsiteY1503" fmla="*/ 77049 h 209835"/>
                <a:gd name="connsiteX1504" fmla="*/ 270491 w 886881"/>
                <a:gd name="connsiteY1504" fmla="*/ 77049 h 209835"/>
                <a:gd name="connsiteX1505" fmla="*/ 267212 w 886881"/>
                <a:gd name="connsiteY1505" fmla="*/ 77049 h 209835"/>
                <a:gd name="connsiteX1506" fmla="*/ 262294 w 886881"/>
                <a:gd name="connsiteY1506" fmla="*/ 77049 h 209835"/>
                <a:gd name="connsiteX1507" fmla="*/ 257376 w 886881"/>
                <a:gd name="connsiteY1507" fmla="*/ 78688 h 209835"/>
                <a:gd name="connsiteX1508" fmla="*/ 254097 w 886881"/>
                <a:gd name="connsiteY1508" fmla="*/ 77049 h 209835"/>
                <a:gd name="connsiteX1509" fmla="*/ 250819 w 886881"/>
                <a:gd name="connsiteY1509" fmla="*/ 77049 h 209835"/>
                <a:gd name="connsiteX1510" fmla="*/ 245901 w 886881"/>
                <a:gd name="connsiteY1510" fmla="*/ 77049 h 209835"/>
                <a:gd name="connsiteX1511" fmla="*/ 242622 w 886881"/>
                <a:gd name="connsiteY1511" fmla="*/ 75409 h 209835"/>
                <a:gd name="connsiteX1512" fmla="*/ 237704 w 886881"/>
                <a:gd name="connsiteY1512" fmla="*/ 75409 h 209835"/>
                <a:gd name="connsiteX1513" fmla="*/ 234425 w 886881"/>
                <a:gd name="connsiteY1513" fmla="*/ 75409 h 209835"/>
                <a:gd name="connsiteX1514" fmla="*/ 231146 w 886881"/>
                <a:gd name="connsiteY1514" fmla="*/ 75409 h 209835"/>
                <a:gd name="connsiteX1515" fmla="*/ 226229 w 886881"/>
                <a:gd name="connsiteY1515" fmla="*/ 77049 h 209835"/>
                <a:gd name="connsiteX1516" fmla="*/ 222950 w 886881"/>
                <a:gd name="connsiteY1516" fmla="*/ 78688 h 209835"/>
                <a:gd name="connsiteX1517" fmla="*/ 219671 w 886881"/>
                <a:gd name="connsiteY1517" fmla="*/ 80327 h 209835"/>
                <a:gd name="connsiteX1518" fmla="*/ 214753 w 886881"/>
                <a:gd name="connsiteY1518" fmla="*/ 81967 h 209835"/>
                <a:gd name="connsiteX1519" fmla="*/ 216392 w 886881"/>
                <a:gd name="connsiteY1519" fmla="*/ 85245 h 209835"/>
                <a:gd name="connsiteX1520" fmla="*/ 218032 w 886881"/>
                <a:gd name="connsiteY1520" fmla="*/ 85245 h 209835"/>
                <a:gd name="connsiteX1521" fmla="*/ 222950 w 886881"/>
                <a:gd name="connsiteY1521" fmla="*/ 85245 h 209835"/>
                <a:gd name="connsiteX1522" fmla="*/ 226229 w 886881"/>
                <a:gd name="connsiteY1522" fmla="*/ 85245 h 209835"/>
                <a:gd name="connsiteX1523" fmla="*/ 229507 w 886881"/>
                <a:gd name="connsiteY1523" fmla="*/ 86885 h 209835"/>
                <a:gd name="connsiteX1524" fmla="*/ 234425 w 886881"/>
                <a:gd name="connsiteY1524" fmla="*/ 86885 h 209835"/>
                <a:gd name="connsiteX1525" fmla="*/ 237704 w 886881"/>
                <a:gd name="connsiteY1525" fmla="*/ 88524 h 209835"/>
                <a:gd name="connsiteX1526" fmla="*/ 234425 w 886881"/>
                <a:gd name="connsiteY1526" fmla="*/ 86885 h 209835"/>
                <a:gd name="connsiteX1527" fmla="*/ 229507 w 886881"/>
                <a:gd name="connsiteY1527" fmla="*/ 86885 h 209835"/>
                <a:gd name="connsiteX1528" fmla="*/ 226229 w 886881"/>
                <a:gd name="connsiteY1528" fmla="*/ 86885 h 209835"/>
                <a:gd name="connsiteX1529" fmla="*/ 221310 w 886881"/>
                <a:gd name="connsiteY1529" fmla="*/ 86885 h 209835"/>
                <a:gd name="connsiteX1530" fmla="*/ 218032 w 886881"/>
                <a:gd name="connsiteY1530" fmla="*/ 86885 h 209835"/>
                <a:gd name="connsiteX1531" fmla="*/ 213114 w 886881"/>
                <a:gd name="connsiteY1531" fmla="*/ 86885 h 209835"/>
                <a:gd name="connsiteX1532" fmla="*/ 209835 w 886881"/>
                <a:gd name="connsiteY1532" fmla="*/ 90164 h 209835"/>
                <a:gd name="connsiteX1533" fmla="*/ 208196 w 886881"/>
                <a:gd name="connsiteY1533" fmla="*/ 93442 h 209835"/>
                <a:gd name="connsiteX1534" fmla="*/ 211474 w 886881"/>
                <a:gd name="connsiteY1534" fmla="*/ 93442 h 209835"/>
                <a:gd name="connsiteX1535" fmla="*/ 216392 w 886881"/>
                <a:gd name="connsiteY1535" fmla="*/ 95081 h 209835"/>
                <a:gd name="connsiteX1536" fmla="*/ 219671 w 886881"/>
                <a:gd name="connsiteY1536" fmla="*/ 95081 h 209835"/>
                <a:gd name="connsiteX1537" fmla="*/ 224589 w 886881"/>
                <a:gd name="connsiteY1537" fmla="*/ 95081 h 209835"/>
                <a:gd name="connsiteX1538" fmla="*/ 227868 w 886881"/>
                <a:gd name="connsiteY1538" fmla="*/ 95081 h 209835"/>
                <a:gd name="connsiteX1539" fmla="*/ 232786 w 886881"/>
                <a:gd name="connsiteY1539" fmla="*/ 98360 h 209835"/>
                <a:gd name="connsiteX1540" fmla="*/ 234425 w 886881"/>
                <a:gd name="connsiteY1540" fmla="*/ 101639 h 209835"/>
                <a:gd name="connsiteX1541" fmla="*/ 237704 w 886881"/>
                <a:gd name="connsiteY1541" fmla="*/ 103278 h 209835"/>
                <a:gd name="connsiteX1542" fmla="*/ 236064 w 886881"/>
                <a:gd name="connsiteY1542" fmla="*/ 106557 h 209835"/>
                <a:gd name="connsiteX1543" fmla="*/ 234425 w 886881"/>
                <a:gd name="connsiteY1543" fmla="*/ 111475 h 209835"/>
                <a:gd name="connsiteX1544" fmla="*/ 237704 w 886881"/>
                <a:gd name="connsiteY1544" fmla="*/ 111475 h 209835"/>
                <a:gd name="connsiteX1545" fmla="*/ 242622 w 886881"/>
                <a:gd name="connsiteY1545" fmla="*/ 113114 h 209835"/>
                <a:gd name="connsiteX1546" fmla="*/ 245901 w 886881"/>
                <a:gd name="connsiteY1546" fmla="*/ 114754 h 209835"/>
                <a:gd name="connsiteX1547" fmla="*/ 249179 w 886881"/>
                <a:gd name="connsiteY1547" fmla="*/ 116393 h 209835"/>
                <a:gd name="connsiteX1548" fmla="*/ 245901 w 886881"/>
                <a:gd name="connsiteY1548" fmla="*/ 116393 h 209835"/>
                <a:gd name="connsiteX1549" fmla="*/ 240982 w 886881"/>
                <a:gd name="connsiteY1549" fmla="*/ 116393 h 209835"/>
                <a:gd name="connsiteX1550" fmla="*/ 239343 w 886881"/>
                <a:gd name="connsiteY1550" fmla="*/ 114754 h 209835"/>
                <a:gd name="connsiteX1551" fmla="*/ 237704 w 886881"/>
                <a:gd name="connsiteY1551" fmla="*/ 113114 h 209835"/>
                <a:gd name="connsiteX1552" fmla="*/ 234425 w 886881"/>
                <a:gd name="connsiteY1552" fmla="*/ 113114 h 209835"/>
                <a:gd name="connsiteX1553" fmla="*/ 229507 w 886881"/>
                <a:gd name="connsiteY1553" fmla="*/ 113114 h 209835"/>
                <a:gd name="connsiteX1554" fmla="*/ 226229 w 886881"/>
                <a:gd name="connsiteY1554" fmla="*/ 113114 h 209835"/>
                <a:gd name="connsiteX1555" fmla="*/ 222950 w 886881"/>
                <a:gd name="connsiteY1555" fmla="*/ 113114 h 209835"/>
                <a:gd name="connsiteX1556" fmla="*/ 218032 w 886881"/>
                <a:gd name="connsiteY1556" fmla="*/ 116393 h 209835"/>
                <a:gd name="connsiteX1557" fmla="*/ 222950 w 886881"/>
                <a:gd name="connsiteY1557" fmla="*/ 116393 h 209835"/>
                <a:gd name="connsiteX1558" fmla="*/ 226229 w 886881"/>
                <a:gd name="connsiteY1558" fmla="*/ 118032 h 209835"/>
                <a:gd name="connsiteX1559" fmla="*/ 229507 w 886881"/>
                <a:gd name="connsiteY1559" fmla="*/ 118032 h 209835"/>
                <a:gd name="connsiteX1560" fmla="*/ 234425 w 886881"/>
                <a:gd name="connsiteY1560" fmla="*/ 118032 h 209835"/>
                <a:gd name="connsiteX1561" fmla="*/ 237704 w 886881"/>
                <a:gd name="connsiteY1561" fmla="*/ 118032 h 209835"/>
                <a:gd name="connsiteX1562" fmla="*/ 240982 w 886881"/>
                <a:gd name="connsiteY1562" fmla="*/ 119672 h 209835"/>
                <a:gd name="connsiteX1563" fmla="*/ 245901 w 886881"/>
                <a:gd name="connsiteY1563" fmla="*/ 119672 h 209835"/>
                <a:gd name="connsiteX1564" fmla="*/ 250819 w 886881"/>
                <a:gd name="connsiteY1564" fmla="*/ 118032 h 209835"/>
                <a:gd name="connsiteX1565" fmla="*/ 254097 w 886881"/>
                <a:gd name="connsiteY1565" fmla="*/ 118032 h 209835"/>
                <a:gd name="connsiteX1566" fmla="*/ 259015 w 886881"/>
                <a:gd name="connsiteY1566" fmla="*/ 119672 h 209835"/>
                <a:gd name="connsiteX1567" fmla="*/ 262294 w 886881"/>
                <a:gd name="connsiteY1567" fmla="*/ 119672 h 209835"/>
                <a:gd name="connsiteX1568" fmla="*/ 267212 w 886881"/>
                <a:gd name="connsiteY1568" fmla="*/ 121311 h 209835"/>
                <a:gd name="connsiteX1569" fmla="*/ 270491 w 886881"/>
                <a:gd name="connsiteY1569" fmla="*/ 119672 h 209835"/>
                <a:gd name="connsiteX1570" fmla="*/ 275409 w 886881"/>
                <a:gd name="connsiteY1570" fmla="*/ 119672 h 209835"/>
                <a:gd name="connsiteX1571" fmla="*/ 278687 w 886881"/>
                <a:gd name="connsiteY1571" fmla="*/ 119672 h 209835"/>
                <a:gd name="connsiteX1572" fmla="*/ 283605 w 886881"/>
                <a:gd name="connsiteY1572" fmla="*/ 118032 h 209835"/>
                <a:gd name="connsiteX1573" fmla="*/ 286884 w 886881"/>
                <a:gd name="connsiteY1573" fmla="*/ 116393 h 209835"/>
                <a:gd name="connsiteX1574" fmla="*/ 291802 w 886881"/>
                <a:gd name="connsiteY1574" fmla="*/ 116393 h 209835"/>
                <a:gd name="connsiteX1575" fmla="*/ 296720 w 886881"/>
                <a:gd name="connsiteY1575" fmla="*/ 116393 h 209835"/>
                <a:gd name="connsiteX1576" fmla="*/ 291802 w 886881"/>
                <a:gd name="connsiteY1576" fmla="*/ 118032 h 209835"/>
                <a:gd name="connsiteX1577" fmla="*/ 288523 w 886881"/>
                <a:gd name="connsiteY1577" fmla="*/ 121311 h 209835"/>
                <a:gd name="connsiteX1578" fmla="*/ 283605 w 886881"/>
                <a:gd name="connsiteY1578" fmla="*/ 121311 h 209835"/>
                <a:gd name="connsiteX1579" fmla="*/ 280326 w 886881"/>
                <a:gd name="connsiteY1579" fmla="*/ 121311 h 209835"/>
                <a:gd name="connsiteX1580" fmla="*/ 275409 w 886881"/>
                <a:gd name="connsiteY1580" fmla="*/ 121311 h 209835"/>
                <a:gd name="connsiteX1581" fmla="*/ 270491 w 886881"/>
                <a:gd name="connsiteY1581" fmla="*/ 121311 h 209835"/>
                <a:gd name="connsiteX1582" fmla="*/ 267212 w 886881"/>
                <a:gd name="connsiteY1582" fmla="*/ 121311 h 209835"/>
                <a:gd name="connsiteX1583" fmla="*/ 263933 w 886881"/>
                <a:gd name="connsiteY1583" fmla="*/ 121311 h 209835"/>
                <a:gd name="connsiteX1584" fmla="*/ 259015 w 886881"/>
                <a:gd name="connsiteY1584" fmla="*/ 121311 h 209835"/>
                <a:gd name="connsiteX1585" fmla="*/ 255736 w 886881"/>
                <a:gd name="connsiteY1585" fmla="*/ 121311 h 209835"/>
                <a:gd name="connsiteX1586" fmla="*/ 250819 w 886881"/>
                <a:gd name="connsiteY1586" fmla="*/ 121311 h 209835"/>
                <a:gd name="connsiteX1587" fmla="*/ 245901 w 886881"/>
                <a:gd name="connsiteY1587" fmla="*/ 122950 h 209835"/>
                <a:gd name="connsiteX1588" fmla="*/ 250819 w 886881"/>
                <a:gd name="connsiteY1588" fmla="*/ 124590 h 209835"/>
                <a:gd name="connsiteX1589" fmla="*/ 254097 w 886881"/>
                <a:gd name="connsiteY1589" fmla="*/ 124590 h 209835"/>
                <a:gd name="connsiteX1590" fmla="*/ 257376 w 886881"/>
                <a:gd name="connsiteY1590" fmla="*/ 126229 h 209835"/>
                <a:gd name="connsiteX1591" fmla="*/ 262294 w 886881"/>
                <a:gd name="connsiteY1591" fmla="*/ 124590 h 209835"/>
                <a:gd name="connsiteX1592" fmla="*/ 265573 w 886881"/>
                <a:gd name="connsiteY1592" fmla="*/ 126229 h 209835"/>
                <a:gd name="connsiteX1593" fmla="*/ 262294 w 886881"/>
                <a:gd name="connsiteY1593" fmla="*/ 124590 h 209835"/>
                <a:gd name="connsiteX1594" fmla="*/ 257376 w 886881"/>
                <a:gd name="connsiteY1594" fmla="*/ 127868 h 209835"/>
                <a:gd name="connsiteX1595" fmla="*/ 262294 w 886881"/>
                <a:gd name="connsiteY1595" fmla="*/ 129508 h 209835"/>
                <a:gd name="connsiteX1596" fmla="*/ 257376 w 886881"/>
                <a:gd name="connsiteY1596" fmla="*/ 131147 h 209835"/>
                <a:gd name="connsiteX1597" fmla="*/ 254097 w 886881"/>
                <a:gd name="connsiteY1597" fmla="*/ 127868 h 209835"/>
                <a:gd name="connsiteX1598" fmla="*/ 249179 w 886881"/>
                <a:gd name="connsiteY1598" fmla="*/ 126229 h 209835"/>
                <a:gd name="connsiteX1599" fmla="*/ 245901 w 886881"/>
                <a:gd name="connsiteY1599" fmla="*/ 126229 h 209835"/>
                <a:gd name="connsiteX1600" fmla="*/ 242622 w 886881"/>
                <a:gd name="connsiteY1600" fmla="*/ 124590 h 209835"/>
                <a:gd name="connsiteX1601" fmla="*/ 237704 w 886881"/>
                <a:gd name="connsiteY1601" fmla="*/ 124590 h 209835"/>
                <a:gd name="connsiteX1602" fmla="*/ 234425 w 886881"/>
                <a:gd name="connsiteY1602" fmla="*/ 121311 h 209835"/>
                <a:gd name="connsiteX1603" fmla="*/ 231146 w 886881"/>
                <a:gd name="connsiteY1603" fmla="*/ 121311 h 209835"/>
                <a:gd name="connsiteX1604" fmla="*/ 226229 w 886881"/>
                <a:gd name="connsiteY1604" fmla="*/ 121311 h 209835"/>
                <a:gd name="connsiteX1605" fmla="*/ 222950 w 886881"/>
                <a:gd name="connsiteY1605" fmla="*/ 121311 h 209835"/>
                <a:gd name="connsiteX1606" fmla="*/ 218032 w 886881"/>
                <a:gd name="connsiteY1606" fmla="*/ 121311 h 209835"/>
                <a:gd name="connsiteX1607" fmla="*/ 214753 w 886881"/>
                <a:gd name="connsiteY1607" fmla="*/ 121311 h 209835"/>
                <a:gd name="connsiteX1608" fmla="*/ 209835 w 886881"/>
                <a:gd name="connsiteY1608" fmla="*/ 121311 h 209835"/>
                <a:gd name="connsiteX1609" fmla="*/ 206556 w 886881"/>
                <a:gd name="connsiteY1609" fmla="*/ 119672 h 209835"/>
                <a:gd name="connsiteX1610" fmla="*/ 201638 w 886881"/>
                <a:gd name="connsiteY1610" fmla="*/ 119672 h 209835"/>
                <a:gd name="connsiteX1611" fmla="*/ 198360 w 886881"/>
                <a:gd name="connsiteY1611" fmla="*/ 119672 h 209835"/>
                <a:gd name="connsiteX1612" fmla="*/ 193442 w 886881"/>
                <a:gd name="connsiteY1612" fmla="*/ 121311 h 209835"/>
                <a:gd name="connsiteX1613" fmla="*/ 190163 w 886881"/>
                <a:gd name="connsiteY1613" fmla="*/ 121311 h 209835"/>
                <a:gd name="connsiteX1614" fmla="*/ 185245 w 886881"/>
                <a:gd name="connsiteY1614" fmla="*/ 121311 h 209835"/>
                <a:gd name="connsiteX1615" fmla="*/ 181966 w 886881"/>
                <a:gd name="connsiteY1615" fmla="*/ 121311 h 209835"/>
                <a:gd name="connsiteX1616" fmla="*/ 178688 w 886881"/>
                <a:gd name="connsiteY1616" fmla="*/ 122950 h 209835"/>
                <a:gd name="connsiteX1617" fmla="*/ 173770 w 886881"/>
                <a:gd name="connsiteY1617" fmla="*/ 122950 h 209835"/>
                <a:gd name="connsiteX1618" fmla="*/ 168852 w 886881"/>
                <a:gd name="connsiteY1618" fmla="*/ 122950 h 209835"/>
                <a:gd name="connsiteX1619" fmla="*/ 165573 w 886881"/>
                <a:gd name="connsiteY1619" fmla="*/ 122950 h 209835"/>
                <a:gd name="connsiteX1620" fmla="*/ 162294 w 886881"/>
                <a:gd name="connsiteY1620" fmla="*/ 122950 h 209835"/>
                <a:gd name="connsiteX1621" fmla="*/ 157376 w 886881"/>
                <a:gd name="connsiteY1621" fmla="*/ 124590 h 209835"/>
                <a:gd name="connsiteX1622" fmla="*/ 154098 w 886881"/>
                <a:gd name="connsiteY1622" fmla="*/ 124590 h 209835"/>
                <a:gd name="connsiteX1623" fmla="*/ 150819 w 886881"/>
                <a:gd name="connsiteY1623" fmla="*/ 126229 h 209835"/>
                <a:gd name="connsiteX1624" fmla="*/ 145901 w 886881"/>
                <a:gd name="connsiteY1624" fmla="*/ 127868 h 209835"/>
                <a:gd name="connsiteX1625" fmla="*/ 142622 w 886881"/>
                <a:gd name="connsiteY1625" fmla="*/ 131147 h 209835"/>
                <a:gd name="connsiteX1626" fmla="*/ 147540 w 886881"/>
                <a:gd name="connsiteY1626" fmla="*/ 131147 h 209835"/>
                <a:gd name="connsiteX1627" fmla="*/ 142622 w 886881"/>
                <a:gd name="connsiteY1627" fmla="*/ 131147 h 209835"/>
                <a:gd name="connsiteX1628" fmla="*/ 137704 w 886881"/>
                <a:gd name="connsiteY1628" fmla="*/ 131147 h 209835"/>
                <a:gd name="connsiteX1629" fmla="*/ 134426 w 886881"/>
                <a:gd name="connsiteY1629" fmla="*/ 132786 h 209835"/>
                <a:gd name="connsiteX1630" fmla="*/ 129508 w 886881"/>
                <a:gd name="connsiteY1630" fmla="*/ 134426 h 209835"/>
                <a:gd name="connsiteX1631" fmla="*/ 126229 w 886881"/>
                <a:gd name="connsiteY1631" fmla="*/ 134426 h 209835"/>
                <a:gd name="connsiteX1632" fmla="*/ 122950 w 886881"/>
                <a:gd name="connsiteY1632" fmla="*/ 137704 h 209835"/>
                <a:gd name="connsiteX1633" fmla="*/ 121311 w 886881"/>
                <a:gd name="connsiteY1633" fmla="*/ 142622 h 209835"/>
                <a:gd name="connsiteX1634" fmla="*/ 126229 w 886881"/>
                <a:gd name="connsiteY1634" fmla="*/ 142622 h 209835"/>
                <a:gd name="connsiteX1635" fmla="*/ 122950 w 886881"/>
                <a:gd name="connsiteY1635" fmla="*/ 142622 h 209835"/>
                <a:gd name="connsiteX1636" fmla="*/ 118032 w 886881"/>
                <a:gd name="connsiteY1636" fmla="*/ 142622 h 209835"/>
                <a:gd name="connsiteX1637" fmla="*/ 114754 w 886881"/>
                <a:gd name="connsiteY1637" fmla="*/ 144262 h 209835"/>
                <a:gd name="connsiteX1638" fmla="*/ 118032 w 886881"/>
                <a:gd name="connsiteY1638" fmla="*/ 145901 h 209835"/>
                <a:gd name="connsiteX1639" fmla="*/ 121311 w 886881"/>
                <a:gd name="connsiteY1639" fmla="*/ 145901 h 209835"/>
                <a:gd name="connsiteX1640" fmla="*/ 126229 w 886881"/>
                <a:gd name="connsiteY1640" fmla="*/ 145901 h 209835"/>
                <a:gd name="connsiteX1641" fmla="*/ 129508 w 886881"/>
                <a:gd name="connsiteY1641" fmla="*/ 145901 h 209835"/>
                <a:gd name="connsiteX1642" fmla="*/ 134426 w 886881"/>
                <a:gd name="connsiteY1642" fmla="*/ 144262 h 209835"/>
                <a:gd name="connsiteX1643" fmla="*/ 137704 w 886881"/>
                <a:gd name="connsiteY1643" fmla="*/ 144262 h 209835"/>
                <a:gd name="connsiteX1644" fmla="*/ 140983 w 886881"/>
                <a:gd name="connsiteY1644" fmla="*/ 142622 h 209835"/>
                <a:gd name="connsiteX1645" fmla="*/ 144262 w 886881"/>
                <a:gd name="connsiteY1645" fmla="*/ 142622 h 209835"/>
                <a:gd name="connsiteX1646" fmla="*/ 149180 w 886881"/>
                <a:gd name="connsiteY1646" fmla="*/ 142622 h 209835"/>
                <a:gd name="connsiteX1647" fmla="*/ 152458 w 886881"/>
                <a:gd name="connsiteY1647" fmla="*/ 140983 h 209835"/>
                <a:gd name="connsiteX1648" fmla="*/ 157376 w 886881"/>
                <a:gd name="connsiteY1648" fmla="*/ 139344 h 209835"/>
                <a:gd name="connsiteX1649" fmla="*/ 160655 w 886881"/>
                <a:gd name="connsiteY1649" fmla="*/ 137704 h 209835"/>
                <a:gd name="connsiteX1650" fmla="*/ 165573 w 886881"/>
                <a:gd name="connsiteY1650" fmla="*/ 136065 h 209835"/>
                <a:gd name="connsiteX1651" fmla="*/ 160655 w 886881"/>
                <a:gd name="connsiteY1651" fmla="*/ 139344 h 209835"/>
                <a:gd name="connsiteX1652" fmla="*/ 157376 w 886881"/>
                <a:gd name="connsiteY1652" fmla="*/ 140983 h 209835"/>
                <a:gd name="connsiteX1653" fmla="*/ 154098 w 886881"/>
                <a:gd name="connsiteY1653" fmla="*/ 142622 h 209835"/>
                <a:gd name="connsiteX1654" fmla="*/ 149180 w 886881"/>
                <a:gd name="connsiteY1654" fmla="*/ 144262 h 209835"/>
                <a:gd name="connsiteX1655" fmla="*/ 145901 w 886881"/>
                <a:gd name="connsiteY1655" fmla="*/ 147540 h 209835"/>
                <a:gd name="connsiteX1656" fmla="*/ 149180 w 886881"/>
                <a:gd name="connsiteY1656" fmla="*/ 145901 h 209835"/>
                <a:gd name="connsiteX1657" fmla="*/ 154098 w 886881"/>
                <a:gd name="connsiteY1657" fmla="*/ 145901 h 209835"/>
                <a:gd name="connsiteX1658" fmla="*/ 159016 w 886881"/>
                <a:gd name="connsiteY1658" fmla="*/ 145901 h 209835"/>
                <a:gd name="connsiteX1659" fmla="*/ 162294 w 886881"/>
                <a:gd name="connsiteY1659" fmla="*/ 145901 h 209835"/>
                <a:gd name="connsiteX1660" fmla="*/ 167212 w 886881"/>
                <a:gd name="connsiteY1660" fmla="*/ 144262 h 209835"/>
                <a:gd name="connsiteX1661" fmla="*/ 170491 w 886881"/>
                <a:gd name="connsiteY1661" fmla="*/ 142622 h 209835"/>
                <a:gd name="connsiteX1662" fmla="*/ 173770 w 886881"/>
                <a:gd name="connsiteY1662" fmla="*/ 142622 h 209835"/>
                <a:gd name="connsiteX1663" fmla="*/ 178688 w 886881"/>
                <a:gd name="connsiteY1663" fmla="*/ 140983 h 209835"/>
                <a:gd name="connsiteX1664" fmla="*/ 181966 w 886881"/>
                <a:gd name="connsiteY1664" fmla="*/ 139344 h 209835"/>
                <a:gd name="connsiteX1665" fmla="*/ 185245 w 886881"/>
                <a:gd name="connsiteY1665" fmla="*/ 137704 h 209835"/>
                <a:gd name="connsiteX1666" fmla="*/ 190163 w 886881"/>
                <a:gd name="connsiteY1666" fmla="*/ 134426 h 209835"/>
                <a:gd name="connsiteX1667" fmla="*/ 193442 w 886881"/>
                <a:gd name="connsiteY1667" fmla="*/ 132786 h 209835"/>
                <a:gd name="connsiteX1668" fmla="*/ 198360 w 886881"/>
                <a:gd name="connsiteY1668" fmla="*/ 131147 h 209835"/>
                <a:gd name="connsiteX1669" fmla="*/ 201638 w 886881"/>
                <a:gd name="connsiteY1669" fmla="*/ 131147 h 209835"/>
                <a:gd name="connsiteX1670" fmla="*/ 198360 w 886881"/>
                <a:gd name="connsiteY1670" fmla="*/ 132786 h 209835"/>
                <a:gd name="connsiteX1671" fmla="*/ 193442 w 886881"/>
                <a:gd name="connsiteY1671" fmla="*/ 134426 h 209835"/>
                <a:gd name="connsiteX1672" fmla="*/ 191802 w 886881"/>
                <a:gd name="connsiteY1672" fmla="*/ 137704 h 209835"/>
                <a:gd name="connsiteX1673" fmla="*/ 195081 w 886881"/>
                <a:gd name="connsiteY1673" fmla="*/ 137704 h 209835"/>
                <a:gd name="connsiteX1674" fmla="*/ 190163 w 886881"/>
                <a:gd name="connsiteY1674" fmla="*/ 139344 h 209835"/>
                <a:gd name="connsiteX1675" fmla="*/ 186884 w 886881"/>
                <a:gd name="connsiteY1675" fmla="*/ 139344 h 209835"/>
                <a:gd name="connsiteX1676" fmla="*/ 183606 w 886881"/>
                <a:gd name="connsiteY1676" fmla="*/ 142622 h 209835"/>
                <a:gd name="connsiteX1677" fmla="*/ 186884 w 886881"/>
                <a:gd name="connsiteY1677" fmla="*/ 142622 h 209835"/>
                <a:gd name="connsiteX1678" fmla="*/ 190163 w 886881"/>
                <a:gd name="connsiteY1678" fmla="*/ 142622 h 209835"/>
                <a:gd name="connsiteX1679" fmla="*/ 195081 w 886881"/>
                <a:gd name="connsiteY1679" fmla="*/ 142622 h 209835"/>
                <a:gd name="connsiteX1680" fmla="*/ 198360 w 886881"/>
                <a:gd name="connsiteY1680" fmla="*/ 142622 h 209835"/>
                <a:gd name="connsiteX1681" fmla="*/ 201638 w 886881"/>
                <a:gd name="connsiteY1681" fmla="*/ 142622 h 209835"/>
                <a:gd name="connsiteX1682" fmla="*/ 198360 w 886881"/>
                <a:gd name="connsiteY1682" fmla="*/ 144262 h 209835"/>
                <a:gd name="connsiteX1683" fmla="*/ 195081 w 886881"/>
                <a:gd name="connsiteY1683" fmla="*/ 142622 h 209835"/>
                <a:gd name="connsiteX1684" fmla="*/ 190163 w 886881"/>
                <a:gd name="connsiteY1684" fmla="*/ 142622 h 209835"/>
                <a:gd name="connsiteX1685" fmla="*/ 186884 w 886881"/>
                <a:gd name="connsiteY1685" fmla="*/ 142622 h 209835"/>
                <a:gd name="connsiteX1686" fmla="*/ 183606 w 886881"/>
                <a:gd name="connsiteY1686" fmla="*/ 142622 h 209835"/>
                <a:gd name="connsiteX1687" fmla="*/ 178688 w 886881"/>
                <a:gd name="connsiteY1687" fmla="*/ 142622 h 209835"/>
                <a:gd name="connsiteX1688" fmla="*/ 175409 w 886881"/>
                <a:gd name="connsiteY1688" fmla="*/ 145901 h 209835"/>
                <a:gd name="connsiteX1689" fmla="*/ 178688 w 886881"/>
                <a:gd name="connsiteY1689" fmla="*/ 147540 h 209835"/>
                <a:gd name="connsiteX1690" fmla="*/ 183606 w 886881"/>
                <a:gd name="connsiteY1690" fmla="*/ 145901 h 209835"/>
                <a:gd name="connsiteX1691" fmla="*/ 186884 w 886881"/>
                <a:gd name="connsiteY1691" fmla="*/ 145901 h 209835"/>
                <a:gd name="connsiteX1692" fmla="*/ 191802 w 886881"/>
                <a:gd name="connsiteY1692" fmla="*/ 145901 h 209835"/>
                <a:gd name="connsiteX1693" fmla="*/ 186884 w 886881"/>
                <a:gd name="connsiteY1693" fmla="*/ 145901 h 209835"/>
                <a:gd name="connsiteX1694" fmla="*/ 183606 w 886881"/>
                <a:gd name="connsiteY1694" fmla="*/ 147540 h 209835"/>
                <a:gd name="connsiteX1695" fmla="*/ 178688 w 886881"/>
                <a:gd name="connsiteY1695" fmla="*/ 147540 h 209835"/>
                <a:gd name="connsiteX1696" fmla="*/ 175409 w 886881"/>
                <a:gd name="connsiteY1696" fmla="*/ 147540 h 209835"/>
                <a:gd name="connsiteX1697" fmla="*/ 172130 w 886881"/>
                <a:gd name="connsiteY1697" fmla="*/ 147540 h 209835"/>
                <a:gd name="connsiteX1698" fmla="*/ 167212 w 886881"/>
                <a:gd name="connsiteY1698" fmla="*/ 147540 h 209835"/>
                <a:gd name="connsiteX1699" fmla="*/ 163934 w 886881"/>
                <a:gd name="connsiteY1699" fmla="*/ 149180 h 209835"/>
                <a:gd name="connsiteX1700" fmla="*/ 160655 w 886881"/>
                <a:gd name="connsiteY1700" fmla="*/ 149180 h 209835"/>
                <a:gd name="connsiteX1701" fmla="*/ 155737 w 886881"/>
                <a:gd name="connsiteY1701" fmla="*/ 149180 h 209835"/>
                <a:gd name="connsiteX1702" fmla="*/ 152458 w 886881"/>
                <a:gd name="connsiteY1702" fmla="*/ 150819 h 209835"/>
                <a:gd name="connsiteX1703" fmla="*/ 155737 w 886881"/>
                <a:gd name="connsiteY1703" fmla="*/ 152458 h 209835"/>
                <a:gd name="connsiteX1704" fmla="*/ 160655 w 886881"/>
                <a:gd name="connsiteY1704" fmla="*/ 152458 h 209835"/>
                <a:gd name="connsiteX1705" fmla="*/ 163934 w 886881"/>
                <a:gd name="connsiteY1705" fmla="*/ 152458 h 209835"/>
                <a:gd name="connsiteX1706" fmla="*/ 168852 w 886881"/>
                <a:gd name="connsiteY1706" fmla="*/ 152458 h 209835"/>
                <a:gd name="connsiteX1707" fmla="*/ 172130 w 886881"/>
                <a:gd name="connsiteY1707" fmla="*/ 152458 h 209835"/>
                <a:gd name="connsiteX1708" fmla="*/ 177048 w 886881"/>
                <a:gd name="connsiteY1708" fmla="*/ 150819 h 209835"/>
                <a:gd name="connsiteX1709" fmla="*/ 180327 w 886881"/>
                <a:gd name="connsiteY1709" fmla="*/ 152458 h 209835"/>
                <a:gd name="connsiteX1710" fmla="*/ 183606 w 886881"/>
                <a:gd name="connsiteY1710" fmla="*/ 152458 h 209835"/>
                <a:gd name="connsiteX1711" fmla="*/ 180327 w 886881"/>
                <a:gd name="connsiteY1711" fmla="*/ 152458 h 209835"/>
                <a:gd name="connsiteX1712" fmla="*/ 175409 w 886881"/>
                <a:gd name="connsiteY1712" fmla="*/ 152458 h 209835"/>
                <a:gd name="connsiteX1713" fmla="*/ 172130 w 886881"/>
                <a:gd name="connsiteY1713" fmla="*/ 152458 h 209835"/>
                <a:gd name="connsiteX1714" fmla="*/ 167212 w 886881"/>
                <a:gd name="connsiteY1714" fmla="*/ 152458 h 209835"/>
                <a:gd name="connsiteX1715" fmla="*/ 163934 w 886881"/>
                <a:gd name="connsiteY1715" fmla="*/ 152458 h 209835"/>
                <a:gd name="connsiteX1716" fmla="*/ 160655 w 886881"/>
                <a:gd name="connsiteY1716" fmla="*/ 152458 h 209835"/>
                <a:gd name="connsiteX1717" fmla="*/ 155737 w 886881"/>
                <a:gd name="connsiteY1717" fmla="*/ 155737 h 209835"/>
                <a:gd name="connsiteX1718" fmla="*/ 160655 w 886881"/>
                <a:gd name="connsiteY1718" fmla="*/ 154098 h 209835"/>
                <a:gd name="connsiteX1719" fmla="*/ 163934 w 886881"/>
                <a:gd name="connsiteY1719" fmla="*/ 155737 h 209835"/>
                <a:gd name="connsiteX1720" fmla="*/ 160655 w 886881"/>
                <a:gd name="connsiteY1720" fmla="*/ 155737 h 209835"/>
                <a:gd name="connsiteX1721" fmla="*/ 155737 w 886881"/>
                <a:gd name="connsiteY1721" fmla="*/ 157376 h 209835"/>
                <a:gd name="connsiteX1722" fmla="*/ 152458 w 886881"/>
                <a:gd name="connsiteY1722" fmla="*/ 160655 h 209835"/>
                <a:gd name="connsiteX1723" fmla="*/ 155737 w 886881"/>
                <a:gd name="connsiteY1723" fmla="*/ 160655 h 209835"/>
                <a:gd name="connsiteX1724" fmla="*/ 160655 w 886881"/>
                <a:gd name="connsiteY1724" fmla="*/ 160655 h 209835"/>
                <a:gd name="connsiteX1725" fmla="*/ 163934 w 886881"/>
                <a:gd name="connsiteY1725" fmla="*/ 160655 h 209835"/>
                <a:gd name="connsiteX1726" fmla="*/ 167212 w 886881"/>
                <a:gd name="connsiteY1726" fmla="*/ 160655 h 209835"/>
                <a:gd name="connsiteX1727" fmla="*/ 172130 w 886881"/>
                <a:gd name="connsiteY1727" fmla="*/ 159016 h 209835"/>
                <a:gd name="connsiteX1728" fmla="*/ 167212 w 886881"/>
                <a:gd name="connsiteY1728" fmla="*/ 160655 h 209835"/>
                <a:gd name="connsiteX1729" fmla="*/ 163934 w 886881"/>
                <a:gd name="connsiteY1729" fmla="*/ 162294 h 209835"/>
                <a:gd name="connsiteX1730" fmla="*/ 160655 w 886881"/>
                <a:gd name="connsiteY1730" fmla="*/ 163934 h 209835"/>
                <a:gd name="connsiteX1731" fmla="*/ 163934 w 886881"/>
                <a:gd name="connsiteY1731" fmla="*/ 163934 h 209835"/>
                <a:gd name="connsiteX1732" fmla="*/ 167212 w 886881"/>
                <a:gd name="connsiteY1732" fmla="*/ 163934 h 209835"/>
                <a:gd name="connsiteX1733" fmla="*/ 172130 w 886881"/>
                <a:gd name="connsiteY1733" fmla="*/ 163934 h 209835"/>
                <a:gd name="connsiteX1734" fmla="*/ 175409 w 886881"/>
                <a:gd name="connsiteY1734" fmla="*/ 165573 h 209835"/>
                <a:gd name="connsiteX1735" fmla="*/ 180327 w 886881"/>
                <a:gd name="connsiteY1735" fmla="*/ 165573 h 209835"/>
                <a:gd name="connsiteX1736" fmla="*/ 183606 w 886881"/>
                <a:gd name="connsiteY1736" fmla="*/ 163934 h 209835"/>
                <a:gd name="connsiteX1737" fmla="*/ 188524 w 886881"/>
                <a:gd name="connsiteY1737" fmla="*/ 163934 h 209835"/>
                <a:gd name="connsiteX1738" fmla="*/ 191802 w 886881"/>
                <a:gd name="connsiteY1738" fmla="*/ 162294 h 209835"/>
                <a:gd name="connsiteX1739" fmla="*/ 195081 w 886881"/>
                <a:gd name="connsiteY1739" fmla="*/ 162294 h 209835"/>
                <a:gd name="connsiteX1740" fmla="*/ 199999 w 886881"/>
                <a:gd name="connsiteY1740" fmla="*/ 160655 h 209835"/>
                <a:gd name="connsiteX1741" fmla="*/ 203278 w 886881"/>
                <a:gd name="connsiteY1741" fmla="*/ 159016 h 209835"/>
                <a:gd name="connsiteX1742" fmla="*/ 208196 w 886881"/>
                <a:gd name="connsiteY1742" fmla="*/ 157376 h 209835"/>
                <a:gd name="connsiteX1743" fmla="*/ 211474 w 886881"/>
                <a:gd name="connsiteY1743" fmla="*/ 155737 h 209835"/>
                <a:gd name="connsiteX1744" fmla="*/ 216392 w 886881"/>
                <a:gd name="connsiteY1744" fmla="*/ 154098 h 209835"/>
                <a:gd name="connsiteX1745" fmla="*/ 219671 w 886881"/>
                <a:gd name="connsiteY1745" fmla="*/ 152458 h 209835"/>
                <a:gd name="connsiteX1746" fmla="*/ 222950 w 886881"/>
                <a:gd name="connsiteY1746" fmla="*/ 152458 h 209835"/>
                <a:gd name="connsiteX1747" fmla="*/ 227868 w 886881"/>
                <a:gd name="connsiteY1747" fmla="*/ 147540 h 209835"/>
                <a:gd name="connsiteX1748" fmla="*/ 231146 w 886881"/>
                <a:gd name="connsiteY1748" fmla="*/ 147540 h 209835"/>
                <a:gd name="connsiteX1749" fmla="*/ 236064 w 886881"/>
                <a:gd name="connsiteY1749" fmla="*/ 145901 h 209835"/>
                <a:gd name="connsiteX1750" fmla="*/ 239343 w 886881"/>
                <a:gd name="connsiteY1750" fmla="*/ 147540 h 209835"/>
                <a:gd name="connsiteX1751" fmla="*/ 236064 w 886881"/>
                <a:gd name="connsiteY1751" fmla="*/ 147540 h 209835"/>
                <a:gd name="connsiteX1752" fmla="*/ 232786 w 886881"/>
                <a:gd name="connsiteY1752" fmla="*/ 147540 h 209835"/>
                <a:gd name="connsiteX1753" fmla="*/ 227868 w 886881"/>
                <a:gd name="connsiteY1753" fmla="*/ 152458 h 209835"/>
                <a:gd name="connsiteX1754" fmla="*/ 224589 w 886881"/>
                <a:gd name="connsiteY1754" fmla="*/ 154098 h 209835"/>
                <a:gd name="connsiteX1755" fmla="*/ 219671 w 886881"/>
                <a:gd name="connsiteY1755" fmla="*/ 155737 h 209835"/>
                <a:gd name="connsiteX1756" fmla="*/ 216392 w 886881"/>
                <a:gd name="connsiteY1756" fmla="*/ 157376 h 209835"/>
                <a:gd name="connsiteX1757" fmla="*/ 211474 w 886881"/>
                <a:gd name="connsiteY1757" fmla="*/ 157376 h 209835"/>
                <a:gd name="connsiteX1758" fmla="*/ 208196 w 886881"/>
                <a:gd name="connsiteY1758" fmla="*/ 160655 h 209835"/>
                <a:gd name="connsiteX1759" fmla="*/ 203278 w 886881"/>
                <a:gd name="connsiteY1759" fmla="*/ 160655 h 209835"/>
                <a:gd name="connsiteX1760" fmla="*/ 199999 w 886881"/>
                <a:gd name="connsiteY1760" fmla="*/ 162294 h 209835"/>
                <a:gd name="connsiteX1761" fmla="*/ 196720 w 886881"/>
                <a:gd name="connsiteY1761" fmla="*/ 163934 h 209835"/>
                <a:gd name="connsiteX1762" fmla="*/ 191802 w 886881"/>
                <a:gd name="connsiteY1762" fmla="*/ 165573 h 209835"/>
                <a:gd name="connsiteX1763" fmla="*/ 188524 w 886881"/>
                <a:gd name="connsiteY1763" fmla="*/ 165573 h 209835"/>
                <a:gd name="connsiteX1764" fmla="*/ 185245 w 886881"/>
                <a:gd name="connsiteY1764" fmla="*/ 165573 h 209835"/>
                <a:gd name="connsiteX1765" fmla="*/ 180327 w 886881"/>
                <a:gd name="connsiteY1765" fmla="*/ 167212 h 209835"/>
                <a:gd name="connsiteX1766" fmla="*/ 185245 w 886881"/>
                <a:gd name="connsiteY1766" fmla="*/ 170491 h 209835"/>
                <a:gd name="connsiteX1767" fmla="*/ 180327 w 886881"/>
                <a:gd name="connsiteY1767" fmla="*/ 170491 h 209835"/>
                <a:gd name="connsiteX1768" fmla="*/ 177048 w 886881"/>
                <a:gd name="connsiteY1768" fmla="*/ 168852 h 209835"/>
                <a:gd name="connsiteX1769" fmla="*/ 173770 w 886881"/>
                <a:gd name="connsiteY1769" fmla="*/ 168852 h 209835"/>
                <a:gd name="connsiteX1770" fmla="*/ 168852 w 886881"/>
                <a:gd name="connsiteY1770" fmla="*/ 168852 h 209835"/>
                <a:gd name="connsiteX1771" fmla="*/ 165573 w 886881"/>
                <a:gd name="connsiteY1771" fmla="*/ 168852 h 209835"/>
                <a:gd name="connsiteX1772" fmla="*/ 160655 w 886881"/>
                <a:gd name="connsiteY1772" fmla="*/ 168852 h 209835"/>
                <a:gd name="connsiteX1773" fmla="*/ 157376 w 886881"/>
                <a:gd name="connsiteY1773" fmla="*/ 172130 h 209835"/>
                <a:gd name="connsiteX1774" fmla="*/ 154098 w 886881"/>
                <a:gd name="connsiteY1774" fmla="*/ 172130 h 209835"/>
                <a:gd name="connsiteX1775" fmla="*/ 149180 w 886881"/>
                <a:gd name="connsiteY1775" fmla="*/ 168852 h 209835"/>
                <a:gd name="connsiteX1776" fmla="*/ 145901 w 886881"/>
                <a:gd name="connsiteY1776" fmla="*/ 168852 h 209835"/>
                <a:gd name="connsiteX1777" fmla="*/ 140983 w 886881"/>
                <a:gd name="connsiteY1777" fmla="*/ 168852 h 209835"/>
                <a:gd name="connsiteX1778" fmla="*/ 137704 w 886881"/>
                <a:gd name="connsiteY1778" fmla="*/ 167212 h 209835"/>
                <a:gd name="connsiteX1779" fmla="*/ 132786 w 886881"/>
                <a:gd name="connsiteY1779" fmla="*/ 167212 h 209835"/>
                <a:gd name="connsiteX1780" fmla="*/ 129508 w 886881"/>
                <a:gd name="connsiteY1780" fmla="*/ 167212 h 209835"/>
                <a:gd name="connsiteX1781" fmla="*/ 132786 w 886881"/>
                <a:gd name="connsiteY1781" fmla="*/ 163934 h 209835"/>
                <a:gd name="connsiteX1782" fmla="*/ 134426 w 886881"/>
                <a:gd name="connsiteY1782" fmla="*/ 160655 h 209835"/>
                <a:gd name="connsiteX1783" fmla="*/ 134426 w 886881"/>
                <a:gd name="connsiteY1783" fmla="*/ 155737 h 209835"/>
                <a:gd name="connsiteX1784" fmla="*/ 129508 w 886881"/>
                <a:gd name="connsiteY1784" fmla="*/ 154098 h 209835"/>
                <a:gd name="connsiteX1785" fmla="*/ 126229 w 886881"/>
                <a:gd name="connsiteY1785" fmla="*/ 154098 h 209835"/>
                <a:gd name="connsiteX1786" fmla="*/ 122950 w 886881"/>
                <a:gd name="connsiteY1786" fmla="*/ 152458 h 209835"/>
                <a:gd name="connsiteX1787" fmla="*/ 118032 w 886881"/>
                <a:gd name="connsiteY1787" fmla="*/ 152458 h 209835"/>
                <a:gd name="connsiteX1788" fmla="*/ 114754 w 886881"/>
                <a:gd name="connsiteY1788" fmla="*/ 152458 h 209835"/>
                <a:gd name="connsiteX1789" fmla="*/ 109836 w 886881"/>
                <a:gd name="connsiteY1789" fmla="*/ 152458 h 209835"/>
                <a:gd name="connsiteX1790" fmla="*/ 106557 w 886881"/>
                <a:gd name="connsiteY1790" fmla="*/ 152458 h 209835"/>
                <a:gd name="connsiteX1791" fmla="*/ 101639 w 886881"/>
                <a:gd name="connsiteY1791" fmla="*/ 152458 h 209835"/>
                <a:gd name="connsiteX1792" fmla="*/ 98360 w 886881"/>
                <a:gd name="connsiteY1792" fmla="*/ 154098 h 209835"/>
                <a:gd name="connsiteX1793" fmla="*/ 95082 w 886881"/>
                <a:gd name="connsiteY1793" fmla="*/ 154098 h 209835"/>
                <a:gd name="connsiteX1794" fmla="*/ 90164 w 886881"/>
                <a:gd name="connsiteY1794" fmla="*/ 154098 h 209835"/>
                <a:gd name="connsiteX1795" fmla="*/ 86885 w 886881"/>
                <a:gd name="connsiteY1795" fmla="*/ 155737 h 209835"/>
                <a:gd name="connsiteX1796" fmla="*/ 81967 w 886881"/>
                <a:gd name="connsiteY1796" fmla="*/ 157376 h 209835"/>
                <a:gd name="connsiteX1797" fmla="*/ 78688 w 886881"/>
                <a:gd name="connsiteY1797" fmla="*/ 160655 h 209835"/>
                <a:gd name="connsiteX1798" fmla="*/ 81967 w 886881"/>
                <a:gd name="connsiteY1798" fmla="*/ 162294 h 209835"/>
                <a:gd name="connsiteX1799" fmla="*/ 83606 w 886881"/>
                <a:gd name="connsiteY1799" fmla="*/ 165573 h 209835"/>
                <a:gd name="connsiteX1800" fmla="*/ 80327 w 886881"/>
                <a:gd name="connsiteY1800" fmla="*/ 170491 h 209835"/>
                <a:gd name="connsiteX1801" fmla="*/ 83606 w 886881"/>
                <a:gd name="connsiteY1801" fmla="*/ 170491 h 209835"/>
                <a:gd name="connsiteX1802" fmla="*/ 88524 w 886881"/>
                <a:gd name="connsiteY1802" fmla="*/ 170491 h 209835"/>
                <a:gd name="connsiteX1803" fmla="*/ 91803 w 886881"/>
                <a:gd name="connsiteY1803" fmla="*/ 170491 h 209835"/>
                <a:gd name="connsiteX1804" fmla="*/ 96721 w 886881"/>
                <a:gd name="connsiteY1804" fmla="*/ 168852 h 209835"/>
                <a:gd name="connsiteX1805" fmla="*/ 99999 w 886881"/>
                <a:gd name="connsiteY1805" fmla="*/ 170491 h 209835"/>
                <a:gd name="connsiteX1806" fmla="*/ 96721 w 886881"/>
                <a:gd name="connsiteY1806" fmla="*/ 170491 h 209835"/>
                <a:gd name="connsiteX1807" fmla="*/ 93442 w 886881"/>
                <a:gd name="connsiteY1807" fmla="*/ 170491 h 209835"/>
                <a:gd name="connsiteX1808" fmla="*/ 88524 w 886881"/>
                <a:gd name="connsiteY1808" fmla="*/ 172130 h 209835"/>
                <a:gd name="connsiteX1809" fmla="*/ 93442 w 886881"/>
                <a:gd name="connsiteY1809" fmla="*/ 173770 h 209835"/>
                <a:gd name="connsiteX1810" fmla="*/ 88524 w 886881"/>
                <a:gd name="connsiteY1810" fmla="*/ 175409 h 209835"/>
                <a:gd name="connsiteX1811" fmla="*/ 91803 w 886881"/>
                <a:gd name="connsiteY1811" fmla="*/ 175409 h 209835"/>
                <a:gd name="connsiteX1812" fmla="*/ 96721 w 886881"/>
                <a:gd name="connsiteY1812" fmla="*/ 175409 h 209835"/>
                <a:gd name="connsiteX1813" fmla="*/ 91803 w 886881"/>
                <a:gd name="connsiteY1813" fmla="*/ 177048 h 209835"/>
                <a:gd name="connsiteX1814" fmla="*/ 88524 w 886881"/>
                <a:gd name="connsiteY1814" fmla="*/ 175409 h 209835"/>
                <a:gd name="connsiteX1815" fmla="*/ 83606 w 886881"/>
                <a:gd name="connsiteY1815" fmla="*/ 175409 h 209835"/>
                <a:gd name="connsiteX1816" fmla="*/ 80327 w 886881"/>
                <a:gd name="connsiteY1816" fmla="*/ 175409 h 209835"/>
                <a:gd name="connsiteX1817" fmla="*/ 77049 w 886881"/>
                <a:gd name="connsiteY1817" fmla="*/ 178688 h 209835"/>
                <a:gd name="connsiteX1818" fmla="*/ 72131 w 886881"/>
                <a:gd name="connsiteY1818" fmla="*/ 178688 h 209835"/>
                <a:gd name="connsiteX1819" fmla="*/ 68852 w 886881"/>
                <a:gd name="connsiteY1819" fmla="*/ 177048 h 209835"/>
                <a:gd name="connsiteX1820" fmla="*/ 63934 w 886881"/>
                <a:gd name="connsiteY1820" fmla="*/ 177048 h 209835"/>
                <a:gd name="connsiteX1821" fmla="*/ 60655 w 886881"/>
                <a:gd name="connsiteY1821" fmla="*/ 177048 h 209835"/>
                <a:gd name="connsiteX1822" fmla="*/ 55737 w 886881"/>
                <a:gd name="connsiteY1822" fmla="*/ 177048 h 209835"/>
                <a:gd name="connsiteX1823" fmla="*/ 52459 w 886881"/>
                <a:gd name="connsiteY1823" fmla="*/ 177048 h 209835"/>
                <a:gd name="connsiteX1824" fmla="*/ 49180 w 886881"/>
                <a:gd name="connsiteY1824" fmla="*/ 178688 h 209835"/>
                <a:gd name="connsiteX1825" fmla="*/ 44262 w 886881"/>
                <a:gd name="connsiteY1825" fmla="*/ 180327 h 209835"/>
                <a:gd name="connsiteX1826" fmla="*/ 40983 w 886881"/>
                <a:gd name="connsiteY1826" fmla="*/ 181966 h 209835"/>
                <a:gd name="connsiteX1827" fmla="*/ 36065 w 886881"/>
                <a:gd name="connsiteY1827" fmla="*/ 181966 h 209835"/>
                <a:gd name="connsiteX1828" fmla="*/ 32787 w 886881"/>
                <a:gd name="connsiteY1828" fmla="*/ 181966 h 209835"/>
                <a:gd name="connsiteX1829" fmla="*/ 27869 w 886881"/>
                <a:gd name="connsiteY1829" fmla="*/ 183606 h 209835"/>
                <a:gd name="connsiteX1830" fmla="*/ 24590 w 886881"/>
                <a:gd name="connsiteY1830" fmla="*/ 183606 h 209835"/>
                <a:gd name="connsiteX1831" fmla="*/ 21311 w 886881"/>
                <a:gd name="connsiteY1831" fmla="*/ 185245 h 209835"/>
                <a:gd name="connsiteX1832" fmla="*/ 16393 w 886881"/>
                <a:gd name="connsiteY1832" fmla="*/ 185245 h 209835"/>
                <a:gd name="connsiteX1833" fmla="*/ 13115 w 886881"/>
                <a:gd name="connsiteY1833" fmla="*/ 186884 h 209835"/>
                <a:gd name="connsiteX1834" fmla="*/ 13115 w 886881"/>
                <a:gd name="connsiteY1834" fmla="*/ 190163 h 209835"/>
                <a:gd name="connsiteX1835" fmla="*/ 8197 w 886881"/>
                <a:gd name="connsiteY1835" fmla="*/ 191802 h 209835"/>
                <a:gd name="connsiteX1836" fmla="*/ 4918 w 886881"/>
                <a:gd name="connsiteY1836" fmla="*/ 193442 h 209835"/>
                <a:gd name="connsiteX1837" fmla="*/ 0 w 886881"/>
                <a:gd name="connsiteY1837" fmla="*/ 196720 h 209835"/>
                <a:gd name="connsiteX1838" fmla="*/ 4918 w 886881"/>
                <a:gd name="connsiteY1838" fmla="*/ 196720 h 209835"/>
                <a:gd name="connsiteX1839" fmla="*/ 4918 w 886881"/>
                <a:gd name="connsiteY1839" fmla="*/ 199999 h 209835"/>
                <a:gd name="connsiteX1840" fmla="*/ 8197 w 886881"/>
                <a:gd name="connsiteY1840" fmla="*/ 199999 h 209835"/>
                <a:gd name="connsiteX1841" fmla="*/ 13115 w 886881"/>
                <a:gd name="connsiteY1841" fmla="*/ 201638 h 209835"/>
                <a:gd name="connsiteX1842" fmla="*/ 16393 w 886881"/>
                <a:gd name="connsiteY1842" fmla="*/ 199999 h 209835"/>
                <a:gd name="connsiteX1843" fmla="*/ 19672 w 886881"/>
                <a:gd name="connsiteY1843" fmla="*/ 196720 h 209835"/>
                <a:gd name="connsiteX1844" fmla="*/ 24590 w 886881"/>
                <a:gd name="connsiteY1844" fmla="*/ 195081 h 20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</a:cxnLst>
              <a:rect l="l" t="t" r="r" b="b"/>
              <a:pathLst>
                <a:path w="886881" h="209835">
                  <a:moveTo>
                    <a:pt x="24590" y="195081"/>
                  </a:moveTo>
                  <a:lnTo>
                    <a:pt x="21311" y="198360"/>
                  </a:lnTo>
                  <a:lnTo>
                    <a:pt x="18033" y="201638"/>
                  </a:lnTo>
                  <a:lnTo>
                    <a:pt x="21311" y="199999"/>
                  </a:lnTo>
                  <a:lnTo>
                    <a:pt x="24590" y="198360"/>
                  </a:lnTo>
                  <a:lnTo>
                    <a:pt x="26229" y="195081"/>
                  </a:lnTo>
                  <a:lnTo>
                    <a:pt x="29508" y="190163"/>
                  </a:lnTo>
                  <a:lnTo>
                    <a:pt x="32787" y="190163"/>
                  </a:lnTo>
                  <a:lnTo>
                    <a:pt x="36065" y="188524"/>
                  </a:lnTo>
                  <a:lnTo>
                    <a:pt x="32787" y="191802"/>
                  </a:lnTo>
                  <a:lnTo>
                    <a:pt x="31147" y="195081"/>
                  </a:lnTo>
                  <a:lnTo>
                    <a:pt x="27869" y="198360"/>
                  </a:lnTo>
                  <a:lnTo>
                    <a:pt x="24590" y="201638"/>
                  </a:lnTo>
                  <a:lnTo>
                    <a:pt x="27869" y="201638"/>
                  </a:lnTo>
                  <a:lnTo>
                    <a:pt x="32787" y="203278"/>
                  </a:lnTo>
                  <a:lnTo>
                    <a:pt x="36065" y="201638"/>
                  </a:lnTo>
                  <a:lnTo>
                    <a:pt x="40983" y="203278"/>
                  </a:lnTo>
                  <a:lnTo>
                    <a:pt x="44262" y="201638"/>
                  </a:lnTo>
                  <a:lnTo>
                    <a:pt x="47541" y="199999"/>
                  </a:lnTo>
                  <a:lnTo>
                    <a:pt x="50819" y="196720"/>
                  </a:lnTo>
                  <a:lnTo>
                    <a:pt x="54098" y="195081"/>
                  </a:lnTo>
                  <a:lnTo>
                    <a:pt x="54098" y="199999"/>
                  </a:lnTo>
                  <a:lnTo>
                    <a:pt x="59016" y="201638"/>
                  </a:lnTo>
                  <a:lnTo>
                    <a:pt x="62295" y="203278"/>
                  </a:lnTo>
                  <a:lnTo>
                    <a:pt x="65573" y="201638"/>
                  </a:lnTo>
                  <a:lnTo>
                    <a:pt x="70492" y="199999"/>
                  </a:lnTo>
                  <a:lnTo>
                    <a:pt x="73770" y="198360"/>
                  </a:lnTo>
                  <a:lnTo>
                    <a:pt x="78688" y="198360"/>
                  </a:lnTo>
                  <a:lnTo>
                    <a:pt x="80327" y="195081"/>
                  </a:lnTo>
                  <a:lnTo>
                    <a:pt x="85245" y="196720"/>
                  </a:lnTo>
                  <a:lnTo>
                    <a:pt x="80327" y="198360"/>
                  </a:lnTo>
                  <a:lnTo>
                    <a:pt x="77049" y="201638"/>
                  </a:lnTo>
                  <a:lnTo>
                    <a:pt x="80327" y="201638"/>
                  </a:lnTo>
                  <a:lnTo>
                    <a:pt x="83606" y="201638"/>
                  </a:lnTo>
                  <a:lnTo>
                    <a:pt x="88524" y="203278"/>
                  </a:lnTo>
                  <a:lnTo>
                    <a:pt x="91803" y="203278"/>
                  </a:lnTo>
                  <a:lnTo>
                    <a:pt x="96721" y="204917"/>
                  </a:lnTo>
                  <a:lnTo>
                    <a:pt x="99999" y="204917"/>
                  </a:lnTo>
                  <a:lnTo>
                    <a:pt x="104917" y="204917"/>
                  </a:lnTo>
                  <a:lnTo>
                    <a:pt x="108196" y="204917"/>
                  </a:lnTo>
                  <a:lnTo>
                    <a:pt x="113114" y="204917"/>
                  </a:lnTo>
                  <a:lnTo>
                    <a:pt x="116393" y="204917"/>
                  </a:lnTo>
                  <a:lnTo>
                    <a:pt x="119672" y="204917"/>
                  </a:lnTo>
                  <a:lnTo>
                    <a:pt x="124589" y="203278"/>
                  </a:lnTo>
                  <a:lnTo>
                    <a:pt x="119672" y="203278"/>
                  </a:lnTo>
                  <a:lnTo>
                    <a:pt x="116393" y="201638"/>
                  </a:lnTo>
                  <a:lnTo>
                    <a:pt x="113114" y="199999"/>
                  </a:lnTo>
                  <a:lnTo>
                    <a:pt x="114754" y="196720"/>
                  </a:lnTo>
                  <a:lnTo>
                    <a:pt x="118032" y="195081"/>
                  </a:lnTo>
                  <a:lnTo>
                    <a:pt x="119672" y="198360"/>
                  </a:lnTo>
                  <a:lnTo>
                    <a:pt x="122950" y="199999"/>
                  </a:lnTo>
                  <a:lnTo>
                    <a:pt x="127868" y="199999"/>
                  </a:lnTo>
                  <a:lnTo>
                    <a:pt x="131147" y="199999"/>
                  </a:lnTo>
                  <a:lnTo>
                    <a:pt x="136065" y="196720"/>
                  </a:lnTo>
                  <a:lnTo>
                    <a:pt x="137704" y="193442"/>
                  </a:lnTo>
                  <a:lnTo>
                    <a:pt x="142622" y="195081"/>
                  </a:lnTo>
                  <a:lnTo>
                    <a:pt x="142622" y="198360"/>
                  </a:lnTo>
                  <a:lnTo>
                    <a:pt x="145901" y="199999"/>
                  </a:lnTo>
                  <a:lnTo>
                    <a:pt x="149180" y="199999"/>
                  </a:lnTo>
                  <a:lnTo>
                    <a:pt x="154098" y="201638"/>
                  </a:lnTo>
                  <a:lnTo>
                    <a:pt x="157376" y="199999"/>
                  </a:lnTo>
                  <a:lnTo>
                    <a:pt x="162294" y="195081"/>
                  </a:lnTo>
                  <a:lnTo>
                    <a:pt x="162294" y="191802"/>
                  </a:lnTo>
                  <a:lnTo>
                    <a:pt x="165573" y="195081"/>
                  </a:lnTo>
                  <a:lnTo>
                    <a:pt x="162294" y="199999"/>
                  </a:lnTo>
                  <a:lnTo>
                    <a:pt x="165573" y="201638"/>
                  </a:lnTo>
                  <a:lnTo>
                    <a:pt x="170491" y="201638"/>
                  </a:lnTo>
                  <a:lnTo>
                    <a:pt x="173770" y="201638"/>
                  </a:lnTo>
                  <a:lnTo>
                    <a:pt x="177048" y="201638"/>
                  </a:lnTo>
                  <a:lnTo>
                    <a:pt x="181966" y="201638"/>
                  </a:lnTo>
                  <a:lnTo>
                    <a:pt x="185245" y="198360"/>
                  </a:lnTo>
                  <a:lnTo>
                    <a:pt x="188524" y="195081"/>
                  </a:lnTo>
                  <a:lnTo>
                    <a:pt x="183606" y="193442"/>
                  </a:lnTo>
                  <a:lnTo>
                    <a:pt x="185245" y="190163"/>
                  </a:lnTo>
                  <a:lnTo>
                    <a:pt x="188524" y="193442"/>
                  </a:lnTo>
                  <a:lnTo>
                    <a:pt x="191802" y="193442"/>
                  </a:lnTo>
                  <a:lnTo>
                    <a:pt x="196720" y="193442"/>
                  </a:lnTo>
                  <a:lnTo>
                    <a:pt x="201638" y="193442"/>
                  </a:lnTo>
                  <a:lnTo>
                    <a:pt x="196720" y="193442"/>
                  </a:lnTo>
                  <a:lnTo>
                    <a:pt x="193442" y="195081"/>
                  </a:lnTo>
                  <a:lnTo>
                    <a:pt x="191802" y="198360"/>
                  </a:lnTo>
                  <a:lnTo>
                    <a:pt x="195081" y="198360"/>
                  </a:lnTo>
                  <a:lnTo>
                    <a:pt x="199999" y="198360"/>
                  </a:lnTo>
                  <a:lnTo>
                    <a:pt x="203278" y="198360"/>
                  </a:lnTo>
                  <a:lnTo>
                    <a:pt x="208196" y="198360"/>
                  </a:lnTo>
                  <a:lnTo>
                    <a:pt x="211474" y="198360"/>
                  </a:lnTo>
                  <a:lnTo>
                    <a:pt x="214753" y="198360"/>
                  </a:lnTo>
                  <a:lnTo>
                    <a:pt x="218032" y="201638"/>
                  </a:lnTo>
                  <a:lnTo>
                    <a:pt x="213114" y="203278"/>
                  </a:lnTo>
                  <a:lnTo>
                    <a:pt x="209835" y="204917"/>
                  </a:lnTo>
                  <a:lnTo>
                    <a:pt x="204917" y="208196"/>
                  </a:lnTo>
                  <a:lnTo>
                    <a:pt x="201638" y="209835"/>
                  </a:lnTo>
                  <a:lnTo>
                    <a:pt x="204917" y="209835"/>
                  </a:lnTo>
                  <a:lnTo>
                    <a:pt x="209835" y="209835"/>
                  </a:lnTo>
                  <a:lnTo>
                    <a:pt x="213114" y="209835"/>
                  </a:lnTo>
                  <a:lnTo>
                    <a:pt x="218032" y="208196"/>
                  </a:lnTo>
                  <a:lnTo>
                    <a:pt x="221310" y="208196"/>
                  </a:lnTo>
                  <a:lnTo>
                    <a:pt x="224589" y="206556"/>
                  </a:lnTo>
                  <a:lnTo>
                    <a:pt x="229507" y="206556"/>
                  </a:lnTo>
                  <a:lnTo>
                    <a:pt x="232786" y="206556"/>
                  </a:lnTo>
                  <a:lnTo>
                    <a:pt x="234425" y="206556"/>
                  </a:lnTo>
                  <a:lnTo>
                    <a:pt x="237704" y="204917"/>
                  </a:lnTo>
                  <a:lnTo>
                    <a:pt x="242622" y="204917"/>
                  </a:lnTo>
                  <a:lnTo>
                    <a:pt x="245901" y="204917"/>
                  </a:lnTo>
                  <a:lnTo>
                    <a:pt x="249179" y="204917"/>
                  </a:lnTo>
                  <a:lnTo>
                    <a:pt x="254097" y="204917"/>
                  </a:lnTo>
                  <a:lnTo>
                    <a:pt x="257376" y="201638"/>
                  </a:lnTo>
                  <a:lnTo>
                    <a:pt x="260654" y="201638"/>
                  </a:lnTo>
                  <a:lnTo>
                    <a:pt x="265573" y="199999"/>
                  </a:lnTo>
                  <a:lnTo>
                    <a:pt x="268851" y="198360"/>
                  </a:lnTo>
                  <a:lnTo>
                    <a:pt x="273769" y="196720"/>
                  </a:lnTo>
                  <a:lnTo>
                    <a:pt x="277048" y="195081"/>
                  </a:lnTo>
                  <a:lnTo>
                    <a:pt x="277048" y="199999"/>
                  </a:lnTo>
                  <a:lnTo>
                    <a:pt x="281966" y="199999"/>
                  </a:lnTo>
                  <a:lnTo>
                    <a:pt x="285245" y="198360"/>
                  </a:lnTo>
                  <a:lnTo>
                    <a:pt x="288523" y="196720"/>
                  </a:lnTo>
                  <a:lnTo>
                    <a:pt x="293441" y="195081"/>
                  </a:lnTo>
                  <a:lnTo>
                    <a:pt x="296720" y="193442"/>
                  </a:lnTo>
                  <a:lnTo>
                    <a:pt x="299999" y="193442"/>
                  </a:lnTo>
                  <a:lnTo>
                    <a:pt x="304916" y="191802"/>
                  </a:lnTo>
                  <a:lnTo>
                    <a:pt x="308195" y="188524"/>
                  </a:lnTo>
                  <a:lnTo>
                    <a:pt x="309835" y="185245"/>
                  </a:lnTo>
                  <a:lnTo>
                    <a:pt x="308195" y="181966"/>
                  </a:lnTo>
                  <a:lnTo>
                    <a:pt x="304916" y="180327"/>
                  </a:lnTo>
                  <a:lnTo>
                    <a:pt x="299999" y="181966"/>
                  </a:lnTo>
                  <a:lnTo>
                    <a:pt x="296720" y="183606"/>
                  </a:lnTo>
                  <a:lnTo>
                    <a:pt x="291802" y="185245"/>
                  </a:lnTo>
                  <a:lnTo>
                    <a:pt x="288523" y="185245"/>
                  </a:lnTo>
                  <a:lnTo>
                    <a:pt x="285245" y="186884"/>
                  </a:lnTo>
                  <a:lnTo>
                    <a:pt x="280326" y="186884"/>
                  </a:lnTo>
                  <a:lnTo>
                    <a:pt x="285245" y="183606"/>
                  </a:lnTo>
                  <a:lnTo>
                    <a:pt x="281966" y="183606"/>
                  </a:lnTo>
                  <a:lnTo>
                    <a:pt x="277048" y="183606"/>
                  </a:lnTo>
                  <a:lnTo>
                    <a:pt x="273769" y="183606"/>
                  </a:lnTo>
                  <a:lnTo>
                    <a:pt x="277048" y="181966"/>
                  </a:lnTo>
                  <a:lnTo>
                    <a:pt x="280326" y="180327"/>
                  </a:lnTo>
                  <a:lnTo>
                    <a:pt x="285245" y="178688"/>
                  </a:lnTo>
                  <a:lnTo>
                    <a:pt x="288523" y="175409"/>
                  </a:lnTo>
                  <a:lnTo>
                    <a:pt x="285245" y="173770"/>
                  </a:lnTo>
                  <a:lnTo>
                    <a:pt x="281966" y="173770"/>
                  </a:lnTo>
                  <a:lnTo>
                    <a:pt x="278687" y="173770"/>
                  </a:lnTo>
                  <a:lnTo>
                    <a:pt x="273769" y="173770"/>
                  </a:lnTo>
                  <a:lnTo>
                    <a:pt x="270491" y="173770"/>
                  </a:lnTo>
                  <a:lnTo>
                    <a:pt x="267212" y="175409"/>
                  </a:lnTo>
                  <a:lnTo>
                    <a:pt x="265573" y="175409"/>
                  </a:lnTo>
                  <a:lnTo>
                    <a:pt x="262294" y="177048"/>
                  </a:lnTo>
                  <a:lnTo>
                    <a:pt x="257376" y="177048"/>
                  </a:lnTo>
                  <a:lnTo>
                    <a:pt x="254097" y="177048"/>
                  </a:lnTo>
                  <a:lnTo>
                    <a:pt x="259015" y="177048"/>
                  </a:lnTo>
                  <a:lnTo>
                    <a:pt x="262294" y="173770"/>
                  </a:lnTo>
                  <a:lnTo>
                    <a:pt x="259015" y="173770"/>
                  </a:lnTo>
                  <a:lnTo>
                    <a:pt x="254097" y="173770"/>
                  </a:lnTo>
                  <a:lnTo>
                    <a:pt x="250819" y="173770"/>
                  </a:lnTo>
                  <a:lnTo>
                    <a:pt x="247540" y="173770"/>
                  </a:lnTo>
                  <a:lnTo>
                    <a:pt x="242622" y="172130"/>
                  </a:lnTo>
                  <a:lnTo>
                    <a:pt x="239343" y="172130"/>
                  </a:lnTo>
                  <a:lnTo>
                    <a:pt x="234425" y="173770"/>
                  </a:lnTo>
                  <a:lnTo>
                    <a:pt x="231146" y="173770"/>
                  </a:lnTo>
                  <a:lnTo>
                    <a:pt x="227868" y="175409"/>
                  </a:lnTo>
                  <a:lnTo>
                    <a:pt x="222950" y="175409"/>
                  </a:lnTo>
                  <a:lnTo>
                    <a:pt x="218032" y="173770"/>
                  </a:lnTo>
                  <a:lnTo>
                    <a:pt x="214753" y="172130"/>
                  </a:lnTo>
                  <a:lnTo>
                    <a:pt x="219671" y="170491"/>
                  </a:lnTo>
                  <a:lnTo>
                    <a:pt x="224589" y="172130"/>
                  </a:lnTo>
                  <a:lnTo>
                    <a:pt x="227868" y="172130"/>
                  </a:lnTo>
                  <a:lnTo>
                    <a:pt x="231146" y="172130"/>
                  </a:lnTo>
                  <a:lnTo>
                    <a:pt x="236064" y="170491"/>
                  </a:lnTo>
                  <a:lnTo>
                    <a:pt x="239343" y="168852"/>
                  </a:lnTo>
                  <a:lnTo>
                    <a:pt x="236064" y="168852"/>
                  </a:lnTo>
                  <a:lnTo>
                    <a:pt x="231146" y="167212"/>
                  </a:lnTo>
                  <a:lnTo>
                    <a:pt x="236064" y="163934"/>
                  </a:lnTo>
                  <a:lnTo>
                    <a:pt x="236064" y="159016"/>
                  </a:lnTo>
                  <a:lnTo>
                    <a:pt x="239343" y="162294"/>
                  </a:lnTo>
                  <a:lnTo>
                    <a:pt x="240982" y="165573"/>
                  </a:lnTo>
                  <a:lnTo>
                    <a:pt x="245901" y="167212"/>
                  </a:lnTo>
                  <a:lnTo>
                    <a:pt x="249179" y="170491"/>
                  </a:lnTo>
                  <a:lnTo>
                    <a:pt x="254097" y="170491"/>
                  </a:lnTo>
                  <a:lnTo>
                    <a:pt x="257376" y="172130"/>
                  </a:lnTo>
                  <a:lnTo>
                    <a:pt x="260654" y="172130"/>
                  </a:lnTo>
                  <a:lnTo>
                    <a:pt x="265573" y="172130"/>
                  </a:lnTo>
                  <a:lnTo>
                    <a:pt x="268851" y="172130"/>
                  </a:lnTo>
                  <a:lnTo>
                    <a:pt x="272130" y="172130"/>
                  </a:lnTo>
                  <a:lnTo>
                    <a:pt x="275409" y="170491"/>
                  </a:lnTo>
                  <a:lnTo>
                    <a:pt x="280326" y="170491"/>
                  </a:lnTo>
                  <a:lnTo>
                    <a:pt x="283605" y="172130"/>
                  </a:lnTo>
                  <a:lnTo>
                    <a:pt x="288523" y="172130"/>
                  </a:lnTo>
                  <a:lnTo>
                    <a:pt x="291802" y="172130"/>
                  </a:lnTo>
                  <a:lnTo>
                    <a:pt x="296720" y="170491"/>
                  </a:lnTo>
                  <a:lnTo>
                    <a:pt x="299999" y="170491"/>
                  </a:lnTo>
                  <a:lnTo>
                    <a:pt x="304916" y="170491"/>
                  </a:lnTo>
                  <a:lnTo>
                    <a:pt x="299999" y="170491"/>
                  </a:lnTo>
                  <a:lnTo>
                    <a:pt x="304916" y="170491"/>
                  </a:lnTo>
                  <a:lnTo>
                    <a:pt x="308195" y="170491"/>
                  </a:lnTo>
                  <a:lnTo>
                    <a:pt x="311474" y="170491"/>
                  </a:lnTo>
                  <a:lnTo>
                    <a:pt x="316392" y="168852"/>
                  </a:lnTo>
                  <a:lnTo>
                    <a:pt x="319671" y="167212"/>
                  </a:lnTo>
                  <a:lnTo>
                    <a:pt x="324589" y="167212"/>
                  </a:lnTo>
                  <a:lnTo>
                    <a:pt x="327867" y="165573"/>
                  </a:lnTo>
                  <a:lnTo>
                    <a:pt x="332785" y="163934"/>
                  </a:lnTo>
                  <a:lnTo>
                    <a:pt x="336064" y="160655"/>
                  </a:lnTo>
                  <a:lnTo>
                    <a:pt x="332785" y="159016"/>
                  </a:lnTo>
                  <a:lnTo>
                    <a:pt x="336064" y="157376"/>
                  </a:lnTo>
                  <a:lnTo>
                    <a:pt x="336064" y="152458"/>
                  </a:lnTo>
                  <a:lnTo>
                    <a:pt x="331146" y="150819"/>
                  </a:lnTo>
                  <a:lnTo>
                    <a:pt x="336064" y="150819"/>
                  </a:lnTo>
                  <a:lnTo>
                    <a:pt x="339343" y="149180"/>
                  </a:lnTo>
                  <a:lnTo>
                    <a:pt x="342621" y="150819"/>
                  </a:lnTo>
                  <a:lnTo>
                    <a:pt x="347539" y="150819"/>
                  </a:lnTo>
                  <a:lnTo>
                    <a:pt x="350818" y="150819"/>
                  </a:lnTo>
                  <a:lnTo>
                    <a:pt x="355736" y="150819"/>
                  </a:lnTo>
                  <a:lnTo>
                    <a:pt x="359015" y="150819"/>
                  </a:lnTo>
                  <a:lnTo>
                    <a:pt x="363933" y="150819"/>
                  </a:lnTo>
                  <a:lnTo>
                    <a:pt x="367211" y="152458"/>
                  </a:lnTo>
                  <a:lnTo>
                    <a:pt x="372129" y="152458"/>
                  </a:lnTo>
                  <a:lnTo>
                    <a:pt x="375408" y="150819"/>
                  </a:lnTo>
                  <a:lnTo>
                    <a:pt x="378687" y="150819"/>
                  </a:lnTo>
                  <a:lnTo>
                    <a:pt x="383605" y="149180"/>
                  </a:lnTo>
                  <a:lnTo>
                    <a:pt x="386883" y="149180"/>
                  </a:lnTo>
                  <a:lnTo>
                    <a:pt x="391801" y="149180"/>
                  </a:lnTo>
                  <a:lnTo>
                    <a:pt x="395080" y="150819"/>
                  </a:lnTo>
                  <a:lnTo>
                    <a:pt x="398359" y="149180"/>
                  </a:lnTo>
                  <a:lnTo>
                    <a:pt x="403277" y="147540"/>
                  </a:lnTo>
                  <a:lnTo>
                    <a:pt x="406556" y="144262"/>
                  </a:lnTo>
                  <a:lnTo>
                    <a:pt x="401638" y="144262"/>
                  </a:lnTo>
                  <a:lnTo>
                    <a:pt x="398359" y="144262"/>
                  </a:lnTo>
                  <a:lnTo>
                    <a:pt x="393441" y="144262"/>
                  </a:lnTo>
                  <a:lnTo>
                    <a:pt x="390162" y="144262"/>
                  </a:lnTo>
                  <a:lnTo>
                    <a:pt x="385244" y="144262"/>
                  </a:lnTo>
                  <a:lnTo>
                    <a:pt x="381966" y="140983"/>
                  </a:lnTo>
                  <a:lnTo>
                    <a:pt x="385244" y="140983"/>
                  </a:lnTo>
                  <a:lnTo>
                    <a:pt x="390162" y="140983"/>
                  </a:lnTo>
                  <a:lnTo>
                    <a:pt x="393441" y="140983"/>
                  </a:lnTo>
                  <a:lnTo>
                    <a:pt x="398359" y="140983"/>
                  </a:lnTo>
                  <a:lnTo>
                    <a:pt x="401638" y="140983"/>
                  </a:lnTo>
                  <a:lnTo>
                    <a:pt x="404916" y="142622"/>
                  </a:lnTo>
                  <a:lnTo>
                    <a:pt x="409834" y="142622"/>
                  </a:lnTo>
                  <a:lnTo>
                    <a:pt x="413113" y="142622"/>
                  </a:lnTo>
                  <a:lnTo>
                    <a:pt x="418031" y="140983"/>
                  </a:lnTo>
                  <a:lnTo>
                    <a:pt x="421310" y="139344"/>
                  </a:lnTo>
                  <a:lnTo>
                    <a:pt x="424588" y="139344"/>
                  </a:lnTo>
                  <a:lnTo>
                    <a:pt x="429506" y="136065"/>
                  </a:lnTo>
                  <a:lnTo>
                    <a:pt x="424588" y="136065"/>
                  </a:lnTo>
                  <a:lnTo>
                    <a:pt x="421310" y="134426"/>
                  </a:lnTo>
                  <a:lnTo>
                    <a:pt x="416391" y="134426"/>
                  </a:lnTo>
                  <a:lnTo>
                    <a:pt x="413113" y="134426"/>
                  </a:lnTo>
                  <a:lnTo>
                    <a:pt x="409834" y="134426"/>
                  </a:lnTo>
                  <a:lnTo>
                    <a:pt x="404916" y="132786"/>
                  </a:lnTo>
                  <a:lnTo>
                    <a:pt x="401638" y="132786"/>
                  </a:lnTo>
                  <a:lnTo>
                    <a:pt x="396719" y="131147"/>
                  </a:lnTo>
                  <a:lnTo>
                    <a:pt x="401638" y="131147"/>
                  </a:lnTo>
                  <a:lnTo>
                    <a:pt x="404916" y="131147"/>
                  </a:lnTo>
                  <a:lnTo>
                    <a:pt x="409834" y="131147"/>
                  </a:lnTo>
                  <a:lnTo>
                    <a:pt x="413113" y="132786"/>
                  </a:lnTo>
                  <a:lnTo>
                    <a:pt x="418031" y="132786"/>
                  </a:lnTo>
                  <a:lnTo>
                    <a:pt x="421310" y="132786"/>
                  </a:lnTo>
                  <a:lnTo>
                    <a:pt x="426228" y="132786"/>
                  </a:lnTo>
                  <a:lnTo>
                    <a:pt x="431146" y="132786"/>
                  </a:lnTo>
                  <a:lnTo>
                    <a:pt x="434424" y="131147"/>
                  </a:lnTo>
                  <a:lnTo>
                    <a:pt x="437703" y="131147"/>
                  </a:lnTo>
                  <a:lnTo>
                    <a:pt x="442621" y="131147"/>
                  </a:lnTo>
                  <a:lnTo>
                    <a:pt x="445900" y="127868"/>
                  </a:lnTo>
                  <a:lnTo>
                    <a:pt x="449178" y="122950"/>
                  </a:lnTo>
                  <a:lnTo>
                    <a:pt x="454096" y="122950"/>
                  </a:lnTo>
                  <a:lnTo>
                    <a:pt x="450818" y="121311"/>
                  </a:lnTo>
                  <a:lnTo>
                    <a:pt x="445900" y="121311"/>
                  </a:lnTo>
                  <a:lnTo>
                    <a:pt x="442621" y="119672"/>
                  </a:lnTo>
                  <a:lnTo>
                    <a:pt x="437703" y="121311"/>
                  </a:lnTo>
                  <a:lnTo>
                    <a:pt x="432785" y="119672"/>
                  </a:lnTo>
                  <a:lnTo>
                    <a:pt x="429506" y="121311"/>
                  </a:lnTo>
                  <a:lnTo>
                    <a:pt x="424588" y="121311"/>
                  </a:lnTo>
                  <a:lnTo>
                    <a:pt x="421310" y="121311"/>
                  </a:lnTo>
                  <a:lnTo>
                    <a:pt x="416391" y="121311"/>
                  </a:lnTo>
                  <a:lnTo>
                    <a:pt x="421310" y="119672"/>
                  </a:lnTo>
                  <a:lnTo>
                    <a:pt x="424588" y="119672"/>
                  </a:lnTo>
                  <a:lnTo>
                    <a:pt x="427867" y="119672"/>
                  </a:lnTo>
                  <a:lnTo>
                    <a:pt x="432785" y="118032"/>
                  </a:lnTo>
                  <a:lnTo>
                    <a:pt x="429506" y="116393"/>
                  </a:lnTo>
                  <a:lnTo>
                    <a:pt x="424588" y="116393"/>
                  </a:lnTo>
                  <a:lnTo>
                    <a:pt x="421310" y="116393"/>
                  </a:lnTo>
                  <a:lnTo>
                    <a:pt x="418031" y="116393"/>
                  </a:lnTo>
                  <a:lnTo>
                    <a:pt x="413113" y="116393"/>
                  </a:lnTo>
                  <a:lnTo>
                    <a:pt x="409834" y="116393"/>
                  </a:lnTo>
                  <a:lnTo>
                    <a:pt x="404916" y="116393"/>
                  </a:lnTo>
                  <a:lnTo>
                    <a:pt x="401638" y="118032"/>
                  </a:lnTo>
                  <a:lnTo>
                    <a:pt x="396719" y="118032"/>
                  </a:lnTo>
                  <a:lnTo>
                    <a:pt x="393441" y="118032"/>
                  </a:lnTo>
                  <a:lnTo>
                    <a:pt x="388523" y="118032"/>
                  </a:lnTo>
                  <a:lnTo>
                    <a:pt x="383605" y="118032"/>
                  </a:lnTo>
                  <a:lnTo>
                    <a:pt x="380326" y="119672"/>
                  </a:lnTo>
                  <a:lnTo>
                    <a:pt x="377047" y="121311"/>
                  </a:lnTo>
                  <a:lnTo>
                    <a:pt x="372129" y="121311"/>
                  </a:lnTo>
                  <a:lnTo>
                    <a:pt x="368851" y="122950"/>
                  </a:lnTo>
                  <a:lnTo>
                    <a:pt x="372129" y="121311"/>
                  </a:lnTo>
                  <a:lnTo>
                    <a:pt x="377047" y="119672"/>
                  </a:lnTo>
                  <a:lnTo>
                    <a:pt x="380326" y="118032"/>
                  </a:lnTo>
                  <a:lnTo>
                    <a:pt x="385244" y="118032"/>
                  </a:lnTo>
                  <a:lnTo>
                    <a:pt x="388523" y="116393"/>
                  </a:lnTo>
                  <a:lnTo>
                    <a:pt x="385244" y="114754"/>
                  </a:lnTo>
                  <a:lnTo>
                    <a:pt x="380326" y="114754"/>
                  </a:lnTo>
                  <a:lnTo>
                    <a:pt x="375408" y="114754"/>
                  </a:lnTo>
                  <a:lnTo>
                    <a:pt x="372129" y="114754"/>
                  </a:lnTo>
                  <a:lnTo>
                    <a:pt x="368851" y="114754"/>
                  </a:lnTo>
                  <a:lnTo>
                    <a:pt x="363933" y="114754"/>
                  </a:lnTo>
                  <a:lnTo>
                    <a:pt x="367211" y="114754"/>
                  </a:lnTo>
                  <a:lnTo>
                    <a:pt x="370490" y="114754"/>
                  </a:lnTo>
                  <a:lnTo>
                    <a:pt x="375408" y="114754"/>
                  </a:lnTo>
                  <a:lnTo>
                    <a:pt x="378687" y="114754"/>
                  </a:lnTo>
                  <a:lnTo>
                    <a:pt x="381966" y="114754"/>
                  </a:lnTo>
                  <a:lnTo>
                    <a:pt x="386883" y="114754"/>
                  </a:lnTo>
                  <a:lnTo>
                    <a:pt x="390162" y="116393"/>
                  </a:lnTo>
                  <a:lnTo>
                    <a:pt x="395080" y="116393"/>
                  </a:lnTo>
                  <a:lnTo>
                    <a:pt x="398359" y="114754"/>
                  </a:lnTo>
                  <a:lnTo>
                    <a:pt x="401638" y="114754"/>
                  </a:lnTo>
                  <a:lnTo>
                    <a:pt x="406556" y="114754"/>
                  </a:lnTo>
                  <a:lnTo>
                    <a:pt x="411473" y="114754"/>
                  </a:lnTo>
                  <a:lnTo>
                    <a:pt x="414752" y="114754"/>
                  </a:lnTo>
                  <a:lnTo>
                    <a:pt x="419670" y="114754"/>
                  </a:lnTo>
                  <a:lnTo>
                    <a:pt x="422949" y="114754"/>
                  </a:lnTo>
                  <a:lnTo>
                    <a:pt x="427867" y="114754"/>
                  </a:lnTo>
                  <a:lnTo>
                    <a:pt x="431146" y="113114"/>
                  </a:lnTo>
                  <a:lnTo>
                    <a:pt x="427867" y="113114"/>
                  </a:lnTo>
                  <a:lnTo>
                    <a:pt x="422949" y="113114"/>
                  </a:lnTo>
                  <a:lnTo>
                    <a:pt x="419670" y="111475"/>
                  </a:lnTo>
                  <a:lnTo>
                    <a:pt x="416391" y="111475"/>
                  </a:lnTo>
                  <a:lnTo>
                    <a:pt x="411473" y="111475"/>
                  </a:lnTo>
                  <a:lnTo>
                    <a:pt x="408195" y="111475"/>
                  </a:lnTo>
                  <a:lnTo>
                    <a:pt x="403277" y="111475"/>
                  </a:lnTo>
                  <a:lnTo>
                    <a:pt x="399998" y="111475"/>
                  </a:lnTo>
                  <a:lnTo>
                    <a:pt x="395080" y="111475"/>
                  </a:lnTo>
                  <a:lnTo>
                    <a:pt x="391801" y="111475"/>
                  </a:lnTo>
                  <a:lnTo>
                    <a:pt x="388523" y="111475"/>
                  </a:lnTo>
                  <a:lnTo>
                    <a:pt x="383605" y="111475"/>
                  </a:lnTo>
                  <a:lnTo>
                    <a:pt x="388523" y="111475"/>
                  </a:lnTo>
                  <a:lnTo>
                    <a:pt x="391801" y="109836"/>
                  </a:lnTo>
                  <a:lnTo>
                    <a:pt x="396719" y="109836"/>
                  </a:lnTo>
                  <a:lnTo>
                    <a:pt x="399998" y="109836"/>
                  </a:lnTo>
                  <a:lnTo>
                    <a:pt x="404916" y="109836"/>
                  </a:lnTo>
                  <a:lnTo>
                    <a:pt x="408195" y="111475"/>
                  </a:lnTo>
                  <a:lnTo>
                    <a:pt x="411473" y="111475"/>
                  </a:lnTo>
                  <a:lnTo>
                    <a:pt x="416391" y="111475"/>
                  </a:lnTo>
                  <a:lnTo>
                    <a:pt x="421310" y="109836"/>
                  </a:lnTo>
                  <a:lnTo>
                    <a:pt x="424588" y="111475"/>
                  </a:lnTo>
                  <a:lnTo>
                    <a:pt x="427867" y="109836"/>
                  </a:lnTo>
                  <a:lnTo>
                    <a:pt x="432785" y="109836"/>
                  </a:lnTo>
                  <a:lnTo>
                    <a:pt x="436063" y="111475"/>
                  </a:lnTo>
                  <a:lnTo>
                    <a:pt x="439342" y="114754"/>
                  </a:lnTo>
                  <a:lnTo>
                    <a:pt x="444260" y="114754"/>
                  </a:lnTo>
                  <a:lnTo>
                    <a:pt x="447539" y="114754"/>
                  </a:lnTo>
                  <a:lnTo>
                    <a:pt x="450818" y="116393"/>
                  </a:lnTo>
                  <a:lnTo>
                    <a:pt x="455736" y="116393"/>
                  </a:lnTo>
                  <a:lnTo>
                    <a:pt x="459014" y="116393"/>
                  </a:lnTo>
                  <a:lnTo>
                    <a:pt x="462293" y="116393"/>
                  </a:lnTo>
                  <a:lnTo>
                    <a:pt x="465572" y="116393"/>
                  </a:lnTo>
                  <a:lnTo>
                    <a:pt x="470490" y="114754"/>
                  </a:lnTo>
                  <a:lnTo>
                    <a:pt x="467211" y="111475"/>
                  </a:lnTo>
                  <a:lnTo>
                    <a:pt x="470490" y="109836"/>
                  </a:lnTo>
                  <a:lnTo>
                    <a:pt x="475408" y="109836"/>
                  </a:lnTo>
                  <a:lnTo>
                    <a:pt x="470490" y="109836"/>
                  </a:lnTo>
                  <a:lnTo>
                    <a:pt x="467211" y="109836"/>
                  </a:lnTo>
                  <a:lnTo>
                    <a:pt x="462293" y="109836"/>
                  </a:lnTo>
                  <a:lnTo>
                    <a:pt x="459014" y="109836"/>
                  </a:lnTo>
                  <a:lnTo>
                    <a:pt x="454096" y="109836"/>
                  </a:lnTo>
                  <a:lnTo>
                    <a:pt x="450818" y="109836"/>
                  </a:lnTo>
                  <a:lnTo>
                    <a:pt x="445900" y="109836"/>
                  </a:lnTo>
                  <a:lnTo>
                    <a:pt x="442621" y="109836"/>
                  </a:lnTo>
                  <a:lnTo>
                    <a:pt x="437703" y="109836"/>
                  </a:lnTo>
                  <a:lnTo>
                    <a:pt x="434424" y="108196"/>
                  </a:lnTo>
                  <a:lnTo>
                    <a:pt x="431146" y="108196"/>
                  </a:lnTo>
                  <a:lnTo>
                    <a:pt x="427867" y="108196"/>
                  </a:lnTo>
                  <a:lnTo>
                    <a:pt x="424588" y="108196"/>
                  </a:lnTo>
                  <a:lnTo>
                    <a:pt x="419670" y="108196"/>
                  </a:lnTo>
                  <a:lnTo>
                    <a:pt x="414752" y="108196"/>
                  </a:lnTo>
                  <a:lnTo>
                    <a:pt x="411473" y="108196"/>
                  </a:lnTo>
                  <a:lnTo>
                    <a:pt x="406556" y="108196"/>
                  </a:lnTo>
                  <a:lnTo>
                    <a:pt x="401638" y="109836"/>
                  </a:lnTo>
                  <a:lnTo>
                    <a:pt x="406556" y="108196"/>
                  </a:lnTo>
                  <a:lnTo>
                    <a:pt x="401638" y="106557"/>
                  </a:lnTo>
                  <a:lnTo>
                    <a:pt x="398359" y="106557"/>
                  </a:lnTo>
                  <a:lnTo>
                    <a:pt x="395080" y="104917"/>
                  </a:lnTo>
                  <a:lnTo>
                    <a:pt x="398359" y="106557"/>
                  </a:lnTo>
                  <a:lnTo>
                    <a:pt x="401638" y="106557"/>
                  </a:lnTo>
                  <a:lnTo>
                    <a:pt x="406556" y="106557"/>
                  </a:lnTo>
                  <a:lnTo>
                    <a:pt x="409834" y="106557"/>
                  </a:lnTo>
                  <a:lnTo>
                    <a:pt x="413113" y="106557"/>
                  </a:lnTo>
                  <a:lnTo>
                    <a:pt x="413113" y="103278"/>
                  </a:lnTo>
                  <a:lnTo>
                    <a:pt x="418031" y="103278"/>
                  </a:lnTo>
                  <a:lnTo>
                    <a:pt x="421310" y="106557"/>
                  </a:lnTo>
                  <a:lnTo>
                    <a:pt x="424588" y="106557"/>
                  </a:lnTo>
                  <a:lnTo>
                    <a:pt x="429506" y="106557"/>
                  </a:lnTo>
                  <a:lnTo>
                    <a:pt x="432785" y="106557"/>
                  </a:lnTo>
                  <a:lnTo>
                    <a:pt x="437703" y="106557"/>
                  </a:lnTo>
                  <a:lnTo>
                    <a:pt x="440981" y="106557"/>
                  </a:lnTo>
                  <a:lnTo>
                    <a:pt x="444260" y="104917"/>
                  </a:lnTo>
                  <a:lnTo>
                    <a:pt x="440981" y="101639"/>
                  </a:lnTo>
                  <a:lnTo>
                    <a:pt x="436063" y="101639"/>
                  </a:lnTo>
                  <a:lnTo>
                    <a:pt x="432785" y="101639"/>
                  </a:lnTo>
                  <a:lnTo>
                    <a:pt x="427867" y="101639"/>
                  </a:lnTo>
                  <a:lnTo>
                    <a:pt x="424588" y="101639"/>
                  </a:lnTo>
                  <a:lnTo>
                    <a:pt x="421310" y="100000"/>
                  </a:lnTo>
                  <a:lnTo>
                    <a:pt x="424588" y="100000"/>
                  </a:lnTo>
                  <a:lnTo>
                    <a:pt x="427867" y="100000"/>
                  </a:lnTo>
                  <a:lnTo>
                    <a:pt x="432785" y="100000"/>
                  </a:lnTo>
                  <a:lnTo>
                    <a:pt x="436063" y="100000"/>
                  </a:lnTo>
                  <a:lnTo>
                    <a:pt x="440981" y="101639"/>
                  </a:lnTo>
                  <a:lnTo>
                    <a:pt x="444260" y="101639"/>
                  </a:lnTo>
                  <a:lnTo>
                    <a:pt x="447539" y="103278"/>
                  </a:lnTo>
                  <a:lnTo>
                    <a:pt x="452457" y="103278"/>
                  </a:lnTo>
                  <a:lnTo>
                    <a:pt x="455736" y="104917"/>
                  </a:lnTo>
                  <a:lnTo>
                    <a:pt x="459014" y="104917"/>
                  </a:lnTo>
                  <a:lnTo>
                    <a:pt x="463932" y="104917"/>
                  </a:lnTo>
                  <a:lnTo>
                    <a:pt x="467211" y="104917"/>
                  </a:lnTo>
                  <a:lnTo>
                    <a:pt x="472129" y="103278"/>
                  </a:lnTo>
                  <a:lnTo>
                    <a:pt x="475408" y="101639"/>
                  </a:lnTo>
                  <a:lnTo>
                    <a:pt x="480326" y="103278"/>
                  </a:lnTo>
                  <a:lnTo>
                    <a:pt x="483604" y="103278"/>
                  </a:lnTo>
                  <a:lnTo>
                    <a:pt x="488522" y="103278"/>
                  </a:lnTo>
                  <a:lnTo>
                    <a:pt x="491801" y="103278"/>
                  </a:lnTo>
                  <a:lnTo>
                    <a:pt x="496719" y="101639"/>
                  </a:lnTo>
                  <a:lnTo>
                    <a:pt x="499998" y="100000"/>
                  </a:lnTo>
                  <a:lnTo>
                    <a:pt x="503276" y="101639"/>
                  </a:lnTo>
                  <a:lnTo>
                    <a:pt x="508194" y="101639"/>
                  </a:lnTo>
                  <a:lnTo>
                    <a:pt x="511473" y="101639"/>
                  </a:lnTo>
                  <a:lnTo>
                    <a:pt x="516391" y="100000"/>
                  </a:lnTo>
                  <a:lnTo>
                    <a:pt x="519670" y="100000"/>
                  </a:lnTo>
                  <a:lnTo>
                    <a:pt x="519670" y="95081"/>
                  </a:lnTo>
                  <a:lnTo>
                    <a:pt x="516391" y="93442"/>
                  </a:lnTo>
                  <a:lnTo>
                    <a:pt x="513112" y="93442"/>
                  </a:lnTo>
                  <a:lnTo>
                    <a:pt x="508194" y="91803"/>
                  </a:lnTo>
                  <a:lnTo>
                    <a:pt x="504916" y="91803"/>
                  </a:lnTo>
                  <a:lnTo>
                    <a:pt x="501637" y="91803"/>
                  </a:lnTo>
                  <a:lnTo>
                    <a:pt x="498358" y="91803"/>
                  </a:lnTo>
                  <a:lnTo>
                    <a:pt x="493440" y="91803"/>
                  </a:lnTo>
                  <a:lnTo>
                    <a:pt x="490162" y="91803"/>
                  </a:lnTo>
                  <a:lnTo>
                    <a:pt x="493440" y="90164"/>
                  </a:lnTo>
                  <a:lnTo>
                    <a:pt x="498358" y="90164"/>
                  </a:lnTo>
                  <a:lnTo>
                    <a:pt x="501637" y="88524"/>
                  </a:lnTo>
                  <a:lnTo>
                    <a:pt x="506555" y="88524"/>
                  </a:lnTo>
                  <a:lnTo>
                    <a:pt x="509834" y="88524"/>
                  </a:lnTo>
                  <a:lnTo>
                    <a:pt x="514752" y="90164"/>
                  </a:lnTo>
                  <a:lnTo>
                    <a:pt x="518030" y="90164"/>
                  </a:lnTo>
                  <a:lnTo>
                    <a:pt x="522948" y="90164"/>
                  </a:lnTo>
                  <a:lnTo>
                    <a:pt x="526227" y="91803"/>
                  </a:lnTo>
                  <a:lnTo>
                    <a:pt x="531145" y="90164"/>
                  </a:lnTo>
                  <a:lnTo>
                    <a:pt x="529506" y="95081"/>
                  </a:lnTo>
                  <a:lnTo>
                    <a:pt x="532784" y="95081"/>
                  </a:lnTo>
                  <a:lnTo>
                    <a:pt x="537703" y="95081"/>
                  </a:lnTo>
                  <a:lnTo>
                    <a:pt x="540981" y="95081"/>
                  </a:lnTo>
                  <a:lnTo>
                    <a:pt x="544260" y="96721"/>
                  </a:lnTo>
                  <a:lnTo>
                    <a:pt x="549178" y="95081"/>
                  </a:lnTo>
                  <a:lnTo>
                    <a:pt x="552456" y="95081"/>
                  </a:lnTo>
                  <a:lnTo>
                    <a:pt x="557375" y="95081"/>
                  </a:lnTo>
                  <a:lnTo>
                    <a:pt x="560653" y="93442"/>
                  </a:lnTo>
                  <a:lnTo>
                    <a:pt x="565571" y="93442"/>
                  </a:lnTo>
                  <a:lnTo>
                    <a:pt x="568850" y="93442"/>
                  </a:lnTo>
                  <a:lnTo>
                    <a:pt x="573768" y="93442"/>
                  </a:lnTo>
                  <a:lnTo>
                    <a:pt x="577047" y="91803"/>
                  </a:lnTo>
                  <a:lnTo>
                    <a:pt x="580325" y="90164"/>
                  </a:lnTo>
                  <a:lnTo>
                    <a:pt x="577047" y="88524"/>
                  </a:lnTo>
                  <a:lnTo>
                    <a:pt x="572128" y="88524"/>
                  </a:lnTo>
                  <a:lnTo>
                    <a:pt x="577047" y="86885"/>
                  </a:lnTo>
                  <a:lnTo>
                    <a:pt x="580325" y="86885"/>
                  </a:lnTo>
                  <a:lnTo>
                    <a:pt x="585243" y="86885"/>
                  </a:lnTo>
                  <a:lnTo>
                    <a:pt x="588522" y="85245"/>
                  </a:lnTo>
                  <a:lnTo>
                    <a:pt x="593440" y="85245"/>
                  </a:lnTo>
                  <a:lnTo>
                    <a:pt x="593440" y="85245"/>
                  </a:lnTo>
                  <a:lnTo>
                    <a:pt x="596719" y="83606"/>
                  </a:lnTo>
                  <a:lnTo>
                    <a:pt x="591800" y="81967"/>
                  </a:lnTo>
                  <a:lnTo>
                    <a:pt x="588522" y="81967"/>
                  </a:lnTo>
                  <a:lnTo>
                    <a:pt x="583604" y="81967"/>
                  </a:lnTo>
                  <a:lnTo>
                    <a:pt x="580325" y="83606"/>
                  </a:lnTo>
                  <a:lnTo>
                    <a:pt x="575407" y="83606"/>
                  </a:lnTo>
                  <a:lnTo>
                    <a:pt x="570489" y="83606"/>
                  </a:lnTo>
                  <a:lnTo>
                    <a:pt x="565571" y="83606"/>
                  </a:lnTo>
                  <a:lnTo>
                    <a:pt x="562293" y="83606"/>
                  </a:lnTo>
                  <a:lnTo>
                    <a:pt x="559014" y="83606"/>
                  </a:lnTo>
                  <a:lnTo>
                    <a:pt x="554096" y="83606"/>
                  </a:lnTo>
                  <a:lnTo>
                    <a:pt x="557375" y="83606"/>
                  </a:lnTo>
                  <a:lnTo>
                    <a:pt x="562293" y="81967"/>
                  </a:lnTo>
                  <a:lnTo>
                    <a:pt x="567210" y="81967"/>
                  </a:lnTo>
                  <a:lnTo>
                    <a:pt x="562293" y="80327"/>
                  </a:lnTo>
                  <a:lnTo>
                    <a:pt x="559014" y="80327"/>
                  </a:lnTo>
                  <a:lnTo>
                    <a:pt x="563932" y="80327"/>
                  </a:lnTo>
                  <a:lnTo>
                    <a:pt x="567210" y="80327"/>
                  </a:lnTo>
                  <a:lnTo>
                    <a:pt x="570489" y="81967"/>
                  </a:lnTo>
                  <a:lnTo>
                    <a:pt x="573768" y="81967"/>
                  </a:lnTo>
                  <a:lnTo>
                    <a:pt x="578686" y="81967"/>
                  </a:lnTo>
                  <a:lnTo>
                    <a:pt x="581965" y="81967"/>
                  </a:lnTo>
                  <a:lnTo>
                    <a:pt x="586883" y="80327"/>
                  </a:lnTo>
                  <a:lnTo>
                    <a:pt x="590161" y="80327"/>
                  </a:lnTo>
                  <a:lnTo>
                    <a:pt x="595079" y="80327"/>
                  </a:lnTo>
                  <a:lnTo>
                    <a:pt x="598358" y="78688"/>
                  </a:lnTo>
                  <a:lnTo>
                    <a:pt x="601637" y="80327"/>
                  </a:lnTo>
                  <a:lnTo>
                    <a:pt x="606555" y="80327"/>
                  </a:lnTo>
                  <a:lnTo>
                    <a:pt x="611473" y="80327"/>
                  </a:lnTo>
                  <a:lnTo>
                    <a:pt x="614751" y="78688"/>
                  </a:lnTo>
                  <a:lnTo>
                    <a:pt x="611473" y="75409"/>
                  </a:lnTo>
                  <a:lnTo>
                    <a:pt x="611473" y="72131"/>
                  </a:lnTo>
                  <a:lnTo>
                    <a:pt x="608194" y="70491"/>
                  </a:lnTo>
                  <a:lnTo>
                    <a:pt x="613112" y="70491"/>
                  </a:lnTo>
                  <a:lnTo>
                    <a:pt x="616390" y="72131"/>
                  </a:lnTo>
                  <a:lnTo>
                    <a:pt x="621309" y="75409"/>
                  </a:lnTo>
                  <a:lnTo>
                    <a:pt x="624587" y="75409"/>
                  </a:lnTo>
                  <a:lnTo>
                    <a:pt x="629505" y="75409"/>
                  </a:lnTo>
                  <a:lnTo>
                    <a:pt x="632784" y="75409"/>
                  </a:lnTo>
                  <a:lnTo>
                    <a:pt x="636063" y="73770"/>
                  </a:lnTo>
                  <a:lnTo>
                    <a:pt x="640981" y="72131"/>
                  </a:lnTo>
                  <a:lnTo>
                    <a:pt x="644259" y="70491"/>
                  </a:lnTo>
                  <a:lnTo>
                    <a:pt x="649177" y="68852"/>
                  </a:lnTo>
                  <a:lnTo>
                    <a:pt x="652456" y="68852"/>
                  </a:lnTo>
                  <a:lnTo>
                    <a:pt x="655734" y="67213"/>
                  </a:lnTo>
                  <a:lnTo>
                    <a:pt x="659013" y="67213"/>
                  </a:lnTo>
                  <a:lnTo>
                    <a:pt x="663931" y="65573"/>
                  </a:lnTo>
                  <a:lnTo>
                    <a:pt x="667210" y="65573"/>
                  </a:lnTo>
                  <a:lnTo>
                    <a:pt x="672128" y="63934"/>
                  </a:lnTo>
                  <a:lnTo>
                    <a:pt x="675407" y="63934"/>
                  </a:lnTo>
                  <a:lnTo>
                    <a:pt x="680325" y="62295"/>
                  </a:lnTo>
                  <a:lnTo>
                    <a:pt x="683603" y="62295"/>
                  </a:lnTo>
                  <a:lnTo>
                    <a:pt x="688521" y="60655"/>
                  </a:lnTo>
                  <a:lnTo>
                    <a:pt x="691800" y="60655"/>
                  </a:lnTo>
                  <a:lnTo>
                    <a:pt x="695079" y="60655"/>
                  </a:lnTo>
                  <a:lnTo>
                    <a:pt x="698357" y="59016"/>
                  </a:lnTo>
                  <a:lnTo>
                    <a:pt x="703276" y="59016"/>
                  </a:lnTo>
                  <a:lnTo>
                    <a:pt x="706554" y="57377"/>
                  </a:lnTo>
                  <a:lnTo>
                    <a:pt x="711472" y="57377"/>
                  </a:lnTo>
                  <a:lnTo>
                    <a:pt x="714751" y="57377"/>
                  </a:lnTo>
                  <a:lnTo>
                    <a:pt x="719669" y="55737"/>
                  </a:lnTo>
                  <a:lnTo>
                    <a:pt x="722947" y="55737"/>
                  </a:lnTo>
                  <a:lnTo>
                    <a:pt x="726226" y="54098"/>
                  </a:lnTo>
                  <a:lnTo>
                    <a:pt x="731144" y="52459"/>
                  </a:lnTo>
                  <a:lnTo>
                    <a:pt x="734423" y="52459"/>
                  </a:lnTo>
                  <a:lnTo>
                    <a:pt x="739341" y="50819"/>
                  </a:lnTo>
                  <a:lnTo>
                    <a:pt x="742620" y="50819"/>
                  </a:lnTo>
                  <a:lnTo>
                    <a:pt x="747537" y="50819"/>
                  </a:lnTo>
                  <a:lnTo>
                    <a:pt x="750816" y="50819"/>
                  </a:lnTo>
                  <a:lnTo>
                    <a:pt x="755734" y="49180"/>
                  </a:lnTo>
                  <a:lnTo>
                    <a:pt x="759013" y="49180"/>
                  </a:lnTo>
                  <a:lnTo>
                    <a:pt x="763931" y="47541"/>
                  </a:lnTo>
                  <a:lnTo>
                    <a:pt x="767210" y="47541"/>
                  </a:lnTo>
                  <a:lnTo>
                    <a:pt x="772127" y="47541"/>
                  </a:lnTo>
                  <a:lnTo>
                    <a:pt x="775406" y="45901"/>
                  </a:lnTo>
                  <a:lnTo>
                    <a:pt x="778685" y="45901"/>
                  </a:lnTo>
                  <a:lnTo>
                    <a:pt x="783603" y="44262"/>
                  </a:lnTo>
                  <a:lnTo>
                    <a:pt x="780324" y="42623"/>
                  </a:lnTo>
                  <a:lnTo>
                    <a:pt x="775406" y="42623"/>
                  </a:lnTo>
                  <a:lnTo>
                    <a:pt x="772127" y="42623"/>
                  </a:lnTo>
                  <a:lnTo>
                    <a:pt x="767210" y="42623"/>
                  </a:lnTo>
                  <a:lnTo>
                    <a:pt x="763931" y="42623"/>
                  </a:lnTo>
                  <a:lnTo>
                    <a:pt x="759013" y="42623"/>
                  </a:lnTo>
                  <a:lnTo>
                    <a:pt x="755734" y="42623"/>
                  </a:lnTo>
                  <a:lnTo>
                    <a:pt x="750816" y="44262"/>
                  </a:lnTo>
                  <a:lnTo>
                    <a:pt x="747537" y="44262"/>
                  </a:lnTo>
                  <a:lnTo>
                    <a:pt x="742620" y="44262"/>
                  </a:lnTo>
                  <a:lnTo>
                    <a:pt x="739341" y="44262"/>
                  </a:lnTo>
                  <a:lnTo>
                    <a:pt x="736062" y="44262"/>
                  </a:lnTo>
                  <a:lnTo>
                    <a:pt x="731144" y="45901"/>
                  </a:lnTo>
                  <a:lnTo>
                    <a:pt x="727866" y="45901"/>
                  </a:lnTo>
                  <a:lnTo>
                    <a:pt x="724587" y="45901"/>
                  </a:lnTo>
                  <a:lnTo>
                    <a:pt x="719669" y="45901"/>
                  </a:lnTo>
                  <a:lnTo>
                    <a:pt x="716390" y="45901"/>
                  </a:lnTo>
                  <a:lnTo>
                    <a:pt x="711472" y="47541"/>
                  </a:lnTo>
                  <a:lnTo>
                    <a:pt x="708193" y="47541"/>
                  </a:lnTo>
                  <a:lnTo>
                    <a:pt x="703276" y="47541"/>
                  </a:lnTo>
                  <a:lnTo>
                    <a:pt x="699997" y="47541"/>
                  </a:lnTo>
                  <a:lnTo>
                    <a:pt x="695079" y="49180"/>
                  </a:lnTo>
                  <a:lnTo>
                    <a:pt x="691800" y="49180"/>
                  </a:lnTo>
                  <a:lnTo>
                    <a:pt x="686882" y="49180"/>
                  </a:lnTo>
                  <a:lnTo>
                    <a:pt x="683603" y="49180"/>
                  </a:lnTo>
                  <a:lnTo>
                    <a:pt x="678686" y="50819"/>
                  </a:lnTo>
                  <a:lnTo>
                    <a:pt x="675407" y="50819"/>
                  </a:lnTo>
                  <a:lnTo>
                    <a:pt x="672128" y="50819"/>
                  </a:lnTo>
                  <a:lnTo>
                    <a:pt x="667210" y="50819"/>
                  </a:lnTo>
                  <a:lnTo>
                    <a:pt x="663931" y="50819"/>
                  </a:lnTo>
                  <a:lnTo>
                    <a:pt x="659013" y="50819"/>
                  </a:lnTo>
                  <a:lnTo>
                    <a:pt x="655734" y="52459"/>
                  </a:lnTo>
                  <a:lnTo>
                    <a:pt x="652456" y="52459"/>
                  </a:lnTo>
                  <a:lnTo>
                    <a:pt x="647538" y="54098"/>
                  </a:lnTo>
                  <a:lnTo>
                    <a:pt x="642620" y="54098"/>
                  </a:lnTo>
                  <a:lnTo>
                    <a:pt x="647538" y="54098"/>
                  </a:lnTo>
                  <a:lnTo>
                    <a:pt x="650817" y="52459"/>
                  </a:lnTo>
                  <a:lnTo>
                    <a:pt x="645899" y="52459"/>
                  </a:lnTo>
                  <a:lnTo>
                    <a:pt x="642620" y="52459"/>
                  </a:lnTo>
                  <a:lnTo>
                    <a:pt x="647538" y="52459"/>
                  </a:lnTo>
                  <a:lnTo>
                    <a:pt x="650817" y="50819"/>
                  </a:lnTo>
                  <a:lnTo>
                    <a:pt x="655734" y="50819"/>
                  </a:lnTo>
                  <a:lnTo>
                    <a:pt x="659013" y="50819"/>
                  </a:lnTo>
                  <a:lnTo>
                    <a:pt x="663931" y="50819"/>
                  </a:lnTo>
                  <a:lnTo>
                    <a:pt x="668849" y="49180"/>
                  </a:lnTo>
                  <a:lnTo>
                    <a:pt x="672128" y="49180"/>
                  </a:lnTo>
                  <a:lnTo>
                    <a:pt x="675407" y="49180"/>
                  </a:lnTo>
                  <a:lnTo>
                    <a:pt x="680325" y="49180"/>
                  </a:lnTo>
                  <a:lnTo>
                    <a:pt x="685243" y="49180"/>
                  </a:lnTo>
                  <a:lnTo>
                    <a:pt x="688521" y="47541"/>
                  </a:lnTo>
                  <a:lnTo>
                    <a:pt x="691800" y="47541"/>
                  </a:lnTo>
                  <a:lnTo>
                    <a:pt x="696718" y="47541"/>
                  </a:lnTo>
                  <a:lnTo>
                    <a:pt x="701636" y="45901"/>
                  </a:lnTo>
                  <a:lnTo>
                    <a:pt x="704915" y="45901"/>
                  </a:lnTo>
                  <a:lnTo>
                    <a:pt x="708193" y="45901"/>
                  </a:lnTo>
                  <a:lnTo>
                    <a:pt x="713111" y="45901"/>
                  </a:lnTo>
                  <a:lnTo>
                    <a:pt x="716390" y="44262"/>
                  </a:lnTo>
                  <a:lnTo>
                    <a:pt x="719669" y="44262"/>
                  </a:lnTo>
                  <a:lnTo>
                    <a:pt x="724587" y="44262"/>
                  </a:lnTo>
                  <a:lnTo>
                    <a:pt x="727866" y="44262"/>
                  </a:lnTo>
                  <a:lnTo>
                    <a:pt x="732784" y="42623"/>
                  </a:lnTo>
                  <a:lnTo>
                    <a:pt x="736062" y="42623"/>
                  </a:lnTo>
                  <a:lnTo>
                    <a:pt x="731144" y="40983"/>
                  </a:lnTo>
                  <a:lnTo>
                    <a:pt x="727866" y="40983"/>
                  </a:lnTo>
                  <a:lnTo>
                    <a:pt x="724587" y="40983"/>
                  </a:lnTo>
                  <a:lnTo>
                    <a:pt x="719669" y="40983"/>
                  </a:lnTo>
                  <a:lnTo>
                    <a:pt x="714751" y="40983"/>
                  </a:lnTo>
                  <a:lnTo>
                    <a:pt x="709833" y="40983"/>
                  </a:lnTo>
                  <a:lnTo>
                    <a:pt x="706554" y="42623"/>
                  </a:lnTo>
                  <a:lnTo>
                    <a:pt x="703276" y="42623"/>
                  </a:lnTo>
                  <a:lnTo>
                    <a:pt x="698357" y="42623"/>
                  </a:lnTo>
                  <a:lnTo>
                    <a:pt x="693440" y="42623"/>
                  </a:lnTo>
                  <a:lnTo>
                    <a:pt x="690161" y="42623"/>
                  </a:lnTo>
                  <a:lnTo>
                    <a:pt x="685243" y="42623"/>
                  </a:lnTo>
                  <a:lnTo>
                    <a:pt x="690161" y="42623"/>
                  </a:lnTo>
                  <a:lnTo>
                    <a:pt x="695079" y="42623"/>
                  </a:lnTo>
                  <a:lnTo>
                    <a:pt x="690161" y="39344"/>
                  </a:lnTo>
                  <a:lnTo>
                    <a:pt x="686882" y="39344"/>
                  </a:lnTo>
                  <a:lnTo>
                    <a:pt x="681964" y="37705"/>
                  </a:lnTo>
                  <a:lnTo>
                    <a:pt x="678686" y="37705"/>
                  </a:lnTo>
                  <a:lnTo>
                    <a:pt x="681964" y="37705"/>
                  </a:lnTo>
                  <a:lnTo>
                    <a:pt x="686882" y="37705"/>
                  </a:lnTo>
                  <a:lnTo>
                    <a:pt x="690161" y="39344"/>
                  </a:lnTo>
                  <a:lnTo>
                    <a:pt x="693440" y="39344"/>
                  </a:lnTo>
                  <a:lnTo>
                    <a:pt x="698357" y="40983"/>
                  </a:lnTo>
                  <a:lnTo>
                    <a:pt x="701636" y="40983"/>
                  </a:lnTo>
                  <a:lnTo>
                    <a:pt x="706554" y="40983"/>
                  </a:lnTo>
                  <a:lnTo>
                    <a:pt x="709833" y="40983"/>
                  </a:lnTo>
                  <a:lnTo>
                    <a:pt x="713111" y="40983"/>
                  </a:lnTo>
                  <a:lnTo>
                    <a:pt x="718030" y="39344"/>
                  </a:lnTo>
                  <a:lnTo>
                    <a:pt x="722947" y="39344"/>
                  </a:lnTo>
                  <a:lnTo>
                    <a:pt x="726226" y="39344"/>
                  </a:lnTo>
                  <a:lnTo>
                    <a:pt x="731144" y="39344"/>
                  </a:lnTo>
                  <a:lnTo>
                    <a:pt x="736062" y="39344"/>
                  </a:lnTo>
                  <a:lnTo>
                    <a:pt x="739341" y="39344"/>
                  </a:lnTo>
                  <a:lnTo>
                    <a:pt x="744259" y="39344"/>
                  </a:lnTo>
                  <a:lnTo>
                    <a:pt x="747537" y="39344"/>
                  </a:lnTo>
                  <a:lnTo>
                    <a:pt x="752456" y="39344"/>
                  </a:lnTo>
                  <a:lnTo>
                    <a:pt x="755734" y="39344"/>
                  </a:lnTo>
                  <a:lnTo>
                    <a:pt x="759013" y="39344"/>
                  </a:lnTo>
                  <a:lnTo>
                    <a:pt x="763931" y="39344"/>
                  </a:lnTo>
                  <a:lnTo>
                    <a:pt x="768849" y="37705"/>
                  </a:lnTo>
                  <a:lnTo>
                    <a:pt x="763931" y="37705"/>
                  </a:lnTo>
                  <a:lnTo>
                    <a:pt x="760652" y="37705"/>
                  </a:lnTo>
                  <a:lnTo>
                    <a:pt x="755734" y="37705"/>
                  </a:lnTo>
                  <a:lnTo>
                    <a:pt x="760652" y="37705"/>
                  </a:lnTo>
                  <a:lnTo>
                    <a:pt x="765570" y="37705"/>
                  </a:lnTo>
                  <a:lnTo>
                    <a:pt x="768849" y="36065"/>
                  </a:lnTo>
                  <a:lnTo>
                    <a:pt x="772127" y="36065"/>
                  </a:lnTo>
                  <a:lnTo>
                    <a:pt x="777046" y="36065"/>
                  </a:lnTo>
                  <a:lnTo>
                    <a:pt x="781964" y="36065"/>
                  </a:lnTo>
                  <a:lnTo>
                    <a:pt x="785242" y="36065"/>
                  </a:lnTo>
                  <a:lnTo>
                    <a:pt x="790160" y="36065"/>
                  </a:lnTo>
                  <a:lnTo>
                    <a:pt x="793439" y="36065"/>
                  </a:lnTo>
                  <a:lnTo>
                    <a:pt x="798357" y="36065"/>
                  </a:lnTo>
                  <a:lnTo>
                    <a:pt x="801636" y="36065"/>
                  </a:lnTo>
                  <a:lnTo>
                    <a:pt x="806554" y="34426"/>
                  </a:lnTo>
                  <a:lnTo>
                    <a:pt x="809833" y="34426"/>
                  </a:lnTo>
                  <a:lnTo>
                    <a:pt x="813111" y="34426"/>
                  </a:lnTo>
                  <a:lnTo>
                    <a:pt x="816390" y="32787"/>
                  </a:lnTo>
                  <a:lnTo>
                    <a:pt x="821308" y="32787"/>
                  </a:lnTo>
                  <a:lnTo>
                    <a:pt x="824586" y="32787"/>
                  </a:lnTo>
                  <a:lnTo>
                    <a:pt x="829504" y="32787"/>
                  </a:lnTo>
                  <a:lnTo>
                    <a:pt x="832783" y="31147"/>
                  </a:lnTo>
                  <a:lnTo>
                    <a:pt x="837701" y="31147"/>
                  </a:lnTo>
                  <a:lnTo>
                    <a:pt x="840980" y="29508"/>
                  </a:lnTo>
                  <a:lnTo>
                    <a:pt x="845898" y="29508"/>
                  </a:lnTo>
                  <a:lnTo>
                    <a:pt x="849177" y="29508"/>
                  </a:lnTo>
                  <a:lnTo>
                    <a:pt x="854094" y="29508"/>
                  </a:lnTo>
                  <a:lnTo>
                    <a:pt x="857373" y="27869"/>
                  </a:lnTo>
                  <a:lnTo>
                    <a:pt x="860652" y="26229"/>
                  </a:lnTo>
                  <a:lnTo>
                    <a:pt x="865570" y="26229"/>
                  </a:lnTo>
                  <a:lnTo>
                    <a:pt x="870488" y="24590"/>
                  </a:lnTo>
                  <a:lnTo>
                    <a:pt x="875406" y="24590"/>
                  </a:lnTo>
                  <a:lnTo>
                    <a:pt x="878684" y="24590"/>
                  </a:lnTo>
                  <a:lnTo>
                    <a:pt x="881963" y="22951"/>
                  </a:lnTo>
                  <a:lnTo>
                    <a:pt x="886881" y="21311"/>
                  </a:lnTo>
                  <a:lnTo>
                    <a:pt x="885242" y="18033"/>
                  </a:lnTo>
                  <a:lnTo>
                    <a:pt x="880324" y="16393"/>
                  </a:lnTo>
                  <a:lnTo>
                    <a:pt x="878684" y="16393"/>
                  </a:lnTo>
                  <a:lnTo>
                    <a:pt x="875406" y="16393"/>
                  </a:lnTo>
                  <a:lnTo>
                    <a:pt x="872127" y="16393"/>
                  </a:lnTo>
                  <a:lnTo>
                    <a:pt x="867209" y="16393"/>
                  </a:lnTo>
                  <a:lnTo>
                    <a:pt x="862291" y="16393"/>
                  </a:lnTo>
                  <a:lnTo>
                    <a:pt x="867209" y="14754"/>
                  </a:lnTo>
                  <a:lnTo>
                    <a:pt x="862291" y="14754"/>
                  </a:lnTo>
                  <a:lnTo>
                    <a:pt x="859013" y="14754"/>
                  </a:lnTo>
                  <a:lnTo>
                    <a:pt x="854094" y="16393"/>
                  </a:lnTo>
                  <a:lnTo>
                    <a:pt x="850816" y="16393"/>
                  </a:lnTo>
                  <a:lnTo>
                    <a:pt x="845898" y="18033"/>
                  </a:lnTo>
                  <a:lnTo>
                    <a:pt x="842619" y="18033"/>
                  </a:lnTo>
                  <a:lnTo>
                    <a:pt x="837701" y="18033"/>
                  </a:lnTo>
                  <a:lnTo>
                    <a:pt x="842619" y="18033"/>
                  </a:lnTo>
                  <a:lnTo>
                    <a:pt x="845898" y="16393"/>
                  </a:lnTo>
                  <a:lnTo>
                    <a:pt x="849177" y="14754"/>
                  </a:lnTo>
                  <a:lnTo>
                    <a:pt x="845898" y="13115"/>
                  </a:lnTo>
                  <a:lnTo>
                    <a:pt x="842619" y="11475"/>
                  </a:lnTo>
                  <a:lnTo>
                    <a:pt x="837701" y="9836"/>
                  </a:lnTo>
                  <a:lnTo>
                    <a:pt x="840980" y="9836"/>
                  </a:lnTo>
                  <a:lnTo>
                    <a:pt x="845898" y="9836"/>
                  </a:lnTo>
                  <a:lnTo>
                    <a:pt x="842619" y="8197"/>
                  </a:lnTo>
                  <a:lnTo>
                    <a:pt x="837701" y="8197"/>
                  </a:lnTo>
                  <a:lnTo>
                    <a:pt x="834423" y="8197"/>
                  </a:lnTo>
                  <a:lnTo>
                    <a:pt x="829504" y="8197"/>
                  </a:lnTo>
                  <a:lnTo>
                    <a:pt x="826226" y="8197"/>
                  </a:lnTo>
                  <a:lnTo>
                    <a:pt x="821308" y="9836"/>
                  </a:lnTo>
                  <a:lnTo>
                    <a:pt x="818029" y="8197"/>
                  </a:lnTo>
                  <a:lnTo>
                    <a:pt x="813111" y="6557"/>
                  </a:lnTo>
                  <a:lnTo>
                    <a:pt x="809833" y="6557"/>
                  </a:lnTo>
                  <a:lnTo>
                    <a:pt x="806554" y="6557"/>
                  </a:lnTo>
                  <a:lnTo>
                    <a:pt x="801636" y="8197"/>
                  </a:lnTo>
                  <a:lnTo>
                    <a:pt x="798357" y="8197"/>
                  </a:lnTo>
                  <a:lnTo>
                    <a:pt x="793439" y="8197"/>
                  </a:lnTo>
                  <a:lnTo>
                    <a:pt x="790160" y="8197"/>
                  </a:lnTo>
                  <a:lnTo>
                    <a:pt x="785242" y="8197"/>
                  </a:lnTo>
                  <a:lnTo>
                    <a:pt x="781964" y="8197"/>
                  </a:lnTo>
                  <a:lnTo>
                    <a:pt x="777046" y="8197"/>
                  </a:lnTo>
                  <a:lnTo>
                    <a:pt x="773767" y="9836"/>
                  </a:lnTo>
                  <a:lnTo>
                    <a:pt x="770488" y="9836"/>
                  </a:lnTo>
                  <a:lnTo>
                    <a:pt x="765570" y="9836"/>
                  </a:lnTo>
                  <a:lnTo>
                    <a:pt x="762291" y="11475"/>
                  </a:lnTo>
                  <a:lnTo>
                    <a:pt x="759013" y="11475"/>
                  </a:lnTo>
                  <a:lnTo>
                    <a:pt x="754095" y="11475"/>
                  </a:lnTo>
                  <a:lnTo>
                    <a:pt x="750816" y="11475"/>
                  </a:lnTo>
                  <a:lnTo>
                    <a:pt x="747537" y="11475"/>
                  </a:lnTo>
                  <a:lnTo>
                    <a:pt x="742620" y="11475"/>
                  </a:lnTo>
                  <a:lnTo>
                    <a:pt x="739341" y="11475"/>
                  </a:lnTo>
                  <a:lnTo>
                    <a:pt x="734423" y="11475"/>
                  </a:lnTo>
                  <a:lnTo>
                    <a:pt x="729505" y="13115"/>
                  </a:lnTo>
                  <a:lnTo>
                    <a:pt x="726226" y="13115"/>
                  </a:lnTo>
                  <a:lnTo>
                    <a:pt x="721308" y="13115"/>
                  </a:lnTo>
                  <a:lnTo>
                    <a:pt x="726226" y="11475"/>
                  </a:lnTo>
                  <a:lnTo>
                    <a:pt x="729505" y="11475"/>
                  </a:lnTo>
                  <a:lnTo>
                    <a:pt x="734423" y="11475"/>
                  </a:lnTo>
                  <a:lnTo>
                    <a:pt x="737701" y="11475"/>
                  </a:lnTo>
                  <a:lnTo>
                    <a:pt x="742620" y="9836"/>
                  </a:lnTo>
                  <a:lnTo>
                    <a:pt x="747537" y="9836"/>
                  </a:lnTo>
                  <a:lnTo>
                    <a:pt x="752456" y="9836"/>
                  </a:lnTo>
                  <a:lnTo>
                    <a:pt x="755734" y="9836"/>
                  </a:lnTo>
                  <a:lnTo>
                    <a:pt x="759013" y="8197"/>
                  </a:lnTo>
                  <a:lnTo>
                    <a:pt x="763931" y="8197"/>
                  </a:lnTo>
                  <a:lnTo>
                    <a:pt x="767210" y="8197"/>
                  </a:lnTo>
                  <a:lnTo>
                    <a:pt x="772127" y="8197"/>
                  </a:lnTo>
                  <a:lnTo>
                    <a:pt x="775406" y="6557"/>
                  </a:lnTo>
                  <a:lnTo>
                    <a:pt x="780324" y="6557"/>
                  </a:lnTo>
                  <a:lnTo>
                    <a:pt x="781964" y="4918"/>
                  </a:lnTo>
                  <a:lnTo>
                    <a:pt x="777046" y="4918"/>
                  </a:lnTo>
                  <a:lnTo>
                    <a:pt x="773767" y="4918"/>
                  </a:lnTo>
                  <a:lnTo>
                    <a:pt x="768849" y="4918"/>
                  </a:lnTo>
                  <a:lnTo>
                    <a:pt x="765570" y="4918"/>
                  </a:lnTo>
                  <a:lnTo>
                    <a:pt x="760652" y="4918"/>
                  </a:lnTo>
                  <a:lnTo>
                    <a:pt x="757374" y="4918"/>
                  </a:lnTo>
                  <a:lnTo>
                    <a:pt x="752456" y="4918"/>
                  </a:lnTo>
                  <a:lnTo>
                    <a:pt x="749177" y="4918"/>
                  </a:lnTo>
                  <a:lnTo>
                    <a:pt x="744259" y="4918"/>
                  </a:lnTo>
                  <a:lnTo>
                    <a:pt x="740980" y="3279"/>
                  </a:lnTo>
                  <a:lnTo>
                    <a:pt x="736062" y="3279"/>
                  </a:lnTo>
                  <a:lnTo>
                    <a:pt x="732784" y="3279"/>
                  </a:lnTo>
                  <a:lnTo>
                    <a:pt x="729505" y="3279"/>
                  </a:lnTo>
                  <a:lnTo>
                    <a:pt x="724587" y="3279"/>
                  </a:lnTo>
                  <a:lnTo>
                    <a:pt x="719669" y="3279"/>
                  </a:lnTo>
                  <a:lnTo>
                    <a:pt x="714751" y="3279"/>
                  </a:lnTo>
                  <a:lnTo>
                    <a:pt x="711472" y="3279"/>
                  </a:lnTo>
                  <a:lnTo>
                    <a:pt x="714751" y="1639"/>
                  </a:lnTo>
                  <a:lnTo>
                    <a:pt x="711472" y="1639"/>
                  </a:lnTo>
                  <a:lnTo>
                    <a:pt x="706554" y="0"/>
                  </a:lnTo>
                  <a:lnTo>
                    <a:pt x="701636" y="0"/>
                  </a:lnTo>
                  <a:lnTo>
                    <a:pt x="698357" y="0"/>
                  </a:lnTo>
                  <a:lnTo>
                    <a:pt x="693440" y="0"/>
                  </a:lnTo>
                  <a:lnTo>
                    <a:pt x="690161" y="1639"/>
                  </a:lnTo>
                  <a:lnTo>
                    <a:pt x="685243" y="0"/>
                  </a:lnTo>
                  <a:lnTo>
                    <a:pt x="681964" y="1639"/>
                  </a:lnTo>
                  <a:lnTo>
                    <a:pt x="678686" y="1639"/>
                  </a:lnTo>
                  <a:lnTo>
                    <a:pt x="675407" y="1639"/>
                  </a:lnTo>
                  <a:lnTo>
                    <a:pt x="670489" y="1639"/>
                  </a:lnTo>
                  <a:lnTo>
                    <a:pt x="667210" y="3279"/>
                  </a:lnTo>
                  <a:lnTo>
                    <a:pt x="670489" y="3279"/>
                  </a:lnTo>
                  <a:lnTo>
                    <a:pt x="673767" y="4918"/>
                  </a:lnTo>
                  <a:lnTo>
                    <a:pt x="678686" y="6557"/>
                  </a:lnTo>
                  <a:lnTo>
                    <a:pt x="673767" y="6557"/>
                  </a:lnTo>
                  <a:lnTo>
                    <a:pt x="670489" y="4918"/>
                  </a:lnTo>
                  <a:lnTo>
                    <a:pt x="665571" y="4918"/>
                  </a:lnTo>
                  <a:lnTo>
                    <a:pt x="662292" y="3279"/>
                  </a:lnTo>
                  <a:lnTo>
                    <a:pt x="665571" y="1639"/>
                  </a:lnTo>
                  <a:lnTo>
                    <a:pt x="662292" y="1639"/>
                  </a:lnTo>
                  <a:lnTo>
                    <a:pt x="657374" y="1639"/>
                  </a:lnTo>
                  <a:lnTo>
                    <a:pt x="654096" y="1639"/>
                  </a:lnTo>
                  <a:lnTo>
                    <a:pt x="650817" y="1639"/>
                  </a:lnTo>
                  <a:lnTo>
                    <a:pt x="645899" y="1639"/>
                  </a:lnTo>
                  <a:lnTo>
                    <a:pt x="642620" y="1639"/>
                  </a:lnTo>
                  <a:lnTo>
                    <a:pt x="637702" y="1639"/>
                  </a:lnTo>
                  <a:lnTo>
                    <a:pt x="632784" y="1639"/>
                  </a:lnTo>
                  <a:lnTo>
                    <a:pt x="629505" y="3279"/>
                  </a:lnTo>
                  <a:lnTo>
                    <a:pt x="626227" y="3279"/>
                  </a:lnTo>
                  <a:lnTo>
                    <a:pt x="621309" y="3279"/>
                  </a:lnTo>
                  <a:lnTo>
                    <a:pt x="618030" y="4918"/>
                  </a:lnTo>
                  <a:lnTo>
                    <a:pt x="614751" y="4918"/>
                  </a:lnTo>
                  <a:lnTo>
                    <a:pt x="618030" y="6557"/>
                  </a:lnTo>
                  <a:lnTo>
                    <a:pt x="622948" y="8197"/>
                  </a:lnTo>
                  <a:lnTo>
                    <a:pt x="626227" y="8197"/>
                  </a:lnTo>
                  <a:lnTo>
                    <a:pt x="629505" y="9836"/>
                  </a:lnTo>
                  <a:lnTo>
                    <a:pt x="634423" y="9836"/>
                  </a:lnTo>
                  <a:lnTo>
                    <a:pt x="629505" y="11475"/>
                  </a:lnTo>
                  <a:lnTo>
                    <a:pt x="626227" y="9836"/>
                  </a:lnTo>
                  <a:lnTo>
                    <a:pt x="621309" y="9836"/>
                  </a:lnTo>
                  <a:lnTo>
                    <a:pt x="618030" y="9836"/>
                  </a:lnTo>
                  <a:lnTo>
                    <a:pt x="613112" y="8197"/>
                  </a:lnTo>
                  <a:lnTo>
                    <a:pt x="609833" y="8197"/>
                  </a:lnTo>
                  <a:lnTo>
                    <a:pt x="606555" y="4918"/>
                  </a:lnTo>
                  <a:lnTo>
                    <a:pt x="601637" y="3279"/>
                  </a:lnTo>
                  <a:lnTo>
                    <a:pt x="598358" y="3279"/>
                  </a:lnTo>
                  <a:lnTo>
                    <a:pt x="593440" y="1639"/>
                  </a:lnTo>
                  <a:lnTo>
                    <a:pt x="590161" y="1639"/>
                  </a:lnTo>
                  <a:lnTo>
                    <a:pt x="585243" y="1639"/>
                  </a:lnTo>
                  <a:lnTo>
                    <a:pt x="585243" y="1639"/>
                  </a:lnTo>
                  <a:lnTo>
                    <a:pt x="580325" y="3279"/>
                  </a:lnTo>
                  <a:lnTo>
                    <a:pt x="575407" y="3279"/>
                  </a:lnTo>
                  <a:lnTo>
                    <a:pt x="572128" y="1639"/>
                  </a:lnTo>
                  <a:lnTo>
                    <a:pt x="567210" y="1639"/>
                  </a:lnTo>
                  <a:lnTo>
                    <a:pt x="562293" y="1639"/>
                  </a:lnTo>
                  <a:lnTo>
                    <a:pt x="559014" y="1639"/>
                  </a:lnTo>
                  <a:lnTo>
                    <a:pt x="555735" y="3279"/>
                  </a:lnTo>
                  <a:lnTo>
                    <a:pt x="550817" y="3279"/>
                  </a:lnTo>
                  <a:lnTo>
                    <a:pt x="545899" y="3279"/>
                  </a:lnTo>
                  <a:lnTo>
                    <a:pt x="542620" y="3279"/>
                  </a:lnTo>
                  <a:lnTo>
                    <a:pt x="537703" y="3279"/>
                  </a:lnTo>
                  <a:lnTo>
                    <a:pt x="532784" y="3279"/>
                  </a:lnTo>
                  <a:lnTo>
                    <a:pt x="529506" y="4918"/>
                  </a:lnTo>
                  <a:lnTo>
                    <a:pt x="534424" y="4918"/>
                  </a:lnTo>
                  <a:lnTo>
                    <a:pt x="537703" y="4918"/>
                  </a:lnTo>
                  <a:lnTo>
                    <a:pt x="540981" y="6557"/>
                  </a:lnTo>
                  <a:lnTo>
                    <a:pt x="544260" y="8197"/>
                  </a:lnTo>
                  <a:lnTo>
                    <a:pt x="549178" y="8197"/>
                  </a:lnTo>
                  <a:lnTo>
                    <a:pt x="554096" y="8197"/>
                  </a:lnTo>
                  <a:lnTo>
                    <a:pt x="550817" y="9836"/>
                  </a:lnTo>
                  <a:lnTo>
                    <a:pt x="545899" y="11475"/>
                  </a:lnTo>
                  <a:lnTo>
                    <a:pt x="550817" y="11475"/>
                  </a:lnTo>
                  <a:lnTo>
                    <a:pt x="554096" y="11475"/>
                  </a:lnTo>
                  <a:lnTo>
                    <a:pt x="559014" y="13115"/>
                  </a:lnTo>
                  <a:lnTo>
                    <a:pt x="562293" y="13115"/>
                  </a:lnTo>
                  <a:lnTo>
                    <a:pt x="559014" y="13115"/>
                  </a:lnTo>
                  <a:lnTo>
                    <a:pt x="554096" y="14754"/>
                  </a:lnTo>
                  <a:lnTo>
                    <a:pt x="550817" y="14754"/>
                  </a:lnTo>
                  <a:lnTo>
                    <a:pt x="545899" y="16393"/>
                  </a:lnTo>
                  <a:lnTo>
                    <a:pt x="542620" y="16393"/>
                  </a:lnTo>
                  <a:lnTo>
                    <a:pt x="539342" y="16393"/>
                  </a:lnTo>
                  <a:lnTo>
                    <a:pt x="542620" y="14754"/>
                  </a:lnTo>
                  <a:lnTo>
                    <a:pt x="547538" y="13115"/>
                  </a:lnTo>
                  <a:lnTo>
                    <a:pt x="542620" y="13115"/>
                  </a:lnTo>
                  <a:lnTo>
                    <a:pt x="539342" y="11475"/>
                  </a:lnTo>
                  <a:lnTo>
                    <a:pt x="536063" y="9836"/>
                  </a:lnTo>
                  <a:lnTo>
                    <a:pt x="531145" y="8197"/>
                  </a:lnTo>
                  <a:lnTo>
                    <a:pt x="529506" y="6557"/>
                  </a:lnTo>
                  <a:lnTo>
                    <a:pt x="524588" y="6557"/>
                  </a:lnTo>
                  <a:lnTo>
                    <a:pt x="521309" y="6557"/>
                  </a:lnTo>
                  <a:lnTo>
                    <a:pt x="516391" y="4918"/>
                  </a:lnTo>
                  <a:lnTo>
                    <a:pt x="513112" y="6557"/>
                  </a:lnTo>
                  <a:lnTo>
                    <a:pt x="508194" y="8197"/>
                  </a:lnTo>
                  <a:lnTo>
                    <a:pt x="506555" y="6557"/>
                  </a:lnTo>
                  <a:lnTo>
                    <a:pt x="511473" y="4918"/>
                  </a:lnTo>
                  <a:lnTo>
                    <a:pt x="514752" y="4918"/>
                  </a:lnTo>
                  <a:lnTo>
                    <a:pt x="511473" y="4918"/>
                  </a:lnTo>
                  <a:lnTo>
                    <a:pt x="506555" y="6557"/>
                  </a:lnTo>
                  <a:lnTo>
                    <a:pt x="504916" y="4918"/>
                  </a:lnTo>
                  <a:lnTo>
                    <a:pt x="501637" y="4918"/>
                  </a:lnTo>
                  <a:lnTo>
                    <a:pt x="496719" y="4918"/>
                  </a:lnTo>
                  <a:lnTo>
                    <a:pt x="493440" y="6557"/>
                  </a:lnTo>
                  <a:lnTo>
                    <a:pt x="488522" y="4918"/>
                  </a:lnTo>
                  <a:lnTo>
                    <a:pt x="485244" y="3279"/>
                  </a:lnTo>
                  <a:lnTo>
                    <a:pt x="481965" y="4918"/>
                  </a:lnTo>
                  <a:lnTo>
                    <a:pt x="477047" y="4918"/>
                  </a:lnTo>
                  <a:lnTo>
                    <a:pt x="472129" y="4918"/>
                  </a:lnTo>
                  <a:lnTo>
                    <a:pt x="468850" y="4918"/>
                  </a:lnTo>
                  <a:lnTo>
                    <a:pt x="463932" y="4918"/>
                  </a:lnTo>
                  <a:lnTo>
                    <a:pt x="460653" y="6557"/>
                  </a:lnTo>
                  <a:lnTo>
                    <a:pt x="463932" y="8197"/>
                  </a:lnTo>
                  <a:lnTo>
                    <a:pt x="468850" y="8197"/>
                  </a:lnTo>
                  <a:lnTo>
                    <a:pt x="472129" y="8197"/>
                  </a:lnTo>
                  <a:lnTo>
                    <a:pt x="468850" y="9836"/>
                  </a:lnTo>
                  <a:lnTo>
                    <a:pt x="472129" y="9836"/>
                  </a:lnTo>
                  <a:lnTo>
                    <a:pt x="475408" y="11475"/>
                  </a:lnTo>
                  <a:lnTo>
                    <a:pt x="480326" y="11475"/>
                  </a:lnTo>
                  <a:lnTo>
                    <a:pt x="483604" y="11475"/>
                  </a:lnTo>
                  <a:lnTo>
                    <a:pt x="488522" y="11475"/>
                  </a:lnTo>
                  <a:lnTo>
                    <a:pt x="491801" y="11475"/>
                  </a:lnTo>
                  <a:lnTo>
                    <a:pt x="496719" y="11475"/>
                  </a:lnTo>
                  <a:lnTo>
                    <a:pt x="493440" y="11475"/>
                  </a:lnTo>
                  <a:lnTo>
                    <a:pt x="488522" y="11475"/>
                  </a:lnTo>
                  <a:lnTo>
                    <a:pt x="483604" y="11475"/>
                  </a:lnTo>
                  <a:lnTo>
                    <a:pt x="480326" y="11475"/>
                  </a:lnTo>
                  <a:lnTo>
                    <a:pt x="475408" y="11475"/>
                  </a:lnTo>
                  <a:lnTo>
                    <a:pt x="472129" y="11475"/>
                  </a:lnTo>
                  <a:lnTo>
                    <a:pt x="467211" y="11475"/>
                  </a:lnTo>
                  <a:lnTo>
                    <a:pt x="463932" y="11475"/>
                  </a:lnTo>
                  <a:lnTo>
                    <a:pt x="460653" y="9836"/>
                  </a:lnTo>
                  <a:lnTo>
                    <a:pt x="455736" y="8197"/>
                  </a:lnTo>
                  <a:lnTo>
                    <a:pt x="452457" y="8197"/>
                  </a:lnTo>
                  <a:lnTo>
                    <a:pt x="447539" y="8197"/>
                  </a:lnTo>
                  <a:lnTo>
                    <a:pt x="444260" y="8197"/>
                  </a:lnTo>
                  <a:lnTo>
                    <a:pt x="440981" y="8197"/>
                  </a:lnTo>
                  <a:lnTo>
                    <a:pt x="437703" y="8197"/>
                  </a:lnTo>
                  <a:lnTo>
                    <a:pt x="432785" y="9836"/>
                  </a:lnTo>
                  <a:lnTo>
                    <a:pt x="436063" y="9836"/>
                  </a:lnTo>
                  <a:lnTo>
                    <a:pt x="439342" y="11475"/>
                  </a:lnTo>
                  <a:lnTo>
                    <a:pt x="444260" y="14754"/>
                  </a:lnTo>
                  <a:lnTo>
                    <a:pt x="439342" y="14754"/>
                  </a:lnTo>
                  <a:lnTo>
                    <a:pt x="436063" y="14754"/>
                  </a:lnTo>
                  <a:lnTo>
                    <a:pt x="432785" y="13115"/>
                  </a:lnTo>
                  <a:lnTo>
                    <a:pt x="427867" y="13115"/>
                  </a:lnTo>
                  <a:lnTo>
                    <a:pt x="424588" y="13115"/>
                  </a:lnTo>
                  <a:lnTo>
                    <a:pt x="419670" y="11475"/>
                  </a:lnTo>
                  <a:lnTo>
                    <a:pt x="416391" y="11475"/>
                  </a:lnTo>
                  <a:lnTo>
                    <a:pt x="411473" y="11475"/>
                  </a:lnTo>
                  <a:lnTo>
                    <a:pt x="408195" y="14754"/>
                  </a:lnTo>
                  <a:lnTo>
                    <a:pt x="411473" y="14754"/>
                  </a:lnTo>
                  <a:lnTo>
                    <a:pt x="416391" y="16393"/>
                  </a:lnTo>
                  <a:lnTo>
                    <a:pt x="419670" y="16393"/>
                  </a:lnTo>
                  <a:lnTo>
                    <a:pt x="416391" y="16393"/>
                  </a:lnTo>
                  <a:lnTo>
                    <a:pt x="411473" y="16393"/>
                  </a:lnTo>
                  <a:lnTo>
                    <a:pt x="408195" y="16393"/>
                  </a:lnTo>
                  <a:lnTo>
                    <a:pt x="403277" y="16393"/>
                  </a:lnTo>
                  <a:lnTo>
                    <a:pt x="399998" y="16393"/>
                  </a:lnTo>
                  <a:lnTo>
                    <a:pt x="395080" y="18033"/>
                  </a:lnTo>
                  <a:lnTo>
                    <a:pt x="391801" y="19672"/>
                  </a:lnTo>
                  <a:lnTo>
                    <a:pt x="395080" y="21311"/>
                  </a:lnTo>
                  <a:lnTo>
                    <a:pt x="399998" y="21311"/>
                  </a:lnTo>
                  <a:lnTo>
                    <a:pt x="403277" y="22951"/>
                  </a:lnTo>
                  <a:lnTo>
                    <a:pt x="408195" y="22951"/>
                  </a:lnTo>
                  <a:lnTo>
                    <a:pt x="411473" y="24590"/>
                  </a:lnTo>
                  <a:lnTo>
                    <a:pt x="414752" y="24590"/>
                  </a:lnTo>
                  <a:lnTo>
                    <a:pt x="419670" y="24590"/>
                  </a:lnTo>
                  <a:lnTo>
                    <a:pt x="424588" y="27869"/>
                  </a:lnTo>
                  <a:lnTo>
                    <a:pt x="427867" y="27869"/>
                  </a:lnTo>
                  <a:lnTo>
                    <a:pt x="431146" y="27869"/>
                  </a:lnTo>
                  <a:lnTo>
                    <a:pt x="436063" y="27869"/>
                  </a:lnTo>
                  <a:lnTo>
                    <a:pt x="439342" y="29508"/>
                  </a:lnTo>
                  <a:lnTo>
                    <a:pt x="442621" y="29508"/>
                  </a:lnTo>
                  <a:lnTo>
                    <a:pt x="447539" y="32787"/>
                  </a:lnTo>
                  <a:lnTo>
                    <a:pt x="450818" y="34426"/>
                  </a:lnTo>
                  <a:lnTo>
                    <a:pt x="447539" y="34426"/>
                  </a:lnTo>
                  <a:lnTo>
                    <a:pt x="442621" y="32787"/>
                  </a:lnTo>
                  <a:lnTo>
                    <a:pt x="439342" y="31147"/>
                  </a:lnTo>
                  <a:lnTo>
                    <a:pt x="436063" y="29508"/>
                  </a:lnTo>
                  <a:lnTo>
                    <a:pt x="431146" y="29508"/>
                  </a:lnTo>
                  <a:lnTo>
                    <a:pt x="427867" y="29508"/>
                  </a:lnTo>
                  <a:lnTo>
                    <a:pt x="422949" y="29508"/>
                  </a:lnTo>
                  <a:lnTo>
                    <a:pt x="419670" y="27869"/>
                  </a:lnTo>
                  <a:lnTo>
                    <a:pt x="414752" y="27869"/>
                  </a:lnTo>
                  <a:lnTo>
                    <a:pt x="411473" y="26229"/>
                  </a:lnTo>
                  <a:lnTo>
                    <a:pt x="406556" y="26229"/>
                  </a:lnTo>
                  <a:lnTo>
                    <a:pt x="403277" y="26229"/>
                  </a:lnTo>
                  <a:lnTo>
                    <a:pt x="398359" y="24590"/>
                  </a:lnTo>
                  <a:lnTo>
                    <a:pt x="395080" y="22951"/>
                  </a:lnTo>
                  <a:lnTo>
                    <a:pt x="391801" y="22951"/>
                  </a:lnTo>
                  <a:lnTo>
                    <a:pt x="386883" y="21311"/>
                  </a:lnTo>
                  <a:lnTo>
                    <a:pt x="381966" y="21311"/>
                  </a:lnTo>
                  <a:lnTo>
                    <a:pt x="378687" y="24590"/>
                  </a:lnTo>
                  <a:lnTo>
                    <a:pt x="383605" y="26229"/>
                  </a:lnTo>
                  <a:lnTo>
                    <a:pt x="386883" y="26229"/>
                  </a:lnTo>
                  <a:lnTo>
                    <a:pt x="390162" y="27869"/>
                  </a:lnTo>
                  <a:lnTo>
                    <a:pt x="395080" y="27869"/>
                  </a:lnTo>
                  <a:lnTo>
                    <a:pt x="390162" y="27869"/>
                  </a:lnTo>
                  <a:lnTo>
                    <a:pt x="386883" y="27869"/>
                  </a:lnTo>
                  <a:lnTo>
                    <a:pt x="383605" y="27869"/>
                  </a:lnTo>
                  <a:lnTo>
                    <a:pt x="378687" y="27869"/>
                  </a:lnTo>
                  <a:lnTo>
                    <a:pt x="375408" y="27869"/>
                  </a:lnTo>
                  <a:lnTo>
                    <a:pt x="370490" y="27869"/>
                  </a:lnTo>
                  <a:lnTo>
                    <a:pt x="373769" y="24590"/>
                  </a:lnTo>
                  <a:lnTo>
                    <a:pt x="370490" y="21311"/>
                  </a:lnTo>
                  <a:lnTo>
                    <a:pt x="367211" y="19672"/>
                  </a:lnTo>
                  <a:lnTo>
                    <a:pt x="362293" y="19672"/>
                  </a:lnTo>
                  <a:lnTo>
                    <a:pt x="359015" y="19672"/>
                  </a:lnTo>
                  <a:lnTo>
                    <a:pt x="354097" y="19672"/>
                  </a:lnTo>
                  <a:lnTo>
                    <a:pt x="350818" y="19672"/>
                  </a:lnTo>
                  <a:lnTo>
                    <a:pt x="345900" y="18033"/>
                  </a:lnTo>
                  <a:lnTo>
                    <a:pt x="342621" y="18033"/>
                  </a:lnTo>
                  <a:lnTo>
                    <a:pt x="347539" y="18033"/>
                  </a:lnTo>
                  <a:lnTo>
                    <a:pt x="347539" y="16393"/>
                  </a:lnTo>
                  <a:lnTo>
                    <a:pt x="342621" y="16393"/>
                  </a:lnTo>
                  <a:lnTo>
                    <a:pt x="339343" y="16393"/>
                  </a:lnTo>
                  <a:lnTo>
                    <a:pt x="334425" y="16393"/>
                  </a:lnTo>
                  <a:lnTo>
                    <a:pt x="331146" y="16393"/>
                  </a:lnTo>
                  <a:lnTo>
                    <a:pt x="326228" y="16393"/>
                  </a:lnTo>
                  <a:lnTo>
                    <a:pt x="321310" y="18033"/>
                  </a:lnTo>
                  <a:lnTo>
                    <a:pt x="318031" y="18033"/>
                  </a:lnTo>
                  <a:lnTo>
                    <a:pt x="321310" y="18033"/>
                  </a:lnTo>
                  <a:lnTo>
                    <a:pt x="326228" y="21311"/>
                  </a:lnTo>
                  <a:lnTo>
                    <a:pt x="321310" y="22951"/>
                  </a:lnTo>
                  <a:lnTo>
                    <a:pt x="318031" y="22951"/>
                  </a:lnTo>
                  <a:lnTo>
                    <a:pt x="313113" y="22951"/>
                  </a:lnTo>
                  <a:lnTo>
                    <a:pt x="309835" y="22951"/>
                  </a:lnTo>
                  <a:lnTo>
                    <a:pt x="304916" y="22951"/>
                  </a:lnTo>
                  <a:lnTo>
                    <a:pt x="301638" y="22951"/>
                  </a:lnTo>
                  <a:lnTo>
                    <a:pt x="296720" y="22951"/>
                  </a:lnTo>
                  <a:lnTo>
                    <a:pt x="293441" y="22951"/>
                  </a:lnTo>
                  <a:lnTo>
                    <a:pt x="290163" y="26229"/>
                  </a:lnTo>
                  <a:lnTo>
                    <a:pt x="293441" y="26229"/>
                  </a:lnTo>
                  <a:lnTo>
                    <a:pt x="298359" y="26229"/>
                  </a:lnTo>
                  <a:lnTo>
                    <a:pt x="301638" y="26229"/>
                  </a:lnTo>
                  <a:lnTo>
                    <a:pt x="304916" y="27869"/>
                  </a:lnTo>
                  <a:lnTo>
                    <a:pt x="309835" y="27869"/>
                  </a:lnTo>
                  <a:lnTo>
                    <a:pt x="314753" y="27869"/>
                  </a:lnTo>
                  <a:lnTo>
                    <a:pt x="318031" y="27869"/>
                  </a:lnTo>
                  <a:lnTo>
                    <a:pt x="322949" y="27869"/>
                  </a:lnTo>
                  <a:lnTo>
                    <a:pt x="326228" y="29508"/>
                  </a:lnTo>
                  <a:lnTo>
                    <a:pt x="322949" y="32787"/>
                  </a:lnTo>
                  <a:lnTo>
                    <a:pt x="319671" y="29508"/>
                  </a:lnTo>
                  <a:lnTo>
                    <a:pt x="314753" y="29508"/>
                  </a:lnTo>
                  <a:lnTo>
                    <a:pt x="311474" y="29508"/>
                  </a:lnTo>
                  <a:lnTo>
                    <a:pt x="308195" y="29508"/>
                  </a:lnTo>
                  <a:lnTo>
                    <a:pt x="309835" y="32787"/>
                  </a:lnTo>
                  <a:lnTo>
                    <a:pt x="304916" y="31147"/>
                  </a:lnTo>
                  <a:lnTo>
                    <a:pt x="301638" y="29508"/>
                  </a:lnTo>
                  <a:lnTo>
                    <a:pt x="298359" y="27869"/>
                  </a:lnTo>
                  <a:lnTo>
                    <a:pt x="293441" y="27869"/>
                  </a:lnTo>
                  <a:lnTo>
                    <a:pt x="290163" y="27869"/>
                  </a:lnTo>
                  <a:lnTo>
                    <a:pt x="285245" y="27869"/>
                  </a:lnTo>
                  <a:lnTo>
                    <a:pt x="281966" y="27869"/>
                  </a:lnTo>
                  <a:lnTo>
                    <a:pt x="278687" y="29508"/>
                  </a:lnTo>
                  <a:lnTo>
                    <a:pt x="273769" y="31147"/>
                  </a:lnTo>
                  <a:lnTo>
                    <a:pt x="277048" y="32787"/>
                  </a:lnTo>
                  <a:lnTo>
                    <a:pt x="273769" y="31147"/>
                  </a:lnTo>
                  <a:lnTo>
                    <a:pt x="270491" y="27869"/>
                  </a:lnTo>
                  <a:lnTo>
                    <a:pt x="267212" y="26229"/>
                  </a:lnTo>
                  <a:lnTo>
                    <a:pt x="263933" y="27869"/>
                  </a:lnTo>
                  <a:lnTo>
                    <a:pt x="259015" y="26229"/>
                  </a:lnTo>
                  <a:lnTo>
                    <a:pt x="255736" y="26229"/>
                  </a:lnTo>
                  <a:lnTo>
                    <a:pt x="250819" y="27869"/>
                  </a:lnTo>
                  <a:lnTo>
                    <a:pt x="245901" y="27869"/>
                  </a:lnTo>
                  <a:lnTo>
                    <a:pt x="242622" y="27869"/>
                  </a:lnTo>
                  <a:lnTo>
                    <a:pt x="239343" y="27869"/>
                  </a:lnTo>
                  <a:lnTo>
                    <a:pt x="234425" y="29508"/>
                  </a:lnTo>
                  <a:lnTo>
                    <a:pt x="231146" y="29508"/>
                  </a:lnTo>
                  <a:lnTo>
                    <a:pt x="226229" y="31147"/>
                  </a:lnTo>
                  <a:lnTo>
                    <a:pt x="222950" y="31147"/>
                  </a:lnTo>
                  <a:lnTo>
                    <a:pt x="218032" y="32787"/>
                  </a:lnTo>
                  <a:lnTo>
                    <a:pt x="222950" y="32787"/>
                  </a:lnTo>
                  <a:lnTo>
                    <a:pt x="219671" y="32787"/>
                  </a:lnTo>
                  <a:lnTo>
                    <a:pt x="214753" y="34426"/>
                  </a:lnTo>
                  <a:lnTo>
                    <a:pt x="211474" y="31147"/>
                  </a:lnTo>
                  <a:lnTo>
                    <a:pt x="208196" y="31147"/>
                  </a:lnTo>
                  <a:lnTo>
                    <a:pt x="203278" y="32787"/>
                  </a:lnTo>
                  <a:lnTo>
                    <a:pt x="203278" y="32787"/>
                  </a:lnTo>
                  <a:lnTo>
                    <a:pt x="201638" y="32787"/>
                  </a:lnTo>
                  <a:lnTo>
                    <a:pt x="196720" y="32787"/>
                  </a:lnTo>
                  <a:lnTo>
                    <a:pt x="193442" y="32787"/>
                  </a:lnTo>
                  <a:lnTo>
                    <a:pt x="188524" y="32787"/>
                  </a:lnTo>
                  <a:lnTo>
                    <a:pt x="185245" y="32787"/>
                  </a:lnTo>
                  <a:lnTo>
                    <a:pt x="180327" y="34426"/>
                  </a:lnTo>
                  <a:lnTo>
                    <a:pt x="177048" y="34426"/>
                  </a:lnTo>
                  <a:lnTo>
                    <a:pt x="172130" y="36065"/>
                  </a:lnTo>
                  <a:lnTo>
                    <a:pt x="167212" y="36065"/>
                  </a:lnTo>
                  <a:lnTo>
                    <a:pt x="163934" y="36065"/>
                  </a:lnTo>
                  <a:lnTo>
                    <a:pt x="160655" y="36065"/>
                  </a:lnTo>
                  <a:lnTo>
                    <a:pt x="157376" y="37705"/>
                  </a:lnTo>
                  <a:lnTo>
                    <a:pt x="152458" y="39344"/>
                  </a:lnTo>
                  <a:lnTo>
                    <a:pt x="147540" y="39344"/>
                  </a:lnTo>
                  <a:lnTo>
                    <a:pt x="149180" y="39344"/>
                  </a:lnTo>
                  <a:lnTo>
                    <a:pt x="152458" y="39344"/>
                  </a:lnTo>
                  <a:lnTo>
                    <a:pt x="157376" y="42623"/>
                  </a:lnTo>
                  <a:lnTo>
                    <a:pt x="160655" y="40983"/>
                  </a:lnTo>
                  <a:lnTo>
                    <a:pt x="165573" y="40983"/>
                  </a:lnTo>
                  <a:lnTo>
                    <a:pt x="168852" y="39344"/>
                  </a:lnTo>
                  <a:lnTo>
                    <a:pt x="173770" y="39344"/>
                  </a:lnTo>
                  <a:lnTo>
                    <a:pt x="177048" y="39344"/>
                  </a:lnTo>
                  <a:lnTo>
                    <a:pt x="181966" y="39344"/>
                  </a:lnTo>
                  <a:lnTo>
                    <a:pt x="185245" y="39344"/>
                  </a:lnTo>
                  <a:lnTo>
                    <a:pt x="188524" y="37705"/>
                  </a:lnTo>
                  <a:lnTo>
                    <a:pt x="193442" y="39344"/>
                  </a:lnTo>
                  <a:lnTo>
                    <a:pt x="193442" y="39344"/>
                  </a:lnTo>
                  <a:lnTo>
                    <a:pt x="198360" y="39344"/>
                  </a:lnTo>
                  <a:lnTo>
                    <a:pt x="203278" y="39344"/>
                  </a:lnTo>
                  <a:lnTo>
                    <a:pt x="198360" y="39344"/>
                  </a:lnTo>
                  <a:lnTo>
                    <a:pt x="195081" y="39344"/>
                  </a:lnTo>
                  <a:lnTo>
                    <a:pt x="191802" y="40983"/>
                  </a:lnTo>
                  <a:lnTo>
                    <a:pt x="188524" y="40983"/>
                  </a:lnTo>
                  <a:lnTo>
                    <a:pt x="185245" y="40983"/>
                  </a:lnTo>
                  <a:lnTo>
                    <a:pt x="180327" y="42623"/>
                  </a:lnTo>
                  <a:lnTo>
                    <a:pt x="177048" y="42623"/>
                  </a:lnTo>
                  <a:lnTo>
                    <a:pt x="172130" y="44262"/>
                  </a:lnTo>
                  <a:lnTo>
                    <a:pt x="168852" y="45901"/>
                  </a:lnTo>
                  <a:lnTo>
                    <a:pt x="173770" y="47541"/>
                  </a:lnTo>
                  <a:lnTo>
                    <a:pt x="177048" y="45901"/>
                  </a:lnTo>
                  <a:lnTo>
                    <a:pt x="180327" y="45901"/>
                  </a:lnTo>
                  <a:lnTo>
                    <a:pt x="185245" y="45901"/>
                  </a:lnTo>
                  <a:lnTo>
                    <a:pt x="186884" y="44262"/>
                  </a:lnTo>
                  <a:lnTo>
                    <a:pt x="191802" y="44262"/>
                  </a:lnTo>
                  <a:lnTo>
                    <a:pt x="195081" y="44262"/>
                  </a:lnTo>
                  <a:lnTo>
                    <a:pt x="199999" y="44262"/>
                  </a:lnTo>
                  <a:lnTo>
                    <a:pt x="203278" y="42623"/>
                  </a:lnTo>
                  <a:lnTo>
                    <a:pt x="208196" y="42623"/>
                  </a:lnTo>
                  <a:lnTo>
                    <a:pt x="211474" y="42623"/>
                  </a:lnTo>
                  <a:lnTo>
                    <a:pt x="216392" y="40983"/>
                  </a:lnTo>
                  <a:lnTo>
                    <a:pt x="219671" y="40983"/>
                  </a:lnTo>
                  <a:lnTo>
                    <a:pt x="224589" y="40983"/>
                  </a:lnTo>
                  <a:lnTo>
                    <a:pt x="229507" y="40983"/>
                  </a:lnTo>
                  <a:lnTo>
                    <a:pt x="234425" y="40983"/>
                  </a:lnTo>
                  <a:lnTo>
                    <a:pt x="237704" y="40983"/>
                  </a:lnTo>
                  <a:lnTo>
                    <a:pt x="240982" y="40983"/>
                  </a:lnTo>
                  <a:lnTo>
                    <a:pt x="245901" y="42623"/>
                  </a:lnTo>
                  <a:lnTo>
                    <a:pt x="249179" y="42623"/>
                  </a:lnTo>
                  <a:lnTo>
                    <a:pt x="245901" y="42623"/>
                  </a:lnTo>
                  <a:lnTo>
                    <a:pt x="240982" y="42623"/>
                  </a:lnTo>
                  <a:lnTo>
                    <a:pt x="237704" y="42623"/>
                  </a:lnTo>
                  <a:lnTo>
                    <a:pt x="234425" y="42623"/>
                  </a:lnTo>
                  <a:lnTo>
                    <a:pt x="229507" y="42623"/>
                  </a:lnTo>
                  <a:lnTo>
                    <a:pt x="224589" y="42623"/>
                  </a:lnTo>
                  <a:lnTo>
                    <a:pt x="219671" y="42623"/>
                  </a:lnTo>
                  <a:lnTo>
                    <a:pt x="214753" y="42623"/>
                  </a:lnTo>
                  <a:lnTo>
                    <a:pt x="211474" y="44262"/>
                  </a:lnTo>
                  <a:lnTo>
                    <a:pt x="208196" y="44262"/>
                  </a:lnTo>
                  <a:lnTo>
                    <a:pt x="203278" y="44262"/>
                  </a:lnTo>
                  <a:lnTo>
                    <a:pt x="199999" y="45901"/>
                  </a:lnTo>
                  <a:lnTo>
                    <a:pt x="195081" y="45901"/>
                  </a:lnTo>
                  <a:lnTo>
                    <a:pt x="191802" y="47541"/>
                  </a:lnTo>
                  <a:lnTo>
                    <a:pt x="186884" y="47541"/>
                  </a:lnTo>
                  <a:lnTo>
                    <a:pt x="183606" y="47541"/>
                  </a:lnTo>
                  <a:lnTo>
                    <a:pt x="186884" y="49180"/>
                  </a:lnTo>
                  <a:lnTo>
                    <a:pt x="190163" y="49180"/>
                  </a:lnTo>
                  <a:lnTo>
                    <a:pt x="195081" y="50819"/>
                  </a:lnTo>
                  <a:lnTo>
                    <a:pt x="198360" y="49180"/>
                  </a:lnTo>
                  <a:lnTo>
                    <a:pt x="201638" y="50819"/>
                  </a:lnTo>
                  <a:lnTo>
                    <a:pt x="198360" y="50819"/>
                  </a:lnTo>
                  <a:lnTo>
                    <a:pt x="195081" y="50819"/>
                  </a:lnTo>
                  <a:lnTo>
                    <a:pt x="190163" y="50819"/>
                  </a:lnTo>
                  <a:lnTo>
                    <a:pt x="186884" y="50819"/>
                  </a:lnTo>
                  <a:lnTo>
                    <a:pt x="183606" y="50819"/>
                  </a:lnTo>
                  <a:lnTo>
                    <a:pt x="178688" y="50819"/>
                  </a:lnTo>
                  <a:lnTo>
                    <a:pt x="175409" y="50819"/>
                  </a:lnTo>
                  <a:lnTo>
                    <a:pt x="170491" y="50819"/>
                  </a:lnTo>
                  <a:lnTo>
                    <a:pt x="167212" y="52459"/>
                  </a:lnTo>
                  <a:lnTo>
                    <a:pt x="170491" y="55737"/>
                  </a:lnTo>
                  <a:lnTo>
                    <a:pt x="170491" y="55737"/>
                  </a:lnTo>
                  <a:lnTo>
                    <a:pt x="175409" y="57377"/>
                  </a:lnTo>
                  <a:lnTo>
                    <a:pt x="178688" y="57377"/>
                  </a:lnTo>
                  <a:lnTo>
                    <a:pt x="181966" y="55737"/>
                  </a:lnTo>
                  <a:lnTo>
                    <a:pt x="186884" y="55737"/>
                  </a:lnTo>
                  <a:lnTo>
                    <a:pt x="191802" y="55737"/>
                  </a:lnTo>
                  <a:lnTo>
                    <a:pt x="195081" y="55737"/>
                  </a:lnTo>
                  <a:lnTo>
                    <a:pt x="199999" y="55737"/>
                  </a:lnTo>
                  <a:lnTo>
                    <a:pt x="203278" y="55737"/>
                  </a:lnTo>
                  <a:lnTo>
                    <a:pt x="208196" y="54098"/>
                  </a:lnTo>
                  <a:lnTo>
                    <a:pt x="213114" y="54098"/>
                  </a:lnTo>
                  <a:lnTo>
                    <a:pt x="216392" y="54098"/>
                  </a:lnTo>
                  <a:lnTo>
                    <a:pt x="221310" y="54098"/>
                  </a:lnTo>
                  <a:lnTo>
                    <a:pt x="224589" y="55737"/>
                  </a:lnTo>
                  <a:lnTo>
                    <a:pt x="227868" y="55737"/>
                  </a:lnTo>
                  <a:lnTo>
                    <a:pt x="232786" y="54098"/>
                  </a:lnTo>
                  <a:lnTo>
                    <a:pt x="237704" y="54098"/>
                  </a:lnTo>
                  <a:lnTo>
                    <a:pt x="240982" y="54098"/>
                  </a:lnTo>
                  <a:lnTo>
                    <a:pt x="245901" y="54098"/>
                  </a:lnTo>
                  <a:lnTo>
                    <a:pt x="250819" y="54098"/>
                  </a:lnTo>
                  <a:lnTo>
                    <a:pt x="254097" y="54098"/>
                  </a:lnTo>
                  <a:lnTo>
                    <a:pt x="259015" y="54098"/>
                  </a:lnTo>
                  <a:lnTo>
                    <a:pt x="262294" y="52459"/>
                  </a:lnTo>
                  <a:lnTo>
                    <a:pt x="267212" y="50819"/>
                  </a:lnTo>
                  <a:lnTo>
                    <a:pt x="270491" y="50819"/>
                  </a:lnTo>
                  <a:lnTo>
                    <a:pt x="273769" y="50819"/>
                  </a:lnTo>
                  <a:lnTo>
                    <a:pt x="278687" y="50819"/>
                  </a:lnTo>
                  <a:lnTo>
                    <a:pt x="281966" y="49180"/>
                  </a:lnTo>
                  <a:lnTo>
                    <a:pt x="286884" y="49180"/>
                  </a:lnTo>
                  <a:lnTo>
                    <a:pt x="291802" y="49180"/>
                  </a:lnTo>
                  <a:lnTo>
                    <a:pt x="295081" y="49180"/>
                  </a:lnTo>
                  <a:lnTo>
                    <a:pt x="298359" y="47541"/>
                  </a:lnTo>
                  <a:lnTo>
                    <a:pt x="303277" y="49180"/>
                  </a:lnTo>
                  <a:lnTo>
                    <a:pt x="299999" y="49180"/>
                  </a:lnTo>
                  <a:lnTo>
                    <a:pt x="295081" y="50819"/>
                  </a:lnTo>
                  <a:lnTo>
                    <a:pt x="291802" y="50819"/>
                  </a:lnTo>
                  <a:lnTo>
                    <a:pt x="286884" y="50819"/>
                  </a:lnTo>
                  <a:lnTo>
                    <a:pt x="281966" y="50819"/>
                  </a:lnTo>
                  <a:lnTo>
                    <a:pt x="278687" y="52459"/>
                  </a:lnTo>
                  <a:lnTo>
                    <a:pt x="275409" y="52459"/>
                  </a:lnTo>
                  <a:lnTo>
                    <a:pt x="272130" y="54098"/>
                  </a:lnTo>
                  <a:lnTo>
                    <a:pt x="267212" y="54098"/>
                  </a:lnTo>
                  <a:lnTo>
                    <a:pt x="263933" y="54098"/>
                  </a:lnTo>
                  <a:lnTo>
                    <a:pt x="259015" y="55737"/>
                  </a:lnTo>
                  <a:lnTo>
                    <a:pt x="254097" y="55737"/>
                  </a:lnTo>
                  <a:lnTo>
                    <a:pt x="249179" y="55737"/>
                  </a:lnTo>
                  <a:lnTo>
                    <a:pt x="245901" y="57377"/>
                  </a:lnTo>
                  <a:lnTo>
                    <a:pt x="240982" y="57377"/>
                  </a:lnTo>
                  <a:lnTo>
                    <a:pt x="237704" y="57377"/>
                  </a:lnTo>
                  <a:lnTo>
                    <a:pt x="234425" y="57377"/>
                  </a:lnTo>
                  <a:lnTo>
                    <a:pt x="229507" y="57377"/>
                  </a:lnTo>
                  <a:lnTo>
                    <a:pt x="226229" y="57377"/>
                  </a:lnTo>
                  <a:lnTo>
                    <a:pt x="221310" y="57377"/>
                  </a:lnTo>
                  <a:lnTo>
                    <a:pt x="218032" y="57377"/>
                  </a:lnTo>
                  <a:lnTo>
                    <a:pt x="213114" y="57377"/>
                  </a:lnTo>
                  <a:lnTo>
                    <a:pt x="209835" y="57377"/>
                  </a:lnTo>
                  <a:lnTo>
                    <a:pt x="204917" y="57377"/>
                  </a:lnTo>
                  <a:lnTo>
                    <a:pt x="201638" y="57377"/>
                  </a:lnTo>
                  <a:lnTo>
                    <a:pt x="196720" y="57377"/>
                  </a:lnTo>
                  <a:lnTo>
                    <a:pt x="191802" y="57377"/>
                  </a:lnTo>
                  <a:lnTo>
                    <a:pt x="186884" y="57377"/>
                  </a:lnTo>
                  <a:lnTo>
                    <a:pt x="183606" y="59016"/>
                  </a:lnTo>
                  <a:lnTo>
                    <a:pt x="178688" y="59016"/>
                  </a:lnTo>
                  <a:lnTo>
                    <a:pt x="181966" y="60655"/>
                  </a:lnTo>
                  <a:lnTo>
                    <a:pt x="186884" y="62295"/>
                  </a:lnTo>
                  <a:lnTo>
                    <a:pt x="190163" y="62295"/>
                  </a:lnTo>
                  <a:lnTo>
                    <a:pt x="193442" y="63934"/>
                  </a:lnTo>
                  <a:lnTo>
                    <a:pt x="198360" y="65573"/>
                  </a:lnTo>
                  <a:lnTo>
                    <a:pt x="201638" y="65573"/>
                  </a:lnTo>
                  <a:lnTo>
                    <a:pt x="204917" y="65573"/>
                  </a:lnTo>
                  <a:lnTo>
                    <a:pt x="208196" y="67213"/>
                  </a:lnTo>
                  <a:lnTo>
                    <a:pt x="213114" y="67213"/>
                  </a:lnTo>
                  <a:lnTo>
                    <a:pt x="218032" y="67213"/>
                  </a:lnTo>
                  <a:lnTo>
                    <a:pt x="221310" y="67213"/>
                  </a:lnTo>
                  <a:lnTo>
                    <a:pt x="224589" y="65573"/>
                  </a:lnTo>
                  <a:lnTo>
                    <a:pt x="229507" y="63934"/>
                  </a:lnTo>
                  <a:lnTo>
                    <a:pt x="232786" y="63934"/>
                  </a:lnTo>
                  <a:lnTo>
                    <a:pt x="237704" y="62295"/>
                  </a:lnTo>
                  <a:lnTo>
                    <a:pt x="240982" y="62295"/>
                  </a:lnTo>
                  <a:lnTo>
                    <a:pt x="244261" y="60655"/>
                  </a:lnTo>
                  <a:lnTo>
                    <a:pt x="249179" y="60655"/>
                  </a:lnTo>
                  <a:lnTo>
                    <a:pt x="252458" y="59016"/>
                  </a:lnTo>
                  <a:lnTo>
                    <a:pt x="257376" y="57377"/>
                  </a:lnTo>
                  <a:lnTo>
                    <a:pt x="260654" y="57377"/>
                  </a:lnTo>
                  <a:lnTo>
                    <a:pt x="265573" y="57377"/>
                  </a:lnTo>
                  <a:lnTo>
                    <a:pt x="268851" y="55737"/>
                  </a:lnTo>
                  <a:lnTo>
                    <a:pt x="273769" y="55737"/>
                  </a:lnTo>
                  <a:lnTo>
                    <a:pt x="277048" y="55737"/>
                  </a:lnTo>
                  <a:lnTo>
                    <a:pt x="281966" y="55737"/>
                  </a:lnTo>
                  <a:lnTo>
                    <a:pt x="285245" y="55737"/>
                  </a:lnTo>
                  <a:lnTo>
                    <a:pt x="290163" y="54098"/>
                  </a:lnTo>
                  <a:lnTo>
                    <a:pt x="295081" y="54098"/>
                  </a:lnTo>
                  <a:lnTo>
                    <a:pt x="298359" y="54098"/>
                  </a:lnTo>
                  <a:lnTo>
                    <a:pt x="303277" y="54098"/>
                  </a:lnTo>
                  <a:lnTo>
                    <a:pt x="306556" y="54098"/>
                  </a:lnTo>
                  <a:lnTo>
                    <a:pt x="311474" y="54098"/>
                  </a:lnTo>
                  <a:lnTo>
                    <a:pt x="314753" y="54098"/>
                  </a:lnTo>
                  <a:lnTo>
                    <a:pt x="319671" y="54098"/>
                  </a:lnTo>
                  <a:lnTo>
                    <a:pt x="324589" y="54098"/>
                  </a:lnTo>
                  <a:lnTo>
                    <a:pt x="327867" y="52459"/>
                  </a:lnTo>
                  <a:lnTo>
                    <a:pt x="332785" y="52459"/>
                  </a:lnTo>
                  <a:lnTo>
                    <a:pt x="336064" y="52459"/>
                  </a:lnTo>
                  <a:lnTo>
                    <a:pt x="340982" y="52459"/>
                  </a:lnTo>
                  <a:lnTo>
                    <a:pt x="344261" y="52459"/>
                  </a:lnTo>
                  <a:lnTo>
                    <a:pt x="349179" y="52459"/>
                  </a:lnTo>
                  <a:lnTo>
                    <a:pt x="352457" y="52459"/>
                  </a:lnTo>
                  <a:lnTo>
                    <a:pt x="347539" y="52459"/>
                  </a:lnTo>
                  <a:lnTo>
                    <a:pt x="344261" y="54098"/>
                  </a:lnTo>
                  <a:lnTo>
                    <a:pt x="340982" y="54098"/>
                  </a:lnTo>
                  <a:lnTo>
                    <a:pt x="336064" y="54098"/>
                  </a:lnTo>
                  <a:lnTo>
                    <a:pt x="331146" y="54098"/>
                  </a:lnTo>
                  <a:lnTo>
                    <a:pt x="327867" y="54098"/>
                  </a:lnTo>
                  <a:lnTo>
                    <a:pt x="324589" y="54098"/>
                  </a:lnTo>
                  <a:lnTo>
                    <a:pt x="319671" y="54098"/>
                  </a:lnTo>
                  <a:lnTo>
                    <a:pt x="314753" y="54098"/>
                  </a:lnTo>
                  <a:lnTo>
                    <a:pt x="311474" y="54098"/>
                  </a:lnTo>
                  <a:lnTo>
                    <a:pt x="306556" y="55737"/>
                  </a:lnTo>
                  <a:lnTo>
                    <a:pt x="303277" y="55737"/>
                  </a:lnTo>
                  <a:lnTo>
                    <a:pt x="298359" y="55737"/>
                  </a:lnTo>
                  <a:lnTo>
                    <a:pt x="293441" y="55737"/>
                  </a:lnTo>
                  <a:lnTo>
                    <a:pt x="290163" y="55737"/>
                  </a:lnTo>
                  <a:lnTo>
                    <a:pt x="286884" y="55737"/>
                  </a:lnTo>
                  <a:lnTo>
                    <a:pt x="281966" y="57377"/>
                  </a:lnTo>
                  <a:lnTo>
                    <a:pt x="278687" y="57377"/>
                  </a:lnTo>
                  <a:lnTo>
                    <a:pt x="275409" y="57377"/>
                  </a:lnTo>
                  <a:lnTo>
                    <a:pt x="270491" y="57377"/>
                  </a:lnTo>
                  <a:lnTo>
                    <a:pt x="265573" y="59016"/>
                  </a:lnTo>
                  <a:lnTo>
                    <a:pt x="262294" y="59016"/>
                  </a:lnTo>
                  <a:lnTo>
                    <a:pt x="257376" y="60655"/>
                  </a:lnTo>
                  <a:lnTo>
                    <a:pt x="254097" y="60655"/>
                  </a:lnTo>
                  <a:lnTo>
                    <a:pt x="250819" y="62295"/>
                  </a:lnTo>
                  <a:lnTo>
                    <a:pt x="245901" y="63934"/>
                  </a:lnTo>
                  <a:lnTo>
                    <a:pt x="242622" y="63934"/>
                  </a:lnTo>
                  <a:lnTo>
                    <a:pt x="237704" y="65573"/>
                  </a:lnTo>
                  <a:lnTo>
                    <a:pt x="234425" y="68852"/>
                  </a:lnTo>
                  <a:lnTo>
                    <a:pt x="237704" y="68852"/>
                  </a:lnTo>
                  <a:lnTo>
                    <a:pt x="242622" y="70491"/>
                  </a:lnTo>
                  <a:lnTo>
                    <a:pt x="245901" y="70491"/>
                  </a:lnTo>
                  <a:lnTo>
                    <a:pt x="249179" y="68852"/>
                  </a:lnTo>
                  <a:lnTo>
                    <a:pt x="254097" y="68852"/>
                  </a:lnTo>
                  <a:lnTo>
                    <a:pt x="257376" y="68852"/>
                  </a:lnTo>
                  <a:lnTo>
                    <a:pt x="254097" y="70491"/>
                  </a:lnTo>
                  <a:lnTo>
                    <a:pt x="257376" y="70491"/>
                  </a:lnTo>
                  <a:lnTo>
                    <a:pt x="260654" y="70491"/>
                  </a:lnTo>
                  <a:lnTo>
                    <a:pt x="265573" y="70491"/>
                  </a:lnTo>
                  <a:lnTo>
                    <a:pt x="268851" y="70491"/>
                  </a:lnTo>
                  <a:lnTo>
                    <a:pt x="273769" y="70491"/>
                  </a:lnTo>
                  <a:lnTo>
                    <a:pt x="277048" y="70491"/>
                  </a:lnTo>
                  <a:lnTo>
                    <a:pt x="281966" y="70491"/>
                  </a:lnTo>
                  <a:lnTo>
                    <a:pt x="285245" y="70491"/>
                  </a:lnTo>
                  <a:lnTo>
                    <a:pt x="290163" y="70491"/>
                  </a:lnTo>
                  <a:lnTo>
                    <a:pt x="295081" y="70491"/>
                  </a:lnTo>
                  <a:lnTo>
                    <a:pt x="298359" y="68852"/>
                  </a:lnTo>
                  <a:lnTo>
                    <a:pt x="301638" y="68852"/>
                  </a:lnTo>
                  <a:lnTo>
                    <a:pt x="304916" y="63934"/>
                  </a:lnTo>
                  <a:lnTo>
                    <a:pt x="308195" y="63934"/>
                  </a:lnTo>
                  <a:lnTo>
                    <a:pt x="313113" y="63934"/>
                  </a:lnTo>
                  <a:lnTo>
                    <a:pt x="316392" y="62295"/>
                  </a:lnTo>
                  <a:lnTo>
                    <a:pt x="321310" y="62295"/>
                  </a:lnTo>
                  <a:lnTo>
                    <a:pt x="324589" y="62295"/>
                  </a:lnTo>
                  <a:lnTo>
                    <a:pt x="321310" y="62295"/>
                  </a:lnTo>
                  <a:lnTo>
                    <a:pt x="316392" y="63934"/>
                  </a:lnTo>
                  <a:lnTo>
                    <a:pt x="313113" y="65573"/>
                  </a:lnTo>
                  <a:lnTo>
                    <a:pt x="316392" y="65573"/>
                  </a:lnTo>
                  <a:lnTo>
                    <a:pt x="321310" y="65573"/>
                  </a:lnTo>
                  <a:lnTo>
                    <a:pt x="326228" y="63934"/>
                  </a:lnTo>
                  <a:lnTo>
                    <a:pt x="329507" y="63934"/>
                  </a:lnTo>
                  <a:lnTo>
                    <a:pt x="332785" y="63934"/>
                  </a:lnTo>
                  <a:lnTo>
                    <a:pt x="337703" y="63934"/>
                  </a:lnTo>
                  <a:lnTo>
                    <a:pt x="340982" y="62295"/>
                  </a:lnTo>
                  <a:lnTo>
                    <a:pt x="345900" y="62295"/>
                  </a:lnTo>
                  <a:lnTo>
                    <a:pt x="349179" y="62295"/>
                  </a:lnTo>
                  <a:lnTo>
                    <a:pt x="352457" y="60655"/>
                  </a:lnTo>
                  <a:lnTo>
                    <a:pt x="357375" y="62295"/>
                  </a:lnTo>
                  <a:lnTo>
                    <a:pt x="352457" y="62295"/>
                  </a:lnTo>
                  <a:lnTo>
                    <a:pt x="349179" y="63934"/>
                  </a:lnTo>
                  <a:lnTo>
                    <a:pt x="345900" y="63934"/>
                  </a:lnTo>
                  <a:lnTo>
                    <a:pt x="340982" y="63934"/>
                  </a:lnTo>
                  <a:lnTo>
                    <a:pt x="336064" y="65573"/>
                  </a:lnTo>
                  <a:lnTo>
                    <a:pt x="331146" y="65573"/>
                  </a:lnTo>
                  <a:lnTo>
                    <a:pt x="327867" y="65573"/>
                  </a:lnTo>
                  <a:lnTo>
                    <a:pt x="322949" y="67213"/>
                  </a:lnTo>
                  <a:lnTo>
                    <a:pt x="318031" y="67213"/>
                  </a:lnTo>
                  <a:lnTo>
                    <a:pt x="314753" y="70491"/>
                  </a:lnTo>
                  <a:lnTo>
                    <a:pt x="318031" y="70491"/>
                  </a:lnTo>
                  <a:lnTo>
                    <a:pt x="322949" y="70491"/>
                  </a:lnTo>
                  <a:lnTo>
                    <a:pt x="326228" y="68852"/>
                  </a:lnTo>
                  <a:lnTo>
                    <a:pt x="331146" y="68852"/>
                  </a:lnTo>
                  <a:lnTo>
                    <a:pt x="334425" y="68852"/>
                  </a:lnTo>
                  <a:lnTo>
                    <a:pt x="339343" y="68852"/>
                  </a:lnTo>
                  <a:lnTo>
                    <a:pt x="344261" y="68852"/>
                  </a:lnTo>
                  <a:lnTo>
                    <a:pt x="347539" y="68852"/>
                  </a:lnTo>
                  <a:lnTo>
                    <a:pt x="352457" y="68852"/>
                  </a:lnTo>
                  <a:lnTo>
                    <a:pt x="357375" y="67213"/>
                  </a:lnTo>
                  <a:lnTo>
                    <a:pt x="360654" y="67213"/>
                  </a:lnTo>
                  <a:lnTo>
                    <a:pt x="365572" y="67213"/>
                  </a:lnTo>
                  <a:lnTo>
                    <a:pt x="368851" y="67213"/>
                  </a:lnTo>
                  <a:lnTo>
                    <a:pt x="373769" y="65573"/>
                  </a:lnTo>
                  <a:lnTo>
                    <a:pt x="377047" y="65573"/>
                  </a:lnTo>
                  <a:lnTo>
                    <a:pt x="380326" y="65573"/>
                  </a:lnTo>
                  <a:lnTo>
                    <a:pt x="385244" y="63934"/>
                  </a:lnTo>
                  <a:lnTo>
                    <a:pt x="388523" y="63934"/>
                  </a:lnTo>
                  <a:lnTo>
                    <a:pt x="393441" y="63934"/>
                  </a:lnTo>
                  <a:lnTo>
                    <a:pt x="398359" y="63934"/>
                  </a:lnTo>
                  <a:lnTo>
                    <a:pt x="401638" y="62295"/>
                  </a:lnTo>
                  <a:lnTo>
                    <a:pt x="406556" y="62295"/>
                  </a:lnTo>
                  <a:lnTo>
                    <a:pt x="409834" y="60655"/>
                  </a:lnTo>
                  <a:lnTo>
                    <a:pt x="414752" y="60655"/>
                  </a:lnTo>
                  <a:lnTo>
                    <a:pt x="418031" y="59016"/>
                  </a:lnTo>
                  <a:lnTo>
                    <a:pt x="421310" y="55737"/>
                  </a:lnTo>
                  <a:lnTo>
                    <a:pt x="426228" y="55737"/>
                  </a:lnTo>
                  <a:lnTo>
                    <a:pt x="429506" y="54098"/>
                  </a:lnTo>
                  <a:lnTo>
                    <a:pt x="429506" y="54098"/>
                  </a:lnTo>
                  <a:lnTo>
                    <a:pt x="424588" y="52459"/>
                  </a:lnTo>
                  <a:lnTo>
                    <a:pt x="429506" y="52459"/>
                  </a:lnTo>
                  <a:lnTo>
                    <a:pt x="432785" y="54098"/>
                  </a:lnTo>
                  <a:lnTo>
                    <a:pt x="436063" y="54098"/>
                  </a:lnTo>
                  <a:lnTo>
                    <a:pt x="440981" y="52459"/>
                  </a:lnTo>
                  <a:lnTo>
                    <a:pt x="445900" y="50819"/>
                  </a:lnTo>
                  <a:lnTo>
                    <a:pt x="449178" y="50819"/>
                  </a:lnTo>
                  <a:lnTo>
                    <a:pt x="452457" y="49180"/>
                  </a:lnTo>
                  <a:lnTo>
                    <a:pt x="457375" y="49180"/>
                  </a:lnTo>
                  <a:lnTo>
                    <a:pt x="460653" y="47541"/>
                  </a:lnTo>
                  <a:lnTo>
                    <a:pt x="465572" y="47541"/>
                  </a:lnTo>
                  <a:lnTo>
                    <a:pt x="459014" y="47541"/>
                  </a:lnTo>
                  <a:lnTo>
                    <a:pt x="462293" y="47541"/>
                  </a:lnTo>
                  <a:lnTo>
                    <a:pt x="467211" y="47541"/>
                  </a:lnTo>
                  <a:lnTo>
                    <a:pt x="472129" y="45901"/>
                  </a:lnTo>
                  <a:lnTo>
                    <a:pt x="475408" y="45901"/>
                  </a:lnTo>
                  <a:lnTo>
                    <a:pt x="480326" y="45901"/>
                  </a:lnTo>
                  <a:lnTo>
                    <a:pt x="483604" y="44262"/>
                  </a:lnTo>
                  <a:lnTo>
                    <a:pt x="488522" y="45901"/>
                  </a:lnTo>
                  <a:lnTo>
                    <a:pt x="485244" y="45901"/>
                  </a:lnTo>
                  <a:lnTo>
                    <a:pt x="480326" y="47541"/>
                  </a:lnTo>
                  <a:lnTo>
                    <a:pt x="475408" y="47541"/>
                  </a:lnTo>
                  <a:lnTo>
                    <a:pt x="472129" y="47541"/>
                  </a:lnTo>
                  <a:lnTo>
                    <a:pt x="468850" y="47541"/>
                  </a:lnTo>
                  <a:lnTo>
                    <a:pt x="465572" y="47541"/>
                  </a:lnTo>
                  <a:lnTo>
                    <a:pt x="460653" y="49180"/>
                  </a:lnTo>
                  <a:lnTo>
                    <a:pt x="457375" y="49180"/>
                  </a:lnTo>
                  <a:lnTo>
                    <a:pt x="462293" y="49180"/>
                  </a:lnTo>
                  <a:lnTo>
                    <a:pt x="457375" y="50819"/>
                  </a:lnTo>
                  <a:lnTo>
                    <a:pt x="454096" y="50819"/>
                  </a:lnTo>
                  <a:lnTo>
                    <a:pt x="450818" y="52459"/>
                  </a:lnTo>
                  <a:lnTo>
                    <a:pt x="445900" y="54098"/>
                  </a:lnTo>
                  <a:lnTo>
                    <a:pt x="442621" y="54098"/>
                  </a:lnTo>
                  <a:lnTo>
                    <a:pt x="437703" y="55737"/>
                  </a:lnTo>
                  <a:lnTo>
                    <a:pt x="434424" y="55737"/>
                  </a:lnTo>
                  <a:lnTo>
                    <a:pt x="429506" y="57377"/>
                  </a:lnTo>
                  <a:lnTo>
                    <a:pt x="426228" y="60655"/>
                  </a:lnTo>
                  <a:lnTo>
                    <a:pt x="431146" y="60655"/>
                  </a:lnTo>
                  <a:lnTo>
                    <a:pt x="434424" y="60655"/>
                  </a:lnTo>
                  <a:lnTo>
                    <a:pt x="439342" y="60655"/>
                  </a:lnTo>
                  <a:lnTo>
                    <a:pt x="444260" y="60655"/>
                  </a:lnTo>
                  <a:lnTo>
                    <a:pt x="447539" y="59016"/>
                  </a:lnTo>
                  <a:lnTo>
                    <a:pt x="452457" y="59016"/>
                  </a:lnTo>
                  <a:lnTo>
                    <a:pt x="455736" y="59016"/>
                  </a:lnTo>
                  <a:lnTo>
                    <a:pt x="459014" y="60655"/>
                  </a:lnTo>
                  <a:lnTo>
                    <a:pt x="463932" y="60655"/>
                  </a:lnTo>
                  <a:lnTo>
                    <a:pt x="467211" y="60655"/>
                  </a:lnTo>
                  <a:lnTo>
                    <a:pt x="472129" y="60655"/>
                  </a:lnTo>
                  <a:lnTo>
                    <a:pt x="475408" y="60655"/>
                  </a:lnTo>
                  <a:lnTo>
                    <a:pt x="472129" y="60655"/>
                  </a:lnTo>
                  <a:lnTo>
                    <a:pt x="467211" y="60655"/>
                  </a:lnTo>
                  <a:lnTo>
                    <a:pt x="462293" y="60655"/>
                  </a:lnTo>
                  <a:lnTo>
                    <a:pt x="459014" y="60655"/>
                  </a:lnTo>
                  <a:lnTo>
                    <a:pt x="454096" y="62295"/>
                  </a:lnTo>
                  <a:lnTo>
                    <a:pt x="449178" y="62295"/>
                  </a:lnTo>
                  <a:lnTo>
                    <a:pt x="444260" y="62295"/>
                  </a:lnTo>
                  <a:lnTo>
                    <a:pt x="440981" y="62295"/>
                  </a:lnTo>
                  <a:lnTo>
                    <a:pt x="436063" y="62295"/>
                  </a:lnTo>
                  <a:lnTo>
                    <a:pt x="432785" y="62295"/>
                  </a:lnTo>
                  <a:lnTo>
                    <a:pt x="429506" y="63934"/>
                  </a:lnTo>
                  <a:lnTo>
                    <a:pt x="424588" y="63934"/>
                  </a:lnTo>
                  <a:lnTo>
                    <a:pt x="421310" y="63934"/>
                  </a:lnTo>
                  <a:lnTo>
                    <a:pt x="416391" y="63934"/>
                  </a:lnTo>
                  <a:lnTo>
                    <a:pt x="413113" y="65573"/>
                  </a:lnTo>
                  <a:lnTo>
                    <a:pt x="408195" y="65573"/>
                  </a:lnTo>
                  <a:lnTo>
                    <a:pt x="404916" y="65573"/>
                  </a:lnTo>
                  <a:lnTo>
                    <a:pt x="399998" y="67213"/>
                  </a:lnTo>
                  <a:lnTo>
                    <a:pt x="395080" y="68852"/>
                  </a:lnTo>
                  <a:lnTo>
                    <a:pt x="399998" y="68852"/>
                  </a:lnTo>
                  <a:lnTo>
                    <a:pt x="403277" y="68852"/>
                  </a:lnTo>
                  <a:lnTo>
                    <a:pt x="408195" y="68852"/>
                  </a:lnTo>
                  <a:lnTo>
                    <a:pt x="413113" y="67213"/>
                  </a:lnTo>
                  <a:lnTo>
                    <a:pt x="418031" y="67213"/>
                  </a:lnTo>
                  <a:lnTo>
                    <a:pt x="421310" y="68852"/>
                  </a:lnTo>
                  <a:lnTo>
                    <a:pt x="424588" y="68852"/>
                  </a:lnTo>
                  <a:lnTo>
                    <a:pt x="429506" y="68852"/>
                  </a:lnTo>
                  <a:lnTo>
                    <a:pt x="432785" y="68852"/>
                  </a:lnTo>
                  <a:lnTo>
                    <a:pt x="437703" y="68852"/>
                  </a:lnTo>
                  <a:lnTo>
                    <a:pt x="434424" y="68852"/>
                  </a:lnTo>
                  <a:lnTo>
                    <a:pt x="429506" y="68852"/>
                  </a:lnTo>
                  <a:lnTo>
                    <a:pt x="424588" y="68852"/>
                  </a:lnTo>
                  <a:lnTo>
                    <a:pt x="421310" y="68852"/>
                  </a:lnTo>
                  <a:lnTo>
                    <a:pt x="416391" y="68852"/>
                  </a:lnTo>
                  <a:lnTo>
                    <a:pt x="413113" y="68852"/>
                  </a:lnTo>
                  <a:lnTo>
                    <a:pt x="408195" y="68852"/>
                  </a:lnTo>
                  <a:lnTo>
                    <a:pt x="404916" y="68852"/>
                  </a:lnTo>
                  <a:lnTo>
                    <a:pt x="401638" y="70491"/>
                  </a:lnTo>
                  <a:lnTo>
                    <a:pt x="396719" y="70491"/>
                  </a:lnTo>
                  <a:lnTo>
                    <a:pt x="391801" y="70491"/>
                  </a:lnTo>
                  <a:lnTo>
                    <a:pt x="388523" y="70491"/>
                  </a:lnTo>
                  <a:lnTo>
                    <a:pt x="383605" y="70491"/>
                  </a:lnTo>
                  <a:lnTo>
                    <a:pt x="378687" y="72131"/>
                  </a:lnTo>
                  <a:lnTo>
                    <a:pt x="375408" y="72131"/>
                  </a:lnTo>
                  <a:lnTo>
                    <a:pt x="372129" y="72131"/>
                  </a:lnTo>
                  <a:lnTo>
                    <a:pt x="367211" y="72131"/>
                  </a:lnTo>
                  <a:lnTo>
                    <a:pt x="362293" y="72131"/>
                  </a:lnTo>
                  <a:lnTo>
                    <a:pt x="359015" y="72131"/>
                  </a:lnTo>
                  <a:lnTo>
                    <a:pt x="354097" y="73770"/>
                  </a:lnTo>
                  <a:lnTo>
                    <a:pt x="350818" y="73770"/>
                  </a:lnTo>
                  <a:lnTo>
                    <a:pt x="345900" y="73770"/>
                  </a:lnTo>
                  <a:lnTo>
                    <a:pt x="340982" y="73770"/>
                  </a:lnTo>
                  <a:lnTo>
                    <a:pt x="337703" y="73770"/>
                  </a:lnTo>
                  <a:lnTo>
                    <a:pt x="332785" y="73770"/>
                  </a:lnTo>
                  <a:lnTo>
                    <a:pt x="327867" y="75409"/>
                  </a:lnTo>
                  <a:lnTo>
                    <a:pt x="322949" y="75409"/>
                  </a:lnTo>
                  <a:lnTo>
                    <a:pt x="319671" y="75409"/>
                  </a:lnTo>
                  <a:lnTo>
                    <a:pt x="314753" y="75409"/>
                  </a:lnTo>
                  <a:lnTo>
                    <a:pt x="309835" y="75409"/>
                  </a:lnTo>
                  <a:lnTo>
                    <a:pt x="306556" y="77049"/>
                  </a:lnTo>
                  <a:lnTo>
                    <a:pt x="309835" y="78688"/>
                  </a:lnTo>
                  <a:lnTo>
                    <a:pt x="313113" y="81967"/>
                  </a:lnTo>
                  <a:lnTo>
                    <a:pt x="318031" y="83606"/>
                  </a:lnTo>
                  <a:lnTo>
                    <a:pt x="321310" y="85245"/>
                  </a:lnTo>
                  <a:lnTo>
                    <a:pt x="321310" y="85245"/>
                  </a:lnTo>
                  <a:lnTo>
                    <a:pt x="326228" y="86885"/>
                  </a:lnTo>
                  <a:lnTo>
                    <a:pt x="329507" y="86885"/>
                  </a:lnTo>
                  <a:lnTo>
                    <a:pt x="332785" y="88524"/>
                  </a:lnTo>
                  <a:lnTo>
                    <a:pt x="329507" y="88524"/>
                  </a:lnTo>
                  <a:lnTo>
                    <a:pt x="326228" y="90164"/>
                  </a:lnTo>
                  <a:lnTo>
                    <a:pt x="321310" y="93442"/>
                  </a:lnTo>
                  <a:lnTo>
                    <a:pt x="326228" y="95081"/>
                  </a:lnTo>
                  <a:lnTo>
                    <a:pt x="329507" y="95081"/>
                  </a:lnTo>
                  <a:lnTo>
                    <a:pt x="334425" y="95081"/>
                  </a:lnTo>
                  <a:lnTo>
                    <a:pt x="337703" y="96721"/>
                  </a:lnTo>
                  <a:lnTo>
                    <a:pt x="342621" y="96721"/>
                  </a:lnTo>
                  <a:lnTo>
                    <a:pt x="345900" y="96721"/>
                  </a:lnTo>
                  <a:lnTo>
                    <a:pt x="350818" y="95081"/>
                  </a:lnTo>
                  <a:lnTo>
                    <a:pt x="354097" y="95081"/>
                  </a:lnTo>
                  <a:lnTo>
                    <a:pt x="359015" y="95081"/>
                  </a:lnTo>
                  <a:lnTo>
                    <a:pt x="360654" y="95081"/>
                  </a:lnTo>
                  <a:lnTo>
                    <a:pt x="363933" y="95081"/>
                  </a:lnTo>
                  <a:lnTo>
                    <a:pt x="360654" y="96721"/>
                  </a:lnTo>
                  <a:lnTo>
                    <a:pt x="357375" y="96721"/>
                  </a:lnTo>
                  <a:lnTo>
                    <a:pt x="354097" y="96721"/>
                  </a:lnTo>
                  <a:lnTo>
                    <a:pt x="349179" y="96721"/>
                  </a:lnTo>
                  <a:lnTo>
                    <a:pt x="345900" y="96721"/>
                  </a:lnTo>
                  <a:lnTo>
                    <a:pt x="340982" y="98360"/>
                  </a:lnTo>
                  <a:lnTo>
                    <a:pt x="337703" y="98360"/>
                  </a:lnTo>
                  <a:lnTo>
                    <a:pt x="332785" y="98360"/>
                  </a:lnTo>
                  <a:lnTo>
                    <a:pt x="329507" y="98360"/>
                  </a:lnTo>
                  <a:lnTo>
                    <a:pt x="324589" y="96721"/>
                  </a:lnTo>
                  <a:lnTo>
                    <a:pt x="321310" y="96721"/>
                  </a:lnTo>
                  <a:lnTo>
                    <a:pt x="318031" y="98360"/>
                  </a:lnTo>
                  <a:lnTo>
                    <a:pt x="313113" y="96721"/>
                  </a:lnTo>
                  <a:lnTo>
                    <a:pt x="318031" y="95081"/>
                  </a:lnTo>
                  <a:lnTo>
                    <a:pt x="313113" y="93442"/>
                  </a:lnTo>
                  <a:lnTo>
                    <a:pt x="311474" y="88524"/>
                  </a:lnTo>
                  <a:lnTo>
                    <a:pt x="308195" y="86885"/>
                  </a:lnTo>
                  <a:lnTo>
                    <a:pt x="303277" y="85245"/>
                  </a:lnTo>
                  <a:lnTo>
                    <a:pt x="301638" y="85245"/>
                  </a:lnTo>
                  <a:lnTo>
                    <a:pt x="298359" y="83606"/>
                  </a:lnTo>
                  <a:lnTo>
                    <a:pt x="295081" y="81967"/>
                  </a:lnTo>
                  <a:lnTo>
                    <a:pt x="290163" y="78688"/>
                  </a:lnTo>
                  <a:lnTo>
                    <a:pt x="286884" y="78688"/>
                  </a:lnTo>
                  <a:lnTo>
                    <a:pt x="283605" y="77049"/>
                  </a:lnTo>
                  <a:lnTo>
                    <a:pt x="278687" y="77049"/>
                  </a:lnTo>
                  <a:lnTo>
                    <a:pt x="275409" y="77049"/>
                  </a:lnTo>
                  <a:lnTo>
                    <a:pt x="270491" y="77049"/>
                  </a:lnTo>
                  <a:lnTo>
                    <a:pt x="267212" y="77049"/>
                  </a:lnTo>
                  <a:lnTo>
                    <a:pt x="262294" y="77049"/>
                  </a:lnTo>
                  <a:lnTo>
                    <a:pt x="257376" y="78688"/>
                  </a:lnTo>
                  <a:lnTo>
                    <a:pt x="254097" y="77049"/>
                  </a:lnTo>
                  <a:lnTo>
                    <a:pt x="250819" y="77049"/>
                  </a:lnTo>
                  <a:lnTo>
                    <a:pt x="245901" y="77049"/>
                  </a:lnTo>
                  <a:lnTo>
                    <a:pt x="242622" y="75409"/>
                  </a:lnTo>
                  <a:lnTo>
                    <a:pt x="237704" y="75409"/>
                  </a:lnTo>
                  <a:lnTo>
                    <a:pt x="234425" y="75409"/>
                  </a:lnTo>
                  <a:lnTo>
                    <a:pt x="231146" y="75409"/>
                  </a:lnTo>
                  <a:lnTo>
                    <a:pt x="226229" y="77049"/>
                  </a:lnTo>
                  <a:lnTo>
                    <a:pt x="222950" y="78688"/>
                  </a:lnTo>
                  <a:lnTo>
                    <a:pt x="219671" y="80327"/>
                  </a:lnTo>
                  <a:lnTo>
                    <a:pt x="214753" y="81967"/>
                  </a:lnTo>
                  <a:lnTo>
                    <a:pt x="216392" y="85245"/>
                  </a:lnTo>
                  <a:lnTo>
                    <a:pt x="218032" y="85245"/>
                  </a:lnTo>
                  <a:lnTo>
                    <a:pt x="222950" y="85245"/>
                  </a:lnTo>
                  <a:lnTo>
                    <a:pt x="226229" y="85245"/>
                  </a:lnTo>
                  <a:lnTo>
                    <a:pt x="229507" y="86885"/>
                  </a:lnTo>
                  <a:lnTo>
                    <a:pt x="234425" y="86885"/>
                  </a:lnTo>
                  <a:lnTo>
                    <a:pt x="237704" y="88524"/>
                  </a:lnTo>
                  <a:lnTo>
                    <a:pt x="234425" y="86885"/>
                  </a:lnTo>
                  <a:lnTo>
                    <a:pt x="229507" y="86885"/>
                  </a:lnTo>
                  <a:lnTo>
                    <a:pt x="226229" y="86885"/>
                  </a:lnTo>
                  <a:lnTo>
                    <a:pt x="221310" y="86885"/>
                  </a:lnTo>
                  <a:lnTo>
                    <a:pt x="218032" y="86885"/>
                  </a:lnTo>
                  <a:lnTo>
                    <a:pt x="213114" y="86885"/>
                  </a:lnTo>
                  <a:lnTo>
                    <a:pt x="209835" y="90164"/>
                  </a:lnTo>
                  <a:lnTo>
                    <a:pt x="208196" y="93442"/>
                  </a:lnTo>
                  <a:lnTo>
                    <a:pt x="211474" y="93442"/>
                  </a:lnTo>
                  <a:lnTo>
                    <a:pt x="216392" y="95081"/>
                  </a:lnTo>
                  <a:lnTo>
                    <a:pt x="219671" y="95081"/>
                  </a:lnTo>
                  <a:lnTo>
                    <a:pt x="224589" y="95081"/>
                  </a:lnTo>
                  <a:lnTo>
                    <a:pt x="227868" y="95081"/>
                  </a:lnTo>
                  <a:lnTo>
                    <a:pt x="232786" y="98360"/>
                  </a:lnTo>
                  <a:lnTo>
                    <a:pt x="234425" y="101639"/>
                  </a:lnTo>
                  <a:lnTo>
                    <a:pt x="237704" y="103278"/>
                  </a:lnTo>
                  <a:lnTo>
                    <a:pt x="236064" y="106557"/>
                  </a:lnTo>
                  <a:lnTo>
                    <a:pt x="234425" y="111475"/>
                  </a:lnTo>
                  <a:lnTo>
                    <a:pt x="237704" y="111475"/>
                  </a:lnTo>
                  <a:lnTo>
                    <a:pt x="242622" y="113114"/>
                  </a:lnTo>
                  <a:lnTo>
                    <a:pt x="245901" y="114754"/>
                  </a:lnTo>
                  <a:lnTo>
                    <a:pt x="249179" y="116393"/>
                  </a:lnTo>
                  <a:lnTo>
                    <a:pt x="245901" y="116393"/>
                  </a:lnTo>
                  <a:lnTo>
                    <a:pt x="240982" y="116393"/>
                  </a:lnTo>
                  <a:lnTo>
                    <a:pt x="239343" y="114754"/>
                  </a:lnTo>
                  <a:lnTo>
                    <a:pt x="237704" y="113114"/>
                  </a:lnTo>
                  <a:lnTo>
                    <a:pt x="234425" y="113114"/>
                  </a:lnTo>
                  <a:lnTo>
                    <a:pt x="229507" y="113114"/>
                  </a:lnTo>
                  <a:lnTo>
                    <a:pt x="226229" y="113114"/>
                  </a:lnTo>
                  <a:lnTo>
                    <a:pt x="222950" y="113114"/>
                  </a:lnTo>
                  <a:lnTo>
                    <a:pt x="218032" y="116393"/>
                  </a:lnTo>
                  <a:lnTo>
                    <a:pt x="222950" y="116393"/>
                  </a:lnTo>
                  <a:lnTo>
                    <a:pt x="226229" y="118032"/>
                  </a:lnTo>
                  <a:lnTo>
                    <a:pt x="229507" y="118032"/>
                  </a:lnTo>
                  <a:lnTo>
                    <a:pt x="234425" y="118032"/>
                  </a:lnTo>
                  <a:lnTo>
                    <a:pt x="237704" y="118032"/>
                  </a:lnTo>
                  <a:lnTo>
                    <a:pt x="240982" y="119672"/>
                  </a:lnTo>
                  <a:lnTo>
                    <a:pt x="245901" y="119672"/>
                  </a:lnTo>
                  <a:lnTo>
                    <a:pt x="250819" y="118032"/>
                  </a:lnTo>
                  <a:lnTo>
                    <a:pt x="254097" y="118032"/>
                  </a:lnTo>
                  <a:lnTo>
                    <a:pt x="259015" y="119672"/>
                  </a:lnTo>
                  <a:lnTo>
                    <a:pt x="262294" y="119672"/>
                  </a:lnTo>
                  <a:lnTo>
                    <a:pt x="267212" y="121311"/>
                  </a:lnTo>
                  <a:lnTo>
                    <a:pt x="270491" y="119672"/>
                  </a:lnTo>
                  <a:lnTo>
                    <a:pt x="275409" y="119672"/>
                  </a:lnTo>
                  <a:lnTo>
                    <a:pt x="278687" y="119672"/>
                  </a:lnTo>
                  <a:lnTo>
                    <a:pt x="283605" y="118032"/>
                  </a:lnTo>
                  <a:lnTo>
                    <a:pt x="286884" y="116393"/>
                  </a:lnTo>
                  <a:lnTo>
                    <a:pt x="291802" y="116393"/>
                  </a:lnTo>
                  <a:lnTo>
                    <a:pt x="296720" y="116393"/>
                  </a:lnTo>
                  <a:lnTo>
                    <a:pt x="291802" y="118032"/>
                  </a:lnTo>
                  <a:lnTo>
                    <a:pt x="288523" y="121311"/>
                  </a:lnTo>
                  <a:lnTo>
                    <a:pt x="283605" y="121311"/>
                  </a:lnTo>
                  <a:lnTo>
                    <a:pt x="280326" y="121311"/>
                  </a:lnTo>
                  <a:lnTo>
                    <a:pt x="275409" y="121311"/>
                  </a:lnTo>
                  <a:lnTo>
                    <a:pt x="270491" y="121311"/>
                  </a:lnTo>
                  <a:lnTo>
                    <a:pt x="267212" y="121311"/>
                  </a:lnTo>
                  <a:lnTo>
                    <a:pt x="263933" y="121311"/>
                  </a:lnTo>
                  <a:lnTo>
                    <a:pt x="259015" y="121311"/>
                  </a:lnTo>
                  <a:lnTo>
                    <a:pt x="255736" y="121311"/>
                  </a:lnTo>
                  <a:lnTo>
                    <a:pt x="250819" y="121311"/>
                  </a:lnTo>
                  <a:lnTo>
                    <a:pt x="245901" y="122950"/>
                  </a:lnTo>
                  <a:lnTo>
                    <a:pt x="250819" y="124590"/>
                  </a:lnTo>
                  <a:lnTo>
                    <a:pt x="254097" y="124590"/>
                  </a:lnTo>
                  <a:lnTo>
                    <a:pt x="257376" y="126229"/>
                  </a:lnTo>
                  <a:lnTo>
                    <a:pt x="262294" y="124590"/>
                  </a:lnTo>
                  <a:lnTo>
                    <a:pt x="265573" y="126229"/>
                  </a:lnTo>
                  <a:lnTo>
                    <a:pt x="262294" y="124590"/>
                  </a:lnTo>
                  <a:lnTo>
                    <a:pt x="257376" y="127868"/>
                  </a:lnTo>
                  <a:lnTo>
                    <a:pt x="262294" y="129508"/>
                  </a:lnTo>
                  <a:lnTo>
                    <a:pt x="257376" y="131147"/>
                  </a:lnTo>
                  <a:lnTo>
                    <a:pt x="254097" y="127868"/>
                  </a:lnTo>
                  <a:lnTo>
                    <a:pt x="249179" y="126229"/>
                  </a:lnTo>
                  <a:lnTo>
                    <a:pt x="245901" y="126229"/>
                  </a:lnTo>
                  <a:lnTo>
                    <a:pt x="242622" y="124590"/>
                  </a:lnTo>
                  <a:lnTo>
                    <a:pt x="237704" y="124590"/>
                  </a:lnTo>
                  <a:lnTo>
                    <a:pt x="234425" y="121311"/>
                  </a:lnTo>
                  <a:lnTo>
                    <a:pt x="231146" y="121311"/>
                  </a:lnTo>
                  <a:lnTo>
                    <a:pt x="226229" y="121311"/>
                  </a:lnTo>
                  <a:lnTo>
                    <a:pt x="222950" y="121311"/>
                  </a:lnTo>
                  <a:lnTo>
                    <a:pt x="218032" y="121311"/>
                  </a:lnTo>
                  <a:lnTo>
                    <a:pt x="214753" y="121311"/>
                  </a:lnTo>
                  <a:lnTo>
                    <a:pt x="209835" y="121311"/>
                  </a:lnTo>
                  <a:lnTo>
                    <a:pt x="206556" y="119672"/>
                  </a:lnTo>
                  <a:lnTo>
                    <a:pt x="201638" y="119672"/>
                  </a:lnTo>
                  <a:lnTo>
                    <a:pt x="198360" y="119672"/>
                  </a:lnTo>
                  <a:lnTo>
                    <a:pt x="193442" y="121311"/>
                  </a:lnTo>
                  <a:lnTo>
                    <a:pt x="190163" y="121311"/>
                  </a:lnTo>
                  <a:lnTo>
                    <a:pt x="185245" y="121311"/>
                  </a:lnTo>
                  <a:lnTo>
                    <a:pt x="181966" y="121311"/>
                  </a:lnTo>
                  <a:lnTo>
                    <a:pt x="178688" y="122950"/>
                  </a:lnTo>
                  <a:lnTo>
                    <a:pt x="173770" y="122950"/>
                  </a:lnTo>
                  <a:lnTo>
                    <a:pt x="168852" y="122950"/>
                  </a:lnTo>
                  <a:lnTo>
                    <a:pt x="165573" y="122950"/>
                  </a:lnTo>
                  <a:lnTo>
                    <a:pt x="162294" y="122950"/>
                  </a:lnTo>
                  <a:lnTo>
                    <a:pt x="157376" y="124590"/>
                  </a:lnTo>
                  <a:lnTo>
                    <a:pt x="154098" y="124590"/>
                  </a:lnTo>
                  <a:lnTo>
                    <a:pt x="150819" y="126229"/>
                  </a:lnTo>
                  <a:lnTo>
                    <a:pt x="145901" y="127868"/>
                  </a:lnTo>
                  <a:lnTo>
                    <a:pt x="142622" y="131147"/>
                  </a:lnTo>
                  <a:lnTo>
                    <a:pt x="147540" y="131147"/>
                  </a:lnTo>
                  <a:lnTo>
                    <a:pt x="142622" y="131147"/>
                  </a:lnTo>
                  <a:lnTo>
                    <a:pt x="137704" y="131147"/>
                  </a:lnTo>
                  <a:lnTo>
                    <a:pt x="134426" y="132786"/>
                  </a:lnTo>
                  <a:lnTo>
                    <a:pt x="129508" y="134426"/>
                  </a:lnTo>
                  <a:lnTo>
                    <a:pt x="126229" y="134426"/>
                  </a:lnTo>
                  <a:lnTo>
                    <a:pt x="122950" y="137704"/>
                  </a:lnTo>
                  <a:lnTo>
                    <a:pt x="121311" y="142622"/>
                  </a:lnTo>
                  <a:lnTo>
                    <a:pt x="126229" y="142622"/>
                  </a:lnTo>
                  <a:lnTo>
                    <a:pt x="122950" y="142622"/>
                  </a:lnTo>
                  <a:lnTo>
                    <a:pt x="118032" y="142622"/>
                  </a:lnTo>
                  <a:lnTo>
                    <a:pt x="114754" y="144262"/>
                  </a:lnTo>
                  <a:lnTo>
                    <a:pt x="118032" y="145901"/>
                  </a:lnTo>
                  <a:lnTo>
                    <a:pt x="121311" y="145901"/>
                  </a:lnTo>
                  <a:lnTo>
                    <a:pt x="126229" y="145901"/>
                  </a:lnTo>
                  <a:lnTo>
                    <a:pt x="129508" y="145901"/>
                  </a:lnTo>
                  <a:lnTo>
                    <a:pt x="134426" y="144262"/>
                  </a:lnTo>
                  <a:lnTo>
                    <a:pt x="137704" y="144262"/>
                  </a:lnTo>
                  <a:lnTo>
                    <a:pt x="140983" y="142622"/>
                  </a:lnTo>
                  <a:lnTo>
                    <a:pt x="144262" y="142622"/>
                  </a:lnTo>
                  <a:lnTo>
                    <a:pt x="149180" y="142622"/>
                  </a:lnTo>
                  <a:lnTo>
                    <a:pt x="152458" y="140983"/>
                  </a:lnTo>
                  <a:lnTo>
                    <a:pt x="157376" y="139344"/>
                  </a:lnTo>
                  <a:lnTo>
                    <a:pt x="160655" y="137704"/>
                  </a:lnTo>
                  <a:lnTo>
                    <a:pt x="165573" y="136065"/>
                  </a:lnTo>
                  <a:lnTo>
                    <a:pt x="160655" y="139344"/>
                  </a:lnTo>
                  <a:lnTo>
                    <a:pt x="157376" y="140983"/>
                  </a:lnTo>
                  <a:lnTo>
                    <a:pt x="154098" y="142622"/>
                  </a:lnTo>
                  <a:lnTo>
                    <a:pt x="149180" y="144262"/>
                  </a:lnTo>
                  <a:lnTo>
                    <a:pt x="145901" y="147540"/>
                  </a:lnTo>
                  <a:lnTo>
                    <a:pt x="149180" y="145901"/>
                  </a:lnTo>
                  <a:lnTo>
                    <a:pt x="154098" y="145901"/>
                  </a:lnTo>
                  <a:lnTo>
                    <a:pt x="159016" y="145901"/>
                  </a:lnTo>
                  <a:lnTo>
                    <a:pt x="162294" y="145901"/>
                  </a:lnTo>
                  <a:lnTo>
                    <a:pt x="167212" y="144262"/>
                  </a:lnTo>
                  <a:lnTo>
                    <a:pt x="170491" y="142622"/>
                  </a:lnTo>
                  <a:lnTo>
                    <a:pt x="173770" y="142622"/>
                  </a:lnTo>
                  <a:lnTo>
                    <a:pt x="178688" y="140983"/>
                  </a:lnTo>
                  <a:lnTo>
                    <a:pt x="181966" y="139344"/>
                  </a:lnTo>
                  <a:lnTo>
                    <a:pt x="185245" y="137704"/>
                  </a:lnTo>
                  <a:lnTo>
                    <a:pt x="190163" y="134426"/>
                  </a:lnTo>
                  <a:lnTo>
                    <a:pt x="193442" y="132786"/>
                  </a:lnTo>
                  <a:lnTo>
                    <a:pt x="198360" y="131147"/>
                  </a:lnTo>
                  <a:lnTo>
                    <a:pt x="201638" y="131147"/>
                  </a:lnTo>
                  <a:lnTo>
                    <a:pt x="198360" y="132786"/>
                  </a:lnTo>
                  <a:lnTo>
                    <a:pt x="193442" y="134426"/>
                  </a:lnTo>
                  <a:lnTo>
                    <a:pt x="191802" y="137704"/>
                  </a:lnTo>
                  <a:lnTo>
                    <a:pt x="195081" y="137704"/>
                  </a:lnTo>
                  <a:lnTo>
                    <a:pt x="190163" y="139344"/>
                  </a:lnTo>
                  <a:lnTo>
                    <a:pt x="186884" y="139344"/>
                  </a:lnTo>
                  <a:lnTo>
                    <a:pt x="183606" y="142622"/>
                  </a:lnTo>
                  <a:lnTo>
                    <a:pt x="186884" y="142622"/>
                  </a:lnTo>
                  <a:lnTo>
                    <a:pt x="190163" y="142622"/>
                  </a:lnTo>
                  <a:lnTo>
                    <a:pt x="195081" y="142622"/>
                  </a:lnTo>
                  <a:lnTo>
                    <a:pt x="198360" y="142622"/>
                  </a:lnTo>
                  <a:lnTo>
                    <a:pt x="201638" y="142622"/>
                  </a:lnTo>
                  <a:lnTo>
                    <a:pt x="198360" y="144262"/>
                  </a:lnTo>
                  <a:lnTo>
                    <a:pt x="195081" y="142622"/>
                  </a:lnTo>
                  <a:lnTo>
                    <a:pt x="190163" y="142622"/>
                  </a:lnTo>
                  <a:lnTo>
                    <a:pt x="186884" y="142622"/>
                  </a:lnTo>
                  <a:lnTo>
                    <a:pt x="183606" y="142622"/>
                  </a:lnTo>
                  <a:lnTo>
                    <a:pt x="178688" y="142622"/>
                  </a:lnTo>
                  <a:lnTo>
                    <a:pt x="175409" y="145901"/>
                  </a:lnTo>
                  <a:lnTo>
                    <a:pt x="178688" y="147540"/>
                  </a:lnTo>
                  <a:lnTo>
                    <a:pt x="183606" y="145901"/>
                  </a:lnTo>
                  <a:lnTo>
                    <a:pt x="186884" y="145901"/>
                  </a:lnTo>
                  <a:lnTo>
                    <a:pt x="191802" y="145901"/>
                  </a:lnTo>
                  <a:lnTo>
                    <a:pt x="186884" y="145901"/>
                  </a:lnTo>
                  <a:lnTo>
                    <a:pt x="183606" y="147540"/>
                  </a:lnTo>
                  <a:lnTo>
                    <a:pt x="178688" y="147540"/>
                  </a:lnTo>
                  <a:lnTo>
                    <a:pt x="175409" y="147540"/>
                  </a:lnTo>
                  <a:lnTo>
                    <a:pt x="172130" y="147540"/>
                  </a:lnTo>
                  <a:lnTo>
                    <a:pt x="167212" y="147540"/>
                  </a:lnTo>
                  <a:lnTo>
                    <a:pt x="163934" y="149180"/>
                  </a:lnTo>
                  <a:lnTo>
                    <a:pt x="160655" y="149180"/>
                  </a:lnTo>
                  <a:lnTo>
                    <a:pt x="155737" y="149180"/>
                  </a:lnTo>
                  <a:lnTo>
                    <a:pt x="152458" y="150819"/>
                  </a:lnTo>
                  <a:lnTo>
                    <a:pt x="155737" y="152458"/>
                  </a:lnTo>
                  <a:lnTo>
                    <a:pt x="160655" y="152458"/>
                  </a:lnTo>
                  <a:lnTo>
                    <a:pt x="163934" y="152458"/>
                  </a:lnTo>
                  <a:lnTo>
                    <a:pt x="168852" y="152458"/>
                  </a:lnTo>
                  <a:lnTo>
                    <a:pt x="172130" y="152458"/>
                  </a:lnTo>
                  <a:lnTo>
                    <a:pt x="177048" y="150819"/>
                  </a:lnTo>
                  <a:lnTo>
                    <a:pt x="180327" y="152458"/>
                  </a:lnTo>
                  <a:lnTo>
                    <a:pt x="183606" y="152458"/>
                  </a:lnTo>
                  <a:lnTo>
                    <a:pt x="180327" y="152458"/>
                  </a:lnTo>
                  <a:lnTo>
                    <a:pt x="175409" y="152458"/>
                  </a:lnTo>
                  <a:lnTo>
                    <a:pt x="172130" y="152458"/>
                  </a:lnTo>
                  <a:lnTo>
                    <a:pt x="167212" y="152458"/>
                  </a:lnTo>
                  <a:lnTo>
                    <a:pt x="163934" y="152458"/>
                  </a:lnTo>
                  <a:lnTo>
                    <a:pt x="160655" y="152458"/>
                  </a:lnTo>
                  <a:lnTo>
                    <a:pt x="155737" y="155737"/>
                  </a:lnTo>
                  <a:lnTo>
                    <a:pt x="160655" y="154098"/>
                  </a:lnTo>
                  <a:lnTo>
                    <a:pt x="163934" y="155737"/>
                  </a:lnTo>
                  <a:lnTo>
                    <a:pt x="160655" y="155737"/>
                  </a:lnTo>
                  <a:lnTo>
                    <a:pt x="155737" y="157376"/>
                  </a:lnTo>
                  <a:lnTo>
                    <a:pt x="152458" y="160655"/>
                  </a:lnTo>
                  <a:lnTo>
                    <a:pt x="155737" y="160655"/>
                  </a:lnTo>
                  <a:lnTo>
                    <a:pt x="160655" y="160655"/>
                  </a:lnTo>
                  <a:lnTo>
                    <a:pt x="163934" y="160655"/>
                  </a:lnTo>
                  <a:lnTo>
                    <a:pt x="167212" y="160655"/>
                  </a:lnTo>
                  <a:lnTo>
                    <a:pt x="172130" y="159016"/>
                  </a:lnTo>
                  <a:lnTo>
                    <a:pt x="167212" y="160655"/>
                  </a:lnTo>
                  <a:lnTo>
                    <a:pt x="163934" y="162294"/>
                  </a:lnTo>
                  <a:lnTo>
                    <a:pt x="160655" y="163934"/>
                  </a:lnTo>
                  <a:lnTo>
                    <a:pt x="163934" y="163934"/>
                  </a:lnTo>
                  <a:lnTo>
                    <a:pt x="167212" y="163934"/>
                  </a:lnTo>
                  <a:lnTo>
                    <a:pt x="172130" y="163934"/>
                  </a:lnTo>
                  <a:lnTo>
                    <a:pt x="175409" y="165573"/>
                  </a:lnTo>
                  <a:lnTo>
                    <a:pt x="180327" y="165573"/>
                  </a:lnTo>
                  <a:lnTo>
                    <a:pt x="183606" y="163934"/>
                  </a:lnTo>
                  <a:lnTo>
                    <a:pt x="188524" y="163934"/>
                  </a:lnTo>
                  <a:lnTo>
                    <a:pt x="191802" y="162294"/>
                  </a:lnTo>
                  <a:lnTo>
                    <a:pt x="195081" y="162294"/>
                  </a:lnTo>
                  <a:lnTo>
                    <a:pt x="199999" y="160655"/>
                  </a:lnTo>
                  <a:lnTo>
                    <a:pt x="203278" y="159016"/>
                  </a:lnTo>
                  <a:lnTo>
                    <a:pt x="208196" y="157376"/>
                  </a:lnTo>
                  <a:lnTo>
                    <a:pt x="211474" y="155737"/>
                  </a:lnTo>
                  <a:lnTo>
                    <a:pt x="216392" y="154098"/>
                  </a:lnTo>
                  <a:lnTo>
                    <a:pt x="219671" y="152458"/>
                  </a:lnTo>
                  <a:lnTo>
                    <a:pt x="222950" y="152458"/>
                  </a:lnTo>
                  <a:lnTo>
                    <a:pt x="227868" y="147540"/>
                  </a:lnTo>
                  <a:lnTo>
                    <a:pt x="231146" y="147540"/>
                  </a:lnTo>
                  <a:lnTo>
                    <a:pt x="236064" y="145901"/>
                  </a:lnTo>
                  <a:lnTo>
                    <a:pt x="239343" y="147540"/>
                  </a:lnTo>
                  <a:lnTo>
                    <a:pt x="236064" y="147540"/>
                  </a:lnTo>
                  <a:lnTo>
                    <a:pt x="232786" y="147540"/>
                  </a:lnTo>
                  <a:lnTo>
                    <a:pt x="227868" y="152458"/>
                  </a:lnTo>
                  <a:lnTo>
                    <a:pt x="224589" y="154098"/>
                  </a:lnTo>
                  <a:lnTo>
                    <a:pt x="219671" y="155737"/>
                  </a:lnTo>
                  <a:lnTo>
                    <a:pt x="216392" y="157376"/>
                  </a:lnTo>
                  <a:lnTo>
                    <a:pt x="211474" y="157376"/>
                  </a:lnTo>
                  <a:lnTo>
                    <a:pt x="208196" y="160655"/>
                  </a:lnTo>
                  <a:lnTo>
                    <a:pt x="203278" y="160655"/>
                  </a:lnTo>
                  <a:lnTo>
                    <a:pt x="199999" y="162294"/>
                  </a:lnTo>
                  <a:lnTo>
                    <a:pt x="196720" y="163934"/>
                  </a:lnTo>
                  <a:lnTo>
                    <a:pt x="191802" y="165573"/>
                  </a:lnTo>
                  <a:lnTo>
                    <a:pt x="188524" y="165573"/>
                  </a:lnTo>
                  <a:lnTo>
                    <a:pt x="185245" y="165573"/>
                  </a:lnTo>
                  <a:lnTo>
                    <a:pt x="180327" y="167212"/>
                  </a:lnTo>
                  <a:lnTo>
                    <a:pt x="185245" y="170491"/>
                  </a:lnTo>
                  <a:lnTo>
                    <a:pt x="180327" y="170491"/>
                  </a:lnTo>
                  <a:lnTo>
                    <a:pt x="177048" y="168852"/>
                  </a:lnTo>
                  <a:lnTo>
                    <a:pt x="173770" y="168852"/>
                  </a:lnTo>
                  <a:lnTo>
                    <a:pt x="168852" y="168852"/>
                  </a:lnTo>
                  <a:lnTo>
                    <a:pt x="165573" y="168852"/>
                  </a:lnTo>
                  <a:lnTo>
                    <a:pt x="160655" y="168852"/>
                  </a:lnTo>
                  <a:lnTo>
                    <a:pt x="157376" y="172130"/>
                  </a:lnTo>
                  <a:lnTo>
                    <a:pt x="154098" y="172130"/>
                  </a:lnTo>
                  <a:lnTo>
                    <a:pt x="149180" y="168852"/>
                  </a:lnTo>
                  <a:lnTo>
                    <a:pt x="145901" y="168852"/>
                  </a:lnTo>
                  <a:lnTo>
                    <a:pt x="140983" y="168852"/>
                  </a:lnTo>
                  <a:lnTo>
                    <a:pt x="137704" y="167212"/>
                  </a:lnTo>
                  <a:lnTo>
                    <a:pt x="132786" y="167212"/>
                  </a:lnTo>
                  <a:lnTo>
                    <a:pt x="129508" y="167212"/>
                  </a:lnTo>
                  <a:lnTo>
                    <a:pt x="132786" y="163934"/>
                  </a:lnTo>
                  <a:lnTo>
                    <a:pt x="134426" y="160655"/>
                  </a:lnTo>
                  <a:lnTo>
                    <a:pt x="134426" y="155737"/>
                  </a:lnTo>
                  <a:lnTo>
                    <a:pt x="129508" y="154098"/>
                  </a:lnTo>
                  <a:lnTo>
                    <a:pt x="126229" y="154098"/>
                  </a:lnTo>
                  <a:lnTo>
                    <a:pt x="122950" y="152458"/>
                  </a:lnTo>
                  <a:lnTo>
                    <a:pt x="118032" y="152458"/>
                  </a:lnTo>
                  <a:lnTo>
                    <a:pt x="114754" y="152458"/>
                  </a:lnTo>
                  <a:lnTo>
                    <a:pt x="109836" y="152458"/>
                  </a:lnTo>
                  <a:lnTo>
                    <a:pt x="106557" y="152458"/>
                  </a:lnTo>
                  <a:lnTo>
                    <a:pt x="101639" y="152458"/>
                  </a:lnTo>
                  <a:lnTo>
                    <a:pt x="98360" y="154098"/>
                  </a:lnTo>
                  <a:lnTo>
                    <a:pt x="95082" y="154098"/>
                  </a:lnTo>
                  <a:lnTo>
                    <a:pt x="90164" y="154098"/>
                  </a:lnTo>
                  <a:lnTo>
                    <a:pt x="86885" y="155737"/>
                  </a:lnTo>
                  <a:lnTo>
                    <a:pt x="81967" y="157376"/>
                  </a:lnTo>
                  <a:lnTo>
                    <a:pt x="78688" y="160655"/>
                  </a:lnTo>
                  <a:lnTo>
                    <a:pt x="81967" y="162294"/>
                  </a:lnTo>
                  <a:lnTo>
                    <a:pt x="83606" y="165573"/>
                  </a:lnTo>
                  <a:lnTo>
                    <a:pt x="80327" y="170491"/>
                  </a:lnTo>
                  <a:lnTo>
                    <a:pt x="83606" y="170491"/>
                  </a:lnTo>
                  <a:lnTo>
                    <a:pt x="88524" y="170491"/>
                  </a:lnTo>
                  <a:lnTo>
                    <a:pt x="91803" y="170491"/>
                  </a:lnTo>
                  <a:lnTo>
                    <a:pt x="96721" y="168852"/>
                  </a:lnTo>
                  <a:lnTo>
                    <a:pt x="99999" y="170491"/>
                  </a:lnTo>
                  <a:lnTo>
                    <a:pt x="96721" y="170491"/>
                  </a:lnTo>
                  <a:lnTo>
                    <a:pt x="93442" y="170491"/>
                  </a:lnTo>
                  <a:lnTo>
                    <a:pt x="88524" y="172130"/>
                  </a:lnTo>
                  <a:lnTo>
                    <a:pt x="93442" y="173770"/>
                  </a:lnTo>
                  <a:lnTo>
                    <a:pt x="88524" y="175409"/>
                  </a:lnTo>
                  <a:lnTo>
                    <a:pt x="91803" y="175409"/>
                  </a:lnTo>
                  <a:lnTo>
                    <a:pt x="96721" y="175409"/>
                  </a:lnTo>
                  <a:lnTo>
                    <a:pt x="91803" y="177048"/>
                  </a:lnTo>
                  <a:lnTo>
                    <a:pt x="88524" y="175409"/>
                  </a:lnTo>
                  <a:lnTo>
                    <a:pt x="83606" y="175409"/>
                  </a:lnTo>
                  <a:lnTo>
                    <a:pt x="80327" y="175409"/>
                  </a:lnTo>
                  <a:lnTo>
                    <a:pt x="77049" y="178688"/>
                  </a:lnTo>
                  <a:lnTo>
                    <a:pt x="72131" y="178688"/>
                  </a:lnTo>
                  <a:lnTo>
                    <a:pt x="68852" y="177048"/>
                  </a:lnTo>
                  <a:lnTo>
                    <a:pt x="63934" y="177048"/>
                  </a:lnTo>
                  <a:lnTo>
                    <a:pt x="60655" y="177048"/>
                  </a:lnTo>
                  <a:lnTo>
                    <a:pt x="55737" y="177048"/>
                  </a:lnTo>
                  <a:lnTo>
                    <a:pt x="52459" y="177048"/>
                  </a:lnTo>
                  <a:lnTo>
                    <a:pt x="49180" y="178688"/>
                  </a:lnTo>
                  <a:lnTo>
                    <a:pt x="44262" y="180327"/>
                  </a:lnTo>
                  <a:lnTo>
                    <a:pt x="40983" y="181966"/>
                  </a:lnTo>
                  <a:lnTo>
                    <a:pt x="36065" y="181966"/>
                  </a:lnTo>
                  <a:lnTo>
                    <a:pt x="32787" y="181966"/>
                  </a:lnTo>
                  <a:lnTo>
                    <a:pt x="27869" y="183606"/>
                  </a:lnTo>
                  <a:lnTo>
                    <a:pt x="24590" y="183606"/>
                  </a:lnTo>
                  <a:lnTo>
                    <a:pt x="21311" y="185245"/>
                  </a:lnTo>
                  <a:lnTo>
                    <a:pt x="16393" y="185245"/>
                  </a:lnTo>
                  <a:lnTo>
                    <a:pt x="13115" y="186884"/>
                  </a:lnTo>
                  <a:lnTo>
                    <a:pt x="13115" y="190163"/>
                  </a:lnTo>
                  <a:lnTo>
                    <a:pt x="8197" y="191802"/>
                  </a:lnTo>
                  <a:lnTo>
                    <a:pt x="4918" y="193442"/>
                  </a:lnTo>
                  <a:lnTo>
                    <a:pt x="0" y="196720"/>
                  </a:lnTo>
                  <a:lnTo>
                    <a:pt x="4918" y="196720"/>
                  </a:lnTo>
                  <a:lnTo>
                    <a:pt x="4918" y="199999"/>
                  </a:lnTo>
                  <a:lnTo>
                    <a:pt x="8197" y="199999"/>
                  </a:lnTo>
                  <a:lnTo>
                    <a:pt x="13115" y="201638"/>
                  </a:lnTo>
                  <a:lnTo>
                    <a:pt x="16393" y="199999"/>
                  </a:lnTo>
                  <a:lnTo>
                    <a:pt x="19672" y="196720"/>
                  </a:lnTo>
                  <a:lnTo>
                    <a:pt x="24590" y="19508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7" name="Freeform 3496">
              <a:extLst>
                <a:ext uri="{FF2B5EF4-FFF2-40B4-BE49-F238E27FC236}">
                  <a16:creationId xmlns:a16="http://schemas.microsoft.com/office/drawing/2014/main" id="{CEF7865D-4932-784B-A07B-31A81271A6BE}"/>
                </a:ext>
              </a:extLst>
            </p:cNvPr>
            <p:cNvSpPr/>
            <p:nvPr/>
          </p:nvSpPr>
          <p:spPr>
            <a:xfrm>
              <a:off x="3228800" y="1182123"/>
              <a:ext cx="9835" cy="6557"/>
            </a:xfrm>
            <a:custGeom>
              <a:avLst/>
              <a:gdLst>
                <a:gd name="connsiteX0" fmla="*/ 4918 w 9835"/>
                <a:gd name="connsiteY0" fmla="*/ 0 h 6557"/>
                <a:gd name="connsiteX1" fmla="*/ 3279 w 9835"/>
                <a:gd name="connsiteY1" fmla="*/ 0 h 6557"/>
                <a:gd name="connsiteX2" fmla="*/ 0 w 9835"/>
                <a:gd name="connsiteY2" fmla="*/ 3279 h 6557"/>
                <a:gd name="connsiteX3" fmla="*/ 1639 w 9835"/>
                <a:gd name="connsiteY3" fmla="*/ 6557 h 6557"/>
                <a:gd name="connsiteX4" fmla="*/ 4918 w 9835"/>
                <a:gd name="connsiteY4" fmla="*/ 4918 h 6557"/>
                <a:gd name="connsiteX5" fmla="*/ 9836 w 9835"/>
                <a:gd name="connsiteY5" fmla="*/ 3279 h 6557"/>
                <a:gd name="connsiteX6" fmla="*/ 8197 w 9835"/>
                <a:gd name="connsiteY6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5" h="6557">
                  <a:moveTo>
                    <a:pt x="4918" y="0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1639" y="6557"/>
                  </a:lnTo>
                  <a:lnTo>
                    <a:pt x="4918" y="4918"/>
                  </a:lnTo>
                  <a:lnTo>
                    <a:pt x="9836" y="3279"/>
                  </a:lnTo>
                  <a:lnTo>
                    <a:pt x="819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8" name="Freeform 3497">
              <a:extLst>
                <a:ext uri="{FF2B5EF4-FFF2-40B4-BE49-F238E27FC236}">
                  <a16:creationId xmlns:a16="http://schemas.microsoft.com/office/drawing/2014/main" id="{3BD41855-F216-0245-906E-9B0684F063A4}"/>
                </a:ext>
              </a:extLst>
            </p:cNvPr>
            <p:cNvSpPr/>
            <p:nvPr/>
          </p:nvSpPr>
          <p:spPr>
            <a:xfrm>
              <a:off x="3236996" y="759175"/>
              <a:ext cx="24590" cy="1639"/>
            </a:xfrm>
            <a:custGeom>
              <a:avLst/>
              <a:gdLst>
                <a:gd name="connsiteX0" fmla="*/ 22951 w 24590"/>
                <a:gd name="connsiteY0" fmla="*/ 0 h 1639"/>
                <a:gd name="connsiteX1" fmla="*/ 19672 w 24590"/>
                <a:gd name="connsiteY1" fmla="*/ 0 h 1639"/>
                <a:gd name="connsiteX2" fmla="*/ 16393 w 24590"/>
                <a:gd name="connsiteY2" fmla="*/ 0 h 1639"/>
                <a:gd name="connsiteX3" fmla="*/ 11475 w 24590"/>
                <a:gd name="connsiteY3" fmla="*/ 0 h 1639"/>
                <a:gd name="connsiteX4" fmla="*/ 6557 w 24590"/>
                <a:gd name="connsiteY4" fmla="*/ 0 h 1639"/>
                <a:gd name="connsiteX5" fmla="*/ 3279 w 24590"/>
                <a:gd name="connsiteY5" fmla="*/ 0 h 1639"/>
                <a:gd name="connsiteX6" fmla="*/ 0 w 24590"/>
                <a:gd name="connsiteY6" fmla="*/ 0 h 1639"/>
                <a:gd name="connsiteX7" fmla="*/ 3279 w 24590"/>
                <a:gd name="connsiteY7" fmla="*/ 1639 h 1639"/>
                <a:gd name="connsiteX8" fmla="*/ 6557 w 24590"/>
                <a:gd name="connsiteY8" fmla="*/ 1639 h 1639"/>
                <a:gd name="connsiteX9" fmla="*/ 11475 w 24590"/>
                <a:gd name="connsiteY9" fmla="*/ 1639 h 1639"/>
                <a:gd name="connsiteX10" fmla="*/ 14754 w 24590"/>
                <a:gd name="connsiteY10" fmla="*/ 1639 h 1639"/>
                <a:gd name="connsiteX11" fmla="*/ 19672 w 24590"/>
                <a:gd name="connsiteY11" fmla="*/ 1639 h 1639"/>
                <a:gd name="connsiteX12" fmla="*/ 24590 w 24590"/>
                <a:gd name="connsiteY1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590" h="1639">
                  <a:moveTo>
                    <a:pt x="22951" y="0"/>
                  </a:moveTo>
                  <a:lnTo>
                    <a:pt x="19672" y="0"/>
                  </a:lnTo>
                  <a:lnTo>
                    <a:pt x="16393" y="0"/>
                  </a:lnTo>
                  <a:lnTo>
                    <a:pt x="11475" y="0"/>
                  </a:lnTo>
                  <a:lnTo>
                    <a:pt x="6557" y="0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1639"/>
                  </a:lnTo>
                  <a:lnTo>
                    <a:pt x="6557" y="1639"/>
                  </a:lnTo>
                  <a:lnTo>
                    <a:pt x="11475" y="1639"/>
                  </a:lnTo>
                  <a:lnTo>
                    <a:pt x="14754" y="1639"/>
                  </a:lnTo>
                  <a:lnTo>
                    <a:pt x="19672" y="1639"/>
                  </a:lnTo>
                  <a:lnTo>
                    <a:pt x="2459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9" name="Freeform 3498">
              <a:extLst>
                <a:ext uri="{FF2B5EF4-FFF2-40B4-BE49-F238E27FC236}">
                  <a16:creationId xmlns:a16="http://schemas.microsoft.com/office/drawing/2014/main" id="{D43F0896-BF0E-FE48-B6C4-DC1FE55AA31C}"/>
                </a:ext>
              </a:extLst>
            </p:cNvPr>
            <p:cNvSpPr/>
            <p:nvPr/>
          </p:nvSpPr>
          <p:spPr>
            <a:xfrm>
              <a:off x="3240275" y="1142779"/>
              <a:ext cx="45901" cy="21311"/>
            </a:xfrm>
            <a:custGeom>
              <a:avLst/>
              <a:gdLst>
                <a:gd name="connsiteX0" fmla="*/ 40983 w 45901"/>
                <a:gd name="connsiteY0" fmla="*/ 0 h 21311"/>
                <a:gd name="connsiteX1" fmla="*/ 37705 w 45901"/>
                <a:gd name="connsiteY1" fmla="*/ 0 h 21311"/>
                <a:gd name="connsiteX2" fmla="*/ 34426 w 45901"/>
                <a:gd name="connsiteY2" fmla="*/ 1639 h 21311"/>
                <a:gd name="connsiteX3" fmla="*/ 29508 w 45901"/>
                <a:gd name="connsiteY3" fmla="*/ 4918 h 21311"/>
                <a:gd name="connsiteX4" fmla="*/ 26229 w 45901"/>
                <a:gd name="connsiteY4" fmla="*/ 6557 h 21311"/>
                <a:gd name="connsiteX5" fmla="*/ 21311 w 45901"/>
                <a:gd name="connsiteY5" fmla="*/ 9836 h 21311"/>
                <a:gd name="connsiteX6" fmla="*/ 18033 w 45901"/>
                <a:gd name="connsiteY6" fmla="*/ 11475 h 21311"/>
                <a:gd name="connsiteX7" fmla="*/ 14754 w 45901"/>
                <a:gd name="connsiteY7" fmla="*/ 11475 h 21311"/>
                <a:gd name="connsiteX8" fmla="*/ 11475 w 45901"/>
                <a:gd name="connsiteY8" fmla="*/ 11475 h 21311"/>
                <a:gd name="connsiteX9" fmla="*/ 6557 w 45901"/>
                <a:gd name="connsiteY9" fmla="*/ 14754 h 21311"/>
                <a:gd name="connsiteX10" fmla="*/ 3279 w 45901"/>
                <a:gd name="connsiteY10" fmla="*/ 16393 h 21311"/>
                <a:gd name="connsiteX11" fmla="*/ 0 w 45901"/>
                <a:gd name="connsiteY11" fmla="*/ 21311 h 21311"/>
                <a:gd name="connsiteX12" fmla="*/ 4918 w 45901"/>
                <a:gd name="connsiteY12" fmla="*/ 21311 h 21311"/>
                <a:gd name="connsiteX13" fmla="*/ 8197 w 45901"/>
                <a:gd name="connsiteY13" fmla="*/ 19672 h 21311"/>
                <a:gd name="connsiteX14" fmla="*/ 13115 w 45901"/>
                <a:gd name="connsiteY14" fmla="*/ 19672 h 21311"/>
                <a:gd name="connsiteX15" fmla="*/ 16393 w 45901"/>
                <a:gd name="connsiteY15" fmla="*/ 18033 h 21311"/>
                <a:gd name="connsiteX16" fmla="*/ 21311 w 45901"/>
                <a:gd name="connsiteY16" fmla="*/ 16393 h 21311"/>
                <a:gd name="connsiteX17" fmla="*/ 24590 w 45901"/>
                <a:gd name="connsiteY17" fmla="*/ 14754 h 21311"/>
                <a:gd name="connsiteX18" fmla="*/ 27869 w 45901"/>
                <a:gd name="connsiteY18" fmla="*/ 11475 h 21311"/>
                <a:gd name="connsiteX19" fmla="*/ 31147 w 45901"/>
                <a:gd name="connsiteY19" fmla="*/ 9836 h 21311"/>
                <a:gd name="connsiteX20" fmla="*/ 34426 w 45901"/>
                <a:gd name="connsiteY20" fmla="*/ 8197 h 21311"/>
                <a:gd name="connsiteX21" fmla="*/ 39344 w 45901"/>
                <a:gd name="connsiteY21" fmla="*/ 6557 h 21311"/>
                <a:gd name="connsiteX22" fmla="*/ 42623 w 45901"/>
                <a:gd name="connsiteY22" fmla="*/ 4918 h 21311"/>
                <a:gd name="connsiteX23" fmla="*/ 45901 w 45901"/>
                <a:gd name="connsiteY23" fmla="*/ 1639 h 21311"/>
                <a:gd name="connsiteX24" fmla="*/ 40983 w 45901"/>
                <a:gd name="connsiteY24" fmla="*/ 0 h 2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5901" h="21311">
                  <a:moveTo>
                    <a:pt x="40983" y="0"/>
                  </a:moveTo>
                  <a:lnTo>
                    <a:pt x="37705" y="0"/>
                  </a:lnTo>
                  <a:lnTo>
                    <a:pt x="34426" y="1639"/>
                  </a:lnTo>
                  <a:lnTo>
                    <a:pt x="29508" y="4918"/>
                  </a:lnTo>
                  <a:lnTo>
                    <a:pt x="26229" y="6557"/>
                  </a:lnTo>
                  <a:lnTo>
                    <a:pt x="21311" y="9836"/>
                  </a:lnTo>
                  <a:lnTo>
                    <a:pt x="18033" y="11475"/>
                  </a:lnTo>
                  <a:lnTo>
                    <a:pt x="14754" y="11475"/>
                  </a:lnTo>
                  <a:lnTo>
                    <a:pt x="11475" y="11475"/>
                  </a:lnTo>
                  <a:lnTo>
                    <a:pt x="6557" y="14754"/>
                  </a:lnTo>
                  <a:lnTo>
                    <a:pt x="3279" y="16393"/>
                  </a:lnTo>
                  <a:lnTo>
                    <a:pt x="0" y="21311"/>
                  </a:lnTo>
                  <a:lnTo>
                    <a:pt x="4918" y="21311"/>
                  </a:lnTo>
                  <a:lnTo>
                    <a:pt x="8197" y="19672"/>
                  </a:lnTo>
                  <a:lnTo>
                    <a:pt x="13115" y="19672"/>
                  </a:lnTo>
                  <a:lnTo>
                    <a:pt x="16393" y="18033"/>
                  </a:lnTo>
                  <a:lnTo>
                    <a:pt x="21311" y="16393"/>
                  </a:lnTo>
                  <a:lnTo>
                    <a:pt x="24590" y="14754"/>
                  </a:lnTo>
                  <a:lnTo>
                    <a:pt x="27869" y="11475"/>
                  </a:lnTo>
                  <a:lnTo>
                    <a:pt x="31147" y="9836"/>
                  </a:lnTo>
                  <a:lnTo>
                    <a:pt x="34426" y="8197"/>
                  </a:lnTo>
                  <a:lnTo>
                    <a:pt x="39344" y="6557"/>
                  </a:lnTo>
                  <a:lnTo>
                    <a:pt x="42623" y="4918"/>
                  </a:lnTo>
                  <a:lnTo>
                    <a:pt x="45901" y="1639"/>
                  </a:lnTo>
                  <a:lnTo>
                    <a:pt x="40983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0" name="Freeform 3499">
              <a:extLst>
                <a:ext uri="{FF2B5EF4-FFF2-40B4-BE49-F238E27FC236}">
                  <a16:creationId xmlns:a16="http://schemas.microsoft.com/office/drawing/2014/main" id="{04995E7D-B549-1046-88A4-E4E202CF190E}"/>
                </a:ext>
              </a:extLst>
            </p:cNvPr>
            <p:cNvSpPr/>
            <p:nvPr/>
          </p:nvSpPr>
          <p:spPr>
            <a:xfrm>
              <a:off x="3241914" y="1170648"/>
              <a:ext cx="14754" cy="8196"/>
            </a:xfrm>
            <a:custGeom>
              <a:avLst/>
              <a:gdLst>
                <a:gd name="connsiteX0" fmla="*/ 3279 w 14754"/>
                <a:gd name="connsiteY0" fmla="*/ 8197 h 8196"/>
                <a:gd name="connsiteX1" fmla="*/ 6557 w 14754"/>
                <a:gd name="connsiteY1" fmla="*/ 6557 h 8196"/>
                <a:gd name="connsiteX2" fmla="*/ 9836 w 14754"/>
                <a:gd name="connsiteY2" fmla="*/ 3279 h 8196"/>
                <a:gd name="connsiteX3" fmla="*/ 14754 w 14754"/>
                <a:gd name="connsiteY3" fmla="*/ 0 h 8196"/>
                <a:gd name="connsiteX4" fmla="*/ 9836 w 14754"/>
                <a:gd name="connsiteY4" fmla="*/ 0 h 8196"/>
                <a:gd name="connsiteX5" fmla="*/ 6557 w 14754"/>
                <a:gd name="connsiteY5" fmla="*/ 0 h 8196"/>
                <a:gd name="connsiteX6" fmla="*/ 9836 w 14754"/>
                <a:gd name="connsiteY6" fmla="*/ 3279 h 8196"/>
                <a:gd name="connsiteX7" fmla="*/ 6557 w 14754"/>
                <a:gd name="connsiteY7" fmla="*/ 3279 h 8196"/>
                <a:gd name="connsiteX8" fmla="*/ 3279 w 14754"/>
                <a:gd name="connsiteY8" fmla="*/ 4918 h 8196"/>
                <a:gd name="connsiteX9" fmla="*/ 0 w 14754"/>
                <a:gd name="connsiteY9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54" h="8196">
                  <a:moveTo>
                    <a:pt x="3279" y="8197"/>
                  </a:moveTo>
                  <a:lnTo>
                    <a:pt x="6557" y="6557"/>
                  </a:lnTo>
                  <a:lnTo>
                    <a:pt x="9836" y="3279"/>
                  </a:lnTo>
                  <a:lnTo>
                    <a:pt x="14754" y="0"/>
                  </a:lnTo>
                  <a:lnTo>
                    <a:pt x="9836" y="0"/>
                  </a:lnTo>
                  <a:lnTo>
                    <a:pt x="6557" y="0"/>
                  </a:lnTo>
                  <a:lnTo>
                    <a:pt x="9836" y="3279"/>
                  </a:lnTo>
                  <a:lnTo>
                    <a:pt x="6557" y="3279"/>
                  </a:lnTo>
                  <a:lnTo>
                    <a:pt x="3279" y="4918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1" name="Freeform 3500">
              <a:extLst>
                <a:ext uri="{FF2B5EF4-FFF2-40B4-BE49-F238E27FC236}">
                  <a16:creationId xmlns:a16="http://schemas.microsoft.com/office/drawing/2014/main" id="{42142EDA-C74F-A14A-9602-836F45A603BD}"/>
                </a:ext>
              </a:extLst>
            </p:cNvPr>
            <p:cNvSpPr/>
            <p:nvPr/>
          </p:nvSpPr>
          <p:spPr>
            <a:xfrm>
              <a:off x="3261586" y="1182123"/>
              <a:ext cx="81966" cy="42622"/>
            </a:xfrm>
            <a:custGeom>
              <a:avLst/>
              <a:gdLst>
                <a:gd name="connsiteX0" fmla="*/ 0 w 81966"/>
                <a:gd name="connsiteY0" fmla="*/ 34426 h 42622"/>
                <a:gd name="connsiteX1" fmla="*/ 0 w 81966"/>
                <a:gd name="connsiteY1" fmla="*/ 39344 h 42622"/>
                <a:gd name="connsiteX2" fmla="*/ 3279 w 81966"/>
                <a:gd name="connsiteY2" fmla="*/ 42623 h 42622"/>
                <a:gd name="connsiteX3" fmla="*/ 6557 w 81966"/>
                <a:gd name="connsiteY3" fmla="*/ 42623 h 42622"/>
                <a:gd name="connsiteX4" fmla="*/ 11475 w 81966"/>
                <a:gd name="connsiteY4" fmla="*/ 42623 h 42622"/>
                <a:gd name="connsiteX5" fmla="*/ 14754 w 81966"/>
                <a:gd name="connsiteY5" fmla="*/ 42623 h 42622"/>
                <a:gd name="connsiteX6" fmla="*/ 19672 w 81966"/>
                <a:gd name="connsiteY6" fmla="*/ 42623 h 42622"/>
                <a:gd name="connsiteX7" fmla="*/ 22951 w 81966"/>
                <a:gd name="connsiteY7" fmla="*/ 40983 h 42622"/>
                <a:gd name="connsiteX8" fmla="*/ 26229 w 81966"/>
                <a:gd name="connsiteY8" fmla="*/ 40983 h 42622"/>
                <a:gd name="connsiteX9" fmla="*/ 31147 w 81966"/>
                <a:gd name="connsiteY9" fmla="*/ 40983 h 42622"/>
                <a:gd name="connsiteX10" fmla="*/ 34426 w 81966"/>
                <a:gd name="connsiteY10" fmla="*/ 40983 h 42622"/>
                <a:gd name="connsiteX11" fmla="*/ 39344 w 81966"/>
                <a:gd name="connsiteY11" fmla="*/ 39344 h 42622"/>
                <a:gd name="connsiteX12" fmla="*/ 42623 w 81966"/>
                <a:gd name="connsiteY12" fmla="*/ 39344 h 42622"/>
                <a:gd name="connsiteX13" fmla="*/ 45901 w 81966"/>
                <a:gd name="connsiteY13" fmla="*/ 37705 h 42622"/>
                <a:gd name="connsiteX14" fmla="*/ 49180 w 81966"/>
                <a:gd name="connsiteY14" fmla="*/ 37705 h 42622"/>
                <a:gd name="connsiteX15" fmla="*/ 54098 w 81966"/>
                <a:gd name="connsiteY15" fmla="*/ 34426 h 42622"/>
                <a:gd name="connsiteX16" fmla="*/ 57377 w 81966"/>
                <a:gd name="connsiteY16" fmla="*/ 34426 h 42622"/>
                <a:gd name="connsiteX17" fmla="*/ 60655 w 81966"/>
                <a:gd name="connsiteY17" fmla="*/ 32787 h 42622"/>
                <a:gd name="connsiteX18" fmla="*/ 65573 w 81966"/>
                <a:gd name="connsiteY18" fmla="*/ 29508 h 42622"/>
                <a:gd name="connsiteX19" fmla="*/ 67213 w 81966"/>
                <a:gd name="connsiteY19" fmla="*/ 26229 h 42622"/>
                <a:gd name="connsiteX20" fmla="*/ 70491 w 81966"/>
                <a:gd name="connsiteY20" fmla="*/ 21311 h 42622"/>
                <a:gd name="connsiteX21" fmla="*/ 72131 w 81966"/>
                <a:gd name="connsiteY21" fmla="*/ 18033 h 42622"/>
                <a:gd name="connsiteX22" fmla="*/ 72131 w 81966"/>
                <a:gd name="connsiteY22" fmla="*/ 14754 h 42622"/>
                <a:gd name="connsiteX23" fmla="*/ 77049 w 81966"/>
                <a:gd name="connsiteY23" fmla="*/ 11475 h 42622"/>
                <a:gd name="connsiteX24" fmla="*/ 80327 w 81966"/>
                <a:gd name="connsiteY24" fmla="*/ 9836 h 42622"/>
                <a:gd name="connsiteX25" fmla="*/ 81967 w 81966"/>
                <a:gd name="connsiteY25" fmla="*/ 4918 h 42622"/>
                <a:gd name="connsiteX26" fmla="*/ 77049 w 81966"/>
                <a:gd name="connsiteY26" fmla="*/ 3279 h 42622"/>
                <a:gd name="connsiteX27" fmla="*/ 73770 w 81966"/>
                <a:gd name="connsiteY27" fmla="*/ 3279 h 42622"/>
                <a:gd name="connsiteX28" fmla="*/ 70491 w 81966"/>
                <a:gd name="connsiteY28" fmla="*/ 1639 h 42622"/>
                <a:gd name="connsiteX29" fmla="*/ 67213 w 81966"/>
                <a:gd name="connsiteY29" fmla="*/ 0 h 42622"/>
                <a:gd name="connsiteX30" fmla="*/ 62295 w 81966"/>
                <a:gd name="connsiteY30" fmla="*/ 0 h 42622"/>
                <a:gd name="connsiteX31" fmla="*/ 59016 w 81966"/>
                <a:gd name="connsiteY31" fmla="*/ 1639 h 42622"/>
                <a:gd name="connsiteX32" fmla="*/ 55737 w 81966"/>
                <a:gd name="connsiteY32" fmla="*/ 1639 h 42622"/>
                <a:gd name="connsiteX33" fmla="*/ 50819 w 81966"/>
                <a:gd name="connsiteY33" fmla="*/ 0 h 42622"/>
                <a:gd name="connsiteX34" fmla="*/ 47541 w 81966"/>
                <a:gd name="connsiteY34" fmla="*/ 1639 h 42622"/>
                <a:gd name="connsiteX35" fmla="*/ 42623 w 81966"/>
                <a:gd name="connsiteY35" fmla="*/ 1639 h 42622"/>
                <a:gd name="connsiteX36" fmla="*/ 39344 w 81966"/>
                <a:gd name="connsiteY36" fmla="*/ 3279 h 42622"/>
                <a:gd name="connsiteX37" fmla="*/ 36065 w 81966"/>
                <a:gd name="connsiteY37" fmla="*/ 3279 h 42622"/>
                <a:gd name="connsiteX38" fmla="*/ 32787 w 81966"/>
                <a:gd name="connsiteY38" fmla="*/ 6557 h 42622"/>
                <a:gd name="connsiteX39" fmla="*/ 27869 w 81966"/>
                <a:gd name="connsiteY39" fmla="*/ 8197 h 42622"/>
                <a:gd name="connsiteX40" fmla="*/ 24590 w 81966"/>
                <a:gd name="connsiteY40" fmla="*/ 9836 h 42622"/>
                <a:gd name="connsiteX41" fmla="*/ 21311 w 81966"/>
                <a:gd name="connsiteY41" fmla="*/ 13115 h 42622"/>
                <a:gd name="connsiteX42" fmla="*/ 16393 w 81966"/>
                <a:gd name="connsiteY42" fmla="*/ 14754 h 42622"/>
                <a:gd name="connsiteX43" fmla="*/ 13114 w 81966"/>
                <a:gd name="connsiteY43" fmla="*/ 18033 h 42622"/>
                <a:gd name="connsiteX44" fmla="*/ 9836 w 81966"/>
                <a:gd name="connsiteY44" fmla="*/ 19672 h 42622"/>
                <a:gd name="connsiteX45" fmla="*/ 6557 w 81966"/>
                <a:gd name="connsiteY45" fmla="*/ 22951 h 42622"/>
                <a:gd name="connsiteX46" fmla="*/ 3279 w 81966"/>
                <a:gd name="connsiteY46" fmla="*/ 26229 h 42622"/>
                <a:gd name="connsiteX47" fmla="*/ 3279 w 81966"/>
                <a:gd name="connsiteY47" fmla="*/ 29508 h 42622"/>
                <a:gd name="connsiteX48" fmla="*/ 0 w 81966"/>
                <a:gd name="connsiteY48" fmla="*/ 34426 h 42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81966" h="42622">
                  <a:moveTo>
                    <a:pt x="0" y="34426"/>
                  </a:moveTo>
                  <a:lnTo>
                    <a:pt x="0" y="39344"/>
                  </a:lnTo>
                  <a:lnTo>
                    <a:pt x="3279" y="42623"/>
                  </a:lnTo>
                  <a:lnTo>
                    <a:pt x="6557" y="42623"/>
                  </a:lnTo>
                  <a:lnTo>
                    <a:pt x="11475" y="42623"/>
                  </a:lnTo>
                  <a:lnTo>
                    <a:pt x="14754" y="42623"/>
                  </a:lnTo>
                  <a:lnTo>
                    <a:pt x="19672" y="42623"/>
                  </a:lnTo>
                  <a:lnTo>
                    <a:pt x="22951" y="40983"/>
                  </a:lnTo>
                  <a:lnTo>
                    <a:pt x="26229" y="40983"/>
                  </a:lnTo>
                  <a:lnTo>
                    <a:pt x="31147" y="40983"/>
                  </a:lnTo>
                  <a:lnTo>
                    <a:pt x="34426" y="40983"/>
                  </a:lnTo>
                  <a:lnTo>
                    <a:pt x="39344" y="39344"/>
                  </a:lnTo>
                  <a:lnTo>
                    <a:pt x="42623" y="39344"/>
                  </a:lnTo>
                  <a:lnTo>
                    <a:pt x="45901" y="37705"/>
                  </a:lnTo>
                  <a:lnTo>
                    <a:pt x="49180" y="37705"/>
                  </a:lnTo>
                  <a:lnTo>
                    <a:pt x="54098" y="34426"/>
                  </a:lnTo>
                  <a:lnTo>
                    <a:pt x="57377" y="34426"/>
                  </a:lnTo>
                  <a:lnTo>
                    <a:pt x="60655" y="32787"/>
                  </a:lnTo>
                  <a:lnTo>
                    <a:pt x="65573" y="29508"/>
                  </a:lnTo>
                  <a:lnTo>
                    <a:pt x="67213" y="26229"/>
                  </a:lnTo>
                  <a:lnTo>
                    <a:pt x="70491" y="21311"/>
                  </a:lnTo>
                  <a:lnTo>
                    <a:pt x="72131" y="18033"/>
                  </a:lnTo>
                  <a:lnTo>
                    <a:pt x="72131" y="14754"/>
                  </a:lnTo>
                  <a:lnTo>
                    <a:pt x="77049" y="11475"/>
                  </a:lnTo>
                  <a:lnTo>
                    <a:pt x="80327" y="9836"/>
                  </a:lnTo>
                  <a:lnTo>
                    <a:pt x="81967" y="4918"/>
                  </a:lnTo>
                  <a:lnTo>
                    <a:pt x="77049" y="3279"/>
                  </a:lnTo>
                  <a:lnTo>
                    <a:pt x="73770" y="3279"/>
                  </a:lnTo>
                  <a:lnTo>
                    <a:pt x="70491" y="1639"/>
                  </a:lnTo>
                  <a:lnTo>
                    <a:pt x="67213" y="0"/>
                  </a:lnTo>
                  <a:lnTo>
                    <a:pt x="62295" y="0"/>
                  </a:lnTo>
                  <a:lnTo>
                    <a:pt x="59016" y="1639"/>
                  </a:lnTo>
                  <a:lnTo>
                    <a:pt x="55737" y="1639"/>
                  </a:lnTo>
                  <a:lnTo>
                    <a:pt x="50819" y="0"/>
                  </a:lnTo>
                  <a:lnTo>
                    <a:pt x="47541" y="1639"/>
                  </a:lnTo>
                  <a:lnTo>
                    <a:pt x="42623" y="1639"/>
                  </a:lnTo>
                  <a:lnTo>
                    <a:pt x="39344" y="3279"/>
                  </a:lnTo>
                  <a:lnTo>
                    <a:pt x="36065" y="3279"/>
                  </a:lnTo>
                  <a:lnTo>
                    <a:pt x="32787" y="6557"/>
                  </a:lnTo>
                  <a:lnTo>
                    <a:pt x="27869" y="8197"/>
                  </a:lnTo>
                  <a:lnTo>
                    <a:pt x="24590" y="9836"/>
                  </a:lnTo>
                  <a:lnTo>
                    <a:pt x="21311" y="13115"/>
                  </a:lnTo>
                  <a:lnTo>
                    <a:pt x="16393" y="14754"/>
                  </a:lnTo>
                  <a:lnTo>
                    <a:pt x="13114" y="18033"/>
                  </a:lnTo>
                  <a:lnTo>
                    <a:pt x="9836" y="19672"/>
                  </a:lnTo>
                  <a:lnTo>
                    <a:pt x="6557" y="22951"/>
                  </a:lnTo>
                  <a:lnTo>
                    <a:pt x="3279" y="26229"/>
                  </a:lnTo>
                  <a:lnTo>
                    <a:pt x="3279" y="29508"/>
                  </a:lnTo>
                  <a:lnTo>
                    <a:pt x="0" y="344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2" name="Freeform 3501">
              <a:extLst>
                <a:ext uri="{FF2B5EF4-FFF2-40B4-BE49-F238E27FC236}">
                  <a16:creationId xmlns:a16="http://schemas.microsoft.com/office/drawing/2014/main" id="{999CE257-CCEE-1840-9023-0CB4D4055B84}"/>
                </a:ext>
              </a:extLst>
            </p:cNvPr>
            <p:cNvSpPr/>
            <p:nvPr/>
          </p:nvSpPr>
          <p:spPr>
            <a:xfrm>
              <a:off x="3263226" y="1329664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0 w 3278"/>
                <a:gd name="connsiteY1" fmla="*/ 1639 h 3278"/>
                <a:gd name="connsiteX2" fmla="*/ 327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3" name="Freeform 3502">
              <a:extLst>
                <a:ext uri="{FF2B5EF4-FFF2-40B4-BE49-F238E27FC236}">
                  <a16:creationId xmlns:a16="http://schemas.microsoft.com/office/drawing/2014/main" id="{4E3C7C9A-C1C6-9E45-86FF-271F13BD9582}"/>
                </a:ext>
              </a:extLst>
            </p:cNvPr>
            <p:cNvSpPr/>
            <p:nvPr/>
          </p:nvSpPr>
          <p:spPr>
            <a:xfrm>
              <a:off x="3273062" y="1129665"/>
              <a:ext cx="29508" cy="9835"/>
            </a:xfrm>
            <a:custGeom>
              <a:avLst/>
              <a:gdLst>
                <a:gd name="connsiteX0" fmla="*/ 27869 w 29508"/>
                <a:gd name="connsiteY0" fmla="*/ 0 h 9835"/>
                <a:gd name="connsiteX1" fmla="*/ 22951 w 29508"/>
                <a:gd name="connsiteY1" fmla="*/ 0 h 9835"/>
                <a:gd name="connsiteX2" fmla="*/ 19672 w 29508"/>
                <a:gd name="connsiteY2" fmla="*/ 1639 h 9835"/>
                <a:gd name="connsiteX3" fmla="*/ 14754 w 29508"/>
                <a:gd name="connsiteY3" fmla="*/ 3279 h 9835"/>
                <a:gd name="connsiteX4" fmla="*/ 11475 w 29508"/>
                <a:gd name="connsiteY4" fmla="*/ 4918 h 9835"/>
                <a:gd name="connsiteX5" fmla="*/ 8197 w 29508"/>
                <a:gd name="connsiteY5" fmla="*/ 6557 h 9835"/>
                <a:gd name="connsiteX6" fmla="*/ 3279 w 29508"/>
                <a:gd name="connsiteY6" fmla="*/ 8197 h 9835"/>
                <a:gd name="connsiteX7" fmla="*/ 0 w 29508"/>
                <a:gd name="connsiteY7" fmla="*/ 9836 h 9835"/>
                <a:gd name="connsiteX8" fmla="*/ 3279 w 29508"/>
                <a:gd name="connsiteY8" fmla="*/ 9836 h 9835"/>
                <a:gd name="connsiteX9" fmla="*/ 8197 w 29508"/>
                <a:gd name="connsiteY9" fmla="*/ 9836 h 9835"/>
                <a:gd name="connsiteX10" fmla="*/ 11475 w 29508"/>
                <a:gd name="connsiteY10" fmla="*/ 9836 h 9835"/>
                <a:gd name="connsiteX11" fmla="*/ 14754 w 29508"/>
                <a:gd name="connsiteY11" fmla="*/ 8197 h 9835"/>
                <a:gd name="connsiteX12" fmla="*/ 19672 w 29508"/>
                <a:gd name="connsiteY12" fmla="*/ 6557 h 9835"/>
                <a:gd name="connsiteX13" fmla="*/ 22951 w 29508"/>
                <a:gd name="connsiteY13" fmla="*/ 6557 h 9835"/>
                <a:gd name="connsiteX14" fmla="*/ 27869 w 29508"/>
                <a:gd name="connsiteY14" fmla="*/ 4918 h 9835"/>
                <a:gd name="connsiteX15" fmla="*/ 29508 w 29508"/>
                <a:gd name="connsiteY15" fmla="*/ 1639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508" h="9835">
                  <a:moveTo>
                    <a:pt x="27869" y="0"/>
                  </a:moveTo>
                  <a:lnTo>
                    <a:pt x="22951" y="0"/>
                  </a:lnTo>
                  <a:lnTo>
                    <a:pt x="19672" y="1639"/>
                  </a:lnTo>
                  <a:lnTo>
                    <a:pt x="14754" y="3279"/>
                  </a:lnTo>
                  <a:lnTo>
                    <a:pt x="11475" y="4918"/>
                  </a:lnTo>
                  <a:lnTo>
                    <a:pt x="8197" y="6557"/>
                  </a:lnTo>
                  <a:lnTo>
                    <a:pt x="3279" y="8197"/>
                  </a:lnTo>
                  <a:lnTo>
                    <a:pt x="0" y="9836"/>
                  </a:lnTo>
                  <a:lnTo>
                    <a:pt x="3279" y="9836"/>
                  </a:lnTo>
                  <a:lnTo>
                    <a:pt x="8197" y="9836"/>
                  </a:lnTo>
                  <a:lnTo>
                    <a:pt x="11475" y="9836"/>
                  </a:lnTo>
                  <a:lnTo>
                    <a:pt x="14754" y="8197"/>
                  </a:lnTo>
                  <a:lnTo>
                    <a:pt x="19672" y="6557"/>
                  </a:lnTo>
                  <a:lnTo>
                    <a:pt x="22951" y="6557"/>
                  </a:lnTo>
                  <a:lnTo>
                    <a:pt x="27869" y="4918"/>
                  </a:lnTo>
                  <a:lnTo>
                    <a:pt x="2950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4" name="Freeform 3503">
              <a:extLst>
                <a:ext uri="{FF2B5EF4-FFF2-40B4-BE49-F238E27FC236}">
                  <a16:creationId xmlns:a16="http://schemas.microsoft.com/office/drawing/2014/main" id="{CAE327EA-46B1-0F47-8A07-EDFF2BA9FCC6}"/>
                </a:ext>
              </a:extLst>
            </p:cNvPr>
            <p:cNvSpPr/>
            <p:nvPr/>
          </p:nvSpPr>
          <p:spPr>
            <a:xfrm>
              <a:off x="3284537" y="1326385"/>
              <a:ext cx="8196" cy="6557"/>
            </a:xfrm>
            <a:custGeom>
              <a:avLst/>
              <a:gdLst>
                <a:gd name="connsiteX0" fmla="*/ 8197 w 8196"/>
                <a:gd name="connsiteY0" fmla="*/ 0 h 6557"/>
                <a:gd name="connsiteX1" fmla="*/ 3279 w 8196"/>
                <a:gd name="connsiteY1" fmla="*/ 1639 h 6557"/>
                <a:gd name="connsiteX2" fmla="*/ 3279 w 8196"/>
                <a:gd name="connsiteY2" fmla="*/ 4918 h 6557"/>
                <a:gd name="connsiteX3" fmla="*/ 0 w 8196"/>
                <a:gd name="connsiteY3" fmla="*/ 6557 h 6557"/>
                <a:gd name="connsiteX4" fmla="*/ 3279 w 8196"/>
                <a:gd name="connsiteY4" fmla="*/ 6557 h 6557"/>
                <a:gd name="connsiteX5" fmla="*/ 6557 w 8196"/>
                <a:gd name="connsiteY5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6557">
                  <a:moveTo>
                    <a:pt x="8197" y="0"/>
                  </a:moveTo>
                  <a:lnTo>
                    <a:pt x="3279" y="1639"/>
                  </a:lnTo>
                  <a:lnTo>
                    <a:pt x="3279" y="4918"/>
                  </a:lnTo>
                  <a:lnTo>
                    <a:pt x="0" y="6557"/>
                  </a:lnTo>
                  <a:lnTo>
                    <a:pt x="3279" y="6557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5" name="Freeform 3504">
              <a:extLst>
                <a:ext uri="{FF2B5EF4-FFF2-40B4-BE49-F238E27FC236}">
                  <a16:creationId xmlns:a16="http://schemas.microsoft.com/office/drawing/2014/main" id="{1F50E493-DF37-E74B-8E0E-2E9FE9492457}"/>
                </a:ext>
              </a:extLst>
            </p:cNvPr>
            <p:cNvSpPr/>
            <p:nvPr/>
          </p:nvSpPr>
          <p:spPr>
            <a:xfrm>
              <a:off x="3307488" y="1141140"/>
              <a:ext cx="21311" cy="11475"/>
            </a:xfrm>
            <a:custGeom>
              <a:avLst/>
              <a:gdLst>
                <a:gd name="connsiteX0" fmla="*/ 13115 w 21311"/>
                <a:gd name="connsiteY0" fmla="*/ 0 h 11475"/>
                <a:gd name="connsiteX1" fmla="*/ 11476 w 21311"/>
                <a:gd name="connsiteY1" fmla="*/ 0 h 11475"/>
                <a:gd name="connsiteX2" fmla="*/ 8197 w 21311"/>
                <a:gd name="connsiteY2" fmla="*/ 1639 h 11475"/>
                <a:gd name="connsiteX3" fmla="*/ 3279 w 21311"/>
                <a:gd name="connsiteY3" fmla="*/ 4918 h 11475"/>
                <a:gd name="connsiteX4" fmla="*/ 0 w 21311"/>
                <a:gd name="connsiteY4" fmla="*/ 8197 h 11475"/>
                <a:gd name="connsiteX5" fmla="*/ 1639 w 21311"/>
                <a:gd name="connsiteY5" fmla="*/ 11475 h 11475"/>
                <a:gd name="connsiteX6" fmla="*/ 6557 w 21311"/>
                <a:gd name="connsiteY6" fmla="*/ 11475 h 11475"/>
                <a:gd name="connsiteX7" fmla="*/ 9836 w 21311"/>
                <a:gd name="connsiteY7" fmla="*/ 11475 h 11475"/>
                <a:gd name="connsiteX8" fmla="*/ 13115 w 21311"/>
                <a:gd name="connsiteY8" fmla="*/ 8197 h 11475"/>
                <a:gd name="connsiteX9" fmla="*/ 16393 w 21311"/>
                <a:gd name="connsiteY9" fmla="*/ 6557 h 11475"/>
                <a:gd name="connsiteX10" fmla="*/ 19672 w 21311"/>
                <a:gd name="connsiteY10" fmla="*/ 4918 h 11475"/>
                <a:gd name="connsiteX11" fmla="*/ 21311 w 21311"/>
                <a:gd name="connsiteY11" fmla="*/ 1639 h 11475"/>
                <a:gd name="connsiteX12" fmla="*/ 16393 w 21311"/>
                <a:gd name="connsiteY12" fmla="*/ 163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311" h="11475">
                  <a:moveTo>
                    <a:pt x="13115" y="0"/>
                  </a:moveTo>
                  <a:lnTo>
                    <a:pt x="11476" y="0"/>
                  </a:lnTo>
                  <a:lnTo>
                    <a:pt x="8197" y="1639"/>
                  </a:lnTo>
                  <a:lnTo>
                    <a:pt x="3279" y="4918"/>
                  </a:lnTo>
                  <a:lnTo>
                    <a:pt x="0" y="8197"/>
                  </a:lnTo>
                  <a:lnTo>
                    <a:pt x="1639" y="11475"/>
                  </a:lnTo>
                  <a:lnTo>
                    <a:pt x="6557" y="11475"/>
                  </a:lnTo>
                  <a:lnTo>
                    <a:pt x="9836" y="11475"/>
                  </a:lnTo>
                  <a:lnTo>
                    <a:pt x="13115" y="8197"/>
                  </a:lnTo>
                  <a:lnTo>
                    <a:pt x="16393" y="6557"/>
                  </a:lnTo>
                  <a:lnTo>
                    <a:pt x="19672" y="4918"/>
                  </a:lnTo>
                  <a:lnTo>
                    <a:pt x="21311" y="1639"/>
                  </a:lnTo>
                  <a:lnTo>
                    <a:pt x="16393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6" name="Freeform 3505">
              <a:extLst>
                <a:ext uri="{FF2B5EF4-FFF2-40B4-BE49-F238E27FC236}">
                  <a16:creationId xmlns:a16="http://schemas.microsoft.com/office/drawing/2014/main" id="{43DB8AFE-C7DF-DC4F-9F39-1F22977C0547}"/>
                </a:ext>
              </a:extLst>
            </p:cNvPr>
            <p:cNvSpPr/>
            <p:nvPr/>
          </p:nvSpPr>
          <p:spPr>
            <a:xfrm>
              <a:off x="3320602" y="1393598"/>
              <a:ext cx="19671" cy="13114"/>
            </a:xfrm>
            <a:custGeom>
              <a:avLst/>
              <a:gdLst>
                <a:gd name="connsiteX0" fmla="*/ 14754 w 19671"/>
                <a:gd name="connsiteY0" fmla="*/ 3279 h 13114"/>
                <a:gd name="connsiteX1" fmla="*/ 9836 w 19671"/>
                <a:gd name="connsiteY1" fmla="*/ 1639 h 13114"/>
                <a:gd name="connsiteX2" fmla="*/ 6557 w 19671"/>
                <a:gd name="connsiteY2" fmla="*/ 1639 h 13114"/>
                <a:gd name="connsiteX3" fmla="*/ 3279 w 19671"/>
                <a:gd name="connsiteY3" fmla="*/ 0 h 13114"/>
                <a:gd name="connsiteX4" fmla="*/ 0 w 19671"/>
                <a:gd name="connsiteY4" fmla="*/ 3279 h 13114"/>
                <a:gd name="connsiteX5" fmla="*/ 3279 w 19671"/>
                <a:gd name="connsiteY5" fmla="*/ 3279 h 13114"/>
                <a:gd name="connsiteX6" fmla="*/ 6557 w 19671"/>
                <a:gd name="connsiteY6" fmla="*/ 4918 h 13114"/>
                <a:gd name="connsiteX7" fmla="*/ 3279 w 19671"/>
                <a:gd name="connsiteY7" fmla="*/ 4918 h 13114"/>
                <a:gd name="connsiteX8" fmla="*/ 3279 w 19671"/>
                <a:gd name="connsiteY8" fmla="*/ 8197 h 13114"/>
                <a:gd name="connsiteX9" fmla="*/ 4918 w 19671"/>
                <a:gd name="connsiteY9" fmla="*/ 13115 h 13114"/>
                <a:gd name="connsiteX10" fmla="*/ 8197 w 19671"/>
                <a:gd name="connsiteY10" fmla="*/ 13115 h 13114"/>
                <a:gd name="connsiteX11" fmla="*/ 11475 w 19671"/>
                <a:gd name="connsiteY11" fmla="*/ 13115 h 13114"/>
                <a:gd name="connsiteX12" fmla="*/ 16393 w 19671"/>
                <a:gd name="connsiteY12" fmla="*/ 13115 h 13114"/>
                <a:gd name="connsiteX13" fmla="*/ 19672 w 19671"/>
                <a:gd name="connsiteY13" fmla="*/ 8197 h 13114"/>
                <a:gd name="connsiteX14" fmla="*/ 18033 w 19671"/>
                <a:gd name="connsiteY14" fmla="*/ 4918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671" h="13114">
                  <a:moveTo>
                    <a:pt x="14754" y="3279"/>
                  </a:moveTo>
                  <a:lnTo>
                    <a:pt x="9836" y="1639"/>
                  </a:lnTo>
                  <a:lnTo>
                    <a:pt x="6557" y="1639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3279" y="3279"/>
                  </a:lnTo>
                  <a:lnTo>
                    <a:pt x="6557" y="4918"/>
                  </a:lnTo>
                  <a:lnTo>
                    <a:pt x="3279" y="4918"/>
                  </a:lnTo>
                  <a:lnTo>
                    <a:pt x="3279" y="8197"/>
                  </a:lnTo>
                  <a:lnTo>
                    <a:pt x="4918" y="13115"/>
                  </a:lnTo>
                  <a:lnTo>
                    <a:pt x="8197" y="13115"/>
                  </a:lnTo>
                  <a:lnTo>
                    <a:pt x="11475" y="13115"/>
                  </a:lnTo>
                  <a:lnTo>
                    <a:pt x="16393" y="13115"/>
                  </a:lnTo>
                  <a:lnTo>
                    <a:pt x="19672" y="8197"/>
                  </a:lnTo>
                  <a:lnTo>
                    <a:pt x="18033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7" name="Freeform 3506">
              <a:extLst>
                <a:ext uri="{FF2B5EF4-FFF2-40B4-BE49-F238E27FC236}">
                  <a16:creationId xmlns:a16="http://schemas.microsoft.com/office/drawing/2014/main" id="{2D956464-0B8C-D34E-9290-D45621F6E3B1}"/>
                </a:ext>
              </a:extLst>
            </p:cNvPr>
            <p:cNvSpPr/>
            <p:nvPr/>
          </p:nvSpPr>
          <p:spPr>
            <a:xfrm>
              <a:off x="3320602" y="1391959"/>
              <a:ext cx="4918" cy="16393"/>
            </a:xfrm>
            <a:custGeom>
              <a:avLst/>
              <a:gdLst>
                <a:gd name="connsiteX0" fmla="*/ 0 w 4918"/>
                <a:gd name="connsiteY0" fmla="*/ 0 h 16393"/>
                <a:gd name="connsiteX1" fmla="*/ 0 w 4918"/>
                <a:gd name="connsiteY1" fmla="*/ 0 h 16393"/>
                <a:gd name="connsiteX2" fmla="*/ 4918 w 491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3">
                  <a:moveTo>
                    <a:pt x="0" y="0"/>
                  </a:moveTo>
                  <a:lnTo>
                    <a:pt x="0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8" name="Freeform 3507">
              <a:extLst>
                <a:ext uri="{FF2B5EF4-FFF2-40B4-BE49-F238E27FC236}">
                  <a16:creationId xmlns:a16="http://schemas.microsoft.com/office/drawing/2014/main" id="{E8E41BE4-AB49-4347-9CDE-5E4BA5C41A2A}"/>
                </a:ext>
              </a:extLst>
            </p:cNvPr>
            <p:cNvSpPr/>
            <p:nvPr/>
          </p:nvSpPr>
          <p:spPr>
            <a:xfrm>
              <a:off x="3322242" y="1390319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0 h 1639"/>
                <a:gd name="connsiteX2" fmla="*/ 3279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9" name="Freeform 3508">
              <a:extLst>
                <a:ext uri="{FF2B5EF4-FFF2-40B4-BE49-F238E27FC236}">
                  <a16:creationId xmlns:a16="http://schemas.microsoft.com/office/drawing/2014/main" id="{2B93936B-A6CB-1E43-88C8-56507C99F56B}"/>
                </a:ext>
              </a:extLst>
            </p:cNvPr>
            <p:cNvSpPr/>
            <p:nvPr/>
          </p:nvSpPr>
          <p:spPr>
            <a:xfrm>
              <a:off x="3322242" y="828027"/>
              <a:ext cx="14753" cy="6557"/>
            </a:xfrm>
            <a:custGeom>
              <a:avLst/>
              <a:gdLst>
                <a:gd name="connsiteX0" fmla="*/ 14754 w 14753"/>
                <a:gd name="connsiteY0" fmla="*/ 0 h 6557"/>
                <a:gd name="connsiteX1" fmla="*/ 11475 w 14753"/>
                <a:gd name="connsiteY1" fmla="*/ 0 h 6557"/>
                <a:gd name="connsiteX2" fmla="*/ 6557 w 14753"/>
                <a:gd name="connsiteY2" fmla="*/ 3279 h 6557"/>
                <a:gd name="connsiteX3" fmla="*/ 3279 w 14753"/>
                <a:gd name="connsiteY3" fmla="*/ 3279 h 6557"/>
                <a:gd name="connsiteX4" fmla="*/ 0 w 14753"/>
                <a:gd name="connsiteY4" fmla="*/ 6557 h 6557"/>
                <a:gd name="connsiteX5" fmla="*/ 3279 w 14753"/>
                <a:gd name="connsiteY5" fmla="*/ 6557 h 6557"/>
                <a:gd name="connsiteX6" fmla="*/ 6557 w 14753"/>
                <a:gd name="connsiteY6" fmla="*/ 4918 h 6557"/>
                <a:gd name="connsiteX7" fmla="*/ 11475 w 14753"/>
                <a:gd name="connsiteY7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3" h="6557">
                  <a:moveTo>
                    <a:pt x="14754" y="0"/>
                  </a:moveTo>
                  <a:lnTo>
                    <a:pt x="11475" y="0"/>
                  </a:lnTo>
                  <a:lnTo>
                    <a:pt x="6557" y="3279"/>
                  </a:lnTo>
                  <a:lnTo>
                    <a:pt x="3279" y="3279"/>
                  </a:lnTo>
                  <a:lnTo>
                    <a:pt x="0" y="6557"/>
                  </a:lnTo>
                  <a:lnTo>
                    <a:pt x="3279" y="6557"/>
                  </a:lnTo>
                  <a:lnTo>
                    <a:pt x="6557" y="4918"/>
                  </a:lnTo>
                  <a:lnTo>
                    <a:pt x="11475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0" name="Freeform 3509">
              <a:extLst>
                <a:ext uri="{FF2B5EF4-FFF2-40B4-BE49-F238E27FC236}">
                  <a16:creationId xmlns:a16="http://schemas.microsoft.com/office/drawing/2014/main" id="{6CA7CB6F-183E-E240-8365-82FED6187E52}"/>
                </a:ext>
              </a:extLst>
            </p:cNvPr>
            <p:cNvSpPr/>
            <p:nvPr/>
          </p:nvSpPr>
          <p:spPr>
            <a:xfrm>
              <a:off x="3336996" y="985403"/>
              <a:ext cx="113114" cy="36065"/>
            </a:xfrm>
            <a:custGeom>
              <a:avLst/>
              <a:gdLst>
                <a:gd name="connsiteX0" fmla="*/ 8197 w 113114"/>
                <a:gd name="connsiteY0" fmla="*/ 31147 h 36065"/>
                <a:gd name="connsiteX1" fmla="*/ 11475 w 113114"/>
                <a:gd name="connsiteY1" fmla="*/ 32787 h 36065"/>
                <a:gd name="connsiteX2" fmla="*/ 14754 w 113114"/>
                <a:gd name="connsiteY2" fmla="*/ 36065 h 36065"/>
                <a:gd name="connsiteX3" fmla="*/ 18033 w 113114"/>
                <a:gd name="connsiteY3" fmla="*/ 36065 h 36065"/>
                <a:gd name="connsiteX4" fmla="*/ 22951 w 113114"/>
                <a:gd name="connsiteY4" fmla="*/ 36065 h 36065"/>
                <a:gd name="connsiteX5" fmla="*/ 27869 w 113114"/>
                <a:gd name="connsiteY5" fmla="*/ 36065 h 36065"/>
                <a:gd name="connsiteX6" fmla="*/ 31148 w 113114"/>
                <a:gd name="connsiteY6" fmla="*/ 34426 h 36065"/>
                <a:gd name="connsiteX7" fmla="*/ 34426 w 113114"/>
                <a:gd name="connsiteY7" fmla="*/ 34426 h 36065"/>
                <a:gd name="connsiteX8" fmla="*/ 39344 w 113114"/>
                <a:gd name="connsiteY8" fmla="*/ 32787 h 36065"/>
                <a:gd name="connsiteX9" fmla="*/ 42623 w 113114"/>
                <a:gd name="connsiteY9" fmla="*/ 32787 h 36065"/>
                <a:gd name="connsiteX10" fmla="*/ 47541 w 113114"/>
                <a:gd name="connsiteY10" fmla="*/ 31147 h 36065"/>
                <a:gd name="connsiteX11" fmla="*/ 50820 w 113114"/>
                <a:gd name="connsiteY11" fmla="*/ 31147 h 36065"/>
                <a:gd name="connsiteX12" fmla="*/ 55738 w 113114"/>
                <a:gd name="connsiteY12" fmla="*/ 31147 h 36065"/>
                <a:gd name="connsiteX13" fmla="*/ 60655 w 113114"/>
                <a:gd name="connsiteY13" fmla="*/ 31147 h 36065"/>
                <a:gd name="connsiteX14" fmla="*/ 63934 w 113114"/>
                <a:gd name="connsiteY14" fmla="*/ 31147 h 36065"/>
                <a:gd name="connsiteX15" fmla="*/ 67213 w 113114"/>
                <a:gd name="connsiteY15" fmla="*/ 31147 h 36065"/>
                <a:gd name="connsiteX16" fmla="*/ 72131 w 113114"/>
                <a:gd name="connsiteY16" fmla="*/ 31147 h 36065"/>
                <a:gd name="connsiteX17" fmla="*/ 75410 w 113114"/>
                <a:gd name="connsiteY17" fmla="*/ 31147 h 36065"/>
                <a:gd name="connsiteX18" fmla="*/ 78688 w 113114"/>
                <a:gd name="connsiteY18" fmla="*/ 31147 h 36065"/>
                <a:gd name="connsiteX19" fmla="*/ 81967 w 113114"/>
                <a:gd name="connsiteY19" fmla="*/ 32787 h 36065"/>
                <a:gd name="connsiteX20" fmla="*/ 86885 w 113114"/>
                <a:gd name="connsiteY20" fmla="*/ 32787 h 36065"/>
                <a:gd name="connsiteX21" fmla="*/ 90164 w 113114"/>
                <a:gd name="connsiteY21" fmla="*/ 32787 h 36065"/>
                <a:gd name="connsiteX22" fmla="*/ 93442 w 113114"/>
                <a:gd name="connsiteY22" fmla="*/ 32787 h 36065"/>
                <a:gd name="connsiteX23" fmla="*/ 98360 w 113114"/>
                <a:gd name="connsiteY23" fmla="*/ 32787 h 36065"/>
                <a:gd name="connsiteX24" fmla="*/ 101639 w 113114"/>
                <a:gd name="connsiteY24" fmla="*/ 32787 h 36065"/>
                <a:gd name="connsiteX25" fmla="*/ 104918 w 113114"/>
                <a:gd name="connsiteY25" fmla="*/ 32787 h 36065"/>
                <a:gd name="connsiteX26" fmla="*/ 109836 w 113114"/>
                <a:gd name="connsiteY26" fmla="*/ 32787 h 36065"/>
                <a:gd name="connsiteX27" fmla="*/ 113114 w 113114"/>
                <a:gd name="connsiteY27" fmla="*/ 31147 h 36065"/>
                <a:gd name="connsiteX28" fmla="*/ 109836 w 113114"/>
                <a:gd name="connsiteY28" fmla="*/ 27869 h 36065"/>
                <a:gd name="connsiteX29" fmla="*/ 111475 w 113114"/>
                <a:gd name="connsiteY29" fmla="*/ 24590 h 36065"/>
                <a:gd name="connsiteX30" fmla="*/ 108196 w 113114"/>
                <a:gd name="connsiteY30" fmla="*/ 21311 h 36065"/>
                <a:gd name="connsiteX31" fmla="*/ 109836 w 113114"/>
                <a:gd name="connsiteY31" fmla="*/ 18033 h 36065"/>
                <a:gd name="connsiteX32" fmla="*/ 104918 w 113114"/>
                <a:gd name="connsiteY32" fmla="*/ 14754 h 36065"/>
                <a:gd name="connsiteX33" fmla="*/ 103278 w 113114"/>
                <a:gd name="connsiteY33" fmla="*/ 11475 h 36065"/>
                <a:gd name="connsiteX34" fmla="*/ 98360 w 113114"/>
                <a:gd name="connsiteY34" fmla="*/ 8197 h 36065"/>
                <a:gd name="connsiteX35" fmla="*/ 95082 w 113114"/>
                <a:gd name="connsiteY35" fmla="*/ 6557 h 36065"/>
                <a:gd name="connsiteX36" fmla="*/ 91803 w 113114"/>
                <a:gd name="connsiteY36" fmla="*/ 6557 h 36065"/>
                <a:gd name="connsiteX37" fmla="*/ 88524 w 113114"/>
                <a:gd name="connsiteY37" fmla="*/ 4918 h 36065"/>
                <a:gd name="connsiteX38" fmla="*/ 83606 w 113114"/>
                <a:gd name="connsiteY38" fmla="*/ 3279 h 36065"/>
                <a:gd name="connsiteX39" fmla="*/ 80328 w 113114"/>
                <a:gd name="connsiteY39" fmla="*/ 3279 h 36065"/>
                <a:gd name="connsiteX40" fmla="*/ 75410 w 113114"/>
                <a:gd name="connsiteY40" fmla="*/ 3279 h 36065"/>
                <a:gd name="connsiteX41" fmla="*/ 72131 w 113114"/>
                <a:gd name="connsiteY41" fmla="*/ 3279 h 36065"/>
                <a:gd name="connsiteX42" fmla="*/ 68852 w 113114"/>
                <a:gd name="connsiteY42" fmla="*/ 3279 h 36065"/>
                <a:gd name="connsiteX43" fmla="*/ 63934 w 113114"/>
                <a:gd name="connsiteY43" fmla="*/ 3279 h 36065"/>
                <a:gd name="connsiteX44" fmla="*/ 60655 w 113114"/>
                <a:gd name="connsiteY44" fmla="*/ 4918 h 36065"/>
                <a:gd name="connsiteX45" fmla="*/ 57377 w 113114"/>
                <a:gd name="connsiteY45" fmla="*/ 4918 h 36065"/>
                <a:gd name="connsiteX46" fmla="*/ 52459 w 113114"/>
                <a:gd name="connsiteY46" fmla="*/ 4918 h 36065"/>
                <a:gd name="connsiteX47" fmla="*/ 49180 w 113114"/>
                <a:gd name="connsiteY47" fmla="*/ 4918 h 36065"/>
                <a:gd name="connsiteX48" fmla="*/ 44262 w 113114"/>
                <a:gd name="connsiteY48" fmla="*/ 3279 h 36065"/>
                <a:gd name="connsiteX49" fmla="*/ 40983 w 113114"/>
                <a:gd name="connsiteY49" fmla="*/ 3279 h 36065"/>
                <a:gd name="connsiteX50" fmla="*/ 37705 w 113114"/>
                <a:gd name="connsiteY50" fmla="*/ 1639 h 36065"/>
                <a:gd name="connsiteX51" fmla="*/ 34426 w 113114"/>
                <a:gd name="connsiteY51" fmla="*/ 1639 h 36065"/>
                <a:gd name="connsiteX52" fmla="*/ 31148 w 113114"/>
                <a:gd name="connsiteY52" fmla="*/ 1639 h 36065"/>
                <a:gd name="connsiteX53" fmla="*/ 27869 w 113114"/>
                <a:gd name="connsiteY53" fmla="*/ 0 h 36065"/>
                <a:gd name="connsiteX54" fmla="*/ 24590 w 113114"/>
                <a:gd name="connsiteY54" fmla="*/ 0 h 36065"/>
                <a:gd name="connsiteX55" fmla="*/ 19672 w 113114"/>
                <a:gd name="connsiteY55" fmla="*/ 0 h 36065"/>
                <a:gd name="connsiteX56" fmla="*/ 16393 w 113114"/>
                <a:gd name="connsiteY56" fmla="*/ 0 h 36065"/>
                <a:gd name="connsiteX57" fmla="*/ 11475 w 113114"/>
                <a:gd name="connsiteY57" fmla="*/ 3279 h 36065"/>
                <a:gd name="connsiteX58" fmla="*/ 8197 w 113114"/>
                <a:gd name="connsiteY58" fmla="*/ 4918 h 36065"/>
                <a:gd name="connsiteX59" fmla="*/ 8197 w 113114"/>
                <a:gd name="connsiteY59" fmla="*/ 9836 h 36065"/>
                <a:gd name="connsiteX60" fmla="*/ 3279 w 113114"/>
                <a:gd name="connsiteY60" fmla="*/ 9836 h 36065"/>
                <a:gd name="connsiteX61" fmla="*/ 0 w 113114"/>
                <a:gd name="connsiteY61" fmla="*/ 13115 h 36065"/>
                <a:gd name="connsiteX62" fmla="*/ 3279 w 113114"/>
                <a:gd name="connsiteY62" fmla="*/ 16393 h 36065"/>
                <a:gd name="connsiteX63" fmla="*/ 8197 w 113114"/>
                <a:gd name="connsiteY63" fmla="*/ 18033 h 36065"/>
                <a:gd name="connsiteX64" fmla="*/ 11475 w 113114"/>
                <a:gd name="connsiteY64" fmla="*/ 18033 h 36065"/>
                <a:gd name="connsiteX65" fmla="*/ 11475 w 113114"/>
                <a:gd name="connsiteY65" fmla="*/ 21311 h 36065"/>
                <a:gd name="connsiteX66" fmla="*/ 8197 w 113114"/>
                <a:gd name="connsiteY66" fmla="*/ 26229 h 36065"/>
                <a:gd name="connsiteX67" fmla="*/ 8197 w 113114"/>
                <a:gd name="connsiteY67" fmla="*/ 29508 h 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13114" h="36065">
                  <a:moveTo>
                    <a:pt x="8197" y="31147"/>
                  </a:moveTo>
                  <a:lnTo>
                    <a:pt x="11475" y="32787"/>
                  </a:lnTo>
                  <a:lnTo>
                    <a:pt x="14754" y="36065"/>
                  </a:lnTo>
                  <a:lnTo>
                    <a:pt x="18033" y="36065"/>
                  </a:lnTo>
                  <a:lnTo>
                    <a:pt x="22951" y="36065"/>
                  </a:lnTo>
                  <a:lnTo>
                    <a:pt x="27869" y="36065"/>
                  </a:lnTo>
                  <a:lnTo>
                    <a:pt x="31148" y="34426"/>
                  </a:lnTo>
                  <a:lnTo>
                    <a:pt x="34426" y="34426"/>
                  </a:lnTo>
                  <a:lnTo>
                    <a:pt x="39344" y="32787"/>
                  </a:lnTo>
                  <a:lnTo>
                    <a:pt x="42623" y="32787"/>
                  </a:lnTo>
                  <a:lnTo>
                    <a:pt x="47541" y="31147"/>
                  </a:lnTo>
                  <a:lnTo>
                    <a:pt x="50820" y="31147"/>
                  </a:lnTo>
                  <a:lnTo>
                    <a:pt x="55738" y="31147"/>
                  </a:lnTo>
                  <a:lnTo>
                    <a:pt x="60655" y="31147"/>
                  </a:lnTo>
                  <a:lnTo>
                    <a:pt x="63934" y="31147"/>
                  </a:lnTo>
                  <a:lnTo>
                    <a:pt x="67213" y="31147"/>
                  </a:lnTo>
                  <a:lnTo>
                    <a:pt x="72131" y="31147"/>
                  </a:lnTo>
                  <a:lnTo>
                    <a:pt x="75410" y="31147"/>
                  </a:lnTo>
                  <a:lnTo>
                    <a:pt x="78688" y="31147"/>
                  </a:lnTo>
                  <a:lnTo>
                    <a:pt x="81967" y="32787"/>
                  </a:lnTo>
                  <a:lnTo>
                    <a:pt x="86885" y="32787"/>
                  </a:lnTo>
                  <a:lnTo>
                    <a:pt x="90164" y="32787"/>
                  </a:lnTo>
                  <a:lnTo>
                    <a:pt x="93442" y="32787"/>
                  </a:lnTo>
                  <a:lnTo>
                    <a:pt x="98360" y="32787"/>
                  </a:lnTo>
                  <a:lnTo>
                    <a:pt x="101639" y="32787"/>
                  </a:lnTo>
                  <a:lnTo>
                    <a:pt x="104918" y="32787"/>
                  </a:lnTo>
                  <a:lnTo>
                    <a:pt x="109836" y="32787"/>
                  </a:lnTo>
                  <a:lnTo>
                    <a:pt x="113114" y="31147"/>
                  </a:lnTo>
                  <a:lnTo>
                    <a:pt x="109836" y="27869"/>
                  </a:lnTo>
                  <a:lnTo>
                    <a:pt x="111475" y="24590"/>
                  </a:lnTo>
                  <a:lnTo>
                    <a:pt x="108196" y="21311"/>
                  </a:lnTo>
                  <a:lnTo>
                    <a:pt x="109836" y="18033"/>
                  </a:lnTo>
                  <a:lnTo>
                    <a:pt x="104918" y="14754"/>
                  </a:lnTo>
                  <a:lnTo>
                    <a:pt x="103278" y="11475"/>
                  </a:lnTo>
                  <a:lnTo>
                    <a:pt x="98360" y="8197"/>
                  </a:lnTo>
                  <a:lnTo>
                    <a:pt x="95082" y="6557"/>
                  </a:lnTo>
                  <a:lnTo>
                    <a:pt x="91803" y="6557"/>
                  </a:lnTo>
                  <a:lnTo>
                    <a:pt x="88524" y="4918"/>
                  </a:lnTo>
                  <a:lnTo>
                    <a:pt x="83606" y="3279"/>
                  </a:lnTo>
                  <a:lnTo>
                    <a:pt x="80328" y="3279"/>
                  </a:lnTo>
                  <a:lnTo>
                    <a:pt x="75410" y="3279"/>
                  </a:lnTo>
                  <a:lnTo>
                    <a:pt x="72131" y="3279"/>
                  </a:lnTo>
                  <a:lnTo>
                    <a:pt x="68852" y="3279"/>
                  </a:lnTo>
                  <a:lnTo>
                    <a:pt x="63934" y="3279"/>
                  </a:lnTo>
                  <a:lnTo>
                    <a:pt x="60655" y="4918"/>
                  </a:lnTo>
                  <a:lnTo>
                    <a:pt x="57377" y="4918"/>
                  </a:lnTo>
                  <a:lnTo>
                    <a:pt x="52459" y="4918"/>
                  </a:lnTo>
                  <a:lnTo>
                    <a:pt x="49180" y="4918"/>
                  </a:lnTo>
                  <a:lnTo>
                    <a:pt x="44262" y="3279"/>
                  </a:lnTo>
                  <a:lnTo>
                    <a:pt x="40983" y="3279"/>
                  </a:lnTo>
                  <a:lnTo>
                    <a:pt x="37705" y="1639"/>
                  </a:lnTo>
                  <a:lnTo>
                    <a:pt x="34426" y="1639"/>
                  </a:lnTo>
                  <a:lnTo>
                    <a:pt x="31148" y="1639"/>
                  </a:lnTo>
                  <a:lnTo>
                    <a:pt x="27869" y="0"/>
                  </a:lnTo>
                  <a:lnTo>
                    <a:pt x="24590" y="0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1475" y="3279"/>
                  </a:lnTo>
                  <a:lnTo>
                    <a:pt x="8197" y="4918"/>
                  </a:lnTo>
                  <a:lnTo>
                    <a:pt x="8197" y="9836"/>
                  </a:lnTo>
                  <a:lnTo>
                    <a:pt x="3279" y="9836"/>
                  </a:lnTo>
                  <a:lnTo>
                    <a:pt x="0" y="13115"/>
                  </a:lnTo>
                  <a:lnTo>
                    <a:pt x="3279" y="16393"/>
                  </a:lnTo>
                  <a:lnTo>
                    <a:pt x="8197" y="18033"/>
                  </a:lnTo>
                  <a:lnTo>
                    <a:pt x="11475" y="18033"/>
                  </a:lnTo>
                  <a:lnTo>
                    <a:pt x="11475" y="21311"/>
                  </a:lnTo>
                  <a:lnTo>
                    <a:pt x="8197" y="26229"/>
                  </a:lnTo>
                  <a:lnTo>
                    <a:pt x="8197" y="2950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1" name="Freeform 3510">
              <a:extLst>
                <a:ext uri="{FF2B5EF4-FFF2-40B4-BE49-F238E27FC236}">
                  <a16:creationId xmlns:a16="http://schemas.microsoft.com/office/drawing/2014/main" id="{671CFF4E-53D4-204A-8CF0-9BE69CCC2C6F}"/>
                </a:ext>
              </a:extLst>
            </p:cNvPr>
            <p:cNvSpPr/>
            <p:nvPr/>
          </p:nvSpPr>
          <p:spPr>
            <a:xfrm>
              <a:off x="3340274" y="1031304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163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2" name="Freeform 3511">
              <a:extLst>
                <a:ext uri="{FF2B5EF4-FFF2-40B4-BE49-F238E27FC236}">
                  <a16:creationId xmlns:a16="http://schemas.microsoft.com/office/drawing/2014/main" id="{CC60CDE5-CE9C-6C43-9529-B3EF97AB2971}"/>
                </a:ext>
              </a:extLst>
            </p:cNvPr>
            <p:cNvSpPr/>
            <p:nvPr/>
          </p:nvSpPr>
          <p:spPr>
            <a:xfrm>
              <a:off x="3341914" y="1485401"/>
              <a:ext cx="22950" cy="13114"/>
            </a:xfrm>
            <a:custGeom>
              <a:avLst/>
              <a:gdLst>
                <a:gd name="connsiteX0" fmla="*/ 21311 w 22950"/>
                <a:gd name="connsiteY0" fmla="*/ 0 h 13114"/>
                <a:gd name="connsiteX1" fmla="*/ 18033 w 22950"/>
                <a:gd name="connsiteY1" fmla="*/ 0 h 13114"/>
                <a:gd name="connsiteX2" fmla="*/ 13115 w 22950"/>
                <a:gd name="connsiteY2" fmla="*/ 0 h 13114"/>
                <a:gd name="connsiteX3" fmla="*/ 9836 w 22950"/>
                <a:gd name="connsiteY3" fmla="*/ 4918 h 13114"/>
                <a:gd name="connsiteX4" fmla="*/ 6557 w 22950"/>
                <a:gd name="connsiteY4" fmla="*/ 6557 h 13114"/>
                <a:gd name="connsiteX5" fmla="*/ 1639 w 22950"/>
                <a:gd name="connsiteY5" fmla="*/ 9836 h 13114"/>
                <a:gd name="connsiteX6" fmla="*/ 0 w 22950"/>
                <a:gd name="connsiteY6" fmla="*/ 13115 h 13114"/>
                <a:gd name="connsiteX7" fmla="*/ 4918 w 22950"/>
                <a:gd name="connsiteY7" fmla="*/ 13115 h 13114"/>
                <a:gd name="connsiteX8" fmla="*/ 8197 w 22950"/>
                <a:gd name="connsiteY8" fmla="*/ 11475 h 13114"/>
                <a:gd name="connsiteX9" fmla="*/ 11475 w 22950"/>
                <a:gd name="connsiteY9" fmla="*/ 11475 h 13114"/>
                <a:gd name="connsiteX10" fmla="*/ 16393 w 22950"/>
                <a:gd name="connsiteY10" fmla="*/ 9836 h 13114"/>
                <a:gd name="connsiteX11" fmla="*/ 19672 w 22950"/>
                <a:gd name="connsiteY11" fmla="*/ 8197 h 13114"/>
                <a:gd name="connsiteX12" fmla="*/ 22951 w 22950"/>
                <a:gd name="connsiteY12" fmla="*/ 3279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50" h="13114">
                  <a:moveTo>
                    <a:pt x="21311" y="0"/>
                  </a:moveTo>
                  <a:lnTo>
                    <a:pt x="18033" y="0"/>
                  </a:lnTo>
                  <a:lnTo>
                    <a:pt x="13115" y="0"/>
                  </a:lnTo>
                  <a:lnTo>
                    <a:pt x="9836" y="4918"/>
                  </a:lnTo>
                  <a:lnTo>
                    <a:pt x="6557" y="6557"/>
                  </a:lnTo>
                  <a:lnTo>
                    <a:pt x="1639" y="9836"/>
                  </a:lnTo>
                  <a:lnTo>
                    <a:pt x="0" y="13115"/>
                  </a:lnTo>
                  <a:lnTo>
                    <a:pt x="4918" y="13115"/>
                  </a:lnTo>
                  <a:lnTo>
                    <a:pt x="8197" y="11475"/>
                  </a:lnTo>
                  <a:lnTo>
                    <a:pt x="11475" y="11475"/>
                  </a:lnTo>
                  <a:lnTo>
                    <a:pt x="16393" y="9836"/>
                  </a:lnTo>
                  <a:lnTo>
                    <a:pt x="19672" y="8197"/>
                  </a:lnTo>
                  <a:lnTo>
                    <a:pt x="22951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3" name="Freeform 3512">
              <a:extLst>
                <a:ext uri="{FF2B5EF4-FFF2-40B4-BE49-F238E27FC236}">
                  <a16:creationId xmlns:a16="http://schemas.microsoft.com/office/drawing/2014/main" id="{F1CAF48D-1447-B34F-A384-2CCCE97F7097}"/>
                </a:ext>
              </a:extLst>
            </p:cNvPr>
            <p:cNvSpPr/>
            <p:nvPr/>
          </p:nvSpPr>
          <p:spPr>
            <a:xfrm>
              <a:off x="3341914" y="1167369"/>
              <a:ext cx="18032" cy="14754"/>
            </a:xfrm>
            <a:custGeom>
              <a:avLst/>
              <a:gdLst>
                <a:gd name="connsiteX0" fmla="*/ 6557 w 18032"/>
                <a:gd name="connsiteY0" fmla="*/ 14754 h 14754"/>
                <a:gd name="connsiteX1" fmla="*/ 8197 w 18032"/>
                <a:gd name="connsiteY1" fmla="*/ 14754 h 14754"/>
                <a:gd name="connsiteX2" fmla="*/ 13115 w 18032"/>
                <a:gd name="connsiteY2" fmla="*/ 14754 h 14754"/>
                <a:gd name="connsiteX3" fmla="*/ 13115 w 18032"/>
                <a:gd name="connsiteY3" fmla="*/ 11475 h 14754"/>
                <a:gd name="connsiteX4" fmla="*/ 18033 w 18032"/>
                <a:gd name="connsiteY4" fmla="*/ 9836 h 14754"/>
                <a:gd name="connsiteX5" fmla="*/ 16393 w 18032"/>
                <a:gd name="connsiteY5" fmla="*/ 4918 h 14754"/>
                <a:gd name="connsiteX6" fmla="*/ 14754 w 18032"/>
                <a:gd name="connsiteY6" fmla="*/ 1639 h 14754"/>
                <a:gd name="connsiteX7" fmla="*/ 11475 w 18032"/>
                <a:gd name="connsiteY7" fmla="*/ 0 h 14754"/>
                <a:gd name="connsiteX8" fmla="*/ 6557 w 18032"/>
                <a:gd name="connsiteY8" fmla="*/ 3279 h 14754"/>
                <a:gd name="connsiteX9" fmla="*/ 3279 w 18032"/>
                <a:gd name="connsiteY9" fmla="*/ 4918 h 14754"/>
                <a:gd name="connsiteX10" fmla="*/ 0 w 18032"/>
                <a:gd name="connsiteY10" fmla="*/ 8197 h 14754"/>
                <a:gd name="connsiteX11" fmla="*/ 4918 w 18032"/>
                <a:gd name="connsiteY11" fmla="*/ 11475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2" h="14754">
                  <a:moveTo>
                    <a:pt x="6557" y="14754"/>
                  </a:moveTo>
                  <a:lnTo>
                    <a:pt x="8197" y="14754"/>
                  </a:lnTo>
                  <a:lnTo>
                    <a:pt x="13115" y="14754"/>
                  </a:lnTo>
                  <a:lnTo>
                    <a:pt x="13115" y="11475"/>
                  </a:lnTo>
                  <a:lnTo>
                    <a:pt x="18033" y="9836"/>
                  </a:lnTo>
                  <a:lnTo>
                    <a:pt x="16393" y="4918"/>
                  </a:lnTo>
                  <a:lnTo>
                    <a:pt x="14754" y="1639"/>
                  </a:lnTo>
                  <a:lnTo>
                    <a:pt x="11475" y="0"/>
                  </a:lnTo>
                  <a:lnTo>
                    <a:pt x="6557" y="3279"/>
                  </a:lnTo>
                  <a:lnTo>
                    <a:pt x="3279" y="4918"/>
                  </a:lnTo>
                  <a:lnTo>
                    <a:pt x="0" y="8197"/>
                  </a:lnTo>
                  <a:lnTo>
                    <a:pt x="4918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4" name="Freeform 3513">
              <a:extLst>
                <a:ext uri="{FF2B5EF4-FFF2-40B4-BE49-F238E27FC236}">
                  <a16:creationId xmlns:a16="http://schemas.microsoft.com/office/drawing/2014/main" id="{E21F0FAF-7F04-074A-8A4B-0FF980F6C557}"/>
                </a:ext>
              </a:extLst>
            </p:cNvPr>
            <p:cNvSpPr/>
            <p:nvPr/>
          </p:nvSpPr>
          <p:spPr>
            <a:xfrm>
              <a:off x="3345192" y="1188681"/>
              <a:ext cx="39344" cy="14754"/>
            </a:xfrm>
            <a:custGeom>
              <a:avLst/>
              <a:gdLst>
                <a:gd name="connsiteX0" fmla="*/ 32787 w 39344"/>
                <a:gd name="connsiteY0" fmla="*/ 6557 h 14754"/>
                <a:gd name="connsiteX1" fmla="*/ 29508 w 39344"/>
                <a:gd name="connsiteY1" fmla="*/ 6557 h 14754"/>
                <a:gd name="connsiteX2" fmla="*/ 26229 w 39344"/>
                <a:gd name="connsiteY2" fmla="*/ 4918 h 14754"/>
                <a:gd name="connsiteX3" fmla="*/ 21311 w 39344"/>
                <a:gd name="connsiteY3" fmla="*/ 3279 h 14754"/>
                <a:gd name="connsiteX4" fmla="*/ 18033 w 39344"/>
                <a:gd name="connsiteY4" fmla="*/ 3279 h 14754"/>
                <a:gd name="connsiteX5" fmla="*/ 19672 w 39344"/>
                <a:gd name="connsiteY5" fmla="*/ 0 h 14754"/>
                <a:gd name="connsiteX6" fmla="*/ 16393 w 39344"/>
                <a:gd name="connsiteY6" fmla="*/ 1639 h 14754"/>
                <a:gd name="connsiteX7" fmla="*/ 11475 w 39344"/>
                <a:gd name="connsiteY7" fmla="*/ 3279 h 14754"/>
                <a:gd name="connsiteX8" fmla="*/ 8197 w 39344"/>
                <a:gd name="connsiteY8" fmla="*/ 3279 h 14754"/>
                <a:gd name="connsiteX9" fmla="*/ 3279 w 39344"/>
                <a:gd name="connsiteY9" fmla="*/ 3279 h 14754"/>
                <a:gd name="connsiteX10" fmla="*/ 0 w 39344"/>
                <a:gd name="connsiteY10" fmla="*/ 8197 h 14754"/>
                <a:gd name="connsiteX11" fmla="*/ 0 w 39344"/>
                <a:gd name="connsiteY11" fmla="*/ 11475 h 14754"/>
                <a:gd name="connsiteX12" fmla="*/ 4918 w 39344"/>
                <a:gd name="connsiteY12" fmla="*/ 14754 h 14754"/>
                <a:gd name="connsiteX13" fmla="*/ 8197 w 39344"/>
                <a:gd name="connsiteY13" fmla="*/ 14754 h 14754"/>
                <a:gd name="connsiteX14" fmla="*/ 13115 w 39344"/>
                <a:gd name="connsiteY14" fmla="*/ 14754 h 14754"/>
                <a:gd name="connsiteX15" fmla="*/ 16393 w 39344"/>
                <a:gd name="connsiteY15" fmla="*/ 14754 h 14754"/>
                <a:gd name="connsiteX16" fmla="*/ 19672 w 39344"/>
                <a:gd name="connsiteY16" fmla="*/ 14754 h 14754"/>
                <a:gd name="connsiteX17" fmla="*/ 24590 w 39344"/>
                <a:gd name="connsiteY17" fmla="*/ 14754 h 14754"/>
                <a:gd name="connsiteX18" fmla="*/ 27869 w 39344"/>
                <a:gd name="connsiteY18" fmla="*/ 14754 h 14754"/>
                <a:gd name="connsiteX19" fmla="*/ 31148 w 39344"/>
                <a:gd name="connsiteY19" fmla="*/ 14754 h 14754"/>
                <a:gd name="connsiteX20" fmla="*/ 36065 w 39344"/>
                <a:gd name="connsiteY20" fmla="*/ 14754 h 14754"/>
                <a:gd name="connsiteX21" fmla="*/ 37705 w 39344"/>
                <a:gd name="connsiteY21" fmla="*/ 11475 h 14754"/>
                <a:gd name="connsiteX22" fmla="*/ 39344 w 39344"/>
                <a:gd name="connsiteY22" fmla="*/ 6557 h 14754"/>
                <a:gd name="connsiteX23" fmla="*/ 34426 w 39344"/>
                <a:gd name="connsiteY23" fmla="*/ 6557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9344" h="14754">
                  <a:moveTo>
                    <a:pt x="32787" y="6557"/>
                  </a:moveTo>
                  <a:lnTo>
                    <a:pt x="29508" y="6557"/>
                  </a:lnTo>
                  <a:lnTo>
                    <a:pt x="26229" y="4918"/>
                  </a:lnTo>
                  <a:lnTo>
                    <a:pt x="21311" y="3279"/>
                  </a:lnTo>
                  <a:lnTo>
                    <a:pt x="18033" y="3279"/>
                  </a:lnTo>
                  <a:lnTo>
                    <a:pt x="19672" y="0"/>
                  </a:lnTo>
                  <a:lnTo>
                    <a:pt x="16393" y="1639"/>
                  </a:lnTo>
                  <a:lnTo>
                    <a:pt x="11475" y="3279"/>
                  </a:lnTo>
                  <a:lnTo>
                    <a:pt x="8197" y="3279"/>
                  </a:lnTo>
                  <a:lnTo>
                    <a:pt x="3279" y="3279"/>
                  </a:lnTo>
                  <a:lnTo>
                    <a:pt x="0" y="8197"/>
                  </a:lnTo>
                  <a:lnTo>
                    <a:pt x="0" y="11475"/>
                  </a:lnTo>
                  <a:lnTo>
                    <a:pt x="4918" y="14754"/>
                  </a:lnTo>
                  <a:lnTo>
                    <a:pt x="8197" y="14754"/>
                  </a:lnTo>
                  <a:lnTo>
                    <a:pt x="13115" y="14754"/>
                  </a:lnTo>
                  <a:lnTo>
                    <a:pt x="16393" y="14754"/>
                  </a:lnTo>
                  <a:lnTo>
                    <a:pt x="19672" y="14754"/>
                  </a:lnTo>
                  <a:lnTo>
                    <a:pt x="24590" y="14754"/>
                  </a:lnTo>
                  <a:lnTo>
                    <a:pt x="27869" y="14754"/>
                  </a:lnTo>
                  <a:lnTo>
                    <a:pt x="31148" y="14754"/>
                  </a:lnTo>
                  <a:lnTo>
                    <a:pt x="36065" y="14754"/>
                  </a:lnTo>
                  <a:lnTo>
                    <a:pt x="37705" y="11475"/>
                  </a:lnTo>
                  <a:lnTo>
                    <a:pt x="39344" y="6557"/>
                  </a:lnTo>
                  <a:lnTo>
                    <a:pt x="34426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5" name="Freeform 3514">
              <a:extLst>
                <a:ext uri="{FF2B5EF4-FFF2-40B4-BE49-F238E27FC236}">
                  <a16:creationId xmlns:a16="http://schemas.microsoft.com/office/drawing/2014/main" id="{C916F6D1-4807-3240-87D6-2FC0834AF889}"/>
                </a:ext>
              </a:extLst>
            </p:cNvPr>
            <p:cNvSpPr/>
            <p:nvPr/>
          </p:nvSpPr>
          <p:spPr>
            <a:xfrm>
              <a:off x="3356668" y="1031304"/>
              <a:ext cx="3278" cy="4917"/>
            </a:xfrm>
            <a:custGeom>
              <a:avLst/>
              <a:gdLst>
                <a:gd name="connsiteX0" fmla="*/ 3279 w 3278"/>
                <a:gd name="connsiteY0" fmla="*/ 1639 h 4917"/>
                <a:gd name="connsiteX1" fmla="*/ 1639 w 3278"/>
                <a:gd name="connsiteY1" fmla="*/ 0 h 4917"/>
                <a:gd name="connsiteX2" fmla="*/ 0 w 3278"/>
                <a:gd name="connsiteY2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7">
                  <a:moveTo>
                    <a:pt x="3279" y="1639"/>
                  </a:moveTo>
                  <a:lnTo>
                    <a:pt x="1639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6" name="Freeform 3515">
              <a:extLst>
                <a:ext uri="{FF2B5EF4-FFF2-40B4-BE49-F238E27FC236}">
                  <a16:creationId xmlns:a16="http://schemas.microsoft.com/office/drawing/2014/main" id="{1FD86868-F1CC-FA49-A84D-943958E95188}"/>
                </a:ext>
              </a:extLst>
            </p:cNvPr>
            <p:cNvSpPr/>
            <p:nvPr/>
          </p:nvSpPr>
          <p:spPr>
            <a:xfrm>
              <a:off x="3361586" y="1169009"/>
              <a:ext cx="6557" cy="4917"/>
            </a:xfrm>
            <a:custGeom>
              <a:avLst/>
              <a:gdLst>
                <a:gd name="connsiteX0" fmla="*/ 3279 w 6557"/>
                <a:gd name="connsiteY0" fmla="*/ 0 h 4917"/>
                <a:gd name="connsiteX1" fmla="*/ 1639 w 6557"/>
                <a:gd name="connsiteY1" fmla="*/ 1639 h 4917"/>
                <a:gd name="connsiteX2" fmla="*/ 0 w 6557"/>
                <a:gd name="connsiteY2" fmla="*/ 4918 h 4917"/>
                <a:gd name="connsiteX3" fmla="*/ 3279 w 6557"/>
                <a:gd name="connsiteY3" fmla="*/ 4918 h 4917"/>
                <a:gd name="connsiteX4" fmla="*/ 6557 w 6557"/>
                <a:gd name="connsiteY4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7">
                  <a:moveTo>
                    <a:pt x="3279" y="0"/>
                  </a:moveTo>
                  <a:lnTo>
                    <a:pt x="1639" y="1639"/>
                  </a:lnTo>
                  <a:lnTo>
                    <a:pt x="0" y="4918"/>
                  </a:lnTo>
                  <a:lnTo>
                    <a:pt x="3279" y="4918"/>
                  </a:lnTo>
                  <a:lnTo>
                    <a:pt x="655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7" name="Freeform 3516">
              <a:extLst>
                <a:ext uri="{FF2B5EF4-FFF2-40B4-BE49-F238E27FC236}">
                  <a16:creationId xmlns:a16="http://schemas.microsoft.com/office/drawing/2014/main" id="{D0B70495-DBA6-CB49-8085-0371A9AFE02A}"/>
                </a:ext>
              </a:extLst>
            </p:cNvPr>
            <p:cNvSpPr/>
            <p:nvPr/>
          </p:nvSpPr>
          <p:spPr>
            <a:xfrm>
              <a:off x="3364864" y="855895"/>
              <a:ext cx="16393" cy="4918"/>
            </a:xfrm>
            <a:custGeom>
              <a:avLst/>
              <a:gdLst>
                <a:gd name="connsiteX0" fmla="*/ 8197 w 16393"/>
                <a:gd name="connsiteY0" fmla="*/ 0 h 4918"/>
                <a:gd name="connsiteX1" fmla="*/ 3279 w 16393"/>
                <a:gd name="connsiteY1" fmla="*/ 0 h 4918"/>
                <a:gd name="connsiteX2" fmla="*/ 0 w 16393"/>
                <a:gd name="connsiteY2" fmla="*/ 1639 h 4918"/>
                <a:gd name="connsiteX3" fmla="*/ 3279 w 16393"/>
                <a:gd name="connsiteY3" fmla="*/ 1639 h 4918"/>
                <a:gd name="connsiteX4" fmla="*/ 8197 w 16393"/>
                <a:gd name="connsiteY4" fmla="*/ 4918 h 4918"/>
                <a:gd name="connsiteX5" fmla="*/ 11476 w 16393"/>
                <a:gd name="connsiteY5" fmla="*/ 3279 h 4918"/>
                <a:gd name="connsiteX6" fmla="*/ 16393 w 16393"/>
                <a:gd name="connsiteY6" fmla="*/ 1639 h 4918"/>
                <a:gd name="connsiteX7" fmla="*/ 13115 w 16393"/>
                <a:gd name="connsiteY7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3" h="4918">
                  <a:moveTo>
                    <a:pt x="8197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lnTo>
                    <a:pt x="8197" y="4918"/>
                  </a:lnTo>
                  <a:lnTo>
                    <a:pt x="11476" y="3279"/>
                  </a:lnTo>
                  <a:lnTo>
                    <a:pt x="16393" y="1639"/>
                  </a:lnTo>
                  <a:lnTo>
                    <a:pt x="13115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8" name="Freeform 3517">
              <a:extLst>
                <a:ext uri="{FF2B5EF4-FFF2-40B4-BE49-F238E27FC236}">
                  <a16:creationId xmlns:a16="http://schemas.microsoft.com/office/drawing/2014/main" id="{560920D9-FDFB-A84F-9D42-254463A450F9}"/>
                </a:ext>
              </a:extLst>
            </p:cNvPr>
            <p:cNvSpPr/>
            <p:nvPr/>
          </p:nvSpPr>
          <p:spPr>
            <a:xfrm>
              <a:off x="3368143" y="1177205"/>
              <a:ext cx="6557" cy="8196"/>
            </a:xfrm>
            <a:custGeom>
              <a:avLst/>
              <a:gdLst>
                <a:gd name="connsiteX0" fmla="*/ 3279 w 6557"/>
                <a:gd name="connsiteY0" fmla="*/ 0 h 8196"/>
                <a:gd name="connsiteX1" fmla="*/ 3279 w 6557"/>
                <a:gd name="connsiteY1" fmla="*/ 0 h 8196"/>
                <a:gd name="connsiteX2" fmla="*/ 0 w 6557"/>
                <a:gd name="connsiteY2" fmla="*/ 4918 h 8196"/>
                <a:gd name="connsiteX3" fmla="*/ 3279 w 6557"/>
                <a:gd name="connsiteY3" fmla="*/ 8197 h 8196"/>
                <a:gd name="connsiteX4" fmla="*/ 6557 w 6557"/>
                <a:gd name="connsiteY4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8196">
                  <a:moveTo>
                    <a:pt x="3279" y="0"/>
                  </a:moveTo>
                  <a:lnTo>
                    <a:pt x="3279" y="0"/>
                  </a:lnTo>
                  <a:lnTo>
                    <a:pt x="0" y="4918"/>
                  </a:lnTo>
                  <a:lnTo>
                    <a:pt x="3279" y="8197"/>
                  </a:lnTo>
                  <a:lnTo>
                    <a:pt x="655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9" name="Freeform 3518">
              <a:extLst>
                <a:ext uri="{FF2B5EF4-FFF2-40B4-BE49-F238E27FC236}">
                  <a16:creationId xmlns:a16="http://schemas.microsoft.com/office/drawing/2014/main" id="{7E64B34F-C63A-A746-B7DB-F7D9CF11B5F7}"/>
                </a:ext>
              </a:extLst>
            </p:cNvPr>
            <p:cNvSpPr/>
            <p:nvPr/>
          </p:nvSpPr>
          <p:spPr>
            <a:xfrm>
              <a:off x="3394373" y="808355"/>
              <a:ext cx="36065" cy="6557"/>
            </a:xfrm>
            <a:custGeom>
              <a:avLst/>
              <a:gdLst>
                <a:gd name="connsiteX0" fmla="*/ 19672 w 36065"/>
                <a:gd name="connsiteY0" fmla="*/ 0 h 6557"/>
                <a:gd name="connsiteX1" fmla="*/ 18033 w 36065"/>
                <a:gd name="connsiteY1" fmla="*/ 0 h 6557"/>
                <a:gd name="connsiteX2" fmla="*/ 14754 w 36065"/>
                <a:gd name="connsiteY2" fmla="*/ 1639 h 6557"/>
                <a:gd name="connsiteX3" fmla="*/ 11475 w 36065"/>
                <a:gd name="connsiteY3" fmla="*/ 1639 h 6557"/>
                <a:gd name="connsiteX4" fmla="*/ 6557 w 36065"/>
                <a:gd name="connsiteY4" fmla="*/ 3279 h 6557"/>
                <a:gd name="connsiteX5" fmla="*/ 3279 w 36065"/>
                <a:gd name="connsiteY5" fmla="*/ 4918 h 6557"/>
                <a:gd name="connsiteX6" fmla="*/ 0 w 36065"/>
                <a:gd name="connsiteY6" fmla="*/ 4918 h 6557"/>
                <a:gd name="connsiteX7" fmla="*/ 3279 w 36065"/>
                <a:gd name="connsiteY7" fmla="*/ 6557 h 6557"/>
                <a:gd name="connsiteX8" fmla="*/ 6557 w 36065"/>
                <a:gd name="connsiteY8" fmla="*/ 4918 h 6557"/>
                <a:gd name="connsiteX9" fmla="*/ 11475 w 36065"/>
                <a:gd name="connsiteY9" fmla="*/ 4918 h 6557"/>
                <a:gd name="connsiteX10" fmla="*/ 14754 w 36065"/>
                <a:gd name="connsiteY10" fmla="*/ 4918 h 6557"/>
                <a:gd name="connsiteX11" fmla="*/ 19672 w 36065"/>
                <a:gd name="connsiteY11" fmla="*/ 3279 h 6557"/>
                <a:gd name="connsiteX12" fmla="*/ 24590 w 36065"/>
                <a:gd name="connsiteY12" fmla="*/ 3279 h 6557"/>
                <a:gd name="connsiteX13" fmla="*/ 27869 w 36065"/>
                <a:gd name="connsiteY13" fmla="*/ 3279 h 6557"/>
                <a:gd name="connsiteX14" fmla="*/ 31148 w 36065"/>
                <a:gd name="connsiteY14" fmla="*/ 3279 h 6557"/>
                <a:gd name="connsiteX15" fmla="*/ 36065 w 36065"/>
                <a:gd name="connsiteY15" fmla="*/ 0 h 6557"/>
                <a:gd name="connsiteX16" fmla="*/ 31148 w 36065"/>
                <a:gd name="connsiteY16" fmla="*/ 0 h 6557"/>
                <a:gd name="connsiteX17" fmla="*/ 27869 w 36065"/>
                <a:gd name="connsiteY17" fmla="*/ 0 h 6557"/>
                <a:gd name="connsiteX18" fmla="*/ 22951 w 36065"/>
                <a:gd name="connsiteY18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6065" h="6557">
                  <a:moveTo>
                    <a:pt x="19672" y="0"/>
                  </a:moveTo>
                  <a:lnTo>
                    <a:pt x="18033" y="0"/>
                  </a:lnTo>
                  <a:lnTo>
                    <a:pt x="14754" y="1639"/>
                  </a:lnTo>
                  <a:lnTo>
                    <a:pt x="11475" y="1639"/>
                  </a:lnTo>
                  <a:lnTo>
                    <a:pt x="6557" y="3279"/>
                  </a:lnTo>
                  <a:lnTo>
                    <a:pt x="3279" y="4918"/>
                  </a:lnTo>
                  <a:lnTo>
                    <a:pt x="0" y="4918"/>
                  </a:lnTo>
                  <a:lnTo>
                    <a:pt x="3279" y="6557"/>
                  </a:lnTo>
                  <a:lnTo>
                    <a:pt x="6557" y="4918"/>
                  </a:lnTo>
                  <a:lnTo>
                    <a:pt x="11475" y="4918"/>
                  </a:lnTo>
                  <a:lnTo>
                    <a:pt x="14754" y="4918"/>
                  </a:lnTo>
                  <a:lnTo>
                    <a:pt x="19672" y="3279"/>
                  </a:lnTo>
                  <a:lnTo>
                    <a:pt x="24590" y="3279"/>
                  </a:lnTo>
                  <a:lnTo>
                    <a:pt x="27869" y="3279"/>
                  </a:lnTo>
                  <a:lnTo>
                    <a:pt x="31148" y="3279"/>
                  </a:lnTo>
                  <a:lnTo>
                    <a:pt x="36065" y="0"/>
                  </a:lnTo>
                  <a:lnTo>
                    <a:pt x="31148" y="0"/>
                  </a:lnTo>
                  <a:lnTo>
                    <a:pt x="27869" y="0"/>
                  </a:lnTo>
                  <a:lnTo>
                    <a:pt x="22951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0" name="Freeform 3519">
              <a:extLst>
                <a:ext uri="{FF2B5EF4-FFF2-40B4-BE49-F238E27FC236}">
                  <a16:creationId xmlns:a16="http://schemas.microsoft.com/office/drawing/2014/main" id="{699AEA9B-FF91-6F4E-9302-682C0D668046}"/>
                </a:ext>
              </a:extLst>
            </p:cNvPr>
            <p:cNvSpPr/>
            <p:nvPr/>
          </p:nvSpPr>
          <p:spPr>
            <a:xfrm>
              <a:off x="3418963" y="901797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1" name="Freeform 3520">
              <a:extLst>
                <a:ext uri="{FF2B5EF4-FFF2-40B4-BE49-F238E27FC236}">
                  <a16:creationId xmlns:a16="http://schemas.microsoft.com/office/drawing/2014/main" id="{D7396416-F92B-C84F-AEAE-9B38F884E149}"/>
                </a:ext>
              </a:extLst>
            </p:cNvPr>
            <p:cNvSpPr/>
            <p:nvPr/>
          </p:nvSpPr>
          <p:spPr>
            <a:xfrm>
              <a:off x="3433717" y="1242779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0 w 3278"/>
                <a:gd name="connsiteY1" fmla="*/ 3279 h 3278"/>
                <a:gd name="connsiteX2" fmla="*/ 327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2" name="Freeform 3521">
              <a:extLst>
                <a:ext uri="{FF2B5EF4-FFF2-40B4-BE49-F238E27FC236}">
                  <a16:creationId xmlns:a16="http://schemas.microsoft.com/office/drawing/2014/main" id="{CD708437-B695-5140-B421-1DB3662897DA}"/>
                </a:ext>
              </a:extLst>
            </p:cNvPr>
            <p:cNvSpPr/>
            <p:nvPr/>
          </p:nvSpPr>
          <p:spPr>
            <a:xfrm>
              <a:off x="3451749" y="1434581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6557 w 8196"/>
                <a:gd name="connsiteY1" fmla="*/ 0 h 3278"/>
                <a:gd name="connsiteX2" fmla="*/ 3279 w 8196"/>
                <a:gd name="connsiteY2" fmla="*/ 0 h 3278"/>
                <a:gd name="connsiteX3" fmla="*/ 0 w 8196"/>
                <a:gd name="connsiteY3" fmla="*/ 1639 h 3278"/>
                <a:gd name="connsiteX4" fmla="*/ 3279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655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3" name="Freeform 3522">
              <a:extLst>
                <a:ext uri="{FF2B5EF4-FFF2-40B4-BE49-F238E27FC236}">
                  <a16:creationId xmlns:a16="http://schemas.microsoft.com/office/drawing/2014/main" id="{64416626-C7FC-5C46-9640-6B858CF82B7D}"/>
                </a:ext>
              </a:extLst>
            </p:cNvPr>
            <p:cNvSpPr/>
            <p:nvPr/>
          </p:nvSpPr>
          <p:spPr>
            <a:xfrm>
              <a:off x="3451749" y="903436"/>
              <a:ext cx="29508" cy="11475"/>
            </a:xfrm>
            <a:custGeom>
              <a:avLst/>
              <a:gdLst>
                <a:gd name="connsiteX0" fmla="*/ 29508 w 29508"/>
                <a:gd name="connsiteY0" fmla="*/ 1639 h 11475"/>
                <a:gd name="connsiteX1" fmla="*/ 27869 w 29508"/>
                <a:gd name="connsiteY1" fmla="*/ 0 h 11475"/>
                <a:gd name="connsiteX2" fmla="*/ 24590 w 29508"/>
                <a:gd name="connsiteY2" fmla="*/ 1639 h 11475"/>
                <a:gd name="connsiteX3" fmla="*/ 19672 w 29508"/>
                <a:gd name="connsiteY3" fmla="*/ 3279 h 11475"/>
                <a:gd name="connsiteX4" fmla="*/ 16393 w 29508"/>
                <a:gd name="connsiteY4" fmla="*/ 3279 h 11475"/>
                <a:gd name="connsiteX5" fmla="*/ 11475 w 29508"/>
                <a:gd name="connsiteY5" fmla="*/ 4918 h 11475"/>
                <a:gd name="connsiteX6" fmla="*/ 8197 w 29508"/>
                <a:gd name="connsiteY6" fmla="*/ 6557 h 11475"/>
                <a:gd name="connsiteX7" fmla="*/ 4918 w 29508"/>
                <a:gd name="connsiteY7" fmla="*/ 8197 h 11475"/>
                <a:gd name="connsiteX8" fmla="*/ 0 w 29508"/>
                <a:gd name="connsiteY8" fmla="*/ 11475 h 11475"/>
                <a:gd name="connsiteX9" fmla="*/ 4918 w 29508"/>
                <a:gd name="connsiteY9" fmla="*/ 11475 h 11475"/>
                <a:gd name="connsiteX10" fmla="*/ 8197 w 29508"/>
                <a:gd name="connsiteY10" fmla="*/ 9836 h 11475"/>
                <a:gd name="connsiteX11" fmla="*/ 11475 w 29508"/>
                <a:gd name="connsiteY11" fmla="*/ 9836 h 11475"/>
                <a:gd name="connsiteX12" fmla="*/ 16393 w 29508"/>
                <a:gd name="connsiteY12" fmla="*/ 9836 h 11475"/>
                <a:gd name="connsiteX13" fmla="*/ 19672 w 29508"/>
                <a:gd name="connsiteY13" fmla="*/ 9836 h 11475"/>
                <a:gd name="connsiteX14" fmla="*/ 16393 w 29508"/>
                <a:gd name="connsiteY14" fmla="*/ 6557 h 11475"/>
                <a:gd name="connsiteX15" fmla="*/ 21311 w 29508"/>
                <a:gd name="connsiteY15" fmla="*/ 4918 h 11475"/>
                <a:gd name="connsiteX16" fmla="*/ 24590 w 29508"/>
                <a:gd name="connsiteY16" fmla="*/ 327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508" h="11475">
                  <a:moveTo>
                    <a:pt x="29508" y="1639"/>
                  </a:moveTo>
                  <a:lnTo>
                    <a:pt x="27869" y="0"/>
                  </a:lnTo>
                  <a:lnTo>
                    <a:pt x="24590" y="1639"/>
                  </a:lnTo>
                  <a:lnTo>
                    <a:pt x="19672" y="3279"/>
                  </a:lnTo>
                  <a:lnTo>
                    <a:pt x="16393" y="3279"/>
                  </a:lnTo>
                  <a:lnTo>
                    <a:pt x="11475" y="4918"/>
                  </a:lnTo>
                  <a:lnTo>
                    <a:pt x="8197" y="6557"/>
                  </a:lnTo>
                  <a:lnTo>
                    <a:pt x="4918" y="8197"/>
                  </a:lnTo>
                  <a:lnTo>
                    <a:pt x="0" y="11475"/>
                  </a:lnTo>
                  <a:lnTo>
                    <a:pt x="4918" y="11475"/>
                  </a:lnTo>
                  <a:lnTo>
                    <a:pt x="8197" y="9836"/>
                  </a:lnTo>
                  <a:lnTo>
                    <a:pt x="11475" y="9836"/>
                  </a:lnTo>
                  <a:lnTo>
                    <a:pt x="16393" y="9836"/>
                  </a:lnTo>
                  <a:lnTo>
                    <a:pt x="19672" y="9836"/>
                  </a:lnTo>
                  <a:lnTo>
                    <a:pt x="16393" y="6557"/>
                  </a:lnTo>
                  <a:lnTo>
                    <a:pt x="21311" y="4918"/>
                  </a:lnTo>
                  <a:lnTo>
                    <a:pt x="2459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4" name="Freeform 3523">
              <a:extLst>
                <a:ext uri="{FF2B5EF4-FFF2-40B4-BE49-F238E27FC236}">
                  <a16:creationId xmlns:a16="http://schemas.microsoft.com/office/drawing/2014/main" id="{E67C73EF-F829-9A43-87A0-7701C2DAC9F8}"/>
                </a:ext>
              </a:extLst>
            </p:cNvPr>
            <p:cNvSpPr/>
            <p:nvPr/>
          </p:nvSpPr>
          <p:spPr>
            <a:xfrm>
              <a:off x="3455028" y="1488679"/>
              <a:ext cx="11475" cy="6557"/>
            </a:xfrm>
            <a:custGeom>
              <a:avLst/>
              <a:gdLst>
                <a:gd name="connsiteX0" fmla="*/ 6557 w 11475"/>
                <a:gd name="connsiteY0" fmla="*/ 6557 h 6557"/>
                <a:gd name="connsiteX1" fmla="*/ 11476 w 11475"/>
                <a:gd name="connsiteY1" fmla="*/ 4918 h 6557"/>
                <a:gd name="connsiteX2" fmla="*/ 11476 w 11475"/>
                <a:gd name="connsiteY2" fmla="*/ 4918 h 6557"/>
                <a:gd name="connsiteX3" fmla="*/ 8197 w 11475"/>
                <a:gd name="connsiteY3" fmla="*/ 1639 h 6557"/>
                <a:gd name="connsiteX4" fmla="*/ 3279 w 11475"/>
                <a:gd name="connsiteY4" fmla="*/ 0 h 6557"/>
                <a:gd name="connsiteX5" fmla="*/ 0 w 11475"/>
                <a:gd name="connsiteY5" fmla="*/ 0 h 6557"/>
                <a:gd name="connsiteX6" fmla="*/ 1639 w 11475"/>
                <a:gd name="connsiteY6" fmla="*/ 4918 h 6557"/>
                <a:gd name="connsiteX7" fmla="*/ 4918 w 11475"/>
                <a:gd name="connsiteY7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6557">
                  <a:moveTo>
                    <a:pt x="6557" y="6557"/>
                  </a:moveTo>
                  <a:lnTo>
                    <a:pt x="11476" y="4918"/>
                  </a:lnTo>
                  <a:lnTo>
                    <a:pt x="11476" y="4918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1639" y="4918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5" name="Freeform 3524">
              <a:extLst>
                <a:ext uri="{FF2B5EF4-FFF2-40B4-BE49-F238E27FC236}">
                  <a16:creationId xmlns:a16="http://schemas.microsoft.com/office/drawing/2014/main" id="{F4E45CA4-2BFE-164D-8334-66D77BCB4FB4}"/>
                </a:ext>
              </a:extLst>
            </p:cNvPr>
            <p:cNvSpPr/>
            <p:nvPr/>
          </p:nvSpPr>
          <p:spPr>
            <a:xfrm>
              <a:off x="3458307" y="1057534"/>
              <a:ext cx="3278" cy="16393"/>
            </a:xfrm>
            <a:custGeom>
              <a:avLst/>
              <a:gdLst>
                <a:gd name="connsiteX0" fmla="*/ 0 w 3278"/>
                <a:gd name="connsiteY0" fmla="*/ 0 h 16393"/>
                <a:gd name="connsiteX1" fmla="*/ 0 w 3278"/>
                <a:gd name="connsiteY1" fmla="*/ 0 h 16393"/>
                <a:gd name="connsiteX2" fmla="*/ 3279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0" y="0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6" name="Freeform 3525">
              <a:extLst>
                <a:ext uri="{FF2B5EF4-FFF2-40B4-BE49-F238E27FC236}">
                  <a16:creationId xmlns:a16="http://schemas.microsoft.com/office/drawing/2014/main" id="{43AC9CBC-7B68-9944-BC1D-95F38D8B8E03}"/>
                </a:ext>
              </a:extLst>
            </p:cNvPr>
            <p:cNvSpPr/>
            <p:nvPr/>
          </p:nvSpPr>
          <p:spPr>
            <a:xfrm>
              <a:off x="3463225" y="1039501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7" name="Freeform 3526">
              <a:extLst>
                <a:ext uri="{FF2B5EF4-FFF2-40B4-BE49-F238E27FC236}">
                  <a16:creationId xmlns:a16="http://schemas.microsoft.com/office/drawing/2014/main" id="{0FDCECEF-B75E-364B-BA64-FD38A8BC141D}"/>
                </a:ext>
              </a:extLst>
            </p:cNvPr>
            <p:cNvSpPr/>
            <p:nvPr/>
          </p:nvSpPr>
          <p:spPr>
            <a:xfrm>
              <a:off x="3463225" y="1439499"/>
              <a:ext cx="22950" cy="13114"/>
            </a:xfrm>
            <a:custGeom>
              <a:avLst/>
              <a:gdLst>
                <a:gd name="connsiteX0" fmla="*/ 22951 w 22950"/>
                <a:gd name="connsiteY0" fmla="*/ 4918 h 13114"/>
                <a:gd name="connsiteX1" fmla="*/ 18033 w 22950"/>
                <a:gd name="connsiteY1" fmla="*/ 1639 h 13114"/>
                <a:gd name="connsiteX2" fmla="*/ 14754 w 22950"/>
                <a:gd name="connsiteY2" fmla="*/ 0 h 13114"/>
                <a:gd name="connsiteX3" fmla="*/ 11476 w 22950"/>
                <a:gd name="connsiteY3" fmla="*/ 0 h 13114"/>
                <a:gd name="connsiteX4" fmla="*/ 8197 w 22950"/>
                <a:gd name="connsiteY4" fmla="*/ 1639 h 13114"/>
                <a:gd name="connsiteX5" fmla="*/ 3279 w 22950"/>
                <a:gd name="connsiteY5" fmla="*/ 1639 h 13114"/>
                <a:gd name="connsiteX6" fmla="*/ 0 w 22950"/>
                <a:gd name="connsiteY6" fmla="*/ 1639 h 13114"/>
                <a:gd name="connsiteX7" fmla="*/ 0 w 22950"/>
                <a:gd name="connsiteY7" fmla="*/ 6557 h 13114"/>
                <a:gd name="connsiteX8" fmla="*/ 3279 w 22950"/>
                <a:gd name="connsiteY8" fmla="*/ 8197 h 13114"/>
                <a:gd name="connsiteX9" fmla="*/ 6557 w 22950"/>
                <a:gd name="connsiteY9" fmla="*/ 11475 h 13114"/>
                <a:gd name="connsiteX10" fmla="*/ 9836 w 22950"/>
                <a:gd name="connsiteY10" fmla="*/ 11475 h 13114"/>
                <a:gd name="connsiteX11" fmla="*/ 14754 w 22950"/>
                <a:gd name="connsiteY11" fmla="*/ 13115 h 13114"/>
                <a:gd name="connsiteX12" fmla="*/ 18033 w 22950"/>
                <a:gd name="connsiteY12" fmla="*/ 11475 h 13114"/>
                <a:gd name="connsiteX13" fmla="*/ 21311 w 22950"/>
                <a:gd name="connsiteY13" fmla="*/ 819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13114">
                  <a:moveTo>
                    <a:pt x="22951" y="4918"/>
                  </a:moveTo>
                  <a:lnTo>
                    <a:pt x="18033" y="1639"/>
                  </a:lnTo>
                  <a:lnTo>
                    <a:pt x="14754" y="0"/>
                  </a:lnTo>
                  <a:lnTo>
                    <a:pt x="11476" y="0"/>
                  </a:lnTo>
                  <a:lnTo>
                    <a:pt x="8197" y="1639"/>
                  </a:lnTo>
                  <a:lnTo>
                    <a:pt x="3279" y="1639"/>
                  </a:lnTo>
                  <a:lnTo>
                    <a:pt x="0" y="1639"/>
                  </a:lnTo>
                  <a:lnTo>
                    <a:pt x="0" y="6557"/>
                  </a:lnTo>
                  <a:lnTo>
                    <a:pt x="3279" y="8197"/>
                  </a:lnTo>
                  <a:lnTo>
                    <a:pt x="6557" y="11475"/>
                  </a:lnTo>
                  <a:lnTo>
                    <a:pt x="9836" y="11475"/>
                  </a:lnTo>
                  <a:lnTo>
                    <a:pt x="14754" y="13115"/>
                  </a:lnTo>
                  <a:lnTo>
                    <a:pt x="18033" y="11475"/>
                  </a:lnTo>
                  <a:lnTo>
                    <a:pt x="21311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8" name="Freeform 3527">
              <a:extLst>
                <a:ext uri="{FF2B5EF4-FFF2-40B4-BE49-F238E27FC236}">
                  <a16:creationId xmlns:a16="http://schemas.microsoft.com/office/drawing/2014/main" id="{64732721-AE02-A640-97E6-D2A5335671E5}"/>
                </a:ext>
              </a:extLst>
            </p:cNvPr>
            <p:cNvSpPr/>
            <p:nvPr/>
          </p:nvSpPr>
          <p:spPr>
            <a:xfrm>
              <a:off x="3474700" y="1452614"/>
              <a:ext cx="4917" cy="1639"/>
            </a:xfrm>
            <a:custGeom>
              <a:avLst/>
              <a:gdLst>
                <a:gd name="connsiteX0" fmla="*/ 4918 w 4917"/>
                <a:gd name="connsiteY0" fmla="*/ 0 h 1639"/>
                <a:gd name="connsiteX1" fmla="*/ 4918 w 4917"/>
                <a:gd name="connsiteY1" fmla="*/ 0 h 1639"/>
                <a:gd name="connsiteX2" fmla="*/ 0 w 4917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4918" y="0"/>
                  </a:move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9" name="Freeform 3528">
              <a:extLst>
                <a:ext uri="{FF2B5EF4-FFF2-40B4-BE49-F238E27FC236}">
                  <a16:creationId xmlns:a16="http://schemas.microsoft.com/office/drawing/2014/main" id="{2AA8C6B2-D727-944C-9679-B142A1A45613}"/>
                </a:ext>
              </a:extLst>
            </p:cNvPr>
            <p:cNvSpPr/>
            <p:nvPr/>
          </p:nvSpPr>
          <p:spPr>
            <a:xfrm>
              <a:off x="3474700" y="1429663"/>
              <a:ext cx="8196" cy="8196"/>
            </a:xfrm>
            <a:custGeom>
              <a:avLst/>
              <a:gdLst>
                <a:gd name="connsiteX0" fmla="*/ 6557 w 8196"/>
                <a:gd name="connsiteY0" fmla="*/ 1639 h 8196"/>
                <a:gd name="connsiteX1" fmla="*/ 4918 w 8196"/>
                <a:gd name="connsiteY1" fmla="*/ 0 h 8196"/>
                <a:gd name="connsiteX2" fmla="*/ 0 w 8196"/>
                <a:gd name="connsiteY2" fmla="*/ 1639 h 8196"/>
                <a:gd name="connsiteX3" fmla="*/ 0 w 8196"/>
                <a:gd name="connsiteY3" fmla="*/ 4918 h 8196"/>
                <a:gd name="connsiteX4" fmla="*/ 3279 w 8196"/>
                <a:gd name="connsiteY4" fmla="*/ 8197 h 8196"/>
                <a:gd name="connsiteX5" fmla="*/ 8197 w 8196"/>
                <a:gd name="connsiteY5" fmla="*/ 8197 h 8196"/>
                <a:gd name="connsiteX6" fmla="*/ 8197 w 8196"/>
                <a:gd name="connsiteY6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8196">
                  <a:moveTo>
                    <a:pt x="6557" y="1639"/>
                  </a:moveTo>
                  <a:lnTo>
                    <a:pt x="4918" y="0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3279" y="8197"/>
                  </a:lnTo>
                  <a:lnTo>
                    <a:pt x="8197" y="8197"/>
                  </a:lnTo>
                  <a:lnTo>
                    <a:pt x="819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0" name="Freeform 3529">
              <a:extLst>
                <a:ext uri="{FF2B5EF4-FFF2-40B4-BE49-F238E27FC236}">
                  <a16:creationId xmlns:a16="http://schemas.microsoft.com/office/drawing/2014/main" id="{C9D73650-302A-FF43-809F-5A7037AFD5BA}"/>
                </a:ext>
              </a:extLst>
            </p:cNvPr>
            <p:cNvSpPr/>
            <p:nvPr/>
          </p:nvSpPr>
          <p:spPr>
            <a:xfrm>
              <a:off x="3481257" y="1064091"/>
              <a:ext cx="13114" cy="8196"/>
            </a:xfrm>
            <a:custGeom>
              <a:avLst/>
              <a:gdLst>
                <a:gd name="connsiteX0" fmla="*/ 3279 w 13114"/>
                <a:gd name="connsiteY0" fmla="*/ 8197 h 8196"/>
                <a:gd name="connsiteX1" fmla="*/ 6557 w 13114"/>
                <a:gd name="connsiteY1" fmla="*/ 8197 h 8196"/>
                <a:gd name="connsiteX2" fmla="*/ 9836 w 13114"/>
                <a:gd name="connsiteY2" fmla="*/ 4918 h 8196"/>
                <a:gd name="connsiteX3" fmla="*/ 13115 w 13114"/>
                <a:gd name="connsiteY3" fmla="*/ 1639 h 8196"/>
                <a:gd name="connsiteX4" fmla="*/ 9836 w 13114"/>
                <a:gd name="connsiteY4" fmla="*/ 1639 h 8196"/>
                <a:gd name="connsiteX5" fmla="*/ 6557 w 13114"/>
                <a:gd name="connsiteY5" fmla="*/ 3279 h 8196"/>
                <a:gd name="connsiteX6" fmla="*/ 9836 w 13114"/>
                <a:gd name="connsiteY6" fmla="*/ 0 h 8196"/>
                <a:gd name="connsiteX7" fmla="*/ 6557 w 13114"/>
                <a:gd name="connsiteY7" fmla="*/ 0 h 8196"/>
                <a:gd name="connsiteX8" fmla="*/ 1639 w 13114"/>
                <a:gd name="connsiteY8" fmla="*/ 3279 h 8196"/>
                <a:gd name="connsiteX9" fmla="*/ 0 w 13114"/>
                <a:gd name="connsiteY9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14" h="8196">
                  <a:moveTo>
                    <a:pt x="3279" y="8197"/>
                  </a:moveTo>
                  <a:lnTo>
                    <a:pt x="6557" y="8197"/>
                  </a:lnTo>
                  <a:lnTo>
                    <a:pt x="9836" y="4918"/>
                  </a:lnTo>
                  <a:lnTo>
                    <a:pt x="13115" y="1639"/>
                  </a:lnTo>
                  <a:lnTo>
                    <a:pt x="9836" y="1639"/>
                  </a:lnTo>
                  <a:lnTo>
                    <a:pt x="6557" y="3279"/>
                  </a:lnTo>
                  <a:lnTo>
                    <a:pt x="9836" y="0"/>
                  </a:lnTo>
                  <a:lnTo>
                    <a:pt x="6557" y="0"/>
                  </a:lnTo>
                  <a:lnTo>
                    <a:pt x="1639" y="3279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1" name="Freeform 3530">
              <a:extLst>
                <a:ext uri="{FF2B5EF4-FFF2-40B4-BE49-F238E27FC236}">
                  <a16:creationId xmlns:a16="http://schemas.microsoft.com/office/drawing/2014/main" id="{915DAC82-2E99-3845-BE07-8DD1E41652C2}"/>
                </a:ext>
              </a:extLst>
            </p:cNvPr>
            <p:cNvSpPr/>
            <p:nvPr/>
          </p:nvSpPr>
          <p:spPr>
            <a:xfrm>
              <a:off x="3484536" y="1059173"/>
              <a:ext cx="8196" cy="4918"/>
            </a:xfrm>
            <a:custGeom>
              <a:avLst/>
              <a:gdLst>
                <a:gd name="connsiteX0" fmla="*/ 8197 w 8196"/>
                <a:gd name="connsiteY0" fmla="*/ 0 h 4918"/>
                <a:gd name="connsiteX1" fmla="*/ 3279 w 8196"/>
                <a:gd name="connsiteY1" fmla="*/ 0 h 4918"/>
                <a:gd name="connsiteX2" fmla="*/ 0 w 8196"/>
                <a:gd name="connsiteY2" fmla="*/ 4918 h 4918"/>
                <a:gd name="connsiteX3" fmla="*/ 3279 w 8196"/>
                <a:gd name="connsiteY3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4918">
                  <a:moveTo>
                    <a:pt x="8197" y="0"/>
                  </a:moveTo>
                  <a:lnTo>
                    <a:pt x="3279" y="0"/>
                  </a:lnTo>
                  <a:lnTo>
                    <a:pt x="0" y="4918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2" name="Freeform 3531">
              <a:extLst>
                <a:ext uri="{FF2B5EF4-FFF2-40B4-BE49-F238E27FC236}">
                  <a16:creationId xmlns:a16="http://schemas.microsoft.com/office/drawing/2014/main" id="{AE0CBD05-DE6F-F041-A9DA-15DD89497902}"/>
                </a:ext>
              </a:extLst>
            </p:cNvPr>
            <p:cNvSpPr/>
            <p:nvPr/>
          </p:nvSpPr>
          <p:spPr>
            <a:xfrm>
              <a:off x="3494372" y="1280484"/>
              <a:ext cx="6557" cy="1639"/>
            </a:xfrm>
            <a:custGeom>
              <a:avLst/>
              <a:gdLst>
                <a:gd name="connsiteX0" fmla="*/ 6557 w 6557"/>
                <a:gd name="connsiteY0" fmla="*/ 0 h 1639"/>
                <a:gd name="connsiteX1" fmla="*/ 3279 w 6557"/>
                <a:gd name="connsiteY1" fmla="*/ 0 h 1639"/>
                <a:gd name="connsiteX2" fmla="*/ 0 w 6557"/>
                <a:gd name="connsiteY2" fmla="*/ 1639 h 1639"/>
                <a:gd name="connsiteX3" fmla="*/ 3279 w 6557"/>
                <a:gd name="connsiteY3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1639">
                  <a:moveTo>
                    <a:pt x="6557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3" name="Freeform 3532">
              <a:extLst>
                <a:ext uri="{FF2B5EF4-FFF2-40B4-BE49-F238E27FC236}">
                  <a16:creationId xmlns:a16="http://schemas.microsoft.com/office/drawing/2014/main" id="{62C7087F-D78E-0441-B75D-A591A88B5C6B}"/>
                </a:ext>
              </a:extLst>
            </p:cNvPr>
            <p:cNvSpPr/>
            <p:nvPr/>
          </p:nvSpPr>
          <p:spPr>
            <a:xfrm>
              <a:off x="3494372" y="1403434"/>
              <a:ext cx="6557" cy="3278"/>
            </a:xfrm>
            <a:custGeom>
              <a:avLst/>
              <a:gdLst>
                <a:gd name="connsiteX0" fmla="*/ 6557 w 6557"/>
                <a:gd name="connsiteY0" fmla="*/ 1639 h 3278"/>
                <a:gd name="connsiteX1" fmla="*/ 6557 w 6557"/>
                <a:gd name="connsiteY1" fmla="*/ 0 h 3278"/>
                <a:gd name="connsiteX2" fmla="*/ 3279 w 6557"/>
                <a:gd name="connsiteY2" fmla="*/ 1639 h 3278"/>
                <a:gd name="connsiteX3" fmla="*/ 0 w 6557"/>
                <a:gd name="connsiteY3" fmla="*/ 3279 h 3278"/>
                <a:gd name="connsiteX4" fmla="*/ 3279 w 6557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6557" y="1639"/>
                  </a:moveTo>
                  <a:lnTo>
                    <a:pt x="6557" y="0"/>
                  </a:lnTo>
                  <a:lnTo>
                    <a:pt x="3279" y="1639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4" name="Freeform 3533">
              <a:extLst>
                <a:ext uri="{FF2B5EF4-FFF2-40B4-BE49-F238E27FC236}">
                  <a16:creationId xmlns:a16="http://schemas.microsoft.com/office/drawing/2014/main" id="{960C73EA-2F88-3640-81F3-2D6FEF4910C3}"/>
                </a:ext>
              </a:extLst>
            </p:cNvPr>
            <p:cNvSpPr/>
            <p:nvPr/>
          </p:nvSpPr>
          <p:spPr>
            <a:xfrm>
              <a:off x="3494372" y="1059173"/>
              <a:ext cx="8196" cy="4918"/>
            </a:xfrm>
            <a:custGeom>
              <a:avLst/>
              <a:gdLst>
                <a:gd name="connsiteX0" fmla="*/ 4918 w 8196"/>
                <a:gd name="connsiteY0" fmla="*/ 1639 h 4918"/>
                <a:gd name="connsiteX1" fmla="*/ 0 w 8196"/>
                <a:gd name="connsiteY1" fmla="*/ 4918 h 4918"/>
                <a:gd name="connsiteX2" fmla="*/ 4918 w 8196"/>
                <a:gd name="connsiteY2" fmla="*/ 4918 h 4918"/>
                <a:gd name="connsiteX3" fmla="*/ 8197 w 8196"/>
                <a:gd name="connsiteY3" fmla="*/ 4918 h 4918"/>
                <a:gd name="connsiteX4" fmla="*/ 8197 w 8196"/>
                <a:gd name="connsiteY4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4918" y="1639"/>
                  </a:moveTo>
                  <a:lnTo>
                    <a:pt x="0" y="4918"/>
                  </a:lnTo>
                  <a:lnTo>
                    <a:pt x="4918" y="4918"/>
                  </a:lnTo>
                  <a:lnTo>
                    <a:pt x="8197" y="4918"/>
                  </a:lnTo>
                  <a:lnTo>
                    <a:pt x="819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5" name="Freeform 3534">
              <a:extLst>
                <a:ext uri="{FF2B5EF4-FFF2-40B4-BE49-F238E27FC236}">
                  <a16:creationId xmlns:a16="http://schemas.microsoft.com/office/drawing/2014/main" id="{B500E165-EFF9-F84E-BB60-6E2B69BEAB67}"/>
                </a:ext>
              </a:extLst>
            </p:cNvPr>
            <p:cNvSpPr/>
            <p:nvPr/>
          </p:nvSpPr>
          <p:spPr>
            <a:xfrm>
              <a:off x="3496011" y="1405073"/>
              <a:ext cx="19672" cy="8196"/>
            </a:xfrm>
            <a:custGeom>
              <a:avLst/>
              <a:gdLst>
                <a:gd name="connsiteX0" fmla="*/ 19672 w 19672"/>
                <a:gd name="connsiteY0" fmla="*/ 1639 h 8196"/>
                <a:gd name="connsiteX1" fmla="*/ 19672 w 19672"/>
                <a:gd name="connsiteY1" fmla="*/ 1639 h 8196"/>
                <a:gd name="connsiteX2" fmla="*/ 14754 w 19672"/>
                <a:gd name="connsiteY2" fmla="*/ 0 h 8196"/>
                <a:gd name="connsiteX3" fmla="*/ 11476 w 19672"/>
                <a:gd name="connsiteY3" fmla="*/ 1639 h 8196"/>
                <a:gd name="connsiteX4" fmla="*/ 8197 w 19672"/>
                <a:gd name="connsiteY4" fmla="*/ 0 h 8196"/>
                <a:gd name="connsiteX5" fmla="*/ 3279 w 19672"/>
                <a:gd name="connsiteY5" fmla="*/ 3279 h 8196"/>
                <a:gd name="connsiteX6" fmla="*/ 0 w 19672"/>
                <a:gd name="connsiteY6" fmla="*/ 6557 h 8196"/>
                <a:gd name="connsiteX7" fmla="*/ 4918 w 19672"/>
                <a:gd name="connsiteY7" fmla="*/ 6557 h 8196"/>
                <a:gd name="connsiteX8" fmla="*/ 8197 w 19672"/>
                <a:gd name="connsiteY8" fmla="*/ 8197 h 8196"/>
                <a:gd name="connsiteX9" fmla="*/ 11476 w 19672"/>
                <a:gd name="connsiteY9" fmla="*/ 6557 h 8196"/>
                <a:gd name="connsiteX10" fmla="*/ 14754 w 19672"/>
                <a:gd name="connsiteY10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72" h="8196">
                  <a:moveTo>
                    <a:pt x="19672" y="1639"/>
                  </a:moveTo>
                  <a:lnTo>
                    <a:pt x="19672" y="1639"/>
                  </a:lnTo>
                  <a:lnTo>
                    <a:pt x="14754" y="0"/>
                  </a:lnTo>
                  <a:lnTo>
                    <a:pt x="11476" y="1639"/>
                  </a:lnTo>
                  <a:lnTo>
                    <a:pt x="8197" y="0"/>
                  </a:lnTo>
                  <a:lnTo>
                    <a:pt x="3279" y="3279"/>
                  </a:lnTo>
                  <a:lnTo>
                    <a:pt x="0" y="6557"/>
                  </a:lnTo>
                  <a:lnTo>
                    <a:pt x="4918" y="6557"/>
                  </a:lnTo>
                  <a:lnTo>
                    <a:pt x="8197" y="8197"/>
                  </a:lnTo>
                  <a:lnTo>
                    <a:pt x="11476" y="6557"/>
                  </a:lnTo>
                  <a:lnTo>
                    <a:pt x="14754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6" name="Freeform 3535">
              <a:extLst>
                <a:ext uri="{FF2B5EF4-FFF2-40B4-BE49-F238E27FC236}">
                  <a16:creationId xmlns:a16="http://schemas.microsoft.com/office/drawing/2014/main" id="{4A968308-F6DE-5A4A-9FD9-CD90CCDE0349}"/>
                </a:ext>
              </a:extLst>
            </p:cNvPr>
            <p:cNvSpPr/>
            <p:nvPr/>
          </p:nvSpPr>
          <p:spPr>
            <a:xfrm>
              <a:off x="3497651" y="1082124"/>
              <a:ext cx="22950" cy="8196"/>
            </a:xfrm>
            <a:custGeom>
              <a:avLst/>
              <a:gdLst>
                <a:gd name="connsiteX0" fmla="*/ 14754 w 22950"/>
                <a:gd name="connsiteY0" fmla="*/ 0 h 8196"/>
                <a:gd name="connsiteX1" fmla="*/ 14754 w 22950"/>
                <a:gd name="connsiteY1" fmla="*/ 0 h 8196"/>
                <a:gd name="connsiteX2" fmla="*/ 11475 w 22950"/>
                <a:gd name="connsiteY2" fmla="*/ 0 h 8196"/>
                <a:gd name="connsiteX3" fmla="*/ 6557 w 22950"/>
                <a:gd name="connsiteY3" fmla="*/ 1639 h 8196"/>
                <a:gd name="connsiteX4" fmla="*/ 3279 w 22950"/>
                <a:gd name="connsiteY4" fmla="*/ 4918 h 8196"/>
                <a:gd name="connsiteX5" fmla="*/ 0 w 22950"/>
                <a:gd name="connsiteY5" fmla="*/ 4918 h 8196"/>
                <a:gd name="connsiteX6" fmla="*/ 1639 w 22950"/>
                <a:gd name="connsiteY6" fmla="*/ 8197 h 8196"/>
                <a:gd name="connsiteX7" fmla="*/ 6557 w 22950"/>
                <a:gd name="connsiteY7" fmla="*/ 6557 h 8196"/>
                <a:gd name="connsiteX8" fmla="*/ 9836 w 22950"/>
                <a:gd name="connsiteY8" fmla="*/ 6557 h 8196"/>
                <a:gd name="connsiteX9" fmla="*/ 14754 w 22950"/>
                <a:gd name="connsiteY9" fmla="*/ 6557 h 8196"/>
                <a:gd name="connsiteX10" fmla="*/ 18033 w 22950"/>
                <a:gd name="connsiteY10" fmla="*/ 4918 h 8196"/>
                <a:gd name="connsiteX11" fmla="*/ 21311 w 22950"/>
                <a:gd name="connsiteY11" fmla="*/ 4918 h 8196"/>
                <a:gd name="connsiteX12" fmla="*/ 22951 w 22950"/>
                <a:gd name="connsiteY12" fmla="*/ 1639 h 8196"/>
                <a:gd name="connsiteX13" fmla="*/ 19672 w 22950"/>
                <a:gd name="connsiteY13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8196">
                  <a:moveTo>
                    <a:pt x="14754" y="0"/>
                  </a:moveTo>
                  <a:lnTo>
                    <a:pt x="14754" y="0"/>
                  </a:lnTo>
                  <a:lnTo>
                    <a:pt x="11475" y="0"/>
                  </a:lnTo>
                  <a:lnTo>
                    <a:pt x="6557" y="1639"/>
                  </a:lnTo>
                  <a:lnTo>
                    <a:pt x="3279" y="4918"/>
                  </a:lnTo>
                  <a:lnTo>
                    <a:pt x="0" y="4918"/>
                  </a:lnTo>
                  <a:lnTo>
                    <a:pt x="1639" y="8197"/>
                  </a:lnTo>
                  <a:lnTo>
                    <a:pt x="6557" y="6557"/>
                  </a:lnTo>
                  <a:lnTo>
                    <a:pt x="9836" y="6557"/>
                  </a:lnTo>
                  <a:lnTo>
                    <a:pt x="14754" y="6557"/>
                  </a:lnTo>
                  <a:lnTo>
                    <a:pt x="18033" y="4918"/>
                  </a:lnTo>
                  <a:lnTo>
                    <a:pt x="21311" y="4918"/>
                  </a:lnTo>
                  <a:lnTo>
                    <a:pt x="22951" y="1639"/>
                  </a:lnTo>
                  <a:lnTo>
                    <a:pt x="1967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7" name="Freeform 3536">
              <a:extLst>
                <a:ext uri="{FF2B5EF4-FFF2-40B4-BE49-F238E27FC236}">
                  <a16:creationId xmlns:a16="http://schemas.microsoft.com/office/drawing/2014/main" id="{41105FEF-2FE4-344E-955E-CFCBE0766AE8}"/>
                </a:ext>
              </a:extLst>
            </p:cNvPr>
            <p:cNvSpPr/>
            <p:nvPr/>
          </p:nvSpPr>
          <p:spPr>
            <a:xfrm>
              <a:off x="3518962" y="1365729"/>
              <a:ext cx="3278" cy="4917"/>
            </a:xfrm>
            <a:custGeom>
              <a:avLst/>
              <a:gdLst>
                <a:gd name="connsiteX0" fmla="*/ 1639 w 3278"/>
                <a:gd name="connsiteY0" fmla="*/ 0 h 4917"/>
                <a:gd name="connsiteX1" fmla="*/ 0 w 3278"/>
                <a:gd name="connsiteY1" fmla="*/ 0 h 4917"/>
                <a:gd name="connsiteX2" fmla="*/ 3279 w 3278"/>
                <a:gd name="connsiteY2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7">
                  <a:moveTo>
                    <a:pt x="1639" y="0"/>
                  </a:moveTo>
                  <a:lnTo>
                    <a:pt x="0" y="0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8" name="Freeform 3537">
              <a:extLst>
                <a:ext uri="{FF2B5EF4-FFF2-40B4-BE49-F238E27FC236}">
                  <a16:creationId xmlns:a16="http://schemas.microsoft.com/office/drawing/2014/main" id="{B9A2FB05-A2E8-D04A-9465-469A3F90A7EC}"/>
                </a:ext>
              </a:extLst>
            </p:cNvPr>
            <p:cNvSpPr/>
            <p:nvPr/>
          </p:nvSpPr>
          <p:spPr>
            <a:xfrm>
              <a:off x="3523880" y="1319828"/>
              <a:ext cx="14753" cy="8196"/>
            </a:xfrm>
            <a:custGeom>
              <a:avLst/>
              <a:gdLst>
                <a:gd name="connsiteX0" fmla="*/ 14754 w 14753"/>
                <a:gd name="connsiteY0" fmla="*/ 1639 h 8196"/>
                <a:gd name="connsiteX1" fmla="*/ 14754 w 14753"/>
                <a:gd name="connsiteY1" fmla="*/ 0 h 8196"/>
                <a:gd name="connsiteX2" fmla="*/ 9836 w 14753"/>
                <a:gd name="connsiteY2" fmla="*/ 0 h 8196"/>
                <a:gd name="connsiteX3" fmla="*/ 6557 w 14753"/>
                <a:gd name="connsiteY3" fmla="*/ 3279 h 8196"/>
                <a:gd name="connsiteX4" fmla="*/ 3279 w 14753"/>
                <a:gd name="connsiteY4" fmla="*/ 4918 h 8196"/>
                <a:gd name="connsiteX5" fmla="*/ 0 w 14753"/>
                <a:gd name="connsiteY5" fmla="*/ 8197 h 8196"/>
                <a:gd name="connsiteX6" fmla="*/ 3279 w 14753"/>
                <a:gd name="connsiteY6" fmla="*/ 8197 h 8196"/>
                <a:gd name="connsiteX7" fmla="*/ 6557 w 14753"/>
                <a:gd name="connsiteY7" fmla="*/ 6557 h 8196"/>
                <a:gd name="connsiteX8" fmla="*/ 11475 w 14753"/>
                <a:gd name="connsiteY8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3" h="8196">
                  <a:moveTo>
                    <a:pt x="14754" y="1639"/>
                  </a:moveTo>
                  <a:lnTo>
                    <a:pt x="14754" y="0"/>
                  </a:lnTo>
                  <a:lnTo>
                    <a:pt x="9836" y="0"/>
                  </a:lnTo>
                  <a:lnTo>
                    <a:pt x="6557" y="3279"/>
                  </a:lnTo>
                  <a:lnTo>
                    <a:pt x="3279" y="4918"/>
                  </a:lnTo>
                  <a:lnTo>
                    <a:pt x="0" y="8197"/>
                  </a:lnTo>
                  <a:lnTo>
                    <a:pt x="3279" y="8197"/>
                  </a:lnTo>
                  <a:lnTo>
                    <a:pt x="6557" y="6557"/>
                  </a:lnTo>
                  <a:lnTo>
                    <a:pt x="11475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9" name="Freeform 3538">
              <a:extLst>
                <a:ext uri="{FF2B5EF4-FFF2-40B4-BE49-F238E27FC236}">
                  <a16:creationId xmlns:a16="http://schemas.microsoft.com/office/drawing/2014/main" id="{38A27441-EC33-D542-9AC2-C8142B2E8C0A}"/>
                </a:ext>
              </a:extLst>
            </p:cNvPr>
            <p:cNvSpPr/>
            <p:nvPr/>
          </p:nvSpPr>
          <p:spPr>
            <a:xfrm>
              <a:off x="3528798" y="1078845"/>
              <a:ext cx="6557" cy="3278"/>
            </a:xfrm>
            <a:custGeom>
              <a:avLst/>
              <a:gdLst>
                <a:gd name="connsiteX0" fmla="*/ 6557 w 6557"/>
                <a:gd name="connsiteY0" fmla="*/ 0 h 3278"/>
                <a:gd name="connsiteX1" fmla="*/ 6557 w 6557"/>
                <a:gd name="connsiteY1" fmla="*/ 0 h 3278"/>
                <a:gd name="connsiteX2" fmla="*/ 3279 w 6557"/>
                <a:gd name="connsiteY2" fmla="*/ 0 h 3278"/>
                <a:gd name="connsiteX3" fmla="*/ 0 w 6557"/>
                <a:gd name="connsiteY3" fmla="*/ 3279 h 3278"/>
                <a:gd name="connsiteX4" fmla="*/ 3279 w 6557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6557" y="0"/>
                  </a:moveTo>
                  <a:lnTo>
                    <a:pt x="6557" y="0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0" name="Freeform 3539">
              <a:extLst>
                <a:ext uri="{FF2B5EF4-FFF2-40B4-BE49-F238E27FC236}">
                  <a16:creationId xmlns:a16="http://schemas.microsoft.com/office/drawing/2014/main" id="{0D3A23C4-0C62-FA49-B66F-CD1BBD9249C9}"/>
                </a:ext>
              </a:extLst>
            </p:cNvPr>
            <p:cNvSpPr/>
            <p:nvPr/>
          </p:nvSpPr>
          <p:spPr>
            <a:xfrm>
              <a:off x="3528798" y="1255894"/>
              <a:ext cx="8196" cy="3278"/>
            </a:xfrm>
            <a:custGeom>
              <a:avLst/>
              <a:gdLst>
                <a:gd name="connsiteX0" fmla="*/ 4918 w 8196"/>
                <a:gd name="connsiteY0" fmla="*/ 0 h 3278"/>
                <a:gd name="connsiteX1" fmla="*/ 0 w 8196"/>
                <a:gd name="connsiteY1" fmla="*/ 0 h 3278"/>
                <a:gd name="connsiteX2" fmla="*/ 4918 w 8196"/>
                <a:gd name="connsiteY2" fmla="*/ 3279 h 3278"/>
                <a:gd name="connsiteX3" fmla="*/ 8197 w 8196"/>
                <a:gd name="connsiteY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4918" y="0"/>
                  </a:moveTo>
                  <a:lnTo>
                    <a:pt x="0" y="0"/>
                  </a:lnTo>
                  <a:lnTo>
                    <a:pt x="4918" y="3279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1" name="Freeform 3540">
              <a:extLst>
                <a:ext uri="{FF2B5EF4-FFF2-40B4-BE49-F238E27FC236}">
                  <a16:creationId xmlns:a16="http://schemas.microsoft.com/office/drawing/2014/main" id="{DE35A20F-5A14-F544-B768-30C17FAC27A3}"/>
                </a:ext>
              </a:extLst>
            </p:cNvPr>
            <p:cNvSpPr/>
            <p:nvPr/>
          </p:nvSpPr>
          <p:spPr>
            <a:xfrm>
              <a:off x="3533716" y="1334582"/>
              <a:ext cx="4918" cy="4917"/>
            </a:xfrm>
            <a:custGeom>
              <a:avLst/>
              <a:gdLst>
                <a:gd name="connsiteX0" fmla="*/ 4918 w 4918"/>
                <a:gd name="connsiteY0" fmla="*/ 0 h 4917"/>
                <a:gd name="connsiteX1" fmla="*/ 1639 w 4918"/>
                <a:gd name="connsiteY1" fmla="*/ 1639 h 4917"/>
                <a:gd name="connsiteX2" fmla="*/ 0 w 4918"/>
                <a:gd name="connsiteY2" fmla="*/ 4918 h 4917"/>
                <a:gd name="connsiteX3" fmla="*/ 3279 w 4918"/>
                <a:gd name="connsiteY3" fmla="*/ 4918 h 4917"/>
                <a:gd name="connsiteX4" fmla="*/ 4918 w 4918"/>
                <a:gd name="connsiteY4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4917">
                  <a:moveTo>
                    <a:pt x="4918" y="0"/>
                  </a:moveTo>
                  <a:lnTo>
                    <a:pt x="1639" y="1639"/>
                  </a:lnTo>
                  <a:lnTo>
                    <a:pt x="0" y="4918"/>
                  </a:lnTo>
                  <a:lnTo>
                    <a:pt x="3279" y="4918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2" name="Freeform 3541">
              <a:extLst>
                <a:ext uri="{FF2B5EF4-FFF2-40B4-BE49-F238E27FC236}">
                  <a16:creationId xmlns:a16="http://schemas.microsoft.com/office/drawing/2014/main" id="{9F07AA8A-1039-C249-8B92-80EF278A88B0}"/>
                </a:ext>
              </a:extLst>
            </p:cNvPr>
            <p:cNvSpPr/>
            <p:nvPr/>
          </p:nvSpPr>
          <p:spPr>
            <a:xfrm>
              <a:off x="3535356" y="1362450"/>
              <a:ext cx="6557" cy="13114"/>
            </a:xfrm>
            <a:custGeom>
              <a:avLst/>
              <a:gdLst>
                <a:gd name="connsiteX0" fmla="*/ 6557 w 6557"/>
                <a:gd name="connsiteY0" fmla="*/ 0 h 13114"/>
                <a:gd name="connsiteX1" fmla="*/ 4918 w 6557"/>
                <a:gd name="connsiteY1" fmla="*/ 0 h 13114"/>
                <a:gd name="connsiteX2" fmla="*/ 0 w 6557"/>
                <a:gd name="connsiteY2" fmla="*/ 1639 h 13114"/>
                <a:gd name="connsiteX3" fmla="*/ 1639 w 6557"/>
                <a:gd name="connsiteY3" fmla="*/ 4918 h 13114"/>
                <a:gd name="connsiteX4" fmla="*/ 0 w 6557"/>
                <a:gd name="connsiteY4" fmla="*/ 9836 h 13114"/>
                <a:gd name="connsiteX5" fmla="*/ 1639 w 6557"/>
                <a:gd name="connsiteY5" fmla="*/ 13115 h 13114"/>
                <a:gd name="connsiteX6" fmla="*/ 4918 w 6557"/>
                <a:gd name="connsiteY6" fmla="*/ 11475 h 13114"/>
                <a:gd name="connsiteX7" fmla="*/ 4918 w 6557"/>
                <a:gd name="connsiteY7" fmla="*/ 8197 h 13114"/>
                <a:gd name="connsiteX8" fmla="*/ 4918 w 6557"/>
                <a:gd name="connsiteY8" fmla="*/ 4918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57" h="13114">
                  <a:moveTo>
                    <a:pt x="6557" y="0"/>
                  </a:moveTo>
                  <a:lnTo>
                    <a:pt x="4918" y="0"/>
                  </a:lnTo>
                  <a:lnTo>
                    <a:pt x="0" y="1639"/>
                  </a:lnTo>
                  <a:lnTo>
                    <a:pt x="1639" y="4918"/>
                  </a:lnTo>
                  <a:lnTo>
                    <a:pt x="0" y="9836"/>
                  </a:lnTo>
                  <a:lnTo>
                    <a:pt x="1639" y="13115"/>
                  </a:lnTo>
                  <a:lnTo>
                    <a:pt x="4918" y="11475"/>
                  </a:lnTo>
                  <a:lnTo>
                    <a:pt x="4918" y="8197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3" name="Freeform 3542">
              <a:extLst>
                <a:ext uri="{FF2B5EF4-FFF2-40B4-BE49-F238E27FC236}">
                  <a16:creationId xmlns:a16="http://schemas.microsoft.com/office/drawing/2014/main" id="{3B8E0500-9A16-C04C-807D-5D04A6B63CA7}"/>
                </a:ext>
              </a:extLst>
            </p:cNvPr>
            <p:cNvSpPr/>
            <p:nvPr/>
          </p:nvSpPr>
          <p:spPr>
            <a:xfrm>
              <a:off x="3540274" y="1332942"/>
              <a:ext cx="1639" cy="3278"/>
            </a:xfrm>
            <a:custGeom>
              <a:avLst/>
              <a:gdLst>
                <a:gd name="connsiteX0" fmla="*/ 1639 w 1639"/>
                <a:gd name="connsiteY0" fmla="*/ 0 h 3278"/>
                <a:gd name="connsiteX1" fmla="*/ 0 w 1639"/>
                <a:gd name="connsiteY1" fmla="*/ 0 h 3278"/>
                <a:gd name="connsiteX2" fmla="*/ 1639 w 1639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1639" y="0"/>
                  </a:move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4" name="Freeform 3543">
              <a:extLst>
                <a:ext uri="{FF2B5EF4-FFF2-40B4-BE49-F238E27FC236}">
                  <a16:creationId xmlns:a16="http://schemas.microsoft.com/office/drawing/2014/main" id="{FF790C35-3FC7-D44D-8D70-D3B706500A9B}"/>
                </a:ext>
              </a:extLst>
            </p:cNvPr>
            <p:cNvSpPr/>
            <p:nvPr/>
          </p:nvSpPr>
          <p:spPr>
            <a:xfrm>
              <a:off x="3546831" y="1164091"/>
              <a:ext cx="16393" cy="4918"/>
            </a:xfrm>
            <a:custGeom>
              <a:avLst/>
              <a:gdLst>
                <a:gd name="connsiteX0" fmla="*/ 0 w 16393"/>
                <a:gd name="connsiteY0" fmla="*/ 0 h 4918"/>
                <a:gd name="connsiteX1" fmla="*/ 0 w 16393"/>
                <a:gd name="connsiteY1" fmla="*/ 1639 h 4918"/>
                <a:gd name="connsiteX2" fmla="*/ 4918 w 16393"/>
                <a:gd name="connsiteY2" fmla="*/ 1639 h 4918"/>
                <a:gd name="connsiteX3" fmla="*/ 8197 w 16393"/>
                <a:gd name="connsiteY3" fmla="*/ 3279 h 4918"/>
                <a:gd name="connsiteX4" fmla="*/ 11475 w 16393"/>
                <a:gd name="connsiteY4" fmla="*/ 4918 h 4918"/>
                <a:gd name="connsiteX5" fmla="*/ 16393 w 16393"/>
                <a:gd name="connsiteY5" fmla="*/ 3279 h 4918"/>
                <a:gd name="connsiteX6" fmla="*/ 11475 w 16393"/>
                <a:gd name="connsiteY6" fmla="*/ 3279 h 4918"/>
                <a:gd name="connsiteX7" fmla="*/ 8197 w 16393"/>
                <a:gd name="connsiteY7" fmla="*/ 1639 h 4918"/>
                <a:gd name="connsiteX8" fmla="*/ 4918 w 16393"/>
                <a:gd name="connsiteY8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93" h="4918">
                  <a:moveTo>
                    <a:pt x="0" y="0"/>
                  </a:moveTo>
                  <a:lnTo>
                    <a:pt x="0" y="1639"/>
                  </a:lnTo>
                  <a:lnTo>
                    <a:pt x="4918" y="1639"/>
                  </a:lnTo>
                  <a:lnTo>
                    <a:pt x="8197" y="3279"/>
                  </a:lnTo>
                  <a:lnTo>
                    <a:pt x="11475" y="4918"/>
                  </a:lnTo>
                  <a:lnTo>
                    <a:pt x="16393" y="3279"/>
                  </a:lnTo>
                  <a:lnTo>
                    <a:pt x="11475" y="3279"/>
                  </a:lnTo>
                  <a:lnTo>
                    <a:pt x="8197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5" name="Freeform 3544">
              <a:extLst>
                <a:ext uri="{FF2B5EF4-FFF2-40B4-BE49-F238E27FC236}">
                  <a16:creationId xmlns:a16="http://schemas.microsoft.com/office/drawing/2014/main" id="{D32AA9ED-DB44-A24D-ADA1-A53089AC8DD6}"/>
                </a:ext>
              </a:extLst>
            </p:cNvPr>
            <p:cNvSpPr/>
            <p:nvPr/>
          </p:nvSpPr>
          <p:spPr>
            <a:xfrm>
              <a:off x="3548470" y="1359172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0 w 3278"/>
                <a:gd name="connsiteY1" fmla="*/ 0 h 1639"/>
                <a:gd name="connsiteX2" fmla="*/ 3279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6" name="Freeform 3545">
              <a:extLst>
                <a:ext uri="{FF2B5EF4-FFF2-40B4-BE49-F238E27FC236}">
                  <a16:creationId xmlns:a16="http://schemas.microsoft.com/office/drawing/2014/main" id="{C7D97777-F5D4-F942-85E8-90D72959D42F}"/>
                </a:ext>
              </a:extLst>
            </p:cNvPr>
            <p:cNvSpPr/>
            <p:nvPr/>
          </p:nvSpPr>
          <p:spPr>
            <a:xfrm>
              <a:off x="3555028" y="1170648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7" name="Freeform 3546">
              <a:extLst>
                <a:ext uri="{FF2B5EF4-FFF2-40B4-BE49-F238E27FC236}">
                  <a16:creationId xmlns:a16="http://schemas.microsoft.com/office/drawing/2014/main" id="{C8B9C82F-502E-F241-89DB-71AE60C9E7AA}"/>
                </a:ext>
              </a:extLst>
            </p:cNvPr>
            <p:cNvSpPr/>
            <p:nvPr/>
          </p:nvSpPr>
          <p:spPr>
            <a:xfrm>
              <a:off x="3564864" y="846059"/>
              <a:ext cx="6557" cy="3278"/>
            </a:xfrm>
            <a:custGeom>
              <a:avLst/>
              <a:gdLst>
                <a:gd name="connsiteX0" fmla="*/ 6557 w 6557"/>
                <a:gd name="connsiteY0" fmla="*/ 0 h 3278"/>
                <a:gd name="connsiteX1" fmla="*/ 3279 w 6557"/>
                <a:gd name="connsiteY1" fmla="*/ 1639 h 3278"/>
                <a:gd name="connsiteX2" fmla="*/ 0 w 6557"/>
                <a:gd name="connsiteY2" fmla="*/ 3279 h 3278"/>
                <a:gd name="connsiteX3" fmla="*/ 3279 w 655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6557" y="0"/>
                  </a:moveTo>
                  <a:lnTo>
                    <a:pt x="3279" y="1639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8" name="Freeform 3547">
              <a:extLst>
                <a:ext uri="{FF2B5EF4-FFF2-40B4-BE49-F238E27FC236}">
                  <a16:creationId xmlns:a16="http://schemas.microsoft.com/office/drawing/2014/main" id="{F3152024-E0F3-E64C-9725-1B86762C358E}"/>
                </a:ext>
              </a:extLst>
            </p:cNvPr>
            <p:cNvSpPr/>
            <p:nvPr/>
          </p:nvSpPr>
          <p:spPr>
            <a:xfrm>
              <a:off x="3571421" y="1131304"/>
              <a:ext cx="13114" cy="6557"/>
            </a:xfrm>
            <a:custGeom>
              <a:avLst/>
              <a:gdLst>
                <a:gd name="connsiteX0" fmla="*/ 13115 w 13114"/>
                <a:gd name="connsiteY0" fmla="*/ 0 h 6557"/>
                <a:gd name="connsiteX1" fmla="*/ 11475 w 13114"/>
                <a:gd name="connsiteY1" fmla="*/ 1639 h 6557"/>
                <a:gd name="connsiteX2" fmla="*/ 8197 w 13114"/>
                <a:gd name="connsiteY2" fmla="*/ 1639 h 6557"/>
                <a:gd name="connsiteX3" fmla="*/ 4918 w 13114"/>
                <a:gd name="connsiteY3" fmla="*/ 3279 h 6557"/>
                <a:gd name="connsiteX4" fmla="*/ 0 w 13114"/>
                <a:gd name="connsiteY4" fmla="*/ 4918 h 6557"/>
                <a:gd name="connsiteX5" fmla="*/ 4918 w 13114"/>
                <a:gd name="connsiteY5" fmla="*/ 6557 h 6557"/>
                <a:gd name="connsiteX6" fmla="*/ 8197 w 13114"/>
                <a:gd name="connsiteY6" fmla="*/ 6557 h 6557"/>
                <a:gd name="connsiteX7" fmla="*/ 11475 w 13114"/>
                <a:gd name="connsiteY7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4" h="6557">
                  <a:moveTo>
                    <a:pt x="13115" y="0"/>
                  </a:moveTo>
                  <a:lnTo>
                    <a:pt x="11475" y="1639"/>
                  </a:lnTo>
                  <a:lnTo>
                    <a:pt x="8197" y="1639"/>
                  </a:lnTo>
                  <a:lnTo>
                    <a:pt x="4918" y="3279"/>
                  </a:lnTo>
                  <a:lnTo>
                    <a:pt x="0" y="4918"/>
                  </a:lnTo>
                  <a:lnTo>
                    <a:pt x="4918" y="6557"/>
                  </a:lnTo>
                  <a:lnTo>
                    <a:pt x="8197" y="6557"/>
                  </a:lnTo>
                  <a:lnTo>
                    <a:pt x="11475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9" name="Freeform 3548">
              <a:extLst>
                <a:ext uri="{FF2B5EF4-FFF2-40B4-BE49-F238E27FC236}">
                  <a16:creationId xmlns:a16="http://schemas.microsoft.com/office/drawing/2014/main" id="{93D3A4D0-1EEB-2440-AFDC-E42298CD2598}"/>
                </a:ext>
              </a:extLst>
            </p:cNvPr>
            <p:cNvSpPr/>
            <p:nvPr/>
          </p:nvSpPr>
          <p:spPr>
            <a:xfrm>
              <a:off x="3576339" y="1183763"/>
              <a:ext cx="3278" cy="16393"/>
            </a:xfrm>
            <a:custGeom>
              <a:avLst/>
              <a:gdLst>
                <a:gd name="connsiteX0" fmla="*/ 0 w 3278"/>
                <a:gd name="connsiteY0" fmla="*/ 0 h 16393"/>
                <a:gd name="connsiteX1" fmla="*/ 0 w 3278"/>
                <a:gd name="connsiteY1" fmla="*/ 0 h 16393"/>
                <a:gd name="connsiteX2" fmla="*/ 3279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0" y="0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0" name="Freeform 3549">
              <a:extLst>
                <a:ext uri="{FF2B5EF4-FFF2-40B4-BE49-F238E27FC236}">
                  <a16:creationId xmlns:a16="http://schemas.microsoft.com/office/drawing/2014/main" id="{779B2C50-C930-614D-B2AB-8146282FE54D}"/>
                </a:ext>
              </a:extLst>
            </p:cNvPr>
            <p:cNvSpPr/>
            <p:nvPr/>
          </p:nvSpPr>
          <p:spPr>
            <a:xfrm>
              <a:off x="3582896" y="1185402"/>
              <a:ext cx="9836" cy="3278"/>
            </a:xfrm>
            <a:custGeom>
              <a:avLst/>
              <a:gdLst>
                <a:gd name="connsiteX0" fmla="*/ 6557 w 9836"/>
                <a:gd name="connsiteY0" fmla="*/ 3279 h 3278"/>
                <a:gd name="connsiteX1" fmla="*/ 8197 w 9836"/>
                <a:gd name="connsiteY1" fmla="*/ 3279 h 3278"/>
                <a:gd name="connsiteX2" fmla="*/ 9836 w 9836"/>
                <a:gd name="connsiteY2" fmla="*/ 0 h 3278"/>
                <a:gd name="connsiteX3" fmla="*/ 6557 w 9836"/>
                <a:gd name="connsiteY3" fmla="*/ 0 h 3278"/>
                <a:gd name="connsiteX4" fmla="*/ 3279 w 9836"/>
                <a:gd name="connsiteY4" fmla="*/ 1639 h 3278"/>
                <a:gd name="connsiteX5" fmla="*/ 0 w 9836"/>
                <a:gd name="connsiteY5" fmla="*/ 3279 h 3278"/>
                <a:gd name="connsiteX6" fmla="*/ 3279 w 9836"/>
                <a:gd name="connsiteY6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3278">
                  <a:moveTo>
                    <a:pt x="6557" y="3279"/>
                  </a:moveTo>
                  <a:lnTo>
                    <a:pt x="8197" y="3279"/>
                  </a:lnTo>
                  <a:lnTo>
                    <a:pt x="9836" y="0"/>
                  </a:lnTo>
                  <a:lnTo>
                    <a:pt x="6557" y="0"/>
                  </a:lnTo>
                  <a:lnTo>
                    <a:pt x="3279" y="1639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1" name="Freeform 3550">
              <a:extLst>
                <a:ext uri="{FF2B5EF4-FFF2-40B4-BE49-F238E27FC236}">
                  <a16:creationId xmlns:a16="http://schemas.microsoft.com/office/drawing/2014/main" id="{188954A5-5F54-5A4A-9400-B90412EA2827}"/>
                </a:ext>
              </a:extLst>
            </p:cNvPr>
            <p:cNvSpPr/>
            <p:nvPr/>
          </p:nvSpPr>
          <p:spPr>
            <a:xfrm>
              <a:off x="3586175" y="1136222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3279 w 8196"/>
                <a:gd name="connsiteY1" fmla="*/ 0 h 3278"/>
                <a:gd name="connsiteX2" fmla="*/ 0 w 8196"/>
                <a:gd name="connsiteY2" fmla="*/ 3279 h 3278"/>
                <a:gd name="connsiteX3" fmla="*/ 3279 w 8196"/>
                <a:gd name="connsiteY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2" name="Freeform 3551">
              <a:extLst>
                <a:ext uri="{FF2B5EF4-FFF2-40B4-BE49-F238E27FC236}">
                  <a16:creationId xmlns:a16="http://schemas.microsoft.com/office/drawing/2014/main" id="{88199E4F-AB1E-0B40-8206-0ED6B912CF9F}"/>
                </a:ext>
              </a:extLst>
            </p:cNvPr>
            <p:cNvSpPr/>
            <p:nvPr/>
          </p:nvSpPr>
          <p:spPr>
            <a:xfrm>
              <a:off x="3609126" y="1188681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3" name="Freeform 3552">
              <a:extLst>
                <a:ext uri="{FF2B5EF4-FFF2-40B4-BE49-F238E27FC236}">
                  <a16:creationId xmlns:a16="http://schemas.microsoft.com/office/drawing/2014/main" id="{EB102769-5566-9348-A7CF-5257D09F60CD}"/>
                </a:ext>
              </a:extLst>
            </p:cNvPr>
            <p:cNvSpPr/>
            <p:nvPr/>
          </p:nvSpPr>
          <p:spPr>
            <a:xfrm>
              <a:off x="3640273" y="1208353"/>
              <a:ext cx="8196" cy="4918"/>
            </a:xfrm>
            <a:custGeom>
              <a:avLst/>
              <a:gdLst>
                <a:gd name="connsiteX0" fmla="*/ 4918 w 8196"/>
                <a:gd name="connsiteY0" fmla="*/ 0 h 4918"/>
                <a:gd name="connsiteX1" fmla="*/ 3279 w 8196"/>
                <a:gd name="connsiteY1" fmla="*/ 1639 h 4918"/>
                <a:gd name="connsiteX2" fmla="*/ 0 w 8196"/>
                <a:gd name="connsiteY2" fmla="*/ 4918 h 4918"/>
                <a:gd name="connsiteX3" fmla="*/ 3279 w 8196"/>
                <a:gd name="connsiteY3" fmla="*/ 4918 h 4918"/>
                <a:gd name="connsiteX4" fmla="*/ 8197 w 8196"/>
                <a:gd name="connsiteY4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4918" y="0"/>
                  </a:moveTo>
                  <a:lnTo>
                    <a:pt x="3279" y="1639"/>
                  </a:lnTo>
                  <a:lnTo>
                    <a:pt x="0" y="4918"/>
                  </a:lnTo>
                  <a:lnTo>
                    <a:pt x="3279" y="4918"/>
                  </a:lnTo>
                  <a:lnTo>
                    <a:pt x="819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4" name="Freeform 3553">
              <a:extLst>
                <a:ext uri="{FF2B5EF4-FFF2-40B4-BE49-F238E27FC236}">
                  <a16:creationId xmlns:a16="http://schemas.microsoft.com/office/drawing/2014/main" id="{1D9CE962-4CB6-CE42-8DC5-DE2226DA5334}"/>
                </a:ext>
              </a:extLst>
            </p:cNvPr>
            <p:cNvSpPr/>
            <p:nvPr/>
          </p:nvSpPr>
          <p:spPr>
            <a:xfrm>
              <a:off x="3641912" y="1219828"/>
              <a:ext cx="11475" cy="3278"/>
            </a:xfrm>
            <a:custGeom>
              <a:avLst/>
              <a:gdLst>
                <a:gd name="connsiteX0" fmla="*/ 8197 w 11475"/>
                <a:gd name="connsiteY0" fmla="*/ 3279 h 3278"/>
                <a:gd name="connsiteX1" fmla="*/ 11475 w 11475"/>
                <a:gd name="connsiteY1" fmla="*/ 1639 h 3278"/>
                <a:gd name="connsiteX2" fmla="*/ 8197 w 11475"/>
                <a:gd name="connsiteY2" fmla="*/ 1639 h 3278"/>
                <a:gd name="connsiteX3" fmla="*/ 4918 w 11475"/>
                <a:gd name="connsiteY3" fmla="*/ 0 h 3278"/>
                <a:gd name="connsiteX4" fmla="*/ 0 w 11475"/>
                <a:gd name="connsiteY4" fmla="*/ 3279 h 3278"/>
                <a:gd name="connsiteX5" fmla="*/ 4918 w 11475"/>
                <a:gd name="connsiteY5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3278">
                  <a:moveTo>
                    <a:pt x="8197" y="3279"/>
                  </a:moveTo>
                  <a:lnTo>
                    <a:pt x="11475" y="1639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5" name="Freeform 3554">
              <a:extLst>
                <a:ext uri="{FF2B5EF4-FFF2-40B4-BE49-F238E27FC236}">
                  <a16:creationId xmlns:a16="http://schemas.microsoft.com/office/drawing/2014/main" id="{26151F82-20EC-B247-A6BF-0187438C7400}"/>
                </a:ext>
              </a:extLst>
            </p:cNvPr>
            <p:cNvSpPr/>
            <p:nvPr/>
          </p:nvSpPr>
          <p:spPr>
            <a:xfrm>
              <a:off x="3643552" y="1282123"/>
              <a:ext cx="6557" cy="3278"/>
            </a:xfrm>
            <a:custGeom>
              <a:avLst/>
              <a:gdLst>
                <a:gd name="connsiteX0" fmla="*/ 6557 w 6557"/>
                <a:gd name="connsiteY0" fmla="*/ 0 h 3278"/>
                <a:gd name="connsiteX1" fmla="*/ 3279 w 6557"/>
                <a:gd name="connsiteY1" fmla="*/ 0 h 3278"/>
                <a:gd name="connsiteX2" fmla="*/ 0 w 6557"/>
                <a:gd name="connsiteY2" fmla="*/ 0 h 3278"/>
                <a:gd name="connsiteX3" fmla="*/ 1639 w 6557"/>
                <a:gd name="connsiteY3" fmla="*/ 3279 h 3278"/>
                <a:gd name="connsiteX4" fmla="*/ 6557 w 6557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6557" y="0"/>
                  </a:moveTo>
                  <a:lnTo>
                    <a:pt x="3279" y="0"/>
                  </a:lnTo>
                  <a:lnTo>
                    <a:pt x="0" y="0"/>
                  </a:lnTo>
                  <a:lnTo>
                    <a:pt x="1639" y="3279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6" name="Freeform 3555">
              <a:extLst>
                <a:ext uri="{FF2B5EF4-FFF2-40B4-BE49-F238E27FC236}">
                  <a16:creationId xmlns:a16="http://schemas.microsoft.com/office/drawing/2014/main" id="{4CC8DAD5-F6BA-214E-8049-F3E748A2B388}"/>
                </a:ext>
              </a:extLst>
            </p:cNvPr>
            <p:cNvSpPr/>
            <p:nvPr/>
          </p:nvSpPr>
          <p:spPr>
            <a:xfrm>
              <a:off x="5094365" y="1754252"/>
              <a:ext cx="9836" cy="4918"/>
            </a:xfrm>
            <a:custGeom>
              <a:avLst/>
              <a:gdLst>
                <a:gd name="connsiteX0" fmla="*/ 8197 w 9836"/>
                <a:gd name="connsiteY0" fmla="*/ 4918 h 4918"/>
                <a:gd name="connsiteX1" fmla="*/ 9836 w 9836"/>
                <a:gd name="connsiteY1" fmla="*/ 3279 h 4918"/>
                <a:gd name="connsiteX2" fmla="*/ 8197 w 9836"/>
                <a:gd name="connsiteY2" fmla="*/ 0 h 4918"/>
                <a:gd name="connsiteX3" fmla="*/ 8197 w 9836"/>
                <a:gd name="connsiteY3" fmla="*/ 0 h 4918"/>
                <a:gd name="connsiteX4" fmla="*/ 3279 w 9836"/>
                <a:gd name="connsiteY4" fmla="*/ 0 h 4918"/>
                <a:gd name="connsiteX5" fmla="*/ 0 w 9836"/>
                <a:gd name="connsiteY5" fmla="*/ 1639 h 4918"/>
                <a:gd name="connsiteX6" fmla="*/ 3279 w 9836"/>
                <a:gd name="connsiteY6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4918">
                  <a:moveTo>
                    <a:pt x="8197" y="4918"/>
                  </a:moveTo>
                  <a:lnTo>
                    <a:pt x="9836" y="3279"/>
                  </a:lnTo>
                  <a:lnTo>
                    <a:pt x="8197" y="0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7" name="Freeform 3556">
              <a:extLst>
                <a:ext uri="{FF2B5EF4-FFF2-40B4-BE49-F238E27FC236}">
                  <a16:creationId xmlns:a16="http://schemas.microsoft.com/office/drawing/2014/main" id="{183A44E9-F9CD-AB4F-81F9-5254DF445D6F}"/>
                </a:ext>
              </a:extLst>
            </p:cNvPr>
            <p:cNvSpPr/>
            <p:nvPr/>
          </p:nvSpPr>
          <p:spPr>
            <a:xfrm>
              <a:off x="5105840" y="1791957"/>
              <a:ext cx="3278" cy="1639"/>
            </a:xfrm>
            <a:custGeom>
              <a:avLst/>
              <a:gdLst>
                <a:gd name="connsiteX0" fmla="*/ 3278 w 3278"/>
                <a:gd name="connsiteY0" fmla="*/ 1639 h 1639"/>
                <a:gd name="connsiteX1" fmla="*/ 3278 w 3278"/>
                <a:gd name="connsiteY1" fmla="*/ 1639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8" y="1639"/>
                  </a:moveTo>
                  <a:lnTo>
                    <a:pt x="3278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8" name="Freeform 3557">
              <a:extLst>
                <a:ext uri="{FF2B5EF4-FFF2-40B4-BE49-F238E27FC236}">
                  <a16:creationId xmlns:a16="http://schemas.microsoft.com/office/drawing/2014/main" id="{FABB171A-AF00-6549-8CDE-E4B0CAA49FE8}"/>
                </a:ext>
              </a:extLst>
            </p:cNvPr>
            <p:cNvSpPr/>
            <p:nvPr/>
          </p:nvSpPr>
          <p:spPr>
            <a:xfrm>
              <a:off x="5155020" y="1713268"/>
              <a:ext cx="1639" cy="1639"/>
            </a:xfrm>
            <a:custGeom>
              <a:avLst/>
              <a:gdLst>
                <a:gd name="connsiteX0" fmla="*/ 0 w 1639"/>
                <a:gd name="connsiteY0" fmla="*/ 0 h 1639"/>
                <a:gd name="connsiteX1" fmla="*/ 0 w 1639"/>
                <a:gd name="connsiteY1" fmla="*/ 1639 h 1639"/>
                <a:gd name="connsiteX2" fmla="*/ 1639 w 1639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1639">
                  <a:moveTo>
                    <a:pt x="0" y="0"/>
                  </a:moveTo>
                  <a:lnTo>
                    <a:pt x="0" y="163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9" name="Freeform 3558">
              <a:extLst>
                <a:ext uri="{FF2B5EF4-FFF2-40B4-BE49-F238E27FC236}">
                  <a16:creationId xmlns:a16="http://schemas.microsoft.com/office/drawing/2014/main" id="{554AB444-5942-C34A-A7AF-8C72896FCD67}"/>
                </a:ext>
              </a:extLst>
            </p:cNvPr>
            <p:cNvSpPr/>
            <p:nvPr/>
          </p:nvSpPr>
          <p:spPr>
            <a:xfrm>
              <a:off x="5368134" y="1891956"/>
              <a:ext cx="14753" cy="8196"/>
            </a:xfrm>
            <a:custGeom>
              <a:avLst/>
              <a:gdLst>
                <a:gd name="connsiteX0" fmla="*/ 8197 w 14753"/>
                <a:gd name="connsiteY0" fmla="*/ 8197 h 8196"/>
                <a:gd name="connsiteX1" fmla="*/ 8197 w 14753"/>
                <a:gd name="connsiteY1" fmla="*/ 8197 h 8196"/>
                <a:gd name="connsiteX2" fmla="*/ 11475 w 14753"/>
                <a:gd name="connsiteY2" fmla="*/ 6557 h 8196"/>
                <a:gd name="connsiteX3" fmla="*/ 14754 w 14753"/>
                <a:gd name="connsiteY3" fmla="*/ 3279 h 8196"/>
                <a:gd name="connsiteX4" fmla="*/ 11475 w 14753"/>
                <a:gd name="connsiteY4" fmla="*/ 1639 h 8196"/>
                <a:gd name="connsiteX5" fmla="*/ 8197 w 14753"/>
                <a:gd name="connsiteY5" fmla="*/ 0 h 8196"/>
                <a:gd name="connsiteX6" fmla="*/ 3278 w 14753"/>
                <a:gd name="connsiteY6" fmla="*/ 1639 h 8196"/>
                <a:gd name="connsiteX7" fmla="*/ 0 w 14753"/>
                <a:gd name="connsiteY7" fmla="*/ 3279 h 8196"/>
                <a:gd name="connsiteX8" fmla="*/ 3278 w 14753"/>
                <a:gd name="connsiteY8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3" h="8196">
                  <a:moveTo>
                    <a:pt x="8197" y="8197"/>
                  </a:moveTo>
                  <a:lnTo>
                    <a:pt x="8197" y="8197"/>
                  </a:lnTo>
                  <a:lnTo>
                    <a:pt x="11475" y="6557"/>
                  </a:lnTo>
                  <a:lnTo>
                    <a:pt x="14754" y="3279"/>
                  </a:lnTo>
                  <a:lnTo>
                    <a:pt x="11475" y="1639"/>
                  </a:lnTo>
                  <a:lnTo>
                    <a:pt x="8197" y="0"/>
                  </a:lnTo>
                  <a:lnTo>
                    <a:pt x="3278" y="1639"/>
                  </a:lnTo>
                  <a:lnTo>
                    <a:pt x="0" y="3279"/>
                  </a:lnTo>
                  <a:lnTo>
                    <a:pt x="327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0" name="Freeform 3559">
              <a:extLst>
                <a:ext uri="{FF2B5EF4-FFF2-40B4-BE49-F238E27FC236}">
                  <a16:creationId xmlns:a16="http://schemas.microsoft.com/office/drawing/2014/main" id="{0F007B9A-6678-0E45-ABDF-3CB43E41622A}"/>
                </a:ext>
              </a:extLst>
            </p:cNvPr>
            <p:cNvSpPr/>
            <p:nvPr/>
          </p:nvSpPr>
          <p:spPr>
            <a:xfrm>
              <a:off x="2184542" y="3490309"/>
              <a:ext cx="1639" cy="4918"/>
            </a:xfrm>
            <a:custGeom>
              <a:avLst/>
              <a:gdLst>
                <a:gd name="connsiteX0" fmla="*/ 0 w 1639"/>
                <a:gd name="connsiteY0" fmla="*/ 0 h 4918"/>
                <a:gd name="connsiteX1" fmla="*/ 0 w 1639"/>
                <a:gd name="connsiteY1" fmla="*/ 0 h 4918"/>
                <a:gd name="connsiteX2" fmla="*/ 1639 w 1639"/>
                <a:gd name="connsiteY2" fmla="*/ 4918 h 4918"/>
                <a:gd name="connsiteX3" fmla="*/ 1639 w 1639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9" h="4918">
                  <a:moveTo>
                    <a:pt x="0" y="0"/>
                  </a:moveTo>
                  <a:lnTo>
                    <a:pt x="0" y="0"/>
                  </a:lnTo>
                  <a:lnTo>
                    <a:pt x="1639" y="4918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1" name="Freeform 3560">
              <a:extLst>
                <a:ext uri="{FF2B5EF4-FFF2-40B4-BE49-F238E27FC236}">
                  <a16:creationId xmlns:a16="http://schemas.microsoft.com/office/drawing/2014/main" id="{58742ACB-017C-844B-95E3-762E27A3DA87}"/>
                </a:ext>
              </a:extLst>
            </p:cNvPr>
            <p:cNvSpPr/>
            <p:nvPr/>
          </p:nvSpPr>
          <p:spPr>
            <a:xfrm>
              <a:off x="2071428" y="3628014"/>
              <a:ext cx="124589" cy="139343"/>
            </a:xfrm>
            <a:custGeom>
              <a:avLst/>
              <a:gdLst>
                <a:gd name="connsiteX0" fmla="*/ 0 w 124589"/>
                <a:gd name="connsiteY0" fmla="*/ 37705 h 139343"/>
                <a:gd name="connsiteX1" fmla="*/ 3279 w 124589"/>
                <a:gd name="connsiteY1" fmla="*/ 32786 h 139343"/>
                <a:gd name="connsiteX2" fmla="*/ 3279 w 124589"/>
                <a:gd name="connsiteY2" fmla="*/ 29508 h 139343"/>
                <a:gd name="connsiteX3" fmla="*/ 6557 w 124589"/>
                <a:gd name="connsiteY3" fmla="*/ 27869 h 139343"/>
                <a:gd name="connsiteX4" fmla="*/ 8197 w 124589"/>
                <a:gd name="connsiteY4" fmla="*/ 24590 h 139343"/>
                <a:gd name="connsiteX5" fmla="*/ 8197 w 124589"/>
                <a:gd name="connsiteY5" fmla="*/ 19672 h 139343"/>
                <a:gd name="connsiteX6" fmla="*/ 4918 w 124589"/>
                <a:gd name="connsiteY6" fmla="*/ 18033 h 139343"/>
                <a:gd name="connsiteX7" fmla="*/ 1639 w 124589"/>
                <a:gd name="connsiteY7" fmla="*/ 14754 h 139343"/>
                <a:gd name="connsiteX8" fmla="*/ 3279 w 124589"/>
                <a:gd name="connsiteY8" fmla="*/ 11475 h 139343"/>
                <a:gd name="connsiteX9" fmla="*/ 6557 w 124589"/>
                <a:gd name="connsiteY9" fmla="*/ 11475 h 139343"/>
                <a:gd name="connsiteX10" fmla="*/ 6557 w 124589"/>
                <a:gd name="connsiteY10" fmla="*/ 8196 h 139343"/>
                <a:gd name="connsiteX11" fmla="*/ 8197 w 124589"/>
                <a:gd name="connsiteY11" fmla="*/ 4918 h 139343"/>
                <a:gd name="connsiteX12" fmla="*/ 9836 w 124589"/>
                <a:gd name="connsiteY12" fmla="*/ 1639 h 139343"/>
                <a:gd name="connsiteX13" fmla="*/ 11475 w 124589"/>
                <a:gd name="connsiteY13" fmla="*/ 0 h 139343"/>
                <a:gd name="connsiteX14" fmla="*/ 11475 w 124589"/>
                <a:gd name="connsiteY14" fmla="*/ 0 h 139343"/>
                <a:gd name="connsiteX15" fmla="*/ 16393 w 124589"/>
                <a:gd name="connsiteY15" fmla="*/ 1639 h 139343"/>
                <a:gd name="connsiteX16" fmla="*/ 19672 w 124589"/>
                <a:gd name="connsiteY16" fmla="*/ 3279 h 139343"/>
                <a:gd name="connsiteX17" fmla="*/ 22951 w 124589"/>
                <a:gd name="connsiteY17" fmla="*/ 4918 h 139343"/>
                <a:gd name="connsiteX18" fmla="*/ 26229 w 124589"/>
                <a:gd name="connsiteY18" fmla="*/ 6557 h 139343"/>
                <a:gd name="connsiteX19" fmla="*/ 27869 w 124589"/>
                <a:gd name="connsiteY19" fmla="*/ 6557 h 139343"/>
                <a:gd name="connsiteX20" fmla="*/ 32787 w 124589"/>
                <a:gd name="connsiteY20" fmla="*/ 8196 h 139343"/>
                <a:gd name="connsiteX21" fmla="*/ 34426 w 124589"/>
                <a:gd name="connsiteY21" fmla="*/ 9836 h 139343"/>
                <a:gd name="connsiteX22" fmla="*/ 37705 w 124589"/>
                <a:gd name="connsiteY22" fmla="*/ 11475 h 139343"/>
                <a:gd name="connsiteX23" fmla="*/ 42623 w 124589"/>
                <a:gd name="connsiteY23" fmla="*/ 8196 h 139343"/>
                <a:gd name="connsiteX24" fmla="*/ 44262 w 124589"/>
                <a:gd name="connsiteY24" fmla="*/ 6557 h 139343"/>
                <a:gd name="connsiteX25" fmla="*/ 49180 w 124589"/>
                <a:gd name="connsiteY25" fmla="*/ 6557 h 139343"/>
                <a:gd name="connsiteX26" fmla="*/ 52459 w 124589"/>
                <a:gd name="connsiteY26" fmla="*/ 8196 h 139343"/>
                <a:gd name="connsiteX27" fmla="*/ 57377 w 124589"/>
                <a:gd name="connsiteY27" fmla="*/ 11475 h 139343"/>
                <a:gd name="connsiteX28" fmla="*/ 59016 w 124589"/>
                <a:gd name="connsiteY28" fmla="*/ 8196 h 139343"/>
                <a:gd name="connsiteX29" fmla="*/ 62295 w 124589"/>
                <a:gd name="connsiteY29" fmla="*/ 13115 h 139343"/>
                <a:gd name="connsiteX30" fmla="*/ 63934 w 124589"/>
                <a:gd name="connsiteY30" fmla="*/ 16393 h 139343"/>
                <a:gd name="connsiteX31" fmla="*/ 65573 w 124589"/>
                <a:gd name="connsiteY31" fmla="*/ 18033 h 139343"/>
                <a:gd name="connsiteX32" fmla="*/ 65573 w 124589"/>
                <a:gd name="connsiteY32" fmla="*/ 18033 h 139343"/>
                <a:gd name="connsiteX33" fmla="*/ 70492 w 124589"/>
                <a:gd name="connsiteY33" fmla="*/ 19672 h 139343"/>
                <a:gd name="connsiteX34" fmla="*/ 73770 w 124589"/>
                <a:gd name="connsiteY34" fmla="*/ 19672 h 139343"/>
                <a:gd name="connsiteX35" fmla="*/ 75410 w 124589"/>
                <a:gd name="connsiteY35" fmla="*/ 21311 h 139343"/>
                <a:gd name="connsiteX36" fmla="*/ 78688 w 124589"/>
                <a:gd name="connsiteY36" fmla="*/ 19672 h 139343"/>
                <a:gd name="connsiteX37" fmla="*/ 81967 w 124589"/>
                <a:gd name="connsiteY37" fmla="*/ 19672 h 139343"/>
                <a:gd name="connsiteX38" fmla="*/ 85245 w 124589"/>
                <a:gd name="connsiteY38" fmla="*/ 18033 h 139343"/>
                <a:gd name="connsiteX39" fmla="*/ 85245 w 124589"/>
                <a:gd name="connsiteY39" fmla="*/ 14754 h 139343"/>
                <a:gd name="connsiteX40" fmla="*/ 86885 w 124589"/>
                <a:gd name="connsiteY40" fmla="*/ 11475 h 139343"/>
                <a:gd name="connsiteX41" fmla="*/ 88524 w 124589"/>
                <a:gd name="connsiteY41" fmla="*/ 16393 h 139343"/>
                <a:gd name="connsiteX42" fmla="*/ 86885 w 124589"/>
                <a:gd name="connsiteY42" fmla="*/ 19672 h 139343"/>
                <a:gd name="connsiteX43" fmla="*/ 86885 w 124589"/>
                <a:gd name="connsiteY43" fmla="*/ 21311 h 139343"/>
                <a:gd name="connsiteX44" fmla="*/ 90164 w 124589"/>
                <a:gd name="connsiteY44" fmla="*/ 24590 h 139343"/>
                <a:gd name="connsiteX45" fmla="*/ 90164 w 124589"/>
                <a:gd name="connsiteY45" fmla="*/ 27869 h 139343"/>
                <a:gd name="connsiteX46" fmla="*/ 90164 w 124589"/>
                <a:gd name="connsiteY46" fmla="*/ 27869 h 139343"/>
                <a:gd name="connsiteX47" fmla="*/ 91803 w 124589"/>
                <a:gd name="connsiteY47" fmla="*/ 32786 h 139343"/>
                <a:gd name="connsiteX48" fmla="*/ 93442 w 124589"/>
                <a:gd name="connsiteY48" fmla="*/ 36065 h 139343"/>
                <a:gd name="connsiteX49" fmla="*/ 96721 w 124589"/>
                <a:gd name="connsiteY49" fmla="*/ 39344 h 139343"/>
                <a:gd name="connsiteX50" fmla="*/ 96721 w 124589"/>
                <a:gd name="connsiteY50" fmla="*/ 40983 h 139343"/>
                <a:gd name="connsiteX51" fmla="*/ 98360 w 124589"/>
                <a:gd name="connsiteY51" fmla="*/ 44262 h 139343"/>
                <a:gd name="connsiteX52" fmla="*/ 101639 w 124589"/>
                <a:gd name="connsiteY52" fmla="*/ 47541 h 139343"/>
                <a:gd name="connsiteX53" fmla="*/ 101639 w 124589"/>
                <a:gd name="connsiteY53" fmla="*/ 47541 h 139343"/>
                <a:gd name="connsiteX54" fmla="*/ 103278 w 124589"/>
                <a:gd name="connsiteY54" fmla="*/ 50819 h 139343"/>
                <a:gd name="connsiteX55" fmla="*/ 104917 w 124589"/>
                <a:gd name="connsiteY55" fmla="*/ 52459 h 139343"/>
                <a:gd name="connsiteX56" fmla="*/ 106557 w 124589"/>
                <a:gd name="connsiteY56" fmla="*/ 52459 h 139343"/>
                <a:gd name="connsiteX57" fmla="*/ 106557 w 124589"/>
                <a:gd name="connsiteY57" fmla="*/ 52459 h 139343"/>
                <a:gd name="connsiteX58" fmla="*/ 108196 w 124589"/>
                <a:gd name="connsiteY58" fmla="*/ 57377 h 139343"/>
                <a:gd name="connsiteX59" fmla="*/ 111475 w 124589"/>
                <a:gd name="connsiteY59" fmla="*/ 60655 h 139343"/>
                <a:gd name="connsiteX60" fmla="*/ 111475 w 124589"/>
                <a:gd name="connsiteY60" fmla="*/ 62295 h 139343"/>
                <a:gd name="connsiteX61" fmla="*/ 114754 w 124589"/>
                <a:gd name="connsiteY61" fmla="*/ 65573 h 139343"/>
                <a:gd name="connsiteX62" fmla="*/ 118032 w 124589"/>
                <a:gd name="connsiteY62" fmla="*/ 68852 h 139343"/>
                <a:gd name="connsiteX63" fmla="*/ 122950 w 124589"/>
                <a:gd name="connsiteY63" fmla="*/ 70492 h 139343"/>
                <a:gd name="connsiteX64" fmla="*/ 124590 w 124589"/>
                <a:gd name="connsiteY64" fmla="*/ 72131 h 139343"/>
                <a:gd name="connsiteX65" fmla="*/ 121311 w 124589"/>
                <a:gd name="connsiteY65" fmla="*/ 75409 h 139343"/>
                <a:gd name="connsiteX66" fmla="*/ 119672 w 124589"/>
                <a:gd name="connsiteY66" fmla="*/ 75409 h 139343"/>
                <a:gd name="connsiteX67" fmla="*/ 116393 w 124589"/>
                <a:gd name="connsiteY67" fmla="*/ 70492 h 139343"/>
                <a:gd name="connsiteX68" fmla="*/ 111475 w 124589"/>
                <a:gd name="connsiteY68" fmla="*/ 72131 h 139343"/>
                <a:gd name="connsiteX69" fmla="*/ 113114 w 124589"/>
                <a:gd name="connsiteY69" fmla="*/ 75409 h 139343"/>
                <a:gd name="connsiteX70" fmla="*/ 111475 w 124589"/>
                <a:gd name="connsiteY70" fmla="*/ 75409 h 139343"/>
                <a:gd name="connsiteX71" fmla="*/ 109836 w 124589"/>
                <a:gd name="connsiteY71" fmla="*/ 78688 h 139343"/>
                <a:gd name="connsiteX72" fmla="*/ 108196 w 124589"/>
                <a:gd name="connsiteY72" fmla="*/ 83606 h 139343"/>
                <a:gd name="connsiteX73" fmla="*/ 108196 w 124589"/>
                <a:gd name="connsiteY73" fmla="*/ 86885 h 139343"/>
                <a:gd name="connsiteX74" fmla="*/ 108196 w 124589"/>
                <a:gd name="connsiteY74" fmla="*/ 90163 h 139343"/>
                <a:gd name="connsiteX75" fmla="*/ 108196 w 124589"/>
                <a:gd name="connsiteY75" fmla="*/ 93442 h 139343"/>
                <a:gd name="connsiteX76" fmla="*/ 108196 w 124589"/>
                <a:gd name="connsiteY76" fmla="*/ 93442 h 139343"/>
                <a:gd name="connsiteX77" fmla="*/ 111475 w 124589"/>
                <a:gd name="connsiteY77" fmla="*/ 95082 h 139343"/>
                <a:gd name="connsiteX78" fmla="*/ 116393 w 124589"/>
                <a:gd name="connsiteY78" fmla="*/ 98360 h 139343"/>
                <a:gd name="connsiteX79" fmla="*/ 116393 w 124589"/>
                <a:gd name="connsiteY79" fmla="*/ 101639 h 139343"/>
                <a:gd name="connsiteX80" fmla="*/ 113114 w 124589"/>
                <a:gd name="connsiteY80" fmla="*/ 103278 h 139343"/>
                <a:gd name="connsiteX81" fmla="*/ 111475 w 124589"/>
                <a:gd name="connsiteY81" fmla="*/ 103278 h 139343"/>
                <a:gd name="connsiteX82" fmla="*/ 108196 w 124589"/>
                <a:gd name="connsiteY82" fmla="*/ 108196 h 139343"/>
                <a:gd name="connsiteX83" fmla="*/ 109836 w 124589"/>
                <a:gd name="connsiteY83" fmla="*/ 111475 h 139343"/>
                <a:gd name="connsiteX84" fmla="*/ 111475 w 124589"/>
                <a:gd name="connsiteY84" fmla="*/ 114753 h 139343"/>
                <a:gd name="connsiteX85" fmla="*/ 111475 w 124589"/>
                <a:gd name="connsiteY85" fmla="*/ 118032 h 139343"/>
                <a:gd name="connsiteX86" fmla="*/ 109836 w 124589"/>
                <a:gd name="connsiteY86" fmla="*/ 119672 h 139343"/>
                <a:gd name="connsiteX87" fmla="*/ 109836 w 124589"/>
                <a:gd name="connsiteY87" fmla="*/ 119672 h 139343"/>
                <a:gd name="connsiteX88" fmla="*/ 109836 w 124589"/>
                <a:gd name="connsiteY88" fmla="*/ 121311 h 139343"/>
                <a:gd name="connsiteX89" fmla="*/ 108196 w 124589"/>
                <a:gd name="connsiteY89" fmla="*/ 122950 h 139343"/>
                <a:gd name="connsiteX90" fmla="*/ 103278 w 124589"/>
                <a:gd name="connsiteY90" fmla="*/ 124589 h 139343"/>
                <a:gd name="connsiteX91" fmla="*/ 103278 w 124589"/>
                <a:gd name="connsiteY91" fmla="*/ 129508 h 139343"/>
                <a:gd name="connsiteX92" fmla="*/ 104917 w 124589"/>
                <a:gd name="connsiteY92" fmla="*/ 129508 h 139343"/>
                <a:gd name="connsiteX93" fmla="*/ 106557 w 124589"/>
                <a:gd name="connsiteY93" fmla="*/ 132786 h 139343"/>
                <a:gd name="connsiteX94" fmla="*/ 106557 w 124589"/>
                <a:gd name="connsiteY94" fmla="*/ 136065 h 139343"/>
                <a:gd name="connsiteX95" fmla="*/ 106557 w 124589"/>
                <a:gd name="connsiteY95" fmla="*/ 139343 h 139343"/>
                <a:gd name="connsiteX96" fmla="*/ 106557 w 124589"/>
                <a:gd name="connsiteY96" fmla="*/ 136065 h 139343"/>
                <a:gd name="connsiteX97" fmla="*/ 104917 w 124589"/>
                <a:gd name="connsiteY97" fmla="*/ 132786 h 139343"/>
                <a:gd name="connsiteX98" fmla="*/ 101639 w 124589"/>
                <a:gd name="connsiteY98" fmla="*/ 129508 h 139343"/>
                <a:gd name="connsiteX99" fmla="*/ 98360 w 124589"/>
                <a:gd name="connsiteY99" fmla="*/ 126229 h 139343"/>
                <a:gd name="connsiteX100" fmla="*/ 100000 w 124589"/>
                <a:gd name="connsiteY100" fmla="*/ 122950 h 139343"/>
                <a:gd name="connsiteX101" fmla="*/ 98360 w 124589"/>
                <a:gd name="connsiteY101" fmla="*/ 118032 h 139343"/>
                <a:gd name="connsiteX102" fmla="*/ 96721 w 124589"/>
                <a:gd name="connsiteY102" fmla="*/ 114753 h 139343"/>
                <a:gd name="connsiteX103" fmla="*/ 93442 w 124589"/>
                <a:gd name="connsiteY103" fmla="*/ 113114 h 139343"/>
                <a:gd name="connsiteX104" fmla="*/ 90164 w 124589"/>
                <a:gd name="connsiteY104" fmla="*/ 108196 h 139343"/>
                <a:gd name="connsiteX105" fmla="*/ 90164 w 124589"/>
                <a:gd name="connsiteY105" fmla="*/ 108196 h 139343"/>
                <a:gd name="connsiteX106" fmla="*/ 86885 w 124589"/>
                <a:gd name="connsiteY106" fmla="*/ 109836 h 139343"/>
                <a:gd name="connsiteX107" fmla="*/ 86885 w 124589"/>
                <a:gd name="connsiteY107" fmla="*/ 113114 h 139343"/>
                <a:gd name="connsiteX108" fmla="*/ 91803 w 124589"/>
                <a:gd name="connsiteY108" fmla="*/ 116393 h 139343"/>
                <a:gd name="connsiteX109" fmla="*/ 93442 w 124589"/>
                <a:gd name="connsiteY109" fmla="*/ 119672 h 139343"/>
                <a:gd name="connsiteX110" fmla="*/ 93442 w 124589"/>
                <a:gd name="connsiteY110" fmla="*/ 124589 h 139343"/>
                <a:gd name="connsiteX111" fmla="*/ 93442 w 124589"/>
                <a:gd name="connsiteY111" fmla="*/ 124589 h 139343"/>
                <a:gd name="connsiteX112" fmla="*/ 88524 w 124589"/>
                <a:gd name="connsiteY112" fmla="*/ 122950 h 139343"/>
                <a:gd name="connsiteX113" fmla="*/ 85245 w 124589"/>
                <a:gd name="connsiteY113" fmla="*/ 121311 h 139343"/>
                <a:gd name="connsiteX114" fmla="*/ 81967 w 124589"/>
                <a:gd name="connsiteY114" fmla="*/ 121311 h 139343"/>
                <a:gd name="connsiteX115" fmla="*/ 78688 w 124589"/>
                <a:gd name="connsiteY115" fmla="*/ 118032 h 139343"/>
                <a:gd name="connsiteX116" fmla="*/ 75410 w 124589"/>
                <a:gd name="connsiteY116" fmla="*/ 114753 h 139343"/>
                <a:gd name="connsiteX117" fmla="*/ 78688 w 124589"/>
                <a:gd name="connsiteY117" fmla="*/ 111475 h 139343"/>
                <a:gd name="connsiteX118" fmla="*/ 80327 w 124589"/>
                <a:gd name="connsiteY118" fmla="*/ 108196 h 139343"/>
                <a:gd name="connsiteX119" fmla="*/ 81967 w 124589"/>
                <a:gd name="connsiteY119" fmla="*/ 104918 h 139343"/>
                <a:gd name="connsiteX120" fmla="*/ 83606 w 124589"/>
                <a:gd name="connsiteY120" fmla="*/ 101639 h 139343"/>
                <a:gd name="connsiteX121" fmla="*/ 81967 w 124589"/>
                <a:gd name="connsiteY121" fmla="*/ 98360 h 139343"/>
                <a:gd name="connsiteX122" fmla="*/ 80327 w 124589"/>
                <a:gd name="connsiteY122" fmla="*/ 95082 h 139343"/>
                <a:gd name="connsiteX123" fmla="*/ 78688 w 124589"/>
                <a:gd name="connsiteY123" fmla="*/ 91803 h 139343"/>
                <a:gd name="connsiteX124" fmla="*/ 73770 w 124589"/>
                <a:gd name="connsiteY124" fmla="*/ 88524 h 139343"/>
                <a:gd name="connsiteX125" fmla="*/ 70492 w 124589"/>
                <a:gd name="connsiteY125" fmla="*/ 83606 h 139343"/>
                <a:gd name="connsiteX126" fmla="*/ 67213 w 124589"/>
                <a:gd name="connsiteY126" fmla="*/ 81967 h 139343"/>
                <a:gd name="connsiteX127" fmla="*/ 67213 w 124589"/>
                <a:gd name="connsiteY127" fmla="*/ 81967 h 139343"/>
                <a:gd name="connsiteX128" fmla="*/ 62295 w 124589"/>
                <a:gd name="connsiteY128" fmla="*/ 80328 h 139343"/>
                <a:gd name="connsiteX129" fmla="*/ 60655 w 124589"/>
                <a:gd name="connsiteY129" fmla="*/ 77049 h 139343"/>
                <a:gd name="connsiteX130" fmla="*/ 57377 w 124589"/>
                <a:gd name="connsiteY130" fmla="*/ 75409 h 139343"/>
                <a:gd name="connsiteX131" fmla="*/ 55737 w 124589"/>
                <a:gd name="connsiteY131" fmla="*/ 75409 h 139343"/>
                <a:gd name="connsiteX132" fmla="*/ 52459 w 124589"/>
                <a:gd name="connsiteY132" fmla="*/ 73770 h 139343"/>
                <a:gd name="connsiteX133" fmla="*/ 47541 w 124589"/>
                <a:gd name="connsiteY133" fmla="*/ 73770 h 139343"/>
                <a:gd name="connsiteX134" fmla="*/ 44262 w 124589"/>
                <a:gd name="connsiteY134" fmla="*/ 70492 h 139343"/>
                <a:gd name="connsiteX135" fmla="*/ 42623 w 124589"/>
                <a:gd name="connsiteY135" fmla="*/ 67213 h 139343"/>
                <a:gd name="connsiteX136" fmla="*/ 44262 w 124589"/>
                <a:gd name="connsiteY136" fmla="*/ 62295 h 139343"/>
                <a:gd name="connsiteX137" fmla="*/ 44262 w 124589"/>
                <a:gd name="connsiteY137" fmla="*/ 62295 h 139343"/>
                <a:gd name="connsiteX138" fmla="*/ 42623 w 124589"/>
                <a:gd name="connsiteY138" fmla="*/ 59016 h 139343"/>
                <a:gd name="connsiteX139" fmla="*/ 40983 w 124589"/>
                <a:gd name="connsiteY139" fmla="*/ 55738 h 139343"/>
                <a:gd name="connsiteX140" fmla="*/ 37705 w 124589"/>
                <a:gd name="connsiteY140" fmla="*/ 54098 h 139343"/>
                <a:gd name="connsiteX141" fmla="*/ 36065 w 124589"/>
                <a:gd name="connsiteY141" fmla="*/ 52459 h 139343"/>
                <a:gd name="connsiteX142" fmla="*/ 32787 w 124589"/>
                <a:gd name="connsiteY142" fmla="*/ 49180 h 139343"/>
                <a:gd name="connsiteX143" fmla="*/ 31147 w 124589"/>
                <a:gd name="connsiteY143" fmla="*/ 49180 h 139343"/>
                <a:gd name="connsiteX144" fmla="*/ 29508 w 124589"/>
                <a:gd name="connsiteY144" fmla="*/ 45901 h 139343"/>
                <a:gd name="connsiteX145" fmla="*/ 26229 w 124589"/>
                <a:gd name="connsiteY145" fmla="*/ 45901 h 139343"/>
                <a:gd name="connsiteX146" fmla="*/ 22951 w 124589"/>
                <a:gd name="connsiteY146" fmla="*/ 44262 h 139343"/>
                <a:gd name="connsiteX147" fmla="*/ 22951 w 124589"/>
                <a:gd name="connsiteY147" fmla="*/ 42623 h 139343"/>
                <a:gd name="connsiteX148" fmla="*/ 21311 w 124589"/>
                <a:gd name="connsiteY148" fmla="*/ 40983 h 139343"/>
                <a:gd name="connsiteX149" fmla="*/ 22951 w 124589"/>
                <a:gd name="connsiteY149" fmla="*/ 44262 h 139343"/>
                <a:gd name="connsiteX150" fmla="*/ 22951 w 124589"/>
                <a:gd name="connsiteY150" fmla="*/ 47541 h 139343"/>
                <a:gd name="connsiteX151" fmla="*/ 24590 w 124589"/>
                <a:gd name="connsiteY151" fmla="*/ 50819 h 139343"/>
                <a:gd name="connsiteX152" fmla="*/ 24590 w 124589"/>
                <a:gd name="connsiteY152" fmla="*/ 52459 h 139343"/>
                <a:gd name="connsiteX153" fmla="*/ 26229 w 124589"/>
                <a:gd name="connsiteY153" fmla="*/ 52459 h 139343"/>
                <a:gd name="connsiteX154" fmla="*/ 29508 w 124589"/>
                <a:gd name="connsiteY154" fmla="*/ 54098 h 139343"/>
                <a:gd name="connsiteX155" fmla="*/ 32787 w 124589"/>
                <a:gd name="connsiteY155" fmla="*/ 55738 h 139343"/>
                <a:gd name="connsiteX156" fmla="*/ 34426 w 124589"/>
                <a:gd name="connsiteY156" fmla="*/ 59016 h 139343"/>
                <a:gd name="connsiteX157" fmla="*/ 32787 w 124589"/>
                <a:gd name="connsiteY157" fmla="*/ 63934 h 139343"/>
                <a:gd name="connsiteX158" fmla="*/ 29508 w 124589"/>
                <a:gd name="connsiteY158" fmla="*/ 67213 h 139343"/>
                <a:gd name="connsiteX159" fmla="*/ 26229 w 124589"/>
                <a:gd name="connsiteY159" fmla="*/ 70492 h 139343"/>
                <a:gd name="connsiteX160" fmla="*/ 22951 w 124589"/>
                <a:gd name="connsiteY160" fmla="*/ 68852 h 139343"/>
                <a:gd name="connsiteX161" fmla="*/ 21311 w 124589"/>
                <a:gd name="connsiteY161" fmla="*/ 65573 h 139343"/>
                <a:gd name="connsiteX162" fmla="*/ 21311 w 124589"/>
                <a:gd name="connsiteY162" fmla="*/ 63934 h 139343"/>
                <a:gd name="connsiteX163" fmla="*/ 18033 w 124589"/>
                <a:gd name="connsiteY163" fmla="*/ 60655 h 139343"/>
                <a:gd name="connsiteX164" fmla="*/ 14754 w 124589"/>
                <a:gd name="connsiteY164" fmla="*/ 59016 h 139343"/>
                <a:gd name="connsiteX165" fmla="*/ 9836 w 124589"/>
                <a:gd name="connsiteY165" fmla="*/ 59016 h 139343"/>
                <a:gd name="connsiteX166" fmla="*/ 6557 w 124589"/>
                <a:gd name="connsiteY166" fmla="*/ 57377 h 139343"/>
                <a:gd name="connsiteX167" fmla="*/ 4918 w 124589"/>
                <a:gd name="connsiteY167" fmla="*/ 54098 h 139343"/>
                <a:gd name="connsiteX168" fmla="*/ 3279 w 124589"/>
                <a:gd name="connsiteY168" fmla="*/ 52459 h 139343"/>
                <a:gd name="connsiteX169" fmla="*/ 1639 w 124589"/>
                <a:gd name="connsiteY169" fmla="*/ 49180 h 139343"/>
                <a:gd name="connsiteX170" fmla="*/ 0 w 124589"/>
                <a:gd name="connsiteY170" fmla="*/ 45901 h 139343"/>
                <a:gd name="connsiteX171" fmla="*/ 0 w 124589"/>
                <a:gd name="connsiteY171" fmla="*/ 40983 h 139343"/>
                <a:gd name="connsiteX172" fmla="*/ 0 w 124589"/>
                <a:gd name="connsiteY172" fmla="*/ 37705 h 139343"/>
                <a:gd name="connsiteX173" fmla="*/ 0 w 124589"/>
                <a:gd name="connsiteY173" fmla="*/ 37705 h 13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124589" h="139343">
                  <a:moveTo>
                    <a:pt x="0" y="37705"/>
                  </a:moveTo>
                  <a:lnTo>
                    <a:pt x="3279" y="32786"/>
                  </a:lnTo>
                  <a:lnTo>
                    <a:pt x="3279" y="29508"/>
                  </a:lnTo>
                  <a:lnTo>
                    <a:pt x="6557" y="27869"/>
                  </a:lnTo>
                  <a:lnTo>
                    <a:pt x="8197" y="24590"/>
                  </a:lnTo>
                  <a:lnTo>
                    <a:pt x="8197" y="19672"/>
                  </a:lnTo>
                  <a:lnTo>
                    <a:pt x="4918" y="18033"/>
                  </a:lnTo>
                  <a:lnTo>
                    <a:pt x="1639" y="14754"/>
                  </a:lnTo>
                  <a:lnTo>
                    <a:pt x="3279" y="11475"/>
                  </a:lnTo>
                  <a:lnTo>
                    <a:pt x="6557" y="11475"/>
                  </a:lnTo>
                  <a:lnTo>
                    <a:pt x="6557" y="8196"/>
                  </a:lnTo>
                  <a:lnTo>
                    <a:pt x="8197" y="4918"/>
                  </a:lnTo>
                  <a:lnTo>
                    <a:pt x="9836" y="1639"/>
                  </a:lnTo>
                  <a:lnTo>
                    <a:pt x="11475" y="0"/>
                  </a:lnTo>
                  <a:lnTo>
                    <a:pt x="11475" y="0"/>
                  </a:lnTo>
                  <a:lnTo>
                    <a:pt x="16393" y="1639"/>
                  </a:lnTo>
                  <a:lnTo>
                    <a:pt x="19672" y="3279"/>
                  </a:lnTo>
                  <a:lnTo>
                    <a:pt x="22951" y="4918"/>
                  </a:lnTo>
                  <a:lnTo>
                    <a:pt x="26229" y="6557"/>
                  </a:lnTo>
                  <a:lnTo>
                    <a:pt x="27869" y="6557"/>
                  </a:lnTo>
                  <a:lnTo>
                    <a:pt x="32787" y="8196"/>
                  </a:lnTo>
                  <a:lnTo>
                    <a:pt x="34426" y="9836"/>
                  </a:lnTo>
                  <a:lnTo>
                    <a:pt x="37705" y="11475"/>
                  </a:lnTo>
                  <a:lnTo>
                    <a:pt x="42623" y="8196"/>
                  </a:lnTo>
                  <a:lnTo>
                    <a:pt x="44262" y="6557"/>
                  </a:lnTo>
                  <a:lnTo>
                    <a:pt x="49180" y="6557"/>
                  </a:lnTo>
                  <a:lnTo>
                    <a:pt x="52459" y="8196"/>
                  </a:lnTo>
                  <a:lnTo>
                    <a:pt x="57377" y="11475"/>
                  </a:lnTo>
                  <a:lnTo>
                    <a:pt x="59016" y="8196"/>
                  </a:lnTo>
                  <a:lnTo>
                    <a:pt x="62295" y="13115"/>
                  </a:lnTo>
                  <a:lnTo>
                    <a:pt x="63934" y="16393"/>
                  </a:lnTo>
                  <a:lnTo>
                    <a:pt x="65573" y="18033"/>
                  </a:lnTo>
                  <a:lnTo>
                    <a:pt x="65573" y="18033"/>
                  </a:lnTo>
                  <a:lnTo>
                    <a:pt x="70492" y="19672"/>
                  </a:lnTo>
                  <a:lnTo>
                    <a:pt x="73770" y="19672"/>
                  </a:lnTo>
                  <a:lnTo>
                    <a:pt x="75410" y="21311"/>
                  </a:lnTo>
                  <a:lnTo>
                    <a:pt x="78688" y="19672"/>
                  </a:lnTo>
                  <a:lnTo>
                    <a:pt x="81967" y="19672"/>
                  </a:lnTo>
                  <a:lnTo>
                    <a:pt x="85245" y="18033"/>
                  </a:lnTo>
                  <a:lnTo>
                    <a:pt x="85245" y="14754"/>
                  </a:lnTo>
                  <a:lnTo>
                    <a:pt x="86885" y="11475"/>
                  </a:lnTo>
                  <a:lnTo>
                    <a:pt x="88524" y="16393"/>
                  </a:lnTo>
                  <a:lnTo>
                    <a:pt x="86885" y="19672"/>
                  </a:lnTo>
                  <a:lnTo>
                    <a:pt x="86885" y="21311"/>
                  </a:lnTo>
                  <a:lnTo>
                    <a:pt x="90164" y="24590"/>
                  </a:lnTo>
                  <a:lnTo>
                    <a:pt x="90164" y="27869"/>
                  </a:lnTo>
                  <a:lnTo>
                    <a:pt x="90164" y="27869"/>
                  </a:lnTo>
                  <a:lnTo>
                    <a:pt x="91803" y="32786"/>
                  </a:lnTo>
                  <a:lnTo>
                    <a:pt x="93442" y="36065"/>
                  </a:lnTo>
                  <a:lnTo>
                    <a:pt x="96721" y="39344"/>
                  </a:lnTo>
                  <a:lnTo>
                    <a:pt x="96721" y="40983"/>
                  </a:lnTo>
                  <a:lnTo>
                    <a:pt x="98360" y="44262"/>
                  </a:lnTo>
                  <a:lnTo>
                    <a:pt x="101639" y="47541"/>
                  </a:lnTo>
                  <a:lnTo>
                    <a:pt x="101639" y="47541"/>
                  </a:lnTo>
                  <a:lnTo>
                    <a:pt x="103278" y="50819"/>
                  </a:lnTo>
                  <a:lnTo>
                    <a:pt x="104917" y="52459"/>
                  </a:lnTo>
                  <a:lnTo>
                    <a:pt x="106557" y="52459"/>
                  </a:lnTo>
                  <a:lnTo>
                    <a:pt x="106557" y="52459"/>
                  </a:lnTo>
                  <a:lnTo>
                    <a:pt x="108196" y="57377"/>
                  </a:lnTo>
                  <a:lnTo>
                    <a:pt x="111475" y="60655"/>
                  </a:lnTo>
                  <a:lnTo>
                    <a:pt x="111475" y="62295"/>
                  </a:lnTo>
                  <a:lnTo>
                    <a:pt x="114754" y="65573"/>
                  </a:lnTo>
                  <a:lnTo>
                    <a:pt x="118032" y="68852"/>
                  </a:lnTo>
                  <a:lnTo>
                    <a:pt x="122950" y="70492"/>
                  </a:lnTo>
                  <a:lnTo>
                    <a:pt x="124590" y="72131"/>
                  </a:lnTo>
                  <a:lnTo>
                    <a:pt x="121311" y="75409"/>
                  </a:lnTo>
                  <a:lnTo>
                    <a:pt x="119672" y="75409"/>
                  </a:lnTo>
                  <a:lnTo>
                    <a:pt x="116393" y="70492"/>
                  </a:lnTo>
                  <a:lnTo>
                    <a:pt x="111475" y="72131"/>
                  </a:lnTo>
                  <a:lnTo>
                    <a:pt x="113114" y="75409"/>
                  </a:lnTo>
                  <a:lnTo>
                    <a:pt x="111475" y="75409"/>
                  </a:lnTo>
                  <a:lnTo>
                    <a:pt x="109836" y="78688"/>
                  </a:lnTo>
                  <a:lnTo>
                    <a:pt x="108196" y="83606"/>
                  </a:lnTo>
                  <a:lnTo>
                    <a:pt x="108196" y="86885"/>
                  </a:lnTo>
                  <a:lnTo>
                    <a:pt x="108196" y="90163"/>
                  </a:lnTo>
                  <a:lnTo>
                    <a:pt x="108196" y="93442"/>
                  </a:lnTo>
                  <a:lnTo>
                    <a:pt x="108196" y="93442"/>
                  </a:lnTo>
                  <a:lnTo>
                    <a:pt x="111475" y="95082"/>
                  </a:lnTo>
                  <a:lnTo>
                    <a:pt x="116393" y="98360"/>
                  </a:lnTo>
                  <a:lnTo>
                    <a:pt x="116393" y="101639"/>
                  </a:lnTo>
                  <a:lnTo>
                    <a:pt x="113114" y="103278"/>
                  </a:lnTo>
                  <a:lnTo>
                    <a:pt x="111475" y="103278"/>
                  </a:lnTo>
                  <a:lnTo>
                    <a:pt x="108196" y="108196"/>
                  </a:lnTo>
                  <a:lnTo>
                    <a:pt x="109836" y="111475"/>
                  </a:lnTo>
                  <a:lnTo>
                    <a:pt x="111475" y="114753"/>
                  </a:lnTo>
                  <a:lnTo>
                    <a:pt x="111475" y="118032"/>
                  </a:lnTo>
                  <a:lnTo>
                    <a:pt x="109836" y="119672"/>
                  </a:lnTo>
                  <a:lnTo>
                    <a:pt x="109836" y="119672"/>
                  </a:lnTo>
                  <a:lnTo>
                    <a:pt x="109836" y="121311"/>
                  </a:lnTo>
                  <a:lnTo>
                    <a:pt x="108196" y="122950"/>
                  </a:lnTo>
                  <a:lnTo>
                    <a:pt x="103278" y="124589"/>
                  </a:lnTo>
                  <a:lnTo>
                    <a:pt x="103278" y="129508"/>
                  </a:lnTo>
                  <a:lnTo>
                    <a:pt x="104917" y="129508"/>
                  </a:lnTo>
                  <a:lnTo>
                    <a:pt x="106557" y="132786"/>
                  </a:lnTo>
                  <a:lnTo>
                    <a:pt x="106557" y="136065"/>
                  </a:lnTo>
                  <a:lnTo>
                    <a:pt x="106557" y="139343"/>
                  </a:lnTo>
                  <a:lnTo>
                    <a:pt x="106557" y="136065"/>
                  </a:lnTo>
                  <a:lnTo>
                    <a:pt x="104917" y="132786"/>
                  </a:lnTo>
                  <a:lnTo>
                    <a:pt x="101639" y="129508"/>
                  </a:lnTo>
                  <a:lnTo>
                    <a:pt x="98360" y="126229"/>
                  </a:lnTo>
                  <a:lnTo>
                    <a:pt x="100000" y="122950"/>
                  </a:lnTo>
                  <a:lnTo>
                    <a:pt x="98360" y="118032"/>
                  </a:lnTo>
                  <a:lnTo>
                    <a:pt x="96721" y="114753"/>
                  </a:lnTo>
                  <a:lnTo>
                    <a:pt x="93442" y="113114"/>
                  </a:lnTo>
                  <a:lnTo>
                    <a:pt x="90164" y="108196"/>
                  </a:lnTo>
                  <a:lnTo>
                    <a:pt x="90164" y="108196"/>
                  </a:lnTo>
                  <a:lnTo>
                    <a:pt x="86885" y="109836"/>
                  </a:lnTo>
                  <a:lnTo>
                    <a:pt x="86885" y="113114"/>
                  </a:lnTo>
                  <a:lnTo>
                    <a:pt x="91803" y="116393"/>
                  </a:lnTo>
                  <a:lnTo>
                    <a:pt x="93442" y="119672"/>
                  </a:lnTo>
                  <a:lnTo>
                    <a:pt x="93442" y="124589"/>
                  </a:lnTo>
                  <a:lnTo>
                    <a:pt x="93442" y="124589"/>
                  </a:lnTo>
                  <a:lnTo>
                    <a:pt x="88524" y="122950"/>
                  </a:lnTo>
                  <a:lnTo>
                    <a:pt x="85245" y="121311"/>
                  </a:lnTo>
                  <a:lnTo>
                    <a:pt x="81967" y="121311"/>
                  </a:lnTo>
                  <a:lnTo>
                    <a:pt x="78688" y="118032"/>
                  </a:lnTo>
                  <a:lnTo>
                    <a:pt x="75410" y="114753"/>
                  </a:lnTo>
                  <a:lnTo>
                    <a:pt x="78688" y="111475"/>
                  </a:lnTo>
                  <a:lnTo>
                    <a:pt x="80327" y="108196"/>
                  </a:lnTo>
                  <a:lnTo>
                    <a:pt x="81967" y="104918"/>
                  </a:lnTo>
                  <a:lnTo>
                    <a:pt x="83606" y="101639"/>
                  </a:lnTo>
                  <a:lnTo>
                    <a:pt x="81967" y="98360"/>
                  </a:lnTo>
                  <a:lnTo>
                    <a:pt x="80327" y="95082"/>
                  </a:lnTo>
                  <a:lnTo>
                    <a:pt x="78688" y="91803"/>
                  </a:lnTo>
                  <a:lnTo>
                    <a:pt x="73770" y="88524"/>
                  </a:lnTo>
                  <a:lnTo>
                    <a:pt x="70492" y="83606"/>
                  </a:lnTo>
                  <a:lnTo>
                    <a:pt x="67213" y="81967"/>
                  </a:lnTo>
                  <a:lnTo>
                    <a:pt x="67213" y="81967"/>
                  </a:lnTo>
                  <a:lnTo>
                    <a:pt x="62295" y="80328"/>
                  </a:lnTo>
                  <a:lnTo>
                    <a:pt x="60655" y="77049"/>
                  </a:lnTo>
                  <a:lnTo>
                    <a:pt x="57377" y="75409"/>
                  </a:lnTo>
                  <a:lnTo>
                    <a:pt x="55737" y="75409"/>
                  </a:lnTo>
                  <a:lnTo>
                    <a:pt x="52459" y="73770"/>
                  </a:lnTo>
                  <a:lnTo>
                    <a:pt x="47541" y="73770"/>
                  </a:lnTo>
                  <a:lnTo>
                    <a:pt x="44262" y="70492"/>
                  </a:lnTo>
                  <a:lnTo>
                    <a:pt x="42623" y="67213"/>
                  </a:lnTo>
                  <a:lnTo>
                    <a:pt x="44262" y="62295"/>
                  </a:lnTo>
                  <a:lnTo>
                    <a:pt x="44262" y="62295"/>
                  </a:lnTo>
                  <a:lnTo>
                    <a:pt x="42623" y="59016"/>
                  </a:lnTo>
                  <a:lnTo>
                    <a:pt x="40983" y="55738"/>
                  </a:lnTo>
                  <a:lnTo>
                    <a:pt x="37705" y="54098"/>
                  </a:lnTo>
                  <a:lnTo>
                    <a:pt x="36065" y="52459"/>
                  </a:lnTo>
                  <a:lnTo>
                    <a:pt x="32787" y="49180"/>
                  </a:lnTo>
                  <a:lnTo>
                    <a:pt x="31147" y="49180"/>
                  </a:lnTo>
                  <a:lnTo>
                    <a:pt x="29508" y="45901"/>
                  </a:lnTo>
                  <a:lnTo>
                    <a:pt x="26229" y="45901"/>
                  </a:lnTo>
                  <a:lnTo>
                    <a:pt x="22951" y="44262"/>
                  </a:lnTo>
                  <a:lnTo>
                    <a:pt x="22951" y="42623"/>
                  </a:lnTo>
                  <a:lnTo>
                    <a:pt x="21311" y="40983"/>
                  </a:lnTo>
                  <a:lnTo>
                    <a:pt x="22951" y="44262"/>
                  </a:lnTo>
                  <a:lnTo>
                    <a:pt x="22951" y="47541"/>
                  </a:lnTo>
                  <a:lnTo>
                    <a:pt x="24590" y="50819"/>
                  </a:lnTo>
                  <a:lnTo>
                    <a:pt x="24590" y="52459"/>
                  </a:lnTo>
                  <a:lnTo>
                    <a:pt x="26229" y="52459"/>
                  </a:lnTo>
                  <a:lnTo>
                    <a:pt x="29508" y="54098"/>
                  </a:lnTo>
                  <a:lnTo>
                    <a:pt x="32787" y="55738"/>
                  </a:lnTo>
                  <a:lnTo>
                    <a:pt x="34426" y="59016"/>
                  </a:lnTo>
                  <a:lnTo>
                    <a:pt x="32787" y="63934"/>
                  </a:lnTo>
                  <a:lnTo>
                    <a:pt x="29508" y="67213"/>
                  </a:lnTo>
                  <a:lnTo>
                    <a:pt x="26229" y="70492"/>
                  </a:lnTo>
                  <a:lnTo>
                    <a:pt x="22951" y="68852"/>
                  </a:lnTo>
                  <a:lnTo>
                    <a:pt x="21311" y="65573"/>
                  </a:lnTo>
                  <a:lnTo>
                    <a:pt x="21311" y="63934"/>
                  </a:lnTo>
                  <a:lnTo>
                    <a:pt x="18033" y="60655"/>
                  </a:lnTo>
                  <a:lnTo>
                    <a:pt x="14754" y="59016"/>
                  </a:lnTo>
                  <a:lnTo>
                    <a:pt x="9836" y="59016"/>
                  </a:lnTo>
                  <a:lnTo>
                    <a:pt x="6557" y="57377"/>
                  </a:lnTo>
                  <a:lnTo>
                    <a:pt x="4918" y="54098"/>
                  </a:lnTo>
                  <a:lnTo>
                    <a:pt x="3279" y="52459"/>
                  </a:lnTo>
                  <a:lnTo>
                    <a:pt x="1639" y="49180"/>
                  </a:lnTo>
                  <a:lnTo>
                    <a:pt x="0" y="45901"/>
                  </a:lnTo>
                  <a:lnTo>
                    <a:pt x="0" y="40983"/>
                  </a:lnTo>
                  <a:lnTo>
                    <a:pt x="0" y="37705"/>
                  </a:lnTo>
                  <a:lnTo>
                    <a:pt x="0" y="3770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2" name="Freeform 3561">
              <a:extLst>
                <a:ext uri="{FF2B5EF4-FFF2-40B4-BE49-F238E27FC236}">
                  <a16:creationId xmlns:a16="http://schemas.microsoft.com/office/drawing/2014/main" id="{B8A76B1E-E4C0-6B4E-95E7-2095BCD8C7A5}"/>
                </a:ext>
              </a:extLst>
            </p:cNvPr>
            <p:cNvSpPr/>
            <p:nvPr/>
          </p:nvSpPr>
          <p:spPr>
            <a:xfrm>
              <a:off x="2205853" y="3706702"/>
              <a:ext cx="1639" cy="3278"/>
            </a:xfrm>
            <a:custGeom>
              <a:avLst/>
              <a:gdLst>
                <a:gd name="connsiteX0" fmla="*/ 0 w 1639"/>
                <a:gd name="connsiteY0" fmla="*/ 0 h 3278"/>
                <a:gd name="connsiteX1" fmla="*/ 1639 w 1639"/>
                <a:gd name="connsiteY1" fmla="*/ 3278 h 3278"/>
                <a:gd name="connsiteX2" fmla="*/ 0 w 1639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0" y="0"/>
                  </a:moveTo>
                  <a:lnTo>
                    <a:pt x="1639" y="3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3" name="Freeform 3562">
              <a:extLst>
                <a:ext uri="{FF2B5EF4-FFF2-40B4-BE49-F238E27FC236}">
                  <a16:creationId xmlns:a16="http://schemas.microsoft.com/office/drawing/2014/main" id="{9D4F25ED-82B0-8B43-B283-430490DEFDCC}"/>
                </a:ext>
              </a:extLst>
            </p:cNvPr>
            <p:cNvSpPr/>
            <p:nvPr/>
          </p:nvSpPr>
          <p:spPr>
            <a:xfrm>
              <a:off x="2209132" y="3709980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3279 w 3278"/>
                <a:gd name="connsiteY1" fmla="*/ 1639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4" name="Freeform 3563">
              <a:extLst>
                <a:ext uri="{FF2B5EF4-FFF2-40B4-BE49-F238E27FC236}">
                  <a16:creationId xmlns:a16="http://schemas.microsoft.com/office/drawing/2014/main" id="{6886AD5D-2076-A945-B92A-8596FD0F4B12}"/>
                </a:ext>
              </a:extLst>
            </p:cNvPr>
            <p:cNvSpPr/>
            <p:nvPr/>
          </p:nvSpPr>
          <p:spPr>
            <a:xfrm>
              <a:off x="2600934" y="1042780"/>
              <a:ext cx="9835" cy="4918"/>
            </a:xfrm>
            <a:custGeom>
              <a:avLst/>
              <a:gdLst>
                <a:gd name="connsiteX0" fmla="*/ 8197 w 9835"/>
                <a:gd name="connsiteY0" fmla="*/ 1639 h 4918"/>
                <a:gd name="connsiteX1" fmla="*/ 9836 w 9835"/>
                <a:gd name="connsiteY1" fmla="*/ 0 h 4918"/>
                <a:gd name="connsiteX2" fmla="*/ 6557 w 9835"/>
                <a:gd name="connsiteY2" fmla="*/ 0 h 4918"/>
                <a:gd name="connsiteX3" fmla="*/ 1639 w 9835"/>
                <a:gd name="connsiteY3" fmla="*/ 1639 h 4918"/>
                <a:gd name="connsiteX4" fmla="*/ 0 w 9835"/>
                <a:gd name="connsiteY4" fmla="*/ 4918 h 4918"/>
                <a:gd name="connsiteX5" fmla="*/ 4918 w 9835"/>
                <a:gd name="connsiteY5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5" h="4918">
                  <a:moveTo>
                    <a:pt x="8197" y="1639"/>
                  </a:moveTo>
                  <a:lnTo>
                    <a:pt x="9836" y="0"/>
                  </a:lnTo>
                  <a:lnTo>
                    <a:pt x="6557" y="0"/>
                  </a:lnTo>
                  <a:lnTo>
                    <a:pt x="1639" y="1639"/>
                  </a:lnTo>
                  <a:lnTo>
                    <a:pt x="0" y="4918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5" name="Freeform 3564">
              <a:extLst>
                <a:ext uri="{FF2B5EF4-FFF2-40B4-BE49-F238E27FC236}">
                  <a16:creationId xmlns:a16="http://schemas.microsoft.com/office/drawing/2014/main" id="{E690423F-C3C6-EB47-B0AD-A7B1666C7059}"/>
                </a:ext>
              </a:extLst>
            </p:cNvPr>
            <p:cNvSpPr/>
            <p:nvPr/>
          </p:nvSpPr>
          <p:spPr>
            <a:xfrm>
              <a:off x="2292738" y="4082110"/>
              <a:ext cx="16393" cy="3278"/>
            </a:xfrm>
            <a:custGeom>
              <a:avLst/>
              <a:gdLst>
                <a:gd name="connsiteX0" fmla="*/ 0 w 16393"/>
                <a:gd name="connsiteY0" fmla="*/ 0 h 3278"/>
                <a:gd name="connsiteX1" fmla="*/ 0 w 16393"/>
                <a:gd name="connsiteY1" fmla="*/ 1639 h 3278"/>
                <a:gd name="connsiteX2" fmla="*/ 0 w 16393"/>
                <a:gd name="connsiteY2" fmla="*/ 3279 h 3278"/>
                <a:gd name="connsiteX3" fmla="*/ 0 w 16393"/>
                <a:gd name="connsiteY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93" h="3278">
                  <a:moveTo>
                    <a:pt x="0" y="0"/>
                  </a:moveTo>
                  <a:lnTo>
                    <a:pt x="0" y="1639"/>
                  </a:lnTo>
                  <a:lnTo>
                    <a:pt x="0" y="327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6" name="Freeform 3565">
              <a:extLst>
                <a:ext uri="{FF2B5EF4-FFF2-40B4-BE49-F238E27FC236}">
                  <a16:creationId xmlns:a16="http://schemas.microsoft.com/office/drawing/2014/main" id="{BD5CFDE3-97C0-764E-BAEC-AA21B3B3E0D3}"/>
                </a:ext>
              </a:extLst>
            </p:cNvPr>
            <p:cNvSpPr/>
            <p:nvPr/>
          </p:nvSpPr>
          <p:spPr>
            <a:xfrm>
              <a:off x="2382902" y="1224746"/>
              <a:ext cx="6557" cy="4918"/>
            </a:xfrm>
            <a:custGeom>
              <a:avLst/>
              <a:gdLst>
                <a:gd name="connsiteX0" fmla="*/ 3279 w 6557"/>
                <a:gd name="connsiteY0" fmla="*/ 0 h 4918"/>
                <a:gd name="connsiteX1" fmla="*/ 6557 w 6557"/>
                <a:gd name="connsiteY1" fmla="*/ 3279 h 4918"/>
                <a:gd name="connsiteX2" fmla="*/ 3279 w 6557"/>
                <a:gd name="connsiteY2" fmla="*/ 4918 h 4918"/>
                <a:gd name="connsiteX3" fmla="*/ 0 w 6557"/>
                <a:gd name="connsiteY3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4918">
                  <a:moveTo>
                    <a:pt x="3279" y="0"/>
                  </a:moveTo>
                  <a:lnTo>
                    <a:pt x="6557" y="3279"/>
                  </a:lnTo>
                  <a:lnTo>
                    <a:pt x="3279" y="4918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7" name="Freeform 3566">
              <a:extLst>
                <a:ext uri="{FF2B5EF4-FFF2-40B4-BE49-F238E27FC236}">
                  <a16:creationId xmlns:a16="http://schemas.microsoft.com/office/drawing/2014/main" id="{47259467-C2F0-7243-85AB-E8378660027B}"/>
                </a:ext>
              </a:extLst>
            </p:cNvPr>
            <p:cNvSpPr/>
            <p:nvPr/>
          </p:nvSpPr>
          <p:spPr>
            <a:xfrm>
              <a:off x="3009128" y="4973909"/>
              <a:ext cx="326228" cy="365572"/>
            </a:xfrm>
            <a:custGeom>
              <a:avLst/>
              <a:gdLst>
                <a:gd name="connsiteX0" fmla="*/ 0 w 326228"/>
                <a:gd name="connsiteY0" fmla="*/ 129508 h 365572"/>
                <a:gd name="connsiteX1" fmla="*/ 1639 w 326228"/>
                <a:gd name="connsiteY1" fmla="*/ 126229 h 365572"/>
                <a:gd name="connsiteX2" fmla="*/ 1639 w 326228"/>
                <a:gd name="connsiteY2" fmla="*/ 122950 h 365572"/>
                <a:gd name="connsiteX3" fmla="*/ 1639 w 326228"/>
                <a:gd name="connsiteY3" fmla="*/ 118032 h 365572"/>
                <a:gd name="connsiteX4" fmla="*/ 3279 w 326228"/>
                <a:gd name="connsiteY4" fmla="*/ 114754 h 365572"/>
                <a:gd name="connsiteX5" fmla="*/ 3279 w 326228"/>
                <a:gd name="connsiteY5" fmla="*/ 111475 h 365572"/>
                <a:gd name="connsiteX6" fmla="*/ 4918 w 326228"/>
                <a:gd name="connsiteY6" fmla="*/ 106557 h 365572"/>
                <a:gd name="connsiteX7" fmla="*/ 4918 w 326228"/>
                <a:gd name="connsiteY7" fmla="*/ 104917 h 365572"/>
                <a:gd name="connsiteX8" fmla="*/ 4918 w 326228"/>
                <a:gd name="connsiteY8" fmla="*/ 104917 h 365572"/>
                <a:gd name="connsiteX9" fmla="*/ 4918 w 326228"/>
                <a:gd name="connsiteY9" fmla="*/ 101639 h 365572"/>
                <a:gd name="connsiteX10" fmla="*/ 6557 w 326228"/>
                <a:gd name="connsiteY10" fmla="*/ 96721 h 365572"/>
                <a:gd name="connsiteX11" fmla="*/ 6557 w 326228"/>
                <a:gd name="connsiteY11" fmla="*/ 93442 h 365572"/>
                <a:gd name="connsiteX12" fmla="*/ 6557 w 326228"/>
                <a:gd name="connsiteY12" fmla="*/ 90164 h 365572"/>
                <a:gd name="connsiteX13" fmla="*/ 8197 w 326228"/>
                <a:gd name="connsiteY13" fmla="*/ 86885 h 365572"/>
                <a:gd name="connsiteX14" fmla="*/ 8197 w 326228"/>
                <a:gd name="connsiteY14" fmla="*/ 81967 h 365572"/>
                <a:gd name="connsiteX15" fmla="*/ 8197 w 326228"/>
                <a:gd name="connsiteY15" fmla="*/ 78688 h 365572"/>
                <a:gd name="connsiteX16" fmla="*/ 8197 w 326228"/>
                <a:gd name="connsiteY16" fmla="*/ 75410 h 365572"/>
                <a:gd name="connsiteX17" fmla="*/ 8197 w 326228"/>
                <a:gd name="connsiteY17" fmla="*/ 72131 h 365572"/>
                <a:gd name="connsiteX18" fmla="*/ 8197 w 326228"/>
                <a:gd name="connsiteY18" fmla="*/ 67213 h 365572"/>
                <a:gd name="connsiteX19" fmla="*/ 8197 w 326228"/>
                <a:gd name="connsiteY19" fmla="*/ 63934 h 365572"/>
                <a:gd name="connsiteX20" fmla="*/ 6557 w 326228"/>
                <a:gd name="connsiteY20" fmla="*/ 60656 h 365572"/>
                <a:gd name="connsiteX21" fmla="*/ 6557 w 326228"/>
                <a:gd name="connsiteY21" fmla="*/ 55737 h 365572"/>
                <a:gd name="connsiteX22" fmla="*/ 6557 w 326228"/>
                <a:gd name="connsiteY22" fmla="*/ 55737 h 365572"/>
                <a:gd name="connsiteX23" fmla="*/ 8197 w 326228"/>
                <a:gd name="connsiteY23" fmla="*/ 52459 h 365572"/>
                <a:gd name="connsiteX24" fmla="*/ 8197 w 326228"/>
                <a:gd name="connsiteY24" fmla="*/ 52459 h 365572"/>
                <a:gd name="connsiteX25" fmla="*/ 9836 w 326228"/>
                <a:gd name="connsiteY25" fmla="*/ 47541 h 365572"/>
                <a:gd name="connsiteX26" fmla="*/ 11475 w 326228"/>
                <a:gd name="connsiteY26" fmla="*/ 44262 h 365572"/>
                <a:gd name="connsiteX27" fmla="*/ 14754 w 326228"/>
                <a:gd name="connsiteY27" fmla="*/ 40983 h 365572"/>
                <a:gd name="connsiteX28" fmla="*/ 16393 w 326228"/>
                <a:gd name="connsiteY28" fmla="*/ 36066 h 365572"/>
                <a:gd name="connsiteX29" fmla="*/ 18033 w 326228"/>
                <a:gd name="connsiteY29" fmla="*/ 34426 h 365572"/>
                <a:gd name="connsiteX30" fmla="*/ 18033 w 326228"/>
                <a:gd name="connsiteY30" fmla="*/ 34426 h 365572"/>
                <a:gd name="connsiteX31" fmla="*/ 18033 w 326228"/>
                <a:gd name="connsiteY31" fmla="*/ 31147 h 365572"/>
                <a:gd name="connsiteX32" fmla="*/ 19672 w 326228"/>
                <a:gd name="connsiteY32" fmla="*/ 26229 h 365572"/>
                <a:gd name="connsiteX33" fmla="*/ 19672 w 326228"/>
                <a:gd name="connsiteY33" fmla="*/ 22951 h 365572"/>
                <a:gd name="connsiteX34" fmla="*/ 21311 w 326228"/>
                <a:gd name="connsiteY34" fmla="*/ 19672 h 365572"/>
                <a:gd name="connsiteX35" fmla="*/ 21311 w 326228"/>
                <a:gd name="connsiteY35" fmla="*/ 16393 h 365572"/>
                <a:gd name="connsiteX36" fmla="*/ 26229 w 326228"/>
                <a:gd name="connsiteY36" fmla="*/ 14754 h 365572"/>
                <a:gd name="connsiteX37" fmla="*/ 29508 w 326228"/>
                <a:gd name="connsiteY37" fmla="*/ 13115 h 365572"/>
                <a:gd name="connsiteX38" fmla="*/ 34426 w 326228"/>
                <a:gd name="connsiteY38" fmla="*/ 13115 h 365572"/>
                <a:gd name="connsiteX39" fmla="*/ 37705 w 326228"/>
                <a:gd name="connsiteY39" fmla="*/ 11476 h 365572"/>
                <a:gd name="connsiteX40" fmla="*/ 42623 w 326228"/>
                <a:gd name="connsiteY40" fmla="*/ 11476 h 365572"/>
                <a:gd name="connsiteX41" fmla="*/ 45901 w 326228"/>
                <a:gd name="connsiteY41" fmla="*/ 9836 h 365572"/>
                <a:gd name="connsiteX42" fmla="*/ 50820 w 326228"/>
                <a:gd name="connsiteY42" fmla="*/ 9836 h 365572"/>
                <a:gd name="connsiteX43" fmla="*/ 54098 w 326228"/>
                <a:gd name="connsiteY43" fmla="*/ 8197 h 365572"/>
                <a:gd name="connsiteX44" fmla="*/ 59016 w 326228"/>
                <a:gd name="connsiteY44" fmla="*/ 8197 h 365572"/>
                <a:gd name="connsiteX45" fmla="*/ 62295 w 326228"/>
                <a:gd name="connsiteY45" fmla="*/ 8197 h 365572"/>
                <a:gd name="connsiteX46" fmla="*/ 63934 w 326228"/>
                <a:gd name="connsiteY46" fmla="*/ 6557 h 365572"/>
                <a:gd name="connsiteX47" fmla="*/ 67213 w 326228"/>
                <a:gd name="connsiteY47" fmla="*/ 4918 h 365572"/>
                <a:gd name="connsiteX48" fmla="*/ 72131 w 326228"/>
                <a:gd name="connsiteY48" fmla="*/ 4918 h 365572"/>
                <a:gd name="connsiteX49" fmla="*/ 75410 w 326228"/>
                <a:gd name="connsiteY49" fmla="*/ 3279 h 365572"/>
                <a:gd name="connsiteX50" fmla="*/ 80328 w 326228"/>
                <a:gd name="connsiteY50" fmla="*/ 1639 h 365572"/>
                <a:gd name="connsiteX51" fmla="*/ 83606 w 326228"/>
                <a:gd name="connsiteY51" fmla="*/ 1639 h 365572"/>
                <a:gd name="connsiteX52" fmla="*/ 86885 w 326228"/>
                <a:gd name="connsiteY52" fmla="*/ 0 h 365572"/>
                <a:gd name="connsiteX53" fmla="*/ 88524 w 326228"/>
                <a:gd name="connsiteY53" fmla="*/ 0 h 365572"/>
                <a:gd name="connsiteX54" fmla="*/ 98360 w 326228"/>
                <a:gd name="connsiteY54" fmla="*/ 0 h 365572"/>
                <a:gd name="connsiteX55" fmla="*/ 103278 w 326228"/>
                <a:gd name="connsiteY55" fmla="*/ 0 h 365572"/>
                <a:gd name="connsiteX56" fmla="*/ 111475 w 326228"/>
                <a:gd name="connsiteY56" fmla="*/ 0 h 365572"/>
                <a:gd name="connsiteX57" fmla="*/ 116393 w 326228"/>
                <a:gd name="connsiteY57" fmla="*/ 0 h 365572"/>
                <a:gd name="connsiteX58" fmla="*/ 121311 w 326228"/>
                <a:gd name="connsiteY58" fmla="*/ 0 h 365572"/>
                <a:gd name="connsiteX59" fmla="*/ 122950 w 326228"/>
                <a:gd name="connsiteY59" fmla="*/ 0 h 365572"/>
                <a:gd name="connsiteX60" fmla="*/ 131147 w 326228"/>
                <a:gd name="connsiteY60" fmla="*/ 6557 h 365572"/>
                <a:gd name="connsiteX61" fmla="*/ 134426 w 326228"/>
                <a:gd name="connsiteY61" fmla="*/ 8197 h 365572"/>
                <a:gd name="connsiteX62" fmla="*/ 137704 w 326228"/>
                <a:gd name="connsiteY62" fmla="*/ 9836 h 365572"/>
                <a:gd name="connsiteX63" fmla="*/ 144262 w 326228"/>
                <a:gd name="connsiteY63" fmla="*/ 13115 h 365572"/>
                <a:gd name="connsiteX64" fmla="*/ 149180 w 326228"/>
                <a:gd name="connsiteY64" fmla="*/ 18033 h 365572"/>
                <a:gd name="connsiteX65" fmla="*/ 159016 w 326228"/>
                <a:gd name="connsiteY65" fmla="*/ 22951 h 365572"/>
                <a:gd name="connsiteX66" fmla="*/ 159016 w 326228"/>
                <a:gd name="connsiteY66" fmla="*/ 26229 h 365572"/>
                <a:gd name="connsiteX67" fmla="*/ 160655 w 326228"/>
                <a:gd name="connsiteY67" fmla="*/ 31147 h 365572"/>
                <a:gd name="connsiteX68" fmla="*/ 160655 w 326228"/>
                <a:gd name="connsiteY68" fmla="*/ 34426 h 365572"/>
                <a:gd name="connsiteX69" fmla="*/ 160655 w 326228"/>
                <a:gd name="connsiteY69" fmla="*/ 37705 h 365572"/>
                <a:gd name="connsiteX70" fmla="*/ 160655 w 326228"/>
                <a:gd name="connsiteY70" fmla="*/ 42623 h 365572"/>
                <a:gd name="connsiteX71" fmla="*/ 163934 w 326228"/>
                <a:gd name="connsiteY71" fmla="*/ 45902 h 365572"/>
                <a:gd name="connsiteX72" fmla="*/ 167212 w 326228"/>
                <a:gd name="connsiteY72" fmla="*/ 49180 h 365572"/>
                <a:gd name="connsiteX73" fmla="*/ 167212 w 326228"/>
                <a:gd name="connsiteY73" fmla="*/ 54098 h 365572"/>
                <a:gd name="connsiteX74" fmla="*/ 168852 w 326228"/>
                <a:gd name="connsiteY74" fmla="*/ 57377 h 365572"/>
                <a:gd name="connsiteX75" fmla="*/ 168852 w 326228"/>
                <a:gd name="connsiteY75" fmla="*/ 60656 h 365572"/>
                <a:gd name="connsiteX76" fmla="*/ 172130 w 326228"/>
                <a:gd name="connsiteY76" fmla="*/ 62295 h 365572"/>
                <a:gd name="connsiteX77" fmla="*/ 170491 w 326228"/>
                <a:gd name="connsiteY77" fmla="*/ 65573 h 365572"/>
                <a:gd name="connsiteX78" fmla="*/ 173770 w 326228"/>
                <a:gd name="connsiteY78" fmla="*/ 70492 h 365572"/>
                <a:gd name="connsiteX79" fmla="*/ 177048 w 326228"/>
                <a:gd name="connsiteY79" fmla="*/ 73770 h 365572"/>
                <a:gd name="connsiteX80" fmla="*/ 175409 w 326228"/>
                <a:gd name="connsiteY80" fmla="*/ 77049 h 365572"/>
                <a:gd name="connsiteX81" fmla="*/ 177048 w 326228"/>
                <a:gd name="connsiteY81" fmla="*/ 81967 h 365572"/>
                <a:gd name="connsiteX82" fmla="*/ 177048 w 326228"/>
                <a:gd name="connsiteY82" fmla="*/ 85246 h 365572"/>
                <a:gd name="connsiteX83" fmla="*/ 175409 w 326228"/>
                <a:gd name="connsiteY83" fmla="*/ 88524 h 365572"/>
                <a:gd name="connsiteX84" fmla="*/ 175409 w 326228"/>
                <a:gd name="connsiteY84" fmla="*/ 93442 h 365572"/>
                <a:gd name="connsiteX85" fmla="*/ 173770 w 326228"/>
                <a:gd name="connsiteY85" fmla="*/ 96721 h 365572"/>
                <a:gd name="connsiteX86" fmla="*/ 175409 w 326228"/>
                <a:gd name="connsiteY86" fmla="*/ 100000 h 365572"/>
                <a:gd name="connsiteX87" fmla="*/ 175409 w 326228"/>
                <a:gd name="connsiteY87" fmla="*/ 101639 h 365572"/>
                <a:gd name="connsiteX88" fmla="*/ 177048 w 326228"/>
                <a:gd name="connsiteY88" fmla="*/ 104917 h 365572"/>
                <a:gd name="connsiteX89" fmla="*/ 177048 w 326228"/>
                <a:gd name="connsiteY89" fmla="*/ 106557 h 365572"/>
                <a:gd name="connsiteX90" fmla="*/ 175409 w 326228"/>
                <a:gd name="connsiteY90" fmla="*/ 109836 h 365572"/>
                <a:gd name="connsiteX91" fmla="*/ 175409 w 326228"/>
                <a:gd name="connsiteY91" fmla="*/ 111475 h 365572"/>
                <a:gd name="connsiteX92" fmla="*/ 177048 w 326228"/>
                <a:gd name="connsiteY92" fmla="*/ 114754 h 365572"/>
                <a:gd name="connsiteX93" fmla="*/ 175409 w 326228"/>
                <a:gd name="connsiteY93" fmla="*/ 119672 h 365572"/>
                <a:gd name="connsiteX94" fmla="*/ 175409 w 326228"/>
                <a:gd name="connsiteY94" fmla="*/ 122950 h 365572"/>
                <a:gd name="connsiteX95" fmla="*/ 175409 w 326228"/>
                <a:gd name="connsiteY95" fmla="*/ 122950 h 365572"/>
                <a:gd name="connsiteX96" fmla="*/ 177048 w 326228"/>
                <a:gd name="connsiteY96" fmla="*/ 124590 h 365572"/>
                <a:gd name="connsiteX97" fmla="*/ 181966 w 326228"/>
                <a:gd name="connsiteY97" fmla="*/ 124590 h 365572"/>
                <a:gd name="connsiteX98" fmla="*/ 185245 w 326228"/>
                <a:gd name="connsiteY98" fmla="*/ 124590 h 365572"/>
                <a:gd name="connsiteX99" fmla="*/ 188524 w 326228"/>
                <a:gd name="connsiteY99" fmla="*/ 124590 h 365572"/>
                <a:gd name="connsiteX100" fmla="*/ 191802 w 326228"/>
                <a:gd name="connsiteY100" fmla="*/ 126229 h 365572"/>
                <a:gd name="connsiteX101" fmla="*/ 195081 w 326228"/>
                <a:gd name="connsiteY101" fmla="*/ 127869 h 365572"/>
                <a:gd name="connsiteX102" fmla="*/ 198360 w 326228"/>
                <a:gd name="connsiteY102" fmla="*/ 127869 h 365572"/>
                <a:gd name="connsiteX103" fmla="*/ 201638 w 326228"/>
                <a:gd name="connsiteY103" fmla="*/ 127869 h 365572"/>
                <a:gd name="connsiteX104" fmla="*/ 206557 w 326228"/>
                <a:gd name="connsiteY104" fmla="*/ 127869 h 365572"/>
                <a:gd name="connsiteX105" fmla="*/ 209835 w 326228"/>
                <a:gd name="connsiteY105" fmla="*/ 129508 h 365572"/>
                <a:gd name="connsiteX106" fmla="*/ 213114 w 326228"/>
                <a:gd name="connsiteY106" fmla="*/ 129508 h 365572"/>
                <a:gd name="connsiteX107" fmla="*/ 216392 w 326228"/>
                <a:gd name="connsiteY107" fmla="*/ 129508 h 365572"/>
                <a:gd name="connsiteX108" fmla="*/ 219671 w 326228"/>
                <a:gd name="connsiteY108" fmla="*/ 132786 h 365572"/>
                <a:gd name="connsiteX109" fmla="*/ 222950 w 326228"/>
                <a:gd name="connsiteY109" fmla="*/ 131147 h 365572"/>
                <a:gd name="connsiteX110" fmla="*/ 227868 w 326228"/>
                <a:gd name="connsiteY110" fmla="*/ 129508 h 365572"/>
                <a:gd name="connsiteX111" fmla="*/ 229507 w 326228"/>
                <a:gd name="connsiteY111" fmla="*/ 124590 h 365572"/>
                <a:gd name="connsiteX112" fmla="*/ 231147 w 326228"/>
                <a:gd name="connsiteY112" fmla="*/ 124590 h 365572"/>
                <a:gd name="connsiteX113" fmla="*/ 232786 w 326228"/>
                <a:gd name="connsiteY113" fmla="*/ 122950 h 365572"/>
                <a:gd name="connsiteX114" fmla="*/ 236065 w 326228"/>
                <a:gd name="connsiteY114" fmla="*/ 122950 h 365572"/>
                <a:gd name="connsiteX115" fmla="*/ 237704 w 326228"/>
                <a:gd name="connsiteY115" fmla="*/ 126229 h 365572"/>
                <a:gd name="connsiteX116" fmla="*/ 242622 w 326228"/>
                <a:gd name="connsiteY116" fmla="*/ 129508 h 365572"/>
                <a:gd name="connsiteX117" fmla="*/ 245901 w 326228"/>
                <a:gd name="connsiteY117" fmla="*/ 131147 h 365572"/>
                <a:gd name="connsiteX118" fmla="*/ 249179 w 326228"/>
                <a:gd name="connsiteY118" fmla="*/ 131147 h 365572"/>
                <a:gd name="connsiteX119" fmla="*/ 252458 w 326228"/>
                <a:gd name="connsiteY119" fmla="*/ 132786 h 365572"/>
                <a:gd name="connsiteX120" fmla="*/ 257376 w 326228"/>
                <a:gd name="connsiteY120" fmla="*/ 132786 h 365572"/>
                <a:gd name="connsiteX121" fmla="*/ 260655 w 326228"/>
                <a:gd name="connsiteY121" fmla="*/ 136065 h 365572"/>
                <a:gd name="connsiteX122" fmla="*/ 262294 w 326228"/>
                <a:gd name="connsiteY122" fmla="*/ 139344 h 365572"/>
                <a:gd name="connsiteX123" fmla="*/ 262294 w 326228"/>
                <a:gd name="connsiteY123" fmla="*/ 142622 h 365572"/>
                <a:gd name="connsiteX124" fmla="*/ 267212 w 326228"/>
                <a:gd name="connsiteY124" fmla="*/ 145901 h 365572"/>
                <a:gd name="connsiteX125" fmla="*/ 268851 w 326228"/>
                <a:gd name="connsiteY125" fmla="*/ 150819 h 365572"/>
                <a:gd name="connsiteX126" fmla="*/ 267212 w 326228"/>
                <a:gd name="connsiteY126" fmla="*/ 154098 h 365572"/>
                <a:gd name="connsiteX127" fmla="*/ 267212 w 326228"/>
                <a:gd name="connsiteY127" fmla="*/ 157376 h 365572"/>
                <a:gd name="connsiteX128" fmla="*/ 268851 w 326228"/>
                <a:gd name="connsiteY128" fmla="*/ 162294 h 365572"/>
                <a:gd name="connsiteX129" fmla="*/ 270491 w 326228"/>
                <a:gd name="connsiteY129" fmla="*/ 165573 h 365572"/>
                <a:gd name="connsiteX130" fmla="*/ 272130 w 326228"/>
                <a:gd name="connsiteY130" fmla="*/ 168852 h 365572"/>
                <a:gd name="connsiteX131" fmla="*/ 273769 w 326228"/>
                <a:gd name="connsiteY131" fmla="*/ 172130 h 365572"/>
                <a:gd name="connsiteX132" fmla="*/ 273769 w 326228"/>
                <a:gd name="connsiteY132" fmla="*/ 173770 h 365572"/>
                <a:gd name="connsiteX133" fmla="*/ 273769 w 326228"/>
                <a:gd name="connsiteY133" fmla="*/ 177049 h 365572"/>
                <a:gd name="connsiteX134" fmla="*/ 275409 w 326228"/>
                <a:gd name="connsiteY134" fmla="*/ 181966 h 365572"/>
                <a:gd name="connsiteX135" fmla="*/ 275409 w 326228"/>
                <a:gd name="connsiteY135" fmla="*/ 185245 h 365572"/>
                <a:gd name="connsiteX136" fmla="*/ 275409 w 326228"/>
                <a:gd name="connsiteY136" fmla="*/ 186884 h 365572"/>
                <a:gd name="connsiteX137" fmla="*/ 275409 w 326228"/>
                <a:gd name="connsiteY137" fmla="*/ 190163 h 365572"/>
                <a:gd name="connsiteX138" fmla="*/ 278687 w 326228"/>
                <a:gd name="connsiteY138" fmla="*/ 193442 h 365572"/>
                <a:gd name="connsiteX139" fmla="*/ 280327 w 326228"/>
                <a:gd name="connsiteY139" fmla="*/ 198360 h 365572"/>
                <a:gd name="connsiteX140" fmla="*/ 280327 w 326228"/>
                <a:gd name="connsiteY140" fmla="*/ 201639 h 365572"/>
                <a:gd name="connsiteX141" fmla="*/ 281966 w 326228"/>
                <a:gd name="connsiteY141" fmla="*/ 204917 h 365572"/>
                <a:gd name="connsiteX142" fmla="*/ 285245 w 326228"/>
                <a:gd name="connsiteY142" fmla="*/ 206557 h 365572"/>
                <a:gd name="connsiteX143" fmla="*/ 288523 w 326228"/>
                <a:gd name="connsiteY143" fmla="*/ 208196 h 365572"/>
                <a:gd name="connsiteX144" fmla="*/ 293441 w 326228"/>
                <a:gd name="connsiteY144" fmla="*/ 208196 h 365572"/>
                <a:gd name="connsiteX145" fmla="*/ 296720 w 326228"/>
                <a:gd name="connsiteY145" fmla="*/ 206557 h 365572"/>
                <a:gd name="connsiteX146" fmla="*/ 296720 w 326228"/>
                <a:gd name="connsiteY146" fmla="*/ 206557 h 365572"/>
                <a:gd name="connsiteX147" fmla="*/ 301638 w 326228"/>
                <a:gd name="connsiteY147" fmla="*/ 204917 h 365572"/>
                <a:gd name="connsiteX148" fmla="*/ 304917 w 326228"/>
                <a:gd name="connsiteY148" fmla="*/ 201639 h 365572"/>
                <a:gd name="connsiteX149" fmla="*/ 308195 w 326228"/>
                <a:gd name="connsiteY149" fmla="*/ 199999 h 365572"/>
                <a:gd name="connsiteX150" fmla="*/ 311474 w 326228"/>
                <a:gd name="connsiteY150" fmla="*/ 199999 h 365572"/>
                <a:gd name="connsiteX151" fmla="*/ 316392 w 326228"/>
                <a:gd name="connsiteY151" fmla="*/ 201639 h 365572"/>
                <a:gd name="connsiteX152" fmla="*/ 319671 w 326228"/>
                <a:gd name="connsiteY152" fmla="*/ 204917 h 365572"/>
                <a:gd name="connsiteX153" fmla="*/ 322949 w 326228"/>
                <a:gd name="connsiteY153" fmla="*/ 208196 h 365572"/>
                <a:gd name="connsiteX154" fmla="*/ 322949 w 326228"/>
                <a:gd name="connsiteY154" fmla="*/ 208196 h 365572"/>
                <a:gd name="connsiteX155" fmla="*/ 326228 w 326228"/>
                <a:gd name="connsiteY155" fmla="*/ 209835 h 365572"/>
                <a:gd name="connsiteX156" fmla="*/ 322949 w 326228"/>
                <a:gd name="connsiteY156" fmla="*/ 213114 h 365572"/>
                <a:gd name="connsiteX157" fmla="*/ 324589 w 326228"/>
                <a:gd name="connsiteY157" fmla="*/ 218032 h 365572"/>
                <a:gd name="connsiteX158" fmla="*/ 326228 w 326228"/>
                <a:gd name="connsiteY158" fmla="*/ 221310 h 365572"/>
                <a:gd name="connsiteX159" fmla="*/ 326228 w 326228"/>
                <a:gd name="connsiteY159" fmla="*/ 224589 h 365572"/>
                <a:gd name="connsiteX160" fmla="*/ 324589 w 326228"/>
                <a:gd name="connsiteY160" fmla="*/ 229507 h 365572"/>
                <a:gd name="connsiteX161" fmla="*/ 326228 w 326228"/>
                <a:gd name="connsiteY161" fmla="*/ 232786 h 365572"/>
                <a:gd name="connsiteX162" fmla="*/ 326228 w 326228"/>
                <a:gd name="connsiteY162" fmla="*/ 236064 h 365572"/>
                <a:gd name="connsiteX163" fmla="*/ 324589 w 326228"/>
                <a:gd name="connsiteY163" fmla="*/ 239343 h 365572"/>
                <a:gd name="connsiteX164" fmla="*/ 322949 w 326228"/>
                <a:gd name="connsiteY164" fmla="*/ 244261 h 365572"/>
                <a:gd name="connsiteX165" fmla="*/ 322949 w 326228"/>
                <a:gd name="connsiteY165" fmla="*/ 247540 h 365572"/>
                <a:gd name="connsiteX166" fmla="*/ 322949 w 326228"/>
                <a:gd name="connsiteY166" fmla="*/ 252458 h 365572"/>
                <a:gd name="connsiteX167" fmla="*/ 322949 w 326228"/>
                <a:gd name="connsiteY167" fmla="*/ 255737 h 365572"/>
                <a:gd name="connsiteX168" fmla="*/ 322949 w 326228"/>
                <a:gd name="connsiteY168" fmla="*/ 259016 h 365572"/>
                <a:gd name="connsiteX169" fmla="*/ 322949 w 326228"/>
                <a:gd name="connsiteY169" fmla="*/ 262294 h 365572"/>
                <a:gd name="connsiteX170" fmla="*/ 319671 w 326228"/>
                <a:gd name="connsiteY170" fmla="*/ 267212 h 365572"/>
                <a:gd name="connsiteX171" fmla="*/ 319671 w 326228"/>
                <a:gd name="connsiteY171" fmla="*/ 270491 h 365572"/>
                <a:gd name="connsiteX172" fmla="*/ 319671 w 326228"/>
                <a:gd name="connsiteY172" fmla="*/ 272130 h 365572"/>
                <a:gd name="connsiteX173" fmla="*/ 319671 w 326228"/>
                <a:gd name="connsiteY173" fmla="*/ 273769 h 365572"/>
                <a:gd name="connsiteX174" fmla="*/ 319671 w 326228"/>
                <a:gd name="connsiteY174" fmla="*/ 277048 h 365572"/>
                <a:gd name="connsiteX175" fmla="*/ 319671 w 326228"/>
                <a:gd name="connsiteY175" fmla="*/ 277048 h 365572"/>
                <a:gd name="connsiteX176" fmla="*/ 319671 w 326228"/>
                <a:gd name="connsiteY176" fmla="*/ 280327 h 365572"/>
                <a:gd name="connsiteX177" fmla="*/ 319671 w 326228"/>
                <a:gd name="connsiteY177" fmla="*/ 285244 h 365572"/>
                <a:gd name="connsiteX178" fmla="*/ 322949 w 326228"/>
                <a:gd name="connsiteY178" fmla="*/ 288523 h 365572"/>
                <a:gd name="connsiteX179" fmla="*/ 321310 w 326228"/>
                <a:gd name="connsiteY179" fmla="*/ 291802 h 365572"/>
                <a:gd name="connsiteX180" fmla="*/ 321310 w 326228"/>
                <a:gd name="connsiteY180" fmla="*/ 295081 h 365572"/>
                <a:gd name="connsiteX181" fmla="*/ 321310 w 326228"/>
                <a:gd name="connsiteY181" fmla="*/ 299999 h 365572"/>
                <a:gd name="connsiteX182" fmla="*/ 322949 w 326228"/>
                <a:gd name="connsiteY182" fmla="*/ 303277 h 365572"/>
                <a:gd name="connsiteX183" fmla="*/ 321310 w 326228"/>
                <a:gd name="connsiteY183" fmla="*/ 306556 h 365572"/>
                <a:gd name="connsiteX184" fmla="*/ 322949 w 326228"/>
                <a:gd name="connsiteY184" fmla="*/ 309835 h 365572"/>
                <a:gd name="connsiteX185" fmla="*/ 321310 w 326228"/>
                <a:gd name="connsiteY185" fmla="*/ 313113 h 365572"/>
                <a:gd name="connsiteX186" fmla="*/ 319671 w 326228"/>
                <a:gd name="connsiteY186" fmla="*/ 318031 h 365572"/>
                <a:gd name="connsiteX187" fmla="*/ 319671 w 326228"/>
                <a:gd name="connsiteY187" fmla="*/ 321310 h 365572"/>
                <a:gd name="connsiteX188" fmla="*/ 319671 w 326228"/>
                <a:gd name="connsiteY188" fmla="*/ 324589 h 365572"/>
                <a:gd name="connsiteX189" fmla="*/ 314753 w 326228"/>
                <a:gd name="connsiteY189" fmla="*/ 324589 h 365572"/>
                <a:gd name="connsiteX190" fmla="*/ 314753 w 326228"/>
                <a:gd name="connsiteY190" fmla="*/ 329507 h 365572"/>
                <a:gd name="connsiteX191" fmla="*/ 313113 w 326228"/>
                <a:gd name="connsiteY191" fmla="*/ 331146 h 365572"/>
                <a:gd name="connsiteX192" fmla="*/ 309835 w 326228"/>
                <a:gd name="connsiteY192" fmla="*/ 332786 h 365572"/>
                <a:gd name="connsiteX193" fmla="*/ 309835 w 326228"/>
                <a:gd name="connsiteY193" fmla="*/ 337703 h 365572"/>
                <a:gd name="connsiteX194" fmla="*/ 304917 w 326228"/>
                <a:gd name="connsiteY194" fmla="*/ 337703 h 365572"/>
                <a:gd name="connsiteX195" fmla="*/ 304917 w 326228"/>
                <a:gd name="connsiteY195" fmla="*/ 337703 h 365572"/>
                <a:gd name="connsiteX196" fmla="*/ 301638 w 326228"/>
                <a:gd name="connsiteY196" fmla="*/ 337703 h 365572"/>
                <a:gd name="connsiteX197" fmla="*/ 298359 w 326228"/>
                <a:gd name="connsiteY197" fmla="*/ 342621 h 365572"/>
                <a:gd name="connsiteX198" fmla="*/ 295081 w 326228"/>
                <a:gd name="connsiteY198" fmla="*/ 345900 h 365572"/>
                <a:gd name="connsiteX199" fmla="*/ 293441 w 326228"/>
                <a:gd name="connsiteY199" fmla="*/ 349179 h 365572"/>
                <a:gd name="connsiteX200" fmla="*/ 295081 w 326228"/>
                <a:gd name="connsiteY200" fmla="*/ 354097 h 365572"/>
                <a:gd name="connsiteX201" fmla="*/ 290163 w 326228"/>
                <a:gd name="connsiteY201" fmla="*/ 357376 h 365572"/>
                <a:gd name="connsiteX202" fmla="*/ 288523 w 326228"/>
                <a:gd name="connsiteY202" fmla="*/ 359015 h 365572"/>
                <a:gd name="connsiteX203" fmla="*/ 283605 w 326228"/>
                <a:gd name="connsiteY203" fmla="*/ 355736 h 365572"/>
                <a:gd name="connsiteX204" fmla="*/ 280327 w 326228"/>
                <a:gd name="connsiteY204" fmla="*/ 354097 h 365572"/>
                <a:gd name="connsiteX205" fmla="*/ 277048 w 326228"/>
                <a:gd name="connsiteY205" fmla="*/ 352457 h 365572"/>
                <a:gd name="connsiteX206" fmla="*/ 272130 w 326228"/>
                <a:gd name="connsiteY206" fmla="*/ 354097 h 365572"/>
                <a:gd name="connsiteX207" fmla="*/ 268851 w 326228"/>
                <a:gd name="connsiteY207" fmla="*/ 359015 h 365572"/>
                <a:gd name="connsiteX208" fmla="*/ 268851 w 326228"/>
                <a:gd name="connsiteY208" fmla="*/ 362294 h 365572"/>
                <a:gd name="connsiteX209" fmla="*/ 267212 w 326228"/>
                <a:gd name="connsiteY209" fmla="*/ 365572 h 365572"/>
                <a:gd name="connsiteX210" fmla="*/ 262294 w 326228"/>
                <a:gd name="connsiteY210" fmla="*/ 363933 h 365572"/>
                <a:gd name="connsiteX211" fmla="*/ 259015 w 326228"/>
                <a:gd name="connsiteY211" fmla="*/ 360654 h 365572"/>
                <a:gd name="connsiteX212" fmla="*/ 255737 w 326228"/>
                <a:gd name="connsiteY212" fmla="*/ 360654 h 365572"/>
                <a:gd name="connsiteX213" fmla="*/ 252458 w 326228"/>
                <a:gd name="connsiteY213" fmla="*/ 362294 h 365572"/>
                <a:gd name="connsiteX214" fmla="*/ 249179 w 326228"/>
                <a:gd name="connsiteY214" fmla="*/ 360654 h 365572"/>
                <a:gd name="connsiteX215" fmla="*/ 245901 w 326228"/>
                <a:gd name="connsiteY215" fmla="*/ 357376 h 365572"/>
                <a:gd name="connsiteX216" fmla="*/ 242622 w 326228"/>
                <a:gd name="connsiteY216" fmla="*/ 360654 h 365572"/>
                <a:gd name="connsiteX217" fmla="*/ 237704 w 326228"/>
                <a:gd name="connsiteY217" fmla="*/ 362294 h 365572"/>
                <a:gd name="connsiteX218" fmla="*/ 234425 w 326228"/>
                <a:gd name="connsiteY218" fmla="*/ 360654 h 365572"/>
                <a:gd name="connsiteX219" fmla="*/ 231147 w 326228"/>
                <a:gd name="connsiteY219" fmla="*/ 359015 h 365572"/>
                <a:gd name="connsiteX220" fmla="*/ 227868 w 326228"/>
                <a:gd name="connsiteY220" fmla="*/ 359015 h 365572"/>
                <a:gd name="connsiteX221" fmla="*/ 222950 w 326228"/>
                <a:gd name="connsiteY221" fmla="*/ 357376 h 365572"/>
                <a:gd name="connsiteX222" fmla="*/ 219671 w 326228"/>
                <a:gd name="connsiteY222" fmla="*/ 355736 h 365572"/>
                <a:gd name="connsiteX223" fmla="*/ 214753 w 326228"/>
                <a:gd name="connsiteY223" fmla="*/ 354097 h 365572"/>
                <a:gd name="connsiteX224" fmla="*/ 211475 w 326228"/>
                <a:gd name="connsiteY224" fmla="*/ 352457 h 365572"/>
                <a:gd name="connsiteX225" fmla="*/ 208196 w 326228"/>
                <a:gd name="connsiteY225" fmla="*/ 352457 h 365572"/>
                <a:gd name="connsiteX226" fmla="*/ 204917 w 326228"/>
                <a:gd name="connsiteY226" fmla="*/ 350818 h 365572"/>
                <a:gd name="connsiteX227" fmla="*/ 199999 w 326228"/>
                <a:gd name="connsiteY227" fmla="*/ 352457 h 365572"/>
                <a:gd name="connsiteX228" fmla="*/ 196720 w 326228"/>
                <a:gd name="connsiteY228" fmla="*/ 350818 h 365572"/>
                <a:gd name="connsiteX229" fmla="*/ 193442 w 326228"/>
                <a:gd name="connsiteY229" fmla="*/ 352457 h 365572"/>
                <a:gd name="connsiteX230" fmla="*/ 188524 w 326228"/>
                <a:gd name="connsiteY230" fmla="*/ 352457 h 365572"/>
                <a:gd name="connsiteX231" fmla="*/ 185245 w 326228"/>
                <a:gd name="connsiteY231" fmla="*/ 352457 h 365572"/>
                <a:gd name="connsiteX232" fmla="*/ 181966 w 326228"/>
                <a:gd name="connsiteY232" fmla="*/ 354097 h 365572"/>
                <a:gd name="connsiteX233" fmla="*/ 181966 w 326228"/>
                <a:gd name="connsiteY233" fmla="*/ 352457 h 365572"/>
                <a:gd name="connsiteX234" fmla="*/ 181966 w 326228"/>
                <a:gd name="connsiteY234" fmla="*/ 352457 h 365572"/>
                <a:gd name="connsiteX235" fmla="*/ 178688 w 326228"/>
                <a:gd name="connsiteY235" fmla="*/ 347540 h 365572"/>
                <a:gd name="connsiteX236" fmla="*/ 181966 w 326228"/>
                <a:gd name="connsiteY236" fmla="*/ 344261 h 365572"/>
                <a:gd name="connsiteX237" fmla="*/ 183606 w 326228"/>
                <a:gd name="connsiteY237" fmla="*/ 340982 h 365572"/>
                <a:gd name="connsiteX238" fmla="*/ 183606 w 326228"/>
                <a:gd name="connsiteY238" fmla="*/ 336064 h 365572"/>
                <a:gd name="connsiteX239" fmla="*/ 188524 w 326228"/>
                <a:gd name="connsiteY239" fmla="*/ 334425 h 365572"/>
                <a:gd name="connsiteX240" fmla="*/ 188524 w 326228"/>
                <a:gd name="connsiteY240" fmla="*/ 334425 h 365572"/>
                <a:gd name="connsiteX241" fmla="*/ 190163 w 326228"/>
                <a:gd name="connsiteY241" fmla="*/ 329507 h 365572"/>
                <a:gd name="connsiteX242" fmla="*/ 191802 w 326228"/>
                <a:gd name="connsiteY242" fmla="*/ 326228 h 365572"/>
                <a:gd name="connsiteX243" fmla="*/ 193442 w 326228"/>
                <a:gd name="connsiteY243" fmla="*/ 322950 h 365572"/>
                <a:gd name="connsiteX244" fmla="*/ 191802 w 326228"/>
                <a:gd name="connsiteY244" fmla="*/ 321310 h 365572"/>
                <a:gd name="connsiteX245" fmla="*/ 191802 w 326228"/>
                <a:gd name="connsiteY245" fmla="*/ 318031 h 365572"/>
                <a:gd name="connsiteX246" fmla="*/ 190163 w 326228"/>
                <a:gd name="connsiteY246" fmla="*/ 313113 h 365572"/>
                <a:gd name="connsiteX247" fmla="*/ 191802 w 326228"/>
                <a:gd name="connsiteY247" fmla="*/ 309835 h 365572"/>
                <a:gd name="connsiteX248" fmla="*/ 193442 w 326228"/>
                <a:gd name="connsiteY248" fmla="*/ 306556 h 365572"/>
                <a:gd name="connsiteX249" fmla="*/ 191802 w 326228"/>
                <a:gd name="connsiteY249" fmla="*/ 301638 h 365572"/>
                <a:gd name="connsiteX250" fmla="*/ 196720 w 326228"/>
                <a:gd name="connsiteY250" fmla="*/ 299999 h 365572"/>
                <a:gd name="connsiteX251" fmla="*/ 199999 w 326228"/>
                <a:gd name="connsiteY251" fmla="*/ 296720 h 365572"/>
                <a:gd name="connsiteX252" fmla="*/ 199999 w 326228"/>
                <a:gd name="connsiteY252" fmla="*/ 293441 h 365572"/>
                <a:gd name="connsiteX253" fmla="*/ 201638 w 326228"/>
                <a:gd name="connsiteY253" fmla="*/ 288523 h 365572"/>
                <a:gd name="connsiteX254" fmla="*/ 201638 w 326228"/>
                <a:gd name="connsiteY254" fmla="*/ 288523 h 365572"/>
                <a:gd name="connsiteX255" fmla="*/ 203278 w 326228"/>
                <a:gd name="connsiteY255" fmla="*/ 283606 h 365572"/>
                <a:gd name="connsiteX256" fmla="*/ 203278 w 326228"/>
                <a:gd name="connsiteY256" fmla="*/ 280327 h 365572"/>
                <a:gd name="connsiteX257" fmla="*/ 208196 w 326228"/>
                <a:gd name="connsiteY257" fmla="*/ 278687 h 365572"/>
                <a:gd name="connsiteX258" fmla="*/ 208196 w 326228"/>
                <a:gd name="connsiteY258" fmla="*/ 275409 h 365572"/>
                <a:gd name="connsiteX259" fmla="*/ 208196 w 326228"/>
                <a:gd name="connsiteY259" fmla="*/ 272130 h 365572"/>
                <a:gd name="connsiteX260" fmla="*/ 204917 w 326228"/>
                <a:gd name="connsiteY260" fmla="*/ 268851 h 365572"/>
                <a:gd name="connsiteX261" fmla="*/ 203278 w 326228"/>
                <a:gd name="connsiteY261" fmla="*/ 263933 h 365572"/>
                <a:gd name="connsiteX262" fmla="*/ 201638 w 326228"/>
                <a:gd name="connsiteY262" fmla="*/ 263933 h 365572"/>
                <a:gd name="connsiteX263" fmla="*/ 201638 w 326228"/>
                <a:gd name="connsiteY263" fmla="*/ 262294 h 365572"/>
                <a:gd name="connsiteX264" fmla="*/ 199999 w 326228"/>
                <a:gd name="connsiteY264" fmla="*/ 259016 h 365572"/>
                <a:gd name="connsiteX265" fmla="*/ 195081 w 326228"/>
                <a:gd name="connsiteY265" fmla="*/ 255737 h 365572"/>
                <a:gd name="connsiteX266" fmla="*/ 191802 w 326228"/>
                <a:gd name="connsiteY266" fmla="*/ 255737 h 365572"/>
                <a:gd name="connsiteX267" fmla="*/ 188524 w 326228"/>
                <a:gd name="connsiteY267" fmla="*/ 254097 h 365572"/>
                <a:gd name="connsiteX268" fmla="*/ 185245 w 326228"/>
                <a:gd name="connsiteY268" fmla="*/ 252458 h 365572"/>
                <a:gd name="connsiteX269" fmla="*/ 183606 w 326228"/>
                <a:gd name="connsiteY269" fmla="*/ 250819 h 365572"/>
                <a:gd name="connsiteX270" fmla="*/ 180327 w 326228"/>
                <a:gd name="connsiteY270" fmla="*/ 249179 h 365572"/>
                <a:gd name="connsiteX271" fmla="*/ 177048 w 326228"/>
                <a:gd name="connsiteY271" fmla="*/ 250819 h 365572"/>
                <a:gd name="connsiteX272" fmla="*/ 173770 w 326228"/>
                <a:gd name="connsiteY272" fmla="*/ 247540 h 365572"/>
                <a:gd name="connsiteX273" fmla="*/ 170491 w 326228"/>
                <a:gd name="connsiteY273" fmla="*/ 244261 h 365572"/>
                <a:gd name="connsiteX274" fmla="*/ 165573 w 326228"/>
                <a:gd name="connsiteY274" fmla="*/ 244261 h 365572"/>
                <a:gd name="connsiteX275" fmla="*/ 162294 w 326228"/>
                <a:gd name="connsiteY275" fmla="*/ 242622 h 365572"/>
                <a:gd name="connsiteX276" fmla="*/ 159016 w 326228"/>
                <a:gd name="connsiteY276" fmla="*/ 242622 h 365572"/>
                <a:gd name="connsiteX277" fmla="*/ 154098 w 326228"/>
                <a:gd name="connsiteY277" fmla="*/ 239343 h 365572"/>
                <a:gd name="connsiteX278" fmla="*/ 150819 w 326228"/>
                <a:gd name="connsiteY278" fmla="*/ 236064 h 365572"/>
                <a:gd name="connsiteX279" fmla="*/ 147540 w 326228"/>
                <a:gd name="connsiteY279" fmla="*/ 234425 h 365572"/>
                <a:gd name="connsiteX280" fmla="*/ 144262 w 326228"/>
                <a:gd name="connsiteY280" fmla="*/ 232786 h 365572"/>
                <a:gd name="connsiteX281" fmla="*/ 139344 w 326228"/>
                <a:gd name="connsiteY281" fmla="*/ 231147 h 365572"/>
                <a:gd name="connsiteX282" fmla="*/ 139344 w 326228"/>
                <a:gd name="connsiteY282" fmla="*/ 231147 h 365572"/>
                <a:gd name="connsiteX283" fmla="*/ 134426 w 326228"/>
                <a:gd name="connsiteY283" fmla="*/ 227868 h 365572"/>
                <a:gd name="connsiteX284" fmla="*/ 131147 w 326228"/>
                <a:gd name="connsiteY284" fmla="*/ 224589 h 365572"/>
                <a:gd name="connsiteX285" fmla="*/ 127868 w 326228"/>
                <a:gd name="connsiteY285" fmla="*/ 221310 h 365572"/>
                <a:gd name="connsiteX286" fmla="*/ 124590 w 326228"/>
                <a:gd name="connsiteY286" fmla="*/ 218032 h 365572"/>
                <a:gd name="connsiteX287" fmla="*/ 121311 w 326228"/>
                <a:gd name="connsiteY287" fmla="*/ 216393 h 365572"/>
                <a:gd name="connsiteX288" fmla="*/ 116393 w 326228"/>
                <a:gd name="connsiteY288" fmla="*/ 213114 h 365572"/>
                <a:gd name="connsiteX289" fmla="*/ 113114 w 326228"/>
                <a:gd name="connsiteY289" fmla="*/ 211474 h 365572"/>
                <a:gd name="connsiteX290" fmla="*/ 109836 w 326228"/>
                <a:gd name="connsiteY290" fmla="*/ 209835 h 365572"/>
                <a:gd name="connsiteX291" fmla="*/ 109836 w 326228"/>
                <a:gd name="connsiteY291" fmla="*/ 208196 h 365572"/>
                <a:gd name="connsiteX292" fmla="*/ 104918 w 326228"/>
                <a:gd name="connsiteY292" fmla="*/ 208196 h 365572"/>
                <a:gd name="connsiteX293" fmla="*/ 101639 w 326228"/>
                <a:gd name="connsiteY293" fmla="*/ 209835 h 365572"/>
                <a:gd name="connsiteX294" fmla="*/ 98360 w 326228"/>
                <a:gd name="connsiteY294" fmla="*/ 208196 h 365572"/>
                <a:gd name="connsiteX295" fmla="*/ 96721 w 326228"/>
                <a:gd name="connsiteY295" fmla="*/ 208196 h 365572"/>
                <a:gd name="connsiteX296" fmla="*/ 93442 w 326228"/>
                <a:gd name="connsiteY296" fmla="*/ 206557 h 365572"/>
                <a:gd name="connsiteX297" fmla="*/ 90164 w 326228"/>
                <a:gd name="connsiteY297" fmla="*/ 206557 h 365572"/>
                <a:gd name="connsiteX298" fmla="*/ 86885 w 326228"/>
                <a:gd name="connsiteY298" fmla="*/ 203278 h 365572"/>
                <a:gd name="connsiteX299" fmla="*/ 81967 w 326228"/>
                <a:gd name="connsiteY299" fmla="*/ 203278 h 365572"/>
                <a:gd name="connsiteX300" fmla="*/ 78688 w 326228"/>
                <a:gd name="connsiteY300" fmla="*/ 201639 h 365572"/>
                <a:gd name="connsiteX301" fmla="*/ 77049 w 326228"/>
                <a:gd name="connsiteY301" fmla="*/ 201639 h 365572"/>
                <a:gd name="connsiteX302" fmla="*/ 73770 w 326228"/>
                <a:gd name="connsiteY302" fmla="*/ 199999 h 365572"/>
                <a:gd name="connsiteX303" fmla="*/ 68852 w 326228"/>
                <a:gd name="connsiteY303" fmla="*/ 198360 h 365572"/>
                <a:gd name="connsiteX304" fmla="*/ 68852 w 326228"/>
                <a:gd name="connsiteY304" fmla="*/ 196720 h 365572"/>
                <a:gd name="connsiteX305" fmla="*/ 65573 w 326228"/>
                <a:gd name="connsiteY305" fmla="*/ 193442 h 365572"/>
                <a:gd name="connsiteX306" fmla="*/ 65573 w 326228"/>
                <a:gd name="connsiteY306" fmla="*/ 190163 h 365572"/>
                <a:gd name="connsiteX307" fmla="*/ 63934 w 326228"/>
                <a:gd name="connsiteY307" fmla="*/ 188524 h 365572"/>
                <a:gd name="connsiteX308" fmla="*/ 60655 w 326228"/>
                <a:gd name="connsiteY308" fmla="*/ 186884 h 365572"/>
                <a:gd name="connsiteX309" fmla="*/ 55738 w 326228"/>
                <a:gd name="connsiteY309" fmla="*/ 185245 h 365572"/>
                <a:gd name="connsiteX310" fmla="*/ 55738 w 326228"/>
                <a:gd name="connsiteY310" fmla="*/ 183606 h 365572"/>
                <a:gd name="connsiteX311" fmla="*/ 52459 w 326228"/>
                <a:gd name="connsiteY311" fmla="*/ 181966 h 365572"/>
                <a:gd name="connsiteX312" fmla="*/ 47541 w 326228"/>
                <a:gd name="connsiteY312" fmla="*/ 178688 h 365572"/>
                <a:gd name="connsiteX313" fmla="*/ 44262 w 326228"/>
                <a:gd name="connsiteY313" fmla="*/ 175409 h 365572"/>
                <a:gd name="connsiteX314" fmla="*/ 40983 w 326228"/>
                <a:gd name="connsiteY314" fmla="*/ 173770 h 365572"/>
                <a:gd name="connsiteX315" fmla="*/ 37705 w 326228"/>
                <a:gd name="connsiteY315" fmla="*/ 170491 h 365572"/>
                <a:gd name="connsiteX316" fmla="*/ 34426 w 326228"/>
                <a:gd name="connsiteY316" fmla="*/ 167213 h 365572"/>
                <a:gd name="connsiteX317" fmla="*/ 31148 w 326228"/>
                <a:gd name="connsiteY317" fmla="*/ 165573 h 365572"/>
                <a:gd name="connsiteX318" fmla="*/ 27869 w 326228"/>
                <a:gd name="connsiteY318" fmla="*/ 160655 h 365572"/>
                <a:gd name="connsiteX319" fmla="*/ 26229 w 326228"/>
                <a:gd name="connsiteY319" fmla="*/ 157376 h 365572"/>
                <a:gd name="connsiteX320" fmla="*/ 22951 w 326228"/>
                <a:gd name="connsiteY320" fmla="*/ 154098 h 365572"/>
                <a:gd name="connsiteX321" fmla="*/ 19672 w 326228"/>
                <a:gd name="connsiteY321" fmla="*/ 149180 h 365572"/>
                <a:gd name="connsiteX322" fmla="*/ 18033 w 326228"/>
                <a:gd name="connsiteY322" fmla="*/ 145901 h 365572"/>
                <a:gd name="connsiteX323" fmla="*/ 16393 w 326228"/>
                <a:gd name="connsiteY323" fmla="*/ 142622 h 365572"/>
                <a:gd name="connsiteX324" fmla="*/ 13115 w 326228"/>
                <a:gd name="connsiteY324" fmla="*/ 139344 h 365572"/>
                <a:gd name="connsiteX325" fmla="*/ 11475 w 326228"/>
                <a:gd name="connsiteY325" fmla="*/ 139344 h 365572"/>
                <a:gd name="connsiteX326" fmla="*/ 8197 w 326228"/>
                <a:gd name="connsiteY326" fmla="*/ 136065 h 365572"/>
                <a:gd name="connsiteX327" fmla="*/ 3279 w 326228"/>
                <a:gd name="connsiteY327" fmla="*/ 132786 h 365572"/>
                <a:gd name="connsiteX328" fmla="*/ 0 w 326228"/>
                <a:gd name="connsiteY328" fmla="*/ 129508 h 36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</a:cxnLst>
              <a:rect l="l" t="t" r="r" b="b"/>
              <a:pathLst>
                <a:path w="326228" h="365572">
                  <a:moveTo>
                    <a:pt x="0" y="129508"/>
                  </a:moveTo>
                  <a:lnTo>
                    <a:pt x="1639" y="126229"/>
                  </a:lnTo>
                  <a:lnTo>
                    <a:pt x="1639" y="122950"/>
                  </a:lnTo>
                  <a:lnTo>
                    <a:pt x="1639" y="118032"/>
                  </a:lnTo>
                  <a:lnTo>
                    <a:pt x="3279" y="114754"/>
                  </a:lnTo>
                  <a:lnTo>
                    <a:pt x="3279" y="111475"/>
                  </a:lnTo>
                  <a:lnTo>
                    <a:pt x="4918" y="106557"/>
                  </a:lnTo>
                  <a:lnTo>
                    <a:pt x="4918" y="104917"/>
                  </a:lnTo>
                  <a:lnTo>
                    <a:pt x="4918" y="104917"/>
                  </a:lnTo>
                  <a:lnTo>
                    <a:pt x="4918" y="101639"/>
                  </a:lnTo>
                  <a:lnTo>
                    <a:pt x="6557" y="96721"/>
                  </a:lnTo>
                  <a:lnTo>
                    <a:pt x="6557" y="93442"/>
                  </a:lnTo>
                  <a:lnTo>
                    <a:pt x="6557" y="90164"/>
                  </a:lnTo>
                  <a:lnTo>
                    <a:pt x="8197" y="86885"/>
                  </a:lnTo>
                  <a:lnTo>
                    <a:pt x="8197" y="81967"/>
                  </a:lnTo>
                  <a:lnTo>
                    <a:pt x="8197" y="78688"/>
                  </a:lnTo>
                  <a:lnTo>
                    <a:pt x="8197" y="75410"/>
                  </a:lnTo>
                  <a:lnTo>
                    <a:pt x="8197" y="72131"/>
                  </a:lnTo>
                  <a:lnTo>
                    <a:pt x="8197" y="67213"/>
                  </a:lnTo>
                  <a:lnTo>
                    <a:pt x="8197" y="63934"/>
                  </a:lnTo>
                  <a:lnTo>
                    <a:pt x="6557" y="60656"/>
                  </a:lnTo>
                  <a:lnTo>
                    <a:pt x="6557" y="55737"/>
                  </a:lnTo>
                  <a:lnTo>
                    <a:pt x="6557" y="55737"/>
                  </a:lnTo>
                  <a:lnTo>
                    <a:pt x="8197" y="52459"/>
                  </a:lnTo>
                  <a:lnTo>
                    <a:pt x="8197" y="52459"/>
                  </a:lnTo>
                  <a:lnTo>
                    <a:pt x="9836" y="47541"/>
                  </a:lnTo>
                  <a:lnTo>
                    <a:pt x="11475" y="44262"/>
                  </a:lnTo>
                  <a:lnTo>
                    <a:pt x="14754" y="40983"/>
                  </a:lnTo>
                  <a:lnTo>
                    <a:pt x="16393" y="36066"/>
                  </a:lnTo>
                  <a:lnTo>
                    <a:pt x="18033" y="34426"/>
                  </a:lnTo>
                  <a:lnTo>
                    <a:pt x="18033" y="34426"/>
                  </a:lnTo>
                  <a:lnTo>
                    <a:pt x="18033" y="31147"/>
                  </a:lnTo>
                  <a:lnTo>
                    <a:pt x="19672" y="26229"/>
                  </a:lnTo>
                  <a:lnTo>
                    <a:pt x="19672" y="22951"/>
                  </a:lnTo>
                  <a:lnTo>
                    <a:pt x="21311" y="19672"/>
                  </a:lnTo>
                  <a:lnTo>
                    <a:pt x="21311" y="16393"/>
                  </a:lnTo>
                  <a:lnTo>
                    <a:pt x="26229" y="14754"/>
                  </a:lnTo>
                  <a:lnTo>
                    <a:pt x="29508" y="13115"/>
                  </a:lnTo>
                  <a:lnTo>
                    <a:pt x="34426" y="13115"/>
                  </a:lnTo>
                  <a:lnTo>
                    <a:pt x="37705" y="11476"/>
                  </a:lnTo>
                  <a:lnTo>
                    <a:pt x="42623" y="11476"/>
                  </a:lnTo>
                  <a:lnTo>
                    <a:pt x="45901" y="9836"/>
                  </a:lnTo>
                  <a:lnTo>
                    <a:pt x="50820" y="9836"/>
                  </a:lnTo>
                  <a:lnTo>
                    <a:pt x="54098" y="8197"/>
                  </a:lnTo>
                  <a:lnTo>
                    <a:pt x="59016" y="8197"/>
                  </a:lnTo>
                  <a:lnTo>
                    <a:pt x="62295" y="8197"/>
                  </a:lnTo>
                  <a:lnTo>
                    <a:pt x="63934" y="6557"/>
                  </a:lnTo>
                  <a:lnTo>
                    <a:pt x="67213" y="4918"/>
                  </a:lnTo>
                  <a:lnTo>
                    <a:pt x="72131" y="4918"/>
                  </a:lnTo>
                  <a:lnTo>
                    <a:pt x="75410" y="3279"/>
                  </a:lnTo>
                  <a:lnTo>
                    <a:pt x="80328" y="1639"/>
                  </a:lnTo>
                  <a:lnTo>
                    <a:pt x="83606" y="1639"/>
                  </a:lnTo>
                  <a:lnTo>
                    <a:pt x="86885" y="0"/>
                  </a:lnTo>
                  <a:lnTo>
                    <a:pt x="88524" y="0"/>
                  </a:lnTo>
                  <a:lnTo>
                    <a:pt x="98360" y="0"/>
                  </a:lnTo>
                  <a:lnTo>
                    <a:pt x="103278" y="0"/>
                  </a:lnTo>
                  <a:lnTo>
                    <a:pt x="111475" y="0"/>
                  </a:lnTo>
                  <a:lnTo>
                    <a:pt x="116393" y="0"/>
                  </a:lnTo>
                  <a:lnTo>
                    <a:pt x="121311" y="0"/>
                  </a:lnTo>
                  <a:lnTo>
                    <a:pt x="122950" y="0"/>
                  </a:lnTo>
                  <a:lnTo>
                    <a:pt x="131147" y="6557"/>
                  </a:lnTo>
                  <a:lnTo>
                    <a:pt x="134426" y="8197"/>
                  </a:lnTo>
                  <a:lnTo>
                    <a:pt x="137704" y="9836"/>
                  </a:lnTo>
                  <a:lnTo>
                    <a:pt x="144262" y="13115"/>
                  </a:lnTo>
                  <a:lnTo>
                    <a:pt x="149180" y="18033"/>
                  </a:lnTo>
                  <a:lnTo>
                    <a:pt x="159016" y="22951"/>
                  </a:lnTo>
                  <a:lnTo>
                    <a:pt x="159016" y="26229"/>
                  </a:lnTo>
                  <a:lnTo>
                    <a:pt x="160655" y="31147"/>
                  </a:lnTo>
                  <a:lnTo>
                    <a:pt x="160655" y="34426"/>
                  </a:lnTo>
                  <a:lnTo>
                    <a:pt x="160655" y="37705"/>
                  </a:lnTo>
                  <a:lnTo>
                    <a:pt x="160655" y="42623"/>
                  </a:lnTo>
                  <a:lnTo>
                    <a:pt x="163934" y="45902"/>
                  </a:lnTo>
                  <a:lnTo>
                    <a:pt x="167212" y="49180"/>
                  </a:lnTo>
                  <a:lnTo>
                    <a:pt x="167212" y="54098"/>
                  </a:lnTo>
                  <a:lnTo>
                    <a:pt x="168852" y="57377"/>
                  </a:lnTo>
                  <a:lnTo>
                    <a:pt x="168852" y="60656"/>
                  </a:lnTo>
                  <a:lnTo>
                    <a:pt x="172130" y="62295"/>
                  </a:lnTo>
                  <a:lnTo>
                    <a:pt x="170491" y="65573"/>
                  </a:lnTo>
                  <a:lnTo>
                    <a:pt x="173770" y="70492"/>
                  </a:lnTo>
                  <a:lnTo>
                    <a:pt x="177048" y="73770"/>
                  </a:lnTo>
                  <a:lnTo>
                    <a:pt x="175409" y="77049"/>
                  </a:lnTo>
                  <a:lnTo>
                    <a:pt x="177048" y="81967"/>
                  </a:lnTo>
                  <a:lnTo>
                    <a:pt x="177048" y="85246"/>
                  </a:lnTo>
                  <a:lnTo>
                    <a:pt x="175409" y="88524"/>
                  </a:lnTo>
                  <a:lnTo>
                    <a:pt x="175409" y="93442"/>
                  </a:lnTo>
                  <a:lnTo>
                    <a:pt x="173770" y="96721"/>
                  </a:lnTo>
                  <a:lnTo>
                    <a:pt x="175409" y="100000"/>
                  </a:lnTo>
                  <a:lnTo>
                    <a:pt x="175409" y="101639"/>
                  </a:lnTo>
                  <a:lnTo>
                    <a:pt x="177048" y="104917"/>
                  </a:lnTo>
                  <a:lnTo>
                    <a:pt x="177048" y="106557"/>
                  </a:lnTo>
                  <a:lnTo>
                    <a:pt x="175409" y="109836"/>
                  </a:lnTo>
                  <a:lnTo>
                    <a:pt x="175409" y="111475"/>
                  </a:lnTo>
                  <a:lnTo>
                    <a:pt x="177048" y="114754"/>
                  </a:lnTo>
                  <a:lnTo>
                    <a:pt x="175409" y="119672"/>
                  </a:lnTo>
                  <a:lnTo>
                    <a:pt x="175409" y="122950"/>
                  </a:lnTo>
                  <a:lnTo>
                    <a:pt x="175409" y="122950"/>
                  </a:lnTo>
                  <a:lnTo>
                    <a:pt x="177048" y="124590"/>
                  </a:lnTo>
                  <a:lnTo>
                    <a:pt x="181966" y="124590"/>
                  </a:lnTo>
                  <a:lnTo>
                    <a:pt x="185245" y="124590"/>
                  </a:lnTo>
                  <a:lnTo>
                    <a:pt x="188524" y="124590"/>
                  </a:lnTo>
                  <a:lnTo>
                    <a:pt x="191802" y="126229"/>
                  </a:lnTo>
                  <a:lnTo>
                    <a:pt x="195081" y="127869"/>
                  </a:lnTo>
                  <a:lnTo>
                    <a:pt x="198360" y="127869"/>
                  </a:lnTo>
                  <a:lnTo>
                    <a:pt x="201638" y="127869"/>
                  </a:lnTo>
                  <a:lnTo>
                    <a:pt x="206557" y="127869"/>
                  </a:lnTo>
                  <a:lnTo>
                    <a:pt x="209835" y="129508"/>
                  </a:lnTo>
                  <a:lnTo>
                    <a:pt x="213114" y="129508"/>
                  </a:lnTo>
                  <a:lnTo>
                    <a:pt x="216392" y="129508"/>
                  </a:lnTo>
                  <a:lnTo>
                    <a:pt x="219671" y="132786"/>
                  </a:lnTo>
                  <a:lnTo>
                    <a:pt x="222950" y="131147"/>
                  </a:lnTo>
                  <a:lnTo>
                    <a:pt x="227868" y="129508"/>
                  </a:lnTo>
                  <a:lnTo>
                    <a:pt x="229507" y="124590"/>
                  </a:lnTo>
                  <a:lnTo>
                    <a:pt x="231147" y="124590"/>
                  </a:lnTo>
                  <a:lnTo>
                    <a:pt x="232786" y="122950"/>
                  </a:lnTo>
                  <a:lnTo>
                    <a:pt x="236065" y="122950"/>
                  </a:lnTo>
                  <a:lnTo>
                    <a:pt x="237704" y="126229"/>
                  </a:lnTo>
                  <a:lnTo>
                    <a:pt x="242622" y="129508"/>
                  </a:lnTo>
                  <a:lnTo>
                    <a:pt x="245901" y="131147"/>
                  </a:lnTo>
                  <a:lnTo>
                    <a:pt x="249179" y="131147"/>
                  </a:lnTo>
                  <a:lnTo>
                    <a:pt x="252458" y="132786"/>
                  </a:lnTo>
                  <a:lnTo>
                    <a:pt x="257376" y="132786"/>
                  </a:lnTo>
                  <a:lnTo>
                    <a:pt x="260655" y="136065"/>
                  </a:lnTo>
                  <a:lnTo>
                    <a:pt x="262294" y="139344"/>
                  </a:lnTo>
                  <a:lnTo>
                    <a:pt x="262294" y="142622"/>
                  </a:lnTo>
                  <a:lnTo>
                    <a:pt x="267212" y="145901"/>
                  </a:lnTo>
                  <a:lnTo>
                    <a:pt x="268851" y="150819"/>
                  </a:lnTo>
                  <a:lnTo>
                    <a:pt x="267212" y="154098"/>
                  </a:lnTo>
                  <a:lnTo>
                    <a:pt x="267212" y="157376"/>
                  </a:lnTo>
                  <a:lnTo>
                    <a:pt x="268851" y="162294"/>
                  </a:lnTo>
                  <a:lnTo>
                    <a:pt x="270491" y="165573"/>
                  </a:lnTo>
                  <a:lnTo>
                    <a:pt x="272130" y="168852"/>
                  </a:lnTo>
                  <a:lnTo>
                    <a:pt x="273769" y="172130"/>
                  </a:lnTo>
                  <a:lnTo>
                    <a:pt x="273769" y="173770"/>
                  </a:lnTo>
                  <a:lnTo>
                    <a:pt x="273769" y="177049"/>
                  </a:lnTo>
                  <a:lnTo>
                    <a:pt x="275409" y="181966"/>
                  </a:lnTo>
                  <a:lnTo>
                    <a:pt x="275409" y="185245"/>
                  </a:lnTo>
                  <a:lnTo>
                    <a:pt x="275409" y="186884"/>
                  </a:lnTo>
                  <a:lnTo>
                    <a:pt x="275409" y="190163"/>
                  </a:lnTo>
                  <a:lnTo>
                    <a:pt x="278687" y="193442"/>
                  </a:lnTo>
                  <a:lnTo>
                    <a:pt x="280327" y="198360"/>
                  </a:lnTo>
                  <a:lnTo>
                    <a:pt x="280327" y="201639"/>
                  </a:lnTo>
                  <a:lnTo>
                    <a:pt x="281966" y="204917"/>
                  </a:lnTo>
                  <a:lnTo>
                    <a:pt x="285245" y="206557"/>
                  </a:lnTo>
                  <a:lnTo>
                    <a:pt x="288523" y="208196"/>
                  </a:lnTo>
                  <a:lnTo>
                    <a:pt x="293441" y="208196"/>
                  </a:lnTo>
                  <a:lnTo>
                    <a:pt x="296720" y="206557"/>
                  </a:lnTo>
                  <a:lnTo>
                    <a:pt x="296720" y="206557"/>
                  </a:lnTo>
                  <a:lnTo>
                    <a:pt x="301638" y="204917"/>
                  </a:lnTo>
                  <a:lnTo>
                    <a:pt x="304917" y="201639"/>
                  </a:lnTo>
                  <a:lnTo>
                    <a:pt x="308195" y="199999"/>
                  </a:lnTo>
                  <a:lnTo>
                    <a:pt x="311474" y="199999"/>
                  </a:lnTo>
                  <a:lnTo>
                    <a:pt x="316392" y="201639"/>
                  </a:lnTo>
                  <a:lnTo>
                    <a:pt x="319671" y="204917"/>
                  </a:lnTo>
                  <a:lnTo>
                    <a:pt x="322949" y="208196"/>
                  </a:lnTo>
                  <a:lnTo>
                    <a:pt x="322949" y="208196"/>
                  </a:lnTo>
                  <a:lnTo>
                    <a:pt x="326228" y="209835"/>
                  </a:lnTo>
                  <a:lnTo>
                    <a:pt x="322949" y="213114"/>
                  </a:lnTo>
                  <a:lnTo>
                    <a:pt x="324589" y="218032"/>
                  </a:lnTo>
                  <a:lnTo>
                    <a:pt x="326228" y="221310"/>
                  </a:lnTo>
                  <a:lnTo>
                    <a:pt x="326228" y="224589"/>
                  </a:lnTo>
                  <a:lnTo>
                    <a:pt x="324589" y="229507"/>
                  </a:lnTo>
                  <a:lnTo>
                    <a:pt x="326228" y="232786"/>
                  </a:lnTo>
                  <a:lnTo>
                    <a:pt x="326228" y="236064"/>
                  </a:lnTo>
                  <a:lnTo>
                    <a:pt x="324589" y="239343"/>
                  </a:lnTo>
                  <a:lnTo>
                    <a:pt x="322949" y="244261"/>
                  </a:lnTo>
                  <a:lnTo>
                    <a:pt x="322949" y="247540"/>
                  </a:lnTo>
                  <a:lnTo>
                    <a:pt x="322949" y="252458"/>
                  </a:lnTo>
                  <a:lnTo>
                    <a:pt x="322949" y="255737"/>
                  </a:lnTo>
                  <a:lnTo>
                    <a:pt x="322949" y="259016"/>
                  </a:lnTo>
                  <a:lnTo>
                    <a:pt x="322949" y="262294"/>
                  </a:lnTo>
                  <a:lnTo>
                    <a:pt x="319671" y="267212"/>
                  </a:lnTo>
                  <a:lnTo>
                    <a:pt x="319671" y="270491"/>
                  </a:lnTo>
                  <a:lnTo>
                    <a:pt x="319671" y="272130"/>
                  </a:lnTo>
                  <a:lnTo>
                    <a:pt x="319671" y="273769"/>
                  </a:lnTo>
                  <a:lnTo>
                    <a:pt x="319671" y="277048"/>
                  </a:lnTo>
                  <a:lnTo>
                    <a:pt x="319671" y="277048"/>
                  </a:lnTo>
                  <a:lnTo>
                    <a:pt x="319671" y="280327"/>
                  </a:lnTo>
                  <a:lnTo>
                    <a:pt x="319671" y="285244"/>
                  </a:lnTo>
                  <a:lnTo>
                    <a:pt x="322949" y="288523"/>
                  </a:lnTo>
                  <a:lnTo>
                    <a:pt x="321310" y="291802"/>
                  </a:lnTo>
                  <a:lnTo>
                    <a:pt x="321310" y="295081"/>
                  </a:lnTo>
                  <a:lnTo>
                    <a:pt x="321310" y="299999"/>
                  </a:lnTo>
                  <a:lnTo>
                    <a:pt x="322949" y="303277"/>
                  </a:lnTo>
                  <a:lnTo>
                    <a:pt x="321310" y="306556"/>
                  </a:lnTo>
                  <a:lnTo>
                    <a:pt x="322949" y="309835"/>
                  </a:lnTo>
                  <a:lnTo>
                    <a:pt x="321310" y="313113"/>
                  </a:lnTo>
                  <a:lnTo>
                    <a:pt x="319671" y="318031"/>
                  </a:lnTo>
                  <a:lnTo>
                    <a:pt x="319671" y="321310"/>
                  </a:lnTo>
                  <a:lnTo>
                    <a:pt x="319671" y="324589"/>
                  </a:lnTo>
                  <a:lnTo>
                    <a:pt x="314753" y="324589"/>
                  </a:lnTo>
                  <a:lnTo>
                    <a:pt x="314753" y="329507"/>
                  </a:lnTo>
                  <a:lnTo>
                    <a:pt x="313113" y="331146"/>
                  </a:lnTo>
                  <a:lnTo>
                    <a:pt x="309835" y="332786"/>
                  </a:lnTo>
                  <a:lnTo>
                    <a:pt x="309835" y="337703"/>
                  </a:lnTo>
                  <a:lnTo>
                    <a:pt x="304917" y="337703"/>
                  </a:lnTo>
                  <a:lnTo>
                    <a:pt x="304917" y="337703"/>
                  </a:lnTo>
                  <a:lnTo>
                    <a:pt x="301638" y="337703"/>
                  </a:lnTo>
                  <a:lnTo>
                    <a:pt x="298359" y="342621"/>
                  </a:lnTo>
                  <a:lnTo>
                    <a:pt x="295081" y="345900"/>
                  </a:lnTo>
                  <a:lnTo>
                    <a:pt x="293441" y="349179"/>
                  </a:lnTo>
                  <a:lnTo>
                    <a:pt x="295081" y="354097"/>
                  </a:lnTo>
                  <a:lnTo>
                    <a:pt x="290163" y="357376"/>
                  </a:lnTo>
                  <a:lnTo>
                    <a:pt x="288523" y="359015"/>
                  </a:lnTo>
                  <a:lnTo>
                    <a:pt x="283605" y="355736"/>
                  </a:lnTo>
                  <a:lnTo>
                    <a:pt x="280327" y="354097"/>
                  </a:lnTo>
                  <a:lnTo>
                    <a:pt x="277048" y="352457"/>
                  </a:lnTo>
                  <a:lnTo>
                    <a:pt x="272130" y="354097"/>
                  </a:lnTo>
                  <a:lnTo>
                    <a:pt x="268851" y="359015"/>
                  </a:lnTo>
                  <a:lnTo>
                    <a:pt x="268851" y="362294"/>
                  </a:lnTo>
                  <a:lnTo>
                    <a:pt x="267212" y="365572"/>
                  </a:lnTo>
                  <a:lnTo>
                    <a:pt x="262294" y="363933"/>
                  </a:lnTo>
                  <a:lnTo>
                    <a:pt x="259015" y="360654"/>
                  </a:lnTo>
                  <a:lnTo>
                    <a:pt x="255737" y="360654"/>
                  </a:lnTo>
                  <a:lnTo>
                    <a:pt x="252458" y="362294"/>
                  </a:lnTo>
                  <a:lnTo>
                    <a:pt x="249179" y="360654"/>
                  </a:lnTo>
                  <a:lnTo>
                    <a:pt x="245901" y="357376"/>
                  </a:lnTo>
                  <a:lnTo>
                    <a:pt x="242622" y="360654"/>
                  </a:lnTo>
                  <a:lnTo>
                    <a:pt x="237704" y="362294"/>
                  </a:lnTo>
                  <a:lnTo>
                    <a:pt x="234425" y="360654"/>
                  </a:lnTo>
                  <a:lnTo>
                    <a:pt x="231147" y="359015"/>
                  </a:lnTo>
                  <a:lnTo>
                    <a:pt x="227868" y="359015"/>
                  </a:lnTo>
                  <a:lnTo>
                    <a:pt x="222950" y="357376"/>
                  </a:lnTo>
                  <a:lnTo>
                    <a:pt x="219671" y="355736"/>
                  </a:lnTo>
                  <a:lnTo>
                    <a:pt x="214753" y="354097"/>
                  </a:lnTo>
                  <a:lnTo>
                    <a:pt x="211475" y="352457"/>
                  </a:lnTo>
                  <a:lnTo>
                    <a:pt x="208196" y="352457"/>
                  </a:lnTo>
                  <a:lnTo>
                    <a:pt x="204917" y="350818"/>
                  </a:lnTo>
                  <a:lnTo>
                    <a:pt x="199999" y="352457"/>
                  </a:lnTo>
                  <a:lnTo>
                    <a:pt x="196720" y="350818"/>
                  </a:lnTo>
                  <a:lnTo>
                    <a:pt x="193442" y="352457"/>
                  </a:lnTo>
                  <a:lnTo>
                    <a:pt x="188524" y="352457"/>
                  </a:lnTo>
                  <a:lnTo>
                    <a:pt x="185245" y="352457"/>
                  </a:lnTo>
                  <a:lnTo>
                    <a:pt x="181966" y="354097"/>
                  </a:lnTo>
                  <a:lnTo>
                    <a:pt x="181966" y="352457"/>
                  </a:lnTo>
                  <a:lnTo>
                    <a:pt x="181966" y="352457"/>
                  </a:lnTo>
                  <a:lnTo>
                    <a:pt x="178688" y="347540"/>
                  </a:lnTo>
                  <a:lnTo>
                    <a:pt x="181966" y="344261"/>
                  </a:lnTo>
                  <a:lnTo>
                    <a:pt x="183606" y="340982"/>
                  </a:lnTo>
                  <a:lnTo>
                    <a:pt x="183606" y="336064"/>
                  </a:lnTo>
                  <a:lnTo>
                    <a:pt x="188524" y="334425"/>
                  </a:lnTo>
                  <a:lnTo>
                    <a:pt x="188524" y="334425"/>
                  </a:lnTo>
                  <a:lnTo>
                    <a:pt x="190163" y="329507"/>
                  </a:lnTo>
                  <a:lnTo>
                    <a:pt x="191802" y="326228"/>
                  </a:lnTo>
                  <a:lnTo>
                    <a:pt x="193442" y="322950"/>
                  </a:lnTo>
                  <a:lnTo>
                    <a:pt x="191802" y="321310"/>
                  </a:lnTo>
                  <a:lnTo>
                    <a:pt x="191802" y="318031"/>
                  </a:lnTo>
                  <a:lnTo>
                    <a:pt x="190163" y="313113"/>
                  </a:lnTo>
                  <a:lnTo>
                    <a:pt x="191802" y="309835"/>
                  </a:lnTo>
                  <a:lnTo>
                    <a:pt x="193442" y="306556"/>
                  </a:lnTo>
                  <a:lnTo>
                    <a:pt x="191802" y="301638"/>
                  </a:lnTo>
                  <a:lnTo>
                    <a:pt x="196720" y="299999"/>
                  </a:lnTo>
                  <a:lnTo>
                    <a:pt x="199999" y="296720"/>
                  </a:lnTo>
                  <a:lnTo>
                    <a:pt x="199999" y="293441"/>
                  </a:lnTo>
                  <a:lnTo>
                    <a:pt x="201638" y="288523"/>
                  </a:lnTo>
                  <a:lnTo>
                    <a:pt x="201638" y="288523"/>
                  </a:lnTo>
                  <a:lnTo>
                    <a:pt x="203278" y="283606"/>
                  </a:lnTo>
                  <a:lnTo>
                    <a:pt x="203278" y="280327"/>
                  </a:lnTo>
                  <a:lnTo>
                    <a:pt x="208196" y="278687"/>
                  </a:lnTo>
                  <a:lnTo>
                    <a:pt x="208196" y="275409"/>
                  </a:lnTo>
                  <a:lnTo>
                    <a:pt x="208196" y="272130"/>
                  </a:lnTo>
                  <a:lnTo>
                    <a:pt x="204917" y="268851"/>
                  </a:lnTo>
                  <a:lnTo>
                    <a:pt x="203278" y="263933"/>
                  </a:lnTo>
                  <a:lnTo>
                    <a:pt x="201638" y="263933"/>
                  </a:lnTo>
                  <a:lnTo>
                    <a:pt x="201638" y="262294"/>
                  </a:lnTo>
                  <a:lnTo>
                    <a:pt x="199999" y="259016"/>
                  </a:lnTo>
                  <a:lnTo>
                    <a:pt x="195081" y="255737"/>
                  </a:lnTo>
                  <a:lnTo>
                    <a:pt x="191802" y="255737"/>
                  </a:lnTo>
                  <a:lnTo>
                    <a:pt x="188524" y="254097"/>
                  </a:lnTo>
                  <a:lnTo>
                    <a:pt x="185245" y="252458"/>
                  </a:lnTo>
                  <a:lnTo>
                    <a:pt x="183606" y="250819"/>
                  </a:lnTo>
                  <a:lnTo>
                    <a:pt x="180327" y="249179"/>
                  </a:lnTo>
                  <a:lnTo>
                    <a:pt x="177048" y="250819"/>
                  </a:lnTo>
                  <a:lnTo>
                    <a:pt x="173770" y="247540"/>
                  </a:lnTo>
                  <a:lnTo>
                    <a:pt x="170491" y="244261"/>
                  </a:lnTo>
                  <a:lnTo>
                    <a:pt x="165573" y="244261"/>
                  </a:lnTo>
                  <a:lnTo>
                    <a:pt x="162294" y="242622"/>
                  </a:lnTo>
                  <a:lnTo>
                    <a:pt x="159016" y="242622"/>
                  </a:lnTo>
                  <a:lnTo>
                    <a:pt x="154098" y="239343"/>
                  </a:lnTo>
                  <a:lnTo>
                    <a:pt x="150819" y="236064"/>
                  </a:lnTo>
                  <a:lnTo>
                    <a:pt x="147540" y="234425"/>
                  </a:lnTo>
                  <a:lnTo>
                    <a:pt x="144262" y="232786"/>
                  </a:lnTo>
                  <a:lnTo>
                    <a:pt x="139344" y="231147"/>
                  </a:lnTo>
                  <a:lnTo>
                    <a:pt x="139344" y="231147"/>
                  </a:lnTo>
                  <a:lnTo>
                    <a:pt x="134426" y="227868"/>
                  </a:lnTo>
                  <a:lnTo>
                    <a:pt x="131147" y="224589"/>
                  </a:lnTo>
                  <a:lnTo>
                    <a:pt x="127868" y="221310"/>
                  </a:lnTo>
                  <a:lnTo>
                    <a:pt x="124590" y="218032"/>
                  </a:lnTo>
                  <a:lnTo>
                    <a:pt x="121311" y="216393"/>
                  </a:lnTo>
                  <a:lnTo>
                    <a:pt x="116393" y="213114"/>
                  </a:lnTo>
                  <a:lnTo>
                    <a:pt x="113114" y="211474"/>
                  </a:lnTo>
                  <a:lnTo>
                    <a:pt x="109836" y="209835"/>
                  </a:lnTo>
                  <a:lnTo>
                    <a:pt x="109836" y="208196"/>
                  </a:lnTo>
                  <a:lnTo>
                    <a:pt x="104918" y="208196"/>
                  </a:lnTo>
                  <a:lnTo>
                    <a:pt x="101639" y="209835"/>
                  </a:lnTo>
                  <a:lnTo>
                    <a:pt x="98360" y="208196"/>
                  </a:lnTo>
                  <a:lnTo>
                    <a:pt x="96721" y="208196"/>
                  </a:lnTo>
                  <a:lnTo>
                    <a:pt x="93442" y="206557"/>
                  </a:lnTo>
                  <a:lnTo>
                    <a:pt x="90164" y="206557"/>
                  </a:lnTo>
                  <a:lnTo>
                    <a:pt x="86885" y="203278"/>
                  </a:lnTo>
                  <a:lnTo>
                    <a:pt x="81967" y="203278"/>
                  </a:lnTo>
                  <a:lnTo>
                    <a:pt x="78688" y="201639"/>
                  </a:lnTo>
                  <a:lnTo>
                    <a:pt x="77049" y="201639"/>
                  </a:lnTo>
                  <a:lnTo>
                    <a:pt x="73770" y="199999"/>
                  </a:lnTo>
                  <a:lnTo>
                    <a:pt x="68852" y="198360"/>
                  </a:lnTo>
                  <a:lnTo>
                    <a:pt x="68852" y="196720"/>
                  </a:lnTo>
                  <a:lnTo>
                    <a:pt x="65573" y="193442"/>
                  </a:lnTo>
                  <a:lnTo>
                    <a:pt x="65573" y="190163"/>
                  </a:lnTo>
                  <a:lnTo>
                    <a:pt x="63934" y="188524"/>
                  </a:lnTo>
                  <a:lnTo>
                    <a:pt x="60655" y="186884"/>
                  </a:lnTo>
                  <a:lnTo>
                    <a:pt x="55738" y="185245"/>
                  </a:lnTo>
                  <a:lnTo>
                    <a:pt x="55738" y="183606"/>
                  </a:lnTo>
                  <a:lnTo>
                    <a:pt x="52459" y="181966"/>
                  </a:lnTo>
                  <a:lnTo>
                    <a:pt x="47541" y="178688"/>
                  </a:lnTo>
                  <a:lnTo>
                    <a:pt x="44262" y="175409"/>
                  </a:lnTo>
                  <a:lnTo>
                    <a:pt x="40983" y="173770"/>
                  </a:lnTo>
                  <a:lnTo>
                    <a:pt x="37705" y="170491"/>
                  </a:lnTo>
                  <a:lnTo>
                    <a:pt x="34426" y="167213"/>
                  </a:lnTo>
                  <a:lnTo>
                    <a:pt x="31148" y="165573"/>
                  </a:lnTo>
                  <a:lnTo>
                    <a:pt x="27869" y="160655"/>
                  </a:lnTo>
                  <a:lnTo>
                    <a:pt x="26229" y="157376"/>
                  </a:lnTo>
                  <a:lnTo>
                    <a:pt x="22951" y="154098"/>
                  </a:lnTo>
                  <a:lnTo>
                    <a:pt x="19672" y="149180"/>
                  </a:lnTo>
                  <a:lnTo>
                    <a:pt x="18033" y="145901"/>
                  </a:lnTo>
                  <a:lnTo>
                    <a:pt x="16393" y="142622"/>
                  </a:lnTo>
                  <a:lnTo>
                    <a:pt x="13115" y="139344"/>
                  </a:lnTo>
                  <a:lnTo>
                    <a:pt x="11475" y="139344"/>
                  </a:lnTo>
                  <a:lnTo>
                    <a:pt x="8197" y="136065"/>
                  </a:lnTo>
                  <a:lnTo>
                    <a:pt x="3279" y="132786"/>
                  </a:lnTo>
                  <a:lnTo>
                    <a:pt x="0" y="12950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8" name="Freeform 3567">
              <a:extLst>
                <a:ext uri="{FF2B5EF4-FFF2-40B4-BE49-F238E27FC236}">
                  <a16:creationId xmlns:a16="http://schemas.microsoft.com/office/drawing/2014/main" id="{EDA7E7B2-0AD6-5348-9811-F635EC8590AA}"/>
                </a:ext>
              </a:extLst>
            </p:cNvPr>
            <p:cNvSpPr/>
            <p:nvPr/>
          </p:nvSpPr>
          <p:spPr>
            <a:xfrm>
              <a:off x="3015686" y="1232943"/>
              <a:ext cx="27868" cy="8196"/>
            </a:xfrm>
            <a:custGeom>
              <a:avLst/>
              <a:gdLst>
                <a:gd name="connsiteX0" fmla="*/ 21311 w 27868"/>
                <a:gd name="connsiteY0" fmla="*/ 1639 h 8196"/>
                <a:gd name="connsiteX1" fmla="*/ 26229 w 27868"/>
                <a:gd name="connsiteY1" fmla="*/ 3279 h 8196"/>
                <a:gd name="connsiteX2" fmla="*/ 27869 w 27868"/>
                <a:gd name="connsiteY2" fmla="*/ 6557 h 8196"/>
                <a:gd name="connsiteX3" fmla="*/ 22951 w 27868"/>
                <a:gd name="connsiteY3" fmla="*/ 6557 h 8196"/>
                <a:gd name="connsiteX4" fmla="*/ 22951 w 27868"/>
                <a:gd name="connsiteY4" fmla="*/ 8197 h 8196"/>
                <a:gd name="connsiteX5" fmla="*/ 19672 w 27868"/>
                <a:gd name="connsiteY5" fmla="*/ 8197 h 8196"/>
                <a:gd name="connsiteX6" fmla="*/ 14754 w 27868"/>
                <a:gd name="connsiteY6" fmla="*/ 6557 h 8196"/>
                <a:gd name="connsiteX7" fmla="*/ 19672 w 27868"/>
                <a:gd name="connsiteY7" fmla="*/ 6557 h 8196"/>
                <a:gd name="connsiteX8" fmla="*/ 14754 w 27868"/>
                <a:gd name="connsiteY8" fmla="*/ 4918 h 8196"/>
                <a:gd name="connsiteX9" fmla="*/ 19672 w 27868"/>
                <a:gd name="connsiteY9" fmla="*/ 3279 h 8196"/>
                <a:gd name="connsiteX10" fmla="*/ 14754 w 27868"/>
                <a:gd name="connsiteY10" fmla="*/ 1639 h 8196"/>
                <a:gd name="connsiteX11" fmla="*/ 11475 w 27868"/>
                <a:gd name="connsiteY11" fmla="*/ 3279 h 8196"/>
                <a:gd name="connsiteX12" fmla="*/ 8197 w 27868"/>
                <a:gd name="connsiteY12" fmla="*/ 3279 h 8196"/>
                <a:gd name="connsiteX13" fmla="*/ 4918 w 27868"/>
                <a:gd name="connsiteY13" fmla="*/ 4918 h 8196"/>
                <a:gd name="connsiteX14" fmla="*/ 0 w 27868"/>
                <a:gd name="connsiteY14" fmla="*/ 4918 h 8196"/>
                <a:gd name="connsiteX15" fmla="*/ 4918 w 27868"/>
                <a:gd name="connsiteY15" fmla="*/ 3279 h 8196"/>
                <a:gd name="connsiteX16" fmla="*/ 8197 w 27868"/>
                <a:gd name="connsiteY16" fmla="*/ 1639 h 8196"/>
                <a:gd name="connsiteX17" fmla="*/ 11475 w 27868"/>
                <a:gd name="connsiteY17" fmla="*/ 1639 h 8196"/>
                <a:gd name="connsiteX18" fmla="*/ 14754 w 27868"/>
                <a:gd name="connsiteY18" fmla="*/ 0 h 8196"/>
                <a:gd name="connsiteX19" fmla="*/ 19672 w 27868"/>
                <a:gd name="connsiteY19" fmla="*/ 1639 h 8196"/>
                <a:gd name="connsiteX20" fmla="*/ 16393 w 27868"/>
                <a:gd name="connsiteY20" fmla="*/ 0 h 8196"/>
                <a:gd name="connsiteX21" fmla="*/ 19672 w 27868"/>
                <a:gd name="connsiteY21" fmla="*/ 0 h 8196"/>
                <a:gd name="connsiteX22" fmla="*/ 22951 w 27868"/>
                <a:gd name="connsiteY22" fmla="*/ 0 h 8196"/>
                <a:gd name="connsiteX23" fmla="*/ 27869 w 27868"/>
                <a:gd name="connsiteY23" fmla="*/ 1639 h 8196"/>
                <a:gd name="connsiteX24" fmla="*/ 22951 w 27868"/>
                <a:gd name="connsiteY24" fmla="*/ 163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7868" h="8196">
                  <a:moveTo>
                    <a:pt x="21311" y="1639"/>
                  </a:moveTo>
                  <a:lnTo>
                    <a:pt x="26229" y="3279"/>
                  </a:lnTo>
                  <a:lnTo>
                    <a:pt x="27869" y="6557"/>
                  </a:lnTo>
                  <a:lnTo>
                    <a:pt x="22951" y="6557"/>
                  </a:lnTo>
                  <a:lnTo>
                    <a:pt x="22951" y="8197"/>
                  </a:lnTo>
                  <a:lnTo>
                    <a:pt x="19672" y="8197"/>
                  </a:lnTo>
                  <a:lnTo>
                    <a:pt x="14754" y="6557"/>
                  </a:lnTo>
                  <a:lnTo>
                    <a:pt x="19672" y="6557"/>
                  </a:lnTo>
                  <a:lnTo>
                    <a:pt x="14754" y="4918"/>
                  </a:lnTo>
                  <a:lnTo>
                    <a:pt x="19672" y="3279"/>
                  </a:lnTo>
                  <a:lnTo>
                    <a:pt x="14754" y="1639"/>
                  </a:lnTo>
                  <a:lnTo>
                    <a:pt x="11475" y="3279"/>
                  </a:lnTo>
                  <a:lnTo>
                    <a:pt x="8197" y="3279"/>
                  </a:lnTo>
                  <a:lnTo>
                    <a:pt x="4918" y="4918"/>
                  </a:lnTo>
                  <a:lnTo>
                    <a:pt x="0" y="4918"/>
                  </a:lnTo>
                  <a:lnTo>
                    <a:pt x="4918" y="3279"/>
                  </a:lnTo>
                  <a:lnTo>
                    <a:pt x="8197" y="1639"/>
                  </a:lnTo>
                  <a:lnTo>
                    <a:pt x="11475" y="1639"/>
                  </a:lnTo>
                  <a:lnTo>
                    <a:pt x="14754" y="0"/>
                  </a:lnTo>
                  <a:lnTo>
                    <a:pt x="19672" y="1639"/>
                  </a:lnTo>
                  <a:lnTo>
                    <a:pt x="16393" y="0"/>
                  </a:lnTo>
                  <a:lnTo>
                    <a:pt x="19672" y="0"/>
                  </a:lnTo>
                  <a:lnTo>
                    <a:pt x="22951" y="0"/>
                  </a:lnTo>
                  <a:lnTo>
                    <a:pt x="27869" y="1639"/>
                  </a:lnTo>
                  <a:lnTo>
                    <a:pt x="22951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9" name="Freeform 3568">
              <a:extLst>
                <a:ext uri="{FF2B5EF4-FFF2-40B4-BE49-F238E27FC236}">
                  <a16:creationId xmlns:a16="http://schemas.microsoft.com/office/drawing/2014/main" id="{2772C344-22BE-9E4C-BB91-F1195BF796DE}"/>
                </a:ext>
              </a:extLst>
            </p:cNvPr>
            <p:cNvSpPr/>
            <p:nvPr/>
          </p:nvSpPr>
          <p:spPr>
            <a:xfrm>
              <a:off x="3038636" y="1241139"/>
              <a:ext cx="16393" cy="1639"/>
            </a:xfrm>
            <a:custGeom>
              <a:avLst/>
              <a:gdLst>
                <a:gd name="connsiteX0" fmla="*/ 0 w 16393"/>
                <a:gd name="connsiteY0" fmla="*/ 1639 h 1639"/>
                <a:gd name="connsiteX1" fmla="*/ 0 w 16393"/>
                <a:gd name="connsiteY1" fmla="*/ 0 h 1639"/>
                <a:gd name="connsiteX2" fmla="*/ 0 w 16393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1639">
                  <a:moveTo>
                    <a:pt x="0" y="163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0" name="Freeform 3569">
              <a:extLst>
                <a:ext uri="{FF2B5EF4-FFF2-40B4-BE49-F238E27FC236}">
                  <a16:creationId xmlns:a16="http://schemas.microsoft.com/office/drawing/2014/main" id="{643B150C-2E29-3A46-BF94-1FCA21336B6E}"/>
                </a:ext>
              </a:extLst>
            </p:cNvPr>
            <p:cNvSpPr/>
            <p:nvPr/>
          </p:nvSpPr>
          <p:spPr>
            <a:xfrm>
              <a:off x="4789448" y="3639489"/>
              <a:ext cx="6557" cy="8196"/>
            </a:xfrm>
            <a:custGeom>
              <a:avLst/>
              <a:gdLst>
                <a:gd name="connsiteX0" fmla="*/ 1639 w 6557"/>
                <a:gd name="connsiteY0" fmla="*/ 0 h 8196"/>
                <a:gd name="connsiteX1" fmla="*/ 1639 w 6557"/>
                <a:gd name="connsiteY1" fmla="*/ 0 h 8196"/>
                <a:gd name="connsiteX2" fmla="*/ 0 w 6557"/>
                <a:gd name="connsiteY2" fmla="*/ 3279 h 8196"/>
                <a:gd name="connsiteX3" fmla="*/ 3279 w 6557"/>
                <a:gd name="connsiteY3" fmla="*/ 8197 h 8196"/>
                <a:gd name="connsiteX4" fmla="*/ 4918 w 6557"/>
                <a:gd name="connsiteY4" fmla="*/ 8197 h 8196"/>
                <a:gd name="connsiteX5" fmla="*/ 3279 w 6557"/>
                <a:gd name="connsiteY5" fmla="*/ 3279 h 8196"/>
                <a:gd name="connsiteX6" fmla="*/ 6558 w 6557"/>
                <a:gd name="connsiteY6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57" h="8196">
                  <a:moveTo>
                    <a:pt x="1639" y="0"/>
                  </a:moveTo>
                  <a:lnTo>
                    <a:pt x="1639" y="0"/>
                  </a:lnTo>
                  <a:lnTo>
                    <a:pt x="0" y="3279"/>
                  </a:lnTo>
                  <a:lnTo>
                    <a:pt x="3279" y="8197"/>
                  </a:lnTo>
                  <a:lnTo>
                    <a:pt x="4918" y="8197"/>
                  </a:lnTo>
                  <a:lnTo>
                    <a:pt x="3279" y="3279"/>
                  </a:lnTo>
                  <a:lnTo>
                    <a:pt x="655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1" name="Freeform 3570">
              <a:extLst>
                <a:ext uri="{FF2B5EF4-FFF2-40B4-BE49-F238E27FC236}">
                  <a16:creationId xmlns:a16="http://schemas.microsoft.com/office/drawing/2014/main" id="{E71A374F-940F-B247-A955-CACC12FB6829}"/>
                </a:ext>
              </a:extLst>
            </p:cNvPr>
            <p:cNvSpPr/>
            <p:nvPr/>
          </p:nvSpPr>
          <p:spPr>
            <a:xfrm>
              <a:off x="5643542" y="3923094"/>
              <a:ext cx="4918" cy="6557"/>
            </a:xfrm>
            <a:custGeom>
              <a:avLst/>
              <a:gdLst>
                <a:gd name="connsiteX0" fmla="*/ 0 w 4918"/>
                <a:gd name="connsiteY0" fmla="*/ 6558 h 6557"/>
                <a:gd name="connsiteX1" fmla="*/ 1639 w 4918"/>
                <a:gd name="connsiteY1" fmla="*/ 6558 h 6557"/>
                <a:gd name="connsiteX2" fmla="*/ 4918 w 4918"/>
                <a:gd name="connsiteY2" fmla="*/ 3279 h 6557"/>
                <a:gd name="connsiteX3" fmla="*/ 1639 w 4918"/>
                <a:gd name="connsiteY3" fmla="*/ 0 h 6557"/>
                <a:gd name="connsiteX4" fmla="*/ 0 w 4918"/>
                <a:gd name="connsiteY4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6557">
                  <a:moveTo>
                    <a:pt x="0" y="6558"/>
                  </a:moveTo>
                  <a:lnTo>
                    <a:pt x="1639" y="6558"/>
                  </a:lnTo>
                  <a:lnTo>
                    <a:pt x="4918" y="3279"/>
                  </a:lnTo>
                  <a:lnTo>
                    <a:pt x="163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2" name="Freeform 3571">
              <a:extLst>
                <a:ext uri="{FF2B5EF4-FFF2-40B4-BE49-F238E27FC236}">
                  <a16:creationId xmlns:a16="http://schemas.microsoft.com/office/drawing/2014/main" id="{3C6FF743-07FA-9B40-82D0-8ABBE9AA0FB3}"/>
                </a:ext>
              </a:extLst>
            </p:cNvPr>
            <p:cNvSpPr/>
            <p:nvPr/>
          </p:nvSpPr>
          <p:spPr>
            <a:xfrm>
              <a:off x="5650100" y="3924734"/>
              <a:ext cx="6557" cy="1639"/>
            </a:xfrm>
            <a:custGeom>
              <a:avLst/>
              <a:gdLst>
                <a:gd name="connsiteX0" fmla="*/ 3279 w 6557"/>
                <a:gd name="connsiteY0" fmla="*/ 1639 h 1639"/>
                <a:gd name="connsiteX1" fmla="*/ 6558 w 6557"/>
                <a:gd name="connsiteY1" fmla="*/ 0 h 1639"/>
                <a:gd name="connsiteX2" fmla="*/ 3279 w 6557"/>
                <a:gd name="connsiteY2" fmla="*/ 0 h 1639"/>
                <a:gd name="connsiteX3" fmla="*/ 0 w 6557"/>
                <a:gd name="connsiteY3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1639">
                  <a:moveTo>
                    <a:pt x="3279" y="1639"/>
                  </a:moveTo>
                  <a:lnTo>
                    <a:pt x="6558" y="0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3" name="Freeform 3572">
              <a:extLst>
                <a:ext uri="{FF2B5EF4-FFF2-40B4-BE49-F238E27FC236}">
                  <a16:creationId xmlns:a16="http://schemas.microsoft.com/office/drawing/2014/main" id="{112EF0D0-EE3F-DA44-BEB8-C34A061EF175}"/>
                </a:ext>
              </a:extLst>
            </p:cNvPr>
            <p:cNvSpPr/>
            <p:nvPr/>
          </p:nvSpPr>
          <p:spPr>
            <a:xfrm>
              <a:off x="3463225" y="1373926"/>
              <a:ext cx="3278" cy="3278"/>
            </a:xfrm>
            <a:custGeom>
              <a:avLst/>
              <a:gdLst>
                <a:gd name="connsiteX0" fmla="*/ 0 w 3278"/>
                <a:gd name="connsiteY0" fmla="*/ 3279 h 3278"/>
                <a:gd name="connsiteX1" fmla="*/ 0 w 3278"/>
                <a:gd name="connsiteY1" fmla="*/ 1639 h 3278"/>
                <a:gd name="connsiteX2" fmla="*/ 3279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3279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4" name="Freeform 3573">
              <a:extLst>
                <a:ext uri="{FF2B5EF4-FFF2-40B4-BE49-F238E27FC236}">
                  <a16:creationId xmlns:a16="http://schemas.microsoft.com/office/drawing/2014/main" id="{C2CE69D4-AAF3-D04A-92D6-6CA84DA632C3}"/>
                </a:ext>
              </a:extLst>
            </p:cNvPr>
            <p:cNvSpPr/>
            <p:nvPr/>
          </p:nvSpPr>
          <p:spPr>
            <a:xfrm>
              <a:off x="3530438" y="1352614"/>
              <a:ext cx="11475" cy="8196"/>
            </a:xfrm>
            <a:custGeom>
              <a:avLst/>
              <a:gdLst>
                <a:gd name="connsiteX0" fmla="*/ 0 w 11475"/>
                <a:gd name="connsiteY0" fmla="*/ 1639 h 8196"/>
                <a:gd name="connsiteX1" fmla="*/ 3279 w 11475"/>
                <a:gd name="connsiteY1" fmla="*/ 3279 h 8196"/>
                <a:gd name="connsiteX2" fmla="*/ 6557 w 11475"/>
                <a:gd name="connsiteY2" fmla="*/ 0 h 8196"/>
                <a:gd name="connsiteX3" fmla="*/ 11475 w 11475"/>
                <a:gd name="connsiteY3" fmla="*/ 0 h 8196"/>
                <a:gd name="connsiteX4" fmla="*/ 11475 w 11475"/>
                <a:gd name="connsiteY4" fmla="*/ 1639 h 8196"/>
                <a:gd name="connsiteX5" fmla="*/ 6557 w 11475"/>
                <a:gd name="connsiteY5" fmla="*/ 4918 h 8196"/>
                <a:gd name="connsiteX6" fmla="*/ 11475 w 11475"/>
                <a:gd name="connsiteY6" fmla="*/ 8197 h 8196"/>
                <a:gd name="connsiteX7" fmla="*/ 6557 w 11475"/>
                <a:gd name="connsiteY7" fmla="*/ 6557 h 8196"/>
                <a:gd name="connsiteX8" fmla="*/ 3279 w 11475"/>
                <a:gd name="connsiteY8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75" h="8196">
                  <a:moveTo>
                    <a:pt x="0" y="1639"/>
                  </a:moveTo>
                  <a:lnTo>
                    <a:pt x="3279" y="3279"/>
                  </a:lnTo>
                  <a:lnTo>
                    <a:pt x="6557" y="0"/>
                  </a:lnTo>
                  <a:lnTo>
                    <a:pt x="11475" y="0"/>
                  </a:lnTo>
                  <a:lnTo>
                    <a:pt x="11475" y="1639"/>
                  </a:lnTo>
                  <a:lnTo>
                    <a:pt x="6557" y="4918"/>
                  </a:lnTo>
                  <a:lnTo>
                    <a:pt x="11475" y="8197"/>
                  </a:lnTo>
                  <a:lnTo>
                    <a:pt x="6557" y="6557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5" name="Freeform 3574">
              <a:extLst>
                <a:ext uri="{FF2B5EF4-FFF2-40B4-BE49-F238E27FC236}">
                  <a16:creationId xmlns:a16="http://schemas.microsoft.com/office/drawing/2014/main" id="{CFB8E43A-71DA-6847-8D99-06EB5659AD64}"/>
                </a:ext>
              </a:extLst>
            </p:cNvPr>
            <p:cNvSpPr/>
            <p:nvPr/>
          </p:nvSpPr>
          <p:spPr>
            <a:xfrm>
              <a:off x="3541913" y="1149337"/>
              <a:ext cx="3278" cy="16393"/>
            </a:xfrm>
            <a:custGeom>
              <a:avLst/>
              <a:gdLst>
                <a:gd name="connsiteX0" fmla="*/ 0 w 3278"/>
                <a:gd name="connsiteY0" fmla="*/ 0 h 16393"/>
                <a:gd name="connsiteX1" fmla="*/ 3279 w 3278"/>
                <a:gd name="connsiteY1" fmla="*/ 0 h 16393"/>
                <a:gd name="connsiteX2" fmla="*/ 1639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0" y="0"/>
                  </a:moveTo>
                  <a:lnTo>
                    <a:pt x="3279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6" name="Freeform 3575">
              <a:extLst>
                <a:ext uri="{FF2B5EF4-FFF2-40B4-BE49-F238E27FC236}">
                  <a16:creationId xmlns:a16="http://schemas.microsoft.com/office/drawing/2014/main" id="{DC1295C5-B27B-254A-8375-BA377AC18A16}"/>
                </a:ext>
              </a:extLst>
            </p:cNvPr>
            <p:cNvSpPr/>
            <p:nvPr/>
          </p:nvSpPr>
          <p:spPr>
            <a:xfrm>
              <a:off x="3638634" y="1267369"/>
              <a:ext cx="16393" cy="16393"/>
            </a:xfrm>
            <a:custGeom>
              <a:avLst/>
              <a:gdLst>
                <a:gd name="connsiteX0" fmla="*/ 0 w 16393"/>
                <a:gd name="connsiteY0" fmla="*/ 0 h 16393"/>
                <a:gd name="connsiteX1" fmla="*/ 0 w 16393"/>
                <a:gd name="connsiteY1" fmla="*/ 0 h 16393"/>
                <a:gd name="connsiteX2" fmla="*/ 0 w 16393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163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7" name="Freeform 3576">
              <a:extLst>
                <a:ext uri="{FF2B5EF4-FFF2-40B4-BE49-F238E27FC236}">
                  <a16:creationId xmlns:a16="http://schemas.microsoft.com/office/drawing/2014/main" id="{619A6ED7-95FD-9A41-AFB5-1B7B978A500E}"/>
                </a:ext>
              </a:extLst>
            </p:cNvPr>
            <p:cNvSpPr/>
            <p:nvPr/>
          </p:nvSpPr>
          <p:spPr>
            <a:xfrm>
              <a:off x="4792727" y="3562440"/>
              <a:ext cx="280326" cy="242621"/>
            </a:xfrm>
            <a:custGeom>
              <a:avLst/>
              <a:gdLst>
                <a:gd name="connsiteX0" fmla="*/ 0 w 280326"/>
                <a:gd name="connsiteY0" fmla="*/ 75409 h 242621"/>
                <a:gd name="connsiteX1" fmla="*/ 1639 w 280326"/>
                <a:gd name="connsiteY1" fmla="*/ 72131 h 242621"/>
                <a:gd name="connsiteX2" fmla="*/ 3279 w 280326"/>
                <a:gd name="connsiteY2" fmla="*/ 67213 h 242621"/>
                <a:gd name="connsiteX3" fmla="*/ 6557 w 280326"/>
                <a:gd name="connsiteY3" fmla="*/ 63934 h 242621"/>
                <a:gd name="connsiteX4" fmla="*/ 6557 w 280326"/>
                <a:gd name="connsiteY4" fmla="*/ 60655 h 242621"/>
                <a:gd name="connsiteX5" fmla="*/ 8197 w 280326"/>
                <a:gd name="connsiteY5" fmla="*/ 57377 h 242621"/>
                <a:gd name="connsiteX6" fmla="*/ 11476 w 280326"/>
                <a:gd name="connsiteY6" fmla="*/ 52459 h 242621"/>
                <a:gd name="connsiteX7" fmla="*/ 14754 w 280326"/>
                <a:gd name="connsiteY7" fmla="*/ 52459 h 242621"/>
                <a:gd name="connsiteX8" fmla="*/ 18033 w 280326"/>
                <a:gd name="connsiteY8" fmla="*/ 52459 h 242621"/>
                <a:gd name="connsiteX9" fmla="*/ 22951 w 280326"/>
                <a:gd name="connsiteY9" fmla="*/ 49180 h 242621"/>
                <a:gd name="connsiteX10" fmla="*/ 26229 w 280326"/>
                <a:gd name="connsiteY10" fmla="*/ 47541 h 242621"/>
                <a:gd name="connsiteX11" fmla="*/ 29508 w 280326"/>
                <a:gd name="connsiteY11" fmla="*/ 44262 h 242621"/>
                <a:gd name="connsiteX12" fmla="*/ 32787 w 280326"/>
                <a:gd name="connsiteY12" fmla="*/ 45901 h 242621"/>
                <a:gd name="connsiteX13" fmla="*/ 36066 w 280326"/>
                <a:gd name="connsiteY13" fmla="*/ 45901 h 242621"/>
                <a:gd name="connsiteX14" fmla="*/ 39344 w 280326"/>
                <a:gd name="connsiteY14" fmla="*/ 45901 h 242621"/>
                <a:gd name="connsiteX15" fmla="*/ 42623 w 280326"/>
                <a:gd name="connsiteY15" fmla="*/ 44262 h 242621"/>
                <a:gd name="connsiteX16" fmla="*/ 47541 w 280326"/>
                <a:gd name="connsiteY16" fmla="*/ 44262 h 242621"/>
                <a:gd name="connsiteX17" fmla="*/ 50820 w 280326"/>
                <a:gd name="connsiteY17" fmla="*/ 40983 h 242621"/>
                <a:gd name="connsiteX18" fmla="*/ 49180 w 280326"/>
                <a:gd name="connsiteY18" fmla="*/ 36065 h 242621"/>
                <a:gd name="connsiteX19" fmla="*/ 49180 w 280326"/>
                <a:gd name="connsiteY19" fmla="*/ 32787 h 242621"/>
                <a:gd name="connsiteX20" fmla="*/ 49180 w 280326"/>
                <a:gd name="connsiteY20" fmla="*/ 29508 h 242621"/>
                <a:gd name="connsiteX21" fmla="*/ 45901 w 280326"/>
                <a:gd name="connsiteY21" fmla="*/ 26229 h 242621"/>
                <a:gd name="connsiteX22" fmla="*/ 40983 w 280326"/>
                <a:gd name="connsiteY22" fmla="*/ 22951 h 242621"/>
                <a:gd name="connsiteX23" fmla="*/ 40983 w 280326"/>
                <a:gd name="connsiteY23" fmla="*/ 22951 h 242621"/>
                <a:gd name="connsiteX24" fmla="*/ 40983 w 280326"/>
                <a:gd name="connsiteY24" fmla="*/ 21311 h 242621"/>
                <a:gd name="connsiteX25" fmla="*/ 42623 w 280326"/>
                <a:gd name="connsiteY25" fmla="*/ 19672 h 242621"/>
                <a:gd name="connsiteX26" fmla="*/ 47541 w 280326"/>
                <a:gd name="connsiteY26" fmla="*/ 19672 h 242621"/>
                <a:gd name="connsiteX27" fmla="*/ 50820 w 280326"/>
                <a:gd name="connsiteY27" fmla="*/ 18033 h 242621"/>
                <a:gd name="connsiteX28" fmla="*/ 52459 w 280326"/>
                <a:gd name="connsiteY28" fmla="*/ 13115 h 242621"/>
                <a:gd name="connsiteX29" fmla="*/ 52459 w 280326"/>
                <a:gd name="connsiteY29" fmla="*/ 11475 h 242621"/>
                <a:gd name="connsiteX30" fmla="*/ 52459 w 280326"/>
                <a:gd name="connsiteY30" fmla="*/ 6557 h 242621"/>
                <a:gd name="connsiteX31" fmla="*/ 50820 w 280326"/>
                <a:gd name="connsiteY31" fmla="*/ 3279 h 242621"/>
                <a:gd name="connsiteX32" fmla="*/ 50820 w 280326"/>
                <a:gd name="connsiteY32" fmla="*/ 0 h 242621"/>
                <a:gd name="connsiteX33" fmla="*/ 54098 w 280326"/>
                <a:gd name="connsiteY33" fmla="*/ 0 h 242621"/>
                <a:gd name="connsiteX34" fmla="*/ 57377 w 280326"/>
                <a:gd name="connsiteY34" fmla="*/ 0 h 242621"/>
                <a:gd name="connsiteX35" fmla="*/ 60656 w 280326"/>
                <a:gd name="connsiteY35" fmla="*/ 0 h 242621"/>
                <a:gd name="connsiteX36" fmla="*/ 63934 w 280326"/>
                <a:gd name="connsiteY36" fmla="*/ 1639 h 242621"/>
                <a:gd name="connsiteX37" fmla="*/ 65573 w 280326"/>
                <a:gd name="connsiteY37" fmla="*/ 1639 h 242621"/>
                <a:gd name="connsiteX38" fmla="*/ 68852 w 280326"/>
                <a:gd name="connsiteY38" fmla="*/ 1639 h 242621"/>
                <a:gd name="connsiteX39" fmla="*/ 72131 w 280326"/>
                <a:gd name="connsiteY39" fmla="*/ 1639 h 242621"/>
                <a:gd name="connsiteX40" fmla="*/ 75410 w 280326"/>
                <a:gd name="connsiteY40" fmla="*/ 3279 h 242621"/>
                <a:gd name="connsiteX41" fmla="*/ 75410 w 280326"/>
                <a:gd name="connsiteY41" fmla="*/ 6557 h 242621"/>
                <a:gd name="connsiteX42" fmla="*/ 75410 w 280326"/>
                <a:gd name="connsiteY42" fmla="*/ 8197 h 242621"/>
                <a:gd name="connsiteX43" fmla="*/ 78688 w 280326"/>
                <a:gd name="connsiteY43" fmla="*/ 9836 h 242621"/>
                <a:gd name="connsiteX44" fmla="*/ 81967 w 280326"/>
                <a:gd name="connsiteY44" fmla="*/ 6557 h 242621"/>
                <a:gd name="connsiteX45" fmla="*/ 86885 w 280326"/>
                <a:gd name="connsiteY45" fmla="*/ 9836 h 242621"/>
                <a:gd name="connsiteX46" fmla="*/ 90164 w 280326"/>
                <a:gd name="connsiteY46" fmla="*/ 11475 h 242621"/>
                <a:gd name="connsiteX47" fmla="*/ 93442 w 280326"/>
                <a:gd name="connsiteY47" fmla="*/ 14754 h 242621"/>
                <a:gd name="connsiteX48" fmla="*/ 95081 w 280326"/>
                <a:gd name="connsiteY48" fmla="*/ 13115 h 242621"/>
                <a:gd name="connsiteX49" fmla="*/ 100000 w 280326"/>
                <a:gd name="connsiteY49" fmla="*/ 13115 h 242621"/>
                <a:gd name="connsiteX50" fmla="*/ 103278 w 280326"/>
                <a:gd name="connsiteY50" fmla="*/ 16393 h 242621"/>
                <a:gd name="connsiteX51" fmla="*/ 104917 w 280326"/>
                <a:gd name="connsiteY51" fmla="*/ 16393 h 242621"/>
                <a:gd name="connsiteX52" fmla="*/ 106557 w 280326"/>
                <a:gd name="connsiteY52" fmla="*/ 14754 h 242621"/>
                <a:gd name="connsiteX53" fmla="*/ 109836 w 280326"/>
                <a:gd name="connsiteY53" fmla="*/ 14754 h 242621"/>
                <a:gd name="connsiteX54" fmla="*/ 109836 w 280326"/>
                <a:gd name="connsiteY54" fmla="*/ 14754 h 242621"/>
                <a:gd name="connsiteX55" fmla="*/ 114754 w 280326"/>
                <a:gd name="connsiteY55" fmla="*/ 11475 h 242621"/>
                <a:gd name="connsiteX56" fmla="*/ 118032 w 280326"/>
                <a:gd name="connsiteY56" fmla="*/ 13115 h 242621"/>
                <a:gd name="connsiteX57" fmla="*/ 121311 w 280326"/>
                <a:gd name="connsiteY57" fmla="*/ 13115 h 242621"/>
                <a:gd name="connsiteX58" fmla="*/ 124590 w 280326"/>
                <a:gd name="connsiteY58" fmla="*/ 13115 h 242621"/>
                <a:gd name="connsiteX59" fmla="*/ 129508 w 280326"/>
                <a:gd name="connsiteY59" fmla="*/ 13115 h 242621"/>
                <a:gd name="connsiteX60" fmla="*/ 132786 w 280326"/>
                <a:gd name="connsiteY60" fmla="*/ 11475 h 242621"/>
                <a:gd name="connsiteX61" fmla="*/ 136065 w 280326"/>
                <a:gd name="connsiteY61" fmla="*/ 11475 h 242621"/>
                <a:gd name="connsiteX62" fmla="*/ 139344 w 280326"/>
                <a:gd name="connsiteY62" fmla="*/ 11475 h 242621"/>
                <a:gd name="connsiteX63" fmla="*/ 137704 w 280326"/>
                <a:gd name="connsiteY63" fmla="*/ 16393 h 242621"/>
                <a:gd name="connsiteX64" fmla="*/ 136065 w 280326"/>
                <a:gd name="connsiteY64" fmla="*/ 19672 h 242621"/>
                <a:gd name="connsiteX65" fmla="*/ 136065 w 280326"/>
                <a:gd name="connsiteY65" fmla="*/ 22951 h 242621"/>
                <a:gd name="connsiteX66" fmla="*/ 137704 w 280326"/>
                <a:gd name="connsiteY66" fmla="*/ 24590 h 242621"/>
                <a:gd name="connsiteX67" fmla="*/ 140983 w 280326"/>
                <a:gd name="connsiteY67" fmla="*/ 27869 h 242621"/>
                <a:gd name="connsiteX68" fmla="*/ 140983 w 280326"/>
                <a:gd name="connsiteY68" fmla="*/ 27869 h 242621"/>
                <a:gd name="connsiteX69" fmla="*/ 144261 w 280326"/>
                <a:gd name="connsiteY69" fmla="*/ 31147 h 242621"/>
                <a:gd name="connsiteX70" fmla="*/ 147540 w 280326"/>
                <a:gd name="connsiteY70" fmla="*/ 29508 h 242621"/>
                <a:gd name="connsiteX71" fmla="*/ 150819 w 280326"/>
                <a:gd name="connsiteY71" fmla="*/ 24590 h 242621"/>
                <a:gd name="connsiteX72" fmla="*/ 152458 w 280326"/>
                <a:gd name="connsiteY72" fmla="*/ 21311 h 242621"/>
                <a:gd name="connsiteX73" fmla="*/ 154098 w 280326"/>
                <a:gd name="connsiteY73" fmla="*/ 21311 h 242621"/>
                <a:gd name="connsiteX74" fmla="*/ 157376 w 280326"/>
                <a:gd name="connsiteY74" fmla="*/ 21311 h 242621"/>
                <a:gd name="connsiteX75" fmla="*/ 160655 w 280326"/>
                <a:gd name="connsiteY75" fmla="*/ 24590 h 242621"/>
                <a:gd name="connsiteX76" fmla="*/ 162294 w 280326"/>
                <a:gd name="connsiteY76" fmla="*/ 27869 h 242621"/>
                <a:gd name="connsiteX77" fmla="*/ 163934 w 280326"/>
                <a:gd name="connsiteY77" fmla="*/ 32787 h 242621"/>
                <a:gd name="connsiteX78" fmla="*/ 167213 w 280326"/>
                <a:gd name="connsiteY78" fmla="*/ 34426 h 242621"/>
                <a:gd name="connsiteX79" fmla="*/ 170491 w 280326"/>
                <a:gd name="connsiteY79" fmla="*/ 31147 h 242621"/>
                <a:gd name="connsiteX80" fmla="*/ 172130 w 280326"/>
                <a:gd name="connsiteY80" fmla="*/ 27869 h 242621"/>
                <a:gd name="connsiteX81" fmla="*/ 177048 w 280326"/>
                <a:gd name="connsiteY81" fmla="*/ 24590 h 242621"/>
                <a:gd name="connsiteX82" fmla="*/ 180327 w 280326"/>
                <a:gd name="connsiteY82" fmla="*/ 21311 h 242621"/>
                <a:gd name="connsiteX83" fmla="*/ 183606 w 280326"/>
                <a:gd name="connsiteY83" fmla="*/ 21311 h 242621"/>
                <a:gd name="connsiteX84" fmla="*/ 186884 w 280326"/>
                <a:gd name="connsiteY84" fmla="*/ 22951 h 242621"/>
                <a:gd name="connsiteX85" fmla="*/ 190163 w 280326"/>
                <a:gd name="connsiteY85" fmla="*/ 22951 h 242621"/>
                <a:gd name="connsiteX86" fmla="*/ 191803 w 280326"/>
                <a:gd name="connsiteY86" fmla="*/ 24590 h 242621"/>
                <a:gd name="connsiteX87" fmla="*/ 196720 w 280326"/>
                <a:gd name="connsiteY87" fmla="*/ 26229 h 242621"/>
                <a:gd name="connsiteX88" fmla="*/ 198360 w 280326"/>
                <a:gd name="connsiteY88" fmla="*/ 27869 h 242621"/>
                <a:gd name="connsiteX89" fmla="*/ 201638 w 280326"/>
                <a:gd name="connsiteY89" fmla="*/ 29508 h 242621"/>
                <a:gd name="connsiteX90" fmla="*/ 204917 w 280326"/>
                <a:gd name="connsiteY90" fmla="*/ 27869 h 242621"/>
                <a:gd name="connsiteX91" fmla="*/ 206557 w 280326"/>
                <a:gd name="connsiteY91" fmla="*/ 22951 h 242621"/>
                <a:gd name="connsiteX92" fmla="*/ 209835 w 280326"/>
                <a:gd name="connsiteY92" fmla="*/ 21311 h 242621"/>
                <a:gd name="connsiteX93" fmla="*/ 213114 w 280326"/>
                <a:gd name="connsiteY93" fmla="*/ 19672 h 242621"/>
                <a:gd name="connsiteX94" fmla="*/ 218032 w 280326"/>
                <a:gd name="connsiteY94" fmla="*/ 19672 h 242621"/>
                <a:gd name="connsiteX95" fmla="*/ 218032 w 280326"/>
                <a:gd name="connsiteY95" fmla="*/ 19672 h 242621"/>
                <a:gd name="connsiteX96" fmla="*/ 219671 w 280326"/>
                <a:gd name="connsiteY96" fmla="*/ 16393 h 242621"/>
                <a:gd name="connsiteX97" fmla="*/ 218032 w 280326"/>
                <a:gd name="connsiteY97" fmla="*/ 13115 h 242621"/>
                <a:gd name="connsiteX98" fmla="*/ 218032 w 280326"/>
                <a:gd name="connsiteY98" fmla="*/ 8197 h 242621"/>
                <a:gd name="connsiteX99" fmla="*/ 219671 w 280326"/>
                <a:gd name="connsiteY99" fmla="*/ 8197 h 242621"/>
                <a:gd name="connsiteX100" fmla="*/ 219671 w 280326"/>
                <a:gd name="connsiteY100" fmla="*/ 8197 h 242621"/>
                <a:gd name="connsiteX101" fmla="*/ 222950 w 280326"/>
                <a:gd name="connsiteY101" fmla="*/ 8197 h 242621"/>
                <a:gd name="connsiteX102" fmla="*/ 226228 w 280326"/>
                <a:gd name="connsiteY102" fmla="*/ 9836 h 242621"/>
                <a:gd name="connsiteX103" fmla="*/ 227868 w 280326"/>
                <a:gd name="connsiteY103" fmla="*/ 11475 h 242621"/>
                <a:gd name="connsiteX104" fmla="*/ 231147 w 280326"/>
                <a:gd name="connsiteY104" fmla="*/ 13115 h 242621"/>
                <a:gd name="connsiteX105" fmla="*/ 232786 w 280326"/>
                <a:gd name="connsiteY105" fmla="*/ 16393 h 242621"/>
                <a:gd name="connsiteX106" fmla="*/ 231147 w 280326"/>
                <a:gd name="connsiteY106" fmla="*/ 19672 h 242621"/>
                <a:gd name="connsiteX107" fmla="*/ 231147 w 280326"/>
                <a:gd name="connsiteY107" fmla="*/ 21311 h 242621"/>
                <a:gd name="connsiteX108" fmla="*/ 232786 w 280326"/>
                <a:gd name="connsiteY108" fmla="*/ 21311 h 242621"/>
                <a:gd name="connsiteX109" fmla="*/ 234425 w 280326"/>
                <a:gd name="connsiteY109" fmla="*/ 24590 h 242621"/>
                <a:gd name="connsiteX110" fmla="*/ 234425 w 280326"/>
                <a:gd name="connsiteY110" fmla="*/ 27869 h 242621"/>
                <a:gd name="connsiteX111" fmla="*/ 239343 w 280326"/>
                <a:gd name="connsiteY111" fmla="*/ 29508 h 242621"/>
                <a:gd name="connsiteX112" fmla="*/ 239343 w 280326"/>
                <a:gd name="connsiteY112" fmla="*/ 32787 h 242621"/>
                <a:gd name="connsiteX113" fmla="*/ 239343 w 280326"/>
                <a:gd name="connsiteY113" fmla="*/ 36065 h 242621"/>
                <a:gd name="connsiteX114" fmla="*/ 237704 w 280326"/>
                <a:gd name="connsiteY114" fmla="*/ 40983 h 242621"/>
                <a:gd name="connsiteX115" fmla="*/ 237704 w 280326"/>
                <a:gd name="connsiteY115" fmla="*/ 44262 h 242621"/>
                <a:gd name="connsiteX116" fmla="*/ 239343 w 280326"/>
                <a:gd name="connsiteY116" fmla="*/ 45901 h 242621"/>
                <a:gd name="connsiteX117" fmla="*/ 240983 w 280326"/>
                <a:gd name="connsiteY117" fmla="*/ 45901 h 242621"/>
                <a:gd name="connsiteX118" fmla="*/ 242622 w 280326"/>
                <a:gd name="connsiteY118" fmla="*/ 45901 h 242621"/>
                <a:gd name="connsiteX119" fmla="*/ 242622 w 280326"/>
                <a:gd name="connsiteY119" fmla="*/ 45901 h 242621"/>
                <a:gd name="connsiteX120" fmla="*/ 242622 w 280326"/>
                <a:gd name="connsiteY120" fmla="*/ 47541 h 242621"/>
                <a:gd name="connsiteX121" fmla="*/ 244261 w 280326"/>
                <a:gd name="connsiteY121" fmla="*/ 50819 h 242621"/>
                <a:gd name="connsiteX122" fmla="*/ 247540 w 280326"/>
                <a:gd name="connsiteY122" fmla="*/ 52459 h 242621"/>
                <a:gd name="connsiteX123" fmla="*/ 249179 w 280326"/>
                <a:gd name="connsiteY123" fmla="*/ 52459 h 242621"/>
                <a:gd name="connsiteX124" fmla="*/ 252458 w 280326"/>
                <a:gd name="connsiteY124" fmla="*/ 55737 h 242621"/>
                <a:gd name="connsiteX125" fmla="*/ 255737 w 280326"/>
                <a:gd name="connsiteY125" fmla="*/ 57377 h 242621"/>
                <a:gd name="connsiteX126" fmla="*/ 254097 w 280326"/>
                <a:gd name="connsiteY126" fmla="*/ 62295 h 242621"/>
                <a:gd name="connsiteX127" fmla="*/ 250818 w 280326"/>
                <a:gd name="connsiteY127" fmla="*/ 60655 h 242621"/>
                <a:gd name="connsiteX128" fmla="*/ 247540 w 280326"/>
                <a:gd name="connsiteY128" fmla="*/ 65573 h 242621"/>
                <a:gd name="connsiteX129" fmla="*/ 245901 w 280326"/>
                <a:gd name="connsiteY129" fmla="*/ 68852 h 242621"/>
                <a:gd name="connsiteX130" fmla="*/ 244261 w 280326"/>
                <a:gd name="connsiteY130" fmla="*/ 72131 h 242621"/>
                <a:gd name="connsiteX131" fmla="*/ 242622 w 280326"/>
                <a:gd name="connsiteY131" fmla="*/ 77049 h 242621"/>
                <a:gd name="connsiteX132" fmla="*/ 245901 w 280326"/>
                <a:gd name="connsiteY132" fmla="*/ 75409 h 242621"/>
                <a:gd name="connsiteX133" fmla="*/ 247540 w 280326"/>
                <a:gd name="connsiteY133" fmla="*/ 75409 h 242621"/>
                <a:gd name="connsiteX134" fmla="*/ 249179 w 280326"/>
                <a:gd name="connsiteY134" fmla="*/ 72131 h 242621"/>
                <a:gd name="connsiteX135" fmla="*/ 254097 w 280326"/>
                <a:gd name="connsiteY135" fmla="*/ 72131 h 242621"/>
                <a:gd name="connsiteX136" fmla="*/ 257376 w 280326"/>
                <a:gd name="connsiteY136" fmla="*/ 73770 h 242621"/>
                <a:gd name="connsiteX137" fmla="*/ 257376 w 280326"/>
                <a:gd name="connsiteY137" fmla="*/ 77049 h 242621"/>
                <a:gd name="connsiteX138" fmla="*/ 257376 w 280326"/>
                <a:gd name="connsiteY138" fmla="*/ 81967 h 242621"/>
                <a:gd name="connsiteX139" fmla="*/ 257376 w 280326"/>
                <a:gd name="connsiteY139" fmla="*/ 85245 h 242621"/>
                <a:gd name="connsiteX140" fmla="*/ 257376 w 280326"/>
                <a:gd name="connsiteY140" fmla="*/ 88524 h 242621"/>
                <a:gd name="connsiteX141" fmla="*/ 257376 w 280326"/>
                <a:gd name="connsiteY141" fmla="*/ 91803 h 242621"/>
                <a:gd name="connsiteX142" fmla="*/ 257376 w 280326"/>
                <a:gd name="connsiteY142" fmla="*/ 96721 h 242621"/>
                <a:gd name="connsiteX143" fmla="*/ 260654 w 280326"/>
                <a:gd name="connsiteY143" fmla="*/ 99999 h 242621"/>
                <a:gd name="connsiteX144" fmla="*/ 262294 w 280326"/>
                <a:gd name="connsiteY144" fmla="*/ 98360 h 242621"/>
                <a:gd name="connsiteX145" fmla="*/ 263933 w 280326"/>
                <a:gd name="connsiteY145" fmla="*/ 99999 h 242621"/>
                <a:gd name="connsiteX146" fmla="*/ 265573 w 280326"/>
                <a:gd name="connsiteY146" fmla="*/ 103278 h 242621"/>
                <a:gd name="connsiteX147" fmla="*/ 268851 w 280326"/>
                <a:gd name="connsiteY147" fmla="*/ 103278 h 242621"/>
                <a:gd name="connsiteX148" fmla="*/ 270491 w 280326"/>
                <a:gd name="connsiteY148" fmla="*/ 106557 h 242621"/>
                <a:gd name="connsiteX149" fmla="*/ 268851 w 280326"/>
                <a:gd name="connsiteY149" fmla="*/ 111475 h 242621"/>
                <a:gd name="connsiteX150" fmla="*/ 267212 w 280326"/>
                <a:gd name="connsiteY150" fmla="*/ 114753 h 242621"/>
                <a:gd name="connsiteX151" fmla="*/ 262294 w 280326"/>
                <a:gd name="connsiteY151" fmla="*/ 118032 h 242621"/>
                <a:gd name="connsiteX152" fmla="*/ 262294 w 280326"/>
                <a:gd name="connsiteY152" fmla="*/ 118032 h 242621"/>
                <a:gd name="connsiteX153" fmla="*/ 262294 w 280326"/>
                <a:gd name="connsiteY153" fmla="*/ 118032 h 242621"/>
                <a:gd name="connsiteX154" fmla="*/ 262294 w 280326"/>
                <a:gd name="connsiteY154" fmla="*/ 119672 h 242621"/>
                <a:gd name="connsiteX155" fmla="*/ 262294 w 280326"/>
                <a:gd name="connsiteY155" fmla="*/ 122950 h 242621"/>
                <a:gd name="connsiteX156" fmla="*/ 263933 w 280326"/>
                <a:gd name="connsiteY156" fmla="*/ 127868 h 242621"/>
                <a:gd name="connsiteX157" fmla="*/ 262294 w 280326"/>
                <a:gd name="connsiteY157" fmla="*/ 129508 h 242621"/>
                <a:gd name="connsiteX158" fmla="*/ 262294 w 280326"/>
                <a:gd name="connsiteY158" fmla="*/ 132786 h 242621"/>
                <a:gd name="connsiteX159" fmla="*/ 262294 w 280326"/>
                <a:gd name="connsiteY159" fmla="*/ 137704 h 242621"/>
                <a:gd name="connsiteX160" fmla="*/ 262294 w 280326"/>
                <a:gd name="connsiteY160" fmla="*/ 140983 h 242621"/>
                <a:gd name="connsiteX161" fmla="*/ 265573 w 280326"/>
                <a:gd name="connsiteY161" fmla="*/ 144262 h 242621"/>
                <a:gd name="connsiteX162" fmla="*/ 268851 w 280326"/>
                <a:gd name="connsiteY162" fmla="*/ 145901 h 242621"/>
                <a:gd name="connsiteX163" fmla="*/ 272130 w 280326"/>
                <a:gd name="connsiteY163" fmla="*/ 144262 h 242621"/>
                <a:gd name="connsiteX164" fmla="*/ 272130 w 280326"/>
                <a:gd name="connsiteY164" fmla="*/ 147540 h 242621"/>
                <a:gd name="connsiteX165" fmla="*/ 270491 w 280326"/>
                <a:gd name="connsiteY165" fmla="*/ 150819 h 242621"/>
                <a:gd name="connsiteX166" fmla="*/ 270491 w 280326"/>
                <a:gd name="connsiteY166" fmla="*/ 155737 h 242621"/>
                <a:gd name="connsiteX167" fmla="*/ 275408 w 280326"/>
                <a:gd name="connsiteY167" fmla="*/ 157376 h 242621"/>
                <a:gd name="connsiteX168" fmla="*/ 277048 w 280326"/>
                <a:gd name="connsiteY168" fmla="*/ 159016 h 242621"/>
                <a:gd name="connsiteX169" fmla="*/ 273769 w 280326"/>
                <a:gd name="connsiteY169" fmla="*/ 160655 h 242621"/>
                <a:gd name="connsiteX170" fmla="*/ 270491 w 280326"/>
                <a:gd name="connsiteY170" fmla="*/ 163933 h 242621"/>
                <a:gd name="connsiteX171" fmla="*/ 270491 w 280326"/>
                <a:gd name="connsiteY171" fmla="*/ 167212 h 242621"/>
                <a:gd name="connsiteX172" fmla="*/ 268851 w 280326"/>
                <a:gd name="connsiteY172" fmla="*/ 172130 h 242621"/>
                <a:gd name="connsiteX173" fmla="*/ 272130 w 280326"/>
                <a:gd name="connsiteY173" fmla="*/ 172130 h 242621"/>
                <a:gd name="connsiteX174" fmla="*/ 277048 w 280326"/>
                <a:gd name="connsiteY174" fmla="*/ 175409 h 242621"/>
                <a:gd name="connsiteX175" fmla="*/ 278687 w 280326"/>
                <a:gd name="connsiteY175" fmla="*/ 178688 h 242621"/>
                <a:gd name="connsiteX176" fmla="*/ 278687 w 280326"/>
                <a:gd name="connsiteY176" fmla="*/ 181966 h 242621"/>
                <a:gd name="connsiteX177" fmla="*/ 280327 w 280326"/>
                <a:gd name="connsiteY177" fmla="*/ 185245 h 242621"/>
                <a:gd name="connsiteX178" fmla="*/ 280327 w 280326"/>
                <a:gd name="connsiteY178" fmla="*/ 190163 h 242621"/>
                <a:gd name="connsiteX179" fmla="*/ 280327 w 280326"/>
                <a:gd name="connsiteY179" fmla="*/ 190163 h 242621"/>
                <a:gd name="connsiteX180" fmla="*/ 280327 w 280326"/>
                <a:gd name="connsiteY180" fmla="*/ 190163 h 242621"/>
                <a:gd name="connsiteX181" fmla="*/ 275408 w 280326"/>
                <a:gd name="connsiteY181" fmla="*/ 188523 h 242621"/>
                <a:gd name="connsiteX182" fmla="*/ 272130 w 280326"/>
                <a:gd name="connsiteY182" fmla="*/ 188523 h 242621"/>
                <a:gd name="connsiteX183" fmla="*/ 268851 w 280326"/>
                <a:gd name="connsiteY183" fmla="*/ 185245 h 242621"/>
                <a:gd name="connsiteX184" fmla="*/ 265573 w 280326"/>
                <a:gd name="connsiteY184" fmla="*/ 183606 h 242621"/>
                <a:gd name="connsiteX185" fmla="*/ 260654 w 280326"/>
                <a:gd name="connsiteY185" fmla="*/ 185245 h 242621"/>
                <a:gd name="connsiteX186" fmla="*/ 257376 w 280326"/>
                <a:gd name="connsiteY186" fmla="*/ 186885 h 242621"/>
                <a:gd name="connsiteX187" fmla="*/ 259015 w 280326"/>
                <a:gd name="connsiteY187" fmla="*/ 190163 h 242621"/>
                <a:gd name="connsiteX188" fmla="*/ 257376 w 280326"/>
                <a:gd name="connsiteY188" fmla="*/ 195081 h 242621"/>
                <a:gd name="connsiteX189" fmla="*/ 260654 w 280326"/>
                <a:gd name="connsiteY189" fmla="*/ 198360 h 242621"/>
                <a:gd name="connsiteX190" fmla="*/ 265573 w 280326"/>
                <a:gd name="connsiteY190" fmla="*/ 198360 h 242621"/>
                <a:gd name="connsiteX191" fmla="*/ 267212 w 280326"/>
                <a:gd name="connsiteY191" fmla="*/ 203278 h 242621"/>
                <a:gd name="connsiteX192" fmla="*/ 268851 w 280326"/>
                <a:gd name="connsiteY192" fmla="*/ 206556 h 242621"/>
                <a:gd name="connsiteX193" fmla="*/ 265573 w 280326"/>
                <a:gd name="connsiteY193" fmla="*/ 204917 h 242621"/>
                <a:gd name="connsiteX194" fmla="*/ 263933 w 280326"/>
                <a:gd name="connsiteY194" fmla="*/ 204917 h 242621"/>
                <a:gd name="connsiteX195" fmla="*/ 263933 w 280326"/>
                <a:gd name="connsiteY195" fmla="*/ 208196 h 242621"/>
                <a:gd name="connsiteX196" fmla="*/ 262294 w 280326"/>
                <a:gd name="connsiteY196" fmla="*/ 213114 h 242621"/>
                <a:gd name="connsiteX197" fmla="*/ 263933 w 280326"/>
                <a:gd name="connsiteY197" fmla="*/ 214753 h 242621"/>
                <a:gd name="connsiteX198" fmla="*/ 262294 w 280326"/>
                <a:gd name="connsiteY198" fmla="*/ 219671 h 242621"/>
                <a:gd name="connsiteX199" fmla="*/ 259015 w 280326"/>
                <a:gd name="connsiteY199" fmla="*/ 222950 h 242621"/>
                <a:gd name="connsiteX200" fmla="*/ 259015 w 280326"/>
                <a:gd name="connsiteY200" fmla="*/ 226229 h 242621"/>
                <a:gd name="connsiteX201" fmla="*/ 257376 w 280326"/>
                <a:gd name="connsiteY201" fmla="*/ 226229 h 242621"/>
                <a:gd name="connsiteX202" fmla="*/ 254097 w 280326"/>
                <a:gd name="connsiteY202" fmla="*/ 224589 h 242621"/>
                <a:gd name="connsiteX203" fmla="*/ 250818 w 280326"/>
                <a:gd name="connsiteY203" fmla="*/ 224589 h 242621"/>
                <a:gd name="connsiteX204" fmla="*/ 249179 w 280326"/>
                <a:gd name="connsiteY204" fmla="*/ 226229 h 242621"/>
                <a:gd name="connsiteX205" fmla="*/ 245901 w 280326"/>
                <a:gd name="connsiteY205" fmla="*/ 222950 h 242621"/>
                <a:gd name="connsiteX206" fmla="*/ 245901 w 280326"/>
                <a:gd name="connsiteY206" fmla="*/ 219671 h 242621"/>
                <a:gd name="connsiteX207" fmla="*/ 244261 w 280326"/>
                <a:gd name="connsiteY207" fmla="*/ 219671 h 242621"/>
                <a:gd name="connsiteX208" fmla="*/ 240983 w 280326"/>
                <a:gd name="connsiteY208" fmla="*/ 219671 h 242621"/>
                <a:gd name="connsiteX209" fmla="*/ 239343 w 280326"/>
                <a:gd name="connsiteY209" fmla="*/ 224589 h 242621"/>
                <a:gd name="connsiteX210" fmla="*/ 239343 w 280326"/>
                <a:gd name="connsiteY210" fmla="*/ 226229 h 242621"/>
                <a:gd name="connsiteX211" fmla="*/ 237704 w 280326"/>
                <a:gd name="connsiteY211" fmla="*/ 229507 h 242621"/>
                <a:gd name="connsiteX212" fmla="*/ 234425 w 280326"/>
                <a:gd name="connsiteY212" fmla="*/ 232786 h 242621"/>
                <a:gd name="connsiteX213" fmla="*/ 234425 w 280326"/>
                <a:gd name="connsiteY213" fmla="*/ 237704 h 242621"/>
                <a:gd name="connsiteX214" fmla="*/ 231147 w 280326"/>
                <a:gd name="connsiteY214" fmla="*/ 237704 h 242621"/>
                <a:gd name="connsiteX215" fmla="*/ 227868 w 280326"/>
                <a:gd name="connsiteY215" fmla="*/ 240982 h 242621"/>
                <a:gd name="connsiteX216" fmla="*/ 224589 w 280326"/>
                <a:gd name="connsiteY216" fmla="*/ 240982 h 242621"/>
                <a:gd name="connsiteX217" fmla="*/ 222950 w 280326"/>
                <a:gd name="connsiteY217" fmla="*/ 242622 h 242621"/>
                <a:gd name="connsiteX218" fmla="*/ 222950 w 280326"/>
                <a:gd name="connsiteY218" fmla="*/ 239343 h 242621"/>
                <a:gd name="connsiteX219" fmla="*/ 219671 w 280326"/>
                <a:gd name="connsiteY219" fmla="*/ 234425 h 242621"/>
                <a:gd name="connsiteX220" fmla="*/ 216393 w 280326"/>
                <a:gd name="connsiteY220" fmla="*/ 232786 h 242621"/>
                <a:gd name="connsiteX221" fmla="*/ 216393 w 280326"/>
                <a:gd name="connsiteY221" fmla="*/ 232786 h 242621"/>
                <a:gd name="connsiteX222" fmla="*/ 213114 w 280326"/>
                <a:gd name="connsiteY222" fmla="*/ 234425 h 242621"/>
                <a:gd name="connsiteX223" fmla="*/ 209835 w 280326"/>
                <a:gd name="connsiteY223" fmla="*/ 234425 h 242621"/>
                <a:gd name="connsiteX224" fmla="*/ 209835 w 280326"/>
                <a:gd name="connsiteY224" fmla="*/ 232786 h 242621"/>
                <a:gd name="connsiteX225" fmla="*/ 211474 w 280326"/>
                <a:gd name="connsiteY225" fmla="*/ 229507 h 242621"/>
                <a:gd name="connsiteX226" fmla="*/ 213114 w 280326"/>
                <a:gd name="connsiteY226" fmla="*/ 226229 h 242621"/>
                <a:gd name="connsiteX227" fmla="*/ 213114 w 280326"/>
                <a:gd name="connsiteY227" fmla="*/ 221310 h 242621"/>
                <a:gd name="connsiteX228" fmla="*/ 214753 w 280326"/>
                <a:gd name="connsiteY228" fmla="*/ 218032 h 242621"/>
                <a:gd name="connsiteX229" fmla="*/ 213114 w 280326"/>
                <a:gd name="connsiteY229" fmla="*/ 214753 h 242621"/>
                <a:gd name="connsiteX230" fmla="*/ 211474 w 280326"/>
                <a:gd name="connsiteY230" fmla="*/ 209835 h 242621"/>
                <a:gd name="connsiteX231" fmla="*/ 213114 w 280326"/>
                <a:gd name="connsiteY231" fmla="*/ 206556 h 242621"/>
                <a:gd name="connsiteX232" fmla="*/ 211474 w 280326"/>
                <a:gd name="connsiteY232" fmla="*/ 204917 h 242621"/>
                <a:gd name="connsiteX233" fmla="*/ 209835 w 280326"/>
                <a:gd name="connsiteY233" fmla="*/ 204917 h 242621"/>
                <a:gd name="connsiteX234" fmla="*/ 211474 w 280326"/>
                <a:gd name="connsiteY234" fmla="*/ 201638 h 242621"/>
                <a:gd name="connsiteX235" fmla="*/ 208196 w 280326"/>
                <a:gd name="connsiteY235" fmla="*/ 198360 h 242621"/>
                <a:gd name="connsiteX236" fmla="*/ 208196 w 280326"/>
                <a:gd name="connsiteY236" fmla="*/ 193442 h 242621"/>
                <a:gd name="connsiteX237" fmla="*/ 208196 w 280326"/>
                <a:gd name="connsiteY237" fmla="*/ 193442 h 242621"/>
                <a:gd name="connsiteX238" fmla="*/ 209835 w 280326"/>
                <a:gd name="connsiteY238" fmla="*/ 191802 h 242621"/>
                <a:gd name="connsiteX239" fmla="*/ 206557 w 280326"/>
                <a:gd name="connsiteY239" fmla="*/ 188523 h 242621"/>
                <a:gd name="connsiteX240" fmla="*/ 201638 w 280326"/>
                <a:gd name="connsiteY240" fmla="*/ 185245 h 242621"/>
                <a:gd name="connsiteX241" fmla="*/ 198360 w 280326"/>
                <a:gd name="connsiteY241" fmla="*/ 181966 h 242621"/>
                <a:gd name="connsiteX242" fmla="*/ 195081 w 280326"/>
                <a:gd name="connsiteY242" fmla="*/ 185245 h 242621"/>
                <a:gd name="connsiteX243" fmla="*/ 193442 w 280326"/>
                <a:gd name="connsiteY243" fmla="*/ 185245 h 242621"/>
                <a:gd name="connsiteX244" fmla="*/ 190163 w 280326"/>
                <a:gd name="connsiteY244" fmla="*/ 186885 h 242621"/>
                <a:gd name="connsiteX245" fmla="*/ 190163 w 280326"/>
                <a:gd name="connsiteY245" fmla="*/ 186885 h 242621"/>
                <a:gd name="connsiteX246" fmla="*/ 186884 w 280326"/>
                <a:gd name="connsiteY246" fmla="*/ 183606 h 242621"/>
                <a:gd name="connsiteX247" fmla="*/ 181966 w 280326"/>
                <a:gd name="connsiteY247" fmla="*/ 185245 h 242621"/>
                <a:gd name="connsiteX248" fmla="*/ 180327 w 280326"/>
                <a:gd name="connsiteY248" fmla="*/ 185245 h 242621"/>
                <a:gd name="connsiteX249" fmla="*/ 177048 w 280326"/>
                <a:gd name="connsiteY249" fmla="*/ 183606 h 242621"/>
                <a:gd name="connsiteX250" fmla="*/ 173770 w 280326"/>
                <a:gd name="connsiteY250" fmla="*/ 186885 h 242621"/>
                <a:gd name="connsiteX251" fmla="*/ 172130 w 280326"/>
                <a:gd name="connsiteY251" fmla="*/ 190163 h 242621"/>
                <a:gd name="connsiteX252" fmla="*/ 167213 w 280326"/>
                <a:gd name="connsiteY252" fmla="*/ 191802 h 242621"/>
                <a:gd name="connsiteX253" fmla="*/ 163934 w 280326"/>
                <a:gd name="connsiteY253" fmla="*/ 191802 h 242621"/>
                <a:gd name="connsiteX254" fmla="*/ 162294 w 280326"/>
                <a:gd name="connsiteY254" fmla="*/ 195081 h 242621"/>
                <a:gd name="connsiteX255" fmla="*/ 162294 w 280326"/>
                <a:gd name="connsiteY255" fmla="*/ 191802 h 242621"/>
                <a:gd name="connsiteX256" fmla="*/ 165573 w 280326"/>
                <a:gd name="connsiteY256" fmla="*/ 186885 h 242621"/>
                <a:gd name="connsiteX257" fmla="*/ 165573 w 280326"/>
                <a:gd name="connsiteY257" fmla="*/ 183606 h 242621"/>
                <a:gd name="connsiteX258" fmla="*/ 168851 w 280326"/>
                <a:gd name="connsiteY258" fmla="*/ 180327 h 242621"/>
                <a:gd name="connsiteX259" fmla="*/ 172130 w 280326"/>
                <a:gd name="connsiteY259" fmla="*/ 175409 h 242621"/>
                <a:gd name="connsiteX260" fmla="*/ 168851 w 280326"/>
                <a:gd name="connsiteY260" fmla="*/ 172130 h 242621"/>
                <a:gd name="connsiteX261" fmla="*/ 167213 w 280326"/>
                <a:gd name="connsiteY261" fmla="*/ 168852 h 242621"/>
                <a:gd name="connsiteX262" fmla="*/ 167213 w 280326"/>
                <a:gd name="connsiteY262" fmla="*/ 163933 h 242621"/>
                <a:gd name="connsiteX263" fmla="*/ 168851 w 280326"/>
                <a:gd name="connsiteY263" fmla="*/ 160655 h 242621"/>
                <a:gd name="connsiteX264" fmla="*/ 168851 w 280326"/>
                <a:gd name="connsiteY264" fmla="*/ 160655 h 242621"/>
                <a:gd name="connsiteX265" fmla="*/ 165573 w 280326"/>
                <a:gd name="connsiteY265" fmla="*/ 159016 h 242621"/>
                <a:gd name="connsiteX266" fmla="*/ 162294 w 280326"/>
                <a:gd name="connsiteY266" fmla="*/ 155737 h 242621"/>
                <a:gd name="connsiteX267" fmla="*/ 165573 w 280326"/>
                <a:gd name="connsiteY267" fmla="*/ 152458 h 242621"/>
                <a:gd name="connsiteX268" fmla="*/ 163934 w 280326"/>
                <a:gd name="connsiteY268" fmla="*/ 147540 h 242621"/>
                <a:gd name="connsiteX269" fmla="*/ 160655 w 280326"/>
                <a:gd name="connsiteY269" fmla="*/ 145901 h 242621"/>
                <a:gd name="connsiteX270" fmla="*/ 159016 w 280326"/>
                <a:gd name="connsiteY270" fmla="*/ 140983 h 242621"/>
                <a:gd name="connsiteX271" fmla="*/ 157376 w 280326"/>
                <a:gd name="connsiteY271" fmla="*/ 137704 h 242621"/>
                <a:gd name="connsiteX272" fmla="*/ 155737 w 280326"/>
                <a:gd name="connsiteY272" fmla="*/ 134426 h 242621"/>
                <a:gd name="connsiteX273" fmla="*/ 152458 w 280326"/>
                <a:gd name="connsiteY273" fmla="*/ 131147 h 242621"/>
                <a:gd name="connsiteX274" fmla="*/ 150819 w 280326"/>
                <a:gd name="connsiteY274" fmla="*/ 126229 h 242621"/>
                <a:gd name="connsiteX275" fmla="*/ 145901 w 280326"/>
                <a:gd name="connsiteY275" fmla="*/ 124589 h 242621"/>
                <a:gd name="connsiteX276" fmla="*/ 145901 w 280326"/>
                <a:gd name="connsiteY276" fmla="*/ 119672 h 242621"/>
                <a:gd name="connsiteX277" fmla="*/ 142623 w 280326"/>
                <a:gd name="connsiteY277" fmla="*/ 118032 h 242621"/>
                <a:gd name="connsiteX278" fmla="*/ 137704 w 280326"/>
                <a:gd name="connsiteY278" fmla="*/ 118032 h 242621"/>
                <a:gd name="connsiteX279" fmla="*/ 134426 w 280326"/>
                <a:gd name="connsiteY279" fmla="*/ 118032 h 242621"/>
                <a:gd name="connsiteX280" fmla="*/ 134426 w 280326"/>
                <a:gd name="connsiteY280" fmla="*/ 118032 h 242621"/>
                <a:gd name="connsiteX281" fmla="*/ 131147 w 280326"/>
                <a:gd name="connsiteY281" fmla="*/ 118032 h 242621"/>
                <a:gd name="connsiteX282" fmla="*/ 126229 w 280326"/>
                <a:gd name="connsiteY282" fmla="*/ 118032 h 242621"/>
                <a:gd name="connsiteX283" fmla="*/ 122950 w 280326"/>
                <a:gd name="connsiteY283" fmla="*/ 118032 h 242621"/>
                <a:gd name="connsiteX284" fmla="*/ 119671 w 280326"/>
                <a:gd name="connsiteY284" fmla="*/ 118032 h 242621"/>
                <a:gd name="connsiteX285" fmla="*/ 114754 w 280326"/>
                <a:gd name="connsiteY285" fmla="*/ 122950 h 242621"/>
                <a:gd name="connsiteX286" fmla="*/ 111475 w 280326"/>
                <a:gd name="connsiteY286" fmla="*/ 122950 h 242621"/>
                <a:gd name="connsiteX287" fmla="*/ 109836 w 280326"/>
                <a:gd name="connsiteY287" fmla="*/ 122950 h 242621"/>
                <a:gd name="connsiteX288" fmla="*/ 106557 w 280326"/>
                <a:gd name="connsiteY288" fmla="*/ 122950 h 242621"/>
                <a:gd name="connsiteX289" fmla="*/ 101639 w 280326"/>
                <a:gd name="connsiteY289" fmla="*/ 121311 h 242621"/>
                <a:gd name="connsiteX290" fmla="*/ 98360 w 280326"/>
                <a:gd name="connsiteY290" fmla="*/ 122950 h 242621"/>
                <a:gd name="connsiteX291" fmla="*/ 95081 w 280326"/>
                <a:gd name="connsiteY291" fmla="*/ 124589 h 242621"/>
                <a:gd name="connsiteX292" fmla="*/ 95081 w 280326"/>
                <a:gd name="connsiteY292" fmla="*/ 127868 h 242621"/>
                <a:gd name="connsiteX293" fmla="*/ 91803 w 280326"/>
                <a:gd name="connsiteY293" fmla="*/ 132786 h 242621"/>
                <a:gd name="connsiteX294" fmla="*/ 91803 w 280326"/>
                <a:gd name="connsiteY294" fmla="*/ 134426 h 242621"/>
                <a:gd name="connsiteX295" fmla="*/ 88524 w 280326"/>
                <a:gd name="connsiteY295" fmla="*/ 137704 h 242621"/>
                <a:gd name="connsiteX296" fmla="*/ 86885 w 280326"/>
                <a:gd name="connsiteY296" fmla="*/ 142622 h 242621"/>
                <a:gd name="connsiteX297" fmla="*/ 85246 w 280326"/>
                <a:gd name="connsiteY297" fmla="*/ 145901 h 242621"/>
                <a:gd name="connsiteX298" fmla="*/ 81967 w 280326"/>
                <a:gd name="connsiteY298" fmla="*/ 149179 h 242621"/>
                <a:gd name="connsiteX299" fmla="*/ 78688 w 280326"/>
                <a:gd name="connsiteY299" fmla="*/ 150819 h 242621"/>
                <a:gd name="connsiteX300" fmla="*/ 77049 w 280326"/>
                <a:gd name="connsiteY300" fmla="*/ 154098 h 242621"/>
                <a:gd name="connsiteX301" fmla="*/ 77049 w 280326"/>
                <a:gd name="connsiteY301" fmla="*/ 154098 h 242621"/>
                <a:gd name="connsiteX302" fmla="*/ 73770 w 280326"/>
                <a:gd name="connsiteY302" fmla="*/ 159016 h 242621"/>
                <a:gd name="connsiteX303" fmla="*/ 70491 w 280326"/>
                <a:gd name="connsiteY303" fmla="*/ 160655 h 242621"/>
                <a:gd name="connsiteX304" fmla="*/ 67213 w 280326"/>
                <a:gd name="connsiteY304" fmla="*/ 159016 h 242621"/>
                <a:gd name="connsiteX305" fmla="*/ 63934 w 280326"/>
                <a:gd name="connsiteY305" fmla="*/ 160655 h 242621"/>
                <a:gd name="connsiteX306" fmla="*/ 63934 w 280326"/>
                <a:gd name="connsiteY306" fmla="*/ 159016 h 242621"/>
                <a:gd name="connsiteX307" fmla="*/ 65573 w 280326"/>
                <a:gd name="connsiteY307" fmla="*/ 155737 h 242621"/>
                <a:gd name="connsiteX308" fmla="*/ 68852 w 280326"/>
                <a:gd name="connsiteY308" fmla="*/ 155737 h 242621"/>
                <a:gd name="connsiteX309" fmla="*/ 65573 w 280326"/>
                <a:gd name="connsiteY309" fmla="*/ 150819 h 242621"/>
                <a:gd name="connsiteX310" fmla="*/ 63934 w 280326"/>
                <a:gd name="connsiteY310" fmla="*/ 155737 h 242621"/>
                <a:gd name="connsiteX311" fmla="*/ 62295 w 280326"/>
                <a:gd name="connsiteY311" fmla="*/ 150819 h 242621"/>
                <a:gd name="connsiteX312" fmla="*/ 62295 w 280326"/>
                <a:gd name="connsiteY312" fmla="*/ 147540 h 242621"/>
                <a:gd name="connsiteX313" fmla="*/ 59016 w 280326"/>
                <a:gd name="connsiteY313" fmla="*/ 147540 h 242621"/>
                <a:gd name="connsiteX314" fmla="*/ 59016 w 280326"/>
                <a:gd name="connsiteY314" fmla="*/ 144262 h 242621"/>
                <a:gd name="connsiteX315" fmla="*/ 55737 w 280326"/>
                <a:gd name="connsiteY315" fmla="*/ 140983 h 242621"/>
                <a:gd name="connsiteX316" fmla="*/ 55737 w 280326"/>
                <a:gd name="connsiteY316" fmla="*/ 137704 h 242621"/>
                <a:gd name="connsiteX317" fmla="*/ 54098 w 280326"/>
                <a:gd name="connsiteY317" fmla="*/ 139343 h 242621"/>
                <a:gd name="connsiteX318" fmla="*/ 50820 w 280326"/>
                <a:gd name="connsiteY318" fmla="*/ 137704 h 242621"/>
                <a:gd name="connsiteX319" fmla="*/ 52459 w 280326"/>
                <a:gd name="connsiteY319" fmla="*/ 132786 h 242621"/>
                <a:gd name="connsiteX320" fmla="*/ 54098 w 280326"/>
                <a:gd name="connsiteY320" fmla="*/ 129508 h 242621"/>
                <a:gd name="connsiteX321" fmla="*/ 50820 w 280326"/>
                <a:gd name="connsiteY321" fmla="*/ 126229 h 242621"/>
                <a:gd name="connsiteX322" fmla="*/ 50820 w 280326"/>
                <a:gd name="connsiteY322" fmla="*/ 129508 h 242621"/>
                <a:gd name="connsiteX323" fmla="*/ 45901 w 280326"/>
                <a:gd name="connsiteY323" fmla="*/ 129508 h 242621"/>
                <a:gd name="connsiteX324" fmla="*/ 47541 w 280326"/>
                <a:gd name="connsiteY324" fmla="*/ 124589 h 242621"/>
                <a:gd name="connsiteX325" fmla="*/ 49180 w 280326"/>
                <a:gd name="connsiteY325" fmla="*/ 121311 h 242621"/>
                <a:gd name="connsiteX326" fmla="*/ 49180 w 280326"/>
                <a:gd name="connsiteY326" fmla="*/ 121311 h 242621"/>
                <a:gd name="connsiteX327" fmla="*/ 47541 w 280326"/>
                <a:gd name="connsiteY327" fmla="*/ 122950 h 242621"/>
                <a:gd name="connsiteX328" fmla="*/ 44262 w 280326"/>
                <a:gd name="connsiteY328" fmla="*/ 124589 h 242621"/>
                <a:gd name="connsiteX329" fmla="*/ 40983 w 280326"/>
                <a:gd name="connsiteY329" fmla="*/ 121311 h 242621"/>
                <a:gd name="connsiteX330" fmla="*/ 36066 w 280326"/>
                <a:gd name="connsiteY330" fmla="*/ 118032 h 242621"/>
                <a:gd name="connsiteX331" fmla="*/ 36066 w 280326"/>
                <a:gd name="connsiteY331" fmla="*/ 118032 h 242621"/>
                <a:gd name="connsiteX332" fmla="*/ 37705 w 280326"/>
                <a:gd name="connsiteY332" fmla="*/ 114753 h 242621"/>
                <a:gd name="connsiteX333" fmla="*/ 36066 w 280326"/>
                <a:gd name="connsiteY333" fmla="*/ 111475 h 242621"/>
                <a:gd name="connsiteX334" fmla="*/ 34426 w 280326"/>
                <a:gd name="connsiteY334" fmla="*/ 113114 h 242621"/>
                <a:gd name="connsiteX335" fmla="*/ 31147 w 280326"/>
                <a:gd name="connsiteY335" fmla="*/ 116393 h 242621"/>
                <a:gd name="connsiteX336" fmla="*/ 31147 w 280326"/>
                <a:gd name="connsiteY336" fmla="*/ 113114 h 242621"/>
                <a:gd name="connsiteX337" fmla="*/ 26229 w 280326"/>
                <a:gd name="connsiteY337" fmla="*/ 111475 h 242621"/>
                <a:gd name="connsiteX338" fmla="*/ 22951 w 280326"/>
                <a:gd name="connsiteY338" fmla="*/ 108196 h 242621"/>
                <a:gd name="connsiteX339" fmla="*/ 19672 w 280326"/>
                <a:gd name="connsiteY339" fmla="*/ 108196 h 242621"/>
                <a:gd name="connsiteX340" fmla="*/ 19672 w 280326"/>
                <a:gd name="connsiteY340" fmla="*/ 103278 h 242621"/>
                <a:gd name="connsiteX341" fmla="*/ 16393 w 280326"/>
                <a:gd name="connsiteY341" fmla="*/ 99999 h 242621"/>
                <a:gd name="connsiteX342" fmla="*/ 16393 w 280326"/>
                <a:gd name="connsiteY342" fmla="*/ 96721 h 242621"/>
                <a:gd name="connsiteX343" fmla="*/ 16393 w 280326"/>
                <a:gd name="connsiteY343" fmla="*/ 96721 h 242621"/>
                <a:gd name="connsiteX344" fmla="*/ 11476 w 280326"/>
                <a:gd name="connsiteY344" fmla="*/ 96721 h 242621"/>
                <a:gd name="connsiteX345" fmla="*/ 13114 w 280326"/>
                <a:gd name="connsiteY345" fmla="*/ 93442 h 242621"/>
                <a:gd name="connsiteX346" fmla="*/ 13114 w 280326"/>
                <a:gd name="connsiteY346" fmla="*/ 90163 h 242621"/>
                <a:gd name="connsiteX347" fmla="*/ 14754 w 280326"/>
                <a:gd name="connsiteY347" fmla="*/ 86885 h 242621"/>
                <a:gd name="connsiteX348" fmla="*/ 16393 w 280326"/>
                <a:gd name="connsiteY348" fmla="*/ 83606 h 242621"/>
                <a:gd name="connsiteX349" fmla="*/ 18033 w 280326"/>
                <a:gd name="connsiteY349" fmla="*/ 80328 h 242621"/>
                <a:gd name="connsiteX350" fmla="*/ 14754 w 280326"/>
                <a:gd name="connsiteY350" fmla="*/ 83606 h 242621"/>
                <a:gd name="connsiteX351" fmla="*/ 13114 w 280326"/>
                <a:gd name="connsiteY351" fmla="*/ 88524 h 242621"/>
                <a:gd name="connsiteX352" fmla="*/ 13114 w 280326"/>
                <a:gd name="connsiteY352" fmla="*/ 83606 h 242621"/>
                <a:gd name="connsiteX353" fmla="*/ 8197 w 280326"/>
                <a:gd name="connsiteY353" fmla="*/ 88524 h 242621"/>
                <a:gd name="connsiteX354" fmla="*/ 8197 w 280326"/>
                <a:gd name="connsiteY354" fmla="*/ 83606 h 242621"/>
                <a:gd name="connsiteX355" fmla="*/ 9836 w 280326"/>
                <a:gd name="connsiteY355" fmla="*/ 80328 h 242621"/>
                <a:gd name="connsiteX356" fmla="*/ 8197 w 280326"/>
                <a:gd name="connsiteY356" fmla="*/ 77049 h 242621"/>
                <a:gd name="connsiteX357" fmla="*/ 13114 w 280326"/>
                <a:gd name="connsiteY357" fmla="*/ 73770 h 242621"/>
                <a:gd name="connsiteX358" fmla="*/ 8197 w 280326"/>
                <a:gd name="connsiteY358" fmla="*/ 75409 h 242621"/>
                <a:gd name="connsiteX359" fmla="*/ 4918 w 280326"/>
                <a:gd name="connsiteY359" fmla="*/ 75409 h 242621"/>
                <a:gd name="connsiteX360" fmla="*/ 1639 w 280326"/>
                <a:gd name="connsiteY360" fmla="*/ 75409 h 242621"/>
                <a:gd name="connsiteX361" fmla="*/ 0 w 280326"/>
                <a:gd name="connsiteY361" fmla="*/ 75409 h 242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</a:cxnLst>
              <a:rect l="l" t="t" r="r" b="b"/>
              <a:pathLst>
                <a:path w="280326" h="242621">
                  <a:moveTo>
                    <a:pt x="0" y="75409"/>
                  </a:moveTo>
                  <a:lnTo>
                    <a:pt x="1639" y="72131"/>
                  </a:lnTo>
                  <a:lnTo>
                    <a:pt x="3279" y="67213"/>
                  </a:lnTo>
                  <a:lnTo>
                    <a:pt x="6557" y="63934"/>
                  </a:lnTo>
                  <a:lnTo>
                    <a:pt x="6557" y="60655"/>
                  </a:lnTo>
                  <a:lnTo>
                    <a:pt x="8197" y="57377"/>
                  </a:lnTo>
                  <a:lnTo>
                    <a:pt x="11476" y="52459"/>
                  </a:lnTo>
                  <a:lnTo>
                    <a:pt x="14754" y="52459"/>
                  </a:lnTo>
                  <a:lnTo>
                    <a:pt x="18033" y="52459"/>
                  </a:lnTo>
                  <a:lnTo>
                    <a:pt x="22951" y="49180"/>
                  </a:lnTo>
                  <a:lnTo>
                    <a:pt x="26229" y="47541"/>
                  </a:lnTo>
                  <a:lnTo>
                    <a:pt x="29508" y="44262"/>
                  </a:lnTo>
                  <a:lnTo>
                    <a:pt x="32787" y="45901"/>
                  </a:lnTo>
                  <a:lnTo>
                    <a:pt x="36066" y="45901"/>
                  </a:lnTo>
                  <a:lnTo>
                    <a:pt x="39344" y="45901"/>
                  </a:lnTo>
                  <a:lnTo>
                    <a:pt x="42623" y="44262"/>
                  </a:lnTo>
                  <a:lnTo>
                    <a:pt x="47541" y="44262"/>
                  </a:lnTo>
                  <a:lnTo>
                    <a:pt x="50820" y="40983"/>
                  </a:lnTo>
                  <a:lnTo>
                    <a:pt x="49180" y="36065"/>
                  </a:lnTo>
                  <a:lnTo>
                    <a:pt x="49180" y="32787"/>
                  </a:lnTo>
                  <a:lnTo>
                    <a:pt x="49180" y="29508"/>
                  </a:lnTo>
                  <a:lnTo>
                    <a:pt x="45901" y="26229"/>
                  </a:lnTo>
                  <a:lnTo>
                    <a:pt x="40983" y="22951"/>
                  </a:lnTo>
                  <a:lnTo>
                    <a:pt x="40983" y="22951"/>
                  </a:lnTo>
                  <a:lnTo>
                    <a:pt x="40983" y="21311"/>
                  </a:lnTo>
                  <a:lnTo>
                    <a:pt x="42623" y="19672"/>
                  </a:lnTo>
                  <a:lnTo>
                    <a:pt x="47541" y="19672"/>
                  </a:lnTo>
                  <a:lnTo>
                    <a:pt x="50820" y="18033"/>
                  </a:lnTo>
                  <a:lnTo>
                    <a:pt x="52459" y="13115"/>
                  </a:lnTo>
                  <a:lnTo>
                    <a:pt x="52459" y="11475"/>
                  </a:lnTo>
                  <a:lnTo>
                    <a:pt x="52459" y="6557"/>
                  </a:lnTo>
                  <a:lnTo>
                    <a:pt x="50820" y="3279"/>
                  </a:lnTo>
                  <a:lnTo>
                    <a:pt x="50820" y="0"/>
                  </a:lnTo>
                  <a:lnTo>
                    <a:pt x="54098" y="0"/>
                  </a:lnTo>
                  <a:lnTo>
                    <a:pt x="57377" y="0"/>
                  </a:lnTo>
                  <a:lnTo>
                    <a:pt x="60656" y="0"/>
                  </a:lnTo>
                  <a:lnTo>
                    <a:pt x="63934" y="1639"/>
                  </a:lnTo>
                  <a:lnTo>
                    <a:pt x="65573" y="1639"/>
                  </a:lnTo>
                  <a:lnTo>
                    <a:pt x="68852" y="1639"/>
                  </a:lnTo>
                  <a:lnTo>
                    <a:pt x="72131" y="1639"/>
                  </a:lnTo>
                  <a:lnTo>
                    <a:pt x="75410" y="3279"/>
                  </a:lnTo>
                  <a:lnTo>
                    <a:pt x="75410" y="6557"/>
                  </a:lnTo>
                  <a:lnTo>
                    <a:pt x="75410" y="8197"/>
                  </a:lnTo>
                  <a:lnTo>
                    <a:pt x="78688" y="9836"/>
                  </a:lnTo>
                  <a:lnTo>
                    <a:pt x="81967" y="6557"/>
                  </a:lnTo>
                  <a:lnTo>
                    <a:pt x="86885" y="9836"/>
                  </a:lnTo>
                  <a:lnTo>
                    <a:pt x="90164" y="11475"/>
                  </a:lnTo>
                  <a:lnTo>
                    <a:pt x="93442" y="14754"/>
                  </a:lnTo>
                  <a:lnTo>
                    <a:pt x="95081" y="13115"/>
                  </a:lnTo>
                  <a:lnTo>
                    <a:pt x="100000" y="13115"/>
                  </a:lnTo>
                  <a:lnTo>
                    <a:pt x="103278" y="16393"/>
                  </a:lnTo>
                  <a:lnTo>
                    <a:pt x="104917" y="16393"/>
                  </a:lnTo>
                  <a:lnTo>
                    <a:pt x="106557" y="14754"/>
                  </a:lnTo>
                  <a:lnTo>
                    <a:pt x="109836" y="14754"/>
                  </a:lnTo>
                  <a:lnTo>
                    <a:pt x="109836" y="14754"/>
                  </a:lnTo>
                  <a:lnTo>
                    <a:pt x="114754" y="11475"/>
                  </a:lnTo>
                  <a:lnTo>
                    <a:pt x="118032" y="13115"/>
                  </a:lnTo>
                  <a:lnTo>
                    <a:pt x="121311" y="13115"/>
                  </a:lnTo>
                  <a:lnTo>
                    <a:pt x="124590" y="13115"/>
                  </a:lnTo>
                  <a:lnTo>
                    <a:pt x="129508" y="13115"/>
                  </a:lnTo>
                  <a:lnTo>
                    <a:pt x="132786" y="11475"/>
                  </a:lnTo>
                  <a:lnTo>
                    <a:pt x="136065" y="11475"/>
                  </a:lnTo>
                  <a:lnTo>
                    <a:pt x="139344" y="11475"/>
                  </a:lnTo>
                  <a:lnTo>
                    <a:pt x="137704" y="16393"/>
                  </a:lnTo>
                  <a:lnTo>
                    <a:pt x="136065" y="19672"/>
                  </a:lnTo>
                  <a:lnTo>
                    <a:pt x="136065" y="22951"/>
                  </a:lnTo>
                  <a:lnTo>
                    <a:pt x="137704" y="24590"/>
                  </a:lnTo>
                  <a:lnTo>
                    <a:pt x="140983" y="27869"/>
                  </a:lnTo>
                  <a:lnTo>
                    <a:pt x="140983" y="27869"/>
                  </a:lnTo>
                  <a:lnTo>
                    <a:pt x="144261" y="31147"/>
                  </a:lnTo>
                  <a:lnTo>
                    <a:pt x="147540" y="29508"/>
                  </a:lnTo>
                  <a:lnTo>
                    <a:pt x="150819" y="24590"/>
                  </a:lnTo>
                  <a:lnTo>
                    <a:pt x="152458" y="21311"/>
                  </a:lnTo>
                  <a:lnTo>
                    <a:pt x="154098" y="21311"/>
                  </a:lnTo>
                  <a:lnTo>
                    <a:pt x="157376" y="21311"/>
                  </a:lnTo>
                  <a:lnTo>
                    <a:pt x="160655" y="24590"/>
                  </a:lnTo>
                  <a:lnTo>
                    <a:pt x="162294" y="27869"/>
                  </a:lnTo>
                  <a:lnTo>
                    <a:pt x="163934" y="32787"/>
                  </a:lnTo>
                  <a:lnTo>
                    <a:pt x="167213" y="34426"/>
                  </a:lnTo>
                  <a:lnTo>
                    <a:pt x="170491" y="31147"/>
                  </a:lnTo>
                  <a:lnTo>
                    <a:pt x="172130" y="27869"/>
                  </a:lnTo>
                  <a:lnTo>
                    <a:pt x="177048" y="24590"/>
                  </a:lnTo>
                  <a:lnTo>
                    <a:pt x="180327" y="21311"/>
                  </a:lnTo>
                  <a:lnTo>
                    <a:pt x="183606" y="21311"/>
                  </a:lnTo>
                  <a:lnTo>
                    <a:pt x="186884" y="22951"/>
                  </a:lnTo>
                  <a:lnTo>
                    <a:pt x="190163" y="22951"/>
                  </a:lnTo>
                  <a:lnTo>
                    <a:pt x="191803" y="24590"/>
                  </a:lnTo>
                  <a:lnTo>
                    <a:pt x="196720" y="26229"/>
                  </a:lnTo>
                  <a:lnTo>
                    <a:pt x="198360" y="27869"/>
                  </a:lnTo>
                  <a:lnTo>
                    <a:pt x="201638" y="29508"/>
                  </a:lnTo>
                  <a:lnTo>
                    <a:pt x="204917" y="27869"/>
                  </a:lnTo>
                  <a:lnTo>
                    <a:pt x="206557" y="22951"/>
                  </a:lnTo>
                  <a:lnTo>
                    <a:pt x="209835" y="21311"/>
                  </a:lnTo>
                  <a:lnTo>
                    <a:pt x="213114" y="19672"/>
                  </a:lnTo>
                  <a:lnTo>
                    <a:pt x="218032" y="19672"/>
                  </a:lnTo>
                  <a:lnTo>
                    <a:pt x="218032" y="19672"/>
                  </a:lnTo>
                  <a:lnTo>
                    <a:pt x="219671" y="16393"/>
                  </a:lnTo>
                  <a:lnTo>
                    <a:pt x="218032" y="13115"/>
                  </a:lnTo>
                  <a:lnTo>
                    <a:pt x="218032" y="8197"/>
                  </a:lnTo>
                  <a:lnTo>
                    <a:pt x="219671" y="8197"/>
                  </a:lnTo>
                  <a:lnTo>
                    <a:pt x="219671" y="8197"/>
                  </a:lnTo>
                  <a:lnTo>
                    <a:pt x="222950" y="8197"/>
                  </a:lnTo>
                  <a:lnTo>
                    <a:pt x="226228" y="9836"/>
                  </a:lnTo>
                  <a:lnTo>
                    <a:pt x="227868" y="11475"/>
                  </a:lnTo>
                  <a:lnTo>
                    <a:pt x="231147" y="13115"/>
                  </a:lnTo>
                  <a:lnTo>
                    <a:pt x="232786" y="16393"/>
                  </a:lnTo>
                  <a:lnTo>
                    <a:pt x="231147" y="19672"/>
                  </a:lnTo>
                  <a:lnTo>
                    <a:pt x="231147" y="21311"/>
                  </a:lnTo>
                  <a:lnTo>
                    <a:pt x="232786" y="21311"/>
                  </a:lnTo>
                  <a:lnTo>
                    <a:pt x="234425" y="24590"/>
                  </a:lnTo>
                  <a:lnTo>
                    <a:pt x="234425" y="27869"/>
                  </a:lnTo>
                  <a:lnTo>
                    <a:pt x="239343" y="29508"/>
                  </a:lnTo>
                  <a:lnTo>
                    <a:pt x="239343" y="32787"/>
                  </a:lnTo>
                  <a:lnTo>
                    <a:pt x="239343" y="36065"/>
                  </a:lnTo>
                  <a:lnTo>
                    <a:pt x="237704" y="40983"/>
                  </a:lnTo>
                  <a:lnTo>
                    <a:pt x="237704" y="44262"/>
                  </a:lnTo>
                  <a:lnTo>
                    <a:pt x="239343" y="45901"/>
                  </a:lnTo>
                  <a:lnTo>
                    <a:pt x="240983" y="45901"/>
                  </a:lnTo>
                  <a:lnTo>
                    <a:pt x="242622" y="45901"/>
                  </a:lnTo>
                  <a:lnTo>
                    <a:pt x="242622" y="45901"/>
                  </a:lnTo>
                  <a:lnTo>
                    <a:pt x="242622" y="47541"/>
                  </a:lnTo>
                  <a:lnTo>
                    <a:pt x="244261" y="50819"/>
                  </a:lnTo>
                  <a:lnTo>
                    <a:pt x="247540" y="52459"/>
                  </a:lnTo>
                  <a:lnTo>
                    <a:pt x="249179" y="52459"/>
                  </a:lnTo>
                  <a:lnTo>
                    <a:pt x="252458" y="55737"/>
                  </a:lnTo>
                  <a:lnTo>
                    <a:pt x="255737" y="57377"/>
                  </a:lnTo>
                  <a:lnTo>
                    <a:pt x="254097" y="62295"/>
                  </a:lnTo>
                  <a:lnTo>
                    <a:pt x="250818" y="60655"/>
                  </a:lnTo>
                  <a:lnTo>
                    <a:pt x="247540" y="65573"/>
                  </a:lnTo>
                  <a:lnTo>
                    <a:pt x="245901" y="68852"/>
                  </a:lnTo>
                  <a:lnTo>
                    <a:pt x="244261" y="72131"/>
                  </a:lnTo>
                  <a:lnTo>
                    <a:pt x="242622" y="77049"/>
                  </a:lnTo>
                  <a:lnTo>
                    <a:pt x="245901" y="75409"/>
                  </a:lnTo>
                  <a:lnTo>
                    <a:pt x="247540" y="75409"/>
                  </a:lnTo>
                  <a:lnTo>
                    <a:pt x="249179" y="72131"/>
                  </a:lnTo>
                  <a:lnTo>
                    <a:pt x="254097" y="72131"/>
                  </a:lnTo>
                  <a:lnTo>
                    <a:pt x="257376" y="73770"/>
                  </a:lnTo>
                  <a:lnTo>
                    <a:pt x="257376" y="77049"/>
                  </a:lnTo>
                  <a:lnTo>
                    <a:pt x="257376" y="81967"/>
                  </a:lnTo>
                  <a:lnTo>
                    <a:pt x="257376" y="85245"/>
                  </a:lnTo>
                  <a:lnTo>
                    <a:pt x="257376" y="88524"/>
                  </a:lnTo>
                  <a:lnTo>
                    <a:pt x="257376" y="91803"/>
                  </a:lnTo>
                  <a:lnTo>
                    <a:pt x="257376" y="96721"/>
                  </a:lnTo>
                  <a:lnTo>
                    <a:pt x="260654" y="99999"/>
                  </a:lnTo>
                  <a:lnTo>
                    <a:pt x="262294" y="98360"/>
                  </a:lnTo>
                  <a:lnTo>
                    <a:pt x="263933" y="99999"/>
                  </a:lnTo>
                  <a:lnTo>
                    <a:pt x="265573" y="103278"/>
                  </a:lnTo>
                  <a:lnTo>
                    <a:pt x="268851" y="103278"/>
                  </a:lnTo>
                  <a:lnTo>
                    <a:pt x="270491" y="106557"/>
                  </a:lnTo>
                  <a:lnTo>
                    <a:pt x="268851" y="111475"/>
                  </a:lnTo>
                  <a:lnTo>
                    <a:pt x="267212" y="114753"/>
                  </a:lnTo>
                  <a:lnTo>
                    <a:pt x="262294" y="118032"/>
                  </a:lnTo>
                  <a:lnTo>
                    <a:pt x="262294" y="118032"/>
                  </a:lnTo>
                  <a:lnTo>
                    <a:pt x="262294" y="118032"/>
                  </a:lnTo>
                  <a:lnTo>
                    <a:pt x="262294" y="119672"/>
                  </a:lnTo>
                  <a:lnTo>
                    <a:pt x="262294" y="122950"/>
                  </a:lnTo>
                  <a:lnTo>
                    <a:pt x="263933" y="127868"/>
                  </a:lnTo>
                  <a:lnTo>
                    <a:pt x="262294" y="129508"/>
                  </a:lnTo>
                  <a:lnTo>
                    <a:pt x="262294" y="132786"/>
                  </a:lnTo>
                  <a:lnTo>
                    <a:pt x="262294" y="137704"/>
                  </a:lnTo>
                  <a:lnTo>
                    <a:pt x="262294" y="140983"/>
                  </a:lnTo>
                  <a:lnTo>
                    <a:pt x="265573" y="144262"/>
                  </a:lnTo>
                  <a:lnTo>
                    <a:pt x="268851" y="145901"/>
                  </a:lnTo>
                  <a:lnTo>
                    <a:pt x="272130" y="144262"/>
                  </a:lnTo>
                  <a:lnTo>
                    <a:pt x="272130" y="147540"/>
                  </a:lnTo>
                  <a:lnTo>
                    <a:pt x="270491" y="150819"/>
                  </a:lnTo>
                  <a:lnTo>
                    <a:pt x="270491" y="155737"/>
                  </a:lnTo>
                  <a:lnTo>
                    <a:pt x="275408" y="157376"/>
                  </a:lnTo>
                  <a:lnTo>
                    <a:pt x="277048" y="159016"/>
                  </a:lnTo>
                  <a:lnTo>
                    <a:pt x="273769" y="160655"/>
                  </a:lnTo>
                  <a:lnTo>
                    <a:pt x="270491" y="163933"/>
                  </a:lnTo>
                  <a:lnTo>
                    <a:pt x="270491" y="167212"/>
                  </a:lnTo>
                  <a:lnTo>
                    <a:pt x="268851" y="172130"/>
                  </a:lnTo>
                  <a:lnTo>
                    <a:pt x="272130" y="172130"/>
                  </a:lnTo>
                  <a:lnTo>
                    <a:pt x="277048" y="175409"/>
                  </a:lnTo>
                  <a:lnTo>
                    <a:pt x="278687" y="178688"/>
                  </a:lnTo>
                  <a:lnTo>
                    <a:pt x="278687" y="181966"/>
                  </a:lnTo>
                  <a:lnTo>
                    <a:pt x="280327" y="185245"/>
                  </a:lnTo>
                  <a:lnTo>
                    <a:pt x="280327" y="190163"/>
                  </a:lnTo>
                  <a:lnTo>
                    <a:pt x="280327" y="190163"/>
                  </a:lnTo>
                  <a:lnTo>
                    <a:pt x="280327" y="190163"/>
                  </a:lnTo>
                  <a:lnTo>
                    <a:pt x="275408" y="188523"/>
                  </a:lnTo>
                  <a:lnTo>
                    <a:pt x="272130" y="188523"/>
                  </a:lnTo>
                  <a:lnTo>
                    <a:pt x="268851" y="185245"/>
                  </a:lnTo>
                  <a:lnTo>
                    <a:pt x="265573" y="183606"/>
                  </a:lnTo>
                  <a:lnTo>
                    <a:pt x="260654" y="185245"/>
                  </a:lnTo>
                  <a:lnTo>
                    <a:pt x="257376" y="186885"/>
                  </a:lnTo>
                  <a:lnTo>
                    <a:pt x="259015" y="190163"/>
                  </a:lnTo>
                  <a:lnTo>
                    <a:pt x="257376" y="195081"/>
                  </a:lnTo>
                  <a:lnTo>
                    <a:pt x="260654" y="198360"/>
                  </a:lnTo>
                  <a:lnTo>
                    <a:pt x="265573" y="198360"/>
                  </a:lnTo>
                  <a:lnTo>
                    <a:pt x="267212" y="203278"/>
                  </a:lnTo>
                  <a:lnTo>
                    <a:pt x="268851" y="206556"/>
                  </a:lnTo>
                  <a:lnTo>
                    <a:pt x="265573" y="204917"/>
                  </a:lnTo>
                  <a:lnTo>
                    <a:pt x="263933" y="204917"/>
                  </a:lnTo>
                  <a:lnTo>
                    <a:pt x="263933" y="208196"/>
                  </a:lnTo>
                  <a:lnTo>
                    <a:pt x="262294" y="213114"/>
                  </a:lnTo>
                  <a:lnTo>
                    <a:pt x="263933" y="214753"/>
                  </a:lnTo>
                  <a:lnTo>
                    <a:pt x="262294" y="219671"/>
                  </a:lnTo>
                  <a:lnTo>
                    <a:pt x="259015" y="222950"/>
                  </a:lnTo>
                  <a:lnTo>
                    <a:pt x="259015" y="226229"/>
                  </a:lnTo>
                  <a:lnTo>
                    <a:pt x="257376" y="226229"/>
                  </a:lnTo>
                  <a:lnTo>
                    <a:pt x="254097" y="224589"/>
                  </a:lnTo>
                  <a:lnTo>
                    <a:pt x="250818" y="224589"/>
                  </a:lnTo>
                  <a:lnTo>
                    <a:pt x="249179" y="226229"/>
                  </a:lnTo>
                  <a:lnTo>
                    <a:pt x="245901" y="222950"/>
                  </a:lnTo>
                  <a:lnTo>
                    <a:pt x="245901" y="219671"/>
                  </a:lnTo>
                  <a:lnTo>
                    <a:pt x="244261" y="219671"/>
                  </a:lnTo>
                  <a:lnTo>
                    <a:pt x="240983" y="219671"/>
                  </a:lnTo>
                  <a:lnTo>
                    <a:pt x="239343" y="224589"/>
                  </a:lnTo>
                  <a:lnTo>
                    <a:pt x="239343" y="226229"/>
                  </a:lnTo>
                  <a:lnTo>
                    <a:pt x="237704" y="229507"/>
                  </a:lnTo>
                  <a:lnTo>
                    <a:pt x="234425" y="232786"/>
                  </a:lnTo>
                  <a:lnTo>
                    <a:pt x="234425" y="237704"/>
                  </a:lnTo>
                  <a:lnTo>
                    <a:pt x="231147" y="237704"/>
                  </a:lnTo>
                  <a:lnTo>
                    <a:pt x="227868" y="240982"/>
                  </a:lnTo>
                  <a:lnTo>
                    <a:pt x="224589" y="240982"/>
                  </a:lnTo>
                  <a:lnTo>
                    <a:pt x="222950" y="242622"/>
                  </a:lnTo>
                  <a:lnTo>
                    <a:pt x="222950" y="239343"/>
                  </a:lnTo>
                  <a:lnTo>
                    <a:pt x="219671" y="234425"/>
                  </a:lnTo>
                  <a:lnTo>
                    <a:pt x="216393" y="232786"/>
                  </a:lnTo>
                  <a:lnTo>
                    <a:pt x="216393" y="232786"/>
                  </a:lnTo>
                  <a:lnTo>
                    <a:pt x="213114" y="234425"/>
                  </a:lnTo>
                  <a:lnTo>
                    <a:pt x="209835" y="234425"/>
                  </a:lnTo>
                  <a:lnTo>
                    <a:pt x="209835" y="232786"/>
                  </a:lnTo>
                  <a:lnTo>
                    <a:pt x="211474" y="229507"/>
                  </a:lnTo>
                  <a:lnTo>
                    <a:pt x="213114" y="226229"/>
                  </a:lnTo>
                  <a:lnTo>
                    <a:pt x="213114" y="221310"/>
                  </a:lnTo>
                  <a:lnTo>
                    <a:pt x="214753" y="218032"/>
                  </a:lnTo>
                  <a:lnTo>
                    <a:pt x="213114" y="214753"/>
                  </a:lnTo>
                  <a:lnTo>
                    <a:pt x="211474" y="209835"/>
                  </a:lnTo>
                  <a:lnTo>
                    <a:pt x="213114" y="206556"/>
                  </a:lnTo>
                  <a:lnTo>
                    <a:pt x="211474" y="204917"/>
                  </a:lnTo>
                  <a:lnTo>
                    <a:pt x="209835" y="204917"/>
                  </a:lnTo>
                  <a:lnTo>
                    <a:pt x="211474" y="201638"/>
                  </a:lnTo>
                  <a:lnTo>
                    <a:pt x="208196" y="198360"/>
                  </a:lnTo>
                  <a:lnTo>
                    <a:pt x="208196" y="193442"/>
                  </a:lnTo>
                  <a:lnTo>
                    <a:pt x="208196" y="193442"/>
                  </a:lnTo>
                  <a:lnTo>
                    <a:pt x="209835" y="191802"/>
                  </a:lnTo>
                  <a:lnTo>
                    <a:pt x="206557" y="188523"/>
                  </a:lnTo>
                  <a:lnTo>
                    <a:pt x="201638" y="185245"/>
                  </a:lnTo>
                  <a:lnTo>
                    <a:pt x="198360" y="181966"/>
                  </a:lnTo>
                  <a:lnTo>
                    <a:pt x="195081" y="185245"/>
                  </a:lnTo>
                  <a:lnTo>
                    <a:pt x="193442" y="185245"/>
                  </a:lnTo>
                  <a:lnTo>
                    <a:pt x="190163" y="186885"/>
                  </a:lnTo>
                  <a:lnTo>
                    <a:pt x="190163" y="186885"/>
                  </a:lnTo>
                  <a:lnTo>
                    <a:pt x="186884" y="183606"/>
                  </a:lnTo>
                  <a:lnTo>
                    <a:pt x="181966" y="185245"/>
                  </a:lnTo>
                  <a:lnTo>
                    <a:pt x="180327" y="185245"/>
                  </a:lnTo>
                  <a:lnTo>
                    <a:pt x="177048" y="183606"/>
                  </a:lnTo>
                  <a:lnTo>
                    <a:pt x="173770" y="186885"/>
                  </a:lnTo>
                  <a:lnTo>
                    <a:pt x="172130" y="190163"/>
                  </a:lnTo>
                  <a:lnTo>
                    <a:pt x="167213" y="191802"/>
                  </a:lnTo>
                  <a:lnTo>
                    <a:pt x="163934" y="191802"/>
                  </a:lnTo>
                  <a:lnTo>
                    <a:pt x="162294" y="195081"/>
                  </a:lnTo>
                  <a:lnTo>
                    <a:pt x="162294" y="191802"/>
                  </a:lnTo>
                  <a:lnTo>
                    <a:pt x="165573" y="186885"/>
                  </a:lnTo>
                  <a:lnTo>
                    <a:pt x="165573" y="183606"/>
                  </a:lnTo>
                  <a:lnTo>
                    <a:pt x="168851" y="180327"/>
                  </a:lnTo>
                  <a:lnTo>
                    <a:pt x="172130" y="175409"/>
                  </a:lnTo>
                  <a:lnTo>
                    <a:pt x="168851" y="172130"/>
                  </a:lnTo>
                  <a:lnTo>
                    <a:pt x="167213" y="168852"/>
                  </a:lnTo>
                  <a:lnTo>
                    <a:pt x="167213" y="163933"/>
                  </a:lnTo>
                  <a:lnTo>
                    <a:pt x="168851" y="160655"/>
                  </a:lnTo>
                  <a:lnTo>
                    <a:pt x="168851" y="160655"/>
                  </a:lnTo>
                  <a:lnTo>
                    <a:pt x="165573" y="159016"/>
                  </a:lnTo>
                  <a:lnTo>
                    <a:pt x="162294" y="155737"/>
                  </a:lnTo>
                  <a:lnTo>
                    <a:pt x="165573" y="152458"/>
                  </a:lnTo>
                  <a:lnTo>
                    <a:pt x="163934" y="147540"/>
                  </a:lnTo>
                  <a:lnTo>
                    <a:pt x="160655" y="145901"/>
                  </a:lnTo>
                  <a:lnTo>
                    <a:pt x="159016" y="140983"/>
                  </a:lnTo>
                  <a:lnTo>
                    <a:pt x="157376" y="137704"/>
                  </a:lnTo>
                  <a:lnTo>
                    <a:pt x="155737" y="134426"/>
                  </a:lnTo>
                  <a:lnTo>
                    <a:pt x="152458" y="131147"/>
                  </a:lnTo>
                  <a:lnTo>
                    <a:pt x="150819" y="126229"/>
                  </a:lnTo>
                  <a:lnTo>
                    <a:pt x="145901" y="124589"/>
                  </a:lnTo>
                  <a:lnTo>
                    <a:pt x="145901" y="119672"/>
                  </a:lnTo>
                  <a:lnTo>
                    <a:pt x="142623" y="118032"/>
                  </a:lnTo>
                  <a:lnTo>
                    <a:pt x="137704" y="118032"/>
                  </a:lnTo>
                  <a:lnTo>
                    <a:pt x="134426" y="118032"/>
                  </a:lnTo>
                  <a:lnTo>
                    <a:pt x="134426" y="118032"/>
                  </a:lnTo>
                  <a:lnTo>
                    <a:pt x="131147" y="118032"/>
                  </a:lnTo>
                  <a:lnTo>
                    <a:pt x="126229" y="118032"/>
                  </a:lnTo>
                  <a:lnTo>
                    <a:pt x="122950" y="118032"/>
                  </a:lnTo>
                  <a:lnTo>
                    <a:pt x="119671" y="118032"/>
                  </a:lnTo>
                  <a:lnTo>
                    <a:pt x="114754" y="122950"/>
                  </a:lnTo>
                  <a:lnTo>
                    <a:pt x="111475" y="122950"/>
                  </a:lnTo>
                  <a:lnTo>
                    <a:pt x="109836" y="122950"/>
                  </a:lnTo>
                  <a:lnTo>
                    <a:pt x="106557" y="122950"/>
                  </a:lnTo>
                  <a:lnTo>
                    <a:pt x="101639" y="121311"/>
                  </a:lnTo>
                  <a:lnTo>
                    <a:pt x="98360" y="122950"/>
                  </a:lnTo>
                  <a:lnTo>
                    <a:pt x="95081" y="124589"/>
                  </a:lnTo>
                  <a:lnTo>
                    <a:pt x="95081" y="127868"/>
                  </a:lnTo>
                  <a:lnTo>
                    <a:pt x="91803" y="132786"/>
                  </a:lnTo>
                  <a:lnTo>
                    <a:pt x="91803" y="134426"/>
                  </a:lnTo>
                  <a:lnTo>
                    <a:pt x="88524" y="137704"/>
                  </a:lnTo>
                  <a:lnTo>
                    <a:pt x="86885" y="142622"/>
                  </a:lnTo>
                  <a:lnTo>
                    <a:pt x="85246" y="145901"/>
                  </a:lnTo>
                  <a:lnTo>
                    <a:pt x="81967" y="149179"/>
                  </a:lnTo>
                  <a:lnTo>
                    <a:pt x="78688" y="150819"/>
                  </a:lnTo>
                  <a:lnTo>
                    <a:pt x="77049" y="154098"/>
                  </a:lnTo>
                  <a:lnTo>
                    <a:pt x="77049" y="154098"/>
                  </a:lnTo>
                  <a:lnTo>
                    <a:pt x="73770" y="159016"/>
                  </a:lnTo>
                  <a:lnTo>
                    <a:pt x="70491" y="160655"/>
                  </a:lnTo>
                  <a:lnTo>
                    <a:pt x="67213" y="159016"/>
                  </a:lnTo>
                  <a:lnTo>
                    <a:pt x="63934" y="160655"/>
                  </a:lnTo>
                  <a:lnTo>
                    <a:pt x="63934" y="159016"/>
                  </a:lnTo>
                  <a:lnTo>
                    <a:pt x="65573" y="155737"/>
                  </a:lnTo>
                  <a:lnTo>
                    <a:pt x="68852" y="155737"/>
                  </a:lnTo>
                  <a:lnTo>
                    <a:pt x="65573" y="150819"/>
                  </a:lnTo>
                  <a:lnTo>
                    <a:pt x="63934" y="155737"/>
                  </a:lnTo>
                  <a:lnTo>
                    <a:pt x="62295" y="150819"/>
                  </a:lnTo>
                  <a:lnTo>
                    <a:pt x="62295" y="147540"/>
                  </a:lnTo>
                  <a:lnTo>
                    <a:pt x="59016" y="147540"/>
                  </a:lnTo>
                  <a:lnTo>
                    <a:pt x="59016" y="144262"/>
                  </a:lnTo>
                  <a:lnTo>
                    <a:pt x="55737" y="140983"/>
                  </a:lnTo>
                  <a:lnTo>
                    <a:pt x="55737" y="137704"/>
                  </a:lnTo>
                  <a:lnTo>
                    <a:pt x="54098" y="139343"/>
                  </a:lnTo>
                  <a:lnTo>
                    <a:pt x="50820" y="137704"/>
                  </a:lnTo>
                  <a:lnTo>
                    <a:pt x="52459" y="132786"/>
                  </a:lnTo>
                  <a:lnTo>
                    <a:pt x="54098" y="129508"/>
                  </a:lnTo>
                  <a:lnTo>
                    <a:pt x="50820" y="126229"/>
                  </a:lnTo>
                  <a:lnTo>
                    <a:pt x="50820" y="129508"/>
                  </a:lnTo>
                  <a:lnTo>
                    <a:pt x="45901" y="129508"/>
                  </a:lnTo>
                  <a:lnTo>
                    <a:pt x="47541" y="124589"/>
                  </a:lnTo>
                  <a:lnTo>
                    <a:pt x="49180" y="121311"/>
                  </a:lnTo>
                  <a:lnTo>
                    <a:pt x="49180" y="121311"/>
                  </a:lnTo>
                  <a:lnTo>
                    <a:pt x="47541" y="122950"/>
                  </a:lnTo>
                  <a:lnTo>
                    <a:pt x="44262" y="124589"/>
                  </a:lnTo>
                  <a:lnTo>
                    <a:pt x="40983" y="121311"/>
                  </a:lnTo>
                  <a:lnTo>
                    <a:pt x="36066" y="118032"/>
                  </a:lnTo>
                  <a:lnTo>
                    <a:pt x="36066" y="118032"/>
                  </a:lnTo>
                  <a:lnTo>
                    <a:pt x="37705" y="114753"/>
                  </a:lnTo>
                  <a:lnTo>
                    <a:pt x="36066" y="111475"/>
                  </a:lnTo>
                  <a:lnTo>
                    <a:pt x="34426" y="113114"/>
                  </a:lnTo>
                  <a:lnTo>
                    <a:pt x="31147" y="116393"/>
                  </a:lnTo>
                  <a:lnTo>
                    <a:pt x="31147" y="113114"/>
                  </a:lnTo>
                  <a:lnTo>
                    <a:pt x="26229" y="111475"/>
                  </a:lnTo>
                  <a:lnTo>
                    <a:pt x="22951" y="108196"/>
                  </a:lnTo>
                  <a:lnTo>
                    <a:pt x="19672" y="108196"/>
                  </a:lnTo>
                  <a:lnTo>
                    <a:pt x="19672" y="103278"/>
                  </a:lnTo>
                  <a:lnTo>
                    <a:pt x="16393" y="99999"/>
                  </a:lnTo>
                  <a:lnTo>
                    <a:pt x="16393" y="96721"/>
                  </a:lnTo>
                  <a:lnTo>
                    <a:pt x="16393" y="96721"/>
                  </a:lnTo>
                  <a:lnTo>
                    <a:pt x="11476" y="96721"/>
                  </a:lnTo>
                  <a:lnTo>
                    <a:pt x="13114" y="93442"/>
                  </a:lnTo>
                  <a:lnTo>
                    <a:pt x="13114" y="90163"/>
                  </a:lnTo>
                  <a:lnTo>
                    <a:pt x="14754" y="86885"/>
                  </a:lnTo>
                  <a:lnTo>
                    <a:pt x="16393" y="83606"/>
                  </a:lnTo>
                  <a:lnTo>
                    <a:pt x="18033" y="80328"/>
                  </a:lnTo>
                  <a:lnTo>
                    <a:pt x="14754" y="83606"/>
                  </a:lnTo>
                  <a:lnTo>
                    <a:pt x="13114" y="88524"/>
                  </a:lnTo>
                  <a:lnTo>
                    <a:pt x="13114" y="83606"/>
                  </a:lnTo>
                  <a:lnTo>
                    <a:pt x="8197" y="88524"/>
                  </a:lnTo>
                  <a:lnTo>
                    <a:pt x="8197" y="83606"/>
                  </a:lnTo>
                  <a:lnTo>
                    <a:pt x="9836" y="80328"/>
                  </a:lnTo>
                  <a:lnTo>
                    <a:pt x="8197" y="77049"/>
                  </a:lnTo>
                  <a:lnTo>
                    <a:pt x="13114" y="73770"/>
                  </a:lnTo>
                  <a:lnTo>
                    <a:pt x="8197" y="75409"/>
                  </a:lnTo>
                  <a:lnTo>
                    <a:pt x="4918" y="75409"/>
                  </a:lnTo>
                  <a:lnTo>
                    <a:pt x="1639" y="75409"/>
                  </a:lnTo>
                  <a:lnTo>
                    <a:pt x="0" y="7540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8" name="Freeform 3577">
              <a:extLst>
                <a:ext uri="{FF2B5EF4-FFF2-40B4-BE49-F238E27FC236}">
                  <a16:creationId xmlns:a16="http://schemas.microsoft.com/office/drawing/2014/main" id="{18B442D8-D6E3-1C47-A3C8-688A5615FDE4}"/>
                </a:ext>
              </a:extLst>
            </p:cNvPr>
            <p:cNvSpPr/>
            <p:nvPr/>
          </p:nvSpPr>
          <p:spPr>
            <a:xfrm>
              <a:off x="5077971" y="1698515"/>
              <a:ext cx="149179" cy="163933"/>
            </a:xfrm>
            <a:custGeom>
              <a:avLst/>
              <a:gdLst>
                <a:gd name="connsiteX0" fmla="*/ 11476 w 149179"/>
                <a:gd name="connsiteY0" fmla="*/ 157376 h 163933"/>
                <a:gd name="connsiteX1" fmla="*/ 8197 w 149179"/>
                <a:gd name="connsiteY1" fmla="*/ 157376 h 163933"/>
                <a:gd name="connsiteX2" fmla="*/ 11476 w 149179"/>
                <a:gd name="connsiteY2" fmla="*/ 154098 h 163933"/>
                <a:gd name="connsiteX3" fmla="*/ 11476 w 149179"/>
                <a:gd name="connsiteY3" fmla="*/ 154098 h 163933"/>
                <a:gd name="connsiteX4" fmla="*/ 16393 w 149179"/>
                <a:gd name="connsiteY4" fmla="*/ 150819 h 163933"/>
                <a:gd name="connsiteX5" fmla="*/ 18033 w 149179"/>
                <a:gd name="connsiteY5" fmla="*/ 150819 h 163933"/>
                <a:gd name="connsiteX6" fmla="*/ 21312 w 149179"/>
                <a:gd name="connsiteY6" fmla="*/ 149179 h 163933"/>
                <a:gd name="connsiteX7" fmla="*/ 24590 w 149179"/>
                <a:gd name="connsiteY7" fmla="*/ 147540 h 163933"/>
                <a:gd name="connsiteX8" fmla="*/ 21312 w 149179"/>
                <a:gd name="connsiteY8" fmla="*/ 147540 h 163933"/>
                <a:gd name="connsiteX9" fmla="*/ 18033 w 149179"/>
                <a:gd name="connsiteY9" fmla="*/ 149179 h 163933"/>
                <a:gd name="connsiteX10" fmla="*/ 13115 w 149179"/>
                <a:gd name="connsiteY10" fmla="*/ 150819 h 163933"/>
                <a:gd name="connsiteX11" fmla="*/ 13115 w 149179"/>
                <a:gd name="connsiteY11" fmla="*/ 150819 h 163933"/>
                <a:gd name="connsiteX12" fmla="*/ 8197 w 149179"/>
                <a:gd name="connsiteY12" fmla="*/ 150819 h 163933"/>
                <a:gd name="connsiteX13" fmla="*/ 4918 w 149179"/>
                <a:gd name="connsiteY13" fmla="*/ 150819 h 163933"/>
                <a:gd name="connsiteX14" fmla="*/ 1639 w 149179"/>
                <a:gd name="connsiteY14" fmla="*/ 150819 h 163933"/>
                <a:gd name="connsiteX15" fmla="*/ 0 w 149179"/>
                <a:gd name="connsiteY15" fmla="*/ 145901 h 163933"/>
                <a:gd name="connsiteX16" fmla="*/ 4918 w 149179"/>
                <a:gd name="connsiteY16" fmla="*/ 144261 h 163933"/>
                <a:gd name="connsiteX17" fmla="*/ 4918 w 149179"/>
                <a:gd name="connsiteY17" fmla="*/ 140983 h 163933"/>
                <a:gd name="connsiteX18" fmla="*/ 9836 w 149179"/>
                <a:gd name="connsiteY18" fmla="*/ 139344 h 163933"/>
                <a:gd name="connsiteX19" fmla="*/ 13115 w 149179"/>
                <a:gd name="connsiteY19" fmla="*/ 139344 h 163933"/>
                <a:gd name="connsiteX20" fmla="*/ 14754 w 149179"/>
                <a:gd name="connsiteY20" fmla="*/ 139344 h 163933"/>
                <a:gd name="connsiteX21" fmla="*/ 18033 w 149179"/>
                <a:gd name="connsiteY21" fmla="*/ 136065 h 163933"/>
                <a:gd name="connsiteX22" fmla="*/ 21312 w 149179"/>
                <a:gd name="connsiteY22" fmla="*/ 136065 h 163933"/>
                <a:gd name="connsiteX23" fmla="*/ 18033 w 149179"/>
                <a:gd name="connsiteY23" fmla="*/ 134426 h 163933"/>
                <a:gd name="connsiteX24" fmla="*/ 14754 w 149179"/>
                <a:gd name="connsiteY24" fmla="*/ 134426 h 163933"/>
                <a:gd name="connsiteX25" fmla="*/ 11476 w 149179"/>
                <a:gd name="connsiteY25" fmla="*/ 136065 h 163933"/>
                <a:gd name="connsiteX26" fmla="*/ 6557 w 149179"/>
                <a:gd name="connsiteY26" fmla="*/ 136065 h 163933"/>
                <a:gd name="connsiteX27" fmla="*/ 3279 w 149179"/>
                <a:gd name="connsiteY27" fmla="*/ 136065 h 163933"/>
                <a:gd name="connsiteX28" fmla="*/ 0 w 149179"/>
                <a:gd name="connsiteY28" fmla="*/ 136065 h 163933"/>
                <a:gd name="connsiteX29" fmla="*/ 0 w 149179"/>
                <a:gd name="connsiteY29" fmla="*/ 132786 h 163933"/>
                <a:gd name="connsiteX30" fmla="*/ 3279 w 149179"/>
                <a:gd name="connsiteY30" fmla="*/ 131147 h 163933"/>
                <a:gd name="connsiteX31" fmla="*/ 6557 w 149179"/>
                <a:gd name="connsiteY31" fmla="*/ 129508 h 163933"/>
                <a:gd name="connsiteX32" fmla="*/ 11476 w 149179"/>
                <a:gd name="connsiteY32" fmla="*/ 131147 h 163933"/>
                <a:gd name="connsiteX33" fmla="*/ 14754 w 149179"/>
                <a:gd name="connsiteY33" fmla="*/ 127868 h 163933"/>
                <a:gd name="connsiteX34" fmla="*/ 14754 w 149179"/>
                <a:gd name="connsiteY34" fmla="*/ 129508 h 163933"/>
                <a:gd name="connsiteX35" fmla="*/ 18033 w 149179"/>
                <a:gd name="connsiteY35" fmla="*/ 131147 h 163933"/>
                <a:gd name="connsiteX36" fmla="*/ 22951 w 149179"/>
                <a:gd name="connsiteY36" fmla="*/ 131147 h 163933"/>
                <a:gd name="connsiteX37" fmla="*/ 21312 w 149179"/>
                <a:gd name="connsiteY37" fmla="*/ 126229 h 163933"/>
                <a:gd name="connsiteX38" fmla="*/ 18033 w 149179"/>
                <a:gd name="connsiteY38" fmla="*/ 122950 h 163933"/>
                <a:gd name="connsiteX39" fmla="*/ 21312 w 149179"/>
                <a:gd name="connsiteY39" fmla="*/ 122950 h 163933"/>
                <a:gd name="connsiteX40" fmla="*/ 26229 w 149179"/>
                <a:gd name="connsiteY40" fmla="*/ 121311 h 163933"/>
                <a:gd name="connsiteX41" fmla="*/ 27869 w 149179"/>
                <a:gd name="connsiteY41" fmla="*/ 116393 h 163933"/>
                <a:gd name="connsiteX42" fmla="*/ 32787 w 149179"/>
                <a:gd name="connsiteY42" fmla="*/ 116393 h 163933"/>
                <a:gd name="connsiteX43" fmla="*/ 36066 w 149179"/>
                <a:gd name="connsiteY43" fmla="*/ 116393 h 163933"/>
                <a:gd name="connsiteX44" fmla="*/ 37705 w 149179"/>
                <a:gd name="connsiteY44" fmla="*/ 116393 h 163933"/>
                <a:gd name="connsiteX45" fmla="*/ 37705 w 149179"/>
                <a:gd name="connsiteY45" fmla="*/ 116393 h 163933"/>
                <a:gd name="connsiteX46" fmla="*/ 40983 w 149179"/>
                <a:gd name="connsiteY46" fmla="*/ 116393 h 163933"/>
                <a:gd name="connsiteX47" fmla="*/ 45902 w 149179"/>
                <a:gd name="connsiteY47" fmla="*/ 114754 h 163933"/>
                <a:gd name="connsiteX48" fmla="*/ 49180 w 149179"/>
                <a:gd name="connsiteY48" fmla="*/ 114754 h 163933"/>
                <a:gd name="connsiteX49" fmla="*/ 52459 w 149179"/>
                <a:gd name="connsiteY49" fmla="*/ 113114 h 163933"/>
                <a:gd name="connsiteX50" fmla="*/ 55737 w 149179"/>
                <a:gd name="connsiteY50" fmla="*/ 113114 h 163933"/>
                <a:gd name="connsiteX51" fmla="*/ 59016 w 149179"/>
                <a:gd name="connsiteY51" fmla="*/ 113114 h 163933"/>
                <a:gd name="connsiteX52" fmla="*/ 54098 w 149179"/>
                <a:gd name="connsiteY52" fmla="*/ 111475 h 163933"/>
                <a:gd name="connsiteX53" fmla="*/ 52459 w 149179"/>
                <a:gd name="connsiteY53" fmla="*/ 108196 h 163933"/>
                <a:gd name="connsiteX54" fmla="*/ 49180 w 149179"/>
                <a:gd name="connsiteY54" fmla="*/ 111475 h 163933"/>
                <a:gd name="connsiteX55" fmla="*/ 44262 w 149179"/>
                <a:gd name="connsiteY55" fmla="*/ 114754 h 163933"/>
                <a:gd name="connsiteX56" fmla="*/ 40983 w 149179"/>
                <a:gd name="connsiteY56" fmla="*/ 116393 h 163933"/>
                <a:gd name="connsiteX57" fmla="*/ 37705 w 149179"/>
                <a:gd name="connsiteY57" fmla="*/ 114754 h 163933"/>
                <a:gd name="connsiteX58" fmla="*/ 34426 w 149179"/>
                <a:gd name="connsiteY58" fmla="*/ 114754 h 163933"/>
                <a:gd name="connsiteX59" fmla="*/ 29508 w 149179"/>
                <a:gd name="connsiteY59" fmla="*/ 114754 h 163933"/>
                <a:gd name="connsiteX60" fmla="*/ 29508 w 149179"/>
                <a:gd name="connsiteY60" fmla="*/ 114754 h 163933"/>
                <a:gd name="connsiteX61" fmla="*/ 24590 w 149179"/>
                <a:gd name="connsiteY61" fmla="*/ 116393 h 163933"/>
                <a:gd name="connsiteX62" fmla="*/ 21312 w 149179"/>
                <a:gd name="connsiteY62" fmla="*/ 116393 h 163933"/>
                <a:gd name="connsiteX63" fmla="*/ 26229 w 149179"/>
                <a:gd name="connsiteY63" fmla="*/ 114754 h 163933"/>
                <a:gd name="connsiteX64" fmla="*/ 29508 w 149179"/>
                <a:gd name="connsiteY64" fmla="*/ 111475 h 163933"/>
                <a:gd name="connsiteX65" fmla="*/ 32787 w 149179"/>
                <a:gd name="connsiteY65" fmla="*/ 109836 h 163933"/>
                <a:gd name="connsiteX66" fmla="*/ 36066 w 149179"/>
                <a:gd name="connsiteY66" fmla="*/ 106557 h 163933"/>
                <a:gd name="connsiteX67" fmla="*/ 39344 w 149179"/>
                <a:gd name="connsiteY67" fmla="*/ 101639 h 163933"/>
                <a:gd name="connsiteX68" fmla="*/ 39344 w 149179"/>
                <a:gd name="connsiteY68" fmla="*/ 98360 h 163933"/>
                <a:gd name="connsiteX69" fmla="*/ 42623 w 149179"/>
                <a:gd name="connsiteY69" fmla="*/ 95081 h 163933"/>
                <a:gd name="connsiteX70" fmla="*/ 45902 w 149179"/>
                <a:gd name="connsiteY70" fmla="*/ 93442 h 163933"/>
                <a:gd name="connsiteX71" fmla="*/ 49180 w 149179"/>
                <a:gd name="connsiteY71" fmla="*/ 93442 h 163933"/>
                <a:gd name="connsiteX72" fmla="*/ 52459 w 149179"/>
                <a:gd name="connsiteY72" fmla="*/ 91803 h 163933"/>
                <a:gd name="connsiteX73" fmla="*/ 55737 w 149179"/>
                <a:gd name="connsiteY73" fmla="*/ 90164 h 163933"/>
                <a:gd name="connsiteX74" fmla="*/ 52459 w 149179"/>
                <a:gd name="connsiteY74" fmla="*/ 90164 h 163933"/>
                <a:gd name="connsiteX75" fmla="*/ 50820 w 149179"/>
                <a:gd name="connsiteY75" fmla="*/ 86885 h 163933"/>
                <a:gd name="connsiteX76" fmla="*/ 47541 w 149179"/>
                <a:gd name="connsiteY76" fmla="*/ 88524 h 163933"/>
                <a:gd name="connsiteX77" fmla="*/ 44262 w 149179"/>
                <a:gd name="connsiteY77" fmla="*/ 88524 h 163933"/>
                <a:gd name="connsiteX78" fmla="*/ 39344 w 149179"/>
                <a:gd name="connsiteY78" fmla="*/ 88524 h 163933"/>
                <a:gd name="connsiteX79" fmla="*/ 36066 w 149179"/>
                <a:gd name="connsiteY79" fmla="*/ 88524 h 163933"/>
                <a:gd name="connsiteX80" fmla="*/ 32787 w 149179"/>
                <a:gd name="connsiteY80" fmla="*/ 85245 h 163933"/>
                <a:gd name="connsiteX81" fmla="*/ 29508 w 149179"/>
                <a:gd name="connsiteY81" fmla="*/ 85245 h 163933"/>
                <a:gd name="connsiteX82" fmla="*/ 24590 w 149179"/>
                <a:gd name="connsiteY82" fmla="*/ 85245 h 163933"/>
                <a:gd name="connsiteX83" fmla="*/ 27869 w 149179"/>
                <a:gd name="connsiteY83" fmla="*/ 81967 h 163933"/>
                <a:gd name="connsiteX84" fmla="*/ 24590 w 149179"/>
                <a:gd name="connsiteY84" fmla="*/ 80327 h 163933"/>
                <a:gd name="connsiteX85" fmla="*/ 21312 w 149179"/>
                <a:gd name="connsiteY85" fmla="*/ 83606 h 163933"/>
                <a:gd name="connsiteX86" fmla="*/ 18033 w 149179"/>
                <a:gd name="connsiteY86" fmla="*/ 81967 h 163933"/>
                <a:gd name="connsiteX87" fmla="*/ 21312 w 149179"/>
                <a:gd name="connsiteY87" fmla="*/ 78688 h 163933"/>
                <a:gd name="connsiteX88" fmla="*/ 18033 w 149179"/>
                <a:gd name="connsiteY88" fmla="*/ 77049 h 163933"/>
                <a:gd name="connsiteX89" fmla="*/ 21312 w 149179"/>
                <a:gd name="connsiteY89" fmla="*/ 75409 h 163933"/>
                <a:gd name="connsiteX90" fmla="*/ 21312 w 149179"/>
                <a:gd name="connsiteY90" fmla="*/ 75409 h 163933"/>
                <a:gd name="connsiteX91" fmla="*/ 21312 w 149179"/>
                <a:gd name="connsiteY91" fmla="*/ 75409 h 163933"/>
                <a:gd name="connsiteX92" fmla="*/ 21312 w 149179"/>
                <a:gd name="connsiteY92" fmla="*/ 73770 h 163933"/>
                <a:gd name="connsiteX93" fmla="*/ 26229 w 149179"/>
                <a:gd name="connsiteY93" fmla="*/ 73770 h 163933"/>
                <a:gd name="connsiteX94" fmla="*/ 29508 w 149179"/>
                <a:gd name="connsiteY94" fmla="*/ 73770 h 163933"/>
                <a:gd name="connsiteX95" fmla="*/ 31147 w 149179"/>
                <a:gd name="connsiteY95" fmla="*/ 73770 h 163933"/>
                <a:gd name="connsiteX96" fmla="*/ 27869 w 149179"/>
                <a:gd name="connsiteY96" fmla="*/ 73770 h 163933"/>
                <a:gd name="connsiteX97" fmla="*/ 24590 w 149179"/>
                <a:gd name="connsiteY97" fmla="*/ 68852 h 163933"/>
                <a:gd name="connsiteX98" fmla="*/ 29508 w 149179"/>
                <a:gd name="connsiteY98" fmla="*/ 65573 h 163933"/>
                <a:gd name="connsiteX99" fmla="*/ 32787 w 149179"/>
                <a:gd name="connsiteY99" fmla="*/ 65573 h 163933"/>
                <a:gd name="connsiteX100" fmla="*/ 36066 w 149179"/>
                <a:gd name="connsiteY100" fmla="*/ 65573 h 163933"/>
                <a:gd name="connsiteX101" fmla="*/ 37705 w 149179"/>
                <a:gd name="connsiteY101" fmla="*/ 62295 h 163933"/>
                <a:gd name="connsiteX102" fmla="*/ 34426 w 149179"/>
                <a:gd name="connsiteY102" fmla="*/ 60655 h 163933"/>
                <a:gd name="connsiteX103" fmla="*/ 29508 w 149179"/>
                <a:gd name="connsiteY103" fmla="*/ 62295 h 163933"/>
                <a:gd name="connsiteX104" fmla="*/ 26229 w 149179"/>
                <a:gd name="connsiteY104" fmla="*/ 62295 h 163933"/>
                <a:gd name="connsiteX105" fmla="*/ 26229 w 149179"/>
                <a:gd name="connsiteY105" fmla="*/ 60655 h 163933"/>
                <a:gd name="connsiteX106" fmla="*/ 29508 w 149179"/>
                <a:gd name="connsiteY106" fmla="*/ 59016 h 163933"/>
                <a:gd name="connsiteX107" fmla="*/ 31147 w 149179"/>
                <a:gd name="connsiteY107" fmla="*/ 60655 h 163933"/>
                <a:gd name="connsiteX108" fmla="*/ 29508 w 149179"/>
                <a:gd name="connsiteY108" fmla="*/ 57377 h 163933"/>
                <a:gd name="connsiteX109" fmla="*/ 29508 w 149179"/>
                <a:gd name="connsiteY109" fmla="*/ 52459 h 163933"/>
                <a:gd name="connsiteX110" fmla="*/ 26229 w 149179"/>
                <a:gd name="connsiteY110" fmla="*/ 54098 h 163933"/>
                <a:gd name="connsiteX111" fmla="*/ 27869 w 149179"/>
                <a:gd name="connsiteY111" fmla="*/ 50819 h 163933"/>
                <a:gd name="connsiteX112" fmla="*/ 24590 w 149179"/>
                <a:gd name="connsiteY112" fmla="*/ 47541 h 163933"/>
                <a:gd name="connsiteX113" fmla="*/ 22951 w 149179"/>
                <a:gd name="connsiteY113" fmla="*/ 50819 h 163933"/>
                <a:gd name="connsiteX114" fmla="*/ 22951 w 149179"/>
                <a:gd name="connsiteY114" fmla="*/ 47541 h 163933"/>
                <a:gd name="connsiteX115" fmla="*/ 26229 w 149179"/>
                <a:gd name="connsiteY115" fmla="*/ 44262 h 163933"/>
                <a:gd name="connsiteX116" fmla="*/ 26229 w 149179"/>
                <a:gd name="connsiteY116" fmla="*/ 47541 h 163933"/>
                <a:gd name="connsiteX117" fmla="*/ 29508 w 149179"/>
                <a:gd name="connsiteY117" fmla="*/ 45901 h 163933"/>
                <a:gd name="connsiteX118" fmla="*/ 32787 w 149179"/>
                <a:gd name="connsiteY118" fmla="*/ 45901 h 163933"/>
                <a:gd name="connsiteX119" fmla="*/ 36066 w 149179"/>
                <a:gd name="connsiteY119" fmla="*/ 44262 h 163933"/>
                <a:gd name="connsiteX120" fmla="*/ 40983 w 149179"/>
                <a:gd name="connsiteY120" fmla="*/ 44262 h 163933"/>
                <a:gd name="connsiteX121" fmla="*/ 44262 w 149179"/>
                <a:gd name="connsiteY121" fmla="*/ 44262 h 163933"/>
                <a:gd name="connsiteX122" fmla="*/ 47541 w 149179"/>
                <a:gd name="connsiteY122" fmla="*/ 44262 h 163933"/>
                <a:gd name="connsiteX123" fmla="*/ 50820 w 149179"/>
                <a:gd name="connsiteY123" fmla="*/ 45901 h 163933"/>
                <a:gd name="connsiteX124" fmla="*/ 52459 w 149179"/>
                <a:gd name="connsiteY124" fmla="*/ 50819 h 163933"/>
                <a:gd name="connsiteX125" fmla="*/ 52459 w 149179"/>
                <a:gd name="connsiteY125" fmla="*/ 50819 h 163933"/>
                <a:gd name="connsiteX126" fmla="*/ 54098 w 149179"/>
                <a:gd name="connsiteY126" fmla="*/ 49180 h 163933"/>
                <a:gd name="connsiteX127" fmla="*/ 55737 w 149179"/>
                <a:gd name="connsiteY127" fmla="*/ 45901 h 163933"/>
                <a:gd name="connsiteX128" fmla="*/ 59016 w 149179"/>
                <a:gd name="connsiteY128" fmla="*/ 44262 h 163933"/>
                <a:gd name="connsiteX129" fmla="*/ 63934 w 149179"/>
                <a:gd name="connsiteY129" fmla="*/ 45901 h 163933"/>
                <a:gd name="connsiteX130" fmla="*/ 67213 w 149179"/>
                <a:gd name="connsiteY130" fmla="*/ 45901 h 163933"/>
                <a:gd name="connsiteX131" fmla="*/ 70492 w 149179"/>
                <a:gd name="connsiteY131" fmla="*/ 47541 h 163933"/>
                <a:gd name="connsiteX132" fmla="*/ 73770 w 149179"/>
                <a:gd name="connsiteY132" fmla="*/ 44262 h 163933"/>
                <a:gd name="connsiteX133" fmla="*/ 70492 w 149179"/>
                <a:gd name="connsiteY133" fmla="*/ 42623 h 163933"/>
                <a:gd name="connsiteX134" fmla="*/ 72131 w 149179"/>
                <a:gd name="connsiteY134" fmla="*/ 39344 h 163933"/>
                <a:gd name="connsiteX135" fmla="*/ 77049 w 149179"/>
                <a:gd name="connsiteY135" fmla="*/ 37705 h 163933"/>
                <a:gd name="connsiteX136" fmla="*/ 78688 w 149179"/>
                <a:gd name="connsiteY136" fmla="*/ 37705 h 163933"/>
                <a:gd name="connsiteX137" fmla="*/ 81967 w 149179"/>
                <a:gd name="connsiteY137" fmla="*/ 36065 h 163933"/>
                <a:gd name="connsiteX138" fmla="*/ 85246 w 149179"/>
                <a:gd name="connsiteY138" fmla="*/ 36065 h 163933"/>
                <a:gd name="connsiteX139" fmla="*/ 86885 w 149179"/>
                <a:gd name="connsiteY139" fmla="*/ 31147 h 163933"/>
                <a:gd name="connsiteX140" fmla="*/ 81967 w 149179"/>
                <a:gd name="connsiteY140" fmla="*/ 31147 h 163933"/>
                <a:gd name="connsiteX141" fmla="*/ 78688 w 149179"/>
                <a:gd name="connsiteY141" fmla="*/ 32787 h 163933"/>
                <a:gd name="connsiteX142" fmla="*/ 75410 w 149179"/>
                <a:gd name="connsiteY142" fmla="*/ 31147 h 163933"/>
                <a:gd name="connsiteX143" fmla="*/ 72131 w 149179"/>
                <a:gd name="connsiteY143" fmla="*/ 31147 h 163933"/>
                <a:gd name="connsiteX144" fmla="*/ 67213 w 149179"/>
                <a:gd name="connsiteY144" fmla="*/ 29508 h 163933"/>
                <a:gd name="connsiteX145" fmla="*/ 70492 w 149179"/>
                <a:gd name="connsiteY145" fmla="*/ 26229 h 163933"/>
                <a:gd name="connsiteX146" fmla="*/ 73770 w 149179"/>
                <a:gd name="connsiteY146" fmla="*/ 24590 h 163933"/>
                <a:gd name="connsiteX147" fmla="*/ 77049 w 149179"/>
                <a:gd name="connsiteY147" fmla="*/ 24590 h 163933"/>
                <a:gd name="connsiteX148" fmla="*/ 77049 w 149179"/>
                <a:gd name="connsiteY148" fmla="*/ 21311 h 163933"/>
                <a:gd name="connsiteX149" fmla="*/ 80327 w 149179"/>
                <a:gd name="connsiteY149" fmla="*/ 21311 h 163933"/>
                <a:gd name="connsiteX150" fmla="*/ 78688 w 149179"/>
                <a:gd name="connsiteY150" fmla="*/ 18033 h 163933"/>
                <a:gd name="connsiteX151" fmla="*/ 78688 w 149179"/>
                <a:gd name="connsiteY151" fmla="*/ 14754 h 163933"/>
                <a:gd name="connsiteX152" fmla="*/ 83606 w 149179"/>
                <a:gd name="connsiteY152" fmla="*/ 13114 h 163933"/>
                <a:gd name="connsiteX153" fmla="*/ 85246 w 149179"/>
                <a:gd name="connsiteY153" fmla="*/ 8197 h 163933"/>
                <a:gd name="connsiteX154" fmla="*/ 88524 w 149179"/>
                <a:gd name="connsiteY154" fmla="*/ 8197 h 163933"/>
                <a:gd name="connsiteX155" fmla="*/ 93442 w 149179"/>
                <a:gd name="connsiteY155" fmla="*/ 8197 h 163933"/>
                <a:gd name="connsiteX156" fmla="*/ 96721 w 149179"/>
                <a:gd name="connsiteY156" fmla="*/ 6557 h 163933"/>
                <a:gd name="connsiteX157" fmla="*/ 100000 w 149179"/>
                <a:gd name="connsiteY157" fmla="*/ 8197 h 163933"/>
                <a:gd name="connsiteX158" fmla="*/ 103279 w 149179"/>
                <a:gd name="connsiteY158" fmla="*/ 8197 h 163933"/>
                <a:gd name="connsiteX159" fmla="*/ 103279 w 149179"/>
                <a:gd name="connsiteY159" fmla="*/ 4918 h 163933"/>
                <a:gd name="connsiteX160" fmla="*/ 106557 w 149179"/>
                <a:gd name="connsiteY160" fmla="*/ 3279 h 163933"/>
                <a:gd name="connsiteX161" fmla="*/ 108196 w 149179"/>
                <a:gd name="connsiteY161" fmla="*/ 6557 h 163933"/>
                <a:gd name="connsiteX162" fmla="*/ 109836 w 149179"/>
                <a:gd name="connsiteY162" fmla="*/ 11475 h 163933"/>
                <a:gd name="connsiteX163" fmla="*/ 106557 w 149179"/>
                <a:gd name="connsiteY163" fmla="*/ 13114 h 163933"/>
                <a:gd name="connsiteX164" fmla="*/ 106557 w 149179"/>
                <a:gd name="connsiteY164" fmla="*/ 14754 h 163933"/>
                <a:gd name="connsiteX165" fmla="*/ 108196 w 149179"/>
                <a:gd name="connsiteY165" fmla="*/ 14754 h 163933"/>
                <a:gd name="connsiteX166" fmla="*/ 111475 w 149179"/>
                <a:gd name="connsiteY166" fmla="*/ 13114 h 163933"/>
                <a:gd name="connsiteX167" fmla="*/ 111475 w 149179"/>
                <a:gd name="connsiteY167" fmla="*/ 9836 h 163933"/>
                <a:gd name="connsiteX168" fmla="*/ 109836 w 149179"/>
                <a:gd name="connsiteY168" fmla="*/ 4918 h 163933"/>
                <a:gd name="connsiteX169" fmla="*/ 113114 w 149179"/>
                <a:gd name="connsiteY169" fmla="*/ 3279 h 163933"/>
                <a:gd name="connsiteX170" fmla="*/ 118032 w 149179"/>
                <a:gd name="connsiteY170" fmla="*/ 3279 h 163933"/>
                <a:gd name="connsiteX171" fmla="*/ 121311 w 149179"/>
                <a:gd name="connsiteY171" fmla="*/ 0 h 163933"/>
                <a:gd name="connsiteX172" fmla="*/ 124590 w 149179"/>
                <a:gd name="connsiteY172" fmla="*/ 3279 h 163933"/>
                <a:gd name="connsiteX173" fmla="*/ 127869 w 149179"/>
                <a:gd name="connsiteY173" fmla="*/ 4918 h 163933"/>
                <a:gd name="connsiteX174" fmla="*/ 124590 w 149179"/>
                <a:gd name="connsiteY174" fmla="*/ 8197 h 163933"/>
                <a:gd name="connsiteX175" fmla="*/ 121311 w 149179"/>
                <a:gd name="connsiteY175" fmla="*/ 9836 h 163933"/>
                <a:gd name="connsiteX176" fmla="*/ 118032 w 149179"/>
                <a:gd name="connsiteY176" fmla="*/ 11475 h 163933"/>
                <a:gd name="connsiteX177" fmla="*/ 118032 w 149179"/>
                <a:gd name="connsiteY177" fmla="*/ 11475 h 163933"/>
                <a:gd name="connsiteX178" fmla="*/ 114754 w 149179"/>
                <a:gd name="connsiteY178" fmla="*/ 13114 h 163933"/>
                <a:gd name="connsiteX179" fmla="*/ 113114 w 149179"/>
                <a:gd name="connsiteY179" fmla="*/ 14754 h 163933"/>
                <a:gd name="connsiteX180" fmla="*/ 113114 w 149179"/>
                <a:gd name="connsiteY180" fmla="*/ 16393 h 163933"/>
                <a:gd name="connsiteX181" fmla="*/ 113114 w 149179"/>
                <a:gd name="connsiteY181" fmla="*/ 16393 h 163933"/>
                <a:gd name="connsiteX182" fmla="*/ 111475 w 149179"/>
                <a:gd name="connsiteY182" fmla="*/ 21311 h 163933"/>
                <a:gd name="connsiteX183" fmla="*/ 109836 w 149179"/>
                <a:gd name="connsiteY183" fmla="*/ 21311 h 163933"/>
                <a:gd name="connsiteX184" fmla="*/ 109836 w 149179"/>
                <a:gd name="connsiteY184" fmla="*/ 21311 h 163933"/>
                <a:gd name="connsiteX185" fmla="*/ 109836 w 149179"/>
                <a:gd name="connsiteY185" fmla="*/ 21311 h 163933"/>
                <a:gd name="connsiteX186" fmla="*/ 108196 w 149179"/>
                <a:gd name="connsiteY186" fmla="*/ 22951 h 163933"/>
                <a:gd name="connsiteX187" fmla="*/ 103279 w 149179"/>
                <a:gd name="connsiteY187" fmla="*/ 24590 h 163933"/>
                <a:gd name="connsiteX188" fmla="*/ 100000 w 149179"/>
                <a:gd name="connsiteY188" fmla="*/ 27869 h 163933"/>
                <a:gd name="connsiteX189" fmla="*/ 96721 w 149179"/>
                <a:gd name="connsiteY189" fmla="*/ 27869 h 163933"/>
                <a:gd name="connsiteX190" fmla="*/ 100000 w 149179"/>
                <a:gd name="connsiteY190" fmla="*/ 31147 h 163933"/>
                <a:gd name="connsiteX191" fmla="*/ 101639 w 149179"/>
                <a:gd name="connsiteY191" fmla="*/ 31147 h 163933"/>
                <a:gd name="connsiteX192" fmla="*/ 98360 w 149179"/>
                <a:gd name="connsiteY192" fmla="*/ 32787 h 163933"/>
                <a:gd name="connsiteX193" fmla="*/ 96721 w 149179"/>
                <a:gd name="connsiteY193" fmla="*/ 34426 h 163933"/>
                <a:gd name="connsiteX194" fmla="*/ 93442 w 149179"/>
                <a:gd name="connsiteY194" fmla="*/ 34426 h 163933"/>
                <a:gd name="connsiteX195" fmla="*/ 90164 w 149179"/>
                <a:gd name="connsiteY195" fmla="*/ 36065 h 163933"/>
                <a:gd name="connsiteX196" fmla="*/ 88524 w 149179"/>
                <a:gd name="connsiteY196" fmla="*/ 36065 h 163933"/>
                <a:gd name="connsiteX197" fmla="*/ 86885 w 149179"/>
                <a:gd name="connsiteY197" fmla="*/ 39344 h 163933"/>
                <a:gd name="connsiteX198" fmla="*/ 86885 w 149179"/>
                <a:gd name="connsiteY198" fmla="*/ 39344 h 163933"/>
                <a:gd name="connsiteX199" fmla="*/ 91803 w 149179"/>
                <a:gd name="connsiteY199" fmla="*/ 42623 h 163933"/>
                <a:gd name="connsiteX200" fmla="*/ 91803 w 149179"/>
                <a:gd name="connsiteY200" fmla="*/ 44262 h 163933"/>
                <a:gd name="connsiteX201" fmla="*/ 95082 w 149179"/>
                <a:gd name="connsiteY201" fmla="*/ 44262 h 163933"/>
                <a:gd name="connsiteX202" fmla="*/ 95082 w 149179"/>
                <a:gd name="connsiteY202" fmla="*/ 49180 h 163933"/>
                <a:gd name="connsiteX203" fmla="*/ 100000 w 149179"/>
                <a:gd name="connsiteY203" fmla="*/ 49180 h 163933"/>
                <a:gd name="connsiteX204" fmla="*/ 100000 w 149179"/>
                <a:gd name="connsiteY204" fmla="*/ 47541 h 163933"/>
                <a:gd name="connsiteX205" fmla="*/ 100000 w 149179"/>
                <a:gd name="connsiteY205" fmla="*/ 49180 h 163933"/>
                <a:gd name="connsiteX206" fmla="*/ 104917 w 149179"/>
                <a:gd name="connsiteY206" fmla="*/ 50819 h 163933"/>
                <a:gd name="connsiteX207" fmla="*/ 108196 w 149179"/>
                <a:gd name="connsiteY207" fmla="*/ 50819 h 163933"/>
                <a:gd name="connsiteX208" fmla="*/ 108196 w 149179"/>
                <a:gd name="connsiteY208" fmla="*/ 50819 h 163933"/>
                <a:gd name="connsiteX209" fmla="*/ 111475 w 149179"/>
                <a:gd name="connsiteY209" fmla="*/ 52459 h 163933"/>
                <a:gd name="connsiteX210" fmla="*/ 111475 w 149179"/>
                <a:gd name="connsiteY210" fmla="*/ 52459 h 163933"/>
                <a:gd name="connsiteX211" fmla="*/ 111475 w 149179"/>
                <a:gd name="connsiteY211" fmla="*/ 50819 h 163933"/>
                <a:gd name="connsiteX212" fmla="*/ 113114 w 149179"/>
                <a:gd name="connsiteY212" fmla="*/ 50819 h 163933"/>
                <a:gd name="connsiteX213" fmla="*/ 114754 w 149179"/>
                <a:gd name="connsiteY213" fmla="*/ 50819 h 163933"/>
                <a:gd name="connsiteX214" fmla="*/ 114754 w 149179"/>
                <a:gd name="connsiteY214" fmla="*/ 49180 h 163933"/>
                <a:gd name="connsiteX215" fmla="*/ 118032 w 149179"/>
                <a:gd name="connsiteY215" fmla="*/ 45901 h 163933"/>
                <a:gd name="connsiteX216" fmla="*/ 116393 w 149179"/>
                <a:gd name="connsiteY216" fmla="*/ 44262 h 163933"/>
                <a:gd name="connsiteX217" fmla="*/ 116393 w 149179"/>
                <a:gd name="connsiteY217" fmla="*/ 42623 h 163933"/>
                <a:gd name="connsiteX218" fmla="*/ 121311 w 149179"/>
                <a:gd name="connsiteY218" fmla="*/ 40983 h 163933"/>
                <a:gd name="connsiteX219" fmla="*/ 124590 w 149179"/>
                <a:gd name="connsiteY219" fmla="*/ 39344 h 163933"/>
                <a:gd name="connsiteX220" fmla="*/ 127869 w 149179"/>
                <a:gd name="connsiteY220" fmla="*/ 42623 h 163933"/>
                <a:gd name="connsiteX221" fmla="*/ 127869 w 149179"/>
                <a:gd name="connsiteY221" fmla="*/ 45901 h 163933"/>
                <a:gd name="connsiteX222" fmla="*/ 131147 w 149179"/>
                <a:gd name="connsiteY222" fmla="*/ 49180 h 163933"/>
                <a:gd name="connsiteX223" fmla="*/ 134426 w 149179"/>
                <a:gd name="connsiteY223" fmla="*/ 49180 h 163933"/>
                <a:gd name="connsiteX224" fmla="*/ 132786 w 149179"/>
                <a:gd name="connsiteY224" fmla="*/ 52459 h 163933"/>
                <a:gd name="connsiteX225" fmla="*/ 134426 w 149179"/>
                <a:gd name="connsiteY225" fmla="*/ 54098 h 163933"/>
                <a:gd name="connsiteX226" fmla="*/ 137704 w 149179"/>
                <a:gd name="connsiteY226" fmla="*/ 54098 h 163933"/>
                <a:gd name="connsiteX227" fmla="*/ 142623 w 149179"/>
                <a:gd name="connsiteY227" fmla="*/ 54098 h 163933"/>
                <a:gd name="connsiteX228" fmla="*/ 142623 w 149179"/>
                <a:gd name="connsiteY228" fmla="*/ 54098 h 163933"/>
                <a:gd name="connsiteX229" fmla="*/ 144262 w 149179"/>
                <a:gd name="connsiteY229" fmla="*/ 52459 h 163933"/>
                <a:gd name="connsiteX230" fmla="*/ 145901 w 149179"/>
                <a:gd name="connsiteY230" fmla="*/ 52459 h 163933"/>
                <a:gd name="connsiteX231" fmla="*/ 145901 w 149179"/>
                <a:gd name="connsiteY231" fmla="*/ 52459 h 163933"/>
                <a:gd name="connsiteX232" fmla="*/ 149180 w 149179"/>
                <a:gd name="connsiteY232" fmla="*/ 55737 h 163933"/>
                <a:gd name="connsiteX233" fmla="*/ 145901 w 149179"/>
                <a:gd name="connsiteY233" fmla="*/ 57377 h 163933"/>
                <a:gd name="connsiteX234" fmla="*/ 142623 w 149179"/>
                <a:gd name="connsiteY234" fmla="*/ 57377 h 163933"/>
                <a:gd name="connsiteX235" fmla="*/ 140983 w 149179"/>
                <a:gd name="connsiteY235" fmla="*/ 60655 h 163933"/>
                <a:gd name="connsiteX236" fmla="*/ 145901 w 149179"/>
                <a:gd name="connsiteY236" fmla="*/ 62295 h 163933"/>
                <a:gd name="connsiteX237" fmla="*/ 145901 w 149179"/>
                <a:gd name="connsiteY237" fmla="*/ 65573 h 163933"/>
                <a:gd name="connsiteX238" fmla="*/ 144262 w 149179"/>
                <a:gd name="connsiteY238" fmla="*/ 68852 h 163933"/>
                <a:gd name="connsiteX239" fmla="*/ 144262 w 149179"/>
                <a:gd name="connsiteY239" fmla="*/ 70491 h 163933"/>
                <a:gd name="connsiteX240" fmla="*/ 145901 w 149179"/>
                <a:gd name="connsiteY240" fmla="*/ 72131 h 163933"/>
                <a:gd name="connsiteX241" fmla="*/ 149180 w 149179"/>
                <a:gd name="connsiteY241" fmla="*/ 75409 h 163933"/>
                <a:gd name="connsiteX242" fmla="*/ 149180 w 149179"/>
                <a:gd name="connsiteY242" fmla="*/ 78688 h 163933"/>
                <a:gd name="connsiteX243" fmla="*/ 147540 w 149179"/>
                <a:gd name="connsiteY243" fmla="*/ 78688 h 163933"/>
                <a:gd name="connsiteX244" fmla="*/ 147540 w 149179"/>
                <a:gd name="connsiteY244" fmla="*/ 80327 h 163933"/>
                <a:gd name="connsiteX245" fmla="*/ 147540 w 149179"/>
                <a:gd name="connsiteY245" fmla="*/ 81967 h 163933"/>
                <a:gd name="connsiteX246" fmla="*/ 144262 w 149179"/>
                <a:gd name="connsiteY246" fmla="*/ 83606 h 163933"/>
                <a:gd name="connsiteX247" fmla="*/ 145901 w 149179"/>
                <a:gd name="connsiteY247" fmla="*/ 85245 h 163933"/>
                <a:gd name="connsiteX248" fmla="*/ 147540 w 149179"/>
                <a:gd name="connsiteY248" fmla="*/ 88524 h 163933"/>
                <a:gd name="connsiteX249" fmla="*/ 147540 w 149179"/>
                <a:gd name="connsiteY249" fmla="*/ 90164 h 163933"/>
                <a:gd name="connsiteX250" fmla="*/ 149180 w 149179"/>
                <a:gd name="connsiteY250" fmla="*/ 93442 h 163933"/>
                <a:gd name="connsiteX251" fmla="*/ 149180 w 149179"/>
                <a:gd name="connsiteY251" fmla="*/ 98360 h 163933"/>
                <a:gd name="connsiteX252" fmla="*/ 149180 w 149179"/>
                <a:gd name="connsiteY252" fmla="*/ 101639 h 163933"/>
                <a:gd name="connsiteX253" fmla="*/ 145901 w 149179"/>
                <a:gd name="connsiteY253" fmla="*/ 104917 h 163933"/>
                <a:gd name="connsiteX254" fmla="*/ 144262 w 149179"/>
                <a:gd name="connsiteY254" fmla="*/ 108196 h 163933"/>
                <a:gd name="connsiteX255" fmla="*/ 144262 w 149179"/>
                <a:gd name="connsiteY255" fmla="*/ 109836 h 163933"/>
                <a:gd name="connsiteX256" fmla="*/ 140983 w 149179"/>
                <a:gd name="connsiteY256" fmla="*/ 113114 h 163933"/>
                <a:gd name="connsiteX257" fmla="*/ 140983 w 149179"/>
                <a:gd name="connsiteY257" fmla="*/ 118032 h 163933"/>
                <a:gd name="connsiteX258" fmla="*/ 137704 w 149179"/>
                <a:gd name="connsiteY258" fmla="*/ 121311 h 163933"/>
                <a:gd name="connsiteX259" fmla="*/ 136065 w 149179"/>
                <a:gd name="connsiteY259" fmla="*/ 124589 h 163933"/>
                <a:gd name="connsiteX260" fmla="*/ 134426 w 149179"/>
                <a:gd name="connsiteY260" fmla="*/ 126229 h 163933"/>
                <a:gd name="connsiteX261" fmla="*/ 131147 w 149179"/>
                <a:gd name="connsiteY261" fmla="*/ 126229 h 163933"/>
                <a:gd name="connsiteX262" fmla="*/ 134426 w 149179"/>
                <a:gd name="connsiteY262" fmla="*/ 127868 h 163933"/>
                <a:gd name="connsiteX263" fmla="*/ 136065 w 149179"/>
                <a:gd name="connsiteY263" fmla="*/ 131147 h 163933"/>
                <a:gd name="connsiteX264" fmla="*/ 132786 w 149179"/>
                <a:gd name="connsiteY264" fmla="*/ 132786 h 163933"/>
                <a:gd name="connsiteX265" fmla="*/ 129508 w 149179"/>
                <a:gd name="connsiteY265" fmla="*/ 132786 h 163933"/>
                <a:gd name="connsiteX266" fmla="*/ 124590 w 149179"/>
                <a:gd name="connsiteY266" fmla="*/ 132786 h 163933"/>
                <a:gd name="connsiteX267" fmla="*/ 121311 w 149179"/>
                <a:gd name="connsiteY267" fmla="*/ 132786 h 163933"/>
                <a:gd name="connsiteX268" fmla="*/ 118032 w 149179"/>
                <a:gd name="connsiteY268" fmla="*/ 134426 h 163933"/>
                <a:gd name="connsiteX269" fmla="*/ 114754 w 149179"/>
                <a:gd name="connsiteY269" fmla="*/ 131147 h 163933"/>
                <a:gd name="connsiteX270" fmla="*/ 114754 w 149179"/>
                <a:gd name="connsiteY270" fmla="*/ 129508 h 163933"/>
                <a:gd name="connsiteX271" fmla="*/ 114754 w 149179"/>
                <a:gd name="connsiteY271" fmla="*/ 129508 h 163933"/>
                <a:gd name="connsiteX272" fmla="*/ 114754 w 149179"/>
                <a:gd name="connsiteY272" fmla="*/ 129508 h 163933"/>
                <a:gd name="connsiteX273" fmla="*/ 114754 w 149179"/>
                <a:gd name="connsiteY273" fmla="*/ 129508 h 163933"/>
                <a:gd name="connsiteX274" fmla="*/ 114754 w 149179"/>
                <a:gd name="connsiteY274" fmla="*/ 129508 h 163933"/>
                <a:gd name="connsiteX275" fmla="*/ 114754 w 149179"/>
                <a:gd name="connsiteY275" fmla="*/ 132786 h 163933"/>
                <a:gd name="connsiteX276" fmla="*/ 111475 w 149179"/>
                <a:gd name="connsiteY276" fmla="*/ 136065 h 163933"/>
                <a:gd name="connsiteX277" fmla="*/ 106557 w 149179"/>
                <a:gd name="connsiteY277" fmla="*/ 136065 h 163933"/>
                <a:gd name="connsiteX278" fmla="*/ 103279 w 149179"/>
                <a:gd name="connsiteY278" fmla="*/ 134426 h 163933"/>
                <a:gd name="connsiteX279" fmla="*/ 100000 w 149179"/>
                <a:gd name="connsiteY279" fmla="*/ 136065 h 163933"/>
                <a:gd name="connsiteX280" fmla="*/ 96721 w 149179"/>
                <a:gd name="connsiteY280" fmla="*/ 136065 h 163933"/>
                <a:gd name="connsiteX281" fmla="*/ 95082 w 149179"/>
                <a:gd name="connsiteY281" fmla="*/ 136065 h 163933"/>
                <a:gd name="connsiteX282" fmla="*/ 93442 w 149179"/>
                <a:gd name="connsiteY282" fmla="*/ 137704 h 163933"/>
                <a:gd name="connsiteX283" fmla="*/ 93442 w 149179"/>
                <a:gd name="connsiteY283" fmla="*/ 140983 h 163933"/>
                <a:gd name="connsiteX284" fmla="*/ 90164 w 149179"/>
                <a:gd name="connsiteY284" fmla="*/ 142622 h 163933"/>
                <a:gd name="connsiteX285" fmla="*/ 86885 w 149179"/>
                <a:gd name="connsiteY285" fmla="*/ 142622 h 163933"/>
                <a:gd name="connsiteX286" fmla="*/ 85246 w 149179"/>
                <a:gd name="connsiteY286" fmla="*/ 142622 h 163933"/>
                <a:gd name="connsiteX287" fmla="*/ 85246 w 149179"/>
                <a:gd name="connsiteY287" fmla="*/ 142622 h 163933"/>
                <a:gd name="connsiteX288" fmla="*/ 83606 w 149179"/>
                <a:gd name="connsiteY288" fmla="*/ 145901 h 163933"/>
                <a:gd name="connsiteX289" fmla="*/ 78688 w 149179"/>
                <a:gd name="connsiteY289" fmla="*/ 147540 h 163933"/>
                <a:gd name="connsiteX290" fmla="*/ 75410 w 149179"/>
                <a:gd name="connsiteY290" fmla="*/ 149179 h 163933"/>
                <a:gd name="connsiteX291" fmla="*/ 72131 w 149179"/>
                <a:gd name="connsiteY291" fmla="*/ 149179 h 163933"/>
                <a:gd name="connsiteX292" fmla="*/ 73770 w 149179"/>
                <a:gd name="connsiteY292" fmla="*/ 145901 h 163933"/>
                <a:gd name="connsiteX293" fmla="*/ 68852 w 149179"/>
                <a:gd name="connsiteY293" fmla="*/ 145901 h 163933"/>
                <a:gd name="connsiteX294" fmla="*/ 68852 w 149179"/>
                <a:gd name="connsiteY294" fmla="*/ 145901 h 163933"/>
                <a:gd name="connsiteX295" fmla="*/ 67213 w 149179"/>
                <a:gd name="connsiteY295" fmla="*/ 145901 h 163933"/>
                <a:gd name="connsiteX296" fmla="*/ 65573 w 149179"/>
                <a:gd name="connsiteY296" fmla="*/ 145901 h 163933"/>
                <a:gd name="connsiteX297" fmla="*/ 68852 w 149179"/>
                <a:gd name="connsiteY297" fmla="*/ 147540 h 163933"/>
                <a:gd name="connsiteX298" fmla="*/ 68852 w 149179"/>
                <a:gd name="connsiteY298" fmla="*/ 152458 h 163933"/>
                <a:gd name="connsiteX299" fmla="*/ 65573 w 149179"/>
                <a:gd name="connsiteY299" fmla="*/ 154098 h 163933"/>
                <a:gd name="connsiteX300" fmla="*/ 63934 w 149179"/>
                <a:gd name="connsiteY300" fmla="*/ 154098 h 163933"/>
                <a:gd name="connsiteX301" fmla="*/ 60656 w 149179"/>
                <a:gd name="connsiteY301" fmla="*/ 157376 h 163933"/>
                <a:gd name="connsiteX302" fmla="*/ 57377 w 149179"/>
                <a:gd name="connsiteY302" fmla="*/ 155737 h 163933"/>
                <a:gd name="connsiteX303" fmla="*/ 54098 w 149179"/>
                <a:gd name="connsiteY303" fmla="*/ 159016 h 163933"/>
                <a:gd name="connsiteX304" fmla="*/ 49180 w 149179"/>
                <a:gd name="connsiteY304" fmla="*/ 159016 h 163933"/>
                <a:gd name="connsiteX305" fmla="*/ 45902 w 149179"/>
                <a:gd name="connsiteY305" fmla="*/ 159016 h 163933"/>
                <a:gd name="connsiteX306" fmla="*/ 42623 w 149179"/>
                <a:gd name="connsiteY306" fmla="*/ 160655 h 163933"/>
                <a:gd name="connsiteX307" fmla="*/ 37705 w 149179"/>
                <a:gd name="connsiteY307" fmla="*/ 160655 h 163933"/>
                <a:gd name="connsiteX308" fmla="*/ 34426 w 149179"/>
                <a:gd name="connsiteY308" fmla="*/ 162294 h 163933"/>
                <a:gd name="connsiteX309" fmla="*/ 31147 w 149179"/>
                <a:gd name="connsiteY309" fmla="*/ 162294 h 163933"/>
                <a:gd name="connsiteX310" fmla="*/ 27869 w 149179"/>
                <a:gd name="connsiteY310" fmla="*/ 162294 h 163933"/>
                <a:gd name="connsiteX311" fmla="*/ 22951 w 149179"/>
                <a:gd name="connsiteY311" fmla="*/ 162294 h 163933"/>
                <a:gd name="connsiteX312" fmla="*/ 19672 w 149179"/>
                <a:gd name="connsiteY312" fmla="*/ 163934 h 163933"/>
                <a:gd name="connsiteX313" fmla="*/ 22951 w 149179"/>
                <a:gd name="connsiteY313" fmla="*/ 160655 h 163933"/>
                <a:gd name="connsiteX314" fmla="*/ 26229 w 149179"/>
                <a:gd name="connsiteY314" fmla="*/ 157376 h 163933"/>
                <a:gd name="connsiteX315" fmla="*/ 22951 w 149179"/>
                <a:gd name="connsiteY315" fmla="*/ 159016 h 163933"/>
                <a:gd name="connsiteX316" fmla="*/ 18033 w 149179"/>
                <a:gd name="connsiteY316" fmla="*/ 160655 h 163933"/>
                <a:gd name="connsiteX317" fmla="*/ 22951 w 149179"/>
                <a:gd name="connsiteY317" fmla="*/ 157376 h 163933"/>
                <a:gd name="connsiteX318" fmla="*/ 26229 w 149179"/>
                <a:gd name="connsiteY318" fmla="*/ 155737 h 163933"/>
                <a:gd name="connsiteX319" fmla="*/ 29508 w 149179"/>
                <a:gd name="connsiteY319" fmla="*/ 154098 h 163933"/>
                <a:gd name="connsiteX320" fmla="*/ 26229 w 149179"/>
                <a:gd name="connsiteY320" fmla="*/ 154098 h 163933"/>
                <a:gd name="connsiteX321" fmla="*/ 22951 w 149179"/>
                <a:gd name="connsiteY321" fmla="*/ 154098 h 163933"/>
                <a:gd name="connsiteX322" fmla="*/ 18033 w 149179"/>
                <a:gd name="connsiteY322" fmla="*/ 155737 h 163933"/>
                <a:gd name="connsiteX323" fmla="*/ 14754 w 149179"/>
                <a:gd name="connsiteY323" fmla="*/ 155737 h 163933"/>
                <a:gd name="connsiteX324" fmla="*/ 11476 w 149179"/>
                <a:gd name="connsiteY324" fmla="*/ 157376 h 16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</a:cxnLst>
              <a:rect l="l" t="t" r="r" b="b"/>
              <a:pathLst>
                <a:path w="149179" h="163933">
                  <a:moveTo>
                    <a:pt x="11476" y="157376"/>
                  </a:moveTo>
                  <a:lnTo>
                    <a:pt x="8197" y="157376"/>
                  </a:lnTo>
                  <a:lnTo>
                    <a:pt x="11476" y="154098"/>
                  </a:lnTo>
                  <a:lnTo>
                    <a:pt x="11476" y="154098"/>
                  </a:lnTo>
                  <a:lnTo>
                    <a:pt x="16393" y="150819"/>
                  </a:lnTo>
                  <a:lnTo>
                    <a:pt x="18033" y="150819"/>
                  </a:lnTo>
                  <a:lnTo>
                    <a:pt x="21312" y="149179"/>
                  </a:lnTo>
                  <a:lnTo>
                    <a:pt x="24590" y="147540"/>
                  </a:lnTo>
                  <a:lnTo>
                    <a:pt x="21312" y="147540"/>
                  </a:lnTo>
                  <a:lnTo>
                    <a:pt x="18033" y="149179"/>
                  </a:lnTo>
                  <a:lnTo>
                    <a:pt x="13115" y="150819"/>
                  </a:lnTo>
                  <a:lnTo>
                    <a:pt x="13115" y="150819"/>
                  </a:lnTo>
                  <a:lnTo>
                    <a:pt x="8197" y="150819"/>
                  </a:lnTo>
                  <a:lnTo>
                    <a:pt x="4918" y="150819"/>
                  </a:lnTo>
                  <a:lnTo>
                    <a:pt x="1639" y="150819"/>
                  </a:lnTo>
                  <a:lnTo>
                    <a:pt x="0" y="145901"/>
                  </a:lnTo>
                  <a:lnTo>
                    <a:pt x="4918" y="144261"/>
                  </a:lnTo>
                  <a:lnTo>
                    <a:pt x="4918" y="140983"/>
                  </a:lnTo>
                  <a:lnTo>
                    <a:pt x="9836" y="139344"/>
                  </a:lnTo>
                  <a:lnTo>
                    <a:pt x="13115" y="139344"/>
                  </a:lnTo>
                  <a:lnTo>
                    <a:pt x="14754" y="139344"/>
                  </a:lnTo>
                  <a:lnTo>
                    <a:pt x="18033" y="136065"/>
                  </a:lnTo>
                  <a:lnTo>
                    <a:pt x="21312" y="136065"/>
                  </a:lnTo>
                  <a:lnTo>
                    <a:pt x="18033" y="134426"/>
                  </a:lnTo>
                  <a:lnTo>
                    <a:pt x="14754" y="134426"/>
                  </a:lnTo>
                  <a:lnTo>
                    <a:pt x="11476" y="136065"/>
                  </a:lnTo>
                  <a:lnTo>
                    <a:pt x="6557" y="136065"/>
                  </a:lnTo>
                  <a:lnTo>
                    <a:pt x="3279" y="136065"/>
                  </a:lnTo>
                  <a:lnTo>
                    <a:pt x="0" y="136065"/>
                  </a:lnTo>
                  <a:lnTo>
                    <a:pt x="0" y="132786"/>
                  </a:lnTo>
                  <a:lnTo>
                    <a:pt x="3279" y="131147"/>
                  </a:lnTo>
                  <a:lnTo>
                    <a:pt x="6557" y="129508"/>
                  </a:lnTo>
                  <a:lnTo>
                    <a:pt x="11476" y="131147"/>
                  </a:lnTo>
                  <a:lnTo>
                    <a:pt x="14754" y="127868"/>
                  </a:lnTo>
                  <a:lnTo>
                    <a:pt x="14754" y="129508"/>
                  </a:lnTo>
                  <a:lnTo>
                    <a:pt x="18033" y="131147"/>
                  </a:lnTo>
                  <a:lnTo>
                    <a:pt x="22951" y="131147"/>
                  </a:lnTo>
                  <a:lnTo>
                    <a:pt x="21312" y="126229"/>
                  </a:lnTo>
                  <a:lnTo>
                    <a:pt x="18033" y="122950"/>
                  </a:lnTo>
                  <a:lnTo>
                    <a:pt x="21312" y="122950"/>
                  </a:lnTo>
                  <a:lnTo>
                    <a:pt x="26229" y="121311"/>
                  </a:lnTo>
                  <a:lnTo>
                    <a:pt x="27869" y="116393"/>
                  </a:lnTo>
                  <a:lnTo>
                    <a:pt x="32787" y="116393"/>
                  </a:lnTo>
                  <a:lnTo>
                    <a:pt x="36066" y="116393"/>
                  </a:lnTo>
                  <a:lnTo>
                    <a:pt x="37705" y="116393"/>
                  </a:lnTo>
                  <a:lnTo>
                    <a:pt x="37705" y="116393"/>
                  </a:lnTo>
                  <a:lnTo>
                    <a:pt x="40983" y="116393"/>
                  </a:lnTo>
                  <a:lnTo>
                    <a:pt x="45902" y="114754"/>
                  </a:lnTo>
                  <a:lnTo>
                    <a:pt x="49180" y="114754"/>
                  </a:lnTo>
                  <a:lnTo>
                    <a:pt x="52459" y="113114"/>
                  </a:lnTo>
                  <a:lnTo>
                    <a:pt x="55737" y="113114"/>
                  </a:lnTo>
                  <a:lnTo>
                    <a:pt x="59016" y="113114"/>
                  </a:lnTo>
                  <a:lnTo>
                    <a:pt x="54098" y="111475"/>
                  </a:lnTo>
                  <a:lnTo>
                    <a:pt x="52459" y="108196"/>
                  </a:lnTo>
                  <a:lnTo>
                    <a:pt x="49180" y="111475"/>
                  </a:lnTo>
                  <a:lnTo>
                    <a:pt x="44262" y="114754"/>
                  </a:lnTo>
                  <a:lnTo>
                    <a:pt x="40983" y="116393"/>
                  </a:lnTo>
                  <a:lnTo>
                    <a:pt x="37705" y="114754"/>
                  </a:lnTo>
                  <a:lnTo>
                    <a:pt x="34426" y="114754"/>
                  </a:lnTo>
                  <a:lnTo>
                    <a:pt x="29508" y="114754"/>
                  </a:lnTo>
                  <a:lnTo>
                    <a:pt x="29508" y="114754"/>
                  </a:lnTo>
                  <a:lnTo>
                    <a:pt x="24590" y="116393"/>
                  </a:lnTo>
                  <a:lnTo>
                    <a:pt x="21312" y="116393"/>
                  </a:lnTo>
                  <a:lnTo>
                    <a:pt x="26229" y="114754"/>
                  </a:lnTo>
                  <a:lnTo>
                    <a:pt x="29508" y="111475"/>
                  </a:lnTo>
                  <a:lnTo>
                    <a:pt x="32787" y="109836"/>
                  </a:lnTo>
                  <a:lnTo>
                    <a:pt x="36066" y="106557"/>
                  </a:lnTo>
                  <a:lnTo>
                    <a:pt x="39344" y="101639"/>
                  </a:lnTo>
                  <a:lnTo>
                    <a:pt x="39344" y="98360"/>
                  </a:lnTo>
                  <a:lnTo>
                    <a:pt x="42623" y="95081"/>
                  </a:lnTo>
                  <a:lnTo>
                    <a:pt x="45902" y="93442"/>
                  </a:lnTo>
                  <a:lnTo>
                    <a:pt x="49180" y="93442"/>
                  </a:lnTo>
                  <a:lnTo>
                    <a:pt x="52459" y="91803"/>
                  </a:lnTo>
                  <a:lnTo>
                    <a:pt x="55737" y="90164"/>
                  </a:lnTo>
                  <a:lnTo>
                    <a:pt x="52459" y="90164"/>
                  </a:lnTo>
                  <a:lnTo>
                    <a:pt x="50820" y="86885"/>
                  </a:lnTo>
                  <a:lnTo>
                    <a:pt x="47541" y="88524"/>
                  </a:lnTo>
                  <a:lnTo>
                    <a:pt x="44262" y="88524"/>
                  </a:lnTo>
                  <a:lnTo>
                    <a:pt x="39344" y="88524"/>
                  </a:lnTo>
                  <a:lnTo>
                    <a:pt x="36066" y="88524"/>
                  </a:lnTo>
                  <a:lnTo>
                    <a:pt x="32787" y="85245"/>
                  </a:lnTo>
                  <a:lnTo>
                    <a:pt x="29508" y="85245"/>
                  </a:lnTo>
                  <a:lnTo>
                    <a:pt x="24590" y="85245"/>
                  </a:lnTo>
                  <a:lnTo>
                    <a:pt x="27869" y="81967"/>
                  </a:lnTo>
                  <a:lnTo>
                    <a:pt x="24590" y="80327"/>
                  </a:lnTo>
                  <a:lnTo>
                    <a:pt x="21312" y="83606"/>
                  </a:lnTo>
                  <a:lnTo>
                    <a:pt x="18033" y="81967"/>
                  </a:lnTo>
                  <a:lnTo>
                    <a:pt x="21312" y="78688"/>
                  </a:lnTo>
                  <a:lnTo>
                    <a:pt x="18033" y="77049"/>
                  </a:lnTo>
                  <a:lnTo>
                    <a:pt x="21312" y="75409"/>
                  </a:lnTo>
                  <a:lnTo>
                    <a:pt x="21312" y="75409"/>
                  </a:lnTo>
                  <a:lnTo>
                    <a:pt x="21312" y="75409"/>
                  </a:lnTo>
                  <a:lnTo>
                    <a:pt x="21312" y="73770"/>
                  </a:lnTo>
                  <a:lnTo>
                    <a:pt x="26229" y="73770"/>
                  </a:lnTo>
                  <a:lnTo>
                    <a:pt x="29508" y="73770"/>
                  </a:lnTo>
                  <a:lnTo>
                    <a:pt x="31147" y="73770"/>
                  </a:lnTo>
                  <a:lnTo>
                    <a:pt x="27869" y="73770"/>
                  </a:lnTo>
                  <a:lnTo>
                    <a:pt x="24590" y="68852"/>
                  </a:lnTo>
                  <a:lnTo>
                    <a:pt x="29508" y="65573"/>
                  </a:lnTo>
                  <a:lnTo>
                    <a:pt x="32787" y="65573"/>
                  </a:lnTo>
                  <a:lnTo>
                    <a:pt x="36066" y="65573"/>
                  </a:lnTo>
                  <a:lnTo>
                    <a:pt x="37705" y="62295"/>
                  </a:lnTo>
                  <a:lnTo>
                    <a:pt x="34426" y="60655"/>
                  </a:lnTo>
                  <a:lnTo>
                    <a:pt x="29508" y="62295"/>
                  </a:lnTo>
                  <a:lnTo>
                    <a:pt x="26229" y="62295"/>
                  </a:lnTo>
                  <a:lnTo>
                    <a:pt x="26229" y="60655"/>
                  </a:lnTo>
                  <a:lnTo>
                    <a:pt x="29508" y="59016"/>
                  </a:lnTo>
                  <a:lnTo>
                    <a:pt x="31147" y="60655"/>
                  </a:lnTo>
                  <a:lnTo>
                    <a:pt x="29508" y="57377"/>
                  </a:lnTo>
                  <a:lnTo>
                    <a:pt x="29508" y="52459"/>
                  </a:lnTo>
                  <a:lnTo>
                    <a:pt x="26229" y="54098"/>
                  </a:lnTo>
                  <a:lnTo>
                    <a:pt x="27869" y="50819"/>
                  </a:lnTo>
                  <a:lnTo>
                    <a:pt x="24590" y="47541"/>
                  </a:lnTo>
                  <a:lnTo>
                    <a:pt x="22951" y="50819"/>
                  </a:lnTo>
                  <a:lnTo>
                    <a:pt x="22951" y="47541"/>
                  </a:lnTo>
                  <a:lnTo>
                    <a:pt x="26229" y="44262"/>
                  </a:lnTo>
                  <a:lnTo>
                    <a:pt x="26229" y="47541"/>
                  </a:lnTo>
                  <a:lnTo>
                    <a:pt x="29508" y="45901"/>
                  </a:lnTo>
                  <a:lnTo>
                    <a:pt x="32787" y="45901"/>
                  </a:lnTo>
                  <a:lnTo>
                    <a:pt x="36066" y="44262"/>
                  </a:lnTo>
                  <a:lnTo>
                    <a:pt x="40983" y="44262"/>
                  </a:lnTo>
                  <a:lnTo>
                    <a:pt x="44262" y="44262"/>
                  </a:lnTo>
                  <a:lnTo>
                    <a:pt x="47541" y="44262"/>
                  </a:lnTo>
                  <a:lnTo>
                    <a:pt x="50820" y="45901"/>
                  </a:lnTo>
                  <a:lnTo>
                    <a:pt x="52459" y="50819"/>
                  </a:lnTo>
                  <a:lnTo>
                    <a:pt x="52459" y="50819"/>
                  </a:lnTo>
                  <a:lnTo>
                    <a:pt x="54098" y="49180"/>
                  </a:lnTo>
                  <a:lnTo>
                    <a:pt x="55737" y="45901"/>
                  </a:lnTo>
                  <a:lnTo>
                    <a:pt x="59016" y="44262"/>
                  </a:lnTo>
                  <a:lnTo>
                    <a:pt x="63934" y="45901"/>
                  </a:lnTo>
                  <a:lnTo>
                    <a:pt x="67213" y="45901"/>
                  </a:lnTo>
                  <a:lnTo>
                    <a:pt x="70492" y="47541"/>
                  </a:lnTo>
                  <a:lnTo>
                    <a:pt x="73770" y="44262"/>
                  </a:lnTo>
                  <a:lnTo>
                    <a:pt x="70492" y="42623"/>
                  </a:lnTo>
                  <a:lnTo>
                    <a:pt x="72131" y="39344"/>
                  </a:lnTo>
                  <a:lnTo>
                    <a:pt x="77049" y="37705"/>
                  </a:lnTo>
                  <a:lnTo>
                    <a:pt x="78688" y="37705"/>
                  </a:lnTo>
                  <a:lnTo>
                    <a:pt x="81967" y="36065"/>
                  </a:lnTo>
                  <a:lnTo>
                    <a:pt x="85246" y="36065"/>
                  </a:lnTo>
                  <a:lnTo>
                    <a:pt x="86885" y="31147"/>
                  </a:lnTo>
                  <a:lnTo>
                    <a:pt x="81967" y="31147"/>
                  </a:lnTo>
                  <a:lnTo>
                    <a:pt x="78688" y="32787"/>
                  </a:lnTo>
                  <a:lnTo>
                    <a:pt x="75410" y="31147"/>
                  </a:lnTo>
                  <a:lnTo>
                    <a:pt x="72131" y="31147"/>
                  </a:lnTo>
                  <a:lnTo>
                    <a:pt x="67213" y="29508"/>
                  </a:lnTo>
                  <a:lnTo>
                    <a:pt x="70492" y="26229"/>
                  </a:lnTo>
                  <a:lnTo>
                    <a:pt x="73770" y="24590"/>
                  </a:lnTo>
                  <a:lnTo>
                    <a:pt x="77049" y="24590"/>
                  </a:lnTo>
                  <a:lnTo>
                    <a:pt x="77049" y="21311"/>
                  </a:lnTo>
                  <a:lnTo>
                    <a:pt x="80327" y="21311"/>
                  </a:lnTo>
                  <a:lnTo>
                    <a:pt x="78688" y="18033"/>
                  </a:lnTo>
                  <a:lnTo>
                    <a:pt x="78688" y="14754"/>
                  </a:lnTo>
                  <a:lnTo>
                    <a:pt x="83606" y="13114"/>
                  </a:lnTo>
                  <a:lnTo>
                    <a:pt x="85246" y="8197"/>
                  </a:lnTo>
                  <a:lnTo>
                    <a:pt x="88524" y="8197"/>
                  </a:lnTo>
                  <a:lnTo>
                    <a:pt x="93442" y="8197"/>
                  </a:lnTo>
                  <a:lnTo>
                    <a:pt x="96721" y="6557"/>
                  </a:lnTo>
                  <a:lnTo>
                    <a:pt x="100000" y="8197"/>
                  </a:lnTo>
                  <a:lnTo>
                    <a:pt x="103279" y="8197"/>
                  </a:lnTo>
                  <a:lnTo>
                    <a:pt x="103279" y="4918"/>
                  </a:lnTo>
                  <a:lnTo>
                    <a:pt x="106557" y="3279"/>
                  </a:lnTo>
                  <a:lnTo>
                    <a:pt x="108196" y="6557"/>
                  </a:lnTo>
                  <a:lnTo>
                    <a:pt x="109836" y="11475"/>
                  </a:lnTo>
                  <a:lnTo>
                    <a:pt x="106557" y="13114"/>
                  </a:lnTo>
                  <a:lnTo>
                    <a:pt x="106557" y="14754"/>
                  </a:lnTo>
                  <a:lnTo>
                    <a:pt x="108196" y="14754"/>
                  </a:lnTo>
                  <a:lnTo>
                    <a:pt x="111475" y="13114"/>
                  </a:lnTo>
                  <a:lnTo>
                    <a:pt x="111475" y="9836"/>
                  </a:lnTo>
                  <a:lnTo>
                    <a:pt x="109836" y="4918"/>
                  </a:lnTo>
                  <a:lnTo>
                    <a:pt x="113114" y="3279"/>
                  </a:lnTo>
                  <a:lnTo>
                    <a:pt x="118032" y="3279"/>
                  </a:lnTo>
                  <a:lnTo>
                    <a:pt x="121311" y="0"/>
                  </a:lnTo>
                  <a:lnTo>
                    <a:pt x="124590" y="3279"/>
                  </a:lnTo>
                  <a:lnTo>
                    <a:pt x="127869" y="4918"/>
                  </a:lnTo>
                  <a:lnTo>
                    <a:pt x="124590" y="8197"/>
                  </a:lnTo>
                  <a:lnTo>
                    <a:pt x="121311" y="9836"/>
                  </a:lnTo>
                  <a:lnTo>
                    <a:pt x="118032" y="11475"/>
                  </a:lnTo>
                  <a:lnTo>
                    <a:pt x="118032" y="11475"/>
                  </a:lnTo>
                  <a:lnTo>
                    <a:pt x="114754" y="13114"/>
                  </a:lnTo>
                  <a:lnTo>
                    <a:pt x="113114" y="14754"/>
                  </a:lnTo>
                  <a:lnTo>
                    <a:pt x="113114" y="16393"/>
                  </a:lnTo>
                  <a:lnTo>
                    <a:pt x="113114" y="16393"/>
                  </a:lnTo>
                  <a:lnTo>
                    <a:pt x="111475" y="21311"/>
                  </a:lnTo>
                  <a:lnTo>
                    <a:pt x="109836" y="21311"/>
                  </a:lnTo>
                  <a:lnTo>
                    <a:pt x="109836" y="21311"/>
                  </a:lnTo>
                  <a:lnTo>
                    <a:pt x="109836" y="21311"/>
                  </a:lnTo>
                  <a:lnTo>
                    <a:pt x="108196" y="22951"/>
                  </a:lnTo>
                  <a:lnTo>
                    <a:pt x="103279" y="24590"/>
                  </a:lnTo>
                  <a:lnTo>
                    <a:pt x="100000" y="27869"/>
                  </a:lnTo>
                  <a:lnTo>
                    <a:pt x="96721" y="27869"/>
                  </a:lnTo>
                  <a:lnTo>
                    <a:pt x="100000" y="31147"/>
                  </a:lnTo>
                  <a:lnTo>
                    <a:pt x="101639" y="31147"/>
                  </a:lnTo>
                  <a:lnTo>
                    <a:pt x="98360" y="32787"/>
                  </a:lnTo>
                  <a:lnTo>
                    <a:pt x="96721" y="34426"/>
                  </a:lnTo>
                  <a:lnTo>
                    <a:pt x="93442" y="34426"/>
                  </a:lnTo>
                  <a:lnTo>
                    <a:pt x="90164" y="36065"/>
                  </a:lnTo>
                  <a:lnTo>
                    <a:pt x="88524" y="36065"/>
                  </a:lnTo>
                  <a:lnTo>
                    <a:pt x="86885" y="39344"/>
                  </a:lnTo>
                  <a:lnTo>
                    <a:pt x="86885" y="39344"/>
                  </a:lnTo>
                  <a:lnTo>
                    <a:pt x="91803" y="42623"/>
                  </a:lnTo>
                  <a:lnTo>
                    <a:pt x="91803" y="44262"/>
                  </a:lnTo>
                  <a:lnTo>
                    <a:pt x="95082" y="44262"/>
                  </a:lnTo>
                  <a:lnTo>
                    <a:pt x="95082" y="49180"/>
                  </a:lnTo>
                  <a:lnTo>
                    <a:pt x="100000" y="49180"/>
                  </a:lnTo>
                  <a:lnTo>
                    <a:pt x="100000" y="47541"/>
                  </a:lnTo>
                  <a:lnTo>
                    <a:pt x="100000" y="49180"/>
                  </a:lnTo>
                  <a:lnTo>
                    <a:pt x="104917" y="50819"/>
                  </a:lnTo>
                  <a:lnTo>
                    <a:pt x="108196" y="50819"/>
                  </a:lnTo>
                  <a:lnTo>
                    <a:pt x="108196" y="50819"/>
                  </a:lnTo>
                  <a:lnTo>
                    <a:pt x="111475" y="52459"/>
                  </a:lnTo>
                  <a:lnTo>
                    <a:pt x="111475" y="52459"/>
                  </a:lnTo>
                  <a:lnTo>
                    <a:pt x="111475" y="50819"/>
                  </a:lnTo>
                  <a:lnTo>
                    <a:pt x="113114" y="50819"/>
                  </a:lnTo>
                  <a:lnTo>
                    <a:pt x="114754" y="50819"/>
                  </a:lnTo>
                  <a:lnTo>
                    <a:pt x="114754" y="49180"/>
                  </a:lnTo>
                  <a:lnTo>
                    <a:pt x="118032" y="45901"/>
                  </a:lnTo>
                  <a:lnTo>
                    <a:pt x="116393" y="44262"/>
                  </a:lnTo>
                  <a:lnTo>
                    <a:pt x="116393" y="42623"/>
                  </a:lnTo>
                  <a:lnTo>
                    <a:pt x="121311" y="40983"/>
                  </a:lnTo>
                  <a:lnTo>
                    <a:pt x="124590" y="39344"/>
                  </a:lnTo>
                  <a:lnTo>
                    <a:pt x="127869" y="42623"/>
                  </a:lnTo>
                  <a:lnTo>
                    <a:pt x="127869" y="45901"/>
                  </a:lnTo>
                  <a:lnTo>
                    <a:pt x="131147" y="49180"/>
                  </a:lnTo>
                  <a:lnTo>
                    <a:pt x="134426" y="49180"/>
                  </a:lnTo>
                  <a:lnTo>
                    <a:pt x="132786" y="52459"/>
                  </a:lnTo>
                  <a:lnTo>
                    <a:pt x="134426" y="54098"/>
                  </a:lnTo>
                  <a:lnTo>
                    <a:pt x="137704" y="54098"/>
                  </a:lnTo>
                  <a:lnTo>
                    <a:pt x="142623" y="54098"/>
                  </a:lnTo>
                  <a:lnTo>
                    <a:pt x="142623" y="54098"/>
                  </a:lnTo>
                  <a:lnTo>
                    <a:pt x="144262" y="52459"/>
                  </a:lnTo>
                  <a:lnTo>
                    <a:pt x="145901" y="52459"/>
                  </a:lnTo>
                  <a:lnTo>
                    <a:pt x="145901" y="52459"/>
                  </a:lnTo>
                  <a:lnTo>
                    <a:pt x="149180" y="55737"/>
                  </a:lnTo>
                  <a:lnTo>
                    <a:pt x="145901" y="57377"/>
                  </a:lnTo>
                  <a:lnTo>
                    <a:pt x="142623" y="57377"/>
                  </a:lnTo>
                  <a:lnTo>
                    <a:pt x="140983" y="60655"/>
                  </a:lnTo>
                  <a:lnTo>
                    <a:pt x="145901" y="62295"/>
                  </a:lnTo>
                  <a:lnTo>
                    <a:pt x="145901" y="65573"/>
                  </a:lnTo>
                  <a:lnTo>
                    <a:pt x="144262" y="68852"/>
                  </a:lnTo>
                  <a:lnTo>
                    <a:pt x="144262" y="70491"/>
                  </a:lnTo>
                  <a:lnTo>
                    <a:pt x="145901" y="72131"/>
                  </a:lnTo>
                  <a:lnTo>
                    <a:pt x="149180" y="75409"/>
                  </a:lnTo>
                  <a:lnTo>
                    <a:pt x="149180" y="78688"/>
                  </a:lnTo>
                  <a:lnTo>
                    <a:pt x="147540" y="78688"/>
                  </a:lnTo>
                  <a:lnTo>
                    <a:pt x="147540" y="80327"/>
                  </a:lnTo>
                  <a:lnTo>
                    <a:pt x="147540" y="81967"/>
                  </a:lnTo>
                  <a:lnTo>
                    <a:pt x="144262" y="83606"/>
                  </a:lnTo>
                  <a:lnTo>
                    <a:pt x="145901" y="85245"/>
                  </a:lnTo>
                  <a:lnTo>
                    <a:pt x="147540" y="88524"/>
                  </a:lnTo>
                  <a:lnTo>
                    <a:pt x="147540" y="90164"/>
                  </a:lnTo>
                  <a:lnTo>
                    <a:pt x="149180" y="93442"/>
                  </a:lnTo>
                  <a:lnTo>
                    <a:pt x="149180" y="98360"/>
                  </a:lnTo>
                  <a:lnTo>
                    <a:pt x="149180" y="101639"/>
                  </a:lnTo>
                  <a:lnTo>
                    <a:pt x="145901" y="104917"/>
                  </a:lnTo>
                  <a:lnTo>
                    <a:pt x="144262" y="108196"/>
                  </a:lnTo>
                  <a:lnTo>
                    <a:pt x="144262" y="109836"/>
                  </a:lnTo>
                  <a:lnTo>
                    <a:pt x="140983" y="113114"/>
                  </a:lnTo>
                  <a:lnTo>
                    <a:pt x="140983" y="118032"/>
                  </a:lnTo>
                  <a:lnTo>
                    <a:pt x="137704" y="121311"/>
                  </a:lnTo>
                  <a:lnTo>
                    <a:pt x="136065" y="124589"/>
                  </a:lnTo>
                  <a:lnTo>
                    <a:pt x="134426" y="126229"/>
                  </a:lnTo>
                  <a:lnTo>
                    <a:pt x="131147" y="126229"/>
                  </a:lnTo>
                  <a:lnTo>
                    <a:pt x="134426" y="127868"/>
                  </a:lnTo>
                  <a:lnTo>
                    <a:pt x="136065" y="131147"/>
                  </a:lnTo>
                  <a:lnTo>
                    <a:pt x="132786" y="132786"/>
                  </a:lnTo>
                  <a:lnTo>
                    <a:pt x="129508" y="132786"/>
                  </a:lnTo>
                  <a:lnTo>
                    <a:pt x="124590" y="132786"/>
                  </a:lnTo>
                  <a:lnTo>
                    <a:pt x="121311" y="132786"/>
                  </a:lnTo>
                  <a:lnTo>
                    <a:pt x="118032" y="134426"/>
                  </a:lnTo>
                  <a:lnTo>
                    <a:pt x="114754" y="131147"/>
                  </a:lnTo>
                  <a:lnTo>
                    <a:pt x="114754" y="129508"/>
                  </a:lnTo>
                  <a:lnTo>
                    <a:pt x="114754" y="129508"/>
                  </a:lnTo>
                  <a:lnTo>
                    <a:pt x="114754" y="129508"/>
                  </a:lnTo>
                  <a:lnTo>
                    <a:pt x="114754" y="129508"/>
                  </a:lnTo>
                  <a:lnTo>
                    <a:pt x="114754" y="129508"/>
                  </a:lnTo>
                  <a:lnTo>
                    <a:pt x="114754" y="132786"/>
                  </a:lnTo>
                  <a:lnTo>
                    <a:pt x="111475" y="136065"/>
                  </a:lnTo>
                  <a:lnTo>
                    <a:pt x="106557" y="136065"/>
                  </a:lnTo>
                  <a:lnTo>
                    <a:pt x="103279" y="134426"/>
                  </a:lnTo>
                  <a:lnTo>
                    <a:pt x="100000" y="136065"/>
                  </a:lnTo>
                  <a:lnTo>
                    <a:pt x="96721" y="136065"/>
                  </a:lnTo>
                  <a:lnTo>
                    <a:pt x="95082" y="136065"/>
                  </a:lnTo>
                  <a:lnTo>
                    <a:pt x="93442" y="137704"/>
                  </a:lnTo>
                  <a:lnTo>
                    <a:pt x="93442" y="140983"/>
                  </a:lnTo>
                  <a:lnTo>
                    <a:pt x="90164" y="142622"/>
                  </a:lnTo>
                  <a:lnTo>
                    <a:pt x="86885" y="142622"/>
                  </a:lnTo>
                  <a:lnTo>
                    <a:pt x="85246" y="142622"/>
                  </a:lnTo>
                  <a:lnTo>
                    <a:pt x="85246" y="142622"/>
                  </a:lnTo>
                  <a:lnTo>
                    <a:pt x="83606" y="145901"/>
                  </a:lnTo>
                  <a:lnTo>
                    <a:pt x="78688" y="147540"/>
                  </a:lnTo>
                  <a:lnTo>
                    <a:pt x="75410" y="149179"/>
                  </a:lnTo>
                  <a:lnTo>
                    <a:pt x="72131" y="149179"/>
                  </a:lnTo>
                  <a:lnTo>
                    <a:pt x="73770" y="145901"/>
                  </a:lnTo>
                  <a:lnTo>
                    <a:pt x="68852" y="145901"/>
                  </a:lnTo>
                  <a:lnTo>
                    <a:pt x="68852" y="145901"/>
                  </a:lnTo>
                  <a:lnTo>
                    <a:pt x="67213" y="145901"/>
                  </a:lnTo>
                  <a:lnTo>
                    <a:pt x="65573" y="145901"/>
                  </a:lnTo>
                  <a:lnTo>
                    <a:pt x="68852" y="147540"/>
                  </a:lnTo>
                  <a:lnTo>
                    <a:pt x="68852" y="152458"/>
                  </a:lnTo>
                  <a:lnTo>
                    <a:pt x="65573" y="154098"/>
                  </a:lnTo>
                  <a:lnTo>
                    <a:pt x="63934" y="154098"/>
                  </a:lnTo>
                  <a:lnTo>
                    <a:pt x="60656" y="157376"/>
                  </a:lnTo>
                  <a:lnTo>
                    <a:pt x="57377" y="155737"/>
                  </a:lnTo>
                  <a:lnTo>
                    <a:pt x="54098" y="159016"/>
                  </a:lnTo>
                  <a:lnTo>
                    <a:pt x="49180" y="159016"/>
                  </a:lnTo>
                  <a:lnTo>
                    <a:pt x="45902" y="159016"/>
                  </a:lnTo>
                  <a:lnTo>
                    <a:pt x="42623" y="160655"/>
                  </a:lnTo>
                  <a:lnTo>
                    <a:pt x="37705" y="160655"/>
                  </a:lnTo>
                  <a:lnTo>
                    <a:pt x="34426" y="162294"/>
                  </a:lnTo>
                  <a:lnTo>
                    <a:pt x="31147" y="162294"/>
                  </a:lnTo>
                  <a:lnTo>
                    <a:pt x="27869" y="162294"/>
                  </a:lnTo>
                  <a:lnTo>
                    <a:pt x="22951" y="162294"/>
                  </a:lnTo>
                  <a:lnTo>
                    <a:pt x="19672" y="163934"/>
                  </a:lnTo>
                  <a:lnTo>
                    <a:pt x="22951" y="160655"/>
                  </a:lnTo>
                  <a:lnTo>
                    <a:pt x="26229" y="157376"/>
                  </a:lnTo>
                  <a:lnTo>
                    <a:pt x="22951" y="159016"/>
                  </a:lnTo>
                  <a:lnTo>
                    <a:pt x="18033" y="160655"/>
                  </a:lnTo>
                  <a:lnTo>
                    <a:pt x="22951" y="157376"/>
                  </a:lnTo>
                  <a:lnTo>
                    <a:pt x="26229" y="155737"/>
                  </a:lnTo>
                  <a:lnTo>
                    <a:pt x="29508" y="154098"/>
                  </a:lnTo>
                  <a:lnTo>
                    <a:pt x="26229" y="154098"/>
                  </a:lnTo>
                  <a:lnTo>
                    <a:pt x="22951" y="154098"/>
                  </a:lnTo>
                  <a:lnTo>
                    <a:pt x="18033" y="155737"/>
                  </a:lnTo>
                  <a:lnTo>
                    <a:pt x="14754" y="155737"/>
                  </a:lnTo>
                  <a:lnTo>
                    <a:pt x="11476" y="15737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9" name="Freeform 3578">
              <a:extLst>
                <a:ext uri="{FF2B5EF4-FFF2-40B4-BE49-F238E27FC236}">
                  <a16:creationId xmlns:a16="http://schemas.microsoft.com/office/drawing/2014/main" id="{4E4B71A4-A338-7340-B949-9642B3501F24}"/>
                </a:ext>
              </a:extLst>
            </p:cNvPr>
            <p:cNvSpPr/>
            <p:nvPr/>
          </p:nvSpPr>
          <p:spPr>
            <a:xfrm>
              <a:off x="5243544" y="3895226"/>
              <a:ext cx="3278" cy="3278"/>
            </a:xfrm>
            <a:custGeom>
              <a:avLst/>
              <a:gdLst>
                <a:gd name="connsiteX0" fmla="*/ 3279 w 3278"/>
                <a:gd name="connsiteY0" fmla="*/ 3278 h 3278"/>
                <a:gd name="connsiteX1" fmla="*/ 3279 w 3278"/>
                <a:gd name="connsiteY1" fmla="*/ 3278 h 3278"/>
                <a:gd name="connsiteX2" fmla="*/ 0 w 3278"/>
                <a:gd name="connsiteY2" fmla="*/ 0 h 3278"/>
                <a:gd name="connsiteX3" fmla="*/ 3279 w 3278"/>
                <a:gd name="connsiteY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3278">
                  <a:moveTo>
                    <a:pt x="3279" y="3278"/>
                  </a:moveTo>
                  <a:lnTo>
                    <a:pt x="3279" y="3278"/>
                  </a:ln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0" name="Freeform 3579">
              <a:extLst>
                <a:ext uri="{FF2B5EF4-FFF2-40B4-BE49-F238E27FC236}">
                  <a16:creationId xmlns:a16="http://schemas.microsoft.com/office/drawing/2014/main" id="{D05D647A-43FB-6947-AC6C-A04B53CFF58D}"/>
                </a:ext>
              </a:extLst>
            </p:cNvPr>
            <p:cNvSpPr/>
            <p:nvPr/>
          </p:nvSpPr>
          <p:spPr>
            <a:xfrm>
              <a:off x="5469773" y="3509982"/>
              <a:ext cx="460653" cy="422948"/>
            </a:xfrm>
            <a:custGeom>
              <a:avLst/>
              <a:gdLst>
                <a:gd name="connsiteX0" fmla="*/ 0 w 460653"/>
                <a:gd name="connsiteY0" fmla="*/ 263933 h 422948"/>
                <a:gd name="connsiteX1" fmla="*/ 1639 w 460653"/>
                <a:gd name="connsiteY1" fmla="*/ 263933 h 422948"/>
                <a:gd name="connsiteX2" fmla="*/ 1639 w 460653"/>
                <a:gd name="connsiteY2" fmla="*/ 259015 h 422948"/>
                <a:gd name="connsiteX3" fmla="*/ 1639 w 460653"/>
                <a:gd name="connsiteY3" fmla="*/ 259015 h 422948"/>
                <a:gd name="connsiteX4" fmla="*/ 3279 w 460653"/>
                <a:gd name="connsiteY4" fmla="*/ 254097 h 422948"/>
                <a:gd name="connsiteX5" fmla="*/ 3279 w 460653"/>
                <a:gd name="connsiteY5" fmla="*/ 250818 h 422948"/>
                <a:gd name="connsiteX6" fmla="*/ 3279 w 460653"/>
                <a:gd name="connsiteY6" fmla="*/ 247540 h 422948"/>
                <a:gd name="connsiteX7" fmla="*/ 1639 w 460653"/>
                <a:gd name="connsiteY7" fmla="*/ 242622 h 422948"/>
                <a:gd name="connsiteX8" fmla="*/ 3279 w 460653"/>
                <a:gd name="connsiteY8" fmla="*/ 239343 h 422948"/>
                <a:gd name="connsiteX9" fmla="*/ 3279 w 460653"/>
                <a:gd name="connsiteY9" fmla="*/ 236064 h 422948"/>
                <a:gd name="connsiteX10" fmla="*/ 3279 w 460653"/>
                <a:gd name="connsiteY10" fmla="*/ 232786 h 422948"/>
                <a:gd name="connsiteX11" fmla="*/ 3279 w 460653"/>
                <a:gd name="connsiteY11" fmla="*/ 229507 h 422948"/>
                <a:gd name="connsiteX12" fmla="*/ 3279 w 460653"/>
                <a:gd name="connsiteY12" fmla="*/ 226228 h 422948"/>
                <a:gd name="connsiteX13" fmla="*/ 3279 w 460653"/>
                <a:gd name="connsiteY13" fmla="*/ 222950 h 422948"/>
                <a:gd name="connsiteX14" fmla="*/ 4918 w 460653"/>
                <a:gd name="connsiteY14" fmla="*/ 219671 h 422948"/>
                <a:gd name="connsiteX15" fmla="*/ 4918 w 460653"/>
                <a:gd name="connsiteY15" fmla="*/ 216392 h 422948"/>
                <a:gd name="connsiteX16" fmla="*/ 4918 w 460653"/>
                <a:gd name="connsiteY16" fmla="*/ 213114 h 422948"/>
                <a:gd name="connsiteX17" fmla="*/ 8197 w 460653"/>
                <a:gd name="connsiteY17" fmla="*/ 213114 h 422948"/>
                <a:gd name="connsiteX18" fmla="*/ 13115 w 460653"/>
                <a:gd name="connsiteY18" fmla="*/ 213114 h 422948"/>
                <a:gd name="connsiteX19" fmla="*/ 16393 w 460653"/>
                <a:gd name="connsiteY19" fmla="*/ 211474 h 422948"/>
                <a:gd name="connsiteX20" fmla="*/ 18033 w 460653"/>
                <a:gd name="connsiteY20" fmla="*/ 208195 h 422948"/>
                <a:gd name="connsiteX21" fmla="*/ 19672 w 460653"/>
                <a:gd name="connsiteY21" fmla="*/ 203278 h 422948"/>
                <a:gd name="connsiteX22" fmla="*/ 19672 w 460653"/>
                <a:gd name="connsiteY22" fmla="*/ 199999 h 422948"/>
                <a:gd name="connsiteX23" fmla="*/ 18033 w 460653"/>
                <a:gd name="connsiteY23" fmla="*/ 196720 h 422948"/>
                <a:gd name="connsiteX24" fmla="*/ 21312 w 460653"/>
                <a:gd name="connsiteY24" fmla="*/ 191802 h 422948"/>
                <a:gd name="connsiteX25" fmla="*/ 22951 w 460653"/>
                <a:gd name="connsiteY25" fmla="*/ 186884 h 422948"/>
                <a:gd name="connsiteX26" fmla="*/ 26229 w 460653"/>
                <a:gd name="connsiteY26" fmla="*/ 185245 h 422948"/>
                <a:gd name="connsiteX27" fmla="*/ 26229 w 460653"/>
                <a:gd name="connsiteY27" fmla="*/ 181966 h 422948"/>
                <a:gd name="connsiteX28" fmla="*/ 27869 w 460653"/>
                <a:gd name="connsiteY28" fmla="*/ 178688 h 422948"/>
                <a:gd name="connsiteX29" fmla="*/ 31148 w 460653"/>
                <a:gd name="connsiteY29" fmla="*/ 177048 h 422948"/>
                <a:gd name="connsiteX30" fmla="*/ 34426 w 460653"/>
                <a:gd name="connsiteY30" fmla="*/ 175409 h 422948"/>
                <a:gd name="connsiteX31" fmla="*/ 37705 w 460653"/>
                <a:gd name="connsiteY31" fmla="*/ 172130 h 422948"/>
                <a:gd name="connsiteX32" fmla="*/ 37705 w 460653"/>
                <a:gd name="connsiteY32" fmla="*/ 170491 h 422948"/>
                <a:gd name="connsiteX33" fmla="*/ 37705 w 460653"/>
                <a:gd name="connsiteY33" fmla="*/ 167212 h 422948"/>
                <a:gd name="connsiteX34" fmla="*/ 39344 w 460653"/>
                <a:gd name="connsiteY34" fmla="*/ 163934 h 422948"/>
                <a:gd name="connsiteX35" fmla="*/ 36066 w 460653"/>
                <a:gd name="connsiteY35" fmla="*/ 159015 h 422948"/>
                <a:gd name="connsiteX36" fmla="*/ 37705 w 460653"/>
                <a:gd name="connsiteY36" fmla="*/ 155737 h 422948"/>
                <a:gd name="connsiteX37" fmla="*/ 39344 w 460653"/>
                <a:gd name="connsiteY37" fmla="*/ 152458 h 422948"/>
                <a:gd name="connsiteX38" fmla="*/ 42623 w 460653"/>
                <a:gd name="connsiteY38" fmla="*/ 152458 h 422948"/>
                <a:gd name="connsiteX39" fmla="*/ 44262 w 460653"/>
                <a:gd name="connsiteY39" fmla="*/ 149180 h 422948"/>
                <a:gd name="connsiteX40" fmla="*/ 45902 w 460653"/>
                <a:gd name="connsiteY40" fmla="*/ 144261 h 422948"/>
                <a:gd name="connsiteX41" fmla="*/ 45902 w 460653"/>
                <a:gd name="connsiteY41" fmla="*/ 140983 h 422948"/>
                <a:gd name="connsiteX42" fmla="*/ 44262 w 460653"/>
                <a:gd name="connsiteY42" fmla="*/ 137704 h 422948"/>
                <a:gd name="connsiteX43" fmla="*/ 42623 w 460653"/>
                <a:gd name="connsiteY43" fmla="*/ 134425 h 422948"/>
                <a:gd name="connsiteX44" fmla="*/ 42623 w 460653"/>
                <a:gd name="connsiteY44" fmla="*/ 131147 h 422948"/>
                <a:gd name="connsiteX45" fmla="*/ 42623 w 460653"/>
                <a:gd name="connsiteY45" fmla="*/ 127868 h 422948"/>
                <a:gd name="connsiteX46" fmla="*/ 40983 w 460653"/>
                <a:gd name="connsiteY46" fmla="*/ 122950 h 422948"/>
                <a:gd name="connsiteX47" fmla="*/ 40983 w 460653"/>
                <a:gd name="connsiteY47" fmla="*/ 121311 h 422948"/>
                <a:gd name="connsiteX48" fmla="*/ 37705 w 460653"/>
                <a:gd name="connsiteY48" fmla="*/ 118032 h 422948"/>
                <a:gd name="connsiteX49" fmla="*/ 36066 w 460653"/>
                <a:gd name="connsiteY49" fmla="*/ 113114 h 422948"/>
                <a:gd name="connsiteX50" fmla="*/ 32787 w 460653"/>
                <a:gd name="connsiteY50" fmla="*/ 109836 h 422948"/>
                <a:gd name="connsiteX51" fmla="*/ 32787 w 460653"/>
                <a:gd name="connsiteY51" fmla="*/ 104917 h 422948"/>
                <a:gd name="connsiteX52" fmla="*/ 34426 w 460653"/>
                <a:gd name="connsiteY52" fmla="*/ 101639 h 422948"/>
                <a:gd name="connsiteX53" fmla="*/ 36066 w 460653"/>
                <a:gd name="connsiteY53" fmla="*/ 98360 h 422948"/>
                <a:gd name="connsiteX54" fmla="*/ 36066 w 460653"/>
                <a:gd name="connsiteY54" fmla="*/ 96721 h 422948"/>
                <a:gd name="connsiteX55" fmla="*/ 36066 w 460653"/>
                <a:gd name="connsiteY55" fmla="*/ 96721 h 422948"/>
                <a:gd name="connsiteX56" fmla="*/ 37705 w 460653"/>
                <a:gd name="connsiteY56" fmla="*/ 96721 h 422948"/>
                <a:gd name="connsiteX57" fmla="*/ 37705 w 460653"/>
                <a:gd name="connsiteY57" fmla="*/ 96721 h 422948"/>
                <a:gd name="connsiteX58" fmla="*/ 39344 w 460653"/>
                <a:gd name="connsiteY58" fmla="*/ 91803 h 422948"/>
                <a:gd name="connsiteX59" fmla="*/ 37705 w 460653"/>
                <a:gd name="connsiteY59" fmla="*/ 88524 h 422948"/>
                <a:gd name="connsiteX60" fmla="*/ 39344 w 460653"/>
                <a:gd name="connsiteY60" fmla="*/ 83606 h 422948"/>
                <a:gd name="connsiteX61" fmla="*/ 39344 w 460653"/>
                <a:gd name="connsiteY61" fmla="*/ 81967 h 422948"/>
                <a:gd name="connsiteX62" fmla="*/ 37705 w 460653"/>
                <a:gd name="connsiteY62" fmla="*/ 78688 h 422948"/>
                <a:gd name="connsiteX63" fmla="*/ 39344 w 460653"/>
                <a:gd name="connsiteY63" fmla="*/ 73770 h 422948"/>
                <a:gd name="connsiteX64" fmla="*/ 39344 w 460653"/>
                <a:gd name="connsiteY64" fmla="*/ 70491 h 422948"/>
                <a:gd name="connsiteX65" fmla="*/ 39344 w 460653"/>
                <a:gd name="connsiteY65" fmla="*/ 65573 h 422948"/>
                <a:gd name="connsiteX66" fmla="*/ 39344 w 460653"/>
                <a:gd name="connsiteY66" fmla="*/ 62295 h 422948"/>
                <a:gd name="connsiteX67" fmla="*/ 40983 w 460653"/>
                <a:gd name="connsiteY67" fmla="*/ 59016 h 422948"/>
                <a:gd name="connsiteX68" fmla="*/ 44262 w 460653"/>
                <a:gd name="connsiteY68" fmla="*/ 54098 h 422948"/>
                <a:gd name="connsiteX69" fmla="*/ 49180 w 460653"/>
                <a:gd name="connsiteY69" fmla="*/ 50819 h 422948"/>
                <a:gd name="connsiteX70" fmla="*/ 52459 w 460653"/>
                <a:gd name="connsiteY70" fmla="*/ 45901 h 422948"/>
                <a:gd name="connsiteX71" fmla="*/ 54098 w 460653"/>
                <a:gd name="connsiteY71" fmla="*/ 42623 h 422948"/>
                <a:gd name="connsiteX72" fmla="*/ 55738 w 460653"/>
                <a:gd name="connsiteY72" fmla="*/ 39344 h 422948"/>
                <a:gd name="connsiteX73" fmla="*/ 57377 w 460653"/>
                <a:gd name="connsiteY73" fmla="*/ 34426 h 422948"/>
                <a:gd name="connsiteX74" fmla="*/ 57377 w 460653"/>
                <a:gd name="connsiteY74" fmla="*/ 31147 h 422948"/>
                <a:gd name="connsiteX75" fmla="*/ 57377 w 460653"/>
                <a:gd name="connsiteY75" fmla="*/ 27869 h 422948"/>
                <a:gd name="connsiteX76" fmla="*/ 57377 w 460653"/>
                <a:gd name="connsiteY76" fmla="*/ 22951 h 422948"/>
                <a:gd name="connsiteX77" fmla="*/ 57377 w 460653"/>
                <a:gd name="connsiteY77" fmla="*/ 19672 h 422948"/>
                <a:gd name="connsiteX78" fmla="*/ 62295 w 460653"/>
                <a:gd name="connsiteY78" fmla="*/ 18033 h 422948"/>
                <a:gd name="connsiteX79" fmla="*/ 65573 w 460653"/>
                <a:gd name="connsiteY79" fmla="*/ 13114 h 422948"/>
                <a:gd name="connsiteX80" fmla="*/ 70492 w 460653"/>
                <a:gd name="connsiteY80" fmla="*/ 8197 h 422948"/>
                <a:gd name="connsiteX81" fmla="*/ 73770 w 460653"/>
                <a:gd name="connsiteY81" fmla="*/ 6557 h 422948"/>
                <a:gd name="connsiteX82" fmla="*/ 77049 w 460653"/>
                <a:gd name="connsiteY82" fmla="*/ 6557 h 422948"/>
                <a:gd name="connsiteX83" fmla="*/ 80328 w 460653"/>
                <a:gd name="connsiteY83" fmla="*/ 6557 h 422948"/>
                <a:gd name="connsiteX84" fmla="*/ 85246 w 460653"/>
                <a:gd name="connsiteY84" fmla="*/ 4918 h 422948"/>
                <a:gd name="connsiteX85" fmla="*/ 88525 w 460653"/>
                <a:gd name="connsiteY85" fmla="*/ 6557 h 422948"/>
                <a:gd name="connsiteX86" fmla="*/ 90164 w 460653"/>
                <a:gd name="connsiteY86" fmla="*/ 6557 h 422948"/>
                <a:gd name="connsiteX87" fmla="*/ 95082 w 460653"/>
                <a:gd name="connsiteY87" fmla="*/ 4918 h 422948"/>
                <a:gd name="connsiteX88" fmla="*/ 100000 w 460653"/>
                <a:gd name="connsiteY88" fmla="*/ 6557 h 422948"/>
                <a:gd name="connsiteX89" fmla="*/ 101639 w 460653"/>
                <a:gd name="connsiteY89" fmla="*/ 4918 h 422948"/>
                <a:gd name="connsiteX90" fmla="*/ 104918 w 460653"/>
                <a:gd name="connsiteY90" fmla="*/ 1639 h 422948"/>
                <a:gd name="connsiteX91" fmla="*/ 108196 w 460653"/>
                <a:gd name="connsiteY91" fmla="*/ 0 h 422948"/>
                <a:gd name="connsiteX92" fmla="*/ 111475 w 460653"/>
                <a:gd name="connsiteY92" fmla="*/ 0 h 422948"/>
                <a:gd name="connsiteX93" fmla="*/ 114754 w 460653"/>
                <a:gd name="connsiteY93" fmla="*/ 1639 h 422948"/>
                <a:gd name="connsiteX94" fmla="*/ 119672 w 460653"/>
                <a:gd name="connsiteY94" fmla="*/ 3279 h 422948"/>
                <a:gd name="connsiteX95" fmla="*/ 122950 w 460653"/>
                <a:gd name="connsiteY95" fmla="*/ 4918 h 422948"/>
                <a:gd name="connsiteX96" fmla="*/ 127869 w 460653"/>
                <a:gd name="connsiteY96" fmla="*/ 6557 h 422948"/>
                <a:gd name="connsiteX97" fmla="*/ 131147 w 460653"/>
                <a:gd name="connsiteY97" fmla="*/ 8197 h 422948"/>
                <a:gd name="connsiteX98" fmla="*/ 136065 w 460653"/>
                <a:gd name="connsiteY98" fmla="*/ 9836 h 422948"/>
                <a:gd name="connsiteX99" fmla="*/ 139344 w 460653"/>
                <a:gd name="connsiteY99" fmla="*/ 8197 h 422948"/>
                <a:gd name="connsiteX100" fmla="*/ 144262 w 460653"/>
                <a:gd name="connsiteY100" fmla="*/ 11475 h 422948"/>
                <a:gd name="connsiteX101" fmla="*/ 145901 w 460653"/>
                <a:gd name="connsiteY101" fmla="*/ 11475 h 422948"/>
                <a:gd name="connsiteX102" fmla="*/ 149180 w 460653"/>
                <a:gd name="connsiteY102" fmla="*/ 16393 h 422948"/>
                <a:gd name="connsiteX103" fmla="*/ 152459 w 460653"/>
                <a:gd name="connsiteY103" fmla="*/ 19672 h 422948"/>
                <a:gd name="connsiteX104" fmla="*/ 155737 w 460653"/>
                <a:gd name="connsiteY104" fmla="*/ 24590 h 422948"/>
                <a:gd name="connsiteX105" fmla="*/ 157376 w 460653"/>
                <a:gd name="connsiteY105" fmla="*/ 27869 h 422948"/>
                <a:gd name="connsiteX106" fmla="*/ 159016 w 460653"/>
                <a:gd name="connsiteY106" fmla="*/ 31147 h 422948"/>
                <a:gd name="connsiteX107" fmla="*/ 162295 w 460653"/>
                <a:gd name="connsiteY107" fmla="*/ 36065 h 422948"/>
                <a:gd name="connsiteX108" fmla="*/ 165573 w 460653"/>
                <a:gd name="connsiteY108" fmla="*/ 39344 h 422948"/>
                <a:gd name="connsiteX109" fmla="*/ 168852 w 460653"/>
                <a:gd name="connsiteY109" fmla="*/ 39344 h 422948"/>
                <a:gd name="connsiteX110" fmla="*/ 168852 w 460653"/>
                <a:gd name="connsiteY110" fmla="*/ 39344 h 422948"/>
                <a:gd name="connsiteX111" fmla="*/ 172130 w 460653"/>
                <a:gd name="connsiteY111" fmla="*/ 37705 h 422948"/>
                <a:gd name="connsiteX112" fmla="*/ 173770 w 460653"/>
                <a:gd name="connsiteY112" fmla="*/ 36065 h 422948"/>
                <a:gd name="connsiteX113" fmla="*/ 175409 w 460653"/>
                <a:gd name="connsiteY113" fmla="*/ 32787 h 422948"/>
                <a:gd name="connsiteX114" fmla="*/ 177049 w 460653"/>
                <a:gd name="connsiteY114" fmla="*/ 32787 h 422948"/>
                <a:gd name="connsiteX115" fmla="*/ 180327 w 460653"/>
                <a:gd name="connsiteY115" fmla="*/ 34426 h 422948"/>
                <a:gd name="connsiteX116" fmla="*/ 185245 w 460653"/>
                <a:gd name="connsiteY116" fmla="*/ 31147 h 422948"/>
                <a:gd name="connsiteX117" fmla="*/ 190163 w 460653"/>
                <a:gd name="connsiteY117" fmla="*/ 29508 h 422948"/>
                <a:gd name="connsiteX118" fmla="*/ 193442 w 460653"/>
                <a:gd name="connsiteY118" fmla="*/ 26229 h 422948"/>
                <a:gd name="connsiteX119" fmla="*/ 198360 w 460653"/>
                <a:gd name="connsiteY119" fmla="*/ 22951 h 422948"/>
                <a:gd name="connsiteX120" fmla="*/ 198360 w 460653"/>
                <a:gd name="connsiteY120" fmla="*/ 22951 h 422948"/>
                <a:gd name="connsiteX121" fmla="*/ 203278 w 460653"/>
                <a:gd name="connsiteY121" fmla="*/ 24590 h 422948"/>
                <a:gd name="connsiteX122" fmla="*/ 206557 w 460653"/>
                <a:gd name="connsiteY122" fmla="*/ 24590 h 422948"/>
                <a:gd name="connsiteX123" fmla="*/ 211475 w 460653"/>
                <a:gd name="connsiteY123" fmla="*/ 26229 h 422948"/>
                <a:gd name="connsiteX124" fmla="*/ 214753 w 460653"/>
                <a:gd name="connsiteY124" fmla="*/ 29508 h 422948"/>
                <a:gd name="connsiteX125" fmla="*/ 214753 w 460653"/>
                <a:gd name="connsiteY125" fmla="*/ 29508 h 422948"/>
                <a:gd name="connsiteX126" fmla="*/ 216393 w 460653"/>
                <a:gd name="connsiteY126" fmla="*/ 31147 h 422948"/>
                <a:gd name="connsiteX127" fmla="*/ 221310 w 460653"/>
                <a:gd name="connsiteY127" fmla="*/ 34426 h 422948"/>
                <a:gd name="connsiteX128" fmla="*/ 221310 w 460653"/>
                <a:gd name="connsiteY128" fmla="*/ 36065 h 422948"/>
                <a:gd name="connsiteX129" fmla="*/ 224589 w 460653"/>
                <a:gd name="connsiteY129" fmla="*/ 34426 h 422948"/>
                <a:gd name="connsiteX130" fmla="*/ 227868 w 460653"/>
                <a:gd name="connsiteY130" fmla="*/ 36065 h 422948"/>
                <a:gd name="connsiteX131" fmla="*/ 231147 w 460653"/>
                <a:gd name="connsiteY131" fmla="*/ 40983 h 422948"/>
                <a:gd name="connsiteX132" fmla="*/ 234425 w 460653"/>
                <a:gd name="connsiteY132" fmla="*/ 42623 h 422948"/>
                <a:gd name="connsiteX133" fmla="*/ 237704 w 460653"/>
                <a:gd name="connsiteY133" fmla="*/ 44262 h 422948"/>
                <a:gd name="connsiteX134" fmla="*/ 240983 w 460653"/>
                <a:gd name="connsiteY134" fmla="*/ 44262 h 422948"/>
                <a:gd name="connsiteX135" fmla="*/ 242622 w 460653"/>
                <a:gd name="connsiteY135" fmla="*/ 45901 h 422948"/>
                <a:gd name="connsiteX136" fmla="*/ 244262 w 460653"/>
                <a:gd name="connsiteY136" fmla="*/ 45901 h 422948"/>
                <a:gd name="connsiteX137" fmla="*/ 247540 w 460653"/>
                <a:gd name="connsiteY137" fmla="*/ 45901 h 422948"/>
                <a:gd name="connsiteX138" fmla="*/ 250819 w 460653"/>
                <a:gd name="connsiteY138" fmla="*/ 45901 h 422948"/>
                <a:gd name="connsiteX139" fmla="*/ 255737 w 460653"/>
                <a:gd name="connsiteY139" fmla="*/ 45901 h 422948"/>
                <a:gd name="connsiteX140" fmla="*/ 259016 w 460653"/>
                <a:gd name="connsiteY140" fmla="*/ 45901 h 422948"/>
                <a:gd name="connsiteX141" fmla="*/ 260655 w 460653"/>
                <a:gd name="connsiteY141" fmla="*/ 47541 h 422948"/>
                <a:gd name="connsiteX142" fmla="*/ 265573 w 460653"/>
                <a:gd name="connsiteY142" fmla="*/ 47541 h 422948"/>
                <a:gd name="connsiteX143" fmla="*/ 268852 w 460653"/>
                <a:gd name="connsiteY143" fmla="*/ 47541 h 422948"/>
                <a:gd name="connsiteX144" fmla="*/ 272130 w 460653"/>
                <a:gd name="connsiteY144" fmla="*/ 42623 h 422948"/>
                <a:gd name="connsiteX145" fmla="*/ 275409 w 460653"/>
                <a:gd name="connsiteY145" fmla="*/ 39344 h 422948"/>
                <a:gd name="connsiteX146" fmla="*/ 277048 w 460653"/>
                <a:gd name="connsiteY146" fmla="*/ 34426 h 422948"/>
                <a:gd name="connsiteX147" fmla="*/ 280327 w 460653"/>
                <a:gd name="connsiteY147" fmla="*/ 31147 h 422948"/>
                <a:gd name="connsiteX148" fmla="*/ 281966 w 460653"/>
                <a:gd name="connsiteY148" fmla="*/ 31147 h 422948"/>
                <a:gd name="connsiteX149" fmla="*/ 285245 w 460653"/>
                <a:gd name="connsiteY149" fmla="*/ 27869 h 422948"/>
                <a:gd name="connsiteX150" fmla="*/ 290163 w 460653"/>
                <a:gd name="connsiteY150" fmla="*/ 26229 h 422948"/>
                <a:gd name="connsiteX151" fmla="*/ 293442 w 460653"/>
                <a:gd name="connsiteY151" fmla="*/ 26229 h 422948"/>
                <a:gd name="connsiteX152" fmla="*/ 296720 w 460653"/>
                <a:gd name="connsiteY152" fmla="*/ 24590 h 422948"/>
                <a:gd name="connsiteX153" fmla="*/ 301638 w 460653"/>
                <a:gd name="connsiteY153" fmla="*/ 24590 h 422948"/>
                <a:gd name="connsiteX154" fmla="*/ 304917 w 460653"/>
                <a:gd name="connsiteY154" fmla="*/ 22951 h 422948"/>
                <a:gd name="connsiteX155" fmla="*/ 306556 w 460653"/>
                <a:gd name="connsiteY155" fmla="*/ 21311 h 422948"/>
                <a:gd name="connsiteX156" fmla="*/ 311474 w 460653"/>
                <a:gd name="connsiteY156" fmla="*/ 21311 h 422948"/>
                <a:gd name="connsiteX157" fmla="*/ 314753 w 460653"/>
                <a:gd name="connsiteY157" fmla="*/ 21311 h 422948"/>
                <a:gd name="connsiteX158" fmla="*/ 318032 w 460653"/>
                <a:gd name="connsiteY158" fmla="*/ 22951 h 422948"/>
                <a:gd name="connsiteX159" fmla="*/ 321310 w 460653"/>
                <a:gd name="connsiteY159" fmla="*/ 22951 h 422948"/>
                <a:gd name="connsiteX160" fmla="*/ 326228 w 460653"/>
                <a:gd name="connsiteY160" fmla="*/ 22951 h 422948"/>
                <a:gd name="connsiteX161" fmla="*/ 329507 w 460653"/>
                <a:gd name="connsiteY161" fmla="*/ 21311 h 422948"/>
                <a:gd name="connsiteX162" fmla="*/ 332786 w 460653"/>
                <a:gd name="connsiteY162" fmla="*/ 21311 h 422948"/>
                <a:gd name="connsiteX163" fmla="*/ 337703 w 460653"/>
                <a:gd name="connsiteY163" fmla="*/ 21311 h 422948"/>
                <a:gd name="connsiteX164" fmla="*/ 340982 w 460653"/>
                <a:gd name="connsiteY164" fmla="*/ 22951 h 422948"/>
                <a:gd name="connsiteX165" fmla="*/ 344261 w 460653"/>
                <a:gd name="connsiteY165" fmla="*/ 24590 h 422948"/>
                <a:gd name="connsiteX166" fmla="*/ 347540 w 460653"/>
                <a:gd name="connsiteY166" fmla="*/ 26229 h 422948"/>
                <a:gd name="connsiteX167" fmla="*/ 350818 w 460653"/>
                <a:gd name="connsiteY167" fmla="*/ 26229 h 422948"/>
                <a:gd name="connsiteX168" fmla="*/ 354097 w 460653"/>
                <a:gd name="connsiteY168" fmla="*/ 27869 h 422948"/>
                <a:gd name="connsiteX169" fmla="*/ 359015 w 460653"/>
                <a:gd name="connsiteY169" fmla="*/ 31147 h 422948"/>
                <a:gd name="connsiteX170" fmla="*/ 360654 w 460653"/>
                <a:gd name="connsiteY170" fmla="*/ 31147 h 422948"/>
                <a:gd name="connsiteX171" fmla="*/ 363933 w 460653"/>
                <a:gd name="connsiteY171" fmla="*/ 34426 h 422948"/>
                <a:gd name="connsiteX172" fmla="*/ 363933 w 460653"/>
                <a:gd name="connsiteY172" fmla="*/ 34426 h 422948"/>
                <a:gd name="connsiteX173" fmla="*/ 368851 w 460653"/>
                <a:gd name="connsiteY173" fmla="*/ 34426 h 422948"/>
                <a:gd name="connsiteX174" fmla="*/ 372130 w 460653"/>
                <a:gd name="connsiteY174" fmla="*/ 34426 h 422948"/>
                <a:gd name="connsiteX175" fmla="*/ 375409 w 460653"/>
                <a:gd name="connsiteY175" fmla="*/ 36065 h 422948"/>
                <a:gd name="connsiteX176" fmla="*/ 378687 w 460653"/>
                <a:gd name="connsiteY176" fmla="*/ 32787 h 422948"/>
                <a:gd name="connsiteX177" fmla="*/ 380326 w 460653"/>
                <a:gd name="connsiteY177" fmla="*/ 27869 h 422948"/>
                <a:gd name="connsiteX178" fmla="*/ 383605 w 460653"/>
                <a:gd name="connsiteY178" fmla="*/ 26229 h 422948"/>
                <a:gd name="connsiteX179" fmla="*/ 388523 w 460653"/>
                <a:gd name="connsiteY179" fmla="*/ 22951 h 422948"/>
                <a:gd name="connsiteX180" fmla="*/ 391802 w 460653"/>
                <a:gd name="connsiteY180" fmla="*/ 19672 h 422948"/>
                <a:gd name="connsiteX181" fmla="*/ 395080 w 460653"/>
                <a:gd name="connsiteY181" fmla="*/ 16393 h 422948"/>
                <a:gd name="connsiteX182" fmla="*/ 398359 w 460653"/>
                <a:gd name="connsiteY182" fmla="*/ 14754 h 422948"/>
                <a:gd name="connsiteX183" fmla="*/ 403277 w 460653"/>
                <a:gd name="connsiteY183" fmla="*/ 14754 h 422948"/>
                <a:gd name="connsiteX184" fmla="*/ 406556 w 460653"/>
                <a:gd name="connsiteY184" fmla="*/ 13114 h 422948"/>
                <a:gd name="connsiteX185" fmla="*/ 408195 w 460653"/>
                <a:gd name="connsiteY185" fmla="*/ 9836 h 422948"/>
                <a:gd name="connsiteX186" fmla="*/ 409834 w 460653"/>
                <a:gd name="connsiteY186" fmla="*/ 8197 h 422948"/>
                <a:gd name="connsiteX187" fmla="*/ 409834 w 460653"/>
                <a:gd name="connsiteY187" fmla="*/ 6557 h 422948"/>
                <a:gd name="connsiteX188" fmla="*/ 414753 w 460653"/>
                <a:gd name="connsiteY188" fmla="*/ 6557 h 422948"/>
                <a:gd name="connsiteX189" fmla="*/ 418031 w 460653"/>
                <a:gd name="connsiteY189" fmla="*/ 6557 h 422948"/>
                <a:gd name="connsiteX190" fmla="*/ 421310 w 460653"/>
                <a:gd name="connsiteY190" fmla="*/ 6557 h 422948"/>
                <a:gd name="connsiteX191" fmla="*/ 422949 w 460653"/>
                <a:gd name="connsiteY191" fmla="*/ 9836 h 422948"/>
                <a:gd name="connsiteX192" fmla="*/ 426228 w 460653"/>
                <a:gd name="connsiteY192" fmla="*/ 14754 h 422948"/>
                <a:gd name="connsiteX193" fmla="*/ 427867 w 460653"/>
                <a:gd name="connsiteY193" fmla="*/ 18033 h 422948"/>
                <a:gd name="connsiteX194" fmla="*/ 427867 w 460653"/>
                <a:gd name="connsiteY194" fmla="*/ 18033 h 422948"/>
                <a:gd name="connsiteX195" fmla="*/ 429506 w 460653"/>
                <a:gd name="connsiteY195" fmla="*/ 21311 h 422948"/>
                <a:gd name="connsiteX196" fmla="*/ 432785 w 460653"/>
                <a:gd name="connsiteY196" fmla="*/ 24590 h 422948"/>
                <a:gd name="connsiteX197" fmla="*/ 434424 w 460653"/>
                <a:gd name="connsiteY197" fmla="*/ 27869 h 422948"/>
                <a:gd name="connsiteX198" fmla="*/ 436064 w 460653"/>
                <a:gd name="connsiteY198" fmla="*/ 32787 h 422948"/>
                <a:gd name="connsiteX199" fmla="*/ 437703 w 460653"/>
                <a:gd name="connsiteY199" fmla="*/ 34426 h 422948"/>
                <a:gd name="connsiteX200" fmla="*/ 439343 w 460653"/>
                <a:gd name="connsiteY200" fmla="*/ 39344 h 422948"/>
                <a:gd name="connsiteX201" fmla="*/ 439343 w 460653"/>
                <a:gd name="connsiteY201" fmla="*/ 42623 h 422948"/>
                <a:gd name="connsiteX202" fmla="*/ 440982 w 460653"/>
                <a:gd name="connsiteY202" fmla="*/ 45901 h 422948"/>
                <a:gd name="connsiteX203" fmla="*/ 440982 w 460653"/>
                <a:gd name="connsiteY203" fmla="*/ 50819 h 422948"/>
                <a:gd name="connsiteX204" fmla="*/ 442621 w 460653"/>
                <a:gd name="connsiteY204" fmla="*/ 54098 h 422948"/>
                <a:gd name="connsiteX205" fmla="*/ 442621 w 460653"/>
                <a:gd name="connsiteY205" fmla="*/ 57377 h 422948"/>
                <a:gd name="connsiteX206" fmla="*/ 442621 w 460653"/>
                <a:gd name="connsiteY206" fmla="*/ 62295 h 422948"/>
                <a:gd name="connsiteX207" fmla="*/ 442621 w 460653"/>
                <a:gd name="connsiteY207" fmla="*/ 63934 h 422948"/>
                <a:gd name="connsiteX208" fmla="*/ 442621 w 460653"/>
                <a:gd name="connsiteY208" fmla="*/ 67213 h 422948"/>
                <a:gd name="connsiteX209" fmla="*/ 444260 w 460653"/>
                <a:gd name="connsiteY209" fmla="*/ 67213 h 422948"/>
                <a:gd name="connsiteX210" fmla="*/ 447539 w 460653"/>
                <a:gd name="connsiteY210" fmla="*/ 67213 h 422948"/>
                <a:gd name="connsiteX211" fmla="*/ 452457 w 460653"/>
                <a:gd name="connsiteY211" fmla="*/ 67213 h 422948"/>
                <a:gd name="connsiteX212" fmla="*/ 452457 w 460653"/>
                <a:gd name="connsiteY212" fmla="*/ 67213 h 422948"/>
                <a:gd name="connsiteX213" fmla="*/ 455736 w 460653"/>
                <a:gd name="connsiteY213" fmla="*/ 68852 h 422948"/>
                <a:gd name="connsiteX214" fmla="*/ 457375 w 460653"/>
                <a:gd name="connsiteY214" fmla="*/ 73770 h 422948"/>
                <a:gd name="connsiteX215" fmla="*/ 460654 w 460653"/>
                <a:gd name="connsiteY215" fmla="*/ 75409 h 422948"/>
                <a:gd name="connsiteX216" fmla="*/ 460654 w 460653"/>
                <a:gd name="connsiteY216" fmla="*/ 80327 h 422948"/>
                <a:gd name="connsiteX217" fmla="*/ 460654 w 460653"/>
                <a:gd name="connsiteY217" fmla="*/ 83606 h 422948"/>
                <a:gd name="connsiteX218" fmla="*/ 459014 w 460653"/>
                <a:gd name="connsiteY218" fmla="*/ 86885 h 422948"/>
                <a:gd name="connsiteX219" fmla="*/ 459014 w 460653"/>
                <a:gd name="connsiteY219" fmla="*/ 91803 h 422948"/>
                <a:gd name="connsiteX220" fmla="*/ 457375 w 460653"/>
                <a:gd name="connsiteY220" fmla="*/ 95081 h 422948"/>
                <a:gd name="connsiteX221" fmla="*/ 460654 w 460653"/>
                <a:gd name="connsiteY221" fmla="*/ 98360 h 422948"/>
                <a:gd name="connsiteX222" fmla="*/ 459014 w 460653"/>
                <a:gd name="connsiteY222" fmla="*/ 103278 h 422948"/>
                <a:gd name="connsiteX223" fmla="*/ 455736 w 460653"/>
                <a:gd name="connsiteY223" fmla="*/ 106557 h 422948"/>
                <a:gd name="connsiteX224" fmla="*/ 452457 w 460653"/>
                <a:gd name="connsiteY224" fmla="*/ 109836 h 422948"/>
                <a:gd name="connsiteX225" fmla="*/ 449179 w 460653"/>
                <a:gd name="connsiteY225" fmla="*/ 111475 h 422948"/>
                <a:gd name="connsiteX226" fmla="*/ 444260 w 460653"/>
                <a:gd name="connsiteY226" fmla="*/ 114754 h 422948"/>
                <a:gd name="connsiteX227" fmla="*/ 440982 w 460653"/>
                <a:gd name="connsiteY227" fmla="*/ 116393 h 422948"/>
                <a:gd name="connsiteX228" fmla="*/ 437703 w 460653"/>
                <a:gd name="connsiteY228" fmla="*/ 114754 h 422948"/>
                <a:gd name="connsiteX229" fmla="*/ 436064 w 460653"/>
                <a:gd name="connsiteY229" fmla="*/ 114754 h 422948"/>
                <a:gd name="connsiteX230" fmla="*/ 432785 w 460653"/>
                <a:gd name="connsiteY230" fmla="*/ 118032 h 422948"/>
                <a:gd name="connsiteX231" fmla="*/ 432785 w 460653"/>
                <a:gd name="connsiteY231" fmla="*/ 118032 h 422948"/>
                <a:gd name="connsiteX232" fmla="*/ 431146 w 460653"/>
                <a:gd name="connsiteY232" fmla="*/ 121311 h 422948"/>
                <a:gd name="connsiteX233" fmla="*/ 427867 w 460653"/>
                <a:gd name="connsiteY233" fmla="*/ 126229 h 422948"/>
                <a:gd name="connsiteX234" fmla="*/ 427867 w 460653"/>
                <a:gd name="connsiteY234" fmla="*/ 129508 h 422948"/>
                <a:gd name="connsiteX235" fmla="*/ 424589 w 460653"/>
                <a:gd name="connsiteY235" fmla="*/ 132786 h 422948"/>
                <a:gd name="connsiteX236" fmla="*/ 422949 w 460653"/>
                <a:gd name="connsiteY236" fmla="*/ 136065 h 422948"/>
                <a:gd name="connsiteX237" fmla="*/ 421310 w 460653"/>
                <a:gd name="connsiteY237" fmla="*/ 139344 h 422948"/>
                <a:gd name="connsiteX238" fmla="*/ 418031 w 460653"/>
                <a:gd name="connsiteY238" fmla="*/ 144261 h 422948"/>
                <a:gd name="connsiteX239" fmla="*/ 418031 w 460653"/>
                <a:gd name="connsiteY239" fmla="*/ 147540 h 422948"/>
                <a:gd name="connsiteX240" fmla="*/ 416392 w 460653"/>
                <a:gd name="connsiteY240" fmla="*/ 150819 h 422948"/>
                <a:gd name="connsiteX241" fmla="*/ 416392 w 460653"/>
                <a:gd name="connsiteY241" fmla="*/ 155737 h 422948"/>
                <a:gd name="connsiteX242" fmla="*/ 416392 w 460653"/>
                <a:gd name="connsiteY242" fmla="*/ 159015 h 422948"/>
                <a:gd name="connsiteX243" fmla="*/ 414753 w 460653"/>
                <a:gd name="connsiteY243" fmla="*/ 162294 h 422948"/>
                <a:gd name="connsiteX244" fmla="*/ 414753 w 460653"/>
                <a:gd name="connsiteY244" fmla="*/ 165573 h 422948"/>
                <a:gd name="connsiteX245" fmla="*/ 413113 w 460653"/>
                <a:gd name="connsiteY245" fmla="*/ 165573 h 422948"/>
                <a:gd name="connsiteX246" fmla="*/ 409834 w 460653"/>
                <a:gd name="connsiteY246" fmla="*/ 167212 h 422948"/>
                <a:gd name="connsiteX247" fmla="*/ 406556 w 460653"/>
                <a:gd name="connsiteY247" fmla="*/ 170491 h 422948"/>
                <a:gd name="connsiteX248" fmla="*/ 408195 w 460653"/>
                <a:gd name="connsiteY248" fmla="*/ 170491 h 422948"/>
                <a:gd name="connsiteX249" fmla="*/ 408195 w 460653"/>
                <a:gd name="connsiteY249" fmla="*/ 172130 h 422948"/>
                <a:gd name="connsiteX250" fmla="*/ 406556 w 460653"/>
                <a:gd name="connsiteY250" fmla="*/ 175409 h 422948"/>
                <a:gd name="connsiteX251" fmla="*/ 408195 w 460653"/>
                <a:gd name="connsiteY251" fmla="*/ 180327 h 422948"/>
                <a:gd name="connsiteX252" fmla="*/ 408195 w 460653"/>
                <a:gd name="connsiteY252" fmla="*/ 183605 h 422948"/>
                <a:gd name="connsiteX253" fmla="*/ 406556 w 460653"/>
                <a:gd name="connsiteY253" fmla="*/ 186884 h 422948"/>
                <a:gd name="connsiteX254" fmla="*/ 406556 w 460653"/>
                <a:gd name="connsiteY254" fmla="*/ 188524 h 422948"/>
                <a:gd name="connsiteX255" fmla="*/ 403277 w 460653"/>
                <a:gd name="connsiteY255" fmla="*/ 191802 h 422948"/>
                <a:gd name="connsiteX256" fmla="*/ 399999 w 460653"/>
                <a:gd name="connsiteY256" fmla="*/ 193442 h 422948"/>
                <a:gd name="connsiteX257" fmla="*/ 395080 w 460653"/>
                <a:gd name="connsiteY257" fmla="*/ 196720 h 422948"/>
                <a:gd name="connsiteX258" fmla="*/ 391802 w 460653"/>
                <a:gd name="connsiteY258" fmla="*/ 199999 h 422948"/>
                <a:gd name="connsiteX259" fmla="*/ 391802 w 460653"/>
                <a:gd name="connsiteY259" fmla="*/ 199999 h 422948"/>
                <a:gd name="connsiteX260" fmla="*/ 395080 w 460653"/>
                <a:gd name="connsiteY260" fmla="*/ 199999 h 422948"/>
                <a:gd name="connsiteX261" fmla="*/ 393441 w 460653"/>
                <a:gd name="connsiteY261" fmla="*/ 204917 h 422948"/>
                <a:gd name="connsiteX262" fmla="*/ 393441 w 460653"/>
                <a:gd name="connsiteY262" fmla="*/ 204917 h 422948"/>
                <a:gd name="connsiteX263" fmla="*/ 391802 w 460653"/>
                <a:gd name="connsiteY263" fmla="*/ 208195 h 422948"/>
                <a:gd name="connsiteX264" fmla="*/ 391802 w 460653"/>
                <a:gd name="connsiteY264" fmla="*/ 209835 h 422948"/>
                <a:gd name="connsiteX265" fmla="*/ 391802 w 460653"/>
                <a:gd name="connsiteY265" fmla="*/ 214753 h 422948"/>
                <a:gd name="connsiteX266" fmla="*/ 391802 w 460653"/>
                <a:gd name="connsiteY266" fmla="*/ 218032 h 422948"/>
                <a:gd name="connsiteX267" fmla="*/ 390162 w 460653"/>
                <a:gd name="connsiteY267" fmla="*/ 221310 h 422948"/>
                <a:gd name="connsiteX268" fmla="*/ 390162 w 460653"/>
                <a:gd name="connsiteY268" fmla="*/ 224589 h 422948"/>
                <a:gd name="connsiteX269" fmla="*/ 386884 w 460653"/>
                <a:gd name="connsiteY269" fmla="*/ 229507 h 422948"/>
                <a:gd name="connsiteX270" fmla="*/ 381966 w 460653"/>
                <a:gd name="connsiteY270" fmla="*/ 231147 h 422948"/>
                <a:gd name="connsiteX271" fmla="*/ 378687 w 460653"/>
                <a:gd name="connsiteY271" fmla="*/ 232786 h 422948"/>
                <a:gd name="connsiteX272" fmla="*/ 375409 w 460653"/>
                <a:gd name="connsiteY272" fmla="*/ 232786 h 422948"/>
                <a:gd name="connsiteX273" fmla="*/ 375409 w 460653"/>
                <a:gd name="connsiteY273" fmla="*/ 232786 h 422948"/>
                <a:gd name="connsiteX274" fmla="*/ 373769 w 460653"/>
                <a:gd name="connsiteY274" fmla="*/ 232786 h 422948"/>
                <a:gd name="connsiteX275" fmla="*/ 375409 w 460653"/>
                <a:gd name="connsiteY275" fmla="*/ 236064 h 422948"/>
                <a:gd name="connsiteX276" fmla="*/ 373769 w 460653"/>
                <a:gd name="connsiteY276" fmla="*/ 239343 h 422948"/>
                <a:gd name="connsiteX277" fmla="*/ 370490 w 460653"/>
                <a:gd name="connsiteY277" fmla="*/ 239343 h 422948"/>
                <a:gd name="connsiteX278" fmla="*/ 368851 w 460653"/>
                <a:gd name="connsiteY278" fmla="*/ 244261 h 422948"/>
                <a:gd name="connsiteX279" fmla="*/ 368851 w 460653"/>
                <a:gd name="connsiteY279" fmla="*/ 247540 h 422948"/>
                <a:gd name="connsiteX280" fmla="*/ 368851 w 460653"/>
                <a:gd name="connsiteY280" fmla="*/ 250818 h 422948"/>
                <a:gd name="connsiteX281" fmla="*/ 367212 w 460653"/>
                <a:gd name="connsiteY281" fmla="*/ 255737 h 422948"/>
                <a:gd name="connsiteX282" fmla="*/ 367212 w 460653"/>
                <a:gd name="connsiteY282" fmla="*/ 259015 h 422948"/>
                <a:gd name="connsiteX283" fmla="*/ 367212 w 460653"/>
                <a:gd name="connsiteY283" fmla="*/ 260654 h 422948"/>
                <a:gd name="connsiteX284" fmla="*/ 363933 w 460653"/>
                <a:gd name="connsiteY284" fmla="*/ 263933 h 422948"/>
                <a:gd name="connsiteX285" fmla="*/ 362294 w 460653"/>
                <a:gd name="connsiteY285" fmla="*/ 268851 h 422948"/>
                <a:gd name="connsiteX286" fmla="*/ 360654 w 460653"/>
                <a:gd name="connsiteY286" fmla="*/ 272130 h 422948"/>
                <a:gd name="connsiteX287" fmla="*/ 360654 w 460653"/>
                <a:gd name="connsiteY287" fmla="*/ 275408 h 422948"/>
                <a:gd name="connsiteX288" fmla="*/ 359015 w 460653"/>
                <a:gd name="connsiteY288" fmla="*/ 280327 h 422948"/>
                <a:gd name="connsiteX289" fmla="*/ 355736 w 460653"/>
                <a:gd name="connsiteY289" fmla="*/ 283605 h 422948"/>
                <a:gd name="connsiteX290" fmla="*/ 354097 w 460653"/>
                <a:gd name="connsiteY290" fmla="*/ 285244 h 422948"/>
                <a:gd name="connsiteX291" fmla="*/ 352457 w 460653"/>
                <a:gd name="connsiteY291" fmla="*/ 290162 h 422948"/>
                <a:gd name="connsiteX292" fmla="*/ 350818 w 460653"/>
                <a:gd name="connsiteY292" fmla="*/ 293441 h 422948"/>
                <a:gd name="connsiteX293" fmla="*/ 354097 w 460653"/>
                <a:gd name="connsiteY293" fmla="*/ 296720 h 422948"/>
                <a:gd name="connsiteX294" fmla="*/ 352457 w 460653"/>
                <a:gd name="connsiteY294" fmla="*/ 299998 h 422948"/>
                <a:gd name="connsiteX295" fmla="*/ 347540 w 460653"/>
                <a:gd name="connsiteY295" fmla="*/ 303277 h 422948"/>
                <a:gd name="connsiteX296" fmla="*/ 344261 w 460653"/>
                <a:gd name="connsiteY296" fmla="*/ 306556 h 422948"/>
                <a:gd name="connsiteX297" fmla="*/ 342622 w 460653"/>
                <a:gd name="connsiteY297" fmla="*/ 311474 h 422948"/>
                <a:gd name="connsiteX298" fmla="*/ 342622 w 460653"/>
                <a:gd name="connsiteY298" fmla="*/ 314752 h 422948"/>
                <a:gd name="connsiteX299" fmla="*/ 342622 w 460653"/>
                <a:gd name="connsiteY299" fmla="*/ 318031 h 422948"/>
                <a:gd name="connsiteX300" fmla="*/ 337703 w 460653"/>
                <a:gd name="connsiteY300" fmla="*/ 321310 h 422948"/>
                <a:gd name="connsiteX301" fmla="*/ 337703 w 460653"/>
                <a:gd name="connsiteY301" fmla="*/ 324588 h 422948"/>
                <a:gd name="connsiteX302" fmla="*/ 334425 w 460653"/>
                <a:gd name="connsiteY302" fmla="*/ 327867 h 422948"/>
                <a:gd name="connsiteX303" fmla="*/ 331146 w 460653"/>
                <a:gd name="connsiteY303" fmla="*/ 327867 h 422948"/>
                <a:gd name="connsiteX304" fmla="*/ 327867 w 460653"/>
                <a:gd name="connsiteY304" fmla="*/ 327867 h 422948"/>
                <a:gd name="connsiteX305" fmla="*/ 324589 w 460653"/>
                <a:gd name="connsiteY305" fmla="*/ 326228 h 422948"/>
                <a:gd name="connsiteX306" fmla="*/ 324589 w 460653"/>
                <a:gd name="connsiteY306" fmla="*/ 326228 h 422948"/>
                <a:gd name="connsiteX307" fmla="*/ 324589 w 460653"/>
                <a:gd name="connsiteY307" fmla="*/ 322949 h 422948"/>
                <a:gd name="connsiteX308" fmla="*/ 322950 w 460653"/>
                <a:gd name="connsiteY308" fmla="*/ 318031 h 422948"/>
                <a:gd name="connsiteX309" fmla="*/ 322950 w 460653"/>
                <a:gd name="connsiteY309" fmla="*/ 314752 h 422948"/>
                <a:gd name="connsiteX310" fmla="*/ 321310 w 460653"/>
                <a:gd name="connsiteY310" fmla="*/ 313113 h 422948"/>
                <a:gd name="connsiteX311" fmla="*/ 318032 w 460653"/>
                <a:gd name="connsiteY311" fmla="*/ 313113 h 422948"/>
                <a:gd name="connsiteX312" fmla="*/ 316392 w 460653"/>
                <a:gd name="connsiteY312" fmla="*/ 308195 h 422948"/>
                <a:gd name="connsiteX313" fmla="*/ 314753 w 460653"/>
                <a:gd name="connsiteY313" fmla="*/ 304917 h 422948"/>
                <a:gd name="connsiteX314" fmla="*/ 311474 w 460653"/>
                <a:gd name="connsiteY314" fmla="*/ 303277 h 422948"/>
                <a:gd name="connsiteX315" fmla="*/ 306556 w 460653"/>
                <a:gd name="connsiteY315" fmla="*/ 301638 h 422948"/>
                <a:gd name="connsiteX316" fmla="*/ 304917 w 460653"/>
                <a:gd name="connsiteY316" fmla="*/ 296720 h 422948"/>
                <a:gd name="connsiteX317" fmla="*/ 304917 w 460653"/>
                <a:gd name="connsiteY317" fmla="*/ 301638 h 422948"/>
                <a:gd name="connsiteX318" fmla="*/ 303277 w 460653"/>
                <a:gd name="connsiteY318" fmla="*/ 304917 h 422948"/>
                <a:gd name="connsiteX319" fmla="*/ 301638 w 460653"/>
                <a:gd name="connsiteY319" fmla="*/ 308195 h 422948"/>
                <a:gd name="connsiteX320" fmla="*/ 299999 w 460653"/>
                <a:gd name="connsiteY320" fmla="*/ 308195 h 422948"/>
                <a:gd name="connsiteX321" fmla="*/ 296720 w 460653"/>
                <a:gd name="connsiteY321" fmla="*/ 308195 h 422948"/>
                <a:gd name="connsiteX322" fmla="*/ 293442 w 460653"/>
                <a:gd name="connsiteY322" fmla="*/ 308195 h 422948"/>
                <a:gd name="connsiteX323" fmla="*/ 288523 w 460653"/>
                <a:gd name="connsiteY323" fmla="*/ 304917 h 422948"/>
                <a:gd name="connsiteX324" fmla="*/ 285245 w 460653"/>
                <a:gd name="connsiteY324" fmla="*/ 304917 h 422948"/>
                <a:gd name="connsiteX325" fmla="*/ 281966 w 460653"/>
                <a:gd name="connsiteY325" fmla="*/ 308195 h 422948"/>
                <a:gd name="connsiteX326" fmla="*/ 280327 w 460653"/>
                <a:gd name="connsiteY326" fmla="*/ 309835 h 422948"/>
                <a:gd name="connsiteX327" fmla="*/ 277048 w 460653"/>
                <a:gd name="connsiteY327" fmla="*/ 313113 h 422948"/>
                <a:gd name="connsiteX328" fmla="*/ 273769 w 460653"/>
                <a:gd name="connsiteY328" fmla="*/ 316392 h 422948"/>
                <a:gd name="connsiteX329" fmla="*/ 272130 w 460653"/>
                <a:gd name="connsiteY329" fmla="*/ 321310 h 422948"/>
                <a:gd name="connsiteX330" fmla="*/ 270491 w 460653"/>
                <a:gd name="connsiteY330" fmla="*/ 324588 h 422948"/>
                <a:gd name="connsiteX331" fmla="*/ 270491 w 460653"/>
                <a:gd name="connsiteY331" fmla="*/ 324588 h 422948"/>
                <a:gd name="connsiteX332" fmla="*/ 268852 w 460653"/>
                <a:gd name="connsiteY332" fmla="*/ 324588 h 422948"/>
                <a:gd name="connsiteX333" fmla="*/ 265573 w 460653"/>
                <a:gd name="connsiteY333" fmla="*/ 327867 h 422948"/>
                <a:gd name="connsiteX334" fmla="*/ 262294 w 460653"/>
                <a:gd name="connsiteY334" fmla="*/ 329507 h 422948"/>
                <a:gd name="connsiteX335" fmla="*/ 257376 w 460653"/>
                <a:gd name="connsiteY335" fmla="*/ 332785 h 422948"/>
                <a:gd name="connsiteX336" fmla="*/ 255737 w 460653"/>
                <a:gd name="connsiteY336" fmla="*/ 336064 h 422948"/>
                <a:gd name="connsiteX337" fmla="*/ 252458 w 460653"/>
                <a:gd name="connsiteY337" fmla="*/ 340982 h 422948"/>
                <a:gd name="connsiteX338" fmla="*/ 249179 w 460653"/>
                <a:gd name="connsiteY338" fmla="*/ 344261 h 422948"/>
                <a:gd name="connsiteX339" fmla="*/ 245901 w 460653"/>
                <a:gd name="connsiteY339" fmla="*/ 347539 h 422948"/>
                <a:gd name="connsiteX340" fmla="*/ 244262 w 460653"/>
                <a:gd name="connsiteY340" fmla="*/ 350818 h 422948"/>
                <a:gd name="connsiteX341" fmla="*/ 240983 w 460653"/>
                <a:gd name="connsiteY341" fmla="*/ 354097 h 422948"/>
                <a:gd name="connsiteX342" fmla="*/ 237704 w 460653"/>
                <a:gd name="connsiteY342" fmla="*/ 355736 h 422948"/>
                <a:gd name="connsiteX343" fmla="*/ 237704 w 460653"/>
                <a:gd name="connsiteY343" fmla="*/ 355736 h 422948"/>
                <a:gd name="connsiteX344" fmla="*/ 237704 w 460653"/>
                <a:gd name="connsiteY344" fmla="*/ 359015 h 422948"/>
                <a:gd name="connsiteX345" fmla="*/ 237704 w 460653"/>
                <a:gd name="connsiteY345" fmla="*/ 360654 h 422948"/>
                <a:gd name="connsiteX346" fmla="*/ 240983 w 460653"/>
                <a:gd name="connsiteY346" fmla="*/ 363932 h 422948"/>
                <a:gd name="connsiteX347" fmla="*/ 239343 w 460653"/>
                <a:gd name="connsiteY347" fmla="*/ 368851 h 422948"/>
                <a:gd name="connsiteX348" fmla="*/ 237704 w 460653"/>
                <a:gd name="connsiteY348" fmla="*/ 372129 h 422948"/>
                <a:gd name="connsiteX349" fmla="*/ 237704 w 460653"/>
                <a:gd name="connsiteY349" fmla="*/ 377047 h 422948"/>
                <a:gd name="connsiteX350" fmla="*/ 237704 w 460653"/>
                <a:gd name="connsiteY350" fmla="*/ 380326 h 422948"/>
                <a:gd name="connsiteX351" fmla="*/ 237704 w 460653"/>
                <a:gd name="connsiteY351" fmla="*/ 383605 h 422948"/>
                <a:gd name="connsiteX352" fmla="*/ 234425 w 460653"/>
                <a:gd name="connsiteY352" fmla="*/ 386884 h 422948"/>
                <a:gd name="connsiteX353" fmla="*/ 232786 w 460653"/>
                <a:gd name="connsiteY353" fmla="*/ 390162 h 422948"/>
                <a:gd name="connsiteX354" fmla="*/ 231147 w 460653"/>
                <a:gd name="connsiteY354" fmla="*/ 395080 h 422948"/>
                <a:gd name="connsiteX355" fmla="*/ 229507 w 460653"/>
                <a:gd name="connsiteY355" fmla="*/ 398359 h 422948"/>
                <a:gd name="connsiteX356" fmla="*/ 227868 w 460653"/>
                <a:gd name="connsiteY356" fmla="*/ 399998 h 422948"/>
                <a:gd name="connsiteX357" fmla="*/ 226229 w 460653"/>
                <a:gd name="connsiteY357" fmla="*/ 401637 h 422948"/>
                <a:gd name="connsiteX358" fmla="*/ 224589 w 460653"/>
                <a:gd name="connsiteY358" fmla="*/ 404916 h 422948"/>
                <a:gd name="connsiteX359" fmla="*/ 221310 w 460653"/>
                <a:gd name="connsiteY359" fmla="*/ 401637 h 422948"/>
                <a:gd name="connsiteX360" fmla="*/ 221310 w 460653"/>
                <a:gd name="connsiteY360" fmla="*/ 398359 h 422948"/>
                <a:gd name="connsiteX361" fmla="*/ 218032 w 460653"/>
                <a:gd name="connsiteY361" fmla="*/ 399998 h 422948"/>
                <a:gd name="connsiteX362" fmla="*/ 214753 w 460653"/>
                <a:gd name="connsiteY362" fmla="*/ 395080 h 422948"/>
                <a:gd name="connsiteX363" fmla="*/ 214753 w 460653"/>
                <a:gd name="connsiteY363" fmla="*/ 395080 h 422948"/>
                <a:gd name="connsiteX364" fmla="*/ 214753 w 460653"/>
                <a:gd name="connsiteY364" fmla="*/ 398359 h 422948"/>
                <a:gd name="connsiteX365" fmla="*/ 214753 w 460653"/>
                <a:gd name="connsiteY365" fmla="*/ 398359 h 422948"/>
                <a:gd name="connsiteX366" fmla="*/ 216393 w 460653"/>
                <a:gd name="connsiteY366" fmla="*/ 399998 h 422948"/>
                <a:gd name="connsiteX367" fmla="*/ 218032 w 460653"/>
                <a:gd name="connsiteY367" fmla="*/ 404916 h 422948"/>
                <a:gd name="connsiteX368" fmla="*/ 218032 w 460653"/>
                <a:gd name="connsiteY368" fmla="*/ 408195 h 422948"/>
                <a:gd name="connsiteX369" fmla="*/ 214753 w 460653"/>
                <a:gd name="connsiteY369" fmla="*/ 411474 h 422948"/>
                <a:gd name="connsiteX370" fmla="*/ 211475 w 460653"/>
                <a:gd name="connsiteY370" fmla="*/ 411474 h 422948"/>
                <a:gd name="connsiteX371" fmla="*/ 208196 w 460653"/>
                <a:gd name="connsiteY371" fmla="*/ 411474 h 422948"/>
                <a:gd name="connsiteX372" fmla="*/ 203278 w 460653"/>
                <a:gd name="connsiteY372" fmla="*/ 411474 h 422948"/>
                <a:gd name="connsiteX373" fmla="*/ 199999 w 460653"/>
                <a:gd name="connsiteY373" fmla="*/ 413113 h 422948"/>
                <a:gd name="connsiteX374" fmla="*/ 195081 w 460653"/>
                <a:gd name="connsiteY374" fmla="*/ 413113 h 422948"/>
                <a:gd name="connsiteX375" fmla="*/ 195081 w 460653"/>
                <a:gd name="connsiteY375" fmla="*/ 413113 h 422948"/>
                <a:gd name="connsiteX376" fmla="*/ 191803 w 460653"/>
                <a:gd name="connsiteY376" fmla="*/ 413113 h 422948"/>
                <a:gd name="connsiteX377" fmla="*/ 188524 w 460653"/>
                <a:gd name="connsiteY377" fmla="*/ 409834 h 422948"/>
                <a:gd name="connsiteX378" fmla="*/ 186885 w 460653"/>
                <a:gd name="connsiteY378" fmla="*/ 408195 h 422948"/>
                <a:gd name="connsiteX379" fmla="*/ 188524 w 460653"/>
                <a:gd name="connsiteY379" fmla="*/ 404916 h 422948"/>
                <a:gd name="connsiteX380" fmla="*/ 186885 w 460653"/>
                <a:gd name="connsiteY380" fmla="*/ 406555 h 422948"/>
                <a:gd name="connsiteX381" fmla="*/ 186885 w 460653"/>
                <a:gd name="connsiteY381" fmla="*/ 409834 h 422948"/>
                <a:gd name="connsiteX382" fmla="*/ 183606 w 460653"/>
                <a:gd name="connsiteY382" fmla="*/ 411474 h 422948"/>
                <a:gd name="connsiteX383" fmla="*/ 180327 w 460653"/>
                <a:gd name="connsiteY383" fmla="*/ 409834 h 422948"/>
                <a:gd name="connsiteX384" fmla="*/ 180327 w 460653"/>
                <a:gd name="connsiteY384" fmla="*/ 409834 h 422948"/>
                <a:gd name="connsiteX385" fmla="*/ 175409 w 460653"/>
                <a:gd name="connsiteY385" fmla="*/ 411474 h 422948"/>
                <a:gd name="connsiteX386" fmla="*/ 175409 w 460653"/>
                <a:gd name="connsiteY386" fmla="*/ 411474 h 422948"/>
                <a:gd name="connsiteX387" fmla="*/ 172130 w 460653"/>
                <a:gd name="connsiteY387" fmla="*/ 406555 h 422948"/>
                <a:gd name="connsiteX388" fmla="*/ 168852 w 460653"/>
                <a:gd name="connsiteY388" fmla="*/ 404916 h 422948"/>
                <a:gd name="connsiteX389" fmla="*/ 172130 w 460653"/>
                <a:gd name="connsiteY389" fmla="*/ 408195 h 422948"/>
                <a:gd name="connsiteX390" fmla="*/ 172130 w 460653"/>
                <a:gd name="connsiteY390" fmla="*/ 411474 h 422948"/>
                <a:gd name="connsiteX391" fmla="*/ 170491 w 460653"/>
                <a:gd name="connsiteY391" fmla="*/ 414752 h 422948"/>
                <a:gd name="connsiteX392" fmla="*/ 167213 w 460653"/>
                <a:gd name="connsiteY392" fmla="*/ 413113 h 422948"/>
                <a:gd name="connsiteX393" fmla="*/ 167213 w 460653"/>
                <a:gd name="connsiteY393" fmla="*/ 409834 h 422948"/>
                <a:gd name="connsiteX394" fmla="*/ 167213 w 460653"/>
                <a:gd name="connsiteY394" fmla="*/ 406555 h 422948"/>
                <a:gd name="connsiteX395" fmla="*/ 167213 w 460653"/>
                <a:gd name="connsiteY395" fmla="*/ 404916 h 422948"/>
                <a:gd name="connsiteX396" fmla="*/ 162295 w 460653"/>
                <a:gd name="connsiteY396" fmla="*/ 406555 h 422948"/>
                <a:gd name="connsiteX397" fmla="*/ 163934 w 460653"/>
                <a:gd name="connsiteY397" fmla="*/ 406555 h 422948"/>
                <a:gd name="connsiteX398" fmla="*/ 165573 w 460653"/>
                <a:gd name="connsiteY398" fmla="*/ 411474 h 422948"/>
                <a:gd name="connsiteX399" fmla="*/ 165573 w 460653"/>
                <a:gd name="connsiteY399" fmla="*/ 414752 h 422948"/>
                <a:gd name="connsiteX400" fmla="*/ 165573 w 460653"/>
                <a:gd name="connsiteY400" fmla="*/ 416391 h 422948"/>
                <a:gd name="connsiteX401" fmla="*/ 165573 w 460653"/>
                <a:gd name="connsiteY401" fmla="*/ 419670 h 422948"/>
                <a:gd name="connsiteX402" fmla="*/ 160655 w 460653"/>
                <a:gd name="connsiteY402" fmla="*/ 416391 h 422948"/>
                <a:gd name="connsiteX403" fmla="*/ 160655 w 460653"/>
                <a:gd name="connsiteY403" fmla="*/ 413113 h 422948"/>
                <a:gd name="connsiteX404" fmla="*/ 160655 w 460653"/>
                <a:gd name="connsiteY404" fmla="*/ 409834 h 422948"/>
                <a:gd name="connsiteX405" fmla="*/ 160655 w 460653"/>
                <a:gd name="connsiteY405" fmla="*/ 408195 h 422948"/>
                <a:gd name="connsiteX406" fmla="*/ 157376 w 460653"/>
                <a:gd name="connsiteY406" fmla="*/ 404916 h 422948"/>
                <a:gd name="connsiteX407" fmla="*/ 159016 w 460653"/>
                <a:gd name="connsiteY407" fmla="*/ 399998 h 422948"/>
                <a:gd name="connsiteX408" fmla="*/ 157376 w 460653"/>
                <a:gd name="connsiteY408" fmla="*/ 401637 h 422948"/>
                <a:gd name="connsiteX409" fmla="*/ 157376 w 460653"/>
                <a:gd name="connsiteY409" fmla="*/ 406555 h 422948"/>
                <a:gd name="connsiteX410" fmla="*/ 160655 w 460653"/>
                <a:gd name="connsiteY410" fmla="*/ 409834 h 422948"/>
                <a:gd name="connsiteX411" fmla="*/ 159016 w 460653"/>
                <a:gd name="connsiteY411" fmla="*/ 413113 h 422948"/>
                <a:gd name="connsiteX412" fmla="*/ 160655 w 460653"/>
                <a:gd name="connsiteY412" fmla="*/ 416391 h 422948"/>
                <a:gd name="connsiteX413" fmla="*/ 159016 w 460653"/>
                <a:gd name="connsiteY413" fmla="*/ 421309 h 422948"/>
                <a:gd name="connsiteX414" fmla="*/ 155737 w 460653"/>
                <a:gd name="connsiteY414" fmla="*/ 419670 h 422948"/>
                <a:gd name="connsiteX415" fmla="*/ 155737 w 460653"/>
                <a:gd name="connsiteY415" fmla="*/ 416391 h 422948"/>
                <a:gd name="connsiteX416" fmla="*/ 155737 w 460653"/>
                <a:gd name="connsiteY416" fmla="*/ 413113 h 422948"/>
                <a:gd name="connsiteX417" fmla="*/ 155737 w 460653"/>
                <a:gd name="connsiteY417" fmla="*/ 409834 h 422948"/>
                <a:gd name="connsiteX418" fmla="*/ 155737 w 460653"/>
                <a:gd name="connsiteY418" fmla="*/ 411474 h 422948"/>
                <a:gd name="connsiteX419" fmla="*/ 155737 w 460653"/>
                <a:gd name="connsiteY419" fmla="*/ 413113 h 422948"/>
                <a:gd name="connsiteX420" fmla="*/ 154098 w 460653"/>
                <a:gd name="connsiteY420" fmla="*/ 416391 h 422948"/>
                <a:gd name="connsiteX421" fmla="*/ 154098 w 460653"/>
                <a:gd name="connsiteY421" fmla="*/ 413113 h 422948"/>
                <a:gd name="connsiteX422" fmla="*/ 154098 w 460653"/>
                <a:gd name="connsiteY422" fmla="*/ 413113 h 422948"/>
                <a:gd name="connsiteX423" fmla="*/ 154098 w 460653"/>
                <a:gd name="connsiteY423" fmla="*/ 416391 h 422948"/>
                <a:gd name="connsiteX424" fmla="*/ 150819 w 460653"/>
                <a:gd name="connsiteY424" fmla="*/ 421309 h 422948"/>
                <a:gd name="connsiteX425" fmla="*/ 150819 w 460653"/>
                <a:gd name="connsiteY425" fmla="*/ 416391 h 422948"/>
                <a:gd name="connsiteX426" fmla="*/ 149180 w 460653"/>
                <a:gd name="connsiteY426" fmla="*/ 414752 h 422948"/>
                <a:gd name="connsiteX427" fmla="*/ 149180 w 460653"/>
                <a:gd name="connsiteY427" fmla="*/ 413113 h 422948"/>
                <a:gd name="connsiteX428" fmla="*/ 149180 w 460653"/>
                <a:gd name="connsiteY428" fmla="*/ 413113 h 422948"/>
                <a:gd name="connsiteX429" fmla="*/ 149180 w 460653"/>
                <a:gd name="connsiteY429" fmla="*/ 414752 h 422948"/>
                <a:gd name="connsiteX430" fmla="*/ 150819 w 460653"/>
                <a:gd name="connsiteY430" fmla="*/ 418031 h 422948"/>
                <a:gd name="connsiteX431" fmla="*/ 149180 w 460653"/>
                <a:gd name="connsiteY431" fmla="*/ 421309 h 422948"/>
                <a:gd name="connsiteX432" fmla="*/ 144262 w 460653"/>
                <a:gd name="connsiteY432" fmla="*/ 421309 h 422948"/>
                <a:gd name="connsiteX433" fmla="*/ 140983 w 460653"/>
                <a:gd name="connsiteY433" fmla="*/ 422949 h 422948"/>
                <a:gd name="connsiteX434" fmla="*/ 137705 w 460653"/>
                <a:gd name="connsiteY434" fmla="*/ 421309 h 422948"/>
                <a:gd name="connsiteX435" fmla="*/ 137705 w 460653"/>
                <a:gd name="connsiteY435" fmla="*/ 418031 h 422948"/>
                <a:gd name="connsiteX436" fmla="*/ 137705 w 460653"/>
                <a:gd name="connsiteY436" fmla="*/ 414752 h 422948"/>
                <a:gd name="connsiteX437" fmla="*/ 137705 w 460653"/>
                <a:gd name="connsiteY437" fmla="*/ 416391 h 422948"/>
                <a:gd name="connsiteX438" fmla="*/ 137705 w 460653"/>
                <a:gd name="connsiteY438" fmla="*/ 419670 h 422948"/>
                <a:gd name="connsiteX439" fmla="*/ 136065 w 460653"/>
                <a:gd name="connsiteY439" fmla="*/ 422949 h 422948"/>
                <a:gd name="connsiteX440" fmla="*/ 132786 w 460653"/>
                <a:gd name="connsiteY440" fmla="*/ 422949 h 422948"/>
                <a:gd name="connsiteX441" fmla="*/ 131147 w 460653"/>
                <a:gd name="connsiteY441" fmla="*/ 421309 h 422948"/>
                <a:gd name="connsiteX442" fmla="*/ 129508 w 460653"/>
                <a:gd name="connsiteY442" fmla="*/ 418031 h 422948"/>
                <a:gd name="connsiteX443" fmla="*/ 129508 w 460653"/>
                <a:gd name="connsiteY443" fmla="*/ 419670 h 422948"/>
                <a:gd name="connsiteX444" fmla="*/ 129508 w 460653"/>
                <a:gd name="connsiteY444" fmla="*/ 422949 h 422948"/>
                <a:gd name="connsiteX445" fmla="*/ 127869 w 460653"/>
                <a:gd name="connsiteY445" fmla="*/ 419670 h 422948"/>
                <a:gd name="connsiteX446" fmla="*/ 127869 w 460653"/>
                <a:gd name="connsiteY446" fmla="*/ 418031 h 422948"/>
                <a:gd name="connsiteX447" fmla="*/ 122950 w 460653"/>
                <a:gd name="connsiteY447" fmla="*/ 419670 h 422948"/>
                <a:gd name="connsiteX448" fmla="*/ 119672 w 460653"/>
                <a:gd name="connsiteY448" fmla="*/ 416391 h 422948"/>
                <a:gd name="connsiteX449" fmla="*/ 119672 w 460653"/>
                <a:gd name="connsiteY449" fmla="*/ 414752 h 422948"/>
                <a:gd name="connsiteX450" fmla="*/ 116393 w 460653"/>
                <a:gd name="connsiteY450" fmla="*/ 411474 h 422948"/>
                <a:gd name="connsiteX451" fmla="*/ 113115 w 460653"/>
                <a:gd name="connsiteY451" fmla="*/ 408195 h 422948"/>
                <a:gd name="connsiteX452" fmla="*/ 111475 w 460653"/>
                <a:gd name="connsiteY452" fmla="*/ 404916 h 422948"/>
                <a:gd name="connsiteX453" fmla="*/ 111475 w 460653"/>
                <a:gd name="connsiteY453" fmla="*/ 403277 h 422948"/>
                <a:gd name="connsiteX454" fmla="*/ 109836 w 460653"/>
                <a:gd name="connsiteY454" fmla="*/ 399998 h 422948"/>
                <a:gd name="connsiteX455" fmla="*/ 108196 w 460653"/>
                <a:gd name="connsiteY455" fmla="*/ 398359 h 422948"/>
                <a:gd name="connsiteX456" fmla="*/ 106557 w 460653"/>
                <a:gd name="connsiteY456" fmla="*/ 395080 h 422948"/>
                <a:gd name="connsiteX457" fmla="*/ 106557 w 460653"/>
                <a:gd name="connsiteY457" fmla="*/ 391801 h 422948"/>
                <a:gd name="connsiteX458" fmla="*/ 108196 w 460653"/>
                <a:gd name="connsiteY458" fmla="*/ 388523 h 422948"/>
                <a:gd name="connsiteX459" fmla="*/ 108196 w 460653"/>
                <a:gd name="connsiteY459" fmla="*/ 385244 h 422948"/>
                <a:gd name="connsiteX460" fmla="*/ 106557 w 460653"/>
                <a:gd name="connsiteY460" fmla="*/ 383605 h 422948"/>
                <a:gd name="connsiteX461" fmla="*/ 103279 w 460653"/>
                <a:gd name="connsiteY461" fmla="*/ 383605 h 422948"/>
                <a:gd name="connsiteX462" fmla="*/ 103279 w 460653"/>
                <a:gd name="connsiteY462" fmla="*/ 380326 h 422948"/>
                <a:gd name="connsiteX463" fmla="*/ 104918 w 460653"/>
                <a:gd name="connsiteY463" fmla="*/ 375408 h 422948"/>
                <a:gd name="connsiteX464" fmla="*/ 108196 w 460653"/>
                <a:gd name="connsiteY464" fmla="*/ 377047 h 422948"/>
                <a:gd name="connsiteX465" fmla="*/ 108196 w 460653"/>
                <a:gd name="connsiteY465" fmla="*/ 377047 h 422948"/>
                <a:gd name="connsiteX466" fmla="*/ 111475 w 460653"/>
                <a:gd name="connsiteY466" fmla="*/ 375408 h 422948"/>
                <a:gd name="connsiteX467" fmla="*/ 109836 w 460653"/>
                <a:gd name="connsiteY467" fmla="*/ 372129 h 422948"/>
                <a:gd name="connsiteX468" fmla="*/ 113115 w 460653"/>
                <a:gd name="connsiteY468" fmla="*/ 368851 h 422948"/>
                <a:gd name="connsiteX469" fmla="*/ 109836 w 460653"/>
                <a:gd name="connsiteY469" fmla="*/ 368851 h 422948"/>
                <a:gd name="connsiteX470" fmla="*/ 106557 w 460653"/>
                <a:gd name="connsiteY470" fmla="*/ 372129 h 422948"/>
                <a:gd name="connsiteX471" fmla="*/ 106557 w 460653"/>
                <a:gd name="connsiteY471" fmla="*/ 372129 h 422948"/>
                <a:gd name="connsiteX472" fmla="*/ 104918 w 460653"/>
                <a:gd name="connsiteY472" fmla="*/ 373769 h 422948"/>
                <a:gd name="connsiteX473" fmla="*/ 100000 w 460653"/>
                <a:gd name="connsiteY473" fmla="*/ 373769 h 422948"/>
                <a:gd name="connsiteX474" fmla="*/ 96721 w 460653"/>
                <a:gd name="connsiteY474" fmla="*/ 368851 h 422948"/>
                <a:gd name="connsiteX475" fmla="*/ 100000 w 460653"/>
                <a:gd name="connsiteY475" fmla="*/ 365572 h 422948"/>
                <a:gd name="connsiteX476" fmla="*/ 101639 w 460653"/>
                <a:gd name="connsiteY476" fmla="*/ 367211 h 422948"/>
                <a:gd name="connsiteX477" fmla="*/ 104918 w 460653"/>
                <a:gd name="connsiteY477" fmla="*/ 365572 h 422948"/>
                <a:gd name="connsiteX478" fmla="*/ 108196 w 460653"/>
                <a:gd name="connsiteY478" fmla="*/ 365572 h 422948"/>
                <a:gd name="connsiteX479" fmla="*/ 109836 w 460653"/>
                <a:gd name="connsiteY479" fmla="*/ 365572 h 422948"/>
                <a:gd name="connsiteX480" fmla="*/ 106557 w 460653"/>
                <a:gd name="connsiteY480" fmla="*/ 363932 h 422948"/>
                <a:gd name="connsiteX481" fmla="*/ 101639 w 460653"/>
                <a:gd name="connsiteY481" fmla="*/ 363932 h 422948"/>
                <a:gd name="connsiteX482" fmla="*/ 103279 w 460653"/>
                <a:gd name="connsiteY482" fmla="*/ 360654 h 422948"/>
                <a:gd name="connsiteX483" fmla="*/ 103279 w 460653"/>
                <a:gd name="connsiteY483" fmla="*/ 360654 h 422948"/>
                <a:gd name="connsiteX484" fmla="*/ 101639 w 460653"/>
                <a:gd name="connsiteY484" fmla="*/ 363932 h 422948"/>
                <a:gd name="connsiteX485" fmla="*/ 96721 w 460653"/>
                <a:gd name="connsiteY485" fmla="*/ 365572 h 422948"/>
                <a:gd name="connsiteX486" fmla="*/ 93442 w 460653"/>
                <a:gd name="connsiteY486" fmla="*/ 362294 h 422948"/>
                <a:gd name="connsiteX487" fmla="*/ 93442 w 460653"/>
                <a:gd name="connsiteY487" fmla="*/ 359015 h 422948"/>
                <a:gd name="connsiteX488" fmla="*/ 96721 w 460653"/>
                <a:gd name="connsiteY488" fmla="*/ 355736 h 422948"/>
                <a:gd name="connsiteX489" fmla="*/ 100000 w 460653"/>
                <a:gd name="connsiteY489" fmla="*/ 352457 h 422948"/>
                <a:gd name="connsiteX490" fmla="*/ 100000 w 460653"/>
                <a:gd name="connsiteY490" fmla="*/ 352457 h 422948"/>
                <a:gd name="connsiteX491" fmla="*/ 100000 w 460653"/>
                <a:gd name="connsiteY491" fmla="*/ 352457 h 422948"/>
                <a:gd name="connsiteX492" fmla="*/ 96721 w 460653"/>
                <a:gd name="connsiteY492" fmla="*/ 354097 h 422948"/>
                <a:gd name="connsiteX493" fmla="*/ 95082 w 460653"/>
                <a:gd name="connsiteY493" fmla="*/ 354097 h 422948"/>
                <a:gd name="connsiteX494" fmla="*/ 91803 w 460653"/>
                <a:gd name="connsiteY494" fmla="*/ 357375 h 422948"/>
                <a:gd name="connsiteX495" fmla="*/ 90164 w 460653"/>
                <a:gd name="connsiteY495" fmla="*/ 354097 h 422948"/>
                <a:gd name="connsiteX496" fmla="*/ 90164 w 460653"/>
                <a:gd name="connsiteY496" fmla="*/ 354097 h 422948"/>
                <a:gd name="connsiteX497" fmla="*/ 88525 w 460653"/>
                <a:gd name="connsiteY497" fmla="*/ 352457 h 422948"/>
                <a:gd name="connsiteX498" fmla="*/ 86885 w 460653"/>
                <a:gd name="connsiteY498" fmla="*/ 349179 h 422948"/>
                <a:gd name="connsiteX499" fmla="*/ 83606 w 460653"/>
                <a:gd name="connsiteY499" fmla="*/ 345900 h 422948"/>
                <a:gd name="connsiteX500" fmla="*/ 80328 w 460653"/>
                <a:gd name="connsiteY500" fmla="*/ 342621 h 422948"/>
                <a:gd name="connsiteX501" fmla="*/ 77049 w 460653"/>
                <a:gd name="connsiteY501" fmla="*/ 339342 h 422948"/>
                <a:gd name="connsiteX502" fmla="*/ 72131 w 460653"/>
                <a:gd name="connsiteY502" fmla="*/ 336064 h 422948"/>
                <a:gd name="connsiteX503" fmla="*/ 68852 w 460653"/>
                <a:gd name="connsiteY503" fmla="*/ 332785 h 422948"/>
                <a:gd name="connsiteX504" fmla="*/ 67213 w 460653"/>
                <a:gd name="connsiteY504" fmla="*/ 331146 h 422948"/>
                <a:gd name="connsiteX505" fmla="*/ 63935 w 460653"/>
                <a:gd name="connsiteY505" fmla="*/ 331146 h 422948"/>
                <a:gd name="connsiteX506" fmla="*/ 60656 w 460653"/>
                <a:gd name="connsiteY506" fmla="*/ 331146 h 422948"/>
                <a:gd name="connsiteX507" fmla="*/ 57377 w 460653"/>
                <a:gd name="connsiteY507" fmla="*/ 329507 h 422948"/>
                <a:gd name="connsiteX508" fmla="*/ 54098 w 460653"/>
                <a:gd name="connsiteY508" fmla="*/ 329507 h 422948"/>
                <a:gd name="connsiteX509" fmla="*/ 50820 w 460653"/>
                <a:gd name="connsiteY509" fmla="*/ 329507 h 422948"/>
                <a:gd name="connsiteX510" fmla="*/ 45902 w 460653"/>
                <a:gd name="connsiteY510" fmla="*/ 327867 h 422948"/>
                <a:gd name="connsiteX511" fmla="*/ 42623 w 460653"/>
                <a:gd name="connsiteY511" fmla="*/ 327867 h 422948"/>
                <a:gd name="connsiteX512" fmla="*/ 39344 w 460653"/>
                <a:gd name="connsiteY512" fmla="*/ 329507 h 422948"/>
                <a:gd name="connsiteX513" fmla="*/ 34426 w 460653"/>
                <a:gd name="connsiteY513" fmla="*/ 329507 h 422948"/>
                <a:gd name="connsiteX514" fmla="*/ 31148 w 460653"/>
                <a:gd name="connsiteY514" fmla="*/ 329507 h 422948"/>
                <a:gd name="connsiteX515" fmla="*/ 27869 w 460653"/>
                <a:gd name="connsiteY515" fmla="*/ 327867 h 422948"/>
                <a:gd name="connsiteX516" fmla="*/ 27869 w 460653"/>
                <a:gd name="connsiteY516" fmla="*/ 327867 h 422948"/>
                <a:gd name="connsiteX517" fmla="*/ 29508 w 460653"/>
                <a:gd name="connsiteY517" fmla="*/ 327867 h 422948"/>
                <a:gd name="connsiteX518" fmla="*/ 32787 w 460653"/>
                <a:gd name="connsiteY518" fmla="*/ 327867 h 422948"/>
                <a:gd name="connsiteX519" fmla="*/ 36066 w 460653"/>
                <a:gd name="connsiteY519" fmla="*/ 324588 h 422948"/>
                <a:gd name="connsiteX520" fmla="*/ 40983 w 460653"/>
                <a:gd name="connsiteY520" fmla="*/ 324588 h 422948"/>
                <a:gd name="connsiteX521" fmla="*/ 44262 w 460653"/>
                <a:gd name="connsiteY521" fmla="*/ 321310 h 422948"/>
                <a:gd name="connsiteX522" fmla="*/ 40983 w 460653"/>
                <a:gd name="connsiteY522" fmla="*/ 321310 h 422948"/>
                <a:gd name="connsiteX523" fmla="*/ 37705 w 460653"/>
                <a:gd name="connsiteY523" fmla="*/ 322949 h 422948"/>
                <a:gd name="connsiteX524" fmla="*/ 32787 w 460653"/>
                <a:gd name="connsiteY524" fmla="*/ 324588 h 422948"/>
                <a:gd name="connsiteX525" fmla="*/ 29508 w 460653"/>
                <a:gd name="connsiteY525" fmla="*/ 322949 h 422948"/>
                <a:gd name="connsiteX526" fmla="*/ 27869 w 460653"/>
                <a:gd name="connsiteY526" fmla="*/ 326228 h 422948"/>
                <a:gd name="connsiteX527" fmla="*/ 27869 w 460653"/>
                <a:gd name="connsiteY527" fmla="*/ 326228 h 422948"/>
                <a:gd name="connsiteX528" fmla="*/ 27869 w 460653"/>
                <a:gd name="connsiteY528" fmla="*/ 327867 h 422948"/>
                <a:gd name="connsiteX529" fmla="*/ 27869 w 460653"/>
                <a:gd name="connsiteY529" fmla="*/ 329507 h 422948"/>
                <a:gd name="connsiteX530" fmla="*/ 24590 w 460653"/>
                <a:gd name="connsiteY530" fmla="*/ 331146 h 422948"/>
                <a:gd name="connsiteX531" fmla="*/ 19672 w 460653"/>
                <a:gd name="connsiteY531" fmla="*/ 331146 h 422948"/>
                <a:gd name="connsiteX532" fmla="*/ 16393 w 460653"/>
                <a:gd name="connsiteY532" fmla="*/ 331146 h 422948"/>
                <a:gd name="connsiteX533" fmla="*/ 13115 w 460653"/>
                <a:gd name="connsiteY533" fmla="*/ 331146 h 422948"/>
                <a:gd name="connsiteX534" fmla="*/ 9836 w 460653"/>
                <a:gd name="connsiteY534" fmla="*/ 331146 h 422948"/>
                <a:gd name="connsiteX535" fmla="*/ 4918 w 460653"/>
                <a:gd name="connsiteY535" fmla="*/ 331146 h 422948"/>
                <a:gd name="connsiteX536" fmla="*/ 1639 w 460653"/>
                <a:gd name="connsiteY536" fmla="*/ 331146 h 422948"/>
                <a:gd name="connsiteX537" fmla="*/ 1639 w 460653"/>
                <a:gd name="connsiteY537" fmla="*/ 329507 h 422948"/>
                <a:gd name="connsiteX538" fmla="*/ 1639 w 460653"/>
                <a:gd name="connsiteY538" fmla="*/ 327867 h 422948"/>
                <a:gd name="connsiteX539" fmla="*/ 3279 w 460653"/>
                <a:gd name="connsiteY539" fmla="*/ 324588 h 422948"/>
                <a:gd name="connsiteX540" fmla="*/ 3279 w 460653"/>
                <a:gd name="connsiteY540" fmla="*/ 321310 h 422948"/>
                <a:gd name="connsiteX541" fmla="*/ 3279 w 460653"/>
                <a:gd name="connsiteY541" fmla="*/ 319671 h 422948"/>
                <a:gd name="connsiteX542" fmla="*/ 4918 w 460653"/>
                <a:gd name="connsiteY542" fmla="*/ 316392 h 422948"/>
                <a:gd name="connsiteX543" fmla="*/ 3279 w 460653"/>
                <a:gd name="connsiteY543" fmla="*/ 311474 h 422948"/>
                <a:gd name="connsiteX544" fmla="*/ 3279 w 460653"/>
                <a:gd name="connsiteY544" fmla="*/ 308195 h 422948"/>
                <a:gd name="connsiteX545" fmla="*/ 3279 w 460653"/>
                <a:gd name="connsiteY545" fmla="*/ 303277 h 422948"/>
                <a:gd name="connsiteX546" fmla="*/ 3279 w 460653"/>
                <a:gd name="connsiteY546" fmla="*/ 299998 h 422948"/>
                <a:gd name="connsiteX547" fmla="*/ 4918 w 460653"/>
                <a:gd name="connsiteY547" fmla="*/ 296720 h 422948"/>
                <a:gd name="connsiteX548" fmla="*/ 3279 w 460653"/>
                <a:gd name="connsiteY548" fmla="*/ 293441 h 422948"/>
                <a:gd name="connsiteX549" fmla="*/ 3279 w 460653"/>
                <a:gd name="connsiteY549" fmla="*/ 288523 h 422948"/>
                <a:gd name="connsiteX550" fmla="*/ 3279 w 460653"/>
                <a:gd name="connsiteY550" fmla="*/ 285244 h 422948"/>
                <a:gd name="connsiteX551" fmla="*/ 4918 w 460653"/>
                <a:gd name="connsiteY551" fmla="*/ 283605 h 422948"/>
                <a:gd name="connsiteX552" fmla="*/ 4918 w 460653"/>
                <a:gd name="connsiteY552" fmla="*/ 280327 h 422948"/>
                <a:gd name="connsiteX553" fmla="*/ 3279 w 460653"/>
                <a:gd name="connsiteY553" fmla="*/ 277048 h 422948"/>
                <a:gd name="connsiteX554" fmla="*/ 3279 w 460653"/>
                <a:gd name="connsiteY554" fmla="*/ 273769 h 422948"/>
                <a:gd name="connsiteX555" fmla="*/ 3279 w 460653"/>
                <a:gd name="connsiteY555" fmla="*/ 270491 h 422948"/>
                <a:gd name="connsiteX556" fmla="*/ 1639 w 460653"/>
                <a:gd name="connsiteY556" fmla="*/ 267212 h 422948"/>
                <a:gd name="connsiteX557" fmla="*/ 1639 w 460653"/>
                <a:gd name="connsiteY557" fmla="*/ 265572 h 422948"/>
                <a:gd name="connsiteX558" fmla="*/ 0 w 460653"/>
                <a:gd name="connsiteY558" fmla="*/ 263933 h 422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</a:cxnLst>
              <a:rect l="l" t="t" r="r" b="b"/>
              <a:pathLst>
                <a:path w="460653" h="422948">
                  <a:moveTo>
                    <a:pt x="0" y="263933"/>
                  </a:moveTo>
                  <a:lnTo>
                    <a:pt x="1639" y="263933"/>
                  </a:lnTo>
                  <a:lnTo>
                    <a:pt x="1639" y="259015"/>
                  </a:lnTo>
                  <a:lnTo>
                    <a:pt x="1639" y="259015"/>
                  </a:lnTo>
                  <a:lnTo>
                    <a:pt x="3279" y="254097"/>
                  </a:lnTo>
                  <a:lnTo>
                    <a:pt x="3279" y="250818"/>
                  </a:lnTo>
                  <a:lnTo>
                    <a:pt x="3279" y="247540"/>
                  </a:lnTo>
                  <a:lnTo>
                    <a:pt x="1639" y="242622"/>
                  </a:lnTo>
                  <a:lnTo>
                    <a:pt x="3279" y="239343"/>
                  </a:lnTo>
                  <a:lnTo>
                    <a:pt x="3279" y="236064"/>
                  </a:lnTo>
                  <a:lnTo>
                    <a:pt x="3279" y="232786"/>
                  </a:lnTo>
                  <a:lnTo>
                    <a:pt x="3279" y="229507"/>
                  </a:lnTo>
                  <a:lnTo>
                    <a:pt x="3279" y="226228"/>
                  </a:lnTo>
                  <a:lnTo>
                    <a:pt x="3279" y="222950"/>
                  </a:lnTo>
                  <a:lnTo>
                    <a:pt x="4918" y="219671"/>
                  </a:lnTo>
                  <a:lnTo>
                    <a:pt x="4918" y="216392"/>
                  </a:lnTo>
                  <a:lnTo>
                    <a:pt x="4918" y="213114"/>
                  </a:lnTo>
                  <a:lnTo>
                    <a:pt x="8197" y="213114"/>
                  </a:lnTo>
                  <a:lnTo>
                    <a:pt x="13115" y="213114"/>
                  </a:lnTo>
                  <a:lnTo>
                    <a:pt x="16393" y="211474"/>
                  </a:lnTo>
                  <a:lnTo>
                    <a:pt x="18033" y="208195"/>
                  </a:lnTo>
                  <a:lnTo>
                    <a:pt x="19672" y="203278"/>
                  </a:lnTo>
                  <a:lnTo>
                    <a:pt x="19672" y="199999"/>
                  </a:lnTo>
                  <a:lnTo>
                    <a:pt x="18033" y="196720"/>
                  </a:lnTo>
                  <a:lnTo>
                    <a:pt x="21312" y="191802"/>
                  </a:lnTo>
                  <a:lnTo>
                    <a:pt x="22951" y="186884"/>
                  </a:lnTo>
                  <a:lnTo>
                    <a:pt x="26229" y="185245"/>
                  </a:lnTo>
                  <a:lnTo>
                    <a:pt x="26229" y="181966"/>
                  </a:lnTo>
                  <a:lnTo>
                    <a:pt x="27869" y="178688"/>
                  </a:lnTo>
                  <a:lnTo>
                    <a:pt x="31148" y="177048"/>
                  </a:lnTo>
                  <a:lnTo>
                    <a:pt x="34426" y="175409"/>
                  </a:lnTo>
                  <a:lnTo>
                    <a:pt x="37705" y="172130"/>
                  </a:lnTo>
                  <a:lnTo>
                    <a:pt x="37705" y="170491"/>
                  </a:lnTo>
                  <a:lnTo>
                    <a:pt x="37705" y="167212"/>
                  </a:lnTo>
                  <a:lnTo>
                    <a:pt x="39344" y="163934"/>
                  </a:lnTo>
                  <a:lnTo>
                    <a:pt x="36066" y="159015"/>
                  </a:lnTo>
                  <a:lnTo>
                    <a:pt x="37705" y="155737"/>
                  </a:lnTo>
                  <a:lnTo>
                    <a:pt x="39344" y="152458"/>
                  </a:lnTo>
                  <a:lnTo>
                    <a:pt x="42623" y="152458"/>
                  </a:lnTo>
                  <a:lnTo>
                    <a:pt x="44262" y="149180"/>
                  </a:lnTo>
                  <a:lnTo>
                    <a:pt x="45902" y="144261"/>
                  </a:lnTo>
                  <a:lnTo>
                    <a:pt x="45902" y="140983"/>
                  </a:lnTo>
                  <a:lnTo>
                    <a:pt x="44262" y="137704"/>
                  </a:lnTo>
                  <a:lnTo>
                    <a:pt x="42623" y="134425"/>
                  </a:lnTo>
                  <a:lnTo>
                    <a:pt x="42623" y="131147"/>
                  </a:lnTo>
                  <a:lnTo>
                    <a:pt x="42623" y="127868"/>
                  </a:lnTo>
                  <a:lnTo>
                    <a:pt x="40983" y="122950"/>
                  </a:lnTo>
                  <a:lnTo>
                    <a:pt x="40983" y="121311"/>
                  </a:lnTo>
                  <a:lnTo>
                    <a:pt x="37705" y="118032"/>
                  </a:lnTo>
                  <a:lnTo>
                    <a:pt x="36066" y="113114"/>
                  </a:lnTo>
                  <a:lnTo>
                    <a:pt x="32787" y="109836"/>
                  </a:lnTo>
                  <a:lnTo>
                    <a:pt x="32787" y="104917"/>
                  </a:lnTo>
                  <a:lnTo>
                    <a:pt x="34426" y="101639"/>
                  </a:lnTo>
                  <a:lnTo>
                    <a:pt x="36066" y="98360"/>
                  </a:lnTo>
                  <a:lnTo>
                    <a:pt x="36066" y="96721"/>
                  </a:lnTo>
                  <a:lnTo>
                    <a:pt x="36066" y="96721"/>
                  </a:lnTo>
                  <a:lnTo>
                    <a:pt x="37705" y="96721"/>
                  </a:lnTo>
                  <a:lnTo>
                    <a:pt x="37705" y="96721"/>
                  </a:lnTo>
                  <a:lnTo>
                    <a:pt x="39344" y="91803"/>
                  </a:lnTo>
                  <a:lnTo>
                    <a:pt x="37705" y="88524"/>
                  </a:lnTo>
                  <a:lnTo>
                    <a:pt x="39344" y="83606"/>
                  </a:lnTo>
                  <a:lnTo>
                    <a:pt x="39344" y="81967"/>
                  </a:lnTo>
                  <a:lnTo>
                    <a:pt x="37705" y="78688"/>
                  </a:lnTo>
                  <a:lnTo>
                    <a:pt x="39344" y="73770"/>
                  </a:lnTo>
                  <a:lnTo>
                    <a:pt x="39344" y="70491"/>
                  </a:lnTo>
                  <a:lnTo>
                    <a:pt x="39344" y="65573"/>
                  </a:lnTo>
                  <a:lnTo>
                    <a:pt x="39344" y="62295"/>
                  </a:lnTo>
                  <a:lnTo>
                    <a:pt x="40983" y="59016"/>
                  </a:lnTo>
                  <a:lnTo>
                    <a:pt x="44262" y="54098"/>
                  </a:lnTo>
                  <a:lnTo>
                    <a:pt x="49180" y="50819"/>
                  </a:lnTo>
                  <a:lnTo>
                    <a:pt x="52459" y="45901"/>
                  </a:lnTo>
                  <a:lnTo>
                    <a:pt x="54098" y="42623"/>
                  </a:lnTo>
                  <a:lnTo>
                    <a:pt x="55738" y="39344"/>
                  </a:lnTo>
                  <a:lnTo>
                    <a:pt x="57377" y="34426"/>
                  </a:lnTo>
                  <a:lnTo>
                    <a:pt x="57377" y="31147"/>
                  </a:lnTo>
                  <a:lnTo>
                    <a:pt x="57377" y="27869"/>
                  </a:lnTo>
                  <a:lnTo>
                    <a:pt x="57377" y="22951"/>
                  </a:lnTo>
                  <a:lnTo>
                    <a:pt x="57377" y="19672"/>
                  </a:lnTo>
                  <a:lnTo>
                    <a:pt x="62295" y="18033"/>
                  </a:lnTo>
                  <a:lnTo>
                    <a:pt x="65573" y="13114"/>
                  </a:lnTo>
                  <a:lnTo>
                    <a:pt x="70492" y="8197"/>
                  </a:lnTo>
                  <a:lnTo>
                    <a:pt x="73770" y="6557"/>
                  </a:lnTo>
                  <a:lnTo>
                    <a:pt x="77049" y="6557"/>
                  </a:lnTo>
                  <a:lnTo>
                    <a:pt x="80328" y="6557"/>
                  </a:lnTo>
                  <a:lnTo>
                    <a:pt x="85246" y="4918"/>
                  </a:lnTo>
                  <a:lnTo>
                    <a:pt x="88525" y="6557"/>
                  </a:lnTo>
                  <a:lnTo>
                    <a:pt x="90164" y="6557"/>
                  </a:lnTo>
                  <a:lnTo>
                    <a:pt x="95082" y="4918"/>
                  </a:lnTo>
                  <a:lnTo>
                    <a:pt x="100000" y="6557"/>
                  </a:lnTo>
                  <a:lnTo>
                    <a:pt x="101639" y="4918"/>
                  </a:lnTo>
                  <a:lnTo>
                    <a:pt x="104918" y="1639"/>
                  </a:lnTo>
                  <a:lnTo>
                    <a:pt x="108196" y="0"/>
                  </a:lnTo>
                  <a:lnTo>
                    <a:pt x="111475" y="0"/>
                  </a:lnTo>
                  <a:lnTo>
                    <a:pt x="114754" y="1639"/>
                  </a:lnTo>
                  <a:lnTo>
                    <a:pt x="119672" y="3279"/>
                  </a:lnTo>
                  <a:lnTo>
                    <a:pt x="122950" y="4918"/>
                  </a:lnTo>
                  <a:lnTo>
                    <a:pt x="127869" y="6557"/>
                  </a:lnTo>
                  <a:lnTo>
                    <a:pt x="131147" y="8197"/>
                  </a:lnTo>
                  <a:lnTo>
                    <a:pt x="136065" y="9836"/>
                  </a:lnTo>
                  <a:lnTo>
                    <a:pt x="139344" y="8197"/>
                  </a:lnTo>
                  <a:lnTo>
                    <a:pt x="144262" y="11475"/>
                  </a:lnTo>
                  <a:lnTo>
                    <a:pt x="145901" y="11475"/>
                  </a:lnTo>
                  <a:lnTo>
                    <a:pt x="149180" y="16393"/>
                  </a:lnTo>
                  <a:lnTo>
                    <a:pt x="152459" y="19672"/>
                  </a:lnTo>
                  <a:lnTo>
                    <a:pt x="155737" y="24590"/>
                  </a:lnTo>
                  <a:lnTo>
                    <a:pt x="157376" y="27869"/>
                  </a:lnTo>
                  <a:lnTo>
                    <a:pt x="159016" y="31147"/>
                  </a:lnTo>
                  <a:lnTo>
                    <a:pt x="162295" y="36065"/>
                  </a:lnTo>
                  <a:lnTo>
                    <a:pt x="165573" y="39344"/>
                  </a:lnTo>
                  <a:lnTo>
                    <a:pt x="168852" y="39344"/>
                  </a:lnTo>
                  <a:lnTo>
                    <a:pt x="168852" y="39344"/>
                  </a:lnTo>
                  <a:lnTo>
                    <a:pt x="172130" y="37705"/>
                  </a:lnTo>
                  <a:lnTo>
                    <a:pt x="173770" y="36065"/>
                  </a:lnTo>
                  <a:lnTo>
                    <a:pt x="175409" y="32787"/>
                  </a:lnTo>
                  <a:lnTo>
                    <a:pt x="177049" y="32787"/>
                  </a:lnTo>
                  <a:lnTo>
                    <a:pt x="180327" y="34426"/>
                  </a:lnTo>
                  <a:lnTo>
                    <a:pt x="185245" y="31147"/>
                  </a:lnTo>
                  <a:lnTo>
                    <a:pt x="190163" y="29508"/>
                  </a:lnTo>
                  <a:lnTo>
                    <a:pt x="193442" y="26229"/>
                  </a:lnTo>
                  <a:lnTo>
                    <a:pt x="198360" y="22951"/>
                  </a:lnTo>
                  <a:lnTo>
                    <a:pt x="198360" y="22951"/>
                  </a:lnTo>
                  <a:lnTo>
                    <a:pt x="203278" y="24590"/>
                  </a:lnTo>
                  <a:lnTo>
                    <a:pt x="206557" y="24590"/>
                  </a:lnTo>
                  <a:lnTo>
                    <a:pt x="211475" y="26229"/>
                  </a:lnTo>
                  <a:lnTo>
                    <a:pt x="214753" y="29508"/>
                  </a:lnTo>
                  <a:lnTo>
                    <a:pt x="214753" y="29508"/>
                  </a:lnTo>
                  <a:lnTo>
                    <a:pt x="216393" y="31147"/>
                  </a:lnTo>
                  <a:lnTo>
                    <a:pt x="221310" y="34426"/>
                  </a:lnTo>
                  <a:lnTo>
                    <a:pt x="221310" y="36065"/>
                  </a:lnTo>
                  <a:lnTo>
                    <a:pt x="224589" y="34426"/>
                  </a:lnTo>
                  <a:lnTo>
                    <a:pt x="227868" y="36065"/>
                  </a:lnTo>
                  <a:lnTo>
                    <a:pt x="231147" y="40983"/>
                  </a:lnTo>
                  <a:lnTo>
                    <a:pt x="234425" y="42623"/>
                  </a:lnTo>
                  <a:lnTo>
                    <a:pt x="237704" y="44262"/>
                  </a:lnTo>
                  <a:lnTo>
                    <a:pt x="240983" y="44262"/>
                  </a:lnTo>
                  <a:lnTo>
                    <a:pt x="242622" y="45901"/>
                  </a:lnTo>
                  <a:lnTo>
                    <a:pt x="244262" y="45901"/>
                  </a:lnTo>
                  <a:lnTo>
                    <a:pt x="247540" y="45901"/>
                  </a:lnTo>
                  <a:lnTo>
                    <a:pt x="250819" y="45901"/>
                  </a:lnTo>
                  <a:lnTo>
                    <a:pt x="255737" y="45901"/>
                  </a:lnTo>
                  <a:lnTo>
                    <a:pt x="259016" y="45901"/>
                  </a:lnTo>
                  <a:lnTo>
                    <a:pt x="260655" y="47541"/>
                  </a:lnTo>
                  <a:lnTo>
                    <a:pt x="265573" y="47541"/>
                  </a:lnTo>
                  <a:lnTo>
                    <a:pt x="268852" y="47541"/>
                  </a:lnTo>
                  <a:lnTo>
                    <a:pt x="272130" y="42623"/>
                  </a:lnTo>
                  <a:lnTo>
                    <a:pt x="275409" y="39344"/>
                  </a:lnTo>
                  <a:lnTo>
                    <a:pt x="277048" y="34426"/>
                  </a:lnTo>
                  <a:lnTo>
                    <a:pt x="280327" y="31147"/>
                  </a:lnTo>
                  <a:lnTo>
                    <a:pt x="281966" y="31147"/>
                  </a:lnTo>
                  <a:lnTo>
                    <a:pt x="285245" y="27869"/>
                  </a:lnTo>
                  <a:lnTo>
                    <a:pt x="290163" y="26229"/>
                  </a:lnTo>
                  <a:lnTo>
                    <a:pt x="293442" y="26229"/>
                  </a:lnTo>
                  <a:lnTo>
                    <a:pt x="296720" y="24590"/>
                  </a:lnTo>
                  <a:lnTo>
                    <a:pt x="301638" y="24590"/>
                  </a:lnTo>
                  <a:lnTo>
                    <a:pt x="304917" y="22951"/>
                  </a:lnTo>
                  <a:lnTo>
                    <a:pt x="306556" y="21311"/>
                  </a:lnTo>
                  <a:lnTo>
                    <a:pt x="311474" y="21311"/>
                  </a:lnTo>
                  <a:lnTo>
                    <a:pt x="314753" y="21311"/>
                  </a:lnTo>
                  <a:lnTo>
                    <a:pt x="318032" y="22951"/>
                  </a:lnTo>
                  <a:lnTo>
                    <a:pt x="321310" y="22951"/>
                  </a:lnTo>
                  <a:lnTo>
                    <a:pt x="326228" y="22951"/>
                  </a:lnTo>
                  <a:lnTo>
                    <a:pt x="329507" y="21311"/>
                  </a:lnTo>
                  <a:lnTo>
                    <a:pt x="332786" y="21311"/>
                  </a:lnTo>
                  <a:lnTo>
                    <a:pt x="337703" y="21311"/>
                  </a:lnTo>
                  <a:lnTo>
                    <a:pt x="340982" y="22951"/>
                  </a:lnTo>
                  <a:lnTo>
                    <a:pt x="344261" y="24590"/>
                  </a:lnTo>
                  <a:lnTo>
                    <a:pt x="347540" y="26229"/>
                  </a:lnTo>
                  <a:lnTo>
                    <a:pt x="350818" y="26229"/>
                  </a:lnTo>
                  <a:lnTo>
                    <a:pt x="354097" y="27869"/>
                  </a:lnTo>
                  <a:lnTo>
                    <a:pt x="359015" y="31147"/>
                  </a:lnTo>
                  <a:lnTo>
                    <a:pt x="360654" y="31147"/>
                  </a:lnTo>
                  <a:lnTo>
                    <a:pt x="363933" y="34426"/>
                  </a:lnTo>
                  <a:lnTo>
                    <a:pt x="363933" y="34426"/>
                  </a:lnTo>
                  <a:lnTo>
                    <a:pt x="368851" y="34426"/>
                  </a:lnTo>
                  <a:lnTo>
                    <a:pt x="372130" y="34426"/>
                  </a:lnTo>
                  <a:lnTo>
                    <a:pt x="375409" y="36065"/>
                  </a:lnTo>
                  <a:lnTo>
                    <a:pt x="378687" y="32787"/>
                  </a:lnTo>
                  <a:lnTo>
                    <a:pt x="380326" y="27869"/>
                  </a:lnTo>
                  <a:lnTo>
                    <a:pt x="383605" y="26229"/>
                  </a:lnTo>
                  <a:lnTo>
                    <a:pt x="388523" y="22951"/>
                  </a:lnTo>
                  <a:lnTo>
                    <a:pt x="391802" y="19672"/>
                  </a:lnTo>
                  <a:lnTo>
                    <a:pt x="395080" y="16393"/>
                  </a:lnTo>
                  <a:lnTo>
                    <a:pt x="398359" y="14754"/>
                  </a:lnTo>
                  <a:lnTo>
                    <a:pt x="403277" y="14754"/>
                  </a:lnTo>
                  <a:lnTo>
                    <a:pt x="406556" y="13114"/>
                  </a:lnTo>
                  <a:lnTo>
                    <a:pt x="408195" y="9836"/>
                  </a:lnTo>
                  <a:lnTo>
                    <a:pt x="409834" y="8197"/>
                  </a:lnTo>
                  <a:lnTo>
                    <a:pt x="409834" y="6557"/>
                  </a:lnTo>
                  <a:lnTo>
                    <a:pt x="414753" y="6557"/>
                  </a:lnTo>
                  <a:lnTo>
                    <a:pt x="418031" y="6557"/>
                  </a:lnTo>
                  <a:lnTo>
                    <a:pt x="421310" y="6557"/>
                  </a:lnTo>
                  <a:lnTo>
                    <a:pt x="422949" y="9836"/>
                  </a:lnTo>
                  <a:lnTo>
                    <a:pt x="426228" y="14754"/>
                  </a:lnTo>
                  <a:lnTo>
                    <a:pt x="427867" y="18033"/>
                  </a:lnTo>
                  <a:lnTo>
                    <a:pt x="427867" y="18033"/>
                  </a:lnTo>
                  <a:lnTo>
                    <a:pt x="429506" y="21311"/>
                  </a:lnTo>
                  <a:lnTo>
                    <a:pt x="432785" y="24590"/>
                  </a:lnTo>
                  <a:lnTo>
                    <a:pt x="434424" y="27869"/>
                  </a:lnTo>
                  <a:lnTo>
                    <a:pt x="436064" y="32787"/>
                  </a:lnTo>
                  <a:lnTo>
                    <a:pt x="437703" y="34426"/>
                  </a:lnTo>
                  <a:lnTo>
                    <a:pt x="439343" y="39344"/>
                  </a:lnTo>
                  <a:lnTo>
                    <a:pt x="439343" y="42623"/>
                  </a:lnTo>
                  <a:lnTo>
                    <a:pt x="440982" y="45901"/>
                  </a:lnTo>
                  <a:lnTo>
                    <a:pt x="440982" y="50819"/>
                  </a:lnTo>
                  <a:lnTo>
                    <a:pt x="442621" y="54098"/>
                  </a:lnTo>
                  <a:lnTo>
                    <a:pt x="442621" y="57377"/>
                  </a:lnTo>
                  <a:lnTo>
                    <a:pt x="442621" y="62295"/>
                  </a:lnTo>
                  <a:lnTo>
                    <a:pt x="442621" y="63934"/>
                  </a:lnTo>
                  <a:lnTo>
                    <a:pt x="442621" y="67213"/>
                  </a:lnTo>
                  <a:lnTo>
                    <a:pt x="444260" y="67213"/>
                  </a:lnTo>
                  <a:lnTo>
                    <a:pt x="447539" y="67213"/>
                  </a:lnTo>
                  <a:lnTo>
                    <a:pt x="452457" y="67213"/>
                  </a:lnTo>
                  <a:lnTo>
                    <a:pt x="452457" y="67213"/>
                  </a:lnTo>
                  <a:lnTo>
                    <a:pt x="455736" y="68852"/>
                  </a:lnTo>
                  <a:lnTo>
                    <a:pt x="457375" y="73770"/>
                  </a:lnTo>
                  <a:lnTo>
                    <a:pt x="460654" y="75409"/>
                  </a:lnTo>
                  <a:lnTo>
                    <a:pt x="460654" y="80327"/>
                  </a:lnTo>
                  <a:lnTo>
                    <a:pt x="460654" y="83606"/>
                  </a:lnTo>
                  <a:lnTo>
                    <a:pt x="459014" y="86885"/>
                  </a:lnTo>
                  <a:lnTo>
                    <a:pt x="459014" y="91803"/>
                  </a:lnTo>
                  <a:lnTo>
                    <a:pt x="457375" y="95081"/>
                  </a:lnTo>
                  <a:lnTo>
                    <a:pt x="460654" y="98360"/>
                  </a:lnTo>
                  <a:lnTo>
                    <a:pt x="459014" y="103278"/>
                  </a:lnTo>
                  <a:lnTo>
                    <a:pt x="455736" y="106557"/>
                  </a:lnTo>
                  <a:lnTo>
                    <a:pt x="452457" y="109836"/>
                  </a:lnTo>
                  <a:lnTo>
                    <a:pt x="449179" y="111475"/>
                  </a:lnTo>
                  <a:lnTo>
                    <a:pt x="444260" y="114754"/>
                  </a:lnTo>
                  <a:lnTo>
                    <a:pt x="440982" y="116393"/>
                  </a:lnTo>
                  <a:lnTo>
                    <a:pt x="437703" y="114754"/>
                  </a:lnTo>
                  <a:lnTo>
                    <a:pt x="436064" y="114754"/>
                  </a:lnTo>
                  <a:lnTo>
                    <a:pt x="432785" y="118032"/>
                  </a:lnTo>
                  <a:lnTo>
                    <a:pt x="432785" y="118032"/>
                  </a:lnTo>
                  <a:lnTo>
                    <a:pt x="431146" y="121311"/>
                  </a:lnTo>
                  <a:lnTo>
                    <a:pt x="427867" y="126229"/>
                  </a:lnTo>
                  <a:lnTo>
                    <a:pt x="427867" y="129508"/>
                  </a:lnTo>
                  <a:lnTo>
                    <a:pt x="424589" y="132786"/>
                  </a:lnTo>
                  <a:lnTo>
                    <a:pt x="422949" y="136065"/>
                  </a:lnTo>
                  <a:lnTo>
                    <a:pt x="421310" y="139344"/>
                  </a:lnTo>
                  <a:lnTo>
                    <a:pt x="418031" y="144261"/>
                  </a:lnTo>
                  <a:lnTo>
                    <a:pt x="418031" y="147540"/>
                  </a:lnTo>
                  <a:lnTo>
                    <a:pt x="416392" y="150819"/>
                  </a:lnTo>
                  <a:lnTo>
                    <a:pt x="416392" y="155737"/>
                  </a:lnTo>
                  <a:lnTo>
                    <a:pt x="416392" y="159015"/>
                  </a:lnTo>
                  <a:lnTo>
                    <a:pt x="414753" y="162294"/>
                  </a:lnTo>
                  <a:lnTo>
                    <a:pt x="414753" y="165573"/>
                  </a:lnTo>
                  <a:lnTo>
                    <a:pt x="413113" y="165573"/>
                  </a:lnTo>
                  <a:lnTo>
                    <a:pt x="409834" y="167212"/>
                  </a:lnTo>
                  <a:lnTo>
                    <a:pt x="406556" y="170491"/>
                  </a:lnTo>
                  <a:lnTo>
                    <a:pt x="408195" y="170491"/>
                  </a:lnTo>
                  <a:lnTo>
                    <a:pt x="408195" y="172130"/>
                  </a:lnTo>
                  <a:lnTo>
                    <a:pt x="406556" y="175409"/>
                  </a:lnTo>
                  <a:lnTo>
                    <a:pt x="408195" y="180327"/>
                  </a:lnTo>
                  <a:lnTo>
                    <a:pt x="408195" y="183605"/>
                  </a:lnTo>
                  <a:lnTo>
                    <a:pt x="406556" y="186884"/>
                  </a:lnTo>
                  <a:lnTo>
                    <a:pt x="406556" y="188524"/>
                  </a:lnTo>
                  <a:lnTo>
                    <a:pt x="403277" y="191802"/>
                  </a:lnTo>
                  <a:lnTo>
                    <a:pt x="399999" y="193442"/>
                  </a:lnTo>
                  <a:lnTo>
                    <a:pt x="395080" y="196720"/>
                  </a:lnTo>
                  <a:lnTo>
                    <a:pt x="391802" y="199999"/>
                  </a:lnTo>
                  <a:lnTo>
                    <a:pt x="391802" y="199999"/>
                  </a:lnTo>
                  <a:lnTo>
                    <a:pt x="395080" y="199999"/>
                  </a:lnTo>
                  <a:lnTo>
                    <a:pt x="393441" y="204917"/>
                  </a:lnTo>
                  <a:lnTo>
                    <a:pt x="393441" y="204917"/>
                  </a:lnTo>
                  <a:lnTo>
                    <a:pt x="391802" y="208195"/>
                  </a:lnTo>
                  <a:lnTo>
                    <a:pt x="391802" y="209835"/>
                  </a:lnTo>
                  <a:lnTo>
                    <a:pt x="391802" y="214753"/>
                  </a:lnTo>
                  <a:lnTo>
                    <a:pt x="391802" y="218032"/>
                  </a:lnTo>
                  <a:lnTo>
                    <a:pt x="390162" y="221310"/>
                  </a:lnTo>
                  <a:lnTo>
                    <a:pt x="390162" y="224589"/>
                  </a:lnTo>
                  <a:lnTo>
                    <a:pt x="386884" y="229507"/>
                  </a:lnTo>
                  <a:lnTo>
                    <a:pt x="381966" y="231147"/>
                  </a:lnTo>
                  <a:lnTo>
                    <a:pt x="378687" y="232786"/>
                  </a:lnTo>
                  <a:lnTo>
                    <a:pt x="375409" y="232786"/>
                  </a:lnTo>
                  <a:lnTo>
                    <a:pt x="375409" y="232786"/>
                  </a:lnTo>
                  <a:lnTo>
                    <a:pt x="373769" y="232786"/>
                  </a:lnTo>
                  <a:lnTo>
                    <a:pt x="375409" y="236064"/>
                  </a:lnTo>
                  <a:lnTo>
                    <a:pt x="373769" y="239343"/>
                  </a:lnTo>
                  <a:lnTo>
                    <a:pt x="370490" y="239343"/>
                  </a:lnTo>
                  <a:lnTo>
                    <a:pt x="368851" y="244261"/>
                  </a:lnTo>
                  <a:lnTo>
                    <a:pt x="368851" y="247540"/>
                  </a:lnTo>
                  <a:lnTo>
                    <a:pt x="368851" y="250818"/>
                  </a:lnTo>
                  <a:lnTo>
                    <a:pt x="367212" y="255737"/>
                  </a:lnTo>
                  <a:lnTo>
                    <a:pt x="367212" y="259015"/>
                  </a:lnTo>
                  <a:lnTo>
                    <a:pt x="367212" y="260654"/>
                  </a:lnTo>
                  <a:lnTo>
                    <a:pt x="363933" y="263933"/>
                  </a:lnTo>
                  <a:lnTo>
                    <a:pt x="362294" y="268851"/>
                  </a:lnTo>
                  <a:lnTo>
                    <a:pt x="360654" y="272130"/>
                  </a:lnTo>
                  <a:lnTo>
                    <a:pt x="360654" y="275408"/>
                  </a:lnTo>
                  <a:lnTo>
                    <a:pt x="359015" y="280327"/>
                  </a:lnTo>
                  <a:lnTo>
                    <a:pt x="355736" y="283605"/>
                  </a:lnTo>
                  <a:lnTo>
                    <a:pt x="354097" y="285244"/>
                  </a:lnTo>
                  <a:lnTo>
                    <a:pt x="352457" y="290162"/>
                  </a:lnTo>
                  <a:lnTo>
                    <a:pt x="350818" y="293441"/>
                  </a:lnTo>
                  <a:lnTo>
                    <a:pt x="354097" y="296720"/>
                  </a:lnTo>
                  <a:lnTo>
                    <a:pt x="352457" y="299998"/>
                  </a:lnTo>
                  <a:lnTo>
                    <a:pt x="347540" y="303277"/>
                  </a:lnTo>
                  <a:lnTo>
                    <a:pt x="344261" y="306556"/>
                  </a:lnTo>
                  <a:lnTo>
                    <a:pt x="342622" y="311474"/>
                  </a:lnTo>
                  <a:lnTo>
                    <a:pt x="342622" y="314752"/>
                  </a:lnTo>
                  <a:lnTo>
                    <a:pt x="342622" y="318031"/>
                  </a:lnTo>
                  <a:lnTo>
                    <a:pt x="337703" y="321310"/>
                  </a:lnTo>
                  <a:lnTo>
                    <a:pt x="337703" y="324588"/>
                  </a:lnTo>
                  <a:lnTo>
                    <a:pt x="334425" y="327867"/>
                  </a:lnTo>
                  <a:lnTo>
                    <a:pt x="331146" y="327867"/>
                  </a:lnTo>
                  <a:lnTo>
                    <a:pt x="327867" y="327867"/>
                  </a:lnTo>
                  <a:lnTo>
                    <a:pt x="324589" y="326228"/>
                  </a:lnTo>
                  <a:lnTo>
                    <a:pt x="324589" y="326228"/>
                  </a:lnTo>
                  <a:lnTo>
                    <a:pt x="324589" y="322949"/>
                  </a:lnTo>
                  <a:lnTo>
                    <a:pt x="322950" y="318031"/>
                  </a:lnTo>
                  <a:lnTo>
                    <a:pt x="322950" y="314752"/>
                  </a:lnTo>
                  <a:lnTo>
                    <a:pt x="321310" y="313113"/>
                  </a:lnTo>
                  <a:lnTo>
                    <a:pt x="318032" y="313113"/>
                  </a:lnTo>
                  <a:lnTo>
                    <a:pt x="316392" y="308195"/>
                  </a:lnTo>
                  <a:lnTo>
                    <a:pt x="314753" y="304917"/>
                  </a:lnTo>
                  <a:lnTo>
                    <a:pt x="311474" y="303277"/>
                  </a:lnTo>
                  <a:lnTo>
                    <a:pt x="306556" y="301638"/>
                  </a:lnTo>
                  <a:lnTo>
                    <a:pt x="304917" y="296720"/>
                  </a:lnTo>
                  <a:lnTo>
                    <a:pt x="304917" y="301638"/>
                  </a:lnTo>
                  <a:lnTo>
                    <a:pt x="303277" y="304917"/>
                  </a:lnTo>
                  <a:lnTo>
                    <a:pt x="301638" y="308195"/>
                  </a:lnTo>
                  <a:lnTo>
                    <a:pt x="299999" y="308195"/>
                  </a:lnTo>
                  <a:lnTo>
                    <a:pt x="296720" y="308195"/>
                  </a:lnTo>
                  <a:lnTo>
                    <a:pt x="293442" y="308195"/>
                  </a:lnTo>
                  <a:lnTo>
                    <a:pt x="288523" y="304917"/>
                  </a:lnTo>
                  <a:lnTo>
                    <a:pt x="285245" y="304917"/>
                  </a:lnTo>
                  <a:lnTo>
                    <a:pt x="281966" y="308195"/>
                  </a:lnTo>
                  <a:lnTo>
                    <a:pt x="280327" y="309835"/>
                  </a:lnTo>
                  <a:lnTo>
                    <a:pt x="277048" y="313113"/>
                  </a:lnTo>
                  <a:lnTo>
                    <a:pt x="273769" y="316392"/>
                  </a:lnTo>
                  <a:lnTo>
                    <a:pt x="272130" y="321310"/>
                  </a:lnTo>
                  <a:lnTo>
                    <a:pt x="270491" y="324588"/>
                  </a:lnTo>
                  <a:lnTo>
                    <a:pt x="270491" y="324588"/>
                  </a:lnTo>
                  <a:lnTo>
                    <a:pt x="268852" y="324588"/>
                  </a:lnTo>
                  <a:lnTo>
                    <a:pt x="265573" y="327867"/>
                  </a:lnTo>
                  <a:lnTo>
                    <a:pt x="262294" y="329507"/>
                  </a:lnTo>
                  <a:lnTo>
                    <a:pt x="257376" y="332785"/>
                  </a:lnTo>
                  <a:lnTo>
                    <a:pt x="255737" y="336064"/>
                  </a:lnTo>
                  <a:lnTo>
                    <a:pt x="252458" y="340982"/>
                  </a:lnTo>
                  <a:lnTo>
                    <a:pt x="249179" y="344261"/>
                  </a:lnTo>
                  <a:lnTo>
                    <a:pt x="245901" y="347539"/>
                  </a:lnTo>
                  <a:lnTo>
                    <a:pt x="244262" y="350818"/>
                  </a:lnTo>
                  <a:lnTo>
                    <a:pt x="240983" y="354097"/>
                  </a:lnTo>
                  <a:lnTo>
                    <a:pt x="237704" y="355736"/>
                  </a:lnTo>
                  <a:lnTo>
                    <a:pt x="237704" y="355736"/>
                  </a:lnTo>
                  <a:lnTo>
                    <a:pt x="237704" y="359015"/>
                  </a:lnTo>
                  <a:lnTo>
                    <a:pt x="237704" y="360654"/>
                  </a:lnTo>
                  <a:lnTo>
                    <a:pt x="240983" y="363932"/>
                  </a:lnTo>
                  <a:lnTo>
                    <a:pt x="239343" y="368851"/>
                  </a:lnTo>
                  <a:lnTo>
                    <a:pt x="237704" y="372129"/>
                  </a:lnTo>
                  <a:lnTo>
                    <a:pt x="237704" y="377047"/>
                  </a:lnTo>
                  <a:lnTo>
                    <a:pt x="237704" y="380326"/>
                  </a:lnTo>
                  <a:lnTo>
                    <a:pt x="237704" y="383605"/>
                  </a:lnTo>
                  <a:lnTo>
                    <a:pt x="234425" y="386884"/>
                  </a:lnTo>
                  <a:lnTo>
                    <a:pt x="232786" y="390162"/>
                  </a:lnTo>
                  <a:lnTo>
                    <a:pt x="231147" y="395080"/>
                  </a:lnTo>
                  <a:lnTo>
                    <a:pt x="229507" y="398359"/>
                  </a:lnTo>
                  <a:lnTo>
                    <a:pt x="227868" y="399998"/>
                  </a:lnTo>
                  <a:lnTo>
                    <a:pt x="226229" y="401637"/>
                  </a:lnTo>
                  <a:lnTo>
                    <a:pt x="224589" y="404916"/>
                  </a:lnTo>
                  <a:lnTo>
                    <a:pt x="221310" y="401637"/>
                  </a:lnTo>
                  <a:lnTo>
                    <a:pt x="221310" y="398359"/>
                  </a:lnTo>
                  <a:lnTo>
                    <a:pt x="218032" y="399998"/>
                  </a:lnTo>
                  <a:lnTo>
                    <a:pt x="214753" y="395080"/>
                  </a:lnTo>
                  <a:lnTo>
                    <a:pt x="214753" y="395080"/>
                  </a:lnTo>
                  <a:lnTo>
                    <a:pt x="214753" y="398359"/>
                  </a:lnTo>
                  <a:lnTo>
                    <a:pt x="214753" y="398359"/>
                  </a:lnTo>
                  <a:lnTo>
                    <a:pt x="216393" y="399998"/>
                  </a:lnTo>
                  <a:lnTo>
                    <a:pt x="218032" y="404916"/>
                  </a:lnTo>
                  <a:lnTo>
                    <a:pt x="218032" y="408195"/>
                  </a:lnTo>
                  <a:lnTo>
                    <a:pt x="214753" y="411474"/>
                  </a:lnTo>
                  <a:lnTo>
                    <a:pt x="211475" y="411474"/>
                  </a:lnTo>
                  <a:lnTo>
                    <a:pt x="208196" y="411474"/>
                  </a:lnTo>
                  <a:lnTo>
                    <a:pt x="203278" y="411474"/>
                  </a:lnTo>
                  <a:lnTo>
                    <a:pt x="199999" y="413113"/>
                  </a:lnTo>
                  <a:lnTo>
                    <a:pt x="195081" y="413113"/>
                  </a:lnTo>
                  <a:lnTo>
                    <a:pt x="195081" y="413113"/>
                  </a:lnTo>
                  <a:lnTo>
                    <a:pt x="191803" y="413113"/>
                  </a:lnTo>
                  <a:lnTo>
                    <a:pt x="188524" y="409834"/>
                  </a:lnTo>
                  <a:lnTo>
                    <a:pt x="186885" y="408195"/>
                  </a:lnTo>
                  <a:lnTo>
                    <a:pt x="188524" y="404916"/>
                  </a:lnTo>
                  <a:lnTo>
                    <a:pt x="186885" y="406555"/>
                  </a:lnTo>
                  <a:lnTo>
                    <a:pt x="186885" y="409834"/>
                  </a:lnTo>
                  <a:lnTo>
                    <a:pt x="183606" y="411474"/>
                  </a:lnTo>
                  <a:lnTo>
                    <a:pt x="180327" y="409834"/>
                  </a:lnTo>
                  <a:lnTo>
                    <a:pt x="180327" y="409834"/>
                  </a:lnTo>
                  <a:lnTo>
                    <a:pt x="175409" y="411474"/>
                  </a:lnTo>
                  <a:lnTo>
                    <a:pt x="175409" y="411474"/>
                  </a:lnTo>
                  <a:lnTo>
                    <a:pt x="172130" y="406555"/>
                  </a:lnTo>
                  <a:lnTo>
                    <a:pt x="168852" y="404916"/>
                  </a:lnTo>
                  <a:lnTo>
                    <a:pt x="172130" y="408195"/>
                  </a:lnTo>
                  <a:lnTo>
                    <a:pt x="172130" y="411474"/>
                  </a:lnTo>
                  <a:lnTo>
                    <a:pt x="170491" y="414752"/>
                  </a:lnTo>
                  <a:lnTo>
                    <a:pt x="167213" y="413113"/>
                  </a:lnTo>
                  <a:lnTo>
                    <a:pt x="167213" y="409834"/>
                  </a:lnTo>
                  <a:lnTo>
                    <a:pt x="167213" y="406555"/>
                  </a:lnTo>
                  <a:lnTo>
                    <a:pt x="167213" y="404916"/>
                  </a:lnTo>
                  <a:lnTo>
                    <a:pt x="162295" y="406555"/>
                  </a:lnTo>
                  <a:lnTo>
                    <a:pt x="163934" y="406555"/>
                  </a:lnTo>
                  <a:lnTo>
                    <a:pt x="165573" y="411474"/>
                  </a:lnTo>
                  <a:lnTo>
                    <a:pt x="165573" y="414752"/>
                  </a:lnTo>
                  <a:lnTo>
                    <a:pt x="165573" y="416391"/>
                  </a:lnTo>
                  <a:lnTo>
                    <a:pt x="165573" y="419670"/>
                  </a:lnTo>
                  <a:lnTo>
                    <a:pt x="160655" y="416391"/>
                  </a:lnTo>
                  <a:lnTo>
                    <a:pt x="160655" y="413113"/>
                  </a:lnTo>
                  <a:lnTo>
                    <a:pt x="160655" y="409834"/>
                  </a:lnTo>
                  <a:lnTo>
                    <a:pt x="160655" y="408195"/>
                  </a:lnTo>
                  <a:lnTo>
                    <a:pt x="157376" y="404916"/>
                  </a:lnTo>
                  <a:lnTo>
                    <a:pt x="159016" y="399998"/>
                  </a:lnTo>
                  <a:lnTo>
                    <a:pt x="157376" y="401637"/>
                  </a:lnTo>
                  <a:lnTo>
                    <a:pt x="157376" y="406555"/>
                  </a:lnTo>
                  <a:lnTo>
                    <a:pt x="160655" y="409834"/>
                  </a:lnTo>
                  <a:lnTo>
                    <a:pt x="159016" y="413113"/>
                  </a:lnTo>
                  <a:lnTo>
                    <a:pt x="160655" y="416391"/>
                  </a:lnTo>
                  <a:lnTo>
                    <a:pt x="159016" y="421309"/>
                  </a:lnTo>
                  <a:lnTo>
                    <a:pt x="155737" y="419670"/>
                  </a:lnTo>
                  <a:lnTo>
                    <a:pt x="155737" y="416391"/>
                  </a:lnTo>
                  <a:lnTo>
                    <a:pt x="155737" y="413113"/>
                  </a:lnTo>
                  <a:lnTo>
                    <a:pt x="155737" y="409834"/>
                  </a:lnTo>
                  <a:lnTo>
                    <a:pt x="155737" y="411474"/>
                  </a:lnTo>
                  <a:lnTo>
                    <a:pt x="155737" y="413113"/>
                  </a:lnTo>
                  <a:lnTo>
                    <a:pt x="154098" y="416391"/>
                  </a:lnTo>
                  <a:lnTo>
                    <a:pt x="154098" y="413113"/>
                  </a:lnTo>
                  <a:lnTo>
                    <a:pt x="154098" y="413113"/>
                  </a:lnTo>
                  <a:lnTo>
                    <a:pt x="154098" y="416391"/>
                  </a:lnTo>
                  <a:lnTo>
                    <a:pt x="150819" y="421309"/>
                  </a:lnTo>
                  <a:lnTo>
                    <a:pt x="150819" y="416391"/>
                  </a:lnTo>
                  <a:lnTo>
                    <a:pt x="149180" y="414752"/>
                  </a:lnTo>
                  <a:lnTo>
                    <a:pt x="149180" y="413113"/>
                  </a:lnTo>
                  <a:lnTo>
                    <a:pt x="149180" y="413113"/>
                  </a:lnTo>
                  <a:lnTo>
                    <a:pt x="149180" y="414752"/>
                  </a:lnTo>
                  <a:lnTo>
                    <a:pt x="150819" y="418031"/>
                  </a:lnTo>
                  <a:lnTo>
                    <a:pt x="149180" y="421309"/>
                  </a:lnTo>
                  <a:lnTo>
                    <a:pt x="144262" y="421309"/>
                  </a:lnTo>
                  <a:lnTo>
                    <a:pt x="140983" y="422949"/>
                  </a:lnTo>
                  <a:lnTo>
                    <a:pt x="137705" y="421309"/>
                  </a:lnTo>
                  <a:lnTo>
                    <a:pt x="137705" y="418031"/>
                  </a:lnTo>
                  <a:lnTo>
                    <a:pt x="137705" y="414752"/>
                  </a:lnTo>
                  <a:lnTo>
                    <a:pt x="137705" y="416391"/>
                  </a:lnTo>
                  <a:lnTo>
                    <a:pt x="137705" y="419670"/>
                  </a:lnTo>
                  <a:lnTo>
                    <a:pt x="136065" y="422949"/>
                  </a:lnTo>
                  <a:lnTo>
                    <a:pt x="132786" y="422949"/>
                  </a:lnTo>
                  <a:lnTo>
                    <a:pt x="131147" y="421309"/>
                  </a:lnTo>
                  <a:lnTo>
                    <a:pt x="129508" y="418031"/>
                  </a:lnTo>
                  <a:lnTo>
                    <a:pt x="129508" y="419670"/>
                  </a:lnTo>
                  <a:lnTo>
                    <a:pt x="129508" y="422949"/>
                  </a:lnTo>
                  <a:lnTo>
                    <a:pt x="127869" y="419670"/>
                  </a:lnTo>
                  <a:lnTo>
                    <a:pt x="127869" y="418031"/>
                  </a:lnTo>
                  <a:lnTo>
                    <a:pt x="122950" y="419670"/>
                  </a:lnTo>
                  <a:lnTo>
                    <a:pt x="119672" y="416391"/>
                  </a:lnTo>
                  <a:lnTo>
                    <a:pt x="119672" y="414752"/>
                  </a:lnTo>
                  <a:lnTo>
                    <a:pt x="116393" y="411474"/>
                  </a:lnTo>
                  <a:lnTo>
                    <a:pt x="113115" y="408195"/>
                  </a:lnTo>
                  <a:lnTo>
                    <a:pt x="111475" y="404916"/>
                  </a:lnTo>
                  <a:lnTo>
                    <a:pt x="111475" y="403277"/>
                  </a:lnTo>
                  <a:lnTo>
                    <a:pt x="109836" y="399998"/>
                  </a:lnTo>
                  <a:lnTo>
                    <a:pt x="108196" y="398359"/>
                  </a:lnTo>
                  <a:lnTo>
                    <a:pt x="106557" y="395080"/>
                  </a:lnTo>
                  <a:lnTo>
                    <a:pt x="106557" y="391801"/>
                  </a:lnTo>
                  <a:lnTo>
                    <a:pt x="108196" y="388523"/>
                  </a:lnTo>
                  <a:lnTo>
                    <a:pt x="108196" y="385244"/>
                  </a:lnTo>
                  <a:lnTo>
                    <a:pt x="106557" y="383605"/>
                  </a:lnTo>
                  <a:lnTo>
                    <a:pt x="103279" y="383605"/>
                  </a:lnTo>
                  <a:lnTo>
                    <a:pt x="103279" y="380326"/>
                  </a:lnTo>
                  <a:lnTo>
                    <a:pt x="104918" y="375408"/>
                  </a:lnTo>
                  <a:lnTo>
                    <a:pt x="108196" y="377047"/>
                  </a:lnTo>
                  <a:lnTo>
                    <a:pt x="108196" y="377047"/>
                  </a:lnTo>
                  <a:lnTo>
                    <a:pt x="111475" y="375408"/>
                  </a:lnTo>
                  <a:lnTo>
                    <a:pt x="109836" y="372129"/>
                  </a:lnTo>
                  <a:lnTo>
                    <a:pt x="113115" y="368851"/>
                  </a:lnTo>
                  <a:lnTo>
                    <a:pt x="109836" y="368851"/>
                  </a:lnTo>
                  <a:lnTo>
                    <a:pt x="106557" y="372129"/>
                  </a:lnTo>
                  <a:lnTo>
                    <a:pt x="106557" y="372129"/>
                  </a:lnTo>
                  <a:lnTo>
                    <a:pt x="104918" y="373769"/>
                  </a:lnTo>
                  <a:lnTo>
                    <a:pt x="100000" y="373769"/>
                  </a:lnTo>
                  <a:lnTo>
                    <a:pt x="96721" y="368851"/>
                  </a:lnTo>
                  <a:lnTo>
                    <a:pt x="100000" y="365572"/>
                  </a:lnTo>
                  <a:lnTo>
                    <a:pt x="101639" y="367211"/>
                  </a:lnTo>
                  <a:lnTo>
                    <a:pt x="104918" y="365572"/>
                  </a:lnTo>
                  <a:lnTo>
                    <a:pt x="108196" y="365572"/>
                  </a:lnTo>
                  <a:lnTo>
                    <a:pt x="109836" y="365572"/>
                  </a:lnTo>
                  <a:lnTo>
                    <a:pt x="106557" y="363932"/>
                  </a:lnTo>
                  <a:lnTo>
                    <a:pt x="101639" y="363932"/>
                  </a:lnTo>
                  <a:lnTo>
                    <a:pt x="103279" y="360654"/>
                  </a:lnTo>
                  <a:lnTo>
                    <a:pt x="103279" y="360654"/>
                  </a:lnTo>
                  <a:lnTo>
                    <a:pt x="101639" y="363932"/>
                  </a:lnTo>
                  <a:lnTo>
                    <a:pt x="96721" y="365572"/>
                  </a:lnTo>
                  <a:lnTo>
                    <a:pt x="93442" y="362294"/>
                  </a:lnTo>
                  <a:lnTo>
                    <a:pt x="93442" y="359015"/>
                  </a:lnTo>
                  <a:lnTo>
                    <a:pt x="96721" y="355736"/>
                  </a:lnTo>
                  <a:lnTo>
                    <a:pt x="100000" y="352457"/>
                  </a:lnTo>
                  <a:lnTo>
                    <a:pt x="100000" y="352457"/>
                  </a:lnTo>
                  <a:lnTo>
                    <a:pt x="100000" y="352457"/>
                  </a:lnTo>
                  <a:lnTo>
                    <a:pt x="96721" y="354097"/>
                  </a:lnTo>
                  <a:lnTo>
                    <a:pt x="95082" y="354097"/>
                  </a:lnTo>
                  <a:lnTo>
                    <a:pt x="91803" y="357375"/>
                  </a:lnTo>
                  <a:lnTo>
                    <a:pt x="90164" y="354097"/>
                  </a:lnTo>
                  <a:lnTo>
                    <a:pt x="90164" y="354097"/>
                  </a:lnTo>
                  <a:lnTo>
                    <a:pt x="88525" y="352457"/>
                  </a:lnTo>
                  <a:lnTo>
                    <a:pt x="86885" y="349179"/>
                  </a:lnTo>
                  <a:lnTo>
                    <a:pt x="83606" y="345900"/>
                  </a:lnTo>
                  <a:lnTo>
                    <a:pt x="80328" y="342621"/>
                  </a:lnTo>
                  <a:lnTo>
                    <a:pt x="77049" y="339342"/>
                  </a:lnTo>
                  <a:lnTo>
                    <a:pt x="72131" y="336064"/>
                  </a:lnTo>
                  <a:lnTo>
                    <a:pt x="68852" y="332785"/>
                  </a:lnTo>
                  <a:lnTo>
                    <a:pt x="67213" y="331146"/>
                  </a:lnTo>
                  <a:lnTo>
                    <a:pt x="63935" y="331146"/>
                  </a:lnTo>
                  <a:lnTo>
                    <a:pt x="60656" y="331146"/>
                  </a:lnTo>
                  <a:lnTo>
                    <a:pt x="57377" y="329507"/>
                  </a:lnTo>
                  <a:lnTo>
                    <a:pt x="54098" y="329507"/>
                  </a:lnTo>
                  <a:lnTo>
                    <a:pt x="50820" y="329507"/>
                  </a:lnTo>
                  <a:lnTo>
                    <a:pt x="45902" y="327867"/>
                  </a:lnTo>
                  <a:lnTo>
                    <a:pt x="42623" y="327867"/>
                  </a:lnTo>
                  <a:lnTo>
                    <a:pt x="39344" y="329507"/>
                  </a:lnTo>
                  <a:lnTo>
                    <a:pt x="34426" y="329507"/>
                  </a:lnTo>
                  <a:lnTo>
                    <a:pt x="31148" y="329507"/>
                  </a:lnTo>
                  <a:lnTo>
                    <a:pt x="27869" y="327867"/>
                  </a:lnTo>
                  <a:lnTo>
                    <a:pt x="27869" y="327867"/>
                  </a:lnTo>
                  <a:lnTo>
                    <a:pt x="29508" y="327867"/>
                  </a:lnTo>
                  <a:lnTo>
                    <a:pt x="32787" y="327867"/>
                  </a:lnTo>
                  <a:lnTo>
                    <a:pt x="36066" y="324588"/>
                  </a:lnTo>
                  <a:lnTo>
                    <a:pt x="40983" y="324588"/>
                  </a:lnTo>
                  <a:lnTo>
                    <a:pt x="44262" y="321310"/>
                  </a:lnTo>
                  <a:lnTo>
                    <a:pt x="40983" y="321310"/>
                  </a:lnTo>
                  <a:lnTo>
                    <a:pt x="37705" y="322949"/>
                  </a:lnTo>
                  <a:lnTo>
                    <a:pt x="32787" y="324588"/>
                  </a:lnTo>
                  <a:lnTo>
                    <a:pt x="29508" y="322949"/>
                  </a:lnTo>
                  <a:lnTo>
                    <a:pt x="27869" y="326228"/>
                  </a:lnTo>
                  <a:lnTo>
                    <a:pt x="27869" y="326228"/>
                  </a:lnTo>
                  <a:lnTo>
                    <a:pt x="27869" y="327867"/>
                  </a:lnTo>
                  <a:lnTo>
                    <a:pt x="27869" y="329507"/>
                  </a:lnTo>
                  <a:lnTo>
                    <a:pt x="24590" y="331146"/>
                  </a:lnTo>
                  <a:lnTo>
                    <a:pt x="19672" y="331146"/>
                  </a:lnTo>
                  <a:lnTo>
                    <a:pt x="16393" y="331146"/>
                  </a:lnTo>
                  <a:lnTo>
                    <a:pt x="13115" y="331146"/>
                  </a:lnTo>
                  <a:lnTo>
                    <a:pt x="9836" y="331146"/>
                  </a:lnTo>
                  <a:lnTo>
                    <a:pt x="4918" y="331146"/>
                  </a:lnTo>
                  <a:lnTo>
                    <a:pt x="1639" y="331146"/>
                  </a:lnTo>
                  <a:lnTo>
                    <a:pt x="1639" y="329507"/>
                  </a:lnTo>
                  <a:lnTo>
                    <a:pt x="1639" y="327867"/>
                  </a:lnTo>
                  <a:lnTo>
                    <a:pt x="3279" y="324588"/>
                  </a:lnTo>
                  <a:lnTo>
                    <a:pt x="3279" y="321310"/>
                  </a:lnTo>
                  <a:lnTo>
                    <a:pt x="3279" y="319671"/>
                  </a:lnTo>
                  <a:lnTo>
                    <a:pt x="4918" y="316392"/>
                  </a:lnTo>
                  <a:lnTo>
                    <a:pt x="3279" y="311474"/>
                  </a:lnTo>
                  <a:lnTo>
                    <a:pt x="3279" y="308195"/>
                  </a:lnTo>
                  <a:lnTo>
                    <a:pt x="3279" y="303277"/>
                  </a:lnTo>
                  <a:lnTo>
                    <a:pt x="3279" y="299998"/>
                  </a:lnTo>
                  <a:lnTo>
                    <a:pt x="4918" y="296720"/>
                  </a:lnTo>
                  <a:lnTo>
                    <a:pt x="3279" y="293441"/>
                  </a:lnTo>
                  <a:lnTo>
                    <a:pt x="3279" y="288523"/>
                  </a:lnTo>
                  <a:lnTo>
                    <a:pt x="3279" y="285244"/>
                  </a:lnTo>
                  <a:lnTo>
                    <a:pt x="4918" y="283605"/>
                  </a:lnTo>
                  <a:lnTo>
                    <a:pt x="4918" y="280327"/>
                  </a:lnTo>
                  <a:lnTo>
                    <a:pt x="3279" y="277048"/>
                  </a:lnTo>
                  <a:lnTo>
                    <a:pt x="3279" y="273769"/>
                  </a:lnTo>
                  <a:lnTo>
                    <a:pt x="3279" y="270491"/>
                  </a:lnTo>
                  <a:lnTo>
                    <a:pt x="1639" y="267212"/>
                  </a:lnTo>
                  <a:lnTo>
                    <a:pt x="1639" y="265572"/>
                  </a:lnTo>
                  <a:lnTo>
                    <a:pt x="0" y="2639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1" name="Freeform 3580">
              <a:extLst>
                <a:ext uri="{FF2B5EF4-FFF2-40B4-BE49-F238E27FC236}">
                  <a16:creationId xmlns:a16="http://schemas.microsoft.com/office/drawing/2014/main" id="{73CCC74F-D401-AE45-A4B6-87E4CC4AF96E}"/>
                </a:ext>
              </a:extLst>
            </p:cNvPr>
            <p:cNvSpPr/>
            <p:nvPr/>
          </p:nvSpPr>
          <p:spPr>
            <a:xfrm>
              <a:off x="5618952" y="3923094"/>
              <a:ext cx="16393" cy="1639"/>
            </a:xfrm>
            <a:custGeom>
              <a:avLst/>
              <a:gdLst>
                <a:gd name="connsiteX0" fmla="*/ 0 w 16393"/>
                <a:gd name="connsiteY0" fmla="*/ 0 h 1639"/>
                <a:gd name="connsiteX1" fmla="*/ 0 w 16393"/>
                <a:gd name="connsiteY1" fmla="*/ 0 h 1639"/>
                <a:gd name="connsiteX2" fmla="*/ 0 w 16393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1639">
                  <a:moveTo>
                    <a:pt x="0" y="0"/>
                  </a:moveTo>
                  <a:lnTo>
                    <a:pt x="0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2" name="Freeform 3581">
              <a:extLst>
                <a:ext uri="{FF2B5EF4-FFF2-40B4-BE49-F238E27FC236}">
                  <a16:creationId xmlns:a16="http://schemas.microsoft.com/office/drawing/2014/main" id="{40EE3A15-C930-9A48-BB1C-E5A02394BA01}"/>
                </a:ext>
              </a:extLst>
            </p:cNvPr>
            <p:cNvSpPr/>
            <p:nvPr/>
          </p:nvSpPr>
          <p:spPr>
            <a:xfrm>
              <a:off x="5659936" y="2475560"/>
              <a:ext cx="150819" cy="313113"/>
            </a:xfrm>
            <a:custGeom>
              <a:avLst/>
              <a:gdLst>
                <a:gd name="connsiteX0" fmla="*/ 1639 w 150819"/>
                <a:gd name="connsiteY0" fmla="*/ 144262 h 313113"/>
                <a:gd name="connsiteX1" fmla="*/ 1639 w 150819"/>
                <a:gd name="connsiteY1" fmla="*/ 142622 h 313113"/>
                <a:gd name="connsiteX2" fmla="*/ 1639 w 150819"/>
                <a:gd name="connsiteY2" fmla="*/ 140983 h 313113"/>
                <a:gd name="connsiteX3" fmla="*/ 4918 w 150819"/>
                <a:gd name="connsiteY3" fmla="*/ 137704 h 313113"/>
                <a:gd name="connsiteX4" fmla="*/ 9836 w 150819"/>
                <a:gd name="connsiteY4" fmla="*/ 136065 h 313113"/>
                <a:gd name="connsiteX5" fmla="*/ 11476 w 150819"/>
                <a:gd name="connsiteY5" fmla="*/ 132786 h 313113"/>
                <a:gd name="connsiteX6" fmla="*/ 13115 w 150819"/>
                <a:gd name="connsiteY6" fmla="*/ 129508 h 313113"/>
                <a:gd name="connsiteX7" fmla="*/ 13115 w 150819"/>
                <a:gd name="connsiteY7" fmla="*/ 127868 h 313113"/>
                <a:gd name="connsiteX8" fmla="*/ 14754 w 150819"/>
                <a:gd name="connsiteY8" fmla="*/ 126229 h 313113"/>
                <a:gd name="connsiteX9" fmla="*/ 18033 w 150819"/>
                <a:gd name="connsiteY9" fmla="*/ 124590 h 313113"/>
                <a:gd name="connsiteX10" fmla="*/ 22951 w 150819"/>
                <a:gd name="connsiteY10" fmla="*/ 122950 h 313113"/>
                <a:gd name="connsiteX11" fmla="*/ 22951 w 150819"/>
                <a:gd name="connsiteY11" fmla="*/ 122950 h 313113"/>
                <a:gd name="connsiteX12" fmla="*/ 26229 w 150819"/>
                <a:gd name="connsiteY12" fmla="*/ 119672 h 313113"/>
                <a:gd name="connsiteX13" fmla="*/ 27869 w 150819"/>
                <a:gd name="connsiteY13" fmla="*/ 114754 h 313113"/>
                <a:gd name="connsiteX14" fmla="*/ 29508 w 150819"/>
                <a:gd name="connsiteY14" fmla="*/ 113114 h 313113"/>
                <a:gd name="connsiteX15" fmla="*/ 29508 w 150819"/>
                <a:gd name="connsiteY15" fmla="*/ 109836 h 313113"/>
                <a:gd name="connsiteX16" fmla="*/ 29508 w 150819"/>
                <a:gd name="connsiteY16" fmla="*/ 106557 h 313113"/>
                <a:gd name="connsiteX17" fmla="*/ 29508 w 150819"/>
                <a:gd name="connsiteY17" fmla="*/ 101639 h 313113"/>
                <a:gd name="connsiteX18" fmla="*/ 31147 w 150819"/>
                <a:gd name="connsiteY18" fmla="*/ 98360 h 313113"/>
                <a:gd name="connsiteX19" fmla="*/ 34426 w 150819"/>
                <a:gd name="connsiteY19" fmla="*/ 95082 h 313113"/>
                <a:gd name="connsiteX20" fmla="*/ 34426 w 150819"/>
                <a:gd name="connsiteY20" fmla="*/ 95082 h 313113"/>
                <a:gd name="connsiteX21" fmla="*/ 34426 w 150819"/>
                <a:gd name="connsiteY21" fmla="*/ 90164 h 313113"/>
                <a:gd name="connsiteX22" fmla="*/ 31147 w 150819"/>
                <a:gd name="connsiteY22" fmla="*/ 88524 h 313113"/>
                <a:gd name="connsiteX23" fmla="*/ 31147 w 150819"/>
                <a:gd name="connsiteY23" fmla="*/ 85245 h 313113"/>
                <a:gd name="connsiteX24" fmla="*/ 31147 w 150819"/>
                <a:gd name="connsiteY24" fmla="*/ 80327 h 313113"/>
                <a:gd name="connsiteX25" fmla="*/ 32787 w 150819"/>
                <a:gd name="connsiteY25" fmla="*/ 78688 h 313113"/>
                <a:gd name="connsiteX26" fmla="*/ 32787 w 150819"/>
                <a:gd name="connsiteY26" fmla="*/ 77049 h 313113"/>
                <a:gd name="connsiteX27" fmla="*/ 31147 w 150819"/>
                <a:gd name="connsiteY27" fmla="*/ 75410 h 313113"/>
                <a:gd name="connsiteX28" fmla="*/ 31147 w 150819"/>
                <a:gd name="connsiteY28" fmla="*/ 70492 h 313113"/>
                <a:gd name="connsiteX29" fmla="*/ 29508 w 150819"/>
                <a:gd name="connsiteY29" fmla="*/ 67213 h 313113"/>
                <a:gd name="connsiteX30" fmla="*/ 29508 w 150819"/>
                <a:gd name="connsiteY30" fmla="*/ 63934 h 313113"/>
                <a:gd name="connsiteX31" fmla="*/ 29508 w 150819"/>
                <a:gd name="connsiteY31" fmla="*/ 59016 h 313113"/>
                <a:gd name="connsiteX32" fmla="*/ 31147 w 150819"/>
                <a:gd name="connsiteY32" fmla="*/ 55737 h 313113"/>
                <a:gd name="connsiteX33" fmla="*/ 31147 w 150819"/>
                <a:gd name="connsiteY33" fmla="*/ 52459 h 313113"/>
                <a:gd name="connsiteX34" fmla="*/ 31147 w 150819"/>
                <a:gd name="connsiteY34" fmla="*/ 49180 h 313113"/>
                <a:gd name="connsiteX35" fmla="*/ 31147 w 150819"/>
                <a:gd name="connsiteY35" fmla="*/ 47541 h 313113"/>
                <a:gd name="connsiteX36" fmla="*/ 32787 w 150819"/>
                <a:gd name="connsiteY36" fmla="*/ 44262 h 313113"/>
                <a:gd name="connsiteX37" fmla="*/ 32787 w 150819"/>
                <a:gd name="connsiteY37" fmla="*/ 42623 h 313113"/>
                <a:gd name="connsiteX38" fmla="*/ 32787 w 150819"/>
                <a:gd name="connsiteY38" fmla="*/ 40983 h 313113"/>
                <a:gd name="connsiteX39" fmla="*/ 32787 w 150819"/>
                <a:gd name="connsiteY39" fmla="*/ 39344 h 313113"/>
                <a:gd name="connsiteX40" fmla="*/ 32787 w 150819"/>
                <a:gd name="connsiteY40" fmla="*/ 39344 h 313113"/>
                <a:gd name="connsiteX41" fmla="*/ 29508 w 150819"/>
                <a:gd name="connsiteY41" fmla="*/ 37705 h 313113"/>
                <a:gd name="connsiteX42" fmla="*/ 26229 w 150819"/>
                <a:gd name="connsiteY42" fmla="*/ 36065 h 313113"/>
                <a:gd name="connsiteX43" fmla="*/ 29508 w 150819"/>
                <a:gd name="connsiteY43" fmla="*/ 32787 h 313113"/>
                <a:gd name="connsiteX44" fmla="*/ 34426 w 150819"/>
                <a:gd name="connsiteY44" fmla="*/ 29508 h 313113"/>
                <a:gd name="connsiteX45" fmla="*/ 37705 w 150819"/>
                <a:gd name="connsiteY45" fmla="*/ 26229 h 313113"/>
                <a:gd name="connsiteX46" fmla="*/ 40983 w 150819"/>
                <a:gd name="connsiteY46" fmla="*/ 22951 h 313113"/>
                <a:gd name="connsiteX47" fmla="*/ 40983 w 150819"/>
                <a:gd name="connsiteY47" fmla="*/ 21311 h 313113"/>
                <a:gd name="connsiteX48" fmla="*/ 42623 w 150819"/>
                <a:gd name="connsiteY48" fmla="*/ 18033 h 313113"/>
                <a:gd name="connsiteX49" fmla="*/ 42623 w 150819"/>
                <a:gd name="connsiteY49" fmla="*/ 16393 h 313113"/>
                <a:gd name="connsiteX50" fmla="*/ 44262 w 150819"/>
                <a:gd name="connsiteY50" fmla="*/ 16393 h 313113"/>
                <a:gd name="connsiteX51" fmla="*/ 49180 w 150819"/>
                <a:gd name="connsiteY51" fmla="*/ 16393 h 313113"/>
                <a:gd name="connsiteX52" fmla="*/ 52459 w 150819"/>
                <a:gd name="connsiteY52" fmla="*/ 13115 h 313113"/>
                <a:gd name="connsiteX53" fmla="*/ 55737 w 150819"/>
                <a:gd name="connsiteY53" fmla="*/ 9836 h 313113"/>
                <a:gd name="connsiteX54" fmla="*/ 59016 w 150819"/>
                <a:gd name="connsiteY54" fmla="*/ 6557 h 313113"/>
                <a:gd name="connsiteX55" fmla="*/ 60656 w 150819"/>
                <a:gd name="connsiteY55" fmla="*/ 6557 h 313113"/>
                <a:gd name="connsiteX56" fmla="*/ 63934 w 150819"/>
                <a:gd name="connsiteY56" fmla="*/ 4918 h 313113"/>
                <a:gd name="connsiteX57" fmla="*/ 68852 w 150819"/>
                <a:gd name="connsiteY57" fmla="*/ 3279 h 313113"/>
                <a:gd name="connsiteX58" fmla="*/ 72131 w 150819"/>
                <a:gd name="connsiteY58" fmla="*/ 3279 h 313113"/>
                <a:gd name="connsiteX59" fmla="*/ 75410 w 150819"/>
                <a:gd name="connsiteY59" fmla="*/ 1639 h 313113"/>
                <a:gd name="connsiteX60" fmla="*/ 80327 w 150819"/>
                <a:gd name="connsiteY60" fmla="*/ 0 h 313113"/>
                <a:gd name="connsiteX61" fmla="*/ 83606 w 150819"/>
                <a:gd name="connsiteY61" fmla="*/ 0 h 313113"/>
                <a:gd name="connsiteX62" fmla="*/ 86885 w 150819"/>
                <a:gd name="connsiteY62" fmla="*/ 1639 h 313113"/>
                <a:gd name="connsiteX63" fmla="*/ 86885 w 150819"/>
                <a:gd name="connsiteY63" fmla="*/ 1639 h 313113"/>
                <a:gd name="connsiteX64" fmla="*/ 85246 w 150819"/>
                <a:gd name="connsiteY64" fmla="*/ 3279 h 313113"/>
                <a:gd name="connsiteX65" fmla="*/ 85246 w 150819"/>
                <a:gd name="connsiteY65" fmla="*/ 8197 h 313113"/>
                <a:gd name="connsiteX66" fmla="*/ 88524 w 150819"/>
                <a:gd name="connsiteY66" fmla="*/ 6557 h 313113"/>
                <a:gd name="connsiteX67" fmla="*/ 86885 w 150819"/>
                <a:gd name="connsiteY67" fmla="*/ 3279 h 313113"/>
                <a:gd name="connsiteX68" fmla="*/ 88524 w 150819"/>
                <a:gd name="connsiteY68" fmla="*/ 3279 h 313113"/>
                <a:gd name="connsiteX69" fmla="*/ 91803 w 150819"/>
                <a:gd name="connsiteY69" fmla="*/ 3279 h 313113"/>
                <a:gd name="connsiteX70" fmla="*/ 95082 w 150819"/>
                <a:gd name="connsiteY70" fmla="*/ 3279 h 313113"/>
                <a:gd name="connsiteX71" fmla="*/ 98360 w 150819"/>
                <a:gd name="connsiteY71" fmla="*/ 4918 h 313113"/>
                <a:gd name="connsiteX72" fmla="*/ 100000 w 150819"/>
                <a:gd name="connsiteY72" fmla="*/ 8197 h 313113"/>
                <a:gd name="connsiteX73" fmla="*/ 100000 w 150819"/>
                <a:gd name="connsiteY73" fmla="*/ 9836 h 313113"/>
                <a:gd name="connsiteX74" fmla="*/ 98360 w 150819"/>
                <a:gd name="connsiteY74" fmla="*/ 9836 h 313113"/>
                <a:gd name="connsiteX75" fmla="*/ 98360 w 150819"/>
                <a:gd name="connsiteY75" fmla="*/ 13115 h 313113"/>
                <a:gd name="connsiteX76" fmla="*/ 101639 w 150819"/>
                <a:gd name="connsiteY76" fmla="*/ 16393 h 313113"/>
                <a:gd name="connsiteX77" fmla="*/ 104917 w 150819"/>
                <a:gd name="connsiteY77" fmla="*/ 19672 h 313113"/>
                <a:gd name="connsiteX78" fmla="*/ 101639 w 150819"/>
                <a:gd name="connsiteY78" fmla="*/ 22951 h 313113"/>
                <a:gd name="connsiteX79" fmla="*/ 101639 w 150819"/>
                <a:gd name="connsiteY79" fmla="*/ 22951 h 313113"/>
                <a:gd name="connsiteX80" fmla="*/ 101639 w 150819"/>
                <a:gd name="connsiteY80" fmla="*/ 22951 h 313113"/>
                <a:gd name="connsiteX81" fmla="*/ 101639 w 150819"/>
                <a:gd name="connsiteY81" fmla="*/ 24590 h 313113"/>
                <a:gd name="connsiteX82" fmla="*/ 103279 w 150819"/>
                <a:gd name="connsiteY82" fmla="*/ 24590 h 313113"/>
                <a:gd name="connsiteX83" fmla="*/ 106557 w 150819"/>
                <a:gd name="connsiteY83" fmla="*/ 26229 h 313113"/>
                <a:gd name="connsiteX84" fmla="*/ 108196 w 150819"/>
                <a:gd name="connsiteY84" fmla="*/ 26229 h 313113"/>
                <a:gd name="connsiteX85" fmla="*/ 111475 w 150819"/>
                <a:gd name="connsiteY85" fmla="*/ 22951 h 313113"/>
                <a:gd name="connsiteX86" fmla="*/ 114754 w 150819"/>
                <a:gd name="connsiteY86" fmla="*/ 19672 h 313113"/>
                <a:gd name="connsiteX87" fmla="*/ 118032 w 150819"/>
                <a:gd name="connsiteY87" fmla="*/ 18033 h 313113"/>
                <a:gd name="connsiteX88" fmla="*/ 122950 w 150819"/>
                <a:gd name="connsiteY88" fmla="*/ 14754 h 313113"/>
                <a:gd name="connsiteX89" fmla="*/ 126229 w 150819"/>
                <a:gd name="connsiteY89" fmla="*/ 11475 h 313113"/>
                <a:gd name="connsiteX90" fmla="*/ 129508 w 150819"/>
                <a:gd name="connsiteY90" fmla="*/ 13115 h 313113"/>
                <a:gd name="connsiteX91" fmla="*/ 131147 w 150819"/>
                <a:gd name="connsiteY91" fmla="*/ 16393 h 313113"/>
                <a:gd name="connsiteX92" fmla="*/ 131147 w 150819"/>
                <a:gd name="connsiteY92" fmla="*/ 21311 h 313113"/>
                <a:gd name="connsiteX93" fmla="*/ 127869 w 150819"/>
                <a:gd name="connsiteY93" fmla="*/ 24590 h 313113"/>
                <a:gd name="connsiteX94" fmla="*/ 126229 w 150819"/>
                <a:gd name="connsiteY94" fmla="*/ 27869 h 313113"/>
                <a:gd name="connsiteX95" fmla="*/ 124590 w 150819"/>
                <a:gd name="connsiteY95" fmla="*/ 31147 h 313113"/>
                <a:gd name="connsiteX96" fmla="*/ 121311 w 150819"/>
                <a:gd name="connsiteY96" fmla="*/ 34426 h 313113"/>
                <a:gd name="connsiteX97" fmla="*/ 118032 w 150819"/>
                <a:gd name="connsiteY97" fmla="*/ 37705 h 313113"/>
                <a:gd name="connsiteX98" fmla="*/ 114754 w 150819"/>
                <a:gd name="connsiteY98" fmla="*/ 40983 h 313113"/>
                <a:gd name="connsiteX99" fmla="*/ 111475 w 150819"/>
                <a:gd name="connsiteY99" fmla="*/ 42623 h 313113"/>
                <a:gd name="connsiteX100" fmla="*/ 109836 w 150819"/>
                <a:gd name="connsiteY100" fmla="*/ 42623 h 313113"/>
                <a:gd name="connsiteX101" fmla="*/ 108196 w 150819"/>
                <a:gd name="connsiteY101" fmla="*/ 47541 h 313113"/>
                <a:gd name="connsiteX102" fmla="*/ 108196 w 150819"/>
                <a:gd name="connsiteY102" fmla="*/ 50820 h 313113"/>
                <a:gd name="connsiteX103" fmla="*/ 108196 w 150819"/>
                <a:gd name="connsiteY103" fmla="*/ 54098 h 313113"/>
                <a:gd name="connsiteX104" fmla="*/ 111475 w 150819"/>
                <a:gd name="connsiteY104" fmla="*/ 59016 h 313113"/>
                <a:gd name="connsiteX105" fmla="*/ 111475 w 150819"/>
                <a:gd name="connsiteY105" fmla="*/ 59016 h 313113"/>
                <a:gd name="connsiteX106" fmla="*/ 113114 w 150819"/>
                <a:gd name="connsiteY106" fmla="*/ 63934 h 313113"/>
                <a:gd name="connsiteX107" fmla="*/ 116393 w 150819"/>
                <a:gd name="connsiteY107" fmla="*/ 67213 h 313113"/>
                <a:gd name="connsiteX108" fmla="*/ 118032 w 150819"/>
                <a:gd name="connsiteY108" fmla="*/ 67213 h 313113"/>
                <a:gd name="connsiteX109" fmla="*/ 121311 w 150819"/>
                <a:gd name="connsiteY109" fmla="*/ 70492 h 313113"/>
                <a:gd name="connsiteX110" fmla="*/ 124590 w 150819"/>
                <a:gd name="connsiteY110" fmla="*/ 72131 h 313113"/>
                <a:gd name="connsiteX111" fmla="*/ 129508 w 150819"/>
                <a:gd name="connsiteY111" fmla="*/ 73770 h 313113"/>
                <a:gd name="connsiteX112" fmla="*/ 129508 w 150819"/>
                <a:gd name="connsiteY112" fmla="*/ 77049 h 313113"/>
                <a:gd name="connsiteX113" fmla="*/ 129508 w 150819"/>
                <a:gd name="connsiteY113" fmla="*/ 78688 h 313113"/>
                <a:gd name="connsiteX114" fmla="*/ 129508 w 150819"/>
                <a:gd name="connsiteY114" fmla="*/ 83606 h 313113"/>
                <a:gd name="connsiteX115" fmla="*/ 129508 w 150819"/>
                <a:gd name="connsiteY115" fmla="*/ 86885 h 313113"/>
                <a:gd name="connsiteX116" fmla="*/ 131147 w 150819"/>
                <a:gd name="connsiteY116" fmla="*/ 90164 h 313113"/>
                <a:gd name="connsiteX117" fmla="*/ 131147 w 150819"/>
                <a:gd name="connsiteY117" fmla="*/ 95082 h 313113"/>
                <a:gd name="connsiteX118" fmla="*/ 129508 w 150819"/>
                <a:gd name="connsiteY118" fmla="*/ 98360 h 313113"/>
                <a:gd name="connsiteX119" fmla="*/ 129508 w 150819"/>
                <a:gd name="connsiteY119" fmla="*/ 98360 h 313113"/>
                <a:gd name="connsiteX120" fmla="*/ 127869 w 150819"/>
                <a:gd name="connsiteY120" fmla="*/ 101639 h 313113"/>
                <a:gd name="connsiteX121" fmla="*/ 124590 w 150819"/>
                <a:gd name="connsiteY121" fmla="*/ 104917 h 313113"/>
                <a:gd name="connsiteX122" fmla="*/ 122950 w 150819"/>
                <a:gd name="connsiteY122" fmla="*/ 109836 h 313113"/>
                <a:gd name="connsiteX123" fmla="*/ 119672 w 150819"/>
                <a:gd name="connsiteY123" fmla="*/ 113114 h 313113"/>
                <a:gd name="connsiteX124" fmla="*/ 118032 w 150819"/>
                <a:gd name="connsiteY124" fmla="*/ 116393 h 313113"/>
                <a:gd name="connsiteX125" fmla="*/ 114754 w 150819"/>
                <a:gd name="connsiteY125" fmla="*/ 118032 h 313113"/>
                <a:gd name="connsiteX126" fmla="*/ 113114 w 150819"/>
                <a:gd name="connsiteY126" fmla="*/ 122950 h 313113"/>
                <a:gd name="connsiteX127" fmla="*/ 109836 w 150819"/>
                <a:gd name="connsiteY127" fmla="*/ 122950 h 313113"/>
                <a:gd name="connsiteX128" fmla="*/ 104917 w 150819"/>
                <a:gd name="connsiteY128" fmla="*/ 126229 h 313113"/>
                <a:gd name="connsiteX129" fmla="*/ 101639 w 150819"/>
                <a:gd name="connsiteY129" fmla="*/ 129508 h 313113"/>
                <a:gd name="connsiteX130" fmla="*/ 98360 w 150819"/>
                <a:gd name="connsiteY130" fmla="*/ 131147 h 313113"/>
                <a:gd name="connsiteX131" fmla="*/ 95082 w 150819"/>
                <a:gd name="connsiteY131" fmla="*/ 134426 h 313113"/>
                <a:gd name="connsiteX132" fmla="*/ 91803 w 150819"/>
                <a:gd name="connsiteY132" fmla="*/ 139344 h 313113"/>
                <a:gd name="connsiteX133" fmla="*/ 91803 w 150819"/>
                <a:gd name="connsiteY133" fmla="*/ 140983 h 313113"/>
                <a:gd name="connsiteX134" fmla="*/ 93442 w 150819"/>
                <a:gd name="connsiteY134" fmla="*/ 145901 h 313113"/>
                <a:gd name="connsiteX135" fmla="*/ 95082 w 150819"/>
                <a:gd name="connsiteY135" fmla="*/ 149180 h 313113"/>
                <a:gd name="connsiteX136" fmla="*/ 95082 w 150819"/>
                <a:gd name="connsiteY136" fmla="*/ 149180 h 313113"/>
                <a:gd name="connsiteX137" fmla="*/ 98360 w 150819"/>
                <a:gd name="connsiteY137" fmla="*/ 154098 h 313113"/>
                <a:gd name="connsiteX138" fmla="*/ 101639 w 150819"/>
                <a:gd name="connsiteY138" fmla="*/ 157376 h 313113"/>
                <a:gd name="connsiteX139" fmla="*/ 104917 w 150819"/>
                <a:gd name="connsiteY139" fmla="*/ 160655 h 313113"/>
                <a:gd name="connsiteX140" fmla="*/ 108196 w 150819"/>
                <a:gd name="connsiteY140" fmla="*/ 162294 h 313113"/>
                <a:gd name="connsiteX141" fmla="*/ 111475 w 150819"/>
                <a:gd name="connsiteY141" fmla="*/ 162294 h 313113"/>
                <a:gd name="connsiteX142" fmla="*/ 114754 w 150819"/>
                <a:gd name="connsiteY142" fmla="*/ 160655 h 313113"/>
                <a:gd name="connsiteX143" fmla="*/ 118032 w 150819"/>
                <a:gd name="connsiteY143" fmla="*/ 162294 h 313113"/>
                <a:gd name="connsiteX144" fmla="*/ 118032 w 150819"/>
                <a:gd name="connsiteY144" fmla="*/ 165573 h 313113"/>
                <a:gd name="connsiteX145" fmla="*/ 118032 w 150819"/>
                <a:gd name="connsiteY145" fmla="*/ 168852 h 313113"/>
                <a:gd name="connsiteX146" fmla="*/ 121311 w 150819"/>
                <a:gd name="connsiteY146" fmla="*/ 168852 h 313113"/>
                <a:gd name="connsiteX147" fmla="*/ 126229 w 150819"/>
                <a:gd name="connsiteY147" fmla="*/ 165573 h 313113"/>
                <a:gd name="connsiteX148" fmla="*/ 126229 w 150819"/>
                <a:gd name="connsiteY148" fmla="*/ 162294 h 313113"/>
                <a:gd name="connsiteX149" fmla="*/ 129508 w 150819"/>
                <a:gd name="connsiteY149" fmla="*/ 162294 h 313113"/>
                <a:gd name="connsiteX150" fmla="*/ 132786 w 150819"/>
                <a:gd name="connsiteY150" fmla="*/ 167212 h 313113"/>
                <a:gd name="connsiteX151" fmla="*/ 132786 w 150819"/>
                <a:gd name="connsiteY151" fmla="*/ 170491 h 313113"/>
                <a:gd name="connsiteX152" fmla="*/ 132786 w 150819"/>
                <a:gd name="connsiteY152" fmla="*/ 173770 h 313113"/>
                <a:gd name="connsiteX153" fmla="*/ 134426 w 150819"/>
                <a:gd name="connsiteY153" fmla="*/ 173770 h 313113"/>
                <a:gd name="connsiteX154" fmla="*/ 137704 w 150819"/>
                <a:gd name="connsiteY154" fmla="*/ 177048 h 313113"/>
                <a:gd name="connsiteX155" fmla="*/ 134426 w 150819"/>
                <a:gd name="connsiteY155" fmla="*/ 178688 h 313113"/>
                <a:gd name="connsiteX156" fmla="*/ 137704 w 150819"/>
                <a:gd name="connsiteY156" fmla="*/ 180327 h 313113"/>
                <a:gd name="connsiteX157" fmla="*/ 140983 w 150819"/>
                <a:gd name="connsiteY157" fmla="*/ 178688 h 313113"/>
                <a:gd name="connsiteX158" fmla="*/ 144262 w 150819"/>
                <a:gd name="connsiteY158" fmla="*/ 181966 h 313113"/>
                <a:gd name="connsiteX159" fmla="*/ 147540 w 150819"/>
                <a:gd name="connsiteY159" fmla="*/ 181966 h 313113"/>
                <a:gd name="connsiteX160" fmla="*/ 147540 w 150819"/>
                <a:gd name="connsiteY160" fmla="*/ 183606 h 313113"/>
                <a:gd name="connsiteX161" fmla="*/ 147540 w 150819"/>
                <a:gd name="connsiteY161" fmla="*/ 185245 h 313113"/>
                <a:gd name="connsiteX162" fmla="*/ 147540 w 150819"/>
                <a:gd name="connsiteY162" fmla="*/ 186884 h 313113"/>
                <a:gd name="connsiteX163" fmla="*/ 147540 w 150819"/>
                <a:gd name="connsiteY163" fmla="*/ 186884 h 313113"/>
                <a:gd name="connsiteX164" fmla="*/ 147540 w 150819"/>
                <a:gd name="connsiteY164" fmla="*/ 190163 h 313113"/>
                <a:gd name="connsiteX165" fmla="*/ 145901 w 150819"/>
                <a:gd name="connsiteY165" fmla="*/ 193442 h 313113"/>
                <a:gd name="connsiteX166" fmla="*/ 145901 w 150819"/>
                <a:gd name="connsiteY166" fmla="*/ 195081 h 313113"/>
                <a:gd name="connsiteX167" fmla="*/ 145901 w 150819"/>
                <a:gd name="connsiteY167" fmla="*/ 196720 h 313113"/>
                <a:gd name="connsiteX168" fmla="*/ 145901 w 150819"/>
                <a:gd name="connsiteY168" fmla="*/ 198360 h 313113"/>
                <a:gd name="connsiteX169" fmla="*/ 145901 w 150819"/>
                <a:gd name="connsiteY169" fmla="*/ 199999 h 313113"/>
                <a:gd name="connsiteX170" fmla="*/ 145901 w 150819"/>
                <a:gd name="connsiteY170" fmla="*/ 201638 h 313113"/>
                <a:gd name="connsiteX171" fmla="*/ 145901 w 150819"/>
                <a:gd name="connsiteY171" fmla="*/ 204917 h 313113"/>
                <a:gd name="connsiteX172" fmla="*/ 147540 w 150819"/>
                <a:gd name="connsiteY172" fmla="*/ 208196 h 313113"/>
                <a:gd name="connsiteX173" fmla="*/ 150819 w 150819"/>
                <a:gd name="connsiteY173" fmla="*/ 213114 h 313113"/>
                <a:gd name="connsiteX174" fmla="*/ 147540 w 150819"/>
                <a:gd name="connsiteY174" fmla="*/ 216392 h 313113"/>
                <a:gd name="connsiteX175" fmla="*/ 147540 w 150819"/>
                <a:gd name="connsiteY175" fmla="*/ 216392 h 313113"/>
                <a:gd name="connsiteX176" fmla="*/ 144262 w 150819"/>
                <a:gd name="connsiteY176" fmla="*/ 219671 h 313113"/>
                <a:gd name="connsiteX177" fmla="*/ 139344 w 150819"/>
                <a:gd name="connsiteY177" fmla="*/ 221310 h 313113"/>
                <a:gd name="connsiteX178" fmla="*/ 136065 w 150819"/>
                <a:gd name="connsiteY178" fmla="*/ 222950 h 313113"/>
                <a:gd name="connsiteX179" fmla="*/ 134426 w 150819"/>
                <a:gd name="connsiteY179" fmla="*/ 222950 h 313113"/>
                <a:gd name="connsiteX180" fmla="*/ 131147 w 150819"/>
                <a:gd name="connsiteY180" fmla="*/ 224589 h 313113"/>
                <a:gd name="connsiteX181" fmla="*/ 126229 w 150819"/>
                <a:gd name="connsiteY181" fmla="*/ 227868 h 313113"/>
                <a:gd name="connsiteX182" fmla="*/ 122950 w 150819"/>
                <a:gd name="connsiteY182" fmla="*/ 231147 h 313113"/>
                <a:gd name="connsiteX183" fmla="*/ 121311 w 150819"/>
                <a:gd name="connsiteY183" fmla="*/ 234425 h 313113"/>
                <a:gd name="connsiteX184" fmla="*/ 121311 w 150819"/>
                <a:gd name="connsiteY184" fmla="*/ 234425 h 313113"/>
                <a:gd name="connsiteX185" fmla="*/ 116393 w 150819"/>
                <a:gd name="connsiteY185" fmla="*/ 236064 h 313113"/>
                <a:gd name="connsiteX186" fmla="*/ 114754 w 150819"/>
                <a:gd name="connsiteY186" fmla="*/ 236064 h 313113"/>
                <a:gd name="connsiteX187" fmla="*/ 114754 w 150819"/>
                <a:gd name="connsiteY187" fmla="*/ 240982 h 313113"/>
                <a:gd name="connsiteX188" fmla="*/ 111475 w 150819"/>
                <a:gd name="connsiteY188" fmla="*/ 244261 h 313113"/>
                <a:gd name="connsiteX189" fmla="*/ 109836 w 150819"/>
                <a:gd name="connsiteY189" fmla="*/ 245901 h 313113"/>
                <a:gd name="connsiteX190" fmla="*/ 106557 w 150819"/>
                <a:gd name="connsiteY190" fmla="*/ 245901 h 313113"/>
                <a:gd name="connsiteX191" fmla="*/ 103279 w 150819"/>
                <a:gd name="connsiteY191" fmla="*/ 247540 h 313113"/>
                <a:gd name="connsiteX192" fmla="*/ 101639 w 150819"/>
                <a:gd name="connsiteY192" fmla="*/ 249179 h 313113"/>
                <a:gd name="connsiteX193" fmla="*/ 100000 w 150819"/>
                <a:gd name="connsiteY193" fmla="*/ 252458 h 313113"/>
                <a:gd name="connsiteX194" fmla="*/ 96721 w 150819"/>
                <a:gd name="connsiteY194" fmla="*/ 257376 h 313113"/>
                <a:gd name="connsiteX195" fmla="*/ 96721 w 150819"/>
                <a:gd name="connsiteY195" fmla="*/ 260654 h 313113"/>
                <a:gd name="connsiteX196" fmla="*/ 98360 w 150819"/>
                <a:gd name="connsiteY196" fmla="*/ 263933 h 313113"/>
                <a:gd name="connsiteX197" fmla="*/ 100000 w 150819"/>
                <a:gd name="connsiteY197" fmla="*/ 268851 h 313113"/>
                <a:gd name="connsiteX198" fmla="*/ 100000 w 150819"/>
                <a:gd name="connsiteY198" fmla="*/ 272130 h 313113"/>
                <a:gd name="connsiteX199" fmla="*/ 101639 w 150819"/>
                <a:gd name="connsiteY199" fmla="*/ 277048 h 313113"/>
                <a:gd name="connsiteX200" fmla="*/ 101639 w 150819"/>
                <a:gd name="connsiteY200" fmla="*/ 280327 h 313113"/>
                <a:gd name="connsiteX201" fmla="*/ 103279 w 150819"/>
                <a:gd name="connsiteY201" fmla="*/ 281966 h 313113"/>
                <a:gd name="connsiteX202" fmla="*/ 101639 w 150819"/>
                <a:gd name="connsiteY202" fmla="*/ 286884 h 313113"/>
                <a:gd name="connsiteX203" fmla="*/ 100000 w 150819"/>
                <a:gd name="connsiteY203" fmla="*/ 290163 h 313113"/>
                <a:gd name="connsiteX204" fmla="*/ 96721 w 150819"/>
                <a:gd name="connsiteY204" fmla="*/ 293441 h 313113"/>
                <a:gd name="connsiteX205" fmla="*/ 95082 w 150819"/>
                <a:gd name="connsiteY205" fmla="*/ 298359 h 313113"/>
                <a:gd name="connsiteX206" fmla="*/ 91803 w 150819"/>
                <a:gd name="connsiteY206" fmla="*/ 301638 h 313113"/>
                <a:gd name="connsiteX207" fmla="*/ 90164 w 150819"/>
                <a:gd name="connsiteY207" fmla="*/ 303277 h 313113"/>
                <a:gd name="connsiteX208" fmla="*/ 88524 w 150819"/>
                <a:gd name="connsiteY208" fmla="*/ 308195 h 313113"/>
                <a:gd name="connsiteX209" fmla="*/ 86885 w 150819"/>
                <a:gd name="connsiteY209" fmla="*/ 308195 h 313113"/>
                <a:gd name="connsiteX210" fmla="*/ 81967 w 150819"/>
                <a:gd name="connsiteY210" fmla="*/ 308195 h 313113"/>
                <a:gd name="connsiteX211" fmla="*/ 78688 w 150819"/>
                <a:gd name="connsiteY211" fmla="*/ 309835 h 313113"/>
                <a:gd name="connsiteX212" fmla="*/ 75410 w 150819"/>
                <a:gd name="connsiteY212" fmla="*/ 313113 h 313113"/>
                <a:gd name="connsiteX213" fmla="*/ 75410 w 150819"/>
                <a:gd name="connsiteY213" fmla="*/ 311474 h 313113"/>
                <a:gd name="connsiteX214" fmla="*/ 73770 w 150819"/>
                <a:gd name="connsiteY214" fmla="*/ 306556 h 313113"/>
                <a:gd name="connsiteX215" fmla="*/ 73770 w 150819"/>
                <a:gd name="connsiteY215" fmla="*/ 303277 h 313113"/>
                <a:gd name="connsiteX216" fmla="*/ 72131 w 150819"/>
                <a:gd name="connsiteY216" fmla="*/ 298359 h 313113"/>
                <a:gd name="connsiteX217" fmla="*/ 70492 w 150819"/>
                <a:gd name="connsiteY217" fmla="*/ 295081 h 313113"/>
                <a:gd name="connsiteX218" fmla="*/ 70492 w 150819"/>
                <a:gd name="connsiteY218" fmla="*/ 290163 h 313113"/>
                <a:gd name="connsiteX219" fmla="*/ 68852 w 150819"/>
                <a:gd name="connsiteY219" fmla="*/ 285244 h 313113"/>
                <a:gd name="connsiteX220" fmla="*/ 68852 w 150819"/>
                <a:gd name="connsiteY220" fmla="*/ 281966 h 313113"/>
                <a:gd name="connsiteX221" fmla="*/ 67213 w 150819"/>
                <a:gd name="connsiteY221" fmla="*/ 277048 h 313113"/>
                <a:gd name="connsiteX222" fmla="*/ 67213 w 150819"/>
                <a:gd name="connsiteY222" fmla="*/ 273769 h 313113"/>
                <a:gd name="connsiteX223" fmla="*/ 65573 w 150819"/>
                <a:gd name="connsiteY223" fmla="*/ 268851 h 313113"/>
                <a:gd name="connsiteX224" fmla="*/ 63934 w 150819"/>
                <a:gd name="connsiteY224" fmla="*/ 263933 h 313113"/>
                <a:gd name="connsiteX225" fmla="*/ 63934 w 150819"/>
                <a:gd name="connsiteY225" fmla="*/ 260654 h 313113"/>
                <a:gd name="connsiteX226" fmla="*/ 62295 w 150819"/>
                <a:gd name="connsiteY226" fmla="*/ 255737 h 313113"/>
                <a:gd name="connsiteX227" fmla="*/ 62295 w 150819"/>
                <a:gd name="connsiteY227" fmla="*/ 252458 h 313113"/>
                <a:gd name="connsiteX228" fmla="*/ 60656 w 150819"/>
                <a:gd name="connsiteY228" fmla="*/ 247540 h 313113"/>
                <a:gd name="connsiteX229" fmla="*/ 60656 w 150819"/>
                <a:gd name="connsiteY229" fmla="*/ 242622 h 313113"/>
                <a:gd name="connsiteX230" fmla="*/ 59016 w 150819"/>
                <a:gd name="connsiteY230" fmla="*/ 239343 h 313113"/>
                <a:gd name="connsiteX231" fmla="*/ 59016 w 150819"/>
                <a:gd name="connsiteY231" fmla="*/ 234425 h 313113"/>
                <a:gd name="connsiteX232" fmla="*/ 59016 w 150819"/>
                <a:gd name="connsiteY232" fmla="*/ 234425 h 313113"/>
                <a:gd name="connsiteX233" fmla="*/ 57377 w 150819"/>
                <a:gd name="connsiteY233" fmla="*/ 231147 h 313113"/>
                <a:gd name="connsiteX234" fmla="*/ 54098 w 150819"/>
                <a:gd name="connsiteY234" fmla="*/ 227868 h 313113"/>
                <a:gd name="connsiteX235" fmla="*/ 49180 w 150819"/>
                <a:gd name="connsiteY235" fmla="*/ 224589 h 313113"/>
                <a:gd name="connsiteX236" fmla="*/ 44262 w 150819"/>
                <a:gd name="connsiteY236" fmla="*/ 221310 h 313113"/>
                <a:gd name="connsiteX237" fmla="*/ 40983 w 150819"/>
                <a:gd name="connsiteY237" fmla="*/ 218032 h 313113"/>
                <a:gd name="connsiteX238" fmla="*/ 37705 w 150819"/>
                <a:gd name="connsiteY238" fmla="*/ 214753 h 313113"/>
                <a:gd name="connsiteX239" fmla="*/ 32787 w 150819"/>
                <a:gd name="connsiteY239" fmla="*/ 213114 h 313113"/>
                <a:gd name="connsiteX240" fmla="*/ 31147 w 150819"/>
                <a:gd name="connsiteY240" fmla="*/ 211474 h 313113"/>
                <a:gd name="connsiteX241" fmla="*/ 31147 w 150819"/>
                <a:gd name="connsiteY241" fmla="*/ 208196 h 313113"/>
                <a:gd name="connsiteX242" fmla="*/ 31147 w 150819"/>
                <a:gd name="connsiteY242" fmla="*/ 203278 h 313113"/>
                <a:gd name="connsiteX243" fmla="*/ 29508 w 150819"/>
                <a:gd name="connsiteY243" fmla="*/ 198360 h 313113"/>
                <a:gd name="connsiteX244" fmla="*/ 27869 w 150819"/>
                <a:gd name="connsiteY244" fmla="*/ 195081 h 313113"/>
                <a:gd name="connsiteX245" fmla="*/ 24590 w 150819"/>
                <a:gd name="connsiteY245" fmla="*/ 190163 h 313113"/>
                <a:gd name="connsiteX246" fmla="*/ 22951 w 150819"/>
                <a:gd name="connsiteY246" fmla="*/ 186884 h 313113"/>
                <a:gd name="connsiteX247" fmla="*/ 18033 w 150819"/>
                <a:gd name="connsiteY247" fmla="*/ 185245 h 313113"/>
                <a:gd name="connsiteX248" fmla="*/ 14754 w 150819"/>
                <a:gd name="connsiteY248" fmla="*/ 181966 h 313113"/>
                <a:gd name="connsiteX249" fmla="*/ 11476 w 150819"/>
                <a:gd name="connsiteY249" fmla="*/ 181966 h 313113"/>
                <a:gd name="connsiteX250" fmla="*/ 8197 w 150819"/>
                <a:gd name="connsiteY250" fmla="*/ 177048 h 313113"/>
                <a:gd name="connsiteX251" fmla="*/ 8197 w 150819"/>
                <a:gd name="connsiteY251" fmla="*/ 173770 h 313113"/>
                <a:gd name="connsiteX252" fmla="*/ 8197 w 150819"/>
                <a:gd name="connsiteY252" fmla="*/ 172130 h 313113"/>
                <a:gd name="connsiteX253" fmla="*/ 6557 w 150819"/>
                <a:gd name="connsiteY253" fmla="*/ 168852 h 313113"/>
                <a:gd name="connsiteX254" fmla="*/ 4918 w 150819"/>
                <a:gd name="connsiteY254" fmla="*/ 163934 h 313113"/>
                <a:gd name="connsiteX255" fmla="*/ 1639 w 150819"/>
                <a:gd name="connsiteY255" fmla="*/ 160655 h 313113"/>
                <a:gd name="connsiteX256" fmla="*/ 1639 w 150819"/>
                <a:gd name="connsiteY256" fmla="*/ 155737 h 313113"/>
                <a:gd name="connsiteX257" fmla="*/ 1639 w 150819"/>
                <a:gd name="connsiteY257" fmla="*/ 155737 h 313113"/>
                <a:gd name="connsiteX258" fmla="*/ 0 w 150819"/>
                <a:gd name="connsiteY258" fmla="*/ 152458 h 313113"/>
                <a:gd name="connsiteX259" fmla="*/ 1639 w 150819"/>
                <a:gd name="connsiteY259" fmla="*/ 147540 h 313113"/>
                <a:gd name="connsiteX260" fmla="*/ 1639 w 150819"/>
                <a:gd name="connsiteY260" fmla="*/ 144262 h 313113"/>
                <a:gd name="connsiteX261" fmla="*/ 1639 w 150819"/>
                <a:gd name="connsiteY261" fmla="*/ 144262 h 313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150819" h="313113">
                  <a:moveTo>
                    <a:pt x="1639" y="144262"/>
                  </a:moveTo>
                  <a:lnTo>
                    <a:pt x="1639" y="142622"/>
                  </a:lnTo>
                  <a:lnTo>
                    <a:pt x="1639" y="140983"/>
                  </a:lnTo>
                  <a:lnTo>
                    <a:pt x="4918" y="137704"/>
                  </a:lnTo>
                  <a:lnTo>
                    <a:pt x="9836" y="136065"/>
                  </a:lnTo>
                  <a:lnTo>
                    <a:pt x="11476" y="132786"/>
                  </a:lnTo>
                  <a:lnTo>
                    <a:pt x="13115" y="129508"/>
                  </a:lnTo>
                  <a:lnTo>
                    <a:pt x="13115" y="127868"/>
                  </a:lnTo>
                  <a:lnTo>
                    <a:pt x="14754" y="126229"/>
                  </a:lnTo>
                  <a:lnTo>
                    <a:pt x="18033" y="124590"/>
                  </a:lnTo>
                  <a:lnTo>
                    <a:pt x="22951" y="122950"/>
                  </a:lnTo>
                  <a:lnTo>
                    <a:pt x="22951" y="122950"/>
                  </a:lnTo>
                  <a:lnTo>
                    <a:pt x="26229" y="119672"/>
                  </a:lnTo>
                  <a:lnTo>
                    <a:pt x="27869" y="114754"/>
                  </a:lnTo>
                  <a:lnTo>
                    <a:pt x="29508" y="113114"/>
                  </a:lnTo>
                  <a:lnTo>
                    <a:pt x="29508" y="109836"/>
                  </a:lnTo>
                  <a:lnTo>
                    <a:pt x="29508" y="106557"/>
                  </a:lnTo>
                  <a:lnTo>
                    <a:pt x="29508" y="101639"/>
                  </a:lnTo>
                  <a:lnTo>
                    <a:pt x="31147" y="98360"/>
                  </a:lnTo>
                  <a:lnTo>
                    <a:pt x="34426" y="95082"/>
                  </a:lnTo>
                  <a:lnTo>
                    <a:pt x="34426" y="95082"/>
                  </a:lnTo>
                  <a:lnTo>
                    <a:pt x="34426" y="90164"/>
                  </a:lnTo>
                  <a:lnTo>
                    <a:pt x="31147" y="88524"/>
                  </a:lnTo>
                  <a:lnTo>
                    <a:pt x="31147" y="85245"/>
                  </a:lnTo>
                  <a:lnTo>
                    <a:pt x="31147" y="80327"/>
                  </a:lnTo>
                  <a:lnTo>
                    <a:pt x="32787" y="78688"/>
                  </a:lnTo>
                  <a:lnTo>
                    <a:pt x="32787" y="77049"/>
                  </a:lnTo>
                  <a:lnTo>
                    <a:pt x="31147" y="75410"/>
                  </a:lnTo>
                  <a:lnTo>
                    <a:pt x="31147" y="70492"/>
                  </a:lnTo>
                  <a:lnTo>
                    <a:pt x="29508" y="67213"/>
                  </a:lnTo>
                  <a:lnTo>
                    <a:pt x="29508" y="63934"/>
                  </a:lnTo>
                  <a:lnTo>
                    <a:pt x="29508" y="59016"/>
                  </a:lnTo>
                  <a:lnTo>
                    <a:pt x="31147" y="55737"/>
                  </a:lnTo>
                  <a:lnTo>
                    <a:pt x="31147" y="52459"/>
                  </a:lnTo>
                  <a:lnTo>
                    <a:pt x="31147" y="49180"/>
                  </a:lnTo>
                  <a:lnTo>
                    <a:pt x="31147" y="47541"/>
                  </a:lnTo>
                  <a:lnTo>
                    <a:pt x="32787" y="44262"/>
                  </a:lnTo>
                  <a:lnTo>
                    <a:pt x="32787" y="42623"/>
                  </a:lnTo>
                  <a:lnTo>
                    <a:pt x="32787" y="40983"/>
                  </a:lnTo>
                  <a:lnTo>
                    <a:pt x="32787" y="39344"/>
                  </a:lnTo>
                  <a:lnTo>
                    <a:pt x="32787" y="39344"/>
                  </a:lnTo>
                  <a:lnTo>
                    <a:pt x="29508" y="37705"/>
                  </a:lnTo>
                  <a:lnTo>
                    <a:pt x="26229" y="36065"/>
                  </a:lnTo>
                  <a:lnTo>
                    <a:pt x="29508" y="32787"/>
                  </a:lnTo>
                  <a:lnTo>
                    <a:pt x="34426" y="29508"/>
                  </a:lnTo>
                  <a:lnTo>
                    <a:pt x="37705" y="26229"/>
                  </a:lnTo>
                  <a:lnTo>
                    <a:pt x="40983" y="22951"/>
                  </a:lnTo>
                  <a:lnTo>
                    <a:pt x="40983" y="21311"/>
                  </a:lnTo>
                  <a:lnTo>
                    <a:pt x="42623" y="18033"/>
                  </a:lnTo>
                  <a:lnTo>
                    <a:pt x="42623" y="16393"/>
                  </a:lnTo>
                  <a:lnTo>
                    <a:pt x="44262" y="16393"/>
                  </a:lnTo>
                  <a:lnTo>
                    <a:pt x="49180" y="16393"/>
                  </a:lnTo>
                  <a:lnTo>
                    <a:pt x="52459" y="13115"/>
                  </a:lnTo>
                  <a:lnTo>
                    <a:pt x="55737" y="9836"/>
                  </a:lnTo>
                  <a:lnTo>
                    <a:pt x="59016" y="6557"/>
                  </a:lnTo>
                  <a:lnTo>
                    <a:pt x="60656" y="6557"/>
                  </a:lnTo>
                  <a:lnTo>
                    <a:pt x="63934" y="4918"/>
                  </a:lnTo>
                  <a:lnTo>
                    <a:pt x="68852" y="3279"/>
                  </a:lnTo>
                  <a:lnTo>
                    <a:pt x="72131" y="3279"/>
                  </a:lnTo>
                  <a:lnTo>
                    <a:pt x="75410" y="1639"/>
                  </a:lnTo>
                  <a:lnTo>
                    <a:pt x="80327" y="0"/>
                  </a:lnTo>
                  <a:lnTo>
                    <a:pt x="83606" y="0"/>
                  </a:lnTo>
                  <a:lnTo>
                    <a:pt x="86885" y="1639"/>
                  </a:lnTo>
                  <a:lnTo>
                    <a:pt x="86885" y="1639"/>
                  </a:lnTo>
                  <a:lnTo>
                    <a:pt x="85246" y="3279"/>
                  </a:lnTo>
                  <a:lnTo>
                    <a:pt x="85246" y="8197"/>
                  </a:lnTo>
                  <a:lnTo>
                    <a:pt x="88524" y="6557"/>
                  </a:lnTo>
                  <a:lnTo>
                    <a:pt x="86885" y="3279"/>
                  </a:lnTo>
                  <a:lnTo>
                    <a:pt x="88524" y="3279"/>
                  </a:lnTo>
                  <a:lnTo>
                    <a:pt x="91803" y="3279"/>
                  </a:lnTo>
                  <a:lnTo>
                    <a:pt x="95082" y="3279"/>
                  </a:lnTo>
                  <a:lnTo>
                    <a:pt x="98360" y="4918"/>
                  </a:lnTo>
                  <a:lnTo>
                    <a:pt x="100000" y="8197"/>
                  </a:lnTo>
                  <a:lnTo>
                    <a:pt x="100000" y="9836"/>
                  </a:lnTo>
                  <a:lnTo>
                    <a:pt x="98360" y="9836"/>
                  </a:lnTo>
                  <a:lnTo>
                    <a:pt x="98360" y="13115"/>
                  </a:lnTo>
                  <a:lnTo>
                    <a:pt x="101639" y="16393"/>
                  </a:lnTo>
                  <a:lnTo>
                    <a:pt x="104917" y="19672"/>
                  </a:lnTo>
                  <a:lnTo>
                    <a:pt x="101639" y="22951"/>
                  </a:lnTo>
                  <a:lnTo>
                    <a:pt x="101639" y="22951"/>
                  </a:lnTo>
                  <a:lnTo>
                    <a:pt x="101639" y="22951"/>
                  </a:lnTo>
                  <a:lnTo>
                    <a:pt x="101639" y="24590"/>
                  </a:lnTo>
                  <a:lnTo>
                    <a:pt x="103279" y="24590"/>
                  </a:lnTo>
                  <a:lnTo>
                    <a:pt x="106557" y="26229"/>
                  </a:lnTo>
                  <a:lnTo>
                    <a:pt x="108196" y="26229"/>
                  </a:lnTo>
                  <a:lnTo>
                    <a:pt x="111475" y="22951"/>
                  </a:lnTo>
                  <a:lnTo>
                    <a:pt x="114754" y="19672"/>
                  </a:lnTo>
                  <a:lnTo>
                    <a:pt x="118032" y="18033"/>
                  </a:lnTo>
                  <a:lnTo>
                    <a:pt x="122950" y="14754"/>
                  </a:lnTo>
                  <a:lnTo>
                    <a:pt x="126229" y="11475"/>
                  </a:lnTo>
                  <a:lnTo>
                    <a:pt x="129508" y="13115"/>
                  </a:lnTo>
                  <a:lnTo>
                    <a:pt x="131147" y="16393"/>
                  </a:lnTo>
                  <a:lnTo>
                    <a:pt x="131147" y="21311"/>
                  </a:lnTo>
                  <a:lnTo>
                    <a:pt x="127869" y="24590"/>
                  </a:lnTo>
                  <a:lnTo>
                    <a:pt x="126229" y="27869"/>
                  </a:lnTo>
                  <a:lnTo>
                    <a:pt x="124590" y="31147"/>
                  </a:lnTo>
                  <a:lnTo>
                    <a:pt x="121311" y="34426"/>
                  </a:lnTo>
                  <a:lnTo>
                    <a:pt x="118032" y="37705"/>
                  </a:lnTo>
                  <a:lnTo>
                    <a:pt x="114754" y="40983"/>
                  </a:lnTo>
                  <a:lnTo>
                    <a:pt x="111475" y="42623"/>
                  </a:lnTo>
                  <a:lnTo>
                    <a:pt x="109836" y="42623"/>
                  </a:lnTo>
                  <a:lnTo>
                    <a:pt x="108196" y="47541"/>
                  </a:lnTo>
                  <a:lnTo>
                    <a:pt x="108196" y="50820"/>
                  </a:lnTo>
                  <a:lnTo>
                    <a:pt x="108196" y="54098"/>
                  </a:lnTo>
                  <a:lnTo>
                    <a:pt x="111475" y="59016"/>
                  </a:lnTo>
                  <a:lnTo>
                    <a:pt x="111475" y="59016"/>
                  </a:lnTo>
                  <a:lnTo>
                    <a:pt x="113114" y="63934"/>
                  </a:lnTo>
                  <a:lnTo>
                    <a:pt x="116393" y="67213"/>
                  </a:lnTo>
                  <a:lnTo>
                    <a:pt x="118032" y="67213"/>
                  </a:lnTo>
                  <a:lnTo>
                    <a:pt x="121311" y="70492"/>
                  </a:lnTo>
                  <a:lnTo>
                    <a:pt x="124590" y="72131"/>
                  </a:lnTo>
                  <a:lnTo>
                    <a:pt x="129508" y="73770"/>
                  </a:lnTo>
                  <a:lnTo>
                    <a:pt x="129508" y="77049"/>
                  </a:lnTo>
                  <a:lnTo>
                    <a:pt x="129508" y="78688"/>
                  </a:lnTo>
                  <a:lnTo>
                    <a:pt x="129508" y="83606"/>
                  </a:lnTo>
                  <a:lnTo>
                    <a:pt x="129508" y="86885"/>
                  </a:lnTo>
                  <a:lnTo>
                    <a:pt x="131147" y="90164"/>
                  </a:lnTo>
                  <a:lnTo>
                    <a:pt x="131147" y="95082"/>
                  </a:lnTo>
                  <a:lnTo>
                    <a:pt x="129508" y="98360"/>
                  </a:lnTo>
                  <a:lnTo>
                    <a:pt x="129508" y="98360"/>
                  </a:lnTo>
                  <a:lnTo>
                    <a:pt x="127869" y="101639"/>
                  </a:lnTo>
                  <a:lnTo>
                    <a:pt x="124590" y="104917"/>
                  </a:lnTo>
                  <a:lnTo>
                    <a:pt x="122950" y="109836"/>
                  </a:lnTo>
                  <a:lnTo>
                    <a:pt x="119672" y="113114"/>
                  </a:lnTo>
                  <a:lnTo>
                    <a:pt x="118032" y="116393"/>
                  </a:lnTo>
                  <a:lnTo>
                    <a:pt x="114754" y="118032"/>
                  </a:lnTo>
                  <a:lnTo>
                    <a:pt x="113114" y="122950"/>
                  </a:lnTo>
                  <a:lnTo>
                    <a:pt x="109836" y="122950"/>
                  </a:lnTo>
                  <a:lnTo>
                    <a:pt x="104917" y="126229"/>
                  </a:lnTo>
                  <a:lnTo>
                    <a:pt x="101639" y="129508"/>
                  </a:lnTo>
                  <a:lnTo>
                    <a:pt x="98360" y="131147"/>
                  </a:lnTo>
                  <a:lnTo>
                    <a:pt x="95082" y="134426"/>
                  </a:lnTo>
                  <a:lnTo>
                    <a:pt x="91803" y="139344"/>
                  </a:lnTo>
                  <a:lnTo>
                    <a:pt x="91803" y="140983"/>
                  </a:lnTo>
                  <a:lnTo>
                    <a:pt x="93442" y="145901"/>
                  </a:lnTo>
                  <a:lnTo>
                    <a:pt x="95082" y="149180"/>
                  </a:lnTo>
                  <a:lnTo>
                    <a:pt x="95082" y="149180"/>
                  </a:lnTo>
                  <a:lnTo>
                    <a:pt x="98360" y="154098"/>
                  </a:lnTo>
                  <a:lnTo>
                    <a:pt x="101639" y="157376"/>
                  </a:lnTo>
                  <a:lnTo>
                    <a:pt x="104917" y="160655"/>
                  </a:lnTo>
                  <a:lnTo>
                    <a:pt x="108196" y="162294"/>
                  </a:lnTo>
                  <a:lnTo>
                    <a:pt x="111475" y="162294"/>
                  </a:lnTo>
                  <a:lnTo>
                    <a:pt x="114754" y="160655"/>
                  </a:lnTo>
                  <a:lnTo>
                    <a:pt x="118032" y="162294"/>
                  </a:lnTo>
                  <a:lnTo>
                    <a:pt x="118032" y="165573"/>
                  </a:lnTo>
                  <a:lnTo>
                    <a:pt x="118032" y="168852"/>
                  </a:lnTo>
                  <a:lnTo>
                    <a:pt x="121311" y="168852"/>
                  </a:lnTo>
                  <a:lnTo>
                    <a:pt x="126229" y="165573"/>
                  </a:lnTo>
                  <a:lnTo>
                    <a:pt x="126229" y="162294"/>
                  </a:lnTo>
                  <a:lnTo>
                    <a:pt x="129508" y="162294"/>
                  </a:lnTo>
                  <a:lnTo>
                    <a:pt x="132786" y="167212"/>
                  </a:lnTo>
                  <a:lnTo>
                    <a:pt x="132786" y="170491"/>
                  </a:lnTo>
                  <a:lnTo>
                    <a:pt x="132786" y="173770"/>
                  </a:lnTo>
                  <a:lnTo>
                    <a:pt x="134426" y="173770"/>
                  </a:lnTo>
                  <a:lnTo>
                    <a:pt x="137704" y="177048"/>
                  </a:lnTo>
                  <a:lnTo>
                    <a:pt x="134426" y="178688"/>
                  </a:lnTo>
                  <a:lnTo>
                    <a:pt x="137704" y="180327"/>
                  </a:lnTo>
                  <a:lnTo>
                    <a:pt x="140983" y="178688"/>
                  </a:lnTo>
                  <a:lnTo>
                    <a:pt x="144262" y="181966"/>
                  </a:lnTo>
                  <a:lnTo>
                    <a:pt x="147540" y="181966"/>
                  </a:lnTo>
                  <a:lnTo>
                    <a:pt x="147540" y="183606"/>
                  </a:lnTo>
                  <a:lnTo>
                    <a:pt x="147540" y="185245"/>
                  </a:lnTo>
                  <a:lnTo>
                    <a:pt x="147540" y="186884"/>
                  </a:lnTo>
                  <a:lnTo>
                    <a:pt x="147540" y="186884"/>
                  </a:lnTo>
                  <a:lnTo>
                    <a:pt x="147540" y="190163"/>
                  </a:lnTo>
                  <a:lnTo>
                    <a:pt x="145901" y="193442"/>
                  </a:lnTo>
                  <a:lnTo>
                    <a:pt x="145901" y="195081"/>
                  </a:lnTo>
                  <a:lnTo>
                    <a:pt x="145901" y="196720"/>
                  </a:lnTo>
                  <a:lnTo>
                    <a:pt x="145901" y="198360"/>
                  </a:lnTo>
                  <a:lnTo>
                    <a:pt x="145901" y="199999"/>
                  </a:lnTo>
                  <a:lnTo>
                    <a:pt x="145901" y="201638"/>
                  </a:lnTo>
                  <a:lnTo>
                    <a:pt x="145901" y="204917"/>
                  </a:lnTo>
                  <a:lnTo>
                    <a:pt x="147540" y="208196"/>
                  </a:lnTo>
                  <a:lnTo>
                    <a:pt x="150819" y="213114"/>
                  </a:lnTo>
                  <a:lnTo>
                    <a:pt x="147540" y="216392"/>
                  </a:lnTo>
                  <a:lnTo>
                    <a:pt x="147540" y="216392"/>
                  </a:lnTo>
                  <a:lnTo>
                    <a:pt x="144262" y="219671"/>
                  </a:lnTo>
                  <a:lnTo>
                    <a:pt x="139344" y="221310"/>
                  </a:lnTo>
                  <a:lnTo>
                    <a:pt x="136065" y="222950"/>
                  </a:lnTo>
                  <a:lnTo>
                    <a:pt x="134426" y="222950"/>
                  </a:lnTo>
                  <a:lnTo>
                    <a:pt x="131147" y="224589"/>
                  </a:lnTo>
                  <a:lnTo>
                    <a:pt x="126229" y="227868"/>
                  </a:lnTo>
                  <a:lnTo>
                    <a:pt x="122950" y="231147"/>
                  </a:lnTo>
                  <a:lnTo>
                    <a:pt x="121311" y="234425"/>
                  </a:lnTo>
                  <a:lnTo>
                    <a:pt x="121311" y="234425"/>
                  </a:lnTo>
                  <a:lnTo>
                    <a:pt x="116393" y="236064"/>
                  </a:lnTo>
                  <a:lnTo>
                    <a:pt x="114754" y="236064"/>
                  </a:lnTo>
                  <a:lnTo>
                    <a:pt x="114754" y="240982"/>
                  </a:lnTo>
                  <a:lnTo>
                    <a:pt x="111475" y="244261"/>
                  </a:lnTo>
                  <a:lnTo>
                    <a:pt x="109836" y="245901"/>
                  </a:lnTo>
                  <a:lnTo>
                    <a:pt x="106557" y="245901"/>
                  </a:lnTo>
                  <a:lnTo>
                    <a:pt x="103279" y="247540"/>
                  </a:lnTo>
                  <a:lnTo>
                    <a:pt x="101639" y="249179"/>
                  </a:lnTo>
                  <a:lnTo>
                    <a:pt x="100000" y="252458"/>
                  </a:lnTo>
                  <a:lnTo>
                    <a:pt x="96721" y="257376"/>
                  </a:lnTo>
                  <a:lnTo>
                    <a:pt x="96721" y="260654"/>
                  </a:lnTo>
                  <a:lnTo>
                    <a:pt x="98360" y="263933"/>
                  </a:lnTo>
                  <a:lnTo>
                    <a:pt x="100000" y="268851"/>
                  </a:lnTo>
                  <a:lnTo>
                    <a:pt x="100000" y="272130"/>
                  </a:lnTo>
                  <a:lnTo>
                    <a:pt x="101639" y="277048"/>
                  </a:lnTo>
                  <a:lnTo>
                    <a:pt x="101639" y="280327"/>
                  </a:lnTo>
                  <a:lnTo>
                    <a:pt x="103279" y="281966"/>
                  </a:lnTo>
                  <a:lnTo>
                    <a:pt x="101639" y="286884"/>
                  </a:lnTo>
                  <a:lnTo>
                    <a:pt x="100000" y="290163"/>
                  </a:lnTo>
                  <a:lnTo>
                    <a:pt x="96721" y="293441"/>
                  </a:lnTo>
                  <a:lnTo>
                    <a:pt x="95082" y="298359"/>
                  </a:lnTo>
                  <a:lnTo>
                    <a:pt x="91803" y="301638"/>
                  </a:lnTo>
                  <a:lnTo>
                    <a:pt x="90164" y="303277"/>
                  </a:lnTo>
                  <a:lnTo>
                    <a:pt x="88524" y="308195"/>
                  </a:lnTo>
                  <a:lnTo>
                    <a:pt x="86885" y="308195"/>
                  </a:lnTo>
                  <a:lnTo>
                    <a:pt x="81967" y="308195"/>
                  </a:lnTo>
                  <a:lnTo>
                    <a:pt x="78688" y="309835"/>
                  </a:lnTo>
                  <a:lnTo>
                    <a:pt x="75410" y="313113"/>
                  </a:lnTo>
                  <a:lnTo>
                    <a:pt x="75410" y="311474"/>
                  </a:lnTo>
                  <a:lnTo>
                    <a:pt x="73770" y="306556"/>
                  </a:lnTo>
                  <a:lnTo>
                    <a:pt x="73770" y="303277"/>
                  </a:lnTo>
                  <a:lnTo>
                    <a:pt x="72131" y="298359"/>
                  </a:lnTo>
                  <a:lnTo>
                    <a:pt x="70492" y="295081"/>
                  </a:lnTo>
                  <a:lnTo>
                    <a:pt x="70492" y="290163"/>
                  </a:lnTo>
                  <a:lnTo>
                    <a:pt x="68852" y="285244"/>
                  </a:lnTo>
                  <a:lnTo>
                    <a:pt x="68852" y="281966"/>
                  </a:lnTo>
                  <a:lnTo>
                    <a:pt x="67213" y="277048"/>
                  </a:lnTo>
                  <a:lnTo>
                    <a:pt x="67213" y="273769"/>
                  </a:lnTo>
                  <a:lnTo>
                    <a:pt x="65573" y="268851"/>
                  </a:lnTo>
                  <a:lnTo>
                    <a:pt x="63934" y="263933"/>
                  </a:lnTo>
                  <a:lnTo>
                    <a:pt x="63934" y="260654"/>
                  </a:lnTo>
                  <a:lnTo>
                    <a:pt x="62295" y="255737"/>
                  </a:lnTo>
                  <a:lnTo>
                    <a:pt x="62295" y="252458"/>
                  </a:lnTo>
                  <a:lnTo>
                    <a:pt x="60656" y="247540"/>
                  </a:lnTo>
                  <a:lnTo>
                    <a:pt x="60656" y="242622"/>
                  </a:lnTo>
                  <a:lnTo>
                    <a:pt x="59016" y="239343"/>
                  </a:lnTo>
                  <a:lnTo>
                    <a:pt x="59016" y="234425"/>
                  </a:lnTo>
                  <a:lnTo>
                    <a:pt x="59016" y="234425"/>
                  </a:lnTo>
                  <a:lnTo>
                    <a:pt x="57377" y="231147"/>
                  </a:lnTo>
                  <a:lnTo>
                    <a:pt x="54098" y="227868"/>
                  </a:lnTo>
                  <a:lnTo>
                    <a:pt x="49180" y="224589"/>
                  </a:lnTo>
                  <a:lnTo>
                    <a:pt x="44262" y="221310"/>
                  </a:lnTo>
                  <a:lnTo>
                    <a:pt x="40983" y="218032"/>
                  </a:lnTo>
                  <a:lnTo>
                    <a:pt x="37705" y="214753"/>
                  </a:lnTo>
                  <a:lnTo>
                    <a:pt x="32787" y="213114"/>
                  </a:lnTo>
                  <a:lnTo>
                    <a:pt x="31147" y="211474"/>
                  </a:lnTo>
                  <a:lnTo>
                    <a:pt x="31147" y="208196"/>
                  </a:lnTo>
                  <a:lnTo>
                    <a:pt x="31147" y="203278"/>
                  </a:lnTo>
                  <a:lnTo>
                    <a:pt x="29508" y="198360"/>
                  </a:lnTo>
                  <a:lnTo>
                    <a:pt x="27869" y="195081"/>
                  </a:lnTo>
                  <a:lnTo>
                    <a:pt x="24590" y="190163"/>
                  </a:lnTo>
                  <a:lnTo>
                    <a:pt x="22951" y="186884"/>
                  </a:lnTo>
                  <a:lnTo>
                    <a:pt x="18033" y="185245"/>
                  </a:lnTo>
                  <a:lnTo>
                    <a:pt x="14754" y="181966"/>
                  </a:lnTo>
                  <a:lnTo>
                    <a:pt x="11476" y="181966"/>
                  </a:lnTo>
                  <a:lnTo>
                    <a:pt x="8197" y="177048"/>
                  </a:lnTo>
                  <a:lnTo>
                    <a:pt x="8197" y="173770"/>
                  </a:lnTo>
                  <a:lnTo>
                    <a:pt x="8197" y="172130"/>
                  </a:lnTo>
                  <a:lnTo>
                    <a:pt x="6557" y="168852"/>
                  </a:lnTo>
                  <a:lnTo>
                    <a:pt x="4918" y="163934"/>
                  </a:lnTo>
                  <a:lnTo>
                    <a:pt x="1639" y="160655"/>
                  </a:lnTo>
                  <a:lnTo>
                    <a:pt x="1639" y="155737"/>
                  </a:lnTo>
                  <a:lnTo>
                    <a:pt x="1639" y="155737"/>
                  </a:lnTo>
                  <a:lnTo>
                    <a:pt x="0" y="152458"/>
                  </a:lnTo>
                  <a:lnTo>
                    <a:pt x="1639" y="147540"/>
                  </a:lnTo>
                  <a:lnTo>
                    <a:pt x="1639" y="144262"/>
                  </a:lnTo>
                  <a:lnTo>
                    <a:pt x="1639" y="14426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3" name="Freeform 3582">
              <a:extLst>
                <a:ext uri="{FF2B5EF4-FFF2-40B4-BE49-F238E27FC236}">
                  <a16:creationId xmlns:a16="http://schemas.microsoft.com/office/drawing/2014/main" id="{120EFA7C-B90D-6547-9655-0718FAA3CB82}"/>
                </a:ext>
              </a:extLst>
            </p:cNvPr>
            <p:cNvSpPr/>
            <p:nvPr/>
          </p:nvSpPr>
          <p:spPr>
            <a:xfrm>
              <a:off x="5887804" y="1719826"/>
              <a:ext cx="334425" cy="247539"/>
            </a:xfrm>
            <a:custGeom>
              <a:avLst/>
              <a:gdLst>
                <a:gd name="connsiteX0" fmla="*/ 0 w 334425"/>
                <a:gd name="connsiteY0" fmla="*/ 83606 h 247539"/>
                <a:gd name="connsiteX1" fmla="*/ 0 w 334425"/>
                <a:gd name="connsiteY1" fmla="*/ 81967 h 247539"/>
                <a:gd name="connsiteX2" fmla="*/ 0 w 334425"/>
                <a:gd name="connsiteY2" fmla="*/ 81967 h 247539"/>
                <a:gd name="connsiteX3" fmla="*/ 0 w 334425"/>
                <a:gd name="connsiteY3" fmla="*/ 81967 h 247539"/>
                <a:gd name="connsiteX4" fmla="*/ 1639 w 334425"/>
                <a:gd name="connsiteY4" fmla="*/ 78688 h 247539"/>
                <a:gd name="connsiteX5" fmla="*/ 4918 w 334425"/>
                <a:gd name="connsiteY5" fmla="*/ 77049 h 247539"/>
                <a:gd name="connsiteX6" fmla="*/ 4918 w 334425"/>
                <a:gd name="connsiteY6" fmla="*/ 77049 h 247539"/>
                <a:gd name="connsiteX7" fmla="*/ 4918 w 334425"/>
                <a:gd name="connsiteY7" fmla="*/ 75410 h 247539"/>
                <a:gd name="connsiteX8" fmla="*/ 6558 w 334425"/>
                <a:gd name="connsiteY8" fmla="*/ 73770 h 247539"/>
                <a:gd name="connsiteX9" fmla="*/ 8197 w 334425"/>
                <a:gd name="connsiteY9" fmla="*/ 73770 h 247539"/>
                <a:gd name="connsiteX10" fmla="*/ 8197 w 334425"/>
                <a:gd name="connsiteY10" fmla="*/ 70492 h 247539"/>
                <a:gd name="connsiteX11" fmla="*/ 6558 w 334425"/>
                <a:gd name="connsiteY11" fmla="*/ 70492 h 247539"/>
                <a:gd name="connsiteX12" fmla="*/ 9836 w 334425"/>
                <a:gd name="connsiteY12" fmla="*/ 67213 h 247539"/>
                <a:gd name="connsiteX13" fmla="*/ 9836 w 334425"/>
                <a:gd name="connsiteY13" fmla="*/ 65573 h 247539"/>
                <a:gd name="connsiteX14" fmla="*/ 8197 w 334425"/>
                <a:gd name="connsiteY14" fmla="*/ 63934 h 247539"/>
                <a:gd name="connsiteX15" fmla="*/ 8197 w 334425"/>
                <a:gd name="connsiteY15" fmla="*/ 62295 h 247539"/>
                <a:gd name="connsiteX16" fmla="*/ 6558 w 334425"/>
                <a:gd name="connsiteY16" fmla="*/ 59016 h 247539"/>
                <a:gd name="connsiteX17" fmla="*/ 6558 w 334425"/>
                <a:gd name="connsiteY17" fmla="*/ 59016 h 247539"/>
                <a:gd name="connsiteX18" fmla="*/ 6558 w 334425"/>
                <a:gd name="connsiteY18" fmla="*/ 57377 h 247539"/>
                <a:gd name="connsiteX19" fmla="*/ 4918 w 334425"/>
                <a:gd name="connsiteY19" fmla="*/ 54098 h 247539"/>
                <a:gd name="connsiteX20" fmla="*/ 3279 w 334425"/>
                <a:gd name="connsiteY20" fmla="*/ 50820 h 247539"/>
                <a:gd name="connsiteX21" fmla="*/ 3279 w 334425"/>
                <a:gd name="connsiteY21" fmla="*/ 47541 h 247539"/>
                <a:gd name="connsiteX22" fmla="*/ 6558 w 334425"/>
                <a:gd name="connsiteY22" fmla="*/ 47541 h 247539"/>
                <a:gd name="connsiteX23" fmla="*/ 9836 w 334425"/>
                <a:gd name="connsiteY23" fmla="*/ 49180 h 247539"/>
                <a:gd name="connsiteX24" fmla="*/ 13115 w 334425"/>
                <a:gd name="connsiteY24" fmla="*/ 49180 h 247539"/>
                <a:gd name="connsiteX25" fmla="*/ 13115 w 334425"/>
                <a:gd name="connsiteY25" fmla="*/ 45901 h 247539"/>
                <a:gd name="connsiteX26" fmla="*/ 13115 w 334425"/>
                <a:gd name="connsiteY26" fmla="*/ 44262 h 247539"/>
                <a:gd name="connsiteX27" fmla="*/ 14754 w 334425"/>
                <a:gd name="connsiteY27" fmla="*/ 40983 h 247539"/>
                <a:gd name="connsiteX28" fmla="*/ 14754 w 334425"/>
                <a:gd name="connsiteY28" fmla="*/ 40983 h 247539"/>
                <a:gd name="connsiteX29" fmla="*/ 13115 w 334425"/>
                <a:gd name="connsiteY29" fmla="*/ 44262 h 247539"/>
                <a:gd name="connsiteX30" fmla="*/ 9836 w 334425"/>
                <a:gd name="connsiteY30" fmla="*/ 40983 h 247539"/>
                <a:gd name="connsiteX31" fmla="*/ 6558 w 334425"/>
                <a:gd name="connsiteY31" fmla="*/ 40983 h 247539"/>
                <a:gd name="connsiteX32" fmla="*/ 6558 w 334425"/>
                <a:gd name="connsiteY32" fmla="*/ 40983 h 247539"/>
                <a:gd name="connsiteX33" fmla="*/ 8197 w 334425"/>
                <a:gd name="connsiteY33" fmla="*/ 40983 h 247539"/>
                <a:gd name="connsiteX34" fmla="*/ 4918 w 334425"/>
                <a:gd name="connsiteY34" fmla="*/ 42623 h 247539"/>
                <a:gd name="connsiteX35" fmla="*/ 1639 w 334425"/>
                <a:gd name="connsiteY35" fmla="*/ 40983 h 247539"/>
                <a:gd name="connsiteX36" fmla="*/ 1639 w 334425"/>
                <a:gd name="connsiteY36" fmla="*/ 39344 h 247539"/>
                <a:gd name="connsiteX37" fmla="*/ 1639 w 334425"/>
                <a:gd name="connsiteY37" fmla="*/ 37705 h 247539"/>
                <a:gd name="connsiteX38" fmla="*/ 3279 w 334425"/>
                <a:gd name="connsiteY38" fmla="*/ 39344 h 247539"/>
                <a:gd name="connsiteX39" fmla="*/ 6558 w 334425"/>
                <a:gd name="connsiteY39" fmla="*/ 39344 h 247539"/>
                <a:gd name="connsiteX40" fmla="*/ 9836 w 334425"/>
                <a:gd name="connsiteY40" fmla="*/ 37705 h 247539"/>
                <a:gd name="connsiteX41" fmla="*/ 14754 w 334425"/>
                <a:gd name="connsiteY41" fmla="*/ 36066 h 247539"/>
                <a:gd name="connsiteX42" fmla="*/ 18033 w 334425"/>
                <a:gd name="connsiteY42" fmla="*/ 34426 h 247539"/>
                <a:gd name="connsiteX43" fmla="*/ 19672 w 334425"/>
                <a:gd name="connsiteY43" fmla="*/ 34426 h 247539"/>
                <a:gd name="connsiteX44" fmla="*/ 22951 w 334425"/>
                <a:gd name="connsiteY44" fmla="*/ 32787 h 247539"/>
                <a:gd name="connsiteX45" fmla="*/ 26229 w 334425"/>
                <a:gd name="connsiteY45" fmla="*/ 32787 h 247539"/>
                <a:gd name="connsiteX46" fmla="*/ 27869 w 334425"/>
                <a:gd name="connsiteY46" fmla="*/ 31148 h 247539"/>
                <a:gd name="connsiteX47" fmla="*/ 32787 w 334425"/>
                <a:gd name="connsiteY47" fmla="*/ 31148 h 247539"/>
                <a:gd name="connsiteX48" fmla="*/ 36066 w 334425"/>
                <a:gd name="connsiteY48" fmla="*/ 29508 h 247539"/>
                <a:gd name="connsiteX49" fmla="*/ 39344 w 334425"/>
                <a:gd name="connsiteY49" fmla="*/ 27869 h 247539"/>
                <a:gd name="connsiteX50" fmla="*/ 42623 w 334425"/>
                <a:gd name="connsiteY50" fmla="*/ 27869 h 247539"/>
                <a:gd name="connsiteX51" fmla="*/ 45902 w 334425"/>
                <a:gd name="connsiteY51" fmla="*/ 27869 h 247539"/>
                <a:gd name="connsiteX52" fmla="*/ 50820 w 334425"/>
                <a:gd name="connsiteY52" fmla="*/ 26229 h 247539"/>
                <a:gd name="connsiteX53" fmla="*/ 54098 w 334425"/>
                <a:gd name="connsiteY53" fmla="*/ 24590 h 247539"/>
                <a:gd name="connsiteX54" fmla="*/ 57377 w 334425"/>
                <a:gd name="connsiteY54" fmla="*/ 24590 h 247539"/>
                <a:gd name="connsiteX55" fmla="*/ 60656 w 334425"/>
                <a:gd name="connsiteY55" fmla="*/ 24590 h 247539"/>
                <a:gd name="connsiteX56" fmla="*/ 65573 w 334425"/>
                <a:gd name="connsiteY56" fmla="*/ 22951 h 247539"/>
                <a:gd name="connsiteX57" fmla="*/ 67213 w 334425"/>
                <a:gd name="connsiteY57" fmla="*/ 19672 h 247539"/>
                <a:gd name="connsiteX58" fmla="*/ 70492 w 334425"/>
                <a:gd name="connsiteY58" fmla="*/ 16393 h 247539"/>
                <a:gd name="connsiteX59" fmla="*/ 73770 w 334425"/>
                <a:gd name="connsiteY59" fmla="*/ 13115 h 247539"/>
                <a:gd name="connsiteX60" fmla="*/ 75410 w 334425"/>
                <a:gd name="connsiteY60" fmla="*/ 13115 h 247539"/>
                <a:gd name="connsiteX61" fmla="*/ 78688 w 334425"/>
                <a:gd name="connsiteY61" fmla="*/ 11476 h 247539"/>
                <a:gd name="connsiteX62" fmla="*/ 83606 w 334425"/>
                <a:gd name="connsiteY62" fmla="*/ 11476 h 247539"/>
                <a:gd name="connsiteX63" fmla="*/ 86885 w 334425"/>
                <a:gd name="connsiteY63" fmla="*/ 9836 h 247539"/>
                <a:gd name="connsiteX64" fmla="*/ 90164 w 334425"/>
                <a:gd name="connsiteY64" fmla="*/ 8197 h 247539"/>
                <a:gd name="connsiteX65" fmla="*/ 93442 w 334425"/>
                <a:gd name="connsiteY65" fmla="*/ 6557 h 247539"/>
                <a:gd name="connsiteX66" fmla="*/ 98360 w 334425"/>
                <a:gd name="connsiteY66" fmla="*/ 4918 h 247539"/>
                <a:gd name="connsiteX67" fmla="*/ 101639 w 334425"/>
                <a:gd name="connsiteY67" fmla="*/ 4918 h 247539"/>
                <a:gd name="connsiteX68" fmla="*/ 104918 w 334425"/>
                <a:gd name="connsiteY68" fmla="*/ 3279 h 247539"/>
                <a:gd name="connsiteX69" fmla="*/ 108196 w 334425"/>
                <a:gd name="connsiteY69" fmla="*/ 3279 h 247539"/>
                <a:gd name="connsiteX70" fmla="*/ 113115 w 334425"/>
                <a:gd name="connsiteY70" fmla="*/ 3279 h 247539"/>
                <a:gd name="connsiteX71" fmla="*/ 114754 w 334425"/>
                <a:gd name="connsiteY71" fmla="*/ 1639 h 247539"/>
                <a:gd name="connsiteX72" fmla="*/ 118032 w 334425"/>
                <a:gd name="connsiteY72" fmla="*/ 1639 h 247539"/>
                <a:gd name="connsiteX73" fmla="*/ 122950 w 334425"/>
                <a:gd name="connsiteY73" fmla="*/ 0 h 247539"/>
                <a:gd name="connsiteX74" fmla="*/ 126229 w 334425"/>
                <a:gd name="connsiteY74" fmla="*/ 0 h 247539"/>
                <a:gd name="connsiteX75" fmla="*/ 129508 w 334425"/>
                <a:gd name="connsiteY75" fmla="*/ 0 h 247539"/>
                <a:gd name="connsiteX76" fmla="*/ 132786 w 334425"/>
                <a:gd name="connsiteY76" fmla="*/ 0 h 247539"/>
                <a:gd name="connsiteX77" fmla="*/ 137705 w 334425"/>
                <a:gd name="connsiteY77" fmla="*/ 3279 h 247539"/>
                <a:gd name="connsiteX78" fmla="*/ 139344 w 334425"/>
                <a:gd name="connsiteY78" fmla="*/ 3279 h 247539"/>
                <a:gd name="connsiteX79" fmla="*/ 142623 w 334425"/>
                <a:gd name="connsiteY79" fmla="*/ 4918 h 247539"/>
                <a:gd name="connsiteX80" fmla="*/ 147540 w 334425"/>
                <a:gd name="connsiteY80" fmla="*/ 8197 h 247539"/>
                <a:gd name="connsiteX81" fmla="*/ 142623 w 334425"/>
                <a:gd name="connsiteY81" fmla="*/ 4918 h 247539"/>
                <a:gd name="connsiteX82" fmla="*/ 139344 w 334425"/>
                <a:gd name="connsiteY82" fmla="*/ 3279 h 247539"/>
                <a:gd name="connsiteX83" fmla="*/ 136065 w 334425"/>
                <a:gd name="connsiteY83" fmla="*/ 4918 h 247539"/>
                <a:gd name="connsiteX84" fmla="*/ 139344 w 334425"/>
                <a:gd name="connsiteY84" fmla="*/ 8197 h 247539"/>
                <a:gd name="connsiteX85" fmla="*/ 140983 w 334425"/>
                <a:gd name="connsiteY85" fmla="*/ 9836 h 247539"/>
                <a:gd name="connsiteX86" fmla="*/ 140983 w 334425"/>
                <a:gd name="connsiteY86" fmla="*/ 14754 h 247539"/>
                <a:gd name="connsiteX87" fmla="*/ 144262 w 334425"/>
                <a:gd name="connsiteY87" fmla="*/ 18033 h 247539"/>
                <a:gd name="connsiteX88" fmla="*/ 145901 w 334425"/>
                <a:gd name="connsiteY88" fmla="*/ 18033 h 247539"/>
                <a:gd name="connsiteX89" fmla="*/ 149180 w 334425"/>
                <a:gd name="connsiteY89" fmla="*/ 19672 h 247539"/>
                <a:gd name="connsiteX90" fmla="*/ 150819 w 334425"/>
                <a:gd name="connsiteY90" fmla="*/ 19672 h 247539"/>
                <a:gd name="connsiteX91" fmla="*/ 154098 w 334425"/>
                <a:gd name="connsiteY91" fmla="*/ 19672 h 247539"/>
                <a:gd name="connsiteX92" fmla="*/ 157376 w 334425"/>
                <a:gd name="connsiteY92" fmla="*/ 21311 h 247539"/>
                <a:gd name="connsiteX93" fmla="*/ 160655 w 334425"/>
                <a:gd name="connsiteY93" fmla="*/ 21311 h 247539"/>
                <a:gd name="connsiteX94" fmla="*/ 163934 w 334425"/>
                <a:gd name="connsiteY94" fmla="*/ 19672 h 247539"/>
                <a:gd name="connsiteX95" fmla="*/ 168852 w 334425"/>
                <a:gd name="connsiteY95" fmla="*/ 19672 h 247539"/>
                <a:gd name="connsiteX96" fmla="*/ 172130 w 334425"/>
                <a:gd name="connsiteY96" fmla="*/ 18033 h 247539"/>
                <a:gd name="connsiteX97" fmla="*/ 175409 w 334425"/>
                <a:gd name="connsiteY97" fmla="*/ 16393 h 247539"/>
                <a:gd name="connsiteX98" fmla="*/ 177049 w 334425"/>
                <a:gd name="connsiteY98" fmla="*/ 16393 h 247539"/>
                <a:gd name="connsiteX99" fmla="*/ 172130 w 334425"/>
                <a:gd name="connsiteY99" fmla="*/ 18033 h 247539"/>
                <a:gd name="connsiteX100" fmla="*/ 168852 w 334425"/>
                <a:gd name="connsiteY100" fmla="*/ 19672 h 247539"/>
                <a:gd name="connsiteX101" fmla="*/ 165573 w 334425"/>
                <a:gd name="connsiteY101" fmla="*/ 21311 h 247539"/>
                <a:gd name="connsiteX102" fmla="*/ 163934 w 334425"/>
                <a:gd name="connsiteY102" fmla="*/ 21311 h 247539"/>
                <a:gd name="connsiteX103" fmla="*/ 163934 w 334425"/>
                <a:gd name="connsiteY103" fmla="*/ 22951 h 247539"/>
                <a:gd name="connsiteX104" fmla="*/ 165573 w 334425"/>
                <a:gd name="connsiteY104" fmla="*/ 22951 h 247539"/>
                <a:gd name="connsiteX105" fmla="*/ 170491 w 334425"/>
                <a:gd name="connsiteY105" fmla="*/ 22951 h 247539"/>
                <a:gd name="connsiteX106" fmla="*/ 173770 w 334425"/>
                <a:gd name="connsiteY106" fmla="*/ 21311 h 247539"/>
                <a:gd name="connsiteX107" fmla="*/ 177049 w 334425"/>
                <a:gd name="connsiteY107" fmla="*/ 19672 h 247539"/>
                <a:gd name="connsiteX108" fmla="*/ 180327 w 334425"/>
                <a:gd name="connsiteY108" fmla="*/ 16393 h 247539"/>
                <a:gd name="connsiteX109" fmla="*/ 181966 w 334425"/>
                <a:gd name="connsiteY109" fmla="*/ 16393 h 247539"/>
                <a:gd name="connsiteX110" fmla="*/ 183606 w 334425"/>
                <a:gd name="connsiteY110" fmla="*/ 16393 h 247539"/>
                <a:gd name="connsiteX111" fmla="*/ 183606 w 334425"/>
                <a:gd name="connsiteY111" fmla="*/ 18033 h 247539"/>
                <a:gd name="connsiteX112" fmla="*/ 185245 w 334425"/>
                <a:gd name="connsiteY112" fmla="*/ 18033 h 247539"/>
                <a:gd name="connsiteX113" fmla="*/ 188524 w 334425"/>
                <a:gd name="connsiteY113" fmla="*/ 18033 h 247539"/>
                <a:gd name="connsiteX114" fmla="*/ 188524 w 334425"/>
                <a:gd name="connsiteY114" fmla="*/ 18033 h 247539"/>
                <a:gd name="connsiteX115" fmla="*/ 190163 w 334425"/>
                <a:gd name="connsiteY115" fmla="*/ 18033 h 247539"/>
                <a:gd name="connsiteX116" fmla="*/ 193442 w 334425"/>
                <a:gd name="connsiteY116" fmla="*/ 18033 h 247539"/>
                <a:gd name="connsiteX117" fmla="*/ 196720 w 334425"/>
                <a:gd name="connsiteY117" fmla="*/ 18033 h 247539"/>
                <a:gd name="connsiteX118" fmla="*/ 198360 w 334425"/>
                <a:gd name="connsiteY118" fmla="*/ 19672 h 247539"/>
                <a:gd name="connsiteX119" fmla="*/ 199999 w 334425"/>
                <a:gd name="connsiteY119" fmla="*/ 19672 h 247539"/>
                <a:gd name="connsiteX120" fmla="*/ 204917 w 334425"/>
                <a:gd name="connsiteY120" fmla="*/ 19672 h 247539"/>
                <a:gd name="connsiteX121" fmla="*/ 208196 w 334425"/>
                <a:gd name="connsiteY121" fmla="*/ 19672 h 247539"/>
                <a:gd name="connsiteX122" fmla="*/ 209835 w 334425"/>
                <a:gd name="connsiteY122" fmla="*/ 19672 h 247539"/>
                <a:gd name="connsiteX123" fmla="*/ 211475 w 334425"/>
                <a:gd name="connsiteY123" fmla="*/ 19672 h 247539"/>
                <a:gd name="connsiteX124" fmla="*/ 211475 w 334425"/>
                <a:gd name="connsiteY124" fmla="*/ 19672 h 247539"/>
                <a:gd name="connsiteX125" fmla="*/ 214753 w 334425"/>
                <a:gd name="connsiteY125" fmla="*/ 19672 h 247539"/>
                <a:gd name="connsiteX126" fmla="*/ 218032 w 334425"/>
                <a:gd name="connsiteY126" fmla="*/ 19672 h 247539"/>
                <a:gd name="connsiteX127" fmla="*/ 222950 w 334425"/>
                <a:gd name="connsiteY127" fmla="*/ 21311 h 247539"/>
                <a:gd name="connsiteX128" fmla="*/ 226229 w 334425"/>
                <a:gd name="connsiteY128" fmla="*/ 21311 h 247539"/>
                <a:gd name="connsiteX129" fmla="*/ 229507 w 334425"/>
                <a:gd name="connsiteY129" fmla="*/ 21311 h 247539"/>
                <a:gd name="connsiteX130" fmla="*/ 231147 w 334425"/>
                <a:gd name="connsiteY130" fmla="*/ 21311 h 247539"/>
                <a:gd name="connsiteX131" fmla="*/ 231147 w 334425"/>
                <a:gd name="connsiteY131" fmla="*/ 21311 h 247539"/>
                <a:gd name="connsiteX132" fmla="*/ 231147 w 334425"/>
                <a:gd name="connsiteY132" fmla="*/ 21311 h 247539"/>
                <a:gd name="connsiteX133" fmla="*/ 236065 w 334425"/>
                <a:gd name="connsiteY133" fmla="*/ 21311 h 247539"/>
                <a:gd name="connsiteX134" fmla="*/ 239343 w 334425"/>
                <a:gd name="connsiteY134" fmla="*/ 21311 h 247539"/>
                <a:gd name="connsiteX135" fmla="*/ 240983 w 334425"/>
                <a:gd name="connsiteY135" fmla="*/ 21311 h 247539"/>
                <a:gd name="connsiteX136" fmla="*/ 240983 w 334425"/>
                <a:gd name="connsiteY136" fmla="*/ 21311 h 247539"/>
                <a:gd name="connsiteX137" fmla="*/ 244262 w 334425"/>
                <a:gd name="connsiteY137" fmla="*/ 21311 h 247539"/>
                <a:gd name="connsiteX138" fmla="*/ 249179 w 334425"/>
                <a:gd name="connsiteY138" fmla="*/ 21311 h 247539"/>
                <a:gd name="connsiteX139" fmla="*/ 252458 w 334425"/>
                <a:gd name="connsiteY139" fmla="*/ 21311 h 247539"/>
                <a:gd name="connsiteX140" fmla="*/ 254097 w 334425"/>
                <a:gd name="connsiteY140" fmla="*/ 21311 h 247539"/>
                <a:gd name="connsiteX141" fmla="*/ 257376 w 334425"/>
                <a:gd name="connsiteY141" fmla="*/ 21311 h 247539"/>
                <a:gd name="connsiteX142" fmla="*/ 259016 w 334425"/>
                <a:gd name="connsiteY142" fmla="*/ 21311 h 247539"/>
                <a:gd name="connsiteX143" fmla="*/ 262294 w 334425"/>
                <a:gd name="connsiteY143" fmla="*/ 21311 h 247539"/>
                <a:gd name="connsiteX144" fmla="*/ 263933 w 334425"/>
                <a:gd name="connsiteY144" fmla="*/ 21311 h 247539"/>
                <a:gd name="connsiteX145" fmla="*/ 267212 w 334425"/>
                <a:gd name="connsiteY145" fmla="*/ 21311 h 247539"/>
                <a:gd name="connsiteX146" fmla="*/ 270491 w 334425"/>
                <a:gd name="connsiteY146" fmla="*/ 21311 h 247539"/>
                <a:gd name="connsiteX147" fmla="*/ 275409 w 334425"/>
                <a:gd name="connsiteY147" fmla="*/ 19672 h 247539"/>
                <a:gd name="connsiteX148" fmla="*/ 278687 w 334425"/>
                <a:gd name="connsiteY148" fmla="*/ 19672 h 247539"/>
                <a:gd name="connsiteX149" fmla="*/ 281966 w 334425"/>
                <a:gd name="connsiteY149" fmla="*/ 18033 h 247539"/>
                <a:gd name="connsiteX150" fmla="*/ 285245 w 334425"/>
                <a:gd name="connsiteY150" fmla="*/ 19672 h 247539"/>
                <a:gd name="connsiteX151" fmla="*/ 290163 w 334425"/>
                <a:gd name="connsiteY151" fmla="*/ 22951 h 247539"/>
                <a:gd name="connsiteX152" fmla="*/ 293442 w 334425"/>
                <a:gd name="connsiteY152" fmla="*/ 24590 h 247539"/>
                <a:gd name="connsiteX153" fmla="*/ 293442 w 334425"/>
                <a:gd name="connsiteY153" fmla="*/ 24590 h 247539"/>
                <a:gd name="connsiteX154" fmla="*/ 296720 w 334425"/>
                <a:gd name="connsiteY154" fmla="*/ 24590 h 247539"/>
                <a:gd name="connsiteX155" fmla="*/ 299999 w 334425"/>
                <a:gd name="connsiteY155" fmla="*/ 27869 h 247539"/>
                <a:gd name="connsiteX156" fmla="*/ 301638 w 334425"/>
                <a:gd name="connsiteY156" fmla="*/ 31148 h 247539"/>
                <a:gd name="connsiteX157" fmla="*/ 303277 w 334425"/>
                <a:gd name="connsiteY157" fmla="*/ 32787 h 247539"/>
                <a:gd name="connsiteX158" fmla="*/ 303277 w 334425"/>
                <a:gd name="connsiteY158" fmla="*/ 34426 h 247539"/>
                <a:gd name="connsiteX159" fmla="*/ 303277 w 334425"/>
                <a:gd name="connsiteY159" fmla="*/ 37705 h 247539"/>
                <a:gd name="connsiteX160" fmla="*/ 303277 w 334425"/>
                <a:gd name="connsiteY160" fmla="*/ 39344 h 247539"/>
                <a:gd name="connsiteX161" fmla="*/ 304917 w 334425"/>
                <a:gd name="connsiteY161" fmla="*/ 42623 h 247539"/>
                <a:gd name="connsiteX162" fmla="*/ 306556 w 334425"/>
                <a:gd name="connsiteY162" fmla="*/ 47541 h 247539"/>
                <a:gd name="connsiteX163" fmla="*/ 306556 w 334425"/>
                <a:gd name="connsiteY163" fmla="*/ 47541 h 247539"/>
                <a:gd name="connsiteX164" fmla="*/ 308196 w 334425"/>
                <a:gd name="connsiteY164" fmla="*/ 52459 h 247539"/>
                <a:gd name="connsiteX165" fmla="*/ 309835 w 334425"/>
                <a:gd name="connsiteY165" fmla="*/ 54098 h 247539"/>
                <a:gd name="connsiteX166" fmla="*/ 309835 w 334425"/>
                <a:gd name="connsiteY166" fmla="*/ 55738 h 247539"/>
                <a:gd name="connsiteX167" fmla="*/ 309835 w 334425"/>
                <a:gd name="connsiteY167" fmla="*/ 57377 h 247539"/>
                <a:gd name="connsiteX168" fmla="*/ 313113 w 334425"/>
                <a:gd name="connsiteY168" fmla="*/ 60656 h 247539"/>
                <a:gd name="connsiteX169" fmla="*/ 314753 w 334425"/>
                <a:gd name="connsiteY169" fmla="*/ 63934 h 247539"/>
                <a:gd name="connsiteX170" fmla="*/ 318032 w 334425"/>
                <a:gd name="connsiteY170" fmla="*/ 68852 h 247539"/>
                <a:gd name="connsiteX171" fmla="*/ 319671 w 334425"/>
                <a:gd name="connsiteY171" fmla="*/ 72131 h 247539"/>
                <a:gd name="connsiteX172" fmla="*/ 318032 w 334425"/>
                <a:gd name="connsiteY172" fmla="*/ 73770 h 247539"/>
                <a:gd name="connsiteX173" fmla="*/ 321310 w 334425"/>
                <a:gd name="connsiteY173" fmla="*/ 77049 h 247539"/>
                <a:gd name="connsiteX174" fmla="*/ 321310 w 334425"/>
                <a:gd name="connsiteY174" fmla="*/ 80328 h 247539"/>
                <a:gd name="connsiteX175" fmla="*/ 321310 w 334425"/>
                <a:gd name="connsiteY175" fmla="*/ 80328 h 247539"/>
                <a:gd name="connsiteX176" fmla="*/ 321310 w 334425"/>
                <a:gd name="connsiteY176" fmla="*/ 81967 h 247539"/>
                <a:gd name="connsiteX177" fmla="*/ 321310 w 334425"/>
                <a:gd name="connsiteY177" fmla="*/ 83606 h 247539"/>
                <a:gd name="connsiteX178" fmla="*/ 321310 w 334425"/>
                <a:gd name="connsiteY178" fmla="*/ 86885 h 247539"/>
                <a:gd name="connsiteX179" fmla="*/ 321310 w 334425"/>
                <a:gd name="connsiteY179" fmla="*/ 86885 h 247539"/>
                <a:gd name="connsiteX180" fmla="*/ 319671 w 334425"/>
                <a:gd name="connsiteY180" fmla="*/ 91803 h 247539"/>
                <a:gd name="connsiteX181" fmla="*/ 314753 w 334425"/>
                <a:gd name="connsiteY181" fmla="*/ 93442 h 247539"/>
                <a:gd name="connsiteX182" fmla="*/ 311474 w 334425"/>
                <a:gd name="connsiteY182" fmla="*/ 95082 h 247539"/>
                <a:gd name="connsiteX183" fmla="*/ 308196 w 334425"/>
                <a:gd name="connsiteY183" fmla="*/ 95082 h 247539"/>
                <a:gd name="connsiteX184" fmla="*/ 304917 w 334425"/>
                <a:gd name="connsiteY184" fmla="*/ 98360 h 247539"/>
                <a:gd name="connsiteX185" fmla="*/ 303277 w 334425"/>
                <a:gd name="connsiteY185" fmla="*/ 100000 h 247539"/>
                <a:gd name="connsiteX186" fmla="*/ 303277 w 334425"/>
                <a:gd name="connsiteY186" fmla="*/ 100000 h 247539"/>
                <a:gd name="connsiteX187" fmla="*/ 301638 w 334425"/>
                <a:gd name="connsiteY187" fmla="*/ 101639 h 247539"/>
                <a:gd name="connsiteX188" fmla="*/ 299999 w 334425"/>
                <a:gd name="connsiteY188" fmla="*/ 104918 h 247539"/>
                <a:gd name="connsiteX189" fmla="*/ 298360 w 334425"/>
                <a:gd name="connsiteY189" fmla="*/ 108196 h 247539"/>
                <a:gd name="connsiteX190" fmla="*/ 299999 w 334425"/>
                <a:gd name="connsiteY190" fmla="*/ 109836 h 247539"/>
                <a:gd name="connsiteX191" fmla="*/ 304917 w 334425"/>
                <a:gd name="connsiteY191" fmla="*/ 111475 h 247539"/>
                <a:gd name="connsiteX192" fmla="*/ 308196 w 334425"/>
                <a:gd name="connsiteY192" fmla="*/ 111475 h 247539"/>
                <a:gd name="connsiteX193" fmla="*/ 311474 w 334425"/>
                <a:gd name="connsiteY193" fmla="*/ 114754 h 247539"/>
                <a:gd name="connsiteX194" fmla="*/ 313113 w 334425"/>
                <a:gd name="connsiteY194" fmla="*/ 116393 h 247539"/>
                <a:gd name="connsiteX195" fmla="*/ 314753 w 334425"/>
                <a:gd name="connsiteY195" fmla="*/ 116393 h 247539"/>
                <a:gd name="connsiteX196" fmla="*/ 314753 w 334425"/>
                <a:gd name="connsiteY196" fmla="*/ 116393 h 247539"/>
                <a:gd name="connsiteX197" fmla="*/ 314753 w 334425"/>
                <a:gd name="connsiteY197" fmla="*/ 118032 h 247539"/>
                <a:gd name="connsiteX198" fmla="*/ 314753 w 334425"/>
                <a:gd name="connsiteY198" fmla="*/ 118032 h 247539"/>
                <a:gd name="connsiteX199" fmla="*/ 314753 w 334425"/>
                <a:gd name="connsiteY199" fmla="*/ 122950 h 247539"/>
                <a:gd name="connsiteX200" fmla="*/ 313113 w 334425"/>
                <a:gd name="connsiteY200" fmla="*/ 126229 h 247539"/>
                <a:gd name="connsiteX201" fmla="*/ 313113 w 334425"/>
                <a:gd name="connsiteY201" fmla="*/ 129508 h 247539"/>
                <a:gd name="connsiteX202" fmla="*/ 311474 w 334425"/>
                <a:gd name="connsiteY202" fmla="*/ 131147 h 247539"/>
                <a:gd name="connsiteX203" fmla="*/ 311474 w 334425"/>
                <a:gd name="connsiteY203" fmla="*/ 134426 h 247539"/>
                <a:gd name="connsiteX204" fmla="*/ 313113 w 334425"/>
                <a:gd name="connsiteY204" fmla="*/ 134426 h 247539"/>
                <a:gd name="connsiteX205" fmla="*/ 313113 w 334425"/>
                <a:gd name="connsiteY205" fmla="*/ 139344 h 247539"/>
                <a:gd name="connsiteX206" fmla="*/ 314753 w 334425"/>
                <a:gd name="connsiteY206" fmla="*/ 139344 h 247539"/>
                <a:gd name="connsiteX207" fmla="*/ 316392 w 334425"/>
                <a:gd name="connsiteY207" fmla="*/ 142622 h 247539"/>
                <a:gd name="connsiteX208" fmla="*/ 316392 w 334425"/>
                <a:gd name="connsiteY208" fmla="*/ 147540 h 247539"/>
                <a:gd name="connsiteX209" fmla="*/ 319671 w 334425"/>
                <a:gd name="connsiteY209" fmla="*/ 150819 h 247539"/>
                <a:gd name="connsiteX210" fmla="*/ 321310 w 334425"/>
                <a:gd name="connsiteY210" fmla="*/ 154098 h 247539"/>
                <a:gd name="connsiteX211" fmla="*/ 322950 w 334425"/>
                <a:gd name="connsiteY211" fmla="*/ 154098 h 247539"/>
                <a:gd name="connsiteX212" fmla="*/ 324589 w 334425"/>
                <a:gd name="connsiteY212" fmla="*/ 159016 h 247539"/>
                <a:gd name="connsiteX213" fmla="*/ 327867 w 334425"/>
                <a:gd name="connsiteY213" fmla="*/ 162294 h 247539"/>
                <a:gd name="connsiteX214" fmla="*/ 327867 w 334425"/>
                <a:gd name="connsiteY214" fmla="*/ 162294 h 247539"/>
                <a:gd name="connsiteX215" fmla="*/ 331146 w 334425"/>
                <a:gd name="connsiteY215" fmla="*/ 167213 h 247539"/>
                <a:gd name="connsiteX216" fmla="*/ 334425 w 334425"/>
                <a:gd name="connsiteY216" fmla="*/ 168852 h 247539"/>
                <a:gd name="connsiteX217" fmla="*/ 332786 w 334425"/>
                <a:gd name="connsiteY217" fmla="*/ 168852 h 247539"/>
                <a:gd name="connsiteX218" fmla="*/ 329507 w 334425"/>
                <a:gd name="connsiteY218" fmla="*/ 170491 h 247539"/>
                <a:gd name="connsiteX219" fmla="*/ 331146 w 334425"/>
                <a:gd name="connsiteY219" fmla="*/ 173770 h 247539"/>
                <a:gd name="connsiteX220" fmla="*/ 334425 w 334425"/>
                <a:gd name="connsiteY220" fmla="*/ 177048 h 247539"/>
                <a:gd name="connsiteX221" fmla="*/ 334425 w 334425"/>
                <a:gd name="connsiteY221" fmla="*/ 180327 h 247539"/>
                <a:gd name="connsiteX222" fmla="*/ 334425 w 334425"/>
                <a:gd name="connsiteY222" fmla="*/ 181966 h 247539"/>
                <a:gd name="connsiteX223" fmla="*/ 332786 w 334425"/>
                <a:gd name="connsiteY223" fmla="*/ 183606 h 247539"/>
                <a:gd name="connsiteX224" fmla="*/ 332786 w 334425"/>
                <a:gd name="connsiteY224" fmla="*/ 183606 h 247539"/>
                <a:gd name="connsiteX225" fmla="*/ 329507 w 334425"/>
                <a:gd name="connsiteY225" fmla="*/ 186885 h 247539"/>
                <a:gd name="connsiteX226" fmla="*/ 326228 w 334425"/>
                <a:gd name="connsiteY226" fmla="*/ 186885 h 247539"/>
                <a:gd name="connsiteX227" fmla="*/ 321310 w 334425"/>
                <a:gd name="connsiteY227" fmla="*/ 188524 h 247539"/>
                <a:gd name="connsiteX228" fmla="*/ 319671 w 334425"/>
                <a:gd name="connsiteY228" fmla="*/ 191803 h 247539"/>
                <a:gd name="connsiteX229" fmla="*/ 318032 w 334425"/>
                <a:gd name="connsiteY229" fmla="*/ 193442 h 247539"/>
                <a:gd name="connsiteX230" fmla="*/ 316392 w 334425"/>
                <a:gd name="connsiteY230" fmla="*/ 193442 h 247539"/>
                <a:gd name="connsiteX231" fmla="*/ 316392 w 334425"/>
                <a:gd name="connsiteY231" fmla="*/ 195081 h 247539"/>
                <a:gd name="connsiteX232" fmla="*/ 313113 w 334425"/>
                <a:gd name="connsiteY232" fmla="*/ 196720 h 247539"/>
                <a:gd name="connsiteX233" fmla="*/ 309835 w 334425"/>
                <a:gd name="connsiteY233" fmla="*/ 199999 h 247539"/>
                <a:gd name="connsiteX234" fmla="*/ 308196 w 334425"/>
                <a:gd name="connsiteY234" fmla="*/ 199999 h 247539"/>
                <a:gd name="connsiteX235" fmla="*/ 304917 w 334425"/>
                <a:gd name="connsiteY235" fmla="*/ 204917 h 247539"/>
                <a:gd name="connsiteX236" fmla="*/ 303277 w 334425"/>
                <a:gd name="connsiteY236" fmla="*/ 206557 h 247539"/>
                <a:gd name="connsiteX237" fmla="*/ 301638 w 334425"/>
                <a:gd name="connsiteY237" fmla="*/ 209835 h 247539"/>
                <a:gd name="connsiteX238" fmla="*/ 298360 w 334425"/>
                <a:gd name="connsiteY238" fmla="*/ 213114 h 247539"/>
                <a:gd name="connsiteX239" fmla="*/ 298360 w 334425"/>
                <a:gd name="connsiteY239" fmla="*/ 213114 h 247539"/>
                <a:gd name="connsiteX240" fmla="*/ 296720 w 334425"/>
                <a:gd name="connsiteY240" fmla="*/ 214753 h 247539"/>
                <a:gd name="connsiteX241" fmla="*/ 295081 w 334425"/>
                <a:gd name="connsiteY241" fmla="*/ 218032 h 247539"/>
                <a:gd name="connsiteX242" fmla="*/ 293442 w 334425"/>
                <a:gd name="connsiteY242" fmla="*/ 218032 h 247539"/>
                <a:gd name="connsiteX243" fmla="*/ 293442 w 334425"/>
                <a:gd name="connsiteY243" fmla="*/ 218032 h 247539"/>
                <a:gd name="connsiteX244" fmla="*/ 290163 w 334425"/>
                <a:gd name="connsiteY244" fmla="*/ 222950 h 247539"/>
                <a:gd name="connsiteX245" fmla="*/ 290163 w 334425"/>
                <a:gd name="connsiteY245" fmla="*/ 222950 h 247539"/>
                <a:gd name="connsiteX246" fmla="*/ 290163 w 334425"/>
                <a:gd name="connsiteY246" fmla="*/ 226229 h 247539"/>
                <a:gd name="connsiteX247" fmla="*/ 290163 w 334425"/>
                <a:gd name="connsiteY247" fmla="*/ 227868 h 247539"/>
                <a:gd name="connsiteX248" fmla="*/ 291802 w 334425"/>
                <a:gd name="connsiteY248" fmla="*/ 231147 h 247539"/>
                <a:gd name="connsiteX249" fmla="*/ 293442 w 334425"/>
                <a:gd name="connsiteY249" fmla="*/ 234425 h 247539"/>
                <a:gd name="connsiteX250" fmla="*/ 291802 w 334425"/>
                <a:gd name="connsiteY250" fmla="*/ 237704 h 247539"/>
                <a:gd name="connsiteX251" fmla="*/ 295081 w 334425"/>
                <a:gd name="connsiteY251" fmla="*/ 240983 h 247539"/>
                <a:gd name="connsiteX252" fmla="*/ 298360 w 334425"/>
                <a:gd name="connsiteY252" fmla="*/ 242622 h 247539"/>
                <a:gd name="connsiteX253" fmla="*/ 298360 w 334425"/>
                <a:gd name="connsiteY253" fmla="*/ 247540 h 247539"/>
                <a:gd name="connsiteX254" fmla="*/ 295081 w 334425"/>
                <a:gd name="connsiteY254" fmla="*/ 245901 h 247539"/>
                <a:gd name="connsiteX255" fmla="*/ 291802 w 334425"/>
                <a:gd name="connsiteY255" fmla="*/ 245901 h 247539"/>
                <a:gd name="connsiteX256" fmla="*/ 286884 w 334425"/>
                <a:gd name="connsiteY256" fmla="*/ 244261 h 247539"/>
                <a:gd name="connsiteX257" fmla="*/ 283606 w 334425"/>
                <a:gd name="connsiteY257" fmla="*/ 242622 h 247539"/>
                <a:gd name="connsiteX258" fmla="*/ 280327 w 334425"/>
                <a:gd name="connsiteY258" fmla="*/ 240983 h 247539"/>
                <a:gd name="connsiteX259" fmla="*/ 277048 w 334425"/>
                <a:gd name="connsiteY259" fmla="*/ 240983 h 247539"/>
                <a:gd name="connsiteX260" fmla="*/ 272130 w 334425"/>
                <a:gd name="connsiteY260" fmla="*/ 239343 h 247539"/>
                <a:gd name="connsiteX261" fmla="*/ 268852 w 334425"/>
                <a:gd name="connsiteY261" fmla="*/ 236065 h 247539"/>
                <a:gd name="connsiteX262" fmla="*/ 268852 w 334425"/>
                <a:gd name="connsiteY262" fmla="*/ 236065 h 247539"/>
                <a:gd name="connsiteX263" fmla="*/ 265573 w 334425"/>
                <a:gd name="connsiteY263" fmla="*/ 232786 h 247539"/>
                <a:gd name="connsiteX264" fmla="*/ 260655 w 334425"/>
                <a:gd name="connsiteY264" fmla="*/ 231147 h 247539"/>
                <a:gd name="connsiteX265" fmla="*/ 257376 w 334425"/>
                <a:gd name="connsiteY265" fmla="*/ 229507 h 247539"/>
                <a:gd name="connsiteX266" fmla="*/ 254097 w 334425"/>
                <a:gd name="connsiteY266" fmla="*/ 227868 h 247539"/>
                <a:gd name="connsiteX267" fmla="*/ 250819 w 334425"/>
                <a:gd name="connsiteY267" fmla="*/ 229507 h 247539"/>
                <a:gd name="connsiteX268" fmla="*/ 247540 w 334425"/>
                <a:gd name="connsiteY268" fmla="*/ 229507 h 247539"/>
                <a:gd name="connsiteX269" fmla="*/ 245901 w 334425"/>
                <a:gd name="connsiteY269" fmla="*/ 229507 h 247539"/>
                <a:gd name="connsiteX270" fmla="*/ 242622 w 334425"/>
                <a:gd name="connsiteY270" fmla="*/ 227868 h 247539"/>
                <a:gd name="connsiteX271" fmla="*/ 239343 w 334425"/>
                <a:gd name="connsiteY271" fmla="*/ 229507 h 247539"/>
                <a:gd name="connsiteX272" fmla="*/ 234425 w 334425"/>
                <a:gd name="connsiteY272" fmla="*/ 232786 h 247539"/>
                <a:gd name="connsiteX273" fmla="*/ 231147 w 334425"/>
                <a:gd name="connsiteY273" fmla="*/ 234425 h 247539"/>
                <a:gd name="connsiteX274" fmla="*/ 227868 w 334425"/>
                <a:gd name="connsiteY274" fmla="*/ 232786 h 247539"/>
                <a:gd name="connsiteX275" fmla="*/ 224589 w 334425"/>
                <a:gd name="connsiteY275" fmla="*/ 229507 h 247539"/>
                <a:gd name="connsiteX276" fmla="*/ 222950 w 334425"/>
                <a:gd name="connsiteY276" fmla="*/ 229507 h 247539"/>
                <a:gd name="connsiteX277" fmla="*/ 219672 w 334425"/>
                <a:gd name="connsiteY277" fmla="*/ 231147 h 247539"/>
                <a:gd name="connsiteX278" fmla="*/ 214753 w 334425"/>
                <a:gd name="connsiteY278" fmla="*/ 229507 h 247539"/>
                <a:gd name="connsiteX279" fmla="*/ 214753 w 334425"/>
                <a:gd name="connsiteY279" fmla="*/ 231147 h 247539"/>
                <a:gd name="connsiteX280" fmla="*/ 211475 w 334425"/>
                <a:gd name="connsiteY280" fmla="*/ 229507 h 247539"/>
                <a:gd name="connsiteX281" fmla="*/ 208196 w 334425"/>
                <a:gd name="connsiteY281" fmla="*/ 232786 h 247539"/>
                <a:gd name="connsiteX282" fmla="*/ 204917 w 334425"/>
                <a:gd name="connsiteY282" fmla="*/ 236065 h 247539"/>
                <a:gd name="connsiteX283" fmla="*/ 204917 w 334425"/>
                <a:gd name="connsiteY283" fmla="*/ 236065 h 247539"/>
                <a:gd name="connsiteX284" fmla="*/ 201639 w 334425"/>
                <a:gd name="connsiteY284" fmla="*/ 237704 h 247539"/>
                <a:gd name="connsiteX285" fmla="*/ 196720 w 334425"/>
                <a:gd name="connsiteY285" fmla="*/ 239343 h 247539"/>
                <a:gd name="connsiteX286" fmla="*/ 196720 w 334425"/>
                <a:gd name="connsiteY286" fmla="*/ 239343 h 247539"/>
                <a:gd name="connsiteX287" fmla="*/ 195081 w 334425"/>
                <a:gd name="connsiteY287" fmla="*/ 236065 h 247539"/>
                <a:gd name="connsiteX288" fmla="*/ 193442 w 334425"/>
                <a:gd name="connsiteY288" fmla="*/ 231147 h 247539"/>
                <a:gd name="connsiteX289" fmla="*/ 193442 w 334425"/>
                <a:gd name="connsiteY289" fmla="*/ 231147 h 247539"/>
                <a:gd name="connsiteX290" fmla="*/ 190163 w 334425"/>
                <a:gd name="connsiteY290" fmla="*/ 229507 h 247539"/>
                <a:gd name="connsiteX291" fmla="*/ 190163 w 334425"/>
                <a:gd name="connsiteY291" fmla="*/ 229507 h 247539"/>
                <a:gd name="connsiteX292" fmla="*/ 185245 w 334425"/>
                <a:gd name="connsiteY292" fmla="*/ 226229 h 247539"/>
                <a:gd name="connsiteX293" fmla="*/ 183606 w 334425"/>
                <a:gd name="connsiteY293" fmla="*/ 222950 h 247539"/>
                <a:gd name="connsiteX294" fmla="*/ 183606 w 334425"/>
                <a:gd name="connsiteY294" fmla="*/ 222950 h 247539"/>
                <a:gd name="connsiteX295" fmla="*/ 180327 w 334425"/>
                <a:gd name="connsiteY295" fmla="*/ 222950 h 247539"/>
                <a:gd name="connsiteX296" fmla="*/ 177049 w 334425"/>
                <a:gd name="connsiteY296" fmla="*/ 224589 h 247539"/>
                <a:gd name="connsiteX297" fmla="*/ 173770 w 334425"/>
                <a:gd name="connsiteY297" fmla="*/ 227868 h 247539"/>
                <a:gd name="connsiteX298" fmla="*/ 170491 w 334425"/>
                <a:gd name="connsiteY298" fmla="*/ 229507 h 247539"/>
                <a:gd name="connsiteX299" fmla="*/ 165573 w 334425"/>
                <a:gd name="connsiteY299" fmla="*/ 231147 h 247539"/>
                <a:gd name="connsiteX300" fmla="*/ 165573 w 334425"/>
                <a:gd name="connsiteY300" fmla="*/ 229507 h 247539"/>
                <a:gd name="connsiteX301" fmla="*/ 165573 w 334425"/>
                <a:gd name="connsiteY301" fmla="*/ 226229 h 247539"/>
                <a:gd name="connsiteX302" fmla="*/ 162295 w 334425"/>
                <a:gd name="connsiteY302" fmla="*/ 224589 h 247539"/>
                <a:gd name="connsiteX303" fmla="*/ 162295 w 334425"/>
                <a:gd name="connsiteY303" fmla="*/ 224589 h 247539"/>
                <a:gd name="connsiteX304" fmla="*/ 160655 w 334425"/>
                <a:gd name="connsiteY304" fmla="*/ 221310 h 247539"/>
                <a:gd name="connsiteX305" fmla="*/ 157376 w 334425"/>
                <a:gd name="connsiteY305" fmla="*/ 218032 h 247539"/>
                <a:gd name="connsiteX306" fmla="*/ 154098 w 334425"/>
                <a:gd name="connsiteY306" fmla="*/ 216393 h 247539"/>
                <a:gd name="connsiteX307" fmla="*/ 154098 w 334425"/>
                <a:gd name="connsiteY307" fmla="*/ 214753 h 247539"/>
                <a:gd name="connsiteX308" fmla="*/ 154098 w 334425"/>
                <a:gd name="connsiteY308" fmla="*/ 214753 h 247539"/>
                <a:gd name="connsiteX309" fmla="*/ 152459 w 334425"/>
                <a:gd name="connsiteY309" fmla="*/ 213114 h 247539"/>
                <a:gd name="connsiteX310" fmla="*/ 150819 w 334425"/>
                <a:gd name="connsiteY310" fmla="*/ 209835 h 247539"/>
                <a:gd name="connsiteX311" fmla="*/ 147540 w 334425"/>
                <a:gd name="connsiteY311" fmla="*/ 208196 h 247539"/>
                <a:gd name="connsiteX312" fmla="*/ 144262 w 334425"/>
                <a:gd name="connsiteY312" fmla="*/ 206557 h 247539"/>
                <a:gd name="connsiteX313" fmla="*/ 144262 w 334425"/>
                <a:gd name="connsiteY313" fmla="*/ 208196 h 247539"/>
                <a:gd name="connsiteX314" fmla="*/ 144262 w 334425"/>
                <a:gd name="connsiteY314" fmla="*/ 208196 h 247539"/>
                <a:gd name="connsiteX315" fmla="*/ 142623 w 334425"/>
                <a:gd name="connsiteY315" fmla="*/ 208196 h 247539"/>
                <a:gd name="connsiteX316" fmla="*/ 139344 w 334425"/>
                <a:gd name="connsiteY316" fmla="*/ 206557 h 247539"/>
                <a:gd name="connsiteX317" fmla="*/ 136065 w 334425"/>
                <a:gd name="connsiteY317" fmla="*/ 204917 h 247539"/>
                <a:gd name="connsiteX318" fmla="*/ 134426 w 334425"/>
                <a:gd name="connsiteY318" fmla="*/ 201638 h 247539"/>
                <a:gd name="connsiteX319" fmla="*/ 131147 w 334425"/>
                <a:gd name="connsiteY319" fmla="*/ 204917 h 247539"/>
                <a:gd name="connsiteX320" fmla="*/ 127869 w 334425"/>
                <a:gd name="connsiteY320" fmla="*/ 204917 h 247539"/>
                <a:gd name="connsiteX321" fmla="*/ 126229 w 334425"/>
                <a:gd name="connsiteY321" fmla="*/ 204917 h 247539"/>
                <a:gd name="connsiteX322" fmla="*/ 122950 w 334425"/>
                <a:gd name="connsiteY322" fmla="*/ 199999 h 247539"/>
                <a:gd name="connsiteX323" fmla="*/ 121311 w 334425"/>
                <a:gd name="connsiteY323" fmla="*/ 199999 h 247539"/>
                <a:gd name="connsiteX324" fmla="*/ 122950 w 334425"/>
                <a:gd name="connsiteY324" fmla="*/ 196720 h 247539"/>
                <a:gd name="connsiteX325" fmla="*/ 122950 w 334425"/>
                <a:gd name="connsiteY325" fmla="*/ 191803 h 247539"/>
                <a:gd name="connsiteX326" fmla="*/ 119672 w 334425"/>
                <a:gd name="connsiteY326" fmla="*/ 193442 h 247539"/>
                <a:gd name="connsiteX327" fmla="*/ 116393 w 334425"/>
                <a:gd name="connsiteY327" fmla="*/ 193442 h 247539"/>
                <a:gd name="connsiteX328" fmla="*/ 114754 w 334425"/>
                <a:gd name="connsiteY328" fmla="*/ 193442 h 247539"/>
                <a:gd name="connsiteX329" fmla="*/ 114754 w 334425"/>
                <a:gd name="connsiteY329" fmla="*/ 193442 h 247539"/>
                <a:gd name="connsiteX330" fmla="*/ 111475 w 334425"/>
                <a:gd name="connsiteY330" fmla="*/ 193442 h 247539"/>
                <a:gd name="connsiteX331" fmla="*/ 109836 w 334425"/>
                <a:gd name="connsiteY331" fmla="*/ 191803 h 247539"/>
                <a:gd name="connsiteX332" fmla="*/ 106557 w 334425"/>
                <a:gd name="connsiteY332" fmla="*/ 190163 h 247539"/>
                <a:gd name="connsiteX333" fmla="*/ 103279 w 334425"/>
                <a:gd name="connsiteY333" fmla="*/ 188524 h 247539"/>
                <a:gd name="connsiteX334" fmla="*/ 98360 w 334425"/>
                <a:gd name="connsiteY334" fmla="*/ 186885 h 247539"/>
                <a:gd name="connsiteX335" fmla="*/ 95082 w 334425"/>
                <a:gd name="connsiteY335" fmla="*/ 185245 h 247539"/>
                <a:gd name="connsiteX336" fmla="*/ 95082 w 334425"/>
                <a:gd name="connsiteY336" fmla="*/ 190163 h 247539"/>
                <a:gd name="connsiteX337" fmla="*/ 98360 w 334425"/>
                <a:gd name="connsiteY337" fmla="*/ 193442 h 247539"/>
                <a:gd name="connsiteX338" fmla="*/ 95082 w 334425"/>
                <a:gd name="connsiteY338" fmla="*/ 196720 h 247539"/>
                <a:gd name="connsiteX339" fmla="*/ 93442 w 334425"/>
                <a:gd name="connsiteY339" fmla="*/ 196720 h 247539"/>
                <a:gd name="connsiteX340" fmla="*/ 90164 w 334425"/>
                <a:gd name="connsiteY340" fmla="*/ 198360 h 247539"/>
                <a:gd name="connsiteX341" fmla="*/ 88525 w 334425"/>
                <a:gd name="connsiteY341" fmla="*/ 199999 h 247539"/>
                <a:gd name="connsiteX342" fmla="*/ 88525 w 334425"/>
                <a:gd name="connsiteY342" fmla="*/ 199999 h 247539"/>
                <a:gd name="connsiteX343" fmla="*/ 85246 w 334425"/>
                <a:gd name="connsiteY343" fmla="*/ 198360 h 247539"/>
                <a:gd name="connsiteX344" fmla="*/ 83606 w 334425"/>
                <a:gd name="connsiteY344" fmla="*/ 195081 h 247539"/>
                <a:gd name="connsiteX345" fmla="*/ 80328 w 334425"/>
                <a:gd name="connsiteY345" fmla="*/ 191803 h 247539"/>
                <a:gd name="connsiteX346" fmla="*/ 75410 w 334425"/>
                <a:gd name="connsiteY346" fmla="*/ 188524 h 247539"/>
                <a:gd name="connsiteX347" fmla="*/ 72131 w 334425"/>
                <a:gd name="connsiteY347" fmla="*/ 186885 h 247539"/>
                <a:gd name="connsiteX348" fmla="*/ 70492 w 334425"/>
                <a:gd name="connsiteY348" fmla="*/ 186885 h 247539"/>
                <a:gd name="connsiteX349" fmla="*/ 75410 w 334425"/>
                <a:gd name="connsiteY349" fmla="*/ 183606 h 247539"/>
                <a:gd name="connsiteX350" fmla="*/ 77049 w 334425"/>
                <a:gd name="connsiteY350" fmla="*/ 181966 h 247539"/>
                <a:gd name="connsiteX351" fmla="*/ 77049 w 334425"/>
                <a:gd name="connsiteY351" fmla="*/ 177048 h 247539"/>
                <a:gd name="connsiteX352" fmla="*/ 73770 w 334425"/>
                <a:gd name="connsiteY352" fmla="*/ 175409 h 247539"/>
                <a:gd name="connsiteX353" fmla="*/ 72131 w 334425"/>
                <a:gd name="connsiteY353" fmla="*/ 177048 h 247539"/>
                <a:gd name="connsiteX354" fmla="*/ 68852 w 334425"/>
                <a:gd name="connsiteY354" fmla="*/ 177048 h 247539"/>
                <a:gd name="connsiteX355" fmla="*/ 65573 w 334425"/>
                <a:gd name="connsiteY355" fmla="*/ 178688 h 247539"/>
                <a:gd name="connsiteX356" fmla="*/ 63935 w 334425"/>
                <a:gd name="connsiteY356" fmla="*/ 175409 h 247539"/>
                <a:gd name="connsiteX357" fmla="*/ 63935 w 334425"/>
                <a:gd name="connsiteY357" fmla="*/ 175409 h 247539"/>
                <a:gd name="connsiteX358" fmla="*/ 60656 w 334425"/>
                <a:gd name="connsiteY358" fmla="*/ 175409 h 247539"/>
                <a:gd name="connsiteX359" fmla="*/ 57377 w 334425"/>
                <a:gd name="connsiteY359" fmla="*/ 172130 h 247539"/>
                <a:gd name="connsiteX360" fmla="*/ 52459 w 334425"/>
                <a:gd name="connsiteY360" fmla="*/ 172130 h 247539"/>
                <a:gd name="connsiteX361" fmla="*/ 49180 w 334425"/>
                <a:gd name="connsiteY361" fmla="*/ 172130 h 247539"/>
                <a:gd name="connsiteX362" fmla="*/ 45902 w 334425"/>
                <a:gd name="connsiteY362" fmla="*/ 170491 h 247539"/>
                <a:gd name="connsiteX363" fmla="*/ 42623 w 334425"/>
                <a:gd name="connsiteY363" fmla="*/ 170491 h 247539"/>
                <a:gd name="connsiteX364" fmla="*/ 40983 w 334425"/>
                <a:gd name="connsiteY364" fmla="*/ 167213 h 247539"/>
                <a:gd name="connsiteX365" fmla="*/ 40983 w 334425"/>
                <a:gd name="connsiteY365" fmla="*/ 163934 h 247539"/>
                <a:gd name="connsiteX366" fmla="*/ 37705 w 334425"/>
                <a:gd name="connsiteY366" fmla="*/ 162294 h 247539"/>
                <a:gd name="connsiteX367" fmla="*/ 34426 w 334425"/>
                <a:gd name="connsiteY367" fmla="*/ 162294 h 247539"/>
                <a:gd name="connsiteX368" fmla="*/ 32787 w 334425"/>
                <a:gd name="connsiteY368" fmla="*/ 160655 h 247539"/>
                <a:gd name="connsiteX369" fmla="*/ 32787 w 334425"/>
                <a:gd name="connsiteY369" fmla="*/ 162294 h 247539"/>
                <a:gd name="connsiteX370" fmla="*/ 31148 w 334425"/>
                <a:gd name="connsiteY370" fmla="*/ 162294 h 247539"/>
                <a:gd name="connsiteX371" fmla="*/ 31148 w 334425"/>
                <a:gd name="connsiteY371" fmla="*/ 162294 h 247539"/>
                <a:gd name="connsiteX372" fmla="*/ 31148 w 334425"/>
                <a:gd name="connsiteY372" fmla="*/ 165573 h 247539"/>
                <a:gd name="connsiteX373" fmla="*/ 31148 w 334425"/>
                <a:gd name="connsiteY373" fmla="*/ 165573 h 247539"/>
                <a:gd name="connsiteX374" fmla="*/ 31148 w 334425"/>
                <a:gd name="connsiteY374" fmla="*/ 167213 h 247539"/>
                <a:gd name="connsiteX375" fmla="*/ 26229 w 334425"/>
                <a:gd name="connsiteY375" fmla="*/ 167213 h 247539"/>
                <a:gd name="connsiteX376" fmla="*/ 26229 w 334425"/>
                <a:gd name="connsiteY376" fmla="*/ 167213 h 247539"/>
                <a:gd name="connsiteX377" fmla="*/ 24590 w 334425"/>
                <a:gd name="connsiteY377" fmla="*/ 167213 h 247539"/>
                <a:gd name="connsiteX378" fmla="*/ 24590 w 334425"/>
                <a:gd name="connsiteY378" fmla="*/ 167213 h 247539"/>
                <a:gd name="connsiteX379" fmla="*/ 26229 w 334425"/>
                <a:gd name="connsiteY379" fmla="*/ 165573 h 247539"/>
                <a:gd name="connsiteX380" fmla="*/ 26229 w 334425"/>
                <a:gd name="connsiteY380" fmla="*/ 163934 h 247539"/>
                <a:gd name="connsiteX381" fmla="*/ 27869 w 334425"/>
                <a:gd name="connsiteY381" fmla="*/ 160655 h 247539"/>
                <a:gd name="connsiteX382" fmla="*/ 29508 w 334425"/>
                <a:gd name="connsiteY382" fmla="*/ 160655 h 247539"/>
                <a:gd name="connsiteX383" fmla="*/ 29508 w 334425"/>
                <a:gd name="connsiteY383" fmla="*/ 155737 h 247539"/>
                <a:gd name="connsiteX384" fmla="*/ 29508 w 334425"/>
                <a:gd name="connsiteY384" fmla="*/ 155737 h 247539"/>
                <a:gd name="connsiteX385" fmla="*/ 29508 w 334425"/>
                <a:gd name="connsiteY385" fmla="*/ 155737 h 247539"/>
                <a:gd name="connsiteX386" fmla="*/ 31148 w 334425"/>
                <a:gd name="connsiteY386" fmla="*/ 150819 h 247539"/>
                <a:gd name="connsiteX387" fmla="*/ 31148 w 334425"/>
                <a:gd name="connsiteY387" fmla="*/ 149180 h 247539"/>
                <a:gd name="connsiteX388" fmla="*/ 29508 w 334425"/>
                <a:gd name="connsiteY388" fmla="*/ 149180 h 247539"/>
                <a:gd name="connsiteX389" fmla="*/ 29508 w 334425"/>
                <a:gd name="connsiteY389" fmla="*/ 145901 h 247539"/>
                <a:gd name="connsiteX390" fmla="*/ 29508 w 334425"/>
                <a:gd name="connsiteY390" fmla="*/ 144262 h 247539"/>
                <a:gd name="connsiteX391" fmla="*/ 24590 w 334425"/>
                <a:gd name="connsiteY391" fmla="*/ 140983 h 247539"/>
                <a:gd name="connsiteX392" fmla="*/ 21312 w 334425"/>
                <a:gd name="connsiteY392" fmla="*/ 139344 h 247539"/>
                <a:gd name="connsiteX393" fmla="*/ 21312 w 334425"/>
                <a:gd name="connsiteY393" fmla="*/ 139344 h 247539"/>
                <a:gd name="connsiteX394" fmla="*/ 21312 w 334425"/>
                <a:gd name="connsiteY394" fmla="*/ 136065 h 247539"/>
                <a:gd name="connsiteX395" fmla="*/ 21312 w 334425"/>
                <a:gd name="connsiteY395" fmla="*/ 132786 h 247539"/>
                <a:gd name="connsiteX396" fmla="*/ 18033 w 334425"/>
                <a:gd name="connsiteY396" fmla="*/ 131147 h 247539"/>
                <a:gd name="connsiteX397" fmla="*/ 16393 w 334425"/>
                <a:gd name="connsiteY397" fmla="*/ 126229 h 247539"/>
                <a:gd name="connsiteX398" fmla="*/ 19672 w 334425"/>
                <a:gd name="connsiteY398" fmla="*/ 122950 h 247539"/>
                <a:gd name="connsiteX399" fmla="*/ 19672 w 334425"/>
                <a:gd name="connsiteY399" fmla="*/ 122950 h 247539"/>
                <a:gd name="connsiteX400" fmla="*/ 19672 w 334425"/>
                <a:gd name="connsiteY400" fmla="*/ 121311 h 247539"/>
                <a:gd name="connsiteX401" fmla="*/ 19672 w 334425"/>
                <a:gd name="connsiteY401" fmla="*/ 121311 h 247539"/>
                <a:gd name="connsiteX402" fmla="*/ 19672 w 334425"/>
                <a:gd name="connsiteY402" fmla="*/ 121311 h 247539"/>
                <a:gd name="connsiteX403" fmla="*/ 19672 w 334425"/>
                <a:gd name="connsiteY403" fmla="*/ 119672 h 247539"/>
                <a:gd name="connsiteX404" fmla="*/ 21312 w 334425"/>
                <a:gd name="connsiteY404" fmla="*/ 116393 h 247539"/>
                <a:gd name="connsiteX405" fmla="*/ 19672 w 334425"/>
                <a:gd name="connsiteY405" fmla="*/ 113114 h 247539"/>
                <a:gd name="connsiteX406" fmla="*/ 19672 w 334425"/>
                <a:gd name="connsiteY406" fmla="*/ 109836 h 247539"/>
                <a:gd name="connsiteX407" fmla="*/ 19672 w 334425"/>
                <a:gd name="connsiteY407" fmla="*/ 108196 h 247539"/>
                <a:gd name="connsiteX408" fmla="*/ 14754 w 334425"/>
                <a:gd name="connsiteY408" fmla="*/ 108196 h 247539"/>
                <a:gd name="connsiteX409" fmla="*/ 14754 w 334425"/>
                <a:gd name="connsiteY409" fmla="*/ 106557 h 247539"/>
                <a:gd name="connsiteX410" fmla="*/ 14754 w 334425"/>
                <a:gd name="connsiteY410" fmla="*/ 106557 h 247539"/>
                <a:gd name="connsiteX411" fmla="*/ 14754 w 334425"/>
                <a:gd name="connsiteY411" fmla="*/ 104918 h 247539"/>
                <a:gd name="connsiteX412" fmla="*/ 14754 w 334425"/>
                <a:gd name="connsiteY412" fmla="*/ 101639 h 247539"/>
                <a:gd name="connsiteX413" fmla="*/ 16393 w 334425"/>
                <a:gd name="connsiteY413" fmla="*/ 98360 h 247539"/>
                <a:gd name="connsiteX414" fmla="*/ 16393 w 334425"/>
                <a:gd name="connsiteY414" fmla="*/ 95082 h 247539"/>
                <a:gd name="connsiteX415" fmla="*/ 16393 w 334425"/>
                <a:gd name="connsiteY415" fmla="*/ 95082 h 247539"/>
                <a:gd name="connsiteX416" fmla="*/ 16393 w 334425"/>
                <a:gd name="connsiteY416" fmla="*/ 95082 h 247539"/>
                <a:gd name="connsiteX417" fmla="*/ 11476 w 334425"/>
                <a:gd name="connsiteY417" fmla="*/ 91803 h 247539"/>
                <a:gd name="connsiteX418" fmla="*/ 9836 w 334425"/>
                <a:gd name="connsiteY418" fmla="*/ 90164 h 247539"/>
                <a:gd name="connsiteX419" fmla="*/ 6558 w 334425"/>
                <a:gd name="connsiteY419" fmla="*/ 86885 h 247539"/>
                <a:gd name="connsiteX420" fmla="*/ 3279 w 334425"/>
                <a:gd name="connsiteY420" fmla="*/ 85246 h 247539"/>
                <a:gd name="connsiteX421" fmla="*/ 0 w 334425"/>
                <a:gd name="connsiteY421" fmla="*/ 83606 h 24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</a:cxnLst>
              <a:rect l="l" t="t" r="r" b="b"/>
              <a:pathLst>
                <a:path w="334425" h="247539">
                  <a:moveTo>
                    <a:pt x="0" y="83606"/>
                  </a:moveTo>
                  <a:lnTo>
                    <a:pt x="0" y="81967"/>
                  </a:lnTo>
                  <a:lnTo>
                    <a:pt x="0" y="81967"/>
                  </a:lnTo>
                  <a:lnTo>
                    <a:pt x="0" y="81967"/>
                  </a:lnTo>
                  <a:lnTo>
                    <a:pt x="1639" y="78688"/>
                  </a:lnTo>
                  <a:lnTo>
                    <a:pt x="4918" y="77049"/>
                  </a:lnTo>
                  <a:lnTo>
                    <a:pt x="4918" y="77049"/>
                  </a:lnTo>
                  <a:lnTo>
                    <a:pt x="4918" y="75410"/>
                  </a:lnTo>
                  <a:lnTo>
                    <a:pt x="6558" y="73770"/>
                  </a:lnTo>
                  <a:lnTo>
                    <a:pt x="8197" y="73770"/>
                  </a:lnTo>
                  <a:lnTo>
                    <a:pt x="8197" y="70492"/>
                  </a:lnTo>
                  <a:lnTo>
                    <a:pt x="6558" y="70492"/>
                  </a:lnTo>
                  <a:lnTo>
                    <a:pt x="9836" y="67213"/>
                  </a:lnTo>
                  <a:lnTo>
                    <a:pt x="9836" y="65573"/>
                  </a:lnTo>
                  <a:lnTo>
                    <a:pt x="8197" y="63934"/>
                  </a:lnTo>
                  <a:lnTo>
                    <a:pt x="8197" y="62295"/>
                  </a:lnTo>
                  <a:lnTo>
                    <a:pt x="6558" y="59016"/>
                  </a:lnTo>
                  <a:lnTo>
                    <a:pt x="6558" y="59016"/>
                  </a:lnTo>
                  <a:lnTo>
                    <a:pt x="6558" y="57377"/>
                  </a:lnTo>
                  <a:lnTo>
                    <a:pt x="4918" y="54098"/>
                  </a:lnTo>
                  <a:lnTo>
                    <a:pt x="3279" y="50820"/>
                  </a:lnTo>
                  <a:lnTo>
                    <a:pt x="3279" y="47541"/>
                  </a:lnTo>
                  <a:lnTo>
                    <a:pt x="6558" y="47541"/>
                  </a:lnTo>
                  <a:lnTo>
                    <a:pt x="9836" y="49180"/>
                  </a:lnTo>
                  <a:lnTo>
                    <a:pt x="13115" y="49180"/>
                  </a:lnTo>
                  <a:lnTo>
                    <a:pt x="13115" y="45901"/>
                  </a:lnTo>
                  <a:lnTo>
                    <a:pt x="13115" y="44262"/>
                  </a:lnTo>
                  <a:lnTo>
                    <a:pt x="14754" y="40983"/>
                  </a:lnTo>
                  <a:lnTo>
                    <a:pt x="14754" y="40983"/>
                  </a:lnTo>
                  <a:lnTo>
                    <a:pt x="13115" y="44262"/>
                  </a:lnTo>
                  <a:lnTo>
                    <a:pt x="9836" y="40983"/>
                  </a:lnTo>
                  <a:lnTo>
                    <a:pt x="6558" y="40983"/>
                  </a:lnTo>
                  <a:lnTo>
                    <a:pt x="6558" y="40983"/>
                  </a:lnTo>
                  <a:lnTo>
                    <a:pt x="8197" y="40983"/>
                  </a:lnTo>
                  <a:lnTo>
                    <a:pt x="4918" y="42623"/>
                  </a:lnTo>
                  <a:lnTo>
                    <a:pt x="1639" y="40983"/>
                  </a:lnTo>
                  <a:lnTo>
                    <a:pt x="1639" y="39344"/>
                  </a:lnTo>
                  <a:lnTo>
                    <a:pt x="1639" y="37705"/>
                  </a:lnTo>
                  <a:lnTo>
                    <a:pt x="3279" y="39344"/>
                  </a:lnTo>
                  <a:lnTo>
                    <a:pt x="6558" y="39344"/>
                  </a:lnTo>
                  <a:lnTo>
                    <a:pt x="9836" y="37705"/>
                  </a:lnTo>
                  <a:lnTo>
                    <a:pt x="14754" y="36066"/>
                  </a:lnTo>
                  <a:lnTo>
                    <a:pt x="18033" y="34426"/>
                  </a:lnTo>
                  <a:lnTo>
                    <a:pt x="19672" y="34426"/>
                  </a:lnTo>
                  <a:lnTo>
                    <a:pt x="22951" y="32787"/>
                  </a:lnTo>
                  <a:lnTo>
                    <a:pt x="26229" y="32787"/>
                  </a:lnTo>
                  <a:lnTo>
                    <a:pt x="27869" y="31148"/>
                  </a:lnTo>
                  <a:lnTo>
                    <a:pt x="32787" y="31148"/>
                  </a:lnTo>
                  <a:lnTo>
                    <a:pt x="36066" y="29508"/>
                  </a:lnTo>
                  <a:lnTo>
                    <a:pt x="39344" y="27869"/>
                  </a:lnTo>
                  <a:lnTo>
                    <a:pt x="42623" y="27869"/>
                  </a:lnTo>
                  <a:lnTo>
                    <a:pt x="45902" y="27869"/>
                  </a:lnTo>
                  <a:lnTo>
                    <a:pt x="50820" y="26229"/>
                  </a:lnTo>
                  <a:lnTo>
                    <a:pt x="54098" y="24590"/>
                  </a:lnTo>
                  <a:lnTo>
                    <a:pt x="57377" y="24590"/>
                  </a:lnTo>
                  <a:lnTo>
                    <a:pt x="60656" y="24590"/>
                  </a:lnTo>
                  <a:lnTo>
                    <a:pt x="65573" y="22951"/>
                  </a:lnTo>
                  <a:lnTo>
                    <a:pt x="67213" y="19672"/>
                  </a:lnTo>
                  <a:lnTo>
                    <a:pt x="70492" y="16393"/>
                  </a:lnTo>
                  <a:lnTo>
                    <a:pt x="73770" y="13115"/>
                  </a:lnTo>
                  <a:lnTo>
                    <a:pt x="75410" y="13115"/>
                  </a:lnTo>
                  <a:lnTo>
                    <a:pt x="78688" y="11476"/>
                  </a:lnTo>
                  <a:lnTo>
                    <a:pt x="83606" y="11476"/>
                  </a:lnTo>
                  <a:lnTo>
                    <a:pt x="86885" y="9836"/>
                  </a:lnTo>
                  <a:lnTo>
                    <a:pt x="90164" y="8197"/>
                  </a:lnTo>
                  <a:lnTo>
                    <a:pt x="93442" y="6557"/>
                  </a:lnTo>
                  <a:lnTo>
                    <a:pt x="98360" y="4918"/>
                  </a:lnTo>
                  <a:lnTo>
                    <a:pt x="101639" y="4918"/>
                  </a:lnTo>
                  <a:lnTo>
                    <a:pt x="104918" y="3279"/>
                  </a:lnTo>
                  <a:lnTo>
                    <a:pt x="108196" y="3279"/>
                  </a:lnTo>
                  <a:lnTo>
                    <a:pt x="113115" y="3279"/>
                  </a:lnTo>
                  <a:lnTo>
                    <a:pt x="114754" y="1639"/>
                  </a:lnTo>
                  <a:lnTo>
                    <a:pt x="118032" y="1639"/>
                  </a:lnTo>
                  <a:lnTo>
                    <a:pt x="122950" y="0"/>
                  </a:lnTo>
                  <a:lnTo>
                    <a:pt x="126229" y="0"/>
                  </a:lnTo>
                  <a:lnTo>
                    <a:pt x="129508" y="0"/>
                  </a:lnTo>
                  <a:lnTo>
                    <a:pt x="132786" y="0"/>
                  </a:lnTo>
                  <a:lnTo>
                    <a:pt x="137705" y="3279"/>
                  </a:lnTo>
                  <a:lnTo>
                    <a:pt x="139344" y="3279"/>
                  </a:lnTo>
                  <a:lnTo>
                    <a:pt x="142623" y="4918"/>
                  </a:lnTo>
                  <a:lnTo>
                    <a:pt x="147540" y="8197"/>
                  </a:lnTo>
                  <a:lnTo>
                    <a:pt x="142623" y="4918"/>
                  </a:lnTo>
                  <a:lnTo>
                    <a:pt x="139344" y="3279"/>
                  </a:lnTo>
                  <a:lnTo>
                    <a:pt x="136065" y="4918"/>
                  </a:lnTo>
                  <a:lnTo>
                    <a:pt x="139344" y="8197"/>
                  </a:lnTo>
                  <a:lnTo>
                    <a:pt x="140983" y="9836"/>
                  </a:lnTo>
                  <a:lnTo>
                    <a:pt x="140983" y="14754"/>
                  </a:lnTo>
                  <a:lnTo>
                    <a:pt x="144262" y="18033"/>
                  </a:lnTo>
                  <a:lnTo>
                    <a:pt x="145901" y="18033"/>
                  </a:lnTo>
                  <a:lnTo>
                    <a:pt x="149180" y="19672"/>
                  </a:lnTo>
                  <a:lnTo>
                    <a:pt x="150819" y="19672"/>
                  </a:lnTo>
                  <a:lnTo>
                    <a:pt x="154098" y="19672"/>
                  </a:lnTo>
                  <a:lnTo>
                    <a:pt x="157376" y="21311"/>
                  </a:lnTo>
                  <a:lnTo>
                    <a:pt x="160655" y="21311"/>
                  </a:lnTo>
                  <a:lnTo>
                    <a:pt x="163934" y="19672"/>
                  </a:lnTo>
                  <a:lnTo>
                    <a:pt x="168852" y="19672"/>
                  </a:lnTo>
                  <a:lnTo>
                    <a:pt x="172130" y="18033"/>
                  </a:lnTo>
                  <a:lnTo>
                    <a:pt x="175409" y="16393"/>
                  </a:lnTo>
                  <a:lnTo>
                    <a:pt x="177049" y="16393"/>
                  </a:lnTo>
                  <a:lnTo>
                    <a:pt x="172130" y="18033"/>
                  </a:lnTo>
                  <a:lnTo>
                    <a:pt x="168852" y="19672"/>
                  </a:lnTo>
                  <a:lnTo>
                    <a:pt x="165573" y="21311"/>
                  </a:lnTo>
                  <a:lnTo>
                    <a:pt x="163934" y="21311"/>
                  </a:lnTo>
                  <a:lnTo>
                    <a:pt x="163934" y="22951"/>
                  </a:lnTo>
                  <a:lnTo>
                    <a:pt x="165573" y="22951"/>
                  </a:lnTo>
                  <a:lnTo>
                    <a:pt x="170491" y="22951"/>
                  </a:lnTo>
                  <a:lnTo>
                    <a:pt x="173770" y="21311"/>
                  </a:lnTo>
                  <a:lnTo>
                    <a:pt x="177049" y="19672"/>
                  </a:lnTo>
                  <a:lnTo>
                    <a:pt x="180327" y="16393"/>
                  </a:lnTo>
                  <a:lnTo>
                    <a:pt x="181966" y="16393"/>
                  </a:lnTo>
                  <a:lnTo>
                    <a:pt x="183606" y="16393"/>
                  </a:lnTo>
                  <a:lnTo>
                    <a:pt x="183606" y="18033"/>
                  </a:lnTo>
                  <a:lnTo>
                    <a:pt x="185245" y="18033"/>
                  </a:lnTo>
                  <a:lnTo>
                    <a:pt x="188524" y="18033"/>
                  </a:lnTo>
                  <a:lnTo>
                    <a:pt x="188524" y="18033"/>
                  </a:lnTo>
                  <a:lnTo>
                    <a:pt x="190163" y="18033"/>
                  </a:lnTo>
                  <a:lnTo>
                    <a:pt x="193442" y="18033"/>
                  </a:lnTo>
                  <a:lnTo>
                    <a:pt x="196720" y="18033"/>
                  </a:lnTo>
                  <a:lnTo>
                    <a:pt x="198360" y="19672"/>
                  </a:lnTo>
                  <a:lnTo>
                    <a:pt x="199999" y="19672"/>
                  </a:lnTo>
                  <a:lnTo>
                    <a:pt x="204917" y="19672"/>
                  </a:lnTo>
                  <a:lnTo>
                    <a:pt x="208196" y="19672"/>
                  </a:lnTo>
                  <a:lnTo>
                    <a:pt x="209835" y="19672"/>
                  </a:lnTo>
                  <a:lnTo>
                    <a:pt x="211475" y="19672"/>
                  </a:lnTo>
                  <a:lnTo>
                    <a:pt x="211475" y="19672"/>
                  </a:lnTo>
                  <a:lnTo>
                    <a:pt x="214753" y="19672"/>
                  </a:lnTo>
                  <a:lnTo>
                    <a:pt x="218032" y="19672"/>
                  </a:lnTo>
                  <a:lnTo>
                    <a:pt x="222950" y="21311"/>
                  </a:lnTo>
                  <a:lnTo>
                    <a:pt x="226229" y="21311"/>
                  </a:lnTo>
                  <a:lnTo>
                    <a:pt x="229507" y="21311"/>
                  </a:lnTo>
                  <a:lnTo>
                    <a:pt x="231147" y="21311"/>
                  </a:lnTo>
                  <a:lnTo>
                    <a:pt x="231147" y="21311"/>
                  </a:lnTo>
                  <a:lnTo>
                    <a:pt x="231147" y="21311"/>
                  </a:lnTo>
                  <a:lnTo>
                    <a:pt x="236065" y="21311"/>
                  </a:lnTo>
                  <a:lnTo>
                    <a:pt x="239343" y="21311"/>
                  </a:lnTo>
                  <a:lnTo>
                    <a:pt x="240983" y="21311"/>
                  </a:lnTo>
                  <a:lnTo>
                    <a:pt x="240983" y="21311"/>
                  </a:lnTo>
                  <a:lnTo>
                    <a:pt x="244262" y="21311"/>
                  </a:lnTo>
                  <a:lnTo>
                    <a:pt x="249179" y="21311"/>
                  </a:lnTo>
                  <a:lnTo>
                    <a:pt x="252458" y="21311"/>
                  </a:lnTo>
                  <a:lnTo>
                    <a:pt x="254097" y="21311"/>
                  </a:lnTo>
                  <a:lnTo>
                    <a:pt x="257376" y="21311"/>
                  </a:lnTo>
                  <a:lnTo>
                    <a:pt x="259016" y="21311"/>
                  </a:lnTo>
                  <a:lnTo>
                    <a:pt x="262294" y="21311"/>
                  </a:lnTo>
                  <a:lnTo>
                    <a:pt x="263933" y="21311"/>
                  </a:lnTo>
                  <a:lnTo>
                    <a:pt x="267212" y="21311"/>
                  </a:lnTo>
                  <a:lnTo>
                    <a:pt x="270491" y="21311"/>
                  </a:lnTo>
                  <a:lnTo>
                    <a:pt x="275409" y="19672"/>
                  </a:lnTo>
                  <a:lnTo>
                    <a:pt x="278687" y="19672"/>
                  </a:lnTo>
                  <a:lnTo>
                    <a:pt x="281966" y="18033"/>
                  </a:lnTo>
                  <a:lnTo>
                    <a:pt x="285245" y="19672"/>
                  </a:lnTo>
                  <a:lnTo>
                    <a:pt x="290163" y="22951"/>
                  </a:lnTo>
                  <a:lnTo>
                    <a:pt x="293442" y="24590"/>
                  </a:lnTo>
                  <a:lnTo>
                    <a:pt x="293442" y="24590"/>
                  </a:lnTo>
                  <a:lnTo>
                    <a:pt x="296720" y="24590"/>
                  </a:lnTo>
                  <a:lnTo>
                    <a:pt x="299999" y="27869"/>
                  </a:lnTo>
                  <a:lnTo>
                    <a:pt x="301638" y="31148"/>
                  </a:lnTo>
                  <a:lnTo>
                    <a:pt x="303277" y="32787"/>
                  </a:lnTo>
                  <a:lnTo>
                    <a:pt x="303277" y="34426"/>
                  </a:lnTo>
                  <a:lnTo>
                    <a:pt x="303277" y="37705"/>
                  </a:lnTo>
                  <a:lnTo>
                    <a:pt x="303277" y="39344"/>
                  </a:lnTo>
                  <a:lnTo>
                    <a:pt x="304917" y="42623"/>
                  </a:lnTo>
                  <a:lnTo>
                    <a:pt x="306556" y="47541"/>
                  </a:lnTo>
                  <a:lnTo>
                    <a:pt x="306556" y="47541"/>
                  </a:lnTo>
                  <a:lnTo>
                    <a:pt x="308196" y="52459"/>
                  </a:lnTo>
                  <a:lnTo>
                    <a:pt x="309835" y="54098"/>
                  </a:lnTo>
                  <a:lnTo>
                    <a:pt x="309835" y="55738"/>
                  </a:lnTo>
                  <a:lnTo>
                    <a:pt x="309835" y="57377"/>
                  </a:lnTo>
                  <a:lnTo>
                    <a:pt x="313113" y="60656"/>
                  </a:lnTo>
                  <a:lnTo>
                    <a:pt x="314753" y="63934"/>
                  </a:lnTo>
                  <a:lnTo>
                    <a:pt x="318032" y="68852"/>
                  </a:lnTo>
                  <a:lnTo>
                    <a:pt x="319671" y="72131"/>
                  </a:lnTo>
                  <a:lnTo>
                    <a:pt x="318032" y="73770"/>
                  </a:lnTo>
                  <a:lnTo>
                    <a:pt x="321310" y="77049"/>
                  </a:lnTo>
                  <a:lnTo>
                    <a:pt x="321310" y="80328"/>
                  </a:lnTo>
                  <a:lnTo>
                    <a:pt x="321310" y="80328"/>
                  </a:lnTo>
                  <a:lnTo>
                    <a:pt x="321310" y="81967"/>
                  </a:lnTo>
                  <a:lnTo>
                    <a:pt x="321310" y="83606"/>
                  </a:lnTo>
                  <a:lnTo>
                    <a:pt x="321310" y="86885"/>
                  </a:lnTo>
                  <a:lnTo>
                    <a:pt x="321310" y="86885"/>
                  </a:lnTo>
                  <a:lnTo>
                    <a:pt x="319671" y="91803"/>
                  </a:lnTo>
                  <a:lnTo>
                    <a:pt x="314753" y="93442"/>
                  </a:lnTo>
                  <a:lnTo>
                    <a:pt x="311474" y="95082"/>
                  </a:lnTo>
                  <a:lnTo>
                    <a:pt x="308196" y="95082"/>
                  </a:lnTo>
                  <a:lnTo>
                    <a:pt x="304917" y="98360"/>
                  </a:lnTo>
                  <a:lnTo>
                    <a:pt x="303277" y="100000"/>
                  </a:lnTo>
                  <a:lnTo>
                    <a:pt x="303277" y="100000"/>
                  </a:lnTo>
                  <a:lnTo>
                    <a:pt x="301638" y="101639"/>
                  </a:lnTo>
                  <a:lnTo>
                    <a:pt x="299999" y="104918"/>
                  </a:lnTo>
                  <a:lnTo>
                    <a:pt x="298360" y="108196"/>
                  </a:lnTo>
                  <a:lnTo>
                    <a:pt x="299999" y="109836"/>
                  </a:lnTo>
                  <a:lnTo>
                    <a:pt x="304917" y="111475"/>
                  </a:lnTo>
                  <a:lnTo>
                    <a:pt x="308196" y="111475"/>
                  </a:lnTo>
                  <a:lnTo>
                    <a:pt x="311474" y="114754"/>
                  </a:lnTo>
                  <a:lnTo>
                    <a:pt x="313113" y="116393"/>
                  </a:lnTo>
                  <a:lnTo>
                    <a:pt x="314753" y="116393"/>
                  </a:lnTo>
                  <a:lnTo>
                    <a:pt x="314753" y="116393"/>
                  </a:lnTo>
                  <a:lnTo>
                    <a:pt x="314753" y="118032"/>
                  </a:lnTo>
                  <a:lnTo>
                    <a:pt x="314753" y="118032"/>
                  </a:lnTo>
                  <a:lnTo>
                    <a:pt x="314753" y="122950"/>
                  </a:lnTo>
                  <a:lnTo>
                    <a:pt x="313113" y="126229"/>
                  </a:lnTo>
                  <a:lnTo>
                    <a:pt x="313113" y="129508"/>
                  </a:lnTo>
                  <a:lnTo>
                    <a:pt x="311474" y="131147"/>
                  </a:lnTo>
                  <a:lnTo>
                    <a:pt x="311474" y="134426"/>
                  </a:lnTo>
                  <a:lnTo>
                    <a:pt x="313113" y="134426"/>
                  </a:lnTo>
                  <a:lnTo>
                    <a:pt x="313113" y="139344"/>
                  </a:lnTo>
                  <a:lnTo>
                    <a:pt x="314753" y="139344"/>
                  </a:lnTo>
                  <a:lnTo>
                    <a:pt x="316392" y="142622"/>
                  </a:lnTo>
                  <a:lnTo>
                    <a:pt x="316392" y="147540"/>
                  </a:lnTo>
                  <a:lnTo>
                    <a:pt x="319671" y="150819"/>
                  </a:lnTo>
                  <a:lnTo>
                    <a:pt x="321310" y="154098"/>
                  </a:lnTo>
                  <a:lnTo>
                    <a:pt x="322950" y="154098"/>
                  </a:lnTo>
                  <a:lnTo>
                    <a:pt x="324589" y="159016"/>
                  </a:lnTo>
                  <a:lnTo>
                    <a:pt x="327867" y="162294"/>
                  </a:lnTo>
                  <a:lnTo>
                    <a:pt x="327867" y="162294"/>
                  </a:lnTo>
                  <a:lnTo>
                    <a:pt x="331146" y="167213"/>
                  </a:lnTo>
                  <a:lnTo>
                    <a:pt x="334425" y="168852"/>
                  </a:lnTo>
                  <a:lnTo>
                    <a:pt x="332786" y="168852"/>
                  </a:lnTo>
                  <a:lnTo>
                    <a:pt x="329507" y="170491"/>
                  </a:lnTo>
                  <a:lnTo>
                    <a:pt x="331146" y="173770"/>
                  </a:lnTo>
                  <a:lnTo>
                    <a:pt x="334425" y="177048"/>
                  </a:lnTo>
                  <a:lnTo>
                    <a:pt x="334425" y="180327"/>
                  </a:lnTo>
                  <a:lnTo>
                    <a:pt x="334425" y="181966"/>
                  </a:lnTo>
                  <a:lnTo>
                    <a:pt x="332786" y="183606"/>
                  </a:lnTo>
                  <a:lnTo>
                    <a:pt x="332786" y="183606"/>
                  </a:lnTo>
                  <a:lnTo>
                    <a:pt x="329507" y="186885"/>
                  </a:lnTo>
                  <a:lnTo>
                    <a:pt x="326228" y="186885"/>
                  </a:lnTo>
                  <a:lnTo>
                    <a:pt x="321310" y="188524"/>
                  </a:lnTo>
                  <a:lnTo>
                    <a:pt x="319671" y="191803"/>
                  </a:lnTo>
                  <a:lnTo>
                    <a:pt x="318032" y="193442"/>
                  </a:lnTo>
                  <a:lnTo>
                    <a:pt x="316392" y="193442"/>
                  </a:lnTo>
                  <a:lnTo>
                    <a:pt x="316392" y="195081"/>
                  </a:lnTo>
                  <a:lnTo>
                    <a:pt x="313113" y="196720"/>
                  </a:lnTo>
                  <a:lnTo>
                    <a:pt x="309835" y="199999"/>
                  </a:lnTo>
                  <a:lnTo>
                    <a:pt x="308196" y="199999"/>
                  </a:lnTo>
                  <a:lnTo>
                    <a:pt x="304917" y="204917"/>
                  </a:lnTo>
                  <a:lnTo>
                    <a:pt x="303277" y="206557"/>
                  </a:lnTo>
                  <a:lnTo>
                    <a:pt x="301638" y="209835"/>
                  </a:lnTo>
                  <a:lnTo>
                    <a:pt x="298360" y="213114"/>
                  </a:lnTo>
                  <a:lnTo>
                    <a:pt x="298360" y="213114"/>
                  </a:lnTo>
                  <a:lnTo>
                    <a:pt x="296720" y="214753"/>
                  </a:lnTo>
                  <a:lnTo>
                    <a:pt x="295081" y="218032"/>
                  </a:lnTo>
                  <a:lnTo>
                    <a:pt x="293442" y="218032"/>
                  </a:lnTo>
                  <a:lnTo>
                    <a:pt x="293442" y="218032"/>
                  </a:lnTo>
                  <a:lnTo>
                    <a:pt x="290163" y="222950"/>
                  </a:lnTo>
                  <a:lnTo>
                    <a:pt x="290163" y="222950"/>
                  </a:lnTo>
                  <a:lnTo>
                    <a:pt x="290163" y="226229"/>
                  </a:lnTo>
                  <a:lnTo>
                    <a:pt x="290163" y="227868"/>
                  </a:lnTo>
                  <a:lnTo>
                    <a:pt x="291802" y="231147"/>
                  </a:lnTo>
                  <a:lnTo>
                    <a:pt x="293442" y="234425"/>
                  </a:lnTo>
                  <a:lnTo>
                    <a:pt x="291802" y="237704"/>
                  </a:lnTo>
                  <a:lnTo>
                    <a:pt x="295081" y="240983"/>
                  </a:lnTo>
                  <a:lnTo>
                    <a:pt x="298360" y="242622"/>
                  </a:lnTo>
                  <a:lnTo>
                    <a:pt x="298360" y="247540"/>
                  </a:lnTo>
                  <a:lnTo>
                    <a:pt x="295081" y="245901"/>
                  </a:lnTo>
                  <a:lnTo>
                    <a:pt x="291802" y="245901"/>
                  </a:lnTo>
                  <a:lnTo>
                    <a:pt x="286884" y="244261"/>
                  </a:lnTo>
                  <a:lnTo>
                    <a:pt x="283606" y="242622"/>
                  </a:lnTo>
                  <a:lnTo>
                    <a:pt x="280327" y="240983"/>
                  </a:lnTo>
                  <a:lnTo>
                    <a:pt x="277048" y="240983"/>
                  </a:lnTo>
                  <a:lnTo>
                    <a:pt x="272130" y="239343"/>
                  </a:lnTo>
                  <a:lnTo>
                    <a:pt x="268852" y="236065"/>
                  </a:lnTo>
                  <a:lnTo>
                    <a:pt x="268852" y="236065"/>
                  </a:lnTo>
                  <a:lnTo>
                    <a:pt x="265573" y="232786"/>
                  </a:lnTo>
                  <a:lnTo>
                    <a:pt x="260655" y="231147"/>
                  </a:lnTo>
                  <a:lnTo>
                    <a:pt x="257376" y="229507"/>
                  </a:lnTo>
                  <a:lnTo>
                    <a:pt x="254097" y="227868"/>
                  </a:lnTo>
                  <a:lnTo>
                    <a:pt x="250819" y="229507"/>
                  </a:lnTo>
                  <a:lnTo>
                    <a:pt x="247540" y="229507"/>
                  </a:lnTo>
                  <a:lnTo>
                    <a:pt x="245901" y="229507"/>
                  </a:lnTo>
                  <a:lnTo>
                    <a:pt x="242622" y="227868"/>
                  </a:lnTo>
                  <a:lnTo>
                    <a:pt x="239343" y="229507"/>
                  </a:lnTo>
                  <a:lnTo>
                    <a:pt x="234425" y="232786"/>
                  </a:lnTo>
                  <a:lnTo>
                    <a:pt x="231147" y="234425"/>
                  </a:lnTo>
                  <a:lnTo>
                    <a:pt x="227868" y="232786"/>
                  </a:lnTo>
                  <a:lnTo>
                    <a:pt x="224589" y="229507"/>
                  </a:lnTo>
                  <a:lnTo>
                    <a:pt x="222950" y="229507"/>
                  </a:lnTo>
                  <a:lnTo>
                    <a:pt x="219672" y="231147"/>
                  </a:lnTo>
                  <a:lnTo>
                    <a:pt x="214753" y="229507"/>
                  </a:lnTo>
                  <a:lnTo>
                    <a:pt x="214753" y="231147"/>
                  </a:lnTo>
                  <a:lnTo>
                    <a:pt x="211475" y="229507"/>
                  </a:lnTo>
                  <a:lnTo>
                    <a:pt x="208196" y="232786"/>
                  </a:lnTo>
                  <a:lnTo>
                    <a:pt x="204917" y="236065"/>
                  </a:lnTo>
                  <a:lnTo>
                    <a:pt x="204917" y="236065"/>
                  </a:lnTo>
                  <a:lnTo>
                    <a:pt x="201639" y="237704"/>
                  </a:lnTo>
                  <a:lnTo>
                    <a:pt x="196720" y="239343"/>
                  </a:lnTo>
                  <a:lnTo>
                    <a:pt x="196720" y="239343"/>
                  </a:lnTo>
                  <a:lnTo>
                    <a:pt x="195081" y="236065"/>
                  </a:lnTo>
                  <a:lnTo>
                    <a:pt x="193442" y="231147"/>
                  </a:lnTo>
                  <a:lnTo>
                    <a:pt x="193442" y="231147"/>
                  </a:lnTo>
                  <a:lnTo>
                    <a:pt x="190163" y="229507"/>
                  </a:lnTo>
                  <a:lnTo>
                    <a:pt x="190163" y="229507"/>
                  </a:lnTo>
                  <a:lnTo>
                    <a:pt x="185245" y="226229"/>
                  </a:lnTo>
                  <a:lnTo>
                    <a:pt x="183606" y="222950"/>
                  </a:lnTo>
                  <a:lnTo>
                    <a:pt x="183606" y="222950"/>
                  </a:lnTo>
                  <a:lnTo>
                    <a:pt x="180327" y="222950"/>
                  </a:lnTo>
                  <a:lnTo>
                    <a:pt x="177049" y="224589"/>
                  </a:lnTo>
                  <a:lnTo>
                    <a:pt x="173770" y="227868"/>
                  </a:lnTo>
                  <a:lnTo>
                    <a:pt x="170491" y="229507"/>
                  </a:lnTo>
                  <a:lnTo>
                    <a:pt x="165573" y="231147"/>
                  </a:lnTo>
                  <a:lnTo>
                    <a:pt x="165573" y="229507"/>
                  </a:lnTo>
                  <a:lnTo>
                    <a:pt x="165573" y="226229"/>
                  </a:lnTo>
                  <a:lnTo>
                    <a:pt x="162295" y="224589"/>
                  </a:lnTo>
                  <a:lnTo>
                    <a:pt x="162295" y="224589"/>
                  </a:lnTo>
                  <a:lnTo>
                    <a:pt x="160655" y="221310"/>
                  </a:lnTo>
                  <a:lnTo>
                    <a:pt x="157376" y="218032"/>
                  </a:lnTo>
                  <a:lnTo>
                    <a:pt x="154098" y="216393"/>
                  </a:lnTo>
                  <a:lnTo>
                    <a:pt x="154098" y="214753"/>
                  </a:lnTo>
                  <a:lnTo>
                    <a:pt x="154098" y="214753"/>
                  </a:lnTo>
                  <a:lnTo>
                    <a:pt x="152459" y="213114"/>
                  </a:lnTo>
                  <a:lnTo>
                    <a:pt x="150819" y="209835"/>
                  </a:lnTo>
                  <a:lnTo>
                    <a:pt x="147540" y="208196"/>
                  </a:lnTo>
                  <a:lnTo>
                    <a:pt x="144262" y="206557"/>
                  </a:lnTo>
                  <a:lnTo>
                    <a:pt x="144262" y="208196"/>
                  </a:lnTo>
                  <a:lnTo>
                    <a:pt x="144262" y="208196"/>
                  </a:lnTo>
                  <a:lnTo>
                    <a:pt x="142623" y="208196"/>
                  </a:lnTo>
                  <a:lnTo>
                    <a:pt x="139344" y="206557"/>
                  </a:lnTo>
                  <a:lnTo>
                    <a:pt x="136065" y="204917"/>
                  </a:lnTo>
                  <a:lnTo>
                    <a:pt x="134426" y="201638"/>
                  </a:lnTo>
                  <a:lnTo>
                    <a:pt x="131147" y="204917"/>
                  </a:lnTo>
                  <a:lnTo>
                    <a:pt x="127869" y="204917"/>
                  </a:lnTo>
                  <a:lnTo>
                    <a:pt x="126229" y="204917"/>
                  </a:lnTo>
                  <a:lnTo>
                    <a:pt x="122950" y="199999"/>
                  </a:lnTo>
                  <a:lnTo>
                    <a:pt x="121311" y="199999"/>
                  </a:lnTo>
                  <a:lnTo>
                    <a:pt x="122950" y="196720"/>
                  </a:lnTo>
                  <a:lnTo>
                    <a:pt x="122950" y="191803"/>
                  </a:lnTo>
                  <a:lnTo>
                    <a:pt x="119672" y="193442"/>
                  </a:lnTo>
                  <a:lnTo>
                    <a:pt x="116393" y="193442"/>
                  </a:lnTo>
                  <a:lnTo>
                    <a:pt x="114754" y="193442"/>
                  </a:lnTo>
                  <a:lnTo>
                    <a:pt x="114754" y="193442"/>
                  </a:lnTo>
                  <a:lnTo>
                    <a:pt x="111475" y="193442"/>
                  </a:lnTo>
                  <a:lnTo>
                    <a:pt x="109836" y="191803"/>
                  </a:lnTo>
                  <a:lnTo>
                    <a:pt x="106557" y="190163"/>
                  </a:lnTo>
                  <a:lnTo>
                    <a:pt x="103279" y="188524"/>
                  </a:lnTo>
                  <a:lnTo>
                    <a:pt x="98360" y="186885"/>
                  </a:lnTo>
                  <a:lnTo>
                    <a:pt x="95082" y="185245"/>
                  </a:lnTo>
                  <a:lnTo>
                    <a:pt x="95082" y="190163"/>
                  </a:lnTo>
                  <a:lnTo>
                    <a:pt x="98360" y="193442"/>
                  </a:lnTo>
                  <a:lnTo>
                    <a:pt x="95082" y="196720"/>
                  </a:lnTo>
                  <a:lnTo>
                    <a:pt x="93442" y="196720"/>
                  </a:lnTo>
                  <a:lnTo>
                    <a:pt x="90164" y="198360"/>
                  </a:lnTo>
                  <a:lnTo>
                    <a:pt x="88525" y="199999"/>
                  </a:lnTo>
                  <a:lnTo>
                    <a:pt x="88525" y="199999"/>
                  </a:lnTo>
                  <a:lnTo>
                    <a:pt x="85246" y="198360"/>
                  </a:lnTo>
                  <a:lnTo>
                    <a:pt x="83606" y="195081"/>
                  </a:lnTo>
                  <a:lnTo>
                    <a:pt x="80328" y="191803"/>
                  </a:lnTo>
                  <a:lnTo>
                    <a:pt x="75410" y="188524"/>
                  </a:lnTo>
                  <a:lnTo>
                    <a:pt x="72131" y="186885"/>
                  </a:lnTo>
                  <a:lnTo>
                    <a:pt x="70492" y="186885"/>
                  </a:lnTo>
                  <a:lnTo>
                    <a:pt x="75410" y="183606"/>
                  </a:lnTo>
                  <a:lnTo>
                    <a:pt x="77049" y="181966"/>
                  </a:lnTo>
                  <a:lnTo>
                    <a:pt x="77049" y="177048"/>
                  </a:lnTo>
                  <a:lnTo>
                    <a:pt x="73770" y="175409"/>
                  </a:lnTo>
                  <a:lnTo>
                    <a:pt x="72131" y="177048"/>
                  </a:lnTo>
                  <a:lnTo>
                    <a:pt x="68852" y="177048"/>
                  </a:lnTo>
                  <a:lnTo>
                    <a:pt x="65573" y="178688"/>
                  </a:lnTo>
                  <a:lnTo>
                    <a:pt x="63935" y="175409"/>
                  </a:lnTo>
                  <a:lnTo>
                    <a:pt x="63935" y="175409"/>
                  </a:lnTo>
                  <a:lnTo>
                    <a:pt x="60656" y="175409"/>
                  </a:lnTo>
                  <a:lnTo>
                    <a:pt x="57377" y="172130"/>
                  </a:lnTo>
                  <a:lnTo>
                    <a:pt x="52459" y="172130"/>
                  </a:lnTo>
                  <a:lnTo>
                    <a:pt x="49180" y="172130"/>
                  </a:lnTo>
                  <a:lnTo>
                    <a:pt x="45902" y="170491"/>
                  </a:lnTo>
                  <a:lnTo>
                    <a:pt x="42623" y="170491"/>
                  </a:lnTo>
                  <a:lnTo>
                    <a:pt x="40983" y="167213"/>
                  </a:lnTo>
                  <a:lnTo>
                    <a:pt x="40983" y="163934"/>
                  </a:lnTo>
                  <a:lnTo>
                    <a:pt x="37705" y="162294"/>
                  </a:lnTo>
                  <a:lnTo>
                    <a:pt x="34426" y="162294"/>
                  </a:lnTo>
                  <a:lnTo>
                    <a:pt x="32787" y="160655"/>
                  </a:lnTo>
                  <a:lnTo>
                    <a:pt x="32787" y="162294"/>
                  </a:lnTo>
                  <a:lnTo>
                    <a:pt x="31148" y="162294"/>
                  </a:lnTo>
                  <a:lnTo>
                    <a:pt x="31148" y="162294"/>
                  </a:lnTo>
                  <a:lnTo>
                    <a:pt x="31148" y="165573"/>
                  </a:lnTo>
                  <a:lnTo>
                    <a:pt x="31148" y="165573"/>
                  </a:lnTo>
                  <a:lnTo>
                    <a:pt x="31148" y="167213"/>
                  </a:lnTo>
                  <a:lnTo>
                    <a:pt x="26229" y="167213"/>
                  </a:lnTo>
                  <a:lnTo>
                    <a:pt x="26229" y="167213"/>
                  </a:lnTo>
                  <a:lnTo>
                    <a:pt x="24590" y="167213"/>
                  </a:lnTo>
                  <a:lnTo>
                    <a:pt x="24590" y="167213"/>
                  </a:lnTo>
                  <a:lnTo>
                    <a:pt x="26229" y="165573"/>
                  </a:lnTo>
                  <a:lnTo>
                    <a:pt x="26229" y="163934"/>
                  </a:lnTo>
                  <a:lnTo>
                    <a:pt x="27869" y="160655"/>
                  </a:lnTo>
                  <a:lnTo>
                    <a:pt x="29508" y="160655"/>
                  </a:lnTo>
                  <a:lnTo>
                    <a:pt x="29508" y="155737"/>
                  </a:lnTo>
                  <a:lnTo>
                    <a:pt x="29508" y="155737"/>
                  </a:lnTo>
                  <a:lnTo>
                    <a:pt x="29508" y="155737"/>
                  </a:lnTo>
                  <a:lnTo>
                    <a:pt x="31148" y="150819"/>
                  </a:lnTo>
                  <a:lnTo>
                    <a:pt x="31148" y="149180"/>
                  </a:lnTo>
                  <a:lnTo>
                    <a:pt x="29508" y="149180"/>
                  </a:lnTo>
                  <a:lnTo>
                    <a:pt x="29508" y="145901"/>
                  </a:lnTo>
                  <a:lnTo>
                    <a:pt x="29508" y="144262"/>
                  </a:lnTo>
                  <a:lnTo>
                    <a:pt x="24590" y="140983"/>
                  </a:lnTo>
                  <a:lnTo>
                    <a:pt x="21312" y="139344"/>
                  </a:lnTo>
                  <a:lnTo>
                    <a:pt x="21312" y="139344"/>
                  </a:lnTo>
                  <a:lnTo>
                    <a:pt x="21312" y="136065"/>
                  </a:lnTo>
                  <a:lnTo>
                    <a:pt x="21312" y="132786"/>
                  </a:lnTo>
                  <a:lnTo>
                    <a:pt x="18033" y="131147"/>
                  </a:lnTo>
                  <a:lnTo>
                    <a:pt x="16393" y="126229"/>
                  </a:lnTo>
                  <a:lnTo>
                    <a:pt x="19672" y="122950"/>
                  </a:lnTo>
                  <a:lnTo>
                    <a:pt x="19672" y="122950"/>
                  </a:lnTo>
                  <a:lnTo>
                    <a:pt x="19672" y="121311"/>
                  </a:lnTo>
                  <a:lnTo>
                    <a:pt x="19672" y="121311"/>
                  </a:lnTo>
                  <a:lnTo>
                    <a:pt x="19672" y="121311"/>
                  </a:lnTo>
                  <a:lnTo>
                    <a:pt x="19672" y="119672"/>
                  </a:lnTo>
                  <a:lnTo>
                    <a:pt x="21312" y="116393"/>
                  </a:lnTo>
                  <a:lnTo>
                    <a:pt x="19672" y="113114"/>
                  </a:lnTo>
                  <a:lnTo>
                    <a:pt x="19672" y="109836"/>
                  </a:lnTo>
                  <a:lnTo>
                    <a:pt x="19672" y="108196"/>
                  </a:lnTo>
                  <a:lnTo>
                    <a:pt x="14754" y="108196"/>
                  </a:lnTo>
                  <a:lnTo>
                    <a:pt x="14754" y="106557"/>
                  </a:lnTo>
                  <a:lnTo>
                    <a:pt x="14754" y="106557"/>
                  </a:lnTo>
                  <a:lnTo>
                    <a:pt x="14754" y="104918"/>
                  </a:lnTo>
                  <a:lnTo>
                    <a:pt x="14754" y="101639"/>
                  </a:lnTo>
                  <a:lnTo>
                    <a:pt x="16393" y="98360"/>
                  </a:lnTo>
                  <a:lnTo>
                    <a:pt x="16393" y="95082"/>
                  </a:lnTo>
                  <a:lnTo>
                    <a:pt x="16393" y="95082"/>
                  </a:lnTo>
                  <a:lnTo>
                    <a:pt x="16393" y="95082"/>
                  </a:lnTo>
                  <a:lnTo>
                    <a:pt x="11476" y="91803"/>
                  </a:lnTo>
                  <a:lnTo>
                    <a:pt x="9836" y="90164"/>
                  </a:lnTo>
                  <a:lnTo>
                    <a:pt x="6558" y="86885"/>
                  </a:lnTo>
                  <a:lnTo>
                    <a:pt x="3279" y="85246"/>
                  </a:lnTo>
                  <a:lnTo>
                    <a:pt x="0" y="8360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4" name="Freeform 3583">
              <a:extLst>
                <a:ext uri="{FF2B5EF4-FFF2-40B4-BE49-F238E27FC236}">
                  <a16:creationId xmlns:a16="http://schemas.microsoft.com/office/drawing/2014/main" id="{765F35E1-B3C7-1645-8C6A-DDBA6808E7AB}"/>
                </a:ext>
              </a:extLst>
            </p:cNvPr>
            <p:cNvSpPr/>
            <p:nvPr/>
          </p:nvSpPr>
          <p:spPr>
            <a:xfrm>
              <a:off x="5900919" y="1760809"/>
              <a:ext cx="1639" cy="3278"/>
            </a:xfrm>
            <a:custGeom>
              <a:avLst/>
              <a:gdLst>
                <a:gd name="connsiteX0" fmla="*/ 0 w 1639"/>
                <a:gd name="connsiteY0" fmla="*/ 3279 h 3278"/>
                <a:gd name="connsiteX1" fmla="*/ 1639 w 1639"/>
                <a:gd name="connsiteY1" fmla="*/ 0 h 3278"/>
                <a:gd name="connsiteX2" fmla="*/ 1639 w 1639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0" y="3279"/>
                  </a:moveTo>
                  <a:lnTo>
                    <a:pt x="1639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5" name="Freeform 3584">
              <a:extLst>
                <a:ext uri="{FF2B5EF4-FFF2-40B4-BE49-F238E27FC236}">
                  <a16:creationId xmlns:a16="http://schemas.microsoft.com/office/drawing/2014/main" id="{D78F4747-D46B-3745-9B77-8D5E51A44D8E}"/>
                </a:ext>
              </a:extLst>
            </p:cNvPr>
            <p:cNvSpPr/>
            <p:nvPr/>
          </p:nvSpPr>
          <p:spPr>
            <a:xfrm>
              <a:off x="5918951" y="5121449"/>
              <a:ext cx="11475" cy="24590"/>
            </a:xfrm>
            <a:custGeom>
              <a:avLst/>
              <a:gdLst>
                <a:gd name="connsiteX0" fmla="*/ 1639 w 11475"/>
                <a:gd name="connsiteY0" fmla="*/ 22951 h 24590"/>
                <a:gd name="connsiteX1" fmla="*/ 0 w 11475"/>
                <a:gd name="connsiteY1" fmla="*/ 19672 h 24590"/>
                <a:gd name="connsiteX2" fmla="*/ 0 w 11475"/>
                <a:gd name="connsiteY2" fmla="*/ 14754 h 24590"/>
                <a:gd name="connsiteX3" fmla="*/ 0 w 11475"/>
                <a:gd name="connsiteY3" fmla="*/ 11476 h 24590"/>
                <a:gd name="connsiteX4" fmla="*/ 1639 w 11475"/>
                <a:gd name="connsiteY4" fmla="*/ 14754 h 24590"/>
                <a:gd name="connsiteX5" fmla="*/ 3278 w 11475"/>
                <a:gd name="connsiteY5" fmla="*/ 11476 h 24590"/>
                <a:gd name="connsiteX6" fmla="*/ 3278 w 11475"/>
                <a:gd name="connsiteY6" fmla="*/ 9836 h 24590"/>
                <a:gd name="connsiteX7" fmla="*/ 3278 w 11475"/>
                <a:gd name="connsiteY7" fmla="*/ 6557 h 24590"/>
                <a:gd name="connsiteX8" fmla="*/ 3278 w 11475"/>
                <a:gd name="connsiteY8" fmla="*/ 1639 h 24590"/>
                <a:gd name="connsiteX9" fmla="*/ 4918 w 11475"/>
                <a:gd name="connsiteY9" fmla="*/ 1639 h 24590"/>
                <a:gd name="connsiteX10" fmla="*/ 4918 w 11475"/>
                <a:gd name="connsiteY10" fmla="*/ 1639 h 24590"/>
                <a:gd name="connsiteX11" fmla="*/ 6557 w 11475"/>
                <a:gd name="connsiteY11" fmla="*/ 1639 h 24590"/>
                <a:gd name="connsiteX12" fmla="*/ 9836 w 11475"/>
                <a:gd name="connsiteY12" fmla="*/ 0 h 24590"/>
                <a:gd name="connsiteX13" fmla="*/ 9836 w 11475"/>
                <a:gd name="connsiteY13" fmla="*/ 3279 h 24590"/>
                <a:gd name="connsiteX14" fmla="*/ 9836 w 11475"/>
                <a:gd name="connsiteY14" fmla="*/ 4918 h 24590"/>
                <a:gd name="connsiteX15" fmla="*/ 9836 w 11475"/>
                <a:gd name="connsiteY15" fmla="*/ 8197 h 24590"/>
                <a:gd name="connsiteX16" fmla="*/ 9836 w 11475"/>
                <a:gd name="connsiteY16" fmla="*/ 11476 h 24590"/>
                <a:gd name="connsiteX17" fmla="*/ 9836 w 11475"/>
                <a:gd name="connsiteY17" fmla="*/ 14754 h 24590"/>
                <a:gd name="connsiteX18" fmla="*/ 9836 w 11475"/>
                <a:gd name="connsiteY18" fmla="*/ 14754 h 24590"/>
                <a:gd name="connsiteX19" fmla="*/ 9836 w 11475"/>
                <a:gd name="connsiteY19" fmla="*/ 19672 h 24590"/>
                <a:gd name="connsiteX20" fmla="*/ 9836 w 11475"/>
                <a:gd name="connsiteY20" fmla="*/ 22951 h 24590"/>
                <a:gd name="connsiteX21" fmla="*/ 11475 w 11475"/>
                <a:gd name="connsiteY21" fmla="*/ 24590 h 24590"/>
                <a:gd name="connsiteX22" fmla="*/ 6557 w 11475"/>
                <a:gd name="connsiteY22" fmla="*/ 24590 h 24590"/>
                <a:gd name="connsiteX23" fmla="*/ 3278 w 11475"/>
                <a:gd name="connsiteY23" fmla="*/ 22951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475" h="24590">
                  <a:moveTo>
                    <a:pt x="1639" y="22951"/>
                  </a:moveTo>
                  <a:lnTo>
                    <a:pt x="0" y="19672"/>
                  </a:lnTo>
                  <a:lnTo>
                    <a:pt x="0" y="14754"/>
                  </a:lnTo>
                  <a:lnTo>
                    <a:pt x="0" y="11476"/>
                  </a:lnTo>
                  <a:lnTo>
                    <a:pt x="1639" y="14754"/>
                  </a:lnTo>
                  <a:lnTo>
                    <a:pt x="3278" y="11476"/>
                  </a:lnTo>
                  <a:lnTo>
                    <a:pt x="3278" y="9836"/>
                  </a:lnTo>
                  <a:lnTo>
                    <a:pt x="3278" y="6557"/>
                  </a:lnTo>
                  <a:lnTo>
                    <a:pt x="3278" y="1639"/>
                  </a:lnTo>
                  <a:lnTo>
                    <a:pt x="4918" y="1639"/>
                  </a:lnTo>
                  <a:lnTo>
                    <a:pt x="4918" y="1639"/>
                  </a:lnTo>
                  <a:lnTo>
                    <a:pt x="6557" y="1639"/>
                  </a:lnTo>
                  <a:lnTo>
                    <a:pt x="9836" y="0"/>
                  </a:lnTo>
                  <a:lnTo>
                    <a:pt x="9836" y="3279"/>
                  </a:lnTo>
                  <a:lnTo>
                    <a:pt x="9836" y="4918"/>
                  </a:lnTo>
                  <a:lnTo>
                    <a:pt x="9836" y="8197"/>
                  </a:lnTo>
                  <a:lnTo>
                    <a:pt x="9836" y="11476"/>
                  </a:lnTo>
                  <a:lnTo>
                    <a:pt x="9836" y="14754"/>
                  </a:lnTo>
                  <a:lnTo>
                    <a:pt x="9836" y="14754"/>
                  </a:lnTo>
                  <a:lnTo>
                    <a:pt x="9836" y="19672"/>
                  </a:lnTo>
                  <a:lnTo>
                    <a:pt x="9836" y="22951"/>
                  </a:lnTo>
                  <a:lnTo>
                    <a:pt x="11475" y="24590"/>
                  </a:lnTo>
                  <a:lnTo>
                    <a:pt x="6557" y="24590"/>
                  </a:lnTo>
                  <a:lnTo>
                    <a:pt x="3278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6" name="Freeform 3585">
              <a:extLst>
                <a:ext uri="{FF2B5EF4-FFF2-40B4-BE49-F238E27FC236}">
                  <a16:creationId xmlns:a16="http://schemas.microsoft.com/office/drawing/2014/main" id="{5548F629-0AF1-6946-A3DC-EC506324B7DC}"/>
                </a:ext>
              </a:extLst>
            </p:cNvPr>
            <p:cNvSpPr/>
            <p:nvPr/>
          </p:nvSpPr>
          <p:spPr>
            <a:xfrm>
              <a:off x="5994360" y="5098499"/>
              <a:ext cx="613112" cy="560653"/>
            </a:xfrm>
            <a:custGeom>
              <a:avLst/>
              <a:gdLst>
                <a:gd name="connsiteX0" fmla="*/ 0 w 613112"/>
                <a:gd name="connsiteY0" fmla="*/ 285244 h 560653"/>
                <a:gd name="connsiteX1" fmla="*/ 0 w 613112"/>
                <a:gd name="connsiteY1" fmla="*/ 283605 h 560653"/>
                <a:gd name="connsiteX2" fmla="*/ 4918 w 613112"/>
                <a:gd name="connsiteY2" fmla="*/ 281966 h 560653"/>
                <a:gd name="connsiteX3" fmla="*/ 8197 w 613112"/>
                <a:gd name="connsiteY3" fmla="*/ 280327 h 560653"/>
                <a:gd name="connsiteX4" fmla="*/ 9836 w 613112"/>
                <a:gd name="connsiteY4" fmla="*/ 277048 h 560653"/>
                <a:gd name="connsiteX5" fmla="*/ 9836 w 613112"/>
                <a:gd name="connsiteY5" fmla="*/ 273769 h 560653"/>
                <a:gd name="connsiteX6" fmla="*/ 11476 w 613112"/>
                <a:gd name="connsiteY6" fmla="*/ 268851 h 560653"/>
                <a:gd name="connsiteX7" fmla="*/ 14754 w 613112"/>
                <a:gd name="connsiteY7" fmla="*/ 265573 h 560653"/>
                <a:gd name="connsiteX8" fmla="*/ 18033 w 613112"/>
                <a:gd name="connsiteY8" fmla="*/ 262294 h 560653"/>
                <a:gd name="connsiteX9" fmla="*/ 21312 w 613112"/>
                <a:gd name="connsiteY9" fmla="*/ 260654 h 560653"/>
                <a:gd name="connsiteX10" fmla="*/ 24590 w 613112"/>
                <a:gd name="connsiteY10" fmla="*/ 263933 h 560653"/>
                <a:gd name="connsiteX11" fmla="*/ 24590 w 613112"/>
                <a:gd name="connsiteY11" fmla="*/ 265573 h 560653"/>
                <a:gd name="connsiteX12" fmla="*/ 27869 w 613112"/>
                <a:gd name="connsiteY12" fmla="*/ 270491 h 560653"/>
                <a:gd name="connsiteX13" fmla="*/ 31148 w 613112"/>
                <a:gd name="connsiteY13" fmla="*/ 270491 h 560653"/>
                <a:gd name="connsiteX14" fmla="*/ 32787 w 613112"/>
                <a:gd name="connsiteY14" fmla="*/ 275408 h 560653"/>
                <a:gd name="connsiteX15" fmla="*/ 31148 w 613112"/>
                <a:gd name="connsiteY15" fmla="*/ 278687 h 560653"/>
                <a:gd name="connsiteX16" fmla="*/ 31148 w 613112"/>
                <a:gd name="connsiteY16" fmla="*/ 281966 h 560653"/>
                <a:gd name="connsiteX17" fmla="*/ 32787 w 613112"/>
                <a:gd name="connsiteY17" fmla="*/ 286884 h 560653"/>
                <a:gd name="connsiteX18" fmla="*/ 36066 w 613112"/>
                <a:gd name="connsiteY18" fmla="*/ 290163 h 560653"/>
                <a:gd name="connsiteX19" fmla="*/ 39344 w 613112"/>
                <a:gd name="connsiteY19" fmla="*/ 290163 h 560653"/>
                <a:gd name="connsiteX20" fmla="*/ 42623 w 613112"/>
                <a:gd name="connsiteY20" fmla="*/ 293441 h 560653"/>
                <a:gd name="connsiteX21" fmla="*/ 44262 w 613112"/>
                <a:gd name="connsiteY21" fmla="*/ 293441 h 560653"/>
                <a:gd name="connsiteX22" fmla="*/ 47541 w 613112"/>
                <a:gd name="connsiteY22" fmla="*/ 293441 h 560653"/>
                <a:gd name="connsiteX23" fmla="*/ 50820 w 613112"/>
                <a:gd name="connsiteY23" fmla="*/ 293441 h 560653"/>
                <a:gd name="connsiteX24" fmla="*/ 55738 w 613112"/>
                <a:gd name="connsiteY24" fmla="*/ 296720 h 560653"/>
                <a:gd name="connsiteX25" fmla="*/ 59016 w 613112"/>
                <a:gd name="connsiteY25" fmla="*/ 298359 h 560653"/>
                <a:gd name="connsiteX26" fmla="*/ 62295 w 613112"/>
                <a:gd name="connsiteY26" fmla="*/ 298359 h 560653"/>
                <a:gd name="connsiteX27" fmla="*/ 67213 w 613112"/>
                <a:gd name="connsiteY27" fmla="*/ 298359 h 560653"/>
                <a:gd name="connsiteX28" fmla="*/ 70492 w 613112"/>
                <a:gd name="connsiteY28" fmla="*/ 298359 h 560653"/>
                <a:gd name="connsiteX29" fmla="*/ 73770 w 613112"/>
                <a:gd name="connsiteY29" fmla="*/ 298359 h 560653"/>
                <a:gd name="connsiteX30" fmla="*/ 77049 w 613112"/>
                <a:gd name="connsiteY30" fmla="*/ 296720 h 560653"/>
                <a:gd name="connsiteX31" fmla="*/ 81967 w 613112"/>
                <a:gd name="connsiteY31" fmla="*/ 296720 h 560653"/>
                <a:gd name="connsiteX32" fmla="*/ 85246 w 613112"/>
                <a:gd name="connsiteY32" fmla="*/ 296720 h 560653"/>
                <a:gd name="connsiteX33" fmla="*/ 88525 w 613112"/>
                <a:gd name="connsiteY33" fmla="*/ 296720 h 560653"/>
                <a:gd name="connsiteX34" fmla="*/ 91803 w 613112"/>
                <a:gd name="connsiteY34" fmla="*/ 299998 h 560653"/>
                <a:gd name="connsiteX35" fmla="*/ 96721 w 613112"/>
                <a:gd name="connsiteY35" fmla="*/ 301638 h 560653"/>
                <a:gd name="connsiteX36" fmla="*/ 100000 w 613112"/>
                <a:gd name="connsiteY36" fmla="*/ 299998 h 560653"/>
                <a:gd name="connsiteX37" fmla="*/ 103279 w 613112"/>
                <a:gd name="connsiteY37" fmla="*/ 298359 h 560653"/>
                <a:gd name="connsiteX38" fmla="*/ 101639 w 613112"/>
                <a:gd name="connsiteY38" fmla="*/ 295081 h 560653"/>
                <a:gd name="connsiteX39" fmla="*/ 103279 w 613112"/>
                <a:gd name="connsiteY39" fmla="*/ 291802 h 560653"/>
                <a:gd name="connsiteX40" fmla="*/ 106557 w 613112"/>
                <a:gd name="connsiteY40" fmla="*/ 291802 h 560653"/>
                <a:gd name="connsiteX41" fmla="*/ 109836 w 613112"/>
                <a:gd name="connsiteY41" fmla="*/ 290163 h 560653"/>
                <a:gd name="connsiteX42" fmla="*/ 111475 w 613112"/>
                <a:gd name="connsiteY42" fmla="*/ 286884 h 560653"/>
                <a:gd name="connsiteX43" fmla="*/ 113115 w 613112"/>
                <a:gd name="connsiteY43" fmla="*/ 283605 h 560653"/>
                <a:gd name="connsiteX44" fmla="*/ 114754 w 613112"/>
                <a:gd name="connsiteY44" fmla="*/ 281966 h 560653"/>
                <a:gd name="connsiteX45" fmla="*/ 118032 w 613112"/>
                <a:gd name="connsiteY45" fmla="*/ 281966 h 560653"/>
                <a:gd name="connsiteX46" fmla="*/ 121311 w 613112"/>
                <a:gd name="connsiteY46" fmla="*/ 281966 h 560653"/>
                <a:gd name="connsiteX47" fmla="*/ 126229 w 613112"/>
                <a:gd name="connsiteY47" fmla="*/ 278687 h 560653"/>
                <a:gd name="connsiteX48" fmla="*/ 129508 w 613112"/>
                <a:gd name="connsiteY48" fmla="*/ 278687 h 560653"/>
                <a:gd name="connsiteX49" fmla="*/ 129508 w 613112"/>
                <a:gd name="connsiteY49" fmla="*/ 275408 h 560653"/>
                <a:gd name="connsiteX50" fmla="*/ 129508 w 613112"/>
                <a:gd name="connsiteY50" fmla="*/ 272130 h 560653"/>
                <a:gd name="connsiteX51" fmla="*/ 129508 w 613112"/>
                <a:gd name="connsiteY51" fmla="*/ 267212 h 560653"/>
                <a:gd name="connsiteX52" fmla="*/ 129508 w 613112"/>
                <a:gd name="connsiteY52" fmla="*/ 263933 h 560653"/>
                <a:gd name="connsiteX53" fmla="*/ 129508 w 613112"/>
                <a:gd name="connsiteY53" fmla="*/ 263933 h 560653"/>
                <a:gd name="connsiteX54" fmla="*/ 129508 w 613112"/>
                <a:gd name="connsiteY54" fmla="*/ 260654 h 560653"/>
                <a:gd name="connsiteX55" fmla="*/ 131147 w 613112"/>
                <a:gd name="connsiteY55" fmla="*/ 257376 h 560653"/>
                <a:gd name="connsiteX56" fmla="*/ 131147 w 613112"/>
                <a:gd name="connsiteY56" fmla="*/ 252458 h 560653"/>
                <a:gd name="connsiteX57" fmla="*/ 131147 w 613112"/>
                <a:gd name="connsiteY57" fmla="*/ 247540 h 560653"/>
                <a:gd name="connsiteX58" fmla="*/ 131147 w 613112"/>
                <a:gd name="connsiteY58" fmla="*/ 244261 h 560653"/>
                <a:gd name="connsiteX59" fmla="*/ 131147 w 613112"/>
                <a:gd name="connsiteY59" fmla="*/ 239343 h 560653"/>
                <a:gd name="connsiteX60" fmla="*/ 131147 w 613112"/>
                <a:gd name="connsiteY60" fmla="*/ 236064 h 560653"/>
                <a:gd name="connsiteX61" fmla="*/ 131147 w 613112"/>
                <a:gd name="connsiteY61" fmla="*/ 231147 h 560653"/>
                <a:gd name="connsiteX62" fmla="*/ 131147 w 613112"/>
                <a:gd name="connsiteY62" fmla="*/ 229507 h 560653"/>
                <a:gd name="connsiteX63" fmla="*/ 131147 w 613112"/>
                <a:gd name="connsiteY63" fmla="*/ 224589 h 560653"/>
                <a:gd name="connsiteX64" fmla="*/ 131147 w 613112"/>
                <a:gd name="connsiteY64" fmla="*/ 221310 h 560653"/>
                <a:gd name="connsiteX65" fmla="*/ 131147 w 613112"/>
                <a:gd name="connsiteY65" fmla="*/ 216393 h 560653"/>
                <a:gd name="connsiteX66" fmla="*/ 131147 w 613112"/>
                <a:gd name="connsiteY66" fmla="*/ 211474 h 560653"/>
                <a:gd name="connsiteX67" fmla="*/ 131147 w 613112"/>
                <a:gd name="connsiteY67" fmla="*/ 208196 h 560653"/>
                <a:gd name="connsiteX68" fmla="*/ 131147 w 613112"/>
                <a:gd name="connsiteY68" fmla="*/ 204917 h 560653"/>
                <a:gd name="connsiteX69" fmla="*/ 131147 w 613112"/>
                <a:gd name="connsiteY69" fmla="*/ 203278 h 560653"/>
                <a:gd name="connsiteX70" fmla="*/ 131147 w 613112"/>
                <a:gd name="connsiteY70" fmla="*/ 198360 h 560653"/>
                <a:gd name="connsiteX71" fmla="*/ 131147 w 613112"/>
                <a:gd name="connsiteY71" fmla="*/ 193442 h 560653"/>
                <a:gd name="connsiteX72" fmla="*/ 131147 w 613112"/>
                <a:gd name="connsiteY72" fmla="*/ 190163 h 560653"/>
                <a:gd name="connsiteX73" fmla="*/ 131147 w 613112"/>
                <a:gd name="connsiteY73" fmla="*/ 185245 h 560653"/>
                <a:gd name="connsiteX74" fmla="*/ 131147 w 613112"/>
                <a:gd name="connsiteY74" fmla="*/ 181966 h 560653"/>
                <a:gd name="connsiteX75" fmla="*/ 132786 w 613112"/>
                <a:gd name="connsiteY75" fmla="*/ 177048 h 560653"/>
                <a:gd name="connsiteX76" fmla="*/ 132786 w 613112"/>
                <a:gd name="connsiteY76" fmla="*/ 170491 h 560653"/>
                <a:gd name="connsiteX77" fmla="*/ 132786 w 613112"/>
                <a:gd name="connsiteY77" fmla="*/ 165573 h 560653"/>
                <a:gd name="connsiteX78" fmla="*/ 132786 w 613112"/>
                <a:gd name="connsiteY78" fmla="*/ 162294 h 560653"/>
                <a:gd name="connsiteX79" fmla="*/ 132786 w 613112"/>
                <a:gd name="connsiteY79" fmla="*/ 162294 h 560653"/>
                <a:gd name="connsiteX80" fmla="*/ 132786 w 613112"/>
                <a:gd name="connsiteY80" fmla="*/ 157376 h 560653"/>
                <a:gd name="connsiteX81" fmla="*/ 132786 w 613112"/>
                <a:gd name="connsiteY81" fmla="*/ 154098 h 560653"/>
                <a:gd name="connsiteX82" fmla="*/ 132786 w 613112"/>
                <a:gd name="connsiteY82" fmla="*/ 152458 h 560653"/>
                <a:gd name="connsiteX83" fmla="*/ 132786 w 613112"/>
                <a:gd name="connsiteY83" fmla="*/ 147540 h 560653"/>
                <a:gd name="connsiteX84" fmla="*/ 132786 w 613112"/>
                <a:gd name="connsiteY84" fmla="*/ 144261 h 560653"/>
                <a:gd name="connsiteX85" fmla="*/ 132786 w 613112"/>
                <a:gd name="connsiteY85" fmla="*/ 139344 h 560653"/>
                <a:gd name="connsiteX86" fmla="*/ 132786 w 613112"/>
                <a:gd name="connsiteY86" fmla="*/ 134426 h 560653"/>
                <a:gd name="connsiteX87" fmla="*/ 132786 w 613112"/>
                <a:gd name="connsiteY87" fmla="*/ 131147 h 560653"/>
                <a:gd name="connsiteX88" fmla="*/ 132786 w 613112"/>
                <a:gd name="connsiteY88" fmla="*/ 127868 h 560653"/>
                <a:gd name="connsiteX89" fmla="*/ 132786 w 613112"/>
                <a:gd name="connsiteY89" fmla="*/ 121311 h 560653"/>
                <a:gd name="connsiteX90" fmla="*/ 132786 w 613112"/>
                <a:gd name="connsiteY90" fmla="*/ 116393 h 560653"/>
                <a:gd name="connsiteX91" fmla="*/ 137705 w 613112"/>
                <a:gd name="connsiteY91" fmla="*/ 119671 h 560653"/>
                <a:gd name="connsiteX92" fmla="*/ 140983 w 613112"/>
                <a:gd name="connsiteY92" fmla="*/ 122950 h 560653"/>
                <a:gd name="connsiteX93" fmla="*/ 144262 w 613112"/>
                <a:gd name="connsiteY93" fmla="*/ 126229 h 560653"/>
                <a:gd name="connsiteX94" fmla="*/ 145901 w 613112"/>
                <a:gd name="connsiteY94" fmla="*/ 127868 h 560653"/>
                <a:gd name="connsiteX95" fmla="*/ 147540 w 613112"/>
                <a:gd name="connsiteY95" fmla="*/ 131147 h 560653"/>
                <a:gd name="connsiteX96" fmla="*/ 150819 w 613112"/>
                <a:gd name="connsiteY96" fmla="*/ 134426 h 560653"/>
                <a:gd name="connsiteX97" fmla="*/ 152459 w 613112"/>
                <a:gd name="connsiteY97" fmla="*/ 137704 h 560653"/>
                <a:gd name="connsiteX98" fmla="*/ 154098 w 613112"/>
                <a:gd name="connsiteY98" fmla="*/ 142622 h 560653"/>
                <a:gd name="connsiteX99" fmla="*/ 155737 w 613112"/>
                <a:gd name="connsiteY99" fmla="*/ 145901 h 560653"/>
                <a:gd name="connsiteX100" fmla="*/ 155737 w 613112"/>
                <a:gd name="connsiteY100" fmla="*/ 149180 h 560653"/>
                <a:gd name="connsiteX101" fmla="*/ 157376 w 613112"/>
                <a:gd name="connsiteY101" fmla="*/ 154098 h 560653"/>
                <a:gd name="connsiteX102" fmla="*/ 157376 w 613112"/>
                <a:gd name="connsiteY102" fmla="*/ 157376 h 560653"/>
                <a:gd name="connsiteX103" fmla="*/ 160655 w 613112"/>
                <a:gd name="connsiteY103" fmla="*/ 160655 h 560653"/>
                <a:gd name="connsiteX104" fmla="*/ 162295 w 613112"/>
                <a:gd name="connsiteY104" fmla="*/ 165573 h 560653"/>
                <a:gd name="connsiteX105" fmla="*/ 162295 w 613112"/>
                <a:gd name="connsiteY105" fmla="*/ 168851 h 560653"/>
                <a:gd name="connsiteX106" fmla="*/ 162295 w 613112"/>
                <a:gd name="connsiteY106" fmla="*/ 172130 h 560653"/>
                <a:gd name="connsiteX107" fmla="*/ 163934 w 613112"/>
                <a:gd name="connsiteY107" fmla="*/ 177048 h 560653"/>
                <a:gd name="connsiteX108" fmla="*/ 162295 w 613112"/>
                <a:gd name="connsiteY108" fmla="*/ 180327 h 560653"/>
                <a:gd name="connsiteX109" fmla="*/ 160655 w 613112"/>
                <a:gd name="connsiteY109" fmla="*/ 183606 h 560653"/>
                <a:gd name="connsiteX110" fmla="*/ 157376 w 613112"/>
                <a:gd name="connsiteY110" fmla="*/ 186884 h 560653"/>
                <a:gd name="connsiteX111" fmla="*/ 154098 w 613112"/>
                <a:gd name="connsiteY111" fmla="*/ 190163 h 560653"/>
                <a:gd name="connsiteX112" fmla="*/ 154098 w 613112"/>
                <a:gd name="connsiteY112" fmla="*/ 193442 h 560653"/>
                <a:gd name="connsiteX113" fmla="*/ 155737 w 613112"/>
                <a:gd name="connsiteY113" fmla="*/ 198360 h 560653"/>
                <a:gd name="connsiteX114" fmla="*/ 154098 w 613112"/>
                <a:gd name="connsiteY114" fmla="*/ 201638 h 560653"/>
                <a:gd name="connsiteX115" fmla="*/ 154098 w 613112"/>
                <a:gd name="connsiteY115" fmla="*/ 204917 h 560653"/>
                <a:gd name="connsiteX116" fmla="*/ 157376 w 613112"/>
                <a:gd name="connsiteY116" fmla="*/ 208196 h 560653"/>
                <a:gd name="connsiteX117" fmla="*/ 157376 w 613112"/>
                <a:gd name="connsiteY117" fmla="*/ 209835 h 560653"/>
                <a:gd name="connsiteX118" fmla="*/ 157376 w 613112"/>
                <a:gd name="connsiteY118" fmla="*/ 211474 h 560653"/>
                <a:gd name="connsiteX119" fmla="*/ 159016 w 613112"/>
                <a:gd name="connsiteY119" fmla="*/ 209835 h 560653"/>
                <a:gd name="connsiteX120" fmla="*/ 162295 w 613112"/>
                <a:gd name="connsiteY120" fmla="*/ 206557 h 560653"/>
                <a:gd name="connsiteX121" fmla="*/ 165573 w 613112"/>
                <a:gd name="connsiteY121" fmla="*/ 206557 h 560653"/>
                <a:gd name="connsiteX122" fmla="*/ 170491 w 613112"/>
                <a:gd name="connsiteY122" fmla="*/ 208196 h 560653"/>
                <a:gd name="connsiteX123" fmla="*/ 173770 w 613112"/>
                <a:gd name="connsiteY123" fmla="*/ 209835 h 560653"/>
                <a:gd name="connsiteX124" fmla="*/ 177049 w 613112"/>
                <a:gd name="connsiteY124" fmla="*/ 208196 h 560653"/>
                <a:gd name="connsiteX125" fmla="*/ 181966 w 613112"/>
                <a:gd name="connsiteY125" fmla="*/ 208196 h 560653"/>
                <a:gd name="connsiteX126" fmla="*/ 185245 w 613112"/>
                <a:gd name="connsiteY126" fmla="*/ 208196 h 560653"/>
                <a:gd name="connsiteX127" fmla="*/ 186885 w 613112"/>
                <a:gd name="connsiteY127" fmla="*/ 208196 h 560653"/>
                <a:gd name="connsiteX128" fmla="*/ 191803 w 613112"/>
                <a:gd name="connsiteY128" fmla="*/ 208196 h 560653"/>
                <a:gd name="connsiteX129" fmla="*/ 195081 w 613112"/>
                <a:gd name="connsiteY129" fmla="*/ 208196 h 560653"/>
                <a:gd name="connsiteX130" fmla="*/ 198360 w 613112"/>
                <a:gd name="connsiteY130" fmla="*/ 204917 h 560653"/>
                <a:gd name="connsiteX131" fmla="*/ 198360 w 613112"/>
                <a:gd name="connsiteY131" fmla="*/ 201638 h 560653"/>
                <a:gd name="connsiteX132" fmla="*/ 201639 w 613112"/>
                <a:gd name="connsiteY132" fmla="*/ 199999 h 560653"/>
                <a:gd name="connsiteX133" fmla="*/ 204917 w 613112"/>
                <a:gd name="connsiteY133" fmla="*/ 199999 h 560653"/>
                <a:gd name="connsiteX134" fmla="*/ 209835 w 613112"/>
                <a:gd name="connsiteY134" fmla="*/ 196720 h 560653"/>
                <a:gd name="connsiteX135" fmla="*/ 211475 w 613112"/>
                <a:gd name="connsiteY135" fmla="*/ 193442 h 560653"/>
                <a:gd name="connsiteX136" fmla="*/ 213114 w 613112"/>
                <a:gd name="connsiteY136" fmla="*/ 190163 h 560653"/>
                <a:gd name="connsiteX137" fmla="*/ 216393 w 613112"/>
                <a:gd name="connsiteY137" fmla="*/ 186884 h 560653"/>
                <a:gd name="connsiteX138" fmla="*/ 219672 w 613112"/>
                <a:gd name="connsiteY138" fmla="*/ 185245 h 560653"/>
                <a:gd name="connsiteX139" fmla="*/ 224589 w 613112"/>
                <a:gd name="connsiteY139" fmla="*/ 180327 h 560653"/>
                <a:gd name="connsiteX140" fmla="*/ 227868 w 613112"/>
                <a:gd name="connsiteY140" fmla="*/ 180327 h 560653"/>
                <a:gd name="connsiteX141" fmla="*/ 231147 w 613112"/>
                <a:gd name="connsiteY141" fmla="*/ 175409 h 560653"/>
                <a:gd name="connsiteX142" fmla="*/ 231147 w 613112"/>
                <a:gd name="connsiteY142" fmla="*/ 173770 h 560653"/>
                <a:gd name="connsiteX143" fmla="*/ 234425 w 613112"/>
                <a:gd name="connsiteY143" fmla="*/ 170491 h 560653"/>
                <a:gd name="connsiteX144" fmla="*/ 234425 w 613112"/>
                <a:gd name="connsiteY144" fmla="*/ 167213 h 560653"/>
                <a:gd name="connsiteX145" fmla="*/ 236065 w 613112"/>
                <a:gd name="connsiteY145" fmla="*/ 162294 h 560653"/>
                <a:gd name="connsiteX146" fmla="*/ 236065 w 613112"/>
                <a:gd name="connsiteY146" fmla="*/ 159016 h 560653"/>
                <a:gd name="connsiteX147" fmla="*/ 237704 w 613112"/>
                <a:gd name="connsiteY147" fmla="*/ 155737 h 560653"/>
                <a:gd name="connsiteX148" fmla="*/ 237704 w 613112"/>
                <a:gd name="connsiteY148" fmla="*/ 150819 h 560653"/>
                <a:gd name="connsiteX149" fmla="*/ 240983 w 613112"/>
                <a:gd name="connsiteY149" fmla="*/ 147540 h 560653"/>
                <a:gd name="connsiteX150" fmla="*/ 242622 w 613112"/>
                <a:gd name="connsiteY150" fmla="*/ 144261 h 560653"/>
                <a:gd name="connsiteX151" fmla="*/ 245901 w 613112"/>
                <a:gd name="connsiteY151" fmla="*/ 140983 h 560653"/>
                <a:gd name="connsiteX152" fmla="*/ 249179 w 613112"/>
                <a:gd name="connsiteY152" fmla="*/ 140983 h 560653"/>
                <a:gd name="connsiteX153" fmla="*/ 252458 w 613112"/>
                <a:gd name="connsiteY153" fmla="*/ 139344 h 560653"/>
                <a:gd name="connsiteX154" fmla="*/ 255737 w 613112"/>
                <a:gd name="connsiteY154" fmla="*/ 139344 h 560653"/>
                <a:gd name="connsiteX155" fmla="*/ 260655 w 613112"/>
                <a:gd name="connsiteY155" fmla="*/ 139344 h 560653"/>
                <a:gd name="connsiteX156" fmla="*/ 263933 w 613112"/>
                <a:gd name="connsiteY156" fmla="*/ 140983 h 560653"/>
                <a:gd name="connsiteX157" fmla="*/ 267212 w 613112"/>
                <a:gd name="connsiteY157" fmla="*/ 144261 h 560653"/>
                <a:gd name="connsiteX158" fmla="*/ 272130 w 613112"/>
                <a:gd name="connsiteY158" fmla="*/ 147540 h 560653"/>
                <a:gd name="connsiteX159" fmla="*/ 272130 w 613112"/>
                <a:gd name="connsiteY159" fmla="*/ 147540 h 560653"/>
                <a:gd name="connsiteX160" fmla="*/ 275409 w 613112"/>
                <a:gd name="connsiteY160" fmla="*/ 150819 h 560653"/>
                <a:gd name="connsiteX161" fmla="*/ 278687 w 613112"/>
                <a:gd name="connsiteY161" fmla="*/ 154098 h 560653"/>
                <a:gd name="connsiteX162" fmla="*/ 281966 w 613112"/>
                <a:gd name="connsiteY162" fmla="*/ 155737 h 560653"/>
                <a:gd name="connsiteX163" fmla="*/ 286884 w 613112"/>
                <a:gd name="connsiteY163" fmla="*/ 155737 h 560653"/>
                <a:gd name="connsiteX164" fmla="*/ 290163 w 613112"/>
                <a:gd name="connsiteY164" fmla="*/ 155737 h 560653"/>
                <a:gd name="connsiteX165" fmla="*/ 293442 w 613112"/>
                <a:gd name="connsiteY165" fmla="*/ 159016 h 560653"/>
                <a:gd name="connsiteX166" fmla="*/ 296720 w 613112"/>
                <a:gd name="connsiteY166" fmla="*/ 160655 h 560653"/>
                <a:gd name="connsiteX167" fmla="*/ 299999 w 613112"/>
                <a:gd name="connsiteY167" fmla="*/ 160655 h 560653"/>
                <a:gd name="connsiteX168" fmla="*/ 301638 w 613112"/>
                <a:gd name="connsiteY168" fmla="*/ 160655 h 560653"/>
                <a:gd name="connsiteX169" fmla="*/ 304917 w 613112"/>
                <a:gd name="connsiteY169" fmla="*/ 162294 h 560653"/>
                <a:gd name="connsiteX170" fmla="*/ 308196 w 613112"/>
                <a:gd name="connsiteY170" fmla="*/ 163934 h 560653"/>
                <a:gd name="connsiteX171" fmla="*/ 311474 w 613112"/>
                <a:gd name="connsiteY171" fmla="*/ 163934 h 560653"/>
                <a:gd name="connsiteX172" fmla="*/ 316392 w 613112"/>
                <a:gd name="connsiteY172" fmla="*/ 162294 h 560653"/>
                <a:gd name="connsiteX173" fmla="*/ 319671 w 613112"/>
                <a:gd name="connsiteY173" fmla="*/ 159016 h 560653"/>
                <a:gd name="connsiteX174" fmla="*/ 321310 w 613112"/>
                <a:gd name="connsiteY174" fmla="*/ 159016 h 560653"/>
                <a:gd name="connsiteX175" fmla="*/ 324589 w 613112"/>
                <a:gd name="connsiteY175" fmla="*/ 160655 h 560653"/>
                <a:gd name="connsiteX176" fmla="*/ 327867 w 613112"/>
                <a:gd name="connsiteY176" fmla="*/ 160655 h 560653"/>
                <a:gd name="connsiteX177" fmla="*/ 331146 w 613112"/>
                <a:gd name="connsiteY177" fmla="*/ 160655 h 560653"/>
                <a:gd name="connsiteX178" fmla="*/ 334425 w 613112"/>
                <a:gd name="connsiteY178" fmla="*/ 160655 h 560653"/>
                <a:gd name="connsiteX179" fmla="*/ 337703 w 613112"/>
                <a:gd name="connsiteY179" fmla="*/ 157376 h 560653"/>
                <a:gd name="connsiteX180" fmla="*/ 340982 w 613112"/>
                <a:gd name="connsiteY180" fmla="*/ 155737 h 560653"/>
                <a:gd name="connsiteX181" fmla="*/ 342622 w 613112"/>
                <a:gd name="connsiteY181" fmla="*/ 154098 h 560653"/>
                <a:gd name="connsiteX182" fmla="*/ 342622 w 613112"/>
                <a:gd name="connsiteY182" fmla="*/ 154098 h 560653"/>
                <a:gd name="connsiteX183" fmla="*/ 342622 w 613112"/>
                <a:gd name="connsiteY183" fmla="*/ 152458 h 560653"/>
                <a:gd name="connsiteX184" fmla="*/ 345900 w 613112"/>
                <a:gd name="connsiteY184" fmla="*/ 147540 h 560653"/>
                <a:gd name="connsiteX185" fmla="*/ 345900 w 613112"/>
                <a:gd name="connsiteY185" fmla="*/ 144261 h 560653"/>
                <a:gd name="connsiteX186" fmla="*/ 347540 w 613112"/>
                <a:gd name="connsiteY186" fmla="*/ 142622 h 560653"/>
                <a:gd name="connsiteX187" fmla="*/ 347540 w 613112"/>
                <a:gd name="connsiteY187" fmla="*/ 139344 h 560653"/>
                <a:gd name="connsiteX188" fmla="*/ 349179 w 613112"/>
                <a:gd name="connsiteY188" fmla="*/ 136065 h 560653"/>
                <a:gd name="connsiteX189" fmla="*/ 350818 w 613112"/>
                <a:gd name="connsiteY189" fmla="*/ 131147 h 560653"/>
                <a:gd name="connsiteX190" fmla="*/ 352457 w 613112"/>
                <a:gd name="connsiteY190" fmla="*/ 127868 h 560653"/>
                <a:gd name="connsiteX191" fmla="*/ 352457 w 613112"/>
                <a:gd name="connsiteY191" fmla="*/ 127868 h 560653"/>
                <a:gd name="connsiteX192" fmla="*/ 354097 w 613112"/>
                <a:gd name="connsiteY192" fmla="*/ 122950 h 560653"/>
                <a:gd name="connsiteX193" fmla="*/ 354097 w 613112"/>
                <a:gd name="connsiteY193" fmla="*/ 119671 h 560653"/>
                <a:gd name="connsiteX194" fmla="*/ 354097 w 613112"/>
                <a:gd name="connsiteY194" fmla="*/ 116393 h 560653"/>
                <a:gd name="connsiteX195" fmla="*/ 354097 w 613112"/>
                <a:gd name="connsiteY195" fmla="*/ 116393 h 560653"/>
                <a:gd name="connsiteX196" fmla="*/ 359015 w 613112"/>
                <a:gd name="connsiteY196" fmla="*/ 114754 h 560653"/>
                <a:gd name="connsiteX197" fmla="*/ 362294 w 613112"/>
                <a:gd name="connsiteY197" fmla="*/ 113114 h 560653"/>
                <a:gd name="connsiteX198" fmla="*/ 362294 w 613112"/>
                <a:gd name="connsiteY198" fmla="*/ 113114 h 560653"/>
                <a:gd name="connsiteX199" fmla="*/ 365572 w 613112"/>
                <a:gd name="connsiteY199" fmla="*/ 111475 h 560653"/>
                <a:gd name="connsiteX200" fmla="*/ 365572 w 613112"/>
                <a:gd name="connsiteY200" fmla="*/ 111475 h 560653"/>
                <a:gd name="connsiteX201" fmla="*/ 370490 w 613112"/>
                <a:gd name="connsiteY201" fmla="*/ 109836 h 560653"/>
                <a:gd name="connsiteX202" fmla="*/ 373769 w 613112"/>
                <a:gd name="connsiteY202" fmla="*/ 111475 h 560653"/>
                <a:gd name="connsiteX203" fmla="*/ 373769 w 613112"/>
                <a:gd name="connsiteY203" fmla="*/ 109836 h 560653"/>
                <a:gd name="connsiteX204" fmla="*/ 377047 w 613112"/>
                <a:gd name="connsiteY204" fmla="*/ 106557 h 560653"/>
                <a:gd name="connsiteX205" fmla="*/ 378687 w 613112"/>
                <a:gd name="connsiteY205" fmla="*/ 103278 h 560653"/>
                <a:gd name="connsiteX206" fmla="*/ 383605 w 613112"/>
                <a:gd name="connsiteY206" fmla="*/ 100000 h 560653"/>
                <a:gd name="connsiteX207" fmla="*/ 386884 w 613112"/>
                <a:gd name="connsiteY207" fmla="*/ 96721 h 560653"/>
                <a:gd name="connsiteX208" fmla="*/ 390162 w 613112"/>
                <a:gd name="connsiteY208" fmla="*/ 95081 h 560653"/>
                <a:gd name="connsiteX209" fmla="*/ 391802 w 613112"/>
                <a:gd name="connsiteY209" fmla="*/ 91803 h 560653"/>
                <a:gd name="connsiteX210" fmla="*/ 391802 w 613112"/>
                <a:gd name="connsiteY210" fmla="*/ 90164 h 560653"/>
                <a:gd name="connsiteX211" fmla="*/ 391802 w 613112"/>
                <a:gd name="connsiteY211" fmla="*/ 86885 h 560653"/>
                <a:gd name="connsiteX212" fmla="*/ 393441 w 613112"/>
                <a:gd name="connsiteY212" fmla="*/ 83606 h 560653"/>
                <a:gd name="connsiteX213" fmla="*/ 395080 w 613112"/>
                <a:gd name="connsiteY213" fmla="*/ 78688 h 560653"/>
                <a:gd name="connsiteX214" fmla="*/ 395080 w 613112"/>
                <a:gd name="connsiteY214" fmla="*/ 75410 h 560653"/>
                <a:gd name="connsiteX215" fmla="*/ 396720 w 613112"/>
                <a:gd name="connsiteY215" fmla="*/ 72131 h 560653"/>
                <a:gd name="connsiteX216" fmla="*/ 396720 w 613112"/>
                <a:gd name="connsiteY216" fmla="*/ 68852 h 560653"/>
                <a:gd name="connsiteX217" fmla="*/ 399999 w 613112"/>
                <a:gd name="connsiteY217" fmla="*/ 68852 h 560653"/>
                <a:gd name="connsiteX218" fmla="*/ 401638 w 613112"/>
                <a:gd name="connsiteY218" fmla="*/ 63934 h 560653"/>
                <a:gd name="connsiteX219" fmla="*/ 401638 w 613112"/>
                <a:gd name="connsiteY219" fmla="*/ 63934 h 560653"/>
                <a:gd name="connsiteX220" fmla="*/ 404916 w 613112"/>
                <a:gd name="connsiteY220" fmla="*/ 60656 h 560653"/>
                <a:gd name="connsiteX221" fmla="*/ 409834 w 613112"/>
                <a:gd name="connsiteY221" fmla="*/ 59016 h 560653"/>
                <a:gd name="connsiteX222" fmla="*/ 411474 w 613112"/>
                <a:gd name="connsiteY222" fmla="*/ 57377 h 560653"/>
                <a:gd name="connsiteX223" fmla="*/ 414753 w 613112"/>
                <a:gd name="connsiteY223" fmla="*/ 55737 h 560653"/>
                <a:gd name="connsiteX224" fmla="*/ 418031 w 613112"/>
                <a:gd name="connsiteY224" fmla="*/ 54098 h 560653"/>
                <a:gd name="connsiteX225" fmla="*/ 419670 w 613112"/>
                <a:gd name="connsiteY225" fmla="*/ 50820 h 560653"/>
                <a:gd name="connsiteX226" fmla="*/ 422949 w 613112"/>
                <a:gd name="connsiteY226" fmla="*/ 47541 h 560653"/>
                <a:gd name="connsiteX227" fmla="*/ 424589 w 613112"/>
                <a:gd name="connsiteY227" fmla="*/ 47541 h 560653"/>
                <a:gd name="connsiteX228" fmla="*/ 427867 w 613112"/>
                <a:gd name="connsiteY228" fmla="*/ 45901 h 560653"/>
                <a:gd name="connsiteX229" fmla="*/ 431146 w 613112"/>
                <a:gd name="connsiteY229" fmla="*/ 42623 h 560653"/>
                <a:gd name="connsiteX230" fmla="*/ 431146 w 613112"/>
                <a:gd name="connsiteY230" fmla="*/ 42623 h 560653"/>
                <a:gd name="connsiteX231" fmla="*/ 434424 w 613112"/>
                <a:gd name="connsiteY231" fmla="*/ 39344 h 560653"/>
                <a:gd name="connsiteX232" fmla="*/ 434424 w 613112"/>
                <a:gd name="connsiteY232" fmla="*/ 37705 h 560653"/>
                <a:gd name="connsiteX233" fmla="*/ 437703 w 613112"/>
                <a:gd name="connsiteY233" fmla="*/ 34426 h 560653"/>
                <a:gd name="connsiteX234" fmla="*/ 439343 w 613112"/>
                <a:gd name="connsiteY234" fmla="*/ 31147 h 560653"/>
                <a:gd name="connsiteX235" fmla="*/ 442621 w 613112"/>
                <a:gd name="connsiteY235" fmla="*/ 27869 h 560653"/>
                <a:gd name="connsiteX236" fmla="*/ 442621 w 613112"/>
                <a:gd name="connsiteY236" fmla="*/ 24590 h 560653"/>
                <a:gd name="connsiteX237" fmla="*/ 447539 w 613112"/>
                <a:gd name="connsiteY237" fmla="*/ 21311 h 560653"/>
                <a:gd name="connsiteX238" fmla="*/ 450818 w 613112"/>
                <a:gd name="connsiteY238" fmla="*/ 19672 h 560653"/>
                <a:gd name="connsiteX239" fmla="*/ 450818 w 613112"/>
                <a:gd name="connsiteY239" fmla="*/ 19672 h 560653"/>
                <a:gd name="connsiteX240" fmla="*/ 455736 w 613112"/>
                <a:gd name="connsiteY240" fmla="*/ 19672 h 560653"/>
                <a:gd name="connsiteX241" fmla="*/ 459014 w 613112"/>
                <a:gd name="connsiteY241" fmla="*/ 19672 h 560653"/>
                <a:gd name="connsiteX242" fmla="*/ 462293 w 613112"/>
                <a:gd name="connsiteY242" fmla="*/ 18033 h 560653"/>
                <a:gd name="connsiteX243" fmla="*/ 465572 w 613112"/>
                <a:gd name="connsiteY243" fmla="*/ 16393 h 560653"/>
                <a:gd name="connsiteX244" fmla="*/ 470490 w 613112"/>
                <a:gd name="connsiteY244" fmla="*/ 14754 h 560653"/>
                <a:gd name="connsiteX245" fmla="*/ 470490 w 613112"/>
                <a:gd name="connsiteY245" fmla="*/ 14754 h 560653"/>
                <a:gd name="connsiteX246" fmla="*/ 473769 w 613112"/>
                <a:gd name="connsiteY246" fmla="*/ 11476 h 560653"/>
                <a:gd name="connsiteX247" fmla="*/ 473769 w 613112"/>
                <a:gd name="connsiteY247" fmla="*/ 8197 h 560653"/>
                <a:gd name="connsiteX248" fmla="*/ 475408 w 613112"/>
                <a:gd name="connsiteY248" fmla="*/ 4918 h 560653"/>
                <a:gd name="connsiteX249" fmla="*/ 475408 w 613112"/>
                <a:gd name="connsiteY249" fmla="*/ 4918 h 560653"/>
                <a:gd name="connsiteX250" fmla="*/ 478687 w 613112"/>
                <a:gd name="connsiteY250" fmla="*/ 4918 h 560653"/>
                <a:gd name="connsiteX251" fmla="*/ 480326 w 613112"/>
                <a:gd name="connsiteY251" fmla="*/ 4918 h 560653"/>
                <a:gd name="connsiteX252" fmla="*/ 483604 w 613112"/>
                <a:gd name="connsiteY252" fmla="*/ 3279 h 560653"/>
                <a:gd name="connsiteX253" fmla="*/ 486883 w 613112"/>
                <a:gd name="connsiteY253" fmla="*/ 3279 h 560653"/>
                <a:gd name="connsiteX254" fmla="*/ 488523 w 613112"/>
                <a:gd name="connsiteY254" fmla="*/ 3279 h 560653"/>
                <a:gd name="connsiteX255" fmla="*/ 493440 w 613112"/>
                <a:gd name="connsiteY255" fmla="*/ 1639 h 560653"/>
                <a:gd name="connsiteX256" fmla="*/ 496719 w 613112"/>
                <a:gd name="connsiteY256" fmla="*/ 1639 h 560653"/>
                <a:gd name="connsiteX257" fmla="*/ 499998 w 613112"/>
                <a:gd name="connsiteY257" fmla="*/ 0 h 560653"/>
                <a:gd name="connsiteX258" fmla="*/ 504916 w 613112"/>
                <a:gd name="connsiteY258" fmla="*/ 0 h 560653"/>
                <a:gd name="connsiteX259" fmla="*/ 508194 w 613112"/>
                <a:gd name="connsiteY259" fmla="*/ 3279 h 560653"/>
                <a:gd name="connsiteX260" fmla="*/ 509834 w 613112"/>
                <a:gd name="connsiteY260" fmla="*/ 3279 h 560653"/>
                <a:gd name="connsiteX261" fmla="*/ 511473 w 613112"/>
                <a:gd name="connsiteY261" fmla="*/ 4918 h 560653"/>
                <a:gd name="connsiteX262" fmla="*/ 513113 w 613112"/>
                <a:gd name="connsiteY262" fmla="*/ 4918 h 560653"/>
                <a:gd name="connsiteX263" fmla="*/ 516391 w 613112"/>
                <a:gd name="connsiteY263" fmla="*/ 6557 h 560653"/>
                <a:gd name="connsiteX264" fmla="*/ 518031 w 613112"/>
                <a:gd name="connsiteY264" fmla="*/ 8197 h 560653"/>
                <a:gd name="connsiteX265" fmla="*/ 521309 w 613112"/>
                <a:gd name="connsiteY265" fmla="*/ 8197 h 560653"/>
                <a:gd name="connsiteX266" fmla="*/ 524588 w 613112"/>
                <a:gd name="connsiteY266" fmla="*/ 9836 h 560653"/>
                <a:gd name="connsiteX267" fmla="*/ 527867 w 613112"/>
                <a:gd name="connsiteY267" fmla="*/ 9836 h 560653"/>
                <a:gd name="connsiteX268" fmla="*/ 532784 w 613112"/>
                <a:gd name="connsiteY268" fmla="*/ 8197 h 560653"/>
                <a:gd name="connsiteX269" fmla="*/ 536063 w 613112"/>
                <a:gd name="connsiteY269" fmla="*/ 9836 h 560653"/>
                <a:gd name="connsiteX270" fmla="*/ 539342 w 613112"/>
                <a:gd name="connsiteY270" fmla="*/ 8197 h 560653"/>
                <a:gd name="connsiteX271" fmla="*/ 542621 w 613112"/>
                <a:gd name="connsiteY271" fmla="*/ 8197 h 560653"/>
                <a:gd name="connsiteX272" fmla="*/ 547539 w 613112"/>
                <a:gd name="connsiteY272" fmla="*/ 8197 h 560653"/>
                <a:gd name="connsiteX273" fmla="*/ 550817 w 613112"/>
                <a:gd name="connsiteY273" fmla="*/ 8197 h 560653"/>
                <a:gd name="connsiteX274" fmla="*/ 554096 w 613112"/>
                <a:gd name="connsiteY274" fmla="*/ 9836 h 560653"/>
                <a:gd name="connsiteX275" fmla="*/ 557375 w 613112"/>
                <a:gd name="connsiteY275" fmla="*/ 9836 h 560653"/>
                <a:gd name="connsiteX276" fmla="*/ 560653 w 613112"/>
                <a:gd name="connsiteY276" fmla="*/ 13114 h 560653"/>
                <a:gd name="connsiteX277" fmla="*/ 562293 w 613112"/>
                <a:gd name="connsiteY277" fmla="*/ 13114 h 560653"/>
                <a:gd name="connsiteX278" fmla="*/ 562293 w 613112"/>
                <a:gd name="connsiteY278" fmla="*/ 14754 h 560653"/>
                <a:gd name="connsiteX279" fmla="*/ 562293 w 613112"/>
                <a:gd name="connsiteY279" fmla="*/ 16393 h 560653"/>
                <a:gd name="connsiteX280" fmla="*/ 563932 w 613112"/>
                <a:gd name="connsiteY280" fmla="*/ 19672 h 560653"/>
                <a:gd name="connsiteX281" fmla="*/ 563932 w 613112"/>
                <a:gd name="connsiteY281" fmla="*/ 24590 h 560653"/>
                <a:gd name="connsiteX282" fmla="*/ 565571 w 613112"/>
                <a:gd name="connsiteY282" fmla="*/ 27869 h 560653"/>
                <a:gd name="connsiteX283" fmla="*/ 565571 w 613112"/>
                <a:gd name="connsiteY283" fmla="*/ 32787 h 560653"/>
                <a:gd name="connsiteX284" fmla="*/ 567211 w 613112"/>
                <a:gd name="connsiteY284" fmla="*/ 36066 h 560653"/>
                <a:gd name="connsiteX285" fmla="*/ 568850 w 613112"/>
                <a:gd name="connsiteY285" fmla="*/ 40983 h 560653"/>
                <a:gd name="connsiteX286" fmla="*/ 568850 w 613112"/>
                <a:gd name="connsiteY286" fmla="*/ 45901 h 560653"/>
                <a:gd name="connsiteX287" fmla="*/ 570490 w 613112"/>
                <a:gd name="connsiteY287" fmla="*/ 49180 h 560653"/>
                <a:gd name="connsiteX288" fmla="*/ 568850 w 613112"/>
                <a:gd name="connsiteY288" fmla="*/ 52459 h 560653"/>
                <a:gd name="connsiteX289" fmla="*/ 568850 w 613112"/>
                <a:gd name="connsiteY289" fmla="*/ 57377 h 560653"/>
                <a:gd name="connsiteX290" fmla="*/ 570490 w 613112"/>
                <a:gd name="connsiteY290" fmla="*/ 60656 h 560653"/>
                <a:gd name="connsiteX291" fmla="*/ 573768 w 613112"/>
                <a:gd name="connsiteY291" fmla="*/ 63934 h 560653"/>
                <a:gd name="connsiteX292" fmla="*/ 573768 w 613112"/>
                <a:gd name="connsiteY292" fmla="*/ 68852 h 560653"/>
                <a:gd name="connsiteX293" fmla="*/ 575407 w 613112"/>
                <a:gd name="connsiteY293" fmla="*/ 73770 h 560653"/>
                <a:gd name="connsiteX294" fmla="*/ 577047 w 613112"/>
                <a:gd name="connsiteY294" fmla="*/ 77049 h 560653"/>
                <a:gd name="connsiteX295" fmla="*/ 580326 w 613112"/>
                <a:gd name="connsiteY295" fmla="*/ 80327 h 560653"/>
                <a:gd name="connsiteX296" fmla="*/ 580326 w 613112"/>
                <a:gd name="connsiteY296" fmla="*/ 83606 h 560653"/>
                <a:gd name="connsiteX297" fmla="*/ 580326 w 613112"/>
                <a:gd name="connsiteY297" fmla="*/ 86885 h 560653"/>
                <a:gd name="connsiteX298" fmla="*/ 581965 w 613112"/>
                <a:gd name="connsiteY298" fmla="*/ 91803 h 560653"/>
                <a:gd name="connsiteX299" fmla="*/ 581965 w 613112"/>
                <a:gd name="connsiteY299" fmla="*/ 95081 h 560653"/>
                <a:gd name="connsiteX300" fmla="*/ 583604 w 613112"/>
                <a:gd name="connsiteY300" fmla="*/ 98360 h 560653"/>
                <a:gd name="connsiteX301" fmla="*/ 585243 w 613112"/>
                <a:gd name="connsiteY301" fmla="*/ 103278 h 560653"/>
                <a:gd name="connsiteX302" fmla="*/ 585243 w 613112"/>
                <a:gd name="connsiteY302" fmla="*/ 103278 h 560653"/>
                <a:gd name="connsiteX303" fmla="*/ 585243 w 613112"/>
                <a:gd name="connsiteY303" fmla="*/ 106557 h 560653"/>
                <a:gd name="connsiteX304" fmla="*/ 583604 w 613112"/>
                <a:gd name="connsiteY304" fmla="*/ 109836 h 560653"/>
                <a:gd name="connsiteX305" fmla="*/ 583604 w 613112"/>
                <a:gd name="connsiteY305" fmla="*/ 114754 h 560653"/>
                <a:gd name="connsiteX306" fmla="*/ 583604 w 613112"/>
                <a:gd name="connsiteY306" fmla="*/ 118032 h 560653"/>
                <a:gd name="connsiteX307" fmla="*/ 583604 w 613112"/>
                <a:gd name="connsiteY307" fmla="*/ 122950 h 560653"/>
                <a:gd name="connsiteX308" fmla="*/ 583604 w 613112"/>
                <a:gd name="connsiteY308" fmla="*/ 127868 h 560653"/>
                <a:gd name="connsiteX309" fmla="*/ 583604 w 613112"/>
                <a:gd name="connsiteY309" fmla="*/ 131147 h 560653"/>
                <a:gd name="connsiteX310" fmla="*/ 583604 w 613112"/>
                <a:gd name="connsiteY310" fmla="*/ 134426 h 560653"/>
                <a:gd name="connsiteX311" fmla="*/ 583604 w 613112"/>
                <a:gd name="connsiteY311" fmla="*/ 137704 h 560653"/>
                <a:gd name="connsiteX312" fmla="*/ 583604 w 613112"/>
                <a:gd name="connsiteY312" fmla="*/ 142622 h 560653"/>
                <a:gd name="connsiteX313" fmla="*/ 581965 w 613112"/>
                <a:gd name="connsiteY313" fmla="*/ 145901 h 560653"/>
                <a:gd name="connsiteX314" fmla="*/ 581965 w 613112"/>
                <a:gd name="connsiteY314" fmla="*/ 147540 h 560653"/>
                <a:gd name="connsiteX315" fmla="*/ 581965 w 613112"/>
                <a:gd name="connsiteY315" fmla="*/ 147540 h 560653"/>
                <a:gd name="connsiteX316" fmla="*/ 581965 w 613112"/>
                <a:gd name="connsiteY316" fmla="*/ 152458 h 560653"/>
                <a:gd name="connsiteX317" fmla="*/ 583604 w 613112"/>
                <a:gd name="connsiteY317" fmla="*/ 155737 h 560653"/>
                <a:gd name="connsiteX318" fmla="*/ 581965 w 613112"/>
                <a:gd name="connsiteY318" fmla="*/ 157376 h 560653"/>
                <a:gd name="connsiteX319" fmla="*/ 580326 w 613112"/>
                <a:gd name="connsiteY319" fmla="*/ 160655 h 560653"/>
                <a:gd name="connsiteX320" fmla="*/ 580326 w 613112"/>
                <a:gd name="connsiteY320" fmla="*/ 165573 h 560653"/>
                <a:gd name="connsiteX321" fmla="*/ 580326 w 613112"/>
                <a:gd name="connsiteY321" fmla="*/ 168851 h 560653"/>
                <a:gd name="connsiteX322" fmla="*/ 577047 w 613112"/>
                <a:gd name="connsiteY322" fmla="*/ 170491 h 560653"/>
                <a:gd name="connsiteX323" fmla="*/ 573768 w 613112"/>
                <a:gd name="connsiteY323" fmla="*/ 168851 h 560653"/>
                <a:gd name="connsiteX324" fmla="*/ 572129 w 613112"/>
                <a:gd name="connsiteY324" fmla="*/ 167213 h 560653"/>
                <a:gd name="connsiteX325" fmla="*/ 568850 w 613112"/>
                <a:gd name="connsiteY325" fmla="*/ 165573 h 560653"/>
                <a:gd name="connsiteX326" fmla="*/ 563932 w 613112"/>
                <a:gd name="connsiteY326" fmla="*/ 162294 h 560653"/>
                <a:gd name="connsiteX327" fmla="*/ 562293 w 613112"/>
                <a:gd name="connsiteY327" fmla="*/ 160655 h 560653"/>
                <a:gd name="connsiteX328" fmla="*/ 560653 w 613112"/>
                <a:gd name="connsiteY328" fmla="*/ 159016 h 560653"/>
                <a:gd name="connsiteX329" fmla="*/ 557375 w 613112"/>
                <a:gd name="connsiteY329" fmla="*/ 160655 h 560653"/>
                <a:gd name="connsiteX330" fmla="*/ 552457 w 613112"/>
                <a:gd name="connsiteY330" fmla="*/ 163934 h 560653"/>
                <a:gd name="connsiteX331" fmla="*/ 549178 w 613112"/>
                <a:gd name="connsiteY331" fmla="*/ 167213 h 560653"/>
                <a:gd name="connsiteX332" fmla="*/ 549178 w 613112"/>
                <a:gd name="connsiteY332" fmla="*/ 168851 h 560653"/>
                <a:gd name="connsiteX333" fmla="*/ 549178 w 613112"/>
                <a:gd name="connsiteY333" fmla="*/ 170491 h 560653"/>
                <a:gd name="connsiteX334" fmla="*/ 547539 w 613112"/>
                <a:gd name="connsiteY334" fmla="*/ 172130 h 560653"/>
                <a:gd name="connsiteX335" fmla="*/ 545899 w 613112"/>
                <a:gd name="connsiteY335" fmla="*/ 177048 h 560653"/>
                <a:gd name="connsiteX336" fmla="*/ 542621 w 613112"/>
                <a:gd name="connsiteY336" fmla="*/ 180327 h 560653"/>
                <a:gd name="connsiteX337" fmla="*/ 539342 w 613112"/>
                <a:gd name="connsiteY337" fmla="*/ 183606 h 560653"/>
                <a:gd name="connsiteX338" fmla="*/ 537703 w 613112"/>
                <a:gd name="connsiteY338" fmla="*/ 188524 h 560653"/>
                <a:gd name="connsiteX339" fmla="*/ 536063 w 613112"/>
                <a:gd name="connsiteY339" fmla="*/ 191803 h 560653"/>
                <a:gd name="connsiteX340" fmla="*/ 536063 w 613112"/>
                <a:gd name="connsiteY340" fmla="*/ 195081 h 560653"/>
                <a:gd name="connsiteX341" fmla="*/ 536063 w 613112"/>
                <a:gd name="connsiteY341" fmla="*/ 196720 h 560653"/>
                <a:gd name="connsiteX342" fmla="*/ 536063 w 613112"/>
                <a:gd name="connsiteY342" fmla="*/ 199999 h 560653"/>
                <a:gd name="connsiteX343" fmla="*/ 536063 w 613112"/>
                <a:gd name="connsiteY343" fmla="*/ 203278 h 560653"/>
                <a:gd name="connsiteX344" fmla="*/ 539342 w 613112"/>
                <a:gd name="connsiteY344" fmla="*/ 206557 h 560653"/>
                <a:gd name="connsiteX345" fmla="*/ 539342 w 613112"/>
                <a:gd name="connsiteY345" fmla="*/ 208196 h 560653"/>
                <a:gd name="connsiteX346" fmla="*/ 540981 w 613112"/>
                <a:gd name="connsiteY346" fmla="*/ 213114 h 560653"/>
                <a:gd name="connsiteX347" fmla="*/ 540981 w 613112"/>
                <a:gd name="connsiteY347" fmla="*/ 216393 h 560653"/>
                <a:gd name="connsiteX348" fmla="*/ 545899 w 613112"/>
                <a:gd name="connsiteY348" fmla="*/ 219671 h 560653"/>
                <a:gd name="connsiteX349" fmla="*/ 547539 w 613112"/>
                <a:gd name="connsiteY349" fmla="*/ 222950 h 560653"/>
                <a:gd name="connsiteX350" fmla="*/ 550817 w 613112"/>
                <a:gd name="connsiteY350" fmla="*/ 226228 h 560653"/>
                <a:gd name="connsiteX351" fmla="*/ 555736 w 613112"/>
                <a:gd name="connsiteY351" fmla="*/ 226228 h 560653"/>
                <a:gd name="connsiteX352" fmla="*/ 559014 w 613112"/>
                <a:gd name="connsiteY352" fmla="*/ 227868 h 560653"/>
                <a:gd name="connsiteX353" fmla="*/ 562293 w 613112"/>
                <a:gd name="connsiteY353" fmla="*/ 229507 h 560653"/>
                <a:gd name="connsiteX354" fmla="*/ 567211 w 613112"/>
                <a:gd name="connsiteY354" fmla="*/ 229507 h 560653"/>
                <a:gd name="connsiteX355" fmla="*/ 570490 w 613112"/>
                <a:gd name="connsiteY355" fmla="*/ 229507 h 560653"/>
                <a:gd name="connsiteX356" fmla="*/ 573768 w 613112"/>
                <a:gd name="connsiteY356" fmla="*/ 229507 h 560653"/>
                <a:gd name="connsiteX357" fmla="*/ 575407 w 613112"/>
                <a:gd name="connsiteY357" fmla="*/ 229507 h 560653"/>
                <a:gd name="connsiteX358" fmla="*/ 575407 w 613112"/>
                <a:gd name="connsiteY358" fmla="*/ 229507 h 560653"/>
                <a:gd name="connsiteX359" fmla="*/ 578686 w 613112"/>
                <a:gd name="connsiteY359" fmla="*/ 227868 h 560653"/>
                <a:gd name="connsiteX360" fmla="*/ 578686 w 613112"/>
                <a:gd name="connsiteY360" fmla="*/ 224589 h 560653"/>
                <a:gd name="connsiteX361" fmla="*/ 578686 w 613112"/>
                <a:gd name="connsiteY361" fmla="*/ 219671 h 560653"/>
                <a:gd name="connsiteX362" fmla="*/ 578686 w 613112"/>
                <a:gd name="connsiteY362" fmla="*/ 216393 h 560653"/>
                <a:gd name="connsiteX363" fmla="*/ 580326 w 613112"/>
                <a:gd name="connsiteY363" fmla="*/ 213114 h 560653"/>
                <a:gd name="connsiteX364" fmla="*/ 580326 w 613112"/>
                <a:gd name="connsiteY364" fmla="*/ 208196 h 560653"/>
                <a:gd name="connsiteX365" fmla="*/ 580326 w 613112"/>
                <a:gd name="connsiteY365" fmla="*/ 206557 h 560653"/>
                <a:gd name="connsiteX366" fmla="*/ 583604 w 613112"/>
                <a:gd name="connsiteY366" fmla="*/ 208196 h 560653"/>
                <a:gd name="connsiteX367" fmla="*/ 585243 w 613112"/>
                <a:gd name="connsiteY367" fmla="*/ 208196 h 560653"/>
                <a:gd name="connsiteX368" fmla="*/ 588522 w 613112"/>
                <a:gd name="connsiteY368" fmla="*/ 208196 h 560653"/>
                <a:gd name="connsiteX369" fmla="*/ 591801 w 613112"/>
                <a:gd name="connsiteY369" fmla="*/ 208196 h 560653"/>
                <a:gd name="connsiteX370" fmla="*/ 593440 w 613112"/>
                <a:gd name="connsiteY370" fmla="*/ 208196 h 560653"/>
                <a:gd name="connsiteX371" fmla="*/ 596719 w 613112"/>
                <a:gd name="connsiteY371" fmla="*/ 208196 h 560653"/>
                <a:gd name="connsiteX372" fmla="*/ 601637 w 613112"/>
                <a:gd name="connsiteY372" fmla="*/ 208196 h 560653"/>
                <a:gd name="connsiteX373" fmla="*/ 604916 w 613112"/>
                <a:gd name="connsiteY373" fmla="*/ 208196 h 560653"/>
                <a:gd name="connsiteX374" fmla="*/ 609833 w 613112"/>
                <a:gd name="connsiteY374" fmla="*/ 208196 h 560653"/>
                <a:gd name="connsiteX375" fmla="*/ 613112 w 613112"/>
                <a:gd name="connsiteY375" fmla="*/ 208196 h 560653"/>
                <a:gd name="connsiteX376" fmla="*/ 613112 w 613112"/>
                <a:gd name="connsiteY376" fmla="*/ 211474 h 560653"/>
                <a:gd name="connsiteX377" fmla="*/ 611473 w 613112"/>
                <a:gd name="connsiteY377" fmla="*/ 214753 h 560653"/>
                <a:gd name="connsiteX378" fmla="*/ 611473 w 613112"/>
                <a:gd name="connsiteY378" fmla="*/ 219671 h 560653"/>
                <a:gd name="connsiteX379" fmla="*/ 609833 w 613112"/>
                <a:gd name="connsiteY379" fmla="*/ 222950 h 560653"/>
                <a:gd name="connsiteX380" fmla="*/ 608194 w 613112"/>
                <a:gd name="connsiteY380" fmla="*/ 226228 h 560653"/>
                <a:gd name="connsiteX381" fmla="*/ 606555 w 613112"/>
                <a:gd name="connsiteY381" fmla="*/ 229507 h 560653"/>
                <a:gd name="connsiteX382" fmla="*/ 606555 w 613112"/>
                <a:gd name="connsiteY382" fmla="*/ 232786 h 560653"/>
                <a:gd name="connsiteX383" fmla="*/ 604916 w 613112"/>
                <a:gd name="connsiteY383" fmla="*/ 236064 h 560653"/>
                <a:gd name="connsiteX384" fmla="*/ 603276 w 613112"/>
                <a:gd name="connsiteY384" fmla="*/ 239343 h 560653"/>
                <a:gd name="connsiteX385" fmla="*/ 601637 w 613112"/>
                <a:gd name="connsiteY385" fmla="*/ 244261 h 560653"/>
                <a:gd name="connsiteX386" fmla="*/ 601637 w 613112"/>
                <a:gd name="connsiteY386" fmla="*/ 247540 h 560653"/>
                <a:gd name="connsiteX387" fmla="*/ 599997 w 613112"/>
                <a:gd name="connsiteY387" fmla="*/ 250818 h 560653"/>
                <a:gd name="connsiteX388" fmla="*/ 599997 w 613112"/>
                <a:gd name="connsiteY388" fmla="*/ 255737 h 560653"/>
                <a:gd name="connsiteX389" fmla="*/ 599997 w 613112"/>
                <a:gd name="connsiteY389" fmla="*/ 255737 h 560653"/>
                <a:gd name="connsiteX390" fmla="*/ 598358 w 613112"/>
                <a:gd name="connsiteY390" fmla="*/ 260654 h 560653"/>
                <a:gd name="connsiteX391" fmla="*/ 598358 w 613112"/>
                <a:gd name="connsiteY391" fmla="*/ 263933 h 560653"/>
                <a:gd name="connsiteX392" fmla="*/ 596719 w 613112"/>
                <a:gd name="connsiteY392" fmla="*/ 267212 h 560653"/>
                <a:gd name="connsiteX393" fmla="*/ 595080 w 613112"/>
                <a:gd name="connsiteY393" fmla="*/ 272130 h 560653"/>
                <a:gd name="connsiteX394" fmla="*/ 593440 w 613112"/>
                <a:gd name="connsiteY394" fmla="*/ 272130 h 560653"/>
                <a:gd name="connsiteX395" fmla="*/ 591801 w 613112"/>
                <a:gd name="connsiteY395" fmla="*/ 277048 h 560653"/>
                <a:gd name="connsiteX396" fmla="*/ 591801 w 613112"/>
                <a:gd name="connsiteY396" fmla="*/ 277048 h 560653"/>
                <a:gd name="connsiteX397" fmla="*/ 591801 w 613112"/>
                <a:gd name="connsiteY397" fmla="*/ 280327 h 560653"/>
                <a:gd name="connsiteX398" fmla="*/ 590161 w 613112"/>
                <a:gd name="connsiteY398" fmla="*/ 283605 h 560653"/>
                <a:gd name="connsiteX399" fmla="*/ 586883 w 613112"/>
                <a:gd name="connsiteY399" fmla="*/ 286884 h 560653"/>
                <a:gd name="connsiteX400" fmla="*/ 583604 w 613112"/>
                <a:gd name="connsiteY400" fmla="*/ 291802 h 560653"/>
                <a:gd name="connsiteX401" fmla="*/ 578686 w 613112"/>
                <a:gd name="connsiteY401" fmla="*/ 295081 h 560653"/>
                <a:gd name="connsiteX402" fmla="*/ 575407 w 613112"/>
                <a:gd name="connsiteY402" fmla="*/ 295081 h 560653"/>
                <a:gd name="connsiteX403" fmla="*/ 575407 w 613112"/>
                <a:gd name="connsiteY403" fmla="*/ 296720 h 560653"/>
                <a:gd name="connsiteX404" fmla="*/ 572129 w 613112"/>
                <a:gd name="connsiteY404" fmla="*/ 299998 h 560653"/>
                <a:gd name="connsiteX405" fmla="*/ 568850 w 613112"/>
                <a:gd name="connsiteY405" fmla="*/ 299998 h 560653"/>
                <a:gd name="connsiteX406" fmla="*/ 567211 w 613112"/>
                <a:gd name="connsiteY406" fmla="*/ 299998 h 560653"/>
                <a:gd name="connsiteX407" fmla="*/ 567211 w 613112"/>
                <a:gd name="connsiteY407" fmla="*/ 299998 h 560653"/>
                <a:gd name="connsiteX408" fmla="*/ 565571 w 613112"/>
                <a:gd name="connsiteY408" fmla="*/ 303277 h 560653"/>
                <a:gd name="connsiteX409" fmla="*/ 562293 w 613112"/>
                <a:gd name="connsiteY409" fmla="*/ 306556 h 560653"/>
                <a:gd name="connsiteX410" fmla="*/ 560653 w 613112"/>
                <a:gd name="connsiteY410" fmla="*/ 308195 h 560653"/>
                <a:gd name="connsiteX411" fmla="*/ 557375 w 613112"/>
                <a:gd name="connsiteY411" fmla="*/ 311474 h 560653"/>
                <a:gd name="connsiteX412" fmla="*/ 555736 w 613112"/>
                <a:gd name="connsiteY412" fmla="*/ 313113 h 560653"/>
                <a:gd name="connsiteX413" fmla="*/ 555736 w 613112"/>
                <a:gd name="connsiteY413" fmla="*/ 314753 h 560653"/>
                <a:gd name="connsiteX414" fmla="*/ 552457 w 613112"/>
                <a:gd name="connsiteY414" fmla="*/ 318031 h 560653"/>
                <a:gd name="connsiteX415" fmla="*/ 549178 w 613112"/>
                <a:gd name="connsiteY415" fmla="*/ 321310 h 560653"/>
                <a:gd name="connsiteX416" fmla="*/ 545899 w 613112"/>
                <a:gd name="connsiteY416" fmla="*/ 326228 h 560653"/>
                <a:gd name="connsiteX417" fmla="*/ 542621 w 613112"/>
                <a:gd name="connsiteY417" fmla="*/ 329507 h 560653"/>
                <a:gd name="connsiteX418" fmla="*/ 542621 w 613112"/>
                <a:gd name="connsiteY418" fmla="*/ 329507 h 560653"/>
                <a:gd name="connsiteX419" fmla="*/ 540981 w 613112"/>
                <a:gd name="connsiteY419" fmla="*/ 332785 h 560653"/>
                <a:gd name="connsiteX420" fmla="*/ 539342 w 613112"/>
                <a:gd name="connsiteY420" fmla="*/ 337703 h 560653"/>
                <a:gd name="connsiteX421" fmla="*/ 537703 w 613112"/>
                <a:gd name="connsiteY421" fmla="*/ 339343 h 560653"/>
                <a:gd name="connsiteX422" fmla="*/ 537703 w 613112"/>
                <a:gd name="connsiteY422" fmla="*/ 342621 h 560653"/>
                <a:gd name="connsiteX423" fmla="*/ 537703 w 613112"/>
                <a:gd name="connsiteY423" fmla="*/ 344261 h 560653"/>
                <a:gd name="connsiteX424" fmla="*/ 532784 w 613112"/>
                <a:gd name="connsiteY424" fmla="*/ 347540 h 560653"/>
                <a:gd name="connsiteX425" fmla="*/ 531146 w 613112"/>
                <a:gd name="connsiteY425" fmla="*/ 350818 h 560653"/>
                <a:gd name="connsiteX426" fmla="*/ 529506 w 613112"/>
                <a:gd name="connsiteY426" fmla="*/ 354097 h 560653"/>
                <a:gd name="connsiteX427" fmla="*/ 527867 w 613112"/>
                <a:gd name="connsiteY427" fmla="*/ 355736 h 560653"/>
                <a:gd name="connsiteX428" fmla="*/ 527867 w 613112"/>
                <a:gd name="connsiteY428" fmla="*/ 357375 h 560653"/>
                <a:gd name="connsiteX429" fmla="*/ 527867 w 613112"/>
                <a:gd name="connsiteY429" fmla="*/ 357375 h 560653"/>
                <a:gd name="connsiteX430" fmla="*/ 524588 w 613112"/>
                <a:gd name="connsiteY430" fmla="*/ 362294 h 560653"/>
                <a:gd name="connsiteX431" fmla="*/ 522949 w 613112"/>
                <a:gd name="connsiteY431" fmla="*/ 365572 h 560653"/>
                <a:gd name="connsiteX432" fmla="*/ 521309 w 613112"/>
                <a:gd name="connsiteY432" fmla="*/ 368851 h 560653"/>
                <a:gd name="connsiteX433" fmla="*/ 518031 w 613112"/>
                <a:gd name="connsiteY433" fmla="*/ 373769 h 560653"/>
                <a:gd name="connsiteX434" fmla="*/ 518031 w 613112"/>
                <a:gd name="connsiteY434" fmla="*/ 375408 h 560653"/>
                <a:gd name="connsiteX435" fmla="*/ 516391 w 613112"/>
                <a:gd name="connsiteY435" fmla="*/ 375408 h 560653"/>
                <a:gd name="connsiteX436" fmla="*/ 514752 w 613112"/>
                <a:gd name="connsiteY436" fmla="*/ 378687 h 560653"/>
                <a:gd name="connsiteX437" fmla="*/ 514752 w 613112"/>
                <a:gd name="connsiteY437" fmla="*/ 380326 h 560653"/>
                <a:gd name="connsiteX438" fmla="*/ 511473 w 613112"/>
                <a:gd name="connsiteY438" fmla="*/ 383605 h 560653"/>
                <a:gd name="connsiteX439" fmla="*/ 508194 w 613112"/>
                <a:gd name="connsiteY439" fmla="*/ 386884 h 560653"/>
                <a:gd name="connsiteX440" fmla="*/ 506555 w 613112"/>
                <a:gd name="connsiteY440" fmla="*/ 391801 h 560653"/>
                <a:gd name="connsiteX441" fmla="*/ 503277 w 613112"/>
                <a:gd name="connsiteY441" fmla="*/ 395080 h 560653"/>
                <a:gd name="connsiteX442" fmla="*/ 499998 w 613112"/>
                <a:gd name="connsiteY442" fmla="*/ 398359 h 560653"/>
                <a:gd name="connsiteX443" fmla="*/ 498359 w 613112"/>
                <a:gd name="connsiteY443" fmla="*/ 401637 h 560653"/>
                <a:gd name="connsiteX444" fmla="*/ 495080 w 613112"/>
                <a:gd name="connsiteY444" fmla="*/ 404916 h 560653"/>
                <a:gd name="connsiteX445" fmla="*/ 493440 w 613112"/>
                <a:gd name="connsiteY445" fmla="*/ 406555 h 560653"/>
                <a:gd name="connsiteX446" fmla="*/ 488523 w 613112"/>
                <a:gd name="connsiteY446" fmla="*/ 409834 h 560653"/>
                <a:gd name="connsiteX447" fmla="*/ 485244 w 613112"/>
                <a:gd name="connsiteY447" fmla="*/ 413113 h 560653"/>
                <a:gd name="connsiteX448" fmla="*/ 481965 w 613112"/>
                <a:gd name="connsiteY448" fmla="*/ 416391 h 560653"/>
                <a:gd name="connsiteX449" fmla="*/ 478687 w 613112"/>
                <a:gd name="connsiteY449" fmla="*/ 419670 h 560653"/>
                <a:gd name="connsiteX450" fmla="*/ 475408 w 613112"/>
                <a:gd name="connsiteY450" fmla="*/ 421310 h 560653"/>
                <a:gd name="connsiteX451" fmla="*/ 472129 w 613112"/>
                <a:gd name="connsiteY451" fmla="*/ 422949 h 560653"/>
                <a:gd name="connsiteX452" fmla="*/ 470490 w 613112"/>
                <a:gd name="connsiteY452" fmla="*/ 426228 h 560653"/>
                <a:gd name="connsiteX453" fmla="*/ 465572 w 613112"/>
                <a:gd name="connsiteY453" fmla="*/ 431145 h 560653"/>
                <a:gd name="connsiteX454" fmla="*/ 462293 w 613112"/>
                <a:gd name="connsiteY454" fmla="*/ 434424 h 560653"/>
                <a:gd name="connsiteX455" fmla="*/ 460654 w 613112"/>
                <a:gd name="connsiteY455" fmla="*/ 437703 h 560653"/>
                <a:gd name="connsiteX456" fmla="*/ 457375 w 613112"/>
                <a:gd name="connsiteY456" fmla="*/ 442621 h 560653"/>
                <a:gd name="connsiteX457" fmla="*/ 454096 w 613112"/>
                <a:gd name="connsiteY457" fmla="*/ 445900 h 560653"/>
                <a:gd name="connsiteX458" fmla="*/ 450818 w 613112"/>
                <a:gd name="connsiteY458" fmla="*/ 449178 h 560653"/>
                <a:gd name="connsiteX459" fmla="*/ 445900 w 613112"/>
                <a:gd name="connsiteY459" fmla="*/ 452457 h 560653"/>
                <a:gd name="connsiteX460" fmla="*/ 442621 w 613112"/>
                <a:gd name="connsiteY460" fmla="*/ 455735 h 560653"/>
                <a:gd name="connsiteX461" fmla="*/ 439343 w 613112"/>
                <a:gd name="connsiteY461" fmla="*/ 459014 h 560653"/>
                <a:gd name="connsiteX462" fmla="*/ 436064 w 613112"/>
                <a:gd name="connsiteY462" fmla="*/ 463932 h 560653"/>
                <a:gd name="connsiteX463" fmla="*/ 431146 w 613112"/>
                <a:gd name="connsiteY463" fmla="*/ 465572 h 560653"/>
                <a:gd name="connsiteX464" fmla="*/ 431146 w 613112"/>
                <a:gd name="connsiteY464" fmla="*/ 467211 h 560653"/>
                <a:gd name="connsiteX465" fmla="*/ 427867 w 613112"/>
                <a:gd name="connsiteY465" fmla="*/ 468850 h 560653"/>
                <a:gd name="connsiteX466" fmla="*/ 424589 w 613112"/>
                <a:gd name="connsiteY466" fmla="*/ 470490 h 560653"/>
                <a:gd name="connsiteX467" fmla="*/ 422949 w 613112"/>
                <a:gd name="connsiteY467" fmla="*/ 472129 h 560653"/>
                <a:gd name="connsiteX468" fmla="*/ 419670 w 613112"/>
                <a:gd name="connsiteY468" fmla="*/ 477047 h 560653"/>
                <a:gd name="connsiteX469" fmla="*/ 416392 w 613112"/>
                <a:gd name="connsiteY469" fmla="*/ 478687 h 560653"/>
                <a:gd name="connsiteX470" fmla="*/ 413113 w 613112"/>
                <a:gd name="connsiteY470" fmla="*/ 481965 h 560653"/>
                <a:gd name="connsiteX471" fmla="*/ 408195 w 613112"/>
                <a:gd name="connsiteY471" fmla="*/ 483604 h 560653"/>
                <a:gd name="connsiteX472" fmla="*/ 404916 w 613112"/>
                <a:gd name="connsiteY472" fmla="*/ 486883 h 560653"/>
                <a:gd name="connsiteX473" fmla="*/ 403277 w 613112"/>
                <a:gd name="connsiteY473" fmla="*/ 488522 h 560653"/>
                <a:gd name="connsiteX474" fmla="*/ 398359 w 613112"/>
                <a:gd name="connsiteY474" fmla="*/ 491801 h 560653"/>
                <a:gd name="connsiteX475" fmla="*/ 395080 w 613112"/>
                <a:gd name="connsiteY475" fmla="*/ 495080 h 560653"/>
                <a:gd name="connsiteX476" fmla="*/ 391802 w 613112"/>
                <a:gd name="connsiteY476" fmla="*/ 496719 h 560653"/>
                <a:gd name="connsiteX477" fmla="*/ 388523 w 613112"/>
                <a:gd name="connsiteY477" fmla="*/ 499998 h 560653"/>
                <a:gd name="connsiteX478" fmla="*/ 383605 w 613112"/>
                <a:gd name="connsiteY478" fmla="*/ 501637 h 560653"/>
                <a:gd name="connsiteX479" fmla="*/ 381966 w 613112"/>
                <a:gd name="connsiteY479" fmla="*/ 504916 h 560653"/>
                <a:gd name="connsiteX480" fmla="*/ 377047 w 613112"/>
                <a:gd name="connsiteY480" fmla="*/ 504916 h 560653"/>
                <a:gd name="connsiteX481" fmla="*/ 373769 w 613112"/>
                <a:gd name="connsiteY481" fmla="*/ 508194 h 560653"/>
                <a:gd name="connsiteX482" fmla="*/ 370490 w 613112"/>
                <a:gd name="connsiteY482" fmla="*/ 508194 h 560653"/>
                <a:gd name="connsiteX483" fmla="*/ 367212 w 613112"/>
                <a:gd name="connsiteY483" fmla="*/ 509834 h 560653"/>
                <a:gd name="connsiteX484" fmla="*/ 363933 w 613112"/>
                <a:gd name="connsiteY484" fmla="*/ 513112 h 560653"/>
                <a:gd name="connsiteX485" fmla="*/ 359015 w 613112"/>
                <a:gd name="connsiteY485" fmla="*/ 514752 h 560653"/>
                <a:gd name="connsiteX486" fmla="*/ 355736 w 613112"/>
                <a:gd name="connsiteY486" fmla="*/ 513112 h 560653"/>
                <a:gd name="connsiteX487" fmla="*/ 352457 w 613112"/>
                <a:gd name="connsiteY487" fmla="*/ 513112 h 560653"/>
                <a:gd name="connsiteX488" fmla="*/ 347540 w 613112"/>
                <a:gd name="connsiteY488" fmla="*/ 513112 h 560653"/>
                <a:gd name="connsiteX489" fmla="*/ 344261 w 613112"/>
                <a:gd name="connsiteY489" fmla="*/ 511473 h 560653"/>
                <a:gd name="connsiteX490" fmla="*/ 340982 w 613112"/>
                <a:gd name="connsiteY490" fmla="*/ 511473 h 560653"/>
                <a:gd name="connsiteX491" fmla="*/ 337703 w 613112"/>
                <a:gd name="connsiteY491" fmla="*/ 513112 h 560653"/>
                <a:gd name="connsiteX492" fmla="*/ 336064 w 613112"/>
                <a:gd name="connsiteY492" fmla="*/ 513112 h 560653"/>
                <a:gd name="connsiteX493" fmla="*/ 332786 w 613112"/>
                <a:gd name="connsiteY493" fmla="*/ 513112 h 560653"/>
                <a:gd name="connsiteX494" fmla="*/ 329507 w 613112"/>
                <a:gd name="connsiteY494" fmla="*/ 518031 h 560653"/>
                <a:gd name="connsiteX495" fmla="*/ 327867 w 613112"/>
                <a:gd name="connsiteY495" fmla="*/ 521309 h 560653"/>
                <a:gd name="connsiteX496" fmla="*/ 331146 w 613112"/>
                <a:gd name="connsiteY496" fmla="*/ 524588 h 560653"/>
                <a:gd name="connsiteX497" fmla="*/ 327867 w 613112"/>
                <a:gd name="connsiteY497" fmla="*/ 526227 h 560653"/>
                <a:gd name="connsiteX498" fmla="*/ 324589 w 613112"/>
                <a:gd name="connsiteY498" fmla="*/ 526227 h 560653"/>
                <a:gd name="connsiteX499" fmla="*/ 321310 w 613112"/>
                <a:gd name="connsiteY499" fmla="*/ 526227 h 560653"/>
                <a:gd name="connsiteX500" fmla="*/ 316392 w 613112"/>
                <a:gd name="connsiteY500" fmla="*/ 524588 h 560653"/>
                <a:gd name="connsiteX501" fmla="*/ 313113 w 613112"/>
                <a:gd name="connsiteY501" fmla="*/ 522948 h 560653"/>
                <a:gd name="connsiteX502" fmla="*/ 311474 w 613112"/>
                <a:gd name="connsiteY502" fmla="*/ 522948 h 560653"/>
                <a:gd name="connsiteX503" fmla="*/ 308196 w 613112"/>
                <a:gd name="connsiteY503" fmla="*/ 522948 h 560653"/>
                <a:gd name="connsiteX504" fmla="*/ 306556 w 613112"/>
                <a:gd name="connsiteY504" fmla="*/ 522948 h 560653"/>
                <a:gd name="connsiteX505" fmla="*/ 304917 w 613112"/>
                <a:gd name="connsiteY505" fmla="*/ 522948 h 560653"/>
                <a:gd name="connsiteX506" fmla="*/ 301638 w 613112"/>
                <a:gd name="connsiteY506" fmla="*/ 524588 h 560653"/>
                <a:gd name="connsiteX507" fmla="*/ 301638 w 613112"/>
                <a:gd name="connsiteY507" fmla="*/ 529506 h 560653"/>
                <a:gd name="connsiteX508" fmla="*/ 296720 w 613112"/>
                <a:gd name="connsiteY508" fmla="*/ 532784 h 560653"/>
                <a:gd name="connsiteX509" fmla="*/ 293442 w 613112"/>
                <a:gd name="connsiteY509" fmla="*/ 531145 h 560653"/>
                <a:gd name="connsiteX510" fmla="*/ 290163 w 613112"/>
                <a:gd name="connsiteY510" fmla="*/ 532784 h 560653"/>
                <a:gd name="connsiteX511" fmla="*/ 285245 w 613112"/>
                <a:gd name="connsiteY511" fmla="*/ 531145 h 560653"/>
                <a:gd name="connsiteX512" fmla="*/ 281966 w 613112"/>
                <a:gd name="connsiteY512" fmla="*/ 529506 h 560653"/>
                <a:gd name="connsiteX513" fmla="*/ 278687 w 613112"/>
                <a:gd name="connsiteY513" fmla="*/ 527867 h 560653"/>
                <a:gd name="connsiteX514" fmla="*/ 275409 w 613112"/>
                <a:gd name="connsiteY514" fmla="*/ 526227 h 560653"/>
                <a:gd name="connsiteX515" fmla="*/ 270491 w 613112"/>
                <a:gd name="connsiteY515" fmla="*/ 526227 h 560653"/>
                <a:gd name="connsiteX516" fmla="*/ 267212 w 613112"/>
                <a:gd name="connsiteY516" fmla="*/ 526227 h 560653"/>
                <a:gd name="connsiteX517" fmla="*/ 263933 w 613112"/>
                <a:gd name="connsiteY517" fmla="*/ 524588 h 560653"/>
                <a:gd name="connsiteX518" fmla="*/ 259016 w 613112"/>
                <a:gd name="connsiteY518" fmla="*/ 524588 h 560653"/>
                <a:gd name="connsiteX519" fmla="*/ 255737 w 613112"/>
                <a:gd name="connsiteY519" fmla="*/ 522948 h 560653"/>
                <a:gd name="connsiteX520" fmla="*/ 254097 w 613112"/>
                <a:gd name="connsiteY520" fmla="*/ 522948 h 560653"/>
                <a:gd name="connsiteX521" fmla="*/ 250819 w 613112"/>
                <a:gd name="connsiteY521" fmla="*/ 524588 h 560653"/>
                <a:gd name="connsiteX522" fmla="*/ 247540 w 613112"/>
                <a:gd name="connsiteY522" fmla="*/ 524588 h 560653"/>
                <a:gd name="connsiteX523" fmla="*/ 244262 w 613112"/>
                <a:gd name="connsiteY523" fmla="*/ 529506 h 560653"/>
                <a:gd name="connsiteX524" fmla="*/ 240983 w 613112"/>
                <a:gd name="connsiteY524" fmla="*/ 527867 h 560653"/>
                <a:gd name="connsiteX525" fmla="*/ 237704 w 613112"/>
                <a:gd name="connsiteY525" fmla="*/ 527867 h 560653"/>
                <a:gd name="connsiteX526" fmla="*/ 234425 w 613112"/>
                <a:gd name="connsiteY526" fmla="*/ 526227 h 560653"/>
                <a:gd name="connsiteX527" fmla="*/ 232786 w 613112"/>
                <a:gd name="connsiteY527" fmla="*/ 526227 h 560653"/>
                <a:gd name="connsiteX528" fmla="*/ 232786 w 613112"/>
                <a:gd name="connsiteY528" fmla="*/ 527867 h 560653"/>
                <a:gd name="connsiteX529" fmla="*/ 227868 w 613112"/>
                <a:gd name="connsiteY529" fmla="*/ 527867 h 560653"/>
                <a:gd name="connsiteX530" fmla="*/ 224589 w 613112"/>
                <a:gd name="connsiteY530" fmla="*/ 526227 h 560653"/>
                <a:gd name="connsiteX531" fmla="*/ 224589 w 613112"/>
                <a:gd name="connsiteY531" fmla="*/ 524588 h 560653"/>
                <a:gd name="connsiteX532" fmla="*/ 224589 w 613112"/>
                <a:gd name="connsiteY532" fmla="*/ 522948 h 560653"/>
                <a:gd name="connsiteX533" fmla="*/ 224589 w 613112"/>
                <a:gd name="connsiteY533" fmla="*/ 524588 h 560653"/>
                <a:gd name="connsiteX534" fmla="*/ 224589 w 613112"/>
                <a:gd name="connsiteY534" fmla="*/ 524588 h 560653"/>
                <a:gd name="connsiteX535" fmla="*/ 224589 w 613112"/>
                <a:gd name="connsiteY535" fmla="*/ 526227 h 560653"/>
                <a:gd name="connsiteX536" fmla="*/ 224589 w 613112"/>
                <a:gd name="connsiteY536" fmla="*/ 526227 h 560653"/>
                <a:gd name="connsiteX537" fmla="*/ 219672 w 613112"/>
                <a:gd name="connsiteY537" fmla="*/ 524588 h 560653"/>
                <a:gd name="connsiteX538" fmla="*/ 219672 w 613112"/>
                <a:gd name="connsiteY538" fmla="*/ 524588 h 560653"/>
                <a:gd name="connsiteX539" fmla="*/ 216393 w 613112"/>
                <a:gd name="connsiteY539" fmla="*/ 524588 h 560653"/>
                <a:gd name="connsiteX540" fmla="*/ 211475 w 613112"/>
                <a:gd name="connsiteY540" fmla="*/ 526227 h 560653"/>
                <a:gd name="connsiteX541" fmla="*/ 208196 w 613112"/>
                <a:gd name="connsiteY541" fmla="*/ 526227 h 560653"/>
                <a:gd name="connsiteX542" fmla="*/ 204917 w 613112"/>
                <a:gd name="connsiteY542" fmla="*/ 527867 h 560653"/>
                <a:gd name="connsiteX543" fmla="*/ 199999 w 613112"/>
                <a:gd name="connsiteY543" fmla="*/ 529506 h 560653"/>
                <a:gd name="connsiteX544" fmla="*/ 199999 w 613112"/>
                <a:gd name="connsiteY544" fmla="*/ 532784 h 560653"/>
                <a:gd name="connsiteX545" fmla="*/ 196720 w 613112"/>
                <a:gd name="connsiteY545" fmla="*/ 532784 h 560653"/>
                <a:gd name="connsiteX546" fmla="*/ 191803 w 613112"/>
                <a:gd name="connsiteY546" fmla="*/ 536063 h 560653"/>
                <a:gd name="connsiteX547" fmla="*/ 190163 w 613112"/>
                <a:gd name="connsiteY547" fmla="*/ 539342 h 560653"/>
                <a:gd name="connsiteX548" fmla="*/ 188524 w 613112"/>
                <a:gd name="connsiteY548" fmla="*/ 540981 h 560653"/>
                <a:gd name="connsiteX549" fmla="*/ 185245 w 613112"/>
                <a:gd name="connsiteY549" fmla="*/ 540981 h 560653"/>
                <a:gd name="connsiteX550" fmla="*/ 181966 w 613112"/>
                <a:gd name="connsiteY550" fmla="*/ 540981 h 560653"/>
                <a:gd name="connsiteX551" fmla="*/ 178688 w 613112"/>
                <a:gd name="connsiteY551" fmla="*/ 539342 h 560653"/>
                <a:gd name="connsiteX552" fmla="*/ 173770 w 613112"/>
                <a:gd name="connsiteY552" fmla="*/ 540981 h 560653"/>
                <a:gd name="connsiteX553" fmla="*/ 170491 w 613112"/>
                <a:gd name="connsiteY553" fmla="*/ 542621 h 560653"/>
                <a:gd name="connsiteX554" fmla="*/ 167213 w 613112"/>
                <a:gd name="connsiteY554" fmla="*/ 542621 h 560653"/>
                <a:gd name="connsiteX555" fmla="*/ 162295 w 613112"/>
                <a:gd name="connsiteY555" fmla="*/ 540981 h 560653"/>
                <a:gd name="connsiteX556" fmla="*/ 159016 w 613112"/>
                <a:gd name="connsiteY556" fmla="*/ 540981 h 560653"/>
                <a:gd name="connsiteX557" fmla="*/ 155737 w 613112"/>
                <a:gd name="connsiteY557" fmla="*/ 540981 h 560653"/>
                <a:gd name="connsiteX558" fmla="*/ 152459 w 613112"/>
                <a:gd name="connsiteY558" fmla="*/ 540981 h 560653"/>
                <a:gd name="connsiteX559" fmla="*/ 150819 w 613112"/>
                <a:gd name="connsiteY559" fmla="*/ 544260 h 560653"/>
                <a:gd name="connsiteX560" fmla="*/ 145901 w 613112"/>
                <a:gd name="connsiteY560" fmla="*/ 544260 h 560653"/>
                <a:gd name="connsiteX561" fmla="*/ 142623 w 613112"/>
                <a:gd name="connsiteY561" fmla="*/ 544260 h 560653"/>
                <a:gd name="connsiteX562" fmla="*/ 139344 w 613112"/>
                <a:gd name="connsiteY562" fmla="*/ 545899 h 560653"/>
                <a:gd name="connsiteX563" fmla="*/ 136065 w 613112"/>
                <a:gd name="connsiteY563" fmla="*/ 549178 h 560653"/>
                <a:gd name="connsiteX564" fmla="*/ 131147 w 613112"/>
                <a:gd name="connsiteY564" fmla="*/ 550817 h 560653"/>
                <a:gd name="connsiteX565" fmla="*/ 127869 w 613112"/>
                <a:gd name="connsiteY565" fmla="*/ 554096 h 560653"/>
                <a:gd name="connsiteX566" fmla="*/ 124590 w 613112"/>
                <a:gd name="connsiteY566" fmla="*/ 557374 h 560653"/>
                <a:gd name="connsiteX567" fmla="*/ 121311 w 613112"/>
                <a:gd name="connsiteY567" fmla="*/ 560653 h 560653"/>
                <a:gd name="connsiteX568" fmla="*/ 119672 w 613112"/>
                <a:gd name="connsiteY568" fmla="*/ 559014 h 560653"/>
                <a:gd name="connsiteX569" fmla="*/ 114754 w 613112"/>
                <a:gd name="connsiteY569" fmla="*/ 557374 h 560653"/>
                <a:gd name="connsiteX570" fmla="*/ 111475 w 613112"/>
                <a:gd name="connsiteY570" fmla="*/ 557374 h 560653"/>
                <a:gd name="connsiteX571" fmla="*/ 108196 w 613112"/>
                <a:gd name="connsiteY571" fmla="*/ 557374 h 560653"/>
                <a:gd name="connsiteX572" fmla="*/ 103279 w 613112"/>
                <a:gd name="connsiteY572" fmla="*/ 554096 h 560653"/>
                <a:gd name="connsiteX573" fmla="*/ 100000 w 613112"/>
                <a:gd name="connsiteY573" fmla="*/ 550817 h 560653"/>
                <a:gd name="connsiteX574" fmla="*/ 96721 w 613112"/>
                <a:gd name="connsiteY574" fmla="*/ 549178 h 560653"/>
                <a:gd name="connsiteX575" fmla="*/ 98360 w 613112"/>
                <a:gd name="connsiteY575" fmla="*/ 545899 h 560653"/>
                <a:gd name="connsiteX576" fmla="*/ 96721 w 613112"/>
                <a:gd name="connsiteY576" fmla="*/ 542621 h 560653"/>
                <a:gd name="connsiteX577" fmla="*/ 93442 w 613112"/>
                <a:gd name="connsiteY577" fmla="*/ 542621 h 560653"/>
                <a:gd name="connsiteX578" fmla="*/ 88525 w 613112"/>
                <a:gd name="connsiteY578" fmla="*/ 539342 h 560653"/>
                <a:gd name="connsiteX579" fmla="*/ 86885 w 613112"/>
                <a:gd name="connsiteY579" fmla="*/ 539342 h 560653"/>
                <a:gd name="connsiteX580" fmla="*/ 83606 w 613112"/>
                <a:gd name="connsiteY580" fmla="*/ 539342 h 560653"/>
                <a:gd name="connsiteX581" fmla="*/ 78688 w 613112"/>
                <a:gd name="connsiteY581" fmla="*/ 539342 h 560653"/>
                <a:gd name="connsiteX582" fmla="*/ 80328 w 613112"/>
                <a:gd name="connsiteY582" fmla="*/ 536063 h 560653"/>
                <a:gd name="connsiteX583" fmla="*/ 80328 w 613112"/>
                <a:gd name="connsiteY583" fmla="*/ 532784 h 560653"/>
                <a:gd name="connsiteX584" fmla="*/ 80328 w 613112"/>
                <a:gd name="connsiteY584" fmla="*/ 529506 h 560653"/>
                <a:gd name="connsiteX585" fmla="*/ 78688 w 613112"/>
                <a:gd name="connsiteY585" fmla="*/ 527867 h 560653"/>
                <a:gd name="connsiteX586" fmla="*/ 73770 w 613112"/>
                <a:gd name="connsiteY586" fmla="*/ 527867 h 560653"/>
                <a:gd name="connsiteX587" fmla="*/ 72131 w 613112"/>
                <a:gd name="connsiteY587" fmla="*/ 527867 h 560653"/>
                <a:gd name="connsiteX588" fmla="*/ 68852 w 613112"/>
                <a:gd name="connsiteY588" fmla="*/ 527867 h 560653"/>
                <a:gd name="connsiteX589" fmla="*/ 67213 w 613112"/>
                <a:gd name="connsiteY589" fmla="*/ 527867 h 560653"/>
                <a:gd name="connsiteX590" fmla="*/ 65573 w 613112"/>
                <a:gd name="connsiteY590" fmla="*/ 532784 h 560653"/>
                <a:gd name="connsiteX591" fmla="*/ 67213 w 613112"/>
                <a:gd name="connsiteY591" fmla="*/ 536063 h 560653"/>
                <a:gd name="connsiteX592" fmla="*/ 67213 w 613112"/>
                <a:gd name="connsiteY592" fmla="*/ 539342 h 560653"/>
                <a:gd name="connsiteX593" fmla="*/ 63935 w 613112"/>
                <a:gd name="connsiteY593" fmla="*/ 537702 h 560653"/>
                <a:gd name="connsiteX594" fmla="*/ 63935 w 613112"/>
                <a:gd name="connsiteY594" fmla="*/ 534424 h 560653"/>
                <a:gd name="connsiteX595" fmla="*/ 60656 w 613112"/>
                <a:gd name="connsiteY595" fmla="*/ 529506 h 560653"/>
                <a:gd name="connsiteX596" fmla="*/ 62295 w 613112"/>
                <a:gd name="connsiteY596" fmla="*/ 526227 h 560653"/>
                <a:gd name="connsiteX597" fmla="*/ 62295 w 613112"/>
                <a:gd name="connsiteY597" fmla="*/ 522948 h 560653"/>
                <a:gd name="connsiteX598" fmla="*/ 63935 w 613112"/>
                <a:gd name="connsiteY598" fmla="*/ 519670 h 560653"/>
                <a:gd name="connsiteX599" fmla="*/ 67213 w 613112"/>
                <a:gd name="connsiteY599" fmla="*/ 516391 h 560653"/>
                <a:gd name="connsiteX600" fmla="*/ 65573 w 613112"/>
                <a:gd name="connsiteY600" fmla="*/ 513112 h 560653"/>
                <a:gd name="connsiteX601" fmla="*/ 65573 w 613112"/>
                <a:gd name="connsiteY601" fmla="*/ 509834 h 560653"/>
                <a:gd name="connsiteX602" fmla="*/ 63935 w 613112"/>
                <a:gd name="connsiteY602" fmla="*/ 506555 h 560653"/>
                <a:gd name="connsiteX603" fmla="*/ 62295 w 613112"/>
                <a:gd name="connsiteY603" fmla="*/ 503277 h 560653"/>
                <a:gd name="connsiteX604" fmla="*/ 60656 w 613112"/>
                <a:gd name="connsiteY604" fmla="*/ 498358 h 560653"/>
                <a:gd name="connsiteX605" fmla="*/ 55738 w 613112"/>
                <a:gd name="connsiteY605" fmla="*/ 495080 h 560653"/>
                <a:gd name="connsiteX606" fmla="*/ 54098 w 613112"/>
                <a:gd name="connsiteY606" fmla="*/ 491801 h 560653"/>
                <a:gd name="connsiteX607" fmla="*/ 54098 w 613112"/>
                <a:gd name="connsiteY607" fmla="*/ 488522 h 560653"/>
                <a:gd name="connsiteX608" fmla="*/ 50820 w 613112"/>
                <a:gd name="connsiteY608" fmla="*/ 485244 h 560653"/>
                <a:gd name="connsiteX609" fmla="*/ 55738 w 613112"/>
                <a:gd name="connsiteY609" fmla="*/ 488522 h 560653"/>
                <a:gd name="connsiteX610" fmla="*/ 52459 w 613112"/>
                <a:gd name="connsiteY610" fmla="*/ 483604 h 560653"/>
                <a:gd name="connsiteX611" fmla="*/ 50820 w 613112"/>
                <a:gd name="connsiteY611" fmla="*/ 480325 h 560653"/>
                <a:gd name="connsiteX612" fmla="*/ 50820 w 613112"/>
                <a:gd name="connsiteY612" fmla="*/ 480325 h 560653"/>
                <a:gd name="connsiteX613" fmla="*/ 45902 w 613112"/>
                <a:gd name="connsiteY613" fmla="*/ 480325 h 560653"/>
                <a:gd name="connsiteX614" fmla="*/ 45902 w 613112"/>
                <a:gd name="connsiteY614" fmla="*/ 477047 h 560653"/>
                <a:gd name="connsiteX615" fmla="*/ 45902 w 613112"/>
                <a:gd name="connsiteY615" fmla="*/ 475408 h 560653"/>
                <a:gd name="connsiteX616" fmla="*/ 47541 w 613112"/>
                <a:gd name="connsiteY616" fmla="*/ 470490 h 560653"/>
                <a:gd name="connsiteX617" fmla="*/ 49180 w 613112"/>
                <a:gd name="connsiteY617" fmla="*/ 467211 h 560653"/>
                <a:gd name="connsiteX618" fmla="*/ 52459 w 613112"/>
                <a:gd name="connsiteY618" fmla="*/ 468850 h 560653"/>
                <a:gd name="connsiteX619" fmla="*/ 55738 w 613112"/>
                <a:gd name="connsiteY619" fmla="*/ 470490 h 560653"/>
                <a:gd name="connsiteX620" fmla="*/ 57377 w 613112"/>
                <a:gd name="connsiteY620" fmla="*/ 467211 h 560653"/>
                <a:gd name="connsiteX621" fmla="*/ 62295 w 613112"/>
                <a:gd name="connsiteY621" fmla="*/ 463932 h 560653"/>
                <a:gd name="connsiteX622" fmla="*/ 63935 w 613112"/>
                <a:gd name="connsiteY622" fmla="*/ 460654 h 560653"/>
                <a:gd name="connsiteX623" fmla="*/ 63935 w 613112"/>
                <a:gd name="connsiteY623" fmla="*/ 457375 h 560653"/>
                <a:gd name="connsiteX624" fmla="*/ 63935 w 613112"/>
                <a:gd name="connsiteY624" fmla="*/ 452457 h 560653"/>
                <a:gd name="connsiteX625" fmla="*/ 63935 w 613112"/>
                <a:gd name="connsiteY625" fmla="*/ 449178 h 560653"/>
                <a:gd name="connsiteX626" fmla="*/ 63935 w 613112"/>
                <a:gd name="connsiteY626" fmla="*/ 445900 h 560653"/>
                <a:gd name="connsiteX627" fmla="*/ 63935 w 613112"/>
                <a:gd name="connsiteY627" fmla="*/ 442621 h 560653"/>
                <a:gd name="connsiteX628" fmla="*/ 63935 w 613112"/>
                <a:gd name="connsiteY628" fmla="*/ 437703 h 560653"/>
                <a:gd name="connsiteX629" fmla="*/ 62295 w 613112"/>
                <a:gd name="connsiteY629" fmla="*/ 434424 h 560653"/>
                <a:gd name="connsiteX630" fmla="*/ 62295 w 613112"/>
                <a:gd name="connsiteY630" fmla="*/ 432785 h 560653"/>
                <a:gd name="connsiteX631" fmla="*/ 60656 w 613112"/>
                <a:gd name="connsiteY631" fmla="*/ 429506 h 560653"/>
                <a:gd name="connsiteX632" fmla="*/ 60656 w 613112"/>
                <a:gd name="connsiteY632" fmla="*/ 424588 h 560653"/>
                <a:gd name="connsiteX633" fmla="*/ 59016 w 613112"/>
                <a:gd name="connsiteY633" fmla="*/ 421310 h 560653"/>
                <a:gd name="connsiteX634" fmla="*/ 57377 w 613112"/>
                <a:gd name="connsiteY634" fmla="*/ 418031 h 560653"/>
                <a:gd name="connsiteX635" fmla="*/ 54098 w 613112"/>
                <a:gd name="connsiteY635" fmla="*/ 413113 h 560653"/>
                <a:gd name="connsiteX636" fmla="*/ 50820 w 613112"/>
                <a:gd name="connsiteY636" fmla="*/ 409834 h 560653"/>
                <a:gd name="connsiteX637" fmla="*/ 49180 w 613112"/>
                <a:gd name="connsiteY637" fmla="*/ 406555 h 560653"/>
                <a:gd name="connsiteX638" fmla="*/ 47541 w 613112"/>
                <a:gd name="connsiteY638" fmla="*/ 403277 h 560653"/>
                <a:gd name="connsiteX639" fmla="*/ 44262 w 613112"/>
                <a:gd name="connsiteY639" fmla="*/ 398359 h 560653"/>
                <a:gd name="connsiteX640" fmla="*/ 44262 w 613112"/>
                <a:gd name="connsiteY640" fmla="*/ 398359 h 560653"/>
                <a:gd name="connsiteX641" fmla="*/ 42623 w 613112"/>
                <a:gd name="connsiteY641" fmla="*/ 395080 h 560653"/>
                <a:gd name="connsiteX642" fmla="*/ 40983 w 613112"/>
                <a:gd name="connsiteY642" fmla="*/ 390162 h 560653"/>
                <a:gd name="connsiteX643" fmla="*/ 37705 w 613112"/>
                <a:gd name="connsiteY643" fmla="*/ 386884 h 560653"/>
                <a:gd name="connsiteX644" fmla="*/ 37705 w 613112"/>
                <a:gd name="connsiteY644" fmla="*/ 385244 h 560653"/>
                <a:gd name="connsiteX645" fmla="*/ 36066 w 613112"/>
                <a:gd name="connsiteY645" fmla="*/ 381965 h 560653"/>
                <a:gd name="connsiteX646" fmla="*/ 34426 w 613112"/>
                <a:gd name="connsiteY646" fmla="*/ 378687 h 560653"/>
                <a:gd name="connsiteX647" fmla="*/ 32787 w 613112"/>
                <a:gd name="connsiteY647" fmla="*/ 373769 h 560653"/>
                <a:gd name="connsiteX648" fmla="*/ 31148 w 613112"/>
                <a:gd name="connsiteY648" fmla="*/ 370490 h 560653"/>
                <a:gd name="connsiteX649" fmla="*/ 27869 w 613112"/>
                <a:gd name="connsiteY649" fmla="*/ 367211 h 560653"/>
                <a:gd name="connsiteX650" fmla="*/ 26229 w 613112"/>
                <a:gd name="connsiteY650" fmla="*/ 362294 h 560653"/>
                <a:gd name="connsiteX651" fmla="*/ 26229 w 613112"/>
                <a:gd name="connsiteY651" fmla="*/ 359015 h 560653"/>
                <a:gd name="connsiteX652" fmla="*/ 24590 w 613112"/>
                <a:gd name="connsiteY652" fmla="*/ 355736 h 560653"/>
                <a:gd name="connsiteX653" fmla="*/ 22951 w 613112"/>
                <a:gd name="connsiteY653" fmla="*/ 350818 h 560653"/>
                <a:gd name="connsiteX654" fmla="*/ 22951 w 613112"/>
                <a:gd name="connsiteY654" fmla="*/ 347540 h 560653"/>
                <a:gd name="connsiteX655" fmla="*/ 21312 w 613112"/>
                <a:gd name="connsiteY655" fmla="*/ 344261 h 560653"/>
                <a:gd name="connsiteX656" fmla="*/ 21312 w 613112"/>
                <a:gd name="connsiteY656" fmla="*/ 340982 h 560653"/>
                <a:gd name="connsiteX657" fmla="*/ 19672 w 613112"/>
                <a:gd name="connsiteY657" fmla="*/ 337703 h 560653"/>
                <a:gd name="connsiteX658" fmla="*/ 19672 w 613112"/>
                <a:gd name="connsiteY658" fmla="*/ 332785 h 560653"/>
                <a:gd name="connsiteX659" fmla="*/ 18033 w 613112"/>
                <a:gd name="connsiteY659" fmla="*/ 329507 h 560653"/>
                <a:gd name="connsiteX660" fmla="*/ 18033 w 613112"/>
                <a:gd name="connsiteY660" fmla="*/ 326228 h 560653"/>
                <a:gd name="connsiteX661" fmla="*/ 16393 w 613112"/>
                <a:gd name="connsiteY661" fmla="*/ 322950 h 560653"/>
                <a:gd name="connsiteX662" fmla="*/ 14754 w 613112"/>
                <a:gd name="connsiteY662" fmla="*/ 318031 h 560653"/>
                <a:gd name="connsiteX663" fmla="*/ 13115 w 613112"/>
                <a:gd name="connsiteY663" fmla="*/ 314753 h 560653"/>
                <a:gd name="connsiteX664" fmla="*/ 11476 w 613112"/>
                <a:gd name="connsiteY664" fmla="*/ 311474 h 560653"/>
                <a:gd name="connsiteX665" fmla="*/ 11476 w 613112"/>
                <a:gd name="connsiteY665" fmla="*/ 308195 h 560653"/>
                <a:gd name="connsiteX666" fmla="*/ 8197 w 613112"/>
                <a:gd name="connsiteY666" fmla="*/ 303277 h 560653"/>
                <a:gd name="connsiteX667" fmla="*/ 6558 w 613112"/>
                <a:gd name="connsiteY667" fmla="*/ 299998 h 560653"/>
                <a:gd name="connsiteX668" fmla="*/ 3279 w 613112"/>
                <a:gd name="connsiteY668" fmla="*/ 296720 h 560653"/>
                <a:gd name="connsiteX669" fmla="*/ 1639 w 613112"/>
                <a:gd name="connsiteY669" fmla="*/ 293441 h 560653"/>
                <a:gd name="connsiteX670" fmla="*/ 0 w 613112"/>
                <a:gd name="connsiteY670" fmla="*/ 288523 h 560653"/>
                <a:gd name="connsiteX671" fmla="*/ 0 w 613112"/>
                <a:gd name="connsiteY671" fmla="*/ 285244 h 560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</a:cxnLst>
              <a:rect l="l" t="t" r="r" b="b"/>
              <a:pathLst>
                <a:path w="613112" h="560653">
                  <a:moveTo>
                    <a:pt x="0" y="285244"/>
                  </a:moveTo>
                  <a:lnTo>
                    <a:pt x="0" y="283605"/>
                  </a:lnTo>
                  <a:lnTo>
                    <a:pt x="4918" y="281966"/>
                  </a:lnTo>
                  <a:lnTo>
                    <a:pt x="8197" y="280327"/>
                  </a:lnTo>
                  <a:lnTo>
                    <a:pt x="9836" y="277048"/>
                  </a:lnTo>
                  <a:lnTo>
                    <a:pt x="9836" y="273769"/>
                  </a:lnTo>
                  <a:lnTo>
                    <a:pt x="11476" y="268851"/>
                  </a:lnTo>
                  <a:lnTo>
                    <a:pt x="14754" y="265573"/>
                  </a:lnTo>
                  <a:lnTo>
                    <a:pt x="18033" y="262294"/>
                  </a:lnTo>
                  <a:lnTo>
                    <a:pt x="21312" y="260654"/>
                  </a:lnTo>
                  <a:lnTo>
                    <a:pt x="24590" y="263933"/>
                  </a:lnTo>
                  <a:lnTo>
                    <a:pt x="24590" y="265573"/>
                  </a:lnTo>
                  <a:lnTo>
                    <a:pt x="27869" y="270491"/>
                  </a:lnTo>
                  <a:lnTo>
                    <a:pt x="31148" y="270491"/>
                  </a:lnTo>
                  <a:lnTo>
                    <a:pt x="32787" y="275408"/>
                  </a:lnTo>
                  <a:lnTo>
                    <a:pt x="31148" y="278687"/>
                  </a:lnTo>
                  <a:lnTo>
                    <a:pt x="31148" y="281966"/>
                  </a:lnTo>
                  <a:lnTo>
                    <a:pt x="32787" y="286884"/>
                  </a:lnTo>
                  <a:lnTo>
                    <a:pt x="36066" y="290163"/>
                  </a:lnTo>
                  <a:lnTo>
                    <a:pt x="39344" y="290163"/>
                  </a:lnTo>
                  <a:lnTo>
                    <a:pt x="42623" y="293441"/>
                  </a:lnTo>
                  <a:lnTo>
                    <a:pt x="44262" y="293441"/>
                  </a:lnTo>
                  <a:lnTo>
                    <a:pt x="47541" y="293441"/>
                  </a:lnTo>
                  <a:lnTo>
                    <a:pt x="50820" y="293441"/>
                  </a:lnTo>
                  <a:lnTo>
                    <a:pt x="55738" y="296720"/>
                  </a:lnTo>
                  <a:lnTo>
                    <a:pt x="59016" y="298359"/>
                  </a:lnTo>
                  <a:lnTo>
                    <a:pt x="62295" y="298359"/>
                  </a:lnTo>
                  <a:lnTo>
                    <a:pt x="67213" y="298359"/>
                  </a:lnTo>
                  <a:lnTo>
                    <a:pt x="70492" y="298359"/>
                  </a:lnTo>
                  <a:lnTo>
                    <a:pt x="73770" y="298359"/>
                  </a:lnTo>
                  <a:lnTo>
                    <a:pt x="77049" y="296720"/>
                  </a:lnTo>
                  <a:lnTo>
                    <a:pt x="81967" y="296720"/>
                  </a:lnTo>
                  <a:lnTo>
                    <a:pt x="85246" y="296720"/>
                  </a:lnTo>
                  <a:lnTo>
                    <a:pt x="88525" y="296720"/>
                  </a:lnTo>
                  <a:lnTo>
                    <a:pt x="91803" y="299998"/>
                  </a:lnTo>
                  <a:lnTo>
                    <a:pt x="96721" y="301638"/>
                  </a:lnTo>
                  <a:lnTo>
                    <a:pt x="100000" y="299998"/>
                  </a:lnTo>
                  <a:lnTo>
                    <a:pt x="103279" y="298359"/>
                  </a:lnTo>
                  <a:lnTo>
                    <a:pt x="101639" y="295081"/>
                  </a:lnTo>
                  <a:lnTo>
                    <a:pt x="103279" y="291802"/>
                  </a:lnTo>
                  <a:lnTo>
                    <a:pt x="106557" y="291802"/>
                  </a:lnTo>
                  <a:lnTo>
                    <a:pt x="109836" y="290163"/>
                  </a:lnTo>
                  <a:lnTo>
                    <a:pt x="111475" y="286884"/>
                  </a:lnTo>
                  <a:lnTo>
                    <a:pt x="113115" y="283605"/>
                  </a:lnTo>
                  <a:lnTo>
                    <a:pt x="114754" y="281966"/>
                  </a:lnTo>
                  <a:lnTo>
                    <a:pt x="118032" y="281966"/>
                  </a:lnTo>
                  <a:lnTo>
                    <a:pt x="121311" y="281966"/>
                  </a:lnTo>
                  <a:lnTo>
                    <a:pt x="126229" y="278687"/>
                  </a:lnTo>
                  <a:lnTo>
                    <a:pt x="129508" y="278687"/>
                  </a:lnTo>
                  <a:lnTo>
                    <a:pt x="129508" y="275408"/>
                  </a:lnTo>
                  <a:lnTo>
                    <a:pt x="129508" y="272130"/>
                  </a:lnTo>
                  <a:lnTo>
                    <a:pt x="129508" y="267212"/>
                  </a:lnTo>
                  <a:lnTo>
                    <a:pt x="129508" y="263933"/>
                  </a:lnTo>
                  <a:lnTo>
                    <a:pt x="129508" y="263933"/>
                  </a:lnTo>
                  <a:lnTo>
                    <a:pt x="129508" y="260654"/>
                  </a:lnTo>
                  <a:lnTo>
                    <a:pt x="131147" y="257376"/>
                  </a:lnTo>
                  <a:lnTo>
                    <a:pt x="131147" y="252458"/>
                  </a:lnTo>
                  <a:lnTo>
                    <a:pt x="131147" y="247540"/>
                  </a:lnTo>
                  <a:lnTo>
                    <a:pt x="131147" y="244261"/>
                  </a:lnTo>
                  <a:lnTo>
                    <a:pt x="131147" y="239343"/>
                  </a:lnTo>
                  <a:lnTo>
                    <a:pt x="131147" y="236064"/>
                  </a:lnTo>
                  <a:lnTo>
                    <a:pt x="131147" y="231147"/>
                  </a:lnTo>
                  <a:lnTo>
                    <a:pt x="131147" y="229507"/>
                  </a:lnTo>
                  <a:lnTo>
                    <a:pt x="131147" y="224589"/>
                  </a:lnTo>
                  <a:lnTo>
                    <a:pt x="131147" y="221310"/>
                  </a:lnTo>
                  <a:lnTo>
                    <a:pt x="131147" y="216393"/>
                  </a:lnTo>
                  <a:lnTo>
                    <a:pt x="131147" y="211474"/>
                  </a:lnTo>
                  <a:lnTo>
                    <a:pt x="131147" y="208196"/>
                  </a:lnTo>
                  <a:lnTo>
                    <a:pt x="131147" y="204917"/>
                  </a:lnTo>
                  <a:lnTo>
                    <a:pt x="131147" y="203278"/>
                  </a:lnTo>
                  <a:lnTo>
                    <a:pt x="131147" y="198360"/>
                  </a:lnTo>
                  <a:lnTo>
                    <a:pt x="131147" y="193442"/>
                  </a:lnTo>
                  <a:lnTo>
                    <a:pt x="131147" y="190163"/>
                  </a:lnTo>
                  <a:lnTo>
                    <a:pt x="131147" y="185245"/>
                  </a:lnTo>
                  <a:lnTo>
                    <a:pt x="131147" y="181966"/>
                  </a:lnTo>
                  <a:lnTo>
                    <a:pt x="132786" y="177048"/>
                  </a:lnTo>
                  <a:lnTo>
                    <a:pt x="132786" y="170491"/>
                  </a:lnTo>
                  <a:lnTo>
                    <a:pt x="132786" y="165573"/>
                  </a:lnTo>
                  <a:lnTo>
                    <a:pt x="132786" y="162294"/>
                  </a:lnTo>
                  <a:lnTo>
                    <a:pt x="132786" y="162294"/>
                  </a:lnTo>
                  <a:lnTo>
                    <a:pt x="132786" y="157376"/>
                  </a:lnTo>
                  <a:lnTo>
                    <a:pt x="132786" y="154098"/>
                  </a:lnTo>
                  <a:lnTo>
                    <a:pt x="132786" y="152458"/>
                  </a:lnTo>
                  <a:lnTo>
                    <a:pt x="132786" y="147540"/>
                  </a:lnTo>
                  <a:lnTo>
                    <a:pt x="132786" y="144261"/>
                  </a:lnTo>
                  <a:lnTo>
                    <a:pt x="132786" y="139344"/>
                  </a:lnTo>
                  <a:lnTo>
                    <a:pt x="132786" y="134426"/>
                  </a:lnTo>
                  <a:lnTo>
                    <a:pt x="132786" y="131147"/>
                  </a:lnTo>
                  <a:lnTo>
                    <a:pt x="132786" y="127868"/>
                  </a:lnTo>
                  <a:lnTo>
                    <a:pt x="132786" y="121311"/>
                  </a:lnTo>
                  <a:lnTo>
                    <a:pt x="132786" y="116393"/>
                  </a:lnTo>
                  <a:lnTo>
                    <a:pt x="137705" y="119671"/>
                  </a:lnTo>
                  <a:lnTo>
                    <a:pt x="140983" y="122950"/>
                  </a:lnTo>
                  <a:lnTo>
                    <a:pt x="144262" y="126229"/>
                  </a:lnTo>
                  <a:lnTo>
                    <a:pt x="145901" y="127868"/>
                  </a:lnTo>
                  <a:lnTo>
                    <a:pt x="147540" y="131147"/>
                  </a:lnTo>
                  <a:lnTo>
                    <a:pt x="150819" y="134426"/>
                  </a:lnTo>
                  <a:lnTo>
                    <a:pt x="152459" y="137704"/>
                  </a:lnTo>
                  <a:lnTo>
                    <a:pt x="154098" y="142622"/>
                  </a:lnTo>
                  <a:lnTo>
                    <a:pt x="155737" y="145901"/>
                  </a:lnTo>
                  <a:lnTo>
                    <a:pt x="155737" y="149180"/>
                  </a:lnTo>
                  <a:lnTo>
                    <a:pt x="157376" y="154098"/>
                  </a:lnTo>
                  <a:lnTo>
                    <a:pt x="157376" y="157376"/>
                  </a:lnTo>
                  <a:lnTo>
                    <a:pt x="160655" y="160655"/>
                  </a:lnTo>
                  <a:lnTo>
                    <a:pt x="162295" y="165573"/>
                  </a:lnTo>
                  <a:lnTo>
                    <a:pt x="162295" y="168851"/>
                  </a:lnTo>
                  <a:lnTo>
                    <a:pt x="162295" y="172130"/>
                  </a:lnTo>
                  <a:lnTo>
                    <a:pt x="163934" y="177048"/>
                  </a:lnTo>
                  <a:lnTo>
                    <a:pt x="162295" y="180327"/>
                  </a:lnTo>
                  <a:lnTo>
                    <a:pt x="160655" y="183606"/>
                  </a:lnTo>
                  <a:lnTo>
                    <a:pt x="157376" y="186884"/>
                  </a:lnTo>
                  <a:lnTo>
                    <a:pt x="154098" y="190163"/>
                  </a:lnTo>
                  <a:lnTo>
                    <a:pt x="154098" y="193442"/>
                  </a:lnTo>
                  <a:lnTo>
                    <a:pt x="155737" y="198360"/>
                  </a:lnTo>
                  <a:lnTo>
                    <a:pt x="154098" y="201638"/>
                  </a:lnTo>
                  <a:lnTo>
                    <a:pt x="154098" y="204917"/>
                  </a:lnTo>
                  <a:lnTo>
                    <a:pt x="157376" y="208196"/>
                  </a:lnTo>
                  <a:lnTo>
                    <a:pt x="157376" y="209835"/>
                  </a:lnTo>
                  <a:lnTo>
                    <a:pt x="157376" y="211474"/>
                  </a:lnTo>
                  <a:lnTo>
                    <a:pt x="159016" y="209835"/>
                  </a:lnTo>
                  <a:lnTo>
                    <a:pt x="162295" y="206557"/>
                  </a:lnTo>
                  <a:lnTo>
                    <a:pt x="165573" y="206557"/>
                  </a:lnTo>
                  <a:lnTo>
                    <a:pt x="170491" y="208196"/>
                  </a:lnTo>
                  <a:lnTo>
                    <a:pt x="173770" y="209835"/>
                  </a:lnTo>
                  <a:lnTo>
                    <a:pt x="177049" y="208196"/>
                  </a:lnTo>
                  <a:lnTo>
                    <a:pt x="181966" y="208196"/>
                  </a:lnTo>
                  <a:lnTo>
                    <a:pt x="185245" y="208196"/>
                  </a:lnTo>
                  <a:lnTo>
                    <a:pt x="186885" y="208196"/>
                  </a:lnTo>
                  <a:lnTo>
                    <a:pt x="191803" y="208196"/>
                  </a:lnTo>
                  <a:lnTo>
                    <a:pt x="195081" y="208196"/>
                  </a:lnTo>
                  <a:lnTo>
                    <a:pt x="198360" y="204917"/>
                  </a:lnTo>
                  <a:lnTo>
                    <a:pt x="198360" y="201638"/>
                  </a:lnTo>
                  <a:lnTo>
                    <a:pt x="201639" y="199999"/>
                  </a:lnTo>
                  <a:lnTo>
                    <a:pt x="204917" y="199999"/>
                  </a:lnTo>
                  <a:lnTo>
                    <a:pt x="209835" y="196720"/>
                  </a:lnTo>
                  <a:lnTo>
                    <a:pt x="211475" y="193442"/>
                  </a:lnTo>
                  <a:lnTo>
                    <a:pt x="213114" y="190163"/>
                  </a:lnTo>
                  <a:lnTo>
                    <a:pt x="216393" y="186884"/>
                  </a:lnTo>
                  <a:lnTo>
                    <a:pt x="219672" y="185245"/>
                  </a:lnTo>
                  <a:lnTo>
                    <a:pt x="224589" y="180327"/>
                  </a:lnTo>
                  <a:lnTo>
                    <a:pt x="227868" y="180327"/>
                  </a:lnTo>
                  <a:lnTo>
                    <a:pt x="231147" y="175409"/>
                  </a:lnTo>
                  <a:lnTo>
                    <a:pt x="231147" y="173770"/>
                  </a:lnTo>
                  <a:lnTo>
                    <a:pt x="234425" y="170491"/>
                  </a:lnTo>
                  <a:lnTo>
                    <a:pt x="234425" y="167213"/>
                  </a:lnTo>
                  <a:lnTo>
                    <a:pt x="236065" y="162294"/>
                  </a:lnTo>
                  <a:lnTo>
                    <a:pt x="236065" y="159016"/>
                  </a:lnTo>
                  <a:lnTo>
                    <a:pt x="237704" y="155737"/>
                  </a:lnTo>
                  <a:lnTo>
                    <a:pt x="237704" y="150819"/>
                  </a:lnTo>
                  <a:lnTo>
                    <a:pt x="240983" y="147540"/>
                  </a:lnTo>
                  <a:lnTo>
                    <a:pt x="242622" y="144261"/>
                  </a:lnTo>
                  <a:lnTo>
                    <a:pt x="245901" y="140983"/>
                  </a:lnTo>
                  <a:lnTo>
                    <a:pt x="249179" y="140983"/>
                  </a:lnTo>
                  <a:lnTo>
                    <a:pt x="252458" y="139344"/>
                  </a:lnTo>
                  <a:lnTo>
                    <a:pt x="255737" y="139344"/>
                  </a:lnTo>
                  <a:lnTo>
                    <a:pt x="260655" y="139344"/>
                  </a:lnTo>
                  <a:lnTo>
                    <a:pt x="263933" y="140983"/>
                  </a:lnTo>
                  <a:lnTo>
                    <a:pt x="267212" y="144261"/>
                  </a:lnTo>
                  <a:lnTo>
                    <a:pt x="272130" y="147540"/>
                  </a:lnTo>
                  <a:lnTo>
                    <a:pt x="272130" y="147540"/>
                  </a:lnTo>
                  <a:lnTo>
                    <a:pt x="275409" y="150819"/>
                  </a:lnTo>
                  <a:lnTo>
                    <a:pt x="278687" y="154098"/>
                  </a:lnTo>
                  <a:lnTo>
                    <a:pt x="281966" y="155737"/>
                  </a:lnTo>
                  <a:lnTo>
                    <a:pt x="286884" y="155737"/>
                  </a:lnTo>
                  <a:lnTo>
                    <a:pt x="290163" y="155737"/>
                  </a:lnTo>
                  <a:lnTo>
                    <a:pt x="293442" y="159016"/>
                  </a:lnTo>
                  <a:lnTo>
                    <a:pt x="296720" y="160655"/>
                  </a:lnTo>
                  <a:lnTo>
                    <a:pt x="299999" y="160655"/>
                  </a:lnTo>
                  <a:lnTo>
                    <a:pt x="301638" y="160655"/>
                  </a:lnTo>
                  <a:lnTo>
                    <a:pt x="304917" y="162294"/>
                  </a:lnTo>
                  <a:lnTo>
                    <a:pt x="308196" y="163934"/>
                  </a:lnTo>
                  <a:lnTo>
                    <a:pt x="311474" y="163934"/>
                  </a:lnTo>
                  <a:lnTo>
                    <a:pt x="316392" y="162294"/>
                  </a:lnTo>
                  <a:lnTo>
                    <a:pt x="319671" y="159016"/>
                  </a:lnTo>
                  <a:lnTo>
                    <a:pt x="321310" y="159016"/>
                  </a:lnTo>
                  <a:lnTo>
                    <a:pt x="324589" y="160655"/>
                  </a:lnTo>
                  <a:lnTo>
                    <a:pt x="327867" y="160655"/>
                  </a:lnTo>
                  <a:lnTo>
                    <a:pt x="331146" y="160655"/>
                  </a:lnTo>
                  <a:lnTo>
                    <a:pt x="334425" y="160655"/>
                  </a:lnTo>
                  <a:lnTo>
                    <a:pt x="337703" y="157376"/>
                  </a:lnTo>
                  <a:lnTo>
                    <a:pt x="340982" y="155737"/>
                  </a:lnTo>
                  <a:lnTo>
                    <a:pt x="342622" y="154098"/>
                  </a:lnTo>
                  <a:lnTo>
                    <a:pt x="342622" y="154098"/>
                  </a:lnTo>
                  <a:lnTo>
                    <a:pt x="342622" y="152458"/>
                  </a:lnTo>
                  <a:lnTo>
                    <a:pt x="345900" y="147540"/>
                  </a:lnTo>
                  <a:lnTo>
                    <a:pt x="345900" y="144261"/>
                  </a:lnTo>
                  <a:lnTo>
                    <a:pt x="347540" y="142622"/>
                  </a:lnTo>
                  <a:lnTo>
                    <a:pt x="347540" y="139344"/>
                  </a:lnTo>
                  <a:lnTo>
                    <a:pt x="349179" y="136065"/>
                  </a:lnTo>
                  <a:lnTo>
                    <a:pt x="350818" y="131147"/>
                  </a:lnTo>
                  <a:lnTo>
                    <a:pt x="352457" y="127868"/>
                  </a:lnTo>
                  <a:lnTo>
                    <a:pt x="352457" y="127868"/>
                  </a:lnTo>
                  <a:lnTo>
                    <a:pt x="354097" y="122950"/>
                  </a:lnTo>
                  <a:lnTo>
                    <a:pt x="354097" y="119671"/>
                  </a:lnTo>
                  <a:lnTo>
                    <a:pt x="354097" y="116393"/>
                  </a:lnTo>
                  <a:lnTo>
                    <a:pt x="354097" y="116393"/>
                  </a:lnTo>
                  <a:lnTo>
                    <a:pt x="359015" y="114754"/>
                  </a:lnTo>
                  <a:lnTo>
                    <a:pt x="362294" y="113114"/>
                  </a:lnTo>
                  <a:lnTo>
                    <a:pt x="362294" y="113114"/>
                  </a:lnTo>
                  <a:lnTo>
                    <a:pt x="365572" y="111475"/>
                  </a:lnTo>
                  <a:lnTo>
                    <a:pt x="365572" y="111475"/>
                  </a:lnTo>
                  <a:lnTo>
                    <a:pt x="370490" y="109836"/>
                  </a:lnTo>
                  <a:lnTo>
                    <a:pt x="373769" y="111475"/>
                  </a:lnTo>
                  <a:lnTo>
                    <a:pt x="373769" y="109836"/>
                  </a:lnTo>
                  <a:lnTo>
                    <a:pt x="377047" y="106557"/>
                  </a:lnTo>
                  <a:lnTo>
                    <a:pt x="378687" y="103278"/>
                  </a:lnTo>
                  <a:lnTo>
                    <a:pt x="383605" y="100000"/>
                  </a:lnTo>
                  <a:lnTo>
                    <a:pt x="386884" y="96721"/>
                  </a:lnTo>
                  <a:lnTo>
                    <a:pt x="390162" y="95081"/>
                  </a:lnTo>
                  <a:lnTo>
                    <a:pt x="391802" y="91803"/>
                  </a:lnTo>
                  <a:lnTo>
                    <a:pt x="391802" y="90164"/>
                  </a:lnTo>
                  <a:lnTo>
                    <a:pt x="391802" y="86885"/>
                  </a:lnTo>
                  <a:lnTo>
                    <a:pt x="393441" y="83606"/>
                  </a:lnTo>
                  <a:lnTo>
                    <a:pt x="395080" y="78688"/>
                  </a:lnTo>
                  <a:lnTo>
                    <a:pt x="395080" y="75410"/>
                  </a:lnTo>
                  <a:lnTo>
                    <a:pt x="396720" y="72131"/>
                  </a:lnTo>
                  <a:lnTo>
                    <a:pt x="396720" y="68852"/>
                  </a:lnTo>
                  <a:lnTo>
                    <a:pt x="399999" y="68852"/>
                  </a:lnTo>
                  <a:lnTo>
                    <a:pt x="401638" y="63934"/>
                  </a:lnTo>
                  <a:lnTo>
                    <a:pt x="401638" y="63934"/>
                  </a:lnTo>
                  <a:lnTo>
                    <a:pt x="404916" y="60656"/>
                  </a:lnTo>
                  <a:lnTo>
                    <a:pt x="409834" y="59016"/>
                  </a:lnTo>
                  <a:lnTo>
                    <a:pt x="411474" y="57377"/>
                  </a:lnTo>
                  <a:lnTo>
                    <a:pt x="414753" y="55737"/>
                  </a:lnTo>
                  <a:lnTo>
                    <a:pt x="418031" y="54098"/>
                  </a:lnTo>
                  <a:lnTo>
                    <a:pt x="419670" y="50820"/>
                  </a:lnTo>
                  <a:lnTo>
                    <a:pt x="422949" y="47541"/>
                  </a:lnTo>
                  <a:lnTo>
                    <a:pt x="424589" y="47541"/>
                  </a:lnTo>
                  <a:lnTo>
                    <a:pt x="427867" y="45901"/>
                  </a:lnTo>
                  <a:lnTo>
                    <a:pt x="431146" y="42623"/>
                  </a:lnTo>
                  <a:lnTo>
                    <a:pt x="431146" y="42623"/>
                  </a:lnTo>
                  <a:lnTo>
                    <a:pt x="434424" y="39344"/>
                  </a:lnTo>
                  <a:lnTo>
                    <a:pt x="434424" y="37705"/>
                  </a:lnTo>
                  <a:lnTo>
                    <a:pt x="437703" y="34426"/>
                  </a:lnTo>
                  <a:lnTo>
                    <a:pt x="439343" y="31147"/>
                  </a:lnTo>
                  <a:lnTo>
                    <a:pt x="442621" y="27869"/>
                  </a:lnTo>
                  <a:lnTo>
                    <a:pt x="442621" y="24590"/>
                  </a:lnTo>
                  <a:lnTo>
                    <a:pt x="447539" y="21311"/>
                  </a:lnTo>
                  <a:lnTo>
                    <a:pt x="450818" y="19672"/>
                  </a:lnTo>
                  <a:lnTo>
                    <a:pt x="450818" y="19672"/>
                  </a:lnTo>
                  <a:lnTo>
                    <a:pt x="455736" y="19672"/>
                  </a:lnTo>
                  <a:lnTo>
                    <a:pt x="459014" y="19672"/>
                  </a:lnTo>
                  <a:lnTo>
                    <a:pt x="462293" y="18033"/>
                  </a:lnTo>
                  <a:lnTo>
                    <a:pt x="465572" y="16393"/>
                  </a:lnTo>
                  <a:lnTo>
                    <a:pt x="470490" y="14754"/>
                  </a:lnTo>
                  <a:lnTo>
                    <a:pt x="470490" y="14754"/>
                  </a:lnTo>
                  <a:lnTo>
                    <a:pt x="473769" y="11476"/>
                  </a:lnTo>
                  <a:lnTo>
                    <a:pt x="473769" y="8197"/>
                  </a:lnTo>
                  <a:lnTo>
                    <a:pt x="475408" y="4918"/>
                  </a:lnTo>
                  <a:lnTo>
                    <a:pt x="475408" y="4918"/>
                  </a:lnTo>
                  <a:lnTo>
                    <a:pt x="478687" y="4918"/>
                  </a:lnTo>
                  <a:lnTo>
                    <a:pt x="480326" y="4918"/>
                  </a:lnTo>
                  <a:lnTo>
                    <a:pt x="483604" y="3279"/>
                  </a:lnTo>
                  <a:lnTo>
                    <a:pt x="486883" y="3279"/>
                  </a:lnTo>
                  <a:lnTo>
                    <a:pt x="488523" y="3279"/>
                  </a:lnTo>
                  <a:lnTo>
                    <a:pt x="493440" y="1639"/>
                  </a:lnTo>
                  <a:lnTo>
                    <a:pt x="496719" y="1639"/>
                  </a:lnTo>
                  <a:lnTo>
                    <a:pt x="499998" y="0"/>
                  </a:lnTo>
                  <a:lnTo>
                    <a:pt x="504916" y="0"/>
                  </a:lnTo>
                  <a:lnTo>
                    <a:pt x="508194" y="3279"/>
                  </a:lnTo>
                  <a:lnTo>
                    <a:pt x="509834" y="3279"/>
                  </a:lnTo>
                  <a:lnTo>
                    <a:pt x="511473" y="4918"/>
                  </a:lnTo>
                  <a:lnTo>
                    <a:pt x="513113" y="4918"/>
                  </a:lnTo>
                  <a:lnTo>
                    <a:pt x="516391" y="6557"/>
                  </a:lnTo>
                  <a:lnTo>
                    <a:pt x="518031" y="8197"/>
                  </a:lnTo>
                  <a:lnTo>
                    <a:pt x="521309" y="8197"/>
                  </a:lnTo>
                  <a:lnTo>
                    <a:pt x="524588" y="9836"/>
                  </a:lnTo>
                  <a:lnTo>
                    <a:pt x="527867" y="9836"/>
                  </a:lnTo>
                  <a:lnTo>
                    <a:pt x="532784" y="8197"/>
                  </a:lnTo>
                  <a:lnTo>
                    <a:pt x="536063" y="9836"/>
                  </a:lnTo>
                  <a:lnTo>
                    <a:pt x="539342" y="8197"/>
                  </a:lnTo>
                  <a:lnTo>
                    <a:pt x="542621" y="8197"/>
                  </a:lnTo>
                  <a:lnTo>
                    <a:pt x="547539" y="8197"/>
                  </a:lnTo>
                  <a:lnTo>
                    <a:pt x="550817" y="8197"/>
                  </a:lnTo>
                  <a:lnTo>
                    <a:pt x="554096" y="9836"/>
                  </a:lnTo>
                  <a:lnTo>
                    <a:pt x="557375" y="9836"/>
                  </a:lnTo>
                  <a:lnTo>
                    <a:pt x="560653" y="13114"/>
                  </a:lnTo>
                  <a:lnTo>
                    <a:pt x="562293" y="13114"/>
                  </a:lnTo>
                  <a:lnTo>
                    <a:pt x="562293" y="14754"/>
                  </a:lnTo>
                  <a:lnTo>
                    <a:pt x="562293" y="16393"/>
                  </a:lnTo>
                  <a:lnTo>
                    <a:pt x="563932" y="19672"/>
                  </a:lnTo>
                  <a:lnTo>
                    <a:pt x="563932" y="24590"/>
                  </a:lnTo>
                  <a:lnTo>
                    <a:pt x="565571" y="27869"/>
                  </a:lnTo>
                  <a:lnTo>
                    <a:pt x="565571" y="32787"/>
                  </a:lnTo>
                  <a:lnTo>
                    <a:pt x="567211" y="36066"/>
                  </a:lnTo>
                  <a:lnTo>
                    <a:pt x="568850" y="40983"/>
                  </a:lnTo>
                  <a:lnTo>
                    <a:pt x="568850" y="45901"/>
                  </a:lnTo>
                  <a:lnTo>
                    <a:pt x="570490" y="49180"/>
                  </a:lnTo>
                  <a:lnTo>
                    <a:pt x="568850" y="52459"/>
                  </a:lnTo>
                  <a:lnTo>
                    <a:pt x="568850" y="57377"/>
                  </a:lnTo>
                  <a:lnTo>
                    <a:pt x="570490" y="60656"/>
                  </a:lnTo>
                  <a:lnTo>
                    <a:pt x="573768" y="63934"/>
                  </a:lnTo>
                  <a:lnTo>
                    <a:pt x="573768" y="68852"/>
                  </a:lnTo>
                  <a:lnTo>
                    <a:pt x="575407" y="73770"/>
                  </a:lnTo>
                  <a:lnTo>
                    <a:pt x="577047" y="77049"/>
                  </a:lnTo>
                  <a:lnTo>
                    <a:pt x="580326" y="80327"/>
                  </a:lnTo>
                  <a:lnTo>
                    <a:pt x="580326" y="83606"/>
                  </a:lnTo>
                  <a:lnTo>
                    <a:pt x="580326" y="86885"/>
                  </a:lnTo>
                  <a:lnTo>
                    <a:pt x="581965" y="91803"/>
                  </a:lnTo>
                  <a:lnTo>
                    <a:pt x="581965" y="95081"/>
                  </a:lnTo>
                  <a:lnTo>
                    <a:pt x="583604" y="98360"/>
                  </a:lnTo>
                  <a:lnTo>
                    <a:pt x="585243" y="103278"/>
                  </a:lnTo>
                  <a:lnTo>
                    <a:pt x="585243" y="103278"/>
                  </a:lnTo>
                  <a:lnTo>
                    <a:pt x="585243" y="106557"/>
                  </a:lnTo>
                  <a:lnTo>
                    <a:pt x="583604" y="109836"/>
                  </a:lnTo>
                  <a:lnTo>
                    <a:pt x="583604" y="114754"/>
                  </a:lnTo>
                  <a:lnTo>
                    <a:pt x="583604" y="118032"/>
                  </a:lnTo>
                  <a:lnTo>
                    <a:pt x="583604" y="122950"/>
                  </a:lnTo>
                  <a:lnTo>
                    <a:pt x="583604" y="127868"/>
                  </a:lnTo>
                  <a:lnTo>
                    <a:pt x="583604" y="131147"/>
                  </a:lnTo>
                  <a:lnTo>
                    <a:pt x="583604" y="134426"/>
                  </a:lnTo>
                  <a:lnTo>
                    <a:pt x="583604" y="137704"/>
                  </a:lnTo>
                  <a:lnTo>
                    <a:pt x="583604" y="142622"/>
                  </a:lnTo>
                  <a:lnTo>
                    <a:pt x="581965" y="145901"/>
                  </a:lnTo>
                  <a:lnTo>
                    <a:pt x="581965" y="147540"/>
                  </a:lnTo>
                  <a:lnTo>
                    <a:pt x="581965" y="147540"/>
                  </a:lnTo>
                  <a:lnTo>
                    <a:pt x="581965" y="152458"/>
                  </a:lnTo>
                  <a:lnTo>
                    <a:pt x="583604" y="155737"/>
                  </a:lnTo>
                  <a:lnTo>
                    <a:pt x="581965" y="157376"/>
                  </a:lnTo>
                  <a:lnTo>
                    <a:pt x="580326" y="160655"/>
                  </a:lnTo>
                  <a:lnTo>
                    <a:pt x="580326" y="165573"/>
                  </a:lnTo>
                  <a:lnTo>
                    <a:pt x="580326" y="168851"/>
                  </a:lnTo>
                  <a:lnTo>
                    <a:pt x="577047" y="170491"/>
                  </a:lnTo>
                  <a:lnTo>
                    <a:pt x="573768" y="168851"/>
                  </a:lnTo>
                  <a:lnTo>
                    <a:pt x="572129" y="167213"/>
                  </a:lnTo>
                  <a:lnTo>
                    <a:pt x="568850" y="165573"/>
                  </a:lnTo>
                  <a:lnTo>
                    <a:pt x="563932" y="162294"/>
                  </a:lnTo>
                  <a:lnTo>
                    <a:pt x="562293" y="160655"/>
                  </a:lnTo>
                  <a:lnTo>
                    <a:pt x="560653" y="159016"/>
                  </a:lnTo>
                  <a:lnTo>
                    <a:pt x="557375" y="160655"/>
                  </a:lnTo>
                  <a:lnTo>
                    <a:pt x="552457" y="163934"/>
                  </a:lnTo>
                  <a:lnTo>
                    <a:pt x="549178" y="167213"/>
                  </a:lnTo>
                  <a:lnTo>
                    <a:pt x="549178" y="168851"/>
                  </a:lnTo>
                  <a:lnTo>
                    <a:pt x="549178" y="170491"/>
                  </a:lnTo>
                  <a:lnTo>
                    <a:pt x="547539" y="172130"/>
                  </a:lnTo>
                  <a:lnTo>
                    <a:pt x="545899" y="177048"/>
                  </a:lnTo>
                  <a:lnTo>
                    <a:pt x="542621" y="180327"/>
                  </a:lnTo>
                  <a:lnTo>
                    <a:pt x="539342" y="183606"/>
                  </a:lnTo>
                  <a:lnTo>
                    <a:pt x="537703" y="188524"/>
                  </a:lnTo>
                  <a:lnTo>
                    <a:pt x="536063" y="191803"/>
                  </a:lnTo>
                  <a:lnTo>
                    <a:pt x="536063" y="195081"/>
                  </a:lnTo>
                  <a:lnTo>
                    <a:pt x="536063" y="196720"/>
                  </a:lnTo>
                  <a:lnTo>
                    <a:pt x="536063" y="199999"/>
                  </a:lnTo>
                  <a:lnTo>
                    <a:pt x="536063" y="203278"/>
                  </a:lnTo>
                  <a:lnTo>
                    <a:pt x="539342" y="206557"/>
                  </a:lnTo>
                  <a:lnTo>
                    <a:pt x="539342" y="208196"/>
                  </a:lnTo>
                  <a:lnTo>
                    <a:pt x="540981" y="213114"/>
                  </a:lnTo>
                  <a:lnTo>
                    <a:pt x="540981" y="216393"/>
                  </a:lnTo>
                  <a:lnTo>
                    <a:pt x="545899" y="219671"/>
                  </a:lnTo>
                  <a:lnTo>
                    <a:pt x="547539" y="222950"/>
                  </a:lnTo>
                  <a:lnTo>
                    <a:pt x="550817" y="226228"/>
                  </a:lnTo>
                  <a:lnTo>
                    <a:pt x="555736" y="226228"/>
                  </a:lnTo>
                  <a:lnTo>
                    <a:pt x="559014" y="227868"/>
                  </a:lnTo>
                  <a:lnTo>
                    <a:pt x="562293" y="229507"/>
                  </a:lnTo>
                  <a:lnTo>
                    <a:pt x="567211" y="229507"/>
                  </a:lnTo>
                  <a:lnTo>
                    <a:pt x="570490" y="229507"/>
                  </a:lnTo>
                  <a:lnTo>
                    <a:pt x="573768" y="229507"/>
                  </a:lnTo>
                  <a:lnTo>
                    <a:pt x="575407" y="229507"/>
                  </a:lnTo>
                  <a:lnTo>
                    <a:pt x="575407" y="229507"/>
                  </a:lnTo>
                  <a:lnTo>
                    <a:pt x="578686" y="227868"/>
                  </a:lnTo>
                  <a:lnTo>
                    <a:pt x="578686" y="224589"/>
                  </a:lnTo>
                  <a:lnTo>
                    <a:pt x="578686" y="219671"/>
                  </a:lnTo>
                  <a:lnTo>
                    <a:pt x="578686" y="216393"/>
                  </a:lnTo>
                  <a:lnTo>
                    <a:pt x="580326" y="213114"/>
                  </a:lnTo>
                  <a:lnTo>
                    <a:pt x="580326" y="208196"/>
                  </a:lnTo>
                  <a:lnTo>
                    <a:pt x="580326" y="206557"/>
                  </a:lnTo>
                  <a:lnTo>
                    <a:pt x="583604" y="208196"/>
                  </a:lnTo>
                  <a:lnTo>
                    <a:pt x="585243" y="208196"/>
                  </a:lnTo>
                  <a:lnTo>
                    <a:pt x="588522" y="208196"/>
                  </a:lnTo>
                  <a:lnTo>
                    <a:pt x="591801" y="208196"/>
                  </a:lnTo>
                  <a:lnTo>
                    <a:pt x="593440" y="208196"/>
                  </a:lnTo>
                  <a:lnTo>
                    <a:pt x="596719" y="208196"/>
                  </a:lnTo>
                  <a:lnTo>
                    <a:pt x="601637" y="208196"/>
                  </a:lnTo>
                  <a:lnTo>
                    <a:pt x="604916" y="208196"/>
                  </a:lnTo>
                  <a:lnTo>
                    <a:pt x="609833" y="208196"/>
                  </a:lnTo>
                  <a:lnTo>
                    <a:pt x="613112" y="208196"/>
                  </a:lnTo>
                  <a:lnTo>
                    <a:pt x="613112" y="211474"/>
                  </a:lnTo>
                  <a:lnTo>
                    <a:pt x="611473" y="214753"/>
                  </a:lnTo>
                  <a:lnTo>
                    <a:pt x="611473" y="219671"/>
                  </a:lnTo>
                  <a:lnTo>
                    <a:pt x="609833" y="222950"/>
                  </a:lnTo>
                  <a:lnTo>
                    <a:pt x="608194" y="226228"/>
                  </a:lnTo>
                  <a:lnTo>
                    <a:pt x="606555" y="229507"/>
                  </a:lnTo>
                  <a:lnTo>
                    <a:pt x="606555" y="232786"/>
                  </a:lnTo>
                  <a:lnTo>
                    <a:pt x="604916" y="236064"/>
                  </a:lnTo>
                  <a:lnTo>
                    <a:pt x="603276" y="239343"/>
                  </a:lnTo>
                  <a:lnTo>
                    <a:pt x="601637" y="244261"/>
                  </a:lnTo>
                  <a:lnTo>
                    <a:pt x="601637" y="247540"/>
                  </a:lnTo>
                  <a:lnTo>
                    <a:pt x="599997" y="250818"/>
                  </a:lnTo>
                  <a:lnTo>
                    <a:pt x="599997" y="255737"/>
                  </a:lnTo>
                  <a:lnTo>
                    <a:pt x="599997" y="255737"/>
                  </a:lnTo>
                  <a:lnTo>
                    <a:pt x="598358" y="260654"/>
                  </a:lnTo>
                  <a:lnTo>
                    <a:pt x="598358" y="263933"/>
                  </a:lnTo>
                  <a:lnTo>
                    <a:pt x="596719" y="267212"/>
                  </a:lnTo>
                  <a:lnTo>
                    <a:pt x="595080" y="272130"/>
                  </a:lnTo>
                  <a:lnTo>
                    <a:pt x="593440" y="272130"/>
                  </a:lnTo>
                  <a:lnTo>
                    <a:pt x="591801" y="277048"/>
                  </a:lnTo>
                  <a:lnTo>
                    <a:pt x="591801" y="277048"/>
                  </a:lnTo>
                  <a:lnTo>
                    <a:pt x="591801" y="280327"/>
                  </a:lnTo>
                  <a:lnTo>
                    <a:pt x="590161" y="283605"/>
                  </a:lnTo>
                  <a:lnTo>
                    <a:pt x="586883" y="286884"/>
                  </a:lnTo>
                  <a:lnTo>
                    <a:pt x="583604" y="291802"/>
                  </a:lnTo>
                  <a:lnTo>
                    <a:pt x="578686" y="295081"/>
                  </a:lnTo>
                  <a:lnTo>
                    <a:pt x="575407" y="295081"/>
                  </a:lnTo>
                  <a:lnTo>
                    <a:pt x="575407" y="296720"/>
                  </a:lnTo>
                  <a:lnTo>
                    <a:pt x="572129" y="299998"/>
                  </a:lnTo>
                  <a:lnTo>
                    <a:pt x="568850" y="299998"/>
                  </a:lnTo>
                  <a:lnTo>
                    <a:pt x="567211" y="299998"/>
                  </a:lnTo>
                  <a:lnTo>
                    <a:pt x="567211" y="299998"/>
                  </a:lnTo>
                  <a:lnTo>
                    <a:pt x="565571" y="303277"/>
                  </a:lnTo>
                  <a:lnTo>
                    <a:pt x="562293" y="306556"/>
                  </a:lnTo>
                  <a:lnTo>
                    <a:pt x="560653" y="308195"/>
                  </a:lnTo>
                  <a:lnTo>
                    <a:pt x="557375" y="311474"/>
                  </a:lnTo>
                  <a:lnTo>
                    <a:pt x="555736" y="313113"/>
                  </a:lnTo>
                  <a:lnTo>
                    <a:pt x="555736" y="314753"/>
                  </a:lnTo>
                  <a:lnTo>
                    <a:pt x="552457" y="318031"/>
                  </a:lnTo>
                  <a:lnTo>
                    <a:pt x="549178" y="321310"/>
                  </a:lnTo>
                  <a:lnTo>
                    <a:pt x="545899" y="326228"/>
                  </a:lnTo>
                  <a:lnTo>
                    <a:pt x="542621" y="329507"/>
                  </a:lnTo>
                  <a:lnTo>
                    <a:pt x="542621" y="329507"/>
                  </a:lnTo>
                  <a:lnTo>
                    <a:pt x="540981" y="332785"/>
                  </a:lnTo>
                  <a:lnTo>
                    <a:pt x="539342" y="337703"/>
                  </a:lnTo>
                  <a:lnTo>
                    <a:pt x="537703" y="339343"/>
                  </a:lnTo>
                  <a:lnTo>
                    <a:pt x="537703" y="342621"/>
                  </a:lnTo>
                  <a:lnTo>
                    <a:pt x="537703" y="344261"/>
                  </a:lnTo>
                  <a:lnTo>
                    <a:pt x="532784" y="347540"/>
                  </a:lnTo>
                  <a:lnTo>
                    <a:pt x="531146" y="350818"/>
                  </a:lnTo>
                  <a:lnTo>
                    <a:pt x="529506" y="354097"/>
                  </a:lnTo>
                  <a:lnTo>
                    <a:pt x="527867" y="355736"/>
                  </a:lnTo>
                  <a:lnTo>
                    <a:pt x="527867" y="357375"/>
                  </a:lnTo>
                  <a:lnTo>
                    <a:pt x="527867" y="357375"/>
                  </a:lnTo>
                  <a:lnTo>
                    <a:pt x="524588" y="362294"/>
                  </a:lnTo>
                  <a:lnTo>
                    <a:pt x="522949" y="365572"/>
                  </a:lnTo>
                  <a:lnTo>
                    <a:pt x="521309" y="368851"/>
                  </a:lnTo>
                  <a:lnTo>
                    <a:pt x="518031" y="373769"/>
                  </a:lnTo>
                  <a:lnTo>
                    <a:pt x="518031" y="375408"/>
                  </a:lnTo>
                  <a:lnTo>
                    <a:pt x="516391" y="375408"/>
                  </a:lnTo>
                  <a:lnTo>
                    <a:pt x="514752" y="378687"/>
                  </a:lnTo>
                  <a:lnTo>
                    <a:pt x="514752" y="380326"/>
                  </a:lnTo>
                  <a:lnTo>
                    <a:pt x="511473" y="383605"/>
                  </a:lnTo>
                  <a:lnTo>
                    <a:pt x="508194" y="386884"/>
                  </a:lnTo>
                  <a:lnTo>
                    <a:pt x="506555" y="391801"/>
                  </a:lnTo>
                  <a:lnTo>
                    <a:pt x="503277" y="395080"/>
                  </a:lnTo>
                  <a:lnTo>
                    <a:pt x="499998" y="398359"/>
                  </a:lnTo>
                  <a:lnTo>
                    <a:pt x="498359" y="401637"/>
                  </a:lnTo>
                  <a:lnTo>
                    <a:pt x="495080" y="404916"/>
                  </a:lnTo>
                  <a:lnTo>
                    <a:pt x="493440" y="406555"/>
                  </a:lnTo>
                  <a:lnTo>
                    <a:pt x="488523" y="409834"/>
                  </a:lnTo>
                  <a:lnTo>
                    <a:pt x="485244" y="413113"/>
                  </a:lnTo>
                  <a:lnTo>
                    <a:pt x="481965" y="416391"/>
                  </a:lnTo>
                  <a:lnTo>
                    <a:pt x="478687" y="419670"/>
                  </a:lnTo>
                  <a:lnTo>
                    <a:pt x="475408" y="421310"/>
                  </a:lnTo>
                  <a:lnTo>
                    <a:pt x="472129" y="422949"/>
                  </a:lnTo>
                  <a:lnTo>
                    <a:pt x="470490" y="426228"/>
                  </a:lnTo>
                  <a:lnTo>
                    <a:pt x="465572" y="431145"/>
                  </a:lnTo>
                  <a:lnTo>
                    <a:pt x="462293" y="434424"/>
                  </a:lnTo>
                  <a:lnTo>
                    <a:pt x="460654" y="437703"/>
                  </a:lnTo>
                  <a:lnTo>
                    <a:pt x="457375" y="442621"/>
                  </a:lnTo>
                  <a:lnTo>
                    <a:pt x="454096" y="445900"/>
                  </a:lnTo>
                  <a:lnTo>
                    <a:pt x="450818" y="449178"/>
                  </a:lnTo>
                  <a:lnTo>
                    <a:pt x="445900" y="452457"/>
                  </a:lnTo>
                  <a:lnTo>
                    <a:pt x="442621" y="455735"/>
                  </a:lnTo>
                  <a:lnTo>
                    <a:pt x="439343" y="459014"/>
                  </a:lnTo>
                  <a:lnTo>
                    <a:pt x="436064" y="463932"/>
                  </a:lnTo>
                  <a:lnTo>
                    <a:pt x="431146" y="465572"/>
                  </a:lnTo>
                  <a:lnTo>
                    <a:pt x="431146" y="467211"/>
                  </a:lnTo>
                  <a:lnTo>
                    <a:pt x="427867" y="468850"/>
                  </a:lnTo>
                  <a:lnTo>
                    <a:pt x="424589" y="470490"/>
                  </a:lnTo>
                  <a:lnTo>
                    <a:pt x="422949" y="472129"/>
                  </a:lnTo>
                  <a:lnTo>
                    <a:pt x="419670" y="477047"/>
                  </a:lnTo>
                  <a:lnTo>
                    <a:pt x="416392" y="478687"/>
                  </a:lnTo>
                  <a:lnTo>
                    <a:pt x="413113" y="481965"/>
                  </a:lnTo>
                  <a:lnTo>
                    <a:pt x="408195" y="483604"/>
                  </a:lnTo>
                  <a:lnTo>
                    <a:pt x="404916" y="486883"/>
                  </a:lnTo>
                  <a:lnTo>
                    <a:pt x="403277" y="488522"/>
                  </a:lnTo>
                  <a:lnTo>
                    <a:pt x="398359" y="491801"/>
                  </a:lnTo>
                  <a:lnTo>
                    <a:pt x="395080" y="495080"/>
                  </a:lnTo>
                  <a:lnTo>
                    <a:pt x="391802" y="496719"/>
                  </a:lnTo>
                  <a:lnTo>
                    <a:pt x="388523" y="499998"/>
                  </a:lnTo>
                  <a:lnTo>
                    <a:pt x="383605" y="501637"/>
                  </a:lnTo>
                  <a:lnTo>
                    <a:pt x="381966" y="504916"/>
                  </a:lnTo>
                  <a:lnTo>
                    <a:pt x="377047" y="504916"/>
                  </a:lnTo>
                  <a:lnTo>
                    <a:pt x="373769" y="508194"/>
                  </a:lnTo>
                  <a:lnTo>
                    <a:pt x="370490" y="508194"/>
                  </a:lnTo>
                  <a:lnTo>
                    <a:pt x="367212" y="509834"/>
                  </a:lnTo>
                  <a:lnTo>
                    <a:pt x="363933" y="513112"/>
                  </a:lnTo>
                  <a:lnTo>
                    <a:pt x="359015" y="514752"/>
                  </a:lnTo>
                  <a:lnTo>
                    <a:pt x="355736" y="513112"/>
                  </a:lnTo>
                  <a:lnTo>
                    <a:pt x="352457" y="513112"/>
                  </a:lnTo>
                  <a:lnTo>
                    <a:pt x="347540" y="513112"/>
                  </a:lnTo>
                  <a:lnTo>
                    <a:pt x="344261" y="511473"/>
                  </a:lnTo>
                  <a:lnTo>
                    <a:pt x="340982" y="511473"/>
                  </a:lnTo>
                  <a:lnTo>
                    <a:pt x="337703" y="513112"/>
                  </a:lnTo>
                  <a:lnTo>
                    <a:pt x="336064" y="513112"/>
                  </a:lnTo>
                  <a:lnTo>
                    <a:pt x="332786" y="513112"/>
                  </a:lnTo>
                  <a:lnTo>
                    <a:pt x="329507" y="518031"/>
                  </a:lnTo>
                  <a:lnTo>
                    <a:pt x="327867" y="521309"/>
                  </a:lnTo>
                  <a:lnTo>
                    <a:pt x="331146" y="524588"/>
                  </a:lnTo>
                  <a:lnTo>
                    <a:pt x="327867" y="526227"/>
                  </a:lnTo>
                  <a:lnTo>
                    <a:pt x="324589" y="526227"/>
                  </a:lnTo>
                  <a:lnTo>
                    <a:pt x="321310" y="526227"/>
                  </a:lnTo>
                  <a:lnTo>
                    <a:pt x="316392" y="524588"/>
                  </a:lnTo>
                  <a:lnTo>
                    <a:pt x="313113" y="522948"/>
                  </a:lnTo>
                  <a:lnTo>
                    <a:pt x="311474" y="522948"/>
                  </a:lnTo>
                  <a:lnTo>
                    <a:pt x="308196" y="522948"/>
                  </a:lnTo>
                  <a:lnTo>
                    <a:pt x="306556" y="522948"/>
                  </a:lnTo>
                  <a:lnTo>
                    <a:pt x="304917" y="522948"/>
                  </a:lnTo>
                  <a:lnTo>
                    <a:pt x="301638" y="524588"/>
                  </a:lnTo>
                  <a:lnTo>
                    <a:pt x="301638" y="529506"/>
                  </a:lnTo>
                  <a:lnTo>
                    <a:pt x="296720" y="532784"/>
                  </a:lnTo>
                  <a:lnTo>
                    <a:pt x="293442" y="531145"/>
                  </a:lnTo>
                  <a:lnTo>
                    <a:pt x="290163" y="532784"/>
                  </a:lnTo>
                  <a:lnTo>
                    <a:pt x="285245" y="531145"/>
                  </a:lnTo>
                  <a:lnTo>
                    <a:pt x="281966" y="529506"/>
                  </a:lnTo>
                  <a:lnTo>
                    <a:pt x="278687" y="527867"/>
                  </a:lnTo>
                  <a:lnTo>
                    <a:pt x="275409" y="526227"/>
                  </a:lnTo>
                  <a:lnTo>
                    <a:pt x="270491" y="526227"/>
                  </a:lnTo>
                  <a:lnTo>
                    <a:pt x="267212" y="526227"/>
                  </a:lnTo>
                  <a:lnTo>
                    <a:pt x="263933" y="524588"/>
                  </a:lnTo>
                  <a:lnTo>
                    <a:pt x="259016" y="524588"/>
                  </a:lnTo>
                  <a:lnTo>
                    <a:pt x="255737" y="522948"/>
                  </a:lnTo>
                  <a:lnTo>
                    <a:pt x="254097" y="522948"/>
                  </a:lnTo>
                  <a:lnTo>
                    <a:pt x="250819" y="524588"/>
                  </a:lnTo>
                  <a:lnTo>
                    <a:pt x="247540" y="524588"/>
                  </a:lnTo>
                  <a:lnTo>
                    <a:pt x="244262" y="529506"/>
                  </a:lnTo>
                  <a:lnTo>
                    <a:pt x="240983" y="527867"/>
                  </a:lnTo>
                  <a:lnTo>
                    <a:pt x="237704" y="527867"/>
                  </a:lnTo>
                  <a:lnTo>
                    <a:pt x="234425" y="526227"/>
                  </a:lnTo>
                  <a:lnTo>
                    <a:pt x="232786" y="526227"/>
                  </a:lnTo>
                  <a:lnTo>
                    <a:pt x="232786" y="527867"/>
                  </a:lnTo>
                  <a:lnTo>
                    <a:pt x="227868" y="527867"/>
                  </a:lnTo>
                  <a:lnTo>
                    <a:pt x="224589" y="526227"/>
                  </a:lnTo>
                  <a:lnTo>
                    <a:pt x="224589" y="524588"/>
                  </a:lnTo>
                  <a:lnTo>
                    <a:pt x="224589" y="522948"/>
                  </a:lnTo>
                  <a:lnTo>
                    <a:pt x="224589" y="524588"/>
                  </a:lnTo>
                  <a:lnTo>
                    <a:pt x="224589" y="524588"/>
                  </a:lnTo>
                  <a:lnTo>
                    <a:pt x="224589" y="526227"/>
                  </a:lnTo>
                  <a:lnTo>
                    <a:pt x="224589" y="526227"/>
                  </a:lnTo>
                  <a:lnTo>
                    <a:pt x="219672" y="524588"/>
                  </a:lnTo>
                  <a:lnTo>
                    <a:pt x="219672" y="524588"/>
                  </a:lnTo>
                  <a:lnTo>
                    <a:pt x="216393" y="524588"/>
                  </a:lnTo>
                  <a:lnTo>
                    <a:pt x="211475" y="526227"/>
                  </a:lnTo>
                  <a:lnTo>
                    <a:pt x="208196" y="526227"/>
                  </a:lnTo>
                  <a:lnTo>
                    <a:pt x="204917" y="527867"/>
                  </a:lnTo>
                  <a:lnTo>
                    <a:pt x="199999" y="529506"/>
                  </a:lnTo>
                  <a:lnTo>
                    <a:pt x="199999" y="532784"/>
                  </a:lnTo>
                  <a:lnTo>
                    <a:pt x="196720" y="532784"/>
                  </a:lnTo>
                  <a:lnTo>
                    <a:pt x="191803" y="536063"/>
                  </a:lnTo>
                  <a:lnTo>
                    <a:pt x="190163" y="539342"/>
                  </a:lnTo>
                  <a:lnTo>
                    <a:pt x="188524" y="540981"/>
                  </a:lnTo>
                  <a:lnTo>
                    <a:pt x="185245" y="540981"/>
                  </a:lnTo>
                  <a:lnTo>
                    <a:pt x="181966" y="540981"/>
                  </a:lnTo>
                  <a:lnTo>
                    <a:pt x="178688" y="539342"/>
                  </a:lnTo>
                  <a:lnTo>
                    <a:pt x="173770" y="540981"/>
                  </a:lnTo>
                  <a:lnTo>
                    <a:pt x="170491" y="542621"/>
                  </a:lnTo>
                  <a:lnTo>
                    <a:pt x="167213" y="542621"/>
                  </a:lnTo>
                  <a:lnTo>
                    <a:pt x="162295" y="540981"/>
                  </a:lnTo>
                  <a:lnTo>
                    <a:pt x="159016" y="540981"/>
                  </a:lnTo>
                  <a:lnTo>
                    <a:pt x="155737" y="540981"/>
                  </a:lnTo>
                  <a:lnTo>
                    <a:pt x="152459" y="540981"/>
                  </a:lnTo>
                  <a:lnTo>
                    <a:pt x="150819" y="544260"/>
                  </a:lnTo>
                  <a:lnTo>
                    <a:pt x="145901" y="544260"/>
                  </a:lnTo>
                  <a:lnTo>
                    <a:pt x="142623" y="544260"/>
                  </a:lnTo>
                  <a:lnTo>
                    <a:pt x="139344" y="545899"/>
                  </a:lnTo>
                  <a:lnTo>
                    <a:pt x="136065" y="549178"/>
                  </a:lnTo>
                  <a:lnTo>
                    <a:pt x="131147" y="550817"/>
                  </a:lnTo>
                  <a:lnTo>
                    <a:pt x="127869" y="554096"/>
                  </a:lnTo>
                  <a:lnTo>
                    <a:pt x="124590" y="557374"/>
                  </a:lnTo>
                  <a:lnTo>
                    <a:pt x="121311" y="560653"/>
                  </a:lnTo>
                  <a:lnTo>
                    <a:pt x="119672" y="559014"/>
                  </a:lnTo>
                  <a:lnTo>
                    <a:pt x="114754" y="557374"/>
                  </a:lnTo>
                  <a:lnTo>
                    <a:pt x="111475" y="557374"/>
                  </a:lnTo>
                  <a:lnTo>
                    <a:pt x="108196" y="557374"/>
                  </a:lnTo>
                  <a:lnTo>
                    <a:pt x="103279" y="554096"/>
                  </a:lnTo>
                  <a:lnTo>
                    <a:pt x="100000" y="550817"/>
                  </a:lnTo>
                  <a:lnTo>
                    <a:pt x="96721" y="549178"/>
                  </a:lnTo>
                  <a:lnTo>
                    <a:pt x="98360" y="545899"/>
                  </a:lnTo>
                  <a:lnTo>
                    <a:pt x="96721" y="542621"/>
                  </a:lnTo>
                  <a:lnTo>
                    <a:pt x="93442" y="542621"/>
                  </a:lnTo>
                  <a:lnTo>
                    <a:pt x="88525" y="539342"/>
                  </a:lnTo>
                  <a:lnTo>
                    <a:pt x="86885" y="539342"/>
                  </a:lnTo>
                  <a:lnTo>
                    <a:pt x="83606" y="539342"/>
                  </a:lnTo>
                  <a:lnTo>
                    <a:pt x="78688" y="539342"/>
                  </a:lnTo>
                  <a:lnTo>
                    <a:pt x="80328" y="536063"/>
                  </a:lnTo>
                  <a:lnTo>
                    <a:pt x="80328" y="532784"/>
                  </a:lnTo>
                  <a:lnTo>
                    <a:pt x="80328" y="529506"/>
                  </a:lnTo>
                  <a:lnTo>
                    <a:pt x="78688" y="527867"/>
                  </a:lnTo>
                  <a:lnTo>
                    <a:pt x="73770" y="527867"/>
                  </a:lnTo>
                  <a:lnTo>
                    <a:pt x="72131" y="527867"/>
                  </a:lnTo>
                  <a:lnTo>
                    <a:pt x="68852" y="527867"/>
                  </a:lnTo>
                  <a:lnTo>
                    <a:pt x="67213" y="527867"/>
                  </a:lnTo>
                  <a:lnTo>
                    <a:pt x="65573" y="532784"/>
                  </a:lnTo>
                  <a:lnTo>
                    <a:pt x="67213" y="536063"/>
                  </a:lnTo>
                  <a:lnTo>
                    <a:pt x="67213" y="539342"/>
                  </a:lnTo>
                  <a:lnTo>
                    <a:pt x="63935" y="537702"/>
                  </a:lnTo>
                  <a:lnTo>
                    <a:pt x="63935" y="534424"/>
                  </a:lnTo>
                  <a:lnTo>
                    <a:pt x="60656" y="529506"/>
                  </a:lnTo>
                  <a:lnTo>
                    <a:pt x="62295" y="526227"/>
                  </a:lnTo>
                  <a:lnTo>
                    <a:pt x="62295" y="522948"/>
                  </a:lnTo>
                  <a:lnTo>
                    <a:pt x="63935" y="519670"/>
                  </a:lnTo>
                  <a:lnTo>
                    <a:pt x="67213" y="516391"/>
                  </a:lnTo>
                  <a:lnTo>
                    <a:pt x="65573" y="513112"/>
                  </a:lnTo>
                  <a:lnTo>
                    <a:pt x="65573" y="509834"/>
                  </a:lnTo>
                  <a:lnTo>
                    <a:pt x="63935" y="506555"/>
                  </a:lnTo>
                  <a:lnTo>
                    <a:pt x="62295" y="503277"/>
                  </a:lnTo>
                  <a:lnTo>
                    <a:pt x="60656" y="498358"/>
                  </a:lnTo>
                  <a:lnTo>
                    <a:pt x="55738" y="495080"/>
                  </a:lnTo>
                  <a:lnTo>
                    <a:pt x="54098" y="491801"/>
                  </a:lnTo>
                  <a:lnTo>
                    <a:pt x="54098" y="488522"/>
                  </a:lnTo>
                  <a:lnTo>
                    <a:pt x="50820" y="485244"/>
                  </a:lnTo>
                  <a:lnTo>
                    <a:pt x="55738" y="488522"/>
                  </a:lnTo>
                  <a:lnTo>
                    <a:pt x="52459" y="483604"/>
                  </a:lnTo>
                  <a:lnTo>
                    <a:pt x="50820" y="480325"/>
                  </a:lnTo>
                  <a:lnTo>
                    <a:pt x="50820" y="480325"/>
                  </a:lnTo>
                  <a:lnTo>
                    <a:pt x="45902" y="480325"/>
                  </a:lnTo>
                  <a:lnTo>
                    <a:pt x="45902" y="477047"/>
                  </a:lnTo>
                  <a:lnTo>
                    <a:pt x="45902" y="475408"/>
                  </a:lnTo>
                  <a:lnTo>
                    <a:pt x="47541" y="470490"/>
                  </a:lnTo>
                  <a:lnTo>
                    <a:pt x="49180" y="467211"/>
                  </a:lnTo>
                  <a:lnTo>
                    <a:pt x="52459" y="468850"/>
                  </a:lnTo>
                  <a:lnTo>
                    <a:pt x="55738" y="470490"/>
                  </a:lnTo>
                  <a:lnTo>
                    <a:pt x="57377" y="467211"/>
                  </a:lnTo>
                  <a:lnTo>
                    <a:pt x="62295" y="463932"/>
                  </a:lnTo>
                  <a:lnTo>
                    <a:pt x="63935" y="460654"/>
                  </a:lnTo>
                  <a:lnTo>
                    <a:pt x="63935" y="457375"/>
                  </a:lnTo>
                  <a:lnTo>
                    <a:pt x="63935" y="452457"/>
                  </a:lnTo>
                  <a:lnTo>
                    <a:pt x="63935" y="449178"/>
                  </a:lnTo>
                  <a:lnTo>
                    <a:pt x="63935" y="445900"/>
                  </a:lnTo>
                  <a:lnTo>
                    <a:pt x="63935" y="442621"/>
                  </a:lnTo>
                  <a:lnTo>
                    <a:pt x="63935" y="437703"/>
                  </a:lnTo>
                  <a:lnTo>
                    <a:pt x="62295" y="434424"/>
                  </a:lnTo>
                  <a:lnTo>
                    <a:pt x="62295" y="432785"/>
                  </a:lnTo>
                  <a:lnTo>
                    <a:pt x="60656" y="429506"/>
                  </a:lnTo>
                  <a:lnTo>
                    <a:pt x="60656" y="424588"/>
                  </a:lnTo>
                  <a:lnTo>
                    <a:pt x="59016" y="421310"/>
                  </a:lnTo>
                  <a:lnTo>
                    <a:pt x="57377" y="418031"/>
                  </a:lnTo>
                  <a:lnTo>
                    <a:pt x="54098" y="413113"/>
                  </a:lnTo>
                  <a:lnTo>
                    <a:pt x="50820" y="409834"/>
                  </a:lnTo>
                  <a:lnTo>
                    <a:pt x="49180" y="406555"/>
                  </a:lnTo>
                  <a:lnTo>
                    <a:pt x="47541" y="403277"/>
                  </a:lnTo>
                  <a:lnTo>
                    <a:pt x="44262" y="398359"/>
                  </a:lnTo>
                  <a:lnTo>
                    <a:pt x="44262" y="398359"/>
                  </a:lnTo>
                  <a:lnTo>
                    <a:pt x="42623" y="395080"/>
                  </a:lnTo>
                  <a:lnTo>
                    <a:pt x="40983" y="390162"/>
                  </a:lnTo>
                  <a:lnTo>
                    <a:pt x="37705" y="386884"/>
                  </a:lnTo>
                  <a:lnTo>
                    <a:pt x="37705" y="385244"/>
                  </a:lnTo>
                  <a:lnTo>
                    <a:pt x="36066" y="381965"/>
                  </a:lnTo>
                  <a:lnTo>
                    <a:pt x="34426" y="378687"/>
                  </a:lnTo>
                  <a:lnTo>
                    <a:pt x="32787" y="373769"/>
                  </a:lnTo>
                  <a:lnTo>
                    <a:pt x="31148" y="370490"/>
                  </a:lnTo>
                  <a:lnTo>
                    <a:pt x="27869" y="367211"/>
                  </a:lnTo>
                  <a:lnTo>
                    <a:pt x="26229" y="362294"/>
                  </a:lnTo>
                  <a:lnTo>
                    <a:pt x="26229" y="359015"/>
                  </a:lnTo>
                  <a:lnTo>
                    <a:pt x="24590" y="355736"/>
                  </a:lnTo>
                  <a:lnTo>
                    <a:pt x="22951" y="350818"/>
                  </a:lnTo>
                  <a:lnTo>
                    <a:pt x="22951" y="347540"/>
                  </a:lnTo>
                  <a:lnTo>
                    <a:pt x="21312" y="344261"/>
                  </a:lnTo>
                  <a:lnTo>
                    <a:pt x="21312" y="340982"/>
                  </a:lnTo>
                  <a:lnTo>
                    <a:pt x="19672" y="337703"/>
                  </a:lnTo>
                  <a:lnTo>
                    <a:pt x="19672" y="332785"/>
                  </a:lnTo>
                  <a:lnTo>
                    <a:pt x="18033" y="329507"/>
                  </a:lnTo>
                  <a:lnTo>
                    <a:pt x="18033" y="326228"/>
                  </a:lnTo>
                  <a:lnTo>
                    <a:pt x="16393" y="322950"/>
                  </a:lnTo>
                  <a:lnTo>
                    <a:pt x="14754" y="318031"/>
                  </a:lnTo>
                  <a:lnTo>
                    <a:pt x="13115" y="314753"/>
                  </a:lnTo>
                  <a:lnTo>
                    <a:pt x="11476" y="311474"/>
                  </a:lnTo>
                  <a:lnTo>
                    <a:pt x="11476" y="308195"/>
                  </a:lnTo>
                  <a:lnTo>
                    <a:pt x="8197" y="303277"/>
                  </a:lnTo>
                  <a:lnTo>
                    <a:pt x="6558" y="299998"/>
                  </a:lnTo>
                  <a:lnTo>
                    <a:pt x="3279" y="296720"/>
                  </a:lnTo>
                  <a:lnTo>
                    <a:pt x="1639" y="293441"/>
                  </a:lnTo>
                  <a:lnTo>
                    <a:pt x="0" y="288523"/>
                  </a:lnTo>
                  <a:lnTo>
                    <a:pt x="0" y="28524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7" name="Freeform 3586">
              <a:extLst>
                <a:ext uri="{FF2B5EF4-FFF2-40B4-BE49-F238E27FC236}">
                  <a16:creationId xmlns:a16="http://schemas.microsoft.com/office/drawing/2014/main" id="{CE607F2A-BC96-AA4A-8C8E-40894601E5C3}"/>
                </a:ext>
              </a:extLst>
            </p:cNvPr>
            <p:cNvSpPr/>
            <p:nvPr/>
          </p:nvSpPr>
          <p:spPr>
            <a:xfrm>
              <a:off x="6295999" y="2726379"/>
              <a:ext cx="427866" cy="437702"/>
            </a:xfrm>
            <a:custGeom>
              <a:avLst/>
              <a:gdLst>
                <a:gd name="connsiteX0" fmla="*/ 3278 w 427866"/>
                <a:gd name="connsiteY0" fmla="*/ 72131 h 437702"/>
                <a:gd name="connsiteX1" fmla="*/ 3278 w 427866"/>
                <a:gd name="connsiteY1" fmla="*/ 70492 h 437702"/>
                <a:gd name="connsiteX2" fmla="*/ 0 w 427866"/>
                <a:gd name="connsiteY2" fmla="*/ 65573 h 437702"/>
                <a:gd name="connsiteX3" fmla="*/ 1639 w 427866"/>
                <a:gd name="connsiteY3" fmla="*/ 62295 h 437702"/>
                <a:gd name="connsiteX4" fmla="*/ 3278 w 427866"/>
                <a:gd name="connsiteY4" fmla="*/ 59016 h 437702"/>
                <a:gd name="connsiteX5" fmla="*/ 4918 w 427866"/>
                <a:gd name="connsiteY5" fmla="*/ 54098 h 437702"/>
                <a:gd name="connsiteX6" fmla="*/ 8197 w 427866"/>
                <a:gd name="connsiteY6" fmla="*/ 50819 h 437702"/>
                <a:gd name="connsiteX7" fmla="*/ 8197 w 427866"/>
                <a:gd name="connsiteY7" fmla="*/ 47541 h 437702"/>
                <a:gd name="connsiteX8" fmla="*/ 9836 w 427866"/>
                <a:gd name="connsiteY8" fmla="*/ 42623 h 437702"/>
                <a:gd name="connsiteX9" fmla="*/ 9836 w 427866"/>
                <a:gd name="connsiteY9" fmla="*/ 39344 h 437702"/>
                <a:gd name="connsiteX10" fmla="*/ 9836 w 427866"/>
                <a:gd name="connsiteY10" fmla="*/ 39344 h 437702"/>
                <a:gd name="connsiteX11" fmla="*/ 9836 w 427866"/>
                <a:gd name="connsiteY11" fmla="*/ 36065 h 437702"/>
                <a:gd name="connsiteX12" fmla="*/ 8197 w 427866"/>
                <a:gd name="connsiteY12" fmla="*/ 32787 h 437702"/>
                <a:gd name="connsiteX13" fmla="*/ 8197 w 427866"/>
                <a:gd name="connsiteY13" fmla="*/ 27869 h 437702"/>
                <a:gd name="connsiteX14" fmla="*/ 6557 w 427866"/>
                <a:gd name="connsiteY14" fmla="*/ 24590 h 437702"/>
                <a:gd name="connsiteX15" fmla="*/ 4918 w 427866"/>
                <a:gd name="connsiteY15" fmla="*/ 21311 h 437702"/>
                <a:gd name="connsiteX16" fmla="*/ 4918 w 427866"/>
                <a:gd name="connsiteY16" fmla="*/ 18033 h 437702"/>
                <a:gd name="connsiteX17" fmla="*/ 4918 w 427866"/>
                <a:gd name="connsiteY17" fmla="*/ 13115 h 437702"/>
                <a:gd name="connsiteX18" fmla="*/ 4918 w 427866"/>
                <a:gd name="connsiteY18" fmla="*/ 9836 h 437702"/>
                <a:gd name="connsiteX19" fmla="*/ 9836 w 427866"/>
                <a:gd name="connsiteY19" fmla="*/ 6557 h 437702"/>
                <a:gd name="connsiteX20" fmla="*/ 9836 w 427866"/>
                <a:gd name="connsiteY20" fmla="*/ 6557 h 437702"/>
                <a:gd name="connsiteX21" fmla="*/ 11475 w 427866"/>
                <a:gd name="connsiteY21" fmla="*/ 1639 h 437702"/>
                <a:gd name="connsiteX22" fmla="*/ 14754 w 427866"/>
                <a:gd name="connsiteY22" fmla="*/ 0 h 437702"/>
                <a:gd name="connsiteX23" fmla="*/ 14754 w 427866"/>
                <a:gd name="connsiteY23" fmla="*/ 3279 h 437702"/>
                <a:gd name="connsiteX24" fmla="*/ 18032 w 427866"/>
                <a:gd name="connsiteY24" fmla="*/ 4918 h 437702"/>
                <a:gd name="connsiteX25" fmla="*/ 21311 w 427866"/>
                <a:gd name="connsiteY25" fmla="*/ 6557 h 437702"/>
                <a:gd name="connsiteX26" fmla="*/ 24590 w 427866"/>
                <a:gd name="connsiteY26" fmla="*/ 4918 h 437702"/>
                <a:gd name="connsiteX27" fmla="*/ 29508 w 427866"/>
                <a:gd name="connsiteY27" fmla="*/ 4918 h 437702"/>
                <a:gd name="connsiteX28" fmla="*/ 32787 w 427866"/>
                <a:gd name="connsiteY28" fmla="*/ 3279 h 437702"/>
                <a:gd name="connsiteX29" fmla="*/ 36065 w 427866"/>
                <a:gd name="connsiteY29" fmla="*/ 1639 h 437702"/>
                <a:gd name="connsiteX30" fmla="*/ 39344 w 427866"/>
                <a:gd name="connsiteY30" fmla="*/ 0 h 437702"/>
                <a:gd name="connsiteX31" fmla="*/ 44262 w 427866"/>
                <a:gd name="connsiteY31" fmla="*/ 0 h 437702"/>
                <a:gd name="connsiteX32" fmla="*/ 47541 w 427866"/>
                <a:gd name="connsiteY32" fmla="*/ 1639 h 437702"/>
                <a:gd name="connsiteX33" fmla="*/ 50819 w 427866"/>
                <a:gd name="connsiteY33" fmla="*/ 3279 h 437702"/>
                <a:gd name="connsiteX34" fmla="*/ 55737 w 427866"/>
                <a:gd name="connsiteY34" fmla="*/ 3279 h 437702"/>
                <a:gd name="connsiteX35" fmla="*/ 57377 w 427866"/>
                <a:gd name="connsiteY35" fmla="*/ 4918 h 437702"/>
                <a:gd name="connsiteX36" fmla="*/ 60655 w 427866"/>
                <a:gd name="connsiteY36" fmla="*/ 4918 h 437702"/>
                <a:gd name="connsiteX37" fmla="*/ 65573 w 427866"/>
                <a:gd name="connsiteY37" fmla="*/ 4918 h 437702"/>
                <a:gd name="connsiteX38" fmla="*/ 68852 w 427866"/>
                <a:gd name="connsiteY38" fmla="*/ 6557 h 437702"/>
                <a:gd name="connsiteX39" fmla="*/ 73770 w 427866"/>
                <a:gd name="connsiteY39" fmla="*/ 6557 h 437702"/>
                <a:gd name="connsiteX40" fmla="*/ 77049 w 427866"/>
                <a:gd name="connsiteY40" fmla="*/ 8197 h 437702"/>
                <a:gd name="connsiteX41" fmla="*/ 80327 w 427866"/>
                <a:gd name="connsiteY41" fmla="*/ 8197 h 437702"/>
                <a:gd name="connsiteX42" fmla="*/ 83606 w 427866"/>
                <a:gd name="connsiteY42" fmla="*/ 9836 h 437702"/>
                <a:gd name="connsiteX43" fmla="*/ 88524 w 427866"/>
                <a:gd name="connsiteY43" fmla="*/ 11475 h 437702"/>
                <a:gd name="connsiteX44" fmla="*/ 91802 w 427866"/>
                <a:gd name="connsiteY44" fmla="*/ 11475 h 437702"/>
                <a:gd name="connsiteX45" fmla="*/ 95081 w 427866"/>
                <a:gd name="connsiteY45" fmla="*/ 13115 h 437702"/>
                <a:gd name="connsiteX46" fmla="*/ 96721 w 427866"/>
                <a:gd name="connsiteY46" fmla="*/ 16393 h 437702"/>
                <a:gd name="connsiteX47" fmla="*/ 101639 w 427866"/>
                <a:gd name="connsiteY47" fmla="*/ 18033 h 437702"/>
                <a:gd name="connsiteX48" fmla="*/ 104917 w 427866"/>
                <a:gd name="connsiteY48" fmla="*/ 19672 h 437702"/>
                <a:gd name="connsiteX49" fmla="*/ 108196 w 427866"/>
                <a:gd name="connsiteY49" fmla="*/ 19672 h 437702"/>
                <a:gd name="connsiteX50" fmla="*/ 111475 w 427866"/>
                <a:gd name="connsiteY50" fmla="*/ 18033 h 437702"/>
                <a:gd name="connsiteX51" fmla="*/ 116393 w 427866"/>
                <a:gd name="connsiteY51" fmla="*/ 19672 h 437702"/>
                <a:gd name="connsiteX52" fmla="*/ 118032 w 427866"/>
                <a:gd name="connsiteY52" fmla="*/ 22951 h 437702"/>
                <a:gd name="connsiteX53" fmla="*/ 121311 w 427866"/>
                <a:gd name="connsiteY53" fmla="*/ 24590 h 437702"/>
                <a:gd name="connsiteX54" fmla="*/ 124589 w 427866"/>
                <a:gd name="connsiteY54" fmla="*/ 24590 h 437702"/>
                <a:gd name="connsiteX55" fmla="*/ 129508 w 427866"/>
                <a:gd name="connsiteY55" fmla="*/ 24590 h 437702"/>
                <a:gd name="connsiteX56" fmla="*/ 132786 w 427866"/>
                <a:gd name="connsiteY56" fmla="*/ 24590 h 437702"/>
                <a:gd name="connsiteX57" fmla="*/ 136065 w 427866"/>
                <a:gd name="connsiteY57" fmla="*/ 24590 h 437702"/>
                <a:gd name="connsiteX58" fmla="*/ 139344 w 427866"/>
                <a:gd name="connsiteY58" fmla="*/ 26229 h 437702"/>
                <a:gd name="connsiteX59" fmla="*/ 144261 w 427866"/>
                <a:gd name="connsiteY59" fmla="*/ 27869 h 437702"/>
                <a:gd name="connsiteX60" fmla="*/ 147540 w 427866"/>
                <a:gd name="connsiteY60" fmla="*/ 27869 h 437702"/>
                <a:gd name="connsiteX61" fmla="*/ 150819 w 427866"/>
                <a:gd name="connsiteY61" fmla="*/ 31147 h 437702"/>
                <a:gd name="connsiteX62" fmla="*/ 150819 w 427866"/>
                <a:gd name="connsiteY62" fmla="*/ 31147 h 437702"/>
                <a:gd name="connsiteX63" fmla="*/ 155737 w 427866"/>
                <a:gd name="connsiteY63" fmla="*/ 34426 h 437702"/>
                <a:gd name="connsiteX64" fmla="*/ 159015 w 427866"/>
                <a:gd name="connsiteY64" fmla="*/ 36065 h 437702"/>
                <a:gd name="connsiteX65" fmla="*/ 160655 w 427866"/>
                <a:gd name="connsiteY65" fmla="*/ 36065 h 437702"/>
                <a:gd name="connsiteX66" fmla="*/ 165573 w 427866"/>
                <a:gd name="connsiteY66" fmla="*/ 34426 h 437702"/>
                <a:gd name="connsiteX67" fmla="*/ 168851 w 427866"/>
                <a:gd name="connsiteY67" fmla="*/ 34426 h 437702"/>
                <a:gd name="connsiteX68" fmla="*/ 172130 w 427866"/>
                <a:gd name="connsiteY68" fmla="*/ 32787 h 437702"/>
                <a:gd name="connsiteX69" fmla="*/ 175409 w 427866"/>
                <a:gd name="connsiteY69" fmla="*/ 31147 h 437702"/>
                <a:gd name="connsiteX70" fmla="*/ 180327 w 427866"/>
                <a:gd name="connsiteY70" fmla="*/ 27869 h 437702"/>
                <a:gd name="connsiteX71" fmla="*/ 180327 w 427866"/>
                <a:gd name="connsiteY71" fmla="*/ 27869 h 437702"/>
                <a:gd name="connsiteX72" fmla="*/ 183605 w 427866"/>
                <a:gd name="connsiteY72" fmla="*/ 24590 h 437702"/>
                <a:gd name="connsiteX73" fmla="*/ 186884 w 427866"/>
                <a:gd name="connsiteY73" fmla="*/ 21311 h 437702"/>
                <a:gd name="connsiteX74" fmla="*/ 190163 w 427866"/>
                <a:gd name="connsiteY74" fmla="*/ 19672 h 437702"/>
                <a:gd name="connsiteX75" fmla="*/ 190163 w 427866"/>
                <a:gd name="connsiteY75" fmla="*/ 19672 h 437702"/>
                <a:gd name="connsiteX76" fmla="*/ 193442 w 427866"/>
                <a:gd name="connsiteY76" fmla="*/ 16393 h 437702"/>
                <a:gd name="connsiteX77" fmla="*/ 196720 w 427866"/>
                <a:gd name="connsiteY77" fmla="*/ 13115 h 437702"/>
                <a:gd name="connsiteX78" fmla="*/ 196720 w 427866"/>
                <a:gd name="connsiteY78" fmla="*/ 16393 h 437702"/>
                <a:gd name="connsiteX79" fmla="*/ 199999 w 427866"/>
                <a:gd name="connsiteY79" fmla="*/ 16393 h 437702"/>
                <a:gd name="connsiteX80" fmla="*/ 199999 w 427866"/>
                <a:gd name="connsiteY80" fmla="*/ 16393 h 437702"/>
                <a:gd name="connsiteX81" fmla="*/ 199999 w 427866"/>
                <a:gd name="connsiteY81" fmla="*/ 16393 h 437702"/>
                <a:gd name="connsiteX82" fmla="*/ 201638 w 427866"/>
                <a:gd name="connsiteY82" fmla="*/ 18033 h 437702"/>
                <a:gd name="connsiteX83" fmla="*/ 204917 w 427866"/>
                <a:gd name="connsiteY83" fmla="*/ 18033 h 437702"/>
                <a:gd name="connsiteX84" fmla="*/ 203278 w 427866"/>
                <a:gd name="connsiteY84" fmla="*/ 16393 h 437702"/>
                <a:gd name="connsiteX85" fmla="*/ 199999 w 427866"/>
                <a:gd name="connsiteY85" fmla="*/ 16393 h 437702"/>
                <a:gd name="connsiteX86" fmla="*/ 199999 w 427866"/>
                <a:gd name="connsiteY86" fmla="*/ 16393 h 437702"/>
                <a:gd name="connsiteX87" fmla="*/ 201638 w 427866"/>
                <a:gd name="connsiteY87" fmla="*/ 14754 h 437702"/>
                <a:gd name="connsiteX88" fmla="*/ 204917 w 427866"/>
                <a:gd name="connsiteY88" fmla="*/ 11475 h 437702"/>
                <a:gd name="connsiteX89" fmla="*/ 208195 w 427866"/>
                <a:gd name="connsiteY89" fmla="*/ 8197 h 437702"/>
                <a:gd name="connsiteX90" fmla="*/ 208195 w 427866"/>
                <a:gd name="connsiteY90" fmla="*/ 6557 h 437702"/>
                <a:gd name="connsiteX91" fmla="*/ 211474 w 427866"/>
                <a:gd name="connsiteY91" fmla="*/ 8197 h 437702"/>
                <a:gd name="connsiteX92" fmla="*/ 216392 w 427866"/>
                <a:gd name="connsiteY92" fmla="*/ 6557 h 437702"/>
                <a:gd name="connsiteX93" fmla="*/ 219671 w 427866"/>
                <a:gd name="connsiteY93" fmla="*/ 6557 h 437702"/>
                <a:gd name="connsiteX94" fmla="*/ 222949 w 427866"/>
                <a:gd name="connsiteY94" fmla="*/ 3279 h 437702"/>
                <a:gd name="connsiteX95" fmla="*/ 226228 w 427866"/>
                <a:gd name="connsiteY95" fmla="*/ 3279 h 437702"/>
                <a:gd name="connsiteX96" fmla="*/ 222949 w 427866"/>
                <a:gd name="connsiteY96" fmla="*/ 4918 h 437702"/>
                <a:gd name="connsiteX97" fmla="*/ 219671 w 427866"/>
                <a:gd name="connsiteY97" fmla="*/ 8197 h 437702"/>
                <a:gd name="connsiteX98" fmla="*/ 214753 w 427866"/>
                <a:gd name="connsiteY98" fmla="*/ 11475 h 437702"/>
                <a:gd name="connsiteX99" fmla="*/ 219671 w 427866"/>
                <a:gd name="connsiteY99" fmla="*/ 9836 h 437702"/>
                <a:gd name="connsiteX100" fmla="*/ 222949 w 427866"/>
                <a:gd name="connsiteY100" fmla="*/ 8197 h 437702"/>
                <a:gd name="connsiteX101" fmla="*/ 222949 w 427866"/>
                <a:gd name="connsiteY101" fmla="*/ 8197 h 437702"/>
                <a:gd name="connsiteX102" fmla="*/ 226228 w 427866"/>
                <a:gd name="connsiteY102" fmla="*/ 9836 h 437702"/>
                <a:gd name="connsiteX103" fmla="*/ 229507 w 427866"/>
                <a:gd name="connsiteY103" fmla="*/ 6557 h 437702"/>
                <a:gd name="connsiteX104" fmla="*/ 232786 w 427866"/>
                <a:gd name="connsiteY104" fmla="*/ 3279 h 437702"/>
                <a:gd name="connsiteX105" fmla="*/ 229507 w 427866"/>
                <a:gd name="connsiteY105" fmla="*/ 1639 h 437702"/>
                <a:gd name="connsiteX106" fmla="*/ 232786 w 427866"/>
                <a:gd name="connsiteY106" fmla="*/ 1639 h 437702"/>
                <a:gd name="connsiteX107" fmla="*/ 236064 w 427866"/>
                <a:gd name="connsiteY107" fmla="*/ 1639 h 437702"/>
                <a:gd name="connsiteX108" fmla="*/ 239343 w 427866"/>
                <a:gd name="connsiteY108" fmla="*/ 3279 h 437702"/>
                <a:gd name="connsiteX109" fmla="*/ 242622 w 427866"/>
                <a:gd name="connsiteY109" fmla="*/ 4918 h 437702"/>
                <a:gd name="connsiteX110" fmla="*/ 242622 w 427866"/>
                <a:gd name="connsiteY110" fmla="*/ 4918 h 437702"/>
                <a:gd name="connsiteX111" fmla="*/ 247539 w 427866"/>
                <a:gd name="connsiteY111" fmla="*/ 6557 h 437702"/>
                <a:gd name="connsiteX112" fmla="*/ 250818 w 427866"/>
                <a:gd name="connsiteY112" fmla="*/ 8197 h 437702"/>
                <a:gd name="connsiteX113" fmla="*/ 250818 w 427866"/>
                <a:gd name="connsiteY113" fmla="*/ 8197 h 437702"/>
                <a:gd name="connsiteX114" fmla="*/ 254097 w 427866"/>
                <a:gd name="connsiteY114" fmla="*/ 8197 h 437702"/>
                <a:gd name="connsiteX115" fmla="*/ 257376 w 427866"/>
                <a:gd name="connsiteY115" fmla="*/ 6557 h 437702"/>
                <a:gd name="connsiteX116" fmla="*/ 260654 w 427866"/>
                <a:gd name="connsiteY116" fmla="*/ 4918 h 437702"/>
                <a:gd name="connsiteX117" fmla="*/ 263933 w 427866"/>
                <a:gd name="connsiteY117" fmla="*/ 4918 h 437702"/>
                <a:gd name="connsiteX118" fmla="*/ 267212 w 427866"/>
                <a:gd name="connsiteY118" fmla="*/ 8197 h 437702"/>
                <a:gd name="connsiteX119" fmla="*/ 270491 w 427866"/>
                <a:gd name="connsiteY119" fmla="*/ 11475 h 437702"/>
                <a:gd name="connsiteX120" fmla="*/ 273769 w 427866"/>
                <a:gd name="connsiteY120" fmla="*/ 14754 h 437702"/>
                <a:gd name="connsiteX121" fmla="*/ 270491 w 427866"/>
                <a:gd name="connsiteY121" fmla="*/ 11475 h 437702"/>
                <a:gd name="connsiteX122" fmla="*/ 267212 w 427866"/>
                <a:gd name="connsiteY122" fmla="*/ 11475 h 437702"/>
                <a:gd name="connsiteX123" fmla="*/ 265572 w 427866"/>
                <a:gd name="connsiteY123" fmla="*/ 6557 h 437702"/>
                <a:gd name="connsiteX124" fmla="*/ 262294 w 427866"/>
                <a:gd name="connsiteY124" fmla="*/ 6557 h 437702"/>
                <a:gd name="connsiteX125" fmla="*/ 262294 w 427866"/>
                <a:gd name="connsiteY125" fmla="*/ 9836 h 437702"/>
                <a:gd name="connsiteX126" fmla="*/ 262294 w 427866"/>
                <a:gd name="connsiteY126" fmla="*/ 13115 h 437702"/>
                <a:gd name="connsiteX127" fmla="*/ 262294 w 427866"/>
                <a:gd name="connsiteY127" fmla="*/ 13115 h 437702"/>
                <a:gd name="connsiteX128" fmla="*/ 260654 w 427866"/>
                <a:gd name="connsiteY128" fmla="*/ 14754 h 437702"/>
                <a:gd name="connsiteX129" fmla="*/ 262294 w 427866"/>
                <a:gd name="connsiteY129" fmla="*/ 16393 h 437702"/>
                <a:gd name="connsiteX130" fmla="*/ 265572 w 427866"/>
                <a:gd name="connsiteY130" fmla="*/ 19672 h 437702"/>
                <a:gd name="connsiteX131" fmla="*/ 268851 w 427866"/>
                <a:gd name="connsiteY131" fmla="*/ 19672 h 437702"/>
                <a:gd name="connsiteX132" fmla="*/ 270491 w 427866"/>
                <a:gd name="connsiteY132" fmla="*/ 22951 h 437702"/>
                <a:gd name="connsiteX133" fmla="*/ 270491 w 427866"/>
                <a:gd name="connsiteY133" fmla="*/ 22951 h 437702"/>
                <a:gd name="connsiteX134" fmla="*/ 272130 w 427866"/>
                <a:gd name="connsiteY134" fmla="*/ 26229 h 437702"/>
                <a:gd name="connsiteX135" fmla="*/ 272130 w 427866"/>
                <a:gd name="connsiteY135" fmla="*/ 24590 h 437702"/>
                <a:gd name="connsiteX136" fmla="*/ 272130 w 427866"/>
                <a:gd name="connsiteY136" fmla="*/ 24590 h 437702"/>
                <a:gd name="connsiteX137" fmla="*/ 273769 w 427866"/>
                <a:gd name="connsiteY137" fmla="*/ 24590 h 437702"/>
                <a:gd name="connsiteX138" fmla="*/ 273769 w 427866"/>
                <a:gd name="connsiteY138" fmla="*/ 24590 h 437702"/>
                <a:gd name="connsiteX139" fmla="*/ 277048 w 427866"/>
                <a:gd name="connsiteY139" fmla="*/ 22951 h 437702"/>
                <a:gd name="connsiteX140" fmla="*/ 277048 w 427866"/>
                <a:gd name="connsiteY140" fmla="*/ 22951 h 437702"/>
                <a:gd name="connsiteX141" fmla="*/ 278687 w 427866"/>
                <a:gd name="connsiteY141" fmla="*/ 19672 h 437702"/>
                <a:gd name="connsiteX142" fmla="*/ 278687 w 427866"/>
                <a:gd name="connsiteY142" fmla="*/ 19672 h 437702"/>
                <a:gd name="connsiteX143" fmla="*/ 278687 w 427866"/>
                <a:gd name="connsiteY143" fmla="*/ 18033 h 437702"/>
                <a:gd name="connsiteX144" fmla="*/ 277048 w 427866"/>
                <a:gd name="connsiteY144" fmla="*/ 16393 h 437702"/>
                <a:gd name="connsiteX145" fmla="*/ 275408 w 427866"/>
                <a:gd name="connsiteY145" fmla="*/ 14754 h 437702"/>
                <a:gd name="connsiteX146" fmla="*/ 277048 w 427866"/>
                <a:gd name="connsiteY146" fmla="*/ 14754 h 437702"/>
                <a:gd name="connsiteX147" fmla="*/ 278687 w 427866"/>
                <a:gd name="connsiteY147" fmla="*/ 16393 h 437702"/>
                <a:gd name="connsiteX148" fmla="*/ 278687 w 427866"/>
                <a:gd name="connsiteY148" fmla="*/ 18033 h 437702"/>
                <a:gd name="connsiteX149" fmla="*/ 280326 w 427866"/>
                <a:gd name="connsiteY149" fmla="*/ 18033 h 437702"/>
                <a:gd name="connsiteX150" fmla="*/ 285245 w 427866"/>
                <a:gd name="connsiteY150" fmla="*/ 19672 h 437702"/>
                <a:gd name="connsiteX151" fmla="*/ 286884 w 427866"/>
                <a:gd name="connsiteY151" fmla="*/ 22951 h 437702"/>
                <a:gd name="connsiteX152" fmla="*/ 286884 w 427866"/>
                <a:gd name="connsiteY152" fmla="*/ 22951 h 437702"/>
                <a:gd name="connsiteX153" fmla="*/ 290162 w 427866"/>
                <a:gd name="connsiteY153" fmla="*/ 24590 h 437702"/>
                <a:gd name="connsiteX154" fmla="*/ 293441 w 427866"/>
                <a:gd name="connsiteY154" fmla="*/ 24590 h 437702"/>
                <a:gd name="connsiteX155" fmla="*/ 293441 w 427866"/>
                <a:gd name="connsiteY155" fmla="*/ 26229 h 437702"/>
                <a:gd name="connsiteX156" fmla="*/ 296720 w 427866"/>
                <a:gd name="connsiteY156" fmla="*/ 26229 h 437702"/>
                <a:gd name="connsiteX157" fmla="*/ 298359 w 427866"/>
                <a:gd name="connsiteY157" fmla="*/ 24590 h 437702"/>
                <a:gd name="connsiteX158" fmla="*/ 299998 w 427866"/>
                <a:gd name="connsiteY158" fmla="*/ 24590 h 437702"/>
                <a:gd name="connsiteX159" fmla="*/ 301638 w 427866"/>
                <a:gd name="connsiteY159" fmla="*/ 24590 h 437702"/>
                <a:gd name="connsiteX160" fmla="*/ 301638 w 427866"/>
                <a:gd name="connsiteY160" fmla="*/ 24590 h 437702"/>
                <a:gd name="connsiteX161" fmla="*/ 301638 w 427866"/>
                <a:gd name="connsiteY161" fmla="*/ 24590 h 437702"/>
                <a:gd name="connsiteX162" fmla="*/ 304916 w 427866"/>
                <a:gd name="connsiteY162" fmla="*/ 26229 h 437702"/>
                <a:gd name="connsiteX163" fmla="*/ 306556 w 427866"/>
                <a:gd name="connsiteY163" fmla="*/ 24590 h 437702"/>
                <a:gd name="connsiteX164" fmla="*/ 304916 w 427866"/>
                <a:gd name="connsiteY164" fmla="*/ 24590 h 437702"/>
                <a:gd name="connsiteX165" fmla="*/ 304916 w 427866"/>
                <a:gd name="connsiteY165" fmla="*/ 22951 h 437702"/>
                <a:gd name="connsiteX166" fmla="*/ 306556 w 427866"/>
                <a:gd name="connsiteY166" fmla="*/ 21311 h 437702"/>
                <a:gd name="connsiteX167" fmla="*/ 309835 w 427866"/>
                <a:gd name="connsiteY167" fmla="*/ 22951 h 437702"/>
                <a:gd name="connsiteX168" fmla="*/ 309835 w 427866"/>
                <a:gd name="connsiteY168" fmla="*/ 26229 h 437702"/>
                <a:gd name="connsiteX169" fmla="*/ 311474 w 427866"/>
                <a:gd name="connsiteY169" fmla="*/ 26229 h 437702"/>
                <a:gd name="connsiteX170" fmla="*/ 314752 w 427866"/>
                <a:gd name="connsiteY170" fmla="*/ 22951 h 437702"/>
                <a:gd name="connsiteX171" fmla="*/ 318031 w 427866"/>
                <a:gd name="connsiteY171" fmla="*/ 22951 h 437702"/>
                <a:gd name="connsiteX172" fmla="*/ 319671 w 427866"/>
                <a:gd name="connsiteY172" fmla="*/ 21311 h 437702"/>
                <a:gd name="connsiteX173" fmla="*/ 322949 w 427866"/>
                <a:gd name="connsiteY173" fmla="*/ 22951 h 437702"/>
                <a:gd name="connsiteX174" fmla="*/ 327867 w 427866"/>
                <a:gd name="connsiteY174" fmla="*/ 22951 h 437702"/>
                <a:gd name="connsiteX175" fmla="*/ 331146 w 427866"/>
                <a:gd name="connsiteY175" fmla="*/ 22951 h 437702"/>
                <a:gd name="connsiteX176" fmla="*/ 334425 w 427866"/>
                <a:gd name="connsiteY176" fmla="*/ 21311 h 437702"/>
                <a:gd name="connsiteX177" fmla="*/ 336064 w 427866"/>
                <a:gd name="connsiteY177" fmla="*/ 21311 h 437702"/>
                <a:gd name="connsiteX178" fmla="*/ 339342 w 427866"/>
                <a:gd name="connsiteY178" fmla="*/ 19672 h 437702"/>
                <a:gd name="connsiteX179" fmla="*/ 342621 w 427866"/>
                <a:gd name="connsiteY179" fmla="*/ 18033 h 437702"/>
                <a:gd name="connsiteX180" fmla="*/ 345900 w 427866"/>
                <a:gd name="connsiteY180" fmla="*/ 16393 h 437702"/>
                <a:gd name="connsiteX181" fmla="*/ 347539 w 427866"/>
                <a:gd name="connsiteY181" fmla="*/ 14754 h 437702"/>
                <a:gd name="connsiteX182" fmla="*/ 349179 w 427866"/>
                <a:gd name="connsiteY182" fmla="*/ 13115 h 437702"/>
                <a:gd name="connsiteX183" fmla="*/ 350818 w 427866"/>
                <a:gd name="connsiteY183" fmla="*/ 16393 h 437702"/>
                <a:gd name="connsiteX184" fmla="*/ 350818 w 427866"/>
                <a:gd name="connsiteY184" fmla="*/ 16393 h 437702"/>
                <a:gd name="connsiteX185" fmla="*/ 350818 w 427866"/>
                <a:gd name="connsiteY185" fmla="*/ 16393 h 437702"/>
                <a:gd name="connsiteX186" fmla="*/ 350818 w 427866"/>
                <a:gd name="connsiteY186" fmla="*/ 18033 h 437702"/>
                <a:gd name="connsiteX187" fmla="*/ 350818 w 427866"/>
                <a:gd name="connsiteY187" fmla="*/ 18033 h 437702"/>
                <a:gd name="connsiteX188" fmla="*/ 352457 w 427866"/>
                <a:gd name="connsiteY188" fmla="*/ 21311 h 437702"/>
                <a:gd name="connsiteX189" fmla="*/ 354096 w 427866"/>
                <a:gd name="connsiteY189" fmla="*/ 24590 h 437702"/>
                <a:gd name="connsiteX190" fmla="*/ 355736 w 427866"/>
                <a:gd name="connsiteY190" fmla="*/ 27869 h 437702"/>
                <a:gd name="connsiteX191" fmla="*/ 355736 w 427866"/>
                <a:gd name="connsiteY191" fmla="*/ 29508 h 437702"/>
                <a:gd name="connsiteX192" fmla="*/ 357375 w 427866"/>
                <a:gd name="connsiteY192" fmla="*/ 32787 h 437702"/>
                <a:gd name="connsiteX193" fmla="*/ 359015 w 427866"/>
                <a:gd name="connsiteY193" fmla="*/ 36065 h 437702"/>
                <a:gd name="connsiteX194" fmla="*/ 360654 w 427866"/>
                <a:gd name="connsiteY194" fmla="*/ 39344 h 437702"/>
                <a:gd name="connsiteX195" fmla="*/ 360654 w 427866"/>
                <a:gd name="connsiteY195" fmla="*/ 42623 h 437702"/>
                <a:gd name="connsiteX196" fmla="*/ 362293 w 427866"/>
                <a:gd name="connsiteY196" fmla="*/ 44262 h 437702"/>
                <a:gd name="connsiteX197" fmla="*/ 362293 w 427866"/>
                <a:gd name="connsiteY197" fmla="*/ 47541 h 437702"/>
                <a:gd name="connsiteX198" fmla="*/ 363932 w 427866"/>
                <a:gd name="connsiteY198" fmla="*/ 50819 h 437702"/>
                <a:gd name="connsiteX199" fmla="*/ 365572 w 427866"/>
                <a:gd name="connsiteY199" fmla="*/ 54098 h 437702"/>
                <a:gd name="connsiteX200" fmla="*/ 367211 w 427866"/>
                <a:gd name="connsiteY200" fmla="*/ 59016 h 437702"/>
                <a:gd name="connsiteX201" fmla="*/ 368851 w 427866"/>
                <a:gd name="connsiteY201" fmla="*/ 62295 h 437702"/>
                <a:gd name="connsiteX202" fmla="*/ 370490 w 427866"/>
                <a:gd name="connsiteY202" fmla="*/ 65573 h 437702"/>
                <a:gd name="connsiteX203" fmla="*/ 370490 w 427866"/>
                <a:gd name="connsiteY203" fmla="*/ 67213 h 437702"/>
                <a:gd name="connsiteX204" fmla="*/ 372129 w 427866"/>
                <a:gd name="connsiteY204" fmla="*/ 68852 h 437702"/>
                <a:gd name="connsiteX205" fmla="*/ 373769 w 427866"/>
                <a:gd name="connsiteY205" fmla="*/ 72131 h 437702"/>
                <a:gd name="connsiteX206" fmla="*/ 373769 w 427866"/>
                <a:gd name="connsiteY206" fmla="*/ 75409 h 437702"/>
                <a:gd name="connsiteX207" fmla="*/ 375408 w 427866"/>
                <a:gd name="connsiteY207" fmla="*/ 80327 h 437702"/>
                <a:gd name="connsiteX208" fmla="*/ 377047 w 427866"/>
                <a:gd name="connsiteY208" fmla="*/ 83606 h 437702"/>
                <a:gd name="connsiteX209" fmla="*/ 378686 w 427866"/>
                <a:gd name="connsiteY209" fmla="*/ 86885 h 437702"/>
                <a:gd name="connsiteX210" fmla="*/ 378686 w 427866"/>
                <a:gd name="connsiteY210" fmla="*/ 90164 h 437702"/>
                <a:gd name="connsiteX211" fmla="*/ 378686 w 427866"/>
                <a:gd name="connsiteY211" fmla="*/ 91803 h 437702"/>
                <a:gd name="connsiteX212" fmla="*/ 380326 w 427866"/>
                <a:gd name="connsiteY212" fmla="*/ 95082 h 437702"/>
                <a:gd name="connsiteX213" fmla="*/ 380326 w 427866"/>
                <a:gd name="connsiteY213" fmla="*/ 95082 h 437702"/>
                <a:gd name="connsiteX214" fmla="*/ 378686 w 427866"/>
                <a:gd name="connsiteY214" fmla="*/ 95082 h 437702"/>
                <a:gd name="connsiteX215" fmla="*/ 377047 w 427866"/>
                <a:gd name="connsiteY215" fmla="*/ 98360 h 437702"/>
                <a:gd name="connsiteX216" fmla="*/ 373769 w 427866"/>
                <a:gd name="connsiteY216" fmla="*/ 101639 h 437702"/>
                <a:gd name="connsiteX217" fmla="*/ 373769 w 427866"/>
                <a:gd name="connsiteY217" fmla="*/ 103278 h 437702"/>
                <a:gd name="connsiteX218" fmla="*/ 373769 w 427866"/>
                <a:gd name="connsiteY218" fmla="*/ 106557 h 437702"/>
                <a:gd name="connsiteX219" fmla="*/ 373769 w 427866"/>
                <a:gd name="connsiteY219" fmla="*/ 109836 h 437702"/>
                <a:gd name="connsiteX220" fmla="*/ 372129 w 427866"/>
                <a:gd name="connsiteY220" fmla="*/ 114754 h 437702"/>
                <a:gd name="connsiteX221" fmla="*/ 372129 w 427866"/>
                <a:gd name="connsiteY221" fmla="*/ 118032 h 437702"/>
                <a:gd name="connsiteX222" fmla="*/ 372129 w 427866"/>
                <a:gd name="connsiteY222" fmla="*/ 121311 h 437702"/>
                <a:gd name="connsiteX223" fmla="*/ 372129 w 427866"/>
                <a:gd name="connsiteY223" fmla="*/ 124589 h 437702"/>
                <a:gd name="connsiteX224" fmla="*/ 370490 w 427866"/>
                <a:gd name="connsiteY224" fmla="*/ 129508 h 437702"/>
                <a:gd name="connsiteX225" fmla="*/ 370490 w 427866"/>
                <a:gd name="connsiteY225" fmla="*/ 132786 h 437702"/>
                <a:gd name="connsiteX226" fmla="*/ 368851 w 427866"/>
                <a:gd name="connsiteY226" fmla="*/ 136065 h 437702"/>
                <a:gd name="connsiteX227" fmla="*/ 367211 w 427866"/>
                <a:gd name="connsiteY227" fmla="*/ 139344 h 437702"/>
                <a:gd name="connsiteX228" fmla="*/ 365572 w 427866"/>
                <a:gd name="connsiteY228" fmla="*/ 142622 h 437702"/>
                <a:gd name="connsiteX229" fmla="*/ 365572 w 427866"/>
                <a:gd name="connsiteY229" fmla="*/ 147540 h 437702"/>
                <a:gd name="connsiteX230" fmla="*/ 365572 w 427866"/>
                <a:gd name="connsiteY230" fmla="*/ 150819 h 437702"/>
                <a:gd name="connsiteX231" fmla="*/ 367211 w 427866"/>
                <a:gd name="connsiteY231" fmla="*/ 154098 h 437702"/>
                <a:gd name="connsiteX232" fmla="*/ 367211 w 427866"/>
                <a:gd name="connsiteY232" fmla="*/ 157376 h 437702"/>
                <a:gd name="connsiteX233" fmla="*/ 367211 w 427866"/>
                <a:gd name="connsiteY233" fmla="*/ 159016 h 437702"/>
                <a:gd name="connsiteX234" fmla="*/ 365572 w 427866"/>
                <a:gd name="connsiteY234" fmla="*/ 162294 h 437702"/>
                <a:gd name="connsiteX235" fmla="*/ 362293 w 427866"/>
                <a:gd name="connsiteY235" fmla="*/ 165573 h 437702"/>
                <a:gd name="connsiteX236" fmla="*/ 360654 w 427866"/>
                <a:gd name="connsiteY236" fmla="*/ 167212 h 437702"/>
                <a:gd name="connsiteX237" fmla="*/ 360654 w 427866"/>
                <a:gd name="connsiteY237" fmla="*/ 168852 h 437702"/>
                <a:gd name="connsiteX238" fmla="*/ 360654 w 427866"/>
                <a:gd name="connsiteY238" fmla="*/ 172130 h 437702"/>
                <a:gd name="connsiteX239" fmla="*/ 359015 w 427866"/>
                <a:gd name="connsiteY239" fmla="*/ 170491 h 437702"/>
                <a:gd name="connsiteX240" fmla="*/ 355736 w 427866"/>
                <a:gd name="connsiteY240" fmla="*/ 168852 h 437702"/>
                <a:gd name="connsiteX241" fmla="*/ 352457 w 427866"/>
                <a:gd name="connsiteY241" fmla="*/ 168852 h 437702"/>
                <a:gd name="connsiteX242" fmla="*/ 349179 w 427866"/>
                <a:gd name="connsiteY242" fmla="*/ 165573 h 437702"/>
                <a:gd name="connsiteX243" fmla="*/ 344261 w 427866"/>
                <a:gd name="connsiteY243" fmla="*/ 162294 h 437702"/>
                <a:gd name="connsiteX244" fmla="*/ 340982 w 427866"/>
                <a:gd name="connsiteY244" fmla="*/ 159016 h 437702"/>
                <a:gd name="connsiteX245" fmla="*/ 337703 w 427866"/>
                <a:gd name="connsiteY245" fmla="*/ 154098 h 437702"/>
                <a:gd name="connsiteX246" fmla="*/ 336064 w 427866"/>
                <a:gd name="connsiteY246" fmla="*/ 150819 h 437702"/>
                <a:gd name="connsiteX247" fmla="*/ 332785 w 427866"/>
                <a:gd name="connsiteY247" fmla="*/ 147540 h 437702"/>
                <a:gd name="connsiteX248" fmla="*/ 332785 w 427866"/>
                <a:gd name="connsiteY248" fmla="*/ 145901 h 437702"/>
                <a:gd name="connsiteX249" fmla="*/ 327867 w 427866"/>
                <a:gd name="connsiteY249" fmla="*/ 144262 h 437702"/>
                <a:gd name="connsiteX250" fmla="*/ 326228 w 427866"/>
                <a:gd name="connsiteY250" fmla="*/ 140983 h 437702"/>
                <a:gd name="connsiteX251" fmla="*/ 322949 w 427866"/>
                <a:gd name="connsiteY251" fmla="*/ 137704 h 437702"/>
                <a:gd name="connsiteX252" fmla="*/ 322949 w 427866"/>
                <a:gd name="connsiteY252" fmla="*/ 136065 h 437702"/>
                <a:gd name="connsiteX253" fmla="*/ 321310 w 427866"/>
                <a:gd name="connsiteY253" fmla="*/ 136065 h 437702"/>
                <a:gd name="connsiteX254" fmla="*/ 319671 w 427866"/>
                <a:gd name="connsiteY254" fmla="*/ 132786 h 437702"/>
                <a:gd name="connsiteX255" fmla="*/ 319671 w 427866"/>
                <a:gd name="connsiteY255" fmla="*/ 132786 h 437702"/>
                <a:gd name="connsiteX256" fmla="*/ 318031 w 427866"/>
                <a:gd name="connsiteY256" fmla="*/ 131147 h 437702"/>
                <a:gd name="connsiteX257" fmla="*/ 319671 w 427866"/>
                <a:gd name="connsiteY257" fmla="*/ 126229 h 437702"/>
                <a:gd name="connsiteX258" fmla="*/ 318031 w 427866"/>
                <a:gd name="connsiteY258" fmla="*/ 122950 h 437702"/>
                <a:gd name="connsiteX259" fmla="*/ 318031 w 427866"/>
                <a:gd name="connsiteY259" fmla="*/ 119672 h 437702"/>
                <a:gd name="connsiteX260" fmla="*/ 316392 w 427866"/>
                <a:gd name="connsiteY260" fmla="*/ 116393 h 437702"/>
                <a:gd name="connsiteX261" fmla="*/ 314752 w 427866"/>
                <a:gd name="connsiteY261" fmla="*/ 114754 h 437702"/>
                <a:gd name="connsiteX262" fmla="*/ 313113 w 427866"/>
                <a:gd name="connsiteY262" fmla="*/ 111475 h 437702"/>
                <a:gd name="connsiteX263" fmla="*/ 309835 w 427866"/>
                <a:gd name="connsiteY263" fmla="*/ 108196 h 437702"/>
                <a:gd name="connsiteX264" fmla="*/ 304916 w 427866"/>
                <a:gd name="connsiteY264" fmla="*/ 104917 h 437702"/>
                <a:gd name="connsiteX265" fmla="*/ 303277 w 427866"/>
                <a:gd name="connsiteY265" fmla="*/ 101639 h 437702"/>
                <a:gd name="connsiteX266" fmla="*/ 303277 w 427866"/>
                <a:gd name="connsiteY266" fmla="*/ 98360 h 437702"/>
                <a:gd name="connsiteX267" fmla="*/ 299998 w 427866"/>
                <a:gd name="connsiteY267" fmla="*/ 96721 h 437702"/>
                <a:gd name="connsiteX268" fmla="*/ 298359 w 427866"/>
                <a:gd name="connsiteY268" fmla="*/ 91803 h 437702"/>
                <a:gd name="connsiteX269" fmla="*/ 296720 w 427866"/>
                <a:gd name="connsiteY269" fmla="*/ 90164 h 437702"/>
                <a:gd name="connsiteX270" fmla="*/ 296720 w 427866"/>
                <a:gd name="connsiteY270" fmla="*/ 85245 h 437702"/>
                <a:gd name="connsiteX271" fmla="*/ 296720 w 427866"/>
                <a:gd name="connsiteY271" fmla="*/ 81967 h 437702"/>
                <a:gd name="connsiteX272" fmla="*/ 295081 w 427866"/>
                <a:gd name="connsiteY272" fmla="*/ 81967 h 437702"/>
                <a:gd name="connsiteX273" fmla="*/ 295081 w 427866"/>
                <a:gd name="connsiteY273" fmla="*/ 80327 h 437702"/>
                <a:gd name="connsiteX274" fmla="*/ 295081 w 427866"/>
                <a:gd name="connsiteY274" fmla="*/ 78688 h 437702"/>
                <a:gd name="connsiteX275" fmla="*/ 293441 w 427866"/>
                <a:gd name="connsiteY275" fmla="*/ 73770 h 437702"/>
                <a:gd name="connsiteX276" fmla="*/ 291802 w 427866"/>
                <a:gd name="connsiteY276" fmla="*/ 72131 h 437702"/>
                <a:gd name="connsiteX277" fmla="*/ 291802 w 427866"/>
                <a:gd name="connsiteY277" fmla="*/ 72131 h 437702"/>
                <a:gd name="connsiteX278" fmla="*/ 290162 w 427866"/>
                <a:gd name="connsiteY278" fmla="*/ 73770 h 437702"/>
                <a:gd name="connsiteX279" fmla="*/ 288523 w 427866"/>
                <a:gd name="connsiteY279" fmla="*/ 77049 h 437702"/>
                <a:gd name="connsiteX280" fmla="*/ 288523 w 427866"/>
                <a:gd name="connsiteY280" fmla="*/ 80327 h 437702"/>
                <a:gd name="connsiteX281" fmla="*/ 285245 w 427866"/>
                <a:gd name="connsiteY281" fmla="*/ 85245 h 437702"/>
                <a:gd name="connsiteX282" fmla="*/ 285245 w 427866"/>
                <a:gd name="connsiteY282" fmla="*/ 86885 h 437702"/>
                <a:gd name="connsiteX283" fmla="*/ 285245 w 427866"/>
                <a:gd name="connsiteY283" fmla="*/ 88524 h 437702"/>
                <a:gd name="connsiteX284" fmla="*/ 285245 w 427866"/>
                <a:gd name="connsiteY284" fmla="*/ 90164 h 437702"/>
                <a:gd name="connsiteX285" fmla="*/ 288523 w 427866"/>
                <a:gd name="connsiteY285" fmla="*/ 95082 h 437702"/>
                <a:gd name="connsiteX286" fmla="*/ 290162 w 427866"/>
                <a:gd name="connsiteY286" fmla="*/ 96721 h 437702"/>
                <a:gd name="connsiteX287" fmla="*/ 293441 w 427866"/>
                <a:gd name="connsiteY287" fmla="*/ 99999 h 437702"/>
                <a:gd name="connsiteX288" fmla="*/ 295081 w 427866"/>
                <a:gd name="connsiteY288" fmla="*/ 103278 h 437702"/>
                <a:gd name="connsiteX289" fmla="*/ 296720 w 427866"/>
                <a:gd name="connsiteY289" fmla="*/ 106557 h 437702"/>
                <a:gd name="connsiteX290" fmla="*/ 298359 w 427866"/>
                <a:gd name="connsiteY290" fmla="*/ 111475 h 437702"/>
                <a:gd name="connsiteX291" fmla="*/ 296720 w 427866"/>
                <a:gd name="connsiteY291" fmla="*/ 113114 h 437702"/>
                <a:gd name="connsiteX292" fmla="*/ 296720 w 427866"/>
                <a:gd name="connsiteY292" fmla="*/ 118032 h 437702"/>
                <a:gd name="connsiteX293" fmla="*/ 299998 w 427866"/>
                <a:gd name="connsiteY293" fmla="*/ 121311 h 437702"/>
                <a:gd name="connsiteX294" fmla="*/ 301638 w 427866"/>
                <a:gd name="connsiteY294" fmla="*/ 124589 h 437702"/>
                <a:gd name="connsiteX295" fmla="*/ 304916 w 427866"/>
                <a:gd name="connsiteY295" fmla="*/ 127868 h 437702"/>
                <a:gd name="connsiteX296" fmla="*/ 306556 w 427866"/>
                <a:gd name="connsiteY296" fmla="*/ 131147 h 437702"/>
                <a:gd name="connsiteX297" fmla="*/ 308195 w 427866"/>
                <a:gd name="connsiteY297" fmla="*/ 136065 h 437702"/>
                <a:gd name="connsiteX298" fmla="*/ 311474 w 427866"/>
                <a:gd name="connsiteY298" fmla="*/ 139344 h 437702"/>
                <a:gd name="connsiteX299" fmla="*/ 311474 w 427866"/>
                <a:gd name="connsiteY299" fmla="*/ 139344 h 437702"/>
                <a:gd name="connsiteX300" fmla="*/ 313113 w 427866"/>
                <a:gd name="connsiteY300" fmla="*/ 139344 h 437702"/>
                <a:gd name="connsiteX301" fmla="*/ 313113 w 427866"/>
                <a:gd name="connsiteY301" fmla="*/ 140983 h 437702"/>
                <a:gd name="connsiteX302" fmla="*/ 314752 w 427866"/>
                <a:gd name="connsiteY302" fmla="*/ 142622 h 437702"/>
                <a:gd name="connsiteX303" fmla="*/ 314752 w 427866"/>
                <a:gd name="connsiteY303" fmla="*/ 144262 h 437702"/>
                <a:gd name="connsiteX304" fmla="*/ 316392 w 427866"/>
                <a:gd name="connsiteY304" fmla="*/ 145901 h 437702"/>
                <a:gd name="connsiteX305" fmla="*/ 318031 w 427866"/>
                <a:gd name="connsiteY305" fmla="*/ 149179 h 437702"/>
                <a:gd name="connsiteX306" fmla="*/ 321310 w 427866"/>
                <a:gd name="connsiteY306" fmla="*/ 152458 h 437702"/>
                <a:gd name="connsiteX307" fmla="*/ 321310 w 427866"/>
                <a:gd name="connsiteY307" fmla="*/ 154098 h 437702"/>
                <a:gd name="connsiteX308" fmla="*/ 322949 w 427866"/>
                <a:gd name="connsiteY308" fmla="*/ 155737 h 437702"/>
                <a:gd name="connsiteX309" fmla="*/ 324588 w 427866"/>
                <a:gd name="connsiteY309" fmla="*/ 155737 h 437702"/>
                <a:gd name="connsiteX310" fmla="*/ 327867 w 427866"/>
                <a:gd name="connsiteY310" fmla="*/ 159016 h 437702"/>
                <a:gd name="connsiteX311" fmla="*/ 331146 w 427866"/>
                <a:gd name="connsiteY311" fmla="*/ 160655 h 437702"/>
                <a:gd name="connsiteX312" fmla="*/ 334425 w 427866"/>
                <a:gd name="connsiteY312" fmla="*/ 165573 h 437702"/>
                <a:gd name="connsiteX313" fmla="*/ 334425 w 427866"/>
                <a:gd name="connsiteY313" fmla="*/ 165573 h 437702"/>
                <a:gd name="connsiteX314" fmla="*/ 334425 w 427866"/>
                <a:gd name="connsiteY314" fmla="*/ 168852 h 437702"/>
                <a:gd name="connsiteX315" fmla="*/ 331146 w 427866"/>
                <a:gd name="connsiteY315" fmla="*/ 167212 h 437702"/>
                <a:gd name="connsiteX316" fmla="*/ 334425 w 427866"/>
                <a:gd name="connsiteY316" fmla="*/ 172130 h 437702"/>
                <a:gd name="connsiteX317" fmla="*/ 334425 w 427866"/>
                <a:gd name="connsiteY317" fmla="*/ 172130 h 437702"/>
                <a:gd name="connsiteX318" fmla="*/ 336064 w 427866"/>
                <a:gd name="connsiteY318" fmla="*/ 175409 h 437702"/>
                <a:gd name="connsiteX319" fmla="*/ 336064 w 427866"/>
                <a:gd name="connsiteY319" fmla="*/ 175409 h 437702"/>
                <a:gd name="connsiteX320" fmla="*/ 334425 w 427866"/>
                <a:gd name="connsiteY320" fmla="*/ 177048 h 437702"/>
                <a:gd name="connsiteX321" fmla="*/ 334425 w 427866"/>
                <a:gd name="connsiteY321" fmla="*/ 180327 h 437702"/>
                <a:gd name="connsiteX322" fmla="*/ 339342 w 427866"/>
                <a:gd name="connsiteY322" fmla="*/ 185245 h 437702"/>
                <a:gd name="connsiteX323" fmla="*/ 340982 w 427866"/>
                <a:gd name="connsiteY323" fmla="*/ 188524 h 437702"/>
                <a:gd name="connsiteX324" fmla="*/ 344261 w 427866"/>
                <a:gd name="connsiteY324" fmla="*/ 191802 h 437702"/>
                <a:gd name="connsiteX325" fmla="*/ 345900 w 427866"/>
                <a:gd name="connsiteY325" fmla="*/ 196720 h 437702"/>
                <a:gd name="connsiteX326" fmla="*/ 345900 w 427866"/>
                <a:gd name="connsiteY326" fmla="*/ 199999 h 437702"/>
                <a:gd name="connsiteX327" fmla="*/ 349179 w 427866"/>
                <a:gd name="connsiteY327" fmla="*/ 203278 h 437702"/>
                <a:gd name="connsiteX328" fmla="*/ 350818 w 427866"/>
                <a:gd name="connsiteY328" fmla="*/ 208196 h 437702"/>
                <a:gd name="connsiteX329" fmla="*/ 354096 w 427866"/>
                <a:gd name="connsiteY329" fmla="*/ 211474 h 437702"/>
                <a:gd name="connsiteX330" fmla="*/ 350818 w 427866"/>
                <a:gd name="connsiteY330" fmla="*/ 214753 h 437702"/>
                <a:gd name="connsiteX331" fmla="*/ 350818 w 427866"/>
                <a:gd name="connsiteY331" fmla="*/ 219671 h 437702"/>
                <a:gd name="connsiteX332" fmla="*/ 354096 w 427866"/>
                <a:gd name="connsiteY332" fmla="*/ 222950 h 437702"/>
                <a:gd name="connsiteX333" fmla="*/ 357375 w 427866"/>
                <a:gd name="connsiteY333" fmla="*/ 227868 h 437702"/>
                <a:gd name="connsiteX334" fmla="*/ 359015 w 427866"/>
                <a:gd name="connsiteY334" fmla="*/ 231146 h 437702"/>
                <a:gd name="connsiteX335" fmla="*/ 360654 w 427866"/>
                <a:gd name="connsiteY335" fmla="*/ 234425 h 437702"/>
                <a:gd name="connsiteX336" fmla="*/ 362293 w 427866"/>
                <a:gd name="connsiteY336" fmla="*/ 239343 h 437702"/>
                <a:gd name="connsiteX337" fmla="*/ 363932 w 427866"/>
                <a:gd name="connsiteY337" fmla="*/ 242622 h 437702"/>
                <a:gd name="connsiteX338" fmla="*/ 367211 w 427866"/>
                <a:gd name="connsiteY338" fmla="*/ 245901 h 437702"/>
                <a:gd name="connsiteX339" fmla="*/ 368851 w 427866"/>
                <a:gd name="connsiteY339" fmla="*/ 250819 h 437702"/>
                <a:gd name="connsiteX340" fmla="*/ 370490 w 427866"/>
                <a:gd name="connsiteY340" fmla="*/ 254097 h 437702"/>
                <a:gd name="connsiteX341" fmla="*/ 373769 w 427866"/>
                <a:gd name="connsiteY341" fmla="*/ 257376 h 437702"/>
                <a:gd name="connsiteX342" fmla="*/ 377047 w 427866"/>
                <a:gd name="connsiteY342" fmla="*/ 262294 h 437702"/>
                <a:gd name="connsiteX343" fmla="*/ 378686 w 427866"/>
                <a:gd name="connsiteY343" fmla="*/ 265573 h 437702"/>
                <a:gd name="connsiteX344" fmla="*/ 380326 w 427866"/>
                <a:gd name="connsiteY344" fmla="*/ 268851 h 437702"/>
                <a:gd name="connsiteX345" fmla="*/ 381965 w 427866"/>
                <a:gd name="connsiteY345" fmla="*/ 273769 h 437702"/>
                <a:gd name="connsiteX346" fmla="*/ 383605 w 427866"/>
                <a:gd name="connsiteY346" fmla="*/ 277048 h 437702"/>
                <a:gd name="connsiteX347" fmla="*/ 386883 w 427866"/>
                <a:gd name="connsiteY347" fmla="*/ 280326 h 437702"/>
                <a:gd name="connsiteX348" fmla="*/ 388523 w 427866"/>
                <a:gd name="connsiteY348" fmla="*/ 285244 h 437702"/>
                <a:gd name="connsiteX349" fmla="*/ 390162 w 427866"/>
                <a:gd name="connsiteY349" fmla="*/ 288523 h 437702"/>
                <a:gd name="connsiteX350" fmla="*/ 393441 w 427866"/>
                <a:gd name="connsiteY350" fmla="*/ 291802 h 437702"/>
                <a:gd name="connsiteX351" fmla="*/ 395080 w 427866"/>
                <a:gd name="connsiteY351" fmla="*/ 296720 h 437702"/>
                <a:gd name="connsiteX352" fmla="*/ 395080 w 427866"/>
                <a:gd name="connsiteY352" fmla="*/ 299999 h 437702"/>
                <a:gd name="connsiteX353" fmla="*/ 395080 w 427866"/>
                <a:gd name="connsiteY353" fmla="*/ 301638 h 437702"/>
                <a:gd name="connsiteX354" fmla="*/ 398359 w 427866"/>
                <a:gd name="connsiteY354" fmla="*/ 304916 h 437702"/>
                <a:gd name="connsiteX355" fmla="*/ 399998 w 427866"/>
                <a:gd name="connsiteY355" fmla="*/ 308195 h 437702"/>
                <a:gd name="connsiteX356" fmla="*/ 401638 w 427866"/>
                <a:gd name="connsiteY356" fmla="*/ 313113 h 437702"/>
                <a:gd name="connsiteX357" fmla="*/ 403276 w 427866"/>
                <a:gd name="connsiteY357" fmla="*/ 316392 h 437702"/>
                <a:gd name="connsiteX358" fmla="*/ 406555 w 427866"/>
                <a:gd name="connsiteY358" fmla="*/ 319671 h 437702"/>
                <a:gd name="connsiteX359" fmla="*/ 409834 w 427866"/>
                <a:gd name="connsiteY359" fmla="*/ 322949 h 437702"/>
                <a:gd name="connsiteX360" fmla="*/ 413113 w 427866"/>
                <a:gd name="connsiteY360" fmla="*/ 327867 h 437702"/>
                <a:gd name="connsiteX361" fmla="*/ 414752 w 427866"/>
                <a:gd name="connsiteY361" fmla="*/ 331146 h 437702"/>
                <a:gd name="connsiteX362" fmla="*/ 418031 w 427866"/>
                <a:gd name="connsiteY362" fmla="*/ 332785 h 437702"/>
                <a:gd name="connsiteX363" fmla="*/ 422949 w 427866"/>
                <a:gd name="connsiteY363" fmla="*/ 336064 h 437702"/>
                <a:gd name="connsiteX364" fmla="*/ 424588 w 427866"/>
                <a:gd name="connsiteY364" fmla="*/ 336064 h 437702"/>
                <a:gd name="connsiteX365" fmla="*/ 427867 w 427866"/>
                <a:gd name="connsiteY365" fmla="*/ 340982 h 437702"/>
                <a:gd name="connsiteX366" fmla="*/ 422949 w 427866"/>
                <a:gd name="connsiteY366" fmla="*/ 340982 h 437702"/>
                <a:gd name="connsiteX367" fmla="*/ 419670 w 427866"/>
                <a:gd name="connsiteY367" fmla="*/ 339343 h 437702"/>
                <a:gd name="connsiteX368" fmla="*/ 416391 w 427866"/>
                <a:gd name="connsiteY368" fmla="*/ 337703 h 437702"/>
                <a:gd name="connsiteX369" fmla="*/ 414752 w 427866"/>
                <a:gd name="connsiteY369" fmla="*/ 342621 h 437702"/>
                <a:gd name="connsiteX370" fmla="*/ 414752 w 427866"/>
                <a:gd name="connsiteY370" fmla="*/ 345900 h 437702"/>
                <a:gd name="connsiteX371" fmla="*/ 416391 w 427866"/>
                <a:gd name="connsiteY371" fmla="*/ 349179 h 437702"/>
                <a:gd name="connsiteX372" fmla="*/ 416391 w 427866"/>
                <a:gd name="connsiteY372" fmla="*/ 354097 h 437702"/>
                <a:gd name="connsiteX373" fmla="*/ 416391 w 427866"/>
                <a:gd name="connsiteY373" fmla="*/ 357375 h 437702"/>
                <a:gd name="connsiteX374" fmla="*/ 416391 w 427866"/>
                <a:gd name="connsiteY374" fmla="*/ 360654 h 437702"/>
                <a:gd name="connsiteX375" fmla="*/ 418031 w 427866"/>
                <a:gd name="connsiteY375" fmla="*/ 365572 h 437702"/>
                <a:gd name="connsiteX376" fmla="*/ 419670 w 427866"/>
                <a:gd name="connsiteY376" fmla="*/ 368851 h 437702"/>
                <a:gd name="connsiteX377" fmla="*/ 419670 w 427866"/>
                <a:gd name="connsiteY377" fmla="*/ 372129 h 437702"/>
                <a:gd name="connsiteX378" fmla="*/ 421309 w 427866"/>
                <a:gd name="connsiteY378" fmla="*/ 375408 h 437702"/>
                <a:gd name="connsiteX379" fmla="*/ 419670 w 427866"/>
                <a:gd name="connsiteY379" fmla="*/ 377047 h 437702"/>
                <a:gd name="connsiteX380" fmla="*/ 418031 w 427866"/>
                <a:gd name="connsiteY380" fmla="*/ 380326 h 437702"/>
                <a:gd name="connsiteX381" fmla="*/ 414752 w 427866"/>
                <a:gd name="connsiteY381" fmla="*/ 383605 h 437702"/>
                <a:gd name="connsiteX382" fmla="*/ 409834 w 427866"/>
                <a:gd name="connsiteY382" fmla="*/ 386883 h 437702"/>
                <a:gd name="connsiteX383" fmla="*/ 406555 w 427866"/>
                <a:gd name="connsiteY383" fmla="*/ 390162 h 437702"/>
                <a:gd name="connsiteX384" fmla="*/ 401638 w 427866"/>
                <a:gd name="connsiteY384" fmla="*/ 388523 h 437702"/>
                <a:gd name="connsiteX385" fmla="*/ 398359 w 427866"/>
                <a:gd name="connsiteY385" fmla="*/ 388523 h 437702"/>
                <a:gd name="connsiteX386" fmla="*/ 396719 w 427866"/>
                <a:gd name="connsiteY386" fmla="*/ 390162 h 437702"/>
                <a:gd name="connsiteX387" fmla="*/ 395080 w 427866"/>
                <a:gd name="connsiteY387" fmla="*/ 393441 h 437702"/>
                <a:gd name="connsiteX388" fmla="*/ 393441 w 427866"/>
                <a:gd name="connsiteY388" fmla="*/ 396719 h 437702"/>
                <a:gd name="connsiteX389" fmla="*/ 393441 w 427866"/>
                <a:gd name="connsiteY389" fmla="*/ 398359 h 437702"/>
                <a:gd name="connsiteX390" fmla="*/ 393441 w 427866"/>
                <a:gd name="connsiteY390" fmla="*/ 401637 h 437702"/>
                <a:gd name="connsiteX391" fmla="*/ 391801 w 427866"/>
                <a:gd name="connsiteY391" fmla="*/ 404916 h 437702"/>
                <a:gd name="connsiteX392" fmla="*/ 390162 w 427866"/>
                <a:gd name="connsiteY392" fmla="*/ 409834 h 437702"/>
                <a:gd name="connsiteX393" fmla="*/ 386883 w 427866"/>
                <a:gd name="connsiteY393" fmla="*/ 413113 h 437702"/>
                <a:gd name="connsiteX394" fmla="*/ 381965 w 427866"/>
                <a:gd name="connsiteY394" fmla="*/ 413113 h 437702"/>
                <a:gd name="connsiteX395" fmla="*/ 378686 w 427866"/>
                <a:gd name="connsiteY395" fmla="*/ 414752 h 437702"/>
                <a:gd name="connsiteX396" fmla="*/ 373769 w 427866"/>
                <a:gd name="connsiteY396" fmla="*/ 414752 h 437702"/>
                <a:gd name="connsiteX397" fmla="*/ 370490 w 427866"/>
                <a:gd name="connsiteY397" fmla="*/ 416391 h 437702"/>
                <a:gd name="connsiteX398" fmla="*/ 368851 w 427866"/>
                <a:gd name="connsiteY398" fmla="*/ 416391 h 437702"/>
                <a:gd name="connsiteX399" fmla="*/ 367211 w 427866"/>
                <a:gd name="connsiteY399" fmla="*/ 421309 h 437702"/>
                <a:gd name="connsiteX400" fmla="*/ 365572 w 427866"/>
                <a:gd name="connsiteY400" fmla="*/ 424588 h 437702"/>
                <a:gd name="connsiteX401" fmla="*/ 365572 w 427866"/>
                <a:gd name="connsiteY401" fmla="*/ 427867 h 437702"/>
                <a:gd name="connsiteX402" fmla="*/ 363932 w 427866"/>
                <a:gd name="connsiteY402" fmla="*/ 431146 h 437702"/>
                <a:gd name="connsiteX403" fmla="*/ 362293 w 427866"/>
                <a:gd name="connsiteY403" fmla="*/ 436063 h 437702"/>
                <a:gd name="connsiteX404" fmla="*/ 359015 w 427866"/>
                <a:gd name="connsiteY404" fmla="*/ 436063 h 437702"/>
                <a:gd name="connsiteX405" fmla="*/ 354096 w 427866"/>
                <a:gd name="connsiteY405" fmla="*/ 436063 h 437702"/>
                <a:gd name="connsiteX406" fmla="*/ 350818 w 427866"/>
                <a:gd name="connsiteY406" fmla="*/ 437703 h 437702"/>
                <a:gd name="connsiteX407" fmla="*/ 347539 w 427866"/>
                <a:gd name="connsiteY407" fmla="*/ 437703 h 437702"/>
                <a:gd name="connsiteX408" fmla="*/ 342621 w 427866"/>
                <a:gd name="connsiteY408" fmla="*/ 434424 h 437702"/>
                <a:gd name="connsiteX409" fmla="*/ 339342 w 427866"/>
                <a:gd name="connsiteY409" fmla="*/ 431146 h 437702"/>
                <a:gd name="connsiteX410" fmla="*/ 334425 w 427866"/>
                <a:gd name="connsiteY410" fmla="*/ 427867 h 437702"/>
                <a:gd name="connsiteX411" fmla="*/ 331146 w 427866"/>
                <a:gd name="connsiteY411" fmla="*/ 424588 h 437702"/>
                <a:gd name="connsiteX412" fmla="*/ 331146 w 427866"/>
                <a:gd name="connsiteY412" fmla="*/ 424588 h 437702"/>
                <a:gd name="connsiteX413" fmla="*/ 326228 w 427866"/>
                <a:gd name="connsiteY413" fmla="*/ 424588 h 437702"/>
                <a:gd name="connsiteX414" fmla="*/ 326228 w 427866"/>
                <a:gd name="connsiteY414" fmla="*/ 424588 h 437702"/>
                <a:gd name="connsiteX415" fmla="*/ 322949 w 427866"/>
                <a:gd name="connsiteY415" fmla="*/ 424588 h 437702"/>
                <a:gd name="connsiteX416" fmla="*/ 318031 w 427866"/>
                <a:gd name="connsiteY416" fmla="*/ 424588 h 437702"/>
                <a:gd name="connsiteX417" fmla="*/ 311474 w 427866"/>
                <a:gd name="connsiteY417" fmla="*/ 424588 h 437702"/>
                <a:gd name="connsiteX418" fmla="*/ 306556 w 427866"/>
                <a:gd name="connsiteY418" fmla="*/ 424588 h 437702"/>
                <a:gd name="connsiteX419" fmla="*/ 303277 w 427866"/>
                <a:gd name="connsiteY419" fmla="*/ 424588 h 437702"/>
                <a:gd name="connsiteX420" fmla="*/ 296720 w 427866"/>
                <a:gd name="connsiteY420" fmla="*/ 424588 h 437702"/>
                <a:gd name="connsiteX421" fmla="*/ 295081 w 427866"/>
                <a:gd name="connsiteY421" fmla="*/ 424588 h 437702"/>
                <a:gd name="connsiteX422" fmla="*/ 291802 w 427866"/>
                <a:gd name="connsiteY422" fmla="*/ 424588 h 437702"/>
                <a:gd name="connsiteX423" fmla="*/ 286884 w 427866"/>
                <a:gd name="connsiteY423" fmla="*/ 424588 h 437702"/>
                <a:gd name="connsiteX424" fmla="*/ 281966 w 427866"/>
                <a:gd name="connsiteY424" fmla="*/ 424588 h 437702"/>
                <a:gd name="connsiteX425" fmla="*/ 275408 w 427866"/>
                <a:gd name="connsiteY425" fmla="*/ 424588 h 437702"/>
                <a:gd name="connsiteX426" fmla="*/ 272130 w 427866"/>
                <a:gd name="connsiteY426" fmla="*/ 424588 h 437702"/>
                <a:gd name="connsiteX427" fmla="*/ 267212 w 427866"/>
                <a:gd name="connsiteY427" fmla="*/ 424588 h 437702"/>
                <a:gd name="connsiteX428" fmla="*/ 267212 w 427866"/>
                <a:gd name="connsiteY428" fmla="*/ 424588 h 437702"/>
                <a:gd name="connsiteX429" fmla="*/ 267212 w 427866"/>
                <a:gd name="connsiteY429" fmla="*/ 421309 h 437702"/>
                <a:gd name="connsiteX430" fmla="*/ 268851 w 427866"/>
                <a:gd name="connsiteY430" fmla="*/ 416391 h 437702"/>
                <a:gd name="connsiteX431" fmla="*/ 267212 w 427866"/>
                <a:gd name="connsiteY431" fmla="*/ 416391 h 437702"/>
                <a:gd name="connsiteX432" fmla="*/ 267212 w 427866"/>
                <a:gd name="connsiteY432" fmla="*/ 414752 h 437702"/>
                <a:gd name="connsiteX433" fmla="*/ 263933 w 427866"/>
                <a:gd name="connsiteY433" fmla="*/ 416391 h 437702"/>
                <a:gd name="connsiteX434" fmla="*/ 262294 w 427866"/>
                <a:gd name="connsiteY434" fmla="*/ 419670 h 437702"/>
                <a:gd name="connsiteX435" fmla="*/ 260654 w 427866"/>
                <a:gd name="connsiteY435" fmla="*/ 421309 h 437702"/>
                <a:gd name="connsiteX436" fmla="*/ 260654 w 427866"/>
                <a:gd name="connsiteY436" fmla="*/ 422949 h 437702"/>
                <a:gd name="connsiteX437" fmla="*/ 257376 w 427866"/>
                <a:gd name="connsiteY437" fmla="*/ 424588 h 437702"/>
                <a:gd name="connsiteX438" fmla="*/ 252458 w 427866"/>
                <a:gd name="connsiteY438" fmla="*/ 424588 h 437702"/>
                <a:gd name="connsiteX439" fmla="*/ 249179 w 427866"/>
                <a:gd name="connsiteY439" fmla="*/ 424588 h 437702"/>
                <a:gd name="connsiteX440" fmla="*/ 244261 w 427866"/>
                <a:gd name="connsiteY440" fmla="*/ 424588 h 437702"/>
                <a:gd name="connsiteX441" fmla="*/ 240982 w 427866"/>
                <a:gd name="connsiteY441" fmla="*/ 424588 h 437702"/>
                <a:gd name="connsiteX442" fmla="*/ 234425 w 427866"/>
                <a:gd name="connsiteY442" fmla="*/ 424588 h 437702"/>
                <a:gd name="connsiteX443" fmla="*/ 231146 w 427866"/>
                <a:gd name="connsiteY443" fmla="*/ 424588 h 437702"/>
                <a:gd name="connsiteX444" fmla="*/ 226228 w 427866"/>
                <a:gd name="connsiteY444" fmla="*/ 424588 h 437702"/>
                <a:gd name="connsiteX445" fmla="*/ 222949 w 427866"/>
                <a:gd name="connsiteY445" fmla="*/ 424588 h 437702"/>
                <a:gd name="connsiteX446" fmla="*/ 219671 w 427866"/>
                <a:gd name="connsiteY446" fmla="*/ 424588 h 437702"/>
                <a:gd name="connsiteX447" fmla="*/ 214753 w 427866"/>
                <a:gd name="connsiteY447" fmla="*/ 424588 h 437702"/>
                <a:gd name="connsiteX448" fmla="*/ 211474 w 427866"/>
                <a:gd name="connsiteY448" fmla="*/ 424588 h 437702"/>
                <a:gd name="connsiteX449" fmla="*/ 209835 w 427866"/>
                <a:gd name="connsiteY449" fmla="*/ 424588 h 437702"/>
                <a:gd name="connsiteX450" fmla="*/ 206556 w 427866"/>
                <a:gd name="connsiteY450" fmla="*/ 424588 h 437702"/>
                <a:gd name="connsiteX451" fmla="*/ 201638 w 427866"/>
                <a:gd name="connsiteY451" fmla="*/ 424588 h 437702"/>
                <a:gd name="connsiteX452" fmla="*/ 196720 w 427866"/>
                <a:gd name="connsiteY452" fmla="*/ 424588 h 437702"/>
                <a:gd name="connsiteX453" fmla="*/ 191802 w 427866"/>
                <a:gd name="connsiteY453" fmla="*/ 424588 h 437702"/>
                <a:gd name="connsiteX454" fmla="*/ 186884 w 427866"/>
                <a:gd name="connsiteY454" fmla="*/ 424588 h 437702"/>
                <a:gd name="connsiteX455" fmla="*/ 181966 w 427866"/>
                <a:gd name="connsiteY455" fmla="*/ 424588 h 437702"/>
                <a:gd name="connsiteX456" fmla="*/ 178688 w 427866"/>
                <a:gd name="connsiteY456" fmla="*/ 424588 h 437702"/>
                <a:gd name="connsiteX457" fmla="*/ 173769 w 427866"/>
                <a:gd name="connsiteY457" fmla="*/ 424588 h 437702"/>
                <a:gd name="connsiteX458" fmla="*/ 170491 w 427866"/>
                <a:gd name="connsiteY458" fmla="*/ 424588 h 437702"/>
                <a:gd name="connsiteX459" fmla="*/ 167212 w 427866"/>
                <a:gd name="connsiteY459" fmla="*/ 424588 h 437702"/>
                <a:gd name="connsiteX460" fmla="*/ 162294 w 427866"/>
                <a:gd name="connsiteY460" fmla="*/ 424588 h 437702"/>
                <a:gd name="connsiteX461" fmla="*/ 159015 w 427866"/>
                <a:gd name="connsiteY461" fmla="*/ 424588 h 437702"/>
                <a:gd name="connsiteX462" fmla="*/ 152458 w 427866"/>
                <a:gd name="connsiteY462" fmla="*/ 424588 h 437702"/>
                <a:gd name="connsiteX463" fmla="*/ 149179 w 427866"/>
                <a:gd name="connsiteY463" fmla="*/ 424588 h 437702"/>
                <a:gd name="connsiteX464" fmla="*/ 144261 w 427866"/>
                <a:gd name="connsiteY464" fmla="*/ 424588 h 437702"/>
                <a:gd name="connsiteX465" fmla="*/ 137704 w 427866"/>
                <a:gd name="connsiteY465" fmla="*/ 424588 h 437702"/>
                <a:gd name="connsiteX466" fmla="*/ 132786 w 427866"/>
                <a:gd name="connsiteY466" fmla="*/ 424588 h 437702"/>
                <a:gd name="connsiteX467" fmla="*/ 127868 w 427866"/>
                <a:gd name="connsiteY467" fmla="*/ 424588 h 437702"/>
                <a:gd name="connsiteX468" fmla="*/ 122950 w 427866"/>
                <a:gd name="connsiteY468" fmla="*/ 424588 h 437702"/>
                <a:gd name="connsiteX469" fmla="*/ 118032 w 427866"/>
                <a:gd name="connsiteY469" fmla="*/ 424588 h 437702"/>
                <a:gd name="connsiteX470" fmla="*/ 114754 w 427866"/>
                <a:gd name="connsiteY470" fmla="*/ 424588 h 437702"/>
                <a:gd name="connsiteX471" fmla="*/ 113114 w 427866"/>
                <a:gd name="connsiteY471" fmla="*/ 424588 h 437702"/>
                <a:gd name="connsiteX472" fmla="*/ 111475 w 427866"/>
                <a:gd name="connsiteY472" fmla="*/ 424588 h 437702"/>
                <a:gd name="connsiteX473" fmla="*/ 106557 w 427866"/>
                <a:gd name="connsiteY473" fmla="*/ 424588 h 437702"/>
                <a:gd name="connsiteX474" fmla="*/ 101639 w 427866"/>
                <a:gd name="connsiteY474" fmla="*/ 424588 h 437702"/>
                <a:gd name="connsiteX475" fmla="*/ 95081 w 427866"/>
                <a:gd name="connsiteY475" fmla="*/ 424588 h 437702"/>
                <a:gd name="connsiteX476" fmla="*/ 91802 w 427866"/>
                <a:gd name="connsiteY476" fmla="*/ 424588 h 437702"/>
                <a:gd name="connsiteX477" fmla="*/ 88524 w 427866"/>
                <a:gd name="connsiteY477" fmla="*/ 424588 h 437702"/>
                <a:gd name="connsiteX478" fmla="*/ 83606 w 427866"/>
                <a:gd name="connsiteY478" fmla="*/ 424588 h 437702"/>
                <a:gd name="connsiteX479" fmla="*/ 78688 w 427866"/>
                <a:gd name="connsiteY479" fmla="*/ 424588 h 437702"/>
                <a:gd name="connsiteX480" fmla="*/ 75409 w 427866"/>
                <a:gd name="connsiteY480" fmla="*/ 424588 h 437702"/>
                <a:gd name="connsiteX481" fmla="*/ 68852 w 427866"/>
                <a:gd name="connsiteY481" fmla="*/ 424588 h 437702"/>
                <a:gd name="connsiteX482" fmla="*/ 62295 w 427866"/>
                <a:gd name="connsiteY482" fmla="*/ 424588 h 437702"/>
                <a:gd name="connsiteX483" fmla="*/ 57377 w 427866"/>
                <a:gd name="connsiteY483" fmla="*/ 424588 h 437702"/>
                <a:gd name="connsiteX484" fmla="*/ 50819 w 427866"/>
                <a:gd name="connsiteY484" fmla="*/ 424588 h 437702"/>
                <a:gd name="connsiteX485" fmla="*/ 47541 w 427866"/>
                <a:gd name="connsiteY485" fmla="*/ 424588 h 437702"/>
                <a:gd name="connsiteX486" fmla="*/ 42622 w 427866"/>
                <a:gd name="connsiteY486" fmla="*/ 424588 h 437702"/>
                <a:gd name="connsiteX487" fmla="*/ 37705 w 427866"/>
                <a:gd name="connsiteY487" fmla="*/ 424588 h 437702"/>
                <a:gd name="connsiteX488" fmla="*/ 31147 w 427866"/>
                <a:gd name="connsiteY488" fmla="*/ 424588 h 437702"/>
                <a:gd name="connsiteX489" fmla="*/ 27868 w 427866"/>
                <a:gd name="connsiteY489" fmla="*/ 424588 h 437702"/>
                <a:gd name="connsiteX490" fmla="*/ 22951 w 427866"/>
                <a:gd name="connsiteY490" fmla="*/ 424588 h 437702"/>
                <a:gd name="connsiteX491" fmla="*/ 22951 w 427866"/>
                <a:gd name="connsiteY491" fmla="*/ 421309 h 437702"/>
                <a:gd name="connsiteX492" fmla="*/ 22951 w 427866"/>
                <a:gd name="connsiteY492" fmla="*/ 416391 h 437702"/>
                <a:gd name="connsiteX493" fmla="*/ 22951 w 427866"/>
                <a:gd name="connsiteY493" fmla="*/ 413113 h 437702"/>
                <a:gd name="connsiteX494" fmla="*/ 22951 w 427866"/>
                <a:gd name="connsiteY494" fmla="*/ 408195 h 437702"/>
                <a:gd name="connsiteX495" fmla="*/ 22951 w 427866"/>
                <a:gd name="connsiteY495" fmla="*/ 404916 h 437702"/>
                <a:gd name="connsiteX496" fmla="*/ 21311 w 427866"/>
                <a:gd name="connsiteY496" fmla="*/ 401637 h 437702"/>
                <a:gd name="connsiteX497" fmla="*/ 21311 w 427866"/>
                <a:gd name="connsiteY497" fmla="*/ 396719 h 437702"/>
                <a:gd name="connsiteX498" fmla="*/ 21311 w 427866"/>
                <a:gd name="connsiteY498" fmla="*/ 393441 h 437702"/>
                <a:gd name="connsiteX499" fmla="*/ 21311 w 427866"/>
                <a:gd name="connsiteY499" fmla="*/ 388523 h 437702"/>
                <a:gd name="connsiteX500" fmla="*/ 21311 w 427866"/>
                <a:gd name="connsiteY500" fmla="*/ 385244 h 437702"/>
                <a:gd name="connsiteX501" fmla="*/ 21311 w 427866"/>
                <a:gd name="connsiteY501" fmla="*/ 381966 h 437702"/>
                <a:gd name="connsiteX502" fmla="*/ 21311 w 427866"/>
                <a:gd name="connsiteY502" fmla="*/ 380326 h 437702"/>
                <a:gd name="connsiteX503" fmla="*/ 21311 w 427866"/>
                <a:gd name="connsiteY503" fmla="*/ 365572 h 437702"/>
                <a:gd name="connsiteX504" fmla="*/ 21311 w 427866"/>
                <a:gd name="connsiteY504" fmla="*/ 362293 h 437702"/>
                <a:gd name="connsiteX505" fmla="*/ 21311 w 427866"/>
                <a:gd name="connsiteY505" fmla="*/ 359015 h 437702"/>
                <a:gd name="connsiteX506" fmla="*/ 21311 w 427866"/>
                <a:gd name="connsiteY506" fmla="*/ 354097 h 437702"/>
                <a:gd name="connsiteX507" fmla="*/ 21311 w 427866"/>
                <a:gd name="connsiteY507" fmla="*/ 350818 h 437702"/>
                <a:gd name="connsiteX508" fmla="*/ 21311 w 427866"/>
                <a:gd name="connsiteY508" fmla="*/ 349179 h 437702"/>
                <a:gd name="connsiteX509" fmla="*/ 19672 w 427866"/>
                <a:gd name="connsiteY509" fmla="*/ 342621 h 437702"/>
                <a:gd name="connsiteX510" fmla="*/ 19672 w 427866"/>
                <a:gd name="connsiteY510" fmla="*/ 336064 h 437702"/>
                <a:gd name="connsiteX511" fmla="*/ 19672 w 427866"/>
                <a:gd name="connsiteY511" fmla="*/ 332785 h 437702"/>
                <a:gd name="connsiteX512" fmla="*/ 19672 w 427866"/>
                <a:gd name="connsiteY512" fmla="*/ 321310 h 437702"/>
                <a:gd name="connsiteX513" fmla="*/ 19672 w 427866"/>
                <a:gd name="connsiteY513" fmla="*/ 314753 h 437702"/>
                <a:gd name="connsiteX514" fmla="*/ 19672 w 427866"/>
                <a:gd name="connsiteY514" fmla="*/ 306556 h 437702"/>
                <a:gd name="connsiteX515" fmla="*/ 19672 w 427866"/>
                <a:gd name="connsiteY515" fmla="*/ 298359 h 437702"/>
                <a:gd name="connsiteX516" fmla="*/ 19672 w 427866"/>
                <a:gd name="connsiteY516" fmla="*/ 291802 h 437702"/>
                <a:gd name="connsiteX517" fmla="*/ 19672 w 427866"/>
                <a:gd name="connsiteY517" fmla="*/ 288523 h 437702"/>
                <a:gd name="connsiteX518" fmla="*/ 19672 w 427866"/>
                <a:gd name="connsiteY518" fmla="*/ 283605 h 437702"/>
                <a:gd name="connsiteX519" fmla="*/ 19672 w 427866"/>
                <a:gd name="connsiteY519" fmla="*/ 280326 h 437702"/>
                <a:gd name="connsiteX520" fmla="*/ 18032 w 427866"/>
                <a:gd name="connsiteY520" fmla="*/ 275409 h 437702"/>
                <a:gd name="connsiteX521" fmla="*/ 18032 w 427866"/>
                <a:gd name="connsiteY521" fmla="*/ 270491 h 437702"/>
                <a:gd name="connsiteX522" fmla="*/ 18032 w 427866"/>
                <a:gd name="connsiteY522" fmla="*/ 263933 h 437702"/>
                <a:gd name="connsiteX523" fmla="*/ 18032 w 427866"/>
                <a:gd name="connsiteY523" fmla="*/ 257376 h 437702"/>
                <a:gd name="connsiteX524" fmla="*/ 18032 w 427866"/>
                <a:gd name="connsiteY524" fmla="*/ 250819 h 437702"/>
                <a:gd name="connsiteX525" fmla="*/ 18032 w 427866"/>
                <a:gd name="connsiteY525" fmla="*/ 245901 h 437702"/>
                <a:gd name="connsiteX526" fmla="*/ 18032 w 427866"/>
                <a:gd name="connsiteY526" fmla="*/ 239343 h 437702"/>
                <a:gd name="connsiteX527" fmla="*/ 18032 w 427866"/>
                <a:gd name="connsiteY527" fmla="*/ 232786 h 437702"/>
                <a:gd name="connsiteX528" fmla="*/ 16393 w 427866"/>
                <a:gd name="connsiteY528" fmla="*/ 222950 h 437702"/>
                <a:gd name="connsiteX529" fmla="*/ 16393 w 427866"/>
                <a:gd name="connsiteY529" fmla="*/ 214753 h 437702"/>
                <a:gd name="connsiteX530" fmla="*/ 16393 w 427866"/>
                <a:gd name="connsiteY530" fmla="*/ 208196 h 437702"/>
                <a:gd name="connsiteX531" fmla="*/ 16393 w 427866"/>
                <a:gd name="connsiteY531" fmla="*/ 204917 h 437702"/>
                <a:gd name="connsiteX532" fmla="*/ 16393 w 427866"/>
                <a:gd name="connsiteY532" fmla="*/ 203278 h 437702"/>
                <a:gd name="connsiteX533" fmla="*/ 16393 w 427866"/>
                <a:gd name="connsiteY533" fmla="*/ 199999 h 437702"/>
                <a:gd name="connsiteX534" fmla="*/ 16393 w 427866"/>
                <a:gd name="connsiteY534" fmla="*/ 195081 h 437702"/>
                <a:gd name="connsiteX535" fmla="*/ 16393 w 427866"/>
                <a:gd name="connsiteY535" fmla="*/ 190163 h 437702"/>
                <a:gd name="connsiteX536" fmla="*/ 16393 w 427866"/>
                <a:gd name="connsiteY536" fmla="*/ 186884 h 437702"/>
                <a:gd name="connsiteX537" fmla="*/ 16393 w 427866"/>
                <a:gd name="connsiteY537" fmla="*/ 183606 h 437702"/>
                <a:gd name="connsiteX538" fmla="*/ 16393 w 427866"/>
                <a:gd name="connsiteY538" fmla="*/ 178688 h 437702"/>
                <a:gd name="connsiteX539" fmla="*/ 16393 w 427866"/>
                <a:gd name="connsiteY539" fmla="*/ 175409 h 437702"/>
                <a:gd name="connsiteX540" fmla="*/ 14754 w 427866"/>
                <a:gd name="connsiteY540" fmla="*/ 172130 h 437702"/>
                <a:gd name="connsiteX541" fmla="*/ 14754 w 427866"/>
                <a:gd name="connsiteY541" fmla="*/ 168852 h 437702"/>
                <a:gd name="connsiteX542" fmla="*/ 14754 w 427866"/>
                <a:gd name="connsiteY542" fmla="*/ 163934 h 437702"/>
                <a:gd name="connsiteX543" fmla="*/ 14754 w 427866"/>
                <a:gd name="connsiteY543" fmla="*/ 160655 h 437702"/>
                <a:gd name="connsiteX544" fmla="*/ 14754 w 427866"/>
                <a:gd name="connsiteY544" fmla="*/ 159016 h 437702"/>
                <a:gd name="connsiteX545" fmla="*/ 14754 w 427866"/>
                <a:gd name="connsiteY545" fmla="*/ 155737 h 437702"/>
                <a:gd name="connsiteX546" fmla="*/ 14754 w 427866"/>
                <a:gd name="connsiteY546" fmla="*/ 150819 h 437702"/>
                <a:gd name="connsiteX547" fmla="*/ 14754 w 427866"/>
                <a:gd name="connsiteY547" fmla="*/ 147540 h 437702"/>
                <a:gd name="connsiteX548" fmla="*/ 14754 w 427866"/>
                <a:gd name="connsiteY548" fmla="*/ 144262 h 437702"/>
                <a:gd name="connsiteX549" fmla="*/ 14754 w 427866"/>
                <a:gd name="connsiteY549" fmla="*/ 139344 h 437702"/>
                <a:gd name="connsiteX550" fmla="*/ 14754 w 427866"/>
                <a:gd name="connsiteY550" fmla="*/ 136065 h 437702"/>
                <a:gd name="connsiteX551" fmla="*/ 13114 w 427866"/>
                <a:gd name="connsiteY551" fmla="*/ 131147 h 437702"/>
                <a:gd name="connsiteX552" fmla="*/ 13114 w 427866"/>
                <a:gd name="connsiteY552" fmla="*/ 116393 h 437702"/>
                <a:gd name="connsiteX553" fmla="*/ 13114 w 427866"/>
                <a:gd name="connsiteY553" fmla="*/ 113114 h 437702"/>
                <a:gd name="connsiteX554" fmla="*/ 13114 w 427866"/>
                <a:gd name="connsiteY554" fmla="*/ 108196 h 437702"/>
                <a:gd name="connsiteX555" fmla="*/ 13114 w 427866"/>
                <a:gd name="connsiteY555" fmla="*/ 104917 h 437702"/>
                <a:gd name="connsiteX556" fmla="*/ 11475 w 427866"/>
                <a:gd name="connsiteY556" fmla="*/ 101639 h 437702"/>
                <a:gd name="connsiteX557" fmla="*/ 9836 w 427866"/>
                <a:gd name="connsiteY557" fmla="*/ 96721 h 437702"/>
                <a:gd name="connsiteX558" fmla="*/ 8197 w 427866"/>
                <a:gd name="connsiteY558" fmla="*/ 93442 h 437702"/>
                <a:gd name="connsiteX559" fmla="*/ 8197 w 427866"/>
                <a:gd name="connsiteY559" fmla="*/ 90164 h 437702"/>
                <a:gd name="connsiteX560" fmla="*/ 8197 w 427866"/>
                <a:gd name="connsiteY560" fmla="*/ 86885 h 437702"/>
                <a:gd name="connsiteX561" fmla="*/ 6557 w 427866"/>
                <a:gd name="connsiteY561" fmla="*/ 83606 h 437702"/>
                <a:gd name="connsiteX562" fmla="*/ 6557 w 427866"/>
                <a:gd name="connsiteY562" fmla="*/ 80327 h 437702"/>
                <a:gd name="connsiteX563" fmla="*/ 4918 w 427866"/>
                <a:gd name="connsiteY563" fmla="*/ 75409 h 437702"/>
                <a:gd name="connsiteX564" fmla="*/ 3278 w 427866"/>
                <a:gd name="connsiteY564" fmla="*/ 72131 h 437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</a:cxnLst>
              <a:rect l="l" t="t" r="r" b="b"/>
              <a:pathLst>
                <a:path w="427866" h="437702">
                  <a:moveTo>
                    <a:pt x="3278" y="72131"/>
                  </a:moveTo>
                  <a:lnTo>
                    <a:pt x="3278" y="70492"/>
                  </a:lnTo>
                  <a:lnTo>
                    <a:pt x="0" y="65573"/>
                  </a:lnTo>
                  <a:lnTo>
                    <a:pt x="1639" y="62295"/>
                  </a:lnTo>
                  <a:lnTo>
                    <a:pt x="3278" y="59016"/>
                  </a:lnTo>
                  <a:lnTo>
                    <a:pt x="4918" y="54098"/>
                  </a:lnTo>
                  <a:lnTo>
                    <a:pt x="8197" y="50819"/>
                  </a:lnTo>
                  <a:lnTo>
                    <a:pt x="8197" y="47541"/>
                  </a:lnTo>
                  <a:lnTo>
                    <a:pt x="9836" y="42623"/>
                  </a:lnTo>
                  <a:lnTo>
                    <a:pt x="9836" y="39344"/>
                  </a:lnTo>
                  <a:lnTo>
                    <a:pt x="9836" y="39344"/>
                  </a:lnTo>
                  <a:lnTo>
                    <a:pt x="9836" y="36065"/>
                  </a:lnTo>
                  <a:lnTo>
                    <a:pt x="8197" y="32787"/>
                  </a:lnTo>
                  <a:lnTo>
                    <a:pt x="8197" y="27869"/>
                  </a:lnTo>
                  <a:lnTo>
                    <a:pt x="6557" y="24590"/>
                  </a:lnTo>
                  <a:lnTo>
                    <a:pt x="4918" y="21311"/>
                  </a:lnTo>
                  <a:lnTo>
                    <a:pt x="4918" y="18033"/>
                  </a:lnTo>
                  <a:lnTo>
                    <a:pt x="4918" y="13115"/>
                  </a:lnTo>
                  <a:lnTo>
                    <a:pt x="4918" y="9836"/>
                  </a:lnTo>
                  <a:lnTo>
                    <a:pt x="9836" y="6557"/>
                  </a:lnTo>
                  <a:lnTo>
                    <a:pt x="9836" y="6557"/>
                  </a:lnTo>
                  <a:lnTo>
                    <a:pt x="11475" y="1639"/>
                  </a:lnTo>
                  <a:lnTo>
                    <a:pt x="14754" y="0"/>
                  </a:lnTo>
                  <a:lnTo>
                    <a:pt x="14754" y="3279"/>
                  </a:lnTo>
                  <a:lnTo>
                    <a:pt x="18032" y="4918"/>
                  </a:lnTo>
                  <a:lnTo>
                    <a:pt x="21311" y="6557"/>
                  </a:lnTo>
                  <a:lnTo>
                    <a:pt x="24590" y="4918"/>
                  </a:lnTo>
                  <a:lnTo>
                    <a:pt x="29508" y="4918"/>
                  </a:lnTo>
                  <a:lnTo>
                    <a:pt x="32787" y="3279"/>
                  </a:lnTo>
                  <a:lnTo>
                    <a:pt x="36065" y="1639"/>
                  </a:lnTo>
                  <a:lnTo>
                    <a:pt x="39344" y="0"/>
                  </a:lnTo>
                  <a:lnTo>
                    <a:pt x="44262" y="0"/>
                  </a:lnTo>
                  <a:lnTo>
                    <a:pt x="47541" y="1639"/>
                  </a:lnTo>
                  <a:lnTo>
                    <a:pt x="50819" y="3279"/>
                  </a:lnTo>
                  <a:lnTo>
                    <a:pt x="55737" y="3279"/>
                  </a:lnTo>
                  <a:lnTo>
                    <a:pt x="57377" y="4918"/>
                  </a:lnTo>
                  <a:lnTo>
                    <a:pt x="60655" y="4918"/>
                  </a:lnTo>
                  <a:lnTo>
                    <a:pt x="65573" y="4918"/>
                  </a:lnTo>
                  <a:lnTo>
                    <a:pt x="68852" y="6557"/>
                  </a:lnTo>
                  <a:lnTo>
                    <a:pt x="73770" y="6557"/>
                  </a:lnTo>
                  <a:lnTo>
                    <a:pt x="77049" y="8197"/>
                  </a:lnTo>
                  <a:lnTo>
                    <a:pt x="80327" y="8197"/>
                  </a:lnTo>
                  <a:lnTo>
                    <a:pt x="83606" y="9836"/>
                  </a:lnTo>
                  <a:lnTo>
                    <a:pt x="88524" y="11475"/>
                  </a:lnTo>
                  <a:lnTo>
                    <a:pt x="91802" y="11475"/>
                  </a:lnTo>
                  <a:lnTo>
                    <a:pt x="95081" y="13115"/>
                  </a:lnTo>
                  <a:lnTo>
                    <a:pt x="96721" y="16393"/>
                  </a:lnTo>
                  <a:lnTo>
                    <a:pt x="101639" y="18033"/>
                  </a:lnTo>
                  <a:lnTo>
                    <a:pt x="104917" y="19672"/>
                  </a:lnTo>
                  <a:lnTo>
                    <a:pt x="108196" y="19672"/>
                  </a:lnTo>
                  <a:lnTo>
                    <a:pt x="111475" y="18033"/>
                  </a:lnTo>
                  <a:lnTo>
                    <a:pt x="116393" y="19672"/>
                  </a:lnTo>
                  <a:lnTo>
                    <a:pt x="118032" y="22951"/>
                  </a:lnTo>
                  <a:lnTo>
                    <a:pt x="121311" y="24590"/>
                  </a:lnTo>
                  <a:lnTo>
                    <a:pt x="124589" y="24590"/>
                  </a:lnTo>
                  <a:lnTo>
                    <a:pt x="129508" y="24590"/>
                  </a:lnTo>
                  <a:lnTo>
                    <a:pt x="132786" y="24590"/>
                  </a:lnTo>
                  <a:lnTo>
                    <a:pt x="136065" y="24590"/>
                  </a:lnTo>
                  <a:lnTo>
                    <a:pt x="139344" y="26229"/>
                  </a:lnTo>
                  <a:lnTo>
                    <a:pt x="144261" y="27869"/>
                  </a:lnTo>
                  <a:lnTo>
                    <a:pt x="147540" y="27869"/>
                  </a:lnTo>
                  <a:lnTo>
                    <a:pt x="150819" y="31147"/>
                  </a:lnTo>
                  <a:lnTo>
                    <a:pt x="150819" y="31147"/>
                  </a:lnTo>
                  <a:lnTo>
                    <a:pt x="155737" y="34426"/>
                  </a:lnTo>
                  <a:lnTo>
                    <a:pt x="159015" y="36065"/>
                  </a:lnTo>
                  <a:lnTo>
                    <a:pt x="160655" y="36065"/>
                  </a:lnTo>
                  <a:lnTo>
                    <a:pt x="165573" y="34426"/>
                  </a:lnTo>
                  <a:lnTo>
                    <a:pt x="168851" y="34426"/>
                  </a:lnTo>
                  <a:lnTo>
                    <a:pt x="172130" y="32787"/>
                  </a:lnTo>
                  <a:lnTo>
                    <a:pt x="175409" y="31147"/>
                  </a:lnTo>
                  <a:lnTo>
                    <a:pt x="180327" y="27869"/>
                  </a:lnTo>
                  <a:lnTo>
                    <a:pt x="180327" y="27869"/>
                  </a:lnTo>
                  <a:lnTo>
                    <a:pt x="183605" y="24590"/>
                  </a:lnTo>
                  <a:lnTo>
                    <a:pt x="186884" y="21311"/>
                  </a:lnTo>
                  <a:lnTo>
                    <a:pt x="190163" y="19672"/>
                  </a:lnTo>
                  <a:lnTo>
                    <a:pt x="190163" y="19672"/>
                  </a:lnTo>
                  <a:lnTo>
                    <a:pt x="193442" y="16393"/>
                  </a:lnTo>
                  <a:lnTo>
                    <a:pt x="196720" y="13115"/>
                  </a:lnTo>
                  <a:lnTo>
                    <a:pt x="196720" y="16393"/>
                  </a:lnTo>
                  <a:lnTo>
                    <a:pt x="199999" y="16393"/>
                  </a:lnTo>
                  <a:lnTo>
                    <a:pt x="199999" y="16393"/>
                  </a:lnTo>
                  <a:lnTo>
                    <a:pt x="199999" y="16393"/>
                  </a:lnTo>
                  <a:lnTo>
                    <a:pt x="201638" y="18033"/>
                  </a:lnTo>
                  <a:lnTo>
                    <a:pt x="204917" y="18033"/>
                  </a:lnTo>
                  <a:lnTo>
                    <a:pt x="203278" y="16393"/>
                  </a:lnTo>
                  <a:lnTo>
                    <a:pt x="199999" y="16393"/>
                  </a:lnTo>
                  <a:lnTo>
                    <a:pt x="199999" y="16393"/>
                  </a:lnTo>
                  <a:lnTo>
                    <a:pt x="201638" y="14754"/>
                  </a:lnTo>
                  <a:lnTo>
                    <a:pt x="204917" y="11475"/>
                  </a:lnTo>
                  <a:lnTo>
                    <a:pt x="208195" y="8197"/>
                  </a:lnTo>
                  <a:lnTo>
                    <a:pt x="208195" y="6557"/>
                  </a:lnTo>
                  <a:lnTo>
                    <a:pt x="211474" y="8197"/>
                  </a:lnTo>
                  <a:lnTo>
                    <a:pt x="216392" y="6557"/>
                  </a:lnTo>
                  <a:lnTo>
                    <a:pt x="219671" y="6557"/>
                  </a:lnTo>
                  <a:lnTo>
                    <a:pt x="222949" y="3279"/>
                  </a:lnTo>
                  <a:lnTo>
                    <a:pt x="226228" y="3279"/>
                  </a:lnTo>
                  <a:lnTo>
                    <a:pt x="222949" y="4918"/>
                  </a:lnTo>
                  <a:lnTo>
                    <a:pt x="219671" y="8197"/>
                  </a:lnTo>
                  <a:lnTo>
                    <a:pt x="214753" y="11475"/>
                  </a:lnTo>
                  <a:lnTo>
                    <a:pt x="219671" y="9836"/>
                  </a:lnTo>
                  <a:lnTo>
                    <a:pt x="222949" y="8197"/>
                  </a:lnTo>
                  <a:lnTo>
                    <a:pt x="222949" y="8197"/>
                  </a:lnTo>
                  <a:lnTo>
                    <a:pt x="226228" y="9836"/>
                  </a:lnTo>
                  <a:lnTo>
                    <a:pt x="229507" y="6557"/>
                  </a:lnTo>
                  <a:lnTo>
                    <a:pt x="232786" y="3279"/>
                  </a:lnTo>
                  <a:lnTo>
                    <a:pt x="229507" y="1639"/>
                  </a:lnTo>
                  <a:lnTo>
                    <a:pt x="232786" y="1639"/>
                  </a:lnTo>
                  <a:lnTo>
                    <a:pt x="236064" y="1639"/>
                  </a:lnTo>
                  <a:lnTo>
                    <a:pt x="239343" y="3279"/>
                  </a:lnTo>
                  <a:lnTo>
                    <a:pt x="242622" y="4918"/>
                  </a:lnTo>
                  <a:lnTo>
                    <a:pt x="242622" y="4918"/>
                  </a:lnTo>
                  <a:lnTo>
                    <a:pt x="247539" y="6557"/>
                  </a:lnTo>
                  <a:lnTo>
                    <a:pt x="250818" y="8197"/>
                  </a:lnTo>
                  <a:lnTo>
                    <a:pt x="250818" y="8197"/>
                  </a:lnTo>
                  <a:lnTo>
                    <a:pt x="254097" y="8197"/>
                  </a:lnTo>
                  <a:lnTo>
                    <a:pt x="257376" y="6557"/>
                  </a:lnTo>
                  <a:lnTo>
                    <a:pt x="260654" y="4918"/>
                  </a:lnTo>
                  <a:lnTo>
                    <a:pt x="263933" y="4918"/>
                  </a:lnTo>
                  <a:lnTo>
                    <a:pt x="267212" y="8197"/>
                  </a:lnTo>
                  <a:lnTo>
                    <a:pt x="270491" y="11475"/>
                  </a:lnTo>
                  <a:lnTo>
                    <a:pt x="273769" y="14754"/>
                  </a:lnTo>
                  <a:lnTo>
                    <a:pt x="270491" y="11475"/>
                  </a:lnTo>
                  <a:lnTo>
                    <a:pt x="267212" y="11475"/>
                  </a:lnTo>
                  <a:lnTo>
                    <a:pt x="265572" y="6557"/>
                  </a:lnTo>
                  <a:lnTo>
                    <a:pt x="262294" y="6557"/>
                  </a:lnTo>
                  <a:lnTo>
                    <a:pt x="262294" y="9836"/>
                  </a:lnTo>
                  <a:lnTo>
                    <a:pt x="262294" y="13115"/>
                  </a:lnTo>
                  <a:lnTo>
                    <a:pt x="262294" y="13115"/>
                  </a:lnTo>
                  <a:lnTo>
                    <a:pt x="260654" y="14754"/>
                  </a:lnTo>
                  <a:lnTo>
                    <a:pt x="262294" y="16393"/>
                  </a:lnTo>
                  <a:lnTo>
                    <a:pt x="265572" y="19672"/>
                  </a:lnTo>
                  <a:lnTo>
                    <a:pt x="268851" y="19672"/>
                  </a:lnTo>
                  <a:lnTo>
                    <a:pt x="270491" y="22951"/>
                  </a:lnTo>
                  <a:lnTo>
                    <a:pt x="270491" y="22951"/>
                  </a:lnTo>
                  <a:lnTo>
                    <a:pt x="272130" y="26229"/>
                  </a:lnTo>
                  <a:lnTo>
                    <a:pt x="272130" y="24590"/>
                  </a:lnTo>
                  <a:lnTo>
                    <a:pt x="272130" y="24590"/>
                  </a:lnTo>
                  <a:lnTo>
                    <a:pt x="273769" y="24590"/>
                  </a:lnTo>
                  <a:lnTo>
                    <a:pt x="273769" y="24590"/>
                  </a:lnTo>
                  <a:lnTo>
                    <a:pt x="277048" y="22951"/>
                  </a:lnTo>
                  <a:lnTo>
                    <a:pt x="277048" y="22951"/>
                  </a:lnTo>
                  <a:lnTo>
                    <a:pt x="278687" y="19672"/>
                  </a:lnTo>
                  <a:lnTo>
                    <a:pt x="278687" y="19672"/>
                  </a:lnTo>
                  <a:lnTo>
                    <a:pt x="278687" y="18033"/>
                  </a:lnTo>
                  <a:lnTo>
                    <a:pt x="277048" y="16393"/>
                  </a:lnTo>
                  <a:lnTo>
                    <a:pt x="275408" y="14754"/>
                  </a:lnTo>
                  <a:lnTo>
                    <a:pt x="277048" y="14754"/>
                  </a:lnTo>
                  <a:lnTo>
                    <a:pt x="278687" y="16393"/>
                  </a:lnTo>
                  <a:lnTo>
                    <a:pt x="278687" y="18033"/>
                  </a:lnTo>
                  <a:lnTo>
                    <a:pt x="280326" y="18033"/>
                  </a:lnTo>
                  <a:lnTo>
                    <a:pt x="285245" y="19672"/>
                  </a:lnTo>
                  <a:lnTo>
                    <a:pt x="286884" y="22951"/>
                  </a:lnTo>
                  <a:lnTo>
                    <a:pt x="286884" y="22951"/>
                  </a:lnTo>
                  <a:lnTo>
                    <a:pt x="290162" y="24590"/>
                  </a:lnTo>
                  <a:lnTo>
                    <a:pt x="293441" y="24590"/>
                  </a:lnTo>
                  <a:lnTo>
                    <a:pt x="293441" y="26229"/>
                  </a:lnTo>
                  <a:lnTo>
                    <a:pt x="296720" y="26229"/>
                  </a:lnTo>
                  <a:lnTo>
                    <a:pt x="298359" y="24590"/>
                  </a:lnTo>
                  <a:lnTo>
                    <a:pt x="299998" y="24590"/>
                  </a:lnTo>
                  <a:lnTo>
                    <a:pt x="301638" y="24590"/>
                  </a:lnTo>
                  <a:lnTo>
                    <a:pt x="301638" y="24590"/>
                  </a:lnTo>
                  <a:lnTo>
                    <a:pt x="301638" y="24590"/>
                  </a:lnTo>
                  <a:lnTo>
                    <a:pt x="304916" y="26229"/>
                  </a:lnTo>
                  <a:lnTo>
                    <a:pt x="306556" y="24590"/>
                  </a:lnTo>
                  <a:lnTo>
                    <a:pt x="304916" y="24590"/>
                  </a:lnTo>
                  <a:lnTo>
                    <a:pt x="304916" y="22951"/>
                  </a:lnTo>
                  <a:lnTo>
                    <a:pt x="306556" y="21311"/>
                  </a:lnTo>
                  <a:lnTo>
                    <a:pt x="309835" y="22951"/>
                  </a:lnTo>
                  <a:lnTo>
                    <a:pt x="309835" y="26229"/>
                  </a:lnTo>
                  <a:lnTo>
                    <a:pt x="311474" y="26229"/>
                  </a:lnTo>
                  <a:lnTo>
                    <a:pt x="314752" y="22951"/>
                  </a:lnTo>
                  <a:lnTo>
                    <a:pt x="318031" y="22951"/>
                  </a:lnTo>
                  <a:lnTo>
                    <a:pt x="319671" y="21311"/>
                  </a:lnTo>
                  <a:lnTo>
                    <a:pt x="322949" y="22951"/>
                  </a:lnTo>
                  <a:lnTo>
                    <a:pt x="327867" y="22951"/>
                  </a:lnTo>
                  <a:lnTo>
                    <a:pt x="331146" y="22951"/>
                  </a:lnTo>
                  <a:lnTo>
                    <a:pt x="334425" y="21311"/>
                  </a:lnTo>
                  <a:lnTo>
                    <a:pt x="336064" y="21311"/>
                  </a:lnTo>
                  <a:lnTo>
                    <a:pt x="339342" y="19672"/>
                  </a:lnTo>
                  <a:lnTo>
                    <a:pt x="342621" y="18033"/>
                  </a:lnTo>
                  <a:lnTo>
                    <a:pt x="345900" y="16393"/>
                  </a:lnTo>
                  <a:lnTo>
                    <a:pt x="347539" y="14754"/>
                  </a:lnTo>
                  <a:lnTo>
                    <a:pt x="349179" y="13115"/>
                  </a:lnTo>
                  <a:lnTo>
                    <a:pt x="350818" y="16393"/>
                  </a:lnTo>
                  <a:lnTo>
                    <a:pt x="350818" y="16393"/>
                  </a:lnTo>
                  <a:lnTo>
                    <a:pt x="350818" y="16393"/>
                  </a:lnTo>
                  <a:lnTo>
                    <a:pt x="350818" y="18033"/>
                  </a:lnTo>
                  <a:lnTo>
                    <a:pt x="350818" y="18033"/>
                  </a:lnTo>
                  <a:lnTo>
                    <a:pt x="352457" y="21311"/>
                  </a:lnTo>
                  <a:lnTo>
                    <a:pt x="354096" y="24590"/>
                  </a:lnTo>
                  <a:lnTo>
                    <a:pt x="355736" y="27869"/>
                  </a:lnTo>
                  <a:lnTo>
                    <a:pt x="355736" y="29508"/>
                  </a:lnTo>
                  <a:lnTo>
                    <a:pt x="357375" y="32787"/>
                  </a:lnTo>
                  <a:lnTo>
                    <a:pt x="359015" y="36065"/>
                  </a:lnTo>
                  <a:lnTo>
                    <a:pt x="360654" y="39344"/>
                  </a:lnTo>
                  <a:lnTo>
                    <a:pt x="360654" y="42623"/>
                  </a:lnTo>
                  <a:lnTo>
                    <a:pt x="362293" y="44262"/>
                  </a:lnTo>
                  <a:lnTo>
                    <a:pt x="362293" y="47541"/>
                  </a:lnTo>
                  <a:lnTo>
                    <a:pt x="363932" y="50819"/>
                  </a:lnTo>
                  <a:lnTo>
                    <a:pt x="365572" y="54098"/>
                  </a:lnTo>
                  <a:lnTo>
                    <a:pt x="367211" y="59016"/>
                  </a:lnTo>
                  <a:lnTo>
                    <a:pt x="368851" y="62295"/>
                  </a:lnTo>
                  <a:lnTo>
                    <a:pt x="370490" y="65573"/>
                  </a:lnTo>
                  <a:lnTo>
                    <a:pt x="370490" y="67213"/>
                  </a:lnTo>
                  <a:lnTo>
                    <a:pt x="372129" y="68852"/>
                  </a:lnTo>
                  <a:lnTo>
                    <a:pt x="373769" y="72131"/>
                  </a:lnTo>
                  <a:lnTo>
                    <a:pt x="373769" y="75409"/>
                  </a:lnTo>
                  <a:lnTo>
                    <a:pt x="375408" y="80327"/>
                  </a:lnTo>
                  <a:lnTo>
                    <a:pt x="377047" y="83606"/>
                  </a:lnTo>
                  <a:lnTo>
                    <a:pt x="378686" y="86885"/>
                  </a:lnTo>
                  <a:lnTo>
                    <a:pt x="378686" y="90164"/>
                  </a:lnTo>
                  <a:lnTo>
                    <a:pt x="378686" y="91803"/>
                  </a:lnTo>
                  <a:lnTo>
                    <a:pt x="380326" y="95082"/>
                  </a:lnTo>
                  <a:lnTo>
                    <a:pt x="380326" y="95082"/>
                  </a:lnTo>
                  <a:lnTo>
                    <a:pt x="378686" y="95082"/>
                  </a:lnTo>
                  <a:lnTo>
                    <a:pt x="377047" y="98360"/>
                  </a:lnTo>
                  <a:lnTo>
                    <a:pt x="373769" y="101639"/>
                  </a:lnTo>
                  <a:lnTo>
                    <a:pt x="373769" y="103278"/>
                  </a:lnTo>
                  <a:lnTo>
                    <a:pt x="373769" y="106557"/>
                  </a:lnTo>
                  <a:lnTo>
                    <a:pt x="373769" y="109836"/>
                  </a:lnTo>
                  <a:lnTo>
                    <a:pt x="372129" y="114754"/>
                  </a:lnTo>
                  <a:lnTo>
                    <a:pt x="372129" y="118032"/>
                  </a:lnTo>
                  <a:lnTo>
                    <a:pt x="372129" y="121311"/>
                  </a:lnTo>
                  <a:lnTo>
                    <a:pt x="372129" y="124589"/>
                  </a:lnTo>
                  <a:lnTo>
                    <a:pt x="370490" y="129508"/>
                  </a:lnTo>
                  <a:lnTo>
                    <a:pt x="370490" y="132786"/>
                  </a:lnTo>
                  <a:lnTo>
                    <a:pt x="368851" y="136065"/>
                  </a:lnTo>
                  <a:lnTo>
                    <a:pt x="367211" y="139344"/>
                  </a:lnTo>
                  <a:lnTo>
                    <a:pt x="365572" y="142622"/>
                  </a:lnTo>
                  <a:lnTo>
                    <a:pt x="365572" y="147540"/>
                  </a:lnTo>
                  <a:lnTo>
                    <a:pt x="365572" y="150819"/>
                  </a:lnTo>
                  <a:lnTo>
                    <a:pt x="367211" y="154098"/>
                  </a:lnTo>
                  <a:lnTo>
                    <a:pt x="367211" y="157376"/>
                  </a:lnTo>
                  <a:lnTo>
                    <a:pt x="367211" y="159016"/>
                  </a:lnTo>
                  <a:lnTo>
                    <a:pt x="365572" y="162294"/>
                  </a:lnTo>
                  <a:lnTo>
                    <a:pt x="362293" y="165573"/>
                  </a:lnTo>
                  <a:lnTo>
                    <a:pt x="360654" y="167212"/>
                  </a:lnTo>
                  <a:lnTo>
                    <a:pt x="360654" y="168852"/>
                  </a:lnTo>
                  <a:lnTo>
                    <a:pt x="360654" y="172130"/>
                  </a:lnTo>
                  <a:lnTo>
                    <a:pt x="359015" y="170491"/>
                  </a:lnTo>
                  <a:lnTo>
                    <a:pt x="355736" y="168852"/>
                  </a:lnTo>
                  <a:lnTo>
                    <a:pt x="352457" y="168852"/>
                  </a:lnTo>
                  <a:lnTo>
                    <a:pt x="349179" y="165573"/>
                  </a:lnTo>
                  <a:lnTo>
                    <a:pt x="344261" y="162294"/>
                  </a:lnTo>
                  <a:lnTo>
                    <a:pt x="340982" y="159016"/>
                  </a:lnTo>
                  <a:lnTo>
                    <a:pt x="337703" y="154098"/>
                  </a:lnTo>
                  <a:lnTo>
                    <a:pt x="336064" y="150819"/>
                  </a:lnTo>
                  <a:lnTo>
                    <a:pt x="332785" y="147540"/>
                  </a:lnTo>
                  <a:lnTo>
                    <a:pt x="332785" y="145901"/>
                  </a:lnTo>
                  <a:lnTo>
                    <a:pt x="327867" y="144262"/>
                  </a:lnTo>
                  <a:lnTo>
                    <a:pt x="326228" y="140983"/>
                  </a:lnTo>
                  <a:lnTo>
                    <a:pt x="322949" y="137704"/>
                  </a:lnTo>
                  <a:lnTo>
                    <a:pt x="322949" y="136065"/>
                  </a:lnTo>
                  <a:lnTo>
                    <a:pt x="321310" y="136065"/>
                  </a:lnTo>
                  <a:lnTo>
                    <a:pt x="319671" y="132786"/>
                  </a:lnTo>
                  <a:lnTo>
                    <a:pt x="319671" y="132786"/>
                  </a:lnTo>
                  <a:lnTo>
                    <a:pt x="318031" y="131147"/>
                  </a:lnTo>
                  <a:lnTo>
                    <a:pt x="319671" y="126229"/>
                  </a:lnTo>
                  <a:lnTo>
                    <a:pt x="318031" y="122950"/>
                  </a:lnTo>
                  <a:lnTo>
                    <a:pt x="318031" y="119672"/>
                  </a:lnTo>
                  <a:lnTo>
                    <a:pt x="316392" y="116393"/>
                  </a:lnTo>
                  <a:lnTo>
                    <a:pt x="314752" y="114754"/>
                  </a:lnTo>
                  <a:lnTo>
                    <a:pt x="313113" y="111475"/>
                  </a:lnTo>
                  <a:lnTo>
                    <a:pt x="309835" y="108196"/>
                  </a:lnTo>
                  <a:lnTo>
                    <a:pt x="304916" y="104917"/>
                  </a:lnTo>
                  <a:lnTo>
                    <a:pt x="303277" y="101639"/>
                  </a:lnTo>
                  <a:lnTo>
                    <a:pt x="303277" y="98360"/>
                  </a:lnTo>
                  <a:lnTo>
                    <a:pt x="299998" y="96721"/>
                  </a:lnTo>
                  <a:lnTo>
                    <a:pt x="298359" y="91803"/>
                  </a:lnTo>
                  <a:lnTo>
                    <a:pt x="296720" y="90164"/>
                  </a:lnTo>
                  <a:lnTo>
                    <a:pt x="296720" y="85245"/>
                  </a:lnTo>
                  <a:lnTo>
                    <a:pt x="296720" y="81967"/>
                  </a:lnTo>
                  <a:lnTo>
                    <a:pt x="295081" y="81967"/>
                  </a:lnTo>
                  <a:lnTo>
                    <a:pt x="295081" y="80327"/>
                  </a:lnTo>
                  <a:lnTo>
                    <a:pt x="295081" y="78688"/>
                  </a:lnTo>
                  <a:lnTo>
                    <a:pt x="293441" y="73770"/>
                  </a:lnTo>
                  <a:lnTo>
                    <a:pt x="291802" y="72131"/>
                  </a:lnTo>
                  <a:lnTo>
                    <a:pt x="291802" y="72131"/>
                  </a:lnTo>
                  <a:lnTo>
                    <a:pt x="290162" y="73770"/>
                  </a:lnTo>
                  <a:lnTo>
                    <a:pt x="288523" y="77049"/>
                  </a:lnTo>
                  <a:lnTo>
                    <a:pt x="288523" y="80327"/>
                  </a:lnTo>
                  <a:lnTo>
                    <a:pt x="285245" y="85245"/>
                  </a:lnTo>
                  <a:lnTo>
                    <a:pt x="285245" y="86885"/>
                  </a:lnTo>
                  <a:lnTo>
                    <a:pt x="285245" y="88524"/>
                  </a:lnTo>
                  <a:lnTo>
                    <a:pt x="285245" y="90164"/>
                  </a:lnTo>
                  <a:lnTo>
                    <a:pt x="288523" y="95082"/>
                  </a:lnTo>
                  <a:lnTo>
                    <a:pt x="290162" y="96721"/>
                  </a:lnTo>
                  <a:lnTo>
                    <a:pt x="293441" y="99999"/>
                  </a:lnTo>
                  <a:lnTo>
                    <a:pt x="295081" y="103278"/>
                  </a:lnTo>
                  <a:lnTo>
                    <a:pt x="296720" y="106557"/>
                  </a:lnTo>
                  <a:lnTo>
                    <a:pt x="298359" y="111475"/>
                  </a:lnTo>
                  <a:lnTo>
                    <a:pt x="296720" y="113114"/>
                  </a:lnTo>
                  <a:lnTo>
                    <a:pt x="296720" y="118032"/>
                  </a:lnTo>
                  <a:lnTo>
                    <a:pt x="299998" y="121311"/>
                  </a:lnTo>
                  <a:lnTo>
                    <a:pt x="301638" y="124589"/>
                  </a:lnTo>
                  <a:lnTo>
                    <a:pt x="304916" y="127868"/>
                  </a:lnTo>
                  <a:lnTo>
                    <a:pt x="306556" y="131147"/>
                  </a:lnTo>
                  <a:lnTo>
                    <a:pt x="308195" y="136065"/>
                  </a:lnTo>
                  <a:lnTo>
                    <a:pt x="311474" y="139344"/>
                  </a:lnTo>
                  <a:lnTo>
                    <a:pt x="311474" y="139344"/>
                  </a:lnTo>
                  <a:lnTo>
                    <a:pt x="313113" y="139344"/>
                  </a:lnTo>
                  <a:lnTo>
                    <a:pt x="313113" y="140983"/>
                  </a:lnTo>
                  <a:lnTo>
                    <a:pt x="314752" y="142622"/>
                  </a:lnTo>
                  <a:lnTo>
                    <a:pt x="314752" y="144262"/>
                  </a:lnTo>
                  <a:lnTo>
                    <a:pt x="316392" y="145901"/>
                  </a:lnTo>
                  <a:lnTo>
                    <a:pt x="318031" y="149179"/>
                  </a:lnTo>
                  <a:lnTo>
                    <a:pt x="321310" y="152458"/>
                  </a:lnTo>
                  <a:lnTo>
                    <a:pt x="321310" y="154098"/>
                  </a:lnTo>
                  <a:lnTo>
                    <a:pt x="322949" y="155737"/>
                  </a:lnTo>
                  <a:lnTo>
                    <a:pt x="324588" y="155737"/>
                  </a:lnTo>
                  <a:lnTo>
                    <a:pt x="327867" y="159016"/>
                  </a:lnTo>
                  <a:lnTo>
                    <a:pt x="331146" y="160655"/>
                  </a:lnTo>
                  <a:lnTo>
                    <a:pt x="334425" y="165573"/>
                  </a:lnTo>
                  <a:lnTo>
                    <a:pt x="334425" y="165573"/>
                  </a:lnTo>
                  <a:lnTo>
                    <a:pt x="334425" y="168852"/>
                  </a:lnTo>
                  <a:lnTo>
                    <a:pt x="331146" y="167212"/>
                  </a:lnTo>
                  <a:lnTo>
                    <a:pt x="334425" y="172130"/>
                  </a:lnTo>
                  <a:lnTo>
                    <a:pt x="334425" y="172130"/>
                  </a:lnTo>
                  <a:lnTo>
                    <a:pt x="336064" y="175409"/>
                  </a:lnTo>
                  <a:lnTo>
                    <a:pt x="336064" y="175409"/>
                  </a:lnTo>
                  <a:lnTo>
                    <a:pt x="334425" y="177048"/>
                  </a:lnTo>
                  <a:lnTo>
                    <a:pt x="334425" y="180327"/>
                  </a:lnTo>
                  <a:lnTo>
                    <a:pt x="339342" y="185245"/>
                  </a:lnTo>
                  <a:lnTo>
                    <a:pt x="340982" y="188524"/>
                  </a:lnTo>
                  <a:lnTo>
                    <a:pt x="344261" y="191802"/>
                  </a:lnTo>
                  <a:lnTo>
                    <a:pt x="345900" y="196720"/>
                  </a:lnTo>
                  <a:lnTo>
                    <a:pt x="345900" y="199999"/>
                  </a:lnTo>
                  <a:lnTo>
                    <a:pt x="349179" y="203278"/>
                  </a:lnTo>
                  <a:lnTo>
                    <a:pt x="350818" y="208196"/>
                  </a:lnTo>
                  <a:lnTo>
                    <a:pt x="354096" y="211474"/>
                  </a:lnTo>
                  <a:lnTo>
                    <a:pt x="350818" y="214753"/>
                  </a:lnTo>
                  <a:lnTo>
                    <a:pt x="350818" y="219671"/>
                  </a:lnTo>
                  <a:lnTo>
                    <a:pt x="354096" y="222950"/>
                  </a:lnTo>
                  <a:lnTo>
                    <a:pt x="357375" y="227868"/>
                  </a:lnTo>
                  <a:lnTo>
                    <a:pt x="359015" y="231146"/>
                  </a:lnTo>
                  <a:lnTo>
                    <a:pt x="360654" y="234425"/>
                  </a:lnTo>
                  <a:lnTo>
                    <a:pt x="362293" y="239343"/>
                  </a:lnTo>
                  <a:lnTo>
                    <a:pt x="363932" y="242622"/>
                  </a:lnTo>
                  <a:lnTo>
                    <a:pt x="367211" y="245901"/>
                  </a:lnTo>
                  <a:lnTo>
                    <a:pt x="368851" y="250819"/>
                  </a:lnTo>
                  <a:lnTo>
                    <a:pt x="370490" y="254097"/>
                  </a:lnTo>
                  <a:lnTo>
                    <a:pt x="373769" y="257376"/>
                  </a:lnTo>
                  <a:lnTo>
                    <a:pt x="377047" y="262294"/>
                  </a:lnTo>
                  <a:lnTo>
                    <a:pt x="378686" y="265573"/>
                  </a:lnTo>
                  <a:lnTo>
                    <a:pt x="380326" y="268851"/>
                  </a:lnTo>
                  <a:lnTo>
                    <a:pt x="381965" y="273769"/>
                  </a:lnTo>
                  <a:lnTo>
                    <a:pt x="383605" y="277048"/>
                  </a:lnTo>
                  <a:lnTo>
                    <a:pt x="386883" y="280326"/>
                  </a:lnTo>
                  <a:lnTo>
                    <a:pt x="388523" y="285244"/>
                  </a:lnTo>
                  <a:lnTo>
                    <a:pt x="390162" y="288523"/>
                  </a:lnTo>
                  <a:lnTo>
                    <a:pt x="393441" y="291802"/>
                  </a:lnTo>
                  <a:lnTo>
                    <a:pt x="395080" y="296720"/>
                  </a:lnTo>
                  <a:lnTo>
                    <a:pt x="395080" y="299999"/>
                  </a:lnTo>
                  <a:lnTo>
                    <a:pt x="395080" y="301638"/>
                  </a:lnTo>
                  <a:lnTo>
                    <a:pt x="398359" y="304916"/>
                  </a:lnTo>
                  <a:lnTo>
                    <a:pt x="399998" y="308195"/>
                  </a:lnTo>
                  <a:lnTo>
                    <a:pt x="401638" y="313113"/>
                  </a:lnTo>
                  <a:lnTo>
                    <a:pt x="403276" y="316392"/>
                  </a:lnTo>
                  <a:lnTo>
                    <a:pt x="406555" y="319671"/>
                  </a:lnTo>
                  <a:lnTo>
                    <a:pt x="409834" y="322949"/>
                  </a:lnTo>
                  <a:lnTo>
                    <a:pt x="413113" y="327867"/>
                  </a:lnTo>
                  <a:lnTo>
                    <a:pt x="414752" y="331146"/>
                  </a:lnTo>
                  <a:lnTo>
                    <a:pt x="418031" y="332785"/>
                  </a:lnTo>
                  <a:lnTo>
                    <a:pt x="422949" y="336064"/>
                  </a:lnTo>
                  <a:lnTo>
                    <a:pt x="424588" y="336064"/>
                  </a:lnTo>
                  <a:lnTo>
                    <a:pt x="427867" y="340982"/>
                  </a:lnTo>
                  <a:lnTo>
                    <a:pt x="422949" y="340982"/>
                  </a:lnTo>
                  <a:lnTo>
                    <a:pt x="419670" y="339343"/>
                  </a:lnTo>
                  <a:lnTo>
                    <a:pt x="416391" y="337703"/>
                  </a:lnTo>
                  <a:lnTo>
                    <a:pt x="414752" y="342621"/>
                  </a:lnTo>
                  <a:lnTo>
                    <a:pt x="414752" y="345900"/>
                  </a:lnTo>
                  <a:lnTo>
                    <a:pt x="416391" y="349179"/>
                  </a:lnTo>
                  <a:lnTo>
                    <a:pt x="416391" y="354097"/>
                  </a:lnTo>
                  <a:lnTo>
                    <a:pt x="416391" y="357375"/>
                  </a:lnTo>
                  <a:lnTo>
                    <a:pt x="416391" y="360654"/>
                  </a:lnTo>
                  <a:lnTo>
                    <a:pt x="418031" y="365572"/>
                  </a:lnTo>
                  <a:lnTo>
                    <a:pt x="419670" y="368851"/>
                  </a:lnTo>
                  <a:lnTo>
                    <a:pt x="419670" y="372129"/>
                  </a:lnTo>
                  <a:lnTo>
                    <a:pt x="421309" y="375408"/>
                  </a:lnTo>
                  <a:lnTo>
                    <a:pt x="419670" y="377047"/>
                  </a:lnTo>
                  <a:lnTo>
                    <a:pt x="418031" y="380326"/>
                  </a:lnTo>
                  <a:lnTo>
                    <a:pt x="414752" y="383605"/>
                  </a:lnTo>
                  <a:lnTo>
                    <a:pt x="409834" y="386883"/>
                  </a:lnTo>
                  <a:lnTo>
                    <a:pt x="406555" y="390162"/>
                  </a:lnTo>
                  <a:lnTo>
                    <a:pt x="401638" y="388523"/>
                  </a:lnTo>
                  <a:lnTo>
                    <a:pt x="398359" y="388523"/>
                  </a:lnTo>
                  <a:lnTo>
                    <a:pt x="396719" y="390162"/>
                  </a:lnTo>
                  <a:lnTo>
                    <a:pt x="395080" y="393441"/>
                  </a:lnTo>
                  <a:lnTo>
                    <a:pt x="393441" y="396719"/>
                  </a:lnTo>
                  <a:lnTo>
                    <a:pt x="393441" y="398359"/>
                  </a:lnTo>
                  <a:lnTo>
                    <a:pt x="393441" y="401637"/>
                  </a:lnTo>
                  <a:lnTo>
                    <a:pt x="391801" y="404916"/>
                  </a:lnTo>
                  <a:lnTo>
                    <a:pt x="390162" y="409834"/>
                  </a:lnTo>
                  <a:lnTo>
                    <a:pt x="386883" y="413113"/>
                  </a:lnTo>
                  <a:lnTo>
                    <a:pt x="381965" y="413113"/>
                  </a:lnTo>
                  <a:lnTo>
                    <a:pt x="378686" y="414752"/>
                  </a:lnTo>
                  <a:lnTo>
                    <a:pt x="373769" y="414752"/>
                  </a:lnTo>
                  <a:lnTo>
                    <a:pt x="370490" y="416391"/>
                  </a:lnTo>
                  <a:lnTo>
                    <a:pt x="368851" y="416391"/>
                  </a:lnTo>
                  <a:lnTo>
                    <a:pt x="367211" y="421309"/>
                  </a:lnTo>
                  <a:lnTo>
                    <a:pt x="365572" y="424588"/>
                  </a:lnTo>
                  <a:lnTo>
                    <a:pt x="365572" y="427867"/>
                  </a:lnTo>
                  <a:lnTo>
                    <a:pt x="363932" y="431146"/>
                  </a:lnTo>
                  <a:lnTo>
                    <a:pt x="362293" y="436063"/>
                  </a:lnTo>
                  <a:lnTo>
                    <a:pt x="359015" y="436063"/>
                  </a:lnTo>
                  <a:lnTo>
                    <a:pt x="354096" y="436063"/>
                  </a:lnTo>
                  <a:lnTo>
                    <a:pt x="350818" y="437703"/>
                  </a:lnTo>
                  <a:lnTo>
                    <a:pt x="347539" y="437703"/>
                  </a:lnTo>
                  <a:lnTo>
                    <a:pt x="342621" y="434424"/>
                  </a:lnTo>
                  <a:lnTo>
                    <a:pt x="339342" y="431146"/>
                  </a:lnTo>
                  <a:lnTo>
                    <a:pt x="334425" y="427867"/>
                  </a:lnTo>
                  <a:lnTo>
                    <a:pt x="331146" y="424588"/>
                  </a:lnTo>
                  <a:lnTo>
                    <a:pt x="331146" y="424588"/>
                  </a:lnTo>
                  <a:lnTo>
                    <a:pt x="326228" y="424588"/>
                  </a:lnTo>
                  <a:lnTo>
                    <a:pt x="326228" y="424588"/>
                  </a:lnTo>
                  <a:lnTo>
                    <a:pt x="322949" y="424588"/>
                  </a:lnTo>
                  <a:lnTo>
                    <a:pt x="318031" y="424588"/>
                  </a:lnTo>
                  <a:lnTo>
                    <a:pt x="311474" y="424588"/>
                  </a:lnTo>
                  <a:lnTo>
                    <a:pt x="306556" y="424588"/>
                  </a:lnTo>
                  <a:lnTo>
                    <a:pt x="303277" y="424588"/>
                  </a:lnTo>
                  <a:lnTo>
                    <a:pt x="296720" y="424588"/>
                  </a:lnTo>
                  <a:lnTo>
                    <a:pt x="295081" y="424588"/>
                  </a:lnTo>
                  <a:lnTo>
                    <a:pt x="291802" y="424588"/>
                  </a:lnTo>
                  <a:lnTo>
                    <a:pt x="286884" y="424588"/>
                  </a:lnTo>
                  <a:lnTo>
                    <a:pt x="281966" y="424588"/>
                  </a:lnTo>
                  <a:lnTo>
                    <a:pt x="275408" y="424588"/>
                  </a:lnTo>
                  <a:lnTo>
                    <a:pt x="272130" y="424588"/>
                  </a:lnTo>
                  <a:lnTo>
                    <a:pt x="267212" y="424588"/>
                  </a:lnTo>
                  <a:lnTo>
                    <a:pt x="267212" y="424588"/>
                  </a:lnTo>
                  <a:lnTo>
                    <a:pt x="267212" y="421309"/>
                  </a:lnTo>
                  <a:lnTo>
                    <a:pt x="268851" y="416391"/>
                  </a:lnTo>
                  <a:lnTo>
                    <a:pt x="267212" y="416391"/>
                  </a:lnTo>
                  <a:lnTo>
                    <a:pt x="267212" y="414752"/>
                  </a:lnTo>
                  <a:lnTo>
                    <a:pt x="263933" y="416391"/>
                  </a:lnTo>
                  <a:lnTo>
                    <a:pt x="262294" y="419670"/>
                  </a:lnTo>
                  <a:lnTo>
                    <a:pt x="260654" y="421309"/>
                  </a:lnTo>
                  <a:lnTo>
                    <a:pt x="260654" y="422949"/>
                  </a:lnTo>
                  <a:lnTo>
                    <a:pt x="257376" y="424588"/>
                  </a:lnTo>
                  <a:lnTo>
                    <a:pt x="252458" y="424588"/>
                  </a:lnTo>
                  <a:lnTo>
                    <a:pt x="249179" y="424588"/>
                  </a:lnTo>
                  <a:lnTo>
                    <a:pt x="244261" y="424588"/>
                  </a:lnTo>
                  <a:lnTo>
                    <a:pt x="240982" y="424588"/>
                  </a:lnTo>
                  <a:lnTo>
                    <a:pt x="234425" y="424588"/>
                  </a:lnTo>
                  <a:lnTo>
                    <a:pt x="231146" y="424588"/>
                  </a:lnTo>
                  <a:lnTo>
                    <a:pt x="226228" y="424588"/>
                  </a:lnTo>
                  <a:lnTo>
                    <a:pt x="222949" y="424588"/>
                  </a:lnTo>
                  <a:lnTo>
                    <a:pt x="219671" y="424588"/>
                  </a:lnTo>
                  <a:lnTo>
                    <a:pt x="214753" y="424588"/>
                  </a:lnTo>
                  <a:lnTo>
                    <a:pt x="211474" y="424588"/>
                  </a:lnTo>
                  <a:lnTo>
                    <a:pt x="209835" y="424588"/>
                  </a:lnTo>
                  <a:lnTo>
                    <a:pt x="206556" y="424588"/>
                  </a:lnTo>
                  <a:lnTo>
                    <a:pt x="201638" y="424588"/>
                  </a:lnTo>
                  <a:lnTo>
                    <a:pt x="196720" y="424588"/>
                  </a:lnTo>
                  <a:lnTo>
                    <a:pt x="191802" y="424588"/>
                  </a:lnTo>
                  <a:lnTo>
                    <a:pt x="186884" y="424588"/>
                  </a:lnTo>
                  <a:lnTo>
                    <a:pt x="181966" y="424588"/>
                  </a:lnTo>
                  <a:lnTo>
                    <a:pt x="178688" y="424588"/>
                  </a:lnTo>
                  <a:lnTo>
                    <a:pt x="173769" y="424588"/>
                  </a:lnTo>
                  <a:lnTo>
                    <a:pt x="170491" y="424588"/>
                  </a:lnTo>
                  <a:lnTo>
                    <a:pt x="167212" y="424588"/>
                  </a:lnTo>
                  <a:lnTo>
                    <a:pt x="162294" y="424588"/>
                  </a:lnTo>
                  <a:lnTo>
                    <a:pt x="159015" y="424588"/>
                  </a:lnTo>
                  <a:lnTo>
                    <a:pt x="152458" y="424588"/>
                  </a:lnTo>
                  <a:lnTo>
                    <a:pt x="149179" y="424588"/>
                  </a:lnTo>
                  <a:lnTo>
                    <a:pt x="144261" y="424588"/>
                  </a:lnTo>
                  <a:lnTo>
                    <a:pt x="137704" y="424588"/>
                  </a:lnTo>
                  <a:lnTo>
                    <a:pt x="132786" y="424588"/>
                  </a:lnTo>
                  <a:lnTo>
                    <a:pt x="127868" y="424588"/>
                  </a:lnTo>
                  <a:lnTo>
                    <a:pt x="122950" y="424588"/>
                  </a:lnTo>
                  <a:lnTo>
                    <a:pt x="118032" y="424588"/>
                  </a:lnTo>
                  <a:lnTo>
                    <a:pt x="114754" y="424588"/>
                  </a:lnTo>
                  <a:lnTo>
                    <a:pt x="113114" y="424588"/>
                  </a:lnTo>
                  <a:lnTo>
                    <a:pt x="111475" y="424588"/>
                  </a:lnTo>
                  <a:lnTo>
                    <a:pt x="106557" y="424588"/>
                  </a:lnTo>
                  <a:lnTo>
                    <a:pt x="101639" y="424588"/>
                  </a:lnTo>
                  <a:lnTo>
                    <a:pt x="95081" y="424588"/>
                  </a:lnTo>
                  <a:lnTo>
                    <a:pt x="91802" y="424588"/>
                  </a:lnTo>
                  <a:lnTo>
                    <a:pt x="88524" y="424588"/>
                  </a:lnTo>
                  <a:lnTo>
                    <a:pt x="83606" y="424588"/>
                  </a:lnTo>
                  <a:lnTo>
                    <a:pt x="78688" y="424588"/>
                  </a:lnTo>
                  <a:lnTo>
                    <a:pt x="75409" y="424588"/>
                  </a:lnTo>
                  <a:lnTo>
                    <a:pt x="68852" y="424588"/>
                  </a:lnTo>
                  <a:lnTo>
                    <a:pt x="62295" y="424588"/>
                  </a:lnTo>
                  <a:lnTo>
                    <a:pt x="57377" y="424588"/>
                  </a:lnTo>
                  <a:lnTo>
                    <a:pt x="50819" y="424588"/>
                  </a:lnTo>
                  <a:lnTo>
                    <a:pt x="47541" y="424588"/>
                  </a:lnTo>
                  <a:lnTo>
                    <a:pt x="42622" y="424588"/>
                  </a:lnTo>
                  <a:lnTo>
                    <a:pt x="37705" y="424588"/>
                  </a:lnTo>
                  <a:lnTo>
                    <a:pt x="31147" y="424588"/>
                  </a:lnTo>
                  <a:lnTo>
                    <a:pt x="27868" y="424588"/>
                  </a:lnTo>
                  <a:lnTo>
                    <a:pt x="22951" y="424588"/>
                  </a:lnTo>
                  <a:lnTo>
                    <a:pt x="22951" y="421309"/>
                  </a:lnTo>
                  <a:lnTo>
                    <a:pt x="22951" y="416391"/>
                  </a:lnTo>
                  <a:lnTo>
                    <a:pt x="22951" y="413113"/>
                  </a:lnTo>
                  <a:lnTo>
                    <a:pt x="22951" y="408195"/>
                  </a:lnTo>
                  <a:lnTo>
                    <a:pt x="22951" y="404916"/>
                  </a:lnTo>
                  <a:lnTo>
                    <a:pt x="21311" y="401637"/>
                  </a:lnTo>
                  <a:lnTo>
                    <a:pt x="21311" y="396719"/>
                  </a:lnTo>
                  <a:lnTo>
                    <a:pt x="21311" y="393441"/>
                  </a:lnTo>
                  <a:lnTo>
                    <a:pt x="21311" y="388523"/>
                  </a:lnTo>
                  <a:lnTo>
                    <a:pt x="21311" y="385244"/>
                  </a:lnTo>
                  <a:lnTo>
                    <a:pt x="21311" y="381966"/>
                  </a:lnTo>
                  <a:lnTo>
                    <a:pt x="21311" y="380326"/>
                  </a:lnTo>
                  <a:lnTo>
                    <a:pt x="21311" y="365572"/>
                  </a:lnTo>
                  <a:lnTo>
                    <a:pt x="21311" y="362293"/>
                  </a:lnTo>
                  <a:lnTo>
                    <a:pt x="21311" y="359015"/>
                  </a:lnTo>
                  <a:lnTo>
                    <a:pt x="21311" y="354097"/>
                  </a:lnTo>
                  <a:lnTo>
                    <a:pt x="21311" y="350818"/>
                  </a:lnTo>
                  <a:lnTo>
                    <a:pt x="21311" y="349179"/>
                  </a:lnTo>
                  <a:lnTo>
                    <a:pt x="19672" y="342621"/>
                  </a:lnTo>
                  <a:lnTo>
                    <a:pt x="19672" y="336064"/>
                  </a:lnTo>
                  <a:lnTo>
                    <a:pt x="19672" y="332785"/>
                  </a:lnTo>
                  <a:lnTo>
                    <a:pt x="19672" y="321310"/>
                  </a:lnTo>
                  <a:lnTo>
                    <a:pt x="19672" y="314753"/>
                  </a:lnTo>
                  <a:lnTo>
                    <a:pt x="19672" y="306556"/>
                  </a:lnTo>
                  <a:lnTo>
                    <a:pt x="19672" y="298359"/>
                  </a:lnTo>
                  <a:lnTo>
                    <a:pt x="19672" y="291802"/>
                  </a:lnTo>
                  <a:lnTo>
                    <a:pt x="19672" y="288523"/>
                  </a:lnTo>
                  <a:lnTo>
                    <a:pt x="19672" y="283605"/>
                  </a:lnTo>
                  <a:lnTo>
                    <a:pt x="19672" y="280326"/>
                  </a:lnTo>
                  <a:lnTo>
                    <a:pt x="18032" y="275409"/>
                  </a:lnTo>
                  <a:lnTo>
                    <a:pt x="18032" y="270491"/>
                  </a:lnTo>
                  <a:lnTo>
                    <a:pt x="18032" y="263933"/>
                  </a:lnTo>
                  <a:lnTo>
                    <a:pt x="18032" y="257376"/>
                  </a:lnTo>
                  <a:lnTo>
                    <a:pt x="18032" y="250819"/>
                  </a:lnTo>
                  <a:lnTo>
                    <a:pt x="18032" y="245901"/>
                  </a:lnTo>
                  <a:lnTo>
                    <a:pt x="18032" y="239343"/>
                  </a:lnTo>
                  <a:lnTo>
                    <a:pt x="18032" y="232786"/>
                  </a:lnTo>
                  <a:lnTo>
                    <a:pt x="16393" y="222950"/>
                  </a:lnTo>
                  <a:lnTo>
                    <a:pt x="16393" y="214753"/>
                  </a:lnTo>
                  <a:lnTo>
                    <a:pt x="16393" y="208196"/>
                  </a:lnTo>
                  <a:lnTo>
                    <a:pt x="16393" y="204917"/>
                  </a:lnTo>
                  <a:lnTo>
                    <a:pt x="16393" y="203278"/>
                  </a:lnTo>
                  <a:lnTo>
                    <a:pt x="16393" y="199999"/>
                  </a:lnTo>
                  <a:lnTo>
                    <a:pt x="16393" y="195081"/>
                  </a:lnTo>
                  <a:lnTo>
                    <a:pt x="16393" y="190163"/>
                  </a:lnTo>
                  <a:lnTo>
                    <a:pt x="16393" y="186884"/>
                  </a:lnTo>
                  <a:lnTo>
                    <a:pt x="16393" y="183606"/>
                  </a:lnTo>
                  <a:lnTo>
                    <a:pt x="16393" y="178688"/>
                  </a:lnTo>
                  <a:lnTo>
                    <a:pt x="16393" y="175409"/>
                  </a:lnTo>
                  <a:lnTo>
                    <a:pt x="14754" y="172130"/>
                  </a:lnTo>
                  <a:lnTo>
                    <a:pt x="14754" y="168852"/>
                  </a:lnTo>
                  <a:lnTo>
                    <a:pt x="14754" y="163934"/>
                  </a:lnTo>
                  <a:lnTo>
                    <a:pt x="14754" y="160655"/>
                  </a:lnTo>
                  <a:lnTo>
                    <a:pt x="14754" y="159016"/>
                  </a:lnTo>
                  <a:lnTo>
                    <a:pt x="14754" y="155737"/>
                  </a:lnTo>
                  <a:lnTo>
                    <a:pt x="14754" y="150819"/>
                  </a:lnTo>
                  <a:lnTo>
                    <a:pt x="14754" y="147540"/>
                  </a:lnTo>
                  <a:lnTo>
                    <a:pt x="14754" y="144262"/>
                  </a:lnTo>
                  <a:lnTo>
                    <a:pt x="14754" y="139344"/>
                  </a:lnTo>
                  <a:lnTo>
                    <a:pt x="14754" y="136065"/>
                  </a:lnTo>
                  <a:lnTo>
                    <a:pt x="13114" y="131147"/>
                  </a:lnTo>
                  <a:lnTo>
                    <a:pt x="13114" y="116393"/>
                  </a:lnTo>
                  <a:lnTo>
                    <a:pt x="13114" y="113114"/>
                  </a:lnTo>
                  <a:lnTo>
                    <a:pt x="13114" y="108196"/>
                  </a:lnTo>
                  <a:lnTo>
                    <a:pt x="13114" y="104917"/>
                  </a:lnTo>
                  <a:lnTo>
                    <a:pt x="11475" y="101639"/>
                  </a:lnTo>
                  <a:lnTo>
                    <a:pt x="9836" y="96721"/>
                  </a:lnTo>
                  <a:lnTo>
                    <a:pt x="8197" y="93442"/>
                  </a:lnTo>
                  <a:lnTo>
                    <a:pt x="8197" y="90164"/>
                  </a:lnTo>
                  <a:lnTo>
                    <a:pt x="8197" y="86885"/>
                  </a:lnTo>
                  <a:lnTo>
                    <a:pt x="6557" y="83606"/>
                  </a:lnTo>
                  <a:lnTo>
                    <a:pt x="6557" y="80327"/>
                  </a:lnTo>
                  <a:lnTo>
                    <a:pt x="4918" y="75409"/>
                  </a:lnTo>
                  <a:lnTo>
                    <a:pt x="3278" y="7213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8" name="Freeform 3587">
              <a:extLst>
                <a:ext uri="{FF2B5EF4-FFF2-40B4-BE49-F238E27FC236}">
                  <a16:creationId xmlns:a16="http://schemas.microsoft.com/office/drawing/2014/main" id="{ED273055-6BF9-1C49-929C-4E63E1ABB864}"/>
                </a:ext>
              </a:extLst>
            </p:cNvPr>
            <p:cNvSpPr/>
            <p:nvPr/>
          </p:nvSpPr>
          <p:spPr>
            <a:xfrm>
              <a:off x="6497637" y="4165716"/>
              <a:ext cx="422948" cy="473768"/>
            </a:xfrm>
            <a:custGeom>
              <a:avLst/>
              <a:gdLst>
                <a:gd name="connsiteX0" fmla="*/ 0 w 422948"/>
                <a:gd name="connsiteY0" fmla="*/ 177048 h 473768"/>
                <a:gd name="connsiteX1" fmla="*/ 0 w 422948"/>
                <a:gd name="connsiteY1" fmla="*/ 175409 h 473768"/>
                <a:gd name="connsiteX2" fmla="*/ 0 w 422948"/>
                <a:gd name="connsiteY2" fmla="*/ 172130 h 473768"/>
                <a:gd name="connsiteX3" fmla="*/ 0 w 422948"/>
                <a:gd name="connsiteY3" fmla="*/ 167212 h 473768"/>
                <a:gd name="connsiteX4" fmla="*/ 1639 w 422948"/>
                <a:gd name="connsiteY4" fmla="*/ 163934 h 473768"/>
                <a:gd name="connsiteX5" fmla="*/ 1639 w 422948"/>
                <a:gd name="connsiteY5" fmla="*/ 160655 h 473768"/>
                <a:gd name="connsiteX6" fmla="*/ 3279 w 422948"/>
                <a:gd name="connsiteY6" fmla="*/ 155737 h 473768"/>
                <a:gd name="connsiteX7" fmla="*/ 3279 w 422948"/>
                <a:gd name="connsiteY7" fmla="*/ 152458 h 473768"/>
                <a:gd name="connsiteX8" fmla="*/ 4918 w 422948"/>
                <a:gd name="connsiteY8" fmla="*/ 152458 h 473768"/>
                <a:gd name="connsiteX9" fmla="*/ 8197 w 422948"/>
                <a:gd name="connsiteY9" fmla="*/ 152458 h 473768"/>
                <a:gd name="connsiteX10" fmla="*/ 11476 w 422948"/>
                <a:gd name="connsiteY10" fmla="*/ 152458 h 473768"/>
                <a:gd name="connsiteX11" fmla="*/ 13114 w 422948"/>
                <a:gd name="connsiteY11" fmla="*/ 152458 h 473768"/>
                <a:gd name="connsiteX12" fmla="*/ 16393 w 422948"/>
                <a:gd name="connsiteY12" fmla="*/ 152458 h 473768"/>
                <a:gd name="connsiteX13" fmla="*/ 16393 w 422948"/>
                <a:gd name="connsiteY13" fmla="*/ 150819 h 473768"/>
                <a:gd name="connsiteX14" fmla="*/ 21311 w 422948"/>
                <a:gd name="connsiteY14" fmla="*/ 149180 h 473768"/>
                <a:gd name="connsiteX15" fmla="*/ 24590 w 422948"/>
                <a:gd name="connsiteY15" fmla="*/ 145901 h 473768"/>
                <a:gd name="connsiteX16" fmla="*/ 24590 w 422948"/>
                <a:gd name="connsiteY16" fmla="*/ 145901 h 473768"/>
                <a:gd name="connsiteX17" fmla="*/ 27869 w 422948"/>
                <a:gd name="connsiteY17" fmla="*/ 142622 h 473768"/>
                <a:gd name="connsiteX18" fmla="*/ 31147 w 422948"/>
                <a:gd name="connsiteY18" fmla="*/ 137704 h 473768"/>
                <a:gd name="connsiteX19" fmla="*/ 32787 w 422948"/>
                <a:gd name="connsiteY19" fmla="*/ 134425 h 473768"/>
                <a:gd name="connsiteX20" fmla="*/ 34426 w 422948"/>
                <a:gd name="connsiteY20" fmla="*/ 131147 h 473768"/>
                <a:gd name="connsiteX21" fmla="*/ 36066 w 422948"/>
                <a:gd name="connsiteY21" fmla="*/ 126229 h 473768"/>
                <a:gd name="connsiteX22" fmla="*/ 39344 w 422948"/>
                <a:gd name="connsiteY22" fmla="*/ 122950 h 473768"/>
                <a:gd name="connsiteX23" fmla="*/ 40983 w 422948"/>
                <a:gd name="connsiteY23" fmla="*/ 122950 h 473768"/>
                <a:gd name="connsiteX24" fmla="*/ 40983 w 422948"/>
                <a:gd name="connsiteY24" fmla="*/ 121311 h 473768"/>
                <a:gd name="connsiteX25" fmla="*/ 42623 w 422948"/>
                <a:gd name="connsiteY25" fmla="*/ 116393 h 473768"/>
                <a:gd name="connsiteX26" fmla="*/ 42623 w 422948"/>
                <a:gd name="connsiteY26" fmla="*/ 113114 h 473768"/>
                <a:gd name="connsiteX27" fmla="*/ 45901 w 422948"/>
                <a:gd name="connsiteY27" fmla="*/ 109835 h 473768"/>
                <a:gd name="connsiteX28" fmla="*/ 49180 w 422948"/>
                <a:gd name="connsiteY28" fmla="*/ 109835 h 473768"/>
                <a:gd name="connsiteX29" fmla="*/ 49180 w 422948"/>
                <a:gd name="connsiteY29" fmla="*/ 104917 h 473768"/>
                <a:gd name="connsiteX30" fmla="*/ 52459 w 422948"/>
                <a:gd name="connsiteY30" fmla="*/ 103278 h 473768"/>
                <a:gd name="connsiteX31" fmla="*/ 55737 w 422948"/>
                <a:gd name="connsiteY31" fmla="*/ 101639 h 473768"/>
                <a:gd name="connsiteX32" fmla="*/ 57377 w 422948"/>
                <a:gd name="connsiteY32" fmla="*/ 98360 h 473768"/>
                <a:gd name="connsiteX33" fmla="*/ 57377 w 422948"/>
                <a:gd name="connsiteY33" fmla="*/ 95081 h 473768"/>
                <a:gd name="connsiteX34" fmla="*/ 55737 w 422948"/>
                <a:gd name="connsiteY34" fmla="*/ 90164 h 473768"/>
                <a:gd name="connsiteX35" fmla="*/ 59016 w 422948"/>
                <a:gd name="connsiteY35" fmla="*/ 88524 h 473768"/>
                <a:gd name="connsiteX36" fmla="*/ 55737 w 422948"/>
                <a:gd name="connsiteY36" fmla="*/ 88524 h 473768"/>
                <a:gd name="connsiteX37" fmla="*/ 52459 w 422948"/>
                <a:gd name="connsiteY37" fmla="*/ 88524 h 473768"/>
                <a:gd name="connsiteX38" fmla="*/ 47541 w 422948"/>
                <a:gd name="connsiteY38" fmla="*/ 85245 h 473768"/>
                <a:gd name="connsiteX39" fmla="*/ 44262 w 422948"/>
                <a:gd name="connsiteY39" fmla="*/ 86885 h 473768"/>
                <a:gd name="connsiteX40" fmla="*/ 42623 w 422948"/>
                <a:gd name="connsiteY40" fmla="*/ 81967 h 473768"/>
                <a:gd name="connsiteX41" fmla="*/ 42623 w 422948"/>
                <a:gd name="connsiteY41" fmla="*/ 78688 h 473768"/>
                <a:gd name="connsiteX42" fmla="*/ 44262 w 422948"/>
                <a:gd name="connsiteY42" fmla="*/ 75410 h 473768"/>
                <a:gd name="connsiteX43" fmla="*/ 45901 w 422948"/>
                <a:gd name="connsiteY43" fmla="*/ 73770 h 473768"/>
                <a:gd name="connsiteX44" fmla="*/ 42623 w 422948"/>
                <a:gd name="connsiteY44" fmla="*/ 73770 h 473768"/>
                <a:gd name="connsiteX45" fmla="*/ 44262 w 422948"/>
                <a:gd name="connsiteY45" fmla="*/ 70491 h 473768"/>
                <a:gd name="connsiteX46" fmla="*/ 45901 w 422948"/>
                <a:gd name="connsiteY46" fmla="*/ 65573 h 473768"/>
                <a:gd name="connsiteX47" fmla="*/ 47541 w 422948"/>
                <a:gd name="connsiteY47" fmla="*/ 62295 h 473768"/>
                <a:gd name="connsiteX48" fmla="*/ 52459 w 422948"/>
                <a:gd name="connsiteY48" fmla="*/ 62295 h 473768"/>
                <a:gd name="connsiteX49" fmla="*/ 55737 w 422948"/>
                <a:gd name="connsiteY49" fmla="*/ 60655 h 473768"/>
                <a:gd name="connsiteX50" fmla="*/ 55737 w 422948"/>
                <a:gd name="connsiteY50" fmla="*/ 62295 h 473768"/>
                <a:gd name="connsiteX51" fmla="*/ 55737 w 422948"/>
                <a:gd name="connsiteY51" fmla="*/ 60655 h 473768"/>
                <a:gd name="connsiteX52" fmla="*/ 59016 w 422948"/>
                <a:gd name="connsiteY52" fmla="*/ 57377 h 473768"/>
                <a:gd name="connsiteX53" fmla="*/ 59016 w 422948"/>
                <a:gd name="connsiteY53" fmla="*/ 54098 h 473768"/>
                <a:gd name="connsiteX54" fmla="*/ 59016 w 422948"/>
                <a:gd name="connsiteY54" fmla="*/ 50820 h 473768"/>
                <a:gd name="connsiteX55" fmla="*/ 59016 w 422948"/>
                <a:gd name="connsiteY55" fmla="*/ 47541 h 473768"/>
                <a:gd name="connsiteX56" fmla="*/ 57377 w 422948"/>
                <a:gd name="connsiteY56" fmla="*/ 42623 h 473768"/>
                <a:gd name="connsiteX57" fmla="*/ 57377 w 422948"/>
                <a:gd name="connsiteY57" fmla="*/ 40983 h 473768"/>
                <a:gd name="connsiteX58" fmla="*/ 57377 w 422948"/>
                <a:gd name="connsiteY58" fmla="*/ 40983 h 473768"/>
                <a:gd name="connsiteX59" fmla="*/ 57377 w 422948"/>
                <a:gd name="connsiteY59" fmla="*/ 37705 h 473768"/>
                <a:gd name="connsiteX60" fmla="*/ 57377 w 422948"/>
                <a:gd name="connsiteY60" fmla="*/ 34426 h 473768"/>
                <a:gd name="connsiteX61" fmla="*/ 57377 w 422948"/>
                <a:gd name="connsiteY61" fmla="*/ 31147 h 473768"/>
                <a:gd name="connsiteX62" fmla="*/ 57377 w 422948"/>
                <a:gd name="connsiteY62" fmla="*/ 29508 h 473768"/>
                <a:gd name="connsiteX63" fmla="*/ 57377 w 422948"/>
                <a:gd name="connsiteY63" fmla="*/ 26229 h 473768"/>
                <a:gd name="connsiteX64" fmla="*/ 55737 w 422948"/>
                <a:gd name="connsiteY64" fmla="*/ 26229 h 473768"/>
                <a:gd name="connsiteX65" fmla="*/ 55737 w 422948"/>
                <a:gd name="connsiteY65" fmla="*/ 22951 h 473768"/>
                <a:gd name="connsiteX66" fmla="*/ 54098 w 422948"/>
                <a:gd name="connsiteY66" fmla="*/ 19672 h 473768"/>
                <a:gd name="connsiteX67" fmla="*/ 52459 w 422948"/>
                <a:gd name="connsiteY67" fmla="*/ 18033 h 473768"/>
                <a:gd name="connsiteX68" fmla="*/ 50820 w 422948"/>
                <a:gd name="connsiteY68" fmla="*/ 18033 h 473768"/>
                <a:gd name="connsiteX69" fmla="*/ 47541 w 422948"/>
                <a:gd name="connsiteY69" fmla="*/ 13114 h 473768"/>
                <a:gd name="connsiteX70" fmla="*/ 45901 w 422948"/>
                <a:gd name="connsiteY70" fmla="*/ 9836 h 473768"/>
                <a:gd name="connsiteX71" fmla="*/ 44262 w 422948"/>
                <a:gd name="connsiteY71" fmla="*/ 6557 h 473768"/>
                <a:gd name="connsiteX72" fmla="*/ 44262 w 422948"/>
                <a:gd name="connsiteY72" fmla="*/ 3278 h 473768"/>
                <a:gd name="connsiteX73" fmla="*/ 49180 w 422948"/>
                <a:gd name="connsiteY73" fmla="*/ 3278 h 473768"/>
                <a:gd name="connsiteX74" fmla="*/ 52459 w 422948"/>
                <a:gd name="connsiteY74" fmla="*/ 1639 h 473768"/>
                <a:gd name="connsiteX75" fmla="*/ 55737 w 422948"/>
                <a:gd name="connsiteY75" fmla="*/ 0 h 473768"/>
                <a:gd name="connsiteX76" fmla="*/ 57377 w 422948"/>
                <a:gd name="connsiteY76" fmla="*/ 0 h 473768"/>
                <a:gd name="connsiteX77" fmla="*/ 62295 w 422948"/>
                <a:gd name="connsiteY77" fmla="*/ 0 h 473768"/>
                <a:gd name="connsiteX78" fmla="*/ 65573 w 422948"/>
                <a:gd name="connsiteY78" fmla="*/ 0 h 473768"/>
                <a:gd name="connsiteX79" fmla="*/ 70491 w 422948"/>
                <a:gd name="connsiteY79" fmla="*/ 0 h 473768"/>
                <a:gd name="connsiteX80" fmla="*/ 75410 w 422948"/>
                <a:gd name="connsiteY80" fmla="*/ 0 h 473768"/>
                <a:gd name="connsiteX81" fmla="*/ 80327 w 422948"/>
                <a:gd name="connsiteY81" fmla="*/ 0 h 473768"/>
                <a:gd name="connsiteX82" fmla="*/ 85246 w 422948"/>
                <a:gd name="connsiteY82" fmla="*/ 0 h 473768"/>
                <a:gd name="connsiteX83" fmla="*/ 90164 w 422948"/>
                <a:gd name="connsiteY83" fmla="*/ 0 h 473768"/>
                <a:gd name="connsiteX84" fmla="*/ 93442 w 422948"/>
                <a:gd name="connsiteY84" fmla="*/ 0 h 473768"/>
                <a:gd name="connsiteX85" fmla="*/ 95081 w 422948"/>
                <a:gd name="connsiteY85" fmla="*/ 0 h 473768"/>
                <a:gd name="connsiteX86" fmla="*/ 96721 w 422948"/>
                <a:gd name="connsiteY86" fmla="*/ 0 h 473768"/>
                <a:gd name="connsiteX87" fmla="*/ 96721 w 422948"/>
                <a:gd name="connsiteY87" fmla="*/ 0 h 473768"/>
                <a:gd name="connsiteX88" fmla="*/ 101639 w 422948"/>
                <a:gd name="connsiteY88" fmla="*/ 0 h 473768"/>
                <a:gd name="connsiteX89" fmla="*/ 103278 w 422948"/>
                <a:gd name="connsiteY89" fmla="*/ 0 h 473768"/>
                <a:gd name="connsiteX90" fmla="*/ 106557 w 422948"/>
                <a:gd name="connsiteY90" fmla="*/ 0 h 473768"/>
                <a:gd name="connsiteX91" fmla="*/ 111475 w 422948"/>
                <a:gd name="connsiteY91" fmla="*/ 0 h 473768"/>
                <a:gd name="connsiteX92" fmla="*/ 114754 w 422948"/>
                <a:gd name="connsiteY92" fmla="*/ 0 h 473768"/>
                <a:gd name="connsiteX93" fmla="*/ 118032 w 422948"/>
                <a:gd name="connsiteY93" fmla="*/ 0 h 473768"/>
                <a:gd name="connsiteX94" fmla="*/ 122950 w 422948"/>
                <a:gd name="connsiteY94" fmla="*/ 0 h 473768"/>
                <a:gd name="connsiteX95" fmla="*/ 126229 w 422948"/>
                <a:gd name="connsiteY95" fmla="*/ 0 h 473768"/>
                <a:gd name="connsiteX96" fmla="*/ 129508 w 422948"/>
                <a:gd name="connsiteY96" fmla="*/ 0 h 473768"/>
                <a:gd name="connsiteX97" fmla="*/ 132786 w 422948"/>
                <a:gd name="connsiteY97" fmla="*/ 0 h 473768"/>
                <a:gd name="connsiteX98" fmla="*/ 136065 w 422948"/>
                <a:gd name="connsiteY98" fmla="*/ 0 h 473768"/>
                <a:gd name="connsiteX99" fmla="*/ 137704 w 422948"/>
                <a:gd name="connsiteY99" fmla="*/ 0 h 473768"/>
                <a:gd name="connsiteX100" fmla="*/ 140983 w 422948"/>
                <a:gd name="connsiteY100" fmla="*/ 0 h 473768"/>
                <a:gd name="connsiteX101" fmla="*/ 145901 w 422948"/>
                <a:gd name="connsiteY101" fmla="*/ 0 h 473768"/>
                <a:gd name="connsiteX102" fmla="*/ 149180 w 422948"/>
                <a:gd name="connsiteY102" fmla="*/ 0 h 473768"/>
                <a:gd name="connsiteX103" fmla="*/ 152458 w 422948"/>
                <a:gd name="connsiteY103" fmla="*/ 0 h 473768"/>
                <a:gd name="connsiteX104" fmla="*/ 157376 w 422948"/>
                <a:gd name="connsiteY104" fmla="*/ 0 h 473768"/>
                <a:gd name="connsiteX105" fmla="*/ 159016 w 422948"/>
                <a:gd name="connsiteY105" fmla="*/ 0 h 473768"/>
                <a:gd name="connsiteX106" fmla="*/ 162294 w 422948"/>
                <a:gd name="connsiteY106" fmla="*/ 0 h 473768"/>
                <a:gd name="connsiteX107" fmla="*/ 167213 w 422948"/>
                <a:gd name="connsiteY107" fmla="*/ 0 h 473768"/>
                <a:gd name="connsiteX108" fmla="*/ 172130 w 422948"/>
                <a:gd name="connsiteY108" fmla="*/ 0 h 473768"/>
                <a:gd name="connsiteX109" fmla="*/ 175409 w 422948"/>
                <a:gd name="connsiteY109" fmla="*/ 0 h 473768"/>
                <a:gd name="connsiteX110" fmla="*/ 177048 w 422948"/>
                <a:gd name="connsiteY110" fmla="*/ 0 h 473768"/>
                <a:gd name="connsiteX111" fmla="*/ 181966 w 422948"/>
                <a:gd name="connsiteY111" fmla="*/ 0 h 473768"/>
                <a:gd name="connsiteX112" fmla="*/ 183606 w 422948"/>
                <a:gd name="connsiteY112" fmla="*/ 1639 h 473768"/>
                <a:gd name="connsiteX113" fmla="*/ 186884 w 422948"/>
                <a:gd name="connsiteY113" fmla="*/ 4918 h 473768"/>
                <a:gd name="connsiteX114" fmla="*/ 190163 w 422948"/>
                <a:gd name="connsiteY114" fmla="*/ 6557 h 473768"/>
                <a:gd name="connsiteX115" fmla="*/ 195081 w 422948"/>
                <a:gd name="connsiteY115" fmla="*/ 9836 h 473768"/>
                <a:gd name="connsiteX116" fmla="*/ 198360 w 422948"/>
                <a:gd name="connsiteY116" fmla="*/ 11475 h 473768"/>
                <a:gd name="connsiteX117" fmla="*/ 198360 w 422948"/>
                <a:gd name="connsiteY117" fmla="*/ 11475 h 473768"/>
                <a:gd name="connsiteX118" fmla="*/ 201638 w 422948"/>
                <a:gd name="connsiteY118" fmla="*/ 14754 h 473768"/>
                <a:gd name="connsiteX119" fmla="*/ 204917 w 422948"/>
                <a:gd name="connsiteY119" fmla="*/ 16393 h 473768"/>
                <a:gd name="connsiteX120" fmla="*/ 208196 w 422948"/>
                <a:gd name="connsiteY120" fmla="*/ 18033 h 473768"/>
                <a:gd name="connsiteX121" fmla="*/ 211474 w 422948"/>
                <a:gd name="connsiteY121" fmla="*/ 21311 h 473768"/>
                <a:gd name="connsiteX122" fmla="*/ 216393 w 422948"/>
                <a:gd name="connsiteY122" fmla="*/ 22951 h 473768"/>
                <a:gd name="connsiteX123" fmla="*/ 219671 w 422948"/>
                <a:gd name="connsiteY123" fmla="*/ 26229 h 473768"/>
                <a:gd name="connsiteX124" fmla="*/ 222950 w 422948"/>
                <a:gd name="connsiteY124" fmla="*/ 27868 h 473768"/>
                <a:gd name="connsiteX125" fmla="*/ 226228 w 422948"/>
                <a:gd name="connsiteY125" fmla="*/ 29508 h 473768"/>
                <a:gd name="connsiteX126" fmla="*/ 229507 w 422948"/>
                <a:gd name="connsiteY126" fmla="*/ 32787 h 473768"/>
                <a:gd name="connsiteX127" fmla="*/ 232786 w 422948"/>
                <a:gd name="connsiteY127" fmla="*/ 34426 h 473768"/>
                <a:gd name="connsiteX128" fmla="*/ 236064 w 422948"/>
                <a:gd name="connsiteY128" fmla="*/ 36065 h 473768"/>
                <a:gd name="connsiteX129" fmla="*/ 240983 w 422948"/>
                <a:gd name="connsiteY129" fmla="*/ 39344 h 473768"/>
                <a:gd name="connsiteX130" fmla="*/ 244261 w 422948"/>
                <a:gd name="connsiteY130" fmla="*/ 40983 h 473768"/>
                <a:gd name="connsiteX131" fmla="*/ 247540 w 422948"/>
                <a:gd name="connsiteY131" fmla="*/ 44262 h 473768"/>
                <a:gd name="connsiteX132" fmla="*/ 252458 w 422948"/>
                <a:gd name="connsiteY132" fmla="*/ 45901 h 473768"/>
                <a:gd name="connsiteX133" fmla="*/ 255737 w 422948"/>
                <a:gd name="connsiteY133" fmla="*/ 49180 h 473768"/>
                <a:gd name="connsiteX134" fmla="*/ 257376 w 422948"/>
                <a:gd name="connsiteY134" fmla="*/ 50820 h 473768"/>
                <a:gd name="connsiteX135" fmla="*/ 259015 w 422948"/>
                <a:gd name="connsiteY135" fmla="*/ 50820 h 473768"/>
                <a:gd name="connsiteX136" fmla="*/ 259015 w 422948"/>
                <a:gd name="connsiteY136" fmla="*/ 50820 h 473768"/>
                <a:gd name="connsiteX137" fmla="*/ 260654 w 422948"/>
                <a:gd name="connsiteY137" fmla="*/ 50820 h 473768"/>
                <a:gd name="connsiteX138" fmla="*/ 263933 w 422948"/>
                <a:gd name="connsiteY138" fmla="*/ 54098 h 473768"/>
                <a:gd name="connsiteX139" fmla="*/ 267212 w 422948"/>
                <a:gd name="connsiteY139" fmla="*/ 55737 h 473768"/>
                <a:gd name="connsiteX140" fmla="*/ 272130 w 422948"/>
                <a:gd name="connsiteY140" fmla="*/ 59016 h 473768"/>
                <a:gd name="connsiteX141" fmla="*/ 275408 w 422948"/>
                <a:gd name="connsiteY141" fmla="*/ 60655 h 473768"/>
                <a:gd name="connsiteX142" fmla="*/ 278687 w 422948"/>
                <a:gd name="connsiteY142" fmla="*/ 63934 h 473768"/>
                <a:gd name="connsiteX143" fmla="*/ 281966 w 422948"/>
                <a:gd name="connsiteY143" fmla="*/ 65573 h 473768"/>
                <a:gd name="connsiteX144" fmla="*/ 286884 w 422948"/>
                <a:gd name="connsiteY144" fmla="*/ 68852 h 473768"/>
                <a:gd name="connsiteX145" fmla="*/ 286884 w 422948"/>
                <a:gd name="connsiteY145" fmla="*/ 68852 h 473768"/>
                <a:gd name="connsiteX146" fmla="*/ 291802 w 422948"/>
                <a:gd name="connsiteY146" fmla="*/ 72131 h 473768"/>
                <a:gd name="connsiteX147" fmla="*/ 295081 w 422948"/>
                <a:gd name="connsiteY147" fmla="*/ 73770 h 473768"/>
                <a:gd name="connsiteX148" fmla="*/ 296720 w 422948"/>
                <a:gd name="connsiteY148" fmla="*/ 75410 h 473768"/>
                <a:gd name="connsiteX149" fmla="*/ 296720 w 422948"/>
                <a:gd name="connsiteY149" fmla="*/ 75410 h 473768"/>
                <a:gd name="connsiteX150" fmla="*/ 301638 w 422948"/>
                <a:gd name="connsiteY150" fmla="*/ 78688 h 473768"/>
                <a:gd name="connsiteX151" fmla="*/ 304917 w 422948"/>
                <a:gd name="connsiteY151" fmla="*/ 80327 h 473768"/>
                <a:gd name="connsiteX152" fmla="*/ 308195 w 422948"/>
                <a:gd name="connsiteY152" fmla="*/ 81967 h 473768"/>
                <a:gd name="connsiteX153" fmla="*/ 311474 w 422948"/>
                <a:gd name="connsiteY153" fmla="*/ 85245 h 473768"/>
                <a:gd name="connsiteX154" fmla="*/ 316392 w 422948"/>
                <a:gd name="connsiteY154" fmla="*/ 86885 h 473768"/>
                <a:gd name="connsiteX155" fmla="*/ 319671 w 422948"/>
                <a:gd name="connsiteY155" fmla="*/ 90164 h 473768"/>
                <a:gd name="connsiteX156" fmla="*/ 321310 w 422948"/>
                <a:gd name="connsiteY156" fmla="*/ 90164 h 473768"/>
                <a:gd name="connsiteX157" fmla="*/ 322950 w 422948"/>
                <a:gd name="connsiteY157" fmla="*/ 93442 h 473768"/>
                <a:gd name="connsiteX158" fmla="*/ 322950 w 422948"/>
                <a:gd name="connsiteY158" fmla="*/ 96721 h 473768"/>
                <a:gd name="connsiteX159" fmla="*/ 322950 w 422948"/>
                <a:gd name="connsiteY159" fmla="*/ 101639 h 473768"/>
                <a:gd name="connsiteX160" fmla="*/ 322950 w 422948"/>
                <a:gd name="connsiteY160" fmla="*/ 101639 h 473768"/>
                <a:gd name="connsiteX161" fmla="*/ 322950 w 422948"/>
                <a:gd name="connsiteY161" fmla="*/ 103278 h 473768"/>
                <a:gd name="connsiteX162" fmla="*/ 321310 w 422948"/>
                <a:gd name="connsiteY162" fmla="*/ 104917 h 473768"/>
                <a:gd name="connsiteX163" fmla="*/ 318031 w 422948"/>
                <a:gd name="connsiteY163" fmla="*/ 108196 h 473768"/>
                <a:gd name="connsiteX164" fmla="*/ 319671 w 422948"/>
                <a:gd name="connsiteY164" fmla="*/ 111475 h 473768"/>
                <a:gd name="connsiteX165" fmla="*/ 322950 w 422948"/>
                <a:gd name="connsiteY165" fmla="*/ 111475 h 473768"/>
                <a:gd name="connsiteX166" fmla="*/ 324588 w 422948"/>
                <a:gd name="connsiteY166" fmla="*/ 113114 h 473768"/>
                <a:gd name="connsiteX167" fmla="*/ 324588 w 422948"/>
                <a:gd name="connsiteY167" fmla="*/ 116393 h 473768"/>
                <a:gd name="connsiteX168" fmla="*/ 326228 w 422948"/>
                <a:gd name="connsiteY168" fmla="*/ 118032 h 473768"/>
                <a:gd name="connsiteX169" fmla="*/ 329507 w 422948"/>
                <a:gd name="connsiteY169" fmla="*/ 121311 h 473768"/>
                <a:gd name="connsiteX170" fmla="*/ 332785 w 422948"/>
                <a:gd name="connsiteY170" fmla="*/ 124590 h 473768"/>
                <a:gd name="connsiteX171" fmla="*/ 337703 w 422948"/>
                <a:gd name="connsiteY171" fmla="*/ 127868 h 473768"/>
                <a:gd name="connsiteX172" fmla="*/ 340982 w 422948"/>
                <a:gd name="connsiteY172" fmla="*/ 131147 h 473768"/>
                <a:gd name="connsiteX173" fmla="*/ 344261 w 422948"/>
                <a:gd name="connsiteY173" fmla="*/ 132786 h 473768"/>
                <a:gd name="connsiteX174" fmla="*/ 349179 w 422948"/>
                <a:gd name="connsiteY174" fmla="*/ 136065 h 473768"/>
                <a:gd name="connsiteX175" fmla="*/ 352457 w 422948"/>
                <a:gd name="connsiteY175" fmla="*/ 139344 h 473768"/>
                <a:gd name="connsiteX176" fmla="*/ 352457 w 422948"/>
                <a:gd name="connsiteY176" fmla="*/ 139344 h 473768"/>
                <a:gd name="connsiteX177" fmla="*/ 355736 w 422948"/>
                <a:gd name="connsiteY177" fmla="*/ 142622 h 473768"/>
                <a:gd name="connsiteX178" fmla="*/ 360654 w 422948"/>
                <a:gd name="connsiteY178" fmla="*/ 145901 h 473768"/>
                <a:gd name="connsiteX179" fmla="*/ 363933 w 422948"/>
                <a:gd name="connsiteY179" fmla="*/ 149180 h 473768"/>
                <a:gd name="connsiteX180" fmla="*/ 367211 w 422948"/>
                <a:gd name="connsiteY180" fmla="*/ 152458 h 473768"/>
                <a:gd name="connsiteX181" fmla="*/ 370490 w 422948"/>
                <a:gd name="connsiteY181" fmla="*/ 155737 h 473768"/>
                <a:gd name="connsiteX182" fmla="*/ 375408 w 422948"/>
                <a:gd name="connsiteY182" fmla="*/ 159015 h 473768"/>
                <a:gd name="connsiteX183" fmla="*/ 377047 w 422948"/>
                <a:gd name="connsiteY183" fmla="*/ 159015 h 473768"/>
                <a:gd name="connsiteX184" fmla="*/ 380326 w 422948"/>
                <a:gd name="connsiteY184" fmla="*/ 162294 h 473768"/>
                <a:gd name="connsiteX185" fmla="*/ 380326 w 422948"/>
                <a:gd name="connsiteY185" fmla="*/ 165573 h 473768"/>
                <a:gd name="connsiteX186" fmla="*/ 380326 w 422948"/>
                <a:gd name="connsiteY186" fmla="*/ 168851 h 473768"/>
                <a:gd name="connsiteX187" fmla="*/ 377047 w 422948"/>
                <a:gd name="connsiteY187" fmla="*/ 173770 h 473768"/>
                <a:gd name="connsiteX188" fmla="*/ 377047 w 422948"/>
                <a:gd name="connsiteY188" fmla="*/ 177048 h 473768"/>
                <a:gd name="connsiteX189" fmla="*/ 377047 w 422948"/>
                <a:gd name="connsiteY189" fmla="*/ 180327 h 473768"/>
                <a:gd name="connsiteX190" fmla="*/ 375408 w 422948"/>
                <a:gd name="connsiteY190" fmla="*/ 183605 h 473768"/>
                <a:gd name="connsiteX191" fmla="*/ 375408 w 422948"/>
                <a:gd name="connsiteY191" fmla="*/ 188524 h 473768"/>
                <a:gd name="connsiteX192" fmla="*/ 373769 w 422948"/>
                <a:gd name="connsiteY192" fmla="*/ 191802 h 473768"/>
                <a:gd name="connsiteX193" fmla="*/ 370490 w 422948"/>
                <a:gd name="connsiteY193" fmla="*/ 195081 h 473768"/>
                <a:gd name="connsiteX194" fmla="*/ 370490 w 422948"/>
                <a:gd name="connsiteY194" fmla="*/ 196720 h 473768"/>
                <a:gd name="connsiteX195" fmla="*/ 370490 w 422948"/>
                <a:gd name="connsiteY195" fmla="*/ 199999 h 473768"/>
                <a:gd name="connsiteX196" fmla="*/ 368851 w 422948"/>
                <a:gd name="connsiteY196" fmla="*/ 203278 h 473768"/>
                <a:gd name="connsiteX197" fmla="*/ 367211 w 422948"/>
                <a:gd name="connsiteY197" fmla="*/ 208195 h 473768"/>
                <a:gd name="connsiteX198" fmla="*/ 365572 w 422948"/>
                <a:gd name="connsiteY198" fmla="*/ 211474 h 473768"/>
                <a:gd name="connsiteX199" fmla="*/ 365572 w 422948"/>
                <a:gd name="connsiteY199" fmla="*/ 216392 h 473768"/>
                <a:gd name="connsiteX200" fmla="*/ 363933 w 422948"/>
                <a:gd name="connsiteY200" fmla="*/ 219671 h 473768"/>
                <a:gd name="connsiteX201" fmla="*/ 362294 w 422948"/>
                <a:gd name="connsiteY201" fmla="*/ 221310 h 473768"/>
                <a:gd name="connsiteX202" fmla="*/ 363933 w 422948"/>
                <a:gd name="connsiteY202" fmla="*/ 224589 h 473768"/>
                <a:gd name="connsiteX203" fmla="*/ 365572 w 422948"/>
                <a:gd name="connsiteY203" fmla="*/ 227868 h 473768"/>
                <a:gd name="connsiteX204" fmla="*/ 365572 w 422948"/>
                <a:gd name="connsiteY204" fmla="*/ 229507 h 473768"/>
                <a:gd name="connsiteX205" fmla="*/ 365572 w 422948"/>
                <a:gd name="connsiteY205" fmla="*/ 234425 h 473768"/>
                <a:gd name="connsiteX206" fmla="*/ 365572 w 422948"/>
                <a:gd name="connsiteY206" fmla="*/ 237704 h 473768"/>
                <a:gd name="connsiteX207" fmla="*/ 365572 w 422948"/>
                <a:gd name="connsiteY207" fmla="*/ 237704 h 473768"/>
                <a:gd name="connsiteX208" fmla="*/ 370490 w 422948"/>
                <a:gd name="connsiteY208" fmla="*/ 242622 h 473768"/>
                <a:gd name="connsiteX209" fmla="*/ 373769 w 422948"/>
                <a:gd name="connsiteY209" fmla="*/ 244261 h 473768"/>
                <a:gd name="connsiteX210" fmla="*/ 377047 w 422948"/>
                <a:gd name="connsiteY210" fmla="*/ 247540 h 473768"/>
                <a:gd name="connsiteX211" fmla="*/ 380326 w 422948"/>
                <a:gd name="connsiteY211" fmla="*/ 250818 h 473768"/>
                <a:gd name="connsiteX212" fmla="*/ 381965 w 422948"/>
                <a:gd name="connsiteY212" fmla="*/ 255737 h 473768"/>
                <a:gd name="connsiteX213" fmla="*/ 381965 w 422948"/>
                <a:gd name="connsiteY213" fmla="*/ 259015 h 473768"/>
                <a:gd name="connsiteX214" fmla="*/ 385244 w 422948"/>
                <a:gd name="connsiteY214" fmla="*/ 259015 h 473768"/>
                <a:gd name="connsiteX215" fmla="*/ 390162 w 422948"/>
                <a:gd name="connsiteY215" fmla="*/ 260654 h 473768"/>
                <a:gd name="connsiteX216" fmla="*/ 391801 w 422948"/>
                <a:gd name="connsiteY216" fmla="*/ 265572 h 473768"/>
                <a:gd name="connsiteX217" fmla="*/ 391801 w 422948"/>
                <a:gd name="connsiteY217" fmla="*/ 267212 h 473768"/>
                <a:gd name="connsiteX218" fmla="*/ 390162 w 422948"/>
                <a:gd name="connsiteY218" fmla="*/ 270491 h 473768"/>
                <a:gd name="connsiteX219" fmla="*/ 386884 w 422948"/>
                <a:gd name="connsiteY219" fmla="*/ 273769 h 473768"/>
                <a:gd name="connsiteX220" fmla="*/ 385244 w 422948"/>
                <a:gd name="connsiteY220" fmla="*/ 278687 h 473768"/>
                <a:gd name="connsiteX221" fmla="*/ 383605 w 422948"/>
                <a:gd name="connsiteY221" fmla="*/ 281966 h 473768"/>
                <a:gd name="connsiteX222" fmla="*/ 381965 w 422948"/>
                <a:gd name="connsiteY222" fmla="*/ 286884 h 473768"/>
                <a:gd name="connsiteX223" fmla="*/ 380326 w 422948"/>
                <a:gd name="connsiteY223" fmla="*/ 290162 h 473768"/>
                <a:gd name="connsiteX224" fmla="*/ 380326 w 422948"/>
                <a:gd name="connsiteY224" fmla="*/ 293441 h 473768"/>
                <a:gd name="connsiteX225" fmla="*/ 381965 w 422948"/>
                <a:gd name="connsiteY225" fmla="*/ 298359 h 473768"/>
                <a:gd name="connsiteX226" fmla="*/ 380326 w 422948"/>
                <a:gd name="connsiteY226" fmla="*/ 301638 h 473768"/>
                <a:gd name="connsiteX227" fmla="*/ 383605 w 422948"/>
                <a:gd name="connsiteY227" fmla="*/ 299998 h 473768"/>
                <a:gd name="connsiteX228" fmla="*/ 383605 w 422948"/>
                <a:gd name="connsiteY228" fmla="*/ 299998 h 473768"/>
                <a:gd name="connsiteX229" fmla="*/ 386884 w 422948"/>
                <a:gd name="connsiteY229" fmla="*/ 299998 h 473768"/>
                <a:gd name="connsiteX230" fmla="*/ 386884 w 422948"/>
                <a:gd name="connsiteY230" fmla="*/ 301638 h 473768"/>
                <a:gd name="connsiteX231" fmla="*/ 386884 w 422948"/>
                <a:gd name="connsiteY231" fmla="*/ 304917 h 473768"/>
                <a:gd name="connsiteX232" fmla="*/ 386884 w 422948"/>
                <a:gd name="connsiteY232" fmla="*/ 309835 h 473768"/>
                <a:gd name="connsiteX233" fmla="*/ 386884 w 422948"/>
                <a:gd name="connsiteY233" fmla="*/ 309835 h 473768"/>
                <a:gd name="connsiteX234" fmla="*/ 385244 w 422948"/>
                <a:gd name="connsiteY234" fmla="*/ 313113 h 473768"/>
                <a:gd name="connsiteX235" fmla="*/ 385244 w 422948"/>
                <a:gd name="connsiteY235" fmla="*/ 313113 h 473768"/>
                <a:gd name="connsiteX236" fmla="*/ 383605 w 422948"/>
                <a:gd name="connsiteY236" fmla="*/ 318031 h 473768"/>
                <a:gd name="connsiteX237" fmla="*/ 380326 w 422948"/>
                <a:gd name="connsiteY237" fmla="*/ 321310 h 473768"/>
                <a:gd name="connsiteX238" fmla="*/ 380326 w 422948"/>
                <a:gd name="connsiteY238" fmla="*/ 324588 h 473768"/>
                <a:gd name="connsiteX239" fmla="*/ 381965 w 422948"/>
                <a:gd name="connsiteY239" fmla="*/ 327867 h 473768"/>
                <a:gd name="connsiteX240" fmla="*/ 380326 w 422948"/>
                <a:gd name="connsiteY240" fmla="*/ 332785 h 473768"/>
                <a:gd name="connsiteX241" fmla="*/ 383605 w 422948"/>
                <a:gd name="connsiteY241" fmla="*/ 336064 h 473768"/>
                <a:gd name="connsiteX242" fmla="*/ 383605 w 422948"/>
                <a:gd name="connsiteY242" fmla="*/ 339342 h 473768"/>
                <a:gd name="connsiteX243" fmla="*/ 383605 w 422948"/>
                <a:gd name="connsiteY243" fmla="*/ 340982 h 473768"/>
                <a:gd name="connsiteX244" fmla="*/ 386884 w 422948"/>
                <a:gd name="connsiteY244" fmla="*/ 344261 h 473768"/>
                <a:gd name="connsiteX245" fmla="*/ 388523 w 422948"/>
                <a:gd name="connsiteY245" fmla="*/ 349179 h 473768"/>
                <a:gd name="connsiteX246" fmla="*/ 383605 w 422948"/>
                <a:gd name="connsiteY246" fmla="*/ 349179 h 473768"/>
                <a:gd name="connsiteX247" fmla="*/ 388523 w 422948"/>
                <a:gd name="connsiteY247" fmla="*/ 350818 h 473768"/>
                <a:gd name="connsiteX248" fmla="*/ 388523 w 422948"/>
                <a:gd name="connsiteY248" fmla="*/ 355736 h 473768"/>
                <a:gd name="connsiteX249" fmla="*/ 388523 w 422948"/>
                <a:gd name="connsiteY249" fmla="*/ 359015 h 473768"/>
                <a:gd name="connsiteX250" fmla="*/ 391801 w 422948"/>
                <a:gd name="connsiteY250" fmla="*/ 359015 h 473768"/>
                <a:gd name="connsiteX251" fmla="*/ 393441 w 422948"/>
                <a:gd name="connsiteY251" fmla="*/ 362294 h 473768"/>
                <a:gd name="connsiteX252" fmla="*/ 393441 w 422948"/>
                <a:gd name="connsiteY252" fmla="*/ 367211 h 473768"/>
                <a:gd name="connsiteX253" fmla="*/ 390162 w 422948"/>
                <a:gd name="connsiteY253" fmla="*/ 372129 h 473768"/>
                <a:gd name="connsiteX254" fmla="*/ 393441 w 422948"/>
                <a:gd name="connsiteY254" fmla="*/ 375408 h 473768"/>
                <a:gd name="connsiteX255" fmla="*/ 395080 w 422948"/>
                <a:gd name="connsiteY255" fmla="*/ 378687 h 473768"/>
                <a:gd name="connsiteX256" fmla="*/ 396720 w 422948"/>
                <a:gd name="connsiteY256" fmla="*/ 383605 h 473768"/>
                <a:gd name="connsiteX257" fmla="*/ 395080 w 422948"/>
                <a:gd name="connsiteY257" fmla="*/ 386884 h 473768"/>
                <a:gd name="connsiteX258" fmla="*/ 399998 w 422948"/>
                <a:gd name="connsiteY258" fmla="*/ 390162 h 473768"/>
                <a:gd name="connsiteX259" fmla="*/ 398359 w 422948"/>
                <a:gd name="connsiteY259" fmla="*/ 393441 h 473768"/>
                <a:gd name="connsiteX260" fmla="*/ 396720 w 422948"/>
                <a:gd name="connsiteY260" fmla="*/ 398359 h 473768"/>
                <a:gd name="connsiteX261" fmla="*/ 396720 w 422948"/>
                <a:gd name="connsiteY261" fmla="*/ 398359 h 473768"/>
                <a:gd name="connsiteX262" fmla="*/ 399998 w 422948"/>
                <a:gd name="connsiteY262" fmla="*/ 398359 h 473768"/>
                <a:gd name="connsiteX263" fmla="*/ 403277 w 422948"/>
                <a:gd name="connsiteY263" fmla="*/ 399998 h 473768"/>
                <a:gd name="connsiteX264" fmla="*/ 404916 w 422948"/>
                <a:gd name="connsiteY264" fmla="*/ 403277 h 473768"/>
                <a:gd name="connsiteX265" fmla="*/ 404916 w 422948"/>
                <a:gd name="connsiteY265" fmla="*/ 406555 h 473768"/>
                <a:gd name="connsiteX266" fmla="*/ 406555 w 422948"/>
                <a:gd name="connsiteY266" fmla="*/ 406555 h 473768"/>
                <a:gd name="connsiteX267" fmla="*/ 406555 w 422948"/>
                <a:gd name="connsiteY267" fmla="*/ 403277 h 473768"/>
                <a:gd name="connsiteX268" fmla="*/ 408195 w 422948"/>
                <a:gd name="connsiteY268" fmla="*/ 403277 h 473768"/>
                <a:gd name="connsiteX269" fmla="*/ 411474 w 422948"/>
                <a:gd name="connsiteY269" fmla="*/ 406555 h 473768"/>
                <a:gd name="connsiteX270" fmla="*/ 413113 w 422948"/>
                <a:gd name="connsiteY270" fmla="*/ 409834 h 473768"/>
                <a:gd name="connsiteX271" fmla="*/ 418031 w 422948"/>
                <a:gd name="connsiteY271" fmla="*/ 409834 h 473768"/>
                <a:gd name="connsiteX272" fmla="*/ 419670 w 422948"/>
                <a:gd name="connsiteY272" fmla="*/ 413113 h 473768"/>
                <a:gd name="connsiteX273" fmla="*/ 422949 w 422948"/>
                <a:gd name="connsiteY273" fmla="*/ 411474 h 473768"/>
                <a:gd name="connsiteX274" fmla="*/ 422949 w 422948"/>
                <a:gd name="connsiteY274" fmla="*/ 414752 h 473768"/>
                <a:gd name="connsiteX275" fmla="*/ 422949 w 422948"/>
                <a:gd name="connsiteY275" fmla="*/ 419670 h 473768"/>
                <a:gd name="connsiteX276" fmla="*/ 421310 w 422948"/>
                <a:gd name="connsiteY276" fmla="*/ 421309 h 473768"/>
                <a:gd name="connsiteX277" fmla="*/ 416391 w 422948"/>
                <a:gd name="connsiteY277" fmla="*/ 422949 h 473768"/>
                <a:gd name="connsiteX278" fmla="*/ 413113 w 422948"/>
                <a:gd name="connsiteY278" fmla="*/ 426228 h 473768"/>
                <a:gd name="connsiteX279" fmla="*/ 409834 w 422948"/>
                <a:gd name="connsiteY279" fmla="*/ 429506 h 473768"/>
                <a:gd name="connsiteX280" fmla="*/ 406555 w 422948"/>
                <a:gd name="connsiteY280" fmla="*/ 432785 h 473768"/>
                <a:gd name="connsiteX281" fmla="*/ 403277 w 422948"/>
                <a:gd name="connsiteY281" fmla="*/ 434424 h 473768"/>
                <a:gd name="connsiteX282" fmla="*/ 399998 w 422948"/>
                <a:gd name="connsiteY282" fmla="*/ 436064 h 473768"/>
                <a:gd name="connsiteX283" fmla="*/ 396720 w 422948"/>
                <a:gd name="connsiteY283" fmla="*/ 439342 h 473768"/>
                <a:gd name="connsiteX284" fmla="*/ 391801 w 422948"/>
                <a:gd name="connsiteY284" fmla="*/ 439342 h 473768"/>
                <a:gd name="connsiteX285" fmla="*/ 388523 w 422948"/>
                <a:gd name="connsiteY285" fmla="*/ 440981 h 473768"/>
                <a:gd name="connsiteX286" fmla="*/ 385244 w 422948"/>
                <a:gd name="connsiteY286" fmla="*/ 444260 h 473768"/>
                <a:gd name="connsiteX287" fmla="*/ 380326 w 422948"/>
                <a:gd name="connsiteY287" fmla="*/ 445899 h 473768"/>
                <a:gd name="connsiteX288" fmla="*/ 377047 w 422948"/>
                <a:gd name="connsiteY288" fmla="*/ 449178 h 473768"/>
                <a:gd name="connsiteX289" fmla="*/ 373769 w 422948"/>
                <a:gd name="connsiteY289" fmla="*/ 449178 h 473768"/>
                <a:gd name="connsiteX290" fmla="*/ 368851 w 422948"/>
                <a:gd name="connsiteY290" fmla="*/ 449178 h 473768"/>
                <a:gd name="connsiteX291" fmla="*/ 365572 w 422948"/>
                <a:gd name="connsiteY291" fmla="*/ 449178 h 473768"/>
                <a:gd name="connsiteX292" fmla="*/ 362294 w 422948"/>
                <a:gd name="connsiteY292" fmla="*/ 450818 h 473768"/>
                <a:gd name="connsiteX293" fmla="*/ 359015 w 422948"/>
                <a:gd name="connsiteY293" fmla="*/ 452457 h 473768"/>
                <a:gd name="connsiteX294" fmla="*/ 355736 w 422948"/>
                <a:gd name="connsiteY294" fmla="*/ 454096 h 473768"/>
                <a:gd name="connsiteX295" fmla="*/ 350818 w 422948"/>
                <a:gd name="connsiteY295" fmla="*/ 457375 h 473768"/>
                <a:gd name="connsiteX296" fmla="*/ 347540 w 422948"/>
                <a:gd name="connsiteY296" fmla="*/ 460654 h 473768"/>
                <a:gd name="connsiteX297" fmla="*/ 344261 w 422948"/>
                <a:gd name="connsiteY297" fmla="*/ 459014 h 473768"/>
                <a:gd name="connsiteX298" fmla="*/ 339343 w 422948"/>
                <a:gd name="connsiteY298" fmla="*/ 455735 h 473768"/>
                <a:gd name="connsiteX299" fmla="*/ 336064 w 422948"/>
                <a:gd name="connsiteY299" fmla="*/ 454096 h 473768"/>
                <a:gd name="connsiteX300" fmla="*/ 332785 w 422948"/>
                <a:gd name="connsiteY300" fmla="*/ 452457 h 473768"/>
                <a:gd name="connsiteX301" fmla="*/ 331146 w 422948"/>
                <a:gd name="connsiteY301" fmla="*/ 454096 h 473768"/>
                <a:gd name="connsiteX302" fmla="*/ 327867 w 422948"/>
                <a:gd name="connsiteY302" fmla="*/ 454096 h 473768"/>
                <a:gd name="connsiteX303" fmla="*/ 324588 w 422948"/>
                <a:gd name="connsiteY303" fmla="*/ 455735 h 473768"/>
                <a:gd name="connsiteX304" fmla="*/ 322950 w 422948"/>
                <a:gd name="connsiteY304" fmla="*/ 460654 h 473768"/>
                <a:gd name="connsiteX305" fmla="*/ 321310 w 422948"/>
                <a:gd name="connsiteY305" fmla="*/ 463932 h 473768"/>
                <a:gd name="connsiteX306" fmla="*/ 318031 w 422948"/>
                <a:gd name="connsiteY306" fmla="*/ 467211 h 473768"/>
                <a:gd name="connsiteX307" fmla="*/ 314753 w 422948"/>
                <a:gd name="connsiteY307" fmla="*/ 470489 h 473768"/>
                <a:gd name="connsiteX308" fmla="*/ 311474 w 422948"/>
                <a:gd name="connsiteY308" fmla="*/ 470489 h 473768"/>
                <a:gd name="connsiteX309" fmla="*/ 308195 w 422948"/>
                <a:gd name="connsiteY309" fmla="*/ 473768 h 473768"/>
                <a:gd name="connsiteX310" fmla="*/ 304917 w 422948"/>
                <a:gd name="connsiteY310" fmla="*/ 473768 h 473768"/>
                <a:gd name="connsiteX311" fmla="*/ 301638 w 422948"/>
                <a:gd name="connsiteY311" fmla="*/ 473768 h 473768"/>
                <a:gd name="connsiteX312" fmla="*/ 298360 w 422948"/>
                <a:gd name="connsiteY312" fmla="*/ 472129 h 473768"/>
                <a:gd name="connsiteX313" fmla="*/ 293441 w 422948"/>
                <a:gd name="connsiteY313" fmla="*/ 470489 h 473768"/>
                <a:gd name="connsiteX314" fmla="*/ 290163 w 422948"/>
                <a:gd name="connsiteY314" fmla="*/ 467211 h 473768"/>
                <a:gd name="connsiteX315" fmla="*/ 286884 w 422948"/>
                <a:gd name="connsiteY315" fmla="*/ 467211 h 473768"/>
                <a:gd name="connsiteX316" fmla="*/ 283605 w 422948"/>
                <a:gd name="connsiteY316" fmla="*/ 467211 h 473768"/>
                <a:gd name="connsiteX317" fmla="*/ 280327 w 422948"/>
                <a:gd name="connsiteY317" fmla="*/ 470489 h 473768"/>
                <a:gd name="connsiteX318" fmla="*/ 277048 w 422948"/>
                <a:gd name="connsiteY318" fmla="*/ 473768 h 473768"/>
                <a:gd name="connsiteX319" fmla="*/ 272130 w 422948"/>
                <a:gd name="connsiteY319" fmla="*/ 473768 h 473768"/>
                <a:gd name="connsiteX320" fmla="*/ 268851 w 422948"/>
                <a:gd name="connsiteY320" fmla="*/ 472129 h 473768"/>
                <a:gd name="connsiteX321" fmla="*/ 265573 w 422948"/>
                <a:gd name="connsiteY321" fmla="*/ 472129 h 473768"/>
                <a:gd name="connsiteX322" fmla="*/ 262294 w 422948"/>
                <a:gd name="connsiteY322" fmla="*/ 473768 h 473768"/>
                <a:gd name="connsiteX323" fmla="*/ 259015 w 422948"/>
                <a:gd name="connsiteY323" fmla="*/ 470489 h 473768"/>
                <a:gd name="connsiteX324" fmla="*/ 255737 w 422948"/>
                <a:gd name="connsiteY324" fmla="*/ 465572 h 473768"/>
                <a:gd name="connsiteX325" fmla="*/ 250818 w 422948"/>
                <a:gd name="connsiteY325" fmla="*/ 463932 h 473768"/>
                <a:gd name="connsiteX326" fmla="*/ 247540 w 422948"/>
                <a:gd name="connsiteY326" fmla="*/ 460654 h 473768"/>
                <a:gd name="connsiteX327" fmla="*/ 244261 w 422948"/>
                <a:gd name="connsiteY327" fmla="*/ 462293 h 473768"/>
                <a:gd name="connsiteX328" fmla="*/ 239343 w 422948"/>
                <a:gd name="connsiteY328" fmla="*/ 463932 h 473768"/>
                <a:gd name="connsiteX329" fmla="*/ 236064 w 422948"/>
                <a:gd name="connsiteY329" fmla="*/ 468850 h 473768"/>
                <a:gd name="connsiteX330" fmla="*/ 232786 w 422948"/>
                <a:gd name="connsiteY330" fmla="*/ 468850 h 473768"/>
                <a:gd name="connsiteX331" fmla="*/ 229507 w 422948"/>
                <a:gd name="connsiteY331" fmla="*/ 467211 h 473768"/>
                <a:gd name="connsiteX332" fmla="*/ 226228 w 422948"/>
                <a:gd name="connsiteY332" fmla="*/ 467211 h 473768"/>
                <a:gd name="connsiteX333" fmla="*/ 221310 w 422948"/>
                <a:gd name="connsiteY333" fmla="*/ 467211 h 473768"/>
                <a:gd name="connsiteX334" fmla="*/ 216393 w 422948"/>
                <a:gd name="connsiteY334" fmla="*/ 467211 h 473768"/>
                <a:gd name="connsiteX335" fmla="*/ 213114 w 422948"/>
                <a:gd name="connsiteY335" fmla="*/ 467211 h 473768"/>
                <a:gd name="connsiteX336" fmla="*/ 211474 w 422948"/>
                <a:gd name="connsiteY336" fmla="*/ 467211 h 473768"/>
                <a:gd name="connsiteX337" fmla="*/ 211474 w 422948"/>
                <a:gd name="connsiteY337" fmla="*/ 463932 h 473768"/>
                <a:gd name="connsiteX338" fmla="*/ 209835 w 422948"/>
                <a:gd name="connsiteY338" fmla="*/ 460654 h 473768"/>
                <a:gd name="connsiteX339" fmla="*/ 206557 w 422948"/>
                <a:gd name="connsiteY339" fmla="*/ 455735 h 473768"/>
                <a:gd name="connsiteX340" fmla="*/ 203278 w 422948"/>
                <a:gd name="connsiteY340" fmla="*/ 452457 h 473768"/>
                <a:gd name="connsiteX341" fmla="*/ 199999 w 422948"/>
                <a:gd name="connsiteY341" fmla="*/ 449178 h 473768"/>
                <a:gd name="connsiteX342" fmla="*/ 198360 w 422948"/>
                <a:gd name="connsiteY342" fmla="*/ 445899 h 473768"/>
                <a:gd name="connsiteX343" fmla="*/ 198360 w 422948"/>
                <a:gd name="connsiteY343" fmla="*/ 440981 h 473768"/>
                <a:gd name="connsiteX344" fmla="*/ 199999 w 422948"/>
                <a:gd name="connsiteY344" fmla="*/ 437703 h 473768"/>
                <a:gd name="connsiteX345" fmla="*/ 199999 w 422948"/>
                <a:gd name="connsiteY345" fmla="*/ 434424 h 473768"/>
                <a:gd name="connsiteX346" fmla="*/ 201638 w 422948"/>
                <a:gd name="connsiteY346" fmla="*/ 429506 h 473768"/>
                <a:gd name="connsiteX347" fmla="*/ 199999 w 422948"/>
                <a:gd name="connsiteY347" fmla="*/ 426228 h 473768"/>
                <a:gd name="connsiteX348" fmla="*/ 198360 w 422948"/>
                <a:gd name="connsiteY348" fmla="*/ 422949 h 473768"/>
                <a:gd name="connsiteX349" fmla="*/ 198360 w 422948"/>
                <a:gd name="connsiteY349" fmla="*/ 421309 h 473768"/>
                <a:gd name="connsiteX350" fmla="*/ 198360 w 422948"/>
                <a:gd name="connsiteY350" fmla="*/ 418031 h 473768"/>
                <a:gd name="connsiteX351" fmla="*/ 198360 w 422948"/>
                <a:gd name="connsiteY351" fmla="*/ 414752 h 473768"/>
                <a:gd name="connsiteX352" fmla="*/ 198360 w 422948"/>
                <a:gd name="connsiteY352" fmla="*/ 409834 h 473768"/>
                <a:gd name="connsiteX353" fmla="*/ 196720 w 422948"/>
                <a:gd name="connsiteY353" fmla="*/ 406555 h 473768"/>
                <a:gd name="connsiteX354" fmla="*/ 196720 w 422948"/>
                <a:gd name="connsiteY354" fmla="*/ 403277 h 473768"/>
                <a:gd name="connsiteX355" fmla="*/ 196720 w 422948"/>
                <a:gd name="connsiteY355" fmla="*/ 398359 h 473768"/>
                <a:gd name="connsiteX356" fmla="*/ 196720 w 422948"/>
                <a:gd name="connsiteY356" fmla="*/ 398359 h 473768"/>
                <a:gd name="connsiteX357" fmla="*/ 193442 w 422948"/>
                <a:gd name="connsiteY357" fmla="*/ 393441 h 473768"/>
                <a:gd name="connsiteX358" fmla="*/ 191803 w 422948"/>
                <a:gd name="connsiteY358" fmla="*/ 390162 h 473768"/>
                <a:gd name="connsiteX359" fmla="*/ 188524 w 422948"/>
                <a:gd name="connsiteY359" fmla="*/ 386884 h 473768"/>
                <a:gd name="connsiteX360" fmla="*/ 185245 w 422948"/>
                <a:gd name="connsiteY360" fmla="*/ 381965 h 473768"/>
                <a:gd name="connsiteX361" fmla="*/ 181966 w 422948"/>
                <a:gd name="connsiteY361" fmla="*/ 378687 h 473768"/>
                <a:gd name="connsiteX362" fmla="*/ 178688 w 422948"/>
                <a:gd name="connsiteY362" fmla="*/ 375408 h 473768"/>
                <a:gd name="connsiteX363" fmla="*/ 175409 w 422948"/>
                <a:gd name="connsiteY363" fmla="*/ 378687 h 473768"/>
                <a:gd name="connsiteX364" fmla="*/ 175409 w 422948"/>
                <a:gd name="connsiteY364" fmla="*/ 380326 h 473768"/>
                <a:gd name="connsiteX365" fmla="*/ 173770 w 422948"/>
                <a:gd name="connsiteY365" fmla="*/ 385244 h 473768"/>
                <a:gd name="connsiteX366" fmla="*/ 173770 w 422948"/>
                <a:gd name="connsiteY366" fmla="*/ 385244 h 473768"/>
                <a:gd name="connsiteX367" fmla="*/ 170491 w 422948"/>
                <a:gd name="connsiteY367" fmla="*/ 381965 h 473768"/>
                <a:gd name="connsiteX368" fmla="*/ 167213 w 422948"/>
                <a:gd name="connsiteY368" fmla="*/ 378687 h 473768"/>
                <a:gd name="connsiteX369" fmla="*/ 165573 w 422948"/>
                <a:gd name="connsiteY369" fmla="*/ 380326 h 473768"/>
                <a:gd name="connsiteX370" fmla="*/ 162294 w 422948"/>
                <a:gd name="connsiteY370" fmla="*/ 380326 h 473768"/>
                <a:gd name="connsiteX371" fmla="*/ 157376 w 422948"/>
                <a:gd name="connsiteY371" fmla="*/ 381965 h 473768"/>
                <a:gd name="connsiteX372" fmla="*/ 154098 w 422948"/>
                <a:gd name="connsiteY372" fmla="*/ 378687 h 473768"/>
                <a:gd name="connsiteX373" fmla="*/ 150819 w 422948"/>
                <a:gd name="connsiteY373" fmla="*/ 375408 h 473768"/>
                <a:gd name="connsiteX374" fmla="*/ 145901 w 422948"/>
                <a:gd name="connsiteY374" fmla="*/ 375408 h 473768"/>
                <a:gd name="connsiteX375" fmla="*/ 142623 w 422948"/>
                <a:gd name="connsiteY375" fmla="*/ 375408 h 473768"/>
                <a:gd name="connsiteX376" fmla="*/ 139344 w 422948"/>
                <a:gd name="connsiteY376" fmla="*/ 372129 h 473768"/>
                <a:gd name="connsiteX377" fmla="*/ 136065 w 422948"/>
                <a:gd name="connsiteY377" fmla="*/ 372129 h 473768"/>
                <a:gd name="connsiteX378" fmla="*/ 132786 w 422948"/>
                <a:gd name="connsiteY378" fmla="*/ 370490 h 473768"/>
                <a:gd name="connsiteX379" fmla="*/ 129508 w 422948"/>
                <a:gd name="connsiteY379" fmla="*/ 368851 h 473768"/>
                <a:gd name="connsiteX380" fmla="*/ 129508 w 422948"/>
                <a:gd name="connsiteY380" fmla="*/ 368851 h 473768"/>
                <a:gd name="connsiteX381" fmla="*/ 129508 w 422948"/>
                <a:gd name="connsiteY381" fmla="*/ 367211 h 473768"/>
                <a:gd name="connsiteX382" fmla="*/ 127868 w 422948"/>
                <a:gd name="connsiteY382" fmla="*/ 365572 h 473768"/>
                <a:gd name="connsiteX383" fmla="*/ 124590 w 422948"/>
                <a:gd name="connsiteY383" fmla="*/ 365572 h 473768"/>
                <a:gd name="connsiteX384" fmla="*/ 121311 w 422948"/>
                <a:gd name="connsiteY384" fmla="*/ 365572 h 473768"/>
                <a:gd name="connsiteX385" fmla="*/ 118032 w 422948"/>
                <a:gd name="connsiteY385" fmla="*/ 360654 h 473768"/>
                <a:gd name="connsiteX386" fmla="*/ 114754 w 422948"/>
                <a:gd name="connsiteY386" fmla="*/ 359015 h 473768"/>
                <a:gd name="connsiteX387" fmla="*/ 111475 w 422948"/>
                <a:gd name="connsiteY387" fmla="*/ 359015 h 473768"/>
                <a:gd name="connsiteX388" fmla="*/ 108196 w 422948"/>
                <a:gd name="connsiteY388" fmla="*/ 357375 h 473768"/>
                <a:gd name="connsiteX389" fmla="*/ 103278 w 422948"/>
                <a:gd name="connsiteY389" fmla="*/ 355736 h 473768"/>
                <a:gd name="connsiteX390" fmla="*/ 101639 w 422948"/>
                <a:gd name="connsiteY390" fmla="*/ 355736 h 473768"/>
                <a:gd name="connsiteX391" fmla="*/ 98360 w 422948"/>
                <a:gd name="connsiteY391" fmla="*/ 354097 h 473768"/>
                <a:gd name="connsiteX392" fmla="*/ 95081 w 422948"/>
                <a:gd name="connsiteY392" fmla="*/ 349179 h 473768"/>
                <a:gd name="connsiteX393" fmla="*/ 91803 w 422948"/>
                <a:gd name="connsiteY393" fmla="*/ 349179 h 473768"/>
                <a:gd name="connsiteX394" fmla="*/ 90164 w 422948"/>
                <a:gd name="connsiteY394" fmla="*/ 350818 h 473768"/>
                <a:gd name="connsiteX395" fmla="*/ 88524 w 422948"/>
                <a:gd name="connsiteY395" fmla="*/ 350818 h 473768"/>
                <a:gd name="connsiteX396" fmla="*/ 85246 w 422948"/>
                <a:gd name="connsiteY396" fmla="*/ 345900 h 473768"/>
                <a:gd name="connsiteX397" fmla="*/ 83606 w 422948"/>
                <a:gd name="connsiteY397" fmla="*/ 342621 h 473768"/>
                <a:gd name="connsiteX398" fmla="*/ 80327 w 422948"/>
                <a:gd name="connsiteY398" fmla="*/ 339342 h 473768"/>
                <a:gd name="connsiteX399" fmla="*/ 78688 w 422948"/>
                <a:gd name="connsiteY399" fmla="*/ 337703 h 473768"/>
                <a:gd name="connsiteX400" fmla="*/ 75410 w 422948"/>
                <a:gd name="connsiteY400" fmla="*/ 336064 h 473768"/>
                <a:gd name="connsiteX401" fmla="*/ 72131 w 422948"/>
                <a:gd name="connsiteY401" fmla="*/ 336064 h 473768"/>
                <a:gd name="connsiteX402" fmla="*/ 68852 w 422948"/>
                <a:gd name="connsiteY402" fmla="*/ 336064 h 473768"/>
                <a:gd name="connsiteX403" fmla="*/ 68852 w 422948"/>
                <a:gd name="connsiteY403" fmla="*/ 336064 h 473768"/>
                <a:gd name="connsiteX404" fmla="*/ 63934 w 422948"/>
                <a:gd name="connsiteY404" fmla="*/ 336064 h 473768"/>
                <a:gd name="connsiteX405" fmla="*/ 60656 w 422948"/>
                <a:gd name="connsiteY405" fmla="*/ 332785 h 473768"/>
                <a:gd name="connsiteX406" fmla="*/ 57377 w 422948"/>
                <a:gd name="connsiteY406" fmla="*/ 329507 h 473768"/>
                <a:gd name="connsiteX407" fmla="*/ 55737 w 422948"/>
                <a:gd name="connsiteY407" fmla="*/ 326228 h 473768"/>
                <a:gd name="connsiteX408" fmla="*/ 54098 w 422948"/>
                <a:gd name="connsiteY408" fmla="*/ 321310 h 473768"/>
                <a:gd name="connsiteX409" fmla="*/ 52459 w 422948"/>
                <a:gd name="connsiteY409" fmla="*/ 318031 h 473768"/>
                <a:gd name="connsiteX410" fmla="*/ 52459 w 422948"/>
                <a:gd name="connsiteY410" fmla="*/ 314752 h 473768"/>
                <a:gd name="connsiteX411" fmla="*/ 50820 w 422948"/>
                <a:gd name="connsiteY411" fmla="*/ 311474 h 473768"/>
                <a:gd name="connsiteX412" fmla="*/ 50820 w 422948"/>
                <a:gd name="connsiteY412" fmla="*/ 308195 h 473768"/>
                <a:gd name="connsiteX413" fmla="*/ 49180 w 422948"/>
                <a:gd name="connsiteY413" fmla="*/ 304917 h 473768"/>
                <a:gd name="connsiteX414" fmla="*/ 45901 w 422948"/>
                <a:gd name="connsiteY414" fmla="*/ 299998 h 473768"/>
                <a:gd name="connsiteX415" fmla="*/ 44262 w 422948"/>
                <a:gd name="connsiteY415" fmla="*/ 296720 h 473768"/>
                <a:gd name="connsiteX416" fmla="*/ 42623 w 422948"/>
                <a:gd name="connsiteY416" fmla="*/ 293441 h 473768"/>
                <a:gd name="connsiteX417" fmla="*/ 40983 w 422948"/>
                <a:gd name="connsiteY417" fmla="*/ 288523 h 473768"/>
                <a:gd name="connsiteX418" fmla="*/ 40983 w 422948"/>
                <a:gd name="connsiteY418" fmla="*/ 285244 h 473768"/>
                <a:gd name="connsiteX419" fmla="*/ 39344 w 422948"/>
                <a:gd name="connsiteY419" fmla="*/ 281966 h 473768"/>
                <a:gd name="connsiteX420" fmla="*/ 39344 w 422948"/>
                <a:gd name="connsiteY420" fmla="*/ 277048 h 473768"/>
                <a:gd name="connsiteX421" fmla="*/ 37705 w 422948"/>
                <a:gd name="connsiteY421" fmla="*/ 273769 h 473768"/>
                <a:gd name="connsiteX422" fmla="*/ 34426 w 422948"/>
                <a:gd name="connsiteY422" fmla="*/ 270491 h 473768"/>
                <a:gd name="connsiteX423" fmla="*/ 32787 w 422948"/>
                <a:gd name="connsiteY423" fmla="*/ 265572 h 473768"/>
                <a:gd name="connsiteX424" fmla="*/ 29508 w 422948"/>
                <a:gd name="connsiteY424" fmla="*/ 262294 h 473768"/>
                <a:gd name="connsiteX425" fmla="*/ 26229 w 422948"/>
                <a:gd name="connsiteY425" fmla="*/ 259015 h 473768"/>
                <a:gd name="connsiteX426" fmla="*/ 24590 w 422948"/>
                <a:gd name="connsiteY426" fmla="*/ 257376 h 473768"/>
                <a:gd name="connsiteX427" fmla="*/ 21311 w 422948"/>
                <a:gd name="connsiteY427" fmla="*/ 255737 h 473768"/>
                <a:gd name="connsiteX428" fmla="*/ 18033 w 422948"/>
                <a:gd name="connsiteY428" fmla="*/ 252458 h 473768"/>
                <a:gd name="connsiteX429" fmla="*/ 14754 w 422948"/>
                <a:gd name="connsiteY429" fmla="*/ 249179 h 473768"/>
                <a:gd name="connsiteX430" fmla="*/ 13114 w 422948"/>
                <a:gd name="connsiteY430" fmla="*/ 244261 h 473768"/>
                <a:gd name="connsiteX431" fmla="*/ 11476 w 422948"/>
                <a:gd name="connsiteY431" fmla="*/ 240982 h 473768"/>
                <a:gd name="connsiteX432" fmla="*/ 8197 w 422948"/>
                <a:gd name="connsiteY432" fmla="*/ 237704 h 473768"/>
                <a:gd name="connsiteX433" fmla="*/ 6557 w 422948"/>
                <a:gd name="connsiteY433" fmla="*/ 234425 h 473768"/>
                <a:gd name="connsiteX434" fmla="*/ 6557 w 422948"/>
                <a:gd name="connsiteY434" fmla="*/ 229507 h 473768"/>
                <a:gd name="connsiteX435" fmla="*/ 6557 w 422948"/>
                <a:gd name="connsiteY435" fmla="*/ 226228 h 473768"/>
                <a:gd name="connsiteX436" fmla="*/ 4918 w 422948"/>
                <a:gd name="connsiteY436" fmla="*/ 222950 h 473768"/>
                <a:gd name="connsiteX437" fmla="*/ 4918 w 422948"/>
                <a:gd name="connsiteY437" fmla="*/ 218032 h 473768"/>
                <a:gd name="connsiteX438" fmla="*/ 8197 w 422948"/>
                <a:gd name="connsiteY438" fmla="*/ 214753 h 473768"/>
                <a:gd name="connsiteX439" fmla="*/ 9836 w 422948"/>
                <a:gd name="connsiteY439" fmla="*/ 211474 h 473768"/>
                <a:gd name="connsiteX440" fmla="*/ 9836 w 422948"/>
                <a:gd name="connsiteY440" fmla="*/ 208195 h 473768"/>
                <a:gd name="connsiteX441" fmla="*/ 9836 w 422948"/>
                <a:gd name="connsiteY441" fmla="*/ 203278 h 473768"/>
                <a:gd name="connsiteX442" fmla="*/ 8197 w 422948"/>
                <a:gd name="connsiteY442" fmla="*/ 199999 h 473768"/>
                <a:gd name="connsiteX443" fmla="*/ 6557 w 422948"/>
                <a:gd name="connsiteY443" fmla="*/ 196720 h 473768"/>
                <a:gd name="connsiteX444" fmla="*/ 6557 w 422948"/>
                <a:gd name="connsiteY444" fmla="*/ 191802 h 473768"/>
                <a:gd name="connsiteX445" fmla="*/ 4918 w 422948"/>
                <a:gd name="connsiteY445" fmla="*/ 188524 h 473768"/>
                <a:gd name="connsiteX446" fmla="*/ 3279 w 422948"/>
                <a:gd name="connsiteY446" fmla="*/ 185245 h 473768"/>
                <a:gd name="connsiteX447" fmla="*/ 1639 w 422948"/>
                <a:gd name="connsiteY447" fmla="*/ 180327 h 473768"/>
                <a:gd name="connsiteX448" fmla="*/ 0 w 422948"/>
                <a:gd name="connsiteY448" fmla="*/ 177048 h 473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</a:cxnLst>
              <a:rect l="l" t="t" r="r" b="b"/>
              <a:pathLst>
                <a:path w="422948" h="473768">
                  <a:moveTo>
                    <a:pt x="0" y="177048"/>
                  </a:moveTo>
                  <a:lnTo>
                    <a:pt x="0" y="175409"/>
                  </a:lnTo>
                  <a:lnTo>
                    <a:pt x="0" y="172130"/>
                  </a:lnTo>
                  <a:lnTo>
                    <a:pt x="0" y="167212"/>
                  </a:lnTo>
                  <a:lnTo>
                    <a:pt x="1639" y="163934"/>
                  </a:lnTo>
                  <a:lnTo>
                    <a:pt x="1639" y="160655"/>
                  </a:lnTo>
                  <a:lnTo>
                    <a:pt x="3279" y="155737"/>
                  </a:lnTo>
                  <a:lnTo>
                    <a:pt x="3279" y="152458"/>
                  </a:lnTo>
                  <a:lnTo>
                    <a:pt x="4918" y="152458"/>
                  </a:lnTo>
                  <a:lnTo>
                    <a:pt x="8197" y="152458"/>
                  </a:lnTo>
                  <a:lnTo>
                    <a:pt x="11476" y="152458"/>
                  </a:lnTo>
                  <a:lnTo>
                    <a:pt x="13114" y="152458"/>
                  </a:lnTo>
                  <a:lnTo>
                    <a:pt x="16393" y="152458"/>
                  </a:lnTo>
                  <a:lnTo>
                    <a:pt x="16393" y="150819"/>
                  </a:lnTo>
                  <a:lnTo>
                    <a:pt x="21311" y="149180"/>
                  </a:lnTo>
                  <a:lnTo>
                    <a:pt x="24590" y="145901"/>
                  </a:lnTo>
                  <a:lnTo>
                    <a:pt x="24590" y="145901"/>
                  </a:lnTo>
                  <a:lnTo>
                    <a:pt x="27869" y="142622"/>
                  </a:lnTo>
                  <a:lnTo>
                    <a:pt x="31147" y="137704"/>
                  </a:lnTo>
                  <a:lnTo>
                    <a:pt x="32787" y="134425"/>
                  </a:lnTo>
                  <a:lnTo>
                    <a:pt x="34426" y="131147"/>
                  </a:lnTo>
                  <a:lnTo>
                    <a:pt x="36066" y="126229"/>
                  </a:lnTo>
                  <a:lnTo>
                    <a:pt x="39344" y="122950"/>
                  </a:lnTo>
                  <a:lnTo>
                    <a:pt x="40983" y="122950"/>
                  </a:lnTo>
                  <a:lnTo>
                    <a:pt x="40983" y="121311"/>
                  </a:lnTo>
                  <a:lnTo>
                    <a:pt x="42623" y="116393"/>
                  </a:lnTo>
                  <a:lnTo>
                    <a:pt x="42623" y="113114"/>
                  </a:lnTo>
                  <a:lnTo>
                    <a:pt x="45901" y="109835"/>
                  </a:lnTo>
                  <a:lnTo>
                    <a:pt x="49180" y="109835"/>
                  </a:lnTo>
                  <a:lnTo>
                    <a:pt x="49180" y="104917"/>
                  </a:lnTo>
                  <a:lnTo>
                    <a:pt x="52459" y="103278"/>
                  </a:lnTo>
                  <a:lnTo>
                    <a:pt x="55737" y="101639"/>
                  </a:lnTo>
                  <a:lnTo>
                    <a:pt x="57377" y="98360"/>
                  </a:lnTo>
                  <a:lnTo>
                    <a:pt x="57377" y="95081"/>
                  </a:lnTo>
                  <a:lnTo>
                    <a:pt x="55737" y="90164"/>
                  </a:lnTo>
                  <a:lnTo>
                    <a:pt x="59016" y="88524"/>
                  </a:lnTo>
                  <a:lnTo>
                    <a:pt x="55737" y="88524"/>
                  </a:lnTo>
                  <a:lnTo>
                    <a:pt x="52459" y="88524"/>
                  </a:lnTo>
                  <a:lnTo>
                    <a:pt x="47541" y="85245"/>
                  </a:lnTo>
                  <a:lnTo>
                    <a:pt x="44262" y="86885"/>
                  </a:lnTo>
                  <a:lnTo>
                    <a:pt x="42623" y="81967"/>
                  </a:lnTo>
                  <a:lnTo>
                    <a:pt x="42623" y="78688"/>
                  </a:lnTo>
                  <a:lnTo>
                    <a:pt x="44262" y="75410"/>
                  </a:lnTo>
                  <a:lnTo>
                    <a:pt x="45901" y="73770"/>
                  </a:lnTo>
                  <a:lnTo>
                    <a:pt x="42623" y="73770"/>
                  </a:lnTo>
                  <a:lnTo>
                    <a:pt x="44262" y="70491"/>
                  </a:lnTo>
                  <a:lnTo>
                    <a:pt x="45901" y="65573"/>
                  </a:lnTo>
                  <a:lnTo>
                    <a:pt x="47541" y="62295"/>
                  </a:lnTo>
                  <a:lnTo>
                    <a:pt x="52459" y="62295"/>
                  </a:lnTo>
                  <a:lnTo>
                    <a:pt x="55737" y="60655"/>
                  </a:lnTo>
                  <a:lnTo>
                    <a:pt x="55737" y="62295"/>
                  </a:lnTo>
                  <a:lnTo>
                    <a:pt x="55737" y="60655"/>
                  </a:lnTo>
                  <a:lnTo>
                    <a:pt x="59016" y="57377"/>
                  </a:lnTo>
                  <a:lnTo>
                    <a:pt x="59016" y="54098"/>
                  </a:lnTo>
                  <a:lnTo>
                    <a:pt x="59016" y="50820"/>
                  </a:lnTo>
                  <a:lnTo>
                    <a:pt x="59016" y="47541"/>
                  </a:lnTo>
                  <a:lnTo>
                    <a:pt x="57377" y="42623"/>
                  </a:lnTo>
                  <a:lnTo>
                    <a:pt x="57377" y="40983"/>
                  </a:lnTo>
                  <a:lnTo>
                    <a:pt x="57377" y="40983"/>
                  </a:lnTo>
                  <a:lnTo>
                    <a:pt x="57377" y="37705"/>
                  </a:lnTo>
                  <a:lnTo>
                    <a:pt x="57377" y="34426"/>
                  </a:lnTo>
                  <a:lnTo>
                    <a:pt x="57377" y="31147"/>
                  </a:lnTo>
                  <a:lnTo>
                    <a:pt x="57377" y="29508"/>
                  </a:lnTo>
                  <a:lnTo>
                    <a:pt x="57377" y="26229"/>
                  </a:lnTo>
                  <a:lnTo>
                    <a:pt x="55737" y="26229"/>
                  </a:lnTo>
                  <a:lnTo>
                    <a:pt x="55737" y="22951"/>
                  </a:lnTo>
                  <a:lnTo>
                    <a:pt x="54098" y="19672"/>
                  </a:lnTo>
                  <a:lnTo>
                    <a:pt x="52459" y="18033"/>
                  </a:lnTo>
                  <a:lnTo>
                    <a:pt x="50820" y="18033"/>
                  </a:lnTo>
                  <a:lnTo>
                    <a:pt x="47541" y="13114"/>
                  </a:lnTo>
                  <a:lnTo>
                    <a:pt x="45901" y="9836"/>
                  </a:lnTo>
                  <a:lnTo>
                    <a:pt x="44262" y="6557"/>
                  </a:lnTo>
                  <a:lnTo>
                    <a:pt x="44262" y="3278"/>
                  </a:lnTo>
                  <a:lnTo>
                    <a:pt x="49180" y="3278"/>
                  </a:lnTo>
                  <a:lnTo>
                    <a:pt x="52459" y="1639"/>
                  </a:lnTo>
                  <a:lnTo>
                    <a:pt x="55737" y="0"/>
                  </a:lnTo>
                  <a:lnTo>
                    <a:pt x="57377" y="0"/>
                  </a:lnTo>
                  <a:lnTo>
                    <a:pt x="62295" y="0"/>
                  </a:lnTo>
                  <a:lnTo>
                    <a:pt x="65573" y="0"/>
                  </a:lnTo>
                  <a:lnTo>
                    <a:pt x="70491" y="0"/>
                  </a:lnTo>
                  <a:lnTo>
                    <a:pt x="75410" y="0"/>
                  </a:lnTo>
                  <a:lnTo>
                    <a:pt x="80327" y="0"/>
                  </a:lnTo>
                  <a:lnTo>
                    <a:pt x="85246" y="0"/>
                  </a:lnTo>
                  <a:lnTo>
                    <a:pt x="90164" y="0"/>
                  </a:lnTo>
                  <a:lnTo>
                    <a:pt x="93442" y="0"/>
                  </a:lnTo>
                  <a:lnTo>
                    <a:pt x="95081" y="0"/>
                  </a:lnTo>
                  <a:lnTo>
                    <a:pt x="96721" y="0"/>
                  </a:lnTo>
                  <a:lnTo>
                    <a:pt x="96721" y="0"/>
                  </a:lnTo>
                  <a:lnTo>
                    <a:pt x="101639" y="0"/>
                  </a:lnTo>
                  <a:lnTo>
                    <a:pt x="103278" y="0"/>
                  </a:lnTo>
                  <a:lnTo>
                    <a:pt x="106557" y="0"/>
                  </a:lnTo>
                  <a:lnTo>
                    <a:pt x="111475" y="0"/>
                  </a:lnTo>
                  <a:lnTo>
                    <a:pt x="114754" y="0"/>
                  </a:lnTo>
                  <a:lnTo>
                    <a:pt x="118032" y="0"/>
                  </a:lnTo>
                  <a:lnTo>
                    <a:pt x="122950" y="0"/>
                  </a:lnTo>
                  <a:lnTo>
                    <a:pt x="126229" y="0"/>
                  </a:lnTo>
                  <a:lnTo>
                    <a:pt x="129508" y="0"/>
                  </a:lnTo>
                  <a:lnTo>
                    <a:pt x="132786" y="0"/>
                  </a:lnTo>
                  <a:lnTo>
                    <a:pt x="136065" y="0"/>
                  </a:lnTo>
                  <a:lnTo>
                    <a:pt x="137704" y="0"/>
                  </a:lnTo>
                  <a:lnTo>
                    <a:pt x="140983" y="0"/>
                  </a:lnTo>
                  <a:lnTo>
                    <a:pt x="145901" y="0"/>
                  </a:lnTo>
                  <a:lnTo>
                    <a:pt x="149180" y="0"/>
                  </a:lnTo>
                  <a:lnTo>
                    <a:pt x="152458" y="0"/>
                  </a:lnTo>
                  <a:lnTo>
                    <a:pt x="157376" y="0"/>
                  </a:lnTo>
                  <a:lnTo>
                    <a:pt x="159016" y="0"/>
                  </a:lnTo>
                  <a:lnTo>
                    <a:pt x="162294" y="0"/>
                  </a:lnTo>
                  <a:lnTo>
                    <a:pt x="167213" y="0"/>
                  </a:lnTo>
                  <a:lnTo>
                    <a:pt x="172130" y="0"/>
                  </a:lnTo>
                  <a:lnTo>
                    <a:pt x="175409" y="0"/>
                  </a:lnTo>
                  <a:lnTo>
                    <a:pt x="177048" y="0"/>
                  </a:lnTo>
                  <a:lnTo>
                    <a:pt x="181966" y="0"/>
                  </a:lnTo>
                  <a:lnTo>
                    <a:pt x="183606" y="1639"/>
                  </a:lnTo>
                  <a:lnTo>
                    <a:pt x="186884" y="4918"/>
                  </a:lnTo>
                  <a:lnTo>
                    <a:pt x="190163" y="6557"/>
                  </a:lnTo>
                  <a:lnTo>
                    <a:pt x="195081" y="9836"/>
                  </a:lnTo>
                  <a:lnTo>
                    <a:pt x="198360" y="11475"/>
                  </a:lnTo>
                  <a:lnTo>
                    <a:pt x="198360" y="11475"/>
                  </a:lnTo>
                  <a:lnTo>
                    <a:pt x="201638" y="14754"/>
                  </a:lnTo>
                  <a:lnTo>
                    <a:pt x="204917" y="16393"/>
                  </a:lnTo>
                  <a:lnTo>
                    <a:pt x="208196" y="18033"/>
                  </a:lnTo>
                  <a:lnTo>
                    <a:pt x="211474" y="21311"/>
                  </a:lnTo>
                  <a:lnTo>
                    <a:pt x="216393" y="22951"/>
                  </a:lnTo>
                  <a:lnTo>
                    <a:pt x="219671" y="26229"/>
                  </a:lnTo>
                  <a:lnTo>
                    <a:pt x="222950" y="27868"/>
                  </a:lnTo>
                  <a:lnTo>
                    <a:pt x="226228" y="29508"/>
                  </a:lnTo>
                  <a:lnTo>
                    <a:pt x="229507" y="32787"/>
                  </a:lnTo>
                  <a:lnTo>
                    <a:pt x="232786" y="34426"/>
                  </a:lnTo>
                  <a:lnTo>
                    <a:pt x="236064" y="36065"/>
                  </a:lnTo>
                  <a:lnTo>
                    <a:pt x="240983" y="39344"/>
                  </a:lnTo>
                  <a:lnTo>
                    <a:pt x="244261" y="40983"/>
                  </a:lnTo>
                  <a:lnTo>
                    <a:pt x="247540" y="44262"/>
                  </a:lnTo>
                  <a:lnTo>
                    <a:pt x="252458" y="45901"/>
                  </a:lnTo>
                  <a:lnTo>
                    <a:pt x="255737" y="49180"/>
                  </a:lnTo>
                  <a:lnTo>
                    <a:pt x="257376" y="50820"/>
                  </a:lnTo>
                  <a:lnTo>
                    <a:pt x="259015" y="50820"/>
                  </a:lnTo>
                  <a:lnTo>
                    <a:pt x="259015" y="50820"/>
                  </a:lnTo>
                  <a:lnTo>
                    <a:pt x="260654" y="50820"/>
                  </a:lnTo>
                  <a:lnTo>
                    <a:pt x="263933" y="54098"/>
                  </a:lnTo>
                  <a:lnTo>
                    <a:pt x="267212" y="55737"/>
                  </a:lnTo>
                  <a:lnTo>
                    <a:pt x="272130" y="59016"/>
                  </a:lnTo>
                  <a:lnTo>
                    <a:pt x="275408" y="60655"/>
                  </a:lnTo>
                  <a:lnTo>
                    <a:pt x="278687" y="63934"/>
                  </a:lnTo>
                  <a:lnTo>
                    <a:pt x="281966" y="65573"/>
                  </a:lnTo>
                  <a:lnTo>
                    <a:pt x="286884" y="68852"/>
                  </a:lnTo>
                  <a:lnTo>
                    <a:pt x="286884" y="68852"/>
                  </a:lnTo>
                  <a:lnTo>
                    <a:pt x="291802" y="72131"/>
                  </a:lnTo>
                  <a:lnTo>
                    <a:pt x="295081" y="73770"/>
                  </a:lnTo>
                  <a:lnTo>
                    <a:pt x="296720" y="75410"/>
                  </a:lnTo>
                  <a:lnTo>
                    <a:pt x="296720" y="75410"/>
                  </a:lnTo>
                  <a:lnTo>
                    <a:pt x="301638" y="78688"/>
                  </a:lnTo>
                  <a:lnTo>
                    <a:pt x="304917" y="80327"/>
                  </a:lnTo>
                  <a:lnTo>
                    <a:pt x="308195" y="81967"/>
                  </a:lnTo>
                  <a:lnTo>
                    <a:pt x="311474" y="85245"/>
                  </a:lnTo>
                  <a:lnTo>
                    <a:pt x="316392" y="86885"/>
                  </a:lnTo>
                  <a:lnTo>
                    <a:pt x="319671" y="90164"/>
                  </a:lnTo>
                  <a:lnTo>
                    <a:pt x="321310" y="90164"/>
                  </a:lnTo>
                  <a:lnTo>
                    <a:pt x="322950" y="93442"/>
                  </a:lnTo>
                  <a:lnTo>
                    <a:pt x="322950" y="96721"/>
                  </a:lnTo>
                  <a:lnTo>
                    <a:pt x="322950" y="101639"/>
                  </a:lnTo>
                  <a:lnTo>
                    <a:pt x="322950" y="101639"/>
                  </a:lnTo>
                  <a:lnTo>
                    <a:pt x="322950" y="103278"/>
                  </a:lnTo>
                  <a:lnTo>
                    <a:pt x="321310" y="104917"/>
                  </a:lnTo>
                  <a:lnTo>
                    <a:pt x="318031" y="108196"/>
                  </a:lnTo>
                  <a:lnTo>
                    <a:pt x="319671" y="111475"/>
                  </a:lnTo>
                  <a:lnTo>
                    <a:pt x="322950" y="111475"/>
                  </a:lnTo>
                  <a:lnTo>
                    <a:pt x="324588" y="113114"/>
                  </a:lnTo>
                  <a:lnTo>
                    <a:pt x="324588" y="116393"/>
                  </a:lnTo>
                  <a:lnTo>
                    <a:pt x="326228" y="118032"/>
                  </a:lnTo>
                  <a:lnTo>
                    <a:pt x="329507" y="121311"/>
                  </a:lnTo>
                  <a:lnTo>
                    <a:pt x="332785" y="124590"/>
                  </a:lnTo>
                  <a:lnTo>
                    <a:pt x="337703" y="127868"/>
                  </a:lnTo>
                  <a:lnTo>
                    <a:pt x="340982" y="131147"/>
                  </a:lnTo>
                  <a:lnTo>
                    <a:pt x="344261" y="132786"/>
                  </a:lnTo>
                  <a:lnTo>
                    <a:pt x="349179" y="136065"/>
                  </a:lnTo>
                  <a:lnTo>
                    <a:pt x="352457" y="139344"/>
                  </a:lnTo>
                  <a:lnTo>
                    <a:pt x="352457" y="139344"/>
                  </a:lnTo>
                  <a:lnTo>
                    <a:pt x="355736" y="142622"/>
                  </a:lnTo>
                  <a:lnTo>
                    <a:pt x="360654" y="145901"/>
                  </a:lnTo>
                  <a:lnTo>
                    <a:pt x="363933" y="149180"/>
                  </a:lnTo>
                  <a:lnTo>
                    <a:pt x="367211" y="152458"/>
                  </a:lnTo>
                  <a:lnTo>
                    <a:pt x="370490" y="155737"/>
                  </a:lnTo>
                  <a:lnTo>
                    <a:pt x="375408" y="159015"/>
                  </a:lnTo>
                  <a:lnTo>
                    <a:pt x="377047" y="159015"/>
                  </a:lnTo>
                  <a:lnTo>
                    <a:pt x="380326" y="162294"/>
                  </a:lnTo>
                  <a:lnTo>
                    <a:pt x="380326" y="165573"/>
                  </a:lnTo>
                  <a:lnTo>
                    <a:pt x="380326" y="168851"/>
                  </a:lnTo>
                  <a:lnTo>
                    <a:pt x="377047" y="173770"/>
                  </a:lnTo>
                  <a:lnTo>
                    <a:pt x="377047" y="177048"/>
                  </a:lnTo>
                  <a:lnTo>
                    <a:pt x="377047" y="180327"/>
                  </a:lnTo>
                  <a:lnTo>
                    <a:pt x="375408" y="183605"/>
                  </a:lnTo>
                  <a:lnTo>
                    <a:pt x="375408" y="188524"/>
                  </a:lnTo>
                  <a:lnTo>
                    <a:pt x="373769" y="191802"/>
                  </a:lnTo>
                  <a:lnTo>
                    <a:pt x="370490" y="195081"/>
                  </a:lnTo>
                  <a:lnTo>
                    <a:pt x="370490" y="196720"/>
                  </a:lnTo>
                  <a:lnTo>
                    <a:pt x="370490" y="199999"/>
                  </a:lnTo>
                  <a:lnTo>
                    <a:pt x="368851" y="203278"/>
                  </a:lnTo>
                  <a:lnTo>
                    <a:pt x="367211" y="208195"/>
                  </a:lnTo>
                  <a:lnTo>
                    <a:pt x="365572" y="211474"/>
                  </a:lnTo>
                  <a:lnTo>
                    <a:pt x="365572" y="216392"/>
                  </a:lnTo>
                  <a:lnTo>
                    <a:pt x="363933" y="219671"/>
                  </a:lnTo>
                  <a:lnTo>
                    <a:pt x="362294" y="221310"/>
                  </a:lnTo>
                  <a:lnTo>
                    <a:pt x="363933" y="224589"/>
                  </a:lnTo>
                  <a:lnTo>
                    <a:pt x="365572" y="227868"/>
                  </a:lnTo>
                  <a:lnTo>
                    <a:pt x="365572" y="229507"/>
                  </a:lnTo>
                  <a:lnTo>
                    <a:pt x="365572" y="234425"/>
                  </a:lnTo>
                  <a:lnTo>
                    <a:pt x="365572" y="237704"/>
                  </a:lnTo>
                  <a:lnTo>
                    <a:pt x="365572" y="237704"/>
                  </a:lnTo>
                  <a:lnTo>
                    <a:pt x="370490" y="242622"/>
                  </a:lnTo>
                  <a:lnTo>
                    <a:pt x="373769" y="244261"/>
                  </a:lnTo>
                  <a:lnTo>
                    <a:pt x="377047" y="247540"/>
                  </a:lnTo>
                  <a:lnTo>
                    <a:pt x="380326" y="250818"/>
                  </a:lnTo>
                  <a:lnTo>
                    <a:pt x="381965" y="255737"/>
                  </a:lnTo>
                  <a:lnTo>
                    <a:pt x="381965" y="259015"/>
                  </a:lnTo>
                  <a:lnTo>
                    <a:pt x="385244" y="259015"/>
                  </a:lnTo>
                  <a:lnTo>
                    <a:pt x="390162" y="260654"/>
                  </a:lnTo>
                  <a:lnTo>
                    <a:pt x="391801" y="265572"/>
                  </a:lnTo>
                  <a:lnTo>
                    <a:pt x="391801" y="267212"/>
                  </a:lnTo>
                  <a:lnTo>
                    <a:pt x="390162" y="270491"/>
                  </a:lnTo>
                  <a:lnTo>
                    <a:pt x="386884" y="273769"/>
                  </a:lnTo>
                  <a:lnTo>
                    <a:pt x="385244" y="278687"/>
                  </a:lnTo>
                  <a:lnTo>
                    <a:pt x="383605" y="281966"/>
                  </a:lnTo>
                  <a:lnTo>
                    <a:pt x="381965" y="286884"/>
                  </a:lnTo>
                  <a:lnTo>
                    <a:pt x="380326" y="290162"/>
                  </a:lnTo>
                  <a:lnTo>
                    <a:pt x="380326" y="293441"/>
                  </a:lnTo>
                  <a:lnTo>
                    <a:pt x="381965" y="298359"/>
                  </a:lnTo>
                  <a:lnTo>
                    <a:pt x="380326" y="301638"/>
                  </a:lnTo>
                  <a:lnTo>
                    <a:pt x="383605" y="299998"/>
                  </a:lnTo>
                  <a:lnTo>
                    <a:pt x="383605" y="299998"/>
                  </a:lnTo>
                  <a:lnTo>
                    <a:pt x="386884" y="299998"/>
                  </a:lnTo>
                  <a:lnTo>
                    <a:pt x="386884" y="301638"/>
                  </a:lnTo>
                  <a:lnTo>
                    <a:pt x="386884" y="304917"/>
                  </a:lnTo>
                  <a:lnTo>
                    <a:pt x="386884" y="309835"/>
                  </a:lnTo>
                  <a:lnTo>
                    <a:pt x="386884" y="309835"/>
                  </a:lnTo>
                  <a:lnTo>
                    <a:pt x="385244" y="313113"/>
                  </a:lnTo>
                  <a:lnTo>
                    <a:pt x="385244" y="313113"/>
                  </a:lnTo>
                  <a:lnTo>
                    <a:pt x="383605" y="318031"/>
                  </a:lnTo>
                  <a:lnTo>
                    <a:pt x="380326" y="321310"/>
                  </a:lnTo>
                  <a:lnTo>
                    <a:pt x="380326" y="324588"/>
                  </a:lnTo>
                  <a:lnTo>
                    <a:pt x="381965" y="327867"/>
                  </a:lnTo>
                  <a:lnTo>
                    <a:pt x="380326" y="332785"/>
                  </a:lnTo>
                  <a:lnTo>
                    <a:pt x="383605" y="336064"/>
                  </a:lnTo>
                  <a:lnTo>
                    <a:pt x="383605" y="339342"/>
                  </a:lnTo>
                  <a:lnTo>
                    <a:pt x="383605" y="340982"/>
                  </a:lnTo>
                  <a:lnTo>
                    <a:pt x="386884" y="344261"/>
                  </a:lnTo>
                  <a:lnTo>
                    <a:pt x="388523" y="349179"/>
                  </a:lnTo>
                  <a:lnTo>
                    <a:pt x="383605" y="349179"/>
                  </a:lnTo>
                  <a:lnTo>
                    <a:pt x="388523" y="350818"/>
                  </a:lnTo>
                  <a:lnTo>
                    <a:pt x="388523" y="355736"/>
                  </a:lnTo>
                  <a:lnTo>
                    <a:pt x="388523" y="359015"/>
                  </a:lnTo>
                  <a:lnTo>
                    <a:pt x="391801" y="359015"/>
                  </a:lnTo>
                  <a:lnTo>
                    <a:pt x="393441" y="362294"/>
                  </a:lnTo>
                  <a:lnTo>
                    <a:pt x="393441" y="367211"/>
                  </a:lnTo>
                  <a:lnTo>
                    <a:pt x="390162" y="372129"/>
                  </a:lnTo>
                  <a:lnTo>
                    <a:pt x="393441" y="375408"/>
                  </a:lnTo>
                  <a:lnTo>
                    <a:pt x="395080" y="378687"/>
                  </a:lnTo>
                  <a:lnTo>
                    <a:pt x="396720" y="383605"/>
                  </a:lnTo>
                  <a:lnTo>
                    <a:pt x="395080" y="386884"/>
                  </a:lnTo>
                  <a:lnTo>
                    <a:pt x="399998" y="390162"/>
                  </a:lnTo>
                  <a:lnTo>
                    <a:pt x="398359" y="393441"/>
                  </a:lnTo>
                  <a:lnTo>
                    <a:pt x="396720" y="398359"/>
                  </a:lnTo>
                  <a:lnTo>
                    <a:pt x="396720" y="398359"/>
                  </a:lnTo>
                  <a:lnTo>
                    <a:pt x="399998" y="398359"/>
                  </a:lnTo>
                  <a:lnTo>
                    <a:pt x="403277" y="399998"/>
                  </a:lnTo>
                  <a:lnTo>
                    <a:pt x="404916" y="403277"/>
                  </a:lnTo>
                  <a:lnTo>
                    <a:pt x="404916" y="406555"/>
                  </a:lnTo>
                  <a:lnTo>
                    <a:pt x="406555" y="406555"/>
                  </a:lnTo>
                  <a:lnTo>
                    <a:pt x="406555" y="403277"/>
                  </a:lnTo>
                  <a:lnTo>
                    <a:pt x="408195" y="403277"/>
                  </a:lnTo>
                  <a:lnTo>
                    <a:pt x="411474" y="406555"/>
                  </a:lnTo>
                  <a:lnTo>
                    <a:pt x="413113" y="409834"/>
                  </a:lnTo>
                  <a:lnTo>
                    <a:pt x="418031" y="409834"/>
                  </a:lnTo>
                  <a:lnTo>
                    <a:pt x="419670" y="413113"/>
                  </a:lnTo>
                  <a:lnTo>
                    <a:pt x="422949" y="411474"/>
                  </a:lnTo>
                  <a:lnTo>
                    <a:pt x="422949" y="414752"/>
                  </a:lnTo>
                  <a:lnTo>
                    <a:pt x="422949" y="419670"/>
                  </a:lnTo>
                  <a:lnTo>
                    <a:pt x="421310" y="421309"/>
                  </a:lnTo>
                  <a:lnTo>
                    <a:pt x="416391" y="422949"/>
                  </a:lnTo>
                  <a:lnTo>
                    <a:pt x="413113" y="426228"/>
                  </a:lnTo>
                  <a:lnTo>
                    <a:pt x="409834" y="429506"/>
                  </a:lnTo>
                  <a:lnTo>
                    <a:pt x="406555" y="432785"/>
                  </a:lnTo>
                  <a:lnTo>
                    <a:pt x="403277" y="434424"/>
                  </a:lnTo>
                  <a:lnTo>
                    <a:pt x="399998" y="436064"/>
                  </a:lnTo>
                  <a:lnTo>
                    <a:pt x="396720" y="439342"/>
                  </a:lnTo>
                  <a:lnTo>
                    <a:pt x="391801" y="439342"/>
                  </a:lnTo>
                  <a:lnTo>
                    <a:pt x="388523" y="440981"/>
                  </a:lnTo>
                  <a:lnTo>
                    <a:pt x="385244" y="444260"/>
                  </a:lnTo>
                  <a:lnTo>
                    <a:pt x="380326" y="445899"/>
                  </a:lnTo>
                  <a:lnTo>
                    <a:pt x="377047" y="449178"/>
                  </a:lnTo>
                  <a:lnTo>
                    <a:pt x="373769" y="449178"/>
                  </a:lnTo>
                  <a:lnTo>
                    <a:pt x="368851" y="449178"/>
                  </a:lnTo>
                  <a:lnTo>
                    <a:pt x="365572" y="449178"/>
                  </a:lnTo>
                  <a:lnTo>
                    <a:pt x="362294" y="450818"/>
                  </a:lnTo>
                  <a:lnTo>
                    <a:pt x="359015" y="452457"/>
                  </a:lnTo>
                  <a:lnTo>
                    <a:pt x="355736" y="454096"/>
                  </a:lnTo>
                  <a:lnTo>
                    <a:pt x="350818" y="457375"/>
                  </a:lnTo>
                  <a:lnTo>
                    <a:pt x="347540" y="460654"/>
                  </a:lnTo>
                  <a:lnTo>
                    <a:pt x="344261" y="459014"/>
                  </a:lnTo>
                  <a:lnTo>
                    <a:pt x="339343" y="455735"/>
                  </a:lnTo>
                  <a:lnTo>
                    <a:pt x="336064" y="454096"/>
                  </a:lnTo>
                  <a:lnTo>
                    <a:pt x="332785" y="452457"/>
                  </a:lnTo>
                  <a:lnTo>
                    <a:pt x="331146" y="454096"/>
                  </a:lnTo>
                  <a:lnTo>
                    <a:pt x="327867" y="454096"/>
                  </a:lnTo>
                  <a:lnTo>
                    <a:pt x="324588" y="455735"/>
                  </a:lnTo>
                  <a:lnTo>
                    <a:pt x="322950" y="460654"/>
                  </a:lnTo>
                  <a:lnTo>
                    <a:pt x="321310" y="463932"/>
                  </a:lnTo>
                  <a:lnTo>
                    <a:pt x="318031" y="467211"/>
                  </a:lnTo>
                  <a:lnTo>
                    <a:pt x="314753" y="470489"/>
                  </a:lnTo>
                  <a:lnTo>
                    <a:pt x="311474" y="470489"/>
                  </a:lnTo>
                  <a:lnTo>
                    <a:pt x="308195" y="473768"/>
                  </a:lnTo>
                  <a:lnTo>
                    <a:pt x="304917" y="473768"/>
                  </a:lnTo>
                  <a:lnTo>
                    <a:pt x="301638" y="473768"/>
                  </a:lnTo>
                  <a:lnTo>
                    <a:pt x="298360" y="472129"/>
                  </a:lnTo>
                  <a:lnTo>
                    <a:pt x="293441" y="470489"/>
                  </a:lnTo>
                  <a:lnTo>
                    <a:pt x="290163" y="467211"/>
                  </a:lnTo>
                  <a:lnTo>
                    <a:pt x="286884" y="467211"/>
                  </a:lnTo>
                  <a:lnTo>
                    <a:pt x="283605" y="467211"/>
                  </a:lnTo>
                  <a:lnTo>
                    <a:pt x="280327" y="470489"/>
                  </a:lnTo>
                  <a:lnTo>
                    <a:pt x="277048" y="473768"/>
                  </a:lnTo>
                  <a:lnTo>
                    <a:pt x="272130" y="473768"/>
                  </a:lnTo>
                  <a:lnTo>
                    <a:pt x="268851" y="472129"/>
                  </a:lnTo>
                  <a:lnTo>
                    <a:pt x="265573" y="472129"/>
                  </a:lnTo>
                  <a:lnTo>
                    <a:pt x="262294" y="473768"/>
                  </a:lnTo>
                  <a:lnTo>
                    <a:pt x="259015" y="470489"/>
                  </a:lnTo>
                  <a:lnTo>
                    <a:pt x="255737" y="465572"/>
                  </a:lnTo>
                  <a:lnTo>
                    <a:pt x="250818" y="463932"/>
                  </a:lnTo>
                  <a:lnTo>
                    <a:pt x="247540" y="460654"/>
                  </a:lnTo>
                  <a:lnTo>
                    <a:pt x="244261" y="462293"/>
                  </a:lnTo>
                  <a:lnTo>
                    <a:pt x="239343" y="463932"/>
                  </a:lnTo>
                  <a:lnTo>
                    <a:pt x="236064" y="468850"/>
                  </a:lnTo>
                  <a:lnTo>
                    <a:pt x="232786" y="468850"/>
                  </a:lnTo>
                  <a:lnTo>
                    <a:pt x="229507" y="467211"/>
                  </a:lnTo>
                  <a:lnTo>
                    <a:pt x="226228" y="467211"/>
                  </a:lnTo>
                  <a:lnTo>
                    <a:pt x="221310" y="467211"/>
                  </a:lnTo>
                  <a:lnTo>
                    <a:pt x="216393" y="467211"/>
                  </a:lnTo>
                  <a:lnTo>
                    <a:pt x="213114" y="467211"/>
                  </a:lnTo>
                  <a:lnTo>
                    <a:pt x="211474" y="467211"/>
                  </a:lnTo>
                  <a:lnTo>
                    <a:pt x="211474" y="463932"/>
                  </a:lnTo>
                  <a:lnTo>
                    <a:pt x="209835" y="460654"/>
                  </a:lnTo>
                  <a:lnTo>
                    <a:pt x="206557" y="455735"/>
                  </a:lnTo>
                  <a:lnTo>
                    <a:pt x="203278" y="452457"/>
                  </a:lnTo>
                  <a:lnTo>
                    <a:pt x="199999" y="449178"/>
                  </a:lnTo>
                  <a:lnTo>
                    <a:pt x="198360" y="445899"/>
                  </a:lnTo>
                  <a:lnTo>
                    <a:pt x="198360" y="440981"/>
                  </a:lnTo>
                  <a:lnTo>
                    <a:pt x="199999" y="437703"/>
                  </a:lnTo>
                  <a:lnTo>
                    <a:pt x="199999" y="434424"/>
                  </a:lnTo>
                  <a:lnTo>
                    <a:pt x="201638" y="429506"/>
                  </a:lnTo>
                  <a:lnTo>
                    <a:pt x="199999" y="426228"/>
                  </a:lnTo>
                  <a:lnTo>
                    <a:pt x="198360" y="422949"/>
                  </a:lnTo>
                  <a:lnTo>
                    <a:pt x="198360" y="421309"/>
                  </a:lnTo>
                  <a:lnTo>
                    <a:pt x="198360" y="418031"/>
                  </a:lnTo>
                  <a:lnTo>
                    <a:pt x="198360" y="414752"/>
                  </a:lnTo>
                  <a:lnTo>
                    <a:pt x="198360" y="409834"/>
                  </a:lnTo>
                  <a:lnTo>
                    <a:pt x="196720" y="406555"/>
                  </a:lnTo>
                  <a:lnTo>
                    <a:pt x="196720" y="403277"/>
                  </a:lnTo>
                  <a:lnTo>
                    <a:pt x="196720" y="398359"/>
                  </a:lnTo>
                  <a:lnTo>
                    <a:pt x="196720" y="398359"/>
                  </a:lnTo>
                  <a:lnTo>
                    <a:pt x="193442" y="393441"/>
                  </a:lnTo>
                  <a:lnTo>
                    <a:pt x="191803" y="390162"/>
                  </a:lnTo>
                  <a:lnTo>
                    <a:pt x="188524" y="386884"/>
                  </a:lnTo>
                  <a:lnTo>
                    <a:pt x="185245" y="381965"/>
                  </a:lnTo>
                  <a:lnTo>
                    <a:pt x="181966" y="378687"/>
                  </a:lnTo>
                  <a:lnTo>
                    <a:pt x="178688" y="375408"/>
                  </a:lnTo>
                  <a:lnTo>
                    <a:pt x="175409" y="378687"/>
                  </a:lnTo>
                  <a:lnTo>
                    <a:pt x="175409" y="380326"/>
                  </a:lnTo>
                  <a:lnTo>
                    <a:pt x="173770" y="385244"/>
                  </a:lnTo>
                  <a:lnTo>
                    <a:pt x="173770" y="385244"/>
                  </a:lnTo>
                  <a:lnTo>
                    <a:pt x="170491" y="381965"/>
                  </a:lnTo>
                  <a:lnTo>
                    <a:pt x="167213" y="378687"/>
                  </a:lnTo>
                  <a:lnTo>
                    <a:pt x="165573" y="380326"/>
                  </a:lnTo>
                  <a:lnTo>
                    <a:pt x="162294" y="380326"/>
                  </a:lnTo>
                  <a:lnTo>
                    <a:pt x="157376" y="381965"/>
                  </a:lnTo>
                  <a:lnTo>
                    <a:pt x="154098" y="378687"/>
                  </a:lnTo>
                  <a:lnTo>
                    <a:pt x="150819" y="375408"/>
                  </a:lnTo>
                  <a:lnTo>
                    <a:pt x="145901" y="375408"/>
                  </a:lnTo>
                  <a:lnTo>
                    <a:pt x="142623" y="375408"/>
                  </a:lnTo>
                  <a:lnTo>
                    <a:pt x="139344" y="372129"/>
                  </a:lnTo>
                  <a:lnTo>
                    <a:pt x="136065" y="372129"/>
                  </a:lnTo>
                  <a:lnTo>
                    <a:pt x="132786" y="370490"/>
                  </a:lnTo>
                  <a:lnTo>
                    <a:pt x="129508" y="368851"/>
                  </a:lnTo>
                  <a:lnTo>
                    <a:pt x="129508" y="368851"/>
                  </a:lnTo>
                  <a:lnTo>
                    <a:pt x="129508" y="367211"/>
                  </a:lnTo>
                  <a:lnTo>
                    <a:pt x="127868" y="365572"/>
                  </a:lnTo>
                  <a:lnTo>
                    <a:pt x="124590" y="365572"/>
                  </a:lnTo>
                  <a:lnTo>
                    <a:pt x="121311" y="365572"/>
                  </a:lnTo>
                  <a:lnTo>
                    <a:pt x="118032" y="360654"/>
                  </a:lnTo>
                  <a:lnTo>
                    <a:pt x="114754" y="359015"/>
                  </a:lnTo>
                  <a:lnTo>
                    <a:pt x="111475" y="359015"/>
                  </a:lnTo>
                  <a:lnTo>
                    <a:pt x="108196" y="357375"/>
                  </a:lnTo>
                  <a:lnTo>
                    <a:pt x="103278" y="355736"/>
                  </a:lnTo>
                  <a:lnTo>
                    <a:pt x="101639" y="355736"/>
                  </a:lnTo>
                  <a:lnTo>
                    <a:pt x="98360" y="354097"/>
                  </a:lnTo>
                  <a:lnTo>
                    <a:pt x="95081" y="349179"/>
                  </a:lnTo>
                  <a:lnTo>
                    <a:pt x="91803" y="349179"/>
                  </a:lnTo>
                  <a:lnTo>
                    <a:pt x="90164" y="350818"/>
                  </a:lnTo>
                  <a:lnTo>
                    <a:pt x="88524" y="350818"/>
                  </a:lnTo>
                  <a:lnTo>
                    <a:pt x="85246" y="345900"/>
                  </a:lnTo>
                  <a:lnTo>
                    <a:pt x="83606" y="342621"/>
                  </a:lnTo>
                  <a:lnTo>
                    <a:pt x="80327" y="339342"/>
                  </a:lnTo>
                  <a:lnTo>
                    <a:pt x="78688" y="337703"/>
                  </a:lnTo>
                  <a:lnTo>
                    <a:pt x="75410" y="336064"/>
                  </a:lnTo>
                  <a:lnTo>
                    <a:pt x="72131" y="336064"/>
                  </a:lnTo>
                  <a:lnTo>
                    <a:pt x="68852" y="336064"/>
                  </a:lnTo>
                  <a:lnTo>
                    <a:pt x="68852" y="336064"/>
                  </a:lnTo>
                  <a:lnTo>
                    <a:pt x="63934" y="336064"/>
                  </a:lnTo>
                  <a:lnTo>
                    <a:pt x="60656" y="332785"/>
                  </a:lnTo>
                  <a:lnTo>
                    <a:pt x="57377" y="329507"/>
                  </a:lnTo>
                  <a:lnTo>
                    <a:pt x="55737" y="326228"/>
                  </a:lnTo>
                  <a:lnTo>
                    <a:pt x="54098" y="321310"/>
                  </a:lnTo>
                  <a:lnTo>
                    <a:pt x="52459" y="318031"/>
                  </a:lnTo>
                  <a:lnTo>
                    <a:pt x="52459" y="314752"/>
                  </a:lnTo>
                  <a:lnTo>
                    <a:pt x="50820" y="311474"/>
                  </a:lnTo>
                  <a:lnTo>
                    <a:pt x="50820" y="308195"/>
                  </a:lnTo>
                  <a:lnTo>
                    <a:pt x="49180" y="304917"/>
                  </a:lnTo>
                  <a:lnTo>
                    <a:pt x="45901" y="299998"/>
                  </a:lnTo>
                  <a:lnTo>
                    <a:pt x="44262" y="296720"/>
                  </a:lnTo>
                  <a:lnTo>
                    <a:pt x="42623" y="293441"/>
                  </a:lnTo>
                  <a:lnTo>
                    <a:pt x="40983" y="288523"/>
                  </a:lnTo>
                  <a:lnTo>
                    <a:pt x="40983" y="285244"/>
                  </a:lnTo>
                  <a:lnTo>
                    <a:pt x="39344" y="281966"/>
                  </a:lnTo>
                  <a:lnTo>
                    <a:pt x="39344" y="277048"/>
                  </a:lnTo>
                  <a:lnTo>
                    <a:pt x="37705" y="273769"/>
                  </a:lnTo>
                  <a:lnTo>
                    <a:pt x="34426" y="270491"/>
                  </a:lnTo>
                  <a:lnTo>
                    <a:pt x="32787" y="265572"/>
                  </a:lnTo>
                  <a:lnTo>
                    <a:pt x="29508" y="262294"/>
                  </a:lnTo>
                  <a:lnTo>
                    <a:pt x="26229" y="259015"/>
                  </a:lnTo>
                  <a:lnTo>
                    <a:pt x="24590" y="257376"/>
                  </a:lnTo>
                  <a:lnTo>
                    <a:pt x="21311" y="255737"/>
                  </a:lnTo>
                  <a:lnTo>
                    <a:pt x="18033" y="252458"/>
                  </a:lnTo>
                  <a:lnTo>
                    <a:pt x="14754" y="249179"/>
                  </a:lnTo>
                  <a:lnTo>
                    <a:pt x="13114" y="244261"/>
                  </a:lnTo>
                  <a:lnTo>
                    <a:pt x="11476" y="240982"/>
                  </a:lnTo>
                  <a:lnTo>
                    <a:pt x="8197" y="237704"/>
                  </a:lnTo>
                  <a:lnTo>
                    <a:pt x="6557" y="234425"/>
                  </a:lnTo>
                  <a:lnTo>
                    <a:pt x="6557" y="229507"/>
                  </a:lnTo>
                  <a:lnTo>
                    <a:pt x="6557" y="226228"/>
                  </a:lnTo>
                  <a:lnTo>
                    <a:pt x="4918" y="222950"/>
                  </a:lnTo>
                  <a:lnTo>
                    <a:pt x="4918" y="218032"/>
                  </a:lnTo>
                  <a:lnTo>
                    <a:pt x="8197" y="214753"/>
                  </a:lnTo>
                  <a:lnTo>
                    <a:pt x="9836" y="211474"/>
                  </a:lnTo>
                  <a:lnTo>
                    <a:pt x="9836" y="208195"/>
                  </a:lnTo>
                  <a:lnTo>
                    <a:pt x="9836" y="203278"/>
                  </a:lnTo>
                  <a:lnTo>
                    <a:pt x="8197" y="199999"/>
                  </a:lnTo>
                  <a:lnTo>
                    <a:pt x="6557" y="196720"/>
                  </a:lnTo>
                  <a:lnTo>
                    <a:pt x="6557" y="191802"/>
                  </a:lnTo>
                  <a:lnTo>
                    <a:pt x="4918" y="188524"/>
                  </a:lnTo>
                  <a:lnTo>
                    <a:pt x="3279" y="185245"/>
                  </a:lnTo>
                  <a:lnTo>
                    <a:pt x="1639" y="180327"/>
                  </a:lnTo>
                  <a:lnTo>
                    <a:pt x="0" y="17704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9" name="Freeform 3588">
              <a:extLst>
                <a:ext uri="{FF2B5EF4-FFF2-40B4-BE49-F238E27FC236}">
                  <a16:creationId xmlns:a16="http://schemas.microsoft.com/office/drawing/2014/main" id="{E3B1A35D-C58F-4E46-9A0E-B52690A693BB}"/>
                </a:ext>
              </a:extLst>
            </p:cNvPr>
            <p:cNvSpPr/>
            <p:nvPr/>
          </p:nvSpPr>
          <p:spPr>
            <a:xfrm>
              <a:off x="8100908" y="3152606"/>
              <a:ext cx="1639" cy="3278"/>
            </a:xfrm>
            <a:custGeom>
              <a:avLst/>
              <a:gdLst>
                <a:gd name="connsiteX0" fmla="*/ 1640 w 1639"/>
                <a:gd name="connsiteY0" fmla="*/ 0 h 3278"/>
                <a:gd name="connsiteX1" fmla="*/ 0 w 1639"/>
                <a:gd name="connsiteY1" fmla="*/ 0 h 3278"/>
                <a:gd name="connsiteX2" fmla="*/ 1640 w 1639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1640" y="0"/>
                  </a:moveTo>
                  <a:lnTo>
                    <a:pt x="0" y="0"/>
                  </a:lnTo>
                  <a:lnTo>
                    <a:pt x="164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90" name="Freeform 3589">
              <a:extLst>
                <a:ext uri="{FF2B5EF4-FFF2-40B4-BE49-F238E27FC236}">
                  <a16:creationId xmlns:a16="http://schemas.microsoft.com/office/drawing/2014/main" id="{D260B1BA-E228-B947-9C0C-EF5C4647CEFC}"/>
                </a:ext>
              </a:extLst>
            </p:cNvPr>
            <p:cNvSpPr/>
            <p:nvPr/>
          </p:nvSpPr>
          <p:spPr>
            <a:xfrm>
              <a:off x="8458283" y="3423097"/>
              <a:ext cx="3278" cy="3278"/>
            </a:xfrm>
            <a:custGeom>
              <a:avLst/>
              <a:gdLst>
                <a:gd name="connsiteX0" fmla="*/ 0 w 3278"/>
                <a:gd name="connsiteY0" fmla="*/ 0 h 3278"/>
                <a:gd name="connsiteX1" fmla="*/ 0 w 3278"/>
                <a:gd name="connsiteY1" fmla="*/ 3279 h 3278"/>
                <a:gd name="connsiteX2" fmla="*/ 327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0"/>
                  </a:move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91" name="Freeform 3590">
              <a:extLst>
                <a:ext uri="{FF2B5EF4-FFF2-40B4-BE49-F238E27FC236}">
                  <a16:creationId xmlns:a16="http://schemas.microsoft.com/office/drawing/2014/main" id="{E294434E-5956-A249-8253-401ADF4EB76D}"/>
                </a:ext>
              </a:extLst>
            </p:cNvPr>
            <p:cNvSpPr/>
            <p:nvPr/>
          </p:nvSpPr>
          <p:spPr>
            <a:xfrm>
              <a:off x="8702545" y="3157524"/>
              <a:ext cx="3278" cy="8196"/>
            </a:xfrm>
            <a:custGeom>
              <a:avLst/>
              <a:gdLst>
                <a:gd name="connsiteX0" fmla="*/ 0 w 3278"/>
                <a:gd name="connsiteY0" fmla="*/ 3279 h 8196"/>
                <a:gd name="connsiteX1" fmla="*/ 0 w 3278"/>
                <a:gd name="connsiteY1" fmla="*/ 4918 h 8196"/>
                <a:gd name="connsiteX2" fmla="*/ 1639 w 3278"/>
                <a:gd name="connsiteY2" fmla="*/ 8197 h 8196"/>
                <a:gd name="connsiteX3" fmla="*/ 3279 w 3278"/>
                <a:gd name="connsiteY3" fmla="*/ 6557 h 8196"/>
                <a:gd name="connsiteX4" fmla="*/ 3279 w 3278"/>
                <a:gd name="connsiteY4" fmla="*/ 3279 h 8196"/>
                <a:gd name="connsiteX5" fmla="*/ 1639 w 3278"/>
                <a:gd name="connsiteY5" fmla="*/ 0 h 8196"/>
                <a:gd name="connsiteX6" fmla="*/ 0 w 3278"/>
                <a:gd name="connsiteY6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78" h="8196">
                  <a:moveTo>
                    <a:pt x="0" y="3279"/>
                  </a:moveTo>
                  <a:lnTo>
                    <a:pt x="0" y="4918"/>
                  </a:lnTo>
                  <a:lnTo>
                    <a:pt x="1639" y="8197"/>
                  </a:lnTo>
                  <a:lnTo>
                    <a:pt x="3279" y="6557"/>
                  </a:lnTo>
                  <a:lnTo>
                    <a:pt x="3279" y="3279"/>
                  </a:lnTo>
                  <a:lnTo>
                    <a:pt x="163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92" name="Freeform 3591">
              <a:extLst>
                <a:ext uri="{FF2B5EF4-FFF2-40B4-BE49-F238E27FC236}">
                  <a16:creationId xmlns:a16="http://schemas.microsoft.com/office/drawing/2014/main" id="{548CC9BF-C861-9947-B72C-CA7A0992B7B1}"/>
                </a:ext>
              </a:extLst>
            </p:cNvPr>
            <p:cNvSpPr/>
            <p:nvPr/>
          </p:nvSpPr>
          <p:spPr>
            <a:xfrm>
              <a:off x="8738611" y="3155885"/>
              <a:ext cx="3278" cy="8196"/>
            </a:xfrm>
            <a:custGeom>
              <a:avLst/>
              <a:gdLst>
                <a:gd name="connsiteX0" fmla="*/ 0 w 3278"/>
                <a:gd name="connsiteY0" fmla="*/ 0 h 8196"/>
                <a:gd name="connsiteX1" fmla="*/ 0 w 3278"/>
                <a:gd name="connsiteY1" fmla="*/ 1639 h 8196"/>
                <a:gd name="connsiteX2" fmla="*/ 0 w 3278"/>
                <a:gd name="connsiteY2" fmla="*/ 4918 h 8196"/>
                <a:gd name="connsiteX3" fmla="*/ 3279 w 3278"/>
                <a:gd name="connsiteY3" fmla="*/ 8197 h 8196"/>
                <a:gd name="connsiteX4" fmla="*/ 1639 w 3278"/>
                <a:gd name="connsiteY4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8196">
                  <a:moveTo>
                    <a:pt x="0" y="0"/>
                  </a:moveTo>
                  <a:lnTo>
                    <a:pt x="0" y="1639"/>
                  </a:lnTo>
                  <a:lnTo>
                    <a:pt x="0" y="4918"/>
                  </a:lnTo>
                  <a:lnTo>
                    <a:pt x="3279" y="8197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93" name="Freeform 3592">
              <a:extLst>
                <a:ext uri="{FF2B5EF4-FFF2-40B4-BE49-F238E27FC236}">
                  <a16:creationId xmlns:a16="http://schemas.microsoft.com/office/drawing/2014/main" id="{DB77A74F-3AFB-4A4C-87C1-1CC9930D5FDE}"/>
                </a:ext>
              </a:extLst>
            </p:cNvPr>
            <p:cNvSpPr/>
            <p:nvPr/>
          </p:nvSpPr>
          <p:spPr>
            <a:xfrm>
              <a:off x="8912380" y="3641128"/>
              <a:ext cx="9836" cy="16393"/>
            </a:xfrm>
            <a:custGeom>
              <a:avLst/>
              <a:gdLst>
                <a:gd name="connsiteX0" fmla="*/ 8197 w 9836"/>
                <a:gd name="connsiteY0" fmla="*/ 4918 h 16393"/>
                <a:gd name="connsiteX1" fmla="*/ 8197 w 9836"/>
                <a:gd name="connsiteY1" fmla="*/ 4918 h 16393"/>
                <a:gd name="connsiteX2" fmla="*/ 6558 w 9836"/>
                <a:gd name="connsiteY2" fmla="*/ 0 h 16393"/>
                <a:gd name="connsiteX3" fmla="*/ 1640 w 9836"/>
                <a:gd name="connsiteY3" fmla="*/ 4918 h 16393"/>
                <a:gd name="connsiteX4" fmla="*/ 0 w 9836"/>
                <a:gd name="connsiteY4" fmla="*/ 8197 h 16393"/>
                <a:gd name="connsiteX5" fmla="*/ 3279 w 9836"/>
                <a:gd name="connsiteY5" fmla="*/ 11475 h 16393"/>
                <a:gd name="connsiteX6" fmla="*/ 3279 w 9836"/>
                <a:gd name="connsiteY6" fmla="*/ 16393 h 16393"/>
                <a:gd name="connsiteX7" fmla="*/ 6558 w 9836"/>
                <a:gd name="connsiteY7" fmla="*/ 16393 h 16393"/>
                <a:gd name="connsiteX8" fmla="*/ 8197 w 9836"/>
                <a:gd name="connsiteY8" fmla="*/ 13114 h 16393"/>
                <a:gd name="connsiteX9" fmla="*/ 9837 w 9836"/>
                <a:gd name="connsiteY9" fmla="*/ 9836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836" h="16393">
                  <a:moveTo>
                    <a:pt x="8197" y="4918"/>
                  </a:moveTo>
                  <a:lnTo>
                    <a:pt x="8197" y="4918"/>
                  </a:lnTo>
                  <a:lnTo>
                    <a:pt x="6558" y="0"/>
                  </a:lnTo>
                  <a:lnTo>
                    <a:pt x="1640" y="4918"/>
                  </a:lnTo>
                  <a:lnTo>
                    <a:pt x="0" y="8197"/>
                  </a:lnTo>
                  <a:lnTo>
                    <a:pt x="3279" y="11475"/>
                  </a:lnTo>
                  <a:lnTo>
                    <a:pt x="3279" y="16393"/>
                  </a:lnTo>
                  <a:lnTo>
                    <a:pt x="6558" y="16393"/>
                  </a:lnTo>
                  <a:lnTo>
                    <a:pt x="8197" y="13114"/>
                  </a:lnTo>
                  <a:lnTo>
                    <a:pt x="9837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94" name="Freeform 3593">
              <a:extLst>
                <a:ext uri="{FF2B5EF4-FFF2-40B4-BE49-F238E27FC236}">
                  <a16:creationId xmlns:a16="http://schemas.microsoft.com/office/drawing/2014/main" id="{C179A245-993C-BD4C-ABB1-023043FDEE77}"/>
                </a:ext>
              </a:extLst>
            </p:cNvPr>
            <p:cNvSpPr/>
            <p:nvPr/>
          </p:nvSpPr>
          <p:spPr>
            <a:xfrm>
              <a:off x="8917298" y="3523096"/>
              <a:ext cx="14754" cy="88524"/>
            </a:xfrm>
            <a:custGeom>
              <a:avLst/>
              <a:gdLst>
                <a:gd name="connsiteX0" fmla="*/ 6558 w 14754"/>
                <a:gd name="connsiteY0" fmla="*/ 29508 h 88524"/>
                <a:gd name="connsiteX1" fmla="*/ 4919 w 14754"/>
                <a:gd name="connsiteY1" fmla="*/ 32787 h 88524"/>
                <a:gd name="connsiteX2" fmla="*/ 4919 w 14754"/>
                <a:gd name="connsiteY2" fmla="*/ 37705 h 88524"/>
                <a:gd name="connsiteX3" fmla="*/ 4919 w 14754"/>
                <a:gd name="connsiteY3" fmla="*/ 40983 h 88524"/>
                <a:gd name="connsiteX4" fmla="*/ 4919 w 14754"/>
                <a:gd name="connsiteY4" fmla="*/ 44262 h 88524"/>
                <a:gd name="connsiteX5" fmla="*/ 4919 w 14754"/>
                <a:gd name="connsiteY5" fmla="*/ 49180 h 88524"/>
                <a:gd name="connsiteX6" fmla="*/ 4919 w 14754"/>
                <a:gd name="connsiteY6" fmla="*/ 52459 h 88524"/>
                <a:gd name="connsiteX7" fmla="*/ 8197 w 14754"/>
                <a:gd name="connsiteY7" fmla="*/ 55738 h 88524"/>
                <a:gd name="connsiteX8" fmla="*/ 6558 w 14754"/>
                <a:gd name="connsiteY8" fmla="*/ 57377 h 88524"/>
                <a:gd name="connsiteX9" fmla="*/ 8197 w 14754"/>
                <a:gd name="connsiteY9" fmla="*/ 62295 h 88524"/>
                <a:gd name="connsiteX10" fmla="*/ 6558 w 14754"/>
                <a:gd name="connsiteY10" fmla="*/ 62295 h 88524"/>
                <a:gd name="connsiteX11" fmla="*/ 3279 w 14754"/>
                <a:gd name="connsiteY11" fmla="*/ 62295 h 88524"/>
                <a:gd name="connsiteX12" fmla="*/ 3279 w 14754"/>
                <a:gd name="connsiteY12" fmla="*/ 65573 h 88524"/>
                <a:gd name="connsiteX13" fmla="*/ 1640 w 14754"/>
                <a:gd name="connsiteY13" fmla="*/ 68852 h 88524"/>
                <a:gd name="connsiteX14" fmla="*/ 0 w 14754"/>
                <a:gd name="connsiteY14" fmla="*/ 73770 h 88524"/>
                <a:gd name="connsiteX15" fmla="*/ 0 w 14754"/>
                <a:gd name="connsiteY15" fmla="*/ 77049 h 88524"/>
                <a:gd name="connsiteX16" fmla="*/ 1640 w 14754"/>
                <a:gd name="connsiteY16" fmla="*/ 80328 h 88524"/>
                <a:gd name="connsiteX17" fmla="*/ 3279 w 14754"/>
                <a:gd name="connsiteY17" fmla="*/ 85246 h 88524"/>
                <a:gd name="connsiteX18" fmla="*/ 4919 w 14754"/>
                <a:gd name="connsiteY18" fmla="*/ 88524 h 88524"/>
                <a:gd name="connsiteX19" fmla="*/ 8197 w 14754"/>
                <a:gd name="connsiteY19" fmla="*/ 88524 h 88524"/>
                <a:gd name="connsiteX20" fmla="*/ 4919 w 14754"/>
                <a:gd name="connsiteY20" fmla="*/ 85246 h 88524"/>
                <a:gd name="connsiteX21" fmla="*/ 8197 w 14754"/>
                <a:gd name="connsiteY21" fmla="*/ 81967 h 88524"/>
                <a:gd name="connsiteX22" fmla="*/ 8197 w 14754"/>
                <a:gd name="connsiteY22" fmla="*/ 78688 h 88524"/>
                <a:gd name="connsiteX23" fmla="*/ 6558 w 14754"/>
                <a:gd name="connsiteY23" fmla="*/ 73770 h 88524"/>
                <a:gd name="connsiteX24" fmla="*/ 6558 w 14754"/>
                <a:gd name="connsiteY24" fmla="*/ 70492 h 88524"/>
                <a:gd name="connsiteX25" fmla="*/ 6558 w 14754"/>
                <a:gd name="connsiteY25" fmla="*/ 67213 h 88524"/>
                <a:gd name="connsiteX26" fmla="*/ 9837 w 14754"/>
                <a:gd name="connsiteY26" fmla="*/ 63934 h 88524"/>
                <a:gd name="connsiteX27" fmla="*/ 11476 w 14754"/>
                <a:gd name="connsiteY27" fmla="*/ 60656 h 88524"/>
                <a:gd name="connsiteX28" fmla="*/ 11476 w 14754"/>
                <a:gd name="connsiteY28" fmla="*/ 55738 h 88524"/>
                <a:gd name="connsiteX29" fmla="*/ 11476 w 14754"/>
                <a:gd name="connsiteY29" fmla="*/ 54098 h 88524"/>
                <a:gd name="connsiteX30" fmla="*/ 9837 w 14754"/>
                <a:gd name="connsiteY30" fmla="*/ 50820 h 88524"/>
                <a:gd name="connsiteX31" fmla="*/ 13115 w 14754"/>
                <a:gd name="connsiteY31" fmla="*/ 49180 h 88524"/>
                <a:gd name="connsiteX32" fmla="*/ 14754 w 14754"/>
                <a:gd name="connsiteY32" fmla="*/ 45901 h 88524"/>
                <a:gd name="connsiteX33" fmla="*/ 14754 w 14754"/>
                <a:gd name="connsiteY33" fmla="*/ 40983 h 88524"/>
                <a:gd name="connsiteX34" fmla="*/ 14754 w 14754"/>
                <a:gd name="connsiteY34" fmla="*/ 37705 h 88524"/>
                <a:gd name="connsiteX35" fmla="*/ 13115 w 14754"/>
                <a:gd name="connsiteY35" fmla="*/ 34426 h 88524"/>
                <a:gd name="connsiteX36" fmla="*/ 9837 w 14754"/>
                <a:gd name="connsiteY36" fmla="*/ 29508 h 88524"/>
                <a:gd name="connsiteX37" fmla="*/ 11476 w 14754"/>
                <a:gd name="connsiteY37" fmla="*/ 26229 h 88524"/>
                <a:gd name="connsiteX38" fmla="*/ 11476 w 14754"/>
                <a:gd name="connsiteY38" fmla="*/ 22951 h 88524"/>
                <a:gd name="connsiteX39" fmla="*/ 14754 w 14754"/>
                <a:gd name="connsiteY39" fmla="*/ 21311 h 88524"/>
                <a:gd name="connsiteX40" fmla="*/ 14754 w 14754"/>
                <a:gd name="connsiteY40" fmla="*/ 18033 h 88524"/>
                <a:gd name="connsiteX41" fmla="*/ 14754 w 14754"/>
                <a:gd name="connsiteY41" fmla="*/ 13115 h 88524"/>
                <a:gd name="connsiteX42" fmla="*/ 11476 w 14754"/>
                <a:gd name="connsiteY42" fmla="*/ 11476 h 88524"/>
                <a:gd name="connsiteX43" fmla="*/ 14754 w 14754"/>
                <a:gd name="connsiteY43" fmla="*/ 8197 h 88524"/>
                <a:gd name="connsiteX44" fmla="*/ 14754 w 14754"/>
                <a:gd name="connsiteY44" fmla="*/ 4918 h 88524"/>
                <a:gd name="connsiteX45" fmla="*/ 11476 w 14754"/>
                <a:gd name="connsiteY45" fmla="*/ 0 h 88524"/>
                <a:gd name="connsiteX46" fmla="*/ 8197 w 14754"/>
                <a:gd name="connsiteY46" fmla="*/ 4918 h 88524"/>
                <a:gd name="connsiteX47" fmla="*/ 8197 w 14754"/>
                <a:gd name="connsiteY47" fmla="*/ 8197 h 88524"/>
                <a:gd name="connsiteX48" fmla="*/ 6558 w 14754"/>
                <a:gd name="connsiteY48" fmla="*/ 11476 h 88524"/>
                <a:gd name="connsiteX49" fmla="*/ 6558 w 14754"/>
                <a:gd name="connsiteY49" fmla="*/ 14754 h 88524"/>
                <a:gd name="connsiteX50" fmla="*/ 6558 w 14754"/>
                <a:gd name="connsiteY50" fmla="*/ 18033 h 88524"/>
                <a:gd name="connsiteX51" fmla="*/ 6558 w 14754"/>
                <a:gd name="connsiteY51" fmla="*/ 22951 h 88524"/>
                <a:gd name="connsiteX52" fmla="*/ 6558 w 14754"/>
                <a:gd name="connsiteY52" fmla="*/ 26229 h 8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4754" h="88524">
                  <a:moveTo>
                    <a:pt x="6558" y="29508"/>
                  </a:moveTo>
                  <a:lnTo>
                    <a:pt x="4919" y="32787"/>
                  </a:lnTo>
                  <a:lnTo>
                    <a:pt x="4919" y="37705"/>
                  </a:lnTo>
                  <a:lnTo>
                    <a:pt x="4919" y="40983"/>
                  </a:lnTo>
                  <a:lnTo>
                    <a:pt x="4919" y="44262"/>
                  </a:lnTo>
                  <a:lnTo>
                    <a:pt x="4919" y="49180"/>
                  </a:lnTo>
                  <a:lnTo>
                    <a:pt x="4919" y="52459"/>
                  </a:lnTo>
                  <a:lnTo>
                    <a:pt x="8197" y="55738"/>
                  </a:lnTo>
                  <a:lnTo>
                    <a:pt x="6558" y="57377"/>
                  </a:lnTo>
                  <a:lnTo>
                    <a:pt x="8197" y="62295"/>
                  </a:lnTo>
                  <a:lnTo>
                    <a:pt x="6558" y="62295"/>
                  </a:lnTo>
                  <a:lnTo>
                    <a:pt x="3279" y="62295"/>
                  </a:lnTo>
                  <a:lnTo>
                    <a:pt x="3279" y="65573"/>
                  </a:lnTo>
                  <a:lnTo>
                    <a:pt x="1640" y="68852"/>
                  </a:lnTo>
                  <a:lnTo>
                    <a:pt x="0" y="73770"/>
                  </a:lnTo>
                  <a:lnTo>
                    <a:pt x="0" y="77049"/>
                  </a:lnTo>
                  <a:lnTo>
                    <a:pt x="1640" y="80328"/>
                  </a:lnTo>
                  <a:lnTo>
                    <a:pt x="3279" y="85246"/>
                  </a:lnTo>
                  <a:lnTo>
                    <a:pt x="4919" y="88524"/>
                  </a:lnTo>
                  <a:lnTo>
                    <a:pt x="8197" y="88524"/>
                  </a:lnTo>
                  <a:lnTo>
                    <a:pt x="4919" y="85246"/>
                  </a:lnTo>
                  <a:lnTo>
                    <a:pt x="8197" y="81967"/>
                  </a:lnTo>
                  <a:lnTo>
                    <a:pt x="8197" y="78688"/>
                  </a:lnTo>
                  <a:lnTo>
                    <a:pt x="6558" y="73770"/>
                  </a:lnTo>
                  <a:lnTo>
                    <a:pt x="6558" y="70492"/>
                  </a:lnTo>
                  <a:lnTo>
                    <a:pt x="6558" y="67213"/>
                  </a:lnTo>
                  <a:lnTo>
                    <a:pt x="9837" y="63934"/>
                  </a:lnTo>
                  <a:lnTo>
                    <a:pt x="11476" y="60656"/>
                  </a:lnTo>
                  <a:lnTo>
                    <a:pt x="11476" y="55738"/>
                  </a:lnTo>
                  <a:lnTo>
                    <a:pt x="11476" y="54098"/>
                  </a:lnTo>
                  <a:lnTo>
                    <a:pt x="9837" y="50820"/>
                  </a:lnTo>
                  <a:lnTo>
                    <a:pt x="13115" y="49180"/>
                  </a:lnTo>
                  <a:lnTo>
                    <a:pt x="14754" y="45901"/>
                  </a:lnTo>
                  <a:lnTo>
                    <a:pt x="14754" y="40983"/>
                  </a:lnTo>
                  <a:lnTo>
                    <a:pt x="14754" y="37705"/>
                  </a:lnTo>
                  <a:lnTo>
                    <a:pt x="13115" y="34426"/>
                  </a:lnTo>
                  <a:lnTo>
                    <a:pt x="9837" y="29508"/>
                  </a:lnTo>
                  <a:lnTo>
                    <a:pt x="11476" y="26229"/>
                  </a:lnTo>
                  <a:lnTo>
                    <a:pt x="11476" y="22951"/>
                  </a:lnTo>
                  <a:lnTo>
                    <a:pt x="14754" y="21311"/>
                  </a:lnTo>
                  <a:lnTo>
                    <a:pt x="14754" y="18033"/>
                  </a:lnTo>
                  <a:lnTo>
                    <a:pt x="14754" y="13115"/>
                  </a:lnTo>
                  <a:lnTo>
                    <a:pt x="11476" y="11476"/>
                  </a:lnTo>
                  <a:lnTo>
                    <a:pt x="14754" y="8197"/>
                  </a:lnTo>
                  <a:lnTo>
                    <a:pt x="14754" y="4918"/>
                  </a:lnTo>
                  <a:lnTo>
                    <a:pt x="11476" y="0"/>
                  </a:lnTo>
                  <a:lnTo>
                    <a:pt x="8197" y="4918"/>
                  </a:lnTo>
                  <a:lnTo>
                    <a:pt x="8197" y="8197"/>
                  </a:lnTo>
                  <a:lnTo>
                    <a:pt x="6558" y="11476"/>
                  </a:lnTo>
                  <a:lnTo>
                    <a:pt x="6558" y="14754"/>
                  </a:lnTo>
                  <a:lnTo>
                    <a:pt x="6558" y="18033"/>
                  </a:lnTo>
                  <a:lnTo>
                    <a:pt x="6558" y="22951"/>
                  </a:lnTo>
                  <a:lnTo>
                    <a:pt x="6558" y="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95" name="Freeform 3594">
              <a:extLst>
                <a:ext uri="{FF2B5EF4-FFF2-40B4-BE49-F238E27FC236}">
                  <a16:creationId xmlns:a16="http://schemas.microsoft.com/office/drawing/2014/main" id="{4B03EA61-19E7-5846-8F5E-026103751DA6}"/>
                </a:ext>
              </a:extLst>
            </p:cNvPr>
            <p:cNvSpPr/>
            <p:nvPr/>
          </p:nvSpPr>
          <p:spPr>
            <a:xfrm>
              <a:off x="8918938" y="3550965"/>
              <a:ext cx="1638" cy="3278"/>
            </a:xfrm>
            <a:custGeom>
              <a:avLst/>
              <a:gdLst>
                <a:gd name="connsiteX0" fmla="*/ 1639 w 1638"/>
                <a:gd name="connsiteY0" fmla="*/ 0 h 3278"/>
                <a:gd name="connsiteX1" fmla="*/ 0 w 1638"/>
                <a:gd name="connsiteY1" fmla="*/ 0 h 3278"/>
                <a:gd name="connsiteX2" fmla="*/ 1639 w 163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1639" y="0"/>
                  </a:move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96" name="Freeform 3595">
              <a:extLst>
                <a:ext uri="{FF2B5EF4-FFF2-40B4-BE49-F238E27FC236}">
                  <a16:creationId xmlns:a16="http://schemas.microsoft.com/office/drawing/2014/main" id="{BB8B071F-DD01-5546-9A0B-BF12B3A5E021}"/>
                </a:ext>
              </a:extLst>
            </p:cNvPr>
            <p:cNvSpPr/>
            <p:nvPr/>
          </p:nvSpPr>
          <p:spPr>
            <a:xfrm>
              <a:off x="8932052" y="3714899"/>
              <a:ext cx="3278" cy="3278"/>
            </a:xfrm>
            <a:custGeom>
              <a:avLst/>
              <a:gdLst>
                <a:gd name="connsiteX0" fmla="*/ 1639 w 3278"/>
                <a:gd name="connsiteY0" fmla="*/ 0 h 3278"/>
                <a:gd name="connsiteX1" fmla="*/ 0 w 3278"/>
                <a:gd name="connsiteY1" fmla="*/ 0 h 3278"/>
                <a:gd name="connsiteX2" fmla="*/ 0 w 3278"/>
                <a:gd name="connsiteY2" fmla="*/ 3278 h 3278"/>
                <a:gd name="connsiteX3" fmla="*/ 3279 w 3278"/>
                <a:gd name="connsiteY3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3278">
                  <a:moveTo>
                    <a:pt x="1639" y="0"/>
                  </a:moveTo>
                  <a:lnTo>
                    <a:pt x="0" y="0"/>
                  </a:lnTo>
                  <a:lnTo>
                    <a:pt x="0" y="3278"/>
                  </a:lnTo>
                  <a:lnTo>
                    <a:pt x="3279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97" name="Freeform 3596">
              <a:extLst>
                <a:ext uri="{FF2B5EF4-FFF2-40B4-BE49-F238E27FC236}">
                  <a16:creationId xmlns:a16="http://schemas.microsoft.com/office/drawing/2014/main" id="{AD7752FF-38A1-1E48-A2DE-8BB5508175AB}"/>
                </a:ext>
              </a:extLst>
            </p:cNvPr>
            <p:cNvSpPr/>
            <p:nvPr/>
          </p:nvSpPr>
          <p:spPr>
            <a:xfrm>
              <a:off x="8932052" y="3591948"/>
              <a:ext cx="3278" cy="3278"/>
            </a:xfrm>
            <a:custGeom>
              <a:avLst/>
              <a:gdLst>
                <a:gd name="connsiteX0" fmla="*/ 0 w 3278"/>
                <a:gd name="connsiteY0" fmla="*/ 0 h 3278"/>
                <a:gd name="connsiteX1" fmla="*/ 0 w 3278"/>
                <a:gd name="connsiteY1" fmla="*/ 1639 h 3278"/>
                <a:gd name="connsiteX2" fmla="*/ 327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0"/>
                  </a:move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98" name="Freeform 3597">
              <a:extLst>
                <a:ext uri="{FF2B5EF4-FFF2-40B4-BE49-F238E27FC236}">
                  <a16:creationId xmlns:a16="http://schemas.microsoft.com/office/drawing/2014/main" id="{D7C9D441-3FD7-0340-844F-AA1423FBEF02}"/>
                </a:ext>
              </a:extLst>
            </p:cNvPr>
            <p:cNvSpPr/>
            <p:nvPr/>
          </p:nvSpPr>
          <p:spPr>
            <a:xfrm>
              <a:off x="8935331" y="3585391"/>
              <a:ext cx="1638" cy="3278"/>
            </a:xfrm>
            <a:custGeom>
              <a:avLst/>
              <a:gdLst>
                <a:gd name="connsiteX0" fmla="*/ 1639 w 1638"/>
                <a:gd name="connsiteY0" fmla="*/ 0 h 3278"/>
                <a:gd name="connsiteX1" fmla="*/ 0 w 1638"/>
                <a:gd name="connsiteY1" fmla="*/ 0 h 3278"/>
                <a:gd name="connsiteX2" fmla="*/ 1639 w 163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1639" y="0"/>
                  </a:move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99" name="Freeform 3598">
              <a:extLst>
                <a:ext uri="{FF2B5EF4-FFF2-40B4-BE49-F238E27FC236}">
                  <a16:creationId xmlns:a16="http://schemas.microsoft.com/office/drawing/2014/main" id="{721163DE-58B8-B642-91E2-D7EFE40BC210}"/>
                </a:ext>
              </a:extLst>
            </p:cNvPr>
            <p:cNvSpPr/>
            <p:nvPr/>
          </p:nvSpPr>
          <p:spPr>
            <a:xfrm>
              <a:off x="8956642" y="3768997"/>
              <a:ext cx="6557" cy="4918"/>
            </a:xfrm>
            <a:custGeom>
              <a:avLst/>
              <a:gdLst>
                <a:gd name="connsiteX0" fmla="*/ 3279 w 6557"/>
                <a:gd name="connsiteY0" fmla="*/ 0 h 4918"/>
                <a:gd name="connsiteX1" fmla="*/ 0 w 6557"/>
                <a:gd name="connsiteY1" fmla="*/ 1639 h 4918"/>
                <a:gd name="connsiteX2" fmla="*/ 1639 w 6557"/>
                <a:gd name="connsiteY2" fmla="*/ 4918 h 4918"/>
                <a:gd name="connsiteX3" fmla="*/ 6558 w 6557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4918">
                  <a:moveTo>
                    <a:pt x="3279" y="0"/>
                  </a:moveTo>
                  <a:lnTo>
                    <a:pt x="0" y="1639"/>
                  </a:lnTo>
                  <a:lnTo>
                    <a:pt x="1639" y="4918"/>
                  </a:lnTo>
                  <a:lnTo>
                    <a:pt x="655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00" name="Freeform 3599">
              <a:extLst>
                <a:ext uri="{FF2B5EF4-FFF2-40B4-BE49-F238E27FC236}">
                  <a16:creationId xmlns:a16="http://schemas.microsoft.com/office/drawing/2014/main" id="{178C271F-D3EC-B749-83DF-5D83F3DB55C3}"/>
                </a:ext>
              </a:extLst>
            </p:cNvPr>
            <p:cNvSpPr/>
            <p:nvPr/>
          </p:nvSpPr>
          <p:spPr>
            <a:xfrm>
              <a:off x="8961560" y="3760800"/>
              <a:ext cx="3278" cy="6557"/>
            </a:xfrm>
            <a:custGeom>
              <a:avLst/>
              <a:gdLst>
                <a:gd name="connsiteX0" fmla="*/ 3279 w 3278"/>
                <a:gd name="connsiteY0" fmla="*/ 0 h 6557"/>
                <a:gd name="connsiteX1" fmla="*/ 1640 w 3278"/>
                <a:gd name="connsiteY1" fmla="*/ 0 h 6557"/>
                <a:gd name="connsiteX2" fmla="*/ 0 w 3278"/>
                <a:gd name="connsiteY2" fmla="*/ 3279 h 6557"/>
                <a:gd name="connsiteX3" fmla="*/ 3279 w 3278"/>
                <a:gd name="connsiteY3" fmla="*/ 6557 h 6557"/>
                <a:gd name="connsiteX4" fmla="*/ 3279 w 3278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6557">
                  <a:moveTo>
                    <a:pt x="3279" y="0"/>
                  </a:moveTo>
                  <a:lnTo>
                    <a:pt x="1640" y="0"/>
                  </a:lnTo>
                  <a:lnTo>
                    <a:pt x="0" y="3279"/>
                  </a:lnTo>
                  <a:lnTo>
                    <a:pt x="3279" y="6557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01" name="Freeform 3600">
              <a:extLst>
                <a:ext uri="{FF2B5EF4-FFF2-40B4-BE49-F238E27FC236}">
                  <a16:creationId xmlns:a16="http://schemas.microsoft.com/office/drawing/2014/main" id="{D385AA93-08D7-6E47-9FA8-DB9A3B6C8397}"/>
                </a:ext>
              </a:extLst>
            </p:cNvPr>
            <p:cNvSpPr/>
            <p:nvPr/>
          </p:nvSpPr>
          <p:spPr>
            <a:xfrm>
              <a:off x="8966478" y="3746046"/>
              <a:ext cx="1639" cy="3278"/>
            </a:xfrm>
            <a:custGeom>
              <a:avLst/>
              <a:gdLst>
                <a:gd name="connsiteX0" fmla="*/ 0 w 1639"/>
                <a:gd name="connsiteY0" fmla="*/ 0 h 3278"/>
                <a:gd name="connsiteX1" fmla="*/ 0 w 1639"/>
                <a:gd name="connsiteY1" fmla="*/ 0 h 3278"/>
                <a:gd name="connsiteX2" fmla="*/ 1640 w 1639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0" y="0"/>
                  </a:moveTo>
                  <a:lnTo>
                    <a:pt x="0" y="0"/>
                  </a:lnTo>
                  <a:lnTo>
                    <a:pt x="164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02" name="Freeform 3601">
              <a:extLst>
                <a:ext uri="{FF2B5EF4-FFF2-40B4-BE49-F238E27FC236}">
                  <a16:creationId xmlns:a16="http://schemas.microsoft.com/office/drawing/2014/main" id="{365C934C-17BC-B74F-AC3E-320E9C10E7A1}"/>
                </a:ext>
              </a:extLst>
            </p:cNvPr>
            <p:cNvSpPr/>
            <p:nvPr/>
          </p:nvSpPr>
          <p:spPr>
            <a:xfrm>
              <a:off x="8969757" y="3795226"/>
              <a:ext cx="4917" cy="8196"/>
            </a:xfrm>
            <a:custGeom>
              <a:avLst/>
              <a:gdLst>
                <a:gd name="connsiteX0" fmla="*/ 3279 w 4917"/>
                <a:gd name="connsiteY0" fmla="*/ 0 h 8196"/>
                <a:gd name="connsiteX1" fmla="*/ 3279 w 4917"/>
                <a:gd name="connsiteY1" fmla="*/ 0 h 8196"/>
                <a:gd name="connsiteX2" fmla="*/ 0 w 4917"/>
                <a:gd name="connsiteY2" fmla="*/ 3279 h 8196"/>
                <a:gd name="connsiteX3" fmla="*/ 1640 w 4917"/>
                <a:gd name="connsiteY3" fmla="*/ 8197 h 8196"/>
                <a:gd name="connsiteX4" fmla="*/ 4918 w 4917"/>
                <a:gd name="connsiteY4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8196">
                  <a:moveTo>
                    <a:pt x="3279" y="0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1640" y="8197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03" name="Freeform 3602">
              <a:extLst>
                <a:ext uri="{FF2B5EF4-FFF2-40B4-BE49-F238E27FC236}">
                  <a16:creationId xmlns:a16="http://schemas.microsoft.com/office/drawing/2014/main" id="{FC3A09FD-1B67-A142-A29B-ABC920E01DCB}"/>
                </a:ext>
              </a:extLst>
            </p:cNvPr>
            <p:cNvSpPr/>
            <p:nvPr/>
          </p:nvSpPr>
          <p:spPr>
            <a:xfrm>
              <a:off x="8971397" y="3803423"/>
              <a:ext cx="11474" cy="21311"/>
            </a:xfrm>
            <a:custGeom>
              <a:avLst/>
              <a:gdLst>
                <a:gd name="connsiteX0" fmla="*/ 8197 w 11474"/>
                <a:gd name="connsiteY0" fmla="*/ 1639 h 21311"/>
                <a:gd name="connsiteX1" fmla="*/ 4918 w 11474"/>
                <a:gd name="connsiteY1" fmla="*/ 0 h 21311"/>
                <a:gd name="connsiteX2" fmla="*/ 1639 w 11474"/>
                <a:gd name="connsiteY2" fmla="*/ 1639 h 21311"/>
                <a:gd name="connsiteX3" fmla="*/ 0 w 11474"/>
                <a:gd name="connsiteY3" fmla="*/ 4918 h 21311"/>
                <a:gd name="connsiteX4" fmla="*/ 1639 w 11474"/>
                <a:gd name="connsiteY4" fmla="*/ 9836 h 21311"/>
                <a:gd name="connsiteX5" fmla="*/ 4918 w 11474"/>
                <a:gd name="connsiteY5" fmla="*/ 13114 h 21311"/>
                <a:gd name="connsiteX6" fmla="*/ 6557 w 11474"/>
                <a:gd name="connsiteY6" fmla="*/ 16393 h 21311"/>
                <a:gd name="connsiteX7" fmla="*/ 8197 w 11474"/>
                <a:gd name="connsiteY7" fmla="*/ 21311 h 21311"/>
                <a:gd name="connsiteX8" fmla="*/ 9836 w 11474"/>
                <a:gd name="connsiteY8" fmla="*/ 16393 h 21311"/>
                <a:gd name="connsiteX9" fmla="*/ 11475 w 11474"/>
                <a:gd name="connsiteY9" fmla="*/ 13114 h 21311"/>
                <a:gd name="connsiteX10" fmla="*/ 11475 w 11474"/>
                <a:gd name="connsiteY10" fmla="*/ 9836 h 21311"/>
                <a:gd name="connsiteX11" fmla="*/ 9836 w 11474"/>
                <a:gd name="connsiteY11" fmla="*/ 6557 h 2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74" h="21311">
                  <a:moveTo>
                    <a:pt x="8197" y="1639"/>
                  </a:moveTo>
                  <a:lnTo>
                    <a:pt x="4918" y="0"/>
                  </a:lnTo>
                  <a:lnTo>
                    <a:pt x="1639" y="1639"/>
                  </a:lnTo>
                  <a:lnTo>
                    <a:pt x="0" y="4918"/>
                  </a:lnTo>
                  <a:lnTo>
                    <a:pt x="1639" y="9836"/>
                  </a:lnTo>
                  <a:lnTo>
                    <a:pt x="4918" y="13114"/>
                  </a:lnTo>
                  <a:lnTo>
                    <a:pt x="6557" y="16393"/>
                  </a:lnTo>
                  <a:lnTo>
                    <a:pt x="8197" y="21311"/>
                  </a:lnTo>
                  <a:lnTo>
                    <a:pt x="9836" y="16393"/>
                  </a:lnTo>
                  <a:lnTo>
                    <a:pt x="11475" y="13114"/>
                  </a:lnTo>
                  <a:lnTo>
                    <a:pt x="11475" y="9836"/>
                  </a:lnTo>
                  <a:lnTo>
                    <a:pt x="9836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04" name="Freeform 3603">
              <a:extLst>
                <a:ext uri="{FF2B5EF4-FFF2-40B4-BE49-F238E27FC236}">
                  <a16:creationId xmlns:a16="http://schemas.microsoft.com/office/drawing/2014/main" id="{249978DD-50D6-D14A-9A08-9EE3DC2727BE}"/>
                </a:ext>
              </a:extLst>
            </p:cNvPr>
            <p:cNvSpPr/>
            <p:nvPr/>
          </p:nvSpPr>
          <p:spPr>
            <a:xfrm>
              <a:off x="6669767" y="2685395"/>
              <a:ext cx="22950" cy="54098"/>
            </a:xfrm>
            <a:custGeom>
              <a:avLst/>
              <a:gdLst>
                <a:gd name="connsiteX0" fmla="*/ 0 w 22950"/>
                <a:gd name="connsiteY0" fmla="*/ 16393 h 54098"/>
                <a:gd name="connsiteX1" fmla="*/ 0 w 22950"/>
                <a:gd name="connsiteY1" fmla="*/ 16393 h 54098"/>
                <a:gd name="connsiteX2" fmla="*/ 1639 w 22950"/>
                <a:gd name="connsiteY2" fmla="*/ 14754 h 54098"/>
                <a:gd name="connsiteX3" fmla="*/ 1639 w 22950"/>
                <a:gd name="connsiteY3" fmla="*/ 11475 h 54098"/>
                <a:gd name="connsiteX4" fmla="*/ 1639 w 22950"/>
                <a:gd name="connsiteY4" fmla="*/ 11475 h 54098"/>
                <a:gd name="connsiteX5" fmla="*/ 1639 w 22950"/>
                <a:gd name="connsiteY5" fmla="*/ 9836 h 54098"/>
                <a:gd name="connsiteX6" fmla="*/ 3279 w 22950"/>
                <a:gd name="connsiteY6" fmla="*/ 8197 h 54098"/>
                <a:gd name="connsiteX7" fmla="*/ 3279 w 22950"/>
                <a:gd name="connsiteY7" fmla="*/ 6557 h 54098"/>
                <a:gd name="connsiteX8" fmla="*/ 6557 w 22950"/>
                <a:gd name="connsiteY8" fmla="*/ 3279 h 54098"/>
                <a:gd name="connsiteX9" fmla="*/ 8197 w 22950"/>
                <a:gd name="connsiteY9" fmla="*/ 0 h 54098"/>
                <a:gd name="connsiteX10" fmla="*/ 11476 w 22950"/>
                <a:gd name="connsiteY10" fmla="*/ 1639 h 54098"/>
                <a:gd name="connsiteX11" fmla="*/ 11476 w 22950"/>
                <a:gd name="connsiteY11" fmla="*/ 1639 h 54098"/>
                <a:gd name="connsiteX12" fmla="*/ 16393 w 22950"/>
                <a:gd name="connsiteY12" fmla="*/ 3279 h 54098"/>
                <a:gd name="connsiteX13" fmla="*/ 18033 w 22950"/>
                <a:gd name="connsiteY13" fmla="*/ 6557 h 54098"/>
                <a:gd name="connsiteX14" fmla="*/ 19672 w 22950"/>
                <a:gd name="connsiteY14" fmla="*/ 6557 h 54098"/>
                <a:gd name="connsiteX15" fmla="*/ 21311 w 22950"/>
                <a:gd name="connsiteY15" fmla="*/ 8197 h 54098"/>
                <a:gd name="connsiteX16" fmla="*/ 21311 w 22950"/>
                <a:gd name="connsiteY16" fmla="*/ 11475 h 54098"/>
                <a:gd name="connsiteX17" fmla="*/ 22951 w 22950"/>
                <a:gd name="connsiteY17" fmla="*/ 14754 h 54098"/>
                <a:gd name="connsiteX18" fmla="*/ 22951 w 22950"/>
                <a:gd name="connsiteY18" fmla="*/ 16393 h 54098"/>
                <a:gd name="connsiteX19" fmla="*/ 21311 w 22950"/>
                <a:gd name="connsiteY19" fmla="*/ 19672 h 54098"/>
                <a:gd name="connsiteX20" fmla="*/ 21311 w 22950"/>
                <a:gd name="connsiteY20" fmla="*/ 19672 h 54098"/>
                <a:gd name="connsiteX21" fmla="*/ 21311 w 22950"/>
                <a:gd name="connsiteY21" fmla="*/ 22951 h 54098"/>
                <a:gd name="connsiteX22" fmla="*/ 22951 w 22950"/>
                <a:gd name="connsiteY22" fmla="*/ 27869 h 54098"/>
                <a:gd name="connsiteX23" fmla="*/ 22951 w 22950"/>
                <a:gd name="connsiteY23" fmla="*/ 29508 h 54098"/>
                <a:gd name="connsiteX24" fmla="*/ 22951 w 22950"/>
                <a:gd name="connsiteY24" fmla="*/ 32787 h 54098"/>
                <a:gd name="connsiteX25" fmla="*/ 22951 w 22950"/>
                <a:gd name="connsiteY25" fmla="*/ 36065 h 54098"/>
                <a:gd name="connsiteX26" fmla="*/ 22951 w 22950"/>
                <a:gd name="connsiteY26" fmla="*/ 39344 h 54098"/>
                <a:gd name="connsiteX27" fmla="*/ 21311 w 22950"/>
                <a:gd name="connsiteY27" fmla="*/ 44262 h 54098"/>
                <a:gd name="connsiteX28" fmla="*/ 21311 w 22950"/>
                <a:gd name="connsiteY28" fmla="*/ 47541 h 54098"/>
                <a:gd name="connsiteX29" fmla="*/ 18033 w 22950"/>
                <a:gd name="connsiteY29" fmla="*/ 47541 h 54098"/>
                <a:gd name="connsiteX30" fmla="*/ 18033 w 22950"/>
                <a:gd name="connsiteY30" fmla="*/ 47541 h 54098"/>
                <a:gd name="connsiteX31" fmla="*/ 18033 w 22950"/>
                <a:gd name="connsiteY31" fmla="*/ 47541 h 54098"/>
                <a:gd name="connsiteX32" fmla="*/ 16393 w 22950"/>
                <a:gd name="connsiteY32" fmla="*/ 47541 h 54098"/>
                <a:gd name="connsiteX33" fmla="*/ 16393 w 22950"/>
                <a:gd name="connsiteY33" fmla="*/ 49180 h 54098"/>
                <a:gd name="connsiteX34" fmla="*/ 14754 w 22950"/>
                <a:gd name="connsiteY34" fmla="*/ 49180 h 54098"/>
                <a:gd name="connsiteX35" fmla="*/ 11476 w 22950"/>
                <a:gd name="connsiteY35" fmla="*/ 52459 h 54098"/>
                <a:gd name="connsiteX36" fmla="*/ 8197 w 22950"/>
                <a:gd name="connsiteY36" fmla="*/ 52459 h 54098"/>
                <a:gd name="connsiteX37" fmla="*/ 4918 w 22950"/>
                <a:gd name="connsiteY37" fmla="*/ 52459 h 54098"/>
                <a:gd name="connsiteX38" fmla="*/ 1639 w 22950"/>
                <a:gd name="connsiteY38" fmla="*/ 54098 h 54098"/>
                <a:gd name="connsiteX39" fmla="*/ 0 w 22950"/>
                <a:gd name="connsiteY39" fmla="*/ 49180 h 54098"/>
                <a:gd name="connsiteX40" fmla="*/ 1639 w 22950"/>
                <a:gd name="connsiteY40" fmla="*/ 45901 h 54098"/>
                <a:gd name="connsiteX41" fmla="*/ 1639 w 22950"/>
                <a:gd name="connsiteY41" fmla="*/ 42623 h 54098"/>
                <a:gd name="connsiteX42" fmla="*/ 3279 w 22950"/>
                <a:gd name="connsiteY42" fmla="*/ 40983 h 54098"/>
                <a:gd name="connsiteX43" fmla="*/ 3279 w 22950"/>
                <a:gd name="connsiteY43" fmla="*/ 40983 h 54098"/>
                <a:gd name="connsiteX44" fmla="*/ 8197 w 22950"/>
                <a:gd name="connsiteY44" fmla="*/ 37705 h 54098"/>
                <a:gd name="connsiteX45" fmla="*/ 11476 w 22950"/>
                <a:gd name="connsiteY45" fmla="*/ 36065 h 54098"/>
                <a:gd name="connsiteX46" fmla="*/ 11476 w 22950"/>
                <a:gd name="connsiteY46" fmla="*/ 34426 h 54098"/>
                <a:gd name="connsiteX47" fmla="*/ 11476 w 22950"/>
                <a:gd name="connsiteY47" fmla="*/ 32787 h 54098"/>
                <a:gd name="connsiteX48" fmla="*/ 9836 w 22950"/>
                <a:gd name="connsiteY48" fmla="*/ 32787 h 54098"/>
                <a:gd name="connsiteX49" fmla="*/ 6557 w 22950"/>
                <a:gd name="connsiteY49" fmla="*/ 32787 h 54098"/>
                <a:gd name="connsiteX50" fmla="*/ 3279 w 22950"/>
                <a:gd name="connsiteY50" fmla="*/ 32787 h 54098"/>
                <a:gd name="connsiteX51" fmla="*/ 3279 w 22950"/>
                <a:gd name="connsiteY51" fmla="*/ 32787 h 54098"/>
                <a:gd name="connsiteX52" fmla="*/ 1639 w 22950"/>
                <a:gd name="connsiteY52" fmla="*/ 32787 h 54098"/>
                <a:gd name="connsiteX53" fmla="*/ 1639 w 22950"/>
                <a:gd name="connsiteY53" fmla="*/ 31147 h 54098"/>
                <a:gd name="connsiteX54" fmla="*/ 3279 w 22950"/>
                <a:gd name="connsiteY54" fmla="*/ 31147 h 54098"/>
                <a:gd name="connsiteX55" fmla="*/ 3279 w 22950"/>
                <a:gd name="connsiteY55" fmla="*/ 27869 h 54098"/>
                <a:gd name="connsiteX56" fmla="*/ 1639 w 22950"/>
                <a:gd name="connsiteY56" fmla="*/ 26229 h 54098"/>
                <a:gd name="connsiteX57" fmla="*/ 1639 w 22950"/>
                <a:gd name="connsiteY57" fmla="*/ 24590 h 54098"/>
                <a:gd name="connsiteX58" fmla="*/ 1639 w 22950"/>
                <a:gd name="connsiteY58" fmla="*/ 24590 h 54098"/>
                <a:gd name="connsiteX59" fmla="*/ 1639 w 22950"/>
                <a:gd name="connsiteY59" fmla="*/ 21311 h 54098"/>
                <a:gd name="connsiteX60" fmla="*/ 1639 w 22950"/>
                <a:gd name="connsiteY60" fmla="*/ 19672 h 54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2950" h="54098">
                  <a:moveTo>
                    <a:pt x="0" y="16393"/>
                  </a:moveTo>
                  <a:lnTo>
                    <a:pt x="0" y="16393"/>
                  </a:lnTo>
                  <a:lnTo>
                    <a:pt x="1639" y="14754"/>
                  </a:lnTo>
                  <a:lnTo>
                    <a:pt x="1639" y="11475"/>
                  </a:lnTo>
                  <a:lnTo>
                    <a:pt x="1639" y="11475"/>
                  </a:lnTo>
                  <a:lnTo>
                    <a:pt x="1639" y="9836"/>
                  </a:lnTo>
                  <a:lnTo>
                    <a:pt x="3279" y="8197"/>
                  </a:lnTo>
                  <a:lnTo>
                    <a:pt x="3279" y="6557"/>
                  </a:lnTo>
                  <a:lnTo>
                    <a:pt x="6557" y="3279"/>
                  </a:lnTo>
                  <a:lnTo>
                    <a:pt x="8197" y="0"/>
                  </a:lnTo>
                  <a:lnTo>
                    <a:pt x="11476" y="1639"/>
                  </a:lnTo>
                  <a:lnTo>
                    <a:pt x="11476" y="1639"/>
                  </a:lnTo>
                  <a:lnTo>
                    <a:pt x="16393" y="3279"/>
                  </a:lnTo>
                  <a:lnTo>
                    <a:pt x="18033" y="6557"/>
                  </a:lnTo>
                  <a:lnTo>
                    <a:pt x="19672" y="6557"/>
                  </a:lnTo>
                  <a:lnTo>
                    <a:pt x="21311" y="8197"/>
                  </a:lnTo>
                  <a:lnTo>
                    <a:pt x="21311" y="11475"/>
                  </a:lnTo>
                  <a:lnTo>
                    <a:pt x="22951" y="14754"/>
                  </a:lnTo>
                  <a:lnTo>
                    <a:pt x="22951" y="16393"/>
                  </a:lnTo>
                  <a:lnTo>
                    <a:pt x="21311" y="19672"/>
                  </a:lnTo>
                  <a:lnTo>
                    <a:pt x="21311" y="19672"/>
                  </a:lnTo>
                  <a:lnTo>
                    <a:pt x="21311" y="22951"/>
                  </a:lnTo>
                  <a:lnTo>
                    <a:pt x="22951" y="27869"/>
                  </a:lnTo>
                  <a:lnTo>
                    <a:pt x="22951" y="29508"/>
                  </a:lnTo>
                  <a:lnTo>
                    <a:pt x="22951" y="32787"/>
                  </a:lnTo>
                  <a:lnTo>
                    <a:pt x="22951" y="36065"/>
                  </a:lnTo>
                  <a:lnTo>
                    <a:pt x="22951" y="39344"/>
                  </a:lnTo>
                  <a:lnTo>
                    <a:pt x="21311" y="44262"/>
                  </a:lnTo>
                  <a:lnTo>
                    <a:pt x="21311" y="47541"/>
                  </a:lnTo>
                  <a:lnTo>
                    <a:pt x="18033" y="47541"/>
                  </a:lnTo>
                  <a:lnTo>
                    <a:pt x="18033" y="47541"/>
                  </a:lnTo>
                  <a:lnTo>
                    <a:pt x="18033" y="47541"/>
                  </a:lnTo>
                  <a:lnTo>
                    <a:pt x="16393" y="47541"/>
                  </a:lnTo>
                  <a:lnTo>
                    <a:pt x="16393" y="49180"/>
                  </a:lnTo>
                  <a:lnTo>
                    <a:pt x="14754" y="49180"/>
                  </a:lnTo>
                  <a:lnTo>
                    <a:pt x="11476" y="52459"/>
                  </a:lnTo>
                  <a:lnTo>
                    <a:pt x="8197" y="52459"/>
                  </a:lnTo>
                  <a:lnTo>
                    <a:pt x="4918" y="52459"/>
                  </a:lnTo>
                  <a:lnTo>
                    <a:pt x="1639" y="54098"/>
                  </a:lnTo>
                  <a:lnTo>
                    <a:pt x="0" y="49180"/>
                  </a:lnTo>
                  <a:lnTo>
                    <a:pt x="1639" y="45901"/>
                  </a:lnTo>
                  <a:lnTo>
                    <a:pt x="1639" y="42623"/>
                  </a:lnTo>
                  <a:lnTo>
                    <a:pt x="3279" y="40983"/>
                  </a:lnTo>
                  <a:lnTo>
                    <a:pt x="3279" y="40983"/>
                  </a:lnTo>
                  <a:lnTo>
                    <a:pt x="8197" y="37705"/>
                  </a:lnTo>
                  <a:lnTo>
                    <a:pt x="11476" y="36065"/>
                  </a:lnTo>
                  <a:lnTo>
                    <a:pt x="11476" y="34426"/>
                  </a:lnTo>
                  <a:lnTo>
                    <a:pt x="11476" y="32787"/>
                  </a:lnTo>
                  <a:lnTo>
                    <a:pt x="9836" y="32787"/>
                  </a:lnTo>
                  <a:lnTo>
                    <a:pt x="6557" y="32787"/>
                  </a:lnTo>
                  <a:lnTo>
                    <a:pt x="3279" y="32787"/>
                  </a:lnTo>
                  <a:lnTo>
                    <a:pt x="3279" y="32787"/>
                  </a:lnTo>
                  <a:lnTo>
                    <a:pt x="1639" y="32787"/>
                  </a:lnTo>
                  <a:lnTo>
                    <a:pt x="1639" y="31147"/>
                  </a:lnTo>
                  <a:lnTo>
                    <a:pt x="3279" y="31147"/>
                  </a:lnTo>
                  <a:lnTo>
                    <a:pt x="3279" y="27869"/>
                  </a:lnTo>
                  <a:lnTo>
                    <a:pt x="1639" y="26229"/>
                  </a:lnTo>
                  <a:lnTo>
                    <a:pt x="1639" y="24590"/>
                  </a:lnTo>
                  <a:lnTo>
                    <a:pt x="1639" y="24590"/>
                  </a:lnTo>
                  <a:lnTo>
                    <a:pt x="1639" y="21311"/>
                  </a:lnTo>
                  <a:lnTo>
                    <a:pt x="1639" y="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05" name="Freeform 3604">
              <a:extLst>
                <a:ext uri="{FF2B5EF4-FFF2-40B4-BE49-F238E27FC236}">
                  <a16:creationId xmlns:a16="http://schemas.microsoft.com/office/drawing/2014/main" id="{2F05A7CE-5B8B-C746-8DB4-3FEAD9C29E23}"/>
                </a:ext>
              </a:extLst>
            </p:cNvPr>
            <p:cNvSpPr/>
            <p:nvPr/>
          </p:nvSpPr>
          <p:spPr>
            <a:xfrm>
              <a:off x="6799275" y="2201791"/>
              <a:ext cx="249179" cy="108196"/>
            </a:xfrm>
            <a:custGeom>
              <a:avLst/>
              <a:gdLst>
                <a:gd name="connsiteX0" fmla="*/ 0 w 249179"/>
                <a:gd name="connsiteY0" fmla="*/ 8197 h 108196"/>
                <a:gd name="connsiteX1" fmla="*/ 0 w 249179"/>
                <a:gd name="connsiteY1" fmla="*/ 8197 h 108196"/>
                <a:gd name="connsiteX2" fmla="*/ 0 w 249179"/>
                <a:gd name="connsiteY2" fmla="*/ 6557 h 108196"/>
                <a:gd name="connsiteX3" fmla="*/ 1639 w 249179"/>
                <a:gd name="connsiteY3" fmla="*/ 3279 h 108196"/>
                <a:gd name="connsiteX4" fmla="*/ 4918 w 249179"/>
                <a:gd name="connsiteY4" fmla="*/ 0 h 108196"/>
                <a:gd name="connsiteX5" fmla="*/ 8197 w 249179"/>
                <a:gd name="connsiteY5" fmla="*/ 0 h 108196"/>
                <a:gd name="connsiteX6" fmla="*/ 11476 w 249179"/>
                <a:gd name="connsiteY6" fmla="*/ 1639 h 108196"/>
                <a:gd name="connsiteX7" fmla="*/ 16393 w 249179"/>
                <a:gd name="connsiteY7" fmla="*/ 1639 h 108196"/>
                <a:gd name="connsiteX8" fmla="*/ 19672 w 249179"/>
                <a:gd name="connsiteY8" fmla="*/ 3279 h 108196"/>
                <a:gd name="connsiteX9" fmla="*/ 22951 w 249179"/>
                <a:gd name="connsiteY9" fmla="*/ 1639 h 108196"/>
                <a:gd name="connsiteX10" fmla="*/ 27869 w 249179"/>
                <a:gd name="connsiteY10" fmla="*/ 3279 h 108196"/>
                <a:gd name="connsiteX11" fmla="*/ 31147 w 249179"/>
                <a:gd name="connsiteY11" fmla="*/ 4918 h 108196"/>
                <a:gd name="connsiteX12" fmla="*/ 34426 w 249179"/>
                <a:gd name="connsiteY12" fmla="*/ 8197 h 108196"/>
                <a:gd name="connsiteX13" fmla="*/ 39344 w 249179"/>
                <a:gd name="connsiteY13" fmla="*/ 8197 h 108196"/>
                <a:gd name="connsiteX14" fmla="*/ 42623 w 249179"/>
                <a:gd name="connsiteY14" fmla="*/ 8197 h 108196"/>
                <a:gd name="connsiteX15" fmla="*/ 45902 w 249179"/>
                <a:gd name="connsiteY15" fmla="*/ 9836 h 108196"/>
                <a:gd name="connsiteX16" fmla="*/ 49180 w 249179"/>
                <a:gd name="connsiteY16" fmla="*/ 9836 h 108196"/>
                <a:gd name="connsiteX17" fmla="*/ 54098 w 249179"/>
                <a:gd name="connsiteY17" fmla="*/ 13115 h 108196"/>
                <a:gd name="connsiteX18" fmla="*/ 57377 w 249179"/>
                <a:gd name="connsiteY18" fmla="*/ 14754 h 108196"/>
                <a:gd name="connsiteX19" fmla="*/ 60656 w 249179"/>
                <a:gd name="connsiteY19" fmla="*/ 14754 h 108196"/>
                <a:gd name="connsiteX20" fmla="*/ 65573 w 249179"/>
                <a:gd name="connsiteY20" fmla="*/ 16393 h 108196"/>
                <a:gd name="connsiteX21" fmla="*/ 67213 w 249179"/>
                <a:gd name="connsiteY21" fmla="*/ 14754 h 108196"/>
                <a:gd name="connsiteX22" fmla="*/ 70492 w 249179"/>
                <a:gd name="connsiteY22" fmla="*/ 16393 h 108196"/>
                <a:gd name="connsiteX23" fmla="*/ 75410 w 249179"/>
                <a:gd name="connsiteY23" fmla="*/ 16393 h 108196"/>
                <a:gd name="connsiteX24" fmla="*/ 75410 w 249179"/>
                <a:gd name="connsiteY24" fmla="*/ 16393 h 108196"/>
                <a:gd name="connsiteX25" fmla="*/ 78688 w 249179"/>
                <a:gd name="connsiteY25" fmla="*/ 14754 h 108196"/>
                <a:gd name="connsiteX26" fmla="*/ 81967 w 249179"/>
                <a:gd name="connsiteY26" fmla="*/ 14754 h 108196"/>
                <a:gd name="connsiteX27" fmla="*/ 83606 w 249179"/>
                <a:gd name="connsiteY27" fmla="*/ 14754 h 108196"/>
                <a:gd name="connsiteX28" fmla="*/ 86885 w 249179"/>
                <a:gd name="connsiteY28" fmla="*/ 14754 h 108196"/>
                <a:gd name="connsiteX29" fmla="*/ 91803 w 249179"/>
                <a:gd name="connsiteY29" fmla="*/ 18033 h 108196"/>
                <a:gd name="connsiteX30" fmla="*/ 95082 w 249179"/>
                <a:gd name="connsiteY30" fmla="*/ 18033 h 108196"/>
                <a:gd name="connsiteX31" fmla="*/ 98360 w 249179"/>
                <a:gd name="connsiteY31" fmla="*/ 16393 h 108196"/>
                <a:gd name="connsiteX32" fmla="*/ 101639 w 249179"/>
                <a:gd name="connsiteY32" fmla="*/ 18033 h 108196"/>
                <a:gd name="connsiteX33" fmla="*/ 106557 w 249179"/>
                <a:gd name="connsiteY33" fmla="*/ 19672 h 108196"/>
                <a:gd name="connsiteX34" fmla="*/ 109836 w 249179"/>
                <a:gd name="connsiteY34" fmla="*/ 22951 h 108196"/>
                <a:gd name="connsiteX35" fmla="*/ 113114 w 249179"/>
                <a:gd name="connsiteY35" fmla="*/ 26229 h 108196"/>
                <a:gd name="connsiteX36" fmla="*/ 116393 w 249179"/>
                <a:gd name="connsiteY36" fmla="*/ 27869 h 108196"/>
                <a:gd name="connsiteX37" fmla="*/ 119672 w 249179"/>
                <a:gd name="connsiteY37" fmla="*/ 27869 h 108196"/>
                <a:gd name="connsiteX38" fmla="*/ 121311 w 249179"/>
                <a:gd name="connsiteY38" fmla="*/ 29508 h 108196"/>
                <a:gd name="connsiteX39" fmla="*/ 126229 w 249179"/>
                <a:gd name="connsiteY39" fmla="*/ 29508 h 108196"/>
                <a:gd name="connsiteX40" fmla="*/ 129508 w 249179"/>
                <a:gd name="connsiteY40" fmla="*/ 31147 h 108196"/>
                <a:gd name="connsiteX41" fmla="*/ 132786 w 249179"/>
                <a:gd name="connsiteY41" fmla="*/ 34426 h 108196"/>
                <a:gd name="connsiteX42" fmla="*/ 137704 w 249179"/>
                <a:gd name="connsiteY42" fmla="*/ 36065 h 108196"/>
                <a:gd name="connsiteX43" fmla="*/ 137704 w 249179"/>
                <a:gd name="connsiteY43" fmla="*/ 37705 h 108196"/>
                <a:gd name="connsiteX44" fmla="*/ 136065 w 249179"/>
                <a:gd name="connsiteY44" fmla="*/ 39344 h 108196"/>
                <a:gd name="connsiteX45" fmla="*/ 139344 w 249179"/>
                <a:gd name="connsiteY45" fmla="*/ 42623 h 108196"/>
                <a:gd name="connsiteX46" fmla="*/ 142623 w 249179"/>
                <a:gd name="connsiteY46" fmla="*/ 42623 h 108196"/>
                <a:gd name="connsiteX47" fmla="*/ 147540 w 249179"/>
                <a:gd name="connsiteY47" fmla="*/ 40983 h 108196"/>
                <a:gd name="connsiteX48" fmla="*/ 150819 w 249179"/>
                <a:gd name="connsiteY48" fmla="*/ 40983 h 108196"/>
                <a:gd name="connsiteX49" fmla="*/ 152459 w 249179"/>
                <a:gd name="connsiteY49" fmla="*/ 40983 h 108196"/>
                <a:gd name="connsiteX50" fmla="*/ 154098 w 249179"/>
                <a:gd name="connsiteY50" fmla="*/ 39344 h 108196"/>
                <a:gd name="connsiteX51" fmla="*/ 157376 w 249179"/>
                <a:gd name="connsiteY51" fmla="*/ 37705 h 108196"/>
                <a:gd name="connsiteX52" fmla="*/ 160655 w 249179"/>
                <a:gd name="connsiteY52" fmla="*/ 36065 h 108196"/>
                <a:gd name="connsiteX53" fmla="*/ 165573 w 249179"/>
                <a:gd name="connsiteY53" fmla="*/ 36065 h 108196"/>
                <a:gd name="connsiteX54" fmla="*/ 167213 w 249179"/>
                <a:gd name="connsiteY54" fmla="*/ 36065 h 108196"/>
                <a:gd name="connsiteX55" fmla="*/ 170491 w 249179"/>
                <a:gd name="connsiteY55" fmla="*/ 37705 h 108196"/>
                <a:gd name="connsiteX56" fmla="*/ 172130 w 249179"/>
                <a:gd name="connsiteY56" fmla="*/ 40983 h 108196"/>
                <a:gd name="connsiteX57" fmla="*/ 173770 w 249179"/>
                <a:gd name="connsiteY57" fmla="*/ 37705 h 108196"/>
                <a:gd name="connsiteX58" fmla="*/ 177049 w 249179"/>
                <a:gd name="connsiteY58" fmla="*/ 36065 h 108196"/>
                <a:gd name="connsiteX59" fmla="*/ 178688 w 249179"/>
                <a:gd name="connsiteY59" fmla="*/ 37705 h 108196"/>
                <a:gd name="connsiteX60" fmla="*/ 181966 w 249179"/>
                <a:gd name="connsiteY60" fmla="*/ 37705 h 108196"/>
                <a:gd name="connsiteX61" fmla="*/ 185245 w 249179"/>
                <a:gd name="connsiteY61" fmla="*/ 37705 h 108196"/>
                <a:gd name="connsiteX62" fmla="*/ 190163 w 249179"/>
                <a:gd name="connsiteY62" fmla="*/ 40983 h 108196"/>
                <a:gd name="connsiteX63" fmla="*/ 193442 w 249179"/>
                <a:gd name="connsiteY63" fmla="*/ 45901 h 108196"/>
                <a:gd name="connsiteX64" fmla="*/ 196720 w 249179"/>
                <a:gd name="connsiteY64" fmla="*/ 44262 h 108196"/>
                <a:gd name="connsiteX65" fmla="*/ 199999 w 249179"/>
                <a:gd name="connsiteY65" fmla="*/ 44262 h 108196"/>
                <a:gd name="connsiteX66" fmla="*/ 204917 w 249179"/>
                <a:gd name="connsiteY66" fmla="*/ 45901 h 108196"/>
                <a:gd name="connsiteX67" fmla="*/ 208196 w 249179"/>
                <a:gd name="connsiteY67" fmla="*/ 47541 h 108196"/>
                <a:gd name="connsiteX68" fmla="*/ 208196 w 249179"/>
                <a:gd name="connsiteY68" fmla="*/ 49180 h 108196"/>
                <a:gd name="connsiteX69" fmla="*/ 206557 w 249179"/>
                <a:gd name="connsiteY69" fmla="*/ 52459 h 108196"/>
                <a:gd name="connsiteX70" fmla="*/ 206557 w 249179"/>
                <a:gd name="connsiteY70" fmla="*/ 55737 h 108196"/>
                <a:gd name="connsiteX71" fmla="*/ 206557 w 249179"/>
                <a:gd name="connsiteY71" fmla="*/ 60655 h 108196"/>
                <a:gd name="connsiteX72" fmla="*/ 209835 w 249179"/>
                <a:gd name="connsiteY72" fmla="*/ 60655 h 108196"/>
                <a:gd name="connsiteX73" fmla="*/ 213114 w 249179"/>
                <a:gd name="connsiteY73" fmla="*/ 63934 h 108196"/>
                <a:gd name="connsiteX74" fmla="*/ 218032 w 249179"/>
                <a:gd name="connsiteY74" fmla="*/ 65573 h 108196"/>
                <a:gd name="connsiteX75" fmla="*/ 221310 w 249179"/>
                <a:gd name="connsiteY75" fmla="*/ 67213 h 108196"/>
                <a:gd name="connsiteX76" fmla="*/ 224589 w 249179"/>
                <a:gd name="connsiteY76" fmla="*/ 68852 h 108196"/>
                <a:gd name="connsiteX77" fmla="*/ 229507 w 249179"/>
                <a:gd name="connsiteY77" fmla="*/ 68852 h 108196"/>
                <a:gd name="connsiteX78" fmla="*/ 232786 w 249179"/>
                <a:gd name="connsiteY78" fmla="*/ 72131 h 108196"/>
                <a:gd name="connsiteX79" fmla="*/ 236064 w 249179"/>
                <a:gd name="connsiteY79" fmla="*/ 73770 h 108196"/>
                <a:gd name="connsiteX80" fmla="*/ 234425 w 249179"/>
                <a:gd name="connsiteY80" fmla="*/ 77049 h 108196"/>
                <a:gd name="connsiteX81" fmla="*/ 232786 w 249179"/>
                <a:gd name="connsiteY81" fmla="*/ 78688 h 108196"/>
                <a:gd name="connsiteX82" fmla="*/ 229507 w 249179"/>
                <a:gd name="connsiteY82" fmla="*/ 78688 h 108196"/>
                <a:gd name="connsiteX83" fmla="*/ 229507 w 249179"/>
                <a:gd name="connsiteY83" fmla="*/ 81967 h 108196"/>
                <a:gd name="connsiteX84" fmla="*/ 231147 w 249179"/>
                <a:gd name="connsiteY84" fmla="*/ 86885 h 108196"/>
                <a:gd name="connsiteX85" fmla="*/ 234425 w 249179"/>
                <a:gd name="connsiteY85" fmla="*/ 86885 h 108196"/>
                <a:gd name="connsiteX86" fmla="*/ 234425 w 249179"/>
                <a:gd name="connsiteY86" fmla="*/ 91803 h 108196"/>
                <a:gd name="connsiteX87" fmla="*/ 239343 w 249179"/>
                <a:gd name="connsiteY87" fmla="*/ 93442 h 108196"/>
                <a:gd name="connsiteX88" fmla="*/ 242622 w 249179"/>
                <a:gd name="connsiteY88" fmla="*/ 95082 h 108196"/>
                <a:gd name="connsiteX89" fmla="*/ 245901 w 249179"/>
                <a:gd name="connsiteY89" fmla="*/ 96721 h 108196"/>
                <a:gd name="connsiteX90" fmla="*/ 249179 w 249179"/>
                <a:gd name="connsiteY90" fmla="*/ 101639 h 108196"/>
                <a:gd name="connsiteX91" fmla="*/ 249179 w 249179"/>
                <a:gd name="connsiteY91" fmla="*/ 104917 h 108196"/>
                <a:gd name="connsiteX92" fmla="*/ 245901 w 249179"/>
                <a:gd name="connsiteY92" fmla="*/ 108196 h 108196"/>
                <a:gd name="connsiteX93" fmla="*/ 240983 w 249179"/>
                <a:gd name="connsiteY93" fmla="*/ 108196 h 108196"/>
                <a:gd name="connsiteX94" fmla="*/ 237704 w 249179"/>
                <a:gd name="connsiteY94" fmla="*/ 106557 h 108196"/>
                <a:gd name="connsiteX95" fmla="*/ 234425 w 249179"/>
                <a:gd name="connsiteY95" fmla="*/ 103278 h 108196"/>
                <a:gd name="connsiteX96" fmla="*/ 231147 w 249179"/>
                <a:gd name="connsiteY96" fmla="*/ 103278 h 108196"/>
                <a:gd name="connsiteX97" fmla="*/ 226229 w 249179"/>
                <a:gd name="connsiteY97" fmla="*/ 104917 h 108196"/>
                <a:gd name="connsiteX98" fmla="*/ 222950 w 249179"/>
                <a:gd name="connsiteY98" fmla="*/ 103278 h 108196"/>
                <a:gd name="connsiteX99" fmla="*/ 219671 w 249179"/>
                <a:gd name="connsiteY99" fmla="*/ 103278 h 108196"/>
                <a:gd name="connsiteX100" fmla="*/ 214753 w 249179"/>
                <a:gd name="connsiteY100" fmla="*/ 99999 h 108196"/>
                <a:gd name="connsiteX101" fmla="*/ 214753 w 249179"/>
                <a:gd name="connsiteY101" fmla="*/ 96721 h 108196"/>
                <a:gd name="connsiteX102" fmla="*/ 211474 w 249179"/>
                <a:gd name="connsiteY102" fmla="*/ 96721 h 108196"/>
                <a:gd name="connsiteX103" fmla="*/ 208196 w 249179"/>
                <a:gd name="connsiteY103" fmla="*/ 95082 h 108196"/>
                <a:gd name="connsiteX104" fmla="*/ 204917 w 249179"/>
                <a:gd name="connsiteY104" fmla="*/ 93442 h 108196"/>
                <a:gd name="connsiteX105" fmla="*/ 199999 w 249179"/>
                <a:gd name="connsiteY105" fmla="*/ 91803 h 108196"/>
                <a:gd name="connsiteX106" fmla="*/ 196720 w 249179"/>
                <a:gd name="connsiteY106" fmla="*/ 93442 h 108196"/>
                <a:gd name="connsiteX107" fmla="*/ 195081 w 249179"/>
                <a:gd name="connsiteY107" fmla="*/ 95082 h 108196"/>
                <a:gd name="connsiteX108" fmla="*/ 191803 w 249179"/>
                <a:gd name="connsiteY108" fmla="*/ 96721 h 108196"/>
                <a:gd name="connsiteX109" fmla="*/ 191803 w 249179"/>
                <a:gd name="connsiteY109" fmla="*/ 98360 h 108196"/>
                <a:gd name="connsiteX110" fmla="*/ 190163 w 249179"/>
                <a:gd name="connsiteY110" fmla="*/ 99999 h 108196"/>
                <a:gd name="connsiteX111" fmla="*/ 188524 w 249179"/>
                <a:gd name="connsiteY111" fmla="*/ 99999 h 108196"/>
                <a:gd name="connsiteX112" fmla="*/ 188524 w 249179"/>
                <a:gd name="connsiteY112" fmla="*/ 99999 h 108196"/>
                <a:gd name="connsiteX113" fmla="*/ 183606 w 249179"/>
                <a:gd name="connsiteY113" fmla="*/ 101639 h 108196"/>
                <a:gd name="connsiteX114" fmla="*/ 185245 w 249179"/>
                <a:gd name="connsiteY114" fmla="*/ 103278 h 108196"/>
                <a:gd name="connsiteX115" fmla="*/ 185245 w 249179"/>
                <a:gd name="connsiteY115" fmla="*/ 103278 h 108196"/>
                <a:gd name="connsiteX116" fmla="*/ 180327 w 249179"/>
                <a:gd name="connsiteY116" fmla="*/ 103278 h 108196"/>
                <a:gd name="connsiteX117" fmla="*/ 177049 w 249179"/>
                <a:gd name="connsiteY117" fmla="*/ 101639 h 108196"/>
                <a:gd name="connsiteX118" fmla="*/ 173770 w 249179"/>
                <a:gd name="connsiteY118" fmla="*/ 103278 h 108196"/>
                <a:gd name="connsiteX119" fmla="*/ 168852 w 249179"/>
                <a:gd name="connsiteY119" fmla="*/ 103278 h 108196"/>
                <a:gd name="connsiteX120" fmla="*/ 165573 w 249179"/>
                <a:gd name="connsiteY120" fmla="*/ 103278 h 108196"/>
                <a:gd name="connsiteX121" fmla="*/ 162294 w 249179"/>
                <a:gd name="connsiteY121" fmla="*/ 103278 h 108196"/>
                <a:gd name="connsiteX122" fmla="*/ 159016 w 249179"/>
                <a:gd name="connsiteY122" fmla="*/ 104917 h 108196"/>
                <a:gd name="connsiteX123" fmla="*/ 155737 w 249179"/>
                <a:gd name="connsiteY123" fmla="*/ 104917 h 108196"/>
                <a:gd name="connsiteX124" fmla="*/ 152459 w 249179"/>
                <a:gd name="connsiteY124" fmla="*/ 104917 h 108196"/>
                <a:gd name="connsiteX125" fmla="*/ 147540 w 249179"/>
                <a:gd name="connsiteY125" fmla="*/ 106557 h 108196"/>
                <a:gd name="connsiteX126" fmla="*/ 147540 w 249179"/>
                <a:gd name="connsiteY126" fmla="*/ 106557 h 108196"/>
                <a:gd name="connsiteX127" fmla="*/ 147540 w 249179"/>
                <a:gd name="connsiteY127" fmla="*/ 106557 h 108196"/>
                <a:gd name="connsiteX128" fmla="*/ 144262 w 249179"/>
                <a:gd name="connsiteY128" fmla="*/ 106557 h 108196"/>
                <a:gd name="connsiteX129" fmla="*/ 139344 w 249179"/>
                <a:gd name="connsiteY129" fmla="*/ 106557 h 108196"/>
                <a:gd name="connsiteX130" fmla="*/ 136065 w 249179"/>
                <a:gd name="connsiteY130" fmla="*/ 106557 h 108196"/>
                <a:gd name="connsiteX131" fmla="*/ 136065 w 249179"/>
                <a:gd name="connsiteY131" fmla="*/ 104917 h 108196"/>
                <a:gd name="connsiteX132" fmla="*/ 131147 w 249179"/>
                <a:gd name="connsiteY132" fmla="*/ 103278 h 108196"/>
                <a:gd name="connsiteX133" fmla="*/ 127869 w 249179"/>
                <a:gd name="connsiteY133" fmla="*/ 104917 h 108196"/>
                <a:gd name="connsiteX134" fmla="*/ 124590 w 249179"/>
                <a:gd name="connsiteY134" fmla="*/ 101639 h 108196"/>
                <a:gd name="connsiteX135" fmla="*/ 126229 w 249179"/>
                <a:gd name="connsiteY135" fmla="*/ 99999 h 108196"/>
                <a:gd name="connsiteX136" fmla="*/ 124590 w 249179"/>
                <a:gd name="connsiteY136" fmla="*/ 98360 h 108196"/>
                <a:gd name="connsiteX137" fmla="*/ 121311 w 249179"/>
                <a:gd name="connsiteY137" fmla="*/ 96721 h 108196"/>
                <a:gd name="connsiteX138" fmla="*/ 118032 w 249179"/>
                <a:gd name="connsiteY138" fmla="*/ 93442 h 108196"/>
                <a:gd name="connsiteX139" fmla="*/ 113114 w 249179"/>
                <a:gd name="connsiteY139" fmla="*/ 90164 h 108196"/>
                <a:gd name="connsiteX140" fmla="*/ 109836 w 249179"/>
                <a:gd name="connsiteY140" fmla="*/ 90164 h 108196"/>
                <a:gd name="connsiteX141" fmla="*/ 111475 w 249179"/>
                <a:gd name="connsiteY141" fmla="*/ 86885 h 108196"/>
                <a:gd name="connsiteX142" fmla="*/ 109836 w 249179"/>
                <a:gd name="connsiteY142" fmla="*/ 86885 h 108196"/>
                <a:gd name="connsiteX143" fmla="*/ 106557 w 249179"/>
                <a:gd name="connsiteY143" fmla="*/ 86885 h 108196"/>
                <a:gd name="connsiteX144" fmla="*/ 101639 w 249179"/>
                <a:gd name="connsiteY144" fmla="*/ 86885 h 108196"/>
                <a:gd name="connsiteX145" fmla="*/ 101639 w 249179"/>
                <a:gd name="connsiteY145" fmla="*/ 86885 h 108196"/>
                <a:gd name="connsiteX146" fmla="*/ 101639 w 249179"/>
                <a:gd name="connsiteY146" fmla="*/ 88524 h 108196"/>
                <a:gd name="connsiteX147" fmla="*/ 98360 w 249179"/>
                <a:gd name="connsiteY147" fmla="*/ 93442 h 108196"/>
                <a:gd name="connsiteX148" fmla="*/ 98360 w 249179"/>
                <a:gd name="connsiteY148" fmla="*/ 93442 h 108196"/>
                <a:gd name="connsiteX149" fmla="*/ 95082 w 249179"/>
                <a:gd name="connsiteY149" fmla="*/ 91803 h 108196"/>
                <a:gd name="connsiteX150" fmla="*/ 91803 w 249179"/>
                <a:gd name="connsiteY150" fmla="*/ 90164 h 108196"/>
                <a:gd name="connsiteX151" fmla="*/ 86885 w 249179"/>
                <a:gd name="connsiteY151" fmla="*/ 90164 h 108196"/>
                <a:gd name="connsiteX152" fmla="*/ 83606 w 249179"/>
                <a:gd name="connsiteY152" fmla="*/ 90164 h 108196"/>
                <a:gd name="connsiteX153" fmla="*/ 80327 w 249179"/>
                <a:gd name="connsiteY153" fmla="*/ 90164 h 108196"/>
                <a:gd name="connsiteX154" fmla="*/ 75410 w 249179"/>
                <a:gd name="connsiteY154" fmla="*/ 93442 h 108196"/>
                <a:gd name="connsiteX155" fmla="*/ 72131 w 249179"/>
                <a:gd name="connsiteY155" fmla="*/ 91803 h 108196"/>
                <a:gd name="connsiteX156" fmla="*/ 70492 w 249179"/>
                <a:gd name="connsiteY156" fmla="*/ 91803 h 108196"/>
                <a:gd name="connsiteX157" fmla="*/ 67213 w 249179"/>
                <a:gd name="connsiteY157" fmla="*/ 90164 h 108196"/>
                <a:gd name="connsiteX158" fmla="*/ 65573 w 249179"/>
                <a:gd name="connsiteY158" fmla="*/ 88524 h 108196"/>
                <a:gd name="connsiteX159" fmla="*/ 67213 w 249179"/>
                <a:gd name="connsiteY159" fmla="*/ 86885 h 108196"/>
                <a:gd name="connsiteX160" fmla="*/ 67213 w 249179"/>
                <a:gd name="connsiteY160" fmla="*/ 85245 h 108196"/>
                <a:gd name="connsiteX161" fmla="*/ 70492 w 249179"/>
                <a:gd name="connsiteY161" fmla="*/ 81967 h 108196"/>
                <a:gd name="connsiteX162" fmla="*/ 72131 w 249179"/>
                <a:gd name="connsiteY162" fmla="*/ 77049 h 108196"/>
                <a:gd name="connsiteX163" fmla="*/ 72131 w 249179"/>
                <a:gd name="connsiteY163" fmla="*/ 73770 h 108196"/>
                <a:gd name="connsiteX164" fmla="*/ 70492 w 249179"/>
                <a:gd name="connsiteY164" fmla="*/ 70492 h 108196"/>
                <a:gd name="connsiteX165" fmla="*/ 68852 w 249179"/>
                <a:gd name="connsiteY165" fmla="*/ 65573 h 108196"/>
                <a:gd name="connsiteX166" fmla="*/ 65573 w 249179"/>
                <a:gd name="connsiteY166" fmla="*/ 62295 h 108196"/>
                <a:gd name="connsiteX167" fmla="*/ 65573 w 249179"/>
                <a:gd name="connsiteY167" fmla="*/ 59016 h 108196"/>
                <a:gd name="connsiteX168" fmla="*/ 62295 w 249179"/>
                <a:gd name="connsiteY168" fmla="*/ 54098 h 108196"/>
                <a:gd name="connsiteX169" fmla="*/ 60656 w 249179"/>
                <a:gd name="connsiteY169" fmla="*/ 50819 h 108196"/>
                <a:gd name="connsiteX170" fmla="*/ 59016 w 249179"/>
                <a:gd name="connsiteY170" fmla="*/ 47541 h 108196"/>
                <a:gd name="connsiteX171" fmla="*/ 57377 w 249179"/>
                <a:gd name="connsiteY171" fmla="*/ 42623 h 108196"/>
                <a:gd name="connsiteX172" fmla="*/ 57377 w 249179"/>
                <a:gd name="connsiteY172" fmla="*/ 39344 h 108196"/>
                <a:gd name="connsiteX173" fmla="*/ 52459 w 249179"/>
                <a:gd name="connsiteY173" fmla="*/ 36065 h 108196"/>
                <a:gd name="connsiteX174" fmla="*/ 49180 w 249179"/>
                <a:gd name="connsiteY174" fmla="*/ 34426 h 108196"/>
                <a:gd name="connsiteX175" fmla="*/ 45902 w 249179"/>
                <a:gd name="connsiteY175" fmla="*/ 34426 h 108196"/>
                <a:gd name="connsiteX176" fmla="*/ 40983 w 249179"/>
                <a:gd name="connsiteY176" fmla="*/ 31147 h 108196"/>
                <a:gd name="connsiteX177" fmla="*/ 39344 w 249179"/>
                <a:gd name="connsiteY177" fmla="*/ 27869 h 108196"/>
                <a:gd name="connsiteX178" fmla="*/ 36066 w 249179"/>
                <a:gd name="connsiteY178" fmla="*/ 26229 h 108196"/>
                <a:gd name="connsiteX179" fmla="*/ 32787 w 249179"/>
                <a:gd name="connsiteY179" fmla="*/ 22951 h 108196"/>
                <a:gd name="connsiteX180" fmla="*/ 27869 w 249179"/>
                <a:gd name="connsiteY180" fmla="*/ 21311 h 108196"/>
                <a:gd name="connsiteX181" fmla="*/ 24590 w 249179"/>
                <a:gd name="connsiteY181" fmla="*/ 21311 h 108196"/>
                <a:gd name="connsiteX182" fmla="*/ 21312 w 249179"/>
                <a:gd name="connsiteY182" fmla="*/ 19672 h 108196"/>
                <a:gd name="connsiteX183" fmla="*/ 18033 w 249179"/>
                <a:gd name="connsiteY183" fmla="*/ 19672 h 108196"/>
                <a:gd name="connsiteX184" fmla="*/ 13115 w 249179"/>
                <a:gd name="connsiteY184" fmla="*/ 18033 h 108196"/>
                <a:gd name="connsiteX185" fmla="*/ 11476 w 249179"/>
                <a:gd name="connsiteY185" fmla="*/ 14754 h 108196"/>
                <a:gd name="connsiteX186" fmla="*/ 8197 w 249179"/>
                <a:gd name="connsiteY186" fmla="*/ 11475 h 108196"/>
                <a:gd name="connsiteX187" fmla="*/ 4918 w 249179"/>
                <a:gd name="connsiteY187" fmla="*/ 9836 h 108196"/>
                <a:gd name="connsiteX188" fmla="*/ 0 w 249179"/>
                <a:gd name="connsiteY188" fmla="*/ 8197 h 10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249179" h="108196">
                  <a:moveTo>
                    <a:pt x="0" y="8197"/>
                  </a:moveTo>
                  <a:lnTo>
                    <a:pt x="0" y="8197"/>
                  </a:lnTo>
                  <a:lnTo>
                    <a:pt x="0" y="6557"/>
                  </a:lnTo>
                  <a:lnTo>
                    <a:pt x="1639" y="3279"/>
                  </a:lnTo>
                  <a:lnTo>
                    <a:pt x="4918" y="0"/>
                  </a:lnTo>
                  <a:lnTo>
                    <a:pt x="8197" y="0"/>
                  </a:lnTo>
                  <a:lnTo>
                    <a:pt x="11476" y="1639"/>
                  </a:lnTo>
                  <a:lnTo>
                    <a:pt x="16393" y="1639"/>
                  </a:lnTo>
                  <a:lnTo>
                    <a:pt x="19672" y="3279"/>
                  </a:lnTo>
                  <a:lnTo>
                    <a:pt x="22951" y="1639"/>
                  </a:lnTo>
                  <a:lnTo>
                    <a:pt x="27869" y="3279"/>
                  </a:lnTo>
                  <a:lnTo>
                    <a:pt x="31147" y="4918"/>
                  </a:lnTo>
                  <a:lnTo>
                    <a:pt x="34426" y="8197"/>
                  </a:lnTo>
                  <a:lnTo>
                    <a:pt x="39344" y="8197"/>
                  </a:lnTo>
                  <a:lnTo>
                    <a:pt x="42623" y="8197"/>
                  </a:lnTo>
                  <a:lnTo>
                    <a:pt x="45902" y="9836"/>
                  </a:lnTo>
                  <a:lnTo>
                    <a:pt x="49180" y="9836"/>
                  </a:lnTo>
                  <a:lnTo>
                    <a:pt x="54098" y="13115"/>
                  </a:lnTo>
                  <a:lnTo>
                    <a:pt x="57377" y="14754"/>
                  </a:lnTo>
                  <a:lnTo>
                    <a:pt x="60656" y="14754"/>
                  </a:lnTo>
                  <a:lnTo>
                    <a:pt x="65573" y="16393"/>
                  </a:lnTo>
                  <a:lnTo>
                    <a:pt x="67213" y="14754"/>
                  </a:lnTo>
                  <a:lnTo>
                    <a:pt x="70492" y="16393"/>
                  </a:lnTo>
                  <a:lnTo>
                    <a:pt x="75410" y="16393"/>
                  </a:lnTo>
                  <a:lnTo>
                    <a:pt x="75410" y="16393"/>
                  </a:lnTo>
                  <a:lnTo>
                    <a:pt x="78688" y="14754"/>
                  </a:lnTo>
                  <a:lnTo>
                    <a:pt x="81967" y="14754"/>
                  </a:lnTo>
                  <a:lnTo>
                    <a:pt x="83606" y="14754"/>
                  </a:lnTo>
                  <a:lnTo>
                    <a:pt x="86885" y="14754"/>
                  </a:lnTo>
                  <a:lnTo>
                    <a:pt x="91803" y="18033"/>
                  </a:lnTo>
                  <a:lnTo>
                    <a:pt x="95082" y="18033"/>
                  </a:lnTo>
                  <a:lnTo>
                    <a:pt x="98360" y="16393"/>
                  </a:lnTo>
                  <a:lnTo>
                    <a:pt x="101639" y="18033"/>
                  </a:lnTo>
                  <a:lnTo>
                    <a:pt x="106557" y="19672"/>
                  </a:lnTo>
                  <a:lnTo>
                    <a:pt x="109836" y="22951"/>
                  </a:lnTo>
                  <a:lnTo>
                    <a:pt x="113114" y="26229"/>
                  </a:lnTo>
                  <a:lnTo>
                    <a:pt x="116393" y="27869"/>
                  </a:lnTo>
                  <a:lnTo>
                    <a:pt x="119672" y="27869"/>
                  </a:lnTo>
                  <a:lnTo>
                    <a:pt x="121311" y="29508"/>
                  </a:lnTo>
                  <a:lnTo>
                    <a:pt x="126229" y="29508"/>
                  </a:lnTo>
                  <a:lnTo>
                    <a:pt x="129508" y="31147"/>
                  </a:lnTo>
                  <a:lnTo>
                    <a:pt x="132786" y="34426"/>
                  </a:lnTo>
                  <a:lnTo>
                    <a:pt x="137704" y="36065"/>
                  </a:lnTo>
                  <a:lnTo>
                    <a:pt x="137704" y="37705"/>
                  </a:lnTo>
                  <a:lnTo>
                    <a:pt x="136065" y="39344"/>
                  </a:lnTo>
                  <a:lnTo>
                    <a:pt x="139344" y="42623"/>
                  </a:lnTo>
                  <a:lnTo>
                    <a:pt x="142623" y="42623"/>
                  </a:lnTo>
                  <a:lnTo>
                    <a:pt x="147540" y="40983"/>
                  </a:lnTo>
                  <a:lnTo>
                    <a:pt x="150819" y="40983"/>
                  </a:lnTo>
                  <a:lnTo>
                    <a:pt x="152459" y="40983"/>
                  </a:lnTo>
                  <a:lnTo>
                    <a:pt x="154098" y="39344"/>
                  </a:lnTo>
                  <a:lnTo>
                    <a:pt x="157376" y="37705"/>
                  </a:lnTo>
                  <a:lnTo>
                    <a:pt x="160655" y="36065"/>
                  </a:lnTo>
                  <a:lnTo>
                    <a:pt x="165573" y="36065"/>
                  </a:lnTo>
                  <a:lnTo>
                    <a:pt x="167213" y="36065"/>
                  </a:lnTo>
                  <a:lnTo>
                    <a:pt x="170491" y="37705"/>
                  </a:lnTo>
                  <a:lnTo>
                    <a:pt x="172130" y="40983"/>
                  </a:lnTo>
                  <a:lnTo>
                    <a:pt x="173770" y="37705"/>
                  </a:lnTo>
                  <a:lnTo>
                    <a:pt x="177049" y="36065"/>
                  </a:lnTo>
                  <a:lnTo>
                    <a:pt x="178688" y="37705"/>
                  </a:lnTo>
                  <a:lnTo>
                    <a:pt x="181966" y="37705"/>
                  </a:lnTo>
                  <a:lnTo>
                    <a:pt x="185245" y="37705"/>
                  </a:lnTo>
                  <a:lnTo>
                    <a:pt x="190163" y="40983"/>
                  </a:lnTo>
                  <a:lnTo>
                    <a:pt x="193442" y="45901"/>
                  </a:lnTo>
                  <a:lnTo>
                    <a:pt x="196720" y="44262"/>
                  </a:lnTo>
                  <a:lnTo>
                    <a:pt x="199999" y="44262"/>
                  </a:lnTo>
                  <a:lnTo>
                    <a:pt x="204917" y="45901"/>
                  </a:lnTo>
                  <a:lnTo>
                    <a:pt x="208196" y="47541"/>
                  </a:lnTo>
                  <a:lnTo>
                    <a:pt x="208196" y="49180"/>
                  </a:lnTo>
                  <a:lnTo>
                    <a:pt x="206557" y="52459"/>
                  </a:lnTo>
                  <a:lnTo>
                    <a:pt x="206557" y="55737"/>
                  </a:lnTo>
                  <a:lnTo>
                    <a:pt x="206557" y="60655"/>
                  </a:lnTo>
                  <a:lnTo>
                    <a:pt x="209835" y="60655"/>
                  </a:lnTo>
                  <a:lnTo>
                    <a:pt x="213114" y="63934"/>
                  </a:lnTo>
                  <a:lnTo>
                    <a:pt x="218032" y="65573"/>
                  </a:lnTo>
                  <a:lnTo>
                    <a:pt x="221310" y="67213"/>
                  </a:lnTo>
                  <a:lnTo>
                    <a:pt x="224589" y="68852"/>
                  </a:lnTo>
                  <a:lnTo>
                    <a:pt x="229507" y="68852"/>
                  </a:lnTo>
                  <a:lnTo>
                    <a:pt x="232786" y="72131"/>
                  </a:lnTo>
                  <a:lnTo>
                    <a:pt x="236064" y="73770"/>
                  </a:lnTo>
                  <a:lnTo>
                    <a:pt x="234425" y="77049"/>
                  </a:lnTo>
                  <a:lnTo>
                    <a:pt x="232786" y="78688"/>
                  </a:lnTo>
                  <a:lnTo>
                    <a:pt x="229507" y="78688"/>
                  </a:lnTo>
                  <a:lnTo>
                    <a:pt x="229507" y="81967"/>
                  </a:lnTo>
                  <a:lnTo>
                    <a:pt x="231147" y="86885"/>
                  </a:lnTo>
                  <a:lnTo>
                    <a:pt x="234425" y="86885"/>
                  </a:lnTo>
                  <a:lnTo>
                    <a:pt x="234425" y="91803"/>
                  </a:lnTo>
                  <a:lnTo>
                    <a:pt x="239343" y="93442"/>
                  </a:lnTo>
                  <a:lnTo>
                    <a:pt x="242622" y="95082"/>
                  </a:lnTo>
                  <a:lnTo>
                    <a:pt x="245901" y="96721"/>
                  </a:lnTo>
                  <a:lnTo>
                    <a:pt x="249179" y="101639"/>
                  </a:lnTo>
                  <a:lnTo>
                    <a:pt x="249179" y="104917"/>
                  </a:lnTo>
                  <a:lnTo>
                    <a:pt x="245901" y="108196"/>
                  </a:lnTo>
                  <a:lnTo>
                    <a:pt x="240983" y="108196"/>
                  </a:lnTo>
                  <a:lnTo>
                    <a:pt x="237704" y="106557"/>
                  </a:lnTo>
                  <a:lnTo>
                    <a:pt x="234425" y="103278"/>
                  </a:lnTo>
                  <a:lnTo>
                    <a:pt x="231147" y="103278"/>
                  </a:lnTo>
                  <a:lnTo>
                    <a:pt x="226229" y="104917"/>
                  </a:lnTo>
                  <a:lnTo>
                    <a:pt x="222950" y="103278"/>
                  </a:lnTo>
                  <a:lnTo>
                    <a:pt x="219671" y="103278"/>
                  </a:lnTo>
                  <a:lnTo>
                    <a:pt x="214753" y="99999"/>
                  </a:lnTo>
                  <a:lnTo>
                    <a:pt x="214753" y="96721"/>
                  </a:lnTo>
                  <a:lnTo>
                    <a:pt x="211474" y="96721"/>
                  </a:lnTo>
                  <a:lnTo>
                    <a:pt x="208196" y="95082"/>
                  </a:lnTo>
                  <a:lnTo>
                    <a:pt x="204917" y="93442"/>
                  </a:lnTo>
                  <a:lnTo>
                    <a:pt x="199999" y="91803"/>
                  </a:lnTo>
                  <a:lnTo>
                    <a:pt x="196720" y="93442"/>
                  </a:lnTo>
                  <a:lnTo>
                    <a:pt x="195081" y="95082"/>
                  </a:lnTo>
                  <a:lnTo>
                    <a:pt x="191803" y="96721"/>
                  </a:lnTo>
                  <a:lnTo>
                    <a:pt x="191803" y="98360"/>
                  </a:lnTo>
                  <a:lnTo>
                    <a:pt x="190163" y="99999"/>
                  </a:lnTo>
                  <a:lnTo>
                    <a:pt x="188524" y="99999"/>
                  </a:lnTo>
                  <a:lnTo>
                    <a:pt x="188524" y="99999"/>
                  </a:lnTo>
                  <a:lnTo>
                    <a:pt x="183606" y="101639"/>
                  </a:lnTo>
                  <a:lnTo>
                    <a:pt x="185245" y="103278"/>
                  </a:lnTo>
                  <a:lnTo>
                    <a:pt x="185245" y="103278"/>
                  </a:lnTo>
                  <a:lnTo>
                    <a:pt x="180327" y="103278"/>
                  </a:lnTo>
                  <a:lnTo>
                    <a:pt x="177049" y="101639"/>
                  </a:lnTo>
                  <a:lnTo>
                    <a:pt x="173770" y="103278"/>
                  </a:lnTo>
                  <a:lnTo>
                    <a:pt x="168852" y="103278"/>
                  </a:lnTo>
                  <a:lnTo>
                    <a:pt x="165573" y="103278"/>
                  </a:lnTo>
                  <a:lnTo>
                    <a:pt x="162294" y="103278"/>
                  </a:lnTo>
                  <a:lnTo>
                    <a:pt x="159016" y="104917"/>
                  </a:lnTo>
                  <a:lnTo>
                    <a:pt x="155737" y="104917"/>
                  </a:lnTo>
                  <a:lnTo>
                    <a:pt x="152459" y="104917"/>
                  </a:lnTo>
                  <a:lnTo>
                    <a:pt x="147540" y="106557"/>
                  </a:lnTo>
                  <a:lnTo>
                    <a:pt x="147540" y="106557"/>
                  </a:lnTo>
                  <a:lnTo>
                    <a:pt x="147540" y="106557"/>
                  </a:lnTo>
                  <a:lnTo>
                    <a:pt x="144262" y="106557"/>
                  </a:lnTo>
                  <a:lnTo>
                    <a:pt x="139344" y="106557"/>
                  </a:lnTo>
                  <a:lnTo>
                    <a:pt x="136065" y="106557"/>
                  </a:lnTo>
                  <a:lnTo>
                    <a:pt x="136065" y="104917"/>
                  </a:lnTo>
                  <a:lnTo>
                    <a:pt x="131147" y="103278"/>
                  </a:lnTo>
                  <a:lnTo>
                    <a:pt x="127869" y="104917"/>
                  </a:lnTo>
                  <a:lnTo>
                    <a:pt x="124590" y="101639"/>
                  </a:lnTo>
                  <a:lnTo>
                    <a:pt x="126229" y="99999"/>
                  </a:lnTo>
                  <a:lnTo>
                    <a:pt x="124590" y="98360"/>
                  </a:lnTo>
                  <a:lnTo>
                    <a:pt x="121311" y="96721"/>
                  </a:lnTo>
                  <a:lnTo>
                    <a:pt x="118032" y="93442"/>
                  </a:lnTo>
                  <a:lnTo>
                    <a:pt x="113114" y="90164"/>
                  </a:lnTo>
                  <a:lnTo>
                    <a:pt x="109836" y="90164"/>
                  </a:lnTo>
                  <a:lnTo>
                    <a:pt x="111475" y="86885"/>
                  </a:lnTo>
                  <a:lnTo>
                    <a:pt x="109836" y="86885"/>
                  </a:lnTo>
                  <a:lnTo>
                    <a:pt x="106557" y="86885"/>
                  </a:lnTo>
                  <a:lnTo>
                    <a:pt x="101639" y="86885"/>
                  </a:lnTo>
                  <a:lnTo>
                    <a:pt x="101639" y="86885"/>
                  </a:lnTo>
                  <a:lnTo>
                    <a:pt x="101639" y="88524"/>
                  </a:lnTo>
                  <a:lnTo>
                    <a:pt x="98360" y="93442"/>
                  </a:lnTo>
                  <a:lnTo>
                    <a:pt x="98360" y="93442"/>
                  </a:lnTo>
                  <a:lnTo>
                    <a:pt x="95082" y="91803"/>
                  </a:lnTo>
                  <a:lnTo>
                    <a:pt x="91803" y="90164"/>
                  </a:lnTo>
                  <a:lnTo>
                    <a:pt x="86885" y="90164"/>
                  </a:lnTo>
                  <a:lnTo>
                    <a:pt x="83606" y="90164"/>
                  </a:lnTo>
                  <a:lnTo>
                    <a:pt x="80327" y="90164"/>
                  </a:lnTo>
                  <a:lnTo>
                    <a:pt x="75410" y="93442"/>
                  </a:lnTo>
                  <a:lnTo>
                    <a:pt x="72131" y="91803"/>
                  </a:lnTo>
                  <a:lnTo>
                    <a:pt x="70492" y="91803"/>
                  </a:lnTo>
                  <a:lnTo>
                    <a:pt x="67213" y="90164"/>
                  </a:lnTo>
                  <a:lnTo>
                    <a:pt x="65573" y="88524"/>
                  </a:lnTo>
                  <a:lnTo>
                    <a:pt x="67213" y="86885"/>
                  </a:lnTo>
                  <a:lnTo>
                    <a:pt x="67213" y="85245"/>
                  </a:lnTo>
                  <a:lnTo>
                    <a:pt x="70492" y="81967"/>
                  </a:lnTo>
                  <a:lnTo>
                    <a:pt x="72131" y="77049"/>
                  </a:lnTo>
                  <a:lnTo>
                    <a:pt x="72131" y="73770"/>
                  </a:lnTo>
                  <a:lnTo>
                    <a:pt x="70492" y="70492"/>
                  </a:lnTo>
                  <a:lnTo>
                    <a:pt x="68852" y="65573"/>
                  </a:lnTo>
                  <a:lnTo>
                    <a:pt x="65573" y="62295"/>
                  </a:lnTo>
                  <a:lnTo>
                    <a:pt x="65573" y="59016"/>
                  </a:lnTo>
                  <a:lnTo>
                    <a:pt x="62295" y="54098"/>
                  </a:lnTo>
                  <a:lnTo>
                    <a:pt x="60656" y="50819"/>
                  </a:lnTo>
                  <a:lnTo>
                    <a:pt x="59016" y="47541"/>
                  </a:lnTo>
                  <a:lnTo>
                    <a:pt x="57377" y="42623"/>
                  </a:lnTo>
                  <a:lnTo>
                    <a:pt x="57377" y="39344"/>
                  </a:lnTo>
                  <a:lnTo>
                    <a:pt x="52459" y="36065"/>
                  </a:lnTo>
                  <a:lnTo>
                    <a:pt x="49180" y="34426"/>
                  </a:lnTo>
                  <a:lnTo>
                    <a:pt x="45902" y="34426"/>
                  </a:lnTo>
                  <a:lnTo>
                    <a:pt x="40983" y="31147"/>
                  </a:lnTo>
                  <a:lnTo>
                    <a:pt x="39344" y="27869"/>
                  </a:lnTo>
                  <a:lnTo>
                    <a:pt x="36066" y="26229"/>
                  </a:lnTo>
                  <a:lnTo>
                    <a:pt x="32787" y="22951"/>
                  </a:lnTo>
                  <a:lnTo>
                    <a:pt x="27869" y="21311"/>
                  </a:lnTo>
                  <a:lnTo>
                    <a:pt x="24590" y="21311"/>
                  </a:lnTo>
                  <a:lnTo>
                    <a:pt x="21312" y="19672"/>
                  </a:lnTo>
                  <a:lnTo>
                    <a:pt x="18033" y="19672"/>
                  </a:lnTo>
                  <a:lnTo>
                    <a:pt x="13115" y="18033"/>
                  </a:lnTo>
                  <a:lnTo>
                    <a:pt x="11476" y="14754"/>
                  </a:lnTo>
                  <a:lnTo>
                    <a:pt x="8197" y="11475"/>
                  </a:lnTo>
                  <a:lnTo>
                    <a:pt x="4918" y="9836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06" name="Freeform 3605">
              <a:extLst>
                <a:ext uri="{FF2B5EF4-FFF2-40B4-BE49-F238E27FC236}">
                  <a16:creationId xmlns:a16="http://schemas.microsoft.com/office/drawing/2014/main" id="{F9962153-D13A-694A-9C24-D63CE984383B}"/>
                </a:ext>
              </a:extLst>
            </p:cNvPr>
            <p:cNvSpPr/>
            <p:nvPr/>
          </p:nvSpPr>
          <p:spPr>
            <a:xfrm>
              <a:off x="7109109" y="2795231"/>
              <a:ext cx="72131" cy="67212"/>
            </a:xfrm>
            <a:custGeom>
              <a:avLst/>
              <a:gdLst>
                <a:gd name="connsiteX0" fmla="*/ 0 w 72131"/>
                <a:gd name="connsiteY0" fmla="*/ 42623 h 67212"/>
                <a:gd name="connsiteX1" fmla="*/ 1639 w 72131"/>
                <a:gd name="connsiteY1" fmla="*/ 42623 h 67212"/>
                <a:gd name="connsiteX2" fmla="*/ 4918 w 72131"/>
                <a:gd name="connsiteY2" fmla="*/ 39344 h 67212"/>
                <a:gd name="connsiteX3" fmla="*/ 4918 w 72131"/>
                <a:gd name="connsiteY3" fmla="*/ 37705 h 67212"/>
                <a:gd name="connsiteX4" fmla="*/ 4918 w 72131"/>
                <a:gd name="connsiteY4" fmla="*/ 37705 h 67212"/>
                <a:gd name="connsiteX5" fmla="*/ 4918 w 72131"/>
                <a:gd name="connsiteY5" fmla="*/ 36065 h 67212"/>
                <a:gd name="connsiteX6" fmla="*/ 8197 w 72131"/>
                <a:gd name="connsiteY6" fmla="*/ 32787 h 67212"/>
                <a:gd name="connsiteX7" fmla="*/ 9836 w 72131"/>
                <a:gd name="connsiteY7" fmla="*/ 29508 h 67212"/>
                <a:gd name="connsiteX8" fmla="*/ 11476 w 72131"/>
                <a:gd name="connsiteY8" fmla="*/ 26229 h 67212"/>
                <a:gd name="connsiteX9" fmla="*/ 13115 w 72131"/>
                <a:gd name="connsiteY9" fmla="*/ 21311 h 67212"/>
                <a:gd name="connsiteX10" fmla="*/ 14754 w 72131"/>
                <a:gd name="connsiteY10" fmla="*/ 18033 h 67212"/>
                <a:gd name="connsiteX11" fmla="*/ 14754 w 72131"/>
                <a:gd name="connsiteY11" fmla="*/ 14754 h 67212"/>
                <a:gd name="connsiteX12" fmla="*/ 16393 w 72131"/>
                <a:gd name="connsiteY12" fmla="*/ 11475 h 67212"/>
                <a:gd name="connsiteX13" fmla="*/ 18033 w 72131"/>
                <a:gd name="connsiteY13" fmla="*/ 6557 h 67212"/>
                <a:gd name="connsiteX14" fmla="*/ 19672 w 72131"/>
                <a:gd name="connsiteY14" fmla="*/ 3279 h 67212"/>
                <a:gd name="connsiteX15" fmla="*/ 21312 w 72131"/>
                <a:gd name="connsiteY15" fmla="*/ 1639 h 67212"/>
                <a:gd name="connsiteX16" fmla="*/ 24590 w 72131"/>
                <a:gd name="connsiteY16" fmla="*/ 1639 h 67212"/>
                <a:gd name="connsiteX17" fmla="*/ 27869 w 72131"/>
                <a:gd name="connsiteY17" fmla="*/ 0 h 67212"/>
                <a:gd name="connsiteX18" fmla="*/ 31148 w 72131"/>
                <a:gd name="connsiteY18" fmla="*/ 0 h 67212"/>
                <a:gd name="connsiteX19" fmla="*/ 31148 w 72131"/>
                <a:gd name="connsiteY19" fmla="*/ 0 h 67212"/>
                <a:gd name="connsiteX20" fmla="*/ 32787 w 72131"/>
                <a:gd name="connsiteY20" fmla="*/ 0 h 67212"/>
                <a:gd name="connsiteX21" fmla="*/ 36066 w 72131"/>
                <a:gd name="connsiteY21" fmla="*/ 0 h 67212"/>
                <a:gd name="connsiteX22" fmla="*/ 39344 w 72131"/>
                <a:gd name="connsiteY22" fmla="*/ 0 h 67212"/>
                <a:gd name="connsiteX23" fmla="*/ 40983 w 72131"/>
                <a:gd name="connsiteY23" fmla="*/ 0 h 67212"/>
                <a:gd name="connsiteX24" fmla="*/ 44262 w 72131"/>
                <a:gd name="connsiteY24" fmla="*/ 1639 h 67212"/>
                <a:gd name="connsiteX25" fmla="*/ 49180 w 72131"/>
                <a:gd name="connsiteY25" fmla="*/ 1639 h 67212"/>
                <a:gd name="connsiteX26" fmla="*/ 49180 w 72131"/>
                <a:gd name="connsiteY26" fmla="*/ 3279 h 67212"/>
                <a:gd name="connsiteX27" fmla="*/ 49180 w 72131"/>
                <a:gd name="connsiteY27" fmla="*/ 4918 h 67212"/>
                <a:gd name="connsiteX28" fmla="*/ 50820 w 72131"/>
                <a:gd name="connsiteY28" fmla="*/ 8197 h 67212"/>
                <a:gd name="connsiteX29" fmla="*/ 52459 w 72131"/>
                <a:gd name="connsiteY29" fmla="*/ 11475 h 67212"/>
                <a:gd name="connsiteX30" fmla="*/ 55738 w 72131"/>
                <a:gd name="connsiteY30" fmla="*/ 16393 h 67212"/>
                <a:gd name="connsiteX31" fmla="*/ 57377 w 72131"/>
                <a:gd name="connsiteY31" fmla="*/ 19672 h 67212"/>
                <a:gd name="connsiteX32" fmla="*/ 55738 w 72131"/>
                <a:gd name="connsiteY32" fmla="*/ 22951 h 67212"/>
                <a:gd name="connsiteX33" fmla="*/ 52459 w 72131"/>
                <a:gd name="connsiteY33" fmla="*/ 19672 h 67212"/>
                <a:gd name="connsiteX34" fmla="*/ 49180 w 72131"/>
                <a:gd name="connsiteY34" fmla="*/ 22951 h 67212"/>
                <a:gd name="connsiteX35" fmla="*/ 44262 w 72131"/>
                <a:gd name="connsiteY35" fmla="*/ 26229 h 67212"/>
                <a:gd name="connsiteX36" fmla="*/ 42623 w 72131"/>
                <a:gd name="connsiteY36" fmla="*/ 31147 h 67212"/>
                <a:gd name="connsiteX37" fmla="*/ 45902 w 72131"/>
                <a:gd name="connsiteY37" fmla="*/ 31147 h 67212"/>
                <a:gd name="connsiteX38" fmla="*/ 49180 w 72131"/>
                <a:gd name="connsiteY38" fmla="*/ 32787 h 67212"/>
                <a:gd name="connsiteX39" fmla="*/ 52459 w 72131"/>
                <a:gd name="connsiteY39" fmla="*/ 31147 h 67212"/>
                <a:gd name="connsiteX40" fmla="*/ 55738 w 72131"/>
                <a:gd name="connsiteY40" fmla="*/ 34426 h 67212"/>
                <a:gd name="connsiteX41" fmla="*/ 57377 w 72131"/>
                <a:gd name="connsiteY41" fmla="*/ 37705 h 67212"/>
                <a:gd name="connsiteX42" fmla="*/ 59016 w 72131"/>
                <a:gd name="connsiteY42" fmla="*/ 42623 h 67212"/>
                <a:gd name="connsiteX43" fmla="*/ 59016 w 72131"/>
                <a:gd name="connsiteY43" fmla="*/ 44262 h 67212"/>
                <a:gd name="connsiteX44" fmla="*/ 59016 w 72131"/>
                <a:gd name="connsiteY44" fmla="*/ 44262 h 67212"/>
                <a:gd name="connsiteX45" fmla="*/ 60656 w 72131"/>
                <a:gd name="connsiteY45" fmla="*/ 45901 h 67212"/>
                <a:gd name="connsiteX46" fmla="*/ 62295 w 72131"/>
                <a:gd name="connsiteY46" fmla="*/ 49180 h 67212"/>
                <a:gd name="connsiteX47" fmla="*/ 65573 w 72131"/>
                <a:gd name="connsiteY47" fmla="*/ 54098 h 67212"/>
                <a:gd name="connsiteX48" fmla="*/ 67213 w 72131"/>
                <a:gd name="connsiteY48" fmla="*/ 55737 h 67212"/>
                <a:gd name="connsiteX49" fmla="*/ 70492 w 72131"/>
                <a:gd name="connsiteY49" fmla="*/ 59016 h 67212"/>
                <a:gd name="connsiteX50" fmla="*/ 70492 w 72131"/>
                <a:gd name="connsiteY50" fmla="*/ 63934 h 67212"/>
                <a:gd name="connsiteX51" fmla="*/ 72131 w 72131"/>
                <a:gd name="connsiteY51" fmla="*/ 67213 h 67212"/>
                <a:gd name="connsiteX52" fmla="*/ 72131 w 72131"/>
                <a:gd name="connsiteY52" fmla="*/ 67213 h 67212"/>
                <a:gd name="connsiteX53" fmla="*/ 67213 w 72131"/>
                <a:gd name="connsiteY53" fmla="*/ 67213 h 67212"/>
                <a:gd name="connsiteX54" fmla="*/ 63935 w 72131"/>
                <a:gd name="connsiteY54" fmla="*/ 67213 h 67212"/>
                <a:gd name="connsiteX55" fmla="*/ 60656 w 72131"/>
                <a:gd name="connsiteY55" fmla="*/ 67213 h 67212"/>
                <a:gd name="connsiteX56" fmla="*/ 55738 w 72131"/>
                <a:gd name="connsiteY56" fmla="*/ 67213 h 67212"/>
                <a:gd name="connsiteX57" fmla="*/ 55738 w 72131"/>
                <a:gd name="connsiteY57" fmla="*/ 67213 h 67212"/>
                <a:gd name="connsiteX58" fmla="*/ 54098 w 72131"/>
                <a:gd name="connsiteY58" fmla="*/ 67213 h 67212"/>
                <a:gd name="connsiteX59" fmla="*/ 52459 w 72131"/>
                <a:gd name="connsiteY59" fmla="*/ 67213 h 67212"/>
                <a:gd name="connsiteX60" fmla="*/ 52459 w 72131"/>
                <a:gd name="connsiteY60" fmla="*/ 67213 h 67212"/>
                <a:gd name="connsiteX61" fmla="*/ 50820 w 72131"/>
                <a:gd name="connsiteY61" fmla="*/ 67213 h 67212"/>
                <a:gd name="connsiteX62" fmla="*/ 47541 w 72131"/>
                <a:gd name="connsiteY62" fmla="*/ 67213 h 67212"/>
                <a:gd name="connsiteX63" fmla="*/ 45902 w 72131"/>
                <a:gd name="connsiteY63" fmla="*/ 67213 h 67212"/>
                <a:gd name="connsiteX64" fmla="*/ 42623 w 72131"/>
                <a:gd name="connsiteY64" fmla="*/ 63934 h 67212"/>
                <a:gd name="connsiteX65" fmla="*/ 39344 w 72131"/>
                <a:gd name="connsiteY65" fmla="*/ 60655 h 67212"/>
                <a:gd name="connsiteX66" fmla="*/ 39344 w 72131"/>
                <a:gd name="connsiteY66" fmla="*/ 55737 h 67212"/>
                <a:gd name="connsiteX67" fmla="*/ 37705 w 72131"/>
                <a:gd name="connsiteY67" fmla="*/ 52459 h 67212"/>
                <a:gd name="connsiteX68" fmla="*/ 37705 w 72131"/>
                <a:gd name="connsiteY68" fmla="*/ 52459 h 67212"/>
                <a:gd name="connsiteX69" fmla="*/ 36066 w 72131"/>
                <a:gd name="connsiteY69" fmla="*/ 49180 h 67212"/>
                <a:gd name="connsiteX70" fmla="*/ 34426 w 72131"/>
                <a:gd name="connsiteY70" fmla="*/ 47541 h 67212"/>
                <a:gd name="connsiteX71" fmla="*/ 31148 w 72131"/>
                <a:gd name="connsiteY71" fmla="*/ 47541 h 67212"/>
                <a:gd name="connsiteX72" fmla="*/ 26229 w 72131"/>
                <a:gd name="connsiteY72" fmla="*/ 45901 h 67212"/>
                <a:gd name="connsiteX73" fmla="*/ 22951 w 72131"/>
                <a:gd name="connsiteY73" fmla="*/ 45901 h 67212"/>
                <a:gd name="connsiteX74" fmla="*/ 19672 w 72131"/>
                <a:gd name="connsiteY74" fmla="*/ 45901 h 67212"/>
                <a:gd name="connsiteX75" fmla="*/ 16393 w 72131"/>
                <a:gd name="connsiteY75" fmla="*/ 44262 h 67212"/>
                <a:gd name="connsiteX76" fmla="*/ 11476 w 72131"/>
                <a:gd name="connsiteY76" fmla="*/ 44262 h 67212"/>
                <a:gd name="connsiteX77" fmla="*/ 8197 w 72131"/>
                <a:gd name="connsiteY77" fmla="*/ 44262 h 67212"/>
                <a:gd name="connsiteX78" fmla="*/ 6558 w 72131"/>
                <a:gd name="connsiteY78" fmla="*/ 42623 h 67212"/>
                <a:gd name="connsiteX79" fmla="*/ 3279 w 72131"/>
                <a:gd name="connsiteY79" fmla="*/ 42623 h 67212"/>
                <a:gd name="connsiteX80" fmla="*/ 1639 w 72131"/>
                <a:gd name="connsiteY80" fmla="*/ 42623 h 67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72131" h="67212">
                  <a:moveTo>
                    <a:pt x="0" y="42623"/>
                  </a:moveTo>
                  <a:lnTo>
                    <a:pt x="1639" y="42623"/>
                  </a:lnTo>
                  <a:lnTo>
                    <a:pt x="4918" y="39344"/>
                  </a:lnTo>
                  <a:lnTo>
                    <a:pt x="4918" y="37705"/>
                  </a:lnTo>
                  <a:lnTo>
                    <a:pt x="4918" y="37705"/>
                  </a:lnTo>
                  <a:lnTo>
                    <a:pt x="4918" y="36065"/>
                  </a:lnTo>
                  <a:lnTo>
                    <a:pt x="8197" y="32787"/>
                  </a:lnTo>
                  <a:lnTo>
                    <a:pt x="9836" y="29508"/>
                  </a:lnTo>
                  <a:lnTo>
                    <a:pt x="11476" y="26229"/>
                  </a:lnTo>
                  <a:lnTo>
                    <a:pt x="13115" y="21311"/>
                  </a:lnTo>
                  <a:lnTo>
                    <a:pt x="14754" y="18033"/>
                  </a:lnTo>
                  <a:lnTo>
                    <a:pt x="14754" y="14754"/>
                  </a:lnTo>
                  <a:lnTo>
                    <a:pt x="16393" y="11475"/>
                  </a:lnTo>
                  <a:lnTo>
                    <a:pt x="18033" y="6557"/>
                  </a:lnTo>
                  <a:lnTo>
                    <a:pt x="19672" y="3279"/>
                  </a:lnTo>
                  <a:lnTo>
                    <a:pt x="21312" y="1639"/>
                  </a:lnTo>
                  <a:lnTo>
                    <a:pt x="24590" y="1639"/>
                  </a:lnTo>
                  <a:lnTo>
                    <a:pt x="27869" y="0"/>
                  </a:lnTo>
                  <a:lnTo>
                    <a:pt x="31148" y="0"/>
                  </a:lnTo>
                  <a:lnTo>
                    <a:pt x="31148" y="0"/>
                  </a:lnTo>
                  <a:lnTo>
                    <a:pt x="32787" y="0"/>
                  </a:lnTo>
                  <a:lnTo>
                    <a:pt x="36066" y="0"/>
                  </a:lnTo>
                  <a:lnTo>
                    <a:pt x="39344" y="0"/>
                  </a:lnTo>
                  <a:lnTo>
                    <a:pt x="40983" y="0"/>
                  </a:lnTo>
                  <a:lnTo>
                    <a:pt x="44262" y="1639"/>
                  </a:lnTo>
                  <a:lnTo>
                    <a:pt x="49180" y="1639"/>
                  </a:lnTo>
                  <a:lnTo>
                    <a:pt x="49180" y="3279"/>
                  </a:lnTo>
                  <a:lnTo>
                    <a:pt x="49180" y="4918"/>
                  </a:lnTo>
                  <a:lnTo>
                    <a:pt x="50820" y="8197"/>
                  </a:lnTo>
                  <a:lnTo>
                    <a:pt x="52459" y="11475"/>
                  </a:lnTo>
                  <a:lnTo>
                    <a:pt x="55738" y="16393"/>
                  </a:lnTo>
                  <a:lnTo>
                    <a:pt x="57377" y="19672"/>
                  </a:lnTo>
                  <a:lnTo>
                    <a:pt x="55738" y="22951"/>
                  </a:lnTo>
                  <a:lnTo>
                    <a:pt x="52459" y="19672"/>
                  </a:lnTo>
                  <a:lnTo>
                    <a:pt x="49180" y="22951"/>
                  </a:lnTo>
                  <a:lnTo>
                    <a:pt x="44262" y="26229"/>
                  </a:lnTo>
                  <a:lnTo>
                    <a:pt x="42623" y="31147"/>
                  </a:lnTo>
                  <a:lnTo>
                    <a:pt x="45902" y="31147"/>
                  </a:lnTo>
                  <a:lnTo>
                    <a:pt x="49180" y="32787"/>
                  </a:lnTo>
                  <a:lnTo>
                    <a:pt x="52459" y="31147"/>
                  </a:lnTo>
                  <a:lnTo>
                    <a:pt x="55738" y="34426"/>
                  </a:lnTo>
                  <a:lnTo>
                    <a:pt x="57377" y="37705"/>
                  </a:lnTo>
                  <a:lnTo>
                    <a:pt x="59016" y="42623"/>
                  </a:lnTo>
                  <a:lnTo>
                    <a:pt x="59016" y="44262"/>
                  </a:lnTo>
                  <a:lnTo>
                    <a:pt x="59016" y="44262"/>
                  </a:lnTo>
                  <a:lnTo>
                    <a:pt x="60656" y="45901"/>
                  </a:lnTo>
                  <a:lnTo>
                    <a:pt x="62295" y="49180"/>
                  </a:lnTo>
                  <a:lnTo>
                    <a:pt x="65573" y="54098"/>
                  </a:lnTo>
                  <a:lnTo>
                    <a:pt x="67213" y="55737"/>
                  </a:lnTo>
                  <a:lnTo>
                    <a:pt x="70492" y="59016"/>
                  </a:lnTo>
                  <a:lnTo>
                    <a:pt x="70492" y="63934"/>
                  </a:lnTo>
                  <a:lnTo>
                    <a:pt x="72131" y="67213"/>
                  </a:lnTo>
                  <a:lnTo>
                    <a:pt x="72131" y="67213"/>
                  </a:lnTo>
                  <a:lnTo>
                    <a:pt x="67213" y="67213"/>
                  </a:lnTo>
                  <a:lnTo>
                    <a:pt x="63935" y="67213"/>
                  </a:lnTo>
                  <a:lnTo>
                    <a:pt x="60656" y="67213"/>
                  </a:lnTo>
                  <a:lnTo>
                    <a:pt x="55738" y="67213"/>
                  </a:lnTo>
                  <a:lnTo>
                    <a:pt x="55738" y="67213"/>
                  </a:lnTo>
                  <a:lnTo>
                    <a:pt x="54098" y="67213"/>
                  </a:lnTo>
                  <a:lnTo>
                    <a:pt x="52459" y="67213"/>
                  </a:lnTo>
                  <a:lnTo>
                    <a:pt x="52459" y="67213"/>
                  </a:lnTo>
                  <a:lnTo>
                    <a:pt x="50820" y="67213"/>
                  </a:lnTo>
                  <a:lnTo>
                    <a:pt x="47541" y="67213"/>
                  </a:lnTo>
                  <a:lnTo>
                    <a:pt x="45902" y="67213"/>
                  </a:lnTo>
                  <a:lnTo>
                    <a:pt x="42623" y="63934"/>
                  </a:lnTo>
                  <a:lnTo>
                    <a:pt x="39344" y="60655"/>
                  </a:lnTo>
                  <a:lnTo>
                    <a:pt x="39344" y="55737"/>
                  </a:lnTo>
                  <a:lnTo>
                    <a:pt x="37705" y="52459"/>
                  </a:lnTo>
                  <a:lnTo>
                    <a:pt x="37705" y="52459"/>
                  </a:lnTo>
                  <a:lnTo>
                    <a:pt x="36066" y="49180"/>
                  </a:lnTo>
                  <a:lnTo>
                    <a:pt x="34426" y="47541"/>
                  </a:lnTo>
                  <a:lnTo>
                    <a:pt x="31148" y="47541"/>
                  </a:lnTo>
                  <a:lnTo>
                    <a:pt x="26229" y="45901"/>
                  </a:lnTo>
                  <a:lnTo>
                    <a:pt x="22951" y="45901"/>
                  </a:lnTo>
                  <a:lnTo>
                    <a:pt x="19672" y="45901"/>
                  </a:lnTo>
                  <a:lnTo>
                    <a:pt x="16393" y="44262"/>
                  </a:lnTo>
                  <a:lnTo>
                    <a:pt x="11476" y="44262"/>
                  </a:lnTo>
                  <a:lnTo>
                    <a:pt x="8197" y="44262"/>
                  </a:lnTo>
                  <a:lnTo>
                    <a:pt x="6558" y="42623"/>
                  </a:lnTo>
                  <a:lnTo>
                    <a:pt x="3279" y="42623"/>
                  </a:lnTo>
                  <a:lnTo>
                    <a:pt x="1639" y="4262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07" name="Freeform 3606">
              <a:extLst>
                <a:ext uri="{FF2B5EF4-FFF2-40B4-BE49-F238E27FC236}">
                  <a16:creationId xmlns:a16="http://schemas.microsoft.com/office/drawing/2014/main" id="{D3A5ECA2-8758-A24E-A7C9-3BD027184AE4}"/>
                </a:ext>
              </a:extLst>
            </p:cNvPr>
            <p:cNvSpPr/>
            <p:nvPr/>
          </p:nvSpPr>
          <p:spPr>
            <a:xfrm>
              <a:off x="7941893" y="2555887"/>
              <a:ext cx="1067208" cy="1209830"/>
            </a:xfrm>
            <a:custGeom>
              <a:avLst/>
              <a:gdLst>
                <a:gd name="connsiteX0" fmla="*/ 0 w 1067208"/>
                <a:gd name="connsiteY0" fmla="*/ 518031 h 1209830"/>
                <a:gd name="connsiteX1" fmla="*/ 1639 w 1067208"/>
                <a:gd name="connsiteY1" fmla="*/ 513112 h 1209830"/>
                <a:gd name="connsiteX2" fmla="*/ 3278 w 1067208"/>
                <a:gd name="connsiteY2" fmla="*/ 509834 h 1209830"/>
                <a:gd name="connsiteX3" fmla="*/ 6557 w 1067208"/>
                <a:gd name="connsiteY3" fmla="*/ 509834 h 1209830"/>
                <a:gd name="connsiteX4" fmla="*/ 11475 w 1067208"/>
                <a:gd name="connsiteY4" fmla="*/ 508194 h 1209830"/>
                <a:gd name="connsiteX5" fmla="*/ 14754 w 1067208"/>
                <a:gd name="connsiteY5" fmla="*/ 508194 h 1209830"/>
                <a:gd name="connsiteX6" fmla="*/ 18033 w 1067208"/>
                <a:gd name="connsiteY6" fmla="*/ 508194 h 1209830"/>
                <a:gd name="connsiteX7" fmla="*/ 19672 w 1067208"/>
                <a:gd name="connsiteY7" fmla="*/ 504916 h 1209830"/>
                <a:gd name="connsiteX8" fmla="*/ 19672 w 1067208"/>
                <a:gd name="connsiteY8" fmla="*/ 501637 h 1209830"/>
                <a:gd name="connsiteX9" fmla="*/ 19672 w 1067208"/>
                <a:gd name="connsiteY9" fmla="*/ 496719 h 1209830"/>
                <a:gd name="connsiteX10" fmla="*/ 19672 w 1067208"/>
                <a:gd name="connsiteY10" fmla="*/ 493440 h 1209830"/>
                <a:gd name="connsiteX11" fmla="*/ 19672 w 1067208"/>
                <a:gd name="connsiteY11" fmla="*/ 493440 h 1209830"/>
                <a:gd name="connsiteX12" fmla="*/ 22951 w 1067208"/>
                <a:gd name="connsiteY12" fmla="*/ 495080 h 1209830"/>
                <a:gd name="connsiteX13" fmla="*/ 26229 w 1067208"/>
                <a:gd name="connsiteY13" fmla="*/ 493440 h 1209830"/>
                <a:gd name="connsiteX14" fmla="*/ 29508 w 1067208"/>
                <a:gd name="connsiteY14" fmla="*/ 495080 h 1209830"/>
                <a:gd name="connsiteX15" fmla="*/ 31147 w 1067208"/>
                <a:gd name="connsiteY15" fmla="*/ 495080 h 1209830"/>
                <a:gd name="connsiteX16" fmla="*/ 36065 w 1067208"/>
                <a:gd name="connsiteY16" fmla="*/ 495080 h 1209830"/>
                <a:gd name="connsiteX17" fmla="*/ 37705 w 1067208"/>
                <a:gd name="connsiteY17" fmla="*/ 495080 h 1209830"/>
                <a:gd name="connsiteX18" fmla="*/ 40983 w 1067208"/>
                <a:gd name="connsiteY18" fmla="*/ 495080 h 1209830"/>
                <a:gd name="connsiteX19" fmla="*/ 44262 w 1067208"/>
                <a:gd name="connsiteY19" fmla="*/ 495080 h 1209830"/>
                <a:gd name="connsiteX20" fmla="*/ 49180 w 1067208"/>
                <a:gd name="connsiteY20" fmla="*/ 495080 h 1209830"/>
                <a:gd name="connsiteX21" fmla="*/ 52458 w 1067208"/>
                <a:gd name="connsiteY21" fmla="*/ 495080 h 1209830"/>
                <a:gd name="connsiteX22" fmla="*/ 55737 w 1067208"/>
                <a:gd name="connsiteY22" fmla="*/ 498359 h 1209830"/>
                <a:gd name="connsiteX23" fmla="*/ 59016 w 1067208"/>
                <a:gd name="connsiteY23" fmla="*/ 499998 h 1209830"/>
                <a:gd name="connsiteX24" fmla="*/ 62295 w 1067208"/>
                <a:gd name="connsiteY24" fmla="*/ 499998 h 1209830"/>
                <a:gd name="connsiteX25" fmla="*/ 67213 w 1067208"/>
                <a:gd name="connsiteY25" fmla="*/ 499998 h 1209830"/>
                <a:gd name="connsiteX26" fmla="*/ 68852 w 1067208"/>
                <a:gd name="connsiteY26" fmla="*/ 498359 h 1209830"/>
                <a:gd name="connsiteX27" fmla="*/ 68852 w 1067208"/>
                <a:gd name="connsiteY27" fmla="*/ 498359 h 1209830"/>
                <a:gd name="connsiteX28" fmla="*/ 70491 w 1067208"/>
                <a:gd name="connsiteY28" fmla="*/ 493440 h 1209830"/>
                <a:gd name="connsiteX29" fmla="*/ 73770 w 1067208"/>
                <a:gd name="connsiteY29" fmla="*/ 491801 h 1209830"/>
                <a:gd name="connsiteX30" fmla="*/ 78688 w 1067208"/>
                <a:gd name="connsiteY30" fmla="*/ 491801 h 1209830"/>
                <a:gd name="connsiteX31" fmla="*/ 81967 w 1067208"/>
                <a:gd name="connsiteY31" fmla="*/ 488522 h 1209830"/>
                <a:gd name="connsiteX32" fmla="*/ 85245 w 1067208"/>
                <a:gd name="connsiteY32" fmla="*/ 488522 h 1209830"/>
                <a:gd name="connsiteX33" fmla="*/ 88524 w 1067208"/>
                <a:gd name="connsiteY33" fmla="*/ 491801 h 1209830"/>
                <a:gd name="connsiteX34" fmla="*/ 90164 w 1067208"/>
                <a:gd name="connsiteY34" fmla="*/ 495080 h 1209830"/>
                <a:gd name="connsiteX35" fmla="*/ 93442 w 1067208"/>
                <a:gd name="connsiteY35" fmla="*/ 496719 h 1209830"/>
                <a:gd name="connsiteX36" fmla="*/ 96721 w 1067208"/>
                <a:gd name="connsiteY36" fmla="*/ 496719 h 1209830"/>
                <a:gd name="connsiteX37" fmla="*/ 100000 w 1067208"/>
                <a:gd name="connsiteY37" fmla="*/ 491801 h 1209830"/>
                <a:gd name="connsiteX38" fmla="*/ 103278 w 1067208"/>
                <a:gd name="connsiteY38" fmla="*/ 491801 h 1209830"/>
                <a:gd name="connsiteX39" fmla="*/ 106557 w 1067208"/>
                <a:gd name="connsiteY39" fmla="*/ 488522 h 1209830"/>
                <a:gd name="connsiteX40" fmla="*/ 103278 w 1067208"/>
                <a:gd name="connsiteY40" fmla="*/ 486883 h 1209830"/>
                <a:gd name="connsiteX41" fmla="*/ 103278 w 1067208"/>
                <a:gd name="connsiteY41" fmla="*/ 483604 h 1209830"/>
                <a:gd name="connsiteX42" fmla="*/ 101639 w 1067208"/>
                <a:gd name="connsiteY42" fmla="*/ 480326 h 1209830"/>
                <a:gd name="connsiteX43" fmla="*/ 104917 w 1067208"/>
                <a:gd name="connsiteY43" fmla="*/ 477047 h 1209830"/>
                <a:gd name="connsiteX44" fmla="*/ 103278 w 1067208"/>
                <a:gd name="connsiteY44" fmla="*/ 473768 h 1209830"/>
                <a:gd name="connsiteX45" fmla="*/ 101639 w 1067208"/>
                <a:gd name="connsiteY45" fmla="*/ 470490 h 1209830"/>
                <a:gd name="connsiteX46" fmla="*/ 98360 w 1067208"/>
                <a:gd name="connsiteY46" fmla="*/ 465572 h 1209830"/>
                <a:gd name="connsiteX47" fmla="*/ 98360 w 1067208"/>
                <a:gd name="connsiteY47" fmla="*/ 462293 h 1209830"/>
                <a:gd name="connsiteX48" fmla="*/ 96721 w 1067208"/>
                <a:gd name="connsiteY48" fmla="*/ 459014 h 1209830"/>
                <a:gd name="connsiteX49" fmla="*/ 95081 w 1067208"/>
                <a:gd name="connsiteY49" fmla="*/ 455736 h 1209830"/>
                <a:gd name="connsiteX50" fmla="*/ 91803 w 1067208"/>
                <a:gd name="connsiteY50" fmla="*/ 452457 h 1209830"/>
                <a:gd name="connsiteX51" fmla="*/ 88524 w 1067208"/>
                <a:gd name="connsiteY51" fmla="*/ 447539 h 1209830"/>
                <a:gd name="connsiteX52" fmla="*/ 85245 w 1067208"/>
                <a:gd name="connsiteY52" fmla="*/ 444260 h 1209830"/>
                <a:gd name="connsiteX53" fmla="*/ 85245 w 1067208"/>
                <a:gd name="connsiteY53" fmla="*/ 440982 h 1209830"/>
                <a:gd name="connsiteX54" fmla="*/ 85245 w 1067208"/>
                <a:gd name="connsiteY54" fmla="*/ 436064 h 1209830"/>
                <a:gd name="connsiteX55" fmla="*/ 85245 w 1067208"/>
                <a:gd name="connsiteY55" fmla="*/ 432785 h 1209830"/>
                <a:gd name="connsiteX56" fmla="*/ 80327 w 1067208"/>
                <a:gd name="connsiteY56" fmla="*/ 431146 h 1209830"/>
                <a:gd name="connsiteX57" fmla="*/ 77049 w 1067208"/>
                <a:gd name="connsiteY57" fmla="*/ 432785 h 1209830"/>
                <a:gd name="connsiteX58" fmla="*/ 73770 w 1067208"/>
                <a:gd name="connsiteY58" fmla="*/ 432785 h 1209830"/>
                <a:gd name="connsiteX59" fmla="*/ 68852 w 1067208"/>
                <a:gd name="connsiteY59" fmla="*/ 431146 h 1209830"/>
                <a:gd name="connsiteX60" fmla="*/ 68852 w 1067208"/>
                <a:gd name="connsiteY60" fmla="*/ 431146 h 1209830"/>
                <a:gd name="connsiteX61" fmla="*/ 65573 w 1067208"/>
                <a:gd name="connsiteY61" fmla="*/ 427867 h 1209830"/>
                <a:gd name="connsiteX62" fmla="*/ 62295 w 1067208"/>
                <a:gd name="connsiteY62" fmla="*/ 422949 h 1209830"/>
                <a:gd name="connsiteX63" fmla="*/ 60655 w 1067208"/>
                <a:gd name="connsiteY63" fmla="*/ 419670 h 1209830"/>
                <a:gd name="connsiteX64" fmla="*/ 60655 w 1067208"/>
                <a:gd name="connsiteY64" fmla="*/ 416392 h 1209830"/>
                <a:gd name="connsiteX65" fmla="*/ 62295 w 1067208"/>
                <a:gd name="connsiteY65" fmla="*/ 411474 h 1209830"/>
                <a:gd name="connsiteX66" fmla="*/ 62295 w 1067208"/>
                <a:gd name="connsiteY66" fmla="*/ 408195 h 1209830"/>
                <a:gd name="connsiteX67" fmla="*/ 62295 w 1067208"/>
                <a:gd name="connsiteY67" fmla="*/ 404916 h 1209830"/>
                <a:gd name="connsiteX68" fmla="*/ 62295 w 1067208"/>
                <a:gd name="connsiteY68" fmla="*/ 399998 h 1209830"/>
                <a:gd name="connsiteX69" fmla="*/ 62295 w 1067208"/>
                <a:gd name="connsiteY69" fmla="*/ 396720 h 1209830"/>
                <a:gd name="connsiteX70" fmla="*/ 59016 w 1067208"/>
                <a:gd name="connsiteY70" fmla="*/ 393441 h 1209830"/>
                <a:gd name="connsiteX71" fmla="*/ 55737 w 1067208"/>
                <a:gd name="connsiteY71" fmla="*/ 391802 h 1209830"/>
                <a:gd name="connsiteX72" fmla="*/ 54098 w 1067208"/>
                <a:gd name="connsiteY72" fmla="*/ 393441 h 1209830"/>
                <a:gd name="connsiteX73" fmla="*/ 52458 w 1067208"/>
                <a:gd name="connsiteY73" fmla="*/ 393441 h 1209830"/>
                <a:gd name="connsiteX74" fmla="*/ 49180 w 1067208"/>
                <a:gd name="connsiteY74" fmla="*/ 393441 h 1209830"/>
                <a:gd name="connsiteX75" fmla="*/ 45901 w 1067208"/>
                <a:gd name="connsiteY75" fmla="*/ 391802 h 1209830"/>
                <a:gd name="connsiteX76" fmla="*/ 40983 w 1067208"/>
                <a:gd name="connsiteY76" fmla="*/ 388523 h 1209830"/>
                <a:gd name="connsiteX77" fmla="*/ 37705 w 1067208"/>
                <a:gd name="connsiteY77" fmla="*/ 386884 h 1209830"/>
                <a:gd name="connsiteX78" fmla="*/ 34426 w 1067208"/>
                <a:gd name="connsiteY78" fmla="*/ 383605 h 1209830"/>
                <a:gd name="connsiteX79" fmla="*/ 34426 w 1067208"/>
                <a:gd name="connsiteY79" fmla="*/ 380326 h 1209830"/>
                <a:gd name="connsiteX80" fmla="*/ 34426 w 1067208"/>
                <a:gd name="connsiteY80" fmla="*/ 377047 h 1209830"/>
                <a:gd name="connsiteX81" fmla="*/ 34426 w 1067208"/>
                <a:gd name="connsiteY81" fmla="*/ 372130 h 1209830"/>
                <a:gd name="connsiteX82" fmla="*/ 34426 w 1067208"/>
                <a:gd name="connsiteY82" fmla="*/ 368851 h 1209830"/>
                <a:gd name="connsiteX83" fmla="*/ 37705 w 1067208"/>
                <a:gd name="connsiteY83" fmla="*/ 365572 h 1209830"/>
                <a:gd name="connsiteX84" fmla="*/ 40983 w 1067208"/>
                <a:gd name="connsiteY84" fmla="*/ 360654 h 1209830"/>
                <a:gd name="connsiteX85" fmla="*/ 44262 w 1067208"/>
                <a:gd name="connsiteY85" fmla="*/ 357375 h 1209830"/>
                <a:gd name="connsiteX86" fmla="*/ 45901 w 1067208"/>
                <a:gd name="connsiteY86" fmla="*/ 354097 h 1209830"/>
                <a:gd name="connsiteX87" fmla="*/ 49180 w 1067208"/>
                <a:gd name="connsiteY87" fmla="*/ 349179 h 1209830"/>
                <a:gd name="connsiteX88" fmla="*/ 50820 w 1067208"/>
                <a:gd name="connsiteY88" fmla="*/ 345900 h 1209830"/>
                <a:gd name="connsiteX89" fmla="*/ 50820 w 1067208"/>
                <a:gd name="connsiteY89" fmla="*/ 342622 h 1209830"/>
                <a:gd name="connsiteX90" fmla="*/ 52458 w 1067208"/>
                <a:gd name="connsiteY90" fmla="*/ 339343 h 1209830"/>
                <a:gd name="connsiteX91" fmla="*/ 54098 w 1067208"/>
                <a:gd name="connsiteY91" fmla="*/ 336064 h 1209830"/>
                <a:gd name="connsiteX92" fmla="*/ 57377 w 1067208"/>
                <a:gd name="connsiteY92" fmla="*/ 332785 h 1209830"/>
                <a:gd name="connsiteX93" fmla="*/ 62295 w 1067208"/>
                <a:gd name="connsiteY93" fmla="*/ 329507 h 1209830"/>
                <a:gd name="connsiteX94" fmla="*/ 65573 w 1067208"/>
                <a:gd name="connsiteY94" fmla="*/ 329507 h 1209830"/>
                <a:gd name="connsiteX95" fmla="*/ 68852 w 1067208"/>
                <a:gd name="connsiteY95" fmla="*/ 332785 h 1209830"/>
                <a:gd name="connsiteX96" fmla="*/ 72131 w 1067208"/>
                <a:gd name="connsiteY96" fmla="*/ 336064 h 1209830"/>
                <a:gd name="connsiteX97" fmla="*/ 73770 w 1067208"/>
                <a:gd name="connsiteY97" fmla="*/ 339343 h 1209830"/>
                <a:gd name="connsiteX98" fmla="*/ 77049 w 1067208"/>
                <a:gd name="connsiteY98" fmla="*/ 342622 h 1209830"/>
                <a:gd name="connsiteX99" fmla="*/ 78688 w 1067208"/>
                <a:gd name="connsiteY99" fmla="*/ 344261 h 1209830"/>
                <a:gd name="connsiteX100" fmla="*/ 83606 w 1067208"/>
                <a:gd name="connsiteY100" fmla="*/ 342622 h 1209830"/>
                <a:gd name="connsiteX101" fmla="*/ 86885 w 1067208"/>
                <a:gd name="connsiteY101" fmla="*/ 340982 h 1209830"/>
                <a:gd name="connsiteX102" fmla="*/ 90164 w 1067208"/>
                <a:gd name="connsiteY102" fmla="*/ 339343 h 1209830"/>
                <a:gd name="connsiteX103" fmla="*/ 93442 w 1067208"/>
                <a:gd name="connsiteY103" fmla="*/ 337703 h 1209830"/>
                <a:gd name="connsiteX104" fmla="*/ 98360 w 1067208"/>
                <a:gd name="connsiteY104" fmla="*/ 336064 h 1209830"/>
                <a:gd name="connsiteX105" fmla="*/ 101639 w 1067208"/>
                <a:gd name="connsiteY105" fmla="*/ 336064 h 1209830"/>
                <a:gd name="connsiteX106" fmla="*/ 104917 w 1067208"/>
                <a:gd name="connsiteY106" fmla="*/ 336064 h 1209830"/>
                <a:gd name="connsiteX107" fmla="*/ 109835 w 1067208"/>
                <a:gd name="connsiteY107" fmla="*/ 336064 h 1209830"/>
                <a:gd name="connsiteX108" fmla="*/ 113114 w 1067208"/>
                <a:gd name="connsiteY108" fmla="*/ 334425 h 1209830"/>
                <a:gd name="connsiteX109" fmla="*/ 116393 w 1067208"/>
                <a:gd name="connsiteY109" fmla="*/ 329507 h 1209830"/>
                <a:gd name="connsiteX110" fmla="*/ 116393 w 1067208"/>
                <a:gd name="connsiteY110" fmla="*/ 326228 h 1209830"/>
                <a:gd name="connsiteX111" fmla="*/ 118032 w 1067208"/>
                <a:gd name="connsiteY111" fmla="*/ 322950 h 1209830"/>
                <a:gd name="connsiteX112" fmla="*/ 121311 w 1067208"/>
                <a:gd name="connsiteY112" fmla="*/ 318031 h 1209830"/>
                <a:gd name="connsiteX113" fmla="*/ 124590 w 1067208"/>
                <a:gd name="connsiteY113" fmla="*/ 314753 h 1209830"/>
                <a:gd name="connsiteX114" fmla="*/ 126229 w 1067208"/>
                <a:gd name="connsiteY114" fmla="*/ 311474 h 1209830"/>
                <a:gd name="connsiteX115" fmla="*/ 126229 w 1067208"/>
                <a:gd name="connsiteY115" fmla="*/ 306556 h 1209830"/>
                <a:gd name="connsiteX116" fmla="*/ 126229 w 1067208"/>
                <a:gd name="connsiteY116" fmla="*/ 303277 h 1209830"/>
                <a:gd name="connsiteX117" fmla="*/ 127869 w 1067208"/>
                <a:gd name="connsiteY117" fmla="*/ 299999 h 1209830"/>
                <a:gd name="connsiteX118" fmla="*/ 132786 w 1067208"/>
                <a:gd name="connsiteY118" fmla="*/ 295081 h 1209830"/>
                <a:gd name="connsiteX119" fmla="*/ 136065 w 1067208"/>
                <a:gd name="connsiteY119" fmla="*/ 293441 h 1209830"/>
                <a:gd name="connsiteX120" fmla="*/ 139343 w 1067208"/>
                <a:gd name="connsiteY120" fmla="*/ 290163 h 1209830"/>
                <a:gd name="connsiteX121" fmla="*/ 142622 w 1067208"/>
                <a:gd name="connsiteY121" fmla="*/ 286884 h 1209830"/>
                <a:gd name="connsiteX122" fmla="*/ 147540 w 1067208"/>
                <a:gd name="connsiteY122" fmla="*/ 285245 h 1209830"/>
                <a:gd name="connsiteX123" fmla="*/ 149180 w 1067208"/>
                <a:gd name="connsiteY123" fmla="*/ 281966 h 1209830"/>
                <a:gd name="connsiteX124" fmla="*/ 150819 w 1067208"/>
                <a:gd name="connsiteY124" fmla="*/ 278687 h 1209830"/>
                <a:gd name="connsiteX125" fmla="*/ 152459 w 1067208"/>
                <a:gd name="connsiteY125" fmla="*/ 273769 h 1209830"/>
                <a:gd name="connsiteX126" fmla="*/ 154098 w 1067208"/>
                <a:gd name="connsiteY126" fmla="*/ 270491 h 1209830"/>
                <a:gd name="connsiteX127" fmla="*/ 155736 w 1067208"/>
                <a:gd name="connsiteY127" fmla="*/ 267212 h 1209830"/>
                <a:gd name="connsiteX128" fmla="*/ 157376 w 1067208"/>
                <a:gd name="connsiteY128" fmla="*/ 262294 h 1209830"/>
                <a:gd name="connsiteX129" fmla="*/ 157376 w 1067208"/>
                <a:gd name="connsiteY129" fmla="*/ 259015 h 1209830"/>
                <a:gd name="connsiteX130" fmla="*/ 157376 w 1067208"/>
                <a:gd name="connsiteY130" fmla="*/ 254097 h 1209830"/>
                <a:gd name="connsiteX131" fmla="*/ 157376 w 1067208"/>
                <a:gd name="connsiteY131" fmla="*/ 254097 h 1209830"/>
                <a:gd name="connsiteX132" fmla="*/ 159015 w 1067208"/>
                <a:gd name="connsiteY132" fmla="*/ 250819 h 1209830"/>
                <a:gd name="connsiteX133" fmla="*/ 159015 w 1067208"/>
                <a:gd name="connsiteY133" fmla="*/ 247540 h 1209830"/>
                <a:gd name="connsiteX134" fmla="*/ 162294 w 1067208"/>
                <a:gd name="connsiteY134" fmla="*/ 242622 h 1209830"/>
                <a:gd name="connsiteX135" fmla="*/ 163933 w 1067208"/>
                <a:gd name="connsiteY135" fmla="*/ 242622 h 1209830"/>
                <a:gd name="connsiteX136" fmla="*/ 167212 w 1067208"/>
                <a:gd name="connsiteY136" fmla="*/ 240983 h 1209830"/>
                <a:gd name="connsiteX137" fmla="*/ 172130 w 1067208"/>
                <a:gd name="connsiteY137" fmla="*/ 239343 h 1209830"/>
                <a:gd name="connsiteX138" fmla="*/ 175409 w 1067208"/>
                <a:gd name="connsiteY138" fmla="*/ 237704 h 1209830"/>
                <a:gd name="connsiteX139" fmla="*/ 177049 w 1067208"/>
                <a:gd name="connsiteY139" fmla="*/ 236065 h 1209830"/>
                <a:gd name="connsiteX140" fmla="*/ 178688 w 1067208"/>
                <a:gd name="connsiteY140" fmla="*/ 234425 h 1209830"/>
                <a:gd name="connsiteX141" fmla="*/ 177049 w 1067208"/>
                <a:gd name="connsiteY141" fmla="*/ 229507 h 1209830"/>
                <a:gd name="connsiteX142" fmla="*/ 177049 w 1067208"/>
                <a:gd name="connsiteY142" fmla="*/ 229507 h 1209830"/>
                <a:gd name="connsiteX143" fmla="*/ 175409 w 1067208"/>
                <a:gd name="connsiteY143" fmla="*/ 227868 h 1209830"/>
                <a:gd name="connsiteX144" fmla="*/ 172130 w 1067208"/>
                <a:gd name="connsiteY144" fmla="*/ 226229 h 1209830"/>
                <a:gd name="connsiteX145" fmla="*/ 173770 w 1067208"/>
                <a:gd name="connsiteY145" fmla="*/ 226229 h 1209830"/>
                <a:gd name="connsiteX146" fmla="*/ 175409 w 1067208"/>
                <a:gd name="connsiteY146" fmla="*/ 222950 h 1209830"/>
                <a:gd name="connsiteX147" fmla="*/ 178688 w 1067208"/>
                <a:gd name="connsiteY147" fmla="*/ 218032 h 1209830"/>
                <a:gd name="connsiteX148" fmla="*/ 180327 w 1067208"/>
                <a:gd name="connsiteY148" fmla="*/ 214753 h 1209830"/>
                <a:gd name="connsiteX149" fmla="*/ 181966 w 1067208"/>
                <a:gd name="connsiteY149" fmla="*/ 211475 h 1209830"/>
                <a:gd name="connsiteX150" fmla="*/ 185245 w 1067208"/>
                <a:gd name="connsiteY150" fmla="*/ 208196 h 1209830"/>
                <a:gd name="connsiteX151" fmla="*/ 185245 w 1067208"/>
                <a:gd name="connsiteY151" fmla="*/ 204917 h 1209830"/>
                <a:gd name="connsiteX152" fmla="*/ 188523 w 1067208"/>
                <a:gd name="connsiteY152" fmla="*/ 203278 h 1209830"/>
                <a:gd name="connsiteX153" fmla="*/ 193442 w 1067208"/>
                <a:gd name="connsiteY153" fmla="*/ 199999 h 1209830"/>
                <a:gd name="connsiteX154" fmla="*/ 193442 w 1067208"/>
                <a:gd name="connsiteY154" fmla="*/ 198360 h 1209830"/>
                <a:gd name="connsiteX155" fmla="*/ 193442 w 1067208"/>
                <a:gd name="connsiteY155" fmla="*/ 198360 h 1209830"/>
                <a:gd name="connsiteX156" fmla="*/ 193442 w 1067208"/>
                <a:gd name="connsiteY156" fmla="*/ 196720 h 1209830"/>
                <a:gd name="connsiteX157" fmla="*/ 195081 w 1067208"/>
                <a:gd name="connsiteY157" fmla="*/ 196720 h 1209830"/>
                <a:gd name="connsiteX158" fmla="*/ 196720 w 1067208"/>
                <a:gd name="connsiteY158" fmla="*/ 196720 h 1209830"/>
                <a:gd name="connsiteX159" fmla="*/ 198360 w 1067208"/>
                <a:gd name="connsiteY159" fmla="*/ 195081 h 1209830"/>
                <a:gd name="connsiteX160" fmla="*/ 193442 w 1067208"/>
                <a:gd name="connsiteY160" fmla="*/ 193442 h 1209830"/>
                <a:gd name="connsiteX161" fmla="*/ 191802 w 1067208"/>
                <a:gd name="connsiteY161" fmla="*/ 191803 h 1209830"/>
                <a:gd name="connsiteX162" fmla="*/ 191802 w 1067208"/>
                <a:gd name="connsiteY162" fmla="*/ 188524 h 1209830"/>
                <a:gd name="connsiteX163" fmla="*/ 191802 w 1067208"/>
                <a:gd name="connsiteY163" fmla="*/ 185245 h 1209830"/>
                <a:gd name="connsiteX164" fmla="*/ 191802 w 1067208"/>
                <a:gd name="connsiteY164" fmla="*/ 181966 h 1209830"/>
                <a:gd name="connsiteX165" fmla="*/ 193442 w 1067208"/>
                <a:gd name="connsiteY165" fmla="*/ 177048 h 1209830"/>
                <a:gd name="connsiteX166" fmla="*/ 191802 w 1067208"/>
                <a:gd name="connsiteY166" fmla="*/ 173770 h 1209830"/>
                <a:gd name="connsiteX167" fmla="*/ 190163 w 1067208"/>
                <a:gd name="connsiteY167" fmla="*/ 172130 h 1209830"/>
                <a:gd name="connsiteX168" fmla="*/ 190163 w 1067208"/>
                <a:gd name="connsiteY168" fmla="*/ 170491 h 1209830"/>
                <a:gd name="connsiteX169" fmla="*/ 186884 w 1067208"/>
                <a:gd name="connsiteY169" fmla="*/ 167213 h 1209830"/>
                <a:gd name="connsiteX170" fmla="*/ 186884 w 1067208"/>
                <a:gd name="connsiteY170" fmla="*/ 165573 h 1209830"/>
                <a:gd name="connsiteX171" fmla="*/ 186884 w 1067208"/>
                <a:gd name="connsiteY171" fmla="*/ 162294 h 1209830"/>
                <a:gd name="connsiteX172" fmla="*/ 190163 w 1067208"/>
                <a:gd name="connsiteY172" fmla="*/ 159016 h 1209830"/>
                <a:gd name="connsiteX173" fmla="*/ 195081 w 1067208"/>
                <a:gd name="connsiteY173" fmla="*/ 157376 h 1209830"/>
                <a:gd name="connsiteX174" fmla="*/ 198360 w 1067208"/>
                <a:gd name="connsiteY174" fmla="*/ 152458 h 1209830"/>
                <a:gd name="connsiteX175" fmla="*/ 201639 w 1067208"/>
                <a:gd name="connsiteY175" fmla="*/ 150819 h 1209830"/>
                <a:gd name="connsiteX176" fmla="*/ 201639 w 1067208"/>
                <a:gd name="connsiteY176" fmla="*/ 150819 h 1209830"/>
                <a:gd name="connsiteX177" fmla="*/ 204917 w 1067208"/>
                <a:gd name="connsiteY177" fmla="*/ 150819 h 1209830"/>
                <a:gd name="connsiteX178" fmla="*/ 208195 w 1067208"/>
                <a:gd name="connsiteY178" fmla="*/ 149180 h 1209830"/>
                <a:gd name="connsiteX179" fmla="*/ 213113 w 1067208"/>
                <a:gd name="connsiteY179" fmla="*/ 145901 h 1209830"/>
                <a:gd name="connsiteX180" fmla="*/ 213113 w 1067208"/>
                <a:gd name="connsiteY180" fmla="*/ 142622 h 1209830"/>
                <a:gd name="connsiteX181" fmla="*/ 211474 w 1067208"/>
                <a:gd name="connsiteY181" fmla="*/ 139344 h 1209830"/>
                <a:gd name="connsiteX182" fmla="*/ 209835 w 1067208"/>
                <a:gd name="connsiteY182" fmla="*/ 137704 h 1209830"/>
                <a:gd name="connsiteX183" fmla="*/ 204917 w 1067208"/>
                <a:gd name="connsiteY183" fmla="*/ 136065 h 1209830"/>
                <a:gd name="connsiteX184" fmla="*/ 201639 w 1067208"/>
                <a:gd name="connsiteY184" fmla="*/ 134426 h 1209830"/>
                <a:gd name="connsiteX185" fmla="*/ 198360 w 1067208"/>
                <a:gd name="connsiteY185" fmla="*/ 134426 h 1209830"/>
                <a:gd name="connsiteX186" fmla="*/ 195081 w 1067208"/>
                <a:gd name="connsiteY186" fmla="*/ 134426 h 1209830"/>
                <a:gd name="connsiteX187" fmla="*/ 190163 w 1067208"/>
                <a:gd name="connsiteY187" fmla="*/ 134426 h 1209830"/>
                <a:gd name="connsiteX188" fmla="*/ 186884 w 1067208"/>
                <a:gd name="connsiteY188" fmla="*/ 132786 h 1209830"/>
                <a:gd name="connsiteX189" fmla="*/ 185245 w 1067208"/>
                <a:gd name="connsiteY189" fmla="*/ 129508 h 1209830"/>
                <a:gd name="connsiteX190" fmla="*/ 185245 w 1067208"/>
                <a:gd name="connsiteY190" fmla="*/ 127868 h 1209830"/>
                <a:gd name="connsiteX191" fmla="*/ 183605 w 1067208"/>
                <a:gd name="connsiteY191" fmla="*/ 127868 h 1209830"/>
                <a:gd name="connsiteX192" fmla="*/ 183605 w 1067208"/>
                <a:gd name="connsiteY192" fmla="*/ 124590 h 1209830"/>
                <a:gd name="connsiteX193" fmla="*/ 181966 w 1067208"/>
                <a:gd name="connsiteY193" fmla="*/ 119672 h 1209830"/>
                <a:gd name="connsiteX194" fmla="*/ 178688 w 1067208"/>
                <a:gd name="connsiteY194" fmla="*/ 121311 h 1209830"/>
                <a:gd name="connsiteX195" fmla="*/ 178688 w 1067208"/>
                <a:gd name="connsiteY195" fmla="*/ 121311 h 1209830"/>
                <a:gd name="connsiteX196" fmla="*/ 173770 w 1067208"/>
                <a:gd name="connsiteY196" fmla="*/ 119672 h 1209830"/>
                <a:gd name="connsiteX197" fmla="*/ 170491 w 1067208"/>
                <a:gd name="connsiteY197" fmla="*/ 118032 h 1209830"/>
                <a:gd name="connsiteX198" fmla="*/ 170491 w 1067208"/>
                <a:gd name="connsiteY198" fmla="*/ 116393 h 1209830"/>
                <a:gd name="connsiteX199" fmla="*/ 170491 w 1067208"/>
                <a:gd name="connsiteY199" fmla="*/ 113114 h 1209830"/>
                <a:gd name="connsiteX200" fmla="*/ 167212 w 1067208"/>
                <a:gd name="connsiteY200" fmla="*/ 109836 h 1209830"/>
                <a:gd name="connsiteX201" fmla="*/ 163933 w 1067208"/>
                <a:gd name="connsiteY201" fmla="*/ 108196 h 1209830"/>
                <a:gd name="connsiteX202" fmla="*/ 160655 w 1067208"/>
                <a:gd name="connsiteY202" fmla="*/ 104918 h 1209830"/>
                <a:gd name="connsiteX203" fmla="*/ 159015 w 1067208"/>
                <a:gd name="connsiteY203" fmla="*/ 104918 h 1209830"/>
                <a:gd name="connsiteX204" fmla="*/ 155736 w 1067208"/>
                <a:gd name="connsiteY204" fmla="*/ 101639 h 1209830"/>
                <a:gd name="connsiteX205" fmla="*/ 155736 w 1067208"/>
                <a:gd name="connsiteY205" fmla="*/ 96721 h 1209830"/>
                <a:gd name="connsiteX206" fmla="*/ 159015 w 1067208"/>
                <a:gd name="connsiteY206" fmla="*/ 93442 h 1209830"/>
                <a:gd name="connsiteX207" fmla="*/ 159015 w 1067208"/>
                <a:gd name="connsiteY207" fmla="*/ 90164 h 1209830"/>
                <a:gd name="connsiteX208" fmla="*/ 159015 w 1067208"/>
                <a:gd name="connsiteY208" fmla="*/ 86885 h 1209830"/>
                <a:gd name="connsiteX209" fmla="*/ 154098 w 1067208"/>
                <a:gd name="connsiteY209" fmla="*/ 83606 h 1209830"/>
                <a:gd name="connsiteX210" fmla="*/ 150819 w 1067208"/>
                <a:gd name="connsiteY210" fmla="*/ 81967 h 1209830"/>
                <a:gd name="connsiteX211" fmla="*/ 149180 w 1067208"/>
                <a:gd name="connsiteY211" fmla="*/ 78688 h 1209830"/>
                <a:gd name="connsiteX212" fmla="*/ 149180 w 1067208"/>
                <a:gd name="connsiteY212" fmla="*/ 77049 h 1209830"/>
                <a:gd name="connsiteX213" fmla="*/ 149180 w 1067208"/>
                <a:gd name="connsiteY213" fmla="*/ 77049 h 1209830"/>
                <a:gd name="connsiteX214" fmla="*/ 152459 w 1067208"/>
                <a:gd name="connsiteY214" fmla="*/ 73770 h 1209830"/>
                <a:gd name="connsiteX215" fmla="*/ 155736 w 1067208"/>
                <a:gd name="connsiteY215" fmla="*/ 72131 h 1209830"/>
                <a:gd name="connsiteX216" fmla="*/ 159015 w 1067208"/>
                <a:gd name="connsiteY216" fmla="*/ 68852 h 1209830"/>
                <a:gd name="connsiteX217" fmla="*/ 157376 w 1067208"/>
                <a:gd name="connsiteY217" fmla="*/ 65573 h 1209830"/>
                <a:gd name="connsiteX218" fmla="*/ 154098 w 1067208"/>
                <a:gd name="connsiteY218" fmla="*/ 65573 h 1209830"/>
                <a:gd name="connsiteX219" fmla="*/ 150819 w 1067208"/>
                <a:gd name="connsiteY219" fmla="*/ 65573 h 1209830"/>
                <a:gd name="connsiteX220" fmla="*/ 149180 w 1067208"/>
                <a:gd name="connsiteY220" fmla="*/ 65573 h 1209830"/>
                <a:gd name="connsiteX221" fmla="*/ 145901 w 1067208"/>
                <a:gd name="connsiteY221" fmla="*/ 65573 h 1209830"/>
                <a:gd name="connsiteX222" fmla="*/ 142622 w 1067208"/>
                <a:gd name="connsiteY222" fmla="*/ 62295 h 1209830"/>
                <a:gd name="connsiteX223" fmla="*/ 142622 w 1067208"/>
                <a:gd name="connsiteY223" fmla="*/ 60656 h 1209830"/>
                <a:gd name="connsiteX224" fmla="*/ 145901 w 1067208"/>
                <a:gd name="connsiteY224" fmla="*/ 57377 h 1209830"/>
                <a:gd name="connsiteX225" fmla="*/ 144262 w 1067208"/>
                <a:gd name="connsiteY225" fmla="*/ 54098 h 1209830"/>
                <a:gd name="connsiteX226" fmla="*/ 140983 w 1067208"/>
                <a:gd name="connsiteY226" fmla="*/ 52459 h 1209830"/>
                <a:gd name="connsiteX227" fmla="*/ 137704 w 1067208"/>
                <a:gd name="connsiteY227" fmla="*/ 50820 h 1209830"/>
                <a:gd name="connsiteX228" fmla="*/ 137704 w 1067208"/>
                <a:gd name="connsiteY228" fmla="*/ 47541 h 1209830"/>
                <a:gd name="connsiteX229" fmla="*/ 137704 w 1067208"/>
                <a:gd name="connsiteY229" fmla="*/ 44262 h 1209830"/>
                <a:gd name="connsiteX230" fmla="*/ 140983 w 1067208"/>
                <a:gd name="connsiteY230" fmla="*/ 39344 h 1209830"/>
                <a:gd name="connsiteX231" fmla="*/ 140983 w 1067208"/>
                <a:gd name="connsiteY231" fmla="*/ 36066 h 1209830"/>
                <a:gd name="connsiteX232" fmla="*/ 145901 w 1067208"/>
                <a:gd name="connsiteY232" fmla="*/ 36066 h 1209830"/>
                <a:gd name="connsiteX233" fmla="*/ 149180 w 1067208"/>
                <a:gd name="connsiteY233" fmla="*/ 32787 h 1209830"/>
                <a:gd name="connsiteX234" fmla="*/ 152459 w 1067208"/>
                <a:gd name="connsiteY234" fmla="*/ 31148 h 1209830"/>
                <a:gd name="connsiteX235" fmla="*/ 155736 w 1067208"/>
                <a:gd name="connsiteY235" fmla="*/ 31148 h 1209830"/>
                <a:gd name="connsiteX236" fmla="*/ 159015 w 1067208"/>
                <a:gd name="connsiteY236" fmla="*/ 32787 h 1209830"/>
                <a:gd name="connsiteX237" fmla="*/ 162294 w 1067208"/>
                <a:gd name="connsiteY237" fmla="*/ 34426 h 1209830"/>
                <a:gd name="connsiteX238" fmla="*/ 167212 w 1067208"/>
                <a:gd name="connsiteY238" fmla="*/ 36066 h 1209830"/>
                <a:gd name="connsiteX239" fmla="*/ 170491 w 1067208"/>
                <a:gd name="connsiteY239" fmla="*/ 36066 h 1209830"/>
                <a:gd name="connsiteX240" fmla="*/ 173770 w 1067208"/>
                <a:gd name="connsiteY240" fmla="*/ 36066 h 1209830"/>
                <a:gd name="connsiteX241" fmla="*/ 173770 w 1067208"/>
                <a:gd name="connsiteY241" fmla="*/ 36066 h 1209830"/>
                <a:gd name="connsiteX242" fmla="*/ 178688 w 1067208"/>
                <a:gd name="connsiteY242" fmla="*/ 37705 h 1209830"/>
                <a:gd name="connsiteX243" fmla="*/ 180327 w 1067208"/>
                <a:gd name="connsiteY243" fmla="*/ 37705 h 1209830"/>
                <a:gd name="connsiteX244" fmla="*/ 185245 w 1067208"/>
                <a:gd name="connsiteY244" fmla="*/ 39344 h 1209830"/>
                <a:gd name="connsiteX245" fmla="*/ 188523 w 1067208"/>
                <a:gd name="connsiteY245" fmla="*/ 39344 h 1209830"/>
                <a:gd name="connsiteX246" fmla="*/ 188523 w 1067208"/>
                <a:gd name="connsiteY246" fmla="*/ 39344 h 1209830"/>
                <a:gd name="connsiteX247" fmla="*/ 193442 w 1067208"/>
                <a:gd name="connsiteY247" fmla="*/ 40983 h 1209830"/>
                <a:gd name="connsiteX248" fmla="*/ 196720 w 1067208"/>
                <a:gd name="connsiteY248" fmla="*/ 42623 h 1209830"/>
                <a:gd name="connsiteX249" fmla="*/ 199999 w 1067208"/>
                <a:gd name="connsiteY249" fmla="*/ 42623 h 1209830"/>
                <a:gd name="connsiteX250" fmla="*/ 203278 w 1067208"/>
                <a:gd name="connsiteY250" fmla="*/ 44262 h 1209830"/>
                <a:gd name="connsiteX251" fmla="*/ 208195 w 1067208"/>
                <a:gd name="connsiteY251" fmla="*/ 44262 h 1209830"/>
                <a:gd name="connsiteX252" fmla="*/ 211474 w 1067208"/>
                <a:gd name="connsiteY252" fmla="*/ 39344 h 1209830"/>
                <a:gd name="connsiteX253" fmla="*/ 214753 w 1067208"/>
                <a:gd name="connsiteY253" fmla="*/ 37705 h 1209830"/>
                <a:gd name="connsiteX254" fmla="*/ 218032 w 1067208"/>
                <a:gd name="connsiteY254" fmla="*/ 36066 h 1209830"/>
                <a:gd name="connsiteX255" fmla="*/ 219671 w 1067208"/>
                <a:gd name="connsiteY255" fmla="*/ 37705 h 1209830"/>
                <a:gd name="connsiteX256" fmla="*/ 222950 w 1067208"/>
                <a:gd name="connsiteY256" fmla="*/ 36066 h 1209830"/>
                <a:gd name="connsiteX257" fmla="*/ 224589 w 1067208"/>
                <a:gd name="connsiteY257" fmla="*/ 36066 h 1209830"/>
                <a:gd name="connsiteX258" fmla="*/ 224589 w 1067208"/>
                <a:gd name="connsiteY258" fmla="*/ 34426 h 1209830"/>
                <a:gd name="connsiteX259" fmla="*/ 229507 w 1067208"/>
                <a:gd name="connsiteY259" fmla="*/ 32787 h 1209830"/>
                <a:gd name="connsiteX260" fmla="*/ 232786 w 1067208"/>
                <a:gd name="connsiteY260" fmla="*/ 32787 h 1209830"/>
                <a:gd name="connsiteX261" fmla="*/ 236064 w 1067208"/>
                <a:gd name="connsiteY261" fmla="*/ 32787 h 1209830"/>
                <a:gd name="connsiteX262" fmla="*/ 239343 w 1067208"/>
                <a:gd name="connsiteY262" fmla="*/ 32787 h 1209830"/>
                <a:gd name="connsiteX263" fmla="*/ 240982 w 1067208"/>
                <a:gd name="connsiteY263" fmla="*/ 29508 h 1209830"/>
                <a:gd name="connsiteX264" fmla="*/ 242622 w 1067208"/>
                <a:gd name="connsiteY264" fmla="*/ 24590 h 1209830"/>
                <a:gd name="connsiteX265" fmla="*/ 244261 w 1067208"/>
                <a:gd name="connsiteY265" fmla="*/ 26229 h 1209830"/>
                <a:gd name="connsiteX266" fmla="*/ 245900 w 1067208"/>
                <a:gd name="connsiteY266" fmla="*/ 26229 h 1209830"/>
                <a:gd name="connsiteX267" fmla="*/ 245900 w 1067208"/>
                <a:gd name="connsiteY267" fmla="*/ 26229 h 1209830"/>
                <a:gd name="connsiteX268" fmla="*/ 245900 w 1067208"/>
                <a:gd name="connsiteY268" fmla="*/ 26229 h 1209830"/>
                <a:gd name="connsiteX269" fmla="*/ 249179 w 1067208"/>
                <a:gd name="connsiteY269" fmla="*/ 21311 h 1209830"/>
                <a:gd name="connsiteX270" fmla="*/ 249179 w 1067208"/>
                <a:gd name="connsiteY270" fmla="*/ 21311 h 1209830"/>
                <a:gd name="connsiteX271" fmla="*/ 247540 w 1067208"/>
                <a:gd name="connsiteY271" fmla="*/ 18033 h 1209830"/>
                <a:gd name="connsiteX272" fmla="*/ 249179 w 1067208"/>
                <a:gd name="connsiteY272" fmla="*/ 16393 h 1209830"/>
                <a:gd name="connsiteX273" fmla="*/ 252458 w 1067208"/>
                <a:gd name="connsiteY273" fmla="*/ 14754 h 1209830"/>
                <a:gd name="connsiteX274" fmla="*/ 257376 w 1067208"/>
                <a:gd name="connsiteY274" fmla="*/ 11476 h 1209830"/>
                <a:gd name="connsiteX275" fmla="*/ 260654 w 1067208"/>
                <a:gd name="connsiteY275" fmla="*/ 8197 h 1209830"/>
                <a:gd name="connsiteX276" fmla="*/ 265572 w 1067208"/>
                <a:gd name="connsiteY276" fmla="*/ 4918 h 1209830"/>
                <a:gd name="connsiteX277" fmla="*/ 268851 w 1067208"/>
                <a:gd name="connsiteY277" fmla="*/ 3279 h 1209830"/>
                <a:gd name="connsiteX278" fmla="*/ 272130 w 1067208"/>
                <a:gd name="connsiteY278" fmla="*/ 0 h 1209830"/>
                <a:gd name="connsiteX279" fmla="*/ 275409 w 1067208"/>
                <a:gd name="connsiteY279" fmla="*/ 3279 h 1209830"/>
                <a:gd name="connsiteX280" fmla="*/ 278687 w 1067208"/>
                <a:gd name="connsiteY280" fmla="*/ 0 h 1209830"/>
                <a:gd name="connsiteX281" fmla="*/ 281966 w 1067208"/>
                <a:gd name="connsiteY281" fmla="*/ 3279 h 1209830"/>
                <a:gd name="connsiteX282" fmla="*/ 281966 w 1067208"/>
                <a:gd name="connsiteY282" fmla="*/ 6557 h 1209830"/>
                <a:gd name="connsiteX283" fmla="*/ 281966 w 1067208"/>
                <a:gd name="connsiteY283" fmla="*/ 6557 h 1209830"/>
                <a:gd name="connsiteX284" fmla="*/ 281966 w 1067208"/>
                <a:gd name="connsiteY284" fmla="*/ 8197 h 1209830"/>
                <a:gd name="connsiteX285" fmla="*/ 281966 w 1067208"/>
                <a:gd name="connsiteY285" fmla="*/ 9836 h 1209830"/>
                <a:gd name="connsiteX286" fmla="*/ 285245 w 1067208"/>
                <a:gd name="connsiteY286" fmla="*/ 14754 h 1209830"/>
                <a:gd name="connsiteX287" fmla="*/ 288523 w 1067208"/>
                <a:gd name="connsiteY287" fmla="*/ 18033 h 1209830"/>
                <a:gd name="connsiteX288" fmla="*/ 290162 w 1067208"/>
                <a:gd name="connsiteY288" fmla="*/ 21311 h 1209830"/>
                <a:gd name="connsiteX289" fmla="*/ 290162 w 1067208"/>
                <a:gd name="connsiteY289" fmla="*/ 24590 h 1209830"/>
                <a:gd name="connsiteX290" fmla="*/ 291802 w 1067208"/>
                <a:gd name="connsiteY290" fmla="*/ 24590 h 1209830"/>
                <a:gd name="connsiteX291" fmla="*/ 293441 w 1067208"/>
                <a:gd name="connsiteY291" fmla="*/ 27869 h 1209830"/>
                <a:gd name="connsiteX292" fmla="*/ 295080 w 1067208"/>
                <a:gd name="connsiteY292" fmla="*/ 31148 h 1209830"/>
                <a:gd name="connsiteX293" fmla="*/ 296720 w 1067208"/>
                <a:gd name="connsiteY293" fmla="*/ 36066 h 1209830"/>
                <a:gd name="connsiteX294" fmla="*/ 299999 w 1067208"/>
                <a:gd name="connsiteY294" fmla="*/ 39344 h 1209830"/>
                <a:gd name="connsiteX295" fmla="*/ 303277 w 1067208"/>
                <a:gd name="connsiteY295" fmla="*/ 39344 h 1209830"/>
                <a:gd name="connsiteX296" fmla="*/ 304917 w 1067208"/>
                <a:gd name="connsiteY296" fmla="*/ 40983 h 1209830"/>
                <a:gd name="connsiteX297" fmla="*/ 308196 w 1067208"/>
                <a:gd name="connsiteY297" fmla="*/ 40983 h 1209830"/>
                <a:gd name="connsiteX298" fmla="*/ 311473 w 1067208"/>
                <a:gd name="connsiteY298" fmla="*/ 40983 h 1209830"/>
                <a:gd name="connsiteX299" fmla="*/ 314752 w 1067208"/>
                <a:gd name="connsiteY299" fmla="*/ 42623 h 1209830"/>
                <a:gd name="connsiteX300" fmla="*/ 319670 w 1067208"/>
                <a:gd name="connsiteY300" fmla="*/ 45901 h 1209830"/>
                <a:gd name="connsiteX301" fmla="*/ 321310 w 1067208"/>
                <a:gd name="connsiteY301" fmla="*/ 47541 h 1209830"/>
                <a:gd name="connsiteX302" fmla="*/ 322949 w 1067208"/>
                <a:gd name="connsiteY302" fmla="*/ 49180 h 1209830"/>
                <a:gd name="connsiteX303" fmla="*/ 326228 w 1067208"/>
                <a:gd name="connsiteY303" fmla="*/ 50820 h 1209830"/>
                <a:gd name="connsiteX304" fmla="*/ 327867 w 1067208"/>
                <a:gd name="connsiteY304" fmla="*/ 52459 h 1209830"/>
                <a:gd name="connsiteX305" fmla="*/ 327867 w 1067208"/>
                <a:gd name="connsiteY305" fmla="*/ 54098 h 1209830"/>
                <a:gd name="connsiteX306" fmla="*/ 327867 w 1067208"/>
                <a:gd name="connsiteY306" fmla="*/ 57377 h 1209830"/>
                <a:gd name="connsiteX307" fmla="*/ 324589 w 1067208"/>
                <a:gd name="connsiteY307" fmla="*/ 60656 h 1209830"/>
                <a:gd name="connsiteX308" fmla="*/ 319670 w 1067208"/>
                <a:gd name="connsiteY308" fmla="*/ 62295 h 1209830"/>
                <a:gd name="connsiteX309" fmla="*/ 321310 w 1067208"/>
                <a:gd name="connsiteY309" fmla="*/ 65573 h 1209830"/>
                <a:gd name="connsiteX310" fmla="*/ 322949 w 1067208"/>
                <a:gd name="connsiteY310" fmla="*/ 68852 h 1209830"/>
                <a:gd name="connsiteX311" fmla="*/ 322949 w 1067208"/>
                <a:gd name="connsiteY311" fmla="*/ 70492 h 1209830"/>
                <a:gd name="connsiteX312" fmla="*/ 324589 w 1067208"/>
                <a:gd name="connsiteY312" fmla="*/ 73770 h 1209830"/>
                <a:gd name="connsiteX313" fmla="*/ 326228 w 1067208"/>
                <a:gd name="connsiteY313" fmla="*/ 77049 h 1209830"/>
                <a:gd name="connsiteX314" fmla="*/ 326228 w 1067208"/>
                <a:gd name="connsiteY314" fmla="*/ 80328 h 1209830"/>
                <a:gd name="connsiteX315" fmla="*/ 326228 w 1067208"/>
                <a:gd name="connsiteY315" fmla="*/ 80328 h 1209830"/>
                <a:gd name="connsiteX316" fmla="*/ 326228 w 1067208"/>
                <a:gd name="connsiteY316" fmla="*/ 81967 h 1209830"/>
                <a:gd name="connsiteX317" fmla="*/ 327867 w 1067208"/>
                <a:gd name="connsiteY317" fmla="*/ 85246 h 1209830"/>
                <a:gd name="connsiteX318" fmla="*/ 327867 w 1067208"/>
                <a:gd name="connsiteY318" fmla="*/ 85246 h 1209830"/>
                <a:gd name="connsiteX319" fmla="*/ 329507 w 1067208"/>
                <a:gd name="connsiteY319" fmla="*/ 90164 h 1209830"/>
                <a:gd name="connsiteX320" fmla="*/ 334425 w 1067208"/>
                <a:gd name="connsiteY320" fmla="*/ 91803 h 1209830"/>
                <a:gd name="connsiteX321" fmla="*/ 336064 w 1067208"/>
                <a:gd name="connsiteY321" fmla="*/ 95082 h 1209830"/>
                <a:gd name="connsiteX322" fmla="*/ 339342 w 1067208"/>
                <a:gd name="connsiteY322" fmla="*/ 96721 h 1209830"/>
                <a:gd name="connsiteX323" fmla="*/ 344260 w 1067208"/>
                <a:gd name="connsiteY323" fmla="*/ 100000 h 1209830"/>
                <a:gd name="connsiteX324" fmla="*/ 344260 w 1067208"/>
                <a:gd name="connsiteY324" fmla="*/ 100000 h 1209830"/>
                <a:gd name="connsiteX325" fmla="*/ 345900 w 1067208"/>
                <a:gd name="connsiteY325" fmla="*/ 100000 h 1209830"/>
                <a:gd name="connsiteX326" fmla="*/ 349179 w 1067208"/>
                <a:gd name="connsiteY326" fmla="*/ 101639 h 1209830"/>
                <a:gd name="connsiteX327" fmla="*/ 352457 w 1067208"/>
                <a:gd name="connsiteY327" fmla="*/ 101639 h 1209830"/>
                <a:gd name="connsiteX328" fmla="*/ 352457 w 1067208"/>
                <a:gd name="connsiteY328" fmla="*/ 106557 h 1209830"/>
                <a:gd name="connsiteX329" fmla="*/ 352457 w 1067208"/>
                <a:gd name="connsiteY329" fmla="*/ 109836 h 1209830"/>
                <a:gd name="connsiteX330" fmla="*/ 355736 w 1067208"/>
                <a:gd name="connsiteY330" fmla="*/ 113114 h 1209830"/>
                <a:gd name="connsiteX331" fmla="*/ 359015 w 1067208"/>
                <a:gd name="connsiteY331" fmla="*/ 116393 h 1209830"/>
                <a:gd name="connsiteX332" fmla="*/ 362294 w 1067208"/>
                <a:gd name="connsiteY332" fmla="*/ 121311 h 1209830"/>
                <a:gd name="connsiteX333" fmla="*/ 362294 w 1067208"/>
                <a:gd name="connsiteY333" fmla="*/ 124590 h 1209830"/>
                <a:gd name="connsiteX334" fmla="*/ 362294 w 1067208"/>
                <a:gd name="connsiteY334" fmla="*/ 126229 h 1209830"/>
                <a:gd name="connsiteX335" fmla="*/ 359015 w 1067208"/>
                <a:gd name="connsiteY335" fmla="*/ 129508 h 1209830"/>
                <a:gd name="connsiteX336" fmla="*/ 357376 w 1067208"/>
                <a:gd name="connsiteY336" fmla="*/ 131147 h 1209830"/>
                <a:gd name="connsiteX337" fmla="*/ 354097 w 1067208"/>
                <a:gd name="connsiteY337" fmla="*/ 131147 h 1209830"/>
                <a:gd name="connsiteX338" fmla="*/ 352457 w 1067208"/>
                <a:gd name="connsiteY338" fmla="*/ 131147 h 1209830"/>
                <a:gd name="connsiteX339" fmla="*/ 349179 w 1067208"/>
                <a:gd name="connsiteY339" fmla="*/ 134426 h 1209830"/>
                <a:gd name="connsiteX340" fmla="*/ 349179 w 1067208"/>
                <a:gd name="connsiteY340" fmla="*/ 137704 h 1209830"/>
                <a:gd name="connsiteX341" fmla="*/ 345900 w 1067208"/>
                <a:gd name="connsiteY341" fmla="*/ 137704 h 1209830"/>
                <a:gd name="connsiteX342" fmla="*/ 342621 w 1067208"/>
                <a:gd name="connsiteY342" fmla="*/ 137704 h 1209830"/>
                <a:gd name="connsiteX343" fmla="*/ 337703 w 1067208"/>
                <a:gd name="connsiteY343" fmla="*/ 134426 h 1209830"/>
                <a:gd name="connsiteX344" fmla="*/ 336064 w 1067208"/>
                <a:gd name="connsiteY344" fmla="*/ 131147 h 1209830"/>
                <a:gd name="connsiteX345" fmla="*/ 336064 w 1067208"/>
                <a:gd name="connsiteY345" fmla="*/ 126229 h 1209830"/>
                <a:gd name="connsiteX346" fmla="*/ 332786 w 1067208"/>
                <a:gd name="connsiteY346" fmla="*/ 126229 h 1209830"/>
                <a:gd name="connsiteX347" fmla="*/ 329507 w 1067208"/>
                <a:gd name="connsiteY347" fmla="*/ 129508 h 1209830"/>
                <a:gd name="connsiteX348" fmla="*/ 329507 w 1067208"/>
                <a:gd name="connsiteY348" fmla="*/ 129508 h 1209830"/>
                <a:gd name="connsiteX349" fmla="*/ 326228 w 1067208"/>
                <a:gd name="connsiteY349" fmla="*/ 127868 h 1209830"/>
                <a:gd name="connsiteX350" fmla="*/ 322949 w 1067208"/>
                <a:gd name="connsiteY350" fmla="*/ 131147 h 1209830"/>
                <a:gd name="connsiteX351" fmla="*/ 322949 w 1067208"/>
                <a:gd name="connsiteY351" fmla="*/ 132786 h 1209830"/>
                <a:gd name="connsiteX352" fmla="*/ 326228 w 1067208"/>
                <a:gd name="connsiteY352" fmla="*/ 136065 h 1209830"/>
                <a:gd name="connsiteX353" fmla="*/ 326228 w 1067208"/>
                <a:gd name="connsiteY353" fmla="*/ 139344 h 1209830"/>
                <a:gd name="connsiteX354" fmla="*/ 327867 w 1067208"/>
                <a:gd name="connsiteY354" fmla="*/ 144262 h 1209830"/>
                <a:gd name="connsiteX355" fmla="*/ 327867 w 1067208"/>
                <a:gd name="connsiteY355" fmla="*/ 144262 h 1209830"/>
                <a:gd name="connsiteX356" fmla="*/ 332786 w 1067208"/>
                <a:gd name="connsiteY356" fmla="*/ 147540 h 1209830"/>
                <a:gd name="connsiteX357" fmla="*/ 336064 w 1067208"/>
                <a:gd name="connsiteY357" fmla="*/ 150819 h 1209830"/>
                <a:gd name="connsiteX358" fmla="*/ 336064 w 1067208"/>
                <a:gd name="connsiteY358" fmla="*/ 152458 h 1209830"/>
                <a:gd name="connsiteX359" fmla="*/ 339342 w 1067208"/>
                <a:gd name="connsiteY359" fmla="*/ 154098 h 1209830"/>
                <a:gd name="connsiteX360" fmla="*/ 340982 w 1067208"/>
                <a:gd name="connsiteY360" fmla="*/ 159016 h 1209830"/>
                <a:gd name="connsiteX361" fmla="*/ 340982 w 1067208"/>
                <a:gd name="connsiteY361" fmla="*/ 160655 h 1209830"/>
                <a:gd name="connsiteX362" fmla="*/ 340982 w 1067208"/>
                <a:gd name="connsiteY362" fmla="*/ 162294 h 1209830"/>
                <a:gd name="connsiteX363" fmla="*/ 339342 w 1067208"/>
                <a:gd name="connsiteY363" fmla="*/ 162294 h 1209830"/>
                <a:gd name="connsiteX364" fmla="*/ 340982 w 1067208"/>
                <a:gd name="connsiteY364" fmla="*/ 165573 h 1209830"/>
                <a:gd name="connsiteX365" fmla="*/ 345900 w 1067208"/>
                <a:gd name="connsiteY365" fmla="*/ 170491 h 1209830"/>
                <a:gd name="connsiteX366" fmla="*/ 345900 w 1067208"/>
                <a:gd name="connsiteY366" fmla="*/ 173770 h 1209830"/>
                <a:gd name="connsiteX367" fmla="*/ 344260 w 1067208"/>
                <a:gd name="connsiteY367" fmla="*/ 177048 h 1209830"/>
                <a:gd name="connsiteX368" fmla="*/ 345900 w 1067208"/>
                <a:gd name="connsiteY368" fmla="*/ 180327 h 1209830"/>
                <a:gd name="connsiteX369" fmla="*/ 347539 w 1067208"/>
                <a:gd name="connsiteY369" fmla="*/ 185245 h 1209830"/>
                <a:gd name="connsiteX370" fmla="*/ 350818 w 1067208"/>
                <a:gd name="connsiteY370" fmla="*/ 185245 h 1209830"/>
                <a:gd name="connsiteX371" fmla="*/ 354097 w 1067208"/>
                <a:gd name="connsiteY371" fmla="*/ 183606 h 1209830"/>
                <a:gd name="connsiteX372" fmla="*/ 355736 w 1067208"/>
                <a:gd name="connsiteY372" fmla="*/ 180327 h 1209830"/>
                <a:gd name="connsiteX373" fmla="*/ 359015 w 1067208"/>
                <a:gd name="connsiteY373" fmla="*/ 180327 h 1209830"/>
                <a:gd name="connsiteX374" fmla="*/ 360654 w 1067208"/>
                <a:gd name="connsiteY374" fmla="*/ 180327 h 1209830"/>
                <a:gd name="connsiteX375" fmla="*/ 363932 w 1067208"/>
                <a:gd name="connsiteY375" fmla="*/ 183606 h 1209830"/>
                <a:gd name="connsiteX376" fmla="*/ 365572 w 1067208"/>
                <a:gd name="connsiteY376" fmla="*/ 188524 h 1209830"/>
                <a:gd name="connsiteX377" fmla="*/ 367211 w 1067208"/>
                <a:gd name="connsiteY377" fmla="*/ 188524 h 1209830"/>
                <a:gd name="connsiteX378" fmla="*/ 368850 w 1067208"/>
                <a:gd name="connsiteY378" fmla="*/ 191803 h 1209830"/>
                <a:gd name="connsiteX379" fmla="*/ 372129 w 1067208"/>
                <a:gd name="connsiteY379" fmla="*/ 193442 h 1209830"/>
                <a:gd name="connsiteX380" fmla="*/ 372129 w 1067208"/>
                <a:gd name="connsiteY380" fmla="*/ 195081 h 1209830"/>
                <a:gd name="connsiteX381" fmla="*/ 375408 w 1067208"/>
                <a:gd name="connsiteY381" fmla="*/ 196720 h 1209830"/>
                <a:gd name="connsiteX382" fmla="*/ 380326 w 1067208"/>
                <a:gd name="connsiteY382" fmla="*/ 199999 h 1209830"/>
                <a:gd name="connsiteX383" fmla="*/ 383605 w 1067208"/>
                <a:gd name="connsiteY383" fmla="*/ 199999 h 1209830"/>
                <a:gd name="connsiteX384" fmla="*/ 386884 w 1067208"/>
                <a:gd name="connsiteY384" fmla="*/ 198360 h 1209830"/>
                <a:gd name="connsiteX385" fmla="*/ 391801 w 1067208"/>
                <a:gd name="connsiteY385" fmla="*/ 199999 h 1209830"/>
                <a:gd name="connsiteX386" fmla="*/ 393440 w 1067208"/>
                <a:gd name="connsiteY386" fmla="*/ 203278 h 1209830"/>
                <a:gd name="connsiteX387" fmla="*/ 396719 w 1067208"/>
                <a:gd name="connsiteY387" fmla="*/ 204917 h 1209830"/>
                <a:gd name="connsiteX388" fmla="*/ 399998 w 1067208"/>
                <a:gd name="connsiteY388" fmla="*/ 206557 h 1209830"/>
                <a:gd name="connsiteX389" fmla="*/ 403277 w 1067208"/>
                <a:gd name="connsiteY389" fmla="*/ 206557 h 1209830"/>
                <a:gd name="connsiteX390" fmla="*/ 406556 w 1067208"/>
                <a:gd name="connsiteY390" fmla="*/ 211475 h 1209830"/>
                <a:gd name="connsiteX391" fmla="*/ 406556 w 1067208"/>
                <a:gd name="connsiteY391" fmla="*/ 214753 h 1209830"/>
                <a:gd name="connsiteX392" fmla="*/ 406556 w 1067208"/>
                <a:gd name="connsiteY392" fmla="*/ 216393 h 1209830"/>
                <a:gd name="connsiteX393" fmla="*/ 409834 w 1067208"/>
                <a:gd name="connsiteY393" fmla="*/ 218032 h 1209830"/>
                <a:gd name="connsiteX394" fmla="*/ 413113 w 1067208"/>
                <a:gd name="connsiteY394" fmla="*/ 219671 h 1209830"/>
                <a:gd name="connsiteX395" fmla="*/ 416391 w 1067208"/>
                <a:gd name="connsiteY395" fmla="*/ 221310 h 1209830"/>
                <a:gd name="connsiteX396" fmla="*/ 421309 w 1067208"/>
                <a:gd name="connsiteY396" fmla="*/ 221310 h 1209830"/>
                <a:gd name="connsiteX397" fmla="*/ 424588 w 1067208"/>
                <a:gd name="connsiteY397" fmla="*/ 222950 h 1209830"/>
                <a:gd name="connsiteX398" fmla="*/ 427867 w 1067208"/>
                <a:gd name="connsiteY398" fmla="*/ 226229 h 1209830"/>
                <a:gd name="connsiteX399" fmla="*/ 432785 w 1067208"/>
                <a:gd name="connsiteY399" fmla="*/ 229507 h 1209830"/>
                <a:gd name="connsiteX400" fmla="*/ 436064 w 1067208"/>
                <a:gd name="connsiteY400" fmla="*/ 229507 h 1209830"/>
                <a:gd name="connsiteX401" fmla="*/ 439343 w 1067208"/>
                <a:gd name="connsiteY401" fmla="*/ 232786 h 1209830"/>
                <a:gd name="connsiteX402" fmla="*/ 437703 w 1067208"/>
                <a:gd name="connsiteY402" fmla="*/ 234425 h 1209830"/>
                <a:gd name="connsiteX403" fmla="*/ 434424 w 1067208"/>
                <a:gd name="connsiteY403" fmla="*/ 234425 h 1209830"/>
                <a:gd name="connsiteX404" fmla="*/ 432785 w 1067208"/>
                <a:gd name="connsiteY404" fmla="*/ 237704 h 1209830"/>
                <a:gd name="connsiteX405" fmla="*/ 431146 w 1067208"/>
                <a:gd name="connsiteY405" fmla="*/ 242622 h 1209830"/>
                <a:gd name="connsiteX406" fmla="*/ 429506 w 1067208"/>
                <a:gd name="connsiteY406" fmla="*/ 242622 h 1209830"/>
                <a:gd name="connsiteX407" fmla="*/ 427867 w 1067208"/>
                <a:gd name="connsiteY407" fmla="*/ 244261 h 1209830"/>
                <a:gd name="connsiteX408" fmla="*/ 424588 w 1067208"/>
                <a:gd name="connsiteY408" fmla="*/ 247540 h 1209830"/>
                <a:gd name="connsiteX409" fmla="*/ 422949 w 1067208"/>
                <a:gd name="connsiteY409" fmla="*/ 250819 h 1209830"/>
                <a:gd name="connsiteX410" fmla="*/ 419670 w 1067208"/>
                <a:gd name="connsiteY410" fmla="*/ 254097 h 1209830"/>
                <a:gd name="connsiteX411" fmla="*/ 421309 w 1067208"/>
                <a:gd name="connsiteY411" fmla="*/ 257376 h 1209830"/>
                <a:gd name="connsiteX412" fmla="*/ 421309 w 1067208"/>
                <a:gd name="connsiteY412" fmla="*/ 260655 h 1209830"/>
                <a:gd name="connsiteX413" fmla="*/ 419670 w 1067208"/>
                <a:gd name="connsiteY413" fmla="*/ 263933 h 1209830"/>
                <a:gd name="connsiteX414" fmla="*/ 419670 w 1067208"/>
                <a:gd name="connsiteY414" fmla="*/ 265573 h 1209830"/>
                <a:gd name="connsiteX415" fmla="*/ 418030 w 1067208"/>
                <a:gd name="connsiteY415" fmla="*/ 268851 h 1209830"/>
                <a:gd name="connsiteX416" fmla="*/ 419670 w 1067208"/>
                <a:gd name="connsiteY416" fmla="*/ 272130 h 1209830"/>
                <a:gd name="connsiteX417" fmla="*/ 419670 w 1067208"/>
                <a:gd name="connsiteY417" fmla="*/ 277048 h 1209830"/>
                <a:gd name="connsiteX418" fmla="*/ 419670 w 1067208"/>
                <a:gd name="connsiteY418" fmla="*/ 280327 h 1209830"/>
                <a:gd name="connsiteX419" fmla="*/ 416391 w 1067208"/>
                <a:gd name="connsiteY419" fmla="*/ 281966 h 1209830"/>
                <a:gd name="connsiteX420" fmla="*/ 416391 w 1067208"/>
                <a:gd name="connsiteY420" fmla="*/ 281966 h 1209830"/>
                <a:gd name="connsiteX421" fmla="*/ 416391 w 1067208"/>
                <a:gd name="connsiteY421" fmla="*/ 283605 h 1209830"/>
                <a:gd name="connsiteX422" fmla="*/ 416391 w 1067208"/>
                <a:gd name="connsiteY422" fmla="*/ 286884 h 1209830"/>
                <a:gd name="connsiteX423" fmla="*/ 414753 w 1067208"/>
                <a:gd name="connsiteY423" fmla="*/ 288523 h 1209830"/>
                <a:gd name="connsiteX424" fmla="*/ 413113 w 1067208"/>
                <a:gd name="connsiteY424" fmla="*/ 290163 h 1209830"/>
                <a:gd name="connsiteX425" fmla="*/ 416391 w 1067208"/>
                <a:gd name="connsiteY425" fmla="*/ 295081 h 1209830"/>
                <a:gd name="connsiteX426" fmla="*/ 418030 w 1067208"/>
                <a:gd name="connsiteY426" fmla="*/ 296720 h 1209830"/>
                <a:gd name="connsiteX427" fmla="*/ 422949 w 1067208"/>
                <a:gd name="connsiteY427" fmla="*/ 298359 h 1209830"/>
                <a:gd name="connsiteX428" fmla="*/ 426227 w 1067208"/>
                <a:gd name="connsiteY428" fmla="*/ 301638 h 1209830"/>
                <a:gd name="connsiteX429" fmla="*/ 429506 w 1067208"/>
                <a:gd name="connsiteY429" fmla="*/ 303277 h 1209830"/>
                <a:gd name="connsiteX430" fmla="*/ 432785 w 1067208"/>
                <a:gd name="connsiteY430" fmla="*/ 304917 h 1209830"/>
                <a:gd name="connsiteX431" fmla="*/ 432785 w 1067208"/>
                <a:gd name="connsiteY431" fmla="*/ 299999 h 1209830"/>
                <a:gd name="connsiteX432" fmla="*/ 436064 w 1067208"/>
                <a:gd name="connsiteY432" fmla="*/ 301638 h 1209830"/>
                <a:gd name="connsiteX433" fmla="*/ 439343 w 1067208"/>
                <a:gd name="connsiteY433" fmla="*/ 303277 h 1209830"/>
                <a:gd name="connsiteX434" fmla="*/ 442620 w 1067208"/>
                <a:gd name="connsiteY434" fmla="*/ 306556 h 1209830"/>
                <a:gd name="connsiteX435" fmla="*/ 447539 w 1067208"/>
                <a:gd name="connsiteY435" fmla="*/ 308195 h 1209830"/>
                <a:gd name="connsiteX436" fmla="*/ 450817 w 1067208"/>
                <a:gd name="connsiteY436" fmla="*/ 311474 h 1209830"/>
                <a:gd name="connsiteX437" fmla="*/ 454096 w 1067208"/>
                <a:gd name="connsiteY437" fmla="*/ 313113 h 1209830"/>
                <a:gd name="connsiteX438" fmla="*/ 457375 w 1067208"/>
                <a:gd name="connsiteY438" fmla="*/ 313113 h 1209830"/>
                <a:gd name="connsiteX439" fmla="*/ 460654 w 1067208"/>
                <a:gd name="connsiteY439" fmla="*/ 314753 h 1209830"/>
                <a:gd name="connsiteX440" fmla="*/ 462293 w 1067208"/>
                <a:gd name="connsiteY440" fmla="*/ 318031 h 1209830"/>
                <a:gd name="connsiteX441" fmla="*/ 465572 w 1067208"/>
                <a:gd name="connsiteY441" fmla="*/ 321310 h 1209830"/>
                <a:gd name="connsiteX442" fmla="*/ 467210 w 1067208"/>
                <a:gd name="connsiteY442" fmla="*/ 324589 h 1209830"/>
                <a:gd name="connsiteX443" fmla="*/ 472129 w 1067208"/>
                <a:gd name="connsiteY443" fmla="*/ 324589 h 1209830"/>
                <a:gd name="connsiteX444" fmla="*/ 475407 w 1067208"/>
                <a:gd name="connsiteY444" fmla="*/ 327867 h 1209830"/>
                <a:gd name="connsiteX445" fmla="*/ 478686 w 1067208"/>
                <a:gd name="connsiteY445" fmla="*/ 329507 h 1209830"/>
                <a:gd name="connsiteX446" fmla="*/ 481965 w 1067208"/>
                <a:gd name="connsiteY446" fmla="*/ 331146 h 1209830"/>
                <a:gd name="connsiteX447" fmla="*/ 485244 w 1067208"/>
                <a:gd name="connsiteY447" fmla="*/ 334425 h 1209830"/>
                <a:gd name="connsiteX448" fmla="*/ 488523 w 1067208"/>
                <a:gd name="connsiteY448" fmla="*/ 336064 h 1209830"/>
                <a:gd name="connsiteX449" fmla="*/ 491801 w 1067208"/>
                <a:gd name="connsiteY449" fmla="*/ 334425 h 1209830"/>
                <a:gd name="connsiteX450" fmla="*/ 495079 w 1067208"/>
                <a:gd name="connsiteY450" fmla="*/ 334425 h 1209830"/>
                <a:gd name="connsiteX451" fmla="*/ 498358 w 1067208"/>
                <a:gd name="connsiteY451" fmla="*/ 336064 h 1209830"/>
                <a:gd name="connsiteX452" fmla="*/ 501637 w 1067208"/>
                <a:gd name="connsiteY452" fmla="*/ 337703 h 1209830"/>
                <a:gd name="connsiteX453" fmla="*/ 504916 w 1067208"/>
                <a:gd name="connsiteY453" fmla="*/ 340982 h 1209830"/>
                <a:gd name="connsiteX454" fmla="*/ 509834 w 1067208"/>
                <a:gd name="connsiteY454" fmla="*/ 342622 h 1209830"/>
                <a:gd name="connsiteX455" fmla="*/ 513113 w 1067208"/>
                <a:gd name="connsiteY455" fmla="*/ 345900 h 1209830"/>
                <a:gd name="connsiteX456" fmla="*/ 516391 w 1067208"/>
                <a:gd name="connsiteY456" fmla="*/ 344261 h 1209830"/>
                <a:gd name="connsiteX457" fmla="*/ 519669 w 1067208"/>
                <a:gd name="connsiteY457" fmla="*/ 344261 h 1209830"/>
                <a:gd name="connsiteX458" fmla="*/ 522948 w 1067208"/>
                <a:gd name="connsiteY458" fmla="*/ 345900 h 1209830"/>
                <a:gd name="connsiteX459" fmla="*/ 524587 w 1067208"/>
                <a:gd name="connsiteY459" fmla="*/ 349179 h 1209830"/>
                <a:gd name="connsiteX460" fmla="*/ 526227 w 1067208"/>
                <a:gd name="connsiteY460" fmla="*/ 352457 h 1209830"/>
                <a:gd name="connsiteX461" fmla="*/ 531145 w 1067208"/>
                <a:gd name="connsiteY461" fmla="*/ 352457 h 1209830"/>
                <a:gd name="connsiteX462" fmla="*/ 534424 w 1067208"/>
                <a:gd name="connsiteY462" fmla="*/ 354097 h 1209830"/>
                <a:gd name="connsiteX463" fmla="*/ 539342 w 1067208"/>
                <a:gd name="connsiteY463" fmla="*/ 355736 h 1209830"/>
                <a:gd name="connsiteX464" fmla="*/ 542621 w 1067208"/>
                <a:gd name="connsiteY464" fmla="*/ 355736 h 1209830"/>
                <a:gd name="connsiteX465" fmla="*/ 545899 w 1067208"/>
                <a:gd name="connsiteY465" fmla="*/ 360654 h 1209830"/>
                <a:gd name="connsiteX466" fmla="*/ 549177 w 1067208"/>
                <a:gd name="connsiteY466" fmla="*/ 357375 h 1209830"/>
                <a:gd name="connsiteX467" fmla="*/ 552456 w 1067208"/>
                <a:gd name="connsiteY467" fmla="*/ 354097 h 1209830"/>
                <a:gd name="connsiteX468" fmla="*/ 555735 w 1067208"/>
                <a:gd name="connsiteY468" fmla="*/ 354097 h 1209830"/>
                <a:gd name="connsiteX469" fmla="*/ 559014 w 1067208"/>
                <a:gd name="connsiteY469" fmla="*/ 355736 h 1209830"/>
                <a:gd name="connsiteX470" fmla="*/ 563932 w 1067208"/>
                <a:gd name="connsiteY470" fmla="*/ 357375 h 1209830"/>
                <a:gd name="connsiteX471" fmla="*/ 567211 w 1067208"/>
                <a:gd name="connsiteY471" fmla="*/ 359015 h 1209830"/>
                <a:gd name="connsiteX472" fmla="*/ 567211 w 1067208"/>
                <a:gd name="connsiteY472" fmla="*/ 357375 h 1209830"/>
                <a:gd name="connsiteX473" fmla="*/ 567211 w 1067208"/>
                <a:gd name="connsiteY473" fmla="*/ 355736 h 1209830"/>
                <a:gd name="connsiteX474" fmla="*/ 568850 w 1067208"/>
                <a:gd name="connsiteY474" fmla="*/ 355736 h 1209830"/>
                <a:gd name="connsiteX475" fmla="*/ 572128 w 1067208"/>
                <a:gd name="connsiteY475" fmla="*/ 355736 h 1209830"/>
                <a:gd name="connsiteX476" fmla="*/ 575407 w 1067208"/>
                <a:gd name="connsiteY476" fmla="*/ 352457 h 1209830"/>
                <a:gd name="connsiteX477" fmla="*/ 578686 w 1067208"/>
                <a:gd name="connsiteY477" fmla="*/ 354097 h 1209830"/>
                <a:gd name="connsiteX478" fmla="*/ 581964 w 1067208"/>
                <a:gd name="connsiteY478" fmla="*/ 357375 h 1209830"/>
                <a:gd name="connsiteX479" fmla="*/ 586883 w 1067208"/>
                <a:gd name="connsiteY479" fmla="*/ 359015 h 1209830"/>
                <a:gd name="connsiteX480" fmla="*/ 590161 w 1067208"/>
                <a:gd name="connsiteY480" fmla="*/ 359015 h 1209830"/>
                <a:gd name="connsiteX481" fmla="*/ 593440 w 1067208"/>
                <a:gd name="connsiteY481" fmla="*/ 360654 h 1209830"/>
                <a:gd name="connsiteX482" fmla="*/ 596719 w 1067208"/>
                <a:gd name="connsiteY482" fmla="*/ 362294 h 1209830"/>
                <a:gd name="connsiteX483" fmla="*/ 599997 w 1067208"/>
                <a:gd name="connsiteY483" fmla="*/ 365572 h 1209830"/>
                <a:gd name="connsiteX484" fmla="*/ 599997 w 1067208"/>
                <a:gd name="connsiteY484" fmla="*/ 370490 h 1209830"/>
                <a:gd name="connsiteX485" fmla="*/ 599997 w 1067208"/>
                <a:gd name="connsiteY485" fmla="*/ 373769 h 1209830"/>
                <a:gd name="connsiteX486" fmla="*/ 604915 w 1067208"/>
                <a:gd name="connsiteY486" fmla="*/ 373769 h 1209830"/>
                <a:gd name="connsiteX487" fmla="*/ 608194 w 1067208"/>
                <a:gd name="connsiteY487" fmla="*/ 375408 h 1209830"/>
                <a:gd name="connsiteX488" fmla="*/ 609833 w 1067208"/>
                <a:gd name="connsiteY488" fmla="*/ 375408 h 1209830"/>
                <a:gd name="connsiteX489" fmla="*/ 613112 w 1067208"/>
                <a:gd name="connsiteY489" fmla="*/ 380326 h 1209830"/>
                <a:gd name="connsiteX490" fmla="*/ 613112 w 1067208"/>
                <a:gd name="connsiteY490" fmla="*/ 380326 h 1209830"/>
                <a:gd name="connsiteX491" fmla="*/ 616391 w 1067208"/>
                <a:gd name="connsiteY491" fmla="*/ 380326 h 1209830"/>
                <a:gd name="connsiteX492" fmla="*/ 621309 w 1067208"/>
                <a:gd name="connsiteY492" fmla="*/ 381966 h 1209830"/>
                <a:gd name="connsiteX493" fmla="*/ 622947 w 1067208"/>
                <a:gd name="connsiteY493" fmla="*/ 385244 h 1209830"/>
                <a:gd name="connsiteX494" fmla="*/ 627866 w 1067208"/>
                <a:gd name="connsiteY494" fmla="*/ 385244 h 1209830"/>
                <a:gd name="connsiteX495" fmla="*/ 631144 w 1067208"/>
                <a:gd name="connsiteY495" fmla="*/ 383605 h 1209830"/>
                <a:gd name="connsiteX496" fmla="*/ 634423 w 1067208"/>
                <a:gd name="connsiteY496" fmla="*/ 381966 h 1209830"/>
                <a:gd name="connsiteX497" fmla="*/ 637702 w 1067208"/>
                <a:gd name="connsiteY497" fmla="*/ 381966 h 1209830"/>
                <a:gd name="connsiteX498" fmla="*/ 640981 w 1067208"/>
                <a:gd name="connsiteY498" fmla="*/ 385244 h 1209830"/>
                <a:gd name="connsiteX499" fmla="*/ 642620 w 1067208"/>
                <a:gd name="connsiteY499" fmla="*/ 388523 h 1209830"/>
                <a:gd name="connsiteX500" fmla="*/ 645899 w 1067208"/>
                <a:gd name="connsiteY500" fmla="*/ 391802 h 1209830"/>
                <a:gd name="connsiteX501" fmla="*/ 645899 w 1067208"/>
                <a:gd name="connsiteY501" fmla="*/ 391802 h 1209830"/>
                <a:gd name="connsiteX502" fmla="*/ 650816 w 1067208"/>
                <a:gd name="connsiteY502" fmla="*/ 391802 h 1209830"/>
                <a:gd name="connsiteX503" fmla="*/ 654095 w 1067208"/>
                <a:gd name="connsiteY503" fmla="*/ 390162 h 1209830"/>
                <a:gd name="connsiteX504" fmla="*/ 657374 w 1067208"/>
                <a:gd name="connsiteY504" fmla="*/ 391802 h 1209830"/>
                <a:gd name="connsiteX505" fmla="*/ 659013 w 1067208"/>
                <a:gd name="connsiteY505" fmla="*/ 391802 h 1209830"/>
                <a:gd name="connsiteX506" fmla="*/ 659013 w 1067208"/>
                <a:gd name="connsiteY506" fmla="*/ 391802 h 1209830"/>
                <a:gd name="connsiteX507" fmla="*/ 662292 w 1067208"/>
                <a:gd name="connsiteY507" fmla="*/ 391802 h 1209830"/>
                <a:gd name="connsiteX508" fmla="*/ 665571 w 1067208"/>
                <a:gd name="connsiteY508" fmla="*/ 393441 h 1209830"/>
                <a:gd name="connsiteX509" fmla="*/ 670489 w 1067208"/>
                <a:gd name="connsiteY509" fmla="*/ 395080 h 1209830"/>
                <a:gd name="connsiteX510" fmla="*/ 673768 w 1067208"/>
                <a:gd name="connsiteY510" fmla="*/ 395080 h 1209830"/>
                <a:gd name="connsiteX511" fmla="*/ 677046 w 1067208"/>
                <a:gd name="connsiteY511" fmla="*/ 398359 h 1209830"/>
                <a:gd name="connsiteX512" fmla="*/ 680324 w 1067208"/>
                <a:gd name="connsiteY512" fmla="*/ 399998 h 1209830"/>
                <a:gd name="connsiteX513" fmla="*/ 685243 w 1067208"/>
                <a:gd name="connsiteY513" fmla="*/ 399998 h 1209830"/>
                <a:gd name="connsiteX514" fmla="*/ 686882 w 1067208"/>
                <a:gd name="connsiteY514" fmla="*/ 398359 h 1209830"/>
                <a:gd name="connsiteX515" fmla="*/ 688521 w 1067208"/>
                <a:gd name="connsiteY515" fmla="*/ 396720 h 1209830"/>
                <a:gd name="connsiteX516" fmla="*/ 688521 w 1067208"/>
                <a:gd name="connsiteY516" fmla="*/ 395080 h 1209830"/>
                <a:gd name="connsiteX517" fmla="*/ 688521 w 1067208"/>
                <a:gd name="connsiteY517" fmla="*/ 395080 h 1209830"/>
                <a:gd name="connsiteX518" fmla="*/ 693440 w 1067208"/>
                <a:gd name="connsiteY518" fmla="*/ 393441 h 1209830"/>
                <a:gd name="connsiteX519" fmla="*/ 693440 w 1067208"/>
                <a:gd name="connsiteY519" fmla="*/ 398359 h 1209830"/>
                <a:gd name="connsiteX520" fmla="*/ 696718 w 1067208"/>
                <a:gd name="connsiteY520" fmla="*/ 401637 h 1209830"/>
                <a:gd name="connsiteX521" fmla="*/ 701636 w 1067208"/>
                <a:gd name="connsiteY521" fmla="*/ 401637 h 1209830"/>
                <a:gd name="connsiteX522" fmla="*/ 704914 w 1067208"/>
                <a:gd name="connsiteY522" fmla="*/ 403277 h 1209830"/>
                <a:gd name="connsiteX523" fmla="*/ 708193 w 1067208"/>
                <a:gd name="connsiteY523" fmla="*/ 399998 h 1209830"/>
                <a:gd name="connsiteX524" fmla="*/ 713111 w 1067208"/>
                <a:gd name="connsiteY524" fmla="*/ 401637 h 1209830"/>
                <a:gd name="connsiteX525" fmla="*/ 716390 w 1067208"/>
                <a:gd name="connsiteY525" fmla="*/ 401637 h 1209830"/>
                <a:gd name="connsiteX526" fmla="*/ 719669 w 1067208"/>
                <a:gd name="connsiteY526" fmla="*/ 399998 h 1209830"/>
                <a:gd name="connsiteX527" fmla="*/ 722948 w 1067208"/>
                <a:gd name="connsiteY527" fmla="*/ 399998 h 1209830"/>
                <a:gd name="connsiteX528" fmla="*/ 726227 w 1067208"/>
                <a:gd name="connsiteY528" fmla="*/ 401637 h 1209830"/>
                <a:gd name="connsiteX529" fmla="*/ 731144 w 1067208"/>
                <a:gd name="connsiteY529" fmla="*/ 401637 h 1209830"/>
                <a:gd name="connsiteX530" fmla="*/ 732783 w 1067208"/>
                <a:gd name="connsiteY530" fmla="*/ 398359 h 1209830"/>
                <a:gd name="connsiteX531" fmla="*/ 732783 w 1067208"/>
                <a:gd name="connsiteY531" fmla="*/ 395080 h 1209830"/>
                <a:gd name="connsiteX532" fmla="*/ 732783 w 1067208"/>
                <a:gd name="connsiteY532" fmla="*/ 390162 h 1209830"/>
                <a:gd name="connsiteX533" fmla="*/ 734423 w 1067208"/>
                <a:gd name="connsiteY533" fmla="*/ 388523 h 1209830"/>
                <a:gd name="connsiteX534" fmla="*/ 732783 w 1067208"/>
                <a:gd name="connsiteY534" fmla="*/ 385244 h 1209830"/>
                <a:gd name="connsiteX535" fmla="*/ 732783 w 1067208"/>
                <a:gd name="connsiteY535" fmla="*/ 380326 h 1209830"/>
                <a:gd name="connsiteX536" fmla="*/ 729504 w 1067208"/>
                <a:gd name="connsiteY536" fmla="*/ 377047 h 1209830"/>
                <a:gd name="connsiteX537" fmla="*/ 726227 w 1067208"/>
                <a:gd name="connsiteY537" fmla="*/ 373769 h 1209830"/>
                <a:gd name="connsiteX538" fmla="*/ 722948 w 1067208"/>
                <a:gd name="connsiteY538" fmla="*/ 368851 h 1209830"/>
                <a:gd name="connsiteX539" fmla="*/ 722948 w 1067208"/>
                <a:gd name="connsiteY539" fmla="*/ 365572 h 1209830"/>
                <a:gd name="connsiteX540" fmla="*/ 722948 w 1067208"/>
                <a:gd name="connsiteY540" fmla="*/ 363933 h 1209830"/>
                <a:gd name="connsiteX541" fmla="*/ 722948 w 1067208"/>
                <a:gd name="connsiteY541" fmla="*/ 362294 h 1209830"/>
                <a:gd name="connsiteX542" fmla="*/ 722948 w 1067208"/>
                <a:gd name="connsiteY542" fmla="*/ 359015 h 1209830"/>
                <a:gd name="connsiteX543" fmla="*/ 722948 w 1067208"/>
                <a:gd name="connsiteY543" fmla="*/ 355736 h 1209830"/>
                <a:gd name="connsiteX544" fmla="*/ 722948 w 1067208"/>
                <a:gd name="connsiteY544" fmla="*/ 350818 h 1209830"/>
                <a:gd name="connsiteX545" fmla="*/ 724587 w 1067208"/>
                <a:gd name="connsiteY545" fmla="*/ 347540 h 1209830"/>
                <a:gd name="connsiteX546" fmla="*/ 724587 w 1067208"/>
                <a:gd name="connsiteY546" fmla="*/ 344261 h 1209830"/>
                <a:gd name="connsiteX547" fmla="*/ 726227 w 1067208"/>
                <a:gd name="connsiteY547" fmla="*/ 340982 h 1209830"/>
                <a:gd name="connsiteX548" fmla="*/ 722948 w 1067208"/>
                <a:gd name="connsiteY548" fmla="*/ 336064 h 1209830"/>
                <a:gd name="connsiteX549" fmla="*/ 722948 w 1067208"/>
                <a:gd name="connsiteY549" fmla="*/ 332785 h 1209830"/>
                <a:gd name="connsiteX550" fmla="*/ 726227 w 1067208"/>
                <a:gd name="connsiteY550" fmla="*/ 332785 h 1209830"/>
                <a:gd name="connsiteX551" fmla="*/ 729504 w 1067208"/>
                <a:gd name="connsiteY551" fmla="*/ 331146 h 1209830"/>
                <a:gd name="connsiteX552" fmla="*/ 732783 w 1067208"/>
                <a:gd name="connsiteY552" fmla="*/ 329507 h 1209830"/>
                <a:gd name="connsiteX553" fmla="*/ 737701 w 1067208"/>
                <a:gd name="connsiteY553" fmla="*/ 327867 h 1209830"/>
                <a:gd name="connsiteX554" fmla="*/ 740980 w 1067208"/>
                <a:gd name="connsiteY554" fmla="*/ 327867 h 1209830"/>
                <a:gd name="connsiteX555" fmla="*/ 744259 w 1067208"/>
                <a:gd name="connsiteY555" fmla="*/ 327867 h 1209830"/>
                <a:gd name="connsiteX556" fmla="*/ 749177 w 1067208"/>
                <a:gd name="connsiteY556" fmla="*/ 331146 h 1209830"/>
                <a:gd name="connsiteX557" fmla="*/ 749177 w 1067208"/>
                <a:gd name="connsiteY557" fmla="*/ 334425 h 1209830"/>
                <a:gd name="connsiteX558" fmla="*/ 750817 w 1067208"/>
                <a:gd name="connsiteY558" fmla="*/ 339343 h 1209830"/>
                <a:gd name="connsiteX559" fmla="*/ 750817 w 1067208"/>
                <a:gd name="connsiteY559" fmla="*/ 342622 h 1209830"/>
                <a:gd name="connsiteX560" fmla="*/ 750817 w 1067208"/>
                <a:gd name="connsiteY560" fmla="*/ 345900 h 1209830"/>
                <a:gd name="connsiteX561" fmla="*/ 749177 w 1067208"/>
                <a:gd name="connsiteY561" fmla="*/ 349179 h 1209830"/>
                <a:gd name="connsiteX562" fmla="*/ 749177 w 1067208"/>
                <a:gd name="connsiteY562" fmla="*/ 354097 h 1209830"/>
                <a:gd name="connsiteX563" fmla="*/ 752455 w 1067208"/>
                <a:gd name="connsiteY563" fmla="*/ 357375 h 1209830"/>
                <a:gd name="connsiteX564" fmla="*/ 752455 w 1067208"/>
                <a:gd name="connsiteY564" fmla="*/ 357375 h 1209830"/>
                <a:gd name="connsiteX565" fmla="*/ 755734 w 1067208"/>
                <a:gd name="connsiteY565" fmla="*/ 360654 h 1209830"/>
                <a:gd name="connsiteX566" fmla="*/ 755734 w 1067208"/>
                <a:gd name="connsiteY566" fmla="*/ 362294 h 1209830"/>
                <a:gd name="connsiteX567" fmla="*/ 752455 w 1067208"/>
                <a:gd name="connsiteY567" fmla="*/ 363933 h 1209830"/>
                <a:gd name="connsiteX568" fmla="*/ 752455 w 1067208"/>
                <a:gd name="connsiteY568" fmla="*/ 367212 h 1209830"/>
                <a:gd name="connsiteX569" fmla="*/ 752455 w 1067208"/>
                <a:gd name="connsiteY569" fmla="*/ 368851 h 1209830"/>
                <a:gd name="connsiteX570" fmla="*/ 757373 w 1067208"/>
                <a:gd name="connsiteY570" fmla="*/ 372130 h 1209830"/>
                <a:gd name="connsiteX571" fmla="*/ 757373 w 1067208"/>
                <a:gd name="connsiteY571" fmla="*/ 375408 h 1209830"/>
                <a:gd name="connsiteX572" fmla="*/ 762291 w 1067208"/>
                <a:gd name="connsiteY572" fmla="*/ 378687 h 1209830"/>
                <a:gd name="connsiteX573" fmla="*/ 765570 w 1067208"/>
                <a:gd name="connsiteY573" fmla="*/ 378687 h 1209830"/>
                <a:gd name="connsiteX574" fmla="*/ 768849 w 1067208"/>
                <a:gd name="connsiteY574" fmla="*/ 383605 h 1209830"/>
                <a:gd name="connsiteX575" fmla="*/ 772128 w 1067208"/>
                <a:gd name="connsiteY575" fmla="*/ 381966 h 1209830"/>
                <a:gd name="connsiteX576" fmla="*/ 777046 w 1067208"/>
                <a:gd name="connsiteY576" fmla="*/ 381966 h 1209830"/>
                <a:gd name="connsiteX577" fmla="*/ 778684 w 1067208"/>
                <a:gd name="connsiteY577" fmla="*/ 381966 h 1209830"/>
                <a:gd name="connsiteX578" fmla="*/ 781963 w 1067208"/>
                <a:gd name="connsiteY578" fmla="*/ 383605 h 1209830"/>
                <a:gd name="connsiteX579" fmla="*/ 785242 w 1067208"/>
                <a:gd name="connsiteY579" fmla="*/ 383605 h 1209830"/>
                <a:gd name="connsiteX580" fmla="*/ 786881 w 1067208"/>
                <a:gd name="connsiteY580" fmla="*/ 385244 h 1209830"/>
                <a:gd name="connsiteX581" fmla="*/ 788521 w 1067208"/>
                <a:gd name="connsiteY581" fmla="*/ 386884 h 1209830"/>
                <a:gd name="connsiteX582" fmla="*/ 791800 w 1067208"/>
                <a:gd name="connsiteY582" fmla="*/ 388523 h 1209830"/>
                <a:gd name="connsiteX583" fmla="*/ 796718 w 1067208"/>
                <a:gd name="connsiteY583" fmla="*/ 388523 h 1209830"/>
                <a:gd name="connsiteX584" fmla="*/ 796718 w 1067208"/>
                <a:gd name="connsiteY584" fmla="*/ 386884 h 1209830"/>
                <a:gd name="connsiteX585" fmla="*/ 796718 w 1067208"/>
                <a:gd name="connsiteY585" fmla="*/ 386884 h 1209830"/>
                <a:gd name="connsiteX586" fmla="*/ 801636 w 1067208"/>
                <a:gd name="connsiteY586" fmla="*/ 386884 h 1209830"/>
                <a:gd name="connsiteX587" fmla="*/ 804914 w 1067208"/>
                <a:gd name="connsiteY587" fmla="*/ 386884 h 1209830"/>
                <a:gd name="connsiteX588" fmla="*/ 808193 w 1067208"/>
                <a:gd name="connsiteY588" fmla="*/ 381966 h 1209830"/>
                <a:gd name="connsiteX589" fmla="*/ 811471 w 1067208"/>
                <a:gd name="connsiteY589" fmla="*/ 381966 h 1209830"/>
                <a:gd name="connsiteX590" fmla="*/ 814750 w 1067208"/>
                <a:gd name="connsiteY590" fmla="*/ 378687 h 1209830"/>
                <a:gd name="connsiteX591" fmla="*/ 819668 w 1067208"/>
                <a:gd name="connsiteY591" fmla="*/ 381966 h 1209830"/>
                <a:gd name="connsiteX592" fmla="*/ 822947 w 1067208"/>
                <a:gd name="connsiteY592" fmla="*/ 383605 h 1209830"/>
                <a:gd name="connsiteX593" fmla="*/ 826226 w 1067208"/>
                <a:gd name="connsiteY593" fmla="*/ 385244 h 1209830"/>
                <a:gd name="connsiteX594" fmla="*/ 829505 w 1067208"/>
                <a:gd name="connsiteY594" fmla="*/ 385244 h 1209830"/>
                <a:gd name="connsiteX595" fmla="*/ 834422 w 1067208"/>
                <a:gd name="connsiteY595" fmla="*/ 385244 h 1209830"/>
                <a:gd name="connsiteX596" fmla="*/ 836061 w 1067208"/>
                <a:gd name="connsiteY596" fmla="*/ 385244 h 1209830"/>
                <a:gd name="connsiteX597" fmla="*/ 837701 w 1067208"/>
                <a:gd name="connsiteY597" fmla="*/ 385244 h 1209830"/>
                <a:gd name="connsiteX598" fmla="*/ 840980 w 1067208"/>
                <a:gd name="connsiteY598" fmla="*/ 383605 h 1209830"/>
                <a:gd name="connsiteX599" fmla="*/ 844258 w 1067208"/>
                <a:gd name="connsiteY599" fmla="*/ 383605 h 1209830"/>
                <a:gd name="connsiteX600" fmla="*/ 847537 w 1067208"/>
                <a:gd name="connsiteY600" fmla="*/ 383605 h 1209830"/>
                <a:gd name="connsiteX601" fmla="*/ 852455 w 1067208"/>
                <a:gd name="connsiteY601" fmla="*/ 383605 h 1209830"/>
                <a:gd name="connsiteX602" fmla="*/ 855734 w 1067208"/>
                <a:gd name="connsiteY602" fmla="*/ 380326 h 1209830"/>
                <a:gd name="connsiteX603" fmla="*/ 859012 w 1067208"/>
                <a:gd name="connsiteY603" fmla="*/ 383605 h 1209830"/>
                <a:gd name="connsiteX604" fmla="*/ 863930 w 1067208"/>
                <a:gd name="connsiteY604" fmla="*/ 383605 h 1209830"/>
                <a:gd name="connsiteX605" fmla="*/ 867209 w 1067208"/>
                <a:gd name="connsiteY605" fmla="*/ 381966 h 1209830"/>
                <a:gd name="connsiteX606" fmla="*/ 870488 w 1067208"/>
                <a:gd name="connsiteY606" fmla="*/ 381966 h 1209830"/>
                <a:gd name="connsiteX607" fmla="*/ 873767 w 1067208"/>
                <a:gd name="connsiteY607" fmla="*/ 381966 h 1209830"/>
                <a:gd name="connsiteX608" fmla="*/ 878685 w 1067208"/>
                <a:gd name="connsiteY608" fmla="*/ 380326 h 1209830"/>
                <a:gd name="connsiteX609" fmla="*/ 878685 w 1067208"/>
                <a:gd name="connsiteY609" fmla="*/ 378687 h 1209830"/>
                <a:gd name="connsiteX610" fmla="*/ 877045 w 1067208"/>
                <a:gd name="connsiteY610" fmla="*/ 373769 h 1209830"/>
                <a:gd name="connsiteX611" fmla="*/ 873767 w 1067208"/>
                <a:gd name="connsiteY611" fmla="*/ 370490 h 1209830"/>
                <a:gd name="connsiteX612" fmla="*/ 873767 w 1067208"/>
                <a:gd name="connsiteY612" fmla="*/ 367212 h 1209830"/>
                <a:gd name="connsiteX613" fmla="*/ 873767 w 1067208"/>
                <a:gd name="connsiteY613" fmla="*/ 363933 h 1209830"/>
                <a:gd name="connsiteX614" fmla="*/ 875406 w 1067208"/>
                <a:gd name="connsiteY614" fmla="*/ 360654 h 1209830"/>
                <a:gd name="connsiteX615" fmla="*/ 872127 w 1067208"/>
                <a:gd name="connsiteY615" fmla="*/ 357375 h 1209830"/>
                <a:gd name="connsiteX616" fmla="*/ 868848 w 1067208"/>
                <a:gd name="connsiteY616" fmla="*/ 355736 h 1209830"/>
                <a:gd name="connsiteX617" fmla="*/ 867209 w 1067208"/>
                <a:gd name="connsiteY617" fmla="*/ 355736 h 1209830"/>
                <a:gd name="connsiteX618" fmla="*/ 863930 w 1067208"/>
                <a:gd name="connsiteY618" fmla="*/ 355736 h 1209830"/>
                <a:gd name="connsiteX619" fmla="*/ 859012 w 1067208"/>
                <a:gd name="connsiteY619" fmla="*/ 354097 h 1209830"/>
                <a:gd name="connsiteX620" fmla="*/ 857373 w 1067208"/>
                <a:gd name="connsiteY620" fmla="*/ 352457 h 1209830"/>
                <a:gd name="connsiteX621" fmla="*/ 855734 w 1067208"/>
                <a:gd name="connsiteY621" fmla="*/ 349179 h 1209830"/>
                <a:gd name="connsiteX622" fmla="*/ 854095 w 1067208"/>
                <a:gd name="connsiteY622" fmla="*/ 345900 h 1209830"/>
                <a:gd name="connsiteX623" fmla="*/ 855734 w 1067208"/>
                <a:gd name="connsiteY623" fmla="*/ 342622 h 1209830"/>
                <a:gd name="connsiteX624" fmla="*/ 854095 w 1067208"/>
                <a:gd name="connsiteY624" fmla="*/ 340982 h 1209830"/>
                <a:gd name="connsiteX625" fmla="*/ 859012 w 1067208"/>
                <a:gd name="connsiteY625" fmla="*/ 340982 h 1209830"/>
                <a:gd name="connsiteX626" fmla="*/ 859012 w 1067208"/>
                <a:gd name="connsiteY626" fmla="*/ 340982 h 1209830"/>
                <a:gd name="connsiteX627" fmla="*/ 863930 w 1067208"/>
                <a:gd name="connsiteY627" fmla="*/ 342622 h 1209830"/>
                <a:gd name="connsiteX628" fmla="*/ 863930 w 1067208"/>
                <a:gd name="connsiteY628" fmla="*/ 342622 h 1209830"/>
                <a:gd name="connsiteX629" fmla="*/ 867209 w 1067208"/>
                <a:gd name="connsiteY629" fmla="*/ 342622 h 1209830"/>
                <a:gd name="connsiteX630" fmla="*/ 872127 w 1067208"/>
                <a:gd name="connsiteY630" fmla="*/ 339343 h 1209830"/>
                <a:gd name="connsiteX631" fmla="*/ 875406 w 1067208"/>
                <a:gd name="connsiteY631" fmla="*/ 339343 h 1209830"/>
                <a:gd name="connsiteX632" fmla="*/ 875406 w 1067208"/>
                <a:gd name="connsiteY632" fmla="*/ 339343 h 1209830"/>
                <a:gd name="connsiteX633" fmla="*/ 880324 w 1067208"/>
                <a:gd name="connsiteY633" fmla="*/ 339343 h 1209830"/>
                <a:gd name="connsiteX634" fmla="*/ 883602 w 1067208"/>
                <a:gd name="connsiteY634" fmla="*/ 337703 h 1209830"/>
                <a:gd name="connsiteX635" fmla="*/ 886881 w 1067208"/>
                <a:gd name="connsiteY635" fmla="*/ 336064 h 1209830"/>
                <a:gd name="connsiteX636" fmla="*/ 890160 w 1067208"/>
                <a:gd name="connsiteY636" fmla="*/ 334425 h 1209830"/>
                <a:gd name="connsiteX637" fmla="*/ 891799 w 1067208"/>
                <a:gd name="connsiteY637" fmla="*/ 329507 h 1209830"/>
                <a:gd name="connsiteX638" fmla="*/ 890160 w 1067208"/>
                <a:gd name="connsiteY638" fmla="*/ 326228 h 1209830"/>
                <a:gd name="connsiteX639" fmla="*/ 893438 w 1067208"/>
                <a:gd name="connsiteY639" fmla="*/ 322950 h 1209830"/>
                <a:gd name="connsiteX640" fmla="*/ 896717 w 1067208"/>
                <a:gd name="connsiteY640" fmla="*/ 321310 h 1209830"/>
                <a:gd name="connsiteX641" fmla="*/ 898357 w 1067208"/>
                <a:gd name="connsiteY641" fmla="*/ 319671 h 1209830"/>
                <a:gd name="connsiteX642" fmla="*/ 901635 w 1067208"/>
                <a:gd name="connsiteY642" fmla="*/ 316392 h 1209830"/>
                <a:gd name="connsiteX643" fmla="*/ 903275 w 1067208"/>
                <a:gd name="connsiteY643" fmla="*/ 314753 h 1209830"/>
                <a:gd name="connsiteX644" fmla="*/ 904914 w 1067208"/>
                <a:gd name="connsiteY644" fmla="*/ 313113 h 1209830"/>
                <a:gd name="connsiteX645" fmla="*/ 904914 w 1067208"/>
                <a:gd name="connsiteY645" fmla="*/ 311474 h 1209830"/>
                <a:gd name="connsiteX646" fmla="*/ 904914 w 1067208"/>
                <a:gd name="connsiteY646" fmla="*/ 308195 h 1209830"/>
                <a:gd name="connsiteX647" fmla="*/ 906554 w 1067208"/>
                <a:gd name="connsiteY647" fmla="*/ 304917 h 1209830"/>
                <a:gd name="connsiteX648" fmla="*/ 909831 w 1067208"/>
                <a:gd name="connsiteY648" fmla="*/ 301638 h 1209830"/>
                <a:gd name="connsiteX649" fmla="*/ 911471 w 1067208"/>
                <a:gd name="connsiteY649" fmla="*/ 301638 h 1209830"/>
                <a:gd name="connsiteX650" fmla="*/ 916389 w 1067208"/>
                <a:gd name="connsiteY650" fmla="*/ 299999 h 1209830"/>
                <a:gd name="connsiteX651" fmla="*/ 919668 w 1067208"/>
                <a:gd name="connsiteY651" fmla="*/ 299999 h 1209830"/>
                <a:gd name="connsiteX652" fmla="*/ 922947 w 1067208"/>
                <a:gd name="connsiteY652" fmla="*/ 299999 h 1209830"/>
                <a:gd name="connsiteX653" fmla="*/ 926225 w 1067208"/>
                <a:gd name="connsiteY653" fmla="*/ 298359 h 1209830"/>
                <a:gd name="connsiteX654" fmla="*/ 931144 w 1067208"/>
                <a:gd name="connsiteY654" fmla="*/ 295081 h 1209830"/>
                <a:gd name="connsiteX655" fmla="*/ 931144 w 1067208"/>
                <a:gd name="connsiteY655" fmla="*/ 293441 h 1209830"/>
                <a:gd name="connsiteX656" fmla="*/ 934421 w 1067208"/>
                <a:gd name="connsiteY656" fmla="*/ 290163 h 1209830"/>
                <a:gd name="connsiteX657" fmla="*/ 937700 w 1067208"/>
                <a:gd name="connsiteY657" fmla="*/ 286884 h 1209830"/>
                <a:gd name="connsiteX658" fmla="*/ 937700 w 1067208"/>
                <a:gd name="connsiteY658" fmla="*/ 283605 h 1209830"/>
                <a:gd name="connsiteX659" fmla="*/ 939340 w 1067208"/>
                <a:gd name="connsiteY659" fmla="*/ 283605 h 1209830"/>
                <a:gd name="connsiteX660" fmla="*/ 942618 w 1067208"/>
                <a:gd name="connsiteY660" fmla="*/ 280327 h 1209830"/>
                <a:gd name="connsiteX661" fmla="*/ 945897 w 1067208"/>
                <a:gd name="connsiteY661" fmla="*/ 277048 h 1209830"/>
                <a:gd name="connsiteX662" fmla="*/ 950815 w 1067208"/>
                <a:gd name="connsiteY662" fmla="*/ 275409 h 1209830"/>
                <a:gd name="connsiteX663" fmla="*/ 952455 w 1067208"/>
                <a:gd name="connsiteY663" fmla="*/ 272130 h 1209830"/>
                <a:gd name="connsiteX664" fmla="*/ 955734 w 1067208"/>
                <a:gd name="connsiteY664" fmla="*/ 273769 h 1209830"/>
                <a:gd name="connsiteX665" fmla="*/ 959012 w 1067208"/>
                <a:gd name="connsiteY665" fmla="*/ 277048 h 1209830"/>
                <a:gd name="connsiteX666" fmla="*/ 962290 w 1067208"/>
                <a:gd name="connsiteY666" fmla="*/ 278687 h 1209830"/>
                <a:gd name="connsiteX667" fmla="*/ 967208 w 1067208"/>
                <a:gd name="connsiteY667" fmla="*/ 280327 h 1209830"/>
                <a:gd name="connsiteX668" fmla="*/ 967208 w 1067208"/>
                <a:gd name="connsiteY668" fmla="*/ 280327 h 1209830"/>
                <a:gd name="connsiteX669" fmla="*/ 967208 w 1067208"/>
                <a:gd name="connsiteY669" fmla="*/ 280327 h 1209830"/>
                <a:gd name="connsiteX670" fmla="*/ 967208 w 1067208"/>
                <a:gd name="connsiteY670" fmla="*/ 280327 h 1209830"/>
                <a:gd name="connsiteX671" fmla="*/ 965569 w 1067208"/>
                <a:gd name="connsiteY671" fmla="*/ 278687 h 1209830"/>
                <a:gd name="connsiteX672" fmla="*/ 967208 w 1067208"/>
                <a:gd name="connsiteY672" fmla="*/ 278687 h 1209830"/>
                <a:gd name="connsiteX673" fmla="*/ 970487 w 1067208"/>
                <a:gd name="connsiteY673" fmla="*/ 280327 h 1209830"/>
                <a:gd name="connsiteX674" fmla="*/ 973766 w 1067208"/>
                <a:gd name="connsiteY674" fmla="*/ 281966 h 1209830"/>
                <a:gd name="connsiteX675" fmla="*/ 978684 w 1067208"/>
                <a:gd name="connsiteY675" fmla="*/ 283605 h 1209830"/>
                <a:gd name="connsiteX676" fmla="*/ 981963 w 1067208"/>
                <a:gd name="connsiteY676" fmla="*/ 285245 h 1209830"/>
                <a:gd name="connsiteX677" fmla="*/ 985242 w 1067208"/>
                <a:gd name="connsiteY677" fmla="*/ 283605 h 1209830"/>
                <a:gd name="connsiteX678" fmla="*/ 986880 w 1067208"/>
                <a:gd name="connsiteY678" fmla="*/ 280327 h 1209830"/>
                <a:gd name="connsiteX679" fmla="*/ 988520 w 1067208"/>
                <a:gd name="connsiteY679" fmla="*/ 275409 h 1209830"/>
                <a:gd name="connsiteX680" fmla="*/ 991798 w 1067208"/>
                <a:gd name="connsiteY680" fmla="*/ 273769 h 1209830"/>
                <a:gd name="connsiteX681" fmla="*/ 995077 w 1067208"/>
                <a:gd name="connsiteY681" fmla="*/ 270491 h 1209830"/>
                <a:gd name="connsiteX682" fmla="*/ 998356 w 1067208"/>
                <a:gd name="connsiteY682" fmla="*/ 268851 h 1209830"/>
                <a:gd name="connsiteX683" fmla="*/ 1001635 w 1067208"/>
                <a:gd name="connsiteY683" fmla="*/ 268851 h 1209830"/>
                <a:gd name="connsiteX684" fmla="*/ 1004914 w 1067208"/>
                <a:gd name="connsiteY684" fmla="*/ 267212 h 1209830"/>
                <a:gd name="connsiteX685" fmla="*/ 1008192 w 1067208"/>
                <a:gd name="connsiteY685" fmla="*/ 270491 h 1209830"/>
                <a:gd name="connsiteX686" fmla="*/ 1009832 w 1067208"/>
                <a:gd name="connsiteY686" fmla="*/ 270491 h 1209830"/>
                <a:gd name="connsiteX687" fmla="*/ 1011470 w 1067208"/>
                <a:gd name="connsiteY687" fmla="*/ 275409 h 1209830"/>
                <a:gd name="connsiteX688" fmla="*/ 1014749 w 1067208"/>
                <a:gd name="connsiteY688" fmla="*/ 275409 h 1209830"/>
                <a:gd name="connsiteX689" fmla="*/ 1018028 w 1067208"/>
                <a:gd name="connsiteY689" fmla="*/ 277048 h 1209830"/>
                <a:gd name="connsiteX690" fmla="*/ 1013110 w 1067208"/>
                <a:gd name="connsiteY690" fmla="*/ 278687 h 1209830"/>
                <a:gd name="connsiteX691" fmla="*/ 1009832 w 1067208"/>
                <a:gd name="connsiteY691" fmla="*/ 281966 h 1209830"/>
                <a:gd name="connsiteX692" fmla="*/ 1013110 w 1067208"/>
                <a:gd name="connsiteY692" fmla="*/ 286884 h 1209830"/>
                <a:gd name="connsiteX693" fmla="*/ 1013110 w 1067208"/>
                <a:gd name="connsiteY693" fmla="*/ 286884 h 1209830"/>
                <a:gd name="connsiteX694" fmla="*/ 1016388 w 1067208"/>
                <a:gd name="connsiteY694" fmla="*/ 288523 h 1209830"/>
                <a:gd name="connsiteX695" fmla="*/ 1019667 w 1067208"/>
                <a:gd name="connsiteY695" fmla="*/ 285245 h 1209830"/>
                <a:gd name="connsiteX696" fmla="*/ 1024585 w 1067208"/>
                <a:gd name="connsiteY696" fmla="*/ 283605 h 1209830"/>
                <a:gd name="connsiteX697" fmla="*/ 1024585 w 1067208"/>
                <a:gd name="connsiteY697" fmla="*/ 283605 h 1209830"/>
                <a:gd name="connsiteX698" fmla="*/ 1022946 w 1067208"/>
                <a:gd name="connsiteY698" fmla="*/ 288523 h 1209830"/>
                <a:gd name="connsiteX699" fmla="*/ 1026225 w 1067208"/>
                <a:gd name="connsiteY699" fmla="*/ 291802 h 1209830"/>
                <a:gd name="connsiteX700" fmla="*/ 1029504 w 1067208"/>
                <a:gd name="connsiteY700" fmla="*/ 295081 h 1209830"/>
                <a:gd name="connsiteX701" fmla="*/ 1031143 w 1067208"/>
                <a:gd name="connsiteY701" fmla="*/ 295081 h 1209830"/>
                <a:gd name="connsiteX702" fmla="*/ 1029504 w 1067208"/>
                <a:gd name="connsiteY702" fmla="*/ 299999 h 1209830"/>
                <a:gd name="connsiteX703" fmla="*/ 1026225 w 1067208"/>
                <a:gd name="connsiteY703" fmla="*/ 303277 h 1209830"/>
                <a:gd name="connsiteX704" fmla="*/ 1022946 w 1067208"/>
                <a:gd name="connsiteY704" fmla="*/ 306556 h 1209830"/>
                <a:gd name="connsiteX705" fmla="*/ 1024585 w 1067208"/>
                <a:gd name="connsiteY705" fmla="*/ 309835 h 1209830"/>
                <a:gd name="connsiteX706" fmla="*/ 1022946 w 1067208"/>
                <a:gd name="connsiteY706" fmla="*/ 313113 h 1209830"/>
                <a:gd name="connsiteX707" fmla="*/ 1026225 w 1067208"/>
                <a:gd name="connsiteY707" fmla="*/ 314753 h 1209830"/>
                <a:gd name="connsiteX708" fmla="*/ 1031143 w 1067208"/>
                <a:gd name="connsiteY708" fmla="*/ 311474 h 1209830"/>
                <a:gd name="connsiteX709" fmla="*/ 1034422 w 1067208"/>
                <a:gd name="connsiteY709" fmla="*/ 309835 h 1209830"/>
                <a:gd name="connsiteX710" fmla="*/ 1037700 w 1067208"/>
                <a:gd name="connsiteY710" fmla="*/ 311474 h 1209830"/>
                <a:gd name="connsiteX711" fmla="*/ 1040978 w 1067208"/>
                <a:gd name="connsiteY711" fmla="*/ 314753 h 1209830"/>
                <a:gd name="connsiteX712" fmla="*/ 1044257 w 1067208"/>
                <a:gd name="connsiteY712" fmla="*/ 314753 h 1209830"/>
                <a:gd name="connsiteX713" fmla="*/ 1049175 w 1067208"/>
                <a:gd name="connsiteY713" fmla="*/ 316392 h 1209830"/>
                <a:gd name="connsiteX714" fmla="*/ 1050815 w 1067208"/>
                <a:gd name="connsiteY714" fmla="*/ 316392 h 1209830"/>
                <a:gd name="connsiteX715" fmla="*/ 1050815 w 1067208"/>
                <a:gd name="connsiteY715" fmla="*/ 314753 h 1209830"/>
                <a:gd name="connsiteX716" fmla="*/ 1054094 w 1067208"/>
                <a:gd name="connsiteY716" fmla="*/ 314753 h 1209830"/>
                <a:gd name="connsiteX717" fmla="*/ 1057372 w 1067208"/>
                <a:gd name="connsiteY717" fmla="*/ 316392 h 1209830"/>
                <a:gd name="connsiteX718" fmla="*/ 1060651 w 1067208"/>
                <a:gd name="connsiteY718" fmla="*/ 321310 h 1209830"/>
                <a:gd name="connsiteX719" fmla="*/ 1063930 w 1067208"/>
                <a:gd name="connsiteY719" fmla="*/ 321310 h 1209830"/>
                <a:gd name="connsiteX720" fmla="*/ 1063930 w 1067208"/>
                <a:gd name="connsiteY720" fmla="*/ 321310 h 1209830"/>
                <a:gd name="connsiteX721" fmla="*/ 1063930 w 1067208"/>
                <a:gd name="connsiteY721" fmla="*/ 324589 h 1209830"/>
                <a:gd name="connsiteX722" fmla="*/ 1063930 w 1067208"/>
                <a:gd name="connsiteY722" fmla="*/ 327867 h 1209830"/>
                <a:gd name="connsiteX723" fmla="*/ 1067208 w 1067208"/>
                <a:gd name="connsiteY723" fmla="*/ 331146 h 1209830"/>
                <a:gd name="connsiteX724" fmla="*/ 1063930 w 1067208"/>
                <a:gd name="connsiteY724" fmla="*/ 334425 h 1209830"/>
                <a:gd name="connsiteX725" fmla="*/ 1060651 w 1067208"/>
                <a:gd name="connsiteY725" fmla="*/ 337703 h 1209830"/>
                <a:gd name="connsiteX726" fmla="*/ 1055733 w 1067208"/>
                <a:gd name="connsiteY726" fmla="*/ 342622 h 1209830"/>
                <a:gd name="connsiteX727" fmla="*/ 1054094 w 1067208"/>
                <a:gd name="connsiteY727" fmla="*/ 342622 h 1209830"/>
                <a:gd name="connsiteX728" fmla="*/ 1052454 w 1067208"/>
                <a:gd name="connsiteY728" fmla="*/ 345900 h 1209830"/>
                <a:gd name="connsiteX729" fmla="*/ 1052454 w 1067208"/>
                <a:gd name="connsiteY729" fmla="*/ 349179 h 1209830"/>
                <a:gd name="connsiteX730" fmla="*/ 1052454 w 1067208"/>
                <a:gd name="connsiteY730" fmla="*/ 354097 h 1209830"/>
                <a:gd name="connsiteX731" fmla="*/ 1054094 w 1067208"/>
                <a:gd name="connsiteY731" fmla="*/ 355736 h 1209830"/>
                <a:gd name="connsiteX732" fmla="*/ 1057372 w 1067208"/>
                <a:gd name="connsiteY732" fmla="*/ 359015 h 1209830"/>
                <a:gd name="connsiteX733" fmla="*/ 1060651 w 1067208"/>
                <a:gd name="connsiteY733" fmla="*/ 362294 h 1209830"/>
                <a:gd name="connsiteX734" fmla="*/ 1063930 w 1067208"/>
                <a:gd name="connsiteY734" fmla="*/ 365572 h 1209830"/>
                <a:gd name="connsiteX735" fmla="*/ 1065568 w 1067208"/>
                <a:gd name="connsiteY735" fmla="*/ 370490 h 1209830"/>
                <a:gd name="connsiteX736" fmla="*/ 1062291 w 1067208"/>
                <a:gd name="connsiteY736" fmla="*/ 370490 h 1209830"/>
                <a:gd name="connsiteX737" fmla="*/ 1059012 w 1067208"/>
                <a:gd name="connsiteY737" fmla="*/ 368851 h 1209830"/>
                <a:gd name="connsiteX738" fmla="*/ 1055733 w 1067208"/>
                <a:gd name="connsiteY738" fmla="*/ 367212 h 1209830"/>
                <a:gd name="connsiteX739" fmla="*/ 1052454 w 1067208"/>
                <a:gd name="connsiteY739" fmla="*/ 363933 h 1209830"/>
                <a:gd name="connsiteX740" fmla="*/ 1049175 w 1067208"/>
                <a:gd name="connsiteY740" fmla="*/ 359015 h 1209830"/>
                <a:gd name="connsiteX741" fmla="*/ 1045897 w 1067208"/>
                <a:gd name="connsiteY741" fmla="*/ 360654 h 1209830"/>
                <a:gd name="connsiteX742" fmla="*/ 1042618 w 1067208"/>
                <a:gd name="connsiteY742" fmla="*/ 360654 h 1209830"/>
                <a:gd name="connsiteX743" fmla="*/ 1037700 w 1067208"/>
                <a:gd name="connsiteY743" fmla="*/ 362294 h 1209830"/>
                <a:gd name="connsiteX744" fmla="*/ 1034422 w 1067208"/>
                <a:gd name="connsiteY744" fmla="*/ 362294 h 1209830"/>
                <a:gd name="connsiteX745" fmla="*/ 1031143 w 1067208"/>
                <a:gd name="connsiteY745" fmla="*/ 362294 h 1209830"/>
                <a:gd name="connsiteX746" fmla="*/ 1026225 w 1067208"/>
                <a:gd name="connsiteY746" fmla="*/ 363933 h 1209830"/>
                <a:gd name="connsiteX747" fmla="*/ 1022946 w 1067208"/>
                <a:gd name="connsiteY747" fmla="*/ 365572 h 1209830"/>
                <a:gd name="connsiteX748" fmla="*/ 1021307 w 1067208"/>
                <a:gd name="connsiteY748" fmla="*/ 370490 h 1209830"/>
                <a:gd name="connsiteX749" fmla="*/ 1019667 w 1067208"/>
                <a:gd name="connsiteY749" fmla="*/ 373769 h 1209830"/>
                <a:gd name="connsiteX750" fmla="*/ 1016388 w 1067208"/>
                <a:gd name="connsiteY750" fmla="*/ 375408 h 1209830"/>
                <a:gd name="connsiteX751" fmla="*/ 1014749 w 1067208"/>
                <a:gd name="connsiteY751" fmla="*/ 378687 h 1209830"/>
                <a:gd name="connsiteX752" fmla="*/ 1009832 w 1067208"/>
                <a:gd name="connsiteY752" fmla="*/ 381966 h 1209830"/>
                <a:gd name="connsiteX753" fmla="*/ 1006553 w 1067208"/>
                <a:gd name="connsiteY753" fmla="*/ 383605 h 1209830"/>
                <a:gd name="connsiteX754" fmla="*/ 1006553 w 1067208"/>
                <a:gd name="connsiteY754" fmla="*/ 386884 h 1209830"/>
                <a:gd name="connsiteX755" fmla="*/ 1004914 w 1067208"/>
                <a:gd name="connsiteY755" fmla="*/ 386884 h 1209830"/>
                <a:gd name="connsiteX756" fmla="*/ 1001635 w 1067208"/>
                <a:gd name="connsiteY756" fmla="*/ 388523 h 1209830"/>
                <a:gd name="connsiteX757" fmla="*/ 998356 w 1067208"/>
                <a:gd name="connsiteY757" fmla="*/ 388523 h 1209830"/>
                <a:gd name="connsiteX758" fmla="*/ 995077 w 1067208"/>
                <a:gd name="connsiteY758" fmla="*/ 393441 h 1209830"/>
                <a:gd name="connsiteX759" fmla="*/ 993438 w 1067208"/>
                <a:gd name="connsiteY759" fmla="*/ 396720 h 1209830"/>
                <a:gd name="connsiteX760" fmla="*/ 995077 w 1067208"/>
                <a:gd name="connsiteY760" fmla="*/ 399998 h 1209830"/>
                <a:gd name="connsiteX761" fmla="*/ 993438 w 1067208"/>
                <a:gd name="connsiteY761" fmla="*/ 404916 h 1209830"/>
                <a:gd name="connsiteX762" fmla="*/ 995077 w 1067208"/>
                <a:gd name="connsiteY762" fmla="*/ 408195 h 1209830"/>
                <a:gd name="connsiteX763" fmla="*/ 996717 w 1067208"/>
                <a:gd name="connsiteY763" fmla="*/ 411474 h 1209830"/>
                <a:gd name="connsiteX764" fmla="*/ 999995 w 1067208"/>
                <a:gd name="connsiteY764" fmla="*/ 414752 h 1209830"/>
                <a:gd name="connsiteX765" fmla="*/ 999995 w 1067208"/>
                <a:gd name="connsiteY765" fmla="*/ 419670 h 1209830"/>
                <a:gd name="connsiteX766" fmla="*/ 995077 w 1067208"/>
                <a:gd name="connsiteY766" fmla="*/ 422949 h 1209830"/>
                <a:gd name="connsiteX767" fmla="*/ 996717 w 1067208"/>
                <a:gd name="connsiteY767" fmla="*/ 426228 h 1209830"/>
                <a:gd name="connsiteX768" fmla="*/ 996717 w 1067208"/>
                <a:gd name="connsiteY768" fmla="*/ 427867 h 1209830"/>
                <a:gd name="connsiteX769" fmla="*/ 996717 w 1067208"/>
                <a:gd name="connsiteY769" fmla="*/ 431146 h 1209830"/>
                <a:gd name="connsiteX770" fmla="*/ 995077 w 1067208"/>
                <a:gd name="connsiteY770" fmla="*/ 432785 h 1209830"/>
                <a:gd name="connsiteX771" fmla="*/ 993438 w 1067208"/>
                <a:gd name="connsiteY771" fmla="*/ 436064 h 1209830"/>
                <a:gd name="connsiteX772" fmla="*/ 993438 w 1067208"/>
                <a:gd name="connsiteY772" fmla="*/ 437703 h 1209830"/>
                <a:gd name="connsiteX773" fmla="*/ 990159 w 1067208"/>
                <a:gd name="connsiteY773" fmla="*/ 440982 h 1209830"/>
                <a:gd name="connsiteX774" fmla="*/ 986880 w 1067208"/>
                <a:gd name="connsiteY774" fmla="*/ 444260 h 1209830"/>
                <a:gd name="connsiteX775" fmla="*/ 985242 w 1067208"/>
                <a:gd name="connsiteY775" fmla="*/ 444260 h 1209830"/>
                <a:gd name="connsiteX776" fmla="*/ 985242 w 1067208"/>
                <a:gd name="connsiteY776" fmla="*/ 449178 h 1209830"/>
                <a:gd name="connsiteX777" fmla="*/ 983602 w 1067208"/>
                <a:gd name="connsiteY777" fmla="*/ 452457 h 1209830"/>
                <a:gd name="connsiteX778" fmla="*/ 986880 w 1067208"/>
                <a:gd name="connsiteY778" fmla="*/ 455736 h 1209830"/>
                <a:gd name="connsiteX779" fmla="*/ 991798 w 1067208"/>
                <a:gd name="connsiteY779" fmla="*/ 459014 h 1209830"/>
                <a:gd name="connsiteX780" fmla="*/ 990159 w 1067208"/>
                <a:gd name="connsiteY780" fmla="*/ 462293 h 1209830"/>
                <a:gd name="connsiteX781" fmla="*/ 990159 w 1067208"/>
                <a:gd name="connsiteY781" fmla="*/ 463932 h 1209830"/>
                <a:gd name="connsiteX782" fmla="*/ 990159 w 1067208"/>
                <a:gd name="connsiteY782" fmla="*/ 467211 h 1209830"/>
                <a:gd name="connsiteX783" fmla="*/ 988520 w 1067208"/>
                <a:gd name="connsiteY783" fmla="*/ 470490 h 1209830"/>
                <a:gd name="connsiteX784" fmla="*/ 988520 w 1067208"/>
                <a:gd name="connsiteY784" fmla="*/ 472129 h 1209830"/>
                <a:gd name="connsiteX785" fmla="*/ 988520 w 1067208"/>
                <a:gd name="connsiteY785" fmla="*/ 475408 h 1209830"/>
                <a:gd name="connsiteX786" fmla="*/ 986880 w 1067208"/>
                <a:gd name="connsiteY786" fmla="*/ 477047 h 1209830"/>
                <a:gd name="connsiteX787" fmla="*/ 985242 w 1067208"/>
                <a:gd name="connsiteY787" fmla="*/ 481965 h 1209830"/>
                <a:gd name="connsiteX788" fmla="*/ 983602 w 1067208"/>
                <a:gd name="connsiteY788" fmla="*/ 485244 h 1209830"/>
                <a:gd name="connsiteX789" fmla="*/ 981963 w 1067208"/>
                <a:gd name="connsiteY789" fmla="*/ 488522 h 1209830"/>
                <a:gd name="connsiteX790" fmla="*/ 980324 w 1067208"/>
                <a:gd name="connsiteY790" fmla="*/ 491801 h 1209830"/>
                <a:gd name="connsiteX791" fmla="*/ 980324 w 1067208"/>
                <a:gd name="connsiteY791" fmla="*/ 496719 h 1209830"/>
                <a:gd name="connsiteX792" fmla="*/ 980324 w 1067208"/>
                <a:gd name="connsiteY792" fmla="*/ 498359 h 1209830"/>
                <a:gd name="connsiteX793" fmla="*/ 978684 w 1067208"/>
                <a:gd name="connsiteY793" fmla="*/ 503277 h 1209830"/>
                <a:gd name="connsiteX794" fmla="*/ 978684 w 1067208"/>
                <a:gd name="connsiteY794" fmla="*/ 506555 h 1209830"/>
                <a:gd name="connsiteX795" fmla="*/ 977045 w 1067208"/>
                <a:gd name="connsiteY795" fmla="*/ 509834 h 1209830"/>
                <a:gd name="connsiteX796" fmla="*/ 977045 w 1067208"/>
                <a:gd name="connsiteY796" fmla="*/ 514752 h 1209830"/>
                <a:gd name="connsiteX797" fmla="*/ 975405 w 1067208"/>
                <a:gd name="connsiteY797" fmla="*/ 513112 h 1209830"/>
                <a:gd name="connsiteX798" fmla="*/ 972127 w 1067208"/>
                <a:gd name="connsiteY798" fmla="*/ 511473 h 1209830"/>
                <a:gd name="connsiteX799" fmla="*/ 967208 w 1067208"/>
                <a:gd name="connsiteY799" fmla="*/ 509834 h 1209830"/>
                <a:gd name="connsiteX800" fmla="*/ 963930 w 1067208"/>
                <a:gd name="connsiteY800" fmla="*/ 509834 h 1209830"/>
                <a:gd name="connsiteX801" fmla="*/ 960651 w 1067208"/>
                <a:gd name="connsiteY801" fmla="*/ 506555 h 1209830"/>
                <a:gd name="connsiteX802" fmla="*/ 955734 w 1067208"/>
                <a:gd name="connsiteY802" fmla="*/ 506555 h 1209830"/>
                <a:gd name="connsiteX803" fmla="*/ 952455 w 1067208"/>
                <a:gd name="connsiteY803" fmla="*/ 508194 h 1209830"/>
                <a:gd name="connsiteX804" fmla="*/ 949176 w 1067208"/>
                <a:gd name="connsiteY804" fmla="*/ 504916 h 1209830"/>
                <a:gd name="connsiteX805" fmla="*/ 944258 w 1067208"/>
                <a:gd name="connsiteY805" fmla="*/ 504916 h 1209830"/>
                <a:gd name="connsiteX806" fmla="*/ 945897 w 1067208"/>
                <a:gd name="connsiteY806" fmla="*/ 509834 h 1209830"/>
                <a:gd name="connsiteX807" fmla="*/ 947537 w 1067208"/>
                <a:gd name="connsiteY807" fmla="*/ 513112 h 1209830"/>
                <a:gd name="connsiteX808" fmla="*/ 949176 w 1067208"/>
                <a:gd name="connsiteY808" fmla="*/ 516391 h 1209830"/>
                <a:gd name="connsiteX809" fmla="*/ 949176 w 1067208"/>
                <a:gd name="connsiteY809" fmla="*/ 516391 h 1209830"/>
                <a:gd name="connsiteX810" fmla="*/ 949176 w 1067208"/>
                <a:gd name="connsiteY810" fmla="*/ 519670 h 1209830"/>
                <a:gd name="connsiteX811" fmla="*/ 950815 w 1067208"/>
                <a:gd name="connsiteY811" fmla="*/ 521309 h 1209830"/>
                <a:gd name="connsiteX812" fmla="*/ 950815 w 1067208"/>
                <a:gd name="connsiteY812" fmla="*/ 521309 h 1209830"/>
                <a:gd name="connsiteX813" fmla="*/ 950815 w 1067208"/>
                <a:gd name="connsiteY813" fmla="*/ 521309 h 1209830"/>
                <a:gd name="connsiteX814" fmla="*/ 950815 w 1067208"/>
                <a:gd name="connsiteY814" fmla="*/ 524588 h 1209830"/>
                <a:gd name="connsiteX815" fmla="*/ 950815 w 1067208"/>
                <a:gd name="connsiteY815" fmla="*/ 527867 h 1209830"/>
                <a:gd name="connsiteX816" fmla="*/ 950815 w 1067208"/>
                <a:gd name="connsiteY816" fmla="*/ 532784 h 1209830"/>
                <a:gd name="connsiteX817" fmla="*/ 950815 w 1067208"/>
                <a:gd name="connsiteY817" fmla="*/ 536063 h 1209830"/>
                <a:gd name="connsiteX818" fmla="*/ 950815 w 1067208"/>
                <a:gd name="connsiteY818" fmla="*/ 539342 h 1209830"/>
                <a:gd name="connsiteX819" fmla="*/ 952455 w 1067208"/>
                <a:gd name="connsiteY819" fmla="*/ 544260 h 1209830"/>
                <a:gd name="connsiteX820" fmla="*/ 950815 w 1067208"/>
                <a:gd name="connsiteY820" fmla="*/ 547539 h 1209830"/>
                <a:gd name="connsiteX821" fmla="*/ 950815 w 1067208"/>
                <a:gd name="connsiteY821" fmla="*/ 549178 h 1209830"/>
                <a:gd name="connsiteX822" fmla="*/ 947537 w 1067208"/>
                <a:gd name="connsiteY822" fmla="*/ 550817 h 1209830"/>
                <a:gd name="connsiteX823" fmla="*/ 944258 w 1067208"/>
                <a:gd name="connsiteY823" fmla="*/ 549178 h 1209830"/>
                <a:gd name="connsiteX824" fmla="*/ 944258 w 1067208"/>
                <a:gd name="connsiteY824" fmla="*/ 552457 h 1209830"/>
                <a:gd name="connsiteX825" fmla="*/ 944258 w 1067208"/>
                <a:gd name="connsiteY825" fmla="*/ 557374 h 1209830"/>
                <a:gd name="connsiteX826" fmla="*/ 944258 w 1067208"/>
                <a:gd name="connsiteY826" fmla="*/ 560653 h 1209830"/>
                <a:gd name="connsiteX827" fmla="*/ 944258 w 1067208"/>
                <a:gd name="connsiteY827" fmla="*/ 563932 h 1209830"/>
                <a:gd name="connsiteX828" fmla="*/ 945897 w 1067208"/>
                <a:gd name="connsiteY828" fmla="*/ 568850 h 1209830"/>
                <a:gd name="connsiteX829" fmla="*/ 945897 w 1067208"/>
                <a:gd name="connsiteY829" fmla="*/ 572129 h 1209830"/>
                <a:gd name="connsiteX830" fmla="*/ 949176 w 1067208"/>
                <a:gd name="connsiteY830" fmla="*/ 575407 h 1209830"/>
                <a:gd name="connsiteX831" fmla="*/ 950815 w 1067208"/>
                <a:gd name="connsiteY831" fmla="*/ 578686 h 1209830"/>
                <a:gd name="connsiteX832" fmla="*/ 950815 w 1067208"/>
                <a:gd name="connsiteY832" fmla="*/ 583604 h 1209830"/>
                <a:gd name="connsiteX833" fmla="*/ 950815 w 1067208"/>
                <a:gd name="connsiteY833" fmla="*/ 586883 h 1209830"/>
                <a:gd name="connsiteX834" fmla="*/ 949176 w 1067208"/>
                <a:gd name="connsiteY834" fmla="*/ 586883 h 1209830"/>
                <a:gd name="connsiteX835" fmla="*/ 945897 w 1067208"/>
                <a:gd name="connsiteY835" fmla="*/ 586883 h 1209830"/>
                <a:gd name="connsiteX836" fmla="*/ 944258 w 1067208"/>
                <a:gd name="connsiteY836" fmla="*/ 590161 h 1209830"/>
                <a:gd name="connsiteX837" fmla="*/ 944258 w 1067208"/>
                <a:gd name="connsiteY837" fmla="*/ 593440 h 1209830"/>
                <a:gd name="connsiteX838" fmla="*/ 944258 w 1067208"/>
                <a:gd name="connsiteY838" fmla="*/ 596719 h 1209830"/>
                <a:gd name="connsiteX839" fmla="*/ 940979 w 1067208"/>
                <a:gd name="connsiteY839" fmla="*/ 596719 h 1209830"/>
                <a:gd name="connsiteX840" fmla="*/ 937700 w 1067208"/>
                <a:gd name="connsiteY840" fmla="*/ 593440 h 1209830"/>
                <a:gd name="connsiteX841" fmla="*/ 936061 w 1067208"/>
                <a:gd name="connsiteY841" fmla="*/ 590161 h 1209830"/>
                <a:gd name="connsiteX842" fmla="*/ 932783 w 1067208"/>
                <a:gd name="connsiteY842" fmla="*/ 588522 h 1209830"/>
                <a:gd name="connsiteX843" fmla="*/ 932783 w 1067208"/>
                <a:gd name="connsiteY843" fmla="*/ 593440 h 1209830"/>
                <a:gd name="connsiteX844" fmla="*/ 929504 w 1067208"/>
                <a:gd name="connsiteY844" fmla="*/ 596719 h 1209830"/>
                <a:gd name="connsiteX845" fmla="*/ 927865 w 1067208"/>
                <a:gd name="connsiteY845" fmla="*/ 593440 h 1209830"/>
                <a:gd name="connsiteX846" fmla="*/ 929504 w 1067208"/>
                <a:gd name="connsiteY846" fmla="*/ 588522 h 1209830"/>
                <a:gd name="connsiteX847" fmla="*/ 927865 w 1067208"/>
                <a:gd name="connsiteY847" fmla="*/ 585243 h 1209830"/>
                <a:gd name="connsiteX848" fmla="*/ 927865 w 1067208"/>
                <a:gd name="connsiteY848" fmla="*/ 581965 h 1209830"/>
                <a:gd name="connsiteX849" fmla="*/ 924586 w 1067208"/>
                <a:gd name="connsiteY849" fmla="*/ 577047 h 1209830"/>
                <a:gd name="connsiteX850" fmla="*/ 924586 w 1067208"/>
                <a:gd name="connsiteY850" fmla="*/ 573768 h 1209830"/>
                <a:gd name="connsiteX851" fmla="*/ 924586 w 1067208"/>
                <a:gd name="connsiteY851" fmla="*/ 570489 h 1209830"/>
                <a:gd name="connsiteX852" fmla="*/ 922947 w 1067208"/>
                <a:gd name="connsiteY852" fmla="*/ 565571 h 1209830"/>
                <a:gd name="connsiteX853" fmla="*/ 919668 w 1067208"/>
                <a:gd name="connsiteY853" fmla="*/ 562293 h 1209830"/>
                <a:gd name="connsiteX854" fmla="*/ 919668 w 1067208"/>
                <a:gd name="connsiteY854" fmla="*/ 559014 h 1209830"/>
                <a:gd name="connsiteX855" fmla="*/ 918028 w 1067208"/>
                <a:gd name="connsiteY855" fmla="*/ 555735 h 1209830"/>
                <a:gd name="connsiteX856" fmla="*/ 916389 w 1067208"/>
                <a:gd name="connsiteY856" fmla="*/ 552457 h 1209830"/>
                <a:gd name="connsiteX857" fmla="*/ 914750 w 1067208"/>
                <a:gd name="connsiteY857" fmla="*/ 549178 h 1209830"/>
                <a:gd name="connsiteX858" fmla="*/ 913110 w 1067208"/>
                <a:gd name="connsiteY858" fmla="*/ 544260 h 1209830"/>
                <a:gd name="connsiteX859" fmla="*/ 913110 w 1067208"/>
                <a:gd name="connsiteY859" fmla="*/ 540981 h 1209830"/>
                <a:gd name="connsiteX860" fmla="*/ 914750 w 1067208"/>
                <a:gd name="connsiteY860" fmla="*/ 539342 h 1209830"/>
                <a:gd name="connsiteX861" fmla="*/ 913110 w 1067208"/>
                <a:gd name="connsiteY861" fmla="*/ 536063 h 1209830"/>
                <a:gd name="connsiteX862" fmla="*/ 911471 w 1067208"/>
                <a:gd name="connsiteY862" fmla="*/ 532784 h 1209830"/>
                <a:gd name="connsiteX863" fmla="*/ 909831 w 1067208"/>
                <a:gd name="connsiteY863" fmla="*/ 529506 h 1209830"/>
                <a:gd name="connsiteX864" fmla="*/ 908192 w 1067208"/>
                <a:gd name="connsiteY864" fmla="*/ 524588 h 1209830"/>
                <a:gd name="connsiteX865" fmla="*/ 908192 w 1067208"/>
                <a:gd name="connsiteY865" fmla="*/ 521309 h 1209830"/>
                <a:gd name="connsiteX866" fmla="*/ 906554 w 1067208"/>
                <a:gd name="connsiteY866" fmla="*/ 519670 h 1209830"/>
                <a:gd name="connsiteX867" fmla="*/ 903275 w 1067208"/>
                <a:gd name="connsiteY867" fmla="*/ 519670 h 1209830"/>
                <a:gd name="connsiteX868" fmla="*/ 903275 w 1067208"/>
                <a:gd name="connsiteY868" fmla="*/ 519670 h 1209830"/>
                <a:gd name="connsiteX869" fmla="*/ 899996 w 1067208"/>
                <a:gd name="connsiteY869" fmla="*/ 522949 h 1209830"/>
                <a:gd name="connsiteX870" fmla="*/ 898357 w 1067208"/>
                <a:gd name="connsiteY870" fmla="*/ 522949 h 1209830"/>
                <a:gd name="connsiteX871" fmla="*/ 895078 w 1067208"/>
                <a:gd name="connsiteY871" fmla="*/ 521309 h 1209830"/>
                <a:gd name="connsiteX872" fmla="*/ 896717 w 1067208"/>
                <a:gd name="connsiteY872" fmla="*/ 524588 h 1209830"/>
                <a:gd name="connsiteX873" fmla="*/ 896717 w 1067208"/>
                <a:gd name="connsiteY873" fmla="*/ 529506 h 1209830"/>
                <a:gd name="connsiteX874" fmla="*/ 896717 w 1067208"/>
                <a:gd name="connsiteY874" fmla="*/ 529506 h 1209830"/>
                <a:gd name="connsiteX875" fmla="*/ 893438 w 1067208"/>
                <a:gd name="connsiteY875" fmla="*/ 532784 h 1209830"/>
                <a:gd name="connsiteX876" fmla="*/ 891799 w 1067208"/>
                <a:gd name="connsiteY876" fmla="*/ 536063 h 1209830"/>
                <a:gd name="connsiteX877" fmla="*/ 891799 w 1067208"/>
                <a:gd name="connsiteY877" fmla="*/ 540981 h 1209830"/>
                <a:gd name="connsiteX878" fmla="*/ 893438 w 1067208"/>
                <a:gd name="connsiteY878" fmla="*/ 544260 h 1209830"/>
                <a:gd name="connsiteX879" fmla="*/ 893438 w 1067208"/>
                <a:gd name="connsiteY879" fmla="*/ 547539 h 1209830"/>
                <a:gd name="connsiteX880" fmla="*/ 890160 w 1067208"/>
                <a:gd name="connsiteY880" fmla="*/ 552457 h 1209830"/>
                <a:gd name="connsiteX881" fmla="*/ 888520 w 1067208"/>
                <a:gd name="connsiteY881" fmla="*/ 552457 h 1209830"/>
                <a:gd name="connsiteX882" fmla="*/ 885241 w 1067208"/>
                <a:gd name="connsiteY882" fmla="*/ 552457 h 1209830"/>
                <a:gd name="connsiteX883" fmla="*/ 883602 w 1067208"/>
                <a:gd name="connsiteY883" fmla="*/ 550817 h 1209830"/>
                <a:gd name="connsiteX884" fmla="*/ 881963 w 1067208"/>
                <a:gd name="connsiteY884" fmla="*/ 547539 h 1209830"/>
                <a:gd name="connsiteX885" fmla="*/ 880324 w 1067208"/>
                <a:gd name="connsiteY885" fmla="*/ 544260 h 1209830"/>
                <a:gd name="connsiteX886" fmla="*/ 880324 w 1067208"/>
                <a:gd name="connsiteY886" fmla="*/ 542621 h 1209830"/>
                <a:gd name="connsiteX887" fmla="*/ 877045 w 1067208"/>
                <a:gd name="connsiteY887" fmla="*/ 540981 h 1209830"/>
                <a:gd name="connsiteX888" fmla="*/ 877045 w 1067208"/>
                <a:gd name="connsiteY888" fmla="*/ 544260 h 1209830"/>
                <a:gd name="connsiteX889" fmla="*/ 877045 w 1067208"/>
                <a:gd name="connsiteY889" fmla="*/ 547539 h 1209830"/>
                <a:gd name="connsiteX890" fmla="*/ 875406 w 1067208"/>
                <a:gd name="connsiteY890" fmla="*/ 545899 h 1209830"/>
                <a:gd name="connsiteX891" fmla="*/ 873767 w 1067208"/>
                <a:gd name="connsiteY891" fmla="*/ 542621 h 1209830"/>
                <a:gd name="connsiteX892" fmla="*/ 873767 w 1067208"/>
                <a:gd name="connsiteY892" fmla="*/ 539342 h 1209830"/>
                <a:gd name="connsiteX893" fmla="*/ 872127 w 1067208"/>
                <a:gd name="connsiteY893" fmla="*/ 534424 h 1209830"/>
                <a:gd name="connsiteX894" fmla="*/ 870488 w 1067208"/>
                <a:gd name="connsiteY894" fmla="*/ 531145 h 1209830"/>
                <a:gd name="connsiteX895" fmla="*/ 868848 w 1067208"/>
                <a:gd name="connsiteY895" fmla="*/ 529506 h 1209830"/>
                <a:gd name="connsiteX896" fmla="*/ 867209 w 1067208"/>
                <a:gd name="connsiteY896" fmla="*/ 526227 h 1209830"/>
                <a:gd name="connsiteX897" fmla="*/ 865570 w 1067208"/>
                <a:gd name="connsiteY897" fmla="*/ 522949 h 1209830"/>
                <a:gd name="connsiteX898" fmla="*/ 867209 w 1067208"/>
                <a:gd name="connsiteY898" fmla="*/ 521309 h 1209830"/>
                <a:gd name="connsiteX899" fmla="*/ 867209 w 1067208"/>
                <a:gd name="connsiteY899" fmla="*/ 518031 h 1209830"/>
                <a:gd name="connsiteX900" fmla="*/ 867209 w 1067208"/>
                <a:gd name="connsiteY900" fmla="*/ 514752 h 1209830"/>
                <a:gd name="connsiteX901" fmla="*/ 867209 w 1067208"/>
                <a:gd name="connsiteY901" fmla="*/ 514752 h 1209830"/>
                <a:gd name="connsiteX902" fmla="*/ 867209 w 1067208"/>
                <a:gd name="connsiteY902" fmla="*/ 511473 h 1209830"/>
                <a:gd name="connsiteX903" fmla="*/ 868848 w 1067208"/>
                <a:gd name="connsiteY903" fmla="*/ 508194 h 1209830"/>
                <a:gd name="connsiteX904" fmla="*/ 870488 w 1067208"/>
                <a:gd name="connsiteY904" fmla="*/ 506555 h 1209830"/>
                <a:gd name="connsiteX905" fmla="*/ 872127 w 1067208"/>
                <a:gd name="connsiteY905" fmla="*/ 506555 h 1209830"/>
                <a:gd name="connsiteX906" fmla="*/ 870488 w 1067208"/>
                <a:gd name="connsiteY906" fmla="*/ 503277 h 1209830"/>
                <a:gd name="connsiteX907" fmla="*/ 875406 w 1067208"/>
                <a:gd name="connsiteY907" fmla="*/ 503277 h 1209830"/>
                <a:gd name="connsiteX908" fmla="*/ 878685 w 1067208"/>
                <a:gd name="connsiteY908" fmla="*/ 503277 h 1209830"/>
                <a:gd name="connsiteX909" fmla="*/ 880324 w 1067208"/>
                <a:gd name="connsiteY909" fmla="*/ 501637 h 1209830"/>
                <a:gd name="connsiteX910" fmla="*/ 880324 w 1067208"/>
                <a:gd name="connsiteY910" fmla="*/ 498359 h 1209830"/>
                <a:gd name="connsiteX911" fmla="*/ 883602 w 1067208"/>
                <a:gd name="connsiteY911" fmla="*/ 499998 h 1209830"/>
                <a:gd name="connsiteX912" fmla="*/ 886881 w 1067208"/>
                <a:gd name="connsiteY912" fmla="*/ 498359 h 1209830"/>
                <a:gd name="connsiteX913" fmla="*/ 890160 w 1067208"/>
                <a:gd name="connsiteY913" fmla="*/ 499998 h 1209830"/>
                <a:gd name="connsiteX914" fmla="*/ 890160 w 1067208"/>
                <a:gd name="connsiteY914" fmla="*/ 495080 h 1209830"/>
                <a:gd name="connsiteX915" fmla="*/ 891799 w 1067208"/>
                <a:gd name="connsiteY915" fmla="*/ 491801 h 1209830"/>
                <a:gd name="connsiteX916" fmla="*/ 895078 w 1067208"/>
                <a:gd name="connsiteY916" fmla="*/ 490162 h 1209830"/>
                <a:gd name="connsiteX917" fmla="*/ 896717 w 1067208"/>
                <a:gd name="connsiteY917" fmla="*/ 486883 h 1209830"/>
                <a:gd name="connsiteX918" fmla="*/ 898357 w 1067208"/>
                <a:gd name="connsiteY918" fmla="*/ 483604 h 1209830"/>
                <a:gd name="connsiteX919" fmla="*/ 898357 w 1067208"/>
                <a:gd name="connsiteY919" fmla="*/ 480326 h 1209830"/>
                <a:gd name="connsiteX920" fmla="*/ 899996 w 1067208"/>
                <a:gd name="connsiteY920" fmla="*/ 475408 h 1209830"/>
                <a:gd name="connsiteX921" fmla="*/ 899996 w 1067208"/>
                <a:gd name="connsiteY921" fmla="*/ 472129 h 1209830"/>
                <a:gd name="connsiteX922" fmla="*/ 899996 w 1067208"/>
                <a:gd name="connsiteY922" fmla="*/ 472129 h 1209830"/>
                <a:gd name="connsiteX923" fmla="*/ 899996 w 1067208"/>
                <a:gd name="connsiteY923" fmla="*/ 470490 h 1209830"/>
                <a:gd name="connsiteX924" fmla="*/ 899996 w 1067208"/>
                <a:gd name="connsiteY924" fmla="*/ 468850 h 1209830"/>
                <a:gd name="connsiteX925" fmla="*/ 903275 w 1067208"/>
                <a:gd name="connsiteY925" fmla="*/ 468850 h 1209830"/>
                <a:gd name="connsiteX926" fmla="*/ 904914 w 1067208"/>
                <a:gd name="connsiteY926" fmla="*/ 470490 h 1209830"/>
                <a:gd name="connsiteX927" fmla="*/ 908192 w 1067208"/>
                <a:gd name="connsiteY927" fmla="*/ 468850 h 1209830"/>
                <a:gd name="connsiteX928" fmla="*/ 908192 w 1067208"/>
                <a:gd name="connsiteY928" fmla="*/ 467211 h 1209830"/>
                <a:gd name="connsiteX929" fmla="*/ 904914 w 1067208"/>
                <a:gd name="connsiteY929" fmla="*/ 463932 h 1209830"/>
                <a:gd name="connsiteX930" fmla="*/ 904914 w 1067208"/>
                <a:gd name="connsiteY930" fmla="*/ 462293 h 1209830"/>
                <a:gd name="connsiteX931" fmla="*/ 904914 w 1067208"/>
                <a:gd name="connsiteY931" fmla="*/ 462293 h 1209830"/>
                <a:gd name="connsiteX932" fmla="*/ 899996 w 1067208"/>
                <a:gd name="connsiteY932" fmla="*/ 459014 h 1209830"/>
                <a:gd name="connsiteX933" fmla="*/ 896717 w 1067208"/>
                <a:gd name="connsiteY933" fmla="*/ 459014 h 1209830"/>
                <a:gd name="connsiteX934" fmla="*/ 893438 w 1067208"/>
                <a:gd name="connsiteY934" fmla="*/ 455736 h 1209830"/>
                <a:gd name="connsiteX935" fmla="*/ 890160 w 1067208"/>
                <a:gd name="connsiteY935" fmla="*/ 455736 h 1209830"/>
                <a:gd name="connsiteX936" fmla="*/ 888520 w 1067208"/>
                <a:gd name="connsiteY936" fmla="*/ 455736 h 1209830"/>
                <a:gd name="connsiteX937" fmla="*/ 883602 w 1067208"/>
                <a:gd name="connsiteY937" fmla="*/ 455736 h 1209830"/>
                <a:gd name="connsiteX938" fmla="*/ 880324 w 1067208"/>
                <a:gd name="connsiteY938" fmla="*/ 455736 h 1209830"/>
                <a:gd name="connsiteX939" fmla="*/ 877045 w 1067208"/>
                <a:gd name="connsiteY939" fmla="*/ 455736 h 1209830"/>
                <a:gd name="connsiteX940" fmla="*/ 877045 w 1067208"/>
                <a:gd name="connsiteY940" fmla="*/ 457375 h 1209830"/>
                <a:gd name="connsiteX941" fmla="*/ 873767 w 1067208"/>
                <a:gd name="connsiteY941" fmla="*/ 457375 h 1209830"/>
                <a:gd name="connsiteX942" fmla="*/ 868848 w 1067208"/>
                <a:gd name="connsiteY942" fmla="*/ 457375 h 1209830"/>
                <a:gd name="connsiteX943" fmla="*/ 865570 w 1067208"/>
                <a:gd name="connsiteY943" fmla="*/ 455736 h 1209830"/>
                <a:gd name="connsiteX944" fmla="*/ 862291 w 1067208"/>
                <a:gd name="connsiteY944" fmla="*/ 455736 h 1209830"/>
                <a:gd name="connsiteX945" fmla="*/ 859012 w 1067208"/>
                <a:gd name="connsiteY945" fmla="*/ 454096 h 1209830"/>
                <a:gd name="connsiteX946" fmla="*/ 855734 w 1067208"/>
                <a:gd name="connsiteY946" fmla="*/ 454096 h 1209830"/>
                <a:gd name="connsiteX947" fmla="*/ 852455 w 1067208"/>
                <a:gd name="connsiteY947" fmla="*/ 455736 h 1209830"/>
                <a:gd name="connsiteX948" fmla="*/ 847537 w 1067208"/>
                <a:gd name="connsiteY948" fmla="*/ 455736 h 1209830"/>
                <a:gd name="connsiteX949" fmla="*/ 847537 w 1067208"/>
                <a:gd name="connsiteY949" fmla="*/ 455736 h 1209830"/>
                <a:gd name="connsiteX950" fmla="*/ 844258 w 1067208"/>
                <a:gd name="connsiteY950" fmla="*/ 455736 h 1209830"/>
                <a:gd name="connsiteX951" fmla="*/ 840980 w 1067208"/>
                <a:gd name="connsiteY951" fmla="*/ 455736 h 1209830"/>
                <a:gd name="connsiteX952" fmla="*/ 836061 w 1067208"/>
                <a:gd name="connsiteY952" fmla="*/ 455736 h 1209830"/>
                <a:gd name="connsiteX953" fmla="*/ 832783 w 1067208"/>
                <a:gd name="connsiteY953" fmla="*/ 455736 h 1209830"/>
                <a:gd name="connsiteX954" fmla="*/ 829505 w 1067208"/>
                <a:gd name="connsiteY954" fmla="*/ 455736 h 1209830"/>
                <a:gd name="connsiteX955" fmla="*/ 826226 w 1067208"/>
                <a:gd name="connsiteY955" fmla="*/ 455736 h 1209830"/>
                <a:gd name="connsiteX956" fmla="*/ 821308 w 1067208"/>
                <a:gd name="connsiteY956" fmla="*/ 454096 h 1209830"/>
                <a:gd name="connsiteX957" fmla="*/ 819668 w 1067208"/>
                <a:gd name="connsiteY957" fmla="*/ 454096 h 1209830"/>
                <a:gd name="connsiteX958" fmla="*/ 816390 w 1067208"/>
                <a:gd name="connsiteY958" fmla="*/ 452457 h 1209830"/>
                <a:gd name="connsiteX959" fmla="*/ 813111 w 1067208"/>
                <a:gd name="connsiteY959" fmla="*/ 450818 h 1209830"/>
                <a:gd name="connsiteX960" fmla="*/ 811471 w 1067208"/>
                <a:gd name="connsiteY960" fmla="*/ 450818 h 1209830"/>
                <a:gd name="connsiteX961" fmla="*/ 809832 w 1067208"/>
                <a:gd name="connsiteY961" fmla="*/ 449178 h 1209830"/>
                <a:gd name="connsiteX962" fmla="*/ 806553 w 1067208"/>
                <a:gd name="connsiteY962" fmla="*/ 450818 h 1209830"/>
                <a:gd name="connsiteX963" fmla="*/ 804914 w 1067208"/>
                <a:gd name="connsiteY963" fmla="*/ 445900 h 1209830"/>
                <a:gd name="connsiteX964" fmla="*/ 804914 w 1067208"/>
                <a:gd name="connsiteY964" fmla="*/ 445900 h 1209830"/>
                <a:gd name="connsiteX965" fmla="*/ 804914 w 1067208"/>
                <a:gd name="connsiteY965" fmla="*/ 442621 h 1209830"/>
                <a:gd name="connsiteX966" fmla="*/ 804914 w 1067208"/>
                <a:gd name="connsiteY966" fmla="*/ 442621 h 1209830"/>
                <a:gd name="connsiteX967" fmla="*/ 804914 w 1067208"/>
                <a:gd name="connsiteY967" fmla="*/ 439342 h 1209830"/>
                <a:gd name="connsiteX968" fmla="*/ 804914 w 1067208"/>
                <a:gd name="connsiteY968" fmla="*/ 439342 h 1209830"/>
                <a:gd name="connsiteX969" fmla="*/ 804914 w 1067208"/>
                <a:gd name="connsiteY969" fmla="*/ 439342 h 1209830"/>
                <a:gd name="connsiteX970" fmla="*/ 804914 w 1067208"/>
                <a:gd name="connsiteY970" fmla="*/ 437703 h 1209830"/>
                <a:gd name="connsiteX971" fmla="*/ 804914 w 1067208"/>
                <a:gd name="connsiteY971" fmla="*/ 437703 h 1209830"/>
                <a:gd name="connsiteX972" fmla="*/ 804914 w 1067208"/>
                <a:gd name="connsiteY972" fmla="*/ 437703 h 1209830"/>
                <a:gd name="connsiteX973" fmla="*/ 804914 w 1067208"/>
                <a:gd name="connsiteY973" fmla="*/ 437703 h 1209830"/>
                <a:gd name="connsiteX974" fmla="*/ 804914 w 1067208"/>
                <a:gd name="connsiteY974" fmla="*/ 436064 h 1209830"/>
                <a:gd name="connsiteX975" fmla="*/ 803275 w 1067208"/>
                <a:gd name="connsiteY975" fmla="*/ 432785 h 1209830"/>
                <a:gd name="connsiteX976" fmla="*/ 803275 w 1067208"/>
                <a:gd name="connsiteY976" fmla="*/ 431146 h 1209830"/>
                <a:gd name="connsiteX977" fmla="*/ 801636 w 1067208"/>
                <a:gd name="connsiteY977" fmla="*/ 429506 h 1209830"/>
                <a:gd name="connsiteX978" fmla="*/ 801636 w 1067208"/>
                <a:gd name="connsiteY978" fmla="*/ 429506 h 1209830"/>
                <a:gd name="connsiteX979" fmla="*/ 801636 w 1067208"/>
                <a:gd name="connsiteY979" fmla="*/ 427867 h 1209830"/>
                <a:gd name="connsiteX980" fmla="*/ 801636 w 1067208"/>
                <a:gd name="connsiteY980" fmla="*/ 427867 h 1209830"/>
                <a:gd name="connsiteX981" fmla="*/ 801636 w 1067208"/>
                <a:gd name="connsiteY981" fmla="*/ 427867 h 1209830"/>
                <a:gd name="connsiteX982" fmla="*/ 801636 w 1067208"/>
                <a:gd name="connsiteY982" fmla="*/ 422949 h 1209830"/>
                <a:gd name="connsiteX983" fmla="*/ 801636 w 1067208"/>
                <a:gd name="connsiteY983" fmla="*/ 421310 h 1209830"/>
                <a:gd name="connsiteX984" fmla="*/ 801636 w 1067208"/>
                <a:gd name="connsiteY984" fmla="*/ 421310 h 1209830"/>
                <a:gd name="connsiteX985" fmla="*/ 799997 w 1067208"/>
                <a:gd name="connsiteY985" fmla="*/ 421310 h 1209830"/>
                <a:gd name="connsiteX986" fmla="*/ 799997 w 1067208"/>
                <a:gd name="connsiteY986" fmla="*/ 419670 h 1209830"/>
                <a:gd name="connsiteX987" fmla="*/ 799997 w 1067208"/>
                <a:gd name="connsiteY987" fmla="*/ 418031 h 1209830"/>
                <a:gd name="connsiteX988" fmla="*/ 796718 w 1067208"/>
                <a:gd name="connsiteY988" fmla="*/ 414752 h 1209830"/>
                <a:gd name="connsiteX989" fmla="*/ 795078 w 1067208"/>
                <a:gd name="connsiteY989" fmla="*/ 411474 h 1209830"/>
                <a:gd name="connsiteX990" fmla="*/ 790160 w 1067208"/>
                <a:gd name="connsiteY990" fmla="*/ 411474 h 1209830"/>
                <a:gd name="connsiteX991" fmla="*/ 791800 w 1067208"/>
                <a:gd name="connsiteY991" fmla="*/ 414752 h 1209830"/>
                <a:gd name="connsiteX992" fmla="*/ 791800 w 1067208"/>
                <a:gd name="connsiteY992" fmla="*/ 416392 h 1209830"/>
                <a:gd name="connsiteX993" fmla="*/ 790160 w 1067208"/>
                <a:gd name="connsiteY993" fmla="*/ 421310 h 1209830"/>
                <a:gd name="connsiteX994" fmla="*/ 786881 w 1067208"/>
                <a:gd name="connsiteY994" fmla="*/ 419670 h 1209830"/>
                <a:gd name="connsiteX995" fmla="*/ 786881 w 1067208"/>
                <a:gd name="connsiteY995" fmla="*/ 419670 h 1209830"/>
                <a:gd name="connsiteX996" fmla="*/ 785242 w 1067208"/>
                <a:gd name="connsiteY996" fmla="*/ 418031 h 1209830"/>
                <a:gd name="connsiteX997" fmla="*/ 780324 w 1067208"/>
                <a:gd name="connsiteY997" fmla="*/ 418031 h 1209830"/>
                <a:gd name="connsiteX998" fmla="*/ 777046 w 1067208"/>
                <a:gd name="connsiteY998" fmla="*/ 414752 h 1209830"/>
                <a:gd name="connsiteX999" fmla="*/ 773767 w 1067208"/>
                <a:gd name="connsiteY999" fmla="*/ 411474 h 1209830"/>
                <a:gd name="connsiteX1000" fmla="*/ 772128 w 1067208"/>
                <a:gd name="connsiteY1000" fmla="*/ 408195 h 1209830"/>
                <a:gd name="connsiteX1001" fmla="*/ 770488 w 1067208"/>
                <a:gd name="connsiteY1001" fmla="*/ 403277 h 1209830"/>
                <a:gd name="connsiteX1002" fmla="*/ 767210 w 1067208"/>
                <a:gd name="connsiteY1002" fmla="*/ 401637 h 1209830"/>
                <a:gd name="connsiteX1003" fmla="*/ 763931 w 1067208"/>
                <a:gd name="connsiteY1003" fmla="*/ 401637 h 1209830"/>
                <a:gd name="connsiteX1004" fmla="*/ 767210 w 1067208"/>
                <a:gd name="connsiteY1004" fmla="*/ 404916 h 1209830"/>
                <a:gd name="connsiteX1005" fmla="*/ 768849 w 1067208"/>
                <a:gd name="connsiteY1005" fmla="*/ 408195 h 1209830"/>
                <a:gd name="connsiteX1006" fmla="*/ 767210 w 1067208"/>
                <a:gd name="connsiteY1006" fmla="*/ 408195 h 1209830"/>
                <a:gd name="connsiteX1007" fmla="*/ 763931 w 1067208"/>
                <a:gd name="connsiteY1007" fmla="*/ 406556 h 1209830"/>
                <a:gd name="connsiteX1008" fmla="*/ 763931 w 1067208"/>
                <a:gd name="connsiteY1008" fmla="*/ 406556 h 1209830"/>
                <a:gd name="connsiteX1009" fmla="*/ 759013 w 1067208"/>
                <a:gd name="connsiteY1009" fmla="*/ 406556 h 1209830"/>
                <a:gd name="connsiteX1010" fmla="*/ 759013 w 1067208"/>
                <a:gd name="connsiteY1010" fmla="*/ 406556 h 1209830"/>
                <a:gd name="connsiteX1011" fmla="*/ 755734 w 1067208"/>
                <a:gd name="connsiteY1011" fmla="*/ 404916 h 1209830"/>
                <a:gd name="connsiteX1012" fmla="*/ 754094 w 1067208"/>
                <a:gd name="connsiteY1012" fmla="*/ 401637 h 1209830"/>
                <a:gd name="connsiteX1013" fmla="*/ 750817 w 1067208"/>
                <a:gd name="connsiteY1013" fmla="*/ 398359 h 1209830"/>
                <a:gd name="connsiteX1014" fmla="*/ 747538 w 1067208"/>
                <a:gd name="connsiteY1014" fmla="*/ 396720 h 1209830"/>
                <a:gd name="connsiteX1015" fmla="*/ 745898 w 1067208"/>
                <a:gd name="connsiteY1015" fmla="*/ 395080 h 1209830"/>
                <a:gd name="connsiteX1016" fmla="*/ 745898 w 1067208"/>
                <a:gd name="connsiteY1016" fmla="*/ 395080 h 1209830"/>
                <a:gd name="connsiteX1017" fmla="*/ 742620 w 1067208"/>
                <a:gd name="connsiteY1017" fmla="*/ 391802 h 1209830"/>
                <a:gd name="connsiteX1018" fmla="*/ 740980 w 1067208"/>
                <a:gd name="connsiteY1018" fmla="*/ 393441 h 1209830"/>
                <a:gd name="connsiteX1019" fmla="*/ 740980 w 1067208"/>
                <a:gd name="connsiteY1019" fmla="*/ 396720 h 1209830"/>
                <a:gd name="connsiteX1020" fmla="*/ 742620 w 1067208"/>
                <a:gd name="connsiteY1020" fmla="*/ 398359 h 1209830"/>
                <a:gd name="connsiteX1021" fmla="*/ 747538 w 1067208"/>
                <a:gd name="connsiteY1021" fmla="*/ 398359 h 1209830"/>
                <a:gd name="connsiteX1022" fmla="*/ 749177 w 1067208"/>
                <a:gd name="connsiteY1022" fmla="*/ 403277 h 1209830"/>
                <a:gd name="connsiteX1023" fmla="*/ 747538 w 1067208"/>
                <a:gd name="connsiteY1023" fmla="*/ 403277 h 1209830"/>
                <a:gd name="connsiteX1024" fmla="*/ 744259 w 1067208"/>
                <a:gd name="connsiteY1024" fmla="*/ 404916 h 1209830"/>
                <a:gd name="connsiteX1025" fmla="*/ 742620 w 1067208"/>
                <a:gd name="connsiteY1025" fmla="*/ 406556 h 1209830"/>
                <a:gd name="connsiteX1026" fmla="*/ 740980 w 1067208"/>
                <a:gd name="connsiteY1026" fmla="*/ 409834 h 1209830"/>
                <a:gd name="connsiteX1027" fmla="*/ 739341 w 1067208"/>
                <a:gd name="connsiteY1027" fmla="*/ 411474 h 1209830"/>
                <a:gd name="connsiteX1028" fmla="*/ 737701 w 1067208"/>
                <a:gd name="connsiteY1028" fmla="*/ 414752 h 1209830"/>
                <a:gd name="connsiteX1029" fmla="*/ 737701 w 1067208"/>
                <a:gd name="connsiteY1029" fmla="*/ 419670 h 1209830"/>
                <a:gd name="connsiteX1030" fmla="*/ 736062 w 1067208"/>
                <a:gd name="connsiteY1030" fmla="*/ 422949 h 1209830"/>
                <a:gd name="connsiteX1031" fmla="*/ 737701 w 1067208"/>
                <a:gd name="connsiteY1031" fmla="*/ 426228 h 1209830"/>
                <a:gd name="connsiteX1032" fmla="*/ 740980 w 1067208"/>
                <a:gd name="connsiteY1032" fmla="*/ 427867 h 1209830"/>
                <a:gd name="connsiteX1033" fmla="*/ 745898 w 1067208"/>
                <a:gd name="connsiteY1033" fmla="*/ 429506 h 1209830"/>
                <a:gd name="connsiteX1034" fmla="*/ 747538 w 1067208"/>
                <a:gd name="connsiteY1034" fmla="*/ 431146 h 1209830"/>
                <a:gd name="connsiteX1035" fmla="*/ 750817 w 1067208"/>
                <a:gd name="connsiteY1035" fmla="*/ 434424 h 1209830"/>
                <a:gd name="connsiteX1036" fmla="*/ 750817 w 1067208"/>
                <a:gd name="connsiteY1036" fmla="*/ 434424 h 1209830"/>
                <a:gd name="connsiteX1037" fmla="*/ 752455 w 1067208"/>
                <a:gd name="connsiteY1037" fmla="*/ 437703 h 1209830"/>
                <a:gd name="connsiteX1038" fmla="*/ 757373 w 1067208"/>
                <a:gd name="connsiteY1038" fmla="*/ 440982 h 1209830"/>
                <a:gd name="connsiteX1039" fmla="*/ 760652 w 1067208"/>
                <a:gd name="connsiteY1039" fmla="*/ 442621 h 1209830"/>
                <a:gd name="connsiteX1040" fmla="*/ 763931 w 1067208"/>
                <a:gd name="connsiteY1040" fmla="*/ 440982 h 1209830"/>
                <a:gd name="connsiteX1041" fmla="*/ 767210 w 1067208"/>
                <a:gd name="connsiteY1041" fmla="*/ 440982 h 1209830"/>
                <a:gd name="connsiteX1042" fmla="*/ 767210 w 1067208"/>
                <a:gd name="connsiteY1042" fmla="*/ 445900 h 1209830"/>
                <a:gd name="connsiteX1043" fmla="*/ 770488 w 1067208"/>
                <a:gd name="connsiteY1043" fmla="*/ 449178 h 1209830"/>
                <a:gd name="connsiteX1044" fmla="*/ 775407 w 1067208"/>
                <a:gd name="connsiteY1044" fmla="*/ 450818 h 1209830"/>
                <a:gd name="connsiteX1045" fmla="*/ 773767 w 1067208"/>
                <a:gd name="connsiteY1045" fmla="*/ 452457 h 1209830"/>
                <a:gd name="connsiteX1046" fmla="*/ 773767 w 1067208"/>
                <a:gd name="connsiteY1046" fmla="*/ 455736 h 1209830"/>
                <a:gd name="connsiteX1047" fmla="*/ 770488 w 1067208"/>
                <a:gd name="connsiteY1047" fmla="*/ 454096 h 1209830"/>
                <a:gd name="connsiteX1048" fmla="*/ 765570 w 1067208"/>
                <a:gd name="connsiteY1048" fmla="*/ 455736 h 1209830"/>
                <a:gd name="connsiteX1049" fmla="*/ 765570 w 1067208"/>
                <a:gd name="connsiteY1049" fmla="*/ 455736 h 1209830"/>
                <a:gd name="connsiteX1050" fmla="*/ 762291 w 1067208"/>
                <a:gd name="connsiteY1050" fmla="*/ 454096 h 1209830"/>
                <a:gd name="connsiteX1051" fmla="*/ 759013 w 1067208"/>
                <a:gd name="connsiteY1051" fmla="*/ 455736 h 1209830"/>
                <a:gd name="connsiteX1052" fmla="*/ 754094 w 1067208"/>
                <a:gd name="connsiteY1052" fmla="*/ 455736 h 1209830"/>
                <a:gd name="connsiteX1053" fmla="*/ 755734 w 1067208"/>
                <a:gd name="connsiteY1053" fmla="*/ 459014 h 1209830"/>
                <a:gd name="connsiteX1054" fmla="*/ 754094 w 1067208"/>
                <a:gd name="connsiteY1054" fmla="*/ 462293 h 1209830"/>
                <a:gd name="connsiteX1055" fmla="*/ 754094 w 1067208"/>
                <a:gd name="connsiteY1055" fmla="*/ 463932 h 1209830"/>
                <a:gd name="connsiteX1056" fmla="*/ 754094 w 1067208"/>
                <a:gd name="connsiteY1056" fmla="*/ 465572 h 1209830"/>
                <a:gd name="connsiteX1057" fmla="*/ 750817 w 1067208"/>
                <a:gd name="connsiteY1057" fmla="*/ 468850 h 1209830"/>
                <a:gd name="connsiteX1058" fmla="*/ 749177 w 1067208"/>
                <a:gd name="connsiteY1058" fmla="*/ 468850 h 1209830"/>
                <a:gd name="connsiteX1059" fmla="*/ 745898 w 1067208"/>
                <a:gd name="connsiteY1059" fmla="*/ 465572 h 1209830"/>
                <a:gd name="connsiteX1060" fmla="*/ 745898 w 1067208"/>
                <a:gd name="connsiteY1060" fmla="*/ 465572 h 1209830"/>
                <a:gd name="connsiteX1061" fmla="*/ 745898 w 1067208"/>
                <a:gd name="connsiteY1061" fmla="*/ 470490 h 1209830"/>
                <a:gd name="connsiteX1062" fmla="*/ 742620 w 1067208"/>
                <a:gd name="connsiteY1062" fmla="*/ 473768 h 1209830"/>
                <a:gd name="connsiteX1063" fmla="*/ 742620 w 1067208"/>
                <a:gd name="connsiteY1063" fmla="*/ 477047 h 1209830"/>
                <a:gd name="connsiteX1064" fmla="*/ 745898 w 1067208"/>
                <a:gd name="connsiteY1064" fmla="*/ 480326 h 1209830"/>
                <a:gd name="connsiteX1065" fmla="*/ 747538 w 1067208"/>
                <a:gd name="connsiteY1065" fmla="*/ 485244 h 1209830"/>
                <a:gd name="connsiteX1066" fmla="*/ 750817 w 1067208"/>
                <a:gd name="connsiteY1066" fmla="*/ 486883 h 1209830"/>
                <a:gd name="connsiteX1067" fmla="*/ 752455 w 1067208"/>
                <a:gd name="connsiteY1067" fmla="*/ 486883 h 1209830"/>
                <a:gd name="connsiteX1068" fmla="*/ 754094 w 1067208"/>
                <a:gd name="connsiteY1068" fmla="*/ 488522 h 1209830"/>
                <a:gd name="connsiteX1069" fmla="*/ 755734 w 1067208"/>
                <a:gd name="connsiteY1069" fmla="*/ 488522 h 1209830"/>
                <a:gd name="connsiteX1070" fmla="*/ 755734 w 1067208"/>
                <a:gd name="connsiteY1070" fmla="*/ 488522 h 1209830"/>
                <a:gd name="connsiteX1071" fmla="*/ 755734 w 1067208"/>
                <a:gd name="connsiteY1071" fmla="*/ 490162 h 1209830"/>
                <a:gd name="connsiteX1072" fmla="*/ 760652 w 1067208"/>
                <a:gd name="connsiteY1072" fmla="*/ 491801 h 1209830"/>
                <a:gd name="connsiteX1073" fmla="*/ 760652 w 1067208"/>
                <a:gd name="connsiteY1073" fmla="*/ 491801 h 1209830"/>
                <a:gd name="connsiteX1074" fmla="*/ 763931 w 1067208"/>
                <a:gd name="connsiteY1074" fmla="*/ 493440 h 1209830"/>
                <a:gd name="connsiteX1075" fmla="*/ 768849 w 1067208"/>
                <a:gd name="connsiteY1075" fmla="*/ 493440 h 1209830"/>
                <a:gd name="connsiteX1076" fmla="*/ 768849 w 1067208"/>
                <a:gd name="connsiteY1076" fmla="*/ 493440 h 1209830"/>
                <a:gd name="connsiteX1077" fmla="*/ 768849 w 1067208"/>
                <a:gd name="connsiteY1077" fmla="*/ 493440 h 1209830"/>
                <a:gd name="connsiteX1078" fmla="*/ 770488 w 1067208"/>
                <a:gd name="connsiteY1078" fmla="*/ 496719 h 1209830"/>
                <a:gd name="connsiteX1079" fmla="*/ 772128 w 1067208"/>
                <a:gd name="connsiteY1079" fmla="*/ 498359 h 1209830"/>
                <a:gd name="connsiteX1080" fmla="*/ 770488 w 1067208"/>
                <a:gd name="connsiteY1080" fmla="*/ 498359 h 1209830"/>
                <a:gd name="connsiteX1081" fmla="*/ 770488 w 1067208"/>
                <a:gd name="connsiteY1081" fmla="*/ 498359 h 1209830"/>
                <a:gd name="connsiteX1082" fmla="*/ 770488 w 1067208"/>
                <a:gd name="connsiteY1082" fmla="*/ 501637 h 1209830"/>
                <a:gd name="connsiteX1083" fmla="*/ 772128 w 1067208"/>
                <a:gd name="connsiteY1083" fmla="*/ 504916 h 1209830"/>
                <a:gd name="connsiteX1084" fmla="*/ 772128 w 1067208"/>
                <a:gd name="connsiteY1084" fmla="*/ 508194 h 1209830"/>
                <a:gd name="connsiteX1085" fmla="*/ 772128 w 1067208"/>
                <a:gd name="connsiteY1085" fmla="*/ 508194 h 1209830"/>
                <a:gd name="connsiteX1086" fmla="*/ 772128 w 1067208"/>
                <a:gd name="connsiteY1086" fmla="*/ 509834 h 1209830"/>
                <a:gd name="connsiteX1087" fmla="*/ 770488 w 1067208"/>
                <a:gd name="connsiteY1087" fmla="*/ 513112 h 1209830"/>
                <a:gd name="connsiteX1088" fmla="*/ 767210 w 1067208"/>
                <a:gd name="connsiteY1088" fmla="*/ 513112 h 1209830"/>
                <a:gd name="connsiteX1089" fmla="*/ 767210 w 1067208"/>
                <a:gd name="connsiteY1089" fmla="*/ 518031 h 1209830"/>
                <a:gd name="connsiteX1090" fmla="*/ 767210 w 1067208"/>
                <a:gd name="connsiteY1090" fmla="*/ 521309 h 1209830"/>
                <a:gd name="connsiteX1091" fmla="*/ 770488 w 1067208"/>
                <a:gd name="connsiteY1091" fmla="*/ 524588 h 1209830"/>
                <a:gd name="connsiteX1092" fmla="*/ 773767 w 1067208"/>
                <a:gd name="connsiteY1092" fmla="*/ 527867 h 1209830"/>
                <a:gd name="connsiteX1093" fmla="*/ 777046 w 1067208"/>
                <a:gd name="connsiteY1093" fmla="*/ 529506 h 1209830"/>
                <a:gd name="connsiteX1094" fmla="*/ 777046 w 1067208"/>
                <a:gd name="connsiteY1094" fmla="*/ 529506 h 1209830"/>
                <a:gd name="connsiteX1095" fmla="*/ 777046 w 1067208"/>
                <a:gd name="connsiteY1095" fmla="*/ 531145 h 1209830"/>
                <a:gd name="connsiteX1096" fmla="*/ 777046 w 1067208"/>
                <a:gd name="connsiteY1096" fmla="*/ 534424 h 1209830"/>
                <a:gd name="connsiteX1097" fmla="*/ 777046 w 1067208"/>
                <a:gd name="connsiteY1097" fmla="*/ 536063 h 1209830"/>
                <a:gd name="connsiteX1098" fmla="*/ 777046 w 1067208"/>
                <a:gd name="connsiteY1098" fmla="*/ 540981 h 1209830"/>
                <a:gd name="connsiteX1099" fmla="*/ 780324 w 1067208"/>
                <a:gd name="connsiteY1099" fmla="*/ 540981 h 1209830"/>
                <a:gd name="connsiteX1100" fmla="*/ 783603 w 1067208"/>
                <a:gd name="connsiteY1100" fmla="*/ 540981 h 1209830"/>
                <a:gd name="connsiteX1101" fmla="*/ 785242 w 1067208"/>
                <a:gd name="connsiteY1101" fmla="*/ 545899 h 1209830"/>
                <a:gd name="connsiteX1102" fmla="*/ 783603 w 1067208"/>
                <a:gd name="connsiteY1102" fmla="*/ 549178 h 1209830"/>
                <a:gd name="connsiteX1103" fmla="*/ 783603 w 1067208"/>
                <a:gd name="connsiteY1103" fmla="*/ 550817 h 1209830"/>
                <a:gd name="connsiteX1104" fmla="*/ 783603 w 1067208"/>
                <a:gd name="connsiteY1104" fmla="*/ 550817 h 1209830"/>
                <a:gd name="connsiteX1105" fmla="*/ 783603 w 1067208"/>
                <a:gd name="connsiteY1105" fmla="*/ 554096 h 1209830"/>
                <a:gd name="connsiteX1106" fmla="*/ 785242 w 1067208"/>
                <a:gd name="connsiteY1106" fmla="*/ 555735 h 1209830"/>
                <a:gd name="connsiteX1107" fmla="*/ 786881 w 1067208"/>
                <a:gd name="connsiteY1107" fmla="*/ 560653 h 1209830"/>
                <a:gd name="connsiteX1108" fmla="*/ 786881 w 1067208"/>
                <a:gd name="connsiteY1108" fmla="*/ 563932 h 1209830"/>
                <a:gd name="connsiteX1109" fmla="*/ 788521 w 1067208"/>
                <a:gd name="connsiteY1109" fmla="*/ 567211 h 1209830"/>
                <a:gd name="connsiteX1110" fmla="*/ 788521 w 1067208"/>
                <a:gd name="connsiteY1110" fmla="*/ 568850 h 1209830"/>
                <a:gd name="connsiteX1111" fmla="*/ 788521 w 1067208"/>
                <a:gd name="connsiteY1111" fmla="*/ 572129 h 1209830"/>
                <a:gd name="connsiteX1112" fmla="*/ 791800 w 1067208"/>
                <a:gd name="connsiteY1112" fmla="*/ 575407 h 1209830"/>
                <a:gd name="connsiteX1113" fmla="*/ 791800 w 1067208"/>
                <a:gd name="connsiteY1113" fmla="*/ 578686 h 1209830"/>
                <a:gd name="connsiteX1114" fmla="*/ 791800 w 1067208"/>
                <a:gd name="connsiteY1114" fmla="*/ 581965 h 1209830"/>
                <a:gd name="connsiteX1115" fmla="*/ 793439 w 1067208"/>
                <a:gd name="connsiteY1115" fmla="*/ 585243 h 1209830"/>
                <a:gd name="connsiteX1116" fmla="*/ 795078 w 1067208"/>
                <a:gd name="connsiteY1116" fmla="*/ 586883 h 1209830"/>
                <a:gd name="connsiteX1117" fmla="*/ 795078 w 1067208"/>
                <a:gd name="connsiteY1117" fmla="*/ 586883 h 1209830"/>
                <a:gd name="connsiteX1118" fmla="*/ 795078 w 1067208"/>
                <a:gd name="connsiteY1118" fmla="*/ 590161 h 1209830"/>
                <a:gd name="connsiteX1119" fmla="*/ 795078 w 1067208"/>
                <a:gd name="connsiteY1119" fmla="*/ 590161 h 1209830"/>
                <a:gd name="connsiteX1120" fmla="*/ 795078 w 1067208"/>
                <a:gd name="connsiteY1120" fmla="*/ 591801 h 1209830"/>
                <a:gd name="connsiteX1121" fmla="*/ 795078 w 1067208"/>
                <a:gd name="connsiteY1121" fmla="*/ 593440 h 1209830"/>
                <a:gd name="connsiteX1122" fmla="*/ 796718 w 1067208"/>
                <a:gd name="connsiteY1122" fmla="*/ 595079 h 1209830"/>
                <a:gd name="connsiteX1123" fmla="*/ 795078 w 1067208"/>
                <a:gd name="connsiteY1123" fmla="*/ 598358 h 1209830"/>
                <a:gd name="connsiteX1124" fmla="*/ 791800 w 1067208"/>
                <a:gd name="connsiteY1124" fmla="*/ 596719 h 1209830"/>
                <a:gd name="connsiteX1125" fmla="*/ 790160 w 1067208"/>
                <a:gd name="connsiteY1125" fmla="*/ 596719 h 1209830"/>
                <a:gd name="connsiteX1126" fmla="*/ 790160 w 1067208"/>
                <a:gd name="connsiteY1126" fmla="*/ 598358 h 1209830"/>
                <a:gd name="connsiteX1127" fmla="*/ 793439 w 1067208"/>
                <a:gd name="connsiteY1127" fmla="*/ 599997 h 1209830"/>
                <a:gd name="connsiteX1128" fmla="*/ 795078 w 1067208"/>
                <a:gd name="connsiteY1128" fmla="*/ 599997 h 1209830"/>
                <a:gd name="connsiteX1129" fmla="*/ 795078 w 1067208"/>
                <a:gd name="connsiteY1129" fmla="*/ 604915 h 1209830"/>
                <a:gd name="connsiteX1130" fmla="*/ 798357 w 1067208"/>
                <a:gd name="connsiteY1130" fmla="*/ 608194 h 1209830"/>
                <a:gd name="connsiteX1131" fmla="*/ 796718 w 1067208"/>
                <a:gd name="connsiteY1131" fmla="*/ 611473 h 1209830"/>
                <a:gd name="connsiteX1132" fmla="*/ 793439 w 1067208"/>
                <a:gd name="connsiteY1132" fmla="*/ 611473 h 1209830"/>
                <a:gd name="connsiteX1133" fmla="*/ 790160 w 1067208"/>
                <a:gd name="connsiteY1133" fmla="*/ 609833 h 1209830"/>
                <a:gd name="connsiteX1134" fmla="*/ 790160 w 1067208"/>
                <a:gd name="connsiteY1134" fmla="*/ 606555 h 1209830"/>
                <a:gd name="connsiteX1135" fmla="*/ 790160 w 1067208"/>
                <a:gd name="connsiteY1135" fmla="*/ 606555 h 1209830"/>
                <a:gd name="connsiteX1136" fmla="*/ 788521 w 1067208"/>
                <a:gd name="connsiteY1136" fmla="*/ 609833 h 1209830"/>
                <a:gd name="connsiteX1137" fmla="*/ 786881 w 1067208"/>
                <a:gd name="connsiteY1137" fmla="*/ 611473 h 1209830"/>
                <a:gd name="connsiteX1138" fmla="*/ 785242 w 1067208"/>
                <a:gd name="connsiteY1138" fmla="*/ 611473 h 1209830"/>
                <a:gd name="connsiteX1139" fmla="*/ 783603 w 1067208"/>
                <a:gd name="connsiteY1139" fmla="*/ 608194 h 1209830"/>
                <a:gd name="connsiteX1140" fmla="*/ 783603 w 1067208"/>
                <a:gd name="connsiteY1140" fmla="*/ 604915 h 1209830"/>
                <a:gd name="connsiteX1141" fmla="*/ 783603 w 1067208"/>
                <a:gd name="connsiteY1141" fmla="*/ 601637 h 1209830"/>
                <a:gd name="connsiteX1142" fmla="*/ 783603 w 1067208"/>
                <a:gd name="connsiteY1142" fmla="*/ 596719 h 1209830"/>
                <a:gd name="connsiteX1143" fmla="*/ 783603 w 1067208"/>
                <a:gd name="connsiteY1143" fmla="*/ 593440 h 1209830"/>
                <a:gd name="connsiteX1144" fmla="*/ 783603 w 1067208"/>
                <a:gd name="connsiteY1144" fmla="*/ 590161 h 1209830"/>
                <a:gd name="connsiteX1145" fmla="*/ 781963 w 1067208"/>
                <a:gd name="connsiteY1145" fmla="*/ 590161 h 1209830"/>
                <a:gd name="connsiteX1146" fmla="*/ 783603 w 1067208"/>
                <a:gd name="connsiteY1146" fmla="*/ 593440 h 1209830"/>
                <a:gd name="connsiteX1147" fmla="*/ 780324 w 1067208"/>
                <a:gd name="connsiteY1147" fmla="*/ 598358 h 1209830"/>
                <a:gd name="connsiteX1148" fmla="*/ 780324 w 1067208"/>
                <a:gd name="connsiteY1148" fmla="*/ 593440 h 1209830"/>
                <a:gd name="connsiteX1149" fmla="*/ 780324 w 1067208"/>
                <a:gd name="connsiteY1149" fmla="*/ 590161 h 1209830"/>
                <a:gd name="connsiteX1150" fmla="*/ 780324 w 1067208"/>
                <a:gd name="connsiteY1150" fmla="*/ 586883 h 1209830"/>
                <a:gd name="connsiteX1151" fmla="*/ 780324 w 1067208"/>
                <a:gd name="connsiteY1151" fmla="*/ 586883 h 1209830"/>
                <a:gd name="connsiteX1152" fmla="*/ 780324 w 1067208"/>
                <a:gd name="connsiteY1152" fmla="*/ 586883 h 1209830"/>
                <a:gd name="connsiteX1153" fmla="*/ 778684 w 1067208"/>
                <a:gd name="connsiteY1153" fmla="*/ 591801 h 1209830"/>
                <a:gd name="connsiteX1154" fmla="*/ 778684 w 1067208"/>
                <a:gd name="connsiteY1154" fmla="*/ 593440 h 1209830"/>
                <a:gd name="connsiteX1155" fmla="*/ 778684 w 1067208"/>
                <a:gd name="connsiteY1155" fmla="*/ 598358 h 1209830"/>
                <a:gd name="connsiteX1156" fmla="*/ 778684 w 1067208"/>
                <a:gd name="connsiteY1156" fmla="*/ 601637 h 1209830"/>
                <a:gd name="connsiteX1157" fmla="*/ 778684 w 1067208"/>
                <a:gd name="connsiteY1157" fmla="*/ 604915 h 1209830"/>
                <a:gd name="connsiteX1158" fmla="*/ 780324 w 1067208"/>
                <a:gd name="connsiteY1158" fmla="*/ 608194 h 1209830"/>
                <a:gd name="connsiteX1159" fmla="*/ 780324 w 1067208"/>
                <a:gd name="connsiteY1159" fmla="*/ 613112 h 1209830"/>
                <a:gd name="connsiteX1160" fmla="*/ 778684 w 1067208"/>
                <a:gd name="connsiteY1160" fmla="*/ 614751 h 1209830"/>
                <a:gd name="connsiteX1161" fmla="*/ 778684 w 1067208"/>
                <a:gd name="connsiteY1161" fmla="*/ 616391 h 1209830"/>
                <a:gd name="connsiteX1162" fmla="*/ 777046 w 1067208"/>
                <a:gd name="connsiteY1162" fmla="*/ 613112 h 1209830"/>
                <a:gd name="connsiteX1163" fmla="*/ 777046 w 1067208"/>
                <a:gd name="connsiteY1163" fmla="*/ 611473 h 1209830"/>
                <a:gd name="connsiteX1164" fmla="*/ 777046 w 1067208"/>
                <a:gd name="connsiteY1164" fmla="*/ 608194 h 1209830"/>
                <a:gd name="connsiteX1165" fmla="*/ 777046 w 1067208"/>
                <a:gd name="connsiteY1165" fmla="*/ 603276 h 1209830"/>
                <a:gd name="connsiteX1166" fmla="*/ 773767 w 1067208"/>
                <a:gd name="connsiteY1166" fmla="*/ 599997 h 1209830"/>
                <a:gd name="connsiteX1167" fmla="*/ 775407 w 1067208"/>
                <a:gd name="connsiteY1167" fmla="*/ 603276 h 1209830"/>
                <a:gd name="connsiteX1168" fmla="*/ 773767 w 1067208"/>
                <a:gd name="connsiteY1168" fmla="*/ 604915 h 1209830"/>
                <a:gd name="connsiteX1169" fmla="*/ 775407 w 1067208"/>
                <a:gd name="connsiteY1169" fmla="*/ 604915 h 1209830"/>
                <a:gd name="connsiteX1170" fmla="*/ 775407 w 1067208"/>
                <a:gd name="connsiteY1170" fmla="*/ 609833 h 1209830"/>
                <a:gd name="connsiteX1171" fmla="*/ 773767 w 1067208"/>
                <a:gd name="connsiteY1171" fmla="*/ 613112 h 1209830"/>
                <a:gd name="connsiteX1172" fmla="*/ 772128 w 1067208"/>
                <a:gd name="connsiteY1172" fmla="*/ 613112 h 1209830"/>
                <a:gd name="connsiteX1173" fmla="*/ 772128 w 1067208"/>
                <a:gd name="connsiteY1173" fmla="*/ 608194 h 1209830"/>
                <a:gd name="connsiteX1174" fmla="*/ 770488 w 1067208"/>
                <a:gd name="connsiteY1174" fmla="*/ 608194 h 1209830"/>
                <a:gd name="connsiteX1175" fmla="*/ 768849 w 1067208"/>
                <a:gd name="connsiteY1175" fmla="*/ 611473 h 1209830"/>
                <a:gd name="connsiteX1176" fmla="*/ 767210 w 1067208"/>
                <a:gd name="connsiteY1176" fmla="*/ 608194 h 1209830"/>
                <a:gd name="connsiteX1177" fmla="*/ 768849 w 1067208"/>
                <a:gd name="connsiteY1177" fmla="*/ 611473 h 1209830"/>
                <a:gd name="connsiteX1178" fmla="*/ 768849 w 1067208"/>
                <a:gd name="connsiteY1178" fmla="*/ 611473 h 1209830"/>
                <a:gd name="connsiteX1179" fmla="*/ 767210 w 1067208"/>
                <a:gd name="connsiteY1179" fmla="*/ 614751 h 1209830"/>
                <a:gd name="connsiteX1180" fmla="*/ 765570 w 1067208"/>
                <a:gd name="connsiteY1180" fmla="*/ 613112 h 1209830"/>
                <a:gd name="connsiteX1181" fmla="*/ 765570 w 1067208"/>
                <a:gd name="connsiteY1181" fmla="*/ 611473 h 1209830"/>
                <a:gd name="connsiteX1182" fmla="*/ 765570 w 1067208"/>
                <a:gd name="connsiteY1182" fmla="*/ 608194 h 1209830"/>
                <a:gd name="connsiteX1183" fmla="*/ 765570 w 1067208"/>
                <a:gd name="connsiteY1183" fmla="*/ 606555 h 1209830"/>
                <a:gd name="connsiteX1184" fmla="*/ 763931 w 1067208"/>
                <a:gd name="connsiteY1184" fmla="*/ 603276 h 1209830"/>
                <a:gd name="connsiteX1185" fmla="*/ 762291 w 1067208"/>
                <a:gd name="connsiteY1185" fmla="*/ 598358 h 1209830"/>
                <a:gd name="connsiteX1186" fmla="*/ 762291 w 1067208"/>
                <a:gd name="connsiteY1186" fmla="*/ 595079 h 1209830"/>
                <a:gd name="connsiteX1187" fmla="*/ 763931 w 1067208"/>
                <a:gd name="connsiteY1187" fmla="*/ 591801 h 1209830"/>
                <a:gd name="connsiteX1188" fmla="*/ 760652 w 1067208"/>
                <a:gd name="connsiteY1188" fmla="*/ 586883 h 1209830"/>
                <a:gd name="connsiteX1189" fmla="*/ 757373 w 1067208"/>
                <a:gd name="connsiteY1189" fmla="*/ 585243 h 1209830"/>
                <a:gd name="connsiteX1190" fmla="*/ 757373 w 1067208"/>
                <a:gd name="connsiteY1190" fmla="*/ 585243 h 1209830"/>
                <a:gd name="connsiteX1191" fmla="*/ 754094 w 1067208"/>
                <a:gd name="connsiteY1191" fmla="*/ 583604 h 1209830"/>
                <a:gd name="connsiteX1192" fmla="*/ 750817 w 1067208"/>
                <a:gd name="connsiteY1192" fmla="*/ 578686 h 1209830"/>
                <a:gd name="connsiteX1193" fmla="*/ 752455 w 1067208"/>
                <a:gd name="connsiteY1193" fmla="*/ 583604 h 1209830"/>
                <a:gd name="connsiteX1194" fmla="*/ 755734 w 1067208"/>
                <a:gd name="connsiteY1194" fmla="*/ 586883 h 1209830"/>
                <a:gd name="connsiteX1195" fmla="*/ 759013 w 1067208"/>
                <a:gd name="connsiteY1195" fmla="*/ 586883 h 1209830"/>
                <a:gd name="connsiteX1196" fmla="*/ 762291 w 1067208"/>
                <a:gd name="connsiteY1196" fmla="*/ 590161 h 1209830"/>
                <a:gd name="connsiteX1197" fmla="*/ 760652 w 1067208"/>
                <a:gd name="connsiteY1197" fmla="*/ 593440 h 1209830"/>
                <a:gd name="connsiteX1198" fmla="*/ 757373 w 1067208"/>
                <a:gd name="connsiteY1198" fmla="*/ 598358 h 1209830"/>
                <a:gd name="connsiteX1199" fmla="*/ 755734 w 1067208"/>
                <a:gd name="connsiteY1199" fmla="*/ 601637 h 1209830"/>
                <a:gd name="connsiteX1200" fmla="*/ 752455 w 1067208"/>
                <a:gd name="connsiteY1200" fmla="*/ 604915 h 1209830"/>
                <a:gd name="connsiteX1201" fmla="*/ 749177 w 1067208"/>
                <a:gd name="connsiteY1201" fmla="*/ 608194 h 1209830"/>
                <a:gd name="connsiteX1202" fmla="*/ 745898 w 1067208"/>
                <a:gd name="connsiteY1202" fmla="*/ 611473 h 1209830"/>
                <a:gd name="connsiteX1203" fmla="*/ 742620 w 1067208"/>
                <a:gd name="connsiteY1203" fmla="*/ 611473 h 1209830"/>
                <a:gd name="connsiteX1204" fmla="*/ 737701 w 1067208"/>
                <a:gd name="connsiteY1204" fmla="*/ 613112 h 1209830"/>
                <a:gd name="connsiteX1205" fmla="*/ 737701 w 1067208"/>
                <a:gd name="connsiteY1205" fmla="*/ 613112 h 1209830"/>
                <a:gd name="connsiteX1206" fmla="*/ 734423 w 1067208"/>
                <a:gd name="connsiteY1206" fmla="*/ 614751 h 1209830"/>
                <a:gd name="connsiteX1207" fmla="*/ 729504 w 1067208"/>
                <a:gd name="connsiteY1207" fmla="*/ 614751 h 1209830"/>
                <a:gd name="connsiteX1208" fmla="*/ 726227 w 1067208"/>
                <a:gd name="connsiteY1208" fmla="*/ 616391 h 1209830"/>
                <a:gd name="connsiteX1209" fmla="*/ 722948 w 1067208"/>
                <a:gd name="connsiteY1209" fmla="*/ 619669 h 1209830"/>
                <a:gd name="connsiteX1210" fmla="*/ 719669 w 1067208"/>
                <a:gd name="connsiteY1210" fmla="*/ 622948 h 1209830"/>
                <a:gd name="connsiteX1211" fmla="*/ 718030 w 1067208"/>
                <a:gd name="connsiteY1211" fmla="*/ 626227 h 1209830"/>
                <a:gd name="connsiteX1212" fmla="*/ 716390 w 1067208"/>
                <a:gd name="connsiteY1212" fmla="*/ 631145 h 1209830"/>
                <a:gd name="connsiteX1213" fmla="*/ 716390 w 1067208"/>
                <a:gd name="connsiteY1213" fmla="*/ 634424 h 1209830"/>
                <a:gd name="connsiteX1214" fmla="*/ 718030 w 1067208"/>
                <a:gd name="connsiteY1214" fmla="*/ 637702 h 1209830"/>
                <a:gd name="connsiteX1215" fmla="*/ 719669 w 1067208"/>
                <a:gd name="connsiteY1215" fmla="*/ 642620 h 1209830"/>
                <a:gd name="connsiteX1216" fmla="*/ 722948 w 1067208"/>
                <a:gd name="connsiteY1216" fmla="*/ 645899 h 1209830"/>
                <a:gd name="connsiteX1217" fmla="*/ 719669 w 1067208"/>
                <a:gd name="connsiteY1217" fmla="*/ 649177 h 1209830"/>
                <a:gd name="connsiteX1218" fmla="*/ 722948 w 1067208"/>
                <a:gd name="connsiteY1218" fmla="*/ 652456 h 1209830"/>
                <a:gd name="connsiteX1219" fmla="*/ 724587 w 1067208"/>
                <a:gd name="connsiteY1219" fmla="*/ 655735 h 1209830"/>
                <a:gd name="connsiteX1220" fmla="*/ 722948 w 1067208"/>
                <a:gd name="connsiteY1220" fmla="*/ 655735 h 1209830"/>
                <a:gd name="connsiteX1221" fmla="*/ 719669 w 1067208"/>
                <a:gd name="connsiteY1221" fmla="*/ 659014 h 1209830"/>
                <a:gd name="connsiteX1222" fmla="*/ 716390 w 1067208"/>
                <a:gd name="connsiteY1222" fmla="*/ 663931 h 1209830"/>
                <a:gd name="connsiteX1223" fmla="*/ 719669 w 1067208"/>
                <a:gd name="connsiteY1223" fmla="*/ 667210 h 1209830"/>
                <a:gd name="connsiteX1224" fmla="*/ 716390 w 1067208"/>
                <a:gd name="connsiteY1224" fmla="*/ 670489 h 1209830"/>
                <a:gd name="connsiteX1225" fmla="*/ 716390 w 1067208"/>
                <a:gd name="connsiteY1225" fmla="*/ 672128 h 1209830"/>
                <a:gd name="connsiteX1226" fmla="*/ 711472 w 1067208"/>
                <a:gd name="connsiteY1226" fmla="*/ 673768 h 1209830"/>
                <a:gd name="connsiteX1227" fmla="*/ 708193 w 1067208"/>
                <a:gd name="connsiteY1227" fmla="*/ 675407 h 1209830"/>
                <a:gd name="connsiteX1228" fmla="*/ 708193 w 1067208"/>
                <a:gd name="connsiteY1228" fmla="*/ 680325 h 1209830"/>
                <a:gd name="connsiteX1229" fmla="*/ 706554 w 1067208"/>
                <a:gd name="connsiteY1229" fmla="*/ 683604 h 1209830"/>
                <a:gd name="connsiteX1230" fmla="*/ 704914 w 1067208"/>
                <a:gd name="connsiteY1230" fmla="*/ 683604 h 1209830"/>
                <a:gd name="connsiteX1231" fmla="*/ 703275 w 1067208"/>
                <a:gd name="connsiteY1231" fmla="*/ 683604 h 1209830"/>
                <a:gd name="connsiteX1232" fmla="*/ 699997 w 1067208"/>
                <a:gd name="connsiteY1232" fmla="*/ 681964 h 1209830"/>
                <a:gd name="connsiteX1233" fmla="*/ 696718 w 1067208"/>
                <a:gd name="connsiteY1233" fmla="*/ 677046 h 1209830"/>
                <a:gd name="connsiteX1234" fmla="*/ 695079 w 1067208"/>
                <a:gd name="connsiteY1234" fmla="*/ 678686 h 1209830"/>
                <a:gd name="connsiteX1235" fmla="*/ 698358 w 1067208"/>
                <a:gd name="connsiteY1235" fmla="*/ 681964 h 1209830"/>
                <a:gd name="connsiteX1236" fmla="*/ 701636 w 1067208"/>
                <a:gd name="connsiteY1236" fmla="*/ 683604 h 1209830"/>
                <a:gd name="connsiteX1237" fmla="*/ 704914 w 1067208"/>
                <a:gd name="connsiteY1237" fmla="*/ 685243 h 1209830"/>
                <a:gd name="connsiteX1238" fmla="*/ 701636 w 1067208"/>
                <a:gd name="connsiteY1238" fmla="*/ 686882 h 1209830"/>
                <a:gd name="connsiteX1239" fmla="*/ 698358 w 1067208"/>
                <a:gd name="connsiteY1239" fmla="*/ 688521 h 1209830"/>
                <a:gd name="connsiteX1240" fmla="*/ 693440 w 1067208"/>
                <a:gd name="connsiteY1240" fmla="*/ 690161 h 1209830"/>
                <a:gd name="connsiteX1241" fmla="*/ 690161 w 1067208"/>
                <a:gd name="connsiteY1241" fmla="*/ 691800 h 1209830"/>
                <a:gd name="connsiteX1242" fmla="*/ 686882 w 1067208"/>
                <a:gd name="connsiteY1242" fmla="*/ 693439 h 1209830"/>
                <a:gd name="connsiteX1243" fmla="*/ 683603 w 1067208"/>
                <a:gd name="connsiteY1243" fmla="*/ 693439 h 1209830"/>
                <a:gd name="connsiteX1244" fmla="*/ 678685 w 1067208"/>
                <a:gd name="connsiteY1244" fmla="*/ 696718 h 1209830"/>
                <a:gd name="connsiteX1245" fmla="*/ 675406 w 1067208"/>
                <a:gd name="connsiteY1245" fmla="*/ 696718 h 1209830"/>
                <a:gd name="connsiteX1246" fmla="*/ 672128 w 1067208"/>
                <a:gd name="connsiteY1246" fmla="*/ 698358 h 1209830"/>
                <a:gd name="connsiteX1247" fmla="*/ 673768 w 1067208"/>
                <a:gd name="connsiteY1247" fmla="*/ 696718 h 1209830"/>
                <a:gd name="connsiteX1248" fmla="*/ 675406 w 1067208"/>
                <a:gd name="connsiteY1248" fmla="*/ 693439 h 1209830"/>
                <a:gd name="connsiteX1249" fmla="*/ 673768 w 1067208"/>
                <a:gd name="connsiteY1249" fmla="*/ 688521 h 1209830"/>
                <a:gd name="connsiteX1250" fmla="*/ 670489 w 1067208"/>
                <a:gd name="connsiteY1250" fmla="*/ 688521 h 1209830"/>
                <a:gd name="connsiteX1251" fmla="*/ 667210 w 1067208"/>
                <a:gd name="connsiteY1251" fmla="*/ 691800 h 1209830"/>
                <a:gd name="connsiteX1252" fmla="*/ 663931 w 1067208"/>
                <a:gd name="connsiteY1252" fmla="*/ 695079 h 1209830"/>
                <a:gd name="connsiteX1253" fmla="*/ 660653 w 1067208"/>
                <a:gd name="connsiteY1253" fmla="*/ 698358 h 1209830"/>
                <a:gd name="connsiteX1254" fmla="*/ 660653 w 1067208"/>
                <a:gd name="connsiteY1254" fmla="*/ 703276 h 1209830"/>
                <a:gd name="connsiteX1255" fmla="*/ 660653 w 1067208"/>
                <a:gd name="connsiteY1255" fmla="*/ 706554 h 1209830"/>
                <a:gd name="connsiteX1256" fmla="*/ 662292 w 1067208"/>
                <a:gd name="connsiteY1256" fmla="*/ 703276 h 1209830"/>
                <a:gd name="connsiteX1257" fmla="*/ 667210 w 1067208"/>
                <a:gd name="connsiteY1257" fmla="*/ 699997 h 1209830"/>
                <a:gd name="connsiteX1258" fmla="*/ 668850 w 1067208"/>
                <a:gd name="connsiteY1258" fmla="*/ 698358 h 1209830"/>
                <a:gd name="connsiteX1259" fmla="*/ 668850 w 1067208"/>
                <a:gd name="connsiteY1259" fmla="*/ 699997 h 1209830"/>
                <a:gd name="connsiteX1260" fmla="*/ 667210 w 1067208"/>
                <a:gd name="connsiteY1260" fmla="*/ 699997 h 1209830"/>
                <a:gd name="connsiteX1261" fmla="*/ 667210 w 1067208"/>
                <a:gd name="connsiteY1261" fmla="*/ 703276 h 1209830"/>
                <a:gd name="connsiteX1262" fmla="*/ 663931 w 1067208"/>
                <a:gd name="connsiteY1262" fmla="*/ 704915 h 1209830"/>
                <a:gd name="connsiteX1263" fmla="*/ 660653 w 1067208"/>
                <a:gd name="connsiteY1263" fmla="*/ 708194 h 1209830"/>
                <a:gd name="connsiteX1264" fmla="*/ 659013 w 1067208"/>
                <a:gd name="connsiteY1264" fmla="*/ 711472 h 1209830"/>
                <a:gd name="connsiteX1265" fmla="*/ 654095 w 1067208"/>
                <a:gd name="connsiteY1265" fmla="*/ 714751 h 1209830"/>
                <a:gd name="connsiteX1266" fmla="*/ 650816 w 1067208"/>
                <a:gd name="connsiteY1266" fmla="*/ 719669 h 1209830"/>
                <a:gd name="connsiteX1267" fmla="*/ 649177 w 1067208"/>
                <a:gd name="connsiteY1267" fmla="*/ 722948 h 1209830"/>
                <a:gd name="connsiteX1268" fmla="*/ 649177 w 1067208"/>
                <a:gd name="connsiteY1268" fmla="*/ 724587 h 1209830"/>
                <a:gd name="connsiteX1269" fmla="*/ 647538 w 1067208"/>
                <a:gd name="connsiteY1269" fmla="*/ 727866 h 1209830"/>
                <a:gd name="connsiteX1270" fmla="*/ 645899 w 1067208"/>
                <a:gd name="connsiteY1270" fmla="*/ 731144 h 1209830"/>
                <a:gd name="connsiteX1271" fmla="*/ 642620 w 1067208"/>
                <a:gd name="connsiteY1271" fmla="*/ 734423 h 1209830"/>
                <a:gd name="connsiteX1272" fmla="*/ 640981 w 1067208"/>
                <a:gd name="connsiteY1272" fmla="*/ 737702 h 1209830"/>
                <a:gd name="connsiteX1273" fmla="*/ 639341 w 1067208"/>
                <a:gd name="connsiteY1273" fmla="*/ 742620 h 1209830"/>
                <a:gd name="connsiteX1274" fmla="*/ 636063 w 1067208"/>
                <a:gd name="connsiteY1274" fmla="*/ 745898 h 1209830"/>
                <a:gd name="connsiteX1275" fmla="*/ 632784 w 1067208"/>
                <a:gd name="connsiteY1275" fmla="*/ 749177 h 1209830"/>
                <a:gd name="connsiteX1276" fmla="*/ 629505 w 1067208"/>
                <a:gd name="connsiteY1276" fmla="*/ 754095 h 1209830"/>
                <a:gd name="connsiteX1277" fmla="*/ 627866 w 1067208"/>
                <a:gd name="connsiteY1277" fmla="*/ 757374 h 1209830"/>
                <a:gd name="connsiteX1278" fmla="*/ 626226 w 1067208"/>
                <a:gd name="connsiteY1278" fmla="*/ 760652 h 1209830"/>
                <a:gd name="connsiteX1279" fmla="*/ 622947 w 1067208"/>
                <a:gd name="connsiteY1279" fmla="*/ 762292 h 1209830"/>
                <a:gd name="connsiteX1280" fmla="*/ 619670 w 1067208"/>
                <a:gd name="connsiteY1280" fmla="*/ 763931 h 1209830"/>
                <a:gd name="connsiteX1281" fmla="*/ 614751 w 1067208"/>
                <a:gd name="connsiteY1281" fmla="*/ 765570 h 1209830"/>
                <a:gd name="connsiteX1282" fmla="*/ 613112 w 1067208"/>
                <a:gd name="connsiteY1282" fmla="*/ 768849 h 1209830"/>
                <a:gd name="connsiteX1283" fmla="*/ 608194 w 1067208"/>
                <a:gd name="connsiteY1283" fmla="*/ 770488 h 1209830"/>
                <a:gd name="connsiteX1284" fmla="*/ 606554 w 1067208"/>
                <a:gd name="connsiteY1284" fmla="*/ 775406 h 1209830"/>
                <a:gd name="connsiteX1285" fmla="*/ 603276 w 1067208"/>
                <a:gd name="connsiteY1285" fmla="*/ 778685 h 1209830"/>
                <a:gd name="connsiteX1286" fmla="*/ 603276 w 1067208"/>
                <a:gd name="connsiteY1286" fmla="*/ 781964 h 1209830"/>
                <a:gd name="connsiteX1287" fmla="*/ 598357 w 1067208"/>
                <a:gd name="connsiteY1287" fmla="*/ 785242 h 1209830"/>
                <a:gd name="connsiteX1288" fmla="*/ 596719 w 1067208"/>
                <a:gd name="connsiteY1288" fmla="*/ 785242 h 1209830"/>
                <a:gd name="connsiteX1289" fmla="*/ 599997 w 1067208"/>
                <a:gd name="connsiteY1289" fmla="*/ 786882 h 1209830"/>
                <a:gd name="connsiteX1290" fmla="*/ 596719 w 1067208"/>
                <a:gd name="connsiteY1290" fmla="*/ 790161 h 1209830"/>
                <a:gd name="connsiteX1291" fmla="*/ 591801 w 1067208"/>
                <a:gd name="connsiteY1291" fmla="*/ 793439 h 1209830"/>
                <a:gd name="connsiteX1292" fmla="*/ 588522 w 1067208"/>
                <a:gd name="connsiteY1292" fmla="*/ 795078 h 1209830"/>
                <a:gd name="connsiteX1293" fmla="*/ 585243 w 1067208"/>
                <a:gd name="connsiteY1293" fmla="*/ 798357 h 1209830"/>
                <a:gd name="connsiteX1294" fmla="*/ 581964 w 1067208"/>
                <a:gd name="connsiteY1294" fmla="*/ 799996 h 1209830"/>
                <a:gd name="connsiteX1295" fmla="*/ 577046 w 1067208"/>
                <a:gd name="connsiteY1295" fmla="*/ 801636 h 1209830"/>
                <a:gd name="connsiteX1296" fmla="*/ 573767 w 1067208"/>
                <a:gd name="connsiteY1296" fmla="*/ 804914 h 1209830"/>
                <a:gd name="connsiteX1297" fmla="*/ 570490 w 1067208"/>
                <a:gd name="connsiteY1297" fmla="*/ 806554 h 1209830"/>
                <a:gd name="connsiteX1298" fmla="*/ 567211 w 1067208"/>
                <a:gd name="connsiteY1298" fmla="*/ 811472 h 1209830"/>
                <a:gd name="connsiteX1299" fmla="*/ 563932 w 1067208"/>
                <a:gd name="connsiteY1299" fmla="*/ 814751 h 1209830"/>
                <a:gd name="connsiteX1300" fmla="*/ 563932 w 1067208"/>
                <a:gd name="connsiteY1300" fmla="*/ 818029 h 1209830"/>
                <a:gd name="connsiteX1301" fmla="*/ 563932 w 1067208"/>
                <a:gd name="connsiteY1301" fmla="*/ 822947 h 1209830"/>
                <a:gd name="connsiteX1302" fmla="*/ 567211 w 1067208"/>
                <a:gd name="connsiteY1302" fmla="*/ 824586 h 1209830"/>
                <a:gd name="connsiteX1303" fmla="*/ 567211 w 1067208"/>
                <a:gd name="connsiteY1303" fmla="*/ 824586 h 1209830"/>
                <a:gd name="connsiteX1304" fmla="*/ 567211 w 1067208"/>
                <a:gd name="connsiteY1304" fmla="*/ 829504 h 1209830"/>
                <a:gd name="connsiteX1305" fmla="*/ 565571 w 1067208"/>
                <a:gd name="connsiteY1305" fmla="*/ 832783 h 1209830"/>
                <a:gd name="connsiteX1306" fmla="*/ 565571 w 1067208"/>
                <a:gd name="connsiteY1306" fmla="*/ 834423 h 1209830"/>
                <a:gd name="connsiteX1307" fmla="*/ 565571 w 1067208"/>
                <a:gd name="connsiteY1307" fmla="*/ 836062 h 1209830"/>
                <a:gd name="connsiteX1308" fmla="*/ 560653 w 1067208"/>
                <a:gd name="connsiteY1308" fmla="*/ 839341 h 1209830"/>
                <a:gd name="connsiteX1309" fmla="*/ 557374 w 1067208"/>
                <a:gd name="connsiteY1309" fmla="*/ 840980 h 1209830"/>
                <a:gd name="connsiteX1310" fmla="*/ 554096 w 1067208"/>
                <a:gd name="connsiteY1310" fmla="*/ 842619 h 1209830"/>
                <a:gd name="connsiteX1311" fmla="*/ 549177 w 1067208"/>
                <a:gd name="connsiteY1311" fmla="*/ 844258 h 1209830"/>
                <a:gd name="connsiteX1312" fmla="*/ 545899 w 1067208"/>
                <a:gd name="connsiteY1312" fmla="*/ 845898 h 1209830"/>
                <a:gd name="connsiteX1313" fmla="*/ 542621 w 1067208"/>
                <a:gd name="connsiteY1313" fmla="*/ 845898 h 1209830"/>
                <a:gd name="connsiteX1314" fmla="*/ 539342 w 1067208"/>
                <a:gd name="connsiteY1314" fmla="*/ 844258 h 1209830"/>
                <a:gd name="connsiteX1315" fmla="*/ 534424 w 1067208"/>
                <a:gd name="connsiteY1315" fmla="*/ 844258 h 1209830"/>
                <a:gd name="connsiteX1316" fmla="*/ 531145 w 1067208"/>
                <a:gd name="connsiteY1316" fmla="*/ 844258 h 1209830"/>
                <a:gd name="connsiteX1317" fmla="*/ 526227 w 1067208"/>
                <a:gd name="connsiteY1317" fmla="*/ 845898 h 1209830"/>
                <a:gd name="connsiteX1318" fmla="*/ 526227 w 1067208"/>
                <a:gd name="connsiteY1318" fmla="*/ 850816 h 1209830"/>
                <a:gd name="connsiteX1319" fmla="*/ 526227 w 1067208"/>
                <a:gd name="connsiteY1319" fmla="*/ 854095 h 1209830"/>
                <a:gd name="connsiteX1320" fmla="*/ 524587 w 1067208"/>
                <a:gd name="connsiteY1320" fmla="*/ 857373 h 1209830"/>
                <a:gd name="connsiteX1321" fmla="*/ 524587 w 1067208"/>
                <a:gd name="connsiteY1321" fmla="*/ 862291 h 1209830"/>
                <a:gd name="connsiteX1322" fmla="*/ 522948 w 1067208"/>
                <a:gd name="connsiteY1322" fmla="*/ 862291 h 1209830"/>
                <a:gd name="connsiteX1323" fmla="*/ 519669 w 1067208"/>
                <a:gd name="connsiteY1323" fmla="*/ 867209 h 1209830"/>
                <a:gd name="connsiteX1324" fmla="*/ 519669 w 1067208"/>
                <a:gd name="connsiteY1324" fmla="*/ 870488 h 1209830"/>
                <a:gd name="connsiteX1325" fmla="*/ 516391 w 1067208"/>
                <a:gd name="connsiteY1325" fmla="*/ 867209 h 1209830"/>
                <a:gd name="connsiteX1326" fmla="*/ 516391 w 1067208"/>
                <a:gd name="connsiteY1326" fmla="*/ 863931 h 1209830"/>
                <a:gd name="connsiteX1327" fmla="*/ 514752 w 1067208"/>
                <a:gd name="connsiteY1327" fmla="*/ 860652 h 1209830"/>
                <a:gd name="connsiteX1328" fmla="*/ 514752 w 1067208"/>
                <a:gd name="connsiteY1328" fmla="*/ 865570 h 1209830"/>
                <a:gd name="connsiteX1329" fmla="*/ 513113 w 1067208"/>
                <a:gd name="connsiteY1329" fmla="*/ 868848 h 1209830"/>
                <a:gd name="connsiteX1330" fmla="*/ 513113 w 1067208"/>
                <a:gd name="connsiteY1330" fmla="*/ 872127 h 1209830"/>
                <a:gd name="connsiteX1331" fmla="*/ 513113 w 1067208"/>
                <a:gd name="connsiteY1331" fmla="*/ 868848 h 1209830"/>
                <a:gd name="connsiteX1332" fmla="*/ 509834 w 1067208"/>
                <a:gd name="connsiteY1332" fmla="*/ 865570 h 1209830"/>
                <a:gd name="connsiteX1333" fmla="*/ 504916 w 1067208"/>
                <a:gd name="connsiteY1333" fmla="*/ 865570 h 1209830"/>
                <a:gd name="connsiteX1334" fmla="*/ 501637 w 1067208"/>
                <a:gd name="connsiteY1334" fmla="*/ 865570 h 1209830"/>
                <a:gd name="connsiteX1335" fmla="*/ 498358 w 1067208"/>
                <a:gd name="connsiteY1335" fmla="*/ 868848 h 1209830"/>
                <a:gd name="connsiteX1336" fmla="*/ 493440 w 1067208"/>
                <a:gd name="connsiteY1336" fmla="*/ 872127 h 1209830"/>
                <a:gd name="connsiteX1337" fmla="*/ 491801 w 1067208"/>
                <a:gd name="connsiteY1337" fmla="*/ 875406 h 1209830"/>
                <a:gd name="connsiteX1338" fmla="*/ 490162 w 1067208"/>
                <a:gd name="connsiteY1338" fmla="*/ 878685 h 1209830"/>
                <a:gd name="connsiteX1339" fmla="*/ 490162 w 1067208"/>
                <a:gd name="connsiteY1339" fmla="*/ 883603 h 1209830"/>
                <a:gd name="connsiteX1340" fmla="*/ 488523 w 1067208"/>
                <a:gd name="connsiteY1340" fmla="*/ 886881 h 1209830"/>
                <a:gd name="connsiteX1341" fmla="*/ 486883 w 1067208"/>
                <a:gd name="connsiteY1341" fmla="*/ 890160 h 1209830"/>
                <a:gd name="connsiteX1342" fmla="*/ 486883 w 1067208"/>
                <a:gd name="connsiteY1342" fmla="*/ 893439 h 1209830"/>
                <a:gd name="connsiteX1343" fmla="*/ 486883 w 1067208"/>
                <a:gd name="connsiteY1343" fmla="*/ 898357 h 1209830"/>
                <a:gd name="connsiteX1344" fmla="*/ 485244 w 1067208"/>
                <a:gd name="connsiteY1344" fmla="*/ 901635 h 1209830"/>
                <a:gd name="connsiteX1345" fmla="*/ 486883 w 1067208"/>
                <a:gd name="connsiteY1345" fmla="*/ 904914 h 1209830"/>
                <a:gd name="connsiteX1346" fmla="*/ 488523 w 1067208"/>
                <a:gd name="connsiteY1346" fmla="*/ 909832 h 1209830"/>
                <a:gd name="connsiteX1347" fmla="*/ 488523 w 1067208"/>
                <a:gd name="connsiteY1347" fmla="*/ 913111 h 1209830"/>
                <a:gd name="connsiteX1348" fmla="*/ 490162 w 1067208"/>
                <a:gd name="connsiteY1348" fmla="*/ 916389 h 1209830"/>
                <a:gd name="connsiteX1349" fmla="*/ 491801 w 1067208"/>
                <a:gd name="connsiteY1349" fmla="*/ 921307 h 1209830"/>
                <a:gd name="connsiteX1350" fmla="*/ 491801 w 1067208"/>
                <a:gd name="connsiteY1350" fmla="*/ 922947 h 1209830"/>
                <a:gd name="connsiteX1351" fmla="*/ 493440 w 1067208"/>
                <a:gd name="connsiteY1351" fmla="*/ 924586 h 1209830"/>
                <a:gd name="connsiteX1352" fmla="*/ 493440 w 1067208"/>
                <a:gd name="connsiteY1352" fmla="*/ 927865 h 1209830"/>
                <a:gd name="connsiteX1353" fmla="*/ 493440 w 1067208"/>
                <a:gd name="connsiteY1353" fmla="*/ 931143 h 1209830"/>
                <a:gd name="connsiteX1354" fmla="*/ 491801 w 1067208"/>
                <a:gd name="connsiteY1354" fmla="*/ 936061 h 1209830"/>
                <a:gd name="connsiteX1355" fmla="*/ 491801 w 1067208"/>
                <a:gd name="connsiteY1355" fmla="*/ 939340 h 1209830"/>
                <a:gd name="connsiteX1356" fmla="*/ 491801 w 1067208"/>
                <a:gd name="connsiteY1356" fmla="*/ 942619 h 1209830"/>
                <a:gd name="connsiteX1357" fmla="*/ 493440 w 1067208"/>
                <a:gd name="connsiteY1357" fmla="*/ 945897 h 1209830"/>
                <a:gd name="connsiteX1358" fmla="*/ 495079 w 1067208"/>
                <a:gd name="connsiteY1358" fmla="*/ 950815 h 1209830"/>
                <a:gd name="connsiteX1359" fmla="*/ 496719 w 1067208"/>
                <a:gd name="connsiteY1359" fmla="*/ 954094 h 1209830"/>
                <a:gd name="connsiteX1360" fmla="*/ 498358 w 1067208"/>
                <a:gd name="connsiteY1360" fmla="*/ 959012 h 1209830"/>
                <a:gd name="connsiteX1361" fmla="*/ 496719 w 1067208"/>
                <a:gd name="connsiteY1361" fmla="*/ 962291 h 1209830"/>
                <a:gd name="connsiteX1362" fmla="*/ 498358 w 1067208"/>
                <a:gd name="connsiteY1362" fmla="*/ 965569 h 1209830"/>
                <a:gd name="connsiteX1363" fmla="*/ 499997 w 1067208"/>
                <a:gd name="connsiteY1363" fmla="*/ 968848 h 1209830"/>
                <a:gd name="connsiteX1364" fmla="*/ 499997 w 1067208"/>
                <a:gd name="connsiteY1364" fmla="*/ 970488 h 1209830"/>
                <a:gd name="connsiteX1365" fmla="*/ 499997 w 1067208"/>
                <a:gd name="connsiteY1365" fmla="*/ 968848 h 1209830"/>
                <a:gd name="connsiteX1366" fmla="*/ 496719 w 1067208"/>
                <a:gd name="connsiteY1366" fmla="*/ 965569 h 1209830"/>
                <a:gd name="connsiteX1367" fmla="*/ 493440 w 1067208"/>
                <a:gd name="connsiteY1367" fmla="*/ 960651 h 1209830"/>
                <a:gd name="connsiteX1368" fmla="*/ 493440 w 1067208"/>
                <a:gd name="connsiteY1368" fmla="*/ 965569 h 1209830"/>
                <a:gd name="connsiteX1369" fmla="*/ 491801 w 1067208"/>
                <a:gd name="connsiteY1369" fmla="*/ 962291 h 1209830"/>
                <a:gd name="connsiteX1370" fmla="*/ 491801 w 1067208"/>
                <a:gd name="connsiteY1370" fmla="*/ 965569 h 1209830"/>
                <a:gd name="connsiteX1371" fmla="*/ 493440 w 1067208"/>
                <a:gd name="connsiteY1371" fmla="*/ 970488 h 1209830"/>
                <a:gd name="connsiteX1372" fmla="*/ 495079 w 1067208"/>
                <a:gd name="connsiteY1372" fmla="*/ 972127 h 1209830"/>
                <a:gd name="connsiteX1373" fmla="*/ 499997 w 1067208"/>
                <a:gd name="connsiteY1373" fmla="*/ 972127 h 1209830"/>
                <a:gd name="connsiteX1374" fmla="*/ 503276 w 1067208"/>
                <a:gd name="connsiteY1374" fmla="*/ 975405 h 1209830"/>
                <a:gd name="connsiteX1375" fmla="*/ 503276 w 1067208"/>
                <a:gd name="connsiteY1375" fmla="*/ 978684 h 1209830"/>
                <a:gd name="connsiteX1376" fmla="*/ 501637 w 1067208"/>
                <a:gd name="connsiteY1376" fmla="*/ 981963 h 1209830"/>
                <a:gd name="connsiteX1377" fmla="*/ 501637 w 1067208"/>
                <a:gd name="connsiteY1377" fmla="*/ 986881 h 1209830"/>
                <a:gd name="connsiteX1378" fmla="*/ 501637 w 1067208"/>
                <a:gd name="connsiteY1378" fmla="*/ 990160 h 1209830"/>
                <a:gd name="connsiteX1379" fmla="*/ 501637 w 1067208"/>
                <a:gd name="connsiteY1379" fmla="*/ 993438 h 1209830"/>
                <a:gd name="connsiteX1380" fmla="*/ 501637 w 1067208"/>
                <a:gd name="connsiteY1380" fmla="*/ 998356 h 1209830"/>
                <a:gd name="connsiteX1381" fmla="*/ 501637 w 1067208"/>
                <a:gd name="connsiteY1381" fmla="*/ 1001635 h 1209830"/>
                <a:gd name="connsiteX1382" fmla="*/ 499997 w 1067208"/>
                <a:gd name="connsiteY1382" fmla="*/ 1004913 h 1209830"/>
                <a:gd name="connsiteX1383" fmla="*/ 499997 w 1067208"/>
                <a:gd name="connsiteY1383" fmla="*/ 1009832 h 1209830"/>
                <a:gd name="connsiteX1384" fmla="*/ 499997 w 1067208"/>
                <a:gd name="connsiteY1384" fmla="*/ 1013110 h 1209830"/>
                <a:gd name="connsiteX1385" fmla="*/ 498358 w 1067208"/>
                <a:gd name="connsiteY1385" fmla="*/ 1016389 h 1209830"/>
                <a:gd name="connsiteX1386" fmla="*/ 496719 w 1067208"/>
                <a:gd name="connsiteY1386" fmla="*/ 1018028 h 1209830"/>
                <a:gd name="connsiteX1387" fmla="*/ 495079 w 1067208"/>
                <a:gd name="connsiteY1387" fmla="*/ 1021307 h 1209830"/>
                <a:gd name="connsiteX1388" fmla="*/ 493440 w 1067208"/>
                <a:gd name="connsiteY1388" fmla="*/ 1026225 h 1209830"/>
                <a:gd name="connsiteX1389" fmla="*/ 493440 w 1067208"/>
                <a:gd name="connsiteY1389" fmla="*/ 1026225 h 1209830"/>
                <a:gd name="connsiteX1390" fmla="*/ 493440 w 1067208"/>
                <a:gd name="connsiteY1390" fmla="*/ 1027864 h 1209830"/>
                <a:gd name="connsiteX1391" fmla="*/ 490162 w 1067208"/>
                <a:gd name="connsiteY1391" fmla="*/ 1031143 h 1209830"/>
                <a:gd name="connsiteX1392" fmla="*/ 488523 w 1067208"/>
                <a:gd name="connsiteY1392" fmla="*/ 1034422 h 1209830"/>
                <a:gd name="connsiteX1393" fmla="*/ 488523 w 1067208"/>
                <a:gd name="connsiteY1393" fmla="*/ 1034422 h 1209830"/>
                <a:gd name="connsiteX1394" fmla="*/ 488523 w 1067208"/>
                <a:gd name="connsiteY1394" fmla="*/ 1037700 h 1209830"/>
                <a:gd name="connsiteX1395" fmla="*/ 488523 w 1067208"/>
                <a:gd name="connsiteY1395" fmla="*/ 1039340 h 1209830"/>
                <a:gd name="connsiteX1396" fmla="*/ 486883 w 1067208"/>
                <a:gd name="connsiteY1396" fmla="*/ 1042618 h 1209830"/>
                <a:gd name="connsiteX1397" fmla="*/ 486883 w 1067208"/>
                <a:gd name="connsiteY1397" fmla="*/ 1044258 h 1209830"/>
                <a:gd name="connsiteX1398" fmla="*/ 486883 w 1067208"/>
                <a:gd name="connsiteY1398" fmla="*/ 1045897 h 1209830"/>
                <a:gd name="connsiteX1399" fmla="*/ 486883 w 1067208"/>
                <a:gd name="connsiteY1399" fmla="*/ 1045897 h 1209830"/>
                <a:gd name="connsiteX1400" fmla="*/ 486883 w 1067208"/>
                <a:gd name="connsiteY1400" fmla="*/ 1047536 h 1209830"/>
                <a:gd name="connsiteX1401" fmla="*/ 486883 w 1067208"/>
                <a:gd name="connsiteY1401" fmla="*/ 1049176 h 1209830"/>
                <a:gd name="connsiteX1402" fmla="*/ 485244 w 1067208"/>
                <a:gd name="connsiteY1402" fmla="*/ 1054094 h 1209830"/>
                <a:gd name="connsiteX1403" fmla="*/ 485244 w 1067208"/>
                <a:gd name="connsiteY1403" fmla="*/ 1057372 h 1209830"/>
                <a:gd name="connsiteX1404" fmla="*/ 486883 w 1067208"/>
                <a:gd name="connsiteY1404" fmla="*/ 1060651 h 1209830"/>
                <a:gd name="connsiteX1405" fmla="*/ 485244 w 1067208"/>
                <a:gd name="connsiteY1405" fmla="*/ 1065569 h 1209830"/>
                <a:gd name="connsiteX1406" fmla="*/ 483604 w 1067208"/>
                <a:gd name="connsiteY1406" fmla="*/ 1067208 h 1209830"/>
                <a:gd name="connsiteX1407" fmla="*/ 483604 w 1067208"/>
                <a:gd name="connsiteY1407" fmla="*/ 1067208 h 1209830"/>
                <a:gd name="connsiteX1408" fmla="*/ 486883 w 1067208"/>
                <a:gd name="connsiteY1408" fmla="*/ 1065569 h 1209830"/>
                <a:gd name="connsiteX1409" fmla="*/ 490162 w 1067208"/>
                <a:gd name="connsiteY1409" fmla="*/ 1068848 h 1209830"/>
                <a:gd name="connsiteX1410" fmla="*/ 490162 w 1067208"/>
                <a:gd name="connsiteY1410" fmla="*/ 1072126 h 1209830"/>
                <a:gd name="connsiteX1411" fmla="*/ 490162 w 1067208"/>
                <a:gd name="connsiteY1411" fmla="*/ 1075405 h 1209830"/>
                <a:gd name="connsiteX1412" fmla="*/ 490162 w 1067208"/>
                <a:gd name="connsiteY1412" fmla="*/ 1078684 h 1209830"/>
                <a:gd name="connsiteX1413" fmla="*/ 490162 w 1067208"/>
                <a:gd name="connsiteY1413" fmla="*/ 1080323 h 1209830"/>
                <a:gd name="connsiteX1414" fmla="*/ 490162 w 1067208"/>
                <a:gd name="connsiteY1414" fmla="*/ 1083602 h 1209830"/>
                <a:gd name="connsiteX1415" fmla="*/ 490162 w 1067208"/>
                <a:gd name="connsiteY1415" fmla="*/ 1085241 h 1209830"/>
                <a:gd name="connsiteX1416" fmla="*/ 490162 w 1067208"/>
                <a:gd name="connsiteY1416" fmla="*/ 1086881 h 1209830"/>
                <a:gd name="connsiteX1417" fmla="*/ 490162 w 1067208"/>
                <a:gd name="connsiteY1417" fmla="*/ 1088520 h 1209830"/>
                <a:gd name="connsiteX1418" fmla="*/ 491801 w 1067208"/>
                <a:gd name="connsiteY1418" fmla="*/ 1093438 h 1209830"/>
                <a:gd name="connsiteX1419" fmla="*/ 491801 w 1067208"/>
                <a:gd name="connsiteY1419" fmla="*/ 1096716 h 1209830"/>
                <a:gd name="connsiteX1420" fmla="*/ 491801 w 1067208"/>
                <a:gd name="connsiteY1420" fmla="*/ 1099995 h 1209830"/>
                <a:gd name="connsiteX1421" fmla="*/ 491801 w 1067208"/>
                <a:gd name="connsiteY1421" fmla="*/ 1104913 h 1209830"/>
                <a:gd name="connsiteX1422" fmla="*/ 493440 w 1067208"/>
                <a:gd name="connsiteY1422" fmla="*/ 1108192 h 1209830"/>
                <a:gd name="connsiteX1423" fmla="*/ 493440 w 1067208"/>
                <a:gd name="connsiteY1423" fmla="*/ 1111471 h 1209830"/>
                <a:gd name="connsiteX1424" fmla="*/ 488523 w 1067208"/>
                <a:gd name="connsiteY1424" fmla="*/ 1111471 h 1209830"/>
                <a:gd name="connsiteX1425" fmla="*/ 485244 w 1067208"/>
                <a:gd name="connsiteY1425" fmla="*/ 1111471 h 1209830"/>
                <a:gd name="connsiteX1426" fmla="*/ 488523 w 1067208"/>
                <a:gd name="connsiteY1426" fmla="*/ 1113110 h 1209830"/>
                <a:gd name="connsiteX1427" fmla="*/ 485244 w 1067208"/>
                <a:gd name="connsiteY1427" fmla="*/ 1113110 h 1209830"/>
                <a:gd name="connsiteX1428" fmla="*/ 481965 w 1067208"/>
                <a:gd name="connsiteY1428" fmla="*/ 1111471 h 1209830"/>
                <a:gd name="connsiteX1429" fmla="*/ 480326 w 1067208"/>
                <a:gd name="connsiteY1429" fmla="*/ 1109831 h 1209830"/>
                <a:gd name="connsiteX1430" fmla="*/ 475407 w 1067208"/>
                <a:gd name="connsiteY1430" fmla="*/ 1111471 h 1209830"/>
                <a:gd name="connsiteX1431" fmla="*/ 472129 w 1067208"/>
                <a:gd name="connsiteY1431" fmla="*/ 1113110 h 1209830"/>
                <a:gd name="connsiteX1432" fmla="*/ 470489 w 1067208"/>
                <a:gd name="connsiteY1432" fmla="*/ 1116388 h 1209830"/>
                <a:gd name="connsiteX1433" fmla="*/ 468850 w 1067208"/>
                <a:gd name="connsiteY1433" fmla="*/ 1119667 h 1209830"/>
                <a:gd name="connsiteX1434" fmla="*/ 470489 w 1067208"/>
                <a:gd name="connsiteY1434" fmla="*/ 1122946 h 1209830"/>
                <a:gd name="connsiteX1435" fmla="*/ 468850 w 1067208"/>
                <a:gd name="connsiteY1435" fmla="*/ 1124585 h 1209830"/>
                <a:gd name="connsiteX1436" fmla="*/ 467210 w 1067208"/>
                <a:gd name="connsiteY1436" fmla="*/ 1129503 h 1209830"/>
                <a:gd name="connsiteX1437" fmla="*/ 465572 w 1067208"/>
                <a:gd name="connsiteY1437" fmla="*/ 1132782 h 1209830"/>
                <a:gd name="connsiteX1438" fmla="*/ 462293 w 1067208"/>
                <a:gd name="connsiteY1438" fmla="*/ 1136061 h 1209830"/>
                <a:gd name="connsiteX1439" fmla="*/ 460654 w 1067208"/>
                <a:gd name="connsiteY1439" fmla="*/ 1140978 h 1209830"/>
                <a:gd name="connsiteX1440" fmla="*/ 459014 w 1067208"/>
                <a:gd name="connsiteY1440" fmla="*/ 1144257 h 1209830"/>
                <a:gd name="connsiteX1441" fmla="*/ 459014 w 1067208"/>
                <a:gd name="connsiteY1441" fmla="*/ 1147536 h 1209830"/>
                <a:gd name="connsiteX1442" fmla="*/ 459014 w 1067208"/>
                <a:gd name="connsiteY1442" fmla="*/ 1150815 h 1209830"/>
                <a:gd name="connsiteX1443" fmla="*/ 462293 w 1067208"/>
                <a:gd name="connsiteY1443" fmla="*/ 1155732 h 1209830"/>
                <a:gd name="connsiteX1444" fmla="*/ 467210 w 1067208"/>
                <a:gd name="connsiteY1444" fmla="*/ 1155732 h 1209830"/>
                <a:gd name="connsiteX1445" fmla="*/ 470489 w 1067208"/>
                <a:gd name="connsiteY1445" fmla="*/ 1157372 h 1209830"/>
                <a:gd name="connsiteX1446" fmla="*/ 473768 w 1067208"/>
                <a:gd name="connsiteY1446" fmla="*/ 1155732 h 1209830"/>
                <a:gd name="connsiteX1447" fmla="*/ 475407 w 1067208"/>
                <a:gd name="connsiteY1447" fmla="*/ 1159011 h 1209830"/>
                <a:gd name="connsiteX1448" fmla="*/ 480326 w 1067208"/>
                <a:gd name="connsiteY1448" fmla="*/ 1162290 h 1209830"/>
                <a:gd name="connsiteX1449" fmla="*/ 480326 w 1067208"/>
                <a:gd name="connsiteY1449" fmla="*/ 1162290 h 1209830"/>
                <a:gd name="connsiteX1450" fmla="*/ 475407 w 1067208"/>
                <a:gd name="connsiteY1450" fmla="*/ 1159011 h 1209830"/>
                <a:gd name="connsiteX1451" fmla="*/ 472129 w 1067208"/>
                <a:gd name="connsiteY1451" fmla="*/ 1159011 h 1209830"/>
                <a:gd name="connsiteX1452" fmla="*/ 468850 w 1067208"/>
                <a:gd name="connsiteY1452" fmla="*/ 1157372 h 1209830"/>
                <a:gd name="connsiteX1453" fmla="*/ 465572 w 1067208"/>
                <a:gd name="connsiteY1453" fmla="*/ 1157372 h 1209830"/>
                <a:gd name="connsiteX1454" fmla="*/ 460654 w 1067208"/>
                <a:gd name="connsiteY1454" fmla="*/ 1157372 h 1209830"/>
                <a:gd name="connsiteX1455" fmla="*/ 457375 w 1067208"/>
                <a:gd name="connsiteY1455" fmla="*/ 1159011 h 1209830"/>
                <a:gd name="connsiteX1456" fmla="*/ 454096 w 1067208"/>
                <a:gd name="connsiteY1456" fmla="*/ 1159011 h 1209830"/>
                <a:gd name="connsiteX1457" fmla="*/ 449178 w 1067208"/>
                <a:gd name="connsiteY1457" fmla="*/ 1160651 h 1209830"/>
                <a:gd name="connsiteX1458" fmla="*/ 445899 w 1067208"/>
                <a:gd name="connsiteY1458" fmla="*/ 1163929 h 1209830"/>
                <a:gd name="connsiteX1459" fmla="*/ 442620 w 1067208"/>
                <a:gd name="connsiteY1459" fmla="*/ 1163929 h 1209830"/>
                <a:gd name="connsiteX1460" fmla="*/ 439343 w 1067208"/>
                <a:gd name="connsiteY1460" fmla="*/ 1165569 h 1209830"/>
                <a:gd name="connsiteX1461" fmla="*/ 434424 w 1067208"/>
                <a:gd name="connsiteY1461" fmla="*/ 1168847 h 1209830"/>
                <a:gd name="connsiteX1462" fmla="*/ 432785 w 1067208"/>
                <a:gd name="connsiteY1462" fmla="*/ 1172126 h 1209830"/>
                <a:gd name="connsiteX1463" fmla="*/ 431146 w 1067208"/>
                <a:gd name="connsiteY1463" fmla="*/ 1177044 h 1209830"/>
                <a:gd name="connsiteX1464" fmla="*/ 431146 w 1067208"/>
                <a:gd name="connsiteY1464" fmla="*/ 1177044 h 1209830"/>
                <a:gd name="connsiteX1465" fmla="*/ 431146 w 1067208"/>
                <a:gd name="connsiteY1465" fmla="*/ 1181962 h 1209830"/>
                <a:gd name="connsiteX1466" fmla="*/ 429506 w 1067208"/>
                <a:gd name="connsiteY1466" fmla="*/ 1183601 h 1209830"/>
                <a:gd name="connsiteX1467" fmla="*/ 431146 w 1067208"/>
                <a:gd name="connsiteY1467" fmla="*/ 1188519 h 1209830"/>
                <a:gd name="connsiteX1468" fmla="*/ 429506 w 1067208"/>
                <a:gd name="connsiteY1468" fmla="*/ 1191798 h 1209830"/>
                <a:gd name="connsiteX1469" fmla="*/ 427867 w 1067208"/>
                <a:gd name="connsiteY1469" fmla="*/ 1196716 h 1209830"/>
                <a:gd name="connsiteX1470" fmla="*/ 424588 w 1067208"/>
                <a:gd name="connsiteY1470" fmla="*/ 1199995 h 1209830"/>
                <a:gd name="connsiteX1471" fmla="*/ 419670 w 1067208"/>
                <a:gd name="connsiteY1471" fmla="*/ 1201634 h 1209830"/>
                <a:gd name="connsiteX1472" fmla="*/ 416391 w 1067208"/>
                <a:gd name="connsiteY1472" fmla="*/ 1204913 h 1209830"/>
                <a:gd name="connsiteX1473" fmla="*/ 413113 w 1067208"/>
                <a:gd name="connsiteY1473" fmla="*/ 1206552 h 1209830"/>
                <a:gd name="connsiteX1474" fmla="*/ 409834 w 1067208"/>
                <a:gd name="connsiteY1474" fmla="*/ 1208191 h 1209830"/>
                <a:gd name="connsiteX1475" fmla="*/ 404916 w 1067208"/>
                <a:gd name="connsiteY1475" fmla="*/ 1209831 h 1209830"/>
                <a:gd name="connsiteX1476" fmla="*/ 401637 w 1067208"/>
                <a:gd name="connsiteY1476" fmla="*/ 1208191 h 1209830"/>
                <a:gd name="connsiteX1477" fmla="*/ 398359 w 1067208"/>
                <a:gd name="connsiteY1477" fmla="*/ 1206552 h 1209830"/>
                <a:gd name="connsiteX1478" fmla="*/ 395080 w 1067208"/>
                <a:gd name="connsiteY1478" fmla="*/ 1203273 h 1209830"/>
                <a:gd name="connsiteX1479" fmla="*/ 391801 w 1067208"/>
                <a:gd name="connsiteY1479" fmla="*/ 1199995 h 1209830"/>
                <a:gd name="connsiteX1480" fmla="*/ 388523 w 1067208"/>
                <a:gd name="connsiteY1480" fmla="*/ 1198355 h 1209830"/>
                <a:gd name="connsiteX1481" fmla="*/ 385244 w 1067208"/>
                <a:gd name="connsiteY1481" fmla="*/ 1193437 h 1209830"/>
                <a:gd name="connsiteX1482" fmla="*/ 381966 w 1067208"/>
                <a:gd name="connsiteY1482" fmla="*/ 1190159 h 1209830"/>
                <a:gd name="connsiteX1483" fmla="*/ 378687 w 1067208"/>
                <a:gd name="connsiteY1483" fmla="*/ 1186880 h 1209830"/>
                <a:gd name="connsiteX1484" fmla="*/ 375408 w 1067208"/>
                <a:gd name="connsiteY1484" fmla="*/ 1181962 h 1209830"/>
                <a:gd name="connsiteX1485" fmla="*/ 373769 w 1067208"/>
                <a:gd name="connsiteY1485" fmla="*/ 1178683 h 1209830"/>
                <a:gd name="connsiteX1486" fmla="*/ 370490 w 1067208"/>
                <a:gd name="connsiteY1486" fmla="*/ 1175405 h 1209830"/>
                <a:gd name="connsiteX1487" fmla="*/ 368850 w 1067208"/>
                <a:gd name="connsiteY1487" fmla="*/ 1173765 h 1209830"/>
                <a:gd name="connsiteX1488" fmla="*/ 368850 w 1067208"/>
                <a:gd name="connsiteY1488" fmla="*/ 1172126 h 1209830"/>
                <a:gd name="connsiteX1489" fmla="*/ 372129 w 1067208"/>
                <a:gd name="connsiteY1489" fmla="*/ 1170486 h 1209830"/>
                <a:gd name="connsiteX1490" fmla="*/ 368850 w 1067208"/>
                <a:gd name="connsiteY1490" fmla="*/ 1170486 h 1209830"/>
                <a:gd name="connsiteX1491" fmla="*/ 368850 w 1067208"/>
                <a:gd name="connsiteY1491" fmla="*/ 1172126 h 1209830"/>
                <a:gd name="connsiteX1492" fmla="*/ 367211 w 1067208"/>
                <a:gd name="connsiteY1492" fmla="*/ 1168847 h 1209830"/>
                <a:gd name="connsiteX1493" fmla="*/ 365572 w 1067208"/>
                <a:gd name="connsiteY1493" fmla="*/ 1163929 h 1209830"/>
                <a:gd name="connsiteX1494" fmla="*/ 363932 w 1067208"/>
                <a:gd name="connsiteY1494" fmla="*/ 1160651 h 1209830"/>
                <a:gd name="connsiteX1495" fmla="*/ 362294 w 1067208"/>
                <a:gd name="connsiteY1495" fmla="*/ 1157372 h 1209830"/>
                <a:gd name="connsiteX1496" fmla="*/ 360654 w 1067208"/>
                <a:gd name="connsiteY1496" fmla="*/ 1152454 h 1209830"/>
                <a:gd name="connsiteX1497" fmla="*/ 359015 w 1067208"/>
                <a:gd name="connsiteY1497" fmla="*/ 1149175 h 1209830"/>
                <a:gd name="connsiteX1498" fmla="*/ 357376 w 1067208"/>
                <a:gd name="connsiteY1498" fmla="*/ 1145896 h 1209830"/>
                <a:gd name="connsiteX1499" fmla="*/ 357376 w 1067208"/>
                <a:gd name="connsiteY1499" fmla="*/ 1140978 h 1209830"/>
                <a:gd name="connsiteX1500" fmla="*/ 357376 w 1067208"/>
                <a:gd name="connsiteY1500" fmla="*/ 1140978 h 1209830"/>
                <a:gd name="connsiteX1501" fmla="*/ 357376 w 1067208"/>
                <a:gd name="connsiteY1501" fmla="*/ 1136061 h 1209830"/>
                <a:gd name="connsiteX1502" fmla="*/ 355736 w 1067208"/>
                <a:gd name="connsiteY1502" fmla="*/ 1132782 h 1209830"/>
                <a:gd name="connsiteX1503" fmla="*/ 355736 w 1067208"/>
                <a:gd name="connsiteY1503" fmla="*/ 1129503 h 1209830"/>
                <a:gd name="connsiteX1504" fmla="*/ 355736 w 1067208"/>
                <a:gd name="connsiteY1504" fmla="*/ 1127864 h 1209830"/>
                <a:gd name="connsiteX1505" fmla="*/ 357376 w 1067208"/>
                <a:gd name="connsiteY1505" fmla="*/ 1129503 h 1209830"/>
                <a:gd name="connsiteX1506" fmla="*/ 357376 w 1067208"/>
                <a:gd name="connsiteY1506" fmla="*/ 1129503 h 1209830"/>
                <a:gd name="connsiteX1507" fmla="*/ 359015 w 1067208"/>
                <a:gd name="connsiteY1507" fmla="*/ 1134421 h 1209830"/>
                <a:gd name="connsiteX1508" fmla="*/ 359015 w 1067208"/>
                <a:gd name="connsiteY1508" fmla="*/ 1137700 h 1209830"/>
                <a:gd name="connsiteX1509" fmla="*/ 359015 w 1067208"/>
                <a:gd name="connsiteY1509" fmla="*/ 1134421 h 1209830"/>
                <a:gd name="connsiteX1510" fmla="*/ 360654 w 1067208"/>
                <a:gd name="connsiteY1510" fmla="*/ 1137700 h 1209830"/>
                <a:gd name="connsiteX1511" fmla="*/ 360654 w 1067208"/>
                <a:gd name="connsiteY1511" fmla="*/ 1142618 h 1209830"/>
                <a:gd name="connsiteX1512" fmla="*/ 359015 w 1067208"/>
                <a:gd name="connsiteY1512" fmla="*/ 1145896 h 1209830"/>
                <a:gd name="connsiteX1513" fmla="*/ 363932 w 1067208"/>
                <a:gd name="connsiteY1513" fmla="*/ 1147536 h 1209830"/>
                <a:gd name="connsiteX1514" fmla="*/ 362294 w 1067208"/>
                <a:gd name="connsiteY1514" fmla="*/ 1144257 h 1209830"/>
                <a:gd name="connsiteX1515" fmla="*/ 362294 w 1067208"/>
                <a:gd name="connsiteY1515" fmla="*/ 1139339 h 1209830"/>
                <a:gd name="connsiteX1516" fmla="*/ 360654 w 1067208"/>
                <a:gd name="connsiteY1516" fmla="*/ 1136061 h 1209830"/>
                <a:gd name="connsiteX1517" fmla="*/ 360654 w 1067208"/>
                <a:gd name="connsiteY1517" fmla="*/ 1132782 h 1209830"/>
                <a:gd name="connsiteX1518" fmla="*/ 359015 w 1067208"/>
                <a:gd name="connsiteY1518" fmla="*/ 1127864 h 1209830"/>
                <a:gd name="connsiteX1519" fmla="*/ 355736 w 1067208"/>
                <a:gd name="connsiteY1519" fmla="*/ 1126225 h 1209830"/>
                <a:gd name="connsiteX1520" fmla="*/ 355736 w 1067208"/>
                <a:gd name="connsiteY1520" fmla="*/ 1126225 h 1209830"/>
                <a:gd name="connsiteX1521" fmla="*/ 355736 w 1067208"/>
                <a:gd name="connsiteY1521" fmla="*/ 1124585 h 1209830"/>
                <a:gd name="connsiteX1522" fmla="*/ 354097 w 1067208"/>
                <a:gd name="connsiteY1522" fmla="*/ 1121306 h 1209830"/>
                <a:gd name="connsiteX1523" fmla="*/ 354097 w 1067208"/>
                <a:gd name="connsiteY1523" fmla="*/ 1124585 h 1209830"/>
                <a:gd name="connsiteX1524" fmla="*/ 354097 w 1067208"/>
                <a:gd name="connsiteY1524" fmla="*/ 1124585 h 1209830"/>
                <a:gd name="connsiteX1525" fmla="*/ 352457 w 1067208"/>
                <a:gd name="connsiteY1525" fmla="*/ 1121306 h 1209830"/>
                <a:gd name="connsiteX1526" fmla="*/ 352457 w 1067208"/>
                <a:gd name="connsiteY1526" fmla="*/ 1118028 h 1209830"/>
                <a:gd name="connsiteX1527" fmla="*/ 352457 w 1067208"/>
                <a:gd name="connsiteY1527" fmla="*/ 1116388 h 1209830"/>
                <a:gd name="connsiteX1528" fmla="*/ 349179 w 1067208"/>
                <a:gd name="connsiteY1528" fmla="*/ 1113110 h 1209830"/>
                <a:gd name="connsiteX1529" fmla="*/ 349179 w 1067208"/>
                <a:gd name="connsiteY1529" fmla="*/ 1109831 h 1209830"/>
                <a:gd name="connsiteX1530" fmla="*/ 347539 w 1067208"/>
                <a:gd name="connsiteY1530" fmla="*/ 1104913 h 1209830"/>
                <a:gd name="connsiteX1531" fmla="*/ 345900 w 1067208"/>
                <a:gd name="connsiteY1531" fmla="*/ 1101635 h 1209830"/>
                <a:gd name="connsiteX1532" fmla="*/ 344260 w 1067208"/>
                <a:gd name="connsiteY1532" fmla="*/ 1098356 h 1209830"/>
                <a:gd name="connsiteX1533" fmla="*/ 342621 w 1067208"/>
                <a:gd name="connsiteY1533" fmla="*/ 1095077 h 1209830"/>
                <a:gd name="connsiteX1534" fmla="*/ 340982 w 1067208"/>
                <a:gd name="connsiteY1534" fmla="*/ 1090159 h 1209830"/>
                <a:gd name="connsiteX1535" fmla="*/ 339342 w 1067208"/>
                <a:gd name="connsiteY1535" fmla="*/ 1086881 h 1209830"/>
                <a:gd name="connsiteX1536" fmla="*/ 337703 w 1067208"/>
                <a:gd name="connsiteY1536" fmla="*/ 1083602 h 1209830"/>
                <a:gd name="connsiteX1537" fmla="*/ 336064 w 1067208"/>
                <a:gd name="connsiteY1537" fmla="*/ 1078684 h 1209830"/>
                <a:gd name="connsiteX1538" fmla="*/ 336064 w 1067208"/>
                <a:gd name="connsiteY1538" fmla="*/ 1075405 h 1209830"/>
                <a:gd name="connsiteX1539" fmla="*/ 334425 w 1067208"/>
                <a:gd name="connsiteY1539" fmla="*/ 1072126 h 1209830"/>
                <a:gd name="connsiteX1540" fmla="*/ 332786 w 1067208"/>
                <a:gd name="connsiteY1540" fmla="*/ 1067208 h 1209830"/>
                <a:gd name="connsiteX1541" fmla="*/ 331146 w 1067208"/>
                <a:gd name="connsiteY1541" fmla="*/ 1063930 h 1209830"/>
                <a:gd name="connsiteX1542" fmla="*/ 326228 w 1067208"/>
                <a:gd name="connsiteY1542" fmla="*/ 1060651 h 1209830"/>
                <a:gd name="connsiteX1543" fmla="*/ 326228 w 1067208"/>
                <a:gd name="connsiteY1543" fmla="*/ 1055733 h 1209830"/>
                <a:gd name="connsiteX1544" fmla="*/ 324589 w 1067208"/>
                <a:gd name="connsiteY1544" fmla="*/ 1054094 h 1209830"/>
                <a:gd name="connsiteX1545" fmla="*/ 324589 w 1067208"/>
                <a:gd name="connsiteY1545" fmla="*/ 1052454 h 1209830"/>
                <a:gd name="connsiteX1546" fmla="*/ 321310 w 1067208"/>
                <a:gd name="connsiteY1546" fmla="*/ 1049176 h 1209830"/>
                <a:gd name="connsiteX1547" fmla="*/ 318031 w 1067208"/>
                <a:gd name="connsiteY1547" fmla="*/ 1045897 h 1209830"/>
                <a:gd name="connsiteX1548" fmla="*/ 314752 w 1067208"/>
                <a:gd name="connsiteY1548" fmla="*/ 1042618 h 1209830"/>
                <a:gd name="connsiteX1549" fmla="*/ 314752 w 1067208"/>
                <a:gd name="connsiteY1549" fmla="*/ 1039340 h 1209830"/>
                <a:gd name="connsiteX1550" fmla="*/ 316392 w 1067208"/>
                <a:gd name="connsiteY1550" fmla="*/ 1039340 h 1209830"/>
                <a:gd name="connsiteX1551" fmla="*/ 314752 w 1067208"/>
                <a:gd name="connsiteY1551" fmla="*/ 1039340 h 1209830"/>
                <a:gd name="connsiteX1552" fmla="*/ 314752 w 1067208"/>
                <a:gd name="connsiteY1552" fmla="*/ 1039340 h 1209830"/>
                <a:gd name="connsiteX1553" fmla="*/ 313113 w 1067208"/>
                <a:gd name="connsiteY1553" fmla="*/ 1036061 h 1209830"/>
                <a:gd name="connsiteX1554" fmla="*/ 311473 w 1067208"/>
                <a:gd name="connsiteY1554" fmla="*/ 1036061 h 1209830"/>
                <a:gd name="connsiteX1555" fmla="*/ 308196 w 1067208"/>
                <a:gd name="connsiteY1555" fmla="*/ 1032782 h 1209830"/>
                <a:gd name="connsiteX1556" fmla="*/ 306556 w 1067208"/>
                <a:gd name="connsiteY1556" fmla="*/ 1027864 h 1209830"/>
                <a:gd name="connsiteX1557" fmla="*/ 304917 w 1067208"/>
                <a:gd name="connsiteY1557" fmla="*/ 1024585 h 1209830"/>
                <a:gd name="connsiteX1558" fmla="*/ 303277 w 1067208"/>
                <a:gd name="connsiteY1558" fmla="*/ 1021307 h 1209830"/>
                <a:gd name="connsiteX1559" fmla="*/ 301638 w 1067208"/>
                <a:gd name="connsiteY1559" fmla="*/ 1016389 h 1209830"/>
                <a:gd name="connsiteX1560" fmla="*/ 298359 w 1067208"/>
                <a:gd name="connsiteY1560" fmla="*/ 1013110 h 1209830"/>
                <a:gd name="connsiteX1561" fmla="*/ 296720 w 1067208"/>
                <a:gd name="connsiteY1561" fmla="*/ 1009832 h 1209830"/>
                <a:gd name="connsiteX1562" fmla="*/ 295080 w 1067208"/>
                <a:gd name="connsiteY1562" fmla="*/ 1004913 h 1209830"/>
                <a:gd name="connsiteX1563" fmla="*/ 295080 w 1067208"/>
                <a:gd name="connsiteY1563" fmla="*/ 1003274 h 1209830"/>
                <a:gd name="connsiteX1564" fmla="*/ 293441 w 1067208"/>
                <a:gd name="connsiteY1564" fmla="*/ 999995 h 1209830"/>
                <a:gd name="connsiteX1565" fmla="*/ 295080 w 1067208"/>
                <a:gd name="connsiteY1565" fmla="*/ 999995 h 1209830"/>
                <a:gd name="connsiteX1566" fmla="*/ 293441 w 1067208"/>
                <a:gd name="connsiteY1566" fmla="*/ 999995 h 1209830"/>
                <a:gd name="connsiteX1567" fmla="*/ 291802 w 1067208"/>
                <a:gd name="connsiteY1567" fmla="*/ 995078 h 1209830"/>
                <a:gd name="connsiteX1568" fmla="*/ 290162 w 1067208"/>
                <a:gd name="connsiteY1568" fmla="*/ 991799 h 1209830"/>
                <a:gd name="connsiteX1569" fmla="*/ 290162 w 1067208"/>
                <a:gd name="connsiteY1569" fmla="*/ 988520 h 1209830"/>
                <a:gd name="connsiteX1570" fmla="*/ 288523 w 1067208"/>
                <a:gd name="connsiteY1570" fmla="*/ 985241 h 1209830"/>
                <a:gd name="connsiteX1571" fmla="*/ 288523 w 1067208"/>
                <a:gd name="connsiteY1571" fmla="*/ 980323 h 1209830"/>
                <a:gd name="connsiteX1572" fmla="*/ 286883 w 1067208"/>
                <a:gd name="connsiteY1572" fmla="*/ 977045 h 1209830"/>
                <a:gd name="connsiteX1573" fmla="*/ 286883 w 1067208"/>
                <a:gd name="connsiteY1573" fmla="*/ 973766 h 1209830"/>
                <a:gd name="connsiteX1574" fmla="*/ 285245 w 1067208"/>
                <a:gd name="connsiteY1574" fmla="*/ 970488 h 1209830"/>
                <a:gd name="connsiteX1575" fmla="*/ 285245 w 1067208"/>
                <a:gd name="connsiteY1575" fmla="*/ 967209 h 1209830"/>
                <a:gd name="connsiteX1576" fmla="*/ 285245 w 1067208"/>
                <a:gd name="connsiteY1576" fmla="*/ 963930 h 1209830"/>
                <a:gd name="connsiteX1577" fmla="*/ 285245 w 1067208"/>
                <a:gd name="connsiteY1577" fmla="*/ 963930 h 1209830"/>
                <a:gd name="connsiteX1578" fmla="*/ 283606 w 1067208"/>
                <a:gd name="connsiteY1578" fmla="*/ 959012 h 1209830"/>
                <a:gd name="connsiteX1579" fmla="*/ 281966 w 1067208"/>
                <a:gd name="connsiteY1579" fmla="*/ 955733 h 1209830"/>
                <a:gd name="connsiteX1580" fmla="*/ 280327 w 1067208"/>
                <a:gd name="connsiteY1580" fmla="*/ 952455 h 1209830"/>
                <a:gd name="connsiteX1581" fmla="*/ 277048 w 1067208"/>
                <a:gd name="connsiteY1581" fmla="*/ 949176 h 1209830"/>
                <a:gd name="connsiteX1582" fmla="*/ 277048 w 1067208"/>
                <a:gd name="connsiteY1582" fmla="*/ 944258 h 1209830"/>
                <a:gd name="connsiteX1583" fmla="*/ 275409 w 1067208"/>
                <a:gd name="connsiteY1583" fmla="*/ 940979 h 1209830"/>
                <a:gd name="connsiteX1584" fmla="*/ 273769 w 1067208"/>
                <a:gd name="connsiteY1584" fmla="*/ 937701 h 1209830"/>
                <a:gd name="connsiteX1585" fmla="*/ 275409 w 1067208"/>
                <a:gd name="connsiteY1585" fmla="*/ 937701 h 1209830"/>
                <a:gd name="connsiteX1586" fmla="*/ 277048 w 1067208"/>
                <a:gd name="connsiteY1586" fmla="*/ 937701 h 1209830"/>
                <a:gd name="connsiteX1587" fmla="*/ 273769 w 1067208"/>
                <a:gd name="connsiteY1587" fmla="*/ 936061 h 1209830"/>
                <a:gd name="connsiteX1588" fmla="*/ 272130 w 1067208"/>
                <a:gd name="connsiteY1588" fmla="*/ 932783 h 1209830"/>
                <a:gd name="connsiteX1589" fmla="*/ 272130 w 1067208"/>
                <a:gd name="connsiteY1589" fmla="*/ 929504 h 1209830"/>
                <a:gd name="connsiteX1590" fmla="*/ 270490 w 1067208"/>
                <a:gd name="connsiteY1590" fmla="*/ 924586 h 1209830"/>
                <a:gd name="connsiteX1591" fmla="*/ 268851 w 1067208"/>
                <a:gd name="connsiteY1591" fmla="*/ 921307 h 1209830"/>
                <a:gd name="connsiteX1592" fmla="*/ 265572 w 1067208"/>
                <a:gd name="connsiteY1592" fmla="*/ 918029 h 1209830"/>
                <a:gd name="connsiteX1593" fmla="*/ 263933 w 1067208"/>
                <a:gd name="connsiteY1593" fmla="*/ 916389 h 1209830"/>
                <a:gd name="connsiteX1594" fmla="*/ 259016 w 1067208"/>
                <a:gd name="connsiteY1594" fmla="*/ 914750 h 1209830"/>
                <a:gd name="connsiteX1595" fmla="*/ 260654 w 1067208"/>
                <a:gd name="connsiteY1595" fmla="*/ 911471 h 1209830"/>
                <a:gd name="connsiteX1596" fmla="*/ 263933 w 1067208"/>
                <a:gd name="connsiteY1596" fmla="*/ 909832 h 1209830"/>
                <a:gd name="connsiteX1597" fmla="*/ 260654 w 1067208"/>
                <a:gd name="connsiteY1597" fmla="*/ 911471 h 1209830"/>
                <a:gd name="connsiteX1598" fmla="*/ 259016 w 1067208"/>
                <a:gd name="connsiteY1598" fmla="*/ 909832 h 1209830"/>
                <a:gd name="connsiteX1599" fmla="*/ 257376 w 1067208"/>
                <a:gd name="connsiteY1599" fmla="*/ 904914 h 1209830"/>
                <a:gd name="connsiteX1600" fmla="*/ 254097 w 1067208"/>
                <a:gd name="connsiteY1600" fmla="*/ 901635 h 1209830"/>
                <a:gd name="connsiteX1601" fmla="*/ 252458 w 1067208"/>
                <a:gd name="connsiteY1601" fmla="*/ 898357 h 1209830"/>
                <a:gd name="connsiteX1602" fmla="*/ 250819 w 1067208"/>
                <a:gd name="connsiteY1602" fmla="*/ 893439 h 1209830"/>
                <a:gd name="connsiteX1603" fmla="*/ 250819 w 1067208"/>
                <a:gd name="connsiteY1603" fmla="*/ 890160 h 1209830"/>
                <a:gd name="connsiteX1604" fmla="*/ 245900 w 1067208"/>
                <a:gd name="connsiteY1604" fmla="*/ 888521 h 1209830"/>
                <a:gd name="connsiteX1605" fmla="*/ 250819 w 1067208"/>
                <a:gd name="connsiteY1605" fmla="*/ 886881 h 1209830"/>
                <a:gd name="connsiteX1606" fmla="*/ 245900 w 1067208"/>
                <a:gd name="connsiteY1606" fmla="*/ 885242 h 1209830"/>
                <a:gd name="connsiteX1607" fmla="*/ 247540 w 1067208"/>
                <a:gd name="connsiteY1607" fmla="*/ 881963 h 1209830"/>
                <a:gd name="connsiteX1608" fmla="*/ 247540 w 1067208"/>
                <a:gd name="connsiteY1608" fmla="*/ 881963 h 1209830"/>
                <a:gd name="connsiteX1609" fmla="*/ 242622 w 1067208"/>
                <a:gd name="connsiteY1609" fmla="*/ 880324 h 1209830"/>
                <a:gd name="connsiteX1610" fmla="*/ 245900 w 1067208"/>
                <a:gd name="connsiteY1610" fmla="*/ 875406 h 1209830"/>
                <a:gd name="connsiteX1611" fmla="*/ 240982 w 1067208"/>
                <a:gd name="connsiteY1611" fmla="*/ 875406 h 1209830"/>
                <a:gd name="connsiteX1612" fmla="*/ 240982 w 1067208"/>
                <a:gd name="connsiteY1612" fmla="*/ 872127 h 1209830"/>
                <a:gd name="connsiteX1613" fmla="*/ 239343 w 1067208"/>
                <a:gd name="connsiteY1613" fmla="*/ 868848 h 1209830"/>
                <a:gd name="connsiteX1614" fmla="*/ 236064 w 1067208"/>
                <a:gd name="connsiteY1614" fmla="*/ 863931 h 1209830"/>
                <a:gd name="connsiteX1615" fmla="*/ 232786 w 1067208"/>
                <a:gd name="connsiteY1615" fmla="*/ 860652 h 1209830"/>
                <a:gd name="connsiteX1616" fmla="*/ 231147 w 1067208"/>
                <a:gd name="connsiteY1616" fmla="*/ 857373 h 1209830"/>
                <a:gd name="connsiteX1617" fmla="*/ 231147 w 1067208"/>
                <a:gd name="connsiteY1617" fmla="*/ 854095 h 1209830"/>
                <a:gd name="connsiteX1618" fmla="*/ 227868 w 1067208"/>
                <a:gd name="connsiteY1618" fmla="*/ 849176 h 1209830"/>
                <a:gd name="connsiteX1619" fmla="*/ 227868 w 1067208"/>
                <a:gd name="connsiteY1619" fmla="*/ 845898 h 1209830"/>
                <a:gd name="connsiteX1620" fmla="*/ 226229 w 1067208"/>
                <a:gd name="connsiteY1620" fmla="*/ 842619 h 1209830"/>
                <a:gd name="connsiteX1621" fmla="*/ 224589 w 1067208"/>
                <a:gd name="connsiteY1621" fmla="*/ 837701 h 1209830"/>
                <a:gd name="connsiteX1622" fmla="*/ 222950 w 1067208"/>
                <a:gd name="connsiteY1622" fmla="*/ 834423 h 1209830"/>
                <a:gd name="connsiteX1623" fmla="*/ 222950 w 1067208"/>
                <a:gd name="connsiteY1623" fmla="*/ 831144 h 1209830"/>
                <a:gd name="connsiteX1624" fmla="*/ 221310 w 1067208"/>
                <a:gd name="connsiteY1624" fmla="*/ 826226 h 1209830"/>
                <a:gd name="connsiteX1625" fmla="*/ 221310 w 1067208"/>
                <a:gd name="connsiteY1625" fmla="*/ 822947 h 1209830"/>
                <a:gd name="connsiteX1626" fmla="*/ 221310 w 1067208"/>
                <a:gd name="connsiteY1626" fmla="*/ 821308 h 1209830"/>
                <a:gd name="connsiteX1627" fmla="*/ 221310 w 1067208"/>
                <a:gd name="connsiteY1627" fmla="*/ 816390 h 1209830"/>
                <a:gd name="connsiteX1628" fmla="*/ 219671 w 1067208"/>
                <a:gd name="connsiteY1628" fmla="*/ 813111 h 1209830"/>
                <a:gd name="connsiteX1629" fmla="*/ 219671 w 1067208"/>
                <a:gd name="connsiteY1629" fmla="*/ 809832 h 1209830"/>
                <a:gd name="connsiteX1630" fmla="*/ 218032 w 1067208"/>
                <a:gd name="connsiteY1630" fmla="*/ 804914 h 1209830"/>
                <a:gd name="connsiteX1631" fmla="*/ 218032 w 1067208"/>
                <a:gd name="connsiteY1631" fmla="*/ 801636 h 1209830"/>
                <a:gd name="connsiteX1632" fmla="*/ 214753 w 1067208"/>
                <a:gd name="connsiteY1632" fmla="*/ 798357 h 1209830"/>
                <a:gd name="connsiteX1633" fmla="*/ 214753 w 1067208"/>
                <a:gd name="connsiteY1633" fmla="*/ 795078 h 1209830"/>
                <a:gd name="connsiteX1634" fmla="*/ 214753 w 1067208"/>
                <a:gd name="connsiteY1634" fmla="*/ 791800 h 1209830"/>
                <a:gd name="connsiteX1635" fmla="*/ 211474 w 1067208"/>
                <a:gd name="connsiteY1635" fmla="*/ 786882 h 1209830"/>
                <a:gd name="connsiteX1636" fmla="*/ 211474 w 1067208"/>
                <a:gd name="connsiteY1636" fmla="*/ 783603 h 1209830"/>
                <a:gd name="connsiteX1637" fmla="*/ 209835 w 1067208"/>
                <a:gd name="connsiteY1637" fmla="*/ 780324 h 1209830"/>
                <a:gd name="connsiteX1638" fmla="*/ 208195 w 1067208"/>
                <a:gd name="connsiteY1638" fmla="*/ 775406 h 1209830"/>
                <a:gd name="connsiteX1639" fmla="*/ 206557 w 1067208"/>
                <a:gd name="connsiteY1639" fmla="*/ 772128 h 1209830"/>
                <a:gd name="connsiteX1640" fmla="*/ 204917 w 1067208"/>
                <a:gd name="connsiteY1640" fmla="*/ 768849 h 1209830"/>
                <a:gd name="connsiteX1641" fmla="*/ 204917 w 1067208"/>
                <a:gd name="connsiteY1641" fmla="*/ 765570 h 1209830"/>
                <a:gd name="connsiteX1642" fmla="*/ 203278 w 1067208"/>
                <a:gd name="connsiteY1642" fmla="*/ 760652 h 1209830"/>
                <a:gd name="connsiteX1643" fmla="*/ 206557 w 1067208"/>
                <a:gd name="connsiteY1643" fmla="*/ 762292 h 1209830"/>
                <a:gd name="connsiteX1644" fmla="*/ 203278 w 1067208"/>
                <a:gd name="connsiteY1644" fmla="*/ 757374 h 1209830"/>
                <a:gd name="connsiteX1645" fmla="*/ 201639 w 1067208"/>
                <a:gd name="connsiteY1645" fmla="*/ 754095 h 1209830"/>
                <a:gd name="connsiteX1646" fmla="*/ 199999 w 1067208"/>
                <a:gd name="connsiteY1646" fmla="*/ 750816 h 1209830"/>
                <a:gd name="connsiteX1647" fmla="*/ 204917 w 1067208"/>
                <a:gd name="connsiteY1647" fmla="*/ 752456 h 1209830"/>
                <a:gd name="connsiteX1648" fmla="*/ 203278 w 1067208"/>
                <a:gd name="connsiteY1648" fmla="*/ 747538 h 1209830"/>
                <a:gd name="connsiteX1649" fmla="*/ 199999 w 1067208"/>
                <a:gd name="connsiteY1649" fmla="*/ 744259 h 1209830"/>
                <a:gd name="connsiteX1650" fmla="*/ 198360 w 1067208"/>
                <a:gd name="connsiteY1650" fmla="*/ 740980 h 1209830"/>
                <a:gd name="connsiteX1651" fmla="*/ 198360 w 1067208"/>
                <a:gd name="connsiteY1651" fmla="*/ 736062 h 1209830"/>
                <a:gd name="connsiteX1652" fmla="*/ 201639 w 1067208"/>
                <a:gd name="connsiteY1652" fmla="*/ 739341 h 1209830"/>
                <a:gd name="connsiteX1653" fmla="*/ 201639 w 1067208"/>
                <a:gd name="connsiteY1653" fmla="*/ 736062 h 1209830"/>
                <a:gd name="connsiteX1654" fmla="*/ 198360 w 1067208"/>
                <a:gd name="connsiteY1654" fmla="*/ 731144 h 1209830"/>
                <a:gd name="connsiteX1655" fmla="*/ 203278 w 1067208"/>
                <a:gd name="connsiteY1655" fmla="*/ 729505 h 1209830"/>
                <a:gd name="connsiteX1656" fmla="*/ 201639 w 1067208"/>
                <a:gd name="connsiteY1656" fmla="*/ 724587 h 1209830"/>
                <a:gd name="connsiteX1657" fmla="*/ 201639 w 1067208"/>
                <a:gd name="connsiteY1657" fmla="*/ 724587 h 1209830"/>
                <a:gd name="connsiteX1658" fmla="*/ 199999 w 1067208"/>
                <a:gd name="connsiteY1658" fmla="*/ 721308 h 1209830"/>
                <a:gd name="connsiteX1659" fmla="*/ 199999 w 1067208"/>
                <a:gd name="connsiteY1659" fmla="*/ 724587 h 1209830"/>
                <a:gd name="connsiteX1660" fmla="*/ 199999 w 1067208"/>
                <a:gd name="connsiteY1660" fmla="*/ 724587 h 1209830"/>
                <a:gd name="connsiteX1661" fmla="*/ 196720 w 1067208"/>
                <a:gd name="connsiteY1661" fmla="*/ 729505 h 1209830"/>
                <a:gd name="connsiteX1662" fmla="*/ 195081 w 1067208"/>
                <a:gd name="connsiteY1662" fmla="*/ 724587 h 1209830"/>
                <a:gd name="connsiteX1663" fmla="*/ 195081 w 1067208"/>
                <a:gd name="connsiteY1663" fmla="*/ 721308 h 1209830"/>
                <a:gd name="connsiteX1664" fmla="*/ 195081 w 1067208"/>
                <a:gd name="connsiteY1664" fmla="*/ 718030 h 1209830"/>
                <a:gd name="connsiteX1665" fmla="*/ 195081 w 1067208"/>
                <a:gd name="connsiteY1665" fmla="*/ 714751 h 1209830"/>
                <a:gd name="connsiteX1666" fmla="*/ 195081 w 1067208"/>
                <a:gd name="connsiteY1666" fmla="*/ 713111 h 1209830"/>
                <a:gd name="connsiteX1667" fmla="*/ 196720 w 1067208"/>
                <a:gd name="connsiteY1667" fmla="*/ 714751 h 1209830"/>
                <a:gd name="connsiteX1668" fmla="*/ 199999 w 1067208"/>
                <a:gd name="connsiteY1668" fmla="*/ 716390 h 1209830"/>
                <a:gd name="connsiteX1669" fmla="*/ 201639 w 1067208"/>
                <a:gd name="connsiteY1669" fmla="*/ 716390 h 1209830"/>
                <a:gd name="connsiteX1670" fmla="*/ 203278 w 1067208"/>
                <a:gd name="connsiteY1670" fmla="*/ 718030 h 1209830"/>
                <a:gd name="connsiteX1671" fmla="*/ 201639 w 1067208"/>
                <a:gd name="connsiteY1671" fmla="*/ 716390 h 1209830"/>
                <a:gd name="connsiteX1672" fmla="*/ 198360 w 1067208"/>
                <a:gd name="connsiteY1672" fmla="*/ 714751 h 1209830"/>
                <a:gd name="connsiteX1673" fmla="*/ 196720 w 1067208"/>
                <a:gd name="connsiteY1673" fmla="*/ 714751 h 1209830"/>
                <a:gd name="connsiteX1674" fmla="*/ 195081 w 1067208"/>
                <a:gd name="connsiteY1674" fmla="*/ 713111 h 1209830"/>
                <a:gd name="connsiteX1675" fmla="*/ 191802 w 1067208"/>
                <a:gd name="connsiteY1675" fmla="*/ 709833 h 1209830"/>
                <a:gd name="connsiteX1676" fmla="*/ 193442 w 1067208"/>
                <a:gd name="connsiteY1676" fmla="*/ 706554 h 1209830"/>
                <a:gd name="connsiteX1677" fmla="*/ 193442 w 1067208"/>
                <a:gd name="connsiteY1677" fmla="*/ 704915 h 1209830"/>
                <a:gd name="connsiteX1678" fmla="*/ 193442 w 1067208"/>
                <a:gd name="connsiteY1678" fmla="*/ 704915 h 1209830"/>
                <a:gd name="connsiteX1679" fmla="*/ 190163 w 1067208"/>
                <a:gd name="connsiteY1679" fmla="*/ 703276 h 1209830"/>
                <a:gd name="connsiteX1680" fmla="*/ 188523 w 1067208"/>
                <a:gd name="connsiteY1680" fmla="*/ 698358 h 1209830"/>
                <a:gd name="connsiteX1681" fmla="*/ 188523 w 1067208"/>
                <a:gd name="connsiteY1681" fmla="*/ 695079 h 1209830"/>
                <a:gd name="connsiteX1682" fmla="*/ 185245 w 1067208"/>
                <a:gd name="connsiteY1682" fmla="*/ 691800 h 1209830"/>
                <a:gd name="connsiteX1683" fmla="*/ 185245 w 1067208"/>
                <a:gd name="connsiteY1683" fmla="*/ 688521 h 1209830"/>
                <a:gd name="connsiteX1684" fmla="*/ 186884 w 1067208"/>
                <a:gd name="connsiteY1684" fmla="*/ 683604 h 1209830"/>
                <a:gd name="connsiteX1685" fmla="*/ 186884 w 1067208"/>
                <a:gd name="connsiteY1685" fmla="*/ 680325 h 1209830"/>
                <a:gd name="connsiteX1686" fmla="*/ 186884 w 1067208"/>
                <a:gd name="connsiteY1686" fmla="*/ 677046 h 1209830"/>
                <a:gd name="connsiteX1687" fmla="*/ 186884 w 1067208"/>
                <a:gd name="connsiteY1687" fmla="*/ 673768 h 1209830"/>
                <a:gd name="connsiteX1688" fmla="*/ 186884 w 1067208"/>
                <a:gd name="connsiteY1688" fmla="*/ 670489 h 1209830"/>
                <a:gd name="connsiteX1689" fmla="*/ 190163 w 1067208"/>
                <a:gd name="connsiteY1689" fmla="*/ 667210 h 1209830"/>
                <a:gd name="connsiteX1690" fmla="*/ 190163 w 1067208"/>
                <a:gd name="connsiteY1690" fmla="*/ 663931 h 1209830"/>
                <a:gd name="connsiteX1691" fmla="*/ 191802 w 1067208"/>
                <a:gd name="connsiteY1691" fmla="*/ 660653 h 1209830"/>
                <a:gd name="connsiteX1692" fmla="*/ 191802 w 1067208"/>
                <a:gd name="connsiteY1692" fmla="*/ 655735 h 1209830"/>
                <a:gd name="connsiteX1693" fmla="*/ 191802 w 1067208"/>
                <a:gd name="connsiteY1693" fmla="*/ 652456 h 1209830"/>
                <a:gd name="connsiteX1694" fmla="*/ 191802 w 1067208"/>
                <a:gd name="connsiteY1694" fmla="*/ 649177 h 1209830"/>
                <a:gd name="connsiteX1695" fmla="*/ 188523 w 1067208"/>
                <a:gd name="connsiteY1695" fmla="*/ 644259 h 1209830"/>
                <a:gd name="connsiteX1696" fmla="*/ 190163 w 1067208"/>
                <a:gd name="connsiteY1696" fmla="*/ 640981 h 1209830"/>
                <a:gd name="connsiteX1697" fmla="*/ 186884 w 1067208"/>
                <a:gd name="connsiteY1697" fmla="*/ 639341 h 1209830"/>
                <a:gd name="connsiteX1698" fmla="*/ 186884 w 1067208"/>
                <a:gd name="connsiteY1698" fmla="*/ 636063 h 1209830"/>
                <a:gd name="connsiteX1699" fmla="*/ 183605 w 1067208"/>
                <a:gd name="connsiteY1699" fmla="*/ 634424 h 1209830"/>
                <a:gd name="connsiteX1700" fmla="*/ 181966 w 1067208"/>
                <a:gd name="connsiteY1700" fmla="*/ 636063 h 1209830"/>
                <a:gd name="connsiteX1701" fmla="*/ 183605 w 1067208"/>
                <a:gd name="connsiteY1701" fmla="*/ 632784 h 1209830"/>
                <a:gd name="connsiteX1702" fmla="*/ 178688 w 1067208"/>
                <a:gd name="connsiteY1702" fmla="*/ 636063 h 1209830"/>
                <a:gd name="connsiteX1703" fmla="*/ 181966 w 1067208"/>
                <a:gd name="connsiteY1703" fmla="*/ 632784 h 1209830"/>
                <a:gd name="connsiteX1704" fmla="*/ 178688 w 1067208"/>
                <a:gd name="connsiteY1704" fmla="*/ 627866 h 1209830"/>
                <a:gd name="connsiteX1705" fmla="*/ 177049 w 1067208"/>
                <a:gd name="connsiteY1705" fmla="*/ 624587 h 1209830"/>
                <a:gd name="connsiteX1706" fmla="*/ 180327 w 1067208"/>
                <a:gd name="connsiteY1706" fmla="*/ 621309 h 1209830"/>
                <a:gd name="connsiteX1707" fmla="*/ 178688 w 1067208"/>
                <a:gd name="connsiteY1707" fmla="*/ 616391 h 1209830"/>
                <a:gd name="connsiteX1708" fmla="*/ 181966 w 1067208"/>
                <a:gd name="connsiteY1708" fmla="*/ 614751 h 1209830"/>
                <a:gd name="connsiteX1709" fmla="*/ 185245 w 1067208"/>
                <a:gd name="connsiteY1709" fmla="*/ 611473 h 1209830"/>
                <a:gd name="connsiteX1710" fmla="*/ 190163 w 1067208"/>
                <a:gd name="connsiteY1710" fmla="*/ 609833 h 1209830"/>
                <a:gd name="connsiteX1711" fmla="*/ 190163 w 1067208"/>
                <a:gd name="connsiteY1711" fmla="*/ 609833 h 1209830"/>
                <a:gd name="connsiteX1712" fmla="*/ 191802 w 1067208"/>
                <a:gd name="connsiteY1712" fmla="*/ 609833 h 1209830"/>
                <a:gd name="connsiteX1713" fmla="*/ 195081 w 1067208"/>
                <a:gd name="connsiteY1713" fmla="*/ 608194 h 1209830"/>
                <a:gd name="connsiteX1714" fmla="*/ 195081 w 1067208"/>
                <a:gd name="connsiteY1714" fmla="*/ 606555 h 1209830"/>
                <a:gd name="connsiteX1715" fmla="*/ 195081 w 1067208"/>
                <a:gd name="connsiteY1715" fmla="*/ 606555 h 1209830"/>
                <a:gd name="connsiteX1716" fmla="*/ 191802 w 1067208"/>
                <a:gd name="connsiteY1716" fmla="*/ 608194 h 1209830"/>
                <a:gd name="connsiteX1717" fmla="*/ 191802 w 1067208"/>
                <a:gd name="connsiteY1717" fmla="*/ 608194 h 1209830"/>
                <a:gd name="connsiteX1718" fmla="*/ 190163 w 1067208"/>
                <a:gd name="connsiteY1718" fmla="*/ 608194 h 1209830"/>
                <a:gd name="connsiteX1719" fmla="*/ 186884 w 1067208"/>
                <a:gd name="connsiteY1719" fmla="*/ 609833 h 1209830"/>
                <a:gd name="connsiteX1720" fmla="*/ 183605 w 1067208"/>
                <a:gd name="connsiteY1720" fmla="*/ 609833 h 1209830"/>
                <a:gd name="connsiteX1721" fmla="*/ 181966 w 1067208"/>
                <a:gd name="connsiteY1721" fmla="*/ 609833 h 1209830"/>
                <a:gd name="connsiteX1722" fmla="*/ 178688 w 1067208"/>
                <a:gd name="connsiteY1722" fmla="*/ 609833 h 1209830"/>
                <a:gd name="connsiteX1723" fmla="*/ 175409 w 1067208"/>
                <a:gd name="connsiteY1723" fmla="*/ 609833 h 1209830"/>
                <a:gd name="connsiteX1724" fmla="*/ 173770 w 1067208"/>
                <a:gd name="connsiteY1724" fmla="*/ 606555 h 1209830"/>
                <a:gd name="connsiteX1725" fmla="*/ 173770 w 1067208"/>
                <a:gd name="connsiteY1725" fmla="*/ 603276 h 1209830"/>
                <a:gd name="connsiteX1726" fmla="*/ 175409 w 1067208"/>
                <a:gd name="connsiteY1726" fmla="*/ 599997 h 1209830"/>
                <a:gd name="connsiteX1727" fmla="*/ 178688 w 1067208"/>
                <a:gd name="connsiteY1727" fmla="*/ 596719 h 1209830"/>
                <a:gd name="connsiteX1728" fmla="*/ 175409 w 1067208"/>
                <a:gd name="connsiteY1728" fmla="*/ 598358 h 1209830"/>
                <a:gd name="connsiteX1729" fmla="*/ 170491 w 1067208"/>
                <a:gd name="connsiteY1729" fmla="*/ 596719 h 1209830"/>
                <a:gd name="connsiteX1730" fmla="*/ 170491 w 1067208"/>
                <a:gd name="connsiteY1730" fmla="*/ 593440 h 1209830"/>
                <a:gd name="connsiteX1731" fmla="*/ 172130 w 1067208"/>
                <a:gd name="connsiteY1731" fmla="*/ 590161 h 1209830"/>
                <a:gd name="connsiteX1732" fmla="*/ 175409 w 1067208"/>
                <a:gd name="connsiteY1732" fmla="*/ 586883 h 1209830"/>
                <a:gd name="connsiteX1733" fmla="*/ 178688 w 1067208"/>
                <a:gd name="connsiteY1733" fmla="*/ 588522 h 1209830"/>
                <a:gd name="connsiteX1734" fmla="*/ 181966 w 1067208"/>
                <a:gd name="connsiteY1734" fmla="*/ 585243 h 1209830"/>
                <a:gd name="connsiteX1735" fmla="*/ 178688 w 1067208"/>
                <a:gd name="connsiteY1735" fmla="*/ 585243 h 1209830"/>
                <a:gd name="connsiteX1736" fmla="*/ 175409 w 1067208"/>
                <a:gd name="connsiteY1736" fmla="*/ 583604 h 1209830"/>
                <a:gd name="connsiteX1737" fmla="*/ 172130 w 1067208"/>
                <a:gd name="connsiteY1737" fmla="*/ 583604 h 1209830"/>
                <a:gd name="connsiteX1738" fmla="*/ 167212 w 1067208"/>
                <a:gd name="connsiteY1738" fmla="*/ 583604 h 1209830"/>
                <a:gd name="connsiteX1739" fmla="*/ 165573 w 1067208"/>
                <a:gd name="connsiteY1739" fmla="*/ 580325 h 1209830"/>
                <a:gd name="connsiteX1740" fmla="*/ 163933 w 1067208"/>
                <a:gd name="connsiteY1740" fmla="*/ 578686 h 1209830"/>
                <a:gd name="connsiteX1741" fmla="*/ 162294 w 1067208"/>
                <a:gd name="connsiteY1741" fmla="*/ 583604 h 1209830"/>
                <a:gd name="connsiteX1742" fmla="*/ 159015 w 1067208"/>
                <a:gd name="connsiteY1742" fmla="*/ 581965 h 1209830"/>
                <a:gd name="connsiteX1743" fmla="*/ 159015 w 1067208"/>
                <a:gd name="connsiteY1743" fmla="*/ 583604 h 1209830"/>
                <a:gd name="connsiteX1744" fmla="*/ 162294 w 1067208"/>
                <a:gd name="connsiteY1744" fmla="*/ 585243 h 1209830"/>
                <a:gd name="connsiteX1745" fmla="*/ 162294 w 1067208"/>
                <a:gd name="connsiteY1745" fmla="*/ 590161 h 1209830"/>
                <a:gd name="connsiteX1746" fmla="*/ 162294 w 1067208"/>
                <a:gd name="connsiteY1746" fmla="*/ 593440 h 1209830"/>
                <a:gd name="connsiteX1747" fmla="*/ 159015 w 1067208"/>
                <a:gd name="connsiteY1747" fmla="*/ 595079 h 1209830"/>
                <a:gd name="connsiteX1748" fmla="*/ 155736 w 1067208"/>
                <a:gd name="connsiteY1748" fmla="*/ 596719 h 1209830"/>
                <a:gd name="connsiteX1749" fmla="*/ 157376 w 1067208"/>
                <a:gd name="connsiteY1749" fmla="*/ 599997 h 1209830"/>
                <a:gd name="connsiteX1750" fmla="*/ 154098 w 1067208"/>
                <a:gd name="connsiteY1750" fmla="*/ 599997 h 1209830"/>
                <a:gd name="connsiteX1751" fmla="*/ 152459 w 1067208"/>
                <a:gd name="connsiteY1751" fmla="*/ 603276 h 1209830"/>
                <a:gd name="connsiteX1752" fmla="*/ 155736 w 1067208"/>
                <a:gd name="connsiteY1752" fmla="*/ 604915 h 1209830"/>
                <a:gd name="connsiteX1753" fmla="*/ 159015 w 1067208"/>
                <a:gd name="connsiteY1753" fmla="*/ 606555 h 1209830"/>
                <a:gd name="connsiteX1754" fmla="*/ 163933 w 1067208"/>
                <a:gd name="connsiteY1754" fmla="*/ 609833 h 1209830"/>
                <a:gd name="connsiteX1755" fmla="*/ 163933 w 1067208"/>
                <a:gd name="connsiteY1755" fmla="*/ 613112 h 1209830"/>
                <a:gd name="connsiteX1756" fmla="*/ 163933 w 1067208"/>
                <a:gd name="connsiteY1756" fmla="*/ 618030 h 1209830"/>
                <a:gd name="connsiteX1757" fmla="*/ 162294 w 1067208"/>
                <a:gd name="connsiteY1757" fmla="*/ 621309 h 1209830"/>
                <a:gd name="connsiteX1758" fmla="*/ 159015 w 1067208"/>
                <a:gd name="connsiteY1758" fmla="*/ 624587 h 1209830"/>
                <a:gd name="connsiteX1759" fmla="*/ 159015 w 1067208"/>
                <a:gd name="connsiteY1759" fmla="*/ 626227 h 1209830"/>
                <a:gd name="connsiteX1760" fmla="*/ 159015 w 1067208"/>
                <a:gd name="connsiteY1760" fmla="*/ 629505 h 1209830"/>
                <a:gd name="connsiteX1761" fmla="*/ 155736 w 1067208"/>
                <a:gd name="connsiteY1761" fmla="*/ 632784 h 1209830"/>
                <a:gd name="connsiteX1762" fmla="*/ 152459 w 1067208"/>
                <a:gd name="connsiteY1762" fmla="*/ 634424 h 1209830"/>
                <a:gd name="connsiteX1763" fmla="*/ 149180 w 1067208"/>
                <a:gd name="connsiteY1763" fmla="*/ 636063 h 1209830"/>
                <a:gd name="connsiteX1764" fmla="*/ 145901 w 1067208"/>
                <a:gd name="connsiteY1764" fmla="*/ 639341 h 1209830"/>
                <a:gd name="connsiteX1765" fmla="*/ 140983 w 1067208"/>
                <a:gd name="connsiteY1765" fmla="*/ 640981 h 1209830"/>
                <a:gd name="connsiteX1766" fmla="*/ 137704 w 1067208"/>
                <a:gd name="connsiteY1766" fmla="*/ 642620 h 1209830"/>
                <a:gd name="connsiteX1767" fmla="*/ 134425 w 1067208"/>
                <a:gd name="connsiteY1767" fmla="*/ 645899 h 1209830"/>
                <a:gd name="connsiteX1768" fmla="*/ 131146 w 1067208"/>
                <a:gd name="connsiteY1768" fmla="*/ 645899 h 1209830"/>
                <a:gd name="connsiteX1769" fmla="*/ 126229 w 1067208"/>
                <a:gd name="connsiteY1769" fmla="*/ 649177 h 1209830"/>
                <a:gd name="connsiteX1770" fmla="*/ 122950 w 1067208"/>
                <a:gd name="connsiteY1770" fmla="*/ 650817 h 1209830"/>
                <a:gd name="connsiteX1771" fmla="*/ 119671 w 1067208"/>
                <a:gd name="connsiteY1771" fmla="*/ 650817 h 1209830"/>
                <a:gd name="connsiteX1772" fmla="*/ 116393 w 1067208"/>
                <a:gd name="connsiteY1772" fmla="*/ 652456 h 1209830"/>
                <a:gd name="connsiteX1773" fmla="*/ 111475 w 1067208"/>
                <a:gd name="connsiteY1773" fmla="*/ 652456 h 1209830"/>
                <a:gd name="connsiteX1774" fmla="*/ 108196 w 1067208"/>
                <a:gd name="connsiteY1774" fmla="*/ 650817 h 1209830"/>
                <a:gd name="connsiteX1775" fmla="*/ 104917 w 1067208"/>
                <a:gd name="connsiteY1775" fmla="*/ 649177 h 1209830"/>
                <a:gd name="connsiteX1776" fmla="*/ 100000 w 1067208"/>
                <a:gd name="connsiteY1776" fmla="*/ 647538 h 1209830"/>
                <a:gd name="connsiteX1777" fmla="*/ 96721 w 1067208"/>
                <a:gd name="connsiteY1777" fmla="*/ 645899 h 1209830"/>
                <a:gd name="connsiteX1778" fmla="*/ 95081 w 1067208"/>
                <a:gd name="connsiteY1778" fmla="*/ 644259 h 1209830"/>
                <a:gd name="connsiteX1779" fmla="*/ 91803 w 1067208"/>
                <a:gd name="connsiteY1779" fmla="*/ 640981 h 1209830"/>
                <a:gd name="connsiteX1780" fmla="*/ 86885 w 1067208"/>
                <a:gd name="connsiteY1780" fmla="*/ 637702 h 1209830"/>
                <a:gd name="connsiteX1781" fmla="*/ 83606 w 1067208"/>
                <a:gd name="connsiteY1781" fmla="*/ 634424 h 1209830"/>
                <a:gd name="connsiteX1782" fmla="*/ 80327 w 1067208"/>
                <a:gd name="connsiteY1782" fmla="*/ 631145 h 1209830"/>
                <a:gd name="connsiteX1783" fmla="*/ 78688 w 1067208"/>
                <a:gd name="connsiteY1783" fmla="*/ 631145 h 1209830"/>
                <a:gd name="connsiteX1784" fmla="*/ 75410 w 1067208"/>
                <a:gd name="connsiteY1784" fmla="*/ 626227 h 1209830"/>
                <a:gd name="connsiteX1785" fmla="*/ 73770 w 1067208"/>
                <a:gd name="connsiteY1785" fmla="*/ 622948 h 1209830"/>
                <a:gd name="connsiteX1786" fmla="*/ 70491 w 1067208"/>
                <a:gd name="connsiteY1786" fmla="*/ 619669 h 1209830"/>
                <a:gd name="connsiteX1787" fmla="*/ 67213 w 1067208"/>
                <a:gd name="connsiteY1787" fmla="*/ 616391 h 1209830"/>
                <a:gd name="connsiteX1788" fmla="*/ 63934 w 1067208"/>
                <a:gd name="connsiteY1788" fmla="*/ 613112 h 1209830"/>
                <a:gd name="connsiteX1789" fmla="*/ 62295 w 1067208"/>
                <a:gd name="connsiteY1789" fmla="*/ 611473 h 1209830"/>
                <a:gd name="connsiteX1790" fmla="*/ 62295 w 1067208"/>
                <a:gd name="connsiteY1790" fmla="*/ 611473 h 1209830"/>
                <a:gd name="connsiteX1791" fmla="*/ 59016 w 1067208"/>
                <a:gd name="connsiteY1791" fmla="*/ 608194 h 1209830"/>
                <a:gd name="connsiteX1792" fmla="*/ 55737 w 1067208"/>
                <a:gd name="connsiteY1792" fmla="*/ 604915 h 1209830"/>
                <a:gd name="connsiteX1793" fmla="*/ 54098 w 1067208"/>
                <a:gd name="connsiteY1793" fmla="*/ 601637 h 1209830"/>
                <a:gd name="connsiteX1794" fmla="*/ 50820 w 1067208"/>
                <a:gd name="connsiteY1794" fmla="*/ 599997 h 1209830"/>
                <a:gd name="connsiteX1795" fmla="*/ 45901 w 1067208"/>
                <a:gd name="connsiteY1795" fmla="*/ 596719 h 1209830"/>
                <a:gd name="connsiteX1796" fmla="*/ 42623 w 1067208"/>
                <a:gd name="connsiteY1796" fmla="*/ 593440 h 1209830"/>
                <a:gd name="connsiteX1797" fmla="*/ 39344 w 1067208"/>
                <a:gd name="connsiteY1797" fmla="*/ 588522 h 1209830"/>
                <a:gd name="connsiteX1798" fmla="*/ 36065 w 1067208"/>
                <a:gd name="connsiteY1798" fmla="*/ 585243 h 1209830"/>
                <a:gd name="connsiteX1799" fmla="*/ 34426 w 1067208"/>
                <a:gd name="connsiteY1799" fmla="*/ 581965 h 1209830"/>
                <a:gd name="connsiteX1800" fmla="*/ 36065 w 1067208"/>
                <a:gd name="connsiteY1800" fmla="*/ 577047 h 1209830"/>
                <a:gd name="connsiteX1801" fmla="*/ 39344 w 1067208"/>
                <a:gd name="connsiteY1801" fmla="*/ 575407 h 1209830"/>
                <a:gd name="connsiteX1802" fmla="*/ 39344 w 1067208"/>
                <a:gd name="connsiteY1802" fmla="*/ 575407 h 1209830"/>
                <a:gd name="connsiteX1803" fmla="*/ 42623 w 1067208"/>
                <a:gd name="connsiteY1803" fmla="*/ 577047 h 1209830"/>
                <a:gd name="connsiteX1804" fmla="*/ 44262 w 1067208"/>
                <a:gd name="connsiteY1804" fmla="*/ 580325 h 1209830"/>
                <a:gd name="connsiteX1805" fmla="*/ 47541 w 1067208"/>
                <a:gd name="connsiteY1805" fmla="*/ 583604 h 1209830"/>
                <a:gd name="connsiteX1806" fmla="*/ 50820 w 1067208"/>
                <a:gd name="connsiteY1806" fmla="*/ 581965 h 1209830"/>
                <a:gd name="connsiteX1807" fmla="*/ 54098 w 1067208"/>
                <a:gd name="connsiteY1807" fmla="*/ 580325 h 1209830"/>
                <a:gd name="connsiteX1808" fmla="*/ 55737 w 1067208"/>
                <a:gd name="connsiteY1808" fmla="*/ 577047 h 1209830"/>
                <a:gd name="connsiteX1809" fmla="*/ 59016 w 1067208"/>
                <a:gd name="connsiteY1809" fmla="*/ 580325 h 1209830"/>
                <a:gd name="connsiteX1810" fmla="*/ 63934 w 1067208"/>
                <a:gd name="connsiteY1810" fmla="*/ 575407 h 1209830"/>
                <a:gd name="connsiteX1811" fmla="*/ 67213 w 1067208"/>
                <a:gd name="connsiteY1811" fmla="*/ 577047 h 1209830"/>
                <a:gd name="connsiteX1812" fmla="*/ 70491 w 1067208"/>
                <a:gd name="connsiteY1812" fmla="*/ 573768 h 1209830"/>
                <a:gd name="connsiteX1813" fmla="*/ 73770 w 1067208"/>
                <a:gd name="connsiteY1813" fmla="*/ 572129 h 1209830"/>
                <a:gd name="connsiteX1814" fmla="*/ 77049 w 1067208"/>
                <a:gd name="connsiteY1814" fmla="*/ 570489 h 1209830"/>
                <a:gd name="connsiteX1815" fmla="*/ 81967 w 1067208"/>
                <a:gd name="connsiteY1815" fmla="*/ 568850 h 1209830"/>
                <a:gd name="connsiteX1816" fmla="*/ 83606 w 1067208"/>
                <a:gd name="connsiteY1816" fmla="*/ 565571 h 1209830"/>
                <a:gd name="connsiteX1817" fmla="*/ 85245 w 1067208"/>
                <a:gd name="connsiteY1817" fmla="*/ 560653 h 1209830"/>
                <a:gd name="connsiteX1818" fmla="*/ 85245 w 1067208"/>
                <a:gd name="connsiteY1818" fmla="*/ 557374 h 1209830"/>
                <a:gd name="connsiteX1819" fmla="*/ 88524 w 1067208"/>
                <a:gd name="connsiteY1819" fmla="*/ 552457 h 1209830"/>
                <a:gd name="connsiteX1820" fmla="*/ 91803 w 1067208"/>
                <a:gd name="connsiteY1820" fmla="*/ 550817 h 1209830"/>
                <a:gd name="connsiteX1821" fmla="*/ 91803 w 1067208"/>
                <a:gd name="connsiteY1821" fmla="*/ 549178 h 1209830"/>
                <a:gd name="connsiteX1822" fmla="*/ 88524 w 1067208"/>
                <a:gd name="connsiteY1822" fmla="*/ 545899 h 1209830"/>
                <a:gd name="connsiteX1823" fmla="*/ 86885 w 1067208"/>
                <a:gd name="connsiteY1823" fmla="*/ 549178 h 1209830"/>
                <a:gd name="connsiteX1824" fmla="*/ 86885 w 1067208"/>
                <a:gd name="connsiteY1824" fmla="*/ 554096 h 1209830"/>
                <a:gd name="connsiteX1825" fmla="*/ 83606 w 1067208"/>
                <a:gd name="connsiteY1825" fmla="*/ 554096 h 1209830"/>
                <a:gd name="connsiteX1826" fmla="*/ 80327 w 1067208"/>
                <a:gd name="connsiteY1826" fmla="*/ 554096 h 1209830"/>
                <a:gd name="connsiteX1827" fmla="*/ 75410 w 1067208"/>
                <a:gd name="connsiteY1827" fmla="*/ 555735 h 1209830"/>
                <a:gd name="connsiteX1828" fmla="*/ 72131 w 1067208"/>
                <a:gd name="connsiteY1828" fmla="*/ 555735 h 1209830"/>
                <a:gd name="connsiteX1829" fmla="*/ 68852 w 1067208"/>
                <a:gd name="connsiteY1829" fmla="*/ 557374 h 1209830"/>
                <a:gd name="connsiteX1830" fmla="*/ 65573 w 1067208"/>
                <a:gd name="connsiteY1830" fmla="*/ 559014 h 1209830"/>
                <a:gd name="connsiteX1831" fmla="*/ 62295 w 1067208"/>
                <a:gd name="connsiteY1831" fmla="*/ 562293 h 1209830"/>
                <a:gd name="connsiteX1832" fmla="*/ 59016 w 1067208"/>
                <a:gd name="connsiteY1832" fmla="*/ 562293 h 1209830"/>
                <a:gd name="connsiteX1833" fmla="*/ 54098 w 1067208"/>
                <a:gd name="connsiteY1833" fmla="*/ 560653 h 1209830"/>
                <a:gd name="connsiteX1834" fmla="*/ 50820 w 1067208"/>
                <a:gd name="connsiteY1834" fmla="*/ 560653 h 1209830"/>
                <a:gd name="connsiteX1835" fmla="*/ 47541 w 1067208"/>
                <a:gd name="connsiteY1835" fmla="*/ 559014 h 1209830"/>
                <a:gd name="connsiteX1836" fmla="*/ 44262 w 1067208"/>
                <a:gd name="connsiteY1836" fmla="*/ 559014 h 1209830"/>
                <a:gd name="connsiteX1837" fmla="*/ 39344 w 1067208"/>
                <a:gd name="connsiteY1837" fmla="*/ 557374 h 1209830"/>
                <a:gd name="connsiteX1838" fmla="*/ 36065 w 1067208"/>
                <a:gd name="connsiteY1838" fmla="*/ 554096 h 1209830"/>
                <a:gd name="connsiteX1839" fmla="*/ 32787 w 1067208"/>
                <a:gd name="connsiteY1839" fmla="*/ 552457 h 1209830"/>
                <a:gd name="connsiteX1840" fmla="*/ 27868 w 1067208"/>
                <a:gd name="connsiteY1840" fmla="*/ 549178 h 1209830"/>
                <a:gd name="connsiteX1841" fmla="*/ 24590 w 1067208"/>
                <a:gd name="connsiteY1841" fmla="*/ 547539 h 1209830"/>
                <a:gd name="connsiteX1842" fmla="*/ 21311 w 1067208"/>
                <a:gd name="connsiteY1842" fmla="*/ 544260 h 1209830"/>
                <a:gd name="connsiteX1843" fmla="*/ 18033 w 1067208"/>
                <a:gd name="connsiteY1843" fmla="*/ 540981 h 1209830"/>
                <a:gd name="connsiteX1844" fmla="*/ 18033 w 1067208"/>
                <a:gd name="connsiteY1844" fmla="*/ 540981 h 1209830"/>
                <a:gd name="connsiteX1845" fmla="*/ 18033 w 1067208"/>
                <a:gd name="connsiteY1845" fmla="*/ 536063 h 1209830"/>
                <a:gd name="connsiteX1846" fmla="*/ 14754 w 1067208"/>
                <a:gd name="connsiteY1846" fmla="*/ 534424 h 1209830"/>
                <a:gd name="connsiteX1847" fmla="*/ 11475 w 1067208"/>
                <a:gd name="connsiteY1847" fmla="*/ 531145 h 1209830"/>
                <a:gd name="connsiteX1848" fmla="*/ 11475 w 1067208"/>
                <a:gd name="connsiteY1848" fmla="*/ 527867 h 1209830"/>
                <a:gd name="connsiteX1849" fmla="*/ 9836 w 1067208"/>
                <a:gd name="connsiteY1849" fmla="*/ 522949 h 1209830"/>
                <a:gd name="connsiteX1850" fmla="*/ 13114 w 1067208"/>
                <a:gd name="connsiteY1850" fmla="*/ 521309 h 1209830"/>
                <a:gd name="connsiteX1851" fmla="*/ 18033 w 1067208"/>
                <a:gd name="connsiteY1851" fmla="*/ 518031 h 1209830"/>
                <a:gd name="connsiteX1852" fmla="*/ 21311 w 1067208"/>
                <a:gd name="connsiteY1852" fmla="*/ 514752 h 1209830"/>
                <a:gd name="connsiteX1853" fmla="*/ 22951 w 1067208"/>
                <a:gd name="connsiteY1853" fmla="*/ 513112 h 1209830"/>
                <a:gd name="connsiteX1854" fmla="*/ 21311 w 1067208"/>
                <a:gd name="connsiteY1854" fmla="*/ 513112 h 1209830"/>
                <a:gd name="connsiteX1855" fmla="*/ 18033 w 1067208"/>
                <a:gd name="connsiteY1855" fmla="*/ 514752 h 1209830"/>
                <a:gd name="connsiteX1856" fmla="*/ 14754 w 1067208"/>
                <a:gd name="connsiteY1856" fmla="*/ 518031 h 1209830"/>
                <a:gd name="connsiteX1857" fmla="*/ 9836 w 1067208"/>
                <a:gd name="connsiteY1857" fmla="*/ 519670 h 1209830"/>
                <a:gd name="connsiteX1858" fmla="*/ 8197 w 1067208"/>
                <a:gd name="connsiteY1858" fmla="*/ 522949 h 1209830"/>
                <a:gd name="connsiteX1859" fmla="*/ 3278 w 1067208"/>
                <a:gd name="connsiteY1859" fmla="*/ 526227 h 1209830"/>
                <a:gd name="connsiteX1860" fmla="*/ 0 w 1067208"/>
                <a:gd name="connsiteY1860" fmla="*/ 524588 h 1209830"/>
                <a:gd name="connsiteX1861" fmla="*/ 1639 w 1067208"/>
                <a:gd name="connsiteY1861" fmla="*/ 521309 h 1209830"/>
                <a:gd name="connsiteX1862" fmla="*/ 0 w 1067208"/>
                <a:gd name="connsiteY1862" fmla="*/ 518031 h 1209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</a:cxnLst>
              <a:rect l="l" t="t" r="r" b="b"/>
              <a:pathLst>
                <a:path w="1067208" h="1209830">
                  <a:moveTo>
                    <a:pt x="0" y="518031"/>
                  </a:moveTo>
                  <a:lnTo>
                    <a:pt x="1639" y="513112"/>
                  </a:lnTo>
                  <a:lnTo>
                    <a:pt x="3278" y="509834"/>
                  </a:lnTo>
                  <a:lnTo>
                    <a:pt x="6557" y="509834"/>
                  </a:lnTo>
                  <a:lnTo>
                    <a:pt x="11475" y="508194"/>
                  </a:lnTo>
                  <a:lnTo>
                    <a:pt x="14754" y="508194"/>
                  </a:lnTo>
                  <a:lnTo>
                    <a:pt x="18033" y="508194"/>
                  </a:lnTo>
                  <a:lnTo>
                    <a:pt x="19672" y="504916"/>
                  </a:lnTo>
                  <a:lnTo>
                    <a:pt x="19672" y="501637"/>
                  </a:lnTo>
                  <a:lnTo>
                    <a:pt x="19672" y="496719"/>
                  </a:lnTo>
                  <a:lnTo>
                    <a:pt x="19672" y="493440"/>
                  </a:lnTo>
                  <a:lnTo>
                    <a:pt x="19672" y="493440"/>
                  </a:lnTo>
                  <a:lnTo>
                    <a:pt x="22951" y="495080"/>
                  </a:lnTo>
                  <a:lnTo>
                    <a:pt x="26229" y="493440"/>
                  </a:lnTo>
                  <a:lnTo>
                    <a:pt x="29508" y="495080"/>
                  </a:lnTo>
                  <a:lnTo>
                    <a:pt x="31147" y="495080"/>
                  </a:lnTo>
                  <a:lnTo>
                    <a:pt x="36065" y="495080"/>
                  </a:lnTo>
                  <a:lnTo>
                    <a:pt x="37705" y="495080"/>
                  </a:lnTo>
                  <a:lnTo>
                    <a:pt x="40983" y="495080"/>
                  </a:lnTo>
                  <a:lnTo>
                    <a:pt x="44262" y="495080"/>
                  </a:lnTo>
                  <a:lnTo>
                    <a:pt x="49180" y="495080"/>
                  </a:lnTo>
                  <a:lnTo>
                    <a:pt x="52458" y="495080"/>
                  </a:lnTo>
                  <a:lnTo>
                    <a:pt x="55737" y="498359"/>
                  </a:lnTo>
                  <a:lnTo>
                    <a:pt x="59016" y="499998"/>
                  </a:lnTo>
                  <a:lnTo>
                    <a:pt x="62295" y="499998"/>
                  </a:lnTo>
                  <a:lnTo>
                    <a:pt x="67213" y="499998"/>
                  </a:lnTo>
                  <a:lnTo>
                    <a:pt x="68852" y="498359"/>
                  </a:lnTo>
                  <a:lnTo>
                    <a:pt x="68852" y="498359"/>
                  </a:lnTo>
                  <a:lnTo>
                    <a:pt x="70491" y="493440"/>
                  </a:lnTo>
                  <a:lnTo>
                    <a:pt x="73770" y="491801"/>
                  </a:lnTo>
                  <a:lnTo>
                    <a:pt x="78688" y="491801"/>
                  </a:lnTo>
                  <a:lnTo>
                    <a:pt x="81967" y="488522"/>
                  </a:lnTo>
                  <a:lnTo>
                    <a:pt x="85245" y="488522"/>
                  </a:lnTo>
                  <a:lnTo>
                    <a:pt x="88524" y="491801"/>
                  </a:lnTo>
                  <a:lnTo>
                    <a:pt x="90164" y="495080"/>
                  </a:lnTo>
                  <a:lnTo>
                    <a:pt x="93442" y="496719"/>
                  </a:lnTo>
                  <a:lnTo>
                    <a:pt x="96721" y="496719"/>
                  </a:lnTo>
                  <a:lnTo>
                    <a:pt x="100000" y="491801"/>
                  </a:lnTo>
                  <a:lnTo>
                    <a:pt x="103278" y="491801"/>
                  </a:lnTo>
                  <a:lnTo>
                    <a:pt x="106557" y="488522"/>
                  </a:lnTo>
                  <a:lnTo>
                    <a:pt x="103278" y="486883"/>
                  </a:lnTo>
                  <a:lnTo>
                    <a:pt x="103278" y="483604"/>
                  </a:lnTo>
                  <a:lnTo>
                    <a:pt x="101639" y="480326"/>
                  </a:lnTo>
                  <a:lnTo>
                    <a:pt x="104917" y="477047"/>
                  </a:lnTo>
                  <a:lnTo>
                    <a:pt x="103278" y="473768"/>
                  </a:lnTo>
                  <a:lnTo>
                    <a:pt x="101639" y="470490"/>
                  </a:lnTo>
                  <a:lnTo>
                    <a:pt x="98360" y="465572"/>
                  </a:lnTo>
                  <a:lnTo>
                    <a:pt x="98360" y="462293"/>
                  </a:lnTo>
                  <a:lnTo>
                    <a:pt x="96721" y="459014"/>
                  </a:lnTo>
                  <a:lnTo>
                    <a:pt x="95081" y="455736"/>
                  </a:lnTo>
                  <a:lnTo>
                    <a:pt x="91803" y="452457"/>
                  </a:lnTo>
                  <a:lnTo>
                    <a:pt x="88524" y="447539"/>
                  </a:lnTo>
                  <a:lnTo>
                    <a:pt x="85245" y="444260"/>
                  </a:lnTo>
                  <a:lnTo>
                    <a:pt x="85245" y="440982"/>
                  </a:lnTo>
                  <a:lnTo>
                    <a:pt x="85245" y="436064"/>
                  </a:lnTo>
                  <a:lnTo>
                    <a:pt x="85245" y="432785"/>
                  </a:lnTo>
                  <a:lnTo>
                    <a:pt x="80327" y="431146"/>
                  </a:lnTo>
                  <a:lnTo>
                    <a:pt x="77049" y="432785"/>
                  </a:lnTo>
                  <a:lnTo>
                    <a:pt x="73770" y="432785"/>
                  </a:lnTo>
                  <a:lnTo>
                    <a:pt x="68852" y="431146"/>
                  </a:lnTo>
                  <a:lnTo>
                    <a:pt x="68852" y="431146"/>
                  </a:lnTo>
                  <a:lnTo>
                    <a:pt x="65573" y="427867"/>
                  </a:lnTo>
                  <a:lnTo>
                    <a:pt x="62295" y="422949"/>
                  </a:lnTo>
                  <a:lnTo>
                    <a:pt x="60655" y="419670"/>
                  </a:lnTo>
                  <a:lnTo>
                    <a:pt x="60655" y="416392"/>
                  </a:lnTo>
                  <a:lnTo>
                    <a:pt x="62295" y="411474"/>
                  </a:lnTo>
                  <a:lnTo>
                    <a:pt x="62295" y="408195"/>
                  </a:lnTo>
                  <a:lnTo>
                    <a:pt x="62295" y="404916"/>
                  </a:lnTo>
                  <a:lnTo>
                    <a:pt x="62295" y="399998"/>
                  </a:lnTo>
                  <a:lnTo>
                    <a:pt x="62295" y="396720"/>
                  </a:lnTo>
                  <a:lnTo>
                    <a:pt x="59016" y="393441"/>
                  </a:lnTo>
                  <a:lnTo>
                    <a:pt x="55737" y="391802"/>
                  </a:lnTo>
                  <a:lnTo>
                    <a:pt x="54098" y="393441"/>
                  </a:lnTo>
                  <a:lnTo>
                    <a:pt x="52458" y="393441"/>
                  </a:lnTo>
                  <a:lnTo>
                    <a:pt x="49180" y="393441"/>
                  </a:lnTo>
                  <a:lnTo>
                    <a:pt x="45901" y="391802"/>
                  </a:lnTo>
                  <a:lnTo>
                    <a:pt x="40983" y="388523"/>
                  </a:lnTo>
                  <a:lnTo>
                    <a:pt x="37705" y="386884"/>
                  </a:lnTo>
                  <a:lnTo>
                    <a:pt x="34426" y="383605"/>
                  </a:lnTo>
                  <a:lnTo>
                    <a:pt x="34426" y="380326"/>
                  </a:lnTo>
                  <a:lnTo>
                    <a:pt x="34426" y="377047"/>
                  </a:lnTo>
                  <a:lnTo>
                    <a:pt x="34426" y="372130"/>
                  </a:lnTo>
                  <a:lnTo>
                    <a:pt x="34426" y="368851"/>
                  </a:lnTo>
                  <a:lnTo>
                    <a:pt x="37705" y="365572"/>
                  </a:lnTo>
                  <a:lnTo>
                    <a:pt x="40983" y="360654"/>
                  </a:lnTo>
                  <a:lnTo>
                    <a:pt x="44262" y="357375"/>
                  </a:lnTo>
                  <a:lnTo>
                    <a:pt x="45901" y="354097"/>
                  </a:lnTo>
                  <a:lnTo>
                    <a:pt x="49180" y="349179"/>
                  </a:lnTo>
                  <a:lnTo>
                    <a:pt x="50820" y="345900"/>
                  </a:lnTo>
                  <a:lnTo>
                    <a:pt x="50820" y="342622"/>
                  </a:lnTo>
                  <a:lnTo>
                    <a:pt x="52458" y="339343"/>
                  </a:lnTo>
                  <a:lnTo>
                    <a:pt x="54098" y="336064"/>
                  </a:lnTo>
                  <a:lnTo>
                    <a:pt x="57377" y="332785"/>
                  </a:lnTo>
                  <a:lnTo>
                    <a:pt x="62295" y="329507"/>
                  </a:lnTo>
                  <a:lnTo>
                    <a:pt x="65573" y="329507"/>
                  </a:lnTo>
                  <a:lnTo>
                    <a:pt x="68852" y="332785"/>
                  </a:lnTo>
                  <a:lnTo>
                    <a:pt x="72131" y="336064"/>
                  </a:lnTo>
                  <a:lnTo>
                    <a:pt x="73770" y="339343"/>
                  </a:lnTo>
                  <a:lnTo>
                    <a:pt x="77049" y="342622"/>
                  </a:lnTo>
                  <a:lnTo>
                    <a:pt x="78688" y="344261"/>
                  </a:lnTo>
                  <a:lnTo>
                    <a:pt x="83606" y="342622"/>
                  </a:lnTo>
                  <a:lnTo>
                    <a:pt x="86885" y="340982"/>
                  </a:lnTo>
                  <a:lnTo>
                    <a:pt x="90164" y="339343"/>
                  </a:lnTo>
                  <a:lnTo>
                    <a:pt x="93442" y="337703"/>
                  </a:lnTo>
                  <a:lnTo>
                    <a:pt x="98360" y="336064"/>
                  </a:lnTo>
                  <a:lnTo>
                    <a:pt x="101639" y="336064"/>
                  </a:lnTo>
                  <a:lnTo>
                    <a:pt x="104917" y="336064"/>
                  </a:lnTo>
                  <a:lnTo>
                    <a:pt x="109835" y="336064"/>
                  </a:lnTo>
                  <a:lnTo>
                    <a:pt x="113114" y="334425"/>
                  </a:lnTo>
                  <a:lnTo>
                    <a:pt x="116393" y="329507"/>
                  </a:lnTo>
                  <a:lnTo>
                    <a:pt x="116393" y="326228"/>
                  </a:lnTo>
                  <a:lnTo>
                    <a:pt x="118032" y="322950"/>
                  </a:lnTo>
                  <a:lnTo>
                    <a:pt x="121311" y="318031"/>
                  </a:lnTo>
                  <a:lnTo>
                    <a:pt x="124590" y="314753"/>
                  </a:lnTo>
                  <a:lnTo>
                    <a:pt x="126229" y="311474"/>
                  </a:lnTo>
                  <a:lnTo>
                    <a:pt x="126229" y="306556"/>
                  </a:lnTo>
                  <a:lnTo>
                    <a:pt x="126229" y="303277"/>
                  </a:lnTo>
                  <a:lnTo>
                    <a:pt x="127869" y="299999"/>
                  </a:lnTo>
                  <a:lnTo>
                    <a:pt x="132786" y="295081"/>
                  </a:lnTo>
                  <a:lnTo>
                    <a:pt x="136065" y="293441"/>
                  </a:lnTo>
                  <a:lnTo>
                    <a:pt x="139343" y="290163"/>
                  </a:lnTo>
                  <a:lnTo>
                    <a:pt x="142622" y="286884"/>
                  </a:lnTo>
                  <a:lnTo>
                    <a:pt x="147540" y="285245"/>
                  </a:lnTo>
                  <a:lnTo>
                    <a:pt x="149180" y="281966"/>
                  </a:lnTo>
                  <a:lnTo>
                    <a:pt x="150819" y="278687"/>
                  </a:lnTo>
                  <a:lnTo>
                    <a:pt x="152459" y="273769"/>
                  </a:lnTo>
                  <a:lnTo>
                    <a:pt x="154098" y="270491"/>
                  </a:lnTo>
                  <a:lnTo>
                    <a:pt x="155736" y="267212"/>
                  </a:lnTo>
                  <a:lnTo>
                    <a:pt x="157376" y="262294"/>
                  </a:lnTo>
                  <a:lnTo>
                    <a:pt x="157376" y="259015"/>
                  </a:lnTo>
                  <a:lnTo>
                    <a:pt x="157376" y="254097"/>
                  </a:lnTo>
                  <a:lnTo>
                    <a:pt x="157376" y="254097"/>
                  </a:lnTo>
                  <a:lnTo>
                    <a:pt x="159015" y="250819"/>
                  </a:lnTo>
                  <a:lnTo>
                    <a:pt x="159015" y="247540"/>
                  </a:lnTo>
                  <a:lnTo>
                    <a:pt x="162294" y="242622"/>
                  </a:lnTo>
                  <a:lnTo>
                    <a:pt x="163933" y="242622"/>
                  </a:lnTo>
                  <a:lnTo>
                    <a:pt x="167212" y="240983"/>
                  </a:lnTo>
                  <a:lnTo>
                    <a:pt x="172130" y="239343"/>
                  </a:lnTo>
                  <a:lnTo>
                    <a:pt x="175409" y="237704"/>
                  </a:lnTo>
                  <a:lnTo>
                    <a:pt x="177049" y="236065"/>
                  </a:lnTo>
                  <a:lnTo>
                    <a:pt x="178688" y="234425"/>
                  </a:lnTo>
                  <a:lnTo>
                    <a:pt x="177049" y="229507"/>
                  </a:lnTo>
                  <a:lnTo>
                    <a:pt x="177049" y="229507"/>
                  </a:lnTo>
                  <a:lnTo>
                    <a:pt x="175409" y="227868"/>
                  </a:lnTo>
                  <a:lnTo>
                    <a:pt x="172130" y="226229"/>
                  </a:lnTo>
                  <a:lnTo>
                    <a:pt x="173770" y="226229"/>
                  </a:lnTo>
                  <a:lnTo>
                    <a:pt x="175409" y="222950"/>
                  </a:lnTo>
                  <a:lnTo>
                    <a:pt x="178688" y="218032"/>
                  </a:lnTo>
                  <a:lnTo>
                    <a:pt x="180327" y="214753"/>
                  </a:lnTo>
                  <a:lnTo>
                    <a:pt x="181966" y="211475"/>
                  </a:lnTo>
                  <a:lnTo>
                    <a:pt x="185245" y="208196"/>
                  </a:lnTo>
                  <a:lnTo>
                    <a:pt x="185245" y="204917"/>
                  </a:lnTo>
                  <a:lnTo>
                    <a:pt x="188523" y="203278"/>
                  </a:lnTo>
                  <a:lnTo>
                    <a:pt x="193442" y="199999"/>
                  </a:lnTo>
                  <a:lnTo>
                    <a:pt x="193442" y="198360"/>
                  </a:lnTo>
                  <a:lnTo>
                    <a:pt x="193442" y="198360"/>
                  </a:lnTo>
                  <a:lnTo>
                    <a:pt x="193442" y="196720"/>
                  </a:lnTo>
                  <a:lnTo>
                    <a:pt x="195081" y="196720"/>
                  </a:lnTo>
                  <a:lnTo>
                    <a:pt x="196720" y="196720"/>
                  </a:lnTo>
                  <a:lnTo>
                    <a:pt x="198360" y="195081"/>
                  </a:lnTo>
                  <a:lnTo>
                    <a:pt x="193442" y="193442"/>
                  </a:lnTo>
                  <a:lnTo>
                    <a:pt x="191802" y="191803"/>
                  </a:lnTo>
                  <a:lnTo>
                    <a:pt x="191802" y="188524"/>
                  </a:lnTo>
                  <a:lnTo>
                    <a:pt x="191802" y="185245"/>
                  </a:lnTo>
                  <a:lnTo>
                    <a:pt x="191802" y="181966"/>
                  </a:lnTo>
                  <a:lnTo>
                    <a:pt x="193442" y="177048"/>
                  </a:lnTo>
                  <a:lnTo>
                    <a:pt x="191802" y="173770"/>
                  </a:lnTo>
                  <a:lnTo>
                    <a:pt x="190163" y="172130"/>
                  </a:lnTo>
                  <a:lnTo>
                    <a:pt x="190163" y="170491"/>
                  </a:lnTo>
                  <a:lnTo>
                    <a:pt x="186884" y="167213"/>
                  </a:lnTo>
                  <a:lnTo>
                    <a:pt x="186884" y="165573"/>
                  </a:lnTo>
                  <a:lnTo>
                    <a:pt x="186884" y="162294"/>
                  </a:lnTo>
                  <a:lnTo>
                    <a:pt x="190163" y="159016"/>
                  </a:lnTo>
                  <a:lnTo>
                    <a:pt x="195081" y="157376"/>
                  </a:lnTo>
                  <a:lnTo>
                    <a:pt x="198360" y="152458"/>
                  </a:lnTo>
                  <a:lnTo>
                    <a:pt x="201639" y="150819"/>
                  </a:lnTo>
                  <a:lnTo>
                    <a:pt x="201639" y="150819"/>
                  </a:lnTo>
                  <a:lnTo>
                    <a:pt x="204917" y="150819"/>
                  </a:lnTo>
                  <a:lnTo>
                    <a:pt x="208195" y="149180"/>
                  </a:lnTo>
                  <a:lnTo>
                    <a:pt x="213113" y="145901"/>
                  </a:lnTo>
                  <a:lnTo>
                    <a:pt x="213113" y="142622"/>
                  </a:lnTo>
                  <a:lnTo>
                    <a:pt x="211474" y="139344"/>
                  </a:lnTo>
                  <a:lnTo>
                    <a:pt x="209835" y="137704"/>
                  </a:lnTo>
                  <a:lnTo>
                    <a:pt x="204917" y="136065"/>
                  </a:lnTo>
                  <a:lnTo>
                    <a:pt x="201639" y="134426"/>
                  </a:lnTo>
                  <a:lnTo>
                    <a:pt x="198360" y="134426"/>
                  </a:lnTo>
                  <a:lnTo>
                    <a:pt x="195081" y="134426"/>
                  </a:lnTo>
                  <a:lnTo>
                    <a:pt x="190163" y="134426"/>
                  </a:lnTo>
                  <a:lnTo>
                    <a:pt x="186884" y="132786"/>
                  </a:lnTo>
                  <a:lnTo>
                    <a:pt x="185245" y="129508"/>
                  </a:lnTo>
                  <a:lnTo>
                    <a:pt x="185245" y="127868"/>
                  </a:lnTo>
                  <a:lnTo>
                    <a:pt x="183605" y="127868"/>
                  </a:lnTo>
                  <a:lnTo>
                    <a:pt x="183605" y="124590"/>
                  </a:lnTo>
                  <a:lnTo>
                    <a:pt x="181966" y="119672"/>
                  </a:lnTo>
                  <a:lnTo>
                    <a:pt x="178688" y="121311"/>
                  </a:lnTo>
                  <a:lnTo>
                    <a:pt x="178688" y="121311"/>
                  </a:lnTo>
                  <a:lnTo>
                    <a:pt x="173770" y="119672"/>
                  </a:lnTo>
                  <a:lnTo>
                    <a:pt x="170491" y="118032"/>
                  </a:lnTo>
                  <a:lnTo>
                    <a:pt x="170491" y="116393"/>
                  </a:lnTo>
                  <a:lnTo>
                    <a:pt x="170491" y="113114"/>
                  </a:lnTo>
                  <a:lnTo>
                    <a:pt x="167212" y="109836"/>
                  </a:lnTo>
                  <a:lnTo>
                    <a:pt x="163933" y="108196"/>
                  </a:lnTo>
                  <a:lnTo>
                    <a:pt x="160655" y="104918"/>
                  </a:lnTo>
                  <a:lnTo>
                    <a:pt x="159015" y="104918"/>
                  </a:lnTo>
                  <a:lnTo>
                    <a:pt x="155736" y="101639"/>
                  </a:lnTo>
                  <a:lnTo>
                    <a:pt x="155736" y="96721"/>
                  </a:lnTo>
                  <a:lnTo>
                    <a:pt x="159015" y="93442"/>
                  </a:lnTo>
                  <a:lnTo>
                    <a:pt x="159015" y="90164"/>
                  </a:lnTo>
                  <a:lnTo>
                    <a:pt x="159015" y="86885"/>
                  </a:lnTo>
                  <a:lnTo>
                    <a:pt x="154098" y="83606"/>
                  </a:lnTo>
                  <a:lnTo>
                    <a:pt x="150819" y="81967"/>
                  </a:lnTo>
                  <a:lnTo>
                    <a:pt x="149180" y="78688"/>
                  </a:lnTo>
                  <a:lnTo>
                    <a:pt x="149180" y="77049"/>
                  </a:lnTo>
                  <a:lnTo>
                    <a:pt x="149180" y="77049"/>
                  </a:lnTo>
                  <a:lnTo>
                    <a:pt x="152459" y="73770"/>
                  </a:lnTo>
                  <a:lnTo>
                    <a:pt x="155736" y="72131"/>
                  </a:lnTo>
                  <a:lnTo>
                    <a:pt x="159015" y="68852"/>
                  </a:lnTo>
                  <a:lnTo>
                    <a:pt x="157376" y="65573"/>
                  </a:lnTo>
                  <a:lnTo>
                    <a:pt x="154098" y="65573"/>
                  </a:lnTo>
                  <a:lnTo>
                    <a:pt x="150819" y="65573"/>
                  </a:lnTo>
                  <a:lnTo>
                    <a:pt x="149180" y="65573"/>
                  </a:lnTo>
                  <a:lnTo>
                    <a:pt x="145901" y="65573"/>
                  </a:lnTo>
                  <a:lnTo>
                    <a:pt x="142622" y="62295"/>
                  </a:lnTo>
                  <a:lnTo>
                    <a:pt x="142622" y="60656"/>
                  </a:lnTo>
                  <a:lnTo>
                    <a:pt x="145901" y="57377"/>
                  </a:lnTo>
                  <a:lnTo>
                    <a:pt x="144262" y="54098"/>
                  </a:lnTo>
                  <a:lnTo>
                    <a:pt x="140983" y="52459"/>
                  </a:lnTo>
                  <a:lnTo>
                    <a:pt x="137704" y="50820"/>
                  </a:lnTo>
                  <a:lnTo>
                    <a:pt x="137704" y="47541"/>
                  </a:lnTo>
                  <a:lnTo>
                    <a:pt x="137704" y="44262"/>
                  </a:lnTo>
                  <a:lnTo>
                    <a:pt x="140983" y="39344"/>
                  </a:lnTo>
                  <a:lnTo>
                    <a:pt x="140983" y="36066"/>
                  </a:lnTo>
                  <a:lnTo>
                    <a:pt x="145901" y="36066"/>
                  </a:lnTo>
                  <a:lnTo>
                    <a:pt x="149180" y="32787"/>
                  </a:lnTo>
                  <a:lnTo>
                    <a:pt x="152459" y="31148"/>
                  </a:lnTo>
                  <a:lnTo>
                    <a:pt x="155736" y="31148"/>
                  </a:lnTo>
                  <a:lnTo>
                    <a:pt x="159015" y="32787"/>
                  </a:lnTo>
                  <a:lnTo>
                    <a:pt x="162294" y="34426"/>
                  </a:lnTo>
                  <a:lnTo>
                    <a:pt x="167212" y="36066"/>
                  </a:lnTo>
                  <a:lnTo>
                    <a:pt x="170491" y="36066"/>
                  </a:lnTo>
                  <a:lnTo>
                    <a:pt x="173770" y="36066"/>
                  </a:lnTo>
                  <a:lnTo>
                    <a:pt x="173770" y="36066"/>
                  </a:lnTo>
                  <a:lnTo>
                    <a:pt x="178688" y="37705"/>
                  </a:lnTo>
                  <a:lnTo>
                    <a:pt x="180327" y="37705"/>
                  </a:lnTo>
                  <a:lnTo>
                    <a:pt x="185245" y="39344"/>
                  </a:lnTo>
                  <a:lnTo>
                    <a:pt x="188523" y="39344"/>
                  </a:lnTo>
                  <a:lnTo>
                    <a:pt x="188523" y="39344"/>
                  </a:lnTo>
                  <a:lnTo>
                    <a:pt x="193442" y="40983"/>
                  </a:lnTo>
                  <a:lnTo>
                    <a:pt x="196720" y="42623"/>
                  </a:lnTo>
                  <a:lnTo>
                    <a:pt x="199999" y="42623"/>
                  </a:lnTo>
                  <a:lnTo>
                    <a:pt x="203278" y="44262"/>
                  </a:lnTo>
                  <a:lnTo>
                    <a:pt x="208195" y="44262"/>
                  </a:lnTo>
                  <a:lnTo>
                    <a:pt x="211474" y="39344"/>
                  </a:lnTo>
                  <a:lnTo>
                    <a:pt x="214753" y="37705"/>
                  </a:lnTo>
                  <a:lnTo>
                    <a:pt x="218032" y="36066"/>
                  </a:lnTo>
                  <a:lnTo>
                    <a:pt x="219671" y="37705"/>
                  </a:lnTo>
                  <a:lnTo>
                    <a:pt x="222950" y="36066"/>
                  </a:lnTo>
                  <a:lnTo>
                    <a:pt x="224589" y="36066"/>
                  </a:lnTo>
                  <a:lnTo>
                    <a:pt x="224589" y="34426"/>
                  </a:lnTo>
                  <a:lnTo>
                    <a:pt x="229507" y="32787"/>
                  </a:lnTo>
                  <a:lnTo>
                    <a:pt x="232786" y="32787"/>
                  </a:lnTo>
                  <a:lnTo>
                    <a:pt x="236064" y="32787"/>
                  </a:lnTo>
                  <a:lnTo>
                    <a:pt x="239343" y="32787"/>
                  </a:lnTo>
                  <a:lnTo>
                    <a:pt x="240982" y="29508"/>
                  </a:lnTo>
                  <a:lnTo>
                    <a:pt x="242622" y="24590"/>
                  </a:lnTo>
                  <a:lnTo>
                    <a:pt x="244261" y="26229"/>
                  </a:lnTo>
                  <a:lnTo>
                    <a:pt x="245900" y="26229"/>
                  </a:lnTo>
                  <a:lnTo>
                    <a:pt x="245900" y="26229"/>
                  </a:lnTo>
                  <a:lnTo>
                    <a:pt x="245900" y="26229"/>
                  </a:lnTo>
                  <a:lnTo>
                    <a:pt x="249179" y="21311"/>
                  </a:lnTo>
                  <a:lnTo>
                    <a:pt x="249179" y="21311"/>
                  </a:lnTo>
                  <a:lnTo>
                    <a:pt x="247540" y="18033"/>
                  </a:lnTo>
                  <a:lnTo>
                    <a:pt x="249179" y="16393"/>
                  </a:lnTo>
                  <a:lnTo>
                    <a:pt x="252458" y="14754"/>
                  </a:lnTo>
                  <a:lnTo>
                    <a:pt x="257376" y="11476"/>
                  </a:lnTo>
                  <a:lnTo>
                    <a:pt x="260654" y="8197"/>
                  </a:lnTo>
                  <a:lnTo>
                    <a:pt x="265572" y="4918"/>
                  </a:lnTo>
                  <a:lnTo>
                    <a:pt x="268851" y="3279"/>
                  </a:lnTo>
                  <a:lnTo>
                    <a:pt x="272130" y="0"/>
                  </a:lnTo>
                  <a:lnTo>
                    <a:pt x="275409" y="3279"/>
                  </a:lnTo>
                  <a:lnTo>
                    <a:pt x="278687" y="0"/>
                  </a:lnTo>
                  <a:lnTo>
                    <a:pt x="281966" y="3279"/>
                  </a:lnTo>
                  <a:lnTo>
                    <a:pt x="281966" y="6557"/>
                  </a:lnTo>
                  <a:lnTo>
                    <a:pt x="281966" y="6557"/>
                  </a:lnTo>
                  <a:lnTo>
                    <a:pt x="281966" y="8197"/>
                  </a:lnTo>
                  <a:lnTo>
                    <a:pt x="281966" y="9836"/>
                  </a:lnTo>
                  <a:lnTo>
                    <a:pt x="285245" y="14754"/>
                  </a:lnTo>
                  <a:lnTo>
                    <a:pt x="288523" y="18033"/>
                  </a:lnTo>
                  <a:lnTo>
                    <a:pt x="290162" y="21311"/>
                  </a:lnTo>
                  <a:lnTo>
                    <a:pt x="290162" y="24590"/>
                  </a:lnTo>
                  <a:lnTo>
                    <a:pt x="291802" y="24590"/>
                  </a:lnTo>
                  <a:lnTo>
                    <a:pt x="293441" y="27869"/>
                  </a:lnTo>
                  <a:lnTo>
                    <a:pt x="295080" y="31148"/>
                  </a:lnTo>
                  <a:lnTo>
                    <a:pt x="296720" y="36066"/>
                  </a:lnTo>
                  <a:lnTo>
                    <a:pt x="299999" y="39344"/>
                  </a:lnTo>
                  <a:lnTo>
                    <a:pt x="303277" y="39344"/>
                  </a:lnTo>
                  <a:lnTo>
                    <a:pt x="304917" y="40983"/>
                  </a:lnTo>
                  <a:lnTo>
                    <a:pt x="308196" y="40983"/>
                  </a:lnTo>
                  <a:lnTo>
                    <a:pt x="311473" y="40983"/>
                  </a:lnTo>
                  <a:lnTo>
                    <a:pt x="314752" y="42623"/>
                  </a:lnTo>
                  <a:lnTo>
                    <a:pt x="319670" y="45901"/>
                  </a:lnTo>
                  <a:lnTo>
                    <a:pt x="321310" y="47541"/>
                  </a:lnTo>
                  <a:lnTo>
                    <a:pt x="322949" y="49180"/>
                  </a:lnTo>
                  <a:lnTo>
                    <a:pt x="326228" y="50820"/>
                  </a:lnTo>
                  <a:lnTo>
                    <a:pt x="327867" y="52459"/>
                  </a:lnTo>
                  <a:lnTo>
                    <a:pt x="327867" y="54098"/>
                  </a:lnTo>
                  <a:lnTo>
                    <a:pt x="327867" y="57377"/>
                  </a:lnTo>
                  <a:lnTo>
                    <a:pt x="324589" y="60656"/>
                  </a:lnTo>
                  <a:lnTo>
                    <a:pt x="319670" y="62295"/>
                  </a:lnTo>
                  <a:lnTo>
                    <a:pt x="321310" y="65573"/>
                  </a:lnTo>
                  <a:lnTo>
                    <a:pt x="322949" y="68852"/>
                  </a:lnTo>
                  <a:lnTo>
                    <a:pt x="322949" y="70492"/>
                  </a:lnTo>
                  <a:lnTo>
                    <a:pt x="324589" y="73770"/>
                  </a:lnTo>
                  <a:lnTo>
                    <a:pt x="326228" y="77049"/>
                  </a:lnTo>
                  <a:lnTo>
                    <a:pt x="326228" y="80328"/>
                  </a:lnTo>
                  <a:lnTo>
                    <a:pt x="326228" y="80328"/>
                  </a:lnTo>
                  <a:lnTo>
                    <a:pt x="326228" y="81967"/>
                  </a:lnTo>
                  <a:lnTo>
                    <a:pt x="327867" y="85246"/>
                  </a:lnTo>
                  <a:lnTo>
                    <a:pt x="327867" y="85246"/>
                  </a:lnTo>
                  <a:lnTo>
                    <a:pt x="329507" y="90164"/>
                  </a:lnTo>
                  <a:lnTo>
                    <a:pt x="334425" y="91803"/>
                  </a:lnTo>
                  <a:lnTo>
                    <a:pt x="336064" y="95082"/>
                  </a:lnTo>
                  <a:lnTo>
                    <a:pt x="339342" y="96721"/>
                  </a:lnTo>
                  <a:lnTo>
                    <a:pt x="344260" y="100000"/>
                  </a:lnTo>
                  <a:lnTo>
                    <a:pt x="344260" y="100000"/>
                  </a:lnTo>
                  <a:lnTo>
                    <a:pt x="345900" y="100000"/>
                  </a:lnTo>
                  <a:lnTo>
                    <a:pt x="349179" y="101639"/>
                  </a:lnTo>
                  <a:lnTo>
                    <a:pt x="352457" y="101639"/>
                  </a:lnTo>
                  <a:lnTo>
                    <a:pt x="352457" y="106557"/>
                  </a:lnTo>
                  <a:lnTo>
                    <a:pt x="352457" y="109836"/>
                  </a:lnTo>
                  <a:lnTo>
                    <a:pt x="355736" y="113114"/>
                  </a:lnTo>
                  <a:lnTo>
                    <a:pt x="359015" y="116393"/>
                  </a:lnTo>
                  <a:lnTo>
                    <a:pt x="362294" y="121311"/>
                  </a:lnTo>
                  <a:lnTo>
                    <a:pt x="362294" y="124590"/>
                  </a:lnTo>
                  <a:lnTo>
                    <a:pt x="362294" y="126229"/>
                  </a:lnTo>
                  <a:lnTo>
                    <a:pt x="359015" y="129508"/>
                  </a:lnTo>
                  <a:lnTo>
                    <a:pt x="357376" y="131147"/>
                  </a:lnTo>
                  <a:lnTo>
                    <a:pt x="354097" y="131147"/>
                  </a:lnTo>
                  <a:lnTo>
                    <a:pt x="352457" y="131147"/>
                  </a:lnTo>
                  <a:lnTo>
                    <a:pt x="349179" y="134426"/>
                  </a:lnTo>
                  <a:lnTo>
                    <a:pt x="349179" y="137704"/>
                  </a:lnTo>
                  <a:lnTo>
                    <a:pt x="345900" y="137704"/>
                  </a:lnTo>
                  <a:lnTo>
                    <a:pt x="342621" y="137704"/>
                  </a:lnTo>
                  <a:lnTo>
                    <a:pt x="337703" y="134426"/>
                  </a:lnTo>
                  <a:lnTo>
                    <a:pt x="336064" y="131147"/>
                  </a:lnTo>
                  <a:lnTo>
                    <a:pt x="336064" y="126229"/>
                  </a:lnTo>
                  <a:lnTo>
                    <a:pt x="332786" y="126229"/>
                  </a:lnTo>
                  <a:lnTo>
                    <a:pt x="329507" y="129508"/>
                  </a:lnTo>
                  <a:lnTo>
                    <a:pt x="329507" y="129508"/>
                  </a:lnTo>
                  <a:lnTo>
                    <a:pt x="326228" y="127868"/>
                  </a:lnTo>
                  <a:lnTo>
                    <a:pt x="322949" y="131147"/>
                  </a:lnTo>
                  <a:lnTo>
                    <a:pt x="322949" y="132786"/>
                  </a:lnTo>
                  <a:lnTo>
                    <a:pt x="326228" y="136065"/>
                  </a:lnTo>
                  <a:lnTo>
                    <a:pt x="326228" y="139344"/>
                  </a:lnTo>
                  <a:lnTo>
                    <a:pt x="327867" y="144262"/>
                  </a:lnTo>
                  <a:lnTo>
                    <a:pt x="327867" y="144262"/>
                  </a:lnTo>
                  <a:lnTo>
                    <a:pt x="332786" y="147540"/>
                  </a:lnTo>
                  <a:lnTo>
                    <a:pt x="336064" y="150819"/>
                  </a:lnTo>
                  <a:lnTo>
                    <a:pt x="336064" y="152458"/>
                  </a:lnTo>
                  <a:lnTo>
                    <a:pt x="339342" y="154098"/>
                  </a:lnTo>
                  <a:lnTo>
                    <a:pt x="340982" y="159016"/>
                  </a:lnTo>
                  <a:lnTo>
                    <a:pt x="340982" y="160655"/>
                  </a:lnTo>
                  <a:lnTo>
                    <a:pt x="340982" y="162294"/>
                  </a:lnTo>
                  <a:lnTo>
                    <a:pt x="339342" y="162294"/>
                  </a:lnTo>
                  <a:lnTo>
                    <a:pt x="340982" y="165573"/>
                  </a:lnTo>
                  <a:lnTo>
                    <a:pt x="345900" y="170491"/>
                  </a:lnTo>
                  <a:lnTo>
                    <a:pt x="345900" y="173770"/>
                  </a:lnTo>
                  <a:lnTo>
                    <a:pt x="344260" y="177048"/>
                  </a:lnTo>
                  <a:lnTo>
                    <a:pt x="345900" y="180327"/>
                  </a:lnTo>
                  <a:lnTo>
                    <a:pt x="347539" y="185245"/>
                  </a:lnTo>
                  <a:lnTo>
                    <a:pt x="350818" y="185245"/>
                  </a:lnTo>
                  <a:lnTo>
                    <a:pt x="354097" y="183606"/>
                  </a:lnTo>
                  <a:lnTo>
                    <a:pt x="355736" y="180327"/>
                  </a:lnTo>
                  <a:lnTo>
                    <a:pt x="359015" y="180327"/>
                  </a:lnTo>
                  <a:lnTo>
                    <a:pt x="360654" y="180327"/>
                  </a:lnTo>
                  <a:lnTo>
                    <a:pt x="363932" y="183606"/>
                  </a:lnTo>
                  <a:lnTo>
                    <a:pt x="365572" y="188524"/>
                  </a:lnTo>
                  <a:lnTo>
                    <a:pt x="367211" y="188524"/>
                  </a:lnTo>
                  <a:lnTo>
                    <a:pt x="368850" y="191803"/>
                  </a:lnTo>
                  <a:lnTo>
                    <a:pt x="372129" y="193442"/>
                  </a:lnTo>
                  <a:lnTo>
                    <a:pt x="372129" y="195081"/>
                  </a:lnTo>
                  <a:lnTo>
                    <a:pt x="375408" y="196720"/>
                  </a:lnTo>
                  <a:lnTo>
                    <a:pt x="380326" y="199999"/>
                  </a:lnTo>
                  <a:lnTo>
                    <a:pt x="383605" y="199999"/>
                  </a:lnTo>
                  <a:lnTo>
                    <a:pt x="386884" y="198360"/>
                  </a:lnTo>
                  <a:lnTo>
                    <a:pt x="391801" y="199999"/>
                  </a:lnTo>
                  <a:lnTo>
                    <a:pt x="393440" y="203278"/>
                  </a:lnTo>
                  <a:lnTo>
                    <a:pt x="396719" y="204917"/>
                  </a:lnTo>
                  <a:lnTo>
                    <a:pt x="399998" y="206557"/>
                  </a:lnTo>
                  <a:lnTo>
                    <a:pt x="403277" y="206557"/>
                  </a:lnTo>
                  <a:lnTo>
                    <a:pt x="406556" y="211475"/>
                  </a:lnTo>
                  <a:lnTo>
                    <a:pt x="406556" y="214753"/>
                  </a:lnTo>
                  <a:lnTo>
                    <a:pt x="406556" y="216393"/>
                  </a:lnTo>
                  <a:lnTo>
                    <a:pt x="409834" y="218032"/>
                  </a:lnTo>
                  <a:lnTo>
                    <a:pt x="413113" y="219671"/>
                  </a:lnTo>
                  <a:lnTo>
                    <a:pt x="416391" y="221310"/>
                  </a:lnTo>
                  <a:lnTo>
                    <a:pt x="421309" y="221310"/>
                  </a:lnTo>
                  <a:lnTo>
                    <a:pt x="424588" y="222950"/>
                  </a:lnTo>
                  <a:lnTo>
                    <a:pt x="427867" y="226229"/>
                  </a:lnTo>
                  <a:lnTo>
                    <a:pt x="432785" y="229507"/>
                  </a:lnTo>
                  <a:lnTo>
                    <a:pt x="436064" y="229507"/>
                  </a:lnTo>
                  <a:lnTo>
                    <a:pt x="439343" y="232786"/>
                  </a:lnTo>
                  <a:lnTo>
                    <a:pt x="437703" y="234425"/>
                  </a:lnTo>
                  <a:lnTo>
                    <a:pt x="434424" y="234425"/>
                  </a:lnTo>
                  <a:lnTo>
                    <a:pt x="432785" y="237704"/>
                  </a:lnTo>
                  <a:lnTo>
                    <a:pt x="431146" y="242622"/>
                  </a:lnTo>
                  <a:lnTo>
                    <a:pt x="429506" y="242622"/>
                  </a:lnTo>
                  <a:lnTo>
                    <a:pt x="427867" y="244261"/>
                  </a:lnTo>
                  <a:lnTo>
                    <a:pt x="424588" y="247540"/>
                  </a:lnTo>
                  <a:lnTo>
                    <a:pt x="422949" y="250819"/>
                  </a:lnTo>
                  <a:lnTo>
                    <a:pt x="419670" y="254097"/>
                  </a:lnTo>
                  <a:lnTo>
                    <a:pt x="421309" y="257376"/>
                  </a:lnTo>
                  <a:lnTo>
                    <a:pt x="421309" y="260655"/>
                  </a:lnTo>
                  <a:lnTo>
                    <a:pt x="419670" y="263933"/>
                  </a:lnTo>
                  <a:lnTo>
                    <a:pt x="419670" y="265573"/>
                  </a:lnTo>
                  <a:lnTo>
                    <a:pt x="418030" y="268851"/>
                  </a:lnTo>
                  <a:lnTo>
                    <a:pt x="419670" y="272130"/>
                  </a:lnTo>
                  <a:lnTo>
                    <a:pt x="419670" y="277048"/>
                  </a:lnTo>
                  <a:lnTo>
                    <a:pt x="419670" y="280327"/>
                  </a:lnTo>
                  <a:lnTo>
                    <a:pt x="416391" y="281966"/>
                  </a:lnTo>
                  <a:lnTo>
                    <a:pt x="416391" y="281966"/>
                  </a:lnTo>
                  <a:lnTo>
                    <a:pt x="416391" y="283605"/>
                  </a:lnTo>
                  <a:lnTo>
                    <a:pt x="416391" y="286884"/>
                  </a:lnTo>
                  <a:lnTo>
                    <a:pt x="414753" y="288523"/>
                  </a:lnTo>
                  <a:lnTo>
                    <a:pt x="413113" y="290163"/>
                  </a:lnTo>
                  <a:lnTo>
                    <a:pt x="416391" y="295081"/>
                  </a:lnTo>
                  <a:lnTo>
                    <a:pt x="418030" y="296720"/>
                  </a:lnTo>
                  <a:lnTo>
                    <a:pt x="422949" y="298359"/>
                  </a:lnTo>
                  <a:lnTo>
                    <a:pt x="426227" y="301638"/>
                  </a:lnTo>
                  <a:lnTo>
                    <a:pt x="429506" y="303277"/>
                  </a:lnTo>
                  <a:lnTo>
                    <a:pt x="432785" y="304917"/>
                  </a:lnTo>
                  <a:lnTo>
                    <a:pt x="432785" y="299999"/>
                  </a:lnTo>
                  <a:lnTo>
                    <a:pt x="436064" y="301638"/>
                  </a:lnTo>
                  <a:lnTo>
                    <a:pt x="439343" y="303277"/>
                  </a:lnTo>
                  <a:lnTo>
                    <a:pt x="442620" y="306556"/>
                  </a:lnTo>
                  <a:lnTo>
                    <a:pt x="447539" y="308195"/>
                  </a:lnTo>
                  <a:lnTo>
                    <a:pt x="450817" y="311474"/>
                  </a:lnTo>
                  <a:lnTo>
                    <a:pt x="454096" y="313113"/>
                  </a:lnTo>
                  <a:lnTo>
                    <a:pt x="457375" y="313113"/>
                  </a:lnTo>
                  <a:lnTo>
                    <a:pt x="460654" y="314753"/>
                  </a:lnTo>
                  <a:lnTo>
                    <a:pt x="462293" y="318031"/>
                  </a:lnTo>
                  <a:lnTo>
                    <a:pt x="465572" y="321310"/>
                  </a:lnTo>
                  <a:lnTo>
                    <a:pt x="467210" y="324589"/>
                  </a:lnTo>
                  <a:lnTo>
                    <a:pt x="472129" y="324589"/>
                  </a:lnTo>
                  <a:lnTo>
                    <a:pt x="475407" y="327867"/>
                  </a:lnTo>
                  <a:lnTo>
                    <a:pt x="478686" y="329507"/>
                  </a:lnTo>
                  <a:lnTo>
                    <a:pt x="481965" y="331146"/>
                  </a:lnTo>
                  <a:lnTo>
                    <a:pt x="485244" y="334425"/>
                  </a:lnTo>
                  <a:lnTo>
                    <a:pt x="488523" y="336064"/>
                  </a:lnTo>
                  <a:lnTo>
                    <a:pt x="491801" y="334425"/>
                  </a:lnTo>
                  <a:lnTo>
                    <a:pt x="495079" y="334425"/>
                  </a:lnTo>
                  <a:lnTo>
                    <a:pt x="498358" y="336064"/>
                  </a:lnTo>
                  <a:lnTo>
                    <a:pt x="501637" y="337703"/>
                  </a:lnTo>
                  <a:lnTo>
                    <a:pt x="504916" y="340982"/>
                  </a:lnTo>
                  <a:lnTo>
                    <a:pt x="509834" y="342622"/>
                  </a:lnTo>
                  <a:lnTo>
                    <a:pt x="513113" y="345900"/>
                  </a:lnTo>
                  <a:lnTo>
                    <a:pt x="516391" y="344261"/>
                  </a:lnTo>
                  <a:lnTo>
                    <a:pt x="519669" y="344261"/>
                  </a:lnTo>
                  <a:lnTo>
                    <a:pt x="522948" y="345900"/>
                  </a:lnTo>
                  <a:lnTo>
                    <a:pt x="524587" y="349179"/>
                  </a:lnTo>
                  <a:lnTo>
                    <a:pt x="526227" y="352457"/>
                  </a:lnTo>
                  <a:lnTo>
                    <a:pt x="531145" y="352457"/>
                  </a:lnTo>
                  <a:lnTo>
                    <a:pt x="534424" y="354097"/>
                  </a:lnTo>
                  <a:lnTo>
                    <a:pt x="539342" y="355736"/>
                  </a:lnTo>
                  <a:lnTo>
                    <a:pt x="542621" y="355736"/>
                  </a:lnTo>
                  <a:lnTo>
                    <a:pt x="545899" y="360654"/>
                  </a:lnTo>
                  <a:lnTo>
                    <a:pt x="549177" y="357375"/>
                  </a:lnTo>
                  <a:lnTo>
                    <a:pt x="552456" y="354097"/>
                  </a:lnTo>
                  <a:lnTo>
                    <a:pt x="555735" y="354097"/>
                  </a:lnTo>
                  <a:lnTo>
                    <a:pt x="559014" y="355736"/>
                  </a:lnTo>
                  <a:lnTo>
                    <a:pt x="563932" y="357375"/>
                  </a:lnTo>
                  <a:lnTo>
                    <a:pt x="567211" y="359015"/>
                  </a:lnTo>
                  <a:lnTo>
                    <a:pt x="567211" y="357375"/>
                  </a:lnTo>
                  <a:lnTo>
                    <a:pt x="567211" y="355736"/>
                  </a:lnTo>
                  <a:lnTo>
                    <a:pt x="568850" y="355736"/>
                  </a:lnTo>
                  <a:lnTo>
                    <a:pt x="572128" y="355736"/>
                  </a:lnTo>
                  <a:lnTo>
                    <a:pt x="575407" y="352457"/>
                  </a:lnTo>
                  <a:lnTo>
                    <a:pt x="578686" y="354097"/>
                  </a:lnTo>
                  <a:lnTo>
                    <a:pt x="581964" y="357375"/>
                  </a:lnTo>
                  <a:lnTo>
                    <a:pt x="586883" y="359015"/>
                  </a:lnTo>
                  <a:lnTo>
                    <a:pt x="590161" y="359015"/>
                  </a:lnTo>
                  <a:lnTo>
                    <a:pt x="593440" y="360654"/>
                  </a:lnTo>
                  <a:lnTo>
                    <a:pt x="596719" y="362294"/>
                  </a:lnTo>
                  <a:lnTo>
                    <a:pt x="599997" y="365572"/>
                  </a:lnTo>
                  <a:lnTo>
                    <a:pt x="599997" y="370490"/>
                  </a:lnTo>
                  <a:lnTo>
                    <a:pt x="599997" y="373769"/>
                  </a:lnTo>
                  <a:lnTo>
                    <a:pt x="604915" y="373769"/>
                  </a:lnTo>
                  <a:lnTo>
                    <a:pt x="608194" y="375408"/>
                  </a:lnTo>
                  <a:lnTo>
                    <a:pt x="609833" y="375408"/>
                  </a:lnTo>
                  <a:lnTo>
                    <a:pt x="613112" y="380326"/>
                  </a:lnTo>
                  <a:lnTo>
                    <a:pt x="613112" y="380326"/>
                  </a:lnTo>
                  <a:lnTo>
                    <a:pt x="616391" y="380326"/>
                  </a:lnTo>
                  <a:lnTo>
                    <a:pt x="621309" y="381966"/>
                  </a:lnTo>
                  <a:lnTo>
                    <a:pt x="622947" y="385244"/>
                  </a:lnTo>
                  <a:lnTo>
                    <a:pt x="627866" y="385244"/>
                  </a:lnTo>
                  <a:lnTo>
                    <a:pt x="631144" y="383605"/>
                  </a:lnTo>
                  <a:lnTo>
                    <a:pt x="634423" y="381966"/>
                  </a:lnTo>
                  <a:lnTo>
                    <a:pt x="637702" y="381966"/>
                  </a:lnTo>
                  <a:lnTo>
                    <a:pt x="640981" y="385244"/>
                  </a:lnTo>
                  <a:lnTo>
                    <a:pt x="642620" y="388523"/>
                  </a:lnTo>
                  <a:lnTo>
                    <a:pt x="645899" y="391802"/>
                  </a:lnTo>
                  <a:lnTo>
                    <a:pt x="645899" y="391802"/>
                  </a:lnTo>
                  <a:lnTo>
                    <a:pt x="650816" y="391802"/>
                  </a:lnTo>
                  <a:lnTo>
                    <a:pt x="654095" y="390162"/>
                  </a:lnTo>
                  <a:lnTo>
                    <a:pt x="657374" y="391802"/>
                  </a:lnTo>
                  <a:lnTo>
                    <a:pt x="659013" y="391802"/>
                  </a:lnTo>
                  <a:lnTo>
                    <a:pt x="659013" y="391802"/>
                  </a:lnTo>
                  <a:lnTo>
                    <a:pt x="662292" y="391802"/>
                  </a:lnTo>
                  <a:lnTo>
                    <a:pt x="665571" y="393441"/>
                  </a:lnTo>
                  <a:lnTo>
                    <a:pt x="670489" y="395080"/>
                  </a:lnTo>
                  <a:lnTo>
                    <a:pt x="673768" y="395080"/>
                  </a:lnTo>
                  <a:lnTo>
                    <a:pt x="677046" y="398359"/>
                  </a:lnTo>
                  <a:lnTo>
                    <a:pt x="680324" y="399998"/>
                  </a:lnTo>
                  <a:lnTo>
                    <a:pt x="685243" y="399998"/>
                  </a:lnTo>
                  <a:lnTo>
                    <a:pt x="686882" y="398359"/>
                  </a:lnTo>
                  <a:lnTo>
                    <a:pt x="688521" y="396720"/>
                  </a:lnTo>
                  <a:lnTo>
                    <a:pt x="688521" y="395080"/>
                  </a:lnTo>
                  <a:lnTo>
                    <a:pt x="688521" y="395080"/>
                  </a:lnTo>
                  <a:lnTo>
                    <a:pt x="693440" y="393441"/>
                  </a:lnTo>
                  <a:lnTo>
                    <a:pt x="693440" y="398359"/>
                  </a:lnTo>
                  <a:lnTo>
                    <a:pt x="696718" y="401637"/>
                  </a:lnTo>
                  <a:lnTo>
                    <a:pt x="701636" y="401637"/>
                  </a:lnTo>
                  <a:lnTo>
                    <a:pt x="704914" y="403277"/>
                  </a:lnTo>
                  <a:lnTo>
                    <a:pt x="708193" y="399998"/>
                  </a:lnTo>
                  <a:lnTo>
                    <a:pt x="713111" y="401637"/>
                  </a:lnTo>
                  <a:lnTo>
                    <a:pt x="716390" y="401637"/>
                  </a:lnTo>
                  <a:lnTo>
                    <a:pt x="719669" y="399998"/>
                  </a:lnTo>
                  <a:lnTo>
                    <a:pt x="722948" y="399998"/>
                  </a:lnTo>
                  <a:lnTo>
                    <a:pt x="726227" y="401637"/>
                  </a:lnTo>
                  <a:lnTo>
                    <a:pt x="731144" y="401637"/>
                  </a:lnTo>
                  <a:lnTo>
                    <a:pt x="732783" y="398359"/>
                  </a:lnTo>
                  <a:lnTo>
                    <a:pt x="732783" y="395080"/>
                  </a:lnTo>
                  <a:lnTo>
                    <a:pt x="732783" y="390162"/>
                  </a:lnTo>
                  <a:lnTo>
                    <a:pt x="734423" y="388523"/>
                  </a:lnTo>
                  <a:lnTo>
                    <a:pt x="732783" y="385244"/>
                  </a:lnTo>
                  <a:lnTo>
                    <a:pt x="732783" y="380326"/>
                  </a:lnTo>
                  <a:lnTo>
                    <a:pt x="729504" y="377047"/>
                  </a:lnTo>
                  <a:lnTo>
                    <a:pt x="726227" y="373769"/>
                  </a:lnTo>
                  <a:lnTo>
                    <a:pt x="722948" y="368851"/>
                  </a:lnTo>
                  <a:lnTo>
                    <a:pt x="722948" y="365572"/>
                  </a:lnTo>
                  <a:lnTo>
                    <a:pt x="722948" y="363933"/>
                  </a:lnTo>
                  <a:lnTo>
                    <a:pt x="722948" y="362294"/>
                  </a:lnTo>
                  <a:lnTo>
                    <a:pt x="722948" y="359015"/>
                  </a:lnTo>
                  <a:lnTo>
                    <a:pt x="722948" y="355736"/>
                  </a:lnTo>
                  <a:lnTo>
                    <a:pt x="722948" y="350818"/>
                  </a:lnTo>
                  <a:lnTo>
                    <a:pt x="724587" y="347540"/>
                  </a:lnTo>
                  <a:lnTo>
                    <a:pt x="724587" y="344261"/>
                  </a:lnTo>
                  <a:lnTo>
                    <a:pt x="726227" y="340982"/>
                  </a:lnTo>
                  <a:lnTo>
                    <a:pt x="722948" y="336064"/>
                  </a:lnTo>
                  <a:lnTo>
                    <a:pt x="722948" y="332785"/>
                  </a:lnTo>
                  <a:lnTo>
                    <a:pt x="726227" y="332785"/>
                  </a:lnTo>
                  <a:lnTo>
                    <a:pt x="729504" y="331146"/>
                  </a:lnTo>
                  <a:lnTo>
                    <a:pt x="732783" y="329507"/>
                  </a:lnTo>
                  <a:lnTo>
                    <a:pt x="737701" y="327867"/>
                  </a:lnTo>
                  <a:lnTo>
                    <a:pt x="740980" y="327867"/>
                  </a:lnTo>
                  <a:lnTo>
                    <a:pt x="744259" y="327867"/>
                  </a:lnTo>
                  <a:lnTo>
                    <a:pt x="749177" y="331146"/>
                  </a:lnTo>
                  <a:lnTo>
                    <a:pt x="749177" y="334425"/>
                  </a:lnTo>
                  <a:lnTo>
                    <a:pt x="750817" y="339343"/>
                  </a:lnTo>
                  <a:lnTo>
                    <a:pt x="750817" y="342622"/>
                  </a:lnTo>
                  <a:lnTo>
                    <a:pt x="750817" y="345900"/>
                  </a:lnTo>
                  <a:lnTo>
                    <a:pt x="749177" y="349179"/>
                  </a:lnTo>
                  <a:lnTo>
                    <a:pt x="749177" y="354097"/>
                  </a:lnTo>
                  <a:lnTo>
                    <a:pt x="752455" y="357375"/>
                  </a:lnTo>
                  <a:lnTo>
                    <a:pt x="752455" y="357375"/>
                  </a:lnTo>
                  <a:lnTo>
                    <a:pt x="755734" y="360654"/>
                  </a:lnTo>
                  <a:lnTo>
                    <a:pt x="755734" y="362294"/>
                  </a:lnTo>
                  <a:lnTo>
                    <a:pt x="752455" y="363933"/>
                  </a:lnTo>
                  <a:lnTo>
                    <a:pt x="752455" y="367212"/>
                  </a:lnTo>
                  <a:lnTo>
                    <a:pt x="752455" y="368851"/>
                  </a:lnTo>
                  <a:lnTo>
                    <a:pt x="757373" y="372130"/>
                  </a:lnTo>
                  <a:lnTo>
                    <a:pt x="757373" y="375408"/>
                  </a:lnTo>
                  <a:lnTo>
                    <a:pt x="762291" y="378687"/>
                  </a:lnTo>
                  <a:lnTo>
                    <a:pt x="765570" y="378687"/>
                  </a:lnTo>
                  <a:lnTo>
                    <a:pt x="768849" y="383605"/>
                  </a:lnTo>
                  <a:lnTo>
                    <a:pt x="772128" y="381966"/>
                  </a:lnTo>
                  <a:lnTo>
                    <a:pt x="777046" y="381966"/>
                  </a:lnTo>
                  <a:lnTo>
                    <a:pt x="778684" y="381966"/>
                  </a:lnTo>
                  <a:lnTo>
                    <a:pt x="781963" y="383605"/>
                  </a:lnTo>
                  <a:lnTo>
                    <a:pt x="785242" y="383605"/>
                  </a:lnTo>
                  <a:lnTo>
                    <a:pt x="786881" y="385244"/>
                  </a:lnTo>
                  <a:lnTo>
                    <a:pt x="788521" y="386884"/>
                  </a:lnTo>
                  <a:lnTo>
                    <a:pt x="791800" y="388523"/>
                  </a:lnTo>
                  <a:lnTo>
                    <a:pt x="796718" y="388523"/>
                  </a:lnTo>
                  <a:lnTo>
                    <a:pt x="796718" y="386884"/>
                  </a:lnTo>
                  <a:lnTo>
                    <a:pt x="796718" y="386884"/>
                  </a:lnTo>
                  <a:lnTo>
                    <a:pt x="801636" y="386884"/>
                  </a:lnTo>
                  <a:lnTo>
                    <a:pt x="804914" y="386884"/>
                  </a:lnTo>
                  <a:lnTo>
                    <a:pt x="808193" y="381966"/>
                  </a:lnTo>
                  <a:lnTo>
                    <a:pt x="811471" y="381966"/>
                  </a:lnTo>
                  <a:lnTo>
                    <a:pt x="814750" y="378687"/>
                  </a:lnTo>
                  <a:lnTo>
                    <a:pt x="819668" y="381966"/>
                  </a:lnTo>
                  <a:lnTo>
                    <a:pt x="822947" y="383605"/>
                  </a:lnTo>
                  <a:lnTo>
                    <a:pt x="826226" y="385244"/>
                  </a:lnTo>
                  <a:lnTo>
                    <a:pt x="829505" y="385244"/>
                  </a:lnTo>
                  <a:lnTo>
                    <a:pt x="834422" y="385244"/>
                  </a:lnTo>
                  <a:lnTo>
                    <a:pt x="836061" y="385244"/>
                  </a:lnTo>
                  <a:lnTo>
                    <a:pt x="837701" y="385244"/>
                  </a:lnTo>
                  <a:lnTo>
                    <a:pt x="840980" y="383605"/>
                  </a:lnTo>
                  <a:lnTo>
                    <a:pt x="844258" y="383605"/>
                  </a:lnTo>
                  <a:lnTo>
                    <a:pt x="847537" y="383605"/>
                  </a:lnTo>
                  <a:lnTo>
                    <a:pt x="852455" y="383605"/>
                  </a:lnTo>
                  <a:lnTo>
                    <a:pt x="855734" y="380326"/>
                  </a:lnTo>
                  <a:lnTo>
                    <a:pt x="859012" y="383605"/>
                  </a:lnTo>
                  <a:lnTo>
                    <a:pt x="863930" y="383605"/>
                  </a:lnTo>
                  <a:lnTo>
                    <a:pt x="867209" y="381966"/>
                  </a:lnTo>
                  <a:lnTo>
                    <a:pt x="870488" y="381966"/>
                  </a:lnTo>
                  <a:lnTo>
                    <a:pt x="873767" y="381966"/>
                  </a:lnTo>
                  <a:lnTo>
                    <a:pt x="878685" y="380326"/>
                  </a:lnTo>
                  <a:lnTo>
                    <a:pt x="878685" y="378687"/>
                  </a:lnTo>
                  <a:lnTo>
                    <a:pt x="877045" y="373769"/>
                  </a:lnTo>
                  <a:lnTo>
                    <a:pt x="873767" y="370490"/>
                  </a:lnTo>
                  <a:lnTo>
                    <a:pt x="873767" y="367212"/>
                  </a:lnTo>
                  <a:lnTo>
                    <a:pt x="873767" y="363933"/>
                  </a:lnTo>
                  <a:lnTo>
                    <a:pt x="875406" y="360654"/>
                  </a:lnTo>
                  <a:lnTo>
                    <a:pt x="872127" y="357375"/>
                  </a:lnTo>
                  <a:lnTo>
                    <a:pt x="868848" y="355736"/>
                  </a:lnTo>
                  <a:lnTo>
                    <a:pt x="867209" y="355736"/>
                  </a:lnTo>
                  <a:lnTo>
                    <a:pt x="863930" y="355736"/>
                  </a:lnTo>
                  <a:lnTo>
                    <a:pt x="859012" y="354097"/>
                  </a:lnTo>
                  <a:lnTo>
                    <a:pt x="857373" y="352457"/>
                  </a:lnTo>
                  <a:lnTo>
                    <a:pt x="855734" y="349179"/>
                  </a:lnTo>
                  <a:lnTo>
                    <a:pt x="854095" y="345900"/>
                  </a:lnTo>
                  <a:lnTo>
                    <a:pt x="855734" y="342622"/>
                  </a:lnTo>
                  <a:lnTo>
                    <a:pt x="854095" y="340982"/>
                  </a:lnTo>
                  <a:lnTo>
                    <a:pt x="859012" y="340982"/>
                  </a:lnTo>
                  <a:lnTo>
                    <a:pt x="859012" y="340982"/>
                  </a:lnTo>
                  <a:lnTo>
                    <a:pt x="863930" y="342622"/>
                  </a:lnTo>
                  <a:lnTo>
                    <a:pt x="863930" y="342622"/>
                  </a:lnTo>
                  <a:lnTo>
                    <a:pt x="867209" y="342622"/>
                  </a:lnTo>
                  <a:lnTo>
                    <a:pt x="872127" y="339343"/>
                  </a:lnTo>
                  <a:lnTo>
                    <a:pt x="875406" y="339343"/>
                  </a:lnTo>
                  <a:lnTo>
                    <a:pt x="875406" y="339343"/>
                  </a:lnTo>
                  <a:lnTo>
                    <a:pt x="880324" y="339343"/>
                  </a:lnTo>
                  <a:lnTo>
                    <a:pt x="883602" y="337703"/>
                  </a:lnTo>
                  <a:lnTo>
                    <a:pt x="886881" y="336064"/>
                  </a:lnTo>
                  <a:lnTo>
                    <a:pt x="890160" y="334425"/>
                  </a:lnTo>
                  <a:lnTo>
                    <a:pt x="891799" y="329507"/>
                  </a:lnTo>
                  <a:lnTo>
                    <a:pt x="890160" y="326228"/>
                  </a:lnTo>
                  <a:lnTo>
                    <a:pt x="893438" y="322950"/>
                  </a:lnTo>
                  <a:lnTo>
                    <a:pt x="896717" y="321310"/>
                  </a:lnTo>
                  <a:lnTo>
                    <a:pt x="898357" y="319671"/>
                  </a:lnTo>
                  <a:lnTo>
                    <a:pt x="901635" y="316392"/>
                  </a:lnTo>
                  <a:lnTo>
                    <a:pt x="903275" y="314753"/>
                  </a:lnTo>
                  <a:lnTo>
                    <a:pt x="904914" y="313113"/>
                  </a:lnTo>
                  <a:lnTo>
                    <a:pt x="904914" y="311474"/>
                  </a:lnTo>
                  <a:lnTo>
                    <a:pt x="904914" y="308195"/>
                  </a:lnTo>
                  <a:lnTo>
                    <a:pt x="906554" y="304917"/>
                  </a:lnTo>
                  <a:lnTo>
                    <a:pt x="909831" y="301638"/>
                  </a:lnTo>
                  <a:lnTo>
                    <a:pt x="911471" y="301638"/>
                  </a:lnTo>
                  <a:lnTo>
                    <a:pt x="916389" y="299999"/>
                  </a:lnTo>
                  <a:lnTo>
                    <a:pt x="919668" y="299999"/>
                  </a:lnTo>
                  <a:lnTo>
                    <a:pt x="922947" y="299999"/>
                  </a:lnTo>
                  <a:lnTo>
                    <a:pt x="926225" y="298359"/>
                  </a:lnTo>
                  <a:lnTo>
                    <a:pt x="931144" y="295081"/>
                  </a:lnTo>
                  <a:lnTo>
                    <a:pt x="931144" y="293441"/>
                  </a:lnTo>
                  <a:lnTo>
                    <a:pt x="934421" y="290163"/>
                  </a:lnTo>
                  <a:lnTo>
                    <a:pt x="937700" y="286884"/>
                  </a:lnTo>
                  <a:lnTo>
                    <a:pt x="937700" y="283605"/>
                  </a:lnTo>
                  <a:lnTo>
                    <a:pt x="939340" y="283605"/>
                  </a:lnTo>
                  <a:lnTo>
                    <a:pt x="942618" y="280327"/>
                  </a:lnTo>
                  <a:lnTo>
                    <a:pt x="945897" y="277048"/>
                  </a:lnTo>
                  <a:lnTo>
                    <a:pt x="950815" y="275409"/>
                  </a:lnTo>
                  <a:lnTo>
                    <a:pt x="952455" y="272130"/>
                  </a:lnTo>
                  <a:lnTo>
                    <a:pt x="955734" y="273769"/>
                  </a:lnTo>
                  <a:lnTo>
                    <a:pt x="959012" y="277048"/>
                  </a:lnTo>
                  <a:lnTo>
                    <a:pt x="962290" y="278687"/>
                  </a:lnTo>
                  <a:lnTo>
                    <a:pt x="967208" y="280327"/>
                  </a:lnTo>
                  <a:lnTo>
                    <a:pt x="967208" y="280327"/>
                  </a:lnTo>
                  <a:lnTo>
                    <a:pt x="967208" y="280327"/>
                  </a:lnTo>
                  <a:lnTo>
                    <a:pt x="967208" y="280327"/>
                  </a:lnTo>
                  <a:lnTo>
                    <a:pt x="965569" y="278687"/>
                  </a:lnTo>
                  <a:lnTo>
                    <a:pt x="967208" y="278687"/>
                  </a:lnTo>
                  <a:lnTo>
                    <a:pt x="970487" y="280327"/>
                  </a:lnTo>
                  <a:lnTo>
                    <a:pt x="973766" y="281966"/>
                  </a:lnTo>
                  <a:lnTo>
                    <a:pt x="978684" y="283605"/>
                  </a:lnTo>
                  <a:lnTo>
                    <a:pt x="981963" y="285245"/>
                  </a:lnTo>
                  <a:lnTo>
                    <a:pt x="985242" y="283605"/>
                  </a:lnTo>
                  <a:lnTo>
                    <a:pt x="986880" y="280327"/>
                  </a:lnTo>
                  <a:lnTo>
                    <a:pt x="988520" y="275409"/>
                  </a:lnTo>
                  <a:lnTo>
                    <a:pt x="991798" y="273769"/>
                  </a:lnTo>
                  <a:lnTo>
                    <a:pt x="995077" y="270491"/>
                  </a:lnTo>
                  <a:lnTo>
                    <a:pt x="998356" y="268851"/>
                  </a:lnTo>
                  <a:lnTo>
                    <a:pt x="1001635" y="268851"/>
                  </a:lnTo>
                  <a:lnTo>
                    <a:pt x="1004914" y="267212"/>
                  </a:lnTo>
                  <a:lnTo>
                    <a:pt x="1008192" y="270491"/>
                  </a:lnTo>
                  <a:lnTo>
                    <a:pt x="1009832" y="270491"/>
                  </a:lnTo>
                  <a:lnTo>
                    <a:pt x="1011470" y="275409"/>
                  </a:lnTo>
                  <a:lnTo>
                    <a:pt x="1014749" y="275409"/>
                  </a:lnTo>
                  <a:lnTo>
                    <a:pt x="1018028" y="277048"/>
                  </a:lnTo>
                  <a:lnTo>
                    <a:pt x="1013110" y="278687"/>
                  </a:lnTo>
                  <a:lnTo>
                    <a:pt x="1009832" y="281966"/>
                  </a:lnTo>
                  <a:lnTo>
                    <a:pt x="1013110" y="286884"/>
                  </a:lnTo>
                  <a:lnTo>
                    <a:pt x="1013110" y="286884"/>
                  </a:lnTo>
                  <a:lnTo>
                    <a:pt x="1016388" y="288523"/>
                  </a:lnTo>
                  <a:lnTo>
                    <a:pt x="1019667" y="285245"/>
                  </a:lnTo>
                  <a:lnTo>
                    <a:pt x="1024585" y="283605"/>
                  </a:lnTo>
                  <a:lnTo>
                    <a:pt x="1024585" y="283605"/>
                  </a:lnTo>
                  <a:lnTo>
                    <a:pt x="1022946" y="288523"/>
                  </a:lnTo>
                  <a:lnTo>
                    <a:pt x="1026225" y="291802"/>
                  </a:lnTo>
                  <a:lnTo>
                    <a:pt x="1029504" y="295081"/>
                  </a:lnTo>
                  <a:lnTo>
                    <a:pt x="1031143" y="295081"/>
                  </a:lnTo>
                  <a:lnTo>
                    <a:pt x="1029504" y="299999"/>
                  </a:lnTo>
                  <a:lnTo>
                    <a:pt x="1026225" y="303277"/>
                  </a:lnTo>
                  <a:lnTo>
                    <a:pt x="1022946" y="306556"/>
                  </a:lnTo>
                  <a:lnTo>
                    <a:pt x="1024585" y="309835"/>
                  </a:lnTo>
                  <a:lnTo>
                    <a:pt x="1022946" y="313113"/>
                  </a:lnTo>
                  <a:lnTo>
                    <a:pt x="1026225" y="314753"/>
                  </a:lnTo>
                  <a:lnTo>
                    <a:pt x="1031143" y="311474"/>
                  </a:lnTo>
                  <a:lnTo>
                    <a:pt x="1034422" y="309835"/>
                  </a:lnTo>
                  <a:lnTo>
                    <a:pt x="1037700" y="311474"/>
                  </a:lnTo>
                  <a:lnTo>
                    <a:pt x="1040978" y="314753"/>
                  </a:lnTo>
                  <a:lnTo>
                    <a:pt x="1044257" y="314753"/>
                  </a:lnTo>
                  <a:lnTo>
                    <a:pt x="1049175" y="316392"/>
                  </a:lnTo>
                  <a:lnTo>
                    <a:pt x="1050815" y="316392"/>
                  </a:lnTo>
                  <a:lnTo>
                    <a:pt x="1050815" y="314753"/>
                  </a:lnTo>
                  <a:lnTo>
                    <a:pt x="1054094" y="314753"/>
                  </a:lnTo>
                  <a:lnTo>
                    <a:pt x="1057372" y="316392"/>
                  </a:lnTo>
                  <a:lnTo>
                    <a:pt x="1060651" y="321310"/>
                  </a:lnTo>
                  <a:lnTo>
                    <a:pt x="1063930" y="321310"/>
                  </a:lnTo>
                  <a:lnTo>
                    <a:pt x="1063930" y="321310"/>
                  </a:lnTo>
                  <a:lnTo>
                    <a:pt x="1063930" y="324589"/>
                  </a:lnTo>
                  <a:lnTo>
                    <a:pt x="1063930" y="327867"/>
                  </a:lnTo>
                  <a:lnTo>
                    <a:pt x="1067208" y="331146"/>
                  </a:lnTo>
                  <a:lnTo>
                    <a:pt x="1063930" y="334425"/>
                  </a:lnTo>
                  <a:lnTo>
                    <a:pt x="1060651" y="337703"/>
                  </a:lnTo>
                  <a:lnTo>
                    <a:pt x="1055733" y="342622"/>
                  </a:lnTo>
                  <a:lnTo>
                    <a:pt x="1054094" y="342622"/>
                  </a:lnTo>
                  <a:lnTo>
                    <a:pt x="1052454" y="345900"/>
                  </a:lnTo>
                  <a:lnTo>
                    <a:pt x="1052454" y="349179"/>
                  </a:lnTo>
                  <a:lnTo>
                    <a:pt x="1052454" y="354097"/>
                  </a:lnTo>
                  <a:lnTo>
                    <a:pt x="1054094" y="355736"/>
                  </a:lnTo>
                  <a:lnTo>
                    <a:pt x="1057372" y="359015"/>
                  </a:lnTo>
                  <a:lnTo>
                    <a:pt x="1060651" y="362294"/>
                  </a:lnTo>
                  <a:lnTo>
                    <a:pt x="1063930" y="365572"/>
                  </a:lnTo>
                  <a:lnTo>
                    <a:pt x="1065568" y="370490"/>
                  </a:lnTo>
                  <a:lnTo>
                    <a:pt x="1062291" y="370490"/>
                  </a:lnTo>
                  <a:lnTo>
                    <a:pt x="1059012" y="368851"/>
                  </a:lnTo>
                  <a:lnTo>
                    <a:pt x="1055733" y="367212"/>
                  </a:lnTo>
                  <a:lnTo>
                    <a:pt x="1052454" y="363933"/>
                  </a:lnTo>
                  <a:lnTo>
                    <a:pt x="1049175" y="359015"/>
                  </a:lnTo>
                  <a:lnTo>
                    <a:pt x="1045897" y="360654"/>
                  </a:lnTo>
                  <a:lnTo>
                    <a:pt x="1042618" y="360654"/>
                  </a:lnTo>
                  <a:lnTo>
                    <a:pt x="1037700" y="362294"/>
                  </a:lnTo>
                  <a:lnTo>
                    <a:pt x="1034422" y="362294"/>
                  </a:lnTo>
                  <a:lnTo>
                    <a:pt x="1031143" y="362294"/>
                  </a:lnTo>
                  <a:lnTo>
                    <a:pt x="1026225" y="363933"/>
                  </a:lnTo>
                  <a:lnTo>
                    <a:pt x="1022946" y="365572"/>
                  </a:lnTo>
                  <a:lnTo>
                    <a:pt x="1021307" y="370490"/>
                  </a:lnTo>
                  <a:lnTo>
                    <a:pt x="1019667" y="373769"/>
                  </a:lnTo>
                  <a:lnTo>
                    <a:pt x="1016388" y="375408"/>
                  </a:lnTo>
                  <a:lnTo>
                    <a:pt x="1014749" y="378687"/>
                  </a:lnTo>
                  <a:lnTo>
                    <a:pt x="1009832" y="381966"/>
                  </a:lnTo>
                  <a:lnTo>
                    <a:pt x="1006553" y="383605"/>
                  </a:lnTo>
                  <a:lnTo>
                    <a:pt x="1006553" y="386884"/>
                  </a:lnTo>
                  <a:lnTo>
                    <a:pt x="1004914" y="386884"/>
                  </a:lnTo>
                  <a:lnTo>
                    <a:pt x="1001635" y="388523"/>
                  </a:lnTo>
                  <a:lnTo>
                    <a:pt x="998356" y="388523"/>
                  </a:lnTo>
                  <a:lnTo>
                    <a:pt x="995077" y="393441"/>
                  </a:lnTo>
                  <a:lnTo>
                    <a:pt x="993438" y="396720"/>
                  </a:lnTo>
                  <a:lnTo>
                    <a:pt x="995077" y="399998"/>
                  </a:lnTo>
                  <a:lnTo>
                    <a:pt x="993438" y="404916"/>
                  </a:lnTo>
                  <a:lnTo>
                    <a:pt x="995077" y="408195"/>
                  </a:lnTo>
                  <a:lnTo>
                    <a:pt x="996717" y="411474"/>
                  </a:lnTo>
                  <a:lnTo>
                    <a:pt x="999995" y="414752"/>
                  </a:lnTo>
                  <a:lnTo>
                    <a:pt x="999995" y="419670"/>
                  </a:lnTo>
                  <a:lnTo>
                    <a:pt x="995077" y="422949"/>
                  </a:lnTo>
                  <a:lnTo>
                    <a:pt x="996717" y="426228"/>
                  </a:lnTo>
                  <a:lnTo>
                    <a:pt x="996717" y="427867"/>
                  </a:lnTo>
                  <a:lnTo>
                    <a:pt x="996717" y="431146"/>
                  </a:lnTo>
                  <a:lnTo>
                    <a:pt x="995077" y="432785"/>
                  </a:lnTo>
                  <a:lnTo>
                    <a:pt x="993438" y="436064"/>
                  </a:lnTo>
                  <a:lnTo>
                    <a:pt x="993438" y="437703"/>
                  </a:lnTo>
                  <a:lnTo>
                    <a:pt x="990159" y="440982"/>
                  </a:lnTo>
                  <a:lnTo>
                    <a:pt x="986880" y="444260"/>
                  </a:lnTo>
                  <a:lnTo>
                    <a:pt x="985242" y="444260"/>
                  </a:lnTo>
                  <a:lnTo>
                    <a:pt x="985242" y="449178"/>
                  </a:lnTo>
                  <a:lnTo>
                    <a:pt x="983602" y="452457"/>
                  </a:lnTo>
                  <a:lnTo>
                    <a:pt x="986880" y="455736"/>
                  </a:lnTo>
                  <a:lnTo>
                    <a:pt x="991798" y="459014"/>
                  </a:lnTo>
                  <a:lnTo>
                    <a:pt x="990159" y="462293"/>
                  </a:lnTo>
                  <a:lnTo>
                    <a:pt x="990159" y="463932"/>
                  </a:lnTo>
                  <a:lnTo>
                    <a:pt x="990159" y="467211"/>
                  </a:lnTo>
                  <a:lnTo>
                    <a:pt x="988520" y="470490"/>
                  </a:lnTo>
                  <a:lnTo>
                    <a:pt x="988520" y="472129"/>
                  </a:lnTo>
                  <a:lnTo>
                    <a:pt x="988520" y="475408"/>
                  </a:lnTo>
                  <a:lnTo>
                    <a:pt x="986880" y="477047"/>
                  </a:lnTo>
                  <a:lnTo>
                    <a:pt x="985242" y="481965"/>
                  </a:lnTo>
                  <a:lnTo>
                    <a:pt x="983602" y="485244"/>
                  </a:lnTo>
                  <a:lnTo>
                    <a:pt x="981963" y="488522"/>
                  </a:lnTo>
                  <a:lnTo>
                    <a:pt x="980324" y="491801"/>
                  </a:lnTo>
                  <a:lnTo>
                    <a:pt x="980324" y="496719"/>
                  </a:lnTo>
                  <a:lnTo>
                    <a:pt x="980324" y="498359"/>
                  </a:lnTo>
                  <a:lnTo>
                    <a:pt x="978684" y="503277"/>
                  </a:lnTo>
                  <a:lnTo>
                    <a:pt x="978684" y="506555"/>
                  </a:lnTo>
                  <a:lnTo>
                    <a:pt x="977045" y="509834"/>
                  </a:lnTo>
                  <a:lnTo>
                    <a:pt x="977045" y="514752"/>
                  </a:lnTo>
                  <a:lnTo>
                    <a:pt x="975405" y="513112"/>
                  </a:lnTo>
                  <a:lnTo>
                    <a:pt x="972127" y="511473"/>
                  </a:lnTo>
                  <a:lnTo>
                    <a:pt x="967208" y="509834"/>
                  </a:lnTo>
                  <a:lnTo>
                    <a:pt x="963930" y="509834"/>
                  </a:lnTo>
                  <a:lnTo>
                    <a:pt x="960651" y="506555"/>
                  </a:lnTo>
                  <a:lnTo>
                    <a:pt x="955734" y="506555"/>
                  </a:lnTo>
                  <a:lnTo>
                    <a:pt x="952455" y="508194"/>
                  </a:lnTo>
                  <a:lnTo>
                    <a:pt x="949176" y="504916"/>
                  </a:lnTo>
                  <a:lnTo>
                    <a:pt x="944258" y="504916"/>
                  </a:lnTo>
                  <a:lnTo>
                    <a:pt x="945897" y="509834"/>
                  </a:lnTo>
                  <a:lnTo>
                    <a:pt x="947537" y="513112"/>
                  </a:lnTo>
                  <a:lnTo>
                    <a:pt x="949176" y="516391"/>
                  </a:lnTo>
                  <a:lnTo>
                    <a:pt x="949176" y="516391"/>
                  </a:lnTo>
                  <a:lnTo>
                    <a:pt x="949176" y="519670"/>
                  </a:lnTo>
                  <a:lnTo>
                    <a:pt x="950815" y="521309"/>
                  </a:lnTo>
                  <a:lnTo>
                    <a:pt x="950815" y="521309"/>
                  </a:lnTo>
                  <a:lnTo>
                    <a:pt x="950815" y="521309"/>
                  </a:lnTo>
                  <a:lnTo>
                    <a:pt x="950815" y="524588"/>
                  </a:lnTo>
                  <a:lnTo>
                    <a:pt x="950815" y="527867"/>
                  </a:lnTo>
                  <a:lnTo>
                    <a:pt x="950815" y="532784"/>
                  </a:lnTo>
                  <a:lnTo>
                    <a:pt x="950815" y="536063"/>
                  </a:lnTo>
                  <a:lnTo>
                    <a:pt x="950815" y="539342"/>
                  </a:lnTo>
                  <a:lnTo>
                    <a:pt x="952455" y="544260"/>
                  </a:lnTo>
                  <a:lnTo>
                    <a:pt x="950815" y="547539"/>
                  </a:lnTo>
                  <a:lnTo>
                    <a:pt x="950815" y="549178"/>
                  </a:lnTo>
                  <a:lnTo>
                    <a:pt x="947537" y="550817"/>
                  </a:lnTo>
                  <a:lnTo>
                    <a:pt x="944258" y="549178"/>
                  </a:lnTo>
                  <a:lnTo>
                    <a:pt x="944258" y="552457"/>
                  </a:lnTo>
                  <a:lnTo>
                    <a:pt x="944258" y="557374"/>
                  </a:lnTo>
                  <a:lnTo>
                    <a:pt x="944258" y="560653"/>
                  </a:lnTo>
                  <a:lnTo>
                    <a:pt x="944258" y="563932"/>
                  </a:lnTo>
                  <a:lnTo>
                    <a:pt x="945897" y="568850"/>
                  </a:lnTo>
                  <a:lnTo>
                    <a:pt x="945897" y="572129"/>
                  </a:lnTo>
                  <a:lnTo>
                    <a:pt x="949176" y="575407"/>
                  </a:lnTo>
                  <a:lnTo>
                    <a:pt x="950815" y="578686"/>
                  </a:lnTo>
                  <a:lnTo>
                    <a:pt x="950815" y="583604"/>
                  </a:lnTo>
                  <a:lnTo>
                    <a:pt x="950815" y="586883"/>
                  </a:lnTo>
                  <a:lnTo>
                    <a:pt x="949176" y="586883"/>
                  </a:lnTo>
                  <a:lnTo>
                    <a:pt x="945897" y="586883"/>
                  </a:lnTo>
                  <a:lnTo>
                    <a:pt x="944258" y="590161"/>
                  </a:lnTo>
                  <a:lnTo>
                    <a:pt x="944258" y="593440"/>
                  </a:lnTo>
                  <a:lnTo>
                    <a:pt x="944258" y="596719"/>
                  </a:lnTo>
                  <a:lnTo>
                    <a:pt x="940979" y="596719"/>
                  </a:lnTo>
                  <a:lnTo>
                    <a:pt x="937700" y="593440"/>
                  </a:lnTo>
                  <a:lnTo>
                    <a:pt x="936061" y="590161"/>
                  </a:lnTo>
                  <a:lnTo>
                    <a:pt x="932783" y="588522"/>
                  </a:lnTo>
                  <a:lnTo>
                    <a:pt x="932783" y="593440"/>
                  </a:lnTo>
                  <a:lnTo>
                    <a:pt x="929504" y="596719"/>
                  </a:lnTo>
                  <a:lnTo>
                    <a:pt x="927865" y="593440"/>
                  </a:lnTo>
                  <a:lnTo>
                    <a:pt x="929504" y="588522"/>
                  </a:lnTo>
                  <a:lnTo>
                    <a:pt x="927865" y="585243"/>
                  </a:lnTo>
                  <a:lnTo>
                    <a:pt x="927865" y="581965"/>
                  </a:lnTo>
                  <a:lnTo>
                    <a:pt x="924586" y="577047"/>
                  </a:lnTo>
                  <a:lnTo>
                    <a:pt x="924586" y="573768"/>
                  </a:lnTo>
                  <a:lnTo>
                    <a:pt x="924586" y="570489"/>
                  </a:lnTo>
                  <a:lnTo>
                    <a:pt x="922947" y="565571"/>
                  </a:lnTo>
                  <a:lnTo>
                    <a:pt x="919668" y="562293"/>
                  </a:lnTo>
                  <a:lnTo>
                    <a:pt x="919668" y="559014"/>
                  </a:lnTo>
                  <a:lnTo>
                    <a:pt x="918028" y="555735"/>
                  </a:lnTo>
                  <a:lnTo>
                    <a:pt x="916389" y="552457"/>
                  </a:lnTo>
                  <a:lnTo>
                    <a:pt x="914750" y="549178"/>
                  </a:lnTo>
                  <a:lnTo>
                    <a:pt x="913110" y="544260"/>
                  </a:lnTo>
                  <a:lnTo>
                    <a:pt x="913110" y="540981"/>
                  </a:lnTo>
                  <a:lnTo>
                    <a:pt x="914750" y="539342"/>
                  </a:lnTo>
                  <a:lnTo>
                    <a:pt x="913110" y="536063"/>
                  </a:lnTo>
                  <a:lnTo>
                    <a:pt x="911471" y="532784"/>
                  </a:lnTo>
                  <a:lnTo>
                    <a:pt x="909831" y="529506"/>
                  </a:lnTo>
                  <a:lnTo>
                    <a:pt x="908192" y="524588"/>
                  </a:lnTo>
                  <a:lnTo>
                    <a:pt x="908192" y="521309"/>
                  </a:lnTo>
                  <a:lnTo>
                    <a:pt x="906554" y="519670"/>
                  </a:lnTo>
                  <a:lnTo>
                    <a:pt x="903275" y="519670"/>
                  </a:lnTo>
                  <a:lnTo>
                    <a:pt x="903275" y="519670"/>
                  </a:lnTo>
                  <a:lnTo>
                    <a:pt x="899996" y="522949"/>
                  </a:lnTo>
                  <a:lnTo>
                    <a:pt x="898357" y="522949"/>
                  </a:lnTo>
                  <a:lnTo>
                    <a:pt x="895078" y="521309"/>
                  </a:lnTo>
                  <a:lnTo>
                    <a:pt x="896717" y="524588"/>
                  </a:lnTo>
                  <a:lnTo>
                    <a:pt x="896717" y="529506"/>
                  </a:lnTo>
                  <a:lnTo>
                    <a:pt x="896717" y="529506"/>
                  </a:lnTo>
                  <a:lnTo>
                    <a:pt x="893438" y="532784"/>
                  </a:lnTo>
                  <a:lnTo>
                    <a:pt x="891799" y="536063"/>
                  </a:lnTo>
                  <a:lnTo>
                    <a:pt x="891799" y="540981"/>
                  </a:lnTo>
                  <a:lnTo>
                    <a:pt x="893438" y="544260"/>
                  </a:lnTo>
                  <a:lnTo>
                    <a:pt x="893438" y="547539"/>
                  </a:lnTo>
                  <a:lnTo>
                    <a:pt x="890160" y="552457"/>
                  </a:lnTo>
                  <a:lnTo>
                    <a:pt x="888520" y="552457"/>
                  </a:lnTo>
                  <a:lnTo>
                    <a:pt x="885241" y="552457"/>
                  </a:lnTo>
                  <a:lnTo>
                    <a:pt x="883602" y="550817"/>
                  </a:lnTo>
                  <a:lnTo>
                    <a:pt x="881963" y="547539"/>
                  </a:lnTo>
                  <a:lnTo>
                    <a:pt x="880324" y="544260"/>
                  </a:lnTo>
                  <a:lnTo>
                    <a:pt x="880324" y="542621"/>
                  </a:lnTo>
                  <a:lnTo>
                    <a:pt x="877045" y="540981"/>
                  </a:lnTo>
                  <a:lnTo>
                    <a:pt x="877045" y="544260"/>
                  </a:lnTo>
                  <a:lnTo>
                    <a:pt x="877045" y="547539"/>
                  </a:lnTo>
                  <a:lnTo>
                    <a:pt x="875406" y="545899"/>
                  </a:lnTo>
                  <a:lnTo>
                    <a:pt x="873767" y="542621"/>
                  </a:lnTo>
                  <a:lnTo>
                    <a:pt x="873767" y="539342"/>
                  </a:lnTo>
                  <a:lnTo>
                    <a:pt x="872127" y="534424"/>
                  </a:lnTo>
                  <a:lnTo>
                    <a:pt x="870488" y="531145"/>
                  </a:lnTo>
                  <a:lnTo>
                    <a:pt x="868848" y="529506"/>
                  </a:lnTo>
                  <a:lnTo>
                    <a:pt x="867209" y="526227"/>
                  </a:lnTo>
                  <a:lnTo>
                    <a:pt x="865570" y="522949"/>
                  </a:lnTo>
                  <a:lnTo>
                    <a:pt x="867209" y="521309"/>
                  </a:lnTo>
                  <a:lnTo>
                    <a:pt x="867209" y="518031"/>
                  </a:lnTo>
                  <a:lnTo>
                    <a:pt x="867209" y="514752"/>
                  </a:lnTo>
                  <a:lnTo>
                    <a:pt x="867209" y="514752"/>
                  </a:lnTo>
                  <a:lnTo>
                    <a:pt x="867209" y="511473"/>
                  </a:lnTo>
                  <a:lnTo>
                    <a:pt x="868848" y="508194"/>
                  </a:lnTo>
                  <a:lnTo>
                    <a:pt x="870488" y="506555"/>
                  </a:lnTo>
                  <a:lnTo>
                    <a:pt x="872127" y="506555"/>
                  </a:lnTo>
                  <a:lnTo>
                    <a:pt x="870488" y="503277"/>
                  </a:lnTo>
                  <a:lnTo>
                    <a:pt x="875406" y="503277"/>
                  </a:lnTo>
                  <a:lnTo>
                    <a:pt x="878685" y="503277"/>
                  </a:lnTo>
                  <a:lnTo>
                    <a:pt x="880324" y="501637"/>
                  </a:lnTo>
                  <a:lnTo>
                    <a:pt x="880324" y="498359"/>
                  </a:lnTo>
                  <a:lnTo>
                    <a:pt x="883602" y="499998"/>
                  </a:lnTo>
                  <a:lnTo>
                    <a:pt x="886881" y="498359"/>
                  </a:lnTo>
                  <a:lnTo>
                    <a:pt x="890160" y="499998"/>
                  </a:lnTo>
                  <a:lnTo>
                    <a:pt x="890160" y="495080"/>
                  </a:lnTo>
                  <a:lnTo>
                    <a:pt x="891799" y="491801"/>
                  </a:lnTo>
                  <a:lnTo>
                    <a:pt x="895078" y="490162"/>
                  </a:lnTo>
                  <a:lnTo>
                    <a:pt x="896717" y="486883"/>
                  </a:lnTo>
                  <a:lnTo>
                    <a:pt x="898357" y="483604"/>
                  </a:lnTo>
                  <a:lnTo>
                    <a:pt x="898357" y="480326"/>
                  </a:lnTo>
                  <a:lnTo>
                    <a:pt x="899996" y="475408"/>
                  </a:lnTo>
                  <a:lnTo>
                    <a:pt x="899996" y="472129"/>
                  </a:lnTo>
                  <a:lnTo>
                    <a:pt x="899996" y="472129"/>
                  </a:lnTo>
                  <a:lnTo>
                    <a:pt x="899996" y="470490"/>
                  </a:lnTo>
                  <a:lnTo>
                    <a:pt x="899996" y="468850"/>
                  </a:lnTo>
                  <a:lnTo>
                    <a:pt x="903275" y="468850"/>
                  </a:lnTo>
                  <a:lnTo>
                    <a:pt x="904914" y="470490"/>
                  </a:lnTo>
                  <a:lnTo>
                    <a:pt x="908192" y="468850"/>
                  </a:lnTo>
                  <a:lnTo>
                    <a:pt x="908192" y="467211"/>
                  </a:lnTo>
                  <a:lnTo>
                    <a:pt x="904914" y="463932"/>
                  </a:lnTo>
                  <a:lnTo>
                    <a:pt x="904914" y="462293"/>
                  </a:lnTo>
                  <a:lnTo>
                    <a:pt x="904914" y="462293"/>
                  </a:lnTo>
                  <a:lnTo>
                    <a:pt x="899996" y="459014"/>
                  </a:lnTo>
                  <a:lnTo>
                    <a:pt x="896717" y="459014"/>
                  </a:lnTo>
                  <a:lnTo>
                    <a:pt x="893438" y="455736"/>
                  </a:lnTo>
                  <a:lnTo>
                    <a:pt x="890160" y="455736"/>
                  </a:lnTo>
                  <a:lnTo>
                    <a:pt x="888520" y="455736"/>
                  </a:lnTo>
                  <a:lnTo>
                    <a:pt x="883602" y="455736"/>
                  </a:lnTo>
                  <a:lnTo>
                    <a:pt x="880324" y="455736"/>
                  </a:lnTo>
                  <a:lnTo>
                    <a:pt x="877045" y="455736"/>
                  </a:lnTo>
                  <a:lnTo>
                    <a:pt x="877045" y="457375"/>
                  </a:lnTo>
                  <a:lnTo>
                    <a:pt x="873767" y="457375"/>
                  </a:lnTo>
                  <a:lnTo>
                    <a:pt x="868848" y="457375"/>
                  </a:lnTo>
                  <a:lnTo>
                    <a:pt x="865570" y="455736"/>
                  </a:lnTo>
                  <a:lnTo>
                    <a:pt x="862291" y="455736"/>
                  </a:lnTo>
                  <a:lnTo>
                    <a:pt x="859012" y="454096"/>
                  </a:lnTo>
                  <a:lnTo>
                    <a:pt x="855734" y="454096"/>
                  </a:lnTo>
                  <a:lnTo>
                    <a:pt x="852455" y="455736"/>
                  </a:lnTo>
                  <a:lnTo>
                    <a:pt x="847537" y="455736"/>
                  </a:lnTo>
                  <a:lnTo>
                    <a:pt x="847537" y="455736"/>
                  </a:lnTo>
                  <a:lnTo>
                    <a:pt x="844258" y="455736"/>
                  </a:lnTo>
                  <a:lnTo>
                    <a:pt x="840980" y="455736"/>
                  </a:lnTo>
                  <a:lnTo>
                    <a:pt x="836061" y="455736"/>
                  </a:lnTo>
                  <a:lnTo>
                    <a:pt x="832783" y="455736"/>
                  </a:lnTo>
                  <a:lnTo>
                    <a:pt x="829505" y="455736"/>
                  </a:lnTo>
                  <a:lnTo>
                    <a:pt x="826226" y="455736"/>
                  </a:lnTo>
                  <a:lnTo>
                    <a:pt x="821308" y="454096"/>
                  </a:lnTo>
                  <a:lnTo>
                    <a:pt x="819668" y="454096"/>
                  </a:lnTo>
                  <a:lnTo>
                    <a:pt x="816390" y="452457"/>
                  </a:lnTo>
                  <a:lnTo>
                    <a:pt x="813111" y="450818"/>
                  </a:lnTo>
                  <a:lnTo>
                    <a:pt x="811471" y="450818"/>
                  </a:lnTo>
                  <a:lnTo>
                    <a:pt x="809832" y="449178"/>
                  </a:lnTo>
                  <a:lnTo>
                    <a:pt x="806553" y="450818"/>
                  </a:lnTo>
                  <a:lnTo>
                    <a:pt x="804914" y="445900"/>
                  </a:lnTo>
                  <a:lnTo>
                    <a:pt x="804914" y="445900"/>
                  </a:lnTo>
                  <a:lnTo>
                    <a:pt x="804914" y="442621"/>
                  </a:lnTo>
                  <a:lnTo>
                    <a:pt x="804914" y="442621"/>
                  </a:lnTo>
                  <a:lnTo>
                    <a:pt x="804914" y="439342"/>
                  </a:lnTo>
                  <a:lnTo>
                    <a:pt x="804914" y="439342"/>
                  </a:lnTo>
                  <a:lnTo>
                    <a:pt x="804914" y="439342"/>
                  </a:lnTo>
                  <a:lnTo>
                    <a:pt x="804914" y="437703"/>
                  </a:lnTo>
                  <a:lnTo>
                    <a:pt x="804914" y="437703"/>
                  </a:lnTo>
                  <a:lnTo>
                    <a:pt x="804914" y="437703"/>
                  </a:lnTo>
                  <a:lnTo>
                    <a:pt x="804914" y="437703"/>
                  </a:lnTo>
                  <a:lnTo>
                    <a:pt x="804914" y="436064"/>
                  </a:lnTo>
                  <a:lnTo>
                    <a:pt x="803275" y="432785"/>
                  </a:lnTo>
                  <a:lnTo>
                    <a:pt x="803275" y="431146"/>
                  </a:lnTo>
                  <a:lnTo>
                    <a:pt x="801636" y="429506"/>
                  </a:lnTo>
                  <a:lnTo>
                    <a:pt x="801636" y="429506"/>
                  </a:lnTo>
                  <a:lnTo>
                    <a:pt x="801636" y="427867"/>
                  </a:lnTo>
                  <a:lnTo>
                    <a:pt x="801636" y="427867"/>
                  </a:lnTo>
                  <a:lnTo>
                    <a:pt x="801636" y="427867"/>
                  </a:lnTo>
                  <a:lnTo>
                    <a:pt x="801636" y="422949"/>
                  </a:lnTo>
                  <a:lnTo>
                    <a:pt x="801636" y="421310"/>
                  </a:lnTo>
                  <a:lnTo>
                    <a:pt x="801636" y="421310"/>
                  </a:lnTo>
                  <a:lnTo>
                    <a:pt x="799997" y="421310"/>
                  </a:lnTo>
                  <a:lnTo>
                    <a:pt x="799997" y="419670"/>
                  </a:lnTo>
                  <a:lnTo>
                    <a:pt x="799997" y="418031"/>
                  </a:lnTo>
                  <a:lnTo>
                    <a:pt x="796718" y="414752"/>
                  </a:lnTo>
                  <a:lnTo>
                    <a:pt x="795078" y="411474"/>
                  </a:lnTo>
                  <a:lnTo>
                    <a:pt x="790160" y="411474"/>
                  </a:lnTo>
                  <a:lnTo>
                    <a:pt x="791800" y="414752"/>
                  </a:lnTo>
                  <a:lnTo>
                    <a:pt x="791800" y="416392"/>
                  </a:lnTo>
                  <a:lnTo>
                    <a:pt x="790160" y="421310"/>
                  </a:lnTo>
                  <a:lnTo>
                    <a:pt x="786881" y="419670"/>
                  </a:lnTo>
                  <a:lnTo>
                    <a:pt x="786881" y="419670"/>
                  </a:lnTo>
                  <a:lnTo>
                    <a:pt x="785242" y="418031"/>
                  </a:lnTo>
                  <a:lnTo>
                    <a:pt x="780324" y="418031"/>
                  </a:lnTo>
                  <a:lnTo>
                    <a:pt x="777046" y="414752"/>
                  </a:lnTo>
                  <a:lnTo>
                    <a:pt x="773767" y="411474"/>
                  </a:lnTo>
                  <a:lnTo>
                    <a:pt x="772128" y="408195"/>
                  </a:lnTo>
                  <a:lnTo>
                    <a:pt x="770488" y="403277"/>
                  </a:lnTo>
                  <a:lnTo>
                    <a:pt x="767210" y="401637"/>
                  </a:lnTo>
                  <a:lnTo>
                    <a:pt x="763931" y="401637"/>
                  </a:lnTo>
                  <a:lnTo>
                    <a:pt x="767210" y="404916"/>
                  </a:lnTo>
                  <a:lnTo>
                    <a:pt x="768849" y="408195"/>
                  </a:lnTo>
                  <a:lnTo>
                    <a:pt x="767210" y="408195"/>
                  </a:lnTo>
                  <a:lnTo>
                    <a:pt x="763931" y="406556"/>
                  </a:lnTo>
                  <a:lnTo>
                    <a:pt x="763931" y="406556"/>
                  </a:lnTo>
                  <a:lnTo>
                    <a:pt x="759013" y="406556"/>
                  </a:lnTo>
                  <a:lnTo>
                    <a:pt x="759013" y="406556"/>
                  </a:lnTo>
                  <a:lnTo>
                    <a:pt x="755734" y="404916"/>
                  </a:lnTo>
                  <a:lnTo>
                    <a:pt x="754094" y="401637"/>
                  </a:lnTo>
                  <a:lnTo>
                    <a:pt x="750817" y="398359"/>
                  </a:lnTo>
                  <a:lnTo>
                    <a:pt x="747538" y="396720"/>
                  </a:lnTo>
                  <a:lnTo>
                    <a:pt x="745898" y="395080"/>
                  </a:lnTo>
                  <a:lnTo>
                    <a:pt x="745898" y="395080"/>
                  </a:lnTo>
                  <a:lnTo>
                    <a:pt x="742620" y="391802"/>
                  </a:lnTo>
                  <a:lnTo>
                    <a:pt x="740980" y="393441"/>
                  </a:lnTo>
                  <a:lnTo>
                    <a:pt x="740980" y="396720"/>
                  </a:lnTo>
                  <a:lnTo>
                    <a:pt x="742620" y="398359"/>
                  </a:lnTo>
                  <a:lnTo>
                    <a:pt x="747538" y="398359"/>
                  </a:lnTo>
                  <a:lnTo>
                    <a:pt x="749177" y="403277"/>
                  </a:lnTo>
                  <a:lnTo>
                    <a:pt x="747538" y="403277"/>
                  </a:lnTo>
                  <a:lnTo>
                    <a:pt x="744259" y="404916"/>
                  </a:lnTo>
                  <a:lnTo>
                    <a:pt x="742620" y="406556"/>
                  </a:lnTo>
                  <a:lnTo>
                    <a:pt x="740980" y="409834"/>
                  </a:lnTo>
                  <a:lnTo>
                    <a:pt x="739341" y="411474"/>
                  </a:lnTo>
                  <a:lnTo>
                    <a:pt x="737701" y="414752"/>
                  </a:lnTo>
                  <a:lnTo>
                    <a:pt x="737701" y="419670"/>
                  </a:lnTo>
                  <a:lnTo>
                    <a:pt x="736062" y="422949"/>
                  </a:lnTo>
                  <a:lnTo>
                    <a:pt x="737701" y="426228"/>
                  </a:lnTo>
                  <a:lnTo>
                    <a:pt x="740980" y="427867"/>
                  </a:lnTo>
                  <a:lnTo>
                    <a:pt x="745898" y="429506"/>
                  </a:lnTo>
                  <a:lnTo>
                    <a:pt x="747538" y="431146"/>
                  </a:lnTo>
                  <a:lnTo>
                    <a:pt x="750817" y="434424"/>
                  </a:lnTo>
                  <a:lnTo>
                    <a:pt x="750817" y="434424"/>
                  </a:lnTo>
                  <a:lnTo>
                    <a:pt x="752455" y="437703"/>
                  </a:lnTo>
                  <a:lnTo>
                    <a:pt x="757373" y="440982"/>
                  </a:lnTo>
                  <a:lnTo>
                    <a:pt x="760652" y="442621"/>
                  </a:lnTo>
                  <a:lnTo>
                    <a:pt x="763931" y="440982"/>
                  </a:lnTo>
                  <a:lnTo>
                    <a:pt x="767210" y="440982"/>
                  </a:lnTo>
                  <a:lnTo>
                    <a:pt x="767210" y="445900"/>
                  </a:lnTo>
                  <a:lnTo>
                    <a:pt x="770488" y="449178"/>
                  </a:lnTo>
                  <a:lnTo>
                    <a:pt x="775407" y="450818"/>
                  </a:lnTo>
                  <a:lnTo>
                    <a:pt x="773767" y="452457"/>
                  </a:lnTo>
                  <a:lnTo>
                    <a:pt x="773767" y="455736"/>
                  </a:lnTo>
                  <a:lnTo>
                    <a:pt x="770488" y="454096"/>
                  </a:lnTo>
                  <a:lnTo>
                    <a:pt x="765570" y="455736"/>
                  </a:lnTo>
                  <a:lnTo>
                    <a:pt x="765570" y="455736"/>
                  </a:lnTo>
                  <a:lnTo>
                    <a:pt x="762291" y="454096"/>
                  </a:lnTo>
                  <a:lnTo>
                    <a:pt x="759013" y="455736"/>
                  </a:lnTo>
                  <a:lnTo>
                    <a:pt x="754094" y="455736"/>
                  </a:lnTo>
                  <a:lnTo>
                    <a:pt x="755734" y="459014"/>
                  </a:lnTo>
                  <a:lnTo>
                    <a:pt x="754094" y="462293"/>
                  </a:lnTo>
                  <a:lnTo>
                    <a:pt x="754094" y="463932"/>
                  </a:lnTo>
                  <a:lnTo>
                    <a:pt x="754094" y="465572"/>
                  </a:lnTo>
                  <a:lnTo>
                    <a:pt x="750817" y="468850"/>
                  </a:lnTo>
                  <a:lnTo>
                    <a:pt x="749177" y="468850"/>
                  </a:lnTo>
                  <a:lnTo>
                    <a:pt x="745898" y="465572"/>
                  </a:lnTo>
                  <a:lnTo>
                    <a:pt x="745898" y="465572"/>
                  </a:lnTo>
                  <a:lnTo>
                    <a:pt x="745898" y="470490"/>
                  </a:lnTo>
                  <a:lnTo>
                    <a:pt x="742620" y="473768"/>
                  </a:lnTo>
                  <a:lnTo>
                    <a:pt x="742620" y="477047"/>
                  </a:lnTo>
                  <a:lnTo>
                    <a:pt x="745898" y="480326"/>
                  </a:lnTo>
                  <a:lnTo>
                    <a:pt x="747538" y="485244"/>
                  </a:lnTo>
                  <a:lnTo>
                    <a:pt x="750817" y="486883"/>
                  </a:lnTo>
                  <a:lnTo>
                    <a:pt x="752455" y="486883"/>
                  </a:lnTo>
                  <a:lnTo>
                    <a:pt x="754094" y="488522"/>
                  </a:lnTo>
                  <a:lnTo>
                    <a:pt x="755734" y="488522"/>
                  </a:lnTo>
                  <a:lnTo>
                    <a:pt x="755734" y="488522"/>
                  </a:lnTo>
                  <a:lnTo>
                    <a:pt x="755734" y="490162"/>
                  </a:lnTo>
                  <a:lnTo>
                    <a:pt x="760652" y="491801"/>
                  </a:lnTo>
                  <a:lnTo>
                    <a:pt x="760652" y="491801"/>
                  </a:lnTo>
                  <a:lnTo>
                    <a:pt x="763931" y="493440"/>
                  </a:lnTo>
                  <a:lnTo>
                    <a:pt x="768849" y="493440"/>
                  </a:lnTo>
                  <a:lnTo>
                    <a:pt x="768849" y="493440"/>
                  </a:lnTo>
                  <a:lnTo>
                    <a:pt x="768849" y="493440"/>
                  </a:lnTo>
                  <a:lnTo>
                    <a:pt x="770488" y="496719"/>
                  </a:lnTo>
                  <a:lnTo>
                    <a:pt x="772128" y="498359"/>
                  </a:lnTo>
                  <a:lnTo>
                    <a:pt x="770488" y="498359"/>
                  </a:lnTo>
                  <a:lnTo>
                    <a:pt x="770488" y="498359"/>
                  </a:lnTo>
                  <a:lnTo>
                    <a:pt x="770488" y="501637"/>
                  </a:lnTo>
                  <a:lnTo>
                    <a:pt x="772128" y="504916"/>
                  </a:lnTo>
                  <a:lnTo>
                    <a:pt x="772128" y="508194"/>
                  </a:lnTo>
                  <a:lnTo>
                    <a:pt x="772128" y="508194"/>
                  </a:lnTo>
                  <a:lnTo>
                    <a:pt x="772128" y="509834"/>
                  </a:lnTo>
                  <a:lnTo>
                    <a:pt x="770488" y="513112"/>
                  </a:lnTo>
                  <a:lnTo>
                    <a:pt x="767210" y="513112"/>
                  </a:lnTo>
                  <a:lnTo>
                    <a:pt x="767210" y="518031"/>
                  </a:lnTo>
                  <a:lnTo>
                    <a:pt x="767210" y="521309"/>
                  </a:lnTo>
                  <a:lnTo>
                    <a:pt x="770488" y="524588"/>
                  </a:lnTo>
                  <a:lnTo>
                    <a:pt x="773767" y="527867"/>
                  </a:lnTo>
                  <a:lnTo>
                    <a:pt x="777046" y="529506"/>
                  </a:lnTo>
                  <a:lnTo>
                    <a:pt x="777046" y="529506"/>
                  </a:lnTo>
                  <a:lnTo>
                    <a:pt x="777046" y="531145"/>
                  </a:lnTo>
                  <a:lnTo>
                    <a:pt x="777046" y="534424"/>
                  </a:lnTo>
                  <a:lnTo>
                    <a:pt x="777046" y="536063"/>
                  </a:lnTo>
                  <a:lnTo>
                    <a:pt x="777046" y="540981"/>
                  </a:lnTo>
                  <a:lnTo>
                    <a:pt x="780324" y="540981"/>
                  </a:lnTo>
                  <a:lnTo>
                    <a:pt x="783603" y="540981"/>
                  </a:lnTo>
                  <a:lnTo>
                    <a:pt x="785242" y="545899"/>
                  </a:lnTo>
                  <a:lnTo>
                    <a:pt x="783603" y="549178"/>
                  </a:lnTo>
                  <a:lnTo>
                    <a:pt x="783603" y="550817"/>
                  </a:lnTo>
                  <a:lnTo>
                    <a:pt x="783603" y="550817"/>
                  </a:lnTo>
                  <a:lnTo>
                    <a:pt x="783603" y="554096"/>
                  </a:lnTo>
                  <a:lnTo>
                    <a:pt x="785242" y="555735"/>
                  </a:lnTo>
                  <a:lnTo>
                    <a:pt x="786881" y="560653"/>
                  </a:lnTo>
                  <a:lnTo>
                    <a:pt x="786881" y="563932"/>
                  </a:lnTo>
                  <a:lnTo>
                    <a:pt x="788521" y="567211"/>
                  </a:lnTo>
                  <a:lnTo>
                    <a:pt x="788521" y="568850"/>
                  </a:lnTo>
                  <a:lnTo>
                    <a:pt x="788521" y="572129"/>
                  </a:lnTo>
                  <a:lnTo>
                    <a:pt x="791800" y="575407"/>
                  </a:lnTo>
                  <a:lnTo>
                    <a:pt x="791800" y="578686"/>
                  </a:lnTo>
                  <a:lnTo>
                    <a:pt x="791800" y="581965"/>
                  </a:lnTo>
                  <a:lnTo>
                    <a:pt x="793439" y="585243"/>
                  </a:lnTo>
                  <a:lnTo>
                    <a:pt x="795078" y="586883"/>
                  </a:lnTo>
                  <a:lnTo>
                    <a:pt x="795078" y="586883"/>
                  </a:lnTo>
                  <a:lnTo>
                    <a:pt x="795078" y="590161"/>
                  </a:lnTo>
                  <a:lnTo>
                    <a:pt x="795078" y="590161"/>
                  </a:lnTo>
                  <a:lnTo>
                    <a:pt x="795078" y="591801"/>
                  </a:lnTo>
                  <a:lnTo>
                    <a:pt x="795078" y="593440"/>
                  </a:lnTo>
                  <a:lnTo>
                    <a:pt x="796718" y="595079"/>
                  </a:lnTo>
                  <a:lnTo>
                    <a:pt x="795078" y="598358"/>
                  </a:lnTo>
                  <a:lnTo>
                    <a:pt x="791800" y="596719"/>
                  </a:lnTo>
                  <a:lnTo>
                    <a:pt x="790160" y="596719"/>
                  </a:lnTo>
                  <a:lnTo>
                    <a:pt x="790160" y="598358"/>
                  </a:lnTo>
                  <a:lnTo>
                    <a:pt x="793439" y="599997"/>
                  </a:lnTo>
                  <a:lnTo>
                    <a:pt x="795078" y="599997"/>
                  </a:lnTo>
                  <a:lnTo>
                    <a:pt x="795078" y="604915"/>
                  </a:lnTo>
                  <a:lnTo>
                    <a:pt x="798357" y="608194"/>
                  </a:lnTo>
                  <a:lnTo>
                    <a:pt x="796718" y="611473"/>
                  </a:lnTo>
                  <a:lnTo>
                    <a:pt x="793439" y="611473"/>
                  </a:lnTo>
                  <a:lnTo>
                    <a:pt x="790160" y="609833"/>
                  </a:lnTo>
                  <a:lnTo>
                    <a:pt x="790160" y="606555"/>
                  </a:lnTo>
                  <a:lnTo>
                    <a:pt x="790160" y="606555"/>
                  </a:lnTo>
                  <a:lnTo>
                    <a:pt x="788521" y="609833"/>
                  </a:lnTo>
                  <a:lnTo>
                    <a:pt x="786881" y="611473"/>
                  </a:lnTo>
                  <a:lnTo>
                    <a:pt x="785242" y="611473"/>
                  </a:lnTo>
                  <a:lnTo>
                    <a:pt x="783603" y="608194"/>
                  </a:lnTo>
                  <a:lnTo>
                    <a:pt x="783603" y="604915"/>
                  </a:lnTo>
                  <a:lnTo>
                    <a:pt x="783603" y="601637"/>
                  </a:lnTo>
                  <a:lnTo>
                    <a:pt x="783603" y="596719"/>
                  </a:lnTo>
                  <a:lnTo>
                    <a:pt x="783603" y="593440"/>
                  </a:lnTo>
                  <a:lnTo>
                    <a:pt x="783603" y="590161"/>
                  </a:lnTo>
                  <a:lnTo>
                    <a:pt x="781963" y="590161"/>
                  </a:lnTo>
                  <a:lnTo>
                    <a:pt x="783603" y="593440"/>
                  </a:lnTo>
                  <a:lnTo>
                    <a:pt x="780324" y="598358"/>
                  </a:lnTo>
                  <a:lnTo>
                    <a:pt x="780324" y="593440"/>
                  </a:lnTo>
                  <a:lnTo>
                    <a:pt x="780324" y="590161"/>
                  </a:lnTo>
                  <a:lnTo>
                    <a:pt x="780324" y="586883"/>
                  </a:lnTo>
                  <a:lnTo>
                    <a:pt x="780324" y="586883"/>
                  </a:lnTo>
                  <a:lnTo>
                    <a:pt x="780324" y="586883"/>
                  </a:lnTo>
                  <a:lnTo>
                    <a:pt x="778684" y="591801"/>
                  </a:lnTo>
                  <a:lnTo>
                    <a:pt x="778684" y="593440"/>
                  </a:lnTo>
                  <a:lnTo>
                    <a:pt x="778684" y="598358"/>
                  </a:lnTo>
                  <a:lnTo>
                    <a:pt x="778684" y="601637"/>
                  </a:lnTo>
                  <a:lnTo>
                    <a:pt x="778684" y="604915"/>
                  </a:lnTo>
                  <a:lnTo>
                    <a:pt x="780324" y="608194"/>
                  </a:lnTo>
                  <a:lnTo>
                    <a:pt x="780324" y="613112"/>
                  </a:lnTo>
                  <a:lnTo>
                    <a:pt x="778684" y="614751"/>
                  </a:lnTo>
                  <a:lnTo>
                    <a:pt x="778684" y="616391"/>
                  </a:lnTo>
                  <a:lnTo>
                    <a:pt x="777046" y="613112"/>
                  </a:lnTo>
                  <a:lnTo>
                    <a:pt x="777046" y="611473"/>
                  </a:lnTo>
                  <a:lnTo>
                    <a:pt x="777046" y="608194"/>
                  </a:lnTo>
                  <a:lnTo>
                    <a:pt x="777046" y="603276"/>
                  </a:lnTo>
                  <a:lnTo>
                    <a:pt x="773767" y="599997"/>
                  </a:lnTo>
                  <a:lnTo>
                    <a:pt x="775407" y="603276"/>
                  </a:lnTo>
                  <a:lnTo>
                    <a:pt x="773767" y="604915"/>
                  </a:lnTo>
                  <a:lnTo>
                    <a:pt x="775407" y="604915"/>
                  </a:lnTo>
                  <a:lnTo>
                    <a:pt x="775407" y="609833"/>
                  </a:lnTo>
                  <a:lnTo>
                    <a:pt x="773767" y="613112"/>
                  </a:lnTo>
                  <a:lnTo>
                    <a:pt x="772128" y="613112"/>
                  </a:lnTo>
                  <a:lnTo>
                    <a:pt x="772128" y="608194"/>
                  </a:lnTo>
                  <a:lnTo>
                    <a:pt x="770488" y="608194"/>
                  </a:lnTo>
                  <a:lnTo>
                    <a:pt x="768849" y="611473"/>
                  </a:lnTo>
                  <a:lnTo>
                    <a:pt x="767210" y="608194"/>
                  </a:lnTo>
                  <a:lnTo>
                    <a:pt x="768849" y="611473"/>
                  </a:lnTo>
                  <a:lnTo>
                    <a:pt x="768849" y="611473"/>
                  </a:lnTo>
                  <a:lnTo>
                    <a:pt x="767210" y="614751"/>
                  </a:lnTo>
                  <a:lnTo>
                    <a:pt x="765570" y="613112"/>
                  </a:lnTo>
                  <a:lnTo>
                    <a:pt x="765570" y="611473"/>
                  </a:lnTo>
                  <a:lnTo>
                    <a:pt x="765570" y="608194"/>
                  </a:lnTo>
                  <a:lnTo>
                    <a:pt x="765570" y="606555"/>
                  </a:lnTo>
                  <a:lnTo>
                    <a:pt x="763931" y="603276"/>
                  </a:lnTo>
                  <a:lnTo>
                    <a:pt x="762291" y="598358"/>
                  </a:lnTo>
                  <a:lnTo>
                    <a:pt x="762291" y="595079"/>
                  </a:lnTo>
                  <a:lnTo>
                    <a:pt x="763931" y="591801"/>
                  </a:lnTo>
                  <a:lnTo>
                    <a:pt x="760652" y="586883"/>
                  </a:lnTo>
                  <a:lnTo>
                    <a:pt x="757373" y="585243"/>
                  </a:lnTo>
                  <a:lnTo>
                    <a:pt x="757373" y="585243"/>
                  </a:lnTo>
                  <a:lnTo>
                    <a:pt x="754094" y="583604"/>
                  </a:lnTo>
                  <a:lnTo>
                    <a:pt x="750817" y="578686"/>
                  </a:lnTo>
                  <a:lnTo>
                    <a:pt x="752455" y="583604"/>
                  </a:lnTo>
                  <a:lnTo>
                    <a:pt x="755734" y="586883"/>
                  </a:lnTo>
                  <a:lnTo>
                    <a:pt x="759013" y="586883"/>
                  </a:lnTo>
                  <a:lnTo>
                    <a:pt x="762291" y="590161"/>
                  </a:lnTo>
                  <a:lnTo>
                    <a:pt x="760652" y="593440"/>
                  </a:lnTo>
                  <a:lnTo>
                    <a:pt x="757373" y="598358"/>
                  </a:lnTo>
                  <a:lnTo>
                    <a:pt x="755734" y="601637"/>
                  </a:lnTo>
                  <a:lnTo>
                    <a:pt x="752455" y="604915"/>
                  </a:lnTo>
                  <a:lnTo>
                    <a:pt x="749177" y="608194"/>
                  </a:lnTo>
                  <a:lnTo>
                    <a:pt x="745898" y="611473"/>
                  </a:lnTo>
                  <a:lnTo>
                    <a:pt x="742620" y="611473"/>
                  </a:lnTo>
                  <a:lnTo>
                    <a:pt x="737701" y="613112"/>
                  </a:lnTo>
                  <a:lnTo>
                    <a:pt x="737701" y="613112"/>
                  </a:lnTo>
                  <a:lnTo>
                    <a:pt x="734423" y="614751"/>
                  </a:lnTo>
                  <a:lnTo>
                    <a:pt x="729504" y="614751"/>
                  </a:lnTo>
                  <a:lnTo>
                    <a:pt x="726227" y="616391"/>
                  </a:lnTo>
                  <a:lnTo>
                    <a:pt x="722948" y="619669"/>
                  </a:lnTo>
                  <a:lnTo>
                    <a:pt x="719669" y="622948"/>
                  </a:lnTo>
                  <a:lnTo>
                    <a:pt x="718030" y="626227"/>
                  </a:lnTo>
                  <a:lnTo>
                    <a:pt x="716390" y="631145"/>
                  </a:lnTo>
                  <a:lnTo>
                    <a:pt x="716390" y="634424"/>
                  </a:lnTo>
                  <a:lnTo>
                    <a:pt x="718030" y="637702"/>
                  </a:lnTo>
                  <a:lnTo>
                    <a:pt x="719669" y="642620"/>
                  </a:lnTo>
                  <a:lnTo>
                    <a:pt x="722948" y="645899"/>
                  </a:lnTo>
                  <a:lnTo>
                    <a:pt x="719669" y="649177"/>
                  </a:lnTo>
                  <a:lnTo>
                    <a:pt x="722948" y="652456"/>
                  </a:lnTo>
                  <a:lnTo>
                    <a:pt x="724587" y="655735"/>
                  </a:lnTo>
                  <a:lnTo>
                    <a:pt x="722948" y="655735"/>
                  </a:lnTo>
                  <a:lnTo>
                    <a:pt x="719669" y="659014"/>
                  </a:lnTo>
                  <a:lnTo>
                    <a:pt x="716390" y="663931"/>
                  </a:lnTo>
                  <a:lnTo>
                    <a:pt x="719669" y="667210"/>
                  </a:lnTo>
                  <a:lnTo>
                    <a:pt x="716390" y="670489"/>
                  </a:lnTo>
                  <a:lnTo>
                    <a:pt x="716390" y="672128"/>
                  </a:lnTo>
                  <a:lnTo>
                    <a:pt x="711472" y="673768"/>
                  </a:lnTo>
                  <a:lnTo>
                    <a:pt x="708193" y="675407"/>
                  </a:lnTo>
                  <a:lnTo>
                    <a:pt x="708193" y="680325"/>
                  </a:lnTo>
                  <a:lnTo>
                    <a:pt x="706554" y="683604"/>
                  </a:lnTo>
                  <a:lnTo>
                    <a:pt x="704914" y="683604"/>
                  </a:lnTo>
                  <a:lnTo>
                    <a:pt x="703275" y="683604"/>
                  </a:lnTo>
                  <a:lnTo>
                    <a:pt x="699997" y="681964"/>
                  </a:lnTo>
                  <a:lnTo>
                    <a:pt x="696718" y="677046"/>
                  </a:lnTo>
                  <a:lnTo>
                    <a:pt x="695079" y="678686"/>
                  </a:lnTo>
                  <a:lnTo>
                    <a:pt x="698358" y="681964"/>
                  </a:lnTo>
                  <a:lnTo>
                    <a:pt x="701636" y="683604"/>
                  </a:lnTo>
                  <a:lnTo>
                    <a:pt x="704914" y="685243"/>
                  </a:lnTo>
                  <a:lnTo>
                    <a:pt x="701636" y="686882"/>
                  </a:lnTo>
                  <a:lnTo>
                    <a:pt x="698358" y="688521"/>
                  </a:lnTo>
                  <a:lnTo>
                    <a:pt x="693440" y="690161"/>
                  </a:lnTo>
                  <a:lnTo>
                    <a:pt x="690161" y="691800"/>
                  </a:lnTo>
                  <a:lnTo>
                    <a:pt x="686882" y="693439"/>
                  </a:lnTo>
                  <a:lnTo>
                    <a:pt x="683603" y="693439"/>
                  </a:lnTo>
                  <a:lnTo>
                    <a:pt x="678685" y="696718"/>
                  </a:lnTo>
                  <a:lnTo>
                    <a:pt x="675406" y="696718"/>
                  </a:lnTo>
                  <a:lnTo>
                    <a:pt x="672128" y="698358"/>
                  </a:lnTo>
                  <a:lnTo>
                    <a:pt x="673768" y="696718"/>
                  </a:lnTo>
                  <a:lnTo>
                    <a:pt x="675406" y="693439"/>
                  </a:lnTo>
                  <a:lnTo>
                    <a:pt x="673768" y="688521"/>
                  </a:lnTo>
                  <a:lnTo>
                    <a:pt x="670489" y="688521"/>
                  </a:lnTo>
                  <a:lnTo>
                    <a:pt x="667210" y="691800"/>
                  </a:lnTo>
                  <a:lnTo>
                    <a:pt x="663931" y="695079"/>
                  </a:lnTo>
                  <a:lnTo>
                    <a:pt x="660653" y="698358"/>
                  </a:lnTo>
                  <a:lnTo>
                    <a:pt x="660653" y="703276"/>
                  </a:lnTo>
                  <a:lnTo>
                    <a:pt x="660653" y="706554"/>
                  </a:lnTo>
                  <a:lnTo>
                    <a:pt x="662292" y="703276"/>
                  </a:lnTo>
                  <a:lnTo>
                    <a:pt x="667210" y="699997"/>
                  </a:lnTo>
                  <a:lnTo>
                    <a:pt x="668850" y="698358"/>
                  </a:lnTo>
                  <a:lnTo>
                    <a:pt x="668850" y="699997"/>
                  </a:lnTo>
                  <a:lnTo>
                    <a:pt x="667210" y="699997"/>
                  </a:lnTo>
                  <a:lnTo>
                    <a:pt x="667210" y="703276"/>
                  </a:lnTo>
                  <a:lnTo>
                    <a:pt x="663931" y="704915"/>
                  </a:lnTo>
                  <a:lnTo>
                    <a:pt x="660653" y="708194"/>
                  </a:lnTo>
                  <a:lnTo>
                    <a:pt x="659013" y="711472"/>
                  </a:lnTo>
                  <a:lnTo>
                    <a:pt x="654095" y="714751"/>
                  </a:lnTo>
                  <a:lnTo>
                    <a:pt x="650816" y="719669"/>
                  </a:lnTo>
                  <a:lnTo>
                    <a:pt x="649177" y="722948"/>
                  </a:lnTo>
                  <a:lnTo>
                    <a:pt x="649177" y="724587"/>
                  </a:lnTo>
                  <a:lnTo>
                    <a:pt x="647538" y="727866"/>
                  </a:lnTo>
                  <a:lnTo>
                    <a:pt x="645899" y="731144"/>
                  </a:lnTo>
                  <a:lnTo>
                    <a:pt x="642620" y="734423"/>
                  </a:lnTo>
                  <a:lnTo>
                    <a:pt x="640981" y="737702"/>
                  </a:lnTo>
                  <a:lnTo>
                    <a:pt x="639341" y="742620"/>
                  </a:lnTo>
                  <a:lnTo>
                    <a:pt x="636063" y="745898"/>
                  </a:lnTo>
                  <a:lnTo>
                    <a:pt x="632784" y="749177"/>
                  </a:lnTo>
                  <a:lnTo>
                    <a:pt x="629505" y="754095"/>
                  </a:lnTo>
                  <a:lnTo>
                    <a:pt x="627866" y="757374"/>
                  </a:lnTo>
                  <a:lnTo>
                    <a:pt x="626226" y="760652"/>
                  </a:lnTo>
                  <a:lnTo>
                    <a:pt x="622947" y="762292"/>
                  </a:lnTo>
                  <a:lnTo>
                    <a:pt x="619670" y="763931"/>
                  </a:lnTo>
                  <a:lnTo>
                    <a:pt x="614751" y="765570"/>
                  </a:lnTo>
                  <a:lnTo>
                    <a:pt x="613112" y="768849"/>
                  </a:lnTo>
                  <a:lnTo>
                    <a:pt x="608194" y="770488"/>
                  </a:lnTo>
                  <a:lnTo>
                    <a:pt x="606554" y="775406"/>
                  </a:lnTo>
                  <a:lnTo>
                    <a:pt x="603276" y="778685"/>
                  </a:lnTo>
                  <a:lnTo>
                    <a:pt x="603276" y="781964"/>
                  </a:lnTo>
                  <a:lnTo>
                    <a:pt x="598357" y="785242"/>
                  </a:lnTo>
                  <a:lnTo>
                    <a:pt x="596719" y="785242"/>
                  </a:lnTo>
                  <a:lnTo>
                    <a:pt x="599997" y="786882"/>
                  </a:lnTo>
                  <a:lnTo>
                    <a:pt x="596719" y="790161"/>
                  </a:lnTo>
                  <a:lnTo>
                    <a:pt x="591801" y="793439"/>
                  </a:lnTo>
                  <a:lnTo>
                    <a:pt x="588522" y="795078"/>
                  </a:lnTo>
                  <a:lnTo>
                    <a:pt x="585243" y="798357"/>
                  </a:lnTo>
                  <a:lnTo>
                    <a:pt x="581964" y="799996"/>
                  </a:lnTo>
                  <a:lnTo>
                    <a:pt x="577046" y="801636"/>
                  </a:lnTo>
                  <a:lnTo>
                    <a:pt x="573767" y="804914"/>
                  </a:lnTo>
                  <a:lnTo>
                    <a:pt x="570490" y="806554"/>
                  </a:lnTo>
                  <a:lnTo>
                    <a:pt x="567211" y="811472"/>
                  </a:lnTo>
                  <a:lnTo>
                    <a:pt x="563932" y="814751"/>
                  </a:lnTo>
                  <a:lnTo>
                    <a:pt x="563932" y="818029"/>
                  </a:lnTo>
                  <a:lnTo>
                    <a:pt x="563932" y="822947"/>
                  </a:lnTo>
                  <a:lnTo>
                    <a:pt x="567211" y="824586"/>
                  </a:lnTo>
                  <a:lnTo>
                    <a:pt x="567211" y="824586"/>
                  </a:lnTo>
                  <a:lnTo>
                    <a:pt x="567211" y="829504"/>
                  </a:lnTo>
                  <a:lnTo>
                    <a:pt x="565571" y="832783"/>
                  </a:lnTo>
                  <a:lnTo>
                    <a:pt x="565571" y="834423"/>
                  </a:lnTo>
                  <a:lnTo>
                    <a:pt x="565571" y="836062"/>
                  </a:lnTo>
                  <a:lnTo>
                    <a:pt x="560653" y="839341"/>
                  </a:lnTo>
                  <a:lnTo>
                    <a:pt x="557374" y="840980"/>
                  </a:lnTo>
                  <a:lnTo>
                    <a:pt x="554096" y="842619"/>
                  </a:lnTo>
                  <a:lnTo>
                    <a:pt x="549177" y="844258"/>
                  </a:lnTo>
                  <a:lnTo>
                    <a:pt x="545899" y="845898"/>
                  </a:lnTo>
                  <a:lnTo>
                    <a:pt x="542621" y="845898"/>
                  </a:lnTo>
                  <a:lnTo>
                    <a:pt x="539342" y="844258"/>
                  </a:lnTo>
                  <a:lnTo>
                    <a:pt x="534424" y="844258"/>
                  </a:lnTo>
                  <a:lnTo>
                    <a:pt x="531145" y="844258"/>
                  </a:lnTo>
                  <a:lnTo>
                    <a:pt x="526227" y="845898"/>
                  </a:lnTo>
                  <a:lnTo>
                    <a:pt x="526227" y="850816"/>
                  </a:lnTo>
                  <a:lnTo>
                    <a:pt x="526227" y="854095"/>
                  </a:lnTo>
                  <a:lnTo>
                    <a:pt x="524587" y="857373"/>
                  </a:lnTo>
                  <a:lnTo>
                    <a:pt x="524587" y="862291"/>
                  </a:lnTo>
                  <a:lnTo>
                    <a:pt x="522948" y="862291"/>
                  </a:lnTo>
                  <a:lnTo>
                    <a:pt x="519669" y="867209"/>
                  </a:lnTo>
                  <a:lnTo>
                    <a:pt x="519669" y="870488"/>
                  </a:lnTo>
                  <a:lnTo>
                    <a:pt x="516391" y="867209"/>
                  </a:lnTo>
                  <a:lnTo>
                    <a:pt x="516391" y="863931"/>
                  </a:lnTo>
                  <a:lnTo>
                    <a:pt x="514752" y="860652"/>
                  </a:lnTo>
                  <a:lnTo>
                    <a:pt x="514752" y="865570"/>
                  </a:lnTo>
                  <a:lnTo>
                    <a:pt x="513113" y="868848"/>
                  </a:lnTo>
                  <a:lnTo>
                    <a:pt x="513113" y="872127"/>
                  </a:lnTo>
                  <a:lnTo>
                    <a:pt x="513113" y="868848"/>
                  </a:lnTo>
                  <a:lnTo>
                    <a:pt x="509834" y="865570"/>
                  </a:lnTo>
                  <a:lnTo>
                    <a:pt x="504916" y="865570"/>
                  </a:lnTo>
                  <a:lnTo>
                    <a:pt x="501637" y="865570"/>
                  </a:lnTo>
                  <a:lnTo>
                    <a:pt x="498358" y="868848"/>
                  </a:lnTo>
                  <a:lnTo>
                    <a:pt x="493440" y="872127"/>
                  </a:lnTo>
                  <a:lnTo>
                    <a:pt x="491801" y="875406"/>
                  </a:lnTo>
                  <a:lnTo>
                    <a:pt x="490162" y="878685"/>
                  </a:lnTo>
                  <a:lnTo>
                    <a:pt x="490162" y="883603"/>
                  </a:lnTo>
                  <a:lnTo>
                    <a:pt x="488523" y="886881"/>
                  </a:lnTo>
                  <a:lnTo>
                    <a:pt x="486883" y="890160"/>
                  </a:lnTo>
                  <a:lnTo>
                    <a:pt x="486883" y="893439"/>
                  </a:lnTo>
                  <a:lnTo>
                    <a:pt x="486883" y="898357"/>
                  </a:lnTo>
                  <a:lnTo>
                    <a:pt x="485244" y="901635"/>
                  </a:lnTo>
                  <a:lnTo>
                    <a:pt x="486883" y="904914"/>
                  </a:lnTo>
                  <a:lnTo>
                    <a:pt x="488523" y="909832"/>
                  </a:lnTo>
                  <a:lnTo>
                    <a:pt x="488523" y="913111"/>
                  </a:lnTo>
                  <a:lnTo>
                    <a:pt x="490162" y="916389"/>
                  </a:lnTo>
                  <a:lnTo>
                    <a:pt x="491801" y="921307"/>
                  </a:lnTo>
                  <a:lnTo>
                    <a:pt x="491801" y="922947"/>
                  </a:lnTo>
                  <a:lnTo>
                    <a:pt x="493440" y="924586"/>
                  </a:lnTo>
                  <a:lnTo>
                    <a:pt x="493440" y="927865"/>
                  </a:lnTo>
                  <a:lnTo>
                    <a:pt x="493440" y="931143"/>
                  </a:lnTo>
                  <a:lnTo>
                    <a:pt x="491801" y="936061"/>
                  </a:lnTo>
                  <a:lnTo>
                    <a:pt x="491801" y="939340"/>
                  </a:lnTo>
                  <a:lnTo>
                    <a:pt x="491801" y="942619"/>
                  </a:lnTo>
                  <a:lnTo>
                    <a:pt x="493440" y="945897"/>
                  </a:lnTo>
                  <a:lnTo>
                    <a:pt x="495079" y="950815"/>
                  </a:lnTo>
                  <a:lnTo>
                    <a:pt x="496719" y="954094"/>
                  </a:lnTo>
                  <a:lnTo>
                    <a:pt x="498358" y="959012"/>
                  </a:lnTo>
                  <a:lnTo>
                    <a:pt x="496719" y="962291"/>
                  </a:lnTo>
                  <a:lnTo>
                    <a:pt x="498358" y="965569"/>
                  </a:lnTo>
                  <a:lnTo>
                    <a:pt x="499997" y="968848"/>
                  </a:lnTo>
                  <a:lnTo>
                    <a:pt x="499997" y="970488"/>
                  </a:lnTo>
                  <a:lnTo>
                    <a:pt x="499997" y="968848"/>
                  </a:lnTo>
                  <a:lnTo>
                    <a:pt x="496719" y="965569"/>
                  </a:lnTo>
                  <a:lnTo>
                    <a:pt x="493440" y="960651"/>
                  </a:lnTo>
                  <a:lnTo>
                    <a:pt x="493440" y="965569"/>
                  </a:lnTo>
                  <a:lnTo>
                    <a:pt x="491801" y="962291"/>
                  </a:lnTo>
                  <a:lnTo>
                    <a:pt x="491801" y="965569"/>
                  </a:lnTo>
                  <a:lnTo>
                    <a:pt x="493440" y="970488"/>
                  </a:lnTo>
                  <a:lnTo>
                    <a:pt x="495079" y="972127"/>
                  </a:lnTo>
                  <a:lnTo>
                    <a:pt x="499997" y="972127"/>
                  </a:lnTo>
                  <a:lnTo>
                    <a:pt x="503276" y="975405"/>
                  </a:lnTo>
                  <a:lnTo>
                    <a:pt x="503276" y="978684"/>
                  </a:lnTo>
                  <a:lnTo>
                    <a:pt x="501637" y="981963"/>
                  </a:lnTo>
                  <a:lnTo>
                    <a:pt x="501637" y="986881"/>
                  </a:lnTo>
                  <a:lnTo>
                    <a:pt x="501637" y="990160"/>
                  </a:lnTo>
                  <a:lnTo>
                    <a:pt x="501637" y="993438"/>
                  </a:lnTo>
                  <a:lnTo>
                    <a:pt x="501637" y="998356"/>
                  </a:lnTo>
                  <a:lnTo>
                    <a:pt x="501637" y="1001635"/>
                  </a:lnTo>
                  <a:lnTo>
                    <a:pt x="499997" y="1004913"/>
                  </a:lnTo>
                  <a:lnTo>
                    <a:pt x="499997" y="1009832"/>
                  </a:lnTo>
                  <a:lnTo>
                    <a:pt x="499997" y="1013110"/>
                  </a:lnTo>
                  <a:lnTo>
                    <a:pt x="498358" y="1016389"/>
                  </a:lnTo>
                  <a:lnTo>
                    <a:pt x="496719" y="1018028"/>
                  </a:lnTo>
                  <a:lnTo>
                    <a:pt x="495079" y="1021307"/>
                  </a:lnTo>
                  <a:lnTo>
                    <a:pt x="493440" y="1026225"/>
                  </a:lnTo>
                  <a:lnTo>
                    <a:pt x="493440" y="1026225"/>
                  </a:lnTo>
                  <a:lnTo>
                    <a:pt x="493440" y="1027864"/>
                  </a:lnTo>
                  <a:lnTo>
                    <a:pt x="490162" y="1031143"/>
                  </a:lnTo>
                  <a:lnTo>
                    <a:pt x="488523" y="1034422"/>
                  </a:lnTo>
                  <a:lnTo>
                    <a:pt x="488523" y="1034422"/>
                  </a:lnTo>
                  <a:lnTo>
                    <a:pt x="488523" y="1037700"/>
                  </a:lnTo>
                  <a:lnTo>
                    <a:pt x="488523" y="1039340"/>
                  </a:lnTo>
                  <a:lnTo>
                    <a:pt x="486883" y="1042618"/>
                  </a:lnTo>
                  <a:lnTo>
                    <a:pt x="486883" y="1044258"/>
                  </a:lnTo>
                  <a:lnTo>
                    <a:pt x="486883" y="1045897"/>
                  </a:lnTo>
                  <a:lnTo>
                    <a:pt x="486883" y="1045897"/>
                  </a:lnTo>
                  <a:lnTo>
                    <a:pt x="486883" y="1047536"/>
                  </a:lnTo>
                  <a:lnTo>
                    <a:pt x="486883" y="1049176"/>
                  </a:lnTo>
                  <a:lnTo>
                    <a:pt x="485244" y="1054094"/>
                  </a:lnTo>
                  <a:lnTo>
                    <a:pt x="485244" y="1057372"/>
                  </a:lnTo>
                  <a:lnTo>
                    <a:pt x="486883" y="1060651"/>
                  </a:lnTo>
                  <a:lnTo>
                    <a:pt x="485244" y="1065569"/>
                  </a:lnTo>
                  <a:lnTo>
                    <a:pt x="483604" y="1067208"/>
                  </a:lnTo>
                  <a:lnTo>
                    <a:pt x="483604" y="1067208"/>
                  </a:lnTo>
                  <a:lnTo>
                    <a:pt x="486883" y="1065569"/>
                  </a:lnTo>
                  <a:lnTo>
                    <a:pt x="490162" y="1068848"/>
                  </a:lnTo>
                  <a:lnTo>
                    <a:pt x="490162" y="1072126"/>
                  </a:lnTo>
                  <a:lnTo>
                    <a:pt x="490162" y="1075405"/>
                  </a:lnTo>
                  <a:lnTo>
                    <a:pt x="490162" y="1078684"/>
                  </a:lnTo>
                  <a:lnTo>
                    <a:pt x="490162" y="1080323"/>
                  </a:lnTo>
                  <a:lnTo>
                    <a:pt x="490162" y="1083602"/>
                  </a:lnTo>
                  <a:lnTo>
                    <a:pt x="490162" y="1085241"/>
                  </a:lnTo>
                  <a:lnTo>
                    <a:pt x="490162" y="1086881"/>
                  </a:lnTo>
                  <a:lnTo>
                    <a:pt x="490162" y="1088520"/>
                  </a:lnTo>
                  <a:lnTo>
                    <a:pt x="491801" y="1093438"/>
                  </a:lnTo>
                  <a:lnTo>
                    <a:pt x="491801" y="1096716"/>
                  </a:lnTo>
                  <a:lnTo>
                    <a:pt x="491801" y="1099995"/>
                  </a:lnTo>
                  <a:lnTo>
                    <a:pt x="491801" y="1104913"/>
                  </a:lnTo>
                  <a:lnTo>
                    <a:pt x="493440" y="1108192"/>
                  </a:lnTo>
                  <a:lnTo>
                    <a:pt x="493440" y="1111471"/>
                  </a:lnTo>
                  <a:lnTo>
                    <a:pt x="488523" y="1111471"/>
                  </a:lnTo>
                  <a:lnTo>
                    <a:pt x="485244" y="1111471"/>
                  </a:lnTo>
                  <a:lnTo>
                    <a:pt x="488523" y="1113110"/>
                  </a:lnTo>
                  <a:lnTo>
                    <a:pt x="485244" y="1113110"/>
                  </a:lnTo>
                  <a:lnTo>
                    <a:pt x="481965" y="1111471"/>
                  </a:lnTo>
                  <a:lnTo>
                    <a:pt x="480326" y="1109831"/>
                  </a:lnTo>
                  <a:lnTo>
                    <a:pt x="475407" y="1111471"/>
                  </a:lnTo>
                  <a:lnTo>
                    <a:pt x="472129" y="1113110"/>
                  </a:lnTo>
                  <a:lnTo>
                    <a:pt x="470489" y="1116388"/>
                  </a:lnTo>
                  <a:lnTo>
                    <a:pt x="468850" y="1119667"/>
                  </a:lnTo>
                  <a:lnTo>
                    <a:pt x="470489" y="1122946"/>
                  </a:lnTo>
                  <a:lnTo>
                    <a:pt x="468850" y="1124585"/>
                  </a:lnTo>
                  <a:lnTo>
                    <a:pt x="467210" y="1129503"/>
                  </a:lnTo>
                  <a:lnTo>
                    <a:pt x="465572" y="1132782"/>
                  </a:lnTo>
                  <a:lnTo>
                    <a:pt x="462293" y="1136061"/>
                  </a:lnTo>
                  <a:lnTo>
                    <a:pt x="460654" y="1140978"/>
                  </a:lnTo>
                  <a:lnTo>
                    <a:pt x="459014" y="1144257"/>
                  </a:lnTo>
                  <a:lnTo>
                    <a:pt x="459014" y="1147536"/>
                  </a:lnTo>
                  <a:lnTo>
                    <a:pt x="459014" y="1150815"/>
                  </a:lnTo>
                  <a:lnTo>
                    <a:pt x="462293" y="1155732"/>
                  </a:lnTo>
                  <a:lnTo>
                    <a:pt x="467210" y="1155732"/>
                  </a:lnTo>
                  <a:lnTo>
                    <a:pt x="470489" y="1157372"/>
                  </a:lnTo>
                  <a:lnTo>
                    <a:pt x="473768" y="1155732"/>
                  </a:lnTo>
                  <a:lnTo>
                    <a:pt x="475407" y="1159011"/>
                  </a:lnTo>
                  <a:lnTo>
                    <a:pt x="480326" y="1162290"/>
                  </a:lnTo>
                  <a:lnTo>
                    <a:pt x="480326" y="1162290"/>
                  </a:lnTo>
                  <a:lnTo>
                    <a:pt x="475407" y="1159011"/>
                  </a:lnTo>
                  <a:lnTo>
                    <a:pt x="472129" y="1159011"/>
                  </a:lnTo>
                  <a:lnTo>
                    <a:pt x="468850" y="1157372"/>
                  </a:lnTo>
                  <a:lnTo>
                    <a:pt x="465572" y="1157372"/>
                  </a:lnTo>
                  <a:lnTo>
                    <a:pt x="460654" y="1157372"/>
                  </a:lnTo>
                  <a:lnTo>
                    <a:pt x="457375" y="1159011"/>
                  </a:lnTo>
                  <a:lnTo>
                    <a:pt x="454096" y="1159011"/>
                  </a:lnTo>
                  <a:lnTo>
                    <a:pt x="449178" y="1160651"/>
                  </a:lnTo>
                  <a:lnTo>
                    <a:pt x="445899" y="1163929"/>
                  </a:lnTo>
                  <a:lnTo>
                    <a:pt x="442620" y="1163929"/>
                  </a:lnTo>
                  <a:lnTo>
                    <a:pt x="439343" y="1165569"/>
                  </a:lnTo>
                  <a:lnTo>
                    <a:pt x="434424" y="1168847"/>
                  </a:lnTo>
                  <a:lnTo>
                    <a:pt x="432785" y="1172126"/>
                  </a:lnTo>
                  <a:lnTo>
                    <a:pt x="431146" y="1177044"/>
                  </a:lnTo>
                  <a:lnTo>
                    <a:pt x="431146" y="1177044"/>
                  </a:lnTo>
                  <a:lnTo>
                    <a:pt x="431146" y="1181962"/>
                  </a:lnTo>
                  <a:lnTo>
                    <a:pt x="429506" y="1183601"/>
                  </a:lnTo>
                  <a:lnTo>
                    <a:pt x="431146" y="1188519"/>
                  </a:lnTo>
                  <a:lnTo>
                    <a:pt x="429506" y="1191798"/>
                  </a:lnTo>
                  <a:lnTo>
                    <a:pt x="427867" y="1196716"/>
                  </a:lnTo>
                  <a:lnTo>
                    <a:pt x="424588" y="1199995"/>
                  </a:lnTo>
                  <a:lnTo>
                    <a:pt x="419670" y="1201634"/>
                  </a:lnTo>
                  <a:lnTo>
                    <a:pt x="416391" y="1204913"/>
                  </a:lnTo>
                  <a:lnTo>
                    <a:pt x="413113" y="1206552"/>
                  </a:lnTo>
                  <a:lnTo>
                    <a:pt x="409834" y="1208191"/>
                  </a:lnTo>
                  <a:lnTo>
                    <a:pt x="404916" y="1209831"/>
                  </a:lnTo>
                  <a:lnTo>
                    <a:pt x="401637" y="1208191"/>
                  </a:lnTo>
                  <a:lnTo>
                    <a:pt x="398359" y="1206552"/>
                  </a:lnTo>
                  <a:lnTo>
                    <a:pt x="395080" y="1203273"/>
                  </a:lnTo>
                  <a:lnTo>
                    <a:pt x="391801" y="1199995"/>
                  </a:lnTo>
                  <a:lnTo>
                    <a:pt x="388523" y="1198355"/>
                  </a:lnTo>
                  <a:lnTo>
                    <a:pt x="385244" y="1193437"/>
                  </a:lnTo>
                  <a:lnTo>
                    <a:pt x="381966" y="1190159"/>
                  </a:lnTo>
                  <a:lnTo>
                    <a:pt x="378687" y="1186880"/>
                  </a:lnTo>
                  <a:lnTo>
                    <a:pt x="375408" y="1181962"/>
                  </a:lnTo>
                  <a:lnTo>
                    <a:pt x="373769" y="1178683"/>
                  </a:lnTo>
                  <a:lnTo>
                    <a:pt x="370490" y="1175405"/>
                  </a:lnTo>
                  <a:lnTo>
                    <a:pt x="368850" y="1173765"/>
                  </a:lnTo>
                  <a:lnTo>
                    <a:pt x="368850" y="1172126"/>
                  </a:lnTo>
                  <a:lnTo>
                    <a:pt x="372129" y="1170486"/>
                  </a:lnTo>
                  <a:lnTo>
                    <a:pt x="368850" y="1170486"/>
                  </a:lnTo>
                  <a:lnTo>
                    <a:pt x="368850" y="1172126"/>
                  </a:lnTo>
                  <a:lnTo>
                    <a:pt x="367211" y="1168847"/>
                  </a:lnTo>
                  <a:lnTo>
                    <a:pt x="365572" y="1163929"/>
                  </a:lnTo>
                  <a:lnTo>
                    <a:pt x="363932" y="1160651"/>
                  </a:lnTo>
                  <a:lnTo>
                    <a:pt x="362294" y="1157372"/>
                  </a:lnTo>
                  <a:lnTo>
                    <a:pt x="360654" y="1152454"/>
                  </a:lnTo>
                  <a:lnTo>
                    <a:pt x="359015" y="1149175"/>
                  </a:lnTo>
                  <a:lnTo>
                    <a:pt x="357376" y="1145896"/>
                  </a:lnTo>
                  <a:lnTo>
                    <a:pt x="357376" y="1140978"/>
                  </a:lnTo>
                  <a:lnTo>
                    <a:pt x="357376" y="1140978"/>
                  </a:lnTo>
                  <a:lnTo>
                    <a:pt x="357376" y="1136061"/>
                  </a:lnTo>
                  <a:lnTo>
                    <a:pt x="355736" y="1132782"/>
                  </a:lnTo>
                  <a:lnTo>
                    <a:pt x="355736" y="1129503"/>
                  </a:lnTo>
                  <a:lnTo>
                    <a:pt x="355736" y="1127864"/>
                  </a:lnTo>
                  <a:lnTo>
                    <a:pt x="357376" y="1129503"/>
                  </a:lnTo>
                  <a:lnTo>
                    <a:pt x="357376" y="1129503"/>
                  </a:lnTo>
                  <a:lnTo>
                    <a:pt x="359015" y="1134421"/>
                  </a:lnTo>
                  <a:lnTo>
                    <a:pt x="359015" y="1137700"/>
                  </a:lnTo>
                  <a:lnTo>
                    <a:pt x="359015" y="1134421"/>
                  </a:lnTo>
                  <a:lnTo>
                    <a:pt x="360654" y="1137700"/>
                  </a:lnTo>
                  <a:lnTo>
                    <a:pt x="360654" y="1142618"/>
                  </a:lnTo>
                  <a:lnTo>
                    <a:pt x="359015" y="1145896"/>
                  </a:lnTo>
                  <a:lnTo>
                    <a:pt x="363932" y="1147536"/>
                  </a:lnTo>
                  <a:lnTo>
                    <a:pt x="362294" y="1144257"/>
                  </a:lnTo>
                  <a:lnTo>
                    <a:pt x="362294" y="1139339"/>
                  </a:lnTo>
                  <a:lnTo>
                    <a:pt x="360654" y="1136061"/>
                  </a:lnTo>
                  <a:lnTo>
                    <a:pt x="360654" y="1132782"/>
                  </a:lnTo>
                  <a:lnTo>
                    <a:pt x="359015" y="1127864"/>
                  </a:lnTo>
                  <a:lnTo>
                    <a:pt x="355736" y="1126225"/>
                  </a:lnTo>
                  <a:lnTo>
                    <a:pt x="355736" y="1126225"/>
                  </a:lnTo>
                  <a:lnTo>
                    <a:pt x="355736" y="1124585"/>
                  </a:lnTo>
                  <a:lnTo>
                    <a:pt x="354097" y="1121306"/>
                  </a:lnTo>
                  <a:lnTo>
                    <a:pt x="354097" y="1124585"/>
                  </a:lnTo>
                  <a:lnTo>
                    <a:pt x="354097" y="1124585"/>
                  </a:lnTo>
                  <a:lnTo>
                    <a:pt x="352457" y="1121306"/>
                  </a:lnTo>
                  <a:lnTo>
                    <a:pt x="352457" y="1118028"/>
                  </a:lnTo>
                  <a:lnTo>
                    <a:pt x="352457" y="1116388"/>
                  </a:lnTo>
                  <a:lnTo>
                    <a:pt x="349179" y="1113110"/>
                  </a:lnTo>
                  <a:lnTo>
                    <a:pt x="349179" y="1109831"/>
                  </a:lnTo>
                  <a:lnTo>
                    <a:pt x="347539" y="1104913"/>
                  </a:lnTo>
                  <a:lnTo>
                    <a:pt x="345900" y="1101635"/>
                  </a:lnTo>
                  <a:lnTo>
                    <a:pt x="344260" y="1098356"/>
                  </a:lnTo>
                  <a:lnTo>
                    <a:pt x="342621" y="1095077"/>
                  </a:lnTo>
                  <a:lnTo>
                    <a:pt x="340982" y="1090159"/>
                  </a:lnTo>
                  <a:lnTo>
                    <a:pt x="339342" y="1086881"/>
                  </a:lnTo>
                  <a:lnTo>
                    <a:pt x="337703" y="1083602"/>
                  </a:lnTo>
                  <a:lnTo>
                    <a:pt x="336064" y="1078684"/>
                  </a:lnTo>
                  <a:lnTo>
                    <a:pt x="336064" y="1075405"/>
                  </a:lnTo>
                  <a:lnTo>
                    <a:pt x="334425" y="1072126"/>
                  </a:lnTo>
                  <a:lnTo>
                    <a:pt x="332786" y="1067208"/>
                  </a:lnTo>
                  <a:lnTo>
                    <a:pt x="331146" y="1063930"/>
                  </a:lnTo>
                  <a:lnTo>
                    <a:pt x="326228" y="1060651"/>
                  </a:lnTo>
                  <a:lnTo>
                    <a:pt x="326228" y="1055733"/>
                  </a:lnTo>
                  <a:lnTo>
                    <a:pt x="324589" y="1054094"/>
                  </a:lnTo>
                  <a:lnTo>
                    <a:pt x="324589" y="1052454"/>
                  </a:lnTo>
                  <a:lnTo>
                    <a:pt x="321310" y="1049176"/>
                  </a:lnTo>
                  <a:lnTo>
                    <a:pt x="318031" y="1045897"/>
                  </a:lnTo>
                  <a:lnTo>
                    <a:pt x="314752" y="1042618"/>
                  </a:lnTo>
                  <a:lnTo>
                    <a:pt x="314752" y="1039340"/>
                  </a:lnTo>
                  <a:lnTo>
                    <a:pt x="316392" y="1039340"/>
                  </a:lnTo>
                  <a:lnTo>
                    <a:pt x="314752" y="1039340"/>
                  </a:lnTo>
                  <a:lnTo>
                    <a:pt x="314752" y="1039340"/>
                  </a:lnTo>
                  <a:lnTo>
                    <a:pt x="313113" y="1036061"/>
                  </a:lnTo>
                  <a:lnTo>
                    <a:pt x="311473" y="1036061"/>
                  </a:lnTo>
                  <a:lnTo>
                    <a:pt x="308196" y="1032782"/>
                  </a:lnTo>
                  <a:lnTo>
                    <a:pt x="306556" y="1027864"/>
                  </a:lnTo>
                  <a:lnTo>
                    <a:pt x="304917" y="1024585"/>
                  </a:lnTo>
                  <a:lnTo>
                    <a:pt x="303277" y="1021307"/>
                  </a:lnTo>
                  <a:lnTo>
                    <a:pt x="301638" y="1016389"/>
                  </a:lnTo>
                  <a:lnTo>
                    <a:pt x="298359" y="1013110"/>
                  </a:lnTo>
                  <a:lnTo>
                    <a:pt x="296720" y="1009832"/>
                  </a:lnTo>
                  <a:lnTo>
                    <a:pt x="295080" y="1004913"/>
                  </a:lnTo>
                  <a:lnTo>
                    <a:pt x="295080" y="1003274"/>
                  </a:lnTo>
                  <a:lnTo>
                    <a:pt x="293441" y="999995"/>
                  </a:lnTo>
                  <a:lnTo>
                    <a:pt x="295080" y="999995"/>
                  </a:lnTo>
                  <a:lnTo>
                    <a:pt x="293441" y="999995"/>
                  </a:lnTo>
                  <a:lnTo>
                    <a:pt x="291802" y="995078"/>
                  </a:lnTo>
                  <a:lnTo>
                    <a:pt x="290162" y="991799"/>
                  </a:lnTo>
                  <a:lnTo>
                    <a:pt x="290162" y="988520"/>
                  </a:lnTo>
                  <a:lnTo>
                    <a:pt x="288523" y="985241"/>
                  </a:lnTo>
                  <a:lnTo>
                    <a:pt x="288523" y="980323"/>
                  </a:lnTo>
                  <a:lnTo>
                    <a:pt x="286883" y="977045"/>
                  </a:lnTo>
                  <a:lnTo>
                    <a:pt x="286883" y="973766"/>
                  </a:lnTo>
                  <a:lnTo>
                    <a:pt x="285245" y="970488"/>
                  </a:lnTo>
                  <a:lnTo>
                    <a:pt x="285245" y="967209"/>
                  </a:lnTo>
                  <a:lnTo>
                    <a:pt x="285245" y="963930"/>
                  </a:lnTo>
                  <a:lnTo>
                    <a:pt x="285245" y="963930"/>
                  </a:lnTo>
                  <a:lnTo>
                    <a:pt x="283606" y="959012"/>
                  </a:lnTo>
                  <a:lnTo>
                    <a:pt x="281966" y="955733"/>
                  </a:lnTo>
                  <a:lnTo>
                    <a:pt x="280327" y="952455"/>
                  </a:lnTo>
                  <a:lnTo>
                    <a:pt x="277048" y="949176"/>
                  </a:lnTo>
                  <a:lnTo>
                    <a:pt x="277048" y="944258"/>
                  </a:lnTo>
                  <a:lnTo>
                    <a:pt x="275409" y="940979"/>
                  </a:lnTo>
                  <a:lnTo>
                    <a:pt x="273769" y="937701"/>
                  </a:lnTo>
                  <a:lnTo>
                    <a:pt x="275409" y="937701"/>
                  </a:lnTo>
                  <a:lnTo>
                    <a:pt x="277048" y="937701"/>
                  </a:lnTo>
                  <a:lnTo>
                    <a:pt x="273769" y="936061"/>
                  </a:lnTo>
                  <a:lnTo>
                    <a:pt x="272130" y="932783"/>
                  </a:lnTo>
                  <a:lnTo>
                    <a:pt x="272130" y="929504"/>
                  </a:lnTo>
                  <a:lnTo>
                    <a:pt x="270490" y="924586"/>
                  </a:lnTo>
                  <a:lnTo>
                    <a:pt x="268851" y="921307"/>
                  </a:lnTo>
                  <a:lnTo>
                    <a:pt x="265572" y="918029"/>
                  </a:lnTo>
                  <a:lnTo>
                    <a:pt x="263933" y="916389"/>
                  </a:lnTo>
                  <a:lnTo>
                    <a:pt x="259016" y="914750"/>
                  </a:lnTo>
                  <a:lnTo>
                    <a:pt x="260654" y="911471"/>
                  </a:lnTo>
                  <a:lnTo>
                    <a:pt x="263933" y="909832"/>
                  </a:lnTo>
                  <a:lnTo>
                    <a:pt x="260654" y="911471"/>
                  </a:lnTo>
                  <a:lnTo>
                    <a:pt x="259016" y="909832"/>
                  </a:lnTo>
                  <a:lnTo>
                    <a:pt x="257376" y="904914"/>
                  </a:lnTo>
                  <a:lnTo>
                    <a:pt x="254097" y="901635"/>
                  </a:lnTo>
                  <a:lnTo>
                    <a:pt x="252458" y="898357"/>
                  </a:lnTo>
                  <a:lnTo>
                    <a:pt x="250819" y="893439"/>
                  </a:lnTo>
                  <a:lnTo>
                    <a:pt x="250819" y="890160"/>
                  </a:lnTo>
                  <a:lnTo>
                    <a:pt x="245900" y="888521"/>
                  </a:lnTo>
                  <a:lnTo>
                    <a:pt x="250819" y="886881"/>
                  </a:lnTo>
                  <a:lnTo>
                    <a:pt x="245900" y="885242"/>
                  </a:lnTo>
                  <a:lnTo>
                    <a:pt x="247540" y="881963"/>
                  </a:lnTo>
                  <a:lnTo>
                    <a:pt x="247540" y="881963"/>
                  </a:lnTo>
                  <a:lnTo>
                    <a:pt x="242622" y="880324"/>
                  </a:lnTo>
                  <a:lnTo>
                    <a:pt x="245900" y="875406"/>
                  </a:lnTo>
                  <a:lnTo>
                    <a:pt x="240982" y="875406"/>
                  </a:lnTo>
                  <a:lnTo>
                    <a:pt x="240982" y="872127"/>
                  </a:lnTo>
                  <a:lnTo>
                    <a:pt x="239343" y="868848"/>
                  </a:lnTo>
                  <a:lnTo>
                    <a:pt x="236064" y="863931"/>
                  </a:lnTo>
                  <a:lnTo>
                    <a:pt x="232786" y="860652"/>
                  </a:lnTo>
                  <a:lnTo>
                    <a:pt x="231147" y="857373"/>
                  </a:lnTo>
                  <a:lnTo>
                    <a:pt x="231147" y="854095"/>
                  </a:lnTo>
                  <a:lnTo>
                    <a:pt x="227868" y="849176"/>
                  </a:lnTo>
                  <a:lnTo>
                    <a:pt x="227868" y="845898"/>
                  </a:lnTo>
                  <a:lnTo>
                    <a:pt x="226229" y="842619"/>
                  </a:lnTo>
                  <a:lnTo>
                    <a:pt x="224589" y="837701"/>
                  </a:lnTo>
                  <a:lnTo>
                    <a:pt x="222950" y="834423"/>
                  </a:lnTo>
                  <a:lnTo>
                    <a:pt x="222950" y="831144"/>
                  </a:lnTo>
                  <a:lnTo>
                    <a:pt x="221310" y="826226"/>
                  </a:lnTo>
                  <a:lnTo>
                    <a:pt x="221310" y="822947"/>
                  </a:lnTo>
                  <a:lnTo>
                    <a:pt x="221310" y="821308"/>
                  </a:lnTo>
                  <a:lnTo>
                    <a:pt x="221310" y="816390"/>
                  </a:lnTo>
                  <a:lnTo>
                    <a:pt x="219671" y="813111"/>
                  </a:lnTo>
                  <a:lnTo>
                    <a:pt x="219671" y="809832"/>
                  </a:lnTo>
                  <a:lnTo>
                    <a:pt x="218032" y="804914"/>
                  </a:lnTo>
                  <a:lnTo>
                    <a:pt x="218032" y="801636"/>
                  </a:lnTo>
                  <a:lnTo>
                    <a:pt x="214753" y="798357"/>
                  </a:lnTo>
                  <a:lnTo>
                    <a:pt x="214753" y="795078"/>
                  </a:lnTo>
                  <a:lnTo>
                    <a:pt x="214753" y="791800"/>
                  </a:lnTo>
                  <a:lnTo>
                    <a:pt x="211474" y="786882"/>
                  </a:lnTo>
                  <a:lnTo>
                    <a:pt x="211474" y="783603"/>
                  </a:lnTo>
                  <a:lnTo>
                    <a:pt x="209835" y="780324"/>
                  </a:lnTo>
                  <a:lnTo>
                    <a:pt x="208195" y="775406"/>
                  </a:lnTo>
                  <a:lnTo>
                    <a:pt x="206557" y="772128"/>
                  </a:lnTo>
                  <a:lnTo>
                    <a:pt x="204917" y="768849"/>
                  </a:lnTo>
                  <a:lnTo>
                    <a:pt x="204917" y="765570"/>
                  </a:lnTo>
                  <a:lnTo>
                    <a:pt x="203278" y="760652"/>
                  </a:lnTo>
                  <a:lnTo>
                    <a:pt x="206557" y="762292"/>
                  </a:lnTo>
                  <a:lnTo>
                    <a:pt x="203278" y="757374"/>
                  </a:lnTo>
                  <a:lnTo>
                    <a:pt x="201639" y="754095"/>
                  </a:lnTo>
                  <a:lnTo>
                    <a:pt x="199999" y="750816"/>
                  </a:lnTo>
                  <a:lnTo>
                    <a:pt x="204917" y="752456"/>
                  </a:lnTo>
                  <a:lnTo>
                    <a:pt x="203278" y="747538"/>
                  </a:lnTo>
                  <a:lnTo>
                    <a:pt x="199999" y="744259"/>
                  </a:lnTo>
                  <a:lnTo>
                    <a:pt x="198360" y="740980"/>
                  </a:lnTo>
                  <a:lnTo>
                    <a:pt x="198360" y="736062"/>
                  </a:lnTo>
                  <a:lnTo>
                    <a:pt x="201639" y="739341"/>
                  </a:lnTo>
                  <a:lnTo>
                    <a:pt x="201639" y="736062"/>
                  </a:lnTo>
                  <a:lnTo>
                    <a:pt x="198360" y="731144"/>
                  </a:lnTo>
                  <a:lnTo>
                    <a:pt x="203278" y="729505"/>
                  </a:lnTo>
                  <a:lnTo>
                    <a:pt x="201639" y="724587"/>
                  </a:lnTo>
                  <a:lnTo>
                    <a:pt x="201639" y="724587"/>
                  </a:lnTo>
                  <a:lnTo>
                    <a:pt x="199999" y="721308"/>
                  </a:lnTo>
                  <a:lnTo>
                    <a:pt x="199999" y="724587"/>
                  </a:lnTo>
                  <a:lnTo>
                    <a:pt x="199999" y="724587"/>
                  </a:lnTo>
                  <a:lnTo>
                    <a:pt x="196720" y="729505"/>
                  </a:lnTo>
                  <a:lnTo>
                    <a:pt x="195081" y="724587"/>
                  </a:lnTo>
                  <a:lnTo>
                    <a:pt x="195081" y="721308"/>
                  </a:lnTo>
                  <a:lnTo>
                    <a:pt x="195081" y="718030"/>
                  </a:lnTo>
                  <a:lnTo>
                    <a:pt x="195081" y="714751"/>
                  </a:lnTo>
                  <a:lnTo>
                    <a:pt x="195081" y="713111"/>
                  </a:lnTo>
                  <a:lnTo>
                    <a:pt x="196720" y="714751"/>
                  </a:lnTo>
                  <a:lnTo>
                    <a:pt x="199999" y="716390"/>
                  </a:lnTo>
                  <a:lnTo>
                    <a:pt x="201639" y="716390"/>
                  </a:lnTo>
                  <a:lnTo>
                    <a:pt x="203278" y="718030"/>
                  </a:lnTo>
                  <a:lnTo>
                    <a:pt x="201639" y="716390"/>
                  </a:lnTo>
                  <a:lnTo>
                    <a:pt x="198360" y="714751"/>
                  </a:lnTo>
                  <a:lnTo>
                    <a:pt x="196720" y="714751"/>
                  </a:lnTo>
                  <a:lnTo>
                    <a:pt x="195081" y="713111"/>
                  </a:lnTo>
                  <a:lnTo>
                    <a:pt x="191802" y="709833"/>
                  </a:lnTo>
                  <a:lnTo>
                    <a:pt x="193442" y="706554"/>
                  </a:lnTo>
                  <a:lnTo>
                    <a:pt x="193442" y="704915"/>
                  </a:lnTo>
                  <a:lnTo>
                    <a:pt x="193442" y="704915"/>
                  </a:lnTo>
                  <a:lnTo>
                    <a:pt x="190163" y="703276"/>
                  </a:lnTo>
                  <a:lnTo>
                    <a:pt x="188523" y="698358"/>
                  </a:lnTo>
                  <a:lnTo>
                    <a:pt x="188523" y="695079"/>
                  </a:lnTo>
                  <a:lnTo>
                    <a:pt x="185245" y="691800"/>
                  </a:lnTo>
                  <a:lnTo>
                    <a:pt x="185245" y="688521"/>
                  </a:lnTo>
                  <a:lnTo>
                    <a:pt x="186884" y="683604"/>
                  </a:lnTo>
                  <a:lnTo>
                    <a:pt x="186884" y="680325"/>
                  </a:lnTo>
                  <a:lnTo>
                    <a:pt x="186884" y="677046"/>
                  </a:lnTo>
                  <a:lnTo>
                    <a:pt x="186884" y="673768"/>
                  </a:lnTo>
                  <a:lnTo>
                    <a:pt x="186884" y="670489"/>
                  </a:lnTo>
                  <a:lnTo>
                    <a:pt x="190163" y="667210"/>
                  </a:lnTo>
                  <a:lnTo>
                    <a:pt x="190163" y="663931"/>
                  </a:lnTo>
                  <a:lnTo>
                    <a:pt x="191802" y="660653"/>
                  </a:lnTo>
                  <a:lnTo>
                    <a:pt x="191802" y="655735"/>
                  </a:lnTo>
                  <a:lnTo>
                    <a:pt x="191802" y="652456"/>
                  </a:lnTo>
                  <a:lnTo>
                    <a:pt x="191802" y="649177"/>
                  </a:lnTo>
                  <a:lnTo>
                    <a:pt x="188523" y="644259"/>
                  </a:lnTo>
                  <a:lnTo>
                    <a:pt x="190163" y="640981"/>
                  </a:lnTo>
                  <a:lnTo>
                    <a:pt x="186884" y="639341"/>
                  </a:lnTo>
                  <a:lnTo>
                    <a:pt x="186884" y="636063"/>
                  </a:lnTo>
                  <a:lnTo>
                    <a:pt x="183605" y="634424"/>
                  </a:lnTo>
                  <a:lnTo>
                    <a:pt x="181966" y="636063"/>
                  </a:lnTo>
                  <a:lnTo>
                    <a:pt x="183605" y="632784"/>
                  </a:lnTo>
                  <a:lnTo>
                    <a:pt x="178688" y="636063"/>
                  </a:lnTo>
                  <a:lnTo>
                    <a:pt x="181966" y="632784"/>
                  </a:lnTo>
                  <a:lnTo>
                    <a:pt x="178688" y="627866"/>
                  </a:lnTo>
                  <a:lnTo>
                    <a:pt x="177049" y="624587"/>
                  </a:lnTo>
                  <a:lnTo>
                    <a:pt x="180327" y="621309"/>
                  </a:lnTo>
                  <a:lnTo>
                    <a:pt x="178688" y="616391"/>
                  </a:lnTo>
                  <a:lnTo>
                    <a:pt x="181966" y="614751"/>
                  </a:lnTo>
                  <a:lnTo>
                    <a:pt x="185245" y="611473"/>
                  </a:lnTo>
                  <a:lnTo>
                    <a:pt x="190163" y="609833"/>
                  </a:lnTo>
                  <a:lnTo>
                    <a:pt x="190163" y="609833"/>
                  </a:lnTo>
                  <a:lnTo>
                    <a:pt x="191802" y="609833"/>
                  </a:lnTo>
                  <a:lnTo>
                    <a:pt x="195081" y="608194"/>
                  </a:lnTo>
                  <a:lnTo>
                    <a:pt x="195081" y="606555"/>
                  </a:lnTo>
                  <a:lnTo>
                    <a:pt x="195081" y="606555"/>
                  </a:lnTo>
                  <a:lnTo>
                    <a:pt x="191802" y="608194"/>
                  </a:lnTo>
                  <a:lnTo>
                    <a:pt x="191802" y="608194"/>
                  </a:lnTo>
                  <a:lnTo>
                    <a:pt x="190163" y="608194"/>
                  </a:lnTo>
                  <a:lnTo>
                    <a:pt x="186884" y="609833"/>
                  </a:lnTo>
                  <a:lnTo>
                    <a:pt x="183605" y="609833"/>
                  </a:lnTo>
                  <a:lnTo>
                    <a:pt x="181966" y="609833"/>
                  </a:lnTo>
                  <a:lnTo>
                    <a:pt x="178688" y="609833"/>
                  </a:lnTo>
                  <a:lnTo>
                    <a:pt x="175409" y="609833"/>
                  </a:lnTo>
                  <a:lnTo>
                    <a:pt x="173770" y="606555"/>
                  </a:lnTo>
                  <a:lnTo>
                    <a:pt x="173770" y="603276"/>
                  </a:lnTo>
                  <a:lnTo>
                    <a:pt x="175409" y="599997"/>
                  </a:lnTo>
                  <a:lnTo>
                    <a:pt x="178688" y="596719"/>
                  </a:lnTo>
                  <a:lnTo>
                    <a:pt x="175409" y="598358"/>
                  </a:lnTo>
                  <a:lnTo>
                    <a:pt x="170491" y="596719"/>
                  </a:lnTo>
                  <a:lnTo>
                    <a:pt x="170491" y="593440"/>
                  </a:lnTo>
                  <a:lnTo>
                    <a:pt x="172130" y="590161"/>
                  </a:lnTo>
                  <a:lnTo>
                    <a:pt x="175409" y="586883"/>
                  </a:lnTo>
                  <a:lnTo>
                    <a:pt x="178688" y="588522"/>
                  </a:lnTo>
                  <a:lnTo>
                    <a:pt x="181966" y="585243"/>
                  </a:lnTo>
                  <a:lnTo>
                    <a:pt x="178688" y="585243"/>
                  </a:lnTo>
                  <a:lnTo>
                    <a:pt x="175409" y="583604"/>
                  </a:lnTo>
                  <a:lnTo>
                    <a:pt x="172130" y="583604"/>
                  </a:lnTo>
                  <a:lnTo>
                    <a:pt x="167212" y="583604"/>
                  </a:lnTo>
                  <a:lnTo>
                    <a:pt x="165573" y="580325"/>
                  </a:lnTo>
                  <a:lnTo>
                    <a:pt x="163933" y="578686"/>
                  </a:lnTo>
                  <a:lnTo>
                    <a:pt x="162294" y="583604"/>
                  </a:lnTo>
                  <a:lnTo>
                    <a:pt x="159015" y="581965"/>
                  </a:lnTo>
                  <a:lnTo>
                    <a:pt x="159015" y="583604"/>
                  </a:lnTo>
                  <a:lnTo>
                    <a:pt x="162294" y="585243"/>
                  </a:lnTo>
                  <a:lnTo>
                    <a:pt x="162294" y="590161"/>
                  </a:lnTo>
                  <a:lnTo>
                    <a:pt x="162294" y="593440"/>
                  </a:lnTo>
                  <a:lnTo>
                    <a:pt x="159015" y="595079"/>
                  </a:lnTo>
                  <a:lnTo>
                    <a:pt x="155736" y="596719"/>
                  </a:lnTo>
                  <a:lnTo>
                    <a:pt x="157376" y="599997"/>
                  </a:lnTo>
                  <a:lnTo>
                    <a:pt x="154098" y="599997"/>
                  </a:lnTo>
                  <a:lnTo>
                    <a:pt x="152459" y="603276"/>
                  </a:lnTo>
                  <a:lnTo>
                    <a:pt x="155736" y="604915"/>
                  </a:lnTo>
                  <a:lnTo>
                    <a:pt x="159015" y="606555"/>
                  </a:lnTo>
                  <a:lnTo>
                    <a:pt x="163933" y="609833"/>
                  </a:lnTo>
                  <a:lnTo>
                    <a:pt x="163933" y="613112"/>
                  </a:lnTo>
                  <a:lnTo>
                    <a:pt x="163933" y="618030"/>
                  </a:lnTo>
                  <a:lnTo>
                    <a:pt x="162294" y="621309"/>
                  </a:lnTo>
                  <a:lnTo>
                    <a:pt x="159015" y="624587"/>
                  </a:lnTo>
                  <a:lnTo>
                    <a:pt x="159015" y="626227"/>
                  </a:lnTo>
                  <a:lnTo>
                    <a:pt x="159015" y="629505"/>
                  </a:lnTo>
                  <a:lnTo>
                    <a:pt x="155736" y="632784"/>
                  </a:lnTo>
                  <a:lnTo>
                    <a:pt x="152459" y="634424"/>
                  </a:lnTo>
                  <a:lnTo>
                    <a:pt x="149180" y="636063"/>
                  </a:lnTo>
                  <a:lnTo>
                    <a:pt x="145901" y="639341"/>
                  </a:lnTo>
                  <a:lnTo>
                    <a:pt x="140983" y="640981"/>
                  </a:lnTo>
                  <a:lnTo>
                    <a:pt x="137704" y="642620"/>
                  </a:lnTo>
                  <a:lnTo>
                    <a:pt x="134425" y="645899"/>
                  </a:lnTo>
                  <a:lnTo>
                    <a:pt x="131146" y="645899"/>
                  </a:lnTo>
                  <a:lnTo>
                    <a:pt x="126229" y="649177"/>
                  </a:lnTo>
                  <a:lnTo>
                    <a:pt x="122950" y="650817"/>
                  </a:lnTo>
                  <a:lnTo>
                    <a:pt x="119671" y="650817"/>
                  </a:lnTo>
                  <a:lnTo>
                    <a:pt x="116393" y="652456"/>
                  </a:lnTo>
                  <a:lnTo>
                    <a:pt x="111475" y="652456"/>
                  </a:lnTo>
                  <a:lnTo>
                    <a:pt x="108196" y="650817"/>
                  </a:lnTo>
                  <a:lnTo>
                    <a:pt x="104917" y="649177"/>
                  </a:lnTo>
                  <a:lnTo>
                    <a:pt x="100000" y="647538"/>
                  </a:lnTo>
                  <a:lnTo>
                    <a:pt x="96721" y="645899"/>
                  </a:lnTo>
                  <a:lnTo>
                    <a:pt x="95081" y="644259"/>
                  </a:lnTo>
                  <a:lnTo>
                    <a:pt x="91803" y="640981"/>
                  </a:lnTo>
                  <a:lnTo>
                    <a:pt x="86885" y="637702"/>
                  </a:lnTo>
                  <a:lnTo>
                    <a:pt x="83606" y="634424"/>
                  </a:lnTo>
                  <a:lnTo>
                    <a:pt x="80327" y="631145"/>
                  </a:lnTo>
                  <a:lnTo>
                    <a:pt x="78688" y="631145"/>
                  </a:lnTo>
                  <a:lnTo>
                    <a:pt x="75410" y="626227"/>
                  </a:lnTo>
                  <a:lnTo>
                    <a:pt x="73770" y="622948"/>
                  </a:lnTo>
                  <a:lnTo>
                    <a:pt x="70491" y="619669"/>
                  </a:lnTo>
                  <a:lnTo>
                    <a:pt x="67213" y="616391"/>
                  </a:lnTo>
                  <a:lnTo>
                    <a:pt x="63934" y="613112"/>
                  </a:lnTo>
                  <a:lnTo>
                    <a:pt x="62295" y="611473"/>
                  </a:lnTo>
                  <a:lnTo>
                    <a:pt x="62295" y="611473"/>
                  </a:lnTo>
                  <a:lnTo>
                    <a:pt x="59016" y="608194"/>
                  </a:lnTo>
                  <a:lnTo>
                    <a:pt x="55737" y="604915"/>
                  </a:lnTo>
                  <a:lnTo>
                    <a:pt x="54098" y="601637"/>
                  </a:lnTo>
                  <a:lnTo>
                    <a:pt x="50820" y="599997"/>
                  </a:lnTo>
                  <a:lnTo>
                    <a:pt x="45901" y="596719"/>
                  </a:lnTo>
                  <a:lnTo>
                    <a:pt x="42623" y="593440"/>
                  </a:lnTo>
                  <a:lnTo>
                    <a:pt x="39344" y="588522"/>
                  </a:lnTo>
                  <a:lnTo>
                    <a:pt x="36065" y="585243"/>
                  </a:lnTo>
                  <a:lnTo>
                    <a:pt x="34426" y="581965"/>
                  </a:lnTo>
                  <a:lnTo>
                    <a:pt x="36065" y="577047"/>
                  </a:lnTo>
                  <a:lnTo>
                    <a:pt x="39344" y="575407"/>
                  </a:lnTo>
                  <a:lnTo>
                    <a:pt x="39344" y="575407"/>
                  </a:lnTo>
                  <a:lnTo>
                    <a:pt x="42623" y="577047"/>
                  </a:lnTo>
                  <a:lnTo>
                    <a:pt x="44262" y="580325"/>
                  </a:lnTo>
                  <a:lnTo>
                    <a:pt x="47541" y="583604"/>
                  </a:lnTo>
                  <a:lnTo>
                    <a:pt x="50820" y="581965"/>
                  </a:lnTo>
                  <a:lnTo>
                    <a:pt x="54098" y="580325"/>
                  </a:lnTo>
                  <a:lnTo>
                    <a:pt x="55737" y="577047"/>
                  </a:lnTo>
                  <a:lnTo>
                    <a:pt x="59016" y="580325"/>
                  </a:lnTo>
                  <a:lnTo>
                    <a:pt x="63934" y="575407"/>
                  </a:lnTo>
                  <a:lnTo>
                    <a:pt x="67213" y="577047"/>
                  </a:lnTo>
                  <a:lnTo>
                    <a:pt x="70491" y="573768"/>
                  </a:lnTo>
                  <a:lnTo>
                    <a:pt x="73770" y="572129"/>
                  </a:lnTo>
                  <a:lnTo>
                    <a:pt x="77049" y="570489"/>
                  </a:lnTo>
                  <a:lnTo>
                    <a:pt x="81967" y="568850"/>
                  </a:lnTo>
                  <a:lnTo>
                    <a:pt x="83606" y="565571"/>
                  </a:lnTo>
                  <a:lnTo>
                    <a:pt x="85245" y="560653"/>
                  </a:lnTo>
                  <a:lnTo>
                    <a:pt x="85245" y="557374"/>
                  </a:lnTo>
                  <a:lnTo>
                    <a:pt x="88524" y="552457"/>
                  </a:lnTo>
                  <a:lnTo>
                    <a:pt x="91803" y="550817"/>
                  </a:lnTo>
                  <a:lnTo>
                    <a:pt x="91803" y="549178"/>
                  </a:lnTo>
                  <a:lnTo>
                    <a:pt x="88524" y="545899"/>
                  </a:lnTo>
                  <a:lnTo>
                    <a:pt x="86885" y="549178"/>
                  </a:lnTo>
                  <a:lnTo>
                    <a:pt x="86885" y="554096"/>
                  </a:lnTo>
                  <a:lnTo>
                    <a:pt x="83606" y="554096"/>
                  </a:lnTo>
                  <a:lnTo>
                    <a:pt x="80327" y="554096"/>
                  </a:lnTo>
                  <a:lnTo>
                    <a:pt x="75410" y="555735"/>
                  </a:lnTo>
                  <a:lnTo>
                    <a:pt x="72131" y="555735"/>
                  </a:lnTo>
                  <a:lnTo>
                    <a:pt x="68852" y="557374"/>
                  </a:lnTo>
                  <a:lnTo>
                    <a:pt x="65573" y="559014"/>
                  </a:lnTo>
                  <a:lnTo>
                    <a:pt x="62295" y="562293"/>
                  </a:lnTo>
                  <a:lnTo>
                    <a:pt x="59016" y="562293"/>
                  </a:lnTo>
                  <a:lnTo>
                    <a:pt x="54098" y="560653"/>
                  </a:lnTo>
                  <a:lnTo>
                    <a:pt x="50820" y="560653"/>
                  </a:lnTo>
                  <a:lnTo>
                    <a:pt x="47541" y="559014"/>
                  </a:lnTo>
                  <a:lnTo>
                    <a:pt x="44262" y="559014"/>
                  </a:lnTo>
                  <a:lnTo>
                    <a:pt x="39344" y="557374"/>
                  </a:lnTo>
                  <a:lnTo>
                    <a:pt x="36065" y="554096"/>
                  </a:lnTo>
                  <a:lnTo>
                    <a:pt x="32787" y="552457"/>
                  </a:lnTo>
                  <a:lnTo>
                    <a:pt x="27868" y="549178"/>
                  </a:lnTo>
                  <a:lnTo>
                    <a:pt x="24590" y="547539"/>
                  </a:lnTo>
                  <a:lnTo>
                    <a:pt x="21311" y="544260"/>
                  </a:lnTo>
                  <a:lnTo>
                    <a:pt x="18033" y="540981"/>
                  </a:lnTo>
                  <a:lnTo>
                    <a:pt x="18033" y="540981"/>
                  </a:lnTo>
                  <a:lnTo>
                    <a:pt x="18033" y="536063"/>
                  </a:lnTo>
                  <a:lnTo>
                    <a:pt x="14754" y="534424"/>
                  </a:lnTo>
                  <a:lnTo>
                    <a:pt x="11475" y="531145"/>
                  </a:lnTo>
                  <a:lnTo>
                    <a:pt x="11475" y="527867"/>
                  </a:lnTo>
                  <a:lnTo>
                    <a:pt x="9836" y="522949"/>
                  </a:lnTo>
                  <a:lnTo>
                    <a:pt x="13114" y="521309"/>
                  </a:lnTo>
                  <a:lnTo>
                    <a:pt x="18033" y="518031"/>
                  </a:lnTo>
                  <a:lnTo>
                    <a:pt x="21311" y="514752"/>
                  </a:lnTo>
                  <a:lnTo>
                    <a:pt x="22951" y="513112"/>
                  </a:lnTo>
                  <a:lnTo>
                    <a:pt x="21311" y="513112"/>
                  </a:lnTo>
                  <a:lnTo>
                    <a:pt x="18033" y="514752"/>
                  </a:lnTo>
                  <a:lnTo>
                    <a:pt x="14754" y="518031"/>
                  </a:lnTo>
                  <a:lnTo>
                    <a:pt x="9836" y="519670"/>
                  </a:lnTo>
                  <a:lnTo>
                    <a:pt x="8197" y="522949"/>
                  </a:lnTo>
                  <a:lnTo>
                    <a:pt x="3278" y="526227"/>
                  </a:lnTo>
                  <a:lnTo>
                    <a:pt x="0" y="524588"/>
                  </a:lnTo>
                  <a:lnTo>
                    <a:pt x="1639" y="521309"/>
                  </a:lnTo>
                  <a:lnTo>
                    <a:pt x="0" y="51803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08" name="Freeform 3607">
              <a:extLst>
                <a:ext uri="{FF2B5EF4-FFF2-40B4-BE49-F238E27FC236}">
                  <a16:creationId xmlns:a16="http://schemas.microsoft.com/office/drawing/2014/main" id="{46A2C10B-A426-3C47-BC4A-A8BC8D099798}"/>
                </a:ext>
              </a:extLst>
            </p:cNvPr>
            <p:cNvSpPr/>
            <p:nvPr/>
          </p:nvSpPr>
          <p:spPr>
            <a:xfrm>
              <a:off x="8118941" y="3165721"/>
              <a:ext cx="4917" cy="3278"/>
            </a:xfrm>
            <a:custGeom>
              <a:avLst/>
              <a:gdLst>
                <a:gd name="connsiteX0" fmla="*/ 4918 w 4917"/>
                <a:gd name="connsiteY0" fmla="*/ 1639 h 3278"/>
                <a:gd name="connsiteX1" fmla="*/ 0 w 4917"/>
                <a:gd name="connsiteY1" fmla="*/ 3279 h 3278"/>
                <a:gd name="connsiteX2" fmla="*/ 4918 w 4917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4918" y="1639"/>
                  </a:moveTo>
                  <a:lnTo>
                    <a:pt x="0" y="327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09" name="Freeform 3608">
              <a:extLst>
                <a:ext uri="{FF2B5EF4-FFF2-40B4-BE49-F238E27FC236}">
                  <a16:creationId xmlns:a16="http://schemas.microsoft.com/office/drawing/2014/main" id="{BF8C942D-4A2A-514B-9639-F5E2F37E0271}"/>
                </a:ext>
              </a:extLst>
            </p:cNvPr>
            <p:cNvSpPr/>
            <p:nvPr/>
          </p:nvSpPr>
          <p:spPr>
            <a:xfrm>
              <a:off x="9414017" y="3198508"/>
              <a:ext cx="3277" cy="3278"/>
            </a:xfrm>
            <a:custGeom>
              <a:avLst/>
              <a:gdLst>
                <a:gd name="connsiteX0" fmla="*/ 3278 w 3277"/>
                <a:gd name="connsiteY0" fmla="*/ 3279 h 3278"/>
                <a:gd name="connsiteX1" fmla="*/ 3278 w 3277"/>
                <a:gd name="connsiteY1" fmla="*/ 3279 h 3278"/>
                <a:gd name="connsiteX2" fmla="*/ 0 w 3277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7" h="3278">
                  <a:moveTo>
                    <a:pt x="3278" y="3279"/>
                  </a:moveTo>
                  <a:lnTo>
                    <a:pt x="3278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10" name="Freeform 3609">
              <a:extLst>
                <a:ext uri="{FF2B5EF4-FFF2-40B4-BE49-F238E27FC236}">
                  <a16:creationId xmlns:a16="http://schemas.microsoft.com/office/drawing/2014/main" id="{8E4043EF-4EC1-8744-9C29-73A9B6F4D887}"/>
                </a:ext>
              </a:extLst>
            </p:cNvPr>
            <p:cNvSpPr/>
            <p:nvPr/>
          </p:nvSpPr>
          <p:spPr>
            <a:xfrm>
              <a:off x="9420574" y="3201786"/>
              <a:ext cx="6557" cy="6557"/>
            </a:xfrm>
            <a:custGeom>
              <a:avLst/>
              <a:gdLst>
                <a:gd name="connsiteX0" fmla="*/ 0 w 6557"/>
                <a:gd name="connsiteY0" fmla="*/ 1639 h 6557"/>
                <a:gd name="connsiteX1" fmla="*/ 1640 w 6557"/>
                <a:gd name="connsiteY1" fmla="*/ 3279 h 6557"/>
                <a:gd name="connsiteX2" fmla="*/ 4918 w 6557"/>
                <a:gd name="connsiteY2" fmla="*/ 6557 h 6557"/>
                <a:gd name="connsiteX3" fmla="*/ 6558 w 6557"/>
                <a:gd name="connsiteY3" fmla="*/ 3279 h 6557"/>
                <a:gd name="connsiteX4" fmla="*/ 3279 w 6557"/>
                <a:gd name="connsiteY4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6557">
                  <a:moveTo>
                    <a:pt x="0" y="1639"/>
                  </a:moveTo>
                  <a:lnTo>
                    <a:pt x="1640" y="3279"/>
                  </a:lnTo>
                  <a:lnTo>
                    <a:pt x="4918" y="6557"/>
                  </a:lnTo>
                  <a:lnTo>
                    <a:pt x="6558" y="327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11" name="Freeform 3610">
              <a:extLst>
                <a:ext uri="{FF2B5EF4-FFF2-40B4-BE49-F238E27FC236}">
                  <a16:creationId xmlns:a16="http://schemas.microsoft.com/office/drawing/2014/main" id="{56E4FEE2-8EB2-DD48-85B3-16D7478C3ED6}"/>
                </a:ext>
              </a:extLst>
            </p:cNvPr>
            <p:cNvSpPr/>
            <p:nvPr/>
          </p:nvSpPr>
          <p:spPr>
            <a:xfrm>
              <a:off x="9436968" y="3183753"/>
              <a:ext cx="4917" cy="9836"/>
            </a:xfrm>
            <a:custGeom>
              <a:avLst/>
              <a:gdLst>
                <a:gd name="connsiteX0" fmla="*/ 1640 w 4917"/>
                <a:gd name="connsiteY0" fmla="*/ 0 h 9836"/>
                <a:gd name="connsiteX1" fmla="*/ 0 w 4917"/>
                <a:gd name="connsiteY1" fmla="*/ 1639 h 9836"/>
                <a:gd name="connsiteX2" fmla="*/ 0 w 4917"/>
                <a:gd name="connsiteY2" fmla="*/ 6557 h 9836"/>
                <a:gd name="connsiteX3" fmla="*/ 0 w 4917"/>
                <a:gd name="connsiteY3" fmla="*/ 9836 h 9836"/>
                <a:gd name="connsiteX4" fmla="*/ 3279 w 4917"/>
                <a:gd name="connsiteY4" fmla="*/ 6557 h 9836"/>
                <a:gd name="connsiteX5" fmla="*/ 4918 w 4917"/>
                <a:gd name="connsiteY5" fmla="*/ 3279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7" h="9836">
                  <a:moveTo>
                    <a:pt x="1640" y="0"/>
                  </a:moveTo>
                  <a:lnTo>
                    <a:pt x="0" y="1639"/>
                  </a:lnTo>
                  <a:lnTo>
                    <a:pt x="0" y="6557"/>
                  </a:lnTo>
                  <a:lnTo>
                    <a:pt x="0" y="9836"/>
                  </a:lnTo>
                  <a:lnTo>
                    <a:pt x="3279" y="6557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12" name="Freeform 3611">
              <a:extLst>
                <a:ext uri="{FF2B5EF4-FFF2-40B4-BE49-F238E27FC236}">
                  <a16:creationId xmlns:a16="http://schemas.microsoft.com/office/drawing/2014/main" id="{62030CE1-4014-004B-AA6F-54F610B6C7C4}"/>
                </a:ext>
              </a:extLst>
            </p:cNvPr>
            <p:cNvSpPr/>
            <p:nvPr/>
          </p:nvSpPr>
          <p:spPr>
            <a:xfrm>
              <a:off x="9438608" y="3193590"/>
              <a:ext cx="4917" cy="6557"/>
            </a:xfrm>
            <a:custGeom>
              <a:avLst/>
              <a:gdLst>
                <a:gd name="connsiteX0" fmla="*/ 4918 w 4917"/>
                <a:gd name="connsiteY0" fmla="*/ 0 h 6557"/>
                <a:gd name="connsiteX1" fmla="*/ 1639 w 4917"/>
                <a:gd name="connsiteY1" fmla="*/ 3279 h 6557"/>
                <a:gd name="connsiteX2" fmla="*/ 0 w 4917"/>
                <a:gd name="connsiteY2" fmla="*/ 6557 h 6557"/>
                <a:gd name="connsiteX3" fmla="*/ 3278 w 4917"/>
                <a:gd name="connsiteY3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6557">
                  <a:moveTo>
                    <a:pt x="4918" y="0"/>
                  </a:moveTo>
                  <a:lnTo>
                    <a:pt x="1639" y="3279"/>
                  </a:lnTo>
                  <a:lnTo>
                    <a:pt x="0" y="6557"/>
                  </a:lnTo>
                  <a:lnTo>
                    <a:pt x="327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13" name="Freeform 3612">
              <a:extLst>
                <a:ext uri="{FF2B5EF4-FFF2-40B4-BE49-F238E27FC236}">
                  <a16:creationId xmlns:a16="http://schemas.microsoft.com/office/drawing/2014/main" id="{F22992F1-54AE-D14D-87FD-41D5DEEE5DBC}"/>
                </a:ext>
              </a:extLst>
            </p:cNvPr>
            <p:cNvSpPr/>
            <p:nvPr/>
          </p:nvSpPr>
          <p:spPr>
            <a:xfrm>
              <a:off x="9453361" y="3177196"/>
              <a:ext cx="3278" cy="3278"/>
            </a:xfrm>
            <a:custGeom>
              <a:avLst/>
              <a:gdLst>
                <a:gd name="connsiteX0" fmla="*/ 0 w 3278"/>
                <a:gd name="connsiteY0" fmla="*/ 1639 h 3278"/>
                <a:gd name="connsiteX1" fmla="*/ 0 w 3278"/>
                <a:gd name="connsiteY1" fmla="*/ 3279 h 3278"/>
                <a:gd name="connsiteX2" fmla="*/ 3279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1639"/>
                  </a:moveTo>
                  <a:lnTo>
                    <a:pt x="0" y="327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14" name="Freeform 3613">
              <a:extLst>
                <a:ext uri="{FF2B5EF4-FFF2-40B4-BE49-F238E27FC236}">
                  <a16:creationId xmlns:a16="http://schemas.microsoft.com/office/drawing/2014/main" id="{1A50327D-EC0C-B248-8E0D-7187B6D0B965}"/>
                </a:ext>
              </a:extLst>
            </p:cNvPr>
            <p:cNvSpPr/>
            <p:nvPr/>
          </p:nvSpPr>
          <p:spPr>
            <a:xfrm>
              <a:off x="10014014" y="2224741"/>
              <a:ext cx="4917" cy="3278"/>
            </a:xfrm>
            <a:custGeom>
              <a:avLst/>
              <a:gdLst>
                <a:gd name="connsiteX0" fmla="*/ 4918 w 4917"/>
                <a:gd name="connsiteY0" fmla="*/ 1639 h 3278"/>
                <a:gd name="connsiteX1" fmla="*/ 3279 w 4917"/>
                <a:gd name="connsiteY1" fmla="*/ 1639 h 3278"/>
                <a:gd name="connsiteX2" fmla="*/ 0 w 4917"/>
                <a:gd name="connsiteY2" fmla="*/ 0 h 3278"/>
                <a:gd name="connsiteX3" fmla="*/ 1639 w 491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3278">
                  <a:moveTo>
                    <a:pt x="4918" y="1639"/>
                  </a:moveTo>
                  <a:lnTo>
                    <a:pt x="3279" y="1639"/>
                  </a:ln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15" name="Freeform 3614">
              <a:extLst>
                <a:ext uri="{FF2B5EF4-FFF2-40B4-BE49-F238E27FC236}">
                  <a16:creationId xmlns:a16="http://schemas.microsoft.com/office/drawing/2014/main" id="{F841BB2B-94A9-3847-BB86-AE4E0F08BC80}"/>
                </a:ext>
              </a:extLst>
            </p:cNvPr>
            <p:cNvSpPr/>
            <p:nvPr/>
          </p:nvSpPr>
          <p:spPr>
            <a:xfrm>
              <a:off x="2540278" y="3242770"/>
              <a:ext cx="113114" cy="83606"/>
            </a:xfrm>
            <a:custGeom>
              <a:avLst/>
              <a:gdLst>
                <a:gd name="connsiteX0" fmla="*/ 16393 w 113114"/>
                <a:gd name="connsiteY0" fmla="*/ 57377 h 83606"/>
                <a:gd name="connsiteX1" fmla="*/ 19672 w 113114"/>
                <a:gd name="connsiteY1" fmla="*/ 59016 h 83606"/>
                <a:gd name="connsiteX2" fmla="*/ 22951 w 113114"/>
                <a:gd name="connsiteY2" fmla="*/ 60655 h 83606"/>
                <a:gd name="connsiteX3" fmla="*/ 27869 w 113114"/>
                <a:gd name="connsiteY3" fmla="*/ 62295 h 83606"/>
                <a:gd name="connsiteX4" fmla="*/ 31147 w 113114"/>
                <a:gd name="connsiteY4" fmla="*/ 60655 h 83606"/>
                <a:gd name="connsiteX5" fmla="*/ 32787 w 113114"/>
                <a:gd name="connsiteY5" fmla="*/ 60655 h 83606"/>
                <a:gd name="connsiteX6" fmla="*/ 36065 w 113114"/>
                <a:gd name="connsiteY6" fmla="*/ 59016 h 83606"/>
                <a:gd name="connsiteX7" fmla="*/ 32787 w 113114"/>
                <a:gd name="connsiteY7" fmla="*/ 60655 h 83606"/>
                <a:gd name="connsiteX8" fmla="*/ 36065 w 113114"/>
                <a:gd name="connsiteY8" fmla="*/ 62295 h 83606"/>
                <a:gd name="connsiteX9" fmla="*/ 39344 w 113114"/>
                <a:gd name="connsiteY9" fmla="*/ 62295 h 83606"/>
                <a:gd name="connsiteX10" fmla="*/ 42623 w 113114"/>
                <a:gd name="connsiteY10" fmla="*/ 62295 h 83606"/>
                <a:gd name="connsiteX11" fmla="*/ 47541 w 113114"/>
                <a:gd name="connsiteY11" fmla="*/ 63934 h 83606"/>
                <a:gd name="connsiteX12" fmla="*/ 50819 w 113114"/>
                <a:gd name="connsiteY12" fmla="*/ 63934 h 83606"/>
                <a:gd name="connsiteX13" fmla="*/ 54098 w 113114"/>
                <a:gd name="connsiteY13" fmla="*/ 65573 h 83606"/>
                <a:gd name="connsiteX14" fmla="*/ 59016 w 113114"/>
                <a:gd name="connsiteY14" fmla="*/ 65573 h 83606"/>
                <a:gd name="connsiteX15" fmla="*/ 62295 w 113114"/>
                <a:gd name="connsiteY15" fmla="*/ 65573 h 83606"/>
                <a:gd name="connsiteX16" fmla="*/ 65573 w 113114"/>
                <a:gd name="connsiteY16" fmla="*/ 65573 h 83606"/>
                <a:gd name="connsiteX17" fmla="*/ 67213 w 113114"/>
                <a:gd name="connsiteY17" fmla="*/ 65573 h 83606"/>
                <a:gd name="connsiteX18" fmla="*/ 70491 w 113114"/>
                <a:gd name="connsiteY18" fmla="*/ 62295 h 83606"/>
                <a:gd name="connsiteX19" fmla="*/ 73770 w 113114"/>
                <a:gd name="connsiteY19" fmla="*/ 60655 h 83606"/>
                <a:gd name="connsiteX20" fmla="*/ 78688 w 113114"/>
                <a:gd name="connsiteY20" fmla="*/ 60655 h 83606"/>
                <a:gd name="connsiteX21" fmla="*/ 81967 w 113114"/>
                <a:gd name="connsiteY21" fmla="*/ 62295 h 83606"/>
                <a:gd name="connsiteX22" fmla="*/ 83606 w 113114"/>
                <a:gd name="connsiteY22" fmla="*/ 59016 h 83606"/>
                <a:gd name="connsiteX23" fmla="*/ 81967 w 113114"/>
                <a:gd name="connsiteY23" fmla="*/ 54098 h 83606"/>
                <a:gd name="connsiteX24" fmla="*/ 78688 w 113114"/>
                <a:gd name="connsiteY24" fmla="*/ 50819 h 83606"/>
                <a:gd name="connsiteX25" fmla="*/ 75409 w 113114"/>
                <a:gd name="connsiteY25" fmla="*/ 47541 h 83606"/>
                <a:gd name="connsiteX26" fmla="*/ 72131 w 113114"/>
                <a:gd name="connsiteY26" fmla="*/ 44262 h 83606"/>
                <a:gd name="connsiteX27" fmla="*/ 68852 w 113114"/>
                <a:gd name="connsiteY27" fmla="*/ 40983 h 83606"/>
                <a:gd name="connsiteX28" fmla="*/ 68852 w 113114"/>
                <a:gd name="connsiteY28" fmla="*/ 37705 h 83606"/>
                <a:gd name="connsiteX29" fmla="*/ 70491 w 113114"/>
                <a:gd name="connsiteY29" fmla="*/ 34426 h 83606"/>
                <a:gd name="connsiteX30" fmla="*/ 68852 w 113114"/>
                <a:gd name="connsiteY30" fmla="*/ 31147 h 83606"/>
                <a:gd name="connsiteX31" fmla="*/ 68852 w 113114"/>
                <a:gd name="connsiteY31" fmla="*/ 29508 h 83606"/>
                <a:gd name="connsiteX32" fmla="*/ 70491 w 113114"/>
                <a:gd name="connsiteY32" fmla="*/ 26229 h 83606"/>
                <a:gd name="connsiteX33" fmla="*/ 72131 w 113114"/>
                <a:gd name="connsiteY33" fmla="*/ 22951 h 83606"/>
                <a:gd name="connsiteX34" fmla="*/ 70491 w 113114"/>
                <a:gd name="connsiteY34" fmla="*/ 19672 h 83606"/>
                <a:gd name="connsiteX35" fmla="*/ 67213 w 113114"/>
                <a:gd name="connsiteY35" fmla="*/ 16393 h 83606"/>
                <a:gd name="connsiteX36" fmla="*/ 62295 w 113114"/>
                <a:gd name="connsiteY36" fmla="*/ 14754 h 83606"/>
                <a:gd name="connsiteX37" fmla="*/ 59016 w 113114"/>
                <a:gd name="connsiteY37" fmla="*/ 13115 h 83606"/>
                <a:gd name="connsiteX38" fmla="*/ 55737 w 113114"/>
                <a:gd name="connsiteY38" fmla="*/ 13115 h 83606"/>
                <a:gd name="connsiteX39" fmla="*/ 52459 w 113114"/>
                <a:gd name="connsiteY39" fmla="*/ 13115 h 83606"/>
                <a:gd name="connsiteX40" fmla="*/ 47541 w 113114"/>
                <a:gd name="connsiteY40" fmla="*/ 13115 h 83606"/>
                <a:gd name="connsiteX41" fmla="*/ 45901 w 113114"/>
                <a:gd name="connsiteY41" fmla="*/ 9836 h 83606"/>
                <a:gd name="connsiteX42" fmla="*/ 50819 w 113114"/>
                <a:gd name="connsiteY42" fmla="*/ 4918 h 83606"/>
                <a:gd name="connsiteX43" fmla="*/ 54098 w 113114"/>
                <a:gd name="connsiteY43" fmla="*/ 3279 h 83606"/>
                <a:gd name="connsiteX44" fmla="*/ 57377 w 113114"/>
                <a:gd name="connsiteY44" fmla="*/ 1639 h 83606"/>
                <a:gd name="connsiteX45" fmla="*/ 62295 w 113114"/>
                <a:gd name="connsiteY45" fmla="*/ 0 h 83606"/>
                <a:gd name="connsiteX46" fmla="*/ 65573 w 113114"/>
                <a:gd name="connsiteY46" fmla="*/ 0 h 83606"/>
                <a:gd name="connsiteX47" fmla="*/ 68852 w 113114"/>
                <a:gd name="connsiteY47" fmla="*/ 0 h 83606"/>
                <a:gd name="connsiteX48" fmla="*/ 72131 w 113114"/>
                <a:gd name="connsiteY48" fmla="*/ 0 h 83606"/>
                <a:gd name="connsiteX49" fmla="*/ 75409 w 113114"/>
                <a:gd name="connsiteY49" fmla="*/ 0 h 83606"/>
                <a:gd name="connsiteX50" fmla="*/ 78688 w 113114"/>
                <a:gd name="connsiteY50" fmla="*/ 1639 h 83606"/>
                <a:gd name="connsiteX51" fmla="*/ 81967 w 113114"/>
                <a:gd name="connsiteY51" fmla="*/ 3279 h 83606"/>
                <a:gd name="connsiteX52" fmla="*/ 85245 w 113114"/>
                <a:gd name="connsiteY52" fmla="*/ 4918 h 83606"/>
                <a:gd name="connsiteX53" fmla="*/ 88524 w 113114"/>
                <a:gd name="connsiteY53" fmla="*/ 6557 h 83606"/>
                <a:gd name="connsiteX54" fmla="*/ 93442 w 113114"/>
                <a:gd name="connsiteY54" fmla="*/ 6557 h 83606"/>
                <a:gd name="connsiteX55" fmla="*/ 96721 w 113114"/>
                <a:gd name="connsiteY55" fmla="*/ 8197 h 83606"/>
                <a:gd name="connsiteX56" fmla="*/ 99999 w 113114"/>
                <a:gd name="connsiteY56" fmla="*/ 9836 h 83606"/>
                <a:gd name="connsiteX57" fmla="*/ 103278 w 113114"/>
                <a:gd name="connsiteY57" fmla="*/ 9836 h 83606"/>
                <a:gd name="connsiteX58" fmla="*/ 106557 w 113114"/>
                <a:gd name="connsiteY58" fmla="*/ 9836 h 83606"/>
                <a:gd name="connsiteX59" fmla="*/ 109836 w 113114"/>
                <a:gd name="connsiteY59" fmla="*/ 9836 h 83606"/>
                <a:gd name="connsiteX60" fmla="*/ 111475 w 113114"/>
                <a:gd name="connsiteY60" fmla="*/ 9836 h 83606"/>
                <a:gd name="connsiteX61" fmla="*/ 111475 w 113114"/>
                <a:gd name="connsiteY61" fmla="*/ 13115 h 83606"/>
                <a:gd name="connsiteX62" fmla="*/ 113114 w 113114"/>
                <a:gd name="connsiteY62" fmla="*/ 18033 h 83606"/>
                <a:gd name="connsiteX63" fmla="*/ 111475 w 113114"/>
                <a:gd name="connsiteY63" fmla="*/ 21311 h 83606"/>
                <a:gd name="connsiteX64" fmla="*/ 109836 w 113114"/>
                <a:gd name="connsiteY64" fmla="*/ 24590 h 83606"/>
                <a:gd name="connsiteX65" fmla="*/ 109836 w 113114"/>
                <a:gd name="connsiteY65" fmla="*/ 29508 h 83606"/>
                <a:gd name="connsiteX66" fmla="*/ 113114 w 113114"/>
                <a:gd name="connsiteY66" fmla="*/ 32787 h 83606"/>
                <a:gd name="connsiteX67" fmla="*/ 111475 w 113114"/>
                <a:gd name="connsiteY67" fmla="*/ 36065 h 83606"/>
                <a:gd name="connsiteX68" fmla="*/ 111475 w 113114"/>
                <a:gd name="connsiteY68" fmla="*/ 36065 h 83606"/>
                <a:gd name="connsiteX69" fmla="*/ 106557 w 113114"/>
                <a:gd name="connsiteY69" fmla="*/ 40983 h 83606"/>
                <a:gd name="connsiteX70" fmla="*/ 103278 w 113114"/>
                <a:gd name="connsiteY70" fmla="*/ 42623 h 83606"/>
                <a:gd name="connsiteX71" fmla="*/ 103278 w 113114"/>
                <a:gd name="connsiteY71" fmla="*/ 42623 h 83606"/>
                <a:gd name="connsiteX72" fmla="*/ 103278 w 113114"/>
                <a:gd name="connsiteY72" fmla="*/ 44262 h 83606"/>
                <a:gd name="connsiteX73" fmla="*/ 106557 w 113114"/>
                <a:gd name="connsiteY73" fmla="*/ 44262 h 83606"/>
                <a:gd name="connsiteX74" fmla="*/ 108196 w 113114"/>
                <a:gd name="connsiteY74" fmla="*/ 49180 h 83606"/>
                <a:gd name="connsiteX75" fmla="*/ 106557 w 113114"/>
                <a:gd name="connsiteY75" fmla="*/ 52459 h 83606"/>
                <a:gd name="connsiteX76" fmla="*/ 103278 w 113114"/>
                <a:gd name="connsiteY76" fmla="*/ 55737 h 83606"/>
                <a:gd name="connsiteX77" fmla="*/ 99999 w 113114"/>
                <a:gd name="connsiteY77" fmla="*/ 59016 h 83606"/>
                <a:gd name="connsiteX78" fmla="*/ 96721 w 113114"/>
                <a:gd name="connsiteY78" fmla="*/ 59016 h 83606"/>
                <a:gd name="connsiteX79" fmla="*/ 98360 w 113114"/>
                <a:gd name="connsiteY79" fmla="*/ 62295 h 83606"/>
                <a:gd name="connsiteX80" fmla="*/ 98360 w 113114"/>
                <a:gd name="connsiteY80" fmla="*/ 65573 h 83606"/>
                <a:gd name="connsiteX81" fmla="*/ 103278 w 113114"/>
                <a:gd name="connsiteY81" fmla="*/ 68852 h 83606"/>
                <a:gd name="connsiteX82" fmla="*/ 104917 w 113114"/>
                <a:gd name="connsiteY82" fmla="*/ 72131 h 83606"/>
                <a:gd name="connsiteX83" fmla="*/ 103278 w 113114"/>
                <a:gd name="connsiteY83" fmla="*/ 77049 h 83606"/>
                <a:gd name="connsiteX84" fmla="*/ 103278 w 113114"/>
                <a:gd name="connsiteY84" fmla="*/ 80327 h 83606"/>
                <a:gd name="connsiteX85" fmla="*/ 101639 w 113114"/>
                <a:gd name="connsiteY85" fmla="*/ 83606 h 83606"/>
                <a:gd name="connsiteX86" fmla="*/ 98360 w 113114"/>
                <a:gd name="connsiteY86" fmla="*/ 80327 h 83606"/>
                <a:gd name="connsiteX87" fmla="*/ 95081 w 113114"/>
                <a:gd name="connsiteY87" fmla="*/ 77049 h 83606"/>
                <a:gd name="connsiteX88" fmla="*/ 91803 w 113114"/>
                <a:gd name="connsiteY88" fmla="*/ 75409 h 83606"/>
                <a:gd name="connsiteX89" fmla="*/ 88524 w 113114"/>
                <a:gd name="connsiteY89" fmla="*/ 75409 h 83606"/>
                <a:gd name="connsiteX90" fmla="*/ 85245 w 113114"/>
                <a:gd name="connsiteY90" fmla="*/ 75409 h 83606"/>
                <a:gd name="connsiteX91" fmla="*/ 80327 w 113114"/>
                <a:gd name="connsiteY91" fmla="*/ 75409 h 83606"/>
                <a:gd name="connsiteX92" fmla="*/ 77049 w 113114"/>
                <a:gd name="connsiteY92" fmla="*/ 75409 h 83606"/>
                <a:gd name="connsiteX93" fmla="*/ 72131 w 113114"/>
                <a:gd name="connsiteY93" fmla="*/ 75409 h 83606"/>
                <a:gd name="connsiteX94" fmla="*/ 68852 w 113114"/>
                <a:gd name="connsiteY94" fmla="*/ 77049 h 83606"/>
                <a:gd name="connsiteX95" fmla="*/ 65573 w 113114"/>
                <a:gd name="connsiteY95" fmla="*/ 77049 h 83606"/>
                <a:gd name="connsiteX96" fmla="*/ 62295 w 113114"/>
                <a:gd name="connsiteY96" fmla="*/ 78688 h 83606"/>
                <a:gd name="connsiteX97" fmla="*/ 59016 w 113114"/>
                <a:gd name="connsiteY97" fmla="*/ 78688 h 83606"/>
                <a:gd name="connsiteX98" fmla="*/ 54098 w 113114"/>
                <a:gd name="connsiteY98" fmla="*/ 77049 h 83606"/>
                <a:gd name="connsiteX99" fmla="*/ 50819 w 113114"/>
                <a:gd name="connsiteY99" fmla="*/ 77049 h 83606"/>
                <a:gd name="connsiteX100" fmla="*/ 47541 w 113114"/>
                <a:gd name="connsiteY100" fmla="*/ 75409 h 83606"/>
                <a:gd name="connsiteX101" fmla="*/ 42623 w 113114"/>
                <a:gd name="connsiteY101" fmla="*/ 75409 h 83606"/>
                <a:gd name="connsiteX102" fmla="*/ 39344 w 113114"/>
                <a:gd name="connsiteY102" fmla="*/ 73770 h 83606"/>
                <a:gd name="connsiteX103" fmla="*/ 36065 w 113114"/>
                <a:gd name="connsiteY103" fmla="*/ 73770 h 83606"/>
                <a:gd name="connsiteX104" fmla="*/ 31147 w 113114"/>
                <a:gd name="connsiteY104" fmla="*/ 75409 h 83606"/>
                <a:gd name="connsiteX105" fmla="*/ 27869 w 113114"/>
                <a:gd name="connsiteY105" fmla="*/ 77049 h 83606"/>
                <a:gd name="connsiteX106" fmla="*/ 24590 w 113114"/>
                <a:gd name="connsiteY106" fmla="*/ 78688 h 83606"/>
                <a:gd name="connsiteX107" fmla="*/ 24590 w 113114"/>
                <a:gd name="connsiteY107" fmla="*/ 81967 h 83606"/>
                <a:gd name="connsiteX108" fmla="*/ 21311 w 113114"/>
                <a:gd name="connsiteY108" fmla="*/ 83606 h 83606"/>
                <a:gd name="connsiteX109" fmla="*/ 19672 w 113114"/>
                <a:gd name="connsiteY109" fmla="*/ 80327 h 83606"/>
                <a:gd name="connsiteX110" fmla="*/ 16393 w 113114"/>
                <a:gd name="connsiteY110" fmla="*/ 77049 h 83606"/>
                <a:gd name="connsiteX111" fmla="*/ 13114 w 113114"/>
                <a:gd name="connsiteY111" fmla="*/ 73770 h 83606"/>
                <a:gd name="connsiteX112" fmla="*/ 9836 w 113114"/>
                <a:gd name="connsiteY112" fmla="*/ 72131 h 83606"/>
                <a:gd name="connsiteX113" fmla="*/ 6557 w 113114"/>
                <a:gd name="connsiteY113" fmla="*/ 72131 h 83606"/>
                <a:gd name="connsiteX114" fmla="*/ 1639 w 113114"/>
                <a:gd name="connsiteY114" fmla="*/ 70492 h 83606"/>
                <a:gd name="connsiteX115" fmla="*/ 0 w 113114"/>
                <a:gd name="connsiteY115" fmla="*/ 67213 h 83606"/>
                <a:gd name="connsiteX116" fmla="*/ 3279 w 113114"/>
                <a:gd name="connsiteY116" fmla="*/ 62295 h 83606"/>
                <a:gd name="connsiteX117" fmla="*/ 3279 w 113114"/>
                <a:gd name="connsiteY117" fmla="*/ 59016 h 83606"/>
                <a:gd name="connsiteX118" fmla="*/ 8197 w 113114"/>
                <a:gd name="connsiteY118" fmla="*/ 55737 h 83606"/>
                <a:gd name="connsiteX119" fmla="*/ 11475 w 113114"/>
                <a:gd name="connsiteY119" fmla="*/ 55737 h 83606"/>
                <a:gd name="connsiteX120" fmla="*/ 14754 w 113114"/>
                <a:gd name="connsiteY120" fmla="*/ 55737 h 83606"/>
                <a:gd name="connsiteX121" fmla="*/ 16393 w 113114"/>
                <a:gd name="connsiteY121" fmla="*/ 57377 h 83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113114" h="83606">
                  <a:moveTo>
                    <a:pt x="16393" y="57377"/>
                  </a:moveTo>
                  <a:lnTo>
                    <a:pt x="19672" y="59016"/>
                  </a:lnTo>
                  <a:lnTo>
                    <a:pt x="22951" y="60655"/>
                  </a:lnTo>
                  <a:lnTo>
                    <a:pt x="27869" y="62295"/>
                  </a:lnTo>
                  <a:lnTo>
                    <a:pt x="31147" y="60655"/>
                  </a:lnTo>
                  <a:lnTo>
                    <a:pt x="32787" y="60655"/>
                  </a:lnTo>
                  <a:lnTo>
                    <a:pt x="36065" y="59016"/>
                  </a:lnTo>
                  <a:lnTo>
                    <a:pt x="32787" y="60655"/>
                  </a:lnTo>
                  <a:lnTo>
                    <a:pt x="36065" y="62295"/>
                  </a:lnTo>
                  <a:lnTo>
                    <a:pt x="39344" y="62295"/>
                  </a:lnTo>
                  <a:lnTo>
                    <a:pt x="42623" y="62295"/>
                  </a:lnTo>
                  <a:lnTo>
                    <a:pt x="47541" y="63934"/>
                  </a:lnTo>
                  <a:lnTo>
                    <a:pt x="50819" y="63934"/>
                  </a:lnTo>
                  <a:lnTo>
                    <a:pt x="54098" y="65573"/>
                  </a:lnTo>
                  <a:lnTo>
                    <a:pt x="59016" y="65573"/>
                  </a:lnTo>
                  <a:lnTo>
                    <a:pt x="62295" y="65573"/>
                  </a:lnTo>
                  <a:lnTo>
                    <a:pt x="65573" y="65573"/>
                  </a:lnTo>
                  <a:lnTo>
                    <a:pt x="67213" y="65573"/>
                  </a:lnTo>
                  <a:lnTo>
                    <a:pt x="70491" y="62295"/>
                  </a:lnTo>
                  <a:lnTo>
                    <a:pt x="73770" y="60655"/>
                  </a:lnTo>
                  <a:lnTo>
                    <a:pt x="78688" y="60655"/>
                  </a:lnTo>
                  <a:lnTo>
                    <a:pt x="81967" y="62295"/>
                  </a:lnTo>
                  <a:lnTo>
                    <a:pt x="83606" y="59016"/>
                  </a:lnTo>
                  <a:lnTo>
                    <a:pt x="81967" y="54098"/>
                  </a:lnTo>
                  <a:lnTo>
                    <a:pt x="78688" y="50819"/>
                  </a:lnTo>
                  <a:lnTo>
                    <a:pt x="75409" y="47541"/>
                  </a:lnTo>
                  <a:lnTo>
                    <a:pt x="72131" y="44262"/>
                  </a:lnTo>
                  <a:lnTo>
                    <a:pt x="68852" y="40983"/>
                  </a:lnTo>
                  <a:lnTo>
                    <a:pt x="68852" y="37705"/>
                  </a:lnTo>
                  <a:lnTo>
                    <a:pt x="70491" y="34426"/>
                  </a:lnTo>
                  <a:lnTo>
                    <a:pt x="68852" y="31147"/>
                  </a:lnTo>
                  <a:lnTo>
                    <a:pt x="68852" y="29508"/>
                  </a:lnTo>
                  <a:lnTo>
                    <a:pt x="70491" y="26229"/>
                  </a:lnTo>
                  <a:lnTo>
                    <a:pt x="72131" y="22951"/>
                  </a:lnTo>
                  <a:lnTo>
                    <a:pt x="70491" y="19672"/>
                  </a:lnTo>
                  <a:lnTo>
                    <a:pt x="67213" y="16393"/>
                  </a:lnTo>
                  <a:lnTo>
                    <a:pt x="62295" y="14754"/>
                  </a:lnTo>
                  <a:lnTo>
                    <a:pt x="59016" y="13115"/>
                  </a:lnTo>
                  <a:lnTo>
                    <a:pt x="55737" y="13115"/>
                  </a:lnTo>
                  <a:lnTo>
                    <a:pt x="52459" y="13115"/>
                  </a:lnTo>
                  <a:lnTo>
                    <a:pt x="47541" y="13115"/>
                  </a:lnTo>
                  <a:lnTo>
                    <a:pt x="45901" y="9836"/>
                  </a:lnTo>
                  <a:lnTo>
                    <a:pt x="50819" y="4918"/>
                  </a:lnTo>
                  <a:lnTo>
                    <a:pt x="54098" y="3279"/>
                  </a:lnTo>
                  <a:lnTo>
                    <a:pt x="57377" y="1639"/>
                  </a:lnTo>
                  <a:lnTo>
                    <a:pt x="62295" y="0"/>
                  </a:lnTo>
                  <a:lnTo>
                    <a:pt x="65573" y="0"/>
                  </a:lnTo>
                  <a:lnTo>
                    <a:pt x="68852" y="0"/>
                  </a:lnTo>
                  <a:lnTo>
                    <a:pt x="72131" y="0"/>
                  </a:lnTo>
                  <a:lnTo>
                    <a:pt x="75409" y="0"/>
                  </a:lnTo>
                  <a:lnTo>
                    <a:pt x="78688" y="1639"/>
                  </a:lnTo>
                  <a:lnTo>
                    <a:pt x="81967" y="3279"/>
                  </a:lnTo>
                  <a:lnTo>
                    <a:pt x="85245" y="4918"/>
                  </a:lnTo>
                  <a:lnTo>
                    <a:pt x="88524" y="6557"/>
                  </a:lnTo>
                  <a:lnTo>
                    <a:pt x="93442" y="6557"/>
                  </a:lnTo>
                  <a:lnTo>
                    <a:pt x="96721" y="8197"/>
                  </a:lnTo>
                  <a:lnTo>
                    <a:pt x="99999" y="9836"/>
                  </a:lnTo>
                  <a:lnTo>
                    <a:pt x="103278" y="9836"/>
                  </a:lnTo>
                  <a:lnTo>
                    <a:pt x="106557" y="9836"/>
                  </a:lnTo>
                  <a:lnTo>
                    <a:pt x="109836" y="9836"/>
                  </a:lnTo>
                  <a:lnTo>
                    <a:pt x="111475" y="9836"/>
                  </a:lnTo>
                  <a:lnTo>
                    <a:pt x="111475" y="13115"/>
                  </a:lnTo>
                  <a:lnTo>
                    <a:pt x="113114" y="18033"/>
                  </a:lnTo>
                  <a:lnTo>
                    <a:pt x="111475" y="21311"/>
                  </a:lnTo>
                  <a:lnTo>
                    <a:pt x="109836" y="24590"/>
                  </a:lnTo>
                  <a:lnTo>
                    <a:pt x="109836" y="29508"/>
                  </a:lnTo>
                  <a:lnTo>
                    <a:pt x="113114" y="32787"/>
                  </a:lnTo>
                  <a:lnTo>
                    <a:pt x="111475" y="36065"/>
                  </a:lnTo>
                  <a:lnTo>
                    <a:pt x="111475" y="36065"/>
                  </a:lnTo>
                  <a:lnTo>
                    <a:pt x="106557" y="40983"/>
                  </a:lnTo>
                  <a:lnTo>
                    <a:pt x="103278" y="42623"/>
                  </a:lnTo>
                  <a:lnTo>
                    <a:pt x="103278" y="42623"/>
                  </a:lnTo>
                  <a:lnTo>
                    <a:pt x="103278" y="44262"/>
                  </a:lnTo>
                  <a:lnTo>
                    <a:pt x="106557" y="44262"/>
                  </a:lnTo>
                  <a:lnTo>
                    <a:pt x="108196" y="49180"/>
                  </a:lnTo>
                  <a:lnTo>
                    <a:pt x="106557" y="52459"/>
                  </a:lnTo>
                  <a:lnTo>
                    <a:pt x="103278" y="55737"/>
                  </a:lnTo>
                  <a:lnTo>
                    <a:pt x="99999" y="59016"/>
                  </a:lnTo>
                  <a:lnTo>
                    <a:pt x="96721" y="59016"/>
                  </a:lnTo>
                  <a:lnTo>
                    <a:pt x="98360" y="62295"/>
                  </a:lnTo>
                  <a:lnTo>
                    <a:pt x="98360" y="65573"/>
                  </a:lnTo>
                  <a:lnTo>
                    <a:pt x="103278" y="68852"/>
                  </a:lnTo>
                  <a:lnTo>
                    <a:pt x="104917" y="72131"/>
                  </a:lnTo>
                  <a:lnTo>
                    <a:pt x="103278" y="77049"/>
                  </a:lnTo>
                  <a:lnTo>
                    <a:pt x="103278" y="80327"/>
                  </a:lnTo>
                  <a:lnTo>
                    <a:pt x="101639" y="83606"/>
                  </a:lnTo>
                  <a:lnTo>
                    <a:pt x="98360" y="80327"/>
                  </a:lnTo>
                  <a:lnTo>
                    <a:pt x="95081" y="77049"/>
                  </a:lnTo>
                  <a:lnTo>
                    <a:pt x="91803" y="75409"/>
                  </a:lnTo>
                  <a:lnTo>
                    <a:pt x="88524" y="75409"/>
                  </a:lnTo>
                  <a:lnTo>
                    <a:pt x="85245" y="75409"/>
                  </a:lnTo>
                  <a:lnTo>
                    <a:pt x="80327" y="75409"/>
                  </a:lnTo>
                  <a:lnTo>
                    <a:pt x="77049" y="75409"/>
                  </a:lnTo>
                  <a:lnTo>
                    <a:pt x="72131" y="75409"/>
                  </a:lnTo>
                  <a:lnTo>
                    <a:pt x="68852" y="77049"/>
                  </a:lnTo>
                  <a:lnTo>
                    <a:pt x="65573" y="77049"/>
                  </a:lnTo>
                  <a:lnTo>
                    <a:pt x="62295" y="78688"/>
                  </a:lnTo>
                  <a:lnTo>
                    <a:pt x="59016" y="78688"/>
                  </a:lnTo>
                  <a:lnTo>
                    <a:pt x="54098" y="77049"/>
                  </a:lnTo>
                  <a:lnTo>
                    <a:pt x="50819" y="77049"/>
                  </a:lnTo>
                  <a:lnTo>
                    <a:pt x="47541" y="75409"/>
                  </a:lnTo>
                  <a:lnTo>
                    <a:pt x="42623" y="75409"/>
                  </a:lnTo>
                  <a:lnTo>
                    <a:pt x="39344" y="73770"/>
                  </a:lnTo>
                  <a:lnTo>
                    <a:pt x="36065" y="73770"/>
                  </a:lnTo>
                  <a:lnTo>
                    <a:pt x="31147" y="75409"/>
                  </a:lnTo>
                  <a:lnTo>
                    <a:pt x="27869" y="77049"/>
                  </a:lnTo>
                  <a:lnTo>
                    <a:pt x="24590" y="78688"/>
                  </a:lnTo>
                  <a:lnTo>
                    <a:pt x="24590" y="81967"/>
                  </a:lnTo>
                  <a:lnTo>
                    <a:pt x="21311" y="83606"/>
                  </a:lnTo>
                  <a:lnTo>
                    <a:pt x="19672" y="80327"/>
                  </a:lnTo>
                  <a:lnTo>
                    <a:pt x="16393" y="77049"/>
                  </a:lnTo>
                  <a:lnTo>
                    <a:pt x="13114" y="73770"/>
                  </a:lnTo>
                  <a:lnTo>
                    <a:pt x="9836" y="72131"/>
                  </a:lnTo>
                  <a:lnTo>
                    <a:pt x="6557" y="72131"/>
                  </a:lnTo>
                  <a:lnTo>
                    <a:pt x="1639" y="70492"/>
                  </a:lnTo>
                  <a:lnTo>
                    <a:pt x="0" y="67213"/>
                  </a:lnTo>
                  <a:lnTo>
                    <a:pt x="3279" y="62295"/>
                  </a:lnTo>
                  <a:lnTo>
                    <a:pt x="3279" y="59016"/>
                  </a:lnTo>
                  <a:lnTo>
                    <a:pt x="8197" y="55737"/>
                  </a:lnTo>
                  <a:lnTo>
                    <a:pt x="11475" y="55737"/>
                  </a:lnTo>
                  <a:lnTo>
                    <a:pt x="14754" y="55737"/>
                  </a:lnTo>
                  <a:lnTo>
                    <a:pt x="16393" y="5737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16" name="Freeform 3615">
              <a:extLst>
                <a:ext uri="{FF2B5EF4-FFF2-40B4-BE49-F238E27FC236}">
                  <a16:creationId xmlns:a16="http://schemas.microsoft.com/office/drawing/2014/main" id="{DC2A9996-6952-4240-B63E-1DA71807EC60}"/>
                </a:ext>
              </a:extLst>
            </p:cNvPr>
            <p:cNvSpPr/>
            <p:nvPr/>
          </p:nvSpPr>
          <p:spPr>
            <a:xfrm>
              <a:off x="2569786" y="3324736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0 w 3278"/>
                <a:gd name="connsiteY1" fmla="*/ 0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17" name="Freeform 3616">
              <a:extLst>
                <a:ext uri="{FF2B5EF4-FFF2-40B4-BE49-F238E27FC236}">
                  <a16:creationId xmlns:a16="http://schemas.microsoft.com/office/drawing/2014/main" id="{EFACC1D7-CDCF-6C48-8A75-13D3D3DCC640}"/>
                </a:ext>
              </a:extLst>
            </p:cNvPr>
            <p:cNvSpPr/>
            <p:nvPr/>
          </p:nvSpPr>
          <p:spPr>
            <a:xfrm>
              <a:off x="2589458" y="3285392"/>
              <a:ext cx="16393" cy="11475"/>
            </a:xfrm>
            <a:custGeom>
              <a:avLst/>
              <a:gdLst>
                <a:gd name="connsiteX0" fmla="*/ 16393 w 16393"/>
                <a:gd name="connsiteY0" fmla="*/ 11476 h 11475"/>
                <a:gd name="connsiteX1" fmla="*/ 11475 w 16393"/>
                <a:gd name="connsiteY1" fmla="*/ 9836 h 11475"/>
                <a:gd name="connsiteX2" fmla="*/ 8197 w 16393"/>
                <a:gd name="connsiteY2" fmla="*/ 9836 h 11475"/>
                <a:gd name="connsiteX3" fmla="*/ 4918 w 16393"/>
                <a:gd name="connsiteY3" fmla="*/ 6557 h 11475"/>
                <a:gd name="connsiteX4" fmla="*/ 1639 w 16393"/>
                <a:gd name="connsiteY4" fmla="*/ 4918 h 11475"/>
                <a:gd name="connsiteX5" fmla="*/ 0 w 16393"/>
                <a:gd name="connsiteY5" fmla="*/ 1639 h 11475"/>
                <a:gd name="connsiteX6" fmla="*/ 3279 w 16393"/>
                <a:gd name="connsiteY6" fmla="*/ 0 h 11475"/>
                <a:gd name="connsiteX7" fmla="*/ 6557 w 16393"/>
                <a:gd name="connsiteY7" fmla="*/ 1639 h 11475"/>
                <a:gd name="connsiteX8" fmla="*/ 11475 w 16393"/>
                <a:gd name="connsiteY8" fmla="*/ 3279 h 11475"/>
                <a:gd name="connsiteX9" fmla="*/ 14754 w 16393"/>
                <a:gd name="connsiteY9" fmla="*/ 4918 h 11475"/>
                <a:gd name="connsiteX10" fmla="*/ 16393 w 16393"/>
                <a:gd name="connsiteY10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93" h="11475">
                  <a:moveTo>
                    <a:pt x="16393" y="11476"/>
                  </a:moveTo>
                  <a:lnTo>
                    <a:pt x="11475" y="9836"/>
                  </a:lnTo>
                  <a:lnTo>
                    <a:pt x="8197" y="9836"/>
                  </a:lnTo>
                  <a:lnTo>
                    <a:pt x="4918" y="6557"/>
                  </a:lnTo>
                  <a:lnTo>
                    <a:pt x="1639" y="4918"/>
                  </a:lnTo>
                  <a:lnTo>
                    <a:pt x="0" y="1639"/>
                  </a:lnTo>
                  <a:lnTo>
                    <a:pt x="3279" y="0"/>
                  </a:lnTo>
                  <a:lnTo>
                    <a:pt x="6557" y="1639"/>
                  </a:lnTo>
                  <a:lnTo>
                    <a:pt x="11475" y="3279"/>
                  </a:lnTo>
                  <a:lnTo>
                    <a:pt x="14754" y="4918"/>
                  </a:lnTo>
                  <a:lnTo>
                    <a:pt x="16393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18" name="Freeform 3617">
              <a:extLst>
                <a:ext uri="{FF2B5EF4-FFF2-40B4-BE49-F238E27FC236}">
                  <a16:creationId xmlns:a16="http://schemas.microsoft.com/office/drawing/2014/main" id="{359D5394-EAAF-D746-AE37-CBD7B33BD29B}"/>
                </a:ext>
              </a:extLst>
            </p:cNvPr>
            <p:cNvSpPr/>
            <p:nvPr/>
          </p:nvSpPr>
          <p:spPr>
            <a:xfrm>
              <a:off x="2612409" y="3236212"/>
              <a:ext cx="8196" cy="3278"/>
            </a:xfrm>
            <a:custGeom>
              <a:avLst/>
              <a:gdLst>
                <a:gd name="connsiteX0" fmla="*/ 3279 w 8196"/>
                <a:gd name="connsiteY0" fmla="*/ 3279 h 3278"/>
                <a:gd name="connsiteX1" fmla="*/ 0 w 8196"/>
                <a:gd name="connsiteY1" fmla="*/ 1639 h 3278"/>
                <a:gd name="connsiteX2" fmla="*/ 3279 w 8196"/>
                <a:gd name="connsiteY2" fmla="*/ 0 h 3278"/>
                <a:gd name="connsiteX3" fmla="*/ 6557 w 8196"/>
                <a:gd name="connsiteY3" fmla="*/ 1639 h 3278"/>
                <a:gd name="connsiteX4" fmla="*/ 8197 w 8196"/>
                <a:gd name="connsiteY4" fmla="*/ 3279 h 3278"/>
                <a:gd name="connsiteX5" fmla="*/ 4918 w 8196"/>
                <a:gd name="connsiteY5" fmla="*/ 3279 h 3278"/>
                <a:gd name="connsiteX6" fmla="*/ 3279 w 8196"/>
                <a:gd name="connsiteY6" fmla="*/ 3279 h 3278"/>
                <a:gd name="connsiteX7" fmla="*/ 3279 w 8196"/>
                <a:gd name="connsiteY7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96" h="3278">
                  <a:moveTo>
                    <a:pt x="3279" y="3279"/>
                  </a:moveTo>
                  <a:lnTo>
                    <a:pt x="0" y="1639"/>
                  </a:lnTo>
                  <a:lnTo>
                    <a:pt x="3279" y="0"/>
                  </a:lnTo>
                  <a:lnTo>
                    <a:pt x="6557" y="1639"/>
                  </a:lnTo>
                  <a:lnTo>
                    <a:pt x="8197" y="3279"/>
                  </a:lnTo>
                  <a:lnTo>
                    <a:pt x="4918" y="3279"/>
                  </a:lnTo>
                  <a:lnTo>
                    <a:pt x="3279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19" name="Freeform 3618">
              <a:extLst>
                <a:ext uri="{FF2B5EF4-FFF2-40B4-BE49-F238E27FC236}">
                  <a16:creationId xmlns:a16="http://schemas.microsoft.com/office/drawing/2014/main" id="{3540E72C-2887-1A49-A009-7330E0AEC82D}"/>
                </a:ext>
              </a:extLst>
            </p:cNvPr>
            <p:cNvSpPr/>
            <p:nvPr/>
          </p:nvSpPr>
          <p:spPr>
            <a:xfrm>
              <a:off x="2900932" y="3337851"/>
              <a:ext cx="13114" cy="4917"/>
            </a:xfrm>
            <a:custGeom>
              <a:avLst/>
              <a:gdLst>
                <a:gd name="connsiteX0" fmla="*/ 0 w 13114"/>
                <a:gd name="connsiteY0" fmla="*/ 4918 h 4917"/>
                <a:gd name="connsiteX1" fmla="*/ 1639 w 13114"/>
                <a:gd name="connsiteY1" fmla="*/ 0 h 4917"/>
                <a:gd name="connsiteX2" fmla="*/ 4918 w 13114"/>
                <a:gd name="connsiteY2" fmla="*/ 0 h 4917"/>
                <a:gd name="connsiteX3" fmla="*/ 9836 w 13114"/>
                <a:gd name="connsiteY3" fmla="*/ 1639 h 4917"/>
                <a:gd name="connsiteX4" fmla="*/ 13114 w 13114"/>
                <a:gd name="connsiteY4" fmla="*/ 0 h 4917"/>
                <a:gd name="connsiteX5" fmla="*/ 9836 w 13114"/>
                <a:gd name="connsiteY5" fmla="*/ 3279 h 4917"/>
                <a:gd name="connsiteX6" fmla="*/ 4918 w 13114"/>
                <a:gd name="connsiteY6" fmla="*/ 3279 h 4917"/>
                <a:gd name="connsiteX7" fmla="*/ 1639 w 13114"/>
                <a:gd name="connsiteY7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4" h="4917">
                  <a:moveTo>
                    <a:pt x="0" y="4918"/>
                  </a:moveTo>
                  <a:lnTo>
                    <a:pt x="1639" y="0"/>
                  </a:lnTo>
                  <a:lnTo>
                    <a:pt x="4918" y="0"/>
                  </a:lnTo>
                  <a:lnTo>
                    <a:pt x="9836" y="1639"/>
                  </a:lnTo>
                  <a:lnTo>
                    <a:pt x="13114" y="0"/>
                  </a:lnTo>
                  <a:lnTo>
                    <a:pt x="9836" y="3279"/>
                  </a:lnTo>
                  <a:lnTo>
                    <a:pt x="4918" y="3279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20" name="Freeform 3619">
              <a:extLst>
                <a:ext uri="{FF2B5EF4-FFF2-40B4-BE49-F238E27FC236}">
                  <a16:creationId xmlns:a16="http://schemas.microsoft.com/office/drawing/2014/main" id="{2332788B-C899-E045-ABBD-ABAD3C049279}"/>
                </a:ext>
              </a:extLst>
            </p:cNvPr>
            <p:cNvSpPr/>
            <p:nvPr/>
          </p:nvSpPr>
          <p:spPr>
            <a:xfrm>
              <a:off x="2900932" y="3311622"/>
              <a:ext cx="4917" cy="3278"/>
            </a:xfrm>
            <a:custGeom>
              <a:avLst/>
              <a:gdLst>
                <a:gd name="connsiteX0" fmla="*/ 4918 w 4917"/>
                <a:gd name="connsiteY0" fmla="*/ 3279 h 3278"/>
                <a:gd name="connsiteX1" fmla="*/ 0 w 4917"/>
                <a:gd name="connsiteY1" fmla="*/ 1639 h 3278"/>
                <a:gd name="connsiteX2" fmla="*/ 4918 w 4917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4918" y="3279"/>
                  </a:move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21" name="Freeform 3620">
              <a:extLst>
                <a:ext uri="{FF2B5EF4-FFF2-40B4-BE49-F238E27FC236}">
                  <a16:creationId xmlns:a16="http://schemas.microsoft.com/office/drawing/2014/main" id="{5762C4CD-F4B2-7E49-982B-B5CCC7732A13}"/>
                </a:ext>
              </a:extLst>
            </p:cNvPr>
            <p:cNvSpPr/>
            <p:nvPr/>
          </p:nvSpPr>
          <p:spPr>
            <a:xfrm>
              <a:off x="2927162" y="3295228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0 w 3278"/>
                <a:gd name="connsiteY1" fmla="*/ 0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22" name="Freeform 3621">
              <a:extLst>
                <a:ext uri="{FF2B5EF4-FFF2-40B4-BE49-F238E27FC236}">
                  <a16:creationId xmlns:a16="http://schemas.microsoft.com/office/drawing/2014/main" id="{217D7A8C-9570-2F40-8A94-792ABD33F3E8}"/>
                </a:ext>
              </a:extLst>
            </p:cNvPr>
            <p:cNvSpPr/>
            <p:nvPr/>
          </p:nvSpPr>
          <p:spPr>
            <a:xfrm>
              <a:off x="12114004" y="4887024"/>
              <a:ext cx="54098" cy="40983"/>
            </a:xfrm>
            <a:custGeom>
              <a:avLst/>
              <a:gdLst>
                <a:gd name="connsiteX0" fmla="*/ 8197 w 54098"/>
                <a:gd name="connsiteY0" fmla="*/ 36065 h 40983"/>
                <a:gd name="connsiteX1" fmla="*/ 11476 w 54098"/>
                <a:gd name="connsiteY1" fmla="*/ 37705 h 40983"/>
                <a:gd name="connsiteX2" fmla="*/ 16393 w 54098"/>
                <a:gd name="connsiteY2" fmla="*/ 39344 h 40983"/>
                <a:gd name="connsiteX3" fmla="*/ 19672 w 54098"/>
                <a:gd name="connsiteY3" fmla="*/ 40983 h 40983"/>
                <a:gd name="connsiteX4" fmla="*/ 22951 w 54098"/>
                <a:gd name="connsiteY4" fmla="*/ 40983 h 40983"/>
                <a:gd name="connsiteX5" fmla="*/ 26230 w 54098"/>
                <a:gd name="connsiteY5" fmla="*/ 40983 h 40983"/>
                <a:gd name="connsiteX6" fmla="*/ 31148 w 54098"/>
                <a:gd name="connsiteY6" fmla="*/ 40983 h 40983"/>
                <a:gd name="connsiteX7" fmla="*/ 34427 w 54098"/>
                <a:gd name="connsiteY7" fmla="*/ 37705 h 40983"/>
                <a:gd name="connsiteX8" fmla="*/ 37706 w 54098"/>
                <a:gd name="connsiteY8" fmla="*/ 36065 h 40983"/>
                <a:gd name="connsiteX9" fmla="*/ 40983 w 54098"/>
                <a:gd name="connsiteY9" fmla="*/ 34426 h 40983"/>
                <a:gd name="connsiteX10" fmla="*/ 45902 w 54098"/>
                <a:gd name="connsiteY10" fmla="*/ 34426 h 40983"/>
                <a:gd name="connsiteX11" fmla="*/ 47541 w 54098"/>
                <a:gd name="connsiteY11" fmla="*/ 34426 h 40983"/>
                <a:gd name="connsiteX12" fmla="*/ 50820 w 54098"/>
                <a:gd name="connsiteY12" fmla="*/ 34426 h 40983"/>
                <a:gd name="connsiteX13" fmla="*/ 54099 w 54098"/>
                <a:gd name="connsiteY13" fmla="*/ 29508 h 40983"/>
                <a:gd name="connsiteX14" fmla="*/ 50820 w 54098"/>
                <a:gd name="connsiteY14" fmla="*/ 26229 h 40983"/>
                <a:gd name="connsiteX15" fmla="*/ 54099 w 54098"/>
                <a:gd name="connsiteY15" fmla="*/ 22951 h 40983"/>
                <a:gd name="connsiteX16" fmla="*/ 52459 w 54098"/>
                <a:gd name="connsiteY16" fmla="*/ 18033 h 40983"/>
                <a:gd name="connsiteX17" fmla="*/ 54099 w 54098"/>
                <a:gd name="connsiteY17" fmla="*/ 14754 h 40983"/>
                <a:gd name="connsiteX18" fmla="*/ 50820 w 54098"/>
                <a:gd name="connsiteY18" fmla="*/ 11475 h 40983"/>
                <a:gd name="connsiteX19" fmla="*/ 47541 w 54098"/>
                <a:gd name="connsiteY19" fmla="*/ 8197 h 40983"/>
                <a:gd name="connsiteX20" fmla="*/ 47541 w 54098"/>
                <a:gd name="connsiteY20" fmla="*/ 4918 h 40983"/>
                <a:gd name="connsiteX21" fmla="*/ 42623 w 54098"/>
                <a:gd name="connsiteY21" fmla="*/ 6557 h 40983"/>
                <a:gd name="connsiteX22" fmla="*/ 44262 w 54098"/>
                <a:gd name="connsiteY22" fmla="*/ 1639 h 40983"/>
                <a:gd name="connsiteX23" fmla="*/ 40983 w 54098"/>
                <a:gd name="connsiteY23" fmla="*/ 0 h 40983"/>
                <a:gd name="connsiteX24" fmla="*/ 37706 w 54098"/>
                <a:gd name="connsiteY24" fmla="*/ 1639 h 40983"/>
                <a:gd name="connsiteX25" fmla="*/ 32787 w 54098"/>
                <a:gd name="connsiteY25" fmla="*/ 3278 h 40983"/>
                <a:gd name="connsiteX26" fmla="*/ 29509 w 54098"/>
                <a:gd name="connsiteY26" fmla="*/ 3278 h 40983"/>
                <a:gd name="connsiteX27" fmla="*/ 26230 w 54098"/>
                <a:gd name="connsiteY27" fmla="*/ 3278 h 40983"/>
                <a:gd name="connsiteX28" fmla="*/ 24590 w 54098"/>
                <a:gd name="connsiteY28" fmla="*/ 3278 h 40983"/>
                <a:gd name="connsiteX29" fmla="*/ 21312 w 54098"/>
                <a:gd name="connsiteY29" fmla="*/ 4918 h 40983"/>
                <a:gd name="connsiteX30" fmla="*/ 18033 w 54098"/>
                <a:gd name="connsiteY30" fmla="*/ 6557 h 40983"/>
                <a:gd name="connsiteX31" fmla="*/ 13115 w 54098"/>
                <a:gd name="connsiteY31" fmla="*/ 8197 h 40983"/>
                <a:gd name="connsiteX32" fmla="*/ 9837 w 54098"/>
                <a:gd name="connsiteY32" fmla="*/ 11475 h 40983"/>
                <a:gd name="connsiteX33" fmla="*/ 9837 w 54098"/>
                <a:gd name="connsiteY33" fmla="*/ 16393 h 40983"/>
                <a:gd name="connsiteX34" fmla="*/ 6558 w 54098"/>
                <a:gd name="connsiteY34" fmla="*/ 19672 h 40983"/>
                <a:gd name="connsiteX35" fmla="*/ 1640 w 54098"/>
                <a:gd name="connsiteY35" fmla="*/ 22951 h 40983"/>
                <a:gd name="connsiteX36" fmla="*/ 0 w 54098"/>
                <a:gd name="connsiteY36" fmla="*/ 26229 h 40983"/>
                <a:gd name="connsiteX37" fmla="*/ 0 w 54098"/>
                <a:gd name="connsiteY37" fmla="*/ 31147 h 40983"/>
                <a:gd name="connsiteX38" fmla="*/ 1640 w 54098"/>
                <a:gd name="connsiteY38" fmla="*/ 34426 h 40983"/>
                <a:gd name="connsiteX39" fmla="*/ 4919 w 54098"/>
                <a:gd name="connsiteY39" fmla="*/ 36065 h 4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4098" h="40983">
                  <a:moveTo>
                    <a:pt x="8197" y="36065"/>
                  </a:moveTo>
                  <a:lnTo>
                    <a:pt x="11476" y="37705"/>
                  </a:lnTo>
                  <a:lnTo>
                    <a:pt x="16393" y="39344"/>
                  </a:lnTo>
                  <a:lnTo>
                    <a:pt x="19672" y="40983"/>
                  </a:lnTo>
                  <a:lnTo>
                    <a:pt x="22951" y="40983"/>
                  </a:lnTo>
                  <a:lnTo>
                    <a:pt x="26230" y="40983"/>
                  </a:lnTo>
                  <a:lnTo>
                    <a:pt x="31148" y="40983"/>
                  </a:lnTo>
                  <a:lnTo>
                    <a:pt x="34427" y="37705"/>
                  </a:lnTo>
                  <a:lnTo>
                    <a:pt x="37706" y="36065"/>
                  </a:lnTo>
                  <a:lnTo>
                    <a:pt x="40983" y="34426"/>
                  </a:lnTo>
                  <a:lnTo>
                    <a:pt x="45902" y="34426"/>
                  </a:lnTo>
                  <a:lnTo>
                    <a:pt x="47541" y="34426"/>
                  </a:lnTo>
                  <a:lnTo>
                    <a:pt x="50820" y="34426"/>
                  </a:lnTo>
                  <a:lnTo>
                    <a:pt x="54099" y="29508"/>
                  </a:lnTo>
                  <a:lnTo>
                    <a:pt x="50820" y="26229"/>
                  </a:lnTo>
                  <a:lnTo>
                    <a:pt x="54099" y="22951"/>
                  </a:lnTo>
                  <a:lnTo>
                    <a:pt x="52459" y="18033"/>
                  </a:lnTo>
                  <a:lnTo>
                    <a:pt x="54099" y="14754"/>
                  </a:lnTo>
                  <a:lnTo>
                    <a:pt x="50820" y="11475"/>
                  </a:lnTo>
                  <a:lnTo>
                    <a:pt x="47541" y="8197"/>
                  </a:lnTo>
                  <a:lnTo>
                    <a:pt x="47541" y="4918"/>
                  </a:lnTo>
                  <a:lnTo>
                    <a:pt x="42623" y="6557"/>
                  </a:lnTo>
                  <a:lnTo>
                    <a:pt x="44262" y="1639"/>
                  </a:lnTo>
                  <a:lnTo>
                    <a:pt x="40983" y="0"/>
                  </a:lnTo>
                  <a:lnTo>
                    <a:pt x="37706" y="1639"/>
                  </a:lnTo>
                  <a:lnTo>
                    <a:pt x="32787" y="3278"/>
                  </a:lnTo>
                  <a:lnTo>
                    <a:pt x="29509" y="3278"/>
                  </a:lnTo>
                  <a:lnTo>
                    <a:pt x="26230" y="3278"/>
                  </a:lnTo>
                  <a:lnTo>
                    <a:pt x="24590" y="3278"/>
                  </a:lnTo>
                  <a:lnTo>
                    <a:pt x="21312" y="4918"/>
                  </a:lnTo>
                  <a:lnTo>
                    <a:pt x="18033" y="6557"/>
                  </a:lnTo>
                  <a:lnTo>
                    <a:pt x="13115" y="8197"/>
                  </a:lnTo>
                  <a:lnTo>
                    <a:pt x="9837" y="11475"/>
                  </a:lnTo>
                  <a:lnTo>
                    <a:pt x="9837" y="16393"/>
                  </a:lnTo>
                  <a:lnTo>
                    <a:pt x="6558" y="19672"/>
                  </a:lnTo>
                  <a:lnTo>
                    <a:pt x="1640" y="22951"/>
                  </a:lnTo>
                  <a:lnTo>
                    <a:pt x="0" y="26229"/>
                  </a:lnTo>
                  <a:lnTo>
                    <a:pt x="0" y="31147"/>
                  </a:lnTo>
                  <a:lnTo>
                    <a:pt x="1640" y="34426"/>
                  </a:lnTo>
                  <a:lnTo>
                    <a:pt x="4919" y="3606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23" name="Freeform 3622">
              <a:extLst>
                <a:ext uri="{FF2B5EF4-FFF2-40B4-BE49-F238E27FC236}">
                  <a16:creationId xmlns:a16="http://schemas.microsoft.com/office/drawing/2014/main" id="{4D3FF368-82C4-144C-B5B1-1B86B5A08606}"/>
                </a:ext>
              </a:extLst>
            </p:cNvPr>
            <p:cNvSpPr/>
            <p:nvPr/>
          </p:nvSpPr>
          <p:spPr>
            <a:xfrm>
              <a:off x="12120562" y="4877188"/>
              <a:ext cx="3278" cy="3278"/>
            </a:xfrm>
            <a:custGeom>
              <a:avLst/>
              <a:gdLst>
                <a:gd name="connsiteX0" fmla="*/ 0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327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24" name="Freeform 3623">
              <a:extLst>
                <a:ext uri="{FF2B5EF4-FFF2-40B4-BE49-F238E27FC236}">
                  <a16:creationId xmlns:a16="http://schemas.microsoft.com/office/drawing/2014/main" id="{0F6845DB-E02E-7A42-86C7-9B3C34CAFD8D}"/>
                </a:ext>
              </a:extLst>
            </p:cNvPr>
            <p:cNvSpPr/>
            <p:nvPr/>
          </p:nvSpPr>
          <p:spPr>
            <a:xfrm>
              <a:off x="12122201" y="4939483"/>
              <a:ext cx="1639" cy="3278"/>
            </a:xfrm>
            <a:custGeom>
              <a:avLst/>
              <a:gdLst>
                <a:gd name="connsiteX0" fmla="*/ 0 w 1639"/>
                <a:gd name="connsiteY0" fmla="*/ 3279 h 3278"/>
                <a:gd name="connsiteX1" fmla="*/ 1640 w 1639"/>
                <a:gd name="connsiteY1" fmla="*/ 0 h 3278"/>
                <a:gd name="connsiteX2" fmla="*/ 0 w 1639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0" y="3279"/>
                  </a:moveTo>
                  <a:lnTo>
                    <a:pt x="164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25" name="Freeform 3624">
              <a:extLst>
                <a:ext uri="{FF2B5EF4-FFF2-40B4-BE49-F238E27FC236}">
                  <a16:creationId xmlns:a16="http://schemas.microsoft.com/office/drawing/2014/main" id="{11A29D80-E756-274E-A5E6-AD2D3E02FB3D}"/>
                </a:ext>
              </a:extLst>
            </p:cNvPr>
            <p:cNvSpPr/>
            <p:nvPr/>
          </p:nvSpPr>
          <p:spPr>
            <a:xfrm>
              <a:off x="12128759" y="4957516"/>
              <a:ext cx="19672" cy="9836"/>
            </a:xfrm>
            <a:custGeom>
              <a:avLst/>
              <a:gdLst>
                <a:gd name="connsiteX0" fmla="*/ 4918 w 19672"/>
                <a:gd name="connsiteY0" fmla="*/ 9836 h 9836"/>
                <a:gd name="connsiteX1" fmla="*/ 4918 w 19672"/>
                <a:gd name="connsiteY1" fmla="*/ 9836 h 9836"/>
                <a:gd name="connsiteX2" fmla="*/ 8197 w 19672"/>
                <a:gd name="connsiteY2" fmla="*/ 6557 h 9836"/>
                <a:gd name="connsiteX3" fmla="*/ 11476 w 19672"/>
                <a:gd name="connsiteY3" fmla="*/ 3279 h 9836"/>
                <a:gd name="connsiteX4" fmla="*/ 16393 w 19672"/>
                <a:gd name="connsiteY4" fmla="*/ 4918 h 9836"/>
                <a:gd name="connsiteX5" fmla="*/ 19672 w 19672"/>
                <a:gd name="connsiteY5" fmla="*/ 4918 h 9836"/>
                <a:gd name="connsiteX6" fmla="*/ 18032 w 19672"/>
                <a:gd name="connsiteY6" fmla="*/ 0 h 9836"/>
                <a:gd name="connsiteX7" fmla="*/ 14754 w 19672"/>
                <a:gd name="connsiteY7" fmla="*/ 0 h 9836"/>
                <a:gd name="connsiteX8" fmla="*/ 11476 w 19672"/>
                <a:gd name="connsiteY8" fmla="*/ 1639 h 9836"/>
                <a:gd name="connsiteX9" fmla="*/ 6558 w 19672"/>
                <a:gd name="connsiteY9" fmla="*/ 4918 h 9836"/>
                <a:gd name="connsiteX10" fmla="*/ 3279 w 19672"/>
                <a:gd name="connsiteY10" fmla="*/ 6557 h 9836"/>
                <a:gd name="connsiteX11" fmla="*/ 0 w 19672"/>
                <a:gd name="connsiteY11" fmla="*/ 9836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72" h="9836">
                  <a:moveTo>
                    <a:pt x="4918" y="9836"/>
                  </a:moveTo>
                  <a:lnTo>
                    <a:pt x="4918" y="9836"/>
                  </a:lnTo>
                  <a:lnTo>
                    <a:pt x="8197" y="6557"/>
                  </a:lnTo>
                  <a:lnTo>
                    <a:pt x="11476" y="3279"/>
                  </a:lnTo>
                  <a:lnTo>
                    <a:pt x="16393" y="4918"/>
                  </a:lnTo>
                  <a:lnTo>
                    <a:pt x="19672" y="4918"/>
                  </a:lnTo>
                  <a:lnTo>
                    <a:pt x="18032" y="0"/>
                  </a:lnTo>
                  <a:lnTo>
                    <a:pt x="14754" y="0"/>
                  </a:lnTo>
                  <a:lnTo>
                    <a:pt x="11476" y="1639"/>
                  </a:lnTo>
                  <a:lnTo>
                    <a:pt x="6558" y="4918"/>
                  </a:lnTo>
                  <a:lnTo>
                    <a:pt x="3279" y="6557"/>
                  </a:lnTo>
                  <a:lnTo>
                    <a:pt x="0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26" name="Freeform 3625">
              <a:extLst>
                <a:ext uri="{FF2B5EF4-FFF2-40B4-BE49-F238E27FC236}">
                  <a16:creationId xmlns:a16="http://schemas.microsoft.com/office/drawing/2014/main" id="{7EC886D8-19D9-E84F-9F51-C4E3B77C9C8A}"/>
                </a:ext>
              </a:extLst>
            </p:cNvPr>
            <p:cNvSpPr/>
            <p:nvPr/>
          </p:nvSpPr>
          <p:spPr>
            <a:xfrm>
              <a:off x="12132038" y="4859155"/>
              <a:ext cx="6556" cy="6557"/>
            </a:xfrm>
            <a:custGeom>
              <a:avLst/>
              <a:gdLst>
                <a:gd name="connsiteX0" fmla="*/ 0 w 6556"/>
                <a:gd name="connsiteY0" fmla="*/ 6557 h 6557"/>
                <a:gd name="connsiteX1" fmla="*/ 3279 w 6556"/>
                <a:gd name="connsiteY1" fmla="*/ 3279 h 6557"/>
                <a:gd name="connsiteX2" fmla="*/ 6557 w 6556"/>
                <a:gd name="connsiteY2" fmla="*/ 0 h 6557"/>
                <a:gd name="connsiteX3" fmla="*/ 3279 w 6556"/>
                <a:gd name="connsiteY3" fmla="*/ 3279 h 6557"/>
                <a:gd name="connsiteX4" fmla="*/ 0 w 6556"/>
                <a:gd name="connsiteY4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6" h="6557">
                  <a:moveTo>
                    <a:pt x="0" y="6557"/>
                  </a:moveTo>
                  <a:lnTo>
                    <a:pt x="3279" y="3279"/>
                  </a:lnTo>
                  <a:lnTo>
                    <a:pt x="6557" y="0"/>
                  </a:lnTo>
                  <a:lnTo>
                    <a:pt x="3279" y="3279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27" name="Freeform 3626">
              <a:extLst>
                <a:ext uri="{FF2B5EF4-FFF2-40B4-BE49-F238E27FC236}">
                  <a16:creationId xmlns:a16="http://schemas.microsoft.com/office/drawing/2014/main" id="{8DA8FD1A-9B86-C64D-B7DD-7D1E1ED644A5}"/>
                </a:ext>
              </a:extLst>
            </p:cNvPr>
            <p:cNvSpPr/>
            <p:nvPr/>
          </p:nvSpPr>
          <p:spPr>
            <a:xfrm>
              <a:off x="12173021" y="4901778"/>
              <a:ext cx="4917" cy="3278"/>
            </a:xfrm>
            <a:custGeom>
              <a:avLst/>
              <a:gdLst>
                <a:gd name="connsiteX0" fmla="*/ 0 w 4917"/>
                <a:gd name="connsiteY0" fmla="*/ 3279 h 3278"/>
                <a:gd name="connsiteX1" fmla="*/ 4918 w 4917"/>
                <a:gd name="connsiteY1" fmla="*/ 1639 h 3278"/>
                <a:gd name="connsiteX2" fmla="*/ 1639 w 4917"/>
                <a:gd name="connsiteY2" fmla="*/ 0 h 3278"/>
                <a:gd name="connsiteX3" fmla="*/ 0 w 491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3278">
                  <a:moveTo>
                    <a:pt x="0" y="3279"/>
                  </a:moveTo>
                  <a:lnTo>
                    <a:pt x="4918" y="1639"/>
                  </a:ln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28" name="Freeform 3627">
              <a:extLst>
                <a:ext uri="{FF2B5EF4-FFF2-40B4-BE49-F238E27FC236}">
                  <a16:creationId xmlns:a16="http://schemas.microsoft.com/office/drawing/2014/main" id="{ADDF8F9B-B794-E342-8849-6EC153B61235}"/>
                </a:ext>
              </a:extLst>
            </p:cNvPr>
            <p:cNvSpPr/>
            <p:nvPr/>
          </p:nvSpPr>
          <p:spPr>
            <a:xfrm>
              <a:off x="12173021" y="4834565"/>
              <a:ext cx="63933" cy="37705"/>
            </a:xfrm>
            <a:custGeom>
              <a:avLst/>
              <a:gdLst>
                <a:gd name="connsiteX0" fmla="*/ 63934 w 63933"/>
                <a:gd name="connsiteY0" fmla="*/ 1639 h 37705"/>
                <a:gd name="connsiteX1" fmla="*/ 62295 w 63933"/>
                <a:gd name="connsiteY1" fmla="*/ 0 h 37705"/>
                <a:gd name="connsiteX2" fmla="*/ 59016 w 63933"/>
                <a:gd name="connsiteY2" fmla="*/ 3279 h 37705"/>
                <a:gd name="connsiteX3" fmla="*/ 55737 w 63933"/>
                <a:gd name="connsiteY3" fmla="*/ 3279 h 37705"/>
                <a:gd name="connsiteX4" fmla="*/ 50819 w 63933"/>
                <a:gd name="connsiteY4" fmla="*/ 3279 h 37705"/>
                <a:gd name="connsiteX5" fmla="*/ 47540 w 63933"/>
                <a:gd name="connsiteY5" fmla="*/ 4918 h 37705"/>
                <a:gd name="connsiteX6" fmla="*/ 44262 w 63933"/>
                <a:gd name="connsiteY6" fmla="*/ 6557 h 37705"/>
                <a:gd name="connsiteX7" fmla="*/ 40983 w 63933"/>
                <a:gd name="connsiteY7" fmla="*/ 8197 h 37705"/>
                <a:gd name="connsiteX8" fmla="*/ 37705 w 63933"/>
                <a:gd name="connsiteY8" fmla="*/ 11476 h 37705"/>
                <a:gd name="connsiteX9" fmla="*/ 34426 w 63933"/>
                <a:gd name="connsiteY9" fmla="*/ 11476 h 37705"/>
                <a:gd name="connsiteX10" fmla="*/ 29508 w 63933"/>
                <a:gd name="connsiteY10" fmla="*/ 11476 h 37705"/>
                <a:gd name="connsiteX11" fmla="*/ 26229 w 63933"/>
                <a:gd name="connsiteY11" fmla="*/ 13115 h 37705"/>
                <a:gd name="connsiteX12" fmla="*/ 22950 w 63933"/>
                <a:gd name="connsiteY12" fmla="*/ 13115 h 37705"/>
                <a:gd name="connsiteX13" fmla="*/ 18032 w 63933"/>
                <a:gd name="connsiteY13" fmla="*/ 14754 h 37705"/>
                <a:gd name="connsiteX14" fmla="*/ 16393 w 63933"/>
                <a:gd name="connsiteY14" fmla="*/ 19672 h 37705"/>
                <a:gd name="connsiteX15" fmla="*/ 11476 w 63933"/>
                <a:gd name="connsiteY15" fmla="*/ 21312 h 37705"/>
                <a:gd name="connsiteX16" fmla="*/ 8197 w 63933"/>
                <a:gd name="connsiteY16" fmla="*/ 22951 h 37705"/>
                <a:gd name="connsiteX17" fmla="*/ 4918 w 63933"/>
                <a:gd name="connsiteY17" fmla="*/ 22951 h 37705"/>
                <a:gd name="connsiteX18" fmla="*/ 1639 w 63933"/>
                <a:gd name="connsiteY18" fmla="*/ 26229 h 37705"/>
                <a:gd name="connsiteX19" fmla="*/ 0 w 63933"/>
                <a:gd name="connsiteY19" fmla="*/ 29508 h 37705"/>
                <a:gd name="connsiteX20" fmla="*/ 4918 w 63933"/>
                <a:gd name="connsiteY20" fmla="*/ 29508 h 37705"/>
                <a:gd name="connsiteX21" fmla="*/ 4918 w 63933"/>
                <a:gd name="connsiteY21" fmla="*/ 34426 h 37705"/>
                <a:gd name="connsiteX22" fmla="*/ 4918 w 63933"/>
                <a:gd name="connsiteY22" fmla="*/ 37705 h 37705"/>
                <a:gd name="connsiteX23" fmla="*/ 8197 w 63933"/>
                <a:gd name="connsiteY23" fmla="*/ 36066 h 37705"/>
                <a:gd name="connsiteX24" fmla="*/ 13114 w 63933"/>
                <a:gd name="connsiteY24" fmla="*/ 32787 h 37705"/>
                <a:gd name="connsiteX25" fmla="*/ 16393 w 63933"/>
                <a:gd name="connsiteY25" fmla="*/ 34426 h 37705"/>
                <a:gd name="connsiteX26" fmla="*/ 19672 w 63933"/>
                <a:gd name="connsiteY26" fmla="*/ 31147 h 37705"/>
                <a:gd name="connsiteX27" fmla="*/ 22950 w 63933"/>
                <a:gd name="connsiteY27" fmla="*/ 29508 h 37705"/>
                <a:gd name="connsiteX28" fmla="*/ 27869 w 63933"/>
                <a:gd name="connsiteY28" fmla="*/ 24590 h 37705"/>
                <a:gd name="connsiteX29" fmla="*/ 31147 w 63933"/>
                <a:gd name="connsiteY29" fmla="*/ 24590 h 37705"/>
                <a:gd name="connsiteX30" fmla="*/ 31147 w 63933"/>
                <a:gd name="connsiteY30" fmla="*/ 29508 h 37705"/>
                <a:gd name="connsiteX31" fmla="*/ 36066 w 63933"/>
                <a:gd name="connsiteY31" fmla="*/ 29508 h 37705"/>
                <a:gd name="connsiteX32" fmla="*/ 39343 w 63933"/>
                <a:gd name="connsiteY32" fmla="*/ 29508 h 37705"/>
                <a:gd name="connsiteX33" fmla="*/ 42622 w 63933"/>
                <a:gd name="connsiteY33" fmla="*/ 27869 h 37705"/>
                <a:gd name="connsiteX34" fmla="*/ 47540 w 63933"/>
                <a:gd name="connsiteY34" fmla="*/ 26229 h 37705"/>
                <a:gd name="connsiteX35" fmla="*/ 50819 w 63933"/>
                <a:gd name="connsiteY35" fmla="*/ 26229 h 37705"/>
                <a:gd name="connsiteX36" fmla="*/ 54098 w 63933"/>
                <a:gd name="connsiteY36" fmla="*/ 26229 h 37705"/>
                <a:gd name="connsiteX37" fmla="*/ 54098 w 63933"/>
                <a:gd name="connsiteY37" fmla="*/ 21312 h 37705"/>
                <a:gd name="connsiteX38" fmla="*/ 57377 w 63933"/>
                <a:gd name="connsiteY38" fmla="*/ 18033 h 37705"/>
                <a:gd name="connsiteX39" fmla="*/ 57377 w 63933"/>
                <a:gd name="connsiteY39" fmla="*/ 14754 h 37705"/>
                <a:gd name="connsiteX40" fmla="*/ 54098 w 63933"/>
                <a:gd name="connsiteY40" fmla="*/ 16393 h 37705"/>
                <a:gd name="connsiteX41" fmla="*/ 50819 w 63933"/>
                <a:gd name="connsiteY41" fmla="*/ 19672 h 37705"/>
                <a:gd name="connsiteX42" fmla="*/ 47540 w 63933"/>
                <a:gd name="connsiteY42" fmla="*/ 22951 h 37705"/>
                <a:gd name="connsiteX43" fmla="*/ 42622 w 63933"/>
                <a:gd name="connsiteY43" fmla="*/ 26229 h 37705"/>
                <a:gd name="connsiteX44" fmla="*/ 39343 w 63933"/>
                <a:gd name="connsiteY44" fmla="*/ 24590 h 37705"/>
                <a:gd name="connsiteX45" fmla="*/ 42622 w 63933"/>
                <a:gd name="connsiteY45" fmla="*/ 21312 h 37705"/>
                <a:gd name="connsiteX46" fmla="*/ 45901 w 63933"/>
                <a:gd name="connsiteY46" fmla="*/ 18033 h 37705"/>
                <a:gd name="connsiteX47" fmla="*/ 49180 w 63933"/>
                <a:gd name="connsiteY47" fmla="*/ 14754 h 37705"/>
                <a:gd name="connsiteX48" fmla="*/ 52459 w 63933"/>
                <a:gd name="connsiteY48" fmla="*/ 11476 h 37705"/>
                <a:gd name="connsiteX49" fmla="*/ 55737 w 63933"/>
                <a:gd name="connsiteY49" fmla="*/ 8197 h 37705"/>
                <a:gd name="connsiteX50" fmla="*/ 59016 w 63933"/>
                <a:gd name="connsiteY50" fmla="*/ 3279 h 37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63933" h="37705">
                  <a:moveTo>
                    <a:pt x="63934" y="1639"/>
                  </a:moveTo>
                  <a:lnTo>
                    <a:pt x="62295" y="0"/>
                  </a:lnTo>
                  <a:lnTo>
                    <a:pt x="59016" y="3279"/>
                  </a:lnTo>
                  <a:lnTo>
                    <a:pt x="55737" y="3279"/>
                  </a:lnTo>
                  <a:lnTo>
                    <a:pt x="50819" y="3279"/>
                  </a:lnTo>
                  <a:lnTo>
                    <a:pt x="47540" y="4918"/>
                  </a:lnTo>
                  <a:lnTo>
                    <a:pt x="44262" y="6557"/>
                  </a:lnTo>
                  <a:lnTo>
                    <a:pt x="40983" y="8197"/>
                  </a:lnTo>
                  <a:lnTo>
                    <a:pt x="37705" y="11476"/>
                  </a:lnTo>
                  <a:lnTo>
                    <a:pt x="34426" y="11476"/>
                  </a:lnTo>
                  <a:lnTo>
                    <a:pt x="29508" y="11476"/>
                  </a:lnTo>
                  <a:lnTo>
                    <a:pt x="26229" y="13115"/>
                  </a:lnTo>
                  <a:lnTo>
                    <a:pt x="22950" y="13115"/>
                  </a:lnTo>
                  <a:lnTo>
                    <a:pt x="18032" y="14754"/>
                  </a:lnTo>
                  <a:lnTo>
                    <a:pt x="16393" y="19672"/>
                  </a:lnTo>
                  <a:lnTo>
                    <a:pt x="11476" y="21312"/>
                  </a:lnTo>
                  <a:lnTo>
                    <a:pt x="8197" y="22951"/>
                  </a:lnTo>
                  <a:lnTo>
                    <a:pt x="4918" y="22951"/>
                  </a:lnTo>
                  <a:lnTo>
                    <a:pt x="1639" y="26229"/>
                  </a:lnTo>
                  <a:lnTo>
                    <a:pt x="0" y="29508"/>
                  </a:lnTo>
                  <a:lnTo>
                    <a:pt x="4918" y="29508"/>
                  </a:lnTo>
                  <a:lnTo>
                    <a:pt x="4918" y="34426"/>
                  </a:lnTo>
                  <a:lnTo>
                    <a:pt x="4918" y="37705"/>
                  </a:lnTo>
                  <a:lnTo>
                    <a:pt x="8197" y="36066"/>
                  </a:lnTo>
                  <a:lnTo>
                    <a:pt x="13114" y="32787"/>
                  </a:lnTo>
                  <a:lnTo>
                    <a:pt x="16393" y="34426"/>
                  </a:lnTo>
                  <a:lnTo>
                    <a:pt x="19672" y="31147"/>
                  </a:lnTo>
                  <a:lnTo>
                    <a:pt x="22950" y="29508"/>
                  </a:lnTo>
                  <a:lnTo>
                    <a:pt x="27869" y="24590"/>
                  </a:lnTo>
                  <a:lnTo>
                    <a:pt x="31147" y="24590"/>
                  </a:lnTo>
                  <a:lnTo>
                    <a:pt x="31147" y="29508"/>
                  </a:lnTo>
                  <a:lnTo>
                    <a:pt x="36066" y="29508"/>
                  </a:lnTo>
                  <a:lnTo>
                    <a:pt x="39343" y="29508"/>
                  </a:lnTo>
                  <a:lnTo>
                    <a:pt x="42622" y="27869"/>
                  </a:lnTo>
                  <a:lnTo>
                    <a:pt x="47540" y="26229"/>
                  </a:lnTo>
                  <a:lnTo>
                    <a:pt x="50819" y="26229"/>
                  </a:lnTo>
                  <a:lnTo>
                    <a:pt x="54098" y="26229"/>
                  </a:lnTo>
                  <a:lnTo>
                    <a:pt x="54098" y="21312"/>
                  </a:lnTo>
                  <a:lnTo>
                    <a:pt x="57377" y="18033"/>
                  </a:lnTo>
                  <a:lnTo>
                    <a:pt x="57377" y="14754"/>
                  </a:lnTo>
                  <a:lnTo>
                    <a:pt x="54098" y="16393"/>
                  </a:lnTo>
                  <a:lnTo>
                    <a:pt x="50819" y="19672"/>
                  </a:lnTo>
                  <a:lnTo>
                    <a:pt x="47540" y="22951"/>
                  </a:lnTo>
                  <a:lnTo>
                    <a:pt x="42622" y="26229"/>
                  </a:lnTo>
                  <a:lnTo>
                    <a:pt x="39343" y="24590"/>
                  </a:lnTo>
                  <a:lnTo>
                    <a:pt x="42622" y="21312"/>
                  </a:lnTo>
                  <a:lnTo>
                    <a:pt x="45901" y="18033"/>
                  </a:lnTo>
                  <a:lnTo>
                    <a:pt x="49180" y="14754"/>
                  </a:lnTo>
                  <a:lnTo>
                    <a:pt x="52459" y="11476"/>
                  </a:lnTo>
                  <a:lnTo>
                    <a:pt x="55737" y="8197"/>
                  </a:lnTo>
                  <a:lnTo>
                    <a:pt x="59016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29" name="Freeform 3628">
              <a:extLst>
                <a:ext uri="{FF2B5EF4-FFF2-40B4-BE49-F238E27FC236}">
                  <a16:creationId xmlns:a16="http://schemas.microsoft.com/office/drawing/2014/main" id="{7163DD46-F70C-1A4E-8573-D4FA2FD6F44D}"/>
                </a:ext>
              </a:extLst>
            </p:cNvPr>
            <p:cNvSpPr/>
            <p:nvPr/>
          </p:nvSpPr>
          <p:spPr>
            <a:xfrm>
              <a:off x="12189414" y="4914893"/>
              <a:ext cx="3278" cy="6557"/>
            </a:xfrm>
            <a:custGeom>
              <a:avLst/>
              <a:gdLst>
                <a:gd name="connsiteX0" fmla="*/ 1639 w 3278"/>
                <a:gd name="connsiteY0" fmla="*/ 6558 h 6557"/>
                <a:gd name="connsiteX1" fmla="*/ 3279 w 3278"/>
                <a:gd name="connsiteY1" fmla="*/ 4918 h 6557"/>
                <a:gd name="connsiteX2" fmla="*/ 3279 w 3278"/>
                <a:gd name="connsiteY2" fmla="*/ 1639 h 6557"/>
                <a:gd name="connsiteX3" fmla="*/ 0 w 3278"/>
                <a:gd name="connsiteY3" fmla="*/ 0 h 6557"/>
                <a:gd name="connsiteX4" fmla="*/ 0 w 3278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6557">
                  <a:moveTo>
                    <a:pt x="1639" y="6558"/>
                  </a:moveTo>
                  <a:lnTo>
                    <a:pt x="3279" y="4918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30" name="Freeform 3629">
              <a:extLst>
                <a:ext uri="{FF2B5EF4-FFF2-40B4-BE49-F238E27FC236}">
                  <a16:creationId xmlns:a16="http://schemas.microsoft.com/office/drawing/2014/main" id="{B18647FB-29DA-1645-8D8A-BA085479CF89}"/>
                </a:ext>
              </a:extLst>
            </p:cNvPr>
            <p:cNvSpPr/>
            <p:nvPr/>
          </p:nvSpPr>
          <p:spPr>
            <a:xfrm>
              <a:off x="12207447" y="4941122"/>
              <a:ext cx="3278" cy="3278"/>
            </a:xfrm>
            <a:custGeom>
              <a:avLst/>
              <a:gdLst>
                <a:gd name="connsiteX0" fmla="*/ 0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0 h 3278"/>
                <a:gd name="connsiteX3" fmla="*/ 0 w 3278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3278">
                  <a:moveTo>
                    <a:pt x="0" y="3279"/>
                  </a:moveTo>
                  <a:lnTo>
                    <a:pt x="3279" y="0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31" name="Freeform 3630">
              <a:extLst>
                <a:ext uri="{FF2B5EF4-FFF2-40B4-BE49-F238E27FC236}">
                  <a16:creationId xmlns:a16="http://schemas.microsoft.com/office/drawing/2014/main" id="{A6557E40-D8D1-E44C-9FFC-4240B7C207E8}"/>
                </a:ext>
              </a:extLst>
            </p:cNvPr>
            <p:cNvSpPr/>
            <p:nvPr/>
          </p:nvSpPr>
          <p:spPr>
            <a:xfrm>
              <a:off x="12263184" y="4882106"/>
              <a:ext cx="3278" cy="4918"/>
            </a:xfrm>
            <a:custGeom>
              <a:avLst/>
              <a:gdLst>
                <a:gd name="connsiteX0" fmla="*/ 0 w 3278"/>
                <a:gd name="connsiteY0" fmla="*/ 4918 h 4918"/>
                <a:gd name="connsiteX1" fmla="*/ 3279 w 3278"/>
                <a:gd name="connsiteY1" fmla="*/ 0 h 4918"/>
                <a:gd name="connsiteX2" fmla="*/ 0 w 3278"/>
                <a:gd name="connsiteY2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0" y="4918"/>
                  </a:move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32" name="Freeform 3631">
              <a:extLst>
                <a:ext uri="{FF2B5EF4-FFF2-40B4-BE49-F238E27FC236}">
                  <a16:creationId xmlns:a16="http://schemas.microsoft.com/office/drawing/2014/main" id="{0F91FABE-5679-5348-A4EA-CF915E4CBAEF}"/>
                </a:ext>
              </a:extLst>
            </p:cNvPr>
            <p:cNvSpPr/>
            <p:nvPr/>
          </p:nvSpPr>
          <p:spPr>
            <a:xfrm>
              <a:off x="5951738" y="2128021"/>
              <a:ext cx="134425" cy="118032"/>
            </a:xfrm>
            <a:custGeom>
              <a:avLst/>
              <a:gdLst>
                <a:gd name="connsiteX0" fmla="*/ 0 w 134425"/>
                <a:gd name="connsiteY0" fmla="*/ 8197 h 118032"/>
                <a:gd name="connsiteX1" fmla="*/ 0 w 134425"/>
                <a:gd name="connsiteY1" fmla="*/ 8197 h 118032"/>
                <a:gd name="connsiteX2" fmla="*/ 0 w 134425"/>
                <a:gd name="connsiteY2" fmla="*/ 3279 h 118032"/>
                <a:gd name="connsiteX3" fmla="*/ 1639 w 134425"/>
                <a:gd name="connsiteY3" fmla="*/ 1639 h 118032"/>
                <a:gd name="connsiteX4" fmla="*/ 3278 w 134425"/>
                <a:gd name="connsiteY4" fmla="*/ 1639 h 118032"/>
                <a:gd name="connsiteX5" fmla="*/ 6557 w 134425"/>
                <a:gd name="connsiteY5" fmla="*/ 1639 h 118032"/>
                <a:gd name="connsiteX6" fmla="*/ 9836 w 134425"/>
                <a:gd name="connsiteY6" fmla="*/ 4918 h 118032"/>
                <a:gd name="connsiteX7" fmla="*/ 9836 w 134425"/>
                <a:gd name="connsiteY7" fmla="*/ 4918 h 118032"/>
                <a:gd name="connsiteX8" fmla="*/ 14754 w 134425"/>
                <a:gd name="connsiteY8" fmla="*/ 9836 h 118032"/>
                <a:gd name="connsiteX9" fmla="*/ 18032 w 134425"/>
                <a:gd name="connsiteY9" fmla="*/ 11475 h 118032"/>
                <a:gd name="connsiteX10" fmla="*/ 18032 w 134425"/>
                <a:gd name="connsiteY10" fmla="*/ 11475 h 118032"/>
                <a:gd name="connsiteX11" fmla="*/ 18032 w 134425"/>
                <a:gd name="connsiteY11" fmla="*/ 11475 h 118032"/>
                <a:gd name="connsiteX12" fmla="*/ 21311 w 134425"/>
                <a:gd name="connsiteY12" fmla="*/ 8197 h 118032"/>
                <a:gd name="connsiteX13" fmla="*/ 22951 w 134425"/>
                <a:gd name="connsiteY13" fmla="*/ 4918 h 118032"/>
                <a:gd name="connsiteX14" fmla="*/ 24590 w 134425"/>
                <a:gd name="connsiteY14" fmla="*/ 3279 h 118032"/>
                <a:gd name="connsiteX15" fmla="*/ 24590 w 134425"/>
                <a:gd name="connsiteY15" fmla="*/ 3279 h 118032"/>
                <a:gd name="connsiteX16" fmla="*/ 26229 w 134425"/>
                <a:gd name="connsiteY16" fmla="*/ 1639 h 118032"/>
                <a:gd name="connsiteX17" fmla="*/ 29508 w 134425"/>
                <a:gd name="connsiteY17" fmla="*/ 1639 h 118032"/>
                <a:gd name="connsiteX18" fmla="*/ 32787 w 134425"/>
                <a:gd name="connsiteY18" fmla="*/ 3279 h 118032"/>
                <a:gd name="connsiteX19" fmla="*/ 36065 w 134425"/>
                <a:gd name="connsiteY19" fmla="*/ 3279 h 118032"/>
                <a:gd name="connsiteX20" fmla="*/ 36065 w 134425"/>
                <a:gd name="connsiteY20" fmla="*/ 1639 h 118032"/>
                <a:gd name="connsiteX21" fmla="*/ 39344 w 134425"/>
                <a:gd name="connsiteY21" fmla="*/ 0 h 118032"/>
                <a:gd name="connsiteX22" fmla="*/ 42622 w 134425"/>
                <a:gd name="connsiteY22" fmla="*/ 1639 h 118032"/>
                <a:gd name="connsiteX23" fmla="*/ 42622 w 134425"/>
                <a:gd name="connsiteY23" fmla="*/ 1639 h 118032"/>
                <a:gd name="connsiteX24" fmla="*/ 45901 w 134425"/>
                <a:gd name="connsiteY24" fmla="*/ 3279 h 118032"/>
                <a:gd name="connsiteX25" fmla="*/ 50819 w 134425"/>
                <a:gd name="connsiteY25" fmla="*/ 4918 h 118032"/>
                <a:gd name="connsiteX26" fmla="*/ 50819 w 134425"/>
                <a:gd name="connsiteY26" fmla="*/ 4918 h 118032"/>
                <a:gd name="connsiteX27" fmla="*/ 54098 w 134425"/>
                <a:gd name="connsiteY27" fmla="*/ 4918 h 118032"/>
                <a:gd name="connsiteX28" fmla="*/ 59016 w 134425"/>
                <a:gd name="connsiteY28" fmla="*/ 6557 h 118032"/>
                <a:gd name="connsiteX29" fmla="*/ 60655 w 134425"/>
                <a:gd name="connsiteY29" fmla="*/ 6557 h 118032"/>
                <a:gd name="connsiteX30" fmla="*/ 63934 w 134425"/>
                <a:gd name="connsiteY30" fmla="*/ 6557 h 118032"/>
                <a:gd name="connsiteX31" fmla="*/ 65573 w 134425"/>
                <a:gd name="connsiteY31" fmla="*/ 4918 h 118032"/>
                <a:gd name="connsiteX32" fmla="*/ 68852 w 134425"/>
                <a:gd name="connsiteY32" fmla="*/ 8197 h 118032"/>
                <a:gd name="connsiteX33" fmla="*/ 70491 w 134425"/>
                <a:gd name="connsiteY33" fmla="*/ 8197 h 118032"/>
                <a:gd name="connsiteX34" fmla="*/ 73770 w 134425"/>
                <a:gd name="connsiteY34" fmla="*/ 8197 h 118032"/>
                <a:gd name="connsiteX35" fmla="*/ 75409 w 134425"/>
                <a:gd name="connsiteY35" fmla="*/ 6557 h 118032"/>
                <a:gd name="connsiteX36" fmla="*/ 75409 w 134425"/>
                <a:gd name="connsiteY36" fmla="*/ 6557 h 118032"/>
                <a:gd name="connsiteX37" fmla="*/ 77049 w 134425"/>
                <a:gd name="connsiteY37" fmla="*/ 4918 h 118032"/>
                <a:gd name="connsiteX38" fmla="*/ 80327 w 134425"/>
                <a:gd name="connsiteY38" fmla="*/ 8197 h 118032"/>
                <a:gd name="connsiteX39" fmla="*/ 83606 w 134425"/>
                <a:gd name="connsiteY39" fmla="*/ 8197 h 118032"/>
                <a:gd name="connsiteX40" fmla="*/ 88524 w 134425"/>
                <a:gd name="connsiteY40" fmla="*/ 6557 h 118032"/>
                <a:gd name="connsiteX41" fmla="*/ 91802 w 134425"/>
                <a:gd name="connsiteY41" fmla="*/ 8197 h 118032"/>
                <a:gd name="connsiteX42" fmla="*/ 93442 w 134425"/>
                <a:gd name="connsiteY42" fmla="*/ 8197 h 118032"/>
                <a:gd name="connsiteX43" fmla="*/ 93442 w 134425"/>
                <a:gd name="connsiteY43" fmla="*/ 8197 h 118032"/>
                <a:gd name="connsiteX44" fmla="*/ 93442 w 134425"/>
                <a:gd name="connsiteY44" fmla="*/ 8197 h 118032"/>
                <a:gd name="connsiteX45" fmla="*/ 95081 w 134425"/>
                <a:gd name="connsiteY45" fmla="*/ 8197 h 118032"/>
                <a:gd name="connsiteX46" fmla="*/ 98360 w 134425"/>
                <a:gd name="connsiteY46" fmla="*/ 8197 h 118032"/>
                <a:gd name="connsiteX47" fmla="*/ 101639 w 134425"/>
                <a:gd name="connsiteY47" fmla="*/ 9836 h 118032"/>
                <a:gd name="connsiteX48" fmla="*/ 101639 w 134425"/>
                <a:gd name="connsiteY48" fmla="*/ 11475 h 118032"/>
                <a:gd name="connsiteX49" fmla="*/ 103278 w 134425"/>
                <a:gd name="connsiteY49" fmla="*/ 11475 h 118032"/>
                <a:gd name="connsiteX50" fmla="*/ 103278 w 134425"/>
                <a:gd name="connsiteY50" fmla="*/ 11475 h 118032"/>
                <a:gd name="connsiteX51" fmla="*/ 103278 w 134425"/>
                <a:gd name="connsiteY51" fmla="*/ 14754 h 118032"/>
                <a:gd name="connsiteX52" fmla="*/ 106557 w 134425"/>
                <a:gd name="connsiteY52" fmla="*/ 18033 h 118032"/>
                <a:gd name="connsiteX53" fmla="*/ 111475 w 134425"/>
                <a:gd name="connsiteY53" fmla="*/ 18033 h 118032"/>
                <a:gd name="connsiteX54" fmla="*/ 113114 w 134425"/>
                <a:gd name="connsiteY54" fmla="*/ 18033 h 118032"/>
                <a:gd name="connsiteX55" fmla="*/ 116393 w 134425"/>
                <a:gd name="connsiteY55" fmla="*/ 14754 h 118032"/>
                <a:gd name="connsiteX56" fmla="*/ 118032 w 134425"/>
                <a:gd name="connsiteY56" fmla="*/ 14754 h 118032"/>
                <a:gd name="connsiteX57" fmla="*/ 122950 w 134425"/>
                <a:gd name="connsiteY57" fmla="*/ 14754 h 118032"/>
                <a:gd name="connsiteX58" fmla="*/ 124589 w 134425"/>
                <a:gd name="connsiteY58" fmla="*/ 16393 h 118032"/>
                <a:gd name="connsiteX59" fmla="*/ 124589 w 134425"/>
                <a:gd name="connsiteY59" fmla="*/ 19672 h 118032"/>
                <a:gd name="connsiteX60" fmla="*/ 122950 w 134425"/>
                <a:gd name="connsiteY60" fmla="*/ 22951 h 118032"/>
                <a:gd name="connsiteX61" fmla="*/ 122950 w 134425"/>
                <a:gd name="connsiteY61" fmla="*/ 24590 h 118032"/>
                <a:gd name="connsiteX62" fmla="*/ 121311 w 134425"/>
                <a:gd name="connsiteY62" fmla="*/ 27869 h 118032"/>
                <a:gd name="connsiteX63" fmla="*/ 119671 w 134425"/>
                <a:gd name="connsiteY63" fmla="*/ 29508 h 118032"/>
                <a:gd name="connsiteX64" fmla="*/ 118032 w 134425"/>
                <a:gd name="connsiteY64" fmla="*/ 31147 h 118032"/>
                <a:gd name="connsiteX65" fmla="*/ 116393 w 134425"/>
                <a:gd name="connsiteY65" fmla="*/ 34426 h 118032"/>
                <a:gd name="connsiteX66" fmla="*/ 116393 w 134425"/>
                <a:gd name="connsiteY66" fmla="*/ 37705 h 118032"/>
                <a:gd name="connsiteX67" fmla="*/ 116393 w 134425"/>
                <a:gd name="connsiteY67" fmla="*/ 39344 h 118032"/>
                <a:gd name="connsiteX68" fmla="*/ 118032 w 134425"/>
                <a:gd name="connsiteY68" fmla="*/ 42623 h 118032"/>
                <a:gd name="connsiteX69" fmla="*/ 121311 w 134425"/>
                <a:gd name="connsiteY69" fmla="*/ 42623 h 118032"/>
                <a:gd name="connsiteX70" fmla="*/ 124589 w 134425"/>
                <a:gd name="connsiteY70" fmla="*/ 44262 h 118032"/>
                <a:gd name="connsiteX71" fmla="*/ 126229 w 134425"/>
                <a:gd name="connsiteY71" fmla="*/ 47541 h 118032"/>
                <a:gd name="connsiteX72" fmla="*/ 131147 w 134425"/>
                <a:gd name="connsiteY72" fmla="*/ 50819 h 118032"/>
                <a:gd name="connsiteX73" fmla="*/ 131147 w 134425"/>
                <a:gd name="connsiteY73" fmla="*/ 50819 h 118032"/>
                <a:gd name="connsiteX74" fmla="*/ 134425 w 134425"/>
                <a:gd name="connsiteY74" fmla="*/ 52459 h 118032"/>
                <a:gd name="connsiteX75" fmla="*/ 134425 w 134425"/>
                <a:gd name="connsiteY75" fmla="*/ 54098 h 118032"/>
                <a:gd name="connsiteX76" fmla="*/ 131147 w 134425"/>
                <a:gd name="connsiteY76" fmla="*/ 57377 h 118032"/>
                <a:gd name="connsiteX77" fmla="*/ 127868 w 134425"/>
                <a:gd name="connsiteY77" fmla="*/ 57377 h 118032"/>
                <a:gd name="connsiteX78" fmla="*/ 122950 w 134425"/>
                <a:gd name="connsiteY78" fmla="*/ 55737 h 118032"/>
                <a:gd name="connsiteX79" fmla="*/ 122950 w 134425"/>
                <a:gd name="connsiteY79" fmla="*/ 57377 h 118032"/>
                <a:gd name="connsiteX80" fmla="*/ 126229 w 134425"/>
                <a:gd name="connsiteY80" fmla="*/ 60655 h 118032"/>
                <a:gd name="connsiteX81" fmla="*/ 127868 w 134425"/>
                <a:gd name="connsiteY81" fmla="*/ 62295 h 118032"/>
                <a:gd name="connsiteX82" fmla="*/ 129508 w 134425"/>
                <a:gd name="connsiteY82" fmla="*/ 65573 h 118032"/>
                <a:gd name="connsiteX83" fmla="*/ 131147 w 134425"/>
                <a:gd name="connsiteY83" fmla="*/ 65573 h 118032"/>
                <a:gd name="connsiteX84" fmla="*/ 131147 w 134425"/>
                <a:gd name="connsiteY84" fmla="*/ 67213 h 118032"/>
                <a:gd name="connsiteX85" fmla="*/ 131147 w 134425"/>
                <a:gd name="connsiteY85" fmla="*/ 68852 h 118032"/>
                <a:gd name="connsiteX86" fmla="*/ 131147 w 134425"/>
                <a:gd name="connsiteY86" fmla="*/ 70492 h 118032"/>
                <a:gd name="connsiteX87" fmla="*/ 131147 w 134425"/>
                <a:gd name="connsiteY87" fmla="*/ 72131 h 118032"/>
                <a:gd name="connsiteX88" fmla="*/ 129508 w 134425"/>
                <a:gd name="connsiteY88" fmla="*/ 73770 h 118032"/>
                <a:gd name="connsiteX89" fmla="*/ 126229 w 134425"/>
                <a:gd name="connsiteY89" fmla="*/ 73770 h 118032"/>
                <a:gd name="connsiteX90" fmla="*/ 122950 w 134425"/>
                <a:gd name="connsiteY90" fmla="*/ 73770 h 118032"/>
                <a:gd name="connsiteX91" fmla="*/ 121311 w 134425"/>
                <a:gd name="connsiteY91" fmla="*/ 75409 h 118032"/>
                <a:gd name="connsiteX92" fmla="*/ 119671 w 134425"/>
                <a:gd name="connsiteY92" fmla="*/ 75409 h 118032"/>
                <a:gd name="connsiteX93" fmla="*/ 116393 w 134425"/>
                <a:gd name="connsiteY93" fmla="*/ 77049 h 118032"/>
                <a:gd name="connsiteX94" fmla="*/ 111475 w 134425"/>
                <a:gd name="connsiteY94" fmla="*/ 75409 h 118032"/>
                <a:gd name="connsiteX95" fmla="*/ 111475 w 134425"/>
                <a:gd name="connsiteY95" fmla="*/ 78688 h 118032"/>
                <a:gd name="connsiteX96" fmla="*/ 114754 w 134425"/>
                <a:gd name="connsiteY96" fmla="*/ 83606 h 118032"/>
                <a:gd name="connsiteX97" fmla="*/ 114754 w 134425"/>
                <a:gd name="connsiteY97" fmla="*/ 86885 h 118032"/>
                <a:gd name="connsiteX98" fmla="*/ 114754 w 134425"/>
                <a:gd name="connsiteY98" fmla="*/ 86885 h 118032"/>
                <a:gd name="connsiteX99" fmla="*/ 113114 w 134425"/>
                <a:gd name="connsiteY99" fmla="*/ 83606 h 118032"/>
                <a:gd name="connsiteX100" fmla="*/ 109835 w 134425"/>
                <a:gd name="connsiteY100" fmla="*/ 83606 h 118032"/>
                <a:gd name="connsiteX101" fmla="*/ 109835 w 134425"/>
                <a:gd name="connsiteY101" fmla="*/ 83606 h 118032"/>
                <a:gd name="connsiteX102" fmla="*/ 108196 w 134425"/>
                <a:gd name="connsiteY102" fmla="*/ 85245 h 118032"/>
                <a:gd name="connsiteX103" fmla="*/ 106557 w 134425"/>
                <a:gd name="connsiteY103" fmla="*/ 85245 h 118032"/>
                <a:gd name="connsiteX104" fmla="*/ 103278 w 134425"/>
                <a:gd name="connsiteY104" fmla="*/ 88524 h 118032"/>
                <a:gd name="connsiteX105" fmla="*/ 103278 w 134425"/>
                <a:gd name="connsiteY105" fmla="*/ 90164 h 118032"/>
                <a:gd name="connsiteX106" fmla="*/ 101639 w 134425"/>
                <a:gd name="connsiteY106" fmla="*/ 93442 h 118032"/>
                <a:gd name="connsiteX107" fmla="*/ 101639 w 134425"/>
                <a:gd name="connsiteY107" fmla="*/ 93442 h 118032"/>
                <a:gd name="connsiteX108" fmla="*/ 103278 w 134425"/>
                <a:gd name="connsiteY108" fmla="*/ 98360 h 118032"/>
                <a:gd name="connsiteX109" fmla="*/ 96721 w 134425"/>
                <a:gd name="connsiteY109" fmla="*/ 98360 h 118032"/>
                <a:gd name="connsiteX110" fmla="*/ 96721 w 134425"/>
                <a:gd name="connsiteY110" fmla="*/ 101639 h 118032"/>
                <a:gd name="connsiteX111" fmla="*/ 96721 w 134425"/>
                <a:gd name="connsiteY111" fmla="*/ 104917 h 118032"/>
                <a:gd name="connsiteX112" fmla="*/ 96721 w 134425"/>
                <a:gd name="connsiteY112" fmla="*/ 106557 h 118032"/>
                <a:gd name="connsiteX113" fmla="*/ 98360 w 134425"/>
                <a:gd name="connsiteY113" fmla="*/ 109836 h 118032"/>
                <a:gd name="connsiteX114" fmla="*/ 99999 w 134425"/>
                <a:gd name="connsiteY114" fmla="*/ 111475 h 118032"/>
                <a:gd name="connsiteX115" fmla="*/ 99999 w 134425"/>
                <a:gd name="connsiteY115" fmla="*/ 113114 h 118032"/>
                <a:gd name="connsiteX116" fmla="*/ 98360 w 134425"/>
                <a:gd name="connsiteY116" fmla="*/ 116393 h 118032"/>
                <a:gd name="connsiteX117" fmla="*/ 98360 w 134425"/>
                <a:gd name="connsiteY117" fmla="*/ 118032 h 118032"/>
                <a:gd name="connsiteX118" fmla="*/ 96721 w 134425"/>
                <a:gd name="connsiteY118" fmla="*/ 118032 h 118032"/>
                <a:gd name="connsiteX119" fmla="*/ 93442 w 134425"/>
                <a:gd name="connsiteY119" fmla="*/ 114754 h 118032"/>
                <a:gd name="connsiteX120" fmla="*/ 90164 w 134425"/>
                <a:gd name="connsiteY120" fmla="*/ 114754 h 118032"/>
                <a:gd name="connsiteX121" fmla="*/ 88524 w 134425"/>
                <a:gd name="connsiteY121" fmla="*/ 113114 h 118032"/>
                <a:gd name="connsiteX122" fmla="*/ 86885 w 134425"/>
                <a:gd name="connsiteY122" fmla="*/ 111475 h 118032"/>
                <a:gd name="connsiteX123" fmla="*/ 81967 w 134425"/>
                <a:gd name="connsiteY123" fmla="*/ 109836 h 118032"/>
                <a:gd name="connsiteX124" fmla="*/ 78688 w 134425"/>
                <a:gd name="connsiteY124" fmla="*/ 108196 h 118032"/>
                <a:gd name="connsiteX125" fmla="*/ 75409 w 134425"/>
                <a:gd name="connsiteY125" fmla="*/ 104917 h 118032"/>
                <a:gd name="connsiteX126" fmla="*/ 75409 w 134425"/>
                <a:gd name="connsiteY126" fmla="*/ 103278 h 118032"/>
                <a:gd name="connsiteX127" fmla="*/ 70491 w 134425"/>
                <a:gd name="connsiteY127" fmla="*/ 101639 h 118032"/>
                <a:gd name="connsiteX128" fmla="*/ 68852 w 134425"/>
                <a:gd name="connsiteY128" fmla="*/ 103278 h 118032"/>
                <a:gd name="connsiteX129" fmla="*/ 68852 w 134425"/>
                <a:gd name="connsiteY129" fmla="*/ 103278 h 118032"/>
                <a:gd name="connsiteX130" fmla="*/ 65573 w 134425"/>
                <a:gd name="connsiteY130" fmla="*/ 101639 h 118032"/>
                <a:gd name="connsiteX131" fmla="*/ 65573 w 134425"/>
                <a:gd name="connsiteY131" fmla="*/ 101639 h 118032"/>
                <a:gd name="connsiteX132" fmla="*/ 68852 w 134425"/>
                <a:gd name="connsiteY132" fmla="*/ 99999 h 118032"/>
                <a:gd name="connsiteX133" fmla="*/ 68852 w 134425"/>
                <a:gd name="connsiteY133" fmla="*/ 96721 h 118032"/>
                <a:gd name="connsiteX134" fmla="*/ 67212 w 134425"/>
                <a:gd name="connsiteY134" fmla="*/ 96721 h 118032"/>
                <a:gd name="connsiteX135" fmla="*/ 67212 w 134425"/>
                <a:gd name="connsiteY135" fmla="*/ 96721 h 118032"/>
                <a:gd name="connsiteX136" fmla="*/ 65573 w 134425"/>
                <a:gd name="connsiteY136" fmla="*/ 95082 h 118032"/>
                <a:gd name="connsiteX137" fmla="*/ 62295 w 134425"/>
                <a:gd name="connsiteY137" fmla="*/ 91803 h 118032"/>
                <a:gd name="connsiteX138" fmla="*/ 60655 w 134425"/>
                <a:gd name="connsiteY138" fmla="*/ 91803 h 118032"/>
                <a:gd name="connsiteX139" fmla="*/ 55737 w 134425"/>
                <a:gd name="connsiteY139" fmla="*/ 86885 h 118032"/>
                <a:gd name="connsiteX140" fmla="*/ 55737 w 134425"/>
                <a:gd name="connsiteY140" fmla="*/ 86885 h 118032"/>
                <a:gd name="connsiteX141" fmla="*/ 54098 w 134425"/>
                <a:gd name="connsiteY141" fmla="*/ 85245 h 118032"/>
                <a:gd name="connsiteX142" fmla="*/ 54098 w 134425"/>
                <a:gd name="connsiteY142" fmla="*/ 80327 h 118032"/>
                <a:gd name="connsiteX143" fmla="*/ 54098 w 134425"/>
                <a:gd name="connsiteY143" fmla="*/ 80327 h 118032"/>
                <a:gd name="connsiteX144" fmla="*/ 54098 w 134425"/>
                <a:gd name="connsiteY144" fmla="*/ 80327 h 118032"/>
                <a:gd name="connsiteX145" fmla="*/ 50819 w 134425"/>
                <a:gd name="connsiteY145" fmla="*/ 77049 h 118032"/>
                <a:gd name="connsiteX146" fmla="*/ 47541 w 134425"/>
                <a:gd name="connsiteY146" fmla="*/ 75409 h 118032"/>
                <a:gd name="connsiteX147" fmla="*/ 44262 w 134425"/>
                <a:gd name="connsiteY147" fmla="*/ 72131 h 118032"/>
                <a:gd name="connsiteX148" fmla="*/ 40983 w 134425"/>
                <a:gd name="connsiteY148" fmla="*/ 70492 h 118032"/>
                <a:gd name="connsiteX149" fmla="*/ 37705 w 134425"/>
                <a:gd name="connsiteY149" fmla="*/ 67213 h 118032"/>
                <a:gd name="connsiteX150" fmla="*/ 36065 w 134425"/>
                <a:gd name="connsiteY150" fmla="*/ 65573 h 118032"/>
                <a:gd name="connsiteX151" fmla="*/ 32787 w 134425"/>
                <a:gd name="connsiteY151" fmla="*/ 60655 h 118032"/>
                <a:gd name="connsiteX152" fmla="*/ 29508 w 134425"/>
                <a:gd name="connsiteY152" fmla="*/ 57377 h 118032"/>
                <a:gd name="connsiteX153" fmla="*/ 29508 w 134425"/>
                <a:gd name="connsiteY153" fmla="*/ 57377 h 118032"/>
                <a:gd name="connsiteX154" fmla="*/ 26229 w 134425"/>
                <a:gd name="connsiteY154" fmla="*/ 54098 h 118032"/>
                <a:gd name="connsiteX155" fmla="*/ 21311 w 134425"/>
                <a:gd name="connsiteY155" fmla="*/ 52459 h 118032"/>
                <a:gd name="connsiteX156" fmla="*/ 19672 w 134425"/>
                <a:gd name="connsiteY156" fmla="*/ 47541 h 118032"/>
                <a:gd name="connsiteX157" fmla="*/ 18032 w 134425"/>
                <a:gd name="connsiteY157" fmla="*/ 45901 h 118032"/>
                <a:gd name="connsiteX158" fmla="*/ 16393 w 134425"/>
                <a:gd name="connsiteY158" fmla="*/ 45901 h 118032"/>
                <a:gd name="connsiteX159" fmla="*/ 16393 w 134425"/>
                <a:gd name="connsiteY159" fmla="*/ 44262 h 118032"/>
                <a:gd name="connsiteX160" fmla="*/ 16393 w 134425"/>
                <a:gd name="connsiteY160" fmla="*/ 44262 h 118032"/>
                <a:gd name="connsiteX161" fmla="*/ 16393 w 134425"/>
                <a:gd name="connsiteY161" fmla="*/ 40983 h 118032"/>
                <a:gd name="connsiteX162" fmla="*/ 16393 w 134425"/>
                <a:gd name="connsiteY162" fmla="*/ 39344 h 118032"/>
                <a:gd name="connsiteX163" fmla="*/ 14754 w 134425"/>
                <a:gd name="connsiteY163" fmla="*/ 37705 h 118032"/>
                <a:gd name="connsiteX164" fmla="*/ 13114 w 134425"/>
                <a:gd name="connsiteY164" fmla="*/ 36065 h 118032"/>
                <a:gd name="connsiteX165" fmla="*/ 13114 w 134425"/>
                <a:gd name="connsiteY165" fmla="*/ 34426 h 118032"/>
                <a:gd name="connsiteX166" fmla="*/ 11475 w 134425"/>
                <a:gd name="connsiteY166" fmla="*/ 32787 h 118032"/>
                <a:gd name="connsiteX167" fmla="*/ 8197 w 134425"/>
                <a:gd name="connsiteY167" fmla="*/ 27869 h 118032"/>
                <a:gd name="connsiteX168" fmla="*/ 6557 w 134425"/>
                <a:gd name="connsiteY168" fmla="*/ 26229 h 118032"/>
                <a:gd name="connsiteX169" fmla="*/ 6557 w 134425"/>
                <a:gd name="connsiteY169" fmla="*/ 24590 h 118032"/>
                <a:gd name="connsiteX170" fmla="*/ 4918 w 134425"/>
                <a:gd name="connsiteY170" fmla="*/ 24590 h 118032"/>
                <a:gd name="connsiteX171" fmla="*/ 3278 w 134425"/>
                <a:gd name="connsiteY171" fmla="*/ 24590 h 118032"/>
                <a:gd name="connsiteX172" fmla="*/ 0 w 134425"/>
                <a:gd name="connsiteY172" fmla="*/ 21311 h 118032"/>
                <a:gd name="connsiteX173" fmla="*/ 1639 w 134425"/>
                <a:gd name="connsiteY173" fmla="*/ 18033 h 118032"/>
                <a:gd name="connsiteX174" fmla="*/ 0 w 134425"/>
                <a:gd name="connsiteY174" fmla="*/ 14754 h 118032"/>
                <a:gd name="connsiteX175" fmla="*/ 0 w 134425"/>
                <a:gd name="connsiteY175" fmla="*/ 11475 h 118032"/>
                <a:gd name="connsiteX176" fmla="*/ 0 w 134425"/>
                <a:gd name="connsiteY176" fmla="*/ 8197 h 1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</a:cxnLst>
              <a:rect l="l" t="t" r="r" b="b"/>
              <a:pathLst>
                <a:path w="134425" h="118032">
                  <a:moveTo>
                    <a:pt x="0" y="8197"/>
                  </a:moveTo>
                  <a:lnTo>
                    <a:pt x="0" y="8197"/>
                  </a:lnTo>
                  <a:lnTo>
                    <a:pt x="0" y="3279"/>
                  </a:lnTo>
                  <a:lnTo>
                    <a:pt x="1639" y="1639"/>
                  </a:lnTo>
                  <a:lnTo>
                    <a:pt x="3278" y="1639"/>
                  </a:lnTo>
                  <a:lnTo>
                    <a:pt x="6557" y="1639"/>
                  </a:lnTo>
                  <a:lnTo>
                    <a:pt x="9836" y="4918"/>
                  </a:lnTo>
                  <a:lnTo>
                    <a:pt x="9836" y="4918"/>
                  </a:lnTo>
                  <a:lnTo>
                    <a:pt x="14754" y="9836"/>
                  </a:lnTo>
                  <a:lnTo>
                    <a:pt x="18032" y="11475"/>
                  </a:lnTo>
                  <a:lnTo>
                    <a:pt x="18032" y="11475"/>
                  </a:lnTo>
                  <a:lnTo>
                    <a:pt x="18032" y="11475"/>
                  </a:lnTo>
                  <a:lnTo>
                    <a:pt x="21311" y="8197"/>
                  </a:lnTo>
                  <a:lnTo>
                    <a:pt x="22951" y="4918"/>
                  </a:lnTo>
                  <a:lnTo>
                    <a:pt x="24590" y="3279"/>
                  </a:lnTo>
                  <a:lnTo>
                    <a:pt x="24590" y="3279"/>
                  </a:lnTo>
                  <a:lnTo>
                    <a:pt x="26229" y="1639"/>
                  </a:lnTo>
                  <a:lnTo>
                    <a:pt x="29508" y="1639"/>
                  </a:lnTo>
                  <a:lnTo>
                    <a:pt x="32787" y="3279"/>
                  </a:lnTo>
                  <a:lnTo>
                    <a:pt x="36065" y="3279"/>
                  </a:lnTo>
                  <a:lnTo>
                    <a:pt x="36065" y="1639"/>
                  </a:lnTo>
                  <a:lnTo>
                    <a:pt x="39344" y="0"/>
                  </a:lnTo>
                  <a:lnTo>
                    <a:pt x="42622" y="1639"/>
                  </a:lnTo>
                  <a:lnTo>
                    <a:pt x="42622" y="1639"/>
                  </a:lnTo>
                  <a:lnTo>
                    <a:pt x="45901" y="3279"/>
                  </a:lnTo>
                  <a:lnTo>
                    <a:pt x="50819" y="4918"/>
                  </a:lnTo>
                  <a:lnTo>
                    <a:pt x="50819" y="4918"/>
                  </a:lnTo>
                  <a:lnTo>
                    <a:pt x="54098" y="4918"/>
                  </a:lnTo>
                  <a:lnTo>
                    <a:pt x="59016" y="6557"/>
                  </a:lnTo>
                  <a:lnTo>
                    <a:pt x="60655" y="6557"/>
                  </a:lnTo>
                  <a:lnTo>
                    <a:pt x="63934" y="6557"/>
                  </a:lnTo>
                  <a:lnTo>
                    <a:pt x="65573" y="4918"/>
                  </a:lnTo>
                  <a:lnTo>
                    <a:pt x="68852" y="8197"/>
                  </a:lnTo>
                  <a:lnTo>
                    <a:pt x="70491" y="8197"/>
                  </a:lnTo>
                  <a:lnTo>
                    <a:pt x="73770" y="8197"/>
                  </a:lnTo>
                  <a:lnTo>
                    <a:pt x="75409" y="6557"/>
                  </a:lnTo>
                  <a:lnTo>
                    <a:pt x="75409" y="6557"/>
                  </a:lnTo>
                  <a:lnTo>
                    <a:pt x="77049" y="4918"/>
                  </a:lnTo>
                  <a:lnTo>
                    <a:pt x="80327" y="8197"/>
                  </a:lnTo>
                  <a:lnTo>
                    <a:pt x="83606" y="8197"/>
                  </a:lnTo>
                  <a:lnTo>
                    <a:pt x="88524" y="6557"/>
                  </a:lnTo>
                  <a:lnTo>
                    <a:pt x="91802" y="8197"/>
                  </a:lnTo>
                  <a:lnTo>
                    <a:pt x="93442" y="8197"/>
                  </a:lnTo>
                  <a:lnTo>
                    <a:pt x="93442" y="8197"/>
                  </a:lnTo>
                  <a:lnTo>
                    <a:pt x="93442" y="8197"/>
                  </a:lnTo>
                  <a:lnTo>
                    <a:pt x="95081" y="8197"/>
                  </a:lnTo>
                  <a:lnTo>
                    <a:pt x="98360" y="8197"/>
                  </a:lnTo>
                  <a:lnTo>
                    <a:pt x="101639" y="9836"/>
                  </a:lnTo>
                  <a:lnTo>
                    <a:pt x="101639" y="11475"/>
                  </a:lnTo>
                  <a:lnTo>
                    <a:pt x="103278" y="11475"/>
                  </a:lnTo>
                  <a:lnTo>
                    <a:pt x="103278" y="11475"/>
                  </a:lnTo>
                  <a:lnTo>
                    <a:pt x="103278" y="14754"/>
                  </a:lnTo>
                  <a:lnTo>
                    <a:pt x="106557" y="18033"/>
                  </a:lnTo>
                  <a:lnTo>
                    <a:pt x="111475" y="18033"/>
                  </a:lnTo>
                  <a:lnTo>
                    <a:pt x="113114" y="18033"/>
                  </a:lnTo>
                  <a:lnTo>
                    <a:pt x="116393" y="14754"/>
                  </a:lnTo>
                  <a:lnTo>
                    <a:pt x="118032" y="14754"/>
                  </a:lnTo>
                  <a:lnTo>
                    <a:pt x="122950" y="14754"/>
                  </a:lnTo>
                  <a:lnTo>
                    <a:pt x="124589" y="16393"/>
                  </a:lnTo>
                  <a:lnTo>
                    <a:pt x="124589" y="19672"/>
                  </a:lnTo>
                  <a:lnTo>
                    <a:pt x="122950" y="22951"/>
                  </a:lnTo>
                  <a:lnTo>
                    <a:pt x="122950" y="24590"/>
                  </a:lnTo>
                  <a:lnTo>
                    <a:pt x="121311" y="27869"/>
                  </a:lnTo>
                  <a:lnTo>
                    <a:pt x="119671" y="29508"/>
                  </a:lnTo>
                  <a:lnTo>
                    <a:pt x="118032" y="31147"/>
                  </a:lnTo>
                  <a:lnTo>
                    <a:pt x="116393" y="34426"/>
                  </a:lnTo>
                  <a:lnTo>
                    <a:pt x="116393" y="37705"/>
                  </a:lnTo>
                  <a:lnTo>
                    <a:pt x="116393" y="39344"/>
                  </a:lnTo>
                  <a:lnTo>
                    <a:pt x="118032" y="42623"/>
                  </a:lnTo>
                  <a:lnTo>
                    <a:pt x="121311" y="42623"/>
                  </a:lnTo>
                  <a:lnTo>
                    <a:pt x="124589" y="44262"/>
                  </a:lnTo>
                  <a:lnTo>
                    <a:pt x="126229" y="47541"/>
                  </a:lnTo>
                  <a:lnTo>
                    <a:pt x="131147" y="50819"/>
                  </a:lnTo>
                  <a:lnTo>
                    <a:pt x="131147" y="50819"/>
                  </a:lnTo>
                  <a:lnTo>
                    <a:pt x="134425" y="52459"/>
                  </a:lnTo>
                  <a:lnTo>
                    <a:pt x="134425" y="54098"/>
                  </a:lnTo>
                  <a:lnTo>
                    <a:pt x="131147" y="57377"/>
                  </a:lnTo>
                  <a:lnTo>
                    <a:pt x="127868" y="57377"/>
                  </a:lnTo>
                  <a:lnTo>
                    <a:pt x="122950" y="55737"/>
                  </a:lnTo>
                  <a:lnTo>
                    <a:pt x="122950" y="57377"/>
                  </a:lnTo>
                  <a:lnTo>
                    <a:pt x="126229" y="60655"/>
                  </a:lnTo>
                  <a:lnTo>
                    <a:pt x="127868" y="62295"/>
                  </a:lnTo>
                  <a:lnTo>
                    <a:pt x="129508" y="65573"/>
                  </a:lnTo>
                  <a:lnTo>
                    <a:pt x="131147" y="65573"/>
                  </a:lnTo>
                  <a:lnTo>
                    <a:pt x="131147" y="67213"/>
                  </a:lnTo>
                  <a:lnTo>
                    <a:pt x="131147" y="68852"/>
                  </a:lnTo>
                  <a:lnTo>
                    <a:pt x="131147" y="70492"/>
                  </a:lnTo>
                  <a:lnTo>
                    <a:pt x="131147" y="72131"/>
                  </a:lnTo>
                  <a:lnTo>
                    <a:pt x="129508" y="73770"/>
                  </a:lnTo>
                  <a:lnTo>
                    <a:pt x="126229" y="73770"/>
                  </a:lnTo>
                  <a:lnTo>
                    <a:pt x="122950" y="73770"/>
                  </a:lnTo>
                  <a:lnTo>
                    <a:pt x="121311" y="75409"/>
                  </a:lnTo>
                  <a:lnTo>
                    <a:pt x="119671" y="75409"/>
                  </a:lnTo>
                  <a:lnTo>
                    <a:pt x="116393" y="77049"/>
                  </a:lnTo>
                  <a:lnTo>
                    <a:pt x="111475" y="75409"/>
                  </a:lnTo>
                  <a:lnTo>
                    <a:pt x="111475" y="78688"/>
                  </a:lnTo>
                  <a:lnTo>
                    <a:pt x="114754" y="83606"/>
                  </a:lnTo>
                  <a:lnTo>
                    <a:pt x="114754" y="86885"/>
                  </a:lnTo>
                  <a:lnTo>
                    <a:pt x="114754" y="86885"/>
                  </a:lnTo>
                  <a:lnTo>
                    <a:pt x="113114" y="83606"/>
                  </a:lnTo>
                  <a:lnTo>
                    <a:pt x="109835" y="83606"/>
                  </a:lnTo>
                  <a:lnTo>
                    <a:pt x="109835" y="83606"/>
                  </a:lnTo>
                  <a:lnTo>
                    <a:pt x="108196" y="85245"/>
                  </a:lnTo>
                  <a:lnTo>
                    <a:pt x="106557" y="85245"/>
                  </a:lnTo>
                  <a:lnTo>
                    <a:pt x="103278" y="88524"/>
                  </a:lnTo>
                  <a:lnTo>
                    <a:pt x="103278" y="90164"/>
                  </a:lnTo>
                  <a:lnTo>
                    <a:pt x="101639" y="93442"/>
                  </a:lnTo>
                  <a:lnTo>
                    <a:pt x="101639" y="93442"/>
                  </a:lnTo>
                  <a:lnTo>
                    <a:pt x="103278" y="98360"/>
                  </a:lnTo>
                  <a:lnTo>
                    <a:pt x="96721" y="98360"/>
                  </a:lnTo>
                  <a:lnTo>
                    <a:pt x="96721" y="101639"/>
                  </a:lnTo>
                  <a:lnTo>
                    <a:pt x="96721" y="104917"/>
                  </a:lnTo>
                  <a:lnTo>
                    <a:pt x="96721" y="106557"/>
                  </a:lnTo>
                  <a:lnTo>
                    <a:pt x="98360" y="109836"/>
                  </a:lnTo>
                  <a:lnTo>
                    <a:pt x="99999" y="111475"/>
                  </a:lnTo>
                  <a:lnTo>
                    <a:pt x="99999" y="113114"/>
                  </a:lnTo>
                  <a:lnTo>
                    <a:pt x="98360" y="116393"/>
                  </a:lnTo>
                  <a:lnTo>
                    <a:pt x="98360" y="118032"/>
                  </a:lnTo>
                  <a:lnTo>
                    <a:pt x="96721" y="118032"/>
                  </a:lnTo>
                  <a:lnTo>
                    <a:pt x="93442" y="114754"/>
                  </a:lnTo>
                  <a:lnTo>
                    <a:pt x="90164" y="114754"/>
                  </a:lnTo>
                  <a:lnTo>
                    <a:pt x="88524" y="113114"/>
                  </a:lnTo>
                  <a:lnTo>
                    <a:pt x="86885" y="111475"/>
                  </a:lnTo>
                  <a:lnTo>
                    <a:pt x="81967" y="109836"/>
                  </a:lnTo>
                  <a:lnTo>
                    <a:pt x="78688" y="108196"/>
                  </a:lnTo>
                  <a:lnTo>
                    <a:pt x="75409" y="104917"/>
                  </a:lnTo>
                  <a:lnTo>
                    <a:pt x="75409" y="103278"/>
                  </a:lnTo>
                  <a:lnTo>
                    <a:pt x="70491" y="101639"/>
                  </a:lnTo>
                  <a:lnTo>
                    <a:pt x="68852" y="103278"/>
                  </a:lnTo>
                  <a:lnTo>
                    <a:pt x="68852" y="103278"/>
                  </a:lnTo>
                  <a:lnTo>
                    <a:pt x="65573" y="101639"/>
                  </a:lnTo>
                  <a:lnTo>
                    <a:pt x="65573" y="101639"/>
                  </a:lnTo>
                  <a:lnTo>
                    <a:pt x="68852" y="99999"/>
                  </a:lnTo>
                  <a:lnTo>
                    <a:pt x="68852" y="96721"/>
                  </a:lnTo>
                  <a:lnTo>
                    <a:pt x="67212" y="96721"/>
                  </a:lnTo>
                  <a:lnTo>
                    <a:pt x="67212" y="96721"/>
                  </a:lnTo>
                  <a:lnTo>
                    <a:pt x="65573" y="95082"/>
                  </a:lnTo>
                  <a:lnTo>
                    <a:pt x="62295" y="91803"/>
                  </a:lnTo>
                  <a:lnTo>
                    <a:pt x="60655" y="91803"/>
                  </a:lnTo>
                  <a:lnTo>
                    <a:pt x="55737" y="86885"/>
                  </a:lnTo>
                  <a:lnTo>
                    <a:pt x="55737" y="86885"/>
                  </a:lnTo>
                  <a:lnTo>
                    <a:pt x="54098" y="85245"/>
                  </a:lnTo>
                  <a:lnTo>
                    <a:pt x="54098" y="80327"/>
                  </a:lnTo>
                  <a:lnTo>
                    <a:pt x="54098" y="80327"/>
                  </a:lnTo>
                  <a:lnTo>
                    <a:pt x="54098" y="80327"/>
                  </a:lnTo>
                  <a:lnTo>
                    <a:pt x="50819" y="77049"/>
                  </a:lnTo>
                  <a:lnTo>
                    <a:pt x="47541" y="75409"/>
                  </a:lnTo>
                  <a:lnTo>
                    <a:pt x="44262" y="72131"/>
                  </a:lnTo>
                  <a:lnTo>
                    <a:pt x="40983" y="70492"/>
                  </a:lnTo>
                  <a:lnTo>
                    <a:pt x="37705" y="67213"/>
                  </a:lnTo>
                  <a:lnTo>
                    <a:pt x="36065" y="65573"/>
                  </a:lnTo>
                  <a:lnTo>
                    <a:pt x="32787" y="60655"/>
                  </a:lnTo>
                  <a:lnTo>
                    <a:pt x="29508" y="57377"/>
                  </a:lnTo>
                  <a:lnTo>
                    <a:pt x="29508" y="57377"/>
                  </a:lnTo>
                  <a:lnTo>
                    <a:pt x="26229" y="54098"/>
                  </a:lnTo>
                  <a:lnTo>
                    <a:pt x="21311" y="52459"/>
                  </a:lnTo>
                  <a:lnTo>
                    <a:pt x="19672" y="47541"/>
                  </a:lnTo>
                  <a:lnTo>
                    <a:pt x="18032" y="45901"/>
                  </a:lnTo>
                  <a:lnTo>
                    <a:pt x="16393" y="45901"/>
                  </a:lnTo>
                  <a:lnTo>
                    <a:pt x="16393" y="44262"/>
                  </a:lnTo>
                  <a:lnTo>
                    <a:pt x="16393" y="44262"/>
                  </a:lnTo>
                  <a:lnTo>
                    <a:pt x="16393" y="40983"/>
                  </a:lnTo>
                  <a:lnTo>
                    <a:pt x="16393" y="39344"/>
                  </a:lnTo>
                  <a:lnTo>
                    <a:pt x="14754" y="37705"/>
                  </a:lnTo>
                  <a:lnTo>
                    <a:pt x="13114" y="36065"/>
                  </a:lnTo>
                  <a:lnTo>
                    <a:pt x="13114" y="34426"/>
                  </a:lnTo>
                  <a:lnTo>
                    <a:pt x="11475" y="32787"/>
                  </a:lnTo>
                  <a:lnTo>
                    <a:pt x="8197" y="27869"/>
                  </a:lnTo>
                  <a:lnTo>
                    <a:pt x="6557" y="26229"/>
                  </a:lnTo>
                  <a:lnTo>
                    <a:pt x="6557" y="24590"/>
                  </a:lnTo>
                  <a:lnTo>
                    <a:pt x="4918" y="24590"/>
                  </a:lnTo>
                  <a:lnTo>
                    <a:pt x="3278" y="24590"/>
                  </a:lnTo>
                  <a:lnTo>
                    <a:pt x="0" y="21311"/>
                  </a:lnTo>
                  <a:lnTo>
                    <a:pt x="1639" y="18033"/>
                  </a:lnTo>
                  <a:lnTo>
                    <a:pt x="0" y="14754"/>
                  </a:lnTo>
                  <a:lnTo>
                    <a:pt x="0" y="11475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33" name="Freeform 3632">
              <a:extLst>
                <a:ext uri="{FF2B5EF4-FFF2-40B4-BE49-F238E27FC236}">
                  <a16:creationId xmlns:a16="http://schemas.microsoft.com/office/drawing/2014/main" id="{0C1A3BC8-A71D-BB4C-AE24-776BB86ECF6C}"/>
                </a:ext>
              </a:extLst>
            </p:cNvPr>
            <p:cNvSpPr/>
            <p:nvPr/>
          </p:nvSpPr>
          <p:spPr>
            <a:xfrm>
              <a:off x="3599290" y="1777202"/>
              <a:ext cx="6557" cy="3278"/>
            </a:xfrm>
            <a:custGeom>
              <a:avLst/>
              <a:gdLst>
                <a:gd name="connsiteX0" fmla="*/ 3279 w 6557"/>
                <a:gd name="connsiteY0" fmla="*/ 0 h 3278"/>
                <a:gd name="connsiteX1" fmla="*/ 0 w 6557"/>
                <a:gd name="connsiteY1" fmla="*/ 1639 h 3278"/>
                <a:gd name="connsiteX2" fmla="*/ 3279 w 6557"/>
                <a:gd name="connsiteY2" fmla="*/ 3279 h 3278"/>
                <a:gd name="connsiteX3" fmla="*/ 6557 w 6557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3279" y="0"/>
                  </a:moveTo>
                  <a:lnTo>
                    <a:pt x="0" y="1639"/>
                  </a:lnTo>
                  <a:lnTo>
                    <a:pt x="3279" y="3279"/>
                  </a:lnTo>
                  <a:lnTo>
                    <a:pt x="65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34" name="Freeform 3633">
              <a:extLst>
                <a:ext uri="{FF2B5EF4-FFF2-40B4-BE49-F238E27FC236}">
                  <a16:creationId xmlns:a16="http://schemas.microsoft.com/office/drawing/2014/main" id="{43A35EDB-DEEF-9943-A0F8-B566D21F2F2E}"/>
                </a:ext>
              </a:extLst>
            </p:cNvPr>
            <p:cNvSpPr/>
            <p:nvPr/>
          </p:nvSpPr>
          <p:spPr>
            <a:xfrm>
              <a:off x="3214045" y="2013267"/>
              <a:ext cx="8196" cy="6557"/>
            </a:xfrm>
            <a:custGeom>
              <a:avLst/>
              <a:gdLst>
                <a:gd name="connsiteX0" fmla="*/ 8197 w 8196"/>
                <a:gd name="connsiteY0" fmla="*/ 0 h 6557"/>
                <a:gd name="connsiteX1" fmla="*/ 6557 w 8196"/>
                <a:gd name="connsiteY1" fmla="*/ 4918 h 6557"/>
                <a:gd name="connsiteX2" fmla="*/ 1639 w 8196"/>
                <a:gd name="connsiteY2" fmla="*/ 6557 h 6557"/>
                <a:gd name="connsiteX3" fmla="*/ 0 w 8196"/>
                <a:gd name="connsiteY3" fmla="*/ 3279 h 6557"/>
                <a:gd name="connsiteX4" fmla="*/ 3279 w 8196"/>
                <a:gd name="connsiteY4" fmla="*/ 1639 h 6557"/>
                <a:gd name="connsiteX5" fmla="*/ 8197 w 8196"/>
                <a:gd name="connsiteY5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6557">
                  <a:moveTo>
                    <a:pt x="8197" y="0"/>
                  </a:moveTo>
                  <a:lnTo>
                    <a:pt x="6557" y="4918"/>
                  </a:lnTo>
                  <a:lnTo>
                    <a:pt x="1639" y="6557"/>
                  </a:lnTo>
                  <a:lnTo>
                    <a:pt x="0" y="3279"/>
                  </a:lnTo>
                  <a:lnTo>
                    <a:pt x="3279" y="1639"/>
                  </a:lnTo>
                  <a:lnTo>
                    <a:pt x="819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35" name="Freeform 3634">
              <a:extLst>
                <a:ext uri="{FF2B5EF4-FFF2-40B4-BE49-F238E27FC236}">
                  <a16:creationId xmlns:a16="http://schemas.microsoft.com/office/drawing/2014/main" id="{E6160A7C-83AD-9E40-983E-104CD7E665FA}"/>
                </a:ext>
              </a:extLst>
            </p:cNvPr>
            <p:cNvSpPr/>
            <p:nvPr/>
          </p:nvSpPr>
          <p:spPr>
            <a:xfrm>
              <a:off x="3204210" y="2050972"/>
              <a:ext cx="80327" cy="47540"/>
            </a:xfrm>
            <a:custGeom>
              <a:avLst/>
              <a:gdLst>
                <a:gd name="connsiteX0" fmla="*/ 18033 w 80327"/>
                <a:gd name="connsiteY0" fmla="*/ 34426 h 47540"/>
                <a:gd name="connsiteX1" fmla="*/ 18033 w 80327"/>
                <a:gd name="connsiteY1" fmla="*/ 31147 h 47540"/>
                <a:gd name="connsiteX2" fmla="*/ 19672 w 80327"/>
                <a:gd name="connsiteY2" fmla="*/ 27869 h 47540"/>
                <a:gd name="connsiteX3" fmla="*/ 14754 w 80327"/>
                <a:gd name="connsiteY3" fmla="*/ 27869 h 47540"/>
                <a:gd name="connsiteX4" fmla="*/ 11475 w 80327"/>
                <a:gd name="connsiteY4" fmla="*/ 27869 h 47540"/>
                <a:gd name="connsiteX5" fmla="*/ 8197 w 80327"/>
                <a:gd name="connsiteY5" fmla="*/ 26229 h 47540"/>
                <a:gd name="connsiteX6" fmla="*/ 9836 w 80327"/>
                <a:gd name="connsiteY6" fmla="*/ 21311 h 47540"/>
                <a:gd name="connsiteX7" fmla="*/ 11475 w 80327"/>
                <a:gd name="connsiteY7" fmla="*/ 18033 h 47540"/>
                <a:gd name="connsiteX8" fmla="*/ 8197 w 80327"/>
                <a:gd name="connsiteY8" fmla="*/ 19672 h 47540"/>
                <a:gd name="connsiteX9" fmla="*/ 4918 w 80327"/>
                <a:gd name="connsiteY9" fmla="*/ 18033 h 47540"/>
                <a:gd name="connsiteX10" fmla="*/ 0 w 80327"/>
                <a:gd name="connsiteY10" fmla="*/ 16393 h 47540"/>
                <a:gd name="connsiteX11" fmla="*/ 3279 w 80327"/>
                <a:gd name="connsiteY11" fmla="*/ 13114 h 47540"/>
                <a:gd name="connsiteX12" fmla="*/ 6557 w 80327"/>
                <a:gd name="connsiteY12" fmla="*/ 9836 h 47540"/>
                <a:gd name="connsiteX13" fmla="*/ 9836 w 80327"/>
                <a:gd name="connsiteY13" fmla="*/ 6557 h 47540"/>
                <a:gd name="connsiteX14" fmla="*/ 13114 w 80327"/>
                <a:gd name="connsiteY14" fmla="*/ 3279 h 47540"/>
                <a:gd name="connsiteX15" fmla="*/ 18033 w 80327"/>
                <a:gd name="connsiteY15" fmla="*/ 1639 h 47540"/>
                <a:gd name="connsiteX16" fmla="*/ 21311 w 80327"/>
                <a:gd name="connsiteY16" fmla="*/ 0 h 47540"/>
                <a:gd name="connsiteX17" fmla="*/ 19672 w 80327"/>
                <a:gd name="connsiteY17" fmla="*/ 3279 h 47540"/>
                <a:gd name="connsiteX18" fmla="*/ 18033 w 80327"/>
                <a:gd name="connsiteY18" fmla="*/ 8197 h 47540"/>
                <a:gd name="connsiteX19" fmla="*/ 14754 w 80327"/>
                <a:gd name="connsiteY19" fmla="*/ 9836 h 47540"/>
                <a:gd name="connsiteX20" fmla="*/ 16393 w 80327"/>
                <a:gd name="connsiteY20" fmla="*/ 14754 h 47540"/>
                <a:gd name="connsiteX21" fmla="*/ 18033 w 80327"/>
                <a:gd name="connsiteY21" fmla="*/ 18033 h 47540"/>
                <a:gd name="connsiteX22" fmla="*/ 18033 w 80327"/>
                <a:gd name="connsiteY22" fmla="*/ 21311 h 47540"/>
                <a:gd name="connsiteX23" fmla="*/ 13114 w 80327"/>
                <a:gd name="connsiteY23" fmla="*/ 24590 h 47540"/>
                <a:gd name="connsiteX24" fmla="*/ 18033 w 80327"/>
                <a:gd name="connsiteY24" fmla="*/ 26229 h 47540"/>
                <a:gd name="connsiteX25" fmla="*/ 21311 w 80327"/>
                <a:gd name="connsiteY25" fmla="*/ 24590 h 47540"/>
                <a:gd name="connsiteX26" fmla="*/ 22951 w 80327"/>
                <a:gd name="connsiteY26" fmla="*/ 21311 h 47540"/>
                <a:gd name="connsiteX27" fmla="*/ 27869 w 80327"/>
                <a:gd name="connsiteY27" fmla="*/ 21311 h 47540"/>
                <a:gd name="connsiteX28" fmla="*/ 29508 w 80327"/>
                <a:gd name="connsiteY28" fmla="*/ 24590 h 47540"/>
                <a:gd name="connsiteX29" fmla="*/ 34426 w 80327"/>
                <a:gd name="connsiteY29" fmla="*/ 24590 h 47540"/>
                <a:gd name="connsiteX30" fmla="*/ 37705 w 80327"/>
                <a:gd name="connsiteY30" fmla="*/ 26229 h 47540"/>
                <a:gd name="connsiteX31" fmla="*/ 40983 w 80327"/>
                <a:gd name="connsiteY31" fmla="*/ 27869 h 47540"/>
                <a:gd name="connsiteX32" fmla="*/ 44262 w 80327"/>
                <a:gd name="connsiteY32" fmla="*/ 27869 h 47540"/>
                <a:gd name="connsiteX33" fmla="*/ 49180 w 80327"/>
                <a:gd name="connsiteY33" fmla="*/ 26229 h 47540"/>
                <a:gd name="connsiteX34" fmla="*/ 52459 w 80327"/>
                <a:gd name="connsiteY34" fmla="*/ 26229 h 47540"/>
                <a:gd name="connsiteX35" fmla="*/ 55737 w 80327"/>
                <a:gd name="connsiteY35" fmla="*/ 26229 h 47540"/>
                <a:gd name="connsiteX36" fmla="*/ 60655 w 80327"/>
                <a:gd name="connsiteY36" fmla="*/ 24590 h 47540"/>
                <a:gd name="connsiteX37" fmla="*/ 63934 w 80327"/>
                <a:gd name="connsiteY37" fmla="*/ 24590 h 47540"/>
                <a:gd name="connsiteX38" fmla="*/ 67213 w 80327"/>
                <a:gd name="connsiteY38" fmla="*/ 24590 h 47540"/>
                <a:gd name="connsiteX39" fmla="*/ 70491 w 80327"/>
                <a:gd name="connsiteY39" fmla="*/ 24590 h 47540"/>
                <a:gd name="connsiteX40" fmla="*/ 73770 w 80327"/>
                <a:gd name="connsiteY40" fmla="*/ 24590 h 47540"/>
                <a:gd name="connsiteX41" fmla="*/ 77049 w 80327"/>
                <a:gd name="connsiteY41" fmla="*/ 24590 h 47540"/>
                <a:gd name="connsiteX42" fmla="*/ 80327 w 80327"/>
                <a:gd name="connsiteY42" fmla="*/ 26229 h 47540"/>
                <a:gd name="connsiteX43" fmla="*/ 77049 w 80327"/>
                <a:gd name="connsiteY43" fmla="*/ 27869 h 47540"/>
                <a:gd name="connsiteX44" fmla="*/ 73770 w 80327"/>
                <a:gd name="connsiteY44" fmla="*/ 29508 h 47540"/>
                <a:gd name="connsiteX45" fmla="*/ 70491 w 80327"/>
                <a:gd name="connsiteY45" fmla="*/ 29508 h 47540"/>
                <a:gd name="connsiteX46" fmla="*/ 65573 w 80327"/>
                <a:gd name="connsiteY46" fmla="*/ 29508 h 47540"/>
                <a:gd name="connsiteX47" fmla="*/ 62295 w 80327"/>
                <a:gd name="connsiteY47" fmla="*/ 34426 h 47540"/>
                <a:gd name="connsiteX48" fmla="*/ 59016 w 80327"/>
                <a:gd name="connsiteY48" fmla="*/ 36065 h 47540"/>
                <a:gd name="connsiteX49" fmla="*/ 54098 w 80327"/>
                <a:gd name="connsiteY49" fmla="*/ 37705 h 47540"/>
                <a:gd name="connsiteX50" fmla="*/ 59016 w 80327"/>
                <a:gd name="connsiteY50" fmla="*/ 39344 h 47540"/>
                <a:gd name="connsiteX51" fmla="*/ 57377 w 80327"/>
                <a:gd name="connsiteY51" fmla="*/ 42623 h 47540"/>
                <a:gd name="connsiteX52" fmla="*/ 54098 w 80327"/>
                <a:gd name="connsiteY52" fmla="*/ 45901 h 47540"/>
                <a:gd name="connsiteX53" fmla="*/ 50819 w 80327"/>
                <a:gd name="connsiteY53" fmla="*/ 47541 h 47540"/>
                <a:gd name="connsiteX54" fmla="*/ 47541 w 80327"/>
                <a:gd name="connsiteY54" fmla="*/ 47541 h 47540"/>
                <a:gd name="connsiteX55" fmla="*/ 42623 w 80327"/>
                <a:gd name="connsiteY55" fmla="*/ 45901 h 47540"/>
                <a:gd name="connsiteX56" fmla="*/ 42623 w 80327"/>
                <a:gd name="connsiteY56" fmla="*/ 42623 h 47540"/>
                <a:gd name="connsiteX57" fmla="*/ 39344 w 80327"/>
                <a:gd name="connsiteY57" fmla="*/ 42623 h 47540"/>
                <a:gd name="connsiteX58" fmla="*/ 42623 w 80327"/>
                <a:gd name="connsiteY58" fmla="*/ 40983 h 47540"/>
                <a:gd name="connsiteX59" fmla="*/ 42623 w 80327"/>
                <a:gd name="connsiteY59" fmla="*/ 37705 h 47540"/>
                <a:gd name="connsiteX60" fmla="*/ 39344 w 80327"/>
                <a:gd name="connsiteY60" fmla="*/ 34426 h 47540"/>
                <a:gd name="connsiteX61" fmla="*/ 40983 w 80327"/>
                <a:gd name="connsiteY61" fmla="*/ 32787 h 47540"/>
                <a:gd name="connsiteX62" fmla="*/ 37705 w 80327"/>
                <a:gd name="connsiteY62" fmla="*/ 34426 h 47540"/>
                <a:gd name="connsiteX63" fmla="*/ 36065 w 80327"/>
                <a:gd name="connsiteY63" fmla="*/ 34426 h 47540"/>
                <a:gd name="connsiteX64" fmla="*/ 32787 w 80327"/>
                <a:gd name="connsiteY64" fmla="*/ 39344 h 47540"/>
                <a:gd name="connsiteX65" fmla="*/ 29508 w 80327"/>
                <a:gd name="connsiteY65" fmla="*/ 39344 h 47540"/>
                <a:gd name="connsiteX66" fmla="*/ 26229 w 80327"/>
                <a:gd name="connsiteY66" fmla="*/ 37705 h 47540"/>
                <a:gd name="connsiteX67" fmla="*/ 22951 w 80327"/>
                <a:gd name="connsiteY67" fmla="*/ 36065 h 4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80327" h="47540">
                  <a:moveTo>
                    <a:pt x="18033" y="34426"/>
                  </a:moveTo>
                  <a:lnTo>
                    <a:pt x="18033" y="31147"/>
                  </a:lnTo>
                  <a:lnTo>
                    <a:pt x="19672" y="27869"/>
                  </a:lnTo>
                  <a:lnTo>
                    <a:pt x="14754" y="27869"/>
                  </a:lnTo>
                  <a:lnTo>
                    <a:pt x="11475" y="27869"/>
                  </a:lnTo>
                  <a:lnTo>
                    <a:pt x="8197" y="26229"/>
                  </a:lnTo>
                  <a:lnTo>
                    <a:pt x="9836" y="21311"/>
                  </a:lnTo>
                  <a:lnTo>
                    <a:pt x="11475" y="18033"/>
                  </a:lnTo>
                  <a:lnTo>
                    <a:pt x="8197" y="19672"/>
                  </a:lnTo>
                  <a:lnTo>
                    <a:pt x="4918" y="18033"/>
                  </a:lnTo>
                  <a:lnTo>
                    <a:pt x="0" y="16393"/>
                  </a:lnTo>
                  <a:lnTo>
                    <a:pt x="3279" y="13114"/>
                  </a:lnTo>
                  <a:lnTo>
                    <a:pt x="6557" y="9836"/>
                  </a:lnTo>
                  <a:lnTo>
                    <a:pt x="9836" y="6557"/>
                  </a:lnTo>
                  <a:lnTo>
                    <a:pt x="13114" y="3279"/>
                  </a:lnTo>
                  <a:lnTo>
                    <a:pt x="18033" y="1639"/>
                  </a:lnTo>
                  <a:lnTo>
                    <a:pt x="21311" y="0"/>
                  </a:lnTo>
                  <a:lnTo>
                    <a:pt x="19672" y="3279"/>
                  </a:lnTo>
                  <a:lnTo>
                    <a:pt x="18033" y="8197"/>
                  </a:lnTo>
                  <a:lnTo>
                    <a:pt x="14754" y="9836"/>
                  </a:lnTo>
                  <a:lnTo>
                    <a:pt x="16393" y="14754"/>
                  </a:lnTo>
                  <a:lnTo>
                    <a:pt x="18033" y="18033"/>
                  </a:lnTo>
                  <a:lnTo>
                    <a:pt x="18033" y="21311"/>
                  </a:lnTo>
                  <a:lnTo>
                    <a:pt x="13114" y="24590"/>
                  </a:lnTo>
                  <a:lnTo>
                    <a:pt x="18033" y="26229"/>
                  </a:lnTo>
                  <a:lnTo>
                    <a:pt x="21311" y="24590"/>
                  </a:lnTo>
                  <a:lnTo>
                    <a:pt x="22951" y="21311"/>
                  </a:lnTo>
                  <a:lnTo>
                    <a:pt x="27869" y="21311"/>
                  </a:lnTo>
                  <a:lnTo>
                    <a:pt x="29508" y="24590"/>
                  </a:lnTo>
                  <a:lnTo>
                    <a:pt x="34426" y="24590"/>
                  </a:lnTo>
                  <a:lnTo>
                    <a:pt x="37705" y="26229"/>
                  </a:lnTo>
                  <a:lnTo>
                    <a:pt x="40983" y="27869"/>
                  </a:lnTo>
                  <a:lnTo>
                    <a:pt x="44262" y="27869"/>
                  </a:lnTo>
                  <a:lnTo>
                    <a:pt x="49180" y="26229"/>
                  </a:lnTo>
                  <a:lnTo>
                    <a:pt x="52459" y="26229"/>
                  </a:lnTo>
                  <a:lnTo>
                    <a:pt x="55737" y="26229"/>
                  </a:lnTo>
                  <a:lnTo>
                    <a:pt x="60655" y="24590"/>
                  </a:lnTo>
                  <a:lnTo>
                    <a:pt x="63934" y="24590"/>
                  </a:lnTo>
                  <a:lnTo>
                    <a:pt x="67213" y="24590"/>
                  </a:lnTo>
                  <a:lnTo>
                    <a:pt x="70491" y="24590"/>
                  </a:lnTo>
                  <a:lnTo>
                    <a:pt x="73770" y="24590"/>
                  </a:lnTo>
                  <a:lnTo>
                    <a:pt x="77049" y="24590"/>
                  </a:lnTo>
                  <a:lnTo>
                    <a:pt x="80327" y="26229"/>
                  </a:lnTo>
                  <a:lnTo>
                    <a:pt x="77049" y="27869"/>
                  </a:lnTo>
                  <a:lnTo>
                    <a:pt x="73770" y="29508"/>
                  </a:lnTo>
                  <a:lnTo>
                    <a:pt x="70491" y="29508"/>
                  </a:lnTo>
                  <a:lnTo>
                    <a:pt x="65573" y="29508"/>
                  </a:lnTo>
                  <a:lnTo>
                    <a:pt x="62295" y="34426"/>
                  </a:lnTo>
                  <a:lnTo>
                    <a:pt x="59016" y="36065"/>
                  </a:lnTo>
                  <a:lnTo>
                    <a:pt x="54098" y="37705"/>
                  </a:lnTo>
                  <a:lnTo>
                    <a:pt x="59016" y="39344"/>
                  </a:lnTo>
                  <a:lnTo>
                    <a:pt x="57377" y="42623"/>
                  </a:lnTo>
                  <a:lnTo>
                    <a:pt x="54098" y="45901"/>
                  </a:lnTo>
                  <a:lnTo>
                    <a:pt x="50819" y="47541"/>
                  </a:lnTo>
                  <a:lnTo>
                    <a:pt x="47541" y="47541"/>
                  </a:lnTo>
                  <a:lnTo>
                    <a:pt x="42623" y="45901"/>
                  </a:lnTo>
                  <a:lnTo>
                    <a:pt x="42623" y="42623"/>
                  </a:lnTo>
                  <a:lnTo>
                    <a:pt x="39344" y="42623"/>
                  </a:lnTo>
                  <a:lnTo>
                    <a:pt x="42623" y="40983"/>
                  </a:lnTo>
                  <a:lnTo>
                    <a:pt x="42623" y="37705"/>
                  </a:lnTo>
                  <a:lnTo>
                    <a:pt x="39344" y="34426"/>
                  </a:lnTo>
                  <a:lnTo>
                    <a:pt x="40983" y="32787"/>
                  </a:lnTo>
                  <a:lnTo>
                    <a:pt x="37705" y="34426"/>
                  </a:lnTo>
                  <a:lnTo>
                    <a:pt x="36065" y="34426"/>
                  </a:lnTo>
                  <a:lnTo>
                    <a:pt x="32787" y="39344"/>
                  </a:lnTo>
                  <a:lnTo>
                    <a:pt x="29508" y="39344"/>
                  </a:lnTo>
                  <a:lnTo>
                    <a:pt x="26229" y="37705"/>
                  </a:lnTo>
                  <a:lnTo>
                    <a:pt x="22951" y="3606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36" name="Freeform 3635">
              <a:extLst>
                <a:ext uri="{FF2B5EF4-FFF2-40B4-BE49-F238E27FC236}">
                  <a16:creationId xmlns:a16="http://schemas.microsoft.com/office/drawing/2014/main" id="{17D30A58-3FE6-EE4D-96A2-41790B547BBD}"/>
                </a:ext>
              </a:extLst>
            </p:cNvPr>
            <p:cNvSpPr/>
            <p:nvPr/>
          </p:nvSpPr>
          <p:spPr>
            <a:xfrm>
              <a:off x="3222242" y="2009989"/>
              <a:ext cx="1639" cy="3278"/>
            </a:xfrm>
            <a:custGeom>
              <a:avLst/>
              <a:gdLst>
                <a:gd name="connsiteX0" fmla="*/ 1639 w 1639"/>
                <a:gd name="connsiteY0" fmla="*/ 0 h 3278"/>
                <a:gd name="connsiteX1" fmla="*/ 0 w 1639"/>
                <a:gd name="connsiteY1" fmla="*/ 3279 h 3278"/>
                <a:gd name="connsiteX2" fmla="*/ 0 w 1639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1639" y="0"/>
                  </a:moveTo>
                  <a:lnTo>
                    <a:pt x="0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37" name="Freeform 3636">
              <a:extLst>
                <a:ext uri="{FF2B5EF4-FFF2-40B4-BE49-F238E27FC236}">
                  <a16:creationId xmlns:a16="http://schemas.microsoft.com/office/drawing/2014/main" id="{C5A4510D-40BE-F546-9616-B90095364EEE}"/>
                </a:ext>
              </a:extLst>
            </p:cNvPr>
            <p:cNvSpPr/>
            <p:nvPr/>
          </p:nvSpPr>
          <p:spPr>
            <a:xfrm>
              <a:off x="3253390" y="1926382"/>
              <a:ext cx="83606" cy="37704"/>
            </a:xfrm>
            <a:custGeom>
              <a:avLst/>
              <a:gdLst>
                <a:gd name="connsiteX0" fmla="*/ 34426 w 83606"/>
                <a:gd name="connsiteY0" fmla="*/ 4918 h 37704"/>
                <a:gd name="connsiteX1" fmla="*/ 37705 w 83606"/>
                <a:gd name="connsiteY1" fmla="*/ 4918 h 37704"/>
                <a:gd name="connsiteX2" fmla="*/ 40983 w 83606"/>
                <a:gd name="connsiteY2" fmla="*/ 6557 h 37704"/>
                <a:gd name="connsiteX3" fmla="*/ 44262 w 83606"/>
                <a:gd name="connsiteY3" fmla="*/ 8197 h 37704"/>
                <a:gd name="connsiteX4" fmla="*/ 49180 w 83606"/>
                <a:gd name="connsiteY4" fmla="*/ 8197 h 37704"/>
                <a:gd name="connsiteX5" fmla="*/ 52459 w 83606"/>
                <a:gd name="connsiteY5" fmla="*/ 11475 h 37704"/>
                <a:gd name="connsiteX6" fmla="*/ 55737 w 83606"/>
                <a:gd name="connsiteY6" fmla="*/ 13115 h 37704"/>
                <a:gd name="connsiteX7" fmla="*/ 60655 w 83606"/>
                <a:gd name="connsiteY7" fmla="*/ 14754 h 37704"/>
                <a:gd name="connsiteX8" fmla="*/ 63934 w 83606"/>
                <a:gd name="connsiteY8" fmla="*/ 16393 h 37704"/>
                <a:gd name="connsiteX9" fmla="*/ 67213 w 83606"/>
                <a:gd name="connsiteY9" fmla="*/ 19672 h 37704"/>
                <a:gd name="connsiteX10" fmla="*/ 70491 w 83606"/>
                <a:gd name="connsiteY10" fmla="*/ 22951 h 37704"/>
                <a:gd name="connsiteX11" fmla="*/ 75409 w 83606"/>
                <a:gd name="connsiteY11" fmla="*/ 24590 h 37704"/>
                <a:gd name="connsiteX12" fmla="*/ 78688 w 83606"/>
                <a:gd name="connsiteY12" fmla="*/ 26229 h 37704"/>
                <a:gd name="connsiteX13" fmla="*/ 81967 w 83606"/>
                <a:gd name="connsiteY13" fmla="*/ 29508 h 37704"/>
                <a:gd name="connsiteX14" fmla="*/ 83606 w 83606"/>
                <a:gd name="connsiteY14" fmla="*/ 32787 h 37704"/>
                <a:gd name="connsiteX15" fmla="*/ 81967 w 83606"/>
                <a:gd name="connsiteY15" fmla="*/ 36065 h 37704"/>
                <a:gd name="connsiteX16" fmla="*/ 78688 w 83606"/>
                <a:gd name="connsiteY16" fmla="*/ 37705 h 37704"/>
                <a:gd name="connsiteX17" fmla="*/ 73770 w 83606"/>
                <a:gd name="connsiteY17" fmla="*/ 37705 h 37704"/>
                <a:gd name="connsiteX18" fmla="*/ 70491 w 83606"/>
                <a:gd name="connsiteY18" fmla="*/ 37705 h 37704"/>
                <a:gd name="connsiteX19" fmla="*/ 67213 w 83606"/>
                <a:gd name="connsiteY19" fmla="*/ 37705 h 37704"/>
                <a:gd name="connsiteX20" fmla="*/ 63934 w 83606"/>
                <a:gd name="connsiteY20" fmla="*/ 37705 h 37704"/>
                <a:gd name="connsiteX21" fmla="*/ 59016 w 83606"/>
                <a:gd name="connsiteY21" fmla="*/ 36065 h 37704"/>
                <a:gd name="connsiteX22" fmla="*/ 55737 w 83606"/>
                <a:gd name="connsiteY22" fmla="*/ 34426 h 37704"/>
                <a:gd name="connsiteX23" fmla="*/ 52459 w 83606"/>
                <a:gd name="connsiteY23" fmla="*/ 34426 h 37704"/>
                <a:gd name="connsiteX24" fmla="*/ 47541 w 83606"/>
                <a:gd name="connsiteY24" fmla="*/ 34426 h 37704"/>
                <a:gd name="connsiteX25" fmla="*/ 44262 w 83606"/>
                <a:gd name="connsiteY25" fmla="*/ 32787 h 37704"/>
                <a:gd name="connsiteX26" fmla="*/ 40983 w 83606"/>
                <a:gd name="connsiteY26" fmla="*/ 31147 h 37704"/>
                <a:gd name="connsiteX27" fmla="*/ 37705 w 83606"/>
                <a:gd name="connsiteY27" fmla="*/ 31147 h 37704"/>
                <a:gd name="connsiteX28" fmla="*/ 32787 w 83606"/>
                <a:gd name="connsiteY28" fmla="*/ 27869 h 37704"/>
                <a:gd name="connsiteX29" fmla="*/ 29508 w 83606"/>
                <a:gd name="connsiteY29" fmla="*/ 26229 h 37704"/>
                <a:gd name="connsiteX30" fmla="*/ 26229 w 83606"/>
                <a:gd name="connsiteY30" fmla="*/ 24590 h 37704"/>
                <a:gd name="connsiteX31" fmla="*/ 24590 w 83606"/>
                <a:gd name="connsiteY31" fmla="*/ 21311 h 37704"/>
                <a:gd name="connsiteX32" fmla="*/ 22951 w 83606"/>
                <a:gd name="connsiteY32" fmla="*/ 18033 h 37704"/>
                <a:gd name="connsiteX33" fmla="*/ 19672 w 83606"/>
                <a:gd name="connsiteY33" fmla="*/ 13115 h 37704"/>
                <a:gd name="connsiteX34" fmla="*/ 16393 w 83606"/>
                <a:gd name="connsiteY34" fmla="*/ 11475 h 37704"/>
                <a:gd name="connsiteX35" fmla="*/ 11475 w 83606"/>
                <a:gd name="connsiteY35" fmla="*/ 9836 h 37704"/>
                <a:gd name="connsiteX36" fmla="*/ 8197 w 83606"/>
                <a:gd name="connsiteY36" fmla="*/ 8197 h 37704"/>
                <a:gd name="connsiteX37" fmla="*/ 4918 w 83606"/>
                <a:gd name="connsiteY37" fmla="*/ 4918 h 37704"/>
                <a:gd name="connsiteX38" fmla="*/ 0 w 83606"/>
                <a:gd name="connsiteY38" fmla="*/ 3279 h 37704"/>
                <a:gd name="connsiteX39" fmla="*/ 4918 w 83606"/>
                <a:gd name="connsiteY39" fmla="*/ 1639 h 37704"/>
                <a:gd name="connsiteX40" fmla="*/ 8197 w 83606"/>
                <a:gd name="connsiteY40" fmla="*/ 1639 h 37704"/>
                <a:gd name="connsiteX41" fmla="*/ 11475 w 83606"/>
                <a:gd name="connsiteY41" fmla="*/ 0 h 37704"/>
                <a:gd name="connsiteX42" fmla="*/ 16393 w 83606"/>
                <a:gd name="connsiteY42" fmla="*/ 1639 h 37704"/>
                <a:gd name="connsiteX43" fmla="*/ 19672 w 83606"/>
                <a:gd name="connsiteY43" fmla="*/ 1639 h 37704"/>
                <a:gd name="connsiteX44" fmla="*/ 22951 w 83606"/>
                <a:gd name="connsiteY44" fmla="*/ 3279 h 37704"/>
                <a:gd name="connsiteX45" fmla="*/ 27869 w 83606"/>
                <a:gd name="connsiteY45" fmla="*/ 3279 h 37704"/>
                <a:gd name="connsiteX46" fmla="*/ 31147 w 83606"/>
                <a:gd name="connsiteY46" fmla="*/ 4918 h 37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83606" h="37704">
                  <a:moveTo>
                    <a:pt x="34426" y="4918"/>
                  </a:moveTo>
                  <a:lnTo>
                    <a:pt x="37705" y="4918"/>
                  </a:lnTo>
                  <a:lnTo>
                    <a:pt x="40983" y="6557"/>
                  </a:lnTo>
                  <a:lnTo>
                    <a:pt x="44262" y="8197"/>
                  </a:lnTo>
                  <a:lnTo>
                    <a:pt x="49180" y="8197"/>
                  </a:lnTo>
                  <a:lnTo>
                    <a:pt x="52459" y="11475"/>
                  </a:lnTo>
                  <a:lnTo>
                    <a:pt x="55737" y="13115"/>
                  </a:lnTo>
                  <a:lnTo>
                    <a:pt x="60655" y="14754"/>
                  </a:lnTo>
                  <a:lnTo>
                    <a:pt x="63934" y="16393"/>
                  </a:lnTo>
                  <a:lnTo>
                    <a:pt x="67213" y="19672"/>
                  </a:lnTo>
                  <a:lnTo>
                    <a:pt x="70491" y="22951"/>
                  </a:lnTo>
                  <a:lnTo>
                    <a:pt x="75409" y="24590"/>
                  </a:lnTo>
                  <a:lnTo>
                    <a:pt x="78688" y="26229"/>
                  </a:lnTo>
                  <a:lnTo>
                    <a:pt x="81967" y="29508"/>
                  </a:lnTo>
                  <a:lnTo>
                    <a:pt x="83606" y="32787"/>
                  </a:lnTo>
                  <a:lnTo>
                    <a:pt x="81967" y="36065"/>
                  </a:lnTo>
                  <a:lnTo>
                    <a:pt x="78688" y="37705"/>
                  </a:lnTo>
                  <a:lnTo>
                    <a:pt x="73770" y="37705"/>
                  </a:lnTo>
                  <a:lnTo>
                    <a:pt x="70491" y="37705"/>
                  </a:lnTo>
                  <a:lnTo>
                    <a:pt x="67213" y="37705"/>
                  </a:lnTo>
                  <a:lnTo>
                    <a:pt x="63934" y="37705"/>
                  </a:lnTo>
                  <a:lnTo>
                    <a:pt x="59016" y="36065"/>
                  </a:lnTo>
                  <a:lnTo>
                    <a:pt x="55737" y="34426"/>
                  </a:lnTo>
                  <a:lnTo>
                    <a:pt x="52459" y="34426"/>
                  </a:lnTo>
                  <a:lnTo>
                    <a:pt x="47541" y="34426"/>
                  </a:lnTo>
                  <a:lnTo>
                    <a:pt x="44262" y="32787"/>
                  </a:lnTo>
                  <a:lnTo>
                    <a:pt x="40983" y="31147"/>
                  </a:lnTo>
                  <a:lnTo>
                    <a:pt x="37705" y="31147"/>
                  </a:lnTo>
                  <a:lnTo>
                    <a:pt x="32787" y="27869"/>
                  </a:lnTo>
                  <a:lnTo>
                    <a:pt x="29508" y="26229"/>
                  </a:lnTo>
                  <a:lnTo>
                    <a:pt x="26229" y="24590"/>
                  </a:lnTo>
                  <a:lnTo>
                    <a:pt x="24590" y="21311"/>
                  </a:lnTo>
                  <a:lnTo>
                    <a:pt x="22951" y="18033"/>
                  </a:lnTo>
                  <a:lnTo>
                    <a:pt x="19672" y="13115"/>
                  </a:lnTo>
                  <a:lnTo>
                    <a:pt x="16393" y="11475"/>
                  </a:lnTo>
                  <a:lnTo>
                    <a:pt x="11475" y="9836"/>
                  </a:lnTo>
                  <a:lnTo>
                    <a:pt x="8197" y="8197"/>
                  </a:lnTo>
                  <a:lnTo>
                    <a:pt x="4918" y="4918"/>
                  </a:lnTo>
                  <a:lnTo>
                    <a:pt x="0" y="3279"/>
                  </a:lnTo>
                  <a:lnTo>
                    <a:pt x="4918" y="1639"/>
                  </a:lnTo>
                  <a:lnTo>
                    <a:pt x="8197" y="1639"/>
                  </a:lnTo>
                  <a:lnTo>
                    <a:pt x="11475" y="0"/>
                  </a:lnTo>
                  <a:lnTo>
                    <a:pt x="16393" y="1639"/>
                  </a:lnTo>
                  <a:lnTo>
                    <a:pt x="19672" y="1639"/>
                  </a:lnTo>
                  <a:lnTo>
                    <a:pt x="22951" y="3279"/>
                  </a:lnTo>
                  <a:lnTo>
                    <a:pt x="27869" y="3279"/>
                  </a:lnTo>
                  <a:lnTo>
                    <a:pt x="3114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38" name="Freeform 3637">
              <a:extLst>
                <a:ext uri="{FF2B5EF4-FFF2-40B4-BE49-F238E27FC236}">
                  <a16:creationId xmlns:a16="http://schemas.microsoft.com/office/drawing/2014/main" id="{38AF4F91-C60B-3644-8B6C-E9B5E5DB0227}"/>
                </a:ext>
              </a:extLst>
            </p:cNvPr>
            <p:cNvSpPr/>
            <p:nvPr/>
          </p:nvSpPr>
          <p:spPr>
            <a:xfrm>
              <a:off x="3291094" y="2050972"/>
              <a:ext cx="62294" cy="63934"/>
            </a:xfrm>
            <a:custGeom>
              <a:avLst/>
              <a:gdLst>
                <a:gd name="connsiteX0" fmla="*/ 1639 w 62294"/>
                <a:gd name="connsiteY0" fmla="*/ 62295 h 63934"/>
                <a:gd name="connsiteX1" fmla="*/ 1639 w 62294"/>
                <a:gd name="connsiteY1" fmla="*/ 60655 h 63934"/>
                <a:gd name="connsiteX2" fmla="*/ 0 w 62294"/>
                <a:gd name="connsiteY2" fmla="*/ 57377 h 63934"/>
                <a:gd name="connsiteX3" fmla="*/ 0 w 62294"/>
                <a:gd name="connsiteY3" fmla="*/ 52459 h 63934"/>
                <a:gd name="connsiteX4" fmla="*/ 1639 w 62294"/>
                <a:gd name="connsiteY4" fmla="*/ 49180 h 63934"/>
                <a:gd name="connsiteX5" fmla="*/ 1639 w 62294"/>
                <a:gd name="connsiteY5" fmla="*/ 45901 h 63934"/>
                <a:gd name="connsiteX6" fmla="*/ 4918 w 62294"/>
                <a:gd name="connsiteY6" fmla="*/ 42623 h 63934"/>
                <a:gd name="connsiteX7" fmla="*/ 8197 w 62294"/>
                <a:gd name="connsiteY7" fmla="*/ 37705 h 63934"/>
                <a:gd name="connsiteX8" fmla="*/ 11476 w 62294"/>
                <a:gd name="connsiteY8" fmla="*/ 36065 h 63934"/>
                <a:gd name="connsiteX9" fmla="*/ 16393 w 62294"/>
                <a:gd name="connsiteY9" fmla="*/ 32787 h 63934"/>
                <a:gd name="connsiteX10" fmla="*/ 19672 w 62294"/>
                <a:gd name="connsiteY10" fmla="*/ 29508 h 63934"/>
                <a:gd name="connsiteX11" fmla="*/ 22951 w 62294"/>
                <a:gd name="connsiteY11" fmla="*/ 26229 h 63934"/>
                <a:gd name="connsiteX12" fmla="*/ 26229 w 62294"/>
                <a:gd name="connsiteY12" fmla="*/ 22951 h 63934"/>
                <a:gd name="connsiteX13" fmla="*/ 27869 w 62294"/>
                <a:gd name="connsiteY13" fmla="*/ 19672 h 63934"/>
                <a:gd name="connsiteX14" fmla="*/ 31148 w 62294"/>
                <a:gd name="connsiteY14" fmla="*/ 16393 h 63934"/>
                <a:gd name="connsiteX15" fmla="*/ 34426 w 62294"/>
                <a:gd name="connsiteY15" fmla="*/ 13114 h 63934"/>
                <a:gd name="connsiteX16" fmla="*/ 39344 w 62294"/>
                <a:gd name="connsiteY16" fmla="*/ 9836 h 63934"/>
                <a:gd name="connsiteX17" fmla="*/ 42623 w 62294"/>
                <a:gd name="connsiteY17" fmla="*/ 8197 h 63934"/>
                <a:gd name="connsiteX18" fmla="*/ 45901 w 62294"/>
                <a:gd name="connsiteY18" fmla="*/ 3279 h 63934"/>
                <a:gd name="connsiteX19" fmla="*/ 49180 w 62294"/>
                <a:gd name="connsiteY19" fmla="*/ 0 h 63934"/>
                <a:gd name="connsiteX20" fmla="*/ 54098 w 62294"/>
                <a:gd name="connsiteY20" fmla="*/ 4918 h 63934"/>
                <a:gd name="connsiteX21" fmla="*/ 52459 w 62294"/>
                <a:gd name="connsiteY21" fmla="*/ 8197 h 63934"/>
                <a:gd name="connsiteX22" fmla="*/ 57377 w 62294"/>
                <a:gd name="connsiteY22" fmla="*/ 9836 h 63934"/>
                <a:gd name="connsiteX23" fmla="*/ 54098 w 62294"/>
                <a:gd name="connsiteY23" fmla="*/ 14754 h 63934"/>
                <a:gd name="connsiteX24" fmla="*/ 50820 w 62294"/>
                <a:gd name="connsiteY24" fmla="*/ 18033 h 63934"/>
                <a:gd name="connsiteX25" fmla="*/ 49180 w 62294"/>
                <a:gd name="connsiteY25" fmla="*/ 21311 h 63934"/>
                <a:gd name="connsiteX26" fmla="*/ 45901 w 62294"/>
                <a:gd name="connsiteY26" fmla="*/ 24590 h 63934"/>
                <a:gd name="connsiteX27" fmla="*/ 42623 w 62294"/>
                <a:gd name="connsiteY27" fmla="*/ 29508 h 63934"/>
                <a:gd name="connsiteX28" fmla="*/ 40983 w 62294"/>
                <a:gd name="connsiteY28" fmla="*/ 32787 h 63934"/>
                <a:gd name="connsiteX29" fmla="*/ 36066 w 62294"/>
                <a:gd name="connsiteY29" fmla="*/ 36065 h 63934"/>
                <a:gd name="connsiteX30" fmla="*/ 40983 w 62294"/>
                <a:gd name="connsiteY30" fmla="*/ 32787 h 63934"/>
                <a:gd name="connsiteX31" fmla="*/ 44262 w 62294"/>
                <a:gd name="connsiteY31" fmla="*/ 32787 h 63934"/>
                <a:gd name="connsiteX32" fmla="*/ 40983 w 62294"/>
                <a:gd name="connsiteY32" fmla="*/ 36065 h 63934"/>
                <a:gd name="connsiteX33" fmla="*/ 36066 w 62294"/>
                <a:gd name="connsiteY33" fmla="*/ 39344 h 63934"/>
                <a:gd name="connsiteX34" fmla="*/ 32787 w 62294"/>
                <a:gd name="connsiteY34" fmla="*/ 40983 h 63934"/>
                <a:gd name="connsiteX35" fmla="*/ 29508 w 62294"/>
                <a:gd name="connsiteY35" fmla="*/ 42623 h 63934"/>
                <a:gd name="connsiteX36" fmla="*/ 26229 w 62294"/>
                <a:gd name="connsiteY36" fmla="*/ 42623 h 63934"/>
                <a:gd name="connsiteX37" fmla="*/ 21311 w 62294"/>
                <a:gd name="connsiteY37" fmla="*/ 45901 h 63934"/>
                <a:gd name="connsiteX38" fmla="*/ 18033 w 62294"/>
                <a:gd name="connsiteY38" fmla="*/ 49180 h 63934"/>
                <a:gd name="connsiteX39" fmla="*/ 21311 w 62294"/>
                <a:gd name="connsiteY39" fmla="*/ 45901 h 63934"/>
                <a:gd name="connsiteX40" fmla="*/ 26229 w 62294"/>
                <a:gd name="connsiteY40" fmla="*/ 44262 h 63934"/>
                <a:gd name="connsiteX41" fmla="*/ 29508 w 62294"/>
                <a:gd name="connsiteY41" fmla="*/ 44262 h 63934"/>
                <a:gd name="connsiteX42" fmla="*/ 26229 w 62294"/>
                <a:gd name="connsiteY42" fmla="*/ 47541 h 63934"/>
                <a:gd name="connsiteX43" fmla="*/ 22951 w 62294"/>
                <a:gd name="connsiteY43" fmla="*/ 49180 h 63934"/>
                <a:gd name="connsiteX44" fmla="*/ 19672 w 62294"/>
                <a:gd name="connsiteY44" fmla="*/ 49180 h 63934"/>
                <a:gd name="connsiteX45" fmla="*/ 18033 w 62294"/>
                <a:gd name="connsiteY45" fmla="*/ 54098 h 63934"/>
                <a:gd name="connsiteX46" fmla="*/ 14754 w 62294"/>
                <a:gd name="connsiteY46" fmla="*/ 54098 h 63934"/>
                <a:gd name="connsiteX47" fmla="*/ 13115 w 62294"/>
                <a:gd name="connsiteY47" fmla="*/ 59016 h 63934"/>
                <a:gd name="connsiteX48" fmla="*/ 18033 w 62294"/>
                <a:gd name="connsiteY48" fmla="*/ 55737 h 63934"/>
                <a:gd name="connsiteX49" fmla="*/ 21311 w 62294"/>
                <a:gd name="connsiteY49" fmla="*/ 55737 h 63934"/>
                <a:gd name="connsiteX50" fmla="*/ 21311 w 62294"/>
                <a:gd name="connsiteY50" fmla="*/ 60655 h 63934"/>
                <a:gd name="connsiteX51" fmla="*/ 24590 w 62294"/>
                <a:gd name="connsiteY51" fmla="*/ 59016 h 63934"/>
                <a:gd name="connsiteX52" fmla="*/ 26229 w 62294"/>
                <a:gd name="connsiteY52" fmla="*/ 54098 h 63934"/>
                <a:gd name="connsiteX53" fmla="*/ 29508 w 62294"/>
                <a:gd name="connsiteY53" fmla="*/ 52459 h 63934"/>
                <a:gd name="connsiteX54" fmla="*/ 34426 w 62294"/>
                <a:gd name="connsiteY54" fmla="*/ 49180 h 63934"/>
                <a:gd name="connsiteX55" fmla="*/ 37705 w 62294"/>
                <a:gd name="connsiteY55" fmla="*/ 47541 h 63934"/>
                <a:gd name="connsiteX56" fmla="*/ 34426 w 62294"/>
                <a:gd name="connsiteY56" fmla="*/ 49180 h 63934"/>
                <a:gd name="connsiteX57" fmla="*/ 31148 w 62294"/>
                <a:gd name="connsiteY57" fmla="*/ 49180 h 63934"/>
                <a:gd name="connsiteX58" fmla="*/ 26229 w 62294"/>
                <a:gd name="connsiteY58" fmla="*/ 47541 h 63934"/>
                <a:gd name="connsiteX59" fmla="*/ 27869 w 62294"/>
                <a:gd name="connsiteY59" fmla="*/ 47541 h 63934"/>
                <a:gd name="connsiteX60" fmla="*/ 32787 w 62294"/>
                <a:gd name="connsiteY60" fmla="*/ 44262 h 63934"/>
                <a:gd name="connsiteX61" fmla="*/ 36066 w 62294"/>
                <a:gd name="connsiteY61" fmla="*/ 42623 h 63934"/>
                <a:gd name="connsiteX62" fmla="*/ 39344 w 62294"/>
                <a:gd name="connsiteY62" fmla="*/ 40983 h 63934"/>
                <a:gd name="connsiteX63" fmla="*/ 42623 w 62294"/>
                <a:gd name="connsiteY63" fmla="*/ 37705 h 63934"/>
                <a:gd name="connsiteX64" fmla="*/ 47541 w 62294"/>
                <a:gd name="connsiteY64" fmla="*/ 36065 h 63934"/>
                <a:gd name="connsiteX65" fmla="*/ 42623 w 62294"/>
                <a:gd name="connsiteY65" fmla="*/ 36065 h 63934"/>
                <a:gd name="connsiteX66" fmla="*/ 39344 w 62294"/>
                <a:gd name="connsiteY66" fmla="*/ 39344 h 63934"/>
                <a:gd name="connsiteX67" fmla="*/ 36066 w 62294"/>
                <a:gd name="connsiteY67" fmla="*/ 40983 h 63934"/>
                <a:gd name="connsiteX68" fmla="*/ 39344 w 62294"/>
                <a:gd name="connsiteY68" fmla="*/ 37705 h 63934"/>
                <a:gd name="connsiteX69" fmla="*/ 42623 w 62294"/>
                <a:gd name="connsiteY69" fmla="*/ 34426 h 63934"/>
                <a:gd name="connsiteX70" fmla="*/ 47541 w 62294"/>
                <a:gd name="connsiteY70" fmla="*/ 31147 h 63934"/>
                <a:gd name="connsiteX71" fmla="*/ 50820 w 62294"/>
                <a:gd name="connsiteY71" fmla="*/ 34426 h 63934"/>
                <a:gd name="connsiteX72" fmla="*/ 50820 w 62294"/>
                <a:gd name="connsiteY72" fmla="*/ 39344 h 63934"/>
                <a:gd name="connsiteX73" fmla="*/ 54098 w 62294"/>
                <a:gd name="connsiteY73" fmla="*/ 34426 h 63934"/>
                <a:gd name="connsiteX74" fmla="*/ 57377 w 62294"/>
                <a:gd name="connsiteY74" fmla="*/ 36065 h 63934"/>
                <a:gd name="connsiteX75" fmla="*/ 59016 w 62294"/>
                <a:gd name="connsiteY75" fmla="*/ 39344 h 63934"/>
                <a:gd name="connsiteX76" fmla="*/ 62295 w 62294"/>
                <a:gd name="connsiteY76" fmla="*/ 39344 h 63934"/>
                <a:gd name="connsiteX77" fmla="*/ 60656 w 62294"/>
                <a:gd name="connsiteY77" fmla="*/ 42623 h 63934"/>
                <a:gd name="connsiteX78" fmla="*/ 57377 w 62294"/>
                <a:gd name="connsiteY78" fmla="*/ 45901 h 63934"/>
                <a:gd name="connsiteX79" fmla="*/ 60656 w 62294"/>
                <a:gd name="connsiteY79" fmla="*/ 49180 h 63934"/>
                <a:gd name="connsiteX80" fmla="*/ 55738 w 62294"/>
                <a:gd name="connsiteY80" fmla="*/ 49180 h 63934"/>
                <a:gd name="connsiteX81" fmla="*/ 52459 w 62294"/>
                <a:gd name="connsiteY81" fmla="*/ 50819 h 63934"/>
                <a:gd name="connsiteX82" fmla="*/ 52459 w 62294"/>
                <a:gd name="connsiteY82" fmla="*/ 50819 h 63934"/>
                <a:gd name="connsiteX83" fmla="*/ 47541 w 62294"/>
                <a:gd name="connsiteY83" fmla="*/ 50819 h 63934"/>
                <a:gd name="connsiteX84" fmla="*/ 47541 w 62294"/>
                <a:gd name="connsiteY84" fmla="*/ 55737 h 63934"/>
                <a:gd name="connsiteX85" fmla="*/ 42623 w 62294"/>
                <a:gd name="connsiteY85" fmla="*/ 57377 h 63934"/>
                <a:gd name="connsiteX86" fmla="*/ 39344 w 62294"/>
                <a:gd name="connsiteY86" fmla="*/ 59016 h 63934"/>
                <a:gd name="connsiteX87" fmla="*/ 36066 w 62294"/>
                <a:gd name="connsiteY87" fmla="*/ 60655 h 63934"/>
                <a:gd name="connsiteX88" fmla="*/ 32787 w 62294"/>
                <a:gd name="connsiteY88" fmla="*/ 62295 h 63934"/>
                <a:gd name="connsiteX89" fmla="*/ 27869 w 62294"/>
                <a:gd name="connsiteY89" fmla="*/ 62295 h 63934"/>
                <a:gd name="connsiteX90" fmla="*/ 24590 w 62294"/>
                <a:gd name="connsiteY90" fmla="*/ 63934 h 63934"/>
                <a:gd name="connsiteX91" fmla="*/ 21311 w 62294"/>
                <a:gd name="connsiteY91" fmla="*/ 62295 h 63934"/>
                <a:gd name="connsiteX92" fmla="*/ 16393 w 62294"/>
                <a:gd name="connsiteY92" fmla="*/ 62295 h 63934"/>
                <a:gd name="connsiteX93" fmla="*/ 13115 w 62294"/>
                <a:gd name="connsiteY93" fmla="*/ 63934 h 63934"/>
                <a:gd name="connsiteX94" fmla="*/ 9836 w 62294"/>
                <a:gd name="connsiteY94" fmla="*/ 63934 h 63934"/>
                <a:gd name="connsiteX95" fmla="*/ 6557 w 62294"/>
                <a:gd name="connsiteY95" fmla="*/ 63934 h 63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62294" h="63934">
                  <a:moveTo>
                    <a:pt x="1639" y="62295"/>
                  </a:moveTo>
                  <a:lnTo>
                    <a:pt x="1639" y="60655"/>
                  </a:lnTo>
                  <a:lnTo>
                    <a:pt x="0" y="57377"/>
                  </a:lnTo>
                  <a:lnTo>
                    <a:pt x="0" y="52459"/>
                  </a:lnTo>
                  <a:lnTo>
                    <a:pt x="1639" y="49180"/>
                  </a:lnTo>
                  <a:lnTo>
                    <a:pt x="1639" y="45901"/>
                  </a:lnTo>
                  <a:lnTo>
                    <a:pt x="4918" y="42623"/>
                  </a:lnTo>
                  <a:lnTo>
                    <a:pt x="8197" y="37705"/>
                  </a:lnTo>
                  <a:lnTo>
                    <a:pt x="11476" y="36065"/>
                  </a:lnTo>
                  <a:lnTo>
                    <a:pt x="16393" y="32787"/>
                  </a:lnTo>
                  <a:lnTo>
                    <a:pt x="19672" y="29508"/>
                  </a:lnTo>
                  <a:lnTo>
                    <a:pt x="22951" y="26229"/>
                  </a:lnTo>
                  <a:lnTo>
                    <a:pt x="26229" y="22951"/>
                  </a:lnTo>
                  <a:lnTo>
                    <a:pt x="27869" y="19672"/>
                  </a:lnTo>
                  <a:lnTo>
                    <a:pt x="31148" y="16393"/>
                  </a:lnTo>
                  <a:lnTo>
                    <a:pt x="34426" y="13114"/>
                  </a:lnTo>
                  <a:lnTo>
                    <a:pt x="39344" y="9836"/>
                  </a:lnTo>
                  <a:lnTo>
                    <a:pt x="42623" y="8197"/>
                  </a:lnTo>
                  <a:lnTo>
                    <a:pt x="45901" y="3279"/>
                  </a:lnTo>
                  <a:lnTo>
                    <a:pt x="49180" y="0"/>
                  </a:lnTo>
                  <a:lnTo>
                    <a:pt x="54098" y="4918"/>
                  </a:lnTo>
                  <a:lnTo>
                    <a:pt x="52459" y="8197"/>
                  </a:lnTo>
                  <a:lnTo>
                    <a:pt x="57377" y="9836"/>
                  </a:lnTo>
                  <a:lnTo>
                    <a:pt x="54098" y="14754"/>
                  </a:lnTo>
                  <a:lnTo>
                    <a:pt x="50820" y="18033"/>
                  </a:lnTo>
                  <a:lnTo>
                    <a:pt x="49180" y="21311"/>
                  </a:lnTo>
                  <a:lnTo>
                    <a:pt x="45901" y="24590"/>
                  </a:lnTo>
                  <a:lnTo>
                    <a:pt x="42623" y="29508"/>
                  </a:lnTo>
                  <a:lnTo>
                    <a:pt x="40983" y="32787"/>
                  </a:lnTo>
                  <a:lnTo>
                    <a:pt x="36066" y="36065"/>
                  </a:lnTo>
                  <a:lnTo>
                    <a:pt x="40983" y="32787"/>
                  </a:lnTo>
                  <a:lnTo>
                    <a:pt x="44262" y="32787"/>
                  </a:lnTo>
                  <a:lnTo>
                    <a:pt x="40983" y="36065"/>
                  </a:lnTo>
                  <a:lnTo>
                    <a:pt x="36066" y="39344"/>
                  </a:lnTo>
                  <a:lnTo>
                    <a:pt x="32787" y="40983"/>
                  </a:lnTo>
                  <a:lnTo>
                    <a:pt x="29508" y="42623"/>
                  </a:lnTo>
                  <a:lnTo>
                    <a:pt x="26229" y="42623"/>
                  </a:lnTo>
                  <a:lnTo>
                    <a:pt x="21311" y="45901"/>
                  </a:lnTo>
                  <a:lnTo>
                    <a:pt x="18033" y="49180"/>
                  </a:lnTo>
                  <a:lnTo>
                    <a:pt x="21311" y="45901"/>
                  </a:lnTo>
                  <a:lnTo>
                    <a:pt x="26229" y="44262"/>
                  </a:lnTo>
                  <a:lnTo>
                    <a:pt x="29508" y="44262"/>
                  </a:lnTo>
                  <a:lnTo>
                    <a:pt x="26229" y="47541"/>
                  </a:lnTo>
                  <a:lnTo>
                    <a:pt x="22951" y="49180"/>
                  </a:lnTo>
                  <a:lnTo>
                    <a:pt x="19672" y="49180"/>
                  </a:lnTo>
                  <a:lnTo>
                    <a:pt x="18033" y="54098"/>
                  </a:lnTo>
                  <a:lnTo>
                    <a:pt x="14754" y="54098"/>
                  </a:lnTo>
                  <a:lnTo>
                    <a:pt x="13115" y="59016"/>
                  </a:lnTo>
                  <a:lnTo>
                    <a:pt x="18033" y="55737"/>
                  </a:lnTo>
                  <a:lnTo>
                    <a:pt x="21311" y="55737"/>
                  </a:lnTo>
                  <a:lnTo>
                    <a:pt x="21311" y="60655"/>
                  </a:lnTo>
                  <a:lnTo>
                    <a:pt x="24590" y="59016"/>
                  </a:lnTo>
                  <a:lnTo>
                    <a:pt x="26229" y="54098"/>
                  </a:lnTo>
                  <a:lnTo>
                    <a:pt x="29508" y="52459"/>
                  </a:lnTo>
                  <a:lnTo>
                    <a:pt x="34426" y="49180"/>
                  </a:lnTo>
                  <a:lnTo>
                    <a:pt x="37705" y="47541"/>
                  </a:lnTo>
                  <a:lnTo>
                    <a:pt x="34426" y="49180"/>
                  </a:lnTo>
                  <a:lnTo>
                    <a:pt x="31148" y="49180"/>
                  </a:lnTo>
                  <a:lnTo>
                    <a:pt x="26229" y="47541"/>
                  </a:lnTo>
                  <a:lnTo>
                    <a:pt x="27869" y="47541"/>
                  </a:lnTo>
                  <a:lnTo>
                    <a:pt x="32787" y="44262"/>
                  </a:lnTo>
                  <a:lnTo>
                    <a:pt x="36066" y="42623"/>
                  </a:lnTo>
                  <a:lnTo>
                    <a:pt x="39344" y="40983"/>
                  </a:lnTo>
                  <a:lnTo>
                    <a:pt x="42623" y="37705"/>
                  </a:lnTo>
                  <a:lnTo>
                    <a:pt x="47541" y="36065"/>
                  </a:lnTo>
                  <a:lnTo>
                    <a:pt x="42623" y="36065"/>
                  </a:lnTo>
                  <a:lnTo>
                    <a:pt x="39344" y="39344"/>
                  </a:lnTo>
                  <a:lnTo>
                    <a:pt x="36066" y="40983"/>
                  </a:lnTo>
                  <a:lnTo>
                    <a:pt x="39344" y="37705"/>
                  </a:lnTo>
                  <a:lnTo>
                    <a:pt x="42623" y="34426"/>
                  </a:lnTo>
                  <a:lnTo>
                    <a:pt x="47541" y="31147"/>
                  </a:lnTo>
                  <a:lnTo>
                    <a:pt x="50820" y="34426"/>
                  </a:lnTo>
                  <a:lnTo>
                    <a:pt x="50820" y="39344"/>
                  </a:lnTo>
                  <a:lnTo>
                    <a:pt x="54098" y="34426"/>
                  </a:lnTo>
                  <a:lnTo>
                    <a:pt x="57377" y="36065"/>
                  </a:lnTo>
                  <a:lnTo>
                    <a:pt x="59016" y="39344"/>
                  </a:lnTo>
                  <a:lnTo>
                    <a:pt x="62295" y="39344"/>
                  </a:lnTo>
                  <a:lnTo>
                    <a:pt x="60656" y="42623"/>
                  </a:lnTo>
                  <a:lnTo>
                    <a:pt x="57377" y="45901"/>
                  </a:lnTo>
                  <a:lnTo>
                    <a:pt x="60656" y="49180"/>
                  </a:lnTo>
                  <a:lnTo>
                    <a:pt x="55738" y="49180"/>
                  </a:lnTo>
                  <a:lnTo>
                    <a:pt x="52459" y="50819"/>
                  </a:lnTo>
                  <a:lnTo>
                    <a:pt x="52459" y="50819"/>
                  </a:lnTo>
                  <a:lnTo>
                    <a:pt x="47541" y="50819"/>
                  </a:lnTo>
                  <a:lnTo>
                    <a:pt x="47541" y="55737"/>
                  </a:lnTo>
                  <a:lnTo>
                    <a:pt x="42623" y="57377"/>
                  </a:lnTo>
                  <a:lnTo>
                    <a:pt x="39344" y="59016"/>
                  </a:lnTo>
                  <a:lnTo>
                    <a:pt x="36066" y="60655"/>
                  </a:lnTo>
                  <a:lnTo>
                    <a:pt x="32787" y="62295"/>
                  </a:lnTo>
                  <a:lnTo>
                    <a:pt x="27869" y="62295"/>
                  </a:lnTo>
                  <a:lnTo>
                    <a:pt x="24590" y="63934"/>
                  </a:lnTo>
                  <a:lnTo>
                    <a:pt x="21311" y="62295"/>
                  </a:lnTo>
                  <a:lnTo>
                    <a:pt x="16393" y="62295"/>
                  </a:lnTo>
                  <a:lnTo>
                    <a:pt x="13115" y="63934"/>
                  </a:lnTo>
                  <a:lnTo>
                    <a:pt x="9836" y="63934"/>
                  </a:lnTo>
                  <a:lnTo>
                    <a:pt x="6557" y="6393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39" name="Freeform 3638">
              <a:extLst>
                <a:ext uri="{FF2B5EF4-FFF2-40B4-BE49-F238E27FC236}">
                  <a16:creationId xmlns:a16="http://schemas.microsoft.com/office/drawing/2014/main" id="{5821332F-1314-5B47-9C20-5D6D2E7018DD}"/>
                </a:ext>
              </a:extLst>
            </p:cNvPr>
            <p:cNvSpPr/>
            <p:nvPr/>
          </p:nvSpPr>
          <p:spPr>
            <a:xfrm>
              <a:off x="3296012" y="2026382"/>
              <a:ext cx="27868" cy="18032"/>
            </a:xfrm>
            <a:custGeom>
              <a:avLst/>
              <a:gdLst>
                <a:gd name="connsiteX0" fmla="*/ 1639 w 27868"/>
                <a:gd name="connsiteY0" fmla="*/ 13114 h 18032"/>
                <a:gd name="connsiteX1" fmla="*/ 4918 w 27868"/>
                <a:gd name="connsiteY1" fmla="*/ 9836 h 18032"/>
                <a:gd name="connsiteX2" fmla="*/ 8197 w 27868"/>
                <a:gd name="connsiteY2" fmla="*/ 8197 h 18032"/>
                <a:gd name="connsiteX3" fmla="*/ 11475 w 27868"/>
                <a:gd name="connsiteY3" fmla="*/ 6557 h 18032"/>
                <a:gd name="connsiteX4" fmla="*/ 16393 w 27868"/>
                <a:gd name="connsiteY4" fmla="*/ 3279 h 18032"/>
                <a:gd name="connsiteX5" fmla="*/ 19672 w 27868"/>
                <a:gd name="connsiteY5" fmla="*/ 1639 h 18032"/>
                <a:gd name="connsiteX6" fmla="*/ 22951 w 27868"/>
                <a:gd name="connsiteY6" fmla="*/ 0 h 18032"/>
                <a:gd name="connsiteX7" fmla="*/ 27869 w 27868"/>
                <a:gd name="connsiteY7" fmla="*/ 0 h 18032"/>
                <a:gd name="connsiteX8" fmla="*/ 22951 w 27868"/>
                <a:gd name="connsiteY8" fmla="*/ 1639 h 18032"/>
                <a:gd name="connsiteX9" fmla="*/ 19672 w 27868"/>
                <a:gd name="connsiteY9" fmla="*/ 1639 h 18032"/>
                <a:gd name="connsiteX10" fmla="*/ 16393 w 27868"/>
                <a:gd name="connsiteY10" fmla="*/ 3279 h 18032"/>
                <a:gd name="connsiteX11" fmla="*/ 16393 w 27868"/>
                <a:gd name="connsiteY11" fmla="*/ 3279 h 18032"/>
                <a:gd name="connsiteX12" fmla="*/ 11475 w 27868"/>
                <a:gd name="connsiteY12" fmla="*/ 6557 h 18032"/>
                <a:gd name="connsiteX13" fmla="*/ 8197 w 27868"/>
                <a:gd name="connsiteY13" fmla="*/ 8197 h 18032"/>
                <a:gd name="connsiteX14" fmla="*/ 11475 w 27868"/>
                <a:gd name="connsiteY14" fmla="*/ 6557 h 18032"/>
                <a:gd name="connsiteX15" fmla="*/ 16393 w 27868"/>
                <a:gd name="connsiteY15" fmla="*/ 3279 h 18032"/>
                <a:gd name="connsiteX16" fmla="*/ 11475 w 27868"/>
                <a:gd name="connsiteY16" fmla="*/ 8197 h 18032"/>
                <a:gd name="connsiteX17" fmla="*/ 8197 w 27868"/>
                <a:gd name="connsiteY17" fmla="*/ 9836 h 18032"/>
                <a:gd name="connsiteX18" fmla="*/ 4918 w 27868"/>
                <a:gd name="connsiteY18" fmla="*/ 11475 h 18032"/>
                <a:gd name="connsiteX19" fmla="*/ 3279 w 27868"/>
                <a:gd name="connsiteY19" fmla="*/ 13114 h 18032"/>
                <a:gd name="connsiteX20" fmla="*/ 6557 w 27868"/>
                <a:gd name="connsiteY20" fmla="*/ 16393 h 18032"/>
                <a:gd name="connsiteX21" fmla="*/ 3279 w 27868"/>
                <a:gd name="connsiteY21" fmla="*/ 18033 h 18032"/>
                <a:gd name="connsiteX22" fmla="*/ 0 w 27868"/>
                <a:gd name="connsiteY22" fmla="*/ 18033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868" h="18032">
                  <a:moveTo>
                    <a:pt x="1639" y="13114"/>
                  </a:moveTo>
                  <a:lnTo>
                    <a:pt x="4918" y="9836"/>
                  </a:lnTo>
                  <a:lnTo>
                    <a:pt x="8197" y="8197"/>
                  </a:lnTo>
                  <a:lnTo>
                    <a:pt x="11475" y="6557"/>
                  </a:lnTo>
                  <a:lnTo>
                    <a:pt x="16393" y="3279"/>
                  </a:lnTo>
                  <a:lnTo>
                    <a:pt x="19672" y="1639"/>
                  </a:lnTo>
                  <a:lnTo>
                    <a:pt x="22951" y="0"/>
                  </a:lnTo>
                  <a:lnTo>
                    <a:pt x="27869" y="0"/>
                  </a:lnTo>
                  <a:lnTo>
                    <a:pt x="22951" y="1639"/>
                  </a:lnTo>
                  <a:lnTo>
                    <a:pt x="19672" y="1639"/>
                  </a:lnTo>
                  <a:lnTo>
                    <a:pt x="16393" y="3279"/>
                  </a:lnTo>
                  <a:lnTo>
                    <a:pt x="16393" y="3279"/>
                  </a:lnTo>
                  <a:lnTo>
                    <a:pt x="11475" y="6557"/>
                  </a:lnTo>
                  <a:lnTo>
                    <a:pt x="8197" y="8197"/>
                  </a:lnTo>
                  <a:lnTo>
                    <a:pt x="11475" y="6557"/>
                  </a:lnTo>
                  <a:lnTo>
                    <a:pt x="16393" y="3279"/>
                  </a:lnTo>
                  <a:lnTo>
                    <a:pt x="11475" y="8197"/>
                  </a:lnTo>
                  <a:lnTo>
                    <a:pt x="8197" y="9836"/>
                  </a:lnTo>
                  <a:lnTo>
                    <a:pt x="4918" y="11475"/>
                  </a:lnTo>
                  <a:lnTo>
                    <a:pt x="3279" y="13114"/>
                  </a:lnTo>
                  <a:lnTo>
                    <a:pt x="6557" y="16393"/>
                  </a:lnTo>
                  <a:lnTo>
                    <a:pt x="3279" y="18033"/>
                  </a:lnTo>
                  <a:lnTo>
                    <a:pt x="0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40" name="Freeform 3639">
              <a:extLst>
                <a:ext uri="{FF2B5EF4-FFF2-40B4-BE49-F238E27FC236}">
                  <a16:creationId xmlns:a16="http://schemas.microsoft.com/office/drawing/2014/main" id="{C00164D6-02FA-2B43-815B-6454B55BBABA}"/>
                </a:ext>
              </a:extLst>
            </p:cNvPr>
            <p:cNvSpPr/>
            <p:nvPr/>
          </p:nvSpPr>
          <p:spPr>
            <a:xfrm>
              <a:off x="3300930" y="2114906"/>
              <a:ext cx="6557" cy="4918"/>
            </a:xfrm>
            <a:custGeom>
              <a:avLst/>
              <a:gdLst>
                <a:gd name="connsiteX0" fmla="*/ 6557 w 6557"/>
                <a:gd name="connsiteY0" fmla="*/ 1639 h 4918"/>
                <a:gd name="connsiteX1" fmla="*/ 3279 w 6557"/>
                <a:gd name="connsiteY1" fmla="*/ 4918 h 4918"/>
                <a:gd name="connsiteX2" fmla="*/ 0 w 6557"/>
                <a:gd name="connsiteY2" fmla="*/ 0 h 4918"/>
                <a:gd name="connsiteX3" fmla="*/ 4918 w 6557"/>
                <a:gd name="connsiteY3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4918">
                  <a:moveTo>
                    <a:pt x="6557" y="1639"/>
                  </a:moveTo>
                  <a:lnTo>
                    <a:pt x="3279" y="4918"/>
                  </a:lnTo>
                  <a:lnTo>
                    <a:pt x="0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41" name="Freeform 3640">
              <a:extLst>
                <a:ext uri="{FF2B5EF4-FFF2-40B4-BE49-F238E27FC236}">
                  <a16:creationId xmlns:a16="http://schemas.microsoft.com/office/drawing/2014/main" id="{6C50E4E1-6CF0-C34C-8995-639B5407DCFD}"/>
                </a:ext>
              </a:extLst>
            </p:cNvPr>
            <p:cNvSpPr/>
            <p:nvPr/>
          </p:nvSpPr>
          <p:spPr>
            <a:xfrm>
              <a:off x="3304209" y="2029660"/>
              <a:ext cx="8196" cy="4918"/>
            </a:xfrm>
            <a:custGeom>
              <a:avLst/>
              <a:gdLst>
                <a:gd name="connsiteX0" fmla="*/ 8197 w 8196"/>
                <a:gd name="connsiteY0" fmla="*/ 0 h 4918"/>
                <a:gd name="connsiteX1" fmla="*/ 3279 w 8196"/>
                <a:gd name="connsiteY1" fmla="*/ 3279 h 4918"/>
                <a:gd name="connsiteX2" fmla="*/ 0 w 8196"/>
                <a:gd name="connsiteY2" fmla="*/ 4918 h 4918"/>
                <a:gd name="connsiteX3" fmla="*/ 3279 w 8196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4918">
                  <a:moveTo>
                    <a:pt x="8197" y="0"/>
                  </a:moveTo>
                  <a:lnTo>
                    <a:pt x="3279" y="3279"/>
                  </a:lnTo>
                  <a:lnTo>
                    <a:pt x="0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42" name="Freeform 3641">
              <a:extLst>
                <a:ext uri="{FF2B5EF4-FFF2-40B4-BE49-F238E27FC236}">
                  <a16:creationId xmlns:a16="http://schemas.microsoft.com/office/drawing/2014/main" id="{F9CD601F-A43F-5644-BB01-5163F20D7A36}"/>
                </a:ext>
              </a:extLst>
            </p:cNvPr>
            <p:cNvSpPr/>
            <p:nvPr/>
          </p:nvSpPr>
          <p:spPr>
            <a:xfrm>
              <a:off x="3310766" y="2185397"/>
              <a:ext cx="11475" cy="1639"/>
            </a:xfrm>
            <a:custGeom>
              <a:avLst/>
              <a:gdLst>
                <a:gd name="connsiteX0" fmla="*/ 4918 w 11475"/>
                <a:gd name="connsiteY0" fmla="*/ 1639 h 1639"/>
                <a:gd name="connsiteX1" fmla="*/ 0 w 11475"/>
                <a:gd name="connsiteY1" fmla="*/ 0 h 1639"/>
                <a:gd name="connsiteX2" fmla="*/ 4918 w 11475"/>
                <a:gd name="connsiteY2" fmla="*/ 1639 h 1639"/>
                <a:gd name="connsiteX3" fmla="*/ 4918 w 11475"/>
                <a:gd name="connsiteY3" fmla="*/ 1639 h 1639"/>
                <a:gd name="connsiteX4" fmla="*/ 8197 w 11475"/>
                <a:gd name="connsiteY4" fmla="*/ 0 h 1639"/>
                <a:gd name="connsiteX5" fmla="*/ 11475 w 11475"/>
                <a:gd name="connsiteY5" fmla="*/ 0 h 1639"/>
                <a:gd name="connsiteX6" fmla="*/ 8197 w 11475"/>
                <a:gd name="connsiteY6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1639">
                  <a:moveTo>
                    <a:pt x="4918" y="1639"/>
                  </a:moveTo>
                  <a:lnTo>
                    <a:pt x="0" y="0"/>
                  </a:lnTo>
                  <a:lnTo>
                    <a:pt x="4918" y="1639"/>
                  </a:lnTo>
                  <a:lnTo>
                    <a:pt x="4918" y="1639"/>
                  </a:lnTo>
                  <a:lnTo>
                    <a:pt x="8197" y="0"/>
                  </a:lnTo>
                  <a:lnTo>
                    <a:pt x="11475" y="0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43" name="Freeform 3642">
              <a:extLst>
                <a:ext uri="{FF2B5EF4-FFF2-40B4-BE49-F238E27FC236}">
                  <a16:creationId xmlns:a16="http://schemas.microsoft.com/office/drawing/2014/main" id="{F13F4FC9-9AB9-E644-8FC9-7E41219E439F}"/>
                </a:ext>
              </a:extLst>
            </p:cNvPr>
            <p:cNvSpPr/>
            <p:nvPr/>
          </p:nvSpPr>
          <p:spPr>
            <a:xfrm>
              <a:off x="3394373" y="1855891"/>
              <a:ext cx="227867" cy="214753"/>
            </a:xfrm>
            <a:custGeom>
              <a:avLst/>
              <a:gdLst>
                <a:gd name="connsiteX0" fmla="*/ 29508 w 227867"/>
                <a:gd name="connsiteY0" fmla="*/ 170491 h 214753"/>
                <a:gd name="connsiteX1" fmla="*/ 24590 w 227867"/>
                <a:gd name="connsiteY1" fmla="*/ 170491 h 214753"/>
                <a:gd name="connsiteX2" fmla="*/ 21311 w 227867"/>
                <a:gd name="connsiteY2" fmla="*/ 170491 h 214753"/>
                <a:gd name="connsiteX3" fmla="*/ 18033 w 227867"/>
                <a:gd name="connsiteY3" fmla="*/ 172130 h 214753"/>
                <a:gd name="connsiteX4" fmla="*/ 14754 w 227867"/>
                <a:gd name="connsiteY4" fmla="*/ 172130 h 214753"/>
                <a:gd name="connsiteX5" fmla="*/ 11475 w 227867"/>
                <a:gd name="connsiteY5" fmla="*/ 172130 h 214753"/>
                <a:gd name="connsiteX6" fmla="*/ 6557 w 227867"/>
                <a:gd name="connsiteY6" fmla="*/ 172130 h 214753"/>
                <a:gd name="connsiteX7" fmla="*/ 3279 w 227867"/>
                <a:gd name="connsiteY7" fmla="*/ 173770 h 214753"/>
                <a:gd name="connsiteX8" fmla="*/ 0 w 227867"/>
                <a:gd name="connsiteY8" fmla="*/ 170491 h 214753"/>
                <a:gd name="connsiteX9" fmla="*/ 0 w 227867"/>
                <a:gd name="connsiteY9" fmla="*/ 167212 h 214753"/>
                <a:gd name="connsiteX10" fmla="*/ 1639 w 227867"/>
                <a:gd name="connsiteY10" fmla="*/ 163934 h 214753"/>
                <a:gd name="connsiteX11" fmla="*/ 0 w 227867"/>
                <a:gd name="connsiteY11" fmla="*/ 159016 h 214753"/>
                <a:gd name="connsiteX12" fmla="*/ 4918 w 227867"/>
                <a:gd name="connsiteY12" fmla="*/ 155737 h 214753"/>
                <a:gd name="connsiteX13" fmla="*/ 8197 w 227867"/>
                <a:gd name="connsiteY13" fmla="*/ 152458 h 214753"/>
                <a:gd name="connsiteX14" fmla="*/ 11475 w 227867"/>
                <a:gd name="connsiteY14" fmla="*/ 150819 h 214753"/>
                <a:gd name="connsiteX15" fmla="*/ 14754 w 227867"/>
                <a:gd name="connsiteY15" fmla="*/ 149180 h 214753"/>
                <a:gd name="connsiteX16" fmla="*/ 19672 w 227867"/>
                <a:gd name="connsiteY16" fmla="*/ 147540 h 214753"/>
                <a:gd name="connsiteX17" fmla="*/ 22951 w 227867"/>
                <a:gd name="connsiteY17" fmla="*/ 145901 h 214753"/>
                <a:gd name="connsiteX18" fmla="*/ 26229 w 227867"/>
                <a:gd name="connsiteY18" fmla="*/ 142622 h 214753"/>
                <a:gd name="connsiteX19" fmla="*/ 31148 w 227867"/>
                <a:gd name="connsiteY19" fmla="*/ 140983 h 214753"/>
                <a:gd name="connsiteX20" fmla="*/ 34426 w 227867"/>
                <a:gd name="connsiteY20" fmla="*/ 137704 h 214753"/>
                <a:gd name="connsiteX21" fmla="*/ 37705 w 227867"/>
                <a:gd name="connsiteY21" fmla="*/ 134426 h 214753"/>
                <a:gd name="connsiteX22" fmla="*/ 40983 w 227867"/>
                <a:gd name="connsiteY22" fmla="*/ 134426 h 214753"/>
                <a:gd name="connsiteX23" fmla="*/ 42623 w 227867"/>
                <a:gd name="connsiteY23" fmla="*/ 132786 h 214753"/>
                <a:gd name="connsiteX24" fmla="*/ 45901 w 227867"/>
                <a:gd name="connsiteY24" fmla="*/ 132786 h 214753"/>
                <a:gd name="connsiteX25" fmla="*/ 42623 w 227867"/>
                <a:gd name="connsiteY25" fmla="*/ 132786 h 214753"/>
                <a:gd name="connsiteX26" fmla="*/ 39344 w 227867"/>
                <a:gd name="connsiteY26" fmla="*/ 132786 h 214753"/>
                <a:gd name="connsiteX27" fmla="*/ 36065 w 227867"/>
                <a:gd name="connsiteY27" fmla="*/ 131147 h 214753"/>
                <a:gd name="connsiteX28" fmla="*/ 32787 w 227867"/>
                <a:gd name="connsiteY28" fmla="*/ 131147 h 214753"/>
                <a:gd name="connsiteX29" fmla="*/ 27869 w 227867"/>
                <a:gd name="connsiteY29" fmla="*/ 131147 h 214753"/>
                <a:gd name="connsiteX30" fmla="*/ 24590 w 227867"/>
                <a:gd name="connsiteY30" fmla="*/ 132786 h 214753"/>
                <a:gd name="connsiteX31" fmla="*/ 21311 w 227867"/>
                <a:gd name="connsiteY31" fmla="*/ 132786 h 214753"/>
                <a:gd name="connsiteX32" fmla="*/ 18033 w 227867"/>
                <a:gd name="connsiteY32" fmla="*/ 132786 h 214753"/>
                <a:gd name="connsiteX33" fmla="*/ 18033 w 227867"/>
                <a:gd name="connsiteY33" fmla="*/ 129508 h 214753"/>
                <a:gd name="connsiteX34" fmla="*/ 22951 w 227867"/>
                <a:gd name="connsiteY34" fmla="*/ 127868 h 214753"/>
                <a:gd name="connsiteX35" fmla="*/ 26229 w 227867"/>
                <a:gd name="connsiteY35" fmla="*/ 126229 h 214753"/>
                <a:gd name="connsiteX36" fmla="*/ 29508 w 227867"/>
                <a:gd name="connsiteY36" fmla="*/ 124590 h 214753"/>
                <a:gd name="connsiteX37" fmla="*/ 34426 w 227867"/>
                <a:gd name="connsiteY37" fmla="*/ 121311 h 214753"/>
                <a:gd name="connsiteX38" fmla="*/ 29508 w 227867"/>
                <a:gd name="connsiteY38" fmla="*/ 124590 h 214753"/>
                <a:gd name="connsiteX39" fmla="*/ 26229 w 227867"/>
                <a:gd name="connsiteY39" fmla="*/ 127868 h 214753"/>
                <a:gd name="connsiteX40" fmla="*/ 29508 w 227867"/>
                <a:gd name="connsiteY40" fmla="*/ 127868 h 214753"/>
                <a:gd name="connsiteX41" fmla="*/ 34426 w 227867"/>
                <a:gd name="connsiteY41" fmla="*/ 129508 h 214753"/>
                <a:gd name="connsiteX42" fmla="*/ 36065 w 227867"/>
                <a:gd name="connsiteY42" fmla="*/ 126229 h 214753"/>
                <a:gd name="connsiteX43" fmla="*/ 37705 w 227867"/>
                <a:gd name="connsiteY43" fmla="*/ 122950 h 214753"/>
                <a:gd name="connsiteX44" fmla="*/ 42623 w 227867"/>
                <a:gd name="connsiteY44" fmla="*/ 118032 h 214753"/>
                <a:gd name="connsiteX45" fmla="*/ 45901 w 227867"/>
                <a:gd name="connsiteY45" fmla="*/ 114754 h 214753"/>
                <a:gd name="connsiteX46" fmla="*/ 47541 w 227867"/>
                <a:gd name="connsiteY46" fmla="*/ 111475 h 214753"/>
                <a:gd name="connsiteX47" fmla="*/ 50820 w 227867"/>
                <a:gd name="connsiteY47" fmla="*/ 108196 h 214753"/>
                <a:gd name="connsiteX48" fmla="*/ 55738 w 227867"/>
                <a:gd name="connsiteY48" fmla="*/ 108196 h 214753"/>
                <a:gd name="connsiteX49" fmla="*/ 59016 w 227867"/>
                <a:gd name="connsiteY49" fmla="*/ 108196 h 214753"/>
                <a:gd name="connsiteX50" fmla="*/ 62295 w 227867"/>
                <a:gd name="connsiteY50" fmla="*/ 111475 h 214753"/>
                <a:gd name="connsiteX51" fmla="*/ 65573 w 227867"/>
                <a:gd name="connsiteY51" fmla="*/ 113114 h 214753"/>
                <a:gd name="connsiteX52" fmla="*/ 67213 w 227867"/>
                <a:gd name="connsiteY52" fmla="*/ 111475 h 214753"/>
                <a:gd name="connsiteX53" fmla="*/ 63934 w 227867"/>
                <a:gd name="connsiteY53" fmla="*/ 111475 h 214753"/>
                <a:gd name="connsiteX54" fmla="*/ 62295 w 227867"/>
                <a:gd name="connsiteY54" fmla="*/ 108196 h 214753"/>
                <a:gd name="connsiteX55" fmla="*/ 65573 w 227867"/>
                <a:gd name="connsiteY55" fmla="*/ 106557 h 214753"/>
                <a:gd name="connsiteX56" fmla="*/ 68852 w 227867"/>
                <a:gd name="connsiteY56" fmla="*/ 106557 h 214753"/>
                <a:gd name="connsiteX57" fmla="*/ 65573 w 227867"/>
                <a:gd name="connsiteY57" fmla="*/ 104918 h 214753"/>
                <a:gd name="connsiteX58" fmla="*/ 68852 w 227867"/>
                <a:gd name="connsiteY58" fmla="*/ 101639 h 214753"/>
                <a:gd name="connsiteX59" fmla="*/ 65573 w 227867"/>
                <a:gd name="connsiteY59" fmla="*/ 101639 h 214753"/>
                <a:gd name="connsiteX60" fmla="*/ 62295 w 227867"/>
                <a:gd name="connsiteY60" fmla="*/ 101639 h 214753"/>
                <a:gd name="connsiteX61" fmla="*/ 62295 w 227867"/>
                <a:gd name="connsiteY61" fmla="*/ 96721 h 214753"/>
                <a:gd name="connsiteX62" fmla="*/ 63934 w 227867"/>
                <a:gd name="connsiteY62" fmla="*/ 93442 h 214753"/>
                <a:gd name="connsiteX63" fmla="*/ 67213 w 227867"/>
                <a:gd name="connsiteY63" fmla="*/ 90164 h 214753"/>
                <a:gd name="connsiteX64" fmla="*/ 72131 w 227867"/>
                <a:gd name="connsiteY64" fmla="*/ 88524 h 214753"/>
                <a:gd name="connsiteX65" fmla="*/ 75410 w 227867"/>
                <a:gd name="connsiteY65" fmla="*/ 88524 h 214753"/>
                <a:gd name="connsiteX66" fmla="*/ 75410 w 227867"/>
                <a:gd name="connsiteY66" fmla="*/ 91803 h 214753"/>
                <a:gd name="connsiteX67" fmla="*/ 78688 w 227867"/>
                <a:gd name="connsiteY67" fmla="*/ 90164 h 214753"/>
                <a:gd name="connsiteX68" fmla="*/ 77049 w 227867"/>
                <a:gd name="connsiteY68" fmla="*/ 86885 h 214753"/>
                <a:gd name="connsiteX69" fmla="*/ 77049 w 227867"/>
                <a:gd name="connsiteY69" fmla="*/ 81967 h 214753"/>
                <a:gd name="connsiteX70" fmla="*/ 78688 w 227867"/>
                <a:gd name="connsiteY70" fmla="*/ 78688 h 214753"/>
                <a:gd name="connsiteX71" fmla="*/ 83606 w 227867"/>
                <a:gd name="connsiteY71" fmla="*/ 75410 h 214753"/>
                <a:gd name="connsiteX72" fmla="*/ 86885 w 227867"/>
                <a:gd name="connsiteY72" fmla="*/ 72131 h 214753"/>
                <a:gd name="connsiteX73" fmla="*/ 88524 w 227867"/>
                <a:gd name="connsiteY73" fmla="*/ 68852 h 214753"/>
                <a:gd name="connsiteX74" fmla="*/ 93442 w 227867"/>
                <a:gd name="connsiteY74" fmla="*/ 63934 h 214753"/>
                <a:gd name="connsiteX75" fmla="*/ 96721 w 227867"/>
                <a:gd name="connsiteY75" fmla="*/ 60655 h 214753"/>
                <a:gd name="connsiteX76" fmla="*/ 98360 w 227867"/>
                <a:gd name="connsiteY76" fmla="*/ 57377 h 214753"/>
                <a:gd name="connsiteX77" fmla="*/ 101639 w 227867"/>
                <a:gd name="connsiteY77" fmla="*/ 54098 h 214753"/>
                <a:gd name="connsiteX78" fmla="*/ 104918 w 227867"/>
                <a:gd name="connsiteY78" fmla="*/ 49180 h 214753"/>
                <a:gd name="connsiteX79" fmla="*/ 108196 w 227867"/>
                <a:gd name="connsiteY79" fmla="*/ 45901 h 214753"/>
                <a:gd name="connsiteX80" fmla="*/ 113114 w 227867"/>
                <a:gd name="connsiteY80" fmla="*/ 42623 h 214753"/>
                <a:gd name="connsiteX81" fmla="*/ 116393 w 227867"/>
                <a:gd name="connsiteY81" fmla="*/ 42623 h 214753"/>
                <a:gd name="connsiteX82" fmla="*/ 113114 w 227867"/>
                <a:gd name="connsiteY82" fmla="*/ 39344 h 214753"/>
                <a:gd name="connsiteX83" fmla="*/ 116393 w 227867"/>
                <a:gd name="connsiteY83" fmla="*/ 37705 h 214753"/>
                <a:gd name="connsiteX84" fmla="*/ 121311 w 227867"/>
                <a:gd name="connsiteY84" fmla="*/ 36065 h 214753"/>
                <a:gd name="connsiteX85" fmla="*/ 124590 w 227867"/>
                <a:gd name="connsiteY85" fmla="*/ 34426 h 214753"/>
                <a:gd name="connsiteX86" fmla="*/ 127868 w 227867"/>
                <a:gd name="connsiteY86" fmla="*/ 31148 h 214753"/>
                <a:gd name="connsiteX87" fmla="*/ 131147 w 227867"/>
                <a:gd name="connsiteY87" fmla="*/ 27869 h 214753"/>
                <a:gd name="connsiteX88" fmla="*/ 132786 w 227867"/>
                <a:gd name="connsiteY88" fmla="*/ 22951 h 214753"/>
                <a:gd name="connsiteX89" fmla="*/ 137704 w 227867"/>
                <a:gd name="connsiteY89" fmla="*/ 21311 h 214753"/>
                <a:gd name="connsiteX90" fmla="*/ 140983 w 227867"/>
                <a:gd name="connsiteY90" fmla="*/ 18033 h 214753"/>
                <a:gd name="connsiteX91" fmla="*/ 142622 w 227867"/>
                <a:gd name="connsiteY91" fmla="*/ 14754 h 214753"/>
                <a:gd name="connsiteX92" fmla="*/ 145901 w 227867"/>
                <a:gd name="connsiteY92" fmla="*/ 11475 h 214753"/>
                <a:gd name="connsiteX93" fmla="*/ 150819 w 227867"/>
                <a:gd name="connsiteY93" fmla="*/ 9836 h 214753"/>
                <a:gd name="connsiteX94" fmla="*/ 154098 w 227867"/>
                <a:gd name="connsiteY94" fmla="*/ 8197 h 214753"/>
                <a:gd name="connsiteX95" fmla="*/ 157376 w 227867"/>
                <a:gd name="connsiteY95" fmla="*/ 8197 h 214753"/>
                <a:gd name="connsiteX96" fmla="*/ 160655 w 227867"/>
                <a:gd name="connsiteY96" fmla="*/ 6557 h 214753"/>
                <a:gd name="connsiteX97" fmla="*/ 165573 w 227867"/>
                <a:gd name="connsiteY97" fmla="*/ 4918 h 214753"/>
                <a:gd name="connsiteX98" fmla="*/ 168852 w 227867"/>
                <a:gd name="connsiteY98" fmla="*/ 3279 h 214753"/>
                <a:gd name="connsiteX99" fmla="*/ 172130 w 227867"/>
                <a:gd name="connsiteY99" fmla="*/ 1639 h 214753"/>
                <a:gd name="connsiteX100" fmla="*/ 177048 w 227867"/>
                <a:gd name="connsiteY100" fmla="*/ 0 h 214753"/>
                <a:gd name="connsiteX101" fmla="*/ 177048 w 227867"/>
                <a:gd name="connsiteY101" fmla="*/ 3279 h 214753"/>
                <a:gd name="connsiteX102" fmla="*/ 180327 w 227867"/>
                <a:gd name="connsiteY102" fmla="*/ 4918 h 214753"/>
                <a:gd name="connsiteX103" fmla="*/ 181966 w 227867"/>
                <a:gd name="connsiteY103" fmla="*/ 1639 h 214753"/>
                <a:gd name="connsiteX104" fmla="*/ 185245 w 227867"/>
                <a:gd name="connsiteY104" fmla="*/ 0 h 214753"/>
                <a:gd name="connsiteX105" fmla="*/ 188524 w 227867"/>
                <a:gd name="connsiteY105" fmla="*/ 0 h 214753"/>
                <a:gd name="connsiteX106" fmla="*/ 190163 w 227867"/>
                <a:gd name="connsiteY106" fmla="*/ 4918 h 214753"/>
                <a:gd name="connsiteX107" fmla="*/ 186885 w 227867"/>
                <a:gd name="connsiteY107" fmla="*/ 8197 h 214753"/>
                <a:gd name="connsiteX108" fmla="*/ 183606 w 227867"/>
                <a:gd name="connsiteY108" fmla="*/ 9836 h 214753"/>
                <a:gd name="connsiteX109" fmla="*/ 180327 w 227867"/>
                <a:gd name="connsiteY109" fmla="*/ 13115 h 214753"/>
                <a:gd name="connsiteX110" fmla="*/ 175409 w 227867"/>
                <a:gd name="connsiteY110" fmla="*/ 11475 h 214753"/>
                <a:gd name="connsiteX111" fmla="*/ 172130 w 227867"/>
                <a:gd name="connsiteY111" fmla="*/ 11475 h 214753"/>
                <a:gd name="connsiteX112" fmla="*/ 168852 w 227867"/>
                <a:gd name="connsiteY112" fmla="*/ 9836 h 214753"/>
                <a:gd name="connsiteX113" fmla="*/ 167212 w 227867"/>
                <a:gd name="connsiteY113" fmla="*/ 13115 h 214753"/>
                <a:gd name="connsiteX114" fmla="*/ 165573 w 227867"/>
                <a:gd name="connsiteY114" fmla="*/ 18033 h 214753"/>
                <a:gd name="connsiteX115" fmla="*/ 168852 w 227867"/>
                <a:gd name="connsiteY115" fmla="*/ 18033 h 214753"/>
                <a:gd name="connsiteX116" fmla="*/ 173770 w 227867"/>
                <a:gd name="connsiteY116" fmla="*/ 16393 h 214753"/>
                <a:gd name="connsiteX117" fmla="*/ 173770 w 227867"/>
                <a:gd name="connsiteY117" fmla="*/ 21311 h 214753"/>
                <a:gd name="connsiteX118" fmla="*/ 170491 w 227867"/>
                <a:gd name="connsiteY118" fmla="*/ 22951 h 214753"/>
                <a:gd name="connsiteX119" fmla="*/ 168852 w 227867"/>
                <a:gd name="connsiteY119" fmla="*/ 26229 h 214753"/>
                <a:gd name="connsiteX120" fmla="*/ 165573 w 227867"/>
                <a:gd name="connsiteY120" fmla="*/ 31148 h 214753"/>
                <a:gd name="connsiteX121" fmla="*/ 162294 w 227867"/>
                <a:gd name="connsiteY121" fmla="*/ 32787 h 214753"/>
                <a:gd name="connsiteX122" fmla="*/ 157376 w 227867"/>
                <a:gd name="connsiteY122" fmla="*/ 36065 h 214753"/>
                <a:gd name="connsiteX123" fmla="*/ 157376 w 227867"/>
                <a:gd name="connsiteY123" fmla="*/ 32787 h 214753"/>
                <a:gd name="connsiteX124" fmla="*/ 154098 w 227867"/>
                <a:gd name="connsiteY124" fmla="*/ 36065 h 214753"/>
                <a:gd name="connsiteX125" fmla="*/ 154098 w 227867"/>
                <a:gd name="connsiteY125" fmla="*/ 39344 h 214753"/>
                <a:gd name="connsiteX126" fmla="*/ 150819 w 227867"/>
                <a:gd name="connsiteY126" fmla="*/ 42623 h 214753"/>
                <a:gd name="connsiteX127" fmla="*/ 145901 w 227867"/>
                <a:gd name="connsiteY127" fmla="*/ 45901 h 214753"/>
                <a:gd name="connsiteX128" fmla="*/ 142622 w 227867"/>
                <a:gd name="connsiteY128" fmla="*/ 50820 h 214753"/>
                <a:gd name="connsiteX129" fmla="*/ 139344 w 227867"/>
                <a:gd name="connsiteY129" fmla="*/ 52459 h 214753"/>
                <a:gd name="connsiteX130" fmla="*/ 136065 w 227867"/>
                <a:gd name="connsiteY130" fmla="*/ 55738 h 214753"/>
                <a:gd name="connsiteX131" fmla="*/ 132786 w 227867"/>
                <a:gd name="connsiteY131" fmla="*/ 60655 h 214753"/>
                <a:gd name="connsiteX132" fmla="*/ 129508 w 227867"/>
                <a:gd name="connsiteY132" fmla="*/ 62295 h 214753"/>
                <a:gd name="connsiteX133" fmla="*/ 124590 w 227867"/>
                <a:gd name="connsiteY133" fmla="*/ 65573 h 214753"/>
                <a:gd name="connsiteX134" fmla="*/ 121311 w 227867"/>
                <a:gd name="connsiteY134" fmla="*/ 68852 h 214753"/>
                <a:gd name="connsiteX135" fmla="*/ 121311 w 227867"/>
                <a:gd name="connsiteY135" fmla="*/ 72131 h 214753"/>
                <a:gd name="connsiteX136" fmla="*/ 118032 w 227867"/>
                <a:gd name="connsiteY136" fmla="*/ 75410 h 214753"/>
                <a:gd name="connsiteX137" fmla="*/ 114754 w 227867"/>
                <a:gd name="connsiteY137" fmla="*/ 78688 h 214753"/>
                <a:gd name="connsiteX138" fmla="*/ 116393 w 227867"/>
                <a:gd name="connsiteY138" fmla="*/ 81967 h 214753"/>
                <a:gd name="connsiteX139" fmla="*/ 113114 w 227867"/>
                <a:gd name="connsiteY139" fmla="*/ 85245 h 214753"/>
                <a:gd name="connsiteX140" fmla="*/ 118032 w 227867"/>
                <a:gd name="connsiteY140" fmla="*/ 81967 h 214753"/>
                <a:gd name="connsiteX141" fmla="*/ 121311 w 227867"/>
                <a:gd name="connsiteY141" fmla="*/ 78688 h 214753"/>
                <a:gd name="connsiteX142" fmla="*/ 124590 w 227867"/>
                <a:gd name="connsiteY142" fmla="*/ 75410 h 214753"/>
                <a:gd name="connsiteX143" fmla="*/ 127868 w 227867"/>
                <a:gd name="connsiteY143" fmla="*/ 73770 h 214753"/>
                <a:gd name="connsiteX144" fmla="*/ 132786 w 227867"/>
                <a:gd name="connsiteY144" fmla="*/ 72131 h 214753"/>
                <a:gd name="connsiteX145" fmla="*/ 136065 w 227867"/>
                <a:gd name="connsiteY145" fmla="*/ 68852 h 214753"/>
                <a:gd name="connsiteX146" fmla="*/ 136065 w 227867"/>
                <a:gd name="connsiteY146" fmla="*/ 68852 h 214753"/>
                <a:gd name="connsiteX147" fmla="*/ 139344 w 227867"/>
                <a:gd name="connsiteY147" fmla="*/ 65573 h 214753"/>
                <a:gd name="connsiteX148" fmla="*/ 142622 w 227867"/>
                <a:gd name="connsiteY148" fmla="*/ 62295 h 214753"/>
                <a:gd name="connsiteX149" fmla="*/ 144262 w 227867"/>
                <a:gd name="connsiteY149" fmla="*/ 67213 h 214753"/>
                <a:gd name="connsiteX150" fmla="*/ 142622 w 227867"/>
                <a:gd name="connsiteY150" fmla="*/ 68852 h 214753"/>
                <a:gd name="connsiteX151" fmla="*/ 144262 w 227867"/>
                <a:gd name="connsiteY151" fmla="*/ 68852 h 214753"/>
                <a:gd name="connsiteX152" fmla="*/ 147540 w 227867"/>
                <a:gd name="connsiteY152" fmla="*/ 68852 h 214753"/>
                <a:gd name="connsiteX153" fmla="*/ 147540 w 227867"/>
                <a:gd name="connsiteY153" fmla="*/ 68852 h 214753"/>
                <a:gd name="connsiteX154" fmla="*/ 150819 w 227867"/>
                <a:gd name="connsiteY154" fmla="*/ 67213 h 214753"/>
                <a:gd name="connsiteX155" fmla="*/ 152458 w 227867"/>
                <a:gd name="connsiteY155" fmla="*/ 68852 h 214753"/>
                <a:gd name="connsiteX156" fmla="*/ 155737 w 227867"/>
                <a:gd name="connsiteY156" fmla="*/ 70492 h 214753"/>
                <a:gd name="connsiteX157" fmla="*/ 160655 w 227867"/>
                <a:gd name="connsiteY157" fmla="*/ 70492 h 214753"/>
                <a:gd name="connsiteX158" fmla="*/ 162294 w 227867"/>
                <a:gd name="connsiteY158" fmla="*/ 68852 h 214753"/>
                <a:gd name="connsiteX159" fmla="*/ 163934 w 227867"/>
                <a:gd name="connsiteY159" fmla="*/ 67213 h 214753"/>
                <a:gd name="connsiteX160" fmla="*/ 163934 w 227867"/>
                <a:gd name="connsiteY160" fmla="*/ 68852 h 214753"/>
                <a:gd name="connsiteX161" fmla="*/ 162294 w 227867"/>
                <a:gd name="connsiteY161" fmla="*/ 72131 h 214753"/>
                <a:gd name="connsiteX162" fmla="*/ 159016 w 227867"/>
                <a:gd name="connsiteY162" fmla="*/ 73770 h 214753"/>
                <a:gd name="connsiteX163" fmla="*/ 154098 w 227867"/>
                <a:gd name="connsiteY163" fmla="*/ 75410 h 214753"/>
                <a:gd name="connsiteX164" fmla="*/ 150819 w 227867"/>
                <a:gd name="connsiteY164" fmla="*/ 77049 h 214753"/>
                <a:gd name="connsiteX165" fmla="*/ 147540 w 227867"/>
                <a:gd name="connsiteY165" fmla="*/ 78688 h 214753"/>
                <a:gd name="connsiteX166" fmla="*/ 144262 w 227867"/>
                <a:gd name="connsiteY166" fmla="*/ 78688 h 214753"/>
                <a:gd name="connsiteX167" fmla="*/ 140983 w 227867"/>
                <a:gd name="connsiteY167" fmla="*/ 81967 h 214753"/>
                <a:gd name="connsiteX168" fmla="*/ 136065 w 227867"/>
                <a:gd name="connsiteY168" fmla="*/ 85245 h 214753"/>
                <a:gd name="connsiteX169" fmla="*/ 140983 w 227867"/>
                <a:gd name="connsiteY169" fmla="*/ 83606 h 214753"/>
                <a:gd name="connsiteX170" fmla="*/ 144262 w 227867"/>
                <a:gd name="connsiteY170" fmla="*/ 81967 h 214753"/>
                <a:gd name="connsiteX171" fmla="*/ 147540 w 227867"/>
                <a:gd name="connsiteY171" fmla="*/ 81967 h 214753"/>
                <a:gd name="connsiteX172" fmla="*/ 144262 w 227867"/>
                <a:gd name="connsiteY172" fmla="*/ 85245 h 214753"/>
                <a:gd name="connsiteX173" fmla="*/ 140983 w 227867"/>
                <a:gd name="connsiteY173" fmla="*/ 88524 h 214753"/>
                <a:gd name="connsiteX174" fmla="*/ 137704 w 227867"/>
                <a:gd name="connsiteY174" fmla="*/ 90164 h 214753"/>
                <a:gd name="connsiteX175" fmla="*/ 134426 w 227867"/>
                <a:gd name="connsiteY175" fmla="*/ 93442 h 214753"/>
                <a:gd name="connsiteX176" fmla="*/ 137704 w 227867"/>
                <a:gd name="connsiteY176" fmla="*/ 91803 h 214753"/>
                <a:gd name="connsiteX177" fmla="*/ 142622 w 227867"/>
                <a:gd name="connsiteY177" fmla="*/ 90164 h 214753"/>
                <a:gd name="connsiteX178" fmla="*/ 145901 w 227867"/>
                <a:gd name="connsiteY178" fmla="*/ 88524 h 214753"/>
                <a:gd name="connsiteX179" fmla="*/ 149180 w 227867"/>
                <a:gd name="connsiteY179" fmla="*/ 91803 h 214753"/>
                <a:gd name="connsiteX180" fmla="*/ 154098 w 227867"/>
                <a:gd name="connsiteY180" fmla="*/ 91803 h 214753"/>
                <a:gd name="connsiteX181" fmla="*/ 152458 w 227867"/>
                <a:gd name="connsiteY181" fmla="*/ 95082 h 214753"/>
                <a:gd name="connsiteX182" fmla="*/ 152458 w 227867"/>
                <a:gd name="connsiteY182" fmla="*/ 96721 h 214753"/>
                <a:gd name="connsiteX183" fmla="*/ 155737 w 227867"/>
                <a:gd name="connsiteY183" fmla="*/ 91803 h 214753"/>
                <a:gd name="connsiteX184" fmla="*/ 159016 w 227867"/>
                <a:gd name="connsiteY184" fmla="*/ 90164 h 214753"/>
                <a:gd name="connsiteX185" fmla="*/ 159016 w 227867"/>
                <a:gd name="connsiteY185" fmla="*/ 93442 h 214753"/>
                <a:gd name="connsiteX186" fmla="*/ 160655 w 227867"/>
                <a:gd name="connsiteY186" fmla="*/ 98360 h 214753"/>
                <a:gd name="connsiteX187" fmla="*/ 163934 w 227867"/>
                <a:gd name="connsiteY187" fmla="*/ 95082 h 214753"/>
                <a:gd name="connsiteX188" fmla="*/ 163934 w 227867"/>
                <a:gd name="connsiteY188" fmla="*/ 91803 h 214753"/>
                <a:gd name="connsiteX189" fmla="*/ 167212 w 227867"/>
                <a:gd name="connsiteY189" fmla="*/ 88524 h 214753"/>
                <a:gd name="connsiteX190" fmla="*/ 167212 w 227867"/>
                <a:gd name="connsiteY190" fmla="*/ 91803 h 214753"/>
                <a:gd name="connsiteX191" fmla="*/ 163934 w 227867"/>
                <a:gd name="connsiteY191" fmla="*/ 95082 h 214753"/>
                <a:gd name="connsiteX192" fmla="*/ 162294 w 227867"/>
                <a:gd name="connsiteY192" fmla="*/ 98360 h 214753"/>
                <a:gd name="connsiteX193" fmla="*/ 159016 w 227867"/>
                <a:gd name="connsiteY193" fmla="*/ 101639 h 214753"/>
                <a:gd name="connsiteX194" fmla="*/ 157376 w 227867"/>
                <a:gd name="connsiteY194" fmla="*/ 104918 h 214753"/>
                <a:gd name="connsiteX195" fmla="*/ 154098 w 227867"/>
                <a:gd name="connsiteY195" fmla="*/ 109836 h 214753"/>
                <a:gd name="connsiteX196" fmla="*/ 154098 w 227867"/>
                <a:gd name="connsiteY196" fmla="*/ 109836 h 214753"/>
                <a:gd name="connsiteX197" fmla="*/ 154098 w 227867"/>
                <a:gd name="connsiteY197" fmla="*/ 109836 h 214753"/>
                <a:gd name="connsiteX198" fmla="*/ 157376 w 227867"/>
                <a:gd name="connsiteY198" fmla="*/ 108196 h 214753"/>
                <a:gd name="connsiteX199" fmla="*/ 160655 w 227867"/>
                <a:gd name="connsiteY199" fmla="*/ 106557 h 214753"/>
                <a:gd name="connsiteX200" fmla="*/ 159016 w 227867"/>
                <a:gd name="connsiteY200" fmla="*/ 103278 h 214753"/>
                <a:gd name="connsiteX201" fmla="*/ 163934 w 227867"/>
                <a:gd name="connsiteY201" fmla="*/ 100000 h 214753"/>
                <a:gd name="connsiteX202" fmla="*/ 167212 w 227867"/>
                <a:gd name="connsiteY202" fmla="*/ 100000 h 214753"/>
                <a:gd name="connsiteX203" fmla="*/ 170491 w 227867"/>
                <a:gd name="connsiteY203" fmla="*/ 100000 h 214753"/>
                <a:gd name="connsiteX204" fmla="*/ 173770 w 227867"/>
                <a:gd name="connsiteY204" fmla="*/ 100000 h 214753"/>
                <a:gd name="connsiteX205" fmla="*/ 175409 w 227867"/>
                <a:gd name="connsiteY205" fmla="*/ 95082 h 214753"/>
                <a:gd name="connsiteX206" fmla="*/ 175409 w 227867"/>
                <a:gd name="connsiteY206" fmla="*/ 100000 h 214753"/>
                <a:gd name="connsiteX207" fmla="*/ 178688 w 227867"/>
                <a:gd name="connsiteY207" fmla="*/ 96721 h 214753"/>
                <a:gd name="connsiteX208" fmla="*/ 183606 w 227867"/>
                <a:gd name="connsiteY208" fmla="*/ 95082 h 214753"/>
                <a:gd name="connsiteX209" fmla="*/ 186885 w 227867"/>
                <a:gd name="connsiteY209" fmla="*/ 90164 h 214753"/>
                <a:gd name="connsiteX210" fmla="*/ 190163 w 227867"/>
                <a:gd name="connsiteY210" fmla="*/ 88524 h 214753"/>
                <a:gd name="connsiteX211" fmla="*/ 190163 w 227867"/>
                <a:gd name="connsiteY211" fmla="*/ 91803 h 214753"/>
                <a:gd name="connsiteX212" fmla="*/ 188524 w 227867"/>
                <a:gd name="connsiteY212" fmla="*/ 96721 h 214753"/>
                <a:gd name="connsiteX213" fmla="*/ 186885 w 227867"/>
                <a:gd name="connsiteY213" fmla="*/ 100000 h 214753"/>
                <a:gd name="connsiteX214" fmla="*/ 186885 w 227867"/>
                <a:gd name="connsiteY214" fmla="*/ 100000 h 214753"/>
                <a:gd name="connsiteX215" fmla="*/ 190163 w 227867"/>
                <a:gd name="connsiteY215" fmla="*/ 96721 h 214753"/>
                <a:gd name="connsiteX216" fmla="*/ 193442 w 227867"/>
                <a:gd name="connsiteY216" fmla="*/ 93442 h 214753"/>
                <a:gd name="connsiteX217" fmla="*/ 196720 w 227867"/>
                <a:gd name="connsiteY217" fmla="*/ 93442 h 214753"/>
                <a:gd name="connsiteX218" fmla="*/ 199999 w 227867"/>
                <a:gd name="connsiteY218" fmla="*/ 93442 h 214753"/>
                <a:gd name="connsiteX219" fmla="*/ 204917 w 227867"/>
                <a:gd name="connsiteY219" fmla="*/ 91803 h 214753"/>
                <a:gd name="connsiteX220" fmla="*/ 208196 w 227867"/>
                <a:gd name="connsiteY220" fmla="*/ 91803 h 214753"/>
                <a:gd name="connsiteX221" fmla="*/ 211475 w 227867"/>
                <a:gd name="connsiteY221" fmla="*/ 93442 h 214753"/>
                <a:gd name="connsiteX222" fmla="*/ 214753 w 227867"/>
                <a:gd name="connsiteY222" fmla="*/ 95082 h 214753"/>
                <a:gd name="connsiteX223" fmla="*/ 218032 w 227867"/>
                <a:gd name="connsiteY223" fmla="*/ 100000 h 214753"/>
                <a:gd name="connsiteX224" fmla="*/ 221310 w 227867"/>
                <a:gd name="connsiteY224" fmla="*/ 100000 h 214753"/>
                <a:gd name="connsiteX225" fmla="*/ 218032 w 227867"/>
                <a:gd name="connsiteY225" fmla="*/ 103278 h 214753"/>
                <a:gd name="connsiteX226" fmla="*/ 214753 w 227867"/>
                <a:gd name="connsiteY226" fmla="*/ 106557 h 214753"/>
                <a:gd name="connsiteX227" fmla="*/ 209835 w 227867"/>
                <a:gd name="connsiteY227" fmla="*/ 109836 h 214753"/>
                <a:gd name="connsiteX228" fmla="*/ 206557 w 227867"/>
                <a:gd name="connsiteY228" fmla="*/ 109836 h 214753"/>
                <a:gd name="connsiteX229" fmla="*/ 203278 w 227867"/>
                <a:gd name="connsiteY229" fmla="*/ 113114 h 214753"/>
                <a:gd name="connsiteX230" fmla="*/ 198360 w 227867"/>
                <a:gd name="connsiteY230" fmla="*/ 116393 h 214753"/>
                <a:gd name="connsiteX231" fmla="*/ 195081 w 227867"/>
                <a:gd name="connsiteY231" fmla="*/ 118032 h 214753"/>
                <a:gd name="connsiteX232" fmla="*/ 191802 w 227867"/>
                <a:gd name="connsiteY232" fmla="*/ 119672 h 214753"/>
                <a:gd name="connsiteX233" fmla="*/ 195081 w 227867"/>
                <a:gd name="connsiteY233" fmla="*/ 119672 h 214753"/>
                <a:gd name="connsiteX234" fmla="*/ 198360 w 227867"/>
                <a:gd name="connsiteY234" fmla="*/ 118032 h 214753"/>
                <a:gd name="connsiteX235" fmla="*/ 203278 w 227867"/>
                <a:gd name="connsiteY235" fmla="*/ 118032 h 214753"/>
                <a:gd name="connsiteX236" fmla="*/ 199999 w 227867"/>
                <a:gd name="connsiteY236" fmla="*/ 122950 h 214753"/>
                <a:gd name="connsiteX237" fmla="*/ 196720 w 227867"/>
                <a:gd name="connsiteY237" fmla="*/ 121311 h 214753"/>
                <a:gd name="connsiteX238" fmla="*/ 196720 w 227867"/>
                <a:gd name="connsiteY238" fmla="*/ 126229 h 214753"/>
                <a:gd name="connsiteX239" fmla="*/ 196720 w 227867"/>
                <a:gd name="connsiteY239" fmla="*/ 127868 h 214753"/>
                <a:gd name="connsiteX240" fmla="*/ 199999 w 227867"/>
                <a:gd name="connsiteY240" fmla="*/ 126229 h 214753"/>
                <a:gd name="connsiteX241" fmla="*/ 201638 w 227867"/>
                <a:gd name="connsiteY241" fmla="*/ 121311 h 214753"/>
                <a:gd name="connsiteX242" fmla="*/ 203278 w 227867"/>
                <a:gd name="connsiteY242" fmla="*/ 126229 h 214753"/>
                <a:gd name="connsiteX243" fmla="*/ 208196 w 227867"/>
                <a:gd name="connsiteY243" fmla="*/ 124590 h 214753"/>
                <a:gd name="connsiteX244" fmla="*/ 203278 w 227867"/>
                <a:gd name="connsiteY244" fmla="*/ 127868 h 214753"/>
                <a:gd name="connsiteX245" fmla="*/ 199999 w 227867"/>
                <a:gd name="connsiteY245" fmla="*/ 129508 h 214753"/>
                <a:gd name="connsiteX246" fmla="*/ 195081 w 227867"/>
                <a:gd name="connsiteY246" fmla="*/ 129508 h 214753"/>
                <a:gd name="connsiteX247" fmla="*/ 199999 w 227867"/>
                <a:gd name="connsiteY247" fmla="*/ 129508 h 214753"/>
                <a:gd name="connsiteX248" fmla="*/ 195081 w 227867"/>
                <a:gd name="connsiteY248" fmla="*/ 132786 h 214753"/>
                <a:gd name="connsiteX249" fmla="*/ 191802 w 227867"/>
                <a:gd name="connsiteY249" fmla="*/ 134426 h 214753"/>
                <a:gd name="connsiteX250" fmla="*/ 188524 w 227867"/>
                <a:gd name="connsiteY250" fmla="*/ 136065 h 214753"/>
                <a:gd name="connsiteX251" fmla="*/ 186885 w 227867"/>
                <a:gd name="connsiteY251" fmla="*/ 139344 h 214753"/>
                <a:gd name="connsiteX252" fmla="*/ 190163 w 227867"/>
                <a:gd name="connsiteY252" fmla="*/ 137704 h 214753"/>
                <a:gd name="connsiteX253" fmla="*/ 193442 w 227867"/>
                <a:gd name="connsiteY253" fmla="*/ 136065 h 214753"/>
                <a:gd name="connsiteX254" fmla="*/ 196720 w 227867"/>
                <a:gd name="connsiteY254" fmla="*/ 134426 h 214753"/>
                <a:gd name="connsiteX255" fmla="*/ 195081 w 227867"/>
                <a:gd name="connsiteY255" fmla="*/ 137704 h 214753"/>
                <a:gd name="connsiteX256" fmla="*/ 198360 w 227867"/>
                <a:gd name="connsiteY256" fmla="*/ 134426 h 214753"/>
                <a:gd name="connsiteX257" fmla="*/ 201638 w 227867"/>
                <a:gd name="connsiteY257" fmla="*/ 132786 h 214753"/>
                <a:gd name="connsiteX258" fmla="*/ 201638 w 227867"/>
                <a:gd name="connsiteY258" fmla="*/ 136065 h 214753"/>
                <a:gd name="connsiteX259" fmla="*/ 204917 w 227867"/>
                <a:gd name="connsiteY259" fmla="*/ 134426 h 214753"/>
                <a:gd name="connsiteX260" fmla="*/ 208196 w 227867"/>
                <a:gd name="connsiteY260" fmla="*/ 134426 h 214753"/>
                <a:gd name="connsiteX261" fmla="*/ 211475 w 227867"/>
                <a:gd name="connsiteY261" fmla="*/ 131147 h 214753"/>
                <a:gd name="connsiteX262" fmla="*/ 214753 w 227867"/>
                <a:gd name="connsiteY262" fmla="*/ 127868 h 214753"/>
                <a:gd name="connsiteX263" fmla="*/ 218032 w 227867"/>
                <a:gd name="connsiteY263" fmla="*/ 131147 h 214753"/>
                <a:gd name="connsiteX264" fmla="*/ 221310 w 227867"/>
                <a:gd name="connsiteY264" fmla="*/ 129508 h 214753"/>
                <a:gd name="connsiteX265" fmla="*/ 224589 w 227867"/>
                <a:gd name="connsiteY265" fmla="*/ 126229 h 214753"/>
                <a:gd name="connsiteX266" fmla="*/ 227868 w 227867"/>
                <a:gd name="connsiteY266" fmla="*/ 129508 h 214753"/>
                <a:gd name="connsiteX267" fmla="*/ 224589 w 227867"/>
                <a:gd name="connsiteY267" fmla="*/ 134426 h 214753"/>
                <a:gd name="connsiteX268" fmla="*/ 221310 w 227867"/>
                <a:gd name="connsiteY268" fmla="*/ 137704 h 214753"/>
                <a:gd name="connsiteX269" fmla="*/ 216392 w 227867"/>
                <a:gd name="connsiteY269" fmla="*/ 139344 h 214753"/>
                <a:gd name="connsiteX270" fmla="*/ 213114 w 227867"/>
                <a:gd name="connsiteY270" fmla="*/ 137704 h 214753"/>
                <a:gd name="connsiteX271" fmla="*/ 211475 w 227867"/>
                <a:gd name="connsiteY271" fmla="*/ 139344 h 214753"/>
                <a:gd name="connsiteX272" fmla="*/ 208196 w 227867"/>
                <a:gd name="connsiteY272" fmla="*/ 142622 h 214753"/>
                <a:gd name="connsiteX273" fmla="*/ 203278 w 227867"/>
                <a:gd name="connsiteY273" fmla="*/ 144262 h 214753"/>
                <a:gd name="connsiteX274" fmla="*/ 199999 w 227867"/>
                <a:gd name="connsiteY274" fmla="*/ 147540 h 214753"/>
                <a:gd name="connsiteX275" fmla="*/ 196720 w 227867"/>
                <a:gd name="connsiteY275" fmla="*/ 145901 h 214753"/>
                <a:gd name="connsiteX276" fmla="*/ 191802 w 227867"/>
                <a:gd name="connsiteY276" fmla="*/ 144262 h 214753"/>
                <a:gd name="connsiteX277" fmla="*/ 190163 w 227867"/>
                <a:gd name="connsiteY277" fmla="*/ 149180 h 214753"/>
                <a:gd name="connsiteX278" fmla="*/ 193442 w 227867"/>
                <a:gd name="connsiteY278" fmla="*/ 150819 h 214753"/>
                <a:gd name="connsiteX279" fmla="*/ 196720 w 227867"/>
                <a:gd name="connsiteY279" fmla="*/ 150819 h 214753"/>
                <a:gd name="connsiteX280" fmla="*/ 193442 w 227867"/>
                <a:gd name="connsiteY280" fmla="*/ 152458 h 214753"/>
                <a:gd name="connsiteX281" fmla="*/ 190163 w 227867"/>
                <a:gd name="connsiteY281" fmla="*/ 152458 h 214753"/>
                <a:gd name="connsiteX282" fmla="*/ 193442 w 227867"/>
                <a:gd name="connsiteY282" fmla="*/ 154098 h 214753"/>
                <a:gd name="connsiteX283" fmla="*/ 196720 w 227867"/>
                <a:gd name="connsiteY283" fmla="*/ 152458 h 214753"/>
                <a:gd name="connsiteX284" fmla="*/ 195081 w 227867"/>
                <a:gd name="connsiteY284" fmla="*/ 155737 h 214753"/>
                <a:gd name="connsiteX285" fmla="*/ 191802 w 227867"/>
                <a:gd name="connsiteY285" fmla="*/ 159016 h 214753"/>
                <a:gd name="connsiteX286" fmla="*/ 191802 w 227867"/>
                <a:gd name="connsiteY286" fmla="*/ 162294 h 214753"/>
                <a:gd name="connsiteX287" fmla="*/ 186885 w 227867"/>
                <a:gd name="connsiteY287" fmla="*/ 160655 h 214753"/>
                <a:gd name="connsiteX288" fmla="*/ 186885 w 227867"/>
                <a:gd name="connsiteY288" fmla="*/ 163934 h 214753"/>
                <a:gd name="connsiteX289" fmla="*/ 186885 w 227867"/>
                <a:gd name="connsiteY289" fmla="*/ 168852 h 214753"/>
                <a:gd name="connsiteX290" fmla="*/ 191802 w 227867"/>
                <a:gd name="connsiteY290" fmla="*/ 167212 h 214753"/>
                <a:gd name="connsiteX291" fmla="*/ 188524 w 227867"/>
                <a:gd name="connsiteY291" fmla="*/ 172130 h 214753"/>
                <a:gd name="connsiteX292" fmla="*/ 190163 w 227867"/>
                <a:gd name="connsiteY292" fmla="*/ 175409 h 214753"/>
                <a:gd name="connsiteX293" fmla="*/ 193442 w 227867"/>
                <a:gd name="connsiteY293" fmla="*/ 173770 h 214753"/>
                <a:gd name="connsiteX294" fmla="*/ 195081 w 227867"/>
                <a:gd name="connsiteY294" fmla="*/ 170491 h 214753"/>
                <a:gd name="connsiteX295" fmla="*/ 198360 w 227867"/>
                <a:gd name="connsiteY295" fmla="*/ 167212 h 214753"/>
                <a:gd name="connsiteX296" fmla="*/ 199999 w 227867"/>
                <a:gd name="connsiteY296" fmla="*/ 163934 h 214753"/>
                <a:gd name="connsiteX297" fmla="*/ 203278 w 227867"/>
                <a:gd name="connsiteY297" fmla="*/ 160655 h 214753"/>
                <a:gd name="connsiteX298" fmla="*/ 206557 w 227867"/>
                <a:gd name="connsiteY298" fmla="*/ 157376 h 214753"/>
                <a:gd name="connsiteX299" fmla="*/ 211475 w 227867"/>
                <a:gd name="connsiteY299" fmla="*/ 154098 h 214753"/>
                <a:gd name="connsiteX300" fmla="*/ 214753 w 227867"/>
                <a:gd name="connsiteY300" fmla="*/ 150819 h 214753"/>
                <a:gd name="connsiteX301" fmla="*/ 218032 w 227867"/>
                <a:gd name="connsiteY301" fmla="*/ 152458 h 214753"/>
                <a:gd name="connsiteX302" fmla="*/ 221310 w 227867"/>
                <a:gd name="connsiteY302" fmla="*/ 149180 h 214753"/>
                <a:gd name="connsiteX303" fmla="*/ 226229 w 227867"/>
                <a:gd name="connsiteY303" fmla="*/ 149180 h 214753"/>
                <a:gd name="connsiteX304" fmla="*/ 221310 w 227867"/>
                <a:gd name="connsiteY304" fmla="*/ 152458 h 214753"/>
                <a:gd name="connsiteX305" fmla="*/ 218032 w 227867"/>
                <a:gd name="connsiteY305" fmla="*/ 155737 h 214753"/>
                <a:gd name="connsiteX306" fmla="*/ 214753 w 227867"/>
                <a:gd name="connsiteY306" fmla="*/ 159016 h 214753"/>
                <a:gd name="connsiteX307" fmla="*/ 211475 w 227867"/>
                <a:gd name="connsiteY307" fmla="*/ 163934 h 214753"/>
                <a:gd name="connsiteX308" fmla="*/ 209835 w 227867"/>
                <a:gd name="connsiteY308" fmla="*/ 167212 h 214753"/>
                <a:gd name="connsiteX309" fmla="*/ 204917 w 227867"/>
                <a:gd name="connsiteY309" fmla="*/ 170491 h 214753"/>
                <a:gd name="connsiteX310" fmla="*/ 206557 w 227867"/>
                <a:gd name="connsiteY310" fmla="*/ 173770 h 214753"/>
                <a:gd name="connsiteX311" fmla="*/ 204917 w 227867"/>
                <a:gd name="connsiteY311" fmla="*/ 178688 h 214753"/>
                <a:gd name="connsiteX312" fmla="*/ 208196 w 227867"/>
                <a:gd name="connsiteY312" fmla="*/ 177048 h 214753"/>
                <a:gd name="connsiteX313" fmla="*/ 211475 w 227867"/>
                <a:gd name="connsiteY313" fmla="*/ 175409 h 214753"/>
                <a:gd name="connsiteX314" fmla="*/ 216392 w 227867"/>
                <a:gd name="connsiteY314" fmla="*/ 173770 h 214753"/>
                <a:gd name="connsiteX315" fmla="*/ 219671 w 227867"/>
                <a:gd name="connsiteY315" fmla="*/ 170491 h 214753"/>
                <a:gd name="connsiteX316" fmla="*/ 221310 w 227867"/>
                <a:gd name="connsiteY316" fmla="*/ 165573 h 214753"/>
                <a:gd name="connsiteX317" fmla="*/ 224589 w 227867"/>
                <a:gd name="connsiteY317" fmla="*/ 163934 h 214753"/>
                <a:gd name="connsiteX318" fmla="*/ 224589 w 227867"/>
                <a:gd name="connsiteY318" fmla="*/ 168852 h 214753"/>
                <a:gd name="connsiteX319" fmla="*/ 224589 w 227867"/>
                <a:gd name="connsiteY319" fmla="*/ 172130 h 214753"/>
                <a:gd name="connsiteX320" fmla="*/ 224589 w 227867"/>
                <a:gd name="connsiteY320" fmla="*/ 175409 h 214753"/>
                <a:gd name="connsiteX321" fmla="*/ 221310 w 227867"/>
                <a:gd name="connsiteY321" fmla="*/ 180327 h 214753"/>
                <a:gd name="connsiteX322" fmla="*/ 218032 w 227867"/>
                <a:gd name="connsiteY322" fmla="*/ 183606 h 214753"/>
                <a:gd name="connsiteX323" fmla="*/ 218032 w 227867"/>
                <a:gd name="connsiteY323" fmla="*/ 185245 h 214753"/>
                <a:gd name="connsiteX324" fmla="*/ 214753 w 227867"/>
                <a:gd name="connsiteY324" fmla="*/ 188524 h 214753"/>
                <a:gd name="connsiteX325" fmla="*/ 211475 w 227867"/>
                <a:gd name="connsiteY325" fmla="*/ 191802 h 214753"/>
                <a:gd name="connsiteX326" fmla="*/ 211475 w 227867"/>
                <a:gd name="connsiteY326" fmla="*/ 196720 h 214753"/>
                <a:gd name="connsiteX327" fmla="*/ 208196 w 227867"/>
                <a:gd name="connsiteY327" fmla="*/ 199999 h 214753"/>
                <a:gd name="connsiteX328" fmla="*/ 204917 w 227867"/>
                <a:gd name="connsiteY328" fmla="*/ 203278 h 214753"/>
                <a:gd name="connsiteX329" fmla="*/ 203278 w 227867"/>
                <a:gd name="connsiteY329" fmla="*/ 208196 h 214753"/>
                <a:gd name="connsiteX330" fmla="*/ 199999 w 227867"/>
                <a:gd name="connsiteY330" fmla="*/ 211475 h 214753"/>
                <a:gd name="connsiteX331" fmla="*/ 195081 w 227867"/>
                <a:gd name="connsiteY331" fmla="*/ 213114 h 214753"/>
                <a:gd name="connsiteX332" fmla="*/ 191802 w 227867"/>
                <a:gd name="connsiteY332" fmla="*/ 209835 h 214753"/>
                <a:gd name="connsiteX333" fmla="*/ 188524 w 227867"/>
                <a:gd name="connsiteY333" fmla="*/ 209835 h 214753"/>
                <a:gd name="connsiteX334" fmla="*/ 185245 w 227867"/>
                <a:gd name="connsiteY334" fmla="*/ 213114 h 214753"/>
                <a:gd name="connsiteX335" fmla="*/ 180327 w 227867"/>
                <a:gd name="connsiteY335" fmla="*/ 214753 h 214753"/>
                <a:gd name="connsiteX336" fmla="*/ 180327 w 227867"/>
                <a:gd name="connsiteY336" fmla="*/ 209835 h 214753"/>
                <a:gd name="connsiteX337" fmla="*/ 181966 w 227867"/>
                <a:gd name="connsiteY337" fmla="*/ 206557 h 214753"/>
                <a:gd name="connsiteX338" fmla="*/ 185245 w 227867"/>
                <a:gd name="connsiteY338" fmla="*/ 203278 h 214753"/>
                <a:gd name="connsiteX339" fmla="*/ 181966 w 227867"/>
                <a:gd name="connsiteY339" fmla="*/ 204917 h 214753"/>
                <a:gd name="connsiteX340" fmla="*/ 183606 w 227867"/>
                <a:gd name="connsiteY340" fmla="*/ 201638 h 214753"/>
                <a:gd name="connsiteX341" fmla="*/ 186885 w 227867"/>
                <a:gd name="connsiteY341" fmla="*/ 198360 h 214753"/>
                <a:gd name="connsiteX342" fmla="*/ 183606 w 227867"/>
                <a:gd name="connsiteY342" fmla="*/ 198360 h 214753"/>
                <a:gd name="connsiteX343" fmla="*/ 186885 w 227867"/>
                <a:gd name="connsiteY343" fmla="*/ 195081 h 214753"/>
                <a:gd name="connsiteX344" fmla="*/ 190163 w 227867"/>
                <a:gd name="connsiteY344" fmla="*/ 190163 h 214753"/>
                <a:gd name="connsiteX345" fmla="*/ 186885 w 227867"/>
                <a:gd name="connsiteY345" fmla="*/ 191802 h 214753"/>
                <a:gd name="connsiteX346" fmla="*/ 181966 w 227867"/>
                <a:gd name="connsiteY346" fmla="*/ 195081 h 214753"/>
                <a:gd name="connsiteX347" fmla="*/ 178688 w 227867"/>
                <a:gd name="connsiteY347" fmla="*/ 196720 h 214753"/>
                <a:gd name="connsiteX348" fmla="*/ 175409 w 227867"/>
                <a:gd name="connsiteY348" fmla="*/ 199999 h 214753"/>
                <a:gd name="connsiteX349" fmla="*/ 170491 w 227867"/>
                <a:gd name="connsiteY349" fmla="*/ 203278 h 214753"/>
                <a:gd name="connsiteX350" fmla="*/ 167212 w 227867"/>
                <a:gd name="connsiteY350" fmla="*/ 204917 h 214753"/>
                <a:gd name="connsiteX351" fmla="*/ 163934 w 227867"/>
                <a:gd name="connsiteY351" fmla="*/ 204917 h 214753"/>
                <a:gd name="connsiteX352" fmla="*/ 162294 w 227867"/>
                <a:gd name="connsiteY352" fmla="*/ 204917 h 214753"/>
                <a:gd name="connsiteX353" fmla="*/ 163934 w 227867"/>
                <a:gd name="connsiteY353" fmla="*/ 201638 h 214753"/>
                <a:gd name="connsiteX354" fmla="*/ 167212 w 227867"/>
                <a:gd name="connsiteY354" fmla="*/ 196720 h 214753"/>
                <a:gd name="connsiteX355" fmla="*/ 168852 w 227867"/>
                <a:gd name="connsiteY355" fmla="*/ 193442 h 214753"/>
                <a:gd name="connsiteX356" fmla="*/ 172130 w 227867"/>
                <a:gd name="connsiteY356" fmla="*/ 190163 h 214753"/>
                <a:gd name="connsiteX357" fmla="*/ 175409 w 227867"/>
                <a:gd name="connsiteY357" fmla="*/ 186885 h 214753"/>
                <a:gd name="connsiteX358" fmla="*/ 175409 w 227867"/>
                <a:gd name="connsiteY358" fmla="*/ 183606 h 214753"/>
                <a:gd name="connsiteX359" fmla="*/ 180327 w 227867"/>
                <a:gd name="connsiteY359" fmla="*/ 181966 h 214753"/>
                <a:gd name="connsiteX360" fmla="*/ 183606 w 227867"/>
                <a:gd name="connsiteY360" fmla="*/ 178688 h 214753"/>
                <a:gd name="connsiteX361" fmla="*/ 181966 w 227867"/>
                <a:gd name="connsiteY361" fmla="*/ 175409 h 214753"/>
                <a:gd name="connsiteX362" fmla="*/ 183606 w 227867"/>
                <a:gd name="connsiteY362" fmla="*/ 172130 h 214753"/>
                <a:gd name="connsiteX363" fmla="*/ 181966 w 227867"/>
                <a:gd name="connsiteY363" fmla="*/ 167212 h 214753"/>
                <a:gd name="connsiteX364" fmla="*/ 181966 w 227867"/>
                <a:gd name="connsiteY364" fmla="*/ 163934 h 214753"/>
                <a:gd name="connsiteX365" fmla="*/ 180327 w 227867"/>
                <a:gd name="connsiteY365" fmla="*/ 160655 h 214753"/>
                <a:gd name="connsiteX366" fmla="*/ 177048 w 227867"/>
                <a:gd name="connsiteY366" fmla="*/ 159016 h 214753"/>
                <a:gd name="connsiteX367" fmla="*/ 175409 w 227867"/>
                <a:gd name="connsiteY367" fmla="*/ 163934 h 214753"/>
                <a:gd name="connsiteX368" fmla="*/ 172130 w 227867"/>
                <a:gd name="connsiteY368" fmla="*/ 167212 h 214753"/>
                <a:gd name="connsiteX369" fmla="*/ 168852 w 227867"/>
                <a:gd name="connsiteY369" fmla="*/ 170491 h 214753"/>
                <a:gd name="connsiteX370" fmla="*/ 163934 w 227867"/>
                <a:gd name="connsiteY370" fmla="*/ 173770 h 214753"/>
                <a:gd name="connsiteX371" fmla="*/ 163934 w 227867"/>
                <a:gd name="connsiteY371" fmla="*/ 178688 h 214753"/>
                <a:gd name="connsiteX372" fmla="*/ 160655 w 227867"/>
                <a:gd name="connsiteY372" fmla="*/ 180327 h 214753"/>
                <a:gd name="connsiteX373" fmla="*/ 155737 w 227867"/>
                <a:gd name="connsiteY373" fmla="*/ 181966 h 214753"/>
                <a:gd name="connsiteX374" fmla="*/ 159016 w 227867"/>
                <a:gd name="connsiteY374" fmla="*/ 178688 h 214753"/>
                <a:gd name="connsiteX375" fmla="*/ 162294 w 227867"/>
                <a:gd name="connsiteY375" fmla="*/ 173770 h 214753"/>
                <a:gd name="connsiteX376" fmla="*/ 159016 w 227867"/>
                <a:gd name="connsiteY376" fmla="*/ 177048 h 214753"/>
                <a:gd name="connsiteX377" fmla="*/ 155737 w 227867"/>
                <a:gd name="connsiteY377" fmla="*/ 180327 h 214753"/>
                <a:gd name="connsiteX378" fmla="*/ 150819 w 227867"/>
                <a:gd name="connsiteY378" fmla="*/ 181966 h 214753"/>
                <a:gd name="connsiteX379" fmla="*/ 147540 w 227867"/>
                <a:gd name="connsiteY379" fmla="*/ 180327 h 214753"/>
                <a:gd name="connsiteX380" fmla="*/ 144262 w 227867"/>
                <a:gd name="connsiteY380" fmla="*/ 183606 h 214753"/>
                <a:gd name="connsiteX381" fmla="*/ 140983 w 227867"/>
                <a:gd name="connsiteY381" fmla="*/ 186885 h 214753"/>
                <a:gd name="connsiteX382" fmla="*/ 137704 w 227867"/>
                <a:gd name="connsiteY382" fmla="*/ 190163 h 214753"/>
                <a:gd name="connsiteX383" fmla="*/ 134426 w 227867"/>
                <a:gd name="connsiteY383" fmla="*/ 193442 h 214753"/>
                <a:gd name="connsiteX384" fmla="*/ 131147 w 227867"/>
                <a:gd name="connsiteY384" fmla="*/ 195081 h 214753"/>
                <a:gd name="connsiteX385" fmla="*/ 127868 w 227867"/>
                <a:gd name="connsiteY385" fmla="*/ 199999 h 214753"/>
                <a:gd name="connsiteX386" fmla="*/ 124590 w 227867"/>
                <a:gd name="connsiteY386" fmla="*/ 201638 h 214753"/>
                <a:gd name="connsiteX387" fmla="*/ 121311 w 227867"/>
                <a:gd name="connsiteY387" fmla="*/ 203278 h 214753"/>
                <a:gd name="connsiteX388" fmla="*/ 118032 w 227867"/>
                <a:gd name="connsiteY388" fmla="*/ 201638 h 214753"/>
                <a:gd name="connsiteX389" fmla="*/ 114754 w 227867"/>
                <a:gd name="connsiteY389" fmla="*/ 201638 h 214753"/>
                <a:gd name="connsiteX390" fmla="*/ 111475 w 227867"/>
                <a:gd name="connsiteY390" fmla="*/ 203278 h 214753"/>
                <a:gd name="connsiteX391" fmla="*/ 106557 w 227867"/>
                <a:gd name="connsiteY391" fmla="*/ 203278 h 214753"/>
                <a:gd name="connsiteX392" fmla="*/ 103278 w 227867"/>
                <a:gd name="connsiteY392" fmla="*/ 201638 h 214753"/>
                <a:gd name="connsiteX393" fmla="*/ 103278 w 227867"/>
                <a:gd name="connsiteY393" fmla="*/ 198360 h 214753"/>
                <a:gd name="connsiteX394" fmla="*/ 108196 w 227867"/>
                <a:gd name="connsiteY394" fmla="*/ 195081 h 214753"/>
                <a:gd name="connsiteX395" fmla="*/ 111475 w 227867"/>
                <a:gd name="connsiteY395" fmla="*/ 193442 h 214753"/>
                <a:gd name="connsiteX396" fmla="*/ 114754 w 227867"/>
                <a:gd name="connsiteY396" fmla="*/ 193442 h 214753"/>
                <a:gd name="connsiteX397" fmla="*/ 119672 w 227867"/>
                <a:gd name="connsiteY397" fmla="*/ 191802 h 214753"/>
                <a:gd name="connsiteX398" fmla="*/ 122950 w 227867"/>
                <a:gd name="connsiteY398" fmla="*/ 191802 h 214753"/>
                <a:gd name="connsiteX399" fmla="*/ 126229 w 227867"/>
                <a:gd name="connsiteY399" fmla="*/ 188524 h 214753"/>
                <a:gd name="connsiteX400" fmla="*/ 129508 w 227867"/>
                <a:gd name="connsiteY400" fmla="*/ 186885 h 214753"/>
                <a:gd name="connsiteX401" fmla="*/ 132786 w 227867"/>
                <a:gd name="connsiteY401" fmla="*/ 181966 h 214753"/>
                <a:gd name="connsiteX402" fmla="*/ 136065 w 227867"/>
                <a:gd name="connsiteY402" fmla="*/ 178688 h 214753"/>
                <a:gd name="connsiteX403" fmla="*/ 136065 w 227867"/>
                <a:gd name="connsiteY403" fmla="*/ 177048 h 214753"/>
                <a:gd name="connsiteX404" fmla="*/ 140983 w 227867"/>
                <a:gd name="connsiteY404" fmla="*/ 177048 h 214753"/>
                <a:gd name="connsiteX405" fmla="*/ 144262 w 227867"/>
                <a:gd name="connsiteY405" fmla="*/ 175409 h 214753"/>
                <a:gd name="connsiteX406" fmla="*/ 147540 w 227867"/>
                <a:gd name="connsiteY406" fmla="*/ 173770 h 214753"/>
                <a:gd name="connsiteX407" fmla="*/ 152458 w 227867"/>
                <a:gd name="connsiteY407" fmla="*/ 170491 h 214753"/>
                <a:gd name="connsiteX408" fmla="*/ 155737 w 227867"/>
                <a:gd name="connsiteY408" fmla="*/ 168852 h 214753"/>
                <a:gd name="connsiteX409" fmla="*/ 152458 w 227867"/>
                <a:gd name="connsiteY409" fmla="*/ 170491 h 214753"/>
                <a:gd name="connsiteX410" fmla="*/ 147540 w 227867"/>
                <a:gd name="connsiteY410" fmla="*/ 170491 h 214753"/>
                <a:gd name="connsiteX411" fmla="*/ 144262 w 227867"/>
                <a:gd name="connsiteY411" fmla="*/ 172130 h 214753"/>
                <a:gd name="connsiteX412" fmla="*/ 145901 w 227867"/>
                <a:gd name="connsiteY412" fmla="*/ 167212 h 214753"/>
                <a:gd name="connsiteX413" fmla="*/ 150819 w 227867"/>
                <a:gd name="connsiteY413" fmla="*/ 163934 h 214753"/>
                <a:gd name="connsiteX414" fmla="*/ 145901 w 227867"/>
                <a:gd name="connsiteY414" fmla="*/ 167212 h 214753"/>
                <a:gd name="connsiteX415" fmla="*/ 142622 w 227867"/>
                <a:gd name="connsiteY415" fmla="*/ 170491 h 214753"/>
                <a:gd name="connsiteX416" fmla="*/ 139344 w 227867"/>
                <a:gd name="connsiteY416" fmla="*/ 168852 h 214753"/>
                <a:gd name="connsiteX417" fmla="*/ 134426 w 227867"/>
                <a:gd name="connsiteY417" fmla="*/ 168852 h 214753"/>
                <a:gd name="connsiteX418" fmla="*/ 131147 w 227867"/>
                <a:gd name="connsiteY418" fmla="*/ 168852 h 214753"/>
                <a:gd name="connsiteX419" fmla="*/ 131147 w 227867"/>
                <a:gd name="connsiteY419" fmla="*/ 173770 h 214753"/>
                <a:gd name="connsiteX420" fmla="*/ 129508 w 227867"/>
                <a:gd name="connsiteY420" fmla="*/ 177048 h 214753"/>
                <a:gd name="connsiteX421" fmla="*/ 126229 w 227867"/>
                <a:gd name="connsiteY421" fmla="*/ 177048 h 214753"/>
                <a:gd name="connsiteX422" fmla="*/ 122950 w 227867"/>
                <a:gd name="connsiteY422" fmla="*/ 180327 h 214753"/>
                <a:gd name="connsiteX423" fmla="*/ 122950 w 227867"/>
                <a:gd name="connsiteY423" fmla="*/ 177048 h 214753"/>
                <a:gd name="connsiteX424" fmla="*/ 119672 w 227867"/>
                <a:gd name="connsiteY424" fmla="*/ 177048 h 214753"/>
                <a:gd name="connsiteX425" fmla="*/ 114754 w 227867"/>
                <a:gd name="connsiteY425" fmla="*/ 177048 h 214753"/>
                <a:gd name="connsiteX426" fmla="*/ 118032 w 227867"/>
                <a:gd name="connsiteY426" fmla="*/ 173770 h 214753"/>
                <a:gd name="connsiteX427" fmla="*/ 114754 w 227867"/>
                <a:gd name="connsiteY427" fmla="*/ 173770 h 214753"/>
                <a:gd name="connsiteX428" fmla="*/ 109836 w 227867"/>
                <a:gd name="connsiteY428" fmla="*/ 175409 h 214753"/>
                <a:gd name="connsiteX429" fmla="*/ 106557 w 227867"/>
                <a:gd name="connsiteY429" fmla="*/ 177048 h 214753"/>
                <a:gd name="connsiteX430" fmla="*/ 109836 w 227867"/>
                <a:gd name="connsiteY430" fmla="*/ 173770 h 214753"/>
                <a:gd name="connsiteX431" fmla="*/ 114754 w 227867"/>
                <a:gd name="connsiteY431" fmla="*/ 173770 h 214753"/>
                <a:gd name="connsiteX432" fmla="*/ 118032 w 227867"/>
                <a:gd name="connsiteY432" fmla="*/ 170491 h 214753"/>
                <a:gd name="connsiteX433" fmla="*/ 118032 w 227867"/>
                <a:gd name="connsiteY433" fmla="*/ 170491 h 214753"/>
                <a:gd name="connsiteX434" fmla="*/ 121311 w 227867"/>
                <a:gd name="connsiteY434" fmla="*/ 168852 h 214753"/>
                <a:gd name="connsiteX435" fmla="*/ 118032 w 227867"/>
                <a:gd name="connsiteY435" fmla="*/ 170491 h 214753"/>
                <a:gd name="connsiteX436" fmla="*/ 118032 w 227867"/>
                <a:gd name="connsiteY436" fmla="*/ 167212 h 214753"/>
                <a:gd name="connsiteX437" fmla="*/ 121311 w 227867"/>
                <a:gd name="connsiteY437" fmla="*/ 163934 h 214753"/>
                <a:gd name="connsiteX438" fmla="*/ 122950 w 227867"/>
                <a:gd name="connsiteY438" fmla="*/ 159016 h 214753"/>
                <a:gd name="connsiteX439" fmla="*/ 119672 w 227867"/>
                <a:gd name="connsiteY439" fmla="*/ 163934 h 214753"/>
                <a:gd name="connsiteX440" fmla="*/ 114754 w 227867"/>
                <a:gd name="connsiteY440" fmla="*/ 163934 h 214753"/>
                <a:gd name="connsiteX441" fmla="*/ 111475 w 227867"/>
                <a:gd name="connsiteY441" fmla="*/ 167212 h 214753"/>
                <a:gd name="connsiteX442" fmla="*/ 109836 w 227867"/>
                <a:gd name="connsiteY442" fmla="*/ 162294 h 214753"/>
                <a:gd name="connsiteX443" fmla="*/ 108196 w 227867"/>
                <a:gd name="connsiteY443" fmla="*/ 167212 h 214753"/>
                <a:gd name="connsiteX444" fmla="*/ 104918 w 227867"/>
                <a:gd name="connsiteY444" fmla="*/ 170491 h 214753"/>
                <a:gd name="connsiteX445" fmla="*/ 101639 w 227867"/>
                <a:gd name="connsiteY445" fmla="*/ 170491 h 214753"/>
                <a:gd name="connsiteX446" fmla="*/ 103278 w 227867"/>
                <a:gd name="connsiteY446" fmla="*/ 167212 h 214753"/>
                <a:gd name="connsiteX447" fmla="*/ 101639 w 227867"/>
                <a:gd name="connsiteY447" fmla="*/ 170491 h 214753"/>
                <a:gd name="connsiteX448" fmla="*/ 96721 w 227867"/>
                <a:gd name="connsiteY448" fmla="*/ 170491 h 214753"/>
                <a:gd name="connsiteX449" fmla="*/ 93442 w 227867"/>
                <a:gd name="connsiteY449" fmla="*/ 170491 h 214753"/>
                <a:gd name="connsiteX450" fmla="*/ 90164 w 227867"/>
                <a:gd name="connsiteY450" fmla="*/ 170491 h 214753"/>
                <a:gd name="connsiteX451" fmla="*/ 88524 w 227867"/>
                <a:gd name="connsiteY451" fmla="*/ 172130 h 214753"/>
                <a:gd name="connsiteX452" fmla="*/ 85245 w 227867"/>
                <a:gd name="connsiteY452" fmla="*/ 173770 h 214753"/>
                <a:gd name="connsiteX453" fmla="*/ 80328 w 227867"/>
                <a:gd name="connsiteY453" fmla="*/ 173770 h 214753"/>
                <a:gd name="connsiteX454" fmla="*/ 77049 w 227867"/>
                <a:gd name="connsiteY454" fmla="*/ 172130 h 214753"/>
                <a:gd name="connsiteX455" fmla="*/ 73770 w 227867"/>
                <a:gd name="connsiteY455" fmla="*/ 173770 h 214753"/>
                <a:gd name="connsiteX456" fmla="*/ 70492 w 227867"/>
                <a:gd name="connsiteY456" fmla="*/ 172130 h 214753"/>
                <a:gd name="connsiteX457" fmla="*/ 65573 w 227867"/>
                <a:gd name="connsiteY457" fmla="*/ 172130 h 214753"/>
                <a:gd name="connsiteX458" fmla="*/ 67213 w 227867"/>
                <a:gd name="connsiteY458" fmla="*/ 170491 h 214753"/>
                <a:gd name="connsiteX459" fmla="*/ 63934 w 227867"/>
                <a:gd name="connsiteY459" fmla="*/ 170491 h 214753"/>
                <a:gd name="connsiteX460" fmla="*/ 59016 w 227867"/>
                <a:gd name="connsiteY460" fmla="*/ 170491 h 214753"/>
                <a:gd name="connsiteX461" fmla="*/ 55738 w 227867"/>
                <a:gd name="connsiteY461" fmla="*/ 172130 h 214753"/>
                <a:gd name="connsiteX462" fmla="*/ 52459 w 227867"/>
                <a:gd name="connsiteY462" fmla="*/ 170491 h 214753"/>
                <a:gd name="connsiteX463" fmla="*/ 47541 w 227867"/>
                <a:gd name="connsiteY463" fmla="*/ 168852 h 214753"/>
                <a:gd name="connsiteX464" fmla="*/ 44262 w 227867"/>
                <a:gd name="connsiteY464" fmla="*/ 167212 h 214753"/>
                <a:gd name="connsiteX465" fmla="*/ 40983 w 227867"/>
                <a:gd name="connsiteY465" fmla="*/ 167212 h 214753"/>
                <a:gd name="connsiteX466" fmla="*/ 37705 w 227867"/>
                <a:gd name="connsiteY466" fmla="*/ 168852 h 214753"/>
                <a:gd name="connsiteX467" fmla="*/ 32787 w 227867"/>
                <a:gd name="connsiteY467" fmla="*/ 168852 h 214753"/>
                <a:gd name="connsiteX468" fmla="*/ 36065 w 227867"/>
                <a:gd name="connsiteY468" fmla="*/ 165573 h 214753"/>
                <a:gd name="connsiteX469" fmla="*/ 31148 w 227867"/>
                <a:gd name="connsiteY469" fmla="*/ 167212 h 214753"/>
                <a:gd name="connsiteX470" fmla="*/ 29508 w 227867"/>
                <a:gd name="connsiteY470" fmla="*/ 170491 h 2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</a:cxnLst>
              <a:rect l="l" t="t" r="r" b="b"/>
              <a:pathLst>
                <a:path w="227867" h="214753">
                  <a:moveTo>
                    <a:pt x="29508" y="170491"/>
                  </a:moveTo>
                  <a:lnTo>
                    <a:pt x="24590" y="170491"/>
                  </a:lnTo>
                  <a:lnTo>
                    <a:pt x="21311" y="170491"/>
                  </a:lnTo>
                  <a:lnTo>
                    <a:pt x="18033" y="172130"/>
                  </a:lnTo>
                  <a:lnTo>
                    <a:pt x="14754" y="172130"/>
                  </a:lnTo>
                  <a:lnTo>
                    <a:pt x="11475" y="172130"/>
                  </a:lnTo>
                  <a:lnTo>
                    <a:pt x="6557" y="172130"/>
                  </a:lnTo>
                  <a:lnTo>
                    <a:pt x="3279" y="173770"/>
                  </a:lnTo>
                  <a:lnTo>
                    <a:pt x="0" y="170491"/>
                  </a:lnTo>
                  <a:lnTo>
                    <a:pt x="0" y="167212"/>
                  </a:lnTo>
                  <a:lnTo>
                    <a:pt x="1639" y="163934"/>
                  </a:lnTo>
                  <a:lnTo>
                    <a:pt x="0" y="159016"/>
                  </a:lnTo>
                  <a:lnTo>
                    <a:pt x="4918" y="155737"/>
                  </a:lnTo>
                  <a:lnTo>
                    <a:pt x="8197" y="152458"/>
                  </a:lnTo>
                  <a:lnTo>
                    <a:pt x="11475" y="150819"/>
                  </a:lnTo>
                  <a:lnTo>
                    <a:pt x="14754" y="149180"/>
                  </a:lnTo>
                  <a:lnTo>
                    <a:pt x="19672" y="147540"/>
                  </a:lnTo>
                  <a:lnTo>
                    <a:pt x="22951" y="145901"/>
                  </a:lnTo>
                  <a:lnTo>
                    <a:pt x="26229" y="142622"/>
                  </a:lnTo>
                  <a:lnTo>
                    <a:pt x="31148" y="140983"/>
                  </a:lnTo>
                  <a:lnTo>
                    <a:pt x="34426" y="137704"/>
                  </a:lnTo>
                  <a:lnTo>
                    <a:pt x="37705" y="134426"/>
                  </a:lnTo>
                  <a:lnTo>
                    <a:pt x="40983" y="134426"/>
                  </a:lnTo>
                  <a:lnTo>
                    <a:pt x="42623" y="132786"/>
                  </a:lnTo>
                  <a:lnTo>
                    <a:pt x="45901" y="132786"/>
                  </a:lnTo>
                  <a:lnTo>
                    <a:pt x="42623" y="132786"/>
                  </a:lnTo>
                  <a:lnTo>
                    <a:pt x="39344" y="132786"/>
                  </a:lnTo>
                  <a:lnTo>
                    <a:pt x="36065" y="131147"/>
                  </a:lnTo>
                  <a:lnTo>
                    <a:pt x="32787" y="131147"/>
                  </a:lnTo>
                  <a:lnTo>
                    <a:pt x="27869" y="131147"/>
                  </a:lnTo>
                  <a:lnTo>
                    <a:pt x="24590" y="132786"/>
                  </a:lnTo>
                  <a:lnTo>
                    <a:pt x="21311" y="132786"/>
                  </a:lnTo>
                  <a:lnTo>
                    <a:pt x="18033" y="132786"/>
                  </a:lnTo>
                  <a:lnTo>
                    <a:pt x="18033" y="129508"/>
                  </a:lnTo>
                  <a:lnTo>
                    <a:pt x="22951" y="127868"/>
                  </a:lnTo>
                  <a:lnTo>
                    <a:pt x="26229" y="126229"/>
                  </a:lnTo>
                  <a:lnTo>
                    <a:pt x="29508" y="124590"/>
                  </a:lnTo>
                  <a:lnTo>
                    <a:pt x="34426" y="121311"/>
                  </a:lnTo>
                  <a:lnTo>
                    <a:pt x="29508" y="124590"/>
                  </a:lnTo>
                  <a:lnTo>
                    <a:pt x="26229" y="127868"/>
                  </a:lnTo>
                  <a:lnTo>
                    <a:pt x="29508" y="127868"/>
                  </a:lnTo>
                  <a:lnTo>
                    <a:pt x="34426" y="129508"/>
                  </a:lnTo>
                  <a:lnTo>
                    <a:pt x="36065" y="126229"/>
                  </a:lnTo>
                  <a:lnTo>
                    <a:pt x="37705" y="122950"/>
                  </a:lnTo>
                  <a:lnTo>
                    <a:pt x="42623" y="118032"/>
                  </a:lnTo>
                  <a:lnTo>
                    <a:pt x="45901" y="114754"/>
                  </a:lnTo>
                  <a:lnTo>
                    <a:pt x="47541" y="111475"/>
                  </a:lnTo>
                  <a:lnTo>
                    <a:pt x="50820" y="108196"/>
                  </a:lnTo>
                  <a:lnTo>
                    <a:pt x="55738" y="108196"/>
                  </a:lnTo>
                  <a:lnTo>
                    <a:pt x="59016" y="108196"/>
                  </a:lnTo>
                  <a:lnTo>
                    <a:pt x="62295" y="111475"/>
                  </a:lnTo>
                  <a:lnTo>
                    <a:pt x="65573" y="113114"/>
                  </a:lnTo>
                  <a:lnTo>
                    <a:pt x="67213" y="111475"/>
                  </a:lnTo>
                  <a:lnTo>
                    <a:pt x="63934" y="111475"/>
                  </a:lnTo>
                  <a:lnTo>
                    <a:pt x="62295" y="108196"/>
                  </a:lnTo>
                  <a:lnTo>
                    <a:pt x="65573" y="106557"/>
                  </a:lnTo>
                  <a:lnTo>
                    <a:pt x="68852" y="106557"/>
                  </a:lnTo>
                  <a:lnTo>
                    <a:pt x="65573" y="104918"/>
                  </a:lnTo>
                  <a:lnTo>
                    <a:pt x="68852" y="101639"/>
                  </a:lnTo>
                  <a:lnTo>
                    <a:pt x="65573" y="101639"/>
                  </a:lnTo>
                  <a:lnTo>
                    <a:pt x="62295" y="101639"/>
                  </a:lnTo>
                  <a:lnTo>
                    <a:pt x="62295" y="96721"/>
                  </a:lnTo>
                  <a:lnTo>
                    <a:pt x="63934" y="93442"/>
                  </a:lnTo>
                  <a:lnTo>
                    <a:pt x="67213" y="90164"/>
                  </a:lnTo>
                  <a:lnTo>
                    <a:pt x="72131" y="88524"/>
                  </a:lnTo>
                  <a:lnTo>
                    <a:pt x="75410" y="88524"/>
                  </a:lnTo>
                  <a:lnTo>
                    <a:pt x="75410" y="91803"/>
                  </a:lnTo>
                  <a:lnTo>
                    <a:pt x="78688" y="90164"/>
                  </a:lnTo>
                  <a:lnTo>
                    <a:pt x="77049" y="86885"/>
                  </a:lnTo>
                  <a:lnTo>
                    <a:pt x="77049" y="81967"/>
                  </a:lnTo>
                  <a:lnTo>
                    <a:pt x="78688" y="78688"/>
                  </a:lnTo>
                  <a:lnTo>
                    <a:pt x="83606" y="75410"/>
                  </a:lnTo>
                  <a:lnTo>
                    <a:pt x="86885" y="72131"/>
                  </a:lnTo>
                  <a:lnTo>
                    <a:pt x="88524" y="68852"/>
                  </a:lnTo>
                  <a:lnTo>
                    <a:pt x="93442" y="63934"/>
                  </a:lnTo>
                  <a:lnTo>
                    <a:pt x="96721" y="60655"/>
                  </a:lnTo>
                  <a:lnTo>
                    <a:pt x="98360" y="57377"/>
                  </a:lnTo>
                  <a:lnTo>
                    <a:pt x="101639" y="54098"/>
                  </a:lnTo>
                  <a:lnTo>
                    <a:pt x="104918" y="49180"/>
                  </a:lnTo>
                  <a:lnTo>
                    <a:pt x="108196" y="45901"/>
                  </a:lnTo>
                  <a:lnTo>
                    <a:pt x="113114" y="42623"/>
                  </a:lnTo>
                  <a:lnTo>
                    <a:pt x="116393" y="42623"/>
                  </a:lnTo>
                  <a:lnTo>
                    <a:pt x="113114" y="39344"/>
                  </a:lnTo>
                  <a:lnTo>
                    <a:pt x="116393" y="37705"/>
                  </a:lnTo>
                  <a:lnTo>
                    <a:pt x="121311" y="36065"/>
                  </a:lnTo>
                  <a:lnTo>
                    <a:pt x="124590" y="34426"/>
                  </a:lnTo>
                  <a:lnTo>
                    <a:pt x="127868" y="31148"/>
                  </a:lnTo>
                  <a:lnTo>
                    <a:pt x="131147" y="27869"/>
                  </a:lnTo>
                  <a:lnTo>
                    <a:pt x="132786" y="22951"/>
                  </a:lnTo>
                  <a:lnTo>
                    <a:pt x="137704" y="21311"/>
                  </a:lnTo>
                  <a:lnTo>
                    <a:pt x="140983" y="18033"/>
                  </a:lnTo>
                  <a:lnTo>
                    <a:pt x="142622" y="14754"/>
                  </a:lnTo>
                  <a:lnTo>
                    <a:pt x="145901" y="11475"/>
                  </a:lnTo>
                  <a:lnTo>
                    <a:pt x="150819" y="9836"/>
                  </a:lnTo>
                  <a:lnTo>
                    <a:pt x="154098" y="8197"/>
                  </a:lnTo>
                  <a:lnTo>
                    <a:pt x="157376" y="8197"/>
                  </a:lnTo>
                  <a:lnTo>
                    <a:pt x="160655" y="6557"/>
                  </a:lnTo>
                  <a:lnTo>
                    <a:pt x="165573" y="4918"/>
                  </a:lnTo>
                  <a:lnTo>
                    <a:pt x="168852" y="3279"/>
                  </a:lnTo>
                  <a:lnTo>
                    <a:pt x="172130" y="1639"/>
                  </a:lnTo>
                  <a:lnTo>
                    <a:pt x="177048" y="0"/>
                  </a:lnTo>
                  <a:lnTo>
                    <a:pt x="177048" y="3279"/>
                  </a:lnTo>
                  <a:lnTo>
                    <a:pt x="180327" y="4918"/>
                  </a:lnTo>
                  <a:lnTo>
                    <a:pt x="181966" y="1639"/>
                  </a:lnTo>
                  <a:lnTo>
                    <a:pt x="185245" y="0"/>
                  </a:lnTo>
                  <a:lnTo>
                    <a:pt x="188524" y="0"/>
                  </a:lnTo>
                  <a:lnTo>
                    <a:pt x="190163" y="4918"/>
                  </a:lnTo>
                  <a:lnTo>
                    <a:pt x="186885" y="8197"/>
                  </a:lnTo>
                  <a:lnTo>
                    <a:pt x="183606" y="9836"/>
                  </a:lnTo>
                  <a:lnTo>
                    <a:pt x="180327" y="13115"/>
                  </a:lnTo>
                  <a:lnTo>
                    <a:pt x="175409" y="11475"/>
                  </a:lnTo>
                  <a:lnTo>
                    <a:pt x="172130" y="11475"/>
                  </a:lnTo>
                  <a:lnTo>
                    <a:pt x="168852" y="9836"/>
                  </a:lnTo>
                  <a:lnTo>
                    <a:pt x="167212" y="13115"/>
                  </a:lnTo>
                  <a:lnTo>
                    <a:pt x="165573" y="18033"/>
                  </a:lnTo>
                  <a:lnTo>
                    <a:pt x="168852" y="18033"/>
                  </a:lnTo>
                  <a:lnTo>
                    <a:pt x="173770" y="16393"/>
                  </a:lnTo>
                  <a:lnTo>
                    <a:pt x="173770" y="21311"/>
                  </a:lnTo>
                  <a:lnTo>
                    <a:pt x="170491" y="22951"/>
                  </a:lnTo>
                  <a:lnTo>
                    <a:pt x="168852" y="26229"/>
                  </a:lnTo>
                  <a:lnTo>
                    <a:pt x="165573" y="31148"/>
                  </a:lnTo>
                  <a:lnTo>
                    <a:pt x="162294" y="32787"/>
                  </a:lnTo>
                  <a:lnTo>
                    <a:pt x="157376" y="36065"/>
                  </a:lnTo>
                  <a:lnTo>
                    <a:pt x="157376" y="32787"/>
                  </a:lnTo>
                  <a:lnTo>
                    <a:pt x="154098" y="36065"/>
                  </a:lnTo>
                  <a:lnTo>
                    <a:pt x="154098" y="39344"/>
                  </a:lnTo>
                  <a:lnTo>
                    <a:pt x="150819" y="42623"/>
                  </a:lnTo>
                  <a:lnTo>
                    <a:pt x="145901" y="45901"/>
                  </a:lnTo>
                  <a:lnTo>
                    <a:pt x="142622" y="50820"/>
                  </a:lnTo>
                  <a:lnTo>
                    <a:pt x="139344" y="52459"/>
                  </a:lnTo>
                  <a:lnTo>
                    <a:pt x="136065" y="55738"/>
                  </a:lnTo>
                  <a:lnTo>
                    <a:pt x="132786" y="60655"/>
                  </a:lnTo>
                  <a:lnTo>
                    <a:pt x="129508" y="62295"/>
                  </a:lnTo>
                  <a:lnTo>
                    <a:pt x="124590" y="65573"/>
                  </a:lnTo>
                  <a:lnTo>
                    <a:pt x="121311" y="68852"/>
                  </a:lnTo>
                  <a:lnTo>
                    <a:pt x="121311" y="72131"/>
                  </a:lnTo>
                  <a:lnTo>
                    <a:pt x="118032" y="75410"/>
                  </a:lnTo>
                  <a:lnTo>
                    <a:pt x="114754" y="78688"/>
                  </a:lnTo>
                  <a:lnTo>
                    <a:pt x="116393" y="81967"/>
                  </a:lnTo>
                  <a:lnTo>
                    <a:pt x="113114" y="85245"/>
                  </a:lnTo>
                  <a:lnTo>
                    <a:pt x="118032" y="81967"/>
                  </a:lnTo>
                  <a:lnTo>
                    <a:pt x="121311" y="78688"/>
                  </a:lnTo>
                  <a:lnTo>
                    <a:pt x="124590" y="75410"/>
                  </a:lnTo>
                  <a:lnTo>
                    <a:pt x="127868" y="73770"/>
                  </a:lnTo>
                  <a:lnTo>
                    <a:pt x="132786" y="72131"/>
                  </a:lnTo>
                  <a:lnTo>
                    <a:pt x="136065" y="68852"/>
                  </a:lnTo>
                  <a:lnTo>
                    <a:pt x="136065" y="68852"/>
                  </a:lnTo>
                  <a:lnTo>
                    <a:pt x="139344" y="65573"/>
                  </a:lnTo>
                  <a:lnTo>
                    <a:pt x="142622" y="62295"/>
                  </a:lnTo>
                  <a:lnTo>
                    <a:pt x="144262" y="67213"/>
                  </a:lnTo>
                  <a:lnTo>
                    <a:pt x="142622" y="68852"/>
                  </a:lnTo>
                  <a:lnTo>
                    <a:pt x="144262" y="68852"/>
                  </a:lnTo>
                  <a:lnTo>
                    <a:pt x="147540" y="68852"/>
                  </a:lnTo>
                  <a:lnTo>
                    <a:pt x="147540" y="68852"/>
                  </a:lnTo>
                  <a:lnTo>
                    <a:pt x="150819" y="67213"/>
                  </a:lnTo>
                  <a:lnTo>
                    <a:pt x="152458" y="68852"/>
                  </a:lnTo>
                  <a:lnTo>
                    <a:pt x="155737" y="70492"/>
                  </a:lnTo>
                  <a:lnTo>
                    <a:pt x="160655" y="70492"/>
                  </a:lnTo>
                  <a:lnTo>
                    <a:pt x="162294" y="68852"/>
                  </a:lnTo>
                  <a:lnTo>
                    <a:pt x="163934" y="67213"/>
                  </a:lnTo>
                  <a:lnTo>
                    <a:pt x="163934" y="68852"/>
                  </a:lnTo>
                  <a:lnTo>
                    <a:pt x="162294" y="72131"/>
                  </a:lnTo>
                  <a:lnTo>
                    <a:pt x="159016" y="73770"/>
                  </a:lnTo>
                  <a:lnTo>
                    <a:pt x="154098" y="75410"/>
                  </a:lnTo>
                  <a:lnTo>
                    <a:pt x="150819" y="77049"/>
                  </a:lnTo>
                  <a:lnTo>
                    <a:pt x="147540" y="78688"/>
                  </a:lnTo>
                  <a:lnTo>
                    <a:pt x="144262" y="78688"/>
                  </a:lnTo>
                  <a:lnTo>
                    <a:pt x="140983" y="81967"/>
                  </a:lnTo>
                  <a:lnTo>
                    <a:pt x="136065" y="85245"/>
                  </a:lnTo>
                  <a:lnTo>
                    <a:pt x="140983" y="83606"/>
                  </a:lnTo>
                  <a:lnTo>
                    <a:pt x="144262" y="81967"/>
                  </a:lnTo>
                  <a:lnTo>
                    <a:pt x="147540" y="81967"/>
                  </a:lnTo>
                  <a:lnTo>
                    <a:pt x="144262" y="85245"/>
                  </a:lnTo>
                  <a:lnTo>
                    <a:pt x="140983" y="88524"/>
                  </a:lnTo>
                  <a:lnTo>
                    <a:pt x="137704" y="90164"/>
                  </a:lnTo>
                  <a:lnTo>
                    <a:pt x="134426" y="93442"/>
                  </a:lnTo>
                  <a:lnTo>
                    <a:pt x="137704" y="91803"/>
                  </a:lnTo>
                  <a:lnTo>
                    <a:pt x="142622" y="90164"/>
                  </a:lnTo>
                  <a:lnTo>
                    <a:pt x="145901" y="88524"/>
                  </a:lnTo>
                  <a:lnTo>
                    <a:pt x="149180" y="91803"/>
                  </a:lnTo>
                  <a:lnTo>
                    <a:pt x="154098" y="91803"/>
                  </a:lnTo>
                  <a:lnTo>
                    <a:pt x="152458" y="95082"/>
                  </a:lnTo>
                  <a:lnTo>
                    <a:pt x="152458" y="96721"/>
                  </a:lnTo>
                  <a:lnTo>
                    <a:pt x="155737" y="91803"/>
                  </a:lnTo>
                  <a:lnTo>
                    <a:pt x="159016" y="90164"/>
                  </a:lnTo>
                  <a:lnTo>
                    <a:pt x="159016" y="93442"/>
                  </a:lnTo>
                  <a:lnTo>
                    <a:pt x="160655" y="98360"/>
                  </a:lnTo>
                  <a:lnTo>
                    <a:pt x="163934" y="95082"/>
                  </a:lnTo>
                  <a:lnTo>
                    <a:pt x="163934" y="91803"/>
                  </a:lnTo>
                  <a:lnTo>
                    <a:pt x="167212" y="88524"/>
                  </a:lnTo>
                  <a:lnTo>
                    <a:pt x="167212" y="91803"/>
                  </a:lnTo>
                  <a:lnTo>
                    <a:pt x="163934" y="95082"/>
                  </a:lnTo>
                  <a:lnTo>
                    <a:pt x="162294" y="98360"/>
                  </a:lnTo>
                  <a:lnTo>
                    <a:pt x="159016" y="101639"/>
                  </a:lnTo>
                  <a:lnTo>
                    <a:pt x="157376" y="104918"/>
                  </a:lnTo>
                  <a:lnTo>
                    <a:pt x="154098" y="109836"/>
                  </a:lnTo>
                  <a:lnTo>
                    <a:pt x="154098" y="109836"/>
                  </a:lnTo>
                  <a:lnTo>
                    <a:pt x="154098" y="109836"/>
                  </a:lnTo>
                  <a:lnTo>
                    <a:pt x="157376" y="108196"/>
                  </a:lnTo>
                  <a:lnTo>
                    <a:pt x="160655" y="106557"/>
                  </a:lnTo>
                  <a:lnTo>
                    <a:pt x="159016" y="103278"/>
                  </a:lnTo>
                  <a:lnTo>
                    <a:pt x="163934" y="100000"/>
                  </a:lnTo>
                  <a:lnTo>
                    <a:pt x="167212" y="100000"/>
                  </a:lnTo>
                  <a:lnTo>
                    <a:pt x="170491" y="100000"/>
                  </a:lnTo>
                  <a:lnTo>
                    <a:pt x="173770" y="100000"/>
                  </a:lnTo>
                  <a:lnTo>
                    <a:pt x="175409" y="95082"/>
                  </a:lnTo>
                  <a:lnTo>
                    <a:pt x="175409" y="100000"/>
                  </a:lnTo>
                  <a:lnTo>
                    <a:pt x="178688" y="96721"/>
                  </a:lnTo>
                  <a:lnTo>
                    <a:pt x="183606" y="95082"/>
                  </a:lnTo>
                  <a:lnTo>
                    <a:pt x="186885" y="90164"/>
                  </a:lnTo>
                  <a:lnTo>
                    <a:pt x="190163" y="88524"/>
                  </a:lnTo>
                  <a:lnTo>
                    <a:pt x="190163" y="91803"/>
                  </a:lnTo>
                  <a:lnTo>
                    <a:pt x="188524" y="96721"/>
                  </a:lnTo>
                  <a:lnTo>
                    <a:pt x="186885" y="100000"/>
                  </a:lnTo>
                  <a:lnTo>
                    <a:pt x="186885" y="100000"/>
                  </a:lnTo>
                  <a:lnTo>
                    <a:pt x="190163" y="96721"/>
                  </a:lnTo>
                  <a:lnTo>
                    <a:pt x="193442" y="93442"/>
                  </a:lnTo>
                  <a:lnTo>
                    <a:pt x="196720" y="93442"/>
                  </a:lnTo>
                  <a:lnTo>
                    <a:pt x="199999" y="93442"/>
                  </a:lnTo>
                  <a:lnTo>
                    <a:pt x="204917" y="91803"/>
                  </a:lnTo>
                  <a:lnTo>
                    <a:pt x="208196" y="91803"/>
                  </a:lnTo>
                  <a:lnTo>
                    <a:pt x="211475" y="93442"/>
                  </a:lnTo>
                  <a:lnTo>
                    <a:pt x="214753" y="95082"/>
                  </a:lnTo>
                  <a:lnTo>
                    <a:pt x="218032" y="100000"/>
                  </a:lnTo>
                  <a:lnTo>
                    <a:pt x="221310" y="100000"/>
                  </a:lnTo>
                  <a:lnTo>
                    <a:pt x="218032" y="103278"/>
                  </a:lnTo>
                  <a:lnTo>
                    <a:pt x="214753" y="106557"/>
                  </a:lnTo>
                  <a:lnTo>
                    <a:pt x="209835" y="109836"/>
                  </a:lnTo>
                  <a:lnTo>
                    <a:pt x="206557" y="109836"/>
                  </a:lnTo>
                  <a:lnTo>
                    <a:pt x="203278" y="113114"/>
                  </a:lnTo>
                  <a:lnTo>
                    <a:pt x="198360" y="116393"/>
                  </a:lnTo>
                  <a:lnTo>
                    <a:pt x="195081" y="118032"/>
                  </a:lnTo>
                  <a:lnTo>
                    <a:pt x="191802" y="119672"/>
                  </a:lnTo>
                  <a:lnTo>
                    <a:pt x="195081" y="119672"/>
                  </a:lnTo>
                  <a:lnTo>
                    <a:pt x="198360" y="118032"/>
                  </a:lnTo>
                  <a:lnTo>
                    <a:pt x="203278" y="118032"/>
                  </a:lnTo>
                  <a:lnTo>
                    <a:pt x="199999" y="122950"/>
                  </a:lnTo>
                  <a:lnTo>
                    <a:pt x="196720" y="121311"/>
                  </a:lnTo>
                  <a:lnTo>
                    <a:pt x="196720" y="126229"/>
                  </a:lnTo>
                  <a:lnTo>
                    <a:pt x="196720" y="127868"/>
                  </a:lnTo>
                  <a:lnTo>
                    <a:pt x="199999" y="126229"/>
                  </a:lnTo>
                  <a:lnTo>
                    <a:pt x="201638" y="121311"/>
                  </a:lnTo>
                  <a:lnTo>
                    <a:pt x="203278" y="126229"/>
                  </a:lnTo>
                  <a:lnTo>
                    <a:pt x="208196" y="124590"/>
                  </a:lnTo>
                  <a:lnTo>
                    <a:pt x="203278" y="127868"/>
                  </a:lnTo>
                  <a:lnTo>
                    <a:pt x="199999" y="129508"/>
                  </a:lnTo>
                  <a:lnTo>
                    <a:pt x="195081" y="129508"/>
                  </a:lnTo>
                  <a:lnTo>
                    <a:pt x="199999" y="129508"/>
                  </a:lnTo>
                  <a:lnTo>
                    <a:pt x="195081" y="132786"/>
                  </a:lnTo>
                  <a:lnTo>
                    <a:pt x="191802" y="134426"/>
                  </a:lnTo>
                  <a:lnTo>
                    <a:pt x="188524" y="136065"/>
                  </a:lnTo>
                  <a:lnTo>
                    <a:pt x="186885" y="139344"/>
                  </a:lnTo>
                  <a:lnTo>
                    <a:pt x="190163" y="137704"/>
                  </a:lnTo>
                  <a:lnTo>
                    <a:pt x="193442" y="136065"/>
                  </a:lnTo>
                  <a:lnTo>
                    <a:pt x="196720" y="134426"/>
                  </a:lnTo>
                  <a:lnTo>
                    <a:pt x="195081" y="137704"/>
                  </a:lnTo>
                  <a:lnTo>
                    <a:pt x="198360" y="134426"/>
                  </a:lnTo>
                  <a:lnTo>
                    <a:pt x="201638" y="132786"/>
                  </a:lnTo>
                  <a:lnTo>
                    <a:pt x="201638" y="136065"/>
                  </a:lnTo>
                  <a:lnTo>
                    <a:pt x="204917" y="134426"/>
                  </a:lnTo>
                  <a:lnTo>
                    <a:pt x="208196" y="134426"/>
                  </a:lnTo>
                  <a:lnTo>
                    <a:pt x="211475" y="131147"/>
                  </a:lnTo>
                  <a:lnTo>
                    <a:pt x="214753" y="127868"/>
                  </a:lnTo>
                  <a:lnTo>
                    <a:pt x="218032" y="131147"/>
                  </a:lnTo>
                  <a:lnTo>
                    <a:pt x="221310" y="129508"/>
                  </a:lnTo>
                  <a:lnTo>
                    <a:pt x="224589" y="126229"/>
                  </a:lnTo>
                  <a:lnTo>
                    <a:pt x="227868" y="129508"/>
                  </a:lnTo>
                  <a:lnTo>
                    <a:pt x="224589" y="134426"/>
                  </a:lnTo>
                  <a:lnTo>
                    <a:pt x="221310" y="137704"/>
                  </a:lnTo>
                  <a:lnTo>
                    <a:pt x="216392" y="139344"/>
                  </a:lnTo>
                  <a:lnTo>
                    <a:pt x="213114" y="137704"/>
                  </a:lnTo>
                  <a:lnTo>
                    <a:pt x="211475" y="139344"/>
                  </a:lnTo>
                  <a:lnTo>
                    <a:pt x="208196" y="142622"/>
                  </a:lnTo>
                  <a:lnTo>
                    <a:pt x="203278" y="144262"/>
                  </a:lnTo>
                  <a:lnTo>
                    <a:pt x="199999" y="147540"/>
                  </a:lnTo>
                  <a:lnTo>
                    <a:pt x="196720" y="145901"/>
                  </a:lnTo>
                  <a:lnTo>
                    <a:pt x="191802" y="144262"/>
                  </a:lnTo>
                  <a:lnTo>
                    <a:pt x="190163" y="149180"/>
                  </a:lnTo>
                  <a:lnTo>
                    <a:pt x="193442" y="150819"/>
                  </a:lnTo>
                  <a:lnTo>
                    <a:pt x="196720" y="150819"/>
                  </a:lnTo>
                  <a:lnTo>
                    <a:pt x="193442" y="152458"/>
                  </a:lnTo>
                  <a:lnTo>
                    <a:pt x="190163" y="152458"/>
                  </a:lnTo>
                  <a:lnTo>
                    <a:pt x="193442" y="154098"/>
                  </a:lnTo>
                  <a:lnTo>
                    <a:pt x="196720" y="152458"/>
                  </a:lnTo>
                  <a:lnTo>
                    <a:pt x="195081" y="155737"/>
                  </a:lnTo>
                  <a:lnTo>
                    <a:pt x="191802" y="159016"/>
                  </a:lnTo>
                  <a:lnTo>
                    <a:pt x="191802" y="162294"/>
                  </a:lnTo>
                  <a:lnTo>
                    <a:pt x="186885" y="160655"/>
                  </a:lnTo>
                  <a:lnTo>
                    <a:pt x="186885" y="163934"/>
                  </a:lnTo>
                  <a:lnTo>
                    <a:pt x="186885" y="168852"/>
                  </a:lnTo>
                  <a:lnTo>
                    <a:pt x="191802" y="167212"/>
                  </a:lnTo>
                  <a:lnTo>
                    <a:pt x="188524" y="172130"/>
                  </a:lnTo>
                  <a:lnTo>
                    <a:pt x="190163" y="175409"/>
                  </a:lnTo>
                  <a:lnTo>
                    <a:pt x="193442" y="173770"/>
                  </a:lnTo>
                  <a:lnTo>
                    <a:pt x="195081" y="170491"/>
                  </a:lnTo>
                  <a:lnTo>
                    <a:pt x="198360" y="167212"/>
                  </a:lnTo>
                  <a:lnTo>
                    <a:pt x="199999" y="163934"/>
                  </a:lnTo>
                  <a:lnTo>
                    <a:pt x="203278" y="160655"/>
                  </a:lnTo>
                  <a:lnTo>
                    <a:pt x="206557" y="157376"/>
                  </a:lnTo>
                  <a:lnTo>
                    <a:pt x="211475" y="154098"/>
                  </a:lnTo>
                  <a:lnTo>
                    <a:pt x="214753" y="150819"/>
                  </a:lnTo>
                  <a:lnTo>
                    <a:pt x="218032" y="152458"/>
                  </a:lnTo>
                  <a:lnTo>
                    <a:pt x="221310" y="149180"/>
                  </a:lnTo>
                  <a:lnTo>
                    <a:pt x="226229" y="149180"/>
                  </a:lnTo>
                  <a:lnTo>
                    <a:pt x="221310" y="152458"/>
                  </a:lnTo>
                  <a:lnTo>
                    <a:pt x="218032" y="155737"/>
                  </a:lnTo>
                  <a:lnTo>
                    <a:pt x="214753" y="159016"/>
                  </a:lnTo>
                  <a:lnTo>
                    <a:pt x="211475" y="163934"/>
                  </a:lnTo>
                  <a:lnTo>
                    <a:pt x="209835" y="167212"/>
                  </a:lnTo>
                  <a:lnTo>
                    <a:pt x="204917" y="170491"/>
                  </a:lnTo>
                  <a:lnTo>
                    <a:pt x="206557" y="173770"/>
                  </a:lnTo>
                  <a:lnTo>
                    <a:pt x="204917" y="178688"/>
                  </a:lnTo>
                  <a:lnTo>
                    <a:pt x="208196" y="177048"/>
                  </a:lnTo>
                  <a:lnTo>
                    <a:pt x="211475" y="175409"/>
                  </a:lnTo>
                  <a:lnTo>
                    <a:pt x="216392" y="173770"/>
                  </a:lnTo>
                  <a:lnTo>
                    <a:pt x="219671" y="170491"/>
                  </a:lnTo>
                  <a:lnTo>
                    <a:pt x="221310" y="165573"/>
                  </a:lnTo>
                  <a:lnTo>
                    <a:pt x="224589" y="163934"/>
                  </a:lnTo>
                  <a:lnTo>
                    <a:pt x="224589" y="168852"/>
                  </a:lnTo>
                  <a:lnTo>
                    <a:pt x="224589" y="172130"/>
                  </a:lnTo>
                  <a:lnTo>
                    <a:pt x="224589" y="175409"/>
                  </a:lnTo>
                  <a:lnTo>
                    <a:pt x="221310" y="180327"/>
                  </a:lnTo>
                  <a:lnTo>
                    <a:pt x="218032" y="183606"/>
                  </a:lnTo>
                  <a:lnTo>
                    <a:pt x="218032" y="185245"/>
                  </a:lnTo>
                  <a:lnTo>
                    <a:pt x="214753" y="188524"/>
                  </a:lnTo>
                  <a:lnTo>
                    <a:pt x="211475" y="191802"/>
                  </a:lnTo>
                  <a:lnTo>
                    <a:pt x="211475" y="196720"/>
                  </a:lnTo>
                  <a:lnTo>
                    <a:pt x="208196" y="199999"/>
                  </a:lnTo>
                  <a:lnTo>
                    <a:pt x="204917" y="203278"/>
                  </a:lnTo>
                  <a:lnTo>
                    <a:pt x="203278" y="208196"/>
                  </a:lnTo>
                  <a:lnTo>
                    <a:pt x="199999" y="211475"/>
                  </a:lnTo>
                  <a:lnTo>
                    <a:pt x="195081" y="213114"/>
                  </a:lnTo>
                  <a:lnTo>
                    <a:pt x="191802" y="209835"/>
                  </a:lnTo>
                  <a:lnTo>
                    <a:pt x="188524" y="209835"/>
                  </a:lnTo>
                  <a:lnTo>
                    <a:pt x="185245" y="213114"/>
                  </a:lnTo>
                  <a:lnTo>
                    <a:pt x="180327" y="214753"/>
                  </a:lnTo>
                  <a:lnTo>
                    <a:pt x="180327" y="209835"/>
                  </a:lnTo>
                  <a:lnTo>
                    <a:pt x="181966" y="206557"/>
                  </a:lnTo>
                  <a:lnTo>
                    <a:pt x="185245" y="203278"/>
                  </a:lnTo>
                  <a:lnTo>
                    <a:pt x="181966" y="204917"/>
                  </a:lnTo>
                  <a:lnTo>
                    <a:pt x="183606" y="201638"/>
                  </a:lnTo>
                  <a:lnTo>
                    <a:pt x="186885" y="198360"/>
                  </a:lnTo>
                  <a:lnTo>
                    <a:pt x="183606" y="198360"/>
                  </a:lnTo>
                  <a:lnTo>
                    <a:pt x="186885" y="195081"/>
                  </a:lnTo>
                  <a:lnTo>
                    <a:pt x="190163" y="190163"/>
                  </a:lnTo>
                  <a:lnTo>
                    <a:pt x="186885" y="191802"/>
                  </a:lnTo>
                  <a:lnTo>
                    <a:pt x="181966" y="195081"/>
                  </a:lnTo>
                  <a:lnTo>
                    <a:pt x="178688" y="196720"/>
                  </a:lnTo>
                  <a:lnTo>
                    <a:pt x="175409" y="199999"/>
                  </a:lnTo>
                  <a:lnTo>
                    <a:pt x="170491" y="203278"/>
                  </a:lnTo>
                  <a:lnTo>
                    <a:pt x="167212" y="204917"/>
                  </a:lnTo>
                  <a:lnTo>
                    <a:pt x="163934" y="204917"/>
                  </a:lnTo>
                  <a:lnTo>
                    <a:pt x="162294" y="204917"/>
                  </a:lnTo>
                  <a:lnTo>
                    <a:pt x="163934" y="201638"/>
                  </a:lnTo>
                  <a:lnTo>
                    <a:pt x="167212" y="196720"/>
                  </a:lnTo>
                  <a:lnTo>
                    <a:pt x="168852" y="193442"/>
                  </a:lnTo>
                  <a:lnTo>
                    <a:pt x="172130" y="190163"/>
                  </a:lnTo>
                  <a:lnTo>
                    <a:pt x="175409" y="186885"/>
                  </a:lnTo>
                  <a:lnTo>
                    <a:pt x="175409" y="183606"/>
                  </a:lnTo>
                  <a:lnTo>
                    <a:pt x="180327" y="181966"/>
                  </a:lnTo>
                  <a:lnTo>
                    <a:pt x="183606" y="178688"/>
                  </a:lnTo>
                  <a:lnTo>
                    <a:pt x="181966" y="175409"/>
                  </a:lnTo>
                  <a:lnTo>
                    <a:pt x="183606" y="172130"/>
                  </a:lnTo>
                  <a:lnTo>
                    <a:pt x="181966" y="167212"/>
                  </a:lnTo>
                  <a:lnTo>
                    <a:pt x="181966" y="163934"/>
                  </a:lnTo>
                  <a:lnTo>
                    <a:pt x="180327" y="160655"/>
                  </a:lnTo>
                  <a:lnTo>
                    <a:pt x="177048" y="159016"/>
                  </a:lnTo>
                  <a:lnTo>
                    <a:pt x="175409" y="163934"/>
                  </a:lnTo>
                  <a:lnTo>
                    <a:pt x="172130" y="167212"/>
                  </a:lnTo>
                  <a:lnTo>
                    <a:pt x="168852" y="170491"/>
                  </a:lnTo>
                  <a:lnTo>
                    <a:pt x="163934" y="173770"/>
                  </a:lnTo>
                  <a:lnTo>
                    <a:pt x="163934" y="178688"/>
                  </a:lnTo>
                  <a:lnTo>
                    <a:pt x="160655" y="180327"/>
                  </a:lnTo>
                  <a:lnTo>
                    <a:pt x="155737" y="181966"/>
                  </a:lnTo>
                  <a:lnTo>
                    <a:pt x="159016" y="178688"/>
                  </a:lnTo>
                  <a:lnTo>
                    <a:pt x="162294" y="173770"/>
                  </a:lnTo>
                  <a:lnTo>
                    <a:pt x="159016" y="177048"/>
                  </a:lnTo>
                  <a:lnTo>
                    <a:pt x="155737" y="180327"/>
                  </a:lnTo>
                  <a:lnTo>
                    <a:pt x="150819" y="181966"/>
                  </a:lnTo>
                  <a:lnTo>
                    <a:pt x="147540" y="180327"/>
                  </a:lnTo>
                  <a:lnTo>
                    <a:pt x="144262" y="183606"/>
                  </a:lnTo>
                  <a:lnTo>
                    <a:pt x="140983" y="186885"/>
                  </a:lnTo>
                  <a:lnTo>
                    <a:pt x="137704" y="190163"/>
                  </a:lnTo>
                  <a:lnTo>
                    <a:pt x="134426" y="193442"/>
                  </a:lnTo>
                  <a:lnTo>
                    <a:pt x="131147" y="195081"/>
                  </a:lnTo>
                  <a:lnTo>
                    <a:pt x="127868" y="199999"/>
                  </a:lnTo>
                  <a:lnTo>
                    <a:pt x="124590" y="201638"/>
                  </a:lnTo>
                  <a:lnTo>
                    <a:pt x="121311" y="203278"/>
                  </a:lnTo>
                  <a:lnTo>
                    <a:pt x="118032" y="201638"/>
                  </a:lnTo>
                  <a:lnTo>
                    <a:pt x="114754" y="201638"/>
                  </a:lnTo>
                  <a:lnTo>
                    <a:pt x="111475" y="203278"/>
                  </a:lnTo>
                  <a:lnTo>
                    <a:pt x="106557" y="203278"/>
                  </a:lnTo>
                  <a:lnTo>
                    <a:pt x="103278" y="201638"/>
                  </a:lnTo>
                  <a:lnTo>
                    <a:pt x="103278" y="198360"/>
                  </a:lnTo>
                  <a:lnTo>
                    <a:pt x="108196" y="195081"/>
                  </a:lnTo>
                  <a:lnTo>
                    <a:pt x="111475" y="193442"/>
                  </a:lnTo>
                  <a:lnTo>
                    <a:pt x="114754" y="193442"/>
                  </a:lnTo>
                  <a:lnTo>
                    <a:pt x="119672" y="191802"/>
                  </a:lnTo>
                  <a:lnTo>
                    <a:pt x="122950" y="191802"/>
                  </a:lnTo>
                  <a:lnTo>
                    <a:pt x="126229" y="188524"/>
                  </a:lnTo>
                  <a:lnTo>
                    <a:pt x="129508" y="186885"/>
                  </a:lnTo>
                  <a:lnTo>
                    <a:pt x="132786" y="181966"/>
                  </a:lnTo>
                  <a:lnTo>
                    <a:pt x="136065" y="178688"/>
                  </a:lnTo>
                  <a:lnTo>
                    <a:pt x="136065" y="177048"/>
                  </a:lnTo>
                  <a:lnTo>
                    <a:pt x="140983" y="177048"/>
                  </a:lnTo>
                  <a:lnTo>
                    <a:pt x="144262" y="175409"/>
                  </a:lnTo>
                  <a:lnTo>
                    <a:pt x="147540" y="173770"/>
                  </a:lnTo>
                  <a:lnTo>
                    <a:pt x="152458" y="170491"/>
                  </a:lnTo>
                  <a:lnTo>
                    <a:pt x="155737" y="168852"/>
                  </a:lnTo>
                  <a:lnTo>
                    <a:pt x="152458" y="170491"/>
                  </a:lnTo>
                  <a:lnTo>
                    <a:pt x="147540" y="170491"/>
                  </a:lnTo>
                  <a:lnTo>
                    <a:pt x="144262" y="172130"/>
                  </a:lnTo>
                  <a:lnTo>
                    <a:pt x="145901" y="167212"/>
                  </a:lnTo>
                  <a:lnTo>
                    <a:pt x="150819" y="163934"/>
                  </a:lnTo>
                  <a:lnTo>
                    <a:pt x="145901" y="167212"/>
                  </a:lnTo>
                  <a:lnTo>
                    <a:pt x="142622" y="170491"/>
                  </a:lnTo>
                  <a:lnTo>
                    <a:pt x="139344" y="168852"/>
                  </a:lnTo>
                  <a:lnTo>
                    <a:pt x="134426" y="168852"/>
                  </a:lnTo>
                  <a:lnTo>
                    <a:pt x="131147" y="168852"/>
                  </a:lnTo>
                  <a:lnTo>
                    <a:pt x="131147" y="173770"/>
                  </a:lnTo>
                  <a:lnTo>
                    <a:pt x="129508" y="177048"/>
                  </a:lnTo>
                  <a:lnTo>
                    <a:pt x="126229" y="177048"/>
                  </a:lnTo>
                  <a:lnTo>
                    <a:pt x="122950" y="180327"/>
                  </a:lnTo>
                  <a:lnTo>
                    <a:pt x="122950" y="177048"/>
                  </a:lnTo>
                  <a:lnTo>
                    <a:pt x="119672" y="177048"/>
                  </a:lnTo>
                  <a:lnTo>
                    <a:pt x="114754" y="177048"/>
                  </a:lnTo>
                  <a:lnTo>
                    <a:pt x="118032" y="173770"/>
                  </a:lnTo>
                  <a:lnTo>
                    <a:pt x="114754" y="173770"/>
                  </a:lnTo>
                  <a:lnTo>
                    <a:pt x="109836" y="175409"/>
                  </a:lnTo>
                  <a:lnTo>
                    <a:pt x="106557" y="177048"/>
                  </a:lnTo>
                  <a:lnTo>
                    <a:pt x="109836" y="173770"/>
                  </a:lnTo>
                  <a:lnTo>
                    <a:pt x="114754" y="173770"/>
                  </a:lnTo>
                  <a:lnTo>
                    <a:pt x="118032" y="170491"/>
                  </a:lnTo>
                  <a:lnTo>
                    <a:pt x="118032" y="170491"/>
                  </a:lnTo>
                  <a:lnTo>
                    <a:pt x="121311" y="168852"/>
                  </a:lnTo>
                  <a:lnTo>
                    <a:pt x="118032" y="170491"/>
                  </a:lnTo>
                  <a:lnTo>
                    <a:pt x="118032" y="167212"/>
                  </a:lnTo>
                  <a:lnTo>
                    <a:pt x="121311" y="163934"/>
                  </a:lnTo>
                  <a:lnTo>
                    <a:pt x="122950" y="159016"/>
                  </a:lnTo>
                  <a:lnTo>
                    <a:pt x="119672" y="163934"/>
                  </a:lnTo>
                  <a:lnTo>
                    <a:pt x="114754" y="163934"/>
                  </a:lnTo>
                  <a:lnTo>
                    <a:pt x="111475" y="167212"/>
                  </a:lnTo>
                  <a:lnTo>
                    <a:pt x="109836" y="162294"/>
                  </a:lnTo>
                  <a:lnTo>
                    <a:pt x="108196" y="167212"/>
                  </a:lnTo>
                  <a:lnTo>
                    <a:pt x="104918" y="170491"/>
                  </a:lnTo>
                  <a:lnTo>
                    <a:pt x="101639" y="170491"/>
                  </a:lnTo>
                  <a:lnTo>
                    <a:pt x="103278" y="167212"/>
                  </a:lnTo>
                  <a:lnTo>
                    <a:pt x="101639" y="170491"/>
                  </a:lnTo>
                  <a:lnTo>
                    <a:pt x="96721" y="170491"/>
                  </a:lnTo>
                  <a:lnTo>
                    <a:pt x="93442" y="170491"/>
                  </a:lnTo>
                  <a:lnTo>
                    <a:pt x="90164" y="170491"/>
                  </a:lnTo>
                  <a:lnTo>
                    <a:pt x="88524" y="172130"/>
                  </a:lnTo>
                  <a:lnTo>
                    <a:pt x="85245" y="173770"/>
                  </a:lnTo>
                  <a:lnTo>
                    <a:pt x="80328" y="173770"/>
                  </a:lnTo>
                  <a:lnTo>
                    <a:pt x="77049" y="172130"/>
                  </a:lnTo>
                  <a:lnTo>
                    <a:pt x="73770" y="173770"/>
                  </a:lnTo>
                  <a:lnTo>
                    <a:pt x="70492" y="172130"/>
                  </a:lnTo>
                  <a:lnTo>
                    <a:pt x="65573" y="172130"/>
                  </a:lnTo>
                  <a:lnTo>
                    <a:pt x="67213" y="170491"/>
                  </a:lnTo>
                  <a:lnTo>
                    <a:pt x="63934" y="170491"/>
                  </a:lnTo>
                  <a:lnTo>
                    <a:pt x="59016" y="170491"/>
                  </a:lnTo>
                  <a:lnTo>
                    <a:pt x="55738" y="172130"/>
                  </a:lnTo>
                  <a:lnTo>
                    <a:pt x="52459" y="170491"/>
                  </a:lnTo>
                  <a:lnTo>
                    <a:pt x="47541" y="168852"/>
                  </a:lnTo>
                  <a:lnTo>
                    <a:pt x="44262" y="167212"/>
                  </a:lnTo>
                  <a:lnTo>
                    <a:pt x="40983" y="167212"/>
                  </a:lnTo>
                  <a:lnTo>
                    <a:pt x="37705" y="168852"/>
                  </a:lnTo>
                  <a:lnTo>
                    <a:pt x="32787" y="168852"/>
                  </a:lnTo>
                  <a:lnTo>
                    <a:pt x="36065" y="165573"/>
                  </a:lnTo>
                  <a:lnTo>
                    <a:pt x="31148" y="167212"/>
                  </a:lnTo>
                  <a:lnTo>
                    <a:pt x="29508" y="17049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44" name="Freeform 3643">
              <a:extLst>
                <a:ext uri="{FF2B5EF4-FFF2-40B4-BE49-F238E27FC236}">
                  <a16:creationId xmlns:a16="http://schemas.microsoft.com/office/drawing/2014/main" id="{10A10EF5-D249-3F4D-AB6F-1FB66E1FAE9F}"/>
                </a:ext>
              </a:extLst>
            </p:cNvPr>
            <p:cNvSpPr/>
            <p:nvPr/>
          </p:nvSpPr>
          <p:spPr>
            <a:xfrm>
              <a:off x="3484536" y="2049332"/>
              <a:ext cx="3278" cy="11475"/>
            </a:xfrm>
            <a:custGeom>
              <a:avLst/>
              <a:gdLst>
                <a:gd name="connsiteX0" fmla="*/ 3279 w 3278"/>
                <a:gd name="connsiteY0" fmla="*/ 1639 h 11475"/>
                <a:gd name="connsiteX1" fmla="*/ 3279 w 3278"/>
                <a:gd name="connsiteY1" fmla="*/ 4918 h 11475"/>
                <a:gd name="connsiteX2" fmla="*/ 1639 w 3278"/>
                <a:gd name="connsiteY2" fmla="*/ 8197 h 11475"/>
                <a:gd name="connsiteX3" fmla="*/ 0 w 3278"/>
                <a:gd name="connsiteY3" fmla="*/ 11475 h 11475"/>
                <a:gd name="connsiteX4" fmla="*/ 0 w 3278"/>
                <a:gd name="connsiteY4" fmla="*/ 8197 h 11475"/>
                <a:gd name="connsiteX5" fmla="*/ 0 w 3278"/>
                <a:gd name="connsiteY5" fmla="*/ 4918 h 11475"/>
                <a:gd name="connsiteX6" fmla="*/ 0 w 3278"/>
                <a:gd name="connsiteY6" fmla="*/ 0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78" h="11475">
                  <a:moveTo>
                    <a:pt x="3279" y="1639"/>
                  </a:moveTo>
                  <a:lnTo>
                    <a:pt x="3279" y="4918"/>
                  </a:lnTo>
                  <a:lnTo>
                    <a:pt x="1639" y="8197"/>
                  </a:lnTo>
                  <a:lnTo>
                    <a:pt x="0" y="11475"/>
                  </a:lnTo>
                  <a:lnTo>
                    <a:pt x="0" y="8197"/>
                  </a:lnTo>
                  <a:lnTo>
                    <a:pt x="0" y="49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45" name="Freeform 3644">
              <a:extLst>
                <a:ext uri="{FF2B5EF4-FFF2-40B4-BE49-F238E27FC236}">
                  <a16:creationId xmlns:a16="http://schemas.microsoft.com/office/drawing/2014/main" id="{251696ED-22E7-1C46-8480-050845D05AF9}"/>
                </a:ext>
              </a:extLst>
            </p:cNvPr>
            <p:cNvSpPr/>
            <p:nvPr/>
          </p:nvSpPr>
          <p:spPr>
            <a:xfrm>
              <a:off x="3561585" y="2026382"/>
              <a:ext cx="8196" cy="9835"/>
            </a:xfrm>
            <a:custGeom>
              <a:avLst/>
              <a:gdLst>
                <a:gd name="connsiteX0" fmla="*/ 8197 w 8196"/>
                <a:gd name="connsiteY0" fmla="*/ 0 h 9835"/>
                <a:gd name="connsiteX1" fmla="*/ 6557 w 8196"/>
                <a:gd name="connsiteY1" fmla="*/ 3279 h 9835"/>
                <a:gd name="connsiteX2" fmla="*/ 3279 w 8196"/>
                <a:gd name="connsiteY2" fmla="*/ 6557 h 9835"/>
                <a:gd name="connsiteX3" fmla="*/ 0 w 8196"/>
                <a:gd name="connsiteY3" fmla="*/ 9836 h 9835"/>
                <a:gd name="connsiteX4" fmla="*/ 1639 w 8196"/>
                <a:gd name="connsiteY4" fmla="*/ 6557 h 9835"/>
                <a:gd name="connsiteX5" fmla="*/ 4918 w 8196"/>
                <a:gd name="connsiteY5" fmla="*/ 3279 h 9835"/>
                <a:gd name="connsiteX6" fmla="*/ 8197 w 8196"/>
                <a:gd name="connsiteY6" fmla="*/ 0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9835">
                  <a:moveTo>
                    <a:pt x="8197" y="0"/>
                  </a:moveTo>
                  <a:lnTo>
                    <a:pt x="6557" y="3279"/>
                  </a:lnTo>
                  <a:lnTo>
                    <a:pt x="3279" y="6557"/>
                  </a:lnTo>
                  <a:lnTo>
                    <a:pt x="0" y="9836"/>
                  </a:lnTo>
                  <a:lnTo>
                    <a:pt x="1639" y="6557"/>
                  </a:lnTo>
                  <a:lnTo>
                    <a:pt x="4918" y="3279"/>
                  </a:lnTo>
                  <a:lnTo>
                    <a:pt x="819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46" name="Freeform 3645">
              <a:extLst>
                <a:ext uri="{FF2B5EF4-FFF2-40B4-BE49-F238E27FC236}">
                  <a16:creationId xmlns:a16="http://schemas.microsoft.com/office/drawing/2014/main" id="{18AE9BDE-ECC8-B74F-B2B9-4CAC62955168}"/>
                </a:ext>
              </a:extLst>
            </p:cNvPr>
            <p:cNvSpPr/>
            <p:nvPr/>
          </p:nvSpPr>
          <p:spPr>
            <a:xfrm>
              <a:off x="3568142" y="1890317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0 w 3278"/>
                <a:gd name="connsiteY1" fmla="*/ 3279 h 3278"/>
                <a:gd name="connsiteX2" fmla="*/ 1639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0" y="327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47" name="Freeform 3646">
              <a:extLst>
                <a:ext uri="{FF2B5EF4-FFF2-40B4-BE49-F238E27FC236}">
                  <a16:creationId xmlns:a16="http://schemas.microsoft.com/office/drawing/2014/main" id="{77E32581-9D64-9A4D-93DC-AF95CDFC639F}"/>
                </a:ext>
              </a:extLst>
            </p:cNvPr>
            <p:cNvSpPr/>
            <p:nvPr/>
          </p:nvSpPr>
          <p:spPr>
            <a:xfrm>
              <a:off x="3573060" y="1939497"/>
              <a:ext cx="11475" cy="6557"/>
            </a:xfrm>
            <a:custGeom>
              <a:avLst/>
              <a:gdLst>
                <a:gd name="connsiteX0" fmla="*/ 11475 w 11475"/>
                <a:gd name="connsiteY0" fmla="*/ 0 h 6557"/>
                <a:gd name="connsiteX1" fmla="*/ 8197 w 11475"/>
                <a:gd name="connsiteY1" fmla="*/ 3279 h 6557"/>
                <a:gd name="connsiteX2" fmla="*/ 4918 w 11475"/>
                <a:gd name="connsiteY2" fmla="*/ 4918 h 6557"/>
                <a:gd name="connsiteX3" fmla="*/ 1639 w 11475"/>
                <a:gd name="connsiteY3" fmla="*/ 6557 h 6557"/>
                <a:gd name="connsiteX4" fmla="*/ 0 w 11475"/>
                <a:gd name="connsiteY4" fmla="*/ 3279 h 6557"/>
                <a:gd name="connsiteX5" fmla="*/ 3279 w 11475"/>
                <a:gd name="connsiteY5" fmla="*/ 1639 h 6557"/>
                <a:gd name="connsiteX6" fmla="*/ 6557 w 11475"/>
                <a:gd name="connsiteY6" fmla="*/ 3279 h 6557"/>
                <a:gd name="connsiteX7" fmla="*/ 9836 w 11475"/>
                <a:gd name="connsiteY7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6557">
                  <a:moveTo>
                    <a:pt x="11475" y="0"/>
                  </a:moveTo>
                  <a:lnTo>
                    <a:pt x="8197" y="3279"/>
                  </a:lnTo>
                  <a:lnTo>
                    <a:pt x="4918" y="4918"/>
                  </a:lnTo>
                  <a:lnTo>
                    <a:pt x="1639" y="6557"/>
                  </a:lnTo>
                  <a:lnTo>
                    <a:pt x="0" y="3279"/>
                  </a:lnTo>
                  <a:lnTo>
                    <a:pt x="3279" y="1639"/>
                  </a:lnTo>
                  <a:lnTo>
                    <a:pt x="6557" y="3279"/>
                  </a:lnTo>
                  <a:lnTo>
                    <a:pt x="9836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48" name="Freeform 3647">
              <a:extLst>
                <a:ext uri="{FF2B5EF4-FFF2-40B4-BE49-F238E27FC236}">
                  <a16:creationId xmlns:a16="http://schemas.microsoft.com/office/drawing/2014/main" id="{F8ACE6CB-4F55-E849-80D7-1BEBAB9C1D3D}"/>
                </a:ext>
              </a:extLst>
            </p:cNvPr>
            <p:cNvSpPr/>
            <p:nvPr/>
          </p:nvSpPr>
          <p:spPr>
            <a:xfrm>
              <a:off x="3584536" y="2001792"/>
              <a:ext cx="13114" cy="4917"/>
            </a:xfrm>
            <a:custGeom>
              <a:avLst/>
              <a:gdLst>
                <a:gd name="connsiteX0" fmla="*/ 13115 w 13114"/>
                <a:gd name="connsiteY0" fmla="*/ 0 h 4917"/>
                <a:gd name="connsiteX1" fmla="*/ 11475 w 13114"/>
                <a:gd name="connsiteY1" fmla="*/ 3279 h 4917"/>
                <a:gd name="connsiteX2" fmla="*/ 8197 w 13114"/>
                <a:gd name="connsiteY2" fmla="*/ 4918 h 4917"/>
                <a:gd name="connsiteX3" fmla="*/ 4918 w 13114"/>
                <a:gd name="connsiteY3" fmla="*/ 4918 h 4917"/>
                <a:gd name="connsiteX4" fmla="*/ 0 w 13114"/>
                <a:gd name="connsiteY4" fmla="*/ 1639 h 4917"/>
                <a:gd name="connsiteX5" fmla="*/ 4918 w 13114"/>
                <a:gd name="connsiteY5" fmla="*/ 0 h 4917"/>
                <a:gd name="connsiteX6" fmla="*/ 8197 w 13114"/>
                <a:gd name="connsiteY6" fmla="*/ 1639 h 4917"/>
                <a:gd name="connsiteX7" fmla="*/ 11475 w 13114"/>
                <a:gd name="connsiteY7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4" h="4917">
                  <a:moveTo>
                    <a:pt x="13115" y="0"/>
                  </a:moveTo>
                  <a:lnTo>
                    <a:pt x="11475" y="3279"/>
                  </a:lnTo>
                  <a:lnTo>
                    <a:pt x="8197" y="4918"/>
                  </a:lnTo>
                  <a:lnTo>
                    <a:pt x="4918" y="4918"/>
                  </a:lnTo>
                  <a:lnTo>
                    <a:pt x="0" y="1639"/>
                  </a:lnTo>
                  <a:lnTo>
                    <a:pt x="4918" y="0"/>
                  </a:lnTo>
                  <a:lnTo>
                    <a:pt x="8197" y="1639"/>
                  </a:lnTo>
                  <a:lnTo>
                    <a:pt x="11475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49" name="Freeform 3648">
              <a:extLst>
                <a:ext uri="{FF2B5EF4-FFF2-40B4-BE49-F238E27FC236}">
                  <a16:creationId xmlns:a16="http://schemas.microsoft.com/office/drawing/2014/main" id="{4D2E6461-FA40-0E47-9DB8-B1EDAC4F1543}"/>
                </a:ext>
              </a:extLst>
            </p:cNvPr>
            <p:cNvSpPr/>
            <p:nvPr/>
          </p:nvSpPr>
          <p:spPr>
            <a:xfrm>
              <a:off x="3592732" y="1934579"/>
              <a:ext cx="11475" cy="8196"/>
            </a:xfrm>
            <a:custGeom>
              <a:avLst/>
              <a:gdLst>
                <a:gd name="connsiteX0" fmla="*/ 9836 w 11475"/>
                <a:gd name="connsiteY0" fmla="*/ 1639 h 8196"/>
                <a:gd name="connsiteX1" fmla="*/ 11475 w 11475"/>
                <a:gd name="connsiteY1" fmla="*/ 4918 h 8196"/>
                <a:gd name="connsiteX2" fmla="*/ 8197 w 11475"/>
                <a:gd name="connsiteY2" fmla="*/ 4918 h 8196"/>
                <a:gd name="connsiteX3" fmla="*/ 3279 w 11475"/>
                <a:gd name="connsiteY3" fmla="*/ 6557 h 8196"/>
                <a:gd name="connsiteX4" fmla="*/ 0 w 11475"/>
                <a:gd name="connsiteY4" fmla="*/ 8197 h 8196"/>
                <a:gd name="connsiteX5" fmla="*/ 0 w 11475"/>
                <a:gd name="connsiteY5" fmla="*/ 4918 h 8196"/>
                <a:gd name="connsiteX6" fmla="*/ 4918 w 11475"/>
                <a:gd name="connsiteY6" fmla="*/ 1639 h 8196"/>
                <a:gd name="connsiteX7" fmla="*/ 8197 w 11475"/>
                <a:gd name="connsiteY7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8196">
                  <a:moveTo>
                    <a:pt x="9836" y="1639"/>
                  </a:moveTo>
                  <a:lnTo>
                    <a:pt x="11475" y="4918"/>
                  </a:lnTo>
                  <a:lnTo>
                    <a:pt x="8197" y="4918"/>
                  </a:lnTo>
                  <a:lnTo>
                    <a:pt x="3279" y="6557"/>
                  </a:lnTo>
                  <a:lnTo>
                    <a:pt x="0" y="8197"/>
                  </a:lnTo>
                  <a:lnTo>
                    <a:pt x="0" y="4918"/>
                  </a:lnTo>
                  <a:lnTo>
                    <a:pt x="4918" y="1639"/>
                  </a:lnTo>
                  <a:lnTo>
                    <a:pt x="819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50" name="Freeform 3649">
              <a:extLst>
                <a:ext uri="{FF2B5EF4-FFF2-40B4-BE49-F238E27FC236}">
                  <a16:creationId xmlns:a16="http://schemas.microsoft.com/office/drawing/2014/main" id="{A313FF54-730A-E04F-B029-A944E5D2C17F}"/>
                </a:ext>
              </a:extLst>
            </p:cNvPr>
            <p:cNvSpPr/>
            <p:nvPr/>
          </p:nvSpPr>
          <p:spPr>
            <a:xfrm>
              <a:off x="1156678" y="1929661"/>
              <a:ext cx="11475" cy="11475"/>
            </a:xfrm>
            <a:custGeom>
              <a:avLst/>
              <a:gdLst>
                <a:gd name="connsiteX0" fmla="*/ 9836 w 11475"/>
                <a:gd name="connsiteY0" fmla="*/ 0 h 11475"/>
                <a:gd name="connsiteX1" fmla="*/ 9836 w 11475"/>
                <a:gd name="connsiteY1" fmla="*/ 0 h 11475"/>
                <a:gd name="connsiteX2" fmla="*/ 6557 w 11475"/>
                <a:gd name="connsiteY2" fmla="*/ 1639 h 11475"/>
                <a:gd name="connsiteX3" fmla="*/ 4918 w 11475"/>
                <a:gd name="connsiteY3" fmla="*/ 4918 h 11475"/>
                <a:gd name="connsiteX4" fmla="*/ 0 w 11475"/>
                <a:gd name="connsiteY4" fmla="*/ 8197 h 11475"/>
                <a:gd name="connsiteX5" fmla="*/ 3279 w 11475"/>
                <a:gd name="connsiteY5" fmla="*/ 11475 h 11475"/>
                <a:gd name="connsiteX6" fmla="*/ 6557 w 11475"/>
                <a:gd name="connsiteY6" fmla="*/ 11475 h 11475"/>
                <a:gd name="connsiteX7" fmla="*/ 9836 w 11475"/>
                <a:gd name="connsiteY7" fmla="*/ 8197 h 11475"/>
                <a:gd name="connsiteX8" fmla="*/ 11475 w 11475"/>
                <a:gd name="connsiteY8" fmla="*/ 327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75" h="11475">
                  <a:moveTo>
                    <a:pt x="9836" y="0"/>
                  </a:moveTo>
                  <a:lnTo>
                    <a:pt x="9836" y="0"/>
                  </a:lnTo>
                  <a:lnTo>
                    <a:pt x="6557" y="1639"/>
                  </a:lnTo>
                  <a:lnTo>
                    <a:pt x="4918" y="4918"/>
                  </a:lnTo>
                  <a:lnTo>
                    <a:pt x="0" y="8197"/>
                  </a:lnTo>
                  <a:lnTo>
                    <a:pt x="3279" y="11475"/>
                  </a:lnTo>
                  <a:lnTo>
                    <a:pt x="6557" y="11475"/>
                  </a:lnTo>
                  <a:lnTo>
                    <a:pt x="9836" y="8197"/>
                  </a:lnTo>
                  <a:lnTo>
                    <a:pt x="11475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51" name="Freeform 3650">
              <a:extLst>
                <a:ext uri="{FF2B5EF4-FFF2-40B4-BE49-F238E27FC236}">
                  <a16:creationId xmlns:a16="http://schemas.microsoft.com/office/drawing/2014/main" id="{C99DD3AA-2689-1244-A5D7-A3CDCC8099E1}"/>
                </a:ext>
              </a:extLst>
            </p:cNvPr>
            <p:cNvSpPr/>
            <p:nvPr/>
          </p:nvSpPr>
          <p:spPr>
            <a:xfrm>
              <a:off x="1169793" y="1950972"/>
              <a:ext cx="3278" cy="4918"/>
            </a:xfrm>
            <a:custGeom>
              <a:avLst/>
              <a:gdLst>
                <a:gd name="connsiteX0" fmla="*/ 3279 w 3278"/>
                <a:gd name="connsiteY0" fmla="*/ 0 h 4918"/>
                <a:gd name="connsiteX1" fmla="*/ 3279 w 3278"/>
                <a:gd name="connsiteY1" fmla="*/ 0 h 4918"/>
                <a:gd name="connsiteX2" fmla="*/ 0 w 3278"/>
                <a:gd name="connsiteY2" fmla="*/ 1639 h 4918"/>
                <a:gd name="connsiteX3" fmla="*/ 0 w 3278"/>
                <a:gd name="connsiteY3" fmla="*/ 4918 h 4918"/>
                <a:gd name="connsiteX4" fmla="*/ 3279 w 3278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4918">
                  <a:moveTo>
                    <a:pt x="3279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52" name="Freeform 3651">
              <a:extLst>
                <a:ext uri="{FF2B5EF4-FFF2-40B4-BE49-F238E27FC236}">
                  <a16:creationId xmlns:a16="http://schemas.microsoft.com/office/drawing/2014/main" id="{986A0CDF-8CDC-E445-8940-DA2DEE760D36}"/>
                </a:ext>
              </a:extLst>
            </p:cNvPr>
            <p:cNvSpPr/>
            <p:nvPr/>
          </p:nvSpPr>
          <p:spPr>
            <a:xfrm>
              <a:off x="1176350" y="1957530"/>
              <a:ext cx="1639" cy="3278"/>
            </a:xfrm>
            <a:custGeom>
              <a:avLst/>
              <a:gdLst>
                <a:gd name="connsiteX0" fmla="*/ 1639 w 1639"/>
                <a:gd name="connsiteY0" fmla="*/ 0 h 3278"/>
                <a:gd name="connsiteX1" fmla="*/ 0 w 1639"/>
                <a:gd name="connsiteY1" fmla="*/ 0 h 3278"/>
                <a:gd name="connsiteX2" fmla="*/ 1639 w 1639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1639" y="0"/>
                  </a:move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53" name="Freeform 3652">
              <a:extLst>
                <a:ext uri="{FF2B5EF4-FFF2-40B4-BE49-F238E27FC236}">
                  <a16:creationId xmlns:a16="http://schemas.microsoft.com/office/drawing/2014/main" id="{8E53B9EA-0563-B14D-B6F2-A9D5B13DECB6}"/>
                </a:ext>
              </a:extLst>
            </p:cNvPr>
            <p:cNvSpPr/>
            <p:nvPr/>
          </p:nvSpPr>
          <p:spPr>
            <a:xfrm>
              <a:off x="1177989" y="1850973"/>
              <a:ext cx="9835" cy="11475"/>
            </a:xfrm>
            <a:custGeom>
              <a:avLst/>
              <a:gdLst>
                <a:gd name="connsiteX0" fmla="*/ 9836 w 9835"/>
                <a:gd name="connsiteY0" fmla="*/ 0 h 11475"/>
                <a:gd name="connsiteX1" fmla="*/ 9836 w 9835"/>
                <a:gd name="connsiteY1" fmla="*/ 0 h 11475"/>
                <a:gd name="connsiteX2" fmla="*/ 4918 w 9835"/>
                <a:gd name="connsiteY2" fmla="*/ 1639 h 11475"/>
                <a:gd name="connsiteX3" fmla="*/ 1639 w 9835"/>
                <a:gd name="connsiteY3" fmla="*/ 3279 h 11475"/>
                <a:gd name="connsiteX4" fmla="*/ 0 w 9835"/>
                <a:gd name="connsiteY4" fmla="*/ 8197 h 11475"/>
                <a:gd name="connsiteX5" fmla="*/ 1639 w 9835"/>
                <a:gd name="connsiteY5" fmla="*/ 11476 h 11475"/>
                <a:gd name="connsiteX6" fmla="*/ 4918 w 9835"/>
                <a:gd name="connsiteY6" fmla="*/ 11476 h 11475"/>
                <a:gd name="connsiteX7" fmla="*/ 6557 w 9835"/>
                <a:gd name="connsiteY7" fmla="*/ 8197 h 11475"/>
                <a:gd name="connsiteX8" fmla="*/ 8197 w 9835"/>
                <a:gd name="connsiteY8" fmla="*/ 4918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35" h="11475">
                  <a:moveTo>
                    <a:pt x="9836" y="0"/>
                  </a:moveTo>
                  <a:lnTo>
                    <a:pt x="9836" y="0"/>
                  </a:lnTo>
                  <a:lnTo>
                    <a:pt x="4918" y="1639"/>
                  </a:lnTo>
                  <a:lnTo>
                    <a:pt x="1639" y="3279"/>
                  </a:lnTo>
                  <a:lnTo>
                    <a:pt x="0" y="8197"/>
                  </a:lnTo>
                  <a:lnTo>
                    <a:pt x="1639" y="11476"/>
                  </a:lnTo>
                  <a:lnTo>
                    <a:pt x="4918" y="11476"/>
                  </a:lnTo>
                  <a:lnTo>
                    <a:pt x="6557" y="8197"/>
                  </a:lnTo>
                  <a:lnTo>
                    <a:pt x="819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54" name="Freeform 3653">
              <a:extLst>
                <a:ext uri="{FF2B5EF4-FFF2-40B4-BE49-F238E27FC236}">
                  <a16:creationId xmlns:a16="http://schemas.microsoft.com/office/drawing/2014/main" id="{72F6D166-EB2D-804C-8F80-97F28DB004D5}"/>
                </a:ext>
              </a:extLst>
            </p:cNvPr>
            <p:cNvSpPr/>
            <p:nvPr/>
          </p:nvSpPr>
          <p:spPr>
            <a:xfrm>
              <a:off x="1182907" y="1896874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55" name="Freeform 3654">
              <a:extLst>
                <a:ext uri="{FF2B5EF4-FFF2-40B4-BE49-F238E27FC236}">
                  <a16:creationId xmlns:a16="http://schemas.microsoft.com/office/drawing/2014/main" id="{1F04E959-993D-224D-AB49-6C6A9F3B067E}"/>
                </a:ext>
              </a:extLst>
            </p:cNvPr>
            <p:cNvSpPr/>
            <p:nvPr/>
          </p:nvSpPr>
          <p:spPr>
            <a:xfrm>
              <a:off x="1186186" y="1811629"/>
              <a:ext cx="16393" cy="14753"/>
            </a:xfrm>
            <a:custGeom>
              <a:avLst/>
              <a:gdLst>
                <a:gd name="connsiteX0" fmla="*/ 6557 w 16393"/>
                <a:gd name="connsiteY0" fmla="*/ 8197 h 14753"/>
                <a:gd name="connsiteX1" fmla="*/ 6557 w 16393"/>
                <a:gd name="connsiteY1" fmla="*/ 8197 h 14753"/>
                <a:gd name="connsiteX2" fmla="*/ 8197 w 16393"/>
                <a:gd name="connsiteY2" fmla="*/ 9836 h 14753"/>
                <a:gd name="connsiteX3" fmla="*/ 11475 w 16393"/>
                <a:gd name="connsiteY3" fmla="*/ 8197 h 14753"/>
                <a:gd name="connsiteX4" fmla="*/ 13115 w 16393"/>
                <a:gd name="connsiteY4" fmla="*/ 4918 h 14753"/>
                <a:gd name="connsiteX5" fmla="*/ 16393 w 16393"/>
                <a:gd name="connsiteY5" fmla="*/ 0 h 14753"/>
                <a:gd name="connsiteX6" fmla="*/ 14754 w 16393"/>
                <a:gd name="connsiteY6" fmla="*/ 1639 h 14753"/>
                <a:gd name="connsiteX7" fmla="*/ 9836 w 16393"/>
                <a:gd name="connsiteY7" fmla="*/ 3279 h 14753"/>
                <a:gd name="connsiteX8" fmla="*/ 6557 w 16393"/>
                <a:gd name="connsiteY8" fmla="*/ 3279 h 14753"/>
                <a:gd name="connsiteX9" fmla="*/ 4918 w 16393"/>
                <a:gd name="connsiteY9" fmla="*/ 6557 h 14753"/>
                <a:gd name="connsiteX10" fmla="*/ 6557 w 16393"/>
                <a:gd name="connsiteY10" fmla="*/ 8197 h 14753"/>
                <a:gd name="connsiteX11" fmla="*/ 3279 w 16393"/>
                <a:gd name="connsiteY11" fmla="*/ 8197 h 14753"/>
                <a:gd name="connsiteX12" fmla="*/ 0 w 16393"/>
                <a:gd name="connsiteY12" fmla="*/ 11475 h 14753"/>
                <a:gd name="connsiteX13" fmla="*/ 0 w 16393"/>
                <a:gd name="connsiteY13" fmla="*/ 14754 h 14753"/>
                <a:gd name="connsiteX14" fmla="*/ 3279 w 16393"/>
                <a:gd name="connsiteY14" fmla="*/ 13115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393" h="14753">
                  <a:moveTo>
                    <a:pt x="6557" y="8197"/>
                  </a:moveTo>
                  <a:lnTo>
                    <a:pt x="6557" y="8197"/>
                  </a:lnTo>
                  <a:lnTo>
                    <a:pt x="8197" y="9836"/>
                  </a:lnTo>
                  <a:lnTo>
                    <a:pt x="11475" y="8197"/>
                  </a:lnTo>
                  <a:lnTo>
                    <a:pt x="13115" y="4918"/>
                  </a:lnTo>
                  <a:lnTo>
                    <a:pt x="16393" y="0"/>
                  </a:lnTo>
                  <a:lnTo>
                    <a:pt x="14754" y="1639"/>
                  </a:lnTo>
                  <a:lnTo>
                    <a:pt x="9836" y="3279"/>
                  </a:lnTo>
                  <a:lnTo>
                    <a:pt x="6557" y="3279"/>
                  </a:lnTo>
                  <a:lnTo>
                    <a:pt x="4918" y="6557"/>
                  </a:lnTo>
                  <a:lnTo>
                    <a:pt x="6557" y="8197"/>
                  </a:lnTo>
                  <a:lnTo>
                    <a:pt x="3279" y="8197"/>
                  </a:lnTo>
                  <a:lnTo>
                    <a:pt x="0" y="11475"/>
                  </a:lnTo>
                  <a:lnTo>
                    <a:pt x="0" y="14754"/>
                  </a:lnTo>
                  <a:lnTo>
                    <a:pt x="3279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56" name="Freeform 3655">
              <a:extLst>
                <a:ext uri="{FF2B5EF4-FFF2-40B4-BE49-F238E27FC236}">
                  <a16:creationId xmlns:a16="http://schemas.microsoft.com/office/drawing/2014/main" id="{59DD5857-C38B-1746-B73C-0B6F92C05650}"/>
                </a:ext>
              </a:extLst>
            </p:cNvPr>
            <p:cNvSpPr/>
            <p:nvPr/>
          </p:nvSpPr>
          <p:spPr>
            <a:xfrm>
              <a:off x="1186186" y="1836219"/>
              <a:ext cx="14754" cy="13114"/>
            </a:xfrm>
            <a:custGeom>
              <a:avLst/>
              <a:gdLst>
                <a:gd name="connsiteX0" fmla="*/ 14754 w 14754"/>
                <a:gd name="connsiteY0" fmla="*/ 1639 h 13114"/>
                <a:gd name="connsiteX1" fmla="*/ 13115 w 14754"/>
                <a:gd name="connsiteY1" fmla="*/ 0 h 13114"/>
                <a:gd name="connsiteX2" fmla="*/ 9836 w 14754"/>
                <a:gd name="connsiteY2" fmla="*/ 1639 h 13114"/>
                <a:gd name="connsiteX3" fmla="*/ 4918 w 14754"/>
                <a:gd name="connsiteY3" fmla="*/ 3279 h 13114"/>
                <a:gd name="connsiteX4" fmla="*/ 1639 w 14754"/>
                <a:gd name="connsiteY4" fmla="*/ 6557 h 13114"/>
                <a:gd name="connsiteX5" fmla="*/ 1639 w 14754"/>
                <a:gd name="connsiteY5" fmla="*/ 9836 h 13114"/>
                <a:gd name="connsiteX6" fmla="*/ 0 w 14754"/>
                <a:gd name="connsiteY6" fmla="*/ 13115 h 13114"/>
                <a:gd name="connsiteX7" fmla="*/ 3279 w 14754"/>
                <a:gd name="connsiteY7" fmla="*/ 11475 h 13114"/>
                <a:gd name="connsiteX8" fmla="*/ 6557 w 14754"/>
                <a:gd name="connsiteY8" fmla="*/ 8197 h 13114"/>
                <a:gd name="connsiteX9" fmla="*/ 9836 w 14754"/>
                <a:gd name="connsiteY9" fmla="*/ 4918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54" h="13114">
                  <a:moveTo>
                    <a:pt x="14754" y="1639"/>
                  </a:moveTo>
                  <a:lnTo>
                    <a:pt x="13115" y="0"/>
                  </a:lnTo>
                  <a:lnTo>
                    <a:pt x="9836" y="1639"/>
                  </a:lnTo>
                  <a:lnTo>
                    <a:pt x="4918" y="3279"/>
                  </a:lnTo>
                  <a:lnTo>
                    <a:pt x="1639" y="6557"/>
                  </a:lnTo>
                  <a:lnTo>
                    <a:pt x="1639" y="9836"/>
                  </a:lnTo>
                  <a:lnTo>
                    <a:pt x="0" y="13115"/>
                  </a:lnTo>
                  <a:lnTo>
                    <a:pt x="3279" y="11475"/>
                  </a:lnTo>
                  <a:lnTo>
                    <a:pt x="6557" y="8197"/>
                  </a:lnTo>
                  <a:lnTo>
                    <a:pt x="9836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57" name="Freeform 3656">
              <a:extLst>
                <a:ext uri="{FF2B5EF4-FFF2-40B4-BE49-F238E27FC236}">
                  <a16:creationId xmlns:a16="http://schemas.microsoft.com/office/drawing/2014/main" id="{1D164840-E66E-2E48-A440-674358913662}"/>
                </a:ext>
              </a:extLst>
            </p:cNvPr>
            <p:cNvSpPr/>
            <p:nvPr/>
          </p:nvSpPr>
          <p:spPr>
            <a:xfrm>
              <a:off x="1187825" y="1759170"/>
              <a:ext cx="11475" cy="27868"/>
            </a:xfrm>
            <a:custGeom>
              <a:avLst/>
              <a:gdLst>
                <a:gd name="connsiteX0" fmla="*/ 0 w 11475"/>
                <a:gd name="connsiteY0" fmla="*/ 13115 h 27868"/>
                <a:gd name="connsiteX1" fmla="*/ 3279 w 11475"/>
                <a:gd name="connsiteY1" fmla="*/ 11475 h 27868"/>
                <a:gd name="connsiteX2" fmla="*/ 1639 w 11475"/>
                <a:gd name="connsiteY2" fmla="*/ 16393 h 27868"/>
                <a:gd name="connsiteX3" fmla="*/ 0 w 11475"/>
                <a:gd name="connsiteY3" fmla="*/ 19672 h 27868"/>
                <a:gd name="connsiteX4" fmla="*/ 0 w 11475"/>
                <a:gd name="connsiteY4" fmla="*/ 22951 h 27868"/>
                <a:gd name="connsiteX5" fmla="*/ 1639 w 11475"/>
                <a:gd name="connsiteY5" fmla="*/ 26229 h 27868"/>
                <a:gd name="connsiteX6" fmla="*/ 4918 w 11475"/>
                <a:gd name="connsiteY6" fmla="*/ 27869 h 27868"/>
                <a:gd name="connsiteX7" fmla="*/ 8197 w 11475"/>
                <a:gd name="connsiteY7" fmla="*/ 24590 h 27868"/>
                <a:gd name="connsiteX8" fmla="*/ 11475 w 11475"/>
                <a:gd name="connsiteY8" fmla="*/ 21311 h 27868"/>
                <a:gd name="connsiteX9" fmla="*/ 8197 w 11475"/>
                <a:gd name="connsiteY9" fmla="*/ 18033 h 27868"/>
                <a:gd name="connsiteX10" fmla="*/ 11475 w 11475"/>
                <a:gd name="connsiteY10" fmla="*/ 18033 h 27868"/>
                <a:gd name="connsiteX11" fmla="*/ 11475 w 11475"/>
                <a:gd name="connsiteY11" fmla="*/ 13115 h 27868"/>
                <a:gd name="connsiteX12" fmla="*/ 11475 w 11475"/>
                <a:gd name="connsiteY12" fmla="*/ 9836 h 27868"/>
                <a:gd name="connsiteX13" fmla="*/ 9836 w 11475"/>
                <a:gd name="connsiteY13" fmla="*/ 6557 h 27868"/>
                <a:gd name="connsiteX14" fmla="*/ 8197 w 11475"/>
                <a:gd name="connsiteY14" fmla="*/ 3279 h 27868"/>
                <a:gd name="connsiteX15" fmla="*/ 6557 w 11475"/>
                <a:gd name="connsiteY15" fmla="*/ 0 h 27868"/>
                <a:gd name="connsiteX16" fmla="*/ 3279 w 11475"/>
                <a:gd name="connsiteY16" fmla="*/ 1639 h 27868"/>
                <a:gd name="connsiteX17" fmla="*/ 1639 w 11475"/>
                <a:gd name="connsiteY17" fmla="*/ 4918 h 27868"/>
                <a:gd name="connsiteX18" fmla="*/ 0 w 11475"/>
                <a:gd name="connsiteY18" fmla="*/ 8197 h 27868"/>
                <a:gd name="connsiteX19" fmla="*/ 3279 w 11475"/>
                <a:gd name="connsiteY19" fmla="*/ 9836 h 27868"/>
                <a:gd name="connsiteX20" fmla="*/ 1639 w 11475"/>
                <a:gd name="connsiteY20" fmla="*/ 11475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75" h="27868">
                  <a:moveTo>
                    <a:pt x="0" y="13115"/>
                  </a:moveTo>
                  <a:lnTo>
                    <a:pt x="3279" y="11475"/>
                  </a:lnTo>
                  <a:lnTo>
                    <a:pt x="1639" y="16393"/>
                  </a:lnTo>
                  <a:lnTo>
                    <a:pt x="0" y="19672"/>
                  </a:lnTo>
                  <a:lnTo>
                    <a:pt x="0" y="22951"/>
                  </a:lnTo>
                  <a:lnTo>
                    <a:pt x="1639" y="26229"/>
                  </a:lnTo>
                  <a:lnTo>
                    <a:pt x="4918" y="27869"/>
                  </a:lnTo>
                  <a:lnTo>
                    <a:pt x="8197" y="24590"/>
                  </a:lnTo>
                  <a:lnTo>
                    <a:pt x="11475" y="21311"/>
                  </a:lnTo>
                  <a:lnTo>
                    <a:pt x="8197" y="18033"/>
                  </a:lnTo>
                  <a:lnTo>
                    <a:pt x="11475" y="18033"/>
                  </a:lnTo>
                  <a:lnTo>
                    <a:pt x="11475" y="13115"/>
                  </a:lnTo>
                  <a:lnTo>
                    <a:pt x="11475" y="9836"/>
                  </a:lnTo>
                  <a:lnTo>
                    <a:pt x="9836" y="6557"/>
                  </a:lnTo>
                  <a:lnTo>
                    <a:pt x="8197" y="3279"/>
                  </a:lnTo>
                  <a:lnTo>
                    <a:pt x="6557" y="0"/>
                  </a:lnTo>
                  <a:lnTo>
                    <a:pt x="3279" y="1639"/>
                  </a:lnTo>
                  <a:lnTo>
                    <a:pt x="1639" y="4918"/>
                  </a:lnTo>
                  <a:lnTo>
                    <a:pt x="0" y="8197"/>
                  </a:lnTo>
                  <a:lnTo>
                    <a:pt x="3279" y="9836"/>
                  </a:lnTo>
                  <a:lnTo>
                    <a:pt x="1639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58" name="Freeform 3657">
              <a:extLst>
                <a:ext uri="{FF2B5EF4-FFF2-40B4-BE49-F238E27FC236}">
                  <a16:creationId xmlns:a16="http://schemas.microsoft.com/office/drawing/2014/main" id="{6AC66F5D-418D-A24D-96FC-D5A18ABE726D}"/>
                </a:ext>
              </a:extLst>
            </p:cNvPr>
            <p:cNvSpPr/>
            <p:nvPr/>
          </p:nvSpPr>
          <p:spPr>
            <a:xfrm>
              <a:off x="1191104" y="1829661"/>
              <a:ext cx="4917" cy="4917"/>
            </a:xfrm>
            <a:custGeom>
              <a:avLst/>
              <a:gdLst>
                <a:gd name="connsiteX0" fmla="*/ 0 w 4917"/>
                <a:gd name="connsiteY0" fmla="*/ 4918 h 4917"/>
                <a:gd name="connsiteX1" fmla="*/ 1639 w 4917"/>
                <a:gd name="connsiteY1" fmla="*/ 3279 h 4917"/>
                <a:gd name="connsiteX2" fmla="*/ 4918 w 4917"/>
                <a:gd name="connsiteY2" fmla="*/ 0 h 4917"/>
                <a:gd name="connsiteX3" fmla="*/ 1639 w 4917"/>
                <a:gd name="connsiteY3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7">
                  <a:moveTo>
                    <a:pt x="0" y="4918"/>
                  </a:moveTo>
                  <a:lnTo>
                    <a:pt x="1639" y="3279"/>
                  </a:lnTo>
                  <a:lnTo>
                    <a:pt x="4918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59" name="Freeform 3658">
              <a:extLst>
                <a:ext uri="{FF2B5EF4-FFF2-40B4-BE49-F238E27FC236}">
                  <a16:creationId xmlns:a16="http://schemas.microsoft.com/office/drawing/2014/main" id="{869ED133-2F3D-E441-8E19-16E4391F7B61}"/>
                </a:ext>
              </a:extLst>
            </p:cNvPr>
            <p:cNvSpPr/>
            <p:nvPr/>
          </p:nvSpPr>
          <p:spPr>
            <a:xfrm>
              <a:off x="1192743" y="1831301"/>
              <a:ext cx="6557" cy="6557"/>
            </a:xfrm>
            <a:custGeom>
              <a:avLst/>
              <a:gdLst>
                <a:gd name="connsiteX0" fmla="*/ 6557 w 6557"/>
                <a:gd name="connsiteY0" fmla="*/ 0 h 6557"/>
                <a:gd name="connsiteX1" fmla="*/ 3279 w 6557"/>
                <a:gd name="connsiteY1" fmla="*/ 0 h 6557"/>
                <a:gd name="connsiteX2" fmla="*/ 0 w 6557"/>
                <a:gd name="connsiteY2" fmla="*/ 3279 h 6557"/>
                <a:gd name="connsiteX3" fmla="*/ 0 w 6557"/>
                <a:gd name="connsiteY3" fmla="*/ 6557 h 6557"/>
                <a:gd name="connsiteX4" fmla="*/ 3279 w 6557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6557">
                  <a:moveTo>
                    <a:pt x="6557" y="0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0" y="6557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60" name="Freeform 3659">
              <a:extLst>
                <a:ext uri="{FF2B5EF4-FFF2-40B4-BE49-F238E27FC236}">
                  <a16:creationId xmlns:a16="http://schemas.microsoft.com/office/drawing/2014/main" id="{D3466983-ED5B-914E-807C-D5A325C05821}"/>
                </a:ext>
              </a:extLst>
            </p:cNvPr>
            <p:cNvSpPr/>
            <p:nvPr/>
          </p:nvSpPr>
          <p:spPr>
            <a:xfrm>
              <a:off x="1196022" y="1888677"/>
              <a:ext cx="6557" cy="3278"/>
            </a:xfrm>
            <a:custGeom>
              <a:avLst/>
              <a:gdLst>
                <a:gd name="connsiteX0" fmla="*/ 0 w 6557"/>
                <a:gd name="connsiteY0" fmla="*/ 3279 h 3278"/>
                <a:gd name="connsiteX1" fmla="*/ 3279 w 6557"/>
                <a:gd name="connsiteY1" fmla="*/ 1639 h 3278"/>
                <a:gd name="connsiteX2" fmla="*/ 6557 w 6557"/>
                <a:gd name="connsiteY2" fmla="*/ 0 h 3278"/>
                <a:gd name="connsiteX3" fmla="*/ 3279 w 6557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0" y="3279"/>
                  </a:moveTo>
                  <a:lnTo>
                    <a:pt x="3279" y="1639"/>
                  </a:lnTo>
                  <a:lnTo>
                    <a:pt x="655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61" name="Freeform 3660">
              <a:extLst>
                <a:ext uri="{FF2B5EF4-FFF2-40B4-BE49-F238E27FC236}">
                  <a16:creationId xmlns:a16="http://schemas.microsoft.com/office/drawing/2014/main" id="{9EAA9508-4A86-F940-90B0-869E0ED47083}"/>
                </a:ext>
              </a:extLst>
            </p:cNvPr>
            <p:cNvSpPr/>
            <p:nvPr/>
          </p:nvSpPr>
          <p:spPr>
            <a:xfrm>
              <a:off x="1196022" y="1783760"/>
              <a:ext cx="8196" cy="9835"/>
            </a:xfrm>
            <a:custGeom>
              <a:avLst/>
              <a:gdLst>
                <a:gd name="connsiteX0" fmla="*/ 8197 w 8196"/>
                <a:gd name="connsiteY0" fmla="*/ 0 h 9835"/>
                <a:gd name="connsiteX1" fmla="*/ 6557 w 8196"/>
                <a:gd name="connsiteY1" fmla="*/ 0 h 9835"/>
                <a:gd name="connsiteX2" fmla="*/ 3279 w 8196"/>
                <a:gd name="connsiteY2" fmla="*/ 3279 h 9835"/>
                <a:gd name="connsiteX3" fmla="*/ 0 w 8196"/>
                <a:gd name="connsiteY3" fmla="*/ 4918 h 9835"/>
                <a:gd name="connsiteX4" fmla="*/ 0 w 8196"/>
                <a:gd name="connsiteY4" fmla="*/ 9836 h 9835"/>
                <a:gd name="connsiteX5" fmla="*/ 3279 w 8196"/>
                <a:gd name="connsiteY5" fmla="*/ 6557 h 9835"/>
                <a:gd name="connsiteX6" fmla="*/ 6557 w 8196"/>
                <a:gd name="connsiteY6" fmla="*/ 3279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9835">
                  <a:moveTo>
                    <a:pt x="8197" y="0"/>
                  </a:moveTo>
                  <a:lnTo>
                    <a:pt x="6557" y="0"/>
                  </a:lnTo>
                  <a:lnTo>
                    <a:pt x="3279" y="3279"/>
                  </a:lnTo>
                  <a:lnTo>
                    <a:pt x="0" y="4918"/>
                  </a:lnTo>
                  <a:lnTo>
                    <a:pt x="0" y="9836"/>
                  </a:lnTo>
                  <a:lnTo>
                    <a:pt x="3279" y="6557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62" name="Freeform 3661">
              <a:extLst>
                <a:ext uri="{FF2B5EF4-FFF2-40B4-BE49-F238E27FC236}">
                  <a16:creationId xmlns:a16="http://schemas.microsoft.com/office/drawing/2014/main" id="{5D63EAB9-146C-B942-8756-FB29C317B259}"/>
                </a:ext>
              </a:extLst>
            </p:cNvPr>
            <p:cNvSpPr/>
            <p:nvPr/>
          </p:nvSpPr>
          <p:spPr>
            <a:xfrm>
              <a:off x="1196022" y="1898514"/>
              <a:ext cx="11475" cy="3278"/>
            </a:xfrm>
            <a:custGeom>
              <a:avLst/>
              <a:gdLst>
                <a:gd name="connsiteX0" fmla="*/ 11475 w 11475"/>
                <a:gd name="connsiteY0" fmla="*/ 0 h 3278"/>
                <a:gd name="connsiteX1" fmla="*/ 6557 w 11475"/>
                <a:gd name="connsiteY1" fmla="*/ 1639 h 3278"/>
                <a:gd name="connsiteX2" fmla="*/ 3279 w 11475"/>
                <a:gd name="connsiteY2" fmla="*/ 1639 h 3278"/>
                <a:gd name="connsiteX3" fmla="*/ 0 w 11475"/>
                <a:gd name="connsiteY3" fmla="*/ 3279 h 3278"/>
                <a:gd name="connsiteX4" fmla="*/ 3279 w 11475"/>
                <a:gd name="connsiteY4" fmla="*/ 3279 h 3278"/>
                <a:gd name="connsiteX5" fmla="*/ 6557 w 11475"/>
                <a:gd name="connsiteY5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3278">
                  <a:moveTo>
                    <a:pt x="11475" y="0"/>
                  </a:moveTo>
                  <a:lnTo>
                    <a:pt x="6557" y="1639"/>
                  </a:lnTo>
                  <a:lnTo>
                    <a:pt x="3279" y="1639"/>
                  </a:lnTo>
                  <a:lnTo>
                    <a:pt x="0" y="3279"/>
                  </a:lnTo>
                  <a:lnTo>
                    <a:pt x="3279" y="3279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63" name="Freeform 3662">
              <a:extLst>
                <a:ext uri="{FF2B5EF4-FFF2-40B4-BE49-F238E27FC236}">
                  <a16:creationId xmlns:a16="http://schemas.microsoft.com/office/drawing/2014/main" id="{8C84BDB1-827B-AA45-87D0-71A85882F553}"/>
                </a:ext>
              </a:extLst>
            </p:cNvPr>
            <p:cNvSpPr/>
            <p:nvPr/>
          </p:nvSpPr>
          <p:spPr>
            <a:xfrm>
              <a:off x="1197661" y="1750973"/>
              <a:ext cx="3278" cy="4918"/>
            </a:xfrm>
            <a:custGeom>
              <a:avLst/>
              <a:gdLst>
                <a:gd name="connsiteX0" fmla="*/ 3279 w 3278"/>
                <a:gd name="connsiteY0" fmla="*/ 1639 h 4918"/>
                <a:gd name="connsiteX1" fmla="*/ 1639 w 3278"/>
                <a:gd name="connsiteY1" fmla="*/ 0 h 4918"/>
                <a:gd name="connsiteX2" fmla="*/ 0 w 3278"/>
                <a:gd name="connsiteY2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3279" y="1639"/>
                  </a:moveTo>
                  <a:lnTo>
                    <a:pt x="1639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64" name="Freeform 3663">
              <a:extLst>
                <a:ext uri="{FF2B5EF4-FFF2-40B4-BE49-F238E27FC236}">
                  <a16:creationId xmlns:a16="http://schemas.microsoft.com/office/drawing/2014/main" id="{DA5E102F-DB7D-C84D-9DE1-260F625ADCA6}"/>
                </a:ext>
              </a:extLst>
            </p:cNvPr>
            <p:cNvSpPr/>
            <p:nvPr/>
          </p:nvSpPr>
          <p:spPr>
            <a:xfrm>
              <a:off x="1197661" y="1832940"/>
              <a:ext cx="8196" cy="3278"/>
            </a:xfrm>
            <a:custGeom>
              <a:avLst/>
              <a:gdLst>
                <a:gd name="connsiteX0" fmla="*/ 4918 w 8196"/>
                <a:gd name="connsiteY0" fmla="*/ 0 h 3278"/>
                <a:gd name="connsiteX1" fmla="*/ 3279 w 8196"/>
                <a:gd name="connsiteY1" fmla="*/ 0 h 3278"/>
                <a:gd name="connsiteX2" fmla="*/ 0 w 8196"/>
                <a:gd name="connsiteY2" fmla="*/ 3279 h 3278"/>
                <a:gd name="connsiteX3" fmla="*/ 4918 w 8196"/>
                <a:gd name="connsiteY3" fmla="*/ 3279 h 3278"/>
                <a:gd name="connsiteX4" fmla="*/ 8197 w 8196"/>
                <a:gd name="connsiteY4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4918" y="0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4918" y="3279"/>
                  </a:lnTo>
                  <a:lnTo>
                    <a:pt x="819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65" name="Freeform 3664">
              <a:extLst>
                <a:ext uri="{FF2B5EF4-FFF2-40B4-BE49-F238E27FC236}">
                  <a16:creationId xmlns:a16="http://schemas.microsoft.com/office/drawing/2014/main" id="{BCF8F61A-35AC-1E42-A174-7CC1643158F5}"/>
                </a:ext>
              </a:extLst>
            </p:cNvPr>
            <p:cNvSpPr/>
            <p:nvPr/>
          </p:nvSpPr>
          <p:spPr>
            <a:xfrm>
              <a:off x="1199301" y="1888677"/>
              <a:ext cx="16393" cy="8196"/>
            </a:xfrm>
            <a:custGeom>
              <a:avLst/>
              <a:gdLst>
                <a:gd name="connsiteX0" fmla="*/ 16393 w 16393"/>
                <a:gd name="connsiteY0" fmla="*/ 0 h 8196"/>
                <a:gd name="connsiteX1" fmla="*/ 14754 w 16393"/>
                <a:gd name="connsiteY1" fmla="*/ 0 h 8196"/>
                <a:gd name="connsiteX2" fmla="*/ 9836 w 16393"/>
                <a:gd name="connsiteY2" fmla="*/ 1639 h 8196"/>
                <a:gd name="connsiteX3" fmla="*/ 6557 w 16393"/>
                <a:gd name="connsiteY3" fmla="*/ 3279 h 8196"/>
                <a:gd name="connsiteX4" fmla="*/ 3279 w 16393"/>
                <a:gd name="connsiteY4" fmla="*/ 4918 h 8196"/>
                <a:gd name="connsiteX5" fmla="*/ 0 w 16393"/>
                <a:gd name="connsiteY5" fmla="*/ 8197 h 8196"/>
                <a:gd name="connsiteX6" fmla="*/ 3279 w 16393"/>
                <a:gd name="connsiteY6" fmla="*/ 8197 h 8196"/>
                <a:gd name="connsiteX7" fmla="*/ 6557 w 16393"/>
                <a:gd name="connsiteY7" fmla="*/ 8197 h 8196"/>
                <a:gd name="connsiteX8" fmla="*/ 11475 w 16393"/>
                <a:gd name="connsiteY8" fmla="*/ 6557 h 8196"/>
                <a:gd name="connsiteX9" fmla="*/ 14754 w 16393"/>
                <a:gd name="connsiteY9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393" h="8196">
                  <a:moveTo>
                    <a:pt x="16393" y="0"/>
                  </a:moveTo>
                  <a:lnTo>
                    <a:pt x="14754" y="0"/>
                  </a:lnTo>
                  <a:lnTo>
                    <a:pt x="9836" y="1639"/>
                  </a:lnTo>
                  <a:lnTo>
                    <a:pt x="6557" y="3279"/>
                  </a:lnTo>
                  <a:lnTo>
                    <a:pt x="3279" y="4918"/>
                  </a:lnTo>
                  <a:lnTo>
                    <a:pt x="0" y="8197"/>
                  </a:lnTo>
                  <a:lnTo>
                    <a:pt x="3279" y="8197"/>
                  </a:lnTo>
                  <a:lnTo>
                    <a:pt x="6557" y="8197"/>
                  </a:lnTo>
                  <a:lnTo>
                    <a:pt x="11475" y="6557"/>
                  </a:lnTo>
                  <a:lnTo>
                    <a:pt x="14754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66" name="Freeform 3665">
              <a:extLst>
                <a:ext uri="{FF2B5EF4-FFF2-40B4-BE49-F238E27FC236}">
                  <a16:creationId xmlns:a16="http://schemas.microsoft.com/office/drawing/2014/main" id="{16A96296-FC94-A748-B301-4A3EC4F2BB02}"/>
                </a:ext>
              </a:extLst>
            </p:cNvPr>
            <p:cNvSpPr/>
            <p:nvPr/>
          </p:nvSpPr>
          <p:spPr>
            <a:xfrm>
              <a:off x="1199301" y="1891956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67" name="Freeform 3666">
              <a:extLst>
                <a:ext uri="{FF2B5EF4-FFF2-40B4-BE49-F238E27FC236}">
                  <a16:creationId xmlns:a16="http://schemas.microsoft.com/office/drawing/2014/main" id="{52E154A6-B344-F04C-9946-BD9321071727}"/>
                </a:ext>
              </a:extLst>
            </p:cNvPr>
            <p:cNvSpPr/>
            <p:nvPr/>
          </p:nvSpPr>
          <p:spPr>
            <a:xfrm>
              <a:off x="1200940" y="1780481"/>
              <a:ext cx="1639" cy="3278"/>
            </a:xfrm>
            <a:custGeom>
              <a:avLst/>
              <a:gdLst>
                <a:gd name="connsiteX0" fmla="*/ 1639 w 1639"/>
                <a:gd name="connsiteY0" fmla="*/ 0 h 3278"/>
                <a:gd name="connsiteX1" fmla="*/ 0 w 1639"/>
                <a:gd name="connsiteY1" fmla="*/ 0 h 3278"/>
                <a:gd name="connsiteX2" fmla="*/ 0 w 1639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1639" y="0"/>
                  </a:move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68" name="Freeform 3667">
              <a:extLst>
                <a:ext uri="{FF2B5EF4-FFF2-40B4-BE49-F238E27FC236}">
                  <a16:creationId xmlns:a16="http://schemas.microsoft.com/office/drawing/2014/main" id="{35117B2D-12E4-F643-B2C0-5A280CA36E2F}"/>
                </a:ext>
              </a:extLst>
            </p:cNvPr>
            <p:cNvSpPr/>
            <p:nvPr/>
          </p:nvSpPr>
          <p:spPr>
            <a:xfrm>
              <a:off x="1202579" y="1821465"/>
              <a:ext cx="6557" cy="6557"/>
            </a:xfrm>
            <a:custGeom>
              <a:avLst/>
              <a:gdLst>
                <a:gd name="connsiteX0" fmla="*/ 6557 w 6557"/>
                <a:gd name="connsiteY0" fmla="*/ 0 h 6557"/>
                <a:gd name="connsiteX1" fmla="*/ 3279 w 6557"/>
                <a:gd name="connsiteY1" fmla="*/ 1639 h 6557"/>
                <a:gd name="connsiteX2" fmla="*/ 0 w 6557"/>
                <a:gd name="connsiteY2" fmla="*/ 6557 h 6557"/>
                <a:gd name="connsiteX3" fmla="*/ 3279 w 6557"/>
                <a:gd name="connsiteY3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6557">
                  <a:moveTo>
                    <a:pt x="6557" y="0"/>
                  </a:moveTo>
                  <a:lnTo>
                    <a:pt x="3279" y="1639"/>
                  </a:lnTo>
                  <a:lnTo>
                    <a:pt x="0" y="6557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69" name="Freeform 3668">
              <a:extLst>
                <a:ext uri="{FF2B5EF4-FFF2-40B4-BE49-F238E27FC236}">
                  <a16:creationId xmlns:a16="http://schemas.microsoft.com/office/drawing/2014/main" id="{54C56564-4866-D947-89A1-76747A17A311}"/>
                </a:ext>
              </a:extLst>
            </p:cNvPr>
            <p:cNvSpPr/>
            <p:nvPr/>
          </p:nvSpPr>
          <p:spPr>
            <a:xfrm>
              <a:off x="1202579" y="1826383"/>
              <a:ext cx="6557" cy="4918"/>
            </a:xfrm>
            <a:custGeom>
              <a:avLst/>
              <a:gdLst>
                <a:gd name="connsiteX0" fmla="*/ 6557 w 6557"/>
                <a:gd name="connsiteY0" fmla="*/ 1639 h 4918"/>
                <a:gd name="connsiteX1" fmla="*/ 3279 w 6557"/>
                <a:gd name="connsiteY1" fmla="*/ 0 h 4918"/>
                <a:gd name="connsiteX2" fmla="*/ 0 w 6557"/>
                <a:gd name="connsiteY2" fmla="*/ 1639 h 4918"/>
                <a:gd name="connsiteX3" fmla="*/ 0 w 6557"/>
                <a:gd name="connsiteY3" fmla="*/ 4918 h 4918"/>
                <a:gd name="connsiteX4" fmla="*/ 4918 w 6557"/>
                <a:gd name="connsiteY4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8">
                  <a:moveTo>
                    <a:pt x="6557" y="1639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70" name="Freeform 3669">
              <a:extLst>
                <a:ext uri="{FF2B5EF4-FFF2-40B4-BE49-F238E27FC236}">
                  <a16:creationId xmlns:a16="http://schemas.microsoft.com/office/drawing/2014/main" id="{801AF72F-0E74-B648-AAA2-83832F21B0CB}"/>
                </a:ext>
              </a:extLst>
            </p:cNvPr>
            <p:cNvSpPr/>
            <p:nvPr/>
          </p:nvSpPr>
          <p:spPr>
            <a:xfrm>
              <a:off x="1205858" y="1803432"/>
              <a:ext cx="4918" cy="6557"/>
            </a:xfrm>
            <a:custGeom>
              <a:avLst/>
              <a:gdLst>
                <a:gd name="connsiteX0" fmla="*/ 4918 w 4918"/>
                <a:gd name="connsiteY0" fmla="*/ 0 h 6557"/>
                <a:gd name="connsiteX1" fmla="*/ 1639 w 4918"/>
                <a:gd name="connsiteY1" fmla="*/ 3279 h 6557"/>
                <a:gd name="connsiteX2" fmla="*/ 0 w 4918"/>
                <a:gd name="connsiteY2" fmla="*/ 6557 h 6557"/>
                <a:gd name="connsiteX3" fmla="*/ 3279 w 4918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6557">
                  <a:moveTo>
                    <a:pt x="4918" y="0"/>
                  </a:moveTo>
                  <a:lnTo>
                    <a:pt x="1639" y="3279"/>
                  </a:lnTo>
                  <a:lnTo>
                    <a:pt x="0" y="6557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71" name="Freeform 3670">
              <a:extLst>
                <a:ext uri="{FF2B5EF4-FFF2-40B4-BE49-F238E27FC236}">
                  <a16:creationId xmlns:a16="http://schemas.microsoft.com/office/drawing/2014/main" id="{7757ACE0-7E56-B141-A178-9A2DC9F29E1B}"/>
                </a:ext>
              </a:extLst>
            </p:cNvPr>
            <p:cNvSpPr/>
            <p:nvPr/>
          </p:nvSpPr>
          <p:spPr>
            <a:xfrm>
              <a:off x="1186186" y="1819825"/>
              <a:ext cx="6557" cy="6557"/>
            </a:xfrm>
            <a:custGeom>
              <a:avLst/>
              <a:gdLst>
                <a:gd name="connsiteX0" fmla="*/ 6557 w 6557"/>
                <a:gd name="connsiteY0" fmla="*/ 0 h 6557"/>
                <a:gd name="connsiteX1" fmla="*/ 3279 w 6557"/>
                <a:gd name="connsiteY1" fmla="*/ 4918 h 6557"/>
                <a:gd name="connsiteX2" fmla="*/ 0 w 6557"/>
                <a:gd name="connsiteY2" fmla="*/ 6557 h 6557"/>
                <a:gd name="connsiteX3" fmla="*/ 0 w 6557"/>
                <a:gd name="connsiteY3" fmla="*/ 3279 h 6557"/>
                <a:gd name="connsiteX4" fmla="*/ 3279 w 6557"/>
                <a:gd name="connsiteY4" fmla="*/ 0 h 6557"/>
                <a:gd name="connsiteX5" fmla="*/ 6557 w 6557"/>
                <a:gd name="connsiteY5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6557">
                  <a:moveTo>
                    <a:pt x="6557" y="0"/>
                  </a:moveTo>
                  <a:lnTo>
                    <a:pt x="3279" y="4918"/>
                  </a:lnTo>
                  <a:lnTo>
                    <a:pt x="0" y="6557"/>
                  </a:lnTo>
                  <a:lnTo>
                    <a:pt x="0" y="3279"/>
                  </a:lnTo>
                  <a:lnTo>
                    <a:pt x="3279" y="0"/>
                  </a:lnTo>
                  <a:lnTo>
                    <a:pt x="65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72" name="Freeform 3671">
              <a:extLst>
                <a:ext uri="{FF2B5EF4-FFF2-40B4-BE49-F238E27FC236}">
                  <a16:creationId xmlns:a16="http://schemas.microsoft.com/office/drawing/2014/main" id="{C01D6408-4A2A-6945-95C3-C571EC9D3E76}"/>
                </a:ext>
              </a:extLst>
            </p:cNvPr>
            <p:cNvSpPr/>
            <p:nvPr/>
          </p:nvSpPr>
          <p:spPr>
            <a:xfrm>
              <a:off x="1191104" y="1811629"/>
              <a:ext cx="11475" cy="9836"/>
            </a:xfrm>
            <a:custGeom>
              <a:avLst/>
              <a:gdLst>
                <a:gd name="connsiteX0" fmla="*/ 1639 w 11475"/>
                <a:gd name="connsiteY0" fmla="*/ 8197 h 9836"/>
                <a:gd name="connsiteX1" fmla="*/ 0 w 11475"/>
                <a:gd name="connsiteY1" fmla="*/ 6557 h 9836"/>
                <a:gd name="connsiteX2" fmla="*/ 1639 w 11475"/>
                <a:gd name="connsiteY2" fmla="*/ 3279 h 9836"/>
                <a:gd name="connsiteX3" fmla="*/ 4918 w 11475"/>
                <a:gd name="connsiteY3" fmla="*/ 3279 h 9836"/>
                <a:gd name="connsiteX4" fmla="*/ 9836 w 11475"/>
                <a:gd name="connsiteY4" fmla="*/ 1639 h 9836"/>
                <a:gd name="connsiteX5" fmla="*/ 11475 w 11475"/>
                <a:gd name="connsiteY5" fmla="*/ 0 h 9836"/>
                <a:gd name="connsiteX6" fmla="*/ 8197 w 11475"/>
                <a:gd name="connsiteY6" fmla="*/ 4918 h 9836"/>
                <a:gd name="connsiteX7" fmla="*/ 6557 w 11475"/>
                <a:gd name="connsiteY7" fmla="*/ 8197 h 9836"/>
                <a:gd name="connsiteX8" fmla="*/ 3279 w 11475"/>
                <a:gd name="connsiteY8" fmla="*/ 9836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75" h="9836">
                  <a:moveTo>
                    <a:pt x="1639" y="8197"/>
                  </a:moveTo>
                  <a:lnTo>
                    <a:pt x="0" y="6557"/>
                  </a:lnTo>
                  <a:lnTo>
                    <a:pt x="1639" y="3279"/>
                  </a:lnTo>
                  <a:lnTo>
                    <a:pt x="4918" y="3279"/>
                  </a:lnTo>
                  <a:lnTo>
                    <a:pt x="9836" y="1639"/>
                  </a:lnTo>
                  <a:lnTo>
                    <a:pt x="11475" y="0"/>
                  </a:lnTo>
                  <a:lnTo>
                    <a:pt x="8197" y="4918"/>
                  </a:lnTo>
                  <a:lnTo>
                    <a:pt x="6557" y="8197"/>
                  </a:lnTo>
                  <a:lnTo>
                    <a:pt x="3279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73" name="Freeform 3672">
              <a:extLst>
                <a:ext uri="{FF2B5EF4-FFF2-40B4-BE49-F238E27FC236}">
                  <a16:creationId xmlns:a16="http://schemas.microsoft.com/office/drawing/2014/main" id="{CB713C84-DB1B-5443-9012-82088368B141}"/>
                </a:ext>
              </a:extLst>
            </p:cNvPr>
            <p:cNvSpPr/>
            <p:nvPr/>
          </p:nvSpPr>
          <p:spPr>
            <a:xfrm>
              <a:off x="1086186" y="1747695"/>
              <a:ext cx="68852" cy="86884"/>
            </a:xfrm>
            <a:custGeom>
              <a:avLst/>
              <a:gdLst>
                <a:gd name="connsiteX0" fmla="*/ 8197 w 68852"/>
                <a:gd name="connsiteY0" fmla="*/ 24590 h 86884"/>
                <a:gd name="connsiteX1" fmla="*/ 4918 w 68852"/>
                <a:gd name="connsiteY1" fmla="*/ 24590 h 86884"/>
                <a:gd name="connsiteX2" fmla="*/ 6557 w 68852"/>
                <a:gd name="connsiteY2" fmla="*/ 27869 h 86884"/>
                <a:gd name="connsiteX3" fmla="*/ 9836 w 68852"/>
                <a:gd name="connsiteY3" fmla="*/ 29508 h 86884"/>
                <a:gd name="connsiteX4" fmla="*/ 13115 w 68852"/>
                <a:gd name="connsiteY4" fmla="*/ 34426 h 86884"/>
                <a:gd name="connsiteX5" fmla="*/ 9836 w 68852"/>
                <a:gd name="connsiteY5" fmla="*/ 34426 h 86884"/>
                <a:gd name="connsiteX6" fmla="*/ 4918 w 68852"/>
                <a:gd name="connsiteY6" fmla="*/ 34426 h 86884"/>
                <a:gd name="connsiteX7" fmla="*/ 8197 w 68852"/>
                <a:gd name="connsiteY7" fmla="*/ 34426 h 86884"/>
                <a:gd name="connsiteX8" fmla="*/ 4918 w 68852"/>
                <a:gd name="connsiteY8" fmla="*/ 37705 h 86884"/>
                <a:gd name="connsiteX9" fmla="*/ 1639 w 68852"/>
                <a:gd name="connsiteY9" fmla="*/ 37705 h 86884"/>
                <a:gd name="connsiteX10" fmla="*/ 4918 w 68852"/>
                <a:gd name="connsiteY10" fmla="*/ 39344 h 86884"/>
                <a:gd name="connsiteX11" fmla="*/ 4918 w 68852"/>
                <a:gd name="connsiteY11" fmla="*/ 44262 h 86884"/>
                <a:gd name="connsiteX12" fmla="*/ 9836 w 68852"/>
                <a:gd name="connsiteY12" fmla="*/ 42623 h 86884"/>
                <a:gd name="connsiteX13" fmla="*/ 11475 w 68852"/>
                <a:gd name="connsiteY13" fmla="*/ 42623 h 86884"/>
                <a:gd name="connsiteX14" fmla="*/ 6557 w 68852"/>
                <a:gd name="connsiteY14" fmla="*/ 44262 h 86884"/>
                <a:gd name="connsiteX15" fmla="*/ 3279 w 68852"/>
                <a:gd name="connsiteY15" fmla="*/ 44262 h 86884"/>
                <a:gd name="connsiteX16" fmla="*/ 0 w 68852"/>
                <a:gd name="connsiteY16" fmla="*/ 47541 h 86884"/>
                <a:gd name="connsiteX17" fmla="*/ 3279 w 68852"/>
                <a:gd name="connsiteY17" fmla="*/ 47541 h 86884"/>
                <a:gd name="connsiteX18" fmla="*/ 6557 w 68852"/>
                <a:gd name="connsiteY18" fmla="*/ 47541 h 86884"/>
                <a:gd name="connsiteX19" fmla="*/ 11475 w 68852"/>
                <a:gd name="connsiteY19" fmla="*/ 49180 h 86884"/>
                <a:gd name="connsiteX20" fmla="*/ 6557 w 68852"/>
                <a:gd name="connsiteY20" fmla="*/ 50819 h 86884"/>
                <a:gd name="connsiteX21" fmla="*/ 3279 w 68852"/>
                <a:gd name="connsiteY21" fmla="*/ 52459 h 86884"/>
                <a:gd name="connsiteX22" fmla="*/ 1639 w 68852"/>
                <a:gd name="connsiteY22" fmla="*/ 55737 h 86884"/>
                <a:gd name="connsiteX23" fmla="*/ 1639 w 68852"/>
                <a:gd name="connsiteY23" fmla="*/ 59016 h 86884"/>
                <a:gd name="connsiteX24" fmla="*/ 4918 w 68852"/>
                <a:gd name="connsiteY24" fmla="*/ 59016 h 86884"/>
                <a:gd name="connsiteX25" fmla="*/ 3279 w 68852"/>
                <a:gd name="connsiteY25" fmla="*/ 62295 h 86884"/>
                <a:gd name="connsiteX26" fmla="*/ 3279 w 68852"/>
                <a:gd name="connsiteY26" fmla="*/ 65573 h 86884"/>
                <a:gd name="connsiteX27" fmla="*/ 4918 w 68852"/>
                <a:gd name="connsiteY27" fmla="*/ 70491 h 86884"/>
                <a:gd name="connsiteX28" fmla="*/ 6557 w 68852"/>
                <a:gd name="connsiteY28" fmla="*/ 73770 h 86884"/>
                <a:gd name="connsiteX29" fmla="*/ 6557 w 68852"/>
                <a:gd name="connsiteY29" fmla="*/ 77049 h 86884"/>
                <a:gd name="connsiteX30" fmla="*/ 6557 w 68852"/>
                <a:gd name="connsiteY30" fmla="*/ 80327 h 86884"/>
                <a:gd name="connsiteX31" fmla="*/ 8197 w 68852"/>
                <a:gd name="connsiteY31" fmla="*/ 85245 h 86884"/>
                <a:gd name="connsiteX32" fmla="*/ 11475 w 68852"/>
                <a:gd name="connsiteY32" fmla="*/ 81967 h 86884"/>
                <a:gd name="connsiteX33" fmla="*/ 9836 w 68852"/>
                <a:gd name="connsiteY33" fmla="*/ 86885 h 86884"/>
                <a:gd name="connsiteX34" fmla="*/ 13115 w 68852"/>
                <a:gd name="connsiteY34" fmla="*/ 83606 h 86884"/>
                <a:gd name="connsiteX35" fmla="*/ 18033 w 68852"/>
                <a:gd name="connsiteY35" fmla="*/ 83606 h 86884"/>
                <a:gd name="connsiteX36" fmla="*/ 16393 w 68852"/>
                <a:gd name="connsiteY36" fmla="*/ 81967 h 86884"/>
                <a:gd name="connsiteX37" fmla="*/ 18033 w 68852"/>
                <a:gd name="connsiteY37" fmla="*/ 78688 h 86884"/>
                <a:gd name="connsiteX38" fmla="*/ 14754 w 68852"/>
                <a:gd name="connsiteY38" fmla="*/ 78688 h 86884"/>
                <a:gd name="connsiteX39" fmla="*/ 13115 w 68852"/>
                <a:gd name="connsiteY39" fmla="*/ 75409 h 86884"/>
                <a:gd name="connsiteX40" fmla="*/ 13115 w 68852"/>
                <a:gd name="connsiteY40" fmla="*/ 72131 h 86884"/>
                <a:gd name="connsiteX41" fmla="*/ 9836 w 68852"/>
                <a:gd name="connsiteY41" fmla="*/ 68852 h 86884"/>
                <a:gd name="connsiteX42" fmla="*/ 11475 w 68852"/>
                <a:gd name="connsiteY42" fmla="*/ 65573 h 86884"/>
                <a:gd name="connsiteX43" fmla="*/ 13115 w 68852"/>
                <a:gd name="connsiteY43" fmla="*/ 62295 h 86884"/>
                <a:gd name="connsiteX44" fmla="*/ 16393 w 68852"/>
                <a:gd name="connsiteY44" fmla="*/ 59016 h 86884"/>
                <a:gd name="connsiteX45" fmla="*/ 14754 w 68852"/>
                <a:gd name="connsiteY45" fmla="*/ 54098 h 86884"/>
                <a:gd name="connsiteX46" fmla="*/ 11475 w 68852"/>
                <a:gd name="connsiteY46" fmla="*/ 54098 h 86884"/>
                <a:gd name="connsiteX47" fmla="*/ 14754 w 68852"/>
                <a:gd name="connsiteY47" fmla="*/ 54098 h 86884"/>
                <a:gd name="connsiteX48" fmla="*/ 16393 w 68852"/>
                <a:gd name="connsiteY48" fmla="*/ 49180 h 86884"/>
                <a:gd name="connsiteX49" fmla="*/ 21311 w 68852"/>
                <a:gd name="connsiteY49" fmla="*/ 47541 h 86884"/>
                <a:gd name="connsiteX50" fmla="*/ 24590 w 68852"/>
                <a:gd name="connsiteY50" fmla="*/ 45901 h 86884"/>
                <a:gd name="connsiteX51" fmla="*/ 27869 w 68852"/>
                <a:gd name="connsiteY51" fmla="*/ 47541 h 86884"/>
                <a:gd name="connsiteX52" fmla="*/ 29508 w 68852"/>
                <a:gd name="connsiteY52" fmla="*/ 44262 h 86884"/>
                <a:gd name="connsiteX53" fmla="*/ 29508 w 68852"/>
                <a:gd name="connsiteY53" fmla="*/ 39344 h 86884"/>
                <a:gd name="connsiteX54" fmla="*/ 26229 w 68852"/>
                <a:gd name="connsiteY54" fmla="*/ 39344 h 86884"/>
                <a:gd name="connsiteX55" fmla="*/ 22951 w 68852"/>
                <a:gd name="connsiteY55" fmla="*/ 40983 h 86884"/>
                <a:gd name="connsiteX56" fmla="*/ 18033 w 68852"/>
                <a:gd name="connsiteY56" fmla="*/ 42623 h 86884"/>
                <a:gd name="connsiteX57" fmla="*/ 14754 w 68852"/>
                <a:gd name="connsiteY57" fmla="*/ 42623 h 86884"/>
                <a:gd name="connsiteX58" fmla="*/ 13115 w 68852"/>
                <a:gd name="connsiteY58" fmla="*/ 42623 h 86884"/>
                <a:gd name="connsiteX59" fmla="*/ 16393 w 68852"/>
                <a:gd name="connsiteY59" fmla="*/ 42623 h 86884"/>
                <a:gd name="connsiteX60" fmla="*/ 21311 w 68852"/>
                <a:gd name="connsiteY60" fmla="*/ 39344 h 86884"/>
                <a:gd name="connsiteX61" fmla="*/ 24590 w 68852"/>
                <a:gd name="connsiteY61" fmla="*/ 39344 h 86884"/>
                <a:gd name="connsiteX62" fmla="*/ 27869 w 68852"/>
                <a:gd name="connsiteY62" fmla="*/ 36065 h 86884"/>
                <a:gd name="connsiteX63" fmla="*/ 32787 w 68852"/>
                <a:gd name="connsiteY63" fmla="*/ 32787 h 86884"/>
                <a:gd name="connsiteX64" fmla="*/ 36065 w 68852"/>
                <a:gd name="connsiteY64" fmla="*/ 29508 h 86884"/>
                <a:gd name="connsiteX65" fmla="*/ 39344 w 68852"/>
                <a:gd name="connsiteY65" fmla="*/ 24590 h 86884"/>
                <a:gd name="connsiteX66" fmla="*/ 42623 w 68852"/>
                <a:gd name="connsiteY66" fmla="*/ 21311 h 86884"/>
                <a:gd name="connsiteX67" fmla="*/ 45901 w 68852"/>
                <a:gd name="connsiteY67" fmla="*/ 19672 h 86884"/>
                <a:gd name="connsiteX68" fmla="*/ 49180 w 68852"/>
                <a:gd name="connsiteY68" fmla="*/ 14754 h 86884"/>
                <a:gd name="connsiteX69" fmla="*/ 54098 w 68852"/>
                <a:gd name="connsiteY69" fmla="*/ 13114 h 86884"/>
                <a:gd name="connsiteX70" fmla="*/ 57377 w 68852"/>
                <a:gd name="connsiteY70" fmla="*/ 11475 h 86884"/>
                <a:gd name="connsiteX71" fmla="*/ 60655 w 68852"/>
                <a:gd name="connsiteY71" fmla="*/ 8197 h 86884"/>
                <a:gd name="connsiteX72" fmla="*/ 65573 w 68852"/>
                <a:gd name="connsiteY72" fmla="*/ 4918 h 86884"/>
                <a:gd name="connsiteX73" fmla="*/ 68852 w 68852"/>
                <a:gd name="connsiteY73" fmla="*/ 1639 h 86884"/>
                <a:gd name="connsiteX74" fmla="*/ 65573 w 68852"/>
                <a:gd name="connsiteY74" fmla="*/ 3279 h 86884"/>
                <a:gd name="connsiteX75" fmla="*/ 60655 w 68852"/>
                <a:gd name="connsiteY75" fmla="*/ 4918 h 86884"/>
                <a:gd name="connsiteX76" fmla="*/ 57377 w 68852"/>
                <a:gd name="connsiteY76" fmla="*/ 4918 h 86884"/>
                <a:gd name="connsiteX77" fmla="*/ 52459 w 68852"/>
                <a:gd name="connsiteY77" fmla="*/ 6557 h 86884"/>
                <a:gd name="connsiteX78" fmla="*/ 49180 w 68852"/>
                <a:gd name="connsiteY78" fmla="*/ 6557 h 86884"/>
                <a:gd name="connsiteX79" fmla="*/ 45901 w 68852"/>
                <a:gd name="connsiteY79" fmla="*/ 9836 h 86884"/>
                <a:gd name="connsiteX80" fmla="*/ 44262 w 68852"/>
                <a:gd name="connsiteY80" fmla="*/ 13114 h 86884"/>
                <a:gd name="connsiteX81" fmla="*/ 45901 w 68852"/>
                <a:gd name="connsiteY81" fmla="*/ 8197 h 86884"/>
                <a:gd name="connsiteX82" fmla="*/ 47541 w 68852"/>
                <a:gd name="connsiteY82" fmla="*/ 4918 h 86884"/>
                <a:gd name="connsiteX83" fmla="*/ 42623 w 68852"/>
                <a:gd name="connsiteY83" fmla="*/ 3279 h 86884"/>
                <a:gd name="connsiteX84" fmla="*/ 39344 w 68852"/>
                <a:gd name="connsiteY84" fmla="*/ 4918 h 86884"/>
                <a:gd name="connsiteX85" fmla="*/ 36065 w 68852"/>
                <a:gd name="connsiteY85" fmla="*/ 6557 h 86884"/>
                <a:gd name="connsiteX86" fmla="*/ 31147 w 68852"/>
                <a:gd name="connsiteY86" fmla="*/ 8197 h 86884"/>
                <a:gd name="connsiteX87" fmla="*/ 34426 w 68852"/>
                <a:gd name="connsiteY87" fmla="*/ 6557 h 86884"/>
                <a:gd name="connsiteX88" fmla="*/ 36065 w 68852"/>
                <a:gd name="connsiteY88" fmla="*/ 1639 h 86884"/>
                <a:gd name="connsiteX89" fmla="*/ 32787 w 68852"/>
                <a:gd name="connsiteY89" fmla="*/ 1639 h 86884"/>
                <a:gd name="connsiteX90" fmla="*/ 29508 w 68852"/>
                <a:gd name="connsiteY90" fmla="*/ 1639 h 86884"/>
                <a:gd name="connsiteX91" fmla="*/ 26229 w 68852"/>
                <a:gd name="connsiteY91" fmla="*/ 0 h 86884"/>
                <a:gd name="connsiteX92" fmla="*/ 22951 w 68852"/>
                <a:gd name="connsiteY92" fmla="*/ 1639 h 86884"/>
                <a:gd name="connsiteX93" fmla="*/ 19672 w 68852"/>
                <a:gd name="connsiteY93" fmla="*/ 6557 h 86884"/>
                <a:gd name="connsiteX94" fmla="*/ 16393 w 68852"/>
                <a:gd name="connsiteY94" fmla="*/ 8197 h 86884"/>
                <a:gd name="connsiteX95" fmla="*/ 11475 w 68852"/>
                <a:gd name="connsiteY95" fmla="*/ 11475 h 86884"/>
                <a:gd name="connsiteX96" fmla="*/ 9836 w 68852"/>
                <a:gd name="connsiteY96" fmla="*/ 14754 h 86884"/>
                <a:gd name="connsiteX97" fmla="*/ 9836 w 68852"/>
                <a:gd name="connsiteY97" fmla="*/ 18033 h 86884"/>
                <a:gd name="connsiteX98" fmla="*/ 8197 w 68852"/>
                <a:gd name="connsiteY98" fmla="*/ 22951 h 86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68852" h="86884">
                  <a:moveTo>
                    <a:pt x="8197" y="24590"/>
                  </a:moveTo>
                  <a:lnTo>
                    <a:pt x="4918" y="24590"/>
                  </a:lnTo>
                  <a:lnTo>
                    <a:pt x="6557" y="27869"/>
                  </a:lnTo>
                  <a:lnTo>
                    <a:pt x="9836" y="29508"/>
                  </a:lnTo>
                  <a:lnTo>
                    <a:pt x="13115" y="34426"/>
                  </a:lnTo>
                  <a:lnTo>
                    <a:pt x="9836" y="34426"/>
                  </a:lnTo>
                  <a:lnTo>
                    <a:pt x="4918" y="34426"/>
                  </a:lnTo>
                  <a:lnTo>
                    <a:pt x="8197" y="34426"/>
                  </a:lnTo>
                  <a:lnTo>
                    <a:pt x="4918" y="37705"/>
                  </a:lnTo>
                  <a:lnTo>
                    <a:pt x="1639" y="37705"/>
                  </a:lnTo>
                  <a:lnTo>
                    <a:pt x="4918" y="39344"/>
                  </a:lnTo>
                  <a:lnTo>
                    <a:pt x="4918" y="44262"/>
                  </a:lnTo>
                  <a:lnTo>
                    <a:pt x="9836" y="42623"/>
                  </a:lnTo>
                  <a:lnTo>
                    <a:pt x="11475" y="42623"/>
                  </a:lnTo>
                  <a:lnTo>
                    <a:pt x="6557" y="44262"/>
                  </a:lnTo>
                  <a:lnTo>
                    <a:pt x="3279" y="44262"/>
                  </a:lnTo>
                  <a:lnTo>
                    <a:pt x="0" y="47541"/>
                  </a:lnTo>
                  <a:lnTo>
                    <a:pt x="3279" y="47541"/>
                  </a:lnTo>
                  <a:lnTo>
                    <a:pt x="6557" y="47541"/>
                  </a:lnTo>
                  <a:lnTo>
                    <a:pt x="11475" y="49180"/>
                  </a:lnTo>
                  <a:lnTo>
                    <a:pt x="6557" y="50819"/>
                  </a:lnTo>
                  <a:lnTo>
                    <a:pt x="3279" y="52459"/>
                  </a:lnTo>
                  <a:lnTo>
                    <a:pt x="1639" y="55737"/>
                  </a:lnTo>
                  <a:lnTo>
                    <a:pt x="1639" y="59016"/>
                  </a:lnTo>
                  <a:lnTo>
                    <a:pt x="4918" y="59016"/>
                  </a:lnTo>
                  <a:lnTo>
                    <a:pt x="3279" y="62295"/>
                  </a:lnTo>
                  <a:lnTo>
                    <a:pt x="3279" y="65573"/>
                  </a:lnTo>
                  <a:lnTo>
                    <a:pt x="4918" y="70491"/>
                  </a:lnTo>
                  <a:lnTo>
                    <a:pt x="6557" y="73770"/>
                  </a:lnTo>
                  <a:lnTo>
                    <a:pt x="6557" y="77049"/>
                  </a:lnTo>
                  <a:lnTo>
                    <a:pt x="6557" y="80327"/>
                  </a:lnTo>
                  <a:lnTo>
                    <a:pt x="8197" y="85245"/>
                  </a:lnTo>
                  <a:lnTo>
                    <a:pt x="11475" y="81967"/>
                  </a:lnTo>
                  <a:lnTo>
                    <a:pt x="9836" y="86885"/>
                  </a:lnTo>
                  <a:lnTo>
                    <a:pt x="13115" y="83606"/>
                  </a:lnTo>
                  <a:lnTo>
                    <a:pt x="18033" y="83606"/>
                  </a:lnTo>
                  <a:lnTo>
                    <a:pt x="16393" y="81967"/>
                  </a:lnTo>
                  <a:lnTo>
                    <a:pt x="18033" y="78688"/>
                  </a:lnTo>
                  <a:lnTo>
                    <a:pt x="14754" y="78688"/>
                  </a:lnTo>
                  <a:lnTo>
                    <a:pt x="13115" y="75409"/>
                  </a:lnTo>
                  <a:lnTo>
                    <a:pt x="13115" y="72131"/>
                  </a:lnTo>
                  <a:lnTo>
                    <a:pt x="9836" y="68852"/>
                  </a:lnTo>
                  <a:lnTo>
                    <a:pt x="11475" y="65573"/>
                  </a:lnTo>
                  <a:lnTo>
                    <a:pt x="13115" y="62295"/>
                  </a:lnTo>
                  <a:lnTo>
                    <a:pt x="16393" y="59016"/>
                  </a:lnTo>
                  <a:lnTo>
                    <a:pt x="14754" y="54098"/>
                  </a:lnTo>
                  <a:lnTo>
                    <a:pt x="11475" y="54098"/>
                  </a:lnTo>
                  <a:lnTo>
                    <a:pt x="14754" y="54098"/>
                  </a:lnTo>
                  <a:lnTo>
                    <a:pt x="16393" y="49180"/>
                  </a:lnTo>
                  <a:lnTo>
                    <a:pt x="21311" y="47541"/>
                  </a:lnTo>
                  <a:lnTo>
                    <a:pt x="24590" y="45901"/>
                  </a:lnTo>
                  <a:lnTo>
                    <a:pt x="27869" y="47541"/>
                  </a:lnTo>
                  <a:lnTo>
                    <a:pt x="29508" y="44262"/>
                  </a:lnTo>
                  <a:lnTo>
                    <a:pt x="29508" y="39344"/>
                  </a:lnTo>
                  <a:lnTo>
                    <a:pt x="26229" y="39344"/>
                  </a:lnTo>
                  <a:lnTo>
                    <a:pt x="22951" y="40983"/>
                  </a:lnTo>
                  <a:lnTo>
                    <a:pt x="18033" y="42623"/>
                  </a:lnTo>
                  <a:lnTo>
                    <a:pt x="14754" y="42623"/>
                  </a:lnTo>
                  <a:lnTo>
                    <a:pt x="13115" y="42623"/>
                  </a:lnTo>
                  <a:lnTo>
                    <a:pt x="16393" y="42623"/>
                  </a:lnTo>
                  <a:lnTo>
                    <a:pt x="21311" y="39344"/>
                  </a:lnTo>
                  <a:lnTo>
                    <a:pt x="24590" y="39344"/>
                  </a:lnTo>
                  <a:lnTo>
                    <a:pt x="27869" y="36065"/>
                  </a:lnTo>
                  <a:lnTo>
                    <a:pt x="32787" y="32787"/>
                  </a:lnTo>
                  <a:lnTo>
                    <a:pt x="36065" y="29508"/>
                  </a:lnTo>
                  <a:lnTo>
                    <a:pt x="39344" y="24590"/>
                  </a:lnTo>
                  <a:lnTo>
                    <a:pt x="42623" y="21311"/>
                  </a:lnTo>
                  <a:lnTo>
                    <a:pt x="45901" y="19672"/>
                  </a:lnTo>
                  <a:lnTo>
                    <a:pt x="49180" y="14754"/>
                  </a:lnTo>
                  <a:lnTo>
                    <a:pt x="54098" y="13114"/>
                  </a:lnTo>
                  <a:lnTo>
                    <a:pt x="57377" y="11475"/>
                  </a:lnTo>
                  <a:lnTo>
                    <a:pt x="60655" y="8197"/>
                  </a:lnTo>
                  <a:lnTo>
                    <a:pt x="65573" y="4918"/>
                  </a:lnTo>
                  <a:lnTo>
                    <a:pt x="68852" y="1639"/>
                  </a:lnTo>
                  <a:lnTo>
                    <a:pt x="65573" y="3279"/>
                  </a:lnTo>
                  <a:lnTo>
                    <a:pt x="60655" y="4918"/>
                  </a:lnTo>
                  <a:lnTo>
                    <a:pt x="57377" y="4918"/>
                  </a:lnTo>
                  <a:lnTo>
                    <a:pt x="52459" y="6557"/>
                  </a:lnTo>
                  <a:lnTo>
                    <a:pt x="49180" y="6557"/>
                  </a:lnTo>
                  <a:lnTo>
                    <a:pt x="45901" y="9836"/>
                  </a:lnTo>
                  <a:lnTo>
                    <a:pt x="44262" y="13114"/>
                  </a:lnTo>
                  <a:lnTo>
                    <a:pt x="45901" y="8197"/>
                  </a:lnTo>
                  <a:lnTo>
                    <a:pt x="47541" y="4918"/>
                  </a:lnTo>
                  <a:lnTo>
                    <a:pt x="42623" y="3279"/>
                  </a:lnTo>
                  <a:lnTo>
                    <a:pt x="39344" y="4918"/>
                  </a:lnTo>
                  <a:lnTo>
                    <a:pt x="36065" y="6557"/>
                  </a:lnTo>
                  <a:lnTo>
                    <a:pt x="31147" y="8197"/>
                  </a:lnTo>
                  <a:lnTo>
                    <a:pt x="34426" y="6557"/>
                  </a:lnTo>
                  <a:lnTo>
                    <a:pt x="36065" y="1639"/>
                  </a:lnTo>
                  <a:lnTo>
                    <a:pt x="32787" y="1639"/>
                  </a:lnTo>
                  <a:lnTo>
                    <a:pt x="29508" y="1639"/>
                  </a:lnTo>
                  <a:lnTo>
                    <a:pt x="26229" y="0"/>
                  </a:lnTo>
                  <a:lnTo>
                    <a:pt x="22951" y="1639"/>
                  </a:lnTo>
                  <a:lnTo>
                    <a:pt x="19672" y="6557"/>
                  </a:lnTo>
                  <a:lnTo>
                    <a:pt x="16393" y="8197"/>
                  </a:lnTo>
                  <a:lnTo>
                    <a:pt x="11475" y="11475"/>
                  </a:lnTo>
                  <a:lnTo>
                    <a:pt x="9836" y="14754"/>
                  </a:lnTo>
                  <a:lnTo>
                    <a:pt x="9836" y="18033"/>
                  </a:lnTo>
                  <a:lnTo>
                    <a:pt x="8197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74" name="Freeform 3673">
              <a:extLst>
                <a:ext uri="{FF2B5EF4-FFF2-40B4-BE49-F238E27FC236}">
                  <a16:creationId xmlns:a16="http://schemas.microsoft.com/office/drawing/2014/main" id="{DAF194C8-7180-0E46-984F-BE25FD6DA3A1}"/>
                </a:ext>
              </a:extLst>
            </p:cNvPr>
            <p:cNvSpPr/>
            <p:nvPr/>
          </p:nvSpPr>
          <p:spPr>
            <a:xfrm>
              <a:off x="1097662" y="1832940"/>
              <a:ext cx="3278" cy="6557"/>
            </a:xfrm>
            <a:custGeom>
              <a:avLst/>
              <a:gdLst>
                <a:gd name="connsiteX0" fmla="*/ 3279 w 3278"/>
                <a:gd name="connsiteY0" fmla="*/ 0 h 6557"/>
                <a:gd name="connsiteX1" fmla="*/ 0 w 3278"/>
                <a:gd name="connsiteY1" fmla="*/ 1639 h 6557"/>
                <a:gd name="connsiteX2" fmla="*/ 0 w 3278"/>
                <a:gd name="connsiteY2" fmla="*/ 6557 h 6557"/>
                <a:gd name="connsiteX3" fmla="*/ 3279 w 3278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6557">
                  <a:moveTo>
                    <a:pt x="3279" y="0"/>
                  </a:moveTo>
                  <a:lnTo>
                    <a:pt x="0" y="1639"/>
                  </a:lnTo>
                  <a:lnTo>
                    <a:pt x="0" y="6557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75" name="Freeform 3674">
              <a:extLst>
                <a:ext uri="{FF2B5EF4-FFF2-40B4-BE49-F238E27FC236}">
                  <a16:creationId xmlns:a16="http://schemas.microsoft.com/office/drawing/2014/main" id="{C86E387F-00A6-0347-8BD2-20E1A598C78E}"/>
                </a:ext>
              </a:extLst>
            </p:cNvPr>
            <p:cNvSpPr/>
            <p:nvPr/>
          </p:nvSpPr>
          <p:spPr>
            <a:xfrm>
              <a:off x="1102580" y="1808350"/>
              <a:ext cx="6557" cy="3278"/>
            </a:xfrm>
            <a:custGeom>
              <a:avLst/>
              <a:gdLst>
                <a:gd name="connsiteX0" fmla="*/ 6557 w 6557"/>
                <a:gd name="connsiteY0" fmla="*/ 0 h 3278"/>
                <a:gd name="connsiteX1" fmla="*/ 3279 w 6557"/>
                <a:gd name="connsiteY1" fmla="*/ 1639 h 3278"/>
                <a:gd name="connsiteX2" fmla="*/ 0 w 6557"/>
                <a:gd name="connsiteY2" fmla="*/ 3279 h 3278"/>
                <a:gd name="connsiteX3" fmla="*/ 3279 w 655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6557" y="0"/>
                  </a:moveTo>
                  <a:lnTo>
                    <a:pt x="3279" y="1639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76" name="Freeform 3675">
              <a:extLst>
                <a:ext uri="{FF2B5EF4-FFF2-40B4-BE49-F238E27FC236}">
                  <a16:creationId xmlns:a16="http://schemas.microsoft.com/office/drawing/2014/main" id="{EC7C1E9D-1271-7149-8DDE-9430B1CACB19}"/>
                </a:ext>
              </a:extLst>
            </p:cNvPr>
            <p:cNvSpPr/>
            <p:nvPr/>
          </p:nvSpPr>
          <p:spPr>
            <a:xfrm>
              <a:off x="1102580" y="1803432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77" name="Freeform 3676">
              <a:extLst>
                <a:ext uri="{FF2B5EF4-FFF2-40B4-BE49-F238E27FC236}">
                  <a16:creationId xmlns:a16="http://schemas.microsoft.com/office/drawing/2014/main" id="{9BF820F3-E353-A641-ACF2-D0E2CAE8AA00}"/>
                </a:ext>
              </a:extLst>
            </p:cNvPr>
            <p:cNvSpPr/>
            <p:nvPr/>
          </p:nvSpPr>
          <p:spPr>
            <a:xfrm>
              <a:off x="1102580" y="1796875"/>
              <a:ext cx="9835" cy="6557"/>
            </a:xfrm>
            <a:custGeom>
              <a:avLst/>
              <a:gdLst>
                <a:gd name="connsiteX0" fmla="*/ 0 w 9835"/>
                <a:gd name="connsiteY0" fmla="*/ 3279 h 6557"/>
                <a:gd name="connsiteX1" fmla="*/ 3279 w 9835"/>
                <a:gd name="connsiteY1" fmla="*/ 6557 h 6557"/>
                <a:gd name="connsiteX2" fmla="*/ 8197 w 9835"/>
                <a:gd name="connsiteY2" fmla="*/ 3279 h 6557"/>
                <a:gd name="connsiteX3" fmla="*/ 9836 w 9835"/>
                <a:gd name="connsiteY3" fmla="*/ 0 h 6557"/>
                <a:gd name="connsiteX4" fmla="*/ 6557 w 9835"/>
                <a:gd name="connsiteY4" fmla="*/ 0 h 6557"/>
                <a:gd name="connsiteX5" fmla="*/ 3279 w 9835"/>
                <a:gd name="connsiteY5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5" h="6557">
                  <a:moveTo>
                    <a:pt x="0" y="3279"/>
                  </a:moveTo>
                  <a:lnTo>
                    <a:pt x="3279" y="6557"/>
                  </a:lnTo>
                  <a:lnTo>
                    <a:pt x="8197" y="3279"/>
                  </a:lnTo>
                  <a:lnTo>
                    <a:pt x="9836" y="0"/>
                  </a:lnTo>
                  <a:lnTo>
                    <a:pt x="655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78" name="Freeform 3677">
              <a:extLst>
                <a:ext uri="{FF2B5EF4-FFF2-40B4-BE49-F238E27FC236}">
                  <a16:creationId xmlns:a16="http://schemas.microsoft.com/office/drawing/2014/main" id="{09B10BB8-7C57-B042-9077-DBAC50F9CAF7}"/>
                </a:ext>
              </a:extLst>
            </p:cNvPr>
            <p:cNvSpPr/>
            <p:nvPr/>
          </p:nvSpPr>
          <p:spPr>
            <a:xfrm>
              <a:off x="1169793" y="1770645"/>
              <a:ext cx="14754" cy="19671"/>
            </a:xfrm>
            <a:custGeom>
              <a:avLst/>
              <a:gdLst>
                <a:gd name="connsiteX0" fmla="*/ 4918 w 14754"/>
                <a:gd name="connsiteY0" fmla="*/ 18033 h 19671"/>
                <a:gd name="connsiteX1" fmla="*/ 4918 w 14754"/>
                <a:gd name="connsiteY1" fmla="*/ 19672 h 19671"/>
                <a:gd name="connsiteX2" fmla="*/ 8197 w 14754"/>
                <a:gd name="connsiteY2" fmla="*/ 19672 h 19671"/>
                <a:gd name="connsiteX3" fmla="*/ 13115 w 14754"/>
                <a:gd name="connsiteY3" fmla="*/ 18033 h 19671"/>
                <a:gd name="connsiteX4" fmla="*/ 14754 w 14754"/>
                <a:gd name="connsiteY4" fmla="*/ 14754 h 19671"/>
                <a:gd name="connsiteX5" fmla="*/ 14754 w 14754"/>
                <a:gd name="connsiteY5" fmla="*/ 11475 h 19671"/>
                <a:gd name="connsiteX6" fmla="*/ 13115 w 14754"/>
                <a:gd name="connsiteY6" fmla="*/ 6557 h 19671"/>
                <a:gd name="connsiteX7" fmla="*/ 11475 w 14754"/>
                <a:gd name="connsiteY7" fmla="*/ 4918 h 19671"/>
                <a:gd name="connsiteX8" fmla="*/ 8197 w 14754"/>
                <a:gd name="connsiteY8" fmla="*/ 1639 h 19671"/>
                <a:gd name="connsiteX9" fmla="*/ 3279 w 14754"/>
                <a:gd name="connsiteY9" fmla="*/ 0 h 19671"/>
                <a:gd name="connsiteX10" fmla="*/ 0 w 14754"/>
                <a:gd name="connsiteY10" fmla="*/ 3279 h 19671"/>
                <a:gd name="connsiteX11" fmla="*/ 1639 w 14754"/>
                <a:gd name="connsiteY11" fmla="*/ 6557 h 19671"/>
                <a:gd name="connsiteX12" fmla="*/ 1639 w 14754"/>
                <a:gd name="connsiteY12" fmla="*/ 9836 h 19671"/>
                <a:gd name="connsiteX13" fmla="*/ 4918 w 14754"/>
                <a:gd name="connsiteY13" fmla="*/ 13115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54" h="19671">
                  <a:moveTo>
                    <a:pt x="4918" y="18033"/>
                  </a:moveTo>
                  <a:lnTo>
                    <a:pt x="4918" y="19672"/>
                  </a:lnTo>
                  <a:lnTo>
                    <a:pt x="8197" y="19672"/>
                  </a:lnTo>
                  <a:lnTo>
                    <a:pt x="13115" y="18033"/>
                  </a:lnTo>
                  <a:lnTo>
                    <a:pt x="14754" y="14754"/>
                  </a:lnTo>
                  <a:lnTo>
                    <a:pt x="14754" y="11475"/>
                  </a:lnTo>
                  <a:lnTo>
                    <a:pt x="13115" y="6557"/>
                  </a:lnTo>
                  <a:lnTo>
                    <a:pt x="11475" y="4918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1639" y="6557"/>
                  </a:lnTo>
                  <a:lnTo>
                    <a:pt x="1639" y="9836"/>
                  </a:lnTo>
                  <a:lnTo>
                    <a:pt x="4918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79" name="Freeform 3678">
              <a:extLst>
                <a:ext uri="{FF2B5EF4-FFF2-40B4-BE49-F238E27FC236}">
                  <a16:creationId xmlns:a16="http://schemas.microsoft.com/office/drawing/2014/main" id="{33E180CE-E39F-E84A-8399-6A24C7DF20D9}"/>
                </a:ext>
              </a:extLst>
            </p:cNvPr>
            <p:cNvSpPr/>
            <p:nvPr/>
          </p:nvSpPr>
          <p:spPr>
            <a:xfrm>
              <a:off x="1177989" y="1750973"/>
              <a:ext cx="16393" cy="9835"/>
            </a:xfrm>
            <a:custGeom>
              <a:avLst/>
              <a:gdLst>
                <a:gd name="connsiteX0" fmla="*/ 16393 w 16393"/>
                <a:gd name="connsiteY0" fmla="*/ 1639 h 9835"/>
                <a:gd name="connsiteX1" fmla="*/ 16393 w 16393"/>
                <a:gd name="connsiteY1" fmla="*/ 0 h 9835"/>
                <a:gd name="connsiteX2" fmla="*/ 13115 w 16393"/>
                <a:gd name="connsiteY2" fmla="*/ 1639 h 9835"/>
                <a:gd name="connsiteX3" fmla="*/ 8197 w 16393"/>
                <a:gd name="connsiteY3" fmla="*/ 3279 h 9835"/>
                <a:gd name="connsiteX4" fmla="*/ 4918 w 16393"/>
                <a:gd name="connsiteY4" fmla="*/ 4918 h 9835"/>
                <a:gd name="connsiteX5" fmla="*/ 1639 w 16393"/>
                <a:gd name="connsiteY5" fmla="*/ 6557 h 9835"/>
                <a:gd name="connsiteX6" fmla="*/ 0 w 16393"/>
                <a:gd name="connsiteY6" fmla="*/ 9836 h 9835"/>
                <a:gd name="connsiteX7" fmla="*/ 1639 w 16393"/>
                <a:gd name="connsiteY7" fmla="*/ 6557 h 9835"/>
                <a:gd name="connsiteX8" fmla="*/ 4918 w 16393"/>
                <a:gd name="connsiteY8" fmla="*/ 8197 h 9835"/>
                <a:gd name="connsiteX9" fmla="*/ 8197 w 16393"/>
                <a:gd name="connsiteY9" fmla="*/ 6557 h 9835"/>
                <a:gd name="connsiteX10" fmla="*/ 13115 w 16393"/>
                <a:gd name="connsiteY10" fmla="*/ 6557 h 9835"/>
                <a:gd name="connsiteX11" fmla="*/ 8197 w 16393"/>
                <a:gd name="connsiteY11" fmla="*/ 6557 h 9835"/>
                <a:gd name="connsiteX12" fmla="*/ 4918 w 16393"/>
                <a:gd name="connsiteY12" fmla="*/ 9836 h 9835"/>
                <a:gd name="connsiteX13" fmla="*/ 9836 w 16393"/>
                <a:gd name="connsiteY13" fmla="*/ 9836 h 9835"/>
                <a:gd name="connsiteX14" fmla="*/ 13115 w 16393"/>
                <a:gd name="connsiteY14" fmla="*/ 8197 h 9835"/>
                <a:gd name="connsiteX15" fmla="*/ 16393 w 16393"/>
                <a:gd name="connsiteY15" fmla="*/ 4918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393" h="9835">
                  <a:moveTo>
                    <a:pt x="16393" y="1639"/>
                  </a:moveTo>
                  <a:lnTo>
                    <a:pt x="16393" y="0"/>
                  </a:lnTo>
                  <a:lnTo>
                    <a:pt x="13115" y="1639"/>
                  </a:lnTo>
                  <a:lnTo>
                    <a:pt x="8197" y="3279"/>
                  </a:lnTo>
                  <a:lnTo>
                    <a:pt x="4918" y="4918"/>
                  </a:lnTo>
                  <a:lnTo>
                    <a:pt x="1639" y="6557"/>
                  </a:lnTo>
                  <a:lnTo>
                    <a:pt x="0" y="9836"/>
                  </a:lnTo>
                  <a:lnTo>
                    <a:pt x="1639" y="6557"/>
                  </a:lnTo>
                  <a:lnTo>
                    <a:pt x="4918" y="8197"/>
                  </a:lnTo>
                  <a:lnTo>
                    <a:pt x="8197" y="6557"/>
                  </a:lnTo>
                  <a:lnTo>
                    <a:pt x="13115" y="6557"/>
                  </a:lnTo>
                  <a:lnTo>
                    <a:pt x="8197" y="6557"/>
                  </a:lnTo>
                  <a:lnTo>
                    <a:pt x="4918" y="9836"/>
                  </a:lnTo>
                  <a:lnTo>
                    <a:pt x="9836" y="9836"/>
                  </a:lnTo>
                  <a:lnTo>
                    <a:pt x="13115" y="8197"/>
                  </a:lnTo>
                  <a:lnTo>
                    <a:pt x="16393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80" name="Freeform 3679">
              <a:extLst>
                <a:ext uri="{FF2B5EF4-FFF2-40B4-BE49-F238E27FC236}">
                  <a16:creationId xmlns:a16="http://schemas.microsoft.com/office/drawing/2014/main" id="{4759F816-776E-7148-B0F6-4FF1359CE1C6}"/>
                </a:ext>
              </a:extLst>
            </p:cNvPr>
            <p:cNvSpPr/>
            <p:nvPr/>
          </p:nvSpPr>
          <p:spPr>
            <a:xfrm>
              <a:off x="1177989" y="1764088"/>
              <a:ext cx="8196" cy="8196"/>
            </a:xfrm>
            <a:custGeom>
              <a:avLst/>
              <a:gdLst>
                <a:gd name="connsiteX0" fmla="*/ 8197 w 8196"/>
                <a:gd name="connsiteY0" fmla="*/ 0 h 8196"/>
                <a:gd name="connsiteX1" fmla="*/ 8197 w 8196"/>
                <a:gd name="connsiteY1" fmla="*/ 0 h 8196"/>
                <a:gd name="connsiteX2" fmla="*/ 4918 w 8196"/>
                <a:gd name="connsiteY2" fmla="*/ 3279 h 8196"/>
                <a:gd name="connsiteX3" fmla="*/ 0 w 8196"/>
                <a:gd name="connsiteY3" fmla="*/ 4918 h 8196"/>
                <a:gd name="connsiteX4" fmla="*/ 3279 w 8196"/>
                <a:gd name="connsiteY4" fmla="*/ 8197 h 8196"/>
                <a:gd name="connsiteX5" fmla="*/ 6557 w 8196"/>
                <a:gd name="connsiteY5" fmla="*/ 6557 h 8196"/>
                <a:gd name="connsiteX6" fmla="*/ 8197 w 8196"/>
                <a:gd name="connsiteY6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8196">
                  <a:moveTo>
                    <a:pt x="8197" y="0"/>
                  </a:moveTo>
                  <a:lnTo>
                    <a:pt x="8197" y="0"/>
                  </a:lnTo>
                  <a:lnTo>
                    <a:pt x="4918" y="3279"/>
                  </a:lnTo>
                  <a:lnTo>
                    <a:pt x="0" y="4918"/>
                  </a:lnTo>
                  <a:lnTo>
                    <a:pt x="3279" y="8197"/>
                  </a:lnTo>
                  <a:lnTo>
                    <a:pt x="6557" y="6557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81" name="Freeform 3680">
              <a:extLst>
                <a:ext uri="{FF2B5EF4-FFF2-40B4-BE49-F238E27FC236}">
                  <a16:creationId xmlns:a16="http://schemas.microsoft.com/office/drawing/2014/main" id="{045ABE74-5F9D-FE49-9626-93F048D2D798}"/>
                </a:ext>
              </a:extLst>
            </p:cNvPr>
            <p:cNvSpPr/>
            <p:nvPr/>
          </p:nvSpPr>
          <p:spPr>
            <a:xfrm>
              <a:off x="1179629" y="1805071"/>
              <a:ext cx="8196" cy="14753"/>
            </a:xfrm>
            <a:custGeom>
              <a:avLst/>
              <a:gdLst>
                <a:gd name="connsiteX0" fmla="*/ 6557 w 8196"/>
                <a:gd name="connsiteY0" fmla="*/ 0 h 14753"/>
                <a:gd name="connsiteX1" fmla="*/ 3279 w 8196"/>
                <a:gd name="connsiteY1" fmla="*/ 0 h 14753"/>
                <a:gd name="connsiteX2" fmla="*/ 1639 w 8196"/>
                <a:gd name="connsiteY2" fmla="*/ 3279 h 14753"/>
                <a:gd name="connsiteX3" fmla="*/ 0 w 8196"/>
                <a:gd name="connsiteY3" fmla="*/ 6557 h 14753"/>
                <a:gd name="connsiteX4" fmla="*/ 0 w 8196"/>
                <a:gd name="connsiteY4" fmla="*/ 11475 h 14753"/>
                <a:gd name="connsiteX5" fmla="*/ 3279 w 8196"/>
                <a:gd name="connsiteY5" fmla="*/ 14754 h 14753"/>
                <a:gd name="connsiteX6" fmla="*/ 6557 w 8196"/>
                <a:gd name="connsiteY6" fmla="*/ 11475 h 14753"/>
                <a:gd name="connsiteX7" fmla="*/ 8197 w 8196"/>
                <a:gd name="connsiteY7" fmla="*/ 8197 h 14753"/>
                <a:gd name="connsiteX8" fmla="*/ 6557 w 8196"/>
                <a:gd name="connsiteY8" fmla="*/ 3279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14753">
                  <a:moveTo>
                    <a:pt x="6557" y="0"/>
                  </a:moveTo>
                  <a:lnTo>
                    <a:pt x="3279" y="0"/>
                  </a:lnTo>
                  <a:lnTo>
                    <a:pt x="1639" y="3279"/>
                  </a:lnTo>
                  <a:lnTo>
                    <a:pt x="0" y="6557"/>
                  </a:lnTo>
                  <a:lnTo>
                    <a:pt x="0" y="11475"/>
                  </a:lnTo>
                  <a:lnTo>
                    <a:pt x="3279" y="14754"/>
                  </a:lnTo>
                  <a:lnTo>
                    <a:pt x="6557" y="11475"/>
                  </a:lnTo>
                  <a:lnTo>
                    <a:pt x="8197" y="8197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82" name="Freeform 3681">
              <a:extLst>
                <a:ext uri="{FF2B5EF4-FFF2-40B4-BE49-F238E27FC236}">
                  <a16:creationId xmlns:a16="http://schemas.microsoft.com/office/drawing/2014/main" id="{F115B503-BC3D-374E-8D12-214B08BCC291}"/>
                </a:ext>
              </a:extLst>
            </p:cNvPr>
            <p:cNvSpPr/>
            <p:nvPr/>
          </p:nvSpPr>
          <p:spPr>
            <a:xfrm>
              <a:off x="1184547" y="1773924"/>
              <a:ext cx="4917" cy="3278"/>
            </a:xfrm>
            <a:custGeom>
              <a:avLst/>
              <a:gdLst>
                <a:gd name="connsiteX0" fmla="*/ 0 w 4917"/>
                <a:gd name="connsiteY0" fmla="*/ 1639 h 3278"/>
                <a:gd name="connsiteX1" fmla="*/ 1639 w 4917"/>
                <a:gd name="connsiteY1" fmla="*/ 3279 h 3278"/>
                <a:gd name="connsiteX2" fmla="*/ 4918 w 4917"/>
                <a:gd name="connsiteY2" fmla="*/ 0 h 3278"/>
                <a:gd name="connsiteX3" fmla="*/ 1639 w 4917"/>
                <a:gd name="connsiteY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3278">
                  <a:moveTo>
                    <a:pt x="0" y="1639"/>
                  </a:moveTo>
                  <a:lnTo>
                    <a:pt x="1639" y="3279"/>
                  </a:lnTo>
                  <a:lnTo>
                    <a:pt x="4918" y="0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83" name="Freeform 3682">
              <a:extLst>
                <a:ext uri="{FF2B5EF4-FFF2-40B4-BE49-F238E27FC236}">
                  <a16:creationId xmlns:a16="http://schemas.microsoft.com/office/drawing/2014/main" id="{2342ED90-B018-D344-A5BD-7B1861E1C660}"/>
                </a:ext>
              </a:extLst>
            </p:cNvPr>
            <p:cNvSpPr/>
            <p:nvPr/>
          </p:nvSpPr>
          <p:spPr>
            <a:xfrm>
              <a:off x="1186186" y="1790317"/>
              <a:ext cx="4918" cy="6557"/>
            </a:xfrm>
            <a:custGeom>
              <a:avLst/>
              <a:gdLst>
                <a:gd name="connsiteX0" fmla="*/ 4918 w 4918"/>
                <a:gd name="connsiteY0" fmla="*/ 0 h 6557"/>
                <a:gd name="connsiteX1" fmla="*/ 1639 w 4918"/>
                <a:gd name="connsiteY1" fmla="*/ 3279 h 6557"/>
                <a:gd name="connsiteX2" fmla="*/ 0 w 4918"/>
                <a:gd name="connsiteY2" fmla="*/ 6557 h 6557"/>
                <a:gd name="connsiteX3" fmla="*/ 3279 w 4918"/>
                <a:gd name="connsiteY3" fmla="*/ 6557 h 6557"/>
                <a:gd name="connsiteX4" fmla="*/ 3279 w 4918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6557">
                  <a:moveTo>
                    <a:pt x="4918" y="0"/>
                  </a:moveTo>
                  <a:lnTo>
                    <a:pt x="1639" y="3279"/>
                  </a:lnTo>
                  <a:lnTo>
                    <a:pt x="0" y="6557"/>
                  </a:lnTo>
                  <a:lnTo>
                    <a:pt x="3279" y="6557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84" name="Freeform 3683">
              <a:extLst>
                <a:ext uri="{FF2B5EF4-FFF2-40B4-BE49-F238E27FC236}">
                  <a16:creationId xmlns:a16="http://schemas.microsoft.com/office/drawing/2014/main" id="{D029646D-22BB-B949-9CF8-77DA54A78F3A}"/>
                </a:ext>
              </a:extLst>
            </p:cNvPr>
            <p:cNvSpPr/>
            <p:nvPr/>
          </p:nvSpPr>
          <p:spPr>
            <a:xfrm>
              <a:off x="1087826" y="1747695"/>
              <a:ext cx="67212" cy="44262"/>
            </a:xfrm>
            <a:custGeom>
              <a:avLst/>
              <a:gdLst>
                <a:gd name="connsiteX0" fmla="*/ 6557 w 67212"/>
                <a:gd name="connsiteY0" fmla="*/ 24590 h 44262"/>
                <a:gd name="connsiteX1" fmla="*/ 6557 w 67212"/>
                <a:gd name="connsiteY1" fmla="*/ 22951 h 44262"/>
                <a:gd name="connsiteX2" fmla="*/ 8197 w 67212"/>
                <a:gd name="connsiteY2" fmla="*/ 18033 h 44262"/>
                <a:gd name="connsiteX3" fmla="*/ 8197 w 67212"/>
                <a:gd name="connsiteY3" fmla="*/ 14754 h 44262"/>
                <a:gd name="connsiteX4" fmla="*/ 9836 w 67212"/>
                <a:gd name="connsiteY4" fmla="*/ 11475 h 44262"/>
                <a:gd name="connsiteX5" fmla="*/ 14754 w 67212"/>
                <a:gd name="connsiteY5" fmla="*/ 8197 h 44262"/>
                <a:gd name="connsiteX6" fmla="*/ 18033 w 67212"/>
                <a:gd name="connsiteY6" fmla="*/ 6557 h 44262"/>
                <a:gd name="connsiteX7" fmla="*/ 21311 w 67212"/>
                <a:gd name="connsiteY7" fmla="*/ 1639 h 44262"/>
                <a:gd name="connsiteX8" fmla="*/ 24590 w 67212"/>
                <a:gd name="connsiteY8" fmla="*/ 0 h 44262"/>
                <a:gd name="connsiteX9" fmla="*/ 27869 w 67212"/>
                <a:gd name="connsiteY9" fmla="*/ 1639 h 44262"/>
                <a:gd name="connsiteX10" fmla="*/ 31147 w 67212"/>
                <a:gd name="connsiteY10" fmla="*/ 1639 h 44262"/>
                <a:gd name="connsiteX11" fmla="*/ 34426 w 67212"/>
                <a:gd name="connsiteY11" fmla="*/ 1639 h 44262"/>
                <a:gd name="connsiteX12" fmla="*/ 32787 w 67212"/>
                <a:gd name="connsiteY12" fmla="*/ 6557 h 44262"/>
                <a:gd name="connsiteX13" fmla="*/ 29508 w 67212"/>
                <a:gd name="connsiteY13" fmla="*/ 8197 h 44262"/>
                <a:gd name="connsiteX14" fmla="*/ 34426 w 67212"/>
                <a:gd name="connsiteY14" fmla="*/ 6557 h 44262"/>
                <a:gd name="connsiteX15" fmla="*/ 37705 w 67212"/>
                <a:gd name="connsiteY15" fmla="*/ 4918 h 44262"/>
                <a:gd name="connsiteX16" fmla="*/ 40983 w 67212"/>
                <a:gd name="connsiteY16" fmla="*/ 3279 h 44262"/>
                <a:gd name="connsiteX17" fmla="*/ 45901 w 67212"/>
                <a:gd name="connsiteY17" fmla="*/ 4918 h 44262"/>
                <a:gd name="connsiteX18" fmla="*/ 44262 w 67212"/>
                <a:gd name="connsiteY18" fmla="*/ 8197 h 44262"/>
                <a:gd name="connsiteX19" fmla="*/ 42623 w 67212"/>
                <a:gd name="connsiteY19" fmla="*/ 13114 h 44262"/>
                <a:gd name="connsiteX20" fmla="*/ 37705 w 67212"/>
                <a:gd name="connsiteY20" fmla="*/ 14754 h 44262"/>
                <a:gd name="connsiteX21" fmla="*/ 34426 w 67212"/>
                <a:gd name="connsiteY21" fmla="*/ 16393 h 44262"/>
                <a:gd name="connsiteX22" fmla="*/ 31147 w 67212"/>
                <a:gd name="connsiteY22" fmla="*/ 18033 h 44262"/>
                <a:gd name="connsiteX23" fmla="*/ 27869 w 67212"/>
                <a:gd name="connsiteY23" fmla="*/ 18033 h 44262"/>
                <a:gd name="connsiteX24" fmla="*/ 22951 w 67212"/>
                <a:gd name="connsiteY24" fmla="*/ 19672 h 44262"/>
                <a:gd name="connsiteX25" fmla="*/ 19672 w 67212"/>
                <a:gd name="connsiteY25" fmla="*/ 21311 h 44262"/>
                <a:gd name="connsiteX26" fmla="*/ 22951 w 67212"/>
                <a:gd name="connsiteY26" fmla="*/ 21311 h 44262"/>
                <a:gd name="connsiteX27" fmla="*/ 26229 w 67212"/>
                <a:gd name="connsiteY27" fmla="*/ 21311 h 44262"/>
                <a:gd name="connsiteX28" fmla="*/ 22951 w 67212"/>
                <a:gd name="connsiteY28" fmla="*/ 22951 h 44262"/>
                <a:gd name="connsiteX29" fmla="*/ 19672 w 67212"/>
                <a:gd name="connsiteY29" fmla="*/ 26229 h 44262"/>
                <a:gd name="connsiteX30" fmla="*/ 22951 w 67212"/>
                <a:gd name="connsiteY30" fmla="*/ 24590 h 44262"/>
                <a:gd name="connsiteX31" fmla="*/ 26229 w 67212"/>
                <a:gd name="connsiteY31" fmla="*/ 21311 h 44262"/>
                <a:gd name="connsiteX32" fmla="*/ 31147 w 67212"/>
                <a:gd name="connsiteY32" fmla="*/ 21311 h 44262"/>
                <a:gd name="connsiteX33" fmla="*/ 34426 w 67212"/>
                <a:gd name="connsiteY33" fmla="*/ 19672 h 44262"/>
                <a:gd name="connsiteX34" fmla="*/ 37705 w 67212"/>
                <a:gd name="connsiteY34" fmla="*/ 16393 h 44262"/>
                <a:gd name="connsiteX35" fmla="*/ 40983 w 67212"/>
                <a:gd name="connsiteY35" fmla="*/ 13114 h 44262"/>
                <a:gd name="connsiteX36" fmla="*/ 42623 w 67212"/>
                <a:gd name="connsiteY36" fmla="*/ 13114 h 44262"/>
                <a:gd name="connsiteX37" fmla="*/ 44262 w 67212"/>
                <a:gd name="connsiteY37" fmla="*/ 9836 h 44262"/>
                <a:gd name="connsiteX38" fmla="*/ 47541 w 67212"/>
                <a:gd name="connsiteY38" fmla="*/ 6557 h 44262"/>
                <a:gd name="connsiteX39" fmla="*/ 50819 w 67212"/>
                <a:gd name="connsiteY39" fmla="*/ 6557 h 44262"/>
                <a:gd name="connsiteX40" fmla="*/ 55737 w 67212"/>
                <a:gd name="connsiteY40" fmla="*/ 4918 h 44262"/>
                <a:gd name="connsiteX41" fmla="*/ 59016 w 67212"/>
                <a:gd name="connsiteY41" fmla="*/ 4918 h 44262"/>
                <a:gd name="connsiteX42" fmla="*/ 63934 w 67212"/>
                <a:gd name="connsiteY42" fmla="*/ 3279 h 44262"/>
                <a:gd name="connsiteX43" fmla="*/ 67213 w 67212"/>
                <a:gd name="connsiteY43" fmla="*/ 1639 h 44262"/>
                <a:gd name="connsiteX44" fmla="*/ 63934 w 67212"/>
                <a:gd name="connsiteY44" fmla="*/ 4918 h 44262"/>
                <a:gd name="connsiteX45" fmla="*/ 59016 w 67212"/>
                <a:gd name="connsiteY45" fmla="*/ 8197 h 44262"/>
                <a:gd name="connsiteX46" fmla="*/ 55737 w 67212"/>
                <a:gd name="connsiteY46" fmla="*/ 11475 h 44262"/>
                <a:gd name="connsiteX47" fmla="*/ 52459 w 67212"/>
                <a:gd name="connsiteY47" fmla="*/ 13114 h 44262"/>
                <a:gd name="connsiteX48" fmla="*/ 47541 w 67212"/>
                <a:gd name="connsiteY48" fmla="*/ 14754 h 44262"/>
                <a:gd name="connsiteX49" fmla="*/ 44262 w 67212"/>
                <a:gd name="connsiteY49" fmla="*/ 19672 h 44262"/>
                <a:gd name="connsiteX50" fmla="*/ 40983 w 67212"/>
                <a:gd name="connsiteY50" fmla="*/ 21311 h 44262"/>
                <a:gd name="connsiteX51" fmla="*/ 37705 w 67212"/>
                <a:gd name="connsiteY51" fmla="*/ 24590 h 44262"/>
                <a:gd name="connsiteX52" fmla="*/ 34426 w 67212"/>
                <a:gd name="connsiteY52" fmla="*/ 29508 h 44262"/>
                <a:gd name="connsiteX53" fmla="*/ 31147 w 67212"/>
                <a:gd name="connsiteY53" fmla="*/ 32787 h 44262"/>
                <a:gd name="connsiteX54" fmla="*/ 26229 w 67212"/>
                <a:gd name="connsiteY54" fmla="*/ 36065 h 44262"/>
                <a:gd name="connsiteX55" fmla="*/ 22951 w 67212"/>
                <a:gd name="connsiteY55" fmla="*/ 39344 h 44262"/>
                <a:gd name="connsiteX56" fmla="*/ 19672 w 67212"/>
                <a:gd name="connsiteY56" fmla="*/ 39344 h 44262"/>
                <a:gd name="connsiteX57" fmla="*/ 14754 w 67212"/>
                <a:gd name="connsiteY57" fmla="*/ 42623 h 44262"/>
                <a:gd name="connsiteX58" fmla="*/ 11475 w 67212"/>
                <a:gd name="connsiteY58" fmla="*/ 42623 h 44262"/>
                <a:gd name="connsiteX59" fmla="*/ 9836 w 67212"/>
                <a:gd name="connsiteY59" fmla="*/ 42623 h 44262"/>
                <a:gd name="connsiteX60" fmla="*/ 8197 w 67212"/>
                <a:gd name="connsiteY60" fmla="*/ 42623 h 44262"/>
                <a:gd name="connsiteX61" fmla="*/ 3279 w 67212"/>
                <a:gd name="connsiteY61" fmla="*/ 44262 h 44262"/>
                <a:gd name="connsiteX62" fmla="*/ 3279 w 67212"/>
                <a:gd name="connsiteY62" fmla="*/ 39344 h 44262"/>
                <a:gd name="connsiteX63" fmla="*/ 0 w 67212"/>
                <a:gd name="connsiteY63" fmla="*/ 37705 h 44262"/>
                <a:gd name="connsiteX64" fmla="*/ 3279 w 67212"/>
                <a:gd name="connsiteY64" fmla="*/ 37705 h 44262"/>
                <a:gd name="connsiteX65" fmla="*/ 6557 w 67212"/>
                <a:gd name="connsiteY65" fmla="*/ 34426 h 44262"/>
                <a:gd name="connsiteX66" fmla="*/ 3279 w 67212"/>
                <a:gd name="connsiteY66" fmla="*/ 34426 h 44262"/>
                <a:gd name="connsiteX67" fmla="*/ 8197 w 67212"/>
                <a:gd name="connsiteY67" fmla="*/ 34426 h 44262"/>
                <a:gd name="connsiteX68" fmla="*/ 11475 w 67212"/>
                <a:gd name="connsiteY68" fmla="*/ 34426 h 44262"/>
                <a:gd name="connsiteX69" fmla="*/ 8197 w 67212"/>
                <a:gd name="connsiteY69" fmla="*/ 29508 h 44262"/>
                <a:gd name="connsiteX70" fmla="*/ 4918 w 67212"/>
                <a:gd name="connsiteY70" fmla="*/ 27869 h 44262"/>
                <a:gd name="connsiteX71" fmla="*/ 3279 w 67212"/>
                <a:gd name="connsiteY71" fmla="*/ 24590 h 44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67212" h="44262">
                  <a:moveTo>
                    <a:pt x="6557" y="24590"/>
                  </a:moveTo>
                  <a:lnTo>
                    <a:pt x="6557" y="22951"/>
                  </a:lnTo>
                  <a:lnTo>
                    <a:pt x="8197" y="18033"/>
                  </a:lnTo>
                  <a:lnTo>
                    <a:pt x="8197" y="14754"/>
                  </a:lnTo>
                  <a:lnTo>
                    <a:pt x="9836" y="11475"/>
                  </a:lnTo>
                  <a:lnTo>
                    <a:pt x="14754" y="8197"/>
                  </a:lnTo>
                  <a:lnTo>
                    <a:pt x="18033" y="6557"/>
                  </a:lnTo>
                  <a:lnTo>
                    <a:pt x="21311" y="1639"/>
                  </a:lnTo>
                  <a:lnTo>
                    <a:pt x="24590" y="0"/>
                  </a:lnTo>
                  <a:lnTo>
                    <a:pt x="27869" y="1639"/>
                  </a:lnTo>
                  <a:lnTo>
                    <a:pt x="31147" y="1639"/>
                  </a:lnTo>
                  <a:lnTo>
                    <a:pt x="34426" y="1639"/>
                  </a:lnTo>
                  <a:lnTo>
                    <a:pt x="32787" y="6557"/>
                  </a:lnTo>
                  <a:lnTo>
                    <a:pt x="29508" y="8197"/>
                  </a:lnTo>
                  <a:lnTo>
                    <a:pt x="34426" y="6557"/>
                  </a:lnTo>
                  <a:lnTo>
                    <a:pt x="37705" y="4918"/>
                  </a:lnTo>
                  <a:lnTo>
                    <a:pt x="40983" y="3279"/>
                  </a:lnTo>
                  <a:lnTo>
                    <a:pt x="45901" y="4918"/>
                  </a:lnTo>
                  <a:lnTo>
                    <a:pt x="44262" y="8197"/>
                  </a:lnTo>
                  <a:lnTo>
                    <a:pt x="42623" y="13114"/>
                  </a:lnTo>
                  <a:lnTo>
                    <a:pt x="37705" y="14754"/>
                  </a:lnTo>
                  <a:lnTo>
                    <a:pt x="34426" y="16393"/>
                  </a:lnTo>
                  <a:lnTo>
                    <a:pt x="31147" y="18033"/>
                  </a:lnTo>
                  <a:lnTo>
                    <a:pt x="27869" y="18033"/>
                  </a:lnTo>
                  <a:lnTo>
                    <a:pt x="22951" y="19672"/>
                  </a:lnTo>
                  <a:lnTo>
                    <a:pt x="19672" y="21311"/>
                  </a:lnTo>
                  <a:lnTo>
                    <a:pt x="22951" y="21311"/>
                  </a:lnTo>
                  <a:lnTo>
                    <a:pt x="26229" y="21311"/>
                  </a:lnTo>
                  <a:lnTo>
                    <a:pt x="22951" y="22951"/>
                  </a:lnTo>
                  <a:lnTo>
                    <a:pt x="19672" y="26229"/>
                  </a:lnTo>
                  <a:lnTo>
                    <a:pt x="22951" y="24590"/>
                  </a:lnTo>
                  <a:lnTo>
                    <a:pt x="26229" y="21311"/>
                  </a:lnTo>
                  <a:lnTo>
                    <a:pt x="31147" y="21311"/>
                  </a:lnTo>
                  <a:lnTo>
                    <a:pt x="34426" y="19672"/>
                  </a:lnTo>
                  <a:lnTo>
                    <a:pt x="37705" y="16393"/>
                  </a:lnTo>
                  <a:lnTo>
                    <a:pt x="40983" y="13114"/>
                  </a:lnTo>
                  <a:lnTo>
                    <a:pt x="42623" y="13114"/>
                  </a:lnTo>
                  <a:lnTo>
                    <a:pt x="44262" y="9836"/>
                  </a:lnTo>
                  <a:lnTo>
                    <a:pt x="47541" y="6557"/>
                  </a:lnTo>
                  <a:lnTo>
                    <a:pt x="50819" y="6557"/>
                  </a:lnTo>
                  <a:lnTo>
                    <a:pt x="55737" y="4918"/>
                  </a:lnTo>
                  <a:lnTo>
                    <a:pt x="59016" y="4918"/>
                  </a:lnTo>
                  <a:lnTo>
                    <a:pt x="63934" y="3279"/>
                  </a:lnTo>
                  <a:lnTo>
                    <a:pt x="67213" y="1639"/>
                  </a:lnTo>
                  <a:lnTo>
                    <a:pt x="63934" y="4918"/>
                  </a:lnTo>
                  <a:lnTo>
                    <a:pt x="59016" y="8197"/>
                  </a:lnTo>
                  <a:lnTo>
                    <a:pt x="55737" y="11475"/>
                  </a:lnTo>
                  <a:lnTo>
                    <a:pt x="52459" y="13114"/>
                  </a:lnTo>
                  <a:lnTo>
                    <a:pt x="47541" y="14754"/>
                  </a:lnTo>
                  <a:lnTo>
                    <a:pt x="44262" y="19672"/>
                  </a:lnTo>
                  <a:lnTo>
                    <a:pt x="40983" y="21311"/>
                  </a:lnTo>
                  <a:lnTo>
                    <a:pt x="37705" y="24590"/>
                  </a:lnTo>
                  <a:lnTo>
                    <a:pt x="34426" y="29508"/>
                  </a:lnTo>
                  <a:lnTo>
                    <a:pt x="31147" y="32787"/>
                  </a:lnTo>
                  <a:lnTo>
                    <a:pt x="26229" y="36065"/>
                  </a:lnTo>
                  <a:lnTo>
                    <a:pt x="22951" y="39344"/>
                  </a:lnTo>
                  <a:lnTo>
                    <a:pt x="19672" y="39344"/>
                  </a:lnTo>
                  <a:lnTo>
                    <a:pt x="14754" y="42623"/>
                  </a:lnTo>
                  <a:lnTo>
                    <a:pt x="11475" y="42623"/>
                  </a:lnTo>
                  <a:lnTo>
                    <a:pt x="9836" y="42623"/>
                  </a:lnTo>
                  <a:lnTo>
                    <a:pt x="8197" y="42623"/>
                  </a:lnTo>
                  <a:lnTo>
                    <a:pt x="3279" y="44262"/>
                  </a:lnTo>
                  <a:lnTo>
                    <a:pt x="3279" y="39344"/>
                  </a:lnTo>
                  <a:lnTo>
                    <a:pt x="0" y="37705"/>
                  </a:lnTo>
                  <a:lnTo>
                    <a:pt x="3279" y="37705"/>
                  </a:lnTo>
                  <a:lnTo>
                    <a:pt x="6557" y="34426"/>
                  </a:lnTo>
                  <a:lnTo>
                    <a:pt x="3279" y="34426"/>
                  </a:lnTo>
                  <a:lnTo>
                    <a:pt x="8197" y="34426"/>
                  </a:lnTo>
                  <a:lnTo>
                    <a:pt x="11475" y="34426"/>
                  </a:lnTo>
                  <a:lnTo>
                    <a:pt x="8197" y="29508"/>
                  </a:lnTo>
                  <a:lnTo>
                    <a:pt x="4918" y="27869"/>
                  </a:lnTo>
                  <a:lnTo>
                    <a:pt x="3279" y="2459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85" name="Freeform 3684">
              <a:extLst>
                <a:ext uri="{FF2B5EF4-FFF2-40B4-BE49-F238E27FC236}">
                  <a16:creationId xmlns:a16="http://schemas.microsoft.com/office/drawing/2014/main" id="{E5E53ED4-1F9D-0840-A8F4-F0178644A1D1}"/>
                </a:ext>
              </a:extLst>
            </p:cNvPr>
            <p:cNvSpPr/>
            <p:nvPr/>
          </p:nvSpPr>
          <p:spPr>
            <a:xfrm>
              <a:off x="1086186" y="1787039"/>
              <a:ext cx="29507" cy="47540"/>
            </a:xfrm>
            <a:custGeom>
              <a:avLst/>
              <a:gdLst>
                <a:gd name="connsiteX0" fmla="*/ 11475 w 29507"/>
                <a:gd name="connsiteY0" fmla="*/ 3279 h 47540"/>
                <a:gd name="connsiteX1" fmla="*/ 13115 w 29507"/>
                <a:gd name="connsiteY1" fmla="*/ 3279 h 47540"/>
                <a:gd name="connsiteX2" fmla="*/ 14754 w 29507"/>
                <a:gd name="connsiteY2" fmla="*/ 3279 h 47540"/>
                <a:gd name="connsiteX3" fmla="*/ 18033 w 29507"/>
                <a:gd name="connsiteY3" fmla="*/ 3279 h 47540"/>
                <a:gd name="connsiteX4" fmla="*/ 22951 w 29507"/>
                <a:gd name="connsiteY4" fmla="*/ 1639 h 47540"/>
                <a:gd name="connsiteX5" fmla="*/ 26229 w 29507"/>
                <a:gd name="connsiteY5" fmla="*/ 0 h 47540"/>
                <a:gd name="connsiteX6" fmla="*/ 29508 w 29507"/>
                <a:gd name="connsiteY6" fmla="*/ 0 h 47540"/>
                <a:gd name="connsiteX7" fmla="*/ 29508 w 29507"/>
                <a:gd name="connsiteY7" fmla="*/ 4918 h 47540"/>
                <a:gd name="connsiteX8" fmla="*/ 27869 w 29507"/>
                <a:gd name="connsiteY8" fmla="*/ 8197 h 47540"/>
                <a:gd name="connsiteX9" fmla="*/ 24590 w 29507"/>
                <a:gd name="connsiteY9" fmla="*/ 6557 h 47540"/>
                <a:gd name="connsiteX10" fmla="*/ 21311 w 29507"/>
                <a:gd name="connsiteY10" fmla="*/ 8197 h 47540"/>
                <a:gd name="connsiteX11" fmla="*/ 16393 w 29507"/>
                <a:gd name="connsiteY11" fmla="*/ 9836 h 47540"/>
                <a:gd name="connsiteX12" fmla="*/ 14754 w 29507"/>
                <a:gd name="connsiteY12" fmla="*/ 14754 h 47540"/>
                <a:gd name="connsiteX13" fmla="*/ 11475 w 29507"/>
                <a:gd name="connsiteY13" fmla="*/ 14754 h 47540"/>
                <a:gd name="connsiteX14" fmla="*/ 14754 w 29507"/>
                <a:gd name="connsiteY14" fmla="*/ 14754 h 47540"/>
                <a:gd name="connsiteX15" fmla="*/ 16393 w 29507"/>
                <a:gd name="connsiteY15" fmla="*/ 19672 h 47540"/>
                <a:gd name="connsiteX16" fmla="*/ 13115 w 29507"/>
                <a:gd name="connsiteY16" fmla="*/ 22951 h 47540"/>
                <a:gd name="connsiteX17" fmla="*/ 11475 w 29507"/>
                <a:gd name="connsiteY17" fmla="*/ 26229 h 47540"/>
                <a:gd name="connsiteX18" fmla="*/ 9836 w 29507"/>
                <a:gd name="connsiteY18" fmla="*/ 29508 h 47540"/>
                <a:gd name="connsiteX19" fmla="*/ 13115 w 29507"/>
                <a:gd name="connsiteY19" fmla="*/ 32787 h 47540"/>
                <a:gd name="connsiteX20" fmla="*/ 13115 w 29507"/>
                <a:gd name="connsiteY20" fmla="*/ 36065 h 47540"/>
                <a:gd name="connsiteX21" fmla="*/ 14754 w 29507"/>
                <a:gd name="connsiteY21" fmla="*/ 39344 h 47540"/>
                <a:gd name="connsiteX22" fmla="*/ 18033 w 29507"/>
                <a:gd name="connsiteY22" fmla="*/ 39344 h 47540"/>
                <a:gd name="connsiteX23" fmla="*/ 16393 w 29507"/>
                <a:gd name="connsiteY23" fmla="*/ 42623 h 47540"/>
                <a:gd name="connsiteX24" fmla="*/ 18033 w 29507"/>
                <a:gd name="connsiteY24" fmla="*/ 44262 h 47540"/>
                <a:gd name="connsiteX25" fmla="*/ 13115 w 29507"/>
                <a:gd name="connsiteY25" fmla="*/ 44262 h 47540"/>
                <a:gd name="connsiteX26" fmla="*/ 9836 w 29507"/>
                <a:gd name="connsiteY26" fmla="*/ 47541 h 47540"/>
                <a:gd name="connsiteX27" fmla="*/ 11475 w 29507"/>
                <a:gd name="connsiteY27" fmla="*/ 42623 h 47540"/>
                <a:gd name="connsiteX28" fmla="*/ 8197 w 29507"/>
                <a:gd name="connsiteY28" fmla="*/ 45901 h 47540"/>
                <a:gd name="connsiteX29" fmla="*/ 6557 w 29507"/>
                <a:gd name="connsiteY29" fmla="*/ 40983 h 47540"/>
                <a:gd name="connsiteX30" fmla="*/ 6557 w 29507"/>
                <a:gd name="connsiteY30" fmla="*/ 37705 h 47540"/>
                <a:gd name="connsiteX31" fmla="*/ 6557 w 29507"/>
                <a:gd name="connsiteY31" fmla="*/ 34426 h 47540"/>
                <a:gd name="connsiteX32" fmla="*/ 4918 w 29507"/>
                <a:gd name="connsiteY32" fmla="*/ 31147 h 47540"/>
                <a:gd name="connsiteX33" fmla="*/ 3279 w 29507"/>
                <a:gd name="connsiteY33" fmla="*/ 26229 h 47540"/>
                <a:gd name="connsiteX34" fmla="*/ 3279 w 29507"/>
                <a:gd name="connsiteY34" fmla="*/ 22951 h 47540"/>
                <a:gd name="connsiteX35" fmla="*/ 4918 w 29507"/>
                <a:gd name="connsiteY35" fmla="*/ 19672 h 47540"/>
                <a:gd name="connsiteX36" fmla="*/ 1639 w 29507"/>
                <a:gd name="connsiteY36" fmla="*/ 19672 h 47540"/>
                <a:gd name="connsiteX37" fmla="*/ 1639 w 29507"/>
                <a:gd name="connsiteY37" fmla="*/ 16393 h 47540"/>
                <a:gd name="connsiteX38" fmla="*/ 3279 w 29507"/>
                <a:gd name="connsiteY38" fmla="*/ 13115 h 47540"/>
                <a:gd name="connsiteX39" fmla="*/ 6557 w 29507"/>
                <a:gd name="connsiteY39" fmla="*/ 11475 h 47540"/>
                <a:gd name="connsiteX40" fmla="*/ 11475 w 29507"/>
                <a:gd name="connsiteY40" fmla="*/ 9836 h 47540"/>
                <a:gd name="connsiteX41" fmla="*/ 6557 w 29507"/>
                <a:gd name="connsiteY41" fmla="*/ 8197 h 47540"/>
                <a:gd name="connsiteX42" fmla="*/ 3279 w 29507"/>
                <a:gd name="connsiteY42" fmla="*/ 8197 h 47540"/>
                <a:gd name="connsiteX43" fmla="*/ 0 w 29507"/>
                <a:gd name="connsiteY43" fmla="*/ 8197 h 47540"/>
                <a:gd name="connsiteX44" fmla="*/ 3279 w 29507"/>
                <a:gd name="connsiteY44" fmla="*/ 4918 h 47540"/>
                <a:gd name="connsiteX45" fmla="*/ 6557 w 29507"/>
                <a:gd name="connsiteY45" fmla="*/ 4918 h 4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9507" h="47540">
                  <a:moveTo>
                    <a:pt x="11475" y="3279"/>
                  </a:moveTo>
                  <a:lnTo>
                    <a:pt x="13115" y="3279"/>
                  </a:lnTo>
                  <a:lnTo>
                    <a:pt x="14754" y="3279"/>
                  </a:lnTo>
                  <a:lnTo>
                    <a:pt x="18033" y="3279"/>
                  </a:lnTo>
                  <a:lnTo>
                    <a:pt x="22951" y="1639"/>
                  </a:lnTo>
                  <a:lnTo>
                    <a:pt x="26229" y="0"/>
                  </a:lnTo>
                  <a:lnTo>
                    <a:pt x="29508" y="0"/>
                  </a:lnTo>
                  <a:lnTo>
                    <a:pt x="29508" y="4918"/>
                  </a:lnTo>
                  <a:lnTo>
                    <a:pt x="27869" y="8197"/>
                  </a:lnTo>
                  <a:lnTo>
                    <a:pt x="24590" y="6557"/>
                  </a:lnTo>
                  <a:lnTo>
                    <a:pt x="21311" y="8197"/>
                  </a:lnTo>
                  <a:lnTo>
                    <a:pt x="16393" y="9836"/>
                  </a:lnTo>
                  <a:lnTo>
                    <a:pt x="14754" y="14754"/>
                  </a:lnTo>
                  <a:lnTo>
                    <a:pt x="11475" y="14754"/>
                  </a:lnTo>
                  <a:lnTo>
                    <a:pt x="14754" y="14754"/>
                  </a:lnTo>
                  <a:lnTo>
                    <a:pt x="16393" y="19672"/>
                  </a:lnTo>
                  <a:lnTo>
                    <a:pt x="13115" y="22951"/>
                  </a:lnTo>
                  <a:lnTo>
                    <a:pt x="11475" y="26229"/>
                  </a:lnTo>
                  <a:lnTo>
                    <a:pt x="9836" y="29508"/>
                  </a:lnTo>
                  <a:lnTo>
                    <a:pt x="13115" y="32787"/>
                  </a:lnTo>
                  <a:lnTo>
                    <a:pt x="13115" y="36065"/>
                  </a:lnTo>
                  <a:lnTo>
                    <a:pt x="14754" y="39344"/>
                  </a:lnTo>
                  <a:lnTo>
                    <a:pt x="18033" y="39344"/>
                  </a:lnTo>
                  <a:lnTo>
                    <a:pt x="16393" y="42623"/>
                  </a:lnTo>
                  <a:lnTo>
                    <a:pt x="18033" y="44262"/>
                  </a:lnTo>
                  <a:lnTo>
                    <a:pt x="13115" y="44262"/>
                  </a:lnTo>
                  <a:lnTo>
                    <a:pt x="9836" y="47541"/>
                  </a:lnTo>
                  <a:lnTo>
                    <a:pt x="11475" y="42623"/>
                  </a:lnTo>
                  <a:lnTo>
                    <a:pt x="8197" y="45901"/>
                  </a:lnTo>
                  <a:lnTo>
                    <a:pt x="6557" y="40983"/>
                  </a:lnTo>
                  <a:lnTo>
                    <a:pt x="6557" y="37705"/>
                  </a:lnTo>
                  <a:lnTo>
                    <a:pt x="6557" y="34426"/>
                  </a:lnTo>
                  <a:lnTo>
                    <a:pt x="4918" y="31147"/>
                  </a:lnTo>
                  <a:lnTo>
                    <a:pt x="3279" y="26229"/>
                  </a:lnTo>
                  <a:lnTo>
                    <a:pt x="3279" y="22951"/>
                  </a:lnTo>
                  <a:lnTo>
                    <a:pt x="4918" y="19672"/>
                  </a:lnTo>
                  <a:lnTo>
                    <a:pt x="1639" y="19672"/>
                  </a:lnTo>
                  <a:lnTo>
                    <a:pt x="1639" y="16393"/>
                  </a:lnTo>
                  <a:lnTo>
                    <a:pt x="3279" y="13115"/>
                  </a:lnTo>
                  <a:lnTo>
                    <a:pt x="6557" y="11475"/>
                  </a:lnTo>
                  <a:lnTo>
                    <a:pt x="11475" y="9836"/>
                  </a:lnTo>
                  <a:lnTo>
                    <a:pt x="6557" y="8197"/>
                  </a:lnTo>
                  <a:lnTo>
                    <a:pt x="3279" y="8197"/>
                  </a:lnTo>
                  <a:lnTo>
                    <a:pt x="0" y="8197"/>
                  </a:lnTo>
                  <a:lnTo>
                    <a:pt x="3279" y="4918"/>
                  </a:lnTo>
                  <a:lnTo>
                    <a:pt x="655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86" name="Freeform 3685">
              <a:extLst>
                <a:ext uri="{FF2B5EF4-FFF2-40B4-BE49-F238E27FC236}">
                  <a16:creationId xmlns:a16="http://schemas.microsoft.com/office/drawing/2014/main" id="{D6F56BEB-9374-794C-A922-2B6A8032737C}"/>
                </a:ext>
              </a:extLst>
            </p:cNvPr>
            <p:cNvSpPr/>
            <p:nvPr/>
          </p:nvSpPr>
          <p:spPr>
            <a:xfrm>
              <a:off x="1107498" y="1760809"/>
              <a:ext cx="22950" cy="13114"/>
            </a:xfrm>
            <a:custGeom>
              <a:avLst/>
              <a:gdLst>
                <a:gd name="connsiteX0" fmla="*/ 22951 w 22950"/>
                <a:gd name="connsiteY0" fmla="*/ 0 h 13114"/>
                <a:gd name="connsiteX1" fmla="*/ 21311 w 22950"/>
                <a:gd name="connsiteY1" fmla="*/ 0 h 13114"/>
                <a:gd name="connsiteX2" fmla="*/ 18033 w 22950"/>
                <a:gd name="connsiteY2" fmla="*/ 3279 h 13114"/>
                <a:gd name="connsiteX3" fmla="*/ 14754 w 22950"/>
                <a:gd name="connsiteY3" fmla="*/ 6557 h 13114"/>
                <a:gd name="connsiteX4" fmla="*/ 11475 w 22950"/>
                <a:gd name="connsiteY4" fmla="*/ 8197 h 13114"/>
                <a:gd name="connsiteX5" fmla="*/ 6557 w 22950"/>
                <a:gd name="connsiteY5" fmla="*/ 8197 h 13114"/>
                <a:gd name="connsiteX6" fmla="*/ 3279 w 22950"/>
                <a:gd name="connsiteY6" fmla="*/ 11476 h 13114"/>
                <a:gd name="connsiteX7" fmla="*/ 0 w 22950"/>
                <a:gd name="connsiteY7" fmla="*/ 13115 h 13114"/>
                <a:gd name="connsiteX8" fmla="*/ 3279 w 22950"/>
                <a:gd name="connsiteY8" fmla="*/ 9836 h 13114"/>
                <a:gd name="connsiteX9" fmla="*/ 6557 w 22950"/>
                <a:gd name="connsiteY9" fmla="*/ 8197 h 13114"/>
                <a:gd name="connsiteX10" fmla="*/ 3279 w 22950"/>
                <a:gd name="connsiteY10" fmla="*/ 8197 h 13114"/>
                <a:gd name="connsiteX11" fmla="*/ 0 w 22950"/>
                <a:gd name="connsiteY11" fmla="*/ 8197 h 13114"/>
                <a:gd name="connsiteX12" fmla="*/ 3279 w 22950"/>
                <a:gd name="connsiteY12" fmla="*/ 6557 h 13114"/>
                <a:gd name="connsiteX13" fmla="*/ 8197 w 22950"/>
                <a:gd name="connsiteY13" fmla="*/ 4918 h 13114"/>
                <a:gd name="connsiteX14" fmla="*/ 11475 w 22950"/>
                <a:gd name="connsiteY14" fmla="*/ 4918 h 13114"/>
                <a:gd name="connsiteX15" fmla="*/ 14754 w 22950"/>
                <a:gd name="connsiteY15" fmla="*/ 3279 h 13114"/>
                <a:gd name="connsiteX16" fmla="*/ 18033 w 22950"/>
                <a:gd name="connsiteY16" fmla="*/ 1639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50" h="13114">
                  <a:moveTo>
                    <a:pt x="22951" y="0"/>
                  </a:moveTo>
                  <a:lnTo>
                    <a:pt x="21311" y="0"/>
                  </a:lnTo>
                  <a:lnTo>
                    <a:pt x="18033" y="3279"/>
                  </a:lnTo>
                  <a:lnTo>
                    <a:pt x="14754" y="6557"/>
                  </a:lnTo>
                  <a:lnTo>
                    <a:pt x="11475" y="8197"/>
                  </a:lnTo>
                  <a:lnTo>
                    <a:pt x="6557" y="8197"/>
                  </a:lnTo>
                  <a:lnTo>
                    <a:pt x="3279" y="11476"/>
                  </a:lnTo>
                  <a:lnTo>
                    <a:pt x="0" y="13115"/>
                  </a:lnTo>
                  <a:lnTo>
                    <a:pt x="3279" y="9836"/>
                  </a:lnTo>
                  <a:lnTo>
                    <a:pt x="6557" y="8197"/>
                  </a:lnTo>
                  <a:lnTo>
                    <a:pt x="3279" y="8197"/>
                  </a:lnTo>
                  <a:lnTo>
                    <a:pt x="0" y="8197"/>
                  </a:lnTo>
                  <a:lnTo>
                    <a:pt x="3279" y="6557"/>
                  </a:lnTo>
                  <a:lnTo>
                    <a:pt x="8197" y="4918"/>
                  </a:lnTo>
                  <a:lnTo>
                    <a:pt x="11475" y="4918"/>
                  </a:lnTo>
                  <a:lnTo>
                    <a:pt x="14754" y="3279"/>
                  </a:lnTo>
                  <a:lnTo>
                    <a:pt x="18033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87" name="Freeform 3686">
              <a:extLst>
                <a:ext uri="{FF2B5EF4-FFF2-40B4-BE49-F238E27FC236}">
                  <a16:creationId xmlns:a16="http://schemas.microsoft.com/office/drawing/2014/main" id="{5FD1C627-BAEB-254D-9173-A84BE7A78707}"/>
                </a:ext>
              </a:extLst>
            </p:cNvPr>
            <p:cNvSpPr/>
            <p:nvPr/>
          </p:nvSpPr>
          <p:spPr>
            <a:xfrm>
              <a:off x="8214023" y="2534576"/>
              <a:ext cx="93442" cy="113114"/>
            </a:xfrm>
            <a:custGeom>
              <a:avLst/>
              <a:gdLst>
                <a:gd name="connsiteX0" fmla="*/ 91802 w 93442"/>
                <a:gd name="connsiteY0" fmla="*/ 31147 h 113114"/>
                <a:gd name="connsiteX1" fmla="*/ 91802 w 93442"/>
                <a:gd name="connsiteY1" fmla="*/ 27869 h 113114"/>
                <a:gd name="connsiteX2" fmla="*/ 93442 w 93442"/>
                <a:gd name="connsiteY2" fmla="*/ 24590 h 113114"/>
                <a:gd name="connsiteX3" fmla="*/ 93442 w 93442"/>
                <a:gd name="connsiteY3" fmla="*/ 22951 h 113114"/>
                <a:gd name="connsiteX4" fmla="*/ 90164 w 93442"/>
                <a:gd name="connsiteY4" fmla="*/ 21311 h 113114"/>
                <a:gd name="connsiteX5" fmla="*/ 88524 w 93442"/>
                <a:gd name="connsiteY5" fmla="*/ 19672 h 113114"/>
                <a:gd name="connsiteX6" fmla="*/ 85246 w 93442"/>
                <a:gd name="connsiteY6" fmla="*/ 22951 h 113114"/>
                <a:gd name="connsiteX7" fmla="*/ 81967 w 93442"/>
                <a:gd name="connsiteY7" fmla="*/ 24590 h 113114"/>
                <a:gd name="connsiteX8" fmla="*/ 78688 w 93442"/>
                <a:gd name="connsiteY8" fmla="*/ 21311 h 113114"/>
                <a:gd name="connsiteX9" fmla="*/ 78688 w 93442"/>
                <a:gd name="connsiteY9" fmla="*/ 21311 h 113114"/>
                <a:gd name="connsiteX10" fmla="*/ 77049 w 93442"/>
                <a:gd name="connsiteY10" fmla="*/ 16393 h 113114"/>
                <a:gd name="connsiteX11" fmla="*/ 73770 w 93442"/>
                <a:gd name="connsiteY11" fmla="*/ 18033 h 113114"/>
                <a:gd name="connsiteX12" fmla="*/ 68852 w 93442"/>
                <a:gd name="connsiteY12" fmla="*/ 14754 h 113114"/>
                <a:gd name="connsiteX13" fmla="*/ 65573 w 93442"/>
                <a:gd name="connsiteY13" fmla="*/ 13114 h 113114"/>
                <a:gd name="connsiteX14" fmla="*/ 63934 w 93442"/>
                <a:gd name="connsiteY14" fmla="*/ 9836 h 113114"/>
                <a:gd name="connsiteX15" fmla="*/ 60656 w 93442"/>
                <a:gd name="connsiteY15" fmla="*/ 6557 h 113114"/>
                <a:gd name="connsiteX16" fmla="*/ 59016 w 93442"/>
                <a:gd name="connsiteY16" fmla="*/ 6557 h 113114"/>
                <a:gd name="connsiteX17" fmla="*/ 57377 w 93442"/>
                <a:gd name="connsiteY17" fmla="*/ 4918 h 113114"/>
                <a:gd name="connsiteX18" fmla="*/ 54098 w 93442"/>
                <a:gd name="connsiteY18" fmla="*/ 1639 h 113114"/>
                <a:gd name="connsiteX19" fmla="*/ 50819 w 93442"/>
                <a:gd name="connsiteY19" fmla="*/ 0 h 113114"/>
                <a:gd name="connsiteX20" fmla="*/ 47540 w 93442"/>
                <a:gd name="connsiteY20" fmla="*/ 1639 h 113114"/>
                <a:gd name="connsiteX21" fmla="*/ 45901 w 93442"/>
                <a:gd name="connsiteY21" fmla="*/ 1639 h 113114"/>
                <a:gd name="connsiteX22" fmla="*/ 42622 w 93442"/>
                <a:gd name="connsiteY22" fmla="*/ 1639 h 113114"/>
                <a:gd name="connsiteX23" fmla="*/ 39343 w 93442"/>
                <a:gd name="connsiteY23" fmla="*/ 3279 h 113114"/>
                <a:gd name="connsiteX24" fmla="*/ 36066 w 93442"/>
                <a:gd name="connsiteY24" fmla="*/ 3279 h 113114"/>
                <a:gd name="connsiteX25" fmla="*/ 36066 w 93442"/>
                <a:gd name="connsiteY25" fmla="*/ 3279 h 113114"/>
                <a:gd name="connsiteX26" fmla="*/ 31147 w 93442"/>
                <a:gd name="connsiteY26" fmla="*/ 1639 h 113114"/>
                <a:gd name="connsiteX27" fmla="*/ 27869 w 93442"/>
                <a:gd name="connsiteY27" fmla="*/ 4918 h 113114"/>
                <a:gd name="connsiteX28" fmla="*/ 24590 w 93442"/>
                <a:gd name="connsiteY28" fmla="*/ 8197 h 113114"/>
                <a:gd name="connsiteX29" fmla="*/ 21311 w 93442"/>
                <a:gd name="connsiteY29" fmla="*/ 9836 h 113114"/>
                <a:gd name="connsiteX30" fmla="*/ 16393 w 93442"/>
                <a:gd name="connsiteY30" fmla="*/ 11475 h 113114"/>
                <a:gd name="connsiteX31" fmla="*/ 13114 w 93442"/>
                <a:gd name="connsiteY31" fmla="*/ 14754 h 113114"/>
                <a:gd name="connsiteX32" fmla="*/ 11476 w 93442"/>
                <a:gd name="connsiteY32" fmla="*/ 18033 h 113114"/>
                <a:gd name="connsiteX33" fmla="*/ 8197 w 93442"/>
                <a:gd name="connsiteY33" fmla="*/ 18033 h 113114"/>
                <a:gd name="connsiteX34" fmla="*/ 3279 w 93442"/>
                <a:gd name="connsiteY34" fmla="*/ 21311 h 113114"/>
                <a:gd name="connsiteX35" fmla="*/ 1639 w 93442"/>
                <a:gd name="connsiteY35" fmla="*/ 21311 h 113114"/>
                <a:gd name="connsiteX36" fmla="*/ 0 w 93442"/>
                <a:gd name="connsiteY36" fmla="*/ 21311 h 113114"/>
                <a:gd name="connsiteX37" fmla="*/ 3279 w 93442"/>
                <a:gd name="connsiteY37" fmla="*/ 24590 h 113114"/>
                <a:gd name="connsiteX38" fmla="*/ 6557 w 93442"/>
                <a:gd name="connsiteY38" fmla="*/ 21311 h 113114"/>
                <a:gd name="connsiteX39" fmla="*/ 9836 w 93442"/>
                <a:gd name="connsiteY39" fmla="*/ 24590 h 113114"/>
                <a:gd name="connsiteX40" fmla="*/ 9836 w 93442"/>
                <a:gd name="connsiteY40" fmla="*/ 27869 h 113114"/>
                <a:gd name="connsiteX41" fmla="*/ 9836 w 93442"/>
                <a:gd name="connsiteY41" fmla="*/ 27869 h 113114"/>
                <a:gd name="connsiteX42" fmla="*/ 9836 w 93442"/>
                <a:gd name="connsiteY42" fmla="*/ 29508 h 113114"/>
                <a:gd name="connsiteX43" fmla="*/ 9836 w 93442"/>
                <a:gd name="connsiteY43" fmla="*/ 31147 h 113114"/>
                <a:gd name="connsiteX44" fmla="*/ 13114 w 93442"/>
                <a:gd name="connsiteY44" fmla="*/ 36065 h 113114"/>
                <a:gd name="connsiteX45" fmla="*/ 16393 w 93442"/>
                <a:gd name="connsiteY45" fmla="*/ 39344 h 113114"/>
                <a:gd name="connsiteX46" fmla="*/ 18032 w 93442"/>
                <a:gd name="connsiteY46" fmla="*/ 42623 h 113114"/>
                <a:gd name="connsiteX47" fmla="*/ 18032 w 93442"/>
                <a:gd name="connsiteY47" fmla="*/ 45901 h 113114"/>
                <a:gd name="connsiteX48" fmla="*/ 19672 w 93442"/>
                <a:gd name="connsiteY48" fmla="*/ 45901 h 113114"/>
                <a:gd name="connsiteX49" fmla="*/ 21311 w 93442"/>
                <a:gd name="connsiteY49" fmla="*/ 49180 h 113114"/>
                <a:gd name="connsiteX50" fmla="*/ 22950 w 93442"/>
                <a:gd name="connsiteY50" fmla="*/ 52459 h 113114"/>
                <a:gd name="connsiteX51" fmla="*/ 24590 w 93442"/>
                <a:gd name="connsiteY51" fmla="*/ 57377 h 113114"/>
                <a:gd name="connsiteX52" fmla="*/ 27869 w 93442"/>
                <a:gd name="connsiteY52" fmla="*/ 60655 h 113114"/>
                <a:gd name="connsiteX53" fmla="*/ 31147 w 93442"/>
                <a:gd name="connsiteY53" fmla="*/ 60655 h 113114"/>
                <a:gd name="connsiteX54" fmla="*/ 32787 w 93442"/>
                <a:gd name="connsiteY54" fmla="*/ 62295 h 113114"/>
                <a:gd name="connsiteX55" fmla="*/ 36066 w 93442"/>
                <a:gd name="connsiteY55" fmla="*/ 62295 h 113114"/>
                <a:gd name="connsiteX56" fmla="*/ 39343 w 93442"/>
                <a:gd name="connsiteY56" fmla="*/ 62295 h 113114"/>
                <a:gd name="connsiteX57" fmla="*/ 42622 w 93442"/>
                <a:gd name="connsiteY57" fmla="*/ 63934 h 113114"/>
                <a:gd name="connsiteX58" fmla="*/ 47540 w 93442"/>
                <a:gd name="connsiteY58" fmla="*/ 67213 h 113114"/>
                <a:gd name="connsiteX59" fmla="*/ 49180 w 93442"/>
                <a:gd name="connsiteY59" fmla="*/ 68852 h 113114"/>
                <a:gd name="connsiteX60" fmla="*/ 50819 w 93442"/>
                <a:gd name="connsiteY60" fmla="*/ 70491 h 113114"/>
                <a:gd name="connsiteX61" fmla="*/ 54098 w 93442"/>
                <a:gd name="connsiteY61" fmla="*/ 72131 h 113114"/>
                <a:gd name="connsiteX62" fmla="*/ 55737 w 93442"/>
                <a:gd name="connsiteY62" fmla="*/ 73770 h 113114"/>
                <a:gd name="connsiteX63" fmla="*/ 55737 w 93442"/>
                <a:gd name="connsiteY63" fmla="*/ 75409 h 113114"/>
                <a:gd name="connsiteX64" fmla="*/ 55737 w 93442"/>
                <a:gd name="connsiteY64" fmla="*/ 78688 h 113114"/>
                <a:gd name="connsiteX65" fmla="*/ 52459 w 93442"/>
                <a:gd name="connsiteY65" fmla="*/ 81967 h 113114"/>
                <a:gd name="connsiteX66" fmla="*/ 47540 w 93442"/>
                <a:gd name="connsiteY66" fmla="*/ 83606 h 113114"/>
                <a:gd name="connsiteX67" fmla="*/ 49180 w 93442"/>
                <a:gd name="connsiteY67" fmla="*/ 86885 h 113114"/>
                <a:gd name="connsiteX68" fmla="*/ 50819 w 93442"/>
                <a:gd name="connsiteY68" fmla="*/ 90164 h 113114"/>
                <a:gd name="connsiteX69" fmla="*/ 50819 w 93442"/>
                <a:gd name="connsiteY69" fmla="*/ 91803 h 113114"/>
                <a:gd name="connsiteX70" fmla="*/ 52459 w 93442"/>
                <a:gd name="connsiteY70" fmla="*/ 95081 h 113114"/>
                <a:gd name="connsiteX71" fmla="*/ 54098 w 93442"/>
                <a:gd name="connsiteY71" fmla="*/ 98360 h 113114"/>
                <a:gd name="connsiteX72" fmla="*/ 54098 w 93442"/>
                <a:gd name="connsiteY72" fmla="*/ 101639 h 113114"/>
                <a:gd name="connsiteX73" fmla="*/ 54098 w 93442"/>
                <a:gd name="connsiteY73" fmla="*/ 101639 h 113114"/>
                <a:gd name="connsiteX74" fmla="*/ 54098 w 93442"/>
                <a:gd name="connsiteY74" fmla="*/ 103278 h 113114"/>
                <a:gd name="connsiteX75" fmla="*/ 55737 w 93442"/>
                <a:gd name="connsiteY75" fmla="*/ 106557 h 113114"/>
                <a:gd name="connsiteX76" fmla="*/ 55737 w 93442"/>
                <a:gd name="connsiteY76" fmla="*/ 106557 h 113114"/>
                <a:gd name="connsiteX77" fmla="*/ 57377 w 93442"/>
                <a:gd name="connsiteY77" fmla="*/ 111475 h 113114"/>
                <a:gd name="connsiteX78" fmla="*/ 62295 w 93442"/>
                <a:gd name="connsiteY78" fmla="*/ 113114 h 113114"/>
                <a:gd name="connsiteX79" fmla="*/ 60656 w 93442"/>
                <a:gd name="connsiteY79" fmla="*/ 109836 h 113114"/>
                <a:gd name="connsiteX80" fmla="*/ 60656 w 93442"/>
                <a:gd name="connsiteY80" fmla="*/ 109836 h 113114"/>
                <a:gd name="connsiteX81" fmla="*/ 60656 w 93442"/>
                <a:gd name="connsiteY81" fmla="*/ 108196 h 113114"/>
                <a:gd name="connsiteX82" fmla="*/ 60656 w 93442"/>
                <a:gd name="connsiteY82" fmla="*/ 106557 h 113114"/>
                <a:gd name="connsiteX83" fmla="*/ 59016 w 93442"/>
                <a:gd name="connsiteY83" fmla="*/ 103278 h 113114"/>
                <a:gd name="connsiteX84" fmla="*/ 62295 w 93442"/>
                <a:gd name="connsiteY84" fmla="*/ 103278 h 113114"/>
                <a:gd name="connsiteX85" fmla="*/ 62295 w 93442"/>
                <a:gd name="connsiteY85" fmla="*/ 99999 h 113114"/>
                <a:gd name="connsiteX86" fmla="*/ 60656 w 93442"/>
                <a:gd name="connsiteY86" fmla="*/ 98360 h 113114"/>
                <a:gd name="connsiteX87" fmla="*/ 60656 w 93442"/>
                <a:gd name="connsiteY87" fmla="*/ 96721 h 113114"/>
                <a:gd name="connsiteX88" fmla="*/ 59016 w 93442"/>
                <a:gd name="connsiteY88" fmla="*/ 96721 h 113114"/>
                <a:gd name="connsiteX89" fmla="*/ 57377 w 93442"/>
                <a:gd name="connsiteY89" fmla="*/ 93442 h 113114"/>
                <a:gd name="connsiteX90" fmla="*/ 55737 w 93442"/>
                <a:gd name="connsiteY90" fmla="*/ 90164 h 113114"/>
                <a:gd name="connsiteX91" fmla="*/ 59016 w 93442"/>
                <a:gd name="connsiteY91" fmla="*/ 86885 h 113114"/>
                <a:gd name="connsiteX92" fmla="*/ 62295 w 93442"/>
                <a:gd name="connsiteY92" fmla="*/ 85245 h 113114"/>
                <a:gd name="connsiteX93" fmla="*/ 67212 w 93442"/>
                <a:gd name="connsiteY93" fmla="*/ 86885 h 113114"/>
                <a:gd name="connsiteX94" fmla="*/ 70491 w 93442"/>
                <a:gd name="connsiteY94" fmla="*/ 86885 h 113114"/>
                <a:gd name="connsiteX95" fmla="*/ 73770 w 93442"/>
                <a:gd name="connsiteY95" fmla="*/ 85245 h 113114"/>
                <a:gd name="connsiteX96" fmla="*/ 75409 w 93442"/>
                <a:gd name="connsiteY96" fmla="*/ 83606 h 113114"/>
                <a:gd name="connsiteX97" fmla="*/ 75409 w 93442"/>
                <a:gd name="connsiteY97" fmla="*/ 80327 h 113114"/>
                <a:gd name="connsiteX98" fmla="*/ 77049 w 93442"/>
                <a:gd name="connsiteY98" fmla="*/ 75409 h 113114"/>
                <a:gd name="connsiteX99" fmla="*/ 75409 w 93442"/>
                <a:gd name="connsiteY99" fmla="*/ 72131 h 113114"/>
                <a:gd name="connsiteX100" fmla="*/ 73770 w 93442"/>
                <a:gd name="connsiteY100" fmla="*/ 70491 h 113114"/>
                <a:gd name="connsiteX101" fmla="*/ 77049 w 93442"/>
                <a:gd name="connsiteY101" fmla="*/ 68852 h 113114"/>
                <a:gd name="connsiteX102" fmla="*/ 80327 w 93442"/>
                <a:gd name="connsiteY102" fmla="*/ 68852 h 113114"/>
                <a:gd name="connsiteX103" fmla="*/ 81967 w 93442"/>
                <a:gd name="connsiteY103" fmla="*/ 67213 h 113114"/>
                <a:gd name="connsiteX104" fmla="*/ 80327 w 93442"/>
                <a:gd name="connsiteY104" fmla="*/ 63934 h 113114"/>
                <a:gd name="connsiteX105" fmla="*/ 83606 w 93442"/>
                <a:gd name="connsiteY105" fmla="*/ 62295 h 113114"/>
                <a:gd name="connsiteX106" fmla="*/ 83606 w 93442"/>
                <a:gd name="connsiteY106" fmla="*/ 59016 h 113114"/>
                <a:gd name="connsiteX107" fmla="*/ 85246 w 93442"/>
                <a:gd name="connsiteY107" fmla="*/ 57377 h 113114"/>
                <a:gd name="connsiteX108" fmla="*/ 88524 w 93442"/>
                <a:gd name="connsiteY108" fmla="*/ 59016 h 113114"/>
                <a:gd name="connsiteX109" fmla="*/ 90164 w 93442"/>
                <a:gd name="connsiteY109" fmla="*/ 54098 h 113114"/>
                <a:gd name="connsiteX110" fmla="*/ 90164 w 93442"/>
                <a:gd name="connsiteY110" fmla="*/ 52459 h 113114"/>
                <a:gd name="connsiteX111" fmla="*/ 93442 w 93442"/>
                <a:gd name="connsiteY111" fmla="*/ 49180 h 113114"/>
                <a:gd name="connsiteX112" fmla="*/ 93442 w 93442"/>
                <a:gd name="connsiteY112" fmla="*/ 49180 h 113114"/>
                <a:gd name="connsiteX113" fmla="*/ 91802 w 93442"/>
                <a:gd name="connsiteY113" fmla="*/ 45901 h 113114"/>
                <a:gd name="connsiteX114" fmla="*/ 91802 w 93442"/>
                <a:gd name="connsiteY114" fmla="*/ 42623 h 113114"/>
                <a:gd name="connsiteX115" fmla="*/ 90164 w 93442"/>
                <a:gd name="connsiteY115" fmla="*/ 39344 h 113114"/>
                <a:gd name="connsiteX116" fmla="*/ 93442 w 93442"/>
                <a:gd name="connsiteY116" fmla="*/ 36065 h 1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93442" h="113114">
                  <a:moveTo>
                    <a:pt x="91802" y="31147"/>
                  </a:moveTo>
                  <a:lnTo>
                    <a:pt x="91802" y="27869"/>
                  </a:lnTo>
                  <a:lnTo>
                    <a:pt x="93442" y="24590"/>
                  </a:lnTo>
                  <a:lnTo>
                    <a:pt x="93442" y="22951"/>
                  </a:lnTo>
                  <a:lnTo>
                    <a:pt x="90164" y="21311"/>
                  </a:lnTo>
                  <a:lnTo>
                    <a:pt x="88524" y="19672"/>
                  </a:lnTo>
                  <a:lnTo>
                    <a:pt x="85246" y="22951"/>
                  </a:lnTo>
                  <a:lnTo>
                    <a:pt x="81967" y="24590"/>
                  </a:lnTo>
                  <a:lnTo>
                    <a:pt x="78688" y="21311"/>
                  </a:lnTo>
                  <a:lnTo>
                    <a:pt x="78688" y="21311"/>
                  </a:lnTo>
                  <a:lnTo>
                    <a:pt x="77049" y="16393"/>
                  </a:lnTo>
                  <a:lnTo>
                    <a:pt x="73770" y="18033"/>
                  </a:lnTo>
                  <a:lnTo>
                    <a:pt x="68852" y="14754"/>
                  </a:lnTo>
                  <a:lnTo>
                    <a:pt x="65573" y="13114"/>
                  </a:lnTo>
                  <a:lnTo>
                    <a:pt x="63934" y="9836"/>
                  </a:lnTo>
                  <a:lnTo>
                    <a:pt x="60656" y="6557"/>
                  </a:lnTo>
                  <a:lnTo>
                    <a:pt x="59016" y="6557"/>
                  </a:lnTo>
                  <a:lnTo>
                    <a:pt x="57377" y="4918"/>
                  </a:lnTo>
                  <a:lnTo>
                    <a:pt x="54098" y="1639"/>
                  </a:lnTo>
                  <a:lnTo>
                    <a:pt x="50819" y="0"/>
                  </a:lnTo>
                  <a:lnTo>
                    <a:pt x="47540" y="1639"/>
                  </a:lnTo>
                  <a:lnTo>
                    <a:pt x="45901" y="1639"/>
                  </a:lnTo>
                  <a:lnTo>
                    <a:pt x="42622" y="1639"/>
                  </a:lnTo>
                  <a:lnTo>
                    <a:pt x="39343" y="3279"/>
                  </a:lnTo>
                  <a:lnTo>
                    <a:pt x="36066" y="3279"/>
                  </a:lnTo>
                  <a:lnTo>
                    <a:pt x="36066" y="3279"/>
                  </a:lnTo>
                  <a:lnTo>
                    <a:pt x="31147" y="1639"/>
                  </a:lnTo>
                  <a:lnTo>
                    <a:pt x="27869" y="4918"/>
                  </a:lnTo>
                  <a:lnTo>
                    <a:pt x="24590" y="8197"/>
                  </a:lnTo>
                  <a:lnTo>
                    <a:pt x="21311" y="9836"/>
                  </a:lnTo>
                  <a:lnTo>
                    <a:pt x="16393" y="11475"/>
                  </a:lnTo>
                  <a:lnTo>
                    <a:pt x="13114" y="14754"/>
                  </a:lnTo>
                  <a:lnTo>
                    <a:pt x="11476" y="18033"/>
                  </a:lnTo>
                  <a:lnTo>
                    <a:pt x="8197" y="18033"/>
                  </a:lnTo>
                  <a:lnTo>
                    <a:pt x="3279" y="21311"/>
                  </a:lnTo>
                  <a:lnTo>
                    <a:pt x="1639" y="21311"/>
                  </a:lnTo>
                  <a:lnTo>
                    <a:pt x="0" y="21311"/>
                  </a:lnTo>
                  <a:lnTo>
                    <a:pt x="3279" y="24590"/>
                  </a:lnTo>
                  <a:lnTo>
                    <a:pt x="6557" y="21311"/>
                  </a:lnTo>
                  <a:lnTo>
                    <a:pt x="9836" y="24590"/>
                  </a:lnTo>
                  <a:lnTo>
                    <a:pt x="9836" y="27869"/>
                  </a:lnTo>
                  <a:lnTo>
                    <a:pt x="9836" y="27869"/>
                  </a:lnTo>
                  <a:lnTo>
                    <a:pt x="9836" y="29508"/>
                  </a:lnTo>
                  <a:lnTo>
                    <a:pt x="9836" y="31147"/>
                  </a:lnTo>
                  <a:lnTo>
                    <a:pt x="13114" y="36065"/>
                  </a:lnTo>
                  <a:lnTo>
                    <a:pt x="16393" y="39344"/>
                  </a:lnTo>
                  <a:lnTo>
                    <a:pt x="18032" y="42623"/>
                  </a:lnTo>
                  <a:lnTo>
                    <a:pt x="18032" y="45901"/>
                  </a:lnTo>
                  <a:lnTo>
                    <a:pt x="19672" y="45901"/>
                  </a:lnTo>
                  <a:lnTo>
                    <a:pt x="21311" y="49180"/>
                  </a:lnTo>
                  <a:lnTo>
                    <a:pt x="22950" y="52459"/>
                  </a:lnTo>
                  <a:lnTo>
                    <a:pt x="24590" y="57377"/>
                  </a:lnTo>
                  <a:lnTo>
                    <a:pt x="27869" y="60655"/>
                  </a:lnTo>
                  <a:lnTo>
                    <a:pt x="31147" y="60655"/>
                  </a:lnTo>
                  <a:lnTo>
                    <a:pt x="32787" y="62295"/>
                  </a:lnTo>
                  <a:lnTo>
                    <a:pt x="36066" y="62295"/>
                  </a:lnTo>
                  <a:lnTo>
                    <a:pt x="39343" y="62295"/>
                  </a:lnTo>
                  <a:lnTo>
                    <a:pt x="42622" y="63934"/>
                  </a:lnTo>
                  <a:lnTo>
                    <a:pt x="47540" y="67213"/>
                  </a:lnTo>
                  <a:lnTo>
                    <a:pt x="49180" y="68852"/>
                  </a:lnTo>
                  <a:lnTo>
                    <a:pt x="50819" y="70491"/>
                  </a:lnTo>
                  <a:lnTo>
                    <a:pt x="54098" y="72131"/>
                  </a:lnTo>
                  <a:lnTo>
                    <a:pt x="55737" y="73770"/>
                  </a:lnTo>
                  <a:lnTo>
                    <a:pt x="55737" y="75409"/>
                  </a:lnTo>
                  <a:lnTo>
                    <a:pt x="55737" y="78688"/>
                  </a:lnTo>
                  <a:lnTo>
                    <a:pt x="52459" y="81967"/>
                  </a:lnTo>
                  <a:lnTo>
                    <a:pt x="47540" y="83606"/>
                  </a:lnTo>
                  <a:lnTo>
                    <a:pt x="49180" y="86885"/>
                  </a:lnTo>
                  <a:lnTo>
                    <a:pt x="50819" y="90164"/>
                  </a:lnTo>
                  <a:lnTo>
                    <a:pt x="50819" y="91803"/>
                  </a:lnTo>
                  <a:lnTo>
                    <a:pt x="52459" y="95081"/>
                  </a:lnTo>
                  <a:lnTo>
                    <a:pt x="54098" y="98360"/>
                  </a:lnTo>
                  <a:lnTo>
                    <a:pt x="54098" y="101639"/>
                  </a:lnTo>
                  <a:lnTo>
                    <a:pt x="54098" y="101639"/>
                  </a:lnTo>
                  <a:lnTo>
                    <a:pt x="54098" y="103278"/>
                  </a:lnTo>
                  <a:lnTo>
                    <a:pt x="55737" y="106557"/>
                  </a:lnTo>
                  <a:lnTo>
                    <a:pt x="55737" y="106557"/>
                  </a:lnTo>
                  <a:lnTo>
                    <a:pt x="57377" y="111475"/>
                  </a:lnTo>
                  <a:lnTo>
                    <a:pt x="62295" y="113114"/>
                  </a:lnTo>
                  <a:lnTo>
                    <a:pt x="60656" y="109836"/>
                  </a:lnTo>
                  <a:lnTo>
                    <a:pt x="60656" y="109836"/>
                  </a:lnTo>
                  <a:lnTo>
                    <a:pt x="60656" y="108196"/>
                  </a:lnTo>
                  <a:lnTo>
                    <a:pt x="60656" y="106557"/>
                  </a:lnTo>
                  <a:lnTo>
                    <a:pt x="59016" y="103278"/>
                  </a:lnTo>
                  <a:lnTo>
                    <a:pt x="62295" y="103278"/>
                  </a:lnTo>
                  <a:lnTo>
                    <a:pt x="62295" y="99999"/>
                  </a:lnTo>
                  <a:lnTo>
                    <a:pt x="60656" y="98360"/>
                  </a:lnTo>
                  <a:lnTo>
                    <a:pt x="60656" y="96721"/>
                  </a:lnTo>
                  <a:lnTo>
                    <a:pt x="59016" y="96721"/>
                  </a:lnTo>
                  <a:lnTo>
                    <a:pt x="57377" y="93442"/>
                  </a:lnTo>
                  <a:lnTo>
                    <a:pt x="55737" y="90164"/>
                  </a:lnTo>
                  <a:lnTo>
                    <a:pt x="59016" y="86885"/>
                  </a:lnTo>
                  <a:lnTo>
                    <a:pt x="62295" y="85245"/>
                  </a:lnTo>
                  <a:lnTo>
                    <a:pt x="67212" y="86885"/>
                  </a:lnTo>
                  <a:lnTo>
                    <a:pt x="70491" y="86885"/>
                  </a:lnTo>
                  <a:lnTo>
                    <a:pt x="73770" y="85245"/>
                  </a:lnTo>
                  <a:lnTo>
                    <a:pt x="75409" y="83606"/>
                  </a:lnTo>
                  <a:lnTo>
                    <a:pt x="75409" y="80327"/>
                  </a:lnTo>
                  <a:lnTo>
                    <a:pt x="77049" y="75409"/>
                  </a:lnTo>
                  <a:lnTo>
                    <a:pt x="75409" y="72131"/>
                  </a:lnTo>
                  <a:lnTo>
                    <a:pt x="73770" y="70491"/>
                  </a:lnTo>
                  <a:lnTo>
                    <a:pt x="77049" y="68852"/>
                  </a:lnTo>
                  <a:lnTo>
                    <a:pt x="80327" y="68852"/>
                  </a:lnTo>
                  <a:lnTo>
                    <a:pt x="81967" y="67213"/>
                  </a:lnTo>
                  <a:lnTo>
                    <a:pt x="80327" y="63934"/>
                  </a:lnTo>
                  <a:lnTo>
                    <a:pt x="83606" y="62295"/>
                  </a:lnTo>
                  <a:lnTo>
                    <a:pt x="83606" y="59016"/>
                  </a:lnTo>
                  <a:lnTo>
                    <a:pt x="85246" y="57377"/>
                  </a:lnTo>
                  <a:lnTo>
                    <a:pt x="88524" y="59016"/>
                  </a:lnTo>
                  <a:lnTo>
                    <a:pt x="90164" y="54098"/>
                  </a:lnTo>
                  <a:lnTo>
                    <a:pt x="90164" y="52459"/>
                  </a:lnTo>
                  <a:lnTo>
                    <a:pt x="93442" y="49180"/>
                  </a:lnTo>
                  <a:lnTo>
                    <a:pt x="93442" y="49180"/>
                  </a:lnTo>
                  <a:lnTo>
                    <a:pt x="91802" y="45901"/>
                  </a:lnTo>
                  <a:lnTo>
                    <a:pt x="91802" y="42623"/>
                  </a:lnTo>
                  <a:lnTo>
                    <a:pt x="90164" y="39344"/>
                  </a:lnTo>
                  <a:lnTo>
                    <a:pt x="93442" y="3606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88" name="Freeform 3687">
              <a:extLst>
                <a:ext uri="{FF2B5EF4-FFF2-40B4-BE49-F238E27FC236}">
                  <a16:creationId xmlns:a16="http://schemas.microsoft.com/office/drawing/2014/main" id="{2C3DC6CD-88FF-204B-8085-EA25183956B3}"/>
                </a:ext>
              </a:extLst>
            </p:cNvPr>
            <p:cNvSpPr/>
            <p:nvPr/>
          </p:nvSpPr>
          <p:spPr>
            <a:xfrm>
              <a:off x="2073067" y="3587030"/>
              <a:ext cx="42622" cy="47540"/>
            </a:xfrm>
            <a:custGeom>
              <a:avLst/>
              <a:gdLst>
                <a:gd name="connsiteX0" fmla="*/ 1639 w 42622"/>
                <a:gd name="connsiteY0" fmla="*/ 19672 h 47540"/>
                <a:gd name="connsiteX1" fmla="*/ 3279 w 42622"/>
                <a:gd name="connsiteY1" fmla="*/ 22951 h 47540"/>
                <a:gd name="connsiteX2" fmla="*/ 3279 w 42622"/>
                <a:gd name="connsiteY2" fmla="*/ 26229 h 47540"/>
                <a:gd name="connsiteX3" fmla="*/ 4918 w 42622"/>
                <a:gd name="connsiteY3" fmla="*/ 29508 h 47540"/>
                <a:gd name="connsiteX4" fmla="*/ 4918 w 42622"/>
                <a:gd name="connsiteY4" fmla="*/ 32787 h 47540"/>
                <a:gd name="connsiteX5" fmla="*/ 8197 w 42622"/>
                <a:gd name="connsiteY5" fmla="*/ 37705 h 47540"/>
                <a:gd name="connsiteX6" fmla="*/ 11475 w 42622"/>
                <a:gd name="connsiteY6" fmla="*/ 39344 h 47540"/>
                <a:gd name="connsiteX7" fmla="*/ 16393 w 42622"/>
                <a:gd name="connsiteY7" fmla="*/ 42623 h 47540"/>
                <a:gd name="connsiteX8" fmla="*/ 19672 w 42622"/>
                <a:gd name="connsiteY8" fmla="*/ 42623 h 47540"/>
                <a:gd name="connsiteX9" fmla="*/ 22951 w 42622"/>
                <a:gd name="connsiteY9" fmla="*/ 44262 h 47540"/>
                <a:gd name="connsiteX10" fmla="*/ 26229 w 42622"/>
                <a:gd name="connsiteY10" fmla="*/ 45901 h 47540"/>
                <a:gd name="connsiteX11" fmla="*/ 29508 w 42622"/>
                <a:gd name="connsiteY11" fmla="*/ 45901 h 47540"/>
                <a:gd name="connsiteX12" fmla="*/ 32787 w 42622"/>
                <a:gd name="connsiteY12" fmla="*/ 45901 h 47540"/>
                <a:gd name="connsiteX13" fmla="*/ 34426 w 42622"/>
                <a:gd name="connsiteY13" fmla="*/ 47541 h 47540"/>
                <a:gd name="connsiteX14" fmla="*/ 39344 w 42622"/>
                <a:gd name="connsiteY14" fmla="*/ 47541 h 47540"/>
                <a:gd name="connsiteX15" fmla="*/ 42623 w 42622"/>
                <a:gd name="connsiteY15" fmla="*/ 45901 h 47540"/>
                <a:gd name="connsiteX16" fmla="*/ 42623 w 42622"/>
                <a:gd name="connsiteY16" fmla="*/ 44262 h 47540"/>
                <a:gd name="connsiteX17" fmla="*/ 42623 w 42622"/>
                <a:gd name="connsiteY17" fmla="*/ 42623 h 47540"/>
                <a:gd name="connsiteX18" fmla="*/ 42623 w 42622"/>
                <a:gd name="connsiteY18" fmla="*/ 39344 h 47540"/>
                <a:gd name="connsiteX19" fmla="*/ 39344 w 42622"/>
                <a:gd name="connsiteY19" fmla="*/ 36065 h 47540"/>
                <a:gd name="connsiteX20" fmla="*/ 39344 w 42622"/>
                <a:gd name="connsiteY20" fmla="*/ 34426 h 47540"/>
                <a:gd name="connsiteX21" fmla="*/ 37705 w 42622"/>
                <a:gd name="connsiteY21" fmla="*/ 31147 h 47540"/>
                <a:gd name="connsiteX22" fmla="*/ 34426 w 42622"/>
                <a:gd name="connsiteY22" fmla="*/ 26229 h 47540"/>
                <a:gd name="connsiteX23" fmla="*/ 34426 w 42622"/>
                <a:gd name="connsiteY23" fmla="*/ 26229 h 47540"/>
                <a:gd name="connsiteX24" fmla="*/ 32787 w 42622"/>
                <a:gd name="connsiteY24" fmla="*/ 22951 h 47540"/>
                <a:gd name="connsiteX25" fmla="*/ 31147 w 42622"/>
                <a:gd name="connsiteY25" fmla="*/ 21311 h 47540"/>
                <a:gd name="connsiteX26" fmla="*/ 29508 w 42622"/>
                <a:gd name="connsiteY26" fmla="*/ 18033 h 47540"/>
                <a:gd name="connsiteX27" fmla="*/ 26229 w 42622"/>
                <a:gd name="connsiteY27" fmla="*/ 14754 h 47540"/>
                <a:gd name="connsiteX28" fmla="*/ 24590 w 42622"/>
                <a:gd name="connsiteY28" fmla="*/ 13115 h 47540"/>
                <a:gd name="connsiteX29" fmla="*/ 21311 w 42622"/>
                <a:gd name="connsiteY29" fmla="*/ 11475 h 47540"/>
                <a:gd name="connsiteX30" fmla="*/ 18033 w 42622"/>
                <a:gd name="connsiteY30" fmla="*/ 8197 h 47540"/>
                <a:gd name="connsiteX31" fmla="*/ 14754 w 42622"/>
                <a:gd name="connsiteY31" fmla="*/ 4918 h 47540"/>
                <a:gd name="connsiteX32" fmla="*/ 11475 w 42622"/>
                <a:gd name="connsiteY32" fmla="*/ 3279 h 47540"/>
                <a:gd name="connsiteX33" fmla="*/ 11475 w 42622"/>
                <a:gd name="connsiteY33" fmla="*/ 3279 h 47540"/>
                <a:gd name="connsiteX34" fmla="*/ 6557 w 42622"/>
                <a:gd name="connsiteY34" fmla="*/ 0 h 47540"/>
                <a:gd name="connsiteX35" fmla="*/ 3279 w 42622"/>
                <a:gd name="connsiteY35" fmla="*/ 1639 h 47540"/>
                <a:gd name="connsiteX36" fmla="*/ 1639 w 42622"/>
                <a:gd name="connsiteY36" fmla="*/ 4918 h 47540"/>
                <a:gd name="connsiteX37" fmla="*/ 0 w 42622"/>
                <a:gd name="connsiteY37" fmla="*/ 8197 h 47540"/>
                <a:gd name="connsiteX38" fmla="*/ 1639 w 42622"/>
                <a:gd name="connsiteY38" fmla="*/ 11475 h 47540"/>
                <a:gd name="connsiteX39" fmla="*/ 1639 w 42622"/>
                <a:gd name="connsiteY39" fmla="*/ 16393 h 4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2622" h="47540">
                  <a:moveTo>
                    <a:pt x="1639" y="19672"/>
                  </a:moveTo>
                  <a:lnTo>
                    <a:pt x="3279" y="22951"/>
                  </a:lnTo>
                  <a:lnTo>
                    <a:pt x="3279" y="26229"/>
                  </a:lnTo>
                  <a:lnTo>
                    <a:pt x="4918" y="29508"/>
                  </a:lnTo>
                  <a:lnTo>
                    <a:pt x="4918" y="32787"/>
                  </a:lnTo>
                  <a:lnTo>
                    <a:pt x="8197" y="37705"/>
                  </a:lnTo>
                  <a:lnTo>
                    <a:pt x="11475" y="39344"/>
                  </a:lnTo>
                  <a:lnTo>
                    <a:pt x="16393" y="42623"/>
                  </a:lnTo>
                  <a:lnTo>
                    <a:pt x="19672" y="42623"/>
                  </a:lnTo>
                  <a:lnTo>
                    <a:pt x="22951" y="44262"/>
                  </a:lnTo>
                  <a:lnTo>
                    <a:pt x="26229" y="45901"/>
                  </a:lnTo>
                  <a:lnTo>
                    <a:pt x="29508" y="45901"/>
                  </a:lnTo>
                  <a:lnTo>
                    <a:pt x="32787" y="45901"/>
                  </a:lnTo>
                  <a:lnTo>
                    <a:pt x="34426" y="47541"/>
                  </a:lnTo>
                  <a:lnTo>
                    <a:pt x="39344" y="47541"/>
                  </a:lnTo>
                  <a:lnTo>
                    <a:pt x="42623" y="45901"/>
                  </a:lnTo>
                  <a:lnTo>
                    <a:pt x="42623" y="44262"/>
                  </a:lnTo>
                  <a:lnTo>
                    <a:pt x="42623" y="42623"/>
                  </a:lnTo>
                  <a:lnTo>
                    <a:pt x="42623" y="39344"/>
                  </a:lnTo>
                  <a:lnTo>
                    <a:pt x="39344" y="36065"/>
                  </a:lnTo>
                  <a:lnTo>
                    <a:pt x="39344" y="34426"/>
                  </a:lnTo>
                  <a:lnTo>
                    <a:pt x="37705" y="31147"/>
                  </a:lnTo>
                  <a:lnTo>
                    <a:pt x="34426" y="26229"/>
                  </a:lnTo>
                  <a:lnTo>
                    <a:pt x="34426" y="26229"/>
                  </a:lnTo>
                  <a:lnTo>
                    <a:pt x="32787" y="22951"/>
                  </a:lnTo>
                  <a:lnTo>
                    <a:pt x="31147" y="21311"/>
                  </a:lnTo>
                  <a:lnTo>
                    <a:pt x="29508" y="18033"/>
                  </a:lnTo>
                  <a:lnTo>
                    <a:pt x="26229" y="14754"/>
                  </a:lnTo>
                  <a:lnTo>
                    <a:pt x="24590" y="13115"/>
                  </a:lnTo>
                  <a:lnTo>
                    <a:pt x="21311" y="11475"/>
                  </a:lnTo>
                  <a:lnTo>
                    <a:pt x="18033" y="8197"/>
                  </a:lnTo>
                  <a:lnTo>
                    <a:pt x="14754" y="4918"/>
                  </a:lnTo>
                  <a:lnTo>
                    <a:pt x="11475" y="3279"/>
                  </a:lnTo>
                  <a:lnTo>
                    <a:pt x="11475" y="3279"/>
                  </a:lnTo>
                  <a:lnTo>
                    <a:pt x="6557" y="0"/>
                  </a:lnTo>
                  <a:lnTo>
                    <a:pt x="3279" y="1639"/>
                  </a:lnTo>
                  <a:lnTo>
                    <a:pt x="1639" y="4918"/>
                  </a:lnTo>
                  <a:lnTo>
                    <a:pt x="0" y="8197"/>
                  </a:lnTo>
                  <a:lnTo>
                    <a:pt x="1639" y="11475"/>
                  </a:lnTo>
                  <a:lnTo>
                    <a:pt x="1639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89" name="Freeform 3688">
              <a:extLst>
                <a:ext uri="{FF2B5EF4-FFF2-40B4-BE49-F238E27FC236}">
                  <a16:creationId xmlns:a16="http://schemas.microsoft.com/office/drawing/2014/main" id="{09E7FE3E-463C-9E4D-9A5C-92C6ED483106}"/>
                </a:ext>
              </a:extLst>
            </p:cNvPr>
            <p:cNvSpPr/>
            <p:nvPr/>
          </p:nvSpPr>
          <p:spPr>
            <a:xfrm>
              <a:off x="1922248" y="3485392"/>
              <a:ext cx="91802" cy="55737"/>
            </a:xfrm>
            <a:custGeom>
              <a:avLst/>
              <a:gdLst>
                <a:gd name="connsiteX0" fmla="*/ 0 w 91802"/>
                <a:gd name="connsiteY0" fmla="*/ 31147 h 55737"/>
                <a:gd name="connsiteX1" fmla="*/ 0 w 91802"/>
                <a:gd name="connsiteY1" fmla="*/ 27869 h 55737"/>
                <a:gd name="connsiteX2" fmla="*/ 0 w 91802"/>
                <a:gd name="connsiteY2" fmla="*/ 24590 h 55737"/>
                <a:gd name="connsiteX3" fmla="*/ 4918 w 91802"/>
                <a:gd name="connsiteY3" fmla="*/ 21311 h 55737"/>
                <a:gd name="connsiteX4" fmla="*/ 4918 w 91802"/>
                <a:gd name="connsiteY4" fmla="*/ 21311 h 55737"/>
                <a:gd name="connsiteX5" fmla="*/ 8197 w 91802"/>
                <a:gd name="connsiteY5" fmla="*/ 18033 h 55737"/>
                <a:gd name="connsiteX6" fmla="*/ 9836 w 91802"/>
                <a:gd name="connsiteY6" fmla="*/ 16393 h 55737"/>
                <a:gd name="connsiteX7" fmla="*/ 11476 w 91802"/>
                <a:gd name="connsiteY7" fmla="*/ 16393 h 55737"/>
                <a:gd name="connsiteX8" fmla="*/ 14754 w 91802"/>
                <a:gd name="connsiteY8" fmla="*/ 16393 h 55737"/>
                <a:gd name="connsiteX9" fmla="*/ 14754 w 91802"/>
                <a:gd name="connsiteY9" fmla="*/ 13114 h 55737"/>
                <a:gd name="connsiteX10" fmla="*/ 18033 w 91802"/>
                <a:gd name="connsiteY10" fmla="*/ 11475 h 55737"/>
                <a:gd name="connsiteX11" fmla="*/ 18033 w 91802"/>
                <a:gd name="connsiteY11" fmla="*/ 9836 h 55737"/>
                <a:gd name="connsiteX12" fmla="*/ 19672 w 91802"/>
                <a:gd name="connsiteY12" fmla="*/ 9836 h 55737"/>
                <a:gd name="connsiteX13" fmla="*/ 22951 w 91802"/>
                <a:gd name="connsiteY13" fmla="*/ 9836 h 55737"/>
                <a:gd name="connsiteX14" fmla="*/ 22951 w 91802"/>
                <a:gd name="connsiteY14" fmla="*/ 3279 h 55737"/>
                <a:gd name="connsiteX15" fmla="*/ 24590 w 91802"/>
                <a:gd name="connsiteY15" fmla="*/ 1639 h 55737"/>
                <a:gd name="connsiteX16" fmla="*/ 24590 w 91802"/>
                <a:gd name="connsiteY16" fmla="*/ 1639 h 55737"/>
                <a:gd name="connsiteX17" fmla="*/ 26229 w 91802"/>
                <a:gd name="connsiteY17" fmla="*/ 0 h 55737"/>
                <a:gd name="connsiteX18" fmla="*/ 27869 w 91802"/>
                <a:gd name="connsiteY18" fmla="*/ 0 h 55737"/>
                <a:gd name="connsiteX19" fmla="*/ 31148 w 91802"/>
                <a:gd name="connsiteY19" fmla="*/ 0 h 55737"/>
                <a:gd name="connsiteX20" fmla="*/ 32787 w 91802"/>
                <a:gd name="connsiteY20" fmla="*/ 1639 h 55737"/>
                <a:gd name="connsiteX21" fmla="*/ 36066 w 91802"/>
                <a:gd name="connsiteY21" fmla="*/ 3279 h 55737"/>
                <a:gd name="connsiteX22" fmla="*/ 40983 w 91802"/>
                <a:gd name="connsiteY22" fmla="*/ 4918 h 55737"/>
                <a:gd name="connsiteX23" fmla="*/ 42623 w 91802"/>
                <a:gd name="connsiteY23" fmla="*/ 4918 h 55737"/>
                <a:gd name="connsiteX24" fmla="*/ 44262 w 91802"/>
                <a:gd name="connsiteY24" fmla="*/ 8197 h 55737"/>
                <a:gd name="connsiteX25" fmla="*/ 45901 w 91802"/>
                <a:gd name="connsiteY25" fmla="*/ 9836 h 55737"/>
                <a:gd name="connsiteX26" fmla="*/ 49180 w 91802"/>
                <a:gd name="connsiteY26" fmla="*/ 11475 h 55737"/>
                <a:gd name="connsiteX27" fmla="*/ 49180 w 91802"/>
                <a:gd name="connsiteY27" fmla="*/ 13114 h 55737"/>
                <a:gd name="connsiteX28" fmla="*/ 54098 w 91802"/>
                <a:gd name="connsiteY28" fmla="*/ 13114 h 55737"/>
                <a:gd name="connsiteX29" fmla="*/ 54098 w 91802"/>
                <a:gd name="connsiteY29" fmla="*/ 18033 h 55737"/>
                <a:gd name="connsiteX30" fmla="*/ 55738 w 91802"/>
                <a:gd name="connsiteY30" fmla="*/ 18033 h 55737"/>
                <a:gd name="connsiteX31" fmla="*/ 59016 w 91802"/>
                <a:gd name="connsiteY31" fmla="*/ 19672 h 55737"/>
                <a:gd name="connsiteX32" fmla="*/ 62295 w 91802"/>
                <a:gd name="connsiteY32" fmla="*/ 21311 h 55737"/>
                <a:gd name="connsiteX33" fmla="*/ 62295 w 91802"/>
                <a:gd name="connsiteY33" fmla="*/ 24590 h 55737"/>
                <a:gd name="connsiteX34" fmla="*/ 62295 w 91802"/>
                <a:gd name="connsiteY34" fmla="*/ 24590 h 55737"/>
                <a:gd name="connsiteX35" fmla="*/ 65573 w 91802"/>
                <a:gd name="connsiteY35" fmla="*/ 24590 h 55737"/>
                <a:gd name="connsiteX36" fmla="*/ 67213 w 91802"/>
                <a:gd name="connsiteY36" fmla="*/ 24590 h 55737"/>
                <a:gd name="connsiteX37" fmla="*/ 67213 w 91802"/>
                <a:gd name="connsiteY37" fmla="*/ 24590 h 55737"/>
                <a:gd name="connsiteX38" fmla="*/ 70492 w 91802"/>
                <a:gd name="connsiteY38" fmla="*/ 22951 h 55737"/>
                <a:gd name="connsiteX39" fmla="*/ 73770 w 91802"/>
                <a:gd name="connsiteY39" fmla="*/ 19672 h 55737"/>
                <a:gd name="connsiteX40" fmla="*/ 77049 w 91802"/>
                <a:gd name="connsiteY40" fmla="*/ 19672 h 55737"/>
                <a:gd name="connsiteX41" fmla="*/ 78688 w 91802"/>
                <a:gd name="connsiteY41" fmla="*/ 21311 h 55737"/>
                <a:gd name="connsiteX42" fmla="*/ 80328 w 91802"/>
                <a:gd name="connsiteY42" fmla="*/ 24590 h 55737"/>
                <a:gd name="connsiteX43" fmla="*/ 81967 w 91802"/>
                <a:gd name="connsiteY43" fmla="*/ 24590 h 55737"/>
                <a:gd name="connsiteX44" fmla="*/ 85246 w 91802"/>
                <a:gd name="connsiteY44" fmla="*/ 22951 h 55737"/>
                <a:gd name="connsiteX45" fmla="*/ 85246 w 91802"/>
                <a:gd name="connsiteY45" fmla="*/ 22951 h 55737"/>
                <a:gd name="connsiteX46" fmla="*/ 90164 w 91802"/>
                <a:gd name="connsiteY46" fmla="*/ 24590 h 55737"/>
                <a:gd name="connsiteX47" fmla="*/ 91803 w 91802"/>
                <a:gd name="connsiteY47" fmla="*/ 27869 h 55737"/>
                <a:gd name="connsiteX48" fmla="*/ 90164 w 91802"/>
                <a:gd name="connsiteY48" fmla="*/ 29508 h 55737"/>
                <a:gd name="connsiteX49" fmla="*/ 88524 w 91802"/>
                <a:gd name="connsiteY49" fmla="*/ 34426 h 55737"/>
                <a:gd name="connsiteX50" fmla="*/ 88524 w 91802"/>
                <a:gd name="connsiteY50" fmla="*/ 37705 h 55737"/>
                <a:gd name="connsiteX51" fmla="*/ 88524 w 91802"/>
                <a:gd name="connsiteY51" fmla="*/ 39344 h 55737"/>
                <a:gd name="connsiteX52" fmla="*/ 90164 w 91802"/>
                <a:gd name="connsiteY52" fmla="*/ 42623 h 55737"/>
                <a:gd name="connsiteX53" fmla="*/ 88524 w 91802"/>
                <a:gd name="connsiteY53" fmla="*/ 44262 h 55737"/>
                <a:gd name="connsiteX54" fmla="*/ 85246 w 91802"/>
                <a:gd name="connsiteY54" fmla="*/ 44262 h 55737"/>
                <a:gd name="connsiteX55" fmla="*/ 85246 w 91802"/>
                <a:gd name="connsiteY55" fmla="*/ 45901 h 55737"/>
                <a:gd name="connsiteX56" fmla="*/ 85246 w 91802"/>
                <a:gd name="connsiteY56" fmla="*/ 44262 h 55737"/>
                <a:gd name="connsiteX57" fmla="*/ 83606 w 91802"/>
                <a:gd name="connsiteY57" fmla="*/ 47541 h 55737"/>
                <a:gd name="connsiteX58" fmla="*/ 85246 w 91802"/>
                <a:gd name="connsiteY58" fmla="*/ 50819 h 55737"/>
                <a:gd name="connsiteX59" fmla="*/ 81967 w 91802"/>
                <a:gd name="connsiteY59" fmla="*/ 54098 h 55737"/>
                <a:gd name="connsiteX60" fmla="*/ 78688 w 91802"/>
                <a:gd name="connsiteY60" fmla="*/ 55737 h 55737"/>
                <a:gd name="connsiteX61" fmla="*/ 75410 w 91802"/>
                <a:gd name="connsiteY61" fmla="*/ 55737 h 55737"/>
                <a:gd name="connsiteX62" fmla="*/ 73770 w 91802"/>
                <a:gd name="connsiteY62" fmla="*/ 55737 h 55737"/>
                <a:gd name="connsiteX63" fmla="*/ 73770 w 91802"/>
                <a:gd name="connsiteY63" fmla="*/ 55737 h 55737"/>
                <a:gd name="connsiteX64" fmla="*/ 68852 w 91802"/>
                <a:gd name="connsiteY64" fmla="*/ 55737 h 55737"/>
                <a:gd name="connsiteX65" fmla="*/ 65573 w 91802"/>
                <a:gd name="connsiteY65" fmla="*/ 55737 h 55737"/>
                <a:gd name="connsiteX66" fmla="*/ 63934 w 91802"/>
                <a:gd name="connsiteY66" fmla="*/ 52459 h 55737"/>
                <a:gd name="connsiteX67" fmla="*/ 60656 w 91802"/>
                <a:gd name="connsiteY67" fmla="*/ 52459 h 55737"/>
                <a:gd name="connsiteX68" fmla="*/ 60656 w 91802"/>
                <a:gd name="connsiteY68" fmla="*/ 52459 h 55737"/>
                <a:gd name="connsiteX69" fmla="*/ 55738 w 91802"/>
                <a:gd name="connsiteY69" fmla="*/ 50819 h 55737"/>
                <a:gd name="connsiteX70" fmla="*/ 52459 w 91802"/>
                <a:gd name="connsiteY70" fmla="*/ 50819 h 55737"/>
                <a:gd name="connsiteX71" fmla="*/ 55738 w 91802"/>
                <a:gd name="connsiteY71" fmla="*/ 52459 h 55737"/>
                <a:gd name="connsiteX72" fmla="*/ 52459 w 91802"/>
                <a:gd name="connsiteY72" fmla="*/ 54098 h 55737"/>
                <a:gd name="connsiteX73" fmla="*/ 49180 w 91802"/>
                <a:gd name="connsiteY73" fmla="*/ 52459 h 55737"/>
                <a:gd name="connsiteX74" fmla="*/ 45901 w 91802"/>
                <a:gd name="connsiteY74" fmla="*/ 52459 h 55737"/>
                <a:gd name="connsiteX75" fmla="*/ 45901 w 91802"/>
                <a:gd name="connsiteY75" fmla="*/ 52459 h 55737"/>
                <a:gd name="connsiteX76" fmla="*/ 42623 w 91802"/>
                <a:gd name="connsiteY76" fmla="*/ 49180 h 55737"/>
                <a:gd name="connsiteX77" fmla="*/ 39344 w 91802"/>
                <a:gd name="connsiteY77" fmla="*/ 47541 h 55737"/>
                <a:gd name="connsiteX78" fmla="*/ 37705 w 91802"/>
                <a:gd name="connsiteY78" fmla="*/ 47541 h 55737"/>
                <a:gd name="connsiteX79" fmla="*/ 34426 w 91802"/>
                <a:gd name="connsiteY79" fmla="*/ 45901 h 55737"/>
                <a:gd name="connsiteX80" fmla="*/ 31148 w 91802"/>
                <a:gd name="connsiteY80" fmla="*/ 42623 h 55737"/>
                <a:gd name="connsiteX81" fmla="*/ 27869 w 91802"/>
                <a:gd name="connsiteY81" fmla="*/ 42623 h 55737"/>
                <a:gd name="connsiteX82" fmla="*/ 22951 w 91802"/>
                <a:gd name="connsiteY82" fmla="*/ 40983 h 55737"/>
                <a:gd name="connsiteX83" fmla="*/ 19672 w 91802"/>
                <a:gd name="connsiteY83" fmla="*/ 40983 h 55737"/>
                <a:gd name="connsiteX84" fmla="*/ 18033 w 91802"/>
                <a:gd name="connsiteY84" fmla="*/ 40983 h 55737"/>
                <a:gd name="connsiteX85" fmla="*/ 13115 w 91802"/>
                <a:gd name="connsiteY85" fmla="*/ 39344 h 55737"/>
                <a:gd name="connsiteX86" fmla="*/ 9836 w 91802"/>
                <a:gd name="connsiteY86" fmla="*/ 39344 h 55737"/>
                <a:gd name="connsiteX87" fmla="*/ 8197 w 91802"/>
                <a:gd name="connsiteY87" fmla="*/ 36065 h 55737"/>
                <a:gd name="connsiteX88" fmla="*/ 4918 w 91802"/>
                <a:gd name="connsiteY88" fmla="*/ 34426 h 55737"/>
                <a:gd name="connsiteX89" fmla="*/ 4918 w 91802"/>
                <a:gd name="connsiteY89" fmla="*/ 34426 h 55737"/>
                <a:gd name="connsiteX90" fmla="*/ 3279 w 91802"/>
                <a:gd name="connsiteY90" fmla="*/ 32787 h 5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91802" h="55737">
                  <a:moveTo>
                    <a:pt x="0" y="31147"/>
                  </a:moveTo>
                  <a:lnTo>
                    <a:pt x="0" y="27869"/>
                  </a:lnTo>
                  <a:lnTo>
                    <a:pt x="0" y="24590"/>
                  </a:lnTo>
                  <a:lnTo>
                    <a:pt x="4918" y="21311"/>
                  </a:lnTo>
                  <a:lnTo>
                    <a:pt x="4918" y="21311"/>
                  </a:lnTo>
                  <a:lnTo>
                    <a:pt x="8197" y="18033"/>
                  </a:lnTo>
                  <a:lnTo>
                    <a:pt x="9836" y="16393"/>
                  </a:lnTo>
                  <a:lnTo>
                    <a:pt x="11476" y="16393"/>
                  </a:lnTo>
                  <a:lnTo>
                    <a:pt x="14754" y="16393"/>
                  </a:lnTo>
                  <a:lnTo>
                    <a:pt x="14754" y="13114"/>
                  </a:lnTo>
                  <a:lnTo>
                    <a:pt x="18033" y="11475"/>
                  </a:lnTo>
                  <a:lnTo>
                    <a:pt x="18033" y="9836"/>
                  </a:lnTo>
                  <a:lnTo>
                    <a:pt x="19672" y="9836"/>
                  </a:lnTo>
                  <a:lnTo>
                    <a:pt x="22951" y="9836"/>
                  </a:lnTo>
                  <a:lnTo>
                    <a:pt x="22951" y="3279"/>
                  </a:lnTo>
                  <a:lnTo>
                    <a:pt x="24590" y="1639"/>
                  </a:lnTo>
                  <a:lnTo>
                    <a:pt x="24590" y="1639"/>
                  </a:lnTo>
                  <a:lnTo>
                    <a:pt x="26229" y="0"/>
                  </a:lnTo>
                  <a:lnTo>
                    <a:pt x="27869" y="0"/>
                  </a:lnTo>
                  <a:lnTo>
                    <a:pt x="31148" y="0"/>
                  </a:lnTo>
                  <a:lnTo>
                    <a:pt x="32787" y="1639"/>
                  </a:lnTo>
                  <a:lnTo>
                    <a:pt x="36066" y="3279"/>
                  </a:lnTo>
                  <a:lnTo>
                    <a:pt x="40983" y="4918"/>
                  </a:lnTo>
                  <a:lnTo>
                    <a:pt x="42623" y="4918"/>
                  </a:lnTo>
                  <a:lnTo>
                    <a:pt x="44262" y="8197"/>
                  </a:lnTo>
                  <a:lnTo>
                    <a:pt x="45901" y="9836"/>
                  </a:lnTo>
                  <a:lnTo>
                    <a:pt x="49180" y="11475"/>
                  </a:lnTo>
                  <a:lnTo>
                    <a:pt x="49180" y="13114"/>
                  </a:lnTo>
                  <a:lnTo>
                    <a:pt x="54098" y="13114"/>
                  </a:lnTo>
                  <a:lnTo>
                    <a:pt x="54098" y="18033"/>
                  </a:lnTo>
                  <a:lnTo>
                    <a:pt x="55738" y="18033"/>
                  </a:lnTo>
                  <a:lnTo>
                    <a:pt x="59016" y="19672"/>
                  </a:lnTo>
                  <a:lnTo>
                    <a:pt x="62295" y="21311"/>
                  </a:lnTo>
                  <a:lnTo>
                    <a:pt x="62295" y="24590"/>
                  </a:lnTo>
                  <a:lnTo>
                    <a:pt x="62295" y="24590"/>
                  </a:lnTo>
                  <a:lnTo>
                    <a:pt x="65573" y="24590"/>
                  </a:lnTo>
                  <a:lnTo>
                    <a:pt x="67213" y="24590"/>
                  </a:lnTo>
                  <a:lnTo>
                    <a:pt x="67213" y="24590"/>
                  </a:lnTo>
                  <a:lnTo>
                    <a:pt x="70492" y="22951"/>
                  </a:lnTo>
                  <a:lnTo>
                    <a:pt x="73770" y="19672"/>
                  </a:lnTo>
                  <a:lnTo>
                    <a:pt x="77049" y="19672"/>
                  </a:lnTo>
                  <a:lnTo>
                    <a:pt x="78688" y="21311"/>
                  </a:lnTo>
                  <a:lnTo>
                    <a:pt x="80328" y="24590"/>
                  </a:lnTo>
                  <a:lnTo>
                    <a:pt x="81967" y="24590"/>
                  </a:lnTo>
                  <a:lnTo>
                    <a:pt x="85246" y="22951"/>
                  </a:lnTo>
                  <a:lnTo>
                    <a:pt x="85246" y="22951"/>
                  </a:lnTo>
                  <a:lnTo>
                    <a:pt x="90164" y="24590"/>
                  </a:lnTo>
                  <a:lnTo>
                    <a:pt x="91803" y="27869"/>
                  </a:lnTo>
                  <a:lnTo>
                    <a:pt x="90164" y="29508"/>
                  </a:lnTo>
                  <a:lnTo>
                    <a:pt x="88524" y="34426"/>
                  </a:lnTo>
                  <a:lnTo>
                    <a:pt x="88524" y="37705"/>
                  </a:lnTo>
                  <a:lnTo>
                    <a:pt x="88524" y="39344"/>
                  </a:lnTo>
                  <a:lnTo>
                    <a:pt x="90164" y="42623"/>
                  </a:lnTo>
                  <a:lnTo>
                    <a:pt x="88524" y="44262"/>
                  </a:lnTo>
                  <a:lnTo>
                    <a:pt x="85246" y="44262"/>
                  </a:lnTo>
                  <a:lnTo>
                    <a:pt x="85246" y="45901"/>
                  </a:lnTo>
                  <a:lnTo>
                    <a:pt x="85246" y="44262"/>
                  </a:lnTo>
                  <a:lnTo>
                    <a:pt x="83606" y="47541"/>
                  </a:lnTo>
                  <a:lnTo>
                    <a:pt x="85246" y="50819"/>
                  </a:lnTo>
                  <a:lnTo>
                    <a:pt x="81967" y="54098"/>
                  </a:lnTo>
                  <a:lnTo>
                    <a:pt x="78688" y="55737"/>
                  </a:lnTo>
                  <a:lnTo>
                    <a:pt x="75410" y="55737"/>
                  </a:lnTo>
                  <a:lnTo>
                    <a:pt x="73770" y="55737"/>
                  </a:lnTo>
                  <a:lnTo>
                    <a:pt x="73770" y="55737"/>
                  </a:lnTo>
                  <a:lnTo>
                    <a:pt x="68852" y="55737"/>
                  </a:lnTo>
                  <a:lnTo>
                    <a:pt x="65573" y="55737"/>
                  </a:lnTo>
                  <a:lnTo>
                    <a:pt x="63934" y="52459"/>
                  </a:lnTo>
                  <a:lnTo>
                    <a:pt x="60656" y="52459"/>
                  </a:lnTo>
                  <a:lnTo>
                    <a:pt x="60656" y="52459"/>
                  </a:lnTo>
                  <a:lnTo>
                    <a:pt x="55738" y="50819"/>
                  </a:lnTo>
                  <a:lnTo>
                    <a:pt x="52459" y="50819"/>
                  </a:lnTo>
                  <a:lnTo>
                    <a:pt x="55738" y="52459"/>
                  </a:lnTo>
                  <a:lnTo>
                    <a:pt x="52459" y="54098"/>
                  </a:lnTo>
                  <a:lnTo>
                    <a:pt x="49180" y="52459"/>
                  </a:lnTo>
                  <a:lnTo>
                    <a:pt x="45901" y="52459"/>
                  </a:lnTo>
                  <a:lnTo>
                    <a:pt x="45901" y="52459"/>
                  </a:lnTo>
                  <a:lnTo>
                    <a:pt x="42623" y="49180"/>
                  </a:lnTo>
                  <a:lnTo>
                    <a:pt x="39344" y="47541"/>
                  </a:lnTo>
                  <a:lnTo>
                    <a:pt x="37705" y="47541"/>
                  </a:lnTo>
                  <a:lnTo>
                    <a:pt x="34426" y="45901"/>
                  </a:lnTo>
                  <a:lnTo>
                    <a:pt x="31148" y="42623"/>
                  </a:lnTo>
                  <a:lnTo>
                    <a:pt x="27869" y="42623"/>
                  </a:lnTo>
                  <a:lnTo>
                    <a:pt x="22951" y="40983"/>
                  </a:lnTo>
                  <a:lnTo>
                    <a:pt x="19672" y="40983"/>
                  </a:lnTo>
                  <a:lnTo>
                    <a:pt x="18033" y="40983"/>
                  </a:lnTo>
                  <a:lnTo>
                    <a:pt x="13115" y="39344"/>
                  </a:lnTo>
                  <a:lnTo>
                    <a:pt x="9836" y="39344"/>
                  </a:lnTo>
                  <a:lnTo>
                    <a:pt x="8197" y="36065"/>
                  </a:lnTo>
                  <a:lnTo>
                    <a:pt x="4918" y="34426"/>
                  </a:lnTo>
                  <a:lnTo>
                    <a:pt x="4918" y="34426"/>
                  </a:lnTo>
                  <a:lnTo>
                    <a:pt x="3279" y="327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90" name="Freeform 3689">
              <a:extLst>
                <a:ext uri="{FF2B5EF4-FFF2-40B4-BE49-F238E27FC236}">
                  <a16:creationId xmlns:a16="http://schemas.microsoft.com/office/drawing/2014/main" id="{91CAF3FA-E414-F343-B731-BC266C596633}"/>
                </a:ext>
              </a:extLst>
            </p:cNvPr>
            <p:cNvSpPr/>
            <p:nvPr/>
          </p:nvSpPr>
          <p:spPr>
            <a:xfrm>
              <a:off x="2514049" y="3636210"/>
              <a:ext cx="3278" cy="1639"/>
            </a:xfrm>
            <a:custGeom>
              <a:avLst/>
              <a:gdLst>
                <a:gd name="connsiteX0" fmla="*/ 0 w 3278"/>
                <a:gd name="connsiteY0" fmla="*/ 1639 h 1639"/>
                <a:gd name="connsiteX1" fmla="*/ 3279 w 3278"/>
                <a:gd name="connsiteY1" fmla="*/ 0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1639"/>
                  </a:moveTo>
                  <a:lnTo>
                    <a:pt x="3279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91" name="Freeform 3690">
              <a:extLst>
                <a:ext uri="{FF2B5EF4-FFF2-40B4-BE49-F238E27FC236}">
                  <a16:creationId xmlns:a16="http://schemas.microsoft.com/office/drawing/2014/main" id="{CFD4B291-CB07-574D-9404-CDE01F7DF9AE}"/>
                </a:ext>
              </a:extLst>
            </p:cNvPr>
            <p:cNvSpPr/>
            <p:nvPr/>
          </p:nvSpPr>
          <p:spPr>
            <a:xfrm>
              <a:off x="3002571" y="3746046"/>
              <a:ext cx="185245" cy="324588"/>
            </a:xfrm>
            <a:custGeom>
              <a:avLst/>
              <a:gdLst>
                <a:gd name="connsiteX0" fmla="*/ 0 w 185245"/>
                <a:gd name="connsiteY0" fmla="*/ 113114 h 324588"/>
                <a:gd name="connsiteX1" fmla="*/ 3279 w 185245"/>
                <a:gd name="connsiteY1" fmla="*/ 109836 h 324588"/>
                <a:gd name="connsiteX2" fmla="*/ 3279 w 185245"/>
                <a:gd name="connsiteY2" fmla="*/ 108196 h 324588"/>
                <a:gd name="connsiteX3" fmla="*/ 8197 w 185245"/>
                <a:gd name="connsiteY3" fmla="*/ 104917 h 324588"/>
                <a:gd name="connsiteX4" fmla="*/ 11475 w 185245"/>
                <a:gd name="connsiteY4" fmla="*/ 101639 h 324588"/>
                <a:gd name="connsiteX5" fmla="*/ 9836 w 185245"/>
                <a:gd name="connsiteY5" fmla="*/ 98360 h 324588"/>
                <a:gd name="connsiteX6" fmla="*/ 9836 w 185245"/>
                <a:gd name="connsiteY6" fmla="*/ 93442 h 324588"/>
                <a:gd name="connsiteX7" fmla="*/ 9836 w 185245"/>
                <a:gd name="connsiteY7" fmla="*/ 90164 h 324588"/>
                <a:gd name="connsiteX8" fmla="*/ 8197 w 185245"/>
                <a:gd name="connsiteY8" fmla="*/ 86885 h 324588"/>
                <a:gd name="connsiteX9" fmla="*/ 8197 w 185245"/>
                <a:gd name="connsiteY9" fmla="*/ 81967 h 324588"/>
                <a:gd name="connsiteX10" fmla="*/ 9836 w 185245"/>
                <a:gd name="connsiteY10" fmla="*/ 80327 h 324588"/>
                <a:gd name="connsiteX11" fmla="*/ 14754 w 185245"/>
                <a:gd name="connsiteY11" fmla="*/ 80327 h 324588"/>
                <a:gd name="connsiteX12" fmla="*/ 18033 w 185245"/>
                <a:gd name="connsiteY12" fmla="*/ 80327 h 324588"/>
                <a:gd name="connsiteX13" fmla="*/ 19672 w 185245"/>
                <a:gd name="connsiteY13" fmla="*/ 75410 h 324588"/>
                <a:gd name="connsiteX14" fmla="*/ 22951 w 185245"/>
                <a:gd name="connsiteY14" fmla="*/ 77049 h 324588"/>
                <a:gd name="connsiteX15" fmla="*/ 26229 w 185245"/>
                <a:gd name="connsiteY15" fmla="*/ 78688 h 324588"/>
                <a:gd name="connsiteX16" fmla="*/ 31147 w 185245"/>
                <a:gd name="connsiteY16" fmla="*/ 73770 h 324588"/>
                <a:gd name="connsiteX17" fmla="*/ 34426 w 185245"/>
                <a:gd name="connsiteY17" fmla="*/ 73770 h 324588"/>
                <a:gd name="connsiteX18" fmla="*/ 37705 w 185245"/>
                <a:gd name="connsiteY18" fmla="*/ 70491 h 324588"/>
                <a:gd name="connsiteX19" fmla="*/ 40983 w 185245"/>
                <a:gd name="connsiteY19" fmla="*/ 70491 h 324588"/>
                <a:gd name="connsiteX20" fmla="*/ 42623 w 185245"/>
                <a:gd name="connsiteY20" fmla="*/ 67213 h 324588"/>
                <a:gd name="connsiteX21" fmla="*/ 44262 w 185245"/>
                <a:gd name="connsiteY21" fmla="*/ 62295 h 324588"/>
                <a:gd name="connsiteX22" fmla="*/ 42623 w 185245"/>
                <a:gd name="connsiteY22" fmla="*/ 60656 h 324588"/>
                <a:gd name="connsiteX23" fmla="*/ 37705 w 185245"/>
                <a:gd name="connsiteY23" fmla="*/ 59016 h 324588"/>
                <a:gd name="connsiteX24" fmla="*/ 34426 w 185245"/>
                <a:gd name="connsiteY24" fmla="*/ 62295 h 324588"/>
                <a:gd name="connsiteX25" fmla="*/ 31147 w 185245"/>
                <a:gd name="connsiteY25" fmla="*/ 57377 h 324588"/>
                <a:gd name="connsiteX26" fmla="*/ 32787 w 185245"/>
                <a:gd name="connsiteY26" fmla="*/ 54098 h 324588"/>
                <a:gd name="connsiteX27" fmla="*/ 31147 w 185245"/>
                <a:gd name="connsiteY27" fmla="*/ 50820 h 324588"/>
                <a:gd name="connsiteX28" fmla="*/ 27869 w 185245"/>
                <a:gd name="connsiteY28" fmla="*/ 45901 h 324588"/>
                <a:gd name="connsiteX29" fmla="*/ 29508 w 185245"/>
                <a:gd name="connsiteY29" fmla="*/ 42623 h 324588"/>
                <a:gd name="connsiteX30" fmla="*/ 32787 w 185245"/>
                <a:gd name="connsiteY30" fmla="*/ 39344 h 324588"/>
                <a:gd name="connsiteX31" fmla="*/ 34426 w 185245"/>
                <a:gd name="connsiteY31" fmla="*/ 36066 h 324588"/>
                <a:gd name="connsiteX32" fmla="*/ 36065 w 185245"/>
                <a:gd name="connsiteY32" fmla="*/ 31147 h 324588"/>
                <a:gd name="connsiteX33" fmla="*/ 39344 w 185245"/>
                <a:gd name="connsiteY33" fmla="*/ 31147 h 324588"/>
                <a:gd name="connsiteX34" fmla="*/ 42623 w 185245"/>
                <a:gd name="connsiteY34" fmla="*/ 31147 h 324588"/>
                <a:gd name="connsiteX35" fmla="*/ 42623 w 185245"/>
                <a:gd name="connsiteY35" fmla="*/ 29508 h 324588"/>
                <a:gd name="connsiteX36" fmla="*/ 45901 w 185245"/>
                <a:gd name="connsiteY36" fmla="*/ 26229 h 324588"/>
                <a:gd name="connsiteX37" fmla="*/ 50819 w 185245"/>
                <a:gd name="connsiteY37" fmla="*/ 24590 h 324588"/>
                <a:gd name="connsiteX38" fmla="*/ 54098 w 185245"/>
                <a:gd name="connsiteY38" fmla="*/ 21311 h 324588"/>
                <a:gd name="connsiteX39" fmla="*/ 57377 w 185245"/>
                <a:gd name="connsiteY39" fmla="*/ 18033 h 324588"/>
                <a:gd name="connsiteX40" fmla="*/ 59016 w 185245"/>
                <a:gd name="connsiteY40" fmla="*/ 14754 h 324588"/>
                <a:gd name="connsiteX41" fmla="*/ 59016 w 185245"/>
                <a:gd name="connsiteY41" fmla="*/ 14754 h 324588"/>
                <a:gd name="connsiteX42" fmla="*/ 62295 w 185245"/>
                <a:gd name="connsiteY42" fmla="*/ 13114 h 324588"/>
                <a:gd name="connsiteX43" fmla="*/ 63934 w 185245"/>
                <a:gd name="connsiteY43" fmla="*/ 9836 h 324588"/>
                <a:gd name="connsiteX44" fmla="*/ 62295 w 185245"/>
                <a:gd name="connsiteY44" fmla="*/ 6557 h 324588"/>
                <a:gd name="connsiteX45" fmla="*/ 59016 w 185245"/>
                <a:gd name="connsiteY45" fmla="*/ 1639 h 324588"/>
                <a:gd name="connsiteX46" fmla="*/ 57377 w 185245"/>
                <a:gd name="connsiteY46" fmla="*/ 0 h 324588"/>
                <a:gd name="connsiteX47" fmla="*/ 60655 w 185245"/>
                <a:gd name="connsiteY47" fmla="*/ 3279 h 324588"/>
                <a:gd name="connsiteX48" fmla="*/ 63934 w 185245"/>
                <a:gd name="connsiteY48" fmla="*/ 6557 h 324588"/>
                <a:gd name="connsiteX49" fmla="*/ 65573 w 185245"/>
                <a:gd name="connsiteY49" fmla="*/ 8197 h 324588"/>
                <a:gd name="connsiteX50" fmla="*/ 68852 w 185245"/>
                <a:gd name="connsiteY50" fmla="*/ 9836 h 324588"/>
                <a:gd name="connsiteX51" fmla="*/ 72131 w 185245"/>
                <a:gd name="connsiteY51" fmla="*/ 13114 h 324588"/>
                <a:gd name="connsiteX52" fmla="*/ 77049 w 185245"/>
                <a:gd name="connsiteY52" fmla="*/ 14754 h 324588"/>
                <a:gd name="connsiteX53" fmla="*/ 78688 w 185245"/>
                <a:gd name="connsiteY53" fmla="*/ 18033 h 324588"/>
                <a:gd name="connsiteX54" fmla="*/ 75409 w 185245"/>
                <a:gd name="connsiteY54" fmla="*/ 13114 h 324588"/>
                <a:gd name="connsiteX55" fmla="*/ 72131 w 185245"/>
                <a:gd name="connsiteY55" fmla="*/ 11476 h 324588"/>
                <a:gd name="connsiteX56" fmla="*/ 68852 w 185245"/>
                <a:gd name="connsiteY56" fmla="*/ 8197 h 324588"/>
                <a:gd name="connsiteX57" fmla="*/ 65573 w 185245"/>
                <a:gd name="connsiteY57" fmla="*/ 4918 h 324588"/>
                <a:gd name="connsiteX58" fmla="*/ 70492 w 185245"/>
                <a:gd name="connsiteY58" fmla="*/ 6557 h 324588"/>
                <a:gd name="connsiteX59" fmla="*/ 73770 w 185245"/>
                <a:gd name="connsiteY59" fmla="*/ 9836 h 324588"/>
                <a:gd name="connsiteX60" fmla="*/ 77049 w 185245"/>
                <a:gd name="connsiteY60" fmla="*/ 13114 h 324588"/>
                <a:gd name="connsiteX61" fmla="*/ 81967 w 185245"/>
                <a:gd name="connsiteY61" fmla="*/ 14754 h 324588"/>
                <a:gd name="connsiteX62" fmla="*/ 85245 w 185245"/>
                <a:gd name="connsiteY62" fmla="*/ 18033 h 324588"/>
                <a:gd name="connsiteX63" fmla="*/ 88524 w 185245"/>
                <a:gd name="connsiteY63" fmla="*/ 21311 h 324588"/>
                <a:gd name="connsiteX64" fmla="*/ 91803 w 185245"/>
                <a:gd name="connsiteY64" fmla="*/ 24590 h 324588"/>
                <a:gd name="connsiteX65" fmla="*/ 95082 w 185245"/>
                <a:gd name="connsiteY65" fmla="*/ 26229 h 324588"/>
                <a:gd name="connsiteX66" fmla="*/ 98360 w 185245"/>
                <a:gd name="connsiteY66" fmla="*/ 31147 h 324588"/>
                <a:gd name="connsiteX67" fmla="*/ 101639 w 185245"/>
                <a:gd name="connsiteY67" fmla="*/ 34426 h 324588"/>
                <a:gd name="connsiteX68" fmla="*/ 103278 w 185245"/>
                <a:gd name="connsiteY68" fmla="*/ 37705 h 324588"/>
                <a:gd name="connsiteX69" fmla="*/ 104917 w 185245"/>
                <a:gd name="connsiteY69" fmla="*/ 40983 h 324588"/>
                <a:gd name="connsiteX70" fmla="*/ 108196 w 185245"/>
                <a:gd name="connsiteY70" fmla="*/ 42623 h 324588"/>
                <a:gd name="connsiteX71" fmla="*/ 111475 w 185245"/>
                <a:gd name="connsiteY71" fmla="*/ 47541 h 324588"/>
                <a:gd name="connsiteX72" fmla="*/ 113114 w 185245"/>
                <a:gd name="connsiteY72" fmla="*/ 50820 h 324588"/>
                <a:gd name="connsiteX73" fmla="*/ 114754 w 185245"/>
                <a:gd name="connsiteY73" fmla="*/ 54098 h 324588"/>
                <a:gd name="connsiteX74" fmla="*/ 113114 w 185245"/>
                <a:gd name="connsiteY74" fmla="*/ 59016 h 324588"/>
                <a:gd name="connsiteX75" fmla="*/ 114754 w 185245"/>
                <a:gd name="connsiteY75" fmla="*/ 62295 h 324588"/>
                <a:gd name="connsiteX76" fmla="*/ 113114 w 185245"/>
                <a:gd name="connsiteY76" fmla="*/ 65573 h 324588"/>
                <a:gd name="connsiteX77" fmla="*/ 111475 w 185245"/>
                <a:gd name="connsiteY77" fmla="*/ 68852 h 324588"/>
                <a:gd name="connsiteX78" fmla="*/ 109836 w 185245"/>
                <a:gd name="connsiteY78" fmla="*/ 72131 h 324588"/>
                <a:gd name="connsiteX79" fmla="*/ 108196 w 185245"/>
                <a:gd name="connsiteY79" fmla="*/ 75410 h 324588"/>
                <a:gd name="connsiteX80" fmla="*/ 108196 w 185245"/>
                <a:gd name="connsiteY80" fmla="*/ 80327 h 324588"/>
                <a:gd name="connsiteX81" fmla="*/ 108196 w 185245"/>
                <a:gd name="connsiteY81" fmla="*/ 83606 h 324588"/>
                <a:gd name="connsiteX82" fmla="*/ 108196 w 185245"/>
                <a:gd name="connsiteY82" fmla="*/ 86885 h 324588"/>
                <a:gd name="connsiteX83" fmla="*/ 106557 w 185245"/>
                <a:gd name="connsiteY83" fmla="*/ 90164 h 324588"/>
                <a:gd name="connsiteX84" fmla="*/ 104917 w 185245"/>
                <a:gd name="connsiteY84" fmla="*/ 93442 h 324588"/>
                <a:gd name="connsiteX85" fmla="*/ 104917 w 185245"/>
                <a:gd name="connsiteY85" fmla="*/ 93442 h 324588"/>
                <a:gd name="connsiteX86" fmla="*/ 104917 w 185245"/>
                <a:gd name="connsiteY86" fmla="*/ 95081 h 324588"/>
                <a:gd name="connsiteX87" fmla="*/ 108196 w 185245"/>
                <a:gd name="connsiteY87" fmla="*/ 93442 h 324588"/>
                <a:gd name="connsiteX88" fmla="*/ 108196 w 185245"/>
                <a:gd name="connsiteY88" fmla="*/ 91803 h 324588"/>
                <a:gd name="connsiteX89" fmla="*/ 108196 w 185245"/>
                <a:gd name="connsiteY89" fmla="*/ 86885 h 324588"/>
                <a:gd name="connsiteX90" fmla="*/ 109836 w 185245"/>
                <a:gd name="connsiteY90" fmla="*/ 83606 h 324588"/>
                <a:gd name="connsiteX91" fmla="*/ 111475 w 185245"/>
                <a:gd name="connsiteY91" fmla="*/ 80327 h 324588"/>
                <a:gd name="connsiteX92" fmla="*/ 113114 w 185245"/>
                <a:gd name="connsiteY92" fmla="*/ 75410 h 324588"/>
                <a:gd name="connsiteX93" fmla="*/ 118032 w 185245"/>
                <a:gd name="connsiteY93" fmla="*/ 72131 h 324588"/>
                <a:gd name="connsiteX94" fmla="*/ 121311 w 185245"/>
                <a:gd name="connsiteY94" fmla="*/ 72131 h 324588"/>
                <a:gd name="connsiteX95" fmla="*/ 124589 w 185245"/>
                <a:gd name="connsiteY95" fmla="*/ 75410 h 324588"/>
                <a:gd name="connsiteX96" fmla="*/ 124589 w 185245"/>
                <a:gd name="connsiteY96" fmla="*/ 75410 h 324588"/>
                <a:gd name="connsiteX97" fmla="*/ 127868 w 185245"/>
                <a:gd name="connsiteY97" fmla="*/ 75410 h 324588"/>
                <a:gd name="connsiteX98" fmla="*/ 132786 w 185245"/>
                <a:gd name="connsiteY98" fmla="*/ 77049 h 324588"/>
                <a:gd name="connsiteX99" fmla="*/ 134426 w 185245"/>
                <a:gd name="connsiteY99" fmla="*/ 80327 h 324588"/>
                <a:gd name="connsiteX100" fmla="*/ 137704 w 185245"/>
                <a:gd name="connsiteY100" fmla="*/ 83606 h 324588"/>
                <a:gd name="connsiteX101" fmla="*/ 140983 w 185245"/>
                <a:gd name="connsiteY101" fmla="*/ 86885 h 324588"/>
                <a:gd name="connsiteX102" fmla="*/ 145901 w 185245"/>
                <a:gd name="connsiteY102" fmla="*/ 90164 h 324588"/>
                <a:gd name="connsiteX103" fmla="*/ 147540 w 185245"/>
                <a:gd name="connsiteY103" fmla="*/ 93442 h 324588"/>
                <a:gd name="connsiteX104" fmla="*/ 149180 w 185245"/>
                <a:gd name="connsiteY104" fmla="*/ 98360 h 324588"/>
                <a:gd name="connsiteX105" fmla="*/ 149180 w 185245"/>
                <a:gd name="connsiteY105" fmla="*/ 100000 h 324588"/>
                <a:gd name="connsiteX106" fmla="*/ 152458 w 185245"/>
                <a:gd name="connsiteY106" fmla="*/ 98360 h 324588"/>
                <a:gd name="connsiteX107" fmla="*/ 155737 w 185245"/>
                <a:gd name="connsiteY107" fmla="*/ 100000 h 324588"/>
                <a:gd name="connsiteX108" fmla="*/ 160655 w 185245"/>
                <a:gd name="connsiteY108" fmla="*/ 103278 h 324588"/>
                <a:gd name="connsiteX109" fmla="*/ 162294 w 185245"/>
                <a:gd name="connsiteY109" fmla="*/ 106557 h 324588"/>
                <a:gd name="connsiteX110" fmla="*/ 162294 w 185245"/>
                <a:gd name="connsiteY110" fmla="*/ 111475 h 324588"/>
                <a:gd name="connsiteX111" fmla="*/ 162294 w 185245"/>
                <a:gd name="connsiteY111" fmla="*/ 111475 h 324588"/>
                <a:gd name="connsiteX112" fmla="*/ 162294 w 185245"/>
                <a:gd name="connsiteY112" fmla="*/ 114754 h 324588"/>
                <a:gd name="connsiteX113" fmla="*/ 162294 w 185245"/>
                <a:gd name="connsiteY113" fmla="*/ 119671 h 324588"/>
                <a:gd name="connsiteX114" fmla="*/ 160655 w 185245"/>
                <a:gd name="connsiteY114" fmla="*/ 122950 h 324588"/>
                <a:gd name="connsiteX115" fmla="*/ 162294 w 185245"/>
                <a:gd name="connsiteY115" fmla="*/ 126229 h 324588"/>
                <a:gd name="connsiteX116" fmla="*/ 160655 w 185245"/>
                <a:gd name="connsiteY116" fmla="*/ 131147 h 324588"/>
                <a:gd name="connsiteX117" fmla="*/ 159016 w 185245"/>
                <a:gd name="connsiteY117" fmla="*/ 134426 h 324588"/>
                <a:gd name="connsiteX118" fmla="*/ 157376 w 185245"/>
                <a:gd name="connsiteY118" fmla="*/ 137704 h 324588"/>
                <a:gd name="connsiteX119" fmla="*/ 155737 w 185245"/>
                <a:gd name="connsiteY119" fmla="*/ 140983 h 324588"/>
                <a:gd name="connsiteX120" fmla="*/ 159016 w 185245"/>
                <a:gd name="connsiteY120" fmla="*/ 144261 h 324588"/>
                <a:gd name="connsiteX121" fmla="*/ 159016 w 185245"/>
                <a:gd name="connsiteY121" fmla="*/ 144261 h 324588"/>
                <a:gd name="connsiteX122" fmla="*/ 159016 w 185245"/>
                <a:gd name="connsiteY122" fmla="*/ 149180 h 324588"/>
                <a:gd name="connsiteX123" fmla="*/ 155737 w 185245"/>
                <a:gd name="connsiteY123" fmla="*/ 150819 h 324588"/>
                <a:gd name="connsiteX124" fmla="*/ 155737 w 185245"/>
                <a:gd name="connsiteY124" fmla="*/ 154098 h 324588"/>
                <a:gd name="connsiteX125" fmla="*/ 154098 w 185245"/>
                <a:gd name="connsiteY125" fmla="*/ 154098 h 324588"/>
                <a:gd name="connsiteX126" fmla="*/ 154098 w 185245"/>
                <a:gd name="connsiteY126" fmla="*/ 155737 h 324588"/>
                <a:gd name="connsiteX127" fmla="*/ 150819 w 185245"/>
                <a:gd name="connsiteY127" fmla="*/ 155737 h 324588"/>
                <a:gd name="connsiteX128" fmla="*/ 145901 w 185245"/>
                <a:gd name="connsiteY128" fmla="*/ 155737 h 324588"/>
                <a:gd name="connsiteX129" fmla="*/ 142622 w 185245"/>
                <a:gd name="connsiteY129" fmla="*/ 155737 h 324588"/>
                <a:gd name="connsiteX130" fmla="*/ 139344 w 185245"/>
                <a:gd name="connsiteY130" fmla="*/ 157376 h 324588"/>
                <a:gd name="connsiteX131" fmla="*/ 136065 w 185245"/>
                <a:gd name="connsiteY131" fmla="*/ 159016 h 324588"/>
                <a:gd name="connsiteX132" fmla="*/ 132786 w 185245"/>
                <a:gd name="connsiteY132" fmla="*/ 162294 h 324588"/>
                <a:gd name="connsiteX133" fmla="*/ 132786 w 185245"/>
                <a:gd name="connsiteY133" fmla="*/ 165573 h 324588"/>
                <a:gd name="connsiteX134" fmla="*/ 134426 w 185245"/>
                <a:gd name="connsiteY134" fmla="*/ 170491 h 324588"/>
                <a:gd name="connsiteX135" fmla="*/ 134426 w 185245"/>
                <a:gd name="connsiteY135" fmla="*/ 173770 h 324588"/>
                <a:gd name="connsiteX136" fmla="*/ 132786 w 185245"/>
                <a:gd name="connsiteY136" fmla="*/ 177048 h 324588"/>
                <a:gd name="connsiteX137" fmla="*/ 131147 w 185245"/>
                <a:gd name="connsiteY137" fmla="*/ 180327 h 324588"/>
                <a:gd name="connsiteX138" fmla="*/ 129508 w 185245"/>
                <a:gd name="connsiteY138" fmla="*/ 185245 h 324588"/>
                <a:gd name="connsiteX139" fmla="*/ 127868 w 185245"/>
                <a:gd name="connsiteY139" fmla="*/ 188524 h 324588"/>
                <a:gd name="connsiteX140" fmla="*/ 124589 w 185245"/>
                <a:gd name="connsiteY140" fmla="*/ 191803 h 324588"/>
                <a:gd name="connsiteX141" fmla="*/ 126229 w 185245"/>
                <a:gd name="connsiteY141" fmla="*/ 196720 h 324588"/>
                <a:gd name="connsiteX142" fmla="*/ 126229 w 185245"/>
                <a:gd name="connsiteY142" fmla="*/ 199999 h 324588"/>
                <a:gd name="connsiteX143" fmla="*/ 129508 w 185245"/>
                <a:gd name="connsiteY143" fmla="*/ 203278 h 324588"/>
                <a:gd name="connsiteX144" fmla="*/ 131147 w 185245"/>
                <a:gd name="connsiteY144" fmla="*/ 208196 h 324588"/>
                <a:gd name="connsiteX145" fmla="*/ 132786 w 185245"/>
                <a:gd name="connsiteY145" fmla="*/ 211474 h 324588"/>
                <a:gd name="connsiteX146" fmla="*/ 134426 w 185245"/>
                <a:gd name="connsiteY146" fmla="*/ 214753 h 324588"/>
                <a:gd name="connsiteX147" fmla="*/ 137704 w 185245"/>
                <a:gd name="connsiteY147" fmla="*/ 219671 h 324588"/>
                <a:gd name="connsiteX148" fmla="*/ 140983 w 185245"/>
                <a:gd name="connsiteY148" fmla="*/ 219671 h 324588"/>
                <a:gd name="connsiteX149" fmla="*/ 140983 w 185245"/>
                <a:gd name="connsiteY149" fmla="*/ 224589 h 324588"/>
                <a:gd name="connsiteX150" fmla="*/ 140983 w 185245"/>
                <a:gd name="connsiteY150" fmla="*/ 227868 h 324588"/>
                <a:gd name="connsiteX151" fmla="*/ 142622 w 185245"/>
                <a:gd name="connsiteY151" fmla="*/ 227868 h 324588"/>
                <a:gd name="connsiteX152" fmla="*/ 145901 w 185245"/>
                <a:gd name="connsiteY152" fmla="*/ 229507 h 324588"/>
                <a:gd name="connsiteX153" fmla="*/ 150819 w 185245"/>
                <a:gd name="connsiteY153" fmla="*/ 227868 h 324588"/>
                <a:gd name="connsiteX154" fmla="*/ 154098 w 185245"/>
                <a:gd name="connsiteY154" fmla="*/ 227868 h 324588"/>
                <a:gd name="connsiteX155" fmla="*/ 154098 w 185245"/>
                <a:gd name="connsiteY155" fmla="*/ 231147 h 324588"/>
                <a:gd name="connsiteX156" fmla="*/ 154098 w 185245"/>
                <a:gd name="connsiteY156" fmla="*/ 234425 h 324588"/>
                <a:gd name="connsiteX157" fmla="*/ 155737 w 185245"/>
                <a:gd name="connsiteY157" fmla="*/ 239343 h 324588"/>
                <a:gd name="connsiteX158" fmla="*/ 157376 w 185245"/>
                <a:gd name="connsiteY158" fmla="*/ 242622 h 324588"/>
                <a:gd name="connsiteX159" fmla="*/ 157376 w 185245"/>
                <a:gd name="connsiteY159" fmla="*/ 245901 h 324588"/>
                <a:gd name="connsiteX160" fmla="*/ 157376 w 185245"/>
                <a:gd name="connsiteY160" fmla="*/ 250818 h 324588"/>
                <a:gd name="connsiteX161" fmla="*/ 159016 w 185245"/>
                <a:gd name="connsiteY161" fmla="*/ 254097 h 324588"/>
                <a:gd name="connsiteX162" fmla="*/ 162294 w 185245"/>
                <a:gd name="connsiteY162" fmla="*/ 257376 h 324588"/>
                <a:gd name="connsiteX163" fmla="*/ 163934 w 185245"/>
                <a:gd name="connsiteY163" fmla="*/ 262294 h 324588"/>
                <a:gd name="connsiteX164" fmla="*/ 165573 w 185245"/>
                <a:gd name="connsiteY164" fmla="*/ 265573 h 324588"/>
                <a:gd name="connsiteX165" fmla="*/ 167212 w 185245"/>
                <a:gd name="connsiteY165" fmla="*/ 268851 h 324588"/>
                <a:gd name="connsiteX166" fmla="*/ 168852 w 185245"/>
                <a:gd name="connsiteY166" fmla="*/ 273769 h 324588"/>
                <a:gd name="connsiteX167" fmla="*/ 168852 w 185245"/>
                <a:gd name="connsiteY167" fmla="*/ 275408 h 324588"/>
                <a:gd name="connsiteX168" fmla="*/ 172130 w 185245"/>
                <a:gd name="connsiteY168" fmla="*/ 278687 h 324588"/>
                <a:gd name="connsiteX169" fmla="*/ 173770 w 185245"/>
                <a:gd name="connsiteY169" fmla="*/ 281966 h 324588"/>
                <a:gd name="connsiteX170" fmla="*/ 177048 w 185245"/>
                <a:gd name="connsiteY170" fmla="*/ 286884 h 324588"/>
                <a:gd name="connsiteX171" fmla="*/ 177048 w 185245"/>
                <a:gd name="connsiteY171" fmla="*/ 286884 h 324588"/>
                <a:gd name="connsiteX172" fmla="*/ 181966 w 185245"/>
                <a:gd name="connsiteY172" fmla="*/ 286884 h 324588"/>
                <a:gd name="connsiteX173" fmla="*/ 185245 w 185245"/>
                <a:gd name="connsiteY173" fmla="*/ 290163 h 324588"/>
                <a:gd name="connsiteX174" fmla="*/ 181966 w 185245"/>
                <a:gd name="connsiteY174" fmla="*/ 291802 h 324588"/>
                <a:gd name="connsiteX175" fmla="*/ 181966 w 185245"/>
                <a:gd name="connsiteY175" fmla="*/ 291802 h 324588"/>
                <a:gd name="connsiteX176" fmla="*/ 178688 w 185245"/>
                <a:gd name="connsiteY176" fmla="*/ 290163 h 324588"/>
                <a:gd name="connsiteX177" fmla="*/ 175409 w 185245"/>
                <a:gd name="connsiteY177" fmla="*/ 291802 h 324588"/>
                <a:gd name="connsiteX178" fmla="*/ 170491 w 185245"/>
                <a:gd name="connsiteY178" fmla="*/ 293441 h 324588"/>
                <a:gd name="connsiteX179" fmla="*/ 167212 w 185245"/>
                <a:gd name="connsiteY179" fmla="*/ 291802 h 324588"/>
                <a:gd name="connsiteX180" fmla="*/ 163934 w 185245"/>
                <a:gd name="connsiteY180" fmla="*/ 290163 h 324588"/>
                <a:gd name="connsiteX181" fmla="*/ 162294 w 185245"/>
                <a:gd name="connsiteY181" fmla="*/ 286884 h 324588"/>
                <a:gd name="connsiteX182" fmla="*/ 157376 w 185245"/>
                <a:gd name="connsiteY182" fmla="*/ 288523 h 324588"/>
                <a:gd name="connsiteX183" fmla="*/ 154098 w 185245"/>
                <a:gd name="connsiteY183" fmla="*/ 288523 h 324588"/>
                <a:gd name="connsiteX184" fmla="*/ 150819 w 185245"/>
                <a:gd name="connsiteY184" fmla="*/ 290163 h 324588"/>
                <a:gd name="connsiteX185" fmla="*/ 147540 w 185245"/>
                <a:gd name="connsiteY185" fmla="*/ 295081 h 324588"/>
                <a:gd name="connsiteX186" fmla="*/ 145901 w 185245"/>
                <a:gd name="connsiteY186" fmla="*/ 298359 h 324588"/>
                <a:gd name="connsiteX187" fmla="*/ 140983 w 185245"/>
                <a:gd name="connsiteY187" fmla="*/ 301638 h 324588"/>
                <a:gd name="connsiteX188" fmla="*/ 137704 w 185245"/>
                <a:gd name="connsiteY188" fmla="*/ 299998 h 324588"/>
                <a:gd name="connsiteX189" fmla="*/ 134426 w 185245"/>
                <a:gd name="connsiteY189" fmla="*/ 299998 h 324588"/>
                <a:gd name="connsiteX190" fmla="*/ 131147 w 185245"/>
                <a:gd name="connsiteY190" fmla="*/ 303277 h 324588"/>
                <a:gd name="connsiteX191" fmla="*/ 126229 w 185245"/>
                <a:gd name="connsiteY191" fmla="*/ 304917 h 324588"/>
                <a:gd name="connsiteX192" fmla="*/ 124589 w 185245"/>
                <a:gd name="connsiteY192" fmla="*/ 309835 h 324588"/>
                <a:gd name="connsiteX193" fmla="*/ 119672 w 185245"/>
                <a:gd name="connsiteY193" fmla="*/ 308195 h 324588"/>
                <a:gd name="connsiteX194" fmla="*/ 116393 w 185245"/>
                <a:gd name="connsiteY194" fmla="*/ 308195 h 324588"/>
                <a:gd name="connsiteX195" fmla="*/ 113114 w 185245"/>
                <a:gd name="connsiteY195" fmla="*/ 308195 h 324588"/>
                <a:gd name="connsiteX196" fmla="*/ 109836 w 185245"/>
                <a:gd name="connsiteY196" fmla="*/ 311474 h 324588"/>
                <a:gd name="connsiteX197" fmla="*/ 106557 w 185245"/>
                <a:gd name="connsiteY197" fmla="*/ 311474 h 324588"/>
                <a:gd name="connsiteX198" fmla="*/ 106557 w 185245"/>
                <a:gd name="connsiteY198" fmla="*/ 313113 h 324588"/>
                <a:gd name="connsiteX199" fmla="*/ 108196 w 185245"/>
                <a:gd name="connsiteY199" fmla="*/ 316392 h 324588"/>
                <a:gd name="connsiteX200" fmla="*/ 104917 w 185245"/>
                <a:gd name="connsiteY200" fmla="*/ 319671 h 324588"/>
                <a:gd name="connsiteX201" fmla="*/ 101639 w 185245"/>
                <a:gd name="connsiteY201" fmla="*/ 319671 h 324588"/>
                <a:gd name="connsiteX202" fmla="*/ 98360 w 185245"/>
                <a:gd name="connsiteY202" fmla="*/ 321310 h 324588"/>
                <a:gd name="connsiteX203" fmla="*/ 95082 w 185245"/>
                <a:gd name="connsiteY203" fmla="*/ 324588 h 324588"/>
                <a:gd name="connsiteX204" fmla="*/ 90164 w 185245"/>
                <a:gd name="connsiteY204" fmla="*/ 321310 h 324588"/>
                <a:gd name="connsiteX205" fmla="*/ 88524 w 185245"/>
                <a:gd name="connsiteY205" fmla="*/ 318031 h 324588"/>
                <a:gd name="connsiteX206" fmla="*/ 88524 w 185245"/>
                <a:gd name="connsiteY206" fmla="*/ 318031 h 324588"/>
                <a:gd name="connsiteX207" fmla="*/ 83606 w 185245"/>
                <a:gd name="connsiteY207" fmla="*/ 318031 h 324588"/>
                <a:gd name="connsiteX208" fmla="*/ 80327 w 185245"/>
                <a:gd name="connsiteY208" fmla="*/ 316392 h 324588"/>
                <a:gd name="connsiteX209" fmla="*/ 75409 w 185245"/>
                <a:gd name="connsiteY209" fmla="*/ 313113 h 324588"/>
                <a:gd name="connsiteX210" fmla="*/ 75409 w 185245"/>
                <a:gd name="connsiteY210" fmla="*/ 309835 h 324588"/>
                <a:gd name="connsiteX211" fmla="*/ 70492 w 185245"/>
                <a:gd name="connsiteY211" fmla="*/ 308195 h 324588"/>
                <a:gd name="connsiteX212" fmla="*/ 68852 w 185245"/>
                <a:gd name="connsiteY212" fmla="*/ 303277 h 324588"/>
                <a:gd name="connsiteX213" fmla="*/ 65573 w 185245"/>
                <a:gd name="connsiteY213" fmla="*/ 299998 h 324588"/>
                <a:gd name="connsiteX214" fmla="*/ 60655 w 185245"/>
                <a:gd name="connsiteY214" fmla="*/ 298359 h 324588"/>
                <a:gd name="connsiteX215" fmla="*/ 62295 w 185245"/>
                <a:gd name="connsiteY215" fmla="*/ 295081 h 324588"/>
                <a:gd name="connsiteX216" fmla="*/ 62295 w 185245"/>
                <a:gd name="connsiteY216" fmla="*/ 295081 h 324588"/>
                <a:gd name="connsiteX217" fmla="*/ 59016 w 185245"/>
                <a:gd name="connsiteY217" fmla="*/ 293441 h 324588"/>
                <a:gd name="connsiteX218" fmla="*/ 59016 w 185245"/>
                <a:gd name="connsiteY218" fmla="*/ 290163 h 324588"/>
                <a:gd name="connsiteX219" fmla="*/ 59016 w 185245"/>
                <a:gd name="connsiteY219" fmla="*/ 286884 h 324588"/>
                <a:gd name="connsiteX220" fmla="*/ 59016 w 185245"/>
                <a:gd name="connsiteY220" fmla="*/ 281966 h 324588"/>
                <a:gd name="connsiteX221" fmla="*/ 59016 w 185245"/>
                <a:gd name="connsiteY221" fmla="*/ 278687 h 324588"/>
                <a:gd name="connsiteX222" fmla="*/ 57377 w 185245"/>
                <a:gd name="connsiteY222" fmla="*/ 275408 h 324588"/>
                <a:gd name="connsiteX223" fmla="*/ 52459 w 185245"/>
                <a:gd name="connsiteY223" fmla="*/ 272130 h 324588"/>
                <a:gd name="connsiteX224" fmla="*/ 54098 w 185245"/>
                <a:gd name="connsiteY224" fmla="*/ 267212 h 324588"/>
                <a:gd name="connsiteX225" fmla="*/ 52459 w 185245"/>
                <a:gd name="connsiteY225" fmla="*/ 263933 h 324588"/>
                <a:gd name="connsiteX226" fmla="*/ 50819 w 185245"/>
                <a:gd name="connsiteY226" fmla="*/ 260654 h 324588"/>
                <a:gd name="connsiteX227" fmla="*/ 49180 w 185245"/>
                <a:gd name="connsiteY227" fmla="*/ 257376 h 324588"/>
                <a:gd name="connsiteX228" fmla="*/ 50819 w 185245"/>
                <a:gd name="connsiteY228" fmla="*/ 252458 h 324588"/>
                <a:gd name="connsiteX229" fmla="*/ 50819 w 185245"/>
                <a:gd name="connsiteY229" fmla="*/ 249179 h 324588"/>
                <a:gd name="connsiteX230" fmla="*/ 50819 w 185245"/>
                <a:gd name="connsiteY230" fmla="*/ 245901 h 324588"/>
                <a:gd name="connsiteX231" fmla="*/ 50819 w 185245"/>
                <a:gd name="connsiteY231" fmla="*/ 240983 h 324588"/>
                <a:gd name="connsiteX232" fmla="*/ 54098 w 185245"/>
                <a:gd name="connsiteY232" fmla="*/ 237704 h 324588"/>
                <a:gd name="connsiteX233" fmla="*/ 54098 w 185245"/>
                <a:gd name="connsiteY233" fmla="*/ 234425 h 324588"/>
                <a:gd name="connsiteX234" fmla="*/ 55737 w 185245"/>
                <a:gd name="connsiteY234" fmla="*/ 229507 h 324588"/>
                <a:gd name="connsiteX235" fmla="*/ 57377 w 185245"/>
                <a:gd name="connsiteY235" fmla="*/ 226228 h 324588"/>
                <a:gd name="connsiteX236" fmla="*/ 57377 w 185245"/>
                <a:gd name="connsiteY236" fmla="*/ 222950 h 324588"/>
                <a:gd name="connsiteX237" fmla="*/ 55737 w 185245"/>
                <a:gd name="connsiteY237" fmla="*/ 219671 h 324588"/>
                <a:gd name="connsiteX238" fmla="*/ 59016 w 185245"/>
                <a:gd name="connsiteY238" fmla="*/ 216393 h 324588"/>
                <a:gd name="connsiteX239" fmla="*/ 62295 w 185245"/>
                <a:gd name="connsiteY239" fmla="*/ 213114 h 324588"/>
                <a:gd name="connsiteX240" fmla="*/ 63934 w 185245"/>
                <a:gd name="connsiteY240" fmla="*/ 209835 h 324588"/>
                <a:gd name="connsiteX241" fmla="*/ 65573 w 185245"/>
                <a:gd name="connsiteY241" fmla="*/ 204917 h 324588"/>
                <a:gd name="connsiteX242" fmla="*/ 68852 w 185245"/>
                <a:gd name="connsiteY242" fmla="*/ 201638 h 324588"/>
                <a:gd name="connsiteX243" fmla="*/ 65573 w 185245"/>
                <a:gd name="connsiteY243" fmla="*/ 198360 h 324588"/>
                <a:gd name="connsiteX244" fmla="*/ 63934 w 185245"/>
                <a:gd name="connsiteY244" fmla="*/ 195081 h 324588"/>
                <a:gd name="connsiteX245" fmla="*/ 60655 w 185245"/>
                <a:gd name="connsiteY245" fmla="*/ 190163 h 324588"/>
                <a:gd name="connsiteX246" fmla="*/ 60655 w 185245"/>
                <a:gd name="connsiteY246" fmla="*/ 186884 h 324588"/>
                <a:gd name="connsiteX247" fmla="*/ 63934 w 185245"/>
                <a:gd name="connsiteY247" fmla="*/ 183606 h 324588"/>
                <a:gd name="connsiteX248" fmla="*/ 62295 w 185245"/>
                <a:gd name="connsiteY248" fmla="*/ 181966 h 324588"/>
                <a:gd name="connsiteX249" fmla="*/ 59016 w 185245"/>
                <a:gd name="connsiteY249" fmla="*/ 180327 h 324588"/>
                <a:gd name="connsiteX250" fmla="*/ 54098 w 185245"/>
                <a:gd name="connsiteY250" fmla="*/ 178688 h 324588"/>
                <a:gd name="connsiteX251" fmla="*/ 50819 w 185245"/>
                <a:gd name="connsiteY251" fmla="*/ 177048 h 324588"/>
                <a:gd name="connsiteX252" fmla="*/ 49180 w 185245"/>
                <a:gd name="connsiteY252" fmla="*/ 177048 h 324588"/>
                <a:gd name="connsiteX253" fmla="*/ 45901 w 185245"/>
                <a:gd name="connsiteY253" fmla="*/ 173770 h 324588"/>
                <a:gd name="connsiteX254" fmla="*/ 49180 w 185245"/>
                <a:gd name="connsiteY254" fmla="*/ 170491 h 324588"/>
                <a:gd name="connsiteX255" fmla="*/ 50819 w 185245"/>
                <a:gd name="connsiteY255" fmla="*/ 165573 h 324588"/>
                <a:gd name="connsiteX256" fmla="*/ 50819 w 185245"/>
                <a:gd name="connsiteY256" fmla="*/ 162294 h 324588"/>
                <a:gd name="connsiteX257" fmla="*/ 52459 w 185245"/>
                <a:gd name="connsiteY257" fmla="*/ 159016 h 324588"/>
                <a:gd name="connsiteX258" fmla="*/ 52459 w 185245"/>
                <a:gd name="connsiteY258" fmla="*/ 159016 h 324588"/>
                <a:gd name="connsiteX259" fmla="*/ 52459 w 185245"/>
                <a:gd name="connsiteY259" fmla="*/ 154098 h 324588"/>
                <a:gd name="connsiteX260" fmla="*/ 52459 w 185245"/>
                <a:gd name="connsiteY260" fmla="*/ 150819 h 324588"/>
                <a:gd name="connsiteX261" fmla="*/ 49180 w 185245"/>
                <a:gd name="connsiteY261" fmla="*/ 149180 h 324588"/>
                <a:gd name="connsiteX262" fmla="*/ 47541 w 185245"/>
                <a:gd name="connsiteY262" fmla="*/ 145901 h 324588"/>
                <a:gd name="connsiteX263" fmla="*/ 44262 w 185245"/>
                <a:gd name="connsiteY263" fmla="*/ 144261 h 324588"/>
                <a:gd name="connsiteX264" fmla="*/ 40983 w 185245"/>
                <a:gd name="connsiteY264" fmla="*/ 145901 h 324588"/>
                <a:gd name="connsiteX265" fmla="*/ 37705 w 185245"/>
                <a:gd name="connsiteY265" fmla="*/ 145901 h 324588"/>
                <a:gd name="connsiteX266" fmla="*/ 32787 w 185245"/>
                <a:gd name="connsiteY266" fmla="*/ 147540 h 324588"/>
                <a:gd name="connsiteX267" fmla="*/ 29508 w 185245"/>
                <a:gd name="connsiteY267" fmla="*/ 145901 h 324588"/>
                <a:gd name="connsiteX268" fmla="*/ 26229 w 185245"/>
                <a:gd name="connsiteY268" fmla="*/ 145901 h 324588"/>
                <a:gd name="connsiteX269" fmla="*/ 24590 w 185245"/>
                <a:gd name="connsiteY269" fmla="*/ 145901 h 324588"/>
                <a:gd name="connsiteX270" fmla="*/ 21311 w 185245"/>
                <a:gd name="connsiteY270" fmla="*/ 142622 h 324588"/>
                <a:gd name="connsiteX271" fmla="*/ 18033 w 185245"/>
                <a:gd name="connsiteY271" fmla="*/ 139344 h 324588"/>
                <a:gd name="connsiteX272" fmla="*/ 14754 w 185245"/>
                <a:gd name="connsiteY272" fmla="*/ 134426 h 324588"/>
                <a:gd name="connsiteX273" fmla="*/ 11475 w 185245"/>
                <a:gd name="connsiteY273" fmla="*/ 131147 h 324588"/>
                <a:gd name="connsiteX274" fmla="*/ 8197 w 185245"/>
                <a:gd name="connsiteY274" fmla="*/ 126229 h 324588"/>
                <a:gd name="connsiteX275" fmla="*/ 6557 w 185245"/>
                <a:gd name="connsiteY275" fmla="*/ 122950 h 324588"/>
                <a:gd name="connsiteX276" fmla="*/ 3279 w 185245"/>
                <a:gd name="connsiteY276" fmla="*/ 119671 h 324588"/>
                <a:gd name="connsiteX277" fmla="*/ 0 w 185245"/>
                <a:gd name="connsiteY277" fmla="*/ 114754 h 324588"/>
                <a:gd name="connsiteX278" fmla="*/ 0 w 185245"/>
                <a:gd name="connsiteY278" fmla="*/ 113114 h 324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</a:cxnLst>
              <a:rect l="l" t="t" r="r" b="b"/>
              <a:pathLst>
                <a:path w="185245" h="324588">
                  <a:moveTo>
                    <a:pt x="0" y="113114"/>
                  </a:moveTo>
                  <a:lnTo>
                    <a:pt x="3279" y="109836"/>
                  </a:lnTo>
                  <a:lnTo>
                    <a:pt x="3279" y="108196"/>
                  </a:lnTo>
                  <a:lnTo>
                    <a:pt x="8197" y="104917"/>
                  </a:lnTo>
                  <a:lnTo>
                    <a:pt x="11475" y="101639"/>
                  </a:lnTo>
                  <a:lnTo>
                    <a:pt x="9836" y="98360"/>
                  </a:lnTo>
                  <a:lnTo>
                    <a:pt x="9836" y="93442"/>
                  </a:lnTo>
                  <a:lnTo>
                    <a:pt x="9836" y="90164"/>
                  </a:lnTo>
                  <a:lnTo>
                    <a:pt x="8197" y="86885"/>
                  </a:lnTo>
                  <a:lnTo>
                    <a:pt x="8197" y="81967"/>
                  </a:lnTo>
                  <a:lnTo>
                    <a:pt x="9836" y="80327"/>
                  </a:lnTo>
                  <a:lnTo>
                    <a:pt x="14754" y="80327"/>
                  </a:lnTo>
                  <a:lnTo>
                    <a:pt x="18033" y="80327"/>
                  </a:lnTo>
                  <a:lnTo>
                    <a:pt x="19672" y="75410"/>
                  </a:lnTo>
                  <a:lnTo>
                    <a:pt x="22951" y="77049"/>
                  </a:lnTo>
                  <a:lnTo>
                    <a:pt x="26229" y="78688"/>
                  </a:lnTo>
                  <a:lnTo>
                    <a:pt x="31147" y="73770"/>
                  </a:lnTo>
                  <a:lnTo>
                    <a:pt x="34426" y="73770"/>
                  </a:lnTo>
                  <a:lnTo>
                    <a:pt x="37705" y="70491"/>
                  </a:lnTo>
                  <a:lnTo>
                    <a:pt x="40983" y="70491"/>
                  </a:lnTo>
                  <a:lnTo>
                    <a:pt x="42623" y="67213"/>
                  </a:lnTo>
                  <a:lnTo>
                    <a:pt x="44262" y="62295"/>
                  </a:lnTo>
                  <a:lnTo>
                    <a:pt x="42623" y="60656"/>
                  </a:lnTo>
                  <a:lnTo>
                    <a:pt x="37705" y="59016"/>
                  </a:lnTo>
                  <a:lnTo>
                    <a:pt x="34426" y="62295"/>
                  </a:lnTo>
                  <a:lnTo>
                    <a:pt x="31147" y="57377"/>
                  </a:lnTo>
                  <a:lnTo>
                    <a:pt x="32787" y="54098"/>
                  </a:lnTo>
                  <a:lnTo>
                    <a:pt x="31147" y="50820"/>
                  </a:lnTo>
                  <a:lnTo>
                    <a:pt x="27869" y="45901"/>
                  </a:lnTo>
                  <a:lnTo>
                    <a:pt x="29508" y="42623"/>
                  </a:lnTo>
                  <a:lnTo>
                    <a:pt x="32787" y="39344"/>
                  </a:lnTo>
                  <a:lnTo>
                    <a:pt x="34426" y="36066"/>
                  </a:lnTo>
                  <a:lnTo>
                    <a:pt x="36065" y="31147"/>
                  </a:lnTo>
                  <a:lnTo>
                    <a:pt x="39344" y="31147"/>
                  </a:lnTo>
                  <a:lnTo>
                    <a:pt x="42623" y="31147"/>
                  </a:lnTo>
                  <a:lnTo>
                    <a:pt x="42623" y="29508"/>
                  </a:lnTo>
                  <a:lnTo>
                    <a:pt x="45901" y="26229"/>
                  </a:lnTo>
                  <a:lnTo>
                    <a:pt x="50819" y="24590"/>
                  </a:lnTo>
                  <a:lnTo>
                    <a:pt x="54098" y="21311"/>
                  </a:lnTo>
                  <a:lnTo>
                    <a:pt x="57377" y="18033"/>
                  </a:lnTo>
                  <a:lnTo>
                    <a:pt x="59016" y="14754"/>
                  </a:lnTo>
                  <a:lnTo>
                    <a:pt x="59016" y="14754"/>
                  </a:lnTo>
                  <a:lnTo>
                    <a:pt x="62295" y="13114"/>
                  </a:lnTo>
                  <a:lnTo>
                    <a:pt x="63934" y="9836"/>
                  </a:lnTo>
                  <a:lnTo>
                    <a:pt x="62295" y="6557"/>
                  </a:lnTo>
                  <a:lnTo>
                    <a:pt x="59016" y="1639"/>
                  </a:lnTo>
                  <a:lnTo>
                    <a:pt x="57377" y="0"/>
                  </a:lnTo>
                  <a:lnTo>
                    <a:pt x="60655" y="3279"/>
                  </a:lnTo>
                  <a:lnTo>
                    <a:pt x="63934" y="6557"/>
                  </a:lnTo>
                  <a:lnTo>
                    <a:pt x="65573" y="8197"/>
                  </a:lnTo>
                  <a:lnTo>
                    <a:pt x="68852" y="9836"/>
                  </a:lnTo>
                  <a:lnTo>
                    <a:pt x="72131" y="13114"/>
                  </a:lnTo>
                  <a:lnTo>
                    <a:pt x="77049" y="14754"/>
                  </a:lnTo>
                  <a:lnTo>
                    <a:pt x="78688" y="18033"/>
                  </a:lnTo>
                  <a:lnTo>
                    <a:pt x="75409" y="13114"/>
                  </a:lnTo>
                  <a:lnTo>
                    <a:pt x="72131" y="11476"/>
                  </a:lnTo>
                  <a:lnTo>
                    <a:pt x="68852" y="8197"/>
                  </a:lnTo>
                  <a:lnTo>
                    <a:pt x="65573" y="4918"/>
                  </a:lnTo>
                  <a:lnTo>
                    <a:pt x="70492" y="6557"/>
                  </a:lnTo>
                  <a:lnTo>
                    <a:pt x="73770" y="9836"/>
                  </a:lnTo>
                  <a:lnTo>
                    <a:pt x="77049" y="13114"/>
                  </a:lnTo>
                  <a:lnTo>
                    <a:pt x="81967" y="14754"/>
                  </a:lnTo>
                  <a:lnTo>
                    <a:pt x="85245" y="18033"/>
                  </a:lnTo>
                  <a:lnTo>
                    <a:pt x="88524" y="21311"/>
                  </a:lnTo>
                  <a:lnTo>
                    <a:pt x="91803" y="24590"/>
                  </a:lnTo>
                  <a:lnTo>
                    <a:pt x="95082" y="26229"/>
                  </a:lnTo>
                  <a:lnTo>
                    <a:pt x="98360" y="31147"/>
                  </a:lnTo>
                  <a:lnTo>
                    <a:pt x="101639" y="34426"/>
                  </a:lnTo>
                  <a:lnTo>
                    <a:pt x="103278" y="37705"/>
                  </a:lnTo>
                  <a:lnTo>
                    <a:pt x="104917" y="40983"/>
                  </a:lnTo>
                  <a:lnTo>
                    <a:pt x="108196" y="42623"/>
                  </a:lnTo>
                  <a:lnTo>
                    <a:pt x="111475" y="47541"/>
                  </a:lnTo>
                  <a:lnTo>
                    <a:pt x="113114" y="50820"/>
                  </a:lnTo>
                  <a:lnTo>
                    <a:pt x="114754" y="54098"/>
                  </a:lnTo>
                  <a:lnTo>
                    <a:pt x="113114" y="59016"/>
                  </a:lnTo>
                  <a:lnTo>
                    <a:pt x="114754" y="62295"/>
                  </a:lnTo>
                  <a:lnTo>
                    <a:pt x="113114" y="65573"/>
                  </a:lnTo>
                  <a:lnTo>
                    <a:pt x="111475" y="68852"/>
                  </a:lnTo>
                  <a:lnTo>
                    <a:pt x="109836" y="72131"/>
                  </a:lnTo>
                  <a:lnTo>
                    <a:pt x="108196" y="75410"/>
                  </a:lnTo>
                  <a:lnTo>
                    <a:pt x="108196" y="80327"/>
                  </a:lnTo>
                  <a:lnTo>
                    <a:pt x="108196" y="83606"/>
                  </a:lnTo>
                  <a:lnTo>
                    <a:pt x="108196" y="86885"/>
                  </a:lnTo>
                  <a:lnTo>
                    <a:pt x="106557" y="90164"/>
                  </a:lnTo>
                  <a:lnTo>
                    <a:pt x="104917" y="93442"/>
                  </a:lnTo>
                  <a:lnTo>
                    <a:pt x="104917" y="93442"/>
                  </a:lnTo>
                  <a:lnTo>
                    <a:pt x="104917" y="95081"/>
                  </a:lnTo>
                  <a:lnTo>
                    <a:pt x="108196" y="93442"/>
                  </a:lnTo>
                  <a:lnTo>
                    <a:pt x="108196" y="91803"/>
                  </a:lnTo>
                  <a:lnTo>
                    <a:pt x="108196" y="86885"/>
                  </a:lnTo>
                  <a:lnTo>
                    <a:pt x="109836" y="83606"/>
                  </a:lnTo>
                  <a:lnTo>
                    <a:pt x="111475" y="80327"/>
                  </a:lnTo>
                  <a:lnTo>
                    <a:pt x="113114" y="75410"/>
                  </a:lnTo>
                  <a:lnTo>
                    <a:pt x="118032" y="72131"/>
                  </a:lnTo>
                  <a:lnTo>
                    <a:pt x="121311" y="72131"/>
                  </a:lnTo>
                  <a:lnTo>
                    <a:pt x="124589" y="75410"/>
                  </a:lnTo>
                  <a:lnTo>
                    <a:pt x="124589" y="75410"/>
                  </a:lnTo>
                  <a:lnTo>
                    <a:pt x="127868" y="75410"/>
                  </a:lnTo>
                  <a:lnTo>
                    <a:pt x="132786" y="77049"/>
                  </a:lnTo>
                  <a:lnTo>
                    <a:pt x="134426" y="80327"/>
                  </a:lnTo>
                  <a:lnTo>
                    <a:pt x="137704" y="83606"/>
                  </a:lnTo>
                  <a:lnTo>
                    <a:pt x="140983" y="86885"/>
                  </a:lnTo>
                  <a:lnTo>
                    <a:pt x="145901" y="90164"/>
                  </a:lnTo>
                  <a:lnTo>
                    <a:pt x="147540" y="93442"/>
                  </a:lnTo>
                  <a:lnTo>
                    <a:pt x="149180" y="98360"/>
                  </a:lnTo>
                  <a:lnTo>
                    <a:pt x="149180" y="100000"/>
                  </a:lnTo>
                  <a:lnTo>
                    <a:pt x="152458" y="98360"/>
                  </a:lnTo>
                  <a:lnTo>
                    <a:pt x="155737" y="100000"/>
                  </a:lnTo>
                  <a:lnTo>
                    <a:pt x="160655" y="103278"/>
                  </a:lnTo>
                  <a:lnTo>
                    <a:pt x="162294" y="106557"/>
                  </a:lnTo>
                  <a:lnTo>
                    <a:pt x="162294" y="111475"/>
                  </a:lnTo>
                  <a:lnTo>
                    <a:pt x="162294" y="111475"/>
                  </a:lnTo>
                  <a:lnTo>
                    <a:pt x="162294" y="114754"/>
                  </a:lnTo>
                  <a:lnTo>
                    <a:pt x="162294" y="119671"/>
                  </a:lnTo>
                  <a:lnTo>
                    <a:pt x="160655" y="122950"/>
                  </a:lnTo>
                  <a:lnTo>
                    <a:pt x="162294" y="126229"/>
                  </a:lnTo>
                  <a:lnTo>
                    <a:pt x="160655" y="131147"/>
                  </a:lnTo>
                  <a:lnTo>
                    <a:pt x="159016" y="134426"/>
                  </a:lnTo>
                  <a:lnTo>
                    <a:pt x="157376" y="137704"/>
                  </a:lnTo>
                  <a:lnTo>
                    <a:pt x="155737" y="140983"/>
                  </a:lnTo>
                  <a:lnTo>
                    <a:pt x="159016" y="144261"/>
                  </a:lnTo>
                  <a:lnTo>
                    <a:pt x="159016" y="144261"/>
                  </a:lnTo>
                  <a:lnTo>
                    <a:pt x="159016" y="149180"/>
                  </a:lnTo>
                  <a:lnTo>
                    <a:pt x="155737" y="150819"/>
                  </a:lnTo>
                  <a:lnTo>
                    <a:pt x="155737" y="154098"/>
                  </a:lnTo>
                  <a:lnTo>
                    <a:pt x="154098" y="154098"/>
                  </a:lnTo>
                  <a:lnTo>
                    <a:pt x="154098" y="155737"/>
                  </a:lnTo>
                  <a:lnTo>
                    <a:pt x="150819" y="155737"/>
                  </a:lnTo>
                  <a:lnTo>
                    <a:pt x="145901" y="155737"/>
                  </a:lnTo>
                  <a:lnTo>
                    <a:pt x="142622" y="155737"/>
                  </a:lnTo>
                  <a:lnTo>
                    <a:pt x="139344" y="157376"/>
                  </a:lnTo>
                  <a:lnTo>
                    <a:pt x="136065" y="159016"/>
                  </a:lnTo>
                  <a:lnTo>
                    <a:pt x="132786" y="162294"/>
                  </a:lnTo>
                  <a:lnTo>
                    <a:pt x="132786" y="165573"/>
                  </a:lnTo>
                  <a:lnTo>
                    <a:pt x="134426" y="170491"/>
                  </a:lnTo>
                  <a:lnTo>
                    <a:pt x="134426" y="173770"/>
                  </a:lnTo>
                  <a:lnTo>
                    <a:pt x="132786" y="177048"/>
                  </a:lnTo>
                  <a:lnTo>
                    <a:pt x="131147" y="180327"/>
                  </a:lnTo>
                  <a:lnTo>
                    <a:pt x="129508" y="185245"/>
                  </a:lnTo>
                  <a:lnTo>
                    <a:pt x="127868" y="188524"/>
                  </a:lnTo>
                  <a:lnTo>
                    <a:pt x="124589" y="191803"/>
                  </a:lnTo>
                  <a:lnTo>
                    <a:pt x="126229" y="196720"/>
                  </a:lnTo>
                  <a:lnTo>
                    <a:pt x="126229" y="199999"/>
                  </a:lnTo>
                  <a:lnTo>
                    <a:pt x="129508" y="203278"/>
                  </a:lnTo>
                  <a:lnTo>
                    <a:pt x="131147" y="208196"/>
                  </a:lnTo>
                  <a:lnTo>
                    <a:pt x="132786" y="211474"/>
                  </a:lnTo>
                  <a:lnTo>
                    <a:pt x="134426" y="214753"/>
                  </a:lnTo>
                  <a:lnTo>
                    <a:pt x="137704" y="219671"/>
                  </a:lnTo>
                  <a:lnTo>
                    <a:pt x="140983" y="219671"/>
                  </a:lnTo>
                  <a:lnTo>
                    <a:pt x="140983" y="224589"/>
                  </a:lnTo>
                  <a:lnTo>
                    <a:pt x="140983" y="227868"/>
                  </a:lnTo>
                  <a:lnTo>
                    <a:pt x="142622" y="227868"/>
                  </a:lnTo>
                  <a:lnTo>
                    <a:pt x="145901" y="229507"/>
                  </a:lnTo>
                  <a:lnTo>
                    <a:pt x="150819" y="227868"/>
                  </a:lnTo>
                  <a:lnTo>
                    <a:pt x="154098" y="227868"/>
                  </a:lnTo>
                  <a:lnTo>
                    <a:pt x="154098" y="231147"/>
                  </a:lnTo>
                  <a:lnTo>
                    <a:pt x="154098" y="234425"/>
                  </a:lnTo>
                  <a:lnTo>
                    <a:pt x="155737" y="239343"/>
                  </a:lnTo>
                  <a:lnTo>
                    <a:pt x="157376" y="242622"/>
                  </a:lnTo>
                  <a:lnTo>
                    <a:pt x="157376" y="245901"/>
                  </a:lnTo>
                  <a:lnTo>
                    <a:pt x="157376" y="250818"/>
                  </a:lnTo>
                  <a:lnTo>
                    <a:pt x="159016" y="254097"/>
                  </a:lnTo>
                  <a:lnTo>
                    <a:pt x="162294" y="257376"/>
                  </a:lnTo>
                  <a:lnTo>
                    <a:pt x="163934" y="262294"/>
                  </a:lnTo>
                  <a:lnTo>
                    <a:pt x="165573" y="265573"/>
                  </a:lnTo>
                  <a:lnTo>
                    <a:pt x="167212" y="268851"/>
                  </a:lnTo>
                  <a:lnTo>
                    <a:pt x="168852" y="273769"/>
                  </a:lnTo>
                  <a:lnTo>
                    <a:pt x="168852" y="275408"/>
                  </a:lnTo>
                  <a:lnTo>
                    <a:pt x="172130" y="278687"/>
                  </a:lnTo>
                  <a:lnTo>
                    <a:pt x="173770" y="281966"/>
                  </a:lnTo>
                  <a:lnTo>
                    <a:pt x="177048" y="286884"/>
                  </a:lnTo>
                  <a:lnTo>
                    <a:pt x="177048" y="286884"/>
                  </a:lnTo>
                  <a:lnTo>
                    <a:pt x="181966" y="286884"/>
                  </a:lnTo>
                  <a:lnTo>
                    <a:pt x="185245" y="290163"/>
                  </a:lnTo>
                  <a:lnTo>
                    <a:pt x="181966" y="291802"/>
                  </a:lnTo>
                  <a:lnTo>
                    <a:pt x="181966" y="291802"/>
                  </a:lnTo>
                  <a:lnTo>
                    <a:pt x="178688" y="290163"/>
                  </a:lnTo>
                  <a:lnTo>
                    <a:pt x="175409" y="291802"/>
                  </a:lnTo>
                  <a:lnTo>
                    <a:pt x="170491" y="293441"/>
                  </a:lnTo>
                  <a:lnTo>
                    <a:pt x="167212" y="291802"/>
                  </a:lnTo>
                  <a:lnTo>
                    <a:pt x="163934" y="290163"/>
                  </a:lnTo>
                  <a:lnTo>
                    <a:pt x="162294" y="286884"/>
                  </a:lnTo>
                  <a:lnTo>
                    <a:pt x="157376" y="288523"/>
                  </a:lnTo>
                  <a:lnTo>
                    <a:pt x="154098" y="288523"/>
                  </a:lnTo>
                  <a:lnTo>
                    <a:pt x="150819" y="290163"/>
                  </a:lnTo>
                  <a:lnTo>
                    <a:pt x="147540" y="295081"/>
                  </a:lnTo>
                  <a:lnTo>
                    <a:pt x="145901" y="298359"/>
                  </a:lnTo>
                  <a:lnTo>
                    <a:pt x="140983" y="301638"/>
                  </a:lnTo>
                  <a:lnTo>
                    <a:pt x="137704" y="299998"/>
                  </a:lnTo>
                  <a:lnTo>
                    <a:pt x="134426" y="299998"/>
                  </a:lnTo>
                  <a:lnTo>
                    <a:pt x="131147" y="303277"/>
                  </a:lnTo>
                  <a:lnTo>
                    <a:pt x="126229" y="304917"/>
                  </a:lnTo>
                  <a:lnTo>
                    <a:pt x="124589" y="309835"/>
                  </a:lnTo>
                  <a:lnTo>
                    <a:pt x="119672" y="308195"/>
                  </a:lnTo>
                  <a:lnTo>
                    <a:pt x="116393" y="308195"/>
                  </a:lnTo>
                  <a:lnTo>
                    <a:pt x="113114" y="308195"/>
                  </a:lnTo>
                  <a:lnTo>
                    <a:pt x="109836" y="311474"/>
                  </a:lnTo>
                  <a:lnTo>
                    <a:pt x="106557" y="311474"/>
                  </a:lnTo>
                  <a:lnTo>
                    <a:pt x="106557" y="313113"/>
                  </a:lnTo>
                  <a:lnTo>
                    <a:pt x="108196" y="316392"/>
                  </a:lnTo>
                  <a:lnTo>
                    <a:pt x="104917" y="319671"/>
                  </a:lnTo>
                  <a:lnTo>
                    <a:pt x="101639" y="319671"/>
                  </a:lnTo>
                  <a:lnTo>
                    <a:pt x="98360" y="321310"/>
                  </a:lnTo>
                  <a:lnTo>
                    <a:pt x="95082" y="324588"/>
                  </a:lnTo>
                  <a:lnTo>
                    <a:pt x="90164" y="321310"/>
                  </a:lnTo>
                  <a:lnTo>
                    <a:pt x="88524" y="318031"/>
                  </a:lnTo>
                  <a:lnTo>
                    <a:pt x="88524" y="318031"/>
                  </a:lnTo>
                  <a:lnTo>
                    <a:pt x="83606" y="318031"/>
                  </a:lnTo>
                  <a:lnTo>
                    <a:pt x="80327" y="316392"/>
                  </a:lnTo>
                  <a:lnTo>
                    <a:pt x="75409" y="313113"/>
                  </a:lnTo>
                  <a:lnTo>
                    <a:pt x="75409" y="309835"/>
                  </a:lnTo>
                  <a:lnTo>
                    <a:pt x="70492" y="308195"/>
                  </a:lnTo>
                  <a:lnTo>
                    <a:pt x="68852" y="303277"/>
                  </a:lnTo>
                  <a:lnTo>
                    <a:pt x="65573" y="299998"/>
                  </a:lnTo>
                  <a:lnTo>
                    <a:pt x="60655" y="298359"/>
                  </a:lnTo>
                  <a:lnTo>
                    <a:pt x="62295" y="295081"/>
                  </a:lnTo>
                  <a:lnTo>
                    <a:pt x="62295" y="295081"/>
                  </a:lnTo>
                  <a:lnTo>
                    <a:pt x="59016" y="293441"/>
                  </a:lnTo>
                  <a:lnTo>
                    <a:pt x="59016" y="290163"/>
                  </a:lnTo>
                  <a:lnTo>
                    <a:pt x="59016" y="286884"/>
                  </a:lnTo>
                  <a:lnTo>
                    <a:pt x="59016" y="281966"/>
                  </a:lnTo>
                  <a:lnTo>
                    <a:pt x="59016" y="278687"/>
                  </a:lnTo>
                  <a:lnTo>
                    <a:pt x="57377" y="275408"/>
                  </a:lnTo>
                  <a:lnTo>
                    <a:pt x="52459" y="272130"/>
                  </a:lnTo>
                  <a:lnTo>
                    <a:pt x="54098" y="267212"/>
                  </a:lnTo>
                  <a:lnTo>
                    <a:pt x="52459" y="263933"/>
                  </a:lnTo>
                  <a:lnTo>
                    <a:pt x="50819" y="260654"/>
                  </a:lnTo>
                  <a:lnTo>
                    <a:pt x="49180" y="257376"/>
                  </a:lnTo>
                  <a:lnTo>
                    <a:pt x="50819" y="252458"/>
                  </a:lnTo>
                  <a:lnTo>
                    <a:pt x="50819" y="249179"/>
                  </a:lnTo>
                  <a:lnTo>
                    <a:pt x="50819" y="245901"/>
                  </a:lnTo>
                  <a:lnTo>
                    <a:pt x="50819" y="240983"/>
                  </a:lnTo>
                  <a:lnTo>
                    <a:pt x="54098" y="237704"/>
                  </a:lnTo>
                  <a:lnTo>
                    <a:pt x="54098" y="234425"/>
                  </a:lnTo>
                  <a:lnTo>
                    <a:pt x="55737" y="229507"/>
                  </a:lnTo>
                  <a:lnTo>
                    <a:pt x="57377" y="226228"/>
                  </a:lnTo>
                  <a:lnTo>
                    <a:pt x="57377" y="222950"/>
                  </a:lnTo>
                  <a:lnTo>
                    <a:pt x="55737" y="219671"/>
                  </a:lnTo>
                  <a:lnTo>
                    <a:pt x="59016" y="216393"/>
                  </a:lnTo>
                  <a:lnTo>
                    <a:pt x="62295" y="213114"/>
                  </a:lnTo>
                  <a:lnTo>
                    <a:pt x="63934" y="209835"/>
                  </a:lnTo>
                  <a:lnTo>
                    <a:pt x="65573" y="204917"/>
                  </a:lnTo>
                  <a:lnTo>
                    <a:pt x="68852" y="201638"/>
                  </a:lnTo>
                  <a:lnTo>
                    <a:pt x="65573" y="198360"/>
                  </a:lnTo>
                  <a:lnTo>
                    <a:pt x="63934" y="195081"/>
                  </a:lnTo>
                  <a:lnTo>
                    <a:pt x="60655" y="190163"/>
                  </a:lnTo>
                  <a:lnTo>
                    <a:pt x="60655" y="186884"/>
                  </a:lnTo>
                  <a:lnTo>
                    <a:pt x="63934" y="183606"/>
                  </a:lnTo>
                  <a:lnTo>
                    <a:pt x="62295" y="181966"/>
                  </a:lnTo>
                  <a:lnTo>
                    <a:pt x="59016" y="180327"/>
                  </a:lnTo>
                  <a:lnTo>
                    <a:pt x="54098" y="178688"/>
                  </a:lnTo>
                  <a:lnTo>
                    <a:pt x="50819" y="177048"/>
                  </a:lnTo>
                  <a:lnTo>
                    <a:pt x="49180" y="177048"/>
                  </a:lnTo>
                  <a:lnTo>
                    <a:pt x="45901" y="173770"/>
                  </a:lnTo>
                  <a:lnTo>
                    <a:pt x="49180" y="170491"/>
                  </a:lnTo>
                  <a:lnTo>
                    <a:pt x="50819" y="165573"/>
                  </a:lnTo>
                  <a:lnTo>
                    <a:pt x="50819" y="162294"/>
                  </a:lnTo>
                  <a:lnTo>
                    <a:pt x="52459" y="159016"/>
                  </a:lnTo>
                  <a:lnTo>
                    <a:pt x="52459" y="159016"/>
                  </a:lnTo>
                  <a:lnTo>
                    <a:pt x="52459" y="154098"/>
                  </a:lnTo>
                  <a:lnTo>
                    <a:pt x="52459" y="150819"/>
                  </a:lnTo>
                  <a:lnTo>
                    <a:pt x="49180" y="149180"/>
                  </a:lnTo>
                  <a:lnTo>
                    <a:pt x="47541" y="145901"/>
                  </a:lnTo>
                  <a:lnTo>
                    <a:pt x="44262" y="144261"/>
                  </a:lnTo>
                  <a:lnTo>
                    <a:pt x="40983" y="145901"/>
                  </a:lnTo>
                  <a:lnTo>
                    <a:pt x="37705" y="145901"/>
                  </a:lnTo>
                  <a:lnTo>
                    <a:pt x="32787" y="147540"/>
                  </a:lnTo>
                  <a:lnTo>
                    <a:pt x="29508" y="145901"/>
                  </a:lnTo>
                  <a:lnTo>
                    <a:pt x="26229" y="145901"/>
                  </a:lnTo>
                  <a:lnTo>
                    <a:pt x="24590" y="145901"/>
                  </a:lnTo>
                  <a:lnTo>
                    <a:pt x="21311" y="142622"/>
                  </a:lnTo>
                  <a:lnTo>
                    <a:pt x="18033" y="139344"/>
                  </a:lnTo>
                  <a:lnTo>
                    <a:pt x="14754" y="134426"/>
                  </a:lnTo>
                  <a:lnTo>
                    <a:pt x="11475" y="131147"/>
                  </a:lnTo>
                  <a:lnTo>
                    <a:pt x="8197" y="126229"/>
                  </a:lnTo>
                  <a:lnTo>
                    <a:pt x="6557" y="122950"/>
                  </a:lnTo>
                  <a:lnTo>
                    <a:pt x="3279" y="119671"/>
                  </a:lnTo>
                  <a:lnTo>
                    <a:pt x="0" y="114754"/>
                  </a:lnTo>
                  <a:lnTo>
                    <a:pt x="0" y="11311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92" name="Freeform 3691">
              <a:extLst>
                <a:ext uri="{FF2B5EF4-FFF2-40B4-BE49-F238E27FC236}">
                  <a16:creationId xmlns:a16="http://schemas.microsoft.com/office/drawing/2014/main" id="{0248562F-16FD-3D4F-8F4D-354C96415DAD}"/>
                </a:ext>
              </a:extLst>
            </p:cNvPr>
            <p:cNvSpPr/>
            <p:nvPr/>
          </p:nvSpPr>
          <p:spPr>
            <a:xfrm>
              <a:off x="4725514" y="3513260"/>
              <a:ext cx="116393" cy="32786"/>
            </a:xfrm>
            <a:custGeom>
              <a:avLst/>
              <a:gdLst>
                <a:gd name="connsiteX0" fmla="*/ 0 w 116393"/>
                <a:gd name="connsiteY0" fmla="*/ 19672 h 32786"/>
                <a:gd name="connsiteX1" fmla="*/ 1639 w 116393"/>
                <a:gd name="connsiteY1" fmla="*/ 18033 h 32786"/>
                <a:gd name="connsiteX2" fmla="*/ 4918 w 116393"/>
                <a:gd name="connsiteY2" fmla="*/ 14754 h 32786"/>
                <a:gd name="connsiteX3" fmla="*/ 8197 w 116393"/>
                <a:gd name="connsiteY3" fmla="*/ 14754 h 32786"/>
                <a:gd name="connsiteX4" fmla="*/ 8197 w 116393"/>
                <a:gd name="connsiteY4" fmla="*/ 18033 h 32786"/>
                <a:gd name="connsiteX5" fmla="*/ 9836 w 116393"/>
                <a:gd name="connsiteY5" fmla="*/ 22951 h 32786"/>
                <a:gd name="connsiteX6" fmla="*/ 13115 w 116393"/>
                <a:gd name="connsiteY6" fmla="*/ 24590 h 32786"/>
                <a:gd name="connsiteX7" fmla="*/ 18033 w 116393"/>
                <a:gd name="connsiteY7" fmla="*/ 22951 h 32786"/>
                <a:gd name="connsiteX8" fmla="*/ 21312 w 116393"/>
                <a:gd name="connsiteY8" fmla="*/ 21311 h 32786"/>
                <a:gd name="connsiteX9" fmla="*/ 24590 w 116393"/>
                <a:gd name="connsiteY9" fmla="*/ 22951 h 32786"/>
                <a:gd name="connsiteX10" fmla="*/ 22951 w 116393"/>
                <a:gd name="connsiteY10" fmla="*/ 21311 h 32786"/>
                <a:gd name="connsiteX11" fmla="*/ 26229 w 116393"/>
                <a:gd name="connsiteY11" fmla="*/ 16393 h 32786"/>
                <a:gd name="connsiteX12" fmla="*/ 29508 w 116393"/>
                <a:gd name="connsiteY12" fmla="*/ 18033 h 32786"/>
                <a:gd name="connsiteX13" fmla="*/ 32787 w 116393"/>
                <a:gd name="connsiteY13" fmla="*/ 16393 h 32786"/>
                <a:gd name="connsiteX14" fmla="*/ 36066 w 116393"/>
                <a:gd name="connsiteY14" fmla="*/ 16393 h 32786"/>
                <a:gd name="connsiteX15" fmla="*/ 40983 w 116393"/>
                <a:gd name="connsiteY15" fmla="*/ 16393 h 32786"/>
                <a:gd name="connsiteX16" fmla="*/ 44262 w 116393"/>
                <a:gd name="connsiteY16" fmla="*/ 14754 h 32786"/>
                <a:gd name="connsiteX17" fmla="*/ 45902 w 116393"/>
                <a:gd name="connsiteY17" fmla="*/ 14754 h 32786"/>
                <a:gd name="connsiteX18" fmla="*/ 42623 w 116393"/>
                <a:gd name="connsiteY18" fmla="*/ 14754 h 32786"/>
                <a:gd name="connsiteX19" fmla="*/ 37705 w 116393"/>
                <a:gd name="connsiteY19" fmla="*/ 14754 h 32786"/>
                <a:gd name="connsiteX20" fmla="*/ 34426 w 116393"/>
                <a:gd name="connsiteY20" fmla="*/ 14754 h 32786"/>
                <a:gd name="connsiteX21" fmla="*/ 31147 w 116393"/>
                <a:gd name="connsiteY21" fmla="*/ 16393 h 32786"/>
                <a:gd name="connsiteX22" fmla="*/ 26229 w 116393"/>
                <a:gd name="connsiteY22" fmla="*/ 16393 h 32786"/>
                <a:gd name="connsiteX23" fmla="*/ 22951 w 116393"/>
                <a:gd name="connsiteY23" fmla="*/ 16393 h 32786"/>
                <a:gd name="connsiteX24" fmla="*/ 19672 w 116393"/>
                <a:gd name="connsiteY24" fmla="*/ 19672 h 32786"/>
                <a:gd name="connsiteX25" fmla="*/ 16393 w 116393"/>
                <a:gd name="connsiteY25" fmla="*/ 21311 h 32786"/>
                <a:gd name="connsiteX26" fmla="*/ 11476 w 116393"/>
                <a:gd name="connsiteY26" fmla="*/ 18033 h 32786"/>
                <a:gd name="connsiteX27" fmla="*/ 9836 w 116393"/>
                <a:gd name="connsiteY27" fmla="*/ 13115 h 32786"/>
                <a:gd name="connsiteX28" fmla="*/ 9836 w 116393"/>
                <a:gd name="connsiteY28" fmla="*/ 13115 h 32786"/>
                <a:gd name="connsiteX29" fmla="*/ 9836 w 116393"/>
                <a:gd name="connsiteY29" fmla="*/ 9836 h 32786"/>
                <a:gd name="connsiteX30" fmla="*/ 13115 w 116393"/>
                <a:gd name="connsiteY30" fmla="*/ 9836 h 32786"/>
                <a:gd name="connsiteX31" fmla="*/ 14754 w 116393"/>
                <a:gd name="connsiteY31" fmla="*/ 9836 h 32786"/>
                <a:gd name="connsiteX32" fmla="*/ 18033 w 116393"/>
                <a:gd name="connsiteY32" fmla="*/ 9836 h 32786"/>
                <a:gd name="connsiteX33" fmla="*/ 22951 w 116393"/>
                <a:gd name="connsiteY33" fmla="*/ 9836 h 32786"/>
                <a:gd name="connsiteX34" fmla="*/ 26229 w 116393"/>
                <a:gd name="connsiteY34" fmla="*/ 9836 h 32786"/>
                <a:gd name="connsiteX35" fmla="*/ 27869 w 116393"/>
                <a:gd name="connsiteY35" fmla="*/ 9836 h 32786"/>
                <a:gd name="connsiteX36" fmla="*/ 32787 w 116393"/>
                <a:gd name="connsiteY36" fmla="*/ 9836 h 32786"/>
                <a:gd name="connsiteX37" fmla="*/ 36066 w 116393"/>
                <a:gd name="connsiteY37" fmla="*/ 9836 h 32786"/>
                <a:gd name="connsiteX38" fmla="*/ 40983 w 116393"/>
                <a:gd name="connsiteY38" fmla="*/ 9836 h 32786"/>
                <a:gd name="connsiteX39" fmla="*/ 44262 w 116393"/>
                <a:gd name="connsiteY39" fmla="*/ 9836 h 32786"/>
                <a:gd name="connsiteX40" fmla="*/ 45902 w 116393"/>
                <a:gd name="connsiteY40" fmla="*/ 9836 h 32786"/>
                <a:gd name="connsiteX41" fmla="*/ 50820 w 116393"/>
                <a:gd name="connsiteY41" fmla="*/ 9836 h 32786"/>
                <a:gd name="connsiteX42" fmla="*/ 50820 w 116393"/>
                <a:gd name="connsiteY42" fmla="*/ 6557 h 32786"/>
                <a:gd name="connsiteX43" fmla="*/ 52459 w 116393"/>
                <a:gd name="connsiteY43" fmla="*/ 3279 h 32786"/>
                <a:gd name="connsiteX44" fmla="*/ 57377 w 116393"/>
                <a:gd name="connsiteY44" fmla="*/ 0 h 32786"/>
                <a:gd name="connsiteX45" fmla="*/ 60656 w 116393"/>
                <a:gd name="connsiteY45" fmla="*/ 1639 h 32786"/>
                <a:gd name="connsiteX46" fmla="*/ 65573 w 116393"/>
                <a:gd name="connsiteY46" fmla="*/ 0 h 32786"/>
                <a:gd name="connsiteX47" fmla="*/ 68852 w 116393"/>
                <a:gd name="connsiteY47" fmla="*/ 0 h 32786"/>
                <a:gd name="connsiteX48" fmla="*/ 70492 w 116393"/>
                <a:gd name="connsiteY48" fmla="*/ 0 h 32786"/>
                <a:gd name="connsiteX49" fmla="*/ 73770 w 116393"/>
                <a:gd name="connsiteY49" fmla="*/ 0 h 32786"/>
                <a:gd name="connsiteX50" fmla="*/ 75410 w 116393"/>
                <a:gd name="connsiteY50" fmla="*/ 1639 h 32786"/>
                <a:gd name="connsiteX51" fmla="*/ 77049 w 116393"/>
                <a:gd name="connsiteY51" fmla="*/ 4918 h 32786"/>
                <a:gd name="connsiteX52" fmla="*/ 81967 w 116393"/>
                <a:gd name="connsiteY52" fmla="*/ 6557 h 32786"/>
                <a:gd name="connsiteX53" fmla="*/ 85246 w 116393"/>
                <a:gd name="connsiteY53" fmla="*/ 6557 h 32786"/>
                <a:gd name="connsiteX54" fmla="*/ 88524 w 116393"/>
                <a:gd name="connsiteY54" fmla="*/ 8197 h 32786"/>
                <a:gd name="connsiteX55" fmla="*/ 90164 w 116393"/>
                <a:gd name="connsiteY55" fmla="*/ 11475 h 32786"/>
                <a:gd name="connsiteX56" fmla="*/ 90164 w 116393"/>
                <a:gd name="connsiteY56" fmla="*/ 11475 h 32786"/>
                <a:gd name="connsiteX57" fmla="*/ 95082 w 116393"/>
                <a:gd name="connsiteY57" fmla="*/ 14754 h 32786"/>
                <a:gd name="connsiteX58" fmla="*/ 98360 w 116393"/>
                <a:gd name="connsiteY58" fmla="*/ 14754 h 32786"/>
                <a:gd name="connsiteX59" fmla="*/ 101639 w 116393"/>
                <a:gd name="connsiteY59" fmla="*/ 11475 h 32786"/>
                <a:gd name="connsiteX60" fmla="*/ 106557 w 116393"/>
                <a:gd name="connsiteY60" fmla="*/ 9836 h 32786"/>
                <a:gd name="connsiteX61" fmla="*/ 109836 w 116393"/>
                <a:gd name="connsiteY61" fmla="*/ 9836 h 32786"/>
                <a:gd name="connsiteX62" fmla="*/ 113114 w 116393"/>
                <a:gd name="connsiteY62" fmla="*/ 13115 h 32786"/>
                <a:gd name="connsiteX63" fmla="*/ 116393 w 116393"/>
                <a:gd name="connsiteY63" fmla="*/ 16393 h 32786"/>
                <a:gd name="connsiteX64" fmla="*/ 113114 w 116393"/>
                <a:gd name="connsiteY64" fmla="*/ 21311 h 32786"/>
                <a:gd name="connsiteX65" fmla="*/ 113114 w 116393"/>
                <a:gd name="connsiteY65" fmla="*/ 21311 h 32786"/>
                <a:gd name="connsiteX66" fmla="*/ 109836 w 116393"/>
                <a:gd name="connsiteY66" fmla="*/ 21311 h 32786"/>
                <a:gd name="connsiteX67" fmla="*/ 104917 w 116393"/>
                <a:gd name="connsiteY67" fmla="*/ 22951 h 32786"/>
                <a:gd name="connsiteX68" fmla="*/ 101639 w 116393"/>
                <a:gd name="connsiteY68" fmla="*/ 24590 h 32786"/>
                <a:gd name="connsiteX69" fmla="*/ 100000 w 116393"/>
                <a:gd name="connsiteY69" fmla="*/ 24590 h 32786"/>
                <a:gd name="connsiteX70" fmla="*/ 96721 w 116393"/>
                <a:gd name="connsiteY70" fmla="*/ 24590 h 32786"/>
                <a:gd name="connsiteX71" fmla="*/ 91803 w 116393"/>
                <a:gd name="connsiteY71" fmla="*/ 24590 h 32786"/>
                <a:gd name="connsiteX72" fmla="*/ 88524 w 116393"/>
                <a:gd name="connsiteY72" fmla="*/ 21311 h 32786"/>
                <a:gd name="connsiteX73" fmla="*/ 86885 w 116393"/>
                <a:gd name="connsiteY73" fmla="*/ 21311 h 32786"/>
                <a:gd name="connsiteX74" fmla="*/ 83606 w 116393"/>
                <a:gd name="connsiteY74" fmla="*/ 19672 h 32786"/>
                <a:gd name="connsiteX75" fmla="*/ 78688 w 116393"/>
                <a:gd name="connsiteY75" fmla="*/ 18033 h 32786"/>
                <a:gd name="connsiteX76" fmla="*/ 75410 w 116393"/>
                <a:gd name="connsiteY76" fmla="*/ 16393 h 32786"/>
                <a:gd name="connsiteX77" fmla="*/ 72131 w 116393"/>
                <a:gd name="connsiteY77" fmla="*/ 14754 h 32786"/>
                <a:gd name="connsiteX78" fmla="*/ 68852 w 116393"/>
                <a:gd name="connsiteY78" fmla="*/ 13115 h 32786"/>
                <a:gd name="connsiteX79" fmla="*/ 65573 w 116393"/>
                <a:gd name="connsiteY79" fmla="*/ 9836 h 32786"/>
                <a:gd name="connsiteX80" fmla="*/ 62295 w 116393"/>
                <a:gd name="connsiteY80" fmla="*/ 11475 h 32786"/>
                <a:gd name="connsiteX81" fmla="*/ 62295 w 116393"/>
                <a:gd name="connsiteY81" fmla="*/ 14754 h 32786"/>
                <a:gd name="connsiteX82" fmla="*/ 59016 w 116393"/>
                <a:gd name="connsiteY82" fmla="*/ 18033 h 32786"/>
                <a:gd name="connsiteX83" fmla="*/ 55737 w 116393"/>
                <a:gd name="connsiteY83" fmla="*/ 19672 h 32786"/>
                <a:gd name="connsiteX84" fmla="*/ 52459 w 116393"/>
                <a:gd name="connsiteY84" fmla="*/ 18033 h 32786"/>
                <a:gd name="connsiteX85" fmla="*/ 49180 w 116393"/>
                <a:gd name="connsiteY85" fmla="*/ 18033 h 32786"/>
                <a:gd name="connsiteX86" fmla="*/ 45902 w 116393"/>
                <a:gd name="connsiteY86" fmla="*/ 19672 h 32786"/>
                <a:gd name="connsiteX87" fmla="*/ 40983 w 116393"/>
                <a:gd name="connsiteY87" fmla="*/ 19672 h 32786"/>
                <a:gd name="connsiteX88" fmla="*/ 37705 w 116393"/>
                <a:gd name="connsiteY88" fmla="*/ 24590 h 32786"/>
                <a:gd name="connsiteX89" fmla="*/ 37705 w 116393"/>
                <a:gd name="connsiteY89" fmla="*/ 24590 h 32786"/>
                <a:gd name="connsiteX90" fmla="*/ 37705 w 116393"/>
                <a:gd name="connsiteY90" fmla="*/ 27869 h 32786"/>
                <a:gd name="connsiteX91" fmla="*/ 34426 w 116393"/>
                <a:gd name="connsiteY91" fmla="*/ 27869 h 32786"/>
                <a:gd name="connsiteX92" fmla="*/ 31147 w 116393"/>
                <a:gd name="connsiteY92" fmla="*/ 27869 h 32786"/>
                <a:gd name="connsiteX93" fmla="*/ 26229 w 116393"/>
                <a:gd name="connsiteY93" fmla="*/ 27869 h 32786"/>
                <a:gd name="connsiteX94" fmla="*/ 22951 w 116393"/>
                <a:gd name="connsiteY94" fmla="*/ 27869 h 32786"/>
                <a:gd name="connsiteX95" fmla="*/ 18033 w 116393"/>
                <a:gd name="connsiteY95" fmla="*/ 27869 h 32786"/>
                <a:gd name="connsiteX96" fmla="*/ 14754 w 116393"/>
                <a:gd name="connsiteY96" fmla="*/ 27869 h 32786"/>
                <a:gd name="connsiteX97" fmla="*/ 9836 w 116393"/>
                <a:gd name="connsiteY97" fmla="*/ 27869 h 32786"/>
                <a:gd name="connsiteX98" fmla="*/ 8197 w 116393"/>
                <a:gd name="connsiteY98" fmla="*/ 27869 h 32786"/>
                <a:gd name="connsiteX99" fmla="*/ 4918 w 116393"/>
                <a:gd name="connsiteY99" fmla="*/ 27869 h 32786"/>
                <a:gd name="connsiteX100" fmla="*/ 3279 w 116393"/>
                <a:gd name="connsiteY100" fmla="*/ 32787 h 32786"/>
                <a:gd name="connsiteX101" fmla="*/ 1639 w 116393"/>
                <a:gd name="connsiteY101" fmla="*/ 32787 h 32786"/>
                <a:gd name="connsiteX102" fmla="*/ 1639 w 116393"/>
                <a:gd name="connsiteY102" fmla="*/ 31147 h 32786"/>
                <a:gd name="connsiteX103" fmla="*/ 0 w 116393"/>
                <a:gd name="connsiteY103" fmla="*/ 26229 h 32786"/>
                <a:gd name="connsiteX104" fmla="*/ 0 w 116393"/>
                <a:gd name="connsiteY104" fmla="*/ 22951 h 32786"/>
                <a:gd name="connsiteX105" fmla="*/ 0 w 116393"/>
                <a:gd name="connsiteY105" fmla="*/ 19672 h 3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116393" h="32786">
                  <a:moveTo>
                    <a:pt x="0" y="19672"/>
                  </a:moveTo>
                  <a:lnTo>
                    <a:pt x="1639" y="18033"/>
                  </a:lnTo>
                  <a:lnTo>
                    <a:pt x="4918" y="14754"/>
                  </a:lnTo>
                  <a:lnTo>
                    <a:pt x="8197" y="14754"/>
                  </a:lnTo>
                  <a:lnTo>
                    <a:pt x="8197" y="18033"/>
                  </a:lnTo>
                  <a:lnTo>
                    <a:pt x="9836" y="22951"/>
                  </a:lnTo>
                  <a:lnTo>
                    <a:pt x="13115" y="24590"/>
                  </a:lnTo>
                  <a:lnTo>
                    <a:pt x="18033" y="22951"/>
                  </a:lnTo>
                  <a:lnTo>
                    <a:pt x="21312" y="21311"/>
                  </a:lnTo>
                  <a:lnTo>
                    <a:pt x="24590" y="22951"/>
                  </a:lnTo>
                  <a:lnTo>
                    <a:pt x="22951" y="21311"/>
                  </a:lnTo>
                  <a:lnTo>
                    <a:pt x="26229" y="16393"/>
                  </a:lnTo>
                  <a:lnTo>
                    <a:pt x="29508" y="18033"/>
                  </a:lnTo>
                  <a:lnTo>
                    <a:pt x="32787" y="16393"/>
                  </a:lnTo>
                  <a:lnTo>
                    <a:pt x="36066" y="16393"/>
                  </a:lnTo>
                  <a:lnTo>
                    <a:pt x="40983" y="16393"/>
                  </a:lnTo>
                  <a:lnTo>
                    <a:pt x="44262" y="14754"/>
                  </a:lnTo>
                  <a:lnTo>
                    <a:pt x="45902" y="14754"/>
                  </a:lnTo>
                  <a:lnTo>
                    <a:pt x="42623" y="14754"/>
                  </a:lnTo>
                  <a:lnTo>
                    <a:pt x="37705" y="14754"/>
                  </a:lnTo>
                  <a:lnTo>
                    <a:pt x="34426" y="14754"/>
                  </a:lnTo>
                  <a:lnTo>
                    <a:pt x="31147" y="16393"/>
                  </a:lnTo>
                  <a:lnTo>
                    <a:pt x="26229" y="16393"/>
                  </a:lnTo>
                  <a:lnTo>
                    <a:pt x="22951" y="16393"/>
                  </a:lnTo>
                  <a:lnTo>
                    <a:pt x="19672" y="19672"/>
                  </a:lnTo>
                  <a:lnTo>
                    <a:pt x="16393" y="21311"/>
                  </a:lnTo>
                  <a:lnTo>
                    <a:pt x="11476" y="18033"/>
                  </a:lnTo>
                  <a:lnTo>
                    <a:pt x="9836" y="13115"/>
                  </a:lnTo>
                  <a:lnTo>
                    <a:pt x="9836" y="13115"/>
                  </a:lnTo>
                  <a:lnTo>
                    <a:pt x="9836" y="9836"/>
                  </a:lnTo>
                  <a:lnTo>
                    <a:pt x="13115" y="9836"/>
                  </a:lnTo>
                  <a:lnTo>
                    <a:pt x="14754" y="9836"/>
                  </a:lnTo>
                  <a:lnTo>
                    <a:pt x="18033" y="9836"/>
                  </a:lnTo>
                  <a:lnTo>
                    <a:pt x="22951" y="9836"/>
                  </a:lnTo>
                  <a:lnTo>
                    <a:pt x="26229" y="9836"/>
                  </a:lnTo>
                  <a:lnTo>
                    <a:pt x="27869" y="9836"/>
                  </a:lnTo>
                  <a:lnTo>
                    <a:pt x="32787" y="9836"/>
                  </a:lnTo>
                  <a:lnTo>
                    <a:pt x="36066" y="9836"/>
                  </a:lnTo>
                  <a:lnTo>
                    <a:pt x="40983" y="9836"/>
                  </a:lnTo>
                  <a:lnTo>
                    <a:pt x="44262" y="9836"/>
                  </a:lnTo>
                  <a:lnTo>
                    <a:pt x="45902" y="9836"/>
                  </a:lnTo>
                  <a:lnTo>
                    <a:pt x="50820" y="9836"/>
                  </a:lnTo>
                  <a:lnTo>
                    <a:pt x="50820" y="6557"/>
                  </a:lnTo>
                  <a:lnTo>
                    <a:pt x="52459" y="3279"/>
                  </a:lnTo>
                  <a:lnTo>
                    <a:pt x="57377" y="0"/>
                  </a:lnTo>
                  <a:lnTo>
                    <a:pt x="60656" y="1639"/>
                  </a:lnTo>
                  <a:lnTo>
                    <a:pt x="65573" y="0"/>
                  </a:lnTo>
                  <a:lnTo>
                    <a:pt x="68852" y="0"/>
                  </a:lnTo>
                  <a:lnTo>
                    <a:pt x="70492" y="0"/>
                  </a:lnTo>
                  <a:lnTo>
                    <a:pt x="73770" y="0"/>
                  </a:lnTo>
                  <a:lnTo>
                    <a:pt x="75410" y="1639"/>
                  </a:lnTo>
                  <a:lnTo>
                    <a:pt x="77049" y="4918"/>
                  </a:lnTo>
                  <a:lnTo>
                    <a:pt x="81967" y="6557"/>
                  </a:lnTo>
                  <a:lnTo>
                    <a:pt x="85246" y="6557"/>
                  </a:lnTo>
                  <a:lnTo>
                    <a:pt x="88524" y="8197"/>
                  </a:lnTo>
                  <a:lnTo>
                    <a:pt x="90164" y="11475"/>
                  </a:lnTo>
                  <a:lnTo>
                    <a:pt x="90164" y="11475"/>
                  </a:lnTo>
                  <a:lnTo>
                    <a:pt x="95082" y="14754"/>
                  </a:lnTo>
                  <a:lnTo>
                    <a:pt x="98360" y="14754"/>
                  </a:lnTo>
                  <a:lnTo>
                    <a:pt x="101639" y="11475"/>
                  </a:lnTo>
                  <a:lnTo>
                    <a:pt x="106557" y="9836"/>
                  </a:lnTo>
                  <a:lnTo>
                    <a:pt x="109836" y="9836"/>
                  </a:lnTo>
                  <a:lnTo>
                    <a:pt x="113114" y="13115"/>
                  </a:lnTo>
                  <a:lnTo>
                    <a:pt x="116393" y="16393"/>
                  </a:lnTo>
                  <a:lnTo>
                    <a:pt x="113114" y="21311"/>
                  </a:lnTo>
                  <a:lnTo>
                    <a:pt x="113114" y="21311"/>
                  </a:lnTo>
                  <a:lnTo>
                    <a:pt x="109836" y="21311"/>
                  </a:lnTo>
                  <a:lnTo>
                    <a:pt x="104917" y="22951"/>
                  </a:lnTo>
                  <a:lnTo>
                    <a:pt x="101639" y="24590"/>
                  </a:lnTo>
                  <a:lnTo>
                    <a:pt x="100000" y="24590"/>
                  </a:lnTo>
                  <a:lnTo>
                    <a:pt x="96721" y="24590"/>
                  </a:lnTo>
                  <a:lnTo>
                    <a:pt x="91803" y="24590"/>
                  </a:lnTo>
                  <a:lnTo>
                    <a:pt x="88524" y="21311"/>
                  </a:lnTo>
                  <a:lnTo>
                    <a:pt x="86885" y="21311"/>
                  </a:lnTo>
                  <a:lnTo>
                    <a:pt x="83606" y="19672"/>
                  </a:lnTo>
                  <a:lnTo>
                    <a:pt x="78688" y="18033"/>
                  </a:lnTo>
                  <a:lnTo>
                    <a:pt x="75410" y="16393"/>
                  </a:lnTo>
                  <a:lnTo>
                    <a:pt x="72131" y="14754"/>
                  </a:lnTo>
                  <a:lnTo>
                    <a:pt x="68852" y="13115"/>
                  </a:lnTo>
                  <a:lnTo>
                    <a:pt x="65573" y="9836"/>
                  </a:lnTo>
                  <a:lnTo>
                    <a:pt x="62295" y="11475"/>
                  </a:lnTo>
                  <a:lnTo>
                    <a:pt x="62295" y="14754"/>
                  </a:lnTo>
                  <a:lnTo>
                    <a:pt x="59016" y="18033"/>
                  </a:lnTo>
                  <a:lnTo>
                    <a:pt x="55737" y="19672"/>
                  </a:lnTo>
                  <a:lnTo>
                    <a:pt x="52459" y="18033"/>
                  </a:lnTo>
                  <a:lnTo>
                    <a:pt x="49180" y="18033"/>
                  </a:lnTo>
                  <a:lnTo>
                    <a:pt x="45902" y="19672"/>
                  </a:lnTo>
                  <a:lnTo>
                    <a:pt x="40983" y="19672"/>
                  </a:lnTo>
                  <a:lnTo>
                    <a:pt x="37705" y="24590"/>
                  </a:lnTo>
                  <a:lnTo>
                    <a:pt x="37705" y="24590"/>
                  </a:lnTo>
                  <a:lnTo>
                    <a:pt x="37705" y="27869"/>
                  </a:lnTo>
                  <a:lnTo>
                    <a:pt x="34426" y="27869"/>
                  </a:lnTo>
                  <a:lnTo>
                    <a:pt x="31147" y="27869"/>
                  </a:lnTo>
                  <a:lnTo>
                    <a:pt x="26229" y="27869"/>
                  </a:lnTo>
                  <a:lnTo>
                    <a:pt x="22951" y="27869"/>
                  </a:lnTo>
                  <a:lnTo>
                    <a:pt x="18033" y="27869"/>
                  </a:lnTo>
                  <a:lnTo>
                    <a:pt x="14754" y="27869"/>
                  </a:lnTo>
                  <a:lnTo>
                    <a:pt x="9836" y="27869"/>
                  </a:lnTo>
                  <a:lnTo>
                    <a:pt x="8197" y="27869"/>
                  </a:lnTo>
                  <a:lnTo>
                    <a:pt x="4918" y="27869"/>
                  </a:lnTo>
                  <a:lnTo>
                    <a:pt x="3279" y="32787"/>
                  </a:lnTo>
                  <a:lnTo>
                    <a:pt x="1639" y="32787"/>
                  </a:lnTo>
                  <a:lnTo>
                    <a:pt x="1639" y="31147"/>
                  </a:lnTo>
                  <a:lnTo>
                    <a:pt x="0" y="26229"/>
                  </a:lnTo>
                  <a:lnTo>
                    <a:pt x="0" y="22951"/>
                  </a:lnTo>
                  <a:lnTo>
                    <a:pt x="0" y="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93" name="Freeform 3692">
              <a:extLst>
                <a:ext uri="{FF2B5EF4-FFF2-40B4-BE49-F238E27FC236}">
                  <a16:creationId xmlns:a16="http://schemas.microsoft.com/office/drawing/2014/main" id="{7C480F4E-9CB2-A244-A3D3-40793903A76B}"/>
                </a:ext>
              </a:extLst>
            </p:cNvPr>
            <p:cNvSpPr/>
            <p:nvPr/>
          </p:nvSpPr>
          <p:spPr>
            <a:xfrm>
              <a:off x="5504199" y="1860809"/>
              <a:ext cx="127868" cy="85245"/>
            </a:xfrm>
            <a:custGeom>
              <a:avLst/>
              <a:gdLst>
                <a:gd name="connsiteX0" fmla="*/ 0 w 127868"/>
                <a:gd name="connsiteY0" fmla="*/ 16393 h 85245"/>
                <a:gd name="connsiteX1" fmla="*/ 3279 w 127868"/>
                <a:gd name="connsiteY1" fmla="*/ 14754 h 85245"/>
                <a:gd name="connsiteX2" fmla="*/ 6557 w 127868"/>
                <a:gd name="connsiteY2" fmla="*/ 13115 h 85245"/>
                <a:gd name="connsiteX3" fmla="*/ 9836 w 127868"/>
                <a:gd name="connsiteY3" fmla="*/ 11475 h 85245"/>
                <a:gd name="connsiteX4" fmla="*/ 14754 w 127868"/>
                <a:gd name="connsiteY4" fmla="*/ 9836 h 85245"/>
                <a:gd name="connsiteX5" fmla="*/ 18033 w 127868"/>
                <a:gd name="connsiteY5" fmla="*/ 8197 h 85245"/>
                <a:gd name="connsiteX6" fmla="*/ 19672 w 127868"/>
                <a:gd name="connsiteY6" fmla="*/ 8197 h 85245"/>
                <a:gd name="connsiteX7" fmla="*/ 22951 w 127868"/>
                <a:gd name="connsiteY7" fmla="*/ 6557 h 85245"/>
                <a:gd name="connsiteX8" fmla="*/ 26229 w 127868"/>
                <a:gd name="connsiteY8" fmla="*/ 4918 h 85245"/>
                <a:gd name="connsiteX9" fmla="*/ 27869 w 127868"/>
                <a:gd name="connsiteY9" fmla="*/ 4918 h 85245"/>
                <a:gd name="connsiteX10" fmla="*/ 27869 w 127868"/>
                <a:gd name="connsiteY10" fmla="*/ 8197 h 85245"/>
                <a:gd name="connsiteX11" fmla="*/ 27869 w 127868"/>
                <a:gd name="connsiteY11" fmla="*/ 9836 h 85245"/>
                <a:gd name="connsiteX12" fmla="*/ 31147 w 127868"/>
                <a:gd name="connsiteY12" fmla="*/ 9836 h 85245"/>
                <a:gd name="connsiteX13" fmla="*/ 34426 w 127868"/>
                <a:gd name="connsiteY13" fmla="*/ 8197 h 85245"/>
                <a:gd name="connsiteX14" fmla="*/ 37705 w 127868"/>
                <a:gd name="connsiteY14" fmla="*/ 9836 h 85245"/>
                <a:gd name="connsiteX15" fmla="*/ 42623 w 127868"/>
                <a:gd name="connsiteY15" fmla="*/ 11475 h 85245"/>
                <a:gd name="connsiteX16" fmla="*/ 44262 w 127868"/>
                <a:gd name="connsiteY16" fmla="*/ 11475 h 85245"/>
                <a:gd name="connsiteX17" fmla="*/ 44262 w 127868"/>
                <a:gd name="connsiteY17" fmla="*/ 11475 h 85245"/>
                <a:gd name="connsiteX18" fmla="*/ 47541 w 127868"/>
                <a:gd name="connsiteY18" fmla="*/ 11475 h 85245"/>
                <a:gd name="connsiteX19" fmla="*/ 49180 w 127868"/>
                <a:gd name="connsiteY19" fmla="*/ 9836 h 85245"/>
                <a:gd name="connsiteX20" fmla="*/ 52459 w 127868"/>
                <a:gd name="connsiteY20" fmla="*/ 9836 h 85245"/>
                <a:gd name="connsiteX21" fmla="*/ 57377 w 127868"/>
                <a:gd name="connsiteY21" fmla="*/ 6557 h 85245"/>
                <a:gd name="connsiteX22" fmla="*/ 59016 w 127868"/>
                <a:gd name="connsiteY22" fmla="*/ 9836 h 85245"/>
                <a:gd name="connsiteX23" fmla="*/ 57377 w 127868"/>
                <a:gd name="connsiteY23" fmla="*/ 6557 h 85245"/>
                <a:gd name="connsiteX24" fmla="*/ 57377 w 127868"/>
                <a:gd name="connsiteY24" fmla="*/ 4918 h 85245"/>
                <a:gd name="connsiteX25" fmla="*/ 59016 w 127868"/>
                <a:gd name="connsiteY25" fmla="*/ 4918 h 85245"/>
                <a:gd name="connsiteX26" fmla="*/ 59016 w 127868"/>
                <a:gd name="connsiteY26" fmla="*/ 4918 h 85245"/>
                <a:gd name="connsiteX27" fmla="*/ 63934 w 127868"/>
                <a:gd name="connsiteY27" fmla="*/ 4918 h 85245"/>
                <a:gd name="connsiteX28" fmla="*/ 63934 w 127868"/>
                <a:gd name="connsiteY28" fmla="*/ 1639 h 85245"/>
                <a:gd name="connsiteX29" fmla="*/ 67213 w 127868"/>
                <a:gd name="connsiteY29" fmla="*/ 3279 h 85245"/>
                <a:gd name="connsiteX30" fmla="*/ 72131 w 127868"/>
                <a:gd name="connsiteY30" fmla="*/ 3279 h 85245"/>
                <a:gd name="connsiteX31" fmla="*/ 73770 w 127868"/>
                <a:gd name="connsiteY31" fmla="*/ 0 h 85245"/>
                <a:gd name="connsiteX32" fmla="*/ 73770 w 127868"/>
                <a:gd name="connsiteY32" fmla="*/ 3279 h 85245"/>
                <a:gd name="connsiteX33" fmla="*/ 78688 w 127868"/>
                <a:gd name="connsiteY33" fmla="*/ 3279 h 85245"/>
                <a:gd name="connsiteX34" fmla="*/ 81967 w 127868"/>
                <a:gd name="connsiteY34" fmla="*/ 3279 h 85245"/>
                <a:gd name="connsiteX35" fmla="*/ 83606 w 127868"/>
                <a:gd name="connsiteY35" fmla="*/ 0 h 85245"/>
                <a:gd name="connsiteX36" fmla="*/ 85246 w 127868"/>
                <a:gd name="connsiteY36" fmla="*/ 1639 h 85245"/>
                <a:gd name="connsiteX37" fmla="*/ 85246 w 127868"/>
                <a:gd name="connsiteY37" fmla="*/ 4918 h 85245"/>
                <a:gd name="connsiteX38" fmla="*/ 88524 w 127868"/>
                <a:gd name="connsiteY38" fmla="*/ 8197 h 85245"/>
                <a:gd name="connsiteX39" fmla="*/ 90164 w 127868"/>
                <a:gd name="connsiteY39" fmla="*/ 9836 h 85245"/>
                <a:gd name="connsiteX40" fmla="*/ 90164 w 127868"/>
                <a:gd name="connsiteY40" fmla="*/ 9836 h 85245"/>
                <a:gd name="connsiteX41" fmla="*/ 95082 w 127868"/>
                <a:gd name="connsiteY41" fmla="*/ 9836 h 85245"/>
                <a:gd name="connsiteX42" fmla="*/ 96721 w 127868"/>
                <a:gd name="connsiteY42" fmla="*/ 9836 h 85245"/>
                <a:gd name="connsiteX43" fmla="*/ 100000 w 127868"/>
                <a:gd name="connsiteY43" fmla="*/ 11475 h 85245"/>
                <a:gd name="connsiteX44" fmla="*/ 101639 w 127868"/>
                <a:gd name="connsiteY44" fmla="*/ 11475 h 85245"/>
                <a:gd name="connsiteX45" fmla="*/ 104917 w 127868"/>
                <a:gd name="connsiteY45" fmla="*/ 13115 h 85245"/>
                <a:gd name="connsiteX46" fmla="*/ 109836 w 127868"/>
                <a:gd name="connsiteY46" fmla="*/ 13115 h 85245"/>
                <a:gd name="connsiteX47" fmla="*/ 109836 w 127868"/>
                <a:gd name="connsiteY47" fmla="*/ 14754 h 85245"/>
                <a:gd name="connsiteX48" fmla="*/ 108196 w 127868"/>
                <a:gd name="connsiteY48" fmla="*/ 16393 h 85245"/>
                <a:gd name="connsiteX49" fmla="*/ 106557 w 127868"/>
                <a:gd name="connsiteY49" fmla="*/ 21311 h 85245"/>
                <a:gd name="connsiteX50" fmla="*/ 106557 w 127868"/>
                <a:gd name="connsiteY50" fmla="*/ 22951 h 85245"/>
                <a:gd name="connsiteX51" fmla="*/ 103279 w 127868"/>
                <a:gd name="connsiteY51" fmla="*/ 26229 h 85245"/>
                <a:gd name="connsiteX52" fmla="*/ 103279 w 127868"/>
                <a:gd name="connsiteY52" fmla="*/ 27869 h 85245"/>
                <a:gd name="connsiteX53" fmla="*/ 103279 w 127868"/>
                <a:gd name="connsiteY53" fmla="*/ 27869 h 85245"/>
                <a:gd name="connsiteX54" fmla="*/ 104917 w 127868"/>
                <a:gd name="connsiteY54" fmla="*/ 29508 h 85245"/>
                <a:gd name="connsiteX55" fmla="*/ 104917 w 127868"/>
                <a:gd name="connsiteY55" fmla="*/ 29508 h 85245"/>
                <a:gd name="connsiteX56" fmla="*/ 104917 w 127868"/>
                <a:gd name="connsiteY56" fmla="*/ 31147 h 85245"/>
                <a:gd name="connsiteX57" fmla="*/ 104917 w 127868"/>
                <a:gd name="connsiteY57" fmla="*/ 31147 h 85245"/>
                <a:gd name="connsiteX58" fmla="*/ 104917 w 127868"/>
                <a:gd name="connsiteY58" fmla="*/ 31147 h 85245"/>
                <a:gd name="connsiteX59" fmla="*/ 106557 w 127868"/>
                <a:gd name="connsiteY59" fmla="*/ 31147 h 85245"/>
                <a:gd name="connsiteX60" fmla="*/ 111475 w 127868"/>
                <a:gd name="connsiteY60" fmla="*/ 31147 h 85245"/>
                <a:gd name="connsiteX61" fmla="*/ 114754 w 127868"/>
                <a:gd name="connsiteY61" fmla="*/ 31147 h 85245"/>
                <a:gd name="connsiteX62" fmla="*/ 114754 w 127868"/>
                <a:gd name="connsiteY62" fmla="*/ 31147 h 85245"/>
                <a:gd name="connsiteX63" fmla="*/ 114754 w 127868"/>
                <a:gd name="connsiteY63" fmla="*/ 32787 h 85245"/>
                <a:gd name="connsiteX64" fmla="*/ 116393 w 127868"/>
                <a:gd name="connsiteY64" fmla="*/ 32787 h 85245"/>
                <a:gd name="connsiteX65" fmla="*/ 118032 w 127868"/>
                <a:gd name="connsiteY65" fmla="*/ 32787 h 85245"/>
                <a:gd name="connsiteX66" fmla="*/ 118032 w 127868"/>
                <a:gd name="connsiteY66" fmla="*/ 32787 h 85245"/>
                <a:gd name="connsiteX67" fmla="*/ 119672 w 127868"/>
                <a:gd name="connsiteY67" fmla="*/ 37705 h 85245"/>
                <a:gd name="connsiteX68" fmla="*/ 122950 w 127868"/>
                <a:gd name="connsiteY68" fmla="*/ 37705 h 85245"/>
                <a:gd name="connsiteX69" fmla="*/ 122950 w 127868"/>
                <a:gd name="connsiteY69" fmla="*/ 37705 h 85245"/>
                <a:gd name="connsiteX70" fmla="*/ 121311 w 127868"/>
                <a:gd name="connsiteY70" fmla="*/ 40983 h 85245"/>
                <a:gd name="connsiteX71" fmla="*/ 124590 w 127868"/>
                <a:gd name="connsiteY71" fmla="*/ 42623 h 85245"/>
                <a:gd name="connsiteX72" fmla="*/ 126229 w 127868"/>
                <a:gd name="connsiteY72" fmla="*/ 45901 h 85245"/>
                <a:gd name="connsiteX73" fmla="*/ 126229 w 127868"/>
                <a:gd name="connsiteY73" fmla="*/ 47541 h 85245"/>
                <a:gd name="connsiteX74" fmla="*/ 127869 w 127868"/>
                <a:gd name="connsiteY74" fmla="*/ 49180 h 85245"/>
                <a:gd name="connsiteX75" fmla="*/ 122950 w 127868"/>
                <a:gd name="connsiteY75" fmla="*/ 50820 h 85245"/>
                <a:gd name="connsiteX76" fmla="*/ 119672 w 127868"/>
                <a:gd name="connsiteY76" fmla="*/ 54098 h 85245"/>
                <a:gd name="connsiteX77" fmla="*/ 119672 w 127868"/>
                <a:gd name="connsiteY77" fmla="*/ 57377 h 85245"/>
                <a:gd name="connsiteX78" fmla="*/ 118032 w 127868"/>
                <a:gd name="connsiteY78" fmla="*/ 57377 h 85245"/>
                <a:gd name="connsiteX79" fmla="*/ 116393 w 127868"/>
                <a:gd name="connsiteY79" fmla="*/ 57377 h 85245"/>
                <a:gd name="connsiteX80" fmla="*/ 114754 w 127868"/>
                <a:gd name="connsiteY80" fmla="*/ 55737 h 85245"/>
                <a:gd name="connsiteX81" fmla="*/ 113114 w 127868"/>
                <a:gd name="connsiteY81" fmla="*/ 55737 h 85245"/>
                <a:gd name="connsiteX82" fmla="*/ 109836 w 127868"/>
                <a:gd name="connsiteY82" fmla="*/ 60655 h 85245"/>
                <a:gd name="connsiteX83" fmla="*/ 109836 w 127868"/>
                <a:gd name="connsiteY83" fmla="*/ 62295 h 85245"/>
                <a:gd name="connsiteX84" fmla="*/ 108196 w 127868"/>
                <a:gd name="connsiteY84" fmla="*/ 63934 h 85245"/>
                <a:gd name="connsiteX85" fmla="*/ 108196 w 127868"/>
                <a:gd name="connsiteY85" fmla="*/ 63934 h 85245"/>
                <a:gd name="connsiteX86" fmla="*/ 104917 w 127868"/>
                <a:gd name="connsiteY86" fmla="*/ 68852 h 85245"/>
                <a:gd name="connsiteX87" fmla="*/ 106557 w 127868"/>
                <a:gd name="connsiteY87" fmla="*/ 68852 h 85245"/>
                <a:gd name="connsiteX88" fmla="*/ 104917 w 127868"/>
                <a:gd name="connsiteY88" fmla="*/ 70492 h 85245"/>
                <a:gd name="connsiteX89" fmla="*/ 106557 w 127868"/>
                <a:gd name="connsiteY89" fmla="*/ 73770 h 85245"/>
                <a:gd name="connsiteX90" fmla="*/ 109836 w 127868"/>
                <a:gd name="connsiteY90" fmla="*/ 75410 h 85245"/>
                <a:gd name="connsiteX91" fmla="*/ 109836 w 127868"/>
                <a:gd name="connsiteY91" fmla="*/ 78688 h 85245"/>
                <a:gd name="connsiteX92" fmla="*/ 109836 w 127868"/>
                <a:gd name="connsiteY92" fmla="*/ 78688 h 85245"/>
                <a:gd name="connsiteX93" fmla="*/ 109836 w 127868"/>
                <a:gd name="connsiteY93" fmla="*/ 78688 h 85245"/>
                <a:gd name="connsiteX94" fmla="*/ 108196 w 127868"/>
                <a:gd name="connsiteY94" fmla="*/ 81967 h 85245"/>
                <a:gd name="connsiteX95" fmla="*/ 106557 w 127868"/>
                <a:gd name="connsiteY95" fmla="*/ 83606 h 85245"/>
                <a:gd name="connsiteX96" fmla="*/ 106557 w 127868"/>
                <a:gd name="connsiteY96" fmla="*/ 83606 h 85245"/>
                <a:gd name="connsiteX97" fmla="*/ 103279 w 127868"/>
                <a:gd name="connsiteY97" fmla="*/ 83606 h 85245"/>
                <a:gd name="connsiteX98" fmla="*/ 103279 w 127868"/>
                <a:gd name="connsiteY98" fmla="*/ 83606 h 85245"/>
                <a:gd name="connsiteX99" fmla="*/ 100000 w 127868"/>
                <a:gd name="connsiteY99" fmla="*/ 83606 h 85245"/>
                <a:gd name="connsiteX100" fmla="*/ 96721 w 127868"/>
                <a:gd name="connsiteY100" fmla="*/ 85245 h 85245"/>
                <a:gd name="connsiteX101" fmla="*/ 95082 w 127868"/>
                <a:gd name="connsiteY101" fmla="*/ 83606 h 85245"/>
                <a:gd name="connsiteX102" fmla="*/ 93442 w 127868"/>
                <a:gd name="connsiteY102" fmla="*/ 80327 h 85245"/>
                <a:gd name="connsiteX103" fmla="*/ 93442 w 127868"/>
                <a:gd name="connsiteY103" fmla="*/ 80327 h 85245"/>
                <a:gd name="connsiteX104" fmla="*/ 88524 w 127868"/>
                <a:gd name="connsiteY104" fmla="*/ 77049 h 85245"/>
                <a:gd name="connsiteX105" fmla="*/ 85246 w 127868"/>
                <a:gd name="connsiteY105" fmla="*/ 75410 h 85245"/>
                <a:gd name="connsiteX106" fmla="*/ 81967 w 127868"/>
                <a:gd name="connsiteY106" fmla="*/ 73770 h 85245"/>
                <a:gd name="connsiteX107" fmla="*/ 80327 w 127868"/>
                <a:gd name="connsiteY107" fmla="*/ 72131 h 85245"/>
                <a:gd name="connsiteX108" fmla="*/ 78688 w 127868"/>
                <a:gd name="connsiteY108" fmla="*/ 72131 h 85245"/>
                <a:gd name="connsiteX109" fmla="*/ 75410 w 127868"/>
                <a:gd name="connsiteY109" fmla="*/ 70492 h 85245"/>
                <a:gd name="connsiteX110" fmla="*/ 77049 w 127868"/>
                <a:gd name="connsiteY110" fmla="*/ 67213 h 85245"/>
                <a:gd name="connsiteX111" fmla="*/ 73770 w 127868"/>
                <a:gd name="connsiteY111" fmla="*/ 63934 h 85245"/>
                <a:gd name="connsiteX112" fmla="*/ 75410 w 127868"/>
                <a:gd name="connsiteY112" fmla="*/ 60655 h 85245"/>
                <a:gd name="connsiteX113" fmla="*/ 75410 w 127868"/>
                <a:gd name="connsiteY113" fmla="*/ 57377 h 85245"/>
                <a:gd name="connsiteX114" fmla="*/ 75410 w 127868"/>
                <a:gd name="connsiteY114" fmla="*/ 55737 h 85245"/>
                <a:gd name="connsiteX115" fmla="*/ 73770 w 127868"/>
                <a:gd name="connsiteY115" fmla="*/ 55737 h 85245"/>
                <a:gd name="connsiteX116" fmla="*/ 73770 w 127868"/>
                <a:gd name="connsiteY116" fmla="*/ 57377 h 85245"/>
                <a:gd name="connsiteX117" fmla="*/ 70492 w 127868"/>
                <a:gd name="connsiteY117" fmla="*/ 59016 h 85245"/>
                <a:gd name="connsiteX118" fmla="*/ 68852 w 127868"/>
                <a:gd name="connsiteY118" fmla="*/ 63934 h 85245"/>
                <a:gd name="connsiteX119" fmla="*/ 68852 w 127868"/>
                <a:gd name="connsiteY119" fmla="*/ 63934 h 85245"/>
                <a:gd name="connsiteX120" fmla="*/ 63934 w 127868"/>
                <a:gd name="connsiteY120" fmla="*/ 65573 h 85245"/>
                <a:gd name="connsiteX121" fmla="*/ 60656 w 127868"/>
                <a:gd name="connsiteY121" fmla="*/ 65573 h 85245"/>
                <a:gd name="connsiteX122" fmla="*/ 57377 w 127868"/>
                <a:gd name="connsiteY122" fmla="*/ 65573 h 85245"/>
                <a:gd name="connsiteX123" fmla="*/ 54098 w 127868"/>
                <a:gd name="connsiteY123" fmla="*/ 65573 h 85245"/>
                <a:gd name="connsiteX124" fmla="*/ 52459 w 127868"/>
                <a:gd name="connsiteY124" fmla="*/ 65573 h 85245"/>
                <a:gd name="connsiteX125" fmla="*/ 52459 w 127868"/>
                <a:gd name="connsiteY125" fmla="*/ 63934 h 85245"/>
                <a:gd name="connsiteX126" fmla="*/ 52459 w 127868"/>
                <a:gd name="connsiteY126" fmla="*/ 63934 h 85245"/>
                <a:gd name="connsiteX127" fmla="*/ 52459 w 127868"/>
                <a:gd name="connsiteY127" fmla="*/ 63934 h 85245"/>
                <a:gd name="connsiteX128" fmla="*/ 52459 w 127868"/>
                <a:gd name="connsiteY128" fmla="*/ 62295 h 85245"/>
                <a:gd name="connsiteX129" fmla="*/ 54098 w 127868"/>
                <a:gd name="connsiteY129" fmla="*/ 59016 h 85245"/>
                <a:gd name="connsiteX130" fmla="*/ 52459 w 127868"/>
                <a:gd name="connsiteY130" fmla="*/ 54098 h 85245"/>
                <a:gd name="connsiteX131" fmla="*/ 50820 w 127868"/>
                <a:gd name="connsiteY131" fmla="*/ 50820 h 85245"/>
                <a:gd name="connsiteX132" fmla="*/ 49180 w 127868"/>
                <a:gd name="connsiteY132" fmla="*/ 49180 h 85245"/>
                <a:gd name="connsiteX133" fmla="*/ 45902 w 127868"/>
                <a:gd name="connsiteY133" fmla="*/ 49180 h 85245"/>
                <a:gd name="connsiteX134" fmla="*/ 44262 w 127868"/>
                <a:gd name="connsiteY134" fmla="*/ 49180 h 85245"/>
                <a:gd name="connsiteX135" fmla="*/ 44262 w 127868"/>
                <a:gd name="connsiteY135" fmla="*/ 49180 h 85245"/>
                <a:gd name="connsiteX136" fmla="*/ 40983 w 127868"/>
                <a:gd name="connsiteY136" fmla="*/ 49180 h 85245"/>
                <a:gd name="connsiteX137" fmla="*/ 36066 w 127868"/>
                <a:gd name="connsiteY137" fmla="*/ 49180 h 85245"/>
                <a:gd name="connsiteX138" fmla="*/ 36066 w 127868"/>
                <a:gd name="connsiteY138" fmla="*/ 45901 h 85245"/>
                <a:gd name="connsiteX139" fmla="*/ 36066 w 127868"/>
                <a:gd name="connsiteY139" fmla="*/ 45901 h 85245"/>
                <a:gd name="connsiteX140" fmla="*/ 36066 w 127868"/>
                <a:gd name="connsiteY140" fmla="*/ 44262 h 85245"/>
                <a:gd name="connsiteX141" fmla="*/ 34426 w 127868"/>
                <a:gd name="connsiteY141" fmla="*/ 42623 h 85245"/>
                <a:gd name="connsiteX142" fmla="*/ 32787 w 127868"/>
                <a:gd name="connsiteY142" fmla="*/ 42623 h 85245"/>
                <a:gd name="connsiteX143" fmla="*/ 32787 w 127868"/>
                <a:gd name="connsiteY143" fmla="*/ 42623 h 85245"/>
                <a:gd name="connsiteX144" fmla="*/ 29508 w 127868"/>
                <a:gd name="connsiteY144" fmla="*/ 40983 h 85245"/>
                <a:gd name="connsiteX145" fmla="*/ 24590 w 127868"/>
                <a:gd name="connsiteY145" fmla="*/ 40983 h 85245"/>
                <a:gd name="connsiteX146" fmla="*/ 22951 w 127868"/>
                <a:gd name="connsiteY146" fmla="*/ 37705 h 85245"/>
                <a:gd name="connsiteX147" fmla="*/ 22951 w 127868"/>
                <a:gd name="connsiteY147" fmla="*/ 37705 h 85245"/>
                <a:gd name="connsiteX148" fmla="*/ 22951 w 127868"/>
                <a:gd name="connsiteY148" fmla="*/ 32787 h 85245"/>
                <a:gd name="connsiteX149" fmla="*/ 21312 w 127868"/>
                <a:gd name="connsiteY149" fmla="*/ 32787 h 85245"/>
                <a:gd name="connsiteX150" fmla="*/ 21312 w 127868"/>
                <a:gd name="connsiteY150" fmla="*/ 31147 h 85245"/>
                <a:gd name="connsiteX151" fmla="*/ 21312 w 127868"/>
                <a:gd name="connsiteY151" fmla="*/ 31147 h 85245"/>
                <a:gd name="connsiteX152" fmla="*/ 19672 w 127868"/>
                <a:gd name="connsiteY152" fmla="*/ 29508 h 85245"/>
                <a:gd name="connsiteX153" fmla="*/ 18033 w 127868"/>
                <a:gd name="connsiteY153" fmla="*/ 29508 h 85245"/>
                <a:gd name="connsiteX154" fmla="*/ 18033 w 127868"/>
                <a:gd name="connsiteY154" fmla="*/ 31147 h 85245"/>
                <a:gd name="connsiteX155" fmla="*/ 16393 w 127868"/>
                <a:gd name="connsiteY155" fmla="*/ 31147 h 85245"/>
                <a:gd name="connsiteX156" fmla="*/ 14754 w 127868"/>
                <a:gd name="connsiteY156" fmla="*/ 31147 h 85245"/>
                <a:gd name="connsiteX157" fmla="*/ 11476 w 127868"/>
                <a:gd name="connsiteY157" fmla="*/ 34426 h 85245"/>
                <a:gd name="connsiteX158" fmla="*/ 9836 w 127868"/>
                <a:gd name="connsiteY158" fmla="*/ 32787 h 85245"/>
                <a:gd name="connsiteX159" fmla="*/ 9836 w 127868"/>
                <a:gd name="connsiteY159" fmla="*/ 32787 h 85245"/>
                <a:gd name="connsiteX160" fmla="*/ 6557 w 127868"/>
                <a:gd name="connsiteY160" fmla="*/ 31147 h 85245"/>
                <a:gd name="connsiteX161" fmla="*/ 1639 w 127868"/>
                <a:gd name="connsiteY161" fmla="*/ 27869 h 85245"/>
                <a:gd name="connsiteX162" fmla="*/ 1639 w 127868"/>
                <a:gd name="connsiteY162" fmla="*/ 24590 h 85245"/>
                <a:gd name="connsiteX163" fmla="*/ 1639 w 127868"/>
                <a:gd name="connsiteY163" fmla="*/ 22951 h 85245"/>
                <a:gd name="connsiteX164" fmla="*/ 0 w 127868"/>
                <a:gd name="connsiteY164" fmla="*/ 18033 h 85245"/>
                <a:gd name="connsiteX165" fmla="*/ 0 w 127868"/>
                <a:gd name="connsiteY165" fmla="*/ 16393 h 85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</a:cxnLst>
              <a:rect l="l" t="t" r="r" b="b"/>
              <a:pathLst>
                <a:path w="127868" h="85245">
                  <a:moveTo>
                    <a:pt x="0" y="16393"/>
                  </a:moveTo>
                  <a:lnTo>
                    <a:pt x="3279" y="14754"/>
                  </a:lnTo>
                  <a:lnTo>
                    <a:pt x="6557" y="13115"/>
                  </a:lnTo>
                  <a:lnTo>
                    <a:pt x="9836" y="11475"/>
                  </a:lnTo>
                  <a:lnTo>
                    <a:pt x="14754" y="9836"/>
                  </a:lnTo>
                  <a:lnTo>
                    <a:pt x="18033" y="8197"/>
                  </a:lnTo>
                  <a:lnTo>
                    <a:pt x="19672" y="8197"/>
                  </a:lnTo>
                  <a:lnTo>
                    <a:pt x="22951" y="6557"/>
                  </a:lnTo>
                  <a:lnTo>
                    <a:pt x="26229" y="4918"/>
                  </a:lnTo>
                  <a:lnTo>
                    <a:pt x="27869" y="4918"/>
                  </a:lnTo>
                  <a:lnTo>
                    <a:pt x="27869" y="8197"/>
                  </a:lnTo>
                  <a:lnTo>
                    <a:pt x="27869" y="9836"/>
                  </a:lnTo>
                  <a:lnTo>
                    <a:pt x="31147" y="9836"/>
                  </a:lnTo>
                  <a:lnTo>
                    <a:pt x="34426" y="8197"/>
                  </a:lnTo>
                  <a:lnTo>
                    <a:pt x="37705" y="9836"/>
                  </a:lnTo>
                  <a:lnTo>
                    <a:pt x="42623" y="11475"/>
                  </a:lnTo>
                  <a:lnTo>
                    <a:pt x="44262" y="11475"/>
                  </a:lnTo>
                  <a:lnTo>
                    <a:pt x="44262" y="11475"/>
                  </a:lnTo>
                  <a:lnTo>
                    <a:pt x="47541" y="11475"/>
                  </a:lnTo>
                  <a:lnTo>
                    <a:pt x="49180" y="9836"/>
                  </a:lnTo>
                  <a:lnTo>
                    <a:pt x="52459" y="9836"/>
                  </a:lnTo>
                  <a:lnTo>
                    <a:pt x="57377" y="6557"/>
                  </a:lnTo>
                  <a:lnTo>
                    <a:pt x="59016" y="9836"/>
                  </a:lnTo>
                  <a:lnTo>
                    <a:pt x="57377" y="6557"/>
                  </a:lnTo>
                  <a:lnTo>
                    <a:pt x="57377" y="4918"/>
                  </a:lnTo>
                  <a:lnTo>
                    <a:pt x="59016" y="4918"/>
                  </a:lnTo>
                  <a:lnTo>
                    <a:pt x="59016" y="4918"/>
                  </a:lnTo>
                  <a:lnTo>
                    <a:pt x="63934" y="4918"/>
                  </a:lnTo>
                  <a:lnTo>
                    <a:pt x="63934" y="1639"/>
                  </a:lnTo>
                  <a:lnTo>
                    <a:pt x="67213" y="3279"/>
                  </a:lnTo>
                  <a:lnTo>
                    <a:pt x="72131" y="3279"/>
                  </a:lnTo>
                  <a:lnTo>
                    <a:pt x="73770" y="0"/>
                  </a:lnTo>
                  <a:lnTo>
                    <a:pt x="73770" y="3279"/>
                  </a:lnTo>
                  <a:lnTo>
                    <a:pt x="78688" y="3279"/>
                  </a:lnTo>
                  <a:lnTo>
                    <a:pt x="81967" y="3279"/>
                  </a:lnTo>
                  <a:lnTo>
                    <a:pt x="83606" y="0"/>
                  </a:lnTo>
                  <a:lnTo>
                    <a:pt x="85246" y="1639"/>
                  </a:lnTo>
                  <a:lnTo>
                    <a:pt x="85246" y="4918"/>
                  </a:lnTo>
                  <a:lnTo>
                    <a:pt x="88524" y="8197"/>
                  </a:lnTo>
                  <a:lnTo>
                    <a:pt x="90164" y="9836"/>
                  </a:lnTo>
                  <a:lnTo>
                    <a:pt x="90164" y="9836"/>
                  </a:lnTo>
                  <a:lnTo>
                    <a:pt x="95082" y="9836"/>
                  </a:lnTo>
                  <a:lnTo>
                    <a:pt x="96721" y="9836"/>
                  </a:lnTo>
                  <a:lnTo>
                    <a:pt x="100000" y="11475"/>
                  </a:lnTo>
                  <a:lnTo>
                    <a:pt x="101639" y="11475"/>
                  </a:lnTo>
                  <a:lnTo>
                    <a:pt x="104917" y="13115"/>
                  </a:lnTo>
                  <a:lnTo>
                    <a:pt x="109836" y="13115"/>
                  </a:lnTo>
                  <a:lnTo>
                    <a:pt x="109836" y="14754"/>
                  </a:lnTo>
                  <a:lnTo>
                    <a:pt x="108196" y="16393"/>
                  </a:lnTo>
                  <a:lnTo>
                    <a:pt x="106557" y="21311"/>
                  </a:lnTo>
                  <a:lnTo>
                    <a:pt x="106557" y="22951"/>
                  </a:lnTo>
                  <a:lnTo>
                    <a:pt x="103279" y="26229"/>
                  </a:lnTo>
                  <a:lnTo>
                    <a:pt x="103279" y="27869"/>
                  </a:lnTo>
                  <a:lnTo>
                    <a:pt x="103279" y="27869"/>
                  </a:lnTo>
                  <a:lnTo>
                    <a:pt x="104917" y="29508"/>
                  </a:lnTo>
                  <a:lnTo>
                    <a:pt x="104917" y="29508"/>
                  </a:lnTo>
                  <a:lnTo>
                    <a:pt x="104917" y="31147"/>
                  </a:lnTo>
                  <a:lnTo>
                    <a:pt x="104917" y="31147"/>
                  </a:lnTo>
                  <a:lnTo>
                    <a:pt x="104917" y="31147"/>
                  </a:lnTo>
                  <a:lnTo>
                    <a:pt x="106557" y="31147"/>
                  </a:lnTo>
                  <a:lnTo>
                    <a:pt x="111475" y="31147"/>
                  </a:lnTo>
                  <a:lnTo>
                    <a:pt x="114754" y="31147"/>
                  </a:lnTo>
                  <a:lnTo>
                    <a:pt x="114754" y="31147"/>
                  </a:lnTo>
                  <a:lnTo>
                    <a:pt x="114754" y="32787"/>
                  </a:lnTo>
                  <a:lnTo>
                    <a:pt x="116393" y="32787"/>
                  </a:lnTo>
                  <a:lnTo>
                    <a:pt x="118032" y="32787"/>
                  </a:lnTo>
                  <a:lnTo>
                    <a:pt x="118032" y="32787"/>
                  </a:lnTo>
                  <a:lnTo>
                    <a:pt x="119672" y="37705"/>
                  </a:lnTo>
                  <a:lnTo>
                    <a:pt x="122950" y="37705"/>
                  </a:lnTo>
                  <a:lnTo>
                    <a:pt x="122950" y="37705"/>
                  </a:lnTo>
                  <a:lnTo>
                    <a:pt x="121311" y="40983"/>
                  </a:lnTo>
                  <a:lnTo>
                    <a:pt x="124590" y="42623"/>
                  </a:lnTo>
                  <a:lnTo>
                    <a:pt x="126229" y="45901"/>
                  </a:lnTo>
                  <a:lnTo>
                    <a:pt x="126229" y="47541"/>
                  </a:lnTo>
                  <a:lnTo>
                    <a:pt x="127869" y="49180"/>
                  </a:lnTo>
                  <a:lnTo>
                    <a:pt x="122950" y="50820"/>
                  </a:lnTo>
                  <a:lnTo>
                    <a:pt x="119672" y="54098"/>
                  </a:lnTo>
                  <a:lnTo>
                    <a:pt x="119672" y="57377"/>
                  </a:lnTo>
                  <a:lnTo>
                    <a:pt x="118032" y="57377"/>
                  </a:lnTo>
                  <a:lnTo>
                    <a:pt x="116393" y="57377"/>
                  </a:lnTo>
                  <a:lnTo>
                    <a:pt x="114754" y="55737"/>
                  </a:lnTo>
                  <a:lnTo>
                    <a:pt x="113114" y="55737"/>
                  </a:lnTo>
                  <a:lnTo>
                    <a:pt x="109836" y="60655"/>
                  </a:lnTo>
                  <a:lnTo>
                    <a:pt x="109836" y="62295"/>
                  </a:lnTo>
                  <a:lnTo>
                    <a:pt x="108196" y="63934"/>
                  </a:lnTo>
                  <a:lnTo>
                    <a:pt x="108196" y="63934"/>
                  </a:lnTo>
                  <a:lnTo>
                    <a:pt x="104917" y="68852"/>
                  </a:lnTo>
                  <a:lnTo>
                    <a:pt x="106557" y="68852"/>
                  </a:lnTo>
                  <a:lnTo>
                    <a:pt x="104917" y="70492"/>
                  </a:lnTo>
                  <a:lnTo>
                    <a:pt x="106557" y="73770"/>
                  </a:lnTo>
                  <a:lnTo>
                    <a:pt x="109836" y="75410"/>
                  </a:lnTo>
                  <a:lnTo>
                    <a:pt x="109836" y="78688"/>
                  </a:lnTo>
                  <a:lnTo>
                    <a:pt x="109836" y="78688"/>
                  </a:lnTo>
                  <a:lnTo>
                    <a:pt x="109836" y="78688"/>
                  </a:lnTo>
                  <a:lnTo>
                    <a:pt x="108196" y="81967"/>
                  </a:lnTo>
                  <a:lnTo>
                    <a:pt x="106557" y="83606"/>
                  </a:lnTo>
                  <a:lnTo>
                    <a:pt x="106557" y="83606"/>
                  </a:lnTo>
                  <a:lnTo>
                    <a:pt x="103279" y="83606"/>
                  </a:lnTo>
                  <a:lnTo>
                    <a:pt x="103279" y="83606"/>
                  </a:lnTo>
                  <a:lnTo>
                    <a:pt x="100000" y="83606"/>
                  </a:lnTo>
                  <a:lnTo>
                    <a:pt x="96721" y="85245"/>
                  </a:lnTo>
                  <a:lnTo>
                    <a:pt x="95082" y="83606"/>
                  </a:lnTo>
                  <a:lnTo>
                    <a:pt x="93442" y="80327"/>
                  </a:lnTo>
                  <a:lnTo>
                    <a:pt x="93442" y="80327"/>
                  </a:lnTo>
                  <a:lnTo>
                    <a:pt x="88524" y="77049"/>
                  </a:lnTo>
                  <a:lnTo>
                    <a:pt x="85246" y="75410"/>
                  </a:lnTo>
                  <a:lnTo>
                    <a:pt x="81967" y="73770"/>
                  </a:lnTo>
                  <a:lnTo>
                    <a:pt x="80327" y="72131"/>
                  </a:lnTo>
                  <a:lnTo>
                    <a:pt x="78688" y="72131"/>
                  </a:lnTo>
                  <a:lnTo>
                    <a:pt x="75410" y="70492"/>
                  </a:lnTo>
                  <a:lnTo>
                    <a:pt x="77049" y="67213"/>
                  </a:lnTo>
                  <a:lnTo>
                    <a:pt x="73770" y="63934"/>
                  </a:lnTo>
                  <a:lnTo>
                    <a:pt x="75410" y="60655"/>
                  </a:lnTo>
                  <a:lnTo>
                    <a:pt x="75410" y="57377"/>
                  </a:lnTo>
                  <a:lnTo>
                    <a:pt x="75410" y="55737"/>
                  </a:lnTo>
                  <a:lnTo>
                    <a:pt x="73770" y="55737"/>
                  </a:lnTo>
                  <a:lnTo>
                    <a:pt x="73770" y="57377"/>
                  </a:lnTo>
                  <a:lnTo>
                    <a:pt x="70492" y="59016"/>
                  </a:lnTo>
                  <a:lnTo>
                    <a:pt x="68852" y="63934"/>
                  </a:lnTo>
                  <a:lnTo>
                    <a:pt x="68852" y="63934"/>
                  </a:lnTo>
                  <a:lnTo>
                    <a:pt x="63934" y="65573"/>
                  </a:lnTo>
                  <a:lnTo>
                    <a:pt x="60656" y="65573"/>
                  </a:lnTo>
                  <a:lnTo>
                    <a:pt x="57377" y="65573"/>
                  </a:lnTo>
                  <a:lnTo>
                    <a:pt x="54098" y="65573"/>
                  </a:lnTo>
                  <a:lnTo>
                    <a:pt x="52459" y="65573"/>
                  </a:lnTo>
                  <a:lnTo>
                    <a:pt x="52459" y="63934"/>
                  </a:lnTo>
                  <a:lnTo>
                    <a:pt x="52459" y="63934"/>
                  </a:lnTo>
                  <a:lnTo>
                    <a:pt x="52459" y="63934"/>
                  </a:lnTo>
                  <a:lnTo>
                    <a:pt x="52459" y="62295"/>
                  </a:lnTo>
                  <a:lnTo>
                    <a:pt x="54098" y="59016"/>
                  </a:lnTo>
                  <a:lnTo>
                    <a:pt x="52459" y="54098"/>
                  </a:lnTo>
                  <a:lnTo>
                    <a:pt x="50820" y="50820"/>
                  </a:lnTo>
                  <a:lnTo>
                    <a:pt x="49180" y="49180"/>
                  </a:lnTo>
                  <a:lnTo>
                    <a:pt x="45902" y="49180"/>
                  </a:lnTo>
                  <a:lnTo>
                    <a:pt x="44262" y="49180"/>
                  </a:lnTo>
                  <a:lnTo>
                    <a:pt x="44262" y="49180"/>
                  </a:lnTo>
                  <a:lnTo>
                    <a:pt x="40983" y="49180"/>
                  </a:lnTo>
                  <a:lnTo>
                    <a:pt x="36066" y="49180"/>
                  </a:lnTo>
                  <a:lnTo>
                    <a:pt x="36066" y="45901"/>
                  </a:lnTo>
                  <a:lnTo>
                    <a:pt x="36066" y="45901"/>
                  </a:lnTo>
                  <a:lnTo>
                    <a:pt x="36066" y="44262"/>
                  </a:lnTo>
                  <a:lnTo>
                    <a:pt x="34426" y="42623"/>
                  </a:lnTo>
                  <a:lnTo>
                    <a:pt x="32787" y="42623"/>
                  </a:lnTo>
                  <a:lnTo>
                    <a:pt x="32787" y="42623"/>
                  </a:lnTo>
                  <a:lnTo>
                    <a:pt x="29508" y="40983"/>
                  </a:lnTo>
                  <a:lnTo>
                    <a:pt x="24590" y="40983"/>
                  </a:lnTo>
                  <a:lnTo>
                    <a:pt x="22951" y="37705"/>
                  </a:lnTo>
                  <a:lnTo>
                    <a:pt x="22951" y="37705"/>
                  </a:lnTo>
                  <a:lnTo>
                    <a:pt x="22951" y="32787"/>
                  </a:lnTo>
                  <a:lnTo>
                    <a:pt x="21312" y="32787"/>
                  </a:lnTo>
                  <a:lnTo>
                    <a:pt x="21312" y="31147"/>
                  </a:lnTo>
                  <a:lnTo>
                    <a:pt x="21312" y="31147"/>
                  </a:lnTo>
                  <a:lnTo>
                    <a:pt x="19672" y="29508"/>
                  </a:lnTo>
                  <a:lnTo>
                    <a:pt x="18033" y="29508"/>
                  </a:lnTo>
                  <a:lnTo>
                    <a:pt x="18033" y="31147"/>
                  </a:lnTo>
                  <a:lnTo>
                    <a:pt x="16393" y="31147"/>
                  </a:lnTo>
                  <a:lnTo>
                    <a:pt x="14754" y="31147"/>
                  </a:lnTo>
                  <a:lnTo>
                    <a:pt x="11476" y="34426"/>
                  </a:lnTo>
                  <a:lnTo>
                    <a:pt x="9836" y="32787"/>
                  </a:lnTo>
                  <a:lnTo>
                    <a:pt x="9836" y="32787"/>
                  </a:lnTo>
                  <a:lnTo>
                    <a:pt x="6557" y="31147"/>
                  </a:lnTo>
                  <a:lnTo>
                    <a:pt x="1639" y="27869"/>
                  </a:lnTo>
                  <a:lnTo>
                    <a:pt x="1639" y="24590"/>
                  </a:lnTo>
                  <a:lnTo>
                    <a:pt x="1639" y="22951"/>
                  </a:lnTo>
                  <a:lnTo>
                    <a:pt x="0" y="18033"/>
                  </a:lnTo>
                  <a:lnTo>
                    <a:pt x="0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94" name="Freeform 3693">
              <a:extLst>
                <a:ext uri="{FF2B5EF4-FFF2-40B4-BE49-F238E27FC236}">
                  <a16:creationId xmlns:a16="http://schemas.microsoft.com/office/drawing/2014/main" id="{F7912A6E-37CA-0741-BE86-4FF522E70609}"/>
                </a:ext>
              </a:extLst>
            </p:cNvPr>
            <p:cNvSpPr/>
            <p:nvPr/>
          </p:nvSpPr>
          <p:spPr>
            <a:xfrm>
              <a:off x="5727149" y="4018176"/>
              <a:ext cx="77049" cy="62294"/>
            </a:xfrm>
            <a:custGeom>
              <a:avLst/>
              <a:gdLst>
                <a:gd name="connsiteX0" fmla="*/ 9836 w 77049"/>
                <a:gd name="connsiteY0" fmla="*/ 34426 h 62294"/>
                <a:gd name="connsiteX1" fmla="*/ 11476 w 77049"/>
                <a:gd name="connsiteY1" fmla="*/ 34426 h 62294"/>
                <a:gd name="connsiteX2" fmla="*/ 14754 w 77049"/>
                <a:gd name="connsiteY2" fmla="*/ 32787 h 62294"/>
                <a:gd name="connsiteX3" fmla="*/ 11476 w 77049"/>
                <a:gd name="connsiteY3" fmla="*/ 34426 h 62294"/>
                <a:gd name="connsiteX4" fmla="*/ 9836 w 77049"/>
                <a:gd name="connsiteY4" fmla="*/ 31147 h 62294"/>
                <a:gd name="connsiteX5" fmla="*/ 13114 w 77049"/>
                <a:gd name="connsiteY5" fmla="*/ 27868 h 62294"/>
                <a:gd name="connsiteX6" fmla="*/ 14754 w 77049"/>
                <a:gd name="connsiteY6" fmla="*/ 22951 h 62294"/>
                <a:gd name="connsiteX7" fmla="*/ 18033 w 77049"/>
                <a:gd name="connsiteY7" fmla="*/ 19672 h 62294"/>
                <a:gd name="connsiteX8" fmla="*/ 16393 w 77049"/>
                <a:gd name="connsiteY8" fmla="*/ 16393 h 62294"/>
                <a:gd name="connsiteX9" fmla="*/ 16393 w 77049"/>
                <a:gd name="connsiteY9" fmla="*/ 11475 h 62294"/>
                <a:gd name="connsiteX10" fmla="*/ 16393 w 77049"/>
                <a:gd name="connsiteY10" fmla="*/ 8197 h 62294"/>
                <a:gd name="connsiteX11" fmla="*/ 16393 w 77049"/>
                <a:gd name="connsiteY11" fmla="*/ 4918 h 62294"/>
                <a:gd name="connsiteX12" fmla="*/ 18033 w 77049"/>
                <a:gd name="connsiteY12" fmla="*/ 0 h 62294"/>
                <a:gd name="connsiteX13" fmla="*/ 18033 w 77049"/>
                <a:gd name="connsiteY13" fmla="*/ 3278 h 62294"/>
                <a:gd name="connsiteX14" fmla="*/ 21311 w 77049"/>
                <a:gd name="connsiteY14" fmla="*/ 6557 h 62294"/>
                <a:gd name="connsiteX15" fmla="*/ 24590 w 77049"/>
                <a:gd name="connsiteY15" fmla="*/ 8197 h 62294"/>
                <a:gd name="connsiteX16" fmla="*/ 26229 w 77049"/>
                <a:gd name="connsiteY16" fmla="*/ 8197 h 62294"/>
                <a:gd name="connsiteX17" fmla="*/ 27869 w 77049"/>
                <a:gd name="connsiteY17" fmla="*/ 8197 h 62294"/>
                <a:gd name="connsiteX18" fmla="*/ 31147 w 77049"/>
                <a:gd name="connsiteY18" fmla="*/ 8197 h 62294"/>
                <a:gd name="connsiteX19" fmla="*/ 31147 w 77049"/>
                <a:gd name="connsiteY19" fmla="*/ 8197 h 62294"/>
                <a:gd name="connsiteX20" fmla="*/ 36066 w 77049"/>
                <a:gd name="connsiteY20" fmla="*/ 8197 h 62294"/>
                <a:gd name="connsiteX21" fmla="*/ 39344 w 77049"/>
                <a:gd name="connsiteY21" fmla="*/ 8197 h 62294"/>
                <a:gd name="connsiteX22" fmla="*/ 42623 w 77049"/>
                <a:gd name="connsiteY22" fmla="*/ 8197 h 62294"/>
                <a:gd name="connsiteX23" fmla="*/ 45901 w 77049"/>
                <a:gd name="connsiteY23" fmla="*/ 8197 h 62294"/>
                <a:gd name="connsiteX24" fmla="*/ 50820 w 77049"/>
                <a:gd name="connsiteY24" fmla="*/ 8197 h 62294"/>
                <a:gd name="connsiteX25" fmla="*/ 54098 w 77049"/>
                <a:gd name="connsiteY25" fmla="*/ 8197 h 62294"/>
                <a:gd name="connsiteX26" fmla="*/ 57377 w 77049"/>
                <a:gd name="connsiteY26" fmla="*/ 8197 h 62294"/>
                <a:gd name="connsiteX27" fmla="*/ 60656 w 77049"/>
                <a:gd name="connsiteY27" fmla="*/ 8197 h 62294"/>
                <a:gd name="connsiteX28" fmla="*/ 65573 w 77049"/>
                <a:gd name="connsiteY28" fmla="*/ 8197 h 62294"/>
                <a:gd name="connsiteX29" fmla="*/ 68852 w 77049"/>
                <a:gd name="connsiteY29" fmla="*/ 8197 h 62294"/>
                <a:gd name="connsiteX30" fmla="*/ 72131 w 77049"/>
                <a:gd name="connsiteY30" fmla="*/ 8197 h 62294"/>
                <a:gd name="connsiteX31" fmla="*/ 75410 w 77049"/>
                <a:gd name="connsiteY31" fmla="*/ 8197 h 62294"/>
                <a:gd name="connsiteX32" fmla="*/ 77049 w 77049"/>
                <a:gd name="connsiteY32" fmla="*/ 8197 h 62294"/>
                <a:gd name="connsiteX33" fmla="*/ 77049 w 77049"/>
                <a:gd name="connsiteY33" fmla="*/ 8197 h 62294"/>
                <a:gd name="connsiteX34" fmla="*/ 77049 w 77049"/>
                <a:gd name="connsiteY34" fmla="*/ 11475 h 62294"/>
                <a:gd name="connsiteX35" fmla="*/ 77049 w 77049"/>
                <a:gd name="connsiteY35" fmla="*/ 16393 h 62294"/>
                <a:gd name="connsiteX36" fmla="*/ 77049 w 77049"/>
                <a:gd name="connsiteY36" fmla="*/ 19672 h 62294"/>
                <a:gd name="connsiteX37" fmla="*/ 77049 w 77049"/>
                <a:gd name="connsiteY37" fmla="*/ 24590 h 62294"/>
                <a:gd name="connsiteX38" fmla="*/ 77049 w 77049"/>
                <a:gd name="connsiteY38" fmla="*/ 27868 h 62294"/>
                <a:gd name="connsiteX39" fmla="*/ 77049 w 77049"/>
                <a:gd name="connsiteY39" fmla="*/ 31147 h 62294"/>
                <a:gd name="connsiteX40" fmla="*/ 77049 w 77049"/>
                <a:gd name="connsiteY40" fmla="*/ 32787 h 62294"/>
                <a:gd name="connsiteX41" fmla="*/ 77049 w 77049"/>
                <a:gd name="connsiteY41" fmla="*/ 36065 h 62294"/>
                <a:gd name="connsiteX42" fmla="*/ 77049 w 77049"/>
                <a:gd name="connsiteY42" fmla="*/ 39344 h 62294"/>
                <a:gd name="connsiteX43" fmla="*/ 77049 w 77049"/>
                <a:gd name="connsiteY43" fmla="*/ 42623 h 62294"/>
                <a:gd name="connsiteX44" fmla="*/ 77049 w 77049"/>
                <a:gd name="connsiteY44" fmla="*/ 45901 h 62294"/>
                <a:gd name="connsiteX45" fmla="*/ 77049 w 77049"/>
                <a:gd name="connsiteY45" fmla="*/ 50820 h 62294"/>
                <a:gd name="connsiteX46" fmla="*/ 77049 w 77049"/>
                <a:gd name="connsiteY46" fmla="*/ 54098 h 62294"/>
                <a:gd name="connsiteX47" fmla="*/ 77049 w 77049"/>
                <a:gd name="connsiteY47" fmla="*/ 59016 h 62294"/>
                <a:gd name="connsiteX48" fmla="*/ 73770 w 77049"/>
                <a:gd name="connsiteY48" fmla="*/ 59016 h 62294"/>
                <a:gd name="connsiteX49" fmla="*/ 70491 w 77049"/>
                <a:gd name="connsiteY49" fmla="*/ 59016 h 62294"/>
                <a:gd name="connsiteX50" fmla="*/ 65573 w 77049"/>
                <a:gd name="connsiteY50" fmla="*/ 59016 h 62294"/>
                <a:gd name="connsiteX51" fmla="*/ 62295 w 77049"/>
                <a:gd name="connsiteY51" fmla="*/ 59016 h 62294"/>
                <a:gd name="connsiteX52" fmla="*/ 62295 w 77049"/>
                <a:gd name="connsiteY52" fmla="*/ 59016 h 62294"/>
                <a:gd name="connsiteX53" fmla="*/ 60656 w 77049"/>
                <a:gd name="connsiteY53" fmla="*/ 59016 h 62294"/>
                <a:gd name="connsiteX54" fmla="*/ 55737 w 77049"/>
                <a:gd name="connsiteY54" fmla="*/ 59016 h 62294"/>
                <a:gd name="connsiteX55" fmla="*/ 54098 w 77049"/>
                <a:gd name="connsiteY55" fmla="*/ 59016 h 62294"/>
                <a:gd name="connsiteX56" fmla="*/ 49180 w 77049"/>
                <a:gd name="connsiteY56" fmla="*/ 59016 h 62294"/>
                <a:gd name="connsiteX57" fmla="*/ 45901 w 77049"/>
                <a:gd name="connsiteY57" fmla="*/ 59016 h 62294"/>
                <a:gd name="connsiteX58" fmla="*/ 42623 w 77049"/>
                <a:gd name="connsiteY58" fmla="*/ 59016 h 62294"/>
                <a:gd name="connsiteX59" fmla="*/ 40983 w 77049"/>
                <a:gd name="connsiteY59" fmla="*/ 59016 h 62294"/>
                <a:gd name="connsiteX60" fmla="*/ 37705 w 77049"/>
                <a:gd name="connsiteY60" fmla="*/ 59016 h 62294"/>
                <a:gd name="connsiteX61" fmla="*/ 32787 w 77049"/>
                <a:gd name="connsiteY61" fmla="*/ 59016 h 62294"/>
                <a:gd name="connsiteX62" fmla="*/ 29508 w 77049"/>
                <a:gd name="connsiteY62" fmla="*/ 59016 h 62294"/>
                <a:gd name="connsiteX63" fmla="*/ 26229 w 77049"/>
                <a:gd name="connsiteY63" fmla="*/ 59016 h 62294"/>
                <a:gd name="connsiteX64" fmla="*/ 24590 w 77049"/>
                <a:gd name="connsiteY64" fmla="*/ 59016 h 62294"/>
                <a:gd name="connsiteX65" fmla="*/ 21311 w 77049"/>
                <a:gd name="connsiteY65" fmla="*/ 62295 h 62294"/>
                <a:gd name="connsiteX66" fmla="*/ 18033 w 77049"/>
                <a:gd name="connsiteY66" fmla="*/ 59016 h 62294"/>
                <a:gd name="connsiteX67" fmla="*/ 19672 w 77049"/>
                <a:gd name="connsiteY67" fmla="*/ 57377 h 62294"/>
                <a:gd name="connsiteX68" fmla="*/ 14754 w 77049"/>
                <a:gd name="connsiteY68" fmla="*/ 55737 h 62294"/>
                <a:gd name="connsiteX69" fmla="*/ 11476 w 77049"/>
                <a:gd name="connsiteY69" fmla="*/ 57377 h 62294"/>
                <a:gd name="connsiteX70" fmla="*/ 8197 w 77049"/>
                <a:gd name="connsiteY70" fmla="*/ 55737 h 62294"/>
                <a:gd name="connsiteX71" fmla="*/ 3279 w 77049"/>
                <a:gd name="connsiteY71" fmla="*/ 54098 h 62294"/>
                <a:gd name="connsiteX72" fmla="*/ 0 w 77049"/>
                <a:gd name="connsiteY72" fmla="*/ 52458 h 62294"/>
                <a:gd name="connsiteX73" fmla="*/ 1639 w 77049"/>
                <a:gd name="connsiteY73" fmla="*/ 49180 h 62294"/>
                <a:gd name="connsiteX74" fmla="*/ 3279 w 77049"/>
                <a:gd name="connsiteY74" fmla="*/ 45901 h 62294"/>
                <a:gd name="connsiteX75" fmla="*/ 4918 w 77049"/>
                <a:gd name="connsiteY75" fmla="*/ 42623 h 62294"/>
                <a:gd name="connsiteX76" fmla="*/ 8197 w 77049"/>
                <a:gd name="connsiteY76" fmla="*/ 37705 h 62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77049" h="62294">
                  <a:moveTo>
                    <a:pt x="9836" y="34426"/>
                  </a:moveTo>
                  <a:lnTo>
                    <a:pt x="11476" y="34426"/>
                  </a:lnTo>
                  <a:lnTo>
                    <a:pt x="14754" y="32787"/>
                  </a:lnTo>
                  <a:lnTo>
                    <a:pt x="11476" y="34426"/>
                  </a:lnTo>
                  <a:lnTo>
                    <a:pt x="9836" y="31147"/>
                  </a:lnTo>
                  <a:lnTo>
                    <a:pt x="13114" y="27868"/>
                  </a:lnTo>
                  <a:lnTo>
                    <a:pt x="14754" y="22951"/>
                  </a:lnTo>
                  <a:lnTo>
                    <a:pt x="18033" y="19672"/>
                  </a:lnTo>
                  <a:lnTo>
                    <a:pt x="16393" y="16393"/>
                  </a:lnTo>
                  <a:lnTo>
                    <a:pt x="16393" y="11475"/>
                  </a:lnTo>
                  <a:lnTo>
                    <a:pt x="16393" y="8197"/>
                  </a:lnTo>
                  <a:lnTo>
                    <a:pt x="16393" y="4918"/>
                  </a:lnTo>
                  <a:lnTo>
                    <a:pt x="18033" y="0"/>
                  </a:lnTo>
                  <a:lnTo>
                    <a:pt x="18033" y="3278"/>
                  </a:lnTo>
                  <a:lnTo>
                    <a:pt x="21311" y="6557"/>
                  </a:lnTo>
                  <a:lnTo>
                    <a:pt x="24590" y="8197"/>
                  </a:lnTo>
                  <a:lnTo>
                    <a:pt x="26229" y="8197"/>
                  </a:lnTo>
                  <a:lnTo>
                    <a:pt x="27869" y="8197"/>
                  </a:lnTo>
                  <a:lnTo>
                    <a:pt x="31147" y="8197"/>
                  </a:lnTo>
                  <a:lnTo>
                    <a:pt x="31147" y="8197"/>
                  </a:lnTo>
                  <a:lnTo>
                    <a:pt x="36066" y="8197"/>
                  </a:lnTo>
                  <a:lnTo>
                    <a:pt x="39344" y="8197"/>
                  </a:lnTo>
                  <a:lnTo>
                    <a:pt x="42623" y="8197"/>
                  </a:lnTo>
                  <a:lnTo>
                    <a:pt x="45901" y="8197"/>
                  </a:lnTo>
                  <a:lnTo>
                    <a:pt x="50820" y="8197"/>
                  </a:lnTo>
                  <a:lnTo>
                    <a:pt x="54098" y="8197"/>
                  </a:lnTo>
                  <a:lnTo>
                    <a:pt x="57377" y="8197"/>
                  </a:lnTo>
                  <a:lnTo>
                    <a:pt x="60656" y="8197"/>
                  </a:lnTo>
                  <a:lnTo>
                    <a:pt x="65573" y="8197"/>
                  </a:lnTo>
                  <a:lnTo>
                    <a:pt x="68852" y="8197"/>
                  </a:lnTo>
                  <a:lnTo>
                    <a:pt x="72131" y="8197"/>
                  </a:lnTo>
                  <a:lnTo>
                    <a:pt x="75410" y="8197"/>
                  </a:lnTo>
                  <a:lnTo>
                    <a:pt x="77049" y="8197"/>
                  </a:lnTo>
                  <a:lnTo>
                    <a:pt x="77049" y="8197"/>
                  </a:lnTo>
                  <a:lnTo>
                    <a:pt x="77049" y="11475"/>
                  </a:lnTo>
                  <a:lnTo>
                    <a:pt x="77049" y="16393"/>
                  </a:lnTo>
                  <a:lnTo>
                    <a:pt x="77049" y="19672"/>
                  </a:lnTo>
                  <a:lnTo>
                    <a:pt x="77049" y="24590"/>
                  </a:lnTo>
                  <a:lnTo>
                    <a:pt x="77049" y="27868"/>
                  </a:lnTo>
                  <a:lnTo>
                    <a:pt x="77049" y="31147"/>
                  </a:lnTo>
                  <a:lnTo>
                    <a:pt x="77049" y="32787"/>
                  </a:lnTo>
                  <a:lnTo>
                    <a:pt x="77049" y="36065"/>
                  </a:lnTo>
                  <a:lnTo>
                    <a:pt x="77049" y="39344"/>
                  </a:lnTo>
                  <a:lnTo>
                    <a:pt x="77049" y="42623"/>
                  </a:lnTo>
                  <a:lnTo>
                    <a:pt x="77049" y="45901"/>
                  </a:lnTo>
                  <a:lnTo>
                    <a:pt x="77049" y="50820"/>
                  </a:lnTo>
                  <a:lnTo>
                    <a:pt x="77049" y="54098"/>
                  </a:lnTo>
                  <a:lnTo>
                    <a:pt x="77049" y="59016"/>
                  </a:lnTo>
                  <a:lnTo>
                    <a:pt x="73770" y="59016"/>
                  </a:lnTo>
                  <a:lnTo>
                    <a:pt x="70491" y="59016"/>
                  </a:lnTo>
                  <a:lnTo>
                    <a:pt x="65573" y="59016"/>
                  </a:lnTo>
                  <a:lnTo>
                    <a:pt x="62295" y="59016"/>
                  </a:lnTo>
                  <a:lnTo>
                    <a:pt x="62295" y="59016"/>
                  </a:lnTo>
                  <a:lnTo>
                    <a:pt x="60656" y="59016"/>
                  </a:lnTo>
                  <a:lnTo>
                    <a:pt x="55737" y="59016"/>
                  </a:lnTo>
                  <a:lnTo>
                    <a:pt x="54098" y="59016"/>
                  </a:lnTo>
                  <a:lnTo>
                    <a:pt x="49180" y="59016"/>
                  </a:lnTo>
                  <a:lnTo>
                    <a:pt x="45901" y="59016"/>
                  </a:lnTo>
                  <a:lnTo>
                    <a:pt x="42623" y="59016"/>
                  </a:lnTo>
                  <a:lnTo>
                    <a:pt x="40983" y="59016"/>
                  </a:lnTo>
                  <a:lnTo>
                    <a:pt x="37705" y="59016"/>
                  </a:lnTo>
                  <a:lnTo>
                    <a:pt x="32787" y="59016"/>
                  </a:lnTo>
                  <a:lnTo>
                    <a:pt x="29508" y="59016"/>
                  </a:lnTo>
                  <a:lnTo>
                    <a:pt x="26229" y="59016"/>
                  </a:lnTo>
                  <a:lnTo>
                    <a:pt x="24590" y="59016"/>
                  </a:lnTo>
                  <a:lnTo>
                    <a:pt x="21311" y="62295"/>
                  </a:lnTo>
                  <a:lnTo>
                    <a:pt x="18033" y="59016"/>
                  </a:lnTo>
                  <a:lnTo>
                    <a:pt x="19672" y="57377"/>
                  </a:lnTo>
                  <a:lnTo>
                    <a:pt x="14754" y="55737"/>
                  </a:lnTo>
                  <a:lnTo>
                    <a:pt x="11476" y="57377"/>
                  </a:lnTo>
                  <a:lnTo>
                    <a:pt x="8197" y="55737"/>
                  </a:lnTo>
                  <a:lnTo>
                    <a:pt x="3279" y="54098"/>
                  </a:lnTo>
                  <a:lnTo>
                    <a:pt x="0" y="52458"/>
                  </a:lnTo>
                  <a:lnTo>
                    <a:pt x="1639" y="49180"/>
                  </a:lnTo>
                  <a:lnTo>
                    <a:pt x="3279" y="45901"/>
                  </a:lnTo>
                  <a:lnTo>
                    <a:pt x="4918" y="42623"/>
                  </a:lnTo>
                  <a:lnTo>
                    <a:pt x="8197" y="3770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95" name="Freeform 3694">
              <a:extLst>
                <a:ext uri="{FF2B5EF4-FFF2-40B4-BE49-F238E27FC236}">
                  <a16:creationId xmlns:a16="http://schemas.microsoft.com/office/drawing/2014/main" id="{D3B78C3E-F3E4-1149-9272-6C3D9B59FD19}"/>
                </a:ext>
              </a:extLst>
            </p:cNvPr>
            <p:cNvSpPr/>
            <p:nvPr/>
          </p:nvSpPr>
          <p:spPr>
            <a:xfrm>
              <a:off x="6382883" y="5383743"/>
              <a:ext cx="91802" cy="91802"/>
            </a:xfrm>
            <a:custGeom>
              <a:avLst/>
              <a:gdLst>
                <a:gd name="connsiteX0" fmla="*/ 0 w 91802"/>
                <a:gd name="connsiteY0" fmla="*/ 47541 h 91802"/>
                <a:gd name="connsiteX1" fmla="*/ 3279 w 91802"/>
                <a:gd name="connsiteY1" fmla="*/ 50820 h 91802"/>
                <a:gd name="connsiteX2" fmla="*/ 3279 w 91802"/>
                <a:gd name="connsiteY2" fmla="*/ 52459 h 91802"/>
                <a:gd name="connsiteX3" fmla="*/ 4918 w 91802"/>
                <a:gd name="connsiteY3" fmla="*/ 55737 h 91802"/>
                <a:gd name="connsiteX4" fmla="*/ 6557 w 91802"/>
                <a:gd name="connsiteY4" fmla="*/ 59016 h 91802"/>
                <a:gd name="connsiteX5" fmla="*/ 6557 w 91802"/>
                <a:gd name="connsiteY5" fmla="*/ 60656 h 91802"/>
                <a:gd name="connsiteX6" fmla="*/ 8197 w 91802"/>
                <a:gd name="connsiteY6" fmla="*/ 62295 h 91802"/>
                <a:gd name="connsiteX7" fmla="*/ 9836 w 91802"/>
                <a:gd name="connsiteY7" fmla="*/ 65573 h 91802"/>
                <a:gd name="connsiteX8" fmla="*/ 13114 w 91802"/>
                <a:gd name="connsiteY8" fmla="*/ 68852 h 91802"/>
                <a:gd name="connsiteX9" fmla="*/ 11476 w 91802"/>
                <a:gd name="connsiteY9" fmla="*/ 73770 h 91802"/>
                <a:gd name="connsiteX10" fmla="*/ 13114 w 91802"/>
                <a:gd name="connsiteY10" fmla="*/ 77049 h 91802"/>
                <a:gd name="connsiteX11" fmla="*/ 14754 w 91802"/>
                <a:gd name="connsiteY11" fmla="*/ 77049 h 91802"/>
                <a:gd name="connsiteX12" fmla="*/ 19672 w 91802"/>
                <a:gd name="connsiteY12" fmla="*/ 80327 h 91802"/>
                <a:gd name="connsiteX13" fmla="*/ 19672 w 91802"/>
                <a:gd name="connsiteY13" fmla="*/ 81967 h 91802"/>
                <a:gd name="connsiteX14" fmla="*/ 22951 w 91802"/>
                <a:gd name="connsiteY14" fmla="*/ 85246 h 91802"/>
                <a:gd name="connsiteX15" fmla="*/ 26229 w 91802"/>
                <a:gd name="connsiteY15" fmla="*/ 88524 h 91802"/>
                <a:gd name="connsiteX16" fmla="*/ 29508 w 91802"/>
                <a:gd name="connsiteY16" fmla="*/ 90164 h 91802"/>
                <a:gd name="connsiteX17" fmla="*/ 32787 w 91802"/>
                <a:gd name="connsiteY17" fmla="*/ 90164 h 91802"/>
                <a:gd name="connsiteX18" fmla="*/ 36066 w 91802"/>
                <a:gd name="connsiteY18" fmla="*/ 90164 h 91802"/>
                <a:gd name="connsiteX19" fmla="*/ 37705 w 91802"/>
                <a:gd name="connsiteY19" fmla="*/ 91803 h 91802"/>
                <a:gd name="connsiteX20" fmla="*/ 39344 w 91802"/>
                <a:gd name="connsiteY20" fmla="*/ 86885 h 91802"/>
                <a:gd name="connsiteX21" fmla="*/ 40983 w 91802"/>
                <a:gd name="connsiteY21" fmla="*/ 83606 h 91802"/>
                <a:gd name="connsiteX22" fmla="*/ 44262 w 91802"/>
                <a:gd name="connsiteY22" fmla="*/ 80327 h 91802"/>
                <a:gd name="connsiteX23" fmla="*/ 44262 w 91802"/>
                <a:gd name="connsiteY23" fmla="*/ 77049 h 91802"/>
                <a:gd name="connsiteX24" fmla="*/ 44262 w 91802"/>
                <a:gd name="connsiteY24" fmla="*/ 77049 h 91802"/>
                <a:gd name="connsiteX25" fmla="*/ 47541 w 91802"/>
                <a:gd name="connsiteY25" fmla="*/ 73770 h 91802"/>
                <a:gd name="connsiteX26" fmla="*/ 47541 w 91802"/>
                <a:gd name="connsiteY26" fmla="*/ 72131 h 91802"/>
                <a:gd name="connsiteX27" fmla="*/ 50820 w 91802"/>
                <a:gd name="connsiteY27" fmla="*/ 68852 h 91802"/>
                <a:gd name="connsiteX28" fmla="*/ 54098 w 91802"/>
                <a:gd name="connsiteY28" fmla="*/ 68852 h 91802"/>
                <a:gd name="connsiteX29" fmla="*/ 57377 w 91802"/>
                <a:gd name="connsiteY29" fmla="*/ 67213 h 91802"/>
                <a:gd name="connsiteX30" fmla="*/ 60656 w 91802"/>
                <a:gd name="connsiteY30" fmla="*/ 67213 h 91802"/>
                <a:gd name="connsiteX31" fmla="*/ 65573 w 91802"/>
                <a:gd name="connsiteY31" fmla="*/ 67213 h 91802"/>
                <a:gd name="connsiteX32" fmla="*/ 68852 w 91802"/>
                <a:gd name="connsiteY32" fmla="*/ 65573 h 91802"/>
                <a:gd name="connsiteX33" fmla="*/ 72131 w 91802"/>
                <a:gd name="connsiteY33" fmla="*/ 62295 h 91802"/>
                <a:gd name="connsiteX34" fmla="*/ 73770 w 91802"/>
                <a:gd name="connsiteY34" fmla="*/ 62295 h 91802"/>
                <a:gd name="connsiteX35" fmla="*/ 77049 w 91802"/>
                <a:gd name="connsiteY35" fmla="*/ 59016 h 91802"/>
                <a:gd name="connsiteX36" fmla="*/ 78688 w 91802"/>
                <a:gd name="connsiteY36" fmla="*/ 57377 h 91802"/>
                <a:gd name="connsiteX37" fmla="*/ 77049 w 91802"/>
                <a:gd name="connsiteY37" fmla="*/ 54098 h 91802"/>
                <a:gd name="connsiteX38" fmla="*/ 78688 w 91802"/>
                <a:gd name="connsiteY38" fmla="*/ 50820 h 91802"/>
                <a:gd name="connsiteX39" fmla="*/ 81967 w 91802"/>
                <a:gd name="connsiteY39" fmla="*/ 45902 h 91802"/>
                <a:gd name="connsiteX40" fmla="*/ 85246 w 91802"/>
                <a:gd name="connsiteY40" fmla="*/ 44262 h 91802"/>
                <a:gd name="connsiteX41" fmla="*/ 85246 w 91802"/>
                <a:gd name="connsiteY41" fmla="*/ 40983 h 91802"/>
                <a:gd name="connsiteX42" fmla="*/ 88524 w 91802"/>
                <a:gd name="connsiteY42" fmla="*/ 37705 h 91802"/>
                <a:gd name="connsiteX43" fmla="*/ 91803 w 91802"/>
                <a:gd name="connsiteY43" fmla="*/ 34426 h 91802"/>
                <a:gd name="connsiteX44" fmla="*/ 91803 w 91802"/>
                <a:gd name="connsiteY44" fmla="*/ 32787 h 91802"/>
                <a:gd name="connsiteX45" fmla="*/ 90164 w 91802"/>
                <a:gd name="connsiteY45" fmla="*/ 29508 h 91802"/>
                <a:gd name="connsiteX46" fmla="*/ 88524 w 91802"/>
                <a:gd name="connsiteY46" fmla="*/ 26229 h 91802"/>
                <a:gd name="connsiteX47" fmla="*/ 86885 w 91802"/>
                <a:gd name="connsiteY47" fmla="*/ 22951 h 91802"/>
                <a:gd name="connsiteX48" fmla="*/ 86885 w 91802"/>
                <a:gd name="connsiteY48" fmla="*/ 21312 h 91802"/>
                <a:gd name="connsiteX49" fmla="*/ 83606 w 91802"/>
                <a:gd name="connsiteY49" fmla="*/ 21312 h 91802"/>
                <a:gd name="connsiteX50" fmla="*/ 78688 w 91802"/>
                <a:gd name="connsiteY50" fmla="*/ 18033 h 91802"/>
                <a:gd name="connsiteX51" fmla="*/ 75410 w 91802"/>
                <a:gd name="connsiteY51" fmla="*/ 14754 h 91802"/>
                <a:gd name="connsiteX52" fmla="*/ 72131 w 91802"/>
                <a:gd name="connsiteY52" fmla="*/ 9836 h 91802"/>
                <a:gd name="connsiteX53" fmla="*/ 70491 w 91802"/>
                <a:gd name="connsiteY53" fmla="*/ 8197 h 91802"/>
                <a:gd name="connsiteX54" fmla="*/ 67213 w 91802"/>
                <a:gd name="connsiteY54" fmla="*/ 4918 h 91802"/>
                <a:gd name="connsiteX55" fmla="*/ 63934 w 91802"/>
                <a:gd name="connsiteY55" fmla="*/ 1639 h 91802"/>
                <a:gd name="connsiteX56" fmla="*/ 63934 w 91802"/>
                <a:gd name="connsiteY56" fmla="*/ 0 h 91802"/>
                <a:gd name="connsiteX57" fmla="*/ 62295 w 91802"/>
                <a:gd name="connsiteY57" fmla="*/ 0 h 91802"/>
                <a:gd name="connsiteX58" fmla="*/ 59016 w 91802"/>
                <a:gd name="connsiteY58" fmla="*/ 1639 h 91802"/>
                <a:gd name="connsiteX59" fmla="*/ 57377 w 91802"/>
                <a:gd name="connsiteY59" fmla="*/ 1639 h 91802"/>
                <a:gd name="connsiteX60" fmla="*/ 52459 w 91802"/>
                <a:gd name="connsiteY60" fmla="*/ 1639 h 91802"/>
                <a:gd name="connsiteX61" fmla="*/ 49180 w 91802"/>
                <a:gd name="connsiteY61" fmla="*/ 4918 h 91802"/>
                <a:gd name="connsiteX62" fmla="*/ 47541 w 91802"/>
                <a:gd name="connsiteY62" fmla="*/ 4918 h 91802"/>
                <a:gd name="connsiteX63" fmla="*/ 44262 w 91802"/>
                <a:gd name="connsiteY63" fmla="*/ 6557 h 91802"/>
                <a:gd name="connsiteX64" fmla="*/ 42623 w 91802"/>
                <a:gd name="connsiteY64" fmla="*/ 8197 h 91802"/>
                <a:gd name="connsiteX65" fmla="*/ 39344 w 91802"/>
                <a:gd name="connsiteY65" fmla="*/ 11476 h 91802"/>
                <a:gd name="connsiteX66" fmla="*/ 34426 w 91802"/>
                <a:gd name="connsiteY66" fmla="*/ 11476 h 91802"/>
                <a:gd name="connsiteX67" fmla="*/ 34426 w 91802"/>
                <a:gd name="connsiteY67" fmla="*/ 13115 h 91802"/>
                <a:gd name="connsiteX68" fmla="*/ 31147 w 91802"/>
                <a:gd name="connsiteY68" fmla="*/ 14754 h 91802"/>
                <a:gd name="connsiteX69" fmla="*/ 27869 w 91802"/>
                <a:gd name="connsiteY69" fmla="*/ 16393 h 91802"/>
                <a:gd name="connsiteX70" fmla="*/ 24590 w 91802"/>
                <a:gd name="connsiteY70" fmla="*/ 19672 h 91802"/>
                <a:gd name="connsiteX71" fmla="*/ 22951 w 91802"/>
                <a:gd name="connsiteY71" fmla="*/ 22951 h 91802"/>
                <a:gd name="connsiteX72" fmla="*/ 21311 w 91802"/>
                <a:gd name="connsiteY72" fmla="*/ 27869 h 91802"/>
                <a:gd name="connsiteX73" fmla="*/ 18033 w 91802"/>
                <a:gd name="connsiteY73" fmla="*/ 31147 h 91802"/>
                <a:gd name="connsiteX74" fmla="*/ 16393 w 91802"/>
                <a:gd name="connsiteY74" fmla="*/ 31147 h 91802"/>
                <a:gd name="connsiteX75" fmla="*/ 16393 w 91802"/>
                <a:gd name="connsiteY75" fmla="*/ 31147 h 91802"/>
                <a:gd name="connsiteX76" fmla="*/ 16393 w 91802"/>
                <a:gd name="connsiteY76" fmla="*/ 36066 h 91802"/>
                <a:gd name="connsiteX77" fmla="*/ 13114 w 91802"/>
                <a:gd name="connsiteY77" fmla="*/ 39344 h 91802"/>
                <a:gd name="connsiteX78" fmla="*/ 9836 w 91802"/>
                <a:gd name="connsiteY78" fmla="*/ 42623 h 91802"/>
                <a:gd name="connsiteX79" fmla="*/ 4918 w 91802"/>
                <a:gd name="connsiteY79" fmla="*/ 44262 h 91802"/>
                <a:gd name="connsiteX80" fmla="*/ 3279 w 91802"/>
                <a:gd name="connsiteY80" fmla="*/ 44262 h 91802"/>
                <a:gd name="connsiteX81" fmla="*/ 3279 w 91802"/>
                <a:gd name="connsiteY81" fmla="*/ 44262 h 91802"/>
                <a:gd name="connsiteX82" fmla="*/ 3279 w 91802"/>
                <a:gd name="connsiteY82" fmla="*/ 45902 h 91802"/>
                <a:gd name="connsiteX83" fmla="*/ 1639 w 91802"/>
                <a:gd name="connsiteY83" fmla="*/ 45902 h 91802"/>
                <a:gd name="connsiteX84" fmla="*/ 0 w 91802"/>
                <a:gd name="connsiteY84" fmla="*/ 45902 h 9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91802" h="91802">
                  <a:moveTo>
                    <a:pt x="0" y="47541"/>
                  </a:moveTo>
                  <a:lnTo>
                    <a:pt x="3279" y="50820"/>
                  </a:lnTo>
                  <a:lnTo>
                    <a:pt x="3279" y="52459"/>
                  </a:lnTo>
                  <a:lnTo>
                    <a:pt x="4918" y="55737"/>
                  </a:lnTo>
                  <a:lnTo>
                    <a:pt x="6557" y="59016"/>
                  </a:lnTo>
                  <a:lnTo>
                    <a:pt x="6557" y="60656"/>
                  </a:lnTo>
                  <a:lnTo>
                    <a:pt x="8197" y="62295"/>
                  </a:lnTo>
                  <a:lnTo>
                    <a:pt x="9836" y="65573"/>
                  </a:lnTo>
                  <a:lnTo>
                    <a:pt x="13114" y="68852"/>
                  </a:lnTo>
                  <a:lnTo>
                    <a:pt x="11476" y="73770"/>
                  </a:lnTo>
                  <a:lnTo>
                    <a:pt x="13114" y="77049"/>
                  </a:lnTo>
                  <a:lnTo>
                    <a:pt x="14754" y="77049"/>
                  </a:lnTo>
                  <a:lnTo>
                    <a:pt x="19672" y="80327"/>
                  </a:lnTo>
                  <a:lnTo>
                    <a:pt x="19672" y="81967"/>
                  </a:lnTo>
                  <a:lnTo>
                    <a:pt x="22951" y="85246"/>
                  </a:lnTo>
                  <a:lnTo>
                    <a:pt x="26229" y="88524"/>
                  </a:lnTo>
                  <a:lnTo>
                    <a:pt x="29508" y="90164"/>
                  </a:lnTo>
                  <a:lnTo>
                    <a:pt x="32787" y="90164"/>
                  </a:lnTo>
                  <a:lnTo>
                    <a:pt x="36066" y="90164"/>
                  </a:lnTo>
                  <a:lnTo>
                    <a:pt x="37705" y="91803"/>
                  </a:lnTo>
                  <a:lnTo>
                    <a:pt x="39344" y="86885"/>
                  </a:lnTo>
                  <a:lnTo>
                    <a:pt x="40983" y="83606"/>
                  </a:lnTo>
                  <a:lnTo>
                    <a:pt x="44262" y="80327"/>
                  </a:lnTo>
                  <a:lnTo>
                    <a:pt x="44262" y="77049"/>
                  </a:lnTo>
                  <a:lnTo>
                    <a:pt x="44262" y="77049"/>
                  </a:lnTo>
                  <a:lnTo>
                    <a:pt x="47541" y="73770"/>
                  </a:lnTo>
                  <a:lnTo>
                    <a:pt x="47541" y="72131"/>
                  </a:lnTo>
                  <a:lnTo>
                    <a:pt x="50820" y="68852"/>
                  </a:lnTo>
                  <a:lnTo>
                    <a:pt x="54098" y="68852"/>
                  </a:lnTo>
                  <a:lnTo>
                    <a:pt x="57377" y="67213"/>
                  </a:lnTo>
                  <a:lnTo>
                    <a:pt x="60656" y="67213"/>
                  </a:lnTo>
                  <a:lnTo>
                    <a:pt x="65573" y="67213"/>
                  </a:lnTo>
                  <a:lnTo>
                    <a:pt x="68852" y="65573"/>
                  </a:lnTo>
                  <a:lnTo>
                    <a:pt x="72131" y="62295"/>
                  </a:lnTo>
                  <a:lnTo>
                    <a:pt x="73770" y="62295"/>
                  </a:lnTo>
                  <a:lnTo>
                    <a:pt x="77049" y="59016"/>
                  </a:lnTo>
                  <a:lnTo>
                    <a:pt x="78688" y="57377"/>
                  </a:lnTo>
                  <a:lnTo>
                    <a:pt x="77049" y="54098"/>
                  </a:lnTo>
                  <a:lnTo>
                    <a:pt x="78688" y="50820"/>
                  </a:lnTo>
                  <a:lnTo>
                    <a:pt x="81967" y="45902"/>
                  </a:lnTo>
                  <a:lnTo>
                    <a:pt x="85246" y="44262"/>
                  </a:lnTo>
                  <a:lnTo>
                    <a:pt x="85246" y="40983"/>
                  </a:lnTo>
                  <a:lnTo>
                    <a:pt x="88524" y="37705"/>
                  </a:lnTo>
                  <a:lnTo>
                    <a:pt x="91803" y="34426"/>
                  </a:lnTo>
                  <a:lnTo>
                    <a:pt x="91803" y="32787"/>
                  </a:lnTo>
                  <a:lnTo>
                    <a:pt x="90164" y="29508"/>
                  </a:lnTo>
                  <a:lnTo>
                    <a:pt x="88524" y="26229"/>
                  </a:lnTo>
                  <a:lnTo>
                    <a:pt x="86885" y="22951"/>
                  </a:lnTo>
                  <a:lnTo>
                    <a:pt x="86885" y="21312"/>
                  </a:lnTo>
                  <a:lnTo>
                    <a:pt x="83606" y="21312"/>
                  </a:lnTo>
                  <a:lnTo>
                    <a:pt x="78688" y="18033"/>
                  </a:lnTo>
                  <a:lnTo>
                    <a:pt x="75410" y="14754"/>
                  </a:lnTo>
                  <a:lnTo>
                    <a:pt x="72131" y="9836"/>
                  </a:lnTo>
                  <a:lnTo>
                    <a:pt x="70491" y="8197"/>
                  </a:lnTo>
                  <a:lnTo>
                    <a:pt x="67213" y="4918"/>
                  </a:lnTo>
                  <a:lnTo>
                    <a:pt x="63934" y="1639"/>
                  </a:lnTo>
                  <a:lnTo>
                    <a:pt x="63934" y="0"/>
                  </a:lnTo>
                  <a:lnTo>
                    <a:pt x="62295" y="0"/>
                  </a:lnTo>
                  <a:lnTo>
                    <a:pt x="59016" y="1639"/>
                  </a:lnTo>
                  <a:lnTo>
                    <a:pt x="57377" y="1639"/>
                  </a:lnTo>
                  <a:lnTo>
                    <a:pt x="52459" y="1639"/>
                  </a:lnTo>
                  <a:lnTo>
                    <a:pt x="49180" y="4918"/>
                  </a:lnTo>
                  <a:lnTo>
                    <a:pt x="47541" y="4918"/>
                  </a:lnTo>
                  <a:lnTo>
                    <a:pt x="44262" y="6557"/>
                  </a:lnTo>
                  <a:lnTo>
                    <a:pt x="42623" y="8197"/>
                  </a:lnTo>
                  <a:lnTo>
                    <a:pt x="39344" y="11476"/>
                  </a:lnTo>
                  <a:lnTo>
                    <a:pt x="34426" y="11476"/>
                  </a:lnTo>
                  <a:lnTo>
                    <a:pt x="34426" y="13115"/>
                  </a:lnTo>
                  <a:lnTo>
                    <a:pt x="31147" y="14754"/>
                  </a:lnTo>
                  <a:lnTo>
                    <a:pt x="27869" y="16393"/>
                  </a:lnTo>
                  <a:lnTo>
                    <a:pt x="24590" y="19672"/>
                  </a:lnTo>
                  <a:lnTo>
                    <a:pt x="22951" y="22951"/>
                  </a:lnTo>
                  <a:lnTo>
                    <a:pt x="21311" y="27869"/>
                  </a:lnTo>
                  <a:lnTo>
                    <a:pt x="18033" y="31147"/>
                  </a:lnTo>
                  <a:lnTo>
                    <a:pt x="16393" y="31147"/>
                  </a:lnTo>
                  <a:lnTo>
                    <a:pt x="16393" y="31147"/>
                  </a:lnTo>
                  <a:lnTo>
                    <a:pt x="16393" y="36066"/>
                  </a:lnTo>
                  <a:lnTo>
                    <a:pt x="13114" y="39344"/>
                  </a:lnTo>
                  <a:lnTo>
                    <a:pt x="9836" y="42623"/>
                  </a:lnTo>
                  <a:lnTo>
                    <a:pt x="4918" y="44262"/>
                  </a:lnTo>
                  <a:lnTo>
                    <a:pt x="3279" y="44262"/>
                  </a:lnTo>
                  <a:lnTo>
                    <a:pt x="3279" y="44262"/>
                  </a:lnTo>
                  <a:lnTo>
                    <a:pt x="3279" y="45902"/>
                  </a:lnTo>
                  <a:lnTo>
                    <a:pt x="1639" y="45902"/>
                  </a:lnTo>
                  <a:lnTo>
                    <a:pt x="0" y="4590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96" name="Freeform 3695">
              <a:extLst>
                <a:ext uri="{FF2B5EF4-FFF2-40B4-BE49-F238E27FC236}">
                  <a16:creationId xmlns:a16="http://schemas.microsoft.com/office/drawing/2014/main" id="{BC8BF6D7-9A26-F445-B4E6-8F2B737BC61A}"/>
                </a:ext>
              </a:extLst>
            </p:cNvPr>
            <p:cNvSpPr/>
            <p:nvPr/>
          </p:nvSpPr>
          <p:spPr>
            <a:xfrm>
              <a:off x="6182884" y="2173922"/>
              <a:ext cx="218032" cy="129507"/>
            </a:xfrm>
            <a:custGeom>
              <a:avLst/>
              <a:gdLst>
                <a:gd name="connsiteX0" fmla="*/ 0 w 218032"/>
                <a:gd name="connsiteY0" fmla="*/ 18033 h 129507"/>
                <a:gd name="connsiteX1" fmla="*/ 0 w 218032"/>
                <a:gd name="connsiteY1" fmla="*/ 14754 h 129507"/>
                <a:gd name="connsiteX2" fmla="*/ 1639 w 218032"/>
                <a:gd name="connsiteY2" fmla="*/ 11475 h 129507"/>
                <a:gd name="connsiteX3" fmla="*/ 4918 w 218032"/>
                <a:gd name="connsiteY3" fmla="*/ 8197 h 129507"/>
                <a:gd name="connsiteX4" fmla="*/ 4918 w 218032"/>
                <a:gd name="connsiteY4" fmla="*/ 6557 h 129507"/>
                <a:gd name="connsiteX5" fmla="*/ 8197 w 218032"/>
                <a:gd name="connsiteY5" fmla="*/ 3279 h 129507"/>
                <a:gd name="connsiteX6" fmla="*/ 9836 w 218032"/>
                <a:gd name="connsiteY6" fmla="*/ 0 h 129507"/>
                <a:gd name="connsiteX7" fmla="*/ 9836 w 218032"/>
                <a:gd name="connsiteY7" fmla="*/ 0 h 129507"/>
                <a:gd name="connsiteX8" fmla="*/ 13115 w 218032"/>
                <a:gd name="connsiteY8" fmla="*/ 1639 h 129507"/>
                <a:gd name="connsiteX9" fmla="*/ 16393 w 218032"/>
                <a:gd name="connsiteY9" fmla="*/ 3279 h 129507"/>
                <a:gd name="connsiteX10" fmla="*/ 21312 w 218032"/>
                <a:gd name="connsiteY10" fmla="*/ 4918 h 129507"/>
                <a:gd name="connsiteX11" fmla="*/ 21312 w 218032"/>
                <a:gd name="connsiteY11" fmla="*/ 4918 h 129507"/>
                <a:gd name="connsiteX12" fmla="*/ 21312 w 218032"/>
                <a:gd name="connsiteY12" fmla="*/ 8197 h 129507"/>
                <a:gd name="connsiteX13" fmla="*/ 19672 w 218032"/>
                <a:gd name="connsiteY13" fmla="*/ 8197 h 129507"/>
                <a:gd name="connsiteX14" fmla="*/ 18033 w 218032"/>
                <a:gd name="connsiteY14" fmla="*/ 9836 h 129507"/>
                <a:gd name="connsiteX15" fmla="*/ 16393 w 218032"/>
                <a:gd name="connsiteY15" fmla="*/ 9836 h 129507"/>
                <a:gd name="connsiteX16" fmla="*/ 16393 w 218032"/>
                <a:gd name="connsiteY16" fmla="*/ 11475 h 129507"/>
                <a:gd name="connsiteX17" fmla="*/ 16393 w 218032"/>
                <a:gd name="connsiteY17" fmla="*/ 11475 h 129507"/>
                <a:gd name="connsiteX18" fmla="*/ 16393 w 218032"/>
                <a:gd name="connsiteY18" fmla="*/ 13114 h 129507"/>
                <a:gd name="connsiteX19" fmla="*/ 16393 w 218032"/>
                <a:gd name="connsiteY19" fmla="*/ 13114 h 129507"/>
                <a:gd name="connsiteX20" fmla="*/ 16393 w 218032"/>
                <a:gd name="connsiteY20" fmla="*/ 14754 h 129507"/>
                <a:gd name="connsiteX21" fmla="*/ 19672 w 218032"/>
                <a:gd name="connsiteY21" fmla="*/ 16393 h 129507"/>
                <a:gd name="connsiteX22" fmla="*/ 19672 w 218032"/>
                <a:gd name="connsiteY22" fmla="*/ 16393 h 129507"/>
                <a:gd name="connsiteX23" fmla="*/ 21312 w 218032"/>
                <a:gd name="connsiteY23" fmla="*/ 18033 h 129507"/>
                <a:gd name="connsiteX24" fmla="*/ 22951 w 218032"/>
                <a:gd name="connsiteY24" fmla="*/ 18033 h 129507"/>
                <a:gd name="connsiteX25" fmla="*/ 24590 w 218032"/>
                <a:gd name="connsiteY25" fmla="*/ 18033 h 129507"/>
                <a:gd name="connsiteX26" fmla="*/ 24590 w 218032"/>
                <a:gd name="connsiteY26" fmla="*/ 18033 h 129507"/>
                <a:gd name="connsiteX27" fmla="*/ 27869 w 218032"/>
                <a:gd name="connsiteY27" fmla="*/ 16393 h 129507"/>
                <a:gd name="connsiteX28" fmla="*/ 29508 w 218032"/>
                <a:gd name="connsiteY28" fmla="*/ 16393 h 129507"/>
                <a:gd name="connsiteX29" fmla="*/ 31148 w 218032"/>
                <a:gd name="connsiteY29" fmla="*/ 16393 h 129507"/>
                <a:gd name="connsiteX30" fmla="*/ 34426 w 218032"/>
                <a:gd name="connsiteY30" fmla="*/ 16393 h 129507"/>
                <a:gd name="connsiteX31" fmla="*/ 36066 w 218032"/>
                <a:gd name="connsiteY31" fmla="*/ 14754 h 129507"/>
                <a:gd name="connsiteX32" fmla="*/ 39344 w 218032"/>
                <a:gd name="connsiteY32" fmla="*/ 16393 h 129507"/>
                <a:gd name="connsiteX33" fmla="*/ 39344 w 218032"/>
                <a:gd name="connsiteY33" fmla="*/ 16393 h 129507"/>
                <a:gd name="connsiteX34" fmla="*/ 40983 w 218032"/>
                <a:gd name="connsiteY34" fmla="*/ 16393 h 129507"/>
                <a:gd name="connsiteX35" fmla="*/ 44262 w 218032"/>
                <a:gd name="connsiteY35" fmla="*/ 18033 h 129507"/>
                <a:gd name="connsiteX36" fmla="*/ 45902 w 218032"/>
                <a:gd name="connsiteY36" fmla="*/ 18033 h 129507"/>
                <a:gd name="connsiteX37" fmla="*/ 47541 w 218032"/>
                <a:gd name="connsiteY37" fmla="*/ 18033 h 129507"/>
                <a:gd name="connsiteX38" fmla="*/ 50820 w 218032"/>
                <a:gd name="connsiteY38" fmla="*/ 18033 h 129507"/>
                <a:gd name="connsiteX39" fmla="*/ 52459 w 218032"/>
                <a:gd name="connsiteY39" fmla="*/ 19672 h 129507"/>
                <a:gd name="connsiteX40" fmla="*/ 55738 w 218032"/>
                <a:gd name="connsiteY40" fmla="*/ 19672 h 129507"/>
                <a:gd name="connsiteX41" fmla="*/ 57377 w 218032"/>
                <a:gd name="connsiteY41" fmla="*/ 21311 h 129507"/>
                <a:gd name="connsiteX42" fmla="*/ 59016 w 218032"/>
                <a:gd name="connsiteY42" fmla="*/ 21311 h 129507"/>
                <a:gd name="connsiteX43" fmla="*/ 60656 w 218032"/>
                <a:gd name="connsiteY43" fmla="*/ 21311 h 129507"/>
                <a:gd name="connsiteX44" fmla="*/ 60656 w 218032"/>
                <a:gd name="connsiteY44" fmla="*/ 22951 h 129507"/>
                <a:gd name="connsiteX45" fmla="*/ 62295 w 218032"/>
                <a:gd name="connsiteY45" fmla="*/ 22951 h 129507"/>
                <a:gd name="connsiteX46" fmla="*/ 65573 w 218032"/>
                <a:gd name="connsiteY46" fmla="*/ 22951 h 129507"/>
                <a:gd name="connsiteX47" fmla="*/ 68852 w 218032"/>
                <a:gd name="connsiteY47" fmla="*/ 22951 h 129507"/>
                <a:gd name="connsiteX48" fmla="*/ 70492 w 218032"/>
                <a:gd name="connsiteY48" fmla="*/ 21311 h 129507"/>
                <a:gd name="connsiteX49" fmla="*/ 72131 w 218032"/>
                <a:gd name="connsiteY49" fmla="*/ 21311 h 129507"/>
                <a:gd name="connsiteX50" fmla="*/ 73770 w 218032"/>
                <a:gd name="connsiteY50" fmla="*/ 19672 h 129507"/>
                <a:gd name="connsiteX51" fmla="*/ 77049 w 218032"/>
                <a:gd name="connsiteY51" fmla="*/ 19672 h 129507"/>
                <a:gd name="connsiteX52" fmla="*/ 80328 w 218032"/>
                <a:gd name="connsiteY52" fmla="*/ 21311 h 129507"/>
                <a:gd name="connsiteX53" fmla="*/ 81967 w 218032"/>
                <a:gd name="connsiteY53" fmla="*/ 21311 h 129507"/>
                <a:gd name="connsiteX54" fmla="*/ 85246 w 218032"/>
                <a:gd name="connsiteY54" fmla="*/ 21311 h 129507"/>
                <a:gd name="connsiteX55" fmla="*/ 85246 w 218032"/>
                <a:gd name="connsiteY55" fmla="*/ 21311 h 129507"/>
                <a:gd name="connsiteX56" fmla="*/ 88525 w 218032"/>
                <a:gd name="connsiteY56" fmla="*/ 21311 h 129507"/>
                <a:gd name="connsiteX57" fmla="*/ 91803 w 218032"/>
                <a:gd name="connsiteY57" fmla="*/ 21311 h 129507"/>
                <a:gd name="connsiteX58" fmla="*/ 91803 w 218032"/>
                <a:gd name="connsiteY58" fmla="*/ 21311 h 129507"/>
                <a:gd name="connsiteX59" fmla="*/ 95082 w 218032"/>
                <a:gd name="connsiteY59" fmla="*/ 22951 h 129507"/>
                <a:gd name="connsiteX60" fmla="*/ 95082 w 218032"/>
                <a:gd name="connsiteY60" fmla="*/ 22951 h 129507"/>
                <a:gd name="connsiteX61" fmla="*/ 96721 w 218032"/>
                <a:gd name="connsiteY61" fmla="*/ 22951 h 129507"/>
                <a:gd name="connsiteX62" fmla="*/ 100000 w 218032"/>
                <a:gd name="connsiteY62" fmla="*/ 22951 h 129507"/>
                <a:gd name="connsiteX63" fmla="*/ 101639 w 218032"/>
                <a:gd name="connsiteY63" fmla="*/ 24590 h 129507"/>
                <a:gd name="connsiteX64" fmla="*/ 104918 w 218032"/>
                <a:gd name="connsiteY64" fmla="*/ 24590 h 129507"/>
                <a:gd name="connsiteX65" fmla="*/ 108196 w 218032"/>
                <a:gd name="connsiteY65" fmla="*/ 24590 h 129507"/>
                <a:gd name="connsiteX66" fmla="*/ 108196 w 218032"/>
                <a:gd name="connsiteY66" fmla="*/ 24590 h 129507"/>
                <a:gd name="connsiteX67" fmla="*/ 109836 w 218032"/>
                <a:gd name="connsiteY67" fmla="*/ 24590 h 129507"/>
                <a:gd name="connsiteX68" fmla="*/ 111475 w 218032"/>
                <a:gd name="connsiteY68" fmla="*/ 24590 h 129507"/>
                <a:gd name="connsiteX69" fmla="*/ 113115 w 218032"/>
                <a:gd name="connsiteY69" fmla="*/ 22951 h 129507"/>
                <a:gd name="connsiteX70" fmla="*/ 116393 w 218032"/>
                <a:gd name="connsiteY70" fmla="*/ 22951 h 129507"/>
                <a:gd name="connsiteX71" fmla="*/ 118032 w 218032"/>
                <a:gd name="connsiteY71" fmla="*/ 22951 h 129507"/>
                <a:gd name="connsiteX72" fmla="*/ 119672 w 218032"/>
                <a:gd name="connsiteY72" fmla="*/ 19672 h 129507"/>
                <a:gd name="connsiteX73" fmla="*/ 122950 w 218032"/>
                <a:gd name="connsiteY73" fmla="*/ 18033 h 129507"/>
                <a:gd name="connsiteX74" fmla="*/ 122950 w 218032"/>
                <a:gd name="connsiteY74" fmla="*/ 18033 h 129507"/>
                <a:gd name="connsiteX75" fmla="*/ 122950 w 218032"/>
                <a:gd name="connsiteY75" fmla="*/ 18033 h 129507"/>
                <a:gd name="connsiteX76" fmla="*/ 122950 w 218032"/>
                <a:gd name="connsiteY76" fmla="*/ 16393 h 129507"/>
                <a:gd name="connsiteX77" fmla="*/ 124590 w 218032"/>
                <a:gd name="connsiteY77" fmla="*/ 14754 h 129507"/>
                <a:gd name="connsiteX78" fmla="*/ 126229 w 218032"/>
                <a:gd name="connsiteY78" fmla="*/ 14754 h 129507"/>
                <a:gd name="connsiteX79" fmla="*/ 126229 w 218032"/>
                <a:gd name="connsiteY79" fmla="*/ 14754 h 129507"/>
                <a:gd name="connsiteX80" fmla="*/ 127869 w 218032"/>
                <a:gd name="connsiteY80" fmla="*/ 13114 h 129507"/>
                <a:gd name="connsiteX81" fmla="*/ 127869 w 218032"/>
                <a:gd name="connsiteY81" fmla="*/ 13114 h 129507"/>
                <a:gd name="connsiteX82" fmla="*/ 127869 w 218032"/>
                <a:gd name="connsiteY82" fmla="*/ 11475 h 129507"/>
                <a:gd name="connsiteX83" fmla="*/ 129508 w 218032"/>
                <a:gd name="connsiteY83" fmla="*/ 11475 h 129507"/>
                <a:gd name="connsiteX84" fmla="*/ 132786 w 218032"/>
                <a:gd name="connsiteY84" fmla="*/ 9836 h 129507"/>
                <a:gd name="connsiteX85" fmla="*/ 132786 w 218032"/>
                <a:gd name="connsiteY85" fmla="*/ 9836 h 129507"/>
                <a:gd name="connsiteX86" fmla="*/ 134426 w 218032"/>
                <a:gd name="connsiteY86" fmla="*/ 9836 h 129507"/>
                <a:gd name="connsiteX87" fmla="*/ 134426 w 218032"/>
                <a:gd name="connsiteY87" fmla="*/ 8197 h 129507"/>
                <a:gd name="connsiteX88" fmla="*/ 136065 w 218032"/>
                <a:gd name="connsiteY88" fmla="*/ 8197 h 129507"/>
                <a:gd name="connsiteX89" fmla="*/ 136065 w 218032"/>
                <a:gd name="connsiteY89" fmla="*/ 8197 h 129507"/>
                <a:gd name="connsiteX90" fmla="*/ 137705 w 218032"/>
                <a:gd name="connsiteY90" fmla="*/ 8197 h 129507"/>
                <a:gd name="connsiteX91" fmla="*/ 139344 w 218032"/>
                <a:gd name="connsiteY91" fmla="*/ 8197 h 129507"/>
                <a:gd name="connsiteX92" fmla="*/ 140983 w 218032"/>
                <a:gd name="connsiteY92" fmla="*/ 8197 h 129507"/>
                <a:gd name="connsiteX93" fmla="*/ 142623 w 218032"/>
                <a:gd name="connsiteY93" fmla="*/ 6557 h 129507"/>
                <a:gd name="connsiteX94" fmla="*/ 147540 w 218032"/>
                <a:gd name="connsiteY94" fmla="*/ 6557 h 129507"/>
                <a:gd name="connsiteX95" fmla="*/ 147540 w 218032"/>
                <a:gd name="connsiteY95" fmla="*/ 6557 h 129507"/>
                <a:gd name="connsiteX96" fmla="*/ 150819 w 218032"/>
                <a:gd name="connsiteY96" fmla="*/ 4918 h 129507"/>
                <a:gd name="connsiteX97" fmla="*/ 152459 w 218032"/>
                <a:gd name="connsiteY97" fmla="*/ 4918 h 129507"/>
                <a:gd name="connsiteX98" fmla="*/ 155737 w 218032"/>
                <a:gd name="connsiteY98" fmla="*/ 3279 h 129507"/>
                <a:gd name="connsiteX99" fmla="*/ 157376 w 218032"/>
                <a:gd name="connsiteY99" fmla="*/ 3279 h 129507"/>
                <a:gd name="connsiteX100" fmla="*/ 162295 w 218032"/>
                <a:gd name="connsiteY100" fmla="*/ 3279 h 129507"/>
                <a:gd name="connsiteX101" fmla="*/ 163934 w 218032"/>
                <a:gd name="connsiteY101" fmla="*/ 3279 h 129507"/>
                <a:gd name="connsiteX102" fmla="*/ 165573 w 218032"/>
                <a:gd name="connsiteY102" fmla="*/ 3279 h 129507"/>
                <a:gd name="connsiteX103" fmla="*/ 168852 w 218032"/>
                <a:gd name="connsiteY103" fmla="*/ 3279 h 129507"/>
                <a:gd name="connsiteX104" fmla="*/ 170491 w 218032"/>
                <a:gd name="connsiteY104" fmla="*/ 3279 h 129507"/>
                <a:gd name="connsiteX105" fmla="*/ 170491 w 218032"/>
                <a:gd name="connsiteY105" fmla="*/ 4918 h 129507"/>
                <a:gd name="connsiteX106" fmla="*/ 173770 w 218032"/>
                <a:gd name="connsiteY106" fmla="*/ 8197 h 129507"/>
                <a:gd name="connsiteX107" fmla="*/ 177049 w 218032"/>
                <a:gd name="connsiteY107" fmla="*/ 8197 h 129507"/>
                <a:gd name="connsiteX108" fmla="*/ 181966 w 218032"/>
                <a:gd name="connsiteY108" fmla="*/ 8197 h 129507"/>
                <a:gd name="connsiteX109" fmla="*/ 185245 w 218032"/>
                <a:gd name="connsiteY109" fmla="*/ 9836 h 129507"/>
                <a:gd name="connsiteX110" fmla="*/ 188524 w 218032"/>
                <a:gd name="connsiteY110" fmla="*/ 11475 h 129507"/>
                <a:gd name="connsiteX111" fmla="*/ 191803 w 218032"/>
                <a:gd name="connsiteY111" fmla="*/ 9836 h 129507"/>
                <a:gd name="connsiteX112" fmla="*/ 195081 w 218032"/>
                <a:gd name="connsiteY112" fmla="*/ 13114 h 129507"/>
                <a:gd name="connsiteX113" fmla="*/ 198360 w 218032"/>
                <a:gd name="connsiteY113" fmla="*/ 16393 h 129507"/>
                <a:gd name="connsiteX114" fmla="*/ 201639 w 218032"/>
                <a:gd name="connsiteY114" fmla="*/ 18033 h 129507"/>
                <a:gd name="connsiteX115" fmla="*/ 204917 w 218032"/>
                <a:gd name="connsiteY115" fmla="*/ 19672 h 129507"/>
                <a:gd name="connsiteX116" fmla="*/ 208196 w 218032"/>
                <a:gd name="connsiteY116" fmla="*/ 19672 h 129507"/>
                <a:gd name="connsiteX117" fmla="*/ 213114 w 218032"/>
                <a:gd name="connsiteY117" fmla="*/ 19672 h 129507"/>
                <a:gd name="connsiteX118" fmla="*/ 214753 w 218032"/>
                <a:gd name="connsiteY118" fmla="*/ 19672 h 129507"/>
                <a:gd name="connsiteX119" fmla="*/ 216393 w 218032"/>
                <a:gd name="connsiteY119" fmla="*/ 19672 h 129507"/>
                <a:gd name="connsiteX120" fmla="*/ 216393 w 218032"/>
                <a:gd name="connsiteY120" fmla="*/ 24590 h 129507"/>
                <a:gd name="connsiteX121" fmla="*/ 218032 w 218032"/>
                <a:gd name="connsiteY121" fmla="*/ 27869 h 129507"/>
                <a:gd name="connsiteX122" fmla="*/ 218032 w 218032"/>
                <a:gd name="connsiteY122" fmla="*/ 31147 h 129507"/>
                <a:gd name="connsiteX123" fmla="*/ 214753 w 218032"/>
                <a:gd name="connsiteY123" fmla="*/ 36065 h 129507"/>
                <a:gd name="connsiteX124" fmla="*/ 211475 w 218032"/>
                <a:gd name="connsiteY124" fmla="*/ 34426 h 129507"/>
                <a:gd name="connsiteX125" fmla="*/ 206557 w 218032"/>
                <a:gd name="connsiteY125" fmla="*/ 34426 h 129507"/>
                <a:gd name="connsiteX126" fmla="*/ 203278 w 218032"/>
                <a:gd name="connsiteY126" fmla="*/ 36065 h 129507"/>
                <a:gd name="connsiteX127" fmla="*/ 199999 w 218032"/>
                <a:gd name="connsiteY127" fmla="*/ 39344 h 129507"/>
                <a:gd name="connsiteX128" fmla="*/ 198360 w 218032"/>
                <a:gd name="connsiteY128" fmla="*/ 42623 h 129507"/>
                <a:gd name="connsiteX129" fmla="*/ 195081 w 218032"/>
                <a:gd name="connsiteY129" fmla="*/ 44262 h 129507"/>
                <a:gd name="connsiteX130" fmla="*/ 196720 w 218032"/>
                <a:gd name="connsiteY130" fmla="*/ 47541 h 129507"/>
                <a:gd name="connsiteX131" fmla="*/ 195081 w 218032"/>
                <a:gd name="connsiteY131" fmla="*/ 52459 h 129507"/>
                <a:gd name="connsiteX132" fmla="*/ 196720 w 218032"/>
                <a:gd name="connsiteY132" fmla="*/ 55737 h 129507"/>
                <a:gd name="connsiteX133" fmla="*/ 196720 w 218032"/>
                <a:gd name="connsiteY133" fmla="*/ 59016 h 129507"/>
                <a:gd name="connsiteX134" fmla="*/ 195081 w 218032"/>
                <a:gd name="connsiteY134" fmla="*/ 59016 h 129507"/>
                <a:gd name="connsiteX135" fmla="*/ 196720 w 218032"/>
                <a:gd name="connsiteY135" fmla="*/ 63934 h 129507"/>
                <a:gd name="connsiteX136" fmla="*/ 191803 w 218032"/>
                <a:gd name="connsiteY136" fmla="*/ 65573 h 129507"/>
                <a:gd name="connsiteX137" fmla="*/ 188524 w 218032"/>
                <a:gd name="connsiteY137" fmla="*/ 68852 h 129507"/>
                <a:gd name="connsiteX138" fmla="*/ 188524 w 218032"/>
                <a:gd name="connsiteY138" fmla="*/ 72131 h 129507"/>
                <a:gd name="connsiteX139" fmla="*/ 185245 w 218032"/>
                <a:gd name="connsiteY139" fmla="*/ 72131 h 129507"/>
                <a:gd name="connsiteX140" fmla="*/ 181966 w 218032"/>
                <a:gd name="connsiteY140" fmla="*/ 75409 h 129507"/>
                <a:gd name="connsiteX141" fmla="*/ 185245 w 218032"/>
                <a:gd name="connsiteY141" fmla="*/ 77049 h 129507"/>
                <a:gd name="connsiteX142" fmla="*/ 188524 w 218032"/>
                <a:gd name="connsiteY142" fmla="*/ 78688 h 129507"/>
                <a:gd name="connsiteX143" fmla="*/ 193442 w 218032"/>
                <a:gd name="connsiteY143" fmla="*/ 81967 h 129507"/>
                <a:gd name="connsiteX144" fmla="*/ 193442 w 218032"/>
                <a:gd name="connsiteY144" fmla="*/ 85245 h 129507"/>
                <a:gd name="connsiteX145" fmla="*/ 196720 w 218032"/>
                <a:gd name="connsiteY145" fmla="*/ 88524 h 129507"/>
                <a:gd name="connsiteX146" fmla="*/ 199999 w 218032"/>
                <a:gd name="connsiteY146" fmla="*/ 91803 h 129507"/>
                <a:gd name="connsiteX147" fmla="*/ 203278 w 218032"/>
                <a:gd name="connsiteY147" fmla="*/ 96721 h 129507"/>
                <a:gd name="connsiteX148" fmla="*/ 203278 w 218032"/>
                <a:gd name="connsiteY148" fmla="*/ 96721 h 129507"/>
                <a:gd name="connsiteX149" fmla="*/ 199999 w 218032"/>
                <a:gd name="connsiteY149" fmla="*/ 96721 h 129507"/>
                <a:gd name="connsiteX150" fmla="*/ 195081 w 218032"/>
                <a:gd name="connsiteY150" fmla="*/ 98360 h 129507"/>
                <a:gd name="connsiteX151" fmla="*/ 191803 w 218032"/>
                <a:gd name="connsiteY151" fmla="*/ 96721 h 129507"/>
                <a:gd name="connsiteX152" fmla="*/ 188524 w 218032"/>
                <a:gd name="connsiteY152" fmla="*/ 99999 h 129507"/>
                <a:gd name="connsiteX153" fmla="*/ 185245 w 218032"/>
                <a:gd name="connsiteY153" fmla="*/ 98360 h 129507"/>
                <a:gd name="connsiteX154" fmla="*/ 183606 w 218032"/>
                <a:gd name="connsiteY154" fmla="*/ 96721 h 129507"/>
                <a:gd name="connsiteX155" fmla="*/ 180327 w 218032"/>
                <a:gd name="connsiteY155" fmla="*/ 93442 h 129507"/>
                <a:gd name="connsiteX156" fmla="*/ 177049 w 218032"/>
                <a:gd name="connsiteY156" fmla="*/ 91803 h 129507"/>
                <a:gd name="connsiteX157" fmla="*/ 172130 w 218032"/>
                <a:gd name="connsiteY157" fmla="*/ 93442 h 129507"/>
                <a:gd name="connsiteX158" fmla="*/ 168852 w 218032"/>
                <a:gd name="connsiteY158" fmla="*/ 91803 h 129507"/>
                <a:gd name="connsiteX159" fmla="*/ 167213 w 218032"/>
                <a:gd name="connsiteY159" fmla="*/ 95081 h 129507"/>
                <a:gd name="connsiteX160" fmla="*/ 165573 w 218032"/>
                <a:gd name="connsiteY160" fmla="*/ 96721 h 129507"/>
                <a:gd name="connsiteX161" fmla="*/ 162295 w 218032"/>
                <a:gd name="connsiteY161" fmla="*/ 96721 h 129507"/>
                <a:gd name="connsiteX162" fmla="*/ 159016 w 218032"/>
                <a:gd name="connsiteY162" fmla="*/ 98360 h 129507"/>
                <a:gd name="connsiteX163" fmla="*/ 155737 w 218032"/>
                <a:gd name="connsiteY163" fmla="*/ 96721 h 129507"/>
                <a:gd name="connsiteX164" fmla="*/ 152459 w 218032"/>
                <a:gd name="connsiteY164" fmla="*/ 99999 h 129507"/>
                <a:gd name="connsiteX165" fmla="*/ 152459 w 218032"/>
                <a:gd name="connsiteY165" fmla="*/ 99999 h 129507"/>
                <a:gd name="connsiteX166" fmla="*/ 152459 w 218032"/>
                <a:gd name="connsiteY166" fmla="*/ 103278 h 129507"/>
                <a:gd name="connsiteX167" fmla="*/ 149180 w 218032"/>
                <a:gd name="connsiteY167" fmla="*/ 103278 h 129507"/>
                <a:gd name="connsiteX168" fmla="*/ 145901 w 218032"/>
                <a:gd name="connsiteY168" fmla="*/ 104917 h 129507"/>
                <a:gd name="connsiteX169" fmla="*/ 145901 w 218032"/>
                <a:gd name="connsiteY169" fmla="*/ 108196 h 129507"/>
                <a:gd name="connsiteX170" fmla="*/ 145901 w 218032"/>
                <a:gd name="connsiteY170" fmla="*/ 108196 h 129507"/>
                <a:gd name="connsiteX171" fmla="*/ 145901 w 218032"/>
                <a:gd name="connsiteY171" fmla="*/ 109836 h 129507"/>
                <a:gd name="connsiteX172" fmla="*/ 142623 w 218032"/>
                <a:gd name="connsiteY172" fmla="*/ 108196 h 129507"/>
                <a:gd name="connsiteX173" fmla="*/ 140983 w 218032"/>
                <a:gd name="connsiteY173" fmla="*/ 108196 h 129507"/>
                <a:gd name="connsiteX174" fmla="*/ 139344 w 218032"/>
                <a:gd name="connsiteY174" fmla="*/ 106557 h 129507"/>
                <a:gd name="connsiteX175" fmla="*/ 136065 w 218032"/>
                <a:gd name="connsiteY175" fmla="*/ 111475 h 129507"/>
                <a:gd name="connsiteX176" fmla="*/ 139344 w 218032"/>
                <a:gd name="connsiteY176" fmla="*/ 114754 h 129507"/>
                <a:gd name="connsiteX177" fmla="*/ 139344 w 218032"/>
                <a:gd name="connsiteY177" fmla="*/ 118032 h 129507"/>
                <a:gd name="connsiteX178" fmla="*/ 139344 w 218032"/>
                <a:gd name="connsiteY178" fmla="*/ 122950 h 129507"/>
                <a:gd name="connsiteX179" fmla="*/ 136065 w 218032"/>
                <a:gd name="connsiteY179" fmla="*/ 124589 h 129507"/>
                <a:gd name="connsiteX180" fmla="*/ 132786 w 218032"/>
                <a:gd name="connsiteY180" fmla="*/ 126229 h 129507"/>
                <a:gd name="connsiteX181" fmla="*/ 131147 w 218032"/>
                <a:gd name="connsiteY181" fmla="*/ 126229 h 129507"/>
                <a:gd name="connsiteX182" fmla="*/ 126229 w 218032"/>
                <a:gd name="connsiteY182" fmla="*/ 126229 h 129507"/>
                <a:gd name="connsiteX183" fmla="*/ 122950 w 218032"/>
                <a:gd name="connsiteY183" fmla="*/ 126229 h 129507"/>
                <a:gd name="connsiteX184" fmla="*/ 119672 w 218032"/>
                <a:gd name="connsiteY184" fmla="*/ 126229 h 129507"/>
                <a:gd name="connsiteX185" fmla="*/ 116393 w 218032"/>
                <a:gd name="connsiteY185" fmla="*/ 127868 h 129507"/>
                <a:gd name="connsiteX186" fmla="*/ 114754 w 218032"/>
                <a:gd name="connsiteY186" fmla="*/ 127868 h 129507"/>
                <a:gd name="connsiteX187" fmla="*/ 109836 w 218032"/>
                <a:gd name="connsiteY187" fmla="*/ 129508 h 129507"/>
                <a:gd name="connsiteX188" fmla="*/ 108196 w 218032"/>
                <a:gd name="connsiteY188" fmla="*/ 129508 h 129507"/>
                <a:gd name="connsiteX189" fmla="*/ 106557 w 218032"/>
                <a:gd name="connsiteY189" fmla="*/ 127868 h 129507"/>
                <a:gd name="connsiteX190" fmla="*/ 103279 w 218032"/>
                <a:gd name="connsiteY190" fmla="*/ 124589 h 129507"/>
                <a:gd name="connsiteX191" fmla="*/ 98360 w 218032"/>
                <a:gd name="connsiteY191" fmla="*/ 122950 h 129507"/>
                <a:gd name="connsiteX192" fmla="*/ 96721 w 218032"/>
                <a:gd name="connsiteY192" fmla="*/ 122950 h 129507"/>
                <a:gd name="connsiteX193" fmla="*/ 91803 w 218032"/>
                <a:gd name="connsiteY193" fmla="*/ 124589 h 129507"/>
                <a:gd name="connsiteX194" fmla="*/ 90164 w 218032"/>
                <a:gd name="connsiteY194" fmla="*/ 124589 h 129507"/>
                <a:gd name="connsiteX195" fmla="*/ 86885 w 218032"/>
                <a:gd name="connsiteY195" fmla="*/ 121311 h 129507"/>
                <a:gd name="connsiteX196" fmla="*/ 83606 w 218032"/>
                <a:gd name="connsiteY196" fmla="*/ 119671 h 129507"/>
                <a:gd name="connsiteX197" fmla="*/ 81967 w 218032"/>
                <a:gd name="connsiteY197" fmla="*/ 114754 h 129507"/>
                <a:gd name="connsiteX198" fmla="*/ 77049 w 218032"/>
                <a:gd name="connsiteY198" fmla="*/ 116393 h 129507"/>
                <a:gd name="connsiteX199" fmla="*/ 73770 w 218032"/>
                <a:gd name="connsiteY199" fmla="*/ 116393 h 129507"/>
                <a:gd name="connsiteX200" fmla="*/ 70492 w 218032"/>
                <a:gd name="connsiteY200" fmla="*/ 116393 h 129507"/>
                <a:gd name="connsiteX201" fmla="*/ 67213 w 218032"/>
                <a:gd name="connsiteY201" fmla="*/ 116393 h 129507"/>
                <a:gd name="connsiteX202" fmla="*/ 63935 w 218032"/>
                <a:gd name="connsiteY202" fmla="*/ 119671 h 129507"/>
                <a:gd name="connsiteX203" fmla="*/ 60656 w 218032"/>
                <a:gd name="connsiteY203" fmla="*/ 121311 h 129507"/>
                <a:gd name="connsiteX204" fmla="*/ 57377 w 218032"/>
                <a:gd name="connsiteY204" fmla="*/ 121311 h 129507"/>
                <a:gd name="connsiteX205" fmla="*/ 54098 w 218032"/>
                <a:gd name="connsiteY205" fmla="*/ 122950 h 129507"/>
                <a:gd name="connsiteX206" fmla="*/ 50820 w 218032"/>
                <a:gd name="connsiteY206" fmla="*/ 122950 h 129507"/>
                <a:gd name="connsiteX207" fmla="*/ 49180 w 218032"/>
                <a:gd name="connsiteY207" fmla="*/ 122950 h 129507"/>
                <a:gd name="connsiteX208" fmla="*/ 45902 w 218032"/>
                <a:gd name="connsiteY208" fmla="*/ 122950 h 129507"/>
                <a:gd name="connsiteX209" fmla="*/ 40983 w 218032"/>
                <a:gd name="connsiteY209" fmla="*/ 122950 h 129507"/>
                <a:gd name="connsiteX210" fmla="*/ 40983 w 218032"/>
                <a:gd name="connsiteY210" fmla="*/ 122950 h 129507"/>
                <a:gd name="connsiteX211" fmla="*/ 40983 w 218032"/>
                <a:gd name="connsiteY211" fmla="*/ 124589 h 129507"/>
                <a:gd name="connsiteX212" fmla="*/ 37705 w 218032"/>
                <a:gd name="connsiteY212" fmla="*/ 122950 h 129507"/>
                <a:gd name="connsiteX213" fmla="*/ 32787 w 218032"/>
                <a:gd name="connsiteY213" fmla="*/ 126229 h 129507"/>
                <a:gd name="connsiteX214" fmla="*/ 29508 w 218032"/>
                <a:gd name="connsiteY214" fmla="*/ 126229 h 129507"/>
                <a:gd name="connsiteX215" fmla="*/ 26229 w 218032"/>
                <a:gd name="connsiteY215" fmla="*/ 124589 h 129507"/>
                <a:gd name="connsiteX216" fmla="*/ 26229 w 218032"/>
                <a:gd name="connsiteY216" fmla="*/ 122950 h 129507"/>
                <a:gd name="connsiteX217" fmla="*/ 26229 w 218032"/>
                <a:gd name="connsiteY217" fmla="*/ 118032 h 129507"/>
                <a:gd name="connsiteX218" fmla="*/ 26229 w 218032"/>
                <a:gd name="connsiteY218" fmla="*/ 116393 h 129507"/>
                <a:gd name="connsiteX219" fmla="*/ 26229 w 218032"/>
                <a:gd name="connsiteY219" fmla="*/ 113114 h 129507"/>
                <a:gd name="connsiteX220" fmla="*/ 27869 w 218032"/>
                <a:gd name="connsiteY220" fmla="*/ 109836 h 129507"/>
                <a:gd name="connsiteX221" fmla="*/ 26229 w 218032"/>
                <a:gd name="connsiteY221" fmla="*/ 106557 h 129507"/>
                <a:gd name="connsiteX222" fmla="*/ 24590 w 218032"/>
                <a:gd name="connsiteY222" fmla="*/ 103278 h 129507"/>
                <a:gd name="connsiteX223" fmla="*/ 22951 w 218032"/>
                <a:gd name="connsiteY223" fmla="*/ 101639 h 129507"/>
                <a:gd name="connsiteX224" fmla="*/ 22951 w 218032"/>
                <a:gd name="connsiteY224" fmla="*/ 98360 h 129507"/>
                <a:gd name="connsiteX225" fmla="*/ 21312 w 218032"/>
                <a:gd name="connsiteY225" fmla="*/ 96721 h 129507"/>
                <a:gd name="connsiteX226" fmla="*/ 18033 w 218032"/>
                <a:gd name="connsiteY226" fmla="*/ 95081 h 129507"/>
                <a:gd name="connsiteX227" fmla="*/ 14754 w 218032"/>
                <a:gd name="connsiteY227" fmla="*/ 93442 h 129507"/>
                <a:gd name="connsiteX228" fmla="*/ 9836 w 218032"/>
                <a:gd name="connsiteY228" fmla="*/ 90164 h 129507"/>
                <a:gd name="connsiteX229" fmla="*/ 8197 w 218032"/>
                <a:gd name="connsiteY229" fmla="*/ 88524 h 129507"/>
                <a:gd name="connsiteX230" fmla="*/ 6558 w 218032"/>
                <a:gd name="connsiteY230" fmla="*/ 85245 h 129507"/>
                <a:gd name="connsiteX231" fmla="*/ 3279 w 218032"/>
                <a:gd name="connsiteY231" fmla="*/ 81967 h 129507"/>
                <a:gd name="connsiteX232" fmla="*/ 6558 w 218032"/>
                <a:gd name="connsiteY232" fmla="*/ 80327 h 129507"/>
                <a:gd name="connsiteX233" fmla="*/ 9836 w 218032"/>
                <a:gd name="connsiteY233" fmla="*/ 78688 h 129507"/>
                <a:gd name="connsiteX234" fmla="*/ 9836 w 218032"/>
                <a:gd name="connsiteY234" fmla="*/ 73770 h 129507"/>
                <a:gd name="connsiteX235" fmla="*/ 6558 w 218032"/>
                <a:gd name="connsiteY235" fmla="*/ 70491 h 129507"/>
                <a:gd name="connsiteX236" fmla="*/ 6558 w 218032"/>
                <a:gd name="connsiteY236" fmla="*/ 68852 h 129507"/>
                <a:gd name="connsiteX237" fmla="*/ 6558 w 218032"/>
                <a:gd name="connsiteY237" fmla="*/ 65573 h 129507"/>
                <a:gd name="connsiteX238" fmla="*/ 4918 w 218032"/>
                <a:gd name="connsiteY238" fmla="*/ 62295 h 129507"/>
                <a:gd name="connsiteX239" fmla="*/ 4918 w 218032"/>
                <a:gd name="connsiteY239" fmla="*/ 60655 h 129507"/>
                <a:gd name="connsiteX240" fmla="*/ 4918 w 218032"/>
                <a:gd name="connsiteY240" fmla="*/ 60655 h 129507"/>
                <a:gd name="connsiteX241" fmla="*/ 6558 w 218032"/>
                <a:gd name="connsiteY241" fmla="*/ 59016 h 129507"/>
                <a:gd name="connsiteX242" fmla="*/ 11476 w 218032"/>
                <a:gd name="connsiteY242" fmla="*/ 57377 h 129507"/>
                <a:gd name="connsiteX243" fmla="*/ 11476 w 218032"/>
                <a:gd name="connsiteY243" fmla="*/ 57377 h 129507"/>
                <a:gd name="connsiteX244" fmla="*/ 14754 w 218032"/>
                <a:gd name="connsiteY244" fmla="*/ 57377 h 129507"/>
                <a:gd name="connsiteX245" fmla="*/ 16393 w 218032"/>
                <a:gd name="connsiteY245" fmla="*/ 54098 h 129507"/>
                <a:gd name="connsiteX246" fmla="*/ 18033 w 218032"/>
                <a:gd name="connsiteY246" fmla="*/ 52459 h 129507"/>
                <a:gd name="connsiteX247" fmla="*/ 18033 w 218032"/>
                <a:gd name="connsiteY247" fmla="*/ 52459 h 129507"/>
                <a:gd name="connsiteX248" fmla="*/ 21312 w 218032"/>
                <a:gd name="connsiteY248" fmla="*/ 49180 h 129507"/>
                <a:gd name="connsiteX249" fmla="*/ 22951 w 218032"/>
                <a:gd name="connsiteY249" fmla="*/ 45901 h 129507"/>
                <a:gd name="connsiteX250" fmla="*/ 22951 w 218032"/>
                <a:gd name="connsiteY250" fmla="*/ 44262 h 129507"/>
                <a:gd name="connsiteX251" fmla="*/ 21312 w 218032"/>
                <a:gd name="connsiteY251" fmla="*/ 44262 h 129507"/>
                <a:gd name="connsiteX252" fmla="*/ 18033 w 218032"/>
                <a:gd name="connsiteY252" fmla="*/ 39344 h 129507"/>
                <a:gd name="connsiteX253" fmla="*/ 14754 w 218032"/>
                <a:gd name="connsiteY253" fmla="*/ 36065 h 129507"/>
                <a:gd name="connsiteX254" fmla="*/ 13115 w 218032"/>
                <a:gd name="connsiteY254" fmla="*/ 36065 h 129507"/>
                <a:gd name="connsiteX255" fmla="*/ 8197 w 218032"/>
                <a:gd name="connsiteY255" fmla="*/ 32787 h 129507"/>
                <a:gd name="connsiteX256" fmla="*/ 4918 w 218032"/>
                <a:gd name="connsiteY256" fmla="*/ 29508 h 129507"/>
                <a:gd name="connsiteX257" fmla="*/ 4918 w 218032"/>
                <a:gd name="connsiteY257" fmla="*/ 26229 h 129507"/>
                <a:gd name="connsiteX258" fmla="*/ 1639 w 218032"/>
                <a:gd name="connsiteY258" fmla="*/ 22951 h 129507"/>
                <a:gd name="connsiteX259" fmla="*/ 0 w 218032"/>
                <a:gd name="connsiteY259" fmla="*/ 18033 h 129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</a:cxnLst>
              <a:rect l="l" t="t" r="r" b="b"/>
              <a:pathLst>
                <a:path w="218032" h="129507">
                  <a:moveTo>
                    <a:pt x="0" y="18033"/>
                  </a:moveTo>
                  <a:lnTo>
                    <a:pt x="0" y="14754"/>
                  </a:lnTo>
                  <a:lnTo>
                    <a:pt x="1639" y="11475"/>
                  </a:lnTo>
                  <a:lnTo>
                    <a:pt x="4918" y="8197"/>
                  </a:lnTo>
                  <a:lnTo>
                    <a:pt x="4918" y="6557"/>
                  </a:lnTo>
                  <a:lnTo>
                    <a:pt x="8197" y="3279"/>
                  </a:lnTo>
                  <a:lnTo>
                    <a:pt x="9836" y="0"/>
                  </a:lnTo>
                  <a:lnTo>
                    <a:pt x="9836" y="0"/>
                  </a:lnTo>
                  <a:lnTo>
                    <a:pt x="13115" y="1639"/>
                  </a:lnTo>
                  <a:lnTo>
                    <a:pt x="16393" y="3279"/>
                  </a:lnTo>
                  <a:lnTo>
                    <a:pt x="21312" y="4918"/>
                  </a:lnTo>
                  <a:lnTo>
                    <a:pt x="21312" y="4918"/>
                  </a:lnTo>
                  <a:lnTo>
                    <a:pt x="21312" y="8197"/>
                  </a:lnTo>
                  <a:lnTo>
                    <a:pt x="19672" y="8197"/>
                  </a:lnTo>
                  <a:lnTo>
                    <a:pt x="18033" y="9836"/>
                  </a:lnTo>
                  <a:lnTo>
                    <a:pt x="16393" y="9836"/>
                  </a:lnTo>
                  <a:lnTo>
                    <a:pt x="16393" y="11475"/>
                  </a:lnTo>
                  <a:lnTo>
                    <a:pt x="16393" y="11475"/>
                  </a:lnTo>
                  <a:lnTo>
                    <a:pt x="16393" y="13114"/>
                  </a:lnTo>
                  <a:lnTo>
                    <a:pt x="16393" y="13114"/>
                  </a:lnTo>
                  <a:lnTo>
                    <a:pt x="16393" y="14754"/>
                  </a:lnTo>
                  <a:lnTo>
                    <a:pt x="19672" y="16393"/>
                  </a:lnTo>
                  <a:lnTo>
                    <a:pt x="19672" y="16393"/>
                  </a:lnTo>
                  <a:lnTo>
                    <a:pt x="21312" y="18033"/>
                  </a:lnTo>
                  <a:lnTo>
                    <a:pt x="22951" y="18033"/>
                  </a:lnTo>
                  <a:lnTo>
                    <a:pt x="24590" y="18033"/>
                  </a:lnTo>
                  <a:lnTo>
                    <a:pt x="24590" y="18033"/>
                  </a:lnTo>
                  <a:lnTo>
                    <a:pt x="27869" y="16393"/>
                  </a:lnTo>
                  <a:lnTo>
                    <a:pt x="29508" y="16393"/>
                  </a:lnTo>
                  <a:lnTo>
                    <a:pt x="31148" y="16393"/>
                  </a:lnTo>
                  <a:lnTo>
                    <a:pt x="34426" y="16393"/>
                  </a:lnTo>
                  <a:lnTo>
                    <a:pt x="36066" y="14754"/>
                  </a:lnTo>
                  <a:lnTo>
                    <a:pt x="39344" y="16393"/>
                  </a:lnTo>
                  <a:lnTo>
                    <a:pt x="39344" y="16393"/>
                  </a:lnTo>
                  <a:lnTo>
                    <a:pt x="40983" y="16393"/>
                  </a:lnTo>
                  <a:lnTo>
                    <a:pt x="44262" y="18033"/>
                  </a:lnTo>
                  <a:lnTo>
                    <a:pt x="45902" y="18033"/>
                  </a:lnTo>
                  <a:lnTo>
                    <a:pt x="47541" y="18033"/>
                  </a:lnTo>
                  <a:lnTo>
                    <a:pt x="50820" y="18033"/>
                  </a:lnTo>
                  <a:lnTo>
                    <a:pt x="52459" y="19672"/>
                  </a:lnTo>
                  <a:lnTo>
                    <a:pt x="55738" y="19672"/>
                  </a:lnTo>
                  <a:lnTo>
                    <a:pt x="57377" y="21311"/>
                  </a:lnTo>
                  <a:lnTo>
                    <a:pt x="59016" y="21311"/>
                  </a:lnTo>
                  <a:lnTo>
                    <a:pt x="60656" y="21311"/>
                  </a:lnTo>
                  <a:lnTo>
                    <a:pt x="60656" y="22951"/>
                  </a:lnTo>
                  <a:lnTo>
                    <a:pt x="62295" y="22951"/>
                  </a:lnTo>
                  <a:lnTo>
                    <a:pt x="65573" y="22951"/>
                  </a:lnTo>
                  <a:lnTo>
                    <a:pt x="68852" y="22951"/>
                  </a:lnTo>
                  <a:lnTo>
                    <a:pt x="70492" y="21311"/>
                  </a:lnTo>
                  <a:lnTo>
                    <a:pt x="72131" y="21311"/>
                  </a:lnTo>
                  <a:lnTo>
                    <a:pt x="73770" y="19672"/>
                  </a:lnTo>
                  <a:lnTo>
                    <a:pt x="77049" y="19672"/>
                  </a:lnTo>
                  <a:lnTo>
                    <a:pt x="80328" y="21311"/>
                  </a:lnTo>
                  <a:lnTo>
                    <a:pt x="81967" y="21311"/>
                  </a:lnTo>
                  <a:lnTo>
                    <a:pt x="85246" y="21311"/>
                  </a:lnTo>
                  <a:lnTo>
                    <a:pt x="85246" y="21311"/>
                  </a:lnTo>
                  <a:lnTo>
                    <a:pt x="88525" y="21311"/>
                  </a:lnTo>
                  <a:lnTo>
                    <a:pt x="91803" y="21311"/>
                  </a:lnTo>
                  <a:lnTo>
                    <a:pt x="91803" y="21311"/>
                  </a:lnTo>
                  <a:lnTo>
                    <a:pt x="95082" y="22951"/>
                  </a:lnTo>
                  <a:lnTo>
                    <a:pt x="95082" y="22951"/>
                  </a:lnTo>
                  <a:lnTo>
                    <a:pt x="96721" y="22951"/>
                  </a:lnTo>
                  <a:lnTo>
                    <a:pt x="100000" y="22951"/>
                  </a:lnTo>
                  <a:lnTo>
                    <a:pt x="101639" y="24590"/>
                  </a:lnTo>
                  <a:lnTo>
                    <a:pt x="104918" y="24590"/>
                  </a:lnTo>
                  <a:lnTo>
                    <a:pt x="108196" y="24590"/>
                  </a:lnTo>
                  <a:lnTo>
                    <a:pt x="108196" y="24590"/>
                  </a:lnTo>
                  <a:lnTo>
                    <a:pt x="109836" y="24590"/>
                  </a:lnTo>
                  <a:lnTo>
                    <a:pt x="111475" y="24590"/>
                  </a:lnTo>
                  <a:lnTo>
                    <a:pt x="113115" y="22951"/>
                  </a:lnTo>
                  <a:lnTo>
                    <a:pt x="116393" y="22951"/>
                  </a:lnTo>
                  <a:lnTo>
                    <a:pt x="118032" y="22951"/>
                  </a:lnTo>
                  <a:lnTo>
                    <a:pt x="119672" y="19672"/>
                  </a:lnTo>
                  <a:lnTo>
                    <a:pt x="122950" y="18033"/>
                  </a:lnTo>
                  <a:lnTo>
                    <a:pt x="122950" y="18033"/>
                  </a:lnTo>
                  <a:lnTo>
                    <a:pt x="122950" y="18033"/>
                  </a:lnTo>
                  <a:lnTo>
                    <a:pt x="122950" y="16393"/>
                  </a:lnTo>
                  <a:lnTo>
                    <a:pt x="124590" y="14754"/>
                  </a:lnTo>
                  <a:lnTo>
                    <a:pt x="126229" y="14754"/>
                  </a:lnTo>
                  <a:lnTo>
                    <a:pt x="126229" y="14754"/>
                  </a:lnTo>
                  <a:lnTo>
                    <a:pt x="127869" y="13114"/>
                  </a:lnTo>
                  <a:lnTo>
                    <a:pt x="127869" y="13114"/>
                  </a:lnTo>
                  <a:lnTo>
                    <a:pt x="127869" y="11475"/>
                  </a:lnTo>
                  <a:lnTo>
                    <a:pt x="129508" y="11475"/>
                  </a:lnTo>
                  <a:lnTo>
                    <a:pt x="132786" y="9836"/>
                  </a:lnTo>
                  <a:lnTo>
                    <a:pt x="132786" y="9836"/>
                  </a:lnTo>
                  <a:lnTo>
                    <a:pt x="134426" y="9836"/>
                  </a:lnTo>
                  <a:lnTo>
                    <a:pt x="134426" y="8197"/>
                  </a:lnTo>
                  <a:lnTo>
                    <a:pt x="136065" y="8197"/>
                  </a:lnTo>
                  <a:lnTo>
                    <a:pt x="136065" y="8197"/>
                  </a:lnTo>
                  <a:lnTo>
                    <a:pt x="137705" y="8197"/>
                  </a:lnTo>
                  <a:lnTo>
                    <a:pt x="139344" y="8197"/>
                  </a:lnTo>
                  <a:lnTo>
                    <a:pt x="140983" y="8197"/>
                  </a:lnTo>
                  <a:lnTo>
                    <a:pt x="142623" y="6557"/>
                  </a:lnTo>
                  <a:lnTo>
                    <a:pt x="147540" y="6557"/>
                  </a:lnTo>
                  <a:lnTo>
                    <a:pt x="147540" y="6557"/>
                  </a:lnTo>
                  <a:lnTo>
                    <a:pt x="150819" y="4918"/>
                  </a:lnTo>
                  <a:lnTo>
                    <a:pt x="152459" y="4918"/>
                  </a:lnTo>
                  <a:lnTo>
                    <a:pt x="155737" y="3279"/>
                  </a:lnTo>
                  <a:lnTo>
                    <a:pt x="157376" y="3279"/>
                  </a:lnTo>
                  <a:lnTo>
                    <a:pt x="162295" y="3279"/>
                  </a:lnTo>
                  <a:lnTo>
                    <a:pt x="163934" y="3279"/>
                  </a:lnTo>
                  <a:lnTo>
                    <a:pt x="165573" y="3279"/>
                  </a:lnTo>
                  <a:lnTo>
                    <a:pt x="168852" y="3279"/>
                  </a:lnTo>
                  <a:lnTo>
                    <a:pt x="170491" y="3279"/>
                  </a:lnTo>
                  <a:lnTo>
                    <a:pt x="170491" y="4918"/>
                  </a:lnTo>
                  <a:lnTo>
                    <a:pt x="173770" y="8197"/>
                  </a:lnTo>
                  <a:lnTo>
                    <a:pt x="177049" y="8197"/>
                  </a:lnTo>
                  <a:lnTo>
                    <a:pt x="181966" y="8197"/>
                  </a:lnTo>
                  <a:lnTo>
                    <a:pt x="185245" y="9836"/>
                  </a:lnTo>
                  <a:lnTo>
                    <a:pt x="188524" y="11475"/>
                  </a:lnTo>
                  <a:lnTo>
                    <a:pt x="191803" y="9836"/>
                  </a:lnTo>
                  <a:lnTo>
                    <a:pt x="195081" y="13114"/>
                  </a:lnTo>
                  <a:lnTo>
                    <a:pt x="198360" y="16393"/>
                  </a:lnTo>
                  <a:lnTo>
                    <a:pt x="201639" y="18033"/>
                  </a:lnTo>
                  <a:lnTo>
                    <a:pt x="204917" y="19672"/>
                  </a:lnTo>
                  <a:lnTo>
                    <a:pt x="208196" y="19672"/>
                  </a:lnTo>
                  <a:lnTo>
                    <a:pt x="213114" y="19672"/>
                  </a:lnTo>
                  <a:lnTo>
                    <a:pt x="214753" y="19672"/>
                  </a:lnTo>
                  <a:lnTo>
                    <a:pt x="216393" y="19672"/>
                  </a:lnTo>
                  <a:lnTo>
                    <a:pt x="216393" y="24590"/>
                  </a:lnTo>
                  <a:lnTo>
                    <a:pt x="218032" y="27869"/>
                  </a:lnTo>
                  <a:lnTo>
                    <a:pt x="218032" y="31147"/>
                  </a:lnTo>
                  <a:lnTo>
                    <a:pt x="214753" y="36065"/>
                  </a:lnTo>
                  <a:lnTo>
                    <a:pt x="211475" y="34426"/>
                  </a:lnTo>
                  <a:lnTo>
                    <a:pt x="206557" y="34426"/>
                  </a:lnTo>
                  <a:lnTo>
                    <a:pt x="203278" y="36065"/>
                  </a:lnTo>
                  <a:lnTo>
                    <a:pt x="199999" y="39344"/>
                  </a:lnTo>
                  <a:lnTo>
                    <a:pt x="198360" y="42623"/>
                  </a:lnTo>
                  <a:lnTo>
                    <a:pt x="195081" y="44262"/>
                  </a:lnTo>
                  <a:lnTo>
                    <a:pt x="196720" y="47541"/>
                  </a:lnTo>
                  <a:lnTo>
                    <a:pt x="195081" y="52459"/>
                  </a:lnTo>
                  <a:lnTo>
                    <a:pt x="196720" y="55737"/>
                  </a:lnTo>
                  <a:lnTo>
                    <a:pt x="196720" y="59016"/>
                  </a:lnTo>
                  <a:lnTo>
                    <a:pt x="195081" y="59016"/>
                  </a:lnTo>
                  <a:lnTo>
                    <a:pt x="196720" y="63934"/>
                  </a:lnTo>
                  <a:lnTo>
                    <a:pt x="191803" y="65573"/>
                  </a:lnTo>
                  <a:lnTo>
                    <a:pt x="188524" y="68852"/>
                  </a:lnTo>
                  <a:lnTo>
                    <a:pt x="188524" y="72131"/>
                  </a:lnTo>
                  <a:lnTo>
                    <a:pt x="185245" y="72131"/>
                  </a:lnTo>
                  <a:lnTo>
                    <a:pt x="181966" y="75409"/>
                  </a:lnTo>
                  <a:lnTo>
                    <a:pt x="185245" y="77049"/>
                  </a:lnTo>
                  <a:lnTo>
                    <a:pt x="188524" y="78688"/>
                  </a:lnTo>
                  <a:lnTo>
                    <a:pt x="193442" y="81967"/>
                  </a:lnTo>
                  <a:lnTo>
                    <a:pt x="193442" y="85245"/>
                  </a:lnTo>
                  <a:lnTo>
                    <a:pt x="196720" y="88524"/>
                  </a:lnTo>
                  <a:lnTo>
                    <a:pt x="199999" y="91803"/>
                  </a:lnTo>
                  <a:lnTo>
                    <a:pt x="203278" y="96721"/>
                  </a:lnTo>
                  <a:lnTo>
                    <a:pt x="203278" y="96721"/>
                  </a:lnTo>
                  <a:lnTo>
                    <a:pt x="199999" y="96721"/>
                  </a:lnTo>
                  <a:lnTo>
                    <a:pt x="195081" y="98360"/>
                  </a:lnTo>
                  <a:lnTo>
                    <a:pt x="191803" y="96721"/>
                  </a:lnTo>
                  <a:lnTo>
                    <a:pt x="188524" y="99999"/>
                  </a:lnTo>
                  <a:lnTo>
                    <a:pt x="185245" y="98360"/>
                  </a:lnTo>
                  <a:lnTo>
                    <a:pt x="183606" y="96721"/>
                  </a:lnTo>
                  <a:lnTo>
                    <a:pt x="180327" y="93442"/>
                  </a:lnTo>
                  <a:lnTo>
                    <a:pt x="177049" y="91803"/>
                  </a:lnTo>
                  <a:lnTo>
                    <a:pt x="172130" y="93442"/>
                  </a:lnTo>
                  <a:lnTo>
                    <a:pt x="168852" y="91803"/>
                  </a:lnTo>
                  <a:lnTo>
                    <a:pt x="167213" y="95081"/>
                  </a:lnTo>
                  <a:lnTo>
                    <a:pt x="165573" y="96721"/>
                  </a:lnTo>
                  <a:lnTo>
                    <a:pt x="162295" y="96721"/>
                  </a:lnTo>
                  <a:lnTo>
                    <a:pt x="159016" y="98360"/>
                  </a:lnTo>
                  <a:lnTo>
                    <a:pt x="155737" y="96721"/>
                  </a:lnTo>
                  <a:lnTo>
                    <a:pt x="152459" y="99999"/>
                  </a:lnTo>
                  <a:lnTo>
                    <a:pt x="152459" y="99999"/>
                  </a:lnTo>
                  <a:lnTo>
                    <a:pt x="152459" y="103278"/>
                  </a:lnTo>
                  <a:lnTo>
                    <a:pt x="149180" y="103278"/>
                  </a:lnTo>
                  <a:lnTo>
                    <a:pt x="145901" y="104917"/>
                  </a:lnTo>
                  <a:lnTo>
                    <a:pt x="145901" y="108196"/>
                  </a:lnTo>
                  <a:lnTo>
                    <a:pt x="145901" y="108196"/>
                  </a:lnTo>
                  <a:lnTo>
                    <a:pt x="145901" y="109836"/>
                  </a:lnTo>
                  <a:lnTo>
                    <a:pt x="142623" y="108196"/>
                  </a:lnTo>
                  <a:lnTo>
                    <a:pt x="140983" y="108196"/>
                  </a:lnTo>
                  <a:lnTo>
                    <a:pt x="139344" y="106557"/>
                  </a:lnTo>
                  <a:lnTo>
                    <a:pt x="136065" y="111475"/>
                  </a:lnTo>
                  <a:lnTo>
                    <a:pt x="139344" y="114754"/>
                  </a:lnTo>
                  <a:lnTo>
                    <a:pt x="139344" y="118032"/>
                  </a:lnTo>
                  <a:lnTo>
                    <a:pt x="139344" y="122950"/>
                  </a:lnTo>
                  <a:lnTo>
                    <a:pt x="136065" y="124589"/>
                  </a:lnTo>
                  <a:lnTo>
                    <a:pt x="132786" y="126229"/>
                  </a:lnTo>
                  <a:lnTo>
                    <a:pt x="131147" y="126229"/>
                  </a:lnTo>
                  <a:lnTo>
                    <a:pt x="126229" y="126229"/>
                  </a:lnTo>
                  <a:lnTo>
                    <a:pt x="122950" y="126229"/>
                  </a:lnTo>
                  <a:lnTo>
                    <a:pt x="119672" y="126229"/>
                  </a:lnTo>
                  <a:lnTo>
                    <a:pt x="116393" y="127868"/>
                  </a:lnTo>
                  <a:lnTo>
                    <a:pt x="114754" y="127868"/>
                  </a:lnTo>
                  <a:lnTo>
                    <a:pt x="109836" y="129508"/>
                  </a:lnTo>
                  <a:lnTo>
                    <a:pt x="108196" y="129508"/>
                  </a:lnTo>
                  <a:lnTo>
                    <a:pt x="106557" y="127868"/>
                  </a:lnTo>
                  <a:lnTo>
                    <a:pt x="103279" y="124589"/>
                  </a:lnTo>
                  <a:lnTo>
                    <a:pt x="98360" y="122950"/>
                  </a:lnTo>
                  <a:lnTo>
                    <a:pt x="96721" y="122950"/>
                  </a:lnTo>
                  <a:lnTo>
                    <a:pt x="91803" y="124589"/>
                  </a:lnTo>
                  <a:lnTo>
                    <a:pt x="90164" y="124589"/>
                  </a:lnTo>
                  <a:lnTo>
                    <a:pt x="86885" y="121311"/>
                  </a:lnTo>
                  <a:lnTo>
                    <a:pt x="83606" y="119671"/>
                  </a:lnTo>
                  <a:lnTo>
                    <a:pt x="81967" y="114754"/>
                  </a:lnTo>
                  <a:lnTo>
                    <a:pt x="77049" y="116393"/>
                  </a:lnTo>
                  <a:lnTo>
                    <a:pt x="73770" y="116393"/>
                  </a:lnTo>
                  <a:lnTo>
                    <a:pt x="70492" y="116393"/>
                  </a:lnTo>
                  <a:lnTo>
                    <a:pt x="67213" y="116393"/>
                  </a:lnTo>
                  <a:lnTo>
                    <a:pt x="63935" y="119671"/>
                  </a:lnTo>
                  <a:lnTo>
                    <a:pt x="60656" y="121311"/>
                  </a:lnTo>
                  <a:lnTo>
                    <a:pt x="57377" y="121311"/>
                  </a:lnTo>
                  <a:lnTo>
                    <a:pt x="54098" y="122950"/>
                  </a:lnTo>
                  <a:lnTo>
                    <a:pt x="50820" y="122950"/>
                  </a:lnTo>
                  <a:lnTo>
                    <a:pt x="49180" y="122950"/>
                  </a:lnTo>
                  <a:lnTo>
                    <a:pt x="45902" y="122950"/>
                  </a:lnTo>
                  <a:lnTo>
                    <a:pt x="40983" y="122950"/>
                  </a:lnTo>
                  <a:lnTo>
                    <a:pt x="40983" y="122950"/>
                  </a:lnTo>
                  <a:lnTo>
                    <a:pt x="40983" y="124589"/>
                  </a:lnTo>
                  <a:lnTo>
                    <a:pt x="37705" y="122950"/>
                  </a:lnTo>
                  <a:lnTo>
                    <a:pt x="32787" y="126229"/>
                  </a:lnTo>
                  <a:lnTo>
                    <a:pt x="29508" y="126229"/>
                  </a:lnTo>
                  <a:lnTo>
                    <a:pt x="26229" y="124589"/>
                  </a:lnTo>
                  <a:lnTo>
                    <a:pt x="26229" y="122950"/>
                  </a:lnTo>
                  <a:lnTo>
                    <a:pt x="26229" y="118032"/>
                  </a:lnTo>
                  <a:lnTo>
                    <a:pt x="26229" y="116393"/>
                  </a:lnTo>
                  <a:lnTo>
                    <a:pt x="26229" y="113114"/>
                  </a:lnTo>
                  <a:lnTo>
                    <a:pt x="27869" y="109836"/>
                  </a:lnTo>
                  <a:lnTo>
                    <a:pt x="26229" y="106557"/>
                  </a:lnTo>
                  <a:lnTo>
                    <a:pt x="24590" y="103278"/>
                  </a:lnTo>
                  <a:lnTo>
                    <a:pt x="22951" y="101639"/>
                  </a:lnTo>
                  <a:lnTo>
                    <a:pt x="22951" y="98360"/>
                  </a:lnTo>
                  <a:lnTo>
                    <a:pt x="21312" y="96721"/>
                  </a:lnTo>
                  <a:lnTo>
                    <a:pt x="18033" y="95081"/>
                  </a:lnTo>
                  <a:lnTo>
                    <a:pt x="14754" y="93442"/>
                  </a:lnTo>
                  <a:lnTo>
                    <a:pt x="9836" y="90164"/>
                  </a:lnTo>
                  <a:lnTo>
                    <a:pt x="8197" y="88524"/>
                  </a:lnTo>
                  <a:lnTo>
                    <a:pt x="6558" y="85245"/>
                  </a:lnTo>
                  <a:lnTo>
                    <a:pt x="3279" y="81967"/>
                  </a:lnTo>
                  <a:lnTo>
                    <a:pt x="6558" y="80327"/>
                  </a:lnTo>
                  <a:lnTo>
                    <a:pt x="9836" y="78688"/>
                  </a:lnTo>
                  <a:lnTo>
                    <a:pt x="9836" y="73770"/>
                  </a:lnTo>
                  <a:lnTo>
                    <a:pt x="6558" y="70491"/>
                  </a:lnTo>
                  <a:lnTo>
                    <a:pt x="6558" y="68852"/>
                  </a:lnTo>
                  <a:lnTo>
                    <a:pt x="6558" y="65573"/>
                  </a:lnTo>
                  <a:lnTo>
                    <a:pt x="4918" y="62295"/>
                  </a:lnTo>
                  <a:lnTo>
                    <a:pt x="4918" y="60655"/>
                  </a:lnTo>
                  <a:lnTo>
                    <a:pt x="4918" y="60655"/>
                  </a:lnTo>
                  <a:lnTo>
                    <a:pt x="6558" y="59016"/>
                  </a:lnTo>
                  <a:lnTo>
                    <a:pt x="11476" y="57377"/>
                  </a:lnTo>
                  <a:lnTo>
                    <a:pt x="11476" y="57377"/>
                  </a:lnTo>
                  <a:lnTo>
                    <a:pt x="14754" y="57377"/>
                  </a:lnTo>
                  <a:lnTo>
                    <a:pt x="16393" y="54098"/>
                  </a:lnTo>
                  <a:lnTo>
                    <a:pt x="18033" y="52459"/>
                  </a:lnTo>
                  <a:lnTo>
                    <a:pt x="18033" y="52459"/>
                  </a:lnTo>
                  <a:lnTo>
                    <a:pt x="21312" y="49180"/>
                  </a:lnTo>
                  <a:lnTo>
                    <a:pt x="22951" y="45901"/>
                  </a:lnTo>
                  <a:lnTo>
                    <a:pt x="22951" y="44262"/>
                  </a:lnTo>
                  <a:lnTo>
                    <a:pt x="21312" y="44262"/>
                  </a:lnTo>
                  <a:lnTo>
                    <a:pt x="18033" y="39344"/>
                  </a:lnTo>
                  <a:lnTo>
                    <a:pt x="14754" y="36065"/>
                  </a:lnTo>
                  <a:lnTo>
                    <a:pt x="13115" y="36065"/>
                  </a:lnTo>
                  <a:lnTo>
                    <a:pt x="8197" y="32787"/>
                  </a:lnTo>
                  <a:lnTo>
                    <a:pt x="4918" y="29508"/>
                  </a:lnTo>
                  <a:lnTo>
                    <a:pt x="4918" y="26229"/>
                  </a:lnTo>
                  <a:lnTo>
                    <a:pt x="1639" y="22951"/>
                  </a:lnTo>
                  <a:lnTo>
                    <a:pt x="0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97" name="Freeform 3696">
              <a:extLst>
                <a:ext uri="{FF2B5EF4-FFF2-40B4-BE49-F238E27FC236}">
                  <a16:creationId xmlns:a16="http://schemas.microsoft.com/office/drawing/2014/main" id="{DA145996-505B-E144-B2EF-FFADDC653E47}"/>
                </a:ext>
              </a:extLst>
            </p:cNvPr>
            <p:cNvSpPr/>
            <p:nvPr/>
          </p:nvSpPr>
          <p:spPr>
            <a:xfrm>
              <a:off x="6486161" y="4224732"/>
              <a:ext cx="70491" cy="93441"/>
            </a:xfrm>
            <a:custGeom>
              <a:avLst/>
              <a:gdLst>
                <a:gd name="connsiteX0" fmla="*/ 0 w 70491"/>
                <a:gd name="connsiteY0" fmla="*/ 18032 h 93441"/>
                <a:gd name="connsiteX1" fmla="*/ 0 w 70491"/>
                <a:gd name="connsiteY1" fmla="*/ 18032 h 93441"/>
                <a:gd name="connsiteX2" fmla="*/ 0 w 70491"/>
                <a:gd name="connsiteY2" fmla="*/ 14754 h 93441"/>
                <a:gd name="connsiteX3" fmla="*/ 4918 w 70491"/>
                <a:gd name="connsiteY3" fmla="*/ 11475 h 93441"/>
                <a:gd name="connsiteX4" fmla="*/ 8197 w 70491"/>
                <a:gd name="connsiteY4" fmla="*/ 13114 h 93441"/>
                <a:gd name="connsiteX5" fmla="*/ 11476 w 70491"/>
                <a:gd name="connsiteY5" fmla="*/ 16393 h 93441"/>
                <a:gd name="connsiteX6" fmla="*/ 13115 w 70491"/>
                <a:gd name="connsiteY6" fmla="*/ 21311 h 93441"/>
                <a:gd name="connsiteX7" fmla="*/ 16393 w 70491"/>
                <a:gd name="connsiteY7" fmla="*/ 21311 h 93441"/>
                <a:gd name="connsiteX8" fmla="*/ 19672 w 70491"/>
                <a:gd name="connsiteY8" fmla="*/ 21311 h 93441"/>
                <a:gd name="connsiteX9" fmla="*/ 21312 w 70491"/>
                <a:gd name="connsiteY9" fmla="*/ 21311 h 93441"/>
                <a:gd name="connsiteX10" fmla="*/ 24590 w 70491"/>
                <a:gd name="connsiteY10" fmla="*/ 21311 h 93441"/>
                <a:gd name="connsiteX11" fmla="*/ 27869 w 70491"/>
                <a:gd name="connsiteY11" fmla="*/ 19672 h 93441"/>
                <a:gd name="connsiteX12" fmla="*/ 32787 w 70491"/>
                <a:gd name="connsiteY12" fmla="*/ 19672 h 93441"/>
                <a:gd name="connsiteX13" fmla="*/ 34426 w 70491"/>
                <a:gd name="connsiteY13" fmla="*/ 14754 h 93441"/>
                <a:gd name="connsiteX14" fmla="*/ 34426 w 70491"/>
                <a:gd name="connsiteY14" fmla="*/ 11475 h 93441"/>
                <a:gd name="connsiteX15" fmla="*/ 34426 w 70491"/>
                <a:gd name="connsiteY15" fmla="*/ 8197 h 93441"/>
                <a:gd name="connsiteX16" fmla="*/ 36066 w 70491"/>
                <a:gd name="connsiteY16" fmla="*/ 3278 h 93441"/>
                <a:gd name="connsiteX17" fmla="*/ 36066 w 70491"/>
                <a:gd name="connsiteY17" fmla="*/ 0 h 93441"/>
                <a:gd name="connsiteX18" fmla="*/ 36066 w 70491"/>
                <a:gd name="connsiteY18" fmla="*/ 0 h 93441"/>
                <a:gd name="connsiteX19" fmla="*/ 37705 w 70491"/>
                <a:gd name="connsiteY19" fmla="*/ 1639 h 93441"/>
                <a:gd name="connsiteX20" fmla="*/ 37705 w 70491"/>
                <a:gd name="connsiteY20" fmla="*/ 1639 h 93441"/>
                <a:gd name="connsiteX21" fmla="*/ 40983 w 70491"/>
                <a:gd name="connsiteY21" fmla="*/ 3278 h 93441"/>
                <a:gd name="connsiteX22" fmla="*/ 42623 w 70491"/>
                <a:gd name="connsiteY22" fmla="*/ 4918 h 93441"/>
                <a:gd name="connsiteX23" fmla="*/ 45902 w 70491"/>
                <a:gd name="connsiteY23" fmla="*/ 1639 h 93441"/>
                <a:gd name="connsiteX24" fmla="*/ 47541 w 70491"/>
                <a:gd name="connsiteY24" fmla="*/ 1639 h 93441"/>
                <a:gd name="connsiteX25" fmla="*/ 50820 w 70491"/>
                <a:gd name="connsiteY25" fmla="*/ 0 h 93441"/>
                <a:gd name="connsiteX26" fmla="*/ 54098 w 70491"/>
                <a:gd name="connsiteY26" fmla="*/ 0 h 93441"/>
                <a:gd name="connsiteX27" fmla="*/ 59016 w 70491"/>
                <a:gd name="connsiteY27" fmla="*/ 3278 h 93441"/>
                <a:gd name="connsiteX28" fmla="*/ 59016 w 70491"/>
                <a:gd name="connsiteY28" fmla="*/ 3278 h 93441"/>
                <a:gd name="connsiteX29" fmla="*/ 57377 w 70491"/>
                <a:gd name="connsiteY29" fmla="*/ 6557 h 93441"/>
                <a:gd name="connsiteX30" fmla="*/ 55738 w 70491"/>
                <a:gd name="connsiteY30" fmla="*/ 11475 h 93441"/>
                <a:gd name="connsiteX31" fmla="*/ 54098 w 70491"/>
                <a:gd name="connsiteY31" fmla="*/ 14754 h 93441"/>
                <a:gd name="connsiteX32" fmla="*/ 57377 w 70491"/>
                <a:gd name="connsiteY32" fmla="*/ 14754 h 93441"/>
                <a:gd name="connsiteX33" fmla="*/ 55738 w 70491"/>
                <a:gd name="connsiteY33" fmla="*/ 16393 h 93441"/>
                <a:gd name="connsiteX34" fmla="*/ 54098 w 70491"/>
                <a:gd name="connsiteY34" fmla="*/ 19672 h 93441"/>
                <a:gd name="connsiteX35" fmla="*/ 54098 w 70491"/>
                <a:gd name="connsiteY35" fmla="*/ 22951 h 93441"/>
                <a:gd name="connsiteX36" fmla="*/ 55738 w 70491"/>
                <a:gd name="connsiteY36" fmla="*/ 27868 h 93441"/>
                <a:gd name="connsiteX37" fmla="*/ 59016 w 70491"/>
                <a:gd name="connsiteY37" fmla="*/ 26229 h 93441"/>
                <a:gd name="connsiteX38" fmla="*/ 63935 w 70491"/>
                <a:gd name="connsiteY38" fmla="*/ 29508 h 93441"/>
                <a:gd name="connsiteX39" fmla="*/ 67213 w 70491"/>
                <a:gd name="connsiteY39" fmla="*/ 29508 h 93441"/>
                <a:gd name="connsiteX40" fmla="*/ 70492 w 70491"/>
                <a:gd name="connsiteY40" fmla="*/ 29508 h 93441"/>
                <a:gd name="connsiteX41" fmla="*/ 67213 w 70491"/>
                <a:gd name="connsiteY41" fmla="*/ 31147 h 93441"/>
                <a:gd name="connsiteX42" fmla="*/ 68852 w 70491"/>
                <a:gd name="connsiteY42" fmla="*/ 36065 h 93441"/>
                <a:gd name="connsiteX43" fmla="*/ 68852 w 70491"/>
                <a:gd name="connsiteY43" fmla="*/ 39344 h 93441"/>
                <a:gd name="connsiteX44" fmla="*/ 67213 w 70491"/>
                <a:gd name="connsiteY44" fmla="*/ 42622 h 93441"/>
                <a:gd name="connsiteX45" fmla="*/ 63935 w 70491"/>
                <a:gd name="connsiteY45" fmla="*/ 44262 h 93441"/>
                <a:gd name="connsiteX46" fmla="*/ 60656 w 70491"/>
                <a:gd name="connsiteY46" fmla="*/ 45901 h 93441"/>
                <a:gd name="connsiteX47" fmla="*/ 60656 w 70491"/>
                <a:gd name="connsiteY47" fmla="*/ 50819 h 93441"/>
                <a:gd name="connsiteX48" fmla="*/ 57377 w 70491"/>
                <a:gd name="connsiteY48" fmla="*/ 50819 h 93441"/>
                <a:gd name="connsiteX49" fmla="*/ 54098 w 70491"/>
                <a:gd name="connsiteY49" fmla="*/ 54098 h 93441"/>
                <a:gd name="connsiteX50" fmla="*/ 54098 w 70491"/>
                <a:gd name="connsiteY50" fmla="*/ 57377 h 93441"/>
                <a:gd name="connsiteX51" fmla="*/ 52459 w 70491"/>
                <a:gd name="connsiteY51" fmla="*/ 62295 h 93441"/>
                <a:gd name="connsiteX52" fmla="*/ 52459 w 70491"/>
                <a:gd name="connsiteY52" fmla="*/ 63934 h 93441"/>
                <a:gd name="connsiteX53" fmla="*/ 50820 w 70491"/>
                <a:gd name="connsiteY53" fmla="*/ 63934 h 93441"/>
                <a:gd name="connsiteX54" fmla="*/ 47541 w 70491"/>
                <a:gd name="connsiteY54" fmla="*/ 67212 h 93441"/>
                <a:gd name="connsiteX55" fmla="*/ 45902 w 70491"/>
                <a:gd name="connsiteY55" fmla="*/ 72131 h 93441"/>
                <a:gd name="connsiteX56" fmla="*/ 44262 w 70491"/>
                <a:gd name="connsiteY56" fmla="*/ 75409 h 93441"/>
                <a:gd name="connsiteX57" fmla="*/ 42623 w 70491"/>
                <a:gd name="connsiteY57" fmla="*/ 78688 h 93441"/>
                <a:gd name="connsiteX58" fmla="*/ 39344 w 70491"/>
                <a:gd name="connsiteY58" fmla="*/ 83606 h 93441"/>
                <a:gd name="connsiteX59" fmla="*/ 36066 w 70491"/>
                <a:gd name="connsiteY59" fmla="*/ 86885 h 93441"/>
                <a:gd name="connsiteX60" fmla="*/ 36066 w 70491"/>
                <a:gd name="connsiteY60" fmla="*/ 86885 h 93441"/>
                <a:gd name="connsiteX61" fmla="*/ 32787 w 70491"/>
                <a:gd name="connsiteY61" fmla="*/ 90164 h 93441"/>
                <a:gd name="connsiteX62" fmla="*/ 27869 w 70491"/>
                <a:gd name="connsiteY62" fmla="*/ 91802 h 93441"/>
                <a:gd name="connsiteX63" fmla="*/ 27869 w 70491"/>
                <a:gd name="connsiteY63" fmla="*/ 93442 h 93441"/>
                <a:gd name="connsiteX64" fmla="*/ 24590 w 70491"/>
                <a:gd name="connsiteY64" fmla="*/ 93442 h 93441"/>
                <a:gd name="connsiteX65" fmla="*/ 22951 w 70491"/>
                <a:gd name="connsiteY65" fmla="*/ 93442 h 93441"/>
                <a:gd name="connsiteX66" fmla="*/ 19672 w 70491"/>
                <a:gd name="connsiteY66" fmla="*/ 93442 h 93441"/>
                <a:gd name="connsiteX67" fmla="*/ 16393 w 70491"/>
                <a:gd name="connsiteY67" fmla="*/ 93442 h 93441"/>
                <a:gd name="connsiteX68" fmla="*/ 14754 w 70491"/>
                <a:gd name="connsiteY68" fmla="*/ 93442 h 93441"/>
                <a:gd name="connsiteX69" fmla="*/ 13115 w 70491"/>
                <a:gd name="connsiteY69" fmla="*/ 90164 h 93441"/>
                <a:gd name="connsiteX70" fmla="*/ 13115 w 70491"/>
                <a:gd name="connsiteY70" fmla="*/ 86885 h 93441"/>
                <a:gd name="connsiteX71" fmla="*/ 13115 w 70491"/>
                <a:gd name="connsiteY71" fmla="*/ 81967 h 93441"/>
                <a:gd name="connsiteX72" fmla="*/ 13115 w 70491"/>
                <a:gd name="connsiteY72" fmla="*/ 78688 h 93441"/>
                <a:gd name="connsiteX73" fmla="*/ 11476 w 70491"/>
                <a:gd name="connsiteY73" fmla="*/ 75409 h 93441"/>
                <a:gd name="connsiteX74" fmla="*/ 8197 w 70491"/>
                <a:gd name="connsiteY74" fmla="*/ 72131 h 93441"/>
                <a:gd name="connsiteX75" fmla="*/ 6558 w 70491"/>
                <a:gd name="connsiteY75" fmla="*/ 67212 h 93441"/>
                <a:gd name="connsiteX76" fmla="*/ 6558 w 70491"/>
                <a:gd name="connsiteY76" fmla="*/ 63934 h 93441"/>
                <a:gd name="connsiteX77" fmla="*/ 8197 w 70491"/>
                <a:gd name="connsiteY77" fmla="*/ 59016 h 93441"/>
                <a:gd name="connsiteX78" fmla="*/ 8197 w 70491"/>
                <a:gd name="connsiteY78" fmla="*/ 55737 h 93441"/>
                <a:gd name="connsiteX79" fmla="*/ 8197 w 70491"/>
                <a:gd name="connsiteY79" fmla="*/ 52458 h 93441"/>
                <a:gd name="connsiteX80" fmla="*/ 8197 w 70491"/>
                <a:gd name="connsiteY80" fmla="*/ 49180 h 93441"/>
                <a:gd name="connsiteX81" fmla="*/ 6558 w 70491"/>
                <a:gd name="connsiteY81" fmla="*/ 44262 h 93441"/>
                <a:gd name="connsiteX82" fmla="*/ 6558 w 70491"/>
                <a:gd name="connsiteY82" fmla="*/ 44262 h 93441"/>
                <a:gd name="connsiteX83" fmla="*/ 8197 w 70491"/>
                <a:gd name="connsiteY83" fmla="*/ 42622 h 93441"/>
                <a:gd name="connsiteX84" fmla="*/ 6558 w 70491"/>
                <a:gd name="connsiteY84" fmla="*/ 40983 h 93441"/>
                <a:gd name="connsiteX85" fmla="*/ 6558 w 70491"/>
                <a:gd name="connsiteY85" fmla="*/ 37705 h 93441"/>
                <a:gd name="connsiteX86" fmla="*/ 8197 w 70491"/>
                <a:gd name="connsiteY86" fmla="*/ 32787 h 93441"/>
                <a:gd name="connsiteX87" fmla="*/ 4918 w 70491"/>
                <a:gd name="connsiteY87" fmla="*/ 29508 h 93441"/>
                <a:gd name="connsiteX88" fmla="*/ 1639 w 70491"/>
                <a:gd name="connsiteY88" fmla="*/ 26229 h 93441"/>
                <a:gd name="connsiteX89" fmla="*/ 0 w 70491"/>
                <a:gd name="connsiteY89" fmla="*/ 22951 h 9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70491" h="93441">
                  <a:moveTo>
                    <a:pt x="0" y="18032"/>
                  </a:moveTo>
                  <a:lnTo>
                    <a:pt x="0" y="18032"/>
                  </a:lnTo>
                  <a:lnTo>
                    <a:pt x="0" y="14754"/>
                  </a:lnTo>
                  <a:lnTo>
                    <a:pt x="4918" y="11475"/>
                  </a:lnTo>
                  <a:lnTo>
                    <a:pt x="8197" y="13114"/>
                  </a:lnTo>
                  <a:lnTo>
                    <a:pt x="11476" y="16393"/>
                  </a:lnTo>
                  <a:lnTo>
                    <a:pt x="13115" y="21311"/>
                  </a:lnTo>
                  <a:lnTo>
                    <a:pt x="16393" y="21311"/>
                  </a:lnTo>
                  <a:lnTo>
                    <a:pt x="19672" y="21311"/>
                  </a:lnTo>
                  <a:lnTo>
                    <a:pt x="21312" y="21311"/>
                  </a:lnTo>
                  <a:lnTo>
                    <a:pt x="24590" y="21311"/>
                  </a:lnTo>
                  <a:lnTo>
                    <a:pt x="27869" y="19672"/>
                  </a:lnTo>
                  <a:lnTo>
                    <a:pt x="32787" y="19672"/>
                  </a:lnTo>
                  <a:lnTo>
                    <a:pt x="34426" y="14754"/>
                  </a:lnTo>
                  <a:lnTo>
                    <a:pt x="34426" y="11475"/>
                  </a:lnTo>
                  <a:lnTo>
                    <a:pt x="34426" y="8197"/>
                  </a:lnTo>
                  <a:lnTo>
                    <a:pt x="36066" y="3278"/>
                  </a:lnTo>
                  <a:lnTo>
                    <a:pt x="36066" y="0"/>
                  </a:lnTo>
                  <a:lnTo>
                    <a:pt x="36066" y="0"/>
                  </a:lnTo>
                  <a:lnTo>
                    <a:pt x="37705" y="1639"/>
                  </a:lnTo>
                  <a:lnTo>
                    <a:pt x="37705" y="1639"/>
                  </a:lnTo>
                  <a:lnTo>
                    <a:pt x="40983" y="3278"/>
                  </a:lnTo>
                  <a:lnTo>
                    <a:pt x="42623" y="4918"/>
                  </a:lnTo>
                  <a:lnTo>
                    <a:pt x="45902" y="1639"/>
                  </a:lnTo>
                  <a:lnTo>
                    <a:pt x="47541" y="1639"/>
                  </a:lnTo>
                  <a:lnTo>
                    <a:pt x="50820" y="0"/>
                  </a:lnTo>
                  <a:lnTo>
                    <a:pt x="54098" y="0"/>
                  </a:lnTo>
                  <a:lnTo>
                    <a:pt x="59016" y="3278"/>
                  </a:lnTo>
                  <a:lnTo>
                    <a:pt x="59016" y="3278"/>
                  </a:lnTo>
                  <a:lnTo>
                    <a:pt x="57377" y="6557"/>
                  </a:lnTo>
                  <a:lnTo>
                    <a:pt x="55738" y="11475"/>
                  </a:lnTo>
                  <a:lnTo>
                    <a:pt x="54098" y="14754"/>
                  </a:lnTo>
                  <a:lnTo>
                    <a:pt x="57377" y="14754"/>
                  </a:lnTo>
                  <a:lnTo>
                    <a:pt x="55738" y="16393"/>
                  </a:lnTo>
                  <a:lnTo>
                    <a:pt x="54098" y="19672"/>
                  </a:lnTo>
                  <a:lnTo>
                    <a:pt x="54098" y="22951"/>
                  </a:lnTo>
                  <a:lnTo>
                    <a:pt x="55738" y="27868"/>
                  </a:lnTo>
                  <a:lnTo>
                    <a:pt x="59016" y="26229"/>
                  </a:lnTo>
                  <a:lnTo>
                    <a:pt x="63935" y="29508"/>
                  </a:lnTo>
                  <a:lnTo>
                    <a:pt x="67213" y="29508"/>
                  </a:lnTo>
                  <a:lnTo>
                    <a:pt x="70492" y="29508"/>
                  </a:lnTo>
                  <a:lnTo>
                    <a:pt x="67213" y="31147"/>
                  </a:lnTo>
                  <a:lnTo>
                    <a:pt x="68852" y="36065"/>
                  </a:lnTo>
                  <a:lnTo>
                    <a:pt x="68852" y="39344"/>
                  </a:lnTo>
                  <a:lnTo>
                    <a:pt x="67213" y="42622"/>
                  </a:lnTo>
                  <a:lnTo>
                    <a:pt x="63935" y="44262"/>
                  </a:lnTo>
                  <a:lnTo>
                    <a:pt x="60656" y="45901"/>
                  </a:lnTo>
                  <a:lnTo>
                    <a:pt x="60656" y="50819"/>
                  </a:lnTo>
                  <a:lnTo>
                    <a:pt x="57377" y="50819"/>
                  </a:lnTo>
                  <a:lnTo>
                    <a:pt x="54098" y="54098"/>
                  </a:lnTo>
                  <a:lnTo>
                    <a:pt x="54098" y="57377"/>
                  </a:lnTo>
                  <a:lnTo>
                    <a:pt x="52459" y="62295"/>
                  </a:lnTo>
                  <a:lnTo>
                    <a:pt x="52459" y="63934"/>
                  </a:lnTo>
                  <a:lnTo>
                    <a:pt x="50820" y="63934"/>
                  </a:lnTo>
                  <a:lnTo>
                    <a:pt x="47541" y="67212"/>
                  </a:lnTo>
                  <a:lnTo>
                    <a:pt x="45902" y="72131"/>
                  </a:lnTo>
                  <a:lnTo>
                    <a:pt x="44262" y="75409"/>
                  </a:lnTo>
                  <a:lnTo>
                    <a:pt x="42623" y="78688"/>
                  </a:lnTo>
                  <a:lnTo>
                    <a:pt x="39344" y="83606"/>
                  </a:lnTo>
                  <a:lnTo>
                    <a:pt x="36066" y="86885"/>
                  </a:lnTo>
                  <a:lnTo>
                    <a:pt x="36066" y="86885"/>
                  </a:lnTo>
                  <a:lnTo>
                    <a:pt x="32787" y="90164"/>
                  </a:lnTo>
                  <a:lnTo>
                    <a:pt x="27869" y="91802"/>
                  </a:lnTo>
                  <a:lnTo>
                    <a:pt x="27869" y="93442"/>
                  </a:lnTo>
                  <a:lnTo>
                    <a:pt x="24590" y="93442"/>
                  </a:lnTo>
                  <a:lnTo>
                    <a:pt x="22951" y="93442"/>
                  </a:lnTo>
                  <a:lnTo>
                    <a:pt x="19672" y="93442"/>
                  </a:lnTo>
                  <a:lnTo>
                    <a:pt x="16393" y="93442"/>
                  </a:lnTo>
                  <a:lnTo>
                    <a:pt x="14754" y="93442"/>
                  </a:lnTo>
                  <a:lnTo>
                    <a:pt x="13115" y="90164"/>
                  </a:lnTo>
                  <a:lnTo>
                    <a:pt x="13115" y="86885"/>
                  </a:lnTo>
                  <a:lnTo>
                    <a:pt x="13115" y="81967"/>
                  </a:lnTo>
                  <a:lnTo>
                    <a:pt x="13115" y="78688"/>
                  </a:lnTo>
                  <a:lnTo>
                    <a:pt x="11476" y="75409"/>
                  </a:lnTo>
                  <a:lnTo>
                    <a:pt x="8197" y="72131"/>
                  </a:lnTo>
                  <a:lnTo>
                    <a:pt x="6558" y="67212"/>
                  </a:lnTo>
                  <a:lnTo>
                    <a:pt x="6558" y="63934"/>
                  </a:lnTo>
                  <a:lnTo>
                    <a:pt x="8197" y="59016"/>
                  </a:lnTo>
                  <a:lnTo>
                    <a:pt x="8197" y="55737"/>
                  </a:lnTo>
                  <a:lnTo>
                    <a:pt x="8197" y="52458"/>
                  </a:lnTo>
                  <a:lnTo>
                    <a:pt x="8197" y="49180"/>
                  </a:lnTo>
                  <a:lnTo>
                    <a:pt x="6558" y="44262"/>
                  </a:lnTo>
                  <a:lnTo>
                    <a:pt x="6558" y="44262"/>
                  </a:lnTo>
                  <a:lnTo>
                    <a:pt x="8197" y="42622"/>
                  </a:lnTo>
                  <a:lnTo>
                    <a:pt x="6558" y="40983"/>
                  </a:lnTo>
                  <a:lnTo>
                    <a:pt x="6558" y="37705"/>
                  </a:lnTo>
                  <a:lnTo>
                    <a:pt x="8197" y="32787"/>
                  </a:lnTo>
                  <a:lnTo>
                    <a:pt x="4918" y="29508"/>
                  </a:lnTo>
                  <a:lnTo>
                    <a:pt x="1639" y="26229"/>
                  </a:lnTo>
                  <a:lnTo>
                    <a:pt x="0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98" name="Freeform 3697">
              <a:extLst>
                <a:ext uri="{FF2B5EF4-FFF2-40B4-BE49-F238E27FC236}">
                  <a16:creationId xmlns:a16="http://schemas.microsoft.com/office/drawing/2014/main" id="{1E769B09-7DD7-D84C-8121-E14B61410C53}"/>
                </a:ext>
              </a:extLst>
            </p:cNvPr>
            <p:cNvSpPr/>
            <p:nvPr/>
          </p:nvSpPr>
          <p:spPr>
            <a:xfrm>
              <a:off x="6971405" y="3560801"/>
              <a:ext cx="62295" cy="78688"/>
            </a:xfrm>
            <a:custGeom>
              <a:avLst/>
              <a:gdLst>
                <a:gd name="connsiteX0" fmla="*/ 1639 w 62295"/>
                <a:gd name="connsiteY0" fmla="*/ 75409 h 78688"/>
                <a:gd name="connsiteX1" fmla="*/ 1639 w 62295"/>
                <a:gd name="connsiteY1" fmla="*/ 72131 h 78688"/>
                <a:gd name="connsiteX2" fmla="*/ 1639 w 62295"/>
                <a:gd name="connsiteY2" fmla="*/ 67213 h 78688"/>
                <a:gd name="connsiteX3" fmla="*/ 1639 w 62295"/>
                <a:gd name="connsiteY3" fmla="*/ 63934 h 78688"/>
                <a:gd name="connsiteX4" fmla="*/ 0 w 62295"/>
                <a:gd name="connsiteY4" fmla="*/ 60655 h 78688"/>
                <a:gd name="connsiteX5" fmla="*/ 0 w 62295"/>
                <a:gd name="connsiteY5" fmla="*/ 55738 h 78688"/>
                <a:gd name="connsiteX6" fmla="*/ 0 w 62295"/>
                <a:gd name="connsiteY6" fmla="*/ 52459 h 78688"/>
                <a:gd name="connsiteX7" fmla="*/ 0 w 62295"/>
                <a:gd name="connsiteY7" fmla="*/ 47541 h 78688"/>
                <a:gd name="connsiteX8" fmla="*/ 1639 w 62295"/>
                <a:gd name="connsiteY8" fmla="*/ 44262 h 78688"/>
                <a:gd name="connsiteX9" fmla="*/ 1639 w 62295"/>
                <a:gd name="connsiteY9" fmla="*/ 42623 h 78688"/>
                <a:gd name="connsiteX10" fmla="*/ 6557 w 62295"/>
                <a:gd name="connsiteY10" fmla="*/ 39344 h 78688"/>
                <a:gd name="connsiteX11" fmla="*/ 8197 w 62295"/>
                <a:gd name="connsiteY11" fmla="*/ 36065 h 78688"/>
                <a:gd name="connsiteX12" fmla="*/ 8197 w 62295"/>
                <a:gd name="connsiteY12" fmla="*/ 34426 h 78688"/>
                <a:gd name="connsiteX13" fmla="*/ 9836 w 62295"/>
                <a:gd name="connsiteY13" fmla="*/ 31148 h 78688"/>
                <a:gd name="connsiteX14" fmla="*/ 13115 w 62295"/>
                <a:gd name="connsiteY14" fmla="*/ 26229 h 78688"/>
                <a:gd name="connsiteX15" fmla="*/ 14754 w 62295"/>
                <a:gd name="connsiteY15" fmla="*/ 22951 h 78688"/>
                <a:gd name="connsiteX16" fmla="*/ 18033 w 62295"/>
                <a:gd name="connsiteY16" fmla="*/ 19672 h 78688"/>
                <a:gd name="connsiteX17" fmla="*/ 19672 w 62295"/>
                <a:gd name="connsiteY17" fmla="*/ 14754 h 78688"/>
                <a:gd name="connsiteX18" fmla="*/ 22951 w 62295"/>
                <a:gd name="connsiteY18" fmla="*/ 11475 h 78688"/>
                <a:gd name="connsiteX19" fmla="*/ 26229 w 62295"/>
                <a:gd name="connsiteY19" fmla="*/ 8197 h 78688"/>
                <a:gd name="connsiteX20" fmla="*/ 29508 w 62295"/>
                <a:gd name="connsiteY20" fmla="*/ 11475 h 78688"/>
                <a:gd name="connsiteX21" fmla="*/ 31147 w 62295"/>
                <a:gd name="connsiteY21" fmla="*/ 14754 h 78688"/>
                <a:gd name="connsiteX22" fmla="*/ 36066 w 62295"/>
                <a:gd name="connsiteY22" fmla="*/ 14754 h 78688"/>
                <a:gd name="connsiteX23" fmla="*/ 37705 w 62295"/>
                <a:gd name="connsiteY23" fmla="*/ 11475 h 78688"/>
                <a:gd name="connsiteX24" fmla="*/ 39344 w 62295"/>
                <a:gd name="connsiteY24" fmla="*/ 8197 h 78688"/>
                <a:gd name="connsiteX25" fmla="*/ 42623 w 62295"/>
                <a:gd name="connsiteY25" fmla="*/ 4918 h 78688"/>
                <a:gd name="connsiteX26" fmla="*/ 47541 w 62295"/>
                <a:gd name="connsiteY26" fmla="*/ 1639 h 78688"/>
                <a:gd name="connsiteX27" fmla="*/ 49180 w 62295"/>
                <a:gd name="connsiteY27" fmla="*/ 0 h 78688"/>
                <a:gd name="connsiteX28" fmla="*/ 52459 w 62295"/>
                <a:gd name="connsiteY28" fmla="*/ 4918 h 78688"/>
                <a:gd name="connsiteX29" fmla="*/ 55737 w 62295"/>
                <a:gd name="connsiteY29" fmla="*/ 8197 h 78688"/>
                <a:gd name="connsiteX30" fmla="*/ 57377 w 62295"/>
                <a:gd name="connsiteY30" fmla="*/ 13115 h 78688"/>
                <a:gd name="connsiteX31" fmla="*/ 59016 w 62295"/>
                <a:gd name="connsiteY31" fmla="*/ 16393 h 78688"/>
                <a:gd name="connsiteX32" fmla="*/ 60656 w 62295"/>
                <a:gd name="connsiteY32" fmla="*/ 19672 h 78688"/>
                <a:gd name="connsiteX33" fmla="*/ 60656 w 62295"/>
                <a:gd name="connsiteY33" fmla="*/ 24590 h 78688"/>
                <a:gd name="connsiteX34" fmla="*/ 62295 w 62295"/>
                <a:gd name="connsiteY34" fmla="*/ 27869 h 78688"/>
                <a:gd name="connsiteX35" fmla="*/ 60656 w 62295"/>
                <a:gd name="connsiteY35" fmla="*/ 31148 h 78688"/>
                <a:gd name="connsiteX36" fmla="*/ 55737 w 62295"/>
                <a:gd name="connsiteY36" fmla="*/ 32787 h 78688"/>
                <a:gd name="connsiteX37" fmla="*/ 52459 w 62295"/>
                <a:gd name="connsiteY37" fmla="*/ 34426 h 78688"/>
                <a:gd name="connsiteX38" fmla="*/ 49180 w 62295"/>
                <a:gd name="connsiteY38" fmla="*/ 39344 h 78688"/>
                <a:gd name="connsiteX39" fmla="*/ 49180 w 62295"/>
                <a:gd name="connsiteY39" fmla="*/ 39344 h 78688"/>
                <a:gd name="connsiteX40" fmla="*/ 45902 w 62295"/>
                <a:gd name="connsiteY40" fmla="*/ 40983 h 78688"/>
                <a:gd name="connsiteX41" fmla="*/ 40983 w 62295"/>
                <a:gd name="connsiteY41" fmla="*/ 42623 h 78688"/>
                <a:gd name="connsiteX42" fmla="*/ 37705 w 62295"/>
                <a:gd name="connsiteY42" fmla="*/ 44262 h 78688"/>
                <a:gd name="connsiteX43" fmla="*/ 36066 w 62295"/>
                <a:gd name="connsiteY43" fmla="*/ 47541 h 78688"/>
                <a:gd name="connsiteX44" fmla="*/ 34426 w 62295"/>
                <a:gd name="connsiteY44" fmla="*/ 50820 h 78688"/>
                <a:gd name="connsiteX45" fmla="*/ 29508 w 62295"/>
                <a:gd name="connsiteY45" fmla="*/ 50820 h 78688"/>
                <a:gd name="connsiteX46" fmla="*/ 27869 w 62295"/>
                <a:gd name="connsiteY46" fmla="*/ 52459 h 78688"/>
                <a:gd name="connsiteX47" fmla="*/ 32787 w 62295"/>
                <a:gd name="connsiteY47" fmla="*/ 54098 h 78688"/>
                <a:gd name="connsiteX48" fmla="*/ 36066 w 62295"/>
                <a:gd name="connsiteY48" fmla="*/ 50820 h 78688"/>
                <a:gd name="connsiteX49" fmla="*/ 39344 w 62295"/>
                <a:gd name="connsiteY49" fmla="*/ 50820 h 78688"/>
                <a:gd name="connsiteX50" fmla="*/ 40983 w 62295"/>
                <a:gd name="connsiteY50" fmla="*/ 50820 h 78688"/>
                <a:gd name="connsiteX51" fmla="*/ 45902 w 62295"/>
                <a:gd name="connsiteY51" fmla="*/ 50820 h 78688"/>
                <a:gd name="connsiteX52" fmla="*/ 47541 w 62295"/>
                <a:gd name="connsiteY52" fmla="*/ 50820 h 78688"/>
                <a:gd name="connsiteX53" fmla="*/ 50820 w 62295"/>
                <a:gd name="connsiteY53" fmla="*/ 50820 h 78688"/>
                <a:gd name="connsiteX54" fmla="*/ 52459 w 62295"/>
                <a:gd name="connsiteY54" fmla="*/ 50820 h 78688"/>
                <a:gd name="connsiteX55" fmla="*/ 55737 w 62295"/>
                <a:gd name="connsiteY55" fmla="*/ 55738 h 78688"/>
                <a:gd name="connsiteX56" fmla="*/ 55737 w 62295"/>
                <a:gd name="connsiteY56" fmla="*/ 55738 h 78688"/>
                <a:gd name="connsiteX57" fmla="*/ 54098 w 62295"/>
                <a:gd name="connsiteY57" fmla="*/ 59016 h 78688"/>
                <a:gd name="connsiteX58" fmla="*/ 52459 w 62295"/>
                <a:gd name="connsiteY58" fmla="*/ 60655 h 78688"/>
                <a:gd name="connsiteX59" fmla="*/ 50820 w 62295"/>
                <a:gd name="connsiteY59" fmla="*/ 65573 h 78688"/>
                <a:gd name="connsiteX60" fmla="*/ 49180 w 62295"/>
                <a:gd name="connsiteY60" fmla="*/ 68852 h 78688"/>
                <a:gd name="connsiteX61" fmla="*/ 47541 w 62295"/>
                <a:gd name="connsiteY61" fmla="*/ 72131 h 78688"/>
                <a:gd name="connsiteX62" fmla="*/ 44262 w 62295"/>
                <a:gd name="connsiteY62" fmla="*/ 75409 h 78688"/>
                <a:gd name="connsiteX63" fmla="*/ 40983 w 62295"/>
                <a:gd name="connsiteY63" fmla="*/ 75409 h 78688"/>
                <a:gd name="connsiteX64" fmla="*/ 37705 w 62295"/>
                <a:gd name="connsiteY64" fmla="*/ 72131 h 78688"/>
                <a:gd name="connsiteX65" fmla="*/ 34426 w 62295"/>
                <a:gd name="connsiteY65" fmla="*/ 72131 h 78688"/>
                <a:gd name="connsiteX66" fmla="*/ 32787 w 62295"/>
                <a:gd name="connsiteY66" fmla="*/ 72131 h 78688"/>
                <a:gd name="connsiteX67" fmla="*/ 32787 w 62295"/>
                <a:gd name="connsiteY67" fmla="*/ 72131 h 78688"/>
                <a:gd name="connsiteX68" fmla="*/ 27869 w 62295"/>
                <a:gd name="connsiteY68" fmla="*/ 73770 h 78688"/>
                <a:gd name="connsiteX69" fmla="*/ 24590 w 62295"/>
                <a:gd name="connsiteY69" fmla="*/ 75409 h 78688"/>
                <a:gd name="connsiteX70" fmla="*/ 21312 w 62295"/>
                <a:gd name="connsiteY70" fmla="*/ 75409 h 78688"/>
                <a:gd name="connsiteX71" fmla="*/ 18033 w 62295"/>
                <a:gd name="connsiteY71" fmla="*/ 77049 h 78688"/>
                <a:gd name="connsiteX72" fmla="*/ 14754 w 62295"/>
                <a:gd name="connsiteY72" fmla="*/ 75409 h 78688"/>
                <a:gd name="connsiteX73" fmla="*/ 9836 w 62295"/>
                <a:gd name="connsiteY73" fmla="*/ 78688 h 78688"/>
                <a:gd name="connsiteX74" fmla="*/ 6557 w 62295"/>
                <a:gd name="connsiteY74" fmla="*/ 78688 h 78688"/>
                <a:gd name="connsiteX75" fmla="*/ 3279 w 62295"/>
                <a:gd name="connsiteY75" fmla="*/ 77049 h 78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62295" h="78688">
                  <a:moveTo>
                    <a:pt x="1639" y="75409"/>
                  </a:moveTo>
                  <a:lnTo>
                    <a:pt x="1639" y="72131"/>
                  </a:lnTo>
                  <a:lnTo>
                    <a:pt x="1639" y="67213"/>
                  </a:lnTo>
                  <a:lnTo>
                    <a:pt x="1639" y="63934"/>
                  </a:lnTo>
                  <a:lnTo>
                    <a:pt x="0" y="60655"/>
                  </a:lnTo>
                  <a:lnTo>
                    <a:pt x="0" y="55738"/>
                  </a:lnTo>
                  <a:lnTo>
                    <a:pt x="0" y="52459"/>
                  </a:lnTo>
                  <a:lnTo>
                    <a:pt x="0" y="47541"/>
                  </a:lnTo>
                  <a:lnTo>
                    <a:pt x="1639" y="44262"/>
                  </a:lnTo>
                  <a:lnTo>
                    <a:pt x="1639" y="42623"/>
                  </a:lnTo>
                  <a:lnTo>
                    <a:pt x="6557" y="39344"/>
                  </a:lnTo>
                  <a:lnTo>
                    <a:pt x="8197" y="36065"/>
                  </a:lnTo>
                  <a:lnTo>
                    <a:pt x="8197" y="34426"/>
                  </a:lnTo>
                  <a:lnTo>
                    <a:pt x="9836" y="31148"/>
                  </a:lnTo>
                  <a:lnTo>
                    <a:pt x="13115" y="26229"/>
                  </a:lnTo>
                  <a:lnTo>
                    <a:pt x="14754" y="22951"/>
                  </a:lnTo>
                  <a:lnTo>
                    <a:pt x="18033" y="19672"/>
                  </a:lnTo>
                  <a:lnTo>
                    <a:pt x="19672" y="14754"/>
                  </a:lnTo>
                  <a:lnTo>
                    <a:pt x="22951" y="11475"/>
                  </a:lnTo>
                  <a:lnTo>
                    <a:pt x="26229" y="8197"/>
                  </a:lnTo>
                  <a:lnTo>
                    <a:pt x="29508" y="11475"/>
                  </a:lnTo>
                  <a:lnTo>
                    <a:pt x="31147" y="14754"/>
                  </a:lnTo>
                  <a:lnTo>
                    <a:pt x="36066" y="14754"/>
                  </a:lnTo>
                  <a:lnTo>
                    <a:pt x="37705" y="11475"/>
                  </a:lnTo>
                  <a:lnTo>
                    <a:pt x="39344" y="8197"/>
                  </a:lnTo>
                  <a:lnTo>
                    <a:pt x="42623" y="4918"/>
                  </a:lnTo>
                  <a:lnTo>
                    <a:pt x="47541" y="1639"/>
                  </a:lnTo>
                  <a:lnTo>
                    <a:pt x="49180" y="0"/>
                  </a:lnTo>
                  <a:lnTo>
                    <a:pt x="52459" y="4918"/>
                  </a:lnTo>
                  <a:lnTo>
                    <a:pt x="55737" y="8197"/>
                  </a:lnTo>
                  <a:lnTo>
                    <a:pt x="57377" y="13115"/>
                  </a:lnTo>
                  <a:lnTo>
                    <a:pt x="59016" y="16393"/>
                  </a:lnTo>
                  <a:lnTo>
                    <a:pt x="60656" y="19672"/>
                  </a:lnTo>
                  <a:lnTo>
                    <a:pt x="60656" y="24590"/>
                  </a:lnTo>
                  <a:lnTo>
                    <a:pt x="62295" y="27869"/>
                  </a:lnTo>
                  <a:lnTo>
                    <a:pt x="60656" y="31148"/>
                  </a:lnTo>
                  <a:lnTo>
                    <a:pt x="55737" y="32787"/>
                  </a:lnTo>
                  <a:lnTo>
                    <a:pt x="52459" y="34426"/>
                  </a:lnTo>
                  <a:lnTo>
                    <a:pt x="49180" y="39344"/>
                  </a:lnTo>
                  <a:lnTo>
                    <a:pt x="49180" y="39344"/>
                  </a:lnTo>
                  <a:lnTo>
                    <a:pt x="45902" y="40983"/>
                  </a:lnTo>
                  <a:lnTo>
                    <a:pt x="40983" y="42623"/>
                  </a:lnTo>
                  <a:lnTo>
                    <a:pt x="37705" y="44262"/>
                  </a:lnTo>
                  <a:lnTo>
                    <a:pt x="36066" y="47541"/>
                  </a:lnTo>
                  <a:lnTo>
                    <a:pt x="34426" y="50820"/>
                  </a:lnTo>
                  <a:lnTo>
                    <a:pt x="29508" y="50820"/>
                  </a:lnTo>
                  <a:lnTo>
                    <a:pt x="27869" y="52459"/>
                  </a:lnTo>
                  <a:lnTo>
                    <a:pt x="32787" y="54098"/>
                  </a:lnTo>
                  <a:lnTo>
                    <a:pt x="36066" y="50820"/>
                  </a:lnTo>
                  <a:lnTo>
                    <a:pt x="39344" y="50820"/>
                  </a:lnTo>
                  <a:lnTo>
                    <a:pt x="40983" y="50820"/>
                  </a:lnTo>
                  <a:lnTo>
                    <a:pt x="45902" y="50820"/>
                  </a:lnTo>
                  <a:lnTo>
                    <a:pt x="47541" y="50820"/>
                  </a:lnTo>
                  <a:lnTo>
                    <a:pt x="50820" y="50820"/>
                  </a:lnTo>
                  <a:lnTo>
                    <a:pt x="52459" y="50820"/>
                  </a:lnTo>
                  <a:lnTo>
                    <a:pt x="55737" y="55738"/>
                  </a:lnTo>
                  <a:lnTo>
                    <a:pt x="55737" y="55738"/>
                  </a:lnTo>
                  <a:lnTo>
                    <a:pt x="54098" y="59016"/>
                  </a:lnTo>
                  <a:lnTo>
                    <a:pt x="52459" y="60655"/>
                  </a:lnTo>
                  <a:lnTo>
                    <a:pt x="50820" y="65573"/>
                  </a:lnTo>
                  <a:lnTo>
                    <a:pt x="49180" y="68852"/>
                  </a:lnTo>
                  <a:lnTo>
                    <a:pt x="47541" y="72131"/>
                  </a:lnTo>
                  <a:lnTo>
                    <a:pt x="44262" y="75409"/>
                  </a:lnTo>
                  <a:lnTo>
                    <a:pt x="40983" y="75409"/>
                  </a:lnTo>
                  <a:lnTo>
                    <a:pt x="37705" y="72131"/>
                  </a:lnTo>
                  <a:lnTo>
                    <a:pt x="34426" y="72131"/>
                  </a:lnTo>
                  <a:lnTo>
                    <a:pt x="32787" y="72131"/>
                  </a:lnTo>
                  <a:lnTo>
                    <a:pt x="32787" y="72131"/>
                  </a:lnTo>
                  <a:lnTo>
                    <a:pt x="27869" y="73770"/>
                  </a:lnTo>
                  <a:lnTo>
                    <a:pt x="24590" y="75409"/>
                  </a:lnTo>
                  <a:lnTo>
                    <a:pt x="21312" y="75409"/>
                  </a:lnTo>
                  <a:lnTo>
                    <a:pt x="18033" y="77049"/>
                  </a:lnTo>
                  <a:lnTo>
                    <a:pt x="14754" y="75409"/>
                  </a:lnTo>
                  <a:lnTo>
                    <a:pt x="9836" y="78688"/>
                  </a:lnTo>
                  <a:lnTo>
                    <a:pt x="6557" y="78688"/>
                  </a:lnTo>
                  <a:lnTo>
                    <a:pt x="3279" y="7704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99" name="Freeform 3698">
              <a:extLst>
                <a:ext uri="{FF2B5EF4-FFF2-40B4-BE49-F238E27FC236}">
                  <a16:creationId xmlns:a16="http://schemas.microsoft.com/office/drawing/2014/main" id="{BBAA73CC-6A7C-F643-99CD-0B426F241148}"/>
                </a:ext>
              </a:extLst>
            </p:cNvPr>
            <p:cNvSpPr/>
            <p:nvPr/>
          </p:nvSpPr>
          <p:spPr>
            <a:xfrm>
              <a:off x="6989438" y="2275561"/>
              <a:ext cx="196720" cy="152458"/>
            </a:xfrm>
            <a:custGeom>
              <a:avLst/>
              <a:gdLst>
                <a:gd name="connsiteX0" fmla="*/ 0 w 196720"/>
                <a:gd name="connsiteY0" fmla="*/ 26229 h 152458"/>
                <a:gd name="connsiteX1" fmla="*/ 1639 w 196720"/>
                <a:gd name="connsiteY1" fmla="*/ 24590 h 152458"/>
                <a:gd name="connsiteX2" fmla="*/ 1639 w 196720"/>
                <a:gd name="connsiteY2" fmla="*/ 22951 h 152458"/>
                <a:gd name="connsiteX3" fmla="*/ 4918 w 196720"/>
                <a:gd name="connsiteY3" fmla="*/ 21311 h 152458"/>
                <a:gd name="connsiteX4" fmla="*/ 6557 w 196720"/>
                <a:gd name="connsiteY4" fmla="*/ 19672 h 152458"/>
                <a:gd name="connsiteX5" fmla="*/ 9836 w 196720"/>
                <a:gd name="connsiteY5" fmla="*/ 18033 h 152458"/>
                <a:gd name="connsiteX6" fmla="*/ 14754 w 196720"/>
                <a:gd name="connsiteY6" fmla="*/ 19672 h 152458"/>
                <a:gd name="connsiteX7" fmla="*/ 18033 w 196720"/>
                <a:gd name="connsiteY7" fmla="*/ 21311 h 152458"/>
                <a:gd name="connsiteX8" fmla="*/ 21311 w 196720"/>
                <a:gd name="connsiteY8" fmla="*/ 22951 h 152458"/>
                <a:gd name="connsiteX9" fmla="*/ 24590 w 196720"/>
                <a:gd name="connsiteY9" fmla="*/ 22951 h 152458"/>
                <a:gd name="connsiteX10" fmla="*/ 24590 w 196720"/>
                <a:gd name="connsiteY10" fmla="*/ 26229 h 152458"/>
                <a:gd name="connsiteX11" fmla="*/ 29508 w 196720"/>
                <a:gd name="connsiteY11" fmla="*/ 29508 h 152458"/>
                <a:gd name="connsiteX12" fmla="*/ 32787 w 196720"/>
                <a:gd name="connsiteY12" fmla="*/ 29508 h 152458"/>
                <a:gd name="connsiteX13" fmla="*/ 36066 w 196720"/>
                <a:gd name="connsiteY13" fmla="*/ 31147 h 152458"/>
                <a:gd name="connsiteX14" fmla="*/ 40983 w 196720"/>
                <a:gd name="connsiteY14" fmla="*/ 29508 h 152458"/>
                <a:gd name="connsiteX15" fmla="*/ 44262 w 196720"/>
                <a:gd name="connsiteY15" fmla="*/ 29508 h 152458"/>
                <a:gd name="connsiteX16" fmla="*/ 47541 w 196720"/>
                <a:gd name="connsiteY16" fmla="*/ 32787 h 152458"/>
                <a:gd name="connsiteX17" fmla="*/ 50820 w 196720"/>
                <a:gd name="connsiteY17" fmla="*/ 34426 h 152458"/>
                <a:gd name="connsiteX18" fmla="*/ 55737 w 196720"/>
                <a:gd name="connsiteY18" fmla="*/ 34426 h 152458"/>
                <a:gd name="connsiteX19" fmla="*/ 59016 w 196720"/>
                <a:gd name="connsiteY19" fmla="*/ 31147 h 152458"/>
                <a:gd name="connsiteX20" fmla="*/ 59016 w 196720"/>
                <a:gd name="connsiteY20" fmla="*/ 27869 h 152458"/>
                <a:gd name="connsiteX21" fmla="*/ 55737 w 196720"/>
                <a:gd name="connsiteY21" fmla="*/ 22951 h 152458"/>
                <a:gd name="connsiteX22" fmla="*/ 52459 w 196720"/>
                <a:gd name="connsiteY22" fmla="*/ 21311 h 152458"/>
                <a:gd name="connsiteX23" fmla="*/ 49180 w 196720"/>
                <a:gd name="connsiteY23" fmla="*/ 19672 h 152458"/>
                <a:gd name="connsiteX24" fmla="*/ 44262 w 196720"/>
                <a:gd name="connsiteY24" fmla="*/ 18033 h 152458"/>
                <a:gd name="connsiteX25" fmla="*/ 44262 w 196720"/>
                <a:gd name="connsiteY25" fmla="*/ 13115 h 152458"/>
                <a:gd name="connsiteX26" fmla="*/ 40983 w 196720"/>
                <a:gd name="connsiteY26" fmla="*/ 13115 h 152458"/>
                <a:gd name="connsiteX27" fmla="*/ 39344 w 196720"/>
                <a:gd name="connsiteY27" fmla="*/ 8197 h 152458"/>
                <a:gd name="connsiteX28" fmla="*/ 39344 w 196720"/>
                <a:gd name="connsiteY28" fmla="*/ 4918 h 152458"/>
                <a:gd name="connsiteX29" fmla="*/ 42623 w 196720"/>
                <a:gd name="connsiteY29" fmla="*/ 4918 h 152458"/>
                <a:gd name="connsiteX30" fmla="*/ 44262 w 196720"/>
                <a:gd name="connsiteY30" fmla="*/ 3279 h 152458"/>
                <a:gd name="connsiteX31" fmla="*/ 45901 w 196720"/>
                <a:gd name="connsiteY31" fmla="*/ 0 h 152458"/>
                <a:gd name="connsiteX32" fmla="*/ 45901 w 196720"/>
                <a:gd name="connsiteY32" fmla="*/ 0 h 152458"/>
                <a:gd name="connsiteX33" fmla="*/ 50820 w 196720"/>
                <a:gd name="connsiteY33" fmla="*/ 0 h 152458"/>
                <a:gd name="connsiteX34" fmla="*/ 54098 w 196720"/>
                <a:gd name="connsiteY34" fmla="*/ 1639 h 152458"/>
                <a:gd name="connsiteX35" fmla="*/ 57377 w 196720"/>
                <a:gd name="connsiteY35" fmla="*/ 1639 h 152458"/>
                <a:gd name="connsiteX36" fmla="*/ 59016 w 196720"/>
                <a:gd name="connsiteY36" fmla="*/ 4918 h 152458"/>
                <a:gd name="connsiteX37" fmla="*/ 63934 w 196720"/>
                <a:gd name="connsiteY37" fmla="*/ 6557 h 152458"/>
                <a:gd name="connsiteX38" fmla="*/ 67213 w 196720"/>
                <a:gd name="connsiteY38" fmla="*/ 9836 h 152458"/>
                <a:gd name="connsiteX39" fmla="*/ 68852 w 196720"/>
                <a:gd name="connsiteY39" fmla="*/ 14754 h 152458"/>
                <a:gd name="connsiteX40" fmla="*/ 73770 w 196720"/>
                <a:gd name="connsiteY40" fmla="*/ 14754 h 152458"/>
                <a:gd name="connsiteX41" fmla="*/ 75410 w 196720"/>
                <a:gd name="connsiteY41" fmla="*/ 18033 h 152458"/>
                <a:gd name="connsiteX42" fmla="*/ 78688 w 196720"/>
                <a:gd name="connsiteY42" fmla="*/ 21311 h 152458"/>
                <a:gd name="connsiteX43" fmla="*/ 81967 w 196720"/>
                <a:gd name="connsiteY43" fmla="*/ 26229 h 152458"/>
                <a:gd name="connsiteX44" fmla="*/ 85246 w 196720"/>
                <a:gd name="connsiteY44" fmla="*/ 26229 h 152458"/>
                <a:gd name="connsiteX45" fmla="*/ 88524 w 196720"/>
                <a:gd name="connsiteY45" fmla="*/ 27869 h 152458"/>
                <a:gd name="connsiteX46" fmla="*/ 91803 w 196720"/>
                <a:gd name="connsiteY46" fmla="*/ 27869 h 152458"/>
                <a:gd name="connsiteX47" fmla="*/ 96721 w 196720"/>
                <a:gd name="connsiteY47" fmla="*/ 29508 h 152458"/>
                <a:gd name="connsiteX48" fmla="*/ 100000 w 196720"/>
                <a:gd name="connsiteY48" fmla="*/ 29508 h 152458"/>
                <a:gd name="connsiteX49" fmla="*/ 101639 w 196720"/>
                <a:gd name="connsiteY49" fmla="*/ 26229 h 152458"/>
                <a:gd name="connsiteX50" fmla="*/ 104917 w 196720"/>
                <a:gd name="connsiteY50" fmla="*/ 21311 h 152458"/>
                <a:gd name="connsiteX51" fmla="*/ 106557 w 196720"/>
                <a:gd name="connsiteY51" fmla="*/ 18033 h 152458"/>
                <a:gd name="connsiteX52" fmla="*/ 109836 w 196720"/>
                <a:gd name="connsiteY52" fmla="*/ 16393 h 152458"/>
                <a:gd name="connsiteX53" fmla="*/ 114754 w 196720"/>
                <a:gd name="connsiteY53" fmla="*/ 14754 h 152458"/>
                <a:gd name="connsiteX54" fmla="*/ 118032 w 196720"/>
                <a:gd name="connsiteY54" fmla="*/ 11475 h 152458"/>
                <a:gd name="connsiteX55" fmla="*/ 118032 w 196720"/>
                <a:gd name="connsiteY55" fmla="*/ 8197 h 152458"/>
                <a:gd name="connsiteX56" fmla="*/ 121311 w 196720"/>
                <a:gd name="connsiteY56" fmla="*/ 4918 h 152458"/>
                <a:gd name="connsiteX57" fmla="*/ 121311 w 196720"/>
                <a:gd name="connsiteY57" fmla="*/ 1639 h 152458"/>
                <a:gd name="connsiteX58" fmla="*/ 122950 w 196720"/>
                <a:gd name="connsiteY58" fmla="*/ 1639 h 152458"/>
                <a:gd name="connsiteX59" fmla="*/ 126229 w 196720"/>
                <a:gd name="connsiteY59" fmla="*/ 4918 h 152458"/>
                <a:gd name="connsiteX60" fmla="*/ 129508 w 196720"/>
                <a:gd name="connsiteY60" fmla="*/ 8197 h 152458"/>
                <a:gd name="connsiteX61" fmla="*/ 132786 w 196720"/>
                <a:gd name="connsiteY61" fmla="*/ 13115 h 152458"/>
                <a:gd name="connsiteX62" fmla="*/ 136065 w 196720"/>
                <a:gd name="connsiteY62" fmla="*/ 16393 h 152458"/>
                <a:gd name="connsiteX63" fmla="*/ 140983 w 196720"/>
                <a:gd name="connsiteY63" fmla="*/ 19672 h 152458"/>
                <a:gd name="connsiteX64" fmla="*/ 142623 w 196720"/>
                <a:gd name="connsiteY64" fmla="*/ 22951 h 152458"/>
                <a:gd name="connsiteX65" fmla="*/ 145901 w 196720"/>
                <a:gd name="connsiteY65" fmla="*/ 27869 h 152458"/>
                <a:gd name="connsiteX66" fmla="*/ 145901 w 196720"/>
                <a:gd name="connsiteY66" fmla="*/ 31147 h 152458"/>
                <a:gd name="connsiteX67" fmla="*/ 149180 w 196720"/>
                <a:gd name="connsiteY67" fmla="*/ 34426 h 152458"/>
                <a:gd name="connsiteX68" fmla="*/ 150819 w 196720"/>
                <a:gd name="connsiteY68" fmla="*/ 39344 h 152458"/>
                <a:gd name="connsiteX69" fmla="*/ 155737 w 196720"/>
                <a:gd name="connsiteY69" fmla="*/ 42623 h 152458"/>
                <a:gd name="connsiteX70" fmla="*/ 159016 w 196720"/>
                <a:gd name="connsiteY70" fmla="*/ 45901 h 152458"/>
                <a:gd name="connsiteX71" fmla="*/ 162294 w 196720"/>
                <a:gd name="connsiteY71" fmla="*/ 47541 h 152458"/>
                <a:gd name="connsiteX72" fmla="*/ 162294 w 196720"/>
                <a:gd name="connsiteY72" fmla="*/ 50819 h 152458"/>
                <a:gd name="connsiteX73" fmla="*/ 165573 w 196720"/>
                <a:gd name="connsiteY73" fmla="*/ 54098 h 152458"/>
                <a:gd name="connsiteX74" fmla="*/ 168851 w 196720"/>
                <a:gd name="connsiteY74" fmla="*/ 55737 h 152458"/>
                <a:gd name="connsiteX75" fmla="*/ 173770 w 196720"/>
                <a:gd name="connsiteY75" fmla="*/ 57377 h 152458"/>
                <a:gd name="connsiteX76" fmla="*/ 177048 w 196720"/>
                <a:gd name="connsiteY76" fmla="*/ 57377 h 152458"/>
                <a:gd name="connsiteX77" fmla="*/ 180327 w 196720"/>
                <a:gd name="connsiteY77" fmla="*/ 57377 h 152458"/>
                <a:gd name="connsiteX78" fmla="*/ 183606 w 196720"/>
                <a:gd name="connsiteY78" fmla="*/ 57377 h 152458"/>
                <a:gd name="connsiteX79" fmla="*/ 188524 w 196720"/>
                <a:gd name="connsiteY79" fmla="*/ 60655 h 152458"/>
                <a:gd name="connsiteX80" fmla="*/ 191803 w 196720"/>
                <a:gd name="connsiteY80" fmla="*/ 62295 h 152458"/>
                <a:gd name="connsiteX81" fmla="*/ 195081 w 196720"/>
                <a:gd name="connsiteY81" fmla="*/ 65573 h 152458"/>
                <a:gd name="connsiteX82" fmla="*/ 195081 w 196720"/>
                <a:gd name="connsiteY82" fmla="*/ 65573 h 152458"/>
                <a:gd name="connsiteX83" fmla="*/ 195081 w 196720"/>
                <a:gd name="connsiteY83" fmla="*/ 68852 h 152458"/>
                <a:gd name="connsiteX84" fmla="*/ 196720 w 196720"/>
                <a:gd name="connsiteY84" fmla="*/ 72131 h 152458"/>
                <a:gd name="connsiteX85" fmla="*/ 193442 w 196720"/>
                <a:gd name="connsiteY85" fmla="*/ 68852 h 152458"/>
                <a:gd name="connsiteX86" fmla="*/ 190163 w 196720"/>
                <a:gd name="connsiteY86" fmla="*/ 67213 h 152458"/>
                <a:gd name="connsiteX87" fmla="*/ 185245 w 196720"/>
                <a:gd name="connsiteY87" fmla="*/ 67213 h 152458"/>
                <a:gd name="connsiteX88" fmla="*/ 181966 w 196720"/>
                <a:gd name="connsiteY88" fmla="*/ 68852 h 152458"/>
                <a:gd name="connsiteX89" fmla="*/ 181966 w 196720"/>
                <a:gd name="connsiteY89" fmla="*/ 67213 h 152458"/>
                <a:gd name="connsiteX90" fmla="*/ 177048 w 196720"/>
                <a:gd name="connsiteY90" fmla="*/ 67213 h 152458"/>
                <a:gd name="connsiteX91" fmla="*/ 173770 w 196720"/>
                <a:gd name="connsiteY91" fmla="*/ 70492 h 152458"/>
                <a:gd name="connsiteX92" fmla="*/ 170491 w 196720"/>
                <a:gd name="connsiteY92" fmla="*/ 72131 h 152458"/>
                <a:gd name="connsiteX93" fmla="*/ 167213 w 196720"/>
                <a:gd name="connsiteY93" fmla="*/ 75409 h 152458"/>
                <a:gd name="connsiteX94" fmla="*/ 165573 w 196720"/>
                <a:gd name="connsiteY94" fmla="*/ 78688 h 152458"/>
                <a:gd name="connsiteX95" fmla="*/ 167213 w 196720"/>
                <a:gd name="connsiteY95" fmla="*/ 81967 h 152458"/>
                <a:gd name="connsiteX96" fmla="*/ 165573 w 196720"/>
                <a:gd name="connsiteY96" fmla="*/ 85245 h 152458"/>
                <a:gd name="connsiteX97" fmla="*/ 165573 w 196720"/>
                <a:gd name="connsiteY97" fmla="*/ 88524 h 152458"/>
                <a:gd name="connsiteX98" fmla="*/ 165573 w 196720"/>
                <a:gd name="connsiteY98" fmla="*/ 91803 h 152458"/>
                <a:gd name="connsiteX99" fmla="*/ 165573 w 196720"/>
                <a:gd name="connsiteY99" fmla="*/ 96721 h 152458"/>
                <a:gd name="connsiteX100" fmla="*/ 163934 w 196720"/>
                <a:gd name="connsiteY100" fmla="*/ 99999 h 152458"/>
                <a:gd name="connsiteX101" fmla="*/ 162294 w 196720"/>
                <a:gd name="connsiteY101" fmla="*/ 103278 h 152458"/>
                <a:gd name="connsiteX102" fmla="*/ 165573 w 196720"/>
                <a:gd name="connsiteY102" fmla="*/ 106557 h 152458"/>
                <a:gd name="connsiteX103" fmla="*/ 167213 w 196720"/>
                <a:gd name="connsiteY103" fmla="*/ 111475 h 152458"/>
                <a:gd name="connsiteX104" fmla="*/ 165573 w 196720"/>
                <a:gd name="connsiteY104" fmla="*/ 111475 h 152458"/>
                <a:gd name="connsiteX105" fmla="*/ 162294 w 196720"/>
                <a:gd name="connsiteY105" fmla="*/ 114754 h 152458"/>
                <a:gd name="connsiteX106" fmla="*/ 162294 w 196720"/>
                <a:gd name="connsiteY106" fmla="*/ 114754 h 152458"/>
                <a:gd name="connsiteX107" fmla="*/ 163934 w 196720"/>
                <a:gd name="connsiteY107" fmla="*/ 118032 h 152458"/>
                <a:gd name="connsiteX108" fmla="*/ 162294 w 196720"/>
                <a:gd name="connsiteY108" fmla="*/ 122950 h 152458"/>
                <a:gd name="connsiteX109" fmla="*/ 162294 w 196720"/>
                <a:gd name="connsiteY109" fmla="*/ 126229 h 152458"/>
                <a:gd name="connsiteX110" fmla="*/ 159016 w 196720"/>
                <a:gd name="connsiteY110" fmla="*/ 126229 h 152458"/>
                <a:gd name="connsiteX111" fmla="*/ 160655 w 196720"/>
                <a:gd name="connsiteY111" fmla="*/ 121311 h 152458"/>
                <a:gd name="connsiteX112" fmla="*/ 157376 w 196720"/>
                <a:gd name="connsiteY112" fmla="*/ 119672 h 152458"/>
                <a:gd name="connsiteX113" fmla="*/ 154098 w 196720"/>
                <a:gd name="connsiteY113" fmla="*/ 119672 h 152458"/>
                <a:gd name="connsiteX114" fmla="*/ 154098 w 196720"/>
                <a:gd name="connsiteY114" fmla="*/ 124589 h 152458"/>
                <a:gd name="connsiteX115" fmla="*/ 154098 w 196720"/>
                <a:gd name="connsiteY115" fmla="*/ 127868 h 152458"/>
                <a:gd name="connsiteX116" fmla="*/ 152458 w 196720"/>
                <a:gd name="connsiteY116" fmla="*/ 131147 h 152458"/>
                <a:gd name="connsiteX117" fmla="*/ 152458 w 196720"/>
                <a:gd name="connsiteY117" fmla="*/ 136065 h 152458"/>
                <a:gd name="connsiteX118" fmla="*/ 154098 w 196720"/>
                <a:gd name="connsiteY118" fmla="*/ 139344 h 152458"/>
                <a:gd name="connsiteX119" fmla="*/ 154098 w 196720"/>
                <a:gd name="connsiteY119" fmla="*/ 142622 h 152458"/>
                <a:gd name="connsiteX120" fmla="*/ 155737 w 196720"/>
                <a:gd name="connsiteY120" fmla="*/ 147540 h 152458"/>
                <a:gd name="connsiteX121" fmla="*/ 155737 w 196720"/>
                <a:gd name="connsiteY121" fmla="*/ 150819 h 152458"/>
                <a:gd name="connsiteX122" fmla="*/ 155737 w 196720"/>
                <a:gd name="connsiteY122" fmla="*/ 150819 h 152458"/>
                <a:gd name="connsiteX123" fmla="*/ 152458 w 196720"/>
                <a:gd name="connsiteY123" fmla="*/ 150819 h 152458"/>
                <a:gd name="connsiteX124" fmla="*/ 150819 w 196720"/>
                <a:gd name="connsiteY124" fmla="*/ 152458 h 152458"/>
                <a:gd name="connsiteX125" fmla="*/ 147540 w 196720"/>
                <a:gd name="connsiteY125" fmla="*/ 152458 h 152458"/>
                <a:gd name="connsiteX126" fmla="*/ 145901 w 196720"/>
                <a:gd name="connsiteY126" fmla="*/ 152458 h 152458"/>
                <a:gd name="connsiteX127" fmla="*/ 144261 w 196720"/>
                <a:gd name="connsiteY127" fmla="*/ 149179 h 152458"/>
                <a:gd name="connsiteX128" fmla="*/ 140983 w 196720"/>
                <a:gd name="connsiteY128" fmla="*/ 145901 h 152458"/>
                <a:gd name="connsiteX129" fmla="*/ 136065 w 196720"/>
                <a:gd name="connsiteY129" fmla="*/ 142622 h 152458"/>
                <a:gd name="connsiteX130" fmla="*/ 132786 w 196720"/>
                <a:gd name="connsiteY130" fmla="*/ 140983 h 152458"/>
                <a:gd name="connsiteX131" fmla="*/ 129508 w 196720"/>
                <a:gd name="connsiteY131" fmla="*/ 137704 h 152458"/>
                <a:gd name="connsiteX132" fmla="*/ 126229 w 196720"/>
                <a:gd name="connsiteY132" fmla="*/ 136065 h 152458"/>
                <a:gd name="connsiteX133" fmla="*/ 122950 w 196720"/>
                <a:gd name="connsiteY133" fmla="*/ 132786 h 152458"/>
                <a:gd name="connsiteX134" fmla="*/ 122950 w 196720"/>
                <a:gd name="connsiteY134" fmla="*/ 129508 h 152458"/>
                <a:gd name="connsiteX135" fmla="*/ 126229 w 196720"/>
                <a:gd name="connsiteY135" fmla="*/ 127868 h 152458"/>
                <a:gd name="connsiteX136" fmla="*/ 131147 w 196720"/>
                <a:gd name="connsiteY136" fmla="*/ 126229 h 152458"/>
                <a:gd name="connsiteX137" fmla="*/ 132786 w 196720"/>
                <a:gd name="connsiteY137" fmla="*/ 124589 h 152458"/>
                <a:gd name="connsiteX138" fmla="*/ 127868 w 196720"/>
                <a:gd name="connsiteY138" fmla="*/ 119672 h 152458"/>
                <a:gd name="connsiteX139" fmla="*/ 124590 w 196720"/>
                <a:gd name="connsiteY139" fmla="*/ 118032 h 152458"/>
                <a:gd name="connsiteX140" fmla="*/ 122950 w 196720"/>
                <a:gd name="connsiteY140" fmla="*/ 113114 h 152458"/>
                <a:gd name="connsiteX141" fmla="*/ 127868 w 196720"/>
                <a:gd name="connsiteY141" fmla="*/ 111475 h 152458"/>
                <a:gd name="connsiteX142" fmla="*/ 131147 w 196720"/>
                <a:gd name="connsiteY142" fmla="*/ 109836 h 152458"/>
                <a:gd name="connsiteX143" fmla="*/ 129508 w 196720"/>
                <a:gd name="connsiteY143" fmla="*/ 108196 h 152458"/>
                <a:gd name="connsiteX144" fmla="*/ 126229 w 196720"/>
                <a:gd name="connsiteY144" fmla="*/ 104917 h 152458"/>
                <a:gd name="connsiteX145" fmla="*/ 122950 w 196720"/>
                <a:gd name="connsiteY145" fmla="*/ 101639 h 152458"/>
                <a:gd name="connsiteX146" fmla="*/ 118032 w 196720"/>
                <a:gd name="connsiteY146" fmla="*/ 96721 h 152458"/>
                <a:gd name="connsiteX147" fmla="*/ 114754 w 196720"/>
                <a:gd name="connsiteY147" fmla="*/ 95082 h 152458"/>
                <a:gd name="connsiteX148" fmla="*/ 114754 w 196720"/>
                <a:gd name="connsiteY148" fmla="*/ 95082 h 152458"/>
                <a:gd name="connsiteX149" fmla="*/ 109836 w 196720"/>
                <a:gd name="connsiteY149" fmla="*/ 96721 h 152458"/>
                <a:gd name="connsiteX150" fmla="*/ 106557 w 196720"/>
                <a:gd name="connsiteY150" fmla="*/ 99999 h 152458"/>
                <a:gd name="connsiteX151" fmla="*/ 103278 w 196720"/>
                <a:gd name="connsiteY151" fmla="*/ 101639 h 152458"/>
                <a:gd name="connsiteX152" fmla="*/ 98360 w 196720"/>
                <a:gd name="connsiteY152" fmla="*/ 103278 h 152458"/>
                <a:gd name="connsiteX153" fmla="*/ 95081 w 196720"/>
                <a:gd name="connsiteY153" fmla="*/ 106557 h 152458"/>
                <a:gd name="connsiteX154" fmla="*/ 95081 w 196720"/>
                <a:gd name="connsiteY154" fmla="*/ 106557 h 152458"/>
                <a:gd name="connsiteX155" fmla="*/ 91803 w 196720"/>
                <a:gd name="connsiteY155" fmla="*/ 109836 h 152458"/>
                <a:gd name="connsiteX156" fmla="*/ 88524 w 196720"/>
                <a:gd name="connsiteY156" fmla="*/ 111475 h 152458"/>
                <a:gd name="connsiteX157" fmla="*/ 85246 w 196720"/>
                <a:gd name="connsiteY157" fmla="*/ 114754 h 152458"/>
                <a:gd name="connsiteX158" fmla="*/ 85246 w 196720"/>
                <a:gd name="connsiteY158" fmla="*/ 118032 h 152458"/>
                <a:gd name="connsiteX159" fmla="*/ 80327 w 196720"/>
                <a:gd name="connsiteY159" fmla="*/ 118032 h 152458"/>
                <a:gd name="connsiteX160" fmla="*/ 77049 w 196720"/>
                <a:gd name="connsiteY160" fmla="*/ 121311 h 152458"/>
                <a:gd name="connsiteX161" fmla="*/ 75410 w 196720"/>
                <a:gd name="connsiteY161" fmla="*/ 124589 h 152458"/>
                <a:gd name="connsiteX162" fmla="*/ 72131 w 196720"/>
                <a:gd name="connsiteY162" fmla="*/ 127868 h 152458"/>
                <a:gd name="connsiteX163" fmla="*/ 68852 w 196720"/>
                <a:gd name="connsiteY163" fmla="*/ 131147 h 152458"/>
                <a:gd name="connsiteX164" fmla="*/ 68852 w 196720"/>
                <a:gd name="connsiteY164" fmla="*/ 129508 h 152458"/>
                <a:gd name="connsiteX165" fmla="*/ 67213 w 196720"/>
                <a:gd name="connsiteY165" fmla="*/ 127868 h 152458"/>
                <a:gd name="connsiteX166" fmla="*/ 67213 w 196720"/>
                <a:gd name="connsiteY166" fmla="*/ 124589 h 152458"/>
                <a:gd name="connsiteX167" fmla="*/ 65573 w 196720"/>
                <a:gd name="connsiteY167" fmla="*/ 121311 h 152458"/>
                <a:gd name="connsiteX168" fmla="*/ 65573 w 196720"/>
                <a:gd name="connsiteY168" fmla="*/ 118032 h 152458"/>
                <a:gd name="connsiteX169" fmla="*/ 68852 w 196720"/>
                <a:gd name="connsiteY169" fmla="*/ 116393 h 152458"/>
                <a:gd name="connsiteX170" fmla="*/ 65573 w 196720"/>
                <a:gd name="connsiteY170" fmla="*/ 111475 h 152458"/>
                <a:gd name="connsiteX171" fmla="*/ 62295 w 196720"/>
                <a:gd name="connsiteY171" fmla="*/ 109836 h 152458"/>
                <a:gd name="connsiteX172" fmla="*/ 60656 w 196720"/>
                <a:gd name="connsiteY172" fmla="*/ 106557 h 152458"/>
                <a:gd name="connsiteX173" fmla="*/ 63934 w 196720"/>
                <a:gd name="connsiteY173" fmla="*/ 103278 h 152458"/>
                <a:gd name="connsiteX174" fmla="*/ 62295 w 196720"/>
                <a:gd name="connsiteY174" fmla="*/ 99999 h 152458"/>
                <a:gd name="connsiteX175" fmla="*/ 60656 w 196720"/>
                <a:gd name="connsiteY175" fmla="*/ 99999 h 152458"/>
                <a:gd name="connsiteX176" fmla="*/ 57377 w 196720"/>
                <a:gd name="connsiteY176" fmla="*/ 98360 h 152458"/>
                <a:gd name="connsiteX177" fmla="*/ 52459 w 196720"/>
                <a:gd name="connsiteY177" fmla="*/ 99999 h 152458"/>
                <a:gd name="connsiteX178" fmla="*/ 49180 w 196720"/>
                <a:gd name="connsiteY178" fmla="*/ 96721 h 152458"/>
                <a:gd name="connsiteX179" fmla="*/ 45901 w 196720"/>
                <a:gd name="connsiteY179" fmla="*/ 93442 h 152458"/>
                <a:gd name="connsiteX180" fmla="*/ 42623 w 196720"/>
                <a:gd name="connsiteY180" fmla="*/ 91803 h 152458"/>
                <a:gd name="connsiteX181" fmla="*/ 37705 w 196720"/>
                <a:gd name="connsiteY181" fmla="*/ 90164 h 152458"/>
                <a:gd name="connsiteX182" fmla="*/ 36066 w 196720"/>
                <a:gd name="connsiteY182" fmla="*/ 85245 h 152458"/>
                <a:gd name="connsiteX183" fmla="*/ 32787 w 196720"/>
                <a:gd name="connsiteY183" fmla="*/ 83606 h 152458"/>
                <a:gd name="connsiteX184" fmla="*/ 27869 w 196720"/>
                <a:gd name="connsiteY184" fmla="*/ 81967 h 152458"/>
                <a:gd name="connsiteX185" fmla="*/ 32787 w 196720"/>
                <a:gd name="connsiteY185" fmla="*/ 81967 h 152458"/>
                <a:gd name="connsiteX186" fmla="*/ 36066 w 196720"/>
                <a:gd name="connsiteY186" fmla="*/ 81967 h 152458"/>
                <a:gd name="connsiteX187" fmla="*/ 39344 w 196720"/>
                <a:gd name="connsiteY187" fmla="*/ 80327 h 152458"/>
                <a:gd name="connsiteX188" fmla="*/ 40983 w 196720"/>
                <a:gd name="connsiteY188" fmla="*/ 75409 h 152458"/>
                <a:gd name="connsiteX189" fmla="*/ 40983 w 196720"/>
                <a:gd name="connsiteY189" fmla="*/ 72131 h 152458"/>
                <a:gd name="connsiteX190" fmla="*/ 37705 w 196720"/>
                <a:gd name="connsiteY190" fmla="*/ 70492 h 152458"/>
                <a:gd name="connsiteX191" fmla="*/ 34426 w 196720"/>
                <a:gd name="connsiteY191" fmla="*/ 68852 h 152458"/>
                <a:gd name="connsiteX192" fmla="*/ 29508 w 196720"/>
                <a:gd name="connsiteY192" fmla="*/ 67213 h 152458"/>
                <a:gd name="connsiteX193" fmla="*/ 26229 w 196720"/>
                <a:gd name="connsiteY193" fmla="*/ 63934 h 152458"/>
                <a:gd name="connsiteX194" fmla="*/ 22951 w 196720"/>
                <a:gd name="connsiteY194" fmla="*/ 60655 h 152458"/>
                <a:gd name="connsiteX195" fmla="*/ 19672 w 196720"/>
                <a:gd name="connsiteY195" fmla="*/ 57377 h 152458"/>
                <a:gd name="connsiteX196" fmla="*/ 16393 w 196720"/>
                <a:gd name="connsiteY196" fmla="*/ 52459 h 152458"/>
                <a:gd name="connsiteX197" fmla="*/ 19672 w 196720"/>
                <a:gd name="connsiteY197" fmla="*/ 49180 h 152458"/>
                <a:gd name="connsiteX198" fmla="*/ 22951 w 196720"/>
                <a:gd name="connsiteY198" fmla="*/ 47541 h 152458"/>
                <a:gd name="connsiteX199" fmla="*/ 21311 w 196720"/>
                <a:gd name="connsiteY199" fmla="*/ 44262 h 152458"/>
                <a:gd name="connsiteX200" fmla="*/ 18033 w 196720"/>
                <a:gd name="connsiteY200" fmla="*/ 40983 h 152458"/>
                <a:gd name="connsiteX201" fmla="*/ 14754 w 196720"/>
                <a:gd name="connsiteY201" fmla="*/ 37705 h 152458"/>
                <a:gd name="connsiteX202" fmla="*/ 11476 w 196720"/>
                <a:gd name="connsiteY202" fmla="*/ 37705 h 152458"/>
                <a:gd name="connsiteX203" fmla="*/ 9836 w 196720"/>
                <a:gd name="connsiteY203" fmla="*/ 37705 h 152458"/>
                <a:gd name="connsiteX204" fmla="*/ 6557 w 196720"/>
                <a:gd name="connsiteY204" fmla="*/ 36065 h 152458"/>
                <a:gd name="connsiteX205" fmla="*/ 3279 w 196720"/>
                <a:gd name="connsiteY205" fmla="*/ 32787 h 152458"/>
                <a:gd name="connsiteX206" fmla="*/ 6557 w 196720"/>
                <a:gd name="connsiteY206" fmla="*/ 32787 h 152458"/>
                <a:gd name="connsiteX207" fmla="*/ 4918 w 196720"/>
                <a:gd name="connsiteY207" fmla="*/ 29508 h 152458"/>
                <a:gd name="connsiteX208" fmla="*/ 1639 w 196720"/>
                <a:gd name="connsiteY208" fmla="*/ 29508 h 152458"/>
                <a:gd name="connsiteX209" fmla="*/ 0 w 196720"/>
                <a:gd name="connsiteY209" fmla="*/ 26229 h 15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196720" h="152458">
                  <a:moveTo>
                    <a:pt x="0" y="26229"/>
                  </a:moveTo>
                  <a:lnTo>
                    <a:pt x="1639" y="24590"/>
                  </a:lnTo>
                  <a:lnTo>
                    <a:pt x="1639" y="22951"/>
                  </a:lnTo>
                  <a:lnTo>
                    <a:pt x="4918" y="21311"/>
                  </a:lnTo>
                  <a:lnTo>
                    <a:pt x="6557" y="19672"/>
                  </a:lnTo>
                  <a:lnTo>
                    <a:pt x="9836" y="18033"/>
                  </a:lnTo>
                  <a:lnTo>
                    <a:pt x="14754" y="19672"/>
                  </a:lnTo>
                  <a:lnTo>
                    <a:pt x="18033" y="21311"/>
                  </a:lnTo>
                  <a:lnTo>
                    <a:pt x="21311" y="22951"/>
                  </a:lnTo>
                  <a:lnTo>
                    <a:pt x="24590" y="22951"/>
                  </a:lnTo>
                  <a:lnTo>
                    <a:pt x="24590" y="26229"/>
                  </a:lnTo>
                  <a:lnTo>
                    <a:pt x="29508" y="29508"/>
                  </a:lnTo>
                  <a:lnTo>
                    <a:pt x="32787" y="29508"/>
                  </a:lnTo>
                  <a:lnTo>
                    <a:pt x="36066" y="31147"/>
                  </a:lnTo>
                  <a:lnTo>
                    <a:pt x="40983" y="29508"/>
                  </a:lnTo>
                  <a:lnTo>
                    <a:pt x="44262" y="29508"/>
                  </a:lnTo>
                  <a:lnTo>
                    <a:pt x="47541" y="32787"/>
                  </a:lnTo>
                  <a:lnTo>
                    <a:pt x="50820" y="34426"/>
                  </a:lnTo>
                  <a:lnTo>
                    <a:pt x="55737" y="34426"/>
                  </a:lnTo>
                  <a:lnTo>
                    <a:pt x="59016" y="31147"/>
                  </a:lnTo>
                  <a:lnTo>
                    <a:pt x="59016" y="27869"/>
                  </a:lnTo>
                  <a:lnTo>
                    <a:pt x="55737" y="22951"/>
                  </a:lnTo>
                  <a:lnTo>
                    <a:pt x="52459" y="21311"/>
                  </a:lnTo>
                  <a:lnTo>
                    <a:pt x="49180" y="19672"/>
                  </a:lnTo>
                  <a:lnTo>
                    <a:pt x="44262" y="18033"/>
                  </a:lnTo>
                  <a:lnTo>
                    <a:pt x="44262" y="13115"/>
                  </a:lnTo>
                  <a:lnTo>
                    <a:pt x="40983" y="13115"/>
                  </a:lnTo>
                  <a:lnTo>
                    <a:pt x="39344" y="8197"/>
                  </a:lnTo>
                  <a:lnTo>
                    <a:pt x="39344" y="4918"/>
                  </a:lnTo>
                  <a:lnTo>
                    <a:pt x="42623" y="4918"/>
                  </a:lnTo>
                  <a:lnTo>
                    <a:pt x="44262" y="3279"/>
                  </a:lnTo>
                  <a:lnTo>
                    <a:pt x="45901" y="0"/>
                  </a:lnTo>
                  <a:lnTo>
                    <a:pt x="45901" y="0"/>
                  </a:lnTo>
                  <a:lnTo>
                    <a:pt x="50820" y="0"/>
                  </a:lnTo>
                  <a:lnTo>
                    <a:pt x="54098" y="1639"/>
                  </a:lnTo>
                  <a:lnTo>
                    <a:pt x="57377" y="1639"/>
                  </a:lnTo>
                  <a:lnTo>
                    <a:pt x="59016" y="4918"/>
                  </a:lnTo>
                  <a:lnTo>
                    <a:pt x="63934" y="6557"/>
                  </a:lnTo>
                  <a:lnTo>
                    <a:pt x="67213" y="9836"/>
                  </a:lnTo>
                  <a:lnTo>
                    <a:pt x="68852" y="14754"/>
                  </a:lnTo>
                  <a:lnTo>
                    <a:pt x="73770" y="14754"/>
                  </a:lnTo>
                  <a:lnTo>
                    <a:pt x="75410" y="18033"/>
                  </a:lnTo>
                  <a:lnTo>
                    <a:pt x="78688" y="21311"/>
                  </a:lnTo>
                  <a:lnTo>
                    <a:pt x="81967" y="26229"/>
                  </a:lnTo>
                  <a:lnTo>
                    <a:pt x="85246" y="26229"/>
                  </a:lnTo>
                  <a:lnTo>
                    <a:pt x="88524" y="27869"/>
                  </a:lnTo>
                  <a:lnTo>
                    <a:pt x="91803" y="27869"/>
                  </a:lnTo>
                  <a:lnTo>
                    <a:pt x="96721" y="29508"/>
                  </a:lnTo>
                  <a:lnTo>
                    <a:pt x="100000" y="29508"/>
                  </a:lnTo>
                  <a:lnTo>
                    <a:pt x="101639" y="26229"/>
                  </a:lnTo>
                  <a:lnTo>
                    <a:pt x="104917" y="21311"/>
                  </a:lnTo>
                  <a:lnTo>
                    <a:pt x="106557" y="18033"/>
                  </a:lnTo>
                  <a:lnTo>
                    <a:pt x="109836" y="16393"/>
                  </a:lnTo>
                  <a:lnTo>
                    <a:pt x="114754" y="14754"/>
                  </a:lnTo>
                  <a:lnTo>
                    <a:pt x="118032" y="11475"/>
                  </a:lnTo>
                  <a:lnTo>
                    <a:pt x="118032" y="8197"/>
                  </a:lnTo>
                  <a:lnTo>
                    <a:pt x="121311" y="4918"/>
                  </a:lnTo>
                  <a:lnTo>
                    <a:pt x="121311" y="1639"/>
                  </a:lnTo>
                  <a:lnTo>
                    <a:pt x="122950" y="1639"/>
                  </a:lnTo>
                  <a:lnTo>
                    <a:pt x="126229" y="4918"/>
                  </a:lnTo>
                  <a:lnTo>
                    <a:pt x="129508" y="8197"/>
                  </a:lnTo>
                  <a:lnTo>
                    <a:pt x="132786" y="13115"/>
                  </a:lnTo>
                  <a:lnTo>
                    <a:pt x="136065" y="16393"/>
                  </a:lnTo>
                  <a:lnTo>
                    <a:pt x="140983" y="19672"/>
                  </a:lnTo>
                  <a:lnTo>
                    <a:pt x="142623" y="22951"/>
                  </a:lnTo>
                  <a:lnTo>
                    <a:pt x="145901" y="27869"/>
                  </a:lnTo>
                  <a:lnTo>
                    <a:pt x="145901" y="31147"/>
                  </a:lnTo>
                  <a:lnTo>
                    <a:pt x="149180" y="34426"/>
                  </a:lnTo>
                  <a:lnTo>
                    <a:pt x="150819" y="39344"/>
                  </a:lnTo>
                  <a:lnTo>
                    <a:pt x="155737" y="42623"/>
                  </a:lnTo>
                  <a:lnTo>
                    <a:pt x="159016" y="45901"/>
                  </a:lnTo>
                  <a:lnTo>
                    <a:pt x="162294" y="47541"/>
                  </a:lnTo>
                  <a:lnTo>
                    <a:pt x="162294" y="50819"/>
                  </a:lnTo>
                  <a:lnTo>
                    <a:pt x="165573" y="54098"/>
                  </a:lnTo>
                  <a:lnTo>
                    <a:pt x="168851" y="55737"/>
                  </a:lnTo>
                  <a:lnTo>
                    <a:pt x="173770" y="57377"/>
                  </a:lnTo>
                  <a:lnTo>
                    <a:pt x="177048" y="57377"/>
                  </a:lnTo>
                  <a:lnTo>
                    <a:pt x="180327" y="57377"/>
                  </a:lnTo>
                  <a:lnTo>
                    <a:pt x="183606" y="57377"/>
                  </a:lnTo>
                  <a:lnTo>
                    <a:pt x="188524" y="60655"/>
                  </a:lnTo>
                  <a:lnTo>
                    <a:pt x="191803" y="62295"/>
                  </a:lnTo>
                  <a:lnTo>
                    <a:pt x="195081" y="65573"/>
                  </a:lnTo>
                  <a:lnTo>
                    <a:pt x="195081" y="65573"/>
                  </a:lnTo>
                  <a:lnTo>
                    <a:pt x="195081" y="68852"/>
                  </a:lnTo>
                  <a:lnTo>
                    <a:pt x="196720" y="72131"/>
                  </a:lnTo>
                  <a:lnTo>
                    <a:pt x="193442" y="68852"/>
                  </a:lnTo>
                  <a:lnTo>
                    <a:pt x="190163" y="67213"/>
                  </a:lnTo>
                  <a:lnTo>
                    <a:pt x="185245" y="67213"/>
                  </a:lnTo>
                  <a:lnTo>
                    <a:pt x="181966" y="68852"/>
                  </a:lnTo>
                  <a:lnTo>
                    <a:pt x="181966" y="67213"/>
                  </a:lnTo>
                  <a:lnTo>
                    <a:pt x="177048" y="67213"/>
                  </a:lnTo>
                  <a:lnTo>
                    <a:pt x="173770" y="70492"/>
                  </a:lnTo>
                  <a:lnTo>
                    <a:pt x="170491" y="72131"/>
                  </a:lnTo>
                  <a:lnTo>
                    <a:pt x="167213" y="75409"/>
                  </a:lnTo>
                  <a:lnTo>
                    <a:pt x="165573" y="78688"/>
                  </a:lnTo>
                  <a:lnTo>
                    <a:pt x="167213" y="81967"/>
                  </a:lnTo>
                  <a:lnTo>
                    <a:pt x="165573" y="85245"/>
                  </a:lnTo>
                  <a:lnTo>
                    <a:pt x="165573" y="88524"/>
                  </a:lnTo>
                  <a:lnTo>
                    <a:pt x="165573" y="91803"/>
                  </a:lnTo>
                  <a:lnTo>
                    <a:pt x="165573" y="96721"/>
                  </a:lnTo>
                  <a:lnTo>
                    <a:pt x="163934" y="99999"/>
                  </a:lnTo>
                  <a:lnTo>
                    <a:pt x="162294" y="103278"/>
                  </a:lnTo>
                  <a:lnTo>
                    <a:pt x="165573" y="106557"/>
                  </a:lnTo>
                  <a:lnTo>
                    <a:pt x="167213" y="111475"/>
                  </a:lnTo>
                  <a:lnTo>
                    <a:pt x="165573" y="111475"/>
                  </a:lnTo>
                  <a:lnTo>
                    <a:pt x="162294" y="114754"/>
                  </a:lnTo>
                  <a:lnTo>
                    <a:pt x="162294" y="114754"/>
                  </a:lnTo>
                  <a:lnTo>
                    <a:pt x="163934" y="118032"/>
                  </a:lnTo>
                  <a:lnTo>
                    <a:pt x="162294" y="122950"/>
                  </a:lnTo>
                  <a:lnTo>
                    <a:pt x="162294" y="126229"/>
                  </a:lnTo>
                  <a:lnTo>
                    <a:pt x="159016" y="126229"/>
                  </a:lnTo>
                  <a:lnTo>
                    <a:pt x="160655" y="121311"/>
                  </a:lnTo>
                  <a:lnTo>
                    <a:pt x="157376" y="119672"/>
                  </a:lnTo>
                  <a:lnTo>
                    <a:pt x="154098" y="119672"/>
                  </a:lnTo>
                  <a:lnTo>
                    <a:pt x="154098" y="124589"/>
                  </a:lnTo>
                  <a:lnTo>
                    <a:pt x="154098" y="127868"/>
                  </a:lnTo>
                  <a:lnTo>
                    <a:pt x="152458" y="131147"/>
                  </a:lnTo>
                  <a:lnTo>
                    <a:pt x="152458" y="136065"/>
                  </a:lnTo>
                  <a:lnTo>
                    <a:pt x="154098" y="139344"/>
                  </a:lnTo>
                  <a:lnTo>
                    <a:pt x="154098" y="142622"/>
                  </a:lnTo>
                  <a:lnTo>
                    <a:pt x="155737" y="147540"/>
                  </a:lnTo>
                  <a:lnTo>
                    <a:pt x="155737" y="150819"/>
                  </a:lnTo>
                  <a:lnTo>
                    <a:pt x="155737" y="150819"/>
                  </a:lnTo>
                  <a:lnTo>
                    <a:pt x="152458" y="150819"/>
                  </a:lnTo>
                  <a:lnTo>
                    <a:pt x="150819" y="152458"/>
                  </a:lnTo>
                  <a:lnTo>
                    <a:pt x="147540" y="152458"/>
                  </a:lnTo>
                  <a:lnTo>
                    <a:pt x="145901" y="152458"/>
                  </a:lnTo>
                  <a:lnTo>
                    <a:pt x="144261" y="149179"/>
                  </a:lnTo>
                  <a:lnTo>
                    <a:pt x="140983" y="145901"/>
                  </a:lnTo>
                  <a:lnTo>
                    <a:pt x="136065" y="142622"/>
                  </a:lnTo>
                  <a:lnTo>
                    <a:pt x="132786" y="140983"/>
                  </a:lnTo>
                  <a:lnTo>
                    <a:pt x="129508" y="137704"/>
                  </a:lnTo>
                  <a:lnTo>
                    <a:pt x="126229" y="136065"/>
                  </a:lnTo>
                  <a:lnTo>
                    <a:pt x="122950" y="132786"/>
                  </a:lnTo>
                  <a:lnTo>
                    <a:pt x="122950" y="129508"/>
                  </a:lnTo>
                  <a:lnTo>
                    <a:pt x="126229" y="127868"/>
                  </a:lnTo>
                  <a:lnTo>
                    <a:pt x="131147" y="126229"/>
                  </a:lnTo>
                  <a:lnTo>
                    <a:pt x="132786" y="124589"/>
                  </a:lnTo>
                  <a:lnTo>
                    <a:pt x="127868" y="119672"/>
                  </a:lnTo>
                  <a:lnTo>
                    <a:pt x="124590" y="118032"/>
                  </a:lnTo>
                  <a:lnTo>
                    <a:pt x="122950" y="113114"/>
                  </a:lnTo>
                  <a:lnTo>
                    <a:pt x="127868" y="111475"/>
                  </a:lnTo>
                  <a:lnTo>
                    <a:pt x="131147" y="109836"/>
                  </a:lnTo>
                  <a:lnTo>
                    <a:pt x="129508" y="108196"/>
                  </a:lnTo>
                  <a:lnTo>
                    <a:pt x="126229" y="104917"/>
                  </a:lnTo>
                  <a:lnTo>
                    <a:pt x="122950" y="101639"/>
                  </a:lnTo>
                  <a:lnTo>
                    <a:pt x="118032" y="96721"/>
                  </a:lnTo>
                  <a:lnTo>
                    <a:pt x="114754" y="95082"/>
                  </a:lnTo>
                  <a:lnTo>
                    <a:pt x="114754" y="95082"/>
                  </a:lnTo>
                  <a:lnTo>
                    <a:pt x="109836" y="96721"/>
                  </a:lnTo>
                  <a:lnTo>
                    <a:pt x="106557" y="99999"/>
                  </a:lnTo>
                  <a:lnTo>
                    <a:pt x="103278" y="101639"/>
                  </a:lnTo>
                  <a:lnTo>
                    <a:pt x="98360" y="103278"/>
                  </a:lnTo>
                  <a:lnTo>
                    <a:pt x="95081" y="106557"/>
                  </a:lnTo>
                  <a:lnTo>
                    <a:pt x="95081" y="106557"/>
                  </a:lnTo>
                  <a:lnTo>
                    <a:pt x="91803" y="109836"/>
                  </a:lnTo>
                  <a:lnTo>
                    <a:pt x="88524" y="111475"/>
                  </a:lnTo>
                  <a:lnTo>
                    <a:pt x="85246" y="114754"/>
                  </a:lnTo>
                  <a:lnTo>
                    <a:pt x="85246" y="118032"/>
                  </a:lnTo>
                  <a:lnTo>
                    <a:pt x="80327" y="118032"/>
                  </a:lnTo>
                  <a:lnTo>
                    <a:pt x="77049" y="121311"/>
                  </a:lnTo>
                  <a:lnTo>
                    <a:pt x="75410" y="124589"/>
                  </a:lnTo>
                  <a:lnTo>
                    <a:pt x="72131" y="127868"/>
                  </a:lnTo>
                  <a:lnTo>
                    <a:pt x="68852" y="131147"/>
                  </a:lnTo>
                  <a:lnTo>
                    <a:pt x="68852" y="129508"/>
                  </a:lnTo>
                  <a:lnTo>
                    <a:pt x="67213" y="127868"/>
                  </a:lnTo>
                  <a:lnTo>
                    <a:pt x="67213" y="124589"/>
                  </a:lnTo>
                  <a:lnTo>
                    <a:pt x="65573" y="121311"/>
                  </a:lnTo>
                  <a:lnTo>
                    <a:pt x="65573" y="118032"/>
                  </a:lnTo>
                  <a:lnTo>
                    <a:pt x="68852" y="116393"/>
                  </a:lnTo>
                  <a:lnTo>
                    <a:pt x="65573" y="111475"/>
                  </a:lnTo>
                  <a:lnTo>
                    <a:pt x="62295" y="109836"/>
                  </a:lnTo>
                  <a:lnTo>
                    <a:pt x="60656" y="106557"/>
                  </a:lnTo>
                  <a:lnTo>
                    <a:pt x="63934" y="103278"/>
                  </a:lnTo>
                  <a:lnTo>
                    <a:pt x="62295" y="99999"/>
                  </a:lnTo>
                  <a:lnTo>
                    <a:pt x="60656" y="99999"/>
                  </a:lnTo>
                  <a:lnTo>
                    <a:pt x="57377" y="98360"/>
                  </a:lnTo>
                  <a:lnTo>
                    <a:pt x="52459" y="99999"/>
                  </a:lnTo>
                  <a:lnTo>
                    <a:pt x="49180" y="96721"/>
                  </a:lnTo>
                  <a:lnTo>
                    <a:pt x="45901" y="93442"/>
                  </a:lnTo>
                  <a:lnTo>
                    <a:pt x="42623" y="91803"/>
                  </a:lnTo>
                  <a:lnTo>
                    <a:pt x="37705" y="90164"/>
                  </a:lnTo>
                  <a:lnTo>
                    <a:pt x="36066" y="85245"/>
                  </a:lnTo>
                  <a:lnTo>
                    <a:pt x="32787" y="83606"/>
                  </a:lnTo>
                  <a:lnTo>
                    <a:pt x="27869" y="81967"/>
                  </a:lnTo>
                  <a:lnTo>
                    <a:pt x="32787" y="81967"/>
                  </a:lnTo>
                  <a:lnTo>
                    <a:pt x="36066" y="81967"/>
                  </a:lnTo>
                  <a:lnTo>
                    <a:pt x="39344" y="80327"/>
                  </a:lnTo>
                  <a:lnTo>
                    <a:pt x="40983" y="75409"/>
                  </a:lnTo>
                  <a:lnTo>
                    <a:pt x="40983" y="72131"/>
                  </a:lnTo>
                  <a:lnTo>
                    <a:pt x="37705" y="70492"/>
                  </a:lnTo>
                  <a:lnTo>
                    <a:pt x="34426" y="68852"/>
                  </a:lnTo>
                  <a:lnTo>
                    <a:pt x="29508" y="67213"/>
                  </a:lnTo>
                  <a:lnTo>
                    <a:pt x="26229" y="63934"/>
                  </a:lnTo>
                  <a:lnTo>
                    <a:pt x="22951" y="60655"/>
                  </a:lnTo>
                  <a:lnTo>
                    <a:pt x="19672" y="57377"/>
                  </a:lnTo>
                  <a:lnTo>
                    <a:pt x="16393" y="52459"/>
                  </a:lnTo>
                  <a:lnTo>
                    <a:pt x="19672" y="49180"/>
                  </a:lnTo>
                  <a:lnTo>
                    <a:pt x="22951" y="47541"/>
                  </a:lnTo>
                  <a:lnTo>
                    <a:pt x="21311" y="44262"/>
                  </a:lnTo>
                  <a:lnTo>
                    <a:pt x="18033" y="40983"/>
                  </a:lnTo>
                  <a:lnTo>
                    <a:pt x="14754" y="37705"/>
                  </a:lnTo>
                  <a:lnTo>
                    <a:pt x="11476" y="37705"/>
                  </a:lnTo>
                  <a:lnTo>
                    <a:pt x="9836" y="37705"/>
                  </a:lnTo>
                  <a:lnTo>
                    <a:pt x="6557" y="36065"/>
                  </a:lnTo>
                  <a:lnTo>
                    <a:pt x="3279" y="32787"/>
                  </a:lnTo>
                  <a:lnTo>
                    <a:pt x="6557" y="32787"/>
                  </a:lnTo>
                  <a:lnTo>
                    <a:pt x="4918" y="29508"/>
                  </a:lnTo>
                  <a:lnTo>
                    <a:pt x="1639" y="29508"/>
                  </a:lnTo>
                  <a:lnTo>
                    <a:pt x="0" y="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00" name="Freeform 3699">
              <a:extLst>
                <a:ext uri="{FF2B5EF4-FFF2-40B4-BE49-F238E27FC236}">
                  <a16:creationId xmlns:a16="http://schemas.microsoft.com/office/drawing/2014/main" id="{772E1AE7-0D41-B840-ACE5-AA0741628C1A}"/>
                </a:ext>
              </a:extLst>
            </p:cNvPr>
            <p:cNvSpPr/>
            <p:nvPr/>
          </p:nvSpPr>
          <p:spPr>
            <a:xfrm>
              <a:off x="6991077" y="2369003"/>
              <a:ext cx="55737" cy="39343"/>
            </a:xfrm>
            <a:custGeom>
              <a:avLst/>
              <a:gdLst>
                <a:gd name="connsiteX0" fmla="*/ 0 w 55737"/>
                <a:gd name="connsiteY0" fmla="*/ 1639 h 39343"/>
                <a:gd name="connsiteX1" fmla="*/ 1639 w 55737"/>
                <a:gd name="connsiteY1" fmla="*/ 1639 h 39343"/>
                <a:gd name="connsiteX2" fmla="*/ 1639 w 55737"/>
                <a:gd name="connsiteY2" fmla="*/ 1639 h 39343"/>
                <a:gd name="connsiteX3" fmla="*/ 3278 w 55737"/>
                <a:gd name="connsiteY3" fmla="*/ 1639 h 39343"/>
                <a:gd name="connsiteX4" fmla="*/ 6557 w 55737"/>
                <a:gd name="connsiteY4" fmla="*/ 0 h 39343"/>
                <a:gd name="connsiteX5" fmla="*/ 11475 w 55737"/>
                <a:gd name="connsiteY5" fmla="*/ 0 h 39343"/>
                <a:gd name="connsiteX6" fmla="*/ 14754 w 55737"/>
                <a:gd name="connsiteY6" fmla="*/ 3279 h 39343"/>
                <a:gd name="connsiteX7" fmla="*/ 14754 w 55737"/>
                <a:gd name="connsiteY7" fmla="*/ 6557 h 39343"/>
                <a:gd name="connsiteX8" fmla="*/ 18033 w 55737"/>
                <a:gd name="connsiteY8" fmla="*/ 6557 h 39343"/>
                <a:gd name="connsiteX9" fmla="*/ 22951 w 55737"/>
                <a:gd name="connsiteY9" fmla="*/ 9836 h 39343"/>
                <a:gd name="connsiteX10" fmla="*/ 26229 w 55737"/>
                <a:gd name="connsiteY10" fmla="*/ 11475 h 39343"/>
                <a:gd name="connsiteX11" fmla="*/ 29508 w 55737"/>
                <a:gd name="connsiteY11" fmla="*/ 8197 h 39343"/>
                <a:gd name="connsiteX12" fmla="*/ 32787 w 55737"/>
                <a:gd name="connsiteY12" fmla="*/ 8197 h 39343"/>
                <a:gd name="connsiteX13" fmla="*/ 37705 w 55737"/>
                <a:gd name="connsiteY13" fmla="*/ 8197 h 39343"/>
                <a:gd name="connsiteX14" fmla="*/ 37705 w 55737"/>
                <a:gd name="connsiteY14" fmla="*/ 9836 h 39343"/>
                <a:gd name="connsiteX15" fmla="*/ 39344 w 55737"/>
                <a:gd name="connsiteY15" fmla="*/ 13115 h 39343"/>
                <a:gd name="connsiteX16" fmla="*/ 37705 w 55737"/>
                <a:gd name="connsiteY16" fmla="*/ 16393 h 39343"/>
                <a:gd name="connsiteX17" fmla="*/ 40983 w 55737"/>
                <a:gd name="connsiteY17" fmla="*/ 18033 h 39343"/>
                <a:gd name="connsiteX18" fmla="*/ 45901 w 55737"/>
                <a:gd name="connsiteY18" fmla="*/ 21311 h 39343"/>
                <a:gd name="connsiteX19" fmla="*/ 45901 w 55737"/>
                <a:gd name="connsiteY19" fmla="*/ 24590 h 39343"/>
                <a:gd name="connsiteX20" fmla="*/ 47541 w 55737"/>
                <a:gd name="connsiteY20" fmla="*/ 27869 h 39343"/>
                <a:gd name="connsiteX21" fmla="*/ 49180 w 55737"/>
                <a:gd name="connsiteY21" fmla="*/ 31147 h 39343"/>
                <a:gd name="connsiteX22" fmla="*/ 52458 w 55737"/>
                <a:gd name="connsiteY22" fmla="*/ 36065 h 39343"/>
                <a:gd name="connsiteX23" fmla="*/ 52458 w 55737"/>
                <a:gd name="connsiteY23" fmla="*/ 37705 h 39343"/>
                <a:gd name="connsiteX24" fmla="*/ 54098 w 55737"/>
                <a:gd name="connsiteY24" fmla="*/ 39344 h 39343"/>
                <a:gd name="connsiteX25" fmla="*/ 55737 w 55737"/>
                <a:gd name="connsiteY25" fmla="*/ 39344 h 39343"/>
                <a:gd name="connsiteX26" fmla="*/ 54098 w 55737"/>
                <a:gd name="connsiteY26" fmla="*/ 39344 h 39343"/>
                <a:gd name="connsiteX27" fmla="*/ 50820 w 55737"/>
                <a:gd name="connsiteY27" fmla="*/ 37705 h 39343"/>
                <a:gd name="connsiteX28" fmla="*/ 45901 w 55737"/>
                <a:gd name="connsiteY28" fmla="*/ 37705 h 39343"/>
                <a:gd name="connsiteX29" fmla="*/ 42623 w 55737"/>
                <a:gd name="connsiteY29" fmla="*/ 37705 h 39343"/>
                <a:gd name="connsiteX30" fmla="*/ 39344 w 55737"/>
                <a:gd name="connsiteY30" fmla="*/ 36065 h 39343"/>
                <a:gd name="connsiteX31" fmla="*/ 36065 w 55737"/>
                <a:gd name="connsiteY31" fmla="*/ 34426 h 39343"/>
                <a:gd name="connsiteX32" fmla="*/ 34426 w 55737"/>
                <a:gd name="connsiteY32" fmla="*/ 34426 h 39343"/>
                <a:gd name="connsiteX33" fmla="*/ 32787 w 55737"/>
                <a:gd name="connsiteY33" fmla="*/ 34426 h 39343"/>
                <a:gd name="connsiteX34" fmla="*/ 29508 w 55737"/>
                <a:gd name="connsiteY34" fmla="*/ 32787 h 39343"/>
                <a:gd name="connsiteX35" fmla="*/ 27868 w 55737"/>
                <a:gd name="connsiteY35" fmla="*/ 32787 h 39343"/>
                <a:gd name="connsiteX36" fmla="*/ 24590 w 55737"/>
                <a:gd name="connsiteY36" fmla="*/ 29508 h 39343"/>
                <a:gd name="connsiteX37" fmla="*/ 22951 w 55737"/>
                <a:gd name="connsiteY37" fmla="*/ 24590 h 39343"/>
                <a:gd name="connsiteX38" fmla="*/ 19672 w 55737"/>
                <a:gd name="connsiteY38" fmla="*/ 24590 h 39343"/>
                <a:gd name="connsiteX39" fmla="*/ 14754 w 55737"/>
                <a:gd name="connsiteY39" fmla="*/ 21311 h 39343"/>
                <a:gd name="connsiteX40" fmla="*/ 13114 w 55737"/>
                <a:gd name="connsiteY40" fmla="*/ 18033 h 39343"/>
                <a:gd name="connsiteX41" fmla="*/ 9836 w 55737"/>
                <a:gd name="connsiteY41" fmla="*/ 14754 h 39343"/>
                <a:gd name="connsiteX42" fmla="*/ 6557 w 55737"/>
                <a:gd name="connsiteY42" fmla="*/ 11475 h 39343"/>
                <a:gd name="connsiteX43" fmla="*/ 4918 w 55737"/>
                <a:gd name="connsiteY43" fmla="*/ 8197 h 39343"/>
                <a:gd name="connsiteX44" fmla="*/ 1639 w 55737"/>
                <a:gd name="connsiteY44" fmla="*/ 4918 h 3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55737" h="39343">
                  <a:moveTo>
                    <a:pt x="0" y="1639"/>
                  </a:moveTo>
                  <a:lnTo>
                    <a:pt x="1639" y="1639"/>
                  </a:lnTo>
                  <a:lnTo>
                    <a:pt x="1639" y="1639"/>
                  </a:lnTo>
                  <a:lnTo>
                    <a:pt x="3278" y="1639"/>
                  </a:lnTo>
                  <a:lnTo>
                    <a:pt x="6557" y="0"/>
                  </a:lnTo>
                  <a:lnTo>
                    <a:pt x="11475" y="0"/>
                  </a:lnTo>
                  <a:lnTo>
                    <a:pt x="14754" y="3279"/>
                  </a:lnTo>
                  <a:lnTo>
                    <a:pt x="14754" y="6557"/>
                  </a:lnTo>
                  <a:lnTo>
                    <a:pt x="18033" y="6557"/>
                  </a:lnTo>
                  <a:lnTo>
                    <a:pt x="22951" y="9836"/>
                  </a:lnTo>
                  <a:lnTo>
                    <a:pt x="26229" y="11475"/>
                  </a:lnTo>
                  <a:lnTo>
                    <a:pt x="29508" y="8197"/>
                  </a:lnTo>
                  <a:lnTo>
                    <a:pt x="32787" y="8197"/>
                  </a:lnTo>
                  <a:lnTo>
                    <a:pt x="37705" y="8197"/>
                  </a:lnTo>
                  <a:lnTo>
                    <a:pt x="37705" y="9836"/>
                  </a:lnTo>
                  <a:lnTo>
                    <a:pt x="39344" y="13115"/>
                  </a:lnTo>
                  <a:lnTo>
                    <a:pt x="37705" y="16393"/>
                  </a:lnTo>
                  <a:lnTo>
                    <a:pt x="40983" y="18033"/>
                  </a:lnTo>
                  <a:lnTo>
                    <a:pt x="45901" y="21311"/>
                  </a:lnTo>
                  <a:lnTo>
                    <a:pt x="45901" y="24590"/>
                  </a:lnTo>
                  <a:lnTo>
                    <a:pt x="47541" y="27869"/>
                  </a:lnTo>
                  <a:lnTo>
                    <a:pt x="49180" y="31147"/>
                  </a:lnTo>
                  <a:lnTo>
                    <a:pt x="52458" y="36065"/>
                  </a:lnTo>
                  <a:lnTo>
                    <a:pt x="52458" y="37705"/>
                  </a:lnTo>
                  <a:lnTo>
                    <a:pt x="54098" y="39344"/>
                  </a:lnTo>
                  <a:lnTo>
                    <a:pt x="55737" y="39344"/>
                  </a:lnTo>
                  <a:lnTo>
                    <a:pt x="54098" y="39344"/>
                  </a:lnTo>
                  <a:lnTo>
                    <a:pt x="50820" y="37705"/>
                  </a:lnTo>
                  <a:lnTo>
                    <a:pt x="45901" y="37705"/>
                  </a:lnTo>
                  <a:lnTo>
                    <a:pt x="42623" y="37705"/>
                  </a:lnTo>
                  <a:lnTo>
                    <a:pt x="39344" y="36065"/>
                  </a:lnTo>
                  <a:lnTo>
                    <a:pt x="36065" y="34426"/>
                  </a:lnTo>
                  <a:lnTo>
                    <a:pt x="34426" y="34426"/>
                  </a:lnTo>
                  <a:lnTo>
                    <a:pt x="32787" y="34426"/>
                  </a:lnTo>
                  <a:lnTo>
                    <a:pt x="29508" y="32787"/>
                  </a:lnTo>
                  <a:lnTo>
                    <a:pt x="27868" y="32787"/>
                  </a:lnTo>
                  <a:lnTo>
                    <a:pt x="24590" y="29508"/>
                  </a:lnTo>
                  <a:lnTo>
                    <a:pt x="22951" y="24590"/>
                  </a:lnTo>
                  <a:lnTo>
                    <a:pt x="19672" y="24590"/>
                  </a:lnTo>
                  <a:lnTo>
                    <a:pt x="14754" y="21311"/>
                  </a:lnTo>
                  <a:lnTo>
                    <a:pt x="13114" y="18033"/>
                  </a:lnTo>
                  <a:lnTo>
                    <a:pt x="9836" y="14754"/>
                  </a:lnTo>
                  <a:lnTo>
                    <a:pt x="6557" y="11475"/>
                  </a:lnTo>
                  <a:lnTo>
                    <a:pt x="4918" y="8197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01" name="Freeform 3700">
              <a:extLst>
                <a:ext uri="{FF2B5EF4-FFF2-40B4-BE49-F238E27FC236}">
                  <a16:creationId xmlns:a16="http://schemas.microsoft.com/office/drawing/2014/main" id="{FAC045E7-0EBB-4E4F-ABC4-9542293D6F5F}"/>
                </a:ext>
              </a:extLst>
            </p:cNvPr>
            <p:cNvSpPr/>
            <p:nvPr/>
          </p:nvSpPr>
          <p:spPr>
            <a:xfrm>
              <a:off x="9866474" y="3765718"/>
              <a:ext cx="4917" cy="11475"/>
            </a:xfrm>
            <a:custGeom>
              <a:avLst/>
              <a:gdLst>
                <a:gd name="connsiteX0" fmla="*/ 3279 w 4917"/>
                <a:gd name="connsiteY0" fmla="*/ 11475 h 11475"/>
                <a:gd name="connsiteX1" fmla="*/ 3279 w 4917"/>
                <a:gd name="connsiteY1" fmla="*/ 11475 h 11475"/>
                <a:gd name="connsiteX2" fmla="*/ 4918 w 4917"/>
                <a:gd name="connsiteY2" fmla="*/ 8197 h 11475"/>
                <a:gd name="connsiteX3" fmla="*/ 4918 w 4917"/>
                <a:gd name="connsiteY3" fmla="*/ 4918 h 11475"/>
                <a:gd name="connsiteX4" fmla="*/ 1639 w 4917"/>
                <a:gd name="connsiteY4" fmla="*/ 0 h 11475"/>
                <a:gd name="connsiteX5" fmla="*/ 0 w 4917"/>
                <a:gd name="connsiteY5" fmla="*/ 4918 h 11475"/>
                <a:gd name="connsiteX6" fmla="*/ 1639 w 4917"/>
                <a:gd name="connsiteY6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17" h="11475">
                  <a:moveTo>
                    <a:pt x="3279" y="11475"/>
                  </a:moveTo>
                  <a:lnTo>
                    <a:pt x="3279" y="11475"/>
                  </a:lnTo>
                  <a:lnTo>
                    <a:pt x="4918" y="8197"/>
                  </a:lnTo>
                  <a:lnTo>
                    <a:pt x="4918" y="4918"/>
                  </a:lnTo>
                  <a:lnTo>
                    <a:pt x="1639" y="0"/>
                  </a:lnTo>
                  <a:lnTo>
                    <a:pt x="0" y="4918"/>
                  </a:lnTo>
                  <a:lnTo>
                    <a:pt x="163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02" name="Freeform 3701">
              <a:extLst>
                <a:ext uri="{FF2B5EF4-FFF2-40B4-BE49-F238E27FC236}">
                  <a16:creationId xmlns:a16="http://schemas.microsoft.com/office/drawing/2014/main" id="{3BCDD500-4531-3C4E-BBDE-4CF5614E3F89}"/>
                </a:ext>
              </a:extLst>
            </p:cNvPr>
            <p:cNvSpPr/>
            <p:nvPr/>
          </p:nvSpPr>
          <p:spPr>
            <a:xfrm>
              <a:off x="9874671" y="3619817"/>
              <a:ext cx="90163" cy="134425"/>
            </a:xfrm>
            <a:custGeom>
              <a:avLst/>
              <a:gdLst>
                <a:gd name="connsiteX0" fmla="*/ 1639 w 90163"/>
                <a:gd name="connsiteY0" fmla="*/ 122950 h 134425"/>
                <a:gd name="connsiteX1" fmla="*/ 0 w 90163"/>
                <a:gd name="connsiteY1" fmla="*/ 127868 h 134425"/>
                <a:gd name="connsiteX2" fmla="*/ 0 w 90163"/>
                <a:gd name="connsiteY2" fmla="*/ 131147 h 134425"/>
                <a:gd name="connsiteX3" fmla="*/ 0 w 90163"/>
                <a:gd name="connsiteY3" fmla="*/ 134426 h 134425"/>
                <a:gd name="connsiteX4" fmla="*/ 3279 w 90163"/>
                <a:gd name="connsiteY4" fmla="*/ 131147 h 134425"/>
                <a:gd name="connsiteX5" fmla="*/ 6558 w 90163"/>
                <a:gd name="connsiteY5" fmla="*/ 127868 h 134425"/>
                <a:gd name="connsiteX6" fmla="*/ 11476 w 90163"/>
                <a:gd name="connsiteY6" fmla="*/ 126229 h 134425"/>
                <a:gd name="connsiteX7" fmla="*/ 13114 w 90163"/>
                <a:gd name="connsiteY7" fmla="*/ 122950 h 134425"/>
                <a:gd name="connsiteX8" fmla="*/ 16393 w 90163"/>
                <a:gd name="connsiteY8" fmla="*/ 119672 h 134425"/>
                <a:gd name="connsiteX9" fmla="*/ 19672 w 90163"/>
                <a:gd name="connsiteY9" fmla="*/ 119672 h 134425"/>
                <a:gd name="connsiteX10" fmla="*/ 22951 w 90163"/>
                <a:gd name="connsiteY10" fmla="*/ 116393 h 134425"/>
                <a:gd name="connsiteX11" fmla="*/ 26229 w 90163"/>
                <a:gd name="connsiteY11" fmla="*/ 111475 h 134425"/>
                <a:gd name="connsiteX12" fmla="*/ 31148 w 90163"/>
                <a:gd name="connsiteY12" fmla="*/ 108196 h 134425"/>
                <a:gd name="connsiteX13" fmla="*/ 32787 w 90163"/>
                <a:gd name="connsiteY13" fmla="*/ 104918 h 134425"/>
                <a:gd name="connsiteX14" fmla="*/ 32787 w 90163"/>
                <a:gd name="connsiteY14" fmla="*/ 101639 h 134425"/>
                <a:gd name="connsiteX15" fmla="*/ 36066 w 90163"/>
                <a:gd name="connsiteY15" fmla="*/ 98360 h 134425"/>
                <a:gd name="connsiteX16" fmla="*/ 40983 w 90163"/>
                <a:gd name="connsiteY16" fmla="*/ 96721 h 134425"/>
                <a:gd name="connsiteX17" fmla="*/ 44262 w 90163"/>
                <a:gd name="connsiteY17" fmla="*/ 95082 h 134425"/>
                <a:gd name="connsiteX18" fmla="*/ 47541 w 90163"/>
                <a:gd name="connsiteY18" fmla="*/ 91803 h 134425"/>
                <a:gd name="connsiteX19" fmla="*/ 49180 w 90163"/>
                <a:gd name="connsiteY19" fmla="*/ 86885 h 134425"/>
                <a:gd name="connsiteX20" fmla="*/ 50819 w 90163"/>
                <a:gd name="connsiteY20" fmla="*/ 83606 h 134425"/>
                <a:gd name="connsiteX21" fmla="*/ 52459 w 90163"/>
                <a:gd name="connsiteY21" fmla="*/ 80328 h 134425"/>
                <a:gd name="connsiteX22" fmla="*/ 55738 w 90163"/>
                <a:gd name="connsiteY22" fmla="*/ 77049 h 134425"/>
                <a:gd name="connsiteX23" fmla="*/ 55738 w 90163"/>
                <a:gd name="connsiteY23" fmla="*/ 77049 h 134425"/>
                <a:gd name="connsiteX24" fmla="*/ 54098 w 90163"/>
                <a:gd name="connsiteY24" fmla="*/ 72131 h 134425"/>
                <a:gd name="connsiteX25" fmla="*/ 55738 w 90163"/>
                <a:gd name="connsiteY25" fmla="*/ 73770 h 134425"/>
                <a:gd name="connsiteX26" fmla="*/ 55738 w 90163"/>
                <a:gd name="connsiteY26" fmla="*/ 70492 h 134425"/>
                <a:gd name="connsiteX27" fmla="*/ 54098 w 90163"/>
                <a:gd name="connsiteY27" fmla="*/ 65573 h 134425"/>
                <a:gd name="connsiteX28" fmla="*/ 59016 w 90163"/>
                <a:gd name="connsiteY28" fmla="*/ 62295 h 134425"/>
                <a:gd name="connsiteX29" fmla="*/ 60656 w 90163"/>
                <a:gd name="connsiteY29" fmla="*/ 62295 h 134425"/>
                <a:gd name="connsiteX30" fmla="*/ 63935 w 90163"/>
                <a:gd name="connsiteY30" fmla="*/ 62295 h 134425"/>
                <a:gd name="connsiteX31" fmla="*/ 67212 w 90163"/>
                <a:gd name="connsiteY31" fmla="*/ 60655 h 134425"/>
                <a:gd name="connsiteX32" fmla="*/ 70491 w 90163"/>
                <a:gd name="connsiteY32" fmla="*/ 59016 h 134425"/>
                <a:gd name="connsiteX33" fmla="*/ 73770 w 90163"/>
                <a:gd name="connsiteY33" fmla="*/ 55738 h 134425"/>
                <a:gd name="connsiteX34" fmla="*/ 73770 w 90163"/>
                <a:gd name="connsiteY34" fmla="*/ 52459 h 134425"/>
                <a:gd name="connsiteX35" fmla="*/ 73770 w 90163"/>
                <a:gd name="connsiteY35" fmla="*/ 52459 h 134425"/>
                <a:gd name="connsiteX36" fmla="*/ 75409 w 90163"/>
                <a:gd name="connsiteY36" fmla="*/ 49180 h 134425"/>
                <a:gd name="connsiteX37" fmla="*/ 78688 w 90163"/>
                <a:gd name="connsiteY37" fmla="*/ 45901 h 134425"/>
                <a:gd name="connsiteX38" fmla="*/ 81967 w 90163"/>
                <a:gd name="connsiteY38" fmla="*/ 45901 h 134425"/>
                <a:gd name="connsiteX39" fmla="*/ 83606 w 90163"/>
                <a:gd name="connsiteY39" fmla="*/ 45901 h 134425"/>
                <a:gd name="connsiteX40" fmla="*/ 86885 w 90163"/>
                <a:gd name="connsiteY40" fmla="*/ 40983 h 134425"/>
                <a:gd name="connsiteX41" fmla="*/ 90164 w 90163"/>
                <a:gd name="connsiteY41" fmla="*/ 37705 h 134425"/>
                <a:gd name="connsiteX42" fmla="*/ 86885 w 90163"/>
                <a:gd name="connsiteY42" fmla="*/ 34426 h 134425"/>
                <a:gd name="connsiteX43" fmla="*/ 83606 w 90163"/>
                <a:gd name="connsiteY43" fmla="*/ 31148 h 134425"/>
                <a:gd name="connsiteX44" fmla="*/ 83606 w 90163"/>
                <a:gd name="connsiteY44" fmla="*/ 26229 h 134425"/>
                <a:gd name="connsiteX45" fmla="*/ 80328 w 90163"/>
                <a:gd name="connsiteY45" fmla="*/ 22951 h 134425"/>
                <a:gd name="connsiteX46" fmla="*/ 80328 w 90163"/>
                <a:gd name="connsiteY46" fmla="*/ 19672 h 134425"/>
                <a:gd name="connsiteX47" fmla="*/ 81967 w 90163"/>
                <a:gd name="connsiteY47" fmla="*/ 14754 h 134425"/>
                <a:gd name="connsiteX48" fmla="*/ 78688 w 90163"/>
                <a:gd name="connsiteY48" fmla="*/ 11475 h 134425"/>
                <a:gd name="connsiteX49" fmla="*/ 80328 w 90163"/>
                <a:gd name="connsiteY49" fmla="*/ 6557 h 134425"/>
                <a:gd name="connsiteX50" fmla="*/ 80328 w 90163"/>
                <a:gd name="connsiteY50" fmla="*/ 3279 h 134425"/>
                <a:gd name="connsiteX51" fmla="*/ 78688 w 90163"/>
                <a:gd name="connsiteY51" fmla="*/ 0 h 134425"/>
                <a:gd name="connsiteX52" fmla="*/ 75409 w 90163"/>
                <a:gd name="connsiteY52" fmla="*/ 3279 h 134425"/>
                <a:gd name="connsiteX53" fmla="*/ 75409 w 90163"/>
                <a:gd name="connsiteY53" fmla="*/ 8197 h 134425"/>
                <a:gd name="connsiteX54" fmla="*/ 77049 w 90163"/>
                <a:gd name="connsiteY54" fmla="*/ 11475 h 134425"/>
                <a:gd name="connsiteX55" fmla="*/ 77049 w 90163"/>
                <a:gd name="connsiteY55" fmla="*/ 14754 h 134425"/>
                <a:gd name="connsiteX56" fmla="*/ 72131 w 90163"/>
                <a:gd name="connsiteY56" fmla="*/ 13115 h 134425"/>
                <a:gd name="connsiteX57" fmla="*/ 73770 w 90163"/>
                <a:gd name="connsiteY57" fmla="*/ 16393 h 134425"/>
                <a:gd name="connsiteX58" fmla="*/ 73770 w 90163"/>
                <a:gd name="connsiteY58" fmla="*/ 19672 h 134425"/>
                <a:gd name="connsiteX59" fmla="*/ 77049 w 90163"/>
                <a:gd name="connsiteY59" fmla="*/ 24590 h 134425"/>
                <a:gd name="connsiteX60" fmla="*/ 78688 w 90163"/>
                <a:gd name="connsiteY60" fmla="*/ 27869 h 134425"/>
                <a:gd name="connsiteX61" fmla="*/ 75409 w 90163"/>
                <a:gd name="connsiteY61" fmla="*/ 26229 h 134425"/>
                <a:gd name="connsiteX62" fmla="*/ 70491 w 90163"/>
                <a:gd name="connsiteY62" fmla="*/ 22951 h 134425"/>
                <a:gd name="connsiteX63" fmla="*/ 68852 w 90163"/>
                <a:gd name="connsiteY63" fmla="*/ 19672 h 134425"/>
                <a:gd name="connsiteX64" fmla="*/ 70491 w 90163"/>
                <a:gd name="connsiteY64" fmla="*/ 22951 h 134425"/>
                <a:gd name="connsiteX65" fmla="*/ 72131 w 90163"/>
                <a:gd name="connsiteY65" fmla="*/ 26229 h 134425"/>
                <a:gd name="connsiteX66" fmla="*/ 73770 w 90163"/>
                <a:gd name="connsiteY66" fmla="*/ 31148 h 134425"/>
                <a:gd name="connsiteX67" fmla="*/ 73770 w 90163"/>
                <a:gd name="connsiteY67" fmla="*/ 34426 h 134425"/>
                <a:gd name="connsiteX68" fmla="*/ 72131 w 90163"/>
                <a:gd name="connsiteY68" fmla="*/ 39344 h 134425"/>
                <a:gd name="connsiteX69" fmla="*/ 68852 w 90163"/>
                <a:gd name="connsiteY69" fmla="*/ 44262 h 134425"/>
                <a:gd name="connsiteX70" fmla="*/ 67212 w 90163"/>
                <a:gd name="connsiteY70" fmla="*/ 39344 h 134425"/>
                <a:gd name="connsiteX71" fmla="*/ 65573 w 90163"/>
                <a:gd name="connsiteY71" fmla="*/ 44262 h 134425"/>
                <a:gd name="connsiteX72" fmla="*/ 60656 w 90163"/>
                <a:gd name="connsiteY72" fmla="*/ 44262 h 134425"/>
                <a:gd name="connsiteX73" fmla="*/ 62295 w 90163"/>
                <a:gd name="connsiteY73" fmla="*/ 49180 h 134425"/>
                <a:gd name="connsiteX74" fmla="*/ 60656 w 90163"/>
                <a:gd name="connsiteY74" fmla="*/ 52459 h 134425"/>
                <a:gd name="connsiteX75" fmla="*/ 57377 w 90163"/>
                <a:gd name="connsiteY75" fmla="*/ 52459 h 134425"/>
                <a:gd name="connsiteX76" fmla="*/ 55738 w 90163"/>
                <a:gd name="connsiteY76" fmla="*/ 52459 h 134425"/>
                <a:gd name="connsiteX77" fmla="*/ 55738 w 90163"/>
                <a:gd name="connsiteY77" fmla="*/ 52459 h 134425"/>
                <a:gd name="connsiteX78" fmla="*/ 57377 w 90163"/>
                <a:gd name="connsiteY78" fmla="*/ 57377 h 134425"/>
                <a:gd name="connsiteX79" fmla="*/ 55738 w 90163"/>
                <a:gd name="connsiteY79" fmla="*/ 60655 h 134425"/>
                <a:gd name="connsiteX80" fmla="*/ 54098 w 90163"/>
                <a:gd name="connsiteY80" fmla="*/ 57377 h 134425"/>
                <a:gd name="connsiteX81" fmla="*/ 52459 w 90163"/>
                <a:gd name="connsiteY81" fmla="*/ 60655 h 134425"/>
                <a:gd name="connsiteX82" fmla="*/ 50819 w 90163"/>
                <a:gd name="connsiteY82" fmla="*/ 60655 h 134425"/>
                <a:gd name="connsiteX83" fmla="*/ 49180 w 90163"/>
                <a:gd name="connsiteY83" fmla="*/ 65573 h 134425"/>
                <a:gd name="connsiteX84" fmla="*/ 47541 w 90163"/>
                <a:gd name="connsiteY84" fmla="*/ 68852 h 134425"/>
                <a:gd name="connsiteX85" fmla="*/ 45901 w 90163"/>
                <a:gd name="connsiteY85" fmla="*/ 72131 h 134425"/>
                <a:gd name="connsiteX86" fmla="*/ 42622 w 90163"/>
                <a:gd name="connsiteY86" fmla="*/ 77049 h 134425"/>
                <a:gd name="connsiteX87" fmla="*/ 39344 w 90163"/>
                <a:gd name="connsiteY87" fmla="*/ 80328 h 134425"/>
                <a:gd name="connsiteX88" fmla="*/ 36066 w 90163"/>
                <a:gd name="connsiteY88" fmla="*/ 83606 h 134425"/>
                <a:gd name="connsiteX89" fmla="*/ 34426 w 90163"/>
                <a:gd name="connsiteY89" fmla="*/ 86885 h 134425"/>
                <a:gd name="connsiteX90" fmla="*/ 31148 w 90163"/>
                <a:gd name="connsiteY90" fmla="*/ 91803 h 134425"/>
                <a:gd name="connsiteX91" fmla="*/ 29508 w 90163"/>
                <a:gd name="connsiteY91" fmla="*/ 95082 h 134425"/>
                <a:gd name="connsiteX92" fmla="*/ 26229 w 90163"/>
                <a:gd name="connsiteY92" fmla="*/ 93442 h 134425"/>
                <a:gd name="connsiteX93" fmla="*/ 21311 w 90163"/>
                <a:gd name="connsiteY93" fmla="*/ 96721 h 134425"/>
                <a:gd name="connsiteX94" fmla="*/ 21311 w 90163"/>
                <a:gd name="connsiteY94" fmla="*/ 98360 h 134425"/>
                <a:gd name="connsiteX95" fmla="*/ 19672 w 90163"/>
                <a:gd name="connsiteY95" fmla="*/ 101639 h 134425"/>
                <a:gd name="connsiteX96" fmla="*/ 16393 w 90163"/>
                <a:gd name="connsiteY96" fmla="*/ 101639 h 134425"/>
                <a:gd name="connsiteX97" fmla="*/ 16393 w 90163"/>
                <a:gd name="connsiteY97" fmla="*/ 101639 h 134425"/>
                <a:gd name="connsiteX98" fmla="*/ 14754 w 90163"/>
                <a:gd name="connsiteY98" fmla="*/ 103278 h 134425"/>
                <a:gd name="connsiteX99" fmla="*/ 14754 w 90163"/>
                <a:gd name="connsiteY99" fmla="*/ 103278 h 134425"/>
                <a:gd name="connsiteX100" fmla="*/ 14754 w 90163"/>
                <a:gd name="connsiteY100" fmla="*/ 103278 h 134425"/>
                <a:gd name="connsiteX101" fmla="*/ 11476 w 90163"/>
                <a:gd name="connsiteY101" fmla="*/ 106557 h 134425"/>
                <a:gd name="connsiteX102" fmla="*/ 11476 w 90163"/>
                <a:gd name="connsiteY102" fmla="*/ 108196 h 134425"/>
                <a:gd name="connsiteX103" fmla="*/ 11476 w 90163"/>
                <a:gd name="connsiteY103" fmla="*/ 108196 h 134425"/>
                <a:gd name="connsiteX104" fmla="*/ 9836 w 90163"/>
                <a:gd name="connsiteY104" fmla="*/ 111475 h 134425"/>
                <a:gd name="connsiteX105" fmla="*/ 8197 w 90163"/>
                <a:gd name="connsiteY105" fmla="*/ 114753 h 134425"/>
                <a:gd name="connsiteX106" fmla="*/ 3279 w 90163"/>
                <a:gd name="connsiteY106" fmla="*/ 119672 h 134425"/>
                <a:gd name="connsiteX107" fmla="*/ 3279 w 90163"/>
                <a:gd name="connsiteY107" fmla="*/ 122950 h 134425"/>
                <a:gd name="connsiteX108" fmla="*/ 1639 w 90163"/>
                <a:gd name="connsiteY108" fmla="*/ 122950 h 13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90163" h="134425">
                  <a:moveTo>
                    <a:pt x="1639" y="122950"/>
                  </a:moveTo>
                  <a:lnTo>
                    <a:pt x="0" y="127868"/>
                  </a:lnTo>
                  <a:lnTo>
                    <a:pt x="0" y="131147"/>
                  </a:lnTo>
                  <a:lnTo>
                    <a:pt x="0" y="134426"/>
                  </a:lnTo>
                  <a:lnTo>
                    <a:pt x="3279" y="131147"/>
                  </a:lnTo>
                  <a:lnTo>
                    <a:pt x="6558" y="127868"/>
                  </a:lnTo>
                  <a:lnTo>
                    <a:pt x="11476" y="126229"/>
                  </a:lnTo>
                  <a:lnTo>
                    <a:pt x="13114" y="122950"/>
                  </a:lnTo>
                  <a:lnTo>
                    <a:pt x="16393" y="119672"/>
                  </a:lnTo>
                  <a:lnTo>
                    <a:pt x="19672" y="119672"/>
                  </a:lnTo>
                  <a:lnTo>
                    <a:pt x="22951" y="116393"/>
                  </a:lnTo>
                  <a:lnTo>
                    <a:pt x="26229" y="111475"/>
                  </a:lnTo>
                  <a:lnTo>
                    <a:pt x="31148" y="108196"/>
                  </a:lnTo>
                  <a:lnTo>
                    <a:pt x="32787" y="104918"/>
                  </a:lnTo>
                  <a:lnTo>
                    <a:pt x="32787" y="101639"/>
                  </a:lnTo>
                  <a:lnTo>
                    <a:pt x="36066" y="98360"/>
                  </a:lnTo>
                  <a:lnTo>
                    <a:pt x="40983" y="96721"/>
                  </a:lnTo>
                  <a:lnTo>
                    <a:pt x="44262" y="95082"/>
                  </a:lnTo>
                  <a:lnTo>
                    <a:pt x="47541" y="91803"/>
                  </a:lnTo>
                  <a:lnTo>
                    <a:pt x="49180" y="86885"/>
                  </a:lnTo>
                  <a:lnTo>
                    <a:pt x="50819" y="83606"/>
                  </a:lnTo>
                  <a:lnTo>
                    <a:pt x="52459" y="80328"/>
                  </a:lnTo>
                  <a:lnTo>
                    <a:pt x="55738" y="77049"/>
                  </a:lnTo>
                  <a:lnTo>
                    <a:pt x="55738" y="77049"/>
                  </a:lnTo>
                  <a:lnTo>
                    <a:pt x="54098" y="72131"/>
                  </a:lnTo>
                  <a:lnTo>
                    <a:pt x="55738" y="73770"/>
                  </a:lnTo>
                  <a:lnTo>
                    <a:pt x="55738" y="70492"/>
                  </a:lnTo>
                  <a:lnTo>
                    <a:pt x="54098" y="65573"/>
                  </a:lnTo>
                  <a:lnTo>
                    <a:pt x="59016" y="62295"/>
                  </a:lnTo>
                  <a:lnTo>
                    <a:pt x="60656" y="62295"/>
                  </a:lnTo>
                  <a:lnTo>
                    <a:pt x="63935" y="62295"/>
                  </a:lnTo>
                  <a:lnTo>
                    <a:pt x="67212" y="60655"/>
                  </a:lnTo>
                  <a:lnTo>
                    <a:pt x="70491" y="59016"/>
                  </a:lnTo>
                  <a:lnTo>
                    <a:pt x="73770" y="55738"/>
                  </a:lnTo>
                  <a:lnTo>
                    <a:pt x="73770" y="52459"/>
                  </a:lnTo>
                  <a:lnTo>
                    <a:pt x="73770" y="52459"/>
                  </a:lnTo>
                  <a:lnTo>
                    <a:pt x="75409" y="49180"/>
                  </a:lnTo>
                  <a:lnTo>
                    <a:pt x="78688" y="45901"/>
                  </a:lnTo>
                  <a:lnTo>
                    <a:pt x="81967" y="45901"/>
                  </a:lnTo>
                  <a:lnTo>
                    <a:pt x="83606" y="45901"/>
                  </a:lnTo>
                  <a:lnTo>
                    <a:pt x="86885" y="40983"/>
                  </a:lnTo>
                  <a:lnTo>
                    <a:pt x="90164" y="37705"/>
                  </a:lnTo>
                  <a:lnTo>
                    <a:pt x="86885" y="34426"/>
                  </a:lnTo>
                  <a:lnTo>
                    <a:pt x="83606" y="31148"/>
                  </a:lnTo>
                  <a:lnTo>
                    <a:pt x="83606" y="26229"/>
                  </a:lnTo>
                  <a:lnTo>
                    <a:pt x="80328" y="22951"/>
                  </a:lnTo>
                  <a:lnTo>
                    <a:pt x="80328" y="19672"/>
                  </a:lnTo>
                  <a:lnTo>
                    <a:pt x="81967" y="14754"/>
                  </a:lnTo>
                  <a:lnTo>
                    <a:pt x="78688" y="11475"/>
                  </a:lnTo>
                  <a:lnTo>
                    <a:pt x="80328" y="6557"/>
                  </a:lnTo>
                  <a:lnTo>
                    <a:pt x="80328" y="3279"/>
                  </a:lnTo>
                  <a:lnTo>
                    <a:pt x="78688" y="0"/>
                  </a:lnTo>
                  <a:lnTo>
                    <a:pt x="75409" y="3279"/>
                  </a:lnTo>
                  <a:lnTo>
                    <a:pt x="75409" y="8197"/>
                  </a:lnTo>
                  <a:lnTo>
                    <a:pt x="77049" y="11475"/>
                  </a:lnTo>
                  <a:lnTo>
                    <a:pt x="77049" y="14754"/>
                  </a:lnTo>
                  <a:lnTo>
                    <a:pt x="72131" y="13115"/>
                  </a:lnTo>
                  <a:lnTo>
                    <a:pt x="73770" y="16393"/>
                  </a:lnTo>
                  <a:lnTo>
                    <a:pt x="73770" y="19672"/>
                  </a:lnTo>
                  <a:lnTo>
                    <a:pt x="77049" y="24590"/>
                  </a:lnTo>
                  <a:lnTo>
                    <a:pt x="78688" y="27869"/>
                  </a:lnTo>
                  <a:lnTo>
                    <a:pt x="75409" y="26229"/>
                  </a:lnTo>
                  <a:lnTo>
                    <a:pt x="70491" y="22951"/>
                  </a:lnTo>
                  <a:lnTo>
                    <a:pt x="68852" y="19672"/>
                  </a:lnTo>
                  <a:lnTo>
                    <a:pt x="70491" y="22951"/>
                  </a:lnTo>
                  <a:lnTo>
                    <a:pt x="72131" y="26229"/>
                  </a:lnTo>
                  <a:lnTo>
                    <a:pt x="73770" y="31148"/>
                  </a:lnTo>
                  <a:lnTo>
                    <a:pt x="73770" y="34426"/>
                  </a:lnTo>
                  <a:lnTo>
                    <a:pt x="72131" y="39344"/>
                  </a:lnTo>
                  <a:lnTo>
                    <a:pt x="68852" y="44262"/>
                  </a:lnTo>
                  <a:lnTo>
                    <a:pt x="67212" y="39344"/>
                  </a:lnTo>
                  <a:lnTo>
                    <a:pt x="65573" y="44262"/>
                  </a:lnTo>
                  <a:lnTo>
                    <a:pt x="60656" y="44262"/>
                  </a:lnTo>
                  <a:lnTo>
                    <a:pt x="62295" y="49180"/>
                  </a:lnTo>
                  <a:lnTo>
                    <a:pt x="60656" y="52459"/>
                  </a:lnTo>
                  <a:lnTo>
                    <a:pt x="57377" y="52459"/>
                  </a:lnTo>
                  <a:lnTo>
                    <a:pt x="55738" y="52459"/>
                  </a:lnTo>
                  <a:lnTo>
                    <a:pt x="55738" y="52459"/>
                  </a:lnTo>
                  <a:lnTo>
                    <a:pt x="57377" y="57377"/>
                  </a:lnTo>
                  <a:lnTo>
                    <a:pt x="55738" y="60655"/>
                  </a:lnTo>
                  <a:lnTo>
                    <a:pt x="54098" y="57377"/>
                  </a:lnTo>
                  <a:lnTo>
                    <a:pt x="52459" y="60655"/>
                  </a:lnTo>
                  <a:lnTo>
                    <a:pt x="50819" y="60655"/>
                  </a:lnTo>
                  <a:lnTo>
                    <a:pt x="49180" y="65573"/>
                  </a:lnTo>
                  <a:lnTo>
                    <a:pt x="47541" y="68852"/>
                  </a:lnTo>
                  <a:lnTo>
                    <a:pt x="45901" y="72131"/>
                  </a:lnTo>
                  <a:lnTo>
                    <a:pt x="42622" y="77049"/>
                  </a:lnTo>
                  <a:lnTo>
                    <a:pt x="39344" y="80328"/>
                  </a:lnTo>
                  <a:lnTo>
                    <a:pt x="36066" y="83606"/>
                  </a:lnTo>
                  <a:lnTo>
                    <a:pt x="34426" y="86885"/>
                  </a:lnTo>
                  <a:lnTo>
                    <a:pt x="31148" y="91803"/>
                  </a:lnTo>
                  <a:lnTo>
                    <a:pt x="29508" y="95082"/>
                  </a:lnTo>
                  <a:lnTo>
                    <a:pt x="26229" y="93442"/>
                  </a:lnTo>
                  <a:lnTo>
                    <a:pt x="21311" y="96721"/>
                  </a:lnTo>
                  <a:lnTo>
                    <a:pt x="21311" y="98360"/>
                  </a:lnTo>
                  <a:lnTo>
                    <a:pt x="19672" y="101639"/>
                  </a:lnTo>
                  <a:lnTo>
                    <a:pt x="16393" y="101639"/>
                  </a:lnTo>
                  <a:lnTo>
                    <a:pt x="16393" y="101639"/>
                  </a:lnTo>
                  <a:lnTo>
                    <a:pt x="14754" y="103278"/>
                  </a:lnTo>
                  <a:lnTo>
                    <a:pt x="14754" y="103278"/>
                  </a:lnTo>
                  <a:lnTo>
                    <a:pt x="14754" y="103278"/>
                  </a:lnTo>
                  <a:lnTo>
                    <a:pt x="11476" y="106557"/>
                  </a:lnTo>
                  <a:lnTo>
                    <a:pt x="11476" y="108196"/>
                  </a:lnTo>
                  <a:lnTo>
                    <a:pt x="11476" y="108196"/>
                  </a:lnTo>
                  <a:lnTo>
                    <a:pt x="9836" y="111475"/>
                  </a:lnTo>
                  <a:lnTo>
                    <a:pt x="8197" y="114753"/>
                  </a:lnTo>
                  <a:lnTo>
                    <a:pt x="3279" y="119672"/>
                  </a:lnTo>
                  <a:lnTo>
                    <a:pt x="3279" y="122950"/>
                  </a:lnTo>
                  <a:lnTo>
                    <a:pt x="1639" y="12295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03" name="Freeform 3702">
              <a:extLst>
                <a:ext uri="{FF2B5EF4-FFF2-40B4-BE49-F238E27FC236}">
                  <a16:creationId xmlns:a16="http://schemas.microsoft.com/office/drawing/2014/main" id="{E586FE1F-AF16-8F41-99A2-00D66C897179}"/>
                </a:ext>
              </a:extLst>
            </p:cNvPr>
            <p:cNvSpPr/>
            <p:nvPr/>
          </p:nvSpPr>
          <p:spPr>
            <a:xfrm>
              <a:off x="9877950" y="3757521"/>
              <a:ext cx="1638" cy="3278"/>
            </a:xfrm>
            <a:custGeom>
              <a:avLst/>
              <a:gdLst>
                <a:gd name="connsiteX0" fmla="*/ 1639 w 1638"/>
                <a:gd name="connsiteY0" fmla="*/ 3278 h 3278"/>
                <a:gd name="connsiteX1" fmla="*/ 1639 w 1638"/>
                <a:gd name="connsiteY1" fmla="*/ 3278 h 3278"/>
                <a:gd name="connsiteX2" fmla="*/ 0 w 163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1639" y="3278"/>
                  </a:moveTo>
                  <a:lnTo>
                    <a:pt x="1639" y="3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04" name="Freeform 3703">
              <a:extLst>
                <a:ext uri="{FF2B5EF4-FFF2-40B4-BE49-F238E27FC236}">
                  <a16:creationId xmlns:a16="http://schemas.microsoft.com/office/drawing/2014/main" id="{59933954-FF06-AC43-B1A0-9A06E32EAA46}"/>
                </a:ext>
              </a:extLst>
            </p:cNvPr>
            <p:cNvSpPr/>
            <p:nvPr/>
          </p:nvSpPr>
          <p:spPr>
            <a:xfrm>
              <a:off x="9925490" y="3811619"/>
              <a:ext cx="4918" cy="3278"/>
            </a:xfrm>
            <a:custGeom>
              <a:avLst/>
              <a:gdLst>
                <a:gd name="connsiteX0" fmla="*/ 4919 w 4918"/>
                <a:gd name="connsiteY0" fmla="*/ 3279 h 3278"/>
                <a:gd name="connsiteX1" fmla="*/ 3279 w 4918"/>
                <a:gd name="connsiteY1" fmla="*/ 0 h 3278"/>
                <a:gd name="connsiteX2" fmla="*/ 0 w 4918"/>
                <a:gd name="connsiteY2" fmla="*/ 0 h 3278"/>
                <a:gd name="connsiteX3" fmla="*/ 3279 w 4918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3278">
                  <a:moveTo>
                    <a:pt x="4919" y="3279"/>
                  </a:moveTo>
                  <a:lnTo>
                    <a:pt x="3279" y="0"/>
                  </a:lnTo>
                  <a:lnTo>
                    <a:pt x="0" y="0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05" name="Freeform 3704">
              <a:extLst>
                <a:ext uri="{FF2B5EF4-FFF2-40B4-BE49-F238E27FC236}">
                  <a16:creationId xmlns:a16="http://schemas.microsoft.com/office/drawing/2014/main" id="{CD183DF0-A688-CB4D-8E87-2D2FBEAD0A09}"/>
                </a:ext>
              </a:extLst>
            </p:cNvPr>
            <p:cNvSpPr/>
            <p:nvPr/>
          </p:nvSpPr>
          <p:spPr>
            <a:xfrm>
              <a:off x="9938605" y="3300146"/>
              <a:ext cx="186883" cy="268851"/>
            </a:xfrm>
            <a:custGeom>
              <a:avLst/>
              <a:gdLst>
                <a:gd name="connsiteX0" fmla="*/ 1639 w 186883"/>
                <a:gd name="connsiteY0" fmla="*/ 109836 h 268851"/>
                <a:gd name="connsiteX1" fmla="*/ 0 w 186883"/>
                <a:gd name="connsiteY1" fmla="*/ 111475 h 268851"/>
                <a:gd name="connsiteX2" fmla="*/ 1639 w 186883"/>
                <a:gd name="connsiteY2" fmla="*/ 114754 h 268851"/>
                <a:gd name="connsiteX3" fmla="*/ 1639 w 186883"/>
                <a:gd name="connsiteY3" fmla="*/ 119672 h 268851"/>
                <a:gd name="connsiteX4" fmla="*/ 3278 w 186883"/>
                <a:gd name="connsiteY4" fmla="*/ 119672 h 268851"/>
                <a:gd name="connsiteX5" fmla="*/ 6557 w 186883"/>
                <a:gd name="connsiteY5" fmla="*/ 121311 h 268851"/>
                <a:gd name="connsiteX6" fmla="*/ 6557 w 186883"/>
                <a:gd name="connsiteY6" fmla="*/ 124589 h 268851"/>
                <a:gd name="connsiteX7" fmla="*/ 8197 w 186883"/>
                <a:gd name="connsiteY7" fmla="*/ 127868 h 268851"/>
                <a:gd name="connsiteX8" fmla="*/ 9836 w 186883"/>
                <a:gd name="connsiteY8" fmla="*/ 131147 h 268851"/>
                <a:gd name="connsiteX9" fmla="*/ 9836 w 186883"/>
                <a:gd name="connsiteY9" fmla="*/ 136065 h 268851"/>
                <a:gd name="connsiteX10" fmla="*/ 9836 w 186883"/>
                <a:gd name="connsiteY10" fmla="*/ 139344 h 268851"/>
                <a:gd name="connsiteX11" fmla="*/ 11475 w 186883"/>
                <a:gd name="connsiteY11" fmla="*/ 144262 h 268851"/>
                <a:gd name="connsiteX12" fmla="*/ 14753 w 186883"/>
                <a:gd name="connsiteY12" fmla="*/ 147540 h 268851"/>
                <a:gd name="connsiteX13" fmla="*/ 14753 w 186883"/>
                <a:gd name="connsiteY13" fmla="*/ 149179 h 268851"/>
                <a:gd name="connsiteX14" fmla="*/ 14753 w 186883"/>
                <a:gd name="connsiteY14" fmla="*/ 150819 h 268851"/>
                <a:gd name="connsiteX15" fmla="*/ 16393 w 186883"/>
                <a:gd name="connsiteY15" fmla="*/ 154098 h 268851"/>
                <a:gd name="connsiteX16" fmla="*/ 18032 w 186883"/>
                <a:gd name="connsiteY16" fmla="*/ 159016 h 268851"/>
                <a:gd name="connsiteX17" fmla="*/ 18032 w 186883"/>
                <a:gd name="connsiteY17" fmla="*/ 160655 h 268851"/>
                <a:gd name="connsiteX18" fmla="*/ 18032 w 186883"/>
                <a:gd name="connsiteY18" fmla="*/ 162294 h 268851"/>
                <a:gd name="connsiteX19" fmla="*/ 19671 w 186883"/>
                <a:gd name="connsiteY19" fmla="*/ 165573 h 268851"/>
                <a:gd name="connsiteX20" fmla="*/ 21311 w 186883"/>
                <a:gd name="connsiteY20" fmla="*/ 170491 h 268851"/>
                <a:gd name="connsiteX21" fmla="*/ 24590 w 186883"/>
                <a:gd name="connsiteY21" fmla="*/ 170491 h 268851"/>
                <a:gd name="connsiteX22" fmla="*/ 24590 w 186883"/>
                <a:gd name="connsiteY22" fmla="*/ 165573 h 268851"/>
                <a:gd name="connsiteX23" fmla="*/ 27868 w 186883"/>
                <a:gd name="connsiteY23" fmla="*/ 168852 h 268851"/>
                <a:gd name="connsiteX24" fmla="*/ 26229 w 186883"/>
                <a:gd name="connsiteY24" fmla="*/ 170491 h 268851"/>
                <a:gd name="connsiteX25" fmla="*/ 27868 w 186883"/>
                <a:gd name="connsiteY25" fmla="*/ 173770 h 268851"/>
                <a:gd name="connsiteX26" fmla="*/ 31147 w 186883"/>
                <a:gd name="connsiteY26" fmla="*/ 177048 h 268851"/>
                <a:gd name="connsiteX27" fmla="*/ 32787 w 186883"/>
                <a:gd name="connsiteY27" fmla="*/ 180327 h 268851"/>
                <a:gd name="connsiteX28" fmla="*/ 34426 w 186883"/>
                <a:gd name="connsiteY28" fmla="*/ 183606 h 268851"/>
                <a:gd name="connsiteX29" fmla="*/ 37705 w 186883"/>
                <a:gd name="connsiteY29" fmla="*/ 185245 h 268851"/>
                <a:gd name="connsiteX30" fmla="*/ 40983 w 186883"/>
                <a:gd name="connsiteY30" fmla="*/ 185245 h 268851"/>
                <a:gd name="connsiteX31" fmla="*/ 40983 w 186883"/>
                <a:gd name="connsiteY31" fmla="*/ 180327 h 268851"/>
                <a:gd name="connsiteX32" fmla="*/ 40983 w 186883"/>
                <a:gd name="connsiteY32" fmla="*/ 177048 h 268851"/>
                <a:gd name="connsiteX33" fmla="*/ 37705 w 186883"/>
                <a:gd name="connsiteY33" fmla="*/ 172130 h 268851"/>
                <a:gd name="connsiteX34" fmla="*/ 37705 w 186883"/>
                <a:gd name="connsiteY34" fmla="*/ 167212 h 268851"/>
                <a:gd name="connsiteX35" fmla="*/ 39343 w 186883"/>
                <a:gd name="connsiteY35" fmla="*/ 167212 h 268851"/>
                <a:gd name="connsiteX36" fmla="*/ 40983 w 186883"/>
                <a:gd name="connsiteY36" fmla="*/ 168852 h 268851"/>
                <a:gd name="connsiteX37" fmla="*/ 42622 w 186883"/>
                <a:gd name="connsiteY37" fmla="*/ 170491 h 268851"/>
                <a:gd name="connsiteX38" fmla="*/ 42622 w 186883"/>
                <a:gd name="connsiteY38" fmla="*/ 170491 h 268851"/>
                <a:gd name="connsiteX39" fmla="*/ 44261 w 186883"/>
                <a:gd name="connsiteY39" fmla="*/ 170491 h 268851"/>
                <a:gd name="connsiteX40" fmla="*/ 47540 w 186883"/>
                <a:gd name="connsiteY40" fmla="*/ 170491 h 268851"/>
                <a:gd name="connsiteX41" fmla="*/ 49180 w 186883"/>
                <a:gd name="connsiteY41" fmla="*/ 170491 h 268851"/>
                <a:gd name="connsiteX42" fmla="*/ 52458 w 186883"/>
                <a:gd name="connsiteY42" fmla="*/ 173770 h 268851"/>
                <a:gd name="connsiteX43" fmla="*/ 54098 w 186883"/>
                <a:gd name="connsiteY43" fmla="*/ 177048 h 268851"/>
                <a:gd name="connsiteX44" fmla="*/ 54098 w 186883"/>
                <a:gd name="connsiteY44" fmla="*/ 178688 h 268851"/>
                <a:gd name="connsiteX45" fmla="*/ 55737 w 186883"/>
                <a:gd name="connsiteY45" fmla="*/ 178688 h 268851"/>
                <a:gd name="connsiteX46" fmla="*/ 55737 w 186883"/>
                <a:gd name="connsiteY46" fmla="*/ 183606 h 268851"/>
                <a:gd name="connsiteX47" fmla="*/ 52458 w 186883"/>
                <a:gd name="connsiteY47" fmla="*/ 183606 h 268851"/>
                <a:gd name="connsiteX48" fmla="*/ 50819 w 186883"/>
                <a:gd name="connsiteY48" fmla="*/ 188524 h 268851"/>
                <a:gd name="connsiteX49" fmla="*/ 47540 w 186883"/>
                <a:gd name="connsiteY49" fmla="*/ 191802 h 268851"/>
                <a:gd name="connsiteX50" fmla="*/ 42622 w 186883"/>
                <a:gd name="connsiteY50" fmla="*/ 195081 h 268851"/>
                <a:gd name="connsiteX51" fmla="*/ 42622 w 186883"/>
                <a:gd name="connsiteY51" fmla="*/ 196720 h 268851"/>
                <a:gd name="connsiteX52" fmla="*/ 44261 w 186883"/>
                <a:gd name="connsiteY52" fmla="*/ 201638 h 268851"/>
                <a:gd name="connsiteX53" fmla="*/ 44261 w 186883"/>
                <a:gd name="connsiteY53" fmla="*/ 201638 h 268851"/>
                <a:gd name="connsiteX54" fmla="*/ 45901 w 186883"/>
                <a:gd name="connsiteY54" fmla="*/ 204917 h 268851"/>
                <a:gd name="connsiteX55" fmla="*/ 45901 w 186883"/>
                <a:gd name="connsiteY55" fmla="*/ 208196 h 268851"/>
                <a:gd name="connsiteX56" fmla="*/ 45901 w 186883"/>
                <a:gd name="connsiteY56" fmla="*/ 213114 h 268851"/>
                <a:gd name="connsiteX57" fmla="*/ 49180 w 186883"/>
                <a:gd name="connsiteY57" fmla="*/ 211474 h 268851"/>
                <a:gd name="connsiteX58" fmla="*/ 49180 w 186883"/>
                <a:gd name="connsiteY58" fmla="*/ 208196 h 268851"/>
                <a:gd name="connsiteX59" fmla="*/ 52458 w 186883"/>
                <a:gd name="connsiteY59" fmla="*/ 208196 h 268851"/>
                <a:gd name="connsiteX60" fmla="*/ 55737 w 186883"/>
                <a:gd name="connsiteY60" fmla="*/ 209835 h 268851"/>
                <a:gd name="connsiteX61" fmla="*/ 57377 w 186883"/>
                <a:gd name="connsiteY61" fmla="*/ 209835 h 268851"/>
                <a:gd name="connsiteX62" fmla="*/ 57377 w 186883"/>
                <a:gd name="connsiteY62" fmla="*/ 214753 h 268851"/>
                <a:gd name="connsiteX63" fmla="*/ 57377 w 186883"/>
                <a:gd name="connsiteY63" fmla="*/ 218032 h 268851"/>
                <a:gd name="connsiteX64" fmla="*/ 59016 w 186883"/>
                <a:gd name="connsiteY64" fmla="*/ 214753 h 268851"/>
                <a:gd name="connsiteX65" fmla="*/ 63934 w 186883"/>
                <a:gd name="connsiteY65" fmla="*/ 216392 h 268851"/>
                <a:gd name="connsiteX66" fmla="*/ 62295 w 186883"/>
                <a:gd name="connsiteY66" fmla="*/ 221310 h 268851"/>
                <a:gd name="connsiteX67" fmla="*/ 67212 w 186883"/>
                <a:gd name="connsiteY67" fmla="*/ 219671 h 268851"/>
                <a:gd name="connsiteX68" fmla="*/ 70491 w 186883"/>
                <a:gd name="connsiteY68" fmla="*/ 221310 h 268851"/>
                <a:gd name="connsiteX69" fmla="*/ 73770 w 186883"/>
                <a:gd name="connsiteY69" fmla="*/ 219671 h 268851"/>
                <a:gd name="connsiteX70" fmla="*/ 78688 w 186883"/>
                <a:gd name="connsiteY70" fmla="*/ 216392 h 268851"/>
                <a:gd name="connsiteX71" fmla="*/ 78688 w 186883"/>
                <a:gd name="connsiteY71" fmla="*/ 213114 h 268851"/>
                <a:gd name="connsiteX72" fmla="*/ 81967 w 186883"/>
                <a:gd name="connsiteY72" fmla="*/ 209835 h 268851"/>
                <a:gd name="connsiteX73" fmla="*/ 85245 w 186883"/>
                <a:gd name="connsiteY73" fmla="*/ 208196 h 268851"/>
                <a:gd name="connsiteX74" fmla="*/ 88524 w 186883"/>
                <a:gd name="connsiteY74" fmla="*/ 206556 h 268851"/>
                <a:gd name="connsiteX75" fmla="*/ 91802 w 186883"/>
                <a:gd name="connsiteY75" fmla="*/ 208196 h 268851"/>
                <a:gd name="connsiteX76" fmla="*/ 95081 w 186883"/>
                <a:gd name="connsiteY76" fmla="*/ 211474 h 268851"/>
                <a:gd name="connsiteX77" fmla="*/ 99999 w 186883"/>
                <a:gd name="connsiteY77" fmla="*/ 213114 h 268851"/>
                <a:gd name="connsiteX78" fmla="*/ 103278 w 186883"/>
                <a:gd name="connsiteY78" fmla="*/ 214753 h 268851"/>
                <a:gd name="connsiteX79" fmla="*/ 106557 w 186883"/>
                <a:gd name="connsiteY79" fmla="*/ 218032 h 268851"/>
                <a:gd name="connsiteX80" fmla="*/ 108196 w 186883"/>
                <a:gd name="connsiteY80" fmla="*/ 221310 h 268851"/>
                <a:gd name="connsiteX81" fmla="*/ 113114 w 186883"/>
                <a:gd name="connsiteY81" fmla="*/ 222950 h 268851"/>
                <a:gd name="connsiteX82" fmla="*/ 113114 w 186883"/>
                <a:gd name="connsiteY82" fmla="*/ 222950 h 268851"/>
                <a:gd name="connsiteX83" fmla="*/ 116393 w 186883"/>
                <a:gd name="connsiteY83" fmla="*/ 227868 h 268851"/>
                <a:gd name="connsiteX84" fmla="*/ 119671 w 186883"/>
                <a:gd name="connsiteY84" fmla="*/ 231146 h 268851"/>
                <a:gd name="connsiteX85" fmla="*/ 121310 w 186883"/>
                <a:gd name="connsiteY85" fmla="*/ 234425 h 268851"/>
                <a:gd name="connsiteX86" fmla="*/ 122950 w 186883"/>
                <a:gd name="connsiteY86" fmla="*/ 237704 h 268851"/>
                <a:gd name="connsiteX87" fmla="*/ 124589 w 186883"/>
                <a:gd name="connsiteY87" fmla="*/ 240982 h 268851"/>
                <a:gd name="connsiteX88" fmla="*/ 129507 w 186883"/>
                <a:gd name="connsiteY88" fmla="*/ 237704 h 268851"/>
                <a:gd name="connsiteX89" fmla="*/ 127868 w 186883"/>
                <a:gd name="connsiteY89" fmla="*/ 234425 h 268851"/>
                <a:gd name="connsiteX90" fmla="*/ 126228 w 186883"/>
                <a:gd name="connsiteY90" fmla="*/ 231146 h 268851"/>
                <a:gd name="connsiteX91" fmla="*/ 124589 w 186883"/>
                <a:gd name="connsiteY91" fmla="*/ 227868 h 268851"/>
                <a:gd name="connsiteX92" fmla="*/ 121310 w 186883"/>
                <a:gd name="connsiteY92" fmla="*/ 222950 h 268851"/>
                <a:gd name="connsiteX93" fmla="*/ 122950 w 186883"/>
                <a:gd name="connsiteY93" fmla="*/ 222950 h 268851"/>
                <a:gd name="connsiteX94" fmla="*/ 119671 w 186883"/>
                <a:gd name="connsiteY94" fmla="*/ 219671 h 268851"/>
                <a:gd name="connsiteX95" fmla="*/ 118031 w 186883"/>
                <a:gd name="connsiteY95" fmla="*/ 218032 h 268851"/>
                <a:gd name="connsiteX96" fmla="*/ 118031 w 186883"/>
                <a:gd name="connsiteY96" fmla="*/ 214753 h 268851"/>
                <a:gd name="connsiteX97" fmla="*/ 116393 w 186883"/>
                <a:gd name="connsiteY97" fmla="*/ 211474 h 268851"/>
                <a:gd name="connsiteX98" fmla="*/ 114754 w 186883"/>
                <a:gd name="connsiteY98" fmla="*/ 206556 h 268851"/>
                <a:gd name="connsiteX99" fmla="*/ 116393 w 186883"/>
                <a:gd name="connsiteY99" fmla="*/ 208196 h 268851"/>
                <a:gd name="connsiteX100" fmla="*/ 119671 w 186883"/>
                <a:gd name="connsiteY100" fmla="*/ 206556 h 268851"/>
                <a:gd name="connsiteX101" fmla="*/ 119671 w 186883"/>
                <a:gd name="connsiteY101" fmla="*/ 208196 h 268851"/>
                <a:gd name="connsiteX102" fmla="*/ 124589 w 186883"/>
                <a:gd name="connsiteY102" fmla="*/ 213114 h 268851"/>
                <a:gd name="connsiteX103" fmla="*/ 127868 w 186883"/>
                <a:gd name="connsiteY103" fmla="*/ 213114 h 268851"/>
                <a:gd name="connsiteX104" fmla="*/ 127868 w 186883"/>
                <a:gd name="connsiteY104" fmla="*/ 213114 h 268851"/>
                <a:gd name="connsiteX105" fmla="*/ 129507 w 186883"/>
                <a:gd name="connsiteY105" fmla="*/ 214753 h 268851"/>
                <a:gd name="connsiteX106" fmla="*/ 132786 w 186883"/>
                <a:gd name="connsiteY106" fmla="*/ 218032 h 268851"/>
                <a:gd name="connsiteX107" fmla="*/ 132786 w 186883"/>
                <a:gd name="connsiteY107" fmla="*/ 221310 h 268851"/>
                <a:gd name="connsiteX108" fmla="*/ 136065 w 186883"/>
                <a:gd name="connsiteY108" fmla="*/ 224589 h 268851"/>
                <a:gd name="connsiteX109" fmla="*/ 139344 w 186883"/>
                <a:gd name="connsiteY109" fmla="*/ 226229 h 268851"/>
                <a:gd name="connsiteX110" fmla="*/ 142622 w 186883"/>
                <a:gd name="connsiteY110" fmla="*/ 227868 h 268851"/>
                <a:gd name="connsiteX111" fmla="*/ 145900 w 186883"/>
                <a:gd name="connsiteY111" fmla="*/ 229507 h 268851"/>
                <a:gd name="connsiteX112" fmla="*/ 147540 w 186883"/>
                <a:gd name="connsiteY112" fmla="*/ 234425 h 268851"/>
                <a:gd name="connsiteX113" fmla="*/ 150818 w 186883"/>
                <a:gd name="connsiteY113" fmla="*/ 237704 h 268851"/>
                <a:gd name="connsiteX114" fmla="*/ 152458 w 186883"/>
                <a:gd name="connsiteY114" fmla="*/ 239343 h 268851"/>
                <a:gd name="connsiteX115" fmla="*/ 150818 w 186883"/>
                <a:gd name="connsiteY115" fmla="*/ 242622 h 268851"/>
                <a:gd name="connsiteX116" fmla="*/ 152458 w 186883"/>
                <a:gd name="connsiteY116" fmla="*/ 247540 h 268851"/>
                <a:gd name="connsiteX117" fmla="*/ 157376 w 186883"/>
                <a:gd name="connsiteY117" fmla="*/ 245901 h 268851"/>
                <a:gd name="connsiteX118" fmla="*/ 160655 w 186883"/>
                <a:gd name="connsiteY118" fmla="*/ 249179 h 268851"/>
                <a:gd name="connsiteX119" fmla="*/ 163934 w 186883"/>
                <a:gd name="connsiteY119" fmla="*/ 252458 h 268851"/>
                <a:gd name="connsiteX120" fmla="*/ 167212 w 186883"/>
                <a:gd name="connsiteY120" fmla="*/ 252458 h 268851"/>
                <a:gd name="connsiteX121" fmla="*/ 170490 w 186883"/>
                <a:gd name="connsiteY121" fmla="*/ 255736 h 268851"/>
                <a:gd name="connsiteX122" fmla="*/ 173769 w 186883"/>
                <a:gd name="connsiteY122" fmla="*/ 254097 h 268851"/>
                <a:gd name="connsiteX123" fmla="*/ 177048 w 186883"/>
                <a:gd name="connsiteY123" fmla="*/ 250819 h 268851"/>
                <a:gd name="connsiteX124" fmla="*/ 180327 w 186883"/>
                <a:gd name="connsiteY124" fmla="*/ 250819 h 268851"/>
                <a:gd name="connsiteX125" fmla="*/ 180327 w 186883"/>
                <a:gd name="connsiteY125" fmla="*/ 254097 h 268851"/>
                <a:gd name="connsiteX126" fmla="*/ 178687 w 186883"/>
                <a:gd name="connsiteY126" fmla="*/ 254097 h 268851"/>
                <a:gd name="connsiteX127" fmla="*/ 173769 w 186883"/>
                <a:gd name="connsiteY127" fmla="*/ 257376 h 268851"/>
                <a:gd name="connsiteX128" fmla="*/ 175408 w 186883"/>
                <a:gd name="connsiteY128" fmla="*/ 260654 h 268851"/>
                <a:gd name="connsiteX129" fmla="*/ 177048 w 186883"/>
                <a:gd name="connsiteY129" fmla="*/ 263933 h 268851"/>
                <a:gd name="connsiteX130" fmla="*/ 180327 w 186883"/>
                <a:gd name="connsiteY130" fmla="*/ 268851 h 268851"/>
                <a:gd name="connsiteX131" fmla="*/ 185245 w 186883"/>
                <a:gd name="connsiteY131" fmla="*/ 268851 h 268851"/>
                <a:gd name="connsiteX132" fmla="*/ 185245 w 186883"/>
                <a:gd name="connsiteY132" fmla="*/ 265573 h 268851"/>
                <a:gd name="connsiteX133" fmla="*/ 186884 w 186883"/>
                <a:gd name="connsiteY133" fmla="*/ 260654 h 268851"/>
                <a:gd name="connsiteX134" fmla="*/ 186884 w 186883"/>
                <a:gd name="connsiteY134" fmla="*/ 257376 h 268851"/>
                <a:gd name="connsiteX135" fmla="*/ 185245 w 186883"/>
                <a:gd name="connsiteY135" fmla="*/ 252458 h 268851"/>
                <a:gd name="connsiteX136" fmla="*/ 185245 w 186883"/>
                <a:gd name="connsiteY136" fmla="*/ 249179 h 268851"/>
                <a:gd name="connsiteX137" fmla="*/ 183605 w 186883"/>
                <a:gd name="connsiteY137" fmla="*/ 245901 h 268851"/>
                <a:gd name="connsiteX138" fmla="*/ 180327 w 186883"/>
                <a:gd name="connsiteY138" fmla="*/ 245901 h 268851"/>
                <a:gd name="connsiteX139" fmla="*/ 177048 w 186883"/>
                <a:gd name="connsiteY139" fmla="*/ 242622 h 268851"/>
                <a:gd name="connsiteX140" fmla="*/ 173769 w 186883"/>
                <a:gd name="connsiteY140" fmla="*/ 242622 h 268851"/>
                <a:gd name="connsiteX141" fmla="*/ 170490 w 186883"/>
                <a:gd name="connsiteY141" fmla="*/ 244261 h 268851"/>
                <a:gd name="connsiteX142" fmla="*/ 168851 w 186883"/>
                <a:gd name="connsiteY142" fmla="*/ 239343 h 268851"/>
                <a:gd name="connsiteX143" fmla="*/ 170490 w 186883"/>
                <a:gd name="connsiteY143" fmla="*/ 236064 h 268851"/>
                <a:gd name="connsiteX144" fmla="*/ 167212 w 186883"/>
                <a:gd name="connsiteY144" fmla="*/ 231146 h 268851"/>
                <a:gd name="connsiteX145" fmla="*/ 165573 w 186883"/>
                <a:gd name="connsiteY145" fmla="*/ 227868 h 268851"/>
                <a:gd name="connsiteX146" fmla="*/ 160655 w 186883"/>
                <a:gd name="connsiteY146" fmla="*/ 224589 h 268851"/>
                <a:gd name="connsiteX147" fmla="*/ 159015 w 186883"/>
                <a:gd name="connsiteY147" fmla="*/ 222950 h 268851"/>
                <a:gd name="connsiteX148" fmla="*/ 159015 w 186883"/>
                <a:gd name="connsiteY148" fmla="*/ 221310 h 268851"/>
                <a:gd name="connsiteX149" fmla="*/ 159015 w 186883"/>
                <a:gd name="connsiteY149" fmla="*/ 216392 h 268851"/>
                <a:gd name="connsiteX150" fmla="*/ 163934 w 186883"/>
                <a:gd name="connsiteY150" fmla="*/ 216392 h 268851"/>
                <a:gd name="connsiteX151" fmla="*/ 167212 w 186883"/>
                <a:gd name="connsiteY151" fmla="*/ 218032 h 268851"/>
                <a:gd name="connsiteX152" fmla="*/ 170490 w 186883"/>
                <a:gd name="connsiteY152" fmla="*/ 216392 h 268851"/>
                <a:gd name="connsiteX153" fmla="*/ 173769 w 186883"/>
                <a:gd name="connsiteY153" fmla="*/ 216392 h 268851"/>
                <a:gd name="connsiteX154" fmla="*/ 173769 w 186883"/>
                <a:gd name="connsiteY154" fmla="*/ 213114 h 268851"/>
                <a:gd name="connsiteX155" fmla="*/ 168851 w 186883"/>
                <a:gd name="connsiteY155" fmla="*/ 213114 h 268851"/>
                <a:gd name="connsiteX156" fmla="*/ 167212 w 186883"/>
                <a:gd name="connsiteY156" fmla="*/ 211474 h 268851"/>
                <a:gd name="connsiteX157" fmla="*/ 163934 w 186883"/>
                <a:gd name="connsiteY157" fmla="*/ 209835 h 268851"/>
                <a:gd name="connsiteX158" fmla="*/ 159015 w 186883"/>
                <a:gd name="connsiteY158" fmla="*/ 209835 h 268851"/>
                <a:gd name="connsiteX159" fmla="*/ 155737 w 186883"/>
                <a:gd name="connsiteY159" fmla="*/ 208196 h 268851"/>
                <a:gd name="connsiteX160" fmla="*/ 152458 w 186883"/>
                <a:gd name="connsiteY160" fmla="*/ 206556 h 268851"/>
                <a:gd name="connsiteX161" fmla="*/ 150818 w 186883"/>
                <a:gd name="connsiteY161" fmla="*/ 203278 h 268851"/>
                <a:gd name="connsiteX162" fmla="*/ 147540 w 186883"/>
                <a:gd name="connsiteY162" fmla="*/ 201638 h 268851"/>
                <a:gd name="connsiteX163" fmla="*/ 145900 w 186883"/>
                <a:gd name="connsiteY163" fmla="*/ 201638 h 268851"/>
                <a:gd name="connsiteX164" fmla="*/ 145900 w 186883"/>
                <a:gd name="connsiteY164" fmla="*/ 204917 h 268851"/>
                <a:gd name="connsiteX165" fmla="*/ 147540 w 186883"/>
                <a:gd name="connsiteY165" fmla="*/ 208196 h 268851"/>
                <a:gd name="connsiteX166" fmla="*/ 147540 w 186883"/>
                <a:gd name="connsiteY166" fmla="*/ 208196 h 268851"/>
                <a:gd name="connsiteX167" fmla="*/ 149179 w 186883"/>
                <a:gd name="connsiteY167" fmla="*/ 213114 h 268851"/>
                <a:gd name="connsiteX168" fmla="*/ 149179 w 186883"/>
                <a:gd name="connsiteY168" fmla="*/ 213114 h 268851"/>
                <a:gd name="connsiteX169" fmla="*/ 149179 w 186883"/>
                <a:gd name="connsiteY169" fmla="*/ 213114 h 268851"/>
                <a:gd name="connsiteX170" fmla="*/ 145900 w 186883"/>
                <a:gd name="connsiteY170" fmla="*/ 216392 h 268851"/>
                <a:gd name="connsiteX171" fmla="*/ 142622 w 186883"/>
                <a:gd name="connsiteY171" fmla="*/ 216392 h 268851"/>
                <a:gd name="connsiteX172" fmla="*/ 142622 w 186883"/>
                <a:gd name="connsiteY172" fmla="*/ 216392 h 268851"/>
                <a:gd name="connsiteX173" fmla="*/ 139344 w 186883"/>
                <a:gd name="connsiteY173" fmla="*/ 213114 h 268851"/>
                <a:gd name="connsiteX174" fmla="*/ 140983 w 186883"/>
                <a:gd name="connsiteY174" fmla="*/ 209835 h 268851"/>
                <a:gd name="connsiteX175" fmla="*/ 139344 w 186883"/>
                <a:gd name="connsiteY175" fmla="*/ 204917 h 268851"/>
                <a:gd name="connsiteX176" fmla="*/ 137704 w 186883"/>
                <a:gd name="connsiteY176" fmla="*/ 203278 h 268851"/>
                <a:gd name="connsiteX177" fmla="*/ 136065 w 186883"/>
                <a:gd name="connsiteY177" fmla="*/ 198360 h 268851"/>
                <a:gd name="connsiteX178" fmla="*/ 136065 w 186883"/>
                <a:gd name="connsiteY178" fmla="*/ 198360 h 268851"/>
                <a:gd name="connsiteX179" fmla="*/ 131147 w 186883"/>
                <a:gd name="connsiteY179" fmla="*/ 195081 h 268851"/>
                <a:gd name="connsiteX180" fmla="*/ 129507 w 186883"/>
                <a:gd name="connsiteY180" fmla="*/ 191802 h 268851"/>
                <a:gd name="connsiteX181" fmla="*/ 126228 w 186883"/>
                <a:gd name="connsiteY181" fmla="*/ 190163 h 268851"/>
                <a:gd name="connsiteX182" fmla="*/ 122950 w 186883"/>
                <a:gd name="connsiteY182" fmla="*/ 191802 h 268851"/>
                <a:gd name="connsiteX183" fmla="*/ 118031 w 186883"/>
                <a:gd name="connsiteY183" fmla="*/ 190163 h 268851"/>
                <a:gd name="connsiteX184" fmla="*/ 114754 w 186883"/>
                <a:gd name="connsiteY184" fmla="*/ 190163 h 268851"/>
                <a:gd name="connsiteX185" fmla="*/ 111475 w 186883"/>
                <a:gd name="connsiteY185" fmla="*/ 191802 h 268851"/>
                <a:gd name="connsiteX186" fmla="*/ 109835 w 186883"/>
                <a:gd name="connsiteY186" fmla="*/ 195081 h 268851"/>
                <a:gd name="connsiteX187" fmla="*/ 109835 w 186883"/>
                <a:gd name="connsiteY187" fmla="*/ 199999 h 268851"/>
                <a:gd name="connsiteX188" fmla="*/ 108196 w 186883"/>
                <a:gd name="connsiteY188" fmla="*/ 198360 h 268851"/>
                <a:gd name="connsiteX189" fmla="*/ 106557 w 186883"/>
                <a:gd name="connsiteY189" fmla="*/ 195081 h 268851"/>
                <a:gd name="connsiteX190" fmla="*/ 103278 w 186883"/>
                <a:gd name="connsiteY190" fmla="*/ 198360 h 268851"/>
                <a:gd name="connsiteX191" fmla="*/ 108196 w 186883"/>
                <a:gd name="connsiteY191" fmla="*/ 201638 h 268851"/>
                <a:gd name="connsiteX192" fmla="*/ 109835 w 186883"/>
                <a:gd name="connsiteY192" fmla="*/ 206556 h 268851"/>
                <a:gd name="connsiteX193" fmla="*/ 104917 w 186883"/>
                <a:gd name="connsiteY193" fmla="*/ 208196 h 268851"/>
                <a:gd name="connsiteX194" fmla="*/ 101638 w 186883"/>
                <a:gd name="connsiteY194" fmla="*/ 206556 h 268851"/>
                <a:gd name="connsiteX195" fmla="*/ 98360 w 186883"/>
                <a:gd name="connsiteY195" fmla="*/ 206556 h 268851"/>
                <a:gd name="connsiteX196" fmla="*/ 93441 w 186883"/>
                <a:gd name="connsiteY196" fmla="*/ 203278 h 268851"/>
                <a:gd name="connsiteX197" fmla="*/ 90164 w 186883"/>
                <a:gd name="connsiteY197" fmla="*/ 199999 h 268851"/>
                <a:gd name="connsiteX198" fmla="*/ 86885 w 186883"/>
                <a:gd name="connsiteY198" fmla="*/ 196720 h 268851"/>
                <a:gd name="connsiteX199" fmla="*/ 86885 w 186883"/>
                <a:gd name="connsiteY199" fmla="*/ 193442 h 268851"/>
                <a:gd name="connsiteX200" fmla="*/ 85245 w 186883"/>
                <a:gd name="connsiteY200" fmla="*/ 188524 h 268851"/>
                <a:gd name="connsiteX201" fmla="*/ 81967 w 186883"/>
                <a:gd name="connsiteY201" fmla="*/ 186884 h 268851"/>
                <a:gd name="connsiteX202" fmla="*/ 81967 w 186883"/>
                <a:gd name="connsiteY202" fmla="*/ 183606 h 268851"/>
                <a:gd name="connsiteX203" fmla="*/ 80327 w 186883"/>
                <a:gd name="connsiteY203" fmla="*/ 178688 h 268851"/>
                <a:gd name="connsiteX204" fmla="*/ 80327 w 186883"/>
                <a:gd name="connsiteY204" fmla="*/ 175409 h 268851"/>
                <a:gd name="connsiteX205" fmla="*/ 83606 w 186883"/>
                <a:gd name="connsiteY205" fmla="*/ 173770 h 268851"/>
                <a:gd name="connsiteX206" fmla="*/ 80327 w 186883"/>
                <a:gd name="connsiteY206" fmla="*/ 170491 h 268851"/>
                <a:gd name="connsiteX207" fmla="*/ 78688 w 186883"/>
                <a:gd name="connsiteY207" fmla="*/ 168852 h 268851"/>
                <a:gd name="connsiteX208" fmla="*/ 77048 w 186883"/>
                <a:gd name="connsiteY208" fmla="*/ 163934 h 268851"/>
                <a:gd name="connsiteX209" fmla="*/ 75409 w 186883"/>
                <a:gd name="connsiteY209" fmla="*/ 160655 h 268851"/>
                <a:gd name="connsiteX210" fmla="*/ 73770 w 186883"/>
                <a:gd name="connsiteY210" fmla="*/ 159016 h 268851"/>
                <a:gd name="connsiteX211" fmla="*/ 72130 w 186883"/>
                <a:gd name="connsiteY211" fmla="*/ 154098 h 268851"/>
                <a:gd name="connsiteX212" fmla="*/ 70491 w 186883"/>
                <a:gd name="connsiteY212" fmla="*/ 150819 h 268851"/>
                <a:gd name="connsiteX213" fmla="*/ 68851 w 186883"/>
                <a:gd name="connsiteY213" fmla="*/ 150819 h 268851"/>
                <a:gd name="connsiteX214" fmla="*/ 67212 w 186883"/>
                <a:gd name="connsiteY214" fmla="*/ 145901 h 268851"/>
                <a:gd name="connsiteX215" fmla="*/ 68851 w 186883"/>
                <a:gd name="connsiteY215" fmla="*/ 142622 h 268851"/>
                <a:gd name="connsiteX216" fmla="*/ 70491 w 186883"/>
                <a:gd name="connsiteY216" fmla="*/ 139344 h 268851"/>
                <a:gd name="connsiteX217" fmla="*/ 72130 w 186883"/>
                <a:gd name="connsiteY217" fmla="*/ 134426 h 268851"/>
                <a:gd name="connsiteX218" fmla="*/ 72130 w 186883"/>
                <a:gd name="connsiteY218" fmla="*/ 131147 h 268851"/>
                <a:gd name="connsiteX219" fmla="*/ 72130 w 186883"/>
                <a:gd name="connsiteY219" fmla="*/ 127868 h 268851"/>
                <a:gd name="connsiteX220" fmla="*/ 70491 w 186883"/>
                <a:gd name="connsiteY220" fmla="*/ 122950 h 268851"/>
                <a:gd name="connsiteX221" fmla="*/ 72130 w 186883"/>
                <a:gd name="connsiteY221" fmla="*/ 119672 h 268851"/>
                <a:gd name="connsiteX222" fmla="*/ 73770 w 186883"/>
                <a:gd name="connsiteY222" fmla="*/ 114754 h 268851"/>
                <a:gd name="connsiteX223" fmla="*/ 78688 w 186883"/>
                <a:gd name="connsiteY223" fmla="*/ 113114 h 268851"/>
                <a:gd name="connsiteX224" fmla="*/ 81967 w 186883"/>
                <a:gd name="connsiteY224" fmla="*/ 109836 h 268851"/>
                <a:gd name="connsiteX225" fmla="*/ 86885 w 186883"/>
                <a:gd name="connsiteY225" fmla="*/ 108196 h 268851"/>
                <a:gd name="connsiteX226" fmla="*/ 90164 w 186883"/>
                <a:gd name="connsiteY226" fmla="*/ 104917 h 268851"/>
                <a:gd name="connsiteX227" fmla="*/ 88524 w 186883"/>
                <a:gd name="connsiteY227" fmla="*/ 108196 h 268851"/>
                <a:gd name="connsiteX228" fmla="*/ 88524 w 186883"/>
                <a:gd name="connsiteY228" fmla="*/ 111475 h 268851"/>
                <a:gd name="connsiteX229" fmla="*/ 91802 w 186883"/>
                <a:gd name="connsiteY229" fmla="*/ 106557 h 268851"/>
                <a:gd name="connsiteX230" fmla="*/ 93441 w 186883"/>
                <a:gd name="connsiteY230" fmla="*/ 103278 h 268851"/>
                <a:gd name="connsiteX231" fmla="*/ 93441 w 186883"/>
                <a:gd name="connsiteY231" fmla="*/ 103278 h 268851"/>
                <a:gd name="connsiteX232" fmla="*/ 91802 w 186883"/>
                <a:gd name="connsiteY232" fmla="*/ 101639 h 268851"/>
                <a:gd name="connsiteX233" fmla="*/ 91802 w 186883"/>
                <a:gd name="connsiteY233" fmla="*/ 96721 h 268851"/>
                <a:gd name="connsiteX234" fmla="*/ 93441 w 186883"/>
                <a:gd name="connsiteY234" fmla="*/ 93442 h 268851"/>
                <a:gd name="connsiteX235" fmla="*/ 93441 w 186883"/>
                <a:gd name="connsiteY235" fmla="*/ 93442 h 268851"/>
                <a:gd name="connsiteX236" fmla="*/ 95081 w 186883"/>
                <a:gd name="connsiteY236" fmla="*/ 88524 h 268851"/>
                <a:gd name="connsiteX237" fmla="*/ 96720 w 186883"/>
                <a:gd name="connsiteY237" fmla="*/ 85245 h 268851"/>
                <a:gd name="connsiteX238" fmla="*/ 98360 w 186883"/>
                <a:gd name="connsiteY238" fmla="*/ 81967 h 268851"/>
                <a:gd name="connsiteX239" fmla="*/ 98360 w 186883"/>
                <a:gd name="connsiteY239" fmla="*/ 80327 h 268851"/>
                <a:gd name="connsiteX240" fmla="*/ 98360 w 186883"/>
                <a:gd name="connsiteY240" fmla="*/ 78688 h 268851"/>
                <a:gd name="connsiteX241" fmla="*/ 98360 w 186883"/>
                <a:gd name="connsiteY241" fmla="*/ 75409 h 268851"/>
                <a:gd name="connsiteX242" fmla="*/ 98360 w 186883"/>
                <a:gd name="connsiteY242" fmla="*/ 75409 h 268851"/>
                <a:gd name="connsiteX243" fmla="*/ 98360 w 186883"/>
                <a:gd name="connsiteY243" fmla="*/ 73770 h 268851"/>
                <a:gd name="connsiteX244" fmla="*/ 99999 w 186883"/>
                <a:gd name="connsiteY244" fmla="*/ 70492 h 268851"/>
                <a:gd name="connsiteX245" fmla="*/ 99999 w 186883"/>
                <a:gd name="connsiteY245" fmla="*/ 68852 h 268851"/>
                <a:gd name="connsiteX246" fmla="*/ 99999 w 186883"/>
                <a:gd name="connsiteY246" fmla="*/ 68852 h 268851"/>
                <a:gd name="connsiteX247" fmla="*/ 98360 w 186883"/>
                <a:gd name="connsiteY247" fmla="*/ 65573 h 268851"/>
                <a:gd name="connsiteX248" fmla="*/ 96720 w 186883"/>
                <a:gd name="connsiteY248" fmla="*/ 67213 h 268851"/>
                <a:gd name="connsiteX249" fmla="*/ 95081 w 186883"/>
                <a:gd name="connsiteY249" fmla="*/ 65573 h 268851"/>
                <a:gd name="connsiteX250" fmla="*/ 95081 w 186883"/>
                <a:gd name="connsiteY250" fmla="*/ 62295 h 268851"/>
                <a:gd name="connsiteX251" fmla="*/ 95081 w 186883"/>
                <a:gd name="connsiteY251" fmla="*/ 59016 h 268851"/>
                <a:gd name="connsiteX252" fmla="*/ 90164 w 186883"/>
                <a:gd name="connsiteY252" fmla="*/ 57377 h 268851"/>
                <a:gd name="connsiteX253" fmla="*/ 86885 w 186883"/>
                <a:gd name="connsiteY253" fmla="*/ 54098 h 268851"/>
                <a:gd name="connsiteX254" fmla="*/ 85245 w 186883"/>
                <a:gd name="connsiteY254" fmla="*/ 52459 h 268851"/>
                <a:gd name="connsiteX255" fmla="*/ 83606 w 186883"/>
                <a:gd name="connsiteY255" fmla="*/ 47541 h 268851"/>
                <a:gd name="connsiteX256" fmla="*/ 81967 w 186883"/>
                <a:gd name="connsiteY256" fmla="*/ 45901 h 268851"/>
                <a:gd name="connsiteX257" fmla="*/ 81967 w 186883"/>
                <a:gd name="connsiteY257" fmla="*/ 40983 h 268851"/>
                <a:gd name="connsiteX258" fmla="*/ 80327 w 186883"/>
                <a:gd name="connsiteY258" fmla="*/ 37705 h 268851"/>
                <a:gd name="connsiteX259" fmla="*/ 80327 w 186883"/>
                <a:gd name="connsiteY259" fmla="*/ 34426 h 268851"/>
                <a:gd name="connsiteX260" fmla="*/ 80327 w 186883"/>
                <a:gd name="connsiteY260" fmla="*/ 29508 h 268851"/>
                <a:gd name="connsiteX261" fmla="*/ 80327 w 186883"/>
                <a:gd name="connsiteY261" fmla="*/ 29508 h 268851"/>
                <a:gd name="connsiteX262" fmla="*/ 80327 w 186883"/>
                <a:gd name="connsiteY262" fmla="*/ 26229 h 268851"/>
                <a:gd name="connsiteX263" fmla="*/ 80327 w 186883"/>
                <a:gd name="connsiteY263" fmla="*/ 21311 h 268851"/>
                <a:gd name="connsiteX264" fmla="*/ 83606 w 186883"/>
                <a:gd name="connsiteY264" fmla="*/ 18033 h 268851"/>
                <a:gd name="connsiteX265" fmla="*/ 83606 w 186883"/>
                <a:gd name="connsiteY265" fmla="*/ 14754 h 268851"/>
                <a:gd name="connsiteX266" fmla="*/ 83606 w 186883"/>
                <a:gd name="connsiteY266" fmla="*/ 11475 h 268851"/>
                <a:gd name="connsiteX267" fmla="*/ 81967 w 186883"/>
                <a:gd name="connsiteY267" fmla="*/ 9836 h 268851"/>
                <a:gd name="connsiteX268" fmla="*/ 78688 w 186883"/>
                <a:gd name="connsiteY268" fmla="*/ 4918 h 268851"/>
                <a:gd name="connsiteX269" fmla="*/ 75409 w 186883"/>
                <a:gd name="connsiteY269" fmla="*/ 8197 h 268851"/>
                <a:gd name="connsiteX270" fmla="*/ 75409 w 186883"/>
                <a:gd name="connsiteY270" fmla="*/ 8197 h 268851"/>
                <a:gd name="connsiteX271" fmla="*/ 73770 w 186883"/>
                <a:gd name="connsiteY271" fmla="*/ 11475 h 268851"/>
                <a:gd name="connsiteX272" fmla="*/ 70491 w 186883"/>
                <a:gd name="connsiteY272" fmla="*/ 16393 h 268851"/>
                <a:gd name="connsiteX273" fmla="*/ 65573 w 186883"/>
                <a:gd name="connsiteY273" fmla="*/ 14754 h 268851"/>
                <a:gd name="connsiteX274" fmla="*/ 62295 w 186883"/>
                <a:gd name="connsiteY274" fmla="*/ 13115 h 268851"/>
                <a:gd name="connsiteX275" fmla="*/ 57377 w 186883"/>
                <a:gd name="connsiteY275" fmla="*/ 14754 h 268851"/>
                <a:gd name="connsiteX276" fmla="*/ 59016 w 186883"/>
                <a:gd name="connsiteY276" fmla="*/ 14754 h 268851"/>
                <a:gd name="connsiteX277" fmla="*/ 55737 w 186883"/>
                <a:gd name="connsiteY277" fmla="*/ 11475 h 268851"/>
                <a:gd name="connsiteX278" fmla="*/ 52458 w 186883"/>
                <a:gd name="connsiteY278" fmla="*/ 9836 h 268851"/>
                <a:gd name="connsiteX279" fmla="*/ 49180 w 186883"/>
                <a:gd name="connsiteY279" fmla="*/ 8197 h 268851"/>
                <a:gd name="connsiteX280" fmla="*/ 49180 w 186883"/>
                <a:gd name="connsiteY280" fmla="*/ 8197 h 268851"/>
                <a:gd name="connsiteX281" fmla="*/ 45901 w 186883"/>
                <a:gd name="connsiteY281" fmla="*/ 6557 h 268851"/>
                <a:gd name="connsiteX282" fmla="*/ 42622 w 186883"/>
                <a:gd name="connsiteY282" fmla="*/ 3279 h 268851"/>
                <a:gd name="connsiteX283" fmla="*/ 37705 w 186883"/>
                <a:gd name="connsiteY283" fmla="*/ 1639 h 268851"/>
                <a:gd name="connsiteX284" fmla="*/ 34426 w 186883"/>
                <a:gd name="connsiteY284" fmla="*/ 0 h 268851"/>
                <a:gd name="connsiteX285" fmla="*/ 31147 w 186883"/>
                <a:gd name="connsiteY285" fmla="*/ 1639 h 268851"/>
                <a:gd name="connsiteX286" fmla="*/ 29508 w 186883"/>
                <a:gd name="connsiteY286" fmla="*/ 1639 h 268851"/>
                <a:gd name="connsiteX287" fmla="*/ 26229 w 186883"/>
                <a:gd name="connsiteY287" fmla="*/ 1639 h 268851"/>
                <a:gd name="connsiteX288" fmla="*/ 22950 w 186883"/>
                <a:gd name="connsiteY288" fmla="*/ 1639 h 268851"/>
                <a:gd name="connsiteX289" fmla="*/ 21311 w 186883"/>
                <a:gd name="connsiteY289" fmla="*/ 4918 h 268851"/>
                <a:gd name="connsiteX290" fmla="*/ 19671 w 186883"/>
                <a:gd name="connsiteY290" fmla="*/ 4918 h 268851"/>
                <a:gd name="connsiteX291" fmla="*/ 16393 w 186883"/>
                <a:gd name="connsiteY291" fmla="*/ 4918 h 268851"/>
                <a:gd name="connsiteX292" fmla="*/ 16393 w 186883"/>
                <a:gd name="connsiteY292" fmla="*/ 8197 h 268851"/>
                <a:gd name="connsiteX293" fmla="*/ 18032 w 186883"/>
                <a:gd name="connsiteY293" fmla="*/ 13115 h 268851"/>
                <a:gd name="connsiteX294" fmla="*/ 16393 w 186883"/>
                <a:gd name="connsiteY294" fmla="*/ 16393 h 268851"/>
                <a:gd name="connsiteX295" fmla="*/ 16393 w 186883"/>
                <a:gd name="connsiteY295" fmla="*/ 19672 h 268851"/>
                <a:gd name="connsiteX296" fmla="*/ 16393 w 186883"/>
                <a:gd name="connsiteY296" fmla="*/ 19672 h 268851"/>
                <a:gd name="connsiteX297" fmla="*/ 14753 w 186883"/>
                <a:gd name="connsiteY297" fmla="*/ 24590 h 268851"/>
                <a:gd name="connsiteX298" fmla="*/ 16393 w 186883"/>
                <a:gd name="connsiteY298" fmla="*/ 27869 h 268851"/>
                <a:gd name="connsiteX299" fmla="*/ 14753 w 186883"/>
                <a:gd name="connsiteY299" fmla="*/ 32787 h 268851"/>
                <a:gd name="connsiteX300" fmla="*/ 14753 w 186883"/>
                <a:gd name="connsiteY300" fmla="*/ 32787 h 268851"/>
                <a:gd name="connsiteX301" fmla="*/ 14753 w 186883"/>
                <a:gd name="connsiteY301" fmla="*/ 36065 h 268851"/>
                <a:gd name="connsiteX302" fmla="*/ 14753 w 186883"/>
                <a:gd name="connsiteY302" fmla="*/ 40983 h 268851"/>
                <a:gd name="connsiteX303" fmla="*/ 13114 w 186883"/>
                <a:gd name="connsiteY303" fmla="*/ 44262 h 268851"/>
                <a:gd name="connsiteX304" fmla="*/ 16393 w 186883"/>
                <a:gd name="connsiteY304" fmla="*/ 49180 h 268851"/>
                <a:gd name="connsiteX305" fmla="*/ 18032 w 186883"/>
                <a:gd name="connsiteY305" fmla="*/ 52459 h 268851"/>
                <a:gd name="connsiteX306" fmla="*/ 19671 w 186883"/>
                <a:gd name="connsiteY306" fmla="*/ 55737 h 268851"/>
                <a:gd name="connsiteX307" fmla="*/ 18032 w 186883"/>
                <a:gd name="connsiteY307" fmla="*/ 60655 h 268851"/>
                <a:gd name="connsiteX308" fmla="*/ 19671 w 186883"/>
                <a:gd name="connsiteY308" fmla="*/ 63934 h 268851"/>
                <a:gd name="connsiteX309" fmla="*/ 19671 w 186883"/>
                <a:gd name="connsiteY309" fmla="*/ 68852 h 268851"/>
                <a:gd name="connsiteX310" fmla="*/ 21311 w 186883"/>
                <a:gd name="connsiteY310" fmla="*/ 72131 h 268851"/>
                <a:gd name="connsiteX311" fmla="*/ 19671 w 186883"/>
                <a:gd name="connsiteY311" fmla="*/ 75409 h 268851"/>
                <a:gd name="connsiteX312" fmla="*/ 19671 w 186883"/>
                <a:gd name="connsiteY312" fmla="*/ 77049 h 268851"/>
                <a:gd name="connsiteX313" fmla="*/ 18032 w 186883"/>
                <a:gd name="connsiteY313" fmla="*/ 80327 h 268851"/>
                <a:gd name="connsiteX314" fmla="*/ 19671 w 186883"/>
                <a:gd name="connsiteY314" fmla="*/ 85245 h 268851"/>
                <a:gd name="connsiteX315" fmla="*/ 18032 w 186883"/>
                <a:gd name="connsiteY315" fmla="*/ 88524 h 268851"/>
                <a:gd name="connsiteX316" fmla="*/ 19671 w 186883"/>
                <a:gd name="connsiteY316" fmla="*/ 93442 h 268851"/>
                <a:gd name="connsiteX317" fmla="*/ 19671 w 186883"/>
                <a:gd name="connsiteY317" fmla="*/ 95082 h 268851"/>
                <a:gd name="connsiteX318" fmla="*/ 19671 w 186883"/>
                <a:gd name="connsiteY318" fmla="*/ 99999 h 268851"/>
                <a:gd name="connsiteX319" fmla="*/ 21311 w 186883"/>
                <a:gd name="connsiteY319" fmla="*/ 103278 h 268851"/>
                <a:gd name="connsiteX320" fmla="*/ 24590 w 186883"/>
                <a:gd name="connsiteY320" fmla="*/ 106557 h 268851"/>
                <a:gd name="connsiteX321" fmla="*/ 24590 w 186883"/>
                <a:gd name="connsiteY321" fmla="*/ 111475 h 268851"/>
                <a:gd name="connsiteX322" fmla="*/ 22950 w 186883"/>
                <a:gd name="connsiteY322" fmla="*/ 113114 h 268851"/>
                <a:gd name="connsiteX323" fmla="*/ 21311 w 186883"/>
                <a:gd name="connsiteY323" fmla="*/ 113114 h 268851"/>
                <a:gd name="connsiteX324" fmla="*/ 18032 w 186883"/>
                <a:gd name="connsiteY324" fmla="*/ 114754 h 268851"/>
                <a:gd name="connsiteX325" fmla="*/ 16393 w 186883"/>
                <a:gd name="connsiteY325" fmla="*/ 114754 h 268851"/>
                <a:gd name="connsiteX326" fmla="*/ 14753 w 186883"/>
                <a:gd name="connsiteY326" fmla="*/ 113114 h 268851"/>
                <a:gd name="connsiteX327" fmla="*/ 13114 w 186883"/>
                <a:gd name="connsiteY327" fmla="*/ 108196 h 268851"/>
                <a:gd name="connsiteX328" fmla="*/ 8197 w 186883"/>
                <a:gd name="connsiteY328" fmla="*/ 106557 h 268851"/>
                <a:gd name="connsiteX329" fmla="*/ 8197 w 186883"/>
                <a:gd name="connsiteY329" fmla="*/ 106557 h 268851"/>
                <a:gd name="connsiteX330" fmla="*/ 4918 w 186883"/>
                <a:gd name="connsiteY330" fmla="*/ 103278 h 268851"/>
                <a:gd name="connsiteX331" fmla="*/ 4918 w 186883"/>
                <a:gd name="connsiteY331" fmla="*/ 103278 h 268851"/>
                <a:gd name="connsiteX332" fmla="*/ 3278 w 186883"/>
                <a:gd name="connsiteY332" fmla="*/ 98360 h 268851"/>
                <a:gd name="connsiteX333" fmla="*/ 0 w 186883"/>
                <a:gd name="connsiteY333" fmla="*/ 101639 h 268851"/>
                <a:gd name="connsiteX334" fmla="*/ 0 w 186883"/>
                <a:gd name="connsiteY334" fmla="*/ 106557 h 268851"/>
                <a:gd name="connsiteX335" fmla="*/ 1639 w 186883"/>
                <a:gd name="connsiteY335" fmla="*/ 109836 h 26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</a:cxnLst>
              <a:rect l="l" t="t" r="r" b="b"/>
              <a:pathLst>
                <a:path w="186883" h="268851">
                  <a:moveTo>
                    <a:pt x="1639" y="109836"/>
                  </a:moveTo>
                  <a:lnTo>
                    <a:pt x="0" y="111475"/>
                  </a:lnTo>
                  <a:lnTo>
                    <a:pt x="1639" y="114754"/>
                  </a:lnTo>
                  <a:lnTo>
                    <a:pt x="1639" y="119672"/>
                  </a:lnTo>
                  <a:lnTo>
                    <a:pt x="3278" y="119672"/>
                  </a:lnTo>
                  <a:lnTo>
                    <a:pt x="6557" y="121311"/>
                  </a:lnTo>
                  <a:lnTo>
                    <a:pt x="6557" y="124589"/>
                  </a:lnTo>
                  <a:lnTo>
                    <a:pt x="8197" y="127868"/>
                  </a:lnTo>
                  <a:lnTo>
                    <a:pt x="9836" y="131147"/>
                  </a:lnTo>
                  <a:lnTo>
                    <a:pt x="9836" y="136065"/>
                  </a:lnTo>
                  <a:lnTo>
                    <a:pt x="9836" y="139344"/>
                  </a:lnTo>
                  <a:lnTo>
                    <a:pt x="11475" y="144262"/>
                  </a:lnTo>
                  <a:lnTo>
                    <a:pt x="14753" y="147540"/>
                  </a:lnTo>
                  <a:lnTo>
                    <a:pt x="14753" y="149179"/>
                  </a:lnTo>
                  <a:lnTo>
                    <a:pt x="14753" y="150819"/>
                  </a:lnTo>
                  <a:lnTo>
                    <a:pt x="16393" y="154098"/>
                  </a:lnTo>
                  <a:lnTo>
                    <a:pt x="18032" y="159016"/>
                  </a:lnTo>
                  <a:lnTo>
                    <a:pt x="18032" y="160655"/>
                  </a:lnTo>
                  <a:lnTo>
                    <a:pt x="18032" y="162294"/>
                  </a:lnTo>
                  <a:lnTo>
                    <a:pt x="19671" y="165573"/>
                  </a:lnTo>
                  <a:lnTo>
                    <a:pt x="21311" y="170491"/>
                  </a:lnTo>
                  <a:lnTo>
                    <a:pt x="24590" y="170491"/>
                  </a:lnTo>
                  <a:lnTo>
                    <a:pt x="24590" y="165573"/>
                  </a:lnTo>
                  <a:lnTo>
                    <a:pt x="27868" y="168852"/>
                  </a:lnTo>
                  <a:lnTo>
                    <a:pt x="26229" y="170491"/>
                  </a:lnTo>
                  <a:lnTo>
                    <a:pt x="27868" y="173770"/>
                  </a:lnTo>
                  <a:lnTo>
                    <a:pt x="31147" y="177048"/>
                  </a:lnTo>
                  <a:lnTo>
                    <a:pt x="32787" y="180327"/>
                  </a:lnTo>
                  <a:lnTo>
                    <a:pt x="34426" y="183606"/>
                  </a:lnTo>
                  <a:lnTo>
                    <a:pt x="37705" y="185245"/>
                  </a:lnTo>
                  <a:lnTo>
                    <a:pt x="40983" y="185245"/>
                  </a:lnTo>
                  <a:lnTo>
                    <a:pt x="40983" y="180327"/>
                  </a:lnTo>
                  <a:lnTo>
                    <a:pt x="40983" y="177048"/>
                  </a:lnTo>
                  <a:lnTo>
                    <a:pt x="37705" y="172130"/>
                  </a:lnTo>
                  <a:lnTo>
                    <a:pt x="37705" y="167212"/>
                  </a:lnTo>
                  <a:lnTo>
                    <a:pt x="39343" y="167212"/>
                  </a:lnTo>
                  <a:lnTo>
                    <a:pt x="40983" y="168852"/>
                  </a:lnTo>
                  <a:lnTo>
                    <a:pt x="42622" y="170491"/>
                  </a:lnTo>
                  <a:lnTo>
                    <a:pt x="42622" y="170491"/>
                  </a:lnTo>
                  <a:lnTo>
                    <a:pt x="44261" y="170491"/>
                  </a:lnTo>
                  <a:lnTo>
                    <a:pt x="47540" y="170491"/>
                  </a:lnTo>
                  <a:lnTo>
                    <a:pt x="49180" y="170491"/>
                  </a:lnTo>
                  <a:lnTo>
                    <a:pt x="52458" y="173770"/>
                  </a:lnTo>
                  <a:lnTo>
                    <a:pt x="54098" y="177048"/>
                  </a:lnTo>
                  <a:lnTo>
                    <a:pt x="54098" y="178688"/>
                  </a:lnTo>
                  <a:lnTo>
                    <a:pt x="55737" y="178688"/>
                  </a:lnTo>
                  <a:lnTo>
                    <a:pt x="55737" y="183606"/>
                  </a:lnTo>
                  <a:lnTo>
                    <a:pt x="52458" y="183606"/>
                  </a:lnTo>
                  <a:lnTo>
                    <a:pt x="50819" y="188524"/>
                  </a:lnTo>
                  <a:lnTo>
                    <a:pt x="47540" y="191802"/>
                  </a:lnTo>
                  <a:lnTo>
                    <a:pt x="42622" y="195081"/>
                  </a:lnTo>
                  <a:lnTo>
                    <a:pt x="42622" y="196720"/>
                  </a:lnTo>
                  <a:lnTo>
                    <a:pt x="44261" y="201638"/>
                  </a:lnTo>
                  <a:lnTo>
                    <a:pt x="44261" y="201638"/>
                  </a:lnTo>
                  <a:lnTo>
                    <a:pt x="45901" y="204917"/>
                  </a:lnTo>
                  <a:lnTo>
                    <a:pt x="45901" y="208196"/>
                  </a:lnTo>
                  <a:lnTo>
                    <a:pt x="45901" y="213114"/>
                  </a:lnTo>
                  <a:lnTo>
                    <a:pt x="49180" y="211474"/>
                  </a:lnTo>
                  <a:lnTo>
                    <a:pt x="49180" y="208196"/>
                  </a:lnTo>
                  <a:lnTo>
                    <a:pt x="52458" y="208196"/>
                  </a:lnTo>
                  <a:lnTo>
                    <a:pt x="55737" y="209835"/>
                  </a:lnTo>
                  <a:lnTo>
                    <a:pt x="57377" y="209835"/>
                  </a:lnTo>
                  <a:lnTo>
                    <a:pt x="57377" y="214753"/>
                  </a:lnTo>
                  <a:lnTo>
                    <a:pt x="57377" y="218032"/>
                  </a:lnTo>
                  <a:lnTo>
                    <a:pt x="59016" y="214753"/>
                  </a:lnTo>
                  <a:lnTo>
                    <a:pt x="63934" y="216392"/>
                  </a:lnTo>
                  <a:lnTo>
                    <a:pt x="62295" y="221310"/>
                  </a:lnTo>
                  <a:lnTo>
                    <a:pt x="67212" y="219671"/>
                  </a:lnTo>
                  <a:lnTo>
                    <a:pt x="70491" y="221310"/>
                  </a:lnTo>
                  <a:lnTo>
                    <a:pt x="73770" y="219671"/>
                  </a:lnTo>
                  <a:lnTo>
                    <a:pt x="78688" y="216392"/>
                  </a:lnTo>
                  <a:lnTo>
                    <a:pt x="78688" y="213114"/>
                  </a:lnTo>
                  <a:lnTo>
                    <a:pt x="81967" y="209835"/>
                  </a:lnTo>
                  <a:lnTo>
                    <a:pt x="85245" y="208196"/>
                  </a:lnTo>
                  <a:lnTo>
                    <a:pt x="88524" y="206556"/>
                  </a:lnTo>
                  <a:lnTo>
                    <a:pt x="91802" y="208196"/>
                  </a:lnTo>
                  <a:lnTo>
                    <a:pt x="95081" y="211474"/>
                  </a:lnTo>
                  <a:lnTo>
                    <a:pt x="99999" y="213114"/>
                  </a:lnTo>
                  <a:lnTo>
                    <a:pt x="103278" y="214753"/>
                  </a:lnTo>
                  <a:lnTo>
                    <a:pt x="106557" y="218032"/>
                  </a:lnTo>
                  <a:lnTo>
                    <a:pt x="108196" y="221310"/>
                  </a:lnTo>
                  <a:lnTo>
                    <a:pt x="113114" y="222950"/>
                  </a:lnTo>
                  <a:lnTo>
                    <a:pt x="113114" y="222950"/>
                  </a:lnTo>
                  <a:lnTo>
                    <a:pt x="116393" y="227868"/>
                  </a:lnTo>
                  <a:lnTo>
                    <a:pt x="119671" y="231146"/>
                  </a:lnTo>
                  <a:lnTo>
                    <a:pt x="121310" y="234425"/>
                  </a:lnTo>
                  <a:lnTo>
                    <a:pt x="122950" y="237704"/>
                  </a:lnTo>
                  <a:lnTo>
                    <a:pt x="124589" y="240982"/>
                  </a:lnTo>
                  <a:lnTo>
                    <a:pt x="129507" y="237704"/>
                  </a:lnTo>
                  <a:lnTo>
                    <a:pt x="127868" y="234425"/>
                  </a:lnTo>
                  <a:lnTo>
                    <a:pt x="126228" y="231146"/>
                  </a:lnTo>
                  <a:lnTo>
                    <a:pt x="124589" y="227868"/>
                  </a:lnTo>
                  <a:lnTo>
                    <a:pt x="121310" y="222950"/>
                  </a:lnTo>
                  <a:lnTo>
                    <a:pt x="122950" y="222950"/>
                  </a:lnTo>
                  <a:lnTo>
                    <a:pt x="119671" y="219671"/>
                  </a:lnTo>
                  <a:lnTo>
                    <a:pt x="118031" y="218032"/>
                  </a:lnTo>
                  <a:lnTo>
                    <a:pt x="118031" y="214753"/>
                  </a:lnTo>
                  <a:lnTo>
                    <a:pt x="116393" y="211474"/>
                  </a:lnTo>
                  <a:lnTo>
                    <a:pt x="114754" y="206556"/>
                  </a:lnTo>
                  <a:lnTo>
                    <a:pt x="116393" y="208196"/>
                  </a:lnTo>
                  <a:lnTo>
                    <a:pt x="119671" y="206556"/>
                  </a:lnTo>
                  <a:lnTo>
                    <a:pt x="119671" y="208196"/>
                  </a:lnTo>
                  <a:lnTo>
                    <a:pt x="124589" y="213114"/>
                  </a:lnTo>
                  <a:lnTo>
                    <a:pt x="127868" y="213114"/>
                  </a:lnTo>
                  <a:lnTo>
                    <a:pt x="127868" y="213114"/>
                  </a:lnTo>
                  <a:lnTo>
                    <a:pt x="129507" y="214753"/>
                  </a:lnTo>
                  <a:lnTo>
                    <a:pt x="132786" y="218032"/>
                  </a:lnTo>
                  <a:lnTo>
                    <a:pt x="132786" y="221310"/>
                  </a:lnTo>
                  <a:lnTo>
                    <a:pt x="136065" y="224589"/>
                  </a:lnTo>
                  <a:lnTo>
                    <a:pt x="139344" y="226229"/>
                  </a:lnTo>
                  <a:lnTo>
                    <a:pt x="142622" y="227868"/>
                  </a:lnTo>
                  <a:lnTo>
                    <a:pt x="145900" y="229507"/>
                  </a:lnTo>
                  <a:lnTo>
                    <a:pt x="147540" y="234425"/>
                  </a:lnTo>
                  <a:lnTo>
                    <a:pt x="150818" y="237704"/>
                  </a:lnTo>
                  <a:lnTo>
                    <a:pt x="152458" y="239343"/>
                  </a:lnTo>
                  <a:lnTo>
                    <a:pt x="150818" y="242622"/>
                  </a:lnTo>
                  <a:lnTo>
                    <a:pt x="152458" y="247540"/>
                  </a:lnTo>
                  <a:lnTo>
                    <a:pt x="157376" y="245901"/>
                  </a:lnTo>
                  <a:lnTo>
                    <a:pt x="160655" y="249179"/>
                  </a:lnTo>
                  <a:lnTo>
                    <a:pt x="163934" y="252458"/>
                  </a:lnTo>
                  <a:lnTo>
                    <a:pt x="167212" y="252458"/>
                  </a:lnTo>
                  <a:lnTo>
                    <a:pt x="170490" y="255736"/>
                  </a:lnTo>
                  <a:lnTo>
                    <a:pt x="173769" y="254097"/>
                  </a:lnTo>
                  <a:lnTo>
                    <a:pt x="177048" y="250819"/>
                  </a:lnTo>
                  <a:lnTo>
                    <a:pt x="180327" y="250819"/>
                  </a:lnTo>
                  <a:lnTo>
                    <a:pt x="180327" y="254097"/>
                  </a:lnTo>
                  <a:lnTo>
                    <a:pt x="178687" y="254097"/>
                  </a:lnTo>
                  <a:lnTo>
                    <a:pt x="173769" y="257376"/>
                  </a:lnTo>
                  <a:lnTo>
                    <a:pt x="175408" y="260654"/>
                  </a:lnTo>
                  <a:lnTo>
                    <a:pt x="177048" y="263933"/>
                  </a:lnTo>
                  <a:lnTo>
                    <a:pt x="180327" y="268851"/>
                  </a:lnTo>
                  <a:lnTo>
                    <a:pt x="185245" y="268851"/>
                  </a:lnTo>
                  <a:lnTo>
                    <a:pt x="185245" y="265573"/>
                  </a:lnTo>
                  <a:lnTo>
                    <a:pt x="186884" y="260654"/>
                  </a:lnTo>
                  <a:lnTo>
                    <a:pt x="186884" y="257376"/>
                  </a:lnTo>
                  <a:lnTo>
                    <a:pt x="185245" y="252458"/>
                  </a:lnTo>
                  <a:lnTo>
                    <a:pt x="185245" y="249179"/>
                  </a:lnTo>
                  <a:lnTo>
                    <a:pt x="183605" y="245901"/>
                  </a:lnTo>
                  <a:lnTo>
                    <a:pt x="180327" y="245901"/>
                  </a:lnTo>
                  <a:lnTo>
                    <a:pt x="177048" y="242622"/>
                  </a:lnTo>
                  <a:lnTo>
                    <a:pt x="173769" y="242622"/>
                  </a:lnTo>
                  <a:lnTo>
                    <a:pt x="170490" y="244261"/>
                  </a:lnTo>
                  <a:lnTo>
                    <a:pt x="168851" y="239343"/>
                  </a:lnTo>
                  <a:lnTo>
                    <a:pt x="170490" y="236064"/>
                  </a:lnTo>
                  <a:lnTo>
                    <a:pt x="167212" y="231146"/>
                  </a:lnTo>
                  <a:lnTo>
                    <a:pt x="165573" y="227868"/>
                  </a:lnTo>
                  <a:lnTo>
                    <a:pt x="160655" y="224589"/>
                  </a:lnTo>
                  <a:lnTo>
                    <a:pt x="159015" y="222950"/>
                  </a:lnTo>
                  <a:lnTo>
                    <a:pt x="159015" y="221310"/>
                  </a:lnTo>
                  <a:lnTo>
                    <a:pt x="159015" y="216392"/>
                  </a:lnTo>
                  <a:lnTo>
                    <a:pt x="163934" y="216392"/>
                  </a:lnTo>
                  <a:lnTo>
                    <a:pt x="167212" y="218032"/>
                  </a:lnTo>
                  <a:lnTo>
                    <a:pt x="170490" y="216392"/>
                  </a:lnTo>
                  <a:lnTo>
                    <a:pt x="173769" y="216392"/>
                  </a:lnTo>
                  <a:lnTo>
                    <a:pt x="173769" y="213114"/>
                  </a:lnTo>
                  <a:lnTo>
                    <a:pt x="168851" y="213114"/>
                  </a:lnTo>
                  <a:lnTo>
                    <a:pt x="167212" y="211474"/>
                  </a:lnTo>
                  <a:lnTo>
                    <a:pt x="163934" y="209835"/>
                  </a:lnTo>
                  <a:lnTo>
                    <a:pt x="159015" y="209835"/>
                  </a:lnTo>
                  <a:lnTo>
                    <a:pt x="155737" y="208196"/>
                  </a:lnTo>
                  <a:lnTo>
                    <a:pt x="152458" y="206556"/>
                  </a:lnTo>
                  <a:lnTo>
                    <a:pt x="150818" y="203278"/>
                  </a:lnTo>
                  <a:lnTo>
                    <a:pt x="147540" y="201638"/>
                  </a:lnTo>
                  <a:lnTo>
                    <a:pt x="145900" y="201638"/>
                  </a:lnTo>
                  <a:lnTo>
                    <a:pt x="145900" y="204917"/>
                  </a:lnTo>
                  <a:lnTo>
                    <a:pt x="147540" y="208196"/>
                  </a:lnTo>
                  <a:lnTo>
                    <a:pt x="147540" y="208196"/>
                  </a:lnTo>
                  <a:lnTo>
                    <a:pt x="149179" y="213114"/>
                  </a:lnTo>
                  <a:lnTo>
                    <a:pt x="149179" y="213114"/>
                  </a:lnTo>
                  <a:lnTo>
                    <a:pt x="149179" y="213114"/>
                  </a:lnTo>
                  <a:lnTo>
                    <a:pt x="145900" y="216392"/>
                  </a:lnTo>
                  <a:lnTo>
                    <a:pt x="142622" y="216392"/>
                  </a:lnTo>
                  <a:lnTo>
                    <a:pt x="142622" y="216392"/>
                  </a:lnTo>
                  <a:lnTo>
                    <a:pt x="139344" y="213114"/>
                  </a:lnTo>
                  <a:lnTo>
                    <a:pt x="140983" y="209835"/>
                  </a:lnTo>
                  <a:lnTo>
                    <a:pt x="139344" y="204917"/>
                  </a:lnTo>
                  <a:lnTo>
                    <a:pt x="137704" y="203278"/>
                  </a:lnTo>
                  <a:lnTo>
                    <a:pt x="136065" y="198360"/>
                  </a:lnTo>
                  <a:lnTo>
                    <a:pt x="136065" y="198360"/>
                  </a:lnTo>
                  <a:lnTo>
                    <a:pt x="131147" y="195081"/>
                  </a:lnTo>
                  <a:lnTo>
                    <a:pt x="129507" y="191802"/>
                  </a:lnTo>
                  <a:lnTo>
                    <a:pt x="126228" y="190163"/>
                  </a:lnTo>
                  <a:lnTo>
                    <a:pt x="122950" y="191802"/>
                  </a:lnTo>
                  <a:lnTo>
                    <a:pt x="118031" y="190163"/>
                  </a:lnTo>
                  <a:lnTo>
                    <a:pt x="114754" y="190163"/>
                  </a:lnTo>
                  <a:lnTo>
                    <a:pt x="111475" y="191802"/>
                  </a:lnTo>
                  <a:lnTo>
                    <a:pt x="109835" y="195081"/>
                  </a:lnTo>
                  <a:lnTo>
                    <a:pt x="109835" y="199999"/>
                  </a:lnTo>
                  <a:lnTo>
                    <a:pt x="108196" y="198360"/>
                  </a:lnTo>
                  <a:lnTo>
                    <a:pt x="106557" y="195081"/>
                  </a:lnTo>
                  <a:lnTo>
                    <a:pt x="103278" y="198360"/>
                  </a:lnTo>
                  <a:lnTo>
                    <a:pt x="108196" y="201638"/>
                  </a:lnTo>
                  <a:lnTo>
                    <a:pt x="109835" y="206556"/>
                  </a:lnTo>
                  <a:lnTo>
                    <a:pt x="104917" y="208196"/>
                  </a:lnTo>
                  <a:lnTo>
                    <a:pt x="101638" y="206556"/>
                  </a:lnTo>
                  <a:lnTo>
                    <a:pt x="98360" y="206556"/>
                  </a:lnTo>
                  <a:lnTo>
                    <a:pt x="93441" y="203278"/>
                  </a:lnTo>
                  <a:lnTo>
                    <a:pt x="90164" y="199999"/>
                  </a:lnTo>
                  <a:lnTo>
                    <a:pt x="86885" y="196720"/>
                  </a:lnTo>
                  <a:lnTo>
                    <a:pt x="86885" y="193442"/>
                  </a:lnTo>
                  <a:lnTo>
                    <a:pt x="85245" y="188524"/>
                  </a:lnTo>
                  <a:lnTo>
                    <a:pt x="81967" y="186884"/>
                  </a:lnTo>
                  <a:lnTo>
                    <a:pt x="81967" y="183606"/>
                  </a:lnTo>
                  <a:lnTo>
                    <a:pt x="80327" y="178688"/>
                  </a:lnTo>
                  <a:lnTo>
                    <a:pt x="80327" y="175409"/>
                  </a:lnTo>
                  <a:lnTo>
                    <a:pt x="83606" y="173770"/>
                  </a:lnTo>
                  <a:lnTo>
                    <a:pt x="80327" y="170491"/>
                  </a:lnTo>
                  <a:lnTo>
                    <a:pt x="78688" y="168852"/>
                  </a:lnTo>
                  <a:lnTo>
                    <a:pt x="77048" y="163934"/>
                  </a:lnTo>
                  <a:lnTo>
                    <a:pt x="75409" y="160655"/>
                  </a:lnTo>
                  <a:lnTo>
                    <a:pt x="73770" y="159016"/>
                  </a:lnTo>
                  <a:lnTo>
                    <a:pt x="72130" y="154098"/>
                  </a:lnTo>
                  <a:lnTo>
                    <a:pt x="70491" y="150819"/>
                  </a:lnTo>
                  <a:lnTo>
                    <a:pt x="68851" y="150819"/>
                  </a:lnTo>
                  <a:lnTo>
                    <a:pt x="67212" y="145901"/>
                  </a:lnTo>
                  <a:lnTo>
                    <a:pt x="68851" y="142622"/>
                  </a:lnTo>
                  <a:lnTo>
                    <a:pt x="70491" y="139344"/>
                  </a:lnTo>
                  <a:lnTo>
                    <a:pt x="72130" y="134426"/>
                  </a:lnTo>
                  <a:lnTo>
                    <a:pt x="72130" y="131147"/>
                  </a:lnTo>
                  <a:lnTo>
                    <a:pt x="72130" y="127868"/>
                  </a:lnTo>
                  <a:lnTo>
                    <a:pt x="70491" y="122950"/>
                  </a:lnTo>
                  <a:lnTo>
                    <a:pt x="72130" y="119672"/>
                  </a:lnTo>
                  <a:lnTo>
                    <a:pt x="73770" y="114754"/>
                  </a:lnTo>
                  <a:lnTo>
                    <a:pt x="78688" y="113114"/>
                  </a:lnTo>
                  <a:lnTo>
                    <a:pt x="81967" y="109836"/>
                  </a:lnTo>
                  <a:lnTo>
                    <a:pt x="86885" y="108196"/>
                  </a:lnTo>
                  <a:lnTo>
                    <a:pt x="90164" y="104917"/>
                  </a:lnTo>
                  <a:lnTo>
                    <a:pt x="88524" y="108196"/>
                  </a:lnTo>
                  <a:lnTo>
                    <a:pt x="88524" y="111475"/>
                  </a:lnTo>
                  <a:lnTo>
                    <a:pt x="91802" y="106557"/>
                  </a:lnTo>
                  <a:lnTo>
                    <a:pt x="93441" y="103278"/>
                  </a:lnTo>
                  <a:lnTo>
                    <a:pt x="93441" y="103278"/>
                  </a:lnTo>
                  <a:lnTo>
                    <a:pt x="91802" y="101639"/>
                  </a:lnTo>
                  <a:lnTo>
                    <a:pt x="91802" y="96721"/>
                  </a:lnTo>
                  <a:lnTo>
                    <a:pt x="93441" y="93442"/>
                  </a:lnTo>
                  <a:lnTo>
                    <a:pt x="93441" y="93442"/>
                  </a:lnTo>
                  <a:lnTo>
                    <a:pt x="95081" y="88524"/>
                  </a:lnTo>
                  <a:lnTo>
                    <a:pt x="96720" y="85245"/>
                  </a:lnTo>
                  <a:lnTo>
                    <a:pt x="98360" y="81967"/>
                  </a:lnTo>
                  <a:lnTo>
                    <a:pt x="98360" y="80327"/>
                  </a:lnTo>
                  <a:lnTo>
                    <a:pt x="98360" y="78688"/>
                  </a:lnTo>
                  <a:lnTo>
                    <a:pt x="98360" y="75409"/>
                  </a:lnTo>
                  <a:lnTo>
                    <a:pt x="98360" y="75409"/>
                  </a:lnTo>
                  <a:lnTo>
                    <a:pt x="98360" y="73770"/>
                  </a:lnTo>
                  <a:lnTo>
                    <a:pt x="99999" y="70492"/>
                  </a:lnTo>
                  <a:lnTo>
                    <a:pt x="99999" y="68852"/>
                  </a:lnTo>
                  <a:lnTo>
                    <a:pt x="99999" y="68852"/>
                  </a:lnTo>
                  <a:lnTo>
                    <a:pt x="98360" y="65573"/>
                  </a:lnTo>
                  <a:lnTo>
                    <a:pt x="96720" y="67213"/>
                  </a:lnTo>
                  <a:lnTo>
                    <a:pt x="95081" y="65573"/>
                  </a:lnTo>
                  <a:lnTo>
                    <a:pt x="95081" y="62295"/>
                  </a:lnTo>
                  <a:lnTo>
                    <a:pt x="95081" y="59016"/>
                  </a:lnTo>
                  <a:lnTo>
                    <a:pt x="90164" y="57377"/>
                  </a:lnTo>
                  <a:lnTo>
                    <a:pt x="86885" y="54098"/>
                  </a:lnTo>
                  <a:lnTo>
                    <a:pt x="85245" y="52459"/>
                  </a:lnTo>
                  <a:lnTo>
                    <a:pt x="83606" y="47541"/>
                  </a:lnTo>
                  <a:lnTo>
                    <a:pt x="81967" y="45901"/>
                  </a:lnTo>
                  <a:lnTo>
                    <a:pt x="81967" y="40983"/>
                  </a:lnTo>
                  <a:lnTo>
                    <a:pt x="80327" y="37705"/>
                  </a:lnTo>
                  <a:lnTo>
                    <a:pt x="80327" y="34426"/>
                  </a:lnTo>
                  <a:lnTo>
                    <a:pt x="80327" y="29508"/>
                  </a:lnTo>
                  <a:lnTo>
                    <a:pt x="80327" y="29508"/>
                  </a:lnTo>
                  <a:lnTo>
                    <a:pt x="80327" y="26229"/>
                  </a:lnTo>
                  <a:lnTo>
                    <a:pt x="80327" y="21311"/>
                  </a:lnTo>
                  <a:lnTo>
                    <a:pt x="83606" y="18033"/>
                  </a:lnTo>
                  <a:lnTo>
                    <a:pt x="83606" y="14754"/>
                  </a:lnTo>
                  <a:lnTo>
                    <a:pt x="83606" y="11475"/>
                  </a:lnTo>
                  <a:lnTo>
                    <a:pt x="81967" y="9836"/>
                  </a:lnTo>
                  <a:lnTo>
                    <a:pt x="78688" y="4918"/>
                  </a:lnTo>
                  <a:lnTo>
                    <a:pt x="75409" y="8197"/>
                  </a:lnTo>
                  <a:lnTo>
                    <a:pt x="75409" y="8197"/>
                  </a:lnTo>
                  <a:lnTo>
                    <a:pt x="73770" y="11475"/>
                  </a:lnTo>
                  <a:lnTo>
                    <a:pt x="70491" y="16393"/>
                  </a:lnTo>
                  <a:lnTo>
                    <a:pt x="65573" y="14754"/>
                  </a:lnTo>
                  <a:lnTo>
                    <a:pt x="62295" y="13115"/>
                  </a:lnTo>
                  <a:lnTo>
                    <a:pt x="57377" y="14754"/>
                  </a:lnTo>
                  <a:lnTo>
                    <a:pt x="59016" y="14754"/>
                  </a:lnTo>
                  <a:lnTo>
                    <a:pt x="55737" y="11475"/>
                  </a:lnTo>
                  <a:lnTo>
                    <a:pt x="52458" y="9836"/>
                  </a:lnTo>
                  <a:lnTo>
                    <a:pt x="49180" y="8197"/>
                  </a:lnTo>
                  <a:lnTo>
                    <a:pt x="49180" y="8197"/>
                  </a:lnTo>
                  <a:lnTo>
                    <a:pt x="45901" y="6557"/>
                  </a:lnTo>
                  <a:lnTo>
                    <a:pt x="42622" y="3279"/>
                  </a:lnTo>
                  <a:lnTo>
                    <a:pt x="37705" y="1639"/>
                  </a:lnTo>
                  <a:lnTo>
                    <a:pt x="34426" y="0"/>
                  </a:lnTo>
                  <a:lnTo>
                    <a:pt x="31147" y="1639"/>
                  </a:lnTo>
                  <a:lnTo>
                    <a:pt x="29508" y="1639"/>
                  </a:lnTo>
                  <a:lnTo>
                    <a:pt x="26229" y="1639"/>
                  </a:lnTo>
                  <a:lnTo>
                    <a:pt x="22950" y="1639"/>
                  </a:lnTo>
                  <a:lnTo>
                    <a:pt x="21311" y="4918"/>
                  </a:lnTo>
                  <a:lnTo>
                    <a:pt x="19671" y="4918"/>
                  </a:lnTo>
                  <a:lnTo>
                    <a:pt x="16393" y="4918"/>
                  </a:lnTo>
                  <a:lnTo>
                    <a:pt x="16393" y="8197"/>
                  </a:lnTo>
                  <a:lnTo>
                    <a:pt x="18032" y="13115"/>
                  </a:lnTo>
                  <a:lnTo>
                    <a:pt x="16393" y="16393"/>
                  </a:lnTo>
                  <a:lnTo>
                    <a:pt x="16393" y="19672"/>
                  </a:lnTo>
                  <a:lnTo>
                    <a:pt x="16393" y="19672"/>
                  </a:lnTo>
                  <a:lnTo>
                    <a:pt x="14753" y="24590"/>
                  </a:lnTo>
                  <a:lnTo>
                    <a:pt x="16393" y="27869"/>
                  </a:lnTo>
                  <a:lnTo>
                    <a:pt x="14753" y="32787"/>
                  </a:lnTo>
                  <a:lnTo>
                    <a:pt x="14753" y="32787"/>
                  </a:lnTo>
                  <a:lnTo>
                    <a:pt x="14753" y="36065"/>
                  </a:lnTo>
                  <a:lnTo>
                    <a:pt x="14753" y="40983"/>
                  </a:lnTo>
                  <a:lnTo>
                    <a:pt x="13114" y="44262"/>
                  </a:lnTo>
                  <a:lnTo>
                    <a:pt x="16393" y="49180"/>
                  </a:lnTo>
                  <a:lnTo>
                    <a:pt x="18032" y="52459"/>
                  </a:lnTo>
                  <a:lnTo>
                    <a:pt x="19671" y="55737"/>
                  </a:lnTo>
                  <a:lnTo>
                    <a:pt x="18032" y="60655"/>
                  </a:lnTo>
                  <a:lnTo>
                    <a:pt x="19671" y="63934"/>
                  </a:lnTo>
                  <a:lnTo>
                    <a:pt x="19671" y="68852"/>
                  </a:lnTo>
                  <a:lnTo>
                    <a:pt x="21311" y="72131"/>
                  </a:lnTo>
                  <a:lnTo>
                    <a:pt x="19671" y="75409"/>
                  </a:lnTo>
                  <a:lnTo>
                    <a:pt x="19671" y="77049"/>
                  </a:lnTo>
                  <a:lnTo>
                    <a:pt x="18032" y="80327"/>
                  </a:lnTo>
                  <a:lnTo>
                    <a:pt x="19671" y="85245"/>
                  </a:lnTo>
                  <a:lnTo>
                    <a:pt x="18032" y="88524"/>
                  </a:lnTo>
                  <a:lnTo>
                    <a:pt x="19671" y="93442"/>
                  </a:lnTo>
                  <a:lnTo>
                    <a:pt x="19671" y="95082"/>
                  </a:lnTo>
                  <a:lnTo>
                    <a:pt x="19671" y="99999"/>
                  </a:lnTo>
                  <a:lnTo>
                    <a:pt x="21311" y="103278"/>
                  </a:lnTo>
                  <a:lnTo>
                    <a:pt x="24590" y="106557"/>
                  </a:lnTo>
                  <a:lnTo>
                    <a:pt x="24590" y="111475"/>
                  </a:lnTo>
                  <a:lnTo>
                    <a:pt x="22950" y="113114"/>
                  </a:lnTo>
                  <a:lnTo>
                    <a:pt x="21311" y="113114"/>
                  </a:lnTo>
                  <a:lnTo>
                    <a:pt x="18032" y="114754"/>
                  </a:lnTo>
                  <a:lnTo>
                    <a:pt x="16393" y="114754"/>
                  </a:lnTo>
                  <a:lnTo>
                    <a:pt x="14753" y="113114"/>
                  </a:lnTo>
                  <a:lnTo>
                    <a:pt x="13114" y="108196"/>
                  </a:lnTo>
                  <a:lnTo>
                    <a:pt x="8197" y="106557"/>
                  </a:lnTo>
                  <a:lnTo>
                    <a:pt x="8197" y="106557"/>
                  </a:lnTo>
                  <a:lnTo>
                    <a:pt x="4918" y="103278"/>
                  </a:lnTo>
                  <a:lnTo>
                    <a:pt x="4918" y="103278"/>
                  </a:lnTo>
                  <a:lnTo>
                    <a:pt x="3278" y="98360"/>
                  </a:lnTo>
                  <a:lnTo>
                    <a:pt x="0" y="101639"/>
                  </a:lnTo>
                  <a:lnTo>
                    <a:pt x="0" y="106557"/>
                  </a:lnTo>
                  <a:lnTo>
                    <a:pt x="1639" y="10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06" name="Freeform 3705">
              <a:extLst>
                <a:ext uri="{FF2B5EF4-FFF2-40B4-BE49-F238E27FC236}">
                  <a16:creationId xmlns:a16="http://schemas.microsoft.com/office/drawing/2014/main" id="{79A51F6F-D616-8D41-9E49-29821CCB5AA4}"/>
                </a:ext>
              </a:extLst>
            </p:cNvPr>
            <p:cNvSpPr/>
            <p:nvPr/>
          </p:nvSpPr>
          <p:spPr>
            <a:xfrm>
              <a:off x="9943523" y="3401785"/>
              <a:ext cx="4917" cy="4918"/>
            </a:xfrm>
            <a:custGeom>
              <a:avLst/>
              <a:gdLst>
                <a:gd name="connsiteX0" fmla="*/ 0 w 4917"/>
                <a:gd name="connsiteY0" fmla="*/ 1639 h 4918"/>
                <a:gd name="connsiteX1" fmla="*/ 3279 w 4917"/>
                <a:gd name="connsiteY1" fmla="*/ 4918 h 4918"/>
                <a:gd name="connsiteX2" fmla="*/ 4918 w 4917"/>
                <a:gd name="connsiteY2" fmla="*/ 1639 h 4918"/>
                <a:gd name="connsiteX3" fmla="*/ 3279 w 4917"/>
                <a:gd name="connsiteY3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8">
                  <a:moveTo>
                    <a:pt x="0" y="1639"/>
                  </a:moveTo>
                  <a:lnTo>
                    <a:pt x="3279" y="4918"/>
                  </a:lnTo>
                  <a:lnTo>
                    <a:pt x="4918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07" name="Freeform 3706">
              <a:extLst>
                <a:ext uri="{FF2B5EF4-FFF2-40B4-BE49-F238E27FC236}">
                  <a16:creationId xmlns:a16="http://schemas.microsoft.com/office/drawing/2014/main" id="{DAF19900-1A89-904A-A360-8DA4F1331045}"/>
                </a:ext>
              </a:extLst>
            </p:cNvPr>
            <p:cNvSpPr/>
            <p:nvPr/>
          </p:nvSpPr>
          <p:spPr>
            <a:xfrm>
              <a:off x="9961555" y="3616538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08" name="Freeform 3707">
              <a:extLst>
                <a:ext uri="{FF2B5EF4-FFF2-40B4-BE49-F238E27FC236}">
                  <a16:creationId xmlns:a16="http://schemas.microsoft.com/office/drawing/2014/main" id="{60B40AD4-8932-344B-B3DC-4CDF394B6960}"/>
                </a:ext>
              </a:extLst>
            </p:cNvPr>
            <p:cNvSpPr/>
            <p:nvPr/>
          </p:nvSpPr>
          <p:spPr>
            <a:xfrm>
              <a:off x="9963195" y="3578834"/>
              <a:ext cx="19671" cy="13114"/>
            </a:xfrm>
            <a:custGeom>
              <a:avLst/>
              <a:gdLst>
                <a:gd name="connsiteX0" fmla="*/ 4918 w 19671"/>
                <a:gd name="connsiteY0" fmla="*/ 1639 h 13114"/>
                <a:gd name="connsiteX1" fmla="*/ 1639 w 19671"/>
                <a:gd name="connsiteY1" fmla="*/ 0 h 13114"/>
                <a:gd name="connsiteX2" fmla="*/ 0 w 19671"/>
                <a:gd name="connsiteY2" fmla="*/ 3279 h 13114"/>
                <a:gd name="connsiteX3" fmla="*/ 0 w 19671"/>
                <a:gd name="connsiteY3" fmla="*/ 6557 h 13114"/>
                <a:gd name="connsiteX4" fmla="*/ 3278 w 19671"/>
                <a:gd name="connsiteY4" fmla="*/ 9836 h 13114"/>
                <a:gd name="connsiteX5" fmla="*/ 6557 w 19671"/>
                <a:gd name="connsiteY5" fmla="*/ 13115 h 13114"/>
                <a:gd name="connsiteX6" fmla="*/ 6557 w 19671"/>
                <a:gd name="connsiteY6" fmla="*/ 13115 h 13114"/>
                <a:gd name="connsiteX7" fmla="*/ 8197 w 19671"/>
                <a:gd name="connsiteY7" fmla="*/ 13115 h 13114"/>
                <a:gd name="connsiteX8" fmla="*/ 9836 w 19671"/>
                <a:gd name="connsiteY8" fmla="*/ 13115 h 13114"/>
                <a:gd name="connsiteX9" fmla="*/ 9836 w 19671"/>
                <a:gd name="connsiteY9" fmla="*/ 13115 h 13114"/>
                <a:gd name="connsiteX10" fmla="*/ 9836 w 19671"/>
                <a:gd name="connsiteY10" fmla="*/ 13115 h 13114"/>
                <a:gd name="connsiteX11" fmla="*/ 11475 w 19671"/>
                <a:gd name="connsiteY11" fmla="*/ 13115 h 13114"/>
                <a:gd name="connsiteX12" fmla="*/ 13114 w 19671"/>
                <a:gd name="connsiteY12" fmla="*/ 13115 h 13114"/>
                <a:gd name="connsiteX13" fmla="*/ 13114 w 19671"/>
                <a:gd name="connsiteY13" fmla="*/ 13115 h 13114"/>
                <a:gd name="connsiteX14" fmla="*/ 14753 w 19671"/>
                <a:gd name="connsiteY14" fmla="*/ 13115 h 13114"/>
                <a:gd name="connsiteX15" fmla="*/ 16393 w 19671"/>
                <a:gd name="connsiteY15" fmla="*/ 13115 h 13114"/>
                <a:gd name="connsiteX16" fmla="*/ 16393 w 19671"/>
                <a:gd name="connsiteY16" fmla="*/ 13115 h 13114"/>
                <a:gd name="connsiteX17" fmla="*/ 19671 w 19671"/>
                <a:gd name="connsiteY17" fmla="*/ 13115 h 13114"/>
                <a:gd name="connsiteX18" fmla="*/ 18032 w 19671"/>
                <a:gd name="connsiteY18" fmla="*/ 9836 h 13114"/>
                <a:gd name="connsiteX19" fmla="*/ 14753 w 19671"/>
                <a:gd name="connsiteY19" fmla="*/ 6557 h 13114"/>
                <a:gd name="connsiteX20" fmla="*/ 11475 w 19671"/>
                <a:gd name="connsiteY20" fmla="*/ 8197 h 13114"/>
                <a:gd name="connsiteX21" fmla="*/ 8197 w 19671"/>
                <a:gd name="connsiteY21" fmla="*/ 4918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671" h="13114">
                  <a:moveTo>
                    <a:pt x="4918" y="1639"/>
                  </a:moveTo>
                  <a:lnTo>
                    <a:pt x="1639" y="0"/>
                  </a:lnTo>
                  <a:lnTo>
                    <a:pt x="0" y="3279"/>
                  </a:lnTo>
                  <a:lnTo>
                    <a:pt x="0" y="6557"/>
                  </a:lnTo>
                  <a:lnTo>
                    <a:pt x="3278" y="9836"/>
                  </a:lnTo>
                  <a:lnTo>
                    <a:pt x="6557" y="13115"/>
                  </a:lnTo>
                  <a:lnTo>
                    <a:pt x="6557" y="13115"/>
                  </a:lnTo>
                  <a:lnTo>
                    <a:pt x="8197" y="13115"/>
                  </a:lnTo>
                  <a:lnTo>
                    <a:pt x="9836" y="13115"/>
                  </a:lnTo>
                  <a:lnTo>
                    <a:pt x="9836" y="13115"/>
                  </a:lnTo>
                  <a:lnTo>
                    <a:pt x="9836" y="13115"/>
                  </a:lnTo>
                  <a:lnTo>
                    <a:pt x="11475" y="13115"/>
                  </a:lnTo>
                  <a:lnTo>
                    <a:pt x="13114" y="13115"/>
                  </a:lnTo>
                  <a:lnTo>
                    <a:pt x="13114" y="13115"/>
                  </a:lnTo>
                  <a:lnTo>
                    <a:pt x="14753" y="13115"/>
                  </a:lnTo>
                  <a:lnTo>
                    <a:pt x="16393" y="13115"/>
                  </a:lnTo>
                  <a:lnTo>
                    <a:pt x="16393" y="13115"/>
                  </a:lnTo>
                  <a:lnTo>
                    <a:pt x="19671" y="13115"/>
                  </a:lnTo>
                  <a:lnTo>
                    <a:pt x="18032" y="9836"/>
                  </a:lnTo>
                  <a:lnTo>
                    <a:pt x="14753" y="6557"/>
                  </a:lnTo>
                  <a:lnTo>
                    <a:pt x="11475" y="8197"/>
                  </a:lnTo>
                  <a:lnTo>
                    <a:pt x="819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09" name="Freeform 3708">
              <a:extLst>
                <a:ext uri="{FF2B5EF4-FFF2-40B4-BE49-F238E27FC236}">
                  <a16:creationId xmlns:a16="http://schemas.microsoft.com/office/drawing/2014/main" id="{E9832795-8795-5948-8342-DCF4BC6133F2}"/>
                </a:ext>
              </a:extLst>
            </p:cNvPr>
            <p:cNvSpPr/>
            <p:nvPr/>
          </p:nvSpPr>
          <p:spPr>
            <a:xfrm>
              <a:off x="9964834" y="3511621"/>
              <a:ext cx="6557" cy="8196"/>
            </a:xfrm>
            <a:custGeom>
              <a:avLst/>
              <a:gdLst>
                <a:gd name="connsiteX0" fmla="*/ 0 w 6557"/>
                <a:gd name="connsiteY0" fmla="*/ 0 h 8196"/>
                <a:gd name="connsiteX1" fmla="*/ 0 w 6557"/>
                <a:gd name="connsiteY1" fmla="*/ 1639 h 8196"/>
                <a:gd name="connsiteX2" fmla="*/ 3279 w 6557"/>
                <a:gd name="connsiteY2" fmla="*/ 4918 h 8196"/>
                <a:gd name="connsiteX3" fmla="*/ 6558 w 6557"/>
                <a:gd name="connsiteY3" fmla="*/ 8197 h 8196"/>
                <a:gd name="connsiteX4" fmla="*/ 6558 w 6557"/>
                <a:gd name="connsiteY4" fmla="*/ 6557 h 8196"/>
                <a:gd name="connsiteX5" fmla="*/ 6558 w 6557"/>
                <a:gd name="connsiteY5" fmla="*/ 3279 h 8196"/>
                <a:gd name="connsiteX6" fmla="*/ 3279 w 6557"/>
                <a:gd name="connsiteY6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57" h="8196">
                  <a:moveTo>
                    <a:pt x="0" y="0"/>
                  </a:moveTo>
                  <a:lnTo>
                    <a:pt x="0" y="1639"/>
                  </a:lnTo>
                  <a:lnTo>
                    <a:pt x="3279" y="4918"/>
                  </a:lnTo>
                  <a:lnTo>
                    <a:pt x="6558" y="8197"/>
                  </a:lnTo>
                  <a:lnTo>
                    <a:pt x="6558" y="6557"/>
                  </a:lnTo>
                  <a:lnTo>
                    <a:pt x="6558" y="327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10" name="Freeform 3709">
              <a:extLst>
                <a:ext uri="{FF2B5EF4-FFF2-40B4-BE49-F238E27FC236}">
                  <a16:creationId xmlns:a16="http://schemas.microsoft.com/office/drawing/2014/main" id="{44C26A82-6EF1-AB4B-A151-F9BFBBC102F1}"/>
                </a:ext>
              </a:extLst>
            </p:cNvPr>
            <p:cNvSpPr/>
            <p:nvPr/>
          </p:nvSpPr>
          <p:spPr>
            <a:xfrm>
              <a:off x="9964834" y="3595227"/>
              <a:ext cx="8196" cy="11475"/>
            </a:xfrm>
            <a:custGeom>
              <a:avLst/>
              <a:gdLst>
                <a:gd name="connsiteX0" fmla="*/ 4918 w 8196"/>
                <a:gd name="connsiteY0" fmla="*/ 0 h 11475"/>
                <a:gd name="connsiteX1" fmla="*/ 3279 w 8196"/>
                <a:gd name="connsiteY1" fmla="*/ 0 h 11475"/>
                <a:gd name="connsiteX2" fmla="*/ 0 w 8196"/>
                <a:gd name="connsiteY2" fmla="*/ 1639 h 11475"/>
                <a:gd name="connsiteX3" fmla="*/ 1639 w 8196"/>
                <a:gd name="connsiteY3" fmla="*/ 6557 h 11475"/>
                <a:gd name="connsiteX4" fmla="*/ 4918 w 8196"/>
                <a:gd name="connsiteY4" fmla="*/ 6557 h 11475"/>
                <a:gd name="connsiteX5" fmla="*/ 4918 w 8196"/>
                <a:gd name="connsiteY5" fmla="*/ 8197 h 11475"/>
                <a:gd name="connsiteX6" fmla="*/ 4918 w 8196"/>
                <a:gd name="connsiteY6" fmla="*/ 8197 h 11475"/>
                <a:gd name="connsiteX7" fmla="*/ 6558 w 8196"/>
                <a:gd name="connsiteY7" fmla="*/ 11475 h 11475"/>
                <a:gd name="connsiteX8" fmla="*/ 8197 w 8196"/>
                <a:gd name="connsiteY8" fmla="*/ 9836 h 11475"/>
                <a:gd name="connsiteX9" fmla="*/ 6558 w 8196"/>
                <a:gd name="connsiteY9" fmla="*/ 6557 h 11475"/>
                <a:gd name="connsiteX10" fmla="*/ 4918 w 8196"/>
                <a:gd name="connsiteY10" fmla="*/ 1639 h 11475"/>
                <a:gd name="connsiteX11" fmla="*/ 4918 w 8196"/>
                <a:gd name="connsiteY11" fmla="*/ 163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196" h="11475">
                  <a:moveTo>
                    <a:pt x="4918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1639" y="6557"/>
                  </a:lnTo>
                  <a:lnTo>
                    <a:pt x="4918" y="6557"/>
                  </a:lnTo>
                  <a:lnTo>
                    <a:pt x="4918" y="8197"/>
                  </a:lnTo>
                  <a:lnTo>
                    <a:pt x="4918" y="8197"/>
                  </a:lnTo>
                  <a:lnTo>
                    <a:pt x="6558" y="11475"/>
                  </a:lnTo>
                  <a:lnTo>
                    <a:pt x="8197" y="9836"/>
                  </a:lnTo>
                  <a:lnTo>
                    <a:pt x="6558" y="6557"/>
                  </a:lnTo>
                  <a:lnTo>
                    <a:pt x="4918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11" name="Freeform 3710">
              <a:extLst>
                <a:ext uri="{FF2B5EF4-FFF2-40B4-BE49-F238E27FC236}">
                  <a16:creationId xmlns:a16="http://schemas.microsoft.com/office/drawing/2014/main" id="{930272D0-B28A-724E-B40F-AD12533D940F}"/>
                </a:ext>
              </a:extLst>
            </p:cNvPr>
            <p:cNvSpPr/>
            <p:nvPr/>
          </p:nvSpPr>
          <p:spPr>
            <a:xfrm>
              <a:off x="9966473" y="3654243"/>
              <a:ext cx="8196" cy="6557"/>
            </a:xfrm>
            <a:custGeom>
              <a:avLst/>
              <a:gdLst>
                <a:gd name="connsiteX0" fmla="*/ 8197 w 8196"/>
                <a:gd name="connsiteY0" fmla="*/ 3279 h 6557"/>
                <a:gd name="connsiteX1" fmla="*/ 8197 w 8196"/>
                <a:gd name="connsiteY1" fmla="*/ 0 h 6557"/>
                <a:gd name="connsiteX2" fmla="*/ 4919 w 8196"/>
                <a:gd name="connsiteY2" fmla="*/ 0 h 6557"/>
                <a:gd name="connsiteX3" fmla="*/ 1640 w 8196"/>
                <a:gd name="connsiteY3" fmla="*/ 3279 h 6557"/>
                <a:gd name="connsiteX4" fmla="*/ 0 w 8196"/>
                <a:gd name="connsiteY4" fmla="*/ 6557 h 6557"/>
                <a:gd name="connsiteX5" fmla="*/ 4919 w 8196"/>
                <a:gd name="connsiteY5" fmla="*/ 6557 h 6557"/>
                <a:gd name="connsiteX6" fmla="*/ 4919 w 8196"/>
                <a:gd name="connsiteY6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6557">
                  <a:moveTo>
                    <a:pt x="8197" y="3279"/>
                  </a:moveTo>
                  <a:lnTo>
                    <a:pt x="8197" y="0"/>
                  </a:lnTo>
                  <a:lnTo>
                    <a:pt x="4919" y="0"/>
                  </a:lnTo>
                  <a:lnTo>
                    <a:pt x="1640" y="3279"/>
                  </a:lnTo>
                  <a:lnTo>
                    <a:pt x="0" y="6557"/>
                  </a:lnTo>
                  <a:lnTo>
                    <a:pt x="4919" y="6557"/>
                  </a:lnTo>
                  <a:lnTo>
                    <a:pt x="491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12" name="Freeform 3711">
              <a:extLst>
                <a:ext uri="{FF2B5EF4-FFF2-40B4-BE49-F238E27FC236}">
                  <a16:creationId xmlns:a16="http://schemas.microsoft.com/office/drawing/2014/main" id="{B7C20E19-A701-DE46-81D5-B8EA6026F71D}"/>
                </a:ext>
              </a:extLst>
            </p:cNvPr>
            <p:cNvSpPr/>
            <p:nvPr/>
          </p:nvSpPr>
          <p:spPr>
            <a:xfrm>
              <a:off x="9971392" y="3905062"/>
              <a:ext cx="1638" cy="13114"/>
            </a:xfrm>
            <a:custGeom>
              <a:avLst/>
              <a:gdLst>
                <a:gd name="connsiteX0" fmla="*/ 0 w 1638"/>
                <a:gd name="connsiteY0" fmla="*/ 13114 h 13114"/>
                <a:gd name="connsiteX1" fmla="*/ 1639 w 1638"/>
                <a:gd name="connsiteY1" fmla="*/ 8197 h 13114"/>
                <a:gd name="connsiteX2" fmla="*/ 0 w 1638"/>
                <a:gd name="connsiteY2" fmla="*/ 4918 h 13114"/>
                <a:gd name="connsiteX3" fmla="*/ 0 w 1638"/>
                <a:gd name="connsiteY3" fmla="*/ 0 h 13114"/>
                <a:gd name="connsiteX4" fmla="*/ 0 w 1638"/>
                <a:gd name="connsiteY4" fmla="*/ 4918 h 13114"/>
                <a:gd name="connsiteX5" fmla="*/ 0 w 1638"/>
                <a:gd name="connsiteY5" fmla="*/ 819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8" h="13114">
                  <a:moveTo>
                    <a:pt x="0" y="13114"/>
                  </a:moveTo>
                  <a:lnTo>
                    <a:pt x="1639" y="8197"/>
                  </a:lnTo>
                  <a:lnTo>
                    <a:pt x="0" y="4918"/>
                  </a:lnTo>
                  <a:lnTo>
                    <a:pt x="0" y="0"/>
                  </a:lnTo>
                  <a:lnTo>
                    <a:pt x="0" y="4918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13" name="Freeform 3712">
              <a:extLst>
                <a:ext uri="{FF2B5EF4-FFF2-40B4-BE49-F238E27FC236}">
                  <a16:creationId xmlns:a16="http://schemas.microsoft.com/office/drawing/2014/main" id="{17203226-2FB1-9D4E-83DA-00428E233925}"/>
                </a:ext>
              </a:extLst>
            </p:cNvPr>
            <p:cNvSpPr/>
            <p:nvPr/>
          </p:nvSpPr>
          <p:spPr>
            <a:xfrm>
              <a:off x="9974670" y="3524735"/>
              <a:ext cx="50820" cy="59016"/>
            </a:xfrm>
            <a:custGeom>
              <a:avLst/>
              <a:gdLst>
                <a:gd name="connsiteX0" fmla="*/ 0 w 50820"/>
                <a:gd name="connsiteY0" fmla="*/ 3279 h 59016"/>
                <a:gd name="connsiteX1" fmla="*/ 3279 w 50820"/>
                <a:gd name="connsiteY1" fmla="*/ 6557 h 59016"/>
                <a:gd name="connsiteX2" fmla="*/ 6558 w 50820"/>
                <a:gd name="connsiteY2" fmla="*/ 8197 h 59016"/>
                <a:gd name="connsiteX3" fmla="*/ 8197 w 50820"/>
                <a:gd name="connsiteY3" fmla="*/ 11475 h 59016"/>
                <a:gd name="connsiteX4" fmla="*/ 11476 w 50820"/>
                <a:gd name="connsiteY4" fmla="*/ 14754 h 59016"/>
                <a:gd name="connsiteX5" fmla="*/ 11476 w 50820"/>
                <a:gd name="connsiteY5" fmla="*/ 14754 h 59016"/>
                <a:gd name="connsiteX6" fmla="*/ 16393 w 50820"/>
                <a:gd name="connsiteY6" fmla="*/ 18033 h 59016"/>
                <a:gd name="connsiteX7" fmla="*/ 16393 w 50820"/>
                <a:gd name="connsiteY7" fmla="*/ 19672 h 59016"/>
                <a:gd name="connsiteX8" fmla="*/ 19672 w 50820"/>
                <a:gd name="connsiteY8" fmla="*/ 22951 h 59016"/>
                <a:gd name="connsiteX9" fmla="*/ 19672 w 50820"/>
                <a:gd name="connsiteY9" fmla="*/ 24590 h 59016"/>
                <a:gd name="connsiteX10" fmla="*/ 21312 w 50820"/>
                <a:gd name="connsiteY10" fmla="*/ 27869 h 59016"/>
                <a:gd name="connsiteX11" fmla="*/ 19672 w 50820"/>
                <a:gd name="connsiteY11" fmla="*/ 31147 h 59016"/>
                <a:gd name="connsiteX12" fmla="*/ 21312 w 50820"/>
                <a:gd name="connsiteY12" fmla="*/ 31147 h 59016"/>
                <a:gd name="connsiteX13" fmla="*/ 21312 w 50820"/>
                <a:gd name="connsiteY13" fmla="*/ 36065 h 59016"/>
                <a:gd name="connsiteX14" fmla="*/ 24590 w 50820"/>
                <a:gd name="connsiteY14" fmla="*/ 37705 h 59016"/>
                <a:gd name="connsiteX15" fmla="*/ 27869 w 50820"/>
                <a:gd name="connsiteY15" fmla="*/ 40983 h 59016"/>
                <a:gd name="connsiteX16" fmla="*/ 27869 w 50820"/>
                <a:gd name="connsiteY16" fmla="*/ 44262 h 59016"/>
                <a:gd name="connsiteX17" fmla="*/ 27869 w 50820"/>
                <a:gd name="connsiteY17" fmla="*/ 45901 h 59016"/>
                <a:gd name="connsiteX18" fmla="*/ 31148 w 50820"/>
                <a:gd name="connsiteY18" fmla="*/ 49180 h 59016"/>
                <a:gd name="connsiteX19" fmla="*/ 31148 w 50820"/>
                <a:gd name="connsiteY19" fmla="*/ 49180 h 59016"/>
                <a:gd name="connsiteX20" fmla="*/ 32787 w 50820"/>
                <a:gd name="connsiteY20" fmla="*/ 52459 h 59016"/>
                <a:gd name="connsiteX21" fmla="*/ 36066 w 50820"/>
                <a:gd name="connsiteY21" fmla="*/ 55737 h 59016"/>
                <a:gd name="connsiteX22" fmla="*/ 37706 w 50820"/>
                <a:gd name="connsiteY22" fmla="*/ 57377 h 59016"/>
                <a:gd name="connsiteX23" fmla="*/ 40983 w 50820"/>
                <a:gd name="connsiteY23" fmla="*/ 59016 h 59016"/>
                <a:gd name="connsiteX24" fmla="*/ 42623 w 50820"/>
                <a:gd name="connsiteY24" fmla="*/ 57377 h 59016"/>
                <a:gd name="connsiteX25" fmla="*/ 44262 w 50820"/>
                <a:gd name="connsiteY25" fmla="*/ 54098 h 59016"/>
                <a:gd name="connsiteX26" fmla="*/ 45902 w 50820"/>
                <a:gd name="connsiteY26" fmla="*/ 54098 h 59016"/>
                <a:gd name="connsiteX27" fmla="*/ 47541 w 50820"/>
                <a:gd name="connsiteY27" fmla="*/ 50820 h 59016"/>
                <a:gd name="connsiteX28" fmla="*/ 47541 w 50820"/>
                <a:gd name="connsiteY28" fmla="*/ 45901 h 59016"/>
                <a:gd name="connsiteX29" fmla="*/ 50820 w 50820"/>
                <a:gd name="connsiteY29" fmla="*/ 42623 h 59016"/>
                <a:gd name="connsiteX30" fmla="*/ 50820 w 50820"/>
                <a:gd name="connsiteY30" fmla="*/ 39344 h 59016"/>
                <a:gd name="connsiteX31" fmla="*/ 50820 w 50820"/>
                <a:gd name="connsiteY31" fmla="*/ 37705 h 59016"/>
                <a:gd name="connsiteX32" fmla="*/ 47541 w 50820"/>
                <a:gd name="connsiteY32" fmla="*/ 34426 h 59016"/>
                <a:gd name="connsiteX33" fmla="*/ 47541 w 50820"/>
                <a:gd name="connsiteY33" fmla="*/ 31147 h 59016"/>
                <a:gd name="connsiteX34" fmla="*/ 47541 w 50820"/>
                <a:gd name="connsiteY34" fmla="*/ 26229 h 59016"/>
                <a:gd name="connsiteX35" fmla="*/ 47541 w 50820"/>
                <a:gd name="connsiteY35" fmla="*/ 21311 h 59016"/>
                <a:gd name="connsiteX36" fmla="*/ 45902 w 50820"/>
                <a:gd name="connsiteY36" fmla="*/ 18033 h 59016"/>
                <a:gd name="connsiteX37" fmla="*/ 45902 w 50820"/>
                <a:gd name="connsiteY37" fmla="*/ 18033 h 59016"/>
                <a:gd name="connsiteX38" fmla="*/ 44262 w 50820"/>
                <a:gd name="connsiteY38" fmla="*/ 13115 h 59016"/>
                <a:gd name="connsiteX39" fmla="*/ 40983 w 50820"/>
                <a:gd name="connsiteY39" fmla="*/ 11475 h 59016"/>
                <a:gd name="connsiteX40" fmla="*/ 37706 w 50820"/>
                <a:gd name="connsiteY40" fmla="*/ 9836 h 59016"/>
                <a:gd name="connsiteX41" fmla="*/ 37706 w 50820"/>
                <a:gd name="connsiteY41" fmla="*/ 8197 h 59016"/>
                <a:gd name="connsiteX42" fmla="*/ 34427 w 50820"/>
                <a:gd name="connsiteY42" fmla="*/ 4918 h 59016"/>
                <a:gd name="connsiteX43" fmla="*/ 31148 w 50820"/>
                <a:gd name="connsiteY43" fmla="*/ 4918 h 59016"/>
                <a:gd name="connsiteX44" fmla="*/ 29509 w 50820"/>
                <a:gd name="connsiteY44" fmla="*/ 6557 h 59016"/>
                <a:gd name="connsiteX45" fmla="*/ 26230 w 50820"/>
                <a:gd name="connsiteY45" fmla="*/ 3279 h 59016"/>
                <a:gd name="connsiteX46" fmla="*/ 21312 w 50820"/>
                <a:gd name="connsiteY46" fmla="*/ 1639 h 59016"/>
                <a:gd name="connsiteX47" fmla="*/ 19672 w 50820"/>
                <a:gd name="connsiteY47" fmla="*/ 3279 h 59016"/>
                <a:gd name="connsiteX48" fmla="*/ 14754 w 50820"/>
                <a:gd name="connsiteY48" fmla="*/ 3279 h 59016"/>
                <a:gd name="connsiteX49" fmla="*/ 11476 w 50820"/>
                <a:gd name="connsiteY49" fmla="*/ 1639 h 59016"/>
                <a:gd name="connsiteX50" fmla="*/ 8197 w 50820"/>
                <a:gd name="connsiteY50" fmla="*/ 1639 h 59016"/>
                <a:gd name="connsiteX51" fmla="*/ 3279 w 50820"/>
                <a:gd name="connsiteY51" fmla="*/ 0 h 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0820" h="59016">
                  <a:moveTo>
                    <a:pt x="0" y="3279"/>
                  </a:moveTo>
                  <a:lnTo>
                    <a:pt x="3279" y="6557"/>
                  </a:lnTo>
                  <a:lnTo>
                    <a:pt x="6558" y="8197"/>
                  </a:lnTo>
                  <a:lnTo>
                    <a:pt x="8197" y="11475"/>
                  </a:lnTo>
                  <a:lnTo>
                    <a:pt x="11476" y="14754"/>
                  </a:lnTo>
                  <a:lnTo>
                    <a:pt x="11476" y="14754"/>
                  </a:lnTo>
                  <a:lnTo>
                    <a:pt x="16393" y="18033"/>
                  </a:lnTo>
                  <a:lnTo>
                    <a:pt x="16393" y="19672"/>
                  </a:lnTo>
                  <a:lnTo>
                    <a:pt x="19672" y="22951"/>
                  </a:lnTo>
                  <a:lnTo>
                    <a:pt x="19672" y="24590"/>
                  </a:lnTo>
                  <a:lnTo>
                    <a:pt x="21312" y="27869"/>
                  </a:lnTo>
                  <a:lnTo>
                    <a:pt x="19672" y="31147"/>
                  </a:lnTo>
                  <a:lnTo>
                    <a:pt x="21312" y="31147"/>
                  </a:lnTo>
                  <a:lnTo>
                    <a:pt x="21312" y="36065"/>
                  </a:lnTo>
                  <a:lnTo>
                    <a:pt x="24590" y="37705"/>
                  </a:lnTo>
                  <a:lnTo>
                    <a:pt x="27869" y="40983"/>
                  </a:lnTo>
                  <a:lnTo>
                    <a:pt x="27869" y="44262"/>
                  </a:lnTo>
                  <a:lnTo>
                    <a:pt x="27869" y="45901"/>
                  </a:lnTo>
                  <a:lnTo>
                    <a:pt x="31148" y="49180"/>
                  </a:lnTo>
                  <a:lnTo>
                    <a:pt x="31148" y="49180"/>
                  </a:lnTo>
                  <a:lnTo>
                    <a:pt x="32787" y="52459"/>
                  </a:lnTo>
                  <a:lnTo>
                    <a:pt x="36066" y="55737"/>
                  </a:lnTo>
                  <a:lnTo>
                    <a:pt x="37706" y="57377"/>
                  </a:lnTo>
                  <a:lnTo>
                    <a:pt x="40983" y="59016"/>
                  </a:lnTo>
                  <a:lnTo>
                    <a:pt x="42623" y="57377"/>
                  </a:lnTo>
                  <a:lnTo>
                    <a:pt x="44262" y="54098"/>
                  </a:lnTo>
                  <a:lnTo>
                    <a:pt x="45902" y="54098"/>
                  </a:lnTo>
                  <a:lnTo>
                    <a:pt x="47541" y="50820"/>
                  </a:lnTo>
                  <a:lnTo>
                    <a:pt x="47541" y="45901"/>
                  </a:lnTo>
                  <a:lnTo>
                    <a:pt x="50820" y="42623"/>
                  </a:lnTo>
                  <a:lnTo>
                    <a:pt x="50820" y="39344"/>
                  </a:lnTo>
                  <a:lnTo>
                    <a:pt x="50820" y="37705"/>
                  </a:lnTo>
                  <a:lnTo>
                    <a:pt x="47541" y="34426"/>
                  </a:lnTo>
                  <a:lnTo>
                    <a:pt x="47541" y="31147"/>
                  </a:lnTo>
                  <a:lnTo>
                    <a:pt x="47541" y="26229"/>
                  </a:lnTo>
                  <a:lnTo>
                    <a:pt x="47541" y="21311"/>
                  </a:lnTo>
                  <a:lnTo>
                    <a:pt x="45902" y="18033"/>
                  </a:lnTo>
                  <a:lnTo>
                    <a:pt x="45902" y="18033"/>
                  </a:lnTo>
                  <a:lnTo>
                    <a:pt x="44262" y="13115"/>
                  </a:lnTo>
                  <a:lnTo>
                    <a:pt x="40983" y="11475"/>
                  </a:lnTo>
                  <a:lnTo>
                    <a:pt x="37706" y="9836"/>
                  </a:lnTo>
                  <a:lnTo>
                    <a:pt x="37706" y="8197"/>
                  </a:lnTo>
                  <a:lnTo>
                    <a:pt x="34427" y="4918"/>
                  </a:lnTo>
                  <a:lnTo>
                    <a:pt x="31148" y="4918"/>
                  </a:lnTo>
                  <a:lnTo>
                    <a:pt x="29509" y="6557"/>
                  </a:lnTo>
                  <a:lnTo>
                    <a:pt x="26230" y="3279"/>
                  </a:lnTo>
                  <a:lnTo>
                    <a:pt x="21312" y="1639"/>
                  </a:lnTo>
                  <a:lnTo>
                    <a:pt x="19672" y="3279"/>
                  </a:lnTo>
                  <a:lnTo>
                    <a:pt x="14754" y="3279"/>
                  </a:lnTo>
                  <a:lnTo>
                    <a:pt x="11476" y="1639"/>
                  </a:lnTo>
                  <a:lnTo>
                    <a:pt x="8197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14" name="Freeform 3713">
              <a:extLst>
                <a:ext uri="{FF2B5EF4-FFF2-40B4-BE49-F238E27FC236}">
                  <a16:creationId xmlns:a16="http://schemas.microsoft.com/office/drawing/2014/main" id="{155B5009-62B3-8541-A8C3-B05C1E304793}"/>
                </a:ext>
              </a:extLst>
            </p:cNvPr>
            <p:cNvSpPr/>
            <p:nvPr/>
          </p:nvSpPr>
          <p:spPr>
            <a:xfrm>
              <a:off x="9977949" y="3267360"/>
              <a:ext cx="6557" cy="4918"/>
            </a:xfrm>
            <a:custGeom>
              <a:avLst/>
              <a:gdLst>
                <a:gd name="connsiteX0" fmla="*/ 0 w 6557"/>
                <a:gd name="connsiteY0" fmla="*/ 0 h 4918"/>
                <a:gd name="connsiteX1" fmla="*/ 3279 w 6557"/>
                <a:gd name="connsiteY1" fmla="*/ 4918 h 4918"/>
                <a:gd name="connsiteX2" fmla="*/ 6558 w 6557"/>
                <a:gd name="connsiteY2" fmla="*/ 4918 h 4918"/>
                <a:gd name="connsiteX3" fmla="*/ 6558 w 6557"/>
                <a:gd name="connsiteY3" fmla="*/ 1639 h 4918"/>
                <a:gd name="connsiteX4" fmla="*/ 3279 w 6557"/>
                <a:gd name="connsiteY4" fmla="*/ 0 h 4918"/>
                <a:gd name="connsiteX5" fmla="*/ 0 w 6557"/>
                <a:gd name="connsiteY5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4918">
                  <a:moveTo>
                    <a:pt x="0" y="0"/>
                  </a:moveTo>
                  <a:lnTo>
                    <a:pt x="3279" y="4918"/>
                  </a:lnTo>
                  <a:lnTo>
                    <a:pt x="6558" y="4918"/>
                  </a:lnTo>
                  <a:lnTo>
                    <a:pt x="6558" y="1639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15" name="Freeform 3714">
              <a:extLst>
                <a:ext uri="{FF2B5EF4-FFF2-40B4-BE49-F238E27FC236}">
                  <a16:creationId xmlns:a16="http://schemas.microsoft.com/office/drawing/2014/main" id="{C89F3AB4-5441-8E48-BBD1-5A5F37419AE0}"/>
                </a:ext>
              </a:extLst>
            </p:cNvPr>
            <p:cNvSpPr/>
            <p:nvPr/>
          </p:nvSpPr>
          <p:spPr>
            <a:xfrm>
              <a:off x="9977949" y="3593588"/>
              <a:ext cx="3278" cy="8196"/>
            </a:xfrm>
            <a:custGeom>
              <a:avLst/>
              <a:gdLst>
                <a:gd name="connsiteX0" fmla="*/ 3279 w 3278"/>
                <a:gd name="connsiteY0" fmla="*/ 8197 h 8196"/>
                <a:gd name="connsiteX1" fmla="*/ 1640 w 3278"/>
                <a:gd name="connsiteY1" fmla="*/ 3279 h 8196"/>
                <a:gd name="connsiteX2" fmla="*/ 1640 w 3278"/>
                <a:gd name="connsiteY2" fmla="*/ 0 h 8196"/>
                <a:gd name="connsiteX3" fmla="*/ 0 w 3278"/>
                <a:gd name="connsiteY3" fmla="*/ 3279 h 8196"/>
                <a:gd name="connsiteX4" fmla="*/ 1640 w 3278"/>
                <a:gd name="connsiteY4" fmla="*/ 819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8196">
                  <a:moveTo>
                    <a:pt x="3279" y="8197"/>
                  </a:moveTo>
                  <a:lnTo>
                    <a:pt x="1640" y="3279"/>
                  </a:lnTo>
                  <a:lnTo>
                    <a:pt x="1640" y="0"/>
                  </a:lnTo>
                  <a:lnTo>
                    <a:pt x="0" y="3279"/>
                  </a:lnTo>
                  <a:lnTo>
                    <a:pt x="164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16" name="Freeform 3715">
              <a:extLst>
                <a:ext uri="{FF2B5EF4-FFF2-40B4-BE49-F238E27FC236}">
                  <a16:creationId xmlns:a16="http://schemas.microsoft.com/office/drawing/2014/main" id="{DC8CCF60-FAD9-AF4B-B410-8F82C9070F95}"/>
                </a:ext>
              </a:extLst>
            </p:cNvPr>
            <p:cNvSpPr/>
            <p:nvPr/>
          </p:nvSpPr>
          <p:spPr>
            <a:xfrm>
              <a:off x="9979589" y="3288671"/>
              <a:ext cx="4917" cy="1639"/>
            </a:xfrm>
            <a:custGeom>
              <a:avLst/>
              <a:gdLst>
                <a:gd name="connsiteX0" fmla="*/ 1639 w 4917"/>
                <a:gd name="connsiteY0" fmla="*/ 1639 h 1639"/>
                <a:gd name="connsiteX1" fmla="*/ 4918 w 4917"/>
                <a:gd name="connsiteY1" fmla="*/ 1639 h 1639"/>
                <a:gd name="connsiteX2" fmla="*/ 0 w 4917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1639" y="1639"/>
                  </a:moveTo>
                  <a:lnTo>
                    <a:pt x="4918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17" name="Freeform 3716">
              <a:extLst>
                <a:ext uri="{FF2B5EF4-FFF2-40B4-BE49-F238E27FC236}">
                  <a16:creationId xmlns:a16="http://schemas.microsoft.com/office/drawing/2014/main" id="{A19024D1-9648-2B4F-9BA2-DCE471B2AC72}"/>
                </a:ext>
              </a:extLst>
            </p:cNvPr>
            <p:cNvSpPr/>
            <p:nvPr/>
          </p:nvSpPr>
          <p:spPr>
            <a:xfrm>
              <a:off x="9984506" y="3887029"/>
              <a:ext cx="16393" cy="13114"/>
            </a:xfrm>
            <a:custGeom>
              <a:avLst/>
              <a:gdLst>
                <a:gd name="connsiteX0" fmla="*/ 1639 w 16393"/>
                <a:gd name="connsiteY0" fmla="*/ 13114 h 13114"/>
                <a:gd name="connsiteX1" fmla="*/ 1639 w 16393"/>
                <a:gd name="connsiteY1" fmla="*/ 11475 h 13114"/>
                <a:gd name="connsiteX2" fmla="*/ 6557 w 16393"/>
                <a:gd name="connsiteY2" fmla="*/ 8197 h 13114"/>
                <a:gd name="connsiteX3" fmla="*/ 6557 w 16393"/>
                <a:gd name="connsiteY3" fmla="*/ 8197 h 13114"/>
                <a:gd name="connsiteX4" fmla="*/ 6557 w 16393"/>
                <a:gd name="connsiteY4" fmla="*/ 8197 h 13114"/>
                <a:gd name="connsiteX5" fmla="*/ 8197 w 16393"/>
                <a:gd name="connsiteY5" fmla="*/ 6557 h 13114"/>
                <a:gd name="connsiteX6" fmla="*/ 11476 w 16393"/>
                <a:gd name="connsiteY6" fmla="*/ 6557 h 13114"/>
                <a:gd name="connsiteX7" fmla="*/ 14753 w 16393"/>
                <a:gd name="connsiteY7" fmla="*/ 6557 h 13114"/>
                <a:gd name="connsiteX8" fmla="*/ 16393 w 16393"/>
                <a:gd name="connsiteY8" fmla="*/ 3278 h 13114"/>
                <a:gd name="connsiteX9" fmla="*/ 13114 w 16393"/>
                <a:gd name="connsiteY9" fmla="*/ 0 h 13114"/>
                <a:gd name="connsiteX10" fmla="*/ 9836 w 16393"/>
                <a:gd name="connsiteY10" fmla="*/ 1639 h 13114"/>
                <a:gd name="connsiteX11" fmla="*/ 6557 w 16393"/>
                <a:gd name="connsiteY11" fmla="*/ 4918 h 13114"/>
                <a:gd name="connsiteX12" fmla="*/ 3279 w 16393"/>
                <a:gd name="connsiteY12" fmla="*/ 6557 h 13114"/>
                <a:gd name="connsiteX13" fmla="*/ 0 w 16393"/>
                <a:gd name="connsiteY13" fmla="*/ 819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393" h="13114">
                  <a:moveTo>
                    <a:pt x="1639" y="13114"/>
                  </a:moveTo>
                  <a:lnTo>
                    <a:pt x="1639" y="11475"/>
                  </a:lnTo>
                  <a:lnTo>
                    <a:pt x="6557" y="8197"/>
                  </a:lnTo>
                  <a:lnTo>
                    <a:pt x="6557" y="8197"/>
                  </a:lnTo>
                  <a:lnTo>
                    <a:pt x="6557" y="8197"/>
                  </a:lnTo>
                  <a:lnTo>
                    <a:pt x="8197" y="6557"/>
                  </a:lnTo>
                  <a:lnTo>
                    <a:pt x="11476" y="6557"/>
                  </a:lnTo>
                  <a:lnTo>
                    <a:pt x="14753" y="6557"/>
                  </a:lnTo>
                  <a:lnTo>
                    <a:pt x="16393" y="3278"/>
                  </a:lnTo>
                  <a:lnTo>
                    <a:pt x="13114" y="0"/>
                  </a:lnTo>
                  <a:lnTo>
                    <a:pt x="9836" y="1639"/>
                  </a:lnTo>
                  <a:lnTo>
                    <a:pt x="6557" y="4918"/>
                  </a:lnTo>
                  <a:lnTo>
                    <a:pt x="3279" y="6557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18" name="Freeform 3717">
              <a:extLst>
                <a:ext uri="{FF2B5EF4-FFF2-40B4-BE49-F238E27FC236}">
                  <a16:creationId xmlns:a16="http://schemas.microsoft.com/office/drawing/2014/main" id="{F57DACF6-FB2F-BD4A-8ED6-D405FA0D84EE}"/>
                </a:ext>
              </a:extLst>
            </p:cNvPr>
            <p:cNvSpPr/>
            <p:nvPr/>
          </p:nvSpPr>
          <p:spPr>
            <a:xfrm>
              <a:off x="9992703" y="3218180"/>
              <a:ext cx="3278" cy="6557"/>
            </a:xfrm>
            <a:custGeom>
              <a:avLst/>
              <a:gdLst>
                <a:gd name="connsiteX0" fmla="*/ 0 w 3278"/>
                <a:gd name="connsiteY0" fmla="*/ 6557 h 6557"/>
                <a:gd name="connsiteX1" fmla="*/ 0 w 3278"/>
                <a:gd name="connsiteY1" fmla="*/ 4918 h 6557"/>
                <a:gd name="connsiteX2" fmla="*/ 3279 w 3278"/>
                <a:gd name="connsiteY2" fmla="*/ 1639 h 6557"/>
                <a:gd name="connsiteX3" fmla="*/ 1639 w 3278"/>
                <a:gd name="connsiteY3" fmla="*/ 0 h 6557"/>
                <a:gd name="connsiteX4" fmla="*/ 0 w 3278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6557">
                  <a:moveTo>
                    <a:pt x="0" y="6557"/>
                  </a:moveTo>
                  <a:lnTo>
                    <a:pt x="0" y="4918"/>
                  </a:lnTo>
                  <a:lnTo>
                    <a:pt x="3279" y="1639"/>
                  </a:ln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19" name="Freeform 3718">
              <a:extLst>
                <a:ext uri="{FF2B5EF4-FFF2-40B4-BE49-F238E27FC236}">
                  <a16:creationId xmlns:a16="http://schemas.microsoft.com/office/drawing/2014/main" id="{B4C0BBB2-36DE-6A4C-A795-DDD0D96B53C0}"/>
                </a:ext>
              </a:extLst>
            </p:cNvPr>
            <p:cNvSpPr/>
            <p:nvPr/>
          </p:nvSpPr>
          <p:spPr>
            <a:xfrm>
              <a:off x="9999260" y="3283753"/>
              <a:ext cx="3278" cy="8196"/>
            </a:xfrm>
            <a:custGeom>
              <a:avLst/>
              <a:gdLst>
                <a:gd name="connsiteX0" fmla="*/ 1640 w 3278"/>
                <a:gd name="connsiteY0" fmla="*/ 8197 h 8196"/>
                <a:gd name="connsiteX1" fmla="*/ 3279 w 3278"/>
                <a:gd name="connsiteY1" fmla="*/ 4918 h 8196"/>
                <a:gd name="connsiteX2" fmla="*/ 3279 w 3278"/>
                <a:gd name="connsiteY2" fmla="*/ 0 h 8196"/>
                <a:gd name="connsiteX3" fmla="*/ 1640 w 3278"/>
                <a:gd name="connsiteY3" fmla="*/ 3279 h 8196"/>
                <a:gd name="connsiteX4" fmla="*/ 0 w 3278"/>
                <a:gd name="connsiteY4" fmla="*/ 819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8196">
                  <a:moveTo>
                    <a:pt x="1640" y="8197"/>
                  </a:moveTo>
                  <a:lnTo>
                    <a:pt x="3279" y="4918"/>
                  </a:lnTo>
                  <a:lnTo>
                    <a:pt x="3279" y="0"/>
                  </a:lnTo>
                  <a:lnTo>
                    <a:pt x="1640" y="3279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20" name="Freeform 3719">
              <a:extLst>
                <a:ext uri="{FF2B5EF4-FFF2-40B4-BE49-F238E27FC236}">
                  <a16:creationId xmlns:a16="http://schemas.microsoft.com/office/drawing/2014/main" id="{1B16D50E-A9AD-D04C-A4A5-831991EC6FE8}"/>
                </a:ext>
              </a:extLst>
            </p:cNvPr>
            <p:cNvSpPr/>
            <p:nvPr/>
          </p:nvSpPr>
          <p:spPr>
            <a:xfrm>
              <a:off x="10009096" y="3841127"/>
              <a:ext cx="1638" cy="6557"/>
            </a:xfrm>
            <a:custGeom>
              <a:avLst/>
              <a:gdLst>
                <a:gd name="connsiteX0" fmla="*/ 0 w 1638"/>
                <a:gd name="connsiteY0" fmla="*/ 0 h 6557"/>
                <a:gd name="connsiteX1" fmla="*/ 0 w 1638"/>
                <a:gd name="connsiteY1" fmla="*/ 3279 h 6557"/>
                <a:gd name="connsiteX2" fmla="*/ 0 w 1638"/>
                <a:gd name="connsiteY2" fmla="*/ 6558 h 6557"/>
                <a:gd name="connsiteX3" fmla="*/ 1639 w 1638"/>
                <a:gd name="connsiteY3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8" h="6557">
                  <a:moveTo>
                    <a:pt x="0" y="0"/>
                  </a:moveTo>
                  <a:lnTo>
                    <a:pt x="0" y="3279"/>
                  </a:lnTo>
                  <a:lnTo>
                    <a:pt x="0" y="6558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21" name="Freeform 3720">
              <a:extLst>
                <a:ext uri="{FF2B5EF4-FFF2-40B4-BE49-F238E27FC236}">
                  <a16:creationId xmlns:a16="http://schemas.microsoft.com/office/drawing/2014/main" id="{309E70A2-7D1E-4049-A7DA-F5F6FD31721A}"/>
                </a:ext>
              </a:extLst>
            </p:cNvPr>
            <p:cNvSpPr/>
            <p:nvPr/>
          </p:nvSpPr>
          <p:spPr>
            <a:xfrm>
              <a:off x="10022211" y="3854242"/>
              <a:ext cx="19672" cy="9836"/>
            </a:xfrm>
            <a:custGeom>
              <a:avLst/>
              <a:gdLst>
                <a:gd name="connsiteX0" fmla="*/ 16393 w 19672"/>
                <a:gd name="connsiteY0" fmla="*/ 9836 h 9836"/>
                <a:gd name="connsiteX1" fmla="*/ 19672 w 19672"/>
                <a:gd name="connsiteY1" fmla="*/ 6557 h 9836"/>
                <a:gd name="connsiteX2" fmla="*/ 19672 w 19672"/>
                <a:gd name="connsiteY2" fmla="*/ 3278 h 9836"/>
                <a:gd name="connsiteX3" fmla="*/ 16393 w 19672"/>
                <a:gd name="connsiteY3" fmla="*/ 3278 h 9836"/>
                <a:gd name="connsiteX4" fmla="*/ 13114 w 19672"/>
                <a:gd name="connsiteY4" fmla="*/ 1639 h 9836"/>
                <a:gd name="connsiteX5" fmla="*/ 8197 w 19672"/>
                <a:gd name="connsiteY5" fmla="*/ 0 h 9836"/>
                <a:gd name="connsiteX6" fmla="*/ 4918 w 19672"/>
                <a:gd name="connsiteY6" fmla="*/ 1639 h 9836"/>
                <a:gd name="connsiteX7" fmla="*/ 0 w 19672"/>
                <a:gd name="connsiteY7" fmla="*/ 4918 h 9836"/>
                <a:gd name="connsiteX8" fmla="*/ 3279 w 19672"/>
                <a:gd name="connsiteY8" fmla="*/ 8197 h 9836"/>
                <a:gd name="connsiteX9" fmla="*/ 6558 w 19672"/>
                <a:gd name="connsiteY9" fmla="*/ 6557 h 9836"/>
                <a:gd name="connsiteX10" fmla="*/ 9836 w 19672"/>
                <a:gd name="connsiteY10" fmla="*/ 8197 h 9836"/>
                <a:gd name="connsiteX11" fmla="*/ 14754 w 19672"/>
                <a:gd name="connsiteY11" fmla="*/ 655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72" h="9836">
                  <a:moveTo>
                    <a:pt x="16393" y="9836"/>
                  </a:moveTo>
                  <a:lnTo>
                    <a:pt x="19672" y="6557"/>
                  </a:lnTo>
                  <a:lnTo>
                    <a:pt x="19672" y="3278"/>
                  </a:lnTo>
                  <a:lnTo>
                    <a:pt x="16393" y="3278"/>
                  </a:lnTo>
                  <a:lnTo>
                    <a:pt x="13114" y="1639"/>
                  </a:lnTo>
                  <a:lnTo>
                    <a:pt x="8197" y="0"/>
                  </a:lnTo>
                  <a:lnTo>
                    <a:pt x="4918" y="1639"/>
                  </a:lnTo>
                  <a:lnTo>
                    <a:pt x="0" y="4918"/>
                  </a:lnTo>
                  <a:lnTo>
                    <a:pt x="3279" y="8197"/>
                  </a:lnTo>
                  <a:lnTo>
                    <a:pt x="6558" y="6557"/>
                  </a:lnTo>
                  <a:lnTo>
                    <a:pt x="9836" y="8197"/>
                  </a:lnTo>
                  <a:lnTo>
                    <a:pt x="14754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22" name="Freeform 3721">
              <a:extLst>
                <a:ext uri="{FF2B5EF4-FFF2-40B4-BE49-F238E27FC236}">
                  <a16:creationId xmlns:a16="http://schemas.microsoft.com/office/drawing/2014/main" id="{29C32E6F-3EBF-4546-BF9C-BA8519EFCAF2}"/>
                </a:ext>
              </a:extLst>
            </p:cNvPr>
            <p:cNvSpPr/>
            <p:nvPr/>
          </p:nvSpPr>
          <p:spPr>
            <a:xfrm>
              <a:off x="10023850" y="3457523"/>
              <a:ext cx="9836" cy="18032"/>
            </a:xfrm>
            <a:custGeom>
              <a:avLst/>
              <a:gdLst>
                <a:gd name="connsiteX0" fmla="*/ 0 w 9836"/>
                <a:gd name="connsiteY0" fmla="*/ 3279 h 18032"/>
                <a:gd name="connsiteX1" fmla="*/ 0 w 9836"/>
                <a:gd name="connsiteY1" fmla="*/ 3279 h 18032"/>
                <a:gd name="connsiteX2" fmla="*/ 1640 w 9836"/>
                <a:gd name="connsiteY2" fmla="*/ 8197 h 18032"/>
                <a:gd name="connsiteX3" fmla="*/ 4919 w 9836"/>
                <a:gd name="connsiteY3" fmla="*/ 11476 h 18032"/>
                <a:gd name="connsiteX4" fmla="*/ 4919 w 9836"/>
                <a:gd name="connsiteY4" fmla="*/ 14754 h 18032"/>
                <a:gd name="connsiteX5" fmla="*/ 8197 w 9836"/>
                <a:gd name="connsiteY5" fmla="*/ 18033 h 18032"/>
                <a:gd name="connsiteX6" fmla="*/ 9837 w 9836"/>
                <a:gd name="connsiteY6" fmla="*/ 14754 h 18032"/>
                <a:gd name="connsiteX7" fmla="*/ 8197 w 9836"/>
                <a:gd name="connsiteY7" fmla="*/ 9836 h 18032"/>
                <a:gd name="connsiteX8" fmla="*/ 8197 w 9836"/>
                <a:gd name="connsiteY8" fmla="*/ 6557 h 18032"/>
                <a:gd name="connsiteX9" fmla="*/ 8197 w 9836"/>
                <a:gd name="connsiteY9" fmla="*/ 3279 h 18032"/>
                <a:gd name="connsiteX10" fmla="*/ 8197 w 9836"/>
                <a:gd name="connsiteY10" fmla="*/ 1639 h 18032"/>
                <a:gd name="connsiteX11" fmla="*/ 6558 w 9836"/>
                <a:gd name="connsiteY11" fmla="*/ 1639 h 18032"/>
                <a:gd name="connsiteX12" fmla="*/ 4919 w 9836"/>
                <a:gd name="connsiteY12" fmla="*/ 0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836" h="18032">
                  <a:moveTo>
                    <a:pt x="0" y="3279"/>
                  </a:moveTo>
                  <a:lnTo>
                    <a:pt x="0" y="3279"/>
                  </a:lnTo>
                  <a:lnTo>
                    <a:pt x="1640" y="8197"/>
                  </a:lnTo>
                  <a:lnTo>
                    <a:pt x="4919" y="11476"/>
                  </a:lnTo>
                  <a:lnTo>
                    <a:pt x="4919" y="14754"/>
                  </a:lnTo>
                  <a:lnTo>
                    <a:pt x="8197" y="18033"/>
                  </a:lnTo>
                  <a:lnTo>
                    <a:pt x="9837" y="14754"/>
                  </a:lnTo>
                  <a:lnTo>
                    <a:pt x="8197" y="9836"/>
                  </a:lnTo>
                  <a:lnTo>
                    <a:pt x="8197" y="6557"/>
                  </a:lnTo>
                  <a:lnTo>
                    <a:pt x="8197" y="3279"/>
                  </a:lnTo>
                  <a:lnTo>
                    <a:pt x="8197" y="1639"/>
                  </a:lnTo>
                  <a:lnTo>
                    <a:pt x="6558" y="1639"/>
                  </a:lnTo>
                  <a:lnTo>
                    <a:pt x="491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23" name="Freeform 3722">
              <a:extLst>
                <a:ext uri="{FF2B5EF4-FFF2-40B4-BE49-F238E27FC236}">
                  <a16:creationId xmlns:a16="http://schemas.microsoft.com/office/drawing/2014/main" id="{05D231E5-6D82-3C43-86B1-A43B6763E2E0}"/>
                </a:ext>
              </a:extLst>
            </p:cNvPr>
            <p:cNvSpPr/>
            <p:nvPr/>
          </p:nvSpPr>
          <p:spPr>
            <a:xfrm>
              <a:off x="10032047" y="3495227"/>
              <a:ext cx="11475" cy="9836"/>
            </a:xfrm>
            <a:custGeom>
              <a:avLst/>
              <a:gdLst>
                <a:gd name="connsiteX0" fmla="*/ 11476 w 11475"/>
                <a:gd name="connsiteY0" fmla="*/ 9836 h 9836"/>
                <a:gd name="connsiteX1" fmla="*/ 11476 w 11475"/>
                <a:gd name="connsiteY1" fmla="*/ 8197 h 9836"/>
                <a:gd name="connsiteX2" fmla="*/ 8197 w 11475"/>
                <a:gd name="connsiteY2" fmla="*/ 4918 h 9836"/>
                <a:gd name="connsiteX3" fmla="*/ 3279 w 11475"/>
                <a:gd name="connsiteY3" fmla="*/ 1639 h 9836"/>
                <a:gd name="connsiteX4" fmla="*/ 0 w 11475"/>
                <a:gd name="connsiteY4" fmla="*/ 0 h 9836"/>
                <a:gd name="connsiteX5" fmla="*/ 3279 w 11475"/>
                <a:gd name="connsiteY5" fmla="*/ 3279 h 9836"/>
                <a:gd name="connsiteX6" fmla="*/ 6558 w 11475"/>
                <a:gd name="connsiteY6" fmla="*/ 655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9836">
                  <a:moveTo>
                    <a:pt x="11476" y="9836"/>
                  </a:moveTo>
                  <a:lnTo>
                    <a:pt x="11476" y="8197"/>
                  </a:lnTo>
                  <a:lnTo>
                    <a:pt x="8197" y="4918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3279" y="3279"/>
                  </a:lnTo>
                  <a:lnTo>
                    <a:pt x="655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24" name="Freeform 3723">
              <a:extLst>
                <a:ext uri="{FF2B5EF4-FFF2-40B4-BE49-F238E27FC236}">
                  <a16:creationId xmlns:a16="http://schemas.microsoft.com/office/drawing/2014/main" id="{C3689261-856D-CE46-A049-FEAEEBA0A0E9}"/>
                </a:ext>
              </a:extLst>
            </p:cNvPr>
            <p:cNvSpPr/>
            <p:nvPr/>
          </p:nvSpPr>
          <p:spPr>
            <a:xfrm>
              <a:off x="10032047" y="3524735"/>
              <a:ext cx="13115" cy="14753"/>
            </a:xfrm>
            <a:custGeom>
              <a:avLst/>
              <a:gdLst>
                <a:gd name="connsiteX0" fmla="*/ 0 w 13115"/>
                <a:gd name="connsiteY0" fmla="*/ 4918 h 14753"/>
                <a:gd name="connsiteX1" fmla="*/ 0 w 13115"/>
                <a:gd name="connsiteY1" fmla="*/ 8197 h 14753"/>
                <a:gd name="connsiteX2" fmla="*/ 4919 w 13115"/>
                <a:gd name="connsiteY2" fmla="*/ 11475 h 14753"/>
                <a:gd name="connsiteX3" fmla="*/ 8197 w 13115"/>
                <a:gd name="connsiteY3" fmla="*/ 14754 h 14753"/>
                <a:gd name="connsiteX4" fmla="*/ 9837 w 13115"/>
                <a:gd name="connsiteY4" fmla="*/ 14754 h 14753"/>
                <a:gd name="connsiteX5" fmla="*/ 9837 w 13115"/>
                <a:gd name="connsiteY5" fmla="*/ 11475 h 14753"/>
                <a:gd name="connsiteX6" fmla="*/ 13115 w 13115"/>
                <a:gd name="connsiteY6" fmla="*/ 8197 h 14753"/>
                <a:gd name="connsiteX7" fmla="*/ 11476 w 13115"/>
                <a:gd name="connsiteY7" fmla="*/ 3279 h 14753"/>
                <a:gd name="connsiteX8" fmla="*/ 8197 w 13115"/>
                <a:gd name="connsiteY8" fmla="*/ 1639 h 14753"/>
                <a:gd name="connsiteX9" fmla="*/ 4919 w 13115"/>
                <a:gd name="connsiteY9" fmla="*/ 0 h 14753"/>
                <a:gd name="connsiteX10" fmla="*/ 1640 w 13115"/>
                <a:gd name="connsiteY10" fmla="*/ 1639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115" h="14753">
                  <a:moveTo>
                    <a:pt x="0" y="4918"/>
                  </a:moveTo>
                  <a:lnTo>
                    <a:pt x="0" y="8197"/>
                  </a:lnTo>
                  <a:lnTo>
                    <a:pt x="4919" y="11475"/>
                  </a:lnTo>
                  <a:lnTo>
                    <a:pt x="8197" y="14754"/>
                  </a:lnTo>
                  <a:lnTo>
                    <a:pt x="9837" y="14754"/>
                  </a:lnTo>
                  <a:lnTo>
                    <a:pt x="9837" y="11475"/>
                  </a:lnTo>
                  <a:lnTo>
                    <a:pt x="13115" y="8197"/>
                  </a:lnTo>
                  <a:lnTo>
                    <a:pt x="11476" y="3279"/>
                  </a:lnTo>
                  <a:lnTo>
                    <a:pt x="8197" y="1639"/>
                  </a:lnTo>
                  <a:lnTo>
                    <a:pt x="4919" y="0"/>
                  </a:lnTo>
                  <a:lnTo>
                    <a:pt x="164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25" name="Freeform 3724">
              <a:extLst>
                <a:ext uri="{FF2B5EF4-FFF2-40B4-BE49-F238E27FC236}">
                  <a16:creationId xmlns:a16="http://schemas.microsoft.com/office/drawing/2014/main" id="{F6DE9251-112C-5343-949E-B1CB45F94EDE}"/>
                </a:ext>
              </a:extLst>
            </p:cNvPr>
            <p:cNvSpPr/>
            <p:nvPr/>
          </p:nvSpPr>
          <p:spPr>
            <a:xfrm>
              <a:off x="10038604" y="3468998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26" name="Freeform 3725">
              <a:extLst>
                <a:ext uri="{FF2B5EF4-FFF2-40B4-BE49-F238E27FC236}">
                  <a16:creationId xmlns:a16="http://schemas.microsoft.com/office/drawing/2014/main" id="{683FBD90-1FE2-CC4C-B827-DD3B6C8DD009}"/>
                </a:ext>
              </a:extLst>
            </p:cNvPr>
            <p:cNvSpPr/>
            <p:nvPr/>
          </p:nvSpPr>
          <p:spPr>
            <a:xfrm>
              <a:off x="10041883" y="3595227"/>
              <a:ext cx="50819" cy="65573"/>
            </a:xfrm>
            <a:custGeom>
              <a:avLst/>
              <a:gdLst>
                <a:gd name="connsiteX0" fmla="*/ 0 w 50819"/>
                <a:gd name="connsiteY0" fmla="*/ 8197 h 65573"/>
                <a:gd name="connsiteX1" fmla="*/ 3279 w 50819"/>
                <a:gd name="connsiteY1" fmla="*/ 8197 h 65573"/>
                <a:gd name="connsiteX2" fmla="*/ 6557 w 50819"/>
                <a:gd name="connsiteY2" fmla="*/ 9836 h 65573"/>
                <a:gd name="connsiteX3" fmla="*/ 9836 w 50819"/>
                <a:gd name="connsiteY3" fmla="*/ 13115 h 65573"/>
                <a:gd name="connsiteX4" fmla="*/ 9836 w 50819"/>
                <a:gd name="connsiteY4" fmla="*/ 18033 h 65573"/>
                <a:gd name="connsiteX5" fmla="*/ 8197 w 50819"/>
                <a:gd name="connsiteY5" fmla="*/ 21311 h 65573"/>
                <a:gd name="connsiteX6" fmla="*/ 9836 w 50819"/>
                <a:gd name="connsiteY6" fmla="*/ 26229 h 65573"/>
                <a:gd name="connsiteX7" fmla="*/ 8197 w 50819"/>
                <a:gd name="connsiteY7" fmla="*/ 29508 h 65573"/>
                <a:gd name="connsiteX8" fmla="*/ 8197 w 50819"/>
                <a:gd name="connsiteY8" fmla="*/ 32787 h 65573"/>
                <a:gd name="connsiteX9" fmla="*/ 9836 w 50819"/>
                <a:gd name="connsiteY9" fmla="*/ 37705 h 65573"/>
                <a:gd name="connsiteX10" fmla="*/ 9836 w 50819"/>
                <a:gd name="connsiteY10" fmla="*/ 40983 h 65573"/>
                <a:gd name="connsiteX11" fmla="*/ 8197 w 50819"/>
                <a:gd name="connsiteY11" fmla="*/ 45901 h 65573"/>
                <a:gd name="connsiteX12" fmla="*/ 6557 w 50819"/>
                <a:gd name="connsiteY12" fmla="*/ 49180 h 65573"/>
                <a:gd name="connsiteX13" fmla="*/ 6557 w 50819"/>
                <a:gd name="connsiteY13" fmla="*/ 50819 h 65573"/>
                <a:gd name="connsiteX14" fmla="*/ 8197 w 50819"/>
                <a:gd name="connsiteY14" fmla="*/ 54098 h 65573"/>
                <a:gd name="connsiteX15" fmla="*/ 9836 w 50819"/>
                <a:gd name="connsiteY15" fmla="*/ 59016 h 65573"/>
                <a:gd name="connsiteX16" fmla="*/ 8197 w 50819"/>
                <a:gd name="connsiteY16" fmla="*/ 62295 h 65573"/>
                <a:gd name="connsiteX17" fmla="*/ 6557 w 50819"/>
                <a:gd name="connsiteY17" fmla="*/ 65573 h 65573"/>
                <a:gd name="connsiteX18" fmla="*/ 11476 w 50819"/>
                <a:gd name="connsiteY18" fmla="*/ 65573 h 65573"/>
                <a:gd name="connsiteX19" fmla="*/ 11476 w 50819"/>
                <a:gd name="connsiteY19" fmla="*/ 65573 h 65573"/>
                <a:gd name="connsiteX20" fmla="*/ 13114 w 50819"/>
                <a:gd name="connsiteY20" fmla="*/ 62295 h 65573"/>
                <a:gd name="connsiteX21" fmla="*/ 18032 w 50819"/>
                <a:gd name="connsiteY21" fmla="*/ 59016 h 65573"/>
                <a:gd name="connsiteX22" fmla="*/ 21311 w 50819"/>
                <a:gd name="connsiteY22" fmla="*/ 57377 h 65573"/>
                <a:gd name="connsiteX23" fmla="*/ 24590 w 50819"/>
                <a:gd name="connsiteY23" fmla="*/ 55738 h 65573"/>
                <a:gd name="connsiteX24" fmla="*/ 29508 w 50819"/>
                <a:gd name="connsiteY24" fmla="*/ 55738 h 65573"/>
                <a:gd name="connsiteX25" fmla="*/ 32787 w 50819"/>
                <a:gd name="connsiteY25" fmla="*/ 54098 h 65573"/>
                <a:gd name="connsiteX26" fmla="*/ 32787 w 50819"/>
                <a:gd name="connsiteY26" fmla="*/ 50819 h 65573"/>
                <a:gd name="connsiteX27" fmla="*/ 34426 w 50819"/>
                <a:gd name="connsiteY27" fmla="*/ 50819 h 65573"/>
                <a:gd name="connsiteX28" fmla="*/ 37705 w 50819"/>
                <a:gd name="connsiteY28" fmla="*/ 50819 h 65573"/>
                <a:gd name="connsiteX29" fmla="*/ 39343 w 50819"/>
                <a:gd name="connsiteY29" fmla="*/ 47541 h 65573"/>
                <a:gd name="connsiteX30" fmla="*/ 37705 w 50819"/>
                <a:gd name="connsiteY30" fmla="*/ 42623 h 65573"/>
                <a:gd name="connsiteX31" fmla="*/ 40983 w 50819"/>
                <a:gd name="connsiteY31" fmla="*/ 40983 h 65573"/>
                <a:gd name="connsiteX32" fmla="*/ 44262 w 50819"/>
                <a:gd name="connsiteY32" fmla="*/ 40983 h 65573"/>
                <a:gd name="connsiteX33" fmla="*/ 47540 w 50819"/>
                <a:gd name="connsiteY33" fmla="*/ 36065 h 65573"/>
                <a:gd name="connsiteX34" fmla="*/ 50819 w 50819"/>
                <a:gd name="connsiteY34" fmla="*/ 34426 h 65573"/>
                <a:gd name="connsiteX35" fmla="*/ 49180 w 50819"/>
                <a:gd name="connsiteY35" fmla="*/ 31147 h 65573"/>
                <a:gd name="connsiteX36" fmla="*/ 49180 w 50819"/>
                <a:gd name="connsiteY36" fmla="*/ 26229 h 65573"/>
                <a:gd name="connsiteX37" fmla="*/ 50819 w 50819"/>
                <a:gd name="connsiteY37" fmla="*/ 22951 h 65573"/>
                <a:gd name="connsiteX38" fmla="*/ 50819 w 50819"/>
                <a:gd name="connsiteY38" fmla="*/ 21311 h 65573"/>
                <a:gd name="connsiteX39" fmla="*/ 50819 w 50819"/>
                <a:gd name="connsiteY39" fmla="*/ 18033 h 65573"/>
                <a:gd name="connsiteX40" fmla="*/ 47540 w 50819"/>
                <a:gd name="connsiteY40" fmla="*/ 18033 h 65573"/>
                <a:gd name="connsiteX41" fmla="*/ 44262 w 50819"/>
                <a:gd name="connsiteY41" fmla="*/ 19672 h 65573"/>
                <a:gd name="connsiteX42" fmla="*/ 40983 w 50819"/>
                <a:gd name="connsiteY42" fmla="*/ 22951 h 65573"/>
                <a:gd name="connsiteX43" fmla="*/ 42622 w 50819"/>
                <a:gd name="connsiteY43" fmla="*/ 19672 h 65573"/>
                <a:gd name="connsiteX44" fmla="*/ 39343 w 50819"/>
                <a:gd name="connsiteY44" fmla="*/ 18033 h 65573"/>
                <a:gd name="connsiteX45" fmla="*/ 36066 w 50819"/>
                <a:gd name="connsiteY45" fmla="*/ 14754 h 65573"/>
                <a:gd name="connsiteX46" fmla="*/ 32787 w 50819"/>
                <a:gd name="connsiteY46" fmla="*/ 16393 h 65573"/>
                <a:gd name="connsiteX47" fmla="*/ 27869 w 50819"/>
                <a:gd name="connsiteY47" fmla="*/ 19672 h 65573"/>
                <a:gd name="connsiteX48" fmla="*/ 29508 w 50819"/>
                <a:gd name="connsiteY48" fmla="*/ 18033 h 65573"/>
                <a:gd name="connsiteX49" fmla="*/ 24590 w 50819"/>
                <a:gd name="connsiteY49" fmla="*/ 18033 h 65573"/>
                <a:gd name="connsiteX50" fmla="*/ 22950 w 50819"/>
                <a:gd name="connsiteY50" fmla="*/ 13115 h 65573"/>
                <a:gd name="connsiteX51" fmla="*/ 19672 w 50819"/>
                <a:gd name="connsiteY51" fmla="*/ 9836 h 65573"/>
                <a:gd name="connsiteX52" fmla="*/ 19672 w 50819"/>
                <a:gd name="connsiteY52" fmla="*/ 9836 h 65573"/>
                <a:gd name="connsiteX53" fmla="*/ 16393 w 50819"/>
                <a:gd name="connsiteY53" fmla="*/ 8197 h 65573"/>
                <a:gd name="connsiteX54" fmla="*/ 11476 w 50819"/>
                <a:gd name="connsiteY54" fmla="*/ 4918 h 65573"/>
                <a:gd name="connsiteX55" fmla="*/ 11476 w 50819"/>
                <a:gd name="connsiteY55" fmla="*/ 4918 h 65573"/>
                <a:gd name="connsiteX56" fmla="*/ 6557 w 50819"/>
                <a:gd name="connsiteY56" fmla="*/ 3279 h 65573"/>
                <a:gd name="connsiteX57" fmla="*/ 3279 w 50819"/>
                <a:gd name="connsiteY57" fmla="*/ 0 h 65573"/>
                <a:gd name="connsiteX58" fmla="*/ 0 w 50819"/>
                <a:gd name="connsiteY58" fmla="*/ 3279 h 6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50819" h="65573">
                  <a:moveTo>
                    <a:pt x="0" y="8197"/>
                  </a:moveTo>
                  <a:lnTo>
                    <a:pt x="3279" y="8197"/>
                  </a:lnTo>
                  <a:lnTo>
                    <a:pt x="6557" y="9836"/>
                  </a:lnTo>
                  <a:lnTo>
                    <a:pt x="9836" y="13115"/>
                  </a:lnTo>
                  <a:lnTo>
                    <a:pt x="9836" y="18033"/>
                  </a:lnTo>
                  <a:lnTo>
                    <a:pt x="8197" y="21311"/>
                  </a:lnTo>
                  <a:lnTo>
                    <a:pt x="9836" y="26229"/>
                  </a:lnTo>
                  <a:lnTo>
                    <a:pt x="8197" y="29508"/>
                  </a:lnTo>
                  <a:lnTo>
                    <a:pt x="8197" y="32787"/>
                  </a:lnTo>
                  <a:lnTo>
                    <a:pt x="9836" y="37705"/>
                  </a:lnTo>
                  <a:lnTo>
                    <a:pt x="9836" y="40983"/>
                  </a:lnTo>
                  <a:lnTo>
                    <a:pt x="8197" y="45901"/>
                  </a:lnTo>
                  <a:lnTo>
                    <a:pt x="6557" y="49180"/>
                  </a:lnTo>
                  <a:lnTo>
                    <a:pt x="6557" y="50819"/>
                  </a:lnTo>
                  <a:lnTo>
                    <a:pt x="8197" y="54098"/>
                  </a:lnTo>
                  <a:lnTo>
                    <a:pt x="9836" y="59016"/>
                  </a:lnTo>
                  <a:lnTo>
                    <a:pt x="8197" y="62295"/>
                  </a:lnTo>
                  <a:lnTo>
                    <a:pt x="6557" y="65573"/>
                  </a:lnTo>
                  <a:lnTo>
                    <a:pt x="11476" y="65573"/>
                  </a:lnTo>
                  <a:lnTo>
                    <a:pt x="11476" y="65573"/>
                  </a:lnTo>
                  <a:lnTo>
                    <a:pt x="13114" y="62295"/>
                  </a:lnTo>
                  <a:lnTo>
                    <a:pt x="18032" y="59016"/>
                  </a:lnTo>
                  <a:lnTo>
                    <a:pt x="21311" y="57377"/>
                  </a:lnTo>
                  <a:lnTo>
                    <a:pt x="24590" y="55738"/>
                  </a:lnTo>
                  <a:lnTo>
                    <a:pt x="29508" y="55738"/>
                  </a:lnTo>
                  <a:lnTo>
                    <a:pt x="32787" y="54098"/>
                  </a:lnTo>
                  <a:lnTo>
                    <a:pt x="32787" y="50819"/>
                  </a:lnTo>
                  <a:lnTo>
                    <a:pt x="34426" y="50819"/>
                  </a:lnTo>
                  <a:lnTo>
                    <a:pt x="37705" y="50819"/>
                  </a:lnTo>
                  <a:lnTo>
                    <a:pt x="39343" y="47541"/>
                  </a:lnTo>
                  <a:lnTo>
                    <a:pt x="37705" y="42623"/>
                  </a:lnTo>
                  <a:lnTo>
                    <a:pt x="40983" y="40983"/>
                  </a:lnTo>
                  <a:lnTo>
                    <a:pt x="44262" y="40983"/>
                  </a:lnTo>
                  <a:lnTo>
                    <a:pt x="47540" y="36065"/>
                  </a:lnTo>
                  <a:lnTo>
                    <a:pt x="50819" y="34426"/>
                  </a:lnTo>
                  <a:lnTo>
                    <a:pt x="49180" y="31147"/>
                  </a:lnTo>
                  <a:lnTo>
                    <a:pt x="49180" y="26229"/>
                  </a:lnTo>
                  <a:lnTo>
                    <a:pt x="50819" y="22951"/>
                  </a:lnTo>
                  <a:lnTo>
                    <a:pt x="50819" y="21311"/>
                  </a:lnTo>
                  <a:lnTo>
                    <a:pt x="50819" y="18033"/>
                  </a:lnTo>
                  <a:lnTo>
                    <a:pt x="47540" y="18033"/>
                  </a:lnTo>
                  <a:lnTo>
                    <a:pt x="44262" y="19672"/>
                  </a:lnTo>
                  <a:lnTo>
                    <a:pt x="40983" y="22951"/>
                  </a:lnTo>
                  <a:lnTo>
                    <a:pt x="42622" y="19672"/>
                  </a:lnTo>
                  <a:lnTo>
                    <a:pt x="39343" y="18033"/>
                  </a:lnTo>
                  <a:lnTo>
                    <a:pt x="36066" y="14754"/>
                  </a:lnTo>
                  <a:lnTo>
                    <a:pt x="32787" y="16393"/>
                  </a:lnTo>
                  <a:lnTo>
                    <a:pt x="27869" y="19672"/>
                  </a:lnTo>
                  <a:lnTo>
                    <a:pt x="29508" y="18033"/>
                  </a:lnTo>
                  <a:lnTo>
                    <a:pt x="24590" y="18033"/>
                  </a:lnTo>
                  <a:lnTo>
                    <a:pt x="22950" y="13115"/>
                  </a:lnTo>
                  <a:lnTo>
                    <a:pt x="19672" y="9836"/>
                  </a:lnTo>
                  <a:lnTo>
                    <a:pt x="19672" y="9836"/>
                  </a:lnTo>
                  <a:lnTo>
                    <a:pt x="16393" y="8197"/>
                  </a:lnTo>
                  <a:lnTo>
                    <a:pt x="11476" y="4918"/>
                  </a:lnTo>
                  <a:lnTo>
                    <a:pt x="11476" y="4918"/>
                  </a:lnTo>
                  <a:lnTo>
                    <a:pt x="6557" y="3279"/>
                  </a:ln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27" name="Freeform 3726">
              <a:extLst>
                <a:ext uri="{FF2B5EF4-FFF2-40B4-BE49-F238E27FC236}">
                  <a16:creationId xmlns:a16="http://schemas.microsoft.com/office/drawing/2014/main" id="{4CC2AB40-8094-1F42-AFED-93A28416D86E}"/>
                </a:ext>
              </a:extLst>
            </p:cNvPr>
            <p:cNvSpPr/>
            <p:nvPr/>
          </p:nvSpPr>
          <p:spPr>
            <a:xfrm>
              <a:off x="10041883" y="3564079"/>
              <a:ext cx="8196" cy="24590"/>
            </a:xfrm>
            <a:custGeom>
              <a:avLst/>
              <a:gdLst>
                <a:gd name="connsiteX0" fmla="*/ 3279 w 8196"/>
                <a:gd name="connsiteY0" fmla="*/ 6557 h 24590"/>
                <a:gd name="connsiteX1" fmla="*/ 1639 w 8196"/>
                <a:gd name="connsiteY1" fmla="*/ 9836 h 24590"/>
                <a:gd name="connsiteX2" fmla="*/ 0 w 8196"/>
                <a:gd name="connsiteY2" fmla="*/ 13115 h 24590"/>
                <a:gd name="connsiteX3" fmla="*/ 1639 w 8196"/>
                <a:gd name="connsiteY3" fmla="*/ 16393 h 24590"/>
                <a:gd name="connsiteX4" fmla="*/ 1639 w 8196"/>
                <a:gd name="connsiteY4" fmla="*/ 19672 h 24590"/>
                <a:gd name="connsiteX5" fmla="*/ 4918 w 8196"/>
                <a:gd name="connsiteY5" fmla="*/ 24590 h 24590"/>
                <a:gd name="connsiteX6" fmla="*/ 4918 w 8196"/>
                <a:gd name="connsiteY6" fmla="*/ 21311 h 24590"/>
                <a:gd name="connsiteX7" fmla="*/ 4918 w 8196"/>
                <a:gd name="connsiteY7" fmla="*/ 18033 h 24590"/>
                <a:gd name="connsiteX8" fmla="*/ 6557 w 8196"/>
                <a:gd name="connsiteY8" fmla="*/ 14754 h 24590"/>
                <a:gd name="connsiteX9" fmla="*/ 6557 w 8196"/>
                <a:gd name="connsiteY9" fmla="*/ 9836 h 24590"/>
                <a:gd name="connsiteX10" fmla="*/ 6557 w 8196"/>
                <a:gd name="connsiteY10" fmla="*/ 6557 h 24590"/>
                <a:gd name="connsiteX11" fmla="*/ 6557 w 8196"/>
                <a:gd name="connsiteY11" fmla="*/ 3279 h 24590"/>
                <a:gd name="connsiteX12" fmla="*/ 8197 w 8196"/>
                <a:gd name="connsiteY12" fmla="*/ 0 h 24590"/>
                <a:gd name="connsiteX13" fmla="*/ 4918 w 8196"/>
                <a:gd name="connsiteY13" fmla="*/ 0 h 24590"/>
                <a:gd name="connsiteX14" fmla="*/ 1639 w 8196"/>
                <a:gd name="connsiteY14" fmla="*/ 3279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196" h="24590">
                  <a:moveTo>
                    <a:pt x="3279" y="6557"/>
                  </a:moveTo>
                  <a:lnTo>
                    <a:pt x="1639" y="9836"/>
                  </a:lnTo>
                  <a:lnTo>
                    <a:pt x="0" y="13115"/>
                  </a:lnTo>
                  <a:lnTo>
                    <a:pt x="1639" y="16393"/>
                  </a:lnTo>
                  <a:lnTo>
                    <a:pt x="1639" y="19672"/>
                  </a:lnTo>
                  <a:lnTo>
                    <a:pt x="4918" y="24590"/>
                  </a:lnTo>
                  <a:lnTo>
                    <a:pt x="4918" y="21311"/>
                  </a:lnTo>
                  <a:lnTo>
                    <a:pt x="4918" y="18033"/>
                  </a:lnTo>
                  <a:lnTo>
                    <a:pt x="6557" y="14754"/>
                  </a:lnTo>
                  <a:lnTo>
                    <a:pt x="6557" y="9836"/>
                  </a:lnTo>
                  <a:lnTo>
                    <a:pt x="6557" y="6557"/>
                  </a:lnTo>
                  <a:lnTo>
                    <a:pt x="6557" y="3279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28" name="Freeform 3727">
              <a:extLst>
                <a:ext uri="{FF2B5EF4-FFF2-40B4-BE49-F238E27FC236}">
                  <a16:creationId xmlns:a16="http://schemas.microsoft.com/office/drawing/2014/main" id="{BF407EE8-E117-234E-B7A9-E3A3A76BB08F}"/>
                </a:ext>
              </a:extLst>
            </p:cNvPr>
            <p:cNvSpPr/>
            <p:nvPr/>
          </p:nvSpPr>
          <p:spPr>
            <a:xfrm>
              <a:off x="10045162" y="3473916"/>
              <a:ext cx="3277" cy="16393"/>
            </a:xfrm>
            <a:custGeom>
              <a:avLst/>
              <a:gdLst>
                <a:gd name="connsiteX0" fmla="*/ 0 w 3277"/>
                <a:gd name="connsiteY0" fmla="*/ 0 h 16393"/>
                <a:gd name="connsiteX1" fmla="*/ 3278 w 3277"/>
                <a:gd name="connsiteY1" fmla="*/ 0 h 16393"/>
                <a:gd name="connsiteX2" fmla="*/ 0 w 3277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7" h="16393">
                  <a:moveTo>
                    <a:pt x="0" y="0"/>
                  </a:moveTo>
                  <a:lnTo>
                    <a:pt x="327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29" name="Freeform 3728">
              <a:extLst>
                <a:ext uri="{FF2B5EF4-FFF2-40B4-BE49-F238E27FC236}">
                  <a16:creationId xmlns:a16="http://schemas.microsoft.com/office/drawing/2014/main" id="{B80A7726-4F6D-F746-8895-44B1A98BDCDF}"/>
                </a:ext>
              </a:extLst>
            </p:cNvPr>
            <p:cNvSpPr/>
            <p:nvPr/>
          </p:nvSpPr>
          <p:spPr>
            <a:xfrm>
              <a:off x="10053359" y="3567358"/>
              <a:ext cx="3277" cy="3278"/>
            </a:xfrm>
            <a:custGeom>
              <a:avLst/>
              <a:gdLst>
                <a:gd name="connsiteX0" fmla="*/ 1639 w 3277"/>
                <a:gd name="connsiteY0" fmla="*/ 3279 h 3278"/>
                <a:gd name="connsiteX1" fmla="*/ 3278 w 3277"/>
                <a:gd name="connsiteY1" fmla="*/ 3279 h 3278"/>
                <a:gd name="connsiteX2" fmla="*/ 0 w 3277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7" h="3278">
                  <a:moveTo>
                    <a:pt x="1639" y="3279"/>
                  </a:moveTo>
                  <a:lnTo>
                    <a:pt x="3278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30" name="Freeform 3729">
              <a:extLst>
                <a:ext uri="{FF2B5EF4-FFF2-40B4-BE49-F238E27FC236}">
                  <a16:creationId xmlns:a16="http://schemas.microsoft.com/office/drawing/2014/main" id="{E6A34100-6F90-8A41-BD51-9E0D567C435A}"/>
                </a:ext>
              </a:extLst>
            </p:cNvPr>
            <p:cNvSpPr/>
            <p:nvPr/>
          </p:nvSpPr>
          <p:spPr>
            <a:xfrm>
              <a:off x="10056637" y="3824734"/>
              <a:ext cx="18033" cy="14754"/>
            </a:xfrm>
            <a:custGeom>
              <a:avLst/>
              <a:gdLst>
                <a:gd name="connsiteX0" fmla="*/ 3279 w 18033"/>
                <a:gd name="connsiteY0" fmla="*/ 8197 h 14754"/>
                <a:gd name="connsiteX1" fmla="*/ 3279 w 18033"/>
                <a:gd name="connsiteY1" fmla="*/ 11476 h 14754"/>
                <a:gd name="connsiteX2" fmla="*/ 8197 w 18033"/>
                <a:gd name="connsiteY2" fmla="*/ 14754 h 14754"/>
                <a:gd name="connsiteX3" fmla="*/ 8197 w 18033"/>
                <a:gd name="connsiteY3" fmla="*/ 14754 h 14754"/>
                <a:gd name="connsiteX4" fmla="*/ 11476 w 18033"/>
                <a:gd name="connsiteY4" fmla="*/ 14754 h 14754"/>
                <a:gd name="connsiteX5" fmla="*/ 14754 w 18033"/>
                <a:gd name="connsiteY5" fmla="*/ 13115 h 14754"/>
                <a:gd name="connsiteX6" fmla="*/ 14754 w 18033"/>
                <a:gd name="connsiteY6" fmla="*/ 11476 h 14754"/>
                <a:gd name="connsiteX7" fmla="*/ 14754 w 18033"/>
                <a:gd name="connsiteY7" fmla="*/ 11476 h 14754"/>
                <a:gd name="connsiteX8" fmla="*/ 16393 w 18033"/>
                <a:gd name="connsiteY8" fmla="*/ 8197 h 14754"/>
                <a:gd name="connsiteX9" fmla="*/ 18033 w 18033"/>
                <a:gd name="connsiteY9" fmla="*/ 3279 h 14754"/>
                <a:gd name="connsiteX10" fmla="*/ 14754 w 18033"/>
                <a:gd name="connsiteY10" fmla="*/ 3279 h 14754"/>
                <a:gd name="connsiteX11" fmla="*/ 11476 w 18033"/>
                <a:gd name="connsiteY11" fmla="*/ 1639 h 14754"/>
                <a:gd name="connsiteX12" fmla="*/ 8197 w 18033"/>
                <a:gd name="connsiteY12" fmla="*/ 0 h 14754"/>
                <a:gd name="connsiteX13" fmla="*/ 3279 w 18033"/>
                <a:gd name="connsiteY13" fmla="*/ 3279 h 14754"/>
                <a:gd name="connsiteX14" fmla="*/ 0 w 18033"/>
                <a:gd name="connsiteY14" fmla="*/ 4918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033" h="14754">
                  <a:moveTo>
                    <a:pt x="3279" y="8197"/>
                  </a:moveTo>
                  <a:lnTo>
                    <a:pt x="3279" y="11476"/>
                  </a:lnTo>
                  <a:lnTo>
                    <a:pt x="8197" y="14754"/>
                  </a:lnTo>
                  <a:lnTo>
                    <a:pt x="8197" y="14754"/>
                  </a:lnTo>
                  <a:lnTo>
                    <a:pt x="11476" y="14754"/>
                  </a:lnTo>
                  <a:lnTo>
                    <a:pt x="14754" y="13115"/>
                  </a:lnTo>
                  <a:lnTo>
                    <a:pt x="14754" y="11476"/>
                  </a:lnTo>
                  <a:lnTo>
                    <a:pt x="14754" y="11476"/>
                  </a:lnTo>
                  <a:lnTo>
                    <a:pt x="16393" y="8197"/>
                  </a:lnTo>
                  <a:lnTo>
                    <a:pt x="18033" y="3279"/>
                  </a:lnTo>
                  <a:lnTo>
                    <a:pt x="14754" y="3279"/>
                  </a:lnTo>
                  <a:lnTo>
                    <a:pt x="11476" y="1639"/>
                  </a:lnTo>
                  <a:lnTo>
                    <a:pt x="8197" y="0"/>
                  </a:lnTo>
                  <a:lnTo>
                    <a:pt x="3279" y="3279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31" name="Freeform 3730">
              <a:extLst>
                <a:ext uri="{FF2B5EF4-FFF2-40B4-BE49-F238E27FC236}">
                  <a16:creationId xmlns:a16="http://schemas.microsoft.com/office/drawing/2014/main" id="{B3AED735-742D-074F-9707-DACC339141DE}"/>
                </a:ext>
              </a:extLst>
            </p:cNvPr>
            <p:cNvSpPr/>
            <p:nvPr/>
          </p:nvSpPr>
          <p:spPr>
            <a:xfrm>
              <a:off x="10056637" y="3854242"/>
              <a:ext cx="4918" cy="3278"/>
            </a:xfrm>
            <a:custGeom>
              <a:avLst/>
              <a:gdLst>
                <a:gd name="connsiteX0" fmla="*/ 0 w 4918"/>
                <a:gd name="connsiteY0" fmla="*/ 0 h 3278"/>
                <a:gd name="connsiteX1" fmla="*/ 3279 w 4918"/>
                <a:gd name="connsiteY1" fmla="*/ 3278 h 3278"/>
                <a:gd name="connsiteX2" fmla="*/ 3279 w 4918"/>
                <a:gd name="connsiteY2" fmla="*/ 3278 h 3278"/>
                <a:gd name="connsiteX3" fmla="*/ 4919 w 4918"/>
                <a:gd name="connsiteY3" fmla="*/ 3278 h 3278"/>
                <a:gd name="connsiteX4" fmla="*/ 4919 w 4918"/>
                <a:gd name="connsiteY4" fmla="*/ 3278 h 3278"/>
                <a:gd name="connsiteX5" fmla="*/ 4919 w 4918"/>
                <a:gd name="connsiteY5" fmla="*/ 3278 h 3278"/>
                <a:gd name="connsiteX6" fmla="*/ 4919 w 4918"/>
                <a:gd name="connsiteY6" fmla="*/ 1639 h 3278"/>
                <a:gd name="connsiteX7" fmla="*/ 1640 w 4918"/>
                <a:gd name="connsiteY7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18" h="3278">
                  <a:moveTo>
                    <a:pt x="0" y="0"/>
                  </a:moveTo>
                  <a:lnTo>
                    <a:pt x="3279" y="3278"/>
                  </a:lnTo>
                  <a:lnTo>
                    <a:pt x="3279" y="3278"/>
                  </a:lnTo>
                  <a:lnTo>
                    <a:pt x="4919" y="3278"/>
                  </a:lnTo>
                  <a:lnTo>
                    <a:pt x="4919" y="3278"/>
                  </a:lnTo>
                  <a:lnTo>
                    <a:pt x="4919" y="3278"/>
                  </a:lnTo>
                  <a:lnTo>
                    <a:pt x="4919" y="1639"/>
                  </a:lnTo>
                  <a:lnTo>
                    <a:pt x="164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32" name="Freeform 3731">
              <a:extLst>
                <a:ext uri="{FF2B5EF4-FFF2-40B4-BE49-F238E27FC236}">
                  <a16:creationId xmlns:a16="http://schemas.microsoft.com/office/drawing/2014/main" id="{3C7EBC61-AE19-2F4C-8270-9A7384471D5C}"/>
                </a:ext>
              </a:extLst>
            </p:cNvPr>
            <p:cNvSpPr/>
            <p:nvPr/>
          </p:nvSpPr>
          <p:spPr>
            <a:xfrm>
              <a:off x="10059916" y="3688669"/>
              <a:ext cx="178688" cy="188523"/>
            </a:xfrm>
            <a:custGeom>
              <a:avLst/>
              <a:gdLst>
                <a:gd name="connsiteX0" fmla="*/ 0 w 178688"/>
                <a:gd name="connsiteY0" fmla="*/ 118032 h 188523"/>
                <a:gd name="connsiteX1" fmla="*/ 0 w 178688"/>
                <a:gd name="connsiteY1" fmla="*/ 119671 h 188523"/>
                <a:gd name="connsiteX2" fmla="*/ 0 w 178688"/>
                <a:gd name="connsiteY2" fmla="*/ 122950 h 188523"/>
                <a:gd name="connsiteX3" fmla="*/ 3279 w 178688"/>
                <a:gd name="connsiteY3" fmla="*/ 127868 h 188523"/>
                <a:gd name="connsiteX4" fmla="*/ 6558 w 178688"/>
                <a:gd name="connsiteY4" fmla="*/ 129508 h 188523"/>
                <a:gd name="connsiteX5" fmla="*/ 11476 w 178688"/>
                <a:gd name="connsiteY5" fmla="*/ 126229 h 188523"/>
                <a:gd name="connsiteX6" fmla="*/ 11476 w 178688"/>
                <a:gd name="connsiteY6" fmla="*/ 121311 h 188523"/>
                <a:gd name="connsiteX7" fmla="*/ 13114 w 178688"/>
                <a:gd name="connsiteY7" fmla="*/ 118032 h 188523"/>
                <a:gd name="connsiteX8" fmla="*/ 13114 w 178688"/>
                <a:gd name="connsiteY8" fmla="*/ 118032 h 188523"/>
                <a:gd name="connsiteX9" fmla="*/ 13114 w 178688"/>
                <a:gd name="connsiteY9" fmla="*/ 114754 h 188523"/>
                <a:gd name="connsiteX10" fmla="*/ 14754 w 178688"/>
                <a:gd name="connsiteY10" fmla="*/ 109836 h 188523"/>
                <a:gd name="connsiteX11" fmla="*/ 18033 w 178688"/>
                <a:gd name="connsiteY11" fmla="*/ 108196 h 188523"/>
                <a:gd name="connsiteX12" fmla="*/ 16393 w 178688"/>
                <a:gd name="connsiteY12" fmla="*/ 103278 h 188523"/>
                <a:gd name="connsiteX13" fmla="*/ 19672 w 178688"/>
                <a:gd name="connsiteY13" fmla="*/ 101639 h 188523"/>
                <a:gd name="connsiteX14" fmla="*/ 19672 w 178688"/>
                <a:gd name="connsiteY14" fmla="*/ 98360 h 188523"/>
                <a:gd name="connsiteX15" fmla="*/ 21311 w 178688"/>
                <a:gd name="connsiteY15" fmla="*/ 93442 h 188523"/>
                <a:gd name="connsiteX16" fmla="*/ 26230 w 178688"/>
                <a:gd name="connsiteY16" fmla="*/ 90164 h 188523"/>
                <a:gd name="connsiteX17" fmla="*/ 29508 w 178688"/>
                <a:gd name="connsiteY17" fmla="*/ 90164 h 188523"/>
                <a:gd name="connsiteX18" fmla="*/ 32787 w 178688"/>
                <a:gd name="connsiteY18" fmla="*/ 93442 h 188523"/>
                <a:gd name="connsiteX19" fmla="*/ 32787 w 178688"/>
                <a:gd name="connsiteY19" fmla="*/ 96721 h 188523"/>
                <a:gd name="connsiteX20" fmla="*/ 32787 w 178688"/>
                <a:gd name="connsiteY20" fmla="*/ 100000 h 188523"/>
                <a:gd name="connsiteX21" fmla="*/ 36066 w 178688"/>
                <a:gd name="connsiteY21" fmla="*/ 104917 h 188523"/>
                <a:gd name="connsiteX22" fmla="*/ 36066 w 178688"/>
                <a:gd name="connsiteY22" fmla="*/ 100000 h 188523"/>
                <a:gd name="connsiteX23" fmla="*/ 40983 w 178688"/>
                <a:gd name="connsiteY23" fmla="*/ 104917 h 188523"/>
                <a:gd name="connsiteX24" fmla="*/ 40983 w 178688"/>
                <a:gd name="connsiteY24" fmla="*/ 100000 h 188523"/>
                <a:gd name="connsiteX25" fmla="*/ 40983 w 178688"/>
                <a:gd name="connsiteY25" fmla="*/ 100000 h 188523"/>
                <a:gd name="connsiteX26" fmla="*/ 42623 w 178688"/>
                <a:gd name="connsiteY26" fmla="*/ 96721 h 188523"/>
                <a:gd name="connsiteX27" fmla="*/ 45901 w 178688"/>
                <a:gd name="connsiteY27" fmla="*/ 93442 h 188523"/>
                <a:gd name="connsiteX28" fmla="*/ 47541 w 178688"/>
                <a:gd name="connsiteY28" fmla="*/ 96721 h 188523"/>
                <a:gd name="connsiteX29" fmla="*/ 44262 w 178688"/>
                <a:gd name="connsiteY29" fmla="*/ 101639 h 188523"/>
                <a:gd name="connsiteX30" fmla="*/ 49180 w 178688"/>
                <a:gd name="connsiteY30" fmla="*/ 101639 h 188523"/>
                <a:gd name="connsiteX31" fmla="*/ 52459 w 178688"/>
                <a:gd name="connsiteY31" fmla="*/ 103278 h 188523"/>
                <a:gd name="connsiteX32" fmla="*/ 54098 w 178688"/>
                <a:gd name="connsiteY32" fmla="*/ 106557 h 188523"/>
                <a:gd name="connsiteX33" fmla="*/ 57377 w 178688"/>
                <a:gd name="connsiteY33" fmla="*/ 106557 h 188523"/>
                <a:gd name="connsiteX34" fmla="*/ 55738 w 178688"/>
                <a:gd name="connsiteY34" fmla="*/ 103278 h 188523"/>
                <a:gd name="connsiteX35" fmla="*/ 54098 w 178688"/>
                <a:gd name="connsiteY35" fmla="*/ 98360 h 188523"/>
                <a:gd name="connsiteX36" fmla="*/ 59017 w 178688"/>
                <a:gd name="connsiteY36" fmla="*/ 96721 h 188523"/>
                <a:gd name="connsiteX37" fmla="*/ 57377 w 178688"/>
                <a:gd name="connsiteY37" fmla="*/ 91803 h 188523"/>
                <a:gd name="connsiteX38" fmla="*/ 59017 w 178688"/>
                <a:gd name="connsiteY38" fmla="*/ 88524 h 188523"/>
                <a:gd name="connsiteX39" fmla="*/ 63935 w 178688"/>
                <a:gd name="connsiteY39" fmla="*/ 88524 h 188523"/>
                <a:gd name="connsiteX40" fmla="*/ 67213 w 178688"/>
                <a:gd name="connsiteY40" fmla="*/ 88524 h 188523"/>
                <a:gd name="connsiteX41" fmla="*/ 68852 w 178688"/>
                <a:gd name="connsiteY41" fmla="*/ 93442 h 188523"/>
                <a:gd name="connsiteX42" fmla="*/ 73770 w 178688"/>
                <a:gd name="connsiteY42" fmla="*/ 93442 h 188523"/>
                <a:gd name="connsiteX43" fmla="*/ 77049 w 178688"/>
                <a:gd name="connsiteY43" fmla="*/ 95081 h 188523"/>
                <a:gd name="connsiteX44" fmla="*/ 80328 w 178688"/>
                <a:gd name="connsiteY44" fmla="*/ 98360 h 188523"/>
                <a:gd name="connsiteX45" fmla="*/ 83607 w 178688"/>
                <a:gd name="connsiteY45" fmla="*/ 101639 h 188523"/>
                <a:gd name="connsiteX46" fmla="*/ 85246 w 178688"/>
                <a:gd name="connsiteY46" fmla="*/ 106557 h 188523"/>
                <a:gd name="connsiteX47" fmla="*/ 88525 w 178688"/>
                <a:gd name="connsiteY47" fmla="*/ 109836 h 188523"/>
                <a:gd name="connsiteX48" fmla="*/ 88525 w 178688"/>
                <a:gd name="connsiteY48" fmla="*/ 113114 h 188523"/>
                <a:gd name="connsiteX49" fmla="*/ 86885 w 178688"/>
                <a:gd name="connsiteY49" fmla="*/ 116393 h 188523"/>
                <a:gd name="connsiteX50" fmla="*/ 85246 w 178688"/>
                <a:gd name="connsiteY50" fmla="*/ 118032 h 188523"/>
                <a:gd name="connsiteX51" fmla="*/ 81967 w 178688"/>
                <a:gd name="connsiteY51" fmla="*/ 121311 h 188523"/>
                <a:gd name="connsiteX52" fmla="*/ 80328 w 178688"/>
                <a:gd name="connsiteY52" fmla="*/ 124590 h 188523"/>
                <a:gd name="connsiteX53" fmla="*/ 78688 w 178688"/>
                <a:gd name="connsiteY53" fmla="*/ 129508 h 188523"/>
                <a:gd name="connsiteX54" fmla="*/ 78688 w 178688"/>
                <a:gd name="connsiteY54" fmla="*/ 132786 h 188523"/>
                <a:gd name="connsiteX55" fmla="*/ 81967 w 178688"/>
                <a:gd name="connsiteY55" fmla="*/ 136065 h 188523"/>
                <a:gd name="connsiteX56" fmla="*/ 81967 w 178688"/>
                <a:gd name="connsiteY56" fmla="*/ 136065 h 188523"/>
                <a:gd name="connsiteX57" fmla="*/ 83607 w 178688"/>
                <a:gd name="connsiteY57" fmla="*/ 139344 h 188523"/>
                <a:gd name="connsiteX58" fmla="*/ 83607 w 178688"/>
                <a:gd name="connsiteY58" fmla="*/ 144261 h 188523"/>
                <a:gd name="connsiteX59" fmla="*/ 83607 w 178688"/>
                <a:gd name="connsiteY59" fmla="*/ 147540 h 188523"/>
                <a:gd name="connsiteX60" fmla="*/ 85246 w 178688"/>
                <a:gd name="connsiteY60" fmla="*/ 152458 h 188523"/>
                <a:gd name="connsiteX61" fmla="*/ 86885 w 178688"/>
                <a:gd name="connsiteY61" fmla="*/ 155737 h 188523"/>
                <a:gd name="connsiteX62" fmla="*/ 90164 w 178688"/>
                <a:gd name="connsiteY62" fmla="*/ 159016 h 188523"/>
                <a:gd name="connsiteX63" fmla="*/ 93442 w 178688"/>
                <a:gd name="connsiteY63" fmla="*/ 162294 h 188523"/>
                <a:gd name="connsiteX64" fmla="*/ 96721 w 178688"/>
                <a:gd name="connsiteY64" fmla="*/ 163934 h 188523"/>
                <a:gd name="connsiteX65" fmla="*/ 98360 w 178688"/>
                <a:gd name="connsiteY65" fmla="*/ 163934 h 188523"/>
                <a:gd name="connsiteX66" fmla="*/ 101639 w 178688"/>
                <a:gd name="connsiteY66" fmla="*/ 167213 h 188523"/>
                <a:gd name="connsiteX67" fmla="*/ 106557 w 178688"/>
                <a:gd name="connsiteY67" fmla="*/ 168851 h 188523"/>
                <a:gd name="connsiteX68" fmla="*/ 109836 w 178688"/>
                <a:gd name="connsiteY68" fmla="*/ 170491 h 188523"/>
                <a:gd name="connsiteX69" fmla="*/ 113115 w 178688"/>
                <a:gd name="connsiteY69" fmla="*/ 172130 h 188523"/>
                <a:gd name="connsiteX70" fmla="*/ 118032 w 178688"/>
                <a:gd name="connsiteY70" fmla="*/ 173770 h 188523"/>
                <a:gd name="connsiteX71" fmla="*/ 121311 w 178688"/>
                <a:gd name="connsiteY71" fmla="*/ 175409 h 188523"/>
                <a:gd name="connsiteX72" fmla="*/ 124590 w 178688"/>
                <a:gd name="connsiteY72" fmla="*/ 173770 h 188523"/>
                <a:gd name="connsiteX73" fmla="*/ 126229 w 178688"/>
                <a:gd name="connsiteY73" fmla="*/ 170491 h 188523"/>
                <a:gd name="connsiteX74" fmla="*/ 126229 w 178688"/>
                <a:gd name="connsiteY74" fmla="*/ 165573 h 188523"/>
                <a:gd name="connsiteX75" fmla="*/ 131147 w 178688"/>
                <a:gd name="connsiteY75" fmla="*/ 163934 h 188523"/>
                <a:gd name="connsiteX76" fmla="*/ 132787 w 178688"/>
                <a:gd name="connsiteY76" fmla="*/ 167213 h 188523"/>
                <a:gd name="connsiteX77" fmla="*/ 132787 w 178688"/>
                <a:gd name="connsiteY77" fmla="*/ 168851 h 188523"/>
                <a:gd name="connsiteX78" fmla="*/ 131147 w 178688"/>
                <a:gd name="connsiteY78" fmla="*/ 172130 h 188523"/>
                <a:gd name="connsiteX79" fmla="*/ 129508 w 178688"/>
                <a:gd name="connsiteY79" fmla="*/ 177048 h 188523"/>
                <a:gd name="connsiteX80" fmla="*/ 129508 w 178688"/>
                <a:gd name="connsiteY80" fmla="*/ 178688 h 188523"/>
                <a:gd name="connsiteX81" fmla="*/ 132787 w 178688"/>
                <a:gd name="connsiteY81" fmla="*/ 183606 h 188523"/>
                <a:gd name="connsiteX82" fmla="*/ 134426 w 178688"/>
                <a:gd name="connsiteY82" fmla="*/ 188524 h 188523"/>
                <a:gd name="connsiteX83" fmla="*/ 134426 w 178688"/>
                <a:gd name="connsiteY83" fmla="*/ 188524 h 188523"/>
                <a:gd name="connsiteX84" fmla="*/ 137705 w 178688"/>
                <a:gd name="connsiteY84" fmla="*/ 188524 h 188523"/>
                <a:gd name="connsiteX85" fmla="*/ 139344 w 178688"/>
                <a:gd name="connsiteY85" fmla="*/ 185245 h 188523"/>
                <a:gd name="connsiteX86" fmla="*/ 142623 w 178688"/>
                <a:gd name="connsiteY86" fmla="*/ 180327 h 188523"/>
                <a:gd name="connsiteX87" fmla="*/ 144261 w 178688"/>
                <a:gd name="connsiteY87" fmla="*/ 177048 h 188523"/>
                <a:gd name="connsiteX88" fmla="*/ 147540 w 178688"/>
                <a:gd name="connsiteY88" fmla="*/ 172130 h 188523"/>
                <a:gd name="connsiteX89" fmla="*/ 147540 w 178688"/>
                <a:gd name="connsiteY89" fmla="*/ 168851 h 188523"/>
                <a:gd name="connsiteX90" fmla="*/ 149180 w 178688"/>
                <a:gd name="connsiteY90" fmla="*/ 165573 h 188523"/>
                <a:gd name="connsiteX91" fmla="*/ 149180 w 178688"/>
                <a:gd name="connsiteY91" fmla="*/ 160655 h 188523"/>
                <a:gd name="connsiteX92" fmla="*/ 147540 w 178688"/>
                <a:gd name="connsiteY92" fmla="*/ 157376 h 188523"/>
                <a:gd name="connsiteX93" fmla="*/ 145901 w 178688"/>
                <a:gd name="connsiteY93" fmla="*/ 154098 h 188523"/>
                <a:gd name="connsiteX94" fmla="*/ 142623 w 178688"/>
                <a:gd name="connsiteY94" fmla="*/ 149180 h 188523"/>
                <a:gd name="connsiteX95" fmla="*/ 142623 w 178688"/>
                <a:gd name="connsiteY95" fmla="*/ 145901 h 188523"/>
                <a:gd name="connsiteX96" fmla="*/ 139344 w 178688"/>
                <a:gd name="connsiteY96" fmla="*/ 142622 h 188523"/>
                <a:gd name="connsiteX97" fmla="*/ 134426 w 178688"/>
                <a:gd name="connsiteY97" fmla="*/ 142622 h 188523"/>
                <a:gd name="connsiteX98" fmla="*/ 134426 w 178688"/>
                <a:gd name="connsiteY98" fmla="*/ 137704 h 188523"/>
                <a:gd name="connsiteX99" fmla="*/ 134426 w 178688"/>
                <a:gd name="connsiteY99" fmla="*/ 136065 h 188523"/>
                <a:gd name="connsiteX100" fmla="*/ 136065 w 178688"/>
                <a:gd name="connsiteY100" fmla="*/ 131147 h 188523"/>
                <a:gd name="connsiteX101" fmla="*/ 137705 w 178688"/>
                <a:gd name="connsiteY101" fmla="*/ 127868 h 188523"/>
                <a:gd name="connsiteX102" fmla="*/ 139344 w 178688"/>
                <a:gd name="connsiteY102" fmla="*/ 124590 h 188523"/>
                <a:gd name="connsiteX103" fmla="*/ 142623 w 178688"/>
                <a:gd name="connsiteY103" fmla="*/ 121311 h 188523"/>
                <a:gd name="connsiteX104" fmla="*/ 142623 w 178688"/>
                <a:gd name="connsiteY104" fmla="*/ 121311 h 188523"/>
                <a:gd name="connsiteX105" fmla="*/ 144261 w 178688"/>
                <a:gd name="connsiteY105" fmla="*/ 116393 h 188523"/>
                <a:gd name="connsiteX106" fmla="*/ 144261 w 178688"/>
                <a:gd name="connsiteY106" fmla="*/ 113114 h 188523"/>
                <a:gd name="connsiteX107" fmla="*/ 147540 w 178688"/>
                <a:gd name="connsiteY107" fmla="*/ 109836 h 188523"/>
                <a:gd name="connsiteX108" fmla="*/ 150819 w 178688"/>
                <a:gd name="connsiteY108" fmla="*/ 111475 h 188523"/>
                <a:gd name="connsiteX109" fmla="*/ 152458 w 178688"/>
                <a:gd name="connsiteY109" fmla="*/ 114754 h 188523"/>
                <a:gd name="connsiteX110" fmla="*/ 152458 w 178688"/>
                <a:gd name="connsiteY110" fmla="*/ 118032 h 188523"/>
                <a:gd name="connsiteX111" fmla="*/ 155737 w 178688"/>
                <a:gd name="connsiteY111" fmla="*/ 122950 h 188523"/>
                <a:gd name="connsiteX112" fmla="*/ 155737 w 178688"/>
                <a:gd name="connsiteY112" fmla="*/ 122950 h 188523"/>
                <a:gd name="connsiteX113" fmla="*/ 155737 w 178688"/>
                <a:gd name="connsiteY113" fmla="*/ 127868 h 188523"/>
                <a:gd name="connsiteX114" fmla="*/ 160655 w 178688"/>
                <a:gd name="connsiteY114" fmla="*/ 131147 h 188523"/>
                <a:gd name="connsiteX115" fmla="*/ 160655 w 178688"/>
                <a:gd name="connsiteY115" fmla="*/ 132786 h 188523"/>
                <a:gd name="connsiteX116" fmla="*/ 162295 w 178688"/>
                <a:gd name="connsiteY116" fmla="*/ 137704 h 188523"/>
                <a:gd name="connsiteX117" fmla="*/ 160655 w 178688"/>
                <a:gd name="connsiteY117" fmla="*/ 140983 h 188523"/>
                <a:gd name="connsiteX118" fmla="*/ 162295 w 178688"/>
                <a:gd name="connsiteY118" fmla="*/ 145901 h 188523"/>
                <a:gd name="connsiteX119" fmla="*/ 163934 w 178688"/>
                <a:gd name="connsiteY119" fmla="*/ 149180 h 188523"/>
                <a:gd name="connsiteX120" fmla="*/ 165574 w 178688"/>
                <a:gd name="connsiteY120" fmla="*/ 152458 h 188523"/>
                <a:gd name="connsiteX121" fmla="*/ 167213 w 178688"/>
                <a:gd name="connsiteY121" fmla="*/ 155737 h 188523"/>
                <a:gd name="connsiteX122" fmla="*/ 167213 w 178688"/>
                <a:gd name="connsiteY122" fmla="*/ 155737 h 188523"/>
                <a:gd name="connsiteX123" fmla="*/ 167213 w 178688"/>
                <a:gd name="connsiteY123" fmla="*/ 155737 h 188523"/>
                <a:gd name="connsiteX124" fmla="*/ 167213 w 178688"/>
                <a:gd name="connsiteY124" fmla="*/ 155737 h 188523"/>
                <a:gd name="connsiteX125" fmla="*/ 167213 w 178688"/>
                <a:gd name="connsiteY125" fmla="*/ 150819 h 188523"/>
                <a:gd name="connsiteX126" fmla="*/ 167213 w 178688"/>
                <a:gd name="connsiteY126" fmla="*/ 149180 h 188523"/>
                <a:gd name="connsiteX127" fmla="*/ 167213 w 178688"/>
                <a:gd name="connsiteY127" fmla="*/ 145901 h 188523"/>
                <a:gd name="connsiteX128" fmla="*/ 167213 w 178688"/>
                <a:gd name="connsiteY128" fmla="*/ 140983 h 188523"/>
                <a:gd name="connsiteX129" fmla="*/ 167213 w 178688"/>
                <a:gd name="connsiteY129" fmla="*/ 137704 h 188523"/>
                <a:gd name="connsiteX130" fmla="*/ 167213 w 178688"/>
                <a:gd name="connsiteY130" fmla="*/ 134426 h 188523"/>
                <a:gd name="connsiteX131" fmla="*/ 163934 w 178688"/>
                <a:gd name="connsiteY131" fmla="*/ 129508 h 188523"/>
                <a:gd name="connsiteX132" fmla="*/ 168851 w 178688"/>
                <a:gd name="connsiteY132" fmla="*/ 129508 h 188523"/>
                <a:gd name="connsiteX133" fmla="*/ 172130 w 178688"/>
                <a:gd name="connsiteY133" fmla="*/ 132786 h 188523"/>
                <a:gd name="connsiteX134" fmla="*/ 168851 w 178688"/>
                <a:gd name="connsiteY134" fmla="*/ 129508 h 188523"/>
                <a:gd name="connsiteX135" fmla="*/ 172130 w 178688"/>
                <a:gd name="connsiteY135" fmla="*/ 124590 h 188523"/>
                <a:gd name="connsiteX136" fmla="*/ 175409 w 178688"/>
                <a:gd name="connsiteY136" fmla="*/ 121311 h 188523"/>
                <a:gd name="connsiteX137" fmla="*/ 177048 w 178688"/>
                <a:gd name="connsiteY137" fmla="*/ 118032 h 188523"/>
                <a:gd name="connsiteX138" fmla="*/ 178688 w 178688"/>
                <a:gd name="connsiteY138" fmla="*/ 114754 h 188523"/>
                <a:gd name="connsiteX139" fmla="*/ 178688 w 178688"/>
                <a:gd name="connsiteY139" fmla="*/ 111475 h 188523"/>
                <a:gd name="connsiteX140" fmla="*/ 178688 w 178688"/>
                <a:gd name="connsiteY140" fmla="*/ 108196 h 188523"/>
                <a:gd name="connsiteX141" fmla="*/ 178688 w 178688"/>
                <a:gd name="connsiteY141" fmla="*/ 104917 h 188523"/>
                <a:gd name="connsiteX142" fmla="*/ 178688 w 178688"/>
                <a:gd name="connsiteY142" fmla="*/ 101639 h 188523"/>
                <a:gd name="connsiteX143" fmla="*/ 177048 w 178688"/>
                <a:gd name="connsiteY143" fmla="*/ 96721 h 188523"/>
                <a:gd name="connsiteX144" fmla="*/ 177048 w 178688"/>
                <a:gd name="connsiteY144" fmla="*/ 93442 h 188523"/>
                <a:gd name="connsiteX145" fmla="*/ 172130 w 178688"/>
                <a:gd name="connsiteY145" fmla="*/ 88524 h 188523"/>
                <a:gd name="connsiteX146" fmla="*/ 172130 w 178688"/>
                <a:gd name="connsiteY146" fmla="*/ 88524 h 188523"/>
                <a:gd name="connsiteX147" fmla="*/ 168851 w 178688"/>
                <a:gd name="connsiteY147" fmla="*/ 85246 h 188523"/>
                <a:gd name="connsiteX148" fmla="*/ 170491 w 178688"/>
                <a:gd name="connsiteY148" fmla="*/ 81967 h 188523"/>
                <a:gd name="connsiteX149" fmla="*/ 170491 w 178688"/>
                <a:gd name="connsiteY149" fmla="*/ 78688 h 188523"/>
                <a:gd name="connsiteX150" fmla="*/ 172130 w 178688"/>
                <a:gd name="connsiteY150" fmla="*/ 75410 h 188523"/>
                <a:gd name="connsiteX151" fmla="*/ 172130 w 178688"/>
                <a:gd name="connsiteY151" fmla="*/ 72131 h 188523"/>
                <a:gd name="connsiteX152" fmla="*/ 170491 w 178688"/>
                <a:gd name="connsiteY152" fmla="*/ 70491 h 188523"/>
                <a:gd name="connsiteX153" fmla="*/ 165574 w 178688"/>
                <a:gd name="connsiteY153" fmla="*/ 72131 h 188523"/>
                <a:gd name="connsiteX154" fmla="*/ 168851 w 178688"/>
                <a:gd name="connsiteY154" fmla="*/ 68852 h 188523"/>
                <a:gd name="connsiteX155" fmla="*/ 167213 w 178688"/>
                <a:gd name="connsiteY155" fmla="*/ 63934 h 188523"/>
                <a:gd name="connsiteX156" fmla="*/ 167213 w 178688"/>
                <a:gd name="connsiteY156" fmla="*/ 60656 h 188523"/>
                <a:gd name="connsiteX157" fmla="*/ 165574 w 178688"/>
                <a:gd name="connsiteY157" fmla="*/ 57377 h 188523"/>
                <a:gd name="connsiteX158" fmla="*/ 162295 w 178688"/>
                <a:gd name="connsiteY158" fmla="*/ 57377 h 188523"/>
                <a:gd name="connsiteX159" fmla="*/ 157377 w 178688"/>
                <a:gd name="connsiteY159" fmla="*/ 55737 h 188523"/>
                <a:gd name="connsiteX160" fmla="*/ 155737 w 178688"/>
                <a:gd name="connsiteY160" fmla="*/ 52459 h 188523"/>
                <a:gd name="connsiteX161" fmla="*/ 157377 w 178688"/>
                <a:gd name="connsiteY161" fmla="*/ 52459 h 188523"/>
                <a:gd name="connsiteX162" fmla="*/ 160655 w 178688"/>
                <a:gd name="connsiteY162" fmla="*/ 49180 h 188523"/>
                <a:gd name="connsiteX163" fmla="*/ 163934 w 178688"/>
                <a:gd name="connsiteY163" fmla="*/ 45901 h 188523"/>
                <a:gd name="connsiteX164" fmla="*/ 163934 w 178688"/>
                <a:gd name="connsiteY164" fmla="*/ 42623 h 188523"/>
                <a:gd name="connsiteX165" fmla="*/ 163934 w 178688"/>
                <a:gd name="connsiteY165" fmla="*/ 37705 h 188523"/>
                <a:gd name="connsiteX166" fmla="*/ 159016 w 178688"/>
                <a:gd name="connsiteY166" fmla="*/ 37705 h 188523"/>
                <a:gd name="connsiteX167" fmla="*/ 159016 w 178688"/>
                <a:gd name="connsiteY167" fmla="*/ 37705 h 188523"/>
                <a:gd name="connsiteX168" fmla="*/ 159016 w 178688"/>
                <a:gd name="connsiteY168" fmla="*/ 32787 h 188523"/>
                <a:gd name="connsiteX169" fmla="*/ 157377 w 178688"/>
                <a:gd name="connsiteY169" fmla="*/ 31147 h 188523"/>
                <a:gd name="connsiteX170" fmla="*/ 157377 w 178688"/>
                <a:gd name="connsiteY170" fmla="*/ 26229 h 188523"/>
                <a:gd name="connsiteX171" fmla="*/ 159016 w 178688"/>
                <a:gd name="connsiteY171" fmla="*/ 22951 h 188523"/>
                <a:gd name="connsiteX172" fmla="*/ 159016 w 178688"/>
                <a:gd name="connsiteY172" fmla="*/ 22951 h 188523"/>
                <a:gd name="connsiteX173" fmla="*/ 157377 w 178688"/>
                <a:gd name="connsiteY173" fmla="*/ 22951 h 188523"/>
                <a:gd name="connsiteX174" fmla="*/ 154098 w 178688"/>
                <a:gd name="connsiteY174" fmla="*/ 26229 h 188523"/>
                <a:gd name="connsiteX175" fmla="*/ 150819 w 178688"/>
                <a:gd name="connsiteY175" fmla="*/ 24590 h 188523"/>
                <a:gd name="connsiteX176" fmla="*/ 150819 w 178688"/>
                <a:gd name="connsiteY176" fmla="*/ 22951 h 188523"/>
                <a:gd name="connsiteX177" fmla="*/ 150819 w 178688"/>
                <a:gd name="connsiteY177" fmla="*/ 22951 h 188523"/>
                <a:gd name="connsiteX178" fmla="*/ 145901 w 178688"/>
                <a:gd name="connsiteY178" fmla="*/ 18033 h 188523"/>
                <a:gd name="connsiteX179" fmla="*/ 147540 w 178688"/>
                <a:gd name="connsiteY179" fmla="*/ 14754 h 188523"/>
                <a:gd name="connsiteX180" fmla="*/ 144261 w 178688"/>
                <a:gd name="connsiteY180" fmla="*/ 13114 h 188523"/>
                <a:gd name="connsiteX181" fmla="*/ 140984 w 178688"/>
                <a:gd name="connsiteY181" fmla="*/ 11476 h 188523"/>
                <a:gd name="connsiteX182" fmla="*/ 136065 w 178688"/>
                <a:gd name="connsiteY182" fmla="*/ 9836 h 188523"/>
                <a:gd name="connsiteX183" fmla="*/ 132787 w 178688"/>
                <a:gd name="connsiteY183" fmla="*/ 6557 h 188523"/>
                <a:gd name="connsiteX184" fmla="*/ 131147 w 178688"/>
                <a:gd name="connsiteY184" fmla="*/ 3279 h 188523"/>
                <a:gd name="connsiteX185" fmla="*/ 126229 w 178688"/>
                <a:gd name="connsiteY185" fmla="*/ 0 h 188523"/>
                <a:gd name="connsiteX186" fmla="*/ 126229 w 178688"/>
                <a:gd name="connsiteY186" fmla="*/ 4918 h 188523"/>
                <a:gd name="connsiteX187" fmla="*/ 126229 w 178688"/>
                <a:gd name="connsiteY187" fmla="*/ 8197 h 188523"/>
                <a:gd name="connsiteX188" fmla="*/ 127868 w 178688"/>
                <a:gd name="connsiteY188" fmla="*/ 13114 h 188523"/>
                <a:gd name="connsiteX189" fmla="*/ 129508 w 178688"/>
                <a:gd name="connsiteY189" fmla="*/ 16393 h 188523"/>
                <a:gd name="connsiteX190" fmla="*/ 131147 w 178688"/>
                <a:gd name="connsiteY190" fmla="*/ 21311 h 188523"/>
                <a:gd name="connsiteX191" fmla="*/ 131147 w 178688"/>
                <a:gd name="connsiteY191" fmla="*/ 26229 h 188523"/>
                <a:gd name="connsiteX192" fmla="*/ 132787 w 178688"/>
                <a:gd name="connsiteY192" fmla="*/ 29508 h 188523"/>
                <a:gd name="connsiteX193" fmla="*/ 132787 w 178688"/>
                <a:gd name="connsiteY193" fmla="*/ 32787 h 188523"/>
                <a:gd name="connsiteX194" fmla="*/ 132787 w 178688"/>
                <a:gd name="connsiteY194" fmla="*/ 36066 h 188523"/>
                <a:gd name="connsiteX195" fmla="*/ 131147 w 178688"/>
                <a:gd name="connsiteY195" fmla="*/ 37705 h 188523"/>
                <a:gd name="connsiteX196" fmla="*/ 126229 w 178688"/>
                <a:gd name="connsiteY196" fmla="*/ 36066 h 188523"/>
                <a:gd name="connsiteX197" fmla="*/ 122950 w 178688"/>
                <a:gd name="connsiteY197" fmla="*/ 36066 h 188523"/>
                <a:gd name="connsiteX198" fmla="*/ 119671 w 178688"/>
                <a:gd name="connsiteY198" fmla="*/ 32787 h 188523"/>
                <a:gd name="connsiteX199" fmla="*/ 119671 w 178688"/>
                <a:gd name="connsiteY199" fmla="*/ 36066 h 188523"/>
                <a:gd name="connsiteX200" fmla="*/ 119671 w 178688"/>
                <a:gd name="connsiteY200" fmla="*/ 39344 h 188523"/>
                <a:gd name="connsiteX201" fmla="*/ 119671 w 178688"/>
                <a:gd name="connsiteY201" fmla="*/ 42623 h 188523"/>
                <a:gd name="connsiteX202" fmla="*/ 114754 w 178688"/>
                <a:gd name="connsiteY202" fmla="*/ 42623 h 188523"/>
                <a:gd name="connsiteX203" fmla="*/ 111475 w 178688"/>
                <a:gd name="connsiteY203" fmla="*/ 37705 h 188523"/>
                <a:gd name="connsiteX204" fmla="*/ 108197 w 178688"/>
                <a:gd name="connsiteY204" fmla="*/ 36066 h 188523"/>
                <a:gd name="connsiteX205" fmla="*/ 104918 w 178688"/>
                <a:gd name="connsiteY205" fmla="*/ 37705 h 188523"/>
                <a:gd name="connsiteX206" fmla="*/ 104918 w 178688"/>
                <a:gd name="connsiteY206" fmla="*/ 40983 h 188523"/>
                <a:gd name="connsiteX207" fmla="*/ 104918 w 178688"/>
                <a:gd name="connsiteY207" fmla="*/ 45901 h 188523"/>
                <a:gd name="connsiteX208" fmla="*/ 104918 w 178688"/>
                <a:gd name="connsiteY208" fmla="*/ 49180 h 188523"/>
                <a:gd name="connsiteX209" fmla="*/ 104918 w 178688"/>
                <a:gd name="connsiteY209" fmla="*/ 52459 h 188523"/>
                <a:gd name="connsiteX210" fmla="*/ 104918 w 178688"/>
                <a:gd name="connsiteY210" fmla="*/ 55737 h 188523"/>
                <a:gd name="connsiteX211" fmla="*/ 101639 w 178688"/>
                <a:gd name="connsiteY211" fmla="*/ 59016 h 188523"/>
                <a:gd name="connsiteX212" fmla="*/ 101639 w 178688"/>
                <a:gd name="connsiteY212" fmla="*/ 57377 h 188523"/>
                <a:gd name="connsiteX213" fmla="*/ 96721 w 178688"/>
                <a:gd name="connsiteY213" fmla="*/ 57377 h 188523"/>
                <a:gd name="connsiteX214" fmla="*/ 93442 w 178688"/>
                <a:gd name="connsiteY214" fmla="*/ 52459 h 188523"/>
                <a:gd name="connsiteX215" fmla="*/ 90164 w 178688"/>
                <a:gd name="connsiteY215" fmla="*/ 54098 h 188523"/>
                <a:gd name="connsiteX216" fmla="*/ 88525 w 178688"/>
                <a:gd name="connsiteY216" fmla="*/ 59016 h 188523"/>
                <a:gd name="connsiteX217" fmla="*/ 86885 w 178688"/>
                <a:gd name="connsiteY217" fmla="*/ 62295 h 188523"/>
                <a:gd name="connsiteX218" fmla="*/ 86885 w 178688"/>
                <a:gd name="connsiteY218" fmla="*/ 65573 h 188523"/>
                <a:gd name="connsiteX219" fmla="*/ 86885 w 178688"/>
                <a:gd name="connsiteY219" fmla="*/ 68852 h 188523"/>
                <a:gd name="connsiteX220" fmla="*/ 83607 w 178688"/>
                <a:gd name="connsiteY220" fmla="*/ 72131 h 188523"/>
                <a:gd name="connsiteX221" fmla="*/ 80328 w 178688"/>
                <a:gd name="connsiteY221" fmla="*/ 72131 h 188523"/>
                <a:gd name="connsiteX222" fmla="*/ 77049 w 178688"/>
                <a:gd name="connsiteY222" fmla="*/ 72131 h 188523"/>
                <a:gd name="connsiteX223" fmla="*/ 73770 w 178688"/>
                <a:gd name="connsiteY223" fmla="*/ 75410 h 188523"/>
                <a:gd name="connsiteX224" fmla="*/ 68852 w 178688"/>
                <a:gd name="connsiteY224" fmla="*/ 78688 h 188523"/>
                <a:gd name="connsiteX225" fmla="*/ 65573 w 178688"/>
                <a:gd name="connsiteY225" fmla="*/ 81967 h 188523"/>
                <a:gd name="connsiteX226" fmla="*/ 63935 w 178688"/>
                <a:gd name="connsiteY226" fmla="*/ 81967 h 188523"/>
                <a:gd name="connsiteX227" fmla="*/ 63935 w 178688"/>
                <a:gd name="connsiteY227" fmla="*/ 80327 h 188523"/>
                <a:gd name="connsiteX228" fmla="*/ 65573 w 178688"/>
                <a:gd name="connsiteY228" fmla="*/ 78688 h 188523"/>
                <a:gd name="connsiteX229" fmla="*/ 68852 w 178688"/>
                <a:gd name="connsiteY229" fmla="*/ 77049 h 188523"/>
                <a:gd name="connsiteX230" fmla="*/ 68852 w 178688"/>
                <a:gd name="connsiteY230" fmla="*/ 77049 h 188523"/>
                <a:gd name="connsiteX231" fmla="*/ 72131 w 178688"/>
                <a:gd name="connsiteY231" fmla="*/ 73770 h 188523"/>
                <a:gd name="connsiteX232" fmla="*/ 72131 w 178688"/>
                <a:gd name="connsiteY232" fmla="*/ 70491 h 188523"/>
                <a:gd name="connsiteX233" fmla="*/ 70491 w 178688"/>
                <a:gd name="connsiteY233" fmla="*/ 67213 h 188523"/>
                <a:gd name="connsiteX234" fmla="*/ 70491 w 178688"/>
                <a:gd name="connsiteY234" fmla="*/ 63934 h 188523"/>
                <a:gd name="connsiteX235" fmla="*/ 68852 w 178688"/>
                <a:gd name="connsiteY235" fmla="*/ 59016 h 188523"/>
                <a:gd name="connsiteX236" fmla="*/ 67213 w 178688"/>
                <a:gd name="connsiteY236" fmla="*/ 55737 h 188523"/>
                <a:gd name="connsiteX237" fmla="*/ 62295 w 178688"/>
                <a:gd name="connsiteY237" fmla="*/ 52459 h 188523"/>
                <a:gd name="connsiteX238" fmla="*/ 59017 w 178688"/>
                <a:gd name="connsiteY238" fmla="*/ 55737 h 188523"/>
                <a:gd name="connsiteX239" fmla="*/ 59017 w 178688"/>
                <a:gd name="connsiteY239" fmla="*/ 54098 h 188523"/>
                <a:gd name="connsiteX240" fmla="*/ 55738 w 178688"/>
                <a:gd name="connsiteY240" fmla="*/ 49180 h 188523"/>
                <a:gd name="connsiteX241" fmla="*/ 52459 w 178688"/>
                <a:gd name="connsiteY241" fmla="*/ 49180 h 188523"/>
                <a:gd name="connsiteX242" fmla="*/ 52459 w 178688"/>
                <a:gd name="connsiteY242" fmla="*/ 52459 h 188523"/>
                <a:gd name="connsiteX243" fmla="*/ 50820 w 178688"/>
                <a:gd name="connsiteY243" fmla="*/ 54098 h 188523"/>
                <a:gd name="connsiteX244" fmla="*/ 49180 w 178688"/>
                <a:gd name="connsiteY244" fmla="*/ 57377 h 188523"/>
                <a:gd name="connsiteX245" fmla="*/ 45901 w 178688"/>
                <a:gd name="connsiteY245" fmla="*/ 57377 h 188523"/>
                <a:gd name="connsiteX246" fmla="*/ 42623 w 178688"/>
                <a:gd name="connsiteY246" fmla="*/ 57377 h 188523"/>
                <a:gd name="connsiteX247" fmla="*/ 37705 w 178688"/>
                <a:gd name="connsiteY247" fmla="*/ 60656 h 188523"/>
                <a:gd name="connsiteX248" fmla="*/ 37705 w 178688"/>
                <a:gd name="connsiteY248" fmla="*/ 63934 h 188523"/>
                <a:gd name="connsiteX249" fmla="*/ 36066 w 178688"/>
                <a:gd name="connsiteY249" fmla="*/ 68852 h 188523"/>
                <a:gd name="connsiteX250" fmla="*/ 37705 w 178688"/>
                <a:gd name="connsiteY250" fmla="*/ 70491 h 188523"/>
                <a:gd name="connsiteX251" fmla="*/ 34427 w 178688"/>
                <a:gd name="connsiteY251" fmla="*/ 75410 h 188523"/>
                <a:gd name="connsiteX252" fmla="*/ 31148 w 178688"/>
                <a:gd name="connsiteY252" fmla="*/ 75410 h 188523"/>
                <a:gd name="connsiteX253" fmla="*/ 27869 w 178688"/>
                <a:gd name="connsiteY253" fmla="*/ 75410 h 188523"/>
                <a:gd name="connsiteX254" fmla="*/ 22951 w 178688"/>
                <a:gd name="connsiteY254" fmla="*/ 77049 h 188523"/>
                <a:gd name="connsiteX255" fmla="*/ 19672 w 178688"/>
                <a:gd name="connsiteY255" fmla="*/ 78688 h 188523"/>
                <a:gd name="connsiteX256" fmla="*/ 19672 w 178688"/>
                <a:gd name="connsiteY256" fmla="*/ 77049 h 188523"/>
                <a:gd name="connsiteX257" fmla="*/ 14754 w 178688"/>
                <a:gd name="connsiteY257" fmla="*/ 78688 h 188523"/>
                <a:gd name="connsiteX258" fmla="*/ 14754 w 178688"/>
                <a:gd name="connsiteY258" fmla="*/ 78688 h 188523"/>
                <a:gd name="connsiteX259" fmla="*/ 11476 w 178688"/>
                <a:gd name="connsiteY259" fmla="*/ 80327 h 188523"/>
                <a:gd name="connsiteX260" fmla="*/ 9837 w 178688"/>
                <a:gd name="connsiteY260" fmla="*/ 81967 h 188523"/>
                <a:gd name="connsiteX261" fmla="*/ 8197 w 178688"/>
                <a:gd name="connsiteY261" fmla="*/ 85246 h 188523"/>
                <a:gd name="connsiteX262" fmla="*/ 4918 w 178688"/>
                <a:gd name="connsiteY262" fmla="*/ 90164 h 188523"/>
                <a:gd name="connsiteX263" fmla="*/ 6558 w 178688"/>
                <a:gd name="connsiteY263" fmla="*/ 93442 h 188523"/>
                <a:gd name="connsiteX264" fmla="*/ 6558 w 178688"/>
                <a:gd name="connsiteY264" fmla="*/ 95081 h 188523"/>
                <a:gd name="connsiteX265" fmla="*/ 8197 w 178688"/>
                <a:gd name="connsiteY265" fmla="*/ 100000 h 188523"/>
                <a:gd name="connsiteX266" fmla="*/ 4918 w 178688"/>
                <a:gd name="connsiteY266" fmla="*/ 103278 h 188523"/>
                <a:gd name="connsiteX267" fmla="*/ 4918 w 178688"/>
                <a:gd name="connsiteY267" fmla="*/ 106557 h 188523"/>
                <a:gd name="connsiteX268" fmla="*/ 4918 w 178688"/>
                <a:gd name="connsiteY268" fmla="*/ 109836 h 188523"/>
                <a:gd name="connsiteX269" fmla="*/ 1640 w 178688"/>
                <a:gd name="connsiteY269" fmla="*/ 114754 h 188523"/>
                <a:gd name="connsiteX270" fmla="*/ 0 w 178688"/>
                <a:gd name="connsiteY270" fmla="*/ 118032 h 188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178688" h="188523">
                  <a:moveTo>
                    <a:pt x="0" y="118032"/>
                  </a:moveTo>
                  <a:lnTo>
                    <a:pt x="0" y="119671"/>
                  </a:lnTo>
                  <a:lnTo>
                    <a:pt x="0" y="122950"/>
                  </a:lnTo>
                  <a:lnTo>
                    <a:pt x="3279" y="127868"/>
                  </a:lnTo>
                  <a:lnTo>
                    <a:pt x="6558" y="129508"/>
                  </a:lnTo>
                  <a:lnTo>
                    <a:pt x="11476" y="126229"/>
                  </a:lnTo>
                  <a:lnTo>
                    <a:pt x="11476" y="121311"/>
                  </a:lnTo>
                  <a:lnTo>
                    <a:pt x="13114" y="118032"/>
                  </a:lnTo>
                  <a:lnTo>
                    <a:pt x="13114" y="118032"/>
                  </a:lnTo>
                  <a:lnTo>
                    <a:pt x="13114" y="114754"/>
                  </a:lnTo>
                  <a:lnTo>
                    <a:pt x="14754" y="109836"/>
                  </a:lnTo>
                  <a:lnTo>
                    <a:pt x="18033" y="108196"/>
                  </a:lnTo>
                  <a:lnTo>
                    <a:pt x="16393" y="103278"/>
                  </a:lnTo>
                  <a:lnTo>
                    <a:pt x="19672" y="101639"/>
                  </a:lnTo>
                  <a:lnTo>
                    <a:pt x="19672" y="98360"/>
                  </a:lnTo>
                  <a:lnTo>
                    <a:pt x="21311" y="93442"/>
                  </a:lnTo>
                  <a:lnTo>
                    <a:pt x="26230" y="90164"/>
                  </a:lnTo>
                  <a:lnTo>
                    <a:pt x="29508" y="90164"/>
                  </a:lnTo>
                  <a:lnTo>
                    <a:pt x="32787" y="93442"/>
                  </a:lnTo>
                  <a:lnTo>
                    <a:pt x="32787" y="96721"/>
                  </a:lnTo>
                  <a:lnTo>
                    <a:pt x="32787" y="100000"/>
                  </a:lnTo>
                  <a:lnTo>
                    <a:pt x="36066" y="104917"/>
                  </a:lnTo>
                  <a:lnTo>
                    <a:pt x="36066" y="100000"/>
                  </a:lnTo>
                  <a:lnTo>
                    <a:pt x="40983" y="104917"/>
                  </a:lnTo>
                  <a:lnTo>
                    <a:pt x="40983" y="100000"/>
                  </a:lnTo>
                  <a:lnTo>
                    <a:pt x="40983" y="100000"/>
                  </a:lnTo>
                  <a:lnTo>
                    <a:pt x="42623" y="96721"/>
                  </a:lnTo>
                  <a:lnTo>
                    <a:pt x="45901" y="93442"/>
                  </a:lnTo>
                  <a:lnTo>
                    <a:pt x="47541" y="96721"/>
                  </a:lnTo>
                  <a:lnTo>
                    <a:pt x="44262" y="101639"/>
                  </a:lnTo>
                  <a:lnTo>
                    <a:pt x="49180" y="101639"/>
                  </a:lnTo>
                  <a:lnTo>
                    <a:pt x="52459" y="103278"/>
                  </a:lnTo>
                  <a:lnTo>
                    <a:pt x="54098" y="106557"/>
                  </a:lnTo>
                  <a:lnTo>
                    <a:pt x="57377" y="106557"/>
                  </a:lnTo>
                  <a:lnTo>
                    <a:pt x="55738" y="103278"/>
                  </a:lnTo>
                  <a:lnTo>
                    <a:pt x="54098" y="98360"/>
                  </a:lnTo>
                  <a:lnTo>
                    <a:pt x="59017" y="96721"/>
                  </a:lnTo>
                  <a:lnTo>
                    <a:pt x="57377" y="91803"/>
                  </a:lnTo>
                  <a:lnTo>
                    <a:pt x="59017" y="88524"/>
                  </a:lnTo>
                  <a:lnTo>
                    <a:pt x="63935" y="88524"/>
                  </a:lnTo>
                  <a:lnTo>
                    <a:pt x="67213" y="88524"/>
                  </a:lnTo>
                  <a:lnTo>
                    <a:pt x="68852" y="93442"/>
                  </a:lnTo>
                  <a:lnTo>
                    <a:pt x="73770" y="93442"/>
                  </a:lnTo>
                  <a:lnTo>
                    <a:pt x="77049" y="95081"/>
                  </a:lnTo>
                  <a:lnTo>
                    <a:pt x="80328" y="98360"/>
                  </a:lnTo>
                  <a:lnTo>
                    <a:pt x="83607" y="101639"/>
                  </a:lnTo>
                  <a:lnTo>
                    <a:pt x="85246" y="106557"/>
                  </a:lnTo>
                  <a:lnTo>
                    <a:pt x="88525" y="109836"/>
                  </a:lnTo>
                  <a:lnTo>
                    <a:pt x="88525" y="113114"/>
                  </a:lnTo>
                  <a:lnTo>
                    <a:pt x="86885" y="116393"/>
                  </a:lnTo>
                  <a:lnTo>
                    <a:pt x="85246" y="118032"/>
                  </a:lnTo>
                  <a:lnTo>
                    <a:pt x="81967" y="121311"/>
                  </a:lnTo>
                  <a:lnTo>
                    <a:pt x="80328" y="124590"/>
                  </a:lnTo>
                  <a:lnTo>
                    <a:pt x="78688" y="129508"/>
                  </a:lnTo>
                  <a:lnTo>
                    <a:pt x="78688" y="132786"/>
                  </a:lnTo>
                  <a:lnTo>
                    <a:pt x="81967" y="136065"/>
                  </a:lnTo>
                  <a:lnTo>
                    <a:pt x="81967" y="136065"/>
                  </a:lnTo>
                  <a:lnTo>
                    <a:pt x="83607" y="139344"/>
                  </a:lnTo>
                  <a:lnTo>
                    <a:pt x="83607" y="144261"/>
                  </a:lnTo>
                  <a:lnTo>
                    <a:pt x="83607" y="147540"/>
                  </a:lnTo>
                  <a:lnTo>
                    <a:pt x="85246" y="152458"/>
                  </a:lnTo>
                  <a:lnTo>
                    <a:pt x="86885" y="155737"/>
                  </a:lnTo>
                  <a:lnTo>
                    <a:pt x="90164" y="159016"/>
                  </a:lnTo>
                  <a:lnTo>
                    <a:pt x="93442" y="162294"/>
                  </a:lnTo>
                  <a:lnTo>
                    <a:pt x="96721" y="163934"/>
                  </a:lnTo>
                  <a:lnTo>
                    <a:pt x="98360" y="163934"/>
                  </a:lnTo>
                  <a:lnTo>
                    <a:pt x="101639" y="167213"/>
                  </a:lnTo>
                  <a:lnTo>
                    <a:pt x="106557" y="168851"/>
                  </a:lnTo>
                  <a:lnTo>
                    <a:pt x="109836" y="170491"/>
                  </a:lnTo>
                  <a:lnTo>
                    <a:pt x="113115" y="172130"/>
                  </a:lnTo>
                  <a:lnTo>
                    <a:pt x="118032" y="173770"/>
                  </a:lnTo>
                  <a:lnTo>
                    <a:pt x="121311" y="175409"/>
                  </a:lnTo>
                  <a:lnTo>
                    <a:pt x="124590" y="173770"/>
                  </a:lnTo>
                  <a:lnTo>
                    <a:pt x="126229" y="170491"/>
                  </a:lnTo>
                  <a:lnTo>
                    <a:pt x="126229" y="165573"/>
                  </a:lnTo>
                  <a:lnTo>
                    <a:pt x="131147" y="163934"/>
                  </a:lnTo>
                  <a:lnTo>
                    <a:pt x="132787" y="167213"/>
                  </a:lnTo>
                  <a:lnTo>
                    <a:pt x="132787" y="168851"/>
                  </a:lnTo>
                  <a:lnTo>
                    <a:pt x="131147" y="172130"/>
                  </a:lnTo>
                  <a:lnTo>
                    <a:pt x="129508" y="177048"/>
                  </a:lnTo>
                  <a:lnTo>
                    <a:pt x="129508" y="178688"/>
                  </a:lnTo>
                  <a:lnTo>
                    <a:pt x="132787" y="183606"/>
                  </a:lnTo>
                  <a:lnTo>
                    <a:pt x="134426" y="188524"/>
                  </a:lnTo>
                  <a:lnTo>
                    <a:pt x="134426" y="188524"/>
                  </a:lnTo>
                  <a:lnTo>
                    <a:pt x="137705" y="188524"/>
                  </a:lnTo>
                  <a:lnTo>
                    <a:pt x="139344" y="185245"/>
                  </a:lnTo>
                  <a:lnTo>
                    <a:pt x="142623" y="180327"/>
                  </a:lnTo>
                  <a:lnTo>
                    <a:pt x="144261" y="177048"/>
                  </a:lnTo>
                  <a:lnTo>
                    <a:pt x="147540" y="172130"/>
                  </a:lnTo>
                  <a:lnTo>
                    <a:pt x="147540" y="168851"/>
                  </a:lnTo>
                  <a:lnTo>
                    <a:pt x="149180" y="165573"/>
                  </a:lnTo>
                  <a:lnTo>
                    <a:pt x="149180" y="160655"/>
                  </a:lnTo>
                  <a:lnTo>
                    <a:pt x="147540" y="157376"/>
                  </a:lnTo>
                  <a:lnTo>
                    <a:pt x="145901" y="154098"/>
                  </a:lnTo>
                  <a:lnTo>
                    <a:pt x="142623" y="149180"/>
                  </a:lnTo>
                  <a:lnTo>
                    <a:pt x="142623" y="145901"/>
                  </a:lnTo>
                  <a:lnTo>
                    <a:pt x="139344" y="142622"/>
                  </a:lnTo>
                  <a:lnTo>
                    <a:pt x="134426" y="142622"/>
                  </a:lnTo>
                  <a:lnTo>
                    <a:pt x="134426" y="137704"/>
                  </a:lnTo>
                  <a:lnTo>
                    <a:pt x="134426" y="136065"/>
                  </a:lnTo>
                  <a:lnTo>
                    <a:pt x="136065" y="131147"/>
                  </a:lnTo>
                  <a:lnTo>
                    <a:pt x="137705" y="127868"/>
                  </a:lnTo>
                  <a:lnTo>
                    <a:pt x="139344" y="124590"/>
                  </a:lnTo>
                  <a:lnTo>
                    <a:pt x="142623" y="121311"/>
                  </a:lnTo>
                  <a:lnTo>
                    <a:pt x="142623" y="121311"/>
                  </a:lnTo>
                  <a:lnTo>
                    <a:pt x="144261" y="116393"/>
                  </a:lnTo>
                  <a:lnTo>
                    <a:pt x="144261" y="113114"/>
                  </a:lnTo>
                  <a:lnTo>
                    <a:pt x="147540" y="109836"/>
                  </a:lnTo>
                  <a:lnTo>
                    <a:pt x="150819" y="111475"/>
                  </a:lnTo>
                  <a:lnTo>
                    <a:pt x="152458" y="114754"/>
                  </a:lnTo>
                  <a:lnTo>
                    <a:pt x="152458" y="118032"/>
                  </a:lnTo>
                  <a:lnTo>
                    <a:pt x="155737" y="122950"/>
                  </a:lnTo>
                  <a:lnTo>
                    <a:pt x="155737" y="122950"/>
                  </a:lnTo>
                  <a:lnTo>
                    <a:pt x="155737" y="127868"/>
                  </a:lnTo>
                  <a:lnTo>
                    <a:pt x="160655" y="131147"/>
                  </a:lnTo>
                  <a:lnTo>
                    <a:pt x="160655" y="132786"/>
                  </a:lnTo>
                  <a:lnTo>
                    <a:pt x="162295" y="137704"/>
                  </a:lnTo>
                  <a:lnTo>
                    <a:pt x="160655" y="140983"/>
                  </a:lnTo>
                  <a:lnTo>
                    <a:pt x="162295" y="145901"/>
                  </a:lnTo>
                  <a:lnTo>
                    <a:pt x="163934" y="149180"/>
                  </a:lnTo>
                  <a:lnTo>
                    <a:pt x="165574" y="152458"/>
                  </a:lnTo>
                  <a:lnTo>
                    <a:pt x="167213" y="155737"/>
                  </a:lnTo>
                  <a:lnTo>
                    <a:pt x="167213" y="155737"/>
                  </a:lnTo>
                  <a:lnTo>
                    <a:pt x="167213" y="155737"/>
                  </a:lnTo>
                  <a:lnTo>
                    <a:pt x="167213" y="155737"/>
                  </a:lnTo>
                  <a:lnTo>
                    <a:pt x="167213" y="150819"/>
                  </a:lnTo>
                  <a:lnTo>
                    <a:pt x="167213" y="149180"/>
                  </a:lnTo>
                  <a:lnTo>
                    <a:pt x="167213" y="145901"/>
                  </a:lnTo>
                  <a:lnTo>
                    <a:pt x="167213" y="140983"/>
                  </a:lnTo>
                  <a:lnTo>
                    <a:pt x="167213" y="137704"/>
                  </a:lnTo>
                  <a:lnTo>
                    <a:pt x="167213" y="134426"/>
                  </a:lnTo>
                  <a:lnTo>
                    <a:pt x="163934" y="129508"/>
                  </a:lnTo>
                  <a:lnTo>
                    <a:pt x="168851" y="129508"/>
                  </a:lnTo>
                  <a:lnTo>
                    <a:pt x="172130" y="132786"/>
                  </a:lnTo>
                  <a:lnTo>
                    <a:pt x="168851" y="129508"/>
                  </a:lnTo>
                  <a:lnTo>
                    <a:pt x="172130" y="124590"/>
                  </a:lnTo>
                  <a:lnTo>
                    <a:pt x="175409" y="121311"/>
                  </a:lnTo>
                  <a:lnTo>
                    <a:pt x="177048" y="118032"/>
                  </a:lnTo>
                  <a:lnTo>
                    <a:pt x="178688" y="114754"/>
                  </a:lnTo>
                  <a:lnTo>
                    <a:pt x="178688" y="111475"/>
                  </a:lnTo>
                  <a:lnTo>
                    <a:pt x="178688" y="108196"/>
                  </a:lnTo>
                  <a:lnTo>
                    <a:pt x="178688" y="104917"/>
                  </a:lnTo>
                  <a:lnTo>
                    <a:pt x="178688" y="101639"/>
                  </a:lnTo>
                  <a:lnTo>
                    <a:pt x="177048" y="96721"/>
                  </a:lnTo>
                  <a:lnTo>
                    <a:pt x="177048" y="93442"/>
                  </a:lnTo>
                  <a:lnTo>
                    <a:pt x="172130" y="88524"/>
                  </a:lnTo>
                  <a:lnTo>
                    <a:pt x="172130" y="88524"/>
                  </a:lnTo>
                  <a:lnTo>
                    <a:pt x="168851" y="85246"/>
                  </a:lnTo>
                  <a:lnTo>
                    <a:pt x="170491" y="81967"/>
                  </a:lnTo>
                  <a:lnTo>
                    <a:pt x="170491" y="78688"/>
                  </a:lnTo>
                  <a:lnTo>
                    <a:pt x="172130" y="75410"/>
                  </a:lnTo>
                  <a:lnTo>
                    <a:pt x="172130" y="72131"/>
                  </a:lnTo>
                  <a:lnTo>
                    <a:pt x="170491" y="70491"/>
                  </a:lnTo>
                  <a:lnTo>
                    <a:pt x="165574" y="72131"/>
                  </a:lnTo>
                  <a:lnTo>
                    <a:pt x="168851" y="68852"/>
                  </a:lnTo>
                  <a:lnTo>
                    <a:pt x="167213" y="63934"/>
                  </a:lnTo>
                  <a:lnTo>
                    <a:pt x="167213" y="60656"/>
                  </a:lnTo>
                  <a:lnTo>
                    <a:pt x="165574" y="57377"/>
                  </a:lnTo>
                  <a:lnTo>
                    <a:pt x="162295" y="57377"/>
                  </a:lnTo>
                  <a:lnTo>
                    <a:pt x="157377" y="55737"/>
                  </a:lnTo>
                  <a:lnTo>
                    <a:pt x="155737" y="52459"/>
                  </a:lnTo>
                  <a:lnTo>
                    <a:pt x="157377" y="52459"/>
                  </a:lnTo>
                  <a:lnTo>
                    <a:pt x="160655" y="49180"/>
                  </a:lnTo>
                  <a:lnTo>
                    <a:pt x="163934" y="45901"/>
                  </a:lnTo>
                  <a:lnTo>
                    <a:pt x="163934" y="42623"/>
                  </a:lnTo>
                  <a:lnTo>
                    <a:pt x="163934" y="37705"/>
                  </a:lnTo>
                  <a:lnTo>
                    <a:pt x="159016" y="37705"/>
                  </a:lnTo>
                  <a:lnTo>
                    <a:pt x="159016" y="37705"/>
                  </a:lnTo>
                  <a:lnTo>
                    <a:pt x="159016" y="32787"/>
                  </a:lnTo>
                  <a:lnTo>
                    <a:pt x="157377" y="31147"/>
                  </a:lnTo>
                  <a:lnTo>
                    <a:pt x="157377" y="26229"/>
                  </a:lnTo>
                  <a:lnTo>
                    <a:pt x="159016" y="22951"/>
                  </a:lnTo>
                  <a:lnTo>
                    <a:pt x="159016" y="22951"/>
                  </a:lnTo>
                  <a:lnTo>
                    <a:pt x="157377" y="22951"/>
                  </a:lnTo>
                  <a:lnTo>
                    <a:pt x="154098" y="26229"/>
                  </a:lnTo>
                  <a:lnTo>
                    <a:pt x="150819" y="24590"/>
                  </a:lnTo>
                  <a:lnTo>
                    <a:pt x="150819" y="22951"/>
                  </a:lnTo>
                  <a:lnTo>
                    <a:pt x="150819" y="22951"/>
                  </a:lnTo>
                  <a:lnTo>
                    <a:pt x="145901" y="18033"/>
                  </a:lnTo>
                  <a:lnTo>
                    <a:pt x="147540" y="14754"/>
                  </a:lnTo>
                  <a:lnTo>
                    <a:pt x="144261" y="13114"/>
                  </a:lnTo>
                  <a:lnTo>
                    <a:pt x="140984" y="11476"/>
                  </a:lnTo>
                  <a:lnTo>
                    <a:pt x="136065" y="9836"/>
                  </a:lnTo>
                  <a:lnTo>
                    <a:pt x="132787" y="6557"/>
                  </a:lnTo>
                  <a:lnTo>
                    <a:pt x="131147" y="3279"/>
                  </a:lnTo>
                  <a:lnTo>
                    <a:pt x="126229" y="0"/>
                  </a:lnTo>
                  <a:lnTo>
                    <a:pt x="126229" y="4918"/>
                  </a:lnTo>
                  <a:lnTo>
                    <a:pt x="126229" y="8197"/>
                  </a:lnTo>
                  <a:lnTo>
                    <a:pt x="127868" y="13114"/>
                  </a:lnTo>
                  <a:lnTo>
                    <a:pt x="129508" y="16393"/>
                  </a:lnTo>
                  <a:lnTo>
                    <a:pt x="131147" y="21311"/>
                  </a:lnTo>
                  <a:lnTo>
                    <a:pt x="131147" y="26229"/>
                  </a:lnTo>
                  <a:lnTo>
                    <a:pt x="132787" y="29508"/>
                  </a:lnTo>
                  <a:lnTo>
                    <a:pt x="132787" y="32787"/>
                  </a:lnTo>
                  <a:lnTo>
                    <a:pt x="132787" y="36066"/>
                  </a:lnTo>
                  <a:lnTo>
                    <a:pt x="131147" y="37705"/>
                  </a:lnTo>
                  <a:lnTo>
                    <a:pt x="126229" y="36066"/>
                  </a:lnTo>
                  <a:lnTo>
                    <a:pt x="122950" y="36066"/>
                  </a:lnTo>
                  <a:lnTo>
                    <a:pt x="119671" y="32787"/>
                  </a:lnTo>
                  <a:lnTo>
                    <a:pt x="119671" y="36066"/>
                  </a:lnTo>
                  <a:lnTo>
                    <a:pt x="119671" y="39344"/>
                  </a:lnTo>
                  <a:lnTo>
                    <a:pt x="119671" y="42623"/>
                  </a:lnTo>
                  <a:lnTo>
                    <a:pt x="114754" y="42623"/>
                  </a:lnTo>
                  <a:lnTo>
                    <a:pt x="111475" y="37705"/>
                  </a:lnTo>
                  <a:lnTo>
                    <a:pt x="108197" y="36066"/>
                  </a:lnTo>
                  <a:lnTo>
                    <a:pt x="104918" y="37705"/>
                  </a:lnTo>
                  <a:lnTo>
                    <a:pt x="104918" y="40983"/>
                  </a:lnTo>
                  <a:lnTo>
                    <a:pt x="104918" y="45901"/>
                  </a:lnTo>
                  <a:lnTo>
                    <a:pt x="104918" y="49180"/>
                  </a:lnTo>
                  <a:lnTo>
                    <a:pt x="104918" y="52459"/>
                  </a:lnTo>
                  <a:lnTo>
                    <a:pt x="104918" y="55737"/>
                  </a:lnTo>
                  <a:lnTo>
                    <a:pt x="101639" y="59016"/>
                  </a:lnTo>
                  <a:lnTo>
                    <a:pt x="101639" y="57377"/>
                  </a:lnTo>
                  <a:lnTo>
                    <a:pt x="96721" y="57377"/>
                  </a:lnTo>
                  <a:lnTo>
                    <a:pt x="93442" y="52459"/>
                  </a:lnTo>
                  <a:lnTo>
                    <a:pt x="90164" y="54098"/>
                  </a:lnTo>
                  <a:lnTo>
                    <a:pt x="88525" y="59016"/>
                  </a:lnTo>
                  <a:lnTo>
                    <a:pt x="86885" y="62295"/>
                  </a:lnTo>
                  <a:lnTo>
                    <a:pt x="86885" y="65573"/>
                  </a:lnTo>
                  <a:lnTo>
                    <a:pt x="86885" y="68852"/>
                  </a:lnTo>
                  <a:lnTo>
                    <a:pt x="83607" y="72131"/>
                  </a:lnTo>
                  <a:lnTo>
                    <a:pt x="80328" y="72131"/>
                  </a:lnTo>
                  <a:lnTo>
                    <a:pt x="77049" y="72131"/>
                  </a:lnTo>
                  <a:lnTo>
                    <a:pt x="73770" y="75410"/>
                  </a:lnTo>
                  <a:lnTo>
                    <a:pt x="68852" y="78688"/>
                  </a:lnTo>
                  <a:lnTo>
                    <a:pt x="65573" y="81967"/>
                  </a:lnTo>
                  <a:lnTo>
                    <a:pt x="63935" y="81967"/>
                  </a:lnTo>
                  <a:lnTo>
                    <a:pt x="63935" y="80327"/>
                  </a:lnTo>
                  <a:lnTo>
                    <a:pt x="65573" y="78688"/>
                  </a:lnTo>
                  <a:lnTo>
                    <a:pt x="68852" y="77049"/>
                  </a:lnTo>
                  <a:lnTo>
                    <a:pt x="68852" y="77049"/>
                  </a:lnTo>
                  <a:lnTo>
                    <a:pt x="72131" y="73770"/>
                  </a:lnTo>
                  <a:lnTo>
                    <a:pt x="72131" y="70491"/>
                  </a:lnTo>
                  <a:lnTo>
                    <a:pt x="70491" y="67213"/>
                  </a:lnTo>
                  <a:lnTo>
                    <a:pt x="70491" y="63934"/>
                  </a:lnTo>
                  <a:lnTo>
                    <a:pt x="68852" y="59016"/>
                  </a:lnTo>
                  <a:lnTo>
                    <a:pt x="67213" y="55737"/>
                  </a:lnTo>
                  <a:lnTo>
                    <a:pt x="62295" y="52459"/>
                  </a:lnTo>
                  <a:lnTo>
                    <a:pt x="59017" y="55737"/>
                  </a:lnTo>
                  <a:lnTo>
                    <a:pt x="59017" y="54098"/>
                  </a:lnTo>
                  <a:lnTo>
                    <a:pt x="55738" y="49180"/>
                  </a:lnTo>
                  <a:lnTo>
                    <a:pt x="52459" y="49180"/>
                  </a:lnTo>
                  <a:lnTo>
                    <a:pt x="52459" y="52459"/>
                  </a:lnTo>
                  <a:lnTo>
                    <a:pt x="50820" y="54098"/>
                  </a:lnTo>
                  <a:lnTo>
                    <a:pt x="49180" y="57377"/>
                  </a:lnTo>
                  <a:lnTo>
                    <a:pt x="45901" y="57377"/>
                  </a:lnTo>
                  <a:lnTo>
                    <a:pt x="42623" y="57377"/>
                  </a:lnTo>
                  <a:lnTo>
                    <a:pt x="37705" y="60656"/>
                  </a:lnTo>
                  <a:lnTo>
                    <a:pt x="37705" y="63934"/>
                  </a:lnTo>
                  <a:lnTo>
                    <a:pt x="36066" y="68852"/>
                  </a:lnTo>
                  <a:lnTo>
                    <a:pt x="37705" y="70491"/>
                  </a:lnTo>
                  <a:lnTo>
                    <a:pt x="34427" y="75410"/>
                  </a:lnTo>
                  <a:lnTo>
                    <a:pt x="31148" y="75410"/>
                  </a:lnTo>
                  <a:lnTo>
                    <a:pt x="27869" y="75410"/>
                  </a:lnTo>
                  <a:lnTo>
                    <a:pt x="22951" y="77049"/>
                  </a:lnTo>
                  <a:lnTo>
                    <a:pt x="19672" y="78688"/>
                  </a:lnTo>
                  <a:lnTo>
                    <a:pt x="19672" y="77049"/>
                  </a:lnTo>
                  <a:lnTo>
                    <a:pt x="14754" y="78688"/>
                  </a:lnTo>
                  <a:lnTo>
                    <a:pt x="14754" y="78688"/>
                  </a:lnTo>
                  <a:lnTo>
                    <a:pt x="11476" y="80327"/>
                  </a:lnTo>
                  <a:lnTo>
                    <a:pt x="9837" y="81967"/>
                  </a:lnTo>
                  <a:lnTo>
                    <a:pt x="8197" y="85246"/>
                  </a:lnTo>
                  <a:lnTo>
                    <a:pt x="4918" y="90164"/>
                  </a:lnTo>
                  <a:lnTo>
                    <a:pt x="6558" y="93442"/>
                  </a:lnTo>
                  <a:lnTo>
                    <a:pt x="6558" y="95081"/>
                  </a:lnTo>
                  <a:lnTo>
                    <a:pt x="8197" y="100000"/>
                  </a:lnTo>
                  <a:lnTo>
                    <a:pt x="4918" y="103278"/>
                  </a:lnTo>
                  <a:lnTo>
                    <a:pt x="4918" y="106557"/>
                  </a:lnTo>
                  <a:lnTo>
                    <a:pt x="4918" y="109836"/>
                  </a:lnTo>
                  <a:lnTo>
                    <a:pt x="1640" y="114754"/>
                  </a:lnTo>
                  <a:lnTo>
                    <a:pt x="0" y="11803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33" name="Freeform 3732">
              <a:extLst>
                <a:ext uri="{FF2B5EF4-FFF2-40B4-BE49-F238E27FC236}">
                  <a16:creationId xmlns:a16="http://schemas.microsoft.com/office/drawing/2014/main" id="{0A753C19-65D5-2F4A-8DA4-E920BF4E24D5}"/>
                </a:ext>
              </a:extLst>
            </p:cNvPr>
            <p:cNvSpPr/>
            <p:nvPr/>
          </p:nvSpPr>
          <p:spPr>
            <a:xfrm>
              <a:off x="10059916" y="3570637"/>
              <a:ext cx="11475" cy="9835"/>
            </a:xfrm>
            <a:custGeom>
              <a:avLst/>
              <a:gdLst>
                <a:gd name="connsiteX0" fmla="*/ 4918 w 11475"/>
                <a:gd name="connsiteY0" fmla="*/ 0 h 9835"/>
                <a:gd name="connsiteX1" fmla="*/ 0 w 11475"/>
                <a:gd name="connsiteY1" fmla="*/ 3279 h 9835"/>
                <a:gd name="connsiteX2" fmla="*/ 4918 w 11475"/>
                <a:gd name="connsiteY2" fmla="*/ 6557 h 9835"/>
                <a:gd name="connsiteX3" fmla="*/ 8197 w 11475"/>
                <a:gd name="connsiteY3" fmla="*/ 9836 h 9835"/>
                <a:gd name="connsiteX4" fmla="*/ 9837 w 11475"/>
                <a:gd name="connsiteY4" fmla="*/ 9836 h 9835"/>
                <a:gd name="connsiteX5" fmla="*/ 11476 w 11475"/>
                <a:gd name="connsiteY5" fmla="*/ 6557 h 9835"/>
                <a:gd name="connsiteX6" fmla="*/ 11476 w 11475"/>
                <a:gd name="connsiteY6" fmla="*/ 3279 h 9835"/>
                <a:gd name="connsiteX7" fmla="*/ 6558 w 11475"/>
                <a:gd name="connsiteY7" fmla="*/ 0 h 9835"/>
                <a:gd name="connsiteX8" fmla="*/ 4918 w 11475"/>
                <a:gd name="connsiteY8" fmla="*/ 0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75" h="9835">
                  <a:moveTo>
                    <a:pt x="4918" y="0"/>
                  </a:moveTo>
                  <a:lnTo>
                    <a:pt x="0" y="3279"/>
                  </a:lnTo>
                  <a:lnTo>
                    <a:pt x="4918" y="6557"/>
                  </a:lnTo>
                  <a:lnTo>
                    <a:pt x="8197" y="9836"/>
                  </a:lnTo>
                  <a:lnTo>
                    <a:pt x="9837" y="9836"/>
                  </a:lnTo>
                  <a:lnTo>
                    <a:pt x="11476" y="6557"/>
                  </a:lnTo>
                  <a:lnTo>
                    <a:pt x="11476" y="3279"/>
                  </a:lnTo>
                  <a:lnTo>
                    <a:pt x="6558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34" name="Freeform 3733">
              <a:extLst>
                <a:ext uri="{FF2B5EF4-FFF2-40B4-BE49-F238E27FC236}">
                  <a16:creationId xmlns:a16="http://schemas.microsoft.com/office/drawing/2014/main" id="{57EC0CFB-F5D5-1843-9BAC-A899B361A73E}"/>
                </a:ext>
              </a:extLst>
            </p:cNvPr>
            <p:cNvSpPr/>
            <p:nvPr/>
          </p:nvSpPr>
          <p:spPr>
            <a:xfrm>
              <a:off x="10069752" y="3637850"/>
              <a:ext cx="40983" cy="85245"/>
            </a:xfrm>
            <a:custGeom>
              <a:avLst/>
              <a:gdLst>
                <a:gd name="connsiteX0" fmla="*/ 9836 w 40983"/>
                <a:gd name="connsiteY0" fmla="*/ 68852 h 85245"/>
                <a:gd name="connsiteX1" fmla="*/ 9836 w 40983"/>
                <a:gd name="connsiteY1" fmla="*/ 68852 h 85245"/>
                <a:gd name="connsiteX2" fmla="*/ 13114 w 40983"/>
                <a:gd name="connsiteY2" fmla="*/ 70492 h 85245"/>
                <a:gd name="connsiteX3" fmla="*/ 16393 w 40983"/>
                <a:gd name="connsiteY3" fmla="*/ 72131 h 85245"/>
                <a:gd name="connsiteX4" fmla="*/ 19671 w 40983"/>
                <a:gd name="connsiteY4" fmla="*/ 73770 h 85245"/>
                <a:gd name="connsiteX5" fmla="*/ 21311 w 40983"/>
                <a:gd name="connsiteY5" fmla="*/ 77049 h 85245"/>
                <a:gd name="connsiteX6" fmla="*/ 22950 w 40983"/>
                <a:gd name="connsiteY6" fmla="*/ 81967 h 85245"/>
                <a:gd name="connsiteX7" fmla="*/ 26229 w 40983"/>
                <a:gd name="connsiteY7" fmla="*/ 85246 h 85245"/>
                <a:gd name="connsiteX8" fmla="*/ 27868 w 40983"/>
                <a:gd name="connsiteY8" fmla="*/ 85246 h 85245"/>
                <a:gd name="connsiteX9" fmla="*/ 31147 w 40983"/>
                <a:gd name="connsiteY9" fmla="*/ 85246 h 85245"/>
                <a:gd name="connsiteX10" fmla="*/ 34426 w 40983"/>
                <a:gd name="connsiteY10" fmla="*/ 81967 h 85245"/>
                <a:gd name="connsiteX11" fmla="*/ 36065 w 40983"/>
                <a:gd name="connsiteY11" fmla="*/ 77049 h 85245"/>
                <a:gd name="connsiteX12" fmla="*/ 37705 w 40983"/>
                <a:gd name="connsiteY12" fmla="*/ 73770 h 85245"/>
                <a:gd name="connsiteX13" fmla="*/ 34426 w 40983"/>
                <a:gd name="connsiteY13" fmla="*/ 68852 h 85245"/>
                <a:gd name="connsiteX14" fmla="*/ 31147 w 40983"/>
                <a:gd name="connsiteY14" fmla="*/ 65573 h 85245"/>
                <a:gd name="connsiteX15" fmla="*/ 31147 w 40983"/>
                <a:gd name="connsiteY15" fmla="*/ 62295 h 85245"/>
                <a:gd name="connsiteX16" fmla="*/ 29508 w 40983"/>
                <a:gd name="connsiteY16" fmla="*/ 59016 h 85245"/>
                <a:gd name="connsiteX17" fmla="*/ 29508 w 40983"/>
                <a:gd name="connsiteY17" fmla="*/ 54098 h 85245"/>
                <a:gd name="connsiteX18" fmla="*/ 29508 w 40983"/>
                <a:gd name="connsiteY18" fmla="*/ 50820 h 85245"/>
                <a:gd name="connsiteX19" fmla="*/ 29508 w 40983"/>
                <a:gd name="connsiteY19" fmla="*/ 47541 h 85245"/>
                <a:gd name="connsiteX20" fmla="*/ 31147 w 40983"/>
                <a:gd name="connsiteY20" fmla="*/ 42623 h 85245"/>
                <a:gd name="connsiteX21" fmla="*/ 32787 w 40983"/>
                <a:gd name="connsiteY21" fmla="*/ 40983 h 85245"/>
                <a:gd name="connsiteX22" fmla="*/ 32787 w 40983"/>
                <a:gd name="connsiteY22" fmla="*/ 37705 h 85245"/>
                <a:gd name="connsiteX23" fmla="*/ 34426 w 40983"/>
                <a:gd name="connsiteY23" fmla="*/ 32787 h 85245"/>
                <a:gd name="connsiteX24" fmla="*/ 34426 w 40983"/>
                <a:gd name="connsiteY24" fmla="*/ 29508 h 85245"/>
                <a:gd name="connsiteX25" fmla="*/ 34426 w 40983"/>
                <a:gd name="connsiteY25" fmla="*/ 26229 h 85245"/>
                <a:gd name="connsiteX26" fmla="*/ 37705 w 40983"/>
                <a:gd name="connsiteY26" fmla="*/ 21312 h 85245"/>
                <a:gd name="connsiteX27" fmla="*/ 39343 w 40983"/>
                <a:gd name="connsiteY27" fmla="*/ 18033 h 85245"/>
                <a:gd name="connsiteX28" fmla="*/ 39343 w 40983"/>
                <a:gd name="connsiteY28" fmla="*/ 13115 h 85245"/>
                <a:gd name="connsiteX29" fmla="*/ 40983 w 40983"/>
                <a:gd name="connsiteY29" fmla="*/ 9836 h 85245"/>
                <a:gd name="connsiteX30" fmla="*/ 39343 w 40983"/>
                <a:gd name="connsiteY30" fmla="*/ 6557 h 85245"/>
                <a:gd name="connsiteX31" fmla="*/ 37705 w 40983"/>
                <a:gd name="connsiteY31" fmla="*/ 1639 h 85245"/>
                <a:gd name="connsiteX32" fmla="*/ 34426 w 40983"/>
                <a:gd name="connsiteY32" fmla="*/ 1639 h 85245"/>
                <a:gd name="connsiteX33" fmla="*/ 32787 w 40983"/>
                <a:gd name="connsiteY33" fmla="*/ 1639 h 85245"/>
                <a:gd name="connsiteX34" fmla="*/ 31147 w 40983"/>
                <a:gd name="connsiteY34" fmla="*/ 1639 h 85245"/>
                <a:gd name="connsiteX35" fmla="*/ 27868 w 40983"/>
                <a:gd name="connsiteY35" fmla="*/ 0 h 85245"/>
                <a:gd name="connsiteX36" fmla="*/ 24590 w 40983"/>
                <a:gd name="connsiteY36" fmla="*/ 0 h 85245"/>
                <a:gd name="connsiteX37" fmla="*/ 19671 w 40983"/>
                <a:gd name="connsiteY37" fmla="*/ 1639 h 85245"/>
                <a:gd name="connsiteX38" fmla="*/ 18032 w 40983"/>
                <a:gd name="connsiteY38" fmla="*/ 4918 h 85245"/>
                <a:gd name="connsiteX39" fmla="*/ 18032 w 40983"/>
                <a:gd name="connsiteY39" fmla="*/ 8197 h 85245"/>
                <a:gd name="connsiteX40" fmla="*/ 18032 w 40983"/>
                <a:gd name="connsiteY40" fmla="*/ 11476 h 85245"/>
                <a:gd name="connsiteX41" fmla="*/ 18032 w 40983"/>
                <a:gd name="connsiteY41" fmla="*/ 14754 h 85245"/>
                <a:gd name="connsiteX42" fmla="*/ 14753 w 40983"/>
                <a:gd name="connsiteY42" fmla="*/ 19672 h 85245"/>
                <a:gd name="connsiteX43" fmla="*/ 13114 w 40983"/>
                <a:gd name="connsiteY43" fmla="*/ 21312 h 85245"/>
                <a:gd name="connsiteX44" fmla="*/ 16393 w 40983"/>
                <a:gd name="connsiteY44" fmla="*/ 26229 h 85245"/>
                <a:gd name="connsiteX45" fmla="*/ 16393 w 40983"/>
                <a:gd name="connsiteY45" fmla="*/ 29508 h 85245"/>
                <a:gd name="connsiteX46" fmla="*/ 16393 w 40983"/>
                <a:gd name="connsiteY46" fmla="*/ 32787 h 85245"/>
                <a:gd name="connsiteX47" fmla="*/ 16393 w 40983"/>
                <a:gd name="connsiteY47" fmla="*/ 36066 h 85245"/>
                <a:gd name="connsiteX48" fmla="*/ 16393 w 40983"/>
                <a:gd name="connsiteY48" fmla="*/ 39344 h 85245"/>
                <a:gd name="connsiteX49" fmla="*/ 13114 w 40983"/>
                <a:gd name="connsiteY49" fmla="*/ 42623 h 85245"/>
                <a:gd name="connsiteX50" fmla="*/ 11475 w 40983"/>
                <a:gd name="connsiteY50" fmla="*/ 42623 h 85245"/>
                <a:gd name="connsiteX51" fmla="*/ 9836 w 40983"/>
                <a:gd name="connsiteY51" fmla="*/ 44262 h 85245"/>
                <a:gd name="connsiteX52" fmla="*/ 6557 w 40983"/>
                <a:gd name="connsiteY52" fmla="*/ 44262 h 85245"/>
                <a:gd name="connsiteX53" fmla="*/ 1639 w 40983"/>
                <a:gd name="connsiteY53" fmla="*/ 44262 h 85245"/>
                <a:gd name="connsiteX54" fmla="*/ 1639 w 40983"/>
                <a:gd name="connsiteY54" fmla="*/ 49180 h 85245"/>
                <a:gd name="connsiteX55" fmla="*/ 0 w 40983"/>
                <a:gd name="connsiteY55" fmla="*/ 52459 h 85245"/>
                <a:gd name="connsiteX56" fmla="*/ 1639 w 40983"/>
                <a:gd name="connsiteY56" fmla="*/ 55737 h 85245"/>
                <a:gd name="connsiteX57" fmla="*/ 3278 w 40983"/>
                <a:gd name="connsiteY57" fmla="*/ 60656 h 85245"/>
                <a:gd name="connsiteX58" fmla="*/ 6557 w 40983"/>
                <a:gd name="connsiteY58" fmla="*/ 63934 h 85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0983" h="85245">
                  <a:moveTo>
                    <a:pt x="9836" y="68852"/>
                  </a:moveTo>
                  <a:lnTo>
                    <a:pt x="9836" y="68852"/>
                  </a:lnTo>
                  <a:lnTo>
                    <a:pt x="13114" y="70492"/>
                  </a:lnTo>
                  <a:lnTo>
                    <a:pt x="16393" y="72131"/>
                  </a:lnTo>
                  <a:lnTo>
                    <a:pt x="19671" y="73770"/>
                  </a:lnTo>
                  <a:lnTo>
                    <a:pt x="21311" y="77049"/>
                  </a:lnTo>
                  <a:lnTo>
                    <a:pt x="22950" y="81967"/>
                  </a:lnTo>
                  <a:lnTo>
                    <a:pt x="26229" y="85246"/>
                  </a:lnTo>
                  <a:lnTo>
                    <a:pt x="27868" y="85246"/>
                  </a:lnTo>
                  <a:lnTo>
                    <a:pt x="31147" y="85246"/>
                  </a:lnTo>
                  <a:lnTo>
                    <a:pt x="34426" y="81967"/>
                  </a:lnTo>
                  <a:lnTo>
                    <a:pt x="36065" y="77049"/>
                  </a:lnTo>
                  <a:lnTo>
                    <a:pt x="37705" y="73770"/>
                  </a:lnTo>
                  <a:lnTo>
                    <a:pt x="34426" y="68852"/>
                  </a:lnTo>
                  <a:lnTo>
                    <a:pt x="31147" y="65573"/>
                  </a:lnTo>
                  <a:lnTo>
                    <a:pt x="31147" y="62295"/>
                  </a:lnTo>
                  <a:lnTo>
                    <a:pt x="29508" y="59016"/>
                  </a:lnTo>
                  <a:lnTo>
                    <a:pt x="29508" y="54098"/>
                  </a:lnTo>
                  <a:lnTo>
                    <a:pt x="29508" y="50820"/>
                  </a:lnTo>
                  <a:lnTo>
                    <a:pt x="29508" y="47541"/>
                  </a:lnTo>
                  <a:lnTo>
                    <a:pt x="31147" y="42623"/>
                  </a:lnTo>
                  <a:lnTo>
                    <a:pt x="32787" y="40983"/>
                  </a:lnTo>
                  <a:lnTo>
                    <a:pt x="32787" y="37705"/>
                  </a:lnTo>
                  <a:lnTo>
                    <a:pt x="34426" y="32787"/>
                  </a:lnTo>
                  <a:lnTo>
                    <a:pt x="34426" y="29508"/>
                  </a:lnTo>
                  <a:lnTo>
                    <a:pt x="34426" y="26229"/>
                  </a:lnTo>
                  <a:lnTo>
                    <a:pt x="37705" y="21312"/>
                  </a:lnTo>
                  <a:lnTo>
                    <a:pt x="39343" y="18033"/>
                  </a:lnTo>
                  <a:lnTo>
                    <a:pt x="39343" y="13115"/>
                  </a:lnTo>
                  <a:lnTo>
                    <a:pt x="40983" y="9836"/>
                  </a:lnTo>
                  <a:lnTo>
                    <a:pt x="39343" y="6557"/>
                  </a:lnTo>
                  <a:lnTo>
                    <a:pt x="37705" y="1639"/>
                  </a:lnTo>
                  <a:lnTo>
                    <a:pt x="34426" y="1639"/>
                  </a:lnTo>
                  <a:lnTo>
                    <a:pt x="32787" y="1639"/>
                  </a:lnTo>
                  <a:lnTo>
                    <a:pt x="31147" y="1639"/>
                  </a:lnTo>
                  <a:lnTo>
                    <a:pt x="27868" y="0"/>
                  </a:lnTo>
                  <a:lnTo>
                    <a:pt x="24590" y="0"/>
                  </a:lnTo>
                  <a:lnTo>
                    <a:pt x="19671" y="1639"/>
                  </a:lnTo>
                  <a:lnTo>
                    <a:pt x="18032" y="4918"/>
                  </a:lnTo>
                  <a:lnTo>
                    <a:pt x="18032" y="8197"/>
                  </a:lnTo>
                  <a:lnTo>
                    <a:pt x="18032" y="11476"/>
                  </a:lnTo>
                  <a:lnTo>
                    <a:pt x="18032" y="14754"/>
                  </a:lnTo>
                  <a:lnTo>
                    <a:pt x="14753" y="19672"/>
                  </a:lnTo>
                  <a:lnTo>
                    <a:pt x="13114" y="21312"/>
                  </a:lnTo>
                  <a:lnTo>
                    <a:pt x="16393" y="26229"/>
                  </a:lnTo>
                  <a:lnTo>
                    <a:pt x="16393" y="29508"/>
                  </a:lnTo>
                  <a:lnTo>
                    <a:pt x="16393" y="32787"/>
                  </a:lnTo>
                  <a:lnTo>
                    <a:pt x="16393" y="36066"/>
                  </a:lnTo>
                  <a:lnTo>
                    <a:pt x="16393" y="39344"/>
                  </a:lnTo>
                  <a:lnTo>
                    <a:pt x="13114" y="42623"/>
                  </a:lnTo>
                  <a:lnTo>
                    <a:pt x="11475" y="42623"/>
                  </a:lnTo>
                  <a:lnTo>
                    <a:pt x="9836" y="44262"/>
                  </a:lnTo>
                  <a:lnTo>
                    <a:pt x="6557" y="44262"/>
                  </a:lnTo>
                  <a:lnTo>
                    <a:pt x="1639" y="44262"/>
                  </a:lnTo>
                  <a:lnTo>
                    <a:pt x="1639" y="49180"/>
                  </a:lnTo>
                  <a:lnTo>
                    <a:pt x="0" y="52459"/>
                  </a:lnTo>
                  <a:lnTo>
                    <a:pt x="1639" y="55737"/>
                  </a:lnTo>
                  <a:lnTo>
                    <a:pt x="3278" y="60656"/>
                  </a:lnTo>
                  <a:lnTo>
                    <a:pt x="6557" y="6393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35" name="Freeform 3734">
              <a:extLst>
                <a:ext uri="{FF2B5EF4-FFF2-40B4-BE49-F238E27FC236}">
                  <a16:creationId xmlns:a16="http://schemas.microsoft.com/office/drawing/2014/main" id="{256368C9-EFF1-2D49-93D8-A671972C0E0E}"/>
                </a:ext>
              </a:extLst>
            </p:cNvPr>
            <p:cNvSpPr/>
            <p:nvPr/>
          </p:nvSpPr>
          <p:spPr>
            <a:xfrm>
              <a:off x="10071391" y="3649325"/>
              <a:ext cx="8196" cy="13114"/>
            </a:xfrm>
            <a:custGeom>
              <a:avLst/>
              <a:gdLst>
                <a:gd name="connsiteX0" fmla="*/ 1639 w 8196"/>
                <a:gd name="connsiteY0" fmla="*/ 13114 h 13114"/>
                <a:gd name="connsiteX1" fmla="*/ 3279 w 8196"/>
                <a:gd name="connsiteY1" fmla="*/ 13114 h 13114"/>
                <a:gd name="connsiteX2" fmla="*/ 6558 w 8196"/>
                <a:gd name="connsiteY2" fmla="*/ 11475 h 13114"/>
                <a:gd name="connsiteX3" fmla="*/ 8197 w 8196"/>
                <a:gd name="connsiteY3" fmla="*/ 6557 h 13114"/>
                <a:gd name="connsiteX4" fmla="*/ 8197 w 8196"/>
                <a:gd name="connsiteY4" fmla="*/ 4918 h 13114"/>
                <a:gd name="connsiteX5" fmla="*/ 8197 w 8196"/>
                <a:gd name="connsiteY5" fmla="*/ 1639 h 13114"/>
                <a:gd name="connsiteX6" fmla="*/ 4918 w 8196"/>
                <a:gd name="connsiteY6" fmla="*/ 0 h 13114"/>
                <a:gd name="connsiteX7" fmla="*/ 1639 w 8196"/>
                <a:gd name="connsiteY7" fmla="*/ 3278 h 13114"/>
                <a:gd name="connsiteX8" fmla="*/ 0 w 8196"/>
                <a:gd name="connsiteY8" fmla="*/ 8197 h 13114"/>
                <a:gd name="connsiteX9" fmla="*/ 0 w 8196"/>
                <a:gd name="connsiteY9" fmla="*/ 11475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6" h="13114">
                  <a:moveTo>
                    <a:pt x="1639" y="13114"/>
                  </a:moveTo>
                  <a:lnTo>
                    <a:pt x="3279" y="13114"/>
                  </a:lnTo>
                  <a:lnTo>
                    <a:pt x="6558" y="11475"/>
                  </a:lnTo>
                  <a:lnTo>
                    <a:pt x="8197" y="6557"/>
                  </a:lnTo>
                  <a:lnTo>
                    <a:pt x="8197" y="4918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1639" y="3278"/>
                  </a:lnTo>
                  <a:lnTo>
                    <a:pt x="0" y="8197"/>
                  </a:lnTo>
                  <a:lnTo>
                    <a:pt x="0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36" name="Freeform 3735">
              <a:extLst>
                <a:ext uri="{FF2B5EF4-FFF2-40B4-BE49-F238E27FC236}">
                  <a16:creationId xmlns:a16="http://schemas.microsoft.com/office/drawing/2014/main" id="{C3A9DA69-D168-3743-9D56-A944DB009487}"/>
                </a:ext>
              </a:extLst>
            </p:cNvPr>
            <p:cNvSpPr/>
            <p:nvPr/>
          </p:nvSpPr>
          <p:spPr>
            <a:xfrm>
              <a:off x="10077949" y="3542768"/>
              <a:ext cx="18032" cy="19671"/>
            </a:xfrm>
            <a:custGeom>
              <a:avLst/>
              <a:gdLst>
                <a:gd name="connsiteX0" fmla="*/ 18032 w 18032"/>
                <a:gd name="connsiteY0" fmla="*/ 19672 h 19671"/>
                <a:gd name="connsiteX1" fmla="*/ 14753 w 18032"/>
                <a:gd name="connsiteY1" fmla="*/ 16393 h 19671"/>
                <a:gd name="connsiteX2" fmla="*/ 13114 w 18032"/>
                <a:gd name="connsiteY2" fmla="*/ 11475 h 19671"/>
                <a:gd name="connsiteX3" fmla="*/ 9836 w 18032"/>
                <a:gd name="connsiteY3" fmla="*/ 9836 h 19671"/>
                <a:gd name="connsiteX4" fmla="*/ 6557 w 18032"/>
                <a:gd name="connsiteY4" fmla="*/ 6557 h 19671"/>
                <a:gd name="connsiteX5" fmla="*/ 4918 w 18032"/>
                <a:gd name="connsiteY5" fmla="*/ 1639 h 19671"/>
                <a:gd name="connsiteX6" fmla="*/ 0 w 18032"/>
                <a:gd name="connsiteY6" fmla="*/ 0 h 19671"/>
                <a:gd name="connsiteX7" fmla="*/ 0 w 18032"/>
                <a:gd name="connsiteY7" fmla="*/ 3279 h 19671"/>
                <a:gd name="connsiteX8" fmla="*/ 3278 w 18032"/>
                <a:gd name="connsiteY8" fmla="*/ 6557 h 19671"/>
                <a:gd name="connsiteX9" fmla="*/ 6557 w 18032"/>
                <a:gd name="connsiteY9" fmla="*/ 9836 h 19671"/>
                <a:gd name="connsiteX10" fmla="*/ 9836 w 18032"/>
                <a:gd name="connsiteY10" fmla="*/ 13114 h 19671"/>
                <a:gd name="connsiteX11" fmla="*/ 14753 w 18032"/>
                <a:gd name="connsiteY11" fmla="*/ 16393 h 19671"/>
                <a:gd name="connsiteX12" fmla="*/ 16393 w 18032"/>
                <a:gd name="connsiteY12" fmla="*/ 19672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2" h="19671">
                  <a:moveTo>
                    <a:pt x="18032" y="19672"/>
                  </a:moveTo>
                  <a:lnTo>
                    <a:pt x="14753" y="16393"/>
                  </a:lnTo>
                  <a:lnTo>
                    <a:pt x="13114" y="11475"/>
                  </a:lnTo>
                  <a:lnTo>
                    <a:pt x="9836" y="9836"/>
                  </a:lnTo>
                  <a:lnTo>
                    <a:pt x="6557" y="6557"/>
                  </a:lnTo>
                  <a:lnTo>
                    <a:pt x="4918" y="1639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3278" y="6557"/>
                  </a:lnTo>
                  <a:lnTo>
                    <a:pt x="6557" y="9836"/>
                  </a:lnTo>
                  <a:lnTo>
                    <a:pt x="9836" y="13114"/>
                  </a:lnTo>
                  <a:lnTo>
                    <a:pt x="14753" y="16393"/>
                  </a:lnTo>
                  <a:lnTo>
                    <a:pt x="16393" y="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37" name="Freeform 3736">
              <a:extLst>
                <a:ext uri="{FF2B5EF4-FFF2-40B4-BE49-F238E27FC236}">
                  <a16:creationId xmlns:a16="http://schemas.microsoft.com/office/drawing/2014/main" id="{2A37B558-BC57-CB47-8D2A-C4DD88C05ECA}"/>
                </a:ext>
              </a:extLst>
            </p:cNvPr>
            <p:cNvSpPr/>
            <p:nvPr/>
          </p:nvSpPr>
          <p:spPr>
            <a:xfrm>
              <a:off x="10091063" y="3567358"/>
              <a:ext cx="34425" cy="36065"/>
            </a:xfrm>
            <a:custGeom>
              <a:avLst/>
              <a:gdLst>
                <a:gd name="connsiteX0" fmla="*/ 0 w 34425"/>
                <a:gd name="connsiteY0" fmla="*/ 24590 h 36065"/>
                <a:gd name="connsiteX1" fmla="*/ 0 w 34425"/>
                <a:gd name="connsiteY1" fmla="*/ 29508 h 36065"/>
                <a:gd name="connsiteX2" fmla="*/ 3279 w 34425"/>
                <a:gd name="connsiteY2" fmla="*/ 26229 h 36065"/>
                <a:gd name="connsiteX3" fmla="*/ 3279 w 34425"/>
                <a:gd name="connsiteY3" fmla="*/ 24590 h 36065"/>
                <a:gd name="connsiteX4" fmla="*/ 6557 w 34425"/>
                <a:gd name="connsiteY4" fmla="*/ 21311 h 36065"/>
                <a:gd name="connsiteX5" fmla="*/ 8197 w 34425"/>
                <a:gd name="connsiteY5" fmla="*/ 18033 h 36065"/>
                <a:gd name="connsiteX6" fmla="*/ 13114 w 34425"/>
                <a:gd name="connsiteY6" fmla="*/ 16393 h 36065"/>
                <a:gd name="connsiteX7" fmla="*/ 13114 w 34425"/>
                <a:gd name="connsiteY7" fmla="*/ 16393 h 36065"/>
                <a:gd name="connsiteX8" fmla="*/ 14753 w 34425"/>
                <a:gd name="connsiteY8" fmla="*/ 19672 h 36065"/>
                <a:gd name="connsiteX9" fmla="*/ 18032 w 34425"/>
                <a:gd name="connsiteY9" fmla="*/ 22951 h 36065"/>
                <a:gd name="connsiteX10" fmla="*/ 21311 w 34425"/>
                <a:gd name="connsiteY10" fmla="*/ 24590 h 36065"/>
                <a:gd name="connsiteX11" fmla="*/ 22950 w 34425"/>
                <a:gd name="connsiteY11" fmla="*/ 29508 h 36065"/>
                <a:gd name="connsiteX12" fmla="*/ 26229 w 34425"/>
                <a:gd name="connsiteY12" fmla="*/ 29508 h 36065"/>
                <a:gd name="connsiteX13" fmla="*/ 31147 w 34425"/>
                <a:gd name="connsiteY13" fmla="*/ 32787 h 36065"/>
                <a:gd name="connsiteX14" fmla="*/ 34426 w 34425"/>
                <a:gd name="connsiteY14" fmla="*/ 36065 h 36065"/>
                <a:gd name="connsiteX15" fmla="*/ 34426 w 34425"/>
                <a:gd name="connsiteY15" fmla="*/ 32787 h 36065"/>
                <a:gd name="connsiteX16" fmla="*/ 32787 w 34425"/>
                <a:gd name="connsiteY16" fmla="*/ 27869 h 36065"/>
                <a:gd name="connsiteX17" fmla="*/ 31147 w 34425"/>
                <a:gd name="connsiteY17" fmla="*/ 24590 h 36065"/>
                <a:gd name="connsiteX18" fmla="*/ 32787 w 34425"/>
                <a:gd name="connsiteY18" fmla="*/ 24590 h 36065"/>
                <a:gd name="connsiteX19" fmla="*/ 32787 w 34425"/>
                <a:gd name="connsiteY19" fmla="*/ 24590 h 36065"/>
                <a:gd name="connsiteX20" fmla="*/ 31147 w 34425"/>
                <a:gd name="connsiteY20" fmla="*/ 22951 h 36065"/>
                <a:gd name="connsiteX21" fmla="*/ 29508 w 34425"/>
                <a:gd name="connsiteY21" fmla="*/ 19672 h 36065"/>
                <a:gd name="connsiteX22" fmla="*/ 26229 w 34425"/>
                <a:gd name="connsiteY22" fmla="*/ 16393 h 36065"/>
                <a:gd name="connsiteX23" fmla="*/ 22950 w 34425"/>
                <a:gd name="connsiteY23" fmla="*/ 16393 h 36065"/>
                <a:gd name="connsiteX24" fmla="*/ 21311 w 34425"/>
                <a:gd name="connsiteY24" fmla="*/ 13114 h 36065"/>
                <a:gd name="connsiteX25" fmla="*/ 18032 w 34425"/>
                <a:gd name="connsiteY25" fmla="*/ 9836 h 36065"/>
                <a:gd name="connsiteX26" fmla="*/ 14753 w 34425"/>
                <a:gd name="connsiteY26" fmla="*/ 9836 h 36065"/>
                <a:gd name="connsiteX27" fmla="*/ 13114 w 34425"/>
                <a:gd name="connsiteY27" fmla="*/ 6557 h 36065"/>
                <a:gd name="connsiteX28" fmla="*/ 9836 w 34425"/>
                <a:gd name="connsiteY28" fmla="*/ 3279 h 36065"/>
                <a:gd name="connsiteX29" fmla="*/ 8197 w 34425"/>
                <a:gd name="connsiteY29" fmla="*/ 3279 h 36065"/>
                <a:gd name="connsiteX30" fmla="*/ 4918 w 34425"/>
                <a:gd name="connsiteY30" fmla="*/ 3279 h 36065"/>
                <a:gd name="connsiteX31" fmla="*/ 4918 w 34425"/>
                <a:gd name="connsiteY31" fmla="*/ 3279 h 36065"/>
                <a:gd name="connsiteX32" fmla="*/ 3279 w 34425"/>
                <a:gd name="connsiteY32" fmla="*/ 0 h 36065"/>
                <a:gd name="connsiteX33" fmla="*/ 0 w 34425"/>
                <a:gd name="connsiteY33" fmla="*/ 0 h 36065"/>
                <a:gd name="connsiteX34" fmla="*/ 0 w 34425"/>
                <a:gd name="connsiteY34" fmla="*/ 3279 h 36065"/>
                <a:gd name="connsiteX35" fmla="*/ 1639 w 34425"/>
                <a:gd name="connsiteY35" fmla="*/ 6557 h 36065"/>
                <a:gd name="connsiteX36" fmla="*/ 1639 w 34425"/>
                <a:gd name="connsiteY36" fmla="*/ 9836 h 36065"/>
                <a:gd name="connsiteX37" fmla="*/ 0 w 34425"/>
                <a:gd name="connsiteY37" fmla="*/ 13114 h 36065"/>
                <a:gd name="connsiteX38" fmla="*/ 3279 w 34425"/>
                <a:gd name="connsiteY38" fmla="*/ 18033 h 36065"/>
                <a:gd name="connsiteX39" fmla="*/ 1639 w 34425"/>
                <a:gd name="connsiteY39" fmla="*/ 21311 h 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4425" h="36065">
                  <a:moveTo>
                    <a:pt x="0" y="24590"/>
                  </a:moveTo>
                  <a:lnTo>
                    <a:pt x="0" y="29508"/>
                  </a:lnTo>
                  <a:lnTo>
                    <a:pt x="3279" y="26229"/>
                  </a:lnTo>
                  <a:lnTo>
                    <a:pt x="3279" y="24590"/>
                  </a:lnTo>
                  <a:lnTo>
                    <a:pt x="6557" y="21311"/>
                  </a:lnTo>
                  <a:lnTo>
                    <a:pt x="8197" y="18033"/>
                  </a:lnTo>
                  <a:lnTo>
                    <a:pt x="13114" y="16393"/>
                  </a:lnTo>
                  <a:lnTo>
                    <a:pt x="13114" y="16393"/>
                  </a:lnTo>
                  <a:lnTo>
                    <a:pt x="14753" y="19672"/>
                  </a:lnTo>
                  <a:lnTo>
                    <a:pt x="18032" y="22951"/>
                  </a:lnTo>
                  <a:lnTo>
                    <a:pt x="21311" y="24590"/>
                  </a:lnTo>
                  <a:lnTo>
                    <a:pt x="22950" y="29508"/>
                  </a:lnTo>
                  <a:lnTo>
                    <a:pt x="26229" y="29508"/>
                  </a:lnTo>
                  <a:lnTo>
                    <a:pt x="31147" y="32787"/>
                  </a:lnTo>
                  <a:lnTo>
                    <a:pt x="34426" y="36065"/>
                  </a:lnTo>
                  <a:lnTo>
                    <a:pt x="34426" y="32787"/>
                  </a:lnTo>
                  <a:lnTo>
                    <a:pt x="32787" y="27869"/>
                  </a:lnTo>
                  <a:lnTo>
                    <a:pt x="31147" y="24590"/>
                  </a:lnTo>
                  <a:lnTo>
                    <a:pt x="32787" y="24590"/>
                  </a:lnTo>
                  <a:lnTo>
                    <a:pt x="32787" y="24590"/>
                  </a:lnTo>
                  <a:lnTo>
                    <a:pt x="31147" y="22951"/>
                  </a:lnTo>
                  <a:lnTo>
                    <a:pt x="29508" y="19672"/>
                  </a:lnTo>
                  <a:lnTo>
                    <a:pt x="26229" y="16393"/>
                  </a:lnTo>
                  <a:lnTo>
                    <a:pt x="22950" y="16393"/>
                  </a:lnTo>
                  <a:lnTo>
                    <a:pt x="21311" y="13114"/>
                  </a:lnTo>
                  <a:lnTo>
                    <a:pt x="18032" y="9836"/>
                  </a:lnTo>
                  <a:lnTo>
                    <a:pt x="14753" y="9836"/>
                  </a:lnTo>
                  <a:lnTo>
                    <a:pt x="13114" y="6557"/>
                  </a:lnTo>
                  <a:lnTo>
                    <a:pt x="9836" y="3279"/>
                  </a:lnTo>
                  <a:lnTo>
                    <a:pt x="8197" y="3279"/>
                  </a:lnTo>
                  <a:lnTo>
                    <a:pt x="4918" y="3279"/>
                  </a:lnTo>
                  <a:lnTo>
                    <a:pt x="4918" y="327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1639" y="6557"/>
                  </a:lnTo>
                  <a:lnTo>
                    <a:pt x="1639" y="9836"/>
                  </a:lnTo>
                  <a:lnTo>
                    <a:pt x="0" y="13114"/>
                  </a:lnTo>
                  <a:lnTo>
                    <a:pt x="3279" y="18033"/>
                  </a:lnTo>
                  <a:lnTo>
                    <a:pt x="1639" y="2131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38" name="Freeform 3737">
              <a:extLst>
                <a:ext uri="{FF2B5EF4-FFF2-40B4-BE49-F238E27FC236}">
                  <a16:creationId xmlns:a16="http://schemas.microsoft.com/office/drawing/2014/main" id="{1ED468D0-5E52-4C4F-A0D7-1A445FD9DC66}"/>
                </a:ext>
              </a:extLst>
            </p:cNvPr>
            <p:cNvSpPr/>
            <p:nvPr/>
          </p:nvSpPr>
          <p:spPr>
            <a:xfrm>
              <a:off x="10092702" y="3795226"/>
              <a:ext cx="6557" cy="6557"/>
            </a:xfrm>
            <a:custGeom>
              <a:avLst/>
              <a:gdLst>
                <a:gd name="connsiteX0" fmla="*/ 1640 w 6557"/>
                <a:gd name="connsiteY0" fmla="*/ 6557 h 6557"/>
                <a:gd name="connsiteX1" fmla="*/ 6558 w 6557"/>
                <a:gd name="connsiteY1" fmla="*/ 3279 h 6557"/>
                <a:gd name="connsiteX2" fmla="*/ 4918 w 6557"/>
                <a:gd name="connsiteY2" fmla="*/ 0 h 6557"/>
                <a:gd name="connsiteX3" fmla="*/ 1640 w 6557"/>
                <a:gd name="connsiteY3" fmla="*/ 0 h 6557"/>
                <a:gd name="connsiteX4" fmla="*/ 0 w 6557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6557">
                  <a:moveTo>
                    <a:pt x="1640" y="6557"/>
                  </a:moveTo>
                  <a:lnTo>
                    <a:pt x="6558" y="3279"/>
                  </a:lnTo>
                  <a:lnTo>
                    <a:pt x="4918" y="0"/>
                  </a:lnTo>
                  <a:lnTo>
                    <a:pt x="164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39" name="Freeform 3738">
              <a:extLst>
                <a:ext uri="{FF2B5EF4-FFF2-40B4-BE49-F238E27FC236}">
                  <a16:creationId xmlns:a16="http://schemas.microsoft.com/office/drawing/2014/main" id="{B29BEE94-15EC-6543-90D9-E6B375E5EF7B}"/>
                </a:ext>
              </a:extLst>
            </p:cNvPr>
            <p:cNvSpPr/>
            <p:nvPr/>
          </p:nvSpPr>
          <p:spPr>
            <a:xfrm>
              <a:off x="10105817" y="3564079"/>
              <a:ext cx="6557" cy="13114"/>
            </a:xfrm>
            <a:custGeom>
              <a:avLst/>
              <a:gdLst>
                <a:gd name="connsiteX0" fmla="*/ 1640 w 6557"/>
                <a:gd name="connsiteY0" fmla="*/ 6557 h 13114"/>
                <a:gd name="connsiteX1" fmla="*/ 4919 w 6557"/>
                <a:gd name="connsiteY1" fmla="*/ 9836 h 13114"/>
                <a:gd name="connsiteX2" fmla="*/ 6558 w 6557"/>
                <a:gd name="connsiteY2" fmla="*/ 13115 h 13114"/>
                <a:gd name="connsiteX3" fmla="*/ 6558 w 6557"/>
                <a:gd name="connsiteY3" fmla="*/ 9836 h 13114"/>
                <a:gd name="connsiteX4" fmla="*/ 4919 w 6557"/>
                <a:gd name="connsiteY4" fmla="*/ 6557 h 13114"/>
                <a:gd name="connsiteX5" fmla="*/ 3279 w 6557"/>
                <a:gd name="connsiteY5" fmla="*/ 3279 h 13114"/>
                <a:gd name="connsiteX6" fmla="*/ 0 w 6557"/>
                <a:gd name="connsiteY6" fmla="*/ 0 h 13114"/>
                <a:gd name="connsiteX7" fmla="*/ 0 w 6557"/>
                <a:gd name="connsiteY7" fmla="*/ 3279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7" h="13114">
                  <a:moveTo>
                    <a:pt x="1640" y="6557"/>
                  </a:moveTo>
                  <a:lnTo>
                    <a:pt x="4919" y="9836"/>
                  </a:lnTo>
                  <a:lnTo>
                    <a:pt x="6558" y="13115"/>
                  </a:lnTo>
                  <a:lnTo>
                    <a:pt x="6558" y="9836"/>
                  </a:lnTo>
                  <a:lnTo>
                    <a:pt x="4919" y="6557"/>
                  </a:lnTo>
                  <a:lnTo>
                    <a:pt x="3279" y="3279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40" name="Freeform 3739">
              <a:extLst>
                <a:ext uri="{FF2B5EF4-FFF2-40B4-BE49-F238E27FC236}">
                  <a16:creationId xmlns:a16="http://schemas.microsoft.com/office/drawing/2014/main" id="{95A0EF38-00CA-5F4F-9832-F9E7C4F4732F}"/>
                </a:ext>
              </a:extLst>
            </p:cNvPr>
            <p:cNvSpPr/>
            <p:nvPr/>
          </p:nvSpPr>
          <p:spPr>
            <a:xfrm>
              <a:off x="10105817" y="3626374"/>
              <a:ext cx="24590" cy="77048"/>
            </a:xfrm>
            <a:custGeom>
              <a:avLst/>
              <a:gdLst>
                <a:gd name="connsiteX0" fmla="*/ 3279 w 24590"/>
                <a:gd name="connsiteY0" fmla="*/ 54098 h 77048"/>
                <a:gd name="connsiteX1" fmla="*/ 3279 w 24590"/>
                <a:gd name="connsiteY1" fmla="*/ 59016 h 77048"/>
                <a:gd name="connsiteX2" fmla="*/ 1640 w 24590"/>
                <a:gd name="connsiteY2" fmla="*/ 62295 h 77048"/>
                <a:gd name="connsiteX3" fmla="*/ 1640 w 24590"/>
                <a:gd name="connsiteY3" fmla="*/ 67213 h 77048"/>
                <a:gd name="connsiteX4" fmla="*/ 0 w 24590"/>
                <a:gd name="connsiteY4" fmla="*/ 70492 h 77048"/>
                <a:gd name="connsiteX5" fmla="*/ 0 w 24590"/>
                <a:gd name="connsiteY5" fmla="*/ 73770 h 77048"/>
                <a:gd name="connsiteX6" fmla="*/ 0 w 24590"/>
                <a:gd name="connsiteY6" fmla="*/ 77049 h 77048"/>
                <a:gd name="connsiteX7" fmla="*/ 3279 w 24590"/>
                <a:gd name="connsiteY7" fmla="*/ 77049 h 77048"/>
                <a:gd name="connsiteX8" fmla="*/ 6558 w 24590"/>
                <a:gd name="connsiteY8" fmla="*/ 73770 h 77048"/>
                <a:gd name="connsiteX9" fmla="*/ 6558 w 24590"/>
                <a:gd name="connsiteY9" fmla="*/ 70492 h 77048"/>
                <a:gd name="connsiteX10" fmla="*/ 8197 w 24590"/>
                <a:gd name="connsiteY10" fmla="*/ 65574 h 77048"/>
                <a:gd name="connsiteX11" fmla="*/ 9837 w 24590"/>
                <a:gd name="connsiteY11" fmla="*/ 62295 h 77048"/>
                <a:gd name="connsiteX12" fmla="*/ 11476 w 24590"/>
                <a:gd name="connsiteY12" fmla="*/ 59016 h 77048"/>
                <a:gd name="connsiteX13" fmla="*/ 9837 w 24590"/>
                <a:gd name="connsiteY13" fmla="*/ 54098 h 77048"/>
                <a:gd name="connsiteX14" fmla="*/ 11476 w 24590"/>
                <a:gd name="connsiteY14" fmla="*/ 50819 h 77048"/>
                <a:gd name="connsiteX15" fmla="*/ 13115 w 24590"/>
                <a:gd name="connsiteY15" fmla="*/ 50819 h 77048"/>
                <a:gd name="connsiteX16" fmla="*/ 13115 w 24590"/>
                <a:gd name="connsiteY16" fmla="*/ 47541 h 77048"/>
                <a:gd name="connsiteX17" fmla="*/ 18033 w 24590"/>
                <a:gd name="connsiteY17" fmla="*/ 44262 h 77048"/>
                <a:gd name="connsiteX18" fmla="*/ 21312 w 24590"/>
                <a:gd name="connsiteY18" fmla="*/ 40984 h 77048"/>
                <a:gd name="connsiteX19" fmla="*/ 24590 w 24590"/>
                <a:gd name="connsiteY19" fmla="*/ 37705 h 77048"/>
                <a:gd name="connsiteX20" fmla="*/ 24590 w 24590"/>
                <a:gd name="connsiteY20" fmla="*/ 32787 h 77048"/>
                <a:gd name="connsiteX21" fmla="*/ 24590 w 24590"/>
                <a:gd name="connsiteY21" fmla="*/ 29508 h 77048"/>
                <a:gd name="connsiteX22" fmla="*/ 22951 w 24590"/>
                <a:gd name="connsiteY22" fmla="*/ 26229 h 77048"/>
                <a:gd name="connsiteX23" fmla="*/ 22951 w 24590"/>
                <a:gd name="connsiteY23" fmla="*/ 21311 h 77048"/>
                <a:gd name="connsiteX24" fmla="*/ 22951 w 24590"/>
                <a:gd name="connsiteY24" fmla="*/ 18033 h 77048"/>
                <a:gd name="connsiteX25" fmla="*/ 22951 w 24590"/>
                <a:gd name="connsiteY25" fmla="*/ 13115 h 77048"/>
                <a:gd name="connsiteX26" fmla="*/ 22951 w 24590"/>
                <a:gd name="connsiteY26" fmla="*/ 9836 h 77048"/>
                <a:gd name="connsiteX27" fmla="*/ 22951 w 24590"/>
                <a:gd name="connsiteY27" fmla="*/ 8197 h 77048"/>
                <a:gd name="connsiteX28" fmla="*/ 22951 w 24590"/>
                <a:gd name="connsiteY28" fmla="*/ 3279 h 77048"/>
                <a:gd name="connsiteX29" fmla="*/ 22951 w 24590"/>
                <a:gd name="connsiteY29" fmla="*/ 0 h 77048"/>
                <a:gd name="connsiteX30" fmla="*/ 18033 w 24590"/>
                <a:gd name="connsiteY30" fmla="*/ 1639 h 77048"/>
                <a:gd name="connsiteX31" fmla="*/ 19672 w 24590"/>
                <a:gd name="connsiteY31" fmla="*/ 6557 h 77048"/>
                <a:gd name="connsiteX32" fmla="*/ 18033 w 24590"/>
                <a:gd name="connsiteY32" fmla="*/ 9836 h 77048"/>
                <a:gd name="connsiteX33" fmla="*/ 18033 w 24590"/>
                <a:gd name="connsiteY33" fmla="*/ 13115 h 77048"/>
                <a:gd name="connsiteX34" fmla="*/ 16393 w 24590"/>
                <a:gd name="connsiteY34" fmla="*/ 18033 h 77048"/>
                <a:gd name="connsiteX35" fmla="*/ 16393 w 24590"/>
                <a:gd name="connsiteY35" fmla="*/ 21311 h 77048"/>
                <a:gd name="connsiteX36" fmla="*/ 14754 w 24590"/>
                <a:gd name="connsiteY36" fmla="*/ 24590 h 77048"/>
                <a:gd name="connsiteX37" fmla="*/ 13115 w 24590"/>
                <a:gd name="connsiteY37" fmla="*/ 29508 h 77048"/>
                <a:gd name="connsiteX38" fmla="*/ 11476 w 24590"/>
                <a:gd name="connsiteY38" fmla="*/ 31148 h 77048"/>
                <a:gd name="connsiteX39" fmla="*/ 11476 w 24590"/>
                <a:gd name="connsiteY39" fmla="*/ 36065 h 77048"/>
                <a:gd name="connsiteX40" fmla="*/ 8197 w 24590"/>
                <a:gd name="connsiteY40" fmla="*/ 39344 h 77048"/>
                <a:gd name="connsiteX41" fmla="*/ 8197 w 24590"/>
                <a:gd name="connsiteY41" fmla="*/ 42623 h 77048"/>
                <a:gd name="connsiteX42" fmla="*/ 6558 w 24590"/>
                <a:gd name="connsiteY42" fmla="*/ 45901 h 77048"/>
                <a:gd name="connsiteX43" fmla="*/ 3279 w 24590"/>
                <a:gd name="connsiteY43" fmla="*/ 50819 h 77048"/>
                <a:gd name="connsiteX44" fmla="*/ 3279 w 24590"/>
                <a:gd name="connsiteY44" fmla="*/ 50819 h 7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4590" h="77048">
                  <a:moveTo>
                    <a:pt x="3279" y="54098"/>
                  </a:moveTo>
                  <a:lnTo>
                    <a:pt x="3279" y="59016"/>
                  </a:lnTo>
                  <a:lnTo>
                    <a:pt x="1640" y="62295"/>
                  </a:lnTo>
                  <a:lnTo>
                    <a:pt x="1640" y="67213"/>
                  </a:lnTo>
                  <a:lnTo>
                    <a:pt x="0" y="70492"/>
                  </a:lnTo>
                  <a:lnTo>
                    <a:pt x="0" y="73770"/>
                  </a:lnTo>
                  <a:lnTo>
                    <a:pt x="0" y="77049"/>
                  </a:lnTo>
                  <a:lnTo>
                    <a:pt x="3279" y="77049"/>
                  </a:lnTo>
                  <a:lnTo>
                    <a:pt x="6558" y="73770"/>
                  </a:lnTo>
                  <a:lnTo>
                    <a:pt x="6558" y="70492"/>
                  </a:lnTo>
                  <a:lnTo>
                    <a:pt x="8197" y="65574"/>
                  </a:lnTo>
                  <a:lnTo>
                    <a:pt x="9837" y="62295"/>
                  </a:lnTo>
                  <a:lnTo>
                    <a:pt x="11476" y="59016"/>
                  </a:lnTo>
                  <a:lnTo>
                    <a:pt x="9837" y="54098"/>
                  </a:lnTo>
                  <a:lnTo>
                    <a:pt x="11476" y="50819"/>
                  </a:lnTo>
                  <a:lnTo>
                    <a:pt x="13115" y="50819"/>
                  </a:lnTo>
                  <a:lnTo>
                    <a:pt x="13115" y="47541"/>
                  </a:lnTo>
                  <a:lnTo>
                    <a:pt x="18033" y="44262"/>
                  </a:lnTo>
                  <a:lnTo>
                    <a:pt x="21312" y="40984"/>
                  </a:lnTo>
                  <a:lnTo>
                    <a:pt x="24590" y="37705"/>
                  </a:lnTo>
                  <a:lnTo>
                    <a:pt x="24590" y="32787"/>
                  </a:lnTo>
                  <a:lnTo>
                    <a:pt x="24590" y="29508"/>
                  </a:lnTo>
                  <a:lnTo>
                    <a:pt x="22951" y="26229"/>
                  </a:lnTo>
                  <a:lnTo>
                    <a:pt x="22951" y="21311"/>
                  </a:lnTo>
                  <a:lnTo>
                    <a:pt x="22951" y="18033"/>
                  </a:lnTo>
                  <a:lnTo>
                    <a:pt x="22951" y="13115"/>
                  </a:lnTo>
                  <a:lnTo>
                    <a:pt x="22951" y="9836"/>
                  </a:lnTo>
                  <a:lnTo>
                    <a:pt x="22951" y="8197"/>
                  </a:lnTo>
                  <a:lnTo>
                    <a:pt x="22951" y="3279"/>
                  </a:lnTo>
                  <a:lnTo>
                    <a:pt x="22951" y="0"/>
                  </a:lnTo>
                  <a:lnTo>
                    <a:pt x="18033" y="1639"/>
                  </a:lnTo>
                  <a:lnTo>
                    <a:pt x="19672" y="6557"/>
                  </a:lnTo>
                  <a:lnTo>
                    <a:pt x="18033" y="9836"/>
                  </a:lnTo>
                  <a:lnTo>
                    <a:pt x="18033" y="13115"/>
                  </a:lnTo>
                  <a:lnTo>
                    <a:pt x="16393" y="18033"/>
                  </a:lnTo>
                  <a:lnTo>
                    <a:pt x="16393" y="21311"/>
                  </a:lnTo>
                  <a:lnTo>
                    <a:pt x="14754" y="24590"/>
                  </a:lnTo>
                  <a:lnTo>
                    <a:pt x="13115" y="29508"/>
                  </a:lnTo>
                  <a:lnTo>
                    <a:pt x="11476" y="31148"/>
                  </a:lnTo>
                  <a:lnTo>
                    <a:pt x="11476" y="36065"/>
                  </a:lnTo>
                  <a:lnTo>
                    <a:pt x="8197" y="39344"/>
                  </a:lnTo>
                  <a:lnTo>
                    <a:pt x="8197" y="42623"/>
                  </a:lnTo>
                  <a:lnTo>
                    <a:pt x="6558" y="45901"/>
                  </a:lnTo>
                  <a:lnTo>
                    <a:pt x="3279" y="50819"/>
                  </a:lnTo>
                  <a:lnTo>
                    <a:pt x="3279" y="5081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41" name="Freeform 3740">
              <a:extLst>
                <a:ext uri="{FF2B5EF4-FFF2-40B4-BE49-F238E27FC236}">
                  <a16:creationId xmlns:a16="http://schemas.microsoft.com/office/drawing/2014/main" id="{C464F4FB-4678-9046-9437-A6C86486A9A4}"/>
                </a:ext>
              </a:extLst>
            </p:cNvPr>
            <p:cNvSpPr/>
            <p:nvPr/>
          </p:nvSpPr>
          <p:spPr>
            <a:xfrm>
              <a:off x="10114013" y="3537850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42" name="Freeform 3741">
              <a:extLst>
                <a:ext uri="{FF2B5EF4-FFF2-40B4-BE49-F238E27FC236}">
                  <a16:creationId xmlns:a16="http://schemas.microsoft.com/office/drawing/2014/main" id="{82235EB6-DF29-CB4B-8127-A8A022887D1B}"/>
                </a:ext>
              </a:extLst>
            </p:cNvPr>
            <p:cNvSpPr/>
            <p:nvPr/>
          </p:nvSpPr>
          <p:spPr>
            <a:xfrm>
              <a:off x="10115653" y="3711620"/>
              <a:ext cx="6556" cy="9836"/>
            </a:xfrm>
            <a:custGeom>
              <a:avLst/>
              <a:gdLst>
                <a:gd name="connsiteX0" fmla="*/ 3279 w 6556"/>
                <a:gd name="connsiteY0" fmla="*/ 9836 h 9836"/>
                <a:gd name="connsiteX1" fmla="*/ 6557 w 6556"/>
                <a:gd name="connsiteY1" fmla="*/ 8197 h 9836"/>
                <a:gd name="connsiteX2" fmla="*/ 6557 w 6556"/>
                <a:gd name="connsiteY2" fmla="*/ 4918 h 9836"/>
                <a:gd name="connsiteX3" fmla="*/ 3279 w 6556"/>
                <a:gd name="connsiteY3" fmla="*/ 0 h 9836"/>
                <a:gd name="connsiteX4" fmla="*/ 0 w 6556"/>
                <a:gd name="connsiteY4" fmla="*/ 3279 h 9836"/>
                <a:gd name="connsiteX5" fmla="*/ 0 w 6556"/>
                <a:gd name="connsiteY5" fmla="*/ 819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6" h="9836">
                  <a:moveTo>
                    <a:pt x="3279" y="9836"/>
                  </a:moveTo>
                  <a:lnTo>
                    <a:pt x="6557" y="8197"/>
                  </a:lnTo>
                  <a:lnTo>
                    <a:pt x="6557" y="4918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43" name="Freeform 3742">
              <a:extLst>
                <a:ext uri="{FF2B5EF4-FFF2-40B4-BE49-F238E27FC236}">
                  <a16:creationId xmlns:a16="http://schemas.microsoft.com/office/drawing/2014/main" id="{972042ED-A45F-3545-9B73-5F1CD518AA27}"/>
                </a:ext>
              </a:extLst>
            </p:cNvPr>
            <p:cNvSpPr/>
            <p:nvPr/>
          </p:nvSpPr>
          <p:spPr>
            <a:xfrm>
              <a:off x="10117292" y="3501785"/>
              <a:ext cx="13114" cy="24590"/>
            </a:xfrm>
            <a:custGeom>
              <a:avLst/>
              <a:gdLst>
                <a:gd name="connsiteX0" fmla="*/ 6558 w 13114"/>
                <a:gd name="connsiteY0" fmla="*/ 24590 h 24590"/>
                <a:gd name="connsiteX1" fmla="*/ 9837 w 13114"/>
                <a:gd name="connsiteY1" fmla="*/ 21311 h 24590"/>
                <a:gd name="connsiteX2" fmla="*/ 13114 w 13114"/>
                <a:gd name="connsiteY2" fmla="*/ 18033 h 24590"/>
                <a:gd name="connsiteX3" fmla="*/ 11476 w 13114"/>
                <a:gd name="connsiteY3" fmla="*/ 13114 h 24590"/>
                <a:gd name="connsiteX4" fmla="*/ 11476 w 13114"/>
                <a:gd name="connsiteY4" fmla="*/ 9836 h 24590"/>
                <a:gd name="connsiteX5" fmla="*/ 9837 w 13114"/>
                <a:gd name="connsiteY5" fmla="*/ 4918 h 24590"/>
                <a:gd name="connsiteX6" fmla="*/ 4918 w 13114"/>
                <a:gd name="connsiteY6" fmla="*/ 1639 h 24590"/>
                <a:gd name="connsiteX7" fmla="*/ 1640 w 13114"/>
                <a:gd name="connsiteY7" fmla="*/ 0 h 24590"/>
                <a:gd name="connsiteX8" fmla="*/ 0 w 13114"/>
                <a:gd name="connsiteY8" fmla="*/ 4918 h 24590"/>
                <a:gd name="connsiteX9" fmla="*/ 1640 w 13114"/>
                <a:gd name="connsiteY9" fmla="*/ 8197 h 24590"/>
                <a:gd name="connsiteX10" fmla="*/ 1640 w 13114"/>
                <a:gd name="connsiteY10" fmla="*/ 11475 h 24590"/>
                <a:gd name="connsiteX11" fmla="*/ 1640 w 13114"/>
                <a:gd name="connsiteY11" fmla="*/ 16393 h 24590"/>
                <a:gd name="connsiteX12" fmla="*/ 0 w 13114"/>
                <a:gd name="connsiteY12" fmla="*/ 19672 h 24590"/>
                <a:gd name="connsiteX13" fmla="*/ 3279 w 13114"/>
                <a:gd name="connsiteY13" fmla="*/ 21311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14" h="24590">
                  <a:moveTo>
                    <a:pt x="6558" y="24590"/>
                  </a:moveTo>
                  <a:lnTo>
                    <a:pt x="9837" y="21311"/>
                  </a:lnTo>
                  <a:lnTo>
                    <a:pt x="13114" y="18033"/>
                  </a:lnTo>
                  <a:lnTo>
                    <a:pt x="11476" y="13114"/>
                  </a:lnTo>
                  <a:lnTo>
                    <a:pt x="11476" y="9836"/>
                  </a:lnTo>
                  <a:lnTo>
                    <a:pt x="9837" y="4918"/>
                  </a:lnTo>
                  <a:lnTo>
                    <a:pt x="4918" y="1639"/>
                  </a:lnTo>
                  <a:lnTo>
                    <a:pt x="1640" y="0"/>
                  </a:lnTo>
                  <a:lnTo>
                    <a:pt x="0" y="4918"/>
                  </a:lnTo>
                  <a:lnTo>
                    <a:pt x="1640" y="8197"/>
                  </a:lnTo>
                  <a:lnTo>
                    <a:pt x="1640" y="11475"/>
                  </a:lnTo>
                  <a:lnTo>
                    <a:pt x="1640" y="16393"/>
                  </a:lnTo>
                  <a:lnTo>
                    <a:pt x="0" y="19672"/>
                  </a:lnTo>
                  <a:lnTo>
                    <a:pt x="3279" y="2131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44" name="Freeform 3743">
              <a:extLst>
                <a:ext uri="{FF2B5EF4-FFF2-40B4-BE49-F238E27FC236}">
                  <a16:creationId xmlns:a16="http://schemas.microsoft.com/office/drawing/2014/main" id="{8CFB694E-C14E-FA49-B646-F89E6A064FD3}"/>
                </a:ext>
              </a:extLst>
            </p:cNvPr>
            <p:cNvSpPr/>
            <p:nvPr/>
          </p:nvSpPr>
          <p:spPr>
            <a:xfrm>
              <a:off x="10122210" y="3539489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45" name="Freeform 3744">
              <a:extLst>
                <a:ext uri="{FF2B5EF4-FFF2-40B4-BE49-F238E27FC236}">
                  <a16:creationId xmlns:a16="http://schemas.microsoft.com/office/drawing/2014/main" id="{C5DCB575-8949-7947-9044-4603818463DF}"/>
                </a:ext>
              </a:extLst>
            </p:cNvPr>
            <p:cNvSpPr/>
            <p:nvPr/>
          </p:nvSpPr>
          <p:spPr>
            <a:xfrm>
              <a:off x="10123850" y="3696866"/>
              <a:ext cx="3278" cy="4917"/>
            </a:xfrm>
            <a:custGeom>
              <a:avLst/>
              <a:gdLst>
                <a:gd name="connsiteX0" fmla="*/ 0 w 3278"/>
                <a:gd name="connsiteY0" fmla="*/ 4918 h 4917"/>
                <a:gd name="connsiteX1" fmla="*/ 3279 w 3278"/>
                <a:gd name="connsiteY1" fmla="*/ 1639 h 4917"/>
                <a:gd name="connsiteX2" fmla="*/ 3279 w 3278"/>
                <a:gd name="connsiteY2" fmla="*/ 0 h 4917"/>
                <a:gd name="connsiteX3" fmla="*/ 0 w 3278"/>
                <a:gd name="connsiteY3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7">
                  <a:moveTo>
                    <a:pt x="0" y="4918"/>
                  </a:moveTo>
                  <a:lnTo>
                    <a:pt x="3279" y="1639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46" name="Freeform 3745">
              <a:extLst>
                <a:ext uri="{FF2B5EF4-FFF2-40B4-BE49-F238E27FC236}">
                  <a16:creationId xmlns:a16="http://schemas.microsoft.com/office/drawing/2014/main" id="{33DD6AB6-AB03-934B-AAA5-B02290031B42}"/>
                </a:ext>
              </a:extLst>
            </p:cNvPr>
            <p:cNvSpPr/>
            <p:nvPr/>
          </p:nvSpPr>
          <p:spPr>
            <a:xfrm>
              <a:off x="10123850" y="3673915"/>
              <a:ext cx="29507" cy="24590"/>
            </a:xfrm>
            <a:custGeom>
              <a:avLst/>
              <a:gdLst>
                <a:gd name="connsiteX0" fmla="*/ 3279 w 29507"/>
                <a:gd name="connsiteY0" fmla="*/ 19672 h 24590"/>
                <a:gd name="connsiteX1" fmla="*/ 3279 w 29507"/>
                <a:gd name="connsiteY1" fmla="*/ 22951 h 24590"/>
                <a:gd name="connsiteX2" fmla="*/ 8197 w 29507"/>
                <a:gd name="connsiteY2" fmla="*/ 24590 h 24590"/>
                <a:gd name="connsiteX3" fmla="*/ 8197 w 29507"/>
                <a:gd name="connsiteY3" fmla="*/ 24590 h 24590"/>
                <a:gd name="connsiteX4" fmla="*/ 13114 w 29507"/>
                <a:gd name="connsiteY4" fmla="*/ 24590 h 24590"/>
                <a:gd name="connsiteX5" fmla="*/ 16393 w 29507"/>
                <a:gd name="connsiteY5" fmla="*/ 24590 h 24590"/>
                <a:gd name="connsiteX6" fmla="*/ 21311 w 29507"/>
                <a:gd name="connsiteY6" fmla="*/ 24590 h 24590"/>
                <a:gd name="connsiteX7" fmla="*/ 24590 w 29507"/>
                <a:gd name="connsiteY7" fmla="*/ 22951 h 24590"/>
                <a:gd name="connsiteX8" fmla="*/ 26229 w 29507"/>
                <a:gd name="connsiteY8" fmla="*/ 18033 h 24590"/>
                <a:gd name="connsiteX9" fmla="*/ 29508 w 29507"/>
                <a:gd name="connsiteY9" fmla="*/ 19672 h 24590"/>
                <a:gd name="connsiteX10" fmla="*/ 29508 w 29507"/>
                <a:gd name="connsiteY10" fmla="*/ 14754 h 24590"/>
                <a:gd name="connsiteX11" fmla="*/ 29508 w 29507"/>
                <a:gd name="connsiteY11" fmla="*/ 11475 h 24590"/>
                <a:gd name="connsiteX12" fmla="*/ 29508 w 29507"/>
                <a:gd name="connsiteY12" fmla="*/ 8197 h 24590"/>
                <a:gd name="connsiteX13" fmla="*/ 29508 w 29507"/>
                <a:gd name="connsiteY13" fmla="*/ 6557 h 24590"/>
                <a:gd name="connsiteX14" fmla="*/ 24590 w 29507"/>
                <a:gd name="connsiteY14" fmla="*/ 4918 h 24590"/>
                <a:gd name="connsiteX15" fmla="*/ 21311 w 29507"/>
                <a:gd name="connsiteY15" fmla="*/ 1639 h 24590"/>
                <a:gd name="connsiteX16" fmla="*/ 18032 w 29507"/>
                <a:gd name="connsiteY16" fmla="*/ 0 h 24590"/>
                <a:gd name="connsiteX17" fmla="*/ 14753 w 29507"/>
                <a:gd name="connsiteY17" fmla="*/ 1639 h 24590"/>
                <a:gd name="connsiteX18" fmla="*/ 11476 w 29507"/>
                <a:gd name="connsiteY18" fmla="*/ 4918 h 24590"/>
                <a:gd name="connsiteX19" fmla="*/ 9836 w 29507"/>
                <a:gd name="connsiteY19" fmla="*/ 4918 h 24590"/>
                <a:gd name="connsiteX20" fmla="*/ 8197 w 29507"/>
                <a:gd name="connsiteY20" fmla="*/ 6557 h 24590"/>
                <a:gd name="connsiteX21" fmla="*/ 4918 w 29507"/>
                <a:gd name="connsiteY21" fmla="*/ 9836 h 24590"/>
                <a:gd name="connsiteX22" fmla="*/ 1639 w 29507"/>
                <a:gd name="connsiteY22" fmla="*/ 11475 h 24590"/>
                <a:gd name="connsiteX23" fmla="*/ 0 w 29507"/>
                <a:gd name="connsiteY23" fmla="*/ 16393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507" h="24590">
                  <a:moveTo>
                    <a:pt x="3279" y="19672"/>
                  </a:moveTo>
                  <a:lnTo>
                    <a:pt x="3279" y="22951"/>
                  </a:lnTo>
                  <a:lnTo>
                    <a:pt x="8197" y="24590"/>
                  </a:lnTo>
                  <a:lnTo>
                    <a:pt x="8197" y="24590"/>
                  </a:lnTo>
                  <a:lnTo>
                    <a:pt x="13114" y="24590"/>
                  </a:lnTo>
                  <a:lnTo>
                    <a:pt x="16393" y="24590"/>
                  </a:lnTo>
                  <a:lnTo>
                    <a:pt x="21311" y="24590"/>
                  </a:lnTo>
                  <a:lnTo>
                    <a:pt x="24590" y="22951"/>
                  </a:lnTo>
                  <a:lnTo>
                    <a:pt x="26229" y="18033"/>
                  </a:lnTo>
                  <a:lnTo>
                    <a:pt x="29508" y="19672"/>
                  </a:lnTo>
                  <a:lnTo>
                    <a:pt x="29508" y="14754"/>
                  </a:lnTo>
                  <a:lnTo>
                    <a:pt x="29508" y="11475"/>
                  </a:lnTo>
                  <a:lnTo>
                    <a:pt x="29508" y="8197"/>
                  </a:lnTo>
                  <a:lnTo>
                    <a:pt x="29508" y="6557"/>
                  </a:lnTo>
                  <a:lnTo>
                    <a:pt x="24590" y="4918"/>
                  </a:lnTo>
                  <a:lnTo>
                    <a:pt x="21311" y="1639"/>
                  </a:lnTo>
                  <a:lnTo>
                    <a:pt x="18032" y="0"/>
                  </a:lnTo>
                  <a:lnTo>
                    <a:pt x="14753" y="1639"/>
                  </a:lnTo>
                  <a:lnTo>
                    <a:pt x="11476" y="4918"/>
                  </a:lnTo>
                  <a:lnTo>
                    <a:pt x="9836" y="4918"/>
                  </a:lnTo>
                  <a:lnTo>
                    <a:pt x="8197" y="6557"/>
                  </a:lnTo>
                  <a:lnTo>
                    <a:pt x="4918" y="9836"/>
                  </a:lnTo>
                  <a:lnTo>
                    <a:pt x="1639" y="11475"/>
                  </a:lnTo>
                  <a:lnTo>
                    <a:pt x="0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47" name="Freeform 3746">
              <a:extLst>
                <a:ext uri="{FF2B5EF4-FFF2-40B4-BE49-F238E27FC236}">
                  <a16:creationId xmlns:a16="http://schemas.microsoft.com/office/drawing/2014/main" id="{35CEDE00-31D3-184B-A26C-6FBCE51FCB95}"/>
                </a:ext>
              </a:extLst>
            </p:cNvPr>
            <p:cNvSpPr/>
            <p:nvPr/>
          </p:nvSpPr>
          <p:spPr>
            <a:xfrm>
              <a:off x="10127129" y="3667358"/>
              <a:ext cx="4917" cy="3278"/>
            </a:xfrm>
            <a:custGeom>
              <a:avLst/>
              <a:gdLst>
                <a:gd name="connsiteX0" fmla="*/ 1639 w 4917"/>
                <a:gd name="connsiteY0" fmla="*/ 3278 h 3278"/>
                <a:gd name="connsiteX1" fmla="*/ 4918 w 4917"/>
                <a:gd name="connsiteY1" fmla="*/ 0 h 3278"/>
                <a:gd name="connsiteX2" fmla="*/ 0 w 4917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1639" y="3278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48" name="Freeform 3747">
              <a:extLst>
                <a:ext uri="{FF2B5EF4-FFF2-40B4-BE49-F238E27FC236}">
                  <a16:creationId xmlns:a16="http://schemas.microsoft.com/office/drawing/2014/main" id="{1B946376-8458-8C4E-8681-1B990D4D29E8}"/>
                </a:ext>
              </a:extLst>
            </p:cNvPr>
            <p:cNvSpPr/>
            <p:nvPr/>
          </p:nvSpPr>
          <p:spPr>
            <a:xfrm>
              <a:off x="10132047" y="3567358"/>
              <a:ext cx="62294" cy="111474"/>
            </a:xfrm>
            <a:custGeom>
              <a:avLst/>
              <a:gdLst>
                <a:gd name="connsiteX0" fmla="*/ 0 w 62294"/>
                <a:gd name="connsiteY0" fmla="*/ 3279 h 111474"/>
                <a:gd name="connsiteX1" fmla="*/ 0 w 62294"/>
                <a:gd name="connsiteY1" fmla="*/ 4918 h 111474"/>
                <a:gd name="connsiteX2" fmla="*/ 1639 w 62294"/>
                <a:gd name="connsiteY2" fmla="*/ 9836 h 111474"/>
                <a:gd name="connsiteX3" fmla="*/ 3279 w 62294"/>
                <a:gd name="connsiteY3" fmla="*/ 13114 h 111474"/>
                <a:gd name="connsiteX4" fmla="*/ 4918 w 62294"/>
                <a:gd name="connsiteY4" fmla="*/ 16393 h 111474"/>
                <a:gd name="connsiteX5" fmla="*/ 8197 w 62294"/>
                <a:gd name="connsiteY5" fmla="*/ 19672 h 111474"/>
                <a:gd name="connsiteX6" fmla="*/ 11476 w 62294"/>
                <a:gd name="connsiteY6" fmla="*/ 22951 h 111474"/>
                <a:gd name="connsiteX7" fmla="*/ 16393 w 62294"/>
                <a:gd name="connsiteY7" fmla="*/ 24590 h 111474"/>
                <a:gd name="connsiteX8" fmla="*/ 18032 w 62294"/>
                <a:gd name="connsiteY8" fmla="*/ 27869 h 111474"/>
                <a:gd name="connsiteX9" fmla="*/ 21311 w 62294"/>
                <a:gd name="connsiteY9" fmla="*/ 29508 h 111474"/>
                <a:gd name="connsiteX10" fmla="*/ 22950 w 62294"/>
                <a:gd name="connsiteY10" fmla="*/ 32787 h 111474"/>
                <a:gd name="connsiteX11" fmla="*/ 27869 w 62294"/>
                <a:gd name="connsiteY11" fmla="*/ 36065 h 111474"/>
                <a:gd name="connsiteX12" fmla="*/ 31147 w 62294"/>
                <a:gd name="connsiteY12" fmla="*/ 36065 h 111474"/>
                <a:gd name="connsiteX13" fmla="*/ 29508 w 62294"/>
                <a:gd name="connsiteY13" fmla="*/ 39344 h 111474"/>
                <a:gd name="connsiteX14" fmla="*/ 29508 w 62294"/>
                <a:gd name="connsiteY14" fmla="*/ 44262 h 111474"/>
                <a:gd name="connsiteX15" fmla="*/ 24590 w 62294"/>
                <a:gd name="connsiteY15" fmla="*/ 45901 h 111474"/>
                <a:gd name="connsiteX16" fmla="*/ 29508 w 62294"/>
                <a:gd name="connsiteY16" fmla="*/ 49180 h 111474"/>
                <a:gd name="connsiteX17" fmla="*/ 31147 w 62294"/>
                <a:gd name="connsiteY17" fmla="*/ 52459 h 111474"/>
                <a:gd name="connsiteX18" fmla="*/ 27869 w 62294"/>
                <a:gd name="connsiteY18" fmla="*/ 50819 h 111474"/>
                <a:gd name="connsiteX19" fmla="*/ 24590 w 62294"/>
                <a:gd name="connsiteY19" fmla="*/ 52459 h 111474"/>
                <a:gd name="connsiteX20" fmla="*/ 19672 w 62294"/>
                <a:gd name="connsiteY20" fmla="*/ 55737 h 111474"/>
                <a:gd name="connsiteX21" fmla="*/ 16393 w 62294"/>
                <a:gd name="connsiteY21" fmla="*/ 55737 h 111474"/>
                <a:gd name="connsiteX22" fmla="*/ 14753 w 62294"/>
                <a:gd name="connsiteY22" fmla="*/ 52459 h 111474"/>
                <a:gd name="connsiteX23" fmla="*/ 9836 w 62294"/>
                <a:gd name="connsiteY23" fmla="*/ 50819 h 111474"/>
                <a:gd name="connsiteX24" fmla="*/ 6557 w 62294"/>
                <a:gd name="connsiteY24" fmla="*/ 45901 h 111474"/>
                <a:gd name="connsiteX25" fmla="*/ 4918 w 62294"/>
                <a:gd name="connsiteY25" fmla="*/ 50819 h 111474"/>
                <a:gd name="connsiteX26" fmla="*/ 6557 w 62294"/>
                <a:gd name="connsiteY26" fmla="*/ 54098 h 111474"/>
                <a:gd name="connsiteX27" fmla="*/ 8197 w 62294"/>
                <a:gd name="connsiteY27" fmla="*/ 57377 h 111474"/>
                <a:gd name="connsiteX28" fmla="*/ 9836 w 62294"/>
                <a:gd name="connsiteY28" fmla="*/ 62295 h 111474"/>
                <a:gd name="connsiteX29" fmla="*/ 9836 w 62294"/>
                <a:gd name="connsiteY29" fmla="*/ 65573 h 111474"/>
                <a:gd name="connsiteX30" fmla="*/ 9836 w 62294"/>
                <a:gd name="connsiteY30" fmla="*/ 67213 h 111474"/>
                <a:gd name="connsiteX31" fmla="*/ 9836 w 62294"/>
                <a:gd name="connsiteY31" fmla="*/ 70491 h 111474"/>
                <a:gd name="connsiteX32" fmla="*/ 11476 w 62294"/>
                <a:gd name="connsiteY32" fmla="*/ 72131 h 111474"/>
                <a:gd name="connsiteX33" fmla="*/ 16393 w 62294"/>
                <a:gd name="connsiteY33" fmla="*/ 75410 h 111474"/>
                <a:gd name="connsiteX34" fmla="*/ 16393 w 62294"/>
                <a:gd name="connsiteY34" fmla="*/ 70491 h 111474"/>
                <a:gd name="connsiteX35" fmla="*/ 19672 w 62294"/>
                <a:gd name="connsiteY35" fmla="*/ 70491 h 111474"/>
                <a:gd name="connsiteX36" fmla="*/ 22950 w 62294"/>
                <a:gd name="connsiteY36" fmla="*/ 75410 h 111474"/>
                <a:gd name="connsiteX37" fmla="*/ 26229 w 62294"/>
                <a:gd name="connsiteY37" fmla="*/ 78688 h 111474"/>
                <a:gd name="connsiteX38" fmla="*/ 26229 w 62294"/>
                <a:gd name="connsiteY38" fmla="*/ 83606 h 111474"/>
                <a:gd name="connsiteX39" fmla="*/ 26229 w 62294"/>
                <a:gd name="connsiteY39" fmla="*/ 83606 h 111474"/>
                <a:gd name="connsiteX40" fmla="*/ 26229 w 62294"/>
                <a:gd name="connsiteY40" fmla="*/ 86885 h 111474"/>
                <a:gd name="connsiteX41" fmla="*/ 26229 w 62294"/>
                <a:gd name="connsiteY41" fmla="*/ 90164 h 111474"/>
                <a:gd name="connsiteX42" fmla="*/ 24590 w 62294"/>
                <a:gd name="connsiteY42" fmla="*/ 95081 h 111474"/>
                <a:gd name="connsiteX43" fmla="*/ 27869 w 62294"/>
                <a:gd name="connsiteY43" fmla="*/ 98360 h 111474"/>
                <a:gd name="connsiteX44" fmla="*/ 27869 w 62294"/>
                <a:gd name="connsiteY44" fmla="*/ 98360 h 111474"/>
                <a:gd name="connsiteX45" fmla="*/ 27869 w 62294"/>
                <a:gd name="connsiteY45" fmla="*/ 103278 h 111474"/>
                <a:gd name="connsiteX46" fmla="*/ 27869 w 62294"/>
                <a:gd name="connsiteY46" fmla="*/ 104917 h 111474"/>
                <a:gd name="connsiteX47" fmla="*/ 31147 w 62294"/>
                <a:gd name="connsiteY47" fmla="*/ 108196 h 111474"/>
                <a:gd name="connsiteX48" fmla="*/ 34426 w 62294"/>
                <a:gd name="connsiteY48" fmla="*/ 109835 h 111474"/>
                <a:gd name="connsiteX49" fmla="*/ 37705 w 62294"/>
                <a:gd name="connsiteY49" fmla="*/ 111475 h 111474"/>
                <a:gd name="connsiteX50" fmla="*/ 37705 w 62294"/>
                <a:gd name="connsiteY50" fmla="*/ 108196 h 111474"/>
                <a:gd name="connsiteX51" fmla="*/ 36066 w 62294"/>
                <a:gd name="connsiteY51" fmla="*/ 104917 h 111474"/>
                <a:gd name="connsiteX52" fmla="*/ 36066 w 62294"/>
                <a:gd name="connsiteY52" fmla="*/ 100000 h 111474"/>
                <a:gd name="connsiteX53" fmla="*/ 39343 w 62294"/>
                <a:gd name="connsiteY53" fmla="*/ 103278 h 111474"/>
                <a:gd name="connsiteX54" fmla="*/ 42622 w 62294"/>
                <a:gd name="connsiteY54" fmla="*/ 101639 h 111474"/>
                <a:gd name="connsiteX55" fmla="*/ 45901 w 62294"/>
                <a:gd name="connsiteY55" fmla="*/ 98360 h 111474"/>
                <a:gd name="connsiteX56" fmla="*/ 42622 w 62294"/>
                <a:gd name="connsiteY56" fmla="*/ 93442 h 111474"/>
                <a:gd name="connsiteX57" fmla="*/ 40983 w 62294"/>
                <a:gd name="connsiteY57" fmla="*/ 90164 h 111474"/>
                <a:gd name="connsiteX58" fmla="*/ 40983 w 62294"/>
                <a:gd name="connsiteY58" fmla="*/ 86885 h 111474"/>
                <a:gd name="connsiteX59" fmla="*/ 40983 w 62294"/>
                <a:gd name="connsiteY59" fmla="*/ 86885 h 111474"/>
                <a:gd name="connsiteX60" fmla="*/ 39343 w 62294"/>
                <a:gd name="connsiteY60" fmla="*/ 83606 h 111474"/>
                <a:gd name="connsiteX61" fmla="*/ 36066 w 62294"/>
                <a:gd name="connsiteY61" fmla="*/ 81967 h 111474"/>
                <a:gd name="connsiteX62" fmla="*/ 34426 w 62294"/>
                <a:gd name="connsiteY62" fmla="*/ 77049 h 111474"/>
                <a:gd name="connsiteX63" fmla="*/ 34426 w 62294"/>
                <a:gd name="connsiteY63" fmla="*/ 73770 h 111474"/>
                <a:gd name="connsiteX64" fmla="*/ 34426 w 62294"/>
                <a:gd name="connsiteY64" fmla="*/ 72131 h 111474"/>
                <a:gd name="connsiteX65" fmla="*/ 34426 w 62294"/>
                <a:gd name="connsiteY65" fmla="*/ 68852 h 111474"/>
                <a:gd name="connsiteX66" fmla="*/ 34426 w 62294"/>
                <a:gd name="connsiteY66" fmla="*/ 63934 h 111474"/>
                <a:gd name="connsiteX67" fmla="*/ 34426 w 62294"/>
                <a:gd name="connsiteY67" fmla="*/ 63934 h 111474"/>
                <a:gd name="connsiteX68" fmla="*/ 34426 w 62294"/>
                <a:gd name="connsiteY68" fmla="*/ 59016 h 111474"/>
                <a:gd name="connsiteX69" fmla="*/ 31147 w 62294"/>
                <a:gd name="connsiteY69" fmla="*/ 57377 h 111474"/>
                <a:gd name="connsiteX70" fmla="*/ 36066 w 62294"/>
                <a:gd name="connsiteY70" fmla="*/ 57377 h 111474"/>
                <a:gd name="connsiteX71" fmla="*/ 36066 w 62294"/>
                <a:gd name="connsiteY71" fmla="*/ 57377 h 111474"/>
                <a:gd name="connsiteX72" fmla="*/ 39343 w 62294"/>
                <a:gd name="connsiteY72" fmla="*/ 60655 h 111474"/>
                <a:gd name="connsiteX73" fmla="*/ 40983 w 62294"/>
                <a:gd name="connsiteY73" fmla="*/ 62295 h 111474"/>
                <a:gd name="connsiteX74" fmla="*/ 40983 w 62294"/>
                <a:gd name="connsiteY74" fmla="*/ 65573 h 111474"/>
                <a:gd name="connsiteX75" fmla="*/ 42622 w 62294"/>
                <a:gd name="connsiteY75" fmla="*/ 65573 h 111474"/>
                <a:gd name="connsiteX76" fmla="*/ 44262 w 62294"/>
                <a:gd name="connsiteY76" fmla="*/ 63934 h 111474"/>
                <a:gd name="connsiteX77" fmla="*/ 47540 w 62294"/>
                <a:gd name="connsiteY77" fmla="*/ 65573 h 111474"/>
                <a:gd name="connsiteX78" fmla="*/ 50819 w 62294"/>
                <a:gd name="connsiteY78" fmla="*/ 63934 h 111474"/>
                <a:gd name="connsiteX79" fmla="*/ 55737 w 62294"/>
                <a:gd name="connsiteY79" fmla="*/ 65573 h 111474"/>
                <a:gd name="connsiteX80" fmla="*/ 59016 w 62294"/>
                <a:gd name="connsiteY80" fmla="*/ 65573 h 111474"/>
                <a:gd name="connsiteX81" fmla="*/ 62295 w 62294"/>
                <a:gd name="connsiteY81" fmla="*/ 67213 h 111474"/>
                <a:gd name="connsiteX82" fmla="*/ 59016 w 62294"/>
                <a:gd name="connsiteY82" fmla="*/ 63934 h 111474"/>
                <a:gd name="connsiteX83" fmla="*/ 57377 w 62294"/>
                <a:gd name="connsiteY83" fmla="*/ 60655 h 111474"/>
                <a:gd name="connsiteX84" fmla="*/ 54098 w 62294"/>
                <a:gd name="connsiteY84" fmla="*/ 59016 h 111474"/>
                <a:gd name="connsiteX85" fmla="*/ 55737 w 62294"/>
                <a:gd name="connsiteY85" fmla="*/ 54098 h 111474"/>
                <a:gd name="connsiteX86" fmla="*/ 55737 w 62294"/>
                <a:gd name="connsiteY86" fmla="*/ 52459 h 111474"/>
                <a:gd name="connsiteX87" fmla="*/ 52459 w 62294"/>
                <a:gd name="connsiteY87" fmla="*/ 50819 h 111474"/>
                <a:gd name="connsiteX88" fmla="*/ 50819 w 62294"/>
                <a:gd name="connsiteY88" fmla="*/ 49180 h 111474"/>
                <a:gd name="connsiteX89" fmla="*/ 49180 w 62294"/>
                <a:gd name="connsiteY89" fmla="*/ 44262 h 111474"/>
                <a:gd name="connsiteX90" fmla="*/ 49180 w 62294"/>
                <a:gd name="connsiteY90" fmla="*/ 44262 h 111474"/>
                <a:gd name="connsiteX91" fmla="*/ 47540 w 62294"/>
                <a:gd name="connsiteY91" fmla="*/ 40983 h 111474"/>
                <a:gd name="connsiteX92" fmla="*/ 47540 w 62294"/>
                <a:gd name="connsiteY92" fmla="*/ 37705 h 111474"/>
                <a:gd name="connsiteX93" fmla="*/ 47540 w 62294"/>
                <a:gd name="connsiteY93" fmla="*/ 32787 h 111474"/>
                <a:gd name="connsiteX94" fmla="*/ 45901 w 62294"/>
                <a:gd name="connsiteY94" fmla="*/ 29508 h 111474"/>
                <a:gd name="connsiteX95" fmla="*/ 45901 w 62294"/>
                <a:gd name="connsiteY95" fmla="*/ 26229 h 111474"/>
                <a:gd name="connsiteX96" fmla="*/ 47540 w 62294"/>
                <a:gd name="connsiteY96" fmla="*/ 24590 h 111474"/>
                <a:gd name="connsiteX97" fmla="*/ 47540 w 62294"/>
                <a:gd name="connsiteY97" fmla="*/ 22951 h 111474"/>
                <a:gd name="connsiteX98" fmla="*/ 45901 w 62294"/>
                <a:gd name="connsiteY98" fmla="*/ 19672 h 111474"/>
                <a:gd name="connsiteX99" fmla="*/ 47540 w 62294"/>
                <a:gd name="connsiteY99" fmla="*/ 18033 h 111474"/>
                <a:gd name="connsiteX100" fmla="*/ 47540 w 62294"/>
                <a:gd name="connsiteY100" fmla="*/ 16393 h 111474"/>
                <a:gd name="connsiteX101" fmla="*/ 47540 w 62294"/>
                <a:gd name="connsiteY101" fmla="*/ 16393 h 111474"/>
                <a:gd name="connsiteX102" fmla="*/ 45901 w 62294"/>
                <a:gd name="connsiteY102" fmla="*/ 16393 h 111474"/>
                <a:gd name="connsiteX103" fmla="*/ 42622 w 62294"/>
                <a:gd name="connsiteY103" fmla="*/ 13114 h 111474"/>
                <a:gd name="connsiteX104" fmla="*/ 39343 w 62294"/>
                <a:gd name="connsiteY104" fmla="*/ 13114 h 111474"/>
                <a:gd name="connsiteX105" fmla="*/ 39343 w 62294"/>
                <a:gd name="connsiteY105" fmla="*/ 13114 h 111474"/>
                <a:gd name="connsiteX106" fmla="*/ 39343 w 62294"/>
                <a:gd name="connsiteY106" fmla="*/ 8197 h 111474"/>
                <a:gd name="connsiteX107" fmla="*/ 39343 w 62294"/>
                <a:gd name="connsiteY107" fmla="*/ 6557 h 111474"/>
                <a:gd name="connsiteX108" fmla="*/ 36066 w 62294"/>
                <a:gd name="connsiteY108" fmla="*/ 3279 h 111474"/>
                <a:gd name="connsiteX109" fmla="*/ 32787 w 62294"/>
                <a:gd name="connsiteY109" fmla="*/ 1639 h 111474"/>
                <a:gd name="connsiteX110" fmla="*/ 29508 w 62294"/>
                <a:gd name="connsiteY110" fmla="*/ 0 h 111474"/>
                <a:gd name="connsiteX111" fmla="*/ 27869 w 62294"/>
                <a:gd name="connsiteY111" fmla="*/ 1639 h 111474"/>
                <a:gd name="connsiteX112" fmla="*/ 26229 w 62294"/>
                <a:gd name="connsiteY112" fmla="*/ 0 h 111474"/>
                <a:gd name="connsiteX113" fmla="*/ 26229 w 62294"/>
                <a:gd name="connsiteY113" fmla="*/ 0 h 111474"/>
                <a:gd name="connsiteX114" fmla="*/ 22950 w 62294"/>
                <a:gd name="connsiteY114" fmla="*/ 0 h 111474"/>
                <a:gd name="connsiteX115" fmla="*/ 21311 w 62294"/>
                <a:gd name="connsiteY115" fmla="*/ 1639 h 111474"/>
                <a:gd name="connsiteX116" fmla="*/ 16393 w 62294"/>
                <a:gd name="connsiteY116" fmla="*/ 3279 h 111474"/>
                <a:gd name="connsiteX117" fmla="*/ 13114 w 62294"/>
                <a:gd name="connsiteY117" fmla="*/ 3279 h 111474"/>
                <a:gd name="connsiteX118" fmla="*/ 9836 w 62294"/>
                <a:gd name="connsiteY118" fmla="*/ 1639 h 111474"/>
                <a:gd name="connsiteX119" fmla="*/ 6557 w 62294"/>
                <a:gd name="connsiteY119" fmla="*/ 1639 h 111474"/>
                <a:gd name="connsiteX120" fmla="*/ 3279 w 62294"/>
                <a:gd name="connsiteY120" fmla="*/ 1639 h 111474"/>
                <a:gd name="connsiteX121" fmla="*/ 0 w 62294"/>
                <a:gd name="connsiteY121" fmla="*/ 3279 h 11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62294" h="111474">
                  <a:moveTo>
                    <a:pt x="0" y="3279"/>
                  </a:moveTo>
                  <a:lnTo>
                    <a:pt x="0" y="4918"/>
                  </a:lnTo>
                  <a:lnTo>
                    <a:pt x="1639" y="9836"/>
                  </a:lnTo>
                  <a:lnTo>
                    <a:pt x="3279" y="13114"/>
                  </a:lnTo>
                  <a:lnTo>
                    <a:pt x="4918" y="16393"/>
                  </a:lnTo>
                  <a:lnTo>
                    <a:pt x="8197" y="19672"/>
                  </a:lnTo>
                  <a:lnTo>
                    <a:pt x="11476" y="22951"/>
                  </a:lnTo>
                  <a:lnTo>
                    <a:pt x="16393" y="24590"/>
                  </a:lnTo>
                  <a:lnTo>
                    <a:pt x="18032" y="27869"/>
                  </a:lnTo>
                  <a:lnTo>
                    <a:pt x="21311" y="29508"/>
                  </a:lnTo>
                  <a:lnTo>
                    <a:pt x="22950" y="32787"/>
                  </a:lnTo>
                  <a:lnTo>
                    <a:pt x="27869" y="36065"/>
                  </a:lnTo>
                  <a:lnTo>
                    <a:pt x="31147" y="36065"/>
                  </a:lnTo>
                  <a:lnTo>
                    <a:pt x="29508" y="39344"/>
                  </a:lnTo>
                  <a:lnTo>
                    <a:pt x="29508" y="44262"/>
                  </a:lnTo>
                  <a:lnTo>
                    <a:pt x="24590" y="45901"/>
                  </a:lnTo>
                  <a:lnTo>
                    <a:pt x="29508" y="49180"/>
                  </a:lnTo>
                  <a:lnTo>
                    <a:pt x="31147" y="52459"/>
                  </a:lnTo>
                  <a:lnTo>
                    <a:pt x="27869" y="50819"/>
                  </a:lnTo>
                  <a:lnTo>
                    <a:pt x="24590" y="52459"/>
                  </a:lnTo>
                  <a:lnTo>
                    <a:pt x="19672" y="55737"/>
                  </a:lnTo>
                  <a:lnTo>
                    <a:pt x="16393" y="55737"/>
                  </a:lnTo>
                  <a:lnTo>
                    <a:pt x="14753" y="52459"/>
                  </a:lnTo>
                  <a:lnTo>
                    <a:pt x="9836" y="50819"/>
                  </a:lnTo>
                  <a:lnTo>
                    <a:pt x="6557" y="45901"/>
                  </a:lnTo>
                  <a:lnTo>
                    <a:pt x="4918" y="50819"/>
                  </a:lnTo>
                  <a:lnTo>
                    <a:pt x="6557" y="54098"/>
                  </a:lnTo>
                  <a:lnTo>
                    <a:pt x="8197" y="57377"/>
                  </a:lnTo>
                  <a:lnTo>
                    <a:pt x="9836" y="62295"/>
                  </a:lnTo>
                  <a:lnTo>
                    <a:pt x="9836" y="65573"/>
                  </a:lnTo>
                  <a:lnTo>
                    <a:pt x="9836" y="67213"/>
                  </a:lnTo>
                  <a:lnTo>
                    <a:pt x="9836" y="70491"/>
                  </a:lnTo>
                  <a:lnTo>
                    <a:pt x="11476" y="72131"/>
                  </a:lnTo>
                  <a:lnTo>
                    <a:pt x="16393" y="75410"/>
                  </a:lnTo>
                  <a:lnTo>
                    <a:pt x="16393" y="70491"/>
                  </a:lnTo>
                  <a:lnTo>
                    <a:pt x="19672" y="70491"/>
                  </a:lnTo>
                  <a:lnTo>
                    <a:pt x="22950" y="75410"/>
                  </a:lnTo>
                  <a:lnTo>
                    <a:pt x="26229" y="78688"/>
                  </a:lnTo>
                  <a:lnTo>
                    <a:pt x="26229" y="83606"/>
                  </a:lnTo>
                  <a:lnTo>
                    <a:pt x="26229" y="83606"/>
                  </a:lnTo>
                  <a:lnTo>
                    <a:pt x="26229" y="86885"/>
                  </a:lnTo>
                  <a:lnTo>
                    <a:pt x="26229" y="90164"/>
                  </a:lnTo>
                  <a:lnTo>
                    <a:pt x="24590" y="95081"/>
                  </a:lnTo>
                  <a:lnTo>
                    <a:pt x="27869" y="98360"/>
                  </a:lnTo>
                  <a:lnTo>
                    <a:pt x="27869" y="98360"/>
                  </a:lnTo>
                  <a:lnTo>
                    <a:pt x="27869" y="103278"/>
                  </a:lnTo>
                  <a:lnTo>
                    <a:pt x="27869" y="104917"/>
                  </a:lnTo>
                  <a:lnTo>
                    <a:pt x="31147" y="108196"/>
                  </a:lnTo>
                  <a:lnTo>
                    <a:pt x="34426" y="109835"/>
                  </a:lnTo>
                  <a:lnTo>
                    <a:pt x="37705" y="111475"/>
                  </a:lnTo>
                  <a:lnTo>
                    <a:pt x="37705" y="108196"/>
                  </a:lnTo>
                  <a:lnTo>
                    <a:pt x="36066" y="104917"/>
                  </a:lnTo>
                  <a:lnTo>
                    <a:pt x="36066" y="100000"/>
                  </a:lnTo>
                  <a:lnTo>
                    <a:pt x="39343" y="103278"/>
                  </a:lnTo>
                  <a:lnTo>
                    <a:pt x="42622" y="101639"/>
                  </a:lnTo>
                  <a:lnTo>
                    <a:pt x="45901" y="98360"/>
                  </a:lnTo>
                  <a:lnTo>
                    <a:pt x="42622" y="93442"/>
                  </a:lnTo>
                  <a:lnTo>
                    <a:pt x="40983" y="90164"/>
                  </a:lnTo>
                  <a:lnTo>
                    <a:pt x="40983" y="86885"/>
                  </a:lnTo>
                  <a:lnTo>
                    <a:pt x="40983" y="86885"/>
                  </a:lnTo>
                  <a:lnTo>
                    <a:pt x="39343" y="83606"/>
                  </a:lnTo>
                  <a:lnTo>
                    <a:pt x="36066" y="81967"/>
                  </a:lnTo>
                  <a:lnTo>
                    <a:pt x="34426" y="77049"/>
                  </a:lnTo>
                  <a:lnTo>
                    <a:pt x="34426" y="73770"/>
                  </a:lnTo>
                  <a:lnTo>
                    <a:pt x="34426" y="72131"/>
                  </a:lnTo>
                  <a:lnTo>
                    <a:pt x="34426" y="68852"/>
                  </a:lnTo>
                  <a:lnTo>
                    <a:pt x="34426" y="63934"/>
                  </a:lnTo>
                  <a:lnTo>
                    <a:pt x="34426" y="63934"/>
                  </a:lnTo>
                  <a:lnTo>
                    <a:pt x="34426" y="59016"/>
                  </a:lnTo>
                  <a:lnTo>
                    <a:pt x="31147" y="57377"/>
                  </a:lnTo>
                  <a:lnTo>
                    <a:pt x="36066" y="57377"/>
                  </a:lnTo>
                  <a:lnTo>
                    <a:pt x="36066" y="57377"/>
                  </a:lnTo>
                  <a:lnTo>
                    <a:pt x="39343" y="60655"/>
                  </a:lnTo>
                  <a:lnTo>
                    <a:pt x="40983" y="62295"/>
                  </a:lnTo>
                  <a:lnTo>
                    <a:pt x="40983" y="65573"/>
                  </a:lnTo>
                  <a:lnTo>
                    <a:pt x="42622" y="65573"/>
                  </a:lnTo>
                  <a:lnTo>
                    <a:pt x="44262" y="63934"/>
                  </a:lnTo>
                  <a:lnTo>
                    <a:pt x="47540" y="65573"/>
                  </a:lnTo>
                  <a:lnTo>
                    <a:pt x="50819" y="63934"/>
                  </a:lnTo>
                  <a:lnTo>
                    <a:pt x="55737" y="65573"/>
                  </a:lnTo>
                  <a:lnTo>
                    <a:pt x="59016" y="65573"/>
                  </a:lnTo>
                  <a:lnTo>
                    <a:pt x="62295" y="67213"/>
                  </a:lnTo>
                  <a:lnTo>
                    <a:pt x="59016" y="63934"/>
                  </a:lnTo>
                  <a:lnTo>
                    <a:pt x="57377" y="60655"/>
                  </a:lnTo>
                  <a:lnTo>
                    <a:pt x="54098" y="59016"/>
                  </a:lnTo>
                  <a:lnTo>
                    <a:pt x="55737" y="54098"/>
                  </a:lnTo>
                  <a:lnTo>
                    <a:pt x="55737" y="52459"/>
                  </a:lnTo>
                  <a:lnTo>
                    <a:pt x="52459" y="50819"/>
                  </a:lnTo>
                  <a:lnTo>
                    <a:pt x="50819" y="49180"/>
                  </a:lnTo>
                  <a:lnTo>
                    <a:pt x="49180" y="44262"/>
                  </a:lnTo>
                  <a:lnTo>
                    <a:pt x="49180" y="44262"/>
                  </a:lnTo>
                  <a:lnTo>
                    <a:pt x="47540" y="40983"/>
                  </a:lnTo>
                  <a:lnTo>
                    <a:pt x="47540" y="37705"/>
                  </a:lnTo>
                  <a:lnTo>
                    <a:pt x="47540" y="32787"/>
                  </a:lnTo>
                  <a:lnTo>
                    <a:pt x="45901" y="29508"/>
                  </a:lnTo>
                  <a:lnTo>
                    <a:pt x="45901" y="26229"/>
                  </a:lnTo>
                  <a:lnTo>
                    <a:pt x="47540" y="24590"/>
                  </a:lnTo>
                  <a:lnTo>
                    <a:pt x="47540" y="22951"/>
                  </a:lnTo>
                  <a:lnTo>
                    <a:pt x="45901" y="19672"/>
                  </a:lnTo>
                  <a:lnTo>
                    <a:pt x="47540" y="18033"/>
                  </a:lnTo>
                  <a:lnTo>
                    <a:pt x="47540" y="16393"/>
                  </a:lnTo>
                  <a:lnTo>
                    <a:pt x="47540" y="16393"/>
                  </a:lnTo>
                  <a:lnTo>
                    <a:pt x="45901" y="16393"/>
                  </a:lnTo>
                  <a:lnTo>
                    <a:pt x="42622" y="13114"/>
                  </a:lnTo>
                  <a:lnTo>
                    <a:pt x="39343" y="13114"/>
                  </a:lnTo>
                  <a:lnTo>
                    <a:pt x="39343" y="13114"/>
                  </a:lnTo>
                  <a:lnTo>
                    <a:pt x="39343" y="8197"/>
                  </a:lnTo>
                  <a:lnTo>
                    <a:pt x="39343" y="6557"/>
                  </a:lnTo>
                  <a:lnTo>
                    <a:pt x="36066" y="3279"/>
                  </a:lnTo>
                  <a:lnTo>
                    <a:pt x="32787" y="1639"/>
                  </a:lnTo>
                  <a:lnTo>
                    <a:pt x="29508" y="0"/>
                  </a:lnTo>
                  <a:lnTo>
                    <a:pt x="27869" y="1639"/>
                  </a:lnTo>
                  <a:lnTo>
                    <a:pt x="26229" y="0"/>
                  </a:lnTo>
                  <a:lnTo>
                    <a:pt x="26229" y="0"/>
                  </a:lnTo>
                  <a:lnTo>
                    <a:pt x="22950" y="0"/>
                  </a:lnTo>
                  <a:lnTo>
                    <a:pt x="21311" y="1639"/>
                  </a:lnTo>
                  <a:lnTo>
                    <a:pt x="16393" y="3279"/>
                  </a:lnTo>
                  <a:lnTo>
                    <a:pt x="13114" y="3279"/>
                  </a:lnTo>
                  <a:lnTo>
                    <a:pt x="9836" y="1639"/>
                  </a:lnTo>
                  <a:lnTo>
                    <a:pt x="6557" y="1639"/>
                  </a:lnTo>
                  <a:lnTo>
                    <a:pt x="3279" y="1639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49" name="Freeform 3748">
              <a:extLst>
                <a:ext uri="{FF2B5EF4-FFF2-40B4-BE49-F238E27FC236}">
                  <a16:creationId xmlns:a16="http://schemas.microsoft.com/office/drawing/2014/main" id="{50E9A405-AF25-4545-A146-1768AA85CDAE}"/>
                </a:ext>
              </a:extLst>
            </p:cNvPr>
            <p:cNvSpPr/>
            <p:nvPr/>
          </p:nvSpPr>
          <p:spPr>
            <a:xfrm>
              <a:off x="10138603" y="3605063"/>
              <a:ext cx="9836" cy="11475"/>
            </a:xfrm>
            <a:custGeom>
              <a:avLst/>
              <a:gdLst>
                <a:gd name="connsiteX0" fmla="*/ 4919 w 9836"/>
                <a:gd name="connsiteY0" fmla="*/ 11476 h 11475"/>
                <a:gd name="connsiteX1" fmla="*/ 9837 w 9836"/>
                <a:gd name="connsiteY1" fmla="*/ 11476 h 11475"/>
                <a:gd name="connsiteX2" fmla="*/ 9837 w 9836"/>
                <a:gd name="connsiteY2" fmla="*/ 6557 h 11475"/>
                <a:gd name="connsiteX3" fmla="*/ 6558 w 9836"/>
                <a:gd name="connsiteY3" fmla="*/ 3279 h 11475"/>
                <a:gd name="connsiteX4" fmla="*/ 3279 w 9836"/>
                <a:gd name="connsiteY4" fmla="*/ 0 h 11475"/>
                <a:gd name="connsiteX5" fmla="*/ 0 w 9836"/>
                <a:gd name="connsiteY5" fmla="*/ 1639 h 11475"/>
                <a:gd name="connsiteX6" fmla="*/ 1640 w 9836"/>
                <a:gd name="connsiteY6" fmla="*/ 4918 h 11475"/>
                <a:gd name="connsiteX7" fmla="*/ 3279 w 9836"/>
                <a:gd name="connsiteY7" fmla="*/ 983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6" h="11475">
                  <a:moveTo>
                    <a:pt x="4919" y="11476"/>
                  </a:moveTo>
                  <a:lnTo>
                    <a:pt x="9837" y="11476"/>
                  </a:lnTo>
                  <a:lnTo>
                    <a:pt x="9837" y="6557"/>
                  </a:lnTo>
                  <a:lnTo>
                    <a:pt x="6558" y="327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1640" y="4918"/>
                  </a:lnTo>
                  <a:lnTo>
                    <a:pt x="3279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50" name="Freeform 3749">
              <a:extLst>
                <a:ext uri="{FF2B5EF4-FFF2-40B4-BE49-F238E27FC236}">
                  <a16:creationId xmlns:a16="http://schemas.microsoft.com/office/drawing/2014/main" id="{5F8E9F3D-C720-F647-A5E6-0F83FB84D1F5}"/>
                </a:ext>
              </a:extLst>
            </p:cNvPr>
            <p:cNvSpPr/>
            <p:nvPr/>
          </p:nvSpPr>
          <p:spPr>
            <a:xfrm>
              <a:off x="10140243" y="3650965"/>
              <a:ext cx="6556" cy="4917"/>
            </a:xfrm>
            <a:custGeom>
              <a:avLst/>
              <a:gdLst>
                <a:gd name="connsiteX0" fmla="*/ 1639 w 6556"/>
                <a:gd name="connsiteY0" fmla="*/ 4918 h 4917"/>
                <a:gd name="connsiteX1" fmla="*/ 3279 w 6556"/>
                <a:gd name="connsiteY1" fmla="*/ 1639 h 4917"/>
                <a:gd name="connsiteX2" fmla="*/ 4918 w 6556"/>
                <a:gd name="connsiteY2" fmla="*/ 3278 h 4917"/>
                <a:gd name="connsiteX3" fmla="*/ 6557 w 6556"/>
                <a:gd name="connsiteY3" fmla="*/ 0 h 4917"/>
                <a:gd name="connsiteX4" fmla="*/ 3279 w 6556"/>
                <a:gd name="connsiteY4" fmla="*/ 1639 h 4917"/>
                <a:gd name="connsiteX5" fmla="*/ 0 w 6556"/>
                <a:gd name="connsiteY5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6" h="4917">
                  <a:moveTo>
                    <a:pt x="1639" y="4918"/>
                  </a:moveTo>
                  <a:lnTo>
                    <a:pt x="3279" y="1639"/>
                  </a:lnTo>
                  <a:lnTo>
                    <a:pt x="4918" y="3278"/>
                  </a:lnTo>
                  <a:lnTo>
                    <a:pt x="6557" y="0"/>
                  </a:ln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51" name="Freeform 3750">
              <a:extLst>
                <a:ext uri="{FF2B5EF4-FFF2-40B4-BE49-F238E27FC236}">
                  <a16:creationId xmlns:a16="http://schemas.microsoft.com/office/drawing/2014/main" id="{893F5A56-5F81-2346-A598-8F8336376249}"/>
                </a:ext>
              </a:extLst>
            </p:cNvPr>
            <p:cNvSpPr/>
            <p:nvPr/>
          </p:nvSpPr>
          <p:spPr>
            <a:xfrm>
              <a:off x="10158276" y="3714899"/>
              <a:ext cx="6557" cy="6557"/>
            </a:xfrm>
            <a:custGeom>
              <a:avLst/>
              <a:gdLst>
                <a:gd name="connsiteX0" fmla="*/ 4918 w 6557"/>
                <a:gd name="connsiteY0" fmla="*/ 6557 h 6557"/>
                <a:gd name="connsiteX1" fmla="*/ 6558 w 6557"/>
                <a:gd name="connsiteY1" fmla="*/ 3278 h 6557"/>
                <a:gd name="connsiteX2" fmla="*/ 3279 w 6557"/>
                <a:gd name="connsiteY2" fmla="*/ 0 h 6557"/>
                <a:gd name="connsiteX3" fmla="*/ 0 w 6557"/>
                <a:gd name="connsiteY3" fmla="*/ 1639 h 6557"/>
                <a:gd name="connsiteX4" fmla="*/ 1640 w 6557"/>
                <a:gd name="connsiteY4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6557">
                  <a:moveTo>
                    <a:pt x="4918" y="6557"/>
                  </a:moveTo>
                  <a:lnTo>
                    <a:pt x="6558" y="3278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164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52" name="Freeform 3751">
              <a:extLst>
                <a:ext uri="{FF2B5EF4-FFF2-40B4-BE49-F238E27FC236}">
                  <a16:creationId xmlns:a16="http://schemas.microsoft.com/office/drawing/2014/main" id="{49447D6E-D8E1-764B-9E0D-2DAAADEC816A}"/>
                </a:ext>
              </a:extLst>
            </p:cNvPr>
            <p:cNvSpPr/>
            <p:nvPr/>
          </p:nvSpPr>
          <p:spPr>
            <a:xfrm>
              <a:off x="10158276" y="3567358"/>
              <a:ext cx="1639" cy="1639"/>
            </a:xfrm>
            <a:custGeom>
              <a:avLst/>
              <a:gdLst>
                <a:gd name="connsiteX0" fmla="*/ 0 w 1639"/>
                <a:gd name="connsiteY0" fmla="*/ 0 h 1639"/>
                <a:gd name="connsiteX1" fmla="*/ 1640 w 1639"/>
                <a:gd name="connsiteY1" fmla="*/ 1639 h 1639"/>
                <a:gd name="connsiteX2" fmla="*/ 1640 w 1639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1639">
                  <a:moveTo>
                    <a:pt x="0" y="0"/>
                  </a:moveTo>
                  <a:lnTo>
                    <a:pt x="1640" y="1639"/>
                  </a:lnTo>
                  <a:lnTo>
                    <a:pt x="164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53" name="Freeform 3752">
              <a:extLst>
                <a:ext uri="{FF2B5EF4-FFF2-40B4-BE49-F238E27FC236}">
                  <a16:creationId xmlns:a16="http://schemas.microsoft.com/office/drawing/2014/main" id="{30778F23-686F-A941-A8D3-E0CB907A3013}"/>
                </a:ext>
              </a:extLst>
            </p:cNvPr>
            <p:cNvSpPr/>
            <p:nvPr/>
          </p:nvSpPr>
          <p:spPr>
            <a:xfrm>
              <a:off x="10173030" y="3677194"/>
              <a:ext cx="8196" cy="8196"/>
            </a:xfrm>
            <a:custGeom>
              <a:avLst/>
              <a:gdLst>
                <a:gd name="connsiteX0" fmla="*/ 3279 w 8196"/>
                <a:gd name="connsiteY0" fmla="*/ 3279 h 8196"/>
                <a:gd name="connsiteX1" fmla="*/ 4918 w 8196"/>
                <a:gd name="connsiteY1" fmla="*/ 3279 h 8196"/>
                <a:gd name="connsiteX2" fmla="*/ 8197 w 8196"/>
                <a:gd name="connsiteY2" fmla="*/ 8197 h 8196"/>
                <a:gd name="connsiteX3" fmla="*/ 6557 w 8196"/>
                <a:gd name="connsiteY3" fmla="*/ 3279 h 8196"/>
                <a:gd name="connsiteX4" fmla="*/ 6557 w 8196"/>
                <a:gd name="connsiteY4" fmla="*/ 3279 h 8196"/>
                <a:gd name="connsiteX5" fmla="*/ 4918 w 8196"/>
                <a:gd name="connsiteY5" fmla="*/ 0 h 8196"/>
                <a:gd name="connsiteX6" fmla="*/ 0 w 8196"/>
                <a:gd name="connsiteY6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8196">
                  <a:moveTo>
                    <a:pt x="3279" y="3279"/>
                  </a:moveTo>
                  <a:lnTo>
                    <a:pt x="4918" y="3279"/>
                  </a:lnTo>
                  <a:lnTo>
                    <a:pt x="8197" y="8197"/>
                  </a:lnTo>
                  <a:lnTo>
                    <a:pt x="6557" y="3279"/>
                  </a:lnTo>
                  <a:lnTo>
                    <a:pt x="6557" y="3279"/>
                  </a:ln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54" name="Freeform 3753">
              <a:extLst>
                <a:ext uri="{FF2B5EF4-FFF2-40B4-BE49-F238E27FC236}">
                  <a16:creationId xmlns:a16="http://schemas.microsoft.com/office/drawing/2014/main" id="{3899153C-1205-EF43-9AC0-941300FA2891}"/>
                </a:ext>
              </a:extLst>
            </p:cNvPr>
            <p:cNvSpPr/>
            <p:nvPr/>
          </p:nvSpPr>
          <p:spPr>
            <a:xfrm>
              <a:off x="10187784" y="3660800"/>
              <a:ext cx="8196" cy="27868"/>
            </a:xfrm>
            <a:custGeom>
              <a:avLst/>
              <a:gdLst>
                <a:gd name="connsiteX0" fmla="*/ 3279 w 8196"/>
                <a:gd name="connsiteY0" fmla="*/ 19672 h 27868"/>
                <a:gd name="connsiteX1" fmla="*/ 6558 w 8196"/>
                <a:gd name="connsiteY1" fmla="*/ 24590 h 27868"/>
                <a:gd name="connsiteX2" fmla="*/ 4919 w 8196"/>
                <a:gd name="connsiteY2" fmla="*/ 27869 h 27868"/>
                <a:gd name="connsiteX3" fmla="*/ 8197 w 8196"/>
                <a:gd name="connsiteY3" fmla="*/ 27869 h 27868"/>
                <a:gd name="connsiteX4" fmla="*/ 8197 w 8196"/>
                <a:gd name="connsiteY4" fmla="*/ 24590 h 27868"/>
                <a:gd name="connsiteX5" fmla="*/ 8197 w 8196"/>
                <a:gd name="connsiteY5" fmla="*/ 19672 h 27868"/>
                <a:gd name="connsiteX6" fmla="*/ 8197 w 8196"/>
                <a:gd name="connsiteY6" fmla="*/ 16393 h 27868"/>
                <a:gd name="connsiteX7" fmla="*/ 6558 w 8196"/>
                <a:gd name="connsiteY7" fmla="*/ 13115 h 27868"/>
                <a:gd name="connsiteX8" fmla="*/ 4919 w 8196"/>
                <a:gd name="connsiteY8" fmla="*/ 8197 h 27868"/>
                <a:gd name="connsiteX9" fmla="*/ 6558 w 8196"/>
                <a:gd name="connsiteY9" fmla="*/ 4918 h 27868"/>
                <a:gd name="connsiteX10" fmla="*/ 4919 w 8196"/>
                <a:gd name="connsiteY10" fmla="*/ 0 h 27868"/>
                <a:gd name="connsiteX11" fmla="*/ 1640 w 8196"/>
                <a:gd name="connsiteY11" fmla="*/ 3279 h 27868"/>
                <a:gd name="connsiteX12" fmla="*/ 0 w 8196"/>
                <a:gd name="connsiteY12" fmla="*/ 6558 h 27868"/>
                <a:gd name="connsiteX13" fmla="*/ 1640 w 8196"/>
                <a:gd name="connsiteY13" fmla="*/ 11476 h 27868"/>
                <a:gd name="connsiteX14" fmla="*/ 0 w 8196"/>
                <a:gd name="connsiteY14" fmla="*/ 14754 h 27868"/>
                <a:gd name="connsiteX15" fmla="*/ 3279 w 8196"/>
                <a:gd name="connsiteY15" fmla="*/ 16393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196" h="27868">
                  <a:moveTo>
                    <a:pt x="3279" y="19672"/>
                  </a:moveTo>
                  <a:lnTo>
                    <a:pt x="6558" y="24590"/>
                  </a:lnTo>
                  <a:lnTo>
                    <a:pt x="4919" y="27869"/>
                  </a:lnTo>
                  <a:lnTo>
                    <a:pt x="8197" y="27869"/>
                  </a:lnTo>
                  <a:lnTo>
                    <a:pt x="8197" y="24590"/>
                  </a:lnTo>
                  <a:lnTo>
                    <a:pt x="8197" y="19672"/>
                  </a:lnTo>
                  <a:lnTo>
                    <a:pt x="8197" y="16393"/>
                  </a:lnTo>
                  <a:lnTo>
                    <a:pt x="6558" y="13115"/>
                  </a:lnTo>
                  <a:lnTo>
                    <a:pt x="4919" y="8197"/>
                  </a:lnTo>
                  <a:lnTo>
                    <a:pt x="6558" y="4918"/>
                  </a:lnTo>
                  <a:lnTo>
                    <a:pt x="4919" y="0"/>
                  </a:lnTo>
                  <a:lnTo>
                    <a:pt x="1640" y="3279"/>
                  </a:lnTo>
                  <a:lnTo>
                    <a:pt x="0" y="6558"/>
                  </a:lnTo>
                  <a:lnTo>
                    <a:pt x="1640" y="11476"/>
                  </a:lnTo>
                  <a:lnTo>
                    <a:pt x="0" y="14754"/>
                  </a:lnTo>
                  <a:lnTo>
                    <a:pt x="3279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55" name="Freeform 3754">
              <a:extLst>
                <a:ext uri="{FF2B5EF4-FFF2-40B4-BE49-F238E27FC236}">
                  <a16:creationId xmlns:a16="http://schemas.microsoft.com/office/drawing/2014/main" id="{CE795CDC-65FC-0046-806F-2F5A11517322}"/>
                </a:ext>
              </a:extLst>
            </p:cNvPr>
            <p:cNvSpPr/>
            <p:nvPr/>
          </p:nvSpPr>
          <p:spPr>
            <a:xfrm>
              <a:off x="10195980" y="3883750"/>
              <a:ext cx="3278" cy="1639"/>
            </a:xfrm>
            <a:custGeom>
              <a:avLst/>
              <a:gdLst>
                <a:gd name="connsiteX0" fmla="*/ 0 w 3278"/>
                <a:gd name="connsiteY0" fmla="*/ 1639 h 1639"/>
                <a:gd name="connsiteX1" fmla="*/ 0 w 3278"/>
                <a:gd name="connsiteY1" fmla="*/ 1639 h 1639"/>
                <a:gd name="connsiteX2" fmla="*/ 0 w 3278"/>
                <a:gd name="connsiteY2" fmla="*/ 1639 h 1639"/>
                <a:gd name="connsiteX3" fmla="*/ 1640 w 3278"/>
                <a:gd name="connsiteY3" fmla="*/ 1639 h 1639"/>
                <a:gd name="connsiteX4" fmla="*/ 3279 w 3278"/>
                <a:gd name="connsiteY4" fmla="*/ 1639 h 1639"/>
                <a:gd name="connsiteX5" fmla="*/ 3279 w 3278"/>
                <a:gd name="connsiteY5" fmla="*/ 1639 h 1639"/>
                <a:gd name="connsiteX6" fmla="*/ 0 w 3278"/>
                <a:gd name="connsiteY6" fmla="*/ 0 h 1639"/>
                <a:gd name="connsiteX7" fmla="*/ 0 w 3278"/>
                <a:gd name="connsiteY7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78" h="1639">
                  <a:moveTo>
                    <a:pt x="0" y="1639"/>
                  </a:moveTo>
                  <a:lnTo>
                    <a:pt x="0" y="1639"/>
                  </a:lnTo>
                  <a:lnTo>
                    <a:pt x="0" y="1639"/>
                  </a:lnTo>
                  <a:lnTo>
                    <a:pt x="1640" y="1639"/>
                  </a:lnTo>
                  <a:lnTo>
                    <a:pt x="3279" y="1639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56" name="Freeform 3755">
              <a:extLst>
                <a:ext uri="{FF2B5EF4-FFF2-40B4-BE49-F238E27FC236}">
                  <a16:creationId xmlns:a16="http://schemas.microsoft.com/office/drawing/2014/main" id="{79F00300-1D17-8F4C-A81D-37EF57D131E8}"/>
                </a:ext>
              </a:extLst>
            </p:cNvPr>
            <p:cNvSpPr/>
            <p:nvPr/>
          </p:nvSpPr>
          <p:spPr>
            <a:xfrm>
              <a:off x="10204177" y="3806702"/>
              <a:ext cx="4918" cy="11475"/>
            </a:xfrm>
            <a:custGeom>
              <a:avLst/>
              <a:gdLst>
                <a:gd name="connsiteX0" fmla="*/ 4919 w 4918"/>
                <a:gd name="connsiteY0" fmla="*/ 11475 h 11475"/>
                <a:gd name="connsiteX1" fmla="*/ 4919 w 4918"/>
                <a:gd name="connsiteY1" fmla="*/ 6557 h 11475"/>
                <a:gd name="connsiteX2" fmla="*/ 4919 w 4918"/>
                <a:gd name="connsiteY2" fmla="*/ 3278 h 11475"/>
                <a:gd name="connsiteX3" fmla="*/ 3279 w 4918"/>
                <a:gd name="connsiteY3" fmla="*/ 0 h 11475"/>
                <a:gd name="connsiteX4" fmla="*/ 0 w 4918"/>
                <a:gd name="connsiteY4" fmla="*/ 1639 h 11475"/>
                <a:gd name="connsiteX5" fmla="*/ 1640 w 4918"/>
                <a:gd name="connsiteY5" fmla="*/ 4918 h 11475"/>
                <a:gd name="connsiteX6" fmla="*/ 3279 w 4918"/>
                <a:gd name="connsiteY6" fmla="*/ 983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18" h="11475">
                  <a:moveTo>
                    <a:pt x="4919" y="11475"/>
                  </a:moveTo>
                  <a:lnTo>
                    <a:pt x="4919" y="6557"/>
                  </a:lnTo>
                  <a:lnTo>
                    <a:pt x="4919" y="3278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1640" y="4918"/>
                  </a:lnTo>
                  <a:lnTo>
                    <a:pt x="3279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57" name="Freeform 3756">
              <a:extLst>
                <a:ext uri="{FF2B5EF4-FFF2-40B4-BE49-F238E27FC236}">
                  <a16:creationId xmlns:a16="http://schemas.microsoft.com/office/drawing/2014/main" id="{0215B9E4-1450-3546-A24C-4562918E4F5C}"/>
                </a:ext>
              </a:extLst>
            </p:cNvPr>
            <p:cNvSpPr/>
            <p:nvPr/>
          </p:nvSpPr>
          <p:spPr>
            <a:xfrm>
              <a:off x="10205817" y="3693587"/>
              <a:ext cx="3278" cy="6557"/>
            </a:xfrm>
            <a:custGeom>
              <a:avLst/>
              <a:gdLst>
                <a:gd name="connsiteX0" fmla="*/ 1639 w 3278"/>
                <a:gd name="connsiteY0" fmla="*/ 6558 h 6557"/>
                <a:gd name="connsiteX1" fmla="*/ 1639 w 3278"/>
                <a:gd name="connsiteY1" fmla="*/ 6558 h 6557"/>
                <a:gd name="connsiteX2" fmla="*/ 3279 w 3278"/>
                <a:gd name="connsiteY2" fmla="*/ 3279 h 6557"/>
                <a:gd name="connsiteX3" fmla="*/ 0 w 3278"/>
                <a:gd name="connsiteY3" fmla="*/ 0 h 6557"/>
                <a:gd name="connsiteX4" fmla="*/ 0 w 3278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6557">
                  <a:moveTo>
                    <a:pt x="1639" y="6558"/>
                  </a:moveTo>
                  <a:lnTo>
                    <a:pt x="1639" y="6558"/>
                  </a:lnTo>
                  <a:lnTo>
                    <a:pt x="3279" y="3279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58" name="Freeform 3757">
              <a:extLst>
                <a:ext uri="{FF2B5EF4-FFF2-40B4-BE49-F238E27FC236}">
                  <a16:creationId xmlns:a16="http://schemas.microsoft.com/office/drawing/2014/main" id="{CC302D67-14B4-894F-B0FD-875A13718A88}"/>
                </a:ext>
              </a:extLst>
            </p:cNvPr>
            <p:cNvSpPr/>
            <p:nvPr/>
          </p:nvSpPr>
          <p:spPr>
            <a:xfrm>
              <a:off x="10207456" y="3680472"/>
              <a:ext cx="8196" cy="11475"/>
            </a:xfrm>
            <a:custGeom>
              <a:avLst/>
              <a:gdLst>
                <a:gd name="connsiteX0" fmla="*/ 1640 w 8196"/>
                <a:gd name="connsiteY0" fmla="*/ 0 h 11475"/>
                <a:gd name="connsiteX1" fmla="*/ 0 w 8196"/>
                <a:gd name="connsiteY1" fmla="*/ 4918 h 11475"/>
                <a:gd name="connsiteX2" fmla="*/ 0 w 8196"/>
                <a:gd name="connsiteY2" fmla="*/ 8197 h 11475"/>
                <a:gd name="connsiteX3" fmla="*/ 1640 w 8196"/>
                <a:gd name="connsiteY3" fmla="*/ 11476 h 11475"/>
                <a:gd name="connsiteX4" fmla="*/ 3279 w 8196"/>
                <a:gd name="connsiteY4" fmla="*/ 11476 h 11475"/>
                <a:gd name="connsiteX5" fmla="*/ 6558 w 8196"/>
                <a:gd name="connsiteY5" fmla="*/ 11476 h 11475"/>
                <a:gd name="connsiteX6" fmla="*/ 8197 w 8196"/>
                <a:gd name="connsiteY6" fmla="*/ 9836 h 11475"/>
                <a:gd name="connsiteX7" fmla="*/ 8197 w 8196"/>
                <a:gd name="connsiteY7" fmla="*/ 9836 h 11475"/>
                <a:gd name="connsiteX8" fmla="*/ 4918 w 8196"/>
                <a:gd name="connsiteY8" fmla="*/ 4918 h 11475"/>
                <a:gd name="connsiteX9" fmla="*/ 4918 w 8196"/>
                <a:gd name="connsiteY9" fmla="*/ 1639 h 11475"/>
                <a:gd name="connsiteX10" fmla="*/ 3279 w 8196"/>
                <a:gd name="connsiteY10" fmla="*/ 0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96" h="11475">
                  <a:moveTo>
                    <a:pt x="1640" y="0"/>
                  </a:moveTo>
                  <a:lnTo>
                    <a:pt x="0" y="4918"/>
                  </a:lnTo>
                  <a:lnTo>
                    <a:pt x="0" y="8197"/>
                  </a:lnTo>
                  <a:lnTo>
                    <a:pt x="1640" y="11476"/>
                  </a:lnTo>
                  <a:lnTo>
                    <a:pt x="3279" y="11476"/>
                  </a:lnTo>
                  <a:lnTo>
                    <a:pt x="6558" y="11476"/>
                  </a:lnTo>
                  <a:lnTo>
                    <a:pt x="8197" y="9836"/>
                  </a:lnTo>
                  <a:lnTo>
                    <a:pt x="8197" y="9836"/>
                  </a:lnTo>
                  <a:lnTo>
                    <a:pt x="4918" y="4918"/>
                  </a:lnTo>
                  <a:lnTo>
                    <a:pt x="4918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59" name="Freeform 3758">
              <a:extLst>
                <a:ext uri="{FF2B5EF4-FFF2-40B4-BE49-F238E27FC236}">
                  <a16:creationId xmlns:a16="http://schemas.microsoft.com/office/drawing/2014/main" id="{3BB20A94-B1B8-2341-84A3-F1F9DF44D0FC}"/>
                </a:ext>
              </a:extLst>
            </p:cNvPr>
            <p:cNvSpPr/>
            <p:nvPr/>
          </p:nvSpPr>
          <p:spPr>
            <a:xfrm>
              <a:off x="8694348" y="2872279"/>
              <a:ext cx="126229" cy="72130"/>
            </a:xfrm>
            <a:custGeom>
              <a:avLst/>
              <a:gdLst>
                <a:gd name="connsiteX0" fmla="*/ 0 w 126229"/>
                <a:gd name="connsiteY0" fmla="*/ 50820 h 72130"/>
                <a:gd name="connsiteX1" fmla="*/ 0 w 126229"/>
                <a:gd name="connsiteY1" fmla="*/ 47541 h 72130"/>
                <a:gd name="connsiteX2" fmla="*/ 3279 w 126229"/>
                <a:gd name="connsiteY2" fmla="*/ 45901 h 72130"/>
                <a:gd name="connsiteX3" fmla="*/ 3279 w 126229"/>
                <a:gd name="connsiteY3" fmla="*/ 44262 h 72130"/>
                <a:gd name="connsiteX4" fmla="*/ 4918 w 126229"/>
                <a:gd name="connsiteY4" fmla="*/ 40983 h 72130"/>
                <a:gd name="connsiteX5" fmla="*/ 4918 w 126229"/>
                <a:gd name="connsiteY5" fmla="*/ 37705 h 72130"/>
                <a:gd name="connsiteX6" fmla="*/ 8197 w 126229"/>
                <a:gd name="connsiteY6" fmla="*/ 34426 h 72130"/>
                <a:gd name="connsiteX7" fmla="*/ 9836 w 126229"/>
                <a:gd name="connsiteY7" fmla="*/ 32787 h 72130"/>
                <a:gd name="connsiteX8" fmla="*/ 9836 w 126229"/>
                <a:gd name="connsiteY8" fmla="*/ 27869 h 72130"/>
                <a:gd name="connsiteX9" fmla="*/ 11476 w 126229"/>
                <a:gd name="connsiteY9" fmla="*/ 24590 h 72130"/>
                <a:gd name="connsiteX10" fmla="*/ 14754 w 126229"/>
                <a:gd name="connsiteY10" fmla="*/ 21311 h 72130"/>
                <a:gd name="connsiteX11" fmla="*/ 14754 w 126229"/>
                <a:gd name="connsiteY11" fmla="*/ 21311 h 72130"/>
                <a:gd name="connsiteX12" fmla="*/ 18032 w 126229"/>
                <a:gd name="connsiteY12" fmla="*/ 16393 h 72130"/>
                <a:gd name="connsiteX13" fmla="*/ 18032 w 126229"/>
                <a:gd name="connsiteY13" fmla="*/ 13115 h 72130"/>
                <a:gd name="connsiteX14" fmla="*/ 21311 w 126229"/>
                <a:gd name="connsiteY14" fmla="*/ 11475 h 72130"/>
                <a:gd name="connsiteX15" fmla="*/ 24590 w 126229"/>
                <a:gd name="connsiteY15" fmla="*/ 6557 h 72130"/>
                <a:gd name="connsiteX16" fmla="*/ 27869 w 126229"/>
                <a:gd name="connsiteY16" fmla="*/ 6557 h 72130"/>
                <a:gd name="connsiteX17" fmla="*/ 31148 w 126229"/>
                <a:gd name="connsiteY17" fmla="*/ 3279 h 72130"/>
                <a:gd name="connsiteX18" fmla="*/ 34426 w 126229"/>
                <a:gd name="connsiteY18" fmla="*/ 1639 h 72130"/>
                <a:gd name="connsiteX19" fmla="*/ 36066 w 126229"/>
                <a:gd name="connsiteY19" fmla="*/ 0 h 72130"/>
                <a:gd name="connsiteX20" fmla="*/ 36066 w 126229"/>
                <a:gd name="connsiteY20" fmla="*/ 0 h 72130"/>
                <a:gd name="connsiteX21" fmla="*/ 40983 w 126229"/>
                <a:gd name="connsiteY21" fmla="*/ 0 h 72130"/>
                <a:gd name="connsiteX22" fmla="*/ 42622 w 126229"/>
                <a:gd name="connsiteY22" fmla="*/ 1639 h 72130"/>
                <a:gd name="connsiteX23" fmla="*/ 47541 w 126229"/>
                <a:gd name="connsiteY23" fmla="*/ 1639 h 72130"/>
                <a:gd name="connsiteX24" fmla="*/ 50819 w 126229"/>
                <a:gd name="connsiteY24" fmla="*/ 3279 h 72130"/>
                <a:gd name="connsiteX25" fmla="*/ 50819 w 126229"/>
                <a:gd name="connsiteY25" fmla="*/ 6557 h 72130"/>
                <a:gd name="connsiteX26" fmla="*/ 50819 w 126229"/>
                <a:gd name="connsiteY26" fmla="*/ 9836 h 72130"/>
                <a:gd name="connsiteX27" fmla="*/ 55738 w 126229"/>
                <a:gd name="connsiteY27" fmla="*/ 11475 h 72130"/>
                <a:gd name="connsiteX28" fmla="*/ 59016 w 126229"/>
                <a:gd name="connsiteY28" fmla="*/ 11475 h 72130"/>
                <a:gd name="connsiteX29" fmla="*/ 62295 w 126229"/>
                <a:gd name="connsiteY29" fmla="*/ 11475 h 72130"/>
                <a:gd name="connsiteX30" fmla="*/ 65573 w 126229"/>
                <a:gd name="connsiteY30" fmla="*/ 11475 h 72130"/>
                <a:gd name="connsiteX31" fmla="*/ 68852 w 126229"/>
                <a:gd name="connsiteY31" fmla="*/ 11475 h 72130"/>
                <a:gd name="connsiteX32" fmla="*/ 73770 w 126229"/>
                <a:gd name="connsiteY32" fmla="*/ 11475 h 72130"/>
                <a:gd name="connsiteX33" fmla="*/ 77049 w 126229"/>
                <a:gd name="connsiteY33" fmla="*/ 14754 h 72130"/>
                <a:gd name="connsiteX34" fmla="*/ 77049 w 126229"/>
                <a:gd name="connsiteY34" fmla="*/ 16393 h 72130"/>
                <a:gd name="connsiteX35" fmla="*/ 77049 w 126229"/>
                <a:gd name="connsiteY35" fmla="*/ 16393 h 72130"/>
                <a:gd name="connsiteX36" fmla="*/ 80328 w 126229"/>
                <a:gd name="connsiteY36" fmla="*/ 14754 h 72130"/>
                <a:gd name="connsiteX37" fmla="*/ 83606 w 126229"/>
                <a:gd name="connsiteY37" fmla="*/ 11475 h 72130"/>
                <a:gd name="connsiteX38" fmla="*/ 86885 w 126229"/>
                <a:gd name="connsiteY38" fmla="*/ 9836 h 72130"/>
                <a:gd name="connsiteX39" fmla="*/ 90164 w 126229"/>
                <a:gd name="connsiteY39" fmla="*/ 13115 h 72130"/>
                <a:gd name="connsiteX40" fmla="*/ 93442 w 126229"/>
                <a:gd name="connsiteY40" fmla="*/ 14754 h 72130"/>
                <a:gd name="connsiteX41" fmla="*/ 95081 w 126229"/>
                <a:gd name="connsiteY41" fmla="*/ 14754 h 72130"/>
                <a:gd name="connsiteX42" fmla="*/ 98360 w 126229"/>
                <a:gd name="connsiteY42" fmla="*/ 16393 h 72130"/>
                <a:gd name="connsiteX43" fmla="*/ 101639 w 126229"/>
                <a:gd name="connsiteY43" fmla="*/ 16393 h 72130"/>
                <a:gd name="connsiteX44" fmla="*/ 101639 w 126229"/>
                <a:gd name="connsiteY44" fmla="*/ 18033 h 72130"/>
                <a:gd name="connsiteX45" fmla="*/ 101639 w 126229"/>
                <a:gd name="connsiteY45" fmla="*/ 21311 h 72130"/>
                <a:gd name="connsiteX46" fmla="*/ 101639 w 126229"/>
                <a:gd name="connsiteY46" fmla="*/ 24590 h 72130"/>
                <a:gd name="connsiteX47" fmla="*/ 103278 w 126229"/>
                <a:gd name="connsiteY47" fmla="*/ 26229 h 72130"/>
                <a:gd name="connsiteX48" fmla="*/ 101639 w 126229"/>
                <a:gd name="connsiteY48" fmla="*/ 29508 h 72130"/>
                <a:gd name="connsiteX49" fmla="*/ 103278 w 126229"/>
                <a:gd name="connsiteY49" fmla="*/ 32787 h 72130"/>
                <a:gd name="connsiteX50" fmla="*/ 104918 w 126229"/>
                <a:gd name="connsiteY50" fmla="*/ 36065 h 72130"/>
                <a:gd name="connsiteX51" fmla="*/ 106557 w 126229"/>
                <a:gd name="connsiteY51" fmla="*/ 37705 h 72130"/>
                <a:gd name="connsiteX52" fmla="*/ 111475 w 126229"/>
                <a:gd name="connsiteY52" fmla="*/ 39344 h 72130"/>
                <a:gd name="connsiteX53" fmla="*/ 114754 w 126229"/>
                <a:gd name="connsiteY53" fmla="*/ 39344 h 72130"/>
                <a:gd name="connsiteX54" fmla="*/ 116393 w 126229"/>
                <a:gd name="connsiteY54" fmla="*/ 39344 h 72130"/>
                <a:gd name="connsiteX55" fmla="*/ 119671 w 126229"/>
                <a:gd name="connsiteY55" fmla="*/ 40983 h 72130"/>
                <a:gd name="connsiteX56" fmla="*/ 122950 w 126229"/>
                <a:gd name="connsiteY56" fmla="*/ 44262 h 72130"/>
                <a:gd name="connsiteX57" fmla="*/ 121311 w 126229"/>
                <a:gd name="connsiteY57" fmla="*/ 47541 h 72130"/>
                <a:gd name="connsiteX58" fmla="*/ 121311 w 126229"/>
                <a:gd name="connsiteY58" fmla="*/ 50820 h 72130"/>
                <a:gd name="connsiteX59" fmla="*/ 121311 w 126229"/>
                <a:gd name="connsiteY59" fmla="*/ 54098 h 72130"/>
                <a:gd name="connsiteX60" fmla="*/ 124589 w 126229"/>
                <a:gd name="connsiteY60" fmla="*/ 57377 h 72130"/>
                <a:gd name="connsiteX61" fmla="*/ 126229 w 126229"/>
                <a:gd name="connsiteY61" fmla="*/ 62295 h 72130"/>
                <a:gd name="connsiteX62" fmla="*/ 126229 w 126229"/>
                <a:gd name="connsiteY62" fmla="*/ 63934 h 72130"/>
                <a:gd name="connsiteX63" fmla="*/ 121311 w 126229"/>
                <a:gd name="connsiteY63" fmla="*/ 65573 h 72130"/>
                <a:gd name="connsiteX64" fmla="*/ 118032 w 126229"/>
                <a:gd name="connsiteY64" fmla="*/ 65573 h 72130"/>
                <a:gd name="connsiteX65" fmla="*/ 114754 w 126229"/>
                <a:gd name="connsiteY65" fmla="*/ 65573 h 72130"/>
                <a:gd name="connsiteX66" fmla="*/ 111475 w 126229"/>
                <a:gd name="connsiteY66" fmla="*/ 67213 h 72130"/>
                <a:gd name="connsiteX67" fmla="*/ 106557 w 126229"/>
                <a:gd name="connsiteY67" fmla="*/ 67213 h 72130"/>
                <a:gd name="connsiteX68" fmla="*/ 103278 w 126229"/>
                <a:gd name="connsiteY68" fmla="*/ 63934 h 72130"/>
                <a:gd name="connsiteX69" fmla="*/ 99999 w 126229"/>
                <a:gd name="connsiteY69" fmla="*/ 67213 h 72130"/>
                <a:gd name="connsiteX70" fmla="*/ 95081 w 126229"/>
                <a:gd name="connsiteY70" fmla="*/ 67213 h 72130"/>
                <a:gd name="connsiteX71" fmla="*/ 91802 w 126229"/>
                <a:gd name="connsiteY71" fmla="*/ 67213 h 72130"/>
                <a:gd name="connsiteX72" fmla="*/ 88525 w 126229"/>
                <a:gd name="connsiteY72" fmla="*/ 67213 h 72130"/>
                <a:gd name="connsiteX73" fmla="*/ 85246 w 126229"/>
                <a:gd name="connsiteY73" fmla="*/ 68852 h 72130"/>
                <a:gd name="connsiteX74" fmla="*/ 83606 w 126229"/>
                <a:gd name="connsiteY74" fmla="*/ 68852 h 72130"/>
                <a:gd name="connsiteX75" fmla="*/ 81967 w 126229"/>
                <a:gd name="connsiteY75" fmla="*/ 68852 h 72130"/>
                <a:gd name="connsiteX76" fmla="*/ 77049 w 126229"/>
                <a:gd name="connsiteY76" fmla="*/ 68852 h 72130"/>
                <a:gd name="connsiteX77" fmla="*/ 73770 w 126229"/>
                <a:gd name="connsiteY77" fmla="*/ 68852 h 72130"/>
                <a:gd name="connsiteX78" fmla="*/ 70491 w 126229"/>
                <a:gd name="connsiteY78" fmla="*/ 67213 h 72130"/>
                <a:gd name="connsiteX79" fmla="*/ 67212 w 126229"/>
                <a:gd name="connsiteY79" fmla="*/ 65573 h 72130"/>
                <a:gd name="connsiteX80" fmla="*/ 62295 w 126229"/>
                <a:gd name="connsiteY80" fmla="*/ 62295 h 72130"/>
                <a:gd name="connsiteX81" fmla="*/ 59016 w 126229"/>
                <a:gd name="connsiteY81" fmla="*/ 65573 h 72130"/>
                <a:gd name="connsiteX82" fmla="*/ 55738 w 126229"/>
                <a:gd name="connsiteY82" fmla="*/ 65573 h 72130"/>
                <a:gd name="connsiteX83" fmla="*/ 52459 w 126229"/>
                <a:gd name="connsiteY83" fmla="*/ 70492 h 72130"/>
                <a:gd name="connsiteX84" fmla="*/ 49180 w 126229"/>
                <a:gd name="connsiteY84" fmla="*/ 70492 h 72130"/>
                <a:gd name="connsiteX85" fmla="*/ 44262 w 126229"/>
                <a:gd name="connsiteY85" fmla="*/ 70492 h 72130"/>
                <a:gd name="connsiteX86" fmla="*/ 44262 w 126229"/>
                <a:gd name="connsiteY86" fmla="*/ 70492 h 72130"/>
                <a:gd name="connsiteX87" fmla="*/ 44262 w 126229"/>
                <a:gd name="connsiteY87" fmla="*/ 72131 h 72130"/>
                <a:gd name="connsiteX88" fmla="*/ 39344 w 126229"/>
                <a:gd name="connsiteY88" fmla="*/ 72131 h 72130"/>
                <a:gd name="connsiteX89" fmla="*/ 36066 w 126229"/>
                <a:gd name="connsiteY89" fmla="*/ 70492 h 72130"/>
                <a:gd name="connsiteX90" fmla="*/ 34426 w 126229"/>
                <a:gd name="connsiteY90" fmla="*/ 68852 h 72130"/>
                <a:gd name="connsiteX91" fmla="*/ 32787 w 126229"/>
                <a:gd name="connsiteY91" fmla="*/ 67213 h 72130"/>
                <a:gd name="connsiteX92" fmla="*/ 29508 w 126229"/>
                <a:gd name="connsiteY92" fmla="*/ 67213 h 72130"/>
                <a:gd name="connsiteX93" fmla="*/ 26229 w 126229"/>
                <a:gd name="connsiteY93" fmla="*/ 65573 h 72130"/>
                <a:gd name="connsiteX94" fmla="*/ 24590 w 126229"/>
                <a:gd name="connsiteY94" fmla="*/ 65573 h 72130"/>
                <a:gd name="connsiteX95" fmla="*/ 19672 w 126229"/>
                <a:gd name="connsiteY95" fmla="*/ 65573 h 72130"/>
                <a:gd name="connsiteX96" fmla="*/ 16393 w 126229"/>
                <a:gd name="connsiteY96" fmla="*/ 67213 h 72130"/>
                <a:gd name="connsiteX97" fmla="*/ 13114 w 126229"/>
                <a:gd name="connsiteY97" fmla="*/ 62295 h 72130"/>
                <a:gd name="connsiteX98" fmla="*/ 9836 w 126229"/>
                <a:gd name="connsiteY98" fmla="*/ 62295 h 72130"/>
                <a:gd name="connsiteX99" fmla="*/ 4918 w 126229"/>
                <a:gd name="connsiteY99" fmla="*/ 59016 h 72130"/>
                <a:gd name="connsiteX100" fmla="*/ 4918 w 126229"/>
                <a:gd name="connsiteY100" fmla="*/ 55738 h 72130"/>
                <a:gd name="connsiteX101" fmla="*/ 0 w 126229"/>
                <a:gd name="connsiteY101" fmla="*/ 52459 h 72130"/>
                <a:gd name="connsiteX102" fmla="*/ 0 w 126229"/>
                <a:gd name="connsiteY102" fmla="*/ 50820 h 7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126229" h="72130">
                  <a:moveTo>
                    <a:pt x="0" y="50820"/>
                  </a:moveTo>
                  <a:lnTo>
                    <a:pt x="0" y="47541"/>
                  </a:lnTo>
                  <a:lnTo>
                    <a:pt x="3279" y="45901"/>
                  </a:lnTo>
                  <a:lnTo>
                    <a:pt x="3279" y="44262"/>
                  </a:lnTo>
                  <a:lnTo>
                    <a:pt x="4918" y="40983"/>
                  </a:lnTo>
                  <a:lnTo>
                    <a:pt x="4918" y="37705"/>
                  </a:lnTo>
                  <a:lnTo>
                    <a:pt x="8197" y="34426"/>
                  </a:lnTo>
                  <a:lnTo>
                    <a:pt x="9836" y="32787"/>
                  </a:lnTo>
                  <a:lnTo>
                    <a:pt x="9836" y="27869"/>
                  </a:lnTo>
                  <a:lnTo>
                    <a:pt x="11476" y="24590"/>
                  </a:lnTo>
                  <a:lnTo>
                    <a:pt x="14754" y="21311"/>
                  </a:lnTo>
                  <a:lnTo>
                    <a:pt x="14754" y="21311"/>
                  </a:lnTo>
                  <a:lnTo>
                    <a:pt x="18032" y="16393"/>
                  </a:lnTo>
                  <a:lnTo>
                    <a:pt x="18032" y="13115"/>
                  </a:lnTo>
                  <a:lnTo>
                    <a:pt x="21311" y="11475"/>
                  </a:lnTo>
                  <a:lnTo>
                    <a:pt x="24590" y="6557"/>
                  </a:lnTo>
                  <a:lnTo>
                    <a:pt x="27869" y="6557"/>
                  </a:lnTo>
                  <a:lnTo>
                    <a:pt x="31148" y="3279"/>
                  </a:lnTo>
                  <a:lnTo>
                    <a:pt x="34426" y="1639"/>
                  </a:lnTo>
                  <a:lnTo>
                    <a:pt x="36066" y="0"/>
                  </a:lnTo>
                  <a:lnTo>
                    <a:pt x="36066" y="0"/>
                  </a:lnTo>
                  <a:lnTo>
                    <a:pt x="40983" y="0"/>
                  </a:lnTo>
                  <a:lnTo>
                    <a:pt x="42622" y="1639"/>
                  </a:lnTo>
                  <a:lnTo>
                    <a:pt x="47541" y="1639"/>
                  </a:lnTo>
                  <a:lnTo>
                    <a:pt x="50819" y="3279"/>
                  </a:lnTo>
                  <a:lnTo>
                    <a:pt x="50819" y="6557"/>
                  </a:lnTo>
                  <a:lnTo>
                    <a:pt x="50819" y="9836"/>
                  </a:lnTo>
                  <a:lnTo>
                    <a:pt x="55738" y="11475"/>
                  </a:lnTo>
                  <a:lnTo>
                    <a:pt x="59016" y="11475"/>
                  </a:lnTo>
                  <a:lnTo>
                    <a:pt x="62295" y="11475"/>
                  </a:lnTo>
                  <a:lnTo>
                    <a:pt x="65573" y="11475"/>
                  </a:lnTo>
                  <a:lnTo>
                    <a:pt x="68852" y="11475"/>
                  </a:lnTo>
                  <a:lnTo>
                    <a:pt x="73770" y="11475"/>
                  </a:lnTo>
                  <a:lnTo>
                    <a:pt x="77049" y="14754"/>
                  </a:lnTo>
                  <a:lnTo>
                    <a:pt x="77049" y="16393"/>
                  </a:lnTo>
                  <a:lnTo>
                    <a:pt x="77049" y="16393"/>
                  </a:lnTo>
                  <a:lnTo>
                    <a:pt x="80328" y="14754"/>
                  </a:lnTo>
                  <a:lnTo>
                    <a:pt x="83606" y="11475"/>
                  </a:lnTo>
                  <a:lnTo>
                    <a:pt x="86885" y="9836"/>
                  </a:lnTo>
                  <a:lnTo>
                    <a:pt x="90164" y="13115"/>
                  </a:lnTo>
                  <a:lnTo>
                    <a:pt x="93442" y="14754"/>
                  </a:lnTo>
                  <a:lnTo>
                    <a:pt x="95081" y="14754"/>
                  </a:lnTo>
                  <a:lnTo>
                    <a:pt x="98360" y="16393"/>
                  </a:lnTo>
                  <a:lnTo>
                    <a:pt x="101639" y="16393"/>
                  </a:lnTo>
                  <a:lnTo>
                    <a:pt x="101639" y="18033"/>
                  </a:lnTo>
                  <a:lnTo>
                    <a:pt x="101639" y="21311"/>
                  </a:lnTo>
                  <a:lnTo>
                    <a:pt x="101639" y="24590"/>
                  </a:lnTo>
                  <a:lnTo>
                    <a:pt x="103278" y="26229"/>
                  </a:lnTo>
                  <a:lnTo>
                    <a:pt x="101639" y="29508"/>
                  </a:lnTo>
                  <a:lnTo>
                    <a:pt x="103278" y="32787"/>
                  </a:lnTo>
                  <a:lnTo>
                    <a:pt x="104918" y="36065"/>
                  </a:lnTo>
                  <a:lnTo>
                    <a:pt x="106557" y="37705"/>
                  </a:lnTo>
                  <a:lnTo>
                    <a:pt x="111475" y="39344"/>
                  </a:lnTo>
                  <a:lnTo>
                    <a:pt x="114754" y="39344"/>
                  </a:lnTo>
                  <a:lnTo>
                    <a:pt x="116393" y="39344"/>
                  </a:lnTo>
                  <a:lnTo>
                    <a:pt x="119671" y="40983"/>
                  </a:lnTo>
                  <a:lnTo>
                    <a:pt x="122950" y="44262"/>
                  </a:lnTo>
                  <a:lnTo>
                    <a:pt x="121311" y="47541"/>
                  </a:lnTo>
                  <a:lnTo>
                    <a:pt x="121311" y="50820"/>
                  </a:lnTo>
                  <a:lnTo>
                    <a:pt x="121311" y="54098"/>
                  </a:lnTo>
                  <a:lnTo>
                    <a:pt x="124589" y="57377"/>
                  </a:lnTo>
                  <a:lnTo>
                    <a:pt x="126229" y="62295"/>
                  </a:lnTo>
                  <a:lnTo>
                    <a:pt x="126229" y="63934"/>
                  </a:lnTo>
                  <a:lnTo>
                    <a:pt x="121311" y="65573"/>
                  </a:lnTo>
                  <a:lnTo>
                    <a:pt x="118032" y="65573"/>
                  </a:lnTo>
                  <a:lnTo>
                    <a:pt x="114754" y="65573"/>
                  </a:lnTo>
                  <a:lnTo>
                    <a:pt x="111475" y="67213"/>
                  </a:lnTo>
                  <a:lnTo>
                    <a:pt x="106557" y="67213"/>
                  </a:lnTo>
                  <a:lnTo>
                    <a:pt x="103278" y="63934"/>
                  </a:lnTo>
                  <a:lnTo>
                    <a:pt x="99999" y="67213"/>
                  </a:lnTo>
                  <a:lnTo>
                    <a:pt x="95081" y="67213"/>
                  </a:lnTo>
                  <a:lnTo>
                    <a:pt x="91802" y="67213"/>
                  </a:lnTo>
                  <a:lnTo>
                    <a:pt x="88525" y="67213"/>
                  </a:lnTo>
                  <a:lnTo>
                    <a:pt x="85246" y="68852"/>
                  </a:lnTo>
                  <a:lnTo>
                    <a:pt x="83606" y="68852"/>
                  </a:lnTo>
                  <a:lnTo>
                    <a:pt x="81967" y="68852"/>
                  </a:lnTo>
                  <a:lnTo>
                    <a:pt x="77049" y="68852"/>
                  </a:lnTo>
                  <a:lnTo>
                    <a:pt x="73770" y="68852"/>
                  </a:lnTo>
                  <a:lnTo>
                    <a:pt x="70491" y="67213"/>
                  </a:lnTo>
                  <a:lnTo>
                    <a:pt x="67212" y="65573"/>
                  </a:lnTo>
                  <a:lnTo>
                    <a:pt x="62295" y="62295"/>
                  </a:lnTo>
                  <a:lnTo>
                    <a:pt x="59016" y="65573"/>
                  </a:lnTo>
                  <a:lnTo>
                    <a:pt x="55738" y="65573"/>
                  </a:lnTo>
                  <a:lnTo>
                    <a:pt x="52459" y="70492"/>
                  </a:lnTo>
                  <a:lnTo>
                    <a:pt x="49180" y="70492"/>
                  </a:lnTo>
                  <a:lnTo>
                    <a:pt x="44262" y="70492"/>
                  </a:lnTo>
                  <a:lnTo>
                    <a:pt x="44262" y="70492"/>
                  </a:lnTo>
                  <a:lnTo>
                    <a:pt x="44262" y="72131"/>
                  </a:lnTo>
                  <a:lnTo>
                    <a:pt x="39344" y="72131"/>
                  </a:lnTo>
                  <a:lnTo>
                    <a:pt x="36066" y="70492"/>
                  </a:lnTo>
                  <a:lnTo>
                    <a:pt x="34426" y="68852"/>
                  </a:lnTo>
                  <a:lnTo>
                    <a:pt x="32787" y="67213"/>
                  </a:lnTo>
                  <a:lnTo>
                    <a:pt x="29508" y="67213"/>
                  </a:lnTo>
                  <a:lnTo>
                    <a:pt x="26229" y="65573"/>
                  </a:lnTo>
                  <a:lnTo>
                    <a:pt x="24590" y="65573"/>
                  </a:lnTo>
                  <a:lnTo>
                    <a:pt x="19672" y="65573"/>
                  </a:lnTo>
                  <a:lnTo>
                    <a:pt x="16393" y="67213"/>
                  </a:lnTo>
                  <a:lnTo>
                    <a:pt x="13114" y="62295"/>
                  </a:lnTo>
                  <a:lnTo>
                    <a:pt x="9836" y="62295"/>
                  </a:lnTo>
                  <a:lnTo>
                    <a:pt x="4918" y="59016"/>
                  </a:lnTo>
                  <a:lnTo>
                    <a:pt x="4918" y="55738"/>
                  </a:lnTo>
                  <a:lnTo>
                    <a:pt x="0" y="52459"/>
                  </a:lnTo>
                  <a:lnTo>
                    <a:pt x="0" y="5082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60" name="Freeform 3759">
              <a:extLst>
                <a:ext uri="{FF2B5EF4-FFF2-40B4-BE49-F238E27FC236}">
                  <a16:creationId xmlns:a16="http://schemas.microsoft.com/office/drawing/2014/main" id="{BC5EC6EA-B707-0043-A85A-77EA9D610EF9}"/>
                </a:ext>
              </a:extLst>
            </p:cNvPr>
            <p:cNvSpPr/>
            <p:nvPr/>
          </p:nvSpPr>
          <p:spPr>
            <a:xfrm>
              <a:off x="9995982" y="3316540"/>
              <a:ext cx="3277" cy="6557"/>
            </a:xfrm>
            <a:custGeom>
              <a:avLst/>
              <a:gdLst>
                <a:gd name="connsiteX0" fmla="*/ 1639 w 3277"/>
                <a:gd name="connsiteY0" fmla="*/ 0 h 6557"/>
                <a:gd name="connsiteX1" fmla="*/ 1639 w 3277"/>
                <a:gd name="connsiteY1" fmla="*/ 1639 h 6557"/>
                <a:gd name="connsiteX2" fmla="*/ 3278 w 3277"/>
                <a:gd name="connsiteY2" fmla="*/ 6557 h 6557"/>
                <a:gd name="connsiteX3" fmla="*/ 0 w 3277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7" h="6557">
                  <a:moveTo>
                    <a:pt x="1639" y="0"/>
                  </a:moveTo>
                  <a:lnTo>
                    <a:pt x="1639" y="1639"/>
                  </a:lnTo>
                  <a:lnTo>
                    <a:pt x="3278" y="6557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61" name="Freeform 3760">
              <a:extLst>
                <a:ext uri="{FF2B5EF4-FFF2-40B4-BE49-F238E27FC236}">
                  <a16:creationId xmlns:a16="http://schemas.microsoft.com/office/drawing/2014/main" id="{9CA20E15-1923-8E4D-BE53-E20523294F86}"/>
                </a:ext>
              </a:extLst>
            </p:cNvPr>
            <p:cNvSpPr/>
            <p:nvPr/>
          </p:nvSpPr>
          <p:spPr>
            <a:xfrm>
              <a:off x="10140243" y="3650965"/>
              <a:ext cx="3278" cy="4917"/>
            </a:xfrm>
            <a:custGeom>
              <a:avLst/>
              <a:gdLst>
                <a:gd name="connsiteX0" fmla="*/ 1639 w 3278"/>
                <a:gd name="connsiteY0" fmla="*/ 4918 h 4917"/>
                <a:gd name="connsiteX1" fmla="*/ 0 w 3278"/>
                <a:gd name="connsiteY1" fmla="*/ 0 h 4917"/>
                <a:gd name="connsiteX2" fmla="*/ 3279 w 3278"/>
                <a:gd name="connsiteY2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7">
                  <a:moveTo>
                    <a:pt x="1639" y="4918"/>
                  </a:move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62" name="Freeform 3761">
              <a:extLst>
                <a:ext uri="{FF2B5EF4-FFF2-40B4-BE49-F238E27FC236}">
                  <a16:creationId xmlns:a16="http://schemas.microsoft.com/office/drawing/2014/main" id="{0A5D1FB1-9298-8740-8793-D9A436D66BA1}"/>
                </a:ext>
              </a:extLst>
            </p:cNvPr>
            <p:cNvSpPr/>
            <p:nvPr/>
          </p:nvSpPr>
          <p:spPr>
            <a:xfrm>
              <a:off x="10143522" y="3650965"/>
              <a:ext cx="3277" cy="3278"/>
            </a:xfrm>
            <a:custGeom>
              <a:avLst/>
              <a:gdLst>
                <a:gd name="connsiteX0" fmla="*/ 0 w 3277"/>
                <a:gd name="connsiteY0" fmla="*/ 1639 h 3278"/>
                <a:gd name="connsiteX1" fmla="*/ 3278 w 3277"/>
                <a:gd name="connsiteY1" fmla="*/ 0 h 3278"/>
                <a:gd name="connsiteX2" fmla="*/ 1639 w 3277"/>
                <a:gd name="connsiteY2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7" h="3278">
                  <a:moveTo>
                    <a:pt x="0" y="1639"/>
                  </a:moveTo>
                  <a:lnTo>
                    <a:pt x="3278" y="0"/>
                  </a:lnTo>
                  <a:lnTo>
                    <a:pt x="1639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63" name="Freeform 3762">
              <a:extLst>
                <a:ext uri="{FF2B5EF4-FFF2-40B4-BE49-F238E27FC236}">
                  <a16:creationId xmlns:a16="http://schemas.microsoft.com/office/drawing/2014/main" id="{E1EBFD95-3121-7244-AB0A-9FE79B179B3F}"/>
                </a:ext>
              </a:extLst>
            </p:cNvPr>
            <p:cNvSpPr/>
            <p:nvPr/>
          </p:nvSpPr>
          <p:spPr>
            <a:xfrm>
              <a:off x="10163194" y="3619817"/>
              <a:ext cx="16393" cy="4918"/>
            </a:xfrm>
            <a:custGeom>
              <a:avLst/>
              <a:gdLst>
                <a:gd name="connsiteX0" fmla="*/ 0 w 16393"/>
                <a:gd name="connsiteY0" fmla="*/ 0 h 4918"/>
                <a:gd name="connsiteX1" fmla="*/ 0 w 16393"/>
                <a:gd name="connsiteY1" fmla="*/ 1639 h 4918"/>
                <a:gd name="connsiteX2" fmla="*/ 0 w 16393"/>
                <a:gd name="connsiteY2" fmla="*/ 4918 h 4918"/>
                <a:gd name="connsiteX3" fmla="*/ 0 w 16393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93" h="4918">
                  <a:moveTo>
                    <a:pt x="0" y="0"/>
                  </a:moveTo>
                  <a:lnTo>
                    <a:pt x="0" y="1639"/>
                  </a:lnTo>
                  <a:lnTo>
                    <a:pt x="0" y="4918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64" name="Freeform 3763">
              <a:extLst>
                <a:ext uri="{FF2B5EF4-FFF2-40B4-BE49-F238E27FC236}">
                  <a16:creationId xmlns:a16="http://schemas.microsoft.com/office/drawing/2014/main" id="{D1678466-9164-8C44-B043-A94D1BF86CDA}"/>
                </a:ext>
              </a:extLst>
            </p:cNvPr>
            <p:cNvSpPr/>
            <p:nvPr/>
          </p:nvSpPr>
          <p:spPr>
            <a:xfrm>
              <a:off x="12358266" y="5054236"/>
              <a:ext cx="11475" cy="6557"/>
            </a:xfrm>
            <a:custGeom>
              <a:avLst/>
              <a:gdLst>
                <a:gd name="connsiteX0" fmla="*/ 6558 w 11475"/>
                <a:gd name="connsiteY0" fmla="*/ 6558 h 6557"/>
                <a:gd name="connsiteX1" fmla="*/ 8197 w 11475"/>
                <a:gd name="connsiteY1" fmla="*/ 3279 h 6557"/>
                <a:gd name="connsiteX2" fmla="*/ 11476 w 11475"/>
                <a:gd name="connsiteY2" fmla="*/ 0 h 6557"/>
                <a:gd name="connsiteX3" fmla="*/ 8197 w 11475"/>
                <a:gd name="connsiteY3" fmla="*/ 3279 h 6557"/>
                <a:gd name="connsiteX4" fmla="*/ 3279 w 11475"/>
                <a:gd name="connsiteY4" fmla="*/ 0 h 6557"/>
                <a:gd name="connsiteX5" fmla="*/ 0 w 11475"/>
                <a:gd name="connsiteY5" fmla="*/ 0 h 6557"/>
                <a:gd name="connsiteX6" fmla="*/ 3279 w 11475"/>
                <a:gd name="connsiteY6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6557">
                  <a:moveTo>
                    <a:pt x="6558" y="6558"/>
                  </a:moveTo>
                  <a:lnTo>
                    <a:pt x="8197" y="3279"/>
                  </a:lnTo>
                  <a:lnTo>
                    <a:pt x="11476" y="0"/>
                  </a:lnTo>
                  <a:lnTo>
                    <a:pt x="8197" y="327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65" name="Freeform 3764">
              <a:extLst>
                <a:ext uri="{FF2B5EF4-FFF2-40B4-BE49-F238E27FC236}">
                  <a16:creationId xmlns:a16="http://schemas.microsoft.com/office/drawing/2014/main" id="{39D0FB4E-3AA3-E94B-8553-C27060526A5D}"/>
                </a:ext>
              </a:extLst>
            </p:cNvPr>
            <p:cNvSpPr/>
            <p:nvPr/>
          </p:nvSpPr>
          <p:spPr>
            <a:xfrm>
              <a:off x="10112375" y="3626374"/>
              <a:ext cx="6557" cy="9835"/>
            </a:xfrm>
            <a:custGeom>
              <a:avLst/>
              <a:gdLst>
                <a:gd name="connsiteX0" fmla="*/ 0 w 6557"/>
                <a:gd name="connsiteY0" fmla="*/ 9836 h 9835"/>
                <a:gd name="connsiteX1" fmla="*/ 0 w 6557"/>
                <a:gd name="connsiteY1" fmla="*/ 3279 h 9835"/>
                <a:gd name="connsiteX2" fmla="*/ 1639 w 6557"/>
                <a:gd name="connsiteY2" fmla="*/ 0 h 9835"/>
                <a:gd name="connsiteX3" fmla="*/ 4918 w 6557"/>
                <a:gd name="connsiteY3" fmla="*/ 0 h 9835"/>
                <a:gd name="connsiteX4" fmla="*/ 6558 w 6557"/>
                <a:gd name="connsiteY4" fmla="*/ 3279 h 9835"/>
                <a:gd name="connsiteX5" fmla="*/ 3279 w 6557"/>
                <a:gd name="connsiteY5" fmla="*/ 4918 h 9835"/>
                <a:gd name="connsiteX6" fmla="*/ 1639 w 6557"/>
                <a:gd name="connsiteY6" fmla="*/ 8197 h 9835"/>
                <a:gd name="connsiteX7" fmla="*/ 0 w 6557"/>
                <a:gd name="connsiteY7" fmla="*/ 9836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7" h="9835">
                  <a:moveTo>
                    <a:pt x="0" y="9836"/>
                  </a:moveTo>
                  <a:lnTo>
                    <a:pt x="0" y="3279"/>
                  </a:lnTo>
                  <a:lnTo>
                    <a:pt x="1639" y="0"/>
                  </a:lnTo>
                  <a:lnTo>
                    <a:pt x="4918" y="0"/>
                  </a:lnTo>
                  <a:lnTo>
                    <a:pt x="6558" y="3279"/>
                  </a:lnTo>
                  <a:lnTo>
                    <a:pt x="3279" y="4918"/>
                  </a:lnTo>
                  <a:lnTo>
                    <a:pt x="1639" y="8197"/>
                  </a:lnTo>
                  <a:lnTo>
                    <a:pt x="0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66" name="Freeform 3765">
              <a:extLst>
                <a:ext uri="{FF2B5EF4-FFF2-40B4-BE49-F238E27FC236}">
                  <a16:creationId xmlns:a16="http://schemas.microsoft.com/office/drawing/2014/main" id="{740A8483-8CB1-0947-BB3A-BA5AF780ECFE}"/>
                </a:ext>
              </a:extLst>
            </p:cNvPr>
            <p:cNvSpPr/>
            <p:nvPr/>
          </p:nvSpPr>
          <p:spPr>
            <a:xfrm>
              <a:off x="7145175" y="4536206"/>
              <a:ext cx="8196" cy="3278"/>
            </a:xfrm>
            <a:custGeom>
              <a:avLst/>
              <a:gdLst>
                <a:gd name="connsiteX0" fmla="*/ 0 w 8196"/>
                <a:gd name="connsiteY0" fmla="*/ 3278 h 3278"/>
                <a:gd name="connsiteX1" fmla="*/ 4918 w 8196"/>
                <a:gd name="connsiteY1" fmla="*/ 1639 h 3278"/>
                <a:gd name="connsiteX2" fmla="*/ 8197 w 8196"/>
                <a:gd name="connsiteY2" fmla="*/ 0 h 3278"/>
                <a:gd name="connsiteX3" fmla="*/ 4918 w 8196"/>
                <a:gd name="connsiteY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0" y="3278"/>
                  </a:moveTo>
                  <a:lnTo>
                    <a:pt x="4918" y="1639"/>
                  </a:lnTo>
                  <a:lnTo>
                    <a:pt x="8197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67" name="Freeform 3766">
              <a:extLst>
                <a:ext uri="{FF2B5EF4-FFF2-40B4-BE49-F238E27FC236}">
                  <a16:creationId xmlns:a16="http://schemas.microsoft.com/office/drawing/2014/main" id="{B5E6C69A-901E-8340-9DD9-96CAE0203E4C}"/>
                </a:ext>
              </a:extLst>
            </p:cNvPr>
            <p:cNvSpPr/>
            <p:nvPr/>
          </p:nvSpPr>
          <p:spPr>
            <a:xfrm>
              <a:off x="7146814" y="4534567"/>
              <a:ext cx="4917" cy="16393"/>
            </a:xfrm>
            <a:custGeom>
              <a:avLst/>
              <a:gdLst>
                <a:gd name="connsiteX0" fmla="*/ 4918 w 4917"/>
                <a:gd name="connsiteY0" fmla="*/ 0 h 16393"/>
                <a:gd name="connsiteX1" fmla="*/ 4918 w 4917"/>
                <a:gd name="connsiteY1" fmla="*/ 0 h 16393"/>
                <a:gd name="connsiteX2" fmla="*/ 0 w 4917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3">
                  <a:moveTo>
                    <a:pt x="4918" y="0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68" name="Freeform 3767">
              <a:extLst>
                <a:ext uri="{FF2B5EF4-FFF2-40B4-BE49-F238E27FC236}">
                  <a16:creationId xmlns:a16="http://schemas.microsoft.com/office/drawing/2014/main" id="{D397D339-675E-5841-BA99-B427B91BEC2E}"/>
                </a:ext>
              </a:extLst>
            </p:cNvPr>
            <p:cNvSpPr/>
            <p:nvPr/>
          </p:nvSpPr>
          <p:spPr>
            <a:xfrm>
              <a:off x="6123868" y="1564089"/>
              <a:ext cx="42622" cy="29508"/>
            </a:xfrm>
            <a:custGeom>
              <a:avLst/>
              <a:gdLst>
                <a:gd name="connsiteX0" fmla="*/ 6557 w 42622"/>
                <a:gd name="connsiteY0" fmla="*/ 29508 h 29508"/>
                <a:gd name="connsiteX1" fmla="*/ 9836 w 42622"/>
                <a:gd name="connsiteY1" fmla="*/ 26229 h 29508"/>
                <a:gd name="connsiteX2" fmla="*/ 11475 w 42622"/>
                <a:gd name="connsiteY2" fmla="*/ 22951 h 29508"/>
                <a:gd name="connsiteX3" fmla="*/ 13114 w 42622"/>
                <a:gd name="connsiteY3" fmla="*/ 19672 h 29508"/>
                <a:gd name="connsiteX4" fmla="*/ 16393 w 42622"/>
                <a:gd name="connsiteY4" fmla="*/ 16393 h 29508"/>
                <a:gd name="connsiteX5" fmla="*/ 19672 w 42622"/>
                <a:gd name="connsiteY5" fmla="*/ 16393 h 29508"/>
                <a:gd name="connsiteX6" fmla="*/ 24590 w 42622"/>
                <a:gd name="connsiteY6" fmla="*/ 14754 h 29508"/>
                <a:gd name="connsiteX7" fmla="*/ 27868 w 42622"/>
                <a:gd name="connsiteY7" fmla="*/ 16393 h 29508"/>
                <a:gd name="connsiteX8" fmla="*/ 31147 w 42622"/>
                <a:gd name="connsiteY8" fmla="*/ 13115 h 29508"/>
                <a:gd name="connsiteX9" fmla="*/ 36065 w 42622"/>
                <a:gd name="connsiteY9" fmla="*/ 9836 h 29508"/>
                <a:gd name="connsiteX10" fmla="*/ 39344 w 42622"/>
                <a:gd name="connsiteY10" fmla="*/ 6557 h 29508"/>
                <a:gd name="connsiteX11" fmla="*/ 42622 w 42622"/>
                <a:gd name="connsiteY11" fmla="*/ 8197 h 29508"/>
                <a:gd name="connsiteX12" fmla="*/ 39344 w 42622"/>
                <a:gd name="connsiteY12" fmla="*/ 4918 h 29508"/>
                <a:gd name="connsiteX13" fmla="*/ 37705 w 42622"/>
                <a:gd name="connsiteY13" fmla="*/ 3279 h 29508"/>
                <a:gd name="connsiteX14" fmla="*/ 34426 w 42622"/>
                <a:gd name="connsiteY14" fmla="*/ 1639 h 29508"/>
                <a:gd name="connsiteX15" fmla="*/ 29508 w 42622"/>
                <a:gd name="connsiteY15" fmla="*/ 0 h 29508"/>
                <a:gd name="connsiteX16" fmla="*/ 26229 w 42622"/>
                <a:gd name="connsiteY16" fmla="*/ 1639 h 29508"/>
                <a:gd name="connsiteX17" fmla="*/ 22951 w 42622"/>
                <a:gd name="connsiteY17" fmla="*/ 1639 h 29508"/>
                <a:gd name="connsiteX18" fmla="*/ 19672 w 42622"/>
                <a:gd name="connsiteY18" fmla="*/ 0 h 29508"/>
                <a:gd name="connsiteX19" fmla="*/ 14754 w 42622"/>
                <a:gd name="connsiteY19" fmla="*/ 1639 h 29508"/>
                <a:gd name="connsiteX20" fmla="*/ 11475 w 42622"/>
                <a:gd name="connsiteY20" fmla="*/ 4918 h 29508"/>
                <a:gd name="connsiteX21" fmla="*/ 8197 w 42622"/>
                <a:gd name="connsiteY21" fmla="*/ 4918 h 29508"/>
                <a:gd name="connsiteX22" fmla="*/ 3278 w 42622"/>
                <a:gd name="connsiteY22" fmla="*/ 4918 h 29508"/>
                <a:gd name="connsiteX23" fmla="*/ 0 w 42622"/>
                <a:gd name="connsiteY23" fmla="*/ 4918 h 29508"/>
                <a:gd name="connsiteX24" fmla="*/ 1639 w 42622"/>
                <a:gd name="connsiteY24" fmla="*/ 8197 h 29508"/>
                <a:gd name="connsiteX25" fmla="*/ 0 w 42622"/>
                <a:gd name="connsiteY25" fmla="*/ 13115 h 29508"/>
                <a:gd name="connsiteX26" fmla="*/ 4918 w 42622"/>
                <a:gd name="connsiteY26" fmla="*/ 16393 h 29508"/>
                <a:gd name="connsiteX27" fmla="*/ 8197 w 42622"/>
                <a:gd name="connsiteY27" fmla="*/ 18033 h 29508"/>
                <a:gd name="connsiteX28" fmla="*/ 8197 w 42622"/>
                <a:gd name="connsiteY28" fmla="*/ 22951 h 29508"/>
                <a:gd name="connsiteX29" fmla="*/ 4918 w 42622"/>
                <a:gd name="connsiteY29" fmla="*/ 24590 h 29508"/>
                <a:gd name="connsiteX30" fmla="*/ 4918 w 42622"/>
                <a:gd name="connsiteY30" fmla="*/ 27869 h 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2622" h="29508">
                  <a:moveTo>
                    <a:pt x="6557" y="29508"/>
                  </a:moveTo>
                  <a:lnTo>
                    <a:pt x="9836" y="26229"/>
                  </a:lnTo>
                  <a:lnTo>
                    <a:pt x="11475" y="22951"/>
                  </a:lnTo>
                  <a:lnTo>
                    <a:pt x="13114" y="19672"/>
                  </a:lnTo>
                  <a:lnTo>
                    <a:pt x="16393" y="16393"/>
                  </a:lnTo>
                  <a:lnTo>
                    <a:pt x="19672" y="16393"/>
                  </a:lnTo>
                  <a:lnTo>
                    <a:pt x="24590" y="14754"/>
                  </a:lnTo>
                  <a:lnTo>
                    <a:pt x="27868" y="16393"/>
                  </a:lnTo>
                  <a:lnTo>
                    <a:pt x="31147" y="13115"/>
                  </a:lnTo>
                  <a:lnTo>
                    <a:pt x="36065" y="9836"/>
                  </a:lnTo>
                  <a:lnTo>
                    <a:pt x="39344" y="6557"/>
                  </a:lnTo>
                  <a:lnTo>
                    <a:pt x="42622" y="8197"/>
                  </a:lnTo>
                  <a:lnTo>
                    <a:pt x="39344" y="4918"/>
                  </a:lnTo>
                  <a:lnTo>
                    <a:pt x="37705" y="3279"/>
                  </a:lnTo>
                  <a:lnTo>
                    <a:pt x="34426" y="1639"/>
                  </a:lnTo>
                  <a:lnTo>
                    <a:pt x="29508" y="0"/>
                  </a:lnTo>
                  <a:lnTo>
                    <a:pt x="26229" y="1639"/>
                  </a:lnTo>
                  <a:lnTo>
                    <a:pt x="22951" y="1639"/>
                  </a:lnTo>
                  <a:lnTo>
                    <a:pt x="19672" y="0"/>
                  </a:lnTo>
                  <a:lnTo>
                    <a:pt x="14754" y="1639"/>
                  </a:lnTo>
                  <a:lnTo>
                    <a:pt x="11475" y="4918"/>
                  </a:lnTo>
                  <a:lnTo>
                    <a:pt x="8197" y="4918"/>
                  </a:lnTo>
                  <a:lnTo>
                    <a:pt x="3278" y="4918"/>
                  </a:lnTo>
                  <a:lnTo>
                    <a:pt x="0" y="4918"/>
                  </a:lnTo>
                  <a:lnTo>
                    <a:pt x="1639" y="8197"/>
                  </a:lnTo>
                  <a:lnTo>
                    <a:pt x="0" y="13115"/>
                  </a:lnTo>
                  <a:lnTo>
                    <a:pt x="4918" y="16393"/>
                  </a:lnTo>
                  <a:lnTo>
                    <a:pt x="8197" y="18033"/>
                  </a:lnTo>
                  <a:lnTo>
                    <a:pt x="8197" y="22951"/>
                  </a:lnTo>
                  <a:lnTo>
                    <a:pt x="4918" y="24590"/>
                  </a:lnTo>
                  <a:lnTo>
                    <a:pt x="4918" y="2786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69" name="Freeform 3768">
              <a:extLst>
                <a:ext uri="{FF2B5EF4-FFF2-40B4-BE49-F238E27FC236}">
                  <a16:creationId xmlns:a16="http://schemas.microsoft.com/office/drawing/2014/main" id="{389FA461-DB4C-5B43-88F1-DD982BC1D4C1}"/>
                </a:ext>
              </a:extLst>
            </p:cNvPr>
            <p:cNvSpPr/>
            <p:nvPr/>
          </p:nvSpPr>
          <p:spPr>
            <a:xfrm>
              <a:off x="6127147" y="1546056"/>
              <a:ext cx="29508" cy="14753"/>
            </a:xfrm>
            <a:custGeom>
              <a:avLst/>
              <a:gdLst>
                <a:gd name="connsiteX0" fmla="*/ 18033 w 29508"/>
                <a:gd name="connsiteY0" fmla="*/ 0 h 14753"/>
                <a:gd name="connsiteX1" fmla="*/ 14754 w 29508"/>
                <a:gd name="connsiteY1" fmla="*/ 1639 h 14753"/>
                <a:gd name="connsiteX2" fmla="*/ 11476 w 29508"/>
                <a:gd name="connsiteY2" fmla="*/ 3279 h 14753"/>
                <a:gd name="connsiteX3" fmla="*/ 8197 w 29508"/>
                <a:gd name="connsiteY3" fmla="*/ 4918 h 14753"/>
                <a:gd name="connsiteX4" fmla="*/ 3279 w 29508"/>
                <a:gd name="connsiteY4" fmla="*/ 4918 h 14753"/>
                <a:gd name="connsiteX5" fmla="*/ 0 w 29508"/>
                <a:gd name="connsiteY5" fmla="*/ 4918 h 14753"/>
                <a:gd name="connsiteX6" fmla="*/ 3279 w 29508"/>
                <a:gd name="connsiteY6" fmla="*/ 6557 h 14753"/>
                <a:gd name="connsiteX7" fmla="*/ 6557 w 29508"/>
                <a:gd name="connsiteY7" fmla="*/ 6557 h 14753"/>
                <a:gd name="connsiteX8" fmla="*/ 11476 w 29508"/>
                <a:gd name="connsiteY8" fmla="*/ 8197 h 14753"/>
                <a:gd name="connsiteX9" fmla="*/ 13115 w 29508"/>
                <a:gd name="connsiteY9" fmla="*/ 11475 h 14753"/>
                <a:gd name="connsiteX10" fmla="*/ 16393 w 29508"/>
                <a:gd name="connsiteY10" fmla="*/ 14754 h 14753"/>
                <a:gd name="connsiteX11" fmla="*/ 21312 w 29508"/>
                <a:gd name="connsiteY11" fmla="*/ 13115 h 14753"/>
                <a:gd name="connsiteX12" fmla="*/ 22951 w 29508"/>
                <a:gd name="connsiteY12" fmla="*/ 9836 h 14753"/>
                <a:gd name="connsiteX13" fmla="*/ 26229 w 29508"/>
                <a:gd name="connsiteY13" fmla="*/ 9836 h 14753"/>
                <a:gd name="connsiteX14" fmla="*/ 29508 w 29508"/>
                <a:gd name="connsiteY14" fmla="*/ 6557 h 14753"/>
                <a:gd name="connsiteX15" fmla="*/ 24590 w 29508"/>
                <a:gd name="connsiteY15" fmla="*/ 3279 h 14753"/>
                <a:gd name="connsiteX16" fmla="*/ 21312 w 29508"/>
                <a:gd name="connsiteY16" fmla="*/ 3279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508" h="14753">
                  <a:moveTo>
                    <a:pt x="18033" y="0"/>
                  </a:moveTo>
                  <a:lnTo>
                    <a:pt x="14754" y="1639"/>
                  </a:lnTo>
                  <a:lnTo>
                    <a:pt x="11476" y="3279"/>
                  </a:lnTo>
                  <a:lnTo>
                    <a:pt x="8197" y="4918"/>
                  </a:lnTo>
                  <a:lnTo>
                    <a:pt x="3279" y="4918"/>
                  </a:lnTo>
                  <a:lnTo>
                    <a:pt x="0" y="4918"/>
                  </a:lnTo>
                  <a:lnTo>
                    <a:pt x="3279" y="6557"/>
                  </a:lnTo>
                  <a:lnTo>
                    <a:pt x="6557" y="6557"/>
                  </a:lnTo>
                  <a:lnTo>
                    <a:pt x="11476" y="8197"/>
                  </a:lnTo>
                  <a:lnTo>
                    <a:pt x="13115" y="11475"/>
                  </a:lnTo>
                  <a:lnTo>
                    <a:pt x="16393" y="14754"/>
                  </a:lnTo>
                  <a:lnTo>
                    <a:pt x="21312" y="13115"/>
                  </a:lnTo>
                  <a:lnTo>
                    <a:pt x="22951" y="9836"/>
                  </a:lnTo>
                  <a:lnTo>
                    <a:pt x="26229" y="9836"/>
                  </a:lnTo>
                  <a:lnTo>
                    <a:pt x="29508" y="6557"/>
                  </a:lnTo>
                  <a:lnTo>
                    <a:pt x="24590" y="3279"/>
                  </a:lnTo>
                  <a:lnTo>
                    <a:pt x="21312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70" name="Freeform 3769">
              <a:extLst>
                <a:ext uri="{FF2B5EF4-FFF2-40B4-BE49-F238E27FC236}">
                  <a16:creationId xmlns:a16="http://schemas.microsoft.com/office/drawing/2014/main" id="{9EDA208C-F271-2A4E-887A-581A73D0CC9F}"/>
                </a:ext>
              </a:extLst>
            </p:cNvPr>
            <p:cNvSpPr/>
            <p:nvPr/>
          </p:nvSpPr>
          <p:spPr>
            <a:xfrm>
              <a:off x="6161573" y="1562450"/>
              <a:ext cx="8196" cy="4918"/>
            </a:xfrm>
            <a:custGeom>
              <a:avLst/>
              <a:gdLst>
                <a:gd name="connsiteX0" fmla="*/ 1639 w 8196"/>
                <a:gd name="connsiteY0" fmla="*/ 4918 h 4918"/>
                <a:gd name="connsiteX1" fmla="*/ 3279 w 8196"/>
                <a:gd name="connsiteY1" fmla="*/ 4918 h 4918"/>
                <a:gd name="connsiteX2" fmla="*/ 8197 w 8196"/>
                <a:gd name="connsiteY2" fmla="*/ 3279 h 4918"/>
                <a:gd name="connsiteX3" fmla="*/ 3279 w 8196"/>
                <a:gd name="connsiteY3" fmla="*/ 0 h 4918"/>
                <a:gd name="connsiteX4" fmla="*/ 0 w 8196"/>
                <a:gd name="connsiteY4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1639" y="4918"/>
                  </a:moveTo>
                  <a:lnTo>
                    <a:pt x="3279" y="4918"/>
                  </a:lnTo>
                  <a:lnTo>
                    <a:pt x="8197" y="3279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71" name="Freeform 3770">
              <a:extLst>
                <a:ext uri="{FF2B5EF4-FFF2-40B4-BE49-F238E27FC236}">
                  <a16:creationId xmlns:a16="http://schemas.microsoft.com/office/drawing/2014/main" id="{AE4657DE-E725-7C40-9F7B-57700CC59515}"/>
                </a:ext>
              </a:extLst>
            </p:cNvPr>
            <p:cNvSpPr/>
            <p:nvPr/>
          </p:nvSpPr>
          <p:spPr>
            <a:xfrm>
              <a:off x="6161573" y="1546056"/>
              <a:ext cx="4917" cy="3278"/>
            </a:xfrm>
            <a:custGeom>
              <a:avLst/>
              <a:gdLst>
                <a:gd name="connsiteX0" fmla="*/ 0 w 4917"/>
                <a:gd name="connsiteY0" fmla="*/ 0 h 3278"/>
                <a:gd name="connsiteX1" fmla="*/ 0 w 4917"/>
                <a:gd name="connsiteY1" fmla="*/ 3279 h 3278"/>
                <a:gd name="connsiteX2" fmla="*/ 4918 w 4917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0" y="0"/>
                  </a:moveTo>
                  <a:lnTo>
                    <a:pt x="0" y="327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72" name="Freeform 3771">
              <a:extLst>
                <a:ext uri="{FF2B5EF4-FFF2-40B4-BE49-F238E27FC236}">
                  <a16:creationId xmlns:a16="http://schemas.microsoft.com/office/drawing/2014/main" id="{1A235638-AFEB-984A-80DC-D5DE1CB2EBDB}"/>
                </a:ext>
              </a:extLst>
            </p:cNvPr>
            <p:cNvSpPr/>
            <p:nvPr/>
          </p:nvSpPr>
          <p:spPr>
            <a:xfrm>
              <a:off x="3241914" y="5450956"/>
              <a:ext cx="193441" cy="213113"/>
            </a:xfrm>
            <a:custGeom>
              <a:avLst/>
              <a:gdLst>
                <a:gd name="connsiteX0" fmla="*/ 0 w 193441"/>
                <a:gd name="connsiteY0" fmla="*/ 18033 h 213113"/>
                <a:gd name="connsiteX1" fmla="*/ 0 w 193441"/>
                <a:gd name="connsiteY1" fmla="*/ 18033 h 213113"/>
                <a:gd name="connsiteX2" fmla="*/ 3279 w 193441"/>
                <a:gd name="connsiteY2" fmla="*/ 14754 h 213113"/>
                <a:gd name="connsiteX3" fmla="*/ 6557 w 193441"/>
                <a:gd name="connsiteY3" fmla="*/ 11476 h 213113"/>
                <a:gd name="connsiteX4" fmla="*/ 6557 w 193441"/>
                <a:gd name="connsiteY4" fmla="*/ 6557 h 213113"/>
                <a:gd name="connsiteX5" fmla="*/ 6557 w 193441"/>
                <a:gd name="connsiteY5" fmla="*/ 3279 h 213113"/>
                <a:gd name="connsiteX6" fmla="*/ 6557 w 193441"/>
                <a:gd name="connsiteY6" fmla="*/ 3279 h 213113"/>
                <a:gd name="connsiteX7" fmla="*/ 8197 w 193441"/>
                <a:gd name="connsiteY7" fmla="*/ 4918 h 213113"/>
                <a:gd name="connsiteX8" fmla="*/ 11476 w 193441"/>
                <a:gd name="connsiteY8" fmla="*/ 8197 h 213113"/>
                <a:gd name="connsiteX9" fmla="*/ 14754 w 193441"/>
                <a:gd name="connsiteY9" fmla="*/ 8197 h 213113"/>
                <a:gd name="connsiteX10" fmla="*/ 19672 w 193441"/>
                <a:gd name="connsiteY10" fmla="*/ 8197 h 213113"/>
                <a:gd name="connsiteX11" fmla="*/ 22951 w 193441"/>
                <a:gd name="connsiteY11" fmla="*/ 8197 h 213113"/>
                <a:gd name="connsiteX12" fmla="*/ 24590 w 193441"/>
                <a:gd name="connsiteY12" fmla="*/ 4918 h 213113"/>
                <a:gd name="connsiteX13" fmla="*/ 26229 w 193441"/>
                <a:gd name="connsiteY13" fmla="*/ 0 h 213113"/>
                <a:gd name="connsiteX14" fmla="*/ 31148 w 193441"/>
                <a:gd name="connsiteY14" fmla="*/ 0 h 213113"/>
                <a:gd name="connsiteX15" fmla="*/ 34426 w 193441"/>
                <a:gd name="connsiteY15" fmla="*/ 0 h 213113"/>
                <a:gd name="connsiteX16" fmla="*/ 39344 w 193441"/>
                <a:gd name="connsiteY16" fmla="*/ 3279 h 213113"/>
                <a:gd name="connsiteX17" fmla="*/ 42623 w 193441"/>
                <a:gd name="connsiteY17" fmla="*/ 4918 h 213113"/>
                <a:gd name="connsiteX18" fmla="*/ 45901 w 193441"/>
                <a:gd name="connsiteY18" fmla="*/ 8197 h 213113"/>
                <a:gd name="connsiteX19" fmla="*/ 50820 w 193441"/>
                <a:gd name="connsiteY19" fmla="*/ 11476 h 213113"/>
                <a:gd name="connsiteX20" fmla="*/ 54098 w 193441"/>
                <a:gd name="connsiteY20" fmla="*/ 14754 h 213113"/>
                <a:gd name="connsiteX21" fmla="*/ 57377 w 193441"/>
                <a:gd name="connsiteY21" fmla="*/ 18033 h 213113"/>
                <a:gd name="connsiteX22" fmla="*/ 60656 w 193441"/>
                <a:gd name="connsiteY22" fmla="*/ 19672 h 213113"/>
                <a:gd name="connsiteX23" fmla="*/ 63934 w 193441"/>
                <a:gd name="connsiteY23" fmla="*/ 24590 h 213113"/>
                <a:gd name="connsiteX24" fmla="*/ 67213 w 193441"/>
                <a:gd name="connsiteY24" fmla="*/ 27869 h 213113"/>
                <a:gd name="connsiteX25" fmla="*/ 72131 w 193441"/>
                <a:gd name="connsiteY25" fmla="*/ 31147 h 213113"/>
                <a:gd name="connsiteX26" fmla="*/ 72131 w 193441"/>
                <a:gd name="connsiteY26" fmla="*/ 34426 h 213113"/>
                <a:gd name="connsiteX27" fmla="*/ 72131 w 193441"/>
                <a:gd name="connsiteY27" fmla="*/ 39344 h 213113"/>
                <a:gd name="connsiteX28" fmla="*/ 73770 w 193441"/>
                <a:gd name="connsiteY28" fmla="*/ 42623 h 213113"/>
                <a:gd name="connsiteX29" fmla="*/ 75410 w 193441"/>
                <a:gd name="connsiteY29" fmla="*/ 42623 h 213113"/>
                <a:gd name="connsiteX30" fmla="*/ 78688 w 193441"/>
                <a:gd name="connsiteY30" fmla="*/ 42623 h 213113"/>
                <a:gd name="connsiteX31" fmla="*/ 81967 w 193441"/>
                <a:gd name="connsiteY31" fmla="*/ 39344 h 213113"/>
                <a:gd name="connsiteX32" fmla="*/ 85246 w 193441"/>
                <a:gd name="connsiteY32" fmla="*/ 36066 h 213113"/>
                <a:gd name="connsiteX33" fmla="*/ 85246 w 193441"/>
                <a:gd name="connsiteY33" fmla="*/ 32787 h 213113"/>
                <a:gd name="connsiteX34" fmla="*/ 88524 w 193441"/>
                <a:gd name="connsiteY34" fmla="*/ 34426 h 213113"/>
                <a:gd name="connsiteX35" fmla="*/ 91803 w 193441"/>
                <a:gd name="connsiteY35" fmla="*/ 36066 h 213113"/>
                <a:gd name="connsiteX36" fmla="*/ 95082 w 193441"/>
                <a:gd name="connsiteY36" fmla="*/ 39344 h 213113"/>
                <a:gd name="connsiteX37" fmla="*/ 98360 w 193441"/>
                <a:gd name="connsiteY37" fmla="*/ 42623 h 213113"/>
                <a:gd name="connsiteX38" fmla="*/ 101639 w 193441"/>
                <a:gd name="connsiteY38" fmla="*/ 47541 h 213113"/>
                <a:gd name="connsiteX39" fmla="*/ 104918 w 193441"/>
                <a:gd name="connsiteY39" fmla="*/ 50820 h 213113"/>
                <a:gd name="connsiteX40" fmla="*/ 108196 w 193441"/>
                <a:gd name="connsiteY40" fmla="*/ 54098 h 213113"/>
                <a:gd name="connsiteX41" fmla="*/ 111475 w 193441"/>
                <a:gd name="connsiteY41" fmla="*/ 52459 h 213113"/>
                <a:gd name="connsiteX42" fmla="*/ 114754 w 193441"/>
                <a:gd name="connsiteY42" fmla="*/ 55737 h 213113"/>
                <a:gd name="connsiteX43" fmla="*/ 119672 w 193441"/>
                <a:gd name="connsiteY43" fmla="*/ 57377 h 213113"/>
                <a:gd name="connsiteX44" fmla="*/ 122950 w 193441"/>
                <a:gd name="connsiteY44" fmla="*/ 59016 h 213113"/>
                <a:gd name="connsiteX45" fmla="*/ 126229 w 193441"/>
                <a:gd name="connsiteY45" fmla="*/ 59016 h 213113"/>
                <a:gd name="connsiteX46" fmla="*/ 131147 w 193441"/>
                <a:gd name="connsiteY46" fmla="*/ 62295 h 213113"/>
                <a:gd name="connsiteX47" fmla="*/ 134426 w 193441"/>
                <a:gd name="connsiteY47" fmla="*/ 65573 h 213113"/>
                <a:gd name="connsiteX48" fmla="*/ 136065 w 193441"/>
                <a:gd name="connsiteY48" fmla="*/ 68852 h 213113"/>
                <a:gd name="connsiteX49" fmla="*/ 137704 w 193441"/>
                <a:gd name="connsiteY49" fmla="*/ 70491 h 213113"/>
                <a:gd name="connsiteX50" fmla="*/ 142623 w 193441"/>
                <a:gd name="connsiteY50" fmla="*/ 73770 h 213113"/>
                <a:gd name="connsiteX51" fmla="*/ 145901 w 193441"/>
                <a:gd name="connsiteY51" fmla="*/ 77049 h 213113"/>
                <a:gd name="connsiteX52" fmla="*/ 149180 w 193441"/>
                <a:gd name="connsiteY52" fmla="*/ 80327 h 213113"/>
                <a:gd name="connsiteX53" fmla="*/ 152458 w 193441"/>
                <a:gd name="connsiteY53" fmla="*/ 78688 h 213113"/>
                <a:gd name="connsiteX54" fmla="*/ 157376 w 193441"/>
                <a:gd name="connsiteY54" fmla="*/ 80327 h 213113"/>
                <a:gd name="connsiteX55" fmla="*/ 157376 w 193441"/>
                <a:gd name="connsiteY55" fmla="*/ 80327 h 213113"/>
                <a:gd name="connsiteX56" fmla="*/ 160655 w 193441"/>
                <a:gd name="connsiteY56" fmla="*/ 85246 h 213113"/>
                <a:gd name="connsiteX57" fmla="*/ 165573 w 193441"/>
                <a:gd name="connsiteY57" fmla="*/ 86885 h 213113"/>
                <a:gd name="connsiteX58" fmla="*/ 167213 w 193441"/>
                <a:gd name="connsiteY58" fmla="*/ 91803 h 213113"/>
                <a:gd name="connsiteX59" fmla="*/ 170491 w 193441"/>
                <a:gd name="connsiteY59" fmla="*/ 95081 h 213113"/>
                <a:gd name="connsiteX60" fmla="*/ 170491 w 193441"/>
                <a:gd name="connsiteY60" fmla="*/ 98360 h 213113"/>
                <a:gd name="connsiteX61" fmla="*/ 175409 w 193441"/>
                <a:gd name="connsiteY61" fmla="*/ 103278 h 213113"/>
                <a:gd name="connsiteX62" fmla="*/ 178688 w 193441"/>
                <a:gd name="connsiteY62" fmla="*/ 104917 h 213113"/>
                <a:gd name="connsiteX63" fmla="*/ 181966 w 193441"/>
                <a:gd name="connsiteY63" fmla="*/ 108196 h 213113"/>
                <a:gd name="connsiteX64" fmla="*/ 183606 w 193441"/>
                <a:gd name="connsiteY64" fmla="*/ 108196 h 213113"/>
                <a:gd name="connsiteX65" fmla="*/ 186885 w 193441"/>
                <a:gd name="connsiteY65" fmla="*/ 109836 h 213113"/>
                <a:gd name="connsiteX66" fmla="*/ 190163 w 193441"/>
                <a:gd name="connsiteY66" fmla="*/ 111475 h 213113"/>
                <a:gd name="connsiteX67" fmla="*/ 193442 w 193441"/>
                <a:gd name="connsiteY67" fmla="*/ 116393 h 213113"/>
                <a:gd name="connsiteX68" fmla="*/ 191803 w 193441"/>
                <a:gd name="connsiteY68" fmla="*/ 119671 h 213113"/>
                <a:gd name="connsiteX69" fmla="*/ 188524 w 193441"/>
                <a:gd name="connsiteY69" fmla="*/ 122950 h 213113"/>
                <a:gd name="connsiteX70" fmla="*/ 186885 w 193441"/>
                <a:gd name="connsiteY70" fmla="*/ 127868 h 213113"/>
                <a:gd name="connsiteX71" fmla="*/ 183606 w 193441"/>
                <a:gd name="connsiteY71" fmla="*/ 131147 h 213113"/>
                <a:gd name="connsiteX72" fmla="*/ 181966 w 193441"/>
                <a:gd name="connsiteY72" fmla="*/ 134426 h 213113"/>
                <a:gd name="connsiteX73" fmla="*/ 183606 w 193441"/>
                <a:gd name="connsiteY73" fmla="*/ 137704 h 213113"/>
                <a:gd name="connsiteX74" fmla="*/ 183606 w 193441"/>
                <a:gd name="connsiteY74" fmla="*/ 142622 h 213113"/>
                <a:gd name="connsiteX75" fmla="*/ 185245 w 193441"/>
                <a:gd name="connsiteY75" fmla="*/ 145901 h 213113"/>
                <a:gd name="connsiteX76" fmla="*/ 185245 w 193441"/>
                <a:gd name="connsiteY76" fmla="*/ 149180 h 213113"/>
                <a:gd name="connsiteX77" fmla="*/ 186885 w 193441"/>
                <a:gd name="connsiteY77" fmla="*/ 154098 h 213113"/>
                <a:gd name="connsiteX78" fmla="*/ 186885 w 193441"/>
                <a:gd name="connsiteY78" fmla="*/ 157376 h 213113"/>
                <a:gd name="connsiteX79" fmla="*/ 190163 w 193441"/>
                <a:gd name="connsiteY79" fmla="*/ 157376 h 213113"/>
                <a:gd name="connsiteX80" fmla="*/ 193442 w 193441"/>
                <a:gd name="connsiteY80" fmla="*/ 160655 h 213113"/>
                <a:gd name="connsiteX81" fmla="*/ 190163 w 193441"/>
                <a:gd name="connsiteY81" fmla="*/ 162294 h 213113"/>
                <a:gd name="connsiteX82" fmla="*/ 190163 w 193441"/>
                <a:gd name="connsiteY82" fmla="*/ 167213 h 213113"/>
                <a:gd name="connsiteX83" fmla="*/ 190163 w 193441"/>
                <a:gd name="connsiteY83" fmla="*/ 170491 h 213113"/>
                <a:gd name="connsiteX84" fmla="*/ 190163 w 193441"/>
                <a:gd name="connsiteY84" fmla="*/ 173770 h 213113"/>
                <a:gd name="connsiteX85" fmla="*/ 186885 w 193441"/>
                <a:gd name="connsiteY85" fmla="*/ 178688 h 213113"/>
                <a:gd name="connsiteX86" fmla="*/ 183606 w 193441"/>
                <a:gd name="connsiteY86" fmla="*/ 181966 h 213113"/>
                <a:gd name="connsiteX87" fmla="*/ 183606 w 193441"/>
                <a:gd name="connsiteY87" fmla="*/ 185245 h 213113"/>
                <a:gd name="connsiteX88" fmla="*/ 183606 w 193441"/>
                <a:gd name="connsiteY88" fmla="*/ 190163 h 213113"/>
                <a:gd name="connsiteX89" fmla="*/ 180327 w 193441"/>
                <a:gd name="connsiteY89" fmla="*/ 191803 h 213113"/>
                <a:gd name="connsiteX90" fmla="*/ 177048 w 193441"/>
                <a:gd name="connsiteY90" fmla="*/ 195081 h 213113"/>
                <a:gd name="connsiteX91" fmla="*/ 173770 w 193441"/>
                <a:gd name="connsiteY91" fmla="*/ 198360 h 213113"/>
                <a:gd name="connsiteX92" fmla="*/ 170491 w 193441"/>
                <a:gd name="connsiteY92" fmla="*/ 201638 h 213113"/>
                <a:gd name="connsiteX93" fmla="*/ 167213 w 193441"/>
                <a:gd name="connsiteY93" fmla="*/ 198360 h 213113"/>
                <a:gd name="connsiteX94" fmla="*/ 167213 w 193441"/>
                <a:gd name="connsiteY94" fmla="*/ 203278 h 213113"/>
                <a:gd name="connsiteX95" fmla="*/ 163934 w 193441"/>
                <a:gd name="connsiteY95" fmla="*/ 204917 h 213113"/>
                <a:gd name="connsiteX96" fmla="*/ 160655 w 193441"/>
                <a:gd name="connsiteY96" fmla="*/ 206557 h 213113"/>
                <a:gd name="connsiteX97" fmla="*/ 159016 w 193441"/>
                <a:gd name="connsiteY97" fmla="*/ 208196 h 213113"/>
                <a:gd name="connsiteX98" fmla="*/ 155737 w 193441"/>
                <a:gd name="connsiteY98" fmla="*/ 209835 h 213113"/>
                <a:gd name="connsiteX99" fmla="*/ 152458 w 193441"/>
                <a:gd name="connsiteY99" fmla="*/ 211474 h 213113"/>
                <a:gd name="connsiteX100" fmla="*/ 149180 w 193441"/>
                <a:gd name="connsiteY100" fmla="*/ 213114 h 213113"/>
                <a:gd name="connsiteX101" fmla="*/ 144262 w 193441"/>
                <a:gd name="connsiteY101" fmla="*/ 213114 h 213113"/>
                <a:gd name="connsiteX102" fmla="*/ 140983 w 193441"/>
                <a:gd name="connsiteY102" fmla="*/ 211474 h 213113"/>
                <a:gd name="connsiteX103" fmla="*/ 137704 w 193441"/>
                <a:gd name="connsiteY103" fmla="*/ 211474 h 213113"/>
                <a:gd name="connsiteX104" fmla="*/ 134426 w 193441"/>
                <a:gd name="connsiteY104" fmla="*/ 209835 h 213113"/>
                <a:gd name="connsiteX105" fmla="*/ 129508 w 193441"/>
                <a:gd name="connsiteY105" fmla="*/ 206557 h 213113"/>
                <a:gd name="connsiteX106" fmla="*/ 129508 w 193441"/>
                <a:gd name="connsiteY106" fmla="*/ 206557 h 213113"/>
                <a:gd name="connsiteX107" fmla="*/ 124590 w 193441"/>
                <a:gd name="connsiteY107" fmla="*/ 206557 h 213113"/>
                <a:gd name="connsiteX108" fmla="*/ 121311 w 193441"/>
                <a:gd name="connsiteY108" fmla="*/ 206557 h 213113"/>
                <a:gd name="connsiteX109" fmla="*/ 118032 w 193441"/>
                <a:gd name="connsiteY109" fmla="*/ 206557 h 213113"/>
                <a:gd name="connsiteX110" fmla="*/ 114754 w 193441"/>
                <a:gd name="connsiteY110" fmla="*/ 206557 h 213113"/>
                <a:gd name="connsiteX111" fmla="*/ 109836 w 193441"/>
                <a:gd name="connsiteY111" fmla="*/ 208196 h 213113"/>
                <a:gd name="connsiteX112" fmla="*/ 106557 w 193441"/>
                <a:gd name="connsiteY112" fmla="*/ 211474 h 213113"/>
                <a:gd name="connsiteX113" fmla="*/ 106557 w 193441"/>
                <a:gd name="connsiteY113" fmla="*/ 211474 h 213113"/>
                <a:gd name="connsiteX114" fmla="*/ 103278 w 193441"/>
                <a:gd name="connsiteY114" fmla="*/ 213114 h 213113"/>
                <a:gd name="connsiteX115" fmla="*/ 98360 w 193441"/>
                <a:gd name="connsiteY115" fmla="*/ 211474 h 213113"/>
                <a:gd name="connsiteX116" fmla="*/ 95082 w 193441"/>
                <a:gd name="connsiteY116" fmla="*/ 209835 h 213113"/>
                <a:gd name="connsiteX117" fmla="*/ 93442 w 193441"/>
                <a:gd name="connsiteY117" fmla="*/ 206557 h 213113"/>
                <a:gd name="connsiteX118" fmla="*/ 91803 w 193441"/>
                <a:gd name="connsiteY118" fmla="*/ 206557 h 213113"/>
                <a:gd name="connsiteX119" fmla="*/ 86885 w 193441"/>
                <a:gd name="connsiteY119" fmla="*/ 206557 h 213113"/>
                <a:gd name="connsiteX120" fmla="*/ 83606 w 193441"/>
                <a:gd name="connsiteY120" fmla="*/ 204917 h 213113"/>
                <a:gd name="connsiteX121" fmla="*/ 80328 w 193441"/>
                <a:gd name="connsiteY121" fmla="*/ 203278 h 213113"/>
                <a:gd name="connsiteX122" fmla="*/ 75410 w 193441"/>
                <a:gd name="connsiteY122" fmla="*/ 201638 h 213113"/>
                <a:gd name="connsiteX123" fmla="*/ 72131 w 193441"/>
                <a:gd name="connsiteY123" fmla="*/ 199999 h 213113"/>
                <a:gd name="connsiteX124" fmla="*/ 68852 w 193441"/>
                <a:gd name="connsiteY124" fmla="*/ 196720 h 213113"/>
                <a:gd name="connsiteX125" fmla="*/ 63934 w 193441"/>
                <a:gd name="connsiteY125" fmla="*/ 193442 h 213113"/>
                <a:gd name="connsiteX126" fmla="*/ 60656 w 193441"/>
                <a:gd name="connsiteY126" fmla="*/ 191803 h 213113"/>
                <a:gd name="connsiteX127" fmla="*/ 59016 w 193441"/>
                <a:gd name="connsiteY127" fmla="*/ 191803 h 213113"/>
                <a:gd name="connsiteX128" fmla="*/ 55738 w 193441"/>
                <a:gd name="connsiteY128" fmla="*/ 191803 h 213113"/>
                <a:gd name="connsiteX129" fmla="*/ 52459 w 193441"/>
                <a:gd name="connsiteY129" fmla="*/ 191803 h 213113"/>
                <a:gd name="connsiteX130" fmla="*/ 47541 w 193441"/>
                <a:gd name="connsiteY130" fmla="*/ 191803 h 213113"/>
                <a:gd name="connsiteX131" fmla="*/ 44262 w 193441"/>
                <a:gd name="connsiteY131" fmla="*/ 191803 h 213113"/>
                <a:gd name="connsiteX132" fmla="*/ 40983 w 193441"/>
                <a:gd name="connsiteY132" fmla="*/ 191803 h 213113"/>
                <a:gd name="connsiteX133" fmla="*/ 37705 w 193441"/>
                <a:gd name="connsiteY133" fmla="*/ 193442 h 213113"/>
                <a:gd name="connsiteX134" fmla="*/ 36066 w 193441"/>
                <a:gd name="connsiteY134" fmla="*/ 191803 h 213113"/>
                <a:gd name="connsiteX135" fmla="*/ 34426 w 193441"/>
                <a:gd name="connsiteY135" fmla="*/ 190163 h 213113"/>
                <a:gd name="connsiteX136" fmla="*/ 31148 w 193441"/>
                <a:gd name="connsiteY136" fmla="*/ 185245 h 213113"/>
                <a:gd name="connsiteX137" fmla="*/ 27869 w 193441"/>
                <a:gd name="connsiteY137" fmla="*/ 181966 h 213113"/>
                <a:gd name="connsiteX138" fmla="*/ 22951 w 193441"/>
                <a:gd name="connsiteY138" fmla="*/ 178688 h 213113"/>
                <a:gd name="connsiteX139" fmla="*/ 19672 w 193441"/>
                <a:gd name="connsiteY139" fmla="*/ 177048 h 213113"/>
                <a:gd name="connsiteX140" fmla="*/ 16393 w 193441"/>
                <a:gd name="connsiteY140" fmla="*/ 173770 h 213113"/>
                <a:gd name="connsiteX141" fmla="*/ 13115 w 193441"/>
                <a:gd name="connsiteY141" fmla="*/ 170491 h 213113"/>
                <a:gd name="connsiteX142" fmla="*/ 9836 w 193441"/>
                <a:gd name="connsiteY142" fmla="*/ 165573 h 213113"/>
                <a:gd name="connsiteX143" fmla="*/ 9836 w 193441"/>
                <a:gd name="connsiteY143" fmla="*/ 165573 h 213113"/>
                <a:gd name="connsiteX144" fmla="*/ 8197 w 193441"/>
                <a:gd name="connsiteY144" fmla="*/ 160655 h 213113"/>
                <a:gd name="connsiteX145" fmla="*/ 6557 w 193441"/>
                <a:gd name="connsiteY145" fmla="*/ 157376 h 213113"/>
                <a:gd name="connsiteX146" fmla="*/ 6557 w 193441"/>
                <a:gd name="connsiteY146" fmla="*/ 154098 h 213113"/>
                <a:gd name="connsiteX147" fmla="*/ 6557 w 193441"/>
                <a:gd name="connsiteY147" fmla="*/ 149180 h 213113"/>
                <a:gd name="connsiteX148" fmla="*/ 6557 w 193441"/>
                <a:gd name="connsiteY148" fmla="*/ 145901 h 213113"/>
                <a:gd name="connsiteX149" fmla="*/ 4918 w 193441"/>
                <a:gd name="connsiteY149" fmla="*/ 144261 h 213113"/>
                <a:gd name="connsiteX150" fmla="*/ 6557 w 193441"/>
                <a:gd name="connsiteY150" fmla="*/ 140983 h 213113"/>
                <a:gd name="connsiteX151" fmla="*/ 4918 w 193441"/>
                <a:gd name="connsiteY151" fmla="*/ 137704 h 213113"/>
                <a:gd name="connsiteX152" fmla="*/ 4918 w 193441"/>
                <a:gd name="connsiteY152" fmla="*/ 132786 h 213113"/>
                <a:gd name="connsiteX153" fmla="*/ 8197 w 193441"/>
                <a:gd name="connsiteY153" fmla="*/ 132786 h 213113"/>
                <a:gd name="connsiteX154" fmla="*/ 13115 w 193441"/>
                <a:gd name="connsiteY154" fmla="*/ 131147 h 213113"/>
                <a:gd name="connsiteX155" fmla="*/ 14754 w 193441"/>
                <a:gd name="connsiteY155" fmla="*/ 127868 h 213113"/>
                <a:gd name="connsiteX156" fmla="*/ 14754 w 193441"/>
                <a:gd name="connsiteY156" fmla="*/ 124590 h 213113"/>
                <a:gd name="connsiteX157" fmla="*/ 11476 w 193441"/>
                <a:gd name="connsiteY157" fmla="*/ 121311 h 213113"/>
                <a:gd name="connsiteX158" fmla="*/ 9836 w 193441"/>
                <a:gd name="connsiteY158" fmla="*/ 116393 h 213113"/>
                <a:gd name="connsiteX159" fmla="*/ 8197 w 193441"/>
                <a:gd name="connsiteY159" fmla="*/ 113114 h 213113"/>
                <a:gd name="connsiteX160" fmla="*/ 6557 w 193441"/>
                <a:gd name="connsiteY160" fmla="*/ 109836 h 213113"/>
                <a:gd name="connsiteX161" fmla="*/ 4918 w 193441"/>
                <a:gd name="connsiteY161" fmla="*/ 104917 h 213113"/>
                <a:gd name="connsiteX162" fmla="*/ 4918 w 193441"/>
                <a:gd name="connsiteY162" fmla="*/ 103278 h 213113"/>
                <a:gd name="connsiteX163" fmla="*/ 4918 w 193441"/>
                <a:gd name="connsiteY163" fmla="*/ 101639 h 213113"/>
                <a:gd name="connsiteX164" fmla="*/ 6557 w 193441"/>
                <a:gd name="connsiteY164" fmla="*/ 98360 h 213113"/>
                <a:gd name="connsiteX165" fmla="*/ 6557 w 193441"/>
                <a:gd name="connsiteY165" fmla="*/ 95081 h 213113"/>
                <a:gd name="connsiteX166" fmla="*/ 4918 w 193441"/>
                <a:gd name="connsiteY166" fmla="*/ 93442 h 213113"/>
                <a:gd name="connsiteX167" fmla="*/ 3279 w 193441"/>
                <a:gd name="connsiteY167" fmla="*/ 91803 h 213113"/>
                <a:gd name="connsiteX168" fmla="*/ 3279 w 193441"/>
                <a:gd name="connsiteY168" fmla="*/ 88524 h 213113"/>
                <a:gd name="connsiteX169" fmla="*/ 3279 w 193441"/>
                <a:gd name="connsiteY169" fmla="*/ 86885 h 213113"/>
                <a:gd name="connsiteX170" fmla="*/ 1639 w 193441"/>
                <a:gd name="connsiteY170" fmla="*/ 83606 h 213113"/>
                <a:gd name="connsiteX171" fmla="*/ 0 w 193441"/>
                <a:gd name="connsiteY171" fmla="*/ 80327 h 213113"/>
                <a:gd name="connsiteX172" fmla="*/ 0 w 193441"/>
                <a:gd name="connsiteY172" fmla="*/ 75410 h 213113"/>
                <a:gd name="connsiteX173" fmla="*/ 4918 w 193441"/>
                <a:gd name="connsiteY173" fmla="*/ 73770 h 213113"/>
                <a:gd name="connsiteX174" fmla="*/ 4918 w 193441"/>
                <a:gd name="connsiteY174" fmla="*/ 68852 h 213113"/>
                <a:gd name="connsiteX175" fmla="*/ 4918 w 193441"/>
                <a:gd name="connsiteY175" fmla="*/ 65573 h 213113"/>
                <a:gd name="connsiteX176" fmla="*/ 1639 w 193441"/>
                <a:gd name="connsiteY176" fmla="*/ 62295 h 213113"/>
                <a:gd name="connsiteX177" fmla="*/ 0 w 193441"/>
                <a:gd name="connsiteY177" fmla="*/ 60656 h 213113"/>
                <a:gd name="connsiteX178" fmla="*/ 3279 w 193441"/>
                <a:gd name="connsiteY178" fmla="*/ 57377 h 213113"/>
                <a:gd name="connsiteX179" fmla="*/ 3279 w 193441"/>
                <a:gd name="connsiteY179" fmla="*/ 55737 h 213113"/>
                <a:gd name="connsiteX180" fmla="*/ 3279 w 193441"/>
                <a:gd name="connsiteY180" fmla="*/ 52459 h 213113"/>
                <a:gd name="connsiteX181" fmla="*/ 4918 w 193441"/>
                <a:gd name="connsiteY181" fmla="*/ 47541 h 213113"/>
                <a:gd name="connsiteX182" fmla="*/ 3279 w 193441"/>
                <a:gd name="connsiteY182" fmla="*/ 44262 h 213113"/>
                <a:gd name="connsiteX183" fmla="*/ 3279 w 193441"/>
                <a:gd name="connsiteY183" fmla="*/ 40983 h 213113"/>
                <a:gd name="connsiteX184" fmla="*/ 1639 w 193441"/>
                <a:gd name="connsiteY184" fmla="*/ 36066 h 213113"/>
                <a:gd name="connsiteX185" fmla="*/ 4918 w 193441"/>
                <a:gd name="connsiteY185" fmla="*/ 34426 h 213113"/>
                <a:gd name="connsiteX186" fmla="*/ 4918 w 193441"/>
                <a:gd name="connsiteY186" fmla="*/ 29508 h 213113"/>
                <a:gd name="connsiteX187" fmla="*/ 3279 w 193441"/>
                <a:gd name="connsiteY187" fmla="*/ 27869 h 213113"/>
                <a:gd name="connsiteX188" fmla="*/ 3279 w 193441"/>
                <a:gd name="connsiteY188" fmla="*/ 26229 h 213113"/>
                <a:gd name="connsiteX189" fmla="*/ 0 w 193441"/>
                <a:gd name="connsiteY189" fmla="*/ 22951 h 213113"/>
                <a:gd name="connsiteX190" fmla="*/ 0 w 193441"/>
                <a:gd name="connsiteY190" fmla="*/ 18033 h 213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193441" h="213113">
                  <a:moveTo>
                    <a:pt x="0" y="18033"/>
                  </a:moveTo>
                  <a:lnTo>
                    <a:pt x="0" y="18033"/>
                  </a:lnTo>
                  <a:lnTo>
                    <a:pt x="3279" y="14754"/>
                  </a:lnTo>
                  <a:lnTo>
                    <a:pt x="6557" y="11476"/>
                  </a:lnTo>
                  <a:lnTo>
                    <a:pt x="6557" y="6557"/>
                  </a:lnTo>
                  <a:lnTo>
                    <a:pt x="6557" y="3279"/>
                  </a:lnTo>
                  <a:lnTo>
                    <a:pt x="6557" y="3279"/>
                  </a:lnTo>
                  <a:lnTo>
                    <a:pt x="8197" y="4918"/>
                  </a:lnTo>
                  <a:lnTo>
                    <a:pt x="11476" y="8197"/>
                  </a:lnTo>
                  <a:lnTo>
                    <a:pt x="14754" y="8197"/>
                  </a:lnTo>
                  <a:lnTo>
                    <a:pt x="19672" y="8197"/>
                  </a:lnTo>
                  <a:lnTo>
                    <a:pt x="22951" y="8197"/>
                  </a:lnTo>
                  <a:lnTo>
                    <a:pt x="24590" y="4918"/>
                  </a:lnTo>
                  <a:lnTo>
                    <a:pt x="26229" y="0"/>
                  </a:lnTo>
                  <a:lnTo>
                    <a:pt x="31148" y="0"/>
                  </a:lnTo>
                  <a:lnTo>
                    <a:pt x="34426" y="0"/>
                  </a:lnTo>
                  <a:lnTo>
                    <a:pt x="39344" y="3279"/>
                  </a:lnTo>
                  <a:lnTo>
                    <a:pt x="42623" y="4918"/>
                  </a:lnTo>
                  <a:lnTo>
                    <a:pt x="45901" y="8197"/>
                  </a:lnTo>
                  <a:lnTo>
                    <a:pt x="50820" y="11476"/>
                  </a:lnTo>
                  <a:lnTo>
                    <a:pt x="54098" y="14754"/>
                  </a:lnTo>
                  <a:lnTo>
                    <a:pt x="57377" y="18033"/>
                  </a:lnTo>
                  <a:lnTo>
                    <a:pt x="60656" y="19672"/>
                  </a:lnTo>
                  <a:lnTo>
                    <a:pt x="63934" y="24590"/>
                  </a:lnTo>
                  <a:lnTo>
                    <a:pt x="67213" y="27869"/>
                  </a:lnTo>
                  <a:lnTo>
                    <a:pt x="72131" y="31147"/>
                  </a:lnTo>
                  <a:lnTo>
                    <a:pt x="72131" y="34426"/>
                  </a:lnTo>
                  <a:lnTo>
                    <a:pt x="72131" y="39344"/>
                  </a:lnTo>
                  <a:lnTo>
                    <a:pt x="73770" y="42623"/>
                  </a:lnTo>
                  <a:lnTo>
                    <a:pt x="75410" y="42623"/>
                  </a:lnTo>
                  <a:lnTo>
                    <a:pt x="78688" y="42623"/>
                  </a:lnTo>
                  <a:lnTo>
                    <a:pt x="81967" y="39344"/>
                  </a:lnTo>
                  <a:lnTo>
                    <a:pt x="85246" y="36066"/>
                  </a:lnTo>
                  <a:lnTo>
                    <a:pt x="85246" y="32787"/>
                  </a:lnTo>
                  <a:lnTo>
                    <a:pt x="88524" y="34426"/>
                  </a:lnTo>
                  <a:lnTo>
                    <a:pt x="91803" y="36066"/>
                  </a:lnTo>
                  <a:lnTo>
                    <a:pt x="95082" y="39344"/>
                  </a:lnTo>
                  <a:lnTo>
                    <a:pt x="98360" y="42623"/>
                  </a:lnTo>
                  <a:lnTo>
                    <a:pt x="101639" y="47541"/>
                  </a:lnTo>
                  <a:lnTo>
                    <a:pt x="104918" y="50820"/>
                  </a:lnTo>
                  <a:lnTo>
                    <a:pt x="108196" y="54098"/>
                  </a:lnTo>
                  <a:lnTo>
                    <a:pt x="111475" y="52459"/>
                  </a:lnTo>
                  <a:lnTo>
                    <a:pt x="114754" y="55737"/>
                  </a:lnTo>
                  <a:lnTo>
                    <a:pt x="119672" y="57377"/>
                  </a:lnTo>
                  <a:lnTo>
                    <a:pt x="122950" y="59016"/>
                  </a:lnTo>
                  <a:lnTo>
                    <a:pt x="126229" y="59016"/>
                  </a:lnTo>
                  <a:lnTo>
                    <a:pt x="131147" y="62295"/>
                  </a:lnTo>
                  <a:lnTo>
                    <a:pt x="134426" y="65573"/>
                  </a:lnTo>
                  <a:lnTo>
                    <a:pt x="136065" y="68852"/>
                  </a:lnTo>
                  <a:lnTo>
                    <a:pt x="137704" y="70491"/>
                  </a:lnTo>
                  <a:lnTo>
                    <a:pt x="142623" y="73770"/>
                  </a:lnTo>
                  <a:lnTo>
                    <a:pt x="145901" y="77049"/>
                  </a:lnTo>
                  <a:lnTo>
                    <a:pt x="149180" y="80327"/>
                  </a:lnTo>
                  <a:lnTo>
                    <a:pt x="152458" y="78688"/>
                  </a:lnTo>
                  <a:lnTo>
                    <a:pt x="157376" y="80327"/>
                  </a:lnTo>
                  <a:lnTo>
                    <a:pt x="157376" y="80327"/>
                  </a:lnTo>
                  <a:lnTo>
                    <a:pt x="160655" y="85246"/>
                  </a:lnTo>
                  <a:lnTo>
                    <a:pt x="165573" y="86885"/>
                  </a:lnTo>
                  <a:lnTo>
                    <a:pt x="167213" y="91803"/>
                  </a:lnTo>
                  <a:lnTo>
                    <a:pt x="170491" y="95081"/>
                  </a:lnTo>
                  <a:lnTo>
                    <a:pt x="170491" y="98360"/>
                  </a:lnTo>
                  <a:lnTo>
                    <a:pt x="175409" y="103278"/>
                  </a:lnTo>
                  <a:lnTo>
                    <a:pt x="178688" y="104917"/>
                  </a:lnTo>
                  <a:lnTo>
                    <a:pt x="181966" y="108196"/>
                  </a:lnTo>
                  <a:lnTo>
                    <a:pt x="183606" y="108196"/>
                  </a:lnTo>
                  <a:lnTo>
                    <a:pt x="186885" y="109836"/>
                  </a:lnTo>
                  <a:lnTo>
                    <a:pt x="190163" y="111475"/>
                  </a:lnTo>
                  <a:lnTo>
                    <a:pt x="193442" y="116393"/>
                  </a:lnTo>
                  <a:lnTo>
                    <a:pt x="191803" y="119671"/>
                  </a:lnTo>
                  <a:lnTo>
                    <a:pt x="188524" y="122950"/>
                  </a:lnTo>
                  <a:lnTo>
                    <a:pt x="186885" y="127868"/>
                  </a:lnTo>
                  <a:lnTo>
                    <a:pt x="183606" y="131147"/>
                  </a:lnTo>
                  <a:lnTo>
                    <a:pt x="181966" y="134426"/>
                  </a:lnTo>
                  <a:lnTo>
                    <a:pt x="183606" y="137704"/>
                  </a:lnTo>
                  <a:lnTo>
                    <a:pt x="183606" y="142622"/>
                  </a:lnTo>
                  <a:lnTo>
                    <a:pt x="185245" y="145901"/>
                  </a:lnTo>
                  <a:lnTo>
                    <a:pt x="185245" y="149180"/>
                  </a:lnTo>
                  <a:lnTo>
                    <a:pt x="186885" y="154098"/>
                  </a:lnTo>
                  <a:lnTo>
                    <a:pt x="186885" y="157376"/>
                  </a:lnTo>
                  <a:lnTo>
                    <a:pt x="190163" y="157376"/>
                  </a:lnTo>
                  <a:lnTo>
                    <a:pt x="193442" y="160655"/>
                  </a:lnTo>
                  <a:lnTo>
                    <a:pt x="190163" y="162294"/>
                  </a:lnTo>
                  <a:lnTo>
                    <a:pt x="190163" y="167213"/>
                  </a:lnTo>
                  <a:lnTo>
                    <a:pt x="190163" y="170491"/>
                  </a:lnTo>
                  <a:lnTo>
                    <a:pt x="190163" y="173770"/>
                  </a:lnTo>
                  <a:lnTo>
                    <a:pt x="186885" y="178688"/>
                  </a:lnTo>
                  <a:lnTo>
                    <a:pt x="183606" y="181966"/>
                  </a:lnTo>
                  <a:lnTo>
                    <a:pt x="183606" y="185245"/>
                  </a:lnTo>
                  <a:lnTo>
                    <a:pt x="183606" y="190163"/>
                  </a:lnTo>
                  <a:lnTo>
                    <a:pt x="180327" y="191803"/>
                  </a:lnTo>
                  <a:lnTo>
                    <a:pt x="177048" y="195081"/>
                  </a:lnTo>
                  <a:lnTo>
                    <a:pt x="173770" y="198360"/>
                  </a:lnTo>
                  <a:lnTo>
                    <a:pt x="170491" y="201638"/>
                  </a:lnTo>
                  <a:lnTo>
                    <a:pt x="167213" y="198360"/>
                  </a:lnTo>
                  <a:lnTo>
                    <a:pt x="167213" y="203278"/>
                  </a:lnTo>
                  <a:lnTo>
                    <a:pt x="163934" y="204917"/>
                  </a:lnTo>
                  <a:lnTo>
                    <a:pt x="160655" y="206557"/>
                  </a:lnTo>
                  <a:lnTo>
                    <a:pt x="159016" y="208196"/>
                  </a:lnTo>
                  <a:lnTo>
                    <a:pt x="155737" y="209835"/>
                  </a:lnTo>
                  <a:lnTo>
                    <a:pt x="152458" y="211474"/>
                  </a:lnTo>
                  <a:lnTo>
                    <a:pt x="149180" y="213114"/>
                  </a:lnTo>
                  <a:lnTo>
                    <a:pt x="144262" y="213114"/>
                  </a:lnTo>
                  <a:lnTo>
                    <a:pt x="140983" y="211474"/>
                  </a:lnTo>
                  <a:lnTo>
                    <a:pt x="137704" y="211474"/>
                  </a:lnTo>
                  <a:lnTo>
                    <a:pt x="134426" y="209835"/>
                  </a:lnTo>
                  <a:lnTo>
                    <a:pt x="129508" y="206557"/>
                  </a:lnTo>
                  <a:lnTo>
                    <a:pt x="129508" y="206557"/>
                  </a:lnTo>
                  <a:lnTo>
                    <a:pt x="124590" y="206557"/>
                  </a:lnTo>
                  <a:lnTo>
                    <a:pt x="121311" y="206557"/>
                  </a:lnTo>
                  <a:lnTo>
                    <a:pt x="118032" y="206557"/>
                  </a:lnTo>
                  <a:lnTo>
                    <a:pt x="114754" y="206557"/>
                  </a:lnTo>
                  <a:lnTo>
                    <a:pt x="109836" y="208196"/>
                  </a:lnTo>
                  <a:lnTo>
                    <a:pt x="106557" y="211474"/>
                  </a:lnTo>
                  <a:lnTo>
                    <a:pt x="106557" y="211474"/>
                  </a:lnTo>
                  <a:lnTo>
                    <a:pt x="103278" y="213114"/>
                  </a:lnTo>
                  <a:lnTo>
                    <a:pt x="98360" y="211474"/>
                  </a:lnTo>
                  <a:lnTo>
                    <a:pt x="95082" y="209835"/>
                  </a:lnTo>
                  <a:lnTo>
                    <a:pt x="93442" y="206557"/>
                  </a:lnTo>
                  <a:lnTo>
                    <a:pt x="91803" y="206557"/>
                  </a:lnTo>
                  <a:lnTo>
                    <a:pt x="86885" y="206557"/>
                  </a:lnTo>
                  <a:lnTo>
                    <a:pt x="83606" y="204917"/>
                  </a:lnTo>
                  <a:lnTo>
                    <a:pt x="80328" y="203278"/>
                  </a:lnTo>
                  <a:lnTo>
                    <a:pt x="75410" y="201638"/>
                  </a:lnTo>
                  <a:lnTo>
                    <a:pt x="72131" y="199999"/>
                  </a:lnTo>
                  <a:lnTo>
                    <a:pt x="68852" y="196720"/>
                  </a:lnTo>
                  <a:lnTo>
                    <a:pt x="63934" y="193442"/>
                  </a:lnTo>
                  <a:lnTo>
                    <a:pt x="60656" y="191803"/>
                  </a:lnTo>
                  <a:lnTo>
                    <a:pt x="59016" y="191803"/>
                  </a:lnTo>
                  <a:lnTo>
                    <a:pt x="55738" y="191803"/>
                  </a:lnTo>
                  <a:lnTo>
                    <a:pt x="52459" y="191803"/>
                  </a:lnTo>
                  <a:lnTo>
                    <a:pt x="47541" y="191803"/>
                  </a:lnTo>
                  <a:lnTo>
                    <a:pt x="44262" y="191803"/>
                  </a:lnTo>
                  <a:lnTo>
                    <a:pt x="40983" y="191803"/>
                  </a:lnTo>
                  <a:lnTo>
                    <a:pt x="37705" y="193442"/>
                  </a:lnTo>
                  <a:lnTo>
                    <a:pt x="36066" y="191803"/>
                  </a:lnTo>
                  <a:lnTo>
                    <a:pt x="34426" y="190163"/>
                  </a:lnTo>
                  <a:lnTo>
                    <a:pt x="31148" y="185245"/>
                  </a:lnTo>
                  <a:lnTo>
                    <a:pt x="27869" y="181966"/>
                  </a:lnTo>
                  <a:lnTo>
                    <a:pt x="22951" y="178688"/>
                  </a:lnTo>
                  <a:lnTo>
                    <a:pt x="19672" y="177048"/>
                  </a:lnTo>
                  <a:lnTo>
                    <a:pt x="16393" y="173770"/>
                  </a:lnTo>
                  <a:lnTo>
                    <a:pt x="13115" y="170491"/>
                  </a:lnTo>
                  <a:lnTo>
                    <a:pt x="9836" y="165573"/>
                  </a:lnTo>
                  <a:lnTo>
                    <a:pt x="9836" y="165573"/>
                  </a:lnTo>
                  <a:lnTo>
                    <a:pt x="8197" y="160655"/>
                  </a:lnTo>
                  <a:lnTo>
                    <a:pt x="6557" y="157376"/>
                  </a:lnTo>
                  <a:lnTo>
                    <a:pt x="6557" y="154098"/>
                  </a:lnTo>
                  <a:lnTo>
                    <a:pt x="6557" y="149180"/>
                  </a:lnTo>
                  <a:lnTo>
                    <a:pt x="6557" y="145901"/>
                  </a:lnTo>
                  <a:lnTo>
                    <a:pt x="4918" y="144261"/>
                  </a:lnTo>
                  <a:lnTo>
                    <a:pt x="6557" y="140983"/>
                  </a:lnTo>
                  <a:lnTo>
                    <a:pt x="4918" y="137704"/>
                  </a:lnTo>
                  <a:lnTo>
                    <a:pt x="4918" y="132786"/>
                  </a:lnTo>
                  <a:lnTo>
                    <a:pt x="8197" y="132786"/>
                  </a:lnTo>
                  <a:lnTo>
                    <a:pt x="13115" y="131147"/>
                  </a:lnTo>
                  <a:lnTo>
                    <a:pt x="14754" y="127868"/>
                  </a:lnTo>
                  <a:lnTo>
                    <a:pt x="14754" y="124590"/>
                  </a:lnTo>
                  <a:lnTo>
                    <a:pt x="11476" y="121311"/>
                  </a:lnTo>
                  <a:lnTo>
                    <a:pt x="9836" y="116393"/>
                  </a:lnTo>
                  <a:lnTo>
                    <a:pt x="8197" y="113114"/>
                  </a:lnTo>
                  <a:lnTo>
                    <a:pt x="6557" y="109836"/>
                  </a:lnTo>
                  <a:lnTo>
                    <a:pt x="4918" y="104917"/>
                  </a:lnTo>
                  <a:lnTo>
                    <a:pt x="4918" y="103278"/>
                  </a:lnTo>
                  <a:lnTo>
                    <a:pt x="4918" y="101639"/>
                  </a:lnTo>
                  <a:lnTo>
                    <a:pt x="6557" y="98360"/>
                  </a:lnTo>
                  <a:lnTo>
                    <a:pt x="6557" y="95081"/>
                  </a:lnTo>
                  <a:lnTo>
                    <a:pt x="4918" y="93442"/>
                  </a:lnTo>
                  <a:lnTo>
                    <a:pt x="3279" y="91803"/>
                  </a:lnTo>
                  <a:lnTo>
                    <a:pt x="3279" y="88524"/>
                  </a:lnTo>
                  <a:lnTo>
                    <a:pt x="3279" y="86885"/>
                  </a:lnTo>
                  <a:lnTo>
                    <a:pt x="1639" y="83606"/>
                  </a:lnTo>
                  <a:lnTo>
                    <a:pt x="0" y="80327"/>
                  </a:lnTo>
                  <a:lnTo>
                    <a:pt x="0" y="75410"/>
                  </a:lnTo>
                  <a:lnTo>
                    <a:pt x="4918" y="73770"/>
                  </a:lnTo>
                  <a:lnTo>
                    <a:pt x="4918" y="68852"/>
                  </a:lnTo>
                  <a:lnTo>
                    <a:pt x="4918" y="65573"/>
                  </a:lnTo>
                  <a:lnTo>
                    <a:pt x="1639" y="62295"/>
                  </a:lnTo>
                  <a:lnTo>
                    <a:pt x="0" y="60656"/>
                  </a:lnTo>
                  <a:lnTo>
                    <a:pt x="3279" y="57377"/>
                  </a:lnTo>
                  <a:lnTo>
                    <a:pt x="3279" y="55737"/>
                  </a:lnTo>
                  <a:lnTo>
                    <a:pt x="3279" y="52459"/>
                  </a:lnTo>
                  <a:lnTo>
                    <a:pt x="4918" y="47541"/>
                  </a:lnTo>
                  <a:lnTo>
                    <a:pt x="3279" y="44262"/>
                  </a:lnTo>
                  <a:lnTo>
                    <a:pt x="3279" y="40983"/>
                  </a:lnTo>
                  <a:lnTo>
                    <a:pt x="1639" y="36066"/>
                  </a:lnTo>
                  <a:lnTo>
                    <a:pt x="4918" y="34426"/>
                  </a:lnTo>
                  <a:lnTo>
                    <a:pt x="4918" y="29508"/>
                  </a:lnTo>
                  <a:lnTo>
                    <a:pt x="3279" y="27869"/>
                  </a:lnTo>
                  <a:lnTo>
                    <a:pt x="3279" y="26229"/>
                  </a:lnTo>
                  <a:lnTo>
                    <a:pt x="0" y="22951"/>
                  </a:lnTo>
                  <a:lnTo>
                    <a:pt x="0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73" name="Freeform 3772">
              <a:extLst>
                <a:ext uri="{FF2B5EF4-FFF2-40B4-BE49-F238E27FC236}">
                  <a16:creationId xmlns:a16="http://schemas.microsoft.com/office/drawing/2014/main" id="{3B41FA01-DDD6-F640-BF17-0B6AC4558C22}"/>
                </a:ext>
              </a:extLst>
            </p:cNvPr>
            <p:cNvSpPr/>
            <p:nvPr/>
          </p:nvSpPr>
          <p:spPr>
            <a:xfrm>
              <a:off x="5451740" y="2241135"/>
              <a:ext cx="11475" cy="9836"/>
            </a:xfrm>
            <a:custGeom>
              <a:avLst/>
              <a:gdLst>
                <a:gd name="connsiteX0" fmla="*/ 0 w 11475"/>
                <a:gd name="connsiteY0" fmla="*/ 3279 h 9836"/>
                <a:gd name="connsiteX1" fmla="*/ 1639 w 11475"/>
                <a:gd name="connsiteY1" fmla="*/ 0 h 9836"/>
                <a:gd name="connsiteX2" fmla="*/ 4918 w 11475"/>
                <a:gd name="connsiteY2" fmla="*/ 1639 h 9836"/>
                <a:gd name="connsiteX3" fmla="*/ 9836 w 11475"/>
                <a:gd name="connsiteY3" fmla="*/ 1639 h 9836"/>
                <a:gd name="connsiteX4" fmla="*/ 11475 w 11475"/>
                <a:gd name="connsiteY4" fmla="*/ 4918 h 9836"/>
                <a:gd name="connsiteX5" fmla="*/ 9836 w 11475"/>
                <a:gd name="connsiteY5" fmla="*/ 4918 h 9836"/>
                <a:gd name="connsiteX6" fmla="*/ 9836 w 11475"/>
                <a:gd name="connsiteY6" fmla="*/ 6557 h 9836"/>
                <a:gd name="connsiteX7" fmla="*/ 8197 w 11475"/>
                <a:gd name="connsiteY7" fmla="*/ 8197 h 9836"/>
                <a:gd name="connsiteX8" fmla="*/ 4918 w 11475"/>
                <a:gd name="connsiteY8" fmla="*/ 9836 h 9836"/>
                <a:gd name="connsiteX9" fmla="*/ 1639 w 11475"/>
                <a:gd name="connsiteY9" fmla="*/ 9836 h 9836"/>
                <a:gd name="connsiteX10" fmla="*/ 1639 w 11475"/>
                <a:gd name="connsiteY10" fmla="*/ 655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75" h="9836">
                  <a:moveTo>
                    <a:pt x="0" y="3279"/>
                  </a:moveTo>
                  <a:lnTo>
                    <a:pt x="1639" y="0"/>
                  </a:lnTo>
                  <a:lnTo>
                    <a:pt x="4918" y="1639"/>
                  </a:lnTo>
                  <a:lnTo>
                    <a:pt x="9836" y="1639"/>
                  </a:lnTo>
                  <a:lnTo>
                    <a:pt x="11475" y="4918"/>
                  </a:lnTo>
                  <a:lnTo>
                    <a:pt x="9836" y="4918"/>
                  </a:lnTo>
                  <a:lnTo>
                    <a:pt x="9836" y="6557"/>
                  </a:lnTo>
                  <a:lnTo>
                    <a:pt x="8197" y="8197"/>
                  </a:lnTo>
                  <a:lnTo>
                    <a:pt x="4918" y="9836"/>
                  </a:lnTo>
                  <a:lnTo>
                    <a:pt x="1639" y="9836"/>
                  </a:lnTo>
                  <a:lnTo>
                    <a:pt x="163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74" name="Freeform 3773">
              <a:extLst>
                <a:ext uri="{FF2B5EF4-FFF2-40B4-BE49-F238E27FC236}">
                  <a16:creationId xmlns:a16="http://schemas.microsoft.com/office/drawing/2014/main" id="{B4B39B4A-350D-CC48-9CCA-466FC4C84A1D}"/>
                </a:ext>
              </a:extLst>
            </p:cNvPr>
            <p:cNvSpPr/>
            <p:nvPr/>
          </p:nvSpPr>
          <p:spPr>
            <a:xfrm>
              <a:off x="5733706" y="2041136"/>
              <a:ext cx="4918" cy="9836"/>
            </a:xfrm>
            <a:custGeom>
              <a:avLst/>
              <a:gdLst>
                <a:gd name="connsiteX0" fmla="*/ 0 w 4918"/>
                <a:gd name="connsiteY0" fmla="*/ 9836 h 9836"/>
                <a:gd name="connsiteX1" fmla="*/ 1639 w 4918"/>
                <a:gd name="connsiteY1" fmla="*/ 6557 h 9836"/>
                <a:gd name="connsiteX2" fmla="*/ 0 w 4918"/>
                <a:gd name="connsiteY2" fmla="*/ 4918 h 9836"/>
                <a:gd name="connsiteX3" fmla="*/ 1639 w 4918"/>
                <a:gd name="connsiteY3" fmla="*/ 1639 h 9836"/>
                <a:gd name="connsiteX4" fmla="*/ 3279 w 4918"/>
                <a:gd name="connsiteY4" fmla="*/ 0 h 9836"/>
                <a:gd name="connsiteX5" fmla="*/ 3279 w 4918"/>
                <a:gd name="connsiteY5" fmla="*/ 3279 h 9836"/>
                <a:gd name="connsiteX6" fmla="*/ 3279 w 4918"/>
                <a:gd name="connsiteY6" fmla="*/ 3279 h 9836"/>
                <a:gd name="connsiteX7" fmla="*/ 4918 w 4918"/>
                <a:gd name="connsiteY7" fmla="*/ 4918 h 9836"/>
                <a:gd name="connsiteX8" fmla="*/ 4918 w 4918"/>
                <a:gd name="connsiteY8" fmla="*/ 9836 h 9836"/>
                <a:gd name="connsiteX9" fmla="*/ 1639 w 4918"/>
                <a:gd name="connsiteY9" fmla="*/ 9836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18" h="9836">
                  <a:moveTo>
                    <a:pt x="0" y="9836"/>
                  </a:moveTo>
                  <a:lnTo>
                    <a:pt x="1639" y="6557"/>
                  </a:lnTo>
                  <a:lnTo>
                    <a:pt x="0" y="4918"/>
                  </a:lnTo>
                  <a:lnTo>
                    <a:pt x="1639" y="1639"/>
                  </a:lnTo>
                  <a:lnTo>
                    <a:pt x="3279" y="0"/>
                  </a:lnTo>
                  <a:lnTo>
                    <a:pt x="3279" y="3279"/>
                  </a:lnTo>
                  <a:lnTo>
                    <a:pt x="3279" y="3279"/>
                  </a:lnTo>
                  <a:lnTo>
                    <a:pt x="4918" y="4918"/>
                  </a:lnTo>
                  <a:lnTo>
                    <a:pt x="4918" y="9836"/>
                  </a:lnTo>
                  <a:lnTo>
                    <a:pt x="1639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75" name="Freeform 3774">
              <a:extLst>
                <a:ext uri="{FF2B5EF4-FFF2-40B4-BE49-F238E27FC236}">
                  <a16:creationId xmlns:a16="http://schemas.microsoft.com/office/drawing/2014/main" id="{F877BA20-CA1F-E743-8F59-69166D996DAF}"/>
                </a:ext>
              </a:extLst>
            </p:cNvPr>
            <p:cNvSpPr/>
            <p:nvPr/>
          </p:nvSpPr>
          <p:spPr>
            <a:xfrm>
              <a:off x="5796001" y="3957520"/>
              <a:ext cx="288522" cy="385244"/>
            </a:xfrm>
            <a:custGeom>
              <a:avLst/>
              <a:gdLst>
                <a:gd name="connsiteX0" fmla="*/ 0 w 288522"/>
                <a:gd name="connsiteY0" fmla="*/ 337703 h 385244"/>
                <a:gd name="connsiteX1" fmla="*/ 1639 w 288522"/>
                <a:gd name="connsiteY1" fmla="*/ 334425 h 385244"/>
                <a:gd name="connsiteX2" fmla="*/ 1639 w 288522"/>
                <a:gd name="connsiteY2" fmla="*/ 331146 h 385244"/>
                <a:gd name="connsiteX3" fmla="*/ 3278 w 288522"/>
                <a:gd name="connsiteY3" fmla="*/ 327867 h 385244"/>
                <a:gd name="connsiteX4" fmla="*/ 8197 w 288522"/>
                <a:gd name="connsiteY4" fmla="*/ 324589 h 385244"/>
                <a:gd name="connsiteX5" fmla="*/ 11475 w 288522"/>
                <a:gd name="connsiteY5" fmla="*/ 322950 h 385244"/>
                <a:gd name="connsiteX6" fmla="*/ 13114 w 288522"/>
                <a:gd name="connsiteY6" fmla="*/ 319671 h 385244"/>
                <a:gd name="connsiteX7" fmla="*/ 18032 w 288522"/>
                <a:gd name="connsiteY7" fmla="*/ 321310 h 385244"/>
                <a:gd name="connsiteX8" fmla="*/ 19672 w 288522"/>
                <a:gd name="connsiteY8" fmla="*/ 324589 h 385244"/>
                <a:gd name="connsiteX9" fmla="*/ 22951 w 288522"/>
                <a:gd name="connsiteY9" fmla="*/ 327867 h 385244"/>
                <a:gd name="connsiteX10" fmla="*/ 27868 w 288522"/>
                <a:gd name="connsiteY10" fmla="*/ 327867 h 385244"/>
                <a:gd name="connsiteX11" fmla="*/ 27868 w 288522"/>
                <a:gd name="connsiteY11" fmla="*/ 327867 h 385244"/>
                <a:gd name="connsiteX12" fmla="*/ 29508 w 288522"/>
                <a:gd name="connsiteY12" fmla="*/ 324589 h 385244"/>
                <a:gd name="connsiteX13" fmla="*/ 27868 w 288522"/>
                <a:gd name="connsiteY13" fmla="*/ 321310 h 385244"/>
                <a:gd name="connsiteX14" fmla="*/ 29508 w 288522"/>
                <a:gd name="connsiteY14" fmla="*/ 318031 h 385244"/>
                <a:gd name="connsiteX15" fmla="*/ 31147 w 288522"/>
                <a:gd name="connsiteY15" fmla="*/ 313113 h 385244"/>
                <a:gd name="connsiteX16" fmla="*/ 29508 w 288522"/>
                <a:gd name="connsiteY16" fmla="*/ 309835 h 385244"/>
                <a:gd name="connsiteX17" fmla="*/ 26229 w 288522"/>
                <a:gd name="connsiteY17" fmla="*/ 306556 h 385244"/>
                <a:gd name="connsiteX18" fmla="*/ 21311 w 288522"/>
                <a:gd name="connsiteY18" fmla="*/ 304917 h 385244"/>
                <a:gd name="connsiteX19" fmla="*/ 21311 w 288522"/>
                <a:gd name="connsiteY19" fmla="*/ 304917 h 385244"/>
                <a:gd name="connsiteX20" fmla="*/ 21311 w 288522"/>
                <a:gd name="connsiteY20" fmla="*/ 299999 h 385244"/>
                <a:gd name="connsiteX21" fmla="*/ 26229 w 288522"/>
                <a:gd name="connsiteY21" fmla="*/ 298359 h 385244"/>
                <a:gd name="connsiteX22" fmla="*/ 24590 w 288522"/>
                <a:gd name="connsiteY22" fmla="*/ 296720 h 385244"/>
                <a:gd name="connsiteX23" fmla="*/ 21311 w 288522"/>
                <a:gd name="connsiteY23" fmla="*/ 293441 h 385244"/>
                <a:gd name="connsiteX24" fmla="*/ 19672 w 288522"/>
                <a:gd name="connsiteY24" fmla="*/ 288523 h 385244"/>
                <a:gd name="connsiteX25" fmla="*/ 14754 w 288522"/>
                <a:gd name="connsiteY25" fmla="*/ 288523 h 385244"/>
                <a:gd name="connsiteX26" fmla="*/ 14754 w 288522"/>
                <a:gd name="connsiteY26" fmla="*/ 288523 h 385244"/>
                <a:gd name="connsiteX27" fmla="*/ 18032 w 288522"/>
                <a:gd name="connsiteY27" fmla="*/ 285244 h 385244"/>
                <a:gd name="connsiteX28" fmla="*/ 19672 w 288522"/>
                <a:gd name="connsiteY28" fmla="*/ 280327 h 385244"/>
                <a:gd name="connsiteX29" fmla="*/ 19672 w 288522"/>
                <a:gd name="connsiteY29" fmla="*/ 278687 h 385244"/>
                <a:gd name="connsiteX30" fmla="*/ 18032 w 288522"/>
                <a:gd name="connsiteY30" fmla="*/ 275409 h 385244"/>
                <a:gd name="connsiteX31" fmla="*/ 18032 w 288522"/>
                <a:gd name="connsiteY31" fmla="*/ 270491 h 385244"/>
                <a:gd name="connsiteX32" fmla="*/ 16393 w 288522"/>
                <a:gd name="connsiteY32" fmla="*/ 267212 h 385244"/>
                <a:gd name="connsiteX33" fmla="*/ 21311 w 288522"/>
                <a:gd name="connsiteY33" fmla="*/ 268851 h 385244"/>
                <a:gd name="connsiteX34" fmla="*/ 24590 w 288522"/>
                <a:gd name="connsiteY34" fmla="*/ 270491 h 385244"/>
                <a:gd name="connsiteX35" fmla="*/ 27868 w 288522"/>
                <a:gd name="connsiteY35" fmla="*/ 268851 h 385244"/>
                <a:gd name="connsiteX36" fmla="*/ 32787 w 288522"/>
                <a:gd name="connsiteY36" fmla="*/ 267212 h 385244"/>
                <a:gd name="connsiteX37" fmla="*/ 34426 w 288522"/>
                <a:gd name="connsiteY37" fmla="*/ 272130 h 385244"/>
                <a:gd name="connsiteX38" fmla="*/ 50819 w 288522"/>
                <a:gd name="connsiteY38" fmla="*/ 267212 h 385244"/>
                <a:gd name="connsiteX39" fmla="*/ 50819 w 288522"/>
                <a:gd name="connsiteY39" fmla="*/ 267212 h 385244"/>
                <a:gd name="connsiteX40" fmla="*/ 52458 w 288522"/>
                <a:gd name="connsiteY40" fmla="*/ 262294 h 385244"/>
                <a:gd name="connsiteX41" fmla="*/ 52458 w 288522"/>
                <a:gd name="connsiteY41" fmla="*/ 259016 h 385244"/>
                <a:gd name="connsiteX42" fmla="*/ 50819 w 288522"/>
                <a:gd name="connsiteY42" fmla="*/ 255737 h 385244"/>
                <a:gd name="connsiteX43" fmla="*/ 50819 w 288522"/>
                <a:gd name="connsiteY43" fmla="*/ 250819 h 385244"/>
                <a:gd name="connsiteX44" fmla="*/ 50819 w 288522"/>
                <a:gd name="connsiteY44" fmla="*/ 247540 h 385244"/>
                <a:gd name="connsiteX45" fmla="*/ 54098 w 288522"/>
                <a:gd name="connsiteY45" fmla="*/ 245901 h 385244"/>
                <a:gd name="connsiteX46" fmla="*/ 57377 w 288522"/>
                <a:gd name="connsiteY46" fmla="*/ 245901 h 385244"/>
                <a:gd name="connsiteX47" fmla="*/ 62295 w 288522"/>
                <a:gd name="connsiteY47" fmla="*/ 247540 h 385244"/>
                <a:gd name="connsiteX48" fmla="*/ 65573 w 288522"/>
                <a:gd name="connsiteY48" fmla="*/ 249179 h 385244"/>
                <a:gd name="connsiteX49" fmla="*/ 65573 w 288522"/>
                <a:gd name="connsiteY49" fmla="*/ 254097 h 385244"/>
                <a:gd name="connsiteX50" fmla="*/ 67212 w 288522"/>
                <a:gd name="connsiteY50" fmla="*/ 257376 h 385244"/>
                <a:gd name="connsiteX51" fmla="*/ 68852 w 288522"/>
                <a:gd name="connsiteY51" fmla="*/ 257376 h 385244"/>
                <a:gd name="connsiteX52" fmla="*/ 70491 w 288522"/>
                <a:gd name="connsiteY52" fmla="*/ 262294 h 385244"/>
                <a:gd name="connsiteX53" fmla="*/ 72131 w 288522"/>
                <a:gd name="connsiteY53" fmla="*/ 265573 h 385244"/>
                <a:gd name="connsiteX54" fmla="*/ 72131 w 288522"/>
                <a:gd name="connsiteY54" fmla="*/ 268851 h 385244"/>
                <a:gd name="connsiteX55" fmla="*/ 75409 w 288522"/>
                <a:gd name="connsiteY55" fmla="*/ 268851 h 385244"/>
                <a:gd name="connsiteX56" fmla="*/ 78688 w 288522"/>
                <a:gd name="connsiteY56" fmla="*/ 268851 h 385244"/>
                <a:gd name="connsiteX57" fmla="*/ 81967 w 288522"/>
                <a:gd name="connsiteY57" fmla="*/ 270491 h 385244"/>
                <a:gd name="connsiteX58" fmla="*/ 85245 w 288522"/>
                <a:gd name="connsiteY58" fmla="*/ 272130 h 385244"/>
                <a:gd name="connsiteX59" fmla="*/ 90164 w 288522"/>
                <a:gd name="connsiteY59" fmla="*/ 272130 h 385244"/>
                <a:gd name="connsiteX60" fmla="*/ 93442 w 288522"/>
                <a:gd name="connsiteY60" fmla="*/ 268851 h 385244"/>
                <a:gd name="connsiteX61" fmla="*/ 96721 w 288522"/>
                <a:gd name="connsiteY61" fmla="*/ 265573 h 385244"/>
                <a:gd name="connsiteX62" fmla="*/ 96721 w 288522"/>
                <a:gd name="connsiteY62" fmla="*/ 263933 h 385244"/>
                <a:gd name="connsiteX63" fmla="*/ 99999 w 288522"/>
                <a:gd name="connsiteY63" fmla="*/ 260654 h 385244"/>
                <a:gd name="connsiteX64" fmla="*/ 101639 w 288522"/>
                <a:gd name="connsiteY64" fmla="*/ 257376 h 385244"/>
                <a:gd name="connsiteX65" fmla="*/ 103278 w 288522"/>
                <a:gd name="connsiteY65" fmla="*/ 260654 h 385244"/>
                <a:gd name="connsiteX66" fmla="*/ 104917 w 288522"/>
                <a:gd name="connsiteY66" fmla="*/ 263933 h 385244"/>
                <a:gd name="connsiteX67" fmla="*/ 106557 w 288522"/>
                <a:gd name="connsiteY67" fmla="*/ 267212 h 385244"/>
                <a:gd name="connsiteX68" fmla="*/ 106557 w 288522"/>
                <a:gd name="connsiteY68" fmla="*/ 270491 h 385244"/>
                <a:gd name="connsiteX69" fmla="*/ 106557 w 288522"/>
                <a:gd name="connsiteY69" fmla="*/ 275409 h 385244"/>
                <a:gd name="connsiteX70" fmla="*/ 111475 w 288522"/>
                <a:gd name="connsiteY70" fmla="*/ 275409 h 385244"/>
                <a:gd name="connsiteX71" fmla="*/ 114754 w 288522"/>
                <a:gd name="connsiteY71" fmla="*/ 275409 h 385244"/>
                <a:gd name="connsiteX72" fmla="*/ 114754 w 288522"/>
                <a:gd name="connsiteY72" fmla="*/ 273769 h 385244"/>
                <a:gd name="connsiteX73" fmla="*/ 116393 w 288522"/>
                <a:gd name="connsiteY73" fmla="*/ 270491 h 385244"/>
                <a:gd name="connsiteX74" fmla="*/ 119671 w 288522"/>
                <a:gd name="connsiteY74" fmla="*/ 267212 h 385244"/>
                <a:gd name="connsiteX75" fmla="*/ 116393 w 288522"/>
                <a:gd name="connsiteY75" fmla="*/ 262294 h 385244"/>
                <a:gd name="connsiteX76" fmla="*/ 119671 w 288522"/>
                <a:gd name="connsiteY76" fmla="*/ 259016 h 385244"/>
                <a:gd name="connsiteX77" fmla="*/ 121311 w 288522"/>
                <a:gd name="connsiteY77" fmla="*/ 255737 h 385244"/>
                <a:gd name="connsiteX78" fmla="*/ 121311 w 288522"/>
                <a:gd name="connsiteY78" fmla="*/ 250819 h 385244"/>
                <a:gd name="connsiteX79" fmla="*/ 124589 w 288522"/>
                <a:gd name="connsiteY79" fmla="*/ 249179 h 385244"/>
                <a:gd name="connsiteX80" fmla="*/ 126229 w 288522"/>
                <a:gd name="connsiteY80" fmla="*/ 247540 h 385244"/>
                <a:gd name="connsiteX81" fmla="*/ 126229 w 288522"/>
                <a:gd name="connsiteY81" fmla="*/ 242622 h 385244"/>
                <a:gd name="connsiteX82" fmla="*/ 127868 w 288522"/>
                <a:gd name="connsiteY82" fmla="*/ 239343 h 385244"/>
                <a:gd name="connsiteX83" fmla="*/ 124589 w 288522"/>
                <a:gd name="connsiteY83" fmla="*/ 236064 h 385244"/>
                <a:gd name="connsiteX84" fmla="*/ 129508 w 288522"/>
                <a:gd name="connsiteY84" fmla="*/ 232786 h 385244"/>
                <a:gd name="connsiteX85" fmla="*/ 127868 w 288522"/>
                <a:gd name="connsiteY85" fmla="*/ 229507 h 385244"/>
                <a:gd name="connsiteX86" fmla="*/ 129508 w 288522"/>
                <a:gd name="connsiteY86" fmla="*/ 226229 h 385244"/>
                <a:gd name="connsiteX87" fmla="*/ 127868 w 288522"/>
                <a:gd name="connsiteY87" fmla="*/ 221310 h 385244"/>
                <a:gd name="connsiteX88" fmla="*/ 129508 w 288522"/>
                <a:gd name="connsiteY88" fmla="*/ 218032 h 385244"/>
                <a:gd name="connsiteX89" fmla="*/ 127868 w 288522"/>
                <a:gd name="connsiteY89" fmla="*/ 214753 h 385244"/>
                <a:gd name="connsiteX90" fmla="*/ 126229 w 288522"/>
                <a:gd name="connsiteY90" fmla="*/ 209835 h 385244"/>
                <a:gd name="connsiteX91" fmla="*/ 126229 w 288522"/>
                <a:gd name="connsiteY91" fmla="*/ 206557 h 385244"/>
                <a:gd name="connsiteX92" fmla="*/ 127868 w 288522"/>
                <a:gd name="connsiteY92" fmla="*/ 203278 h 385244"/>
                <a:gd name="connsiteX93" fmla="*/ 127868 w 288522"/>
                <a:gd name="connsiteY93" fmla="*/ 199999 h 385244"/>
                <a:gd name="connsiteX94" fmla="*/ 129508 w 288522"/>
                <a:gd name="connsiteY94" fmla="*/ 195081 h 385244"/>
                <a:gd name="connsiteX95" fmla="*/ 129508 w 288522"/>
                <a:gd name="connsiteY95" fmla="*/ 191803 h 385244"/>
                <a:gd name="connsiteX96" fmla="*/ 127868 w 288522"/>
                <a:gd name="connsiteY96" fmla="*/ 188524 h 385244"/>
                <a:gd name="connsiteX97" fmla="*/ 124589 w 288522"/>
                <a:gd name="connsiteY97" fmla="*/ 185245 h 385244"/>
                <a:gd name="connsiteX98" fmla="*/ 121311 w 288522"/>
                <a:gd name="connsiteY98" fmla="*/ 183606 h 385244"/>
                <a:gd name="connsiteX99" fmla="*/ 118032 w 288522"/>
                <a:gd name="connsiteY99" fmla="*/ 183606 h 385244"/>
                <a:gd name="connsiteX100" fmla="*/ 116393 w 288522"/>
                <a:gd name="connsiteY100" fmla="*/ 180327 h 385244"/>
                <a:gd name="connsiteX101" fmla="*/ 114754 w 288522"/>
                <a:gd name="connsiteY101" fmla="*/ 177049 h 385244"/>
                <a:gd name="connsiteX102" fmla="*/ 109835 w 288522"/>
                <a:gd name="connsiteY102" fmla="*/ 177049 h 385244"/>
                <a:gd name="connsiteX103" fmla="*/ 106557 w 288522"/>
                <a:gd name="connsiteY103" fmla="*/ 177049 h 385244"/>
                <a:gd name="connsiteX104" fmla="*/ 104917 w 288522"/>
                <a:gd name="connsiteY104" fmla="*/ 172130 h 385244"/>
                <a:gd name="connsiteX105" fmla="*/ 106557 w 288522"/>
                <a:gd name="connsiteY105" fmla="*/ 168852 h 385244"/>
                <a:gd name="connsiteX106" fmla="*/ 106557 w 288522"/>
                <a:gd name="connsiteY106" fmla="*/ 168852 h 385244"/>
                <a:gd name="connsiteX107" fmla="*/ 108196 w 288522"/>
                <a:gd name="connsiteY107" fmla="*/ 163934 h 385244"/>
                <a:gd name="connsiteX108" fmla="*/ 108196 w 288522"/>
                <a:gd name="connsiteY108" fmla="*/ 163934 h 385244"/>
                <a:gd name="connsiteX109" fmla="*/ 106557 w 288522"/>
                <a:gd name="connsiteY109" fmla="*/ 159016 h 385244"/>
                <a:gd name="connsiteX110" fmla="*/ 106557 w 288522"/>
                <a:gd name="connsiteY110" fmla="*/ 155737 h 385244"/>
                <a:gd name="connsiteX111" fmla="*/ 108196 w 288522"/>
                <a:gd name="connsiteY111" fmla="*/ 152459 h 385244"/>
                <a:gd name="connsiteX112" fmla="*/ 109835 w 288522"/>
                <a:gd name="connsiteY112" fmla="*/ 149180 h 385244"/>
                <a:gd name="connsiteX113" fmla="*/ 113114 w 288522"/>
                <a:gd name="connsiteY113" fmla="*/ 144262 h 385244"/>
                <a:gd name="connsiteX114" fmla="*/ 113114 w 288522"/>
                <a:gd name="connsiteY114" fmla="*/ 140983 h 385244"/>
                <a:gd name="connsiteX115" fmla="*/ 118032 w 288522"/>
                <a:gd name="connsiteY115" fmla="*/ 140983 h 385244"/>
                <a:gd name="connsiteX116" fmla="*/ 121311 w 288522"/>
                <a:gd name="connsiteY116" fmla="*/ 139344 h 385244"/>
                <a:gd name="connsiteX117" fmla="*/ 124589 w 288522"/>
                <a:gd name="connsiteY117" fmla="*/ 136065 h 385244"/>
                <a:gd name="connsiteX118" fmla="*/ 124589 w 288522"/>
                <a:gd name="connsiteY118" fmla="*/ 134426 h 385244"/>
                <a:gd name="connsiteX119" fmla="*/ 126229 w 288522"/>
                <a:gd name="connsiteY119" fmla="*/ 131147 h 385244"/>
                <a:gd name="connsiteX120" fmla="*/ 127868 w 288522"/>
                <a:gd name="connsiteY120" fmla="*/ 127869 h 385244"/>
                <a:gd name="connsiteX121" fmla="*/ 127868 w 288522"/>
                <a:gd name="connsiteY121" fmla="*/ 122950 h 385244"/>
                <a:gd name="connsiteX122" fmla="*/ 126229 w 288522"/>
                <a:gd name="connsiteY122" fmla="*/ 119672 h 385244"/>
                <a:gd name="connsiteX123" fmla="*/ 122950 w 288522"/>
                <a:gd name="connsiteY123" fmla="*/ 116393 h 385244"/>
                <a:gd name="connsiteX124" fmla="*/ 121311 w 288522"/>
                <a:gd name="connsiteY124" fmla="*/ 111475 h 385244"/>
                <a:gd name="connsiteX125" fmla="*/ 121311 w 288522"/>
                <a:gd name="connsiteY125" fmla="*/ 108196 h 385244"/>
                <a:gd name="connsiteX126" fmla="*/ 119671 w 288522"/>
                <a:gd name="connsiteY126" fmla="*/ 104917 h 385244"/>
                <a:gd name="connsiteX127" fmla="*/ 116393 w 288522"/>
                <a:gd name="connsiteY127" fmla="*/ 103279 h 385244"/>
                <a:gd name="connsiteX128" fmla="*/ 114754 w 288522"/>
                <a:gd name="connsiteY128" fmla="*/ 103279 h 385244"/>
                <a:gd name="connsiteX129" fmla="*/ 111475 w 288522"/>
                <a:gd name="connsiteY129" fmla="*/ 103279 h 385244"/>
                <a:gd name="connsiteX130" fmla="*/ 108196 w 288522"/>
                <a:gd name="connsiteY130" fmla="*/ 101639 h 385244"/>
                <a:gd name="connsiteX131" fmla="*/ 103278 w 288522"/>
                <a:gd name="connsiteY131" fmla="*/ 101639 h 385244"/>
                <a:gd name="connsiteX132" fmla="*/ 99999 w 288522"/>
                <a:gd name="connsiteY132" fmla="*/ 103279 h 385244"/>
                <a:gd name="connsiteX133" fmla="*/ 96721 w 288522"/>
                <a:gd name="connsiteY133" fmla="*/ 104917 h 385244"/>
                <a:gd name="connsiteX134" fmla="*/ 91802 w 288522"/>
                <a:gd name="connsiteY134" fmla="*/ 108196 h 385244"/>
                <a:gd name="connsiteX135" fmla="*/ 88524 w 288522"/>
                <a:gd name="connsiteY135" fmla="*/ 108196 h 385244"/>
                <a:gd name="connsiteX136" fmla="*/ 85245 w 288522"/>
                <a:gd name="connsiteY136" fmla="*/ 109836 h 385244"/>
                <a:gd name="connsiteX137" fmla="*/ 81967 w 288522"/>
                <a:gd name="connsiteY137" fmla="*/ 109836 h 385244"/>
                <a:gd name="connsiteX138" fmla="*/ 78688 w 288522"/>
                <a:gd name="connsiteY138" fmla="*/ 111475 h 385244"/>
                <a:gd name="connsiteX139" fmla="*/ 80327 w 288522"/>
                <a:gd name="connsiteY139" fmla="*/ 108196 h 385244"/>
                <a:gd name="connsiteX140" fmla="*/ 80327 w 288522"/>
                <a:gd name="connsiteY140" fmla="*/ 103279 h 385244"/>
                <a:gd name="connsiteX141" fmla="*/ 80327 w 288522"/>
                <a:gd name="connsiteY141" fmla="*/ 100000 h 385244"/>
                <a:gd name="connsiteX142" fmla="*/ 77049 w 288522"/>
                <a:gd name="connsiteY142" fmla="*/ 96721 h 385244"/>
                <a:gd name="connsiteX143" fmla="*/ 77049 w 288522"/>
                <a:gd name="connsiteY143" fmla="*/ 91803 h 385244"/>
                <a:gd name="connsiteX144" fmla="*/ 77049 w 288522"/>
                <a:gd name="connsiteY144" fmla="*/ 88524 h 385244"/>
                <a:gd name="connsiteX145" fmla="*/ 78688 w 288522"/>
                <a:gd name="connsiteY145" fmla="*/ 85246 h 385244"/>
                <a:gd name="connsiteX146" fmla="*/ 78688 w 288522"/>
                <a:gd name="connsiteY146" fmla="*/ 85246 h 385244"/>
                <a:gd name="connsiteX147" fmla="*/ 78688 w 288522"/>
                <a:gd name="connsiteY147" fmla="*/ 80327 h 385244"/>
                <a:gd name="connsiteX148" fmla="*/ 80327 w 288522"/>
                <a:gd name="connsiteY148" fmla="*/ 77049 h 385244"/>
                <a:gd name="connsiteX149" fmla="*/ 83606 w 288522"/>
                <a:gd name="connsiteY149" fmla="*/ 73770 h 385244"/>
                <a:gd name="connsiteX150" fmla="*/ 83606 w 288522"/>
                <a:gd name="connsiteY150" fmla="*/ 68852 h 385244"/>
                <a:gd name="connsiteX151" fmla="*/ 86885 w 288522"/>
                <a:gd name="connsiteY151" fmla="*/ 68852 h 385244"/>
                <a:gd name="connsiteX152" fmla="*/ 90164 w 288522"/>
                <a:gd name="connsiteY152" fmla="*/ 68852 h 385244"/>
                <a:gd name="connsiteX153" fmla="*/ 93442 w 288522"/>
                <a:gd name="connsiteY153" fmla="*/ 68852 h 385244"/>
                <a:gd name="connsiteX154" fmla="*/ 96721 w 288522"/>
                <a:gd name="connsiteY154" fmla="*/ 68852 h 385244"/>
                <a:gd name="connsiteX155" fmla="*/ 101639 w 288522"/>
                <a:gd name="connsiteY155" fmla="*/ 68852 h 385244"/>
                <a:gd name="connsiteX156" fmla="*/ 104917 w 288522"/>
                <a:gd name="connsiteY156" fmla="*/ 68852 h 385244"/>
                <a:gd name="connsiteX157" fmla="*/ 108196 w 288522"/>
                <a:gd name="connsiteY157" fmla="*/ 68852 h 385244"/>
                <a:gd name="connsiteX158" fmla="*/ 109835 w 288522"/>
                <a:gd name="connsiteY158" fmla="*/ 68852 h 385244"/>
                <a:gd name="connsiteX159" fmla="*/ 113114 w 288522"/>
                <a:gd name="connsiteY159" fmla="*/ 68852 h 385244"/>
                <a:gd name="connsiteX160" fmla="*/ 116393 w 288522"/>
                <a:gd name="connsiteY160" fmla="*/ 68852 h 385244"/>
                <a:gd name="connsiteX161" fmla="*/ 121311 w 288522"/>
                <a:gd name="connsiteY161" fmla="*/ 68852 h 385244"/>
                <a:gd name="connsiteX162" fmla="*/ 124589 w 288522"/>
                <a:gd name="connsiteY162" fmla="*/ 68852 h 385244"/>
                <a:gd name="connsiteX163" fmla="*/ 127868 w 288522"/>
                <a:gd name="connsiteY163" fmla="*/ 70492 h 385244"/>
                <a:gd name="connsiteX164" fmla="*/ 132786 w 288522"/>
                <a:gd name="connsiteY164" fmla="*/ 67213 h 385244"/>
                <a:gd name="connsiteX165" fmla="*/ 136065 w 288522"/>
                <a:gd name="connsiteY165" fmla="*/ 70492 h 385244"/>
                <a:gd name="connsiteX166" fmla="*/ 139344 w 288522"/>
                <a:gd name="connsiteY166" fmla="*/ 72131 h 385244"/>
                <a:gd name="connsiteX167" fmla="*/ 142622 w 288522"/>
                <a:gd name="connsiteY167" fmla="*/ 72131 h 385244"/>
                <a:gd name="connsiteX168" fmla="*/ 144261 w 288522"/>
                <a:gd name="connsiteY168" fmla="*/ 75410 h 385244"/>
                <a:gd name="connsiteX169" fmla="*/ 149179 w 288522"/>
                <a:gd name="connsiteY169" fmla="*/ 75410 h 385244"/>
                <a:gd name="connsiteX170" fmla="*/ 149179 w 288522"/>
                <a:gd name="connsiteY170" fmla="*/ 75410 h 385244"/>
                <a:gd name="connsiteX171" fmla="*/ 152458 w 288522"/>
                <a:gd name="connsiteY171" fmla="*/ 77049 h 385244"/>
                <a:gd name="connsiteX172" fmla="*/ 155737 w 288522"/>
                <a:gd name="connsiteY172" fmla="*/ 75410 h 385244"/>
                <a:gd name="connsiteX173" fmla="*/ 155737 w 288522"/>
                <a:gd name="connsiteY173" fmla="*/ 75410 h 385244"/>
                <a:gd name="connsiteX174" fmla="*/ 160655 w 288522"/>
                <a:gd name="connsiteY174" fmla="*/ 77049 h 385244"/>
                <a:gd name="connsiteX175" fmla="*/ 163934 w 288522"/>
                <a:gd name="connsiteY175" fmla="*/ 78688 h 385244"/>
                <a:gd name="connsiteX176" fmla="*/ 167212 w 288522"/>
                <a:gd name="connsiteY176" fmla="*/ 77049 h 385244"/>
                <a:gd name="connsiteX177" fmla="*/ 172130 w 288522"/>
                <a:gd name="connsiteY177" fmla="*/ 78688 h 385244"/>
                <a:gd name="connsiteX178" fmla="*/ 175409 w 288522"/>
                <a:gd name="connsiteY178" fmla="*/ 78688 h 385244"/>
                <a:gd name="connsiteX179" fmla="*/ 178688 w 288522"/>
                <a:gd name="connsiteY179" fmla="*/ 81967 h 385244"/>
                <a:gd name="connsiteX180" fmla="*/ 181966 w 288522"/>
                <a:gd name="connsiteY180" fmla="*/ 83606 h 385244"/>
                <a:gd name="connsiteX181" fmla="*/ 186884 w 288522"/>
                <a:gd name="connsiteY181" fmla="*/ 86885 h 385244"/>
                <a:gd name="connsiteX182" fmla="*/ 188524 w 288522"/>
                <a:gd name="connsiteY182" fmla="*/ 90164 h 385244"/>
                <a:gd name="connsiteX183" fmla="*/ 190163 w 288522"/>
                <a:gd name="connsiteY183" fmla="*/ 91803 h 385244"/>
                <a:gd name="connsiteX184" fmla="*/ 191802 w 288522"/>
                <a:gd name="connsiteY184" fmla="*/ 90164 h 385244"/>
                <a:gd name="connsiteX185" fmla="*/ 193442 w 288522"/>
                <a:gd name="connsiteY185" fmla="*/ 86885 h 385244"/>
                <a:gd name="connsiteX186" fmla="*/ 191802 w 288522"/>
                <a:gd name="connsiteY186" fmla="*/ 81967 h 385244"/>
                <a:gd name="connsiteX187" fmla="*/ 191802 w 288522"/>
                <a:gd name="connsiteY187" fmla="*/ 78688 h 385244"/>
                <a:gd name="connsiteX188" fmla="*/ 190163 w 288522"/>
                <a:gd name="connsiteY188" fmla="*/ 75410 h 385244"/>
                <a:gd name="connsiteX189" fmla="*/ 191802 w 288522"/>
                <a:gd name="connsiteY189" fmla="*/ 70492 h 385244"/>
                <a:gd name="connsiteX190" fmla="*/ 191802 w 288522"/>
                <a:gd name="connsiteY190" fmla="*/ 67213 h 385244"/>
                <a:gd name="connsiteX191" fmla="*/ 195081 w 288522"/>
                <a:gd name="connsiteY191" fmla="*/ 67213 h 385244"/>
                <a:gd name="connsiteX192" fmla="*/ 196720 w 288522"/>
                <a:gd name="connsiteY192" fmla="*/ 63934 h 385244"/>
                <a:gd name="connsiteX193" fmla="*/ 198359 w 288522"/>
                <a:gd name="connsiteY193" fmla="*/ 60656 h 385244"/>
                <a:gd name="connsiteX194" fmla="*/ 199999 w 288522"/>
                <a:gd name="connsiteY194" fmla="*/ 55737 h 385244"/>
                <a:gd name="connsiteX195" fmla="*/ 201638 w 288522"/>
                <a:gd name="connsiteY195" fmla="*/ 52459 h 385244"/>
                <a:gd name="connsiteX196" fmla="*/ 203278 w 288522"/>
                <a:gd name="connsiteY196" fmla="*/ 49180 h 385244"/>
                <a:gd name="connsiteX197" fmla="*/ 204917 w 288522"/>
                <a:gd name="connsiteY197" fmla="*/ 44262 h 385244"/>
                <a:gd name="connsiteX198" fmla="*/ 206556 w 288522"/>
                <a:gd name="connsiteY198" fmla="*/ 40983 h 385244"/>
                <a:gd name="connsiteX199" fmla="*/ 206556 w 288522"/>
                <a:gd name="connsiteY199" fmla="*/ 37705 h 385244"/>
                <a:gd name="connsiteX200" fmla="*/ 204917 w 288522"/>
                <a:gd name="connsiteY200" fmla="*/ 34426 h 385244"/>
                <a:gd name="connsiteX201" fmla="*/ 206556 w 288522"/>
                <a:gd name="connsiteY201" fmla="*/ 29508 h 385244"/>
                <a:gd name="connsiteX202" fmla="*/ 206556 w 288522"/>
                <a:gd name="connsiteY202" fmla="*/ 26229 h 385244"/>
                <a:gd name="connsiteX203" fmla="*/ 208195 w 288522"/>
                <a:gd name="connsiteY203" fmla="*/ 22951 h 385244"/>
                <a:gd name="connsiteX204" fmla="*/ 208195 w 288522"/>
                <a:gd name="connsiteY204" fmla="*/ 18033 h 385244"/>
                <a:gd name="connsiteX205" fmla="*/ 209835 w 288522"/>
                <a:gd name="connsiteY205" fmla="*/ 14754 h 385244"/>
                <a:gd name="connsiteX206" fmla="*/ 209835 w 288522"/>
                <a:gd name="connsiteY206" fmla="*/ 13115 h 385244"/>
                <a:gd name="connsiteX207" fmla="*/ 211474 w 288522"/>
                <a:gd name="connsiteY207" fmla="*/ 9836 h 385244"/>
                <a:gd name="connsiteX208" fmla="*/ 216392 w 288522"/>
                <a:gd name="connsiteY208" fmla="*/ 8197 h 385244"/>
                <a:gd name="connsiteX209" fmla="*/ 219671 w 288522"/>
                <a:gd name="connsiteY209" fmla="*/ 9836 h 385244"/>
                <a:gd name="connsiteX210" fmla="*/ 222949 w 288522"/>
                <a:gd name="connsiteY210" fmla="*/ 8197 h 385244"/>
                <a:gd name="connsiteX211" fmla="*/ 226228 w 288522"/>
                <a:gd name="connsiteY211" fmla="*/ 8197 h 385244"/>
                <a:gd name="connsiteX212" fmla="*/ 231146 w 288522"/>
                <a:gd name="connsiteY212" fmla="*/ 6557 h 385244"/>
                <a:gd name="connsiteX213" fmla="*/ 234425 w 288522"/>
                <a:gd name="connsiteY213" fmla="*/ 6557 h 385244"/>
                <a:gd name="connsiteX214" fmla="*/ 237704 w 288522"/>
                <a:gd name="connsiteY214" fmla="*/ 4918 h 385244"/>
                <a:gd name="connsiteX215" fmla="*/ 242622 w 288522"/>
                <a:gd name="connsiteY215" fmla="*/ 1639 h 385244"/>
                <a:gd name="connsiteX216" fmla="*/ 244261 w 288522"/>
                <a:gd name="connsiteY216" fmla="*/ 0 h 385244"/>
                <a:gd name="connsiteX217" fmla="*/ 247539 w 288522"/>
                <a:gd name="connsiteY217" fmla="*/ 3279 h 385244"/>
                <a:gd name="connsiteX218" fmla="*/ 252458 w 288522"/>
                <a:gd name="connsiteY218" fmla="*/ 4918 h 385244"/>
                <a:gd name="connsiteX219" fmla="*/ 255736 w 288522"/>
                <a:gd name="connsiteY219" fmla="*/ 4918 h 385244"/>
                <a:gd name="connsiteX220" fmla="*/ 259015 w 288522"/>
                <a:gd name="connsiteY220" fmla="*/ 8197 h 385244"/>
                <a:gd name="connsiteX221" fmla="*/ 263933 w 288522"/>
                <a:gd name="connsiteY221" fmla="*/ 8197 h 385244"/>
                <a:gd name="connsiteX222" fmla="*/ 267212 w 288522"/>
                <a:gd name="connsiteY222" fmla="*/ 8197 h 385244"/>
                <a:gd name="connsiteX223" fmla="*/ 270491 w 288522"/>
                <a:gd name="connsiteY223" fmla="*/ 8197 h 385244"/>
                <a:gd name="connsiteX224" fmla="*/ 273769 w 288522"/>
                <a:gd name="connsiteY224" fmla="*/ 8197 h 385244"/>
                <a:gd name="connsiteX225" fmla="*/ 278687 w 288522"/>
                <a:gd name="connsiteY225" fmla="*/ 6557 h 385244"/>
                <a:gd name="connsiteX226" fmla="*/ 281966 w 288522"/>
                <a:gd name="connsiteY226" fmla="*/ 4918 h 385244"/>
                <a:gd name="connsiteX227" fmla="*/ 285245 w 288522"/>
                <a:gd name="connsiteY227" fmla="*/ 8197 h 385244"/>
                <a:gd name="connsiteX228" fmla="*/ 288523 w 288522"/>
                <a:gd name="connsiteY228" fmla="*/ 11476 h 385244"/>
                <a:gd name="connsiteX229" fmla="*/ 288523 w 288522"/>
                <a:gd name="connsiteY229" fmla="*/ 14754 h 385244"/>
                <a:gd name="connsiteX230" fmla="*/ 288523 w 288522"/>
                <a:gd name="connsiteY230" fmla="*/ 18033 h 385244"/>
                <a:gd name="connsiteX231" fmla="*/ 288523 w 288522"/>
                <a:gd name="connsiteY231" fmla="*/ 22951 h 385244"/>
                <a:gd name="connsiteX232" fmla="*/ 288523 w 288522"/>
                <a:gd name="connsiteY232" fmla="*/ 26229 h 385244"/>
                <a:gd name="connsiteX233" fmla="*/ 285245 w 288522"/>
                <a:gd name="connsiteY233" fmla="*/ 29508 h 385244"/>
                <a:gd name="connsiteX234" fmla="*/ 285245 w 288522"/>
                <a:gd name="connsiteY234" fmla="*/ 31147 h 385244"/>
                <a:gd name="connsiteX235" fmla="*/ 283605 w 288522"/>
                <a:gd name="connsiteY235" fmla="*/ 34426 h 385244"/>
                <a:gd name="connsiteX236" fmla="*/ 281966 w 288522"/>
                <a:gd name="connsiteY236" fmla="*/ 39344 h 385244"/>
                <a:gd name="connsiteX237" fmla="*/ 280326 w 288522"/>
                <a:gd name="connsiteY237" fmla="*/ 42623 h 385244"/>
                <a:gd name="connsiteX238" fmla="*/ 280326 w 288522"/>
                <a:gd name="connsiteY238" fmla="*/ 44262 h 385244"/>
                <a:gd name="connsiteX239" fmla="*/ 278687 w 288522"/>
                <a:gd name="connsiteY239" fmla="*/ 47541 h 385244"/>
                <a:gd name="connsiteX240" fmla="*/ 278687 w 288522"/>
                <a:gd name="connsiteY240" fmla="*/ 49180 h 385244"/>
                <a:gd name="connsiteX241" fmla="*/ 273769 w 288522"/>
                <a:gd name="connsiteY241" fmla="*/ 54098 h 385244"/>
                <a:gd name="connsiteX242" fmla="*/ 273769 w 288522"/>
                <a:gd name="connsiteY242" fmla="*/ 54098 h 385244"/>
                <a:gd name="connsiteX243" fmla="*/ 273769 w 288522"/>
                <a:gd name="connsiteY243" fmla="*/ 57377 h 385244"/>
                <a:gd name="connsiteX244" fmla="*/ 272130 w 288522"/>
                <a:gd name="connsiteY244" fmla="*/ 60656 h 385244"/>
                <a:gd name="connsiteX245" fmla="*/ 268851 w 288522"/>
                <a:gd name="connsiteY245" fmla="*/ 65573 h 385244"/>
                <a:gd name="connsiteX246" fmla="*/ 268851 w 288522"/>
                <a:gd name="connsiteY246" fmla="*/ 68852 h 385244"/>
                <a:gd name="connsiteX247" fmla="*/ 267212 w 288522"/>
                <a:gd name="connsiteY247" fmla="*/ 72131 h 385244"/>
                <a:gd name="connsiteX248" fmla="*/ 267212 w 288522"/>
                <a:gd name="connsiteY248" fmla="*/ 77049 h 385244"/>
                <a:gd name="connsiteX249" fmla="*/ 268851 w 288522"/>
                <a:gd name="connsiteY249" fmla="*/ 78688 h 385244"/>
                <a:gd name="connsiteX250" fmla="*/ 267212 w 288522"/>
                <a:gd name="connsiteY250" fmla="*/ 81967 h 385244"/>
                <a:gd name="connsiteX251" fmla="*/ 267212 w 288522"/>
                <a:gd name="connsiteY251" fmla="*/ 85246 h 385244"/>
                <a:gd name="connsiteX252" fmla="*/ 267212 w 288522"/>
                <a:gd name="connsiteY252" fmla="*/ 90164 h 385244"/>
                <a:gd name="connsiteX253" fmla="*/ 267212 w 288522"/>
                <a:gd name="connsiteY253" fmla="*/ 93442 h 385244"/>
                <a:gd name="connsiteX254" fmla="*/ 267212 w 288522"/>
                <a:gd name="connsiteY254" fmla="*/ 96721 h 385244"/>
                <a:gd name="connsiteX255" fmla="*/ 265572 w 288522"/>
                <a:gd name="connsiteY255" fmla="*/ 101639 h 385244"/>
                <a:gd name="connsiteX256" fmla="*/ 265572 w 288522"/>
                <a:gd name="connsiteY256" fmla="*/ 104917 h 385244"/>
                <a:gd name="connsiteX257" fmla="*/ 263933 w 288522"/>
                <a:gd name="connsiteY257" fmla="*/ 108196 h 385244"/>
                <a:gd name="connsiteX258" fmla="*/ 263933 w 288522"/>
                <a:gd name="connsiteY258" fmla="*/ 108196 h 385244"/>
                <a:gd name="connsiteX259" fmla="*/ 263933 w 288522"/>
                <a:gd name="connsiteY259" fmla="*/ 109836 h 385244"/>
                <a:gd name="connsiteX260" fmla="*/ 262294 w 288522"/>
                <a:gd name="connsiteY260" fmla="*/ 114754 h 385244"/>
                <a:gd name="connsiteX261" fmla="*/ 260654 w 288522"/>
                <a:gd name="connsiteY261" fmla="*/ 118032 h 385244"/>
                <a:gd name="connsiteX262" fmla="*/ 260654 w 288522"/>
                <a:gd name="connsiteY262" fmla="*/ 122950 h 385244"/>
                <a:gd name="connsiteX263" fmla="*/ 260654 w 288522"/>
                <a:gd name="connsiteY263" fmla="*/ 122950 h 385244"/>
                <a:gd name="connsiteX264" fmla="*/ 260654 w 288522"/>
                <a:gd name="connsiteY264" fmla="*/ 122950 h 385244"/>
                <a:gd name="connsiteX265" fmla="*/ 260654 w 288522"/>
                <a:gd name="connsiteY265" fmla="*/ 127869 h 385244"/>
                <a:gd name="connsiteX266" fmla="*/ 260654 w 288522"/>
                <a:gd name="connsiteY266" fmla="*/ 129508 h 385244"/>
                <a:gd name="connsiteX267" fmla="*/ 260654 w 288522"/>
                <a:gd name="connsiteY267" fmla="*/ 132786 h 385244"/>
                <a:gd name="connsiteX268" fmla="*/ 260654 w 288522"/>
                <a:gd name="connsiteY268" fmla="*/ 132786 h 385244"/>
                <a:gd name="connsiteX269" fmla="*/ 260654 w 288522"/>
                <a:gd name="connsiteY269" fmla="*/ 137704 h 385244"/>
                <a:gd name="connsiteX270" fmla="*/ 262294 w 288522"/>
                <a:gd name="connsiteY270" fmla="*/ 140983 h 385244"/>
                <a:gd name="connsiteX271" fmla="*/ 263933 w 288522"/>
                <a:gd name="connsiteY271" fmla="*/ 144262 h 385244"/>
                <a:gd name="connsiteX272" fmla="*/ 262294 w 288522"/>
                <a:gd name="connsiteY272" fmla="*/ 149180 h 385244"/>
                <a:gd name="connsiteX273" fmla="*/ 262294 w 288522"/>
                <a:gd name="connsiteY273" fmla="*/ 149180 h 385244"/>
                <a:gd name="connsiteX274" fmla="*/ 260654 w 288522"/>
                <a:gd name="connsiteY274" fmla="*/ 152459 h 385244"/>
                <a:gd name="connsiteX275" fmla="*/ 257376 w 288522"/>
                <a:gd name="connsiteY275" fmla="*/ 155737 h 385244"/>
                <a:gd name="connsiteX276" fmla="*/ 257376 w 288522"/>
                <a:gd name="connsiteY276" fmla="*/ 160655 h 385244"/>
                <a:gd name="connsiteX277" fmla="*/ 255736 w 288522"/>
                <a:gd name="connsiteY277" fmla="*/ 163934 h 385244"/>
                <a:gd name="connsiteX278" fmla="*/ 255736 w 288522"/>
                <a:gd name="connsiteY278" fmla="*/ 163934 h 385244"/>
                <a:gd name="connsiteX279" fmla="*/ 254097 w 288522"/>
                <a:gd name="connsiteY279" fmla="*/ 168852 h 385244"/>
                <a:gd name="connsiteX280" fmla="*/ 254097 w 288522"/>
                <a:gd name="connsiteY280" fmla="*/ 172130 h 385244"/>
                <a:gd name="connsiteX281" fmla="*/ 254097 w 288522"/>
                <a:gd name="connsiteY281" fmla="*/ 175409 h 385244"/>
                <a:gd name="connsiteX282" fmla="*/ 254097 w 288522"/>
                <a:gd name="connsiteY282" fmla="*/ 178688 h 385244"/>
                <a:gd name="connsiteX283" fmla="*/ 254097 w 288522"/>
                <a:gd name="connsiteY283" fmla="*/ 181966 h 385244"/>
                <a:gd name="connsiteX284" fmla="*/ 254097 w 288522"/>
                <a:gd name="connsiteY284" fmla="*/ 186884 h 385244"/>
                <a:gd name="connsiteX285" fmla="*/ 254097 w 288522"/>
                <a:gd name="connsiteY285" fmla="*/ 188524 h 385244"/>
                <a:gd name="connsiteX286" fmla="*/ 252458 w 288522"/>
                <a:gd name="connsiteY286" fmla="*/ 191803 h 385244"/>
                <a:gd name="connsiteX287" fmla="*/ 249179 w 288522"/>
                <a:gd name="connsiteY287" fmla="*/ 195081 h 385244"/>
                <a:gd name="connsiteX288" fmla="*/ 247539 w 288522"/>
                <a:gd name="connsiteY288" fmla="*/ 198360 h 385244"/>
                <a:gd name="connsiteX289" fmla="*/ 244261 w 288522"/>
                <a:gd name="connsiteY289" fmla="*/ 201639 h 385244"/>
                <a:gd name="connsiteX290" fmla="*/ 242622 w 288522"/>
                <a:gd name="connsiteY290" fmla="*/ 206557 h 385244"/>
                <a:gd name="connsiteX291" fmla="*/ 237704 w 288522"/>
                <a:gd name="connsiteY291" fmla="*/ 209835 h 385244"/>
                <a:gd name="connsiteX292" fmla="*/ 234425 w 288522"/>
                <a:gd name="connsiteY292" fmla="*/ 211474 h 385244"/>
                <a:gd name="connsiteX293" fmla="*/ 231146 w 288522"/>
                <a:gd name="connsiteY293" fmla="*/ 211474 h 385244"/>
                <a:gd name="connsiteX294" fmla="*/ 226228 w 288522"/>
                <a:gd name="connsiteY294" fmla="*/ 214753 h 385244"/>
                <a:gd name="connsiteX295" fmla="*/ 222949 w 288522"/>
                <a:gd name="connsiteY295" fmla="*/ 218032 h 385244"/>
                <a:gd name="connsiteX296" fmla="*/ 219671 w 288522"/>
                <a:gd name="connsiteY296" fmla="*/ 221310 h 385244"/>
                <a:gd name="connsiteX297" fmla="*/ 218032 w 288522"/>
                <a:gd name="connsiteY297" fmla="*/ 224589 h 385244"/>
                <a:gd name="connsiteX298" fmla="*/ 216392 w 288522"/>
                <a:gd name="connsiteY298" fmla="*/ 229507 h 385244"/>
                <a:gd name="connsiteX299" fmla="*/ 214753 w 288522"/>
                <a:gd name="connsiteY299" fmla="*/ 232786 h 385244"/>
                <a:gd name="connsiteX300" fmla="*/ 213114 w 288522"/>
                <a:gd name="connsiteY300" fmla="*/ 234425 h 385244"/>
                <a:gd name="connsiteX301" fmla="*/ 211474 w 288522"/>
                <a:gd name="connsiteY301" fmla="*/ 239343 h 385244"/>
                <a:gd name="connsiteX302" fmla="*/ 209835 w 288522"/>
                <a:gd name="connsiteY302" fmla="*/ 242622 h 385244"/>
                <a:gd name="connsiteX303" fmla="*/ 208195 w 288522"/>
                <a:gd name="connsiteY303" fmla="*/ 245901 h 385244"/>
                <a:gd name="connsiteX304" fmla="*/ 208195 w 288522"/>
                <a:gd name="connsiteY304" fmla="*/ 247540 h 385244"/>
                <a:gd name="connsiteX305" fmla="*/ 204917 w 288522"/>
                <a:gd name="connsiteY305" fmla="*/ 250819 h 385244"/>
                <a:gd name="connsiteX306" fmla="*/ 201638 w 288522"/>
                <a:gd name="connsiteY306" fmla="*/ 254097 h 385244"/>
                <a:gd name="connsiteX307" fmla="*/ 198359 w 288522"/>
                <a:gd name="connsiteY307" fmla="*/ 257376 h 385244"/>
                <a:gd name="connsiteX308" fmla="*/ 195081 w 288522"/>
                <a:gd name="connsiteY308" fmla="*/ 260654 h 385244"/>
                <a:gd name="connsiteX309" fmla="*/ 195081 w 288522"/>
                <a:gd name="connsiteY309" fmla="*/ 265573 h 385244"/>
                <a:gd name="connsiteX310" fmla="*/ 195081 w 288522"/>
                <a:gd name="connsiteY310" fmla="*/ 268851 h 385244"/>
                <a:gd name="connsiteX311" fmla="*/ 195081 w 288522"/>
                <a:gd name="connsiteY311" fmla="*/ 272130 h 385244"/>
                <a:gd name="connsiteX312" fmla="*/ 195081 w 288522"/>
                <a:gd name="connsiteY312" fmla="*/ 277048 h 385244"/>
                <a:gd name="connsiteX313" fmla="*/ 196720 w 288522"/>
                <a:gd name="connsiteY313" fmla="*/ 280327 h 385244"/>
                <a:gd name="connsiteX314" fmla="*/ 195081 w 288522"/>
                <a:gd name="connsiteY314" fmla="*/ 283606 h 385244"/>
                <a:gd name="connsiteX315" fmla="*/ 195081 w 288522"/>
                <a:gd name="connsiteY315" fmla="*/ 288523 h 385244"/>
                <a:gd name="connsiteX316" fmla="*/ 195081 w 288522"/>
                <a:gd name="connsiteY316" fmla="*/ 291802 h 385244"/>
                <a:gd name="connsiteX317" fmla="*/ 195081 w 288522"/>
                <a:gd name="connsiteY317" fmla="*/ 295081 h 385244"/>
                <a:gd name="connsiteX318" fmla="*/ 195081 w 288522"/>
                <a:gd name="connsiteY318" fmla="*/ 298359 h 385244"/>
                <a:gd name="connsiteX319" fmla="*/ 195081 w 288522"/>
                <a:gd name="connsiteY319" fmla="*/ 299999 h 385244"/>
                <a:gd name="connsiteX320" fmla="*/ 195081 w 288522"/>
                <a:gd name="connsiteY320" fmla="*/ 303277 h 385244"/>
                <a:gd name="connsiteX321" fmla="*/ 195081 w 288522"/>
                <a:gd name="connsiteY321" fmla="*/ 304917 h 385244"/>
                <a:gd name="connsiteX322" fmla="*/ 195081 w 288522"/>
                <a:gd name="connsiteY322" fmla="*/ 309835 h 385244"/>
                <a:gd name="connsiteX323" fmla="*/ 195081 w 288522"/>
                <a:gd name="connsiteY323" fmla="*/ 313113 h 385244"/>
                <a:gd name="connsiteX324" fmla="*/ 193442 w 288522"/>
                <a:gd name="connsiteY324" fmla="*/ 316392 h 385244"/>
                <a:gd name="connsiteX325" fmla="*/ 191802 w 288522"/>
                <a:gd name="connsiteY325" fmla="*/ 321310 h 385244"/>
                <a:gd name="connsiteX326" fmla="*/ 188524 w 288522"/>
                <a:gd name="connsiteY326" fmla="*/ 324589 h 385244"/>
                <a:gd name="connsiteX327" fmla="*/ 188524 w 288522"/>
                <a:gd name="connsiteY327" fmla="*/ 327867 h 385244"/>
                <a:gd name="connsiteX328" fmla="*/ 186884 w 288522"/>
                <a:gd name="connsiteY328" fmla="*/ 332786 h 385244"/>
                <a:gd name="connsiteX329" fmla="*/ 185245 w 288522"/>
                <a:gd name="connsiteY329" fmla="*/ 336064 h 385244"/>
                <a:gd name="connsiteX330" fmla="*/ 183605 w 288522"/>
                <a:gd name="connsiteY330" fmla="*/ 339343 h 385244"/>
                <a:gd name="connsiteX331" fmla="*/ 178688 w 288522"/>
                <a:gd name="connsiteY331" fmla="*/ 340982 h 385244"/>
                <a:gd name="connsiteX332" fmla="*/ 175409 w 288522"/>
                <a:gd name="connsiteY332" fmla="*/ 340982 h 385244"/>
                <a:gd name="connsiteX333" fmla="*/ 172130 w 288522"/>
                <a:gd name="connsiteY333" fmla="*/ 342621 h 385244"/>
                <a:gd name="connsiteX334" fmla="*/ 168851 w 288522"/>
                <a:gd name="connsiteY334" fmla="*/ 345900 h 385244"/>
                <a:gd name="connsiteX335" fmla="*/ 167212 w 288522"/>
                <a:gd name="connsiteY335" fmla="*/ 347540 h 385244"/>
                <a:gd name="connsiteX336" fmla="*/ 167212 w 288522"/>
                <a:gd name="connsiteY336" fmla="*/ 349179 h 385244"/>
                <a:gd name="connsiteX337" fmla="*/ 167212 w 288522"/>
                <a:gd name="connsiteY337" fmla="*/ 352457 h 385244"/>
                <a:gd name="connsiteX338" fmla="*/ 162294 w 288522"/>
                <a:gd name="connsiteY338" fmla="*/ 354097 h 385244"/>
                <a:gd name="connsiteX339" fmla="*/ 162294 w 288522"/>
                <a:gd name="connsiteY339" fmla="*/ 354097 h 385244"/>
                <a:gd name="connsiteX340" fmla="*/ 159015 w 288522"/>
                <a:gd name="connsiteY340" fmla="*/ 354097 h 385244"/>
                <a:gd name="connsiteX341" fmla="*/ 159015 w 288522"/>
                <a:gd name="connsiteY341" fmla="*/ 354097 h 385244"/>
                <a:gd name="connsiteX342" fmla="*/ 157376 w 288522"/>
                <a:gd name="connsiteY342" fmla="*/ 355736 h 385244"/>
                <a:gd name="connsiteX343" fmla="*/ 155737 w 288522"/>
                <a:gd name="connsiteY343" fmla="*/ 359015 h 385244"/>
                <a:gd name="connsiteX344" fmla="*/ 154098 w 288522"/>
                <a:gd name="connsiteY344" fmla="*/ 360654 h 385244"/>
                <a:gd name="connsiteX345" fmla="*/ 152458 w 288522"/>
                <a:gd name="connsiteY345" fmla="*/ 363933 h 385244"/>
                <a:gd name="connsiteX346" fmla="*/ 149179 w 288522"/>
                <a:gd name="connsiteY346" fmla="*/ 367211 h 385244"/>
                <a:gd name="connsiteX347" fmla="*/ 149179 w 288522"/>
                <a:gd name="connsiteY347" fmla="*/ 367211 h 385244"/>
                <a:gd name="connsiteX348" fmla="*/ 145901 w 288522"/>
                <a:gd name="connsiteY348" fmla="*/ 370490 h 385244"/>
                <a:gd name="connsiteX349" fmla="*/ 142622 w 288522"/>
                <a:gd name="connsiteY349" fmla="*/ 375408 h 385244"/>
                <a:gd name="connsiteX350" fmla="*/ 139344 w 288522"/>
                <a:gd name="connsiteY350" fmla="*/ 378687 h 385244"/>
                <a:gd name="connsiteX351" fmla="*/ 136065 w 288522"/>
                <a:gd name="connsiteY351" fmla="*/ 381966 h 385244"/>
                <a:gd name="connsiteX352" fmla="*/ 132786 w 288522"/>
                <a:gd name="connsiteY352" fmla="*/ 380326 h 385244"/>
                <a:gd name="connsiteX353" fmla="*/ 129508 w 288522"/>
                <a:gd name="connsiteY353" fmla="*/ 378687 h 385244"/>
                <a:gd name="connsiteX354" fmla="*/ 126229 w 288522"/>
                <a:gd name="connsiteY354" fmla="*/ 380326 h 385244"/>
                <a:gd name="connsiteX355" fmla="*/ 126229 w 288522"/>
                <a:gd name="connsiteY355" fmla="*/ 380326 h 385244"/>
                <a:gd name="connsiteX356" fmla="*/ 126229 w 288522"/>
                <a:gd name="connsiteY356" fmla="*/ 377047 h 385244"/>
                <a:gd name="connsiteX357" fmla="*/ 126229 w 288522"/>
                <a:gd name="connsiteY357" fmla="*/ 372130 h 385244"/>
                <a:gd name="connsiteX358" fmla="*/ 124589 w 288522"/>
                <a:gd name="connsiteY358" fmla="*/ 368851 h 385244"/>
                <a:gd name="connsiteX359" fmla="*/ 124589 w 288522"/>
                <a:gd name="connsiteY359" fmla="*/ 365572 h 385244"/>
                <a:gd name="connsiteX360" fmla="*/ 126229 w 288522"/>
                <a:gd name="connsiteY360" fmla="*/ 363933 h 385244"/>
                <a:gd name="connsiteX361" fmla="*/ 129508 w 288522"/>
                <a:gd name="connsiteY361" fmla="*/ 360654 h 385244"/>
                <a:gd name="connsiteX362" fmla="*/ 126229 w 288522"/>
                <a:gd name="connsiteY362" fmla="*/ 357376 h 385244"/>
                <a:gd name="connsiteX363" fmla="*/ 122950 w 288522"/>
                <a:gd name="connsiteY363" fmla="*/ 354097 h 385244"/>
                <a:gd name="connsiteX364" fmla="*/ 118032 w 288522"/>
                <a:gd name="connsiteY364" fmla="*/ 357376 h 385244"/>
                <a:gd name="connsiteX365" fmla="*/ 114754 w 288522"/>
                <a:gd name="connsiteY365" fmla="*/ 359015 h 385244"/>
                <a:gd name="connsiteX366" fmla="*/ 111475 w 288522"/>
                <a:gd name="connsiteY366" fmla="*/ 360654 h 385244"/>
                <a:gd name="connsiteX367" fmla="*/ 108196 w 288522"/>
                <a:gd name="connsiteY367" fmla="*/ 362294 h 385244"/>
                <a:gd name="connsiteX368" fmla="*/ 106557 w 288522"/>
                <a:gd name="connsiteY368" fmla="*/ 362294 h 385244"/>
                <a:gd name="connsiteX369" fmla="*/ 103278 w 288522"/>
                <a:gd name="connsiteY369" fmla="*/ 360654 h 385244"/>
                <a:gd name="connsiteX370" fmla="*/ 99999 w 288522"/>
                <a:gd name="connsiteY370" fmla="*/ 363933 h 385244"/>
                <a:gd name="connsiteX371" fmla="*/ 99999 w 288522"/>
                <a:gd name="connsiteY371" fmla="*/ 367211 h 385244"/>
                <a:gd name="connsiteX372" fmla="*/ 99999 w 288522"/>
                <a:gd name="connsiteY372" fmla="*/ 370490 h 385244"/>
                <a:gd name="connsiteX373" fmla="*/ 95081 w 288522"/>
                <a:gd name="connsiteY373" fmla="*/ 373769 h 385244"/>
                <a:gd name="connsiteX374" fmla="*/ 93442 w 288522"/>
                <a:gd name="connsiteY374" fmla="*/ 375408 h 385244"/>
                <a:gd name="connsiteX375" fmla="*/ 90164 w 288522"/>
                <a:gd name="connsiteY375" fmla="*/ 377047 h 385244"/>
                <a:gd name="connsiteX376" fmla="*/ 86885 w 288522"/>
                <a:gd name="connsiteY376" fmla="*/ 380326 h 385244"/>
                <a:gd name="connsiteX377" fmla="*/ 86885 w 288522"/>
                <a:gd name="connsiteY377" fmla="*/ 377047 h 385244"/>
                <a:gd name="connsiteX378" fmla="*/ 81967 w 288522"/>
                <a:gd name="connsiteY378" fmla="*/ 373769 h 385244"/>
                <a:gd name="connsiteX379" fmla="*/ 78688 w 288522"/>
                <a:gd name="connsiteY379" fmla="*/ 370490 h 385244"/>
                <a:gd name="connsiteX380" fmla="*/ 77049 w 288522"/>
                <a:gd name="connsiteY380" fmla="*/ 367211 h 385244"/>
                <a:gd name="connsiteX381" fmla="*/ 75409 w 288522"/>
                <a:gd name="connsiteY381" fmla="*/ 368851 h 385244"/>
                <a:gd name="connsiteX382" fmla="*/ 72131 w 288522"/>
                <a:gd name="connsiteY382" fmla="*/ 365572 h 385244"/>
                <a:gd name="connsiteX383" fmla="*/ 68852 w 288522"/>
                <a:gd name="connsiteY383" fmla="*/ 362294 h 385244"/>
                <a:gd name="connsiteX384" fmla="*/ 67212 w 288522"/>
                <a:gd name="connsiteY384" fmla="*/ 360654 h 385244"/>
                <a:gd name="connsiteX385" fmla="*/ 63934 w 288522"/>
                <a:gd name="connsiteY385" fmla="*/ 359015 h 385244"/>
                <a:gd name="connsiteX386" fmla="*/ 62295 w 288522"/>
                <a:gd name="connsiteY386" fmla="*/ 359015 h 385244"/>
                <a:gd name="connsiteX387" fmla="*/ 60655 w 288522"/>
                <a:gd name="connsiteY387" fmla="*/ 362294 h 385244"/>
                <a:gd name="connsiteX388" fmla="*/ 59016 w 288522"/>
                <a:gd name="connsiteY388" fmla="*/ 365572 h 385244"/>
                <a:gd name="connsiteX389" fmla="*/ 57377 w 288522"/>
                <a:gd name="connsiteY389" fmla="*/ 365572 h 385244"/>
                <a:gd name="connsiteX390" fmla="*/ 54098 w 288522"/>
                <a:gd name="connsiteY390" fmla="*/ 367211 h 385244"/>
                <a:gd name="connsiteX391" fmla="*/ 49180 w 288522"/>
                <a:gd name="connsiteY391" fmla="*/ 367211 h 385244"/>
                <a:gd name="connsiteX392" fmla="*/ 47541 w 288522"/>
                <a:gd name="connsiteY392" fmla="*/ 372130 h 385244"/>
                <a:gd name="connsiteX393" fmla="*/ 45901 w 288522"/>
                <a:gd name="connsiteY393" fmla="*/ 375408 h 385244"/>
                <a:gd name="connsiteX394" fmla="*/ 44262 w 288522"/>
                <a:gd name="connsiteY394" fmla="*/ 377047 h 385244"/>
                <a:gd name="connsiteX395" fmla="*/ 40983 w 288522"/>
                <a:gd name="connsiteY395" fmla="*/ 378687 h 385244"/>
                <a:gd name="connsiteX396" fmla="*/ 39344 w 288522"/>
                <a:gd name="connsiteY396" fmla="*/ 381966 h 385244"/>
                <a:gd name="connsiteX397" fmla="*/ 34426 w 288522"/>
                <a:gd name="connsiteY397" fmla="*/ 385244 h 385244"/>
                <a:gd name="connsiteX398" fmla="*/ 34426 w 288522"/>
                <a:gd name="connsiteY398" fmla="*/ 385244 h 385244"/>
                <a:gd name="connsiteX399" fmla="*/ 32787 w 288522"/>
                <a:gd name="connsiteY399" fmla="*/ 385244 h 385244"/>
                <a:gd name="connsiteX400" fmla="*/ 31147 w 288522"/>
                <a:gd name="connsiteY400" fmla="*/ 383605 h 385244"/>
                <a:gd name="connsiteX401" fmla="*/ 29508 w 288522"/>
                <a:gd name="connsiteY401" fmla="*/ 380326 h 385244"/>
                <a:gd name="connsiteX402" fmla="*/ 26229 w 288522"/>
                <a:gd name="connsiteY402" fmla="*/ 377047 h 385244"/>
                <a:gd name="connsiteX403" fmla="*/ 26229 w 288522"/>
                <a:gd name="connsiteY403" fmla="*/ 372130 h 385244"/>
                <a:gd name="connsiteX404" fmla="*/ 24590 w 288522"/>
                <a:gd name="connsiteY404" fmla="*/ 368851 h 385244"/>
                <a:gd name="connsiteX405" fmla="*/ 24590 w 288522"/>
                <a:gd name="connsiteY405" fmla="*/ 365572 h 385244"/>
                <a:gd name="connsiteX406" fmla="*/ 21311 w 288522"/>
                <a:gd name="connsiteY406" fmla="*/ 360654 h 385244"/>
                <a:gd name="connsiteX407" fmla="*/ 19672 w 288522"/>
                <a:gd name="connsiteY407" fmla="*/ 359015 h 385244"/>
                <a:gd name="connsiteX408" fmla="*/ 16393 w 288522"/>
                <a:gd name="connsiteY408" fmla="*/ 355736 h 385244"/>
                <a:gd name="connsiteX409" fmla="*/ 11475 w 288522"/>
                <a:gd name="connsiteY409" fmla="*/ 352457 h 385244"/>
                <a:gd name="connsiteX410" fmla="*/ 8197 w 288522"/>
                <a:gd name="connsiteY410" fmla="*/ 349179 h 385244"/>
                <a:gd name="connsiteX411" fmla="*/ 8197 w 288522"/>
                <a:gd name="connsiteY411" fmla="*/ 344261 h 385244"/>
                <a:gd name="connsiteX412" fmla="*/ 3278 w 288522"/>
                <a:gd name="connsiteY412" fmla="*/ 340982 h 385244"/>
                <a:gd name="connsiteX413" fmla="*/ 0 w 288522"/>
                <a:gd name="connsiteY413" fmla="*/ 337703 h 38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</a:cxnLst>
              <a:rect l="l" t="t" r="r" b="b"/>
              <a:pathLst>
                <a:path w="288522" h="385244">
                  <a:moveTo>
                    <a:pt x="0" y="337703"/>
                  </a:moveTo>
                  <a:lnTo>
                    <a:pt x="1639" y="334425"/>
                  </a:lnTo>
                  <a:lnTo>
                    <a:pt x="1639" y="331146"/>
                  </a:lnTo>
                  <a:lnTo>
                    <a:pt x="3278" y="327867"/>
                  </a:lnTo>
                  <a:lnTo>
                    <a:pt x="8197" y="324589"/>
                  </a:lnTo>
                  <a:lnTo>
                    <a:pt x="11475" y="322950"/>
                  </a:lnTo>
                  <a:lnTo>
                    <a:pt x="13114" y="319671"/>
                  </a:lnTo>
                  <a:lnTo>
                    <a:pt x="18032" y="321310"/>
                  </a:lnTo>
                  <a:lnTo>
                    <a:pt x="19672" y="324589"/>
                  </a:lnTo>
                  <a:lnTo>
                    <a:pt x="22951" y="327867"/>
                  </a:lnTo>
                  <a:lnTo>
                    <a:pt x="27868" y="327867"/>
                  </a:lnTo>
                  <a:lnTo>
                    <a:pt x="27868" y="327867"/>
                  </a:lnTo>
                  <a:lnTo>
                    <a:pt x="29508" y="324589"/>
                  </a:lnTo>
                  <a:lnTo>
                    <a:pt x="27868" y="321310"/>
                  </a:lnTo>
                  <a:lnTo>
                    <a:pt x="29508" y="318031"/>
                  </a:lnTo>
                  <a:lnTo>
                    <a:pt x="31147" y="313113"/>
                  </a:lnTo>
                  <a:lnTo>
                    <a:pt x="29508" y="309835"/>
                  </a:lnTo>
                  <a:lnTo>
                    <a:pt x="26229" y="306556"/>
                  </a:lnTo>
                  <a:lnTo>
                    <a:pt x="21311" y="304917"/>
                  </a:lnTo>
                  <a:lnTo>
                    <a:pt x="21311" y="304917"/>
                  </a:lnTo>
                  <a:lnTo>
                    <a:pt x="21311" y="299999"/>
                  </a:lnTo>
                  <a:lnTo>
                    <a:pt x="26229" y="298359"/>
                  </a:lnTo>
                  <a:lnTo>
                    <a:pt x="24590" y="296720"/>
                  </a:lnTo>
                  <a:lnTo>
                    <a:pt x="21311" y="293441"/>
                  </a:lnTo>
                  <a:lnTo>
                    <a:pt x="19672" y="288523"/>
                  </a:lnTo>
                  <a:lnTo>
                    <a:pt x="14754" y="288523"/>
                  </a:lnTo>
                  <a:lnTo>
                    <a:pt x="14754" y="288523"/>
                  </a:lnTo>
                  <a:lnTo>
                    <a:pt x="18032" y="285244"/>
                  </a:lnTo>
                  <a:lnTo>
                    <a:pt x="19672" y="280327"/>
                  </a:lnTo>
                  <a:lnTo>
                    <a:pt x="19672" y="278687"/>
                  </a:lnTo>
                  <a:lnTo>
                    <a:pt x="18032" y="275409"/>
                  </a:lnTo>
                  <a:lnTo>
                    <a:pt x="18032" y="270491"/>
                  </a:lnTo>
                  <a:lnTo>
                    <a:pt x="16393" y="267212"/>
                  </a:lnTo>
                  <a:lnTo>
                    <a:pt x="21311" y="268851"/>
                  </a:lnTo>
                  <a:lnTo>
                    <a:pt x="24590" y="270491"/>
                  </a:lnTo>
                  <a:lnTo>
                    <a:pt x="27868" y="268851"/>
                  </a:lnTo>
                  <a:lnTo>
                    <a:pt x="32787" y="267212"/>
                  </a:lnTo>
                  <a:lnTo>
                    <a:pt x="34426" y="272130"/>
                  </a:lnTo>
                  <a:lnTo>
                    <a:pt x="50819" y="267212"/>
                  </a:lnTo>
                  <a:lnTo>
                    <a:pt x="50819" y="267212"/>
                  </a:lnTo>
                  <a:lnTo>
                    <a:pt x="52458" y="262294"/>
                  </a:lnTo>
                  <a:lnTo>
                    <a:pt x="52458" y="259016"/>
                  </a:lnTo>
                  <a:lnTo>
                    <a:pt x="50819" y="255737"/>
                  </a:lnTo>
                  <a:lnTo>
                    <a:pt x="50819" y="250819"/>
                  </a:lnTo>
                  <a:lnTo>
                    <a:pt x="50819" y="247540"/>
                  </a:lnTo>
                  <a:lnTo>
                    <a:pt x="54098" y="245901"/>
                  </a:lnTo>
                  <a:lnTo>
                    <a:pt x="57377" y="245901"/>
                  </a:lnTo>
                  <a:lnTo>
                    <a:pt x="62295" y="247540"/>
                  </a:lnTo>
                  <a:lnTo>
                    <a:pt x="65573" y="249179"/>
                  </a:lnTo>
                  <a:lnTo>
                    <a:pt x="65573" y="254097"/>
                  </a:lnTo>
                  <a:lnTo>
                    <a:pt x="67212" y="257376"/>
                  </a:lnTo>
                  <a:lnTo>
                    <a:pt x="68852" y="257376"/>
                  </a:lnTo>
                  <a:lnTo>
                    <a:pt x="70491" y="262294"/>
                  </a:lnTo>
                  <a:lnTo>
                    <a:pt x="72131" y="265573"/>
                  </a:lnTo>
                  <a:lnTo>
                    <a:pt x="72131" y="268851"/>
                  </a:lnTo>
                  <a:lnTo>
                    <a:pt x="75409" y="268851"/>
                  </a:lnTo>
                  <a:lnTo>
                    <a:pt x="78688" y="268851"/>
                  </a:lnTo>
                  <a:lnTo>
                    <a:pt x="81967" y="270491"/>
                  </a:lnTo>
                  <a:lnTo>
                    <a:pt x="85245" y="272130"/>
                  </a:lnTo>
                  <a:lnTo>
                    <a:pt x="90164" y="272130"/>
                  </a:lnTo>
                  <a:lnTo>
                    <a:pt x="93442" y="268851"/>
                  </a:lnTo>
                  <a:lnTo>
                    <a:pt x="96721" y="265573"/>
                  </a:lnTo>
                  <a:lnTo>
                    <a:pt x="96721" y="263933"/>
                  </a:lnTo>
                  <a:lnTo>
                    <a:pt x="99999" y="260654"/>
                  </a:lnTo>
                  <a:lnTo>
                    <a:pt x="101639" y="257376"/>
                  </a:lnTo>
                  <a:lnTo>
                    <a:pt x="103278" y="260654"/>
                  </a:lnTo>
                  <a:lnTo>
                    <a:pt x="104917" y="263933"/>
                  </a:lnTo>
                  <a:lnTo>
                    <a:pt x="106557" y="267212"/>
                  </a:lnTo>
                  <a:lnTo>
                    <a:pt x="106557" y="270491"/>
                  </a:lnTo>
                  <a:lnTo>
                    <a:pt x="106557" y="275409"/>
                  </a:lnTo>
                  <a:lnTo>
                    <a:pt x="111475" y="275409"/>
                  </a:lnTo>
                  <a:lnTo>
                    <a:pt x="114754" y="275409"/>
                  </a:lnTo>
                  <a:lnTo>
                    <a:pt x="114754" y="273769"/>
                  </a:lnTo>
                  <a:lnTo>
                    <a:pt x="116393" y="270491"/>
                  </a:lnTo>
                  <a:lnTo>
                    <a:pt x="119671" y="267212"/>
                  </a:lnTo>
                  <a:lnTo>
                    <a:pt x="116393" y="262294"/>
                  </a:lnTo>
                  <a:lnTo>
                    <a:pt x="119671" y="259016"/>
                  </a:lnTo>
                  <a:lnTo>
                    <a:pt x="121311" y="255737"/>
                  </a:lnTo>
                  <a:lnTo>
                    <a:pt x="121311" y="250819"/>
                  </a:lnTo>
                  <a:lnTo>
                    <a:pt x="124589" y="249179"/>
                  </a:lnTo>
                  <a:lnTo>
                    <a:pt x="126229" y="247540"/>
                  </a:lnTo>
                  <a:lnTo>
                    <a:pt x="126229" y="242622"/>
                  </a:lnTo>
                  <a:lnTo>
                    <a:pt x="127868" y="239343"/>
                  </a:lnTo>
                  <a:lnTo>
                    <a:pt x="124589" y="236064"/>
                  </a:lnTo>
                  <a:lnTo>
                    <a:pt x="129508" y="232786"/>
                  </a:lnTo>
                  <a:lnTo>
                    <a:pt x="127868" y="229507"/>
                  </a:lnTo>
                  <a:lnTo>
                    <a:pt x="129508" y="226229"/>
                  </a:lnTo>
                  <a:lnTo>
                    <a:pt x="127868" y="221310"/>
                  </a:lnTo>
                  <a:lnTo>
                    <a:pt x="129508" y="218032"/>
                  </a:lnTo>
                  <a:lnTo>
                    <a:pt x="127868" y="214753"/>
                  </a:lnTo>
                  <a:lnTo>
                    <a:pt x="126229" y="209835"/>
                  </a:lnTo>
                  <a:lnTo>
                    <a:pt x="126229" y="206557"/>
                  </a:lnTo>
                  <a:lnTo>
                    <a:pt x="127868" y="203278"/>
                  </a:lnTo>
                  <a:lnTo>
                    <a:pt x="127868" y="199999"/>
                  </a:lnTo>
                  <a:lnTo>
                    <a:pt x="129508" y="195081"/>
                  </a:lnTo>
                  <a:lnTo>
                    <a:pt x="129508" y="191803"/>
                  </a:lnTo>
                  <a:lnTo>
                    <a:pt x="127868" y="188524"/>
                  </a:lnTo>
                  <a:lnTo>
                    <a:pt x="124589" y="185245"/>
                  </a:lnTo>
                  <a:lnTo>
                    <a:pt x="121311" y="183606"/>
                  </a:lnTo>
                  <a:lnTo>
                    <a:pt x="118032" y="183606"/>
                  </a:lnTo>
                  <a:lnTo>
                    <a:pt x="116393" y="180327"/>
                  </a:lnTo>
                  <a:lnTo>
                    <a:pt x="114754" y="177049"/>
                  </a:lnTo>
                  <a:lnTo>
                    <a:pt x="109835" y="177049"/>
                  </a:lnTo>
                  <a:lnTo>
                    <a:pt x="106557" y="177049"/>
                  </a:lnTo>
                  <a:lnTo>
                    <a:pt x="104917" y="172130"/>
                  </a:lnTo>
                  <a:lnTo>
                    <a:pt x="106557" y="168852"/>
                  </a:lnTo>
                  <a:lnTo>
                    <a:pt x="106557" y="168852"/>
                  </a:lnTo>
                  <a:lnTo>
                    <a:pt x="108196" y="163934"/>
                  </a:lnTo>
                  <a:lnTo>
                    <a:pt x="108196" y="163934"/>
                  </a:lnTo>
                  <a:lnTo>
                    <a:pt x="106557" y="159016"/>
                  </a:lnTo>
                  <a:lnTo>
                    <a:pt x="106557" y="155737"/>
                  </a:lnTo>
                  <a:lnTo>
                    <a:pt x="108196" y="152459"/>
                  </a:lnTo>
                  <a:lnTo>
                    <a:pt x="109835" y="149180"/>
                  </a:lnTo>
                  <a:lnTo>
                    <a:pt x="113114" y="144262"/>
                  </a:lnTo>
                  <a:lnTo>
                    <a:pt x="113114" y="140983"/>
                  </a:lnTo>
                  <a:lnTo>
                    <a:pt x="118032" y="140983"/>
                  </a:lnTo>
                  <a:lnTo>
                    <a:pt x="121311" y="139344"/>
                  </a:lnTo>
                  <a:lnTo>
                    <a:pt x="124589" y="136065"/>
                  </a:lnTo>
                  <a:lnTo>
                    <a:pt x="124589" y="134426"/>
                  </a:lnTo>
                  <a:lnTo>
                    <a:pt x="126229" y="131147"/>
                  </a:lnTo>
                  <a:lnTo>
                    <a:pt x="127868" y="127869"/>
                  </a:lnTo>
                  <a:lnTo>
                    <a:pt x="127868" y="122950"/>
                  </a:lnTo>
                  <a:lnTo>
                    <a:pt x="126229" y="119672"/>
                  </a:lnTo>
                  <a:lnTo>
                    <a:pt x="122950" y="116393"/>
                  </a:lnTo>
                  <a:lnTo>
                    <a:pt x="121311" y="111475"/>
                  </a:lnTo>
                  <a:lnTo>
                    <a:pt x="121311" y="108196"/>
                  </a:lnTo>
                  <a:lnTo>
                    <a:pt x="119671" y="104917"/>
                  </a:lnTo>
                  <a:lnTo>
                    <a:pt x="116393" y="103279"/>
                  </a:lnTo>
                  <a:lnTo>
                    <a:pt x="114754" y="103279"/>
                  </a:lnTo>
                  <a:lnTo>
                    <a:pt x="111475" y="103279"/>
                  </a:lnTo>
                  <a:lnTo>
                    <a:pt x="108196" y="101639"/>
                  </a:lnTo>
                  <a:lnTo>
                    <a:pt x="103278" y="101639"/>
                  </a:lnTo>
                  <a:lnTo>
                    <a:pt x="99999" y="103279"/>
                  </a:lnTo>
                  <a:lnTo>
                    <a:pt x="96721" y="104917"/>
                  </a:lnTo>
                  <a:lnTo>
                    <a:pt x="91802" y="108196"/>
                  </a:lnTo>
                  <a:lnTo>
                    <a:pt x="88524" y="108196"/>
                  </a:lnTo>
                  <a:lnTo>
                    <a:pt x="85245" y="109836"/>
                  </a:lnTo>
                  <a:lnTo>
                    <a:pt x="81967" y="109836"/>
                  </a:lnTo>
                  <a:lnTo>
                    <a:pt x="78688" y="111475"/>
                  </a:lnTo>
                  <a:lnTo>
                    <a:pt x="80327" y="108196"/>
                  </a:lnTo>
                  <a:lnTo>
                    <a:pt x="80327" y="103279"/>
                  </a:lnTo>
                  <a:lnTo>
                    <a:pt x="80327" y="100000"/>
                  </a:lnTo>
                  <a:lnTo>
                    <a:pt x="77049" y="96721"/>
                  </a:lnTo>
                  <a:lnTo>
                    <a:pt x="77049" y="91803"/>
                  </a:lnTo>
                  <a:lnTo>
                    <a:pt x="77049" y="88524"/>
                  </a:lnTo>
                  <a:lnTo>
                    <a:pt x="78688" y="85246"/>
                  </a:lnTo>
                  <a:lnTo>
                    <a:pt x="78688" y="85246"/>
                  </a:lnTo>
                  <a:lnTo>
                    <a:pt x="78688" y="80327"/>
                  </a:lnTo>
                  <a:lnTo>
                    <a:pt x="80327" y="77049"/>
                  </a:lnTo>
                  <a:lnTo>
                    <a:pt x="83606" y="73770"/>
                  </a:lnTo>
                  <a:lnTo>
                    <a:pt x="83606" y="68852"/>
                  </a:lnTo>
                  <a:lnTo>
                    <a:pt x="86885" y="68852"/>
                  </a:lnTo>
                  <a:lnTo>
                    <a:pt x="90164" y="68852"/>
                  </a:lnTo>
                  <a:lnTo>
                    <a:pt x="93442" y="68852"/>
                  </a:lnTo>
                  <a:lnTo>
                    <a:pt x="96721" y="68852"/>
                  </a:lnTo>
                  <a:lnTo>
                    <a:pt x="101639" y="68852"/>
                  </a:lnTo>
                  <a:lnTo>
                    <a:pt x="104917" y="68852"/>
                  </a:lnTo>
                  <a:lnTo>
                    <a:pt x="108196" y="68852"/>
                  </a:lnTo>
                  <a:lnTo>
                    <a:pt x="109835" y="68852"/>
                  </a:lnTo>
                  <a:lnTo>
                    <a:pt x="113114" y="68852"/>
                  </a:lnTo>
                  <a:lnTo>
                    <a:pt x="116393" y="68852"/>
                  </a:lnTo>
                  <a:lnTo>
                    <a:pt x="121311" y="68852"/>
                  </a:lnTo>
                  <a:lnTo>
                    <a:pt x="124589" y="68852"/>
                  </a:lnTo>
                  <a:lnTo>
                    <a:pt x="127868" y="70492"/>
                  </a:lnTo>
                  <a:lnTo>
                    <a:pt x="132786" y="67213"/>
                  </a:lnTo>
                  <a:lnTo>
                    <a:pt x="136065" y="70492"/>
                  </a:lnTo>
                  <a:lnTo>
                    <a:pt x="139344" y="72131"/>
                  </a:lnTo>
                  <a:lnTo>
                    <a:pt x="142622" y="72131"/>
                  </a:lnTo>
                  <a:lnTo>
                    <a:pt x="144261" y="75410"/>
                  </a:lnTo>
                  <a:lnTo>
                    <a:pt x="149179" y="75410"/>
                  </a:lnTo>
                  <a:lnTo>
                    <a:pt x="149179" y="75410"/>
                  </a:lnTo>
                  <a:lnTo>
                    <a:pt x="152458" y="77049"/>
                  </a:lnTo>
                  <a:lnTo>
                    <a:pt x="155737" y="75410"/>
                  </a:lnTo>
                  <a:lnTo>
                    <a:pt x="155737" y="75410"/>
                  </a:lnTo>
                  <a:lnTo>
                    <a:pt x="160655" y="77049"/>
                  </a:lnTo>
                  <a:lnTo>
                    <a:pt x="163934" y="78688"/>
                  </a:lnTo>
                  <a:lnTo>
                    <a:pt x="167212" y="77049"/>
                  </a:lnTo>
                  <a:lnTo>
                    <a:pt x="172130" y="78688"/>
                  </a:lnTo>
                  <a:lnTo>
                    <a:pt x="175409" y="78688"/>
                  </a:lnTo>
                  <a:lnTo>
                    <a:pt x="178688" y="81967"/>
                  </a:lnTo>
                  <a:lnTo>
                    <a:pt x="181966" y="83606"/>
                  </a:lnTo>
                  <a:lnTo>
                    <a:pt x="186884" y="86885"/>
                  </a:lnTo>
                  <a:lnTo>
                    <a:pt x="188524" y="90164"/>
                  </a:lnTo>
                  <a:lnTo>
                    <a:pt x="190163" y="91803"/>
                  </a:lnTo>
                  <a:lnTo>
                    <a:pt x="191802" y="90164"/>
                  </a:lnTo>
                  <a:lnTo>
                    <a:pt x="193442" y="86885"/>
                  </a:lnTo>
                  <a:lnTo>
                    <a:pt x="191802" y="81967"/>
                  </a:lnTo>
                  <a:lnTo>
                    <a:pt x="191802" y="78688"/>
                  </a:lnTo>
                  <a:lnTo>
                    <a:pt x="190163" y="75410"/>
                  </a:lnTo>
                  <a:lnTo>
                    <a:pt x="191802" y="70492"/>
                  </a:lnTo>
                  <a:lnTo>
                    <a:pt x="191802" y="67213"/>
                  </a:lnTo>
                  <a:lnTo>
                    <a:pt x="195081" y="67213"/>
                  </a:lnTo>
                  <a:lnTo>
                    <a:pt x="196720" y="63934"/>
                  </a:lnTo>
                  <a:lnTo>
                    <a:pt x="198359" y="60656"/>
                  </a:lnTo>
                  <a:lnTo>
                    <a:pt x="199999" y="55737"/>
                  </a:lnTo>
                  <a:lnTo>
                    <a:pt x="201638" y="52459"/>
                  </a:lnTo>
                  <a:lnTo>
                    <a:pt x="203278" y="49180"/>
                  </a:lnTo>
                  <a:lnTo>
                    <a:pt x="204917" y="44262"/>
                  </a:lnTo>
                  <a:lnTo>
                    <a:pt x="206556" y="40983"/>
                  </a:lnTo>
                  <a:lnTo>
                    <a:pt x="206556" y="37705"/>
                  </a:lnTo>
                  <a:lnTo>
                    <a:pt x="204917" y="34426"/>
                  </a:lnTo>
                  <a:lnTo>
                    <a:pt x="206556" y="29508"/>
                  </a:lnTo>
                  <a:lnTo>
                    <a:pt x="206556" y="26229"/>
                  </a:lnTo>
                  <a:lnTo>
                    <a:pt x="208195" y="22951"/>
                  </a:lnTo>
                  <a:lnTo>
                    <a:pt x="208195" y="18033"/>
                  </a:lnTo>
                  <a:lnTo>
                    <a:pt x="209835" y="14754"/>
                  </a:lnTo>
                  <a:lnTo>
                    <a:pt x="209835" y="13115"/>
                  </a:lnTo>
                  <a:lnTo>
                    <a:pt x="211474" y="9836"/>
                  </a:lnTo>
                  <a:lnTo>
                    <a:pt x="216392" y="8197"/>
                  </a:lnTo>
                  <a:lnTo>
                    <a:pt x="219671" y="9836"/>
                  </a:lnTo>
                  <a:lnTo>
                    <a:pt x="222949" y="8197"/>
                  </a:lnTo>
                  <a:lnTo>
                    <a:pt x="226228" y="8197"/>
                  </a:lnTo>
                  <a:lnTo>
                    <a:pt x="231146" y="6557"/>
                  </a:lnTo>
                  <a:lnTo>
                    <a:pt x="234425" y="6557"/>
                  </a:lnTo>
                  <a:lnTo>
                    <a:pt x="237704" y="4918"/>
                  </a:lnTo>
                  <a:lnTo>
                    <a:pt x="242622" y="1639"/>
                  </a:lnTo>
                  <a:lnTo>
                    <a:pt x="244261" y="0"/>
                  </a:lnTo>
                  <a:lnTo>
                    <a:pt x="247539" y="3279"/>
                  </a:lnTo>
                  <a:lnTo>
                    <a:pt x="252458" y="4918"/>
                  </a:lnTo>
                  <a:lnTo>
                    <a:pt x="255736" y="4918"/>
                  </a:lnTo>
                  <a:lnTo>
                    <a:pt x="259015" y="8197"/>
                  </a:lnTo>
                  <a:lnTo>
                    <a:pt x="263933" y="8197"/>
                  </a:lnTo>
                  <a:lnTo>
                    <a:pt x="267212" y="8197"/>
                  </a:lnTo>
                  <a:lnTo>
                    <a:pt x="270491" y="8197"/>
                  </a:lnTo>
                  <a:lnTo>
                    <a:pt x="273769" y="8197"/>
                  </a:lnTo>
                  <a:lnTo>
                    <a:pt x="278687" y="6557"/>
                  </a:lnTo>
                  <a:lnTo>
                    <a:pt x="281966" y="4918"/>
                  </a:lnTo>
                  <a:lnTo>
                    <a:pt x="285245" y="8197"/>
                  </a:lnTo>
                  <a:lnTo>
                    <a:pt x="288523" y="11476"/>
                  </a:lnTo>
                  <a:lnTo>
                    <a:pt x="288523" y="14754"/>
                  </a:lnTo>
                  <a:lnTo>
                    <a:pt x="288523" y="18033"/>
                  </a:lnTo>
                  <a:lnTo>
                    <a:pt x="288523" y="22951"/>
                  </a:lnTo>
                  <a:lnTo>
                    <a:pt x="288523" y="26229"/>
                  </a:lnTo>
                  <a:lnTo>
                    <a:pt x="285245" y="29508"/>
                  </a:lnTo>
                  <a:lnTo>
                    <a:pt x="285245" y="31147"/>
                  </a:lnTo>
                  <a:lnTo>
                    <a:pt x="283605" y="34426"/>
                  </a:lnTo>
                  <a:lnTo>
                    <a:pt x="281966" y="39344"/>
                  </a:lnTo>
                  <a:lnTo>
                    <a:pt x="280326" y="42623"/>
                  </a:lnTo>
                  <a:lnTo>
                    <a:pt x="280326" y="44262"/>
                  </a:lnTo>
                  <a:lnTo>
                    <a:pt x="278687" y="47541"/>
                  </a:lnTo>
                  <a:lnTo>
                    <a:pt x="278687" y="49180"/>
                  </a:lnTo>
                  <a:lnTo>
                    <a:pt x="273769" y="54098"/>
                  </a:lnTo>
                  <a:lnTo>
                    <a:pt x="273769" y="54098"/>
                  </a:lnTo>
                  <a:lnTo>
                    <a:pt x="273769" y="57377"/>
                  </a:lnTo>
                  <a:lnTo>
                    <a:pt x="272130" y="60656"/>
                  </a:lnTo>
                  <a:lnTo>
                    <a:pt x="268851" y="65573"/>
                  </a:lnTo>
                  <a:lnTo>
                    <a:pt x="268851" y="68852"/>
                  </a:lnTo>
                  <a:lnTo>
                    <a:pt x="267212" y="72131"/>
                  </a:lnTo>
                  <a:lnTo>
                    <a:pt x="267212" y="77049"/>
                  </a:lnTo>
                  <a:lnTo>
                    <a:pt x="268851" y="78688"/>
                  </a:lnTo>
                  <a:lnTo>
                    <a:pt x="267212" y="81967"/>
                  </a:lnTo>
                  <a:lnTo>
                    <a:pt x="267212" y="85246"/>
                  </a:lnTo>
                  <a:lnTo>
                    <a:pt x="267212" y="90164"/>
                  </a:lnTo>
                  <a:lnTo>
                    <a:pt x="267212" y="93442"/>
                  </a:lnTo>
                  <a:lnTo>
                    <a:pt x="267212" y="96721"/>
                  </a:lnTo>
                  <a:lnTo>
                    <a:pt x="265572" y="101639"/>
                  </a:lnTo>
                  <a:lnTo>
                    <a:pt x="265572" y="104917"/>
                  </a:lnTo>
                  <a:lnTo>
                    <a:pt x="263933" y="108196"/>
                  </a:lnTo>
                  <a:lnTo>
                    <a:pt x="263933" y="108196"/>
                  </a:lnTo>
                  <a:lnTo>
                    <a:pt x="263933" y="109836"/>
                  </a:lnTo>
                  <a:lnTo>
                    <a:pt x="262294" y="114754"/>
                  </a:lnTo>
                  <a:lnTo>
                    <a:pt x="260654" y="118032"/>
                  </a:lnTo>
                  <a:lnTo>
                    <a:pt x="260654" y="122950"/>
                  </a:lnTo>
                  <a:lnTo>
                    <a:pt x="260654" y="122950"/>
                  </a:lnTo>
                  <a:lnTo>
                    <a:pt x="260654" y="122950"/>
                  </a:lnTo>
                  <a:lnTo>
                    <a:pt x="260654" y="127869"/>
                  </a:lnTo>
                  <a:lnTo>
                    <a:pt x="260654" y="129508"/>
                  </a:lnTo>
                  <a:lnTo>
                    <a:pt x="260654" y="132786"/>
                  </a:lnTo>
                  <a:lnTo>
                    <a:pt x="260654" y="132786"/>
                  </a:lnTo>
                  <a:lnTo>
                    <a:pt x="260654" y="137704"/>
                  </a:lnTo>
                  <a:lnTo>
                    <a:pt x="262294" y="140983"/>
                  </a:lnTo>
                  <a:lnTo>
                    <a:pt x="263933" y="144262"/>
                  </a:lnTo>
                  <a:lnTo>
                    <a:pt x="262294" y="149180"/>
                  </a:lnTo>
                  <a:lnTo>
                    <a:pt x="262294" y="149180"/>
                  </a:lnTo>
                  <a:lnTo>
                    <a:pt x="260654" y="152459"/>
                  </a:lnTo>
                  <a:lnTo>
                    <a:pt x="257376" y="155737"/>
                  </a:lnTo>
                  <a:lnTo>
                    <a:pt x="257376" y="160655"/>
                  </a:lnTo>
                  <a:lnTo>
                    <a:pt x="255736" y="163934"/>
                  </a:lnTo>
                  <a:lnTo>
                    <a:pt x="255736" y="163934"/>
                  </a:lnTo>
                  <a:lnTo>
                    <a:pt x="254097" y="168852"/>
                  </a:lnTo>
                  <a:lnTo>
                    <a:pt x="254097" y="172130"/>
                  </a:lnTo>
                  <a:lnTo>
                    <a:pt x="254097" y="175409"/>
                  </a:lnTo>
                  <a:lnTo>
                    <a:pt x="254097" y="178688"/>
                  </a:lnTo>
                  <a:lnTo>
                    <a:pt x="254097" y="181966"/>
                  </a:lnTo>
                  <a:lnTo>
                    <a:pt x="254097" y="186884"/>
                  </a:lnTo>
                  <a:lnTo>
                    <a:pt x="254097" y="188524"/>
                  </a:lnTo>
                  <a:lnTo>
                    <a:pt x="252458" y="191803"/>
                  </a:lnTo>
                  <a:lnTo>
                    <a:pt x="249179" y="195081"/>
                  </a:lnTo>
                  <a:lnTo>
                    <a:pt x="247539" y="198360"/>
                  </a:lnTo>
                  <a:lnTo>
                    <a:pt x="244261" y="201639"/>
                  </a:lnTo>
                  <a:lnTo>
                    <a:pt x="242622" y="206557"/>
                  </a:lnTo>
                  <a:lnTo>
                    <a:pt x="237704" y="209835"/>
                  </a:lnTo>
                  <a:lnTo>
                    <a:pt x="234425" y="211474"/>
                  </a:lnTo>
                  <a:lnTo>
                    <a:pt x="231146" y="211474"/>
                  </a:lnTo>
                  <a:lnTo>
                    <a:pt x="226228" y="214753"/>
                  </a:lnTo>
                  <a:lnTo>
                    <a:pt x="222949" y="218032"/>
                  </a:lnTo>
                  <a:lnTo>
                    <a:pt x="219671" y="221310"/>
                  </a:lnTo>
                  <a:lnTo>
                    <a:pt x="218032" y="224589"/>
                  </a:lnTo>
                  <a:lnTo>
                    <a:pt x="216392" y="229507"/>
                  </a:lnTo>
                  <a:lnTo>
                    <a:pt x="214753" y="232786"/>
                  </a:lnTo>
                  <a:lnTo>
                    <a:pt x="213114" y="234425"/>
                  </a:lnTo>
                  <a:lnTo>
                    <a:pt x="211474" y="239343"/>
                  </a:lnTo>
                  <a:lnTo>
                    <a:pt x="209835" y="242622"/>
                  </a:lnTo>
                  <a:lnTo>
                    <a:pt x="208195" y="245901"/>
                  </a:lnTo>
                  <a:lnTo>
                    <a:pt x="208195" y="247540"/>
                  </a:lnTo>
                  <a:lnTo>
                    <a:pt x="204917" y="250819"/>
                  </a:lnTo>
                  <a:lnTo>
                    <a:pt x="201638" y="254097"/>
                  </a:lnTo>
                  <a:lnTo>
                    <a:pt x="198359" y="257376"/>
                  </a:lnTo>
                  <a:lnTo>
                    <a:pt x="195081" y="260654"/>
                  </a:lnTo>
                  <a:lnTo>
                    <a:pt x="195081" y="265573"/>
                  </a:lnTo>
                  <a:lnTo>
                    <a:pt x="195081" y="268851"/>
                  </a:lnTo>
                  <a:lnTo>
                    <a:pt x="195081" y="272130"/>
                  </a:lnTo>
                  <a:lnTo>
                    <a:pt x="195081" y="277048"/>
                  </a:lnTo>
                  <a:lnTo>
                    <a:pt x="196720" y="280327"/>
                  </a:lnTo>
                  <a:lnTo>
                    <a:pt x="195081" y="283606"/>
                  </a:lnTo>
                  <a:lnTo>
                    <a:pt x="195081" y="288523"/>
                  </a:lnTo>
                  <a:lnTo>
                    <a:pt x="195081" y="291802"/>
                  </a:lnTo>
                  <a:lnTo>
                    <a:pt x="195081" y="295081"/>
                  </a:lnTo>
                  <a:lnTo>
                    <a:pt x="195081" y="298359"/>
                  </a:lnTo>
                  <a:lnTo>
                    <a:pt x="195081" y="299999"/>
                  </a:lnTo>
                  <a:lnTo>
                    <a:pt x="195081" y="303277"/>
                  </a:lnTo>
                  <a:lnTo>
                    <a:pt x="195081" y="304917"/>
                  </a:lnTo>
                  <a:lnTo>
                    <a:pt x="195081" y="309835"/>
                  </a:lnTo>
                  <a:lnTo>
                    <a:pt x="195081" y="313113"/>
                  </a:lnTo>
                  <a:lnTo>
                    <a:pt x="193442" y="316392"/>
                  </a:lnTo>
                  <a:lnTo>
                    <a:pt x="191802" y="321310"/>
                  </a:lnTo>
                  <a:lnTo>
                    <a:pt x="188524" y="324589"/>
                  </a:lnTo>
                  <a:lnTo>
                    <a:pt x="188524" y="327867"/>
                  </a:lnTo>
                  <a:lnTo>
                    <a:pt x="186884" y="332786"/>
                  </a:lnTo>
                  <a:lnTo>
                    <a:pt x="185245" y="336064"/>
                  </a:lnTo>
                  <a:lnTo>
                    <a:pt x="183605" y="339343"/>
                  </a:lnTo>
                  <a:lnTo>
                    <a:pt x="178688" y="340982"/>
                  </a:lnTo>
                  <a:lnTo>
                    <a:pt x="175409" y="340982"/>
                  </a:lnTo>
                  <a:lnTo>
                    <a:pt x="172130" y="342621"/>
                  </a:lnTo>
                  <a:lnTo>
                    <a:pt x="168851" y="345900"/>
                  </a:lnTo>
                  <a:lnTo>
                    <a:pt x="167212" y="347540"/>
                  </a:lnTo>
                  <a:lnTo>
                    <a:pt x="167212" y="349179"/>
                  </a:lnTo>
                  <a:lnTo>
                    <a:pt x="167212" y="352457"/>
                  </a:lnTo>
                  <a:lnTo>
                    <a:pt x="162294" y="354097"/>
                  </a:lnTo>
                  <a:lnTo>
                    <a:pt x="162294" y="354097"/>
                  </a:lnTo>
                  <a:lnTo>
                    <a:pt x="159015" y="354097"/>
                  </a:lnTo>
                  <a:lnTo>
                    <a:pt x="159015" y="354097"/>
                  </a:lnTo>
                  <a:lnTo>
                    <a:pt x="157376" y="355736"/>
                  </a:lnTo>
                  <a:lnTo>
                    <a:pt x="155737" y="359015"/>
                  </a:lnTo>
                  <a:lnTo>
                    <a:pt x="154098" y="360654"/>
                  </a:lnTo>
                  <a:lnTo>
                    <a:pt x="152458" y="363933"/>
                  </a:lnTo>
                  <a:lnTo>
                    <a:pt x="149179" y="367211"/>
                  </a:lnTo>
                  <a:lnTo>
                    <a:pt x="149179" y="367211"/>
                  </a:lnTo>
                  <a:lnTo>
                    <a:pt x="145901" y="370490"/>
                  </a:lnTo>
                  <a:lnTo>
                    <a:pt x="142622" y="375408"/>
                  </a:lnTo>
                  <a:lnTo>
                    <a:pt x="139344" y="378687"/>
                  </a:lnTo>
                  <a:lnTo>
                    <a:pt x="136065" y="381966"/>
                  </a:lnTo>
                  <a:lnTo>
                    <a:pt x="132786" y="380326"/>
                  </a:lnTo>
                  <a:lnTo>
                    <a:pt x="129508" y="378687"/>
                  </a:lnTo>
                  <a:lnTo>
                    <a:pt x="126229" y="380326"/>
                  </a:lnTo>
                  <a:lnTo>
                    <a:pt x="126229" y="380326"/>
                  </a:lnTo>
                  <a:lnTo>
                    <a:pt x="126229" y="377047"/>
                  </a:lnTo>
                  <a:lnTo>
                    <a:pt x="126229" y="372130"/>
                  </a:lnTo>
                  <a:lnTo>
                    <a:pt x="124589" y="368851"/>
                  </a:lnTo>
                  <a:lnTo>
                    <a:pt x="124589" y="365572"/>
                  </a:lnTo>
                  <a:lnTo>
                    <a:pt x="126229" y="363933"/>
                  </a:lnTo>
                  <a:lnTo>
                    <a:pt x="129508" y="360654"/>
                  </a:lnTo>
                  <a:lnTo>
                    <a:pt x="126229" y="357376"/>
                  </a:lnTo>
                  <a:lnTo>
                    <a:pt x="122950" y="354097"/>
                  </a:lnTo>
                  <a:lnTo>
                    <a:pt x="118032" y="357376"/>
                  </a:lnTo>
                  <a:lnTo>
                    <a:pt x="114754" y="359015"/>
                  </a:lnTo>
                  <a:lnTo>
                    <a:pt x="111475" y="360654"/>
                  </a:lnTo>
                  <a:lnTo>
                    <a:pt x="108196" y="362294"/>
                  </a:lnTo>
                  <a:lnTo>
                    <a:pt x="106557" y="362294"/>
                  </a:lnTo>
                  <a:lnTo>
                    <a:pt x="103278" y="360654"/>
                  </a:lnTo>
                  <a:lnTo>
                    <a:pt x="99999" y="363933"/>
                  </a:lnTo>
                  <a:lnTo>
                    <a:pt x="99999" y="367211"/>
                  </a:lnTo>
                  <a:lnTo>
                    <a:pt x="99999" y="370490"/>
                  </a:lnTo>
                  <a:lnTo>
                    <a:pt x="95081" y="373769"/>
                  </a:lnTo>
                  <a:lnTo>
                    <a:pt x="93442" y="375408"/>
                  </a:lnTo>
                  <a:lnTo>
                    <a:pt x="90164" y="377047"/>
                  </a:lnTo>
                  <a:lnTo>
                    <a:pt x="86885" y="380326"/>
                  </a:lnTo>
                  <a:lnTo>
                    <a:pt x="86885" y="377047"/>
                  </a:lnTo>
                  <a:lnTo>
                    <a:pt x="81967" y="373769"/>
                  </a:lnTo>
                  <a:lnTo>
                    <a:pt x="78688" y="370490"/>
                  </a:lnTo>
                  <a:lnTo>
                    <a:pt x="77049" y="367211"/>
                  </a:lnTo>
                  <a:lnTo>
                    <a:pt x="75409" y="368851"/>
                  </a:lnTo>
                  <a:lnTo>
                    <a:pt x="72131" y="365572"/>
                  </a:lnTo>
                  <a:lnTo>
                    <a:pt x="68852" y="362294"/>
                  </a:lnTo>
                  <a:lnTo>
                    <a:pt x="67212" y="360654"/>
                  </a:lnTo>
                  <a:lnTo>
                    <a:pt x="63934" y="359015"/>
                  </a:lnTo>
                  <a:lnTo>
                    <a:pt x="62295" y="359015"/>
                  </a:lnTo>
                  <a:lnTo>
                    <a:pt x="60655" y="362294"/>
                  </a:lnTo>
                  <a:lnTo>
                    <a:pt x="59016" y="365572"/>
                  </a:lnTo>
                  <a:lnTo>
                    <a:pt x="57377" y="365572"/>
                  </a:lnTo>
                  <a:lnTo>
                    <a:pt x="54098" y="367211"/>
                  </a:lnTo>
                  <a:lnTo>
                    <a:pt x="49180" y="367211"/>
                  </a:lnTo>
                  <a:lnTo>
                    <a:pt x="47541" y="372130"/>
                  </a:lnTo>
                  <a:lnTo>
                    <a:pt x="45901" y="375408"/>
                  </a:lnTo>
                  <a:lnTo>
                    <a:pt x="44262" y="377047"/>
                  </a:lnTo>
                  <a:lnTo>
                    <a:pt x="40983" y="378687"/>
                  </a:lnTo>
                  <a:lnTo>
                    <a:pt x="39344" y="381966"/>
                  </a:lnTo>
                  <a:lnTo>
                    <a:pt x="34426" y="385244"/>
                  </a:lnTo>
                  <a:lnTo>
                    <a:pt x="34426" y="385244"/>
                  </a:lnTo>
                  <a:lnTo>
                    <a:pt x="32787" y="385244"/>
                  </a:lnTo>
                  <a:lnTo>
                    <a:pt x="31147" y="383605"/>
                  </a:lnTo>
                  <a:lnTo>
                    <a:pt x="29508" y="380326"/>
                  </a:lnTo>
                  <a:lnTo>
                    <a:pt x="26229" y="377047"/>
                  </a:lnTo>
                  <a:lnTo>
                    <a:pt x="26229" y="372130"/>
                  </a:lnTo>
                  <a:lnTo>
                    <a:pt x="24590" y="368851"/>
                  </a:lnTo>
                  <a:lnTo>
                    <a:pt x="24590" y="365572"/>
                  </a:lnTo>
                  <a:lnTo>
                    <a:pt x="21311" y="360654"/>
                  </a:lnTo>
                  <a:lnTo>
                    <a:pt x="19672" y="359015"/>
                  </a:lnTo>
                  <a:lnTo>
                    <a:pt x="16393" y="355736"/>
                  </a:lnTo>
                  <a:lnTo>
                    <a:pt x="11475" y="352457"/>
                  </a:lnTo>
                  <a:lnTo>
                    <a:pt x="8197" y="349179"/>
                  </a:lnTo>
                  <a:lnTo>
                    <a:pt x="8197" y="344261"/>
                  </a:lnTo>
                  <a:lnTo>
                    <a:pt x="3278" y="340982"/>
                  </a:lnTo>
                  <a:lnTo>
                    <a:pt x="0" y="33770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76" name="Freeform 3775">
              <a:extLst>
                <a:ext uri="{FF2B5EF4-FFF2-40B4-BE49-F238E27FC236}">
                  <a16:creationId xmlns:a16="http://schemas.microsoft.com/office/drawing/2014/main" id="{239552CB-AECE-AB4D-9131-61E6F3222140}"/>
                </a:ext>
              </a:extLst>
            </p:cNvPr>
            <p:cNvSpPr/>
            <p:nvPr/>
          </p:nvSpPr>
          <p:spPr>
            <a:xfrm>
              <a:off x="6048459" y="2203430"/>
              <a:ext cx="67212" cy="73770"/>
            </a:xfrm>
            <a:custGeom>
              <a:avLst/>
              <a:gdLst>
                <a:gd name="connsiteX0" fmla="*/ 0 w 67212"/>
                <a:gd name="connsiteY0" fmla="*/ 42623 h 73770"/>
                <a:gd name="connsiteX1" fmla="*/ 1639 w 67212"/>
                <a:gd name="connsiteY1" fmla="*/ 42623 h 73770"/>
                <a:gd name="connsiteX2" fmla="*/ 1639 w 67212"/>
                <a:gd name="connsiteY2" fmla="*/ 40983 h 73770"/>
                <a:gd name="connsiteX3" fmla="*/ 3278 w 67212"/>
                <a:gd name="connsiteY3" fmla="*/ 37705 h 73770"/>
                <a:gd name="connsiteX4" fmla="*/ 3278 w 67212"/>
                <a:gd name="connsiteY4" fmla="*/ 36066 h 73770"/>
                <a:gd name="connsiteX5" fmla="*/ 1639 w 67212"/>
                <a:gd name="connsiteY5" fmla="*/ 34426 h 73770"/>
                <a:gd name="connsiteX6" fmla="*/ 0 w 67212"/>
                <a:gd name="connsiteY6" fmla="*/ 31148 h 73770"/>
                <a:gd name="connsiteX7" fmla="*/ 0 w 67212"/>
                <a:gd name="connsiteY7" fmla="*/ 29508 h 73770"/>
                <a:gd name="connsiteX8" fmla="*/ 0 w 67212"/>
                <a:gd name="connsiteY8" fmla="*/ 26229 h 73770"/>
                <a:gd name="connsiteX9" fmla="*/ 0 w 67212"/>
                <a:gd name="connsiteY9" fmla="*/ 22951 h 73770"/>
                <a:gd name="connsiteX10" fmla="*/ 6557 w 67212"/>
                <a:gd name="connsiteY10" fmla="*/ 22951 h 73770"/>
                <a:gd name="connsiteX11" fmla="*/ 4918 w 67212"/>
                <a:gd name="connsiteY11" fmla="*/ 18033 h 73770"/>
                <a:gd name="connsiteX12" fmla="*/ 4918 w 67212"/>
                <a:gd name="connsiteY12" fmla="*/ 18033 h 73770"/>
                <a:gd name="connsiteX13" fmla="*/ 6557 w 67212"/>
                <a:gd name="connsiteY13" fmla="*/ 14754 h 73770"/>
                <a:gd name="connsiteX14" fmla="*/ 6557 w 67212"/>
                <a:gd name="connsiteY14" fmla="*/ 13115 h 73770"/>
                <a:gd name="connsiteX15" fmla="*/ 9836 w 67212"/>
                <a:gd name="connsiteY15" fmla="*/ 9836 h 73770"/>
                <a:gd name="connsiteX16" fmla="*/ 11475 w 67212"/>
                <a:gd name="connsiteY16" fmla="*/ 9836 h 73770"/>
                <a:gd name="connsiteX17" fmla="*/ 13114 w 67212"/>
                <a:gd name="connsiteY17" fmla="*/ 8197 h 73770"/>
                <a:gd name="connsiteX18" fmla="*/ 13114 w 67212"/>
                <a:gd name="connsiteY18" fmla="*/ 8197 h 73770"/>
                <a:gd name="connsiteX19" fmla="*/ 16393 w 67212"/>
                <a:gd name="connsiteY19" fmla="*/ 8197 h 73770"/>
                <a:gd name="connsiteX20" fmla="*/ 18033 w 67212"/>
                <a:gd name="connsiteY20" fmla="*/ 11476 h 73770"/>
                <a:gd name="connsiteX21" fmla="*/ 18033 w 67212"/>
                <a:gd name="connsiteY21" fmla="*/ 11476 h 73770"/>
                <a:gd name="connsiteX22" fmla="*/ 18033 w 67212"/>
                <a:gd name="connsiteY22" fmla="*/ 8197 h 73770"/>
                <a:gd name="connsiteX23" fmla="*/ 14754 w 67212"/>
                <a:gd name="connsiteY23" fmla="*/ 3279 h 73770"/>
                <a:gd name="connsiteX24" fmla="*/ 14754 w 67212"/>
                <a:gd name="connsiteY24" fmla="*/ 0 h 73770"/>
                <a:gd name="connsiteX25" fmla="*/ 19672 w 67212"/>
                <a:gd name="connsiteY25" fmla="*/ 1639 h 73770"/>
                <a:gd name="connsiteX26" fmla="*/ 22951 w 67212"/>
                <a:gd name="connsiteY26" fmla="*/ 0 h 73770"/>
                <a:gd name="connsiteX27" fmla="*/ 24590 w 67212"/>
                <a:gd name="connsiteY27" fmla="*/ 0 h 73770"/>
                <a:gd name="connsiteX28" fmla="*/ 24590 w 67212"/>
                <a:gd name="connsiteY28" fmla="*/ 3279 h 73770"/>
                <a:gd name="connsiteX29" fmla="*/ 24590 w 67212"/>
                <a:gd name="connsiteY29" fmla="*/ 3279 h 73770"/>
                <a:gd name="connsiteX30" fmla="*/ 26229 w 67212"/>
                <a:gd name="connsiteY30" fmla="*/ 3279 h 73770"/>
                <a:gd name="connsiteX31" fmla="*/ 29508 w 67212"/>
                <a:gd name="connsiteY31" fmla="*/ 6557 h 73770"/>
                <a:gd name="connsiteX32" fmla="*/ 32787 w 67212"/>
                <a:gd name="connsiteY32" fmla="*/ 6557 h 73770"/>
                <a:gd name="connsiteX33" fmla="*/ 32787 w 67212"/>
                <a:gd name="connsiteY33" fmla="*/ 8197 h 73770"/>
                <a:gd name="connsiteX34" fmla="*/ 34426 w 67212"/>
                <a:gd name="connsiteY34" fmla="*/ 9836 h 73770"/>
                <a:gd name="connsiteX35" fmla="*/ 36065 w 67212"/>
                <a:gd name="connsiteY35" fmla="*/ 13115 h 73770"/>
                <a:gd name="connsiteX36" fmla="*/ 39344 w 67212"/>
                <a:gd name="connsiteY36" fmla="*/ 16393 h 73770"/>
                <a:gd name="connsiteX37" fmla="*/ 44262 w 67212"/>
                <a:gd name="connsiteY37" fmla="*/ 16393 h 73770"/>
                <a:gd name="connsiteX38" fmla="*/ 44262 w 67212"/>
                <a:gd name="connsiteY38" fmla="*/ 16393 h 73770"/>
                <a:gd name="connsiteX39" fmla="*/ 45901 w 67212"/>
                <a:gd name="connsiteY39" fmla="*/ 18033 h 73770"/>
                <a:gd name="connsiteX40" fmla="*/ 45901 w 67212"/>
                <a:gd name="connsiteY40" fmla="*/ 18033 h 73770"/>
                <a:gd name="connsiteX41" fmla="*/ 49180 w 67212"/>
                <a:gd name="connsiteY41" fmla="*/ 19672 h 73770"/>
                <a:gd name="connsiteX42" fmla="*/ 52458 w 67212"/>
                <a:gd name="connsiteY42" fmla="*/ 19672 h 73770"/>
                <a:gd name="connsiteX43" fmla="*/ 57377 w 67212"/>
                <a:gd name="connsiteY43" fmla="*/ 22951 h 73770"/>
                <a:gd name="connsiteX44" fmla="*/ 57377 w 67212"/>
                <a:gd name="connsiteY44" fmla="*/ 22951 h 73770"/>
                <a:gd name="connsiteX45" fmla="*/ 59016 w 67212"/>
                <a:gd name="connsiteY45" fmla="*/ 24590 h 73770"/>
                <a:gd name="connsiteX46" fmla="*/ 59016 w 67212"/>
                <a:gd name="connsiteY46" fmla="*/ 24590 h 73770"/>
                <a:gd name="connsiteX47" fmla="*/ 62295 w 67212"/>
                <a:gd name="connsiteY47" fmla="*/ 24590 h 73770"/>
                <a:gd name="connsiteX48" fmla="*/ 65573 w 67212"/>
                <a:gd name="connsiteY48" fmla="*/ 26229 h 73770"/>
                <a:gd name="connsiteX49" fmla="*/ 67213 w 67212"/>
                <a:gd name="connsiteY49" fmla="*/ 31148 h 73770"/>
                <a:gd name="connsiteX50" fmla="*/ 67213 w 67212"/>
                <a:gd name="connsiteY50" fmla="*/ 31148 h 73770"/>
                <a:gd name="connsiteX51" fmla="*/ 65573 w 67212"/>
                <a:gd name="connsiteY51" fmla="*/ 31148 h 73770"/>
                <a:gd name="connsiteX52" fmla="*/ 65573 w 67212"/>
                <a:gd name="connsiteY52" fmla="*/ 31148 h 73770"/>
                <a:gd name="connsiteX53" fmla="*/ 62295 w 67212"/>
                <a:gd name="connsiteY53" fmla="*/ 32787 h 73770"/>
                <a:gd name="connsiteX54" fmla="*/ 60655 w 67212"/>
                <a:gd name="connsiteY54" fmla="*/ 34426 h 73770"/>
                <a:gd name="connsiteX55" fmla="*/ 59016 w 67212"/>
                <a:gd name="connsiteY55" fmla="*/ 34426 h 73770"/>
                <a:gd name="connsiteX56" fmla="*/ 55737 w 67212"/>
                <a:gd name="connsiteY56" fmla="*/ 34426 h 73770"/>
                <a:gd name="connsiteX57" fmla="*/ 55737 w 67212"/>
                <a:gd name="connsiteY57" fmla="*/ 36066 h 73770"/>
                <a:gd name="connsiteX58" fmla="*/ 57377 w 67212"/>
                <a:gd name="connsiteY58" fmla="*/ 36066 h 73770"/>
                <a:gd name="connsiteX59" fmla="*/ 59016 w 67212"/>
                <a:gd name="connsiteY59" fmla="*/ 37705 h 73770"/>
                <a:gd name="connsiteX60" fmla="*/ 57377 w 67212"/>
                <a:gd name="connsiteY60" fmla="*/ 39344 h 73770"/>
                <a:gd name="connsiteX61" fmla="*/ 57377 w 67212"/>
                <a:gd name="connsiteY61" fmla="*/ 42623 h 73770"/>
                <a:gd name="connsiteX62" fmla="*/ 54098 w 67212"/>
                <a:gd name="connsiteY62" fmla="*/ 44262 h 73770"/>
                <a:gd name="connsiteX63" fmla="*/ 50820 w 67212"/>
                <a:gd name="connsiteY63" fmla="*/ 45901 h 73770"/>
                <a:gd name="connsiteX64" fmla="*/ 47541 w 67212"/>
                <a:gd name="connsiteY64" fmla="*/ 45901 h 73770"/>
                <a:gd name="connsiteX65" fmla="*/ 45901 w 67212"/>
                <a:gd name="connsiteY65" fmla="*/ 42623 h 73770"/>
                <a:gd name="connsiteX66" fmla="*/ 45901 w 67212"/>
                <a:gd name="connsiteY66" fmla="*/ 40983 h 73770"/>
                <a:gd name="connsiteX67" fmla="*/ 42623 w 67212"/>
                <a:gd name="connsiteY67" fmla="*/ 39344 h 73770"/>
                <a:gd name="connsiteX68" fmla="*/ 42623 w 67212"/>
                <a:gd name="connsiteY68" fmla="*/ 39344 h 73770"/>
                <a:gd name="connsiteX69" fmla="*/ 40983 w 67212"/>
                <a:gd name="connsiteY69" fmla="*/ 44262 h 73770"/>
                <a:gd name="connsiteX70" fmla="*/ 37705 w 67212"/>
                <a:gd name="connsiteY70" fmla="*/ 47541 h 73770"/>
                <a:gd name="connsiteX71" fmla="*/ 34426 w 67212"/>
                <a:gd name="connsiteY71" fmla="*/ 50820 h 73770"/>
                <a:gd name="connsiteX72" fmla="*/ 34426 w 67212"/>
                <a:gd name="connsiteY72" fmla="*/ 52459 h 73770"/>
                <a:gd name="connsiteX73" fmla="*/ 34426 w 67212"/>
                <a:gd name="connsiteY73" fmla="*/ 52459 h 73770"/>
                <a:gd name="connsiteX74" fmla="*/ 34426 w 67212"/>
                <a:gd name="connsiteY74" fmla="*/ 52459 h 73770"/>
                <a:gd name="connsiteX75" fmla="*/ 32787 w 67212"/>
                <a:gd name="connsiteY75" fmla="*/ 55738 h 73770"/>
                <a:gd name="connsiteX76" fmla="*/ 31147 w 67212"/>
                <a:gd name="connsiteY76" fmla="*/ 59016 h 73770"/>
                <a:gd name="connsiteX77" fmla="*/ 32787 w 67212"/>
                <a:gd name="connsiteY77" fmla="*/ 63934 h 73770"/>
                <a:gd name="connsiteX78" fmla="*/ 32787 w 67212"/>
                <a:gd name="connsiteY78" fmla="*/ 63934 h 73770"/>
                <a:gd name="connsiteX79" fmla="*/ 34426 w 67212"/>
                <a:gd name="connsiteY79" fmla="*/ 67213 h 73770"/>
                <a:gd name="connsiteX80" fmla="*/ 32787 w 67212"/>
                <a:gd name="connsiteY80" fmla="*/ 70492 h 73770"/>
                <a:gd name="connsiteX81" fmla="*/ 32787 w 67212"/>
                <a:gd name="connsiteY81" fmla="*/ 72131 h 73770"/>
                <a:gd name="connsiteX82" fmla="*/ 32787 w 67212"/>
                <a:gd name="connsiteY82" fmla="*/ 73770 h 73770"/>
                <a:gd name="connsiteX83" fmla="*/ 32787 w 67212"/>
                <a:gd name="connsiteY83" fmla="*/ 72131 h 73770"/>
                <a:gd name="connsiteX84" fmla="*/ 29508 w 67212"/>
                <a:gd name="connsiteY84" fmla="*/ 70492 h 73770"/>
                <a:gd name="connsiteX85" fmla="*/ 26229 w 67212"/>
                <a:gd name="connsiteY85" fmla="*/ 68852 h 73770"/>
                <a:gd name="connsiteX86" fmla="*/ 24590 w 67212"/>
                <a:gd name="connsiteY86" fmla="*/ 67213 h 73770"/>
                <a:gd name="connsiteX87" fmla="*/ 24590 w 67212"/>
                <a:gd name="connsiteY87" fmla="*/ 63934 h 73770"/>
                <a:gd name="connsiteX88" fmla="*/ 19672 w 67212"/>
                <a:gd name="connsiteY88" fmla="*/ 60656 h 73770"/>
                <a:gd name="connsiteX89" fmla="*/ 18033 w 67212"/>
                <a:gd name="connsiteY89" fmla="*/ 59016 h 73770"/>
                <a:gd name="connsiteX90" fmla="*/ 16393 w 67212"/>
                <a:gd name="connsiteY90" fmla="*/ 54098 h 73770"/>
                <a:gd name="connsiteX91" fmla="*/ 11475 w 67212"/>
                <a:gd name="connsiteY91" fmla="*/ 55738 h 73770"/>
                <a:gd name="connsiteX92" fmla="*/ 11475 w 67212"/>
                <a:gd name="connsiteY92" fmla="*/ 54098 h 73770"/>
                <a:gd name="connsiteX93" fmla="*/ 8197 w 67212"/>
                <a:gd name="connsiteY93" fmla="*/ 50820 h 73770"/>
                <a:gd name="connsiteX94" fmla="*/ 4918 w 67212"/>
                <a:gd name="connsiteY94" fmla="*/ 49180 h 73770"/>
                <a:gd name="connsiteX95" fmla="*/ 8197 w 67212"/>
                <a:gd name="connsiteY95" fmla="*/ 49180 h 73770"/>
                <a:gd name="connsiteX96" fmla="*/ 8197 w 67212"/>
                <a:gd name="connsiteY96" fmla="*/ 47541 h 73770"/>
                <a:gd name="connsiteX97" fmla="*/ 11475 w 67212"/>
                <a:gd name="connsiteY97" fmla="*/ 49180 h 73770"/>
                <a:gd name="connsiteX98" fmla="*/ 11475 w 67212"/>
                <a:gd name="connsiteY98" fmla="*/ 47541 h 73770"/>
                <a:gd name="connsiteX99" fmla="*/ 11475 w 67212"/>
                <a:gd name="connsiteY99" fmla="*/ 47541 h 73770"/>
                <a:gd name="connsiteX100" fmla="*/ 11475 w 67212"/>
                <a:gd name="connsiteY100" fmla="*/ 45901 h 73770"/>
                <a:gd name="connsiteX101" fmla="*/ 8197 w 67212"/>
                <a:gd name="connsiteY101" fmla="*/ 47541 h 73770"/>
                <a:gd name="connsiteX102" fmla="*/ 4918 w 67212"/>
                <a:gd name="connsiteY102" fmla="*/ 47541 h 73770"/>
                <a:gd name="connsiteX103" fmla="*/ 3278 w 67212"/>
                <a:gd name="connsiteY103" fmla="*/ 47541 h 73770"/>
                <a:gd name="connsiteX104" fmla="*/ 1639 w 67212"/>
                <a:gd name="connsiteY104" fmla="*/ 47541 h 73770"/>
                <a:gd name="connsiteX105" fmla="*/ 1639 w 67212"/>
                <a:gd name="connsiteY105" fmla="*/ 47541 h 73770"/>
                <a:gd name="connsiteX106" fmla="*/ 0 w 67212"/>
                <a:gd name="connsiteY106" fmla="*/ 45901 h 73770"/>
                <a:gd name="connsiteX107" fmla="*/ 0 w 67212"/>
                <a:gd name="connsiteY107" fmla="*/ 42623 h 73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67212" h="73770">
                  <a:moveTo>
                    <a:pt x="0" y="42623"/>
                  </a:moveTo>
                  <a:lnTo>
                    <a:pt x="1639" y="42623"/>
                  </a:lnTo>
                  <a:lnTo>
                    <a:pt x="1639" y="40983"/>
                  </a:lnTo>
                  <a:lnTo>
                    <a:pt x="3278" y="37705"/>
                  </a:lnTo>
                  <a:lnTo>
                    <a:pt x="3278" y="36066"/>
                  </a:lnTo>
                  <a:lnTo>
                    <a:pt x="1639" y="34426"/>
                  </a:lnTo>
                  <a:lnTo>
                    <a:pt x="0" y="31148"/>
                  </a:lnTo>
                  <a:lnTo>
                    <a:pt x="0" y="29508"/>
                  </a:lnTo>
                  <a:lnTo>
                    <a:pt x="0" y="26229"/>
                  </a:lnTo>
                  <a:lnTo>
                    <a:pt x="0" y="22951"/>
                  </a:lnTo>
                  <a:lnTo>
                    <a:pt x="6557" y="22951"/>
                  </a:lnTo>
                  <a:lnTo>
                    <a:pt x="4918" y="18033"/>
                  </a:lnTo>
                  <a:lnTo>
                    <a:pt x="4918" y="18033"/>
                  </a:lnTo>
                  <a:lnTo>
                    <a:pt x="6557" y="14754"/>
                  </a:lnTo>
                  <a:lnTo>
                    <a:pt x="6557" y="13115"/>
                  </a:lnTo>
                  <a:lnTo>
                    <a:pt x="9836" y="9836"/>
                  </a:lnTo>
                  <a:lnTo>
                    <a:pt x="11475" y="9836"/>
                  </a:lnTo>
                  <a:lnTo>
                    <a:pt x="13114" y="8197"/>
                  </a:lnTo>
                  <a:lnTo>
                    <a:pt x="13114" y="8197"/>
                  </a:lnTo>
                  <a:lnTo>
                    <a:pt x="16393" y="8197"/>
                  </a:lnTo>
                  <a:lnTo>
                    <a:pt x="18033" y="11476"/>
                  </a:lnTo>
                  <a:lnTo>
                    <a:pt x="18033" y="11476"/>
                  </a:lnTo>
                  <a:lnTo>
                    <a:pt x="18033" y="8197"/>
                  </a:lnTo>
                  <a:lnTo>
                    <a:pt x="14754" y="3279"/>
                  </a:lnTo>
                  <a:lnTo>
                    <a:pt x="14754" y="0"/>
                  </a:lnTo>
                  <a:lnTo>
                    <a:pt x="19672" y="1639"/>
                  </a:lnTo>
                  <a:lnTo>
                    <a:pt x="22951" y="0"/>
                  </a:lnTo>
                  <a:lnTo>
                    <a:pt x="24590" y="0"/>
                  </a:lnTo>
                  <a:lnTo>
                    <a:pt x="24590" y="3279"/>
                  </a:lnTo>
                  <a:lnTo>
                    <a:pt x="24590" y="3279"/>
                  </a:lnTo>
                  <a:lnTo>
                    <a:pt x="26229" y="3279"/>
                  </a:lnTo>
                  <a:lnTo>
                    <a:pt x="29508" y="6557"/>
                  </a:lnTo>
                  <a:lnTo>
                    <a:pt x="32787" y="6557"/>
                  </a:lnTo>
                  <a:lnTo>
                    <a:pt x="32787" y="8197"/>
                  </a:lnTo>
                  <a:lnTo>
                    <a:pt x="34426" y="9836"/>
                  </a:lnTo>
                  <a:lnTo>
                    <a:pt x="36065" y="13115"/>
                  </a:lnTo>
                  <a:lnTo>
                    <a:pt x="39344" y="16393"/>
                  </a:lnTo>
                  <a:lnTo>
                    <a:pt x="44262" y="16393"/>
                  </a:lnTo>
                  <a:lnTo>
                    <a:pt x="44262" y="16393"/>
                  </a:lnTo>
                  <a:lnTo>
                    <a:pt x="45901" y="18033"/>
                  </a:lnTo>
                  <a:lnTo>
                    <a:pt x="45901" y="18033"/>
                  </a:lnTo>
                  <a:lnTo>
                    <a:pt x="49180" y="19672"/>
                  </a:lnTo>
                  <a:lnTo>
                    <a:pt x="52458" y="19672"/>
                  </a:lnTo>
                  <a:lnTo>
                    <a:pt x="57377" y="22951"/>
                  </a:lnTo>
                  <a:lnTo>
                    <a:pt x="57377" y="22951"/>
                  </a:lnTo>
                  <a:lnTo>
                    <a:pt x="59016" y="24590"/>
                  </a:lnTo>
                  <a:lnTo>
                    <a:pt x="59016" y="24590"/>
                  </a:lnTo>
                  <a:lnTo>
                    <a:pt x="62295" y="24590"/>
                  </a:lnTo>
                  <a:lnTo>
                    <a:pt x="65573" y="26229"/>
                  </a:lnTo>
                  <a:lnTo>
                    <a:pt x="67213" y="31148"/>
                  </a:lnTo>
                  <a:lnTo>
                    <a:pt x="67213" y="31148"/>
                  </a:lnTo>
                  <a:lnTo>
                    <a:pt x="65573" y="31148"/>
                  </a:lnTo>
                  <a:lnTo>
                    <a:pt x="65573" y="31148"/>
                  </a:lnTo>
                  <a:lnTo>
                    <a:pt x="62295" y="32787"/>
                  </a:lnTo>
                  <a:lnTo>
                    <a:pt x="60655" y="34426"/>
                  </a:lnTo>
                  <a:lnTo>
                    <a:pt x="59016" y="34426"/>
                  </a:lnTo>
                  <a:lnTo>
                    <a:pt x="55737" y="34426"/>
                  </a:lnTo>
                  <a:lnTo>
                    <a:pt x="55737" y="36066"/>
                  </a:lnTo>
                  <a:lnTo>
                    <a:pt x="57377" y="36066"/>
                  </a:lnTo>
                  <a:lnTo>
                    <a:pt x="59016" y="37705"/>
                  </a:lnTo>
                  <a:lnTo>
                    <a:pt x="57377" y="39344"/>
                  </a:lnTo>
                  <a:lnTo>
                    <a:pt x="57377" y="42623"/>
                  </a:lnTo>
                  <a:lnTo>
                    <a:pt x="54098" y="44262"/>
                  </a:lnTo>
                  <a:lnTo>
                    <a:pt x="50820" y="45901"/>
                  </a:lnTo>
                  <a:lnTo>
                    <a:pt x="47541" y="45901"/>
                  </a:lnTo>
                  <a:lnTo>
                    <a:pt x="45901" y="42623"/>
                  </a:lnTo>
                  <a:lnTo>
                    <a:pt x="45901" y="40983"/>
                  </a:lnTo>
                  <a:lnTo>
                    <a:pt x="42623" y="39344"/>
                  </a:lnTo>
                  <a:lnTo>
                    <a:pt x="42623" y="39344"/>
                  </a:lnTo>
                  <a:lnTo>
                    <a:pt x="40983" y="44262"/>
                  </a:lnTo>
                  <a:lnTo>
                    <a:pt x="37705" y="47541"/>
                  </a:lnTo>
                  <a:lnTo>
                    <a:pt x="34426" y="50820"/>
                  </a:lnTo>
                  <a:lnTo>
                    <a:pt x="34426" y="52459"/>
                  </a:lnTo>
                  <a:lnTo>
                    <a:pt x="34426" y="52459"/>
                  </a:lnTo>
                  <a:lnTo>
                    <a:pt x="34426" y="52459"/>
                  </a:lnTo>
                  <a:lnTo>
                    <a:pt x="32787" y="55738"/>
                  </a:lnTo>
                  <a:lnTo>
                    <a:pt x="31147" y="59016"/>
                  </a:lnTo>
                  <a:lnTo>
                    <a:pt x="32787" y="63934"/>
                  </a:lnTo>
                  <a:lnTo>
                    <a:pt x="32787" y="63934"/>
                  </a:lnTo>
                  <a:lnTo>
                    <a:pt x="34426" y="67213"/>
                  </a:lnTo>
                  <a:lnTo>
                    <a:pt x="32787" y="70492"/>
                  </a:lnTo>
                  <a:lnTo>
                    <a:pt x="32787" y="72131"/>
                  </a:lnTo>
                  <a:lnTo>
                    <a:pt x="32787" y="73770"/>
                  </a:lnTo>
                  <a:lnTo>
                    <a:pt x="32787" y="72131"/>
                  </a:lnTo>
                  <a:lnTo>
                    <a:pt x="29508" y="70492"/>
                  </a:lnTo>
                  <a:lnTo>
                    <a:pt x="26229" y="68852"/>
                  </a:lnTo>
                  <a:lnTo>
                    <a:pt x="24590" y="67213"/>
                  </a:lnTo>
                  <a:lnTo>
                    <a:pt x="24590" y="63934"/>
                  </a:lnTo>
                  <a:lnTo>
                    <a:pt x="19672" y="60656"/>
                  </a:lnTo>
                  <a:lnTo>
                    <a:pt x="18033" y="59016"/>
                  </a:lnTo>
                  <a:lnTo>
                    <a:pt x="16393" y="54098"/>
                  </a:lnTo>
                  <a:lnTo>
                    <a:pt x="11475" y="55738"/>
                  </a:lnTo>
                  <a:lnTo>
                    <a:pt x="11475" y="54098"/>
                  </a:lnTo>
                  <a:lnTo>
                    <a:pt x="8197" y="50820"/>
                  </a:lnTo>
                  <a:lnTo>
                    <a:pt x="4918" y="49180"/>
                  </a:lnTo>
                  <a:lnTo>
                    <a:pt x="8197" y="49180"/>
                  </a:lnTo>
                  <a:lnTo>
                    <a:pt x="8197" y="47541"/>
                  </a:lnTo>
                  <a:lnTo>
                    <a:pt x="11475" y="49180"/>
                  </a:lnTo>
                  <a:lnTo>
                    <a:pt x="11475" y="47541"/>
                  </a:lnTo>
                  <a:lnTo>
                    <a:pt x="11475" y="47541"/>
                  </a:lnTo>
                  <a:lnTo>
                    <a:pt x="11475" y="45901"/>
                  </a:lnTo>
                  <a:lnTo>
                    <a:pt x="8197" y="47541"/>
                  </a:lnTo>
                  <a:lnTo>
                    <a:pt x="4918" y="47541"/>
                  </a:lnTo>
                  <a:lnTo>
                    <a:pt x="3278" y="47541"/>
                  </a:lnTo>
                  <a:lnTo>
                    <a:pt x="1639" y="47541"/>
                  </a:lnTo>
                  <a:lnTo>
                    <a:pt x="1639" y="47541"/>
                  </a:lnTo>
                  <a:lnTo>
                    <a:pt x="0" y="45901"/>
                  </a:lnTo>
                  <a:lnTo>
                    <a:pt x="0" y="4262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77" name="Freeform 3776">
              <a:extLst>
                <a:ext uri="{FF2B5EF4-FFF2-40B4-BE49-F238E27FC236}">
                  <a16:creationId xmlns:a16="http://schemas.microsoft.com/office/drawing/2014/main" id="{63743CB5-A52A-AF47-9C6F-BEBAD4733A3D}"/>
                </a:ext>
              </a:extLst>
            </p:cNvPr>
            <p:cNvSpPr/>
            <p:nvPr/>
          </p:nvSpPr>
          <p:spPr>
            <a:xfrm>
              <a:off x="6055016" y="2088676"/>
              <a:ext cx="93442" cy="65573"/>
            </a:xfrm>
            <a:custGeom>
              <a:avLst/>
              <a:gdLst>
                <a:gd name="connsiteX0" fmla="*/ 0 w 93442"/>
                <a:gd name="connsiteY0" fmla="*/ 11476 h 65573"/>
                <a:gd name="connsiteX1" fmla="*/ 3279 w 93442"/>
                <a:gd name="connsiteY1" fmla="*/ 9836 h 65573"/>
                <a:gd name="connsiteX2" fmla="*/ 3279 w 93442"/>
                <a:gd name="connsiteY2" fmla="*/ 9836 h 65573"/>
                <a:gd name="connsiteX3" fmla="*/ 8197 w 93442"/>
                <a:gd name="connsiteY3" fmla="*/ 8197 h 65573"/>
                <a:gd name="connsiteX4" fmla="*/ 8197 w 93442"/>
                <a:gd name="connsiteY4" fmla="*/ 8197 h 65573"/>
                <a:gd name="connsiteX5" fmla="*/ 13114 w 93442"/>
                <a:gd name="connsiteY5" fmla="*/ 8197 h 65573"/>
                <a:gd name="connsiteX6" fmla="*/ 16393 w 93442"/>
                <a:gd name="connsiteY6" fmla="*/ 8197 h 65573"/>
                <a:gd name="connsiteX7" fmla="*/ 19672 w 93442"/>
                <a:gd name="connsiteY7" fmla="*/ 6557 h 65573"/>
                <a:gd name="connsiteX8" fmla="*/ 22951 w 93442"/>
                <a:gd name="connsiteY8" fmla="*/ 4918 h 65573"/>
                <a:gd name="connsiteX9" fmla="*/ 26229 w 93442"/>
                <a:gd name="connsiteY9" fmla="*/ 0 h 65573"/>
                <a:gd name="connsiteX10" fmla="*/ 27869 w 93442"/>
                <a:gd name="connsiteY10" fmla="*/ 0 h 65573"/>
                <a:gd name="connsiteX11" fmla="*/ 29508 w 93442"/>
                <a:gd name="connsiteY11" fmla="*/ 0 h 65573"/>
                <a:gd name="connsiteX12" fmla="*/ 32787 w 93442"/>
                <a:gd name="connsiteY12" fmla="*/ 1639 h 65573"/>
                <a:gd name="connsiteX13" fmla="*/ 37705 w 93442"/>
                <a:gd name="connsiteY13" fmla="*/ 1639 h 65573"/>
                <a:gd name="connsiteX14" fmla="*/ 39344 w 93442"/>
                <a:gd name="connsiteY14" fmla="*/ 0 h 65573"/>
                <a:gd name="connsiteX15" fmla="*/ 39344 w 93442"/>
                <a:gd name="connsiteY15" fmla="*/ 0 h 65573"/>
                <a:gd name="connsiteX16" fmla="*/ 40983 w 93442"/>
                <a:gd name="connsiteY16" fmla="*/ 0 h 65573"/>
                <a:gd name="connsiteX17" fmla="*/ 42623 w 93442"/>
                <a:gd name="connsiteY17" fmla="*/ 1639 h 65573"/>
                <a:gd name="connsiteX18" fmla="*/ 45901 w 93442"/>
                <a:gd name="connsiteY18" fmla="*/ 1639 h 65573"/>
                <a:gd name="connsiteX19" fmla="*/ 49180 w 93442"/>
                <a:gd name="connsiteY19" fmla="*/ 3279 h 65573"/>
                <a:gd name="connsiteX20" fmla="*/ 50820 w 93442"/>
                <a:gd name="connsiteY20" fmla="*/ 4918 h 65573"/>
                <a:gd name="connsiteX21" fmla="*/ 54098 w 93442"/>
                <a:gd name="connsiteY21" fmla="*/ 8197 h 65573"/>
                <a:gd name="connsiteX22" fmla="*/ 57377 w 93442"/>
                <a:gd name="connsiteY22" fmla="*/ 11476 h 65573"/>
                <a:gd name="connsiteX23" fmla="*/ 60656 w 93442"/>
                <a:gd name="connsiteY23" fmla="*/ 13115 h 65573"/>
                <a:gd name="connsiteX24" fmla="*/ 63934 w 93442"/>
                <a:gd name="connsiteY24" fmla="*/ 16393 h 65573"/>
                <a:gd name="connsiteX25" fmla="*/ 63934 w 93442"/>
                <a:gd name="connsiteY25" fmla="*/ 16393 h 65573"/>
                <a:gd name="connsiteX26" fmla="*/ 65573 w 93442"/>
                <a:gd name="connsiteY26" fmla="*/ 18033 h 65573"/>
                <a:gd name="connsiteX27" fmla="*/ 68852 w 93442"/>
                <a:gd name="connsiteY27" fmla="*/ 18033 h 65573"/>
                <a:gd name="connsiteX28" fmla="*/ 68852 w 93442"/>
                <a:gd name="connsiteY28" fmla="*/ 21311 h 65573"/>
                <a:gd name="connsiteX29" fmla="*/ 67213 w 93442"/>
                <a:gd name="connsiteY29" fmla="*/ 24590 h 65573"/>
                <a:gd name="connsiteX30" fmla="*/ 70491 w 93442"/>
                <a:gd name="connsiteY30" fmla="*/ 27869 h 65573"/>
                <a:gd name="connsiteX31" fmla="*/ 68852 w 93442"/>
                <a:gd name="connsiteY31" fmla="*/ 29508 h 65573"/>
                <a:gd name="connsiteX32" fmla="*/ 70491 w 93442"/>
                <a:gd name="connsiteY32" fmla="*/ 31148 h 65573"/>
                <a:gd name="connsiteX33" fmla="*/ 72131 w 93442"/>
                <a:gd name="connsiteY33" fmla="*/ 32787 h 65573"/>
                <a:gd name="connsiteX34" fmla="*/ 73770 w 93442"/>
                <a:gd name="connsiteY34" fmla="*/ 34426 h 65573"/>
                <a:gd name="connsiteX35" fmla="*/ 78688 w 93442"/>
                <a:gd name="connsiteY35" fmla="*/ 37705 h 65573"/>
                <a:gd name="connsiteX36" fmla="*/ 80327 w 93442"/>
                <a:gd name="connsiteY36" fmla="*/ 37705 h 65573"/>
                <a:gd name="connsiteX37" fmla="*/ 85246 w 93442"/>
                <a:gd name="connsiteY37" fmla="*/ 39344 h 65573"/>
                <a:gd name="connsiteX38" fmla="*/ 85246 w 93442"/>
                <a:gd name="connsiteY38" fmla="*/ 40983 h 65573"/>
                <a:gd name="connsiteX39" fmla="*/ 86885 w 93442"/>
                <a:gd name="connsiteY39" fmla="*/ 40983 h 65573"/>
                <a:gd name="connsiteX40" fmla="*/ 90164 w 93442"/>
                <a:gd name="connsiteY40" fmla="*/ 40983 h 65573"/>
                <a:gd name="connsiteX41" fmla="*/ 93442 w 93442"/>
                <a:gd name="connsiteY41" fmla="*/ 42623 h 65573"/>
                <a:gd name="connsiteX42" fmla="*/ 93442 w 93442"/>
                <a:gd name="connsiteY42" fmla="*/ 42623 h 65573"/>
                <a:gd name="connsiteX43" fmla="*/ 93442 w 93442"/>
                <a:gd name="connsiteY43" fmla="*/ 47541 h 65573"/>
                <a:gd name="connsiteX44" fmla="*/ 90164 w 93442"/>
                <a:gd name="connsiteY44" fmla="*/ 50820 h 65573"/>
                <a:gd name="connsiteX45" fmla="*/ 93442 w 93442"/>
                <a:gd name="connsiteY45" fmla="*/ 52459 h 65573"/>
                <a:gd name="connsiteX46" fmla="*/ 93442 w 93442"/>
                <a:gd name="connsiteY46" fmla="*/ 55738 h 65573"/>
                <a:gd name="connsiteX47" fmla="*/ 90164 w 93442"/>
                <a:gd name="connsiteY47" fmla="*/ 59016 h 65573"/>
                <a:gd name="connsiteX48" fmla="*/ 90164 w 93442"/>
                <a:gd name="connsiteY48" fmla="*/ 59016 h 65573"/>
                <a:gd name="connsiteX49" fmla="*/ 86885 w 93442"/>
                <a:gd name="connsiteY49" fmla="*/ 59016 h 65573"/>
                <a:gd name="connsiteX50" fmla="*/ 86885 w 93442"/>
                <a:gd name="connsiteY50" fmla="*/ 59016 h 65573"/>
                <a:gd name="connsiteX51" fmla="*/ 85246 w 93442"/>
                <a:gd name="connsiteY51" fmla="*/ 60656 h 65573"/>
                <a:gd name="connsiteX52" fmla="*/ 83606 w 93442"/>
                <a:gd name="connsiteY52" fmla="*/ 60656 h 65573"/>
                <a:gd name="connsiteX53" fmla="*/ 83606 w 93442"/>
                <a:gd name="connsiteY53" fmla="*/ 62295 h 65573"/>
                <a:gd name="connsiteX54" fmla="*/ 81967 w 93442"/>
                <a:gd name="connsiteY54" fmla="*/ 62295 h 65573"/>
                <a:gd name="connsiteX55" fmla="*/ 78688 w 93442"/>
                <a:gd name="connsiteY55" fmla="*/ 63934 h 65573"/>
                <a:gd name="connsiteX56" fmla="*/ 77049 w 93442"/>
                <a:gd name="connsiteY56" fmla="*/ 63934 h 65573"/>
                <a:gd name="connsiteX57" fmla="*/ 77049 w 93442"/>
                <a:gd name="connsiteY57" fmla="*/ 63934 h 65573"/>
                <a:gd name="connsiteX58" fmla="*/ 73770 w 93442"/>
                <a:gd name="connsiteY58" fmla="*/ 65573 h 65573"/>
                <a:gd name="connsiteX59" fmla="*/ 72131 w 93442"/>
                <a:gd name="connsiteY59" fmla="*/ 65573 h 65573"/>
                <a:gd name="connsiteX60" fmla="*/ 70491 w 93442"/>
                <a:gd name="connsiteY60" fmla="*/ 65573 h 65573"/>
                <a:gd name="connsiteX61" fmla="*/ 68852 w 93442"/>
                <a:gd name="connsiteY61" fmla="*/ 65573 h 65573"/>
                <a:gd name="connsiteX62" fmla="*/ 68852 w 93442"/>
                <a:gd name="connsiteY62" fmla="*/ 63934 h 65573"/>
                <a:gd name="connsiteX63" fmla="*/ 67213 w 93442"/>
                <a:gd name="connsiteY63" fmla="*/ 63934 h 65573"/>
                <a:gd name="connsiteX64" fmla="*/ 65573 w 93442"/>
                <a:gd name="connsiteY64" fmla="*/ 59016 h 65573"/>
                <a:gd name="connsiteX65" fmla="*/ 65573 w 93442"/>
                <a:gd name="connsiteY65" fmla="*/ 59016 h 65573"/>
                <a:gd name="connsiteX66" fmla="*/ 65573 w 93442"/>
                <a:gd name="connsiteY66" fmla="*/ 57377 h 65573"/>
                <a:gd name="connsiteX67" fmla="*/ 65573 w 93442"/>
                <a:gd name="connsiteY67" fmla="*/ 57377 h 65573"/>
                <a:gd name="connsiteX68" fmla="*/ 63934 w 93442"/>
                <a:gd name="connsiteY68" fmla="*/ 55738 h 65573"/>
                <a:gd name="connsiteX69" fmla="*/ 63934 w 93442"/>
                <a:gd name="connsiteY69" fmla="*/ 54098 h 65573"/>
                <a:gd name="connsiteX70" fmla="*/ 60656 w 93442"/>
                <a:gd name="connsiteY70" fmla="*/ 50820 h 65573"/>
                <a:gd name="connsiteX71" fmla="*/ 59016 w 93442"/>
                <a:gd name="connsiteY71" fmla="*/ 50820 h 65573"/>
                <a:gd name="connsiteX72" fmla="*/ 59016 w 93442"/>
                <a:gd name="connsiteY72" fmla="*/ 50820 h 65573"/>
                <a:gd name="connsiteX73" fmla="*/ 57377 w 93442"/>
                <a:gd name="connsiteY73" fmla="*/ 47541 h 65573"/>
                <a:gd name="connsiteX74" fmla="*/ 55737 w 93442"/>
                <a:gd name="connsiteY74" fmla="*/ 47541 h 65573"/>
                <a:gd name="connsiteX75" fmla="*/ 54098 w 93442"/>
                <a:gd name="connsiteY75" fmla="*/ 47541 h 65573"/>
                <a:gd name="connsiteX76" fmla="*/ 54098 w 93442"/>
                <a:gd name="connsiteY76" fmla="*/ 50820 h 65573"/>
                <a:gd name="connsiteX77" fmla="*/ 54098 w 93442"/>
                <a:gd name="connsiteY77" fmla="*/ 50820 h 65573"/>
                <a:gd name="connsiteX78" fmla="*/ 54098 w 93442"/>
                <a:gd name="connsiteY78" fmla="*/ 52459 h 65573"/>
                <a:gd name="connsiteX79" fmla="*/ 52459 w 93442"/>
                <a:gd name="connsiteY79" fmla="*/ 54098 h 65573"/>
                <a:gd name="connsiteX80" fmla="*/ 50820 w 93442"/>
                <a:gd name="connsiteY80" fmla="*/ 54098 h 65573"/>
                <a:gd name="connsiteX81" fmla="*/ 49180 w 93442"/>
                <a:gd name="connsiteY81" fmla="*/ 57377 h 65573"/>
                <a:gd name="connsiteX82" fmla="*/ 47541 w 93442"/>
                <a:gd name="connsiteY82" fmla="*/ 60656 h 65573"/>
                <a:gd name="connsiteX83" fmla="*/ 47541 w 93442"/>
                <a:gd name="connsiteY83" fmla="*/ 63934 h 65573"/>
                <a:gd name="connsiteX84" fmla="*/ 47541 w 93442"/>
                <a:gd name="connsiteY84" fmla="*/ 63934 h 65573"/>
                <a:gd name="connsiteX85" fmla="*/ 44262 w 93442"/>
                <a:gd name="connsiteY85" fmla="*/ 65573 h 65573"/>
                <a:gd name="connsiteX86" fmla="*/ 44262 w 93442"/>
                <a:gd name="connsiteY86" fmla="*/ 65573 h 65573"/>
                <a:gd name="connsiteX87" fmla="*/ 44262 w 93442"/>
                <a:gd name="connsiteY87" fmla="*/ 63934 h 65573"/>
                <a:gd name="connsiteX88" fmla="*/ 42623 w 93442"/>
                <a:gd name="connsiteY88" fmla="*/ 63934 h 65573"/>
                <a:gd name="connsiteX89" fmla="*/ 39344 w 93442"/>
                <a:gd name="connsiteY89" fmla="*/ 63934 h 65573"/>
                <a:gd name="connsiteX90" fmla="*/ 39344 w 93442"/>
                <a:gd name="connsiteY90" fmla="*/ 63934 h 65573"/>
                <a:gd name="connsiteX91" fmla="*/ 37705 w 93442"/>
                <a:gd name="connsiteY91" fmla="*/ 62295 h 65573"/>
                <a:gd name="connsiteX92" fmla="*/ 37705 w 93442"/>
                <a:gd name="connsiteY92" fmla="*/ 62295 h 65573"/>
                <a:gd name="connsiteX93" fmla="*/ 32787 w 93442"/>
                <a:gd name="connsiteY93" fmla="*/ 60656 h 65573"/>
                <a:gd name="connsiteX94" fmla="*/ 32787 w 93442"/>
                <a:gd name="connsiteY94" fmla="*/ 59016 h 65573"/>
                <a:gd name="connsiteX95" fmla="*/ 34426 w 93442"/>
                <a:gd name="connsiteY95" fmla="*/ 55738 h 65573"/>
                <a:gd name="connsiteX96" fmla="*/ 31147 w 93442"/>
                <a:gd name="connsiteY96" fmla="*/ 54098 h 65573"/>
                <a:gd name="connsiteX97" fmla="*/ 29508 w 93442"/>
                <a:gd name="connsiteY97" fmla="*/ 54098 h 65573"/>
                <a:gd name="connsiteX98" fmla="*/ 26229 w 93442"/>
                <a:gd name="connsiteY98" fmla="*/ 54098 h 65573"/>
                <a:gd name="connsiteX99" fmla="*/ 22951 w 93442"/>
                <a:gd name="connsiteY99" fmla="*/ 54098 h 65573"/>
                <a:gd name="connsiteX100" fmla="*/ 21311 w 93442"/>
                <a:gd name="connsiteY100" fmla="*/ 55738 h 65573"/>
                <a:gd name="connsiteX101" fmla="*/ 19672 w 93442"/>
                <a:gd name="connsiteY101" fmla="*/ 54098 h 65573"/>
                <a:gd name="connsiteX102" fmla="*/ 14754 w 93442"/>
                <a:gd name="connsiteY102" fmla="*/ 54098 h 65573"/>
                <a:gd name="connsiteX103" fmla="*/ 13114 w 93442"/>
                <a:gd name="connsiteY103" fmla="*/ 54098 h 65573"/>
                <a:gd name="connsiteX104" fmla="*/ 9836 w 93442"/>
                <a:gd name="connsiteY104" fmla="*/ 57377 h 65573"/>
                <a:gd name="connsiteX105" fmla="*/ 9836 w 93442"/>
                <a:gd name="connsiteY105" fmla="*/ 55738 h 65573"/>
                <a:gd name="connsiteX106" fmla="*/ 13114 w 93442"/>
                <a:gd name="connsiteY106" fmla="*/ 52459 h 65573"/>
                <a:gd name="connsiteX107" fmla="*/ 11476 w 93442"/>
                <a:gd name="connsiteY107" fmla="*/ 50820 h 65573"/>
                <a:gd name="connsiteX108" fmla="*/ 11476 w 93442"/>
                <a:gd name="connsiteY108" fmla="*/ 49180 h 65573"/>
                <a:gd name="connsiteX109" fmla="*/ 9836 w 93442"/>
                <a:gd name="connsiteY109" fmla="*/ 45901 h 65573"/>
                <a:gd name="connsiteX110" fmla="*/ 11476 w 93442"/>
                <a:gd name="connsiteY110" fmla="*/ 44262 h 65573"/>
                <a:gd name="connsiteX111" fmla="*/ 13114 w 93442"/>
                <a:gd name="connsiteY111" fmla="*/ 44262 h 65573"/>
                <a:gd name="connsiteX112" fmla="*/ 18033 w 93442"/>
                <a:gd name="connsiteY112" fmla="*/ 42623 h 65573"/>
                <a:gd name="connsiteX113" fmla="*/ 21311 w 93442"/>
                <a:gd name="connsiteY113" fmla="*/ 42623 h 65573"/>
                <a:gd name="connsiteX114" fmla="*/ 21311 w 93442"/>
                <a:gd name="connsiteY114" fmla="*/ 42623 h 65573"/>
                <a:gd name="connsiteX115" fmla="*/ 21311 w 93442"/>
                <a:gd name="connsiteY115" fmla="*/ 40983 h 65573"/>
                <a:gd name="connsiteX116" fmla="*/ 21311 w 93442"/>
                <a:gd name="connsiteY116" fmla="*/ 40983 h 65573"/>
                <a:gd name="connsiteX117" fmla="*/ 19672 w 93442"/>
                <a:gd name="connsiteY117" fmla="*/ 40983 h 65573"/>
                <a:gd name="connsiteX118" fmla="*/ 16393 w 93442"/>
                <a:gd name="connsiteY118" fmla="*/ 39344 h 65573"/>
                <a:gd name="connsiteX119" fmla="*/ 16393 w 93442"/>
                <a:gd name="connsiteY119" fmla="*/ 39344 h 65573"/>
                <a:gd name="connsiteX120" fmla="*/ 16393 w 93442"/>
                <a:gd name="connsiteY120" fmla="*/ 39344 h 65573"/>
                <a:gd name="connsiteX121" fmla="*/ 14754 w 93442"/>
                <a:gd name="connsiteY121" fmla="*/ 39344 h 65573"/>
                <a:gd name="connsiteX122" fmla="*/ 14754 w 93442"/>
                <a:gd name="connsiteY122" fmla="*/ 39344 h 65573"/>
                <a:gd name="connsiteX123" fmla="*/ 13114 w 93442"/>
                <a:gd name="connsiteY123" fmla="*/ 37705 h 65573"/>
                <a:gd name="connsiteX124" fmla="*/ 8197 w 93442"/>
                <a:gd name="connsiteY124" fmla="*/ 36066 h 65573"/>
                <a:gd name="connsiteX125" fmla="*/ 8197 w 93442"/>
                <a:gd name="connsiteY125" fmla="*/ 31148 h 65573"/>
                <a:gd name="connsiteX126" fmla="*/ 8197 w 93442"/>
                <a:gd name="connsiteY126" fmla="*/ 29508 h 65573"/>
                <a:gd name="connsiteX127" fmla="*/ 9836 w 93442"/>
                <a:gd name="connsiteY127" fmla="*/ 27869 h 65573"/>
                <a:gd name="connsiteX128" fmla="*/ 9836 w 93442"/>
                <a:gd name="connsiteY128" fmla="*/ 27869 h 65573"/>
                <a:gd name="connsiteX129" fmla="*/ 8197 w 93442"/>
                <a:gd name="connsiteY129" fmla="*/ 27869 h 65573"/>
                <a:gd name="connsiteX130" fmla="*/ 4918 w 93442"/>
                <a:gd name="connsiteY130" fmla="*/ 27869 h 65573"/>
                <a:gd name="connsiteX131" fmla="*/ 4918 w 93442"/>
                <a:gd name="connsiteY131" fmla="*/ 24590 h 65573"/>
                <a:gd name="connsiteX132" fmla="*/ 3279 w 93442"/>
                <a:gd name="connsiteY132" fmla="*/ 19672 h 65573"/>
                <a:gd name="connsiteX133" fmla="*/ 3279 w 93442"/>
                <a:gd name="connsiteY133" fmla="*/ 19672 h 65573"/>
                <a:gd name="connsiteX134" fmla="*/ 4918 w 93442"/>
                <a:gd name="connsiteY134" fmla="*/ 16393 h 65573"/>
                <a:gd name="connsiteX135" fmla="*/ 1639 w 93442"/>
                <a:gd name="connsiteY135" fmla="*/ 14754 h 65573"/>
                <a:gd name="connsiteX136" fmla="*/ 1639 w 93442"/>
                <a:gd name="connsiteY136" fmla="*/ 14754 h 65573"/>
                <a:gd name="connsiteX137" fmla="*/ 0 w 93442"/>
                <a:gd name="connsiteY137" fmla="*/ 11476 h 6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</a:cxnLst>
              <a:rect l="l" t="t" r="r" b="b"/>
              <a:pathLst>
                <a:path w="93442" h="65573">
                  <a:moveTo>
                    <a:pt x="0" y="11476"/>
                  </a:moveTo>
                  <a:lnTo>
                    <a:pt x="3279" y="9836"/>
                  </a:lnTo>
                  <a:lnTo>
                    <a:pt x="3279" y="9836"/>
                  </a:lnTo>
                  <a:lnTo>
                    <a:pt x="8197" y="8197"/>
                  </a:lnTo>
                  <a:lnTo>
                    <a:pt x="8197" y="8197"/>
                  </a:lnTo>
                  <a:lnTo>
                    <a:pt x="13114" y="8197"/>
                  </a:lnTo>
                  <a:lnTo>
                    <a:pt x="16393" y="8197"/>
                  </a:lnTo>
                  <a:lnTo>
                    <a:pt x="19672" y="6557"/>
                  </a:lnTo>
                  <a:lnTo>
                    <a:pt x="22951" y="4918"/>
                  </a:lnTo>
                  <a:lnTo>
                    <a:pt x="26229" y="0"/>
                  </a:lnTo>
                  <a:lnTo>
                    <a:pt x="27869" y="0"/>
                  </a:lnTo>
                  <a:lnTo>
                    <a:pt x="29508" y="0"/>
                  </a:lnTo>
                  <a:lnTo>
                    <a:pt x="32787" y="1639"/>
                  </a:lnTo>
                  <a:lnTo>
                    <a:pt x="37705" y="1639"/>
                  </a:lnTo>
                  <a:lnTo>
                    <a:pt x="39344" y="0"/>
                  </a:lnTo>
                  <a:lnTo>
                    <a:pt x="39344" y="0"/>
                  </a:lnTo>
                  <a:lnTo>
                    <a:pt x="40983" y="0"/>
                  </a:lnTo>
                  <a:lnTo>
                    <a:pt x="42623" y="1639"/>
                  </a:lnTo>
                  <a:lnTo>
                    <a:pt x="45901" y="1639"/>
                  </a:lnTo>
                  <a:lnTo>
                    <a:pt x="49180" y="3279"/>
                  </a:lnTo>
                  <a:lnTo>
                    <a:pt x="50820" y="4918"/>
                  </a:lnTo>
                  <a:lnTo>
                    <a:pt x="54098" y="8197"/>
                  </a:lnTo>
                  <a:lnTo>
                    <a:pt x="57377" y="11476"/>
                  </a:lnTo>
                  <a:lnTo>
                    <a:pt x="60656" y="13115"/>
                  </a:lnTo>
                  <a:lnTo>
                    <a:pt x="63934" y="16393"/>
                  </a:lnTo>
                  <a:lnTo>
                    <a:pt x="63934" y="16393"/>
                  </a:lnTo>
                  <a:lnTo>
                    <a:pt x="65573" y="18033"/>
                  </a:lnTo>
                  <a:lnTo>
                    <a:pt x="68852" y="18033"/>
                  </a:lnTo>
                  <a:lnTo>
                    <a:pt x="68852" y="21311"/>
                  </a:lnTo>
                  <a:lnTo>
                    <a:pt x="67213" y="24590"/>
                  </a:lnTo>
                  <a:lnTo>
                    <a:pt x="70491" y="27869"/>
                  </a:lnTo>
                  <a:lnTo>
                    <a:pt x="68852" y="29508"/>
                  </a:lnTo>
                  <a:lnTo>
                    <a:pt x="70491" y="31148"/>
                  </a:lnTo>
                  <a:lnTo>
                    <a:pt x="72131" y="32787"/>
                  </a:lnTo>
                  <a:lnTo>
                    <a:pt x="73770" y="34426"/>
                  </a:lnTo>
                  <a:lnTo>
                    <a:pt x="78688" y="37705"/>
                  </a:lnTo>
                  <a:lnTo>
                    <a:pt x="80327" y="37705"/>
                  </a:lnTo>
                  <a:lnTo>
                    <a:pt x="85246" y="39344"/>
                  </a:lnTo>
                  <a:lnTo>
                    <a:pt x="85246" y="40983"/>
                  </a:lnTo>
                  <a:lnTo>
                    <a:pt x="86885" y="40983"/>
                  </a:lnTo>
                  <a:lnTo>
                    <a:pt x="90164" y="40983"/>
                  </a:lnTo>
                  <a:lnTo>
                    <a:pt x="93442" y="42623"/>
                  </a:lnTo>
                  <a:lnTo>
                    <a:pt x="93442" y="42623"/>
                  </a:lnTo>
                  <a:lnTo>
                    <a:pt x="93442" y="47541"/>
                  </a:lnTo>
                  <a:lnTo>
                    <a:pt x="90164" y="50820"/>
                  </a:lnTo>
                  <a:lnTo>
                    <a:pt x="93442" y="52459"/>
                  </a:lnTo>
                  <a:lnTo>
                    <a:pt x="93442" y="55738"/>
                  </a:lnTo>
                  <a:lnTo>
                    <a:pt x="90164" y="59016"/>
                  </a:lnTo>
                  <a:lnTo>
                    <a:pt x="90164" y="59016"/>
                  </a:lnTo>
                  <a:lnTo>
                    <a:pt x="86885" y="59016"/>
                  </a:lnTo>
                  <a:lnTo>
                    <a:pt x="86885" y="59016"/>
                  </a:lnTo>
                  <a:lnTo>
                    <a:pt x="85246" y="60656"/>
                  </a:lnTo>
                  <a:lnTo>
                    <a:pt x="83606" y="60656"/>
                  </a:lnTo>
                  <a:lnTo>
                    <a:pt x="83606" y="62295"/>
                  </a:lnTo>
                  <a:lnTo>
                    <a:pt x="81967" y="62295"/>
                  </a:lnTo>
                  <a:lnTo>
                    <a:pt x="78688" y="63934"/>
                  </a:lnTo>
                  <a:lnTo>
                    <a:pt x="77049" y="63934"/>
                  </a:lnTo>
                  <a:lnTo>
                    <a:pt x="77049" y="63934"/>
                  </a:lnTo>
                  <a:lnTo>
                    <a:pt x="73770" y="65573"/>
                  </a:lnTo>
                  <a:lnTo>
                    <a:pt x="72131" y="65573"/>
                  </a:lnTo>
                  <a:lnTo>
                    <a:pt x="70491" y="65573"/>
                  </a:lnTo>
                  <a:lnTo>
                    <a:pt x="68852" y="65573"/>
                  </a:lnTo>
                  <a:lnTo>
                    <a:pt x="68852" y="63934"/>
                  </a:lnTo>
                  <a:lnTo>
                    <a:pt x="67213" y="63934"/>
                  </a:lnTo>
                  <a:lnTo>
                    <a:pt x="65573" y="59016"/>
                  </a:lnTo>
                  <a:lnTo>
                    <a:pt x="65573" y="59016"/>
                  </a:lnTo>
                  <a:lnTo>
                    <a:pt x="65573" y="57377"/>
                  </a:lnTo>
                  <a:lnTo>
                    <a:pt x="65573" y="57377"/>
                  </a:lnTo>
                  <a:lnTo>
                    <a:pt x="63934" y="55738"/>
                  </a:lnTo>
                  <a:lnTo>
                    <a:pt x="63934" y="54098"/>
                  </a:lnTo>
                  <a:lnTo>
                    <a:pt x="60656" y="50820"/>
                  </a:lnTo>
                  <a:lnTo>
                    <a:pt x="59016" y="50820"/>
                  </a:lnTo>
                  <a:lnTo>
                    <a:pt x="59016" y="50820"/>
                  </a:lnTo>
                  <a:lnTo>
                    <a:pt x="57377" y="47541"/>
                  </a:lnTo>
                  <a:lnTo>
                    <a:pt x="55737" y="47541"/>
                  </a:lnTo>
                  <a:lnTo>
                    <a:pt x="54098" y="47541"/>
                  </a:lnTo>
                  <a:lnTo>
                    <a:pt x="54098" y="50820"/>
                  </a:lnTo>
                  <a:lnTo>
                    <a:pt x="54098" y="50820"/>
                  </a:lnTo>
                  <a:lnTo>
                    <a:pt x="54098" y="52459"/>
                  </a:lnTo>
                  <a:lnTo>
                    <a:pt x="52459" y="54098"/>
                  </a:lnTo>
                  <a:lnTo>
                    <a:pt x="50820" y="54098"/>
                  </a:lnTo>
                  <a:lnTo>
                    <a:pt x="49180" y="57377"/>
                  </a:lnTo>
                  <a:lnTo>
                    <a:pt x="47541" y="60656"/>
                  </a:lnTo>
                  <a:lnTo>
                    <a:pt x="47541" y="63934"/>
                  </a:lnTo>
                  <a:lnTo>
                    <a:pt x="47541" y="63934"/>
                  </a:lnTo>
                  <a:lnTo>
                    <a:pt x="44262" y="65573"/>
                  </a:lnTo>
                  <a:lnTo>
                    <a:pt x="44262" y="65573"/>
                  </a:lnTo>
                  <a:lnTo>
                    <a:pt x="44262" y="63934"/>
                  </a:lnTo>
                  <a:lnTo>
                    <a:pt x="42623" y="63934"/>
                  </a:lnTo>
                  <a:lnTo>
                    <a:pt x="39344" y="63934"/>
                  </a:lnTo>
                  <a:lnTo>
                    <a:pt x="39344" y="63934"/>
                  </a:lnTo>
                  <a:lnTo>
                    <a:pt x="37705" y="62295"/>
                  </a:lnTo>
                  <a:lnTo>
                    <a:pt x="37705" y="62295"/>
                  </a:lnTo>
                  <a:lnTo>
                    <a:pt x="32787" y="60656"/>
                  </a:lnTo>
                  <a:lnTo>
                    <a:pt x="32787" y="59016"/>
                  </a:lnTo>
                  <a:lnTo>
                    <a:pt x="34426" y="55738"/>
                  </a:lnTo>
                  <a:lnTo>
                    <a:pt x="31147" y="54098"/>
                  </a:lnTo>
                  <a:lnTo>
                    <a:pt x="29508" y="54098"/>
                  </a:lnTo>
                  <a:lnTo>
                    <a:pt x="26229" y="54098"/>
                  </a:lnTo>
                  <a:lnTo>
                    <a:pt x="22951" y="54098"/>
                  </a:lnTo>
                  <a:lnTo>
                    <a:pt x="21311" y="55738"/>
                  </a:lnTo>
                  <a:lnTo>
                    <a:pt x="19672" y="54098"/>
                  </a:lnTo>
                  <a:lnTo>
                    <a:pt x="14754" y="54098"/>
                  </a:lnTo>
                  <a:lnTo>
                    <a:pt x="13114" y="54098"/>
                  </a:lnTo>
                  <a:lnTo>
                    <a:pt x="9836" y="57377"/>
                  </a:lnTo>
                  <a:lnTo>
                    <a:pt x="9836" y="55738"/>
                  </a:lnTo>
                  <a:lnTo>
                    <a:pt x="13114" y="52459"/>
                  </a:lnTo>
                  <a:lnTo>
                    <a:pt x="11476" y="50820"/>
                  </a:lnTo>
                  <a:lnTo>
                    <a:pt x="11476" y="49180"/>
                  </a:lnTo>
                  <a:lnTo>
                    <a:pt x="9836" y="45901"/>
                  </a:lnTo>
                  <a:lnTo>
                    <a:pt x="11476" y="44262"/>
                  </a:lnTo>
                  <a:lnTo>
                    <a:pt x="13114" y="44262"/>
                  </a:lnTo>
                  <a:lnTo>
                    <a:pt x="18033" y="42623"/>
                  </a:lnTo>
                  <a:lnTo>
                    <a:pt x="21311" y="42623"/>
                  </a:lnTo>
                  <a:lnTo>
                    <a:pt x="21311" y="42623"/>
                  </a:lnTo>
                  <a:lnTo>
                    <a:pt x="21311" y="40983"/>
                  </a:lnTo>
                  <a:lnTo>
                    <a:pt x="21311" y="40983"/>
                  </a:lnTo>
                  <a:lnTo>
                    <a:pt x="19672" y="40983"/>
                  </a:lnTo>
                  <a:lnTo>
                    <a:pt x="16393" y="39344"/>
                  </a:lnTo>
                  <a:lnTo>
                    <a:pt x="16393" y="39344"/>
                  </a:lnTo>
                  <a:lnTo>
                    <a:pt x="16393" y="39344"/>
                  </a:lnTo>
                  <a:lnTo>
                    <a:pt x="14754" y="39344"/>
                  </a:lnTo>
                  <a:lnTo>
                    <a:pt x="14754" y="39344"/>
                  </a:lnTo>
                  <a:lnTo>
                    <a:pt x="13114" y="37705"/>
                  </a:lnTo>
                  <a:lnTo>
                    <a:pt x="8197" y="36066"/>
                  </a:lnTo>
                  <a:lnTo>
                    <a:pt x="8197" y="31148"/>
                  </a:lnTo>
                  <a:lnTo>
                    <a:pt x="8197" y="29508"/>
                  </a:lnTo>
                  <a:lnTo>
                    <a:pt x="9836" y="27869"/>
                  </a:lnTo>
                  <a:lnTo>
                    <a:pt x="9836" y="27869"/>
                  </a:lnTo>
                  <a:lnTo>
                    <a:pt x="8197" y="27869"/>
                  </a:lnTo>
                  <a:lnTo>
                    <a:pt x="4918" y="27869"/>
                  </a:lnTo>
                  <a:lnTo>
                    <a:pt x="4918" y="24590"/>
                  </a:lnTo>
                  <a:lnTo>
                    <a:pt x="3279" y="19672"/>
                  </a:lnTo>
                  <a:lnTo>
                    <a:pt x="3279" y="19672"/>
                  </a:lnTo>
                  <a:lnTo>
                    <a:pt x="4918" y="16393"/>
                  </a:lnTo>
                  <a:lnTo>
                    <a:pt x="1639" y="14754"/>
                  </a:lnTo>
                  <a:lnTo>
                    <a:pt x="1639" y="14754"/>
                  </a:lnTo>
                  <a:lnTo>
                    <a:pt x="0" y="1147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78" name="Freeform 3777">
              <a:extLst>
                <a:ext uri="{FF2B5EF4-FFF2-40B4-BE49-F238E27FC236}">
                  <a16:creationId xmlns:a16="http://schemas.microsoft.com/office/drawing/2014/main" id="{E3DE7AA2-7DC8-1847-8098-9B269C23E725}"/>
                </a:ext>
              </a:extLst>
            </p:cNvPr>
            <p:cNvSpPr/>
            <p:nvPr/>
          </p:nvSpPr>
          <p:spPr>
            <a:xfrm>
              <a:off x="6068131" y="2136217"/>
              <a:ext cx="137704" cy="122950"/>
            </a:xfrm>
            <a:custGeom>
              <a:avLst/>
              <a:gdLst>
                <a:gd name="connsiteX0" fmla="*/ 0 w 137704"/>
                <a:gd name="connsiteY0" fmla="*/ 31147 h 122950"/>
                <a:gd name="connsiteX1" fmla="*/ 0 w 137704"/>
                <a:gd name="connsiteY1" fmla="*/ 29508 h 122950"/>
                <a:gd name="connsiteX2" fmla="*/ 0 w 137704"/>
                <a:gd name="connsiteY2" fmla="*/ 26229 h 122950"/>
                <a:gd name="connsiteX3" fmla="*/ 1639 w 137704"/>
                <a:gd name="connsiteY3" fmla="*/ 22951 h 122950"/>
                <a:gd name="connsiteX4" fmla="*/ 3279 w 137704"/>
                <a:gd name="connsiteY4" fmla="*/ 21311 h 122950"/>
                <a:gd name="connsiteX5" fmla="*/ 4918 w 137704"/>
                <a:gd name="connsiteY5" fmla="*/ 19672 h 122950"/>
                <a:gd name="connsiteX6" fmla="*/ 6558 w 137704"/>
                <a:gd name="connsiteY6" fmla="*/ 16393 h 122950"/>
                <a:gd name="connsiteX7" fmla="*/ 6558 w 137704"/>
                <a:gd name="connsiteY7" fmla="*/ 14754 h 122950"/>
                <a:gd name="connsiteX8" fmla="*/ 8197 w 137704"/>
                <a:gd name="connsiteY8" fmla="*/ 11475 h 122950"/>
                <a:gd name="connsiteX9" fmla="*/ 8197 w 137704"/>
                <a:gd name="connsiteY9" fmla="*/ 8197 h 122950"/>
                <a:gd name="connsiteX10" fmla="*/ 9836 w 137704"/>
                <a:gd name="connsiteY10" fmla="*/ 6557 h 122950"/>
                <a:gd name="connsiteX11" fmla="*/ 13115 w 137704"/>
                <a:gd name="connsiteY11" fmla="*/ 6557 h 122950"/>
                <a:gd name="connsiteX12" fmla="*/ 16393 w 137704"/>
                <a:gd name="connsiteY12" fmla="*/ 6557 h 122950"/>
                <a:gd name="connsiteX13" fmla="*/ 18033 w 137704"/>
                <a:gd name="connsiteY13" fmla="*/ 6557 h 122950"/>
                <a:gd name="connsiteX14" fmla="*/ 21312 w 137704"/>
                <a:gd name="connsiteY14" fmla="*/ 8197 h 122950"/>
                <a:gd name="connsiteX15" fmla="*/ 19672 w 137704"/>
                <a:gd name="connsiteY15" fmla="*/ 11475 h 122950"/>
                <a:gd name="connsiteX16" fmla="*/ 19672 w 137704"/>
                <a:gd name="connsiteY16" fmla="*/ 13115 h 122950"/>
                <a:gd name="connsiteX17" fmla="*/ 24590 w 137704"/>
                <a:gd name="connsiteY17" fmla="*/ 14754 h 122950"/>
                <a:gd name="connsiteX18" fmla="*/ 24590 w 137704"/>
                <a:gd name="connsiteY18" fmla="*/ 14754 h 122950"/>
                <a:gd name="connsiteX19" fmla="*/ 26229 w 137704"/>
                <a:gd name="connsiteY19" fmla="*/ 16393 h 122950"/>
                <a:gd name="connsiteX20" fmla="*/ 26229 w 137704"/>
                <a:gd name="connsiteY20" fmla="*/ 16393 h 122950"/>
                <a:gd name="connsiteX21" fmla="*/ 29508 w 137704"/>
                <a:gd name="connsiteY21" fmla="*/ 16393 h 122950"/>
                <a:gd name="connsiteX22" fmla="*/ 31148 w 137704"/>
                <a:gd name="connsiteY22" fmla="*/ 16393 h 122950"/>
                <a:gd name="connsiteX23" fmla="*/ 31148 w 137704"/>
                <a:gd name="connsiteY23" fmla="*/ 18033 h 122950"/>
                <a:gd name="connsiteX24" fmla="*/ 31148 w 137704"/>
                <a:gd name="connsiteY24" fmla="*/ 18033 h 122950"/>
                <a:gd name="connsiteX25" fmla="*/ 34426 w 137704"/>
                <a:gd name="connsiteY25" fmla="*/ 16393 h 122950"/>
                <a:gd name="connsiteX26" fmla="*/ 34426 w 137704"/>
                <a:gd name="connsiteY26" fmla="*/ 16393 h 122950"/>
                <a:gd name="connsiteX27" fmla="*/ 34426 w 137704"/>
                <a:gd name="connsiteY27" fmla="*/ 13115 h 122950"/>
                <a:gd name="connsiteX28" fmla="*/ 36066 w 137704"/>
                <a:gd name="connsiteY28" fmla="*/ 9836 h 122950"/>
                <a:gd name="connsiteX29" fmla="*/ 37705 w 137704"/>
                <a:gd name="connsiteY29" fmla="*/ 6557 h 122950"/>
                <a:gd name="connsiteX30" fmla="*/ 39344 w 137704"/>
                <a:gd name="connsiteY30" fmla="*/ 6557 h 122950"/>
                <a:gd name="connsiteX31" fmla="*/ 40983 w 137704"/>
                <a:gd name="connsiteY31" fmla="*/ 4918 h 122950"/>
                <a:gd name="connsiteX32" fmla="*/ 40983 w 137704"/>
                <a:gd name="connsiteY32" fmla="*/ 3279 h 122950"/>
                <a:gd name="connsiteX33" fmla="*/ 40983 w 137704"/>
                <a:gd name="connsiteY33" fmla="*/ 3279 h 122950"/>
                <a:gd name="connsiteX34" fmla="*/ 40983 w 137704"/>
                <a:gd name="connsiteY34" fmla="*/ 0 h 122950"/>
                <a:gd name="connsiteX35" fmla="*/ 42623 w 137704"/>
                <a:gd name="connsiteY35" fmla="*/ 0 h 122950"/>
                <a:gd name="connsiteX36" fmla="*/ 44262 w 137704"/>
                <a:gd name="connsiteY36" fmla="*/ 0 h 122950"/>
                <a:gd name="connsiteX37" fmla="*/ 45902 w 137704"/>
                <a:gd name="connsiteY37" fmla="*/ 3279 h 122950"/>
                <a:gd name="connsiteX38" fmla="*/ 45902 w 137704"/>
                <a:gd name="connsiteY38" fmla="*/ 3279 h 122950"/>
                <a:gd name="connsiteX39" fmla="*/ 47541 w 137704"/>
                <a:gd name="connsiteY39" fmla="*/ 3279 h 122950"/>
                <a:gd name="connsiteX40" fmla="*/ 50820 w 137704"/>
                <a:gd name="connsiteY40" fmla="*/ 6557 h 122950"/>
                <a:gd name="connsiteX41" fmla="*/ 50820 w 137704"/>
                <a:gd name="connsiteY41" fmla="*/ 8197 h 122950"/>
                <a:gd name="connsiteX42" fmla="*/ 52459 w 137704"/>
                <a:gd name="connsiteY42" fmla="*/ 9836 h 122950"/>
                <a:gd name="connsiteX43" fmla="*/ 52459 w 137704"/>
                <a:gd name="connsiteY43" fmla="*/ 9836 h 122950"/>
                <a:gd name="connsiteX44" fmla="*/ 52459 w 137704"/>
                <a:gd name="connsiteY44" fmla="*/ 11475 h 122950"/>
                <a:gd name="connsiteX45" fmla="*/ 52459 w 137704"/>
                <a:gd name="connsiteY45" fmla="*/ 11475 h 122950"/>
                <a:gd name="connsiteX46" fmla="*/ 54098 w 137704"/>
                <a:gd name="connsiteY46" fmla="*/ 16393 h 122950"/>
                <a:gd name="connsiteX47" fmla="*/ 55738 w 137704"/>
                <a:gd name="connsiteY47" fmla="*/ 16393 h 122950"/>
                <a:gd name="connsiteX48" fmla="*/ 55738 w 137704"/>
                <a:gd name="connsiteY48" fmla="*/ 18033 h 122950"/>
                <a:gd name="connsiteX49" fmla="*/ 57377 w 137704"/>
                <a:gd name="connsiteY49" fmla="*/ 18033 h 122950"/>
                <a:gd name="connsiteX50" fmla="*/ 59016 w 137704"/>
                <a:gd name="connsiteY50" fmla="*/ 18033 h 122950"/>
                <a:gd name="connsiteX51" fmla="*/ 60656 w 137704"/>
                <a:gd name="connsiteY51" fmla="*/ 18033 h 122950"/>
                <a:gd name="connsiteX52" fmla="*/ 63935 w 137704"/>
                <a:gd name="connsiteY52" fmla="*/ 16393 h 122950"/>
                <a:gd name="connsiteX53" fmla="*/ 63935 w 137704"/>
                <a:gd name="connsiteY53" fmla="*/ 16393 h 122950"/>
                <a:gd name="connsiteX54" fmla="*/ 65573 w 137704"/>
                <a:gd name="connsiteY54" fmla="*/ 16393 h 122950"/>
                <a:gd name="connsiteX55" fmla="*/ 68852 w 137704"/>
                <a:gd name="connsiteY55" fmla="*/ 14754 h 122950"/>
                <a:gd name="connsiteX56" fmla="*/ 70492 w 137704"/>
                <a:gd name="connsiteY56" fmla="*/ 14754 h 122950"/>
                <a:gd name="connsiteX57" fmla="*/ 70492 w 137704"/>
                <a:gd name="connsiteY57" fmla="*/ 13115 h 122950"/>
                <a:gd name="connsiteX58" fmla="*/ 72131 w 137704"/>
                <a:gd name="connsiteY58" fmla="*/ 13115 h 122950"/>
                <a:gd name="connsiteX59" fmla="*/ 73770 w 137704"/>
                <a:gd name="connsiteY59" fmla="*/ 11475 h 122950"/>
                <a:gd name="connsiteX60" fmla="*/ 73770 w 137704"/>
                <a:gd name="connsiteY60" fmla="*/ 11475 h 122950"/>
                <a:gd name="connsiteX61" fmla="*/ 77049 w 137704"/>
                <a:gd name="connsiteY61" fmla="*/ 11475 h 122950"/>
                <a:gd name="connsiteX62" fmla="*/ 77049 w 137704"/>
                <a:gd name="connsiteY62" fmla="*/ 11475 h 122950"/>
                <a:gd name="connsiteX63" fmla="*/ 78688 w 137704"/>
                <a:gd name="connsiteY63" fmla="*/ 13115 h 122950"/>
                <a:gd name="connsiteX64" fmla="*/ 81967 w 137704"/>
                <a:gd name="connsiteY64" fmla="*/ 13115 h 122950"/>
                <a:gd name="connsiteX65" fmla="*/ 85246 w 137704"/>
                <a:gd name="connsiteY65" fmla="*/ 14754 h 122950"/>
                <a:gd name="connsiteX66" fmla="*/ 86885 w 137704"/>
                <a:gd name="connsiteY66" fmla="*/ 14754 h 122950"/>
                <a:gd name="connsiteX67" fmla="*/ 88525 w 137704"/>
                <a:gd name="connsiteY67" fmla="*/ 18033 h 122950"/>
                <a:gd name="connsiteX68" fmla="*/ 91803 w 137704"/>
                <a:gd name="connsiteY68" fmla="*/ 18033 h 122950"/>
                <a:gd name="connsiteX69" fmla="*/ 96721 w 137704"/>
                <a:gd name="connsiteY69" fmla="*/ 18033 h 122950"/>
                <a:gd name="connsiteX70" fmla="*/ 100000 w 137704"/>
                <a:gd name="connsiteY70" fmla="*/ 19672 h 122950"/>
                <a:gd name="connsiteX71" fmla="*/ 100000 w 137704"/>
                <a:gd name="connsiteY71" fmla="*/ 21311 h 122950"/>
                <a:gd name="connsiteX72" fmla="*/ 101639 w 137704"/>
                <a:gd name="connsiteY72" fmla="*/ 21311 h 122950"/>
                <a:gd name="connsiteX73" fmla="*/ 103279 w 137704"/>
                <a:gd name="connsiteY73" fmla="*/ 24590 h 122950"/>
                <a:gd name="connsiteX74" fmla="*/ 106557 w 137704"/>
                <a:gd name="connsiteY74" fmla="*/ 24590 h 122950"/>
                <a:gd name="connsiteX75" fmla="*/ 108196 w 137704"/>
                <a:gd name="connsiteY75" fmla="*/ 21311 h 122950"/>
                <a:gd name="connsiteX76" fmla="*/ 109836 w 137704"/>
                <a:gd name="connsiteY76" fmla="*/ 21311 h 122950"/>
                <a:gd name="connsiteX77" fmla="*/ 113115 w 137704"/>
                <a:gd name="connsiteY77" fmla="*/ 18033 h 122950"/>
                <a:gd name="connsiteX78" fmla="*/ 116393 w 137704"/>
                <a:gd name="connsiteY78" fmla="*/ 16393 h 122950"/>
                <a:gd name="connsiteX79" fmla="*/ 119672 w 137704"/>
                <a:gd name="connsiteY79" fmla="*/ 19672 h 122950"/>
                <a:gd name="connsiteX80" fmla="*/ 122950 w 137704"/>
                <a:gd name="connsiteY80" fmla="*/ 19672 h 122950"/>
                <a:gd name="connsiteX81" fmla="*/ 126229 w 137704"/>
                <a:gd name="connsiteY81" fmla="*/ 22951 h 122950"/>
                <a:gd name="connsiteX82" fmla="*/ 124590 w 137704"/>
                <a:gd name="connsiteY82" fmla="*/ 24590 h 122950"/>
                <a:gd name="connsiteX83" fmla="*/ 121311 w 137704"/>
                <a:gd name="connsiteY83" fmla="*/ 22951 h 122950"/>
                <a:gd name="connsiteX84" fmla="*/ 116393 w 137704"/>
                <a:gd name="connsiteY84" fmla="*/ 26229 h 122950"/>
                <a:gd name="connsiteX85" fmla="*/ 116393 w 137704"/>
                <a:gd name="connsiteY85" fmla="*/ 26229 h 122950"/>
                <a:gd name="connsiteX86" fmla="*/ 118032 w 137704"/>
                <a:gd name="connsiteY86" fmla="*/ 27869 h 122950"/>
                <a:gd name="connsiteX87" fmla="*/ 118032 w 137704"/>
                <a:gd name="connsiteY87" fmla="*/ 27869 h 122950"/>
                <a:gd name="connsiteX88" fmla="*/ 118032 w 137704"/>
                <a:gd name="connsiteY88" fmla="*/ 29508 h 122950"/>
                <a:gd name="connsiteX89" fmla="*/ 121311 w 137704"/>
                <a:gd name="connsiteY89" fmla="*/ 34426 h 122950"/>
                <a:gd name="connsiteX90" fmla="*/ 121311 w 137704"/>
                <a:gd name="connsiteY90" fmla="*/ 34426 h 122950"/>
                <a:gd name="connsiteX91" fmla="*/ 121311 w 137704"/>
                <a:gd name="connsiteY91" fmla="*/ 34426 h 122950"/>
                <a:gd name="connsiteX92" fmla="*/ 124590 w 137704"/>
                <a:gd name="connsiteY92" fmla="*/ 37705 h 122950"/>
                <a:gd name="connsiteX93" fmla="*/ 124590 w 137704"/>
                <a:gd name="connsiteY93" fmla="*/ 37705 h 122950"/>
                <a:gd name="connsiteX94" fmla="*/ 122950 w 137704"/>
                <a:gd name="connsiteY94" fmla="*/ 40983 h 122950"/>
                <a:gd name="connsiteX95" fmla="*/ 119672 w 137704"/>
                <a:gd name="connsiteY95" fmla="*/ 44262 h 122950"/>
                <a:gd name="connsiteX96" fmla="*/ 119672 w 137704"/>
                <a:gd name="connsiteY96" fmla="*/ 45901 h 122950"/>
                <a:gd name="connsiteX97" fmla="*/ 116393 w 137704"/>
                <a:gd name="connsiteY97" fmla="*/ 49180 h 122950"/>
                <a:gd name="connsiteX98" fmla="*/ 114754 w 137704"/>
                <a:gd name="connsiteY98" fmla="*/ 52459 h 122950"/>
                <a:gd name="connsiteX99" fmla="*/ 114754 w 137704"/>
                <a:gd name="connsiteY99" fmla="*/ 55737 h 122950"/>
                <a:gd name="connsiteX100" fmla="*/ 116393 w 137704"/>
                <a:gd name="connsiteY100" fmla="*/ 60655 h 122950"/>
                <a:gd name="connsiteX101" fmla="*/ 119672 w 137704"/>
                <a:gd name="connsiteY101" fmla="*/ 63934 h 122950"/>
                <a:gd name="connsiteX102" fmla="*/ 119672 w 137704"/>
                <a:gd name="connsiteY102" fmla="*/ 67213 h 122950"/>
                <a:gd name="connsiteX103" fmla="*/ 122950 w 137704"/>
                <a:gd name="connsiteY103" fmla="*/ 70492 h 122950"/>
                <a:gd name="connsiteX104" fmla="*/ 127869 w 137704"/>
                <a:gd name="connsiteY104" fmla="*/ 73770 h 122950"/>
                <a:gd name="connsiteX105" fmla="*/ 129508 w 137704"/>
                <a:gd name="connsiteY105" fmla="*/ 73770 h 122950"/>
                <a:gd name="connsiteX106" fmla="*/ 132786 w 137704"/>
                <a:gd name="connsiteY106" fmla="*/ 77049 h 122950"/>
                <a:gd name="connsiteX107" fmla="*/ 136065 w 137704"/>
                <a:gd name="connsiteY107" fmla="*/ 81967 h 122950"/>
                <a:gd name="connsiteX108" fmla="*/ 137705 w 137704"/>
                <a:gd name="connsiteY108" fmla="*/ 81967 h 122950"/>
                <a:gd name="connsiteX109" fmla="*/ 137705 w 137704"/>
                <a:gd name="connsiteY109" fmla="*/ 83606 h 122950"/>
                <a:gd name="connsiteX110" fmla="*/ 136065 w 137704"/>
                <a:gd name="connsiteY110" fmla="*/ 86885 h 122950"/>
                <a:gd name="connsiteX111" fmla="*/ 132786 w 137704"/>
                <a:gd name="connsiteY111" fmla="*/ 90164 h 122950"/>
                <a:gd name="connsiteX112" fmla="*/ 132786 w 137704"/>
                <a:gd name="connsiteY112" fmla="*/ 90164 h 122950"/>
                <a:gd name="connsiteX113" fmla="*/ 131147 w 137704"/>
                <a:gd name="connsiteY113" fmla="*/ 91803 h 122950"/>
                <a:gd name="connsiteX114" fmla="*/ 129508 w 137704"/>
                <a:gd name="connsiteY114" fmla="*/ 95082 h 122950"/>
                <a:gd name="connsiteX115" fmla="*/ 126229 w 137704"/>
                <a:gd name="connsiteY115" fmla="*/ 95082 h 122950"/>
                <a:gd name="connsiteX116" fmla="*/ 126229 w 137704"/>
                <a:gd name="connsiteY116" fmla="*/ 95082 h 122950"/>
                <a:gd name="connsiteX117" fmla="*/ 121311 w 137704"/>
                <a:gd name="connsiteY117" fmla="*/ 96721 h 122950"/>
                <a:gd name="connsiteX118" fmla="*/ 119672 w 137704"/>
                <a:gd name="connsiteY118" fmla="*/ 98360 h 122950"/>
                <a:gd name="connsiteX119" fmla="*/ 119672 w 137704"/>
                <a:gd name="connsiteY119" fmla="*/ 98360 h 122950"/>
                <a:gd name="connsiteX120" fmla="*/ 119672 w 137704"/>
                <a:gd name="connsiteY120" fmla="*/ 99999 h 122950"/>
                <a:gd name="connsiteX121" fmla="*/ 121311 w 137704"/>
                <a:gd name="connsiteY121" fmla="*/ 103278 h 122950"/>
                <a:gd name="connsiteX122" fmla="*/ 121311 w 137704"/>
                <a:gd name="connsiteY122" fmla="*/ 106557 h 122950"/>
                <a:gd name="connsiteX123" fmla="*/ 121311 w 137704"/>
                <a:gd name="connsiteY123" fmla="*/ 108196 h 122950"/>
                <a:gd name="connsiteX124" fmla="*/ 124590 w 137704"/>
                <a:gd name="connsiteY124" fmla="*/ 111475 h 122950"/>
                <a:gd name="connsiteX125" fmla="*/ 124590 w 137704"/>
                <a:gd name="connsiteY125" fmla="*/ 116393 h 122950"/>
                <a:gd name="connsiteX126" fmla="*/ 121311 w 137704"/>
                <a:gd name="connsiteY126" fmla="*/ 118032 h 122950"/>
                <a:gd name="connsiteX127" fmla="*/ 118032 w 137704"/>
                <a:gd name="connsiteY127" fmla="*/ 119672 h 122950"/>
                <a:gd name="connsiteX128" fmla="*/ 114754 w 137704"/>
                <a:gd name="connsiteY128" fmla="*/ 118032 h 122950"/>
                <a:gd name="connsiteX129" fmla="*/ 114754 w 137704"/>
                <a:gd name="connsiteY129" fmla="*/ 118032 h 122950"/>
                <a:gd name="connsiteX130" fmla="*/ 111475 w 137704"/>
                <a:gd name="connsiteY130" fmla="*/ 119672 h 122950"/>
                <a:gd name="connsiteX131" fmla="*/ 108196 w 137704"/>
                <a:gd name="connsiteY131" fmla="*/ 121311 h 122950"/>
                <a:gd name="connsiteX132" fmla="*/ 106557 w 137704"/>
                <a:gd name="connsiteY132" fmla="*/ 121311 h 122950"/>
                <a:gd name="connsiteX133" fmla="*/ 103279 w 137704"/>
                <a:gd name="connsiteY133" fmla="*/ 119672 h 122950"/>
                <a:gd name="connsiteX134" fmla="*/ 100000 w 137704"/>
                <a:gd name="connsiteY134" fmla="*/ 119672 h 122950"/>
                <a:gd name="connsiteX135" fmla="*/ 96721 w 137704"/>
                <a:gd name="connsiteY135" fmla="*/ 122950 h 122950"/>
                <a:gd name="connsiteX136" fmla="*/ 95082 w 137704"/>
                <a:gd name="connsiteY136" fmla="*/ 122950 h 122950"/>
                <a:gd name="connsiteX137" fmla="*/ 95082 w 137704"/>
                <a:gd name="connsiteY137" fmla="*/ 122950 h 122950"/>
                <a:gd name="connsiteX138" fmla="*/ 90164 w 137704"/>
                <a:gd name="connsiteY138" fmla="*/ 122950 h 122950"/>
                <a:gd name="connsiteX139" fmla="*/ 88525 w 137704"/>
                <a:gd name="connsiteY139" fmla="*/ 119672 h 122950"/>
                <a:gd name="connsiteX140" fmla="*/ 93442 w 137704"/>
                <a:gd name="connsiteY140" fmla="*/ 116393 h 122950"/>
                <a:gd name="connsiteX141" fmla="*/ 93442 w 137704"/>
                <a:gd name="connsiteY141" fmla="*/ 114754 h 122950"/>
                <a:gd name="connsiteX142" fmla="*/ 93442 w 137704"/>
                <a:gd name="connsiteY142" fmla="*/ 113114 h 122950"/>
                <a:gd name="connsiteX143" fmla="*/ 95082 w 137704"/>
                <a:gd name="connsiteY143" fmla="*/ 113114 h 122950"/>
                <a:gd name="connsiteX144" fmla="*/ 96721 w 137704"/>
                <a:gd name="connsiteY144" fmla="*/ 108196 h 122950"/>
                <a:gd name="connsiteX145" fmla="*/ 96721 w 137704"/>
                <a:gd name="connsiteY145" fmla="*/ 104917 h 122950"/>
                <a:gd name="connsiteX146" fmla="*/ 96721 w 137704"/>
                <a:gd name="connsiteY146" fmla="*/ 103278 h 122950"/>
                <a:gd name="connsiteX147" fmla="*/ 93442 w 137704"/>
                <a:gd name="connsiteY147" fmla="*/ 103278 h 122950"/>
                <a:gd name="connsiteX148" fmla="*/ 90164 w 137704"/>
                <a:gd name="connsiteY148" fmla="*/ 103278 h 122950"/>
                <a:gd name="connsiteX149" fmla="*/ 86885 w 137704"/>
                <a:gd name="connsiteY149" fmla="*/ 101639 h 122950"/>
                <a:gd name="connsiteX150" fmla="*/ 83606 w 137704"/>
                <a:gd name="connsiteY150" fmla="*/ 101639 h 122950"/>
                <a:gd name="connsiteX151" fmla="*/ 83606 w 137704"/>
                <a:gd name="connsiteY151" fmla="*/ 101639 h 122950"/>
                <a:gd name="connsiteX152" fmla="*/ 83606 w 137704"/>
                <a:gd name="connsiteY152" fmla="*/ 98360 h 122950"/>
                <a:gd name="connsiteX153" fmla="*/ 83606 w 137704"/>
                <a:gd name="connsiteY153" fmla="*/ 96721 h 122950"/>
                <a:gd name="connsiteX154" fmla="*/ 80328 w 137704"/>
                <a:gd name="connsiteY154" fmla="*/ 95082 h 122950"/>
                <a:gd name="connsiteX155" fmla="*/ 77049 w 137704"/>
                <a:gd name="connsiteY155" fmla="*/ 93442 h 122950"/>
                <a:gd name="connsiteX156" fmla="*/ 77049 w 137704"/>
                <a:gd name="connsiteY156" fmla="*/ 91803 h 122950"/>
                <a:gd name="connsiteX157" fmla="*/ 73770 w 137704"/>
                <a:gd name="connsiteY157" fmla="*/ 88524 h 122950"/>
                <a:gd name="connsiteX158" fmla="*/ 70492 w 137704"/>
                <a:gd name="connsiteY158" fmla="*/ 86885 h 122950"/>
                <a:gd name="connsiteX159" fmla="*/ 67213 w 137704"/>
                <a:gd name="connsiteY159" fmla="*/ 85245 h 122950"/>
                <a:gd name="connsiteX160" fmla="*/ 65573 w 137704"/>
                <a:gd name="connsiteY160" fmla="*/ 83606 h 122950"/>
                <a:gd name="connsiteX161" fmla="*/ 63935 w 137704"/>
                <a:gd name="connsiteY161" fmla="*/ 81967 h 122950"/>
                <a:gd name="connsiteX162" fmla="*/ 62295 w 137704"/>
                <a:gd name="connsiteY162" fmla="*/ 78688 h 122950"/>
                <a:gd name="connsiteX163" fmla="*/ 57377 w 137704"/>
                <a:gd name="connsiteY163" fmla="*/ 80327 h 122950"/>
                <a:gd name="connsiteX164" fmla="*/ 57377 w 137704"/>
                <a:gd name="connsiteY164" fmla="*/ 80327 h 122950"/>
                <a:gd name="connsiteX165" fmla="*/ 55738 w 137704"/>
                <a:gd name="connsiteY165" fmla="*/ 81967 h 122950"/>
                <a:gd name="connsiteX166" fmla="*/ 55738 w 137704"/>
                <a:gd name="connsiteY166" fmla="*/ 83606 h 122950"/>
                <a:gd name="connsiteX167" fmla="*/ 57377 w 137704"/>
                <a:gd name="connsiteY167" fmla="*/ 86885 h 122950"/>
                <a:gd name="connsiteX168" fmla="*/ 55738 w 137704"/>
                <a:gd name="connsiteY168" fmla="*/ 90164 h 122950"/>
                <a:gd name="connsiteX169" fmla="*/ 52459 w 137704"/>
                <a:gd name="connsiteY169" fmla="*/ 91803 h 122950"/>
                <a:gd name="connsiteX170" fmla="*/ 52459 w 137704"/>
                <a:gd name="connsiteY170" fmla="*/ 91803 h 122950"/>
                <a:gd name="connsiteX171" fmla="*/ 50820 w 137704"/>
                <a:gd name="connsiteY171" fmla="*/ 91803 h 122950"/>
                <a:gd name="connsiteX172" fmla="*/ 52459 w 137704"/>
                <a:gd name="connsiteY172" fmla="*/ 95082 h 122950"/>
                <a:gd name="connsiteX173" fmla="*/ 50820 w 137704"/>
                <a:gd name="connsiteY173" fmla="*/ 96721 h 122950"/>
                <a:gd name="connsiteX174" fmla="*/ 47541 w 137704"/>
                <a:gd name="connsiteY174" fmla="*/ 98360 h 122950"/>
                <a:gd name="connsiteX175" fmla="*/ 47541 w 137704"/>
                <a:gd name="connsiteY175" fmla="*/ 98360 h 122950"/>
                <a:gd name="connsiteX176" fmla="*/ 45902 w 137704"/>
                <a:gd name="connsiteY176" fmla="*/ 93442 h 122950"/>
                <a:gd name="connsiteX177" fmla="*/ 42623 w 137704"/>
                <a:gd name="connsiteY177" fmla="*/ 91803 h 122950"/>
                <a:gd name="connsiteX178" fmla="*/ 39344 w 137704"/>
                <a:gd name="connsiteY178" fmla="*/ 91803 h 122950"/>
                <a:gd name="connsiteX179" fmla="*/ 39344 w 137704"/>
                <a:gd name="connsiteY179" fmla="*/ 91803 h 122950"/>
                <a:gd name="connsiteX180" fmla="*/ 37705 w 137704"/>
                <a:gd name="connsiteY180" fmla="*/ 90164 h 122950"/>
                <a:gd name="connsiteX181" fmla="*/ 37705 w 137704"/>
                <a:gd name="connsiteY181" fmla="*/ 90164 h 122950"/>
                <a:gd name="connsiteX182" fmla="*/ 32787 w 137704"/>
                <a:gd name="connsiteY182" fmla="*/ 86885 h 122950"/>
                <a:gd name="connsiteX183" fmla="*/ 29508 w 137704"/>
                <a:gd name="connsiteY183" fmla="*/ 86885 h 122950"/>
                <a:gd name="connsiteX184" fmla="*/ 26229 w 137704"/>
                <a:gd name="connsiteY184" fmla="*/ 85245 h 122950"/>
                <a:gd name="connsiteX185" fmla="*/ 26229 w 137704"/>
                <a:gd name="connsiteY185" fmla="*/ 85245 h 122950"/>
                <a:gd name="connsiteX186" fmla="*/ 24590 w 137704"/>
                <a:gd name="connsiteY186" fmla="*/ 83606 h 122950"/>
                <a:gd name="connsiteX187" fmla="*/ 24590 w 137704"/>
                <a:gd name="connsiteY187" fmla="*/ 83606 h 122950"/>
                <a:gd name="connsiteX188" fmla="*/ 19672 w 137704"/>
                <a:gd name="connsiteY188" fmla="*/ 83606 h 122950"/>
                <a:gd name="connsiteX189" fmla="*/ 16393 w 137704"/>
                <a:gd name="connsiteY189" fmla="*/ 80327 h 122950"/>
                <a:gd name="connsiteX190" fmla="*/ 14754 w 137704"/>
                <a:gd name="connsiteY190" fmla="*/ 77049 h 122950"/>
                <a:gd name="connsiteX191" fmla="*/ 13115 w 137704"/>
                <a:gd name="connsiteY191" fmla="*/ 75409 h 122950"/>
                <a:gd name="connsiteX192" fmla="*/ 13115 w 137704"/>
                <a:gd name="connsiteY192" fmla="*/ 73770 h 122950"/>
                <a:gd name="connsiteX193" fmla="*/ 9836 w 137704"/>
                <a:gd name="connsiteY193" fmla="*/ 73770 h 122950"/>
                <a:gd name="connsiteX194" fmla="*/ 6558 w 137704"/>
                <a:gd name="connsiteY194" fmla="*/ 70492 h 122950"/>
                <a:gd name="connsiteX195" fmla="*/ 4918 w 137704"/>
                <a:gd name="connsiteY195" fmla="*/ 70492 h 122950"/>
                <a:gd name="connsiteX196" fmla="*/ 4918 w 137704"/>
                <a:gd name="connsiteY196" fmla="*/ 70492 h 122950"/>
                <a:gd name="connsiteX197" fmla="*/ 4918 w 137704"/>
                <a:gd name="connsiteY197" fmla="*/ 67213 h 122950"/>
                <a:gd name="connsiteX198" fmla="*/ 6558 w 137704"/>
                <a:gd name="connsiteY198" fmla="*/ 65573 h 122950"/>
                <a:gd name="connsiteX199" fmla="*/ 9836 w 137704"/>
                <a:gd name="connsiteY199" fmla="*/ 65573 h 122950"/>
                <a:gd name="connsiteX200" fmla="*/ 13115 w 137704"/>
                <a:gd name="connsiteY200" fmla="*/ 65573 h 122950"/>
                <a:gd name="connsiteX201" fmla="*/ 14754 w 137704"/>
                <a:gd name="connsiteY201" fmla="*/ 63934 h 122950"/>
                <a:gd name="connsiteX202" fmla="*/ 14754 w 137704"/>
                <a:gd name="connsiteY202" fmla="*/ 62295 h 122950"/>
                <a:gd name="connsiteX203" fmla="*/ 14754 w 137704"/>
                <a:gd name="connsiteY203" fmla="*/ 60655 h 122950"/>
                <a:gd name="connsiteX204" fmla="*/ 14754 w 137704"/>
                <a:gd name="connsiteY204" fmla="*/ 59016 h 122950"/>
                <a:gd name="connsiteX205" fmla="*/ 14754 w 137704"/>
                <a:gd name="connsiteY205" fmla="*/ 57377 h 122950"/>
                <a:gd name="connsiteX206" fmla="*/ 13115 w 137704"/>
                <a:gd name="connsiteY206" fmla="*/ 57377 h 122950"/>
                <a:gd name="connsiteX207" fmla="*/ 11476 w 137704"/>
                <a:gd name="connsiteY207" fmla="*/ 54098 h 122950"/>
                <a:gd name="connsiteX208" fmla="*/ 9836 w 137704"/>
                <a:gd name="connsiteY208" fmla="*/ 52459 h 122950"/>
                <a:gd name="connsiteX209" fmla="*/ 6558 w 137704"/>
                <a:gd name="connsiteY209" fmla="*/ 49180 h 122950"/>
                <a:gd name="connsiteX210" fmla="*/ 6558 w 137704"/>
                <a:gd name="connsiteY210" fmla="*/ 47541 h 122950"/>
                <a:gd name="connsiteX211" fmla="*/ 11476 w 137704"/>
                <a:gd name="connsiteY211" fmla="*/ 49180 h 122950"/>
                <a:gd name="connsiteX212" fmla="*/ 14754 w 137704"/>
                <a:gd name="connsiteY212" fmla="*/ 49180 h 122950"/>
                <a:gd name="connsiteX213" fmla="*/ 18033 w 137704"/>
                <a:gd name="connsiteY213" fmla="*/ 45901 h 122950"/>
                <a:gd name="connsiteX214" fmla="*/ 18033 w 137704"/>
                <a:gd name="connsiteY214" fmla="*/ 44262 h 122950"/>
                <a:gd name="connsiteX215" fmla="*/ 14754 w 137704"/>
                <a:gd name="connsiteY215" fmla="*/ 42623 h 122950"/>
                <a:gd name="connsiteX216" fmla="*/ 14754 w 137704"/>
                <a:gd name="connsiteY216" fmla="*/ 42623 h 122950"/>
                <a:gd name="connsiteX217" fmla="*/ 9836 w 137704"/>
                <a:gd name="connsiteY217" fmla="*/ 39344 h 122950"/>
                <a:gd name="connsiteX218" fmla="*/ 8197 w 137704"/>
                <a:gd name="connsiteY218" fmla="*/ 36065 h 122950"/>
                <a:gd name="connsiteX219" fmla="*/ 4918 w 137704"/>
                <a:gd name="connsiteY219" fmla="*/ 34426 h 122950"/>
                <a:gd name="connsiteX220" fmla="*/ 1639 w 137704"/>
                <a:gd name="connsiteY220" fmla="*/ 34426 h 122950"/>
                <a:gd name="connsiteX221" fmla="*/ 0 w 137704"/>
                <a:gd name="connsiteY221" fmla="*/ 31147 h 1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</a:cxnLst>
              <a:rect l="l" t="t" r="r" b="b"/>
              <a:pathLst>
                <a:path w="137704" h="122950">
                  <a:moveTo>
                    <a:pt x="0" y="31147"/>
                  </a:moveTo>
                  <a:lnTo>
                    <a:pt x="0" y="29508"/>
                  </a:lnTo>
                  <a:lnTo>
                    <a:pt x="0" y="26229"/>
                  </a:lnTo>
                  <a:lnTo>
                    <a:pt x="1639" y="22951"/>
                  </a:lnTo>
                  <a:lnTo>
                    <a:pt x="3279" y="21311"/>
                  </a:lnTo>
                  <a:lnTo>
                    <a:pt x="4918" y="19672"/>
                  </a:lnTo>
                  <a:lnTo>
                    <a:pt x="6558" y="16393"/>
                  </a:lnTo>
                  <a:lnTo>
                    <a:pt x="6558" y="14754"/>
                  </a:lnTo>
                  <a:lnTo>
                    <a:pt x="8197" y="11475"/>
                  </a:lnTo>
                  <a:lnTo>
                    <a:pt x="8197" y="8197"/>
                  </a:lnTo>
                  <a:lnTo>
                    <a:pt x="9836" y="6557"/>
                  </a:lnTo>
                  <a:lnTo>
                    <a:pt x="13115" y="6557"/>
                  </a:lnTo>
                  <a:lnTo>
                    <a:pt x="16393" y="6557"/>
                  </a:lnTo>
                  <a:lnTo>
                    <a:pt x="18033" y="6557"/>
                  </a:lnTo>
                  <a:lnTo>
                    <a:pt x="21312" y="8197"/>
                  </a:lnTo>
                  <a:lnTo>
                    <a:pt x="19672" y="11475"/>
                  </a:lnTo>
                  <a:lnTo>
                    <a:pt x="19672" y="13115"/>
                  </a:lnTo>
                  <a:lnTo>
                    <a:pt x="24590" y="14754"/>
                  </a:lnTo>
                  <a:lnTo>
                    <a:pt x="24590" y="14754"/>
                  </a:lnTo>
                  <a:lnTo>
                    <a:pt x="26229" y="16393"/>
                  </a:lnTo>
                  <a:lnTo>
                    <a:pt x="26229" y="16393"/>
                  </a:lnTo>
                  <a:lnTo>
                    <a:pt x="29508" y="16393"/>
                  </a:lnTo>
                  <a:lnTo>
                    <a:pt x="31148" y="16393"/>
                  </a:lnTo>
                  <a:lnTo>
                    <a:pt x="31148" y="18033"/>
                  </a:lnTo>
                  <a:lnTo>
                    <a:pt x="31148" y="18033"/>
                  </a:lnTo>
                  <a:lnTo>
                    <a:pt x="34426" y="16393"/>
                  </a:lnTo>
                  <a:lnTo>
                    <a:pt x="34426" y="16393"/>
                  </a:lnTo>
                  <a:lnTo>
                    <a:pt x="34426" y="13115"/>
                  </a:lnTo>
                  <a:lnTo>
                    <a:pt x="36066" y="9836"/>
                  </a:lnTo>
                  <a:lnTo>
                    <a:pt x="37705" y="6557"/>
                  </a:lnTo>
                  <a:lnTo>
                    <a:pt x="39344" y="6557"/>
                  </a:lnTo>
                  <a:lnTo>
                    <a:pt x="40983" y="4918"/>
                  </a:lnTo>
                  <a:lnTo>
                    <a:pt x="40983" y="3279"/>
                  </a:lnTo>
                  <a:lnTo>
                    <a:pt x="40983" y="3279"/>
                  </a:lnTo>
                  <a:lnTo>
                    <a:pt x="40983" y="0"/>
                  </a:lnTo>
                  <a:lnTo>
                    <a:pt x="42623" y="0"/>
                  </a:lnTo>
                  <a:lnTo>
                    <a:pt x="44262" y="0"/>
                  </a:lnTo>
                  <a:lnTo>
                    <a:pt x="45902" y="3279"/>
                  </a:lnTo>
                  <a:lnTo>
                    <a:pt x="45902" y="3279"/>
                  </a:lnTo>
                  <a:lnTo>
                    <a:pt x="47541" y="3279"/>
                  </a:lnTo>
                  <a:lnTo>
                    <a:pt x="50820" y="6557"/>
                  </a:lnTo>
                  <a:lnTo>
                    <a:pt x="50820" y="8197"/>
                  </a:lnTo>
                  <a:lnTo>
                    <a:pt x="52459" y="9836"/>
                  </a:lnTo>
                  <a:lnTo>
                    <a:pt x="52459" y="9836"/>
                  </a:lnTo>
                  <a:lnTo>
                    <a:pt x="52459" y="11475"/>
                  </a:lnTo>
                  <a:lnTo>
                    <a:pt x="52459" y="11475"/>
                  </a:lnTo>
                  <a:lnTo>
                    <a:pt x="54098" y="16393"/>
                  </a:lnTo>
                  <a:lnTo>
                    <a:pt x="55738" y="16393"/>
                  </a:lnTo>
                  <a:lnTo>
                    <a:pt x="55738" y="18033"/>
                  </a:lnTo>
                  <a:lnTo>
                    <a:pt x="57377" y="18033"/>
                  </a:lnTo>
                  <a:lnTo>
                    <a:pt x="59016" y="18033"/>
                  </a:lnTo>
                  <a:lnTo>
                    <a:pt x="60656" y="18033"/>
                  </a:lnTo>
                  <a:lnTo>
                    <a:pt x="63935" y="16393"/>
                  </a:lnTo>
                  <a:lnTo>
                    <a:pt x="63935" y="16393"/>
                  </a:lnTo>
                  <a:lnTo>
                    <a:pt x="65573" y="16393"/>
                  </a:lnTo>
                  <a:lnTo>
                    <a:pt x="68852" y="14754"/>
                  </a:lnTo>
                  <a:lnTo>
                    <a:pt x="70492" y="14754"/>
                  </a:lnTo>
                  <a:lnTo>
                    <a:pt x="70492" y="13115"/>
                  </a:lnTo>
                  <a:lnTo>
                    <a:pt x="72131" y="13115"/>
                  </a:lnTo>
                  <a:lnTo>
                    <a:pt x="73770" y="11475"/>
                  </a:lnTo>
                  <a:lnTo>
                    <a:pt x="73770" y="11475"/>
                  </a:lnTo>
                  <a:lnTo>
                    <a:pt x="77049" y="11475"/>
                  </a:lnTo>
                  <a:lnTo>
                    <a:pt x="77049" y="11475"/>
                  </a:lnTo>
                  <a:lnTo>
                    <a:pt x="78688" y="13115"/>
                  </a:lnTo>
                  <a:lnTo>
                    <a:pt x="81967" y="13115"/>
                  </a:lnTo>
                  <a:lnTo>
                    <a:pt x="85246" y="14754"/>
                  </a:lnTo>
                  <a:lnTo>
                    <a:pt x="86885" y="14754"/>
                  </a:lnTo>
                  <a:lnTo>
                    <a:pt x="88525" y="18033"/>
                  </a:lnTo>
                  <a:lnTo>
                    <a:pt x="91803" y="18033"/>
                  </a:lnTo>
                  <a:lnTo>
                    <a:pt x="96721" y="18033"/>
                  </a:lnTo>
                  <a:lnTo>
                    <a:pt x="100000" y="19672"/>
                  </a:lnTo>
                  <a:lnTo>
                    <a:pt x="100000" y="21311"/>
                  </a:lnTo>
                  <a:lnTo>
                    <a:pt x="101639" y="21311"/>
                  </a:lnTo>
                  <a:lnTo>
                    <a:pt x="103279" y="24590"/>
                  </a:lnTo>
                  <a:lnTo>
                    <a:pt x="106557" y="24590"/>
                  </a:lnTo>
                  <a:lnTo>
                    <a:pt x="108196" y="21311"/>
                  </a:lnTo>
                  <a:lnTo>
                    <a:pt x="109836" y="21311"/>
                  </a:lnTo>
                  <a:lnTo>
                    <a:pt x="113115" y="18033"/>
                  </a:lnTo>
                  <a:lnTo>
                    <a:pt x="116393" y="16393"/>
                  </a:lnTo>
                  <a:lnTo>
                    <a:pt x="119672" y="19672"/>
                  </a:lnTo>
                  <a:lnTo>
                    <a:pt x="122950" y="19672"/>
                  </a:lnTo>
                  <a:lnTo>
                    <a:pt x="126229" y="22951"/>
                  </a:lnTo>
                  <a:lnTo>
                    <a:pt x="124590" y="24590"/>
                  </a:lnTo>
                  <a:lnTo>
                    <a:pt x="121311" y="22951"/>
                  </a:lnTo>
                  <a:lnTo>
                    <a:pt x="116393" y="26229"/>
                  </a:lnTo>
                  <a:lnTo>
                    <a:pt x="116393" y="26229"/>
                  </a:lnTo>
                  <a:lnTo>
                    <a:pt x="118032" y="27869"/>
                  </a:lnTo>
                  <a:lnTo>
                    <a:pt x="118032" y="27869"/>
                  </a:lnTo>
                  <a:lnTo>
                    <a:pt x="118032" y="29508"/>
                  </a:lnTo>
                  <a:lnTo>
                    <a:pt x="121311" y="34426"/>
                  </a:lnTo>
                  <a:lnTo>
                    <a:pt x="121311" y="34426"/>
                  </a:lnTo>
                  <a:lnTo>
                    <a:pt x="121311" y="34426"/>
                  </a:lnTo>
                  <a:lnTo>
                    <a:pt x="124590" y="37705"/>
                  </a:lnTo>
                  <a:lnTo>
                    <a:pt x="124590" y="37705"/>
                  </a:lnTo>
                  <a:lnTo>
                    <a:pt x="122950" y="40983"/>
                  </a:lnTo>
                  <a:lnTo>
                    <a:pt x="119672" y="44262"/>
                  </a:lnTo>
                  <a:lnTo>
                    <a:pt x="119672" y="45901"/>
                  </a:lnTo>
                  <a:lnTo>
                    <a:pt x="116393" y="49180"/>
                  </a:lnTo>
                  <a:lnTo>
                    <a:pt x="114754" y="52459"/>
                  </a:lnTo>
                  <a:lnTo>
                    <a:pt x="114754" y="55737"/>
                  </a:lnTo>
                  <a:lnTo>
                    <a:pt x="116393" y="60655"/>
                  </a:lnTo>
                  <a:lnTo>
                    <a:pt x="119672" y="63934"/>
                  </a:lnTo>
                  <a:lnTo>
                    <a:pt x="119672" y="67213"/>
                  </a:lnTo>
                  <a:lnTo>
                    <a:pt x="122950" y="70492"/>
                  </a:lnTo>
                  <a:lnTo>
                    <a:pt x="127869" y="73770"/>
                  </a:lnTo>
                  <a:lnTo>
                    <a:pt x="129508" y="73770"/>
                  </a:lnTo>
                  <a:lnTo>
                    <a:pt x="132786" y="77049"/>
                  </a:lnTo>
                  <a:lnTo>
                    <a:pt x="136065" y="81967"/>
                  </a:lnTo>
                  <a:lnTo>
                    <a:pt x="137705" y="81967"/>
                  </a:lnTo>
                  <a:lnTo>
                    <a:pt x="137705" y="83606"/>
                  </a:lnTo>
                  <a:lnTo>
                    <a:pt x="136065" y="86885"/>
                  </a:lnTo>
                  <a:lnTo>
                    <a:pt x="132786" y="90164"/>
                  </a:lnTo>
                  <a:lnTo>
                    <a:pt x="132786" y="90164"/>
                  </a:lnTo>
                  <a:lnTo>
                    <a:pt x="131147" y="91803"/>
                  </a:lnTo>
                  <a:lnTo>
                    <a:pt x="129508" y="95082"/>
                  </a:lnTo>
                  <a:lnTo>
                    <a:pt x="126229" y="95082"/>
                  </a:lnTo>
                  <a:lnTo>
                    <a:pt x="126229" y="95082"/>
                  </a:lnTo>
                  <a:lnTo>
                    <a:pt x="121311" y="96721"/>
                  </a:lnTo>
                  <a:lnTo>
                    <a:pt x="119672" y="98360"/>
                  </a:lnTo>
                  <a:lnTo>
                    <a:pt x="119672" y="98360"/>
                  </a:lnTo>
                  <a:lnTo>
                    <a:pt x="119672" y="99999"/>
                  </a:lnTo>
                  <a:lnTo>
                    <a:pt x="121311" y="103278"/>
                  </a:lnTo>
                  <a:lnTo>
                    <a:pt x="121311" y="106557"/>
                  </a:lnTo>
                  <a:lnTo>
                    <a:pt x="121311" y="108196"/>
                  </a:lnTo>
                  <a:lnTo>
                    <a:pt x="124590" y="111475"/>
                  </a:lnTo>
                  <a:lnTo>
                    <a:pt x="124590" y="116393"/>
                  </a:lnTo>
                  <a:lnTo>
                    <a:pt x="121311" y="118032"/>
                  </a:lnTo>
                  <a:lnTo>
                    <a:pt x="118032" y="119672"/>
                  </a:lnTo>
                  <a:lnTo>
                    <a:pt x="114754" y="118032"/>
                  </a:lnTo>
                  <a:lnTo>
                    <a:pt x="114754" y="118032"/>
                  </a:lnTo>
                  <a:lnTo>
                    <a:pt x="111475" y="119672"/>
                  </a:lnTo>
                  <a:lnTo>
                    <a:pt x="108196" y="121311"/>
                  </a:lnTo>
                  <a:lnTo>
                    <a:pt x="106557" y="121311"/>
                  </a:lnTo>
                  <a:lnTo>
                    <a:pt x="103279" y="119672"/>
                  </a:lnTo>
                  <a:lnTo>
                    <a:pt x="100000" y="119672"/>
                  </a:lnTo>
                  <a:lnTo>
                    <a:pt x="96721" y="122950"/>
                  </a:lnTo>
                  <a:lnTo>
                    <a:pt x="95082" y="122950"/>
                  </a:lnTo>
                  <a:lnTo>
                    <a:pt x="95082" y="122950"/>
                  </a:lnTo>
                  <a:lnTo>
                    <a:pt x="90164" y="122950"/>
                  </a:lnTo>
                  <a:lnTo>
                    <a:pt x="88525" y="119672"/>
                  </a:lnTo>
                  <a:lnTo>
                    <a:pt x="93442" y="116393"/>
                  </a:lnTo>
                  <a:lnTo>
                    <a:pt x="93442" y="114754"/>
                  </a:lnTo>
                  <a:lnTo>
                    <a:pt x="93442" y="113114"/>
                  </a:lnTo>
                  <a:lnTo>
                    <a:pt x="95082" y="113114"/>
                  </a:lnTo>
                  <a:lnTo>
                    <a:pt x="96721" y="108196"/>
                  </a:lnTo>
                  <a:lnTo>
                    <a:pt x="96721" y="104917"/>
                  </a:lnTo>
                  <a:lnTo>
                    <a:pt x="96721" y="103278"/>
                  </a:lnTo>
                  <a:lnTo>
                    <a:pt x="93442" y="103278"/>
                  </a:lnTo>
                  <a:lnTo>
                    <a:pt x="90164" y="103278"/>
                  </a:lnTo>
                  <a:lnTo>
                    <a:pt x="86885" y="101639"/>
                  </a:lnTo>
                  <a:lnTo>
                    <a:pt x="83606" y="101639"/>
                  </a:lnTo>
                  <a:lnTo>
                    <a:pt x="83606" y="101639"/>
                  </a:lnTo>
                  <a:lnTo>
                    <a:pt x="83606" y="98360"/>
                  </a:lnTo>
                  <a:lnTo>
                    <a:pt x="83606" y="96721"/>
                  </a:lnTo>
                  <a:lnTo>
                    <a:pt x="80328" y="95082"/>
                  </a:lnTo>
                  <a:lnTo>
                    <a:pt x="77049" y="93442"/>
                  </a:lnTo>
                  <a:lnTo>
                    <a:pt x="77049" y="91803"/>
                  </a:lnTo>
                  <a:lnTo>
                    <a:pt x="73770" y="88524"/>
                  </a:lnTo>
                  <a:lnTo>
                    <a:pt x="70492" y="86885"/>
                  </a:lnTo>
                  <a:lnTo>
                    <a:pt x="67213" y="85245"/>
                  </a:lnTo>
                  <a:lnTo>
                    <a:pt x="65573" y="83606"/>
                  </a:lnTo>
                  <a:lnTo>
                    <a:pt x="63935" y="81967"/>
                  </a:lnTo>
                  <a:lnTo>
                    <a:pt x="62295" y="78688"/>
                  </a:lnTo>
                  <a:lnTo>
                    <a:pt x="57377" y="80327"/>
                  </a:lnTo>
                  <a:lnTo>
                    <a:pt x="57377" y="80327"/>
                  </a:lnTo>
                  <a:lnTo>
                    <a:pt x="55738" y="81967"/>
                  </a:lnTo>
                  <a:lnTo>
                    <a:pt x="55738" y="83606"/>
                  </a:lnTo>
                  <a:lnTo>
                    <a:pt x="57377" y="86885"/>
                  </a:lnTo>
                  <a:lnTo>
                    <a:pt x="55738" y="90164"/>
                  </a:lnTo>
                  <a:lnTo>
                    <a:pt x="52459" y="91803"/>
                  </a:lnTo>
                  <a:lnTo>
                    <a:pt x="52459" y="91803"/>
                  </a:lnTo>
                  <a:lnTo>
                    <a:pt x="50820" y="91803"/>
                  </a:lnTo>
                  <a:lnTo>
                    <a:pt x="52459" y="95082"/>
                  </a:lnTo>
                  <a:lnTo>
                    <a:pt x="50820" y="96721"/>
                  </a:lnTo>
                  <a:lnTo>
                    <a:pt x="47541" y="98360"/>
                  </a:lnTo>
                  <a:lnTo>
                    <a:pt x="47541" y="98360"/>
                  </a:lnTo>
                  <a:lnTo>
                    <a:pt x="45902" y="93442"/>
                  </a:lnTo>
                  <a:lnTo>
                    <a:pt x="42623" y="91803"/>
                  </a:lnTo>
                  <a:lnTo>
                    <a:pt x="39344" y="91803"/>
                  </a:lnTo>
                  <a:lnTo>
                    <a:pt x="39344" y="91803"/>
                  </a:lnTo>
                  <a:lnTo>
                    <a:pt x="37705" y="90164"/>
                  </a:lnTo>
                  <a:lnTo>
                    <a:pt x="37705" y="90164"/>
                  </a:lnTo>
                  <a:lnTo>
                    <a:pt x="32787" y="86885"/>
                  </a:lnTo>
                  <a:lnTo>
                    <a:pt x="29508" y="86885"/>
                  </a:lnTo>
                  <a:lnTo>
                    <a:pt x="26229" y="85245"/>
                  </a:lnTo>
                  <a:lnTo>
                    <a:pt x="26229" y="85245"/>
                  </a:lnTo>
                  <a:lnTo>
                    <a:pt x="24590" y="83606"/>
                  </a:lnTo>
                  <a:lnTo>
                    <a:pt x="24590" y="83606"/>
                  </a:lnTo>
                  <a:lnTo>
                    <a:pt x="19672" y="83606"/>
                  </a:lnTo>
                  <a:lnTo>
                    <a:pt x="16393" y="80327"/>
                  </a:lnTo>
                  <a:lnTo>
                    <a:pt x="14754" y="77049"/>
                  </a:lnTo>
                  <a:lnTo>
                    <a:pt x="13115" y="75409"/>
                  </a:lnTo>
                  <a:lnTo>
                    <a:pt x="13115" y="73770"/>
                  </a:lnTo>
                  <a:lnTo>
                    <a:pt x="9836" y="73770"/>
                  </a:lnTo>
                  <a:lnTo>
                    <a:pt x="6558" y="70492"/>
                  </a:lnTo>
                  <a:lnTo>
                    <a:pt x="4918" y="70492"/>
                  </a:lnTo>
                  <a:lnTo>
                    <a:pt x="4918" y="70492"/>
                  </a:lnTo>
                  <a:lnTo>
                    <a:pt x="4918" y="67213"/>
                  </a:lnTo>
                  <a:lnTo>
                    <a:pt x="6558" y="65573"/>
                  </a:lnTo>
                  <a:lnTo>
                    <a:pt x="9836" y="65573"/>
                  </a:lnTo>
                  <a:lnTo>
                    <a:pt x="13115" y="65573"/>
                  </a:lnTo>
                  <a:lnTo>
                    <a:pt x="14754" y="63934"/>
                  </a:lnTo>
                  <a:lnTo>
                    <a:pt x="14754" y="62295"/>
                  </a:lnTo>
                  <a:lnTo>
                    <a:pt x="14754" y="60655"/>
                  </a:lnTo>
                  <a:lnTo>
                    <a:pt x="14754" y="59016"/>
                  </a:lnTo>
                  <a:lnTo>
                    <a:pt x="14754" y="57377"/>
                  </a:lnTo>
                  <a:lnTo>
                    <a:pt x="13115" y="57377"/>
                  </a:lnTo>
                  <a:lnTo>
                    <a:pt x="11476" y="54098"/>
                  </a:lnTo>
                  <a:lnTo>
                    <a:pt x="9836" y="52459"/>
                  </a:lnTo>
                  <a:lnTo>
                    <a:pt x="6558" y="49180"/>
                  </a:lnTo>
                  <a:lnTo>
                    <a:pt x="6558" y="47541"/>
                  </a:lnTo>
                  <a:lnTo>
                    <a:pt x="11476" y="49180"/>
                  </a:lnTo>
                  <a:lnTo>
                    <a:pt x="14754" y="49180"/>
                  </a:lnTo>
                  <a:lnTo>
                    <a:pt x="18033" y="45901"/>
                  </a:lnTo>
                  <a:lnTo>
                    <a:pt x="18033" y="44262"/>
                  </a:lnTo>
                  <a:lnTo>
                    <a:pt x="14754" y="42623"/>
                  </a:lnTo>
                  <a:lnTo>
                    <a:pt x="14754" y="42623"/>
                  </a:lnTo>
                  <a:lnTo>
                    <a:pt x="9836" y="39344"/>
                  </a:lnTo>
                  <a:lnTo>
                    <a:pt x="8197" y="36065"/>
                  </a:lnTo>
                  <a:lnTo>
                    <a:pt x="4918" y="34426"/>
                  </a:lnTo>
                  <a:lnTo>
                    <a:pt x="1639" y="34426"/>
                  </a:lnTo>
                  <a:lnTo>
                    <a:pt x="0" y="3114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79" name="Freeform 3778">
              <a:extLst>
                <a:ext uri="{FF2B5EF4-FFF2-40B4-BE49-F238E27FC236}">
                  <a16:creationId xmlns:a16="http://schemas.microsoft.com/office/drawing/2014/main" id="{C6CCFA50-9404-494E-94FC-442832AEE0F3}"/>
                </a:ext>
              </a:extLst>
            </p:cNvPr>
            <p:cNvSpPr/>
            <p:nvPr/>
          </p:nvSpPr>
          <p:spPr>
            <a:xfrm>
              <a:off x="6104196" y="1687039"/>
              <a:ext cx="4917" cy="14754"/>
            </a:xfrm>
            <a:custGeom>
              <a:avLst/>
              <a:gdLst>
                <a:gd name="connsiteX0" fmla="*/ 0 w 4917"/>
                <a:gd name="connsiteY0" fmla="*/ 14754 h 14754"/>
                <a:gd name="connsiteX1" fmla="*/ 1639 w 4917"/>
                <a:gd name="connsiteY1" fmla="*/ 11476 h 14754"/>
                <a:gd name="connsiteX2" fmla="*/ 3279 w 4917"/>
                <a:gd name="connsiteY2" fmla="*/ 6557 h 14754"/>
                <a:gd name="connsiteX3" fmla="*/ 3279 w 4917"/>
                <a:gd name="connsiteY3" fmla="*/ 3279 h 14754"/>
                <a:gd name="connsiteX4" fmla="*/ 4918 w 4917"/>
                <a:gd name="connsiteY4" fmla="*/ 0 h 14754"/>
                <a:gd name="connsiteX5" fmla="*/ 4918 w 4917"/>
                <a:gd name="connsiteY5" fmla="*/ 3279 h 14754"/>
                <a:gd name="connsiteX6" fmla="*/ 3279 w 4917"/>
                <a:gd name="connsiteY6" fmla="*/ 6557 h 14754"/>
                <a:gd name="connsiteX7" fmla="*/ 3279 w 4917"/>
                <a:gd name="connsiteY7" fmla="*/ 11476 h 14754"/>
                <a:gd name="connsiteX8" fmla="*/ 1639 w 4917"/>
                <a:gd name="connsiteY8" fmla="*/ 14754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17" h="14754">
                  <a:moveTo>
                    <a:pt x="0" y="14754"/>
                  </a:moveTo>
                  <a:lnTo>
                    <a:pt x="1639" y="11476"/>
                  </a:lnTo>
                  <a:lnTo>
                    <a:pt x="3279" y="6557"/>
                  </a:lnTo>
                  <a:lnTo>
                    <a:pt x="3279" y="3279"/>
                  </a:lnTo>
                  <a:lnTo>
                    <a:pt x="4918" y="0"/>
                  </a:lnTo>
                  <a:lnTo>
                    <a:pt x="4918" y="3279"/>
                  </a:lnTo>
                  <a:lnTo>
                    <a:pt x="3279" y="6557"/>
                  </a:lnTo>
                  <a:lnTo>
                    <a:pt x="3279" y="11476"/>
                  </a:lnTo>
                  <a:lnTo>
                    <a:pt x="1639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80" name="Freeform 3779">
              <a:extLst>
                <a:ext uri="{FF2B5EF4-FFF2-40B4-BE49-F238E27FC236}">
                  <a16:creationId xmlns:a16="http://schemas.microsoft.com/office/drawing/2014/main" id="{B37A9EB0-649A-CC48-A2A9-6F45445CE04B}"/>
                </a:ext>
              </a:extLst>
            </p:cNvPr>
            <p:cNvSpPr/>
            <p:nvPr/>
          </p:nvSpPr>
          <p:spPr>
            <a:xfrm>
              <a:off x="6104196" y="2214906"/>
              <a:ext cx="60655" cy="63934"/>
            </a:xfrm>
            <a:custGeom>
              <a:avLst/>
              <a:gdLst>
                <a:gd name="connsiteX0" fmla="*/ 0 w 60655"/>
                <a:gd name="connsiteY0" fmla="*/ 24590 h 63934"/>
                <a:gd name="connsiteX1" fmla="*/ 0 w 60655"/>
                <a:gd name="connsiteY1" fmla="*/ 22951 h 63934"/>
                <a:gd name="connsiteX2" fmla="*/ 3279 w 60655"/>
                <a:gd name="connsiteY2" fmla="*/ 22951 h 63934"/>
                <a:gd name="connsiteX3" fmla="*/ 4918 w 60655"/>
                <a:gd name="connsiteY3" fmla="*/ 22951 h 63934"/>
                <a:gd name="connsiteX4" fmla="*/ 6557 w 60655"/>
                <a:gd name="connsiteY4" fmla="*/ 21311 h 63934"/>
                <a:gd name="connsiteX5" fmla="*/ 9836 w 60655"/>
                <a:gd name="connsiteY5" fmla="*/ 19672 h 63934"/>
                <a:gd name="connsiteX6" fmla="*/ 9836 w 60655"/>
                <a:gd name="connsiteY6" fmla="*/ 19672 h 63934"/>
                <a:gd name="connsiteX7" fmla="*/ 11476 w 60655"/>
                <a:gd name="connsiteY7" fmla="*/ 19672 h 63934"/>
                <a:gd name="connsiteX8" fmla="*/ 14754 w 60655"/>
                <a:gd name="connsiteY8" fmla="*/ 18033 h 63934"/>
                <a:gd name="connsiteX9" fmla="*/ 16393 w 60655"/>
                <a:gd name="connsiteY9" fmla="*/ 16393 h 63934"/>
                <a:gd name="connsiteX10" fmla="*/ 14754 w 60655"/>
                <a:gd name="connsiteY10" fmla="*/ 13114 h 63934"/>
                <a:gd name="connsiteX11" fmla="*/ 16393 w 60655"/>
                <a:gd name="connsiteY11" fmla="*/ 13114 h 63934"/>
                <a:gd name="connsiteX12" fmla="*/ 16393 w 60655"/>
                <a:gd name="connsiteY12" fmla="*/ 13114 h 63934"/>
                <a:gd name="connsiteX13" fmla="*/ 19672 w 60655"/>
                <a:gd name="connsiteY13" fmla="*/ 11475 h 63934"/>
                <a:gd name="connsiteX14" fmla="*/ 21311 w 60655"/>
                <a:gd name="connsiteY14" fmla="*/ 8197 h 63934"/>
                <a:gd name="connsiteX15" fmla="*/ 19672 w 60655"/>
                <a:gd name="connsiteY15" fmla="*/ 4918 h 63934"/>
                <a:gd name="connsiteX16" fmla="*/ 19672 w 60655"/>
                <a:gd name="connsiteY16" fmla="*/ 3279 h 63934"/>
                <a:gd name="connsiteX17" fmla="*/ 21311 w 60655"/>
                <a:gd name="connsiteY17" fmla="*/ 1639 h 63934"/>
                <a:gd name="connsiteX18" fmla="*/ 21311 w 60655"/>
                <a:gd name="connsiteY18" fmla="*/ 1639 h 63934"/>
                <a:gd name="connsiteX19" fmla="*/ 26229 w 60655"/>
                <a:gd name="connsiteY19" fmla="*/ 0 h 63934"/>
                <a:gd name="connsiteX20" fmla="*/ 27869 w 60655"/>
                <a:gd name="connsiteY20" fmla="*/ 3279 h 63934"/>
                <a:gd name="connsiteX21" fmla="*/ 29508 w 60655"/>
                <a:gd name="connsiteY21" fmla="*/ 4918 h 63934"/>
                <a:gd name="connsiteX22" fmla="*/ 31147 w 60655"/>
                <a:gd name="connsiteY22" fmla="*/ 6557 h 63934"/>
                <a:gd name="connsiteX23" fmla="*/ 34426 w 60655"/>
                <a:gd name="connsiteY23" fmla="*/ 8197 h 63934"/>
                <a:gd name="connsiteX24" fmla="*/ 37705 w 60655"/>
                <a:gd name="connsiteY24" fmla="*/ 9836 h 63934"/>
                <a:gd name="connsiteX25" fmla="*/ 40983 w 60655"/>
                <a:gd name="connsiteY25" fmla="*/ 13114 h 63934"/>
                <a:gd name="connsiteX26" fmla="*/ 40983 w 60655"/>
                <a:gd name="connsiteY26" fmla="*/ 14754 h 63934"/>
                <a:gd name="connsiteX27" fmla="*/ 44262 w 60655"/>
                <a:gd name="connsiteY27" fmla="*/ 16393 h 63934"/>
                <a:gd name="connsiteX28" fmla="*/ 47541 w 60655"/>
                <a:gd name="connsiteY28" fmla="*/ 18033 h 63934"/>
                <a:gd name="connsiteX29" fmla="*/ 47541 w 60655"/>
                <a:gd name="connsiteY29" fmla="*/ 19672 h 63934"/>
                <a:gd name="connsiteX30" fmla="*/ 47541 w 60655"/>
                <a:gd name="connsiteY30" fmla="*/ 22951 h 63934"/>
                <a:gd name="connsiteX31" fmla="*/ 47541 w 60655"/>
                <a:gd name="connsiteY31" fmla="*/ 22951 h 63934"/>
                <a:gd name="connsiteX32" fmla="*/ 50820 w 60655"/>
                <a:gd name="connsiteY32" fmla="*/ 22951 h 63934"/>
                <a:gd name="connsiteX33" fmla="*/ 54098 w 60655"/>
                <a:gd name="connsiteY33" fmla="*/ 24590 h 63934"/>
                <a:gd name="connsiteX34" fmla="*/ 57377 w 60655"/>
                <a:gd name="connsiteY34" fmla="*/ 24590 h 63934"/>
                <a:gd name="connsiteX35" fmla="*/ 60656 w 60655"/>
                <a:gd name="connsiteY35" fmla="*/ 24590 h 63934"/>
                <a:gd name="connsiteX36" fmla="*/ 60656 w 60655"/>
                <a:gd name="connsiteY36" fmla="*/ 26229 h 63934"/>
                <a:gd name="connsiteX37" fmla="*/ 60656 w 60655"/>
                <a:gd name="connsiteY37" fmla="*/ 29508 h 63934"/>
                <a:gd name="connsiteX38" fmla="*/ 59016 w 60655"/>
                <a:gd name="connsiteY38" fmla="*/ 34426 h 63934"/>
                <a:gd name="connsiteX39" fmla="*/ 57377 w 60655"/>
                <a:gd name="connsiteY39" fmla="*/ 34426 h 63934"/>
                <a:gd name="connsiteX40" fmla="*/ 57377 w 60655"/>
                <a:gd name="connsiteY40" fmla="*/ 36065 h 63934"/>
                <a:gd name="connsiteX41" fmla="*/ 57377 w 60655"/>
                <a:gd name="connsiteY41" fmla="*/ 37705 h 63934"/>
                <a:gd name="connsiteX42" fmla="*/ 52459 w 60655"/>
                <a:gd name="connsiteY42" fmla="*/ 40983 h 63934"/>
                <a:gd name="connsiteX43" fmla="*/ 54098 w 60655"/>
                <a:gd name="connsiteY43" fmla="*/ 44262 h 63934"/>
                <a:gd name="connsiteX44" fmla="*/ 52459 w 60655"/>
                <a:gd name="connsiteY44" fmla="*/ 44262 h 63934"/>
                <a:gd name="connsiteX45" fmla="*/ 50820 w 60655"/>
                <a:gd name="connsiteY45" fmla="*/ 44262 h 63934"/>
                <a:gd name="connsiteX46" fmla="*/ 47541 w 60655"/>
                <a:gd name="connsiteY46" fmla="*/ 45901 h 63934"/>
                <a:gd name="connsiteX47" fmla="*/ 47541 w 60655"/>
                <a:gd name="connsiteY47" fmla="*/ 45901 h 63934"/>
                <a:gd name="connsiteX48" fmla="*/ 47541 w 60655"/>
                <a:gd name="connsiteY48" fmla="*/ 47541 h 63934"/>
                <a:gd name="connsiteX49" fmla="*/ 45901 w 60655"/>
                <a:gd name="connsiteY49" fmla="*/ 47541 h 63934"/>
                <a:gd name="connsiteX50" fmla="*/ 45901 w 60655"/>
                <a:gd name="connsiteY50" fmla="*/ 50819 h 63934"/>
                <a:gd name="connsiteX51" fmla="*/ 42623 w 60655"/>
                <a:gd name="connsiteY51" fmla="*/ 50819 h 63934"/>
                <a:gd name="connsiteX52" fmla="*/ 40983 w 60655"/>
                <a:gd name="connsiteY52" fmla="*/ 47541 h 63934"/>
                <a:gd name="connsiteX53" fmla="*/ 39344 w 60655"/>
                <a:gd name="connsiteY53" fmla="*/ 45901 h 63934"/>
                <a:gd name="connsiteX54" fmla="*/ 37705 w 60655"/>
                <a:gd name="connsiteY54" fmla="*/ 47541 h 63934"/>
                <a:gd name="connsiteX55" fmla="*/ 34426 w 60655"/>
                <a:gd name="connsiteY55" fmla="*/ 49180 h 63934"/>
                <a:gd name="connsiteX56" fmla="*/ 31147 w 60655"/>
                <a:gd name="connsiteY56" fmla="*/ 50819 h 63934"/>
                <a:gd name="connsiteX57" fmla="*/ 27869 w 60655"/>
                <a:gd name="connsiteY57" fmla="*/ 50819 h 63934"/>
                <a:gd name="connsiteX58" fmla="*/ 26229 w 60655"/>
                <a:gd name="connsiteY58" fmla="*/ 54098 h 63934"/>
                <a:gd name="connsiteX59" fmla="*/ 27869 w 60655"/>
                <a:gd name="connsiteY59" fmla="*/ 59016 h 63934"/>
                <a:gd name="connsiteX60" fmla="*/ 24590 w 60655"/>
                <a:gd name="connsiteY60" fmla="*/ 62295 h 63934"/>
                <a:gd name="connsiteX61" fmla="*/ 19672 w 60655"/>
                <a:gd name="connsiteY61" fmla="*/ 63934 h 63934"/>
                <a:gd name="connsiteX62" fmla="*/ 19672 w 60655"/>
                <a:gd name="connsiteY62" fmla="*/ 60655 h 63934"/>
                <a:gd name="connsiteX63" fmla="*/ 21311 w 60655"/>
                <a:gd name="connsiteY63" fmla="*/ 57377 h 63934"/>
                <a:gd name="connsiteX64" fmla="*/ 21311 w 60655"/>
                <a:gd name="connsiteY64" fmla="*/ 54098 h 63934"/>
                <a:gd name="connsiteX65" fmla="*/ 19672 w 60655"/>
                <a:gd name="connsiteY65" fmla="*/ 50819 h 63934"/>
                <a:gd name="connsiteX66" fmla="*/ 19672 w 60655"/>
                <a:gd name="connsiteY66" fmla="*/ 49180 h 63934"/>
                <a:gd name="connsiteX67" fmla="*/ 18033 w 60655"/>
                <a:gd name="connsiteY67" fmla="*/ 47541 h 63934"/>
                <a:gd name="connsiteX68" fmla="*/ 16393 w 60655"/>
                <a:gd name="connsiteY68" fmla="*/ 44262 h 63934"/>
                <a:gd name="connsiteX69" fmla="*/ 16393 w 60655"/>
                <a:gd name="connsiteY69" fmla="*/ 44262 h 63934"/>
                <a:gd name="connsiteX70" fmla="*/ 13114 w 60655"/>
                <a:gd name="connsiteY70" fmla="*/ 42623 h 63934"/>
                <a:gd name="connsiteX71" fmla="*/ 11476 w 60655"/>
                <a:gd name="connsiteY71" fmla="*/ 40983 h 63934"/>
                <a:gd name="connsiteX72" fmla="*/ 8197 w 60655"/>
                <a:gd name="connsiteY72" fmla="*/ 40983 h 63934"/>
                <a:gd name="connsiteX73" fmla="*/ 6557 w 60655"/>
                <a:gd name="connsiteY73" fmla="*/ 37705 h 63934"/>
                <a:gd name="connsiteX74" fmla="*/ 4918 w 60655"/>
                <a:gd name="connsiteY74" fmla="*/ 34426 h 63934"/>
                <a:gd name="connsiteX75" fmla="*/ 1639 w 60655"/>
                <a:gd name="connsiteY75" fmla="*/ 31147 h 63934"/>
                <a:gd name="connsiteX76" fmla="*/ 1639 w 60655"/>
                <a:gd name="connsiteY76" fmla="*/ 27869 h 63934"/>
                <a:gd name="connsiteX77" fmla="*/ 3279 w 60655"/>
                <a:gd name="connsiteY77" fmla="*/ 26229 h 63934"/>
                <a:gd name="connsiteX78" fmla="*/ 1639 w 60655"/>
                <a:gd name="connsiteY78" fmla="*/ 24590 h 63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60655" h="63934">
                  <a:moveTo>
                    <a:pt x="0" y="24590"/>
                  </a:moveTo>
                  <a:lnTo>
                    <a:pt x="0" y="22951"/>
                  </a:lnTo>
                  <a:lnTo>
                    <a:pt x="3279" y="22951"/>
                  </a:lnTo>
                  <a:lnTo>
                    <a:pt x="4918" y="22951"/>
                  </a:lnTo>
                  <a:lnTo>
                    <a:pt x="6557" y="21311"/>
                  </a:lnTo>
                  <a:lnTo>
                    <a:pt x="9836" y="19672"/>
                  </a:lnTo>
                  <a:lnTo>
                    <a:pt x="9836" y="19672"/>
                  </a:lnTo>
                  <a:lnTo>
                    <a:pt x="11476" y="19672"/>
                  </a:lnTo>
                  <a:lnTo>
                    <a:pt x="14754" y="18033"/>
                  </a:lnTo>
                  <a:lnTo>
                    <a:pt x="16393" y="16393"/>
                  </a:lnTo>
                  <a:lnTo>
                    <a:pt x="14754" y="13114"/>
                  </a:lnTo>
                  <a:lnTo>
                    <a:pt x="16393" y="13114"/>
                  </a:lnTo>
                  <a:lnTo>
                    <a:pt x="16393" y="13114"/>
                  </a:lnTo>
                  <a:lnTo>
                    <a:pt x="19672" y="11475"/>
                  </a:lnTo>
                  <a:lnTo>
                    <a:pt x="21311" y="8197"/>
                  </a:lnTo>
                  <a:lnTo>
                    <a:pt x="19672" y="4918"/>
                  </a:lnTo>
                  <a:lnTo>
                    <a:pt x="19672" y="3279"/>
                  </a:lnTo>
                  <a:lnTo>
                    <a:pt x="21311" y="1639"/>
                  </a:lnTo>
                  <a:lnTo>
                    <a:pt x="21311" y="1639"/>
                  </a:lnTo>
                  <a:lnTo>
                    <a:pt x="26229" y="0"/>
                  </a:lnTo>
                  <a:lnTo>
                    <a:pt x="27869" y="3279"/>
                  </a:lnTo>
                  <a:lnTo>
                    <a:pt x="29508" y="4918"/>
                  </a:lnTo>
                  <a:lnTo>
                    <a:pt x="31147" y="6557"/>
                  </a:lnTo>
                  <a:lnTo>
                    <a:pt x="34426" y="8197"/>
                  </a:lnTo>
                  <a:lnTo>
                    <a:pt x="37705" y="9836"/>
                  </a:lnTo>
                  <a:lnTo>
                    <a:pt x="40983" y="13114"/>
                  </a:lnTo>
                  <a:lnTo>
                    <a:pt x="40983" y="14754"/>
                  </a:lnTo>
                  <a:lnTo>
                    <a:pt x="44262" y="16393"/>
                  </a:lnTo>
                  <a:lnTo>
                    <a:pt x="47541" y="18033"/>
                  </a:lnTo>
                  <a:lnTo>
                    <a:pt x="47541" y="19672"/>
                  </a:lnTo>
                  <a:lnTo>
                    <a:pt x="47541" y="22951"/>
                  </a:lnTo>
                  <a:lnTo>
                    <a:pt x="47541" y="22951"/>
                  </a:lnTo>
                  <a:lnTo>
                    <a:pt x="50820" y="22951"/>
                  </a:lnTo>
                  <a:lnTo>
                    <a:pt x="54098" y="24590"/>
                  </a:lnTo>
                  <a:lnTo>
                    <a:pt x="57377" y="24590"/>
                  </a:lnTo>
                  <a:lnTo>
                    <a:pt x="60656" y="24590"/>
                  </a:lnTo>
                  <a:lnTo>
                    <a:pt x="60656" y="26229"/>
                  </a:lnTo>
                  <a:lnTo>
                    <a:pt x="60656" y="29508"/>
                  </a:lnTo>
                  <a:lnTo>
                    <a:pt x="59016" y="34426"/>
                  </a:lnTo>
                  <a:lnTo>
                    <a:pt x="57377" y="34426"/>
                  </a:lnTo>
                  <a:lnTo>
                    <a:pt x="57377" y="36065"/>
                  </a:lnTo>
                  <a:lnTo>
                    <a:pt x="57377" y="37705"/>
                  </a:lnTo>
                  <a:lnTo>
                    <a:pt x="52459" y="40983"/>
                  </a:lnTo>
                  <a:lnTo>
                    <a:pt x="54098" y="44262"/>
                  </a:lnTo>
                  <a:lnTo>
                    <a:pt x="52459" y="44262"/>
                  </a:lnTo>
                  <a:lnTo>
                    <a:pt x="50820" y="44262"/>
                  </a:lnTo>
                  <a:lnTo>
                    <a:pt x="47541" y="45901"/>
                  </a:lnTo>
                  <a:lnTo>
                    <a:pt x="47541" y="45901"/>
                  </a:lnTo>
                  <a:lnTo>
                    <a:pt x="47541" y="47541"/>
                  </a:lnTo>
                  <a:lnTo>
                    <a:pt x="45901" y="47541"/>
                  </a:lnTo>
                  <a:lnTo>
                    <a:pt x="45901" y="50819"/>
                  </a:lnTo>
                  <a:lnTo>
                    <a:pt x="42623" y="50819"/>
                  </a:lnTo>
                  <a:lnTo>
                    <a:pt x="40983" y="47541"/>
                  </a:lnTo>
                  <a:lnTo>
                    <a:pt x="39344" y="45901"/>
                  </a:lnTo>
                  <a:lnTo>
                    <a:pt x="37705" y="47541"/>
                  </a:lnTo>
                  <a:lnTo>
                    <a:pt x="34426" y="49180"/>
                  </a:lnTo>
                  <a:lnTo>
                    <a:pt x="31147" y="50819"/>
                  </a:lnTo>
                  <a:lnTo>
                    <a:pt x="27869" y="50819"/>
                  </a:lnTo>
                  <a:lnTo>
                    <a:pt x="26229" y="54098"/>
                  </a:lnTo>
                  <a:lnTo>
                    <a:pt x="27869" y="59016"/>
                  </a:lnTo>
                  <a:lnTo>
                    <a:pt x="24590" y="62295"/>
                  </a:lnTo>
                  <a:lnTo>
                    <a:pt x="19672" y="63934"/>
                  </a:lnTo>
                  <a:lnTo>
                    <a:pt x="19672" y="60655"/>
                  </a:lnTo>
                  <a:lnTo>
                    <a:pt x="21311" y="57377"/>
                  </a:lnTo>
                  <a:lnTo>
                    <a:pt x="21311" y="54098"/>
                  </a:lnTo>
                  <a:lnTo>
                    <a:pt x="19672" y="50819"/>
                  </a:lnTo>
                  <a:lnTo>
                    <a:pt x="19672" y="49180"/>
                  </a:lnTo>
                  <a:lnTo>
                    <a:pt x="18033" y="47541"/>
                  </a:lnTo>
                  <a:lnTo>
                    <a:pt x="16393" y="44262"/>
                  </a:lnTo>
                  <a:lnTo>
                    <a:pt x="16393" y="44262"/>
                  </a:lnTo>
                  <a:lnTo>
                    <a:pt x="13114" y="42623"/>
                  </a:lnTo>
                  <a:lnTo>
                    <a:pt x="11476" y="40983"/>
                  </a:lnTo>
                  <a:lnTo>
                    <a:pt x="8197" y="40983"/>
                  </a:lnTo>
                  <a:lnTo>
                    <a:pt x="6557" y="37705"/>
                  </a:lnTo>
                  <a:lnTo>
                    <a:pt x="4918" y="34426"/>
                  </a:lnTo>
                  <a:lnTo>
                    <a:pt x="1639" y="31147"/>
                  </a:lnTo>
                  <a:lnTo>
                    <a:pt x="1639" y="27869"/>
                  </a:lnTo>
                  <a:lnTo>
                    <a:pt x="3279" y="26229"/>
                  </a:lnTo>
                  <a:lnTo>
                    <a:pt x="1639" y="2459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81" name="Freeform 3780">
              <a:extLst>
                <a:ext uri="{FF2B5EF4-FFF2-40B4-BE49-F238E27FC236}">
                  <a16:creationId xmlns:a16="http://schemas.microsoft.com/office/drawing/2014/main" id="{53CF6474-575E-C747-A694-CBC62479826F}"/>
                </a:ext>
              </a:extLst>
            </p:cNvPr>
            <p:cNvSpPr/>
            <p:nvPr/>
          </p:nvSpPr>
          <p:spPr>
            <a:xfrm>
              <a:off x="6169770" y="1523105"/>
              <a:ext cx="145900" cy="85245"/>
            </a:xfrm>
            <a:custGeom>
              <a:avLst/>
              <a:gdLst>
                <a:gd name="connsiteX0" fmla="*/ 3279 w 145900"/>
                <a:gd name="connsiteY0" fmla="*/ 42623 h 85245"/>
                <a:gd name="connsiteX1" fmla="*/ 3279 w 145900"/>
                <a:gd name="connsiteY1" fmla="*/ 42623 h 85245"/>
                <a:gd name="connsiteX2" fmla="*/ 3279 w 145900"/>
                <a:gd name="connsiteY2" fmla="*/ 39344 h 85245"/>
                <a:gd name="connsiteX3" fmla="*/ 6557 w 145900"/>
                <a:gd name="connsiteY3" fmla="*/ 36065 h 85245"/>
                <a:gd name="connsiteX4" fmla="*/ 11476 w 145900"/>
                <a:gd name="connsiteY4" fmla="*/ 36065 h 85245"/>
                <a:gd name="connsiteX5" fmla="*/ 14754 w 145900"/>
                <a:gd name="connsiteY5" fmla="*/ 34426 h 85245"/>
                <a:gd name="connsiteX6" fmla="*/ 11476 w 145900"/>
                <a:gd name="connsiteY6" fmla="*/ 34426 h 85245"/>
                <a:gd name="connsiteX7" fmla="*/ 6557 w 145900"/>
                <a:gd name="connsiteY7" fmla="*/ 34426 h 85245"/>
                <a:gd name="connsiteX8" fmla="*/ 3279 w 145900"/>
                <a:gd name="connsiteY8" fmla="*/ 34426 h 85245"/>
                <a:gd name="connsiteX9" fmla="*/ 1639 w 145900"/>
                <a:gd name="connsiteY9" fmla="*/ 31147 h 85245"/>
                <a:gd name="connsiteX10" fmla="*/ 4918 w 145900"/>
                <a:gd name="connsiteY10" fmla="*/ 27869 h 85245"/>
                <a:gd name="connsiteX11" fmla="*/ 4918 w 145900"/>
                <a:gd name="connsiteY11" fmla="*/ 22951 h 85245"/>
                <a:gd name="connsiteX12" fmla="*/ 0 w 145900"/>
                <a:gd name="connsiteY12" fmla="*/ 26229 h 85245"/>
                <a:gd name="connsiteX13" fmla="*/ 1639 w 145900"/>
                <a:gd name="connsiteY13" fmla="*/ 21311 h 85245"/>
                <a:gd name="connsiteX14" fmla="*/ 0 w 145900"/>
                <a:gd name="connsiteY14" fmla="*/ 18033 h 85245"/>
                <a:gd name="connsiteX15" fmla="*/ 4918 w 145900"/>
                <a:gd name="connsiteY15" fmla="*/ 16393 h 85245"/>
                <a:gd name="connsiteX16" fmla="*/ 8197 w 145900"/>
                <a:gd name="connsiteY16" fmla="*/ 16393 h 85245"/>
                <a:gd name="connsiteX17" fmla="*/ 11476 w 145900"/>
                <a:gd name="connsiteY17" fmla="*/ 13115 h 85245"/>
                <a:gd name="connsiteX18" fmla="*/ 16393 w 145900"/>
                <a:gd name="connsiteY18" fmla="*/ 14754 h 85245"/>
                <a:gd name="connsiteX19" fmla="*/ 19672 w 145900"/>
                <a:gd name="connsiteY19" fmla="*/ 14754 h 85245"/>
                <a:gd name="connsiteX20" fmla="*/ 16393 w 145900"/>
                <a:gd name="connsiteY20" fmla="*/ 9836 h 85245"/>
                <a:gd name="connsiteX21" fmla="*/ 16393 w 145900"/>
                <a:gd name="connsiteY21" fmla="*/ 9836 h 85245"/>
                <a:gd name="connsiteX22" fmla="*/ 21311 w 145900"/>
                <a:gd name="connsiteY22" fmla="*/ 11475 h 85245"/>
                <a:gd name="connsiteX23" fmla="*/ 24590 w 145900"/>
                <a:gd name="connsiteY23" fmla="*/ 8197 h 85245"/>
                <a:gd name="connsiteX24" fmla="*/ 27869 w 145900"/>
                <a:gd name="connsiteY24" fmla="*/ 6557 h 85245"/>
                <a:gd name="connsiteX25" fmla="*/ 32787 w 145900"/>
                <a:gd name="connsiteY25" fmla="*/ 6557 h 85245"/>
                <a:gd name="connsiteX26" fmla="*/ 36066 w 145900"/>
                <a:gd name="connsiteY26" fmla="*/ 8197 h 85245"/>
                <a:gd name="connsiteX27" fmla="*/ 39344 w 145900"/>
                <a:gd name="connsiteY27" fmla="*/ 8197 h 85245"/>
                <a:gd name="connsiteX28" fmla="*/ 39344 w 145900"/>
                <a:gd name="connsiteY28" fmla="*/ 4918 h 85245"/>
                <a:gd name="connsiteX29" fmla="*/ 44262 w 145900"/>
                <a:gd name="connsiteY29" fmla="*/ 4918 h 85245"/>
                <a:gd name="connsiteX30" fmla="*/ 45901 w 145900"/>
                <a:gd name="connsiteY30" fmla="*/ 4918 h 85245"/>
                <a:gd name="connsiteX31" fmla="*/ 50820 w 145900"/>
                <a:gd name="connsiteY31" fmla="*/ 4918 h 85245"/>
                <a:gd name="connsiteX32" fmla="*/ 54098 w 145900"/>
                <a:gd name="connsiteY32" fmla="*/ 4918 h 85245"/>
                <a:gd name="connsiteX33" fmla="*/ 57377 w 145900"/>
                <a:gd name="connsiteY33" fmla="*/ 4918 h 85245"/>
                <a:gd name="connsiteX34" fmla="*/ 62295 w 145900"/>
                <a:gd name="connsiteY34" fmla="*/ 4918 h 85245"/>
                <a:gd name="connsiteX35" fmla="*/ 60656 w 145900"/>
                <a:gd name="connsiteY35" fmla="*/ 0 h 85245"/>
                <a:gd name="connsiteX36" fmla="*/ 65573 w 145900"/>
                <a:gd name="connsiteY36" fmla="*/ 1639 h 85245"/>
                <a:gd name="connsiteX37" fmla="*/ 68852 w 145900"/>
                <a:gd name="connsiteY37" fmla="*/ 1639 h 85245"/>
                <a:gd name="connsiteX38" fmla="*/ 72131 w 145900"/>
                <a:gd name="connsiteY38" fmla="*/ 1639 h 85245"/>
                <a:gd name="connsiteX39" fmla="*/ 75410 w 145900"/>
                <a:gd name="connsiteY39" fmla="*/ 1639 h 85245"/>
                <a:gd name="connsiteX40" fmla="*/ 80327 w 145900"/>
                <a:gd name="connsiteY40" fmla="*/ 1639 h 85245"/>
                <a:gd name="connsiteX41" fmla="*/ 83606 w 145900"/>
                <a:gd name="connsiteY41" fmla="*/ 1639 h 85245"/>
                <a:gd name="connsiteX42" fmla="*/ 86885 w 145900"/>
                <a:gd name="connsiteY42" fmla="*/ 3279 h 85245"/>
                <a:gd name="connsiteX43" fmla="*/ 91803 w 145900"/>
                <a:gd name="connsiteY43" fmla="*/ 3279 h 85245"/>
                <a:gd name="connsiteX44" fmla="*/ 95081 w 145900"/>
                <a:gd name="connsiteY44" fmla="*/ 3279 h 85245"/>
                <a:gd name="connsiteX45" fmla="*/ 98360 w 145900"/>
                <a:gd name="connsiteY45" fmla="*/ 3279 h 85245"/>
                <a:gd name="connsiteX46" fmla="*/ 103278 w 145900"/>
                <a:gd name="connsiteY46" fmla="*/ 4918 h 85245"/>
                <a:gd name="connsiteX47" fmla="*/ 106557 w 145900"/>
                <a:gd name="connsiteY47" fmla="*/ 6557 h 85245"/>
                <a:gd name="connsiteX48" fmla="*/ 109836 w 145900"/>
                <a:gd name="connsiteY48" fmla="*/ 8197 h 85245"/>
                <a:gd name="connsiteX49" fmla="*/ 114754 w 145900"/>
                <a:gd name="connsiteY49" fmla="*/ 6557 h 85245"/>
                <a:gd name="connsiteX50" fmla="*/ 118032 w 145900"/>
                <a:gd name="connsiteY50" fmla="*/ 8197 h 85245"/>
                <a:gd name="connsiteX51" fmla="*/ 122950 w 145900"/>
                <a:gd name="connsiteY51" fmla="*/ 6557 h 85245"/>
                <a:gd name="connsiteX52" fmla="*/ 126229 w 145900"/>
                <a:gd name="connsiteY52" fmla="*/ 8197 h 85245"/>
                <a:gd name="connsiteX53" fmla="*/ 129508 w 145900"/>
                <a:gd name="connsiteY53" fmla="*/ 8197 h 85245"/>
                <a:gd name="connsiteX54" fmla="*/ 134426 w 145900"/>
                <a:gd name="connsiteY54" fmla="*/ 8197 h 85245"/>
                <a:gd name="connsiteX55" fmla="*/ 137704 w 145900"/>
                <a:gd name="connsiteY55" fmla="*/ 8197 h 85245"/>
                <a:gd name="connsiteX56" fmla="*/ 139344 w 145900"/>
                <a:gd name="connsiteY56" fmla="*/ 6557 h 85245"/>
                <a:gd name="connsiteX57" fmla="*/ 142623 w 145900"/>
                <a:gd name="connsiteY57" fmla="*/ 6557 h 85245"/>
                <a:gd name="connsiteX58" fmla="*/ 145901 w 145900"/>
                <a:gd name="connsiteY58" fmla="*/ 9836 h 85245"/>
                <a:gd name="connsiteX59" fmla="*/ 145901 w 145900"/>
                <a:gd name="connsiteY59" fmla="*/ 9836 h 85245"/>
                <a:gd name="connsiteX60" fmla="*/ 145901 w 145900"/>
                <a:gd name="connsiteY60" fmla="*/ 11475 h 85245"/>
                <a:gd name="connsiteX61" fmla="*/ 142623 w 145900"/>
                <a:gd name="connsiteY61" fmla="*/ 11475 h 85245"/>
                <a:gd name="connsiteX62" fmla="*/ 139344 w 145900"/>
                <a:gd name="connsiteY62" fmla="*/ 13115 h 85245"/>
                <a:gd name="connsiteX63" fmla="*/ 137704 w 145900"/>
                <a:gd name="connsiteY63" fmla="*/ 14754 h 85245"/>
                <a:gd name="connsiteX64" fmla="*/ 136065 w 145900"/>
                <a:gd name="connsiteY64" fmla="*/ 18033 h 85245"/>
                <a:gd name="connsiteX65" fmla="*/ 136065 w 145900"/>
                <a:gd name="connsiteY65" fmla="*/ 19672 h 85245"/>
                <a:gd name="connsiteX66" fmla="*/ 136065 w 145900"/>
                <a:gd name="connsiteY66" fmla="*/ 22951 h 85245"/>
                <a:gd name="connsiteX67" fmla="*/ 134426 w 145900"/>
                <a:gd name="connsiteY67" fmla="*/ 26229 h 85245"/>
                <a:gd name="connsiteX68" fmla="*/ 129508 w 145900"/>
                <a:gd name="connsiteY68" fmla="*/ 27869 h 85245"/>
                <a:gd name="connsiteX69" fmla="*/ 126229 w 145900"/>
                <a:gd name="connsiteY69" fmla="*/ 31147 h 85245"/>
                <a:gd name="connsiteX70" fmla="*/ 126229 w 145900"/>
                <a:gd name="connsiteY70" fmla="*/ 34426 h 85245"/>
                <a:gd name="connsiteX71" fmla="*/ 126229 w 145900"/>
                <a:gd name="connsiteY71" fmla="*/ 39344 h 85245"/>
                <a:gd name="connsiteX72" fmla="*/ 127868 w 145900"/>
                <a:gd name="connsiteY72" fmla="*/ 42623 h 85245"/>
                <a:gd name="connsiteX73" fmla="*/ 129508 w 145900"/>
                <a:gd name="connsiteY73" fmla="*/ 45901 h 85245"/>
                <a:gd name="connsiteX74" fmla="*/ 131147 w 145900"/>
                <a:gd name="connsiteY74" fmla="*/ 50819 h 85245"/>
                <a:gd name="connsiteX75" fmla="*/ 129508 w 145900"/>
                <a:gd name="connsiteY75" fmla="*/ 54098 h 85245"/>
                <a:gd name="connsiteX76" fmla="*/ 129508 w 145900"/>
                <a:gd name="connsiteY76" fmla="*/ 57377 h 85245"/>
                <a:gd name="connsiteX77" fmla="*/ 132786 w 145900"/>
                <a:gd name="connsiteY77" fmla="*/ 60656 h 85245"/>
                <a:gd name="connsiteX78" fmla="*/ 137704 w 145900"/>
                <a:gd name="connsiteY78" fmla="*/ 63934 h 85245"/>
                <a:gd name="connsiteX79" fmla="*/ 136065 w 145900"/>
                <a:gd name="connsiteY79" fmla="*/ 65573 h 85245"/>
                <a:gd name="connsiteX80" fmla="*/ 137704 w 145900"/>
                <a:gd name="connsiteY80" fmla="*/ 68852 h 85245"/>
                <a:gd name="connsiteX81" fmla="*/ 142623 w 145900"/>
                <a:gd name="connsiteY81" fmla="*/ 70491 h 85245"/>
                <a:gd name="connsiteX82" fmla="*/ 137704 w 145900"/>
                <a:gd name="connsiteY82" fmla="*/ 73770 h 85245"/>
                <a:gd name="connsiteX83" fmla="*/ 137704 w 145900"/>
                <a:gd name="connsiteY83" fmla="*/ 73770 h 85245"/>
                <a:gd name="connsiteX84" fmla="*/ 137704 w 145900"/>
                <a:gd name="connsiteY84" fmla="*/ 73770 h 85245"/>
                <a:gd name="connsiteX85" fmla="*/ 136065 w 145900"/>
                <a:gd name="connsiteY85" fmla="*/ 73770 h 85245"/>
                <a:gd name="connsiteX86" fmla="*/ 134426 w 145900"/>
                <a:gd name="connsiteY86" fmla="*/ 77049 h 85245"/>
                <a:gd name="connsiteX87" fmla="*/ 129508 w 145900"/>
                <a:gd name="connsiteY87" fmla="*/ 78688 h 85245"/>
                <a:gd name="connsiteX88" fmla="*/ 129508 w 145900"/>
                <a:gd name="connsiteY88" fmla="*/ 80328 h 85245"/>
                <a:gd name="connsiteX89" fmla="*/ 129508 w 145900"/>
                <a:gd name="connsiteY89" fmla="*/ 83606 h 85245"/>
                <a:gd name="connsiteX90" fmla="*/ 129508 w 145900"/>
                <a:gd name="connsiteY90" fmla="*/ 85246 h 85245"/>
                <a:gd name="connsiteX91" fmla="*/ 127868 w 145900"/>
                <a:gd name="connsiteY91" fmla="*/ 85246 h 85245"/>
                <a:gd name="connsiteX92" fmla="*/ 122950 w 145900"/>
                <a:gd name="connsiteY92" fmla="*/ 85246 h 85245"/>
                <a:gd name="connsiteX93" fmla="*/ 119671 w 145900"/>
                <a:gd name="connsiteY93" fmla="*/ 83606 h 85245"/>
                <a:gd name="connsiteX94" fmla="*/ 118032 w 145900"/>
                <a:gd name="connsiteY94" fmla="*/ 81967 h 85245"/>
                <a:gd name="connsiteX95" fmla="*/ 113114 w 145900"/>
                <a:gd name="connsiteY95" fmla="*/ 81967 h 85245"/>
                <a:gd name="connsiteX96" fmla="*/ 109836 w 145900"/>
                <a:gd name="connsiteY96" fmla="*/ 83606 h 85245"/>
                <a:gd name="connsiteX97" fmla="*/ 106557 w 145900"/>
                <a:gd name="connsiteY97" fmla="*/ 85246 h 85245"/>
                <a:gd name="connsiteX98" fmla="*/ 106557 w 145900"/>
                <a:gd name="connsiteY98" fmla="*/ 85246 h 85245"/>
                <a:gd name="connsiteX99" fmla="*/ 101639 w 145900"/>
                <a:gd name="connsiteY99" fmla="*/ 85246 h 85245"/>
                <a:gd name="connsiteX100" fmla="*/ 98360 w 145900"/>
                <a:gd name="connsiteY100" fmla="*/ 83606 h 85245"/>
                <a:gd name="connsiteX101" fmla="*/ 95081 w 145900"/>
                <a:gd name="connsiteY101" fmla="*/ 81967 h 85245"/>
                <a:gd name="connsiteX102" fmla="*/ 91803 w 145900"/>
                <a:gd name="connsiteY102" fmla="*/ 77049 h 85245"/>
                <a:gd name="connsiteX103" fmla="*/ 88524 w 145900"/>
                <a:gd name="connsiteY103" fmla="*/ 75409 h 85245"/>
                <a:gd name="connsiteX104" fmla="*/ 86885 w 145900"/>
                <a:gd name="connsiteY104" fmla="*/ 75409 h 85245"/>
                <a:gd name="connsiteX105" fmla="*/ 86885 w 145900"/>
                <a:gd name="connsiteY105" fmla="*/ 75409 h 85245"/>
                <a:gd name="connsiteX106" fmla="*/ 83606 w 145900"/>
                <a:gd name="connsiteY106" fmla="*/ 72131 h 85245"/>
                <a:gd name="connsiteX107" fmla="*/ 80327 w 145900"/>
                <a:gd name="connsiteY107" fmla="*/ 72131 h 85245"/>
                <a:gd name="connsiteX108" fmla="*/ 77049 w 145900"/>
                <a:gd name="connsiteY108" fmla="*/ 68852 h 85245"/>
                <a:gd name="connsiteX109" fmla="*/ 72131 w 145900"/>
                <a:gd name="connsiteY109" fmla="*/ 68852 h 85245"/>
                <a:gd name="connsiteX110" fmla="*/ 68852 w 145900"/>
                <a:gd name="connsiteY110" fmla="*/ 67213 h 85245"/>
                <a:gd name="connsiteX111" fmla="*/ 65573 w 145900"/>
                <a:gd name="connsiteY111" fmla="*/ 65573 h 85245"/>
                <a:gd name="connsiteX112" fmla="*/ 62295 w 145900"/>
                <a:gd name="connsiteY112" fmla="*/ 65573 h 85245"/>
                <a:gd name="connsiteX113" fmla="*/ 59016 w 145900"/>
                <a:gd name="connsiteY113" fmla="*/ 65573 h 85245"/>
                <a:gd name="connsiteX114" fmla="*/ 55737 w 145900"/>
                <a:gd name="connsiteY114" fmla="*/ 63934 h 85245"/>
                <a:gd name="connsiteX115" fmla="*/ 52459 w 145900"/>
                <a:gd name="connsiteY115" fmla="*/ 65573 h 85245"/>
                <a:gd name="connsiteX116" fmla="*/ 49180 w 145900"/>
                <a:gd name="connsiteY116" fmla="*/ 65573 h 85245"/>
                <a:gd name="connsiteX117" fmla="*/ 45901 w 145900"/>
                <a:gd name="connsiteY117" fmla="*/ 65573 h 85245"/>
                <a:gd name="connsiteX118" fmla="*/ 42623 w 145900"/>
                <a:gd name="connsiteY118" fmla="*/ 68852 h 85245"/>
                <a:gd name="connsiteX119" fmla="*/ 37705 w 145900"/>
                <a:gd name="connsiteY119" fmla="*/ 68852 h 85245"/>
                <a:gd name="connsiteX120" fmla="*/ 34426 w 145900"/>
                <a:gd name="connsiteY120" fmla="*/ 72131 h 85245"/>
                <a:gd name="connsiteX121" fmla="*/ 34426 w 145900"/>
                <a:gd name="connsiteY121" fmla="*/ 72131 h 85245"/>
                <a:gd name="connsiteX122" fmla="*/ 32787 w 145900"/>
                <a:gd name="connsiteY122" fmla="*/ 72131 h 85245"/>
                <a:gd name="connsiteX123" fmla="*/ 32787 w 145900"/>
                <a:gd name="connsiteY123" fmla="*/ 72131 h 85245"/>
                <a:gd name="connsiteX124" fmla="*/ 32787 w 145900"/>
                <a:gd name="connsiteY124" fmla="*/ 67213 h 85245"/>
                <a:gd name="connsiteX125" fmla="*/ 36066 w 145900"/>
                <a:gd name="connsiteY125" fmla="*/ 63934 h 85245"/>
                <a:gd name="connsiteX126" fmla="*/ 36066 w 145900"/>
                <a:gd name="connsiteY126" fmla="*/ 60656 h 85245"/>
                <a:gd name="connsiteX127" fmla="*/ 36066 w 145900"/>
                <a:gd name="connsiteY127" fmla="*/ 57377 h 85245"/>
                <a:gd name="connsiteX128" fmla="*/ 37705 w 145900"/>
                <a:gd name="connsiteY128" fmla="*/ 52459 h 85245"/>
                <a:gd name="connsiteX129" fmla="*/ 34426 w 145900"/>
                <a:gd name="connsiteY129" fmla="*/ 50819 h 85245"/>
                <a:gd name="connsiteX130" fmla="*/ 31147 w 145900"/>
                <a:gd name="connsiteY130" fmla="*/ 50819 h 85245"/>
                <a:gd name="connsiteX131" fmla="*/ 29508 w 145900"/>
                <a:gd name="connsiteY131" fmla="*/ 54098 h 85245"/>
                <a:gd name="connsiteX132" fmla="*/ 24590 w 145900"/>
                <a:gd name="connsiteY132" fmla="*/ 55737 h 85245"/>
                <a:gd name="connsiteX133" fmla="*/ 21311 w 145900"/>
                <a:gd name="connsiteY133" fmla="*/ 54098 h 85245"/>
                <a:gd name="connsiteX134" fmla="*/ 18033 w 145900"/>
                <a:gd name="connsiteY134" fmla="*/ 52459 h 85245"/>
                <a:gd name="connsiteX135" fmla="*/ 13114 w 145900"/>
                <a:gd name="connsiteY135" fmla="*/ 52459 h 85245"/>
                <a:gd name="connsiteX136" fmla="*/ 9836 w 145900"/>
                <a:gd name="connsiteY136" fmla="*/ 49180 h 85245"/>
                <a:gd name="connsiteX137" fmla="*/ 9836 w 145900"/>
                <a:gd name="connsiteY137" fmla="*/ 45901 h 85245"/>
                <a:gd name="connsiteX138" fmla="*/ 6557 w 145900"/>
                <a:gd name="connsiteY138" fmla="*/ 44262 h 85245"/>
                <a:gd name="connsiteX139" fmla="*/ 3279 w 145900"/>
                <a:gd name="connsiteY139" fmla="*/ 42623 h 85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145900" h="85245">
                  <a:moveTo>
                    <a:pt x="3279" y="42623"/>
                  </a:moveTo>
                  <a:lnTo>
                    <a:pt x="3279" y="42623"/>
                  </a:lnTo>
                  <a:lnTo>
                    <a:pt x="3279" y="39344"/>
                  </a:lnTo>
                  <a:lnTo>
                    <a:pt x="6557" y="36065"/>
                  </a:lnTo>
                  <a:lnTo>
                    <a:pt x="11476" y="36065"/>
                  </a:lnTo>
                  <a:lnTo>
                    <a:pt x="14754" y="34426"/>
                  </a:lnTo>
                  <a:lnTo>
                    <a:pt x="11476" y="34426"/>
                  </a:lnTo>
                  <a:lnTo>
                    <a:pt x="6557" y="34426"/>
                  </a:lnTo>
                  <a:lnTo>
                    <a:pt x="3279" y="34426"/>
                  </a:lnTo>
                  <a:lnTo>
                    <a:pt x="1639" y="31147"/>
                  </a:lnTo>
                  <a:lnTo>
                    <a:pt x="4918" y="27869"/>
                  </a:lnTo>
                  <a:lnTo>
                    <a:pt x="4918" y="22951"/>
                  </a:lnTo>
                  <a:lnTo>
                    <a:pt x="0" y="26229"/>
                  </a:lnTo>
                  <a:lnTo>
                    <a:pt x="1639" y="21311"/>
                  </a:lnTo>
                  <a:lnTo>
                    <a:pt x="0" y="18033"/>
                  </a:lnTo>
                  <a:lnTo>
                    <a:pt x="4918" y="16393"/>
                  </a:lnTo>
                  <a:lnTo>
                    <a:pt x="8197" y="16393"/>
                  </a:lnTo>
                  <a:lnTo>
                    <a:pt x="11476" y="13115"/>
                  </a:lnTo>
                  <a:lnTo>
                    <a:pt x="16393" y="14754"/>
                  </a:lnTo>
                  <a:lnTo>
                    <a:pt x="19672" y="14754"/>
                  </a:lnTo>
                  <a:lnTo>
                    <a:pt x="16393" y="9836"/>
                  </a:lnTo>
                  <a:lnTo>
                    <a:pt x="16393" y="9836"/>
                  </a:lnTo>
                  <a:lnTo>
                    <a:pt x="21311" y="11475"/>
                  </a:lnTo>
                  <a:lnTo>
                    <a:pt x="24590" y="8197"/>
                  </a:lnTo>
                  <a:lnTo>
                    <a:pt x="27869" y="6557"/>
                  </a:lnTo>
                  <a:lnTo>
                    <a:pt x="32787" y="6557"/>
                  </a:lnTo>
                  <a:lnTo>
                    <a:pt x="36066" y="8197"/>
                  </a:lnTo>
                  <a:lnTo>
                    <a:pt x="39344" y="8197"/>
                  </a:lnTo>
                  <a:lnTo>
                    <a:pt x="39344" y="4918"/>
                  </a:lnTo>
                  <a:lnTo>
                    <a:pt x="44262" y="4918"/>
                  </a:lnTo>
                  <a:lnTo>
                    <a:pt x="45901" y="4918"/>
                  </a:lnTo>
                  <a:lnTo>
                    <a:pt x="50820" y="4918"/>
                  </a:lnTo>
                  <a:lnTo>
                    <a:pt x="54098" y="4918"/>
                  </a:lnTo>
                  <a:lnTo>
                    <a:pt x="57377" y="4918"/>
                  </a:lnTo>
                  <a:lnTo>
                    <a:pt x="62295" y="4918"/>
                  </a:lnTo>
                  <a:lnTo>
                    <a:pt x="60656" y="0"/>
                  </a:lnTo>
                  <a:lnTo>
                    <a:pt x="65573" y="1639"/>
                  </a:lnTo>
                  <a:lnTo>
                    <a:pt x="68852" y="1639"/>
                  </a:lnTo>
                  <a:lnTo>
                    <a:pt x="72131" y="1639"/>
                  </a:lnTo>
                  <a:lnTo>
                    <a:pt x="75410" y="1639"/>
                  </a:lnTo>
                  <a:lnTo>
                    <a:pt x="80327" y="1639"/>
                  </a:lnTo>
                  <a:lnTo>
                    <a:pt x="83606" y="1639"/>
                  </a:lnTo>
                  <a:lnTo>
                    <a:pt x="86885" y="3279"/>
                  </a:lnTo>
                  <a:lnTo>
                    <a:pt x="91803" y="3279"/>
                  </a:lnTo>
                  <a:lnTo>
                    <a:pt x="95081" y="3279"/>
                  </a:lnTo>
                  <a:lnTo>
                    <a:pt x="98360" y="3279"/>
                  </a:lnTo>
                  <a:lnTo>
                    <a:pt x="103278" y="4918"/>
                  </a:lnTo>
                  <a:lnTo>
                    <a:pt x="106557" y="6557"/>
                  </a:lnTo>
                  <a:lnTo>
                    <a:pt x="109836" y="8197"/>
                  </a:lnTo>
                  <a:lnTo>
                    <a:pt x="114754" y="6557"/>
                  </a:lnTo>
                  <a:lnTo>
                    <a:pt x="118032" y="8197"/>
                  </a:lnTo>
                  <a:lnTo>
                    <a:pt x="122950" y="6557"/>
                  </a:lnTo>
                  <a:lnTo>
                    <a:pt x="126229" y="8197"/>
                  </a:lnTo>
                  <a:lnTo>
                    <a:pt x="129508" y="8197"/>
                  </a:lnTo>
                  <a:lnTo>
                    <a:pt x="134426" y="8197"/>
                  </a:lnTo>
                  <a:lnTo>
                    <a:pt x="137704" y="8197"/>
                  </a:lnTo>
                  <a:lnTo>
                    <a:pt x="139344" y="6557"/>
                  </a:lnTo>
                  <a:lnTo>
                    <a:pt x="142623" y="6557"/>
                  </a:lnTo>
                  <a:lnTo>
                    <a:pt x="145901" y="9836"/>
                  </a:lnTo>
                  <a:lnTo>
                    <a:pt x="145901" y="9836"/>
                  </a:lnTo>
                  <a:lnTo>
                    <a:pt x="145901" y="11475"/>
                  </a:lnTo>
                  <a:lnTo>
                    <a:pt x="142623" y="11475"/>
                  </a:lnTo>
                  <a:lnTo>
                    <a:pt x="139344" y="13115"/>
                  </a:lnTo>
                  <a:lnTo>
                    <a:pt x="137704" y="14754"/>
                  </a:lnTo>
                  <a:lnTo>
                    <a:pt x="136065" y="18033"/>
                  </a:lnTo>
                  <a:lnTo>
                    <a:pt x="136065" y="19672"/>
                  </a:lnTo>
                  <a:lnTo>
                    <a:pt x="136065" y="22951"/>
                  </a:lnTo>
                  <a:lnTo>
                    <a:pt x="134426" y="26229"/>
                  </a:lnTo>
                  <a:lnTo>
                    <a:pt x="129508" y="27869"/>
                  </a:lnTo>
                  <a:lnTo>
                    <a:pt x="126229" y="31147"/>
                  </a:lnTo>
                  <a:lnTo>
                    <a:pt x="126229" y="34426"/>
                  </a:lnTo>
                  <a:lnTo>
                    <a:pt x="126229" y="39344"/>
                  </a:lnTo>
                  <a:lnTo>
                    <a:pt x="127868" y="42623"/>
                  </a:lnTo>
                  <a:lnTo>
                    <a:pt x="129508" y="45901"/>
                  </a:lnTo>
                  <a:lnTo>
                    <a:pt x="131147" y="50819"/>
                  </a:lnTo>
                  <a:lnTo>
                    <a:pt x="129508" y="54098"/>
                  </a:lnTo>
                  <a:lnTo>
                    <a:pt x="129508" y="57377"/>
                  </a:lnTo>
                  <a:lnTo>
                    <a:pt x="132786" y="60656"/>
                  </a:lnTo>
                  <a:lnTo>
                    <a:pt x="137704" y="63934"/>
                  </a:lnTo>
                  <a:lnTo>
                    <a:pt x="136065" y="65573"/>
                  </a:lnTo>
                  <a:lnTo>
                    <a:pt x="137704" y="68852"/>
                  </a:lnTo>
                  <a:lnTo>
                    <a:pt x="142623" y="70491"/>
                  </a:lnTo>
                  <a:lnTo>
                    <a:pt x="137704" y="73770"/>
                  </a:lnTo>
                  <a:lnTo>
                    <a:pt x="137704" y="73770"/>
                  </a:lnTo>
                  <a:lnTo>
                    <a:pt x="137704" y="73770"/>
                  </a:lnTo>
                  <a:lnTo>
                    <a:pt x="136065" y="73770"/>
                  </a:lnTo>
                  <a:lnTo>
                    <a:pt x="134426" y="77049"/>
                  </a:lnTo>
                  <a:lnTo>
                    <a:pt x="129508" y="78688"/>
                  </a:lnTo>
                  <a:lnTo>
                    <a:pt x="129508" y="80328"/>
                  </a:lnTo>
                  <a:lnTo>
                    <a:pt x="129508" y="83606"/>
                  </a:lnTo>
                  <a:lnTo>
                    <a:pt x="129508" y="85246"/>
                  </a:lnTo>
                  <a:lnTo>
                    <a:pt x="127868" y="85246"/>
                  </a:lnTo>
                  <a:lnTo>
                    <a:pt x="122950" y="85246"/>
                  </a:lnTo>
                  <a:lnTo>
                    <a:pt x="119671" y="83606"/>
                  </a:lnTo>
                  <a:lnTo>
                    <a:pt x="118032" y="81967"/>
                  </a:lnTo>
                  <a:lnTo>
                    <a:pt x="113114" y="81967"/>
                  </a:lnTo>
                  <a:lnTo>
                    <a:pt x="109836" y="83606"/>
                  </a:lnTo>
                  <a:lnTo>
                    <a:pt x="106557" y="85246"/>
                  </a:lnTo>
                  <a:lnTo>
                    <a:pt x="106557" y="85246"/>
                  </a:lnTo>
                  <a:lnTo>
                    <a:pt x="101639" y="85246"/>
                  </a:lnTo>
                  <a:lnTo>
                    <a:pt x="98360" y="83606"/>
                  </a:lnTo>
                  <a:lnTo>
                    <a:pt x="95081" y="81967"/>
                  </a:lnTo>
                  <a:lnTo>
                    <a:pt x="91803" y="77049"/>
                  </a:lnTo>
                  <a:lnTo>
                    <a:pt x="88524" y="75409"/>
                  </a:lnTo>
                  <a:lnTo>
                    <a:pt x="86885" y="75409"/>
                  </a:lnTo>
                  <a:lnTo>
                    <a:pt x="86885" y="75409"/>
                  </a:lnTo>
                  <a:lnTo>
                    <a:pt x="83606" y="72131"/>
                  </a:lnTo>
                  <a:lnTo>
                    <a:pt x="80327" y="72131"/>
                  </a:lnTo>
                  <a:lnTo>
                    <a:pt x="77049" y="68852"/>
                  </a:lnTo>
                  <a:lnTo>
                    <a:pt x="72131" y="68852"/>
                  </a:lnTo>
                  <a:lnTo>
                    <a:pt x="68852" y="67213"/>
                  </a:lnTo>
                  <a:lnTo>
                    <a:pt x="65573" y="65573"/>
                  </a:lnTo>
                  <a:lnTo>
                    <a:pt x="62295" y="65573"/>
                  </a:lnTo>
                  <a:lnTo>
                    <a:pt x="59016" y="65573"/>
                  </a:lnTo>
                  <a:lnTo>
                    <a:pt x="55737" y="63934"/>
                  </a:lnTo>
                  <a:lnTo>
                    <a:pt x="52459" y="65573"/>
                  </a:lnTo>
                  <a:lnTo>
                    <a:pt x="49180" y="65573"/>
                  </a:lnTo>
                  <a:lnTo>
                    <a:pt x="45901" y="65573"/>
                  </a:lnTo>
                  <a:lnTo>
                    <a:pt x="42623" y="68852"/>
                  </a:lnTo>
                  <a:lnTo>
                    <a:pt x="37705" y="68852"/>
                  </a:lnTo>
                  <a:lnTo>
                    <a:pt x="34426" y="72131"/>
                  </a:lnTo>
                  <a:lnTo>
                    <a:pt x="34426" y="72131"/>
                  </a:lnTo>
                  <a:lnTo>
                    <a:pt x="32787" y="72131"/>
                  </a:lnTo>
                  <a:lnTo>
                    <a:pt x="32787" y="72131"/>
                  </a:lnTo>
                  <a:lnTo>
                    <a:pt x="32787" y="67213"/>
                  </a:lnTo>
                  <a:lnTo>
                    <a:pt x="36066" y="63934"/>
                  </a:lnTo>
                  <a:lnTo>
                    <a:pt x="36066" y="60656"/>
                  </a:lnTo>
                  <a:lnTo>
                    <a:pt x="36066" y="57377"/>
                  </a:lnTo>
                  <a:lnTo>
                    <a:pt x="37705" y="52459"/>
                  </a:lnTo>
                  <a:lnTo>
                    <a:pt x="34426" y="50819"/>
                  </a:lnTo>
                  <a:lnTo>
                    <a:pt x="31147" y="50819"/>
                  </a:lnTo>
                  <a:lnTo>
                    <a:pt x="29508" y="54098"/>
                  </a:lnTo>
                  <a:lnTo>
                    <a:pt x="24590" y="55737"/>
                  </a:lnTo>
                  <a:lnTo>
                    <a:pt x="21311" y="54098"/>
                  </a:lnTo>
                  <a:lnTo>
                    <a:pt x="18033" y="52459"/>
                  </a:lnTo>
                  <a:lnTo>
                    <a:pt x="13114" y="52459"/>
                  </a:lnTo>
                  <a:lnTo>
                    <a:pt x="9836" y="49180"/>
                  </a:lnTo>
                  <a:lnTo>
                    <a:pt x="9836" y="45901"/>
                  </a:lnTo>
                  <a:lnTo>
                    <a:pt x="6557" y="44262"/>
                  </a:lnTo>
                  <a:lnTo>
                    <a:pt x="3279" y="4262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82" name="Freeform 3781">
              <a:extLst>
                <a:ext uri="{FF2B5EF4-FFF2-40B4-BE49-F238E27FC236}">
                  <a16:creationId xmlns:a16="http://schemas.microsoft.com/office/drawing/2014/main" id="{326A2303-96D3-9E4A-9E4B-0544C0B10CDB}"/>
                </a:ext>
              </a:extLst>
            </p:cNvPr>
            <p:cNvSpPr/>
            <p:nvPr/>
          </p:nvSpPr>
          <p:spPr>
            <a:xfrm>
              <a:off x="6479604" y="4168995"/>
              <a:ext cx="77049" cy="77049"/>
            </a:xfrm>
            <a:custGeom>
              <a:avLst/>
              <a:gdLst>
                <a:gd name="connsiteX0" fmla="*/ 0 w 77049"/>
                <a:gd name="connsiteY0" fmla="*/ 63935 h 77049"/>
                <a:gd name="connsiteX1" fmla="*/ 0 w 77049"/>
                <a:gd name="connsiteY1" fmla="*/ 62295 h 77049"/>
                <a:gd name="connsiteX2" fmla="*/ 0 w 77049"/>
                <a:gd name="connsiteY2" fmla="*/ 59016 h 77049"/>
                <a:gd name="connsiteX3" fmla="*/ 3279 w 77049"/>
                <a:gd name="connsiteY3" fmla="*/ 57377 h 77049"/>
                <a:gd name="connsiteX4" fmla="*/ 6557 w 77049"/>
                <a:gd name="connsiteY4" fmla="*/ 54098 h 77049"/>
                <a:gd name="connsiteX5" fmla="*/ 9836 w 77049"/>
                <a:gd name="connsiteY5" fmla="*/ 50820 h 77049"/>
                <a:gd name="connsiteX6" fmla="*/ 11476 w 77049"/>
                <a:gd name="connsiteY6" fmla="*/ 47541 h 77049"/>
                <a:gd name="connsiteX7" fmla="*/ 11476 w 77049"/>
                <a:gd name="connsiteY7" fmla="*/ 42623 h 77049"/>
                <a:gd name="connsiteX8" fmla="*/ 9836 w 77049"/>
                <a:gd name="connsiteY8" fmla="*/ 39344 h 77049"/>
                <a:gd name="connsiteX9" fmla="*/ 9836 w 77049"/>
                <a:gd name="connsiteY9" fmla="*/ 36066 h 77049"/>
                <a:gd name="connsiteX10" fmla="*/ 11476 w 77049"/>
                <a:gd name="connsiteY10" fmla="*/ 32787 h 77049"/>
                <a:gd name="connsiteX11" fmla="*/ 14754 w 77049"/>
                <a:gd name="connsiteY11" fmla="*/ 27869 h 77049"/>
                <a:gd name="connsiteX12" fmla="*/ 14754 w 77049"/>
                <a:gd name="connsiteY12" fmla="*/ 27869 h 77049"/>
                <a:gd name="connsiteX13" fmla="*/ 18033 w 77049"/>
                <a:gd name="connsiteY13" fmla="*/ 22951 h 77049"/>
                <a:gd name="connsiteX14" fmla="*/ 21312 w 77049"/>
                <a:gd name="connsiteY14" fmla="*/ 19672 h 77049"/>
                <a:gd name="connsiteX15" fmla="*/ 24590 w 77049"/>
                <a:gd name="connsiteY15" fmla="*/ 16393 h 77049"/>
                <a:gd name="connsiteX16" fmla="*/ 29508 w 77049"/>
                <a:gd name="connsiteY16" fmla="*/ 14754 h 77049"/>
                <a:gd name="connsiteX17" fmla="*/ 32787 w 77049"/>
                <a:gd name="connsiteY17" fmla="*/ 14754 h 77049"/>
                <a:gd name="connsiteX18" fmla="*/ 34426 w 77049"/>
                <a:gd name="connsiteY18" fmla="*/ 13115 h 77049"/>
                <a:gd name="connsiteX19" fmla="*/ 37705 w 77049"/>
                <a:gd name="connsiteY19" fmla="*/ 11476 h 77049"/>
                <a:gd name="connsiteX20" fmla="*/ 39344 w 77049"/>
                <a:gd name="connsiteY20" fmla="*/ 14754 h 77049"/>
                <a:gd name="connsiteX21" fmla="*/ 42623 w 77049"/>
                <a:gd name="connsiteY21" fmla="*/ 18033 h 77049"/>
                <a:gd name="connsiteX22" fmla="*/ 44262 w 77049"/>
                <a:gd name="connsiteY22" fmla="*/ 16393 h 77049"/>
                <a:gd name="connsiteX23" fmla="*/ 47541 w 77049"/>
                <a:gd name="connsiteY23" fmla="*/ 13115 h 77049"/>
                <a:gd name="connsiteX24" fmla="*/ 50820 w 77049"/>
                <a:gd name="connsiteY24" fmla="*/ 9836 h 77049"/>
                <a:gd name="connsiteX25" fmla="*/ 54098 w 77049"/>
                <a:gd name="connsiteY25" fmla="*/ 6558 h 77049"/>
                <a:gd name="connsiteX26" fmla="*/ 55737 w 77049"/>
                <a:gd name="connsiteY26" fmla="*/ 3279 h 77049"/>
                <a:gd name="connsiteX27" fmla="*/ 57377 w 77049"/>
                <a:gd name="connsiteY27" fmla="*/ 3279 h 77049"/>
                <a:gd name="connsiteX28" fmla="*/ 59016 w 77049"/>
                <a:gd name="connsiteY28" fmla="*/ 0 h 77049"/>
                <a:gd name="connsiteX29" fmla="*/ 62295 w 77049"/>
                <a:gd name="connsiteY29" fmla="*/ 0 h 77049"/>
                <a:gd name="connsiteX30" fmla="*/ 62295 w 77049"/>
                <a:gd name="connsiteY30" fmla="*/ 0 h 77049"/>
                <a:gd name="connsiteX31" fmla="*/ 62295 w 77049"/>
                <a:gd name="connsiteY31" fmla="*/ 3279 h 77049"/>
                <a:gd name="connsiteX32" fmla="*/ 63934 w 77049"/>
                <a:gd name="connsiteY32" fmla="*/ 6558 h 77049"/>
                <a:gd name="connsiteX33" fmla="*/ 65573 w 77049"/>
                <a:gd name="connsiteY33" fmla="*/ 9836 h 77049"/>
                <a:gd name="connsiteX34" fmla="*/ 68852 w 77049"/>
                <a:gd name="connsiteY34" fmla="*/ 14754 h 77049"/>
                <a:gd name="connsiteX35" fmla="*/ 70492 w 77049"/>
                <a:gd name="connsiteY35" fmla="*/ 14754 h 77049"/>
                <a:gd name="connsiteX36" fmla="*/ 72131 w 77049"/>
                <a:gd name="connsiteY36" fmla="*/ 16393 h 77049"/>
                <a:gd name="connsiteX37" fmla="*/ 73770 w 77049"/>
                <a:gd name="connsiteY37" fmla="*/ 19672 h 77049"/>
                <a:gd name="connsiteX38" fmla="*/ 73770 w 77049"/>
                <a:gd name="connsiteY38" fmla="*/ 22951 h 77049"/>
                <a:gd name="connsiteX39" fmla="*/ 75410 w 77049"/>
                <a:gd name="connsiteY39" fmla="*/ 22951 h 77049"/>
                <a:gd name="connsiteX40" fmla="*/ 75410 w 77049"/>
                <a:gd name="connsiteY40" fmla="*/ 26229 h 77049"/>
                <a:gd name="connsiteX41" fmla="*/ 75410 w 77049"/>
                <a:gd name="connsiteY41" fmla="*/ 27869 h 77049"/>
                <a:gd name="connsiteX42" fmla="*/ 75410 w 77049"/>
                <a:gd name="connsiteY42" fmla="*/ 31148 h 77049"/>
                <a:gd name="connsiteX43" fmla="*/ 75410 w 77049"/>
                <a:gd name="connsiteY43" fmla="*/ 34426 h 77049"/>
                <a:gd name="connsiteX44" fmla="*/ 75410 w 77049"/>
                <a:gd name="connsiteY44" fmla="*/ 37705 h 77049"/>
                <a:gd name="connsiteX45" fmla="*/ 75410 w 77049"/>
                <a:gd name="connsiteY45" fmla="*/ 37705 h 77049"/>
                <a:gd name="connsiteX46" fmla="*/ 75410 w 77049"/>
                <a:gd name="connsiteY46" fmla="*/ 39344 h 77049"/>
                <a:gd name="connsiteX47" fmla="*/ 77049 w 77049"/>
                <a:gd name="connsiteY47" fmla="*/ 44262 h 77049"/>
                <a:gd name="connsiteX48" fmla="*/ 77049 w 77049"/>
                <a:gd name="connsiteY48" fmla="*/ 47541 h 77049"/>
                <a:gd name="connsiteX49" fmla="*/ 77049 w 77049"/>
                <a:gd name="connsiteY49" fmla="*/ 50820 h 77049"/>
                <a:gd name="connsiteX50" fmla="*/ 77049 w 77049"/>
                <a:gd name="connsiteY50" fmla="*/ 54098 h 77049"/>
                <a:gd name="connsiteX51" fmla="*/ 73770 w 77049"/>
                <a:gd name="connsiteY51" fmla="*/ 57377 h 77049"/>
                <a:gd name="connsiteX52" fmla="*/ 73770 w 77049"/>
                <a:gd name="connsiteY52" fmla="*/ 59016 h 77049"/>
                <a:gd name="connsiteX53" fmla="*/ 73770 w 77049"/>
                <a:gd name="connsiteY53" fmla="*/ 57377 h 77049"/>
                <a:gd name="connsiteX54" fmla="*/ 70492 w 77049"/>
                <a:gd name="connsiteY54" fmla="*/ 59016 h 77049"/>
                <a:gd name="connsiteX55" fmla="*/ 65573 w 77049"/>
                <a:gd name="connsiteY55" fmla="*/ 59016 h 77049"/>
                <a:gd name="connsiteX56" fmla="*/ 65573 w 77049"/>
                <a:gd name="connsiteY56" fmla="*/ 59016 h 77049"/>
                <a:gd name="connsiteX57" fmla="*/ 60656 w 77049"/>
                <a:gd name="connsiteY57" fmla="*/ 55738 h 77049"/>
                <a:gd name="connsiteX58" fmla="*/ 57377 w 77049"/>
                <a:gd name="connsiteY58" fmla="*/ 55738 h 77049"/>
                <a:gd name="connsiteX59" fmla="*/ 54098 w 77049"/>
                <a:gd name="connsiteY59" fmla="*/ 57377 h 77049"/>
                <a:gd name="connsiteX60" fmla="*/ 52459 w 77049"/>
                <a:gd name="connsiteY60" fmla="*/ 57377 h 77049"/>
                <a:gd name="connsiteX61" fmla="*/ 49180 w 77049"/>
                <a:gd name="connsiteY61" fmla="*/ 60656 h 77049"/>
                <a:gd name="connsiteX62" fmla="*/ 47541 w 77049"/>
                <a:gd name="connsiteY62" fmla="*/ 59016 h 77049"/>
                <a:gd name="connsiteX63" fmla="*/ 44262 w 77049"/>
                <a:gd name="connsiteY63" fmla="*/ 57377 h 77049"/>
                <a:gd name="connsiteX64" fmla="*/ 44262 w 77049"/>
                <a:gd name="connsiteY64" fmla="*/ 57377 h 77049"/>
                <a:gd name="connsiteX65" fmla="*/ 42623 w 77049"/>
                <a:gd name="connsiteY65" fmla="*/ 55738 h 77049"/>
                <a:gd name="connsiteX66" fmla="*/ 42623 w 77049"/>
                <a:gd name="connsiteY66" fmla="*/ 55738 h 77049"/>
                <a:gd name="connsiteX67" fmla="*/ 42623 w 77049"/>
                <a:gd name="connsiteY67" fmla="*/ 59016 h 77049"/>
                <a:gd name="connsiteX68" fmla="*/ 40983 w 77049"/>
                <a:gd name="connsiteY68" fmla="*/ 63935 h 77049"/>
                <a:gd name="connsiteX69" fmla="*/ 40983 w 77049"/>
                <a:gd name="connsiteY69" fmla="*/ 67213 h 77049"/>
                <a:gd name="connsiteX70" fmla="*/ 40983 w 77049"/>
                <a:gd name="connsiteY70" fmla="*/ 70492 h 77049"/>
                <a:gd name="connsiteX71" fmla="*/ 39344 w 77049"/>
                <a:gd name="connsiteY71" fmla="*/ 75410 h 77049"/>
                <a:gd name="connsiteX72" fmla="*/ 34426 w 77049"/>
                <a:gd name="connsiteY72" fmla="*/ 75410 h 77049"/>
                <a:gd name="connsiteX73" fmla="*/ 31147 w 77049"/>
                <a:gd name="connsiteY73" fmla="*/ 77049 h 77049"/>
                <a:gd name="connsiteX74" fmla="*/ 27869 w 77049"/>
                <a:gd name="connsiteY74" fmla="*/ 77049 h 77049"/>
                <a:gd name="connsiteX75" fmla="*/ 26229 w 77049"/>
                <a:gd name="connsiteY75" fmla="*/ 77049 h 77049"/>
                <a:gd name="connsiteX76" fmla="*/ 22951 w 77049"/>
                <a:gd name="connsiteY76" fmla="*/ 77049 h 77049"/>
                <a:gd name="connsiteX77" fmla="*/ 19672 w 77049"/>
                <a:gd name="connsiteY77" fmla="*/ 77049 h 77049"/>
                <a:gd name="connsiteX78" fmla="*/ 18033 w 77049"/>
                <a:gd name="connsiteY78" fmla="*/ 72131 h 77049"/>
                <a:gd name="connsiteX79" fmla="*/ 14754 w 77049"/>
                <a:gd name="connsiteY79" fmla="*/ 68852 h 77049"/>
                <a:gd name="connsiteX80" fmla="*/ 11476 w 77049"/>
                <a:gd name="connsiteY80" fmla="*/ 67213 h 77049"/>
                <a:gd name="connsiteX81" fmla="*/ 6557 w 77049"/>
                <a:gd name="connsiteY81" fmla="*/ 70492 h 77049"/>
                <a:gd name="connsiteX82" fmla="*/ 6557 w 77049"/>
                <a:gd name="connsiteY82" fmla="*/ 73770 h 77049"/>
                <a:gd name="connsiteX83" fmla="*/ 6557 w 77049"/>
                <a:gd name="connsiteY83" fmla="*/ 73770 h 77049"/>
                <a:gd name="connsiteX84" fmla="*/ 4918 w 77049"/>
                <a:gd name="connsiteY84" fmla="*/ 72131 h 77049"/>
                <a:gd name="connsiteX85" fmla="*/ 1639 w 77049"/>
                <a:gd name="connsiteY85" fmla="*/ 70492 h 77049"/>
                <a:gd name="connsiteX86" fmla="*/ 1639 w 77049"/>
                <a:gd name="connsiteY86" fmla="*/ 67213 h 77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77049" h="77049">
                  <a:moveTo>
                    <a:pt x="0" y="63935"/>
                  </a:moveTo>
                  <a:lnTo>
                    <a:pt x="0" y="62295"/>
                  </a:lnTo>
                  <a:lnTo>
                    <a:pt x="0" y="59016"/>
                  </a:lnTo>
                  <a:lnTo>
                    <a:pt x="3279" y="57377"/>
                  </a:lnTo>
                  <a:lnTo>
                    <a:pt x="6557" y="54098"/>
                  </a:lnTo>
                  <a:lnTo>
                    <a:pt x="9836" y="50820"/>
                  </a:lnTo>
                  <a:lnTo>
                    <a:pt x="11476" y="47541"/>
                  </a:lnTo>
                  <a:lnTo>
                    <a:pt x="11476" y="42623"/>
                  </a:lnTo>
                  <a:lnTo>
                    <a:pt x="9836" y="39344"/>
                  </a:lnTo>
                  <a:lnTo>
                    <a:pt x="9836" y="36066"/>
                  </a:lnTo>
                  <a:lnTo>
                    <a:pt x="11476" y="32787"/>
                  </a:lnTo>
                  <a:lnTo>
                    <a:pt x="14754" y="27869"/>
                  </a:lnTo>
                  <a:lnTo>
                    <a:pt x="14754" y="27869"/>
                  </a:lnTo>
                  <a:lnTo>
                    <a:pt x="18033" y="22951"/>
                  </a:lnTo>
                  <a:lnTo>
                    <a:pt x="21312" y="19672"/>
                  </a:lnTo>
                  <a:lnTo>
                    <a:pt x="24590" y="16393"/>
                  </a:lnTo>
                  <a:lnTo>
                    <a:pt x="29508" y="14754"/>
                  </a:lnTo>
                  <a:lnTo>
                    <a:pt x="32787" y="14754"/>
                  </a:lnTo>
                  <a:lnTo>
                    <a:pt x="34426" y="13115"/>
                  </a:lnTo>
                  <a:lnTo>
                    <a:pt x="37705" y="11476"/>
                  </a:lnTo>
                  <a:lnTo>
                    <a:pt x="39344" y="14754"/>
                  </a:lnTo>
                  <a:lnTo>
                    <a:pt x="42623" y="18033"/>
                  </a:lnTo>
                  <a:lnTo>
                    <a:pt x="44262" y="16393"/>
                  </a:lnTo>
                  <a:lnTo>
                    <a:pt x="47541" y="13115"/>
                  </a:lnTo>
                  <a:lnTo>
                    <a:pt x="50820" y="9836"/>
                  </a:lnTo>
                  <a:lnTo>
                    <a:pt x="54098" y="6558"/>
                  </a:lnTo>
                  <a:lnTo>
                    <a:pt x="55737" y="3279"/>
                  </a:lnTo>
                  <a:lnTo>
                    <a:pt x="57377" y="3279"/>
                  </a:lnTo>
                  <a:lnTo>
                    <a:pt x="59016" y="0"/>
                  </a:lnTo>
                  <a:lnTo>
                    <a:pt x="62295" y="0"/>
                  </a:lnTo>
                  <a:lnTo>
                    <a:pt x="62295" y="0"/>
                  </a:lnTo>
                  <a:lnTo>
                    <a:pt x="62295" y="3279"/>
                  </a:lnTo>
                  <a:lnTo>
                    <a:pt x="63934" y="6558"/>
                  </a:lnTo>
                  <a:lnTo>
                    <a:pt x="65573" y="9836"/>
                  </a:lnTo>
                  <a:lnTo>
                    <a:pt x="68852" y="14754"/>
                  </a:lnTo>
                  <a:lnTo>
                    <a:pt x="70492" y="14754"/>
                  </a:lnTo>
                  <a:lnTo>
                    <a:pt x="72131" y="16393"/>
                  </a:lnTo>
                  <a:lnTo>
                    <a:pt x="73770" y="19672"/>
                  </a:lnTo>
                  <a:lnTo>
                    <a:pt x="73770" y="22951"/>
                  </a:lnTo>
                  <a:lnTo>
                    <a:pt x="75410" y="22951"/>
                  </a:lnTo>
                  <a:lnTo>
                    <a:pt x="75410" y="26229"/>
                  </a:lnTo>
                  <a:lnTo>
                    <a:pt x="75410" y="27869"/>
                  </a:lnTo>
                  <a:lnTo>
                    <a:pt x="75410" y="31148"/>
                  </a:lnTo>
                  <a:lnTo>
                    <a:pt x="75410" y="34426"/>
                  </a:lnTo>
                  <a:lnTo>
                    <a:pt x="75410" y="37705"/>
                  </a:lnTo>
                  <a:lnTo>
                    <a:pt x="75410" y="37705"/>
                  </a:lnTo>
                  <a:lnTo>
                    <a:pt x="75410" y="39344"/>
                  </a:lnTo>
                  <a:lnTo>
                    <a:pt x="77049" y="44262"/>
                  </a:lnTo>
                  <a:lnTo>
                    <a:pt x="77049" y="47541"/>
                  </a:lnTo>
                  <a:lnTo>
                    <a:pt x="77049" y="50820"/>
                  </a:lnTo>
                  <a:lnTo>
                    <a:pt x="77049" y="54098"/>
                  </a:lnTo>
                  <a:lnTo>
                    <a:pt x="73770" y="57377"/>
                  </a:lnTo>
                  <a:lnTo>
                    <a:pt x="73770" y="59016"/>
                  </a:lnTo>
                  <a:lnTo>
                    <a:pt x="73770" y="57377"/>
                  </a:lnTo>
                  <a:lnTo>
                    <a:pt x="70492" y="59016"/>
                  </a:lnTo>
                  <a:lnTo>
                    <a:pt x="65573" y="59016"/>
                  </a:lnTo>
                  <a:lnTo>
                    <a:pt x="65573" y="59016"/>
                  </a:lnTo>
                  <a:lnTo>
                    <a:pt x="60656" y="55738"/>
                  </a:lnTo>
                  <a:lnTo>
                    <a:pt x="57377" y="55738"/>
                  </a:lnTo>
                  <a:lnTo>
                    <a:pt x="54098" y="57377"/>
                  </a:lnTo>
                  <a:lnTo>
                    <a:pt x="52459" y="57377"/>
                  </a:lnTo>
                  <a:lnTo>
                    <a:pt x="49180" y="60656"/>
                  </a:lnTo>
                  <a:lnTo>
                    <a:pt x="47541" y="59016"/>
                  </a:lnTo>
                  <a:lnTo>
                    <a:pt x="44262" y="57377"/>
                  </a:lnTo>
                  <a:lnTo>
                    <a:pt x="44262" y="57377"/>
                  </a:lnTo>
                  <a:lnTo>
                    <a:pt x="42623" y="55738"/>
                  </a:lnTo>
                  <a:lnTo>
                    <a:pt x="42623" y="55738"/>
                  </a:lnTo>
                  <a:lnTo>
                    <a:pt x="42623" y="59016"/>
                  </a:lnTo>
                  <a:lnTo>
                    <a:pt x="40983" y="63935"/>
                  </a:lnTo>
                  <a:lnTo>
                    <a:pt x="40983" y="67213"/>
                  </a:lnTo>
                  <a:lnTo>
                    <a:pt x="40983" y="70492"/>
                  </a:lnTo>
                  <a:lnTo>
                    <a:pt x="39344" y="75410"/>
                  </a:lnTo>
                  <a:lnTo>
                    <a:pt x="34426" y="75410"/>
                  </a:lnTo>
                  <a:lnTo>
                    <a:pt x="31147" y="77049"/>
                  </a:lnTo>
                  <a:lnTo>
                    <a:pt x="27869" y="77049"/>
                  </a:lnTo>
                  <a:lnTo>
                    <a:pt x="26229" y="77049"/>
                  </a:lnTo>
                  <a:lnTo>
                    <a:pt x="22951" y="77049"/>
                  </a:lnTo>
                  <a:lnTo>
                    <a:pt x="19672" y="77049"/>
                  </a:lnTo>
                  <a:lnTo>
                    <a:pt x="18033" y="72131"/>
                  </a:lnTo>
                  <a:lnTo>
                    <a:pt x="14754" y="68852"/>
                  </a:lnTo>
                  <a:lnTo>
                    <a:pt x="11476" y="67213"/>
                  </a:lnTo>
                  <a:lnTo>
                    <a:pt x="6557" y="70492"/>
                  </a:lnTo>
                  <a:lnTo>
                    <a:pt x="6557" y="73770"/>
                  </a:lnTo>
                  <a:lnTo>
                    <a:pt x="6557" y="73770"/>
                  </a:lnTo>
                  <a:lnTo>
                    <a:pt x="4918" y="72131"/>
                  </a:lnTo>
                  <a:lnTo>
                    <a:pt x="1639" y="70492"/>
                  </a:lnTo>
                  <a:lnTo>
                    <a:pt x="1639" y="6721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83" name="Freeform 3782">
              <a:extLst>
                <a:ext uri="{FF2B5EF4-FFF2-40B4-BE49-F238E27FC236}">
                  <a16:creationId xmlns:a16="http://schemas.microsoft.com/office/drawing/2014/main" id="{18FB9CCA-C20C-764D-9412-E65CACE288F6}"/>
                </a:ext>
              </a:extLst>
            </p:cNvPr>
            <p:cNvSpPr/>
            <p:nvPr/>
          </p:nvSpPr>
          <p:spPr>
            <a:xfrm>
              <a:off x="6935340" y="2301790"/>
              <a:ext cx="122950" cy="106556"/>
            </a:xfrm>
            <a:custGeom>
              <a:avLst/>
              <a:gdLst>
                <a:gd name="connsiteX0" fmla="*/ 0 w 122950"/>
                <a:gd name="connsiteY0" fmla="*/ 6557 h 106556"/>
                <a:gd name="connsiteX1" fmla="*/ 3278 w 122950"/>
                <a:gd name="connsiteY1" fmla="*/ 6557 h 106556"/>
                <a:gd name="connsiteX2" fmla="*/ 8197 w 122950"/>
                <a:gd name="connsiteY2" fmla="*/ 6557 h 106556"/>
                <a:gd name="connsiteX3" fmla="*/ 11475 w 122950"/>
                <a:gd name="connsiteY3" fmla="*/ 6557 h 106556"/>
                <a:gd name="connsiteX4" fmla="*/ 11475 w 122950"/>
                <a:gd name="connsiteY4" fmla="*/ 6557 h 106556"/>
                <a:gd name="connsiteX5" fmla="*/ 11475 w 122950"/>
                <a:gd name="connsiteY5" fmla="*/ 6557 h 106556"/>
                <a:gd name="connsiteX6" fmla="*/ 16393 w 122950"/>
                <a:gd name="connsiteY6" fmla="*/ 4918 h 106556"/>
                <a:gd name="connsiteX7" fmla="*/ 19672 w 122950"/>
                <a:gd name="connsiteY7" fmla="*/ 4918 h 106556"/>
                <a:gd name="connsiteX8" fmla="*/ 22951 w 122950"/>
                <a:gd name="connsiteY8" fmla="*/ 4918 h 106556"/>
                <a:gd name="connsiteX9" fmla="*/ 26229 w 122950"/>
                <a:gd name="connsiteY9" fmla="*/ 3279 h 106556"/>
                <a:gd name="connsiteX10" fmla="*/ 29508 w 122950"/>
                <a:gd name="connsiteY10" fmla="*/ 3279 h 106556"/>
                <a:gd name="connsiteX11" fmla="*/ 32787 w 122950"/>
                <a:gd name="connsiteY11" fmla="*/ 3279 h 106556"/>
                <a:gd name="connsiteX12" fmla="*/ 37705 w 122950"/>
                <a:gd name="connsiteY12" fmla="*/ 3279 h 106556"/>
                <a:gd name="connsiteX13" fmla="*/ 40983 w 122950"/>
                <a:gd name="connsiteY13" fmla="*/ 1639 h 106556"/>
                <a:gd name="connsiteX14" fmla="*/ 44262 w 122950"/>
                <a:gd name="connsiteY14" fmla="*/ 3279 h 106556"/>
                <a:gd name="connsiteX15" fmla="*/ 49180 w 122950"/>
                <a:gd name="connsiteY15" fmla="*/ 3279 h 106556"/>
                <a:gd name="connsiteX16" fmla="*/ 49180 w 122950"/>
                <a:gd name="connsiteY16" fmla="*/ 3279 h 106556"/>
                <a:gd name="connsiteX17" fmla="*/ 47541 w 122950"/>
                <a:gd name="connsiteY17" fmla="*/ 1639 h 106556"/>
                <a:gd name="connsiteX18" fmla="*/ 52458 w 122950"/>
                <a:gd name="connsiteY18" fmla="*/ 0 h 106556"/>
                <a:gd name="connsiteX19" fmla="*/ 52458 w 122950"/>
                <a:gd name="connsiteY19" fmla="*/ 0 h 106556"/>
                <a:gd name="connsiteX20" fmla="*/ 54098 w 122950"/>
                <a:gd name="connsiteY20" fmla="*/ 0 h 106556"/>
                <a:gd name="connsiteX21" fmla="*/ 55737 w 122950"/>
                <a:gd name="connsiteY21" fmla="*/ 3279 h 106556"/>
                <a:gd name="connsiteX22" fmla="*/ 59016 w 122950"/>
                <a:gd name="connsiteY22" fmla="*/ 3279 h 106556"/>
                <a:gd name="connsiteX23" fmla="*/ 60655 w 122950"/>
                <a:gd name="connsiteY23" fmla="*/ 6557 h 106556"/>
                <a:gd name="connsiteX24" fmla="*/ 57377 w 122950"/>
                <a:gd name="connsiteY24" fmla="*/ 6557 h 106556"/>
                <a:gd name="connsiteX25" fmla="*/ 60655 w 122950"/>
                <a:gd name="connsiteY25" fmla="*/ 9836 h 106556"/>
                <a:gd name="connsiteX26" fmla="*/ 63934 w 122950"/>
                <a:gd name="connsiteY26" fmla="*/ 11476 h 106556"/>
                <a:gd name="connsiteX27" fmla="*/ 65573 w 122950"/>
                <a:gd name="connsiteY27" fmla="*/ 11476 h 106556"/>
                <a:gd name="connsiteX28" fmla="*/ 68852 w 122950"/>
                <a:gd name="connsiteY28" fmla="*/ 11476 h 106556"/>
                <a:gd name="connsiteX29" fmla="*/ 72131 w 122950"/>
                <a:gd name="connsiteY29" fmla="*/ 14754 h 106556"/>
                <a:gd name="connsiteX30" fmla="*/ 75409 w 122950"/>
                <a:gd name="connsiteY30" fmla="*/ 18033 h 106556"/>
                <a:gd name="connsiteX31" fmla="*/ 77049 w 122950"/>
                <a:gd name="connsiteY31" fmla="*/ 21311 h 106556"/>
                <a:gd name="connsiteX32" fmla="*/ 73770 w 122950"/>
                <a:gd name="connsiteY32" fmla="*/ 22951 h 106556"/>
                <a:gd name="connsiteX33" fmla="*/ 70491 w 122950"/>
                <a:gd name="connsiteY33" fmla="*/ 26229 h 106556"/>
                <a:gd name="connsiteX34" fmla="*/ 73770 w 122950"/>
                <a:gd name="connsiteY34" fmla="*/ 31148 h 106556"/>
                <a:gd name="connsiteX35" fmla="*/ 77049 w 122950"/>
                <a:gd name="connsiteY35" fmla="*/ 34426 h 106556"/>
                <a:gd name="connsiteX36" fmla="*/ 80327 w 122950"/>
                <a:gd name="connsiteY36" fmla="*/ 37705 h 106556"/>
                <a:gd name="connsiteX37" fmla="*/ 83606 w 122950"/>
                <a:gd name="connsiteY37" fmla="*/ 40983 h 106556"/>
                <a:gd name="connsiteX38" fmla="*/ 88524 w 122950"/>
                <a:gd name="connsiteY38" fmla="*/ 42623 h 106556"/>
                <a:gd name="connsiteX39" fmla="*/ 91802 w 122950"/>
                <a:gd name="connsiteY39" fmla="*/ 44262 h 106556"/>
                <a:gd name="connsiteX40" fmla="*/ 95081 w 122950"/>
                <a:gd name="connsiteY40" fmla="*/ 45901 h 106556"/>
                <a:gd name="connsiteX41" fmla="*/ 95081 w 122950"/>
                <a:gd name="connsiteY41" fmla="*/ 49180 h 106556"/>
                <a:gd name="connsiteX42" fmla="*/ 93442 w 122950"/>
                <a:gd name="connsiteY42" fmla="*/ 54098 h 106556"/>
                <a:gd name="connsiteX43" fmla="*/ 90164 w 122950"/>
                <a:gd name="connsiteY43" fmla="*/ 55738 h 106556"/>
                <a:gd name="connsiteX44" fmla="*/ 86885 w 122950"/>
                <a:gd name="connsiteY44" fmla="*/ 55738 h 106556"/>
                <a:gd name="connsiteX45" fmla="*/ 81967 w 122950"/>
                <a:gd name="connsiteY45" fmla="*/ 55738 h 106556"/>
                <a:gd name="connsiteX46" fmla="*/ 86885 w 122950"/>
                <a:gd name="connsiteY46" fmla="*/ 57377 h 106556"/>
                <a:gd name="connsiteX47" fmla="*/ 90164 w 122950"/>
                <a:gd name="connsiteY47" fmla="*/ 59016 h 106556"/>
                <a:gd name="connsiteX48" fmla="*/ 91802 w 122950"/>
                <a:gd name="connsiteY48" fmla="*/ 63934 h 106556"/>
                <a:gd name="connsiteX49" fmla="*/ 96721 w 122950"/>
                <a:gd name="connsiteY49" fmla="*/ 65573 h 106556"/>
                <a:gd name="connsiteX50" fmla="*/ 99999 w 122950"/>
                <a:gd name="connsiteY50" fmla="*/ 67213 h 106556"/>
                <a:gd name="connsiteX51" fmla="*/ 103278 w 122950"/>
                <a:gd name="connsiteY51" fmla="*/ 70492 h 106556"/>
                <a:gd name="connsiteX52" fmla="*/ 106557 w 122950"/>
                <a:gd name="connsiteY52" fmla="*/ 73770 h 106556"/>
                <a:gd name="connsiteX53" fmla="*/ 111475 w 122950"/>
                <a:gd name="connsiteY53" fmla="*/ 72131 h 106556"/>
                <a:gd name="connsiteX54" fmla="*/ 114754 w 122950"/>
                <a:gd name="connsiteY54" fmla="*/ 73770 h 106556"/>
                <a:gd name="connsiteX55" fmla="*/ 116393 w 122950"/>
                <a:gd name="connsiteY55" fmla="*/ 73770 h 106556"/>
                <a:gd name="connsiteX56" fmla="*/ 118032 w 122950"/>
                <a:gd name="connsiteY56" fmla="*/ 77049 h 106556"/>
                <a:gd name="connsiteX57" fmla="*/ 114754 w 122950"/>
                <a:gd name="connsiteY57" fmla="*/ 80328 h 106556"/>
                <a:gd name="connsiteX58" fmla="*/ 116393 w 122950"/>
                <a:gd name="connsiteY58" fmla="*/ 83606 h 106556"/>
                <a:gd name="connsiteX59" fmla="*/ 119671 w 122950"/>
                <a:gd name="connsiteY59" fmla="*/ 85246 h 106556"/>
                <a:gd name="connsiteX60" fmla="*/ 122950 w 122950"/>
                <a:gd name="connsiteY60" fmla="*/ 90164 h 106556"/>
                <a:gd name="connsiteX61" fmla="*/ 119671 w 122950"/>
                <a:gd name="connsiteY61" fmla="*/ 91803 h 106556"/>
                <a:gd name="connsiteX62" fmla="*/ 119671 w 122950"/>
                <a:gd name="connsiteY62" fmla="*/ 95082 h 106556"/>
                <a:gd name="connsiteX63" fmla="*/ 121311 w 122950"/>
                <a:gd name="connsiteY63" fmla="*/ 98360 h 106556"/>
                <a:gd name="connsiteX64" fmla="*/ 121311 w 122950"/>
                <a:gd name="connsiteY64" fmla="*/ 101639 h 106556"/>
                <a:gd name="connsiteX65" fmla="*/ 122950 w 122950"/>
                <a:gd name="connsiteY65" fmla="*/ 103278 h 106556"/>
                <a:gd name="connsiteX66" fmla="*/ 122950 w 122950"/>
                <a:gd name="connsiteY66" fmla="*/ 104918 h 106556"/>
                <a:gd name="connsiteX67" fmla="*/ 121311 w 122950"/>
                <a:gd name="connsiteY67" fmla="*/ 104918 h 106556"/>
                <a:gd name="connsiteX68" fmla="*/ 118032 w 122950"/>
                <a:gd name="connsiteY68" fmla="*/ 104918 h 106556"/>
                <a:gd name="connsiteX69" fmla="*/ 114754 w 122950"/>
                <a:gd name="connsiteY69" fmla="*/ 104918 h 106556"/>
                <a:gd name="connsiteX70" fmla="*/ 111475 w 122950"/>
                <a:gd name="connsiteY70" fmla="*/ 106557 h 106556"/>
                <a:gd name="connsiteX71" fmla="*/ 109835 w 122950"/>
                <a:gd name="connsiteY71" fmla="*/ 106557 h 106556"/>
                <a:gd name="connsiteX72" fmla="*/ 108196 w 122950"/>
                <a:gd name="connsiteY72" fmla="*/ 104918 h 106556"/>
                <a:gd name="connsiteX73" fmla="*/ 108196 w 122950"/>
                <a:gd name="connsiteY73" fmla="*/ 103278 h 106556"/>
                <a:gd name="connsiteX74" fmla="*/ 104917 w 122950"/>
                <a:gd name="connsiteY74" fmla="*/ 98360 h 106556"/>
                <a:gd name="connsiteX75" fmla="*/ 103278 w 122950"/>
                <a:gd name="connsiteY75" fmla="*/ 95082 h 106556"/>
                <a:gd name="connsiteX76" fmla="*/ 101639 w 122950"/>
                <a:gd name="connsiteY76" fmla="*/ 91803 h 106556"/>
                <a:gd name="connsiteX77" fmla="*/ 101639 w 122950"/>
                <a:gd name="connsiteY77" fmla="*/ 88524 h 106556"/>
                <a:gd name="connsiteX78" fmla="*/ 96721 w 122950"/>
                <a:gd name="connsiteY78" fmla="*/ 85246 h 106556"/>
                <a:gd name="connsiteX79" fmla="*/ 93442 w 122950"/>
                <a:gd name="connsiteY79" fmla="*/ 83606 h 106556"/>
                <a:gd name="connsiteX80" fmla="*/ 95081 w 122950"/>
                <a:gd name="connsiteY80" fmla="*/ 80328 h 106556"/>
                <a:gd name="connsiteX81" fmla="*/ 93442 w 122950"/>
                <a:gd name="connsiteY81" fmla="*/ 77049 h 106556"/>
                <a:gd name="connsiteX82" fmla="*/ 93442 w 122950"/>
                <a:gd name="connsiteY82" fmla="*/ 75410 h 106556"/>
                <a:gd name="connsiteX83" fmla="*/ 88524 w 122950"/>
                <a:gd name="connsiteY83" fmla="*/ 75410 h 106556"/>
                <a:gd name="connsiteX84" fmla="*/ 85245 w 122950"/>
                <a:gd name="connsiteY84" fmla="*/ 75410 h 106556"/>
                <a:gd name="connsiteX85" fmla="*/ 81967 w 122950"/>
                <a:gd name="connsiteY85" fmla="*/ 78688 h 106556"/>
                <a:gd name="connsiteX86" fmla="*/ 78688 w 122950"/>
                <a:gd name="connsiteY86" fmla="*/ 77049 h 106556"/>
                <a:gd name="connsiteX87" fmla="*/ 73770 w 122950"/>
                <a:gd name="connsiteY87" fmla="*/ 73770 h 106556"/>
                <a:gd name="connsiteX88" fmla="*/ 70491 w 122950"/>
                <a:gd name="connsiteY88" fmla="*/ 73770 h 106556"/>
                <a:gd name="connsiteX89" fmla="*/ 70491 w 122950"/>
                <a:gd name="connsiteY89" fmla="*/ 70492 h 106556"/>
                <a:gd name="connsiteX90" fmla="*/ 67212 w 122950"/>
                <a:gd name="connsiteY90" fmla="*/ 67213 h 106556"/>
                <a:gd name="connsiteX91" fmla="*/ 62295 w 122950"/>
                <a:gd name="connsiteY91" fmla="*/ 67213 h 106556"/>
                <a:gd name="connsiteX92" fmla="*/ 59016 w 122950"/>
                <a:gd name="connsiteY92" fmla="*/ 68852 h 106556"/>
                <a:gd name="connsiteX93" fmla="*/ 57377 w 122950"/>
                <a:gd name="connsiteY93" fmla="*/ 68852 h 106556"/>
                <a:gd name="connsiteX94" fmla="*/ 57377 w 122950"/>
                <a:gd name="connsiteY94" fmla="*/ 68852 h 106556"/>
                <a:gd name="connsiteX95" fmla="*/ 55737 w 122950"/>
                <a:gd name="connsiteY95" fmla="*/ 68852 h 106556"/>
                <a:gd name="connsiteX96" fmla="*/ 54098 w 122950"/>
                <a:gd name="connsiteY96" fmla="*/ 68852 h 106556"/>
                <a:gd name="connsiteX97" fmla="*/ 50819 w 122950"/>
                <a:gd name="connsiteY97" fmla="*/ 65573 h 106556"/>
                <a:gd name="connsiteX98" fmla="*/ 47541 w 122950"/>
                <a:gd name="connsiteY98" fmla="*/ 62295 h 106556"/>
                <a:gd name="connsiteX99" fmla="*/ 44262 w 122950"/>
                <a:gd name="connsiteY99" fmla="*/ 59016 h 106556"/>
                <a:gd name="connsiteX100" fmla="*/ 39344 w 122950"/>
                <a:gd name="connsiteY100" fmla="*/ 55738 h 106556"/>
                <a:gd name="connsiteX101" fmla="*/ 39344 w 122950"/>
                <a:gd name="connsiteY101" fmla="*/ 55738 h 106556"/>
                <a:gd name="connsiteX102" fmla="*/ 36065 w 122950"/>
                <a:gd name="connsiteY102" fmla="*/ 54098 h 106556"/>
                <a:gd name="connsiteX103" fmla="*/ 32787 w 122950"/>
                <a:gd name="connsiteY103" fmla="*/ 54098 h 106556"/>
                <a:gd name="connsiteX104" fmla="*/ 31147 w 122950"/>
                <a:gd name="connsiteY104" fmla="*/ 55738 h 106556"/>
                <a:gd name="connsiteX105" fmla="*/ 26229 w 122950"/>
                <a:gd name="connsiteY105" fmla="*/ 55738 h 106556"/>
                <a:gd name="connsiteX106" fmla="*/ 22951 w 122950"/>
                <a:gd name="connsiteY106" fmla="*/ 55738 h 106556"/>
                <a:gd name="connsiteX107" fmla="*/ 19672 w 122950"/>
                <a:gd name="connsiteY107" fmla="*/ 54098 h 106556"/>
                <a:gd name="connsiteX108" fmla="*/ 16393 w 122950"/>
                <a:gd name="connsiteY108" fmla="*/ 52459 h 106556"/>
                <a:gd name="connsiteX109" fmla="*/ 13114 w 122950"/>
                <a:gd name="connsiteY109" fmla="*/ 50820 h 106556"/>
                <a:gd name="connsiteX110" fmla="*/ 14754 w 122950"/>
                <a:gd name="connsiteY110" fmla="*/ 49180 h 106556"/>
                <a:gd name="connsiteX111" fmla="*/ 13114 w 122950"/>
                <a:gd name="connsiteY111" fmla="*/ 44262 h 106556"/>
                <a:gd name="connsiteX112" fmla="*/ 9836 w 122950"/>
                <a:gd name="connsiteY112" fmla="*/ 40983 h 106556"/>
                <a:gd name="connsiteX113" fmla="*/ 9836 w 122950"/>
                <a:gd name="connsiteY113" fmla="*/ 37705 h 106556"/>
                <a:gd name="connsiteX114" fmla="*/ 8197 w 122950"/>
                <a:gd name="connsiteY114" fmla="*/ 34426 h 106556"/>
                <a:gd name="connsiteX115" fmla="*/ 11475 w 122950"/>
                <a:gd name="connsiteY115" fmla="*/ 29508 h 106556"/>
                <a:gd name="connsiteX116" fmla="*/ 11475 w 122950"/>
                <a:gd name="connsiteY116" fmla="*/ 29508 h 106556"/>
                <a:gd name="connsiteX117" fmla="*/ 13114 w 122950"/>
                <a:gd name="connsiteY117" fmla="*/ 26229 h 106556"/>
                <a:gd name="connsiteX118" fmla="*/ 13114 w 122950"/>
                <a:gd name="connsiteY118" fmla="*/ 24590 h 106556"/>
                <a:gd name="connsiteX119" fmla="*/ 11475 w 122950"/>
                <a:gd name="connsiteY119" fmla="*/ 22951 h 106556"/>
                <a:gd name="connsiteX120" fmla="*/ 9836 w 122950"/>
                <a:gd name="connsiteY120" fmla="*/ 19672 h 106556"/>
                <a:gd name="connsiteX121" fmla="*/ 8197 w 122950"/>
                <a:gd name="connsiteY121" fmla="*/ 14754 h 106556"/>
                <a:gd name="connsiteX122" fmla="*/ 4918 w 122950"/>
                <a:gd name="connsiteY122" fmla="*/ 13115 h 106556"/>
                <a:gd name="connsiteX123" fmla="*/ 1639 w 122950"/>
                <a:gd name="connsiteY123" fmla="*/ 11476 h 106556"/>
                <a:gd name="connsiteX124" fmla="*/ 0 w 122950"/>
                <a:gd name="connsiteY124" fmla="*/ 6557 h 10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122950" h="106556">
                  <a:moveTo>
                    <a:pt x="0" y="6557"/>
                  </a:moveTo>
                  <a:lnTo>
                    <a:pt x="3278" y="6557"/>
                  </a:lnTo>
                  <a:lnTo>
                    <a:pt x="8197" y="6557"/>
                  </a:lnTo>
                  <a:lnTo>
                    <a:pt x="11475" y="6557"/>
                  </a:lnTo>
                  <a:lnTo>
                    <a:pt x="11475" y="6557"/>
                  </a:lnTo>
                  <a:lnTo>
                    <a:pt x="11475" y="6557"/>
                  </a:lnTo>
                  <a:lnTo>
                    <a:pt x="16393" y="4918"/>
                  </a:lnTo>
                  <a:lnTo>
                    <a:pt x="19672" y="4918"/>
                  </a:lnTo>
                  <a:lnTo>
                    <a:pt x="22951" y="4918"/>
                  </a:lnTo>
                  <a:lnTo>
                    <a:pt x="26229" y="3279"/>
                  </a:lnTo>
                  <a:lnTo>
                    <a:pt x="29508" y="3279"/>
                  </a:lnTo>
                  <a:lnTo>
                    <a:pt x="32787" y="3279"/>
                  </a:lnTo>
                  <a:lnTo>
                    <a:pt x="37705" y="3279"/>
                  </a:lnTo>
                  <a:lnTo>
                    <a:pt x="40983" y="1639"/>
                  </a:lnTo>
                  <a:lnTo>
                    <a:pt x="44262" y="3279"/>
                  </a:lnTo>
                  <a:lnTo>
                    <a:pt x="49180" y="3279"/>
                  </a:lnTo>
                  <a:lnTo>
                    <a:pt x="49180" y="3279"/>
                  </a:lnTo>
                  <a:lnTo>
                    <a:pt x="47541" y="1639"/>
                  </a:lnTo>
                  <a:lnTo>
                    <a:pt x="52458" y="0"/>
                  </a:lnTo>
                  <a:lnTo>
                    <a:pt x="52458" y="0"/>
                  </a:lnTo>
                  <a:lnTo>
                    <a:pt x="54098" y="0"/>
                  </a:lnTo>
                  <a:lnTo>
                    <a:pt x="55737" y="3279"/>
                  </a:lnTo>
                  <a:lnTo>
                    <a:pt x="59016" y="3279"/>
                  </a:lnTo>
                  <a:lnTo>
                    <a:pt x="60655" y="6557"/>
                  </a:lnTo>
                  <a:lnTo>
                    <a:pt x="57377" y="6557"/>
                  </a:lnTo>
                  <a:lnTo>
                    <a:pt x="60655" y="9836"/>
                  </a:lnTo>
                  <a:lnTo>
                    <a:pt x="63934" y="11476"/>
                  </a:lnTo>
                  <a:lnTo>
                    <a:pt x="65573" y="11476"/>
                  </a:lnTo>
                  <a:lnTo>
                    <a:pt x="68852" y="11476"/>
                  </a:lnTo>
                  <a:lnTo>
                    <a:pt x="72131" y="14754"/>
                  </a:lnTo>
                  <a:lnTo>
                    <a:pt x="75409" y="18033"/>
                  </a:lnTo>
                  <a:lnTo>
                    <a:pt x="77049" y="21311"/>
                  </a:lnTo>
                  <a:lnTo>
                    <a:pt x="73770" y="22951"/>
                  </a:lnTo>
                  <a:lnTo>
                    <a:pt x="70491" y="26229"/>
                  </a:lnTo>
                  <a:lnTo>
                    <a:pt x="73770" y="31148"/>
                  </a:lnTo>
                  <a:lnTo>
                    <a:pt x="77049" y="34426"/>
                  </a:lnTo>
                  <a:lnTo>
                    <a:pt x="80327" y="37705"/>
                  </a:lnTo>
                  <a:lnTo>
                    <a:pt x="83606" y="40983"/>
                  </a:lnTo>
                  <a:lnTo>
                    <a:pt x="88524" y="42623"/>
                  </a:lnTo>
                  <a:lnTo>
                    <a:pt x="91802" y="44262"/>
                  </a:lnTo>
                  <a:lnTo>
                    <a:pt x="95081" y="45901"/>
                  </a:lnTo>
                  <a:lnTo>
                    <a:pt x="95081" y="49180"/>
                  </a:lnTo>
                  <a:lnTo>
                    <a:pt x="93442" y="54098"/>
                  </a:lnTo>
                  <a:lnTo>
                    <a:pt x="90164" y="55738"/>
                  </a:lnTo>
                  <a:lnTo>
                    <a:pt x="86885" y="55738"/>
                  </a:lnTo>
                  <a:lnTo>
                    <a:pt x="81967" y="55738"/>
                  </a:lnTo>
                  <a:lnTo>
                    <a:pt x="86885" y="57377"/>
                  </a:lnTo>
                  <a:lnTo>
                    <a:pt x="90164" y="59016"/>
                  </a:lnTo>
                  <a:lnTo>
                    <a:pt x="91802" y="63934"/>
                  </a:lnTo>
                  <a:lnTo>
                    <a:pt x="96721" y="65573"/>
                  </a:lnTo>
                  <a:lnTo>
                    <a:pt x="99999" y="67213"/>
                  </a:lnTo>
                  <a:lnTo>
                    <a:pt x="103278" y="70492"/>
                  </a:lnTo>
                  <a:lnTo>
                    <a:pt x="106557" y="73770"/>
                  </a:lnTo>
                  <a:lnTo>
                    <a:pt x="111475" y="72131"/>
                  </a:lnTo>
                  <a:lnTo>
                    <a:pt x="114754" y="73770"/>
                  </a:lnTo>
                  <a:lnTo>
                    <a:pt x="116393" y="73770"/>
                  </a:lnTo>
                  <a:lnTo>
                    <a:pt x="118032" y="77049"/>
                  </a:lnTo>
                  <a:lnTo>
                    <a:pt x="114754" y="80328"/>
                  </a:lnTo>
                  <a:lnTo>
                    <a:pt x="116393" y="83606"/>
                  </a:lnTo>
                  <a:lnTo>
                    <a:pt x="119671" y="85246"/>
                  </a:lnTo>
                  <a:lnTo>
                    <a:pt x="122950" y="90164"/>
                  </a:lnTo>
                  <a:lnTo>
                    <a:pt x="119671" y="91803"/>
                  </a:lnTo>
                  <a:lnTo>
                    <a:pt x="119671" y="95082"/>
                  </a:lnTo>
                  <a:lnTo>
                    <a:pt x="121311" y="98360"/>
                  </a:lnTo>
                  <a:lnTo>
                    <a:pt x="121311" y="101639"/>
                  </a:lnTo>
                  <a:lnTo>
                    <a:pt x="122950" y="103278"/>
                  </a:lnTo>
                  <a:lnTo>
                    <a:pt x="122950" y="104918"/>
                  </a:lnTo>
                  <a:lnTo>
                    <a:pt x="121311" y="104918"/>
                  </a:lnTo>
                  <a:lnTo>
                    <a:pt x="118032" y="104918"/>
                  </a:lnTo>
                  <a:lnTo>
                    <a:pt x="114754" y="104918"/>
                  </a:lnTo>
                  <a:lnTo>
                    <a:pt x="111475" y="106557"/>
                  </a:lnTo>
                  <a:lnTo>
                    <a:pt x="109835" y="106557"/>
                  </a:lnTo>
                  <a:lnTo>
                    <a:pt x="108196" y="104918"/>
                  </a:lnTo>
                  <a:lnTo>
                    <a:pt x="108196" y="103278"/>
                  </a:lnTo>
                  <a:lnTo>
                    <a:pt x="104917" y="98360"/>
                  </a:lnTo>
                  <a:lnTo>
                    <a:pt x="103278" y="95082"/>
                  </a:lnTo>
                  <a:lnTo>
                    <a:pt x="101639" y="91803"/>
                  </a:lnTo>
                  <a:lnTo>
                    <a:pt x="101639" y="88524"/>
                  </a:lnTo>
                  <a:lnTo>
                    <a:pt x="96721" y="85246"/>
                  </a:lnTo>
                  <a:lnTo>
                    <a:pt x="93442" y="83606"/>
                  </a:lnTo>
                  <a:lnTo>
                    <a:pt x="95081" y="80328"/>
                  </a:lnTo>
                  <a:lnTo>
                    <a:pt x="93442" y="77049"/>
                  </a:lnTo>
                  <a:lnTo>
                    <a:pt x="93442" y="75410"/>
                  </a:lnTo>
                  <a:lnTo>
                    <a:pt x="88524" y="75410"/>
                  </a:lnTo>
                  <a:lnTo>
                    <a:pt x="85245" y="75410"/>
                  </a:lnTo>
                  <a:lnTo>
                    <a:pt x="81967" y="78688"/>
                  </a:lnTo>
                  <a:lnTo>
                    <a:pt x="78688" y="77049"/>
                  </a:lnTo>
                  <a:lnTo>
                    <a:pt x="73770" y="73770"/>
                  </a:lnTo>
                  <a:lnTo>
                    <a:pt x="70491" y="73770"/>
                  </a:lnTo>
                  <a:lnTo>
                    <a:pt x="70491" y="70492"/>
                  </a:lnTo>
                  <a:lnTo>
                    <a:pt x="67212" y="67213"/>
                  </a:lnTo>
                  <a:lnTo>
                    <a:pt x="62295" y="67213"/>
                  </a:lnTo>
                  <a:lnTo>
                    <a:pt x="59016" y="68852"/>
                  </a:lnTo>
                  <a:lnTo>
                    <a:pt x="57377" y="68852"/>
                  </a:lnTo>
                  <a:lnTo>
                    <a:pt x="57377" y="68852"/>
                  </a:lnTo>
                  <a:lnTo>
                    <a:pt x="55737" y="68852"/>
                  </a:lnTo>
                  <a:lnTo>
                    <a:pt x="54098" y="68852"/>
                  </a:lnTo>
                  <a:lnTo>
                    <a:pt x="50819" y="65573"/>
                  </a:lnTo>
                  <a:lnTo>
                    <a:pt x="47541" y="62295"/>
                  </a:lnTo>
                  <a:lnTo>
                    <a:pt x="44262" y="59016"/>
                  </a:lnTo>
                  <a:lnTo>
                    <a:pt x="39344" y="55738"/>
                  </a:lnTo>
                  <a:lnTo>
                    <a:pt x="39344" y="55738"/>
                  </a:lnTo>
                  <a:lnTo>
                    <a:pt x="36065" y="54098"/>
                  </a:lnTo>
                  <a:lnTo>
                    <a:pt x="32787" y="54098"/>
                  </a:lnTo>
                  <a:lnTo>
                    <a:pt x="31147" y="55738"/>
                  </a:lnTo>
                  <a:lnTo>
                    <a:pt x="26229" y="55738"/>
                  </a:lnTo>
                  <a:lnTo>
                    <a:pt x="22951" y="55738"/>
                  </a:lnTo>
                  <a:lnTo>
                    <a:pt x="19672" y="54098"/>
                  </a:lnTo>
                  <a:lnTo>
                    <a:pt x="16393" y="52459"/>
                  </a:lnTo>
                  <a:lnTo>
                    <a:pt x="13114" y="50820"/>
                  </a:lnTo>
                  <a:lnTo>
                    <a:pt x="14754" y="49180"/>
                  </a:lnTo>
                  <a:lnTo>
                    <a:pt x="13114" y="44262"/>
                  </a:lnTo>
                  <a:lnTo>
                    <a:pt x="9836" y="40983"/>
                  </a:lnTo>
                  <a:lnTo>
                    <a:pt x="9836" y="37705"/>
                  </a:lnTo>
                  <a:lnTo>
                    <a:pt x="8197" y="34426"/>
                  </a:lnTo>
                  <a:lnTo>
                    <a:pt x="11475" y="29508"/>
                  </a:lnTo>
                  <a:lnTo>
                    <a:pt x="11475" y="29508"/>
                  </a:lnTo>
                  <a:lnTo>
                    <a:pt x="13114" y="26229"/>
                  </a:lnTo>
                  <a:lnTo>
                    <a:pt x="13114" y="24590"/>
                  </a:lnTo>
                  <a:lnTo>
                    <a:pt x="11475" y="22951"/>
                  </a:lnTo>
                  <a:lnTo>
                    <a:pt x="9836" y="19672"/>
                  </a:lnTo>
                  <a:lnTo>
                    <a:pt x="8197" y="14754"/>
                  </a:lnTo>
                  <a:lnTo>
                    <a:pt x="4918" y="13115"/>
                  </a:lnTo>
                  <a:lnTo>
                    <a:pt x="1639" y="11476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84" name="Freeform 3783">
              <a:extLst>
                <a:ext uri="{FF2B5EF4-FFF2-40B4-BE49-F238E27FC236}">
                  <a16:creationId xmlns:a16="http://schemas.microsoft.com/office/drawing/2014/main" id="{FAE771F1-3C0E-6D47-9466-B2B3C4B51394}"/>
                </a:ext>
              </a:extLst>
            </p:cNvPr>
            <p:cNvSpPr/>
            <p:nvPr/>
          </p:nvSpPr>
          <p:spPr>
            <a:xfrm>
              <a:off x="2392738" y="3305064"/>
              <a:ext cx="80327" cy="36065"/>
            </a:xfrm>
            <a:custGeom>
              <a:avLst/>
              <a:gdLst>
                <a:gd name="connsiteX0" fmla="*/ 0 w 80327"/>
                <a:gd name="connsiteY0" fmla="*/ 11475 h 36065"/>
                <a:gd name="connsiteX1" fmla="*/ 0 w 80327"/>
                <a:gd name="connsiteY1" fmla="*/ 9836 h 36065"/>
                <a:gd name="connsiteX2" fmla="*/ 3279 w 80327"/>
                <a:gd name="connsiteY2" fmla="*/ 6557 h 36065"/>
                <a:gd name="connsiteX3" fmla="*/ 6557 w 80327"/>
                <a:gd name="connsiteY3" fmla="*/ 3279 h 36065"/>
                <a:gd name="connsiteX4" fmla="*/ 9836 w 80327"/>
                <a:gd name="connsiteY4" fmla="*/ 3279 h 36065"/>
                <a:gd name="connsiteX5" fmla="*/ 14754 w 80327"/>
                <a:gd name="connsiteY5" fmla="*/ 3279 h 36065"/>
                <a:gd name="connsiteX6" fmla="*/ 14754 w 80327"/>
                <a:gd name="connsiteY6" fmla="*/ 3279 h 36065"/>
                <a:gd name="connsiteX7" fmla="*/ 18033 w 80327"/>
                <a:gd name="connsiteY7" fmla="*/ 0 h 36065"/>
                <a:gd name="connsiteX8" fmla="*/ 22951 w 80327"/>
                <a:gd name="connsiteY8" fmla="*/ 0 h 36065"/>
                <a:gd name="connsiteX9" fmla="*/ 24590 w 80327"/>
                <a:gd name="connsiteY9" fmla="*/ 0 h 36065"/>
                <a:gd name="connsiteX10" fmla="*/ 29508 w 80327"/>
                <a:gd name="connsiteY10" fmla="*/ 1639 h 36065"/>
                <a:gd name="connsiteX11" fmla="*/ 32787 w 80327"/>
                <a:gd name="connsiteY11" fmla="*/ 1639 h 36065"/>
                <a:gd name="connsiteX12" fmla="*/ 34426 w 80327"/>
                <a:gd name="connsiteY12" fmla="*/ 1639 h 36065"/>
                <a:gd name="connsiteX13" fmla="*/ 39344 w 80327"/>
                <a:gd name="connsiteY13" fmla="*/ 3279 h 36065"/>
                <a:gd name="connsiteX14" fmla="*/ 42623 w 80327"/>
                <a:gd name="connsiteY14" fmla="*/ 3279 h 36065"/>
                <a:gd name="connsiteX15" fmla="*/ 45901 w 80327"/>
                <a:gd name="connsiteY15" fmla="*/ 3279 h 36065"/>
                <a:gd name="connsiteX16" fmla="*/ 49180 w 80327"/>
                <a:gd name="connsiteY16" fmla="*/ 4918 h 36065"/>
                <a:gd name="connsiteX17" fmla="*/ 54098 w 80327"/>
                <a:gd name="connsiteY17" fmla="*/ 4918 h 36065"/>
                <a:gd name="connsiteX18" fmla="*/ 57377 w 80327"/>
                <a:gd name="connsiteY18" fmla="*/ 6557 h 36065"/>
                <a:gd name="connsiteX19" fmla="*/ 60655 w 80327"/>
                <a:gd name="connsiteY19" fmla="*/ 9836 h 36065"/>
                <a:gd name="connsiteX20" fmla="*/ 62295 w 80327"/>
                <a:gd name="connsiteY20" fmla="*/ 11475 h 36065"/>
                <a:gd name="connsiteX21" fmla="*/ 67213 w 80327"/>
                <a:gd name="connsiteY21" fmla="*/ 13114 h 36065"/>
                <a:gd name="connsiteX22" fmla="*/ 70491 w 80327"/>
                <a:gd name="connsiteY22" fmla="*/ 13114 h 36065"/>
                <a:gd name="connsiteX23" fmla="*/ 73770 w 80327"/>
                <a:gd name="connsiteY23" fmla="*/ 14754 h 36065"/>
                <a:gd name="connsiteX24" fmla="*/ 77049 w 80327"/>
                <a:gd name="connsiteY24" fmla="*/ 19672 h 36065"/>
                <a:gd name="connsiteX25" fmla="*/ 78688 w 80327"/>
                <a:gd name="connsiteY25" fmla="*/ 22951 h 36065"/>
                <a:gd name="connsiteX26" fmla="*/ 80327 w 80327"/>
                <a:gd name="connsiteY26" fmla="*/ 26229 h 36065"/>
                <a:gd name="connsiteX27" fmla="*/ 77049 w 80327"/>
                <a:gd name="connsiteY27" fmla="*/ 27869 h 36065"/>
                <a:gd name="connsiteX28" fmla="*/ 73770 w 80327"/>
                <a:gd name="connsiteY28" fmla="*/ 29508 h 36065"/>
                <a:gd name="connsiteX29" fmla="*/ 68852 w 80327"/>
                <a:gd name="connsiteY29" fmla="*/ 29508 h 36065"/>
                <a:gd name="connsiteX30" fmla="*/ 65573 w 80327"/>
                <a:gd name="connsiteY30" fmla="*/ 29508 h 36065"/>
                <a:gd name="connsiteX31" fmla="*/ 62295 w 80327"/>
                <a:gd name="connsiteY31" fmla="*/ 26229 h 36065"/>
                <a:gd name="connsiteX32" fmla="*/ 59016 w 80327"/>
                <a:gd name="connsiteY32" fmla="*/ 26229 h 36065"/>
                <a:gd name="connsiteX33" fmla="*/ 59016 w 80327"/>
                <a:gd name="connsiteY33" fmla="*/ 26229 h 36065"/>
                <a:gd name="connsiteX34" fmla="*/ 60655 w 80327"/>
                <a:gd name="connsiteY34" fmla="*/ 24590 h 36065"/>
                <a:gd name="connsiteX35" fmla="*/ 59016 w 80327"/>
                <a:gd name="connsiteY35" fmla="*/ 24590 h 36065"/>
                <a:gd name="connsiteX36" fmla="*/ 57377 w 80327"/>
                <a:gd name="connsiteY36" fmla="*/ 24590 h 36065"/>
                <a:gd name="connsiteX37" fmla="*/ 55737 w 80327"/>
                <a:gd name="connsiteY37" fmla="*/ 24590 h 36065"/>
                <a:gd name="connsiteX38" fmla="*/ 54098 w 80327"/>
                <a:gd name="connsiteY38" fmla="*/ 27869 h 36065"/>
                <a:gd name="connsiteX39" fmla="*/ 50819 w 80327"/>
                <a:gd name="connsiteY39" fmla="*/ 29508 h 36065"/>
                <a:gd name="connsiteX40" fmla="*/ 45901 w 80327"/>
                <a:gd name="connsiteY40" fmla="*/ 27869 h 36065"/>
                <a:gd name="connsiteX41" fmla="*/ 44262 w 80327"/>
                <a:gd name="connsiteY41" fmla="*/ 27869 h 36065"/>
                <a:gd name="connsiteX42" fmla="*/ 42623 w 80327"/>
                <a:gd name="connsiteY42" fmla="*/ 31147 h 36065"/>
                <a:gd name="connsiteX43" fmla="*/ 42623 w 80327"/>
                <a:gd name="connsiteY43" fmla="*/ 36065 h 36065"/>
                <a:gd name="connsiteX44" fmla="*/ 39344 w 80327"/>
                <a:gd name="connsiteY44" fmla="*/ 34426 h 36065"/>
                <a:gd name="connsiteX45" fmla="*/ 36065 w 80327"/>
                <a:gd name="connsiteY45" fmla="*/ 31147 h 36065"/>
                <a:gd name="connsiteX46" fmla="*/ 34426 w 80327"/>
                <a:gd name="connsiteY46" fmla="*/ 29508 h 36065"/>
                <a:gd name="connsiteX47" fmla="*/ 31147 w 80327"/>
                <a:gd name="connsiteY47" fmla="*/ 29508 h 36065"/>
                <a:gd name="connsiteX48" fmla="*/ 27869 w 80327"/>
                <a:gd name="connsiteY48" fmla="*/ 29508 h 36065"/>
                <a:gd name="connsiteX49" fmla="*/ 24590 w 80327"/>
                <a:gd name="connsiteY49" fmla="*/ 29508 h 36065"/>
                <a:gd name="connsiteX50" fmla="*/ 19672 w 80327"/>
                <a:gd name="connsiteY50" fmla="*/ 27869 h 36065"/>
                <a:gd name="connsiteX51" fmla="*/ 18033 w 80327"/>
                <a:gd name="connsiteY51" fmla="*/ 24590 h 36065"/>
                <a:gd name="connsiteX52" fmla="*/ 14754 w 80327"/>
                <a:gd name="connsiteY52" fmla="*/ 21311 h 36065"/>
                <a:gd name="connsiteX53" fmla="*/ 13114 w 80327"/>
                <a:gd name="connsiteY53" fmla="*/ 21311 h 36065"/>
                <a:gd name="connsiteX54" fmla="*/ 11475 w 80327"/>
                <a:gd name="connsiteY54" fmla="*/ 16393 h 36065"/>
                <a:gd name="connsiteX55" fmla="*/ 8197 w 80327"/>
                <a:gd name="connsiteY55" fmla="*/ 14754 h 36065"/>
                <a:gd name="connsiteX56" fmla="*/ 3279 w 80327"/>
                <a:gd name="connsiteY56" fmla="*/ 14754 h 36065"/>
                <a:gd name="connsiteX57" fmla="*/ 0 w 80327"/>
                <a:gd name="connsiteY57" fmla="*/ 13114 h 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80327" h="36065">
                  <a:moveTo>
                    <a:pt x="0" y="11475"/>
                  </a:moveTo>
                  <a:lnTo>
                    <a:pt x="0" y="9836"/>
                  </a:lnTo>
                  <a:lnTo>
                    <a:pt x="3279" y="6557"/>
                  </a:lnTo>
                  <a:lnTo>
                    <a:pt x="6557" y="3279"/>
                  </a:lnTo>
                  <a:lnTo>
                    <a:pt x="9836" y="3279"/>
                  </a:lnTo>
                  <a:lnTo>
                    <a:pt x="14754" y="3279"/>
                  </a:lnTo>
                  <a:lnTo>
                    <a:pt x="14754" y="3279"/>
                  </a:lnTo>
                  <a:lnTo>
                    <a:pt x="18033" y="0"/>
                  </a:lnTo>
                  <a:lnTo>
                    <a:pt x="22951" y="0"/>
                  </a:lnTo>
                  <a:lnTo>
                    <a:pt x="24590" y="0"/>
                  </a:lnTo>
                  <a:lnTo>
                    <a:pt x="29508" y="1639"/>
                  </a:lnTo>
                  <a:lnTo>
                    <a:pt x="32787" y="1639"/>
                  </a:lnTo>
                  <a:lnTo>
                    <a:pt x="34426" y="1639"/>
                  </a:lnTo>
                  <a:lnTo>
                    <a:pt x="39344" y="3279"/>
                  </a:lnTo>
                  <a:lnTo>
                    <a:pt x="42623" y="3279"/>
                  </a:lnTo>
                  <a:lnTo>
                    <a:pt x="45901" y="3279"/>
                  </a:lnTo>
                  <a:lnTo>
                    <a:pt x="49180" y="4918"/>
                  </a:lnTo>
                  <a:lnTo>
                    <a:pt x="54098" y="4918"/>
                  </a:lnTo>
                  <a:lnTo>
                    <a:pt x="57377" y="6557"/>
                  </a:lnTo>
                  <a:lnTo>
                    <a:pt x="60655" y="9836"/>
                  </a:lnTo>
                  <a:lnTo>
                    <a:pt x="62295" y="11475"/>
                  </a:lnTo>
                  <a:lnTo>
                    <a:pt x="67213" y="13114"/>
                  </a:lnTo>
                  <a:lnTo>
                    <a:pt x="70491" y="13114"/>
                  </a:lnTo>
                  <a:lnTo>
                    <a:pt x="73770" y="14754"/>
                  </a:lnTo>
                  <a:lnTo>
                    <a:pt x="77049" y="19672"/>
                  </a:lnTo>
                  <a:lnTo>
                    <a:pt x="78688" y="22951"/>
                  </a:lnTo>
                  <a:lnTo>
                    <a:pt x="80327" y="26229"/>
                  </a:lnTo>
                  <a:lnTo>
                    <a:pt x="77049" y="27869"/>
                  </a:lnTo>
                  <a:lnTo>
                    <a:pt x="73770" y="29508"/>
                  </a:lnTo>
                  <a:lnTo>
                    <a:pt x="68852" y="29508"/>
                  </a:lnTo>
                  <a:lnTo>
                    <a:pt x="65573" y="29508"/>
                  </a:lnTo>
                  <a:lnTo>
                    <a:pt x="62295" y="26229"/>
                  </a:lnTo>
                  <a:lnTo>
                    <a:pt x="59016" y="26229"/>
                  </a:lnTo>
                  <a:lnTo>
                    <a:pt x="59016" y="26229"/>
                  </a:lnTo>
                  <a:lnTo>
                    <a:pt x="60655" y="24590"/>
                  </a:lnTo>
                  <a:lnTo>
                    <a:pt x="59016" y="24590"/>
                  </a:lnTo>
                  <a:lnTo>
                    <a:pt x="57377" y="24590"/>
                  </a:lnTo>
                  <a:lnTo>
                    <a:pt x="55737" y="24590"/>
                  </a:lnTo>
                  <a:lnTo>
                    <a:pt x="54098" y="27869"/>
                  </a:lnTo>
                  <a:lnTo>
                    <a:pt x="50819" y="29508"/>
                  </a:lnTo>
                  <a:lnTo>
                    <a:pt x="45901" y="27869"/>
                  </a:lnTo>
                  <a:lnTo>
                    <a:pt x="44262" y="27869"/>
                  </a:lnTo>
                  <a:lnTo>
                    <a:pt x="42623" y="31147"/>
                  </a:lnTo>
                  <a:lnTo>
                    <a:pt x="42623" y="36065"/>
                  </a:lnTo>
                  <a:lnTo>
                    <a:pt x="39344" y="34426"/>
                  </a:lnTo>
                  <a:lnTo>
                    <a:pt x="36065" y="31147"/>
                  </a:lnTo>
                  <a:lnTo>
                    <a:pt x="34426" y="29508"/>
                  </a:lnTo>
                  <a:lnTo>
                    <a:pt x="31147" y="29508"/>
                  </a:lnTo>
                  <a:lnTo>
                    <a:pt x="27869" y="29508"/>
                  </a:lnTo>
                  <a:lnTo>
                    <a:pt x="24590" y="29508"/>
                  </a:lnTo>
                  <a:lnTo>
                    <a:pt x="19672" y="27869"/>
                  </a:lnTo>
                  <a:lnTo>
                    <a:pt x="18033" y="24590"/>
                  </a:lnTo>
                  <a:lnTo>
                    <a:pt x="14754" y="21311"/>
                  </a:lnTo>
                  <a:lnTo>
                    <a:pt x="13114" y="21311"/>
                  </a:lnTo>
                  <a:lnTo>
                    <a:pt x="11475" y="16393"/>
                  </a:lnTo>
                  <a:lnTo>
                    <a:pt x="8197" y="14754"/>
                  </a:lnTo>
                  <a:lnTo>
                    <a:pt x="3279" y="14754"/>
                  </a:lnTo>
                  <a:lnTo>
                    <a:pt x="0" y="1311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85" name="Freeform 3784">
              <a:extLst>
                <a:ext uri="{FF2B5EF4-FFF2-40B4-BE49-F238E27FC236}">
                  <a16:creationId xmlns:a16="http://schemas.microsoft.com/office/drawing/2014/main" id="{F15FA26D-A8E8-4D43-A677-624DDDBB1DEE}"/>
                </a:ext>
              </a:extLst>
            </p:cNvPr>
            <p:cNvSpPr/>
            <p:nvPr/>
          </p:nvSpPr>
          <p:spPr>
            <a:xfrm>
              <a:off x="1953396" y="3414900"/>
              <a:ext cx="240982" cy="134425"/>
            </a:xfrm>
            <a:custGeom>
              <a:avLst/>
              <a:gdLst>
                <a:gd name="connsiteX0" fmla="*/ 0 w 240982"/>
                <a:gd name="connsiteY0" fmla="*/ 70492 h 134425"/>
                <a:gd name="connsiteX1" fmla="*/ 0 w 240982"/>
                <a:gd name="connsiteY1" fmla="*/ 70492 h 134425"/>
                <a:gd name="connsiteX2" fmla="*/ 3279 w 240982"/>
                <a:gd name="connsiteY2" fmla="*/ 65573 h 134425"/>
                <a:gd name="connsiteX3" fmla="*/ 4918 w 240982"/>
                <a:gd name="connsiteY3" fmla="*/ 65573 h 134425"/>
                <a:gd name="connsiteX4" fmla="*/ 4918 w 240982"/>
                <a:gd name="connsiteY4" fmla="*/ 63934 h 134425"/>
                <a:gd name="connsiteX5" fmla="*/ 8197 w 240982"/>
                <a:gd name="connsiteY5" fmla="*/ 62295 h 134425"/>
                <a:gd name="connsiteX6" fmla="*/ 9836 w 240982"/>
                <a:gd name="connsiteY6" fmla="*/ 57377 h 134425"/>
                <a:gd name="connsiteX7" fmla="*/ 8197 w 240982"/>
                <a:gd name="connsiteY7" fmla="*/ 55737 h 134425"/>
                <a:gd name="connsiteX8" fmla="*/ 6557 w 240982"/>
                <a:gd name="connsiteY8" fmla="*/ 52459 h 134425"/>
                <a:gd name="connsiteX9" fmla="*/ 8197 w 240982"/>
                <a:gd name="connsiteY9" fmla="*/ 49180 h 134425"/>
                <a:gd name="connsiteX10" fmla="*/ 8197 w 240982"/>
                <a:gd name="connsiteY10" fmla="*/ 49180 h 134425"/>
                <a:gd name="connsiteX11" fmla="*/ 9836 w 240982"/>
                <a:gd name="connsiteY11" fmla="*/ 45901 h 134425"/>
                <a:gd name="connsiteX12" fmla="*/ 11475 w 240982"/>
                <a:gd name="connsiteY12" fmla="*/ 42623 h 134425"/>
                <a:gd name="connsiteX13" fmla="*/ 11475 w 240982"/>
                <a:gd name="connsiteY13" fmla="*/ 40983 h 134425"/>
                <a:gd name="connsiteX14" fmla="*/ 16393 w 240982"/>
                <a:gd name="connsiteY14" fmla="*/ 40983 h 134425"/>
                <a:gd name="connsiteX15" fmla="*/ 19672 w 240982"/>
                <a:gd name="connsiteY15" fmla="*/ 37705 h 134425"/>
                <a:gd name="connsiteX16" fmla="*/ 22951 w 240982"/>
                <a:gd name="connsiteY16" fmla="*/ 34426 h 134425"/>
                <a:gd name="connsiteX17" fmla="*/ 27869 w 240982"/>
                <a:gd name="connsiteY17" fmla="*/ 32787 h 134425"/>
                <a:gd name="connsiteX18" fmla="*/ 27869 w 240982"/>
                <a:gd name="connsiteY18" fmla="*/ 32787 h 134425"/>
                <a:gd name="connsiteX19" fmla="*/ 31147 w 240982"/>
                <a:gd name="connsiteY19" fmla="*/ 29508 h 134425"/>
                <a:gd name="connsiteX20" fmla="*/ 34426 w 240982"/>
                <a:gd name="connsiteY20" fmla="*/ 26229 h 134425"/>
                <a:gd name="connsiteX21" fmla="*/ 37705 w 240982"/>
                <a:gd name="connsiteY21" fmla="*/ 22951 h 134425"/>
                <a:gd name="connsiteX22" fmla="*/ 39344 w 240982"/>
                <a:gd name="connsiteY22" fmla="*/ 22951 h 134425"/>
                <a:gd name="connsiteX23" fmla="*/ 42623 w 240982"/>
                <a:gd name="connsiteY23" fmla="*/ 19672 h 134425"/>
                <a:gd name="connsiteX24" fmla="*/ 45901 w 240982"/>
                <a:gd name="connsiteY24" fmla="*/ 16393 h 134425"/>
                <a:gd name="connsiteX25" fmla="*/ 45901 w 240982"/>
                <a:gd name="connsiteY25" fmla="*/ 16393 h 134425"/>
                <a:gd name="connsiteX26" fmla="*/ 50819 w 240982"/>
                <a:gd name="connsiteY26" fmla="*/ 13115 h 134425"/>
                <a:gd name="connsiteX27" fmla="*/ 54098 w 240982"/>
                <a:gd name="connsiteY27" fmla="*/ 14754 h 134425"/>
                <a:gd name="connsiteX28" fmla="*/ 57377 w 240982"/>
                <a:gd name="connsiteY28" fmla="*/ 11475 h 134425"/>
                <a:gd name="connsiteX29" fmla="*/ 60655 w 240982"/>
                <a:gd name="connsiteY29" fmla="*/ 9836 h 134425"/>
                <a:gd name="connsiteX30" fmla="*/ 63934 w 240982"/>
                <a:gd name="connsiteY30" fmla="*/ 6557 h 134425"/>
                <a:gd name="connsiteX31" fmla="*/ 67213 w 240982"/>
                <a:gd name="connsiteY31" fmla="*/ 6557 h 134425"/>
                <a:gd name="connsiteX32" fmla="*/ 70492 w 240982"/>
                <a:gd name="connsiteY32" fmla="*/ 4918 h 134425"/>
                <a:gd name="connsiteX33" fmla="*/ 73770 w 240982"/>
                <a:gd name="connsiteY33" fmla="*/ 6557 h 134425"/>
                <a:gd name="connsiteX34" fmla="*/ 77049 w 240982"/>
                <a:gd name="connsiteY34" fmla="*/ 9836 h 134425"/>
                <a:gd name="connsiteX35" fmla="*/ 80327 w 240982"/>
                <a:gd name="connsiteY35" fmla="*/ 9836 h 134425"/>
                <a:gd name="connsiteX36" fmla="*/ 85245 w 240982"/>
                <a:gd name="connsiteY36" fmla="*/ 8197 h 134425"/>
                <a:gd name="connsiteX37" fmla="*/ 86885 w 240982"/>
                <a:gd name="connsiteY37" fmla="*/ 9836 h 134425"/>
                <a:gd name="connsiteX38" fmla="*/ 90164 w 240982"/>
                <a:gd name="connsiteY38" fmla="*/ 9836 h 134425"/>
                <a:gd name="connsiteX39" fmla="*/ 95082 w 240982"/>
                <a:gd name="connsiteY39" fmla="*/ 11475 h 134425"/>
                <a:gd name="connsiteX40" fmla="*/ 98360 w 240982"/>
                <a:gd name="connsiteY40" fmla="*/ 11475 h 134425"/>
                <a:gd name="connsiteX41" fmla="*/ 101639 w 240982"/>
                <a:gd name="connsiteY41" fmla="*/ 11475 h 134425"/>
                <a:gd name="connsiteX42" fmla="*/ 104917 w 240982"/>
                <a:gd name="connsiteY42" fmla="*/ 9836 h 134425"/>
                <a:gd name="connsiteX43" fmla="*/ 109836 w 240982"/>
                <a:gd name="connsiteY43" fmla="*/ 9836 h 134425"/>
                <a:gd name="connsiteX44" fmla="*/ 113114 w 240982"/>
                <a:gd name="connsiteY44" fmla="*/ 9836 h 134425"/>
                <a:gd name="connsiteX45" fmla="*/ 116393 w 240982"/>
                <a:gd name="connsiteY45" fmla="*/ 9836 h 134425"/>
                <a:gd name="connsiteX46" fmla="*/ 118032 w 240982"/>
                <a:gd name="connsiteY46" fmla="*/ 11475 h 134425"/>
                <a:gd name="connsiteX47" fmla="*/ 119672 w 240982"/>
                <a:gd name="connsiteY47" fmla="*/ 11475 h 134425"/>
                <a:gd name="connsiteX48" fmla="*/ 121311 w 240982"/>
                <a:gd name="connsiteY48" fmla="*/ 11475 h 134425"/>
                <a:gd name="connsiteX49" fmla="*/ 124589 w 240982"/>
                <a:gd name="connsiteY49" fmla="*/ 9836 h 134425"/>
                <a:gd name="connsiteX50" fmla="*/ 127868 w 240982"/>
                <a:gd name="connsiteY50" fmla="*/ 6557 h 134425"/>
                <a:gd name="connsiteX51" fmla="*/ 131147 w 240982"/>
                <a:gd name="connsiteY51" fmla="*/ 6557 h 134425"/>
                <a:gd name="connsiteX52" fmla="*/ 136065 w 240982"/>
                <a:gd name="connsiteY52" fmla="*/ 6557 h 134425"/>
                <a:gd name="connsiteX53" fmla="*/ 139344 w 240982"/>
                <a:gd name="connsiteY53" fmla="*/ 3279 h 134425"/>
                <a:gd name="connsiteX54" fmla="*/ 139344 w 240982"/>
                <a:gd name="connsiteY54" fmla="*/ 3279 h 134425"/>
                <a:gd name="connsiteX55" fmla="*/ 136065 w 240982"/>
                <a:gd name="connsiteY55" fmla="*/ 0 h 134425"/>
                <a:gd name="connsiteX56" fmla="*/ 139344 w 240982"/>
                <a:gd name="connsiteY56" fmla="*/ 0 h 134425"/>
                <a:gd name="connsiteX57" fmla="*/ 142622 w 240982"/>
                <a:gd name="connsiteY57" fmla="*/ 1639 h 134425"/>
                <a:gd name="connsiteX58" fmla="*/ 147540 w 240982"/>
                <a:gd name="connsiteY58" fmla="*/ 3279 h 134425"/>
                <a:gd name="connsiteX59" fmla="*/ 147540 w 240982"/>
                <a:gd name="connsiteY59" fmla="*/ 3279 h 134425"/>
                <a:gd name="connsiteX60" fmla="*/ 152458 w 240982"/>
                <a:gd name="connsiteY60" fmla="*/ 4918 h 134425"/>
                <a:gd name="connsiteX61" fmla="*/ 155737 w 240982"/>
                <a:gd name="connsiteY61" fmla="*/ 6557 h 134425"/>
                <a:gd name="connsiteX62" fmla="*/ 159016 w 240982"/>
                <a:gd name="connsiteY62" fmla="*/ 6557 h 134425"/>
                <a:gd name="connsiteX63" fmla="*/ 162294 w 240982"/>
                <a:gd name="connsiteY63" fmla="*/ 6557 h 134425"/>
                <a:gd name="connsiteX64" fmla="*/ 167212 w 240982"/>
                <a:gd name="connsiteY64" fmla="*/ 4918 h 134425"/>
                <a:gd name="connsiteX65" fmla="*/ 170491 w 240982"/>
                <a:gd name="connsiteY65" fmla="*/ 3279 h 134425"/>
                <a:gd name="connsiteX66" fmla="*/ 173770 w 240982"/>
                <a:gd name="connsiteY66" fmla="*/ 1639 h 134425"/>
                <a:gd name="connsiteX67" fmla="*/ 173770 w 240982"/>
                <a:gd name="connsiteY67" fmla="*/ 1639 h 134425"/>
                <a:gd name="connsiteX68" fmla="*/ 178688 w 240982"/>
                <a:gd name="connsiteY68" fmla="*/ 3279 h 134425"/>
                <a:gd name="connsiteX69" fmla="*/ 180327 w 240982"/>
                <a:gd name="connsiteY69" fmla="*/ 3279 h 134425"/>
                <a:gd name="connsiteX70" fmla="*/ 183606 w 240982"/>
                <a:gd name="connsiteY70" fmla="*/ 4918 h 134425"/>
                <a:gd name="connsiteX71" fmla="*/ 186884 w 240982"/>
                <a:gd name="connsiteY71" fmla="*/ 6557 h 134425"/>
                <a:gd name="connsiteX72" fmla="*/ 188524 w 240982"/>
                <a:gd name="connsiteY72" fmla="*/ 9836 h 134425"/>
                <a:gd name="connsiteX73" fmla="*/ 191802 w 240982"/>
                <a:gd name="connsiteY73" fmla="*/ 9836 h 134425"/>
                <a:gd name="connsiteX74" fmla="*/ 191802 w 240982"/>
                <a:gd name="connsiteY74" fmla="*/ 9836 h 134425"/>
                <a:gd name="connsiteX75" fmla="*/ 196720 w 240982"/>
                <a:gd name="connsiteY75" fmla="*/ 8197 h 134425"/>
                <a:gd name="connsiteX76" fmla="*/ 199999 w 240982"/>
                <a:gd name="connsiteY76" fmla="*/ 8197 h 134425"/>
                <a:gd name="connsiteX77" fmla="*/ 201638 w 240982"/>
                <a:gd name="connsiteY77" fmla="*/ 9836 h 134425"/>
                <a:gd name="connsiteX78" fmla="*/ 204917 w 240982"/>
                <a:gd name="connsiteY78" fmla="*/ 13115 h 134425"/>
                <a:gd name="connsiteX79" fmla="*/ 206556 w 240982"/>
                <a:gd name="connsiteY79" fmla="*/ 14754 h 134425"/>
                <a:gd name="connsiteX80" fmla="*/ 209835 w 240982"/>
                <a:gd name="connsiteY80" fmla="*/ 18033 h 134425"/>
                <a:gd name="connsiteX81" fmla="*/ 211474 w 240982"/>
                <a:gd name="connsiteY81" fmla="*/ 21311 h 134425"/>
                <a:gd name="connsiteX82" fmla="*/ 214753 w 240982"/>
                <a:gd name="connsiteY82" fmla="*/ 24590 h 134425"/>
                <a:gd name="connsiteX83" fmla="*/ 218032 w 240982"/>
                <a:gd name="connsiteY83" fmla="*/ 27869 h 134425"/>
                <a:gd name="connsiteX84" fmla="*/ 219671 w 240982"/>
                <a:gd name="connsiteY84" fmla="*/ 27869 h 134425"/>
                <a:gd name="connsiteX85" fmla="*/ 214753 w 240982"/>
                <a:gd name="connsiteY85" fmla="*/ 26229 h 134425"/>
                <a:gd name="connsiteX86" fmla="*/ 211474 w 240982"/>
                <a:gd name="connsiteY86" fmla="*/ 22951 h 134425"/>
                <a:gd name="connsiteX87" fmla="*/ 208196 w 240982"/>
                <a:gd name="connsiteY87" fmla="*/ 22951 h 134425"/>
                <a:gd name="connsiteX88" fmla="*/ 206556 w 240982"/>
                <a:gd name="connsiteY88" fmla="*/ 22951 h 134425"/>
                <a:gd name="connsiteX89" fmla="*/ 201638 w 240982"/>
                <a:gd name="connsiteY89" fmla="*/ 21311 h 134425"/>
                <a:gd name="connsiteX90" fmla="*/ 206556 w 240982"/>
                <a:gd name="connsiteY90" fmla="*/ 24590 h 134425"/>
                <a:gd name="connsiteX91" fmla="*/ 204917 w 240982"/>
                <a:gd name="connsiteY91" fmla="*/ 27869 h 134425"/>
                <a:gd name="connsiteX92" fmla="*/ 208196 w 240982"/>
                <a:gd name="connsiteY92" fmla="*/ 29508 h 134425"/>
                <a:gd name="connsiteX93" fmla="*/ 211474 w 240982"/>
                <a:gd name="connsiteY93" fmla="*/ 34426 h 134425"/>
                <a:gd name="connsiteX94" fmla="*/ 211474 w 240982"/>
                <a:gd name="connsiteY94" fmla="*/ 34426 h 134425"/>
                <a:gd name="connsiteX95" fmla="*/ 213114 w 240982"/>
                <a:gd name="connsiteY95" fmla="*/ 31147 h 134425"/>
                <a:gd name="connsiteX96" fmla="*/ 208196 w 240982"/>
                <a:gd name="connsiteY96" fmla="*/ 29508 h 134425"/>
                <a:gd name="connsiteX97" fmla="*/ 211474 w 240982"/>
                <a:gd name="connsiteY97" fmla="*/ 27869 h 134425"/>
                <a:gd name="connsiteX98" fmla="*/ 214753 w 240982"/>
                <a:gd name="connsiteY98" fmla="*/ 31147 h 134425"/>
                <a:gd name="connsiteX99" fmla="*/ 218032 w 240982"/>
                <a:gd name="connsiteY99" fmla="*/ 34426 h 134425"/>
                <a:gd name="connsiteX100" fmla="*/ 221310 w 240982"/>
                <a:gd name="connsiteY100" fmla="*/ 34426 h 134425"/>
                <a:gd name="connsiteX101" fmla="*/ 224589 w 240982"/>
                <a:gd name="connsiteY101" fmla="*/ 32787 h 134425"/>
                <a:gd name="connsiteX102" fmla="*/ 226229 w 240982"/>
                <a:gd name="connsiteY102" fmla="*/ 36065 h 134425"/>
                <a:gd name="connsiteX103" fmla="*/ 224589 w 240982"/>
                <a:gd name="connsiteY103" fmla="*/ 37705 h 134425"/>
                <a:gd name="connsiteX104" fmla="*/ 227868 w 240982"/>
                <a:gd name="connsiteY104" fmla="*/ 36065 h 134425"/>
                <a:gd name="connsiteX105" fmla="*/ 227868 w 240982"/>
                <a:gd name="connsiteY105" fmla="*/ 32787 h 134425"/>
                <a:gd name="connsiteX106" fmla="*/ 224589 w 240982"/>
                <a:gd name="connsiteY106" fmla="*/ 32787 h 134425"/>
                <a:gd name="connsiteX107" fmla="*/ 221310 w 240982"/>
                <a:gd name="connsiteY107" fmla="*/ 31147 h 134425"/>
                <a:gd name="connsiteX108" fmla="*/ 224589 w 240982"/>
                <a:gd name="connsiteY108" fmla="*/ 31147 h 134425"/>
                <a:gd name="connsiteX109" fmla="*/ 229507 w 240982"/>
                <a:gd name="connsiteY109" fmla="*/ 32787 h 134425"/>
                <a:gd name="connsiteX110" fmla="*/ 232786 w 240982"/>
                <a:gd name="connsiteY110" fmla="*/ 34426 h 134425"/>
                <a:gd name="connsiteX111" fmla="*/ 234425 w 240982"/>
                <a:gd name="connsiteY111" fmla="*/ 39344 h 134425"/>
                <a:gd name="connsiteX112" fmla="*/ 234425 w 240982"/>
                <a:gd name="connsiteY112" fmla="*/ 42623 h 134425"/>
                <a:gd name="connsiteX113" fmla="*/ 239343 w 240982"/>
                <a:gd name="connsiteY113" fmla="*/ 45901 h 134425"/>
                <a:gd name="connsiteX114" fmla="*/ 240982 w 240982"/>
                <a:gd name="connsiteY114" fmla="*/ 45901 h 134425"/>
                <a:gd name="connsiteX115" fmla="*/ 239343 w 240982"/>
                <a:gd name="connsiteY115" fmla="*/ 45901 h 134425"/>
                <a:gd name="connsiteX116" fmla="*/ 236064 w 240982"/>
                <a:gd name="connsiteY116" fmla="*/ 45901 h 134425"/>
                <a:gd name="connsiteX117" fmla="*/ 232786 w 240982"/>
                <a:gd name="connsiteY117" fmla="*/ 45901 h 134425"/>
                <a:gd name="connsiteX118" fmla="*/ 229507 w 240982"/>
                <a:gd name="connsiteY118" fmla="*/ 45901 h 134425"/>
                <a:gd name="connsiteX119" fmla="*/ 227868 w 240982"/>
                <a:gd name="connsiteY119" fmla="*/ 45901 h 134425"/>
                <a:gd name="connsiteX120" fmla="*/ 224589 w 240982"/>
                <a:gd name="connsiteY120" fmla="*/ 47541 h 134425"/>
                <a:gd name="connsiteX121" fmla="*/ 221310 w 240982"/>
                <a:gd name="connsiteY121" fmla="*/ 50819 h 134425"/>
                <a:gd name="connsiteX122" fmla="*/ 218032 w 240982"/>
                <a:gd name="connsiteY122" fmla="*/ 52459 h 134425"/>
                <a:gd name="connsiteX123" fmla="*/ 213114 w 240982"/>
                <a:gd name="connsiteY123" fmla="*/ 54098 h 134425"/>
                <a:gd name="connsiteX124" fmla="*/ 209835 w 240982"/>
                <a:gd name="connsiteY124" fmla="*/ 54098 h 134425"/>
                <a:gd name="connsiteX125" fmla="*/ 206556 w 240982"/>
                <a:gd name="connsiteY125" fmla="*/ 55737 h 134425"/>
                <a:gd name="connsiteX126" fmla="*/ 201638 w 240982"/>
                <a:gd name="connsiteY126" fmla="*/ 57377 h 134425"/>
                <a:gd name="connsiteX127" fmla="*/ 199999 w 240982"/>
                <a:gd name="connsiteY127" fmla="*/ 57377 h 134425"/>
                <a:gd name="connsiteX128" fmla="*/ 196720 w 240982"/>
                <a:gd name="connsiteY128" fmla="*/ 55737 h 134425"/>
                <a:gd name="connsiteX129" fmla="*/ 196720 w 240982"/>
                <a:gd name="connsiteY129" fmla="*/ 55737 h 134425"/>
                <a:gd name="connsiteX130" fmla="*/ 191802 w 240982"/>
                <a:gd name="connsiteY130" fmla="*/ 59016 h 134425"/>
                <a:gd name="connsiteX131" fmla="*/ 188524 w 240982"/>
                <a:gd name="connsiteY131" fmla="*/ 62295 h 134425"/>
                <a:gd name="connsiteX132" fmla="*/ 185245 w 240982"/>
                <a:gd name="connsiteY132" fmla="*/ 60655 h 134425"/>
                <a:gd name="connsiteX133" fmla="*/ 181966 w 240982"/>
                <a:gd name="connsiteY133" fmla="*/ 59016 h 134425"/>
                <a:gd name="connsiteX134" fmla="*/ 177048 w 240982"/>
                <a:gd name="connsiteY134" fmla="*/ 57377 h 134425"/>
                <a:gd name="connsiteX135" fmla="*/ 175409 w 240982"/>
                <a:gd name="connsiteY135" fmla="*/ 54098 h 134425"/>
                <a:gd name="connsiteX136" fmla="*/ 172130 w 240982"/>
                <a:gd name="connsiteY136" fmla="*/ 54098 h 134425"/>
                <a:gd name="connsiteX137" fmla="*/ 168852 w 240982"/>
                <a:gd name="connsiteY137" fmla="*/ 57377 h 134425"/>
                <a:gd name="connsiteX138" fmla="*/ 167212 w 240982"/>
                <a:gd name="connsiteY138" fmla="*/ 57377 h 134425"/>
                <a:gd name="connsiteX139" fmla="*/ 167212 w 240982"/>
                <a:gd name="connsiteY139" fmla="*/ 59016 h 134425"/>
                <a:gd name="connsiteX140" fmla="*/ 167212 w 240982"/>
                <a:gd name="connsiteY140" fmla="*/ 62295 h 134425"/>
                <a:gd name="connsiteX141" fmla="*/ 165573 w 240982"/>
                <a:gd name="connsiteY141" fmla="*/ 63934 h 134425"/>
                <a:gd name="connsiteX142" fmla="*/ 165573 w 240982"/>
                <a:gd name="connsiteY142" fmla="*/ 65573 h 134425"/>
                <a:gd name="connsiteX143" fmla="*/ 160655 w 240982"/>
                <a:gd name="connsiteY143" fmla="*/ 67213 h 134425"/>
                <a:gd name="connsiteX144" fmla="*/ 159016 w 240982"/>
                <a:gd name="connsiteY144" fmla="*/ 70492 h 134425"/>
                <a:gd name="connsiteX145" fmla="*/ 160655 w 240982"/>
                <a:gd name="connsiteY145" fmla="*/ 75409 h 134425"/>
                <a:gd name="connsiteX146" fmla="*/ 157376 w 240982"/>
                <a:gd name="connsiteY146" fmla="*/ 77049 h 134425"/>
                <a:gd name="connsiteX147" fmla="*/ 154098 w 240982"/>
                <a:gd name="connsiteY147" fmla="*/ 77049 h 134425"/>
                <a:gd name="connsiteX148" fmla="*/ 150819 w 240982"/>
                <a:gd name="connsiteY148" fmla="*/ 80327 h 134425"/>
                <a:gd name="connsiteX149" fmla="*/ 147540 w 240982"/>
                <a:gd name="connsiteY149" fmla="*/ 83606 h 134425"/>
                <a:gd name="connsiteX150" fmla="*/ 144262 w 240982"/>
                <a:gd name="connsiteY150" fmla="*/ 86885 h 134425"/>
                <a:gd name="connsiteX151" fmla="*/ 142622 w 240982"/>
                <a:gd name="connsiteY151" fmla="*/ 86885 h 134425"/>
                <a:gd name="connsiteX152" fmla="*/ 139344 w 240982"/>
                <a:gd name="connsiteY152" fmla="*/ 90164 h 134425"/>
                <a:gd name="connsiteX153" fmla="*/ 136065 w 240982"/>
                <a:gd name="connsiteY153" fmla="*/ 93442 h 134425"/>
                <a:gd name="connsiteX154" fmla="*/ 136065 w 240982"/>
                <a:gd name="connsiteY154" fmla="*/ 96721 h 134425"/>
                <a:gd name="connsiteX155" fmla="*/ 134426 w 240982"/>
                <a:gd name="connsiteY155" fmla="*/ 96721 h 134425"/>
                <a:gd name="connsiteX156" fmla="*/ 131147 w 240982"/>
                <a:gd name="connsiteY156" fmla="*/ 93442 h 134425"/>
                <a:gd name="connsiteX157" fmla="*/ 126229 w 240982"/>
                <a:gd name="connsiteY157" fmla="*/ 91803 h 134425"/>
                <a:gd name="connsiteX158" fmla="*/ 122950 w 240982"/>
                <a:gd name="connsiteY158" fmla="*/ 86885 h 134425"/>
                <a:gd name="connsiteX159" fmla="*/ 121311 w 240982"/>
                <a:gd name="connsiteY159" fmla="*/ 88524 h 134425"/>
                <a:gd name="connsiteX160" fmla="*/ 118032 w 240982"/>
                <a:gd name="connsiteY160" fmla="*/ 93442 h 134425"/>
                <a:gd name="connsiteX161" fmla="*/ 114754 w 240982"/>
                <a:gd name="connsiteY161" fmla="*/ 96721 h 134425"/>
                <a:gd name="connsiteX162" fmla="*/ 111475 w 240982"/>
                <a:gd name="connsiteY162" fmla="*/ 99999 h 134425"/>
                <a:gd name="connsiteX163" fmla="*/ 108196 w 240982"/>
                <a:gd name="connsiteY163" fmla="*/ 99999 h 134425"/>
                <a:gd name="connsiteX164" fmla="*/ 103278 w 240982"/>
                <a:gd name="connsiteY164" fmla="*/ 98360 h 134425"/>
                <a:gd name="connsiteX165" fmla="*/ 103278 w 240982"/>
                <a:gd name="connsiteY165" fmla="*/ 99999 h 134425"/>
                <a:gd name="connsiteX166" fmla="*/ 99999 w 240982"/>
                <a:gd name="connsiteY166" fmla="*/ 99999 h 134425"/>
                <a:gd name="connsiteX167" fmla="*/ 95082 w 240982"/>
                <a:gd name="connsiteY167" fmla="*/ 99999 h 134425"/>
                <a:gd name="connsiteX168" fmla="*/ 95082 w 240982"/>
                <a:gd name="connsiteY168" fmla="*/ 101639 h 134425"/>
                <a:gd name="connsiteX169" fmla="*/ 96721 w 240982"/>
                <a:gd name="connsiteY169" fmla="*/ 104917 h 134425"/>
                <a:gd name="connsiteX170" fmla="*/ 95082 w 240982"/>
                <a:gd name="connsiteY170" fmla="*/ 109836 h 134425"/>
                <a:gd name="connsiteX171" fmla="*/ 96721 w 240982"/>
                <a:gd name="connsiteY171" fmla="*/ 113114 h 134425"/>
                <a:gd name="connsiteX172" fmla="*/ 96721 w 240982"/>
                <a:gd name="connsiteY172" fmla="*/ 114754 h 134425"/>
                <a:gd name="connsiteX173" fmla="*/ 96721 w 240982"/>
                <a:gd name="connsiteY173" fmla="*/ 118032 h 134425"/>
                <a:gd name="connsiteX174" fmla="*/ 95082 w 240982"/>
                <a:gd name="connsiteY174" fmla="*/ 121311 h 134425"/>
                <a:gd name="connsiteX175" fmla="*/ 95082 w 240982"/>
                <a:gd name="connsiteY175" fmla="*/ 122950 h 134425"/>
                <a:gd name="connsiteX176" fmla="*/ 91803 w 240982"/>
                <a:gd name="connsiteY176" fmla="*/ 119672 h 134425"/>
                <a:gd name="connsiteX177" fmla="*/ 88524 w 240982"/>
                <a:gd name="connsiteY177" fmla="*/ 122950 h 134425"/>
                <a:gd name="connsiteX178" fmla="*/ 88524 w 240982"/>
                <a:gd name="connsiteY178" fmla="*/ 126229 h 134425"/>
                <a:gd name="connsiteX179" fmla="*/ 86885 w 240982"/>
                <a:gd name="connsiteY179" fmla="*/ 129508 h 134425"/>
                <a:gd name="connsiteX180" fmla="*/ 85245 w 240982"/>
                <a:gd name="connsiteY180" fmla="*/ 131147 h 134425"/>
                <a:gd name="connsiteX181" fmla="*/ 85245 w 240982"/>
                <a:gd name="connsiteY181" fmla="*/ 132786 h 134425"/>
                <a:gd name="connsiteX182" fmla="*/ 81967 w 240982"/>
                <a:gd name="connsiteY182" fmla="*/ 132786 h 134425"/>
                <a:gd name="connsiteX183" fmla="*/ 78688 w 240982"/>
                <a:gd name="connsiteY183" fmla="*/ 134426 h 134425"/>
                <a:gd name="connsiteX184" fmla="*/ 75409 w 240982"/>
                <a:gd name="connsiteY184" fmla="*/ 134426 h 134425"/>
                <a:gd name="connsiteX185" fmla="*/ 72131 w 240982"/>
                <a:gd name="connsiteY185" fmla="*/ 134426 h 134425"/>
                <a:gd name="connsiteX186" fmla="*/ 73770 w 240982"/>
                <a:gd name="connsiteY186" fmla="*/ 132786 h 134425"/>
                <a:gd name="connsiteX187" fmla="*/ 72131 w 240982"/>
                <a:gd name="connsiteY187" fmla="*/ 129508 h 134425"/>
                <a:gd name="connsiteX188" fmla="*/ 68852 w 240982"/>
                <a:gd name="connsiteY188" fmla="*/ 129508 h 134425"/>
                <a:gd name="connsiteX189" fmla="*/ 68852 w 240982"/>
                <a:gd name="connsiteY189" fmla="*/ 127868 h 134425"/>
                <a:gd name="connsiteX190" fmla="*/ 67213 w 240982"/>
                <a:gd name="connsiteY190" fmla="*/ 122950 h 134425"/>
                <a:gd name="connsiteX191" fmla="*/ 67213 w 240982"/>
                <a:gd name="connsiteY191" fmla="*/ 119672 h 134425"/>
                <a:gd name="connsiteX192" fmla="*/ 70492 w 240982"/>
                <a:gd name="connsiteY192" fmla="*/ 116393 h 134425"/>
                <a:gd name="connsiteX193" fmla="*/ 67213 w 240982"/>
                <a:gd name="connsiteY193" fmla="*/ 118032 h 134425"/>
                <a:gd name="connsiteX194" fmla="*/ 63934 w 240982"/>
                <a:gd name="connsiteY194" fmla="*/ 116393 h 134425"/>
                <a:gd name="connsiteX195" fmla="*/ 63934 w 240982"/>
                <a:gd name="connsiteY195" fmla="*/ 116393 h 134425"/>
                <a:gd name="connsiteX196" fmla="*/ 62295 w 240982"/>
                <a:gd name="connsiteY196" fmla="*/ 113114 h 134425"/>
                <a:gd name="connsiteX197" fmla="*/ 59016 w 240982"/>
                <a:gd name="connsiteY197" fmla="*/ 116393 h 134425"/>
                <a:gd name="connsiteX198" fmla="*/ 59016 w 240982"/>
                <a:gd name="connsiteY198" fmla="*/ 118032 h 134425"/>
                <a:gd name="connsiteX199" fmla="*/ 54098 w 240982"/>
                <a:gd name="connsiteY199" fmla="*/ 116393 h 134425"/>
                <a:gd name="connsiteX200" fmla="*/ 54098 w 240982"/>
                <a:gd name="connsiteY200" fmla="*/ 116393 h 134425"/>
                <a:gd name="connsiteX201" fmla="*/ 54098 w 240982"/>
                <a:gd name="connsiteY201" fmla="*/ 114754 h 134425"/>
                <a:gd name="connsiteX202" fmla="*/ 57377 w 240982"/>
                <a:gd name="connsiteY202" fmla="*/ 114754 h 134425"/>
                <a:gd name="connsiteX203" fmla="*/ 59016 w 240982"/>
                <a:gd name="connsiteY203" fmla="*/ 113114 h 134425"/>
                <a:gd name="connsiteX204" fmla="*/ 57377 w 240982"/>
                <a:gd name="connsiteY204" fmla="*/ 109836 h 134425"/>
                <a:gd name="connsiteX205" fmla="*/ 57377 w 240982"/>
                <a:gd name="connsiteY205" fmla="*/ 108196 h 134425"/>
                <a:gd name="connsiteX206" fmla="*/ 57377 w 240982"/>
                <a:gd name="connsiteY206" fmla="*/ 104917 h 134425"/>
                <a:gd name="connsiteX207" fmla="*/ 59016 w 240982"/>
                <a:gd name="connsiteY207" fmla="*/ 99999 h 134425"/>
                <a:gd name="connsiteX208" fmla="*/ 60655 w 240982"/>
                <a:gd name="connsiteY208" fmla="*/ 98360 h 134425"/>
                <a:gd name="connsiteX209" fmla="*/ 59016 w 240982"/>
                <a:gd name="connsiteY209" fmla="*/ 95082 h 134425"/>
                <a:gd name="connsiteX210" fmla="*/ 54098 w 240982"/>
                <a:gd name="connsiteY210" fmla="*/ 93442 h 134425"/>
                <a:gd name="connsiteX211" fmla="*/ 54098 w 240982"/>
                <a:gd name="connsiteY211" fmla="*/ 93442 h 134425"/>
                <a:gd name="connsiteX212" fmla="*/ 50819 w 240982"/>
                <a:gd name="connsiteY212" fmla="*/ 95082 h 134425"/>
                <a:gd name="connsiteX213" fmla="*/ 49180 w 240982"/>
                <a:gd name="connsiteY213" fmla="*/ 95082 h 134425"/>
                <a:gd name="connsiteX214" fmla="*/ 47541 w 240982"/>
                <a:gd name="connsiteY214" fmla="*/ 91803 h 134425"/>
                <a:gd name="connsiteX215" fmla="*/ 45901 w 240982"/>
                <a:gd name="connsiteY215" fmla="*/ 90164 h 134425"/>
                <a:gd name="connsiteX216" fmla="*/ 42623 w 240982"/>
                <a:gd name="connsiteY216" fmla="*/ 90164 h 134425"/>
                <a:gd name="connsiteX217" fmla="*/ 39344 w 240982"/>
                <a:gd name="connsiteY217" fmla="*/ 93442 h 134425"/>
                <a:gd name="connsiteX218" fmla="*/ 36065 w 240982"/>
                <a:gd name="connsiteY218" fmla="*/ 95082 h 134425"/>
                <a:gd name="connsiteX219" fmla="*/ 36065 w 240982"/>
                <a:gd name="connsiteY219" fmla="*/ 95082 h 134425"/>
                <a:gd name="connsiteX220" fmla="*/ 34426 w 240982"/>
                <a:gd name="connsiteY220" fmla="*/ 95082 h 134425"/>
                <a:gd name="connsiteX221" fmla="*/ 31147 w 240982"/>
                <a:gd name="connsiteY221" fmla="*/ 95082 h 134425"/>
                <a:gd name="connsiteX222" fmla="*/ 31147 w 240982"/>
                <a:gd name="connsiteY222" fmla="*/ 95082 h 134425"/>
                <a:gd name="connsiteX223" fmla="*/ 31147 w 240982"/>
                <a:gd name="connsiteY223" fmla="*/ 91803 h 134425"/>
                <a:gd name="connsiteX224" fmla="*/ 27869 w 240982"/>
                <a:gd name="connsiteY224" fmla="*/ 90164 h 134425"/>
                <a:gd name="connsiteX225" fmla="*/ 24590 w 240982"/>
                <a:gd name="connsiteY225" fmla="*/ 88524 h 134425"/>
                <a:gd name="connsiteX226" fmla="*/ 22951 w 240982"/>
                <a:gd name="connsiteY226" fmla="*/ 88524 h 134425"/>
                <a:gd name="connsiteX227" fmla="*/ 22951 w 240982"/>
                <a:gd name="connsiteY227" fmla="*/ 83606 h 134425"/>
                <a:gd name="connsiteX228" fmla="*/ 18033 w 240982"/>
                <a:gd name="connsiteY228" fmla="*/ 83606 h 134425"/>
                <a:gd name="connsiteX229" fmla="*/ 18033 w 240982"/>
                <a:gd name="connsiteY229" fmla="*/ 81967 h 134425"/>
                <a:gd name="connsiteX230" fmla="*/ 14754 w 240982"/>
                <a:gd name="connsiteY230" fmla="*/ 80327 h 134425"/>
                <a:gd name="connsiteX231" fmla="*/ 13115 w 240982"/>
                <a:gd name="connsiteY231" fmla="*/ 78688 h 134425"/>
                <a:gd name="connsiteX232" fmla="*/ 11475 w 240982"/>
                <a:gd name="connsiteY232" fmla="*/ 75409 h 134425"/>
                <a:gd name="connsiteX233" fmla="*/ 9836 w 240982"/>
                <a:gd name="connsiteY233" fmla="*/ 75409 h 134425"/>
                <a:gd name="connsiteX234" fmla="*/ 4918 w 240982"/>
                <a:gd name="connsiteY234" fmla="*/ 73770 h 134425"/>
                <a:gd name="connsiteX235" fmla="*/ 1639 w 240982"/>
                <a:gd name="connsiteY235" fmla="*/ 72131 h 134425"/>
                <a:gd name="connsiteX236" fmla="*/ 0 w 240982"/>
                <a:gd name="connsiteY236" fmla="*/ 70492 h 13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</a:cxnLst>
              <a:rect l="l" t="t" r="r" b="b"/>
              <a:pathLst>
                <a:path w="240982" h="134425">
                  <a:moveTo>
                    <a:pt x="0" y="70492"/>
                  </a:moveTo>
                  <a:lnTo>
                    <a:pt x="0" y="70492"/>
                  </a:lnTo>
                  <a:lnTo>
                    <a:pt x="3279" y="65573"/>
                  </a:lnTo>
                  <a:lnTo>
                    <a:pt x="4918" y="65573"/>
                  </a:lnTo>
                  <a:lnTo>
                    <a:pt x="4918" y="63934"/>
                  </a:lnTo>
                  <a:lnTo>
                    <a:pt x="8197" y="62295"/>
                  </a:lnTo>
                  <a:lnTo>
                    <a:pt x="9836" y="57377"/>
                  </a:lnTo>
                  <a:lnTo>
                    <a:pt x="8197" y="55737"/>
                  </a:lnTo>
                  <a:lnTo>
                    <a:pt x="6557" y="52459"/>
                  </a:lnTo>
                  <a:lnTo>
                    <a:pt x="8197" y="49180"/>
                  </a:lnTo>
                  <a:lnTo>
                    <a:pt x="8197" y="49180"/>
                  </a:lnTo>
                  <a:lnTo>
                    <a:pt x="9836" y="45901"/>
                  </a:lnTo>
                  <a:lnTo>
                    <a:pt x="11475" y="42623"/>
                  </a:lnTo>
                  <a:lnTo>
                    <a:pt x="11475" y="40983"/>
                  </a:lnTo>
                  <a:lnTo>
                    <a:pt x="16393" y="40983"/>
                  </a:lnTo>
                  <a:lnTo>
                    <a:pt x="19672" y="37705"/>
                  </a:lnTo>
                  <a:lnTo>
                    <a:pt x="22951" y="34426"/>
                  </a:lnTo>
                  <a:lnTo>
                    <a:pt x="27869" y="32787"/>
                  </a:lnTo>
                  <a:lnTo>
                    <a:pt x="27869" y="32787"/>
                  </a:lnTo>
                  <a:lnTo>
                    <a:pt x="31147" y="29508"/>
                  </a:lnTo>
                  <a:lnTo>
                    <a:pt x="34426" y="26229"/>
                  </a:lnTo>
                  <a:lnTo>
                    <a:pt x="37705" y="22951"/>
                  </a:lnTo>
                  <a:lnTo>
                    <a:pt x="39344" y="22951"/>
                  </a:lnTo>
                  <a:lnTo>
                    <a:pt x="42623" y="19672"/>
                  </a:lnTo>
                  <a:lnTo>
                    <a:pt x="45901" y="16393"/>
                  </a:lnTo>
                  <a:lnTo>
                    <a:pt x="45901" y="16393"/>
                  </a:lnTo>
                  <a:lnTo>
                    <a:pt x="50819" y="13115"/>
                  </a:lnTo>
                  <a:lnTo>
                    <a:pt x="54098" y="14754"/>
                  </a:lnTo>
                  <a:lnTo>
                    <a:pt x="57377" y="11475"/>
                  </a:lnTo>
                  <a:lnTo>
                    <a:pt x="60655" y="9836"/>
                  </a:lnTo>
                  <a:lnTo>
                    <a:pt x="63934" y="6557"/>
                  </a:lnTo>
                  <a:lnTo>
                    <a:pt x="67213" y="6557"/>
                  </a:lnTo>
                  <a:lnTo>
                    <a:pt x="70492" y="4918"/>
                  </a:lnTo>
                  <a:lnTo>
                    <a:pt x="73770" y="6557"/>
                  </a:lnTo>
                  <a:lnTo>
                    <a:pt x="77049" y="9836"/>
                  </a:lnTo>
                  <a:lnTo>
                    <a:pt x="80327" y="9836"/>
                  </a:lnTo>
                  <a:lnTo>
                    <a:pt x="85245" y="8197"/>
                  </a:lnTo>
                  <a:lnTo>
                    <a:pt x="86885" y="9836"/>
                  </a:lnTo>
                  <a:lnTo>
                    <a:pt x="90164" y="9836"/>
                  </a:lnTo>
                  <a:lnTo>
                    <a:pt x="95082" y="11475"/>
                  </a:lnTo>
                  <a:lnTo>
                    <a:pt x="98360" y="11475"/>
                  </a:lnTo>
                  <a:lnTo>
                    <a:pt x="101639" y="11475"/>
                  </a:lnTo>
                  <a:lnTo>
                    <a:pt x="104917" y="9836"/>
                  </a:lnTo>
                  <a:lnTo>
                    <a:pt x="109836" y="9836"/>
                  </a:lnTo>
                  <a:lnTo>
                    <a:pt x="113114" y="9836"/>
                  </a:lnTo>
                  <a:lnTo>
                    <a:pt x="116393" y="9836"/>
                  </a:lnTo>
                  <a:lnTo>
                    <a:pt x="118032" y="11475"/>
                  </a:lnTo>
                  <a:lnTo>
                    <a:pt x="119672" y="11475"/>
                  </a:lnTo>
                  <a:lnTo>
                    <a:pt x="121311" y="11475"/>
                  </a:lnTo>
                  <a:lnTo>
                    <a:pt x="124589" y="9836"/>
                  </a:lnTo>
                  <a:lnTo>
                    <a:pt x="127868" y="6557"/>
                  </a:lnTo>
                  <a:lnTo>
                    <a:pt x="131147" y="6557"/>
                  </a:lnTo>
                  <a:lnTo>
                    <a:pt x="136065" y="6557"/>
                  </a:lnTo>
                  <a:lnTo>
                    <a:pt x="139344" y="3279"/>
                  </a:lnTo>
                  <a:lnTo>
                    <a:pt x="139344" y="3279"/>
                  </a:lnTo>
                  <a:lnTo>
                    <a:pt x="136065" y="0"/>
                  </a:lnTo>
                  <a:lnTo>
                    <a:pt x="139344" y="0"/>
                  </a:lnTo>
                  <a:lnTo>
                    <a:pt x="142622" y="1639"/>
                  </a:lnTo>
                  <a:lnTo>
                    <a:pt x="147540" y="3279"/>
                  </a:lnTo>
                  <a:lnTo>
                    <a:pt x="147540" y="3279"/>
                  </a:lnTo>
                  <a:lnTo>
                    <a:pt x="152458" y="4918"/>
                  </a:lnTo>
                  <a:lnTo>
                    <a:pt x="155737" y="6557"/>
                  </a:lnTo>
                  <a:lnTo>
                    <a:pt x="159016" y="6557"/>
                  </a:lnTo>
                  <a:lnTo>
                    <a:pt x="162294" y="6557"/>
                  </a:lnTo>
                  <a:lnTo>
                    <a:pt x="167212" y="4918"/>
                  </a:lnTo>
                  <a:lnTo>
                    <a:pt x="170491" y="3279"/>
                  </a:lnTo>
                  <a:lnTo>
                    <a:pt x="173770" y="1639"/>
                  </a:lnTo>
                  <a:lnTo>
                    <a:pt x="173770" y="1639"/>
                  </a:lnTo>
                  <a:lnTo>
                    <a:pt x="178688" y="3279"/>
                  </a:lnTo>
                  <a:lnTo>
                    <a:pt x="180327" y="3279"/>
                  </a:lnTo>
                  <a:lnTo>
                    <a:pt x="183606" y="4918"/>
                  </a:lnTo>
                  <a:lnTo>
                    <a:pt x="186884" y="6557"/>
                  </a:lnTo>
                  <a:lnTo>
                    <a:pt x="188524" y="9836"/>
                  </a:lnTo>
                  <a:lnTo>
                    <a:pt x="191802" y="9836"/>
                  </a:lnTo>
                  <a:lnTo>
                    <a:pt x="191802" y="9836"/>
                  </a:lnTo>
                  <a:lnTo>
                    <a:pt x="196720" y="8197"/>
                  </a:lnTo>
                  <a:lnTo>
                    <a:pt x="199999" y="8197"/>
                  </a:lnTo>
                  <a:lnTo>
                    <a:pt x="201638" y="9836"/>
                  </a:lnTo>
                  <a:lnTo>
                    <a:pt x="204917" y="13115"/>
                  </a:lnTo>
                  <a:lnTo>
                    <a:pt x="206556" y="14754"/>
                  </a:lnTo>
                  <a:lnTo>
                    <a:pt x="209835" y="18033"/>
                  </a:lnTo>
                  <a:lnTo>
                    <a:pt x="211474" y="21311"/>
                  </a:lnTo>
                  <a:lnTo>
                    <a:pt x="214753" y="24590"/>
                  </a:lnTo>
                  <a:lnTo>
                    <a:pt x="218032" y="27869"/>
                  </a:lnTo>
                  <a:lnTo>
                    <a:pt x="219671" y="27869"/>
                  </a:lnTo>
                  <a:lnTo>
                    <a:pt x="214753" y="26229"/>
                  </a:lnTo>
                  <a:lnTo>
                    <a:pt x="211474" y="22951"/>
                  </a:lnTo>
                  <a:lnTo>
                    <a:pt x="208196" y="22951"/>
                  </a:lnTo>
                  <a:lnTo>
                    <a:pt x="206556" y="22951"/>
                  </a:lnTo>
                  <a:lnTo>
                    <a:pt x="201638" y="21311"/>
                  </a:lnTo>
                  <a:lnTo>
                    <a:pt x="206556" y="24590"/>
                  </a:lnTo>
                  <a:lnTo>
                    <a:pt x="204917" y="27869"/>
                  </a:lnTo>
                  <a:lnTo>
                    <a:pt x="208196" y="29508"/>
                  </a:lnTo>
                  <a:lnTo>
                    <a:pt x="211474" y="34426"/>
                  </a:lnTo>
                  <a:lnTo>
                    <a:pt x="211474" y="34426"/>
                  </a:lnTo>
                  <a:lnTo>
                    <a:pt x="213114" y="31147"/>
                  </a:lnTo>
                  <a:lnTo>
                    <a:pt x="208196" y="29508"/>
                  </a:lnTo>
                  <a:lnTo>
                    <a:pt x="211474" y="27869"/>
                  </a:lnTo>
                  <a:lnTo>
                    <a:pt x="214753" y="31147"/>
                  </a:lnTo>
                  <a:lnTo>
                    <a:pt x="218032" y="34426"/>
                  </a:lnTo>
                  <a:lnTo>
                    <a:pt x="221310" y="34426"/>
                  </a:lnTo>
                  <a:lnTo>
                    <a:pt x="224589" y="32787"/>
                  </a:lnTo>
                  <a:lnTo>
                    <a:pt x="226229" y="36065"/>
                  </a:lnTo>
                  <a:lnTo>
                    <a:pt x="224589" y="37705"/>
                  </a:lnTo>
                  <a:lnTo>
                    <a:pt x="227868" y="36065"/>
                  </a:lnTo>
                  <a:lnTo>
                    <a:pt x="227868" y="32787"/>
                  </a:lnTo>
                  <a:lnTo>
                    <a:pt x="224589" y="32787"/>
                  </a:lnTo>
                  <a:lnTo>
                    <a:pt x="221310" y="31147"/>
                  </a:lnTo>
                  <a:lnTo>
                    <a:pt x="224589" y="31147"/>
                  </a:lnTo>
                  <a:lnTo>
                    <a:pt x="229507" y="32787"/>
                  </a:lnTo>
                  <a:lnTo>
                    <a:pt x="232786" y="34426"/>
                  </a:lnTo>
                  <a:lnTo>
                    <a:pt x="234425" y="39344"/>
                  </a:lnTo>
                  <a:lnTo>
                    <a:pt x="234425" y="42623"/>
                  </a:lnTo>
                  <a:lnTo>
                    <a:pt x="239343" y="45901"/>
                  </a:lnTo>
                  <a:lnTo>
                    <a:pt x="240982" y="45901"/>
                  </a:lnTo>
                  <a:lnTo>
                    <a:pt x="239343" y="45901"/>
                  </a:lnTo>
                  <a:lnTo>
                    <a:pt x="236064" y="45901"/>
                  </a:lnTo>
                  <a:lnTo>
                    <a:pt x="232786" y="45901"/>
                  </a:lnTo>
                  <a:lnTo>
                    <a:pt x="229507" y="45901"/>
                  </a:lnTo>
                  <a:lnTo>
                    <a:pt x="227868" y="45901"/>
                  </a:lnTo>
                  <a:lnTo>
                    <a:pt x="224589" y="47541"/>
                  </a:lnTo>
                  <a:lnTo>
                    <a:pt x="221310" y="50819"/>
                  </a:lnTo>
                  <a:lnTo>
                    <a:pt x="218032" y="52459"/>
                  </a:lnTo>
                  <a:lnTo>
                    <a:pt x="213114" y="54098"/>
                  </a:lnTo>
                  <a:lnTo>
                    <a:pt x="209835" y="54098"/>
                  </a:lnTo>
                  <a:lnTo>
                    <a:pt x="206556" y="55737"/>
                  </a:lnTo>
                  <a:lnTo>
                    <a:pt x="201638" y="57377"/>
                  </a:lnTo>
                  <a:lnTo>
                    <a:pt x="199999" y="57377"/>
                  </a:lnTo>
                  <a:lnTo>
                    <a:pt x="196720" y="55737"/>
                  </a:lnTo>
                  <a:lnTo>
                    <a:pt x="196720" y="55737"/>
                  </a:lnTo>
                  <a:lnTo>
                    <a:pt x="191802" y="59016"/>
                  </a:lnTo>
                  <a:lnTo>
                    <a:pt x="188524" y="62295"/>
                  </a:lnTo>
                  <a:lnTo>
                    <a:pt x="185245" y="60655"/>
                  </a:lnTo>
                  <a:lnTo>
                    <a:pt x="181966" y="59016"/>
                  </a:lnTo>
                  <a:lnTo>
                    <a:pt x="177048" y="57377"/>
                  </a:lnTo>
                  <a:lnTo>
                    <a:pt x="175409" y="54098"/>
                  </a:lnTo>
                  <a:lnTo>
                    <a:pt x="172130" y="54098"/>
                  </a:lnTo>
                  <a:lnTo>
                    <a:pt x="168852" y="57377"/>
                  </a:lnTo>
                  <a:lnTo>
                    <a:pt x="167212" y="57377"/>
                  </a:lnTo>
                  <a:lnTo>
                    <a:pt x="167212" y="59016"/>
                  </a:lnTo>
                  <a:lnTo>
                    <a:pt x="167212" y="62295"/>
                  </a:lnTo>
                  <a:lnTo>
                    <a:pt x="165573" y="63934"/>
                  </a:lnTo>
                  <a:lnTo>
                    <a:pt x="165573" y="65573"/>
                  </a:lnTo>
                  <a:lnTo>
                    <a:pt x="160655" y="67213"/>
                  </a:lnTo>
                  <a:lnTo>
                    <a:pt x="159016" y="70492"/>
                  </a:lnTo>
                  <a:lnTo>
                    <a:pt x="160655" y="75409"/>
                  </a:lnTo>
                  <a:lnTo>
                    <a:pt x="157376" y="77049"/>
                  </a:lnTo>
                  <a:lnTo>
                    <a:pt x="154098" y="77049"/>
                  </a:lnTo>
                  <a:lnTo>
                    <a:pt x="150819" y="80327"/>
                  </a:lnTo>
                  <a:lnTo>
                    <a:pt x="147540" y="83606"/>
                  </a:lnTo>
                  <a:lnTo>
                    <a:pt x="144262" y="86885"/>
                  </a:lnTo>
                  <a:lnTo>
                    <a:pt x="142622" y="86885"/>
                  </a:lnTo>
                  <a:lnTo>
                    <a:pt x="139344" y="90164"/>
                  </a:lnTo>
                  <a:lnTo>
                    <a:pt x="136065" y="93442"/>
                  </a:lnTo>
                  <a:lnTo>
                    <a:pt x="136065" y="96721"/>
                  </a:lnTo>
                  <a:lnTo>
                    <a:pt x="134426" y="96721"/>
                  </a:lnTo>
                  <a:lnTo>
                    <a:pt x="131147" y="93442"/>
                  </a:lnTo>
                  <a:lnTo>
                    <a:pt x="126229" y="91803"/>
                  </a:lnTo>
                  <a:lnTo>
                    <a:pt x="122950" y="86885"/>
                  </a:lnTo>
                  <a:lnTo>
                    <a:pt x="121311" y="88524"/>
                  </a:lnTo>
                  <a:lnTo>
                    <a:pt x="118032" y="93442"/>
                  </a:lnTo>
                  <a:lnTo>
                    <a:pt x="114754" y="96721"/>
                  </a:lnTo>
                  <a:lnTo>
                    <a:pt x="111475" y="99999"/>
                  </a:lnTo>
                  <a:lnTo>
                    <a:pt x="108196" y="99999"/>
                  </a:lnTo>
                  <a:lnTo>
                    <a:pt x="103278" y="98360"/>
                  </a:lnTo>
                  <a:lnTo>
                    <a:pt x="103278" y="99999"/>
                  </a:lnTo>
                  <a:lnTo>
                    <a:pt x="99999" y="99999"/>
                  </a:lnTo>
                  <a:lnTo>
                    <a:pt x="95082" y="99999"/>
                  </a:lnTo>
                  <a:lnTo>
                    <a:pt x="95082" y="101639"/>
                  </a:lnTo>
                  <a:lnTo>
                    <a:pt x="96721" y="104917"/>
                  </a:lnTo>
                  <a:lnTo>
                    <a:pt x="95082" y="109836"/>
                  </a:lnTo>
                  <a:lnTo>
                    <a:pt x="96721" y="113114"/>
                  </a:lnTo>
                  <a:lnTo>
                    <a:pt x="96721" y="114754"/>
                  </a:lnTo>
                  <a:lnTo>
                    <a:pt x="96721" y="118032"/>
                  </a:lnTo>
                  <a:lnTo>
                    <a:pt x="95082" y="121311"/>
                  </a:lnTo>
                  <a:lnTo>
                    <a:pt x="95082" y="122950"/>
                  </a:lnTo>
                  <a:lnTo>
                    <a:pt x="91803" y="119672"/>
                  </a:lnTo>
                  <a:lnTo>
                    <a:pt x="88524" y="122950"/>
                  </a:lnTo>
                  <a:lnTo>
                    <a:pt x="88524" y="126229"/>
                  </a:lnTo>
                  <a:lnTo>
                    <a:pt x="86885" y="129508"/>
                  </a:lnTo>
                  <a:lnTo>
                    <a:pt x="85245" y="131147"/>
                  </a:lnTo>
                  <a:lnTo>
                    <a:pt x="85245" y="132786"/>
                  </a:lnTo>
                  <a:lnTo>
                    <a:pt x="81967" y="132786"/>
                  </a:lnTo>
                  <a:lnTo>
                    <a:pt x="78688" y="134426"/>
                  </a:lnTo>
                  <a:lnTo>
                    <a:pt x="75409" y="134426"/>
                  </a:lnTo>
                  <a:lnTo>
                    <a:pt x="72131" y="134426"/>
                  </a:lnTo>
                  <a:lnTo>
                    <a:pt x="73770" y="132786"/>
                  </a:lnTo>
                  <a:lnTo>
                    <a:pt x="72131" y="129508"/>
                  </a:lnTo>
                  <a:lnTo>
                    <a:pt x="68852" y="129508"/>
                  </a:lnTo>
                  <a:lnTo>
                    <a:pt x="68852" y="127868"/>
                  </a:lnTo>
                  <a:lnTo>
                    <a:pt x="67213" y="122950"/>
                  </a:lnTo>
                  <a:lnTo>
                    <a:pt x="67213" y="119672"/>
                  </a:lnTo>
                  <a:lnTo>
                    <a:pt x="70492" y="116393"/>
                  </a:lnTo>
                  <a:lnTo>
                    <a:pt x="67213" y="118032"/>
                  </a:lnTo>
                  <a:lnTo>
                    <a:pt x="63934" y="116393"/>
                  </a:lnTo>
                  <a:lnTo>
                    <a:pt x="63934" y="116393"/>
                  </a:lnTo>
                  <a:lnTo>
                    <a:pt x="62295" y="113114"/>
                  </a:lnTo>
                  <a:lnTo>
                    <a:pt x="59016" y="116393"/>
                  </a:lnTo>
                  <a:lnTo>
                    <a:pt x="59016" y="118032"/>
                  </a:lnTo>
                  <a:lnTo>
                    <a:pt x="54098" y="116393"/>
                  </a:lnTo>
                  <a:lnTo>
                    <a:pt x="54098" y="116393"/>
                  </a:lnTo>
                  <a:lnTo>
                    <a:pt x="54098" y="114754"/>
                  </a:lnTo>
                  <a:lnTo>
                    <a:pt x="57377" y="114754"/>
                  </a:lnTo>
                  <a:lnTo>
                    <a:pt x="59016" y="113114"/>
                  </a:lnTo>
                  <a:lnTo>
                    <a:pt x="57377" y="109836"/>
                  </a:lnTo>
                  <a:lnTo>
                    <a:pt x="57377" y="108196"/>
                  </a:lnTo>
                  <a:lnTo>
                    <a:pt x="57377" y="104917"/>
                  </a:lnTo>
                  <a:lnTo>
                    <a:pt x="59016" y="99999"/>
                  </a:lnTo>
                  <a:lnTo>
                    <a:pt x="60655" y="98360"/>
                  </a:lnTo>
                  <a:lnTo>
                    <a:pt x="59016" y="95082"/>
                  </a:lnTo>
                  <a:lnTo>
                    <a:pt x="54098" y="93442"/>
                  </a:lnTo>
                  <a:lnTo>
                    <a:pt x="54098" y="93442"/>
                  </a:lnTo>
                  <a:lnTo>
                    <a:pt x="50819" y="95082"/>
                  </a:lnTo>
                  <a:lnTo>
                    <a:pt x="49180" y="95082"/>
                  </a:lnTo>
                  <a:lnTo>
                    <a:pt x="47541" y="91803"/>
                  </a:lnTo>
                  <a:lnTo>
                    <a:pt x="45901" y="90164"/>
                  </a:lnTo>
                  <a:lnTo>
                    <a:pt x="42623" y="90164"/>
                  </a:lnTo>
                  <a:lnTo>
                    <a:pt x="39344" y="93442"/>
                  </a:lnTo>
                  <a:lnTo>
                    <a:pt x="36065" y="95082"/>
                  </a:lnTo>
                  <a:lnTo>
                    <a:pt x="36065" y="95082"/>
                  </a:lnTo>
                  <a:lnTo>
                    <a:pt x="34426" y="95082"/>
                  </a:lnTo>
                  <a:lnTo>
                    <a:pt x="31147" y="95082"/>
                  </a:lnTo>
                  <a:lnTo>
                    <a:pt x="31147" y="95082"/>
                  </a:lnTo>
                  <a:lnTo>
                    <a:pt x="31147" y="91803"/>
                  </a:lnTo>
                  <a:lnTo>
                    <a:pt x="27869" y="90164"/>
                  </a:lnTo>
                  <a:lnTo>
                    <a:pt x="24590" y="88524"/>
                  </a:lnTo>
                  <a:lnTo>
                    <a:pt x="22951" y="88524"/>
                  </a:lnTo>
                  <a:lnTo>
                    <a:pt x="22951" y="83606"/>
                  </a:lnTo>
                  <a:lnTo>
                    <a:pt x="18033" y="83606"/>
                  </a:lnTo>
                  <a:lnTo>
                    <a:pt x="18033" y="81967"/>
                  </a:lnTo>
                  <a:lnTo>
                    <a:pt x="14754" y="80327"/>
                  </a:lnTo>
                  <a:lnTo>
                    <a:pt x="13115" y="78688"/>
                  </a:lnTo>
                  <a:lnTo>
                    <a:pt x="11475" y="75409"/>
                  </a:lnTo>
                  <a:lnTo>
                    <a:pt x="9836" y="75409"/>
                  </a:lnTo>
                  <a:lnTo>
                    <a:pt x="4918" y="73770"/>
                  </a:lnTo>
                  <a:lnTo>
                    <a:pt x="1639" y="72131"/>
                  </a:lnTo>
                  <a:lnTo>
                    <a:pt x="0" y="7049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86" name="Freeform 3785">
              <a:extLst>
                <a:ext uri="{FF2B5EF4-FFF2-40B4-BE49-F238E27FC236}">
                  <a16:creationId xmlns:a16="http://schemas.microsoft.com/office/drawing/2014/main" id="{F6087700-0B63-FF44-8EAC-9503107889D4}"/>
                </a:ext>
              </a:extLst>
            </p:cNvPr>
            <p:cNvSpPr/>
            <p:nvPr/>
          </p:nvSpPr>
          <p:spPr>
            <a:xfrm>
              <a:off x="5712395" y="4149323"/>
              <a:ext cx="1639" cy="6557"/>
            </a:xfrm>
            <a:custGeom>
              <a:avLst/>
              <a:gdLst>
                <a:gd name="connsiteX0" fmla="*/ 0 w 1639"/>
                <a:gd name="connsiteY0" fmla="*/ 3278 h 6557"/>
                <a:gd name="connsiteX1" fmla="*/ 1639 w 1639"/>
                <a:gd name="connsiteY1" fmla="*/ 6557 h 6557"/>
                <a:gd name="connsiteX2" fmla="*/ 1639 w 1639"/>
                <a:gd name="connsiteY2" fmla="*/ 4918 h 6557"/>
                <a:gd name="connsiteX3" fmla="*/ 1639 w 1639"/>
                <a:gd name="connsiteY3" fmla="*/ 3278 h 6557"/>
                <a:gd name="connsiteX4" fmla="*/ 0 w 1639"/>
                <a:gd name="connsiteY4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9" h="6557">
                  <a:moveTo>
                    <a:pt x="0" y="3278"/>
                  </a:moveTo>
                  <a:lnTo>
                    <a:pt x="1639" y="6557"/>
                  </a:lnTo>
                  <a:lnTo>
                    <a:pt x="1639" y="4918"/>
                  </a:lnTo>
                  <a:lnTo>
                    <a:pt x="1639" y="3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87" name="Freeform 3786">
              <a:extLst>
                <a:ext uri="{FF2B5EF4-FFF2-40B4-BE49-F238E27FC236}">
                  <a16:creationId xmlns:a16="http://schemas.microsoft.com/office/drawing/2014/main" id="{012CFC92-F950-094C-BC87-FF9054E7EF33}"/>
                </a:ext>
              </a:extLst>
            </p:cNvPr>
            <p:cNvSpPr/>
            <p:nvPr/>
          </p:nvSpPr>
          <p:spPr>
            <a:xfrm>
              <a:off x="4700924" y="3385392"/>
              <a:ext cx="232786" cy="193441"/>
            </a:xfrm>
            <a:custGeom>
              <a:avLst/>
              <a:gdLst>
                <a:gd name="connsiteX0" fmla="*/ 6557 w 232786"/>
                <a:gd name="connsiteY0" fmla="*/ 86885 h 193441"/>
                <a:gd name="connsiteX1" fmla="*/ 4918 w 232786"/>
                <a:gd name="connsiteY1" fmla="*/ 86885 h 193441"/>
                <a:gd name="connsiteX2" fmla="*/ 0 w 232786"/>
                <a:gd name="connsiteY2" fmla="*/ 88524 h 193441"/>
                <a:gd name="connsiteX3" fmla="*/ 1639 w 232786"/>
                <a:gd name="connsiteY3" fmla="*/ 85245 h 193441"/>
                <a:gd name="connsiteX4" fmla="*/ 4918 w 232786"/>
                <a:gd name="connsiteY4" fmla="*/ 83606 h 193441"/>
                <a:gd name="connsiteX5" fmla="*/ 8197 w 232786"/>
                <a:gd name="connsiteY5" fmla="*/ 81967 h 193441"/>
                <a:gd name="connsiteX6" fmla="*/ 13115 w 232786"/>
                <a:gd name="connsiteY6" fmla="*/ 78688 h 193441"/>
                <a:gd name="connsiteX7" fmla="*/ 13115 w 232786"/>
                <a:gd name="connsiteY7" fmla="*/ 78688 h 193441"/>
                <a:gd name="connsiteX8" fmla="*/ 16393 w 232786"/>
                <a:gd name="connsiteY8" fmla="*/ 75410 h 193441"/>
                <a:gd name="connsiteX9" fmla="*/ 18033 w 232786"/>
                <a:gd name="connsiteY9" fmla="*/ 72131 h 193441"/>
                <a:gd name="connsiteX10" fmla="*/ 21312 w 232786"/>
                <a:gd name="connsiteY10" fmla="*/ 68852 h 193441"/>
                <a:gd name="connsiteX11" fmla="*/ 24590 w 232786"/>
                <a:gd name="connsiteY11" fmla="*/ 65573 h 193441"/>
                <a:gd name="connsiteX12" fmla="*/ 26229 w 232786"/>
                <a:gd name="connsiteY12" fmla="*/ 60655 h 193441"/>
                <a:gd name="connsiteX13" fmla="*/ 27869 w 232786"/>
                <a:gd name="connsiteY13" fmla="*/ 57377 h 193441"/>
                <a:gd name="connsiteX14" fmla="*/ 31147 w 232786"/>
                <a:gd name="connsiteY14" fmla="*/ 54098 h 193441"/>
                <a:gd name="connsiteX15" fmla="*/ 32787 w 232786"/>
                <a:gd name="connsiteY15" fmla="*/ 50820 h 193441"/>
                <a:gd name="connsiteX16" fmla="*/ 34426 w 232786"/>
                <a:gd name="connsiteY16" fmla="*/ 47541 h 193441"/>
                <a:gd name="connsiteX17" fmla="*/ 37705 w 232786"/>
                <a:gd name="connsiteY17" fmla="*/ 42623 h 193441"/>
                <a:gd name="connsiteX18" fmla="*/ 37705 w 232786"/>
                <a:gd name="connsiteY18" fmla="*/ 39344 h 193441"/>
                <a:gd name="connsiteX19" fmla="*/ 37705 w 232786"/>
                <a:gd name="connsiteY19" fmla="*/ 36065 h 193441"/>
                <a:gd name="connsiteX20" fmla="*/ 39344 w 232786"/>
                <a:gd name="connsiteY20" fmla="*/ 32787 h 193441"/>
                <a:gd name="connsiteX21" fmla="*/ 39344 w 232786"/>
                <a:gd name="connsiteY21" fmla="*/ 27869 h 193441"/>
                <a:gd name="connsiteX22" fmla="*/ 40983 w 232786"/>
                <a:gd name="connsiteY22" fmla="*/ 27869 h 193441"/>
                <a:gd name="connsiteX23" fmla="*/ 40983 w 232786"/>
                <a:gd name="connsiteY23" fmla="*/ 27869 h 193441"/>
                <a:gd name="connsiteX24" fmla="*/ 40983 w 232786"/>
                <a:gd name="connsiteY24" fmla="*/ 24590 h 193441"/>
                <a:gd name="connsiteX25" fmla="*/ 44262 w 232786"/>
                <a:gd name="connsiteY25" fmla="*/ 21311 h 193441"/>
                <a:gd name="connsiteX26" fmla="*/ 45902 w 232786"/>
                <a:gd name="connsiteY26" fmla="*/ 16393 h 193441"/>
                <a:gd name="connsiteX27" fmla="*/ 47541 w 232786"/>
                <a:gd name="connsiteY27" fmla="*/ 13115 h 193441"/>
                <a:gd name="connsiteX28" fmla="*/ 47541 w 232786"/>
                <a:gd name="connsiteY28" fmla="*/ 9836 h 193441"/>
                <a:gd name="connsiteX29" fmla="*/ 52459 w 232786"/>
                <a:gd name="connsiteY29" fmla="*/ 8197 h 193441"/>
                <a:gd name="connsiteX30" fmla="*/ 55737 w 232786"/>
                <a:gd name="connsiteY30" fmla="*/ 6557 h 193441"/>
                <a:gd name="connsiteX31" fmla="*/ 59016 w 232786"/>
                <a:gd name="connsiteY31" fmla="*/ 9836 h 193441"/>
                <a:gd name="connsiteX32" fmla="*/ 62295 w 232786"/>
                <a:gd name="connsiteY32" fmla="*/ 8197 h 193441"/>
                <a:gd name="connsiteX33" fmla="*/ 67213 w 232786"/>
                <a:gd name="connsiteY33" fmla="*/ 8197 h 193441"/>
                <a:gd name="connsiteX34" fmla="*/ 67213 w 232786"/>
                <a:gd name="connsiteY34" fmla="*/ 8197 h 193441"/>
                <a:gd name="connsiteX35" fmla="*/ 70492 w 232786"/>
                <a:gd name="connsiteY35" fmla="*/ 9836 h 193441"/>
                <a:gd name="connsiteX36" fmla="*/ 75410 w 232786"/>
                <a:gd name="connsiteY36" fmla="*/ 8197 h 193441"/>
                <a:gd name="connsiteX37" fmla="*/ 78688 w 232786"/>
                <a:gd name="connsiteY37" fmla="*/ 8197 h 193441"/>
                <a:gd name="connsiteX38" fmla="*/ 81967 w 232786"/>
                <a:gd name="connsiteY38" fmla="*/ 6557 h 193441"/>
                <a:gd name="connsiteX39" fmla="*/ 85246 w 232786"/>
                <a:gd name="connsiteY39" fmla="*/ 4918 h 193441"/>
                <a:gd name="connsiteX40" fmla="*/ 90164 w 232786"/>
                <a:gd name="connsiteY40" fmla="*/ 6557 h 193441"/>
                <a:gd name="connsiteX41" fmla="*/ 93442 w 232786"/>
                <a:gd name="connsiteY41" fmla="*/ 4918 h 193441"/>
                <a:gd name="connsiteX42" fmla="*/ 95082 w 232786"/>
                <a:gd name="connsiteY42" fmla="*/ 1639 h 193441"/>
                <a:gd name="connsiteX43" fmla="*/ 98360 w 232786"/>
                <a:gd name="connsiteY43" fmla="*/ 1639 h 193441"/>
                <a:gd name="connsiteX44" fmla="*/ 98360 w 232786"/>
                <a:gd name="connsiteY44" fmla="*/ 0 h 193441"/>
                <a:gd name="connsiteX45" fmla="*/ 100000 w 232786"/>
                <a:gd name="connsiteY45" fmla="*/ 1639 h 193441"/>
                <a:gd name="connsiteX46" fmla="*/ 103279 w 232786"/>
                <a:gd name="connsiteY46" fmla="*/ 3279 h 193441"/>
                <a:gd name="connsiteX47" fmla="*/ 106557 w 232786"/>
                <a:gd name="connsiteY47" fmla="*/ 1639 h 193441"/>
                <a:gd name="connsiteX48" fmla="*/ 111475 w 232786"/>
                <a:gd name="connsiteY48" fmla="*/ 1639 h 193441"/>
                <a:gd name="connsiteX49" fmla="*/ 114754 w 232786"/>
                <a:gd name="connsiteY49" fmla="*/ 3279 h 193441"/>
                <a:gd name="connsiteX50" fmla="*/ 118032 w 232786"/>
                <a:gd name="connsiteY50" fmla="*/ 3279 h 193441"/>
                <a:gd name="connsiteX51" fmla="*/ 121311 w 232786"/>
                <a:gd name="connsiteY51" fmla="*/ 3279 h 193441"/>
                <a:gd name="connsiteX52" fmla="*/ 126229 w 232786"/>
                <a:gd name="connsiteY52" fmla="*/ 6557 h 193441"/>
                <a:gd name="connsiteX53" fmla="*/ 129508 w 232786"/>
                <a:gd name="connsiteY53" fmla="*/ 8197 h 193441"/>
                <a:gd name="connsiteX54" fmla="*/ 132786 w 232786"/>
                <a:gd name="connsiteY54" fmla="*/ 13115 h 193441"/>
                <a:gd name="connsiteX55" fmla="*/ 136065 w 232786"/>
                <a:gd name="connsiteY55" fmla="*/ 14754 h 193441"/>
                <a:gd name="connsiteX56" fmla="*/ 137704 w 232786"/>
                <a:gd name="connsiteY56" fmla="*/ 19672 h 193441"/>
                <a:gd name="connsiteX57" fmla="*/ 140983 w 232786"/>
                <a:gd name="connsiteY57" fmla="*/ 22951 h 193441"/>
                <a:gd name="connsiteX58" fmla="*/ 144262 w 232786"/>
                <a:gd name="connsiteY58" fmla="*/ 24590 h 193441"/>
                <a:gd name="connsiteX59" fmla="*/ 147540 w 232786"/>
                <a:gd name="connsiteY59" fmla="*/ 22951 h 193441"/>
                <a:gd name="connsiteX60" fmla="*/ 150819 w 232786"/>
                <a:gd name="connsiteY60" fmla="*/ 24590 h 193441"/>
                <a:gd name="connsiteX61" fmla="*/ 154098 w 232786"/>
                <a:gd name="connsiteY61" fmla="*/ 24590 h 193441"/>
                <a:gd name="connsiteX62" fmla="*/ 157376 w 232786"/>
                <a:gd name="connsiteY62" fmla="*/ 27869 h 193441"/>
                <a:gd name="connsiteX63" fmla="*/ 159016 w 232786"/>
                <a:gd name="connsiteY63" fmla="*/ 31147 h 193441"/>
                <a:gd name="connsiteX64" fmla="*/ 160655 w 232786"/>
                <a:gd name="connsiteY64" fmla="*/ 36065 h 193441"/>
                <a:gd name="connsiteX65" fmla="*/ 162294 w 232786"/>
                <a:gd name="connsiteY65" fmla="*/ 39344 h 193441"/>
                <a:gd name="connsiteX66" fmla="*/ 163934 w 232786"/>
                <a:gd name="connsiteY66" fmla="*/ 42623 h 193441"/>
                <a:gd name="connsiteX67" fmla="*/ 163934 w 232786"/>
                <a:gd name="connsiteY67" fmla="*/ 45901 h 193441"/>
                <a:gd name="connsiteX68" fmla="*/ 167213 w 232786"/>
                <a:gd name="connsiteY68" fmla="*/ 47541 h 193441"/>
                <a:gd name="connsiteX69" fmla="*/ 168852 w 232786"/>
                <a:gd name="connsiteY69" fmla="*/ 52459 h 193441"/>
                <a:gd name="connsiteX70" fmla="*/ 173770 w 232786"/>
                <a:gd name="connsiteY70" fmla="*/ 52459 h 193441"/>
                <a:gd name="connsiteX71" fmla="*/ 175409 w 232786"/>
                <a:gd name="connsiteY71" fmla="*/ 57377 h 193441"/>
                <a:gd name="connsiteX72" fmla="*/ 178688 w 232786"/>
                <a:gd name="connsiteY72" fmla="*/ 60655 h 193441"/>
                <a:gd name="connsiteX73" fmla="*/ 177049 w 232786"/>
                <a:gd name="connsiteY73" fmla="*/ 63934 h 193441"/>
                <a:gd name="connsiteX74" fmla="*/ 180327 w 232786"/>
                <a:gd name="connsiteY74" fmla="*/ 67213 h 193441"/>
                <a:gd name="connsiteX75" fmla="*/ 180327 w 232786"/>
                <a:gd name="connsiteY75" fmla="*/ 68852 h 193441"/>
                <a:gd name="connsiteX76" fmla="*/ 185245 w 232786"/>
                <a:gd name="connsiteY76" fmla="*/ 70492 h 193441"/>
                <a:gd name="connsiteX77" fmla="*/ 185245 w 232786"/>
                <a:gd name="connsiteY77" fmla="*/ 70492 h 193441"/>
                <a:gd name="connsiteX78" fmla="*/ 188524 w 232786"/>
                <a:gd name="connsiteY78" fmla="*/ 72131 h 193441"/>
                <a:gd name="connsiteX79" fmla="*/ 191803 w 232786"/>
                <a:gd name="connsiteY79" fmla="*/ 75410 h 193441"/>
                <a:gd name="connsiteX80" fmla="*/ 191803 w 232786"/>
                <a:gd name="connsiteY80" fmla="*/ 75410 h 193441"/>
                <a:gd name="connsiteX81" fmla="*/ 193442 w 232786"/>
                <a:gd name="connsiteY81" fmla="*/ 78688 h 193441"/>
                <a:gd name="connsiteX82" fmla="*/ 193442 w 232786"/>
                <a:gd name="connsiteY82" fmla="*/ 78688 h 193441"/>
                <a:gd name="connsiteX83" fmla="*/ 196720 w 232786"/>
                <a:gd name="connsiteY83" fmla="*/ 81967 h 193441"/>
                <a:gd name="connsiteX84" fmla="*/ 201639 w 232786"/>
                <a:gd name="connsiteY84" fmla="*/ 85245 h 193441"/>
                <a:gd name="connsiteX85" fmla="*/ 201639 w 232786"/>
                <a:gd name="connsiteY85" fmla="*/ 88524 h 193441"/>
                <a:gd name="connsiteX86" fmla="*/ 204917 w 232786"/>
                <a:gd name="connsiteY86" fmla="*/ 91803 h 193441"/>
                <a:gd name="connsiteX87" fmla="*/ 201639 w 232786"/>
                <a:gd name="connsiteY87" fmla="*/ 95082 h 193441"/>
                <a:gd name="connsiteX88" fmla="*/ 201639 w 232786"/>
                <a:gd name="connsiteY88" fmla="*/ 98360 h 193441"/>
                <a:gd name="connsiteX89" fmla="*/ 201639 w 232786"/>
                <a:gd name="connsiteY89" fmla="*/ 100000 h 193441"/>
                <a:gd name="connsiteX90" fmla="*/ 201639 w 232786"/>
                <a:gd name="connsiteY90" fmla="*/ 101639 h 193441"/>
                <a:gd name="connsiteX91" fmla="*/ 204917 w 232786"/>
                <a:gd name="connsiteY91" fmla="*/ 103278 h 193441"/>
                <a:gd name="connsiteX92" fmla="*/ 208196 w 232786"/>
                <a:gd name="connsiteY92" fmla="*/ 106557 h 193441"/>
                <a:gd name="connsiteX93" fmla="*/ 209835 w 232786"/>
                <a:gd name="connsiteY93" fmla="*/ 109836 h 193441"/>
                <a:gd name="connsiteX94" fmla="*/ 209835 w 232786"/>
                <a:gd name="connsiteY94" fmla="*/ 114754 h 193441"/>
                <a:gd name="connsiteX95" fmla="*/ 208196 w 232786"/>
                <a:gd name="connsiteY95" fmla="*/ 118032 h 193441"/>
                <a:gd name="connsiteX96" fmla="*/ 209835 w 232786"/>
                <a:gd name="connsiteY96" fmla="*/ 121311 h 193441"/>
                <a:gd name="connsiteX97" fmla="*/ 211474 w 232786"/>
                <a:gd name="connsiteY97" fmla="*/ 126229 h 193441"/>
                <a:gd name="connsiteX98" fmla="*/ 209835 w 232786"/>
                <a:gd name="connsiteY98" fmla="*/ 129508 h 193441"/>
                <a:gd name="connsiteX99" fmla="*/ 206557 w 232786"/>
                <a:gd name="connsiteY99" fmla="*/ 131147 h 193441"/>
                <a:gd name="connsiteX100" fmla="*/ 206557 w 232786"/>
                <a:gd name="connsiteY100" fmla="*/ 132786 h 193441"/>
                <a:gd name="connsiteX101" fmla="*/ 208196 w 232786"/>
                <a:gd name="connsiteY101" fmla="*/ 136065 h 193441"/>
                <a:gd name="connsiteX102" fmla="*/ 209835 w 232786"/>
                <a:gd name="connsiteY102" fmla="*/ 139344 h 193441"/>
                <a:gd name="connsiteX103" fmla="*/ 214753 w 232786"/>
                <a:gd name="connsiteY103" fmla="*/ 142622 h 193441"/>
                <a:gd name="connsiteX104" fmla="*/ 213114 w 232786"/>
                <a:gd name="connsiteY104" fmla="*/ 145901 h 193441"/>
                <a:gd name="connsiteX105" fmla="*/ 216393 w 232786"/>
                <a:gd name="connsiteY105" fmla="*/ 149180 h 193441"/>
                <a:gd name="connsiteX106" fmla="*/ 219671 w 232786"/>
                <a:gd name="connsiteY106" fmla="*/ 145901 h 193441"/>
                <a:gd name="connsiteX107" fmla="*/ 222950 w 232786"/>
                <a:gd name="connsiteY107" fmla="*/ 145901 h 193441"/>
                <a:gd name="connsiteX108" fmla="*/ 224589 w 232786"/>
                <a:gd name="connsiteY108" fmla="*/ 149180 h 193441"/>
                <a:gd name="connsiteX109" fmla="*/ 226229 w 232786"/>
                <a:gd name="connsiteY109" fmla="*/ 154098 h 193441"/>
                <a:gd name="connsiteX110" fmla="*/ 226229 w 232786"/>
                <a:gd name="connsiteY110" fmla="*/ 157376 h 193441"/>
                <a:gd name="connsiteX111" fmla="*/ 229507 w 232786"/>
                <a:gd name="connsiteY111" fmla="*/ 160655 h 193441"/>
                <a:gd name="connsiteX112" fmla="*/ 232786 w 232786"/>
                <a:gd name="connsiteY112" fmla="*/ 163934 h 193441"/>
                <a:gd name="connsiteX113" fmla="*/ 231147 w 232786"/>
                <a:gd name="connsiteY113" fmla="*/ 168852 h 193441"/>
                <a:gd name="connsiteX114" fmla="*/ 231147 w 232786"/>
                <a:gd name="connsiteY114" fmla="*/ 172130 h 193441"/>
                <a:gd name="connsiteX115" fmla="*/ 229507 w 232786"/>
                <a:gd name="connsiteY115" fmla="*/ 175409 h 193441"/>
                <a:gd name="connsiteX116" fmla="*/ 231147 w 232786"/>
                <a:gd name="connsiteY116" fmla="*/ 180327 h 193441"/>
                <a:gd name="connsiteX117" fmla="*/ 229507 w 232786"/>
                <a:gd name="connsiteY117" fmla="*/ 181966 h 193441"/>
                <a:gd name="connsiteX118" fmla="*/ 232786 w 232786"/>
                <a:gd name="connsiteY118" fmla="*/ 186884 h 193441"/>
                <a:gd name="connsiteX119" fmla="*/ 231147 w 232786"/>
                <a:gd name="connsiteY119" fmla="*/ 188524 h 193441"/>
                <a:gd name="connsiteX120" fmla="*/ 227868 w 232786"/>
                <a:gd name="connsiteY120" fmla="*/ 188524 h 193441"/>
                <a:gd name="connsiteX121" fmla="*/ 224589 w 232786"/>
                <a:gd name="connsiteY121" fmla="*/ 188524 h 193441"/>
                <a:gd name="connsiteX122" fmla="*/ 221310 w 232786"/>
                <a:gd name="connsiteY122" fmla="*/ 190163 h 193441"/>
                <a:gd name="connsiteX123" fmla="*/ 216393 w 232786"/>
                <a:gd name="connsiteY123" fmla="*/ 190163 h 193441"/>
                <a:gd name="connsiteX124" fmla="*/ 213114 w 232786"/>
                <a:gd name="connsiteY124" fmla="*/ 190163 h 193441"/>
                <a:gd name="connsiteX125" fmla="*/ 209835 w 232786"/>
                <a:gd name="connsiteY125" fmla="*/ 190163 h 193441"/>
                <a:gd name="connsiteX126" fmla="*/ 206557 w 232786"/>
                <a:gd name="connsiteY126" fmla="*/ 188524 h 193441"/>
                <a:gd name="connsiteX127" fmla="*/ 201639 w 232786"/>
                <a:gd name="connsiteY127" fmla="*/ 191802 h 193441"/>
                <a:gd name="connsiteX128" fmla="*/ 201639 w 232786"/>
                <a:gd name="connsiteY128" fmla="*/ 191802 h 193441"/>
                <a:gd name="connsiteX129" fmla="*/ 198360 w 232786"/>
                <a:gd name="connsiteY129" fmla="*/ 191802 h 193441"/>
                <a:gd name="connsiteX130" fmla="*/ 196720 w 232786"/>
                <a:gd name="connsiteY130" fmla="*/ 193442 h 193441"/>
                <a:gd name="connsiteX131" fmla="*/ 195081 w 232786"/>
                <a:gd name="connsiteY131" fmla="*/ 193442 h 193441"/>
                <a:gd name="connsiteX132" fmla="*/ 191803 w 232786"/>
                <a:gd name="connsiteY132" fmla="*/ 190163 h 193441"/>
                <a:gd name="connsiteX133" fmla="*/ 186884 w 232786"/>
                <a:gd name="connsiteY133" fmla="*/ 190163 h 193441"/>
                <a:gd name="connsiteX134" fmla="*/ 185245 w 232786"/>
                <a:gd name="connsiteY134" fmla="*/ 191802 h 193441"/>
                <a:gd name="connsiteX135" fmla="*/ 181966 w 232786"/>
                <a:gd name="connsiteY135" fmla="*/ 188524 h 193441"/>
                <a:gd name="connsiteX136" fmla="*/ 178688 w 232786"/>
                <a:gd name="connsiteY136" fmla="*/ 186884 h 193441"/>
                <a:gd name="connsiteX137" fmla="*/ 173770 w 232786"/>
                <a:gd name="connsiteY137" fmla="*/ 183606 h 193441"/>
                <a:gd name="connsiteX138" fmla="*/ 170491 w 232786"/>
                <a:gd name="connsiteY138" fmla="*/ 186884 h 193441"/>
                <a:gd name="connsiteX139" fmla="*/ 167213 w 232786"/>
                <a:gd name="connsiteY139" fmla="*/ 185245 h 193441"/>
                <a:gd name="connsiteX140" fmla="*/ 167213 w 232786"/>
                <a:gd name="connsiteY140" fmla="*/ 183606 h 193441"/>
                <a:gd name="connsiteX141" fmla="*/ 167213 w 232786"/>
                <a:gd name="connsiteY141" fmla="*/ 180327 h 193441"/>
                <a:gd name="connsiteX142" fmla="*/ 163934 w 232786"/>
                <a:gd name="connsiteY142" fmla="*/ 178688 h 193441"/>
                <a:gd name="connsiteX143" fmla="*/ 160655 w 232786"/>
                <a:gd name="connsiteY143" fmla="*/ 178688 h 193441"/>
                <a:gd name="connsiteX144" fmla="*/ 157376 w 232786"/>
                <a:gd name="connsiteY144" fmla="*/ 178688 h 193441"/>
                <a:gd name="connsiteX145" fmla="*/ 155737 w 232786"/>
                <a:gd name="connsiteY145" fmla="*/ 178688 h 193441"/>
                <a:gd name="connsiteX146" fmla="*/ 152459 w 232786"/>
                <a:gd name="connsiteY146" fmla="*/ 177048 h 193441"/>
                <a:gd name="connsiteX147" fmla="*/ 149180 w 232786"/>
                <a:gd name="connsiteY147" fmla="*/ 177048 h 193441"/>
                <a:gd name="connsiteX148" fmla="*/ 145901 w 232786"/>
                <a:gd name="connsiteY148" fmla="*/ 177048 h 193441"/>
                <a:gd name="connsiteX149" fmla="*/ 142623 w 232786"/>
                <a:gd name="connsiteY149" fmla="*/ 177048 h 193441"/>
                <a:gd name="connsiteX150" fmla="*/ 137704 w 232786"/>
                <a:gd name="connsiteY150" fmla="*/ 177048 h 193441"/>
                <a:gd name="connsiteX151" fmla="*/ 136065 w 232786"/>
                <a:gd name="connsiteY151" fmla="*/ 177048 h 193441"/>
                <a:gd name="connsiteX152" fmla="*/ 131147 w 232786"/>
                <a:gd name="connsiteY152" fmla="*/ 177048 h 193441"/>
                <a:gd name="connsiteX153" fmla="*/ 127869 w 232786"/>
                <a:gd name="connsiteY153" fmla="*/ 177048 h 193441"/>
                <a:gd name="connsiteX154" fmla="*/ 122950 w 232786"/>
                <a:gd name="connsiteY154" fmla="*/ 177048 h 193441"/>
                <a:gd name="connsiteX155" fmla="*/ 119672 w 232786"/>
                <a:gd name="connsiteY155" fmla="*/ 177048 h 193441"/>
                <a:gd name="connsiteX156" fmla="*/ 118032 w 232786"/>
                <a:gd name="connsiteY156" fmla="*/ 177048 h 193441"/>
                <a:gd name="connsiteX157" fmla="*/ 114754 w 232786"/>
                <a:gd name="connsiteY157" fmla="*/ 177048 h 193441"/>
                <a:gd name="connsiteX158" fmla="*/ 109836 w 232786"/>
                <a:gd name="connsiteY158" fmla="*/ 177048 h 193441"/>
                <a:gd name="connsiteX159" fmla="*/ 106557 w 232786"/>
                <a:gd name="connsiteY159" fmla="*/ 177048 h 193441"/>
                <a:gd name="connsiteX160" fmla="*/ 101639 w 232786"/>
                <a:gd name="connsiteY160" fmla="*/ 177048 h 193441"/>
                <a:gd name="connsiteX161" fmla="*/ 98360 w 232786"/>
                <a:gd name="connsiteY161" fmla="*/ 177048 h 193441"/>
                <a:gd name="connsiteX162" fmla="*/ 98360 w 232786"/>
                <a:gd name="connsiteY162" fmla="*/ 177048 h 193441"/>
                <a:gd name="connsiteX163" fmla="*/ 95082 w 232786"/>
                <a:gd name="connsiteY163" fmla="*/ 177048 h 193441"/>
                <a:gd name="connsiteX164" fmla="*/ 93442 w 232786"/>
                <a:gd name="connsiteY164" fmla="*/ 177048 h 193441"/>
                <a:gd name="connsiteX165" fmla="*/ 90164 w 232786"/>
                <a:gd name="connsiteY165" fmla="*/ 177048 h 193441"/>
                <a:gd name="connsiteX166" fmla="*/ 85246 w 232786"/>
                <a:gd name="connsiteY166" fmla="*/ 177048 h 193441"/>
                <a:gd name="connsiteX167" fmla="*/ 80327 w 232786"/>
                <a:gd name="connsiteY167" fmla="*/ 180327 h 193441"/>
                <a:gd name="connsiteX168" fmla="*/ 80327 w 232786"/>
                <a:gd name="connsiteY168" fmla="*/ 180327 h 193441"/>
                <a:gd name="connsiteX169" fmla="*/ 77049 w 232786"/>
                <a:gd name="connsiteY169" fmla="*/ 183606 h 193441"/>
                <a:gd name="connsiteX170" fmla="*/ 73770 w 232786"/>
                <a:gd name="connsiteY170" fmla="*/ 185245 h 193441"/>
                <a:gd name="connsiteX171" fmla="*/ 68852 w 232786"/>
                <a:gd name="connsiteY171" fmla="*/ 186884 h 193441"/>
                <a:gd name="connsiteX172" fmla="*/ 63934 w 232786"/>
                <a:gd name="connsiteY172" fmla="*/ 188524 h 193441"/>
                <a:gd name="connsiteX173" fmla="*/ 60656 w 232786"/>
                <a:gd name="connsiteY173" fmla="*/ 188524 h 193441"/>
                <a:gd name="connsiteX174" fmla="*/ 59016 w 232786"/>
                <a:gd name="connsiteY174" fmla="*/ 188524 h 193441"/>
                <a:gd name="connsiteX175" fmla="*/ 55737 w 232786"/>
                <a:gd name="connsiteY175" fmla="*/ 188524 h 193441"/>
                <a:gd name="connsiteX176" fmla="*/ 50820 w 232786"/>
                <a:gd name="connsiteY176" fmla="*/ 186884 h 193441"/>
                <a:gd name="connsiteX177" fmla="*/ 47541 w 232786"/>
                <a:gd name="connsiteY177" fmla="*/ 186884 h 193441"/>
                <a:gd name="connsiteX178" fmla="*/ 45902 w 232786"/>
                <a:gd name="connsiteY178" fmla="*/ 186884 h 193441"/>
                <a:gd name="connsiteX179" fmla="*/ 42623 w 232786"/>
                <a:gd name="connsiteY179" fmla="*/ 190163 h 193441"/>
                <a:gd name="connsiteX180" fmla="*/ 37705 w 232786"/>
                <a:gd name="connsiteY180" fmla="*/ 191802 h 193441"/>
                <a:gd name="connsiteX181" fmla="*/ 34426 w 232786"/>
                <a:gd name="connsiteY181" fmla="*/ 191802 h 193441"/>
                <a:gd name="connsiteX182" fmla="*/ 31147 w 232786"/>
                <a:gd name="connsiteY182" fmla="*/ 191802 h 193441"/>
                <a:gd name="connsiteX183" fmla="*/ 27869 w 232786"/>
                <a:gd name="connsiteY183" fmla="*/ 193442 h 193441"/>
                <a:gd name="connsiteX184" fmla="*/ 27869 w 232786"/>
                <a:gd name="connsiteY184" fmla="*/ 193442 h 193441"/>
                <a:gd name="connsiteX185" fmla="*/ 26229 w 232786"/>
                <a:gd name="connsiteY185" fmla="*/ 190163 h 193441"/>
                <a:gd name="connsiteX186" fmla="*/ 24590 w 232786"/>
                <a:gd name="connsiteY186" fmla="*/ 186884 h 193441"/>
                <a:gd name="connsiteX187" fmla="*/ 27869 w 232786"/>
                <a:gd name="connsiteY187" fmla="*/ 183606 h 193441"/>
                <a:gd name="connsiteX188" fmla="*/ 31147 w 232786"/>
                <a:gd name="connsiteY188" fmla="*/ 180327 h 193441"/>
                <a:gd name="connsiteX189" fmla="*/ 32787 w 232786"/>
                <a:gd name="connsiteY189" fmla="*/ 180327 h 193441"/>
                <a:gd name="connsiteX190" fmla="*/ 36066 w 232786"/>
                <a:gd name="connsiteY190" fmla="*/ 181966 h 193441"/>
                <a:gd name="connsiteX191" fmla="*/ 40983 w 232786"/>
                <a:gd name="connsiteY191" fmla="*/ 183606 h 193441"/>
                <a:gd name="connsiteX192" fmla="*/ 44262 w 232786"/>
                <a:gd name="connsiteY192" fmla="*/ 181966 h 193441"/>
                <a:gd name="connsiteX193" fmla="*/ 44262 w 232786"/>
                <a:gd name="connsiteY193" fmla="*/ 181966 h 193441"/>
                <a:gd name="connsiteX194" fmla="*/ 49180 w 232786"/>
                <a:gd name="connsiteY194" fmla="*/ 181966 h 193441"/>
                <a:gd name="connsiteX195" fmla="*/ 52459 w 232786"/>
                <a:gd name="connsiteY195" fmla="*/ 180327 h 193441"/>
                <a:gd name="connsiteX196" fmla="*/ 55737 w 232786"/>
                <a:gd name="connsiteY196" fmla="*/ 180327 h 193441"/>
                <a:gd name="connsiteX197" fmla="*/ 57377 w 232786"/>
                <a:gd name="connsiteY197" fmla="*/ 181966 h 193441"/>
                <a:gd name="connsiteX198" fmla="*/ 60656 w 232786"/>
                <a:gd name="connsiteY198" fmla="*/ 183606 h 193441"/>
                <a:gd name="connsiteX199" fmla="*/ 65573 w 232786"/>
                <a:gd name="connsiteY199" fmla="*/ 181966 h 193441"/>
                <a:gd name="connsiteX200" fmla="*/ 68852 w 232786"/>
                <a:gd name="connsiteY200" fmla="*/ 183606 h 193441"/>
                <a:gd name="connsiteX201" fmla="*/ 72131 w 232786"/>
                <a:gd name="connsiteY201" fmla="*/ 180327 h 193441"/>
                <a:gd name="connsiteX202" fmla="*/ 73770 w 232786"/>
                <a:gd name="connsiteY202" fmla="*/ 177048 h 193441"/>
                <a:gd name="connsiteX203" fmla="*/ 73770 w 232786"/>
                <a:gd name="connsiteY203" fmla="*/ 173770 h 193441"/>
                <a:gd name="connsiteX204" fmla="*/ 78688 w 232786"/>
                <a:gd name="connsiteY204" fmla="*/ 170491 h 193441"/>
                <a:gd name="connsiteX205" fmla="*/ 75410 w 232786"/>
                <a:gd name="connsiteY205" fmla="*/ 170491 h 193441"/>
                <a:gd name="connsiteX206" fmla="*/ 72131 w 232786"/>
                <a:gd name="connsiteY206" fmla="*/ 173770 h 193441"/>
                <a:gd name="connsiteX207" fmla="*/ 72131 w 232786"/>
                <a:gd name="connsiteY207" fmla="*/ 177048 h 193441"/>
                <a:gd name="connsiteX208" fmla="*/ 70492 w 232786"/>
                <a:gd name="connsiteY208" fmla="*/ 180327 h 193441"/>
                <a:gd name="connsiteX209" fmla="*/ 67213 w 232786"/>
                <a:gd name="connsiteY209" fmla="*/ 180327 h 193441"/>
                <a:gd name="connsiteX210" fmla="*/ 62295 w 232786"/>
                <a:gd name="connsiteY210" fmla="*/ 180327 h 193441"/>
                <a:gd name="connsiteX211" fmla="*/ 59016 w 232786"/>
                <a:gd name="connsiteY211" fmla="*/ 180327 h 193441"/>
                <a:gd name="connsiteX212" fmla="*/ 55737 w 232786"/>
                <a:gd name="connsiteY212" fmla="*/ 178688 h 193441"/>
                <a:gd name="connsiteX213" fmla="*/ 54098 w 232786"/>
                <a:gd name="connsiteY213" fmla="*/ 175409 h 193441"/>
                <a:gd name="connsiteX214" fmla="*/ 54098 w 232786"/>
                <a:gd name="connsiteY214" fmla="*/ 175409 h 193441"/>
                <a:gd name="connsiteX215" fmla="*/ 50820 w 232786"/>
                <a:gd name="connsiteY215" fmla="*/ 180327 h 193441"/>
                <a:gd name="connsiteX216" fmla="*/ 47541 w 232786"/>
                <a:gd name="connsiteY216" fmla="*/ 180327 h 193441"/>
                <a:gd name="connsiteX217" fmla="*/ 44262 w 232786"/>
                <a:gd name="connsiteY217" fmla="*/ 180327 h 193441"/>
                <a:gd name="connsiteX218" fmla="*/ 40983 w 232786"/>
                <a:gd name="connsiteY218" fmla="*/ 180327 h 193441"/>
                <a:gd name="connsiteX219" fmla="*/ 37705 w 232786"/>
                <a:gd name="connsiteY219" fmla="*/ 180327 h 193441"/>
                <a:gd name="connsiteX220" fmla="*/ 34426 w 232786"/>
                <a:gd name="connsiteY220" fmla="*/ 178688 h 193441"/>
                <a:gd name="connsiteX221" fmla="*/ 31147 w 232786"/>
                <a:gd name="connsiteY221" fmla="*/ 177048 h 193441"/>
                <a:gd name="connsiteX222" fmla="*/ 32787 w 232786"/>
                <a:gd name="connsiteY222" fmla="*/ 172130 h 193441"/>
                <a:gd name="connsiteX223" fmla="*/ 31147 w 232786"/>
                <a:gd name="connsiteY223" fmla="*/ 172130 h 193441"/>
                <a:gd name="connsiteX224" fmla="*/ 29508 w 232786"/>
                <a:gd name="connsiteY224" fmla="*/ 177048 h 193441"/>
                <a:gd name="connsiteX225" fmla="*/ 29508 w 232786"/>
                <a:gd name="connsiteY225" fmla="*/ 180327 h 193441"/>
                <a:gd name="connsiteX226" fmla="*/ 24590 w 232786"/>
                <a:gd name="connsiteY226" fmla="*/ 181966 h 193441"/>
                <a:gd name="connsiteX227" fmla="*/ 24590 w 232786"/>
                <a:gd name="connsiteY227" fmla="*/ 178688 h 193441"/>
                <a:gd name="connsiteX228" fmla="*/ 27869 w 232786"/>
                <a:gd name="connsiteY228" fmla="*/ 175409 h 193441"/>
                <a:gd name="connsiteX229" fmla="*/ 24590 w 232786"/>
                <a:gd name="connsiteY229" fmla="*/ 175409 h 193441"/>
                <a:gd name="connsiteX230" fmla="*/ 24590 w 232786"/>
                <a:gd name="connsiteY230" fmla="*/ 172130 h 193441"/>
                <a:gd name="connsiteX231" fmla="*/ 26229 w 232786"/>
                <a:gd name="connsiteY231" fmla="*/ 168852 h 193441"/>
                <a:gd name="connsiteX232" fmla="*/ 26229 w 232786"/>
                <a:gd name="connsiteY232" fmla="*/ 163934 h 193441"/>
                <a:gd name="connsiteX233" fmla="*/ 26229 w 232786"/>
                <a:gd name="connsiteY233" fmla="*/ 160655 h 193441"/>
                <a:gd name="connsiteX234" fmla="*/ 27869 w 232786"/>
                <a:gd name="connsiteY234" fmla="*/ 160655 h 193441"/>
                <a:gd name="connsiteX235" fmla="*/ 29508 w 232786"/>
                <a:gd name="connsiteY235" fmla="*/ 155737 h 193441"/>
                <a:gd name="connsiteX236" fmla="*/ 32787 w 232786"/>
                <a:gd name="connsiteY236" fmla="*/ 155737 h 193441"/>
                <a:gd name="connsiteX237" fmla="*/ 34426 w 232786"/>
                <a:gd name="connsiteY237" fmla="*/ 155737 h 193441"/>
                <a:gd name="connsiteX238" fmla="*/ 39344 w 232786"/>
                <a:gd name="connsiteY238" fmla="*/ 155737 h 193441"/>
                <a:gd name="connsiteX239" fmla="*/ 42623 w 232786"/>
                <a:gd name="connsiteY239" fmla="*/ 155737 h 193441"/>
                <a:gd name="connsiteX240" fmla="*/ 47541 w 232786"/>
                <a:gd name="connsiteY240" fmla="*/ 155737 h 193441"/>
                <a:gd name="connsiteX241" fmla="*/ 50820 w 232786"/>
                <a:gd name="connsiteY241" fmla="*/ 155737 h 193441"/>
                <a:gd name="connsiteX242" fmla="*/ 55737 w 232786"/>
                <a:gd name="connsiteY242" fmla="*/ 155737 h 193441"/>
                <a:gd name="connsiteX243" fmla="*/ 59016 w 232786"/>
                <a:gd name="connsiteY243" fmla="*/ 155737 h 193441"/>
                <a:gd name="connsiteX244" fmla="*/ 62295 w 232786"/>
                <a:gd name="connsiteY244" fmla="*/ 155737 h 193441"/>
                <a:gd name="connsiteX245" fmla="*/ 62295 w 232786"/>
                <a:gd name="connsiteY245" fmla="*/ 152458 h 193441"/>
                <a:gd name="connsiteX246" fmla="*/ 62295 w 232786"/>
                <a:gd name="connsiteY246" fmla="*/ 152458 h 193441"/>
                <a:gd name="connsiteX247" fmla="*/ 65573 w 232786"/>
                <a:gd name="connsiteY247" fmla="*/ 147540 h 193441"/>
                <a:gd name="connsiteX248" fmla="*/ 70492 w 232786"/>
                <a:gd name="connsiteY248" fmla="*/ 147540 h 193441"/>
                <a:gd name="connsiteX249" fmla="*/ 73770 w 232786"/>
                <a:gd name="connsiteY249" fmla="*/ 145901 h 193441"/>
                <a:gd name="connsiteX250" fmla="*/ 77049 w 232786"/>
                <a:gd name="connsiteY250" fmla="*/ 145901 h 193441"/>
                <a:gd name="connsiteX251" fmla="*/ 80327 w 232786"/>
                <a:gd name="connsiteY251" fmla="*/ 147540 h 193441"/>
                <a:gd name="connsiteX252" fmla="*/ 83606 w 232786"/>
                <a:gd name="connsiteY252" fmla="*/ 145901 h 193441"/>
                <a:gd name="connsiteX253" fmla="*/ 86885 w 232786"/>
                <a:gd name="connsiteY253" fmla="*/ 142622 h 193441"/>
                <a:gd name="connsiteX254" fmla="*/ 86885 w 232786"/>
                <a:gd name="connsiteY254" fmla="*/ 139344 h 193441"/>
                <a:gd name="connsiteX255" fmla="*/ 90164 w 232786"/>
                <a:gd name="connsiteY255" fmla="*/ 137704 h 193441"/>
                <a:gd name="connsiteX256" fmla="*/ 93442 w 232786"/>
                <a:gd name="connsiteY256" fmla="*/ 140983 h 193441"/>
                <a:gd name="connsiteX257" fmla="*/ 96721 w 232786"/>
                <a:gd name="connsiteY257" fmla="*/ 142622 h 193441"/>
                <a:gd name="connsiteX258" fmla="*/ 100000 w 232786"/>
                <a:gd name="connsiteY258" fmla="*/ 144262 h 193441"/>
                <a:gd name="connsiteX259" fmla="*/ 103279 w 232786"/>
                <a:gd name="connsiteY259" fmla="*/ 145901 h 193441"/>
                <a:gd name="connsiteX260" fmla="*/ 108196 w 232786"/>
                <a:gd name="connsiteY260" fmla="*/ 147540 h 193441"/>
                <a:gd name="connsiteX261" fmla="*/ 111475 w 232786"/>
                <a:gd name="connsiteY261" fmla="*/ 149180 h 193441"/>
                <a:gd name="connsiteX262" fmla="*/ 113114 w 232786"/>
                <a:gd name="connsiteY262" fmla="*/ 149180 h 193441"/>
                <a:gd name="connsiteX263" fmla="*/ 116393 w 232786"/>
                <a:gd name="connsiteY263" fmla="*/ 152458 h 193441"/>
                <a:gd name="connsiteX264" fmla="*/ 121311 w 232786"/>
                <a:gd name="connsiteY264" fmla="*/ 152458 h 193441"/>
                <a:gd name="connsiteX265" fmla="*/ 124590 w 232786"/>
                <a:gd name="connsiteY265" fmla="*/ 152458 h 193441"/>
                <a:gd name="connsiteX266" fmla="*/ 126229 w 232786"/>
                <a:gd name="connsiteY266" fmla="*/ 152458 h 193441"/>
                <a:gd name="connsiteX267" fmla="*/ 129508 w 232786"/>
                <a:gd name="connsiteY267" fmla="*/ 150819 h 193441"/>
                <a:gd name="connsiteX268" fmla="*/ 134426 w 232786"/>
                <a:gd name="connsiteY268" fmla="*/ 149180 h 193441"/>
                <a:gd name="connsiteX269" fmla="*/ 137704 w 232786"/>
                <a:gd name="connsiteY269" fmla="*/ 149180 h 193441"/>
                <a:gd name="connsiteX270" fmla="*/ 137704 w 232786"/>
                <a:gd name="connsiteY270" fmla="*/ 149180 h 193441"/>
                <a:gd name="connsiteX271" fmla="*/ 140983 w 232786"/>
                <a:gd name="connsiteY271" fmla="*/ 144262 h 193441"/>
                <a:gd name="connsiteX272" fmla="*/ 137704 w 232786"/>
                <a:gd name="connsiteY272" fmla="*/ 140983 h 193441"/>
                <a:gd name="connsiteX273" fmla="*/ 134426 w 232786"/>
                <a:gd name="connsiteY273" fmla="*/ 137704 h 193441"/>
                <a:gd name="connsiteX274" fmla="*/ 131147 w 232786"/>
                <a:gd name="connsiteY274" fmla="*/ 137704 h 193441"/>
                <a:gd name="connsiteX275" fmla="*/ 126229 w 232786"/>
                <a:gd name="connsiteY275" fmla="*/ 139344 h 193441"/>
                <a:gd name="connsiteX276" fmla="*/ 122950 w 232786"/>
                <a:gd name="connsiteY276" fmla="*/ 142622 h 193441"/>
                <a:gd name="connsiteX277" fmla="*/ 119672 w 232786"/>
                <a:gd name="connsiteY277" fmla="*/ 142622 h 193441"/>
                <a:gd name="connsiteX278" fmla="*/ 114754 w 232786"/>
                <a:gd name="connsiteY278" fmla="*/ 139344 h 193441"/>
                <a:gd name="connsiteX279" fmla="*/ 114754 w 232786"/>
                <a:gd name="connsiteY279" fmla="*/ 139344 h 193441"/>
                <a:gd name="connsiteX280" fmla="*/ 113114 w 232786"/>
                <a:gd name="connsiteY280" fmla="*/ 136065 h 193441"/>
                <a:gd name="connsiteX281" fmla="*/ 109836 w 232786"/>
                <a:gd name="connsiteY281" fmla="*/ 134426 h 193441"/>
                <a:gd name="connsiteX282" fmla="*/ 106557 w 232786"/>
                <a:gd name="connsiteY282" fmla="*/ 134426 h 193441"/>
                <a:gd name="connsiteX283" fmla="*/ 101639 w 232786"/>
                <a:gd name="connsiteY283" fmla="*/ 132786 h 193441"/>
                <a:gd name="connsiteX284" fmla="*/ 100000 w 232786"/>
                <a:gd name="connsiteY284" fmla="*/ 129508 h 193441"/>
                <a:gd name="connsiteX285" fmla="*/ 98360 w 232786"/>
                <a:gd name="connsiteY285" fmla="*/ 127868 h 193441"/>
                <a:gd name="connsiteX286" fmla="*/ 95082 w 232786"/>
                <a:gd name="connsiteY286" fmla="*/ 127868 h 193441"/>
                <a:gd name="connsiteX287" fmla="*/ 93442 w 232786"/>
                <a:gd name="connsiteY287" fmla="*/ 127868 h 193441"/>
                <a:gd name="connsiteX288" fmla="*/ 90164 w 232786"/>
                <a:gd name="connsiteY288" fmla="*/ 127868 h 193441"/>
                <a:gd name="connsiteX289" fmla="*/ 85246 w 232786"/>
                <a:gd name="connsiteY289" fmla="*/ 129508 h 193441"/>
                <a:gd name="connsiteX290" fmla="*/ 81967 w 232786"/>
                <a:gd name="connsiteY290" fmla="*/ 127868 h 193441"/>
                <a:gd name="connsiteX291" fmla="*/ 77049 w 232786"/>
                <a:gd name="connsiteY291" fmla="*/ 131147 h 193441"/>
                <a:gd name="connsiteX292" fmla="*/ 75410 w 232786"/>
                <a:gd name="connsiteY292" fmla="*/ 134426 h 193441"/>
                <a:gd name="connsiteX293" fmla="*/ 75410 w 232786"/>
                <a:gd name="connsiteY293" fmla="*/ 137704 h 193441"/>
                <a:gd name="connsiteX294" fmla="*/ 70492 w 232786"/>
                <a:gd name="connsiteY294" fmla="*/ 137704 h 193441"/>
                <a:gd name="connsiteX295" fmla="*/ 68852 w 232786"/>
                <a:gd name="connsiteY295" fmla="*/ 137704 h 193441"/>
                <a:gd name="connsiteX296" fmla="*/ 65573 w 232786"/>
                <a:gd name="connsiteY296" fmla="*/ 137704 h 193441"/>
                <a:gd name="connsiteX297" fmla="*/ 60656 w 232786"/>
                <a:gd name="connsiteY297" fmla="*/ 137704 h 193441"/>
                <a:gd name="connsiteX298" fmla="*/ 57377 w 232786"/>
                <a:gd name="connsiteY298" fmla="*/ 137704 h 193441"/>
                <a:gd name="connsiteX299" fmla="*/ 52459 w 232786"/>
                <a:gd name="connsiteY299" fmla="*/ 137704 h 193441"/>
                <a:gd name="connsiteX300" fmla="*/ 50820 w 232786"/>
                <a:gd name="connsiteY300" fmla="*/ 137704 h 193441"/>
                <a:gd name="connsiteX301" fmla="*/ 47541 w 232786"/>
                <a:gd name="connsiteY301" fmla="*/ 137704 h 193441"/>
                <a:gd name="connsiteX302" fmla="*/ 42623 w 232786"/>
                <a:gd name="connsiteY302" fmla="*/ 137704 h 193441"/>
                <a:gd name="connsiteX303" fmla="*/ 39344 w 232786"/>
                <a:gd name="connsiteY303" fmla="*/ 137704 h 193441"/>
                <a:gd name="connsiteX304" fmla="*/ 37705 w 232786"/>
                <a:gd name="connsiteY304" fmla="*/ 137704 h 193441"/>
                <a:gd name="connsiteX305" fmla="*/ 34426 w 232786"/>
                <a:gd name="connsiteY305" fmla="*/ 137704 h 193441"/>
                <a:gd name="connsiteX306" fmla="*/ 34426 w 232786"/>
                <a:gd name="connsiteY306" fmla="*/ 134426 h 193441"/>
                <a:gd name="connsiteX307" fmla="*/ 36066 w 232786"/>
                <a:gd name="connsiteY307" fmla="*/ 132786 h 193441"/>
                <a:gd name="connsiteX308" fmla="*/ 31147 w 232786"/>
                <a:gd name="connsiteY308" fmla="*/ 131147 h 193441"/>
                <a:gd name="connsiteX309" fmla="*/ 34426 w 232786"/>
                <a:gd name="connsiteY309" fmla="*/ 127868 h 193441"/>
                <a:gd name="connsiteX310" fmla="*/ 37705 w 232786"/>
                <a:gd name="connsiteY310" fmla="*/ 127868 h 193441"/>
                <a:gd name="connsiteX311" fmla="*/ 37705 w 232786"/>
                <a:gd name="connsiteY311" fmla="*/ 126229 h 193441"/>
                <a:gd name="connsiteX312" fmla="*/ 37705 w 232786"/>
                <a:gd name="connsiteY312" fmla="*/ 122950 h 193441"/>
                <a:gd name="connsiteX313" fmla="*/ 37705 w 232786"/>
                <a:gd name="connsiteY313" fmla="*/ 119672 h 193441"/>
                <a:gd name="connsiteX314" fmla="*/ 36066 w 232786"/>
                <a:gd name="connsiteY314" fmla="*/ 121311 h 193441"/>
                <a:gd name="connsiteX315" fmla="*/ 34426 w 232786"/>
                <a:gd name="connsiteY315" fmla="*/ 124590 h 193441"/>
                <a:gd name="connsiteX316" fmla="*/ 31147 w 232786"/>
                <a:gd name="connsiteY316" fmla="*/ 126229 h 193441"/>
                <a:gd name="connsiteX317" fmla="*/ 27869 w 232786"/>
                <a:gd name="connsiteY317" fmla="*/ 127868 h 193441"/>
                <a:gd name="connsiteX318" fmla="*/ 27869 w 232786"/>
                <a:gd name="connsiteY318" fmla="*/ 122950 h 193441"/>
                <a:gd name="connsiteX319" fmla="*/ 31147 w 232786"/>
                <a:gd name="connsiteY319" fmla="*/ 119672 h 193441"/>
                <a:gd name="connsiteX320" fmla="*/ 34426 w 232786"/>
                <a:gd name="connsiteY320" fmla="*/ 119672 h 193441"/>
                <a:gd name="connsiteX321" fmla="*/ 34426 w 232786"/>
                <a:gd name="connsiteY321" fmla="*/ 116393 h 193441"/>
                <a:gd name="connsiteX322" fmla="*/ 39344 w 232786"/>
                <a:gd name="connsiteY322" fmla="*/ 113114 h 193441"/>
                <a:gd name="connsiteX323" fmla="*/ 42623 w 232786"/>
                <a:gd name="connsiteY323" fmla="*/ 111475 h 193441"/>
                <a:gd name="connsiteX324" fmla="*/ 42623 w 232786"/>
                <a:gd name="connsiteY324" fmla="*/ 111475 h 193441"/>
                <a:gd name="connsiteX325" fmla="*/ 39344 w 232786"/>
                <a:gd name="connsiteY325" fmla="*/ 111475 h 193441"/>
                <a:gd name="connsiteX326" fmla="*/ 39344 w 232786"/>
                <a:gd name="connsiteY326" fmla="*/ 111475 h 193441"/>
                <a:gd name="connsiteX327" fmla="*/ 39344 w 232786"/>
                <a:gd name="connsiteY327" fmla="*/ 113114 h 193441"/>
                <a:gd name="connsiteX328" fmla="*/ 36066 w 232786"/>
                <a:gd name="connsiteY328" fmla="*/ 114754 h 193441"/>
                <a:gd name="connsiteX329" fmla="*/ 32787 w 232786"/>
                <a:gd name="connsiteY329" fmla="*/ 118032 h 193441"/>
                <a:gd name="connsiteX330" fmla="*/ 27869 w 232786"/>
                <a:gd name="connsiteY330" fmla="*/ 118032 h 193441"/>
                <a:gd name="connsiteX331" fmla="*/ 26229 w 232786"/>
                <a:gd name="connsiteY331" fmla="*/ 121311 h 193441"/>
                <a:gd name="connsiteX332" fmla="*/ 26229 w 232786"/>
                <a:gd name="connsiteY332" fmla="*/ 124590 h 193441"/>
                <a:gd name="connsiteX333" fmla="*/ 26229 w 232786"/>
                <a:gd name="connsiteY333" fmla="*/ 121311 h 193441"/>
                <a:gd name="connsiteX334" fmla="*/ 26229 w 232786"/>
                <a:gd name="connsiteY334" fmla="*/ 118032 h 193441"/>
                <a:gd name="connsiteX335" fmla="*/ 24590 w 232786"/>
                <a:gd name="connsiteY335" fmla="*/ 113114 h 193441"/>
                <a:gd name="connsiteX336" fmla="*/ 22951 w 232786"/>
                <a:gd name="connsiteY336" fmla="*/ 111475 h 193441"/>
                <a:gd name="connsiteX337" fmla="*/ 22951 w 232786"/>
                <a:gd name="connsiteY337" fmla="*/ 108196 h 193441"/>
                <a:gd name="connsiteX338" fmla="*/ 21312 w 232786"/>
                <a:gd name="connsiteY338" fmla="*/ 103278 h 193441"/>
                <a:gd name="connsiteX339" fmla="*/ 18033 w 232786"/>
                <a:gd name="connsiteY339" fmla="*/ 100000 h 193441"/>
                <a:gd name="connsiteX340" fmla="*/ 16393 w 232786"/>
                <a:gd name="connsiteY340" fmla="*/ 100000 h 193441"/>
                <a:gd name="connsiteX341" fmla="*/ 14754 w 232786"/>
                <a:gd name="connsiteY341" fmla="*/ 95082 h 193441"/>
                <a:gd name="connsiteX342" fmla="*/ 13115 w 232786"/>
                <a:gd name="connsiteY342" fmla="*/ 91803 h 193441"/>
                <a:gd name="connsiteX343" fmla="*/ 9836 w 232786"/>
                <a:gd name="connsiteY343" fmla="*/ 88524 h 193441"/>
                <a:gd name="connsiteX344" fmla="*/ 6557 w 232786"/>
                <a:gd name="connsiteY344" fmla="*/ 86885 h 19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</a:cxnLst>
              <a:rect l="l" t="t" r="r" b="b"/>
              <a:pathLst>
                <a:path w="232786" h="193441">
                  <a:moveTo>
                    <a:pt x="6557" y="86885"/>
                  </a:moveTo>
                  <a:lnTo>
                    <a:pt x="4918" y="86885"/>
                  </a:lnTo>
                  <a:lnTo>
                    <a:pt x="0" y="88524"/>
                  </a:lnTo>
                  <a:lnTo>
                    <a:pt x="1639" y="85245"/>
                  </a:lnTo>
                  <a:lnTo>
                    <a:pt x="4918" y="83606"/>
                  </a:lnTo>
                  <a:lnTo>
                    <a:pt x="8197" y="81967"/>
                  </a:lnTo>
                  <a:lnTo>
                    <a:pt x="13115" y="78688"/>
                  </a:lnTo>
                  <a:lnTo>
                    <a:pt x="13115" y="78688"/>
                  </a:lnTo>
                  <a:lnTo>
                    <a:pt x="16393" y="75410"/>
                  </a:lnTo>
                  <a:lnTo>
                    <a:pt x="18033" y="72131"/>
                  </a:lnTo>
                  <a:lnTo>
                    <a:pt x="21312" y="68852"/>
                  </a:lnTo>
                  <a:lnTo>
                    <a:pt x="24590" y="65573"/>
                  </a:lnTo>
                  <a:lnTo>
                    <a:pt x="26229" y="60655"/>
                  </a:lnTo>
                  <a:lnTo>
                    <a:pt x="27869" y="57377"/>
                  </a:lnTo>
                  <a:lnTo>
                    <a:pt x="31147" y="54098"/>
                  </a:lnTo>
                  <a:lnTo>
                    <a:pt x="32787" y="50820"/>
                  </a:lnTo>
                  <a:lnTo>
                    <a:pt x="34426" y="47541"/>
                  </a:lnTo>
                  <a:lnTo>
                    <a:pt x="37705" y="42623"/>
                  </a:lnTo>
                  <a:lnTo>
                    <a:pt x="37705" y="39344"/>
                  </a:lnTo>
                  <a:lnTo>
                    <a:pt x="37705" y="36065"/>
                  </a:lnTo>
                  <a:lnTo>
                    <a:pt x="39344" y="32787"/>
                  </a:lnTo>
                  <a:lnTo>
                    <a:pt x="39344" y="27869"/>
                  </a:lnTo>
                  <a:lnTo>
                    <a:pt x="40983" y="27869"/>
                  </a:lnTo>
                  <a:lnTo>
                    <a:pt x="40983" y="27869"/>
                  </a:lnTo>
                  <a:lnTo>
                    <a:pt x="40983" y="24590"/>
                  </a:lnTo>
                  <a:lnTo>
                    <a:pt x="44262" y="21311"/>
                  </a:lnTo>
                  <a:lnTo>
                    <a:pt x="45902" y="16393"/>
                  </a:lnTo>
                  <a:lnTo>
                    <a:pt x="47541" y="13115"/>
                  </a:lnTo>
                  <a:lnTo>
                    <a:pt x="47541" y="9836"/>
                  </a:lnTo>
                  <a:lnTo>
                    <a:pt x="52459" y="8197"/>
                  </a:lnTo>
                  <a:lnTo>
                    <a:pt x="55737" y="6557"/>
                  </a:lnTo>
                  <a:lnTo>
                    <a:pt x="59016" y="9836"/>
                  </a:lnTo>
                  <a:lnTo>
                    <a:pt x="62295" y="8197"/>
                  </a:lnTo>
                  <a:lnTo>
                    <a:pt x="67213" y="8197"/>
                  </a:lnTo>
                  <a:lnTo>
                    <a:pt x="67213" y="8197"/>
                  </a:lnTo>
                  <a:lnTo>
                    <a:pt x="70492" y="9836"/>
                  </a:lnTo>
                  <a:lnTo>
                    <a:pt x="75410" y="8197"/>
                  </a:lnTo>
                  <a:lnTo>
                    <a:pt x="78688" y="8197"/>
                  </a:lnTo>
                  <a:lnTo>
                    <a:pt x="81967" y="6557"/>
                  </a:lnTo>
                  <a:lnTo>
                    <a:pt x="85246" y="4918"/>
                  </a:lnTo>
                  <a:lnTo>
                    <a:pt x="90164" y="6557"/>
                  </a:lnTo>
                  <a:lnTo>
                    <a:pt x="93442" y="4918"/>
                  </a:lnTo>
                  <a:lnTo>
                    <a:pt x="95082" y="1639"/>
                  </a:lnTo>
                  <a:lnTo>
                    <a:pt x="98360" y="1639"/>
                  </a:lnTo>
                  <a:lnTo>
                    <a:pt x="98360" y="0"/>
                  </a:lnTo>
                  <a:lnTo>
                    <a:pt x="100000" y="1639"/>
                  </a:lnTo>
                  <a:lnTo>
                    <a:pt x="103279" y="3279"/>
                  </a:lnTo>
                  <a:lnTo>
                    <a:pt x="106557" y="1639"/>
                  </a:lnTo>
                  <a:lnTo>
                    <a:pt x="111475" y="1639"/>
                  </a:lnTo>
                  <a:lnTo>
                    <a:pt x="114754" y="3279"/>
                  </a:lnTo>
                  <a:lnTo>
                    <a:pt x="118032" y="3279"/>
                  </a:lnTo>
                  <a:lnTo>
                    <a:pt x="121311" y="3279"/>
                  </a:lnTo>
                  <a:lnTo>
                    <a:pt x="126229" y="6557"/>
                  </a:lnTo>
                  <a:lnTo>
                    <a:pt x="129508" y="8197"/>
                  </a:lnTo>
                  <a:lnTo>
                    <a:pt x="132786" y="13115"/>
                  </a:lnTo>
                  <a:lnTo>
                    <a:pt x="136065" y="14754"/>
                  </a:lnTo>
                  <a:lnTo>
                    <a:pt x="137704" y="19672"/>
                  </a:lnTo>
                  <a:lnTo>
                    <a:pt x="140983" y="22951"/>
                  </a:lnTo>
                  <a:lnTo>
                    <a:pt x="144262" y="24590"/>
                  </a:lnTo>
                  <a:lnTo>
                    <a:pt x="147540" y="22951"/>
                  </a:lnTo>
                  <a:lnTo>
                    <a:pt x="150819" y="24590"/>
                  </a:lnTo>
                  <a:lnTo>
                    <a:pt x="154098" y="24590"/>
                  </a:lnTo>
                  <a:lnTo>
                    <a:pt x="157376" y="27869"/>
                  </a:lnTo>
                  <a:lnTo>
                    <a:pt x="159016" y="31147"/>
                  </a:lnTo>
                  <a:lnTo>
                    <a:pt x="160655" y="36065"/>
                  </a:lnTo>
                  <a:lnTo>
                    <a:pt x="162294" y="39344"/>
                  </a:lnTo>
                  <a:lnTo>
                    <a:pt x="163934" y="42623"/>
                  </a:lnTo>
                  <a:lnTo>
                    <a:pt x="163934" y="45901"/>
                  </a:lnTo>
                  <a:lnTo>
                    <a:pt x="167213" y="47541"/>
                  </a:lnTo>
                  <a:lnTo>
                    <a:pt x="168852" y="52459"/>
                  </a:lnTo>
                  <a:lnTo>
                    <a:pt x="173770" y="52459"/>
                  </a:lnTo>
                  <a:lnTo>
                    <a:pt x="175409" y="57377"/>
                  </a:lnTo>
                  <a:lnTo>
                    <a:pt x="178688" y="60655"/>
                  </a:lnTo>
                  <a:lnTo>
                    <a:pt x="177049" y="63934"/>
                  </a:lnTo>
                  <a:lnTo>
                    <a:pt x="180327" y="67213"/>
                  </a:lnTo>
                  <a:lnTo>
                    <a:pt x="180327" y="68852"/>
                  </a:lnTo>
                  <a:lnTo>
                    <a:pt x="185245" y="70492"/>
                  </a:lnTo>
                  <a:lnTo>
                    <a:pt x="185245" y="70492"/>
                  </a:lnTo>
                  <a:lnTo>
                    <a:pt x="188524" y="72131"/>
                  </a:lnTo>
                  <a:lnTo>
                    <a:pt x="191803" y="75410"/>
                  </a:lnTo>
                  <a:lnTo>
                    <a:pt x="191803" y="75410"/>
                  </a:lnTo>
                  <a:lnTo>
                    <a:pt x="193442" y="78688"/>
                  </a:lnTo>
                  <a:lnTo>
                    <a:pt x="193442" y="78688"/>
                  </a:lnTo>
                  <a:lnTo>
                    <a:pt x="196720" y="81967"/>
                  </a:lnTo>
                  <a:lnTo>
                    <a:pt x="201639" y="85245"/>
                  </a:lnTo>
                  <a:lnTo>
                    <a:pt x="201639" y="88524"/>
                  </a:lnTo>
                  <a:lnTo>
                    <a:pt x="204917" y="91803"/>
                  </a:lnTo>
                  <a:lnTo>
                    <a:pt x="201639" y="95082"/>
                  </a:lnTo>
                  <a:lnTo>
                    <a:pt x="201639" y="98360"/>
                  </a:lnTo>
                  <a:lnTo>
                    <a:pt x="201639" y="100000"/>
                  </a:lnTo>
                  <a:lnTo>
                    <a:pt x="201639" y="101639"/>
                  </a:lnTo>
                  <a:lnTo>
                    <a:pt x="204917" y="103278"/>
                  </a:lnTo>
                  <a:lnTo>
                    <a:pt x="208196" y="106557"/>
                  </a:lnTo>
                  <a:lnTo>
                    <a:pt x="209835" y="109836"/>
                  </a:lnTo>
                  <a:lnTo>
                    <a:pt x="209835" y="114754"/>
                  </a:lnTo>
                  <a:lnTo>
                    <a:pt x="208196" y="118032"/>
                  </a:lnTo>
                  <a:lnTo>
                    <a:pt x="209835" y="121311"/>
                  </a:lnTo>
                  <a:lnTo>
                    <a:pt x="211474" y="126229"/>
                  </a:lnTo>
                  <a:lnTo>
                    <a:pt x="209835" y="129508"/>
                  </a:lnTo>
                  <a:lnTo>
                    <a:pt x="206557" y="131147"/>
                  </a:lnTo>
                  <a:lnTo>
                    <a:pt x="206557" y="132786"/>
                  </a:lnTo>
                  <a:lnTo>
                    <a:pt x="208196" y="136065"/>
                  </a:lnTo>
                  <a:lnTo>
                    <a:pt x="209835" y="139344"/>
                  </a:lnTo>
                  <a:lnTo>
                    <a:pt x="214753" y="142622"/>
                  </a:lnTo>
                  <a:lnTo>
                    <a:pt x="213114" y="145901"/>
                  </a:lnTo>
                  <a:lnTo>
                    <a:pt x="216393" y="149180"/>
                  </a:lnTo>
                  <a:lnTo>
                    <a:pt x="219671" y="145901"/>
                  </a:lnTo>
                  <a:lnTo>
                    <a:pt x="222950" y="145901"/>
                  </a:lnTo>
                  <a:lnTo>
                    <a:pt x="224589" y="149180"/>
                  </a:lnTo>
                  <a:lnTo>
                    <a:pt x="226229" y="154098"/>
                  </a:lnTo>
                  <a:lnTo>
                    <a:pt x="226229" y="157376"/>
                  </a:lnTo>
                  <a:lnTo>
                    <a:pt x="229507" y="160655"/>
                  </a:lnTo>
                  <a:lnTo>
                    <a:pt x="232786" y="163934"/>
                  </a:lnTo>
                  <a:lnTo>
                    <a:pt x="231147" y="168852"/>
                  </a:lnTo>
                  <a:lnTo>
                    <a:pt x="231147" y="172130"/>
                  </a:lnTo>
                  <a:lnTo>
                    <a:pt x="229507" y="175409"/>
                  </a:lnTo>
                  <a:lnTo>
                    <a:pt x="231147" y="180327"/>
                  </a:lnTo>
                  <a:lnTo>
                    <a:pt x="229507" y="181966"/>
                  </a:lnTo>
                  <a:lnTo>
                    <a:pt x="232786" y="186884"/>
                  </a:lnTo>
                  <a:lnTo>
                    <a:pt x="231147" y="188524"/>
                  </a:lnTo>
                  <a:lnTo>
                    <a:pt x="227868" y="188524"/>
                  </a:lnTo>
                  <a:lnTo>
                    <a:pt x="224589" y="188524"/>
                  </a:lnTo>
                  <a:lnTo>
                    <a:pt x="221310" y="190163"/>
                  </a:lnTo>
                  <a:lnTo>
                    <a:pt x="216393" y="190163"/>
                  </a:lnTo>
                  <a:lnTo>
                    <a:pt x="213114" y="190163"/>
                  </a:lnTo>
                  <a:lnTo>
                    <a:pt x="209835" y="190163"/>
                  </a:lnTo>
                  <a:lnTo>
                    <a:pt x="206557" y="188524"/>
                  </a:lnTo>
                  <a:lnTo>
                    <a:pt x="201639" y="191802"/>
                  </a:lnTo>
                  <a:lnTo>
                    <a:pt x="201639" y="191802"/>
                  </a:lnTo>
                  <a:lnTo>
                    <a:pt x="198360" y="191802"/>
                  </a:lnTo>
                  <a:lnTo>
                    <a:pt x="196720" y="193442"/>
                  </a:lnTo>
                  <a:lnTo>
                    <a:pt x="195081" y="193442"/>
                  </a:lnTo>
                  <a:lnTo>
                    <a:pt x="191803" y="190163"/>
                  </a:lnTo>
                  <a:lnTo>
                    <a:pt x="186884" y="190163"/>
                  </a:lnTo>
                  <a:lnTo>
                    <a:pt x="185245" y="191802"/>
                  </a:lnTo>
                  <a:lnTo>
                    <a:pt x="181966" y="188524"/>
                  </a:lnTo>
                  <a:lnTo>
                    <a:pt x="178688" y="186884"/>
                  </a:lnTo>
                  <a:lnTo>
                    <a:pt x="173770" y="183606"/>
                  </a:lnTo>
                  <a:lnTo>
                    <a:pt x="170491" y="186884"/>
                  </a:lnTo>
                  <a:lnTo>
                    <a:pt x="167213" y="185245"/>
                  </a:lnTo>
                  <a:lnTo>
                    <a:pt x="167213" y="183606"/>
                  </a:lnTo>
                  <a:lnTo>
                    <a:pt x="167213" y="180327"/>
                  </a:lnTo>
                  <a:lnTo>
                    <a:pt x="163934" y="178688"/>
                  </a:lnTo>
                  <a:lnTo>
                    <a:pt x="160655" y="178688"/>
                  </a:lnTo>
                  <a:lnTo>
                    <a:pt x="157376" y="178688"/>
                  </a:lnTo>
                  <a:lnTo>
                    <a:pt x="155737" y="178688"/>
                  </a:lnTo>
                  <a:lnTo>
                    <a:pt x="152459" y="177048"/>
                  </a:lnTo>
                  <a:lnTo>
                    <a:pt x="149180" y="177048"/>
                  </a:lnTo>
                  <a:lnTo>
                    <a:pt x="145901" y="177048"/>
                  </a:lnTo>
                  <a:lnTo>
                    <a:pt x="142623" y="177048"/>
                  </a:lnTo>
                  <a:lnTo>
                    <a:pt x="137704" y="177048"/>
                  </a:lnTo>
                  <a:lnTo>
                    <a:pt x="136065" y="177048"/>
                  </a:lnTo>
                  <a:lnTo>
                    <a:pt x="131147" y="177048"/>
                  </a:lnTo>
                  <a:lnTo>
                    <a:pt x="127869" y="177048"/>
                  </a:lnTo>
                  <a:lnTo>
                    <a:pt x="122950" y="177048"/>
                  </a:lnTo>
                  <a:lnTo>
                    <a:pt x="119672" y="177048"/>
                  </a:lnTo>
                  <a:lnTo>
                    <a:pt x="118032" y="177048"/>
                  </a:lnTo>
                  <a:lnTo>
                    <a:pt x="114754" y="177048"/>
                  </a:lnTo>
                  <a:lnTo>
                    <a:pt x="109836" y="177048"/>
                  </a:lnTo>
                  <a:lnTo>
                    <a:pt x="106557" y="177048"/>
                  </a:lnTo>
                  <a:lnTo>
                    <a:pt x="101639" y="177048"/>
                  </a:lnTo>
                  <a:lnTo>
                    <a:pt x="98360" y="177048"/>
                  </a:lnTo>
                  <a:lnTo>
                    <a:pt x="98360" y="177048"/>
                  </a:lnTo>
                  <a:lnTo>
                    <a:pt x="95082" y="177048"/>
                  </a:lnTo>
                  <a:lnTo>
                    <a:pt x="93442" y="177048"/>
                  </a:lnTo>
                  <a:lnTo>
                    <a:pt x="90164" y="177048"/>
                  </a:lnTo>
                  <a:lnTo>
                    <a:pt x="85246" y="177048"/>
                  </a:lnTo>
                  <a:lnTo>
                    <a:pt x="80327" y="180327"/>
                  </a:lnTo>
                  <a:lnTo>
                    <a:pt x="80327" y="180327"/>
                  </a:lnTo>
                  <a:lnTo>
                    <a:pt x="77049" y="183606"/>
                  </a:lnTo>
                  <a:lnTo>
                    <a:pt x="73770" y="185245"/>
                  </a:lnTo>
                  <a:lnTo>
                    <a:pt x="68852" y="186884"/>
                  </a:lnTo>
                  <a:lnTo>
                    <a:pt x="63934" y="188524"/>
                  </a:lnTo>
                  <a:lnTo>
                    <a:pt x="60656" y="188524"/>
                  </a:lnTo>
                  <a:lnTo>
                    <a:pt x="59016" y="188524"/>
                  </a:lnTo>
                  <a:lnTo>
                    <a:pt x="55737" y="188524"/>
                  </a:lnTo>
                  <a:lnTo>
                    <a:pt x="50820" y="186884"/>
                  </a:lnTo>
                  <a:lnTo>
                    <a:pt x="47541" y="186884"/>
                  </a:lnTo>
                  <a:lnTo>
                    <a:pt x="45902" y="186884"/>
                  </a:lnTo>
                  <a:lnTo>
                    <a:pt x="42623" y="190163"/>
                  </a:lnTo>
                  <a:lnTo>
                    <a:pt x="37705" y="191802"/>
                  </a:lnTo>
                  <a:lnTo>
                    <a:pt x="34426" y="191802"/>
                  </a:lnTo>
                  <a:lnTo>
                    <a:pt x="31147" y="191802"/>
                  </a:lnTo>
                  <a:lnTo>
                    <a:pt x="27869" y="193442"/>
                  </a:lnTo>
                  <a:lnTo>
                    <a:pt x="27869" y="193442"/>
                  </a:lnTo>
                  <a:lnTo>
                    <a:pt x="26229" y="190163"/>
                  </a:lnTo>
                  <a:lnTo>
                    <a:pt x="24590" y="186884"/>
                  </a:lnTo>
                  <a:lnTo>
                    <a:pt x="27869" y="183606"/>
                  </a:lnTo>
                  <a:lnTo>
                    <a:pt x="31147" y="180327"/>
                  </a:lnTo>
                  <a:lnTo>
                    <a:pt x="32787" y="180327"/>
                  </a:lnTo>
                  <a:lnTo>
                    <a:pt x="36066" y="181966"/>
                  </a:lnTo>
                  <a:lnTo>
                    <a:pt x="40983" y="183606"/>
                  </a:lnTo>
                  <a:lnTo>
                    <a:pt x="44262" y="181966"/>
                  </a:lnTo>
                  <a:lnTo>
                    <a:pt x="44262" y="181966"/>
                  </a:lnTo>
                  <a:lnTo>
                    <a:pt x="49180" y="181966"/>
                  </a:lnTo>
                  <a:lnTo>
                    <a:pt x="52459" y="180327"/>
                  </a:lnTo>
                  <a:lnTo>
                    <a:pt x="55737" y="180327"/>
                  </a:lnTo>
                  <a:lnTo>
                    <a:pt x="57377" y="181966"/>
                  </a:lnTo>
                  <a:lnTo>
                    <a:pt x="60656" y="183606"/>
                  </a:lnTo>
                  <a:lnTo>
                    <a:pt x="65573" y="181966"/>
                  </a:lnTo>
                  <a:lnTo>
                    <a:pt x="68852" y="183606"/>
                  </a:lnTo>
                  <a:lnTo>
                    <a:pt x="72131" y="180327"/>
                  </a:lnTo>
                  <a:lnTo>
                    <a:pt x="73770" y="177048"/>
                  </a:lnTo>
                  <a:lnTo>
                    <a:pt x="73770" y="173770"/>
                  </a:lnTo>
                  <a:lnTo>
                    <a:pt x="78688" y="170491"/>
                  </a:lnTo>
                  <a:lnTo>
                    <a:pt x="75410" y="170491"/>
                  </a:lnTo>
                  <a:lnTo>
                    <a:pt x="72131" y="173770"/>
                  </a:lnTo>
                  <a:lnTo>
                    <a:pt x="72131" y="177048"/>
                  </a:lnTo>
                  <a:lnTo>
                    <a:pt x="70492" y="180327"/>
                  </a:lnTo>
                  <a:lnTo>
                    <a:pt x="67213" y="180327"/>
                  </a:lnTo>
                  <a:lnTo>
                    <a:pt x="62295" y="180327"/>
                  </a:lnTo>
                  <a:lnTo>
                    <a:pt x="59016" y="180327"/>
                  </a:lnTo>
                  <a:lnTo>
                    <a:pt x="55737" y="178688"/>
                  </a:lnTo>
                  <a:lnTo>
                    <a:pt x="54098" y="175409"/>
                  </a:lnTo>
                  <a:lnTo>
                    <a:pt x="54098" y="175409"/>
                  </a:lnTo>
                  <a:lnTo>
                    <a:pt x="50820" y="180327"/>
                  </a:lnTo>
                  <a:lnTo>
                    <a:pt x="47541" y="180327"/>
                  </a:lnTo>
                  <a:lnTo>
                    <a:pt x="44262" y="180327"/>
                  </a:lnTo>
                  <a:lnTo>
                    <a:pt x="40983" y="180327"/>
                  </a:lnTo>
                  <a:lnTo>
                    <a:pt x="37705" y="180327"/>
                  </a:lnTo>
                  <a:lnTo>
                    <a:pt x="34426" y="178688"/>
                  </a:lnTo>
                  <a:lnTo>
                    <a:pt x="31147" y="177048"/>
                  </a:lnTo>
                  <a:lnTo>
                    <a:pt x="32787" y="172130"/>
                  </a:lnTo>
                  <a:lnTo>
                    <a:pt x="31147" y="172130"/>
                  </a:lnTo>
                  <a:lnTo>
                    <a:pt x="29508" y="177048"/>
                  </a:lnTo>
                  <a:lnTo>
                    <a:pt x="29508" y="180327"/>
                  </a:lnTo>
                  <a:lnTo>
                    <a:pt x="24590" y="181966"/>
                  </a:lnTo>
                  <a:lnTo>
                    <a:pt x="24590" y="178688"/>
                  </a:lnTo>
                  <a:lnTo>
                    <a:pt x="27869" y="175409"/>
                  </a:lnTo>
                  <a:lnTo>
                    <a:pt x="24590" y="175409"/>
                  </a:lnTo>
                  <a:lnTo>
                    <a:pt x="24590" y="172130"/>
                  </a:lnTo>
                  <a:lnTo>
                    <a:pt x="26229" y="168852"/>
                  </a:lnTo>
                  <a:lnTo>
                    <a:pt x="26229" y="163934"/>
                  </a:lnTo>
                  <a:lnTo>
                    <a:pt x="26229" y="160655"/>
                  </a:lnTo>
                  <a:lnTo>
                    <a:pt x="27869" y="160655"/>
                  </a:lnTo>
                  <a:lnTo>
                    <a:pt x="29508" y="155737"/>
                  </a:lnTo>
                  <a:lnTo>
                    <a:pt x="32787" y="155737"/>
                  </a:lnTo>
                  <a:lnTo>
                    <a:pt x="34426" y="155737"/>
                  </a:lnTo>
                  <a:lnTo>
                    <a:pt x="39344" y="155737"/>
                  </a:lnTo>
                  <a:lnTo>
                    <a:pt x="42623" y="155737"/>
                  </a:lnTo>
                  <a:lnTo>
                    <a:pt x="47541" y="155737"/>
                  </a:lnTo>
                  <a:lnTo>
                    <a:pt x="50820" y="155737"/>
                  </a:lnTo>
                  <a:lnTo>
                    <a:pt x="55737" y="155737"/>
                  </a:lnTo>
                  <a:lnTo>
                    <a:pt x="59016" y="155737"/>
                  </a:lnTo>
                  <a:lnTo>
                    <a:pt x="62295" y="155737"/>
                  </a:lnTo>
                  <a:lnTo>
                    <a:pt x="62295" y="152458"/>
                  </a:lnTo>
                  <a:lnTo>
                    <a:pt x="62295" y="152458"/>
                  </a:lnTo>
                  <a:lnTo>
                    <a:pt x="65573" y="147540"/>
                  </a:lnTo>
                  <a:lnTo>
                    <a:pt x="70492" y="147540"/>
                  </a:lnTo>
                  <a:lnTo>
                    <a:pt x="73770" y="145901"/>
                  </a:lnTo>
                  <a:lnTo>
                    <a:pt x="77049" y="145901"/>
                  </a:lnTo>
                  <a:lnTo>
                    <a:pt x="80327" y="147540"/>
                  </a:lnTo>
                  <a:lnTo>
                    <a:pt x="83606" y="145901"/>
                  </a:lnTo>
                  <a:lnTo>
                    <a:pt x="86885" y="142622"/>
                  </a:lnTo>
                  <a:lnTo>
                    <a:pt x="86885" y="139344"/>
                  </a:lnTo>
                  <a:lnTo>
                    <a:pt x="90164" y="137704"/>
                  </a:lnTo>
                  <a:lnTo>
                    <a:pt x="93442" y="140983"/>
                  </a:lnTo>
                  <a:lnTo>
                    <a:pt x="96721" y="142622"/>
                  </a:lnTo>
                  <a:lnTo>
                    <a:pt x="100000" y="144262"/>
                  </a:lnTo>
                  <a:lnTo>
                    <a:pt x="103279" y="145901"/>
                  </a:lnTo>
                  <a:lnTo>
                    <a:pt x="108196" y="147540"/>
                  </a:lnTo>
                  <a:lnTo>
                    <a:pt x="111475" y="149180"/>
                  </a:lnTo>
                  <a:lnTo>
                    <a:pt x="113114" y="149180"/>
                  </a:lnTo>
                  <a:lnTo>
                    <a:pt x="116393" y="152458"/>
                  </a:lnTo>
                  <a:lnTo>
                    <a:pt x="121311" y="152458"/>
                  </a:lnTo>
                  <a:lnTo>
                    <a:pt x="124590" y="152458"/>
                  </a:lnTo>
                  <a:lnTo>
                    <a:pt x="126229" y="152458"/>
                  </a:lnTo>
                  <a:lnTo>
                    <a:pt x="129508" y="150819"/>
                  </a:lnTo>
                  <a:lnTo>
                    <a:pt x="134426" y="149180"/>
                  </a:lnTo>
                  <a:lnTo>
                    <a:pt x="137704" y="149180"/>
                  </a:lnTo>
                  <a:lnTo>
                    <a:pt x="137704" y="149180"/>
                  </a:lnTo>
                  <a:lnTo>
                    <a:pt x="140983" y="144262"/>
                  </a:lnTo>
                  <a:lnTo>
                    <a:pt x="137704" y="140983"/>
                  </a:lnTo>
                  <a:lnTo>
                    <a:pt x="134426" y="137704"/>
                  </a:lnTo>
                  <a:lnTo>
                    <a:pt x="131147" y="137704"/>
                  </a:lnTo>
                  <a:lnTo>
                    <a:pt x="126229" y="139344"/>
                  </a:lnTo>
                  <a:lnTo>
                    <a:pt x="122950" y="142622"/>
                  </a:lnTo>
                  <a:lnTo>
                    <a:pt x="119672" y="142622"/>
                  </a:lnTo>
                  <a:lnTo>
                    <a:pt x="114754" y="139344"/>
                  </a:lnTo>
                  <a:lnTo>
                    <a:pt x="114754" y="139344"/>
                  </a:lnTo>
                  <a:lnTo>
                    <a:pt x="113114" y="136065"/>
                  </a:lnTo>
                  <a:lnTo>
                    <a:pt x="109836" y="134426"/>
                  </a:lnTo>
                  <a:lnTo>
                    <a:pt x="106557" y="134426"/>
                  </a:lnTo>
                  <a:lnTo>
                    <a:pt x="101639" y="132786"/>
                  </a:lnTo>
                  <a:lnTo>
                    <a:pt x="100000" y="129508"/>
                  </a:lnTo>
                  <a:lnTo>
                    <a:pt x="98360" y="127868"/>
                  </a:lnTo>
                  <a:lnTo>
                    <a:pt x="95082" y="127868"/>
                  </a:lnTo>
                  <a:lnTo>
                    <a:pt x="93442" y="127868"/>
                  </a:lnTo>
                  <a:lnTo>
                    <a:pt x="90164" y="127868"/>
                  </a:lnTo>
                  <a:lnTo>
                    <a:pt x="85246" y="129508"/>
                  </a:lnTo>
                  <a:lnTo>
                    <a:pt x="81967" y="127868"/>
                  </a:lnTo>
                  <a:lnTo>
                    <a:pt x="77049" y="131147"/>
                  </a:lnTo>
                  <a:lnTo>
                    <a:pt x="75410" y="134426"/>
                  </a:lnTo>
                  <a:lnTo>
                    <a:pt x="75410" y="137704"/>
                  </a:lnTo>
                  <a:lnTo>
                    <a:pt x="70492" y="137704"/>
                  </a:lnTo>
                  <a:lnTo>
                    <a:pt x="68852" y="137704"/>
                  </a:lnTo>
                  <a:lnTo>
                    <a:pt x="65573" y="137704"/>
                  </a:lnTo>
                  <a:lnTo>
                    <a:pt x="60656" y="137704"/>
                  </a:lnTo>
                  <a:lnTo>
                    <a:pt x="57377" y="137704"/>
                  </a:lnTo>
                  <a:lnTo>
                    <a:pt x="52459" y="137704"/>
                  </a:lnTo>
                  <a:lnTo>
                    <a:pt x="50820" y="137704"/>
                  </a:lnTo>
                  <a:lnTo>
                    <a:pt x="47541" y="137704"/>
                  </a:lnTo>
                  <a:lnTo>
                    <a:pt x="42623" y="137704"/>
                  </a:lnTo>
                  <a:lnTo>
                    <a:pt x="39344" y="137704"/>
                  </a:lnTo>
                  <a:lnTo>
                    <a:pt x="37705" y="137704"/>
                  </a:lnTo>
                  <a:lnTo>
                    <a:pt x="34426" y="137704"/>
                  </a:lnTo>
                  <a:lnTo>
                    <a:pt x="34426" y="134426"/>
                  </a:lnTo>
                  <a:lnTo>
                    <a:pt x="36066" y="132786"/>
                  </a:lnTo>
                  <a:lnTo>
                    <a:pt x="31147" y="131147"/>
                  </a:lnTo>
                  <a:lnTo>
                    <a:pt x="34426" y="127868"/>
                  </a:lnTo>
                  <a:lnTo>
                    <a:pt x="37705" y="127868"/>
                  </a:lnTo>
                  <a:lnTo>
                    <a:pt x="37705" y="126229"/>
                  </a:lnTo>
                  <a:lnTo>
                    <a:pt x="37705" y="122950"/>
                  </a:lnTo>
                  <a:lnTo>
                    <a:pt x="37705" y="119672"/>
                  </a:lnTo>
                  <a:lnTo>
                    <a:pt x="36066" y="121311"/>
                  </a:lnTo>
                  <a:lnTo>
                    <a:pt x="34426" y="124590"/>
                  </a:lnTo>
                  <a:lnTo>
                    <a:pt x="31147" y="126229"/>
                  </a:lnTo>
                  <a:lnTo>
                    <a:pt x="27869" y="127868"/>
                  </a:lnTo>
                  <a:lnTo>
                    <a:pt x="27869" y="122950"/>
                  </a:lnTo>
                  <a:lnTo>
                    <a:pt x="31147" y="119672"/>
                  </a:lnTo>
                  <a:lnTo>
                    <a:pt x="34426" y="119672"/>
                  </a:lnTo>
                  <a:lnTo>
                    <a:pt x="34426" y="116393"/>
                  </a:lnTo>
                  <a:lnTo>
                    <a:pt x="39344" y="113114"/>
                  </a:lnTo>
                  <a:lnTo>
                    <a:pt x="42623" y="111475"/>
                  </a:lnTo>
                  <a:lnTo>
                    <a:pt x="42623" y="111475"/>
                  </a:lnTo>
                  <a:lnTo>
                    <a:pt x="39344" y="111475"/>
                  </a:lnTo>
                  <a:lnTo>
                    <a:pt x="39344" y="111475"/>
                  </a:lnTo>
                  <a:lnTo>
                    <a:pt x="39344" y="113114"/>
                  </a:lnTo>
                  <a:lnTo>
                    <a:pt x="36066" y="114754"/>
                  </a:lnTo>
                  <a:lnTo>
                    <a:pt x="32787" y="118032"/>
                  </a:lnTo>
                  <a:lnTo>
                    <a:pt x="27869" y="118032"/>
                  </a:lnTo>
                  <a:lnTo>
                    <a:pt x="26229" y="121311"/>
                  </a:lnTo>
                  <a:lnTo>
                    <a:pt x="26229" y="124590"/>
                  </a:lnTo>
                  <a:lnTo>
                    <a:pt x="26229" y="121311"/>
                  </a:lnTo>
                  <a:lnTo>
                    <a:pt x="26229" y="118032"/>
                  </a:lnTo>
                  <a:lnTo>
                    <a:pt x="24590" y="113114"/>
                  </a:lnTo>
                  <a:lnTo>
                    <a:pt x="22951" y="111475"/>
                  </a:lnTo>
                  <a:lnTo>
                    <a:pt x="22951" y="108196"/>
                  </a:lnTo>
                  <a:lnTo>
                    <a:pt x="21312" y="103278"/>
                  </a:lnTo>
                  <a:lnTo>
                    <a:pt x="18033" y="100000"/>
                  </a:lnTo>
                  <a:lnTo>
                    <a:pt x="16393" y="100000"/>
                  </a:lnTo>
                  <a:lnTo>
                    <a:pt x="14754" y="95082"/>
                  </a:lnTo>
                  <a:lnTo>
                    <a:pt x="13115" y="91803"/>
                  </a:lnTo>
                  <a:lnTo>
                    <a:pt x="9836" y="88524"/>
                  </a:lnTo>
                  <a:lnTo>
                    <a:pt x="6557" y="8688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88" name="Freeform 3787">
              <a:extLst>
                <a:ext uri="{FF2B5EF4-FFF2-40B4-BE49-F238E27FC236}">
                  <a16:creationId xmlns:a16="http://schemas.microsoft.com/office/drawing/2014/main" id="{84F74E2A-C694-F947-9703-16F1BACBEAE4}"/>
                </a:ext>
              </a:extLst>
            </p:cNvPr>
            <p:cNvSpPr/>
            <p:nvPr/>
          </p:nvSpPr>
          <p:spPr>
            <a:xfrm>
              <a:off x="5077971" y="2193594"/>
              <a:ext cx="439342" cy="340982"/>
            </a:xfrm>
            <a:custGeom>
              <a:avLst/>
              <a:gdLst>
                <a:gd name="connsiteX0" fmla="*/ 3279 w 439342"/>
                <a:gd name="connsiteY0" fmla="*/ 39344 h 340982"/>
                <a:gd name="connsiteX1" fmla="*/ 4918 w 439342"/>
                <a:gd name="connsiteY1" fmla="*/ 37705 h 340982"/>
                <a:gd name="connsiteX2" fmla="*/ 0 w 439342"/>
                <a:gd name="connsiteY2" fmla="*/ 36065 h 340982"/>
                <a:gd name="connsiteX3" fmla="*/ 0 w 439342"/>
                <a:gd name="connsiteY3" fmla="*/ 32787 h 340982"/>
                <a:gd name="connsiteX4" fmla="*/ 1639 w 439342"/>
                <a:gd name="connsiteY4" fmla="*/ 29508 h 340982"/>
                <a:gd name="connsiteX5" fmla="*/ 3279 w 439342"/>
                <a:gd name="connsiteY5" fmla="*/ 24590 h 340982"/>
                <a:gd name="connsiteX6" fmla="*/ 8197 w 439342"/>
                <a:gd name="connsiteY6" fmla="*/ 24590 h 340982"/>
                <a:gd name="connsiteX7" fmla="*/ 11476 w 439342"/>
                <a:gd name="connsiteY7" fmla="*/ 22951 h 340982"/>
                <a:gd name="connsiteX8" fmla="*/ 13115 w 439342"/>
                <a:gd name="connsiteY8" fmla="*/ 19672 h 340982"/>
                <a:gd name="connsiteX9" fmla="*/ 18033 w 439342"/>
                <a:gd name="connsiteY9" fmla="*/ 19672 h 340982"/>
                <a:gd name="connsiteX10" fmla="*/ 21312 w 439342"/>
                <a:gd name="connsiteY10" fmla="*/ 19672 h 340982"/>
                <a:gd name="connsiteX11" fmla="*/ 24590 w 439342"/>
                <a:gd name="connsiteY11" fmla="*/ 19672 h 340982"/>
                <a:gd name="connsiteX12" fmla="*/ 27869 w 439342"/>
                <a:gd name="connsiteY12" fmla="*/ 18033 h 340982"/>
                <a:gd name="connsiteX13" fmla="*/ 32787 w 439342"/>
                <a:gd name="connsiteY13" fmla="*/ 18033 h 340982"/>
                <a:gd name="connsiteX14" fmla="*/ 36066 w 439342"/>
                <a:gd name="connsiteY14" fmla="*/ 16393 h 340982"/>
                <a:gd name="connsiteX15" fmla="*/ 39344 w 439342"/>
                <a:gd name="connsiteY15" fmla="*/ 14754 h 340982"/>
                <a:gd name="connsiteX16" fmla="*/ 39344 w 439342"/>
                <a:gd name="connsiteY16" fmla="*/ 14754 h 340982"/>
                <a:gd name="connsiteX17" fmla="*/ 36066 w 439342"/>
                <a:gd name="connsiteY17" fmla="*/ 14754 h 340982"/>
                <a:gd name="connsiteX18" fmla="*/ 39344 w 439342"/>
                <a:gd name="connsiteY18" fmla="*/ 13115 h 340982"/>
                <a:gd name="connsiteX19" fmla="*/ 39344 w 439342"/>
                <a:gd name="connsiteY19" fmla="*/ 11475 h 340982"/>
                <a:gd name="connsiteX20" fmla="*/ 39344 w 439342"/>
                <a:gd name="connsiteY20" fmla="*/ 11475 h 340982"/>
                <a:gd name="connsiteX21" fmla="*/ 39344 w 439342"/>
                <a:gd name="connsiteY21" fmla="*/ 11475 h 340982"/>
                <a:gd name="connsiteX22" fmla="*/ 34426 w 439342"/>
                <a:gd name="connsiteY22" fmla="*/ 13115 h 340982"/>
                <a:gd name="connsiteX23" fmla="*/ 34426 w 439342"/>
                <a:gd name="connsiteY23" fmla="*/ 9836 h 340982"/>
                <a:gd name="connsiteX24" fmla="*/ 39344 w 439342"/>
                <a:gd name="connsiteY24" fmla="*/ 8197 h 340982"/>
                <a:gd name="connsiteX25" fmla="*/ 42623 w 439342"/>
                <a:gd name="connsiteY25" fmla="*/ 4918 h 340982"/>
                <a:gd name="connsiteX26" fmla="*/ 45902 w 439342"/>
                <a:gd name="connsiteY26" fmla="*/ 1639 h 340982"/>
                <a:gd name="connsiteX27" fmla="*/ 50820 w 439342"/>
                <a:gd name="connsiteY27" fmla="*/ 0 h 340982"/>
                <a:gd name="connsiteX28" fmla="*/ 50820 w 439342"/>
                <a:gd name="connsiteY28" fmla="*/ 3279 h 340982"/>
                <a:gd name="connsiteX29" fmla="*/ 54098 w 439342"/>
                <a:gd name="connsiteY29" fmla="*/ 1639 h 340982"/>
                <a:gd name="connsiteX30" fmla="*/ 57377 w 439342"/>
                <a:gd name="connsiteY30" fmla="*/ 0 h 340982"/>
                <a:gd name="connsiteX31" fmla="*/ 57377 w 439342"/>
                <a:gd name="connsiteY31" fmla="*/ 1639 h 340982"/>
                <a:gd name="connsiteX32" fmla="*/ 60656 w 439342"/>
                <a:gd name="connsiteY32" fmla="*/ 3279 h 340982"/>
                <a:gd name="connsiteX33" fmla="*/ 65573 w 439342"/>
                <a:gd name="connsiteY33" fmla="*/ 1639 h 340982"/>
                <a:gd name="connsiteX34" fmla="*/ 68852 w 439342"/>
                <a:gd name="connsiteY34" fmla="*/ 3279 h 340982"/>
                <a:gd name="connsiteX35" fmla="*/ 72131 w 439342"/>
                <a:gd name="connsiteY35" fmla="*/ 6557 h 340982"/>
                <a:gd name="connsiteX36" fmla="*/ 75410 w 439342"/>
                <a:gd name="connsiteY36" fmla="*/ 8197 h 340982"/>
                <a:gd name="connsiteX37" fmla="*/ 78688 w 439342"/>
                <a:gd name="connsiteY37" fmla="*/ 8197 h 340982"/>
                <a:gd name="connsiteX38" fmla="*/ 78688 w 439342"/>
                <a:gd name="connsiteY38" fmla="*/ 11475 h 340982"/>
                <a:gd name="connsiteX39" fmla="*/ 83606 w 439342"/>
                <a:gd name="connsiteY39" fmla="*/ 8197 h 340982"/>
                <a:gd name="connsiteX40" fmla="*/ 86885 w 439342"/>
                <a:gd name="connsiteY40" fmla="*/ 8197 h 340982"/>
                <a:gd name="connsiteX41" fmla="*/ 88524 w 439342"/>
                <a:gd name="connsiteY41" fmla="*/ 8197 h 340982"/>
                <a:gd name="connsiteX42" fmla="*/ 90164 w 439342"/>
                <a:gd name="connsiteY42" fmla="*/ 9836 h 340982"/>
                <a:gd name="connsiteX43" fmla="*/ 95082 w 439342"/>
                <a:gd name="connsiteY43" fmla="*/ 8197 h 340982"/>
                <a:gd name="connsiteX44" fmla="*/ 98360 w 439342"/>
                <a:gd name="connsiteY44" fmla="*/ 9836 h 340982"/>
                <a:gd name="connsiteX45" fmla="*/ 101639 w 439342"/>
                <a:gd name="connsiteY45" fmla="*/ 8197 h 340982"/>
                <a:gd name="connsiteX46" fmla="*/ 104917 w 439342"/>
                <a:gd name="connsiteY46" fmla="*/ 8197 h 340982"/>
                <a:gd name="connsiteX47" fmla="*/ 109836 w 439342"/>
                <a:gd name="connsiteY47" fmla="*/ 8197 h 340982"/>
                <a:gd name="connsiteX48" fmla="*/ 113114 w 439342"/>
                <a:gd name="connsiteY48" fmla="*/ 8197 h 340982"/>
                <a:gd name="connsiteX49" fmla="*/ 113114 w 439342"/>
                <a:gd name="connsiteY49" fmla="*/ 8197 h 340982"/>
                <a:gd name="connsiteX50" fmla="*/ 116393 w 439342"/>
                <a:gd name="connsiteY50" fmla="*/ 8197 h 340982"/>
                <a:gd name="connsiteX51" fmla="*/ 121311 w 439342"/>
                <a:gd name="connsiteY51" fmla="*/ 4918 h 340982"/>
                <a:gd name="connsiteX52" fmla="*/ 124590 w 439342"/>
                <a:gd name="connsiteY52" fmla="*/ 6557 h 340982"/>
                <a:gd name="connsiteX53" fmla="*/ 127869 w 439342"/>
                <a:gd name="connsiteY53" fmla="*/ 9836 h 340982"/>
                <a:gd name="connsiteX54" fmla="*/ 131147 w 439342"/>
                <a:gd name="connsiteY54" fmla="*/ 9836 h 340982"/>
                <a:gd name="connsiteX55" fmla="*/ 136065 w 439342"/>
                <a:gd name="connsiteY55" fmla="*/ 9836 h 340982"/>
                <a:gd name="connsiteX56" fmla="*/ 139344 w 439342"/>
                <a:gd name="connsiteY56" fmla="*/ 9836 h 340982"/>
                <a:gd name="connsiteX57" fmla="*/ 142623 w 439342"/>
                <a:gd name="connsiteY57" fmla="*/ 13115 h 340982"/>
                <a:gd name="connsiteX58" fmla="*/ 147540 w 439342"/>
                <a:gd name="connsiteY58" fmla="*/ 13115 h 340982"/>
                <a:gd name="connsiteX59" fmla="*/ 147540 w 439342"/>
                <a:gd name="connsiteY59" fmla="*/ 13115 h 340982"/>
                <a:gd name="connsiteX60" fmla="*/ 150819 w 439342"/>
                <a:gd name="connsiteY60" fmla="*/ 13115 h 340982"/>
                <a:gd name="connsiteX61" fmla="*/ 154098 w 439342"/>
                <a:gd name="connsiteY61" fmla="*/ 13115 h 340982"/>
                <a:gd name="connsiteX62" fmla="*/ 159016 w 439342"/>
                <a:gd name="connsiteY62" fmla="*/ 14754 h 340982"/>
                <a:gd name="connsiteX63" fmla="*/ 162294 w 439342"/>
                <a:gd name="connsiteY63" fmla="*/ 14754 h 340982"/>
                <a:gd name="connsiteX64" fmla="*/ 165573 w 439342"/>
                <a:gd name="connsiteY64" fmla="*/ 16393 h 340982"/>
                <a:gd name="connsiteX65" fmla="*/ 167213 w 439342"/>
                <a:gd name="connsiteY65" fmla="*/ 16393 h 340982"/>
                <a:gd name="connsiteX66" fmla="*/ 170491 w 439342"/>
                <a:gd name="connsiteY66" fmla="*/ 16393 h 340982"/>
                <a:gd name="connsiteX67" fmla="*/ 172130 w 439342"/>
                <a:gd name="connsiteY67" fmla="*/ 16393 h 340982"/>
                <a:gd name="connsiteX68" fmla="*/ 175409 w 439342"/>
                <a:gd name="connsiteY68" fmla="*/ 16393 h 340982"/>
                <a:gd name="connsiteX69" fmla="*/ 178688 w 439342"/>
                <a:gd name="connsiteY69" fmla="*/ 14754 h 340982"/>
                <a:gd name="connsiteX70" fmla="*/ 183606 w 439342"/>
                <a:gd name="connsiteY70" fmla="*/ 14754 h 340982"/>
                <a:gd name="connsiteX71" fmla="*/ 183606 w 439342"/>
                <a:gd name="connsiteY71" fmla="*/ 14754 h 340982"/>
                <a:gd name="connsiteX72" fmla="*/ 183606 w 439342"/>
                <a:gd name="connsiteY72" fmla="*/ 14754 h 340982"/>
                <a:gd name="connsiteX73" fmla="*/ 188524 w 439342"/>
                <a:gd name="connsiteY73" fmla="*/ 13115 h 340982"/>
                <a:gd name="connsiteX74" fmla="*/ 191803 w 439342"/>
                <a:gd name="connsiteY74" fmla="*/ 11475 h 340982"/>
                <a:gd name="connsiteX75" fmla="*/ 195081 w 439342"/>
                <a:gd name="connsiteY75" fmla="*/ 13115 h 340982"/>
                <a:gd name="connsiteX76" fmla="*/ 198360 w 439342"/>
                <a:gd name="connsiteY76" fmla="*/ 11475 h 340982"/>
                <a:gd name="connsiteX77" fmla="*/ 203278 w 439342"/>
                <a:gd name="connsiteY77" fmla="*/ 13115 h 340982"/>
                <a:gd name="connsiteX78" fmla="*/ 206557 w 439342"/>
                <a:gd name="connsiteY78" fmla="*/ 14754 h 340982"/>
                <a:gd name="connsiteX79" fmla="*/ 209835 w 439342"/>
                <a:gd name="connsiteY79" fmla="*/ 14754 h 340982"/>
                <a:gd name="connsiteX80" fmla="*/ 214753 w 439342"/>
                <a:gd name="connsiteY80" fmla="*/ 18033 h 340982"/>
                <a:gd name="connsiteX81" fmla="*/ 214753 w 439342"/>
                <a:gd name="connsiteY81" fmla="*/ 18033 h 340982"/>
                <a:gd name="connsiteX82" fmla="*/ 218032 w 439342"/>
                <a:gd name="connsiteY82" fmla="*/ 18033 h 340982"/>
                <a:gd name="connsiteX83" fmla="*/ 219671 w 439342"/>
                <a:gd name="connsiteY83" fmla="*/ 19672 h 340982"/>
                <a:gd name="connsiteX84" fmla="*/ 221310 w 439342"/>
                <a:gd name="connsiteY84" fmla="*/ 14754 h 340982"/>
                <a:gd name="connsiteX85" fmla="*/ 221310 w 439342"/>
                <a:gd name="connsiteY85" fmla="*/ 14754 h 340982"/>
                <a:gd name="connsiteX86" fmla="*/ 226229 w 439342"/>
                <a:gd name="connsiteY86" fmla="*/ 14754 h 340982"/>
                <a:gd name="connsiteX87" fmla="*/ 229507 w 439342"/>
                <a:gd name="connsiteY87" fmla="*/ 14754 h 340982"/>
                <a:gd name="connsiteX88" fmla="*/ 232786 w 439342"/>
                <a:gd name="connsiteY88" fmla="*/ 16393 h 340982"/>
                <a:gd name="connsiteX89" fmla="*/ 236064 w 439342"/>
                <a:gd name="connsiteY89" fmla="*/ 16393 h 340982"/>
                <a:gd name="connsiteX90" fmla="*/ 239343 w 439342"/>
                <a:gd name="connsiteY90" fmla="*/ 19672 h 340982"/>
                <a:gd name="connsiteX91" fmla="*/ 244261 w 439342"/>
                <a:gd name="connsiteY91" fmla="*/ 19672 h 340982"/>
                <a:gd name="connsiteX92" fmla="*/ 247540 w 439342"/>
                <a:gd name="connsiteY92" fmla="*/ 19672 h 340982"/>
                <a:gd name="connsiteX93" fmla="*/ 250819 w 439342"/>
                <a:gd name="connsiteY93" fmla="*/ 19672 h 340982"/>
                <a:gd name="connsiteX94" fmla="*/ 255737 w 439342"/>
                <a:gd name="connsiteY94" fmla="*/ 19672 h 340982"/>
                <a:gd name="connsiteX95" fmla="*/ 255737 w 439342"/>
                <a:gd name="connsiteY95" fmla="*/ 19672 h 340982"/>
                <a:gd name="connsiteX96" fmla="*/ 255737 w 439342"/>
                <a:gd name="connsiteY96" fmla="*/ 18033 h 340982"/>
                <a:gd name="connsiteX97" fmla="*/ 259016 w 439342"/>
                <a:gd name="connsiteY97" fmla="*/ 16393 h 340982"/>
                <a:gd name="connsiteX98" fmla="*/ 262294 w 439342"/>
                <a:gd name="connsiteY98" fmla="*/ 18033 h 340982"/>
                <a:gd name="connsiteX99" fmla="*/ 262294 w 439342"/>
                <a:gd name="connsiteY99" fmla="*/ 18033 h 340982"/>
                <a:gd name="connsiteX100" fmla="*/ 263933 w 439342"/>
                <a:gd name="connsiteY100" fmla="*/ 18033 h 340982"/>
                <a:gd name="connsiteX101" fmla="*/ 263933 w 439342"/>
                <a:gd name="connsiteY101" fmla="*/ 19672 h 340982"/>
                <a:gd name="connsiteX102" fmla="*/ 267212 w 439342"/>
                <a:gd name="connsiteY102" fmla="*/ 19672 h 340982"/>
                <a:gd name="connsiteX103" fmla="*/ 272130 w 439342"/>
                <a:gd name="connsiteY103" fmla="*/ 19672 h 340982"/>
                <a:gd name="connsiteX104" fmla="*/ 275409 w 439342"/>
                <a:gd name="connsiteY104" fmla="*/ 21311 h 340982"/>
                <a:gd name="connsiteX105" fmla="*/ 275409 w 439342"/>
                <a:gd name="connsiteY105" fmla="*/ 24590 h 340982"/>
                <a:gd name="connsiteX106" fmla="*/ 273769 w 439342"/>
                <a:gd name="connsiteY106" fmla="*/ 29508 h 340982"/>
                <a:gd name="connsiteX107" fmla="*/ 277048 w 439342"/>
                <a:gd name="connsiteY107" fmla="*/ 31147 h 340982"/>
                <a:gd name="connsiteX108" fmla="*/ 278687 w 439342"/>
                <a:gd name="connsiteY108" fmla="*/ 27869 h 340982"/>
                <a:gd name="connsiteX109" fmla="*/ 280327 w 439342"/>
                <a:gd name="connsiteY109" fmla="*/ 27869 h 340982"/>
                <a:gd name="connsiteX110" fmla="*/ 283606 w 439342"/>
                <a:gd name="connsiteY110" fmla="*/ 31147 h 340982"/>
                <a:gd name="connsiteX111" fmla="*/ 286884 w 439342"/>
                <a:gd name="connsiteY111" fmla="*/ 32787 h 340982"/>
                <a:gd name="connsiteX112" fmla="*/ 290163 w 439342"/>
                <a:gd name="connsiteY112" fmla="*/ 34426 h 340982"/>
                <a:gd name="connsiteX113" fmla="*/ 293441 w 439342"/>
                <a:gd name="connsiteY113" fmla="*/ 36065 h 340982"/>
                <a:gd name="connsiteX114" fmla="*/ 298360 w 439342"/>
                <a:gd name="connsiteY114" fmla="*/ 34426 h 340982"/>
                <a:gd name="connsiteX115" fmla="*/ 298360 w 439342"/>
                <a:gd name="connsiteY115" fmla="*/ 36065 h 340982"/>
                <a:gd name="connsiteX116" fmla="*/ 301638 w 439342"/>
                <a:gd name="connsiteY116" fmla="*/ 40983 h 340982"/>
                <a:gd name="connsiteX117" fmla="*/ 304917 w 439342"/>
                <a:gd name="connsiteY117" fmla="*/ 42623 h 340982"/>
                <a:gd name="connsiteX118" fmla="*/ 304917 w 439342"/>
                <a:gd name="connsiteY118" fmla="*/ 42623 h 340982"/>
                <a:gd name="connsiteX119" fmla="*/ 304917 w 439342"/>
                <a:gd name="connsiteY119" fmla="*/ 40983 h 340982"/>
                <a:gd name="connsiteX120" fmla="*/ 309835 w 439342"/>
                <a:gd name="connsiteY120" fmla="*/ 40983 h 340982"/>
                <a:gd name="connsiteX121" fmla="*/ 313113 w 439342"/>
                <a:gd name="connsiteY121" fmla="*/ 39344 h 340982"/>
                <a:gd name="connsiteX122" fmla="*/ 316392 w 439342"/>
                <a:gd name="connsiteY122" fmla="*/ 42623 h 340982"/>
                <a:gd name="connsiteX123" fmla="*/ 321310 w 439342"/>
                <a:gd name="connsiteY123" fmla="*/ 45901 h 340982"/>
                <a:gd name="connsiteX124" fmla="*/ 322950 w 439342"/>
                <a:gd name="connsiteY124" fmla="*/ 47541 h 340982"/>
                <a:gd name="connsiteX125" fmla="*/ 326228 w 439342"/>
                <a:gd name="connsiteY125" fmla="*/ 45901 h 340982"/>
                <a:gd name="connsiteX126" fmla="*/ 331146 w 439342"/>
                <a:gd name="connsiteY126" fmla="*/ 44262 h 340982"/>
                <a:gd name="connsiteX127" fmla="*/ 334425 w 439342"/>
                <a:gd name="connsiteY127" fmla="*/ 47541 h 340982"/>
                <a:gd name="connsiteX128" fmla="*/ 339343 w 439342"/>
                <a:gd name="connsiteY128" fmla="*/ 47541 h 340982"/>
                <a:gd name="connsiteX129" fmla="*/ 339343 w 439342"/>
                <a:gd name="connsiteY129" fmla="*/ 45901 h 340982"/>
                <a:gd name="connsiteX130" fmla="*/ 344261 w 439342"/>
                <a:gd name="connsiteY130" fmla="*/ 45901 h 340982"/>
                <a:gd name="connsiteX131" fmla="*/ 347540 w 439342"/>
                <a:gd name="connsiteY131" fmla="*/ 47541 h 340982"/>
                <a:gd name="connsiteX132" fmla="*/ 347540 w 439342"/>
                <a:gd name="connsiteY132" fmla="*/ 42623 h 340982"/>
                <a:gd name="connsiteX133" fmla="*/ 349179 w 439342"/>
                <a:gd name="connsiteY133" fmla="*/ 39344 h 340982"/>
                <a:gd name="connsiteX134" fmla="*/ 349179 w 439342"/>
                <a:gd name="connsiteY134" fmla="*/ 39344 h 340982"/>
                <a:gd name="connsiteX135" fmla="*/ 350818 w 439342"/>
                <a:gd name="connsiteY135" fmla="*/ 40983 h 340982"/>
                <a:gd name="connsiteX136" fmla="*/ 352457 w 439342"/>
                <a:gd name="connsiteY136" fmla="*/ 40983 h 340982"/>
                <a:gd name="connsiteX137" fmla="*/ 357376 w 439342"/>
                <a:gd name="connsiteY137" fmla="*/ 40983 h 340982"/>
                <a:gd name="connsiteX138" fmla="*/ 360654 w 439342"/>
                <a:gd name="connsiteY138" fmla="*/ 42623 h 340982"/>
                <a:gd name="connsiteX139" fmla="*/ 363933 w 439342"/>
                <a:gd name="connsiteY139" fmla="*/ 45901 h 340982"/>
                <a:gd name="connsiteX140" fmla="*/ 368851 w 439342"/>
                <a:gd name="connsiteY140" fmla="*/ 45901 h 340982"/>
                <a:gd name="connsiteX141" fmla="*/ 372130 w 439342"/>
                <a:gd name="connsiteY141" fmla="*/ 45901 h 340982"/>
                <a:gd name="connsiteX142" fmla="*/ 373769 w 439342"/>
                <a:gd name="connsiteY142" fmla="*/ 50819 h 340982"/>
                <a:gd name="connsiteX143" fmla="*/ 375408 w 439342"/>
                <a:gd name="connsiteY143" fmla="*/ 54098 h 340982"/>
                <a:gd name="connsiteX144" fmla="*/ 375408 w 439342"/>
                <a:gd name="connsiteY144" fmla="*/ 57377 h 340982"/>
                <a:gd name="connsiteX145" fmla="*/ 378687 w 439342"/>
                <a:gd name="connsiteY145" fmla="*/ 57377 h 340982"/>
                <a:gd name="connsiteX146" fmla="*/ 381966 w 439342"/>
                <a:gd name="connsiteY146" fmla="*/ 55737 h 340982"/>
                <a:gd name="connsiteX147" fmla="*/ 383605 w 439342"/>
                <a:gd name="connsiteY147" fmla="*/ 54098 h 340982"/>
                <a:gd name="connsiteX148" fmla="*/ 383605 w 439342"/>
                <a:gd name="connsiteY148" fmla="*/ 55737 h 340982"/>
                <a:gd name="connsiteX149" fmla="*/ 388523 w 439342"/>
                <a:gd name="connsiteY149" fmla="*/ 55737 h 340982"/>
                <a:gd name="connsiteX150" fmla="*/ 390162 w 439342"/>
                <a:gd name="connsiteY150" fmla="*/ 57377 h 340982"/>
                <a:gd name="connsiteX151" fmla="*/ 391801 w 439342"/>
                <a:gd name="connsiteY151" fmla="*/ 57377 h 340982"/>
                <a:gd name="connsiteX152" fmla="*/ 391801 w 439342"/>
                <a:gd name="connsiteY152" fmla="*/ 57377 h 340982"/>
                <a:gd name="connsiteX153" fmla="*/ 391801 w 439342"/>
                <a:gd name="connsiteY153" fmla="*/ 57377 h 340982"/>
                <a:gd name="connsiteX154" fmla="*/ 395080 w 439342"/>
                <a:gd name="connsiteY154" fmla="*/ 60655 h 340982"/>
                <a:gd name="connsiteX155" fmla="*/ 399998 w 439342"/>
                <a:gd name="connsiteY155" fmla="*/ 59016 h 340982"/>
                <a:gd name="connsiteX156" fmla="*/ 403277 w 439342"/>
                <a:gd name="connsiteY156" fmla="*/ 57377 h 340982"/>
                <a:gd name="connsiteX157" fmla="*/ 406556 w 439342"/>
                <a:gd name="connsiteY157" fmla="*/ 59016 h 340982"/>
                <a:gd name="connsiteX158" fmla="*/ 409834 w 439342"/>
                <a:gd name="connsiteY158" fmla="*/ 60655 h 340982"/>
                <a:gd name="connsiteX159" fmla="*/ 413113 w 439342"/>
                <a:gd name="connsiteY159" fmla="*/ 60655 h 340982"/>
                <a:gd name="connsiteX160" fmla="*/ 416391 w 439342"/>
                <a:gd name="connsiteY160" fmla="*/ 62295 h 340982"/>
                <a:gd name="connsiteX161" fmla="*/ 419670 w 439342"/>
                <a:gd name="connsiteY161" fmla="*/ 59016 h 340982"/>
                <a:gd name="connsiteX162" fmla="*/ 424588 w 439342"/>
                <a:gd name="connsiteY162" fmla="*/ 55737 h 340982"/>
                <a:gd name="connsiteX163" fmla="*/ 424588 w 439342"/>
                <a:gd name="connsiteY163" fmla="*/ 57377 h 340982"/>
                <a:gd name="connsiteX164" fmla="*/ 427867 w 439342"/>
                <a:gd name="connsiteY164" fmla="*/ 55737 h 340982"/>
                <a:gd name="connsiteX165" fmla="*/ 431146 w 439342"/>
                <a:gd name="connsiteY165" fmla="*/ 57377 h 340982"/>
                <a:gd name="connsiteX166" fmla="*/ 434424 w 439342"/>
                <a:gd name="connsiteY166" fmla="*/ 57377 h 340982"/>
                <a:gd name="connsiteX167" fmla="*/ 434424 w 439342"/>
                <a:gd name="connsiteY167" fmla="*/ 59016 h 340982"/>
                <a:gd name="connsiteX168" fmla="*/ 434424 w 439342"/>
                <a:gd name="connsiteY168" fmla="*/ 62295 h 340982"/>
                <a:gd name="connsiteX169" fmla="*/ 439343 w 439342"/>
                <a:gd name="connsiteY169" fmla="*/ 62295 h 340982"/>
                <a:gd name="connsiteX170" fmla="*/ 437703 w 439342"/>
                <a:gd name="connsiteY170" fmla="*/ 65573 h 340982"/>
                <a:gd name="connsiteX171" fmla="*/ 432785 w 439342"/>
                <a:gd name="connsiteY171" fmla="*/ 65573 h 340982"/>
                <a:gd name="connsiteX172" fmla="*/ 432785 w 439342"/>
                <a:gd name="connsiteY172" fmla="*/ 67213 h 340982"/>
                <a:gd name="connsiteX173" fmla="*/ 432785 w 439342"/>
                <a:gd name="connsiteY173" fmla="*/ 72131 h 340982"/>
                <a:gd name="connsiteX174" fmla="*/ 434424 w 439342"/>
                <a:gd name="connsiteY174" fmla="*/ 75409 h 340982"/>
                <a:gd name="connsiteX175" fmla="*/ 434424 w 439342"/>
                <a:gd name="connsiteY175" fmla="*/ 75409 h 340982"/>
                <a:gd name="connsiteX176" fmla="*/ 434424 w 439342"/>
                <a:gd name="connsiteY176" fmla="*/ 80327 h 340982"/>
                <a:gd name="connsiteX177" fmla="*/ 432785 w 439342"/>
                <a:gd name="connsiteY177" fmla="*/ 83606 h 340982"/>
                <a:gd name="connsiteX178" fmla="*/ 432785 w 439342"/>
                <a:gd name="connsiteY178" fmla="*/ 83606 h 340982"/>
                <a:gd name="connsiteX179" fmla="*/ 427867 w 439342"/>
                <a:gd name="connsiteY179" fmla="*/ 86885 h 340982"/>
                <a:gd name="connsiteX180" fmla="*/ 424588 w 439342"/>
                <a:gd name="connsiteY180" fmla="*/ 88524 h 340982"/>
                <a:gd name="connsiteX181" fmla="*/ 421310 w 439342"/>
                <a:gd name="connsiteY181" fmla="*/ 90164 h 340982"/>
                <a:gd name="connsiteX182" fmla="*/ 419670 w 439342"/>
                <a:gd name="connsiteY182" fmla="*/ 91803 h 340982"/>
                <a:gd name="connsiteX183" fmla="*/ 416391 w 439342"/>
                <a:gd name="connsiteY183" fmla="*/ 93442 h 340982"/>
                <a:gd name="connsiteX184" fmla="*/ 411474 w 439342"/>
                <a:gd name="connsiteY184" fmla="*/ 95082 h 340982"/>
                <a:gd name="connsiteX185" fmla="*/ 408195 w 439342"/>
                <a:gd name="connsiteY185" fmla="*/ 96721 h 340982"/>
                <a:gd name="connsiteX186" fmla="*/ 404916 w 439342"/>
                <a:gd name="connsiteY186" fmla="*/ 98360 h 340982"/>
                <a:gd name="connsiteX187" fmla="*/ 401638 w 439342"/>
                <a:gd name="connsiteY187" fmla="*/ 99999 h 340982"/>
                <a:gd name="connsiteX188" fmla="*/ 398359 w 439342"/>
                <a:gd name="connsiteY188" fmla="*/ 104917 h 340982"/>
                <a:gd name="connsiteX189" fmla="*/ 396720 w 439342"/>
                <a:gd name="connsiteY189" fmla="*/ 106557 h 340982"/>
                <a:gd name="connsiteX190" fmla="*/ 393441 w 439342"/>
                <a:gd name="connsiteY190" fmla="*/ 108196 h 340982"/>
                <a:gd name="connsiteX191" fmla="*/ 388523 w 439342"/>
                <a:gd name="connsiteY191" fmla="*/ 108196 h 340982"/>
                <a:gd name="connsiteX192" fmla="*/ 385244 w 439342"/>
                <a:gd name="connsiteY192" fmla="*/ 109836 h 340982"/>
                <a:gd name="connsiteX193" fmla="*/ 381966 w 439342"/>
                <a:gd name="connsiteY193" fmla="*/ 111475 h 340982"/>
                <a:gd name="connsiteX194" fmla="*/ 378687 w 439342"/>
                <a:gd name="connsiteY194" fmla="*/ 111475 h 340982"/>
                <a:gd name="connsiteX195" fmla="*/ 375408 w 439342"/>
                <a:gd name="connsiteY195" fmla="*/ 111475 h 340982"/>
                <a:gd name="connsiteX196" fmla="*/ 370490 w 439342"/>
                <a:gd name="connsiteY196" fmla="*/ 113114 h 340982"/>
                <a:gd name="connsiteX197" fmla="*/ 367211 w 439342"/>
                <a:gd name="connsiteY197" fmla="*/ 114754 h 340982"/>
                <a:gd name="connsiteX198" fmla="*/ 363933 w 439342"/>
                <a:gd name="connsiteY198" fmla="*/ 114754 h 340982"/>
                <a:gd name="connsiteX199" fmla="*/ 360654 w 439342"/>
                <a:gd name="connsiteY199" fmla="*/ 118032 h 340982"/>
                <a:gd name="connsiteX200" fmla="*/ 359015 w 439342"/>
                <a:gd name="connsiteY200" fmla="*/ 118032 h 340982"/>
                <a:gd name="connsiteX201" fmla="*/ 355736 w 439342"/>
                <a:gd name="connsiteY201" fmla="*/ 118032 h 340982"/>
                <a:gd name="connsiteX202" fmla="*/ 352457 w 439342"/>
                <a:gd name="connsiteY202" fmla="*/ 121311 h 340982"/>
                <a:gd name="connsiteX203" fmla="*/ 349179 w 439342"/>
                <a:gd name="connsiteY203" fmla="*/ 124589 h 340982"/>
                <a:gd name="connsiteX204" fmla="*/ 344261 w 439342"/>
                <a:gd name="connsiteY204" fmla="*/ 127868 h 340982"/>
                <a:gd name="connsiteX205" fmla="*/ 349179 w 439342"/>
                <a:gd name="connsiteY205" fmla="*/ 131147 h 340982"/>
                <a:gd name="connsiteX206" fmla="*/ 350818 w 439342"/>
                <a:gd name="connsiteY206" fmla="*/ 132786 h 340982"/>
                <a:gd name="connsiteX207" fmla="*/ 349179 w 439342"/>
                <a:gd name="connsiteY207" fmla="*/ 134426 h 340982"/>
                <a:gd name="connsiteX208" fmla="*/ 345900 w 439342"/>
                <a:gd name="connsiteY208" fmla="*/ 136065 h 340982"/>
                <a:gd name="connsiteX209" fmla="*/ 342621 w 439342"/>
                <a:gd name="connsiteY209" fmla="*/ 139344 h 340982"/>
                <a:gd name="connsiteX210" fmla="*/ 339343 w 439342"/>
                <a:gd name="connsiteY210" fmla="*/ 139344 h 340982"/>
                <a:gd name="connsiteX211" fmla="*/ 337703 w 439342"/>
                <a:gd name="connsiteY211" fmla="*/ 140983 h 340982"/>
                <a:gd name="connsiteX212" fmla="*/ 336064 w 439342"/>
                <a:gd name="connsiteY212" fmla="*/ 144262 h 340982"/>
                <a:gd name="connsiteX213" fmla="*/ 332786 w 439342"/>
                <a:gd name="connsiteY213" fmla="*/ 149179 h 340982"/>
                <a:gd name="connsiteX214" fmla="*/ 329507 w 439342"/>
                <a:gd name="connsiteY214" fmla="*/ 152458 h 340982"/>
                <a:gd name="connsiteX215" fmla="*/ 326228 w 439342"/>
                <a:gd name="connsiteY215" fmla="*/ 155737 h 340982"/>
                <a:gd name="connsiteX216" fmla="*/ 324589 w 439342"/>
                <a:gd name="connsiteY216" fmla="*/ 160655 h 340982"/>
                <a:gd name="connsiteX217" fmla="*/ 319671 w 439342"/>
                <a:gd name="connsiteY217" fmla="*/ 162294 h 340982"/>
                <a:gd name="connsiteX218" fmla="*/ 319671 w 439342"/>
                <a:gd name="connsiteY218" fmla="*/ 163934 h 340982"/>
                <a:gd name="connsiteX219" fmla="*/ 318031 w 439342"/>
                <a:gd name="connsiteY219" fmla="*/ 167212 h 340982"/>
                <a:gd name="connsiteX220" fmla="*/ 318031 w 439342"/>
                <a:gd name="connsiteY220" fmla="*/ 167212 h 340982"/>
                <a:gd name="connsiteX221" fmla="*/ 314753 w 439342"/>
                <a:gd name="connsiteY221" fmla="*/ 172130 h 340982"/>
                <a:gd name="connsiteX222" fmla="*/ 311474 w 439342"/>
                <a:gd name="connsiteY222" fmla="*/ 175409 h 340982"/>
                <a:gd name="connsiteX223" fmla="*/ 311474 w 439342"/>
                <a:gd name="connsiteY223" fmla="*/ 177048 h 340982"/>
                <a:gd name="connsiteX224" fmla="*/ 309835 w 439342"/>
                <a:gd name="connsiteY224" fmla="*/ 178688 h 340982"/>
                <a:gd name="connsiteX225" fmla="*/ 309835 w 439342"/>
                <a:gd name="connsiteY225" fmla="*/ 178688 h 340982"/>
                <a:gd name="connsiteX226" fmla="*/ 308196 w 439342"/>
                <a:gd name="connsiteY226" fmla="*/ 181966 h 340982"/>
                <a:gd name="connsiteX227" fmla="*/ 306556 w 439342"/>
                <a:gd name="connsiteY227" fmla="*/ 186884 h 340982"/>
                <a:gd name="connsiteX228" fmla="*/ 304917 w 439342"/>
                <a:gd name="connsiteY228" fmla="*/ 188524 h 340982"/>
                <a:gd name="connsiteX229" fmla="*/ 306556 w 439342"/>
                <a:gd name="connsiteY229" fmla="*/ 193442 h 340982"/>
                <a:gd name="connsiteX230" fmla="*/ 306556 w 439342"/>
                <a:gd name="connsiteY230" fmla="*/ 195081 h 340982"/>
                <a:gd name="connsiteX231" fmla="*/ 308196 w 439342"/>
                <a:gd name="connsiteY231" fmla="*/ 198360 h 340982"/>
                <a:gd name="connsiteX232" fmla="*/ 308196 w 439342"/>
                <a:gd name="connsiteY232" fmla="*/ 201638 h 340982"/>
                <a:gd name="connsiteX233" fmla="*/ 309835 w 439342"/>
                <a:gd name="connsiteY233" fmla="*/ 204917 h 340982"/>
                <a:gd name="connsiteX234" fmla="*/ 311474 w 439342"/>
                <a:gd name="connsiteY234" fmla="*/ 209835 h 340982"/>
                <a:gd name="connsiteX235" fmla="*/ 314753 w 439342"/>
                <a:gd name="connsiteY235" fmla="*/ 213114 h 340982"/>
                <a:gd name="connsiteX236" fmla="*/ 314753 w 439342"/>
                <a:gd name="connsiteY236" fmla="*/ 213114 h 340982"/>
                <a:gd name="connsiteX237" fmla="*/ 316392 w 439342"/>
                <a:gd name="connsiteY237" fmla="*/ 214753 h 340982"/>
                <a:gd name="connsiteX238" fmla="*/ 318031 w 439342"/>
                <a:gd name="connsiteY238" fmla="*/ 214753 h 340982"/>
                <a:gd name="connsiteX239" fmla="*/ 322950 w 439342"/>
                <a:gd name="connsiteY239" fmla="*/ 216392 h 340982"/>
                <a:gd name="connsiteX240" fmla="*/ 322950 w 439342"/>
                <a:gd name="connsiteY240" fmla="*/ 219671 h 340982"/>
                <a:gd name="connsiteX241" fmla="*/ 319671 w 439342"/>
                <a:gd name="connsiteY241" fmla="*/ 222950 h 340982"/>
                <a:gd name="connsiteX242" fmla="*/ 316392 w 439342"/>
                <a:gd name="connsiteY242" fmla="*/ 224589 h 340982"/>
                <a:gd name="connsiteX243" fmla="*/ 313113 w 439342"/>
                <a:gd name="connsiteY243" fmla="*/ 227868 h 340982"/>
                <a:gd name="connsiteX244" fmla="*/ 309835 w 439342"/>
                <a:gd name="connsiteY244" fmla="*/ 229507 h 340982"/>
                <a:gd name="connsiteX245" fmla="*/ 306556 w 439342"/>
                <a:gd name="connsiteY245" fmla="*/ 231146 h 340982"/>
                <a:gd name="connsiteX246" fmla="*/ 301638 w 439342"/>
                <a:gd name="connsiteY246" fmla="*/ 232786 h 340982"/>
                <a:gd name="connsiteX247" fmla="*/ 299999 w 439342"/>
                <a:gd name="connsiteY247" fmla="*/ 236064 h 340982"/>
                <a:gd name="connsiteX248" fmla="*/ 296720 w 439342"/>
                <a:gd name="connsiteY248" fmla="*/ 239343 h 340982"/>
                <a:gd name="connsiteX249" fmla="*/ 296720 w 439342"/>
                <a:gd name="connsiteY249" fmla="*/ 242622 h 340982"/>
                <a:gd name="connsiteX250" fmla="*/ 293441 w 439342"/>
                <a:gd name="connsiteY250" fmla="*/ 244261 h 340982"/>
                <a:gd name="connsiteX251" fmla="*/ 291802 w 439342"/>
                <a:gd name="connsiteY251" fmla="*/ 247540 h 340982"/>
                <a:gd name="connsiteX252" fmla="*/ 291802 w 439342"/>
                <a:gd name="connsiteY252" fmla="*/ 250819 h 340982"/>
                <a:gd name="connsiteX253" fmla="*/ 290163 w 439342"/>
                <a:gd name="connsiteY253" fmla="*/ 254097 h 340982"/>
                <a:gd name="connsiteX254" fmla="*/ 286884 w 439342"/>
                <a:gd name="connsiteY254" fmla="*/ 259015 h 340982"/>
                <a:gd name="connsiteX255" fmla="*/ 285245 w 439342"/>
                <a:gd name="connsiteY255" fmla="*/ 262294 h 340982"/>
                <a:gd name="connsiteX256" fmla="*/ 285245 w 439342"/>
                <a:gd name="connsiteY256" fmla="*/ 267212 h 340982"/>
                <a:gd name="connsiteX257" fmla="*/ 288523 w 439342"/>
                <a:gd name="connsiteY257" fmla="*/ 267212 h 340982"/>
                <a:gd name="connsiteX258" fmla="*/ 288523 w 439342"/>
                <a:gd name="connsiteY258" fmla="*/ 263933 h 340982"/>
                <a:gd name="connsiteX259" fmla="*/ 288523 w 439342"/>
                <a:gd name="connsiteY259" fmla="*/ 267212 h 340982"/>
                <a:gd name="connsiteX260" fmla="*/ 285245 w 439342"/>
                <a:gd name="connsiteY260" fmla="*/ 270491 h 340982"/>
                <a:gd name="connsiteX261" fmla="*/ 281966 w 439342"/>
                <a:gd name="connsiteY261" fmla="*/ 272130 h 340982"/>
                <a:gd name="connsiteX262" fmla="*/ 277048 w 439342"/>
                <a:gd name="connsiteY262" fmla="*/ 270491 h 340982"/>
                <a:gd name="connsiteX263" fmla="*/ 273769 w 439342"/>
                <a:gd name="connsiteY263" fmla="*/ 272130 h 340982"/>
                <a:gd name="connsiteX264" fmla="*/ 270491 w 439342"/>
                <a:gd name="connsiteY264" fmla="*/ 270491 h 340982"/>
                <a:gd name="connsiteX265" fmla="*/ 265573 w 439342"/>
                <a:gd name="connsiteY265" fmla="*/ 272130 h 340982"/>
                <a:gd name="connsiteX266" fmla="*/ 262294 w 439342"/>
                <a:gd name="connsiteY266" fmla="*/ 273769 h 340982"/>
                <a:gd name="connsiteX267" fmla="*/ 260654 w 439342"/>
                <a:gd name="connsiteY267" fmla="*/ 277048 h 340982"/>
                <a:gd name="connsiteX268" fmla="*/ 257376 w 439342"/>
                <a:gd name="connsiteY268" fmla="*/ 278687 h 340982"/>
                <a:gd name="connsiteX269" fmla="*/ 255737 w 439342"/>
                <a:gd name="connsiteY269" fmla="*/ 280326 h 340982"/>
                <a:gd name="connsiteX270" fmla="*/ 252458 w 439342"/>
                <a:gd name="connsiteY270" fmla="*/ 283605 h 340982"/>
                <a:gd name="connsiteX271" fmla="*/ 247540 w 439342"/>
                <a:gd name="connsiteY271" fmla="*/ 285244 h 340982"/>
                <a:gd name="connsiteX272" fmla="*/ 247540 w 439342"/>
                <a:gd name="connsiteY272" fmla="*/ 288523 h 340982"/>
                <a:gd name="connsiteX273" fmla="*/ 247540 w 439342"/>
                <a:gd name="connsiteY273" fmla="*/ 291802 h 340982"/>
                <a:gd name="connsiteX274" fmla="*/ 245901 w 439342"/>
                <a:gd name="connsiteY274" fmla="*/ 295081 h 340982"/>
                <a:gd name="connsiteX275" fmla="*/ 242622 w 439342"/>
                <a:gd name="connsiteY275" fmla="*/ 299999 h 340982"/>
                <a:gd name="connsiteX276" fmla="*/ 240983 w 439342"/>
                <a:gd name="connsiteY276" fmla="*/ 303277 h 340982"/>
                <a:gd name="connsiteX277" fmla="*/ 237704 w 439342"/>
                <a:gd name="connsiteY277" fmla="*/ 306556 h 340982"/>
                <a:gd name="connsiteX278" fmla="*/ 232786 w 439342"/>
                <a:gd name="connsiteY278" fmla="*/ 308195 h 340982"/>
                <a:gd name="connsiteX279" fmla="*/ 231147 w 439342"/>
                <a:gd name="connsiteY279" fmla="*/ 304916 h 340982"/>
                <a:gd name="connsiteX280" fmla="*/ 227868 w 439342"/>
                <a:gd name="connsiteY280" fmla="*/ 303277 h 340982"/>
                <a:gd name="connsiteX281" fmla="*/ 224589 w 439342"/>
                <a:gd name="connsiteY281" fmla="*/ 303277 h 340982"/>
                <a:gd name="connsiteX282" fmla="*/ 221310 w 439342"/>
                <a:gd name="connsiteY282" fmla="*/ 304916 h 340982"/>
                <a:gd name="connsiteX283" fmla="*/ 218032 w 439342"/>
                <a:gd name="connsiteY283" fmla="*/ 308195 h 340982"/>
                <a:gd name="connsiteX284" fmla="*/ 214753 w 439342"/>
                <a:gd name="connsiteY284" fmla="*/ 309835 h 340982"/>
                <a:gd name="connsiteX285" fmla="*/ 211474 w 439342"/>
                <a:gd name="connsiteY285" fmla="*/ 309835 h 340982"/>
                <a:gd name="connsiteX286" fmla="*/ 206557 w 439342"/>
                <a:gd name="connsiteY286" fmla="*/ 306556 h 340982"/>
                <a:gd name="connsiteX287" fmla="*/ 203278 w 439342"/>
                <a:gd name="connsiteY287" fmla="*/ 306556 h 340982"/>
                <a:gd name="connsiteX288" fmla="*/ 199999 w 439342"/>
                <a:gd name="connsiteY288" fmla="*/ 306556 h 340982"/>
                <a:gd name="connsiteX289" fmla="*/ 196720 w 439342"/>
                <a:gd name="connsiteY289" fmla="*/ 306556 h 340982"/>
                <a:gd name="connsiteX290" fmla="*/ 191803 w 439342"/>
                <a:gd name="connsiteY290" fmla="*/ 308195 h 340982"/>
                <a:gd name="connsiteX291" fmla="*/ 188524 w 439342"/>
                <a:gd name="connsiteY291" fmla="*/ 309835 h 340982"/>
                <a:gd name="connsiteX292" fmla="*/ 185245 w 439342"/>
                <a:gd name="connsiteY292" fmla="*/ 308195 h 340982"/>
                <a:gd name="connsiteX293" fmla="*/ 183606 w 439342"/>
                <a:gd name="connsiteY293" fmla="*/ 308195 h 340982"/>
                <a:gd name="connsiteX294" fmla="*/ 180327 w 439342"/>
                <a:gd name="connsiteY294" fmla="*/ 308195 h 340982"/>
                <a:gd name="connsiteX295" fmla="*/ 177049 w 439342"/>
                <a:gd name="connsiteY295" fmla="*/ 308195 h 340982"/>
                <a:gd name="connsiteX296" fmla="*/ 172130 w 439342"/>
                <a:gd name="connsiteY296" fmla="*/ 308195 h 340982"/>
                <a:gd name="connsiteX297" fmla="*/ 168852 w 439342"/>
                <a:gd name="connsiteY297" fmla="*/ 308195 h 340982"/>
                <a:gd name="connsiteX298" fmla="*/ 165573 w 439342"/>
                <a:gd name="connsiteY298" fmla="*/ 306556 h 340982"/>
                <a:gd name="connsiteX299" fmla="*/ 162294 w 439342"/>
                <a:gd name="connsiteY299" fmla="*/ 308195 h 340982"/>
                <a:gd name="connsiteX300" fmla="*/ 159016 w 439342"/>
                <a:gd name="connsiteY300" fmla="*/ 308195 h 340982"/>
                <a:gd name="connsiteX301" fmla="*/ 154098 w 439342"/>
                <a:gd name="connsiteY301" fmla="*/ 308195 h 340982"/>
                <a:gd name="connsiteX302" fmla="*/ 152459 w 439342"/>
                <a:gd name="connsiteY302" fmla="*/ 309835 h 340982"/>
                <a:gd name="connsiteX303" fmla="*/ 149180 w 439342"/>
                <a:gd name="connsiteY303" fmla="*/ 314753 h 340982"/>
                <a:gd name="connsiteX304" fmla="*/ 144262 w 439342"/>
                <a:gd name="connsiteY304" fmla="*/ 318031 h 340982"/>
                <a:gd name="connsiteX305" fmla="*/ 140983 w 439342"/>
                <a:gd name="connsiteY305" fmla="*/ 318031 h 340982"/>
                <a:gd name="connsiteX306" fmla="*/ 137704 w 439342"/>
                <a:gd name="connsiteY306" fmla="*/ 318031 h 340982"/>
                <a:gd name="connsiteX307" fmla="*/ 134426 w 439342"/>
                <a:gd name="connsiteY307" fmla="*/ 318031 h 340982"/>
                <a:gd name="connsiteX308" fmla="*/ 131147 w 439342"/>
                <a:gd name="connsiteY308" fmla="*/ 319671 h 340982"/>
                <a:gd name="connsiteX309" fmla="*/ 127869 w 439342"/>
                <a:gd name="connsiteY309" fmla="*/ 321310 h 340982"/>
                <a:gd name="connsiteX310" fmla="*/ 124590 w 439342"/>
                <a:gd name="connsiteY310" fmla="*/ 322949 h 340982"/>
                <a:gd name="connsiteX311" fmla="*/ 122950 w 439342"/>
                <a:gd name="connsiteY311" fmla="*/ 326228 h 340982"/>
                <a:gd name="connsiteX312" fmla="*/ 121311 w 439342"/>
                <a:gd name="connsiteY312" fmla="*/ 327867 h 340982"/>
                <a:gd name="connsiteX313" fmla="*/ 119672 w 439342"/>
                <a:gd name="connsiteY313" fmla="*/ 331146 h 340982"/>
                <a:gd name="connsiteX314" fmla="*/ 118032 w 439342"/>
                <a:gd name="connsiteY314" fmla="*/ 334425 h 340982"/>
                <a:gd name="connsiteX315" fmla="*/ 118032 w 439342"/>
                <a:gd name="connsiteY315" fmla="*/ 334425 h 340982"/>
                <a:gd name="connsiteX316" fmla="*/ 114754 w 439342"/>
                <a:gd name="connsiteY316" fmla="*/ 334425 h 340982"/>
                <a:gd name="connsiteX317" fmla="*/ 114754 w 439342"/>
                <a:gd name="connsiteY317" fmla="*/ 337703 h 340982"/>
                <a:gd name="connsiteX318" fmla="*/ 111475 w 439342"/>
                <a:gd name="connsiteY318" fmla="*/ 339343 h 340982"/>
                <a:gd name="connsiteX319" fmla="*/ 108196 w 439342"/>
                <a:gd name="connsiteY319" fmla="*/ 340982 h 340982"/>
                <a:gd name="connsiteX320" fmla="*/ 104917 w 439342"/>
                <a:gd name="connsiteY320" fmla="*/ 337703 h 340982"/>
                <a:gd name="connsiteX321" fmla="*/ 101639 w 439342"/>
                <a:gd name="connsiteY321" fmla="*/ 336064 h 340982"/>
                <a:gd name="connsiteX322" fmla="*/ 96721 w 439342"/>
                <a:gd name="connsiteY322" fmla="*/ 332785 h 340982"/>
                <a:gd name="connsiteX323" fmla="*/ 93442 w 439342"/>
                <a:gd name="connsiteY323" fmla="*/ 332785 h 340982"/>
                <a:gd name="connsiteX324" fmla="*/ 91803 w 439342"/>
                <a:gd name="connsiteY324" fmla="*/ 327867 h 340982"/>
                <a:gd name="connsiteX325" fmla="*/ 88524 w 439342"/>
                <a:gd name="connsiteY325" fmla="*/ 324589 h 340982"/>
                <a:gd name="connsiteX326" fmla="*/ 86885 w 439342"/>
                <a:gd name="connsiteY326" fmla="*/ 322949 h 340982"/>
                <a:gd name="connsiteX327" fmla="*/ 85246 w 439342"/>
                <a:gd name="connsiteY327" fmla="*/ 319671 h 340982"/>
                <a:gd name="connsiteX328" fmla="*/ 88524 w 439342"/>
                <a:gd name="connsiteY328" fmla="*/ 318031 h 340982"/>
                <a:gd name="connsiteX329" fmla="*/ 88524 w 439342"/>
                <a:gd name="connsiteY329" fmla="*/ 316392 h 340982"/>
                <a:gd name="connsiteX330" fmla="*/ 86885 w 439342"/>
                <a:gd name="connsiteY330" fmla="*/ 314753 h 340982"/>
                <a:gd name="connsiteX331" fmla="*/ 83606 w 439342"/>
                <a:gd name="connsiteY331" fmla="*/ 313113 h 340982"/>
                <a:gd name="connsiteX332" fmla="*/ 80327 w 439342"/>
                <a:gd name="connsiteY332" fmla="*/ 309835 h 340982"/>
                <a:gd name="connsiteX333" fmla="*/ 83606 w 439342"/>
                <a:gd name="connsiteY333" fmla="*/ 306556 h 340982"/>
                <a:gd name="connsiteX334" fmla="*/ 83606 w 439342"/>
                <a:gd name="connsiteY334" fmla="*/ 303277 h 340982"/>
                <a:gd name="connsiteX335" fmla="*/ 83606 w 439342"/>
                <a:gd name="connsiteY335" fmla="*/ 304916 h 340982"/>
                <a:gd name="connsiteX336" fmla="*/ 83606 w 439342"/>
                <a:gd name="connsiteY336" fmla="*/ 301638 h 340982"/>
                <a:gd name="connsiteX337" fmla="*/ 88524 w 439342"/>
                <a:gd name="connsiteY337" fmla="*/ 299999 h 340982"/>
                <a:gd name="connsiteX338" fmla="*/ 85246 w 439342"/>
                <a:gd name="connsiteY338" fmla="*/ 299999 h 340982"/>
                <a:gd name="connsiteX339" fmla="*/ 83606 w 439342"/>
                <a:gd name="connsiteY339" fmla="*/ 301638 h 340982"/>
                <a:gd name="connsiteX340" fmla="*/ 83606 w 439342"/>
                <a:gd name="connsiteY340" fmla="*/ 303277 h 340982"/>
                <a:gd name="connsiteX341" fmla="*/ 80327 w 439342"/>
                <a:gd name="connsiteY341" fmla="*/ 299999 h 340982"/>
                <a:gd name="connsiteX342" fmla="*/ 77049 w 439342"/>
                <a:gd name="connsiteY342" fmla="*/ 296720 h 340982"/>
                <a:gd name="connsiteX343" fmla="*/ 73770 w 439342"/>
                <a:gd name="connsiteY343" fmla="*/ 293441 h 340982"/>
                <a:gd name="connsiteX344" fmla="*/ 70492 w 439342"/>
                <a:gd name="connsiteY344" fmla="*/ 291802 h 340982"/>
                <a:gd name="connsiteX345" fmla="*/ 67213 w 439342"/>
                <a:gd name="connsiteY345" fmla="*/ 290163 h 340982"/>
                <a:gd name="connsiteX346" fmla="*/ 63934 w 439342"/>
                <a:gd name="connsiteY346" fmla="*/ 286884 h 340982"/>
                <a:gd name="connsiteX347" fmla="*/ 65573 w 439342"/>
                <a:gd name="connsiteY347" fmla="*/ 283605 h 340982"/>
                <a:gd name="connsiteX348" fmla="*/ 62295 w 439342"/>
                <a:gd name="connsiteY348" fmla="*/ 283605 h 340982"/>
                <a:gd name="connsiteX349" fmla="*/ 62295 w 439342"/>
                <a:gd name="connsiteY349" fmla="*/ 286884 h 340982"/>
                <a:gd name="connsiteX350" fmla="*/ 59016 w 439342"/>
                <a:gd name="connsiteY350" fmla="*/ 286884 h 340982"/>
                <a:gd name="connsiteX351" fmla="*/ 55737 w 439342"/>
                <a:gd name="connsiteY351" fmla="*/ 286884 h 340982"/>
                <a:gd name="connsiteX352" fmla="*/ 50820 w 439342"/>
                <a:gd name="connsiteY352" fmla="*/ 286884 h 340982"/>
                <a:gd name="connsiteX353" fmla="*/ 47541 w 439342"/>
                <a:gd name="connsiteY353" fmla="*/ 288523 h 340982"/>
                <a:gd name="connsiteX354" fmla="*/ 47541 w 439342"/>
                <a:gd name="connsiteY354" fmla="*/ 286884 h 340982"/>
                <a:gd name="connsiteX355" fmla="*/ 47541 w 439342"/>
                <a:gd name="connsiteY355" fmla="*/ 286884 h 340982"/>
                <a:gd name="connsiteX356" fmla="*/ 45902 w 439342"/>
                <a:gd name="connsiteY356" fmla="*/ 285244 h 340982"/>
                <a:gd name="connsiteX357" fmla="*/ 45902 w 439342"/>
                <a:gd name="connsiteY357" fmla="*/ 285244 h 340982"/>
                <a:gd name="connsiteX358" fmla="*/ 45902 w 439342"/>
                <a:gd name="connsiteY358" fmla="*/ 280326 h 340982"/>
                <a:gd name="connsiteX359" fmla="*/ 45902 w 439342"/>
                <a:gd name="connsiteY359" fmla="*/ 277048 h 340982"/>
                <a:gd name="connsiteX360" fmla="*/ 44262 w 439342"/>
                <a:gd name="connsiteY360" fmla="*/ 272130 h 340982"/>
                <a:gd name="connsiteX361" fmla="*/ 44262 w 439342"/>
                <a:gd name="connsiteY361" fmla="*/ 272130 h 340982"/>
                <a:gd name="connsiteX362" fmla="*/ 44262 w 439342"/>
                <a:gd name="connsiteY362" fmla="*/ 270491 h 340982"/>
                <a:gd name="connsiteX363" fmla="*/ 45902 w 439342"/>
                <a:gd name="connsiteY363" fmla="*/ 265573 h 340982"/>
                <a:gd name="connsiteX364" fmla="*/ 49180 w 439342"/>
                <a:gd name="connsiteY364" fmla="*/ 262294 h 340982"/>
                <a:gd name="connsiteX365" fmla="*/ 52459 w 439342"/>
                <a:gd name="connsiteY365" fmla="*/ 259015 h 340982"/>
                <a:gd name="connsiteX366" fmla="*/ 54098 w 439342"/>
                <a:gd name="connsiteY366" fmla="*/ 255736 h 340982"/>
                <a:gd name="connsiteX367" fmla="*/ 54098 w 439342"/>
                <a:gd name="connsiteY367" fmla="*/ 254097 h 340982"/>
                <a:gd name="connsiteX368" fmla="*/ 55737 w 439342"/>
                <a:gd name="connsiteY368" fmla="*/ 252458 h 340982"/>
                <a:gd name="connsiteX369" fmla="*/ 60656 w 439342"/>
                <a:gd name="connsiteY369" fmla="*/ 249179 h 340982"/>
                <a:gd name="connsiteX370" fmla="*/ 63934 w 439342"/>
                <a:gd name="connsiteY370" fmla="*/ 250819 h 340982"/>
                <a:gd name="connsiteX371" fmla="*/ 65573 w 439342"/>
                <a:gd name="connsiteY371" fmla="*/ 245901 h 340982"/>
                <a:gd name="connsiteX372" fmla="*/ 67213 w 439342"/>
                <a:gd name="connsiteY372" fmla="*/ 242622 h 340982"/>
                <a:gd name="connsiteX373" fmla="*/ 63934 w 439342"/>
                <a:gd name="connsiteY373" fmla="*/ 242622 h 340982"/>
                <a:gd name="connsiteX374" fmla="*/ 60656 w 439342"/>
                <a:gd name="connsiteY374" fmla="*/ 244261 h 340982"/>
                <a:gd name="connsiteX375" fmla="*/ 60656 w 439342"/>
                <a:gd name="connsiteY375" fmla="*/ 242622 h 340982"/>
                <a:gd name="connsiteX376" fmla="*/ 57377 w 439342"/>
                <a:gd name="connsiteY376" fmla="*/ 239343 h 340982"/>
                <a:gd name="connsiteX377" fmla="*/ 55737 w 439342"/>
                <a:gd name="connsiteY377" fmla="*/ 234425 h 340982"/>
                <a:gd name="connsiteX378" fmla="*/ 54098 w 439342"/>
                <a:gd name="connsiteY378" fmla="*/ 232786 h 340982"/>
                <a:gd name="connsiteX379" fmla="*/ 54098 w 439342"/>
                <a:gd name="connsiteY379" fmla="*/ 231146 h 340982"/>
                <a:gd name="connsiteX380" fmla="*/ 54098 w 439342"/>
                <a:gd name="connsiteY380" fmla="*/ 231146 h 340982"/>
                <a:gd name="connsiteX381" fmla="*/ 54098 w 439342"/>
                <a:gd name="connsiteY381" fmla="*/ 229507 h 340982"/>
                <a:gd name="connsiteX382" fmla="*/ 55737 w 439342"/>
                <a:gd name="connsiteY382" fmla="*/ 226229 h 340982"/>
                <a:gd name="connsiteX383" fmla="*/ 55737 w 439342"/>
                <a:gd name="connsiteY383" fmla="*/ 222950 h 340982"/>
                <a:gd name="connsiteX384" fmla="*/ 59016 w 439342"/>
                <a:gd name="connsiteY384" fmla="*/ 219671 h 340982"/>
                <a:gd name="connsiteX385" fmla="*/ 59016 w 439342"/>
                <a:gd name="connsiteY385" fmla="*/ 218032 h 340982"/>
                <a:gd name="connsiteX386" fmla="*/ 63934 w 439342"/>
                <a:gd name="connsiteY386" fmla="*/ 214753 h 340982"/>
                <a:gd name="connsiteX387" fmla="*/ 65573 w 439342"/>
                <a:gd name="connsiteY387" fmla="*/ 213114 h 340982"/>
                <a:gd name="connsiteX388" fmla="*/ 65573 w 439342"/>
                <a:gd name="connsiteY388" fmla="*/ 211474 h 340982"/>
                <a:gd name="connsiteX389" fmla="*/ 65573 w 439342"/>
                <a:gd name="connsiteY389" fmla="*/ 211474 h 340982"/>
                <a:gd name="connsiteX390" fmla="*/ 68852 w 439342"/>
                <a:gd name="connsiteY390" fmla="*/ 206556 h 340982"/>
                <a:gd name="connsiteX391" fmla="*/ 67213 w 439342"/>
                <a:gd name="connsiteY391" fmla="*/ 206556 h 340982"/>
                <a:gd name="connsiteX392" fmla="*/ 67213 w 439342"/>
                <a:gd name="connsiteY392" fmla="*/ 206556 h 340982"/>
                <a:gd name="connsiteX393" fmla="*/ 65573 w 439342"/>
                <a:gd name="connsiteY393" fmla="*/ 203278 h 340982"/>
                <a:gd name="connsiteX394" fmla="*/ 63934 w 439342"/>
                <a:gd name="connsiteY394" fmla="*/ 203278 h 340982"/>
                <a:gd name="connsiteX395" fmla="*/ 60656 w 439342"/>
                <a:gd name="connsiteY395" fmla="*/ 199999 h 340982"/>
                <a:gd name="connsiteX396" fmla="*/ 59016 w 439342"/>
                <a:gd name="connsiteY396" fmla="*/ 196720 h 340982"/>
                <a:gd name="connsiteX397" fmla="*/ 59016 w 439342"/>
                <a:gd name="connsiteY397" fmla="*/ 196720 h 340982"/>
                <a:gd name="connsiteX398" fmla="*/ 57377 w 439342"/>
                <a:gd name="connsiteY398" fmla="*/ 191802 h 340982"/>
                <a:gd name="connsiteX399" fmla="*/ 55737 w 439342"/>
                <a:gd name="connsiteY399" fmla="*/ 191802 h 340982"/>
                <a:gd name="connsiteX400" fmla="*/ 57377 w 439342"/>
                <a:gd name="connsiteY400" fmla="*/ 186884 h 340982"/>
                <a:gd name="connsiteX401" fmla="*/ 54098 w 439342"/>
                <a:gd name="connsiteY401" fmla="*/ 186884 h 340982"/>
                <a:gd name="connsiteX402" fmla="*/ 50820 w 439342"/>
                <a:gd name="connsiteY402" fmla="*/ 181966 h 340982"/>
                <a:gd name="connsiteX403" fmla="*/ 49180 w 439342"/>
                <a:gd name="connsiteY403" fmla="*/ 178688 h 340982"/>
                <a:gd name="connsiteX404" fmla="*/ 50820 w 439342"/>
                <a:gd name="connsiteY404" fmla="*/ 178688 h 340982"/>
                <a:gd name="connsiteX405" fmla="*/ 54098 w 439342"/>
                <a:gd name="connsiteY405" fmla="*/ 178688 h 340982"/>
                <a:gd name="connsiteX406" fmla="*/ 59016 w 439342"/>
                <a:gd name="connsiteY406" fmla="*/ 178688 h 340982"/>
                <a:gd name="connsiteX407" fmla="*/ 62295 w 439342"/>
                <a:gd name="connsiteY407" fmla="*/ 178688 h 340982"/>
                <a:gd name="connsiteX408" fmla="*/ 67213 w 439342"/>
                <a:gd name="connsiteY408" fmla="*/ 178688 h 340982"/>
                <a:gd name="connsiteX409" fmla="*/ 67213 w 439342"/>
                <a:gd name="connsiteY409" fmla="*/ 178688 h 340982"/>
                <a:gd name="connsiteX410" fmla="*/ 68852 w 439342"/>
                <a:gd name="connsiteY410" fmla="*/ 175409 h 340982"/>
                <a:gd name="connsiteX411" fmla="*/ 68852 w 439342"/>
                <a:gd name="connsiteY411" fmla="*/ 172130 h 340982"/>
                <a:gd name="connsiteX412" fmla="*/ 68852 w 439342"/>
                <a:gd name="connsiteY412" fmla="*/ 172130 h 340982"/>
                <a:gd name="connsiteX413" fmla="*/ 70492 w 439342"/>
                <a:gd name="connsiteY413" fmla="*/ 172130 h 340982"/>
                <a:gd name="connsiteX414" fmla="*/ 72131 w 439342"/>
                <a:gd name="connsiteY414" fmla="*/ 168852 h 340982"/>
                <a:gd name="connsiteX415" fmla="*/ 73770 w 439342"/>
                <a:gd name="connsiteY415" fmla="*/ 163934 h 340982"/>
                <a:gd name="connsiteX416" fmla="*/ 72131 w 439342"/>
                <a:gd name="connsiteY416" fmla="*/ 160655 h 340982"/>
                <a:gd name="connsiteX417" fmla="*/ 68852 w 439342"/>
                <a:gd name="connsiteY417" fmla="*/ 157376 h 340982"/>
                <a:gd name="connsiteX418" fmla="*/ 72131 w 439342"/>
                <a:gd name="connsiteY418" fmla="*/ 152458 h 340982"/>
                <a:gd name="connsiteX419" fmla="*/ 75410 w 439342"/>
                <a:gd name="connsiteY419" fmla="*/ 152458 h 340982"/>
                <a:gd name="connsiteX420" fmla="*/ 77049 w 439342"/>
                <a:gd name="connsiteY420" fmla="*/ 150819 h 340982"/>
                <a:gd name="connsiteX421" fmla="*/ 77049 w 439342"/>
                <a:gd name="connsiteY421" fmla="*/ 145901 h 340982"/>
                <a:gd name="connsiteX422" fmla="*/ 77049 w 439342"/>
                <a:gd name="connsiteY422" fmla="*/ 142622 h 340982"/>
                <a:gd name="connsiteX423" fmla="*/ 77049 w 439342"/>
                <a:gd name="connsiteY423" fmla="*/ 137704 h 340982"/>
                <a:gd name="connsiteX424" fmla="*/ 77049 w 439342"/>
                <a:gd name="connsiteY424" fmla="*/ 137704 h 340982"/>
                <a:gd name="connsiteX425" fmla="*/ 78688 w 439342"/>
                <a:gd name="connsiteY425" fmla="*/ 134426 h 340982"/>
                <a:gd name="connsiteX426" fmla="*/ 78688 w 439342"/>
                <a:gd name="connsiteY426" fmla="*/ 131147 h 340982"/>
                <a:gd name="connsiteX427" fmla="*/ 78688 w 439342"/>
                <a:gd name="connsiteY427" fmla="*/ 126229 h 340982"/>
                <a:gd name="connsiteX428" fmla="*/ 77049 w 439342"/>
                <a:gd name="connsiteY428" fmla="*/ 124589 h 340982"/>
                <a:gd name="connsiteX429" fmla="*/ 75410 w 439342"/>
                <a:gd name="connsiteY429" fmla="*/ 119672 h 340982"/>
                <a:gd name="connsiteX430" fmla="*/ 75410 w 439342"/>
                <a:gd name="connsiteY430" fmla="*/ 119672 h 340982"/>
                <a:gd name="connsiteX431" fmla="*/ 75410 w 439342"/>
                <a:gd name="connsiteY431" fmla="*/ 119672 h 340982"/>
                <a:gd name="connsiteX432" fmla="*/ 75410 w 439342"/>
                <a:gd name="connsiteY432" fmla="*/ 119672 h 340982"/>
                <a:gd name="connsiteX433" fmla="*/ 75410 w 439342"/>
                <a:gd name="connsiteY433" fmla="*/ 118032 h 340982"/>
                <a:gd name="connsiteX434" fmla="*/ 78688 w 439342"/>
                <a:gd name="connsiteY434" fmla="*/ 118032 h 340982"/>
                <a:gd name="connsiteX435" fmla="*/ 78688 w 439342"/>
                <a:gd name="connsiteY435" fmla="*/ 118032 h 340982"/>
                <a:gd name="connsiteX436" fmla="*/ 81967 w 439342"/>
                <a:gd name="connsiteY436" fmla="*/ 114754 h 340982"/>
                <a:gd name="connsiteX437" fmla="*/ 85246 w 439342"/>
                <a:gd name="connsiteY437" fmla="*/ 111475 h 340982"/>
                <a:gd name="connsiteX438" fmla="*/ 88524 w 439342"/>
                <a:gd name="connsiteY438" fmla="*/ 109836 h 340982"/>
                <a:gd name="connsiteX439" fmla="*/ 91803 w 439342"/>
                <a:gd name="connsiteY439" fmla="*/ 108196 h 340982"/>
                <a:gd name="connsiteX440" fmla="*/ 93442 w 439342"/>
                <a:gd name="connsiteY440" fmla="*/ 104917 h 340982"/>
                <a:gd name="connsiteX441" fmla="*/ 98360 w 439342"/>
                <a:gd name="connsiteY441" fmla="*/ 103278 h 340982"/>
                <a:gd name="connsiteX442" fmla="*/ 100000 w 439342"/>
                <a:gd name="connsiteY442" fmla="*/ 98360 h 340982"/>
                <a:gd name="connsiteX443" fmla="*/ 103279 w 439342"/>
                <a:gd name="connsiteY443" fmla="*/ 95082 h 340982"/>
                <a:gd name="connsiteX444" fmla="*/ 101639 w 439342"/>
                <a:gd name="connsiteY444" fmla="*/ 93442 h 340982"/>
                <a:gd name="connsiteX445" fmla="*/ 98360 w 439342"/>
                <a:gd name="connsiteY445" fmla="*/ 90164 h 340982"/>
                <a:gd name="connsiteX446" fmla="*/ 95082 w 439342"/>
                <a:gd name="connsiteY446" fmla="*/ 90164 h 340982"/>
                <a:gd name="connsiteX447" fmla="*/ 90164 w 439342"/>
                <a:gd name="connsiteY447" fmla="*/ 88524 h 340982"/>
                <a:gd name="connsiteX448" fmla="*/ 91803 w 439342"/>
                <a:gd name="connsiteY448" fmla="*/ 86885 h 340982"/>
                <a:gd name="connsiteX449" fmla="*/ 91803 w 439342"/>
                <a:gd name="connsiteY449" fmla="*/ 81967 h 340982"/>
                <a:gd name="connsiteX450" fmla="*/ 88524 w 439342"/>
                <a:gd name="connsiteY450" fmla="*/ 78688 h 340982"/>
                <a:gd name="connsiteX451" fmla="*/ 85246 w 439342"/>
                <a:gd name="connsiteY451" fmla="*/ 80327 h 340982"/>
                <a:gd name="connsiteX452" fmla="*/ 81967 w 439342"/>
                <a:gd name="connsiteY452" fmla="*/ 78688 h 340982"/>
                <a:gd name="connsiteX453" fmla="*/ 77049 w 439342"/>
                <a:gd name="connsiteY453" fmla="*/ 78688 h 340982"/>
                <a:gd name="connsiteX454" fmla="*/ 75410 w 439342"/>
                <a:gd name="connsiteY454" fmla="*/ 78688 h 340982"/>
                <a:gd name="connsiteX455" fmla="*/ 72131 w 439342"/>
                <a:gd name="connsiteY455" fmla="*/ 78688 h 340982"/>
                <a:gd name="connsiteX456" fmla="*/ 68852 w 439342"/>
                <a:gd name="connsiteY456" fmla="*/ 78688 h 340982"/>
                <a:gd name="connsiteX457" fmla="*/ 68852 w 439342"/>
                <a:gd name="connsiteY457" fmla="*/ 81967 h 340982"/>
                <a:gd name="connsiteX458" fmla="*/ 67213 w 439342"/>
                <a:gd name="connsiteY458" fmla="*/ 81967 h 340982"/>
                <a:gd name="connsiteX459" fmla="*/ 63934 w 439342"/>
                <a:gd name="connsiteY459" fmla="*/ 83606 h 340982"/>
                <a:gd name="connsiteX460" fmla="*/ 60656 w 439342"/>
                <a:gd name="connsiteY460" fmla="*/ 85245 h 340982"/>
                <a:gd name="connsiteX461" fmla="*/ 57377 w 439342"/>
                <a:gd name="connsiteY461" fmla="*/ 83606 h 340982"/>
                <a:gd name="connsiteX462" fmla="*/ 54098 w 439342"/>
                <a:gd name="connsiteY462" fmla="*/ 81967 h 340982"/>
                <a:gd name="connsiteX463" fmla="*/ 49180 w 439342"/>
                <a:gd name="connsiteY463" fmla="*/ 81967 h 340982"/>
                <a:gd name="connsiteX464" fmla="*/ 45902 w 439342"/>
                <a:gd name="connsiteY464" fmla="*/ 81967 h 340982"/>
                <a:gd name="connsiteX465" fmla="*/ 42623 w 439342"/>
                <a:gd name="connsiteY465" fmla="*/ 81967 h 340982"/>
                <a:gd name="connsiteX466" fmla="*/ 37705 w 439342"/>
                <a:gd name="connsiteY466" fmla="*/ 85245 h 340982"/>
                <a:gd name="connsiteX467" fmla="*/ 34426 w 439342"/>
                <a:gd name="connsiteY467" fmla="*/ 85245 h 340982"/>
                <a:gd name="connsiteX468" fmla="*/ 34426 w 439342"/>
                <a:gd name="connsiteY468" fmla="*/ 81967 h 340982"/>
                <a:gd name="connsiteX469" fmla="*/ 32787 w 439342"/>
                <a:gd name="connsiteY469" fmla="*/ 81967 h 340982"/>
                <a:gd name="connsiteX470" fmla="*/ 32787 w 439342"/>
                <a:gd name="connsiteY470" fmla="*/ 81967 h 340982"/>
                <a:gd name="connsiteX471" fmla="*/ 34426 w 439342"/>
                <a:gd name="connsiteY471" fmla="*/ 78688 h 340982"/>
                <a:gd name="connsiteX472" fmla="*/ 37705 w 439342"/>
                <a:gd name="connsiteY472" fmla="*/ 73770 h 340982"/>
                <a:gd name="connsiteX473" fmla="*/ 34426 w 439342"/>
                <a:gd name="connsiteY473" fmla="*/ 73770 h 340982"/>
                <a:gd name="connsiteX474" fmla="*/ 34426 w 439342"/>
                <a:gd name="connsiteY474" fmla="*/ 70492 h 340982"/>
                <a:gd name="connsiteX475" fmla="*/ 32787 w 439342"/>
                <a:gd name="connsiteY475" fmla="*/ 70492 h 340982"/>
                <a:gd name="connsiteX476" fmla="*/ 29508 w 439342"/>
                <a:gd name="connsiteY476" fmla="*/ 72131 h 340982"/>
                <a:gd name="connsiteX477" fmla="*/ 26229 w 439342"/>
                <a:gd name="connsiteY477" fmla="*/ 73770 h 340982"/>
                <a:gd name="connsiteX478" fmla="*/ 21312 w 439342"/>
                <a:gd name="connsiteY478" fmla="*/ 73770 h 340982"/>
                <a:gd name="connsiteX479" fmla="*/ 18033 w 439342"/>
                <a:gd name="connsiteY479" fmla="*/ 75409 h 340982"/>
                <a:gd name="connsiteX480" fmla="*/ 18033 w 439342"/>
                <a:gd name="connsiteY480" fmla="*/ 75409 h 340982"/>
                <a:gd name="connsiteX481" fmla="*/ 14754 w 439342"/>
                <a:gd name="connsiteY481" fmla="*/ 78688 h 340982"/>
                <a:gd name="connsiteX482" fmla="*/ 9836 w 439342"/>
                <a:gd name="connsiteY482" fmla="*/ 80327 h 340982"/>
                <a:gd name="connsiteX483" fmla="*/ 9836 w 439342"/>
                <a:gd name="connsiteY483" fmla="*/ 77049 h 340982"/>
                <a:gd name="connsiteX484" fmla="*/ 9836 w 439342"/>
                <a:gd name="connsiteY484" fmla="*/ 73770 h 340982"/>
                <a:gd name="connsiteX485" fmla="*/ 11476 w 439342"/>
                <a:gd name="connsiteY485" fmla="*/ 68852 h 340982"/>
                <a:gd name="connsiteX486" fmla="*/ 16393 w 439342"/>
                <a:gd name="connsiteY486" fmla="*/ 65573 h 340982"/>
                <a:gd name="connsiteX487" fmla="*/ 18033 w 439342"/>
                <a:gd name="connsiteY487" fmla="*/ 63934 h 340982"/>
                <a:gd name="connsiteX488" fmla="*/ 21312 w 439342"/>
                <a:gd name="connsiteY488" fmla="*/ 62295 h 340982"/>
                <a:gd name="connsiteX489" fmla="*/ 21312 w 439342"/>
                <a:gd name="connsiteY489" fmla="*/ 60655 h 340982"/>
                <a:gd name="connsiteX490" fmla="*/ 18033 w 439342"/>
                <a:gd name="connsiteY490" fmla="*/ 63934 h 340982"/>
                <a:gd name="connsiteX491" fmla="*/ 14754 w 439342"/>
                <a:gd name="connsiteY491" fmla="*/ 65573 h 340982"/>
                <a:gd name="connsiteX492" fmla="*/ 11476 w 439342"/>
                <a:gd name="connsiteY492" fmla="*/ 65573 h 340982"/>
                <a:gd name="connsiteX493" fmla="*/ 13115 w 439342"/>
                <a:gd name="connsiteY493" fmla="*/ 62295 h 340982"/>
                <a:gd name="connsiteX494" fmla="*/ 16393 w 439342"/>
                <a:gd name="connsiteY494" fmla="*/ 59016 h 340982"/>
                <a:gd name="connsiteX495" fmla="*/ 19672 w 439342"/>
                <a:gd name="connsiteY495" fmla="*/ 59016 h 340982"/>
                <a:gd name="connsiteX496" fmla="*/ 14754 w 439342"/>
                <a:gd name="connsiteY496" fmla="*/ 59016 h 340982"/>
                <a:gd name="connsiteX497" fmla="*/ 11476 w 439342"/>
                <a:gd name="connsiteY497" fmla="*/ 59016 h 340982"/>
                <a:gd name="connsiteX498" fmla="*/ 11476 w 439342"/>
                <a:gd name="connsiteY498" fmla="*/ 55737 h 340982"/>
                <a:gd name="connsiteX499" fmla="*/ 14754 w 439342"/>
                <a:gd name="connsiteY499" fmla="*/ 50819 h 340982"/>
                <a:gd name="connsiteX500" fmla="*/ 18033 w 439342"/>
                <a:gd name="connsiteY500" fmla="*/ 47541 h 340982"/>
                <a:gd name="connsiteX501" fmla="*/ 18033 w 439342"/>
                <a:gd name="connsiteY501" fmla="*/ 45901 h 340982"/>
                <a:gd name="connsiteX502" fmla="*/ 14754 w 439342"/>
                <a:gd name="connsiteY502" fmla="*/ 49180 h 340982"/>
                <a:gd name="connsiteX503" fmla="*/ 9836 w 439342"/>
                <a:gd name="connsiteY503" fmla="*/ 49180 h 340982"/>
                <a:gd name="connsiteX504" fmla="*/ 8197 w 439342"/>
                <a:gd name="connsiteY504" fmla="*/ 54098 h 340982"/>
                <a:gd name="connsiteX505" fmla="*/ 6557 w 439342"/>
                <a:gd name="connsiteY505" fmla="*/ 49180 h 340982"/>
                <a:gd name="connsiteX506" fmla="*/ 8197 w 439342"/>
                <a:gd name="connsiteY506" fmla="*/ 45901 h 340982"/>
                <a:gd name="connsiteX507" fmla="*/ 11476 w 439342"/>
                <a:gd name="connsiteY507" fmla="*/ 42623 h 340982"/>
                <a:gd name="connsiteX508" fmla="*/ 13115 w 439342"/>
                <a:gd name="connsiteY508" fmla="*/ 40983 h 340982"/>
                <a:gd name="connsiteX509" fmla="*/ 9836 w 439342"/>
                <a:gd name="connsiteY509" fmla="*/ 42623 h 340982"/>
                <a:gd name="connsiteX510" fmla="*/ 4918 w 439342"/>
                <a:gd name="connsiteY510" fmla="*/ 44262 h 340982"/>
                <a:gd name="connsiteX511" fmla="*/ 4918 w 439342"/>
                <a:gd name="connsiteY511" fmla="*/ 39344 h 340982"/>
                <a:gd name="connsiteX512" fmla="*/ 3279 w 439342"/>
                <a:gd name="connsiteY512" fmla="*/ 39344 h 340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</a:cxnLst>
              <a:rect l="l" t="t" r="r" b="b"/>
              <a:pathLst>
                <a:path w="439342" h="340982">
                  <a:moveTo>
                    <a:pt x="3279" y="39344"/>
                  </a:moveTo>
                  <a:lnTo>
                    <a:pt x="4918" y="37705"/>
                  </a:lnTo>
                  <a:lnTo>
                    <a:pt x="0" y="36065"/>
                  </a:lnTo>
                  <a:lnTo>
                    <a:pt x="0" y="32787"/>
                  </a:lnTo>
                  <a:lnTo>
                    <a:pt x="1639" y="29508"/>
                  </a:lnTo>
                  <a:lnTo>
                    <a:pt x="3279" y="24590"/>
                  </a:lnTo>
                  <a:lnTo>
                    <a:pt x="8197" y="24590"/>
                  </a:lnTo>
                  <a:lnTo>
                    <a:pt x="11476" y="22951"/>
                  </a:lnTo>
                  <a:lnTo>
                    <a:pt x="13115" y="19672"/>
                  </a:lnTo>
                  <a:lnTo>
                    <a:pt x="18033" y="19672"/>
                  </a:lnTo>
                  <a:lnTo>
                    <a:pt x="21312" y="19672"/>
                  </a:lnTo>
                  <a:lnTo>
                    <a:pt x="24590" y="19672"/>
                  </a:lnTo>
                  <a:lnTo>
                    <a:pt x="27869" y="18033"/>
                  </a:lnTo>
                  <a:lnTo>
                    <a:pt x="32787" y="18033"/>
                  </a:lnTo>
                  <a:lnTo>
                    <a:pt x="36066" y="16393"/>
                  </a:lnTo>
                  <a:lnTo>
                    <a:pt x="39344" y="14754"/>
                  </a:lnTo>
                  <a:lnTo>
                    <a:pt x="39344" y="14754"/>
                  </a:lnTo>
                  <a:lnTo>
                    <a:pt x="36066" y="14754"/>
                  </a:lnTo>
                  <a:lnTo>
                    <a:pt x="39344" y="13115"/>
                  </a:lnTo>
                  <a:lnTo>
                    <a:pt x="39344" y="11475"/>
                  </a:lnTo>
                  <a:lnTo>
                    <a:pt x="39344" y="11475"/>
                  </a:lnTo>
                  <a:lnTo>
                    <a:pt x="39344" y="11475"/>
                  </a:lnTo>
                  <a:lnTo>
                    <a:pt x="34426" y="13115"/>
                  </a:lnTo>
                  <a:lnTo>
                    <a:pt x="34426" y="9836"/>
                  </a:lnTo>
                  <a:lnTo>
                    <a:pt x="39344" y="8197"/>
                  </a:lnTo>
                  <a:lnTo>
                    <a:pt x="42623" y="4918"/>
                  </a:lnTo>
                  <a:lnTo>
                    <a:pt x="45902" y="1639"/>
                  </a:lnTo>
                  <a:lnTo>
                    <a:pt x="50820" y="0"/>
                  </a:lnTo>
                  <a:lnTo>
                    <a:pt x="50820" y="3279"/>
                  </a:lnTo>
                  <a:lnTo>
                    <a:pt x="54098" y="1639"/>
                  </a:lnTo>
                  <a:lnTo>
                    <a:pt x="57377" y="0"/>
                  </a:lnTo>
                  <a:lnTo>
                    <a:pt x="57377" y="1639"/>
                  </a:lnTo>
                  <a:lnTo>
                    <a:pt x="60656" y="3279"/>
                  </a:lnTo>
                  <a:lnTo>
                    <a:pt x="65573" y="1639"/>
                  </a:lnTo>
                  <a:lnTo>
                    <a:pt x="68852" y="3279"/>
                  </a:lnTo>
                  <a:lnTo>
                    <a:pt x="72131" y="6557"/>
                  </a:lnTo>
                  <a:lnTo>
                    <a:pt x="75410" y="8197"/>
                  </a:lnTo>
                  <a:lnTo>
                    <a:pt x="78688" y="8197"/>
                  </a:lnTo>
                  <a:lnTo>
                    <a:pt x="78688" y="11475"/>
                  </a:lnTo>
                  <a:lnTo>
                    <a:pt x="83606" y="8197"/>
                  </a:lnTo>
                  <a:lnTo>
                    <a:pt x="86885" y="8197"/>
                  </a:lnTo>
                  <a:lnTo>
                    <a:pt x="88524" y="8197"/>
                  </a:lnTo>
                  <a:lnTo>
                    <a:pt x="90164" y="9836"/>
                  </a:lnTo>
                  <a:lnTo>
                    <a:pt x="95082" y="8197"/>
                  </a:lnTo>
                  <a:lnTo>
                    <a:pt x="98360" y="9836"/>
                  </a:lnTo>
                  <a:lnTo>
                    <a:pt x="101639" y="8197"/>
                  </a:lnTo>
                  <a:lnTo>
                    <a:pt x="104917" y="8197"/>
                  </a:lnTo>
                  <a:lnTo>
                    <a:pt x="109836" y="8197"/>
                  </a:lnTo>
                  <a:lnTo>
                    <a:pt x="113114" y="8197"/>
                  </a:lnTo>
                  <a:lnTo>
                    <a:pt x="113114" y="8197"/>
                  </a:lnTo>
                  <a:lnTo>
                    <a:pt x="116393" y="8197"/>
                  </a:lnTo>
                  <a:lnTo>
                    <a:pt x="121311" y="4918"/>
                  </a:lnTo>
                  <a:lnTo>
                    <a:pt x="124590" y="6557"/>
                  </a:lnTo>
                  <a:lnTo>
                    <a:pt x="127869" y="9836"/>
                  </a:lnTo>
                  <a:lnTo>
                    <a:pt x="131147" y="9836"/>
                  </a:lnTo>
                  <a:lnTo>
                    <a:pt x="136065" y="9836"/>
                  </a:lnTo>
                  <a:lnTo>
                    <a:pt x="139344" y="9836"/>
                  </a:lnTo>
                  <a:lnTo>
                    <a:pt x="142623" y="13115"/>
                  </a:lnTo>
                  <a:lnTo>
                    <a:pt x="147540" y="13115"/>
                  </a:lnTo>
                  <a:lnTo>
                    <a:pt x="147540" y="13115"/>
                  </a:lnTo>
                  <a:lnTo>
                    <a:pt x="150819" y="13115"/>
                  </a:lnTo>
                  <a:lnTo>
                    <a:pt x="154098" y="13115"/>
                  </a:lnTo>
                  <a:lnTo>
                    <a:pt x="159016" y="14754"/>
                  </a:lnTo>
                  <a:lnTo>
                    <a:pt x="162294" y="14754"/>
                  </a:lnTo>
                  <a:lnTo>
                    <a:pt x="165573" y="16393"/>
                  </a:lnTo>
                  <a:lnTo>
                    <a:pt x="167213" y="16393"/>
                  </a:lnTo>
                  <a:lnTo>
                    <a:pt x="170491" y="16393"/>
                  </a:lnTo>
                  <a:lnTo>
                    <a:pt x="172130" y="16393"/>
                  </a:lnTo>
                  <a:lnTo>
                    <a:pt x="175409" y="16393"/>
                  </a:lnTo>
                  <a:lnTo>
                    <a:pt x="178688" y="14754"/>
                  </a:lnTo>
                  <a:lnTo>
                    <a:pt x="183606" y="14754"/>
                  </a:lnTo>
                  <a:lnTo>
                    <a:pt x="183606" y="14754"/>
                  </a:lnTo>
                  <a:lnTo>
                    <a:pt x="183606" y="14754"/>
                  </a:lnTo>
                  <a:lnTo>
                    <a:pt x="188524" y="13115"/>
                  </a:lnTo>
                  <a:lnTo>
                    <a:pt x="191803" y="11475"/>
                  </a:lnTo>
                  <a:lnTo>
                    <a:pt x="195081" y="13115"/>
                  </a:lnTo>
                  <a:lnTo>
                    <a:pt x="198360" y="11475"/>
                  </a:lnTo>
                  <a:lnTo>
                    <a:pt x="203278" y="13115"/>
                  </a:lnTo>
                  <a:lnTo>
                    <a:pt x="206557" y="14754"/>
                  </a:lnTo>
                  <a:lnTo>
                    <a:pt x="209835" y="14754"/>
                  </a:lnTo>
                  <a:lnTo>
                    <a:pt x="214753" y="18033"/>
                  </a:lnTo>
                  <a:lnTo>
                    <a:pt x="214753" y="18033"/>
                  </a:lnTo>
                  <a:lnTo>
                    <a:pt x="218032" y="18033"/>
                  </a:lnTo>
                  <a:lnTo>
                    <a:pt x="219671" y="19672"/>
                  </a:lnTo>
                  <a:lnTo>
                    <a:pt x="221310" y="14754"/>
                  </a:lnTo>
                  <a:lnTo>
                    <a:pt x="221310" y="14754"/>
                  </a:lnTo>
                  <a:lnTo>
                    <a:pt x="226229" y="14754"/>
                  </a:lnTo>
                  <a:lnTo>
                    <a:pt x="229507" y="14754"/>
                  </a:lnTo>
                  <a:lnTo>
                    <a:pt x="232786" y="16393"/>
                  </a:lnTo>
                  <a:lnTo>
                    <a:pt x="236064" y="16393"/>
                  </a:lnTo>
                  <a:lnTo>
                    <a:pt x="239343" y="19672"/>
                  </a:lnTo>
                  <a:lnTo>
                    <a:pt x="244261" y="19672"/>
                  </a:lnTo>
                  <a:lnTo>
                    <a:pt x="247540" y="19672"/>
                  </a:lnTo>
                  <a:lnTo>
                    <a:pt x="250819" y="19672"/>
                  </a:lnTo>
                  <a:lnTo>
                    <a:pt x="255737" y="19672"/>
                  </a:lnTo>
                  <a:lnTo>
                    <a:pt x="255737" y="19672"/>
                  </a:lnTo>
                  <a:lnTo>
                    <a:pt x="255737" y="18033"/>
                  </a:lnTo>
                  <a:lnTo>
                    <a:pt x="259016" y="16393"/>
                  </a:lnTo>
                  <a:lnTo>
                    <a:pt x="262294" y="18033"/>
                  </a:lnTo>
                  <a:lnTo>
                    <a:pt x="262294" y="18033"/>
                  </a:lnTo>
                  <a:lnTo>
                    <a:pt x="263933" y="18033"/>
                  </a:lnTo>
                  <a:lnTo>
                    <a:pt x="263933" y="19672"/>
                  </a:lnTo>
                  <a:lnTo>
                    <a:pt x="267212" y="19672"/>
                  </a:lnTo>
                  <a:lnTo>
                    <a:pt x="272130" y="19672"/>
                  </a:lnTo>
                  <a:lnTo>
                    <a:pt x="275409" y="21311"/>
                  </a:lnTo>
                  <a:lnTo>
                    <a:pt x="275409" y="24590"/>
                  </a:lnTo>
                  <a:lnTo>
                    <a:pt x="273769" y="29508"/>
                  </a:lnTo>
                  <a:lnTo>
                    <a:pt x="277048" y="31147"/>
                  </a:lnTo>
                  <a:lnTo>
                    <a:pt x="278687" y="27869"/>
                  </a:lnTo>
                  <a:lnTo>
                    <a:pt x="280327" y="27869"/>
                  </a:lnTo>
                  <a:lnTo>
                    <a:pt x="283606" y="31147"/>
                  </a:lnTo>
                  <a:lnTo>
                    <a:pt x="286884" y="32787"/>
                  </a:lnTo>
                  <a:lnTo>
                    <a:pt x="290163" y="34426"/>
                  </a:lnTo>
                  <a:lnTo>
                    <a:pt x="293441" y="36065"/>
                  </a:lnTo>
                  <a:lnTo>
                    <a:pt x="298360" y="34426"/>
                  </a:lnTo>
                  <a:lnTo>
                    <a:pt x="298360" y="36065"/>
                  </a:lnTo>
                  <a:lnTo>
                    <a:pt x="301638" y="40983"/>
                  </a:lnTo>
                  <a:lnTo>
                    <a:pt x="304917" y="42623"/>
                  </a:lnTo>
                  <a:lnTo>
                    <a:pt x="304917" y="42623"/>
                  </a:lnTo>
                  <a:lnTo>
                    <a:pt x="304917" y="40983"/>
                  </a:lnTo>
                  <a:lnTo>
                    <a:pt x="309835" y="40983"/>
                  </a:lnTo>
                  <a:lnTo>
                    <a:pt x="313113" y="39344"/>
                  </a:lnTo>
                  <a:lnTo>
                    <a:pt x="316392" y="42623"/>
                  </a:lnTo>
                  <a:lnTo>
                    <a:pt x="321310" y="45901"/>
                  </a:lnTo>
                  <a:lnTo>
                    <a:pt x="322950" y="47541"/>
                  </a:lnTo>
                  <a:lnTo>
                    <a:pt x="326228" y="45901"/>
                  </a:lnTo>
                  <a:lnTo>
                    <a:pt x="331146" y="44262"/>
                  </a:lnTo>
                  <a:lnTo>
                    <a:pt x="334425" y="47541"/>
                  </a:lnTo>
                  <a:lnTo>
                    <a:pt x="339343" y="47541"/>
                  </a:lnTo>
                  <a:lnTo>
                    <a:pt x="339343" y="45901"/>
                  </a:lnTo>
                  <a:lnTo>
                    <a:pt x="344261" y="45901"/>
                  </a:lnTo>
                  <a:lnTo>
                    <a:pt x="347540" y="47541"/>
                  </a:lnTo>
                  <a:lnTo>
                    <a:pt x="347540" y="42623"/>
                  </a:lnTo>
                  <a:lnTo>
                    <a:pt x="349179" y="39344"/>
                  </a:lnTo>
                  <a:lnTo>
                    <a:pt x="349179" y="39344"/>
                  </a:lnTo>
                  <a:lnTo>
                    <a:pt x="350818" y="40983"/>
                  </a:lnTo>
                  <a:lnTo>
                    <a:pt x="352457" y="40983"/>
                  </a:lnTo>
                  <a:lnTo>
                    <a:pt x="357376" y="40983"/>
                  </a:lnTo>
                  <a:lnTo>
                    <a:pt x="360654" y="42623"/>
                  </a:lnTo>
                  <a:lnTo>
                    <a:pt x="363933" y="45901"/>
                  </a:lnTo>
                  <a:lnTo>
                    <a:pt x="368851" y="45901"/>
                  </a:lnTo>
                  <a:lnTo>
                    <a:pt x="372130" y="45901"/>
                  </a:lnTo>
                  <a:lnTo>
                    <a:pt x="373769" y="50819"/>
                  </a:lnTo>
                  <a:lnTo>
                    <a:pt x="375408" y="54098"/>
                  </a:lnTo>
                  <a:lnTo>
                    <a:pt x="375408" y="57377"/>
                  </a:lnTo>
                  <a:lnTo>
                    <a:pt x="378687" y="57377"/>
                  </a:lnTo>
                  <a:lnTo>
                    <a:pt x="381966" y="55737"/>
                  </a:lnTo>
                  <a:lnTo>
                    <a:pt x="383605" y="54098"/>
                  </a:lnTo>
                  <a:lnTo>
                    <a:pt x="383605" y="55737"/>
                  </a:lnTo>
                  <a:lnTo>
                    <a:pt x="388523" y="55737"/>
                  </a:lnTo>
                  <a:lnTo>
                    <a:pt x="390162" y="57377"/>
                  </a:lnTo>
                  <a:lnTo>
                    <a:pt x="391801" y="57377"/>
                  </a:lnTo>
                  <a:lnTo>
                    <a:pt x="391801" y="57377"/>
                  </a:lnTo>
                  <a:lnTo>
                    <a:pt x="391801" y="57377"/>
                  </a:lnTo>
                  <a:lnTo>
                    <a:pt x="395080" y="60655"/>
                  </a:lnTo>
                  <a:lnTo>
                    <a:pt x="399998" y="59016"/>
                  </a:lnTo>
                  <a:lnTo>
                    <a:pt x="403277" y="57377"/>
                  </a:lnTo>
                  <a:lnTo>
                    <a:pt x="406556" y="59016"/>
                  </a:lnTo>
                  <a:lnTo>
                    <a:pt x="409834" y="60655"/>
                  </a:lnTo>
                  <a:lnTo>
                    <a:pt x="413113" y="60655"/>
                  </a:lnTo>
                  <a:lnTo>
                    <a:pt x="416391" y="62295"/>
                  </a:lnTo>
                  <a:lnTo>
                    <a:pt x="419670" y="59016"/>
                  </a:lnTo>
                  <a:lnTo>
                    <a:pt x="424588" y="55737"/>
                  </a:lnTo>
                  <a:lnTo>
                    <a:pt x="424588" y="57377"/>
                  </a:lnTo>
                  <a:lnTo>
                    <a:pt x="427867" y="55737"/>
                  </a:lnTo>
                  <a:lnTo>
                    <a:pt x="431146" y="57377"/>
                  </a:lnTo>
                  <a:lnTo>
                    <a:pt x="434424" y="57377"/>
                  </a:lnTo>
                  <a:lnTo>
                    <a:pt x="434424" y="59016"/>
                  </a:lnTo>
                  <a:lnTo>
                    <a:pt x="434424" y="62295"/>
                  </a:lnTo>
                  <a:lnTo>
                    <a:pt x="439343" y="62295"/>
                  </a:lnTo>
                  <a:lnTo>
                    <a:pt x="437703" y="65573"/>
                  </a:lnTo>
                  <a:lnTo>
                    <a:pt x="432785" y="65573"/>
                  </a:lnTo>
                  <a:lnTo>
                    <a:pt x="432785" y="67213"/>
                  </a:lnTo>
                  <a:lnTo>
                    <a:pt x="432785" y="72131"/>
                  </a:lnTo>
                  <a:lnTo>
                    <a:pt x="434424" y="75409"/>
                  </a:lnTo>
                  <a:lnTo>
                    <a:pt x="434424" y="75409"/>
                  </a:lnTo>
                  <a:lnTo>
                    <a:pt x="434424" y="80327"/>
                  </a:lnTo>
                  <a:lnTo>
                    <a:pt x="432785" y="83606"/>
                  </a:lnTo>
                  <a:lnTo>
                    <a:pt x="432785" y="83606"/>
                  </a:lnTo>
                  <a:lnTo>
                    <a:pt x="427867" y="86885"/>
                  </a:lnTo>
                  <a:lnTo>
                    <a:pt x="424588" y="88524"/>
                  </a:lnTo>
                  <a:lnTo>
                    <a:pt x="421310" y="90164"/>
                  </a:lnTo>
                  <a:lnTo>
                    <a:pt x="419670" y="91803"/>
                  </a:lnTo>
                  <a:lnTo>
                    <a:pt x="416391" y="93442"/>
                  </a:lnTo>
                  <a:lnTo>
                    <a:pt x="411474" y="95082"/>
                  </a:lnTo>
                  <a:lnTo>
                    <a:pt x="408195" y="96721"/>
                  </a:lnTo>
                  <a:lnTo>
                    <a:pt x="404916" y="98360"/>
                  </a:lnTo>
                  <a:lnTo>
                    <a:pt x="401638" y="99999"/>
                  </a:lnTo>
                  <a:lnTo>
                    <a:pt x="398359" y="104917"/>
                  </a:lnTo>
                  <a:lnTo>
                    <a:pt x="396720" y="106557"/>
                  </a:lnTo>
                  <a:lnTo>
                    <a:pt x="393441" y="108196"/>
                  </a:lnTo>
                  <a:lnTo>
                    <a:pt x="388523" y="108196"/>
                  </a:lnTo>
                  <a:lnTo>
                    <a:pt x="385244" y="109836"/>
                  </a:lnTo>
                  <a:lnTo>
                    <a:pt x="381966" y="111475"/>
                  </a:lnTo>
                  <a:lnTo>
                    <a:pt x="378687" y="111475"/>
                  </a:lnTo>
                  <a:lnTo>
                    <a:pt x="375408" y="111475"/>
                  </a:lnTo>
                  <a:lnTo>
                    <a:pt x="370490" y="113114"/>
                  </a:lnTo>
                  <a:lnTo>
                    <a:pt x="367211" y="114754"/>
                  </a:lnTo>
                  <a:lnTo>
                    <a:pt x="363933" y="114754"/>
                  </a:lnTo>
                  <a:lnTo>
                    <a:pt x="360654" y="118032"/>
                  </a:lnTo>
                  <a:lnTo>
                    <a:pt x="359015" y="118032"/>
                  </a:lnTo>
                  <a:lnTo>
                    <a:pt x="355736" y="118032"/>
                  </a:lnTo>
                  <a:lnTo>
                    <a:pt x="352457" y="121311"/>
                  </a:lnTo>
                  <a:lnTo>
                    <a:pt x="349179" y="124589"/>
                  </a:lnTo>
                  <a:lnTo>
                    <a:pt x="344261" y="127868"/>
                  </a:lnTo>
                  <a:lnTo>
                    <a:pt x="349179" y="131147"/>
                  </a:lnTo>
                  <a:lnTo>
                    <a:pt x="350818" y="132786"/>
                  </a:lnTo>
                  <a:lnTo>
                    <a:pt x="349179" y="134426"/>
                  </a:lnTo>
                  <a:lnTo>
                    <a:pt x="345900" y="136065"/>
                  </a:lnTo>
                  <a:lnTo>
                    <a:pt x="342621" y="139344"/>
                  </a:lnTo>
                  <a:lnTo>
                    <a:pt x="339343" y="139344"/>
                  </a:lnTo>
                  <a:lnTo>
                    <a:pt x="337703" y="140983"/>
                  </a:lnTo>
                  <a:lnTo>
                    <a:pt x="336064" y="144262"/>
                  </a:lnTo>
                  <a:lnTo>
                    <a:pt x="332786" y="149179"/>
                  </a:lnTo>
                  <a:lnTo>
                    <a:pt x="329507" y="152458"/>
                  </a:lnTo>
                  <a:lnTo>
                    <a:pt x="326228" y="155737"/>
                  </a:lnTo>
                  <a:lnTo>
                    <a:pt x="324589" y="160655"/>
                  </a:lnTo>
                  <a:lnTo>
                    <a:pt x="319671" y="162294"/>
                  </a:lnTo>
                  <a:lnTo>
                    <a:pt x="319671" y="163934"/>
                  </a:lnTo>
                  <a:lnTo>
                    <a:pt x="318031" y="167212"/>
                  </a:lnTo>
                  <a:lnTo>
                    <a:pt x="318031" y="167212"/>
                  </a:lnTo>
                  <a:lnTo>
                    <a:pt x="314753" y="172130"/>
                  </a:lnTo>
                  <a:lnTo>
                    <a:pt x="311474" y="175409"/>
                  </a:lnTo>
                  <a:lnTo>
                    <a:pt x="311474" y="177048"/>
                  </a:lnTo>
                  <a:lnTo>
                    <a:pt x="309835" y="178688"/>
                  </a:lnTo>
                  <a:lnTo>
                    <a:pt x="309835" y="178688"/>
                  </a:lnTo>
                  <a:lnTo>
                    <a:pt x="308196" y="181966"/>
                  </a:lnTo>
                  <a:lnTo>
                    <a:pt x="306556" y="186884"/>
                  </a:lnTo>
                  <a:lnTo>
                    <a:pt x="304917" y="188524"/>
                  </a:lnTo>
                  <a:lnTo>
                    <a:pt x="306556" y="193442"/>
                  </a:lnTo>
                  <a:lnTo>
                    <a:pt x="306556" y="195081"/>
                  </a:lnTo>
                  <a:lnTo>
                    <a:pt x="308196" y="198360"/>
                  </a:lnTo>
                  <a:lnTo>
                    <a:pt x="308196" y="201638"/>
                  </a:lnTo>
                  <a:lnTo>
                    <a:pt x="309835" y="204917"/>
                  </a:lnTo>
                  <a:lnTo>
                    <a:pt x="311474" y="209835"/>
                  </a:lnTo>
                  <a:lnTo>
                    <a:pt x="314753" y="213114"/>
                  </a:lnTo>
                  <a:lnTo>
                    <a:pt x="314753" y="213114"/>
                  </a:lnTo>
                  <a:lnTo>
                    <a:pt x="316392" y="214753"/>
                  </a:lnTo>
                  <a:lnTo>
                    <a:pt x="318031" y="214753"/>
                  </a:lnTo>
                  <a:lnTo>
                    <a:pt x="322950" y="216392"/>
                  </a:lnTo>
                  <a:lnTo>
                    <a:pt x="322950" y="219671"/>
                  </a:lnTo>
                  <a:lnTo>
                    <a:pt x="319671" y="222950"/>
                  </a:lnTo>
                  <a:lnTo>
                    <a:pt x="316392" y="224589"/>
                  </a:lnTo>
                  <a:lnTo>
                    <a:pt x="313113" y="227868"/>
                  </a:lnTo>
                  <a:lnTo>
                    <a:pt x="309835" y="229507"/>
                  </a:lnTo>
                  <a:lnTo>
                    <a:pt x="306556" y="231146"/>
                  </a:lnTo>
                  <a:lnTo>
                    <a:pt x="301638" y="232786"/>
                  </a:lnTo>
                  <a:lnTo>
                    <a:pt x="299999" y="236064"/>
                  </a:lnTo>
                  <a:lnTo>
                    <a:pt x="296720" y="239343"/>
                  </a:lnTo>
                  <a:lnTo>
                    <a:pt x="296720" y="242622"/>
                  </a:lnTo>
                  <a:lnTo>
                    <a:pt x="293441" y="244261"/>
                  </a:lnTo>
                  <a:lnTo>
                    <a:pt x="291802" y="247540"/>
                  </a:lnTo>
                  <a:lnTo>
                    <a:pt x="291802" y="250819"/>
                  </a:lnTo>
                  <a:lnTo>
                    <a:pt x="290163" y="254097"/>
                  </a:lnTo>
                  <a:lnTo>
                    <a:pt x="286884" y="259015"/>
                  </a:lnTo>
                  <a:lnTo>
                    <a:pt x="285245" y="262294"/>
                  </a:lnTo>
                  <a:lnTo>
                    <a:pt x="285245" y="267212"/>
                  </a:lnTo>
                  <a:lnTo>
                    <a:pt x="288523" y="267212"/>
                  </a:lnTo>
                  <a:lnTo>
                    <a:pt x="288523" y="263933"/>
                  </a:lnTo>
                  <a:lnTo>
                    <a:pt x="288523" y="267212"/>
                  </a:lnTo>
                  <a:lnTo>
                    <a:pt x="285245" y="270491"/>
                  </a:lnTo>
                  <a:lnTo>
                    <a:pt x="281966" y="272130"/>
                  </a:lnTo>
                  <a:lnTo>
                    <a:pt x="277048" y="270491"/>
                  </a:lnTo>
                  <a:lnTo>
                    <a:pt x="273769" y="272130"/>
                  </a:lnTo>
                  <a:lnTo>
                    <a:pt x="270491" y="270491"/>
                  </a:lnTo>
                  <a:lnTo>
                    <a:pt x="265573" y="272130"/>
                  </a:lnTo>
                  <a:lnTo>
                    <a:pt x="262294" y="273769"/>
                  </a:lnTo>
                  <a:lnTo>
                    <a:pt x="260654" y="277048"/>
                  </a:lnTo>
                  <a:lnTo>
                    <a:pt x="257376" y="278687"/>
                  </a:lnTo>
                  <a:lnTo>
                    <a:pt x="255737" y="280326"/>
                  </a:lnTo>
                  <a:lnTo>
                    <a:pt x="252458" y="283605"/>
                  </a:lnTo>
                  <a:lnTo>
                    <a:pt x="247540" y="285244"/>
                  </a:lnTo>
                  <a:lnTo>
                    <a:pt x="247540" y="288523"/>
                  </a:lnTo>
                  <a:lnTo>
                    <a:pt x="247540" y="291802"/>
                  </a:lnTo>
                  <a:lnTo>
                    <a:pt x="245901" y="295081"/>
                  </a:lnTo>
                  <a:lnTo>
                    <a:pt x="242622" y="299999"/>
                  </a:lnTo>
                  <a:lnTo>
                    <a:pt x="240983" y="303277"/>
                  </a:lnTo>
                  <a:lnTo>
                    <a:pt x="237704" y="306556"/>
                  </a:lnTo>
                  <a:lnTo>
                    <a:pt x="232786" y="308195"/>
                  </a:lnTo>
                  <a:lnTo>
                    <a:pt x="231147" y="304916"/>
                  </a:lnTo>
                  <a:lnTo>
                    <a:pt x="227868" y="303277"/>
                  </a:lnTo>
                  <a:lnTo>
                    <a:pt x="224589" y="303277"/>
                  </a:lnTo>
                  <a:lnTo>
                    <a:pt x="221310" y="304916"/>
                  </a:lnTo>
                  <a:lnTo>
                    <a:pt x="218032" y="308195"/>
                  </a:lnTo>
                  <a:lnTo>
                    <a:pt x="214753" y="309835"/>
                  </a:lnTo>
                  <a:lnTo>
                    <a:pt x="211474" y="309835"/>
                  </a:lnTo>
                  <a:lnTo>
                    <a:pt x="206557" y="306556"/>
                  </a:lnTo>
                  <a:lnTo>
                    <a:pt x="203278" y="306556"/>
                  </a:lnTo>
                  <a:lnTo>
                    <a:pt x="199999" y="306556"/>
                  </a:lnTo>
                  <a:lnTo>
                    <a:pt x="196720" y="306556"/>
                  </a:lnTo>
                  <a:lnTo>
                    <a:pt x="191803" y="308195"/>
                  </a:lnTo>
                  <a:lnTo>
                    <a:pt x="188524" y="309835"/>
                  </a:lnTo>
                  <a:lnTo>
                    <a:pt x="185245" y="308195"/>
                  </a:lnTo>
                  <a:lnTo>
                    <a:pt x="183606" y="308195"/>
                  </a:lnTo>
                  <a:lnTo>
                    <a:pt x="180327" y="308195"/>
                  </a:lnTo>
                  <a:lnTo>
                    <a:pt x="177049" y="308195"/>
                  </a:lnTo>
                  <a:lnTo>
                    <a:pt x="172130" y="308195"/>
                  </a:lnTo>
                  <a:lnTo>
                    <a:pt x="168852" y="308195"/>
                  </a:lnTo>
                  <a:lnTo>
                    <a:pt x="165573" y="306556"/>
                  </a:lnTo>
                  <a:lnTo>
                    <a:pt x="162294" y="308195"/>
                  </a:lnTo>
                  <a:lnTo>
                    <a:pt x="159016" y="308195"/>
                  </a:lnTo>
                  <a:lnTo>
                    <a:pt x="154098" y="308195"/>
                  </a:lnTo>
                  <a:lnTo>
                    <a:pt x="152459" y="309835"/>
                  </a:lnTo>
                  <a:lnTo>
                    <a:pt x="149180" y="314753"/>
                  </a:lnTo>
                  <a:lnTo>
                    <a:pt x="144262" y="318031"/>
                  </a:lnTo>
                  <a:lnTo>
                    <a:pt x="140983" y="318031"/>
                  </a:lnTo>
                  <a:lnTo>
                    <a:pt x="137704" y="318031"/>
                  </a:lnTo>
                  <a:lnTo>
                    <a:pt x="134426" y="318031"/>
                  </a:lnTo>
                  <a:lnTo>
                    <a:pt x="131147" y="319671"/>
                  </a:lnTo>
                  <a:lnTo>
                    <a:pt x="127869" y="321310"/>
                  </a:lnTo>
                  <a:lnTo>
                    <a:pt x="124590" y="322949"/>
                  </a:lnTo>
                  <a:lnTo>
                    <a:pt x="122950" y="326228"/>
                  </a:lnTo>
                  <a:lnTo>
                    <a:pt x="121311" y="327867"/>
                  </a:lnTo>
                  <a:lnTo>
                    <a:pt x="119672" y="331146"/>
                  </a:lnTo>
                  <a:lnTo>
                    <a:pt x="118032" y="334425"/>
                  </a:lnTo>
                  <a:lnTo>
                    <a:pt x="118032" y="334425"/>
                  </a:lnTo>
                  <a:lnTo>
                    <a:pt x="114754" y="334425"/>
                  </a:lnTo>
                  <a:lnTo>
                    <a:pt x="114754" y="337703"/>
                  </a:lnTo>
                  <a:lnTo>
                    <a:pt x="111475" y="339343"/>
                  </a:lnTo>
                  <a:lnTo>
                    <a:pt x="108196" y="340982"/>
                  </a:lnTo>
                  <a:lnTo>
                    <a:pt x="104917" y="337703"/>
                  </a:lnTo>
                  <a:lnTo>
                    <a:pt x="101639" y="336064"/>
                  </a:lnTo>
                  <a:lnTo>
                    <a:pt x="96721" y="332785"/>
                  </a:lnTo>
                  <a:lnTo>
                    <a:pt x="93442" y="332785"/>
                  </a:lnTo>
                  <a:lnTo>
                    <a:pt x="91803" y="327867"/>
                  </a:lnTo>
                  <a:lnTo>
                    <a:pt x="88524" y="324589"/>
                  </a:lnTo>
                  <a:lnTo>
                    <a:pt x="86885" y="322949"/>
                  </a:lnTo>
                  <a:lnTo>
                    <a:pt x="85246" y="319671"/>
                  </a:lnTo>
                  <a:lnTo>
                    <a:pt x="88524" y="318031"/>
                  </a:lnTo>
                  <a:lnTo>
                    <a:pt x="88524" y="316392"/>
                  </a:lnTo>
                  <a:lnTo>
                    <a:pt x="86885" y="314753"/>
                  </a:lnTo>
                  <a:lnTo>
                    <a:pt x="83606" y="313113"/>
                  </a:lnTo>
                  <a:lnTo>
                    <a:pt x="80327" y="309835"/>
                  </a:lnTo>
                  <a:lnTo>
                    <a:pt x="83606" y="306556"/>
                  </a:lnTo>
                  <a:lnTo>
                    <a:pt x="83606" y="303277"/>
                  </a:lnTo>
                  <a:lnTo>
                    <a:pt x="83606" y="304916"/>
                  </a:lnTo>
                  <a:lnTo>
                    <a:pt x="83606" y="301638"/>
                  </a:lnTo>
                  <a:lnTo>
                    <a:pt x="88524" y="299999"/>
                  </a:lnTo>
                  <a:lnTo>
                    <a:pt x="85246" y="299999"/>
                  </a:lnTo>
                  <a:lnTo>
                    <a:pt x="83606" y="301638"/>
                  </a:lnTo>
                  <a:lnTo>
                    <a:pt x="83606" y="303277"/>
                  </a:lnTo>
                  <a:lnTo>
                    <a:pt x="80327" y="299999"/>
                  </a:lnTo>
                  <a:lnTo>
                    <a:pt x="77049" y="296720"/>
                  </a:lnTo>
                  <a:lnTo>
                    <a:pt x="73770" y="293441"/>
                  </a:lnTo>
                  <a:lnTo>
                    <a:pt x="70492" y="291802"/>
                  </a:lnTo>
                  <a:lnTo>
                    <a:pt x="67213" y="290163"/>
                  </a:lnTo>
                  <a:lnTo>
                    <a:pt x="63934" y="286884"/>
                  </a:lnTo>
                  <a:lnTo>
                    <a:pt x="65573" y="283605"/>
                  </a:lnTo>
                  <a:lnTo>
                    <a:pt x="62295" y="283605"/>
                  </a:lnTo>
                  <a:lnTo>
                    <a:pt x="62295" y="286884"/>
                  </a:lnTo>
                  <a:lnTo>
                    <a:pt x="59016" y="286884"/>
                  </a:lnTo>
                  <a:lnTo>
                    <a:pt x="55737" y="286884"/>
                  </a:lnTo>
                  <a:lnTo>
                    <a:pt x="50820" y="286884"/>
                  </a:lnTo>
                  <a:lnTo>
                    <a:pt x="47541" y="288523"/>
                  </a:lnTo>
                  <a:lnTo>
                    <a:pt x="47541" y="286884"/>
                  </a:lnTo>
                  <a:lnTo>
                    <a:pt x="47541" y="286884"/>
                  </a:lnTo>
                  <a:lnTo>
                    <a:pt x="45902" y="285244"/>
                  </a:lnTo>
                  <a:lnTo>
                    <a:pt x="45902" y="285244"/>
                  </a:lnTo>
                  <a:lnTo>
                    <a:pt x="45902" y="280326"/>
                  </a:lnTo>
                  <a:lnTo>
                    <a:pt x="45902" y="277048"/>
                  </a:lnTo>
                  <a:lnTo>
                    <a:pt x="44262" y="272130"/>
                  </a:lnTo>
                  <a:lnTo>
                    <a:pt x="44262" y="272130"/>
                  </a:lnTo>
                  <a:lnTo>
                    <a:pt x="44262" y="270491"/>
                  </a:lnTo>
                  <a:lnTo>
                    <a:pt x="45902" y="265573"/>
                  </a:lnTo>
                  <a:lnTo>
                    <a:pt x="49180" y="262294"/>
                  </a:lnTo>
                  <a:lnTo>
                    <a:pt x="52459" y="259015"/>
                  </a:lnTo>
                  <a:lnTo>
                    <a:pt x="54098" y="255736"/>
                  </a:lnTo>
                  <a:lnTo>
                    <a:pt x="54098" y="254097"/>
                  </a:lnTo>
                  <a:lnTo>
                    <a:pt x="55737" y="252458"/>
                  </a:lnTo>
                  <a:lnTo>
                    <a:pt x="60656" y="249179"/>
                  </a:lnTo>
                  <a:lnTo>
                    <a:pt x="63934" y="250819"/>
                  </a:lnTo>
                  <a:lnTo>
                    <a:pt x="65573" y="245901"/>
                  </a:lnTo>
                  <a:lnTo>
                    <a:pt x="67213" y="242622"/>
                  </a:lnTo>
                  <a:lnTo>
                    <a:pt x="63934" y="242622"/>
                  </a:lnTo>
                  <a:lnTo>
                    <a:pt x="60656" y="244261"/>
                  </a:lnTo>
                  <a:lnTo>
                    <a:pt x="60656" y="242622"/>
                  </a:lnTo>
                  <a:lnTo>
                    <a:pt x="57377" y="239343"/>
                  </a:lnTo>
                  <a:lnTo>
                    <a:pt x="55737" y="234425"/>
                  </a:lnTo>
                  <a:lnTo>
                    <a:pt x="54098" y="232786"/>
                  </a:lnTo>
                  <a:lnTo>
                    <a:pt x="54098" y="231146"/>
                  </a:lnTo>
                  <a:lnTo>
                    <a:pt x="54098" y="231146"/>
                  </a:lnTo>
                  <a:lnTo>
                    <a:pt x="54098" y="229507"/>
                  </a:lnTo>
                  <a:lnTo>
                    <a:pt x="55737" y="226229"/>
                  </a:lnTo>
                  <a:lnTo>
                    <a:pt x="55737" y="222950"/>
                  </a:lnTo>
                  <a:lnTo>
                    <a:pt x="59016" y="219671"/>
                  </a:lnTo>
                  <a:lnTo>
                    <a:pt x="59016" y="218032"/>
                  </a:lnTo>
                  <a:lnTo>
                    <a:pt x="63934" y="214753"/>
                  </a:lnTo>
                  <a:lnTo>
                    <a:pt x="65573" y="213114"/>
                  </a:lnTo>
                  <a:lnTo>
                    <a:pt x="65573" y="211474"/>
                  </a:lnTo>
                  <a:lnTo>
                    <a:pt x="65573" y="211474"/>
                  </a:lnTo>
                  <a:lnTo>
                    <a:pt x="68852" y="206556"/>
                  </a:lnTo>
                  <a:lnTo>
                    <a:pt x="67213" y="206556"/>
                  </a:lnTo>
                  <a:lnTo>
                    <a:pt x="67213" y="206556"/>
                  </a:lnTo>
                  <a:lnTo>
                    <a:pt x="65573" y="203278"/>
                  </a:lnTo>
                  <a:lnTo>
                    <a:pt x="63934" y="203278"/>
                  </a:lnTo>
                  <a:lnTo>
                    <a:pt x="60656" y="199999"/>
                  </a:lnTo>
                  <a:lnTo>
                    <a:pt x="59016" y="196720"/>
                  </a:lnTo>
                  <a:lnTo>
                    <a:pt x="59016" y="196720"/>
                  </a:lnTo>
                  <a:lnTo>
                    <a:pt x="57377" y="191802"/>
                  </a:lnTo>
                  <a:lnTo>
                    <a:pt x="55737" y="191802"/>
                  </a:lnTo>
                  <a:lnTo>
                    <a:pt x="57377" y="186884"/>
                  </a:lnTo>
                  <a:lnTo>
                    <a:pt x="54098" y="186884"/>
                  </a:lnTo>
                  <a:lnTo>
                    <a:pt x="50820" y="181966"/>
                  </a:lnTo>
                  <a:lnTo>
                    <a:pt x="49180" y="178688"/>
                  </a:lnTo>
                  <a:lnTo>
                    <a:pt x="50820" y="178688"/>
                  </a:lnTo>
                  <a:lnTo>
                    <a:pt x="54098" y="178688"/>
                  </a:lnTo>
                  <a:lnTo>
                    <a:pt x="59016" y="178688"/>
                  </a:lnTo>
                  <a:lnTo>
                    <a:pt x="62295" y="178688"/>
                  </a:lnTo>
                  <a:lnTo>
                    <a:pt x="67213" y="178688"/>
                  </a:lnTo>
                  <a:lnTo>
                    <a:pt x="67213" y="178688"/>
                  </a:lnTo>
                  <a:lnTo>
                    <a:pt x="68852" y="175409"/>
                  </a:lnTo>
                  <a:lnTo>
                    <a:pt x="68852" y="172130"/>
                  </a:lnTo>
                  <a:lnTo>
                    <a:pt x="68852" y="172130"/>
                  </a:lnTo>
                  <a:lnTo>
                    <a:pt x="70492" y="172130"/>
                  </a:lnTo>
                  <a:lnTo>
                    <a:pt x="72131" y="168852"/>
                  </a:lnTo>
                  <a:lnTo>
                    <a:pt x="73770" y="163934"/>
                  </a:lnTo>
                  <a:lnTo>
                    <a:pt x="72131" y="160655"/>
                  </a:lnTo>
                  <a:lnTo>
                    <a:pt x="68852" y="157376"/>
                  </a:lnTo>
                  <a:lnTo>
                    <a:pt x="72131" y="152458"/>
                  </a:lnTo>
                  <a:lnTo>
                    <a:pt x="75410" y="152458"/>
                  </a:lnTo>
                  <a:lnTo>
                    <a:pt x="77049" y="150819"/>
                  </a:lnTo>
                  <a:lnTo>
                    <a:pt x="77049" y="145901"/>
                  </a:lnTo>
                  <a:lnTo>
                    <a:pt x="77049" y="142622"/>
                  </a:lnTo>
                  <a:lnTo>
                    <a:pt x="77049" y="137704"/>
                  </a:lnTo>
                  <a:lnTo>
                    <a:pt x="77049" y="137704"/>
                  </a:lnTo>
                  <a:lnTo>
                    <a:pt x="78688" y="134426"/>
                  </a:lnTo>
                  <a:lnTo>
                    <a:pt x="78688" y="131147"/>
                  </a:lnTo>
                  <a:lnTo>
                    <a:pt x="78688" y="126229"/>
                  </a:lnTo>
                  <a:lnTo>
                    <a:pt x="77049" y="124589"/>
                  </a:lnTo>
                  <a:lnTo>
                    <a:pt x="75410" y="119672"/>
                  </a:lnTo>
                  <a:lnTo>
                    <a:pt x="75410" y="119672"/>
                  </a:lnTo>
                  <a:lnTo>
                    <a:pt x="75410" y="119672"/>
                  </a:lnTo>
                  <a:lnTo>
                    <a:pt x="75410" y="119672"/>
                  </a:lnTo>
                  <a:lnTo>
                    <a:pt x="75410" y="118032"/>
                  </a:lnTo>
                  <a:lnTo>
                    <a:pt x="78688" y="118032"/>
                  </a:lnTo>
                  <a:lnTo>
                    <a:pt x="78688" y="118032"/>
                  </a:lnTo>
                  <a:lnTo>
                    <a:pt x="81967" y="114754"/>
                  </a:lnTo>
                  <a:lnTo>
                    <a:pt x="85246" y="111475"/>
                  </a:lnTo>
                  <a:lnTo>
                    <a:pt x="88524" y="109836"/>
                  </a:lnTo>
                  <a:lnTo>
                    <a:pt x="91803" y="108196"/>
                  </a:lnTo>
                  <a:lnTo>
                    <a:pt x="93442" y="104917"/>
                  </a:lnTo>
                  <a:lnTo>
                    <a:pt x="98360" y="103278"/>
                  </a:lnTo>
                  <a:lnTo>
                    <a:pt x="100000" y="98360"/>
                  </a:lnTo>
                  <a:lnTo>
                    <a:pt x="103279" y="95082"/>
                  </a:lnTo>
                  <a:lnTo>
                    <a:pt x="101639" y="93442"/>
                  </a:lnTo>
                  <a:lnTo>
                    <a:pt x="98360" y="90164"/>
                  </a:lnTo>
                  <a:lnTo>
                    <a:pt x="95082" y="90164"/>
                  </a:lnTo>
                  <a:lnTo>
                    <a:pt x="90164" y="88524"/>
                  </a:lnTo>
                  <a:lnTo>
                    <a:pt x="91803" y="86885"/>
                  </a:lnTo>
                  <a:lnTo>
                    <a:pt x="91803" y="81967"/>
                  </a:lnTo>
                  <a:lnTo>
                    <a:pt x="88524" y="78688"/>
                  </a:lnTo>
                  <a:lnTo>
                    <a:pt x="85246" y="80327"/>
                  </a:lnTo>
                  <a:lnTo>
                    <a:pt x="81967" y="78688"/>
                  </a:lnTo>
                  <a:lnTo>
                    <a:pt x="77049" y="78688"/>
                  </a:lnTo>
                  <a:lnTo>
                    <a:pt x="75410" y="78688"/>
                  </a:lnTo>
                  <a:lnTo>
                    <a:pt x="72131" y="78688"/>
                  </a:lnTo>
                  <a:lnTo>
                    <a:pt x="68852" y="78688"/>
                  </a:lnTo>
                  <a:lnTo>
                    <a:pt x="68852" y="81967"/>
                  </a:lnTo>
                  <a:lnTo>
                    <a:pt x="67213" y="81967"/>
                  </a:lnTo>
                  <a:lnTo>
                    <a:pt x="63934" y="83606"/>
                  </a:lnTo>
                  <a:lnTo>
                    <a:pt x="60656" y="85245"/>
                  </a:lnTo>
                  <a:lnTo>
                    <a:pt x="57377" y="83606"/>
                  </a:lnTo>
                  <a:lnTo>
                    <a:pt x="54098" y="81967"/>
                  </a:lnTo>
                  <a:lnTo>
                    <a:pt x="49180" y="81967"/>
                  </a:lnTo>
                  <a:lnTo>
                    <a:pt x="45902" y="81967"/>
                  </a:lnTo>
                  <a:lnTo>
                    <a:pt x="42623" y="81967"/>
                  </a:lnTo>
                  <a:lnTo>
                    <a:pt x="37705" y="85245"/>
                  </a:lnTo>
                  <a:lnTo>
                    <a:pt x="34426" y="85245"/>
                  </a:lnTo>
                  <a:lnTo>
                    <a:pt x="34426" y="81967"/>
                  </a:lnTo>
                  <a:lnTo>
                    <a:pt x="32787" y="81967"/>
                  </a:lnTo>
                  <a:lnTo>
                    <a:pt x="32787" y="81967"/>
                  </a:lnTo>
                  <a:lnTo>
                    <a:pt x="34426" y="78688"/>
                  </a:lnTo>
                  <a:lnTo>
                    <a:pt x="37705" y="73770"/>
                  </a:lnTo>
                  <a:lnTo>
                    <a:pt x="34426" y="73770"/>
                  </a:lnTo>
                  <a:lnTo>
                    <a:pt x="34426" y="70492"/>
                  </a:lnTo>
                  <a:lnTo>
                    <a:pt x="32787" y="70492"/>
                  </a:lnTo>
                  <a:lnTo>
                    <a:pt x="29508" y="72131"/>
                  </a:lnTo>
                  <a:lnTo>
                    <a:pt x="26229" y="73770"/>
                  </a:lnTo>
                  <a:lnTo>
                    <a:pt x="21312" y="73770"/>
                  </a:lnTo>
                  <a:lnTo>
                    <a:pt x="18033" y="75409"/>
                  </a:lnTo>
                  <a:lnTo>
                    <a:pt x="18033" y="75409"/>
                  </a:lnTo>
                  <a:lnTo>
                    <a:pt x="14754" y="78688"/>
                  </a:lnTo>
                  <a:lnTo>
                    <a:pt x="9836" y="80327"/>
                  </a:lnTo>
                  <a:lnTo>
                    <a:pt x="9836" y="77049"/>
                  </a:lnTo>
                  <a:lnTo>
                    <a:pt x="9836" y="73770"/>
                  </a:lnTo>
                  <a:lnTo>
                    <a:pt x="11476" y="68852"/>
                  </a:lnTo>
                  <a:lnTo>
                    <a:pt x="16393" y="65573"/>
                  </a:lnTo>
                  <a:lnTo>
                    <a:pt x="18033" y="63934"/>
                  </a:lnTo>
                  <a:lnTo>
                    <a:pt x="21312" y="62295"/>
                  </a:lnTo>
                  <a:lnTo>
                    <a:pt x="21312" y="60655"/>
                  </a:lnTo>
                  <a:lnTo>
                    <a:pt x="18033" y="63934"/>
                  </a:lnTo>
                  <a:lnTo>
                    <a:pt x="14754" y="65573"/>
                  </a:lnTo>
                  <a:lnTo>
                    <a:pt x="11476" y="65573"/>
                  </a:lnTo>
                  <a:lnTo>
                    <a:pt x="13115" y="62295"/>
                  </a:lnTo>
                  <a:lnTo>
                    <a:pt x="16393" y="59016"/>
                  </a:lnTo>
                  <a:lnTo>
                    <a:pt x="19672" y="59016"/>
                  </a:lnTo>
                  <a:lnTo>
                    <a:pt x="14754" y="59016"/>
                  </a:lnTo>
                  <a:lnTo>
                    <a:pt x="11476" y="59016"/>
                  </a:lnTo>
                  <a:lnTo>
                    <a:pt x="11476" y="55737"/>
                  </a:lnTo>
                  <a:lnTo>
                    <a:pt x="14754" y="50819"/>
                  </a:lnTo>
                  <a:lnTo>
                    <a:pt x="18033" y="47541"/>
                  </a:lnTo>
                  <a:lnTo>
                    <a:pt x="18033" y="45901"/>
                  </a:lnTo>
                  <a:lnTo>
                    <a:pt x="14754" y="49180"/>
                  </a:lnTo>
                  <a:lnTo>
                    <a:pt x="9836" y="49180"/>
                  </a:lnTo>
                  <a:lnTo>
                    <a:pt x="8197" y="54098"/>
                  </a:lnTo>
                  <a:lnTo>
                    <a:pt x="6557" y="49180"/>
                  </a:lnTo>
                  <a:lnTo>
                    <a:pt x="8197" y="45901"/>
                  </a:lnTo>
                  <a:lnTo>
                    <a:pt x="11476" y="42623"/>
                  </a:lnTo>
                  <a:lnTo>
                    <a:pt x="13115" y="40983"/>
                  </a:lnTo>
                  <a:lnTo>
                    <a:pt x="9836" y="42623"/>
                  </a:lnTo>
                  <a:lnTo>
                    <a:pt x="4918" y="44262"/>
                  </a:lnTo>
                  <a:lnTo>
                    <a:pt x="4918" y="39344"/>
                  </a:lnTo>
                  <a:lnTo>
                    <a:pt x="3279" y="3934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89" name="Freeform 3788">
              <a:extLst>
                <a:ext uri="{FF2B5EF4-FFF2-40B4-BE49-F238E27FC236}">
                  <a16:creationId xmlns:a16="http://schemas.microsoft.com/office/drawing/2014/main" id="{D918FC49-D2B8-784F-B0C3-6BD11D91F41C}"/>
                </a:ext>
              </a:extLst>
            </p:cNvPr>
            <p:cNvSpPr/>
            <p:nvPr/>
          </p:nvSpPr>
          <p:spPr>
            <a:xfrm>
              <a:off x="5363216" y="3631292"/>
              <a:ext cx="73770" cy="221310"/>
            </a:xfrm>
            <a:custGeom>
              <a:avLst/>
              <a:gdLst>
                <a:gd name="connsiteX0" fmla="*/ 0 w 73770"/>
                <a:gd name="connsiteY0" fmla="*/ 0 h 221310"/>
                <a:gd name="connsiteX1" fmla="*/ 1639 w 73770"/>
                <a:gd name="connsiteY1" fmla="*/ 0 h 221310"/>
                <a:gd name="connsiteX2" fmla="*/ 4918 w 73770"/>
                <a:gd name="connsiteY2" fmla="*/ 1639 h 221310"/>
                <a:gd name="connsiteX3" fmla="*/ 6558 w 73770"/>
                <a:gd name="connsiteY3" fmla="*/ 1639 h 221310"/>
                <a:gd name="connsiteX4" fmla="*/ 9836 w 73770"/>
                <a:gd name="connsiteY4" fmla="*/ 1639 h 221310"/>
                <a:gd name="connsiteX5" fmla="*/ 13115 w 73770"/>
                <a:gd name="connsiteY5" fmla="*/ 3279 h 221310"/>
                <a:gd name="connsiteX6" fmla="*/ 13115 w 73770"/>
                <a:gd name="connsiteY6" fmla="*/ 3279 h 221310"/>
                <a:gd name="connsiteX7" fmla="*/ 18033 w 73770"/>
                <a:gd name="connsiteY7" fmla="*/ 3279 h 221310"/>
                <a:gd name="connsiteX8" fmla="*/ 21312 w 73770"/>
                <a:gd name="connsiteY8" fmla="*/ 4918 h 221310"/>
                <a:gd name="connsiteX9" fmla="*/ 26229 w 73770"/>
                <a:gd name="connsiteY9" fmla="*/ 8197 h 221310"/>
                <a:gd name="connsiteX10" fmla="*/ 29508 w 73770"/>
                <a:gd name="connsiteY10" fmla="*/ 6557 h 221310"/>
                <a:gd name="connsiteX11" fmla="*/ 34426 w 73770"/>
                <a:gd name="connsiteY11" fmla="*/ 4918 h 221310"/>
                <a:gd name="connsiteX12" fmla="*/ 36066 w 73770"/>
                <a:gd name="connsiteY12" fmla="*/ 4918 h 221310"/>
                <a:gd name="connsiteX13" fmla="*/ 40983 w 73770"/>
                <a:gd name="connsiteY13" fmla="*/ 4918 h 221310"/>
                <a:gd name="connsiteX14" fmla="*/ 39344 w 73770"/>
                <a:gd name="connsiteY14" fmla="*/ 9836 h 221310"/>
                <a:gd name="connsiteX15" fmla="*/ 39344 w 73770"/>
                <a:gd name="connsiteY15" fmla="*/ 13114 h 221310"/>
                <a:gd name="connsiteX16" fmla="*/ 36066 w 73770"/>
                <a:gd name="connsiteY16" fmla="*/ 18033 h 221310"/>
                <a:gd name="connsiteX17" fmla="*/ 36066 w 73770"/>
                <a:gd name="connsiteY17" fmla="*/ 18033 h 221310"/>
                <a:gd name="connsiteX18" fmla="*/ 36066 w 73770"/>
                <a:gd name="connsiteY18" fmla="*/ 22951 h 221310"/>
                <a:gd name="connsiteX19" fmla="*/ 36066 w 73770"/>
                <a:gd name="connsiteY19" fmla="*/ 26229 h 221310"/>
                <a:gd name="connsiteX20" fmla="*/ 34426 w 73770"/>
                <a:gd name="connsiteY20" fmla="*/ 29508 h 221310"/>
                <a:gd name="connsiteX21" fmla="*/ 36066 w 73770"/>
                <a:gd name="connsiteY21" fmla="*/ 34426 h 221310"/>
                <a:gd name="connsiteX22" fmla="*/ 39344 w 73770"/>
                <a:gd name="connsiteY22" fmla="*/ 37705 h 221310"/>
                <a:gd name="connsiteX23" fmla="*/ 42623 w 73770"/>
                <a:gd name="connsiteY23" fmla="*/ 39344 h 221310"/>
                <a:gd name="connsiteX24" fmla="*/ 47541 w 73770"/>
                <a:gd name="connsiteY24" fmla="*/ 42623 h 221310"/>
                <a:gd name="connsiteX25" fmla="*/ 47541 w 73770"/>
                <a:gd name="connsiteY25" fmla="*/ 42623 h 221310"/>
                <a:gd name="connsiteX26" fmla="*/ 49180 w 73770"/>
                <a:gd name="connsiteY26" fmla="*/ 44262 h 221310"/>
                <a:gd name="connsiteX27" fmla="*/ 52459 w 73770"/>
                <a:gd name="connsiteY27" fmla="*/ 47541 h 221310"/>
                <a:gd name="connsiteX28" fmla="*/ 55738 w 73770"/>
                <a:gd name="connsiteY28" fmla="*/ 49180 h 221310"/>
                <a:gd name="connsiteX29" fmla="*/ 57377 w 73770"/>
                <a:gd name="connsiteY29" fmla="*/ 54098 h 221310"/>
                <a:gd name="connsiteX30" fmla="*/ 57377 w 73770"/>
                <a:gd name="connsiteY30" fmla="*/ 57377 h 221310"/>
                <a:gd name="connsiteX31" fmla="*/ 57377 w 73770"/>
                <a:gd name="connsiteY31" fmla="*/ 62295 h 221310"/>
                <a:gd name="connsiteX32" fmla="*/ 57377 w 73770"/>
                <a:gd name="connsiteY32" fmla="*/ 65573 h 221310"/>
                <a:gd name="connsiteX33" fmla="*/ 55738 w 73770"/>
                <a:gd name="connsiteY33" fmla="*/ 68852 h 221310"/>
                <a:gd name="connsiteX34" fmla="*/ 57377 w 73770"/>
                <a:gd name="connsiteY34" fmla="*/ 72131 h 221310"/>
                <a:gd name="connsiteX35" fmla="*/ 57377 w 73770"/>
                <a:gd name="connsiteY35" fmla="*/ 75410 h 221310"/>
                <a:gd name="connsiteX36" fmla="*/ 59016 w 73770"/>
                <a:gd name="connsiteY36" fmla="*/ 78688 h 221310"/>
                <a:gd name="connsiteX37" fmla="*/ 59016 w 73770"/>
                <a:gd name="connsiteY37" fmla="*/ 80327 h 221310"/>
                <a:gd name="connsiteX38" fmla="*/ 60656 w 73770"/>
                <a:gd name="connsiteY38" fmla="*/ 81967 h 221310"/>
                <a:gd name="connsiteX39" fmla="*/ 63935 w 73770"/>
                <a:gd name="connsiteY39" fmla="*/ 85246 h 221310"/>
                <a:gd name="connsiteX40" fmla="*/ 65573 w 73770"/>
                <a:gd name="connsiteY40" fmla="*/ 88524 h 221310"/>
                <a:gd name="connsiteX41" fmla="*/ 67213 w 73770"/>
                <a:gd name="connsiteY41" fmla="*/ 93442 h 221310"/>
                <a:gd name="connsiteX42" fmla="*/ 67213 w 73770"/>
                <a:gd name="connsiteY42" fmla="*/ 96721 h 221310"/>
                <a:gd name="connsiteX43" fmla="*/ 67213 w 73770"/>
                <a:gd name="connsiteY43" fmla="*/ 100000 h 221310"/>
                <a:gd name="connsiteX44" fmla="*/ 67213 w 73770"/>
                <a:gd name="connsiteY44" fmla="*/ 104917 h 221310"/>
                <a:gd name="connsiteX45" fmla="*/ 67213 w 73770"/>
                <a:gd name="connsiteY45" fmla="*/ 108196 h 221310"/>
                <a:gd name="connsiteX46" fmla="*/ 67213 w 73770"/>
                <a:gd name="connsiteY46" fmla="*/ 111475 h 221310"/>
                <a:gd name="connsiteX47" fmla="*/ 67213 w 73770"/>
                <a:gd name="connsiteY47" fmla="*/ 111475 h 221310"/>
                <a:gd name="connsiteX48" fmla="*/ 67213 w 73770"/>
                <a:gd name="connsiteY48" fmla="*/ 116393 h 221310"/>
                <a:gd name="connsiteX49" fmla="*/ 67213 w 73770"/>
                <a:gd name="connsiteY49" fmla="*/ 119671 h 221310"/>
                <a:gd name="connsiteX50" fmla="*/ 67213 w 73770"/>
                <a:gd name="connsiteY50" fmla="*/ 121311 h 221310"/>
                <a:gd name="connsiteX51" fmla="*/ 67213 w 73770"/>
                <a:gd name="connsiteY51" fmla="*/ 126229 h 221310"/>
                <a:gd name="connsiteX52" fmla="*/ 67213 w 73770"/>
                <a:gd name="connsiteY52" fmla="*/ 129508 h 221310"/>
                <a:gd name="connsiteX53" fmla="*/ 67213 w 73770"/>
                <a:gd name="connsiteY53" fmla="*/ 132786 h 221310"/>
                <a:gd name="connsiteX54" fmla="*/ 67213 w 73770"/>
                <a:gd name="connsiteY54" fmla="*/ 137704 h 221310"/>
                <a:gd name="connsiteX55" fmla="*/ 67213 w 73770"/>
                <a:gd name="connsiteY55" fmla="*/ 140983 h 221310"/>
                <a:gd name="connsiteX56" fmla="*/ 67213 w 73770"/>
                <a:gd name="connsiteY56" fmla="*/ 144261 h 221310"/>
                <a:gd name="connsiteX57" fmla="*/ 67213 w 73770"/>
                <a:gd name="connsiteY57" fmla="*/ 149180 h 221310"/>
                <a:gd name="connsiteX58" fmla="*/ 67213 w 73770"/>
                <a:gd name="connsiteY58" fmla="*/ 152458 h 221310"/>
                <a:gd name="connsiteX59" fmla="*/ 67213 w 73770"/>
                <a:gd name="connsiteY59" fmla="*/ 155737 h 221310"/>
                <a:gd name="connsiteX60" fmla="*/ 67213 w 73770"/>
                <a:gd name="connsiteY60" fmla="*/ 159016 h 221310"/>
                <a:gd name="connsiteX61" fmla="*/ 67213 w 73770"/>
                <a:gd name="connsiteY61" fmla="*/ 162294 h 221310"/>
                <a:gd name="connsiteX62" fmla="*/ 67213 w 73770"/>
                <a:gd name="connsiteY62" fmla="*/ 163934 h 221310"/>
                <a:gd name="connsiteX63" fmla="*/ 67213 w 73770"/>
                <a:gd name="connsiteY63" fmla="*/ 167213 h 221310"/>
                <a:gd name="connsiteX64" fmla="*/ 67213 w 73770"/>
                <a:gd name="connsiteY64" fmla="*/ 172130 h 221310"/>
                <a:gd name="connsiteX65" fmla="*/ 67213 w 73770"/>
                <a:gd name="connsiteY65" fmla="*/ 175409 h 221310"/>
                <a:gd name="connsiteX66" fmla="*/ 67213 w 73770"/>
                <a:gd name="connsiteY66" fmla="*/ 178688 h 221310"/>
                <a:gd name="connsiteX67" fmla="*/ 67213 w 73770"/>
                <a:gd name="connsiteY67" fmla="*/ 181966 h 221310"/>
                <a:gd name="connsiteX68" fmla="*/ 63935 w 73770"/>
                <a:gd name="connsiteY68" fmla="*/ 181966 h 221310"/>
                <a:gd name="connsiteX69" fmla="*/ 63935 w 73770"/>
                <a:gd name="connsiteY69" fmla="*/ 185245 h 221310"/>
                <a:gd name="connsiteX70" fmla="*/ 65573 w 73770"/>
                <a:gd name="connsiteY70" fmla="*/ 190163 h 221310"/>
                <a:gd name="connsiteX71" fmla="*/ 65573 w 73770"/>
                <a:gd name="connsiteY71" fmla="*/ 193442 h 221310"/>
                <a:gd name="connsiteX72" fmla="*/ 65573 w 73770"/>
                <a:gd name="connsiteY72" fmla="*/ 196720 h 221310"/>
                <a:gd name="connsiteX73" fmla="*/ 67213 w 73770"/>
                <a:gd name="connsiteY73" fmla="*/ 201638 h 221310"/>
                <a:gd name="connsiteX74" fmla="*/ 67213 w 73770"/>
                <a:gd name="connsiteY74" fmla="*/ 199999 h 221310"/>
                <a:gd name="connsiteX75" fmla="*/ 68852 w 73770"/>
                <a:gd name="connsiteY75" fmla="*/ 204917 h 221310"/>
                <a:gd name="connsiteX76" fmla="*/ 72131 w 73770"/>
                <a:gd name="connsiteY76" fmla="*/ 208196 h 221310"/>
                <a:gd name="connsiteX77" fmla="*/ 72131 w 73770"/>
                <a:gd name="connsiteY77" fmla="*/ 211474 h 221310"/>
                <a:gd name="connsiteX78" fmla="*/ 73770 w 73770"/>
                <a:gd name="connsiteY78" fmla="*/ 213114 h 221310"/>
                <a:gd name="connsiteX79" fmla="*/ 68852 w 73770"/>
                <a:gd name="connsiteY79" fmla="*/ 214753 h 221310"/>
                <a:gd name="connsiteX80" fmla="*/ 67213 w 73770"/>
                <a:gd name="connsiteY80" fmla="*/ 216393 h 221310"/>
                <a:gd name="connsiteX81" fmla="*/ 67213 w 73770"/>
                <a:gd name="connsiteY81" fmla="*/ 216393 h 221310"/>
                <a:gd name="connsiteX82" fmla="*/ 65573 w 73770"/>
                <a:gd name="connsiteY82" fmla="*/ 218032 h 221310"/>
                <a:gd name="connsiteX83" fmla="*/ 60656 w 73770"/>
                <a:gd name="connsiteY83" fmla="*/ 218032 h 221310"/>
                <a:gd name="connsiteX84" fmla="*/ 57377 w 73770"/>
                <a:gd name="connsiteY84" fmla="*/ 219671 h 221310"/>
                <a:gd name="connsiteX85" fmla="*/ 57377 w 73770"/>
                <a:gd name="connsiteY85" fmla="*/ 219671 h 221310"/>
                <a:gd name="connsiteX86" fmla="*/ 54098 w 73770"/>
                <a:gd name="connsiteY86" fmla="*/ 219671 h 221310"/>
                <a:gd name="connsiteX87" fmla="*/ 49180 w 73770"/>
                <a:gd name="connsiteY87" fmla="*/ 221310 h 221310"/>
                <a:gd name="connsiteX88" fmla="*/ 49180 w 73770"/>
                <a:gd name="connsiteY88" fmla="*/ 221310 h 221310"/>
                <a:gd name="connsiteX89" fmla="*/ 49180 w 73770"/>
                <a:gd name="connsiteY89" fmla="*/ 219671 h 221310"/>
                <a:gd name="connsiteX90" fmla="*/ 49180 w 73770"/>
                <a:gd name="connsiteY90" fmla="*/ 219671 h 221310"/>
                <a:gd name="connsiteX91" fmla="*/ 45902 w 73770"/>
                <a:gd name="connsiteY91" fmla="*/ 219671 h 221310"/>
                <a:gd name="connsiteX92" fmla="*/ 42623 w 73770"/>
                <a:gd name="connsiteY92" fmla="*/ 214753 h 221310"/>
                <a:gd name="connsiteX93" fmla="*/ 39344 w 73770"/>
                <a:gd name="connsiteY93" fmla="*/ 211474 h 221310"/>
                <a:gd name="connsiteX94" fmla="*/ 36066 w 73770"/>
                <a:gd name="connsiteY94" fmla="*/ 208196 h 221310"/>
                <a:gd name="connsiteX95" fmla="*/ 32787 w 73770"/>
                <a:gd name="connsiteY95" fmla="*/ 204917 h 221310"/>
                <a:gd name="connsiteX96" fmla="*/ 31148 w 73770"/>
                <a:gd name="connsiteY96" fmla="*/ 203278 h 221310"/>
                <a:gd name="connsiteX97" fmla="*/ 29508 w 73770"/>
                <a:gd name="connsiteY97" fmla="*/ 199999 h 221310"/>
                <a:gd name="connsiteX98" fmla="*/ 29508 w 73770"/>
                <a:gd name="connsiteY98" fmla="*/ 196720 h 221310"/>
                <a:gd name="connsiteX99" fmla="*/ 26229 w 73770"/>
                <a:gd name="connsiteY99" fmla="*/ 193442 h 221310"/>
                <a:gd name="connsiteX100" fmla="*/ 24590 w 73770"/>
                <a:gd name="connsiteY100" fmla="*/ 190163 h 221310"/>
                <a:gd name="connsiteX101" fmla="*/ 26229 w 73770"/>
                <a:gd name="connsiteY101" fmla="*/ 185245 h 221310"/>
                <a:gd name="connsiteX102" fmla="*/ 22951 w 73770"/>
                <a:gd name="connsiteY102" fmla="*/ 183606 h 221310"/>
                <a:gd name="connsiteX103" fmla="*/ 27869 w 73770"/>
                <a:gd name="connsiteY103" fmla="*/ 180327 h 221310"/>
                <a:gd name="connsiteX104" fmla="*/ 27869 w 73770"/>
                <a:gd name="connsiteY104" fmla="*/ 177048 h 221310"/>
                <a:gd name="connsiteX105" fmla="*/ 27869 w 73770"/>
                <a:gd name="connsiteY105" fmla="*/ 173770 h 221310"/>
                <a:gd name="connsiteX106" fmla="*/ 29508 w 73770"/>
                <a:gd name="connsiteY106" fmla="*/ 168851 h 221310"/>
                <a:gd name="connsiteX107" fmla="*/ 29508 w 73770"/>
                <a:gd name="connsiteY107" fmla="*/ 165573 h 221310"/>
                <a:gd name="connsiteX108" fmla="*/ 26229 w 73770"/>
                <a:gd name="connsiteY108" fmla="*/ 163934 h 221310"/>
                <a:gd name="connsiteX109" fmla="*/ 24590 w 73770"/>
                <a:gd name="connsiteY109" fmla="*/ 160655 h 221310"/>
                <a:gd name="connsiteX110" fmla="*/ 24590 w 73770"/>
                <a:gd name="connsiteY110" fmla="*/ 157376 h 221310"/>
                <a:gd name="connsiteX111" fmla="*/ 24590 w 73770"/>
                <a:gd name="connsiteY111" fmla="*/ 155737 h 221310"/>
                <a:gd name="connsiteX112" fmla="*/ 26229 w 73770"/>
                <a:gd name="connsiteY112" fmla="*/ 152458 h 221310"/>
                <a:gd name="connsiteX113" fmla="*/ 27869 w 73770"/>
                <a:gd name="connsiteY113" fmla="*/ 149180 h 221310"/>
                <a:gd name="connsiteX114" fmla="*/ 27869 w 73770"/>
                <a:gd name="connsiteY114" fmla="*/ 144261 h 221310"/>
                <a:gd name="connsiteX115" fmla="*/ 27869 w 73770"/>
                <a:gd name="connsiteY115" fmla="*/ 142622 h 221310"/>
                <a:gd name="connsiteX116" fmla="*/ 27869 w 73770"/>
                <a:gd name="connsiteY116" fmla="*/ 139344 h 221310"/>
                <a:gd name="connsiteX117" fmla="*/ 27869 w 73770"/>
                <a:gd name="connsiteY117" fmla="*/ 134426 h 221310"/>
                <a:gd name="connsiteX118" fmla="*/ 27869 w 73770"/>
                <a:gd name="connsiteY118" fmla="*/ 131147 h 221310"/>
                <a:gd name="connsiteX119" fmla="*/ 29508 w 73770"/>
                <a:gd name="connsiteY119" fmla="*/ 127868 h 221310"/>
                <a:gd name="connsiteX120" fmla="*/ 32787 w 73770"/>
                <a:gd name="connsiteY120" fmla="*/ 122950 h 221310"/>
                <a:gd name="connsiteX121" fmla="*/ 29508 w 73770"/>
                <a:gd name="connsiteY121" fmla="*/ 119671 h 221310"/>
                <a:gd name="connsiteX122" fmla="*/ 27869 w 73770"/>
                <a:gd name="connsiteY122" fmla="*/ 116393 h 221310"/>
                <a:gd name="connsiteX123" fmla="*/ 24590 w 73770"/>
                <a:gd name="connsiteY123" fmla="*/ 113114 h 221310"/>
                <a:gd name="connsiteX124" fmla="*/ 21312 w 73770"/>
                <a:gd name="connsiteY124" fmla="*/ 109836 h 221310"/>
                <a:gd name="connsiteX125" fmla="*/ 19672 w 73770"/>
                <a:gd name="connsiteY125" fmla="*/ 106557 h 221310"/>
                <a:gd name="connsiteX126" fmla="*/ 19672 w 73770"/>
                <a:gd name="connsiteY126" fmla="*/ 104917 h 221310"/>
                <a:gd name="connsiteX127" fmla="*/ 22951 w 73770"/>
                <a:gd name="connsiteY127" fmla="*/ 103278 h 221310"/>
                <a:gd name="connsiteX128" fmla="*/ 22951 w 73770"/>
                <a:gd name="connsiteY128" fmla="*/ 101639 h 221310"/>
                <a:gd name="connsiteX129" fmla="*/ 24590 w 73770"/>
                <a:gd name="connsiteY129" fmla="*/ 100000 h 221310"/>
                <a:gd name="connsiteX130" fmla="*/ 22951 w 73770"/>
                <a:gd name="connsiteY130" fmla="*/ 96721 h 221310"/>
                <a:gd name="connsiteX131" fmla="*/ 21312 w 73770"/>
                <a:gd name="connsiteY131" fmla="*/ 93442 h 221310"/>
                <a:gd name="connsiteX132" fmla="*/ 22951 w 73770"/>
                <a:gd name="connsiteY132" fmla="*/ 88524 h 221310"/>
                <a:gd name="connsiteX133" fmla="*/ 24590 w 73770"/>
                <a:gd name="connsiteY133" fmla="*/ 85246 h 221310"/>
                <a:gd name="connsiteX134" fmla="*/ 24590 w 73770"/>
                <a:gd name="connsiteY134" fmla="*/ 81967 h 221310"/>
                <a:gd name="connsiteX135" fmla="*/ 26229 w 73770"/>
                <a:gd name="connsiteY135" fmla="*/ 77049 h 221310"/>
                <a:gd name="connsiteX136" fmla="*/ 24590 w 73770"/>
                <a:gd name="connsiteY136" fmla="*/ 73770 h 221310"/>
                <a:gd name="connsiteX137" fmla="*/ 19672 w 73770"/>
                <a:gd name="connsiteY137" fmla="*/ 72131 h 221310"/>
                <a:gd name="connsiteX138" fmla="*/ 16393 w 73770"/>
                <a:gd name="connsiteY138" fmla="*/ 75410 h 221310"/>
                <a:gd name="connsiteX139" fmla="*/ 13115 w 73770"/>
                <a:gd name="connsiteY139" fmla="*/ 75410 h 221310"/>
                <a:gd name="connsiteX140" fmla="*/ 14754 w 73770"/>
                <a:gd name="connsiteY140" fmla="*/ 72131 h 221310"/>
                <a:gd name="connsiteX141" fmla="*/ 14754 w 73770"/>
                <a:gd name="connsiteY141" fmla="*/ 68852 h 221310"/>
                <a:gd name="connsiteX142" fmla="*/ 18033 w 73770"/>
                <a:gd name="connsiteY142" fmla="*/ 68852 h 221310"/>
                <a:gd name="connsiteX143" fmla="*/ 18033 w 73770"/>
                <a:gd name="connsiteY143" fmla="*/ 65573 h 221310"/>
                <a:gd name="connsiteX144" fmla="*/ 16393 w 73770"/>
                <a:gd name="connsiteY144" fmla="*/ 60656 h 221310"/>
                <a:gd name="connsiteX145" fmla="*/ 18033 w 73770"/>
                <a:gd name="connsiteY145" fmla="*/ 57377 h 221310"/>
                <a:gd name="connsiteX146" fmla="*/ 18033 w 73770"/>
                <a:gd name="connsiteY146" fmla="*/ 54098 h 221310"/>
                <a:gd name="connsiteX147" fmla="*/ 18033 w 73770"/>
                <a:gd name="connsiteY147" fmla="*/ 49180 h 221310"/>
                <a:gd name="connsiteX148" fmla="*/ 19672 w 73770"/>
                <a:gd name="connsiteY148" fmla="*/ 47541 h 221310"/>
                <a:gd name="connsiteX149" fmla="*/ 19672 w 73770"/>
                <a:gd name="connsiteY149" fmla="*/ 47541 h 221310"/>
                <a:gd name="connsiteX150" fmla="*/ 18033 w 73770"/>
                <a:gd name="connsiteY150" fmla="*/ 44262 h 221310"/>
                <a:gd name="connsiteX151" fmla="*/ 18033 w 73770"/>
                <a:gd name="connsiteY151" fmla="*/ 40983 h 221310"/>
                <a:gd name="connsiteX152" fmla="*/ 19672 w 73770"/>
                <a:gd name="connsiteY152" fmla="*/ 37705 h 221310"/>
                <a:gd name="connsiteX153" fmla="*/ 19672 w 73770"/>
                <a:gd name="connsiteY153" fmla="*/ 36066 h 221310"/>
                <a:gd name="connsiteX154" fmla="*/ 16393 w 73770"/>
                <a:gd name="connsiteY154" fmla="*/ 34426 h 221310"/>
                <a:gd name="connsiteX155" fmla="*/ 13115 w 73770"/>
                <a:gd name="connsiteY155" fmla="*/ 32787 h 221310"/>
                <a:gd name="connsiteX156" fmla="*/ 9836 w 73770"/>
                <a:gd name="connsiteY156" fmla="*/ 27869 h 221310"/>
                <a:gd name="connsiteX157" fmla="*/ 9836 w 73770"/>
                <a:gd name="connsiteY157" fmla="*/ 26229 h 221310"/>
                <a:gd name="connsiteX158" fmla="*/ 6558 w 73770"/>
                <a:gd name="connsiteY158" fmla="*/ 22951 h 221310"/>
                <a:gd name="connsiteX159" fmla="*/ 4918 w 73770"/>
                <a:gd name="connsiteY159" fmla="*/ 22951 h 221310"/>
                <a:gd name="connsiteX160" fmla="*/ 1639 w 73770"/>
                <a:gd name="connsiteY160" fmla="*/ 19672 h 221310"/>
                <a:gd name="connsiteX161" fmla="*/ 1639 w 73770"/>
                <a:gd name="connsiteY161" fmla="*/ 18033 h 221310"/>
                <a:gd name="connsiteX162" fmla="*/ 3279 w 73770"/>
                <a:gd name="connsiteY162" fmla="*/ 14754 h 221310"/>
                <a:gd name="connsiteX163" fmla="*/ 4918 w 73770"/>
                <a:gd name="connsiteY163" fmla="*/ 11476 h 221310"/>
                <a:gd name="connsiteX164" fmla="*/ 4918 w 73770"/>
                <a:gd name="connsiteY164" fmla="*/ 6557 h 221310"/>
                <a:gd name="connsiteX165" fmla="*/ 6558 w 73770"/>
                <a:gd name="connsiteY165" fmla="*/ 6557 h 221310"/>
                <a:gd name="connsiteX166" fmla="*/ 6558 w 73770"/>
                <a:gd name="connsiteY166" fmla="*/ 1639 h 221310"/>
                <a:gd name="connsiteX167" fmla="*/ 4918 w 73770"/>
                <a:gd name="connsiteY167" fmla="*/ 1639 h 221310"/>
                <a:gd name="connsiteX168" fmla="*/ 1639 w 73770"/>
                <a:gd name="connsiteY168" fmla="*/ 1639 h 221310"/>
                <a:gd name="connsiteX169" fmla="*/ 0 w 73770"/>
                <a:gd name="connsiteY169" fmla="*/ 0 h 221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73770" h="221310">
                  <a:moveTo>
                    <a:pt x="0" y="0"/>
                  </a:moveTo>
                  <a:lnTo>
                    <a:pt x="1639" y="0"/>
                  </a:lnTo>
                  <a:lnTo>
                    <a:pt x="4918" y="1639"/>
                  </a:lnTo>
                  <a:lnTo>
                    <a:pt x="6558" y="1639"/>
                  </a:lnTo>
                  <a:lnTo>
                    <a:pt x="9836" y="1639"/>
                  </a:lnTo>
                  <a:lnTo>
                    <a:pt x="13115" y="3279"/>
                  </a:lnTo>
                  <a:lnTo>
                    <a:pt x="13115" y="3279"/>
                  </a:lnTo>
                  <a:lnTo>
                    <a:pt x="18033" y="3279"/>
                  </a:lnTo>
                  <a:lnTo>
                    <a:pt x="21312" y="4918"/>
                  </a:lnTo>
                  <a:lnTo>
                    <a:pt x="26229" y="8197"/>
                  </a:lnTo>
                  <a:lnTo>
                    <a:pt x="29508" y="6557"/>
                  </a:lnTo>
                  <a:lnTo>
                    <a:pt x="34426" y="4918"/>
                  </a:lnTo>
                  <a:lnTo>
                    <a:pt x="36066" y="4918"/>
                  </a:lnTo>
                  <a:lnTo>
                    <a:pt x="40983" y="4918"/>
                  </a:lnTo>
                  <a:lnTo>
                    <a:pt x="39344" y="9836"/>
                  </a:lnTo>
                  <a:lnTo>
                    <a:pt x="39344" y="13114"/>
                  </a:lnTo>
                  <a:lnTo>
                    <a:pt x="36066" y="18033"/>
                  </a:lnTo>
                  <a:lnTo>
                    <a:pt x="36066" y="18033"/>
                  </a:lnTo>
                  <a:lnTo>
                    <a:pt x="36066" y="22951"/>
                  </a:lnTo>
                  <a:lnTo>
                    <a:pt x="36066" y="26229"/>
                  </a:lnTo>
                  <a:lnTo>
                    <a:pt x="34426" y="29508"/>
                  </a:lnTo>
                  <a:lnTo>
                    <a:pt x="36066" y="34426"/>
                  </a:lnTo>
                  <a:lnTo>
                    <a:pt x="39344" y="37705"/>
                  </a:lnTo>
                  <a:lnTo>
                    <a:pt x="42623" y="39344"/>
                  </a:lnTo>
                  <a:lnTo>
                    <a:pt x="47541" y="42623"/>
                  </a:lnTo>
                  <a:lnTo>
                    <a:pt x="47541" y="42623"/>
                  </a:lnTo>
                  <a:lnTo>
                    <a:pt x="49180" y="44262"/>
                  </a:lnTo>
                  <a:lnTo>
                    <a:pt x="52459" y="47541"/>
                  </a:lnTo>
                  <a:lnTo>
                    <a:pt x="55738" y="49180"/>
                  </a:lnTo>
                  <a:lnTo>
                    <a:pt x="57377" y="54098"/>
                  </a:lnTo>
                  <a:lnTo>
                    <a:pt x="57377" y="57377"/>
                  </a:lnTo>
                  <a:lnTo>
                    <a:pt x="57377" y="62295"/>
                  </a:lnTo>
                  <a:lnTo>
                    <a:pt x="57377" y="65573"/>
                  </a:lnTo>
                  <a:lnTo>
                    <a:pt x="55738" y="68852"/>
                  </a:lnTo>
                  <a:lnTo>
                    <a:pt x="57377" y="72131"/>
                  </a:lnTo>
                  <a:lnTo>
                    <a:pt x="57377" y="75410"/>
                  </a:lnTo>
                  <a:lnTo>
                    <a:pt x="59016" y="78688"/>
                  </a:lnTo>
                  <a:lnTo>
                    <a:pt x="59016" y="80327"/>
                  </a:lnTo>
                  <a:lnTo>
                    <a:pt x="60656" y="81967"/>
                  </a:lnTo>
                  <a:lnTo>
                    <a:pt x="63935" y="85246"/>
                  </a:lnTo>
                  <a:lnTo>
                    <a:pt x="65573" y="88524"/>
                  </a:lnTo>
                  <a:lnTo>
                    <a:pt x="67213" y="93442"/>
                  </a:lnTo>
                  <a:lnTo>
                    <a:pt x="67213" y="96721"/>
                  </a:lnTo>
                  <a:lnTo>
                    <a:pt x="67213" y="100000"/>
                  </a:lnTo>
                  <a:lnTo>
                    <a:pt x="67213" y="104917"/>
                  </a:lnTo>
                  <a:lnTo>
                    <a:pt x="67213" y="108196"/>
                  </a:lnTo>
                  <a:lnTo>
                    <a:pt x="67213" y="111475"/>
                  </a:lnTo>
                  <a:lnTo>
                    <a:pt x="67213" y="111475"/>
                  </a:lnTo>
                  <a:lnTo>
                    <a:pt x="67213" y="116393"/>
                  </a:lnTo>
                  <a:lnTo>
                    <a:pt x="67213" y="119671"/>
                  </a:lnTo>
                  <a:lnTo>
                    <a:pt x="67213" y="121311"/>
                  </a:lnTo>
                  <a:lnTo>
                    <a:pt x="67213" y="126229"/>
                  </a:lnTo>
                  <a:lnTo>
                    <a:pt x="67213" y="129508"/>
                  </a:lnTo>
                  <a:lnTo>
                    <a:pt x="67213" y="132786"/>
                  </a:lnTo>
                  <a:lnTo>
                    <a:pt x="67213" y="137704"/>
                  </a:lnTo>
                  <a:lnTo>
                    <a:pt x="67213" y="140983"/>
                  </a:lnTo>
                  <a:lnTo>
                    <a:pt x="67213" y="144261"/>
                  </a:lnTo>
                  <a:lnTo>
                    <a:pt x="67213" y="149180"/>
                  </a:lnTo>
                  <a:lnTo>
                    <a:pt x="67213" y="152458"/>
                  </a:lnTo>
                  <a:lnTo>
                    <a:pt x="67213" y="155737"/>
                  </a:lnTo>
                  <a:lnTo>
                    <a:pt x="67213" y="159016"/>
                  </a:lnTo>
                  <a:lnTo>
                    <a:pt x="67213" y="162294"/>
                  </a:lnTo>
                  <a:lnTo>
                    <a:pt x="67213" y="163934"/>
                  </a:lnTo>
                  <a:lnTo>
                    <a:pt x="67213" y="167213"/>
                  </a:lnTo>
                  <a:lnTo>
                    <a:pt x="67213" y="172130"/>
                  </a:lnTo>
                  <a:lnTo>
                    <a:pt x="67213" y="175409"/>
                  </a:lnTo>
                  <a:lnTo>
                    <a:pt x="67213" y="178688"/>
                  </a:lnTo>
                  <a:lnTo>
                    <a:pt x="67213" y="181966"/>
                  </a:lnTo>
                  <a:lnTo>
                    <a:pt x="63935" y="181966"/>
                  </a:lnTo>
                  <a:lnTo>
                    <a:pt x="63935" y="185245"/>
                  </a:lnTo>
                  <a:lnTo>
                    <a:pt x="65573" y="190163"/>
                  </a:lnTo>
                  <a:lnTo>
                    <a:pt x="65573" y="193442"/>
                  </a:lnTo>
                  <a:lnTo>
                    <a:pt x="65573" y="196720"/>
                  </a:lnTo>
                  <a:lnTo>
                    <a:pt x="67213" y="201638"/>
                  </a:lnTo>
                  <a:lnTo>
                    <a:pt x="67213" y="199999"/>
                  </a:lnTo>
                  <a:lnTo>
                    <a:pt x="68852" y="204917"/>
                  </a:lnTo>
                  <a:lnTo>
                    <a:pt x="72131" y="208196"/>
                  </a:lnTo>
                  <a:lnTo>
                    <a:pt x="72131" y="211474"/>
                  </a:lnTo>
                  <a:lnTo>
                    <a:pt x="73770" y="213114"/>
                  </a:lnTo>
                  <a:lnTo>
                    <a:pt x="68852" y="214753"/>
                  </a:lnTo>
                  <a:lnTo>
                    <a:pt x="67213" y="216393"/>
                  </a:lnTo>
                  <a:lnTo>
                    <a:pt x="67213" y="216393"/>
                  </a:lnTo>
                  <a:lnTo>
                    <a:pt x="65573" y="218032"/>
                  </a:lnTo>
                  <a:lnTo>
                    <a:pt x="60656" y="218032"/>
                  </a:lnTo>
                  <a:lnTo>
                    <a:pt x="57377" y="219671"/>
                  </a:lnTo>
                  <a:lnTo>
                    <a:pt x="57377" y="219671"/>
                  </a:lnTo>
                  <a:lnTo>
                    <a:pt x="54098" y="219671"/>
                  </a:lnTo>
                  <a:lnTo>
                    <a:pt x="49180" y="221310"/>
                  </a:lnTo>
                  <a:lnTo>
                    <a:pt x="49180" y="221310"/>
                  </a:lnTo>
                  <a:lnTo>
                    <a:pt x="49180" y="219671"/>
                  </a:lnTo>
                  <a:lnTo>
                    <a:pt x="49180" y="219671"/>
                  </a:lnTo>
                  <a:lnTo>
                    <a:pt x="45902" y="219671"/>
                  </a:lnTo>
                  <a:lnTo>
                    <a:pt x="42623" y="214753"/>
                  </a:lnTo>
                  <a:lnTo>
                    <a:pt x="39344" y="211474"/>
                  </a:lnTo>
                  <a:lnTo>
                    <a:pt x="36066" y="208196"/>
                  </a:lnTo>
                  <a:lnTo>
                    <a:pt x="32787" y="204917"/>
                  </a:lnTo>
                  <a:lnTo>
                    <a:pt x="31148" y="203278"/>
                  </a:lnTo>
                  <a:lnTo>
                    <a:pt x="29508" y="199999"/>
                  </a:lnTo>
                  <a:lnTo>
                    <a:pt x="29508" y="196720"/>
                  </a:lnTo>
                  <a:lnTo>
                    <a:pt x="26229" y="193442"/>
                  </a:lnTo>
                  <a:lnTo>
                    <a:pt x="24590" y="190163"/>
                  </a:lnTo>
                  <a:lnTo>
                    <a:pt x="26229" y="185245"/>
                  </a:lnTo>
                  <a:lnTo>
                    <a:pt x="22951" y="183606"/>
                  </a:lnTo>
                  <a:lnTo>
                    <a:pt x="27869" y="180327"/>
                  </a:lnTo>
                  <a:lnTo>
                    <a:pt x="27869" y="177048"/>
                  </a:lnTo>
                  <a:lnTo>
                    <a:pt x="27869" y="173770"/>
                  </a:lnTo>
                  <a:lnTo>
                    <a:pt x="29508" y="168851"/>
                  </a:lnTo>
                  <a:lnTo>
                    <a:pt x="29508" y="165573"/>
                  </a:lnTo>
                  <a:lnTo>
                    <a:pt x="26229" y="163934"/>
                  </a:lnTo>
                  <a:lnTo>
                    <a:pt x="24590" y="160655"/>
                  </a:lnTo>
                  <a:lnTo>
                    <a:pt x="24590" y="157376"/>
                  </a:lnTo>
                  <a:lnTo>
                    <a:pt x="24590" y="155737"/>
                  </a:lnTo>
                  <a:lnTo>
                    <a:pt x="26229" y="152458"/>
                  </a:lnTo>
                  <a:lnTo>
                    <a:pt x="27869" y="149180"/>
                  </a:lnTo>
                  <a:lnTo>
                    <a:pt x="27869" y="144261"/>
                  </a:lnTo>
                  <a:lnTo>
                    <a:pt x="27869" y="142622"/>
                  </a:lnTo>
                  <a:lnTo>
                    <a:pt x="27869" y="139344"/>
                  </a:lnTo>
                  <a:lnTo>
                    <a:pt x="27869" y="134426"/>
                  </a:lnTo>
                  <a:lnTo>
                    <a:pt x="27869" y="131147"/>
                  </a:lnTo>
                  <a:lnTo>
                    <a:pt x="29508" y="127868"/>
                  </a:lnTo>
                  <a:lnTo>
                    <a:pt x="32787" y="122950"/>
                  </a:lnTo>
                  <a:lnTo>
                    <a:pt x="29508" y="119671"/>
                  </a:lnTo>
                  <a:lnTo>
                    <a:pt x="27869" y="116393"/>
                  </a:lnTo>
                  <a:lnTo>
                    <a:pt x="24590" y="113114"/>
                  </a:lnTo>
                  <a:lnTo>
                    <a:pt x="21312" y="109836"/>
                  </a:lnTo>
                  <a:lnTo>
                    <a:pt x="19672" y="106557"/>
                  </a:lnTo>
                  <a:lnTo>
                    <a:pt x="19672" y="104917"/>
                  </a:lnTo>
                  <a:lnTo>
                    <a:pt x="22951" y="103278"/>
                  </a:lnTo>
                  <a:lnTo>
                    <a:pt x="22951" y="101639"/>
                  </a:lnTo>
                  <a:lnTo>
                    <a:pt x="24590" y="100000"/>
                  </a:lnTo>
                  <a:lnTo>
                    <a:pt x="22951" y="96721"/>
                  </a:lnTo>
                  <a:lnTo>
                    <a:pt x="21312" y="93442"/>
                  </a:lnTo>
                  <a:lnTo>
                    <a:pt x="22951" y="88524"/>
                  </a:lnTo>
                  <a:lnTo>
                    <a:pt x="24590" y="85246"/>
                  </a:lnTo>
                  <a:lnTo>
                    <a:pt x="24590" y="81967"/>
                  </a:lnTo>
                  <a:lnTo>
                    <a:pt x="26229" y="77049"/>
                  </a:lnTo>
                  <a:lnTo>
                    <a:pt x="24590" y="73770"/>
                  </a:lnTo>
                  <a:lnTo>
                    <a:pt x="19672" y="72131"/>
                  </a:lnTo>
                  <a:lnTo>
                    <a:pt x="16393" y="75410"/>
                  </a:lnTo>
                  <a:lnTo>
                    <a:pt x="13115" y="75410"/>
                  </a:lnTo>
                  <a:lnTo>
                    <a:pt x="14754" y="72131"/>
                  </a:lnTo>
                  <a:lnTo>
                    <a:pt x="14754" y="68852"/>
                  </a:lnTo>
                  <a:lnTo>
                    <a:pt x="18033" y="68852"/>
                  </a:lnTo>
                  <a:lnTo>
                    <a:pt x="18033" y="65573"/>
                  </a:lnTo>
                  <a:lnTo>
                    <a:pt x="16393" y="60656"/>
                  </a:lnTo>
                  <a:lnTo>
                    <a:pt x="18033" y="57377"/>
                  </a:lnTo>
                  <a:lnTo>
                    <a:pt x="18033" y="54098"/>
                  </a:lnTo>
                  <a:lnTo>
                    <a:pt x="18033" y="49180"/>
                  </a:lnTo>
                  <a:lnTo>
                    <a:pt x="19672" y="47541"/>
                  </a:lnTo>
                  <a:lnTo>
                    <a:pt x="19672" y="47541"/>
                  </a:lnTo>
                  <a:lnTo>
                    <a:pt x="18033" y="44262"/>
                  </a:lnTo>
                  <a:lnTo>
                    <a:pt x="18033" y="40983"/>
                  </a:lnTo>
                  <a:lnTo>
                    <a:pt x="19672" y="37705"/>
                  </a:lnTo>
                  <a:lnTo>
                    <a:pt x="19672" y="36066"/>
                  </a:lnTo>
                  <a:lnTo>
                    <a:pt x="16393" y="34426"/>
                  </a:lnTo>
                  <a:lnTo>
                    <a:pt x="13115" y="32787"/>
                  </a:lnTo>
                  <a:lnTo>
                    <a:pt x="9836" y="27869"/>
                  </a:lnTo>
                  <a:lnTo>
                    <a:pt x="9836" y="26229"/>
                  </a:lnTo>
                  <a:lnTo>
                    <a:pt x="6558" y="22951"/>
                  </a:lnTo>
                  <a:lnTo>
                    <a:pt x="4918" y="22951"/>
                  </a:lnTo>
                  <a:lnTo>
                    <a:pt x="1639" y="19672"/>
                  </a:lnTo>
                  <a:lnTo>
                    <a:pt x="1639" y="18033"/>
                  </a:lnTo>
                  <a:lnTo>
                    <a:pt x="3279" y="14754"/>
                  </a:lnTo>
                  <a:lnTo>
                    <a:pt x="4918" y="11476"/>
                  </a:lnTo>
                  <a:lnTo>
                    <a:pt x="4918" y="6557"/>
                  </a:lnTo>
                  <a:lnTo>
                    <a:pt x="6558" y="6557"/>
                  </a:lnTo>
                  <a:lnTo>
                    <a:pt x="6558" y="1639"/>
                  </a:lnTo>
                  <a:lnTo>
                    <a:pt x="4918" y="1639"/>
                  </a:lnTo>
                  <a:lnTo>
                    <a:pt x="163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0" name="Freeform 3789">
              <a:extLst>
                <a:ext uri="{FF2B5EF4-FFF2-40B4-BE49-F238E27FC236}">
                  <a16:creationId xmlns:a16="http://schemas.microsoft.com/office/drawing/2014/main" id="{2055ABDB-5576-5D40-82AF-76C0565493C5}"/>
                </a:ext>
              </a:extLst>
            </p:cNvPr>
            <p:cNvSpPr/>
            <p:nvPr/>
          </p:nvSpPr>
          <p:spPr>
            <a:xfrm>
              <a:off x="5438625" y="2396872"/>
              <a:ext cx="14753" cy="11475"/>
            </a:xfrm>
            <a:custGeom>
              <a:avLst/>
              <a:gdLst>
                <a:gd name="connsiteX0" fmla="*/ 4918 w 14753"/>
                <a:gd name="connsiteY0" fmla="*/ 11475 h 11475"/>
                <a:gd name="connsiteX1" fmla="*/ 1639 w 14753"/>
                <a:gd name="connsiteY1" fmla="*/ 9836 h 11475"/>
                <a:gd name="connsiteX2" fmla="*/ 0 w 14753"/>
                <a:gd name="connsiteY2" fmla="*/ 6557 h 11475"/>
                <a:gd name="connsiteX3" fmla="*/ 3279 w 14753"/>
                <a:gd name="connsiteY3" fmla="*/ 3279 h 11475"/>
                <a:gd name="connsiteX4" fmla="*/ 6557 w 14753"/>
                <a:gd name="connsiteY4" fmla="*/ 1639 h 11475"/>
                <a:gd name="connsiteX5" fmla="*/ 9836 w 14753"/>
                <a:gd name="connsiteY5" fmla="*/ 0 h 11475"/>
                <a:gd name="connsiteX6" fmla="*/ 14754 w 14753"/>
                <a:gd name="connsiteY6" fmla="*/ 3279 h 11475"/>
                <a:gd name="connsiteX7" fmla="*/ 9836 w 14753"/>
                <a:gd name="connsiteY7" fmla="*/ 6557 h 11475"/>
                <a:gd name="connsiteX8" fmla="*/ 6557 w 14753"/>
                <a:gd name="connsiteY8" fmla="*/ 983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3" h="11475">
                  <a:moveTo>
                    <a:pt x="4918" y="11475"/>
                  </a:moveTo>
                  <a:lnTo>
                    <a:pt x="1639" y="9836"/>
                  </a:lnTo>
                  <a:lnTo>
                    <a:pt x="0" y="6557"/>
                  </a:lnTo>
                  <a:lnTo>
                    <a:pt x="3279" y="3279"/>
                  </a:lnTo>
                  <a:lnTo>
                    <a:pt x="6557" y="1639"/>
                  </a:lnTo>
                  <a:lnTo>
                    <a:pt x="9836" y="0"/>
                  </a:lnTo>
                  <a:lnTo>
                    <a:pt x="14754" y="3279"/>
                  </a:lnTo>
                  <a:lnTo>
                    <a:pt x="9836" y="6557"/>
                  </a:lnTo>
                  <a:lnTo>
                    <a:pt x="6557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1" name="Freeform 3790">
              <a:extLst>
                <a:ext uri="{FF2B5EF4-FFF2-40B4-BE49-F238E27FC236}">
                  <a16:creationId xmlns:a16="http://schemas.microsoft.com/office/drawing/2014/main" id="{81B7ACFE-932F-3F43-A142-157837E01ADB}"/>
                </a:ext>
              </a:extLst>
            </p:cNvPr>
            <p:cNvSpPr/>
            <p:nvPr/>
          </p:nvSpPr>
          <p:spPr>
            <a:xfrm>
              <a:off x="5443544" y="2413265"/>
              <a:ext cx="3278" cy="4918"/>
            </a:xfrm>
            <a:custGeom>
              <a:avLst/>
              <a:gdLst>
                <a:gd name="connsiteX0" fmla="*/ 0 w 3278"/>
                <a:gd name="connsiteY0" fmla="*/ 4918 h 4918"/>
                <a:gd name="connsiteX1" fmla="*/ 0 w 3278"/>
                <a:gd name="connsiteY1" fmla="*/ 0 h 4918"/>
                <a:gd name="connsiteX2" fmla="*/ 3278 w 3278"/>
                <a:gd name="connsiteY2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0" y="4918"/>
                  </a:moveTo>
                  <a:lnTo>
                    <a:pt x="0" y="0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2" name="Freeform 3791">
              <a:extLst>
                <a:ext uri="{FF2B5EF4-FFF2-40B4-BE49-F238E27FC236}">
                  <a16:creationId xmlns:a16="http://schemas.microsoft.com/office/drawing/2014/main" id="{D856EF1F-B602-2646-B7E3-ACF1DB661DA2}"/>
                </a:ext>
              </a:extLst>
            </p:cNvPr>
            <p:cNvSpPr/>
            <p:nvPr/>
          </p:nvSpPr>
          <p:spPr>
            <a:xfrm>
              <a:off x="5479609" y="2359167"/>
              <a:ext cx="39343" cy="31147"/>
            </a:xfrm>
            <a:custGeom>
              <a:avLst/>
              <a:gdLst>
                <a:gd name="connsiteX0" fmla="*/ 32787 w 39343"/>
                <a:gd name="connsiteY0" fmla="*/ 24590 h 31147"/>
                <a:gd name="connsiteX1" fmla="*/ 29508 w 39343"/>
                <a:gd name="connsiteY1" fmla="*/ 27869 h 31147"/>
                <a:gd name="connsiteX2" fmla="*/ 24590 w 39343"/>
                <a:gd name="connsiteY2" fmla="*/ 31148 h 31147"/>
                <a:gd name="connsiteX3" fmla="*/ 21312 w 39343"/>
                <a:gd name="connsiteY3" fmla="*/ 26229 h 31147"/>
                <a:gd name="connsiteX4" fmla="*/ 18033 w 39343"/>
                <a:gd name="connsiteY4" fmla="*/ 26229 h 31147"/>
                <a:gd name="connsiteX5" fmla="*/ 14754 w 39343"/>
                <a:gd name="connsiteY5" fmla="*/ 26229 h 31147"/>
                <a:gd name="connsiteX6" fmla="*/ 13115 w 39343"/>
                <a:gd name="connsiteY6" fmla="*/ 21311 h 31147"/>
                <a:gd name="connsiteX7" fmla="*/ 11476 w 39343"/>
                <a:gd name="connsiteY7" fmla="*/ 18033 h 31147"/>
                <a:gd name="connsiteX8" fmla="*/ 8197 w 39343"/>
                <a:gd name="connsiteY8" fmla="*/ 19672 h 31147"/>
                <a:gd name="connsiteX9" fmla="*/ 3279 w 39343"/>
                <a:gd name="connsiteY9" fmla="*/ 21311 h 31147"/>
                <a:gd name="connsiteX10" fmla="*/ 0 w 39343"/>
                <a:gd name="connsiteY10" fmla="*/ 19672 h 31147"/>
                <a:gd name="connsiteX11" fmla="*/ 1639 w 39343"/>
                <a:gd name="connsiteY11" fmla="*/ 16393 h 31147"/>
                <a:gd name="connsiteX12" fmla="*/ 4918 w 39343"/>
                <a:gd name="connsiteY12" fmla="*/ 13115 h 31147"/>
                <a:gd name="connsiteX13" fmla="*/ 8197 w 39343"/>
                <a:gd name="connsiteY13" fmla="*/ 11476 h 31147"/>
                <a:gd name="connsiteX14" fmla="*/ 11476 w 39343"/>
                <a:gd name="connsiteY14" fmla="*/ 8197 h 31147"/>
                <a:gd name="connsiteX15" fmla="*/ 16393 w 39343"/>
                <a:gd name="connsiteY15" fmla="*/ 4918 h 31147"/>
                <a:gd name="connsiteX16" fmla="*/ 19672 w 39343"/>
                <a:gd name="connsiteY16" fmla="*/ 3279 h 31147"/>
                <a:gd name="connsiteX17" fmla="*/ 24590 w 39343"/>
                <a:gd name="connsiteY17" fmla="*/ 1639 h 31147"/>
                <a:gd name="connsiteX18" fmla="*/ 27869 w 39343"/>
                <a:gd name="connsiteY18" fmla="*/ 1639 h 31147"/>
                <a:gd name="connsiteX19" fmla="*/ 31147 w 39343"/>
                <a:gd name="connsiteY19" fmla="*/ 0 h 31147"/>
                <a:gd name="connsiteX20" fmla="*/ 27869 w 39343"/>
                <a:gd name="connsiteY20" fmla="*/ 3279 h 31147"/>
                <a:gd name="connsiteX21" fmla="*/ 27869 w 39343"/>
                <a:gd name="connsiteY21" fmla="*/ 6557 h 31147"/>
                <a:gd name="connsiteX22" fmla="*/ 31147 w 39343"/>
                <a:gd name="connsiteY22" fmla="*/ 9836 h 31147"/>
                <a:gd name="connsiteX23" fmla="*/ 34426 w 39343"/>
                <a:gd name="connsiteY23" fmla="*/ 9836 h 31147"/>
                <a:gd name="connsiteX24" fmla="*/ 39344 w 39343"/>
                <a:gd name="connsiteY24" fmla="*/ 9836 h 31147"/>
                <a:gd name="connsiteX25" fmla="*/ 39344 w 39343"/>
                <a:gd name="connsiteY25" fmla="*/ 13115 h 31147"/>
                <a:gd name="connsiteX26" fmla="*/ 36066 w 39343"/>
                <a:gd name="connsiteY26" fmla="*/ 16393 h 31147"/>
                <a:gd name="connsiteX27" fmla="*/ 34426 w 39343"/>
                <a:gd name="connsiteY27" fmla="*/ 21311 h 3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9343" h="31147">
                  <a:moveTo>
                    <a:pt x="32787" y="24590"/>
                  </a:moveTo>
                  <a:lnTo>
                    <a:pt x="29508" y="27869"/>
                  </a:lnTo>
                  <a:lnTo>
                    <a:pt x="24590" y="31148"/>
                  </a:lnTo>
                  <a:lnTo>
                    <a:pt x="21312" y="26229"/>
                  </a:lnTo>
                  <a:lnTo>
                    <a:pt x="18033" y="26229"/>
                  </a:lnTo>
                  <a:lnTo>
                    <a:pt x="14754" y="26229"/>
                  </a:lnTo>
                  <a:lnTo>
                    <a:pt x="13115" y="21311"/>
                  </a:lnTo>
                  <a:lnTo>
                    <a:pt x="11476" y="18033"/>
                  </a:lnTo>
                  <a:lnTo>
                    <a:pt x="8197" y="19672"/>
                  </a:lnTo>
                  <a:lnTo>
                    <a:pt x="3279" y="21311"/>
                  </a:lnTo>
                  <a:lnTo>
                    <a:pt x="0" y="19672"/>
                  </a:lnTo>
                  <a:lnTo>
                    <a:pt x="1639" y="16393"/>
                  </a:lnTo>
                  <a:lnTo>
                    <a:pt x="4918" y="13115"/>
                  </a:lnTo>
                  <a:lnTo>
                    <a:pt x="8197" y="11476"/>
                  </a:lnTo>
                  <a:lnTo>
                    <a:pt x="11476" y="8197"/>
                  </a:lnTo>
                  <a:lnTo>
                    <a:pt x="16393" y="4918"/>
                  </a:lnTo>
                  <a:lnTo>
                    <a:pt x="19672" y="3279"/>
                  </a:lnTo>
                  <a:lnTo>
                    <a:pt x="24590" y="1639"/>
                  </a:lnTo>
                  <a:lnTo>
                    <a:pt x="27869" y="1639"/>
                  </a:lnTo>
                  <a:lnTo>
                    <a:pt x="31147" y="0"/>
                  </a:lnTo>
                  <a:lnTo>
                    <a:pt x="27869" y="3279"/>
                  </a:lnTo>
                  <a:lnTo>
                    <a:pt x="27869" y="6557"/>
                  </a:lnTo>
                  <a:lnTo>
                    <a:pt x="31147" y="9836"/>
                  </a:lnTo>
                  <a:lnTo>
                    <a:pt x="34426" y="9836"/>
                  </a:lnTo>
                  <a:lnTo>
                    <a:pt x="39344" y="9836"/>
                  </a:lnTo>
                  <a:lnTo>
                    <a:pt x="39344" y="13115"/>
                  </a:lnTo>
                  <a:lnTo>
                    <a:pt x="36066" y="16393"/>
                  </a:lnTo>
                  <a:lnTo>
                    <a:pt x="34426" y="2131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3" name="Freeform 3792">
              <a:extLst>
                <a:ext uri="{FF2B5EF4-FFF2-40B4-BE49-F238E27FC236}">
                  <a16:creationId xmlns:a16="http://schemas.microsoft.com/office/drawing/2014/main" id="{0E2DA294-1096-9946-9B32-9B240B6BD244}"/>
                </a:ext>
              </a:extLst>
            </p:cNvPr>
            <p:cNvSpPr/>
            <p:nvPr/>
          </p:nvSpPr>
          <p:spPr>
            <a:xfrm>
              <a:off x="5532068" y="2355888"/>
              <a:ext cx="18032" cy="9836"/>
            </a:xfrm>
            <a:custGeom>
              <a:avLst/>
              <a:gdLst>
                <a:gd name="connsiteX0" fmla="*/ 0 w 18032"/>
                <a:gd name="connsiteY0" fmla="*/ 1639 h 9836"/>
                <a:gd name="connsiteX1" fmla="*/ 3278 w 18032"/>
                <a:gd name="connsiteY1" fmla="*/ 0 h 9836"/>
                <a:gd name="connsiteX2" fmla="*/ 6557 w 18032"/>
                <a:gd name="connsiteY2" fmla="*/ 0 h 9836"/>
                <a:gd name="connsiteX3" fmla="*/ 11475 w 18032"/>
                <a:gd name="connsiteY3" fmla="*/ 0 h 9836"/>
                <a:gd name="connsiteX4" fmla="*/ 14754 w 18032"/>
                <a:gd name="connsiteY4" fmla="*/ 1639 h 9836"/>
                <a:gd name="connsiteX5" fmla="*/ 14754 w 18032"/>
                <a:gd name="connsiteY5" fmla="*/ 1639 h 9836"/>
                <a:gd name="connsiteX6" fmla="*/ 16393 w 18032"/>
                <a:gd name="connsiteY6" fmla="*/ 6557 h 9836"/>
                <a:gd name="connsiteX7" fmla="*/ 18033 w 18032"/>
                <a:gd name="connsiteY7" fmla="*/ 9836 h 9836"/>
                <a:gd name="connsiteX8" fmla="*/ 14754 w 18032"/>
                <a:gd name="connsiteY8" fmla="*/ 9836 h 9836"/>
                <a:gd name="connsiteX9" fmla="*/ 9836 w 18032"/>
                <a:gd name="connsiteY9" fmla="*/ 6557 h 9836"/>
                <a:gd name="connsiteX10" fmla="*/ 6557 w 18032"/>
                <a:gd name="connsiteY10" fmla="*/ 4918 h 9836"/>
                <a:gd name="connsiteX11" fmla="*/ 3278 w 18032"/>
                <a:gd name="connsiteY11" fmla="*/ 4918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2" h="9836">
                  <a:moveTo>
                    <a:pt x="0" y="1639"/>
                  </a:moveTo>
                  <a:lnTo>
                    <a:pt x="3278" y="0"/>
                  </a:lnTo>
                  <a:lnTo>
                    <a:pt x="6557" y="0"/>
                  </a:lnTo>
                  <a:lnTo>
                    <a:pt x="11475" y="0"/>
                  </a:lnTo>
                  <a:lnTo>
                    <a:pt x="14754" y="1639"/>
                  </a:lnTo>
                  <a:lnTo>
                    <a:pt x="14754" y="1639"/>
                  </a:lnTo>
                  <a:lnTo>
                    <a:pt x="16393" y="6557"/>
                  </a:lnTo>
                  <a:lnTo>
                    <a:pt x="18033" y="9836"/>
                  </a:lnTo>
                  <a:lnTo>
                    <a:pt x="14754" y="9836"/>
                  </a:lnTo>
                  <a:lnTo>
                    <a:pt x="9836" y="6557"/>
                  </a:lnTo>
                  <a:lnTo>
                    <a:pt x="6557" y="4918"/>
                  </a:lnTo>
                  <a:lnTo>
                    <a:pt x="327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4" name="Freeform 3793">
              <a:extLst>
                <a:ext uri="{FF2B5EF4-FFF2-40B4-BE49-F238E27FC236}">
                  <a16:creationId xmlns:a16="http://schemas.microsoft.com/office/drawing/2014/main" id="{53EC854B-F511-9740-AC4D-F4D7EB63B409}"/>
                </a:ext>
              </a:extLst>
            </p:cNvPr>
            <p:cNvSpPr/>
            <p:nvPr/>
          </p:nvSpPr>
          <p:spPr>
            <a:xfrm>
              <a:off x="5704198" y="4019815"/>
              <a:ext cx="221310" cy="275408"/>
            </a:xfrm>
            <a:custGeom>
              <a:avLst/>
              <a:gdLst>
                <a:gd name="connsiteX0" fmla="*/ 3278 w 221310"/>
                <a:gd name="connsiteY0" fmla="*/ 140983 h 275408"/>
                <a:gd name="connsiteX1" fmla="*/ 0 w 221310"/>
                <a:gd name="connsiteY1" fmla="*/ 137704 h 275408"/>
                <a:gd name="connsiteX2" fmla="*/ 0 w 221310"/>
                <a:gd name="connsiteY2" fmla="*/ 134425 h 275408"/>
                <a:gd name="connsiteX3" fmla="*/ 0 w 221310"/>
                <a:gd name="connsiteY3" fmla="*/ 129508 h 275408"/>
                <a:gd name="connsiteX4" fmla="*/ 1639 w 221310"/>
                <a:gd name="connsiteY4" fmla="*/ 134425 h 275408"/>
                <a:gd name="connsiteX5" fmla="*/ 3278 w 221310"/>
                <a:gd name="connsiteY5" fmla="*/ 137704 h 275408"/>
                <a:gd name="connsiteX6" fmla="*/ 4918 w 221310"/>
                <a:gd name="connsiteY6" fmla="*/ 134425 h 275408"/>
                <a:gd name="connsiteX7" fmla="*/ 6557 w 221310"/>
                <a:gd name="connsiteY7" fmla="*/ 134425 h 275408"/>
                <a:gd name="connsiteX8" fmla="*/ 6557 w 221310"/>
                <a:gd name="connsiteY8" fmla="*/ 134425 h 275408"/>
                <a:gd name="connsiteX9" fmla="*/ 9836 w 221310"/>
                <a:gd name="connsiteY9" fmla="*/ 137704 h 275408"/>
                <a:gd name="connsiteX10" fmla="*/ 9836 w 221310"/>
                <a:gd name="connsiteY10" fmla="*/ 140983 h 275408"/>
                <a:gd name="connsiteX11" fmla="*/ 9836 w 221310"/>
                <a:gd name="connsiteY11" fmla="*/ 139344 h 275408"/>
                <a:gd name="connsiteX12" fmla="*/ 9836 w 221310"/>
                <a:gd name="connsiteY12" fmla="*/ 136065 h 275408"/>
                <a:gd name="connsiteX13" fmla="*/ 13114 w 221310"/>
                <a:gd name="connsiteY13" fmla="*/ 132786 h 275408"/>
                <a:gd name="connsiteX14" fmla="*/ 13114 w 221310"/>
                <a:gd name="connsiteY14" fmla="*/ 129508 h 275408"/>
                <a:gd name="connsiteX15" fmla="*/ 16393 w 221310"/>
                <a:gd name="connsiteY15" fmla="*/ 126229 h 275408"/>
                <a:gd name="connsiteX16" fmla="*/ 18033 w 221310"/>
                <a:gd name="connsiteY16" fmla="*/ 121311 h 275408"/>
                <a:gd name="connsiteX17" fmla="*/ 21311 w 221310"/>
                <a:gd name="connsiteY17" fmla="*/ 118032 h 275408"/>
                <a:gd name="connsiteX18" fmla="*/ 21311 w 221310"/>
                <a:gd name="connsiteY18" fmla="*/ 114754 h 275408"/>
                <a:gd name="connsiteX19" fmla="*/ 21311 w 221310"/>
                <a:gd name="connsiteY19" fmla="*/ 113114 h 275408"/>
                <a:gd name="connsiteX20" fmla="*/ 21311 w 221310"/>
                <a:gd name="connsiteY20" fmla="*/ 109835 h 275408"/>
                <a:gd name="connsiteX21" fmla="*/ 22951 w 221310"/>
                <a:gd name="connsiteY21" fmla="*/ 106557 h 275408"/>
                <a:gd name="connsiteX22" fmla="*/ 22951 w 221310"/>
                <a:gd name="connsiteY22" fmla="*/ 101639 h 275408"/>
                <a:gd name="connsiteX23" fmla="*/ 22951 w 221310"/>
                <a:gd name="connsiteY23" fmla="*/ 99999 h 275408"/>
                <a:gd name="connsiteX24" fmla="*/ 22951 w 221310"/>
                <a:gd name="connsiteY24" fmla="*/ 96721 h 275408"/>
                <a:gd name="connsiteX25" fmla="*/ 21311 w 221310"/>
                <a:gd name="connsiteY25" fmla="*/ 93442 h 275408"/>
                <a:gd name="connsiteX26" fmla="*/ 24590 w 221310"/>
                <a:gd name="connsiteY26" fmla="*/ 90164 h 275408"/>
                <a:gd name="connsiteX27" fmla="*/ 24590 w 221310"/>
                <a:gd name="connsiteY27" fmla="*/ 93442 h 275408"/>
                <a:gd name="connsiteX28" fmla="*/ 26229 w 221310"/>
                <a:gd name="connsiteY28" fmla="*/ 95081 h 275408"/>
                <a:gd name="connsiteX29" fmla="*/ 26229 w 221310"/>
                <a:gd name="connsiteY29" fmla="*/ 95081 h 275408"/>
                <a:gd name="connsiteX30" fmla="*/ 27868 w 221310"/>
                <a:gd name="connsiteY30" fmla="*/ 98360 h 275408"/>
                <a:gd name="connsiteX31" fmla="*/ 29508 w 221310"/>
                <a:gd name="connsiteY31" fmla="*/ 95081 h 275408"/>
                <a:gd name="connsiteX32" fmla="*/ 32787 w 221310"/>
                <a:gd name="connsiteY32" fmla="*/ 96721 h 275408"/>
                <a:gd name="connsiteX33" fmla="*/ 36065 w 221310"/>
                <a:gd name="connsiteY33" fmla="*/ 96721 h 275408"/>
                <a:gd name="connsiteX34" fmla="*/ 39344 w 221310"/>
                <a:gd name="connsiteY34" fmla="*/ 99999 h 275408"/>
                <a:gd name="connsiteX35" fmla="*/ 40983 w 221310"/>
                <a:gd name="connsiteY35" fmla="*/ 96721 h 275408"/>
                <a:gd name="connsiteX36" fmla="*/ 44262 w 221310"/>
                <a:gd name="connsiteY36" fmla="*/ 95081 h 275408"/>
                <a:gd name="connsiteX37" fmla="*/ 47541 w 221310"/>
                <a:gd name="connsiteY37" fmla="*/ 95081 h 275408"/>
                <a:gd name="connsiteX38" fmla="*/ 47541 w 221310"/>
                <a:gd name="connsiteY38" fmla="*/ 93442 h 275408"/>
                <a:gd name="connsiteX39" fmla="*/ 47541 w 221310"/>
                <a:gd name="connsiteY39" fmla="*/ 93442 h 275408"/>
                <a:gd name="connsiteX40" fmla="*/ 42623 w 221310"/>
                <a:gd name="connsiteY40" fmla="*/ 93442 h 275408"/>
                <a:gd name="connsiteX41" fmla="*/ 39344 w 221310"/>
                <a:gd name="connsiteY41" fmla="*/ 93442 h 275408"/>
                <a:gd name="connsiteX42" fmla="*/ 36065 w 221310"/>
                <a:gd name="connsiteY42" fmla="*/ 93442 h 275408"/>
                <a:gd name="connsiteX43" fmla="*/ 31147 w 221310"/>
                <a:gd name="connsiteY43" fmla="*/ 90164 h 275408"/>
                <a:gd name="connsiteX44" fmla="*/ 27868 w 221310"/>
                <a:gd name="connsiteY44" fmla="*/ 88524 h 275408"/>
                <a:gd name="connsiteX45" fmla="*/ 26229 w 221310"/>
                <a:gd name="connsiteY45" fmla="*/ 85245 h 275408"/>
                <a:gd name="connsiteX46" fmla="*/ 24590 w 221310"/>
                <a:gd name="connsiteY46" fmla="*/ 81967 h 275408"/>
                <a:gd name="connsiteX47" fmla="*/ 21311 w 221310"/>
                <a:gd name="connsiteY47" fmla="*/ 78688 h 275408"/>
                <a:gd name="connsiteX48" fmla="*/ 24590 w 221310"/>
                <a:gd name="connsiteY48" fmla="*/ 73770 h 275408"/>
                <a:gd name="connsiteX49" fmla="*/ 27868 w 221310"/>
                <a:gd name="connsiteY49" fmla="*/ 75409 h 275408"/>
                <a:gd name="connsiteX50" fmla="*/ 31147 w 221310"/>
                <a:gd name="connsiteY50" fmla="*/ 75409 h 275408"/>
                <a:gd name="connsiteX51" fmla="*/ 32787 w 221310"/>
                <a:gd name="connsiteY51" fmla="*/ 80327 h 275408"/>
                <a:gd name="connsiteX52" fmla="*/ 34426 w 221310"/>
                <a:gd name="connsiteY52" fmla="*/ 75409 h 275408"/>
                <a:gd name="connsiteX53" fmla="*/ 32787 w 221310"/>
                <a:gd name="connsiteY53" fmla="*/ 72131 h 275408"/>
                <a:gd name="connsiteX54" fmla="*/ 32787 w 221310"/>
                <a:gd name="connsiteY54" fmla="*/ 68852 h 275408"/>
                <a:gd name="connsiteX55" fmla="*/ 32787 w 221310"/>
                <a:gd name="connsiteY55" fmla="*/ 65573 h 275408"/>
                <a:gd name="connsiteX56" fmla="*/ 31147 w 221310"/>
                <a:gd name="connsiteY56" fmla="*/ 60655 h 275408"/>
                <a:gd name="connsiteX57" fmla="*/ 32787 w 221310"/>
                <a:gd name="connsiteY57" fmla="*/ 57377 h 275408"/>
                <a:gd name="connsiteX58" fmla="*/ 36065 w 221310"/>
                <a:gd name="connsiteY58" fmla="*/ 55737 h 275408"/>
                <a:gd name="connsiteX59" fmla="*/ 40983 w 221310"/>
                <a:gd name="connsiteY59" fmla="*/ 57377 h 275408"/>
                <a:gd name="connsiteX60" fmla="*/ 44262 w 221310"/>
                <a:gd name="connsiteY60" fmla="*/ 60655 h 275408"/>
                <a:gd name="connsiteX61" fmla="*/ 47541 w 221310"/>
                <a:gd name="connsiteY61" fmla="*/ 57377 h 275408"/>
                <a:gd name="connsiteX62" fmla="*/ 49180 w 221310"/>
                <a:gd name="connsiteY62" fmla="*/ 57377 h 275408"/>
                <a:gd name="connsiteX63" fmla="*/ 52458 w 221310"/>
                <a:gd name="connsiteY63" fmla="*/ 57377 h 275408"/>
                <a:gd name="connsiteX64" fmla="*/ 55737 w 221310"/>
                <a:gd name="connsiteY64" fmla="*/ 57377 h 275408"/>
                <a:gd name="connsiteX65" fmla="*/ 60655 w 221310"/>
                <a:gd name="connsiteY65" fmla="*/ 57377 h 275408"/>
                <a:gd name="connsiteX66" fmla="*/ 63934 w 221310"/>
                <a:gd name="connsiteY66" fmla="*/ 57377 h 275408"/>
                <a:gd name="connsiteX67" fmla="*/ 65573 w 221310"/>
                <a:gd name="connsiteY67" fmla="*/ 57377 h 275408"/>
                <a:gd name="connsiteX68" fmla="*/ 68852 w 221310"/>
                <a:gd name="connsiteY68" fmla="*/ 57377 h 275408"/>
                <a:gd name="connsiteX69" fmla="*/ 72131 w 221310"/>
                <a:gd name="connsiteY69" fmla="*/ 57377 h 275408"/>
                <a:gd name="connsiteX70" fmla="*/ 77049 w 221310"/>
                <a:gd name="connsiteY70" fmla="*/ 57377 h 275408"/>
                <a:gd name="connsiteX71" fmla="*/ 78688 w 221310"/>
                <a:gd name="connsiteY71" fmla="*/ 57377 h 275408"/>
                <a:gd name="connsiteX72" fmla="*/ 83606 w 221310"/>
                <a:gd name="connsiteY72" fmla="*/ 57377 h 275408"/>
                <a:gd name="connsiteX73" fmla="*/ 85245 w 221310"/>
                <a:gd name="connsiteY73" fmla="*/ 57377 h 275408"/>
                <a:gd name="connsiteX74" fmla="*/ 85245 w 221310"/>
                <a:gd name="connsiteY74" fmla="*/ 57377 h 275408"/>
                <a:gd name="connsiteX75" fmla="*/ 88524 w 221310"/>
                <a:gd name="connsiteY75" fmla="*/ 57377 h 275408"/>
                <a:gd name="connsiteX76" fmla="*/ 93442 w 221310"/>
                <a:gd name="connsiteY76" fmla="*/ 57377 h 275408"/>
                <a:gd name="connsiteX77" fmla="*/ 96721 w 221310"/>
                <a:gd name="connsiteY77" fmla="*/ 57377 h 275408"/>
                <a:gd name="connsiteX78" fmla="*/ 100000 w 221310"/>
                <a:gd name="connsiteY78" fmla="*/ 57377 h 275408"/>
                <a:gd name="connsiteX79" fmla="*/ 100000 w 221310"/>
                <a:gd name="connsiteY79" fmla="*/ 52458 h 275408"/>
                <a:gd name="connsiteX80" fmla="*/ 100000 w 221310"/>
                <a:gd name="connsiteY80" fmla="*/ 49180 h 275408"/>
                <a:gd name="connsiteX81" fmla="*/ 100000 w 221310"/>
                <a:gd name="connsiteY81" fmla="*/ 44262 h 275408"/>
                <a:gd name="connsiteX82" fmla="*/ 100000 w 221310"/>
                <a:gd name="connsiteY82" fmla="*/ 40983 h 275408"/>
                <a:gd name="connsiteX83" fmla="*/ 100000 w 221310"/>
                <a:gd name="connsiteY83" fmla="*/ 37705 h 275408"/>
                <a:gd name="connsiteX84" fmla="*/ 100000 w 221310"/>
                <a:gd name="connsiteY84" fmla="*/ 34426 h 275408"/>
                <a:gd name="connsiteX85" fmla="*/ 100000 w 221310"/>
                <a:gd name="connsiteY85" fmla="*/ 31147 h 275408"/>
                <a:gd name="connsiteX86" fmla="*/ 100000 w 221310"/>
                <a:gd name="connsiteY86" fmla="*/ 29508 h 275408"/>
                <a:gd name="connsiteX87" fmla="*/ 100000 w 221310"/>
                <a:gd name="connsiteY87" fmla="*/ 26229 h 275408"/>
                <a:gd name="connsiteX88" fmla="*/ 100000 w 221310"/>
                <a:gd name="connsiteY88" fmla="*/ 22951 h 275408"/>
                <a:gd name="connsiteX89" fmla="*/ 100000 w 221310"/>
                <a:gd name="connsiteY89" fmla="*/ 18032 h 275408"/>
                <a:gd name="connsiteX90" fmla="*/ 100000 w 221310"/>
                <a:gd name="connsiteY90" fmla="*/ 14754 h 275408"/>
                <a:gd name="connsiteX91" fmla="*/ 100000 w 221310"/>
                <a:gd name="connsiteY91" fmla="*/ 9836 h 275408"/>
                <a:gd name="connsiteX92" fmla="*/ 100000 w 221310"/>
                <a:gd name="connsiteY92" fmla="*/ 6557 h 275408"/>
                <a:gd name="connsiteX93" fmla="*/ 100000 w 221310"/>
                <a:gd name="connsiteY93" fmla="*/ 6557 h 275408"/>
                <a:gd name="connsiteX94" fmla="*/ 100000 w 221310"/>
                <a:gd name="connsiteY94" fmla="*/ 4918 h 275408"/>
                <a:gd name="connsiteX95" fmla="*/ 100000 w 221310"/>
                <a:gd name="connsiteY95" fmla="*/ 1639 h 275408"/>
                <a:gd name="connsiteX96" fmla="*/ 103278 w 221310"/>
                <a:gd name="connsiteY96" fmla="*/ 1639 h 275408"/>
                <a:gd name="connsiteX97" fmla="*/ 106557 w 221310"/>
                <a:gd name="connsiteY97" fmla="*/ 0 h 275408"/>
                <a:gd name="connsiteX98" fmla="*/ 111475 w 221310"/>
                <a:gd name="connsiteY98" fmla="*/ 0 h 275408"/>
                <a:gd name="connsiteX99" fmla="*/ 111475 w 221310"/>
                <a:gd name="connsiteY99" fmla="*/ 0 h 275408"/>
                <a:gd name="connsiteX100" fmla="*/ 116393 w 221310"/>
                <a:gd name="connsiteY100" fmla="*/ 1639 h 275408"/>
                <a:gd name="connsiteX101" fmla="*/ 119671 w 221310"/>
                <a:gd name="connsiteY101" fmla="*/ 1639 h 275408"/>
                <a:gd name="connsiteX102" fmla="*/ 122950 w 221310"/>
                <a:gd name="connsiteY102" fmla="*/ 1639 h 275408"/>
                <a:gd name="connsiteX103" fmla="*/ 126229 w 221310"/>
                <a:gd name="connsiteY103" fmla="*/ 1639 h 275408"/>
                <a:gd name="connsiteX104" fmla="*/ 131147 w 221310"/>
                <a:gd name="connsiteY104" fmla="*/ 1639 h 275408"/>
                <a:gd name="connsiteX105" fmla="*/ 134425 w 221310"/>
                <a:gd name="connsiteY105" fmla="*/ 1639 h 275408"/>
                <a:gd name="connsiteX106" fmla="*/ 137704 w 221310"/>
                <a:gd name="connsiteY106" fmla="*/ 0 h 275408"/>
                <a:gd name="connsiteX107" fmla="*/ 139344 w 221310"/>
                <a:gd name="connsiteY107" fmla="*/ 1639 h 275408"/>
                <a:gd name="connsiteX108" fmla="*/ 144261 w 221310"/>
                <a:gd name="connsiteY108" fmla="*/ 1639 h 275408"/>
                <a:gd name="connsiteX109" fmla="*/ 147540 w 221310"/>
                <a:gd name="connsiteY109" fmla="*/ 1639 h 275408"/>
                <a:gd name="connsiteX110" fmla="*/ 150819 w 221310"/>
                <a:gd name="connsiteY110" fmla="*/ 3278 h 275408"/>
                <a:gd name="connsiteX111" fmla="*/ 154098 w 221310"/>
                <a:gd name="connsiteY111" fmla="*/ 3278 h 275408"/>
                <a:gd name="connsiteX112" fmla="*/ 157376 w 221310"/>
                <a:gd name="connsiteY112" fmla="*/ 3278 h 275408"/>
                <a:gd name="connsiteX113" fmla="*/ 162294 w 221310"/>
                <a:gd name="connsiteY113" fmla="*/ 3278 h 275408"/>
                <a:gd name="connsiteX114" fmla="*/ 165573 w 221310"/>
                <a:gd name="connsiteY114" fmla="*/ 3278 h 275408"/>
                <a:gd name="connsiteX115" fmla="*/ 168851 w 221310"/>
                <a:gd name="connsiteY115" fmla="*/ 1639 h 275408"/>
                <a:gd name="connsiteX116" fmla="*/ 173770 w 221310"/>
                <a:gd name="connsiteY116" fmla="*/ 1639 h 275408"/>
                <a:gd name="connsiteX117" fmla="*/ 175409 w 221310"/>
                <a:gd name="connsiteY117" fmla="*/ 6557 h 275408"/>
                <a:gd name="connsiteX118" fmla="*/ 175409 w 221310"/>
                <a:gd name="connsiteY118" fmla="*/ 6557 h 275408"/>
                <a:gd name="connsiteX119" fmla="*/ 175409 w 221310"/>
                <a:gd name="connsiteY119" fmla="*/ 11475 h 275408"/>
                <a:gd name="connsiteX120" fmla="*/ 172130 w 221310"/>
                <a:gd name="connsiteY120" fmla="*/ 14754 h 275408"/>
                <a:gd name="connsiteX121" fmla="*/ 170491 w 221310"/>
                <a:gd name="connsiteY121" fmla="*/ 18032 h 275408"/>
                <a:gd name="connsiteX122" fmla="*/ 170491 w 221310"/>
                <a:gd name="connsiteY122" fmla="*/ 22951 h 275408"/>
                <a:gd name="connsiteX123" fmla="*/ 170491 w 221310"/>
                <a:gd name="connsiteY123" fmla="*/ 22951 h 275408"/>
                <a:gd name="connsiteX124" fmla="*/ 168851 w 221310"/>
                <a:gd name="connsiteY124" fmla="*/ 26229 h 275408"/>
                <a:gd name="connsiteX125" fmla="*/ 168851 w 221310"/>
                <a:gd name="connsiteY125" fmla="*/ 29508 h 275408"/>
                <a:gd name="connsiteX126" fmla="*/ 168851 w 221310"/>
                <a:gd name="connsiteY126" fmla="*/ 34426 h 275408"/>
                <a:gd name="connsiteX127" fmla="*/ 172130 w 221310"/>
                <a:gd name="connsiteY127" fmla="*/ 37705 h 275408"/>
                <a:gd name="connsiteX128" fmla="*/ 172130 w 221310"/>
                <a:gd name="connsiteY128" fmla="*/ 40983 h 275408"/>
                <a:gd name="connsiteX129" fmla="*/ 172130 w 221310"/>
                <a:gd name="connsiteY129" fmla="*/ 45901 h 275408"/>
                <a:gd name="connsiteX130" fmla="*/ 170491 w 221310"/>
                <a:gd name="connsiteY130" fmla="*/ 49180 h 275408"/>
                <a:gd name="connsiteX131" fmla="*/ 173770 w 221310"/>
                <a:gd name="connsiteY131" fmla="*/ 47541 h 275408"/>
                <a:gd name="connsiteX132" fmla="*/ 177048 w 221310"/>
                <a:gd name="connsiteY132" fmla="*/ 47541 h 275408"/>
                <a:gd name="connsiteX133" fmla="*/ 180327 w 221310"/>
                <a:gd name="connsiteY133" fmla="*/ 45901 h 275408"/>
                <a:gd name="connsiteX134" fmla="*/ 183605 w 221310"/>
                <a:gd name="connsiteY134" fmla="*/ 45901 h 275408"/>
                <a:gd name="connsiteX135" fmla="*/ 188524 w 221310"/>
                <a:gd name="connsiteY135" fmla="*/ 42622 h 275408"/>
                <a:gd name="connsiteX136" fmla="*/ 191802 w 221310"/>
                <a:gd name="connsiteY136" fmla="*/ 40983 h 275408"/>
                <a:gd name="connsiteX137" fmla="*/ 195081 w 221310"/>
                <a:gd name="connsiteY137" fmla="*/ 39344 h 275408"/>
                <a:gd name="connsiteX138" fmla="*/ 199999 w 221310"/>
                <a:gd name="connsiteY138" fmla="*/ 39344 h 275408"/>
                <a:gd name="connsiteX139" fmla="*/ 203278 w 221310"/>
                <a:gd name="connsiteY139" fmla="*/ 40983 h 275408"/>
                <a:gd name="connsiteX140" fmla="*/ 206557 w 221310"/>
                <a:gd name="connsiteY140" fmla="*/ 40983 h 275408"/>
                <a:gd name="connsiteX141" fmla="*/ 208195 w 221310"/>
                <a:gd name="connsiteY141" fmla="*/ 40983 h 275408"/>
                <a:gd name="connsiteX142" fmla="*/ 211474 w 221310"/>
                <a:gd name="connsiteY142" fmla="*/ 42622 h 275408"/>
                <a:gd name="connsiteX143" fmla="*/ 213114 w 221310"/>
                <a:gd name="connsiteY143" fmla="*/ 45901 h 275408"/>
                <a:gd name="connsiteX144" fmla="*/ 213114 w 221310"/>
                <a:gd name="connsiteY144" fmla="*/ 49180 h 275408"/>
                <a:gd name="connsiteX145" fmla="*/ 214753 w 221310"/>
                <a:gd name="connsiteY145" fmla="*/ 54098 h 275408"/>
                <a:gd name="connsiteX146" fmla="*/ 218032 w 221310"/>
                <a:gd name="connsiteY146" fmla="*/ 57377 h 275408"/>
                <a:gd name="connsiteX147" fmla="*/ 219671 w 221310"/>
                <a:gd name="connsiteY147" fmla="*/ 60655 h 275408"/>
                <a:gd name="connsiteX148" fmla="*/ 219671 w 221310"/>
                <a:gd name="connsiteY148" fmla="*/ 65573 h 275408"/>
                <a:gd name="connsiteX149" fmla="*/ 218032 w 221310"/>
                <a:gd name="connsiteY149" fmla="*/ 68852 h 275408"/>
                <a:gd name="connsiteX150" fmla="*/ 216392 w 221310"/>
                <a:gd name="connsiteY150" fmla="*/ 72131 h 275408"/>
                <a:gd name="connsiteX151" fmla="*/ 216392 w 221310"/>
                <a:gd name="connsiteY151" fmla="*/ 73770 h 275408"/>
                <a:gd name="connsiteX152" fmla="*/ 213114 w 221310"/>
                <a:gd name="connsiteY152" fmla="*/ 77049 h 275408"/>
                <a:gd name="connsiteX153" fmla="*/ 209835 w 221310"/>
                <a:gd name="connsiteY153" fmla="*/ 78688 h 275408"/>
                <a:gd name="connsiteX154" fmla="*/ 204917 w 221310"/>
                <a:gd name="connsiteY154" fmla="*/ 78688 h 275408"/>
                <a:gd name="connsiteX155" fmla="*/ 204917 w 221310"/>
                <a:gd name="connsiteY155" fmla="*/ 81967 h 275408"/>
                <a:gd name="connsiteX156" fmla="*/ 201638 w 221310"/>
                <a:gd name="connsiteY156" fmla="*/ 86885 h 275408"/>
                <a:gd name="connsiteX157" fmla="*/ 199999 w 221310"/>
                <a:gd name="connsiteY157" fmla="*/ 90164 h 275408"/>
                <a:gd name="connsiteX158" fmla="*/ 198360 w 221310"/>
                <a:gd name="connsiteY158" fmla="*/ 93442 h 275408"/>
                <a:gd name="connsiteX159" fmla="*/ 198360 w 221310"/>
                <a:gd name="connsiteY159" fmla="*/ 96721 h 275408"/>
                <a:gd name="connsiteX160" fmla="*/ 199999 w 221310"/>
                <a:gd name="connsiteY160" fmla="*/ 101639 h 275408"/>
                <a:gd name="connsiteX161" fmla="*/ 199999 w 221310"/>
                <a:gd name="connsiteY161" fmla="*/ 101639 h 275408"/>
                <a:gd name="connsiteX162" fmla="*/ 198360 w 221310"/>
                <a:gd name="connsiteY162" fmla="*/ 106557 h 275408"/>
                <a:gd name="connsiteX163" fmla="*/ 198360 w 221310"/>
                <a:gd name="connsiteY163" fmla="*/ 106557 h 275408"/>
                <a:gd name="connsiteX164" fmla="*/ 196720 w 221310"/>
                <a:gd name="connsiteY164" fmla="*/ 109835 h 275408"/>
                <a:gd name="connsiteX165" fmla="*/ 198360 w 221310"/>
                <a:gd name="connsiteY165" fmla="*/ 114754 h 275408"/>
                <a:gd name="connsiteX166" fmla="*/ 201638 w 221310"/>
                <a:gd name="connsiteY166" fmla="*/ 114754 h 275408"/>
                <a:gd name="connsiteX167" fmla="*/ 206557 w 221310"/>
                <a:gd name="connsiteY167" fmla="*/ 114754 h 275408"/>
                <a:gd name="connsiteX168" fmla="*/ 208195 w 221310"/>
                <a:gd name="connsiteY168" fmla="*/ 118032 h 275408"/>
                <a:gd name="connsiteX169" fmla="*/ 209835 w 221310"/>
                <a:gd name="connsiteY169" fmla="*/ 121311 h 275408"/>
                <a:gd name="connsiteX170" fmla="*/ 213114 w 221310"/>
                <a:gd name="connsiteY170" fmla="*/ 121311 h 275408"/>
                <a:gd name="connsiteX171" fmla="*/ 216392 w 221310"/>
                <a:gd name="connsiteY171" fmla="*/ 122950 h 275408"/>
                <a:gd name="connsiteX172" fmla="*/ 219671 w 221310"/>
                <a:gd name="connsiteY172" fmla="*/ 126229 h 275408"/>
                <a:gd name="connsiteX173" fmla="*/ 221310 w 221310"/>
                <a:gd name="connsiteY173" fmla="*/ 129508 h 275408"/>
                <a:gd name="connsiteX174" fmla="*/ 221310 w 221310"/>
                <a:gd name="connsiteY174" fmla="*/ 132786 h 275408"/>
                <a:gd name="connsiteX175" fmla="*/ 219671 w 221310"/>
                <a:gd name="connsiteY175" fmla="*/ 137704 h 275408"/>
                <a:gd name="connsiteX176" fmla="*/ 219671 w 221310"/>
                <a:gd name="connsiteY176" fmla="*/ 140983 h 275408"/>
                <a:gd name="connsiteX177" fmla="*/ 218032 w 221310"/>
                <a:gd name="connsiteY177" fmla="*/ 144261 h 275408"/>
                <a:gd name="connsiteX178" fmla="*/ 218032 w 221310"/>
                <a:gd name="connsiteY178" fmla="*/ 147540 h 275408"/>
                <a:gd name="connsiteX179" fmla="*/ 219671 w 221310"/>
                <a:gd name="connsiteY179" fmla="*/ 152458 h 275408"/>
                <a:gd name="connsiteX180" fmla="*/ 221310 w 221310"/>
                <a:gd name="connsiteY180" fmla="*/ 155737 h 275408"/>
                <a:gd name="connsiteX181" fmla="*/ 219671 w 221310"/>
                <a:gd name="connsiteY181" fmla="*/ 159015 h 275408"/>
                <a:gd name="connsiteX182" fmla="*/ 221310 w 221310"/>
                <a:gd name="connsiteY182" fmla="*/ 163934 h 275408"/>
                <a:gd name="connsiteX183" fmla="*/ 219671 w 221310"/>
                <a:gd name="connsiteY183" fmla="*/ 167212 h 275408"/>
                <a:gd name="connsiteX184" fmla="*/ 221310 w 221310"/>
                <a:gd name="connsiteY184" fmla="*/ 170491 h 275408"/>
                <a:gd name="connsiteX185" fmla="*/ 216392 w 221310"/>
                <a:gd name="connsiteY185" fmla="*/ 173769 h 275408"/>
                <a:gd name="connsiteX186" fmla="*/ 219671 w 221310"/>
                <a:gd name="connsiteY186" fmla="*/ 177048 h 275408"/>
                <a:gd name="connsiteX187" fmla="*/ 218032 w 221310"/>
                <a:gd name="connsiteY187" fmla="*/ 180327 h 275408"/>
                <a:gd name="connsiteX188" fmla="*/ 218032 w 221310"/>
                <a:gd name="connsiteY188" fmla="*/ 185245 h 275408"/>
                <a:gd name="connsiteX189" fmla="*/ 216392 w 221310"/>
                <a:gd name="connsiteY189" fmla="*/ 186884 h 275408"/>
                <a:gd name="connsiteX190" fmla="*/ 213114 w 221310"/>
                <a:gd name="connsiteY190" fmla="*/ 188524 h 275408"/>
                <a:gd name="connsiteX191" fmla="*/ 213114 w 221310"/>
                <a:gd name="connsiteY191" fmla="*/ 193442 h 275408"/>
                <a:gd name="connsiteX192" fmla="*/ 211474 w 221310"/>
                <a:gd name="connsiteY192" fmla="*/ 196720 h 275408"/>
                <a:gd name="connsiteX193" fmla="*/ 208195 w 221310"/>
                <a:gd name="connsiteY193" fmla="*/ 199999 h 275408"/>
                <a:gd name="connsiteX194" fmla="*/ 211474 w 221310"/>
                <a:gd name="connsiteY194" fmla="*/ 204917 h 275408"/>
                <a:gd name="connsiteX195" fmla="*/ 208195 w 221310"/>
                <a:gd name="connsiteY195" fmla="*/ 208195 h 275408"/>
                <a:gd name="connsiteX196" fmla="*/ 206557 w 221310"/>
                <a:gd name="connsiteY196" fmla="*/ 211474 h 275408"/>
                <a:gd name="connsiteX197" fmla="*/ 206557 w 221310"/>
                <a:gd name="connsiteY197" fmla="*/ 213114 h 275408"/>
                <a:gd name="connsiteX198" fmla="*/ 203278 w 221310"/>
                <a:gd name="connsiteY198" fmla="*/ 213114 h 275408"/>
                <a:gd name="connsiteX199" fmla="*/ 198360 w 221310"/>
                <a:gd name="connsiteY199" fmla="*/ 213114 h 275408"/>
                <a:gd name="connsiteX200" fmla="*/ 198360 w 221310"/>
                <a:gd name="connsiteY200" fmla="*/ 208195 h 275408"/>
                <a:gd name="connsiteX201" fmla="*/ 198360 w 221310"/>
                <a:gd name="connsiteY201" fmla="*/ 204917 h 275408"/>
                <a:gd name="connsiteX202" fmla="*/ 196720 w 221310"/>
                <a:gd name="connsiteY202" fmla="*/ 201638 h 275408"/>
                <a:gd name="connsiteX203" fmla="*/ 195081 w 221310"/>
                <a:gd name="connsiteY203" fmla="*/ 198359 h 275408"/>
                <a:gd name="connsiteX204" fmla="*/ 193442 w 221310"/>
                <a:gd name="connsiteY204" fmla="*/ 195081 h 275408"/>
                <a:gd name="connsiteX205" fmla="*/ 191802 w 221310"/>
                <a:gd name="connsiteY205" fmla="*/ 198359 h 275408"/>
                <a:gd name="connsiteX206" fmla="*/ 188524 w 221310"/>
                <a:gd name="connsiteY206" fmla="*/ 201638 h 275408"/>
                <a:gd name="connsiteX207" fmla="*/ 188524 w 221310"/>
                <a:gd name="connsiteY207" fmla="*/ 203278 h 275408"/>
                <a:gd name="connsiteX208" fmla="*/ 185245 w 221310"/>
                <a:gd name="connsiteY208" fmla="*/ 206556 h 275408"/>
                <a:gd name="connsiteX209" fmla="*/ 181966 w 221310"/>
                <a:gd name="connsiteY209" fmla="*/ 209835 h 275408"/>
                <a:gd name="connsiteX210" fmla="*/ 177048 w 221310"/>
                <a:gd name="connsiteY210" fmla="*/ 209835 h 275408"/>
                <a:gd name="connsiteX211" fmla="*/ 173770 w 221310"/>
                <a:gd name="connsiteY211" fmla="*/ 208195 h 275408"/>
                <a:gd name="connsiteX212" fmla="*/ 170491 w 221310"/>
                <a:gd name="connsiteY212" fmla="*/ 206556 h 275408"/>
                <a:gd name="connsiteX213" fmla="*/ 167212 w 221310"/>
                <a:gd name="connsiteY213" fmla="*/ 206556 h 275408"/>
                <a:gd name="connsiteX214" fmla="*/ 163934 w 221310"/>
                <a:gd name="connsiteY214" fmla="*/ 206556 h 275408"/>
                <a:gd name="connsiteX215" fmla="*/ 163934 w 221310"/>
                <a:gd name="connsiteY215" fmla="*/ 203278 h 275408"/>
                <a:gd name="connsiteX216" fmla="*/ 162294 w 221310"/>
                <a:gd name="connsiteY216" fmla="*/ 199999 h 275408"/>
                <a:gd name="connsiteX217" fmla="*/ 160655 w 221310"/>
                <a:gd name="connsiteY217" fmla="*/ 195081 h 275408"/>
                <a:gd name="connsiteX218" fmla="*/ 159015 w 221310"/>
                <a:gd name="connsiteY218" fmla="*/ 195081 h 275408"/>
                <a:gd name="connsiteX219" fmla="*/ 157376 w 221310"/>
                <a:gd name="connsiteY219" fmla="*/ 191802 h 275408"/>
                <a:gd name="connsiteX220" fmla="*/ 157376 w 221310"/>
                <a:gd name="connsiteY220" fmla="*/ 186884 h 275408"/>
                <a:gd name="connsiteX221" fmla="*/ 154098 w 221310"/>
                <a:gd name="connsiteY221" fmla="*/ 185245 h 275408"/>
                <a:gd name="connsiteX222" fmla="*/ 149180 w 221310"/>
                <a:gd name="connsiteY222" fmla="*/ 183605 h 275408"/>
                <a:gd name="connsiteX223" fmla="*/ 145901 w 221310"/>
                <a:gd name="connsiteY223" fmla="*/ 183605 h 275408"/>
                <a:gd name="connsiteX224" fmla="*/ 142622 w 221310"/>
                <a:gd name="connsiteY224" fmla="*/ 185245 h 275408"/>
                <a:gd name="connsiteX225" fmla="*/ 142622 w 221310"/>
                <a:gd name="connsiteY225" fmla="*/ 188524 h 275408"/>
                <a:gd name="connsiteX226" fmla="*/ 142622 w 221310"/>
                <a:gd name="connsiteY226" fmla="*/ 193442 h 275408"/>
                <a:gd name="connsiteX227" fmla="*/ 144261 w 221310"/>
                <a:gd name="connsiteY227" fmla="*/ 196720 h 275408"/>
                <a:gd name="connsiteX228" fmla="*/ 144261 w 221310"/>
                <a:gd name="connsiteY228" fmla="*/ 199999 h 275408"/>
                <a:gd name="connsiteX229" fmla="*/ 142622 w 221310"/>
                <a:gd name="connsiteY229" fmla="*/ 204917 h 275408"/>
                <a:gd name="connsiteX230" fmla="*/ 142622 w 221310"/>
                <a:gd name="connsiteY230" fmla="*/ 204917 h 275408"/>
                <a:gd name="connsiteX231" fmla="*/ 126229 w 221310"/>
                <a:gd name="connsiteY231" fmla="*/ 209835 h 275408"/>
                <a:gd name="connsiteX232" fmla="*/ 124590 w 221310"/>
                <a:gd name="connsiteY232" fmla="*/ 204917 h 275408"/>
                <a:gd name="connsiteX233" fmla="*/ 119671 w 221310"/>
                <a:gd name="connsiteY233" fmla="*/ 206556 h 275408"/>
                <a:gd name="connsiteX234" fmla="*/ 116393 w 221310"/>
                <a:gd name="connsiteY234" fmla="*/ 208195 h 275408"/>
                <a:gd name="connsiteX235" fmla="*/ 113114 w 221310"/>
                <a:gd name="connsiteY235" fmla="*/ 206556 h 275408"/>
                <a:gd name="connsiteX236" fmla="*/ 108196 w 221310"/>
                <a:gd name="connsiteY236" fmla="*/ 204917 h 275408"/>
                <a:gd name="connsiteX237" fmla="*/ 109835 w 221310"/>
                <a:gd name="connsiteY237" fmla="*/ 208195 h 275408"/>
                <a:gd name="connsiteX238" fmla="*/ 109835 w 221310"/>
                <a:gd name="connsiteY238" fmla="*/ 213114 h 275408"/>
                <a:gd name="connsiteX239" fmla="*/ 111475 w 221310"/>
                <a:gd name="connsiteY239" fmla="*/ 216392 h 275408"/>
                <a:gd name="connsiteX240" fmla="*/ 111475 w 221310"/>
                <a:gd name="connsiteY240" fmla="*/ 218032 h 275408"/>
                <a:gd name="connsiteX241" fmla="*/ 109835 w 221310"/>
                <a:gd name="connsiteY241" fmla="*/ 222949 h 275408"/>
                <a:gd name="connsiteX242" fmla="*/ 106557 w 221310"/>
                <a:gd name="connsiteY242" fmla="*/ 226228 h 275408"/>
                <a:gd name="connsiteX243" fmla="*/ 106557 w 221310"/>
                <a:gd name="connsiteY243" fmla="*/ 226228 h 275408"/>
                <a:gd name="connsiteX244" fmla="*/ 111475 w 221310"/>
                <a:gd name="connsiteY244" fmla="*/ 226228 h 275408"/>
                <a:gd name="connsiteX245" fmla="*/ 113114 w 221310"/>
                <a:gd name="connsiteY245" fmla="*/ 231146 h 275408"/>
                <a:gd name="connsiteX246" fmla="*/ 116393 w 221310"/>
                <a:gd name="connsiteY246" fmla="*/ 234425 h 275408"/>
                <a:gd name="connsiteX247" fmla="*/ 118032 w 221310"/>
                <a:gd name="connsiteY247" fmla="*/ 236064 h 275408"/>
                <a:gd name="connsiteX248" fmla="*/ 113114 w 221310"/>
                <a:gd name="connsiteY248" fmla="*/ 237704 h 275408"/>
                <a:gd name="connsiteX249" fmla="*/ 113114 w 221310"/>
                <a:gd name="connsiteY249" fmla="*/ 242622 h 275408"/>
                <a:gd name="connsiteX250" fmla="*/ 113114 w 221310"/>
                <a:gd name="connsiteY250" fmla="*/ 242622 h 275408"/>
                <a:gd name="connsiteX251" fmla="*/ 118032 w 221310"/>
                <a:gd name="connsiteY251" fmla="*/ 244261 h 275408"/>
                <a:gd name="connsiteX252" fmla="*/ 121311 w 221310"/>
                <a:gd name="connsiteY252" fmla="*/ 247539 h 275408"/>
                <a:gd name="connsiteX253" fmla="*/ 122950 w 221310"/>
                <a:gd name="connsiteY253" fmla="*/ 250818 h 275408"/>
                <a:gd name="connsiteX254" fmla="*/ 121311 w 221310"/>
                <a:gd name="connsiteY254" fmla="*/ 255736 h 275408"/>
                <a:gd name="connsiteX255" fmla="*/ 119671 w 221310"/>
                <a:gd name="connsiteY255" fmla="*/ 259015 h 275408"/>
                <a:gd name="connsiteX256" fmla="*/ 121311 w 221310"/>
                <a:gd name="connsiteY256" fmla="*/ 262294 h 275408"/>
                <a:gd name="connsiteX257" fmla="*/ 119671 w 221310"/>
                <a:gd name="connsiteY257" fmla="*/ 265572 h 275408"/>
                <a:gd name="connsiteX258" fmla="*/ 119671 w 221310"/>
                <a:gd name="connsiteY258" fmla="*/ 265572 h 275408"/>
                <a:gd name="connsiteX259" fmla="*/ 114754 w 221310"/>
                <a:gd name="connsiteY259" fmla="*/ 265572 h 275408"/>
                <a:gd name="connsiteX260" fmla="*/ 111475 w 221310"/>
                <a:gd name="connsiteY260" fmla="*/ 262294 h 275408"/>
                <a:gd name="connsiteX261" fmla="*/ 109835 w 221310"/>
                <a:gd name="connsiteY261" fmla="*/ 259015 h 275408"/>
                <a:gd name="connsiteX262" fmla="*/ 104917 w 221310"/>
                <a:gd name="connsiteY262" fmla="*/ 257376 h 275408"/>
                <a:gd name="connsiteX263" fmla="*/ 103278 w 221310"/>
                <a:gd name="connsiteY263" fmla="*/ 260654 h 275408"/>
                <a:gd name="connsiteX264" fmla="*/ 100000 w 221310"/>
                <a:gd name="connsiteY264" fmla="*/ 262294 h 275408"/>
                <a:gd name="connsiteX265" fmla="*/ 95081 w 221310"/>
                <a:gd name="connsiteY265" fmla="*/ 265572 h 275408"/>
                <a:gd name="connsiteX266" fmla="*/ 93442 w 221310"/>
                <a:gd name="connsiteY266" fmla="*/ 268851 h 275408"/>
                <a:gd name="connsiteX267" fmla="*/ 93442 w 221310"/>
                <a:gd name="connsiteY267" fmla="*/ 272130 h 275408"/>
                <a:gd name="connsiteX268" fmla="*/ 91803 w 221310"/>
                <a:gd name="connsiteY268" fmla="*/ 275408 h 275408"/>
                <a:gd name="connsiteX269" fmla="*/ 88524 w 221310"/>
                <a:gd name="connsiteY269" fmla="*/ 272130 h 275408"/>
                <a:gd name="connsiteX270" fmla="*/ 86885 w 221310"/>
                <a:gd name="connsiteY270" fmla="*/ 268851 h 275408"/>
                <a:gd name="connsiteX271" fmla="*/ 85245 w 221310"/>
                <a:gd name="connsiteY271" fmla="*/ 265572 h 275408"/>
                <a:gd name="connsiteX272" fmla="*/ 81967 w 221310"/>
                <a:gd name="connsiteY272" fmla="*/ 260654 h 275408"/>
                <a:gd name="connsiteX273" fmla="*/ 77049 w 221310"/>
                <a:gd name="connsiteY273" fmla="*/ 257376 h 275408"/>
                <a:gd name="connsiteX274" fmla="*/ 73770 w 221310"/>
                <a:gd name="connsiteY274" fmla="*/ 254097 h 275408"/>
                <a:gd name="connsiteX275" fmla="*/ 72131 w 221310"/>
                <a:gd name="connsiteY275" fmla="*/ 250818 h 275408"/>
                <a:gd name="connsiteX276" fmla="*/ 72131 w 221310"/>
                <a:gd name="connsiteY276" fmla="*/ 250818 h 275408"/>
                <a:gd name="connsiteX277" fmla="*/ 70491 w 221310"/>
                <a:gd name="connsiteY277" fmla="*/ 245901 h 275408"/>
                <a:gd name="connsiteX278" fmla="*/ 67213 w 221310"/>
                <a:gd name="connsiteY278" fmla="*/ 242622 h 275408"/>
                <a:gd name="connsiteX279" fmla="*/ 63934 w 221310"/>
                <a:gd name="connsiteY279" fmla="*/ 239343 h 275408"/>
                <a:gd name="connsiteX280" fmla="*/ 60655 w 221310"/>
                <a:gd name="connsiteY280" fmla="*/ 234425 h 275408"/>
                <a:gd name="connsiteX281" fmla="*/ 57377 w 221310"/>
                <a:gd name="connsiteY281" fmla="*/ 231146 h 275408"/>
                <a:gd name="connsiteX282" fmla="*/ 55737 w 221310"/>
                <a:gd name="connsiteY282" fmla="*/ 231146 h 275408"/>
                <a:gd name="connsiteX283" fmla="*/ 52458 w 221310"/>
                <a:gd name="connsiteY283" fmla="*/ 227868 h 275408"/>
                <a:gd name="connsiteX284" fmla="*/ 50820 w 221310"/>
                <a:gd name="connsiteY284" fmla="*/ 227868 h 275408"/>
                <a:gd name="connsiteX285" fmla="*/ 47541 w 221310"/>
                <a:gd name="connsiteY285" fmla="*/ 222949 h 275408"/>
                <a:gd name="connsiteX286" fmla="*/ 47541 w 221310"/>
                <a:gd name="connsiteY286" fmla="*/ 222949 h 275408"/>
                <a:gd name="connsiteX287" fmla="*/ 44262 w 221310"/>
                <a:gd name="connsiteY287" fmla="*/ 219671 h 275408"/>
                <a:gd name="connsiteX288" fmla="*/ 40983 w 221310"/>
                <a:gd name="connsiteY288" fmla="*/ 216392 h 275408"/>
                <a:gd name="connsiteX289" fmla="*/ 37705 w 221310"/>
                <a:gd name="connsiteY289" fmla="*/ 211474 h 275408"/>
                <a:gd name="connsiteX290" fmla="*/ 42623 w 221310"/>
                <a:gd name="connsiteY290" fmla="*/ 211474 h 275408"/>
                <a:gd name="connsiteX291" fmla="*/ 44262 w 221310"/>
                <a:gd name="connsiteY291" fmla="*/ 214753 h 275408"/>
                <a:gd name="connsiteX292" fmla="*/ 47541 w 221310"/>
                <a:gd name="connsiteY292" fmla="*/ 218032 h 275408"/>
                <a:gd name="connsiteX293" fmla="*/ 50820 w 221310"/>
                <a:gd name="connsiteY293" fmla="*/ 214753 h 275408"/>
                <a:gd name="connsiteX294" fmla="*/ 47541 w 221310"/>
                <a:gd name="connsiteY294" fmla="*/ 214753 h 275408"/>
                <a:gd name="connsiteX295" fmla="*/ 45901 w 221310"/>
                <a:gd name="connsiteY295" fmla="*/ 214753 h 275408"/>
                <a:gd name="connsiteX296" fmla="*/ 44262 w 221310"/>
                <a:gd name="connsiteY296" fmla="*/ 211474 h 275408"/>
                <a:gd name="connsiteX297" fmla="*/ 40983 w 221310"/>
                <a:gd name="connsiteY297" fmla="*/ 209835 h 275408"/>
                <a:gd name="connsiteX298" fmla="*/ 36065 w 221310"/>
                <a:gd name="connsiteY298" fmla="*/ 209835 h 275408"/>
                <a:gd name="connsiteX299" fmla="*/ 32787 w 221310"/>
                <a:gd name="connsiteY299" fmla="*/ 206556 h 275408"/>
                <a:gd name="connsiteX300" fmla="*/ 31147 w 221310"/>
                <a:gd name="connsiteY300" fmla="*/ 203278 h 275408"/>
                <a:gd name="connsiteX301" fmla="*/ 31147 w 221310"/>
                <a:gd name="connsiteY301" fmla="*/ 199999 h 275408"/>
                <a:gd name="connsiteX302" fmla="*/ 27868 w 221310"/>
                <a:gd name="connsiteY302" fmla="*/ 196720 h 275408"/>
                <a:gd name="connsiteX303" fmla="*/ 24590 w 221310"/>
                <a:gd name="connsiteY303" fmla="*/ 191802 h 275408"/>
                <a:gd name="connsiteX304" fmla="*/ 22951 w 221310"/>
                <a:gd name="connsiteY304" fmla="*/ 188524 h 275408"/>
                <a:gd name="connsiteX305" fmla="*/ 19672 w 221310"/>
                <a:gd name="connsiteY305" fmla="*/ 185245 h 275408"/>
                <a:gd name="connsiteX306" fmla="*/ 24590 w 221310"/>
                <a:gd name="connsiteY306" fmla="*/ 186884 h 275408"/>
                <a:gd name="connsiteX307" fmla="*/ 26229 w 221310"/>
                <a:gd name="connsiteY307" fmla="*/ 190163 h 275408"/>
                <a:gd name="connsiteX308" fmla="*/ 31147 w 221310"/>
                <a:gd name="connsiteY308" fmla="*/ 191802 h 275408"/>
                <a:gd name="connsiteX309" fmla="*/ 29508 w 221310"/>
                <a:gd name="connsiteY309" fmla="*/ 188524 h 275408"/>
                <a:gd name="connsiteX310" fmla="*/ 26229 w 221310"/>
                <a:gd name="connsiteY310" fmla="*/ 185245 h 275408"/>
                <a:gd name="connsiteX311" fmla="*/ 22951 w 221310"/>
                <a:gd name="connsiteY311" fmla="*/ 185245 h 275408"/>
                <a:gd name="connsiteX312" fmla="*/ 19672 w 221310"/>
                <a:gd name="connsiteY312" fmla="*/ 181966 h 275408"/>
                <a:gd name="connsiteX313" fmla="*/ 19672 w 221310"/>
                <a:gd name="connsiteY313" fmla="*/ 178688 h 275408"/>
                <a:gd name="connsiteX314" fmla="*/ 18033 w 221310"/>
                <a:gd name="connsiteY314" fmla="*/ 175409 h 275408"/>
                <a:gd name="connsiteX315" fmla="*/ 16393 w 221310"/>
                <a:gd name="connsiteY315" fmla="*/ 170491 h 275408"/>
                <a:gd name="connsiteX316" fmla="*/ 14754 w 221310"/>
                <a:gd name="connsiteY316" fmla="*/ 167212 h 275408"/>
                <a:gd name="connsiteX317" fmla="*/ 11475 w 221310"/>
                <a:gd name="connsiteY317" fmla="*/ 163934 h 275408"/>
                <a:gd name="connsiteX318" fmla="*/ 9836 w 221310"/>
                <a:gd name="connsiteY318" fmla="*/ 160655 h 275408"/>
                <a:gd name="connsiteX319" fmla="*/ 13114 w 221310"/>
                <a:gd name="connsiteY319" fmla="*/ 163934 h 275408"/>
                <a:gd name="connsiteX320" fmla="*/ 16393 w 221310"/>
                <a:gd name="connsiteY320" fmla="*/ 167212 h 275408"/>
                <a:gd name="connsiteX321" fmla="*/ 19672 w 221310"/>
                <a:gd name="connsiteY321" fmla="*/ 172130 h 275408"/>
                <a:gd name="connsiteX322" fmla="*/ 19672 w 221310"/>
                <a:gd name="connsiteY322" fmla="*/ 175409 h 275408"/>
                <a:gd name="connsiteX323" fmla="*/ 22951 w 221310"/>
                <a:gd name="connsiteY323" fmla="*/ 173769 h 275408"/>
                <a:gd name="connsiteX324" fmla="*/ 26229 w 221310"/>
                <a:gd name="connsiteY324" fmla="*/ 173769 h 275408"/>
                <a:gd name="connsiteX325" fmla="*/ 31147 w 221310"/>
                <a:gd name="connsiteY325" fmla="*/ 173769 h 275408"/>
                <a:gd name="connsiteX326" fmla="*/ 27868 w 221310"/>
                <a:gd name="connsiteY326" fmla="*/ 172130 h 275408"/>
                <a:gd name="connsiteX327" fmla="*/ 26229 w 221310"/>
                <a:gd name="connsiteY327" fmla="*/ 167212 h 275408"/>
                <a:gd name="connsiteX328" fmla="*/ 22951 w 221310"/>
                <a:gd name="connsiteY328" fmla="*/ 172130 h 275408"/>
                <a:gd name="connsiteX329" fmla="*/ 19672 w 221310"/>
                <a:gd name="connsiteY329" fmla="*/ 170491 h 275408"/>
                <a:gd name="connsiteX330" fmla="*/ 21311 w 221310"/>
                <a:gd name="connsiteY330" fmla="*/ 167212 h 275408"/>
                <a:gd name="connsiteX331" fmla="*/ 22951 w 221310"/>
                <a:gd name="connsiteY331" fmla="*/ 162294 h 275408"/>
                <a:gd name="connsiteX332" fmla="*/ 21311 w 221310"/>
                <a:gd name="connsiteY332" fmla="*/ 159015 h 275408"/>
                <a:gd name="connsiteX333" fmla="*/ 19672 w 221310"/>
                <a:gd name="connsiteY333" fmla="*/ 163934 h 275408"/>
                <a:gd name="connsiteX334" fmla="*/ 16393 w 221310"/>
                <a:gd name="connsiteY334" fmla="*/ 163934 h 275408"/>
                <a:gd name="connsiteX335" fmla="*/ 14754 w 221310"/>
                <a:gd name="connsiteY335" fmla="*/ 160655 h 275408"/>
                <a:gd name="connsiteX336" fmla="*/ 11475 w 221310"/>
                <a:gd name="connsiteY336" fmla="*/ 160655 h 275408"/>
                <a:gd name="connsiteX337" fmla="*/ 9836 w 221310"/>
                <a:gd name="connsiteY337" fmla="*/ 157376 h 275408"/>
                <a:gd name="connsiteX338" fmla="*/ 9836 w 221310"/>
                <a:gd name="connsiteY338" fmla="*/ 154098 h 275408"/>
                <a:gd name="connsiteX339" fmla="*/ 8197 w 221310"/>
                <a:gd name="connsiteY339" fmla="*/ 154098 h 275408"/>
                <a:gd name="connsiteX340" fmla="*/ 6557 w 221310"/>
                <a:gd name="connsiteY340" fmla="*/ 150819 h 275408"/>
                <a:gd name="connsiteX341" fmla="*/ 6557 w 221310"/>
                <a:gd name="connsiteY341" fmla="*/ 145901 h 275408"/>
                <a:gd name="connsiteX342" fmla="*/ 6557 w 221310"/>
                <a:gd name="connsiteY342" fmla="*/ 144261 h 275408"/>
                <a:gd name="connsiteX343" fmla="*/ 3278 w 221310"/>
                <a:gd name="connsiteY343" fmla="*/ 142622 h 275408"/>
                <a:gd name="connsiteX344" fmla="*/ 3278 w 221310"/>
                <a:gd name="connsiteY344" fmla="*/ 140983 h 275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</a:cxnLst>
              <a:rect l="l" t="t" r="r" b="b"/>
              <a:pathLst>
                <a:path w="221310" h="275408">
                  <a:moveTo>
                    <a:pt x="3278" y="140983"/>
                  </a:moveTo>
                  <a:lnTo>
                    <a:pt x="0" y="137704"/>
                  </a:lnTo>
                  <a:lnTo>
                    <a:pt x="0" y="134425"/>
                  </a:lnTo>
                  <a:lnTo>
                    <a:pt x="0" y="129508"/>
                  </a:lnTo>
                  <a:lnTo>
                    <a:pt x="1639" y="134425"/>
                  </a:lnTo>
                  <a:lnTo>
                    <a:pt x="3278" y="137704"/>
                  </a:lnTo>
                  <a:lnTo>
                    <a:pt x="4918" y="134425"/>
                  </a:lnTo>
                  <a:lnTo>
                    <a:pt x="6557" y="134425"/>
                  </a:lnTo>
                  <a:lnTo>
                    <a:pt x="6557" y="134425"/>
                  </a:lnTo>
                  <a:lnTo>
                    <a:pt x="9836" y="137704"/>
                  </a:lnTo>
                  <a:lnTo>
                    <a:pt x="9836" y="140983"/>
                  </a:lnTo>
                  <a:lnTo>
                    <a:pt x="9836" y="139344"/>
                  </a:lnTo>
                  <a:lnTo>
                    <a:pt x="9836" y="136065"/>
                  </a:lnTo>
                  <a:lnTo>
                    <a:pt x="13114" y="132786"/>
                  </a:lnTo>
                  <a:lnTo>
                    <a:pt x="13114" y="129508"/>
                  </a:lnTo>
                  <a:lnTo>
                    <a:pt x="16393" y="126229"/>
                  </a:lnTo>
                  <a:lnTo>
                    <a:pt x="18033" y="121311"/>
                  </a:lnTo>
                  <a:lnTo>
                    <a:pt x="21311" y="118032"/>
                  </a:lnTo>
                  <a:lnTo>
                    <a:pt x="21311" y="114754"/>
                  </a:lnTo>
                  <a:lnTo>
                    <a:pt x="21311" y="113114"/>
                  </a:lnTo>
                  <a:lnTo>
                    <a:pt x="21311" y="109835"/>
                  </a:lnTo>
                  <a:lnTo>
                    <a:pt x="22951" y="106557"/>
                  </a:lnTo>
                  <a:lnTo>
                    <a:pt x="22951" y="101639"/>
                  </a:lnTo>
                  <a:lnTo>
                    <a:pt x="22951" y="99999"/>
                  </a:lnTo>
                  <a:lnTo>
                    <a:pt x="22951" y="96721"/>
                  </a:lnTo>
                  <a:lnTo>
                    <a:pt x="21311" y="93442"/>
                  </a:lnTo>
                  <a:lnTo>
                    <a:pt x="24590" y="90164"/>
                  </a:lnTo>
                  <a:lnTo>
                    <a:pt x="24590" y="93442"/>
                  </a:lnTo>
                  <a:lnTo>
                    <a:pt x="26229" y="95081"/>
                  </a:lnTo>
                  <a:lnTo>
                    <a:pt x="26229" y="95081"/>
                  </a:lnTo>
                  <a:lnTo>
                    <a:pt x="27868" y="98360"/>
                  </a:lnTo>
                  <a:lnTo>
                    <a:pt x="29508" y="95081"/>
                  </a:lnTo>
                  <a:lnTo>
                    <a:pt x="32787" y="96721"/>
                  </a:lnTo>
                  <a:lnTo>
                    <a:pt x="36065" y="96721"/>
                  </a:lnTo>
                  <a:lnTo>
                    <a:pt x="39344" y="99999"/>
                  </a:lnTo>
                  <a:lnTo>
                    <a:pt x="40983" y="96721"/>
                  </a:lnTo>
                  <a:lnTo>
                    <a:pt x="44262" y="95081"/>
                  </a:lnTo>
                  <a:lnTo>
                    <a:pt x="47541" y="95081"/>
                  </a:lnTo>
                  <a:lnTo>
                    <a:pt x="47541" y="93442"/>
                  </a:lnTo>
                  <a:lnTo>
                    <a:pt x="47541" y="93442"/>
                  </a:lnTo>
                  <a:lnTo>
                    <a:pt x="42623" y="93442"/>
                  </a:lnTo>
                  <a:lnTo>
                    <a:pt x="39344" y="93442"/>
                  </a:lnTo>
                  <a:lnTo>
                    <a:pt x="36065" y="93442"/>
                  </a:lnTo>
                  <a:lnTo>
                    <a:pt x="31147" y="90164"/>
                  </a:lnTo>
                  <a:lnTo>
                    <a:pt x="27868" y="88524"/>
                  </a:lnTo>
                  <a:lnTo>
                    <a:pt x="26229" y="85245"/>
                  </a:lnTo>
                  <a:lnTo>
                    <a:pt x="24590" y="81967"/>
                  </a:lnTo>
                  <a:lnTo>
                    <a:pt x="21311" y="78688"/>
                  </a:lnTo>
                  <a:lnTo>
                    <a:pt x="24590" y="73770"/>
                  </a:lnTo>
                  <a:lnTo>
                    <a:pt x="27868" y="75409"/>
                  </a:lnTo>
                  <a:lnTo>
                    <a:pt x="31147" y="75409"/>
                  </a:lnTo>
                  <a:lnTo>
                    <a:pt x="32787" y="80327"/>
                  </a:lnTo>
                  <a:lnTo>
                    <a:pt x="34426" y="75409"/>
                  </a:lnTo>
                  <a:lnTo>
                    <a:pt x="32787" y="72131"/>
                  </a:lnTo>
                  <a:lnTo>
                    <a:pt x="32787" y="68852"/>
                  </a:lnTo>
                  <a:lnTo>
                    <a:pt x="32787" y="65573"/>
                  </a:lnTo>
                  <a:lnTo>
                    <a:pt x="31147" y="60655"/>
                  </a:lnTo>
                  <a:lnTo>
                    <a:pt x="32787" y="57377"/>
                  </a:lnTo>
                  <a:lnTo>
                    <a:pt x="36065" y="55737"/>
                  </a:lnTo>
                  <a:lnTo>
                    <a:pt x="40983" y="57377"/>
                  </a:lnTo>
                  <a:lnTo>
                    <a:pt x="44262" y="60655"/>
                  </a:lnTo>
                  <a:lnTo>
                    <a:pt x="47541" y="57377"/>
                  </a:lnTo>
                  <a:lnTo>
                    <a:pt x="49180" y="57377"/>
                  </a:lnTo>
                  <a:lnTo>
                    <a:pt x="52458" y="57377"/>
                  </a:lnTo>
                  <a:lnTo>
                    <a:pt x="55737" y="57377"/>
                  </a:lnTo>
                  <a:lnTo>
                    <a:pt x="60655" y="57377"/>
                  </a:lnTo>
                  <a:lnTo>
                    <a:pt x="63934" y="57377"/>
                  </a:lnTo>
                  <a:lnTo>
                    <a:pt x="65573" y="57377"/>
                  </a:lnTo>
                  <a:lnTo>
                    <a:pt x="68852" y="57377"/>
                  </a:lnTo>
                  <a:lnTo>
                    <a:pt x="72131" y="57377"/>
                  </a:lnTo>
                  <a:lnTo>
                    <a:pt x="77049" y="57377"/>
                  </a:lnTo>
                  <a:lnTo>
                    <a:pt x="78688" y="57377"/>
                  </a:lnTo>
                  <a:lnTo>
                    <a:pt x="83606" y="57377"/>
                  </a:lnTo>
                  <a:lnTo>
                    <a:pt x="85245" y="57377"/>
                  </a:lnTo>
                  <a:lnTo>
                    <a:pt x="85245" y="57377"/>
                  </a:lnTo>
                  <a:lnTo>
                    <a:pt x="88524" y="57377"/>
                  </a:lnTo>
                  <a:lnTo>
                    <a:pt x="93442" y="57377"/>
                  </a:lnTo>
                  <a:lnTo>
                    <a:pt x="96721" y="57377"/>
                  </a:lnTo>
                  <a:lnTo>
                    <a:pt x="100000" y="57377"/>
                  </a:lnTo>
                  <a:lnTo>
                    <a:pt x="100000" y="52458"/>
                  </a:lnTo>
                  <a:lnTo>
                    <a:pt x="100000" y="49180"/>
                  </a:lnTo>
                  <a:lnTo>
                    <a:pt x="100000" y="44262"/>
                  </a:lnTo>
                  <a:lnTo>
                    <a:pt x="100000" y="40983"/>
                  </a:lnTo>
                  <a:lnTo>
                    <a:pt x="100000" y="37705"/>
                  </a:lnTo>
                  <a:lnTo>
                    <a:pt x="100000" y="34426"/>
                  </a:lnTo>
                  <a:lnTo>
                    <a:pt x="100000" y="31147"/>
                  </a:lnTo>
                  <a:lnTo>
                    <a:pt x="100000" y="29508"/>
                  </a:lnTo>
                  <a:lnTo>
                    <a:pt x="100000" y="26229"/>
                  </a:lnTo>
                  <a:lnTo>
                    <a:pt x="100000" y="22951"/>
                  </a:lnTo>
                  <a:lnTo>
                    <a:pt x="100000" y="18032"/>
                  </a:lnTo>
                  <a:lnTo>
                    <a:pt x="100000" y="14754"/>
                  </a:lnTo>
                  <a:lnTo>
                    <a:pt x="100000" y="9836"/>
                  </a:lnTo>
                  <a:lnTo>
                    <a:pt x="100000" y="6557"/>
                  </a:lnTo>
                  <a:lnTo>
                    <a:pt x="100000" y="6557"/>
                  </a:lnTo>
                  <a:lnTo>
                    <a:pt x="100000" y="4918"/>
                  </a:lnTo>
                  <a:lnTo>
                    <a:pt x="100000" y="1639"/>
                  </a:lnTo>
                  <a:lnTo>
                    <a:pt x="103278" y="1639"/>
                  </a:lnTo>
                  <a:lnTo>
                    <a:pt x="106557" y="0"/>
                  </a:lnTo>
                  <a:lnTo>
                    <a:pt x="111475" y="0"/>
                  </a:lnTo>
                  <a:lnTo>
                    <a:pt x="111475" y="0"/>
                  </a:lnTo>
                  <a:lnTo>
                    <a:pt x="116393" y="1639"/>
                  </a:lnTo>
                  <a:lnTo>
                    <a:pt x="119671" y="1639"/>
                  </a:lnTo>
                  <a:lnTo>
                    <a:pt x="122950" y="1639"/>
                  </a:lnTo>
                  <a:lnTo>
                    <a:pt x="126229" y="1639"/>
                  </a:lnTo>
                  <a:lnTo>
                    <a:pt x="131147" y="1639"/>
                  </a:lnTo>
                  <a:lnTo>
                    <a:pt x="134425" y="1639"/>
                  </a:lnTo>
                  <a:lnTo>
                    <a:pt x="137704" y="0"/>
                  </a:lnTo>
                  <a:lnTo>
                    <a:pt x="139344" y="1639"/>
                  </a:lnTo>
                  <a:lnTo>
                    <a:pt x="144261" y="1639"/>
                  </a:lnTo>
                  <a:lnTo>
                    <a:pt x="147540" y="1639"/>
                  </a:lnTo>
                  <a:lnTo>
                    <a:pt x="150819" y="3278"/>
                  </a:lnTo>
                  <a:lnTo>
                    <a:pt x="154098" y="3278"/>
                  </a:lnTo>
                  <a:lnTo>
                    <a:pt x="157376" y="3278"/>
                  </a:lnTo>
                  <a:lnTo>
                    <a:pt x="162294" y="3278"/>
                  </a:lnTo>
                  <a:lnTo>
                    <a:pt x="165573" y="3278"/>
                  </a:lnTo>
                  <a:lnTo>
                    <a:pt x="168851" y="1639"/>
                  </a:lnTo>
                  <a:lnTo>
                    <a:pt x="173770" y="1639"/>
                  </a:lnTo>
                  <a:lnTo>
                    <a:pt x="175409" y="6557"/>
                  </a:lnTo>
                  <a:lnTo>
                    <a:pt x="175409" y="6557"/>
                  </a:lnTo>
                  <a:lnTo>
                    <a:pt x="175409" y="11475"/>
                  </a:lnTo>
                  <a:lnTo>
                    <a:pt x="172130" y="14754"/>
                  </a:lnTo>
                  <a:lnTo>
                    <a:pt x="170491" y="18032"/>
                  </a:lnTo>
                  <a:lnTo>
                    <a:pt x="170491" y="22951"/>
                  </a:lnTo>
                  <a:lnTo>
                    <a:pt x="170491" y="22951"/>
                  </a:lnTo>
                  <a:lnTo>
                    <a:pt x="168851" y="26229"/>
                  </a:lnTo>
                  <a:lnTo>
                    <a:pt x="168851" y="29508"/>
                  </a:lnTo>
                  <a:lnTo>
                    <a:pt x="168851" y="34426"/>
                  </a:lnTo>
                  <a:lnTo>
                    <a:pt x="172130" y="37705"/>
                  </a:lnTo>
                  <a:lnTo>
                    <a:pt x="172130" y="40983"/>
                  </a:lnTo>
                  <a:lnTo>
                    <a:pt x="172130" y="45901"/>
                  </a:lnTo>
                  <a:lnTo>
                    <a:pt x="170491" y="49180"/>
                  </a:lnTo>
                  <a:lnTo>
                    <a:pt x="173770" y="47541"/>
                  </a:lnTo>
                  <a:lnTo>
                    <a:pt x="177048" y="47541"/>
                  </a:lnTo>
                  <a:lnTo>
                    <a:pt x="180327" y="45901"/>
                  </a:lnTo>
                  <a:lnTo>
                    <a:pt x="183605" y="45901"/>
                  </a:lnTo>
                  <a:lnTo>
                    <a:pt x="188524" y="42622"/>
                  </a:lnTo>
                  <a:lnTo>
                    <a:pt x="191802" y="40983"/>
                  </a:lnTo>
                  <a:lnTo>
                    <a:pt x="195081" y="39344"/>
                  </a:lnTo>
                  <a:lnTo>
                    <a:pt x="199999" y="39344"/>
                  </a:lnTo>
                  <a:lnTo>
                    <a:pt x="203278" y="40983"/>
                  </a:lnTo>
                  <a:lnTo>
                    <a:pt x="206557" y="40983"/>
                  </a:lnTo>
                  <a:lnTo>
                    <a:pt x="208195" y="40983"/>
                  </a:lnTo>
                  <a:lnTo>
                    <a:pt x="211474" y="42622"/>
                  </a:lnTo>
                  <a:lnTo>
                    <a:pt x="213114" y="45901"/>
                  </a:lnTo>
                  <a:lnTo>
                    <a:pt x="213114" y="49180"/>
                  </a:lnTo>
                  <a:lnTo>
                    <a:pt x="214753" y="54098"/>
                  </a:lnTo>
                  <a:lnTo>
                    <a:pt x="218032" y="57377"/>
                  </a:lnTo>
                  <a:lnTo>
                    <a:pt x="219671" y="60655"/>
                  </a:lnTo>
                  <a:lnTo>
                    <a:pt x="219671" y="65573"/>
                  </a:lnTo>
                  <a:lnTo>
                    <a:pt x="218032" y="68852"/>
                  </a:lnTo>
                  <a:lnTo>
                    <a:pt x="216392" y="72131"/>
                  </a:lnTo>
                  <a:lnTo>
                    <a:pt x="216392" y="73770"/>
                  </a:lnTo>
                  <a:lnTo>
                    <a:pt x="213114" y="77049"/>
                  </a:lnTo>
                  <a:lnTo>
                    <a:pt x="209835" y="78688"/>
                  </a:lnTo>
                  <a:lnTo>
                    <a:pt x="204917" y="78688"/>
                  </a:lnTo>
                  <a:lnTo>
                    <a:pt x="204917" y="81967"/>
                  </a:lnTo>
                  <a:lnTo>
                    <a:pt x="201638" y="86885"/>
                  </a:lnTo>
                  <a:lnTo>
                    <a:pt x="199999" y="90164"/>
                  </a:lnTo>
                  <a:lnTo>
                    <a:pt x="198360" y="93442"/>
                  </a:lnTo>
                  <a:lnTo>
                    <a:pt x="198360" y="96721"/>
                  </a:lnTo>
                  <a:lnTo>
                    <a:pt x="199999" y="101639"/>
                  </a:lnTo>
                  <a:lnTo>
                    <a:pt x="199999" y="101639"/>
                  </a:lnTo>
                  <a:lnTo>
                    <a:pt x="198360" y="106557"/>
                  </a:lnTo>
                  <a:lnTo>
                    <a:pt x="198360" y="106557"/>
                  </a:lnTo>
                  <a:lnTo>
                    <a:pt x="196720" y="109835"/>
                  </a:lnTo>
                  <a:lnTo>
                    <a:pt x="198360" y="114754"/>
                  </a:lnTo>
                  <a:lnTo>
                    <a:pt x="201638" y="114754"/>
                  </a:lnTo>
                  <a:lnTo>
                    <a:pt x="206557" y="114754"/>
                  </a:lnTo>
                  <a:lnTo>
                    <a:pt x="208195" y="118032"/>
                  </a:lnTo>
                  <a:lnTo>
                    <a:pt x="209835" y="121311"/>
                  </a:lnTo>
                  <a:lnTo>
                    <a:pt x="213114" y="121311"/>
                  </a:lnTo>
                  <a:lnTo>
                    <a:pt x="216392" y="122950"/>
                  </a:lnTo>
                  <a:lnTo>
                    <a:pt x="219671" y="126229"/>
                  </a:lnTo>
                  <a:lnTo>
                    <a:pt x="221310" y="129508"/>
                  </a:lnTo>
                  <a:lnTo>
                    <a:pt x="221310" y="132786"/>
                  </a:lnTo>
                  <a:lnTo>
                    <a:pt x="219671" y="137704"/>
                  </a:lnTo>
                  <a:lnTo>
                    <a:pt x="219671" y="140983"/>
                  </a:lnTo>
                  <a:lnTo>
                    <a:pt x="218032" y="144261"/>
                  </a:lnTo>
                  <a:lnTo>
                    <a:pt x="218032" y="147540"/>
                  </a:lnTo>
                  <a:lnTo>
                    <a:pt x="219671" y="152458"/>
                  </a:lnTo>
                  <a:lnTo>
                    <a:pt x="221310" y="155737"/>
                  </a:lnTo>
                  <a:lnTo>
                    <a:pt x="219671" y="159015"/>
                  </a:lnTo>
                  <a:lnTo>
                    <a:pt x="221310" y="163934"/>
                  </a:lnTo>
                  <a:lnTo>
                    <a:pt x="219671" y="167212"/>
                  </a:lnTo>
                  <a:lnTo>
                    <a:pt x="221310" y="170491"/>
                  </a:lnTo>
                  <a:lnTo>
                    <a:pt x="216392" y="173769"/>
                  </a:lnTo>
                  <a:lnTo>
                    <a:pt x="219671" y="177048"/>
                  </a:lnTo>
                  <a:lnTo>
                    <a:pt x="218032" y="180327"/>
                  </a:lnTo>
                  <a:lnTo>
                    <a:pt x="218032" y="185245"/>
                  </a:lnTo>
                  <a:lnTo>
                    <a:pt x="216392" y="186884"/>
                  </a:lnTo>
                  <a:lnTo>
                    <a:pt x="213114" y="188524"/>
                  </a:lnTo>
                  <a:lnTo>
                    <a:pt x="213114" y="193442"/>
                  </a:lnTo>
                  <a:lnTo>
                    <a:pt x="211474" y="196720"/>
                  </a:lnTo>
                  <a:lnTo>
                    <a:pt x="208195" y="199999"/>
                  </a:lnTo>
                  <a:lnTo>
                    <a:pt x="211474" y="204917"/>
                  </a:lnTo>
                  <a:lnTo>
                    <a:pt x="208195" y="208195"/>
                  </a:lnTo>
                  <a:lnTo>
                    <a:pt x="206557" y="211474"/>
                  </a:lnTo>
                  <a:lnTo>
                    <a:pt x="206557" y="213114"/>
                  </a:lnTo>
                  <a:lnTo>
                    <a:pt x="203278" y="213114"/>
                  </a:lnTo>
                  <a:lnTo>
                    <a:pt x="198360" y="213114"/>
                  </a:lnTo>
                  <a:lnTo>
                    <a:pt x="198360" y="208195"/>
                  </a:lnTo>
                  <a:lnTo>
                    <a:pt x="198360" y="204917"/>
                  </a:lnTo>
                  <a:lnTo>
                    <a:pt x="196720" y="201638"/>
                  </a:lnTo>
                  <a:lnTo>
                    <a:pt x="195081" y="198359"/>
                  </a:lnTo>
                  <a:lnTo>
                    <a:pt x="193442" y="195081"/>
                  </a:lnTo>
                  <a:lnTo>
                    <a:pt x="191802" y="198359"/>
                  </a:lnTo>
                  <a:lnTo>
                    <a:pt x="188524" y="201638"/>
                  </a:lnTo>
                  <a:lnTo>
                    <a:pt x="188524" y="203278"/>
                  </a:lnTo>
                  <a:lnTo>
                    <a:pt x="185245" y="206556"/>
                  </a:lnTo>
                  <a:lnTo>
                    <a:pt x="181966" y="209835"/>
                  </a:lnTo>
                  <a:lnTo>
                    <a:pt x="177048" y="209835"/>
                  </a:lnTo>
                  <a:lnTo>
                    <a:pt x="173770" y="208195"/>
                  </a:lnTo>
                  <a:lnTo>
                    <a:pt x="170491" y="206556"/>
                  </a:lnTo>
                  <a:lnTo>
                    <a:pt x="167212" y="206556"/>
                  </a:lnTo>
                  <a:lnTo>
                    <a:pt x="163934" y="206556"/>
                  </a:lnTo>
                  <a:lnTo>
                    <a:pt x="163934" y="203278"/>
                  </a:lnTo>
                  <a:lnTo>
                    <a:pt x="162294" y="199999"/>
                  </a:lnTo>
                  <a:lnTo>
                    <a:pt x="160655" y="195081"/>
                  </a:lnTo>
                  <a:lnTo>
                    <a:pt x="159015" y="195081"/>
                  </a:lnTo>
                  <a:lnTo>
                    <a:pt x="157376" y="191802"/>
                  </a:lnTo>
                  <a:lnTo>
                    <a:pt x="157376" y="186884"/>
                  </a:lnTo>
                  <a:lnTo>
                    <a:pt x="154098" y="185245"/>
                  </a:lnTo>
                  <a:lnTo>
                    <a:pt x="149180" y="183605"/>
                  </a:lnTo>
                  <a:lnTo>
                    <a:pt x="145901" y="183605"/>
                  </a:lnTo>
                  <a:lnTo>
                    <a:pt x="142622" y="185245"/>
                  </a:lnTo>
                  <a:lnTo>
                    <a:pt x="142622" y="188524"/>
                  </a:lnTo>
                  <a:lnTo>
                    <a:pt x="142622" y="193442"/>
                  </a:lnTo>
                  <a:lnTo>
                    <a:pt x="144261" y="196720"/>
                  </a:lnTo>
                  <a:lnTo>
                    <a:pt x="144261" y="199999"/>
                  </a:lnTo>
                  <a:lnTo>
                    <a:pt x="142622" y="204917"/>
                  </a:lnTo>
                  <a:lnTo>
                    <a:pt x="142622" y="204917"/>
                  </a:lnTo>
                  <a:lnTo>
                    <a:pt x="126229" y="209835"/>
                  </a:lnTo>
                  <a:lnTo>
                    <a:pt x="124590" y="204917"/>
                  </a:lnTo>
                  <a:lnTo>
                    <a:pt x="119671" y="206556"/>
                  </a:lnTo>
                  <a:lnTo>
                    <a:pt x="116393" y="208195"/>
                  </a:lnTo>
                  <a:lnTo>
                    <a:pt x="113114" y="206556"/>
                  </a:lnTo>
                  <a:lnTo>
                    <a:pt x="108196" y="204917"/>
                  </a:lnTo>
                  <a:lnTo>
                    <a:pt x="109835" y="208195"/>
                  </a:lnTo>
                  <a:lnTo>
                    <a:pt x="109835" y="213114"/>
                  </a:lnTo>
                  <a:lnTo>
                    <a:pt x="111475" y="216392"/>
                  </a:lnTo>
                  <a:lnTo>
                    <a:pt x="111475" y="218032"/>
                  </a:lnTo>
                  <a:lnTo>
                    <a:pt x="109835" y="222949"/>
                  </a:lnTo>
                  <a:lnTo>
                    <a:pt x="106557" y="226228"/>
                  </a:lnTo>
                  <a:lnTo>
                    <a:pt x="106557" y="226228"/>
                  </a:lnTo>
                  <a:lnTo>
                    <a:pt x="111475" y="226228"/>
                  </a:lnTo>
                  <a:lnTo>
                    <a:pt x="113114" y="231146"/>
                  </a:lnTo>
                  <a:lnTo>
                    <a:pt x="116393" y="234425"/>
                  </a:lnTo>
                  <a:lnTo>
                    <a:pt x="118032" y="236064"/>
                  </a:lnTo>
                  <a:lnTo>
                    <a:pt x="113114" y="237704"/>
                  </a:lnTo>
                  <a:lnTo>
                    <a:pt x="113114" y="242622"/>
                  </a:lnTo>
                  <a:lnTo>
                    <a:pt x="113114" y="242622"/>
                  </a:lnTo>
                  <a:lnTo>
                    <a:pt x="118032" y="244261"/>
                  </a:lnTo>
                  <a:lnTo>
                    <a:pt x="121311" y="247539"/>
                  </a:lnTo>
                  <a:lnTo>
                    <a:pt x="122950" y="250818"/>
                  </a:lnTo>
                  <a:lnTo>
                    <a:pt x="121311" y="255736"/>
                  </a:lnTo>
                  <a:lnTo>
                    <a:pt x="119671" y="259015"/>
                  </a:lnTo>
                  <a:lnTo>
                    <a:pt x="121311" y="262294"/>
                  </a:lnTo>
                  <a:lnTo>
                    <a:pt x="119671" y="265572"/>
                  </a:lnTo>
                  <a:lnTo>
                    <a:pt x="119671" y="265572"/>
                  </a:lnTo>
                  <a:lnTo>
                    <a:pt x="114754" y="265572"/>
                  </a:lnTo>
                  <a:lnTo>
                    <a:pt x="111475" y="262294"/>
                  </a:lnTo>
                  <a:lnTo>
                    <a:pt x="109835" y="259015"/>
                  </a:lnTo>
                  <a:lnTo>
                    <a:pt x="104917" y="257376"/>
                  </a:lnTo>
                  <a:lnTo>
                    <a:pt x="103278" y="260654"/>
                  </a:lnTo>
                  <a:lnTo>
                    <a:pt x="100000" y="262294"/>
                  </a:lnTo>
                  <a:lnTo>
                    <a:pt x="95081" y="265572"/>
                  </a:lnTo>
                  <a:lnTo>
                    <a:pt x="93442" y="268851"/>
                  </a:lnTo>
                  <a:lnTo>
                    <a:pt x="93442" y="272130"/>
                  </a:lnTo>
                  <a:lnTo>
                    <a:pt x="91803" y="275408"/>
                  </a:lnTo>
                  <a:lnTo>
                    <a:pt x="88524" y="272130"/>
                  </a:lnTo>
                  <a:lnTo>
                    <a:pt x="86885" y="268851"/>
                  </a:lnTo>
                  <a:lnTo>
                    <a:pt x="85245" y="265572"/>
                  </a:lnTo>
                  <a:lnTo>
                    <a:pt x="81967" y="260654"/>
                  </a:lnTo>
                  <a:lnTo>
                    <a:pt x="77049" y="257376"/>
                  </a:lnTo>
                  <a:lnTo>
                    <a:pt x="73770" y="254097"/>
                  </a:lnTo>
                  <a:lnTo>
                    <a:pt x="72131" y="250818"/>
                  </a:lnTo>
                  <a:lnTo>
                    <a:pt x="72131" y="250818"/>
                  </a:lnTo>
                  <a:lnTo>
                    <a:pt x="70491" y="245901"/>
                  </a:lnTo>
                  <a:lnTo>
                    <a:pt x="67213" y="242622"/>
                  </a:lnTo>
                  <a:lnTo>
                    <a:pt x="63934" y="239343"/>
                  </a:lnTo>
                  <a:lnTo>
                    <a:pt x="60655" y="234425"/>
                  </a:lnTo>
                  <a:lnTo>
                    <a:pt x="57377" y="231146"/>
                  </a:lnTo>
                  <a:lnTo>
                    <a:pt x="55737" y="231146"/>
                  </a:lnTo>
                  <a:lnTo>
                    <a:pt x="52458" y="227868"/>
                  </a:lnTo>
                  <a:lnTo>
                    <a:pt x="50820" y="227868"/>
                  </a:lnTo>
                  <a:lnTo>
                    <a:pt x="47541" y="222949"/>
                  </a:lnTo>
                  <a:lnTo>
                    <a:pt x="47541" y="222949"/>
                  </a:lnTo>
                  <a:lnTo>
                    <a:pt x="44262" y="219671"/>
                  </a:lnTo>
                  <a:lnTo>
                    <a:pt x="40983" y="216392"/>
                  </a:lnTo>
                  <a:lnTo>
                    <a:pt x="37705" y="211474"/>
                  </a:lnTo>
                  <a:lnTo>
                    <a:pt x="42623" y="211474"/>
                  </a:lnTo>
                  <a:lnTo>
                    <a:pt x="44262" y="214753"/>
                  </a:lnTo>
                  <a:lnTo>
                    <a:pt x="47541" y="218032"/>
                  </a:lnTo>
                  <a:lnTo>
                    <a:pt x="50820" y="214753"/>
                  </a:lnTo>
                  <a:lnTo>
                    <a:pt x="47541" y="214753"/>
                  </a:lnTo>
                  <a:lnTo>
                    <a:pt x="45901" y="214753"/>
                  </a:lnTo>
                  <a:lnTo>
                    <a:pt x="44262" y="211474"/>
                  </a:lnTo>
                  <a:lnTo>
                    <a:pt x="40983" y="209835"/>
                  </a:lnTo>
                  <a:lnTo>
                    <a:pt x="36065" y="209835"/>
                  </a:lnTo>
                  <a:lnTo>
                    <a:pt x="32787" y="206556"/>
                  </a:lnTo>
                  <a:lnTo>
                    <a:pt x="31147" y="203278"/>
                  </a:lnTo>
                  <a:lnTo>
                    <a:pt x="31147" y="199999"/>
                  </a:lnTo>
                  <a:lnTo>
                    <a:pt x="27868" y="196720"/>
                  </a:lnTo>
                  <a:lnTo>
                    <a:pt x="24590" y="191802"/>
                  </a:lnTo>
                  <a:lnTo>
                    <a:pt x="22951" y="188524"/>
                  </a:lnTo>
                  <a:lnTo>
                    <a:pt x="19672" y="185245"/>
                  </a:lnTo>
                  <a:lnTo>
                    <a:pt x="24590" y="186884"/>
                  </a:lnTo>
                  <a:lnTo>
                    <a:pt x="26229" y="190163"/>
                  </a:lnTo>
                  <a:lnTo>
                    <a:pt x="31147" y="191802"/>
                  </a:lnTo>
                  <a:lnTo>
                    <a:pt x="29508" y="188524"/>
                  </a:lnTo>
                  <a:lnTo>
                    <a:pt x="26229" y="185245"/>
                  </a:lnTo>
                  <a:lnTo>
                    <a:pt x="22951" y="185245"/>
                  </a:lnTo>
                  <a:lnTo>
                    <a:pt x="19672" y="181966"/>
                  </a:lnTo>
                  <a:lnTo>
                    <a:pt x="19672" y="178688"/>
                  </a:lnTo>
                  <a:lnTo>
                    <a:pt x="18033" y="175409"/>
                  </a:lnTo>
                  <a:lnTo>
                    <a:pt x="16393" y="170491"/>
                  </a:lnTo>
                  <a:lnTo>
                    <a:pt x="14754" y="167212"/>
                  </a:lnTo>
                  <a:lnTo>
                    <a:pt x="11475" y="163934"/>
                  </a:lnTo>
                  <a:lnTo>
                    <a:pt x="9836" y="160655"/>
                  </a:lnTo>
                  <a:lnTo>
                    <a:pt x="13114" y="163934"/>
                  </a:lnTo>
                  <a:lnTo>
                    <a:pt x="16393" y="167212"/>
                  </a:lnTo>
                  <a:lnTo>
                    <a:pt x="19672" y="172130"/>
                  </a:lnTo>
                  <a:lnTo>
                    <a:pt x="19672" y="175409"/>
                  </a:lnTo>
                  <a:lnTo>
                    <a:pt x="22951" y="173769"/>
                  </a:lnTo>
                  <a:lnTo>
                    <a:pt x="26229" y="173769"/>
                  </a:lnTo>
                  <a:lnTo>
                    <a:pt x="31147" y="173769"/>
                  </a:lnTo>
                  <a:lnTo>
                    <a:pt x="27868" y="172130"/>
                  </a:lnTo>
                  <a:lnTo>
                    <a:pt x="26229" y="167212"/>
                  </a:lnTo>
                  <a:lnTo>
                    <a:pt x="22951" y="172130"/>
                  </a:lnTo>
                  <a:lnTo>
                    <a:pt x="19672" y="170491"/>
                  </a:lnTo>
                  <a:lnTo>
                    <a:pt x="21311" y="167212"/>
                  </a:lnTo>
                  <a:lnTo>
                    <a:pt x="22951" y="162294"/>
                  </a:lnTo>
                  <a:lnTo>
                    <a:pt x="21311" y="159015"/>
                  </a:lnTo>
                  <a:lnTo>
                    <a:pt x="19672" y="163934"/>
                  </a:lnTo>
                  <a:lnTo>
                    <a:pt x="16393" y="163934"/>
                  </a:lnTo>
                  <a:lnTo>
                    <a:pt x="14754" y="160655"/>
                  </a:lnTo>
                  <a:lnTo>
                    <a:pt x="11475" y="160655"/>
                  </a:lnTo>
                  <a:lnTo>
                    <a:pt x="9836" y="157376"/>
                  </a:lnTo>
                  <a:lnTo>
                    <a:pt x="9836" y="154098"/>
                  </a:lnTo>
                  <a:lnTo>
                    <a:pt x="8197" y="154098"/>
                  </a:lnTo>
                  <a:lnTo>
                    <a:pt x="6557" y="150819"/>
                  </a:lnTo>
                  <a:lnTo>
                    <a:pt x="6557" y="145901"/>
                  </a:lnTo>
                  <a:lnTo>
                    <a:pt x="6557" y="144261"/>
                  </a:lnTo>
                  <a:lnTo>
                    <a:pt x="3278" y="142622"/>
                  </a:lnTo>
                  <a:lnTo>
                    <a:pt x="3278" y="14098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5" name="Freeform 3794">
              <a:extLst>
                <a:ext uri="{FF2B5EF4-FFF2-40B4-BE49-F238E27FC236}">
                  <a16:creationId xmlns:a16="http://schemas.microsoft.com/office/drawing/2014/main" id="{0EC44B4E-136C-634C-B1F6-8471E53FAB9B}"/>
                </a:ext>
              </a:extLst>
            </p:cNvPr>
            <p:cNvSpPr/>
            <p:nvPr/>
          </p:nvSpPr>
          <p:spPr>
            <a:xfrm>
              <a:off x="5961574" y="1985398"/>
              <a:ext cx="227868" cy="121310"/>
            </a:xfrm>
            <a:custGeom>
              <a:avLst/>
              <a:gdLst>
                <a:gd name="connsiteX0" fmla="*/ 0 w 227868"/>
                <a:gd name="connsiteY0" fmla="*/ 73770 h 121310"/>
                <a:gd name="connsiteX1" fmla="*/ 1639 w 227868"/>
                <a:gd name="connsiteY1" fmla="*/ 70491 h 121310"/>
                <a:gd name="connsiteX2" fmla="*/ 3279 w 227868"/>
                <a:gd name="connsiteY2" fmla="*/ 68852 h 121310"/>
                <a:gd name="connsiteX3" fmla="*/ 3279 w 227868"/>
                <a:gd name="connsiteY3" fmla="*/ 68852 h 121310"/>
                <a:gd name="connsiteX4" fmla="*/ 4918 w 227868"/>
                <a:gd name="connsiteY4" fmla="*/ 68852 h 121310"/>
                <a:gd name="connsiteX5" fmla="*/ 8197 w 227868"/>
                <a:gd name="connsiteY5" fmla="*/ 67213 h 121310"/>
                <a:gd name="connsiteX6" fmla="*/ 13115 w 227868"/>
                <a:gd name="connsiteY6" fmla="*/ 67213 h 121310"/>
                <a:gd name="connsiteX7" fmla="*/ 11476 w 227868"/>
                <a:gd name="connsiteY7" fmla="*/ 63934 h 121310"/>
                <a:gd name="connsiteX8" fmla="*/ 11476 w 227868"/>
                <a:gd name="connsiteY8" fmla="*/ 60655 h 121310"/>
                <a:gd name="connsiteX9" fmla="*/ 11476 w 227868"/>
                <a:gd name="connsiteY9" fmla="*/ 55737 h 121310"/>
                <a:gd name="connsiteX10" fmla="*/ 9836 w 227868"/>
                <a:gd name="connsiteY10" fmla="*/ 52459 h 121310"/>
                <a:gd name="connsiteX11" fmla="*/ 13115 w 227868"/>
                <a:gd name="connsiteY11" fmla="*/ 49180 h 121310"/>
                <a:gd name="connsiteX12" fmla="*/ 16393 w 227868"/>
                <a:gd name="connsiteY12" fmla="*/ 49180 h 121310"/>
                <a:gd name="connsiteX13" fmla="*/ 16393 w 227868"/>
                <a:gd name="connsiteY13" fmla="*/ 47541 h 121310"/>
                <a:gd name="connsiteX14" fmla="*/ 16393 w 227868"/>
                <a:gd name="connsiteY14" fmla="*/ 45901 h 121310"/>
                <a:gd name="connsiteX15" fmla="*/ 18033 w 227868"/>
                <a:gd name="connsiteY15" fmla="*/ 42623 h 121310"/>
                <a:gd name="connsiteX16" fmla="*/ 16393 w 227868"/>
                <a:gd name="connsiteY16" fmla="*/ 40983 h 121310"/>
                <a:gd name="connsiteX17" fmla="*/ 13115 w 227868"/>
                <a:gd name="connsiteY17" fmla="*/ 39344 h 121310"/>
                <a:gd name="connsiteX18" fmla="*/ 11476 w 227868"/>
                <a:gd name="connsiteY18" fmla="*/ 37705 h 121310"/>
                <a:gd name="connsiteX19" fmla="*/ 13115 w 227868"/>
                <a:gd name="connsiteY19" fmla="*/ 37705 h 121310"/>
                <a:gd name="connsiteX20" fmla="*/ 13115 w 227868"/>
                <a:gd name="connsiteY20" fmla="*/ 36065 h 121310"/>
                <a:gd name="connsiteX21" fmla="*/ 16393 w 227868"/>
                <a:gd name="connsiteY21" fmla="*/ 36065 h 121310"/>
                <a:gd name="connsiteX22" fmla="*/ 18033 w 227868"/>
                <a:gd name="connsiteY22" fmla="*/ 36065 h 121310"/>
                <a:gd name="connsiteX23" fmla="*/ 21312 w 227868"/>
                <a:gd name="connsiteY23" fmla="*/ 37705 h 121310"/>
                <a:gd name="connsiteX24" fmla="*/ 22951 w 227868"/>
                <a:gd name="connsiteY24" fmla="*/ 37705 h 121310"/>
                <a:gd name="connsiteX25" fmla="*/ 24590 w 227868"/>
                <a:gd name="connsiteY25" fmla="*/ 37705 h 121310"/>
                <a:gd name="connsiteX26" fmla="*/ 27869 w 227868"/>
                <a:gd name="connsiteY26" fmla="*/ 37705 h 121310"/>
                <a:gd name="connsiteX27" fmla="*/ 29508 w 227868"/>
                <a:gd name="connsiteY27" fmla="*/ 34426 h 121310"/>
                <a:gd name="connsiteX28" fmla="*/ 29508 w 227868"/>
                <a:gd name="connsiteY28" fmla="*/ 29508 h 121310"/>
                <a:gd name="connsiteX29" fmla="*/ 31148 w 227868"/>
                <a:gd name="connsiteY29" fmla="*/ 27869 h 121310"/>
                <a:gd name="connsiteX30" fmla="*/ 31148 w 227868"/>
                <a:gd name="connsiteY30" fmla="*/ 27869 h 121310"/>
                <a:gd name="connsiteX31" fmla="*/ 34426 w 227868"/>
                <a:gd name="connsiteY31" fmla="*/ 24590 h 121310"/>
                <a:gd name="connsiteX32" fmla="*/ 34426 w 227868"/>
                <a:gd name="connsiteY32" fmla="*/ 22951 h 121310"/>
                <a:gd name="connsiteX33" fmla="*/ 34426 w 227868"/>
                <a:gd name="connsiteY33" fmla="*/ 22951 h 121310"/>
                <a:gd name="connsiteX34" fmla="*/ 36066 w 227868"/>
                <a:gd name="connsiteY34" fmla="*/ 22951 h 121310"/>
                <a:gd name="connsiteX35" fmla="*/ 36066 w 227868"/>
                <a:gd name="connsiteY35" fmla="*/ 22951 h 121310"/>
                <a:gd name="connsiteX36" fmla="*/ 37705 w 227868"/>
                <a:gd name="connsiteY36" fmla="*/ 24590 h 121310"/>
                <a:gd name="connsiteX37" fmla="*/ 40983 w 227868"/>
                <a:gd name="connsiteY37" fmla="*/ 26229 h 121310"/>
                <a:gd name="connsiteX38" fmla="*/ 42623 w 227868"/>
                <a:gd name="connsiteY38" fmla="*/ 26229 h 121310"/>
                <a:gd name="connsiteX39" fmla="*/ 42623 w 227868"/>
                <a:gd name="connsiteY39" fmla="*/ 27869 h 121310"/>
                <a:gd name="connsiteX40" fmla="*/ 44262 w 227868"/>
                <a:gd name="connsiteY40" fmla="*/ 29508 h 121310"/>
                <a:gd name="connsiteX41" fmla="*/ 45902 w 227868"/>
                <a:gd name="connsiteY41" fmla="*/ 29508 h 121310"/>
                <a:gd name="connsiteX42" fmla="*/ 47541 w 227868"/>
                <a:gd name="connsiteY42" fmla="*/ 31147 h 121310"/>
                <a:gd name="connsiteX43" fmla="*/ 47541 w 227868"/>
                <a:gd name="connsiteY43" fmla="*/ 32787 h 121310"/>
                <a:gd name="connsiteX44" fmla="*/ 49180 w 227868"/>
                <a:gd name="connsiteY44" fmla="*/ 32787 h 121310"/>
                <a:gd name="connsiteX45" fmla="*/ 54098 w 227868"/>
                <a:gd name="connsiteY45" fmla="*/ 34426 h 121310"/>
                <a:gd name="connsiteX46" fmla="*/ 55738 w 227868"/>
                <a:gd name="connsiteY46" fmla="*/ 36065 h 121310"/>
                <a:gd name="connsiteX47" fmla="*/ 59016 w 227868"/>
                <a:gd name="connsiteY47" fmla="*/ 36065 h 121310"/>
                <a:gd name="connsiteX48" fmla="*/ 62295 w 227868"/>
                <a:gd name="connsiteY48" fmla="*/ 34426 h 121310"/>
                <a:gd name="connsiteX49" fmla="*/ 65573 w 227868"/>
                <a:gd name="connsiteY49" fmla="*/ 34426 h 121310"/>
                <a:gd name="connsiteX50" fmla="*/ 67213 w 227868"/>
                <a:gd name="connsiteY50" fmla="*/ 34426 h 121310"/>
                <a:gd name="connsiteX51" fmla="*/ 67213 w 227868"/>
                <a:gd name="connsiteY51" fmla="*/ 36065 h 121310"/>
                <a:gd name="connsiteX52" fmla="*/ 67213 w 227868"/>
                <a:gd name="connsiteY52" fmla="*/ 36065 h 121310"/>
                <a:gd name="connsiteX53" fmla="*/ 72131 w 227868"/>
                <a:gd name="connsiteY53" fmla="*/ 36065 h 121310"/>
                <a:gd name="connsiteX54" fmla="*/ 75410 w 227868"/>
                <a:gd name="connsiteY54" fmla="*/ 36065 h 121310"/>
                <a:gd name="connsiteX55" fmla="*/ 78688 w 227868"/>
                <a:gd name="connsiteY55" fmla="*/ 34426 h 121310"/>
                <a:gd name="connsiteX56" fmla="*/ 83606 w 227868"/>
                <a:gd name="connsiteY56" fmla="*/ 34426 h 121310"/>
                <a:gd name="connsiteX57" fmla="*/ 86885 w 227868"/>
                <a:gd name="connsiteY57" fmla="*/ 34426 h 121310"/>
                <a:gd name="connsiteX58" fmla="*/ 86885 w 227868"/>
                <a:gd name="connsiteY58" fmla="*/ 32787 h 121310"/>
                <a:gd name="connsiteX59" fmla="*/ 91803 w 227868"/>
                <a:gd name="connsiteY59" fmla="*/ 32787 h 121310"/>
                <a:gd name="connsiteX60" fmla="*/ 91803 w 227868"/>
                <a:gd name="connsiteY60" fmla="*/ 32787 h 121310"/>
                <a:gd name="connsiteX61" fmla="*/ 90164 w 227868"/>
                <a:gd name="connsiteY61" fmla="*/ 31147 h 121310"/>
                <a:gd name="connsiteX62" fmla="*/ 88525 w 227868"/>
                <a:gd name="connsiteY62" fmla="*/ 26229 h 121310"/>
                <a:gd name="connsiteX63" fmla="*/ 90164 w 227868"/>
                <a:gd name="connsiteY63" fmla="*/ 22951 h 121310"/>
                <a:gd name="connsiteX64" fmla="*/ 93442 w 227868"/>
                <a:gd name="connsiteY64" fmla="*/ 22951 h 121310"/>
                <a:gd name="connsiteX65" fmla="*/ 95082 w 227868"/>
                <a:gd name="connsiteY65" fmla="*/ 22951 h 121310"/>
                <a:gd name="connsiteX66" fmla="*/ 95082 w 227868"/>
                <a:gd name="connsiteY66" fmla="*/ 21311 h 121310"/>
                <a:gd name="connsiteX67" fmla="*/ 95082 w 227868"/>
                <a:gd name="connsiteY67" fmla="*/ 21311 h 121310"/>
                <a:gd name="connsiteX68" fmla="*/ 96721 w 227868"/>
                <a:gd name="connsiteY68" fmla="*/ 21311 h 121310"/>
                <a:gd name="connsiteX69" fmla="*/ 96721 w 227868"/>
                <a:gd name="connsiteY69" fmla="*/ 21311 h 121310"/>
                <a:gd name="connsiteX70" fmla="*/ 101639 w 227868"/>
                <a:gd name="connsiteY70" fmla="*/ 22951 h 121310"/>
                <a:gd name="connsiteX71" fmla="*/ 104918 w 227868"/>
                <a:gd name="connsiteY71" fmla="*/ 21311 h 121310"/>
                <a:gd name="connsiteX72" fmla="*/ 108196 w 227868"/>
                <a:gd name="connsiteY72" fmla="*/ 21311 h 121310"/>
                <a:gd name="connsiteX73" fmla="*/ 111475 w 227868"/>
                <a:gd name="connsiteY73" fmla="*/ 19672 h 121310"/>
                <a:gd name="connsiteX74" fmla="*/ 113115 w 227868"/>
                <a:gd name="connsiteY74" fmla="*/ 18033 h 121310"/>
                <a:gd name="connsiteX75" fmla="*/ 113115 w 227868"/>
                <a:gd name="connsiteY75" fmla="*/ 16393 h 121310"/>
                <a:gd name="connsiteX76" fmla="*/ 113115 w 227868"/>
                <a:gd name="connsiteY76" fmla="*/ 16393 h 121310"/>
                <a:gd name="connsiteX77" fmla="*/ 113115 w 227868"/>
                <a:gd name="connsiteY77" fmla="*/ 16393 h 121310"/>
                <a:gd name="connsiteX78" fmla="*/ 114754 w 227868"/>
                <a:gd name="connsiteY78" fmla="*/ 16393 h 121310"/>
                <a:gd name="connsiteX79" fmla="*/ 118032 w 227868"/>
                <a:gd name="connsiteY79" fmla="*/ 14754 h 121310"/>
                <a:gd name="connsiteX80" fmla="*/ 119672 w 227868"/>
                <a:gd name="connsiteY80" fmla="*/ 16393 h 121310"/>
                <a:gd name="connsiteX81" fmla="*/ 122950 w 227868"/>
                <a:gd name="connsiteY81" fmla="*/ 18033 h 121310"/>
                <a:gd name="connsiteX82" fmla="*/ 126229 w 227868"/>
                <a:gd name="connsiteY82" fmla="*/ 18033 h 121310"/>
                <a:gd name="connsiteX83" fmla="*/ 129508 w 227868"/>
                <a:gd name="connsiteY83" fmla="*/ 18033 h 121310"/>
                <a:gd name="connsiteX84" fmla="*/ 131147 w 227868"/>
                <a:gd name="connsiteY84" fmla="*/ 16393 h 121310"/>
                <a:gd name="connsiteX85" fmla="*/ 132786 w 227868"/>
                <a:gd name="connsiteY85" fmla="*/ 16393 h 121310"/>
                <a:gd name="connsiteX86" fmla="*/ 136065 w 227868"/>
                <a:gd name="connsiteY86" fmla="*/ 13114 h 121310"/>
                <a:gd name="connsiteX87" fmla="*/ 140983 w 227868"/>
                <a:gd name="connsiteY87" fmla="*/ 13114 h 121310"/>
                <a:gd name="connsiteX88" fmla="*/ 140983 w 227868"/>
                <a:gd name="connsiteY88" fmla="*/ 13114 h 121310"/>
                <a:gd name="connsiteX89" fmla="*/ 140983 w 227868"/>
                <a:gd name="connsiteY89" fmla="*/ 13114 h 121310"/>
                <a:gd name="connsiteX90" fmla="*/ 142623 w 227868"/>
                <a:gd name="connsiteY90" fmla="*/ 8197 h 121310"/>
                <a:gd name="connsiteX91" fmla="*/ 144262 w 227868"/>
                <a:gd name="connsiteY91" fmla="*/ 4918 h 121310"/>
                <a:gd name="connsiteX92" fmla="*/ 145901 w 227868"/>
                <a:gd name="connsiteY92" fmla="*/ 1639 h 121310"/>
                <a:gd name="connsiteX93" fmla="*/ 149180 w 227868"/>
                <a:gd name="connsiteY93" fmla="*/ 1639 h 121310"/>
                <a:gd name="connsiteX94" fmla="*/ 154098 w 227868"/>
                <a:gd name="connsiteY94" fmla="*/ 0 h 121310"/>
                <a:gd name="connsiteX95" fmla="*/ 157376 w 227868"/>
                <a:gd name="connsiteY95" fmla="*/ 0 h 121310"/>
                <a:gd name="connsiteX96" fmla="*/ 160655 w 227868"/>
                <a:gd name="connsiteY96" fmla="*/ 1639 h 121310"/>
                <a:gd name="connsiteX97" fmla="*/ 163934 w 227868"/>
                <a:gd name="connsiteY97" fmla="*/ 1639 h 121310"/>
                <a:gd name="connsiteX98" fmla="*/ 167213 w 227868"/>
                <a:gd name="connsiteY98" fmla="*/ 3279 h 121310"/>
                <a:gd name="connsiteX99" fmla="*/ 170491 w 227868"/>
                <a:gd name="connsiteY99" fmla="*/ 1639 h 121310"/>
                <a:gd name="connsiteX100" fmla="*/ 172130 w 227868"/>
                <a:gd name="connsiteY100" fmla="*/ 1639 h 121310"/>
                <a:gd name="connsiteX101" fmla="*/ 172130 w 227868"/>
                <a:gd name="connsiteY101" fmla="*/ 3279 h 121310"/>
                <a:gd name="connsiteX102" fmla="*/ 173770 w 227868"/>
                <a:gd name="connsiteY102" fmla="*/ 1639 h 121310"/>
                <a:gd name="connsiteX103" fmla="*/ 177049 w 227868"/>
                <a:gd name="connsiteY103" fmla="*/ 0 h 121310"/>
                <a:gd name="connsiteX104" fmla="*/ 180327 w 227868"/>
                <a:gd name="connsiteY104" fmla="*/ 1639 h 121310"/>
                <a:gd name="connsiteX105" fmla="*/ 183606 w 227868"/>
                <a:gd name="connsiteY105" fmla="*/ 4918 h 121310"/>
                <a:gd name="connsiteX106" fmla="*/ 186885 w 227868"/>
                <a:gd name="connsiteY106" fmla="*/ 8197 h 121310"/>
                <a:gd name="connsiteX107" fmla="*/ 186885 w 227868"/>
                <a:gd name="connsiteY107" fmla="*/ 9836 h 121310"/>
                <a:gd name="connsiteX108" fmla="*/ 190163 w 227868"/>
                <a:gd name="connsiteY108" fmla="*/ 9836 h 121310"/>
                <a:gd name="connsiteX109" fmla="*/ 193442 w 227868"/>
                <a:gd name="connsiteY109" fmla="*/ 8197 h 121310"/>
                <a:gd name="connsiteX110" fmla="*/ 198360 w 227868"/>
                <a:gd name="connsiteY110" fmla="*/ 8197 h 121310"/>
                <a:gd name="connsiteX111" fmla="*/ 201639 w 227868"/>
                <a:gd name="connsiteY111" fmla="*/ 6557 h 121310"/>
                <a:gd name="connsiteX112" fmla="*/ 203278 w 227868"/>
                <a:gd name="connsiteY112" fmla="*/ 6557 h 121310"/>
                <a:gd name="connsiteX113" fmla="*/ 203278 w 227868"/>
                <a:gd name="connsiteY113" fmla="*/ 6557 h 121310"/>
                <a:gd name="connsiteX114" fmla="*/ 204917 w 227868"/>
                <a:gd name="connsiteY114" fmla="*/ 8197 h 121310"/>
                <a:gd name="connsiteX115" fmla="*/ 206557 w 227868"/>
                <a:gd name="connsiteY115" fmla="*/ 9836 h 121310"/>
                <a:gd name="connsiteX116" fmla="*/ 208196 w 227868"/>
                <a:gd name="connsiteY116" fmla="*/ 9836 h 121310"/>
                <a:gd name="connsiteX117" fmla="*/ 209835 w 227868"/>
                <a:gd name="connsiteY117" fmla="*/ 13114 h 121310"/>
                <a:gd name="connsiteX118" fmla="*/ 213114 w 227868"/>
                <a:gd name="connsiteY118" fmla="*/ 14754 h 121310"/>
                <a:gd name="connsiteX119" fmla="*/ 216393 w 227868"/>
                <a:gd name="connsiteY119" fmla="*/ 18033 h 121310"/>
                <a:gd name="connsiteX120" fmla="*/ 218032 w 227868"/>
                <a:gd name="connsiteY120" fmla="*/ 19672 h 121310"/>
                <a:gd name="connsiteX121" fmla="*/ 221310 w 227868"/>
                <a:gd name="connsiteY121" fmla="*/ 19672 h 121310"/>
                <a:gd name="connsiteX122" fmla="*/ 224589 w 227868"/>
                <a:gd name="connsiteY122" fmla="*/ 19672 h 121310"/>
                <a:gd name="connsiteX123" fmla="*/ 226229 w 227868"/>
                <a:gd name="connsiteY123" fmla="*/ 21311 h 121310"/>
                <a:gd name="connsiteX124" fmla="*/ 227868 w 227868"/>
                <a:gd name="connsiteY124" fmla="*/ 22951 h 121310"/>
                <a:gd name="connsiteX125" fmla="*/ 227868 w 227868"/>
                <a:gd name="connsiteY125" fmla="*/ 26229 h 121310"/>
                <a:gd name="connsiteX126" fmla="*/ 226229 w 227868"/>
                <a:gd name="connsiteY126" fmla="*/ 29508 h 121310"/>
                <a:gd name="connsiteX127" fmla="*/ 221310 w 227868"/>
                <a:gd name="connsiteY127" fmla="*/ 32787 h 121310"/>
                <a:gd name="connsiteX128" fmla="*/ 219672 w 227868"/>
                <a:gd name="connsiteY128" fmla="*/ 34426 h 121310"/>
                <a:gd name="connsiteX129" fmla="*/ 216393 w 227868"/>
                <a:gd name="connsiteY129" fmla="*/ 34426 h 121310"/>
                <a:gd name="connsiteX130" fmla="*/ 213114 w 227868"/>
                <a:gd name="connsiteY130" fmla="*/ 34426 h 121310"/>
                <a:gd name="connsiteX131" fmla="*/ 209835 w 227868"/>
                <a:gd name="connsiteY131" fmla="*/ 36065 h 121310"/>
                <a:gd name="connsiteX132" fmla="*/ 206557 w 227868"/>
                <a:gd name="connsiteY132" fmla="*/ 37705 h 121310"/>
                <a:gd name="connsiteX133" fmla="*/ 204917 w 227868"/>
                <a:gd name="connsiteY133" fmla="*/ 40983 h 121310"/>
                <a:gd name="connsiteX134" fmla="*/ 203278 w 227868"/>
                <a:gd name="connsiteY134" fmla="*/ 42623 h 121310"/>
                <a:gd name="connsiteX135" fmla="*/ 199999 w 227868"/>
                <a:gd name="connsiteY135" fmla="*/ 45901 h 121310"/>
                <a:gd name="connsiteX136" fmla="*/ 199999 w 227868"/>
                <a:gd name="connsiteY136" fmla="*/ 45901 h 121310"/>
                <a:gd name="connsiteX137" fmla="*/ 199999 w 227868"/>
                <a:gd name="connsiteY137" fmla="*/ 47541 h 121310"/>
                <a:gd name="connsiteX138" fmla="*/ 199999 w 227868"/>
                <a:gd name="connsiteY138" fmla="*/ 50819 h 121310"/>
                <a:gd name="connsiteX139" fmla="*/ 195081 w 227868"/>
                <a:gd name="connsiteY139" fmla="*/ 54098 h 121310"/>
                <a:gd name="connsiteX140" fmla="*/ 195081 w 227868"/>
                <a:gd name="connsiteY140" fmla="*/ 59016 h 121310"/>
                <a:gd name="connsiteX141" fmla="*/ 193442 w 227868"/>
                <a:gd name="connsiteY141" fmla="*/ 62295 h 121310"/>
                <a:gd name="connsiteX142" fmla="*/ 193442 w 227868"/>
                <a:gd name="connsiteY142" fmla="*/ 62295 h 121310"/>
                <a:gd name="connsiteX143" fmla="*/ 191803 w 227868"/>
                <a:gd name="connsiteY143" fmla="*/ 63934 h 121310"/>
                <a:gd name="connsiteX144" fmla="*/ 188524 w 227868"/>
                <a:gd name="connsiteY144" fmla="*/ 67213 h 121310"/>
                <a:gd name="connsiteX145" fmla="*/ 190163 w 227868"/>
                <a:gd name="connsiteY145" fmla="*/ 67213 h 121310"/>
                <a:gd name="connsiteX146" fmla="*/ 188524 w 227868"/>
                <a:gd name="connsiteY146" fmla="*/ 70491 h 121310"/>
                <a:gd name="connsiteX147" fmla="*/ 185245 w 227868"/>
                <a:gd name="connsiteY147" fmla="*/ 75409 h 121310"/>
                <a:gd name="connsiteX148" fmla="*/ 183606 w 227868"/>
                <a:gd name="connsiteY148" fmla="*/ 78688 h 121310"/>
                <a:gd name="connsiteX149" fmla="*/ 183606 w 227868"/>
                <a:gd name="connsiteY149" fmla="*/ 81967 h 121310"/>
                <a:gd name="connsiteX150" fmla="*/ 181966 w 227868"/>
                <a:gd name="connsiteY150" fmla="*/ 83606 h 121310"/>
                <a:gd name="connsiteX151" fmla="*/ 178688 w 227868"/>
                <a:gd name="connsiteY151" fmla="*/ 83606 h 121310"/>
                <a:gd name="connsiteX152" fmla="*/ 178688 w 227868"/>
                <a:gd name="connsiteY152" fmla="*/ 83606 h 121310"/>
                <a:gd name="connsiteX153" fmla="*/ 177049 w 227868"/>
                <a:gd name="connsiteY153" fmla="*/ 85245 h 121310"/>
                <a:gd name="connsiteX154" fmla="*/ 177049 w 227868"/>
                <a:gd name="connsiteY154" fmla="*/ 90164 h 121310"/>
                <a:gd name="connsiteX155" fmla="*/ 175409 w 227868"/>
                <a:gd name="connsiteY155" fmla="*/ 93442 h 121310"/>
                <a:gd name="connsiteX156" fmla="*/ 173770 w 227868"/>
                <a:gd name="connsiteY156" fmla="*/ 95081 h 121310"/>
                <a:gd name="connsiteX157" fmla="*/ 172130 w 227868"/>
                <a:gd name="connsiteY157" fmla="*/ 98360 h 121310"/>
                <a:gd name="connsiteX158" fmla="*/ 168852 w 227868"/>
                <a:gd name="connsiteY158" fmla="*/ 99999 h 121310"/>
                <a:gd name="connsiteX159" fmla="*/ 163934 w 227868"/>
                <a:gd name="connsiteY159" fmla="*/ 99999 h 121310"/>
                <a:gd name="connsiteX160" fmla="*/ 160655 w 227868"/>
                <a:gd name="connsiteY160" fmla="*/ 99999 h 121310"/>
                <a:gd name="connsiteX161" fmla="*/ 160655 w 227868"/>
                <a:gd name="connsiteY161" fmla="*/ 99999 h 121310"/>
                <a:gd name="connsiteX162" fmla="*/ 159016 w 227868"/>
                <a:gd name="connsiteY162" fmla="*/ 103278 h 121310"/>
                <a:gd name="connsiteX163" fmla="*/ 157376 w 227868"/>
                <a:gd name="connsiteY163" fmla="*/ 104917 h 121310"/>
                <a:gd name="connsiteX164" fmla="*/ 157376 w 227868"/>
                <a:gd name="connsiteY164" fmla="*/ 104917 h 121310"/>
                <a:gd name="connsiteX165" fmla="*/ 154098 w 227868"/>
                <a:gd name="connsiteY165" fmla="*/ 104917 h 121310"/>
                <a:gd name="connsiteX166" fmla="*/ 150819 w 227868"/>
                <a:gd name="connsiteY166" fmla="*/ 103278 h 121310"/>
                <a:gd name="connsiteX167" fmla="*/ 150819 w 227868"/>
                <a:gd name="connsiteY167" fmla="*/ 104917 h 121310"/>
                <a:gd name="connsiteX168" fmla="*/ 147540 w 227868"/>
                <a:gd name="connsiteY168" fmla="*/ 104917 h 121310"/>
                <a:gd name="connsiteX169" fmla="*/ 142623 w 227868"/>
                <a:gd name="connsiteY169" fmla="*/ 106557 h 121310"/>
                <a:gd name="connsiteX170" fmla="*/ 139344 w 227868"/>
                <a:gd name="connsiteY170" fmla="*/ 104917 h 121310"/>
                <a:gd name="connsiteX171" fmla="*/ 136065 w 227868"/>
                <a:gd name="connsiteY171" fmla="*/ 104917 h 121310"/>
                <a:gd name="connsiteX172" fmla="*/ 134426 w 227868"/>
                <a:gd name="connsiteY172" fmla="*/ 103278 h 121310"/>
                <a:gd name="connsiteX173" fmla="*/ 132786 w 227868"/>
                <a:gd name="connsiteY173" fmla="*/ 103278 h 121310"/>
                <a:gd name="connsiteX174" fmla="*/ 132786 w 227868"/>
                <a:gd name="connsiteY174" fmla="*/ 103278 h 121310"/>
                <a:gd name="connsiteX175" fmla="*/ 131147 w 227868"/>
                <a:gd name="connsiteY175" fmla="*/ 104917 h 121310"/>
                <a:gd name="connsiteX176" fmla="*/ 126229 w 227868"/>
                <a:gd name="connsiteY176" fmla="*/ 104917 h 121310"/>
                <a:gd name="connsiteX177" fmla="*/ 122950 w 227868"/>
                <a:gd name="connsiteY177" fmla="*/ 103278 h 121310"/>
                <a:gd name="connsiteX178" fmla="*/ 121311 w 227868"/>
                <a:gd name="connsiteY178" fmla="*/ 103278 h 121310"/>
                <a:gd name="connsiteX179" fmla="*/ 119672 w 227868"/>
                <a:gd name="connsiteY179" fmla="*/ 103278 h 121310"/>
                <a:gd name="connsiteX180" fmla="*/ 116393 w 227868"/>
                <a:gd name="connsiteY180" fmla="*/ 108196 h 121310"/>
                <a:gd name="connsiteX181" fmla="*/ 113115 w 227868"/>
                <a:gd name="connsiteY181" fmla="*/ 109836 h 121310"/>
                <a:gd name="connsiteX182" fmla="*/ 109836 w 227868"/>
                <a:gd name="connsiteY182" fmla="*/ 111475 h 121310"/>
                <a:gd name="connsiteX183" fmla="*/ 106557 w 227868"/>
                <a:gd name="connsiteY183" fmla="*/ 111475 h 121310"/>
                <a:gd name="connsiteX184" fmla="*/ 101639 w 227868"/>
                <a:gd name="connsiteY184" fmla="*/ 111475 h 121310"/>
                <a:gd name="connsiteX185" fmla="*/ 101639 w 227868"/>
                <a:gd name="connsiteY185" fmla="*/ 111475 h 121310"/>
                <a:gd name="connsiteX186" fmla="*/ 96721 w 227868"/>
                <a:gd name="connsiteY186" fmla="*/ 113114 h 121310"/>
                <a:gd name="connsiteX187" fmla="*/ 96721 w 227868"/>
                <a:gd name="connsiteY187" fmla="*/ 113114 h 121310"/>
                <a:gd name="connsiteX188" fmla="*/ 93442 w 227868"/>
                <a:gd name="connsiteY188" fmla="*/ 114754 h 121310"/>
                <a:gd name="connsiteX189" fmla="*/ 90164 w 227868"/>
                <a:gd name="connsiteY189" fmla="*/ 114754 h 121310"/>
                <a:gd name="connsiteX190" fmla="*/ 88525 w 227868"/>
                <a:gd name="connsiteY190" fmla="*/ 114754 h 121310"/>
                <a:gd name="connsiteX191" fmla="*/ 86885 w 227868"/>
                <a:gd name="connsiteY191" fmla="*/ 118032 h 121310"/>
                <a:gd name="connsiteX192" fmla="*/ 85246 w 227868"/>
                <a:gd name="connsiteY192" fmla="*/ 119671 h 121310"/>
                <a:gd name="connsiteX193" fmla="*/ 81967 w 227868"/>
                <a:gd name="connsiteY193" fmla="*/ 121311 h 121310"/>
                <a:gd name="connsiteX194" fmla="*/ 77049 w 227868"/>
                <a:gd name="connsiteY194" fmla="*/ 121311 h 121310"/>
                <a:gd name="connsiteX195" fmla="*/ 77049 w 227868"/>
                <a:gd name="connsiteY195" fmla="*/ 121311 h 121310"/>
                <a:gd name="connsiteX196" fmla="*/ 75410 w 227868"/>
                <a:gd name="connsiteY196" fmla="*/ 121311 h 121310"/>
                <a:gd name="connsiteX197" fmla="*/ 73770 w 227868"/>
                <a:gd name="connsiteY197" fmla="*/ 119671 h 121310"/>
                <a:gd name="connsiteX198" fmla="*/ 70492 w 227868"/>
                <a:gd name="connsiteY198" fmla="*/ 119671 h 121310"/>
                <a:gd name="connsiteX199" fmla="*/ 65573 w 227868"/>
                <a:gd name="connsiteY199" fmla="*/ 119671 h 121310"/>
                <a:gd name="connsiteX200" fmla="*/ 62295 w 227868"/>
                <a:gd name="connsiteY200" fmla="*/ 119671 h 121310"/>
                <a:gd name="connsiteX201" fmla="*/ 62295 w 227868"/>
                <a:gd name="connsiteY201" fmla="*/ 119671 h 121310"/>
                <a:gd name="connsiteX202" fmla="*/ 59016 w 227868"/>
                <a:gd name="connsiteY202" fmla="*/ 118032 h 121310"/>
                <a:gd name="connsiteX203" fmla="*/ 54098 w 227868"/>
                <a:gd name="connsiteY203" fmla="*/ 118032 h 121310"/>
                <a:gd name="connsiteX204" fmla="*/ 54098 w 227868"/>
                <a:gd name="connsiteY204" fmla="*/ 118032 h 121310"/>
                <a:gd name="connsiteX205" fmla="*/ 50820 w 227868"/>
                <a:gd name="connsiteY205" fmla="*/ 113114 h 121310"/>
                <a:gd name="connsiteX206" fmla="*/ 47541 w 227868"/>
                <a:gd name="connsiteY206" fmla="*/ 113114 h 121310"/>
                <a:gd name="connsiteX207" fmla="*/ 45902 w 227868"/>
                <a:gd name="connsiteY207" fmla="*/ 113114 h 121310"/>
                <a:gd name="connsiteX208" fmla="*/ 45902 w 227868"/>
                <a:gd name="connsiteY208" fmla="*/ 113114 h 121310"/>
                <a:gd name="connsiteX209" fmla="*/ 44262 w 227868"/>
                <a:gd name="connsiteY209" fmla="*/ 113114 h 121310"/>
                <a:gd name="connsiteX210" fmla="*/ 44262 w 227868"/>
                <a:gd name="connsiteY210" fmla="*/ 113114 h 121310"/>
                <a:gd name="connsiteX211" fmla="*/ 40983 w 227868"/>
                <a:gd name="connsiteY211" fmla="*/ 111475 h 121310"/>
                <a:gd name="connsiteX212" fmla="*/ 40983 w 227868"/>
                <a:gd name="connsiteY212" fmla="*/ 111475 h 121310"/>
                <a:gd name="connsiteX213" fmla="*/ 40983 w 227868"/>
                <a:gd name="connsiteY213" fmla="*/ 109836 h 121310"/>
                <a:gd name="connsiteX214" fmla="*/ 40983 w 227868"/>
                <a:gd name="connsiteY214" fmla="*/ 109836 h 121310"/>
                <a:gd name="connsiteX215" fmla="*/ 39344 w 227868"/>
                <a:gd name="connsiteY215" fmla="*/ 109836 h 121310"/>
                <a:gd name="connsiteX216" fmla="*/ 39344 w 227868"/>
                <a:gd name="connsiteY216" fmla="*/ 108196 h 121310"/>
                <a:gd name="connsiteX217" fmla="*/ 39344 w 227868"/>
                <a:gd name="connsiteY217" fmla="*/ 108196 h 121310"/>
                <a:gd name="connsiteX218" fmla="*/ 39344 w 227868"/>
                <a:gd name="connsiteY218" fmla="*/ 106557 h 121310"/>
                <a:gd name="connsiteX219" fmla="*/ 37705 w 227868"/>
                <a:gd name="connsiteY219" fmla="*/ 106557 h 121310"/>
                <a:gd name="connsiteX220" fmla="*/ 37705 w 227868"/>
                <a:gd name="connsiteY220" fmla="*/ 106557 h 121310"/>
                <a:gd name="connsiteX221" fmla="*/ 36066 w 227868"/>
                <a:gd name="connsiteY221" fmla="*/ 103278 h 121310"/>
                <a:gd name="connsiteX222" fmla="*/ 31148 w 227868"/>
                <a:gd name="connsiteY222" fmla="*/ 101639 h 121310"/>
                <a:gd name="connsiteX223" fmla="*/ 29508 w 227868"/>
                <a:gd name="connsiteY223" fmla="*/ 99999 h 121310"/>
                <a:gd name="connsiteX224" fmla="*/ 26229 w 227868"/>
                <a:gd name="connsiteY224" fmla="*/ 98360 h 121310"/>
                <a:gd name="connsiteX225" fmla="*/ 26229 w 227868"/>
                <a:gd name="connsiteY225" fmla="*/ 96721 h 121310"/>
                <a:gd name="connsiteX226" fmla="*/ 26229 w 227868"/>
                <a:gd name="connsiteY226" fmla="*/ 95081 h 121310"/>
                <a:gd name="connsiteX227" fmla="*/ 24590 w 227868"/>
                <a:gd name="connsiteY227" fmla="*/ 95081 h 121310"/>
                <a:gd name="connsiteX228" fmla="*/ 19672 w 227868"/>
                <a:gd name="connsiteY228" fmla="*/ 93442 h 121310"/>
                <a:gd name="connsiteX229" fmla="*/ 16393 w 227868"/>
                <a:gd name="connsiteY229" fmla="*/ 90164 h 121310"/>
                <a:gd name="connsiteX230" fmla="*/ 13115 w 227868"/>
                <a:gd name="connsiteY230" fmla="*/ 86885 h 121310"/>
                <a:gd name="connsiteX231" fmla="*/ 9836 w 227868"/>
                <a:gd name="connsiteY231" fmla="*/ 83606 h 121310"/>
                <a:gd name="connsiteX232" fmla="*/ 8197 w 227868"/>
                <a:gd name="connsiteY232" fmla="*/ 80327 h 121310"/>
                <a:gd name="connsiteX233" fmla="*/ 8197 w 227868"/>
                <a:gd name="connsiteY233" fmla="*/ 80327 h 121310"/>
                <a:gd name="connsiteX234" fmla="*/ 6558 w 227868"/>
                <a:gd name="connsiteY234" fmla="*/ 75409 h 121310"/>
                <a:gd name="connsiteX235" fmla="*/ 3279 w 227868"/>
                <a:gd name="connsiteY235" fmla="*/ 73770 h 121310"/>
                <a:gd name="connsiteX236" fmla="*/ 0 w 227868"/>
                <a:gd name="connsiteY236" fmla="*/ 73770 h 121310"/>
                <a:gd name="connsiteX237" fmla="*/ 0 w 227868"/>
                <a:gd name="connsiteY237" fmla="*/ 73770 h 121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</a:cxnLst>
              <a:rect l="l" t="t" r="r" b="b"/>
              <a:pathLst>
                <a:path w="227868" h="121310">
                  <a:moveTo>
                    <a:pt x="0" y="73770"/>
                  </a:moveTo>
                  <a:lnTo>
                    <a:pt x="1639" y="70491"/>
                  </a:lnTo>
                  <a:lnTo>
                    <a:pt x="3279" y="68852"/>
                  </a:lnTo>
                  <a:lnTo>
                    <a:pt x="3279" y="68852"/>
                  </a:lnTo>
                  <a:lnTo>
                    <a:pt x="4918" y="68852"/>
                  </a:lnTo>
                  <a:lnTo>
                    <a:pt x="8197" y="67213"/>
                  </a:lnTo>
                  <a:lnTo>
                    <a:pt x="13115" y="67213"/>
                  </a:lnTo>
                  <a:lnTo>
                    <a:pt x="11476" y="63934"/>
                  </a:lnTo>
                  <a:lnTo>
                    <a:pt x="11476" y="60655"/>
                  </a:lnTo>
                  <a:lnTo>
                    <a:pt x="11476" y="55737"/>
                  </a:lnTo>
                  <a:lnTo>
                    <a:pt x="9836" y="52459"/>
                  </a:lnTo>
                  <a:lnTo>
                    <a:pt x="13115" y="49180"/>
                  </a:lnTo>
                  <a:lnTo>
                    <a:pt x="16393" y="49180"/>
                  </a:lnTo>
                  <a:lnTo>
                    <a:pt x="16393" y="47541"/>
                  </a:lnTo>
                  <a:lnTo>
                    <a:pt x="16393" y="45901"/>
                  </a:lnTo>
                  <a:lnTo>
                    <a:pt x="18033" y="42623"/>
                  </a:lnTo>
                  <a:lnTo>
                    <a:pt x="16393" y="40983"/>
                  </a:lnTo>
                  <a:lnTo>
                    <a:pt x="13115" y="39344"/>
                  </a:lnTo>
                  <a:lnTo>
                    <a:pt x="11476" y="37705"/>
                  </a:lnTo>
                  <a:lnTo>
                    <a:pt x="13115" y="37705"/>
                  </a:lnTo>
                  <a:lnTo>
                    <a:pt x="13115" y="36065"/>
                  </a:lnTo>
                  <a:lnTo>
                    <a:pt x="16393" y="36065"/>
                  </a:lnTo>
                  <a:lnTo>
                    <a:pt x="18033" y="36065"/>
                  </a:lnTo>
                  <a:lnTo>
                    <a:pt x="21312" y="37705"/>
                  </a:lnTo>
                  <a:lnTo>
                    <a:pt x="22951" y="37705"/>
                  </a:lnTo>
                  <a:lnTo>
                    <a:pt x="24590" y="37705"/>
                  </a:lnTo>
                  <a:lnTo>
                    <a:pt x="27869" y="37705"/>
                  </a:lnTo>
                  <a:lnTo>
                    <a:pt x="29508" y="34426"/>
                  </a:lnTo>
                  <a:lnTo>
                    <a:pt x="29508" y="29508"/>
                  </a:lnTo>
                  <a:lnTo>
                    <a:pt x="31148" y="27869"/>
                  </a:lnTo>
                  <a:lnTo>
                    <a:pt x="31148" y="27869"/>
                  </a:lnTo>
                  <a:lnTo>
                    <a:pt x="34426" y="24590"/>
                  </a:lnTo>
                  <a:lnTo>
                    <a:pt x="34426" y="22951"/>
                  </a:lnTo>
                  <a:lnTo>
                    <a:pt x="34426" y="22951"/>
                  </a:lnTo>
                  <a:lnTo>
                    <a:pt x="36066" y="22951"/>
                  </a:lnTo>
                  <a:lnTo>
                    <a:pt x="36066" y="22951"/>
                  </a:lnTo>
                  <a:lnTo>
                    <a:pt x="37705" y="24590"/>
                  </a:lnTo>
                  <a:lnTo>
                    <a:pt x="40983" y="26229"/>
                  </a:lnTo>
                  <a:lnTo>
                    <a:pt x="42623" y="26229"/>
                  </a:lnTo>
                  <a:lnTo>
                    <a:pt x="42623" y="27869"/>
                  </a:lnTo>
                  <a:lnTo>
                    <a:pt x="44262" y="29508"/>
                  </a:lnTo>
                  <a:lnTo>
                    <a:pt x="45902" y="29508"/>
                  </a:lnTo>
                  <a:lnTo>
                    <a:pt x="47541" y="31147"/>
                  </a:lnTo>
                  <a:lnTo>
                    <a:pt x="47541" y="32787"/>
                  </a:lnTo>
                  <a:lnTo>
                    <a:pt x="49180" y="32787"/>
                  </a:lnTo>
                  <a:lnTo>
                    <a:pt x="54098" y="34426"/>
                  </a:lnTo>
                  <a:lnTo>
                    <a:pt x="55738" y="36065"/>
                  </a:lnTo>
                  <a:lnTo>
                    <a:pt x="59016" y="36065"/>
                  </a:lnTo>
                  <a:lnTo>
                    <a:pt x="62295" y="34426"/>
                  </a:lnTo>
                  <a:lnTo>
                    <a:pt x="65573" y="34426"/>
                  </a:lnTo>
                  <a:lnTo>
                    <a:pt x="67213" y="34426"/>
                  </a:lnTo>
                  <a:lnTo>
                    <a:pt x="67213" y="36065"/>
                  </a:lnTo>
                  <a:lnTo>
                    <a:pt x="67213" y="36065"/>
                  </a:lnTo>
                  <a:lnTo>
                    <a:pt x="72131" y="36065"/>
                  </a:lnTo>
                  <a:lnTo>
                    <a:pt x="75410" y="36065"/>
                  </a:lnTo>
                  <a:lnTo>
                    <a:pt x="78688" y="34426"/>
                  </a:lnTo>
                  <a:lnTo>
                    <a:pt x="83606" y="34426"/>
                  </a:lnTo>
                  <a:lnTo>
                    <a:pt x="86885" y="34426"/>
                  </a:lnTo>
                  <a:lnTo>
                    <a:pt x="86885" y="32787"/>
                  </a:lnTo>
                  <a:lnTo>
                    <a:pt x="91803" y="32787"/>
                  </a:lnTo>
                  <a:lnTo>
                    <a:pt x="91803" y="32787"/>
                  </a:lnTo>
                  <a:lnTo>
                    <a:pt x="90164" y="31147"/>
                  </a:lnTo>
                  <a:lnTo>
                    <a:pt x="88525" y="26229"/>
                  </a:lnTo>
                  <a:lnTo>
                    <a:pt x="90164" y="22951"/>
                  </a:lnTo>
                  <a:lnTo>
                    <a:pt x="93442" y="22951"/>
                  </a:lnTo>
                  <a:lnTo>
                    <a:pt x="95082" y="22951"/>
                  </a:lnTo>
                  <a:lnTo>
                    <a:pt x="95082" y="21311"/>
                  </a:lnTo>
                  <a:lnTo>
                    <a:pt x="95082" y="21311"/>
                  </a:lnTo>
                  <a:lnTo>
                    <a:pt x="96721" y="21311"/>
                  </a:lnTo>
                  <a:lnTo>
                    <a:pt x="96721" y="21311"/>
                  </a:lnTo>
                  <a:lnTo>
                    <a:pt x="101639" y="22951"/>
                  </a:lnTo>
                  <a:lnTo>
                    <a:pt x="104918" y="21311"/>
                  </a:lnTo>
                  <a:lnTo>
                    <a:pt x="108196" y="21311"/>
                  </a:lnTo>
                  <a:lnTo>
                    <a:pt x="111475" y="19672"/>
                  </a:lnTo>
                  <a:lnTo>
                    <a:pt x="113115" y="18033"/>
                  </a:lnTo>
                  <a:lnTo>
                    <a:pt x="113115" y="16393"/>
                  </a:lnTo>
                  <a:lnTo>
                    <a:pt x="113115" y="16393"/>
                  </a:lnTo>
                  <a:lnTo>
                    <a:pt x="113115" y="16393"/>
                  </a:lnTo>
                  <a:lnTo>
                    <a:pt x="114754" y="16393"/>
                  </a:lnTo>
                  <a:lnTo>
                    <a:pt x="118032" y="14754"/>
                  </a:lnTo>
                  <a:lnTo>
                    <a:pt x="119672" y="16393"/>
                  </a:lnTo>
                  <a:lnTo>
                    <a:pt x="122950" y="18033"/>
                  </a:lnTo>
                  <a:lnTo>
                    <a:pt x="126229" y="18033"/>
                  </a:lnTo>
                  <a:lnTo>
                    <a:pt x="129508" y="18033"/>
                  </a:lnTo>
                  <a:lnTo>
                    <a:pt x="131147" y="16393"/>
                  </a:lnTo>
                  <a:lnTo>
                    <a:pt x="132786" y="16393"/>
                  </a:lnTo>
                  <a:lnTo>
                    <a:pt x="136065" y="13114"/>
                  </a:lnTo>
                  <a:lnTo>
                    <a:pt x="140983" y="13114"/>
                  </a:lnTo>
                  <a:lnTo>
                    <a:pt x="140983" y="13114"/>
                  </a:lnTo>
                  <a:lnTo>
                    <a:pt x="140983" y="13114"/>
                  </a:lnTo>
                  <a:lnTo>
                    <a:pt x="142623" y="8197"/>
                  </a:lnTo>
                  <a:lnTo>
                    <a:pt x="144262" y="4918"/>
                  </a:lnTo>
                  <a:lnTo>
                    <a:pt x="145901" y="1639"/>
                  </a:lnTo>
                  <a:lnTo>
                    <a:pt x="149180" y="1639"/>
                  </a:lnTo>
                  <a:lnTo>
                    <a:pt x="154098" y="0"/>
                  </a:lnTo>
                  <a:lnTo>
                    <a:pt x="157376" y="0"/>
                  </a:lnTo>
                  <a:lnTo>
                    <a:pt x="160655" y="1639"/>
                  </a:lnTo>
                  <a:lnTo>
                    <a:pt x="163934" y="1639"/>
                  </a:lnTo>
                  <a:lnTo>
                    <a:pt x="167213" y="3279"/>
                  </a:lnTo>
                  <a:lnTo>
                    <a:pt x="170491" y="1639"/>
                  </a:lnTo>
                  <a:lnTo>
                    <a:pt x="172130" y="1639"/>
                  </a:lnTo>
                  <a:lnTo>
                    <a:pt x="172130" y="3279"/>
                  </a:lnTo>
                  <a:lnTo>
                    <a:pt x="173770" y="1639"/>
                  </a:lnTo>
                  <a:lnTo>
                    <a:pt x="177049" y="0"/>
                  </a:lnTo>
                  <a:lnTo>
                    <a:pt x="180327" y="1639"/>
                  </a:lnTo>
                  <a:lnTo>
                    <a:pt x="183606" y="4918"/>
                  </a:lnTo>
                  <a:lnTo>
                    <a:pt x="186885" y="8197"/>
                  </a:lnTo>
                  <a:lnTo>
                    <a:pt x="186885" y="9836"/>
                  </a:lnTo>
                  <a:lnTo>
                    <a:pt x="190163" y="9836"/>
                  </a:lnTo>
                  <a:lnTo>
                    <a:pt x="193442" y="8197"/>
                  </a:lnTo>
                  <a:lnTo>
                    <a:pt x="198360" y="8197"/>
                  </a:lnTo>
                  <a:lnTo>
                    <a:pt x="201639" y="6557"/>
                  </a:lnTo>
                  <a:lnTo>
                    <a:pt x="203278" y="6557"/>
                  </a:lnTo>
                  <a:lnTo>
                    <a:pt x="203278" y="6557"/>
                  </a:lnTo>
                  <a:lnTo>
                    <a:pt x="204917" y="8197"/>
                  </a:lnTo>
                  <a:lnTo>
                    <a:pt x="206557" y="9836"/>
                  </a:lnTo>
                  <a:lnTo>
                    <a:pt x="208196" y="9836"/>
                  </a:lnTo>
                  <a:lnTo>
                    <a:pt x="209835" y="13114"/>
                  </a:lnTo>
                  <a:lnTo>
                    <a:pt x="213114" y="14754"/>
                  </a:lnTo>
                  <a:lnTo>
                    <a:pt x="216393" y="18033"/>
                  </a:lnTo>
                  <a:lnTo>
                    <a:pt x="218032" y="19672"/>
                  </a:lnTo>
                  <a:lnTo>
                    <a:pt x="221310" y="19672"/>
                  </a:lnTo>
                  <a:lnTo>
                    <a:pt x="224589" y="19672"/>
                  </a:lnTo>
                  <a:lnTo>
                    <a:pt x="226229" y="21311"/>
                  </a:lnTo>
                  <a:lnTo>
                    <a:pt x="227868" y="22951"/>
                  </a:lnTo>
                  <a:lnTo>
                    <a:pt x="227868" y="26229"/>
                  </a:lnTo>
                  <a:lnTo>
                    <a:pt x="226229" y="29508"/>
                  </a:lnTo>
                  <a:lnTo>
                    <a:pt x="221310" y="32787"/>
                  </a:lnTo>
                  <a:lnTo>
                    <a:pt x="219672" y="34426"/>
                  </a:lnTo>
                  <a:lnTo>
                    <a:pt x="216393" y="34426"/>
                  </a:lnTo>
                  <a:lnTo>
                    <a:pt x="213114" y="34426"/>
                  </a:lnTo>
                  <a:lnTo>
                    <a:pt x="209835" y="36065"/>
                  </a:lnTo>
                  <a:lnTo>
                    <a:pt x="206557" y="37705"/>
                  </a:lnTo>
                  <a:lnTo>
                    <a:pt x="204917" y="40983"/>
                  </a:lnTo>
                  <a:lnTo>
                    <a:pt x="203278" y="42623"/>
                  </a:lnTo>
                  <a:lnTo>
                    <a:pt x="199999" y="45901"/>
                  </a:lnTo>
                  <a:lnTo>
                    <a:pt x="199999" y="45901"/>
                  </a:lnTo>
                  <a:lnTo>
                    <a:pt x="199999" y="47541"/>
                  </a:lnTo>
                  <a:lnTo>
                    <a:pt x="199999" y="50819"/>
                  </a:lnTo>
                  <a:lnTo>
                    <a:pt x="195081" y="54098"/>
                  </a:lnTo>
                  <a:lnTo>
                    <a:pt x="195081" y="59016"/>
                  </a:lnTo>
                  <a:lnTo>
                    <a:pt x="193442" y="62295"/>
                  </a:lnTo>
                  <a:lnTo>
                    <a:pt x="193442" y="62295"/>
                  </a:lnTo>
                  <a:lnTo>
                    <a:pt x="191803" y="63934"/>
                  </a:lnTo>
                  <a:lnTo>
                    <a:pt x="188524" y="67213"/>
                  </a:lnTo>
                  <a:lnTo>
                    <a:pt x="190163" y="67213"/>
                  </a:lnTo>
                  <a:lnTo>
                    <a:pt x="188524" y="70491"/>
                  </a:lnTo>
                  <a:lnTo>
                    <a:pt x="185245" y="75409"/>
                  </a:lnTo>
                  <a:lnTo>
                    <a:pt x="183606" y="78688"/>
                  </a:lnTo>
                  <a:lnTo>
                    <a:pt x="183606" y="81967"/>
                  </a:lnTo>
                  <a:lnTo>
                    <a:pt x="181966" y="83606"/>
                  </a:lnTo>
                  <a:lnTo>
                    <a:pt x="178688" y="83606"/>
                  </a:lnTo>
                  <a:lnTo>
                    <a:pt x="178688" y="83606"/>
                  </a:lnTo>
                  <a:lnTo>
                    <a:pt x="177049" y="85245"/>
                  </a:lnTo>
                  <a:lnTo>
                    <a:pt x="177049" y="90164"/>
                  </a:lnTo>
                  <a:lnTo>
                    <a:pt x="175409" y="93442"/>
                  </a:lnTo>
                  <a:lnTo>
                    <a:pt x="173770" y="95081"/>
                  </a:lnTo>
                  <a:lnTo>
                    <a:pt x="172130" y="98360"/>
                  </a:lnTo>
                  <a:lnTo>
                    <a:pt x="168852" y="99999"/>
                  </a:lnTo>
                  <a:lnTo>
                    <a:pt x="163934" y="99999"/>
                  </a:lnTo>
                  <a:lnTo>
                    <a:pt x="160655" y="99999"/>
                  </a:lnTo>
                  <a:lnTo>
                    <a:pt x="160655" y="99999"/>
                  </a:lnTo>
                  <a:lnTo>
                    <a:pt x="159016" y="103278"/>
                  </a:lnTo>
                  <a:lnTo>
                    <a:pt x="157376" y="104917"/>
                  </a:lnTo>
                  <a:lnTo>
                    <a:pt x="157376" y="104917"/>
                  </a:lnTo>
                  <a:lnTo>
                    <a:pt x="154098" y="104917"/>
                  </a:lnTo>
                  <a:lnTo>
                    <a:pt x="150819" y="103278"/>
                  </a:lnTo>
                  <a:lnTo>
                    <a:pt x="150819" y="104917"/>
                  </a:lnTo>
                  <a:lnTo>
                    <a:pt x="147540" y="104917"/>
                  </a:lnTo>
                  <a:lnTo>
                    <a:pt x="142623" y="106557"/>
                  </a:lnTo>
                  <a:lnTo>
                    <a:pt x="139344" y="104917"/>
                  </a:lnTo>
                  <a:lnTo>
                    <a:pt x="136065" y="104917"/>
                  </a:lnTo>
                  <a:lnTo>
                    <a:pt x="134426" y="103278"/>
                  </a:lnTo>
                  <a:lnTo>
                    <a:pt x="132786" y="103278"/>
                  </a:lnTo>
                  <a:lnTo>
                    <a:pt x="132786" y="103278"/>
                  </a:lnTo>
                  <a:lnTo>
                    <a:pt x="131147" y="104917"/>
                  </a:lnTo>
                  <a:lnTo>
                    <a:pt x="126229" y="104917"/>
                  </a:lnTo>
                  <a:lnTo>
                    <a:pt x="122950" y="103278"/>
                  </a:lnTo>
                  <a:lnTo>
                    <a:pt x="121311" y="103278"/>
                  </a:lnTo>
                  <a:lnTo>
                    <a:pt x="119672" y="103278"/>
                  </a:lnTo>
                  <a:lnTo>
                    <a:pt x="116393" y="108196"/>
                  </a:lnTo>
                  <a:lnTo>
                    <a:pt x="113115" y="109836"/>
                  </a:lnTo>
                  <a:lnTo>
                    <a:pt x="109836" y="111475"/>
                  </a:lnTo>
                  <a:lnTo>
                    <a:pt x="106557" y="111475"/>
                  </a:lnTo>
                  <a:lnTo>
                    <a:pt x="101639" y="111475"/>
                  </a:lnTo>
                  <a:lnTo>
                    <a:pt x="101639" y="111475"/>
                  </a:lnTo>
                  <a:lnTo>
                    <a:pt x="96721" y="113114"/>
                  </a:lnTo>
                  <a:lnTo>
                    <a:pt x="96721" y="113114"/>
                  </a:lnTo>
                  <a:lnTo>
                    <a:pt x="93442" y="114754"/>
                  </a:lnTo>
                  <a:lnTo>
                    <a:pt x="90164" y="114754"/>
                  </a:lnTo>
                  <a:lnTo>
                    <a:pt x="88525" y="114754"/>
                  </a:lnTo>
                  <a:lnTo>
                    <a:pt x="86885" y="118032"/>
                  </a:lnTo>
                  <a:lnTo>
                    <a:pt x="85246" y="119671"/>
                  </a:lnTo>
                  <a:lnTo>
                    <a:pt x="81967" y="121311"/>
                  </a:lnTo>
                  <a:lnTo>
                    <a:pt x="77049" y="121311"/>
                  </a:lnTo>
                  <a:lnTo>
                    <a:pt x="77049" y="121311"/>
                  </a:lnTo>
                  <a:lnTo>
                    <a:pt x="75410" y="121311"/>
                  </a:lnTo>
                  <a:lnTo>
                    <a:pt x="73770" y="119671"/>
                  </a:lnTo>
                  <a:lnTo>
                    <a:pt x="70492" y="119671"/>
                  </a:lnTo>
                  <a:lnTo>
                    <a:pt x="65573" y="119671"/>
                  </a:lnTo>
                  <a:lnTo>
                    <a:pt x="62295" y="119671"/>
                  </a:lnTo>
                  <a:lnTo>
                    <a:pt x="62295" y="119671"/>
                  </a:lnTo>
                  <a:lnTo>
                    <a:pt x="59016" y="118032"/>
                  </a:lnTo>
                  <a:lnTo>
                    <a:pt x="54098" y="118032"/>
                  </a:lnTo>
                  <a:lnTo>
                    <a:pt x="54098" y="118032"/>
                  </a:lnTo>
                  <a:lnTo>
                    <a:pt x="50820" y="113114"/>
                  </a:lnTo>
                  <a:lnTo>
                    <a:pt x="47541" y="113114"/>
                  </a:lnTo>
                  <a:lnTo>
                    <a:pt x="45902" y="113114"/>
                  </a:lnTo>
                  <a:lnTo>
                    <a:pt x="45902" y="113114"/>
                  </a:lnTo>
                  <a:lnTo>
                    <a:pt x="44262" y="113114"/>
                  </a:lnTo>
                  <a:lnTo>
                    <a:pt x="44262" y="113114"/>
                  </a:lnTo>
                  <a:lnTo>
                    <a:pt x="40983" y="111475"/>
                  </a:lnTo>
                  <a:lnTo>
                    <a:pt x="40983" y="111475"/>
                  </a:lnTo>
                  <a:lnTo>
                    <a:pt x="40983" y="109836"/>
                  </a:lnTo>
                  <a:lnTo>
                    <a:pt x="40983" y="109836"/>
                  </a:lnTo>
                  <a:lnTo>
                    <a:pt x="39344" y="109836"/>
                  </a:lnTo>
                  <a:lnTo>
                    <a:pt x="39344" y="108196"/>
                  </a:lnTo>
                  <a:lnTo>
                    <a:pt x="39344" y="108196"/>
                  </a:lnTo>
                  <a:lnTo>
                    <a:pt x="39344" y="106557"/>
                  </a:lnTo>
                  <a:lnTo>
                    <a:pt x="37705" y="106557"/>
                  </a:lnTo>
                  <a:lnTo>
                    <a:pt x="37705" y="106557"/>
                  </a:lnTo>
                  <a:lnTo>
                    <a:pt x="36066" y="103278"/>
                  </a:lnTo>
                  <a:lnTo>
                    <a:pt x="31148" y="101639"/>
                  </a:lnTo>
                  <a:lnTo>
                    <a:pt x="29508" y="99999"/>
                  </a:lnTo>
                  <a:lnTo>
                    <a:pt x="26229" y="98360"/>
                  </a:lnTo>
                  <a:lnTo>
                    <a:pt x="26229" y="96721"/>
                  </a:lnTo>
                  <a:lnTo>
                    <a:pt x="26229" y="95081"/>
                  </a:lnTo>
                  <a:lnTo>
                    <a:pt x="24590" y="95081"/>
                  </a:lnTo>
                  <a:lnTo>
                    <a:pt x="19672" y="93442"/>
                  </a:lnTo>
                  <a:lnTo>
                    <a:pt x="16393" y="90164"/>
                  </a:lnTo>
                  <a:lnTo>
                    <a:pt x="13115" y="86885"/>
                  </a:lnTo>
                  <a:lnTo>
                    <a:pt x="9836" y="83606"/>
                  </a:lnTo>
                  <a:lnTo>
                    <a:pt x="8197" y="80327"/>
                  </a:lnTo>
                  <a:lnTo>
                    <a:pt x="8197" y="80327"/>
                  </a:lnTo>
                  <a:lnTo>
                    <a:pt x="6558" y="75409"/>
                  </a:lnTo>
                  <a:lnTo>
                    <a:pt x="3279" y="73770"/>
                  </a:lnTo>
                  <a:lnTo>
                    <a:pt x="0" y="73770"/>
                  </a:lnTo>
                  <a:lnTo>
                    <a:pt x="0" y="7377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6" name="Freeform 3795">
              <a:extLst>
                <a:ext uri="{FF2B5EF4-FFF2-40B4-BE49-F238E27FC236}">
                  <a16:creationId xmlns:a16="http://schemas.microsoft.com/office/drawing/2014/main" id="{FF71E14E-61A6-9942-8A08-35923B3AB03F}"/>
                </a:ext>
              </a:extLst>
            </p:cNvPr>
            <p:cNvSpPr/>
            <p:nvPr/>
          </p:nvSpPr>
          <p:spPr>
            <a:xfrm>
              <a:off x="6530424" y="5257515"/>
              <a:ext cx="49180" cy="70491"/>
            </a:xfrm>
            <a:custGeom>
              <a:avLst/>
              <a:gdLst>
                <a:gd name="connsiteX0" fmla="*/ 0 w 49180"/>
                <a:gd name="connsiteY0" fmla="*/ 44262 h 70491"/>
                <a:gd name="connsiteX1" fmla="*/ 0 w 49180"/>
                <a:gd name="connsiteY1" fmla="*/ 40983 h 70491"/>
                <a:gd name="connsiteX2" fmla="*/ 0 w 49180"/>
                <a:gd name="connsiteY2" fmla="*/ 37705 h 70491"/>
                <a:gd name="connsiteX3" fmla="*/ 0 w 49180"/>
                <a:gd name="connsiteY3" fmla="*/ 36065 h 70491"/>
                <a:gd name="connsiteX4" fmla="*/ 0 w 49180"/>
                <a:gd name="connsiteY4" fmla="*/ 32787 h 70491"/>
                <a:gd name="connsiteX5" fmla="*/ 1639 w 49180"/>
                <a:gd name="connsiteY5" fmla="*/ 29508 h 70491"/>
                <a:gd name="connsiteX6" fmla="*/ 3279 w 49180"/>
                <a:gd name="connsiteY6" fmla="*/ 24590 h 70491"/>
                <a:gd name="connsiteX7" fmla="*/ 6557 w 49180"/>
                <a:gd name="connsiteY7" fmla="*/ 21311 h 70491"/>
                <a:gd name="connsiteX8" fmla="*/ 9836 w 49180"/>
                <a:gd name="connsiteY8" fmla="*/ 18032 h 70491"/>
                <a:gd name="connsiteX9" fmla="*/ 11476 w 49180"/>
                <a:gd name="connsiteY9" fmla="*/ 13114 h 70491"/>
                <a:gd name="connsiteX10" fmla="*/ 13114 w 49180"/>
                <a:gd name="connsiteY10" fmla="*/ 11475 h 70491"/>
                <a:gd name="connsiteX11" fmla="*/ 13114 w 49180"/>
                <a:gd name="connsiteY11" fmla="*/ 9836 h 70491"/>
                <a:gd name="connsiteX12" fmla="*/ 13114 w 49180"/>
                <a:gd name="connsiteY12" fmla="*/ 8197 h 70491"/>
                <a:gd name="connsiteX13" fmla="*/ 16393 w 49180"/>
                <a:gd name="connsiteY13" fmla="*/ 4918 h 70491"/>
                <a:gd name="connsiteX14" fmla="*/ 21311 w 49180"/>
                <a:gd name="connsiteY14" fmla="*/ 1639 h 70491"/>
                <a:gd name="connsiteX15" fmla="*/ 24590 w 49180"/>
                <a:gd name="connsiteY15" fmla="*/ 0 h 70491"/>
                <a:gd name="connsiteX16" fmla="*/ 26229 w 49180"/>
                <a:gd name="connsiteY16" fmla="*/ 1639 h 70491"/>
                <a:gd name="connsiteX17" fmla="*/ 27869 w 49180"/>
                <a:gd name="connsiteY17" fmla="*/ 3278 h 70491"/>
                <a:gd name="connsiteX18" fmla="*/ 32787 w 49180"/>
                <a:gd name="connsiteY18" fmla="*/ 6557 h 70491"/>
                <a:gd name="connsiteX19" fmla="*/ 36066 w 49180"/>
                <a:gd name="connsiteY19" fmla="*/ 8197 h 70491"/>
                <a:gd name="connsiteX20" fmla="*/ 37705 w 49180"/>
                <a:gd name="connsiteY20" fmla="*/ 9836 h 70491"/>
                <a:gd name="connsiteX21" fmla="*/ 40983 w 49180"/>
                <a:gd name="connsiteY21" fmla="*/ 11475 h 70491"/>
                <a:gd name="connsiteX22" fmla="*/ 44262 w 49180"/>
                <a:gd name="connsiteY22" fmla="*/ 9836 h 70491"/>
                <a:gd name="connsiteX23" fmla="*/ 45901 w 49180"/>
                <a:gd name="connsiteY23" fmla="*/ 11475 h 70491"/>
                <a:gd name="connsiteX24" fmla="*/ 49180 w 49180"/>
                <a:gd name="connsiteY24" fmla="*/ 13114 h 70491"/>
                <a:gd name="connsiteX25" fmla="*/ 49180 w 49180"/>
                <a:gd name="connsiteY25" fmla="*/ 16393 h 70491"/>
                <a:gd name="connsiteX26" fmla="*/ 49180 w 49180"/>
                <a:gd name="connsiteY26" fmla="*/ 19672 h 70491"/>
                <a:gd name="connsiteX27" fmla="*/ 49180 w 49180"/>
                <a:gd name="connsiteY27" fmla="*/ 21311 h 70491"/>
                <a:gd name="connsiteX28" fmla="*/ 47541 w 49180"/>
                <a:gd name="connsiteY28" fmla="*/ 24590 h 70491"/>
                <a:gd name="connsiteX29" fmla="*/ 47541 w 49180"/>
                <a:gd name="connsiteY29" fmla="*/ 29508 h 70491"/>
                <a:gd name="connsiteX30" fmla="*/ 49180 w 49180"/>
                <a:gd name="connsiteY30" fmla="*/ 32787 h 70491"/>
                <a:gd name="connsiteX31" fmla="*/ 49180 w 49180"/>
                <a:gd name="connsiteY31" fmla="*/ 36065 h 70491"/>
                <a:gd name="connsiteX32" fmla="*/ 49180 w 49180"/>
                <a:gd name="connsiteY32" fmla="*/ 40983 h 70491"/>
                <a:gd name="connsiteX33" fmla="*/ 49180 w 49180"/>
                <a:gd name="connsiteY33" fmla="*/ 45901 h 70491"/>
                <a:gd name="connsiteX34" fmla="*/ 49180 w 49180"/>
                <a:gd name="connsiteY34" fmla="*/ 49180 h 70491"/>
                <a:gd name="connsiteX35" fmla="*/ 47541 w 49180"/>
                <a:gd name="connsiteY35" fmla="*/ 49180 h 70491"/>
                <a:gd name="connsiteX36" fmla="*/ 44262 w 49180"/>
                <a:gd name="connsiteY36" fmla="*/ 47541 h 70491"/>
                <a:gd name="connsiteX37" fmla="*/ 44262 w 49180"/>
                <a:gd name="connsiteY37" fmla="*/ 49180 h 70491"/>
                <a:gd name="connsiteX38" fmla="*/ 44262 w 49180"/>
                <a:gd name="connsiteY38" fmla="*/ 54098 h 70491"/>
                <a:gd name="connsiteX39" fmla="*/ 42623 w 49180"/>
                <a:gd name="connsiteY39" fmla="*/ 57377 h 70491"/>
                <a:gd name="connsiteX40" fmla="*/ 42623 w 49180"/>
                <a:gd name="connsiteY40" fmla="*/ 60655 h 70491"/>
                <a:gd name="connsiteX41" fmla="*/ 42623 w 49180"/>
                <a:gd name="connsiteY41" fmla="*/ 65573 h 70491"/>
                <a:gd name="connsiteX42" fmla="*/ 42623 w 49180"/>
                <a:gd name="connsiteY42" fmla="*/ 68852 h 70491"/>
                <a:gd name="connsiteX43" fmla="*/ 39344 w 49180"/>
                <a:gd name="connsiteY43" fmla="*/ 70491 h 70491"/>
                <a:gd name="connsiteX44" fmla="*/ 39344 w 49180"/>
                <a:gd name="connsiteY44" fmla="*/ 70491 h 70491"/>
                <a:gd name="connsiteX45" fmla="*/ 37705 w 49180"/>
                <a:gd name="connsiteY45" fmla="*/ 70491 h 70491"/>
                <a:gd name="connsiteX46" fmla="*/ 34426 w 49180"/>
                <a:gd name="connsiteY46" fmla="*/ 70491 h 70491"/>
                <a:gd name="connsiteX47" fmla="*/ 31147 w 49180"/>
                <a:gd name="connsiteY47" fmla="*/ 70491 h 70491"/>
                <a:gd name="connsiteX48" fmla="*/ 26229 w 49180"/>
                <a:gd name="connsiteY48" fmla="*/ 70491 h 70491"/>
                <a:gd name="connsiteX49" fmla="*/ 22951 w 49180"/>
                <a:gd name="connsiteY49" fmla="*/ 68852 h 70491"/>
                <a:gd name="connsiteX50" fmla="*/ 19672 w 49180"/>
                <a:gd name="connsiteY50" fmla="*/ 67212 h 70491"/>
                <a:gd name="connsiteX51" fmla="*/ 14754 w 49180"/>
                <a:gd name="connsiteY51" fmla="*/ 67212 h 70491"/>
                <a:gd name="connsiteX52" fmla="*/ 11476 w 49180"/>
                <a:gd name="connsiteY52" fmla="*/ 63934 h 70491"/>
                <a:gd name="connsiteX53" fmla="*/ 9836 w 49180"/>
                <a:gd name="connsiteY53" fmla="*/ 60655 h 70491"/>
                <a:gd name="connsiteX54" fmla="*/ 4918 w 49180"/>
                <a:gd name="connsiteY54" fmla="*/ 57377 h 70491"/>
                <a:gd name="connsiteX55" fmla="*/ 4918 w 49180"/>
                <a:gd name="connsiteY55" fmla="*/ 54098 h 70491"/>
                <a:gd name="connsiteX56" fmla="*/ 3279 w 49180"/>
                <a:gd name="connsiteY56" fmla="*/ 49180 h 70491"/>
                <a:gd name="connsiteX57" fmla="*/ 3279 w 49180"/>
                <a:gd name="connsiteY57" fmla="*/ 47541 h 7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9180" h="70491">
                  <a:moveTo>
                    <a:pt x="0" y="44262"/>
                  </a:moveTo>
                  <a:lnTo>
                    <a:pt x="0" y="40983"/>
                  </a:lnTo>
                  <a:lnTo>
                    <a:pt x="0" y="37705"/>
                  </a:lnTo>
                  <a:lnTo>
                    <a:pt x="0" y="36065"/>
                  </a:lnTo>
                  <a:lnTo>
                    <a:pt x="0" y="32787"/>
                  </a:lnTo>
                  <a:lnTo>
                    <a:pt x="1639" y="29508"/>
                  </a:lnTo>
                  <a:lnTo>
                    <a:pt x="3279" y="24590"/>
                  </a:lnTo>
                  <a:lnTo>
                    <a:pt x="6557" y="21311"/>
                  </a:lnTo>
                  <a:lnTo>
                    <a:pt x="9836" y="18032"/>
                  </a:lnTo>
                  <a:lnTo>
                    <a:pt x="11476" y="13114"/>
                  </a:lnTo>
                  <a:lnTo>
                    <a:pt x="13114" y="11475"/>
                  </a:lnTo>
                  <a:lnTo>
                    <a:pt x="13114" y="9836"/>
                  </a:lnTo>
                  <a:lnTo>
                    <a:pt x="13114" y="8197"/>
                  </a:lnTo>
                  <a:lnTo>
                    <a:pt x="16393" y="4918"/>
                  </a:lnTo>
                  <a:lnTo>
                    <a:pt x="21311" y="1639"/>
                  </a:lnTo>
                  <a:lnTo>
                    <a:pt x="24590" y="0"/>
                  </a:lnTo>
                  <a:lnTo>
                    <a:pt x="26229" y="1639"/>
                  </a:lnTo>
                  <a:lnTo>
                    <a:pt x="27869" y="3278"/>
                  </a:lnTo>
                  <a:lnTo>
                    <a:pt x="32787" y="6557"/>
                  </a:lnTo>
                  <a:lnTo>
                    <a:pt x="36066" y="8197"/>
                  </a:lnTo>
                  <a:lnTo>
                    <a:pt x="37705" y="9836"/>
                  </a:lnTo>
                  <a:lnTo>
                    <a:pt x="40983" y="11475"/>
                  </a:lnTo>
                  <a:lnTo>
                    <a:pt x="44262" y="9836"/>
                  </a:lnTo>
                  <a:lnTo>
                    <a:pt x="45901" y="11475"/>
                  </a:lnTo>
                  <a:lnTo>
                    <a:pt x="49180" y="13114"/>
                  </a:lnTo>
                  <a:lnTo>
                    <a:pt x="49180" y="16393"/>
                  </a:lnTo>
                  <a:lnTo>
                    <a:pt x="49180" y="19672"/>
                  </a:lnTo>
                  <a:lnTo>
                    <a:pt x="49180" y="21311"/>
                  </a:lnTo>
                  <a:lnTo>
                    <a:pt x="47541" y="24590"/>
                  </a:lnTo>
                  <a:lnTo>
                    <a:pt x="47541" y="29508"/>
                  </a:lnTo>
                  <a:lnTo>
                    <a:pt x="49180" y="32787"/>
                  </a:lnTo>
                  <a:lnTo>
                    <a:pt x="49180" y="36065"/>
                  </a:lnTo>
                  <a:lnTo>
                    <a:pt x="49180" y="40983"/>
                  </a:lnTo>
                  <a:lnTo>
                    <a:pt x="49180" y="45901"/>
                  </a:lnTo>
                  <a:lnTo>
                    <a:pt x="49180" y="49180"/>
                  </a:lnTo>
                  <a:lnTo>
                    <a:pt x="47541" y="49180"/>
                  </a:lnTo>
                  <a:lnTo>
                    <a:pt x="44262" y="47541"/>
                  </a:lnTo>
                  <a:lnTo>
                    <a:pt x="44262" y="49180"/>
                  </a:lnTo>
                  <a:lnTo>
                    <a:pt x="44262" y="54098"/>
                  </a:lnTo>
                  <a:lnTo>
                    <a:pt x="42623" y="57377"/>
                  </a:lnTo>
                  <a:lnTo>
                    <a:pt x="42623" y="60655"/>
                  </a:lnTo>
                  <a:lnTo>
                    <a:pt x="42623" y="65573"/>
                  </a:lnTo>
                  <a:lnTo>
                    <a:pt x="42623" y="68852"/>
                  </a:lnTo>
                  <a:lnTo>
                    <a:pt x="39344" y="70491"/>
                  </a:lnTo>
                  <a:lnTo>
                    <a:pt x="39344" y="70491"/>
                  </a:lnTo>
                  <a:lnTo>
                    <a:pt x="37705" y="70491"/>
                  </a:lnTo>
                  <a:lnTo>
                    <a:pt x="34426" y="70491"/>
                  </a:lnTo>
                  <a:lnTo>
                    <a:pt x="31147" y="70491"/>
                  </a:lnTo>
                  <a:lnTo>
                    <a:pt x="26229" y="70491"/>
                  </a:lnTo>
                  <a:lnTo>
                    <a:pt x="22951" y="68852"/>
                  </a:lnTo>
                  <a:lnTo>
                    <a:pt x="19672" y="67212"/>
                  </a:lnTo>
                  <a:lnTo>
                    <a:pt x="14754" y="67212"/>
                  </a:lnTo>
                  <a:lnTo>
                    <a:pt x="11476" y="63934"/>
                  </a:lnTo>
                  <a:lnTo>
                    <a:pt x="9836" y="60655"/>
                  </a:lnTo>
                  <a:lnTo>
                    <a:pt x="4918" y="57377"/>
                  </a:lnTo>
                  <a:lnTo>
                    <a:pt x="4918" y="54098"/>
                  </a:lnTo>
                  <a:lnTo>
                    <a:pt x="3279" y="49180"/>
                  </a:lnTo>
                  <a:lnTo>
                    <a:pt x="3279" y="4754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7" name="Freeform 3796">
              <a:extLst>
                <a:ext uri="{FF2B5EF4-FFF2-40B4-BE49-F238E27FC236}">
                  <a16:creationId xmlns:a16="http://schemas.microsoft.com/office/drawing/2014/main" id="{1F7C8128-340B-C247-84C4-FCF693E7E79F}"/>
                </a:ext>
              </a:extLst>
            </p:cNvPr>
            <p:cNvSpPr/>
            <p:nvPr/>
          </p:nvSpPr>
          <p:spPr>
            <a:xfrm>
              <a:off x="6620587" y="4537845"/>
              <a:ext cx="121310" cy="340982"/>
            </a:xfrm>
            <a:custGeom>
              <a:avLst/>
              <a:gdLst>
                <a:gd name="connsiteX0" fmla="*/ 3279 w 121310"/>
                <a:gd name="connsiteY0" fmla="*/ 190163 h 340982"/>
                <a:gd name="connsiteX1" fmla="*/ 3279 w 121310"/>
                <a:gd name="connsiteY1" fmla="*/ 186885 h 340982"/>
                <a:gd name="connsiteX2" fmla="*/ 0 w 121310"/>
                <a:gd name="connsiteY2" fmla="*/ 185245 h 340982"/>
                <a:gd name="connsiteX3" fmla="*/ 3279 w 121310"/>
                <a:gd name="connsiteY3" fmla="*/ 181966 h 340982"/>
                <a:gd name="connsiteX4" fmla="*/ 6557 w 121310"/>
                <a:gd name="connsiteY4" fmla="*/ 178688 h 340982"/>
                <a:gd name="connsiteX5" fmla="*/ 8197 w 121310"/>
                <a:gd name="connsiteY5" fmla="*/ 173770 h 340982"/>
                <a:gd name="connsiteX6" fmla="*/ 9836 w 121310"/>
                <a:gd name="connsiteY6" fmla="*/ 170491 h 340982"/>
                <a:gd name="connsiteX7" fmla="*/ 13114 w 121310"/>
                <a:gd name="connsiteY7" fmla="*/ 165573 h 340982"/>
                <a:gd name="connsiteX8" fmla="*/ 11476 w 121310"/>
                <a:gd name="connsiteY8" fmla="*/ 162295 h 340982"/>
                <a:gd name="connsiteX9" fmla="*/ 13114 w 121310"/>
                <a:gd name="connsiteY9" fmla="*/ 159016 h 340982"/>
                <a:gd name="connsiteX10" fmla="*/ 13114 w 121310"/>
                <a:gd name="connsiteY10" fmla="*/ 154098 h 340982"/>
                <a:gd name="connsiteX11" fmla="*/ 11476 w 121310"/>
                <a:gd name="connsiteY11" fmla="*/ 150819 h 340982"/>
                <a:gd name="connsiteX12" fmla="*/ 11476 w 121310"/>
                <a:gd name="connsiteY12" fmla="*/ 147540 h 340982"/>
                <a:gd name="connsiteX13" fmla="*/ 13114 w 121310"/>
                <a:gd name="connsiteY13" fmla="*/ 142622 h 340982"/>
                <a:gd name="connsiteX14" fmla="*/ 16393 w 121310"/>
                <a:gd name="connsiteY14" fmla="*/ 140983 h 340982"/>
                <a:gd name="connsiteX15" fmla="*/ 21311 w 121310"/>
                <a:gd name="connsiteY15" fmla="*/ 139344 h 340982"/>
                <a:gd name="connsiteX16" fmla="*/ 24590 w 121310"/>
                <a:gd name="connsiteY16" fmla="*/ 137705 h 340982"/>
                <a:gd name="connsiteX17" fmla="*/ 29508 w 121310"/>
                <a:gd name="connsiteY17" fmla="*/ 136065 h 340982"/>
                <a:gd name="connsiteX18" fmla="*/ 32787 w 121310"/>
                <a:gd name="connsiteY18" fmla="*/ 131147 h 340982"/>
                <a:gd name="connsiteX19" fmla="*/ 32787 w 121310"/>
                <a:gd name="connsiteY19" fmla="*/ 131147 h 340982"/>
                <a:gd name="connsiteX20" fmla="*/ 29508 w 121310"/>
                <a:gd name="connsiteY20" fmla="*/ 129508 h 340982"/>
                <a:gd name="connsiteX21" fmla="*/ 26229 w 121310"/>
                <a:gd name="connsiteY21" fmla="*/ 124590 h 340982"/>
                <a:gd name="connsiteX22" fmla="*/ 24590 w 121310"/>
                <a:gd name="connsiteY22" fmla="*/ 122950 h 340982"/>
                <a:gd name="connsiteX23" fmla="*/ 22951 w 121310"/>
                <a:gd name="connsiteY23" fmla="*/ 118032 h 340982"/>
                <a:gd name="connsiteX24" fmla="*/ 24590 w 121310"/>
                <a:gd name="connsiteY24" fmla="*/ 114754 h 340982"/>
                <a:gd name="connsiteX25" fmla="*/ 26229 w 121310"/>
                <a:gd name="connsiteY25" fmla="*/ 111475 h 340982"/>
                <a:gd name="connsiteX26" fmla="*/ 26229 w 121310"/>
                <a:gd name="connsiteY26" fmla="*/ 106557 h 340982"/>
                <a:gd name="connsiteX27" fmla="*/ 26229 w 121310"/>
                <a:gd name="connsiteY27" fmla="*/ 103279 h 340982"/>
                <a:gd name="connsiteX28" fmla="*/ 26229 w 121310"/>
                <a:gd name="connsiteY28" fmla="*/ 98360 h 340982"/>
                <a:gd name="connsiteX29" fmla="*/ 24590 w 121310"/>
                <a:gd name="connsiteY29" fmla="*/ 95082 h 340982"/>
                <a:gd name="connsiteX30" fmla="*/ 22951 w 121310"/>
                <a:gd name="connsiteY30" fmla="*/ 91803 h 340982"/>
                <a:gd name="connsiteX31" fmla="*/ 24590 w 121310"/>
                <a:gd name="connsiteY31" fmla="*/ 88525 h 340982"/>
                <a:gd name="connsiteX32" fmla="*/ 26229 w 121310"/>
                <a:gd name="connsiteY32" fmla="*/ 83606 h 340982"/>
                <a:gd name="connsiteX33" fmla="*/ 29508 w 121310"/>
                <a:gd name="connsiteY33" fmla="*/ 80328 h 340982"/>
                <a:gd name="connsiteX34" fmla="*/ 29508 w 121310"/>
                <a:gd name="connsiteY34" fmla="*/ 77049 h 340982"/>
                <a:gd name="connsiteX35" fmla="*/ 26229 w 121310"/>
                <a:gd name="connsiteY35" fmla="*/ 72131 h 340982"/>
                <a:gd name="connsiteX36" fmla="*/ 26229 w 121310"/>
                <a:gd name="connsiteY36" fmla="*/ 67213 h 340982"/>
                <a:gd name="connsiteX37" fmla="*/ 24590 w 121310"/>
                <a:gd name="connsiteY37" fmla="*/ 63935 h 340982"/>
                <a:gd name="connsiteX38" fmla="*/ 27869 w 121310"/>
                <a:gd name="connsiteY38" fmla="*/ 62295 h 340982"/>
                <a:gd name="connsiteX39" fmla="*/ 32787 w 121310"/>
                <a:gd name="connsiteY39" fmla="*/ 60656 h 340982"/>
                <a:gd name="connsiteX40" fmla="*/ 36066 w 121310"/>
                <a:gd name="connsiteY40" fmla="*/ 57377 h 340982"/>
                <a:gd name="connsiteX41" fmla="*/ 39344 w 121310"/>
                <a:gd name="connsiteY41" fmla="*/ 54098 h 340982"/>
                <a:gd name="connsiteX42" fmla="*/ 40983 w 121310"/>
                <a:gd name="connsiteY42" fmla="*/ 50820 h 340982"/>
                <a:gd name="connsiteX43" fmla="*/ 39344 w 121310"/>
                <a:gd name="connsiteY43" fmla="*/ 45902 h 340982"/>
                <a:gd name="connsiteX44" fmla="*/ 36066 w 121310"/>
                <a:gd name="connsiteY44" fmla="*/ 42623 h 340982"/>
                <a:gd name="connsiteX45" fmla="*/ 36066 w 121310"/>
                <a:gd name="connsiteY45" fmla="*/ 39344 h 340982"/>
                <a:gd name="connsiteX46" fmla="*/ 36066 w 121310"/>
                <a:gd name="connsiteY46" fmla="*/ 34426 h 340982"/>
                <a:gd name="connsiteX47" fmla="*/ 32787 w 121310"/>
                <a:gd name="connsiteY47" fmla="*/ 31148 h 340982"/>
                <a:gd name="connsiteX48" fmla="*/ 27869 w 121310"/>
                <a:gd name="connsiteY48" fmla="*/ 29508 h 340982"/>
                <a:gd name="connsiteX49" fmla="*/ 27869 w 121310"/>
                <a:gd name="connsiteY49" fmla="*/ 26229 h 340982"/>
                <a:gd name="connsiteX50" fmla="*/ 29508 w 121310"/>
                <a:gd name="connsiteY50" fmla="*/ 21312 h 340982"/>
                <a:gd name="connsiteX51" fmla="*/ 29508 w 121310"/>
                <a:gd name="connsiteY51" fmla="*/ 18033 h 340982"/>
                <a:gd name="connsiteX52" fmla="*/ 24590 w 121310"/>
                <a:gd name="connsiteY52" fmla="*/ 14754 h 340982"/>
                <a:gd name="connsiteX53" fmla="*/ 24590 w 121310"/>
                <a:gd name="connsiteY53" fmla="*/ 11476 h 340982"/>
                <a:gd name="connsiteX54" fmla="*/ 19672 w 121310"/>
                <a:gd name="connsiteY54" fmla="*/ 8197 h 340982"/>
                <a:gd name="connsiteX55" fmla="*/ 16393 w 121310"/>
                <a:gd name="connsiteY55" fmla="*/ 8197 h 340982"/>
                <a:gd name="connsiteX56" fmla="*/ 14754 w 121310"/>
                <a:gd name="connsiteY56" fmla="*/ 8197 h 340982"/>
                <a:gd name="connsiteX57" fmla="*/ 14754 w 121310"/>
                <a:gd name="connsiteY57" fmla="*/ 8197 h 340982"/>
                <a:gd name="connsiteX58" fmla="*/ 14754 w 121310"/>
                <a:gd name="connsiteY58" fmla="*/ 6558 h 340982"/>
                <a:gd name="connsiteX59" fmla="*/ 13114 w 121310"/>
                <a:gd name="connsiteY59" fmla="*/ 3279 h 340982"/>
                <a:gd name="connsiteX60" fmla="*/ 13114 w 121310"/>
                <a:gd name="connsiteY60" fmla="*/ 0 h 340982"/>
                <a:gd name="connsiteX61" fmla="*/ 16393 w 121310"/>
                <a:gd name="connsiteY61" fmla="*/ 0 h 340982"/>
                <a:gd name="connsiteX62" fmla="*/ 19672 w 121310"/>
                <a:gd name="connsiteY62" fmla="*/ 3279 h 340982"/>
                <a:gd name="connsiteX63" fmla="*/ 22951 w 121310"/>
                <a:gd name="connsiteY63" fmla="*/ 3279 h 340982"/>
                <a:gd name="connsiteX64" fmla="*/ 27869 w 121310"/>
                <a:gd name="connsiteY64" fmla="*/ 3279 h 340982"/>
                <a:gd name="connsiteX65" fmla="*/ 31147 w 121310"/>
                <a:gd name="connsiteY65" fmla="*/ 6558 h 340982"/>
                <a:gd name="connsiteX66" fmla="*/ 34426 w 121310"/>
                <a:gd name="connsiteY66" fmla="*/ 9836 h 340982"/>
                <a:gd name="connsiteX67" fmla="*/ 39344 w 121310"/>
                <a:gd name="connsiteY67" fmla="*/ 8197 h 340982"/>
                <a:gd name="connsiteX68" fmla="*/ 42623 w 121310"/>
                <a:gd name="connsiteY68" fmla="*/ 8197 h 340982"/>
                <a:gd name="connsiteX69" fmla="*/ 44262 w 121310"/>
                <a:gd name="connsiteY69" fmla="*/ 6558 h 340982"/>
                <a:gd name="connsiteX70" fmla="*/ 47541 w 121310"/>
                <a:gd name="connsiteY70" fmla="*/ 9836 h 340982"/>
                <a:gd name="connsiteX71" fmla="*/ 50820 w 121310"/>
                <a:gd name="connsiteY71" fmla="*/ 13115 h 340982"/>
                <a:gd name="connsiteX72" fmla="*/ 50820 w 121310"/>
                <a:gd name="connsiteY72" fmla="*/ 13115 h 340982"/>
                <a:gd name="connsiteX73" fmla="*/ 52459 w 121310"/>
                <a:gd name="connsiteY73" fmla="*/ 8197 h 340982"/>
                <a:gd name="connsiteX74" fmla="*/ 52459 w 121310"/>
                <a:gd name="connsiteY74" fmla="*/ 6558 h 340982"/>
                <a:gd name="connsiteX75" fmla="*/ 55737 w 121310"/>
                <a:gd name="connsiteY75" fmla="*/ 3279 h 340982"/>
                <a:gd name="connsiteX76" fmla="*/ 59016 w 121310"/>
                <a:gd name="connsiteY76" fmla="*/ 6558 h 340982"/>
                <a:gd name="connsiteX77" fmla="*/ 62295 w 121310"/>
                <a:gd name="connsiteY77" fmla="*/ 9836 h 340982"/>
                <a:gd name="connsiteX78" fmla="*/ 65573 w 121310"/>
                <a:gd name="connsiteY78" fmla="*/ 14754 h 340982"/>
                <a:gd name="connsiteX79" fmla="*/ 68852 w 121310"/>
                <a:gd name="connsiteY79" fmla="*/ 18033 h 340982"/>
                <a:gd name="connsiteX80" fmla="*/ 70491 w 121310"/>
                <a:gd name="connsiteY80" fmla="*/ 21312 h 340982"/>
                <a:gd name="connsiteX81" fmla="*/ 73770 w 121310"/>
                <a:gd name="connsiteY81" fmla="*/ 26229 h 340982"/>
                <a:gd name="connsiteX82" fmla="*/ 73770 w 121310"/>
                <a:gd name="connsiteY82" fmla="*/ 26229 h 340982"/>
                <a:gd name="connsiteX83" fmla="*/ 73770 w 121310"/>
                <a:gd name="connsiteY83" fmla="*/ 31148 h 340982"/>
                <a:gd name="connsiteX84" fmla="*/ 73770 w 121310"/>
                <a:gd name="connsiteY84" fmla="*/ 34426 h 340982"/>
                <a:gd name="connsiteX85" fmla="*/ 75410 w 121310"/>
                <a:gd name="connsiteY85" fmla="*/ 37705 h 340982"/>
                <a:gd name="connsiteX86" fmla="*/ 75410 w 121310"/>
                <a:gd name="connsiteY86" fmla="*/ 42623 h 340982"/>
                <a:gd name="connsiteX87" fmla="*/ 75410 w 121310"/>
                <a:gd name="connsiteY87" fmla="*/ 45902 h 340982"/>
                <a:gd name="connsiteX88" fmla="*/ 75410 w 121310"/>
                <a:gd name="connsiteY88" fmla="*/ 49180 h 340982"/>
                <a:gd name="connsiteX89" fmla="*/ 75410 w 121310"/>
                <a:gd name="connsiteY89" fmla="*/ 50820 h 340982"/>
                <a:gd name="connsiteX90" fmla="*/ 77049 w 121310"/>
                <a:gd name="connsiteY90" fmla="*/ 54098 h 340982"/>
                <a:gd name="connsiteX91" fmla="*/ 78688 w 121310"/>
                <a:gd name="connsiteY91" fmla="*/ 57377 h 340982"/>
                <a:gd name="connsiteX92" fmla="*/ 77049 w 121310"/>
                <a:gd name="connsiteY92" fmla="*/ 62295 h 340982"/>
                <a:gd name="connsiteX93" fmla="*/ 77049 w 121310"/>
                <a:gd name="connsiteY93" fmla="*/ 65573 h 340982"/>
                <a:gd name="connsiteX94" fmla="*/ 75410 w 121310"/>
                <a:gd name="connsiteY94" fmla="*/ 68852 h 340982"/>
                <a:gd name="connsiteX95" fmla="*/ 75410 w 121310"/>
                <a:gd name="connsiteY95" fmla="*/ 73770 h 340982"/>
                <a:gd name="connsiteX96" fmla="*/ 77049 w 121310"/>
                <a:gd name="connsiteY96" fmla="*/ 77049 h 340982"/>
                <a:gd name="connsiteX97" fmla="*/ 80327 w 121310"/>
                <a:gd name="connsiteY97" fmla="*/ 80328 h 340982"/>
                <a:gd name="connsiteX98" fmla="*/ 83606 w 121310"/>
                <a:gd name="connsiteY98" fmla="*/ 83606 h 340982"/>
                <a:gd name="connsiteX99" fmla="*/ 86885 w 121310"/>
                <a:gd name="connsiteY99" fmla="*/ 88525 h 340982"/>
                <a:gd name="connsiteX100" fmla="*/ 88524 w 121310"/>
                <a:gd name="connsiteY100" fmla="*/ 91803 h 340982"/>
                <a:gd name="connsiteX101" fmla="*/ 88524 w 121310"/>
                <a:gd name="connsiteY101" fmla="*/ 95082 h 340982"/>
                <a:gd name="connsiteX102" fmla="*/ 85246 w 121310"/>
                <a:gd name="connsiteY102" fmla="*/ 95082 h 340982"/>
                <a:gd name="connsiteX103" fmla="*/ 81967 w 121310"/>
                <a:gd name="connsiteY103" fmla="*/ 95082 h 340982"/>
                <a:gd name="connsiteX104" fmla="*/ 77049 w 121310"/>
                <a:gd name="connsiteY104" fmla="*/ 95082 h 340982"/>
                <a:gd name="connsiteX105" fmla="*/ 75410 w 121310"/>
                <a:gd name="connsiteY105" fmla="*/ 98360 h 340982"/>
                <a:gd name="connsiteX106" fmla="*/ 75410 w 121310"/>
                <a:gd name="connsiteY106" fmla="*/ 103279 h 340982"/>
                <a:gd name="connsiteX107" fmla="*/ 73770 w 121310"/>
                <a:gd name="connsiteY107" fmla="*/ 106557 h 340982"/>
                <a:gd name="connsiteX108" fmla="*/ 72131 w 121310"/>
                <a:gd name="connsiteY108" fmla="*/ 109836 h 340982"/>
                <a:gd name="connsiteX109" fmla="*/ 68852 w 121310"/>
                <a:gd name="connsiteY109" fmla="*/ 114754 h 340982"/>
                <a:gd name="connsiteX110" fmla="*/ 67213 w 121310"/>
                <a:gd name="connsiteY110" fmla="*/ 118032 h 340982"/>
                <a:gd name="connsiteX111" fmla="*/ 65573 w 121310"/>
                <a:gd name="connsiteY111" fmla="*/ 121311 h 340982"/>
                <a:gd name="connsiteX112" fmla="*/ 65573 w 121310"/>
                <a:gd name="connsiteY112" fmla="*/ 124590 h 340982"/>
                <a:gd name="connsiteX113" fmla="*/ 67213 w 121310"/>
                <a:gd name="connsiteY113" fmla="*/ 129508 h 340982"/>
                <a:gd name="connsiteX114" fmla="*/ 67213 w 121310"/>
                <a:gd name="connsiteY114" fmla="*/ 132786 h 340982"/>
                <a:gd name="connsiteX115" fmla="*/ 68852 w 121310"/>
                <a:gd name="connsiteY115" fmla="*/ 136065 h 340982"/>
                <a:gd name="connsiteX116" fmla="*/ 68852 w 121310"/>
                <a:gd name="connsiteY116" fmla="*/ 139344 h 340982"/>
                <a:gd name="connsiteX117" fmla="*/ 70491 w 121310"/>
                <a:gd name="connsiteY117" fmla="*/ 144262 h 340982"/>
                <a:gd name="connsiteX118" fmla="*/ 70491 w 121310"/>
                <a:gd name="connsiteY118" fmla="*/ 147540 h 340982"/>
                <a:gd name="connsiteX119" fmla="*/ 72131 w 121310"/>
                <a:gd name="connsiteY119" fmla="*/ 150819 h 340982"/>
                <a:gd name="connsiteX120" fmla="*/ 72131 w 121310"/>
                <a:gd name="connsiteY120" fmla="*/ 154098 h 340982"/>
                <a:gd name="connsiteX121" fmla="*/ 72131 w 121310"/>
                <a:gd name="connsiteY121" fmla="*/ 159016 h 340982"/>
                <a:gd name="connsiteX122" fmla="*/ 72131 w 121310"/>
                <a:gd name="connsiteY122" fmla="*/ 162295 h 340982"/>
                <a:gd name="connsiteX123" fmla="*/ 72131 w 121310"/>
                <a:gd name="connsiteY123" fmla="*/ 165573 h 340982"/>
                <a:gd name="connsiteX124" fmla="*/ 72131 w 121310"/>
                <a:gd name="connsiteY124" fmla="*/ 170491 h 340982"/>
                <a:gd name="connsiteX125" fmla="*/ 72131 w 121310"/>
                <a:gd name="connsiteY125" fmla="*/ 173770 h 340982"/>
                <a:gd name="connsiteX126" fmla="*/ 73770 w 121310"/>
                <a:gd name="connsiteY126" fmla="*/ 177049 h 340982"/>
                <a:gd name="connsiteX127" fmla="*/ 78688 w 121310"/>
                <a:gd name="connsiteY127" fmla="*/ 180327 h 340982"/>
                <a:gd name="connsiteX128" fmla="*/ 81967 w 121310"/>
                <a:gd name="connsiteY128" fmla="*/ 180327 h 340982"/>
                <a:gd name="connsiteX129" fmla="*/ 83606 w 121310"/>
                <a:gd name="connsiteY129" fmla="*/ 180327 h 340982"/>
                <a:gd name="connsiteX130" fmla="*/ 86885 w 121310"/>
                <a:gd name="connsiteY130" fmla="*/ 183606 h 340982"/>
                <a:gd name="connsiteX131" fmla="*/ 88524 w 121310"/>
                <a:gd name="connsiteY131" fmla="*/ 185245 h 340982"/>
                <a:gd name="connsiteX132" fmla="*/ 91803 w 121310"/>
                <a:gd name="connsiteY132" fmla="*/ 188524 h 340982"/>
                <a:gd name="connsiteX133" fmla="*/ 95081 w 121310"/>
                <a:gd name="connsiteY133" fmla="*/ 193442 h 340982"/>
                <a:gd name="connsiteX134" fmla="*/ 96721 w 121310"/>
                <a:gd name="connsiteY134" fmla="*/ 196720 h 340982"/>
                <a:gd name="connsiteX135" fmla="*/ 100000 w 121310"/>
                <a:gd name="connsiteY135" fmla="*/ 199999 h 340982"/>
                <a:gd name="connsiteX136" fmla="*/ 103278 w 121310"/>
                <a:gd name="connsiteY136" fmla="*/ 204917 h 340982"/>
                <a:gd name="connsiteX137" fmla="*/ 106557 w 121310"/>
                <a:gd name="connsiteY137" fmla="*/ 208196 h 340982"/>
                <a:gd name="connsiteX138" fmla="*/ 108196 w 121310"/>
                <a:gd name="connsiteY138" fmla="*/ 213114 h 340982"/>
                <a:gd name="connsiteX139" fmla="*/ 109836 w 121310"/>
                <a:gd name="connsiteY139" fmla="*/ 218032 h 340982"/>
                <a:gd name="connsiteX140" fmla="*/ 111475 w 121310"/>
                <a:gd name="connsiteY140" fmla="*/ 218032 h 340982"/>
                <a:gd name="connsiteX141" fmla="*/ 113114 w 121310"/>
                <a:gd name="connsiteY141" fmla="*/ 222950 h 340982"/>
                <a:gd name="connsiteX142" fmla="*/ 116393 w 121310"/>
                <a:gd name="connsiteY142" fmla="*/ 226229 h 340982"/>
                <a:gd name="connsiteX143" fmla="*/ 119671 w 121310"/>
                <a:gd name="connsiteY143" fmla="*/ 229507 h 340982"/>
                <a:gd name="connsiteX144" fmla="*/ 119671 w 121310"/>
                <a:gd name="connsiteY144" fmla="*/ 231147 h 340982"/>
                <a:gd name="connsiteX145" fmla="*/ 119671 w 121310"/>
                <a:gd name="connsiteY145" fmla="*/ 234425 h 340982"/>
                <a:gd name="connsiteX146" fmla="*/ 119671 w 121310"/>
                <a:gd name="connsiteY146" fmla="*/ 236065 h 340982"/>
                <a:gd name="connsiteX147" fmla="*/ 119671 w 121310"/>
                <a:gd name="connsiteY147" fmla="*/ 240983 h 340982"/>
                <a:gd name="connsiteX148" fmla="*/ 121311 w 121310"/>
                <a:gd name="connsiteY148" fmla="*/ 244262 h 340982"/>
                <a:gd name="connsiteX149" fmla="*/ 119671 w 121310"/>
                <a:gd name="connsiteY149" fmla="*/ 245901 h 340982"/>
                <a:gd name="connsiteX150" fmla="*/ 118032 w 121310"/>
                <a:gd name="connsiteY150" fmla="*/ 250819 h 340982"/>
                <a:gd name="connsiteX151" fmla="*/ 116393 w 121310"/>
                <a:gd name="connsiteY151" fmla="*/ 254097 h 340982"/>
                <a:gd name="connsiteX152" fmla="*/ 118032 w 121310"/>
                <a:gd name="connsiteY152" fmla="*/ 257376 h 340982"/>
                <a:gd name="connsiteX153" fmla="*/ 118032 w 121310"/>
                <a:gd name="connsiteY153" fmla="*/ 260655 h 340982"/>
                <a:gd name="connsiteX154" fmla="*/ 118032 w 121310"/>
                <a:gd name="connsiteY154" fmla="*/ 262294 h 340982"/>
                <a:gd name="connsiteX155" fmla="*/ 119671 w 121310"/>
                <a:gd name="connsiteY155" fmla="*/ 267212 h 340982"/>
                <a:gd name="connsiteX156" fmla="*/ 118032 w 121310"/>
                <a:gd name="connsiteY156" fmla="*/ 270491 h 340982"/>
                <a:gd name="connsiteX157" fmla="*/ 118032 w 121310"/>
                <a:gd name="connsiteY157" fmla="*/ 273769 h 340982"/>
                <a:gd name="connsiteX158" fmla="*/ 118032 w 121310"/>
                <a:gd name="connsiteY158" fmla="*/ 278687 h 340982"/>
                <a:gd name="connsiteX159" fmla="*/ 118032 w 121310"/>
                <a:gd name="connsiteY159" fmla="*/ 281966 h 340982"/>
                <a:gd name="connsiteX160" fmla="*/ 116393 w 121310"/>
                <a:gd name="connsiteY160" fmla="*/ 285245 h 340982"/>
                <a:gd name="connsiteX161" fmla="*/ 116393 w 121310"/>
                <a:gd name="connsiteY161" fmla="*/ 288523 h 340982"/>
                <a:gd name="connsiteX162" fmla="*/ 114754 w 121310"/>
                <a:gd name="connsiteY162" fmla="*/ 293442 h 340982"/>
                <a:gd name="connsiteX163" fmla="*/ 114754 w 121310"/>
                <a:gd name="connsiteY163" fmla="*/ 293442 h 340982"/>
                <a:gd name="connsiteX164" fmla="*/ 113114 w 121310"/>
                <a:gd name="connsiteY164" fmla="*/ 293442 h 340982"/>
                <a:gd name="connsiteX165" fmla="*/ 109836 w 121310"/>
                <a:gd name="connsiteY165" fmla="*/ 295081 h 340982"/>
                <a:gd name="connsiteX166" fmla="*/ 106557 w 121310"/>
                <a:gd name="connsiteY166" fmla="*/ 296720 h 340982"/>
                <a:gd name="connsiteX167" fmla="*/ 103278 w 121310"/>
                <a:gd name="connsiteY167" fmla="*/ 296720 h 340982"/>
                <a:gd name="connsiteX168" fmla="*/ 98360 w 121310"/>
                <a:gd name="connsiteY168" fmla="*/ 298359 h 340982"/>
                <a:gd name="connsiteX169" fmla="*/ 95081 w 121310"/>
                <a:gd name="connsiteY169" fmla="*/ 301638 h 340982"/>
                <a:gd name="connsiteX170" fmla="*/ 95081 w 121310"/>
                <a:gd name="connsiteY170" fmla="*/ 306556 h 340982"/>
                <a:gd name="connsiteX171" fmla="*/ 93442 w 121310"/>
                <a:gd name="connsiteY171" fmla="*/ 309835 h 340982"/>
                <a:gd name="connsiteX172" fmla="*/ 91803 w 121310"/>
                <a:gd name="connsiteY172" fmla="*/ 313113 h 340982"/>
                <a:gd name="connsiteX173" fmla="*/ 90164 w 121310"/>
                <a:gd name="connsiteY173" fmla="*/ 314753 h 340982"/>
                <a:gd name="connsiteX174" fmla="*/ 90164 w 121310"/>
                <a:gd name="connsiteY174" fmla="*/ 314753 h 340982"/>
                <a:gd name="connsiteX175" fmla="*/ 90164 w 121310"/>
                <a:gd name="connsiteY175" fmla="*/ 314753 h 340982"/>
                <a:gd name="connsiteX176" fmla="*/ 90164 w 121310"/>
                <a:gd name="connsiteY176" fmla="*/ 314753 h 340982"/>
                <a:gd name="connsiteX177" fmla="*/ 90164 w 121310"/>
                <a:gd name="connsiteY177" fmla="*/ 314753 h 340982"/>
                <a:gd name="connsiteX178" fmla="*/ 93442 w 121310"/>
                <a:gd name="connsiteY178" fmla="*/ 319671 h 340982"/>
                <a:gd name="connsiteX179" fmla="*/ 95081 w 121310"/>
                <a:gd name="connsiteY179" fmla="*/ 322950 h 340982"/>
                <a:gd name="connsiteX180" fmla="*/ 95081 w 121310"/>
                <a:gd name="connsiteY180" fmla="*/ 326228 h 340982"/>
                <a:gd name="connsiteX181" fmla="*/ 95081 w 121310"/>
                <a:gd name="connsiteY181" fmla="*/ 331146 h 340982"/>
                <a:gd name="connsiteX182" fmla="*/ 95081 w 121310"/>
                <a:gd name="connsiteY182" fmla="*/ 334425 h 340982"/>
                <a:gd name="connsiteX183" fmla="*/ 95081 w 121310"/>
                <a:gd name="connsiteY183" fmla="*/ 337703 h 340982"/>
                <a:gd name="connsiteX184" fmla="*/ 95081 w 121310"/>
                <a:gd name="connsiteY184" fmla="*/ 340982 h 340982"/>
                <a:gd name="connsiteX185" fmla="*/ 93442 w 121310"/>
                <a:gd name="connsiteY185" fmla="*/ 340982 h 340982"/>
                <a:gd name="connsiteX186" fmla="*/ 91803 w 121310"/>
                <a:gd name="connsiteY186" fmla="*/ 340982 h 340982"/>
                <a:gd name="connsiteX187" fmla="*/ 86885 w 121310"/>
                <a:gd name="connsiteY187" fmla="*/ 340982 h 340982"/>
                <a:gd name="connsiteX188" fmla="*/ 85246 w 121310"/>
                <a:gd name="connsiteY188" fmla="*/ 336064 h 340982"/>
                <a:gd name="connsiteX189" fmla="*/ 88524 w 121310"/>
                <a:gd name="connsiteY189" fmla="*/ 332786 h 340982"/>
                <a:gd name="connsiteX190" fmla="*/ 90164 w 121310"/>
                <a:gd name="connsiteY190" fmla="*/ 329507 h 340982"/>
                <a:gd name="connsiteX191" fmla="*/ 85246 w 121310"/>
                <a:gd name="connsiteY191" fmla="*/ 326228 h 340982"/>
                <a:gd name="connsiteX192" fmla="*/ 83606 w 121310"/>
                <a:gd name="connsiteY192" fmla="*/ 326228 h 340982"/>
                <a:gd name="connsiteX193" fmla="*/ 81967 w 121310"/>
                <a:gd name="connsiteY193" fmla="*/ 321310 h 340982"/>
                <a:gd name="connsiteX194" fmla="*/ 78688 w 121310"/>
                <a:gd name="connsiteY194" fmla="*/ 318032 h 340982"/>
                <a:gd name="connsiteX195" fmla="*/ 75410 w 121310"/>
                <a:gd name="connsiteY195" fmla="*/ 314753 h 340982"/>
                <a:gd name="connsiteX196" fmla="*/ 72131 w 121310"/>
                <a:gd name="connsiteY196" fmla="*/ 309835 h 340982"/>
                <a:gd name="connsiteX197" fmla="*/ 68852 w 121310"/>
                <a:gd name="connsiteY197" fmla="*/ 306556 h 340982"/>
                <a:gd name="connsiteX198" fmla="*/ 65573 w 121310"/>
                <a:gd name="connsiteY198" fmla="*/ 303277 h 340982"/>
                <a:gd name="connsiteX199" fmla="*/ 62295 w 121310"/>
                <a:gd name="connsiteY199" fmla="*/ 299999 h 340982"/>
                <a:gd name="connsiteX200" fmla="*/ 62295 w 121310"/>
                <a:gd name="connsiteY200" fmla="*/ 295081 h 340982"/>
                <a:gd name="connsiteX201" fmla="*/ 62295 w 121310"/>
                <a:gd name="connsiteY201" fmla="*/ 291802 h 340982"/>
                <a:gd name="connsiteX202" fmla="*/ 59016 w 121310"/>
                <a:gd name="connsiteY202" fmla="*/ 288523 h 340982"/>
                <a:gd name="connsiteX203" fmla="*/ 57377 w 121310"/>
                <a:gd name="connsiteY203" fmla="*/ 283606 h 340982"/>
                <a:gd name="connsiteX204" fmla="*/ 59016 w 121310"/>
                <a:gd name="connsiteY204" fmla="*/ 280327 h 340982"/>
                <a:gd name="connsiteX205" fmla="*/ 62295 w 121310"/>
                <a:gd name="connsiteY205" fmla="*/ 277048 h 340982"/>
                <a:gd name="connsiteX206" fmla="*/ 63934 w 121310"/>
                <a:gd name="connsiteY206" fmla="*/ 272130 h 340982"/>
                <a:gd name="connsiteX207" fmla="*/ 63934 w 121310"/>
                <a:gd name="connsiteY207" fmla="*/ 272130 h 340982"/>
                <a:gd name="connsiteX208" fmla="*/ 63934 w 121310"/>
                <a:gd name="connsiteY208" fmla="*/ 267212 h 340982"/>
                <a:gd name="connsiteX209" fmla="*/ 67213 w 121310"/>
                <a:gd name="connsiteY209" fmla="*/ 263933 h 340982"/>
                <a:gd name="connsiteX210" fmla="*/ 70491 w 121310"/>
                <a:gd name="connsiteY210" fmla="*/ 259016 h 340982"/>
                <a:gd name="connsiteX211" fmla="*/ 70491 w 121310"/>
                <a:gd name="connsiteY211" fmla="*/ 255737 h 340982"/>
                <a:gd name="connsiteX212" fmla="*/ 70491 w 121310"/>
                <a:gd name="connsiteY212" fmla="*/ 252458 h 340982"/>
                <a:gd name="connsiteX213" fmla="*/ 70491 w 121310"/>
                <a:gd name="connsiteY213" fmla="*/ 249179 h 340982"/>
                <a:gd name="connsiteX214" fmla="*/ 72131 w 121310"/>
                <a:gd name="connsiteY214" fmla="*/ 245901 h 340982"/>
                <a:gd name="connsiteX215" fmla="*/ 70491 w 121310"/>
                <a:gd name="connsiteY215" fmla="*/ 242622 h 340982"/>
                <a:gd name="connsiteX216" fmla="*/ 70491 w 121310"/>
                <a:gd name="connsiteY216" fmla="*/ 237704 h 340982"/>
                <a:gd name="connsiteX217" fmla="*/ 68852 w 121310"/>
                <a:gd name="connsiteY217" fmla="*/ 234425 h 340982"/>
                <a:gd name="connsiteX218" fmla="*/ 68852 w 121310"/>
                <a:gd name="connsiteY218" fmla="*/ 229507 h 340982"/>
                <a:gd name="connsiteX219" fmla="*/ 67213 w 121310"/>
                <a:gd name="connsiteY219" fmla="*/ 226229 h 340982"/>
                <a:gd name="connsiteX220" fmla="*/ 65573 w 121310"/>
                <a:gd name="connsiteY220" fmla="*/ 222950 h 340982"/>
                <a:gd name="connsiteX221" fmla="*/ 62295 w 121310"/>
                <a:gd name="connsiteY221" fmla="*/ 219672 h 340982"/>
                <a:gd name="connsiteX222" fmla="*/ 57377 w 121310"/>
                <a:gd name="connsiteY222" fmla="*/ 221310 h 340982"/>
                <a:gd name="connsiteX223" fmla="*/ 54098 w 121310"/>
                <a:gd name="connsiteY223" fmla="*/ 221310 h 340982"/>
                <a:gd name="connsiteX224" fmla="*/ 49180 w 121310"/>
                <a:gd name="connsiteY224" fmla="*/ 222950 h 340982"/>
                <a:gd name="connsiteX225" fmla="*/ 45901 w 121310"/>
                <a:gd name="connsiteY225" fmla="*/ 222950 h 340982"/>
                <a:gd name="connsiteX226" fmla="*/ 42623 w 121310"/>
                <a:gd name="connsiteY226" fmla="*/ 226229 h 340982"/>
                <a:gd name="connsiteX227" fmla="*/ 37705 w 121310"/>
                <a:gd name="connsiteY227" fmla="*/ 224589 h 340982"/>
                <a:gd name="connsiteX228" fmla="*/ 37705 w 121310"/>
                <a:gd name="connsiteY228" fmla="*/ 227868 h 340982"/>
                <a:gd name="connsiteX229" fmla="*/ 32787 w 121310"/>
                <a:gd name="connsiteY229" fmla="*/ 224589 h 340982"/>
                <a:gd name="connsiteX230" fmla="*/ 29508 w 121310"/>
                <a:gd name="connsiteY230" fmla="*/ 221310 h 340982"/>
                <a:gd name="connsiteX231" fmla="*/ 27869 w 121310"/>
                <a:gd name="connsiteY231" fmla="*/ 216393 h 340982"/>
                <a:gd name="connsiteX232" fmla="*/ 26229 w 121310"/>
                <a:gd name="connsiteY232" fmla="*/ 213114 h 340982"/>
                <a:gd name="connsiteX233" fmla="*/ 22951 w 121310"/>
                <a:gd name="connsiteY233" fmla="*/ 209835 h 340982"/>
                <a:gd name="connsiteX234" fmla="*/ 22951 w 121310"/>
                <a:gd name="connsiteY234" fmla="*/ 204917 h 340982"/>
                <a:gd name="connsiteX235" fmla="*/ 19672 w 121310"/>
                <a:gd name="connsiteY235" fmla="*/ 203278 h 340982"/>
                <a:gd name="connsiteX236" fmla="*/ 18033 w 121310"/>
                <a:gd name="connsiteY236" fmla="*/ 198360 h 340982"/>
                <a:gd name="connsiteX237" fmla="*/ 18033 w 121310"/>
                <a:gd name="connsiteY237" fmla="*/ 198360 h 340982"/>
                <a:gd name="connsiteX238" fmla="*/ 16393 w 121310"/>
                <a:gd name="connsiteY238" fmla="*/ 198360 h 340982"/>
                <a:gd name="connsiteX239" fmla="*/ 13114 w 121310"/>
                <a:gd name="connsiteY239" fmla="*/ 203278 h 340982"/>
                <a:gd name="connsiteX240" fmla="*/ 11476 w 121310"/>
                <a:gd name="connsiteY240" fmla="*/ 203278 h 340982"/>
                <a:gd name="connsiteX241" fmla="*/ 11476 w 121310"/>
                <a:gd name="connsiteY241" fmla="*/ 199999 h 340982"/>
                <a:gd name="connsiteX242" fmla="*/ 8197 w 121310"/>
                <a:gd name="connsiteY242" fmla="*/ 195081 h 340982"/>
                <a:gd name="connsiteX243" fmla="*/ 3279 w 121310"/>
                <a:gd name="connsiteY243" fmla="*/ 193442 h 340982"/>
                <a:gd name="connsiteX244" fmla="*/ 3279 w 121310"/>
                <a:gd name="connsiteY244" fmla="*/ 190163 h 340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121310" h="340982">
                  <a:moveTo>
                    <a:pt x="3279" y="190163"/>
                  </a:moveTo>
                  <a:lnTo>
                    <a:pt x="3279" y="186885"/>
                  </a:lnTo>
                  <a:lnTo>
                    <a:pt x="0" y="185245"/>
                  </a:lnTo>
                  <a:lnTo>
                    <a:pt x="3279" y="181966"/>
                  </a:lnTo>
                  <a:lnTo>
                    <a:pt x="6557" y="178688"/>
                  </a:lnTo>
                  <a:lnTo>
                    <a:pt x="8197" y="173770"/>
                  </a:lnTo>
                  <a:lnTo>
                    <a:pt x="9836" y="170491"/>
                  </a:lnTo>
                  <a:lnTo>
                    <a:pt x="13114" y="165573"/>
                  </a:lnTo>
                  <a:lnTo>
                    <a:pt x="11476" y="162295"/>
                  </a:lnTo>
                  <a:lnTo>
                    <a:pt x="13114" y="159016"/>
                  </a:lnTo>
                  <a:lnTo>
                    <a:pt x="13114" y="154098"/>
                  </a:lnTo>
                  <a:lnTo>
                    <a:pt x="11476" y="150819"/>
                  </a:lnTo>
                  <a:lnTo>
                    <a:pt x="11476" y="147540"/>
                  </a:lnTo>
                  <a:lnTo>
                    <a:pt x="13114" y="142622"/>
                  </a:lnTo>
                  <a:lnTo>
                    <a:pt x="16393" y="140983"/>
                  </a:lnTo>
                  <a:lnTo>
                    <a:pt x="21311" y="139344"/>
                  </a:lnTo>
                  <a:lnTo>
                    <a:pt x="24590" y="137705"/>
                  </a:lnTo>
                  <a:lnTo>
                    <a:pt x="29508" y="136065"/>
                  </a:lnTo>
                  <a:lnTo>
                    <a:pt x="32787" y="131147"/>
                  </a:lnTo>
                  <a:lnTo>
                    <a:pt x="32787" y="131147"/>
                  </a:lnTo>
                  <a:lnTo>
                    <a:pt x="29508" y="129508"/>
                  </a:lnTo>
                  <a:lnTo>
                    <a:pt x="26229" y="124590"/>
                  </a:lnTo>
                  <a:lnTo>
                    <a:pt x="24590" y="122950"/>
                  </a:lnTo>
                  <a:lnTo>
                    <a:pt x="22951" y="118032"/>
                  </a:lnTo>
                  <a:lnTo>
                    <a:pt x="24590" y="114754"/>
                  </a:lnTo>
                  <a:lnTo>
                    <a:pt x="26229" y="111475"/>
                  </a:lnTo>
                  <a:lnTo>
                    <a:pt x="26229" y="106557"/>
                  </a:lnTo>
                  <a:lnTo>
                    <a:pt x="26229" y="103279"/>
                  </a:lnTo>
                  <a:lnTo>
                    <a:pt x="26229" y="98360"/>
                  </a:lnTo>
                  <a:lnTo>
                    <a:pt x="24590" y="95082"/>
                  </a:lnTo>
                  <a:lnTo>
                    <a:pt x="22951" y="91803"/>
                  </a:lnTo>
                  <a:lnTo>
                    <a:pt x="24590" y="88525"/>
                  </a:lnTo>
                  <a:lnTo>
                    <a:pt x="26229" y="83606"/>
                  </a:lnTo>
                  <a:lnTo>
                    <a:pt x="29508" y="80328"/>
                  </a:lnTo>
                  <a:lnTo>
                    <a:pt x="29508" y="77049"/>
                  </a:lnTo>
                  <a:lnTo>
                    <a:pt x="26229" y="72131"/>
                  </a:lnTo>
                  <a:lnTo>
                    <a:pt x="26229" y="67213"/>
                  </a:lnTo>
                  <a:lnTo>
                    <a:pt x="24590" y="63935"/>
                  </a:lnTo>
                  <a:lnTo>
                    <a:pt x="27869" y="62295"/>
                  </a:lnTo>
                  <a:lnTo>
                    <a:pt x="32787" y="60656"/>
                  </a:lnTo>
                  <a:lnTo>
                    <a:pt x="36066" y="57377"/>
                  </a:lnTo>
                  <a:lnTo>
                    <a:pt x="39344" y="54098"/>
                  </a:lnTo>
                  <a:lnTo>
                    <a:pt x="40983" y="50820"/>
                  </a:lnTo>
                  <a:lnTo>
                    <a:pt x="39344" y="45902"/>
                  </a:lnTo>
                  <a:lnTo>
                    <a:pt x="36066" y="42623"/>
                  </a:lnTo>
                  <a:lnTo>
                    <a:pt x="36066" y="39344"/>
                  </a:lnTo>
                  <a:lnTo>
                    <a:pt x="36066" y="34426"/>
                  </a:lnTo>
                  <a:lnTo>
                    <a:pt x="32787" y="31148"/>
                  </a:lnTo>
                  <a:lnTo>
                    <a:pt x="27869" y="29508"/>
                  </a:lnTo>
                  <a:lnTo>
                    <a:pt x="27869" y="26229"/>
                  </a:lnTo>
                  <a:lnTo>
                    <a:pt x="29508" y="21312"/>
                  </a:lnTo>
                  <a:lnTo>
                    <a:pt x="29508" y="18033"/>
                  </a:lnTo>
                  <a:lnTo>
                    <a:pt x="24590" y="14754"/>
                  </a:lnTo>
                  <a:lnTo>
                    <a:pt x="24590" y="11476"/>
                  </a:lnTo>
                  <a:lnTo>
                    <a:pt x="19672" y="8197"/>
                  </a:lnTo>
                  <a:lnTo>
                    <a:pt x="16393" y="8197"/>
                  </a:lnTo>
                  <a:lnTo>
                    <a:pt x="14754" y="8197"/>
                  </a:lnTo>
                  <a:lnTo>
                    <a:pt x="14754" y="8197"/>
                  </a:lnTo>
                  <a:lnTo>
                    <a:pt x="14754" y="6558"/>
                  </a:lnTo>
                  <a:lnTo>
                    <a:pt x="13114" y="3279"/>
                  </a:lnTo>
                  <a:lnTo>
                    <a:pt x="13114" y="0"/>
                  </a:lnTo>
                  <a:lnTo>
                    <a:pt x="16393" y="0"/>
                  </a:lnTo>
                  <a:lnTo>
                    <a:pt x="19672" y="3279"/>
                  </a:lnTo>
                  <a:lnTo>
                    <a:pt x="22951" y="3279"/>
                  </a:lnTo>
                  <a:lnTo>
                    <a:pt x="27869" y="3279"/>
                  </a:lnTo>
                  <a:lnTo>
                    <a:pt x="31147" y="6558"/>
                  </a:lnTo>
                  <a:lnTo>
                    <a:pt x="34426" y="9836"/>
                  </a:lnTo>
                  <a:lnTo>
                    <a:pt x="39344" y="8197"/>
                  </a:lnTo>
                  <a:lnTo>
                    <a:pt x="42623" y="8197"/>
                  </a:lnTo>
                  <a:lnTo>
                    <a:pt x="44262" y="6558"/>
                  </a:lnTo>
                  <a:lnTo>
                    <a:pt x="47541" y="9836"/>
                  </a:lnTo>
                  <a:lnTo>
                    <a:pt x="50820" y="13115"/>
                  </a:lnTo>
                  <a:lnTo>
                    <a:pt x="50820" y="13115"/>
                  </a:lnTo>
                  <a:lnTo>
                    <a:pt x="52459" y="8197"/>
                  </a:lnTo>
                  <a:lnTo>
                    <a:pt x="52459" y="6558"/>
                  </a:lnTo>
                  <a:lnTo>
                    <a:pt x="55737" y="3279"/>
                  </a:lnTo>
                  <a:lnTo>
                    <a:pt x="59016" y="6558"/>
                  </a:lnTo>
                  <a:lnTo>
                    <a:pt x="62295" y="9836"/>
                  </a:lnTo>
                  <a:lnTo>
                    <a:pt x="65573" y="14754"/>
                  </a:lnTo>
                  <a:lnTo>
                    <a:pt x="68852" y="18033"/>
                  </a:lnTo>
                  <a:lnTo>
                    <a:pt x="70491" y="21312"/>
                  </a:lnTo>
                  <a:lnTo>
                    <a:pt x="73770" y="26229"/>
                  </a:lnTo>
                  <a:lnTo>
                    <a:pt x="73770" y="26229"/>
                  </a:lnTo>
                  <a:lnTo>
                    <a:pt x="73770" y="31148"/>
                  </a:lnTo>
                  <a:lnTo>
                    <a:pt x="73770" y="34426"/>
                  </a:lnTo>
                  <a:lnTo>
                    <a:pt x="75410" y="37705"/>
                  </a:lnTo>
                  <a:lnTo>
                    <a:pt x="75410" y="42623"/>
                  </a:lnTo>
                  <a:lnTo>
                    <a:pt x="75410" y="45902"/>
                  </a:lnTo>
                  <a:lnTo>
                    <a:pt x="75410" y="49180"/>
                  </a:lnTo>
                  <a:lnTo>
                    <a:pt x="75410" y="50820"/>
                  </a:lnTo>
                  <a:lnTo>
                    <a:pt x="77049" y="54098"/>
                  </a:lnTo>
                  <a:lnTo>
                    <a:pt x="78688" y="57377"/>
                  </a:lnTo>
                  <a:lnTo>
                    <a:pt x="77049" y="62295"/>
                  </a:lnTo>
                  <a:lnTo>
                    <a:pt x="77049" y="65573"/>
                  </a:lnTo>
                  <a:lnTo>
                    <a:pt x="75410" y="68852"/>
                  </a:lnTo>
                  <a:lnTo>
                    <a:pt x="75410" y="73770"/>
                  </a:lnTo>
                  <a:lnTo>
                    <a:pt x="77049" y="77049"/>
                  </a:lnTo>
                  <a:lnTo>
                    <a:pt x="80327" y="80328"/>
                  </a:lnTo>
                  <a:lnTo>
                    <a:pt x="83606" y="83606"/>
                  </a:lnTo>
                  <a:lnTo>
                    <a:pt x="86885" y="88525"/>
                  </a:lnTo>
                  <a:lnTo>
                    <a:pt x="88524" y="91803"/>
                  </a:lnTo>
                  <a:lnTo>
                    <a:pt x="88524" y="95082"/>
                  </a:lnTo>
                  <a:lnTo>
                    <a:pt x="85246" y="95082"/>
                  </a:lnTo>
                  <a:lnTo>
                    <a:pt x="81967" y="95082"/>
                  </a:lnTo>
                  <a:lnTo>
                    <a:pt x="77049" y="95082"/>
                  </a:lnTo>
                  <a:lnTo>
                    <a:pt x="75410" y="98360"/>
                  </a:lnTo>
                  <a:lnTo>
                    <a:pt x="75410" y="103279"/>
                  </a:lnTo>
                  <a:lnTo>
                    <a:pt x="73770" y="106557"/>
                  </a:lnTo>
                  <a:lnTo>
                    <a:pt x="72131" y="109836"/>
                  </a:lnTo>
                  <a:lnTo>
                    <a:pt x="68852" y="114754"/>
                  </a:lnTo>
                  <a:lnTo>
                    <a:pt x="67213" y="118032"/>
                  </a:lnTo>
                  <a:lnTo>
                    <a:pt x="65573" y="121311"/>
                  </a:lnTo>
                  <a:lnTo>
                    <a:pt x="65573" y="124590"/>
                  </a:lnTo>
                  <a:lnTo>
                    <a:pt x="67213" y="129508"/>
                  </a:lnTo>
                  <a:lnTo>
                    <a:pt x="67213" y="132786"/>
                  </a:lnTo>
                  <a:lnTo>
                    <a:pt x="68852" y="136065"/>
                  </a:lnTo>
                  <a:lnTo>
                    <a:pt x="68852" y="139344"/>
                  </a:lnTo>
                  <a:lnTo>
                    <a:pt x="70491" y="144262"/>
                  </a:lnTo>
                  <a:lnTo>
                    <a:pt x="70491" y="147540"/>
                  </a:lnTo>
                  <a:lnTo>
                    <a:pt x="72131" y="150819"/>
                  </a:lnTo>
                  <a:lnTo>
                    <a:pt x="72131" y="154098"/>
                  </a:lnTo>
                  <a:lnTo>
                    <a:pt x="72131" y="159016"/>
                  </a:lnTo>
                  <a:lnTo>
                    <a:pt x="72131" y="162295"/>
                  </a:lnTo>
                  <a:lnTo>
                    <a:pt x="72131" y="165573"/>
                  </a:lnTo>
                  <a:lnTo>
                    <a:pt x="72131" y="170491"/>
                  </a:lnTo>
                  <a:lnTo>
                    <a:pt x="72131" y="173770"/>
                  </a:lnTo>
                  <a:lnTo>
                    <a:pt x="73770" y="177049"/>
                  </a:lnTo>
                  <a:lnTo>
                    <a:pt x="78688" y="180327"/>
                  </a:lnTo>
                  <a:lnTo>
                    <a:pt x="81967" y="180327"/>
                  </a:lnTo>
                  <a:lnTo>
                    <a:pt x="83606" y="180327"/>
                  </a:lnTo>
                  <a:lnTo>
                    <a:pt x="86885" y="183606"/>
                  </a:lnTo>
                  <a:lnTo>
                    <a:pt x="88524" y="185245"/>
                  </a:lnTo>
                  <a:lnTo>
                    <a:pt x="91803" y="188524"/>
                  </a:lnTo>
                  <a:lnTo>
                    <a:pt x="95081" y="193442"/>
                  </a:lnTo>
                  <a:lnTo>
                    <a:pt x="96721" y="196720"/>
                  </a:lnTo>
                  <a:lnTo>
                    <a:pt x="100000" y="199999"/>
                  </a:lnTo>
                  <a:lnTo>
                    <a:pt x="103278" y="204917"/>
                  </a:lnTo>
                  <a:lnTo>
                    <a:pt x="106557" y="208196"/>
                  </a:lnTo>
                  <a:lnTo>
                    <a:pt x="108196" y="213114"/>
                  </a:lnTo>
                  <a:lnTo>
                    <a:pt x="109836" y="218032"/>
                  </a:lnTo>
                  <a:lnTo>
                    <a:pt x="111475" y="218032"/>
                  </a:lnTo>
                  <a:lnTo>
                    <a:pt x="113114" y="222950"/>
                  </a:lnTo>
                  <a:lnTo>
                    <a:pt x="116393" y="226229"/>
                  </a:lnTo>
                  <a:lnTo>
                    <a:pt x="119671" y="229507"/>
                  </a:lnTo>
                  <a:lnTo>
                    <a:pt x="119671" y="231147"/>
                  </a:lnTo>
                  <a:lnTo>
                    <a:pt x="119671" y="234425"/>
                  </a:lnTo>
                  <a:lnTo>
                    <a:pt x="119671" y="236065"/>
                  </a:lnTo>
                  <a:lnTo>
                    <a:pt x="119671" y="240983"/>
                  </a:lnTo>
                  <a:lnTo>
                    <a:pt x="121311" y="244262"/>
                  </a:lnTo>
                  <a:lnTo>
                    <a:pt x="119671" y="245901"/>
                  </a:lnTo>
                  <a:lnTo>
                    <a:pt x="118032" y="250819"/>
                  </a:lnTo>
                  <a:lnTo>
                    <a:pt x="116393" y="254097"/>
                  </a:lnTo>
                  <a:lnTo>
                    <a:pt x="118032" y="257376"/>
                  </a:lnTo>
                  <a:lnTo>
                    <a:pt x="118032" y="260655"/>
                  </a:lnTo>
                  <a:lnTo>
                    <a:pt x="118032" y="262294"/>
                  </a:lnTo>
                  <a:lnTo>
                    <a:pt x="119671" y="267212"/>
                  </a:lnTo>
                  <a:lnTo>
                    <a:pt x="118032" y="270491"/>
                  </a:lnTo>
                  <a:lnTo>
                    <a:pt x="118032" y="273769"/>
                  </a:lnTo>
                  <a:lnTo>
                    <a:pt x="118032" y="278687"/>
                  </a:lnTo>
                  <a:lnTo>
                    <a:pt x="118032" y="281966"/>
                  </a:lnTo>
                  <a:lnTo>
                    <a:pt x="116393" y="285245"/>
                  </a:lnTo>
                  <a:lnTo>
                    <a:pt x="116393" y="288523"/>
                  </a:lnTo>
                  <a:lnTo>
                    <a:pt x="114754" y="293442"/>
                  </a:lnTo>
                  <a:lnTo>
                    <a:pt x="114754" y="293442"/>
                  </a:lnTo>
                  <a:lnTo>
                    <a:pt x="113114" y="293442"/>
                  </a:lnTo>
                  <a:lnTo>
                    <a:pt x="109836" y="295081"/>
                  </a:lnTo>
                  <a:lnTo>
                    <a:pt x="106557" y="296720"/>
                  </a:lnTo>
                  <a:lnTo>
                    <a:pt x="103278" y="296720"/>
                  </a:lnTo>
                  <a:lnTo>
                    <a:pt x="98360" y="298359"/>
                  </a:lnTo>
                  <a:lnTo>
                    <a:pt x="95081" y="301638"/>
                  </a:lnTo>
                  <a:lnTo>
                    <a:pt x="95081" y="306556"/>
                  </a:lnTo>
                  <a:lnTo>
                    <a:pt x="93442" y="309835"/>
                  </a:lnTo>
                  <a:lnTo>
                    <a:pt x="91803" y="313113"/>
                  </a:lnTo>
                  <a:lnTo>
                    <a:pt x="90164" y="314753"/>
                  </a:lnTo>
                  <a:lnTo>
                    <a:pt x="90164" y="314753"/>
                  </a:lnTo>
                  <a:lnTo>
                    <a:pt x="90164" y="314753"/>
                  </a:lnTo>
                  <a:lnTo>
                    <a:pt x="90164" y="314753"/>
                  </a:lnTo>
                  <a:lnTo>
                    <a:pt x="90164" y="314753"/>
                  </a:lnTo>
                  <a:lnTo>
                    <a:pt x="93442" y="319671"/>
                  </a:lnTo>
                  <a:lnTo>
                    <a:pt x="95081" y="322950"/>
                  </a:lnTo>
                  <a:lnTo>
                    <a:pt x="95081" y="326228"/>
                  </a:lnTo>
                  <a:lnTo>
                    <a:pt x="95081" y="331146"/>
                  </a:lnTo>
                  <a:lnTo>
                    <a:pt x="95081" y="334425"/>
                  </a:lnTo>
                  <a:lnTo>
                    <a:pt x="95081" y="337703"/>
                  </a:lnTo>
                  <a:lnTo>
                    <a:pt x="95081" y="340982"/>
                  </a:lnTo>
                  <a:lnTo>
                    <a:pt x="93442" y="340982"/>
                  </a:lnTo>
                  <a:lnTo>
                    <a:pt x="91803" y="340982"/>
                  </a:lnTo>
                  <a:lnTo>
                    <a:pt x="86885" y="340982"/>
                  </a:lnTo>
                  <a:lnTo>
                    <a:pt x="85246" y="336064"/>
                  </a:lnTo>
                  <a:lnTo>
                    <a:pt x="88524" y="332786"/>
                  </a:lnTo>
                  <a:lnTo>
                    <a:pt x="90164" y="329507"/>
                  </a:lnTo>
                  <a:lnTo>
                    <a:pt x="85246" y="326228"/>
                  </a:lnTo>
                  <a:lnTo>
                    <a:pt x="83606" y="326228"/>
                  </a:lnTo>
                  <a:lnTo>
                    <a:pt x="81967" y="321310"/>
                  </a:lnTo>
                  <a:lnTo>
                    <a:pt x="78688" y="318032"/>
                  </a:lnTo>
                  <a:lnTo>
                    <a:pt x="75410" y="314753"/>
                  </a:lnTo>
                  <a:lnTo>
                    <a:pt x="72131" y="309835"/>
                  </a:lnTo>
                  <a:lnTo>
                    <a:pt x="68852" y="306556"/>
                  </a:lnTo>
                  <a:lnTo>
                    <a:pt x="65573" y="303277"/>
                  </a:lnTo>
                  <a:lnTo>
                    <a:pt x="62295" y="299999"/>
                  </a:lnTo>
                  <a:lnTo>
                    <a:pt x="62295" y="295081"/>
                  </a:lnTo>
                  <a:lnTo>
                    <a:pt x="62295" y="291802"/>
                  </a:lnTo>
                  <a:lnTo>
                    <a:pt x="59016" y="288523"/>
                  </a:lnTo>
                  <a:lnTo>
                    <a:pt x="57377" y="283606"/>
                  </a:lnTo>
                  <a:lnTo>
                    <a:pt x="59016" y="280327"/>
                  </a:lnTo>
                  <a:lnTo>
                    <a:pt x="62295" y="277048"/>
                  </a:lnTo>
                  <a:lnTo>
                    <a:pt x="63934" y="272130"/>
                  </a:lnTo>
                  <a:lnTo>
                    <a:pt x="63934" y="272130"/>
                  </a:lnTo>
                  <a:lnTo>
                    <a:pt x="63934" y="267212"/>
                  </a:lnTo>
                  <a:lnTo>
                    <a:pt x="67213" y="263933"/>
                  </a:lnTo>
                  <a:lnTo>
                    <a:pt x="70491" y="259016"/>
                  </a:lnTo>
                  <a:lnTo>
                    <a:pt x="70491" y="255737"/>
                  </a:lnTo>
                  <a:lnTo>
                    <a:pt x="70491" y="252458"/>
                  </a:lnTo>
                  <a:lnTo>
                    <a:pt x="70491" y="249179"/>
                  </a:lnTo>
                  <a:lnTo>
                    <a:pt x="72131" y="245901"/>
                  </a:lnTo>
                  <a:lnTo>
                    <a:pt x="70491" y="242622"/>
                  </a:lnTo>
                  <a:lnTo>
                    <a:pt x="70491" y="237704"/>
                  </a:lnTo>
                  <a:lnTo>
                    <a:pt x="68852" y="234425"/>
                  </a:lnTo>
                  <a:lnTo>
                    <a:pt x="68852" y="229507"/>
                  </a:lnTo>
                  <a:lnTo>
                    <a:pt x="67213" y="226229"/>
                  </a:lnTo>
                  <a:lnTo>
                    <a:pt x="65573" y="222950"/>
                  </a:lnTo>
                  <a:lnTo>
                    <a:pt x="62295" y="219672"/>
                  </a:lnTo>
                  <a:lnTo>
                    <a:pt x="57377" y="221310"/>
                  </a:lnTo>
                  <a:lnTo>
                    <a:pt x="54098" y="221310"/>
                  </a:lnTo>
                  <a:lnTo>
                    <a:pt x="49180" y="222950"/>
                  </a:lnTo>
                  <a:lnTo>
                    <a:pt x="45901" y="222950"/>
                  </a:lnTo>
                  <a:lnTo>
                    <a:pt x="42623" y="226229"/>
                  </a:lnTo>
                  <a:lnTo>
                    <a:pt x="37705" y="224589"/>
                  </a:lnTo>
                  <a:lnTo>
                    <a:pt x="37705" y="227868"/>
                  </a:lnTo>
                  <a:lnTo>
                    <a:pt x="32787" y="224589"/>
                  </a:lnTo>
                  <a:lnTo>
                    <a:pt x="29508" y="221310"/>
                  </a:lnTo>
                  <a:lnTo>
                    <a:pt x="27869" y="216393"/>
                  </a:lnTo>
                  <a:lnTo>
                    <a:pt x="26229" y="213114"/>
                  </a:lnTo>
                  <a:lnTo>
                    <a:pt x="22951" y="209835"/>
                  </a:lnTo>
                  <a:lnTo>
                    <a:pt x="22951" y="204917"/>
                  </a:lnTo>
                  <a:lnTo>
                    <a:pt x="19672" y="203278"/>
                  </a:lnTo>
                  <a:lnTo>
                    <a:pt x="18033" y="198360"/>
                  </a:lnTo>
                  <a:lnTo>
                    <a:pt x="18033" y="198360"/>
                  </a:lnTo>
                  <a:lnTo>
                    <a:pt x="16393" y="198360"/>
                  </a:lnTo>
                  <a:lnTo>
                    <a:pt x="13114" y="203278"/>
                  </a:lnTo>
                  <a:lnTo>
                    <a:pt x="11476" y="203278"/>
                  </a:lnTo>
                  <a:lnTo>
                    <a:pt x="11476" y="199999"/>
                  </a:lnTo>
                  <a:lnTo>
                    <a:pt x="8197" y="195081"/>
                  </a:lnTo>
                  <a:lnTo>
                    <a:pt x="3279" y="193442"/>
                  </a:lnTo>
                  <a:lnTo>
                    <a:pt x="3279" y="19016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8" name="Freeform 3797">
              <a:extLst>
                <a:ext uri="{FF2B5EF4-FFF2-40B4-BE49-F238E27FC236}">
                  <a16:creationId xmlns:a16="http://schemas.microsoft.com/office/drawing/2014/main" id="{BC42C154-AF61-A143-8CE2-DB4EA530316B}"/>
                </a:ext>
              </a:extLst>
            </p:cNvPr>
            <p:cNvSpPr/>
            <p:nvPr/>
          </p:nvSpPr>
          <p:spPr>
            <a:xfrm>
              <a:off x="7799270" y="2311626"/>
              <a:ext cx="296720" cy="191802"/>
            </a:xfrm>
            <a:custGeom>
              <a:avLst/>
              <a:gdLst>
                <a:gd name="connsiteX0" fmla="*/ 0 w 296720"/>
                <a:gd name="connsiteY0" fmla="*/ 77049 h 191802"/>
                <a:gd name="connsiteX1" fmla="*/ 1639 w 296720"/>
                <a:gd name="connsiteY1" fmla="*/ 73770 h 191802"/>
                <a:gd name="connsiteX2" fmla="*/ 1639 w 296720"/>
                <a:gd name="connsiteY2" fmla="*/ 70492 h 191802"/>
                <a:gd name="connsiteX3" fmla="*/ 0 w 296720"/>
                <a:gd name="connsiteY3" fmla="*/ 68852 h 191802"/>
                <a:gd name="connsiteX4" fmla="*/ 1639 w 296720"/>
                <a:gd name="connsiteY4" fmla="*/ 68852 h 191802"/>
                <a:gd name="connsiteX5" fmla="*/ 3279 w 296720"/>
                <a:gd name="connsiteY5" fmla="*/ 67213 h 191802"/>
                <a:gd name="connsiteX6" fmla="*/ 4918 w 296720"/>
                <a:gd name="connsiteY6" fmla="*/ 65573 h 191802"/>
                <a:gd name="connsiteX7" fmla="*/ 8197 w 296720"/>
                <a:gd name="connsiteY7" fmla="*/ 62295 h 191802"/>
                <a:gd name="connsiteX8" fmla="*/ 13115 w 296720"/>
                <a:gd name="connsiteY8" fmla="*/ 62295 h 191802"/>
                <a:gd name="connsiteX9" fmla="*/ 16393 w 296720"/>
                <a:gd name="connsiteY9" fmla="*/ 63934 h 191802"/>
                <a:gd name="connsiteX10" fmla="*/ 19672 w 296720"/>
                <a:gd name="connsiteY10" fmla="*/ 63934 h 191802"/>
                <a:gd name="connsiteX11" fmla="*/ 22951 w 296720"/>
                <a:gd name="connsiteY11" fmla="*/ 65573 h 191802"/>
                <a:gd name="connsiteX12" fmla="*/ 27869 w 296720"/>
                <a:gd name="connsiteY12" fmla="*/ 65573 h 191802"/>
                <a:gd name="connsiteX13" fmla="*/ 31147 w 296720"/>
                <a:gd name="connsiteY13" fmla="*/ 65573 h 191802"/>
                <a:gd name="connsiteX14" fmla="*/ 34426 w 296720"/>
                <a:gd name="connsiteY14" fmla="*/ 67213 h 191802"/>
                <a:gd name="connsiteX15" fmla="*/ 39344 w 296720"/>
                <a:gd name="connsiteY15" fmla="*/ 65573 h 191802"/>
                <a:gd name="connsiteX16" fmla="*/ 40983 w 296720"/>
                <a:gd name="connsiteY16" fmla="*/ 60655 h 191802"/>
                <a:gd name="connsiteX17" fmla="*/ 40983 w 296720"/>
                <a:gd name="connsiteY17" fmla="*/ 55737 h 191802"/>
                <a:gd name="connsiteX18" fmla="*/ 39344 w 296720"/>
                <a:gd name="connsiteY18" fmla="*/ 52459 h 191802"/>
                <a:gd name="connsiteX19" fmla="*/ 42623 w 296720"/>
                <a:gd name="connsiteY19" fmla="*/ 52459 h 191802"/>
                <a:gd name="connsiteX20" fmla="*/ 45902 w 296720"/>
                <a:gd name="connsiteY20" fmla="*/ 50820 h 191802"/>
                <a:gd name="connsiteX21" fmla="*/ 44262 w 296720"/>
                <a:gd name="connsiteY21" fmla="*/ 47541 h 191802"/>
                <a:gd name="connsiteX22" fmla="*/ 47541 w 296720"/>
                <a:gd name="connsiteY22" fmla="*/ 50820 h 191802"/>
                <a:gd name="connsiteX23" fmla="*/ 44262 w 296720"/>
                <a:gd name="connsiteY23" fmla="*/ 45901 h 191802"/>
                <a:gd name="connsiteX24" fmla="*/ 42623 w 296720"/>
                <a:gd name="connsiteY24" fmla="*/ 42623 h 191802"/>
                <a:gd name="connsiteX25" fmla="*/ 47541 w 296720"/>
                <a:gd name="connsiteY25" fmla="*/ 42623 h 191802"/>
                <a:gd name="connsiteX26" fmla="*/ 47541 w 296720"/>
                <a:gd name="connsiteY26" fmla="*/ 42623 h 191802"/>
                <a:gd name="connsiteX27" fmla="*/ 45902 w 296720"/>
                <a:gd name="connsiteY27" fmla="*/ 39344 h 191802"/>
                <a:gd name="connsiteX28" fmla="*/ 44262 w 296720"/>
                <a:gd name="connsiteY28" fmla="*/ 39344 h 191802"/>
                <a:gd name="connsiteX29" fmla="*/ 40983 w 296720"/>
                <a:gd name="connsiteY29" fmla="*/ 40983 h 191802"/>
                <a:gd name="connsiteX30" fmla="*/ 39344 w 296720"/>
                <a:gd name="connsiteY30" fmla="*/ 40983 h 191802"/>
                <a:gd name="connsiteX31" fmla="*/ 36066 w 296720"/>
                <a:gd name="connsiteY31" fmla="*/ 39344 h 191802"/>
                <a:gd name="connsiteX32" fmla="*/ 36066 w 296720"/>
                <a:gd name="connsiteY32" fmla="*/ 39344 h 191802"/>
                <a:gd name="connsiteX33" fmla="*/ 36066 w 296720"/>
                <a:gd name="connsiteY33" fmla="*/ 37705 h 191802"/>
                <a:gd name="connsiteX34" fmla="*/ 40983 w 296720"/>
                <a:gd name="connsiteY34" fmla="*/ 37705 h 191802"/>
                <a:gd name="connsiteX35" fmla="*/ 40983 w 296720"/>
                <a:gd name="connsiteY35" fmla="*/ 37705 h 191802"/>
                <a:gd name="connsiteX36" fmla="*/ 42623 w 296720"/>
                <a:gd name="connsiteY36" fmla="*/ 37705 h 191802"/>
                <a:gd name="connsiteX37" fmla="*/ 47541 w 296720"/>
                <a:gd name="connsiteY37" fmla="*/ 36065 h 191802"/>
                <a:gd name="connsiteX38" fmla="*/ 49180 w 296720"/>
                <a:gd name="connsiteY38" fmla="*/ 36065 h 191802"/>
                <a:gd name="connsiteX39" fmla="*/ 50820 w 296720"/>
                <a:gd name="connsiteY39" fmla="*/ 36065 h 191802"/>
                <a:gd name="connsiteX40" fmla="*/ 50820 w 296720"/>
                <a:gd name="connsiteY40" fmla="*/ 36065 h 191802"/>
                <a:gd name="connsiteX41" fmla="*/ 54098 w 296720"/>
                <a:gd name="connsiteY41" fmla="*/ 37705 h 191802"/>
                <a:gd name="connsiteX42" fmla="*/ 57377 w 296720"/>
                <a:gd name="connsiteY42" fmla="*/ 37705 h 191802"/>
                <a:gd name="connsiteX43" fmla="*/ 57377 w 296720"/>
                <a:gd name="connsiteY43" fmla="*/ 37705 h 191802"/>
                <a:gd name="connsiteX44" fmla="*/ 59016 w 296720"/>
                <a:gd name="connsiteY44" fmla="*/ 37705 h 191802"/>
                <a:gd name="connsiteX45" fmla="*/ 60656 w 296720"/>
                <a:gd name="connsiteY45" fmla="*/ 37705 h 191802"/>
                <a:gd name="connsiteX46" fmla="*/ 59016 w 296720"/>
                <a:gd name="connsiteY46" fmla="*/ 36065 h 191802"/>
                <a:gd name="connsiteX47" fmla="*/ 57377 w 296720"/>
                <a:gd name="connsiteY47" fmla="*/ 36065 h 191802"/>
                <a:gd name="connsiteX48" fmla="*/ 57377 w 296720"/>
                <a:gd name="connsiteY48" fmla="*/ 32787 h 191802"/>
                <a:gd name="connsiteX49" fmla="*/ 59016 w 296720"/>
                <a:gd name="connsiteY49" fmla="*/ 32787 h 191802"/>
                <a:gd name="connsiteX50" fmla="*/ 59016 w 296720"/>
                <a:gd name="connsiteY50" fmla="*/ 29508 h 191802"/>
                <a:gd name="connsiteX51" fmla="*/ 57377 w 296720"/>
                <a:gd name="connsiteY51" fmla="*/ 27869 h 191802"/>
                <a:gd name="connsiteX52" fmla="*/ 55737 w 296720"/>
                <a:gd name="connsiteY52" fmla="*/ 24590 h 191802"/>
                <a:gd name="connsiteX53" fmla="*/ 52459 w 296720"/>
                <a:gd name="connsiteY53" fmla="*/ 21311 h 191802"/>
                <a:gd name="connsiteX54" fmla="*/ 55737 w 296720"/>
                <a:gd name="connsiteY54" fmla="*/ 16393 h 191802"/>
                <a:gd name="connsiteX55" fmla="*/ 55737 w 296720"/>
                <a:gd name="connsiteY55" fmla="*/ 13115 h 191802"/>
                <a:gd name="connsiteX56" fmla="*/ 59016 w 296720"/>
                <a:gd name="connsiteY56" fmla="*/ 11475 h 191802"/>
                <a:gd name="connsiteX57" fmla="*/ 62295 w 296720"/>
                <a:gd name="connsiteY57" fmla="*/ 13115 h 191802"/>
                <a:gd name="connsiteX58" fmla="*/ 63934 w 296720"/>
                <a:gd name="connsiteY58" fmla="*/ 13115 h 191802"/>
                <a:gd name="connsiteX59" fmla="*/ 67213 w 296720"/>
                <a:gd name="connsiteY59" fmla="*/ 16393 h 191802"/>
                <a:gd name="connsiteX60" fmla="*/ 70492 w 296720"/>
                <a:gd name="connsiteY60" fmla="*/ 18033 h 191802"/>
                <a:gd name="connsiteX61" fmla="*/ 73770 w 296720"/>
                <a:gd name="connsiteY61" fmla="*/ 14754 h 191802"/>
                <a:gd name="connsiteX62" fmla="*/ 78688 w 296720"/>
                <a:gd name="connsiteY62" fmla="*/ 13115 h 191802"/>
                <a:gd name="connsiteX63" fmla="*/ 78688 w 296720"/>
                <a:gd name="connsiteY63" fmla="*/ 13115 h 191802"/>
                <a:gd name="connsiteX64" fmla="*/ 78688 w 296720"/>
                <a:gd name="connsiteY64" fmla="*/ 13115 h 191802"/>
                <a:gd name="connsiteX65" fmla="*/ 83606 w 296720"/>
                <a:gd name="connsiteY65" fmla="*/ 9836 h 191802"/>
                <a:gd name="connsiteX66" fmla="*/ 86885 w 296720"/>
                <a:gd name="connsiteY66" fmla="*/ 8197 h 191802"/>
                <a:gd name="connsiteX67" fmla="*/ 90164 w 296720"/>
                <a:gd name="connsiteY67" fmla="*/ 4918 h 191802"/>
                <a:gd name="connsiteX68" fmla="*/ 91803 w 296720"/>
                <a:gd name="connsiteY68" fmla="*/ 0 h 191802"/>
                <a:gd name="connsiteX69" fmla="*/ 93442 w 296720"/>
                <a:gd name="connsiteY69" fmla="*/ 1639 h 191802"/>
                <a:gd name="connsiteX70" fmla="*/ 96721 w 296720"/>
                <a:gd name="connsiteY70" fmla="*/ 4918 h 191802"/>
                <a:gd name="connsiteX71" fmla="*/ 101639 w 296720"/>
                <a:gd name="connsiteY71" fmla="*/ 8197 h 191802"/>
                <a:gd name="connsiteX72" fmla="*/ 103279 w 296720"/>
                <a:gd name="connsiteY72" fmla="*/ 13115 h 191802"/>
                <a:gd name="connsiteX73" fmla="*/ 106557 w 296720"/>
                <a:gd name="connsiteY73" fmla="*/ 13115 h 191802"/>
                <a:gd name="connsiteX74" fmla="*/ 106557 w 296720"/>
                <a:gd name="connsiteY74" fmla="*/ 14754 h 191802"/>
                <a:gd name="connsiteX75" fmla="*/ 103279 w 296720"/>
                <a:gd name="connsiteY75" fmla="*/ 18033 h 191802"/>
                <a:gd name="connsiteX76" fmla="*/ 100000 w 296720"/>
                <a:gd name="connsiteY76" fmla="*/ 21311 h 191802"/>
                <a:gd name="connsiteX77" fmla="*/ 98360 w 296720"/>
                <a:gd name="connsiteY77" fmla="*/ 22951 h 191802"/>
                <a:gd name="connsiteX78" fmla="*/ 95082 w 296720"/>
                <a:gd name="connsiteY78" fmla="*/ 24590 h 191802"/>
                <a:gd name="connsiteX79" fmla="*/ 95082 w 296720"/>
                <a:gd name="connsiteY79" fmla="*/ 27869 h 191802"/>
                <a:gd name="connsiteX80" fmla="*/ 96721 w 296720"/>
                <a:gd name="connsiteY80" fmla="*/ 29508 h 191802"/>
                <a:gd name="connsiteX81" fmla="*/ 98360 w 296720"/>
                <a:gd name="connsiteY81" fmla="*/ 31147 h 191802"/>
                <a:gd name="connsiteX82" fmla="*/ 100000 w 296720"/>
                <a:gd name="connsiteY82" fmla="*/ 31147 h 191802"/>
                <a:gd name="connsiteX83" fmla="*/ 100000 w 296720"/>
                <a:gd name="connsiteY83" fmla="*/ 31147 h 191802"/>
                <a:gd name="connsiteX84" fmla="*/ 104917 w 296720"/>
                <a:gd name="connsiteY84" fmla="*/ 34426 h 191802"/>
                <a:gd name="connsiteX85" fmla="*/ 108196 w 296720"/>
                <a:gd name="connsiteY85" fmla="*/ 37705 h 191802"/>
                <a:gd name="connsiteX86" fmla="*/ 111475 w 296720"/>
                <a:gd name="connsiteY86" fmla="*/ 36065 h 191802"/>
                <a:gd name="connsiteX87" fmla="*/ 114754 w 296720"/>
                <a:gd name="connsiteY87" fmla="*/ 36065 h 191802"/>
                <a:gd name="connsiteX88" fmla="*/ 118032 w 296720"/>
                <a:gd name="connsiteY88" fmla="*/ 36065 h 191802"/>
                <a:gd name="connsiteX89" fmla="*/ 114754 w 296720"/>
                <a:gd name="connsiteY89" fmla="*/ 39344 h 191802"/>
                <a:gd name="connsiteX90" fmla="*/ 111475 w 296720"/>
                <a:gd name="connsiteY90" fmla="*/ 40983 h 191802"/>
                <a:gd name="connsiteX91" fmla="*/ 109836 w 296720"/>
                <a:gd name="connsiteY91" fmla="*/ 44262 h 191802"/>
                <a:gd name="connsiteX92" fmla="*/ 109836 w 296720"/>
                <a:gd name="connsiteY92" fmla="*/ 45901 h 191802"/>
                <a:gd name="connsiteX93" fmla="*/ 106557 w 296720"/>
                <a:gd name="connsiteY93" fmla="*/ 49180 h 191802"/>
                <a:gd name="connsiteX94" fmla="*/ 103279 w 296720"/>
                <a:gd name="connsiteY94" fmla="*/ 49180 h 191802"/>
                <a:gd name="connsiteX95" fmla="*/ 106557 w 296720"/>
                <a:gd name="connsiteY95" fmla="*/ 45901 h 191802"/>
                <a:gd name="connsiteX96" fmla="*/ 106557 w 296720"/>
                <a:gd name="connsiteY96" fmla="*/ 45901 h 191802"/>
                <a:gd name="connsiteX97" fmla="*/ 106557 w 296720"/>
                <a:gd name="connsiteY97" fmla="*/ 44262 h 191802"/>
                <a:gd name="connsiteX98" fmla="*/ 101639 w 296720"/>
                <a:gd name="connsiteY98" fmla="*/ 42623 h 191802"/>
                <a:gd name="connsiteX99" fmla="*/ 98360 w 296720"/>
                <a:gd name="connsiteY99" fmla="*/ 42623 h 191802"/>
                <a:gd name="connsiteX100" fmla="*/ 95082 w 296720"/>
                <a:gd name="connsiteY100" fmla="*/ 39344 h 191802"/>
                <a:gd name="connsiteX101" fmla="*/ 90164 w 296720"/>
                <a:gd name="connsiteY101" fmla="*/ 39344 h 191802"/>
                <a:gd name="connsiteX102" fmla="*/ 86885 w 296720"/>
                <a:gd name="connsiteY102" fmla="*/ 37705 h 191802"/>
                <a:gd name="connsiteX103" fmla="*/ 85246 w 296720"/>
                <a:gd name="connsiteY103" fmla="*/ 36065 h 191802"/>
                <a:gd name="connsiteX104" fmla="*/ 83606 w 296720"/>
                <a:gd name="connsiteY104" fmla="*/ 36065 h 191802"/>
                <a:gd name="connsiteX105" fmla="*/ 83606 w 296720"/>
                <a:gd name="connsiteY105" fmla="*/ 37705 h 191802"/>
                <a:gd name="connsiteX106" fmla="*/ 80327 w 296720"/>
                <a:gd name="connsiteY106" fmla="*/ 37705 h 191802"/>
                <a:gd name="connsiteX107" fmla="*/ 75410 w 296720"/>
                <a:gd name="connsiteY107" fmla="*/ 39344 h 191802"/>
                <a:gd name="connsiteX108" fmla="*/ 72131 w 296720"/>
                <a:gd name="connsiteY108" fmla="*/ 40983 h 191802"/>
                <a:gd name="connsiteX109" fmla="*/ 68852 w 296720"/>
                <a:gd name="connsiteY109" fmla="*/ 40983 h 191802"/>
                <a:gd name="connsiteX110" fmla="*/ 67213 w 296720"/>
                <a:gd name="connsiteY110" fmla="*/ 42623 h 191802"/>
                <a:gd name="connsiteX111" fmla="*/ 68852 w 296720"/>
                <a:gd name="connsiteY111" fmla="*/ 45901 h 191802"/>
                <a:gd name="connsiteX112" fmla="*/ 68852 w 296720"/>
                <a:gd name="connsiteY112" fmla="*/ 50820 h 191802"/>
                <a:gd name="connsiteX113" fmla="*/ 65573 w 296720"/>
                <a:gd name="connsiteY113" fmla="*/ 47541 h 191802"/>
                <a:gd name="connsiteX114" fmla="*/ 62295 w 296720"/>
                <a:gd name="connsiteY114" fmla="*/ 50820 h 191802"/>
                <a:gd name="connsiteX115" fmla="*/ 62295 w 296720"/>
                <a:gd name="connsiteY115" fmla="*/ 55737 h 191802"/>
                <a:gd name="connsiteX116" fmla="*/ 63934 w 296720"/>
                <a:gd name="connsiteY116" fmla="*/ 59016 h 191802"/>
                <a:gd name="connsiteX117" fmla="*/ 65573 w 296720"/>
                <a:gd name="connsiteY117" fmla="*/ 62295 h 191802"/>
                <a:gd name="connsiteX118" fmla="*/ 67213 w 296720"/>
                <a:gd name="connsiteY118" fmla="*/ 67213 h 191802"/>
                <a:gd name="connsiteX119" fmla="*/ 70492 w 296720"/>
                <a:gd name="connsiteY119" fmla="*/ 67213 h 191802"/>
                <a:gd name="connsiteX120" fmla="*/ 73770 w 296720"/>
                <a:gd name="connsiteY120" fmla="*/ 67213 h 191802"/>
                <a:gd name="connsiteX121" fmla="*/ 77049 w 296720"/>
                <a:gd name="connsiteY121" fmla="*/ 63934 h 191802"/>
                <a:gd name="connsiteX122" fmla="*/ 81967 w 296720"/>
                <a:gd name="connsiteY122" fmla="*/ 63934 h 191802"/>
                <a:gd name="connsiteX123" fmla="*/ 85246 w 296720"/>
                <a:gd name="connsiteY123" fmla="*/ 67213 h 191802"/>
                <a:gd name="connsiteX124" fmla="*/ 90164 w 296720"/>
                <a:gd name="connsiteY124" fmla="*/ 65573 h 191802"/>
                <a:gd name="connsiteX125" fmla="*/ 91803 w 296720"/>
                <a:gd name="connsiteY125" fmla="*/ 67213 h 191802"/>
                <a:gd name="connsiteX126" fmla="*/ 95082 w 296720"/>
                <a:gd name="connsiteY126" fmla="*/ 65573 h 191802"/>
                <a:gd name="connsiteX127" fmla="*/ 100000 w 296720"/>
                <a:gd name="connsiteY127" fmla="*/ 62295 h 191802"/>
                <a:gd name="connsiteX128" fmla="*/ 100000 w 296720"/>
                <a:gd name="connsiteY128" fmla="*/ 67213 h 191802"/>
                <a:gd name="connsiteX129" fmla="*/ 103279 w 296720"/>
                <a:gd name="connsiteY129" fmla="*/ 65573 h 191802"/>
                <a:gd name="connsiteX130" fmla="*/ 106557 w 296720"/>
                <a:gd name="connsiteY130" fmla="*/ 63934 h 191802"/>
                <a:gd name="connsiteX131" fmla="*/ 111475 w 296720"/>
                <a:gd name="connsiteY131" fmla="*/ 63934 h 191802"/>
                <a:gd name="connsiteX132" fmla="*/ 114754 w 296720"/>
                <a:gd name="connsiteY132" fmla="*/ 65573 h 191802"/>
                <a:gd name="connsiteX133" fmla="*/ 116393 w 296720"/>
                <a:gd name="connsiteY133" fmla="*/ 67213 h 191802"/>
                <a:gd name="connsiteX134" fmla="*/ 118032 w 296720"/>
                <a:gd name="connsiteY134" fmla="*/ 72131 h 191802"/>
                <a:gd name="connsiteX135" fmla="*/ 122950 w 296720"/>
                <a:gd name="connsiteY135" fmla="*/ 72131 h 191802"/>
                <a:gd name="connsiteX136" fmla="*/ 126229 w 296720"/>
                <a:gd name="connsiteY136" fmla="*/ 70492 h 191802"/>
                <a:gd name="connsiteX137" fmla="*/ 129508 w 296720"/>
                <a:gd name="connsiteY137" fmla="*/ 72131 h 191802"/>
                <a:gd name="connsiteX138" fmla="*/ 131147 w 296720"/>
                <a:gd name="connsiteY138" fmla="*/ 67213 h 191802"/>
                <a:gd name="connsiteX139" fmla="*/ 134426 w 296720"/>
                <a:gd name="connsiteY139" fmla="*/ 67213 h 191802"/>
                <a:gd name="connsiteX140" fmla="*/ 137704 w 296720"/>
                <a:gd name="connsiteY140" fmla="*/ 65573 h 191802"/>
                <a:gd name="connsiteX141" fmla="*/ 140983 w 296720"/>
                <a:gd name="connsiteY141" fmla="*/ 63934 h 191802"/>
                <a:gd name="connsiteX142" fmla="*/ 145901 w 296720"/>
                <a:gd name="connsiteY142" fmla="*/ 63934 h 191802"/>
                <a:gd name="connsiteX143" fmla="*/ 145901 w 296720"/>
                <a:gd name="connsiteY143" fmla="*/ 67213 h 191802"/>
                <a:gd name="connsiteX144" fmla="*/ 149180 w 296720"/>
                <a:gd name="connsiteY144" fmla="*/ 70492 h 191802"/>
                <a:gd name="connsiteX145" fmla="*/ 154098 w 296720"/>
                <a:gd name="connsiteY145" fmla="*/ 70492 h 191802"/>
                <a:gd name="connsiteX146" fmla="*/ 155737 w 296720"/>
                <a:gd name="connsiteY146" fmla="*/ 70492 h 191802"/>
                <a:gd name="connsiteX147" fmla="*/ 155737 w 296720"/>
                <a:gd name="connsiteY147" fmla="*/ 73770 h 191802"/>
                <a:gd name="connsiteX148" fmla="*/ 157376 w 296720"/>
                <a:gd name="connsiteY148" fmla="*/ 78688 h 191802"/>
                <a:gd name="connsiteX149" fmla="*/ 162294 w 296720"/>
                <a:gd name="connsiteY149" fmla="*/ 77049 h 191802"/>
                <a:gd name="connsiteX150" fmla="*/ 165573 w 296720"/>
                <a:gd name="connsiteY150" fmla="*/ 75410 h 191802"/>
                <a:gd name="connsiteX151" fmla="*/ 168852 w 296720"/>
                <a:gd name="connsiteY151" fmla="*/ 77049 h 191802"/>
                <a:gd name="connsiteX152" fmla="*/ 173770 w 296720"/>
                <a:gd name="connsiteY152" fmla="*/ 78688 h 191802"/>
                <a:gd name="connsiteX153" fmla="*/ 175409 w 296720"/>
                <a:gd name="connsiteY153" fmla="*/ 81967 h 191802"/>
                <a:gd name="connsiteX154" fmla="*/ 177049 w 296720"/>
                <a:gd name="connsiteY154" fmla="*/ 78688 h 191802"/>
                <a:gd name="connsiteX155" fmla="*/ 180327 w 296720"/>
                <a:gd name="connsiteY155" fmla="*/ 75410 h 191802"/>
                <a:gd name="connsiteX156" fmla="*/ 185245 w 296720"/>
                <a:gd name="connsiteY156" fmla="*/ 73770 h 191802"/>
                <a:gd name="connsiteX157" fmla="*/ 188524 w 296720"/>
                <a:gd name="connsiteY157" fmla="*/ 72131 h 191802"/>
                <a:gd name="connsiteX158" fmla="*/ 191803 w 296720"/>
                <a:gd name="connsiteY158" fmla="*/ 73770 h 191802"/>
                <a:gd name="connsiteX159" fmla="*/ 195081 w 296720"/>
                <a:gd name="connsiteY159" fmla="*/ 73770 h 191802"/>
                <a:gd name="connsiteX160" fmla="*/ 199999 w 296720"/>
                <a:gd name="connsiteY160" fmla="*/ 73770 h 191802"/>
                <a:gd name="connsiteX161" fmla="*/ 203278 w 296720"/>
                <a:gd name="connsiteY161" fmla="*/ 73770 h 191802"/>
                <a:gd name="connsiteX162" fmla="*/ 206557 w 296720"/>
                <a:gd name="connsiteY162" fmla="*/ 73770 h 191802"/>
                <a:gd name="connsiteX163" fmla="*/ 209835 w 296720"/>
                <a:gd name="connsiteY163" fmla="*/ 73770 h 191802"/>
                <a:gd name="connsiteX164" fmla="*/ 211474 w 296720"/>
                <a:gd name="connsiteY164" fmla="*/ 72131 h 191802"/>
                <a:gd name="connsiteX165" fmla="*/ 214753 w 296720"/>
                <a:gd name="connsiteY165" fmla="*/ 70492 h 191802"/>
                <a:gd name="connsiteX166" fmla="*/ 218032 w 296720"/>
                <a:gd name="connsiteY166" fmla="*/ 68852 h 191802"/>
                <a:gd name="connsiteX167" fmla="*/ 222950 w 296720"/>
                <a:gd name="connsiteY167" fmla="*/ 70492 h 191802"/>
                <a:gd name="connsiteX168" fmla="*/ 222950 w 296720"/>
                <a:gd name="connsiteY168" fmla="*/ 70492 h 191802"/>
                <a:gd name="connsiteX169" fmla="*/ 224589 w 296720"/>
                <a:gd name="connsiteY169" fmla="*/ 73770 h 191802"/>
                <a:gd name="connsiteX170" fmla="*/ 224589 w 296720"/>
                <a:gd name="connsiteY170" fmla="*/ 77049 h 191802"/>
                <a:gd name="connsiteX171" fmla="*/ 224589 w 296720"/>
                <a:gd name="connsiteY171" fmla="*/ 81967 h 191802"/>
                <a:gd name="connsiteX172" fmla="*/ 227868 w 296720"/>
                <a:gd name="connsiteY172" fmla="*/ 85245 h 191802"/>
                <a:gd name="connsiteX173" fmla="*/ 232786 w 296720"/>
                <a:gd name="connsiteY173" fmla="*/ 88524 h 191802"/>
                <a:gd name="connsiteX174" fmla="*/ 234425 w 296720"/>
                <a:gd name="connsiteY174" fmla="*/ 91803 h 191802"/>
                <a:gd name="connsiteX175" fmla="*/ 231147 w 296720"/>
                <a:gd name="connsiteY175" fmla="*/ 93442 h 191802"/>
                <a:gd name="connsiteX176" fmla="*/ 231147 w 296720"/>
                <a:gd name="connsiteY176" fmla="*/ 96721 h 191802"/>
                <a:gd name="connsiteX177" fmla="*/ 234425 w 296720"/>
                <a:gd name="connsiteY177" fmla="*/ 101639 h 191802"/>
                <a:gd name="connsiteX178" fmla="*/ 236064 w 296720"/>
                <a:gd name="connsiteY178" fmla="*/ 104917 h 191802"/>
                <a:gd name="connsiteX179" fmla="*/ 236064 w 296720"/>
                <a:gd name="connsiteY179" fmla="*/ 104917 h 191802"/>
                <a:gd name="connsiteX180" fmla="*/ 239343 w 296720"/>
                <a:gd name="connsiteY180" fmla="*/ 108196 h 191802"/>
                <a:gd name="connsiteX181" fmla="*/ 242622 w 296720"/>
                <a:gd name="connsiteY181" fmla="*/ 109836 h 191802"/>
                <a:gd name="connsiteX182" fmla="*/ 247540 w 296720"/>
                <a:gd name="connsiteY182" fmla="*/ 108196 h 191802"/>
                <a:gd name="connsiteX183" fmla="*/ 249179 w 296720"/>
                <a:gd name="connsiteY183" fmla="*/ 104917 h 191802"/>
                <a:gd name="connsiteX184" fmla="*/ 254097 w 296720"/>
                <a:gd name="connsiteY184" fmla="*/ 104917 h 191802"/>
                <a:gd name="connsiteX185" fmla="*/ 257376 w 296720"/>
                <a:gd name="connsiteY185" fmla="*/ 104917 h 191802"/>
                <a:gd name="connsiteX186" fmla="*/ 260654 w 296720"/>
                <a:gd name="connsiteY186" fmla="*/ 106557 h 191802"/>
                <a:gd name="connsiteX187" fmla="*/ 263933 w 296720"/>
                <a:gd name="connsiteY187" fmla="*/ 108196 h 191802"/>
                <a:gd name="connsiteX188" fmla="*/ 268851 w 296720"/>
                <a:gd name="connsiteY188" fmla="*/ 109836 h 191802"/>
                <a:gd name="connsiteX189" fmla="*/ 272130 w 296720"/>
                <a:gd name="connsiteY189" fmla="*/ 109836 h 191802"/>
                <a:gd name="connsiteX190" fmla="*/ 277048 w 296720"/>
                <a:gd name="connsiteY190" fmla="*/ 113114 h 191802"/>
                <a:gd name="connsiteX191" fmla="*/ 277048 w 296720"/>
                <a:gd name="connsiteY191" fmla="*/ 116393 h 191802"/>
                <a:gd name="connsiteX192" fmla="*/ 277048 w 296720"/>
                <a:gd name="connsiteY192" fmla="*/ 119672 h 191802"/>
                <a:gd name="connsiteX193" fmla="*/ 277048 w 296720"/>
                <a:gd name="connsiteY193" fmla="*/ 122950 h 191802"/>
                <a:gd name="connsiteX194" fmla="*/ 278688 w 296720"/>
                <a:gd name="connsiteY194" fmla="*/ 127868 h 191802"/>
                <a:gd name="connsiteX195" fmla="*/ 280327 w 296720"/>
                <a:gd name="connsiteY195" fmla="*/ 131147 h 191802"/>
                <a:gd name="connsiteX196" fmla="*/ 283606 w 296720"/>
                <a:gd name="connsiteY196" fmla="*/ 132786 h 191802"/>
                <a:gd name="connsiteX197" fmla="*/ 285245 w 296720"/>
                <a:gd name="connsiteY197" fmla="*/ 137704 h 191802"/>
                <a:gd name="connsiteX198" fmla="*/ 285245 w 296720"/>
                <a:gd name="connsiteY198" fmla="*/ 140983 h 191802"/>
                <a:gd name="connsiteX199" fmla="*/ 288523 w 296720"/>
                <a:gd name="connsiteY199" fmla="*/ 144262 h 191802"/>
                <a:gd name="connsiteX200" fmla="*/ 288523 w 296720"/>
                <a:gd name="connsiteY200" fmla="*/ 147540 h 191802"/>
                <a:gd name="connsiteX201" fmla="*/ 288523 w 296720"/>
                <a:gd name="connsiteY201" fmla="*/ 150819 h 191802"/>
                <a:gd name="connsiteX202" fmla="*/ 291802 w 296720"/>
                <a:gd name="connsiteY202" fmla="*/ 154098 h 191802"/>
                <a:gd name="connsiteX203" fmla="*/ 293441 w 296720"/>
                <a:gd name="connsiteY203" fmla="*/ 155737 h 191802"/>
                <a:gd name="connsiteX204" fmla="*/ 296720 w 296720"/>
                <a:gd name="connsiteY204" fmla="*/ 157376 h 191802"/>
                <a:gd name="connsiteX205" fmla="*/ 296720 w 296720"/>
                <a:gd name="connsiteY205" fmla="*/ 162294 h 191802"/>
                <a:gd name="connsiteX206" fmla="*/ 295081 w 296720"/>
                <a:gd name="connsiteY206" fmla="*/ 165573 h 191802"/>
                <a:gd name="connsiteX207" fmla="*/ 291802 w 296720"/>
                <a:gd name="connsiteY207" fmla="*/ 167212 h 191802"/>
                <a:gd name="connsiteX208" fmla="*/ 288523 w 296720"/>
                <a:gd name="connsiteY208" fmla="*/ 163934 h 191802"/>
                <a:gd name="connsiteX209" fmla="*/ 283606 w 296720"/>
                <a:gd name="connsiteY209" fmla="*/ 162294 h 191802"/>
                <a:gd name="connsiteX210" fmla="*/ 281966 w 296720"/>
                <a:gd name="connsiteY210" fmla="*/ 160655 h 191802"/>
                <a:gd name="connsiteX211" fmla="*/ 277048 w 296720"/>
                <a:gd name="connsiteY211" fmla="*/ 160655 h 191802"/>
                <a:gd name="connsiteX212" fmla="*/ 277048 w 296720"/>
                <a:gd name="connsiteY212" fmla="*/ 160655 h 191802"/>
                <a:gd name="connsiteX213" fmla="*/ 277048 w 296720"/>
                <a:gd name="connsiteY213" fmla="*/ 160655 h 191802"/>
                <a:gd name="connsiteX214" fmla="*/ 272130 w 296720"/>
                <a:gd name="connsiteY214" fmla="*/ 160655 h 191802"/>
                <a:gd name="connsiteX215" fmla="*/ 268851 w 296720"/>
                <a:gd name="connsiteY215" fmla="*/ 159016 h 191802"/>
                <a:gd name="connsiteX216" fmla="*/ 265572 w 296720"/>
                <a:gd name="connsiteY216" fmla="*/ 162294 h 191802"/>
                <a:gd name="connsiteX217" fmla="*/ 262294 w 296720"/>
                <a:gd name="connsiteY217" fmla="*/ 163934 h 191802"/>
                <a:gd name="connsiteX218" fmla="*/ 257376 w 296720"/>
                <a:gd name="connsiteY218" fmla="*/ 165573 h 191802"/>
                <a:gd name="connsiteX219" fmla="*/ 254097 w 296720"/>
                <a:gd name="connsiteY219" fmla="*/ 165573 h 191802"/>
                <a:gd name="connsiteX220" fmla="*/ 250819 w 296720"/>
                <a:gd name="connsiteY220" fmla="*/ 167212 h 191802"/>
                <a:gd name="connsiteX221" fmla="*/ 247540 w 296720"/>
                <a:gd name="connsiteY221" fmla="*/ 167212 h 191802"/>
                <a:gd name="connsiteX222" fmla="*/ 249179 w 296720"/>
                <a:gd name="connsiteY222" fmla="*/ 163934 h 191802"/>
                <a:gd name="connsiteX223" fmla="*/ 249179 w 296720"/>
                <a:gd name="connsiteY223" fmla="*/ 159016 h 191802"/>
                <a:gd name="connsiteX224" fmla="*/ 249179 w 296720"/>
                <a:gd name="connsiteY224" fmla="*/ 159016 h 191802"/>
                <a:gd name="connsiteX225" fmla="*/ 244261 w 296720"/>
                <a:gd name="connsiteY225" fmla="*/ 159016 h 191802"/>
                <a:gd name="connsiteX226" fmla="*/ 240983 w 296720"/>
                <a:gd name="connsiteY226" fmla="*/ 159016 h 191802"/>
                <a:gd name="connsiteX227" fmla="*/ 237704 w 296720"/>
                <a:gd name="connsiteY227" fmla="*/ 157376 h 191802"/>
                <a:gd name="connsiteX228" fmla="*/ 234425 w 296720"/>
                <a:gd name="connsiteY228" fmla="*/ 159016 h 191802"/>
                <a:gd name="connsiteX229" fmla="*/ 229507 w 296720"/>
                <a:gd name="connsiteY229" fmla="*/ 159016 h 191802"/>
                <a:gd name="connsiteX230" fmla="*/ 226229 w 296720"/>
                <a:gd name="connsiteY230" fmla="*/ 160655 h 191802"/>
                <a:gd name="connsiteX231" fmla="*/ 224589 w 296720"/>
                <a:gd name="connsiteY231" fmla="*/ 163934 h 191802"/>
                <a:gd name="connsiteX232" fmla="*/ 221310 w 296720"/>
                <a:gd name="connsiteY232" fmla="*/ 165573 h 191802"/>
                <a:gd name="connsiteX233" fmla="*/ 216393 w 296720"/>
                <a:gd name="connsiteY233" fmla="*/ 167212 h 191802"/>
                <a:gd name="connsiteX234" fmla="*/ 214753 w 296720"/>
                <a:gd name="connsiteY234" fmla="*/ 172130 h 191802"/>
                <a:gd name="connsiteX235" fmla="*/ 213114 w 296720"/>
                <a:gd name="connsiteY235" fmla="*/ 175409 h 191802"/>
                <a:gd name="connsiteX236" fmla="*/ 213114 w 296720"/>
                <a:gd name="connsiteY236" fmla="*/ 177048 h 191802"/>
                <a:gd name="connsiteX237" fmla="*/ 208196 w 296720"/>
                <a:gd name="connsiteY237" fmla="*/ 177048 h 191802"/>
                <a:gd name="connsiteX238" fmla="*/ 204917 w 296720"/>
                <a:gd name="connsiteY238" fmla="*/ 178688 h 191802"/>
                <a:gd name="connsiteX239" fmla="*/ 201639 w 296720"/>
                <a:gd name="connsiteY239" fmla="*/ 178688 h 191802"/>
                <a:gd name="connsiteX240" fmla="*/ 198360 w 296720"/>
                <a:gd name="connsiteY240" fmla="*/ 180327 h 191802"/>
                <a:gd name="connsiteX241" fmla="*/ 195081 w 296720"/>
                <a:gd name="connsiteY241" fmla="*/ 183606 h 191802"/>
                <a:gd name="connsiteX242" fmla="*/ 190163 w 296720"/>
                <a:gd name="connsiteY242" fmla="*/ 186884 h 191802"/>
                <a:gd name="connsiteX243" fmla="*/ 186884 w 296720"/>
                <a:gd name="connsiteY243" fmla="*/ 190163 h 191802"/>
                <a:gd name="connsiteX244" fmla="*/ 183606 w 296720"/>
                <a:gd name="connsiteY244" fmla="*/ 191802 h 191802"/>
                <a:gd name="connsiteX245" fmla="*/ 180327 w 296720"/>
                <a:gd name="connsiteY245" fmla="*/ 191802 h 191802"/>
                <a:gd name="connsiteX246" fmla="*/ 177049 w 296720"/>
                <a:gd name="connsiteY246" fmla="*/ 190163 h 191802"/>
                <a:gd name="connsiteX247" fmla="*/ 173770 w 296720"/>
                <a:gd name="connsiteY247" fmla="*/ 186884 h 191802"/>
                <a:gd name="connsiteX248" fmla="*/ 172130 w 296720"/>
                <a:gd name="connsiteY248" fmla="*/ 183606 h 191802"/>
                <a:gd name="connsiteX249" fmla="*/ 170491 w 296720"/>
                <a:gd name="connsiteY249" fmla="*/ 178688 h 191802"/>
                <a:gd name="connsiteX250" fmla="*/ 167213 w 296720"/>
                <a:gd name="connsiteY250" fmla="*/ 175409 h 191802"/>
                <a:gd name="connsiteX251" fmla="*/ 167213 w 296720"/>
                <a:gd name="connsiteY251" fmla="*/ 172130 h 191802"/>
                <a:gd name="connsiteX252" fmla="*/ 167213 w 296720"/>
                <a:gd name="connsiteY252" fmla="*/ 167212 h 191802"/>
                <a:gd name="connsiteX253" fmla="*/ 167213 w 296720"/>
                <a:gd name="connsiteY253" fmla="*/ 163934 h 191802"/>
                <a:gd name="connsiteX254" fmla="*/ 167213 w 296720"/>
                <a:gd name="connsiteY254" fmla="*/ 160655 h 191802"/>
                <a:gd name="connsiteX255" fmla="*/ 167213 w 296720"/>
                <a:gd name="connsiteY255" fmla="*/ 155737 h 191802"/>
                <a:gd name="connsiteX256" fmla="*/ 165573 w 296720"/>
                <a:gd name="connsiteY256" fmla="*/ 152458 h 191802"/>
                <a:gd name="connsiteX257" fmla="*/ 165573 w 296720"/>
                <a:gd name="connsiteY257" fmla="*/ 149180 h 191802"/>
                <a:gd name="connsiteX258" fmla="*/ 163934 w 296720"/>
                <a:gd name="connsiteY258" fmla="*/ 145901 h 191802"/>
                <a:gd name="connsiteX259" fmla="*/ 165573 w 296720"/>
                <a:gd name="connsiteY259" fmla="*/ 140983 h 191802"/>
                <a:gd name="connsiteX260" fmla="*/ 163934 w 296720"/>
                <a:gd name="connsiteY260" fmla="*/ 137704 h 191802"/>
                <a:gd name="connsiteX261" fmla="*/ 160655 w 296720"/>
                <a:gd name="connsiteY261" fmla="*/ 136065 h 191802"/>
                <a:gd name="connsiteX262" fmla="*/ 157376 w 296720"/>
                <a:gd name="connsiteY262" fmla="*/ 137704 h 191802"/>
                <a:gd name="connsiteX263" fmla="*/ 154098 w 296720"/>
                <a:gd name="connsiteY263" fmla="*/ 137704 h 191802"/>
                <a:gd name="connsiteX264" fmla="*/ 154098 w 296720"/>
                <a:gd name="connsiteY264" fmla="*/ 134426 h 191802"/>
                <a:gd name="connsiteX265" fmla="*/ 154098 w 296720"/>
                <a:gd name="connsiteY265" fmla="*/ 129508 h 191802"/>
                <a:gd name="connsiteX266" fmla="*/ 154098 w 296720"/>
                <a:gd name="connsiteY266" fmla="*/ 126229 h 191802"/>
                <a:gd name="connsiteX267" fmla="*/ 154098 w 296720"/>
                <a:gd name="connsiteY267" fmla="*/ 122950 h 191802"/>
                <a:gd name="connsiteX268" fmla="*/ 149180 w 296720"/>
                <a:gd name="connsiteY268" fmla="*/ 121311 h 191802"/>
                <a:gd name="connsiteX269" fmla="*/ 145901 w 296720"/>
                <a:gd name="connsiteY269" fmla="*/ 118032 h 191802"/>
                <a:gd name="connsiteX270" fmla="*/ 142623 w 296720"/>
                <a:gd name="connsiteY270" fmla="*/ 116393 h 191802"/>
                <a:gd name="connsiteX271" fmla="*/ 137704 w 296720"/>
                <a:gd name="connsiteY271" fmla="*/ 113114 h 191802"/>
                <a:gd name="connsiteX272" fmla="*/ 134426 w 296720"/>
                <a:gd name="connsiteY272" fmla="*/ 114754 h 191802"/>
                <a:gd name="connsiteX273" fmla="*/ 131147 w 296720"/>
                <a:gd name="connsiteY273" fmla="*/ 114754 h 191802"/>
                <a:gd name="connsiteX274" fmla="*/ 127869 w 296720"/>
                <a:gd name="connsiteY274" fmla="*/ 116393 h 191802"/>
                <a:gd name="connsiteX275" fmla="*/ 124590 w 296720"/>
                <a:gd name="connsiteY275" fmla="*/ 119672 h 191802"/>
                <a:gd name="connsiteX276" fmla="*/ 124590 w 296720"/>
                <a:gd name="connsiteY276" fmla="*/ 124590 h 191802"/>
                <a:gd name="connsiteX277" fmla="*/ 122950 w 296720"/>
                <a:gd name="connsiteY277" fmla="*/ 127868 h 191802"/>
                <a:gd name="connsiteX278" fmla="*/ 119672 w 296720"/>
                <a:gd name="connsiteY278" fmla="*/ 131147 h 191802"/>
                <a:gd name="connsiteX279" fmla="*/ 118032 w 296720"/>
                <a:gd name="connsiteY279" fmla="*/ 134426 h 191802"/>
                <a:gd name="connsiteX280" fmla="*/ 114754 w 296720"/>
                <a:gd name="connsiteY280" fmla="*/ 137704 h 191802"/>
                <a:gd name="connsiteX281" fmla="*/ 114754 w 296720"/>
                <a:gd name="connsiteY281" fmla="*/ 140983 h 191802"/>
                <a:gd name="connsiteX282" fmla="*/ 118032 w 296720"/>
                <a:gd name="connsiteY282" fmla="*/ 144262 h 191802"/>
                <a:gd name="connsiteX283" fmla="*/ 119672 w 296720"/>
                <a:gd name="connsiteY283" fmla="*/ 145901 h 191802"/>
                <a:gd name="connsiteX284" fmla="*/ 119672 w 296720"/>
                <a:gd name="connsiteY284" fmla="*/ 150819 h 191802"/>
                <a:gd name="connsiteX285" fmla="*/ 118032 w 296720"/>
                <a:gd name="connsiteY285" fmla="*/ 154098 h 191802"/>
                <a:gd name="connsiteX286" fmla="*/ 114754 w 296720"/>
                <a:gd name="connsiteY286" fmla="*/ 154098 h 191802"/>
                <a:gd name="connsiteX287" fmla="*/ 111475 w 296720"/>
                <a:gd name="connsiteY287" fmla="*/ 154098 h 191802"/>
                <a:gd name="connsiteX288" fmla="*/ 111475 w 296720"/>
                <a:gd name="connsiteY288" fmla="*/ 152458 h 191802"/>
                <a:gd name="connsiteX289" fmla="*/ 106557 w 296720"/>
                <a:gd name="connsiteY289" fmla="*/ 150819 h 191802"/>
                <a:gd name="connsiteX290" fmla="*/ 103279 w 296720"/>
                <a:gd name="connsiteY290" fmla="*/ 152458 h 191802"/>
                <a:gd name="connsiteX291" fmla="*/ 100000 w 296720"/>
                <a:gd name="connsiteY291" fmla="*/ 152458 h 191802"/>
                <a:gd name="connsiteX292" fmla="*/ 96721 w 296720"/>
                <a:gd name="connsiteY292" fmla="*/ 152458 h 191802"/>
                <a:gd name="connsiteX293" fmla="*/ 93442 w 296720"/>
                <a:gd name="connsiteY293" fmla="*/ 155737 h 191802"/>
                <a:gd name="connsiteX294" fmla="*/ 90164 w 296720"/>
                <a:gd name="connsiteY294" fmla="*/ 159016 h 191802"/>
                <a:gd name="connsiteX295" fmla="*/ 91803 w 296720"/>
                <a:gd name="connsiteY295" fmla="*/ 162294 h 191802"/>
                <a:gd name="connsiteX296" fmla="*/ 93442 w 296720"/>
                <a:gd name="connsiteY296" fmla="*/ 167212 h 191802"/>
                <a:gd name="connsiteX297" fmla="*/ 93442 w 296720"/>
                <a:gd name="connsiteY297" fmla="*/ 168852 h 191802"/>
                <a:gd name="connsiteX298" fmla="*/ 93442 w 296720"/>
                <a:gd name="connsiteY298" fmla="*/ 170491 h 191802"/>
                <a:gd name="connsiteX299" fmla="*/ 91803 w 296720"/>
                <a:gd name="connsiteY299" fmla="*/ 172130 h 191802"/>
                <a:gd name="connsiteX300" fmla="*/ 88524 w 296720"/>
                <a:gd name="connsiteY300" fmla="*/ 173770 h 191802"/>
                <a:gd name="connsiteX301" fmla="*/ 85246 w 296720"/>
                <a:gd name="connsiteY301" fmla="*/ 172130 h 191802"/>
                <a:gd name="connsiteX302" fmla="*/ 85246 w 296720"/>
                <a:gd name="connsiteY302" fmla="*/ 170491 h 191802"/>
                <a:gd name="connsiteX303" fmla="*/ 80327 w 296720"/>
                <a:gd name="connsiteY303" fmla="*/ 167212 h 191802"/>
                <a:gd name="connsiteX304" fmla="*/ 77049 w 296720"/>
                <a:gd name="connsiteY304" fmla="*/ 163934 h 191802"/>
                <a:gd name="connsiteX305" fmla="*/ 73770 w 296720"/>
                <a:gd name="connsiteY305" fmla="*/ 163934 h 191802"/>
                <a:gd name="connsiteX306" fmla="*/ 72131 w 296720"/>
                <a:gd name="connsiteY306" fmla="*/ 167212 h 191802"/>
                <a:gd name="connsiteX307" fmla="*/ 68852 w 296720"/>
                <a:gd name="connsiteY307" fmla="*/ 165573 h 191802"/>
                <a:gd name="connsiteX308" fmla="*/ 63934 w 296720"/>
                <a:gd name="connsiteY308" fmla="*/ 168852 h 191802"/>
                <a:gd name="connsiteX309" fmla="*/ 62295 w 296720"/>
                <a:gd name="connsiteY309" fmla="*/ 170491 h 191802"/>
                <a:gd name="connsiteX310" fmla="*/ 59016 w 296720"/>
                <a:gd name="connsiteY310" fmla="*/ 173770 h 191802"/>
                <a:gd name="connsiteX311" fmla="*/ 54098 w 296720"/>
                <a:gd name="connsiteY311" fmla="*/ 173770 h 191802"/>
                <a:gd name="connsiteX312" fmla="*/ 54098 w 296720"/>
                <a:gd name="connsiteY312" fmla="*/ 173770 h 191802"/>
                <a:gd name="connsiteX313" fmla="*/ 54098 w 296720"/>
                <a:gd name="connsiteY313" fmla="*/ 177048 h 191802"/>
                <a:gd name="connsiteX314" fmla="*/ 50820 w 296720"/>
                <a:gd name="connsiteY314" fmla="*/ 177048 h 191802"/>
                <a:gd name="connsiteX315" fmla="*/ 47541 w 296720"/>
                <a:gd name="connsiteY315" fmla="*/ 180327 h 191802"/>
                <a:gd name="connsiteX316" fmla="*/ 47541 w 296720"/>
                <a:gd name="connsiteY316" fmla="*/ 181966 h 191802"/>
                <a:gd name="connsiteX317" fmla="*/ 44262 w 296720"/>
                <a:gd name="connsiteY317" fmla="*/ 180327 h 191802"/>
                <a:gd name="connsiteX318" fmla="*/ 42623 w 296720"/>
                <a:gd name="connsiteY318" fmla="*/ 178688 h 191802"/>
                <a:gd name="connsiteX319" fmla="*/ 39344 w 296720"/>
                <a:gd name="connsiteY319" fmla="*/ 175409 h 191802"/>
                <a:gd name="connsiteX320" fmla="*/ 36066 w 296720"/>
                <a:gd name="connsiteY320" fmla="*/ 173770 h 191802"/>
                <a:gd name="connsiteX321" fmla="*/ 34426 w 296720"/>
                <a:gd name="connsiteY321" fmla="*/ 170491 h 191802"/>
                <a:gd name="connsiteX322" fmla="*/ 36066 w 296720"/>
                <a:gd name="connsiteY322" fmla="*/ 168852 h 191802"/>
                <a:gd name="connsiteX323" fmla="*/ 36066 w 296720"/>
                <a:gd name="connsiteY323" fmla="*/ 168852 h 191802"/>
                <a:gd name="connsiteX324" fmla="*/ 36066 w 296720"/>
                <a:gd name="connsiteY324" fmla="*/ 167212 h 191802"/>
                <a:gd name="connsiteX325" fmla="*/ 36066 w 296720"/>
                <a:gd name="connsiteY325" fmla="*/ 162294 h 191802"/>
                <a:gd name="connsiteX326" fmla="*/ 34426 w 296720"/>
                <a:gd name="connsiteY326" fmla="*/ 159016 h 191802"/>
                <a:gd name="connsiteX327" fmla="*/ 34426 w 296720"/>
                <a:gd name="connsiteY327" fmla="*/ 155737 h 191802"/>
                <a:gd name="connsiteX328" fmla="*/ 36066 w 296720"/>
                <a:gd name="connsiteY328" fmla="*/ 152458 h 191802"/>
                <a:gd name="connsiteX329" fmla="*/ 37705 w 296720"/>
                <a:gd name="connsiteY329" fmla="*/ 147540 h 191802"/>
                <a:gd name="connsiteX330" fmla="*/ 40983 w 296720"/>
                <a:gd name="connsiteY330" fmla="*/ 144262 h 191802"/>
                <a:gd name="connsiteX331" fmla="*/ 40983 w 296720"/>
                <a:gd name="connsiteY331" fmla="*/ 140983 h 191802"/>
                <a:gd name="connsiteX332" fmla="*/ 44262 w 296720"/>
                <a:gd name="connsiteY332" fmla="*/ 136065 h 191802"/>
                <a:gd name="connsiteX333" fmla="*/ 45902 w 296720"/>
                <a:gd name="connsiteY333" fmla="*/ 136065 h 191802"/>
                <a:gd name="connsiteX334" fmla="*/ 47541 w 296720"/>
                <a:gd name="connsiteY334" fmla="*/ 131147 h 191802"/>
                <a:gd name="connsiteX335" fmla="*/ 47541 w 296720"/>
                <a:gd name="connsiteY335" fmla="*/ 131147 h 191802"/>
                <a:gd name="connsiteX336" fmla="*/ 47541 w 296720"/>
                <a:gd name="connsiteY336" fmla="*/ 124590 h 191802"/>
                <a:gd name="connsiteX337" fmla="*/ 44262 w 296720"/>
                <a:gd name="connsiteY337" fmla="*/ 121311 h 191802"/>
                <a:gd name="connsiteX338" fmla="*/ 39344 w 296720"/>
                <a:gd name="connsiteY338" fmla="*/ 119672 h 191802"/>
                <a:gd name="connsiteX339" fmla="*/ 36066 w 296720"/>
                <a:gd name="connsiteY339" fmla="*/ 116393 h 191802"/>
                <a:gd name="connsiteX340" fmla="*/ 34426 w 296720"/>
                <a:gd name="connsiteY340" fmla="*/ 114754 h 191802"/>
                <a:gd name="connsiteX341" fmla="*/ 34426 w 296720"/>
                <a:gd name="connsiteY341" fmla="*/ 113114 h 191802"/>
                <a:gd name="connsiteX342" fmla="*/ 32787 w 296720"/>
                <a:gd name="connsiteY342" fmla="*/ 109836 h 191802"/>
                <a:gd name="connsiteX343" fmla="*/ 31147 w 296720"/>
                <a:gd name="connsiteY343" fmla="*/ 104917 h 191802"/>
                <a:gd name="connsiteX344" fmla="*/ 31147 w 296720"/>
                <a:gd name="connsiteY344" fmla="*/ 101639 h 191802"/>
                <a:gd name="connsiteX345" fmla="*/ 34426 w 296720"/>
                <a:gd name="connsiteY345" fmla="*/ 98360 h 191802"/>
                <a:gd name="connsiteX346" fmla="*/ 32787 w 296720"/>
                <a:gd name="connsiteY346" fmla="*/ 95082 h 191802"/>
                <a:gd name="connsiteX347" fmla="*/ 32787 w 296720"/>
                <a:gd name="connsiteY347" fmla="*/ 93442 h 191802"/>
                <a:gd name="connsiteX348" fmla="*/ 29508 w 296720"/>
                <a:gd name="connsiteY348" fmla="*/ 90164 h 191802"/>
                <a:gd name="connsiteX349" fmla="*/ 26229 w 296720"/>
                <a:gd name="connsiteY349" fmla="*/ 90164 h 191802"/>
                <a:gd name="connsiteX350" fmla="*/ 22951 w 296720"/>
                <a:gd name="connsiteY350" fmla="*/ 90164 h 191802"/>
                <a:gd name="connsiteX351" fmla="*/ 18033 w 296720"/>
                <a:gd name="connsiteY351" fmla="*/ 90164 h 191802"/>
                <a:gd name="connsiteX352" fmla="*/ 14754 w 296720"/>
                <a:gd name="connsiteY352" fmla="*/ 88524 h 191802"/>
                <a:gd name="connsiteX353" fmla="*/ 13115 w 296720"/>
                <a:gd name="connsiteY353" fmla="*/ 85245 h 191802"/>
                <a:gd name="connsiteX354" fmla="*/ 9836 w 296720"/>
                <a:gd name="connsiteY354" fmla="*/ 81967 h 191802"/>
                <a:gd name="connsiteX355" fmla="*/ 6557 w 296720"/>
                <a:gd name="connsiteY355" fmla="*/ 81967 h 191802"/>
                <a:gd name="connsiteX356" fmla="*/ 3279 w 296720"/>
                <a:gd name="connsiteY356" fmla="*/ 81967 h 191802"/>
                <a:gd name="connsiteX357" fmla="*/ 0 w 296720"/>
                <a:gd name="connsiteY357" fmla="*/ 77049 h 19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96720" h="191802">
                  <a:moveTo>
                    <a:pt x="0" y="77049"/>
                  </a:moveTo>
                  <a:lnTo>
                    <a:pt x="1639" y="73770"/>
                  </a:lnTo>
                  <a:lnTo>
                    <a:pt x="1639" y="70492"/>
                  </a:lnTo>
                  <a:lnTo>
                    <a:pt x="0" y="68852"/>
                  </a:lnTo>
                  <a:lnTo>
                    <a:pt x="1639" y="68852"/>
                  </a:lnTo>
                  <a:lnTo>
                    <a:pt x="3279" y="67213"/>
                  </a:lnTo>
                  <a:lnTo>
                    <a:pt x="4918" y="65573"/>
                  </a:lnTo>
                  <a:lnTo>
                    <a:pt x="8197" y="62295"/>
                  </a:lnTo>
                  <a:lnTo>
                    <a:pt x="13115" y="62295"/>
                  </a:lnTo>
                  <a:lnTo>
                    <a:pt x="16393" y="63934"/>
                  </a:lnTo>
                  <a:lnTo>
                    <a:pt x="19672" y="63934"/>
                  </a:lnTo>
                  <a:lnTo>
                    <a:pt x="22951" y="65573"/>
                  </a:lnTo>
                  <a:lnTo>
                    <a:pt x="27869" y="65573"/>
                  </a:lnTo>
                  <a:lnTo>
                    <a:pt x="31147" y="65573"/>
                  </a:lnTo>
                  <a:lnTo>
                    <a:pt x="34426" y="67213"/>
                  </a:lnTo>
                  <a:lnTo>
                    <a:pt x="39344" y="65573"/>
                  </a:lnTo>
                  <a:lnTo>
                    <a:pt x="40983" y="60655"/>
                  </a:lnTo>
                  <a:lnTo>
                    <a:pt x="40983" y="55737"/>
                  </a:lnTo>
                  <a:lnTo>
                    <a:pt x="39344" y="52459"/>
                  </a:lnTo>
                  <a:lnTo>
                    <a:pt x="42623" y="52459"/>
                  </a:lnTo>
                  <a:lnTo>
                    <a:pt x="45902" y="50820"/>
                  </a:lnTo>
                  <a:lnTo>
                    <a:pt x="44262" y="47541"/>
                  </a:lnTo>
                  <a:lnTo>
                    <a:pt x="47541" y="50820"/>
                  </a:lnTo>
                  <a:lnTo>
                    <a:pt x="44262" y="45901"/>
                  </a:lnTo>
                  <a:lnTo>
                    <a:pt x="42623" y="42623"/>
                  </a:lnTo>
                  <a:lnTo>
                    <a:pt x="47541" y="42623"/>
                  </a:lnTo>
                  <a:lnTo>
                    <a:pt x="47541" y="42623"/>
                  </a:lnTo>
                  <a:lnTo>
                    <a:pt x="45902" y="39344"/>
                  </a:lnTo>
                  <a:lnTo>
                    <a:pt x="44262" y="39344"/>
                  </a:lnTo>
                  <a:lnTo>
                    <a:pt x="40983" y="40983"/>
                  </a:lnTo>
                  <a:lnTo>
                    <a:pt x="39344" y="40983"/>
                  </a:lnTo>
                  <a:lnTo>
                    <a:pt x="36066" y="39344"/>
                  </a:lnTo>
                  <a:lnTo>
                    <a:pt x="36066" y="39344"/>
                  </a:lnTo>
                  <a:lnTo>
                    <a:pt x="36066" y="37705"/>
                  </a:lnTo>
                  <a:lnTo>
                    <a:pt x="40983" y="37705"/>
                  </a:lnTo>
                  <a:lnTo>
                    <a:pt x="40983" y="37705"/>
                  </a:lnTo>
                  <a:lnTo>
                    <a:pt x="42623" y="37705"/>
                  </a:lnTo>
                  <a:lnTo>
                    <a:pt x="47541" y="36065"/>
                  </a:lnTo>
                  <a:lnTo>
                    <a:pt x="49180" y="36065"/>
                  </a:lnTo>
                  <a:lnTo>
                    <a:pt x="50820" y="36065"/>
                  </a:lnTo>
                  <a:lnTo>
                    <a:pt x="50820" y="36065"/>
                  </a:lnTo>
                  <a:lnTo>
                    <a:pt x="54098" y="37705"/>
                  </a:lnTo>
                  <a:lnTo>
                    <a:pt x="57377" y="37705"/>
                  </a:lnTo>
                  <a:lnTo>
                    <a:pt x="57377" y="37705"/>
                  </a:lnTo>
                  <a:lnTo>
                    <a:pt x="59016" y="37705"/>
                  </a:lnTo>
                  <a:lnTo>
                    <a:pt x="60656" y="37705"/>
                  </a:lnTo>
                  <a:lnTo>
                    <a:pt x="59016" y="36065"/>
                  </a:lnTo>
                  <a:lnTo>
                    <a:pt x="57377" y="36065"/>
                  </a:lnTo>
                  <a:lnTo>
                    <a:pt x="57377" y="32787"/>
                  </a:lnTo>
                  <a:lnTo>
                    <a:pt x="59016" y="32787"/>
                  </a:lnTo>
                  <a:lnTo>
                    <a:pt x="59016" y="29508"/>
                  </a:lnTo>
                  <a:lnTo>
                    <a:pt x="57377" y="27869"/>
                  </a:lnTo>
                  <a:lnTo>
                    <a:pt x="55737" y="24590"/>
                  </a:lnTo>
                  <a:lnTo>
                    <a:pt x="52459" y="21311"/>
                  </a:lnTo>
                  <a:lnTo>
                    <a:pt x="55737" y="16393"/>
                  </a:lnTo>
                  <a:lnTo>
                    <a:pt x="55737" y="13115"/>
                  </a:lnTo>
                  <a:lnTo>
                    <a:pt x="59016" y="11475"/>
                  </a:lnTo>
                  <a:lnTo>
                    <a:pt x="62295" y="13115"/>
                  </a:lnTo>
                  <a:lnTo>
                    <a:pt x="63934" y="13115"/>
                  </a:lnTo>
                  <a:lnTo>
                    <a:pt x="67213" y="16393"/>
                  </a:lnTo>
                  <a:lnTo>
                    <a:pt x="70492" y="18033"/>
                  </a:lnTo>
                  <a:lnTo>
                    <a:pt x="73770" y="14754"/>
                  </a:lnTo>
                  <a:lnTo>
                    <a:pt x="78688" y="13115"/>
                  </a:lnTo>
                  <a:lnTo>
                    <a:pt x="78688" y="13115"/>
                  </a:lnTo>
                  <a:lnTo>
                    <a:pt x="78688" y="13115"/>
                  </a:lnTo>
                  <a:lnTo>
                    <a:pt x="83606" y="9836"/>
                  </a:lnTo>
                  <a:lnTo>
                    <a:pt x="86885" y="8197"/>
                  </a:lnTo>
                  <a:lnTo>
                    <a:pt x="90164" y="4918"/>
                  </a:lnTo>
                  <a:lnTo>
                    <a:pt x="91803" y="0"/>
                  </a:lnTo>
                  <a:lnTo>
                    <a:pt x="93442" y="1639"/>
                  </a:lnTo>
                  <a:lnTo>
                    <a:pt x="96721" y="4918"/>
                  </a:lnTo>
                  <a:lnTo>
                    <a:pt x="101639" y="8197"/>
                  </a:lnTo>
                  <a:lnTo>
                    <a:pt x="103279" y="13115"/>
                  </a:lnTo>
                  <a:lnTo>
                    <a:pt x="106557" y="13115"/>
                  </a:lnTo>
                  <a:lnTo>
                    <a:pt x="106557" y="14754"/>
                  </a:lnTo>
                  <a:lnTo>
                    <a:pt x="103279" y="18033"/>
                  </a:lnTo>
                  <a:lnTo>
                    <a:pt x="100000" y="21311"/>
                  </a:lnTo>
                  <a:lnTo>
                    <a:pt x="98360" y="22951"/>
                  </a:lnTo>
                  <a:lnTo>
                    <a:pt x="95082" y="24590"/>
                  </a:lnTo>
                  <a:lnTo>
                    <a:pt x="95082" y="27869"/>
                  </a:lnTo>
                  <a:lnTo>
                    <a:pt x="96721" y="29508"/>
                  </a:lnTo>
                  <a:lnTo>
                    <a:pt x="98360" y="31147"/>
                  </a:lnTo>
                  <a:lnTo>
                    <a:pt x="100000" y="31147"/>
                  </a:lnTo>
                  <a:lnTo>
                    <a:pt x="100000" y="31147"/>
                  </a:lnTo>
                  <a:lnTo>
                    <a:pt x="104917" y="34426"/>
                  </a:lnTo>
                  <a:lnTo>
                    <a:pt x="108196" y="37705"/>
                  </a:lnTo>
                  <a:lnTo>
                    <a:pt x="111475" y="36065"/>
                  </a:lnTo>
                  <a:lnTo>
                    <a:pt x="114754" y="36065"/>
                  </a:lnTo>
                  <a:lnTo>
                    <a:pt x="118032" y="36065"/>
                  </a:lnTo>
                  <a:lnTo>
                    <a:pt x="114754" y="39344"/>
                  </a:lnTo>
                  <a:lnTo>
                    <a:pt x="111475" y="40983"/>
                  </a:lnTo>
                  <a:lnTo>
                    <a:pt x="109836" y="44262"/>
                  </a:lnTo>
                  <a:lnTo>
                    <a:pt x="109836" y="45901"/>
                  </a:lnTo>
                  <a:lnTo>
                    <a:pt x="106557" y="49180"/>
                  </a:lnTo>
                  <a:lnTo>
                    <a:pt x="103279" y="49180"/>
                  </a:lnTo>
                  <a:lnTo>
                    <a:pt x="106557" y="45901"/>
                  </a:lnTo>
                  <a:lnTo>
                    <a:pt x="106557" y="45901"/>
                  </a:lnTo>
                  <a:lnTo>
                    <a:pt x="106557" y="44262"/>
                  </a:lnTo>
                  <a:lnTo>
                    <a:pt x="101639" y="42623"/>
                  </a:lnTo>
                  <a:lnTo>
                    <a:pt x="98360" y="42623"/>
                  </a:lnTo>
                  <a:lnTo>
                    <a:pt x="95082" y="39344"/>
                  </a:lnTo>
                  <a:lnTo>
                    <a:pt x="90164" y="39344"/>
                  </a:lnTo>
                  <a:lnTo>
                    <a:pt x="86885" y="37705"/>
                  </a:lnTo>
                  <a:lnTo>
                    <a:pt x="85246" y="36065"/>
                  </a:lnTo>
                  <a:lnTo>
                    <a:pt x="83606" y="36065"/>
                  </a:lnTo>
                  <a:lnTo>
                    <a:pt x="83606" y="37705"/>
                  </a:lnTo>
                  <a:lnTo>
                    <a:pt x="80327" y="37705"/>
                  </a:lnTo>
                  <a:lnTo>
                    <a:pt x="75410" y="39344"/>
                  </a:lnTo>
                  <a:lnTo>
                    <a:pt x="72131" y="40983"/>
                  </a:lnTo>
                  <a:lnTo>
                    <a:pt x="68852" y="40983"/>
                  </a:lnTo>
                  <a:lnTo>
                    <a:pt x="67213" y="42623"/>
                  </a:lnTo>
                  <a:lnTo>
                    <a:pt x="68852" y="45901"/>
                  </a:lnTo>
                  <a:lnTo>
                    <a:pt x="68852" y="50820"/>
                  </a:lnTo>
                  <a:lnTo>
                    <a:pt x="65573" y="47541"/>
                  </a:lnTo>
                  <a:lnTo>
                    <a:pt x="62295" y="50820"/>
                  </a:lnTo>
                  <a:lnTo>
                    <a:pt x="62295" y="55737"/>
                  </a:lnTo>
                  <a:lnTo>
                    <a:pt x="63934" y="59016"/>
                  </a:lnTo>
                  <a:lnTo>
                    <a:pt x="65573" y="62295"/>
                  </a:lnTo>
                  <a:lnTo>
                    <a:pt x="67213" y="67213"/>
                  </a:lnTo>
                  <a:lnTo>
                    <a:pt x="70492" y="67213"/>
                  </a:lnTo>
                  <a:lnTo>
                    <a:pt x="73770" y="67213"/>
                  </a:lnTo>
                  <a:lnTo>
                    <a:pt x="77049" y="63934"/>
                  </a:lnTo>
                  <a:lnTo>
                    <a:pt x="81967" y="63934"/>
                  </a:lnTo>
                  <a:lnTo>
                    <a:pt x="85246" y="67213"/>
                  </a:lnTo>
                  <a:lnTo>
                    <a:pt x="90164" y="65573"/>
                  </a:lnTo>
                  <a:lnTo>
                    <a:pt x="91803" y="67213"/>
                  </a:lnTo>
                  <a:lnTo>
                    <a:pt x="95082" y="65573"/>
                  </a:lnTo>
                  <a:lnTo>
                    <a:pt x="100000" y="62295"/>
                  </a:lnTo>
                  <a:lnTo>
                    <a:pt x="100000" y="67213"/>
                  </a:lnTo>
                  <a:lnTo>
                    <a:pt x="103279" y="65573"/>
                  </a:lnTo>
                  <a:lnTo>
                    <a:pt x="106557" y="63934"/>
                  </a:lnTo>
                  <a:lnTo>
                    <a:pt x="111475" y="63934"/>
                  </a:lnTo>
                  <a:lnTo>
                    <a:pt x="114754" y="65573"/>
                  </a:lnTo>
                  <a:lnTo>
                    <a:pt x="116393" y="67213"/>
                  </a:lnTo>
                  <a:lnTo>
                    <a:pt x="118032" y="72131"/>
                  </a:lnTo>
                  <a:lnTo>
                    <a:pt x="122950" y="72131"/>
                  </a:lnTo>
                  <a:lnTo>
                    <a:pt x="126229" y="70492"/>
                  </a:lnTo>
                  <a:lnTo>
                    <a:pt x="129508" y="72131"/>
                  </a:lnTo>
                  <a:lnTo>
                    <a:pt x="131147" y="67213"/>
                  </a:lnTo>
                  <a:lnTo>
                    <a:pt x="134426" y="67213"/>
                  </a:lnTo>
                  <a:lnTo>
                    <a:pt x="137704" y="65573"/>
                  </a:lnTo>
                  <a:lnTo>
                    <a:pt x="140983" y="63934"/>
                  </a:lnTo>
                  <a:lnTo>
                    <a:pt x="145901" y="63934"/>
                  </a:lnTo>
                  <a:lnTo>
                    <a:pt x="145901" y="67213"/>
                  </a:lnTo>
                  <a:lnTo>
                    <a:pt x="149180" y="70492"/>
                  </a:lnTo>
                  <a:lnTo>
                    <a:pt x="154098" y="70492"/>
                  </a:lnTo>
                  <a:lnTo>
                    <a:pt x="155737" y="70492"/>
                  </a:lnTo>
                  <a:lnTo>
                    <a:pt x="155737" y="73770"/>
                  </a:lnTo>
                  <a:lnTo>
                    <a:pt x="157376" y="78688"/>
                  </a:lnTo>
                  <a:lnTo>
                    <a:pt x="162294" y="77049"/>
                  </a:lnTo>
                  <a:lnTo>
                    <a:pt x="165573" y="75410"/>
                  </a:lnTo>
                  <a:lnTo>
                    <a:pt x="168852" y="77049"/>
                  </a:lnTo>
                  <a:lnTo>
                    <a:pt x="173770" y="78688"/>
                  </a:lnTo>
                  <a:lnTo>
                    <a:pt x="175409" y="81967"/>
                  </a:lnTo>
                  <a:lnTo>
                    <a:pt x="177049" y="78688"/>
                  </a:lnTo>
                  <a:lnTo>
                    <a:pt x="180327" y="75410"/>
                  </a:lnTo>
                  <a:lnTo>
                    <a:pt x="185245" y="73770"/>
                  </a:lnTo>
                  <a:lnTo>
                    <a:pt x="188524" y="72131"/>
                  </a:lnTo>
                  <a:lnTo>
                    <a:pt x="191803" y="73770"/>
                  </a:lnTo>
                  <a:lnTo>
                    <a:pt x="195081" y="73770"/>
                  </a:lnTo>
                  <a:lnTo>
                    <a:pt x="199999" y="73770"/>
                  </a:lnTo>
                  <a:lnTo>
                    <a:pt x="203278" y="73770"/>
                  </a:lnTo>
                  <a:lnTo>
                    <a:pt x="206557" y="73770"/>
                  </a:lnTo>
                  <a:lnTo>
                    <a:pt x="209835" y="73770"/>
                  </a:lnTo>
                  <a:lnTo>
                    <a:pt x="211474" y="72131"/>
                  </a:lnTo>
                  <a:lnTo>
                    <a:pt x="214753" y="70492"/>
                  </a:lnTo>
                  <a:lnTo>
                    <a:pt x="218032" y="68852"/>
                  </a:lnTo>
                  <a:lnTo>
                    <a:pt x="222950" y="70492"/>
                  </a:lnTo>
                  <a:lnTo>
                    <a:pt x="222950" y="70492"/>
                  </a:lnTo>
                  <a:lnTo>
                    <a:pt x="224589" y="73770"/>
                  </a:lnTo>
                  <a:lnTo>
                    <a:pt x="224589" y="77049"/>
                  </a:lnTo>
                  <a:lnTo>
                    <a:pt x="224589" y="81967"/>
                  </a:lnTo>
                  <a:lnTo>
                    <a:pt x="227868" y="85245"/>
                  </a:lnTo>
                  <a:lnTo>
                    <a:pt x="232786" y="88524"/>
                  </a:lnTo>
                  <a:lnTo>
                    <a:pt x="234425" y="91803"/>
                  </a:lnTo>
                  <a:lnTo>
                    <a:pt x="231147" y="93442"/>
                  </a:lnTo>
                  <a:lnTo>
                    <a:pt x="231147" y="96721"/>
                  </a:lnTo>
                  <a:lnTo>
                    <a:pt x="234425" y="101639"/>
                  </a:lnTo>
                  <a:lnTo>
                    <a:pt x="236064" y="104917"/>
                  </a:lnTo>
                  <a:lnTo>
                    <a:pt x="236064" y="104917"/>
                  </a:lnTo>
                  <a:lnTo>
                    <a:pt x="239343" y="108196"/>
                  </a:lnTo>
                  <a:lnTo>
                    <a:pt x="242622" y="109836"/>
                  </a:lnTo>
                  <a:lnTo>
                    <a:pt x="247540" y="108196"/>
                  </a:lnTo>
                  <a:lnTo>
                    <a:pt x="249179" y="104917"/>
                  </a:lnTo>
                  <a:lnTo>
                    <a:pt x="254097" y="104917"/>
                  </a:lnTo>
                  <a:lnTo>
                    <a:pt x="257376" y="104917"/>
                  </a:lnTo>
                  <a:lnTo>
                    <a:pt x="260654" y="106557"/>
                  </a:lnTo>
                  <a:lnTo>
                    <a:pt x="263933" y="108196"/>
                  </a:lnTo>
                  <a:lnTo>
                    <a:pt x="268851" y="109836"/>
                  </a:lnTo>
                  <a:lnTo>
                    <a:pt x="272130" y="109836"/>
                  </a:lnTo>
                  <a:lnTo>
                    <a:pt x="277048" y="113114"/>
                  </a:lnTo>
                  <a:lnTo>
                    <a:pt x="277048" y="116393"/>
                  </a:lnTo>
                  <a:lnTo>
                    <a:pt x="277048" y="119672"/>
                  </a:lnTo>
                  <a:lnTo>
                    <a:pt x="277048" y="122950"/>
                  </a:lnTo>
                  <a:lnTo>
                    <a:pt x="278688" y="127868"/>
                  </a:lnTo>
                  <a:lnTo>
                    <a:pt x="280327" y="131147"/>
                  </a:lnTo>
                  <a:lnTo>
                    <a:pt x="283606" y="132786"/>
                  </a:lnTo>
                  <a:lnTo>
                    <a:pt x="285245" y="137704"/>
                  </a:lnTo>
                  <a:lnTo>
                    <a:pt x="285245" y="140983"/>
                  </a:lnTo>
                  <a:lnTo>
                    <a:pt x="288523" y="144262"/>
                  </a:lnTo>
                  <a:lnTo>
                    <a:pt x="288523" y="147540"/>
                  </a:lnTo>
                  <a:lnTo>
                    <a:pt x="288523" y="150819"/>
                  </a:lnTo>
                  <a:lnTo>
                    <a:pt x="291802" y="154098"/>
                  </a:lnTo>
                  <a:lnTo>
                    <a:pt x="293441" y="155737"/>
                  </a:lnTo>
                  <a:lnTo>
                    <a:pt x="296720" y="157376"/>
                  </a:lnTo>
                  <a:lnTo>
                    <a:pt x="296720" y="162294"/>
                  </a:lnTo>
                  <a:lnTo>
                    <a:pt x="295081" y="165573"/>
                  </a:lnTo>
                  <a:lnTo>
                    <a:pt x="291802" y="167212"/>
                  </a:lnTo>
                  <a:lnTo>
                    <a:pt x="288523" y="163934"/>
                  </a:lnTo>
                  <a:lnTo>
                    <a:pt x="283606" y="162294"/>
                  </a:lnTo>
                  <a:lnTo>
                    <a:pt x="281966" y="160655"/>
                  </a:lnTo>
                  <a:lnTo>
                    <a:pt x="277048" y="160655"/>
                  </a:lnTo>
                  <a:lnTo>
                    <a:pt x="277048" y="160655"/>
                  </a:lnTo>
                  <a:lnTo>
                    <a:pt x="277048" y="160655"/>
                  </a:lnTo>
                  <a:lnTo>
                    <a:pt x="272130" y="160655"/>
                  </a:lnTo>
                  <a:lnTo>
                    <a:pt x="268851" y="159016"/>
                  </a:lnTo>
                  <a:lnTo>
                    <a:pt x="265572" y="162294"/>
                  </a:lnTo>
                  <a:lnTo>
                    <a:pt x="262294" y="163934"/>
                  </a:lnTo>
                  <a:lnTo>
                    <a:pt x="257376" y="165573"/>
                  </a:lnTo>
                  <a:lnTo>
                    <a:pt x="254097" y="165573"/>
                  </a:lnTo>
                  <a:lnTo>
                    <a:pt x="250819" y="167212"/>
                  </a:lnTo>
                  <a:lnTo>
                    <a:pt x="247540" y="167212"/>
                  </a:lnTo>
                  <a:lnTo>
                    <a:pt x="249179" y="163934"/>
                  </a:lnTo>
                  <a:lnTo>
                    <a:pt x="249179" y="159016"/>
                  </a:lnTo>
                  <a:lnTo>
                    <a:pt x="249179" y="159016"/>
                  </a:lnTo>
                  <a:lnTo>
                    <a:pt x="244261" y="159016"/>
                  </a:lnTo>
                  <a:lnTo>
                    <a:pt x="240983" y="159016"/>
                  </a:lnTo>
                  <a:lnTo>
                    <a:pt x="237704" y="157376"/>
                  </a:lnTo>
                  <a:lnTo>
                    <a:pt x="234425" y="159016"/>
                  </a:lnTo>
                  <a:lnTo>
                    <a:pt x="229507" y="159016"/>
                  </a:lnTo>
                  <a:lnTo>
                    <a:pt x="226229" y="160655"/>
                  </a:lnTo>
                  <a:lnTo>
                    <a:pt x="224589" y="163934"/>
                  </a:lnTo>
                  <a:lnTo>
                    <a:pt x="221310" y="165573"/>
                  </a:lnTo>
                  <a:lnTo>
                    <a:pt x="216393" y="167212"/>
                  </a:lnTo>
                  <a:lnTo>
                    <a:pt x="214753" y="172130"/>
                  </a:lnTo>
                  <a:lnTo>
                    <a:pt x="213114" y="175409"/>
                  </a:lnTo>
                  <a:lnTo>
                    <a:pt x="213114" y="177048"/>
                  </a:lnTo>
                  <a:lnTo>
                    <a:pt x="208196" y="177048"/>
                  </a:lnTo>
                  <a:lnTo>
                    <a:pt x="204917" y="178688"/>
                  </a:lnTo>
                  <a:lnTo>
                    <a:pt x="201639" y="178688"/>
                  </a:lnTo>
                  <a:lnTo>
                    <a:pt x="198360" y="180327"/>
                  </a:lnTo>
                  <a:lnTo>
                    <a:pt x="195081" y="183606"/>
                  </a:lnTo>
                  <a:lnTo>
                    <a:pt x="190163" y="186884"/>
                  </a:lnTo>
                  <a:lnTo>
                    <a:pt x="186884" y="190163"/>
                  </a:lnTo>
                  <a:lnTo>
                    <a:pt x="183606" y="191802"/>
                  </a:lnTo>
                  <a:lnTo>
                    <a:pt x="180327" y="191802"/>
                  </a:lnTo>
                  <a:lnTo>
                    <a:pt x="177049" y="190163"/>
                  </a:lnTo>
                  <a:lnTo>
                    <a:pt x="173770" y="186884"/>
                  </a:lnTo>
                  <a:lnTo>
                    <a:pt x="172130" y="183606"/>
                  </a:lnTo>
                  <a:lnTo>
                    <a:pt x="170491" y="178688"/>
                  </a:lnTo>
                  <a:lnTo>
                    <a:pt x="167213" y="175409"/>
                  </a:lnTo>
                  <a:lnTo>
                    <a:pt x="167213" y="172130"/>
                  </a:lnTo>
                  <a:lnTo>
                    <a:pt x="167213" y="167212"/>
                  </a:lnTo>
                  <a:lnTo>
                    <a:pt x="167213" y="163934"/>
                  </a:lnTo>
                  <a:lnTo>
                    <a:pt x="167213" y="160655"/>
                  </a:lnTo>
                  <a:lnTo>
                    <a:pt x="167213" y="155737"/>
                  </a:lnTo>
                  <a:lnTo>
                    <a:pt x="165573" y="152458"/>
                  </a:lnTo>
                  <a:lnTo>
                    <a:pt x="165573" y="149180"/>
                  </a:lnTo>
                  <a:lnTo>
                    <a:pt x="163934" y="145901"/>
                  </a:lnTo>
                  <a:lnTo>
                    <a:pt x="165573" y="140983"/>
                  </a:lnTo>
                  <a:lnTo>
                    <a:pt x="163934" y="137704"/>
                  </a:lnTo>
                  <a:lnTo>
                    <a:pt x="160655" y="136065"/>
                  </a:lnTo>
                  <a:lnTo>
                    <a:pt x="157376" y="137704"/>
                  </a:lnTo>
                  <a:lnTo>
                    <a:pt x="154098" y="137704"/>
                  </a:lnTo>
                  <a:lnTo>
                    <a:pt x="154098" y="134426"/>
                  </a:lnTo>
                  <a:lnTo>
                    <a:pt x="154098" y="129508"/>
                  </a:lnTo>
                  <a:lnTo>
                    <a:pt x="154098" y="126229"/>
                  </a:lnTo>
                  <a:lnTo>
                    <a:pt x="154098" y="122950"/>
                  </a:lnTo>
                  <a:lnTo>
                    <a:pt x="149180" y="121311"/>
                  </a:lnTo>
                  <a:lnTo>
                    <a:pt x="145901" y="118032"/>
                  </a:lnTo>
                  <a:lnTo>
                    <a:pt x="142623" y="116393"/>
                  </a:lnTo>
                  <a:lnTo>
                    <a:pt x="137704" y="113114"/>
                  </a:lnTo>
                  <a:lnTo>
                    <a:pt x="134426" y="114754"/>
                  </a:lnTo>
                  <a:lnTo>
                    <a:pt x="131147" y="114754"/>
                  </a:lnTo>
                  <a:lnTo>
                    <a:pt x="127869" y="116393"/>
                  </a:lnTo>
                  <a:lnTo>
                    <a:pt x="124590" y="119672"/>
                  </a:lnTo>
                  <a:lnTo>
                    <a:pt x="124590" y="124590"/>
                  </a:lnTo>
                  <a:lnTo>
                    <a:pt x="122950" y="127868"/>
                  </a:lnTo>
                  <a:lnTo>
                    <a:pt x="119672" y="131147"/>
                  </a:lnTo>
                  <a:lnTo>
                    <a:pt x="118032" y="134426"/>
                  </a:lnTo>
                  <a:lnTo>
                    <a:pt x="114754" y="137704"/>
                  </a:lnTo>
                  <a:lnTo>
                    <a:pt x="114754" y="140983"/>
                  </a:lnTo>
                  <a:lnTo>
                    <a:pt x="118032" y="144262"/>
                  </a:lnTo>
                  <a:lnTo>
                    <a:pt x="119672" y="145901"/>
                  </a:lnTo>
                  <a:lnTo>
                    <a:pt x="119672" y="150819"/>
                  </a:lnTo>
                  <a:lnTo>
                    <a:pt x="118032" y="154098"/>
                  </a:lnTo>
                  <a:lnTo>
                    <a:pt x="114754" y="154098"/>
                  </a:lnTo>
                  <a:lnTo>
                    <a:pt x="111475" y="154098"/>
                  </a:lnTo>
                  <a:lnTo>
                    <a:pt x="111475" y="152458"/>
                  </a:lnTo>
                  <a:lnTo>
                    <a:pt x="106557" y="150819"/>
                  </a:lnTo>
                  <a:lnTo>
                    <a:pt x="103279" y="152458"/>
                  </a:lnTo>
                  <a:lnTo>
                    <a:pt x="100000" y="152458"/>
                  </a:lnTo>
                  <a:lnTo>
                    <a:pt x="96721" y="152458"/>
                  </a:lnTo>
                  <a:lnTo>
                    <a:pt x="93442" y="155737"/>
                  </a:lnTo>
                  <a:lnTo>
                    <a:pt x="90164" y="159016"/>
                  </a:lnTo>
                  <a:lnTo>
                    <a:pt x="91803" y="162294"/>
                  </a:lnTo>
                  <a:lnTo>
                    <a:pt x="93442" y="167212"/>
                  </a:lnTo>
                  <a:lnTo>
                    <a:pt x="93442" y="168852"/>
                  </a:lnTo>
                  <a:lnTo>
                    <a:pt x="93442" y="170491"/>
                  </a:lnTo>
                  <a:lnTo>
                    <a:pt x="91803" y="172130"/>
                  </a:lnTo>
                  <a:lnTo>
                    <a:pt x="88524" y="173770"/>
                  </a:lnTo>
                  <a:lnTo>
                    <a:pt x="85246" y="172130"/>
                  </a:lnTo>
                  <a:lnTo>
                    <a:pt x="85246" y="170491"/>
                  </a:lnTo>
                  <a:lnTo>
                    <a:pt x="80327" y="167212"/>
                  </a:lnTo>
                  <a:lnTo>
                    <a:pt x="77049" y="163934"/>
                  </a:lnTo>
                  <a:lnTo>
                    <a:pt x="73770" y="163934"/>
                  </a:lnTo>
                  <a:lnTo>
                    <a:pt x="72131" y="167212"/>
                  </a:lnTo>
                  <a:lnTo>
                    <a:pt x="68852" y="165573"/>
                  </a:lnTo>
                  <a:lnTo>
                    <a:pt x="63934" y="168852"/>
                  </a:lnTo>
                  <a:lnTo>
                    <a:pt x="62295" y="170491"/>
                  </a:lnTo>
                  <a:lnTo>
                    <a:pt x="59016" y="173770"/>
                  </a:lnTo>
                  <a:lnTo>
                    <a:pt x="54098" y="173770"/>
                  </a:lnTo>
                  <a:lnTo>
                    <a:pt x="54098" y="173770"/>
                  </a:lnTo>
                  <a:lnTo>
                    <a:pt x="54098" y="177048"/>
                  </a:lnTo>
                  <a:lnTo>
                    <a:pt x="50820" y="177048"/>
                  </a:lnTo>
                  <a:lnTo>
                    <a:pt x="47541" y="180327"/>
                  </a:lnTo>
                  <a:lnTo>
                    <a:pt x="47541" y="181966"/>
                  </a:lnTo>
                  <a:lnTo>
                    <a:pt x="44262" y="180327"/>
                  </a:lnTo>
                  <a:lnTo>
                    <a:pt x="42623" y="178688"/>
                  </a:lnTo>
                  <a:lnTo>
                    <a:pt x="39344" y="175409"/>
                  </a:lnTo>
                  <a:lnTo>
                    <a:pt x="36066" y="173770"/>
                  </a:lnTo>
                  <a:lnTo>
                    <a:pt x="34426" y="170491"/>
                  </a:lnTo>
                  <a:lnTo>
                    <a:pt x="36066" y="168852"/>
                  </a:lnTo>
                  <a:lnTo>
                    <a:pt x="36066" y="168852"/>
                  </a:lnTo>
                  <a:lnTo>
                    <a:pt x="36066" y="167212"/>
                  </a:lnTo>
                  <a:lnTo>
                    <a:pt x="36066" y="162294"/>
                  </a:lnTo>
                  <a:lnTo>
                    <a:pt x="34426" y="159016"/>
                  </a:lnTo>
                  <a:lnTo>
                    <a:pt x="34426" y="155737"/>
                  </a:lnTo>
                  <a:lnTo>
                    <a:pt x="36066" y="152458"/>
                  </a:lnTo>
                  <a:lnTo>
                    <a:pt x="37705" y="147540"/>
                  </a:lnTo>
                  <a:lnTo>
                    <a:pt x="40983" y="144262"/>
                  </a:lnTo>
                  <a:lnTo>
                    <a:pt x="40983" y="140983"/>
                  </a:lnTo>
                  <a:lnTo>
                    <a:pt x="44262" y="136065"/>
                  </a:lnTo>
                  <a:lnTo>
                    <a:pt x="45902" y="136065"/>
                  </a:lnTo>
                  <a:lnTo>
                    <a:pt x="47541" y="131147"/>
                  </a:lnTo>
                  <a:lnTo>
                    <a:pt x="47541" y="131147"/>
                  </a:lnTo>
                  <a:lnTo>
                    <a:pt x="47541" y="124590"/>
                  </a:lnTo>
                  <a:lnTo>
                    <a:pt x="44262" y="121311"/>
                  </a:lnTo>
                  <a:lnTo>
                    <a:pt x="39344" y="119672"/>
                  </a:lnTo>
                  <a:lnTo>
                    <a:pt x="36066" y="116393"/>
                  </a:lnTo>
                  <a:lnTo>
                    <a:pt x="34426" y="114754"/>
                  </a:lnTo>
                  <a:lnTo>
                    <a:pt x="34426" y="113114"/>
                  </a:lnTo>
                  <a:lnTo>
                    <a:pt x="32787" y="109836"/>
                  </a:lnTo>
                  <a:lnTo>
                    <a:pt x="31147" y="104917"/>
                  </a:lnTo>
                  <a:lnTo>
                    <a:pt x="31147" y="101639"/>
                  </a:lnTo>
                  <a:lnTo>
                    <a:pt x="34426" y="98360"/>
                  </a:lnTo>
                  <a:lnTo>
                    <a:pt x="32787" y="95082"/>
                  </a:lnTo>
                  <a:lnTo>
                    <a:pt x="32787" y="93442"/>
                  </a:lnTo>
                  <a:lnTo>
                    <a:pt x="29508" y="90164"/>
                  </a:lnTo>
                  <a:lnTo>
                    <a:pt x="26229" y="90164"/>
                  </a:lnTo>
                  <a:lnTo>
                    <a:pt x="22951" y="90164"/>
                  </a:lnTo>
                  <a:lnTo>
                    <a:pt x="18033" y="90164"/>
                  </a:lnTo>
                  <a:lnTo>
                    <a:pt x="14754" y="88524"/>
                  </a:lnTo>
                  <a:lnTo>
                    <a:pt x="13115" y="85245"/>
                  </a:lnTo>
                  <a:lnTo>
                    <a:pt x="9836" y="81967"/>
                  </a:lnTo>
                  <a:lnTo>
                    <a:pt x="6557" y="81967"/>
                  </a:lnTo>
                  <a:lnTo>
                    <a:pt x="3279" y="81967"/>
                  </a:lnTo>
                  <a:lnTo>
                    <a:pt x="0" y="7704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9" name="Freeform 3798">
              <a:extLst>
                <a:ext uri="{FF2B5EF4-FFF2-40B4-BE49-F238E27FC236}">
                  <a16:creationId xmlns:a16="http://schemas.microsoft.com/office/drawing/2014/main" id="{C9C0848D-63CF-B24E-9941-92AAE222D525}"/>
                </a:ext>
              </a:extLst>
            </p:cNvPr>
            <p:cNvSpPr/>
            <p:nvPr/>
          </p:nvSpPr>
          <p:spPr>
            <a:xfrm>
              <a:off x="9318935" y="3619817"/>
              <a:ext cx="3278" cy="3278"/>
            </a:xfrm>
            <a:custGeom>
              <a:avLst/>
              <a:gdLst>
                <a:gd name="connsiteX0" fmla="*/ 1640 w 3278"/>
                <a:gd name="connsiteY0" fmla="*/ 0 h 3278"/>
                <a:gd name="connsiteX1" fmla="*/ 0 w 3278"/>
                <a:gd name="connsiteY1" fmla="*/ 0 h 3278"/>
                <a:gd name="connsiteX2" fmla="*/ 327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1640" y="0"/>
                  </a:moveTo>
                  <a:lnTo>
                    <a:pt x="0" y="0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0" name="Freeform 3799">
              <a:extLst>
                <a:ext uri="{FF2B5EF4-FFF2-40B4-BE49-F238E27FC236}">
                  <a16:creationId xmlns:a16="http://schemas.microsoft.com/office/drawing/2014/main" id="{8CD25852-6527-1244-9CC4-FA5A9F93BAB1}"/>
                </a:ext>
              </a:extLst>
            </p:cNvPr>
            <p:cNvSpPr/>
            <p:nvPr/>
          </p:nvSpPr>
          <p:spPr>
            <a:xfrm>
              <a:off x="9328772" y="3647686"/>
              <a:ext cx="4917" cy="3278"/>
            </a:xfrm>
            <a:custGeom>
              <a:avLst/>
              <a:gdLst>
                <a:gd name="connsiteX0" fmla="*/ 3279 w 4917"/>
                <a:gd name="connsiteY0" fmla="*/ 3279 h 3278"/>
                <a:gd name="connsiteX1" fmla="*/ 4918 w 4917"/>
                <a:gd name="connsiteY1" fmla="*/ 0 h 3278"/>
                <a:gd name="connsiteX2" fmla="*/ 0 w 4917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3279" y="3279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1" name="Freeform 3800">
              <a:extLst>
                <a:ext uri="{FF2B5EF4-FFF2-40B4-BE49-F238E27FC236}">
                  <a16:creationId xmlns:a16="http://schemas.microsoft.com/office/drawing/2014/main" id="{A84E3F50-1CBA-1C40-9C65-95DFF94BA9BC}"/>
                </a:ext>
              </a:extLst>
            </p:cNvPr>
            <p:cNvSpPr/>
            <p:nvPr/>
          </p:nvSpPr>
          <p:spPr>
            <a:xfrm>
              <a:off x="9935326" y="2454249"/>
              <a:ext cx="8196" cy="9836"/>
            </a:xfrm>
            <a:custGeom>
              <a:avLst/>
              <a:gdLst>
                <a:gd name="connsiteX0" fmla="*/ 1639 w 8196"/>
                <a:gd name="connsiteY0" fmla="*/ 0 h 9836"/>
                <a:gd name="connsiteX1" fmla="*/ 0 w 8196"/>
                <a:gd name="connsiteY1" fmla="*/ 1639 h 9836"/>
                <a:gd name="connsiteX2" fmla="*/ 1639 w 8196"/>
                <a:gd name="connsiteY2" fmla="*/ 4918 h 9836"/>
                <a:gd name="connsiteX3" fmla="*/ 4918 w 8196"/>
                <a:gd name="connsiteY3" fmla="*/ 9836 h 9836"/>
                <a:gd name="connsiteX4" fmla="*/ 8197 w 8196"/>
                <a:gd name="connsiteY4" fmla="*/ 6557 h 9836"/>
                <a:gd name="connsiteX5" fmla="*/ 6557 w 8196"/>
                <a:gd name="connsiteY5" fmla="*/ 3279 h 9836"/>
                <a:gd name="connsiteX6" fmla="*/ 4918 w 8196"/>
                <a:gd name="connsiteY6" fmla="*/ 3279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9836">
                  <a:moveTo>
                    <a:pt x="1639" y="0"/>
                  </a:moveTo>
                  <a:lnTo>
                    <a:pt x="0" y="1639"/>
                  </a:lnTo>
                  <a:lnTo>
                    <a:pt x="1639" y="4918"/>
                  </a:lnTo>
                  <a:lnTo>
                    <a:pt x="4918" y="9836"/>
                  </a:lnTo>
                  <a:lnTo>
                    <a:pt x="8197" y="6557"/>
                  </a:lnTo>
                  <a:lnTo>
                    <a:pt x="6557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2" name="Freeform 3801">
              <a:extLst>
                <a:ext uri="{FF2B5EF4-FFF2-40B4-BE49-F238E27FC236}">
                  <a16:creationId xmlns:a16="http://schemas.microsoft.com/office/drawing/2014/main" id="{F28B1782-80F3-3B46-82C7-23E6C8025E7D}"/>
                </a:ext>
              </a:extLst>
            </p:cNvPr>
            <p:cNvSpPr/>
            <p:nvPr/>
          </p:nvSpPr>
          <p:spPr>
            <a:xfrm>
              <a:off x="9956638" y="2509986"/>
              <a:ext cx="6557" cy="6557"/>
            </a:xfrm>
            <a:custGeom>
              <a:avLst/>
              <a:gdLst>
                <a:gd name="connsiteX0" fmla="*/ 4918 w 6557"/>
                <a:gd name="connsiteY0" fmla="*/ 6557 h 6557"/>
                <a:gd name="connsiteX1" fmla="*/ 6558 w 6557"/>
                <a:gd name="connsiteY1" fmla="*/ 6557 h 6557"/>
                <a:gd name="connsiteX2" fmla="*/ 4918 w 6557"/>
                <a:gd name="connsiteY2" fmla="*/ 3279 h 6557"/>
                <a:gd name="connsiteX3" fmla="*/ 0 w 6557"/>
                <a:gd name="connsiteY3" fmla="*/ 0 h 6557"/>
                <a:gd name="connsiteX4" fmla="*/ 1639 w 6557"/>
                <a:gd name="connsiteY4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6557">
                  <a:moveTo>
                    <a:pt x="4918" y="6557"/>
                  </a:moveTo>
                  <a:lnTo>
                    <a:pt x="6558" y="6557"/>
                  </a:lnTo>
                  <a:lnTo>
                    <a:pt x="4918" y="3279"/>
                  </a:lnTo>
                  <a:lnTo>
                    <a:pt x="0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3" name="Freeform 3802">
              <a:extLst>
                <a:ext uri="{FF2B5EF4-FFF2-40B4-BE49-F238E27FC236}">
                  <a16:creationId xmlns:a16="http://schemas.microsoft.com/office/drawing/2014/main" id="{57206CE7-9ADC-C14E-BDBC-530673F38AD6}"/>
                </a:ext>
              </a:extLst>
            </p:cNvPr>
            <p:cNvSpPr/>
            <p:nvPr/>
          </p:nvSpPr>
          <p:spPr>
            <a:xfrm>
              <a:off x="9984506" y="2582117"/>
              <a:ext cx="3278" cy="3278"/>
            </a:xfrm>
            <a:custGeom>
              <a:avLst/>
              <a:gdLst>
                <a:gd name="connsiteX0" fmla="*/ 1639 w 3278"/>
                <a:gd name="connsiteY0" fmla="*/ 0 h 3278"/>
                <a:gd name="connsiteX1" fmla="*/ 0 w 3278"/>
                <a:gd name="connsiteY1" fmla="*/ 3279 h 3278"/>
                <a:gd name="connsiteX2" fmla="*/ 327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1639" y="0"/>
                  </a:move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4" name="Freeform 3803">
              <a:extLst>
                <a:ext uri="{FF2B5EF4-FFF2-40B4-BE49-F238E27FC236}">
                  <a16:creationId xmlns:a16="http://schemas.microsoft.com/office/drawing/2014/main" id="{94393C90-4523-9C40-8C2C-00DE4E10D554}"/>
                </a:ext>
              </a:extLst>
            </p:cNvPr>
            <p:cNvSpPr/>
            <p:nvPr/>
          </p:nvSpPr>
          <p:spPr>
            <a:xfrm>
              <a:off x="9987785" y="2596871"/>
              <a:ext cx="6556" cy="8196"/>
            </a:xfrm>
            <a:custGeom>
              <a:avLst/>
              <a:gdLst>
                <a:gd name="connsiteX0" fmla="*/ 6557 w 6556"/>
                <a:gd name="connsiteY0" fmla="*/ 3279 h 8196"/>
                <a:gd name="connsiteX1" fmla="*/ 4918 w 6556"/>
                <a:gd name="connsiteY1" fmla="*/ 1639 h 8196"/>
                <a:gd name="connsiteX2" fmla="*/ 0 w 6556"/>
                <a:gd name="connsiteY2" fmla="*/ 0 h 8196"/>
                <a:gd name="connsiteX3" fmla="*/ 0 w 6556"/>
                <a:gd name="connsiteY3" fmla="*/ 3279 h 8196"/>
                <a:gd name="connsiteX4" fmla="*/ 0 w 6556"/>
                <a:gd name="connsiteY4" fmla="*/ 8197 h 8196"/>
                <a:gd name="connsiteX5" fmla="*/ 3278 w 6556"/>
                <a:gd name="connsiteY5" fmla="*/ 8197 h 8196"/>
                <a:gd name="connsiteX6" fmla="*/ 6557 w 6556"/>
                <a:gd name="connsiteY6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56" h="8196">
                  <a:moveTo>
                    <a:pt x="6557" y="3279"/>
                  </a:moveTo>
                  <a:lnTo>
                    <a:pt x="4918" y="1639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0" y="8197"/>
                  </a:lnTo>
                  <a:lnTo>
                    <a:pt x="3278" y="8197"/>
                  </a:lnTo>
                  <a:lnTo>
                    <a:pt x="6557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5" name="Freeform 3804">
              <a:extLst>
                <a:ext uri="{FF2B5EF4-FFF2-40B4-BE49-F238E27FC236}">
                  <a16:creationId xmlns:a16="http://schemas.microsoft.com/office/drawing/2014/main" id="{6500C40A-544E-C948-8F0C-E0D71BA3BF8C}"/>
                </a:ext>
              </a:extLst>
            </p:cNvPr>
            <p:cNvSpPr/>
            <p:nvPr/>
          </p:nvSpPr>
          <p:spPr>
            <a:xfrm>
              <a:off x="10005818" y="2641133"/>
              <a:ext cx="26228" cy="16393"/>
            </a:xfrm>
            <a:custGeom>
              <a:avLst/>
              <a:gdLst>
                <a:gd name="connsiteX0" fmla="*/ 21311 w 26228"/>
                <a:gd name="connsiteY0" fmla="*/ 1639 h 16393"/>
                <a:gd name="connsiteX1" fmla="*/ 21311 w 26228"/>
                <a:gd name="connsiteY1" fmla="*/ 0 h 16393"/>
                <a:gd name="connsiteX2" fmla="*/ 18032 w 26228"/>
                <a:gd name="connsiteY2" fmla="*/ 1639 h 16393"/>
                <a:gd name="connsiteX3" fmla="*/ 13114 w 26228"/>
                <a:gd name="connsiteY3" fmla="*/ 1639 h 16393"/>
                <a:gd name="connsiteX4" fmla="*/ 9836 w 26228"/>
                <a:gd name="connsiteY4" fmla="*/ 3279 h 16393"/>
                <a:gd name="connsiteX5" fmla="*/ 6558 w 26228"/>
                <a:gd name="connsiteY5" fmla="*/ 3279 h 16393"/>
                <a:gd name="connsiteX6" fmla="*/ 1639 w 26228"/>
                <a:gd name="connsiteY6" fmla="*/ 6557 h 16393"/>
                <a:gd name="connsiteX7" fmla="*/ 0 w 26228"/>
                <a:gd name="connsiteY7" fmla="*/ 11475 h 16393"/>
                <a:gd name="connsiteX8" fmla="*/ 3279 w 26228"/>
                <a:gd name="connsiteY8" fmla="*/ 14754 h 16393"/>
                <a:gd name="connsiteX9" fmla="*/ 6558 w 26228"/>
                <a:gd name="connsiteY9" fmla="*/ 16393 h 16393"/>
                <a:gd name="connsiteX10" fmla="*/ 9836 w 26228"/>
                <a:gd name="connsiteY10" fmla="*/ 14754 h 16393"/>
                <a:gd name="connsiteX11" fmla="*/ 14754 w 26228"/>
                <a:gd name="connsiteY11" fmla="*/ 14754 h 16393"/>
                <a:gd name="connsiteX12" fmla="*/ 18032 w 26228"/>
                <a:gd name="connsiteY12" fmla="*/ 14754 h 16393"/>
                <a:gd name="connsiteX13" fmla="*/ 21311 w 26228"/>
                <a:gd name="connsiteY13" fmla="*/ 13114 h 16393"/>
                <a:gd name="connsiteX14" fmla="*/ 26229 w 26228"/>
                <a:gd name="connsiteY14" fmla="*/ 9836 h 16393"/>
                <a:gd name="connsiteX15" fmla="*/ 26229 w 26228"/>
                <a:gd name="connsiteY15" fmla="*/ 6557 h 16393"/>
                <a:gd name="connsiteX16" fmla="*/ 24590 w 26228"/>
                <a:gd name="connsiteY16" fmla="*/ 3279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228" h="16393">
                  <a:moveTo>
                    <a:pt x="21311" y="1639"/>
                  </a:moveTo>
                  <a:lnTo>
                    <a:pt x="21311" y="0"/>
                  </a:lnTo>
                  <a:lnTo>
                    <a:pt x="18032" y="1639"/>
                  </a:lnTo>
                  <a:lnTo>
                    <a:pt x="13114" y="1639"/>
                  </a:lnTo>
                  <a:lnTo>
                    <a:pt x="9836" y="3279"/>
                  </a:lnTo>
                  <a:lnTo>
                    <a:pt x="6558" y="3279"/>
                  </a:lnTo>
                  <a:lnTo>
                    <a:pt x="1639" y="6557"/>
                  </a:lnTo>
                  <a:lnTo>
                    <a:pt x="0" y="11475"/>
                  </a:lnTo>
                  <a:lnTo>
                    <a:pt x="3279" y="14754"/>
                  </a:lnTo>
                  <a:lnTo>
                    <a:pt x="6558" y="16393"/>
                  </a:lnTo>
                  <a:lnTo>
                    <a:pt x="9836" y="14754"/>
                  </a:lnTo>
                  <a:lnTo>
                    <a:pt x="14754" y="14754"/>
                  </a:lnTo>
                  <a:lnTo>
                    <a:pt x="18032" y="14754"/>
                  </a:lnTo>
                  <a:lnTo>
                    <a:pt x="21311" y="13114"/>
                  </a:lnTo>
                  <a:lnTo>
                    <a:pt x="26229" y="9836"/>
                  </a:lnTo>
                  <a:lnTo>
                    <a:pt x="26229" y="6557"/>
                  </a:lnTo>
                  <a:lnTo>
                    <a:pt x="2459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6" name="Freeform 3805">
              <a:extLst>
                <a:ext uri="{FF2B5EF4-FFF2-40B4-BE49-F238E27FC236}">
                  <a16:creationId xmlns:a16="http://schemas.microsoft.com/office/drawing/2014/main" id="{41555BFB-26EC-0A4A-8CE0-0EE60ACF7C70}"/>
                </a:ext>
              </a:extLst>
            </p:cNvPr>
            <p:cNvSpPr/>
            <p:nvPr/>
          </p:nvSpPr>
          <p:spPr>
            <a:xfrm>
              <a:off x="10005818" y="2605068"/>
              <a:ext cx="6557" cy="3278"/>
            </a:xfrm>
            <a:custGeom>
              <a:avLst/>
              <a:gdLst>
                <a:gd name="connsiteX0" fmla="*/ 0 w 6557"/>
                <a:gd name="connsiteY0" fmla="*/ 0 h 3278"/>
                <a:gd name="connsiteX1" fmla="*/ 1639 w 6557"/>
                <a:gd name="connsiteY1" fmla="*/ 3279 h 3278"/>
                <a:gd name="connsiteX2" fmla="*/ 6558 w 6557"/>
                <a:gd name="connsiteY2" fmla="*/ 3279 h 3278"/>
                <a:gd name="connsiteX3" fmla="*/ 1639 w 6557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0" y="0"/>
                  </a:moveTo>
                  <a:lnTo>
                    <a:pt x="1639" y="3279"/>
                  </a:lnTo>
                  <a:lnTo>
                    <a:pt x="6558" y="327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7" name="Freeform 3806">
              <a:extLst>
                <a:ext uri="{FF2B5EF4-FFF2-40B4-BE49-F238E27FC236}">
                  <a16:creationId xmlns:a16="http://schemas.microsoft.com/office/drawing/2014/main" id="{EFF77827-128E-D041-933C-0CB5F10EA103}"/>
                </a:ext>
              </a:extLst>
            </p:cNvPr>
            <p:cNvSpPr/>
            <p:nvPr/>
          </p:nvSpPr>
          <p:spPr>
            <a:xfrm>
              <a:off x="10041883" y="2582117"/>
              <a:ext cx="9835" cy="8196"/>
            </a:xfrm>
            <a:custGeom>
              <a:avLst/>
              <a:gdLst>
                <a:gd name="connsiteX0" fmla="*/ 0 w 9835"/>
                <a:gd name="connsiteY0" fmla="*/ 0 h 8196"/>
                <a:gd name="connsiteX1" fmla="*/ 0 w 9835"/>
                <a:gd name="connsiteY1" fmla="*/ 0 h 8196"/>
                <a:gd name="connsiteX2" fmla="*/ 0 w 9835"/>
                <a:gd name="connsiteY2" fmla="*/ 3279 h 8196"/>
                <a:gd name="connsiteX3" fmla="*/ 1639 w 9835"/>
                <a:gd name="connsiteY3" fmla="*/ 8197 h 8196"/>
                <a:gd name="connsiteX4" fmla="*/ 6557 w 9835"/>
                <a:gd name="connsiteY4" fmla="*/ 8197 h 8196"/>
                <a:gd name="connsiteX5" fmla="*/ 9836 w 9835"/>
                <a:gd name="connsiteY5" fmla="*/ 8197 h 8196"/>
                <a:gd name="connsiteX6" fmla="*/ 8197 w 9835"/>
                <a:gd name="connsiteY6" fmla="*/ 3279 h 8196"/>
                <a:gd name="connsiteX7" fmla="*/ 3279 w 9835"/>
                <a:gd name="connsiteY7" fmla="*/ 3279 h 8196"/>
                <a:gd name="connsiteX8" fmla="*/ 1639 w 9835"/>
                <a:gd name="connsiteY8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35" h="8196">
                  <a:moveTo>
                    <a:pt x="0" y="0"/>
                  </a:moveTo>
                  <a:lnTo>
                    <a:pt x="0" y="0"/>
                  </a:lnTo>
                  <a:lnTo>
                    <a:pt x="0" y="3279"/>
                  </a:lnTo>
                  <a:lnTo>
                    <a:pt x="1639" y="8197"/>
                  </a:lnTo>
                  <a:lnTo>
                    <a:pt x="6557" y="8197"/>
                  </a:lnTo>
                  <a:lnTo>
                    <a:pt x="9836" y="8197"/>
                  </a:lnTo>
                  <a:lnTo>
                    <a:pt x="8197" y="3279"/>
                  </a:lnTo>
                  <a:lnTo>
                    <a:pt x="3279" y="327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8" name="Freeform 3807">
              <a:extLst>
                <a:ext uri="{FF2B5EF4-FFF2-40B4-BE49-F238E27FC236}">
                  <a16:creationId xmlns:a16="http://schemas.microsoft.com/office/drawing/2014/main" id="{3DAAC153-FDB6-F446-B9C2-8164AAFD60E4}"/>
                </a:ext>
              </a:extLst>
            </p:cNvPr>
            <p:cNvSpPr/>
            <p:nvPr/>
          </p:nvSpPr>
          <p:spPr>
            <a:xfrm>
              <a:off x="10064833" y="2578838"/>
              <a:ext cx="9836" cy="9835"/>
            </a:xfrm>
            <a:custGeom>
              <a:avLst/>
              <a:gdLst>
                <a:gd name="connsiteX0" fmla="*/ 0 w 9836"/>
                <a:gd name="connsiteY0" fmla="*/ 4918 h 9835"/>
                <a:gd name="connsiteX1" fmla="*/ 1640 w 9836"/>
                <a:gd name="connsiteY1" fmla="*/ 6557 h 9835"/>
                <a:gd name="connsiteX2" fmla="*/ 4919 w 9836"/>
                <a:gd name="connsiteY2" fmla="*/ 9836 h 9835"/>
                <a:gd name="connsiteX3" fmla="*/ 8197 w 9836"/>
                <a:gd name="connsiteY3" fmla="*/ 8197 h 9835"/>
                <a:gd name="connsiteX4" fmla="*/ 9837 w 9836"/>
                <a:gd name="connsiteY4" fmla="*/ 4918 h 9835"/>
                <a:gd name="connsiteX5" fmla="*/ 8197 w 9836"/>
                <a:gd name="connsiteY5" fmla="*/ 1639 h 9835"/>
                <a:gd name="connsiteX6" fmla="*/ 4919 w 9836"/>
                <a:gd name="connsiteY6" fmla="*/ 0 h 9835"/>
                <a:gd name="connsiteX7" fmla="*/ 3279 w 9836"/>
                <a:gd name="connsiteY7" fmla="*/ 3279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6" h="9835">
                  <a:moveTo>
                    <a:pt x="0" y="4918"/>
                  </a:moveTo>
                  <a:lnTo>
                    <a:pt x="1640" y="6557"/>
                  </a:lnTo>
                  <a:lnTo>
                    <a:pt x="4919" y="9836"/>
                  </a:lnTo>
                  <a:lnTo>
                    <a:pt x="8197" y="8197"/>
                  </a:lnTo>
                  <a:lnTo>
                    <a:pt x="9837" y="4918"/>
                  </a:lnTo>
                  <a:lnTo>
                    <a:pt x="8197" y="1639"/>
                  </a:lnTo>
                  <a:lnTo>
                    <a:pt x="4919" y="0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9" name="Freeform 3808">
              <a:extLst>
                <a:ext uri="{FF2B5EF4-FFF2-40B4-BE49-F238E27FC236}">
                  <a16:creationId xmlns:a16="http://schemas.microsoft.com/office/drawing/2014/main" id="{46AA8333-3F0A-2843-AF44-5DF9392AE2AD}"/>
                </a:ext>
              </a:extLst>
            </p:cNvPr>
            <p:cNvSpPr/>
            <p:nvPr/>
          </p:nvSpPr>
          <p:spPr>
            <a:xfrm>
              <a:off x="9286148" y="3473916"/>
              <a:ext cx="204917" cy="188523"/>
            </a:xfrm>
            <a:custGeom>
              <a:avLst/>
              <a:gdLst>
                <a:gd name="connsiteX0" fmla="*/ 1640 w 204917"/>
                <a:gd name="connsiteY0" fmla="*/ 60656 h 188523"/>
                <a:gd name="connsiteX1" fmla="*/ 1640 w 204917"/>
                <a:gd name="connsiteY1" fmla="*/ 57377 h 188523"/>
                <a:gd name="connsiteX2" fmla="*/ 1640 w 204917"/>
                <a:gd name="connsiteY2" fmla="*/ 54098 h 188523"/>
                <a:gd name="connsiteX3" fmla="*/ 0 w 204917"/>
                <a:gd name="connsiteY3" fmla="*/ 49180 h 188523"/>
                <a:gd name="connsiteX4" fmla="*/ 3279 w 204917"/>
                <a:gd name="connsiteY4" fmla="*/ 49180 h 188523"/>
                <a:gd name="connsiteX5" fmla="*/ 8197 w 204917"/>
                <a:gd name="connsiteY5" fmla="*/ 49180 h 188523"/>
                <a:gd name="connsiteX6" fmla="*/ 8197 w 204917"/>
                <a:gd name="connsiteY6" fmla="*/ 45901 h 188523"/>
                <a:gd name="connsiteX7" fmla="*/ 8197 w 204917"/>
                <a:gd name="connsiteY7" fmla="*/ 44262 h 188523"/>
                <a:gd name="connsiteX8" fmla="*/ 11476 w 204917"/>
                <a:gd name="connsiteY8" fmla="*/ 42623 h 188523"/>
                <a:gd name="connsiteX9" fmla="*/ 14754 w 204917"/>
                <a:gd name="connsiteY9" fmla="*/ 39344 h 188523"/>
                <a:gd name="connsiteX10" fmla="*/ 14754 w 204917"/>
                <a:gd name="connsiteY10" fmla="*/ 37705 h 188523"/>
                <a:gd name="connsiteX11" fmla="*/ 16393 w 204917"/>
                <a:gd name="connsiteY11" fmla="*/ 32787 h 188523"/>
                <a:gd name="connsiteX12" fmla="*/ 19672 w 204917"/>
                <a:gd name="connsiteY12" fmla="*/ 29508 h 188523"/>
                <a:gd name="connsiteX13" fmla="*/ 19672 w 204917"/>
                <a:gd name="connsiteY13" fmla="*/ 29508 h 188523"/>
                <a:gd name="connsiteX14" fmla="*/ 19672 w 204917"/>
                <a:gd name="connsiteY14" fmla="*/ 27869 h 188523"/>
                <a:gd name="connsiteX15" fmla="*/ 19672 w 204917"/>
                <a:gd name="connsiteY15" fmla="*/ 24590 h 188523"/>
                <a:gd name="connsiteX16" fmla="*/ 19672 w 204917"/>
                <a:gd name="connsiteY16" fmla="*/ 22951 h 188523"/>
                <a:gd name="connsiteX17" fmla="*/ 24590 w 204917"/>
                <a:gd name="connsiteY17" fmla="*/ 19672 h 188523"/>
                <a:gd name="connsiteX18" fmla="*/ 27869 w 204917"/>
                <a:gd name="connsiteY18" fmla="*/ 16393 h 188523"/>
                <a:gd name="connsiteX19" fmla="*/ 29509 w 204917"/>
                <a:gd name="connsiteY19" fmla="*/ 16393 h 188523"/>
                <a:gd name="connsiteX20" fmla="*/ 31148 w 204917"/>
                <a:gd name="connsiteY20" fmla="*/ 16393 h 188523"/>
                <a:gd name="connsiteX21" fmla="*/ 32787 w 204917"/>
                <a:gd name="connsiteY21" fmla="*/ 14754 h 188523"/>
                <a:gd name="connsiteX22" fmla="*/ 37706 w 204917"/>
                <a:gd name="connsiteY22" fmla="*/ 14754 h 188523"/>
                <a:gd name="connsiteX23" fmla="*/ 40983 w 204917"/>
                <a:gd name="connsiteY23" fmla="*/ 13115 h 188523"/>
                <a:gd name="connsiteX24" fmla="*/ 44262 w 204917"/>
                <a:gd name="connsiteY24" fmla="*/ 11476 h 188523"/>
                <a:gd name="connsiteX25" fmla="*/ 47541 w 204917"/>
                <a:gd name="connsiteY25" fmla="*/ 11476 h 188523"/>
                <a:gd name="connsiteX26" fmla="*/ 52459 w 204917"/>
                <a:gd name="connsiteY26" fmla="*/ 14754 h 188523"/>
                <a:gd name="connsiteX27" fmla="*/ 55738 w 204917"/>
                <a:gd name="connsiteY27" fmla="*/ 14754 h 188523"/>
                <a:gd name="connsiteX28" fmla="*/ 59017 w 204917"/>
                <a:gd name="connsiteY28" fmla="*/ 14754 h 188523"/>
                <a:gd name="connsiteX29" fmla="*/ 62296 w 204917"/>
                <a:gd name="connsiteY29" fmla="*/ 14754 h 188523"/>
                <a:gd name="connsiteX30" fmla="*/ 65573 w 204917"/>
                <a:gd name="connsiteY30" fmla="*/ 14754 h 188523"/>
                <a:gd name="connsiteX31" fmla="*/ 67213 w 204917"/>
                <a:gd name="connsiteY31" fmla="*/ 13115 h 188523"/>
                <a:gd name="connsiteX32" fmla="*/ 70492 w 204917"/>
                <a:gd name="connsiteY32" fmla="*/ 13115 h 188523"/>
                <a:gd name="connsiteX33" fmla="*/ 73770 w 204917"/>
                <a:gd name="connsiteY33" fmla="*/ 13115 h 188523"/>
                <a:gd name="connsiteX34" fmla="*/ 77049 w 204917"/>
                <a:gd name="connsiteY34" fmla="*/ 14754 h 188523"/>
                <a:gd name="connsiteX35" fmla="*/ 81967 w 204917"/>
                <a:gd name="connsiteY35" fmla="*/ 14754 h 188523"/>
                <a:gd name="connsiteX36" fmla="*/ 83607 w 204917"/>
                <a:gd name="connsiteY36" fmla="*/ 11476 h 188523"/>
                <a:gd name="connsiteX37" fmla="*/ 88525 w 204917"/>
                <a:gd name="connsiteY37" fmla="*/ 11476 h 188523"/>
                <a:gd name="connsiteX38" fmla="*/ 91803 w 204917"/>
                <a:gd name="connsiteY38" fmla="*/ 11476 h 188523"/>
                <a:gd name="connsiteX39" fmla="*/ 93442 w 204917"/>
                <a:gd name="connsiteY39" fmla="*/ 11476 h 188523"/>
                <a:gd name="connsiteX40" fmla="*/ 95082 w 204917"/>
                <a:gd name="connsiteY40" fmla="*/ 13115 h 188523"/>
                <a:gd name="connsiteX41" fmla="*/ 96721 w 204917"/>
                <a:gd name="connsiteY41" fmla="*/ 13115 h 188523"/>
                <a:gd name="connsiteX42" fmla="*/ 98360 w 204917"/>
                <a:gd name="connsiteY42" fmla="*/ 13115 h 188523"/>
                <a:gd name="connsiteX43" fmla="*/ 98360 w 204917"/>
                <a:gd name="connsiteY43" fmla="*/ 16393 h 188523"/>
                <a:gd name="connsiteX44" fmla="*/ 98360 w 204917"/>
                <a:gd name="connsiteY44" fmla="*/ 16393 h 188523"/>
                <a:gd name="connsiteX45" fmla="*/ 101639 w 204917"/>
                <a:gd name="connsiteY45" fmla="*/ 21311 h 188523"/>
                <a:gd name="connsiteX46" fmla="*/ 104918 w 204917"/>
                <a:gd name="connsiteY46" fmla="*/ 18033 h 188523"/>
                <a:gd name="connsiteX47" fmla="*/ 106557 w 204917"/>
                <a:gd name="connsiteY47" fmla="*/ 14754 h 188523"/>
                <a:gd name="connsiteX48" fmla="*/ 106557 w 204917"/>
                <a:gd name="connsiteY48" fmla="*/ 18033 h 188523"/>
                <a:gd name="connsiteX49" fmla="*/ 109836 w 204917"/>
                <a:gd name="connsiteY49" fmla="*/ 22951 h 188523"/>
                <a:gd name="connsiteX50" fmla="*/ 109836 w 204917"/>
                <a:gd name="connsiteY50" fmla="*/ 22951 h 188523"/>
                <a:gd name="connsiteX51" fmla="*/ 114754 w 204917"/>
                <a:gd name="connsiteY51" fmla="*/ 26229 h 188523"/>
                <a:gd name="connsiteX52" fmla="*/ 118032 w 204917"/>
                <a:gd name="connsiteY52" fmla="*/ 24590 h 188523"/>
                <a:gd name="connsiteX53" fmla="*/ 121311 w 204917"/>
                <a:gd name="connsiteY53" fmla="*/ 22951 h 188523"/>
                <a:gd name="connsiteX54" fmla="*/ 121311 w 204917"/>
                <a:gd name="connsiteY54" fmla="*/ 24590 h 188523"/>
                <a:gd name="connsiteX55" fmla="*/ 124590 w 204917"/>
                <a:gd name="connsiteY55" fmla="*/ 24590 h 188523"/>
                <a:gd name="connsiteX56" fmla="*/ 127869 w 204917"/>
                <a:gd name="connsiteY56" fmla="*/ 26229 h 188523"/>
                <a:gd name="connsiteX57" fmla="*/ 127869 w 204917"/>
                <a:gd name="connsiteY57" fmla="*/ 26229 h 188523"/>
                <a:gd name="connsiteX58" fmla="*/ 129508 w 204917"/>
                <a:gd name="connsiteY58" fmla="*/ 27869 h 188523"/>
                <a:gd name="connsiteX59" fmla="*/ 131147 w 204917"/>
                <a:gd name="connsiteY59" fmla="*/ 31148 h 188523"/>
                <a:gd name="connsiteX60" fmla="*/ 132787 w 204917"/>
                <a:gd name="connsiteY60" fmla="*/ 31148 h 188523"/>
                <a:gd name="connsiteX61" fmla="*/ 134426 w 204917"/>
                <a:gd name="connsiteY61" fmla="*/ 32787 h 188523"/>
                <a:gd name="connsiteX62" fmla="*/ 137705 w 204917"/>
                <a:gd name="connsiteY62" fmla="*/ 34426 h 188523"/>
                <a:gd name="connsiteX63" fmla="*/ 137705 w 204917"/>
                <a:gd name="connsiteY63" fmla="*/ 34426 h 188523"/>
                <a:gd name="connsiteX64" fmla="*/ 137705 w 204917"/>
                <a:gd name="connsiteY64" fmla="*/ 34426 h 188523"/>
                <a:gd name="connsiteX65" fmla="*/ 139344 w 204917"/>
                <a:gd name="connsiteY65" fmla="*/ 32787 h 188523"/>
                <a:gd name="connsiteX66" fmla="*/ 142623 w 204917"/>
                <a:gd name="connsiteY66" fmla="*/ 29508 h 188523"/>
                <a:gd name="connsiteX67" fmla="*/ 144262 w 204917"/>
                <a:gd name="connsiteY67" fmla="*/ 27869 h 188523"/>
                <a:gd name="connsiteX68" fmla="*/ 140984 w 204917"/>
                <a:gd name="connsiteY68" fmla="*/ 22951 h 188523"/>
                <a:gd name="connsiteX69" fmla="*/ 137705 w 204917"/>
                <a:gd name="connsiteY69" fmla="*/ 19672 h 188523"/>
                <a:gd name="connsiteX70" fmla="*/ 136066 w 204917"/>
                <a:gd name="connsiteY70" fmla="*/ 16393 h 188523"/>
                <a:gd name="connsiteX71" fmla="*/ 140984 w 204917"/>
                <a:gd name="connsiteY71" fmla="*/ 13115 h 188523"/>
                <a:gd name="connsiteX72" fmla="*/ 144262 w 204917"/>
                <a:gd name="connsiteY72" fmla="*/ 14754 h 188523"/>
                <a:gd name="connsiteX73" fmla="*/ 145901 w 204917"/>
                <a:gd name="connsiteY73" fmla="*/ 9836 h 188523"/>
                <a:gd name="connsiteX74" fmla="*/ 149180 w 204917"/>
                <a:gd name="connsiteY74" fmla="*/ 11476 h 188523"/>
                <a:gd name="connsiteX75" fmla="*/ 152459 w 204917"/>
                <a:gd name="connsiteY75" fmla="*/ 9836 h 188523"/>
                <a:gd name="connsiteX76" fmla="*/ 154098 w 204917"/>
                <a:gd name="connsiteY76" fmla="*/ 4918 h 188523"/>
                <a:gd name="connsiteX77" fmla="*/ 154098 w 204917"/>
                <a:gd name="connsiteY77" fmla="*/ 4918 h 188523"/>
                <a:gd name="connsiteX78" fmla="*/ 155737 w 204917"/>
                <a:gd name="connsiteY78" fmla="*/ 3279 h 188523"/>
                <a:gd name="connsiteX79" fmla="*/ 155737 w 204917"/>
                <a:gd name="connsiteY79" fmla="*/ 4918 h 188523"/>
                <a:gd name="connsiteX80" fmla="*/ 159016 w 204917"/>
                <a:gd name="connsiteY80" fmla="*/ 8197 h 188523"/>
                <a:gd name="connsiteX81" fmla="*/ 160656 w 204917"/>
                <a:gd name="connsiteY81" fmla="*/ 9836 h 188523"/>
                <a:gd name="connsiteX82" fmla="*/ 160656 w 204917"/>
                <a:gd name="connsiteY82" fmla="*/ 9836 h 188523"/>
                <a:gd name="connsiteX83" fmla="*/ 163934 w 204917"/>
                <a:gd name="connsiteY83" fmla="*/ 11476 h 188523"/>
                <a:gd name="connsiteX84" fmla="*/ 167213 w 204917"/>
                <a:gd name="connsiteY84" fmla="*/ 14754 h 188523"/>
                <a:gd name="connsiteX85" fmla="*/ 170491 w 204917"/>
                <a:gd name="connsiteY85" fmla="*/ 16393 h 188523"/>
                <a:gd name="connsiteX86" fmla="*/ 173770 w 204917"/>
                <a:gd name="connsiteY86" fmla="*/ 14754 h 188523"/>
                <a:gd name="connsiteX87" fmla="*/ 178688 w 204917"/>
                <a:gd name="connsiteY87" fmla="*/ 13115 h 188523"/>
                <a:gd name="connsiteX88" fmla="*/ 181967 w 204917"/>
                <a:gd name="connsiteY88" fmla="*/ 9836 h 188523"/>
                <a:gd name="connsiteX89" fmla="*/ 183606 w 204917"/>
                <a:gd name="connsiteY89" fmla="*/ 6557 h 188523"/>
                <a:gd name="connsiteX90" fmla="*/ 186885 w 204917"/>
                <a:gd name="connsiteY90" fmla="*/ 4918 h 188523"/>
                <a:gd name="connsiteX91" fmla="*/ 191803 w 204917"/>
                <a:gd name="connsiteY91" fmla="*/ 4918 h 188523"/>
                <a:gd name="connsiteX92" fmla="*/ 191803 w 204917"/>
                <a:gd name="connsiteY92" fmla="*/ 1639 h 188523"/>
                <a:gd name="connsiteX93" fmla="*/ 193443 w 204917"/>
                <a:gd name="connsiteY93" fmla="*/ 0 h 188523"/>
                <a:gd name="connsiteX94" fmla="*/ 195081 w 204917"/>
                <a:gd name="connsiteY94" fmla="*/ 1639 h 188523"/>
                <a:gd name="connsiteX95" fmla="*/ 193443 w 204917"/>
                <a:gd name="connsiteY95" fmla="*/ 3279 h 188523"/>
                <a:gd name="connsiteX96" fmla="*/ 193443 w 204917"/>
                <a:gd name="connsiteY96" fmla="*/ 8197 h 188523"/>
                <a:gd name="connsiteX97" fmla="*/ 190164 w 204917"/>
                <a:gd name="connsiteY97" fmla="*/ 11476 h 188523"/>
                <a:gd name="connsiteX98" fmla="*/ 188524 w 204917"/>
                <a:gd name="connsiteY98" fmla="*/ 14754 h 188523"/>
                <a:gd name="connsiteX99" fmla="*/ 190164 w 204917"/>
                <a:gd name="connsiteY99" fmla="*/ 19672 h 188523"/>
                <a:gd name="connsiteX100" fmla="*/ 188524 w 204917"/>
                <a:gd name="connsiteY100" fmla="*/ 22951 h 188523"/>
                <a:gd name="connsiteX101" fmla="*/ 190164 w 204917"/>
                <a:gd name="connsiteY101" fmla="*/ 26229 h 188523"/>
                <a:gd name="connsiteX102" fmla="*/ 191803 w 204917"/>
                <a:gd name="connsiteY102" fmla="*/ 31148 h 188523"/>
                <a:gd name="connsiteX103" fmla="*/ 195081 w 204917"/>
                <a:gd name="connsiteY103" fmla="*/ 32787 h 188523"/>
                <a:gd name="connsiteX104" fmla="*/ 195081 w 204917"/>
                <a:gd name="connsiteY104" fmla="*/ 36066 h 188523"/>
                <a:gd name="connsiteX105" fmla="*/ 195081 w 204917"/>
                <a:gd name="connsiteY105" fmla="*/ 39344 h 188523"/>
                <a:gd name="connsiteX106" fmla="*/ 196720 w 204917"/>
                <a:gd name="connsiteY106" fmla="*/ 40983 h 188523"/>
                <a:gd name="connsiteX107" fmla="*/ 198360 w 204917"/>
                <a:gd name="connsiteY107" fmla="*/ 44262 h 188523"/>
                <a:gd name="connsiteX108" fmla="*/ 199999 w 204917"/>
                <a:gd name="connsiteY108" fmla="*/ 47541 h 188523"/>
                <a:gd name="connsiteX109" fmla="*/ 201639 w 204917"/>
                <a:gd name="connsiteY109" fmla="*/ 49180 h 188523"/>
                <a:gd name="connsiteX110" fmla="*/ 203278 w 204917"/>
                <a:gd name="connsiteY110" fmla="*/ 52459 h 188523"/>
                <a:gd name="connsiteX111" fmla="*/ 203278 w 204917"/>
                <a:gd name="connsiteY111" fmla="*/ 55738 h 188523"/>
                <a:gd name="connsiteX112" fmla="*/ 203278 w 204917"/>
                <a:gd name="connsiteY112" fmla="*/ 57377 h 188523"/>
                <a:gd name="connsiteX113" fmla="*/ 203278 w 204917"/>
                <a:gd name="connsiteY113" fmla="*/ 60656 h 188523"/>
                <a:gd name="connsiteX114" fmla="*/ 201639 w 204917"/>
                <a:gd name="connsiteY114" fmla="*/ 62295 h 188523"/>
                <a:gd name="connsiteX115" fmla="*/ 201639 w 204917"/>
                <a:gd name="connsiteY115" fmla="*/ 65573 h 188523"/>
                <a:gd name="connsiteX116" fmla="*/ 199999 w 204917"/>
                <a:gd name="connsiteY116" fmla="*/ 70492 h 188523"/>
                <a:gd name="connsiteX117" fmla="*/ 198360 w 204917"/>
                <a:gd name="connsiteY117" fmla="*/ 73770 h 188523"/>
                <a:gd name="connsiteX118" fmla="*/ 199999 w 204917"/>
                <a:gd name="connsiteY118" fmla="*/ 73770 h 188523"/>
                <a:gd name="connsiteX119" fmla="*/ 199999 w 204917"/>
                <a:gd name="connsiteY119" fmla="*/ 78688 h 188523"/>
                <a:gd name="connsiteX120" fmla="*/ 201639 w 204917"/>
                <a:gd name="connsiteY120" fmla="*/ 81967 h 188523"/>
                <a:gd name="connsiteX121" fmla="*/ 203278 w 204917"/>
                <a:gd name="connsiteY121" fmla="*/ 85246 h 188523"/>
                <a:gd name="connsiteX122" fmla="*/ 204917 w 204917"/>
                <a:gd name="connsiteY122" fmla="*/ 88524 h 188523"/>
                <a:gd name="connsiteX123" fmla="*/ 204917 w 204917"/>
                <a:gd name="connsiteY123" fmla="*/ 93442 h 188523"/>
                <a:gd name="connsiteX124" fmla="*/ 204917 w 204917"/>
                <a:gd name="connsiteY124" fmla="*/ 96721 h 188523"/>
                <a:gd name="connsiteX125" fmla="*/ 204917 w 204917"/>
                <a:gd name="connsiteY125" fmla="*/ 96721 h 188523"/>
                <a:gd name="connsiteX126" fmla="*/ 204917 w 204917"/>
                <a:gd name="connsiteY126" fmla="*/ 101639 h 188523"/>
                <a:gd name="connsiteX127" fmla="*/ 201639 w 204917"/>
                <a:gd name="connsiteY127" fmla="*/ 104918 h 188523"/>
                <a:gd name="connsiteX128" fmla="*/ 198360 w 204917"/>
                <a:gd name="connsiteY128" fmla="*/ 106557 h 188523"/>
                <a:gd name="connsiteX129" fmla="*/ 198360 w 204917"/>
                <a:gd name="connsiteY129" fmla="*/ 106557 h 188523"/>
                <a:gd name="connsiteX130" fmla="*/ 198360 w 204917"/>
                <a:gd name="connsiteY130" fmla="*/ 104918 h 188523"/>
                <a:gd name="connsiteX131" fmla="*/ 193443 w 204917"/>
                <a:gd name="connsiteY131" fmla="*/ 104918 h 188523"/>
                <a:gd name="connsiteX132" fmla="*/ 191803 w 204917"/>
                <a:gd name="connsiteY132" fmla="*/ 106557 h 188523"/>
                <a:gd name="connsiteX133" fmla="*/ 188524 w 204917"/>
                <a:gd name="connsiteY133" fmla="*/ 109836 h 188523"/>
                <a:gd name="connsiteX134" fmla="*/ 185246 w 204917"/>
                <a:gd name="connsiteY134" fmla="*/ 113114 h 188523"/>
                <a:gd name="connsiteX135" fmla="*/ 183606 w 204917"/>
                <a:gd name="connsiteY135" fmla="*/ 114754 h 188523"/>
                <a:gd name="connsiteX136" fmla="*/ 183606 w 204917"/>
                <a:gd name="connsiteY136" fmla="*/ 114754 h 188523"/>
                <a:gd name="connsiteX137" fmla="*/ 178688 w 204917"/>
                <a:gd name="connsiteY137" fmla="*/ 116393 h 188523"/>
                <a:gd name="connsiteX138" fmla="*/ 177049 w 204917"/>
                <a:gd name="connsiteY138" fmla="*/ 116393 h 188523"/>
                <a:gd name="connsiteX139" fmla="*/ 175409 w 204917"/>
                <a:gd name="connsiteY139" fmla="*/ 119672 h 188523"/>
                <a:gd name="connsiteX140" fmla="*/ 170491 w 204917"/>
                <a:gd name="connsiteY140" fmla="*/ 119672 h 188523"/>
                <a:gd name="connsiteX141" fmla="*/ 167213 w 204917"/>
                <a:gd name="connsiteY141" fmla="*/ 119672 h 188523"/>
                <a:gd name="connsiteX142" fmla="*/ 167213 w 204917"/>
                <a:gd name="connsiteY142" fmla="*/ 119672 h 188523"/>
                <a:gd name="connsiteX143" fmla="*/ 162295 w 204917"/>
                <a:gd name="connsiteY143" fmla="*/ 119672 h 188523"/>
                <a:gd name="connsiteX144" fmla="*/ 162295 w 204917"/>
                <a:gd name="connsiteY144" fmla="*/ 121311 h 188523"/>
                <a:gd name="connsiteX145" fmla="*/ 165574 w 204917"/>
                <a:gd name="connsiteY145" fmla="*/ 124590 h 188523"/>
                <a:gd name="connsiteX146" fmla="*/ 163934 w 204917"/>
                <a:gd name="connsiteY146" fmla="*/ 126229 h 188523"/>
                <a:gd name="connsiteX147" fmla="*/ 163934 w 204917"/>
                <a:gd name="connsiteY147" fmla="*/ 129508 h 188523"/>
                <a:gd name="connsiteX148" fmla="*/ 165574 w 204917"/>
                <a:gd name="connsiteY148" fmla="*/ 134426 h 188523"/>
                <a:gd name="connsiteX149" fmla="*/ 163934 w 204917"/>
                <a:gd name="connsiteY149" fmla="*/ 132786 h 188523"/>
                <a:gd name="connsiteX150" fmla="*/ 160656 w 204917"/>
                <a:gd name="connsiteY150" fmla="*/ 132786 h 188523"/>
                <a:gd name="connsiteX151" fmla="*/ 157377 w 204917"/>
                <a:gd name="connsiteY151" fmla="*/ 131147 h 188523"/>
                <a:gd name="connsiteX152" fmla="*/ 154098 w 204917"/>
                <a:gd name="connsiteY152" fmla="*/ 129508 h 188523"/>
                <a:gd name="connsiteX153" fmla="*/ 152459 w 204917"/>
                <a:gd name="connsiteY153" fmla="*/ 129508 h 188523"/>
                <a:gd name="connsiteX154" fmla="*/ 147540 w 204917"/>
                <a:gd name="connsiteY154" fmla="*/ 129508 h 188523"/>
                <a:gd name="connsiteX155" fmla="*/ 147540 w 204917"/>
                <a:gd name="connsiteY155" fmla="*/ 132786 h 188523"/>
                <a:gd name="connsiteX156" fmla="*/ 144262 w 204917"/>
                <a:gd name="connsiteY156" fmla="*/ 134426 h 188523"/>
                <a:gd name="connsiteX157" fmla="*/ 140984 w 204917"/>
                <a:gd name="connsiteY157" fmla="*/ 136065 h 188523"/>
                <a:gd name="connsiteX158" fmla="*/ 140984 w 204917"/>
                <a:gd name="connsiteY158" fmla="*/ 136065 h 188523"/>
                <a:gd name="connsiteX159" fmla="*/ 140984 w 204917"/>
                <a:gd name="connsiteY159" fmla="*/ 137704 h 188523"/>
                <a:gd name="connsiteX160" fmla="*/ 144262 w 204917"/>
                <a:gd name="connsiteY160" fmla="*/ 140983 h 188523"/>
                <a:gd name="connsiteX161" fmla="*/ 144262 w 204917"/>
                <a:gd name="connsiteY161" fmla="*/ 145901 h 188523"/>
                <a:gd name="connsiteX162" fmla="*/ 144262 w 204917"/>
                <a:gd name="connsiteY162" fmla="*/ 147540 h 188523"/>
                <a:gd name="connsiteX163" fmla="*/ 145901 w 204917"/>
                <a:gd name="connsiteY163" fmla="*/ 152458 h 188523"/>
                <a:gd name="connsiteX164" fmla="*/ 145901 w 204917"/>
                <a:gd name="connsiteY164" fmla="*/ 152458 h 188523"/>
                <a:gd name="connsiteX165" fmla="*/ 149180 w 204917"/>
                <a:gd name="connsiteY165" fmla="*/ 154098 h 188523"/>
                <a:gd name="connsiteX166" fmla="*/ 152459 w 204917"/>
                <a:gd name="connsiteY166" fmla="*/ 159016 h 188523"/>
                <a:gd name="connsiteX167" fmla="*/ 157377 w 204917"/>
                <a:gd name="connsiteY167" fmla="*/ 159016 h 188523"/>
                <a:gd name="connsiteX168" fmla="*/ 157377 w 204917"/>
                <a:gd name="connsiteY168" fmla="*/ 162294 h 188523"/>
                <a:gd name="connsiteX169" fmla="*/ 159016 w 204917"/>
                <a:gd name="connsiteY169" fmla="*/ 163934 h 188523"/>
                <a:gd name="connsiteX170" fmla="*/ 155737 w 204917"/>
                <a:gd name="connsiteY170" fmla="*/ 163934 h 188523"/>
                <a:gd name="connsiteX171" fmla="*/ 157377 w 204917"/>
                <a:gd name="connsiteY171" fmla="*/ 168852 h 188523"/>
                <a:gd name="connsiteX172" fmla="*/ 157377 w 204917"/>
                <a:gd name="connsiteY172" fmla="*/ 172130 h 188523"/>
                <a:gd name="connsiteX173" fmla="*/ 154098 w 204917"/>
                <a:gd name="connsiteY173" fmla="*/ 172130 h 188523"/>
                <a:gd name="connsiteX174" fmla="*/ 150819 w 204917"/>
                <a:gd name="connsiteY174" fmla="*/ 170491 h 188523"/>
                <a:gd name="connsiteX175" fmla="*/ 147540 w 204917"/>
                <a:gd name="connsiteY175" fmla="*/ 170491 h 188523"/>
                <a:gd name="connsiteX176" fmla="*/ 145901 w 204917"/>
                <a:gd name="connsiteY176" fmla="*/ 167213 h 188523"/>
                <a:gd name="connsiteX177" fmla="*/ 144262 w 204917"/>
                <a:gd name="connsiteY177" fmla="*/ 165573 h 188523"/>
                <a:gd name="connsiteX178" fmla="*/ 140984 w 204917"/>
                <a:gd name="connsiteY178" fmla="*/ 162294 h 188523"/>
                <a:gd name="connsiteX179" fmla="*/ 137705 w 204917"/>
                <a:gd name="connsiteY179" fmla="*/ 163934 h 188523"/>
                <a:gd name="connsiteX180" fmla="*/ 134426 w 204917"/>
                <a:gd name="connsiteY180" fmla="*/ 163934 h 188523"/>
                <a:gd name="connsiteX181" fmla="*/ 131147 w 204917"/>
                <a:gd name="connsiteY181" fmla="*/ 165573 h 188523"/>
                <a:gd name="connsiteX182" fmla="*/ 131147 w 204917"/>
                <a:gd name="connsiteY182" fmla="*/ 165573 h 188523"/>
                <a:gd name="connsiteX183" fmla="*/ 127869 w 204917"/>
                <a:gd name="connsiteY183" fmla="*/ 165573 h 188523"/>
                <a:gd name="connsiteX184" fmla="*/ 124590 w 204917"/>
                <a:gd name="connsiteY184" fmla="*/ 168852 h 188523"/>
                <a:gd name="connsiteX185" fmla="*/ 119672 w 204917"/>
                <a:gd name="connsiteY185" fmla="*/ 167213 h 188523"/>
                <a:gd name="connsiteX186" fmla="*/ 119672 w 204917"/>
                <a:gd name="connsiteY186" fmla="*/ 167213 h 188523"/>
                <a:gd name="connsiteX187" fmla="*/ 119672 w 204917"/>
                <a:gd name="connsiteY187" fmla="*/ 167213 h 188523"/>
                <a:gd name="connsiteX188" fmla="*/ 119672 w 204917"/>
                <a:gd name="connsiteY188" fmla="*/ 167213 h 188523"/>
                <a:gd name="connsiteX189" fmla="*/ 118032 w 204917"/>
                <a:gd name="connsiteY189" fmla="*/ 167213 h 188523"/>
                <a:gd name="connsiteX190" fmla="*/ 116394 w 204917"/>
                <a:gd name="connsiteY190" fmla="*/ 165573 h 188523"/>
                <a:gd name="connsiteX191" fmla="*/ 114754 w 204917"/>
                <a:gd name="connsiteY191" fmla="*/ 165573 h 188523"/>
                <a:gd name="connsiteX192" fmla="*/ 114754 w 204917"/>
                <a:gd name="connsiteY192" fmla="*/ 165573 h 188523"/>
                <a:gd name="connsiteX193" fmla="*/ 114754 w 204917"/>
                <a:gd name="connsiteY193" fmla="*/ 165573 h 188523"/>
                <a:gd name="connsiteX194" fmla="*/ 114754 w 204917"/>
                <a:gd name="connsiteY194" fmla="*/ 167213 h 188523"/>
                <a:gd name="connsiteX195" fmla="*/ 114754 w 204917"/>
                <a:gd name="connsiteY195" fmla="*/ 167213 h 188523"/>
                <a:gd name="connsiteX196" fmla="*/ 114754 w 204917"/>
                <a:gd name="connsiteY196" fmla="*/ 170491 h 188523"/>
                <a:gd name="connsiteX197" fmla="*/ 116394 w 204917"/>
                <a:gd name="connsiteY197" fmla="*/ 173770 h 188523"/>
                <a:gd name="connsiteX198" fmla="*/ 113115 w 204917"/>
                <a:gd name="connsiteY198" fmla="*/ 177049 h 188523"/>
                <a:gd name="connsiteX199" fmla="*/ 111476 w 204917"/>
                <a:gd name="connsiteY199" fmla="*/ 180327 h 188523"/>
                <a:gd name="connsiteX200" fmla="*/ 109836 w 204917"/>
                <a:gd name="connsiteY200" fmla="*/ 181966 h 188523"/>
                <a:gd name="connsiteX201" fmla="*/ 106557 w 204917"/>
                <a:gd name="connsiteY201" fmla="*/ 183606 h 188523"/>
                <a:gd name="connsiteX202" fmla="*/ 101639 w 204917"/>
                <a:gd name="connsiteY202" fmla="*/ 183606 h 188523"/>
                <a:gd name="connsiteX203" fmla="*/ 101639 w 204917"/>
                <a:gd name="connsiteY203" fmla="*/ 183606 h 188523"/>
                <a:gd name="connsiteX204" fmla="*/ 101639 w 204917"/>
                <a:gd name="connsiteY204" fmla="*/ 183606 h 188523"/>
                <a:gd name="connsiteX205" fmla="*/ 98360 w 204917"/>
                <a:gd name="connsiteY205" fmla="*/ 183606 h 188523"/>
                <a:gd name="connsiteX206" fmla="*/ 96721 w 204917"/>
                <a:gd name="connsiteY206" fmla="*/ 185245 h 188523"/>
                <a:gd name="connsiteX207" fmla="*/ 93442 w 204917"/>
                <a:gd name="connsiteY207" fmla="*/ 188524 h 188523"/>
                <a:gd name="connsiteX208" fmla="*/ 91803 w 204917"/>
                <a:gd name="connsiteY208" fmla="*/ 188524 h 188523"/>
                <a:gd name="connsiteX209" fmla="*/ 90164 w 204917"/>
                <a:gd name="connsiteY209" fmla="*/ 186884 h 188523"/>
                <a:gd name="connsiteX210" fmla="*/ 86886 w 204917"/>
                <a:gd name="connsiteY210" fmla="*/ 186884 h 188523"/>
                <a:gd name="connsiteX211" fmla="*/ 83607 w 204917"/>
                <a:gd name="connsiteY211" fmla="*/ 181966 h 188523"/>
                <a:gd name="connsiteX212" fmla="*/ 80328 w 204917"/>
                <a:gd name="connsiteY212" fmla="*/ 181966 h 188523"/>
                <a:gd name="connsiteX213" fmla="*/ 75410 w 204917"/>
                <a:gd name="connsiteY213" fmla="*/ 181966 h 188523"/>
                <a:gd name="connsiteX214" fmla="*/ 72131 w 204917"/>
                <a:gd name="connsiteY214" fmla="*/ 180327 h 188523"/>
                <a:gd name="connsiteX215" fmla="*/ 68852 w 204917"/>
                <a:gd name="connsiteY215" fmla="*/ 177049 h 188523"/>
                <a:gd name="connsiteX216" fmla="*/ 68852 w 204917"/>
                <a:gd name="connsiteY216" fmla="*/ 180327 h 188523"/>
                <a:gd name="connsiteX217" fmla="*/ 65573 w 204917"/>
                <a:gd name="connsiteY217" fmla="*/ 183606 h 188523"/>
                <a:gd name="connsiteX218" fmla="*/ 62296 w 204917"/>
                <a:gd name="connsiteY218" fmla="*/ 185245 h 188523"/>
                <a:gd name="connsiteX219" fmla="*/ 57377 w 204917"/>
                <a:gd name="connsiteY219" fmla="*/ 181966 h 188523"/>
                <a:gd name="connsiteX220" fmla="*/ 55738 w 204917"/>
                <a:gd name="connsiteY220" fmla="*/ 178688 h 188523"/>
                <a:gd name="connsiteX221" fmla="*/ 59017 w 204917"/>
                <a:gd name="connsiteY221" fmla="*/ 175409 h 188523"/>
                <a:gd name="connsiteX222" fmla="*/ 62296 w 204917"/>
                <a:gd name="connsiteY222" fmla="*/ 173770 h 188523"/>
                <a:gd name="connsiteX223" fmla="*/ 62296 w 204917"/>
                <a:gd name="connsiteY223" fmla="*/ 170491 h 188523"/>
                <a:gd name="connsiteX224" fmla="*/ 62296 w 204917"/>
                <a:gd name="connsiteY224" fmla="*/ 167213 h 188523"/>
                <a:gd name="connsiteX225" fmla="*/ 60656 w 204917"/>
                <a:gd name="connsiteY225" fmla="*/ 163934 h 188523"/>
                <a:gd name="connsiteX226" fmla="*/ 60656 w 204917"/>
                <a:gd name="connsiteY226" fmla="*/ 159016 h 188523"/>
                <a:gd name="connsiteX227" fmla="*/ 57377 w 204917"/>
                <a:gd name="connsiteY227" fmla="*/ 157376 h 188523"/>
                <a:gd name="connsiteX228" fmla="*/ 52459 w 204917"/>
                <a:gd name="connsiteY228" fmla="*/ 157376 h 188523"/>
                <a:gd name="connsiteX229" fmla="*/ 52459 w 204917"/>
                <a:gd name="connsiteY229" fmla="*/ 160655 h 188523"/>
                <a:gd name="connsiteX230" fmla="*/ 50820 w 204917"/>
                <a:gd name="connsiteY230" fmla="*/ 163934 h 188523"/>
                <a:gd name="connsiteX231" fmla="*/ 50820 w 204917"/>
                <a:gd name="connsiteY231" fmla="*/ 168852 h 188523"/>
                <a:gd name="connsiteX232" fmla="*/ 45902 w 204917"/>
                <a:gd name="connsiteY232" fmla="*/ 165573 h 188523"/>
                <a:gd name="connsiteX233" fmla="*/ 42623 w 204917"/>
                <a:gd name="connsiteY233" fmla="*/ 168852 h 188523"/>
                <a:gd name="connsiteX234" fmla="*/ 39344 w 204917"/>
                <a:gd name="connsiteY234" fmla="*/ 165573 h 188523"/>
                <a:gd name="connsiteX235" fmla="*/ 39344 w 204917"/>
                <a:gd name="connsiteY235" fmla="*/ 162294 h 188523"/>
                <a:gd name="connsiteX236" fmla="*/ 39344 w 204917"/>
                <a:gd name="connsiteY236" fmla="*/ 157376 h 188523"/>
                <a:gd name="connsiteX237" fmla="*/ 37706 w 204917"/>
                <a:gd name="connsiteY237" fmla="*/ 154098 h 188523"/>
                <a:gd name="connsiteX238" fmla="*/ 37706 w 204917"/>
                <a:gd name="connsiteY238" fmla="*/ 150819 h 188523"/>
                <a:gd name="connsiteX239" fmla="*/ 37706 w 204917"/>
                <a:gd name="connsiteY239" fmla="*/ 147540 h 188523"/>
                <a:gd name="connsiteX240" fmla="*/ 39344 w 204917"/>
                <a:gd name="connsiteY240" fmla="*/ 142622 h 188523"/>
                <a:gd name="connsiteX241" fmla="*/ 36066 w 204917"/>
                <a:gd name="connsiteY241" fmla="*/ 140983 h 188523"/>
                <a:gd name="connsiteX242" fmla="*/ 32787 w 204917"/>
                <a:gd name="connsiteY242" fmla="*/ 137704 h 188523"/>
                <a:gd name="connsiteX243" fmla="*/ 31148 w 204917"/>
                <a:gd name="connsiteY243" fmla="*/ 132786 h 188523"/>
                <a:gd name="connsiteX244" fmla="*/ 34427 w 204917"/>
                <a:gd name="connsiteY244" fmla="*/ 131147 h 188523"/>
                <a:gd name="connsiteX245" fmla="*/ 32787 w 204917"/>
                <a:gd name="connsiteY245" fmla="*/ 131147 h 188523"/>
                <a:gd name="connsiteX246" fmla="*/ 31148 w 204917"/>
                <a:gd name="connsiteY246" fmla="*/ 131147 h 188523"/>
                <a:gd name="connsiteX247" fmla="*/ 31148 w 204917"/>
                <a:gd name="connsiteY247" fmla="*/ 131147 h 188523"/>
                <a:gd name="connsiteX248" fmla="*/ 29509 w 204917"/>
                <a:gd name="connsiteY248" fmla="*/ 134426 h 188523"/>
                <a:gd name="connsiteX249" fmla="*/ 29509 w 204917"/>
                <a:gd name="connsiteY249" fmla="*/ 131147 h 188523"/>
                <a:gd name="connsiteX250" fmla="*/ 27869 w 204917"/>
                <a:gd name="connsiteY250" fmla="*/ 127868 h 188523"/>
                <a:gd name="connsiteX251" fmla="*/ 26230 w 204917"/>
                <a:gd name="connsiteY251" fmla="*/ 124590 h 188523"/>
                <a:gd name="connsiteX252" fmla="*/ 24590 w 204917"/>
                <a:gd name="connsiteY252" fmla="*/ 121311 h 188523"/>
                <a:gd name="connsiteX253" fmla="*/ 22951 w 204917"/>
                <a:gd name="connsiteY253" fmla="*/ 118032 h 188523"/>
                <a:gd name="connsiteX254" fmla="*/ 21312 w 204917"/>
                <a:gd name="connsiteY254" fmla="*/ 113114 h 188523"/>
                <a:gd name="connsiteX255" fmla="*/ 19672 w 204917"/>
                <a:gd name="connsiteY255" fmla="*/ 109836 h 188523"/>
                <a:gd name="connsiteX256" fmla="*/ 19672 w 204917"/>
                <a:gd name="connsiteY256" fmla="*/ 106557 h 188523"/>
                <a:gd name="connsiteX257" fmla="*/ 19672 w 204917"/>
                <a:gd name="connsiteY257" fmla="*/ 103278 h 188523"/>
                <a:gd name="connsiteX258" fmla="*/ 21312 w 204917"/>
                <a:gd name="connsiteY258" fmla="*/ 100000 h 188523"/>
                <a:gd name="connsiteX259" fmla="*/ 19672 w 204917"/>
                <a:gd name="connsiteY259" fmla="*/ 96721 h 188523"/>
                <a:gd name="connsiteX260" fmla="*/ 16393 w 204917"/>
                <a:gd name="connsiteY260" fmla="*/ 93442 h 188523"/>
                <a:gd name="connsiteX261" fmla="*/ 11476 w 204917"/>
                <a:gd name="connsiteY261" fmla="*/ 90164 h 188523"/>
                <a:gd name="connsiteX262" fmla="*/ 9837 w 204917"/>
                <a:gd name="connsiteY262" fmla="*/ 86885 h 188523"/>
                <a:gd name="connsiteX263" fmla="*/ 9837 w 204917"/>
                <a:gd name="connsiteY263" fmla="*/ 85246 h 188523"/>
                <a:gd name="connsiteX264" fmla="*/ 9837 w 204917"/>
                <a:gd name="connsiteY264" fmla="*/ 81967 h 188523"/>
                <a:gd name="connsiteX265" fmla="*/ 8197 w 204917"/>
                <a:gd name="connsiteY265" fmla="*/ 78688 h 188523"/>
                <a:gd name="connsiteX266" fmla="*/ 8197 w 204917"/>
                <a:gd name="connsiteY266" fmla="*/ 73770 h 188523"/>
                <a:gd name="connsiteX267" fmla="*/ 6558 w 204917"/>
                <a:gd name="connsiteY267" fmla="*/ 70492 h 188523"/>
                <a:gd name="connsiteX268" fmla="*/ 3279 w 204917"/>
                <a:gd name="connsiteY268" fmla="*/ 67213 h 188523"/>
                <a:gd name="connsiteX269" fmla="*/ 1640 w 204917"/>
                <a:gd name="connsiteY269" fmla="*/ 63934 h 188523"/>
                <a:gd name="connsiteX270" fmla="*/ 1640 w 204917"/>
                <a:gd name="connsiteY270" fmla="*/ 60656 h 188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204917" h="188523">
                  <a:moveTo>
                    <a:pt x="1640" y="60656"/>
                  </a:moveTo>
                  <a:lnTo>
                    <a:pt x="1640" y="57377"/>
                  </a:lnTo>
                  <a:lnTo>
                    <a:pt x="1640" y="54098"/>
                  </a:lnTo>
                  <a:lnTo>
                    <a:pt x="0" y="49180"/>
                  </a:lnTo>
                  <a:lnTo>
                    <a:pt x="3279" y="49180"/>
                  </a:lnTo>
                  <a:lnTo>
                    <a:pt x="8197" y="49180"/>
                  </a:lnTo>
                  <a:lnTo>
                    <a:pt x="8197" y="45901"/>
                  </a:lnTo>
                  <a:lnTo>
                    <a:pt x="8197" y="44262"/>
                  </a:lnTo>
                  <a:lnTo>
                    <a:pt x="11476" y="42623"/>
                  </a:lnTo>
                  <a:lnTo>
                    <a:pt x="14754" y="39344"/>
                  </a:lnTo>
                  <a:lnTo>
                    <a:pt x="14754" y="37705"/>
                  </a:lnTo>
                  <a:lnTo>
                    <a:pt x="16393" y="32787"/>
                  </a:lnTo>
                  <a:lnTo>
                    <a:pt x="19672" y="29508"/>
                  </a:lnTo>
                  <a:lnTo>
                    <a:pt x="19672" y="29508"/>
                  </a:lnTo>
                  <a:lnTo>
                    <a:pt x="19672" y="27869"/>
                  </a:lnTo>
                  <a:lnTo>
                    <a:pt x="19672" y="24590"/>
                  </a:lnTo>
                  <a:lnTo>
                    <a:pt x="19672" y="22951"/>
                  </a:lnTo>
                  <a:lnTo>
                    <a:pt x="24590" y="19672"/>
                  </a:lnTo>
                  <a:lnTo>
                    <a:pt x="27869" y="16393"/>
                  </a:lnTo>
                  <a:lnTo>
                    <a:pt x="29509" y="16393"/>
                  </a:lnTo>
                  <a:lnTo>
                    <a:pt x="31148" y="16393"/>
                  </a:lnTo>
                  <a:lnTo>
                    <a:pt x="32787" y="14754"/>
                  </a:lnTo>
                  <a:lnTo>
                    <a:pt x="37706" y="14754"/>
                  </a:lnTo>
                  <a:lnTo>
                    <a:pt x="40983" y="13115"/>
                  </a:lnTo>
                  <a:lnTo>
                    <a:pt x="44262" y="11476"/>
                  </a:lnTo>
                  <a:lnTo>
                    <a:pt x="47541" y="11476"/>
                  </a:lnTo>
                  <a:lnTo>
                    <a:pt x="52459" y="14754"/>
                  </a:lnTo>
                  <a:lnTo>
                    <a:pt x="55738" y="14754"/>
                  </a:lnTo>
                  <a:lnTo>
                    <a:pt x="59017" y="14754"/>
                  </a:lnTo>
                  <a:lnTo>
                    <a:pt x="62296" y="14754"/>
                  </a:lnTo>
                  <a:lnTo>
                    <a:pt x="65573" y="14754"/>
                  </a:lnTo>
                  <a:lnTo>
                    <a:pt x="67213" y="13115"/>
                  </a:lnTo>
                  <a:lnTo>
                    <a:pt x="70492" y="13115"/>
                  </a:lnTo>
                  <a:lnTo>
                    <a:pt x="73770" y="13115"/>
                  </a:lnTo>
                  <a:lnTo>
                    <a:pt x="77049" y="14754"/>
                  </a:lnTo>
                  <a:lnTo>
                    <a:pt x="81967" y="14754"/>
                  </a:lnTo>
                  <a:lnTo>
                    <a:pt x="83607" y="11476"/>
                  </a:lnTo>
                  <a:lnTo>
                    <a:pt x="88525" y="11476"/>
                  </a:lnTo>
                  <a:lnTo>
                    <a:pt x="91803" y="11476"/>
                  </a:lnTo>
                  <a:lnTo>
                    <a:pt x="93442" y="11476"/>
                  </a:lnTo>
                  <a:lnTo>
                    <a:pt x="95082" y="13115"/>
                  </a:lnTo>
                  <a:lnTo>
                    <a:pt x="96721" y="13115"/>
                  </a:lnTo>
                  <a:lnTo>
                    <a:pt x="98360" y="13115"/>
                  </a:lnTo>
                  <a:lnTo>
                    <a:pt x="98360" y="16393"/>
                  </a:lnTo>
                  <a:lnTo>
                    <a:pt x="98360" y="16393"/>
                  </a:lnTo>
                  <a:lnTo>
                    <a:pt x="101639" y="21311"/>
                  </a:lnTo>
                  <a:lnTo>
                    <a:pt x="104918" y="18033"/>
                  </a:lnTo>
                  <a:lnTo>
                    <a:pt x="106557" y="14754"/>
                  </a:lnTo>
                  <a:lnTo>
                    <a:pt x="106557" y="18033"/>
                  </a:lnTo>
                  <a:lnTo>
                    <a:pt x="109836" y="22951"/>
                  </a:lnTo>
                  <a:lnTo>
                    <a:pt x="109836" y="22951"/>
                  </a:lnTo>
                  <a:lnTo>
                    <a:pt x="114754" y="26229"/>
                  </a:lnTo>
                  <a:lnTo>
                    <a:pt x="118032" y="24590"/>
                  </a:lnTo>
                  <a:lnTo>
                    <a:pt x="121311" y="22951"/>
                  </a:lnTo>
                  <a:lnTo>
                    <a:pt x="121311" y="24590"/>
                  </a:lnTo>
                  <a:lnTo>
                    <a:pt x="124590" y="24590"/>
                  </a:lnTo>
                  <a:lnTo>
                    <a:pt x="127869" y="26229"/>
                  </a:lnTo>
                  <a:lnTo>
                    <a:pt x="127869" y="26229"/>
                  </a:lnTo>
                  <a:lnTo>
                    <a:pt x="129508" y="27869"/>
                  </a:lnTo>
                  <a:lnTo>
                    <a:pt x="131147" y="31148"/>
                  </a:lnTo>
                  <a:lnTo>
                    <a:pt x="132787" y="31148"/>
                  </a:lnTo>
                  <a:lnTo>
                    <a:pt x="134426" y="32787"/>
                  </a:lnTo>
                  <a:lnTo>
                    <a:pt x="137705" y="34426"/>
                  </a:lnTo>
                  <a:lnTo>
                    <a:pt x="137705" y="34426"/>
                  </a:lnTo>
                  <a:lnTo>
                    <a:pt x="137705" y="34426"/>
                  </a:lnTo>
                  <a:lnTo>
                    <a:pt x="139344" y="32787"/>
                  </a:lnTo>
                  <a:lnTo>
                    <a:pt x="142623" y="29508"/>
                  </a:lnTo>
                  <a:lnTo>
                    <a:pt x="144262" y="27869"/>
                  </a:lnTo>
                  <a:lnTo>
                    <a:pt x="140984" y="22951"/>
                  </a:lnTo>
                  <a:lnTo>
                    <a:pt x="137705" y="19672"/>
                  </a:lnTo>
                  <a:lnTo>
                    <a:pt x="136066" y="16393"/>
                  </a:lnTo>
                  <a:lnTo>
                    <a:pt x="140984" y="13115"/>
                  </a:lnTo>
                  <a:lnTo>
                    <a:pt x="144262" y="14754"/>
                  </a:lnTo>
                  <a:lnTo>
                    <a:pt x="145901" y="9836"/>
                  </a:lnTo>
                  <a:lnTo>
                    <a:pt x="149180" y="11476"/>
                  </a:lnTo>
                  <a:lnTo>
                    <a:pt x="152459" y="9836"/>
                  </a:lnTo>
                  <a:lnTo>
                    <a:pt x="154098" y="4918"/>
                  </a:lnTo>
                  <a:lnTo>
                    <a:pt x="154098" y="4918"/>
                  </a:lnTo>
                  <a:lnTo>
                    <a:pt x="155737" y="3279"/>
                  </a:lnTo>
                  <a:lnTo>
                    <a:pt x="155737" y="4918"/>
                  </a:lnTo>
                  <a:lnTo>
                    <a:pt x="159016" y="8197"/>
                  </a:lnTo>
                  <a:lnTo>
                    <a:pt x="160656" y="9836"/>
                  </a:lnTo>
                  <a:lnTo>
                    <a:pt x="160656" y="9836"/>
                  </a:lnTo>
                  <a:lnTo>
                    <a:pt x="163934" y="11476"/>
                  </a:lnTo>
                  <a:lnTo>
                    <a:pt x="167213" y="14754"/>
                  </a:lnTo>
                  <a:lnTo>
                    <a:pt x="170491" y="16393"/>
                  </a:lnTo>
                  <a:lnTo>
                    <a:pt x="173770" y="14754"/>
                  </a:lnTo>
                  <a:lnTo>
                    <a:pt x="178688" y="13115"/>
                  </a:lnTo>
                  <a:lnTo>
                    <a:pt x="181967" y="9836"/>
                  </a:lnTo>
                  <a:lnTo>
                    <a:pt x="183606" y="6557"/>
                  </a:lnTo>
                  <a:lnTo>
                    <a:pt x="186885" y="4918"/>
                  </a:lnTo>
                  <a:lnTo>
                    <a:pt x="191803" y="4918"/>
                  </a:lnTo>
                  <a:lnTo>
                    <a:pt x="191803" y="1639"/>
                  </a:lnTo>
                  <a:lnTo>
                    <a:pt x="193443" y="0"/>
                  </a:lnTo>
                  <a:lnTo>
                    <a:pt x="195081" y="1639"/>
                  </a:lnTo>
                  <a:lnTo>
                    <a:pt x="193443" y="3279"/>
                  </a:lnTo>
                  <a:lnTo>
                    <a:pt x="193443" y="8197"/>
                  </a:lnTo>
                  <a:lnTo>
                    <a:pt x="190164" y="11476"/>
                  </a:lnTo>
                  <a:lnTo>
                    <a:pt x="188524" y="14754"/>
                  </a:lnTo>
                  <a:lnTo>
                    <a:pt x="190164" y="19672"/>
                  </a:lnTo>
                  <a:lnTo>
                    <a:pt x="188524" y="22951"/>
                  </a:lnTo>
                  <a:lnTo>
                    <a:pt x="190164" y="26229"/>
                  </a:lnTo>
                  <a:lnTo>
                    <a:pt x="191803" y="31148"/>
                  </a:lnTo>
                  <a:lnTo>
                    <a:pt x="195081" y="32787"/>
                  </a:lnTo>
                  <a:lnTo>
                    <a:pt x="195081" y="36066"/>
                  </a:lnTo>
                  <a:lnTo>
                    <a:pt x="195081" y="39344"/>
                  </a:lnTo>
                  <a:lnTo>
                    <a:pt x="196720" y="40983"/>
                  </a:lnTo>
                  <a:lnTo>
                    <a:pt x="198360" y="44262"/>
                  </a:lnTo>
                  <a:lnTo>
                    <a:pt x="199999" y="47541"/>
                  </a:lnTo>
                  <a:lnTo>
                    <a:pt x="201639" y="49180"/>
                  </a:lnTo>
                  <a:lnTo>
                    <a:pt x="203278" y="52459"/>
                  </a:lnTo>
                  <a:lnTo>
                    <a:pt x="203278" y="55738"/>
                  </a:lnTo>
                  <a:lnTo>
                    <a:pt x="203278" y="57377"/>
                  </a:lnTo>
                  <a:lnTo>
                    <a:pt x="203278" y="60656"/>
                  </a:lnTo>
                  <a:lnTo>
                    <a:pt x="201639" y="62295"/>
                  </a:lnTo>
                  <a:lnTo>
                    <a:pt x="201639" y="65573"/>
                  </a:lnTo>
                  <a:lnTo>
                    <a:pt x="199999" y="70492"/>
                  </a:lnTo>
                  <a:lnTo>
                    <a:pt x="198360" y="73770"/>
                  </a:lnTo>
                  <a:lnTo>
                    <a:pt x="199999" y="73770"/>
                  </a:lnTo>
                  <a:lnTo>
                    <a:pt x="199999" y="78688"/>
                  </a:lnTo>
                  <a:lnTo>
                    <a:pt x="201639" y="81967"/>
                  </a:lnTo>
                  <a:lnTo>
                    <a:pt x="203278" y="85246"/>
                  </a:lnTo>
                  <a:lnTo>
                    <a:pt x="204917" y="88524"/>
                  </a:lnTo>
                  <a:lnTo>
                    <a:pt x="204917" y="93442"/>
                  </a:lnTo>
                  <a:lnTo>
                    <a:pt x="204917" y="96721"/>
                  </a:lnTo>
                  <a:lnTo>
                    <a:pt x="204917" y="96721"/>
                  </a:lnTo>
                  <a:lnTo>
                    <a:pt x="204917" y="101639"/>
                  </a:lnTo>
                  <a:lnTo>
                    <a:pt x="201639" y="104918"/>
                  </a:lnTo>
                  <a:lnTo>
                    <a:pt x="198360" y="106557"/>
                  </a:lnTo>
                  <a:lnTo>
                    <a:pt x="198360" y="106557"/>
                  </a:lnTo>
                  <a:lnTo>
                    <a:pt x="198360" y="104918"/>
                  </a:lnTo>
                  <a:lnTo>
                    <a:pt x="193443" y="104918"/>
                  </a:lnTo>
                  <a:lnTo>
                    <a:pt x="191803" y="106557"/>
                  </a:lnTo>
                  <a:lnTo>
                    <a:pt x="188524" y="109836"/>
                  </a:lnTo>
                  <a:lnTo>
                    <a:pt x="185246" y="113114"/>
                  </a:lnTo>
                  <a:lnTo>
                    <a:pt x="183606" y="114754"/>
                  </a:lnTo>
                  <a:lnTo>
                    <a:pt x="183606" y="114754"/>
                  </a:lnTo>
                  <a:lnTo>
                    <a:pt x="178688" y="116393"/>
                  </a:lnTo>
                  <a:lnTo>
                    <a:pt x="177049" y="116393"/>
                  </a:lnTo>
                  <a:lnTo>
                    <a:pt x="175409" y="119672"/>
                  </a:lnTo>
                  <a:lnTo>
                    <a:pt x="170491" y="119672"/>
                  </a:lnTo>
                  <a:lnTo>
                    <a:pt x="167213" y="119672"/>
                  </a:lnTo>
                  <a:lnTo>
                    <a:pt x="167213" y="119672"/>
                  </a:lnTo>
                  <a:lnTo>
                    <a:pt x="162295" y="119672"/>
                  </a:lnTo>
                  <a:lnTo>
                    <a:pt x="162295" y="121311"/>
                  </a:lnTo>
                  <a:lnTo>
                    <a:pt x="165574" y="124590"/>
                  </a:lnTo>
                  <a:lnTo>
                    <a:pt x="163934" y="126229"/>
                  </a:lnTo>
                  <a:lnTo>
                    <a:pt x="163934" y="129508"/>
                  </a:lnTo>
                  <a:lnTo>
                    <a:pt x="165574" y="134426"/>
                  </a:lnTo>
                  <a:lnTo>
                    <a:pt x="163934" y="132786"/>
                  </a:lnTo>
                  <a:lnTo>
                    <a:pt x="160656" y="132786"/>
                  </a:lnTo>
                  <a:lnTo>
                    <a:pt x="157377" y="131147"/>
                  </a:lnTo>
                  <a:lnTo>
                    <a:pt x="154098" y="129508"/>
                  </a:lnTo>
                  <a:lnTo>
                    <a:pt x="152459" y="129508"/>
                  </a:lnTo>
                  <a:lnTo>
                    <a:pt x="147540" y="129508"/>
                  </a:lnTo>
                  <a:lnTo>
                    <a:pt x="147540" y="132786"/>
                  </a:lnTo>
                  <a:lnTo>
                    <a:pt x="144262" y="134426"/>
                  </a:lnTo>
                  <a:lnTo>
                    <a:pt x="140984" y="136065"/>
                  </a:lnTo>
                  <a:lnTo>
                    <a:pt x="140984" y="136065"/>
                  </a:lnTo>
                  <a:lnTo>
                    <a:pt x="140984" y="137704"/>
                  </a:lnTo>
                  <a:lnTo>
                    <a:pt x="144262" y="140983"/>
                  </a:lnTo>
                  <a:lnTo>
                    <a:pt x="144262" y="145901"/>
                  </a:lnTo>
                  <a:lnTo>
                    <a:pt x="144262" y="147540"/>
                  </a:lnTo>
                  <a:lnTo>
                    <a:pt x="145901" y="152458"/>
                  </a:lnTo>
                  <a:lnTo>
                    <a:pt x="145901" y="152458"/>
                  </a:lnTo>
                  <a:lnTo>
                    <a:pt x="149180" y="154098"/>
                  </a:lnTo>
                  <a:lnTo>
                    <a:pt x="152459" y="159016"/>
                  </a:lnTo>
                  <a:lnTo>
                    <a:pt x="157377" y="159016"/>
                  </a:lnTo>
                  <a:lnTo>
                    <a:pt x="157377" y="162294"/>
                  </a:lnTo>
                  <a:lnTo>
                    <a:pt x="159016" y="163934"/>
                  </a:lnTo>
                  <a:lnTo>
                    <a:pt x="155737" y="163934"/>
                  </a:lnTo>
                  <a:lnTo>
                    <a:pt x="157377" y="168852"/>
                  </a:lnTo>
                  <a:lnTo>
                    <a:pt x="157377" y="172130"/>
                  </a:lnTo>
                  <a:lnTo>
                    <a:pt x="154098" y="172130"/>
                  </a:lnTo>
                  <a:lnTo>
                    <a:pt x="150819" y="170491"/>
                  </a:lnTo>
                  <a:lnTo>
                    <a:pt x="147540" y="170491"/>
                  </a:lnTo>
                  <a:lnTo>
                    <a:pt x="145901" y="167213"/>
                  </a:lnTo>
                  <a:lnTo>
                    <a:pt x="144262" y="165573"/>
                  </a:lnTo>
                  <a:lnTo>
                    <a:pt x="140984" y="162294"/>
                  </a:lnTo>
                  <a:lnTo>
                    <a:pt x="137705" y="163934"/>
                  </a:lnTo>
                  <a:lnTo>
                    <a:pt x="134426" y="163934"/>
                  </a:lnTo>
                  <a:lnTo>
                    <a:pt x="131147" y="165573"/>
                  </a:lnTo>
                  <a:lnTo>
                    <a:pt x="131147" y="165573"/>
                  </a:lnTo>
                  <a:lnTo>
                    <a:pt x="127869" y="165573"/>
                  </a:lnTo>
                  <a:lnTo>
                    <a:pt x="124590" y="168852"/>
                  </a:lnTo>
                  <a:lnTo>
                    <a:pt x="119672" y="167213"/>
                  </a:lnTo>
                  <a:lnTo>
                    <a:pt x="119672" y="167213"/>
                  </a:lnTo>
                  <a:lnTo>
                    <a:pt x="119672" y="167213"/>
                  </a:lnTo>
                  <a:lnTo>
                    <a:pt x="119672" y="167213"/>
                  </a:lnTo>
                  <a:lnTo>
                    <a:pt x="118032" y="167213"/>
                  </a:lnTo>
                  <a:lnTo>
                    <a:pt x="116394" y="165573"/>
                  </a:lnTo>
                  <a:lnTo>
                    <a:pt x="114754" y="165573"/>
                  </a:lnTo>
                  <a:lnTo>
                    <a:pt x="114754" y="165573"/>
                  </a:lnTo>
                  <a:lnTo>
                    <a:pt x="114754" y="165573"/>
                  </a:lnTo>
                  <a:lnTo>
                    <a:pt x="114754" y="167213"/>
                  </a:lnTo>
                  <a:lnTo>
                    <a:pt x="114754" y="167213"/>
                  </a:lnTo>
                  <a:lnTo>
                    <a:pt x="114754" y="170491"/>
                  </a:lnTo>
                  <a:lnTo>
                    <a:pt x="116394" y="173770"/>
                  </a:lnTo>
                  <a:lnTo>
                    <a:pt x="113115" y="177049"/>
                  </a:lnTo>
                  <a:lnTo>
                    <a:pt x="111476" y="180327"/>
                  </a:lnTo>
                  <a:lnTo>
                    <a:pt x="109836" y="181966"/>
                  </a:lnTo>
                  <a:lnTo>
                    <a:pt x="106557" y="183606"/>
                  </a:lnTo>
                  <a:lnTo>
                    <a:pt x="101639" y="183606"/>
                  </a:lnTo>
                  <a:lnTo>
                    <a:pt x="101639" y="183606"/>
                  </a:lnTo>
                  <a:lnTo>
                    <a:pt x="101639" y="183606"/>
                  </a:lnTo>
                  <a:lnTo>
                    <a:pt x="98360" y="183606"/>
                  </a:lnTo>
                  <a:lnTo>
                    <a:pt x="96721" y="185245"/>
                  </a:lnTo>
                  <a:lnTo>
                    <a:pt x="93442" y="188524"/>
                  </a:lnTo>
                  <a:lnTo>
                    <a:pt x="91803" y="188524"/>
                  </a:lnTo>
                  <a:lnTo>
                    <a:pt x="90164" y="186884"/>
                  </a:lnTo>
                  <a:lnTo>
                    <a:pt x="86886" y="186884"/>
                  </a:lnTo>
                  <a:lnTo>
                    <a:pt x="83607" y="181966"/>
                  </a:lnTo>
                  <a:lnTo>
                    <a:pt x="80328" y="181966"/>
                  </a:lnTo>
                  <a:lnTo>
                    <a:pt x="75410" y="181966"/>
                  </a:lnTo>
                  <a:lnTo>
                    <a:pt x="72131" y="180327"/>
                  </a:lnTo>
                  <a:lnTo>
                    <a:pt x="68852" y="177049"/>
                  </a:lnTo>
                  <a:lnTo>
                    <a:pt x="68852" y="180327"/>
                  </a:lnTo>
                  <a:lnTo>
                    <a:pt x="65573" y="183606"/>
                  </a:lnTo>
                  <a:lnTo>
                    <a:pt x="62296" y="185245"/>
                  </a:lnTo>
                  <a:lnTo>
                    <a:pt x="57377" y="181966"/>
                  </a:lnTo>
                  <a:lnTo>
                    <a:pt x="55738" y="178688"/>
                  </a:lnTo>
                  <a:lnTo>
                    <a:pt x="59017" y="175409"/>
                  </a:lnTo>
                  <a:lnTo>
                    <a:pt x="62296" y="173770"/>
                  </a:lnTo>
                  <a:lnTo>
                    <a:pt x="62296" y="170491"/>
                  </a:lnTo>
                  <a:lnTo>
                    <a:pt x="62296" y="167213"/>
                  </a:lnTo>
                  <a:lnTo>
                    <a:pt x="60656" y="163934"/>
                  </a:lnTo>
                  <a:lnTo>
                    <a:pt x="60656" y="159016"/>
                  </a:lnTo>
                  <a:lnTo>
                    <a:pt x="57377" y="157376"/>
                  </a:lnTo>
                  <a:lnTo>
                    <a:pt x="52459" y="157376"/>
                  </a:lnTo>
                  <a:lnTo>
                    <a:pt x="52459" y="160655"/>
                  </a:lnTo>
                  <a:lnTo>
                    <a:pt x="50820" y="163934"/>
                  </a:lnTo>
                  <a:lnTo>
                    <a:pt x="50820" y="168852"/>
                  </a:lnTo>
                  <a:lnTo>
                    <a:pt x="45902" y="165573"/>
                  </a:lnTo>
                  <a:lnTo>
                    <a:pt x="42623" y="168852"/>
                  </a:lnTo>
                  <a:lnTo>
                    <a:pt x="39344" y="165573"/>
                  </a:lnTo>
                  <a:lnTo>
                    <a:pt x="39344" y="162294"/>
                  </a:lnTo>
                  <a:lnTo>
                    <a:pt x="39344" y="157376"/>
                  </a:lnTo>
                  <a:lnTo>
                    <a:pt x="37706" y="154098"/>
                  </a:lnTo>
                  <a:lnTo>
                    <a:pt x="37706" y="150819"/>
                  </a:lnTo>
                  <a:lnTo>
                    <a:pt x="37706" y="147540"/>
                  </a:lnTo>
                  <a:lnTo>
                    <a:pt x="39344" y="142622"/>
                  </a:lnTo>
                  <a:lnTo>
                    <a:pt x="36066" y="140983"/>
                  </a:lnTo>
                  <a:lnTo>
                    <a:pt x="32787" y="137704"/>
                  </a:lnTo>
                  <a:lnTo>
                    <a:pt x="31148" y="132786"/>
                  </a:lnTo>
                  <a:lnTo>
                    <a:pt x="34427" y="131147"/>
                  </a:lnTo>
                  <a:lnTo>
                    <a:pt x="32787" y="131147"/>
                  </a:lnTo>
                  <a:lnTo>
                    <a:pt x="31148" y="131147"/>
                  </a:lnTo>
                  <a:lnTo>
                    <a:pt x="31148" y="131147"/>
                  </a:lnTo>
                  <a:lnTo>
                    <a:pt x="29509" y="134426"/>
                  </a:lnTo>
                  <a:lnTo>
                    <a:pt x="29509" y="131147"/>
                  </a:lnTo>
                  <a:lnTo>
                    <a:pt x="27869" y="127868"/>
                  </a:lnTo>
                  <a:lnTo>
                    <a:pt x="26230" y="124590"/>
                  </a:lnTo>
                  <a:lnTo>
                    <a:pt x="24590" y="121311"/>
                  </a:lnTo>
                  <a:lnTo>
                    <a:pt x="22951" y="118032"/>
                  </a:lnTo>
                  <a:lnTo>
                    <a:pt x="21312" y="113114"/>
                  </a:lnTo>
                  <a:lnTo>
                    <a:pt x="19672" y="109836"/>
                  </a:lnTo>
                  <a:lnTo>
                    <a:pt x="19672" y="106557"/>
                  </a:lnTo>
                  <a:lnTo>
                    <a:pt x="19672" y="103278"/>
                  </a:lnTo>
                  <a:lnTo>
                    <a:pt x="21312" y="100000"/>
                  </a:lnTo>
                  <a:lnTo>
                    <a:pt x="19672" y="96721"/>
                  </a:lnTo>
                  <a:lnTo>
                    <a:pt x="16393" y="93442"/>
                  </a:lnTo>
                  <a:lnTo>
                    <a:pt x="11476" y="90164"/>
                  </a:lnTo>
                  <a:lnTo>
                    <a:pt x="9837" y="86885"/>
                  </a:lnTo>
                  <a:lnTo>
                    <a:pt x="9837" y="85246"/>
                  </a:lnTo>
                  <a:lnTo>
                    <a:pt x="9837" y="81967"/>
                  </a:lnTo>
                  <a:lnTo>
                    <a:pt x="8197" y="78688"/>
                  </a:lnTo>
                  <a:lnTo>
                    <a:pt x="8197" y="73770"/>
                  </a:lnTo>
                  <a:lnTo>
                    <a:pt x="6558" y="70492"/>
                  </a:lnTo>
                  <a:lnTo>
                    <a:pt x="3279" y="67213"/>
                  </a:lnTo>
                  <a:lnTo>
                    <a:pt x="1640" y="63934"/>
                  </a:lnTo>
                  <a:lnTo>
                    <a:pt x="1640" y="6065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10" name="Freeform 3809">
              <a:extLst>
                <a:ext uri="{FF2B5EF4-FFF2-40B4-BE49-F238E27FC236}">
                  <a16:creationId xmlns:a16="http://schemas.microsoft.com/office/drawing/2014/main" id="{43A08647-523B-F441-B4B7-5C71886C820A}"/>
                </a:ext>
              </a:extLst>
            </p:cNvPr>
            <p:cNvSpPr/>
            <p:nvPr/>
          </p:nvSpPr>
          <p:spPr>
            <a:xfrm>
              <a:off x="9941883" y="2418183"/>
              <a:ext cx="145901" cy="190163"/>
            </a:xfrm>
            <a:custGeom>
              <a:avLst/>
              <a:gdLst>
                <a:gd name="connsiteX0" fmla="*/ 0 w 145901"/>
                <a:gd name="connsiteY0" fmla="*/ 39344 h 190163"/>
                <a:gd name="connsiteX1" fmla="*/ 0 w 145901"/>
                <a:gd name="connsiteY1" fmla="*/ 37705 h 190163"/>
                <a:gd name="connsiteX2" fmla="*/ 3279 w 145901"/>
                <a:gd name="connsiteY2" fmla="*/ 39344 h 190163"/>
                <a:gd name="connsiteX3" fmla="*/ 6558 w 145901"/>
                <a:gd name="connsiteY3" fmla="*/ 42623 h 190163"/>
                <a:gd name="connsiteX4" fmla="*/ 9837 w 145901"/>
                <a:gd name="connsiteY4" fmla="*/ 44262 h 190163"/>
                <a:gd name="connsiteX5" fmla="*/ 6558 w 145901"/>
                <a:gd name="connsiteY5" fmla="*/ 42623 h 190163"/>
                <a:gd name="connsiteX6" fmla="*/ 4919 w 145901"/>
                <a:gd name="connsiteY6" fmla="*/ 39344 h 190163"/>
                <a:gd name="connsiteX7" fmla="*/ 3279 w 145901"/>
                <a:gd name="connsiteY7" fmla="*/ 34426 h 190163"/>
                <a:gd name="connsiteX8" fmla="*/ 3279 w 145901"/>
                <a:gd name="connsiteY8" fmla="*/ 34426 h 190163"/>
                <a:gd name="connsiteX9" fmla="*/ 1640 w 145901"/>
                <a:gd name="connsiteY9" fmla="*/ 31147 h 190163"/>
                <a:gd name="connsiteX10" fmla="*/ 1640 w 145901"/>
                <a:gd name="connsiteY10" fmla="*/ 29508 h 190163"/>
                <a:gd name="connsiteX11" fmla="*/ 4919 w 145901"/>
                <a:gd name="connsiteY11" fmla="*/ 26229 h 190163"/>
                <a:gd name="connsiteX12" fmla="*/ 6558 w 145901"/>
                <a:gd name="connsiteY12" fmla="*/ 22951 h 190163"/>
                <a:gd name="connsiteX13" fmla="*/ 6558 w 145901"/>
                <a:gd name="connsiteY13" fmla="*/ 21311 h 190163"/>
                <a:gd name="connsiteX14" fmla="*/ 6558 w 145901"/>
                <a:gd name="connsiteY14" fmla="*/ 18033 h 190163"/>
                <a:gd name="connsiteX15" fmla="*/ 11476 w 145901"/>
                <a:gd name="connsiteY15" fmla="*/ 14754 h 190163"/>
                <a:gd name="connsiteX16" fmla="*/ 14754 w 145901"/>
                <a:gd name="connsiteY16" fmla="*/ 13115 h 190163"/>
                <a:gd name="connsiteX17" fmla="*/ 18033 w 145901"/>
                <a:gd name="connsiteY17" fmla="*/ 13115 h 190163"/>
                <a:gd name="connsiteX18" fmla="*/ 22951 w 145901"/>
                <a:gd name="connsiteY18" fmla="*/ 14754 h 190163"/>
                <a:gd name="connsiteX19" fmla="*/ 22951 w 145901"/>
                <a:gd name="connsiteY19" fmla="*/ 14754 h 190163"/>
                <a:gd name="connsiteX20" fmla="*/ 27869 w 145901"/>
                <a:gd name="connsiteY20" fmla="*/ 13115 h 190163"/>
                <a:gd name="connsiteX21" fmla="*/ 31148 w 145901"/>
                <a:gd name="connsiteY21" fmla="*/ 13115 h 190163"/>
                <a:gd name="connsiteX22" fmla="*/ 32787 w 145901"/>
                <a:gd name="connsiteY22" fmla="*/ 13115 h 190163"/>
                <a:gd name="connsiteX23" fmla="*/ 34427 w 145901"/>
                <a:gd name="connsiteY23" fmla="*/ 14754 h 190163"/>
                <a:gd name="connsiteX24" fmla="*/ 39344 w 145901"/>
                <a:gd name="connsiteY24" fmla="*/ 13115 h 190163"/>
                <a:gd name="connsiteX25" fmla="*/ 42623 w 145901"/>
                <a:gd name="connsiteY25" fmla="*/ 14754 h 190163"/>
                <a:gd name="connsiteX26" fmla="*/ 45902 w 145901"/>
                <a:gd name="connsiteY26" fmla="*/ 13115 h 190163"/>
                <a:gd name="connsiteX27" fmla="*/ 49180 w 145901"/>
                <a:gd name="connsiteY27" fmla="*/ 8197 h 190163"/>
                <a:gd name="connsiteX28" fmla="*/ 47541 w 145901"/>
                <a:gd name="connsiteY28" fmla="*/ 4918 h 190163"/>
                <a:gd name="connsiteX29" fmla="*/ 47541 w 145901"/>
                <a:gd name="connsiteY29" fmla="*/ 1639 h 190163"/>
                <a:gd name="connsiteX30" fmla="*/ 47541 w 145901"/>
                <a:gd name="connsiteY30" fmla="*/ 0 h 190163"/>
                <a:gd name="connsiteX31" fmla="*/ 50820 w 145901"/>
                <a:gd name="connsiteY31" fmla="*/ 3279 h 190163"/>
                <a:gd name="connsiteX32" fmla="*/ 54099 w 145901"/>
                <a:gd name="connsiteY32" fmla="*/ 6557 h 190163"/>
                <a:gd name="connsiteX33" fmla="*/ 57377 w 145901"/>
                <a:gd name="connsiteY33" fmla="*/ 9836 h 190163"/>
                <a:gd name="connsiteX34" fmla="*/ 60656 w 145901"/>
                <a:gd name="connsiteY34" fmla="*/ 14754 h 190163"/>
                <a:gd name="connsiteX35" fmla="*/ 62296 w 145901"/>
                <a:gd name="connsiteY35" fmla="*/ 14754 h 190163"/>
                <a:gd name="connsiteX36" fmla="*/ 65573 w 145901"/>
                <a:gd name="connsiteY36" fmla="*/ 19672 h 190163"/>
                <a:gd name="connsiteX37" fmla="*/ 68852 w 145901"/>
                <a:gd name="connsiteY37" fmla="*/ 22951 h 190163"/>
                <a:gd name="connsiteX38" fmla="*/ 72131 w 145901"/>
                <a:gd name="connsiteY38" fmla="*/ 26229 h 190163"/>
                <a:gd name="connsiteX39" fmla="*/ 77049 w 145901"/>
                <a:gd name="connsiteY39" fmla="*/ 29508 h 190163"/>
                <a:gd name="connsiteX40" fmla="*/ 80328 w 145901"/>
                <a:gd name="connsiteY40" fmla="*/ 32787 h 190163"/>
                <a:gd name="connsiteX41" fmla="*/ 83607 w 145901"/>
                <a:gd name="connsiteY41" fmla="*/ 36065 h 190163"/>
                <a:gd name="connsiteX42" fmla="*/ 88525 w 145901"/>
                <a:gd name="connsiteY42" fmla="*/ 39344 h 190163"/>
                <a:gd name="connsiteX43" fmla="*/ 91803 w 145901"/>
                <a:gd name="connsiteY43" fmla="*/ 42623 h 190163"/>
                <a:gd name="connsiteX44" fmla="*/ 95082 w 145901"/>
                <a:gd name="connsiteY44" fmla="*/ 45901 h 190163"/>
                <a:gd name="connsiteX45" fmla="*/ 98360 w 145901"/>
                <a:gd name="connsiteY45" fmla="*/ 49180 h 190163"/>
                <a:gd name="connsiteX46" fmla="*/ 101639 w 145901"/>
                <a:gd name="connsiteY46" fmla="*/ 52459 h 190163"/>
                <a:gd name="connsiteX47" fmla="*/ 103279 w 145901"/>
                <a:gd name="connsiteY47" fmla="*/ 54098 h 190163"/>
                <a:gd name="connsiteX48" fmla="*/ 106557 w 145901"/>
                <a:gd name="connsiteY48" fmla="*/ 57377 h 190163"/>
                <a:gd name="connsiteX49" fmla="*/ 111476 w 145901"/>
                <a:gd name="connsiteY49" fmla="*/ 60655 h 190163"/>
                <a:gd name="connsiteX50" fmla="*/ 113115 w 145901"/>
                <a:gd name="connsiteY50" fmla="*/ 65573 h 190163"/>
                <a:gd name="connsiteX51" fmla="*/ 113115 w 145901"/>
                <a:gd name="connsiteY51" fmla="*/ 65573 h 190163"/>
                <a:gd name="connsiteX52" fmla="*/ 116394 w 145901"/>
                <a:gd name="connsiteY52" fmla="*/ 68852 h 190163"/>
                <a:gd name="connsiteX53" fmla="*/ 118032 w 145901"/>
                <a:gd name="connsiteY53" fmla="*/ 72131 h 190163"/>
                <a:gd name="connsiteX54" fmla="*/ 119672 w 145901"/>
                <a:gd name="connsiteY54" fmla="*/ 75410 h 190163"/>
                <a:gd name="connsiteX55" fmla="*/ 122950 w 145901"/>
                <a:gd name="connsiteY55" fmla="*/ 80327 h 190163"/>
                <a:gd name="connsiteX56" fmla="*/ 124590 w 145901"/>
                <a:gd name="connsiteY56" fmla="*/ 83606 h 190163"/>
                <a:gd name="connsiteX57" fmla="*/ 124590 w 145901"/>
                <a:gd name="connsiteY57" fmla="*/ 88524 h 190163"/>
                <a:gd name="connsiteX58" fmla="*/ 126229 w 145901"/>
                <a:gd name="connsiteY58" fmla="*/ 91803 h 190163"/>
                <a:gd name="connsiteX59" fmla="*/ 129508 w 145901"/>
                <a:gd name="connsiteY59" fmla="*/ 95082 h 190163"/>
                <a:gd name="connsiteX60" fmla="*/ 129508 w 145901"/>
                <a:gd name="connsiteY60" fmla="*/ 98360 h 190163"/>
                <a:gd name="connsiteX61" fmla="*/ 129508 w 145901"/>
                <a:gd name="connsiteY61" fmla="*/ 103278 h 190163"/>
                <a:gd name="connsiteX62" fmla="*/ 131147 w 145901"/>
                <a:gd name="connsiteY62" fmla="*/ 106557 h 190163"/>
                <a:gd name="connsiteX63" fmla="*/ 134426 w 145901"/>
                <a:gd name="connsiteY63" fmla="*/ 109836 h 190163"/>
                <a:gd name="connsiteX64" fmla="*/ 134426 w 145901"/>
                <a:gd name="connsiteY64" fmla="*/ 113114 h 190163"/>
                <a:gd name="connsiteX65" fmla="*/ 137705 w 145901"/>
                <a:gd name="connsiteY65" fmla="*/ 116393 h 190163"/>
                <a:gd name="connsiteX66" fmla="*/ 140984 w 145901"/>
                <a:gd name="connsiteY66" fmla="*/ 113114 h 190163"/>
                <a:gd name="connsiteX67" fmla="*/ 142623 w 145901"/>
                <a:gd name="connsiteY67" fmla="*/ 116393 h 190163"/>
                <a:gd name="connsiteX68" fmla="*/ 142623 w 145901"/>
                <a:gd name="connsiteY68" fmla="*/ 119672 h 190163"/>
                <a:gd name="connsiteX69" fmla="*/ 144262 w 145901"/>
                <a:gd name="connsiteY69" fmla="*/ 122950 h 190163"/>
                <a:gd name="connsiteX70" fmla="*/ 144262 w 145901"/>
                <a:gd name="connsiteY70" fmla="*/ 127868 h 190163"/>
                <a:gd name="connsiteX71" fmla="*/ 144262 w 145901"/>
                <a:gd name="connsiteY71" fmla="*/ 131147 h 190163"/>
                <a:gd name="connsiteX72" fmla="*/ 145901 w 145901"/>
                <a:gd name="connsiteY72" fmla="*/ 134426 h 190163"/>
                <a:gd name="connsiteX73" fmla="*/ 145901 w 145901"/>
                <a:gd name="connsiteY73" fmla="*/ 139344 h 190163"/>
                <a:gd name="connsiteX74" fmla="*/ 142623 w 145901"/>
                <a:gd name="connsiteY74" fmla="*/ 136065 h 190163"/>
                <a:gd name="connsiteX75" fmla="*/ 144262 w 145901"/>
                <a:gd name="connsiteY75" fmla="*/ 139344 h 190163"/>
                <a:gd name="connsiteX76" fmla="*/ 145901 w 145901"/>
                <a:gd name="connsiteY76" fmla="*/ 144262 h 190163"/>
                <a:gd name="connsiteX77" fmla="*/ 144262 w 145901"/>
                <a:gd name="connsiteY77" fmla="*/ 147540 h 190163"/>
                <a:gd name="connsiteX78" fmla="*/ 144262 w 145901"/>
                <a:gd name="connsiteY78" fmla="*/ 150819 h 190163"/>
                <a:gd name="connsiteX79" fmla="*/ 140984 w 145901"/>
                <a:gd name="connsiteY79" fmla="*/ 155737 h 190163"/>
                <a:gd name="connsiteX80" fmla="*/ 137705 w 145901"/>
                <a:gd name="connsiteY80" fmla="*/ 157376 h 190163"/>
                <a:gd name="connsiteX81" fmla="*/ 136066 w 145901"/>
                <a:gd name="connsiteY81" fmla="*/ 154098 h 190163"/>
                <a:gd name="connsiteX82" fmla="*/ 136066 w 145901"/>
                <a:gd name="connsiteY82" fmla="*/ 154098 h 190163"/>
                <a:gd name="connsiteX83" fmla="*/ 134426 w 145901"/>
                <a:gd name="connsiteY83" fmla="*/ 154098 h 190163"/>
                <a:gd name="connsiteX84" fmla="*/ 132787 w 145901"/>
                <a:gd name="connsiteY84" fmla="*/ 155737 h 190163"/>
                <a:gd name="connsiteX85" fmla="*/ 127869 w 145901"/>
                <a:gd name="connsiteY85" fmla="*/ 155737 h 190163"/>
                <a:gd name="connsiteX86" fmla="*/ 124590 w 145901"/>
                <a:gd name="connsiteY86" fmla="*/ 154098 h 190163"/>
                <a:gd name="connsiteX87" fmla="*/ 121311 w 145901"/>
                <a:gd name="connsiteY87" fmla="*/ 152458 h 190163"/>
                <a:gd name="connsiteX88" fmla="*/ 121311 w 145901"/>
                <a:gd name="connsiteY88" fmla="*/ 155737 h 190163"/>
                <a:gd name="connsiteX89" fmla="*/ 118032 w 145901"/>
                <a:gd name="connsiteY89" fmla="*/ 155737 h 190163"/>
                <a:gd name="connsiteX90" fmla="*/ 116394 w 145901"/>
                <a:gd name="connsiteY90" fmla="*/ 159016 h 190163"/>
                <a:gd name="connsiteX91" fmla="*/ 119672 w 145901"/>
                <a:gd name="connsiteY91" fmla="*/ 159016 h 190163"/>
                <a:gd name="connsiteX92" fmla="*/ 119672 w 145901"/>
                <a:gd name="connsiteY92" fmla="*/ 162294 h 190163"/>
                <a:gd name="connsiteX93" fmla="*/ 121311 w 145901"/>
                <a:gd name="connsiteY93" fmla="*/ 165573 h 190163"/>
                <a:gd name="connsiteX94" fmla="*/ 121311 w 145901"/>
                <a:gd name="connsiteY94" fmla="*/ 167212 h 190163"/>
                <a:gd name="connsiteX95" fmla="*/ 119672 w 145901"/>
                <a:gd name="connsiteY95" fmla="*/ 165573 h 190163"/>
                <a:gd name="connsiteX96" fmla="*/ 116394 w 145901"/>
                <a:gd name="connsiteY96" fmla="*/ 162294 h 190163"/>
                <a:gd name="connsiteX97" fmla="*/ 113115 w 145901"/>
                <a:gd name="connsiteY97" fmla="*/ 162294 h 190163"/>
                <a:gd name="connsiteX98" fmla="*/ 108197 w 145901"/>
                <a:gd name="connsiteY98" fmla="*/ 163934 h 190163"/>
                <a:gd name="connsiteX99" fmla="*/ 104918 w 145901"/>
                <a:gd name="connsiteY99" fmla="*/ 160655 h 190163"/>
                <a:gd name="connsiteX100" fmla="*/ 103279 w 145901"/>
                <a:gd name="connsiteY100" fmla="*/ 155737 h 190163"/>
                <a:gd name="connsiteX101" fmla="*/ 103279 w 145901"/>
                <a:gd name="connsiteY101" fmla="*/ 160655 h 190163"/>
                <a:gd name="connsiteX102" fmla="*/ 98360 w 145901"/>
                <a:gd name="connsiteY102" fmla="*/ 162294 h 190163"/>
                <a:gd name="connsiteX103" fmla="*/ 95082 w 145901"/>
                <a:gd name="connsiteY103" fmla="*/ 160655 h 190163"/>
                <a:gd name="connsiteX104" fmla="*/ 93442 w 145901"/>
                <a:gd name="connsiteY104" fmla="*/ 162294 h 190163"/>
                <a:gd name="connsiteX105" fmla="*/ 90164 w 145901"/>
                <a:gd name="connsiteY105" fmla="*/ 165573 h 190163"/>
                <a:gd name="connsiteX106" fmla="*/ 93442 w 145901"/>
                <a:gd name="connsiteY106" fmla="*/ 167212 h 190163"/>
                <a:gd name="connsiteX107" fmla="*/ 98360 w 145901"/>
                <a:gd name="connsiteY107" fmla="*/ 168852 h 190163"/>
                <a:gd name="connsiteX108" fmla="*/ 98360 w 145901"/>
                <a:gd name="connsiteY108" fmla="*/ 172130 h 190163"/>
                <a:gd name="connsiteX109" fmla="*/ 95082 w 145901"/>
                <a:gd name="connsiteY109" fmla="*/ 172130 h 190163"/>
                <a:gd name="connsiteX110" fmla="*/ 95082 w 145901"/>
                <a:gd name="connsiteY110" fmla="*/ 177048 h 190163"/>
                <a:gd name="connsiteX111" fmla="*/ 91803 w 145901"/>
                <a:gd name="connsiteY111" fmla="*/ 172130 h 190163"/>
                <a:gd name="connsiteX112" fmla="*/ 90164 w 145901"/>
                <a:gd name="connsiteY112" fmla="*/ 168852 h 190163"/>
                <a:gd name="connsiteX113" fmla="*/ 86886 w 145901"/>
                <a:gd name="connsiteY113" fmla="*/ 165573 h 190163"/>
                <a:gd name="connsiteX114" fmla="*/ 86886 w 145901"/>
                <a:gd name="connsiteY114" fmla="*/ 167212 h 190163"/>
                <a:gd name="connsiteX115" fmla="*/ 83607 w 145901"/>
                <a:gd name="connsiteY115" fmla="*/ 170491 h 190163"/>
                <a:gd name="connsiteX116" fmla="*/ 86886 w 145901"/>
                <a:gd name="connsiteY116" fmla="*/ 173770 h 190163"/>
                <a:gd name="connsiteX117" fmla="*/ 91803 w 145901"/>
                <a:gd name="connsiteY117" fmla="*/ 177048 h 190163"/>
                <a:gd name="connsiteX118" fmla="*/ 91803 w 145901"/>
                <a:gd name="connsiteY118" fmla="*/ 178688 h 190163"/>
                <a:gd name="connsiteX119" fmla="*/ 90164 w 145901"/>
                <a:gd name="connsiteY119" fmla="*/ 178688 h 190163"/>
                <a:gd name="connsiteX120" fmla="*/ 86886 w 145901"/>
                <a:gd name="connsiteY120" fmla="*/ 178688 h 190163"/>
                <a:gd name="connsiteX121" fmla="*/ 90164 w 145901"/>
                <a:gd name="connsiteY121" fmla="*/ 180327 h 190163"/>
                <a:gd name="connsiteX122" fmla="*/ 86886 w 145901"/>
                <a:gd name="connsiteY122" fmla="*/ 183606 h 190163"/>
                <a:gd name="connsiteX123" fmla="*/ 83607 w 145901"/>
                <a:gd name="connsiteY123" fmla="*/ 180327 h 190163"/>
                <a:gd name="connsiteX124" fmla="*/ 80328 w 145901"/>
                <a:gd name="connsiteY124" fmla="*/ 177048 h 190163"/>
                <a:gd name="connsiteX125" fmla="*/ 81967 w 145901"/>
                <a:gd name="connsiteY125" fmla="*/ 178688 h 190163"/>
                <a:gd name="connsiteX126" fmla="*/ 83607 w 145901"/>
                <a:gd name="connsiteY126" fmla="*/ 175409 h 190163"/>
                <a:gd name="connsiteX127" fmla="*/ 83607 w 145901"/>
                <a:gd name="connsiteY127" fmla="*/ 170491 h 190163"/>
                <a:gd name="connsiteX128" fmla="*/ 80328 w 145901"/>
                <a:gd name="connsiteY128" fmla="*/ 170491 h 190163"/>
                <a:gd name="connsiteX129" fmla="*/ 77049 w 145901"/>
                <a:gd name="connsiteY129" fmla="*/ 173770 h 190163"/>
                <a:gd name="connsiteX130" fmla="*/ 73770 w 145901"/>
                <a:gd name="connsiteY130" fmla="*/ 177048 h 190163"/>
                <a:gd name="connsiteX131" fmla="*/ 73770 w 145901"/>
                <a:gd name="connsiteY131" fmla="*/ 181966 h 190163"/>
                <a:gd name="connsiteX132" fmla="*/ 72131 w 145901"/>
                <a:gd name="connsiteY132" fmla="*/ 185245 h 190163"/>
                <a:gd name="connsiteX133" fmla="*/ 68852 w 145901"/>
                <a:gd name="connsiteY133" fmla="*/ 183606 h 190163"/>
                <a:gd name="connsiteX134" fmla="*/ 65573 w 145901"/>
                <a:gd name="connsiteY134" fmla="*/ 180327 h 190163"/>
                <a:gd name="connsiteX135" fmla="*/ 65573 w 145901"/>
                <a:gd name="connsiteY135" fmla="*/ 183606 h 190163"/>
                <a:gd name="connsiteX136" fmla="*/ 63935 w 145901"/>
                <a:gd name="connsiteY136" fmla="*/ 186884 h 190163"/>
                <a:gd name="connsiteX137" fmla="*/ 62296 w 145901"/>
                <a:gd name="connsiteY137" fmla="*/ 190163 h 190163"/>
                <a:gd name="connsiteX138" fmla="*/ 59017 w 145901"/>
                <a:gd name="connsiteY138" fmla="*/ 188524 h 190163"/>
                <a:gd name="connsiteX139" fmla="*/ 57377 w 145901"/>
                <a:gd name="connsiteY139" fmla="*/ 185245 h 190163"/>
                <a:gd name="connsiteX140" fmla="*/ 57377 w 145901"/>
                <a:gd name="connsiteY140" fmla="*/ 180327 h 190163"/>
                <a:gd name="connsiteX141" fmla="*/ 54099 w 145901"/>
                <a:gd name="connsiteY141" fmla="*/ 180327 h 190163"/>
                <a:gd name="connsiteX142" fmla="*/ 50820 w 145901"/>
                <a:gd name="connsiteY142" fmla="*/ 178688 h 190163"/>
                <a:gd name="connsiteX143" fmla="*/ 45902 w 145901"/>
                <a:gd name="connsiteY143" fmla="*/ 175409 h 190163"/>
                <a:gd name="connsiteX144" fmla="*/ 47541 w 145901"/>
                <a:gd name="connsiteY144" fmla="*/ 172130 h 190163"/>
                <a:gd name="connsiteX145" fmla="*/ 49180 w 145901"/>
                <a:gd name="connsiteY145" fmla="*/ 175409 h 190163"/>
                <a:gd name="connsiteX146" fmla="*/ 54099 w 145901"/>
                <a:gd name="connsiteY146" fmla="*/ 177048 h 190163"/>
                <a:gd name="connsiteX147" fmla="*/ 52459 w 145901"/>
                <a:gd name="connsiteY147" fmla="*/ 173770 h 190163"/>
                <a:gd name="connsiteX148" fmla="*/ 55738 w 145901"/>
                <a:gd name="connsiteY148" fmla="*/ 173770 h 190163"/>
                <a:gd name="connsiteX149" fmla="*/ 52459 w 145901"/>
                <a:gd name="connsiteY149" fmla="*/ 172130 h 190163"/>
                <a:gd name="connsiteX150" fmla="*/ 47541 w 145901"/>
                <a:gd name="connsiteY150" fmla="*/ 170491 h 190163"/>
                <a:gd name="connsiteX151" fmla="*/ 52459 w 145901"/>
                <a:gd name="connsiteY151" fmla="*/ 170491 h 190163"/>
                <a:gd name="connsiteX152" fmla="*/ 55738 w 145901"/>
                <a:gd name="connsiteY152" fmla="*/ 167212 h 190163"/>
                <a:gd name="connsiteX153" fmla="*/ 50820 w 145901"/>
                <a:gd name="connsiteY153" fmla="*/ 163934 h 190163"/>
                <a:gd name="connsiteX154" fmla="*/ 50820 w 145901"/>
                <a:gd name="connsiteY154" fmla="*/ 168852 h 190163"/>
                <a:gd name="connsiteX155" fmla="*/ 47541 w 145901"/>
                <a:gd name="connsiteY155" fmla="*/ 168852 h 190163"/>
                <a:gd name="connsiteX156" fmla="*/ 45902 w 145901"/>
                <a:gd name="connsiteY156" fmla="*/ 163934 h 190163"/>
                <a:gd name="connsiteX157" fmla="*/ 42623 w 145901"/>
                <a:gd name="connsiteY157" fmla="*/ 160655 h 190163"/>
                <a:gd name="connsiteX158" fmla="*/ 40983 w 145901"/>
                <a:gd name="connsiteY158" fmla="*/ 157376 h 190163"/>
                <a:gd name="connsiteX159" fmla="*/ 37706 w 145901"/>
                <a:gd name="connsiteY159" fmla="*/ 154098 h 190163"/>
                <a:gd name="connsiteX160" fmla="*/ 40983 w 145901"/>
                <a:gd name="connsiteY160" fmla="*/ 155737 h 190163"/>
                <a:gd name="connsiteX161" fmla="*/ 44262 w 145901"/>
                <a:gd name="connsiteY161" fmla="*/ 155737 h 190163"/>
                <a:gd name="connsiteX162" fmla="*/ 40983 w 145901"/>
                <a:gd name="connsiteY162" fmla="*/ 152458 h 190163"/>
                <a:gd name="connsiteX163" fmla="*/ 39344 w 145901"/>
                <a:gd name="connsiteY163" fmla="*/ 147540 h 190163"/>
                <a:gd name="connsiteX164" fmla="*/ 40983 w 145901"/>
                <a:gd name="connsiteY164" fmla="*/ 144262 h 190163"/>
                <a:gd name="connsiteX165" fmla="*/ 39344 w 145901"/>
                <a:gd name="connsiteY165" fmla="*/ 140983 h 190163"/>
                <a:gd name="connsiteX166" fmla="*/ 39344 w 145901"/>
                <a:gd name="connsiteY166" fmla="*/ 140983 h 190163"/>
                <a:gd name="connsiteX167" fmla="*/ 40983 w 145901"/>
                <a:gd name="connsiteY167" fmla="*/ 136065 h 190163"/>
                <a:gd name="connsiteX168" fmla="*/ 44262 w 145901"/>
                <a:gd name="connsiteY168" fmla="*/ 134426 h 190163"/>
                <a:gd name="connsiteX169" fmla="*/ 40983 w 145901"/>
                <a:gd name="connsiteY169" fmla="*/ 134426 h 190163"/>
                <a:gd name="connsiteX170" fmla="*/ 36066 w 145901"/>
                <a:gd name="connsiteY170" fmla="*/ 132786 h 190163"/>
                <a:gd name="connsiteX171" fmla="*/ 39344 w 145901"/>
                <a:gd name="connsiteY171" fmla="*/ 129508 h 190163"/>
                <a:gd name="connsiteX172" fmla="*/ 42623 w 145901"/>
                <a:gd name="connsiteY172" fmla="*/ 127868 h 190163"/>
                <a:gd name="connsiteX173" fmla="*/ 42623 w 145901"/>
                <a:gd name="connsiteY173" fmla="*/ 122950 h 190163"/>
                <a:gd name="connsiteX174" fmla="*/ 44262 w 145901"/>
                <a:gd name="connsiteY174" fmla="*/ 119672 h 190163"/>
                <a:gd name="connsiteX175" fmla="*/ 40983 w 145901"/>
                <a:gd name="connsiteY175" fmla="*/ 119672 h 190163"/>
                <a:gd name="connsiteX176" fmla="*/ 36066 w 145901"/>
                <a:gd name="connsiteY176" fmla="*/ 119672 h 190163"/>
                <a:gd name="connsiteX177" fmla="*/ 39344 w 145901"/>
                <a:gd name="connsiteY177" fmla="*/ 116393 h 190163"/>
                <a:gd name="connsiteX178" fmla="*/ 42623 w 145901"/>
                <a:gd name="connsiteY178" fmla="*/ 113114 h 190163"/>
                <a:gd name="connsiteX179" fmla="*/ 39344 w 145901"/>
                <a:gd name="connsiteY179" fmla="*/ 114754 h 190163"/>
                <a:gd name="connsiteX180" fmla="*/ 36066 w 145901"/>
                <a:gd name="connsiteY180" fmla="*/ 113114 h 190163"/>
                <a:gd name="connsiteX181" fmla="*/ 32787 w 145901"/>
                <a:gd name="connsiteY181" fmla="*/ 109836 h 190163"/>
                <a:gd name="connsiteX182" fmla="*/ 27869 w 145901"/>
                <a:gd name="connsiteY182" fmla="*/ 109836 h 190163"/>
                <a:gd name="connsiteX183" fmla="*/ 27869 w 145901"/>
                <a:gd name="connsiteY183" fmla="*/ 106557 h 190163"/>
                <a:gd name="connsiteX184" fmla="*/ 27869 w 145901"/>
                <a:gd name="connsiteY184" fmla="*/ 103278 h 190163"/>
                <a:gd name="connsiteX185" fmla="*/ 24590 w 145901"/>
                <a:gd name="connsiteY185" fmla="*/ 98360 h 190163"/>
                <a:gd name="connsiteX186" fmla="*/ 26230 w 145901"/>
                <a:gd name="connsiteY186" fmla="*/ 95082 h 190163"/>
                <a:gd name="connsiteX187" fmla="*/ 26230 w 145901"/>
                <a:gd name="connsiteY187" fmla="*/ 95082 h 190163"/>
                <a:gd name="connsiteX188" fmla="*/ 26230 w 145901"/>
                <a:gd name="connsiteY188" fmla="*/ 95082 h 190163"/>
                <a:gd name="connsiteX189" fmla="*/ 22951 w 145901"/>
                <a:gd name="connsiteY189" fmla="*/ 95082 h 190163"/>
                <a:gd name="connsiteX190" fmla="*/ 19672 w 145901"/>
                <a:gd name="connsiteY190" fmla="*/ 91803 h 190163"/>
                <a:gd name="connsiteX191" fmla="*/ 19672 w 145901"/>
                <a:gd name="connsiteY191" fmla="*/ 88524 h 190163"/>
                <a:gd name="connsiteX192" fmla="*/ 16393 w 145901"/>
                <a:gd name="connsiteY192" fmla="*/ 85245 h 190163"/>
                <a:gd name="connsiteX193" fmla="*/ 13115 w 145901"/>
                <a:gd name="connsiteY193" fmla="*/ 83606 h 190163"/>
                <a:gd name="connsiteX194" fmla="*/ 13115 w 145901"/>
                <a:gd name="connsiteY194" fmla="*/ 88524 h 190163"/>
                <a:gd name="connsiteX195" fmla="*/ 9837 w 145901"/>
                <a:gd name="connsiteY195" fmla="*/ 83606 h 190163"/>
                <a:gd name="connsiteX196" fmla="*/ 9837 w 145901"/>
                <a:gd name="connsiteY196" fmla="*/ 83606 h 190163"/>
                <a:gd name="connsiteX197" fmla="*/ 8197 w 145901"/>
                <a:gd name="connsiteY197" fmla="*/ 85245 h 190163"/>
                <a:gd name="connsiteX198" fmla="*/ 4919 w 145901"/>
                <a:gd name="connsiteY198" fmla="*/ 81967 h 190163"/>
                <a:gd name="connsiteX199" fmla="*/ 3279 w 145901"/>
                <a:gd name="connsiteY199" fmla="*/ 78688 h 190163"/>
                <a:gd name="connsiteX200" fmla="*/ 6558 w 145901"/>
                <a:gd name="connsiteY200" fmla="*/ 77049 h 190163"/>
                <a:gd name="connsiteX201" fmla="*/ 4919 w 145901"/>
                <a:gd name="connsiteY201" fmla="*/ 73770 h 190163"/>
                <a:gd name="connsiteX202" fmla="*/ 8197 w 145901"/>
                <a:gd name="connsiteY202" fmla="*/ 77049 h 190163"/>
                <a:gd name="connsiteX203" fmla="*/ 8197 w 145901"/>
                <a:gd name="connsiteY203" fmla="*/ 73770 h 190163"/>
                <a:gd name="connsiteX204" fmla="*/ 11476 w 145901"/>
                <a:gd name="connsiteY204" fmla="*/ 73770 h 190163"/>
                <a:gd name="connsiteX205" fmla="*/ 13115 w 145901"/>
                <a:gd name="connsiteY205" fmla="*/ 77049 h 190163"/>
                <a:gd name="connsiteX206" fmla="*/ 14754 w 145901"/>
                <a:gd name="connsiteY206" fmla="*/ 73770 h 190163"/>
                <a:gd name="connsiteX207" fmla="*/ 13115 w 145901"/>
                <a:gd name="connsiteY207" fmla="*/ 70492 h 190163"/>
                <a:gd name="connsiteX208" fmla="*/ 16393 w 145901"/>
                <a:gd name="connsiteY208" fmla="*/ 72131 h 190163"/>
                <a:gd name="connsiteX209" fmla="*/ 19672 w 145901"/>
                <a:gd name="connsiteY209" fmla="*/ 72131 h 190163"/>
                <a:gd name="connsiteX210" fmla="*/ 24590 w 145901"/>
                <a:gd name="connsiteY210" fmla="*/ 73770 h 190163"/>
                <a:gd name="connsiteX211" fmla="*/ 26230 w 145901"/>
                <a:gd name="connsiteY211" fmla="*/ 77049 h 190163"/>
                <a:gd name="connsiteX212" fmla="*/ 29509 w 145901"/>
                <a:gd name="connsiteY212" fmla="*/ 81967 h 190163"/>
                <a:gd name="connsiteX213" fmla="*/ 27869 w 145901"/>
                <a:gd name="connsiteY213" fmla="*/ 78688 h 190163"/>
                <a:gd name="connsiteX214" fmla="*/ 31148 w 145901"/>
                <a:gd name="connsiteY214" fmla="*/ 75410 h 190163"/>
                <a:gd name="connsiteX215" fmla="*/ 31148 w 145901"/>
                <a:gd name="connsiteY215" fmla="*/ 73770 h 190163"/>
                <a:gd name="connsiteX216" fmla="*/ 27869 w 145901"/>
                <a:gd name="connsiteY216" fmla="*/ 73770 h 190163"/>
                <a:gd name="connsiteX217" fmla="*/ 24590 w 145901"/>
                <a:gd name="connsiteY217" fmla="*/ 72131 h 190163"/>
                <a:gd name="connsiteX218" fmla="*/ 24590 w 145901"/>
                <a:gd name="connsiteY218" fmla="*/ 68852 h 190163"/>
                <a:gd name="connsiteX219" fmla="*/ 21312 w 145901"/>
                <a:gd name="connsiteY219" fmla="*/ 70492 h 190163"/>
                <a:gd name="connsiteX220" fmla="*/ 21312 w 145901"/>
                <a:gd name="connsiteY220" fmla="*/ 65573 h 190163"/>
                <a:gd name="connsiteX221" fmla="*/ 18033 w 145901"/>
                <a:gd name="connsiteY221" fmla="*/ 65573 h 190163"/>
                <a:gd name="connsiteX222" fmla="*/ 14754 w 145901"/>
                <a:gd name="connsiteY222" fmla="*/ 63934 h 190163"/>
                <a:gd name="connsiteX223" fmla="*/ 16393 w 145901"/>
                <a:gd name="connsiteY223" fmla="*/ 60655 h 190163"/>
                <a:gd name="connsiteX224" fmla="*/ 21312 w 145901"/>
                <a:gd name="connsiteY224" fmla="*/ 60655 h 190163"/>
                <a:gd name="connsiteX225" fmla="*/ 16393 w 145901"/>
                <a:gd name="connsiteY225" fmla="*/ 57377 h 190163"/>
                <a:gd name="connsiteX226" fmla="*/ 13115 w 145901"/>
                <a:gd name="connsiteY226" fmla="*/ 54098 h 190163"/>
                <a:gd name="connsiteX227" fmla="*/ 11476 w 145901"/>
                <a:gd name="connsiteY227" fmla="*/ 54098 h 190163"/>
                <a:gd name="connsiteX228" fmla="*/ 8197 w 145901"/>
                <a:gd name="connsiteY228" fmla="*/ 50820 h 190163"/>
                <a:gd name="connsiteX229" fmla="*/ 6558 w 145901"/>
                <a:gd name="connsiteY229" fmla="*/ 45901 h 190163"/>
                <a:gd name="connsiteX230" fmla="*/ 6558 w 145901"/>
                <a:gd name="connsiteY230" fmla="*/ 45901 h 190163"/>
                <a:gd name="connsiteX231" fmla="*/ 3279 w 145901"/>
                <a:gd name="connsiteY231" fmla="*/ 44262 h 190163"/>
                <a:gd name="connsiteX232" fmla="*/ 0 w 145901"/>
                <a:gd name="connsiteY232" fmla="*/ 39344 h 190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</a:cxnLst>
              <a:rect l="l" t="t" r="r" b="b"/>
              <a:pathLst>
                <a:path w="145901" h="190163">
                  <a:moveTo>
                    <a:pt x="0" y="39344"/>
                  </a:moveTo>
                  <a:lnTo>
                    <a:pt x="0" y="37705"/>
                  </a:lnTo>
                  <a:lnTo>
                    <a:pt x="3279" y="39344"/>
                  </a:lnTo>
                  <a:lnTo>
                    <a:pt x="6558" y="42623"/>
                  </a:lnTo>
                  <a:lnTo>
                    <a:pt x="9837" y="44262"/>
                  </a:lnTo>
                  <a:lnTo>
                    <a:pt x="6558" y="42623"/>
                  </a:lnTo>
                  <a:lnTo>
                    <a:pt x="4919" y="39344"/>
                  </a:lnTo>
                  <a:lnTo>
                    <a:pt x="3279" y="34426"/>
                  </a:lnTo>
                  <a:lnTo>
                    <a:pt x="3279" y="34426"/>
                  </a:lnTo>
                  <a:lnTo>
                    <a:pt x="1640" y="31147"/>
                  </a:lnTo>
                  <a:lnTo>
                    <a:pt x="1640" y="29508"/>
                  </a:lnTo>
                  <a:lnTo>
                    <a:pt x="4919" y="26229"/>
                  </a:lnTo>
                  <a:lnTo>
                    <a:pt x="6558" y="22951"/>
                  </a:lnTo>
                  <a:lnTo>
                    <a:pt x="6558" y="21311"/>
                  </a:lnTo>
                  <a:lnTo>
                    <a:pt x="6558" y="18033"/>
                  </a:lnTo>
                  <a:lnTo>
                    <a:pt x="11476" y="14754"/>
                  </a:lnTo>
                  <a:lnTo>
                    <a:pt x="14754" y="13115"/>
                  </a:lnTo>
                  <a:lnTo>
                    <a:pt x="18033" y="13115"/>
                  </a:lnTo>
                  <a:lnTo>
                    <a:pt x="22951" y="14754"/>
                  </a:lnTo>
                  <a:lnTo>
                    <a:pt x="22951" y="14754"/>
                  </a:lnTo>
                  <a:lnTo>
                    <a:pt x="27869" y="13115"/>
                  </a:lnTo>
                  <a:lnTo>
                    <a:pt x="31148" y="13115"/>
                  </a:lnTo>
                  <a:lnTo>
                    <a:pt x="32787" y="13115"/>
                  </a:lnTo>
                  <a:lnTo>
                    <a:pt x="34427" y="14754"/>
                  </a:lnTo>
                  <a:lnTo>
                    <a:pt x="39344" y="13115"/>
                  </a:lnTo>
                  <a:lnTo>
                    <a:pt x="42623" y="14754"/>
                  </a:lnTo>
                  <a:lnTo>
                    <a:pt x="45902" y="13115"/>
                  </a:lnTo>
                  <a:lnTo>
                    <a:pt x="49180" y="8197"/>
                  </a:lnTo>
                  <a:lnTo>
                    <a:pt x="47541" y="4918"/>
                  </a:lnTo>
                  <a:lnTo>
                    <a:pt x="47541" y="1639"/>
                  </a:lnTo>
                  <a:lnTo>
                    <a:pt x="47541" y="0"/>
                  </a:lnTo>
                  <a:lnTo>
                    <a:pt x="50820" y="3279"/>
                  </a:lnTo>
                  <a:lnTo>
                    <a:pt x="54099" y="6557"/>
                  </a:lnTo>
                  <a:lnTo>
                    <a:pt x="57377" y="9836"/>
                  </a:lnTo>
                  <a:lnTo>
                    <a:pt x="60656" y="14754"/>
                  </a:lnTo>
                  <a:lnTo>
                    <a:pt x="62296" y="14754"/>
                  </a:lnTo>
                  <a:lnTo>
                    <a:pt x="65573" y="19672"/>
                  </a:lnTo>
                  <a:lnTo>
                    <a:pt x="68852" y="22951"/>
                  </a:lnTo>
                  <a:lnTo>
                    <a:pt x="72131" y="26229"/>
                  </a:lnTo>
                  <a:lnTo>
                    <a:pt x="77049" y="29508"/>
                  </a:lnTo>
                  <a:lnTo>
                    <a:pt x="80328" y="32787"/>
                  </a:lnTo>
                  <a:lnTo>
                    <a:pt x="83607" y="36065"/>
                  </a:lnTo>
                  <a:lnTo>
                    <a:pt x="88525" y="39344"/>
                  </a:lnTo>
                  <a:lnTo>
                    <a:pt x="91803" y="42623"/>
                  </a:lnTo>
                  <a:lnTo>
                    <a:pt x="95082" y="45901"/>
                  </a:lnTo>
                  <a:lnTo>
                    <a:pt x="98360" y="49180"/>
                  </a:lnTo>
                  <a:lnTo>
                    <a:pt x="101639" y="52459"/>
                  </a:lnTo>
                  <a:lnTo>
                    <a:pt x="103279" y="54098"/>
                  </a:lnTo>
                  <a:lnTo>
                    <a:pt x="106557" y="57377"/>
                  </a:lnTo>
                  <a:lnTo>
                    <a:pt x="111476" y="60655"/>
                  </a:lnTo>
                  <a:lnTo>
                    <a:pt x="113115" y="65573"/>
                  </a:lnTo>
                  <a:lnTo>
                    <a:pt x="113115" y="65573"/>
                  </a:lnTo>
                  <a:lnTo>
                    <a:pt x="116394" y="68852"/>
                  </a:lnTo>
                  <a:lnTo>
                    <a:pt x="118032" y="72131"/>
                  </a:lnTo>
                  <a:lnTo>
                    <a:pt x="119672" y="75410"/>
                  </a:lnTo>
                  <a:lnTo>
                    <a:pt x="122950" y="80327"/>
                  </a:lnTo>
                  <a:lnTo>
                    <a:pt x="124590" y="83606"/>
                  </a:lnTo>
                  <a:lnTo>
                    <a:pt x="124590" y="88524"/>
                  </a:lnTo>
                  <a:lnTo>
                    <a:pt x="126229" y="91803"/>
                  </a:lnTo>
                  <a:lnTo>
                    <a:pt x="129508" y="95082"/>
                  </a:lnTo>
                  <a:lnTo>
                    <a:pt x="129508" y="98360"/>
                  </a:lnTo>
                  <a:lnTo>
                    <a:pt x="129508" y="103278"/>
                  </a:lnTo>
                  <a:lnTo>
                    <a:pt x="131147" y="106557"/>
                  </a:lnTo>
                  <a:lnTo>
                    <a:pt x="134426" y="109836"/>
                  </a:lnTo>
                  <a:lnTo>
                    <a:pt x="134426" y="113114"/>
                  </a:lnTo>
                  <a:lnTo>
                    <a:pt x="137705" y="116393"/>
                  </a:lnTo>
                  <a:lnTo>
                    <a:pt x="140984" y="113114"/>
                  </a:lnTo>
                  <a:lnTo>
                    <a:pt x="142623" y="116393"/>
                  </a:lnTo>
                  <a:lnTo>
                    <a:pt x="142623" y="119672"/>
                  </a:lnTo>
                  <a:lnTo>
                    <a:pt x="144262" y="122950"/>
                  </a:lnTo>
                  <a:lnTo>
                    <a:pt x="144262" y="127868"/>
                  </a:lnTo>
                  <a:lnTo>
                    <a:pt x="144262" y="131147"/>
                  </a:lnTo>
                  <a:lnTo>
                    <a:pt x="145901" y="134426"/>
                  </a:lnTo>
                  <a:lnTo>
                    <a:pt x="145901" y="139344"/>
                  </a:lnTo>
                  <a:lnTo>
                    <a:pt x="142623" y="136065"/>
                  </a:lnTo>
                  <a:lnTo>
                    <a:pt x="144262" y="139344"/>
                  </a:lnTo>
                  <a:lnTo>
                    <a:pt x="145901" y="144262"/>
                  </a:lnTo>
                  <a:lnTo>
                    <a:pt x="144262" y="147540"/>
                  </a:lnTo>
                  <a:lnTo>
                    <a:pt x="144262" y="150819"/>
                  </a:lnTo>
                  <a:lnTo>
                    <a:pt x="140984" y="155737"/>
                  </a:lnTo>
                  <a:lnTo>
                    <a:pt x="137705" y="157376"/>
                  </a:lnTo>
                  <a:lnTo>
                    <a:pt x="136066" y="154098"/>
                  </a:lnTo>
                  <a:lnTo>
                    <a:pt x="136066" y="154098"/>
                  </a:lnTo>
                  <a:lnTo>
                    <a:pt x="134426" y="154098"/>
                  </a:lnTo>
                  <a:lnTo>
                    <a:pt x="132787" y="155737"/>
                  </a:lnTo>
                  <a:lnTo>
                    <a:pt x="127869" y="155737"/>
                  </a:lnTo>
                  <a:lnTo>
                    <a:pt x="124590" y="154098"/>
                  </a:lnTo>
                  <a:lnTo>
                    <a:pt x="121311" y="152458"/>
                  </a:lnTo>
                  <a:lnTo>
                    <a:pt x="121311" y="155737"/>
                  </a:lnTo>
                  <a:lnTo>
                    <a:pt x="118032" y="155737"/>
                  </a:lnTo>
                  <a:lnTo>
                    <a:pt x="116394" y="159016"/>
                  </a:lnTo>
                  <a:lnTo>
                    <a:pt x="119672" y="159016"/>
                  </a:lnTo>
                  <a:lnTo>
                    <a:pt x="119672" y="162294"/>
                  </a:lnTo>
                  <a:lnTo>
                    <a:pt x="121311" y="165573"/>
                  </a:lnTo>
                  <a:lnTo>
                    <a:pt x="121311" y="167212"/>
                  </a:lnTo>
                  <a:lnTo>
                    <a:pt x="119672" y="165573"/>
                  </a:lnTo>
                  <a:lnTo>
                    <a:pt x="116394" y="162294"/>
                  </a:lnTo>
                  <a:lnTo>
                    <a:pt x="113115" y="162294"/>
                  </a:lnTo>
                  <a:lnTo>
                    <a:pt x="108197" y="163934"/>
                  </a:lnTo>
                  <a:lnTo>
                    <a:pt x="104918" y="160655"/>
                  </a:lnTo>
                  <a:lnTo>
                    <a:pt x="103279" y="155737"/>
                  </a:lnTo>
                  <a:lnTo>
                    <a:pt x="103279" y="160655"/>
                  </a:lnTo>
                  <a:lnTo>
                    <a:pt x="98360" y="162294"/>
                  </a:lnTo>
                  <a:lnTo>
                    <a:pt x="95082" y="160655"/>
                  </a:lnTo>
                  <a:lnTo>
                    <a:pt x="93442" y="162294"/>
                  </a:lnTo>
                  <a:lnTo>
                    <a:pt x="90164" y="165573"/>
                  </a:lnTo>
                  <a:lnTo>
                    <a:pt x="93442" y="167212"/>
                  </a:lnTo>
                  <a:lnTo>
                    <a:pt x="98360" y="168852"/>
                  </a:lnTo>
                  <a:lnTo>
                    <a:pt x="98360" y="172130"/>
                  </a:lnTo>
                  <a:lnTo>
                    <a:pt x="95082" y="172130"/>
                  </a:lnTo>
                  <a:lnTo>
                    <a:pt x="95082" y="177048"/>
                  </a:lnTo>
                  <a:lnTo>
                    <a:pt x="91803" y="172130"/>
                  </a:lnTo>
                  <a:lnTo>
                    <a:pt x="90164" y="168852"/>
                  </a:lnTo>
                  <a:lnTo>
                    <a:pt x="86886" y="165573"/>
                  </a:lnTo>
                  <a:lnTo>
                    <a:pt x="86886" y="167212"/>
                  </a:lnTo>
                  <a:lnTo>
                    <a:pt x="83607" y="170491"/>
                  </a:lnTo>
                  <a:lnTo>
                    <a:pt x="86886" y="173770"/>
                  </a:lnTo>
                  <a:lnTo>
                    <a:pt x="91803" y="177048"/>
                  </a:lnTo>
                  <a:lnTo>
                    <a:pt x="91803" y="178688"/>
                  </a:lnTo>
                  <a:lnTo>
                    <a:pt x="90164" y="178688"/>
                  </a:lnTo>
                  <a:lnTo>
                    <a:pt x="86886" y="178688"/>
                  </a:lnTo>
                  <a:lnTo>
                    <a:pt x="90164" y="180327"/>
                  </a:lnTo>
                  <a:lnTo>
                    <a:pt x="86886" y="183606"/>
                  </a:lnTo>
                  <a:lnTo>
                    <a:pt x="83607" y="180327"/>
                  </a:lnTo>
                  <a:lnTo>
                    <a:pt x="80328" y="177048"/>
                  </a:lnTo>
                  <a:lnTo>
                    <a:pt x="81967" y="178688"/>
                  </a:lnTo>
                  <a:lnTo>
                    <a:pt x="83607" y="175409"/>
                  </a:lnTo>
                  <a:lnTo>
                    <a:pt x="83607" y="170491"/>
                  </a:lnTo>
                  <a:lnTo>
                    <a:pt x="80328" y="170491"/>
                  </a:lnTo>
                  <a:lnTo>
                    <a:pt x="77049" y="173770"/>
                  </a:lnTo>
                  <a:lnTo>
                    <a:pt x="73770" y="177048"/>
                  </a:lnTo>
                  <a:lnTo>
                    <a:pt x="73770" y="181966"/>
                  </a:lnTo>
                  <a:lnTo>
                    <a:pt x="72131" y="185245"/>
                  </a:lnTo>
                  <a:lnTo>
                    <a:pt x="68852" y="183606"/>
                  </a:lnTo>
                  <a:lnTo>
                    <a:pt x="65573" y="180327"/>
                  </a:lnTo>
                  <a:lnTo>
                    <a:pt x="65573" y="183606"/>
                  </a:lnTo>
                  <a:lnTo>
                    <a:pt x="63935" y="186884"/>
                  </a:lnTo>
                  <a:lnTo>
                    <a:pt x="62296" y="190163"/>
                  </a:lnTo>
                  <a:lnTo>
                    <a:pt x="59017" y="188524"/>
                  </a:lnTo>
                  <a:lnTo>
                    <a:pt x="57377" y="185245"/>
                  </a:lnTo>
                  <a:lnTo>
                    <a:pt x="57377" y="180327"/>
                  </a:lnTo>
                  <a:lnTo>
                    <a:pt x="54099" y="180327"/>
                  </a:lnTo>
                  <a:lnTo>
                    <a:pt x="50820" y="178688"/>
                  </a:lnTo>
                  <a:lnTo>
                    <a:pt x="45902" y="175409"/>
                  </a:lnTo>
                  <a:lnTo>
                    <a:pt x="47541" y="172130"/>
                  </a:lnTo>
                  <a:lnTo>
                    <a:pt x="49180" y="175409"/>
                  </a:lnTo>
                  <a:lnTo>
                    <a:pt x="54099" y="177048"/>
                  </a:lnTo>
                  <a:lnTo>
                    <a:pt x="52459" y="173770"/>
                  </a:lnTo>
                  <a:lnTo>
                    <a:pt x="55738" y="173770"/>
                  </a:lnTo>
                  <a:lnTo>
                    <a:pt x="52459" y="172130"/>
                  </a:lnTo>
                  <a:lnTo>
                    <a:pt x="47541" y="170491"/>
                  </a:lnTo>
                  <a:lnTo>
                    <a:pt x="52459" y="170491"/>
                  </a:lnTo>
                  <a:lnTo>
                    <a:pt x="55738" y="167212"/>
                  </a:lnTo>
                  <a:lnTo>
                    <a:pt x="50820" y="163934"/>
                  </a:lnTo>
                  <a:lnTo>
                    <a:pt x="50820" y="168852"/>
                  </a:lnTo>
                  <a:lnTo>
                    <a:pt x="47541" y="168852"/>
                  </a:lnTo>
                  <a:lnTo>
                    <a:pt x="45902" y="163934"/>
                  </a:lnTo>
                  <a:lnTo>
                    <a:pt x="42623" y="160655"/>
                  </a:lnTo>
                  <a:lnTo>
                    <a:pt x="40983" y="157376"/>
                  </a:lnTo>
                  <a:lnTo>
                    <a:pt x="37706" y="154098"/>
                  </a:lnTo>
                  <a:lnTo>
                    <a:pt x="40983" y="155737"/>
                  </a:lnTo>
                  <a:lnTo>
                    <a:pt x="44262" y="155737"/>
                  </a:lnTo>
                  <a:lnTo>
                    <a:pt x="40983" y="152458"/>
                  </a:lnTo>
                  <a:lnTo>
                    <a:pt x="39344" y="147540"/>
                  </a:lnTo>
                  <a:lnTo>
                    <a:pt x="40983" y="144262"/>
                  </a:lnTo>
                  <a:lnTo>
                    <a:pt x="39344" y="140983"/>
                  </a:lnTo>
                  <a:lnTo>
                    <a:pt x="39344" y="140983"/>
                  </a:lnTo>
                  <a:lnTo>
                    <a:pt x="40983" y="136065"/>
                  </a:lnTo>
                  <a:lnTo>
                    <a:pt x="44262" y="134426"/>
                  </a:lnTo>
                  <a:lnTo>
                    <a:pt x="40983" y="134426"/>
                  </a:lnTo>
                  <a:lnTo>
                    <a:pt x="36066" y="132786"/>
                  </a:lnTo>
                  <a:lnTo>
                    <a:pt x="39344" y="129508"/>
                  </a:lnTo>
                  <a:lnTo>
                    <a:pt x="42623" y="127868"/>
                  </a:lnTo>
                  <a:lnTo>
                    <a:pt x="42623" y="122950"/>
                  </a:lnTo>
                  <a:lnTo>
                    <a:pt x="44262" y="119672"/>
                  </a:lnTo>
                  <a:lnTo>
                    <a:pt x="40983" y="119672"/>
                  </a:lnTo>
                  <a:lnTo>
                    <a:pt x="36066" y="119672"/>
                  </a:lnTo>
                  <a:lnTo>
                    <a:pt x="39344" y="116393"/>
                  </a:lnTo>
                  <a:lnTo>
                    <a:pt x="42623" y="113114"/>
                  </a:lnTo>
                  <a:lnTo>
                    <a:pt x="39344" y="114754"/>
                  </a:lnTo>
                  <a:lnTo>
                    <a:pt x="36066" y="113114"/>
                  </a:lnTo>
                  <a:lnTo>
                    <a:pt x="32787" y="109836"/>
                  </a:lnTo>
                  <a:lnTo>
                    <a:pt x="27869" y="109836"/>
                  </a:lnTo>
                  <a:lnTo>
                    <a:pt x="27869" y="106557"/>
                  </a:lnTo>
                  <a:lnTo>
                    <a:pt x="27869" y="103278"/>
                  </a:lnTo>
                  <a:lnTo>
                    <a:pt x="24590" y="98360"/>
                  </a:lnTo>
                  <a:lnTo>
                    <a:pt x="26230" y="95082"/>
                  </a:lnTo>
                  <a:lnTo>
                    <a:pt x="26230" y="95082"/>
                  </a:lnTo>
                  <a:lnTo>
                    <a:pt x="26230" y="95082"/>
                  </a:lnTo>
                  <a:lnTo>
                    <a:pt x="22951" y="95082"/>
                  </a:lnTo>
                  <a:lnTo>
                    <a:pt x="19672" y="91803"/>
                  </a:lnTo>
                  <a:lnTo>
                    <a:pt x="19672" y="88524"/>
                  </a:lnTo>
                  <a:lnTo>
                    <a:pt x="16393" y="85245"/>
                  </a:lnTo>
                  <a:lnTo>
                    <a:pt x="13115" y="83606"/>
                  </a:lnTo>
                  <a:lnTo>
                    <a:pt x="13115" y="88524"/>
                  </a:lnTo>
                  <a:lnTo>
                    <a:pt x="9837" y="83606"/>
                  </a:lnTo>
                  <a:lnTo>
                    <a:pt x="9837" y="83606"/>
                  </a:lnTo>
                  <a:lnTo>
                    <a:pt x="8197" y="85245"/>
                  </a:lnTo>
                  <a:lnTo>
                    <a:pt x="4919" y="81967"/>
                  </a:lnTo>
                  <a:lnTo>
                    <a:pt x="3279" y="78688"/>
                  </a:lnTo>
                  <a:lnTo>
                    <a:pt x="6558" y="77049"/>
                  </a:lnTo>
                  <a:lnTo>
                    <a:pt x="4919" y="73770"/>
                  </a:lnTo>
                  <a:lnTo>
                    <a:pt x="8197" y="77049"/>
                  </a:lnTo>
                  <a:lnTo>
                    <a:pt x="8197" y="73770"/>
                  </a:lnTo>
                  <a:lnTo>
                    <a:pt x="11476" y="73770"/>
                  </a:lnTo>
                  <a:lnTo>
                    <a:pt x="13115" y="77049"/>
                  </a:lnTo>
                  <a:lnTo>
                    <a:pt x="14754" y="73770"/>
                  </a:lnTo>
                  <a:lnTo>
                    <a:pt x="13115" y="70492"/>
                  </a:lnTo>
                  <a:lnTo>
                    <a:pt x="16393" y="72131"/>
                  </a:lnTo>
                  <a:lnTo>
                    <a:pt x="19672" y="72131"/>
                  </a:lnTo>
                  <a:lnTo>
                    <a:pt x="24590" y="73770"/>
                  </a:lnTo>
                  <a:lnTo>
                    <a:pt x="26230" y="77049"/>
                  </a:lnTo>
                  <a:lnTo>
                    <a:pt x="29509" y="81967"/>
                  </a:lnTo>
                  <a:lnTo>
                    <a:pt x="27869" y="78688"/>
                  </a:lnTo>
                  <a:lnTo>
                    <a:pt x="31148" y="75410"/>
                  </a:lnTo>
                  <a:lnTo>
                    <a:pt x="31148" y="73770"/>
                  </a:lnTo>
                  <a:lnTo>
                    <a:pt x="27869" y="73770"/>
                  </a:lnTo>
                  <a:lnTo>
                    <a:pt x="24590" y="72131"/>
                  </a:lnTo>
                  <a:lnTo>
                    <a:pt x="24590" y="68852"/>
                  </a:lnTo>
                  <a:lnTo>
                    <a:pt x="21312" y="70492"/>
                  </a:lnTo>
                  <a:lnTo>
                    <a:pt x="21312" y="65573"/>
                  </a:lnTo>
                  <a:lnTo>
                    <a:pt x="18033" y="65573"/>
                  </a:lnTo>
                  <a:lnTo>
                    <a:pt x="14754" y="63934"/>
                  </a:lnTo>
                  <a:lnTo>
                    <a:pt x="16393" y="60655"/>
                  </a:lnTo>
                  <a:lnTo>
                    <a:pt x="21312" y="60655"/>
                  </a:lnTo>
                  <a:lnTo>
                    <a:pt x="16393" y="57377"/>
                  </a:lnTo>
                  <a:lnTo>
                    <a:pt x="13115" y="54098"/>
                  </a:lnTo>
                  <a:lnTo>
                    <a:pt x="11476" y="54098"/>
                  </a:lnTo>
                  <a:lnTo>
                    <a:pt x="8197" y="50820"/>
                  </a:lnTo>
                  <a:lnTo>
                    <a:pt x="6558" y="45901"/>
                  </a:lnTo>
                  <a:lnTo>
                    <a:pt x="6558" y="45901"/>
                  </a:lnTo>
                  <a:lnTo>
                    <a:pt x="3279" y="44262"/>
                  </a:lnTo>
                  <a:lnTo>
                    <a:pt x="0" y="3934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11" name="Freeform 3810">
              <a:extLst>
                <a:ext uri="{FF2B5EF4-FFF2-40B4-BE49-F238E27FC236}">
                  <a16:creationId xmlns:a16="http://schemas.microsoft.com/office/drawing/2014/main" id="{AF95713B-262F-A546-B24E-1E56F5A63C86}"/>
                </a:ext>
              </a:extLst>
            </p:cNvPr>
            <p:cNvSpPr/>
            <p:nvPr/>
          </p:nvSpPr>
          <p:spPr>
            <a:xfrm>
              <a:off x="11732039" y="4770631"/>
              <a:ext cx="22951" cy="40983"/>
            </a:xfrm>
            <a:custGeom>
              <a:avLst/>
              <a:gdLst>
                <a:gd name="connsiteX0" fmla="*/ 21311 w 22951"/>
                <a:gd name="connsiteY0" fmla="*/ 19672 h 40983"/>
                <a:gd name="connsiteX1" fmla="*/ 19672 w 22951"/>
                <a:gd name="connsiteY1" fmla="*/ 18033 h 40983"/>
                <a:gd name="connsiteX2" fmla="*/ 19672 w 22951"/>
                <a:gd name="connsiteY2" fmla="*/ 14754 h 40983"/>
                <a:gd name="connsiteX3" fmla="*/ 21311 w 22951"/>
                <a:gd name="connsiteY3" fmla="*/ 9836 h 40983"/>
                <a:gd name="connsiteX4" fmla="*/ 16393 w 22951"/>
                <a:gd name="connsiteY4" fmla="*/ 13114 h 40983"/>
                <a:gd name="connsiteX5" fmla="*/ 16393 w 22951"/>
                <a:gd name="connsiteY5" fmla="*/ 16393 h 40983"/>
                <a:gd name="connsiteX6" fmla="*/ 13114 w 22951"/>
                <a:gd name="connsiteY6" fmla="*/ 21311 h 40983"/>
                <a:gd name="connsiteX7" fmla="*/ 9837 w 22951"/>
                <a:gd name="connsiteY7" fmla="*/ 19672 h 40983"/>
                <a:gd name="connsiteX8" fmla="*/ 9837 w 22951"/>
                <a:gd name="connsiteY8" fmla="*/ 16393 h 40983"/>
                <a:gd name="connsiteX9" fmla="*/ 9837 w 22951"/>
                <a:gd name="connsiteY9" fmla="*/ 13114 h 40983"/>
                <a:gd name="connsiteX10" fmla="*/ 9837 w 22951"/>
                <a:gd name="connsiteY10" fmla="*/ 8197 h 40983"/>
                <a:gd name="connsiteX11" fmla="*/ 8197 w 22951"/>
                <a:gd name="connsiteY11" fmla="*/ 4918 h 40983"/>
                <a:gd name="connsiteX12" fmla="*/ 6558 w 22951"/>
                <a:gd name="connsiteY12" fmla="*/ 1639 h 40983"/>
                <a:gd name="connsiteX13" fmla="*/ 3279 w 22951"/>
                <a:gd name="connsiteY13" fmla="*/ 0 h 40983"/>
                <a:gd name="connsiteX14" fmla="*/ 1640 w 22951"/>
                <a:gd name="connsiteY14" fmla="*/ 3279 h 40983"/>
                <a:gd name="connsiteX15" fmla="*/ 1640 w 22951"/>
                <a:gd name="connsiteY15" fmla="*/ 8197 h 40983"/>
                <a:gd name="connsiteX16" fmla="*/ 1640 w 22951"/>
                <a:gd name="connsiteY16" fmla="*/ 11476 h 40983"/>
                <a:gd name="connsiteX17" fmla="*/ 3279 w 22951"/>
                <a:gd name="connsiteY17" fmla="*/ 14754 h 40983"/>
                <a:gd name="connsiteX18" fmla="*/ 1640 w 22951"/>
                <a:gd name="connsiteY18" fmla="*/ 19672 h 40983"/>
                <a:gd name="connsiteX19" fmla="*/ 3279 w 22951"/>
                <a:gd name="connsiteY19" fmla="*/ 22951 h 40983"/>
                <a:gd name="connsiteX20" fmla="*/ 1640 w 22951"/>
                <a:gd name="connsiteY20" fmla="*/ 26229 h 40983"/>
                <a:gd name="connsiteX21" fmla="*/ 0 w 22951"/>
                <a:gd name="connsiteY21" fmla="*/ 31147 h 40983"/>
                <a:gd name="connsiteX22" fmla="*/ 1640 w 22951"/>
                <a:gd name="connsiteY22" fmla="*/ 34426 h 40983"/>
                <a:gd name="connsiteX23" fmla="*/ 3279 w 22951"/>
                <a:gd name="connsiteY23" fmla="*/ 37705 h 40983"/>
                <a:gd name="connsiteX24" fmla="*/ 3279 w 22951"/>
                <a:gd name="connsiteY24" fmla="*/ 40983 h 40983"/>
                <a:gd name="connsiteX25" fmla="*/ 6558 w 22951"/>
                <a:gd name="connsiteY25" fmla="*/ 40983 h 40983"/>
                <a:gd name="connsiteX26" fmla="*/ 11476 w 22951"/>
                <a:gd name="connsiteY26" fmla="*/ 39344 h 40983"/>
                <a:gd name="connsiteX27" fmla="*/ 14754 w 22951"/>
                <a:gd name="connsiteY27" fmla="*/ 39344 h 40983"/>
                <a:gd name="connsiteX28" fmla="*/ 18033 w 22951"/>
                <a:gd name="connsiteY28" fmla="*/ 37705 h 40983"/>
                <a:gd name="connsiteX29" fmla="*/ 21311 w 22951"/>
                <a:gd name="connsiteY29" fmla="*/ 34426 h 40983"/>
                <a:gd name="connsiteX30" fmla="*/ 21311 w 22951"/>
                <a:gd name="connsiteY30" fmla="*/ 31147 h 40983"/>
                <a:gd name="connsiteX31" fmla="*/ 22951 w 22951"/>
                <a:gd name="connsiteY31" fmla="*/ 26229 h 40983"/>
                <a:gd name="connsiteX32" fmla="*/ 22951 w 22951"/>
                <a:gd name="connsiteY32" fmla="*/ 22951 h 4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2951" h="40983">
                  <a:moveTo>
                    <a:pt x="21311" y="19672"/>
                  </a:moveTo>
                  <a:lnTo>
                    <a:pt x="19672" y="18033"/>
                  </a:lnTo>
                  <a:lnTo>
                    <a:pt x="19672" y="14754"/>
                  </a:lnTo>
                  <a:lnTo>
                    <a:pt x="21311" y="9836"/>
                  </a:lnTo>
                  <a:lnTo>
                    <a:pt x="16393" y="13114"/>
                  </a:lnTo>
                  <a:lnTo>
                    <a:pt x="16393" y="16393"/>
                  </a:lnTo>
                  <a:lnTo>
                    <a:pt x="13114" y="21311"/>
                  </a:lnTo>
                  <a:lnTo>
                    <a:pt x="9837" y="19672"/>
                  </a:lnTo>
                  <a:lnTo>
                    <a:pt x="9837" y="16393"/>
                  </a:lnTo>
                  <a:lnTo>
                    <a:pt x="9837" y="13114"/>
                  </a:lnTo>
                  <a:lnTo>
                    <a:pt x="9837" y="8197"/>
                  </a:lnTo>
                  <a:lnTo>
                    <a:pt x="8197" y="4918"/>
                  </a:lnTo>
                  <a:lnTo>
                    <a:pt x="6558" y="1639"/>
                  </a:lnTo>
                  <a:lnTo>
                    <a:pt x="3279" y="0"/>
                  </a:lnTo>
                  <a:lnTo>
                    <a:pt x="1640" y="3279"/>
                  </a:lnTo>
                  <a:lnTo>
                    <a:pt x="1640" y="8197"/>
                  </a:lnTo>
                  <a:lnTo>
                    <a:pt x="1640" y="11476"/>
                  </a:lnTo>
                  <a:lnTo>
                    <a:pt x="3279" y="14754"/>
                  </a:lnTo>
                  <a:lnTo>
                    <a:pt x="1640" y="19672"/>
                  </a:lnTo>
                  <a:lnTo>
                    <a:pt x="3279" y="22951"/>
                  </a:lnTo>
                  <a:lnTo>
                    <a:pt x="1640" y="26229"/>
                  </a:lnTo>
                  <a:lnTo>
                    <a:pt x="0" y="31147"/>
                  </a:lnTo>
                  <a:lnTo>
                    <a:pt x="1640" y="34426"/>
                  </a:lnTo>
                  <a:lnTo>
                    <a:pt x="3279" y="37705"/>
                  </a:lnTo>
                  <a:lnTo>
                    <a:pt x="3279" y="40983"/>
                  </a:lnTo>
                  <a:lnTo>
                    <a:pt x="6558" y="40983"/>
                  </a:lnTo>
                  <a:lnTo>
                    <a:pt x="11476" y="39344"/>
                  </a:lnTo>
                  <a:lnTo>
                    <a:pt x="14754" y="39344"/>
                  </a:lnTo>
                  <a:lnTo>
                    <a:pt x="18033" y="37705"/>
                  </a:lnTo>
                  <a:lnTo>
                    <a:pt x="21311" y="34426"/>
                  </a:lnTo>
                  <a:lnTo>
                    <a:pt x="21311" y="31147"/>
                  </a:lnTo>
                  <a:lnTo>
                    <a:pt x="22951" y="26229"/>
                  </a:lnTo>
                  <a:lnTo>
                    <a:pt x="22951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12" name="Freeform 3811">
              <a:extLst>
                <a:ext uri="{FF2B5EF4-FFF2-40B4-BE49-F238E27FC236}">
                  <a16:creationId xmlns:a16="http://schemas.microsoft.com/office/drawing/2014/main" id="{6AB0C9E9-70FD-4046-988B-4A75CBDE374E}"/>
                </a:ext>
              </a:extLst>
            </p:cNvPr>
            <p:cNvSpPr/>
            <p:nvPr/>
          </p:nvSpPr>
          <p:spPr>
            <a:xfrm>
              <a:off x="11746793" y="4700140"/>
              <a:ext cx="16393" cy="3278"/>
            </a:xfrm>
            <a:custGeom>
              <a:avLst/>
              <a:gdLst>
                <a:gd name="connsiteX0" fmla="*/ 0 w 16393"/>
                <a:gd name="connsiteY0" fmla="*/ 3278 h 3278"/>
                <a:gd name="connsiteX1" fmla="*/ 0 w 16393"/>
                <a:gd name="connsiteY1" fmla="*/ 0 h 3278"/>
                <a:gd name="connsiteX2" fmla="*/ 0 w 16393"/>
                <a:gd name="connsiteY2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3278">
                  <a:moveTo>
                    <a:pt x="0" y="3278"/>
                  </a:moveTo>
                  <a:lnTo>
                    <a:pt x="0" y="0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13" name="Freeform 3812">
              <a:extLst>
                <a:ext uri="{FF2B5EF4-FFF2-40B4-BE49-F238E27FC236}">
                  <a16:creationId xmlns:a16="http://schemas.microsoft.com/office/drawing/2014/main" id="{C1B028D5-6B88-F545-954E-7808831E88B5}"/>
                </a:ext>
              </a:extLst>
            </p:cNvPr>
            <p:cNvSpPr/>
            <p:nvPr/>
          </p:nvSpPr>
          <p:spPr>
            <a:xfrm>
              <a:off x="11746793" y="4823090"/>
              <a:ext cx="22950" cy="31147"/>
            </a:xfrm>
            <a:custGeom>
              <a:avLst/>
              <a:gdLst>
                <a:gd name="connsiteX0" fmla="*/ 8197 w 22950"/>
                <a:gd name="connsiteY0" fmla="*/ 31147 h 31147"/>
                <a:gd name="connsiteX1" fmla="*/ 13114 w 22950"/>
                <a:gd name="connsiteY1" fmla="*/ 29508 h 31147"/>
                <a:gd name="connsiteX2" fmla="*/ 16393 w 22950"/>
                <a:gd name="connsiteY2" fmla="*/ 27868 h 31147"/>
                <a:gd name="connsiteX3" fmla="*/ 19672 w 22950"/>
                <a:gd name="connsiteY3" fmla="*/ 29508 h 31147"/>
                <a:gd name="connsiteX4" fmla="*/ 22950 w 22950"/>
                <a:gd name="connsiteY4" fmla="*/ 24590 h 31147"/>
                <a:gd name="connsiteX5" fmla="*/ 21311 w 22950"/>
                <a:gd name="connsiteY5" fmla="*/ 21311 h 31147"/>
                <a:gd name="connsiteX6" fmla="*/ 19672 w 22950"/>
                <a:gd name="connsiteY6" fmla="*/ 16393 h 31147"/>
                <a:gd name="connsiteX7" fmla="*/ 14753 w 22950"/>
                <a:gd name="connsiteY7" fmla="*/ 14754 h 31147"/>
                <a:gd name="connsiteX8" fmla="*/ 13114 w 22950"/>
                <a:gd name="connsiteY8" fmla="*/ 11475 h 31147"/>
                <a:gd name="connsiteX9" fmla="*/ 9836 w 22950"/>
                <a:gd name="connsiteY9" fmla="*/ 8197 h 31147"/>
                <a:gd name="connsiteX10" fmla="*/ 9836 w 22950"/>
                <a:gd name="connsiteY10" fmla="*/ 3278 h 31147"/>
                <a:gd name="connsiteX11" fmla="*/ 6557 w 22950"/>
                <a:gd name="connsiteY11" fmla="*/ 0 h 31147"/>
                <a:gd name="connsiteX12" fmla="*/ 3279 w 22950"/>
                <a:gd name="connsiteY12" fmla="*/ 1639 h 31147"/>
                <a:gd name="connsiteX13" fmla="*/ 1639 w 22950"/>
                <a:gd name="connsiteY13" fmla="*/ 4918 h 31147"/>
                <a:gd name="connsiteX14" fmla="*/ 0 w 22950"/>
                <a:gd name="connsiteY14" fmla="*/ 8197 h 31147"/>
                <a:gd name="connsiteX15" fmla="*/ 1639 w 22950"/>
                <a:gd name="connsiteY15" fmla="*/ 13114 h 31147"/>
                <a:gd name="connsiteX16" fmla="*/ 6557 w 22950"/>
                <a:gd name="connsiteY16" fmla="*/ 11475 h 31147"/>
                <a:gd name="connsiteX17" fmla="*/ 8197 w 22950"/>
                <a:gd name="connsiteY17" fmla="*/ 14754 h 31147"/>
                <a:gd name="connsiteX18" fmla="*/ 6557 w 22950"/>
                <a:gd name="connsiteY18" fmla="*/ 18032 h 31147"/>
                <a:gd name="connsiteX19" fmla="*/ 6557 w 22950"/>
                <a:gd name="connsiteY19" fmla="*/ 22951 h 31147"/>
                <a:gd name="connsiteX20" fmla="*/ 8197 w 22950"/>
                <a:gd name="connsiteY20" fmla="*/ 26229 h 31147"/>
                <a:gd name="connsiteX21" fmla="*/ 6557 w 22950"/>
                <a:gd name="connsiteY21" fmla="*/ 29508 h 3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950" h="31147">
                  <a:moveTo>
                    <a:pt x="8197" y="31147"/>
                  </a:moveTo>
                  <a:lnTo>
                    <a:pt x="13114" y="29508"/>
                  </a:lnTo>
                  <a:lnTo>
                    <a:pt x="16393" y="27868"/>
                  </a:lnTo>
                  <a:lnTo>
                    <a:pt x="19672" y="29508"/>
                  </a:lnTo>
                  <a:lnTo>
                    <a:pt x="22950" y="24590"/>
                  </a:lnTo>
                  <a:lnTo>
                    <a:pt x="21311" y="21311"/>
                  </a:lnTo>
                  <a:lnTo>
                    <a:pt x="19672" y="16393"/>
                  </a:lnTo>
                  <a:lnTo>
                    <a:pt x="14753" y="14754"/>
                  </a:lnTo>
                  <a:lnTo>
                    <a:pt x="13114" y="11475"/>
                  </a:lnTo>
                  <a:lnTo>
                    <a:pt x="9836" y="8197"/>
                  </a:lnTo>
                  <a:lnTo>
                    <a:pt x="9836" y="3278"/>
                  </a:lnTo>
                  <a:lnTo>
                    <a:pt x="6557" y="0"/>
                  </a:lnTo>
                  <a:lnTo>
                    <a:pt x="3279" y="1639"/>
                  </a:lnTo>
                  <a:lnTo>
                    <a:pt x="1639" y="4918"/>
                  </a:lnTo>
                  <a:lnTo>
                    <a:pt x="0" y="8197"/>
                  </a:lnTo>
                  <a:lnTo>
                    <a:pt x="1639" y="13114"/>
                  </a:lnTo>
                  <a:lnTo>
                    <a:pt x="6557" y="11475"/>
                  </a:lnTo>
                  <a:lnTo>
                    <a:pt x="8197" y="14754"/>
                  </a:lnTo>
                  <a:lnTo>
                    <a:pt x="6557" y="18032"/>
                  </a:lnTo>
                  <a:lnTo>
                    <a:pt x="6557" y="22951"/>
                  </a:lnTo>
                  <a:lnTo>
                    <a:pt x="8197" y="26229"/>
                  </a:lnTo>
                  <a:lnTo>
                    <a:pt x="6557" y="2950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14" name="Freeform 3813">
              <a:extLst>
                <a:ext uri="{FF2B5EF4-FFF2-40B4-BE49-F238E27FC236}">
                  <a16:creationId xmlns:a16="http://schemas.microsoft.com/office/drawing/2014/main" id="{1645087A-92BB-B14F-83BB-3E575BFFBD6A}"/>
                </a:ext>
              </a:extLst>
            </p:cNvPr>
            <p:cNvSpPr/>
            <p:nvPr/>
          </p:nvSpPr>
          <p:spPr>
            <a:xfrm>
              <a:off x="11746793" y="4811615"/>
              <a:ext cx="6556" cy="6557"/>
            </a:xfrm>
            <a:custGeom>
              <a:avLst/>
              <a:gdLst>
                <a:gd name="connsiteX0" fmla="*/ 4918 w 6556"/>
                <a:gd name="connsiteY0" fmla="*/ 6557 h 6557"/>
                <a:gd name="connsiteX1" fmla="*/ 6557 w 6556"/>
                <a:gd name="connsiteY1" fmla="*/ 4918 h 6557"/>
                <a:gd name="connsiteX2" fmla="*/ 4918 w 6556"/>
                <a:gd name="connsiteY2" fmla="*/ 0 h 6557"/>
                <a:gd name="connsiteX3" fmla="*/ 0 w 6556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6" h="6557">
                  <a:moveTo>
                    <a:pt x="4918" y="6557"/>
                  </a:moveTo>
                  <a:lnTo>
                    <a:pt x="6557" y="4918"/>
                  </a:lnTo>
                  <a:lnTo>
                    <a:pt x="491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15" name="Freeform 3814">
              <a:extLst>
                <a:ext uri="{FF2B5EF4-FFF2-40B4-BE49-F238E27FC236}">
                  <a16:creationId xmlns:a16="http://schemas.microsoft.com/office/drawing/2014/main" id="{90EB5199-5593-6041-B436-CD8F2280EA41}"/>
                </a:ext>
              </a:extLst>
            </p:cNvPr>
            <p:cNvSpPr/>
            <p:nvPr/>
          </p:nvSpPr>
          <p:spPr>
            <a:xfrm>
              <a:off x="11769744" y="4896860"/>
              <a:ext cx="16393" cy="11475"/>
            </a:xfrm>
            <a:custGeom>
              <a:avLst/>
              <a:gdLst>
                <a:gd name="connsiteX0" fmla="*/ 8197 w 16393"/>
                <a:gd name="connsiteY0" fmla="*/ 11475 h 11475"/>
                <a:gd name="connsiteX1" fmla="*/ 11476 w 16393"/>
                <a:gd name="connsiteY1" fmla="*/ 11475 h 11475"/>
                <a:gd name="connsiteX2" fmla="*/ 16393 w 16393"/>
                <a:gd name="connsiteY2" fmla="*/ 8197 h 11475"/>
                <a:gd name="connsiteX3" fmla="*/ 14754 w 16393"/>
                <a:gd name="connsiteY3" fmla="*/ 4918 h 11475"/>
                <a:gd name="connsiteX4" fmla="*/ 13115 w 16393"/>
                <a:gd name="connsiteY4" fmla="*/ 0 h 11475"/>
                <a:gd name="connsiteX5" fmla="*/ 9837 w 16393"/>
                <a:gd name="connsiteY5" fmla="*/ 0 h 11475"/>
                <a:gd name="connsiteX6" fmla="*/ 6558 w 16393"/>
                <a:gd name="connsiteY6" fmla="*/ 1639 h 11475"/>
                <a:gd name="connsiteX7" fmla="*/ 1640 w 16393"/>
                <a:gd name="connsiteY7" fmla="*/ 4918 h 11475"/>
                <a:gd name="connsiteX8" fmla="*/ 0 w 16393"/>
                <a:gd name="connsiteY8" fmla="*/ 8197 h 11475"/>
                <a:gd name="connsiteX9" fmla="*/ 4919 w 16393"/>
                <a:gd name="connsiteY9" fmla="*/ 6557 h 11475"/>
                <a:gd name="connsiteX10" fmla="*/ 3279 w 16393"/>
                <a:gd name="connsiteY10" fmla="*/ 9836 h 11475"/>
                <a:gd name="connsiteX11" fmla="*/ 6558 w 16393"/>
                <a:gd name="connsiteY11" fmla="*/ 11475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93" h="11475">
                  <a:moveTo>
                    <a:pt x="8197" y="11475"/>
                  </a:moveTo>
                  <a:lnTo>
                    <a:pt x="11476" y="11475"/>
                  </a:lnTo>
                  <a:lnTo>
                    <a:pt x="16393" y="8197"/>
                  </a:lnTo>
                  <a:lnTo>
                    <a:pt x="14754" y="4918"/>
                  </a:lnTo>
                  <a:lnTo>
                    <a:pt x="13115" y="0"/>
                  </a:lnTo>
                  <a:lnTo>
                    <a:pt x="9837" y="0"/>
                  </a:lnTo>
                  <a:lnTo>
                    <a:pt x="6558" y="1639"/>
                  </a:lnTo>
                  <a:lnTo>
                    <a:pt x="1640" y="4918"/>
                  </a:lnTo>
                  <a:lnTo>
                    <a:pt x="0" y="8197"/>
                  </a:lnTo>
                  <a:lnTo>
                    <a:pt x="4919" y="6557"/>
                  </a:lnTo>
                  <a:lnTo>
                    <a:pt x="3279" y="9836"/>
                  </a:lnTo>
                  <a:lnTo>
                    <a:pt x="6558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16" name="Freeform 3815">
              <a:extLst>
                <a:ext uri="{FF2B5EF4-FFF2-40B4-BE49-F238E27FC236}">
                  <a16:creationId xmlns:a16="http://schemas.microsoft.com/office/drawing/2014/main" id="{3D515B58-2F49-B745-A26A-8314ECA98E69}"/>
                </a:ext>
              </a:extLst>
            </p:cNvPr>
            <p:cNvSpPr/>
            <p:nvPr/>
          </p:nvSpPr>
          <p:spPr>
            <a:xfrm>
              <a:off x="11771383" y="4747681"/>
              <a:ext cx="8196" cy="6557"/>
            </a:xfrm>
            <a:custGeom>
              <a:avLst/>
              <a:gdLst>
                <a:gd name="connsiteX0" fmla="*/ 3279 w 8196"/>
                <a:gd name="connsiteY0" fmla="*/ 6557 h 6557"/>
                <a:gd name="connsiteX1" fmla="*/ 6557 w 8196"/>
                <a:gd name="connsiteY1" fmla="*/ 3278 h 6557"/>
                <a:gd name="connsiteX2" fmla="*/ 8197 w 8196"/>
                <a:gd name="connsiteY2" fmla="*/ 0 h 6557"/>
                <a:gd name="connsiteX3" fmla="*/ 3279 w 8196"/>
                <a:gd name="connsiteY3" fmla="*/ 0 h 6557"/>
                <a:gd name="connsiteX4" fmla="*/ 0 w 8196"/>
                <a:gd name="connsiteY4" fmla="*/ 3278 h 6557"/>
                <a:gd name="connsiteX5" fmla="*/ 0 w 8196"/>
                <a:gd name="connsiteY5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6557">
                  <a:moveTo>
                    <a:pt x="3279" y="6557"/>
                  </a:moveTo>
                  <a:lnTo>
                    <a:pt x="6557" y="3278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3278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17" name="Freeform 3816">
              <a:extLst>
                <a:ext uri="{FF2B5EF4-FFF2-40B4-BE49-F238E27FC236}">
                  <a16:creationId xmlns:a16="http://schemas.microsoft.com/office/drawing/2014/main" id="{9E29B279-E216-AE47-9448-6F8C3FEA8F67}"/>
                </a:ext>
              </a:extLst>
            </p:cNvPr>
            <p:cNvSpPr/>
            <p:nvPr/>
          </p:nvSpPr>
          <p:spPr>
            <a:xfrm>
              <a:off x="11773022" y="4895221"/>
              <a:ext cx="3278" cy="3278"/>
            </a:xfrm>
            <a:custGeom>
              <a:avLst/>
              <a:gdLst>
                <a:gd name="connsiteX0" fmla="*/ 0 w 3278"/>
                <a:gd name="connsiteY0" fmla="*/ 3278 h 3278"/>
                <a:gd name="connsiteX1" fmla="*/ 3279 w 3278"/>
                <a:gd name="connsiteY1" fmla="*/ 0 h 3278"/>
                <a:gd name="connsiteX2" fmla="*/ 0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3278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18" name="Freeform 3817">
              <a:extLst>
                <a:ext uri="{FF2B5EF4-FFF2-40B4-BE49-F238E27FC236}">
                  <a16:creationId xmlns:a16="http://schemas.microsoft.com/office/drawing/2014/main" id="{25CF1D45-ED11-654C-9F9A-7A7B1CF6620C}"/>
                </a:ext>
              </a:extLst>
            </p:cNvPr>
            <p:cNvSpPr/>
            <p:nvPr/>
          </p:nvSpPr>
          <p:spPr>
            <a:xfrm>
              <a:off x="11774662" y="4728008"/>
              <a:ext cx="4917" cy="9836"/>
            </a:xfrm>
            <a:custGeom>
              <a:avLst/>
              <a:gdLst>
                <a:gd name="connsiteX0" fmla="*/ 1639 w 4917"/>
                <a:gd name="connsiteY0" fmla="*/ 9836 h 9836"/>
                <a:gd name="connsiteX1" fmla="*/ 4918 w 4917"/>
                <a:gd name="connsiteY1" fmla="*/ 6557 h 9836"/>
                <a:gd name="connsiteX2" fmla="*/ 4918 w 4917"/>
                <a:gd name="connsiteY2" fmla="*/ 3279 h 9836"/>
                <a:gd name="connsiteX3" fmla="*/ 3278 w 4917"/>
                <a:gd name="connsiteY3" fmla="*/ 0 h 9836"/>
                <a:gd name="connsiteX4" fmla="*/ 0 w 4917"/>
                <a:gd name="connsiteY4" fmla="*/ 3279 h 9836"/>
                <a:gd name="connsiteX5" fmla="*/ 0 w 4917"/>
                <a:gd name="connsiteY5" fmla="*/ 655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7" h="9836">
                  <a:moveTo>
                    <a:pt x="1639" y="9836"/>
                  </a:moveTo>
                  <a:lnTo>
                    <a:pt x="4918" y="6557"/>
                  </a:lnTo>
                  <a:lnTo>
                    <a:pt x="4918" y="3279"/>
                  </a:lnTo>
                  <a:lnTo>
                    <a:pt x="3278" y="0"/>
                  </a:lnTo>
                  <a:lnTo>
                    <a:pt x="0" y="3279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19" name="Freeform 3818">
              <a:extLst>
                <a:ext uri="{FF2B5EF4-FFF2-40B4-BE49-F238E27FC236}">
                  <a16:creationId xmlns:a16="http://schemas.microsoft.com/office/drawing/2014/main" id="{A5F61DC2-D44D-EB4F-9C96-B93FE075F5A5}"/>
                </a:ext>
              </a:extLst>
            </p:cNvPr>
            <p:cNvSpPr/>
            <p:nvPr/>
          </p:nvSpPr>
          <p:spPr>
            <a:xfrm>
              <a:off x="11774662" y="4796861"/>
              <a:ext cx="11474" cy="8196"/>
            </a:xfrm>
            <a:custGeom>
              <a:avLst/>
              <a:gdLst>
                <a:gd name="connsiteX0" fmla="*/ 3278 w 11474"/>
                <a:gd name="connsiteY0" fmla="*/ 8197 h 8196"/>
                <a:gd name="connsiteX1" fmla="*/ 4918 w 11474"/>
                <a:gd name="connsiteY1" fmla="*/ 6557 h 8196"/>
                <a:gd name="connsiteX2" fmla="*/ 8197 w 11474"/>
                <a:gd name="connsiteY2" fmla="*/ 3278 h 8196"/>
                <a:gd name="connsiteX3" fmla="*/ 11475 w 11474"/>
                <a:gd name="connsiteY3" fmla="*/ 0 h 8196"/>
                <a:gd name="connsiteX4" fmla="*/ 6557 w 11474"/>
                <a:gd name="connsiteY4" fmla="*/ 0 h 8196"/>
                <a:gd name="connsiteX5" fmla="*/ 3278 w 11474"/>
                <a:gd name="connsiteY5" fmla="*/ 1639 h 8196"/>
                <a:gd name="connsiteX6" fmla="*/ 0 w 11474"/>
                <a:gd name="connsiteY6" fmla="*/ 4918 h 8196"/>
                <a:gd name="connsiteX7" fmla="*/ 0 w 11474"/>
                <a:gd name="connsiteY7" fmla="*/ 819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4" h="8196">
                  <a:moveTo>
                    <a:pt x="3278" y="8197"/>
                  </a:moveTo>
                  <a:lnTo>
                    <a:pt x="4918" y="6557"/>
                  </a:lnTo>
                  <a:lnTo>
                    <a:pt x="8197" y="3278"/>
                  </a:lnTo>
                  <a:lnTo>
                    <a:pt x="11475" y="0"/>
                  </a:lnTo>
                  <a:lnTo>
                    <a:pt x="6557" y="0"/>
                  </a:lnTo>
                  <a:lnTo>
                    <a:pt x="3278" y="1639"/>
                  </a:lnTo>
                  <a:lnTo>
                    <a:pt x="0" y="4918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20" name="Freeform 3819">
              <a:extLst>
                <a:ext uri="{FF2B5EF4-FFF2-40B4-BE49-F238E27FC236}">
                  <a16:creationId xmlns:a16="http://schemas.microsoft.com/office/drawing/2014/main" id="{BE234BB4-55CB-3545-9EB3-DC33C879767C}"/>
                </a:ext>
              </a:extLst>
            </p:cNvPr>
            <p:cNvSpPr/>
            <p:nvPr/>
          </p:nvSpPr>
          <p:spPr>
            <a:xfrm>
              <a:off x="11774662" y="4834565"/>
              <a:ext cx="14753" cy="9836"/>
            </a:xfrm>
            <a:custGeom>
              <a:avLst/>
              <a:gdLst>
                <a:gd name="connsiteX0" fmla="*/ 8197 w 14753"/>
                <a:gd name="connsiteY0" fmla="*/ 9836 h 9836"/>
                <a:gd name="connsiteX1" fmla="*/ 11475 w 14753"/>
                <a:gd name="connsiteY1" fmla="*/ 9836 h 9836"/>
                <a:gd name="connsiteX2" fmla="*/ 14753 w 14753"/>
                <a:gd name="connsiteY2" fmla="*/ 6557 h 9836"/>
                <a:gd name="connsiteX3" fmla="*/ 11475 w 14753"/>
                <a:gd name="connsiteY3" fmla="*/ 3279 h 9836"/>
                <a:gd name="connsiteX4" fmla="*/ 11475 w 14753"/>
                <a:gd name="connsiteY4" fmla="*/ 0 h 9836"/>
                <a:gd name="connsiteX5" fmla="*/ 8197 w 14753"/>
                <a:gd name="connsiteY5" fmla="*/ 0 h 9836"/>
                <a:gd name="connsiteX6" fmla="*/ 4918 w 14753"/>
                <a:gd name="connsiteY6" fmla="*/ 3279 h 9836"/>
                <a:gd name="connsiteX7" fmla="*/ 0 w 14753"/>
                <a:gd name="connsiteY7" fmla="*/ 3279 h 9836"/>
                <a:gd name="connsiteX8" fmla="*/ 1639 w 14753"/>
                <a:gd name="connsiteY8" fmla="*/ 6557 h 9836"/>
                <a:gd name="connsiteX9" fmla="*/ 6557 w 14753"/>
                <a:gd name="connsiteY9" fmla="*/ 819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53" h="9836">
                  <a:moveTo>
                    <a:pt x="8197" y="9836"/>
                  </a:moveTo>
                  <a:lnTo>
                    <a:pt x="11475" y="9836"/>
                  </a:lnTo>
                  <a:lnTo>
                    <a:pt x="14753" y="6557"/>
                  </a:lnTo>
                  <a:lnTo>
                    <a:pt x="11475" y="3279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4918" y="3279"/>
                  </a:lnTo>
                  <a:lnTo>
                    <a:pt x="0" y="3279"/>
                  </a:lnTo>
                  <a:lnTo>
                    <a:pt x="1639" y="6557"/>
                  </a:lnTo>
                  <a:lnTo>
                    <a:pt x="6557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21" name="Freeform 3820">
              <a:extLst>
                <a:ext uri="{FF2B5EF4-FFF2-40B4-BE49-F238E27FC236}">
                  <a16:creationId xmlns:a16="http://schemas.microsoft.com/office/drawing/2014/main" id="{284D591E-6232-AB4C-9ABB-F37CA262477C}"/>
                </a:ext>
              </a:extLst>
            </p:cNvPr>
            <p:cNvSpPr/>
            <p:nvPr/>
          </p:nvSpPr>
          <p:spPr>
            <a:xfrm>
              <a:off x="11777940" y="4855877"/>
              <a:ext cx="13115" cy="9835"/>
            </a:xfrm>
            <a:custGeom>
              <a:avLst/>
              <a:gdLst>
                <a:gd name="connsiteX0" fmla="*/ 13115 w 13115"/>
                <a:gd name="connsiteY0" fmla="*/ 9836 h 9835"/>
                <a:gd name="connsiteX1" fmla="*/ 13115 w 13115"/>
                <a:gd name="connsiteY1" fmla="*/ 8197 h 9835"/>
                <a:gd name="connsiteX2" fmla="*/ 9837 w 13115"/>
                <a:gd name="connsiteY2" fmla="*/ 6557 h 9835"/>
                <a:gd name="connsiteX3" fmla="*/ 4919 w 13115"/>
                <a:gd name="connsiteY3" fmla="*/ 3278 h 9835"/>
                <a:gd name="connsiteX4" fmla="*/ 1640 w 13115"/>
                <a:gd name="connsiteY4" fmla="*/ 0 h 9835"/>
                <a:gd name="connsiteX5" fmla="*/ 0 w 13115"/>
                <a:gd name="connsiteY5" fmla="*/ 4918 h 9835"/>
                <a:gd name="connsiteX6" fmla="*/ 1640 w 13115"/>
                <a:gd name="connsiteY6" fmla="*/ 8197 h 9835"/>
                <a:gd name="connsiteX7" fmla="*/ 4919 w 13115"/>
                <a:gd name="connsiteY7" fmla="*/ 8197 h 9835"/>
                <a:gd name="connsiteX8" fmla="*/ 8197 w 13115"/>
                <a:gd name="connsiteY8" fmla="*/ 8197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15" h="9835">
                  <a:moveTo>
                    <a:pt x="13115" y="9836"/>
                  </a:moveTo>
                  <a:lnTo>
                    <a:pt x="13115" y="8197"/>
                  </a:lnTo>
                  <a:lnTo>
                    <a:pt x="9837" y="6557"/>
                  </a:lnTo>
                  <a:lnTo>
                    <a:pt x="4919" y="3278"/>
                  </a:lnTo>
                  <a:lnTo>
                    <a:pt x="1640" y="0"/>
                  </a:lnTo>
                  <a:lnTo>
                    <a:pt x="0" y="4918"/>
                  </a:lnTo>
                  <a:lnTo>
                    <a:pt x="1640" y="8197"/>
                  </a:lnTo>
                  <a:lnTo>
                    <a:pt x="4919" y="8197"/>
                  </a:lnTo>
                  <a:lnTo>
                    <a:pt x="8197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22" name="Freeform 3821">
              <a:extLst>
                <a:ext uri="{FF2B5EF4-FFF2-40B4-BE49-F238E27FC236}">
                  <a16:creationId xmlns:a16="http://schemas.microsoft.com/office/drawing/2014/main" id="{21162D21-5D01-D647-9669-713DB945CB06}"/>
                </a:ext>
              </a:extLst>
            </p:cNvPr>
            <p:cNvSpPr/>
            <p:nvPr/>
          </p:nvSpPr>
          <p:spPr>
            <a:xfrm>
              <a:off x="11784498" y="4847680"/>
              <a:ext cx="16393" cy="3278"/>
            </a:xfrm>
            <a:custGeom>
              <a:avLst/>
              <a:gdLst>
                <a:gd name="connsiteX0" fmla="*/ 0 w 16393"/>
                <a:gd name="connsiteY0" fmla="*/ 3278 h 3278"/>
                <a:gd name="connsiteX1" fmla="*/ 0 w 16393"/>
                <a:gd name="connsiteY1" fmla="*/ 3278 h 3278"/>
                <a:gd name="connsiteX2" fmla="*/ 0 w 16393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3278">
                  <a:moveTo>
                    <a:pt x="0" y="3278"/>
                  </a:moveTo>
                  <a:lnTo>
                    <a:pt x="0" y="3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23" name="Freeform 3822">
              <a:extLst>
                <a:ext uri="{FF2B5EF4-FFF2-40B4-BE49-F238E27FC236}">
                  <a16:creationId xmlns:a16="http://schemas.microsoft.com/office/drawing/2014/main" id="{7209840A-DB39-574A-9BAB-8217F30DCBAB}"/>
                </a:ext>
              </a:extLst>
            </p:cNvPr>
            <p:cNvSpPr/>
            <p:nvPr/>
          </p:nvSpPr>
          <p:spPr>
            <a:xfrm>
              <a:off x="11786137" y="4805058"/>
              <a:ext cx="4918" cy="22950"/>
            </a:xfrm>
            <a:custGeom>
              <a:avLst/>
              <a:gdLst>
                <a:gd name="connsiteX0" fmla="*/ 1640 w 4918"/>
                <a:gd name="connsiteY0" fmla="*/ 22951 h 22950"/>
                <a:gd name="connsiteX1" fmla="*/ 4919 w 4918"/>
                <a:gd name="connsiteY1" fmla="*/ 19672 h 22950"/>
                <a:gd name="connsiteX2" fmla="*/ 4919 w 4918"/>
                <a:gd name="connsiteY2" fmla="*/ 16393 h 22950"/>
                <a:gd name="connsiteX3" fmla="*/ 4919 w 4918"/>
                <a:gd name="connsiteY3" fmla="*/ 11475 h 22950"/>
                <a:gd name="connsiteX4" fmla="*/ 4919 w 4918"/>
                <a:gd name="connsiteY4" fmla="*/ 8197 h 22950"/>
                <a:gd name="connsiteX5" fmla="*/ 4919 w 4918"/>
                <a:gd name="connsiteY5" fmla="*/ 4918 h 22950"/>
                <a:gd name="connsiteX6" fmla="*/ 3279 w 4918"/>
                <a:gd name="connsiteY6" fmla="*/ 0 h 22950"/>
                <a:gd name="connsiteX7" fmla="*/ 3279 w 4918"/>
                <a:gd name="connsiteY7" fmla="*/ 4918 h 22950"/>
                <a:gd name="connsiteX8" fmla="*/ 1640 w 4918"/>
                <a:gd name="connsiteY8" fmla="*/ 8197 h 22950"/>
                <a:gd name="connsiteX9" fmla="*/ 0 w 4918"/>
                <a:gd name="connsiteY9" fmla="*/ 11475 h 22950"/>
                <a:gd name="connsiteX10" fmla="*/ 1640 w 4918"/>
                <a:gd name="connsiteY10" fmla="*/ 14754 h 22950"/>
                <a:gd name="connsiteX11" fmla="*/ 1640 w 4918"/>
                <a:gd name="connsiteY11" fmla="*/ 19672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918" h="22950">
                  <a:moveTo>
                    <a:pt x="1640" y="22951"/>
                  </a:moveTo>
                  <a:lnTo>
                    <a:pt x="4919" y="19672"/>
                  </a:lnTo>
                  <a:lnTo>
                    <a:pt x="4919" y="16393"/>
                  </a:lnTo>
                  <a:lnTo>
                    <a:pt x="4919" y="11475"/>
                  </a:lnTo>
                  <a:lnTo>
                    <a:pt x="4919" y="8197"/>
                  </a:lnTo>
                  <a:lnTo>
                    <a:pt x="4919" y="4918"/>
                  </a:lnTo>
                  <a:lnTo>
                    <a:pt x="3279" y="0"/>
                  </a:lnTo>
                  <a:lnTo>
                    <a:pt x="3279" y="4918"/>
                  </a:lnTo>
                  <a:lnTo>
                    <a:pt x="1640" y="8197"/>
                  </a:lnTo>
                  <a:lnTo>
                    <a:pt x="0" y="11475"/>
                  </a:lnTo>
                  <a:lnTo>
                    <a:pt x="1640" y="14754"/>
                  </a:lnTo>
                  <a:lnTo>
                    <a:pt x="1640" y="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24" name="Freeform 3823">
              <a:extLst>
                <a:ext uri="{FF2B5EF4-FFF2-40B4-BE49-F238E27FC236}">
                  <a16:creationId xmlns:a16="http://schemas.microsoft.com/office/drawing/2014/main" id="{4DE07092-6FEC-6747-8FE4-2ECECF71446D}"/>
                </a:ext>
              </a:extLst>
            </p:cNvPr>
            <p:cNvSpPr/>
            <p:nvPr/>
          </p:nvSpPr>
          <p:spPr>
            <a:xfrm>
              <a:off x="11789416" y="4782107"/>
              <a:ext cx="4917" cy="19671"/>
            </a:xfrm>
            <a:custGeom>
              <a:avLst/>
              <a:gdLst>
                <a:gd name="connsiteX0" fmla="*/ 0 w 4917"/>
                <a:gd name="connsiteY0" fmla="*/ 19672 h 19671"/>
                <a:gd name="connsiteX1" fmla="*/ 3279 w 4917"/>
                <a:gd name="connsiteY1" fmla="*/ 16393 h 19671"/>
                <a:gd name="connsiteX2" fmla="*/ 4918 w 4917"/>
                <a:gd name="connsiteY2" fmla="*/ 11475 h 19671"/>
                <a:gd name="connsiteX3" fmla="*/ 4918 w 4917"/>
                <a:gd name="connsiteY3" fmla="*/ 8197 h 19671"/>
                <a:gd name="connsiteX4" fmla="*/ 4918 w 4917"/>
                <a:gd name="connsiteY4" fmla="*/ 4918 h 19671"/>
                <a:gd name="connsiteX5" fmla="*/ 3279 w 4917"/>
                <a:gd name="connsiteY5" fmla="*/ 0 h 19671"/>
                <a:gd name="connsiteX6" fmla="*/ 3279 w 4917"/>
                <a:gd name="connsiteY6" fmla="*/ 4918 h 19671"/>
                <a:gd name="connsiteX7" fmla="*/ 1640 w 4917"/>
                <a:gd name="connsiteY7" fmla="*/ 8197 h 19671"/>
                <a:gd name="connsiteX8" fmla="*/ 1640 w 4917"/>
                <a:gd name="connsiteY8" fmla="*/ 11475 h 19671"/>
                <a:gd name="connsiteX9" fmla="*/ 1640 w 4917"/>
                <a:gd name="connsiteY9" fmla="*/ 16393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17" h="19671">
                  <a:moveTo>
                    <a:pt x="0" y="19672"/>
                  </a:moveTo>
                  <a:lnTo>
                    <a:pt x="3279" y="16393"/>
                  </a:lnTo>
                  <a:lnTo>
                    <a:pt x="4918" y="11475"/>
                  </a:lnTo>
                  <a:lnTo>
                    <a:pt x="4918" y="8197"/>
                  </a:lnTo>
                  <a:lnTo>
                    <a:pt x="4918" y="4918"/>
                  </a:lnTo>
                  <a:lnTo>
                    <a:pt x="3279" y="0"/>
                  </a:lnTo>
                  <a:lnTo>
                    <a:pt x="3279" y="4918"/>
                  </a:lnTo>
                  <a:lnTo>
                    <a:pt x="1640" y="8197"/>
                  </a:lnTo>
                  <a:lnTo>
                    <a:pt x="1640" y="11475"/>
                  </a:lnTo>
                  <a:lnTo>
                    <a:pt x="1640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25" name="Freeform 3824">
              <a:extLst>
                <a:ext uri="{FF2B5EF4-FFF2-40B4-BE49-F238E27FC236}">
                  <a16:creationId xmlns:a16="http://schemas.microsoft.com/office/drawing/2014/main" id="{5A840AF0-9A97-CC43-BA0B-D7DBA3BF0723}"/>
                </a:ext>
              </a:extLst>
            </p:cNvPr>
            <p:cNvSpPr/>
            <p:nvPr/>
          </p:nvSpPr>
          <p:spPr>
            <a:xfrm>
              <a:off x="11789416" y="4944401"/>
              <a:ext cx="13114" cy="16393"/>
            </a:xfrm>
            <a:custGeom>
              <a:avLst/>
              <a:gdLst>
                <a:gd name="connsiteX0" fmla="*/ 9837 w 13114"/>
                <a:gd name="connsiteY0" fmla="*/ 16393 h 16393"/>
                <a:gd name="connsiteX1" fmla="*/ 13114 w 13114"/>
                <a:gd name="connsiteY1" fmla="*/ 13114 h 16393"/>
                <a:gd name="connsiteX2" fmla="*/ 9837 w 13114"/>
                <a:gd name="connsiteY2" fmla="*/ 8197 h 16393"/>
                <a:gd name="connsiteX3" fmla="*/ 11476 w 13114"/>
                <a:gd name="connsiteY3" fmla="*/ 4918 h 16393"/>
                <a:gd name="connsiteX4" fmla="*/ 9837 w 13114"/>
                <a:gd name="connsiteY4" fmla="*/ 1639 h 16393"/>
                <a:gd name="connsiteX5" fmla="*/ 4918 w 13114"/>
                <a:gd name="connsiteY5" fmla="*/ 0 h 16393"/>
                <a:gd name="connsiteX6" fmla="*/ 3279 w 13114"/>
                <a:gd name="connsiteY6" fmla="*/ 3278 h 16393"/>
                <a:gd name="connsiteX7" fmla="*/ 1640 w 13114"/>
                <a:gd name="connsiteY7" fmla="*/ 6557 h 16393"/>
                <a:gd name="connsiteX8" fmla="*/ 0 w 13114"/>
                <a:gd name="connsiteY8" fmla="*/ 11475 h 16393"/>
                <a:gd name="connsiteX9" fmla="*/ 4918 w 13114"/>
                <a:gd name="connsiteY9" fmla="*/ 13114 h 16393"/>
                <a:gd name="connsiteX10" fmla="*/ 8197 w 13114"/>
                <a:gd name="connsiteY10" fmla="*/ 14754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114" h="16393">
                  <a:moveTo>
                    <a:pt x="9837" y="16393"/>
                  </a:moveTo>
                  <a:lnTo>
                    <a:pt x="13114" y="13114"/>
                  </a:lnTo>
                  <a:lnTo>
                    <a:pt x="9837" y="8197"/>
                  </a:lnTo>
                  <a:lnTo>
                    <a:pt x="11476" y="4918"/>
                  </a:lnTo>
                  <a:lnTo>
                    <a:pt x="9837" y="1639"/>
                  </a:lnTo>
                  <a:lnTo>
                    <a:pt x="4918" y="0"/>
                  </a:lnTo>
                  <a:lnTo>
                    <a:pt x="3279" y="3278"/>
                  </a:lnTo>
                  <a:lnTo>
                    <a:pt x="1640" y="6557"/>
                  </a:lnTo>
                  <a:lnTo>
                    <a:pt x="0" y="11475"/>
                  </a:lnTo>
                  <a:lnTo>
                    <a:pt x="4918" y="13114"/>
                  </a:lnTo>
                  <a:lnTo>
                    <a:pt x="8197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26" name="Freeform 3825">
              <a:extLst>
                <a:ext uri="{FF2B5EF4-FFF2-40B4-BE49-F238E27FC236}">
                  <a16:creationId xmlns:a16="http://schemas.microsoft.com/office/drawing/2014/main" id="{43313452-B64C-6A48-B48E-6E447A2C870D}"/>
                </a:ext>
              </a:extLst>
            </p:cNvPr>
            <p:cNvSpPr/>
            <p:nvPr/>
          </p:nvSpPr>
          <p:spPr>
            <a:xfrm>
              <a:off x="11792695" y="4975548"/>
              <a:ext cx="8196" cy="14753"/>
            </a:xfrm>
            <a:custGeom>
              <a:avLst/>
              <a:gdLst>
                <a:gd name="connsiteX0" fmla="*/ 6558 w 8196"/>
                <a:gd name="connsiteY0" fmla="*/ 14754 h 14753"/>
                <a:gd name="connsiteX1" fmla="*/ 8197 w 8196"/>
                <a:gd name="connsiteY1" fmla="*/ 9836 h 14753"/>
                <a:gd name="connsiteX2" fmla="*/ 8197 w 8196"/>
                <a:gd name="connsiteY2" fmla="*/ 6557 h 14753"/>
                <a:gd name="connsiteX3" fmla="*/ 4918 w 8196"/>
                <a:gd name="connsiteY3" fmla="*/ 3279 h 14753"/>
                <a:gd name="connsiteX4" fmla="*/ 6558 w 8196"/>
                <a:gd name="connsiteY4" fmla="*/ 0 h 14753"/>
                <a:gd name="connsiteX5" fmla="*/ 3279 w 8196"/>
                <a:gd name="connsiteY5" fmla="*/ 0 h 14753"/>
                <a:gd name="connsiteX6" fmla="*/ 0 w 8196"/>
                <a:gd name="connsiteY6" fmla="*/ 3279 h 14753"/>
                <a:gd name="connsiteX7" fmla="*/ 0 w 8196"/>
                <a:gd name="connsiteY7" fmla="*/ 8197 h 14753"/>
                <a:gd name="connsiteX8" fmla="*/ 1639 w 8196"/>
                <a:gd name="connsiteY8" fmla="*/ 11476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14753">
                  <a:moveTo>
                    <a:pt x="6558" y="14754"/>
                  </a:moveTo>
                  <a:lnTo>
                    <a:pt x="8197" y="9836"/>
                  </a:lnTo>
                  <a:lnTo>
                    <a:pt x="8197" y="6557"/>
                  </a:lnTo>
                  <a:lnTo>
                    <a:pt x="4918" y="3279"/>
                  </a:lnTo>
                  <a:lnTo>
                    <a:pt x="6558" y="0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0" y="8197"/>
                  </a:lnTo>
                  <a:lnTo>
                    <a:pt x="1639" y="1147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27" name="Freeform 3826">
              <a:extLst>
                <a:ext uri="{FF2B5EF4-FFF2-40B4-BE49-F238E27FC236}">
                  <a16:creationId xmlns:a16="http://schemas.microsoft.com/office/drawing/2014/main" id="{B14DB1FF-3AC1-354F-8579-B50E1C123674}"/>
                </a:ext>
              </a:extLst>
            </p:cNvPr>
            <p:cNvSpPr/>
            <p:nvPr/>
          </p:nvSpPr>
          <p:spPr>
            <a:xfrm>
              <a:off x="11805809" y="5011614"/>
              <a:ext cx="4917" cy="4917"/>
            </a:xfrm>
            <a:custGeom>
              <a:avLst/>
              <a:gdLst>
                <a:gd name="connsiteX0" fmla="*/ 1640 w 4917"/>
                <a:gd name="connsiteY0" fmla="*/ 4918 h 4917"/>
                <a:gd name="connsiteX1" fmla="*/ 4918 w 4917"/>
                <a:gd name="connsiteY1" fmla="*/ 0 h 4917"/>
                <a:gd name="connsiteX2" fmla="*/ 1640 w 4917"/>
                <a:gd name="connsiteY2" fmla="*/ 0 h 4917"/>
                <a:gd name="connsiteX3" fmla="*/ 0 w 4917"/>
                <a:gd name="connsiteY3" fmla="*/ 327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7">
                  <a:moveTo>
                    <a:pt x="1640" y="4918"/>
                  </a:moveTo>
                  <a:lnTo>
                    <a:pt x="4918" y="0"/>
                  </a:lnTo>
                  <a:lnTo>
                    <a:pt x="1640" y="0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28" name="Freeform 3827">
              <a:extLst>
                <a:ext uri="{FF2B5EF4-FFF2-40B4-BE49-F238E27FC236}">
                  <a16:creationId xmlns:a16="http://schemas.microsoft.com/office/drawing/2014/main" id="{1BCE67F8-FC9D-1944-9C39-C9F0644C10A4}"/>
                </a:ext>
              </a:extLst>
            </p:cNvPr>
            <p:cNvSpPr/>
            <p:nvPr/>
          </p:nvSpPr>
          <p:spPr>
            <a:xfrm>
              <a:off x="2066510" y="3396867"/>
              <a:ext cx="14754" cy="6557"/>
            </a:xfrm>
            <a:custGeom>
              <a:avLst/>
              <a:gdLst>
                <a:gd name="connsiteX0" fmla="*/ 0 w 14754"/>
                <a:gd name="connsiteY0" fmla="*/ 6557 h 6557"/>
                <a:gd name="connsiteX1" fmla="*/ 3279 w 14754"/>
                <a:gd name="connsiteY1" fmla="*/ 4918 h 6557"/>
                <a:gd name="connsiteX2" fmla="*/ 6557 w 14754"/>
                <a:gd name="connsiteY2" fmla="*/ 3279 h 6557"/>
                <a:gd name="connsiteX3" fmla="*/ 11475 w 14754"/>
                <a:gd name="connsiteY3" fmla="*/ 1639 h 6557"/>
                <a:gd name="connsiteX4" fmla="*/ 14754 w 14754"/>
                <a:gd name="connsiteY4" fmla="*/ 0 h 6557"/>
                <a:gd name="connsiteX5" fmla="*/ 11475 w 14754"/>
                <a:gd name="connsiteY5" fmla="*/ 0 h 6557"/>
                <a:gd name="connsiteX6" fmla="*/ 6557 w 14754"/>
                <a:gd name="connsiteY6" fmla="*/ 1639 h 6557"/>
                <a:gd name="connsiteX7" fmla="*/ 3279 w 14754"/>
                <a:gd name="connsiteY7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4" h="6557">
                  <a:moveTo>
                    <a:pt x="0" y="6557"/>
                  </a:moveTo>
                  <a:lnTo>
                    <a:pt x="3279" y="4918"/>
                  </a:lnTo>
                  <a:lnTo>
                    <a:pt x="6557" y="3279"/>
                  </a:lnTo>
                  <a:lnTo>
                    <a:pt x="11475" y="1639"/>
                  </a:lnTo>
                  <a:lnTo>
                    <a:pt x="14754" y="0"/>
                  </a:lnTo>
                  <a:lnTo>
                    <a:pt x="11475" y="0"/>
                  </a:lnTo>
                  <a:lnTo>
                    <a:pt x="6557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29" name="Freeform 3828">
              <a:extLst>
                <a:ext uri="{FF2B5EF4-FFF2-40B4-BE49-F238E27FC236}">
                  <a16:creationId xmlns:a16="http://schemas.microsoft.com/office/drawing/2014/main" id="{20CE92FC-B2F7-A74B-A2C6-81DF296616C0}"/>
                </a:ext>
              </a:extLst>
            </p:cNvPr>
            <p:cNvSpPr/>
            <p:nvPr/>
          </p:nvSpPr>
          <p:spPr>
            <a:xfrm>
              <a:off x="2427164" y="2941132"/>
              <a:ext cx="37704" cy="11475"/>
            </a:xfrm>
            <a:custGeom>
              <a:avLst/>
              <a:gdLst>
                <a:gd name="connsiteX0" fmla="*/ 6557 w 37704"/>
                <a:gd name="connsiteY0" fmla="*/ 11476 h 11475"/>
                <a:gd name="connsiteX1" fmla="*/ 1639 w 37704"/>
                <a:gd name="connsiteY1" fmla="*/ 9836 h 11475"/>
                <a:gd name="connsiteX2" fmla="*/ 0 w 37704"/>
                <a:gd name="connsiteY2" fmla="*/ 6557 h 11475"/>
                <a:gd name="connsiteX3" fmla="*/ 3279 w 37704"/>
                <a:gd name="connsiteY3" fmla="*/ 8197 h 11475"/>
                <a:gd name="connsiteX4" fmla="*/ 6557 w 37704"/>
                <a:gd name="connsiteY4" fmla="*/ 8197 h 11475"/>
                <a:gd name="connsiteX5" fmla="*/ 9836 w 37704"/>
                <a:gd name="connsiteY5" fmla="*/ 4918 h 11475"/>
                <a:gd name="connsiteX6" fmla="*/ 11475 w 37704"/>
                <a:gd name="connsiteY6" fmla="*/ 1639 h 11475"/>
                <a:gd name="connsiteX7" fmla="*/ 14754 w 37704"/>
                <a:gd name="connsiteY7" fmla="*/ 1639 h 11475"/>
                <a:gd name="connsiteX8" fmla="*/ 19672 w 37704"/>
                <a:gd name="connsiteY8" fmla="*/ 3279 h 11475"/>
                <a:gd name="connsiteX9" fmla="*/ 22951 w 37704"/>
                <a:gd name="connsiteY9" fmla="*/ 3279 h 11475"/>
                <a:gd name="connsiteX10" fmla="*/ 26229 w 37704"/>
                <a:gd name="connsiteY10" fmla="*/ 3279 h 11475"/>
                <a:gd name="connsiteX11" fmla="*/ 29508 w 37704"/>
                <a:gd name="connsiteY11" fmla="*/ 3279 h 11475"/>
                <a:gd name="connsiteX12" fmla="*/ 34426 w 37704"/>
                <a:gd name="connsiteY12" fmla="*/ 1639 h 11475"/>
                <a:gd name="connsiteX13" fmla="*/ 37705 w 37704"/>
                <a:gd name="connsiteY13" fmla="*/ 0 h 11475"/>
                <a:gd name="connsiteX14" fmla="*/ 37705 w 37704"/>
                <a:gd name="connsiteY14" fmla="*/ 3279 h 11475"/>
                <a:gd name="connsiteX15" fmla="*/ 34426 w 37704"/>
                <a:gd name="connsiteY15" fmla="*/ 4918 h 11475"/>
                <a:gd name="connsiteX16" fmla="*/ 29508 w 37704"/>
                <a:gd name="connsiteY16" fmla="*/ 4918 h 11475"/>
                <a:gd name="connsiteX17" fmla="*/ 26229 w 37704"/>
                <a:gd name="connsiteY17" fmla="*/ 6557 h 11475"/>
                <a:gd name="connsiteX18" fmla="*/ 22951 w 37704"/>
                <a:gd name="connsiteY18" fmla="*/ 6557 h 11475"/>
                <a:gd name="connsiteX19" fmla="*/ 18033 w 37704"/>
                <a:gd name="connsiteY19" fmla="*/ 6557 h 11475"/>
                <a:gd name="connsiteX20" fmla="*/ 14754 w 37704"/>
                <a:gd name="connsiteY20" fmla="*/ 8197 h 11475"/>
                <a:gd name="connsiteX21" fmla="*/ 11475 w 37704"/>
                <a:gd name="connsiteY21" fmla="*/ 9836 h 11475"/>
                <a:gd name="connsiteX22" fmla="*/ 8197 w 37704"/>
                <a:gd name="connsiteY22" fmla="*/ 1147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704" h="11475">
                  <a:moveTo>
                    <a:pt x="6557" y="11476"/>
                  </a:moveTo>
                  <a:lnTo>
                    <a:pt x="1639" y="9836"/>
                  </a:lnTo>
                  <a:lnTo>
                    <a:pt x="0" y="6557"/>
                  </a:lnTo>
                  <a:lnTo>
                    <a:pt x="3279" y="8197"/>
                  </a:lnTo>
                  <a:lnTo>
                    <a:pt x="6557" y="8197"/>
                  </a:lnTo>
                  <a:lnTo>
                    <a:pt x="9836" y="4918"/>
                  </a:lnTo>
                  <a:lnTo>
                    <a:pt x="11475" y="1639"/>
                  </a:lnTo>
                  <a:lnTo>
                    <a:pt x="14754" y="1639"/>
                  </a:lnTo>
                  <a:lnTo>
                    <a:pt x="19672" y="3279"/>
                  </a:lnTo>
                  <a:lnTo>
                    <a:pt x="22951" y="3279"/>
                  </a:lnTo>
                  <a:lnTo>
                    <a:pt x="26229" y="3279"/>
                  </a:lnTo>
                  <a:lnTo>
                    <a:pt x="29508" y="3279"/>
                  </a:lnTo>
                  <a:lnTo>
                    <a:pt x="34426" y="1639"/>
                  </a:lnTo>
                  <a:lnTo>
                    <a:pt x="37705" y="0"/>
                  </a:lnTo>
                  <a:lnTo>
                    <a:pt x="37705" y="3279"/>
                  </a:lnTo>
                  <a:lnTo>
                    <a:pt x="34426" y="4918"/>
                  </a:lnTo>
                  <a:lnTo>
                    <a:pt x="29508" y="4918"/>
                  </a:lnTo>
                  <a:lnTo>
                    <a:pt x="26229" y="6557"/>
                  </a:lnTo>
                  <a:lnTo>
                    <a:pt x="22951" y="6557"/>
                  </a:lnTo>
                  <a:lnTo>
                    <a:pt x="18033" y="6557"/>
                  </a:lnTo>
                  <a:lnTo>
                    <a:pt x="14754" y="8197"/>
                  </a:lnTo>
                  <a:lnTo>
                    <a:pt x="11475" y="9836"/>
                  </a:lnTo>
                  <a:lnTo>
                    <a:pt x="8197" y="1147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30" name="Freeform 3829">
              <a:extLst>
                <a:ext uri="{FF2B5EF4-FFF2-40B4-BE49-F238E27FC236}">
                  <a16:creationId xmlns:a16="http://schemas.microsoft.com/office/drawing/2014/main" id="{7DFDD840-4B7B-7043-9BE8-43C0A0F9EC22}"/>
                </a:ext>
              </a:extLst>
            </p:cNvPr>
            <p:cNvSpPr/>
            <p:nvPr/>
          </p:nvSpPr>
          <p:spPr>
            <a:xfrm>
              <a:off x="2428803" y="3009984"/>
              <a:ext cx="26229" cy="39343"/>
            </a:xfrm>
            <a:custGeom>
              <a:avLst/>
              <a:gdLst>
                <a:gd name="connsiteX0" fmla="*/ 13115 w 26229"/>
                <a:gd name="connsiteY0" fmla="*/ 0 h 39343"/>
                <a:gd name="connsiteX1" fmla="*/ 16393 w 26229"/>
                <a:gd name="connsiteY1" fmla="*/ 1639 h 39343"/>
                <a:gd name="connsiteX2" fmla="*/ 19672 w 26229"/>
                <a:gd name="connsiteY2" fmla="*/ 1639 h 39343"/>
                <a:gd name="connsiteX3" fmla="*/ 21311 w 26229"/>
                <a:gd name="connsiteY3" fmla="*/ 6557 h 39343"/>
                <a:gd name="connsiteX4" fmla="*/ 21311 w 26229"/>
                <a:gd name="connsiteY4" fmla="*/ 9836 h 39343"/>
                <a:gd name="connsiteX5" fmla="*/ 22951 w 26229"/>
                <a:gd name="connsiteY5" fmla="*/ 13114 h 39343"/>
                <a:gd name="connsiteX6" fmla="*/ 22951 w 26229"/>
                <a:gd name="connsiteY6" fmla="*/ 16393 h 39343"/>
                <a:gd name="connsiteX7" fmla="*/ 26229 w 26229"/>
                <a:gd name="connsiteY7" fmla="*/ 21311 h 39343"/>
                <a:gd name="connsiteX8" fmla="*/ 26229 w 26229"/>
                <a:gd name="connsiteY8" fmla="*/ 24590 h 39343"/>
                <a:gd name="connsiteX9" fmla="*/ 26229 w 26229"/>
                <a:gd name="connsiteY9" fmla="*/ 27869 h 39343"/>
                <a:gd name="connsiteX10" fmla="*/ 26229 w 26229"/>
                <a:gd name="connsiteY10" fmla="*/ 32787 h 39343"/>
                <a:gd name="connsiteX11" fmla="*/ 22951 w 26229"/>
                <a:gd name="connsiteY11" fmla="*/ 34426 h 39343"/>
                <a:gd name="connsiteX12" fmla="*/ 18033 w 26229"/>
                <a:gd name="connsiteY12" fmla="*/ 37705 h 39343"/>
                <a:gd name="connsiteX13" fmla="*/ 14754 w 26229"/>
                <a:gd name="connsiteY13" fmla="*/ 39344 h 39343"/>
                <a:gd name="connsiteX14" fmla="*/ 11475 w 26229"/>
                <a:gd name="connsiteY14" fmla="*/ 36065 h 39343"/>
                <a:gd name="connsiteX15" fmla="*/ 9836 w 26229"/>
                <a:gd name="connsiteY15" fmla="*/ 32787 h 39343"/>
                <a:gd name="connsiteX16" fmla="*/ 6557 w 26229"/>
                <a:gd name="connsiteY16" fmla="*/ 32787 h 39343"/>
                <a:gd name="connsiteX17" fmla="*/ 3279 w 26229"/>
                <a:gd name="connsiteY17" fmla="*/ 29508 h 39343"/>
                <a:gd name="connsiteX18" fmla="*/ 0 w 26229"/>
                <a:gd name="connsiteY18" fmla="*/ 26229 h 39343"/>
                <a:gd name="connsiteX19" fmla="*/ 3279 w 26229"/>
                <a:gd name="connsiteY19" fmla="*/ 24590 h 39343"/>
                <a:gd name="connsiteX20" fmla="*/ 6557 w 26229"/>
                <a:gd name="connsiteY20" fmla="*/ 27869 h 39343"/>
                <a:gd name="connsiteX21" fmla="*/ 8197 w 26229"/>
                <a:gd name="connsiteY21" fmla="*/ 24590 h 39343"/>
                <a:gd name="connsiteX22" fmla="*/ 6557 w 26229"/>
                <a:gd name="connsiteY22" fmla="*/ 19672 h 39343"/>
                <a:gd name="connsiteX23" fmla="*/ 9836 w 26229"/>
                <a:gd name="connsiteY23" fmla="*/ 16393 h 39343"/>
                <a:gd name="connsiteX24" fmla="*/ 11475 w 26229"/>
                <a:gd name="connsiteY24" fmla="*/ 13114 h 39343"/>
                <a:gd name="connsiteX25" fmla="*/ 13115 w 26229"/>
                <a:gd name="connsiteY25" fmla="*/ 8197 h 39343"/>
                <a:gd name="connsiteX26" fmla="*/ 13115 w 26229"/>
                <a:gd name="connsiteY26" fmla="*/ 4918 h 39343"/>
                <a:gd name="connsiteX27" fmla="*/ 13115 w 26229"/>
                <a:gd name="connsiteY27" fmla="*/ 1639 h 3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6229" h="39343">
                  <a:moveTo>
                    <a:pt x="13115" y="0"/>
                  </a:moveTo>
                  <a:lnTo>
                    <a:pt x="16393" y="1639"/>
                  </a:lnTo>
                  <a:lnTo>
                    <a:pt x="19672" y="1639"/>
                  </a:lnTo>
                  <a:lnTo>
                    <a:pt x="21311" y="6557"/>
                  </a:lnTo>
                  <a:lnTo>
                    <a:pt x="21311" y="9836"/>
                  </a:lnTo>
                  <a:lnTo>
                    <a:pt x="22951" y="13114"/>
                  </a:lnTo>
                  <a:lnTo>
                    <a:pt x="22951" y="16393"/>
                  </a:lnTo>
                  <a:lnTo>
                    <a:pt x="26229" y="21311"/>
                  </a:lnTo>
                  <a:lnTo>
                    <a:pt x="26229" y="24590"/>
                  </a:lnTo>
                  <a:lnTo>
                    <a:pt x="26229" y="27869"/>
                  </a:lnTo>
                  <a:lnTo>
                    <a:pt x="26229" y="32787"/>
                  </a:lnTo>
                  <a:lnTo>
                    <a:pt x="22951" y="34426"/>
                  </a:lnTo>
                  <a:lnTo>
                    <a:pt x="18033" y="37705"/>
                  </a:lnTo>
                  <a:lnTo>
                    <a:pt x="14754" y="39344"/>
                  </a:lnTo>
                  <a:lnTo>
                    <a:pt x="11475" y="36065"/>
                  </a:lnTo>
                  <a:lnTo>
                    <a:pt x="9836" y="32787"/>
                  </a:lnTo>
                  <a:lnTo>
                    <a:pt x="6557" y="32787"/>
                  </a:lnTo>
                  <a:lnTo>
                    <a:pt x="3279" y="29508"/>
                  </a:lnTo>
                  <a:lnTo>
                    <a:pt x="0" y="26229"/>
                  </a:lnTo>
                  <a:lnTo>
                    <a:pt x="3279" y="24590"/>
                  </a:lnTo>
                  <a:lnTo>
                    <a:pt x="6557" y="27869"/>
                  </a:lnTo>
                  <a:lnTo>
                    <a:pt x="8197" y="24590"/>
                  </a:lnTo>
                  <a:lnTo>
                    <a:pt x="6557" y="19672"/>
                  </a:lnTo>
                  <a:lnTo>
                    <a:pt x="9836" y="16393"/>
                  </a:lnTo>
                  <a:lnTo>
                    <a:pt x="11475" y="13114"/>
                  </a:lnTo>
                  <a:lnTo>
                    <a:pt x="13115" y="8197"/>
                  </a:lnTo>
                  <a:lnTo>
                    <a:pt x="13115" y="4918"/>
                  </a:lnTo>
                  <a:lnTo>
                    <a:pt x="13115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31" name="Freeform 3830">
              <a:extLst>
                <a:ext uri="{FF2B5EF4-FFF2-40B4-BE49-F238E27FC236}">
                  <a16:creationId xmlns:a16="http://schemas.microsoft.com/office/drawing/2014/main" id="{66910C82-128F-0D45-A180-CED431FAB6AF}"/>
                </a:ext>
              </a:extLst>
            </p:cNvPr>
            <p:cNvSpPr/>
            <p:nvPr/>
          </p:nvSpPr>
          <p:spPr>
            <a:xfrm>
              <a:off x="2443557" y="3054246"/>
              <a:ext cx="4918" cy="3278"/>
            </a:xfrm>
            <a:custGeom>
              <a:avLst/>
              <a:gdLst>
                <a:gd name="connsiteX0" fmla="*/ 0 w 4918"/>
                <a:gd name="connsiteY0" fmla="*/ 3279 h 3278"/>
                <a:gd name="connsiteX1" fmla="*/ 0 w 4918"/>
                <a:gd name="connsiteY1" fmla="*/ 0 h 3278"/>
                <a:gd name="connsiteX2" fmla="*/ 4918 w 491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0" y="3279"/>
                  </a:moveTo>
                  <a:lnTo>
                    <a:pt x="0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32" name="Freeform 3831">
              <a:extLst>
                <a:ext uri="{FF2B5EF4-FFF2-40B4-BE49-F238E27FC236}">
                  <a16:creationId xmlns:a16="http://schemas.microsoft.com/office/drawing/2014/main" id="{4127824C-6780-C74C-9139-8DA57346BB5D}"/>
                </a:ext>
              </a:extLst>
            </p:cNvPr>
            <p:cNvSpPr/>
            <p:nvPr/>
          </p:nvSpPr>
          <p:spPr>
            <a:xfrm>
              <a:off x="2445197" y="3050967"/>
              <a:ext cx="13114" cy="24590"/>
            </a:xfrm>
            <a:custGeom>
              <a:avLst/>
              <a:gdLst>
                <a:gd name="connsiteX0" fmla="*/ 6557 w 13114"/>
                <a:gd name="connsiteY0" fmla="*/ 24590 h 24590"/>
                <a:gd name="connsiteX1" fmla="*/ 3279 w 13114"/>
                <a:gd name="connsiteY1" fmla="*/ 22951 h 24590"/>
                <a:gd name="connsiteX2" fmla="*/ 6557 w 13114"/>
                <a:gd name="connsiteY2" fmla="*/ 22951 h 24590"/>
                <a:gd name="connsiteX3" fmla="*/ 9836 w 13114"/>
                <a:gd name="connsiteY3" fmla="*/ 19672 h 24590"/>
                <a:gd name="connsiteX4" fmla="*/ 6557 w 13114"/>
                <a:gd name="connsiteY4" fmla="*/ 21311 h 24590"/>
                <a:gd name="connsiteX5" fmla="*/ 3279 w 13114"/>
                <a:gd name="connsiteY5" fmla="*/ 18033 h 24590"/>
                <a:gd name="connsiteX6" fmla="*/ 1639 w 13114"/>
                <a:gd name="connsiteY6" fmla="*/ 14754 h 24590"/>
                <a:gd name="connsiteX7" fmla="*/ 3279 w 13114"/>
                <a:gd name="connsiteY7" fmla="*/ 11475 h 24590"/>
                <a:gd name="connsiteX8" fmla="*/ 0 w 13114"/>
                <a:gd name="connsiteY8" fmla="*/ 8197 h 24590"/>
                <a:gd name="connsiteX9" fmla="*/ 3279 w 13114"/>
                <a:gd name="connsiteY9" fmla="*/ 4918 h 24590"/>
                <a:gd name="connsiteX10" fmla="*/ 6557 w 13114"/>
                <a:gd name="connsiteY10" fmla="*/ 1639 h 24590"/>
                <a:gd name="connsiteX11" fmla="*/ 9836 w 13114"/>
                <a:gd name="connsiteY11" fmla="*/ 0 h 24590"/>
                <a:gd name="connsiteX12" fmla="*/ 9836 w 13114"/>
                <a:gd name="connsiteY12" fmla="*/ 3279 h 24590"/>
                <a:gd name="connsiteX13" fmla="*/ 6557 w 13114"/>
                <a:gd name="connsiteY13" fmla="*/ 6557 h 24590"/>
                <a:gd name="connsiteX14" fmla="*/ 6557 w 13114"/>
                <a:gd name="connsiteY14" fmla="*/ 9836 h 24590"/>
                <a:gd name="connsiteX15" fmla="*/ 9836 w 13114"/>
                <a:gd name="connsiteY15" fmla="*/ 6557 h 24590"/>
                <a:gd name="connsiteX16" fmla="*/ 11475 w 13114"/>
                <a:gd name="connsiteY16" fmla="*/ 3279 h 24590"/>
                <a:gd name="connsiteX17" fmla="*/ 13115 w 13114"/>
                <a:gd name="connsiteY17" fmla="*/ 6557 h 24590"/>
                <a:gd name="connsiteX18" fmla="*/ 13115 w 13114"/>
                <a:gd name="connsiteY18" fmla="*/ 9836 h 24590"/>
                <a:gd name="connsiteX19" fmla="*/ 13115 w 13114"/>
                <a:gd name="connsiteY19" fmla="*/ 13114 h 24590"/>
                <a:gd name="connsiteX20" fmla="*/ 13115 w 13114"/>
                <a:gd name="connsiteY20" fmla="*/ 18033 h 24590"/>
                <a:gd name="connsiteX21" fmla="*/ 11475 w 13114"/>
                <a:gd name="connsiteY21" fmla="*/ 21311 h 24590"/>
                <a:gd name="connsiteX22" fmla="*/ 8197 w 13114"/>
                <a:gd name="connsiteY22" fmla="*/ 22951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114" h="24590">
                  <a:moveTo>
                    <a:pt x="6557" y="24590"/>
                  </a:moveTo>
                  <a:lnTo>
                    <a:pt x="3279" y="22951"/>
                  </a:lnTo>
                  <a:lnTo>
                    <a:pt x="6557" y="22951"/>
                  </a:lnTo>
                  <a:lnTo>
                    <a:pt x="9836" y="19672"/>
                  </a:lnTo>
                  <a:lnTo>
                    <a:pt x="6557" y="21311"/>
                  </a:lnTo>
                  <a:lnTo>
                    <a:pt x="3279" y="18033"/>
                  </a:lnTo>
                  <a:lnTo>
                    <a:pt x="1639" y="14754"/>
                  </a:lnTo>
                  <a:lnTo>
                    <a:pt x="3279" y="11475"/>
                  </a:lnTo>
                  <a:lnTo>
                    <a:pt x="0" y="8197"/>
                  </a:lnTo>
                  <a:lnTo>
                    <a:pt x="3279" y="4918"/>
                  </a:lnTo>
                  <a:lnTo>
                    <a:pt x="6557" y="1639"/>
                  </a:lnTo>
                  <a:lnTo>
                    <a:pt x="9836" y="0"/>
                  </a:lnTo>
                  <a:lnTo>
                    <a:pt x="9836" y="3279"/>
                  </a:lnTo>
                  <a:lnTo>
                    <a:pt x="6557" y="6557"/>
                  </a:lnTo>
                  <a:lnTo>
                    <a:pt x="6557" y="9836"/>
                  </a:lnTo>
                  <a:lnTo>
                    <a:pt x="9836" y="6557"/>
                  </a:lnTo>
                  <a:lnTo>
                    <a:pt x="11475" y="3279"/>
                  </a:lnTo>
                  <a:lnTo>
                    <a:pt x="13115" y="6557"/>
                  </a:lnTo>
                  <a:lnTo>
                    <a:pt x="13115" y="9836"/>
                  </a:lnTo>
                  <a:lnTo>
                    <a:pt x="13115" y="13114"/>
                  </a:lnTo>
                  <a:lnTo>
                    <a:pt x="13115" y="18033"/>
                  </a:lnTo>
                  <a:lnTo>
                    <a:pt x="11475" y="21311"/>
                  </a:lnTo>
                  <a:lnTo>
                    <a:pt x="8197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33" name="Freeform 3832">
              <a:extLst>
                <a:ext uri="{FF2B5EF4-FFF2-40B4-BE49-F238E27FC236}">
                  <a16:creationId xmlns:a16="http://schemas.microsoft.com/office/drawing/2014/main" id="{8A5AA54F-0961-C449-967B-955B162863D6}"/>
                </a:ext>
              </a:extLst>
            </p:cNvPr>
            <p:cNvSpPr/>
            <p:nvPr/>
          </p:nvSpPr>
          <p:spPr>
            <a:xfrm>
              <a:off x="2468147" y="3014902"/>
              <a:ext cx="8196" cy="4918"/>
            </a:xfrm>
            <a:custGeom>
              <a:avLst/>
              <a:gdLst>
                <a:gd name="connsiteX0" fmla="*/ 0 w 8196"/>
                <a:gd name="connsiteY0" fmla="*/ 4918 h 4918"/>
                <a:gd name="connsiteX1" fmla="*/ 0 w 8196"/>
                <a:gd name="connsiteY1" fmla="*/ 1639 h 4918"/>
                <a:gd name="connsiteX2" fmla="*/ 3279 w 8196"/>
                <a:gd name="connsiteY2" fmla="*/ 0 h 4918"/>
                <a:gd name="connsiteX3" fmla="*/ 8197 w 8196"/>
                <a:gd name="connsiteY3" fmla="*/ 1639 h 4918"/>
                <a:gd name="connsiteX4" fmla="*/ 3279 w 8196"/>
                <a:gd name="connsiteY4" fmla="*/ 3279 h 4918"/>
                <a:gd name="connsiteX5" fmla="*/ 0 w 8196"/>
                <a:gd name="connsiteY5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4918">
                  <a:moveTo>
                    <a:pt x="0" y="4918"/>
                  </a:moveTo>
                  <a:lnTo>
                    <a:pt x="0" y="1639"/>
                  </a:lnTo>
                  <a:lnTo>
                    <a:pt x="3279" y="0"/>
                  </a:lnTo>
                  <a:lnTo>
                    <a:pt x="8197" y="1639"/>
                  </a:lnTo>
                  <a:lnTo>
                    <a:pt x="3279" y="3279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34" name="Freeform 3833">
              <a:extLst>
                <a:ext uri="{FF2B5EF4-FFF2-40B4-BE49-F238E27FC236}">
                  <a16:creationId xmlns:a16="http://schemas.microsoft.com/office/drawing/2014/main" id="{5179E96F-7291-4B48-8A6B-42A71AA51C1E}"/>
                </a:ext>
              </a:extLst>
            </p:cNvPr>
            <p:cNvSpPr/>
            <p:nvPr/>
          </p:nvSpPr>
          <p:spPr>
            <a:xfrm>
              <a:off x="2464869" y="2934574"/>
              <a:ext cx="29508" cy="45901"/>
            </a:xfrm>
            <a:custGeom>
              <a:avLst/>
              <a:gdLst>
                <a:gd name="connsiteX0" fmla="*/ 19672 w 29508"/>
                <a:gd name="connsiteY0" fmla="*/ 45901 h 45901"/>
                <a:gd name="connsiteX1" fmla="*/ 16393 w 29508"/>
                <a:gd name="connsiteY1" fmla="*/ 42623 h 45901"/>
                <a:gd name="connsiteX2" fmla="*/ 13115 w 29508"/>
                <a:gd name="connsiteY2" fmla="*/ 39344 h 45901"/>
                <a:gd name="connsiteX3" fmla="*/ 16393 w 29508"/>
                <a:gd name="connsiteY3" fmla="*/ 37705 h 45901"/>
                <a:gd name="connsiteX4" fmla="*/ 21311 w 29508"/>
                <a:gd name="connsiteY4" fmla="*/ 34426 h 45901"/>
                <a:gd name="connsiteX5" fmla="*/ 21311 w 29508"/>
                <a:gd name="connsiteY5" fmla="*/ 31147 h 45901"/>
                <a:gd name="connsiteX6" fmla="*/ 21311 w 29508"/>
                <a:gd name="connsiteY6" fmla="*/ 26229 h 45901"/>
                <a:gd name="connsiteX7" fmla="*/ 22951 w 29508"/>
                <a:gd name="connsiteY7" fmla="*/ 22951 h 45901"/>
                <a:gd name="connsiteX8" fmla="*/ 24590 w 29508"/>
                <a:gd name="connsiteY8" fmla="*/ 19672 h 45901"/>
                <a:gd name="connsiteX9" fmla="*/ 26229 w 29508"/>
                <a:gd name="connsiteY9" fmla="*/ 14754 h 45901"/>
                <a:gd name="connsiteX10" fmla="*/ 21311 w 29508"/>
                <a:gd name="connsiteY10" fmla="*/ 14754 h 45901"/>
                <a:gd name="connsiteX11" fmla="*/ 19672 w 29508"/>
                <a:gd name="connsiteY11" fmla="*/ 9836 h 45901"/>
                <a:gd name="connsiteX12" fmla="*/ 18033 w 29508"/>
                <a:gd name="connsiteY12" fmla="*/ 6557 h 45901"/>
                <a:gd name="connsiteX13" fmla="*/ 16393 w 29508"/>
                <a:gd name="connsiteY13" fmla="*/ 3279 h 45901"/>
                <a:gd name="connsiteX14" fmla="*/ 11475 w 29508"/>
                <a:gd name="connsiteY14" fmla="*/ 3279 h 45901"/>
                <a:gd name="connsiteX15" fmla="*/ 8197 w 29508"/>
                <a:gd name="connsiteY15" fmla="*/ 1639 h 45901"/>
                <a:gd name="connsiteX16" fmla="*/ 4918 w 29508"/>
                <a:gd name="connsiteY16" fmla="*/ 0 h 45901"/>
                <a:gd name="connsiteX17" fmla="*/ 0 w 29508"/>
                <a:gd name="connsiteY17" fmla="*/ 1639 h 45901"/>
                <a:gd name="connsiteX18" fmla="*/ 4918 w 29508"/>
                <a:gd name="connsiteY18" fmla="*/ 0 h 45901"/>
                <a:gd name="connsiteX19" fmla="*/ 8197 w 29508"/>
                <a:gd name="connsiteY19" fmla="*/ 0 h 45901"/>
                <a:gd name="connsiteX20" fmla="*/ 11475 w 29508"/>
                <a:gd name="connsiteY20" fmla="*/ 0 h 45901"/>
                <a:gd name="connsiteX21" fmla="*/ 14754 w 29508"/>
                <a:gd name="connsiteY21" fmla="*/ 1639 h 45901"/>
                <a:gd name="connsiteX22" fmla="*/ 18033 w 29508"/>
                <a:gd name="connsiteY22" fmla="*/ 4918 h 45901"/>
                <a:gd name="connsiteX23" fmla="*/ 21311 w 29508"/>
                <a:gd name="connsiteY23" fmla="*/ 8197 h 45901"/>
                <a:gd name="connsiteX24" fmla="*/ 22951 w 29508"/>
                <a:gd name="connsiteY24" fmla="*/ 13115 h 45901"/>
                <a:gd name="connsiteX25" fmla="*/ 26229 w 29508"/>
                <a:gd name="connsiteY25" fmla="*/ 13115 h 45901"/>
                <a:gd name="connsiteX26" fmla="*/ 29508 w 29508"/>
                <a:gd name="connsiteY26" fmla="*/ 16393 h 45901"/>
                <a:gd name="connsiteX27" fmla="*/ 29508 w 29508"/>
                <a:gd name="connsiteY27" fmla="*/ 21311 h 45901"/>
                <a:gd name="connsiteX28" fmla="*/ 29508 w 29508"/>
                <a:gd name="connsiteY28" fmla="*/ 24590 h 45901"/>
                <a:gd name="connsiteX29" fmla="*/ 26229 w 29508"/>
                <a:gd name="connsiteY29" fmla="*/ 27869 h 45901"/>
                <a:gd name="connsiteX30" fmla="*/ 22951 w 29508"/>
                <a:gd name="connsiteY30" fmla="*/ 31147 h 45901"/>
                <a:gd name="connsiteX31" fmla="*/ 21311 w 29508"/>
                <a:gd name="connsiteY31" fmla="*/ 36065 h 45901"/>
                <a:gd name="connsiteX32" fmla="*/ 21311 w 29508"/>
                <a:gd name="connsiteY32" fmla="*/ 39344 h 45901"/>
                <a:gd name="connsiteX33" fmla="*/ 21311 w 29508"/>
                <a:gd name="connsiteY33" fmla="*/ 42623 h 4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9508" h="45901">
                  <a:moveTo>
                    <a:pt x="19672" y="45901"/>
                  </a:moveTo>
                  <a:lnTo>
                    <a:pt x="16393" y="42623"/>
                  </a:lnTo>
                  <a:lnTo>
                    <a:pt x="13115" y="39344"/>
                  </a:lnTo>
                  <a:lnTo>
                    <a:pt x="16393" y="37705"/>
                  </a:lnTo>
                  <a:lnTo>
                    <a:pt x="21311" y="34426"/>
                  </a:lnTo>
                  <a:lnTo>
                    <a:pt x="21311" y="31147"/>
                  </a:lnTo>
                  <a:lnTo>
                    <a:pt x="21311" y="26229"/>
                  </a:lnTo>
                  <a:lnTo>
                    <a:pt x="22951" y="22951"/>
                  </a:lnTo>
                  <a:lnTo>
                    <a:pt x="24590" y="19672"/>
                  </a:lnTo>
                  <a:lnTo>
                    <a:pt x="26229" y="14754"/>
                  </a:lnTo>
                  <a:lnTo>
                    <a:pt x="21311" y="14754"/>
                  </a:lnTo>
                  <a:lnTo>
                    <a:pt x="19672" y="9836"/>
                  </a:lnTo>
                  <a:lnTo>
                    <a:pt x="18033" y="6557"/>
                  </a:lnTo>
                  <a:lnTo>
                    <a:pt x="16393" y="3279"/>
                  </a:lnTo>
                  <a:lnTo>
                    <a:pt x="11475" y="3279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4918" y="0"/>
                  </a:lnTo>
                  <a:lnTo>
                    <a:pt x="8197" y="0"/>
                  </a:lnTo>
                  <a:lnTo>
                    <a:pt x="11475" y="0"/>
                  </a:lnTo>
                  <a:lnTo>
                    <a:pt x="14754" y="1639"/>
                  </a:lnTo>
                  <a:lnTo>
                    <a:pt x="18033" y="4918"/>
                  </a:lnTo>
                  <a:lnTo>
                    <a:pt x="21311" y="8197"/>
                  </a:lnTo>
                  <a:lnTo>
                    <a:pt x="22951" y="13115"/>
                  </a:lnTo>
                  <a:lnTo>
                    <a:pt x="26229" y="13115"/>
                  </a:lnTo>
                  <a:lnTo>
                    <a:pt x="29508" y="16393"/>
                  </a:lnTo>
                  <a:lnTo>
                    <a:pt x="29508" y="21311"/>
                  </a:lnTo>
                  <a:lnTo>
                    <a:pt x="29508" y="24590"/>
                  </a:lnTo>
                  <a:lnTo>
                    <a:pt x="26229" y="27869"/>
                  </a:lnTo>
                  <a:lnTo>
                    <a:pt x="22951" y="31147"/>
                  </a:lnTo>
                  <a:lnTo>
                    <a:pt x="21311" y="36065"/>
                  </a:lnTo>
                  <a:lnTo>
                    <a:pt x="21311" y="39344"/>
                  </a:lnTo>
                  <a:lnTo>
                    <a:pt x="21311" y="4262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35" name="Freeform 3834">
              <a:extLst>
                <a:ext uri="{FF2B5EF4-FFF2-40B4-BE49-F238E27FC236}">
                  <a16:creationId xmlns:a16="http://schemas.microsoft.com/office/drawing/2014/main" id="{E041BD2C-9D52-9E43-9688-49AF0362D667}"/>
                </a:ext>
              </a:extLst>
            </p:cNvPr>
            <p:cNvSpPr/>
            <p:nvPr/>
          </p:nvSpPr>
          <p:spPr>
            <a:xfrm>
              <a:off x="2499295" y="2995230"/>
              <a:ext cx="19671" cy="37704"/>
            </a:xfrm>
            <a:custGeom>
              <a:avLst/>
              <a:gdLst>
                <a:gd name="connsiteX0" fmla="*/ 4918 w 19671"/>
                <a:gd name="connsiteY0" fmla="*/ 6557 h 37704"/>
                <a:gd name="connsiteX1" fmla="*/ 1639 w 19671"/>
                <a:gd name="connsiteY1" fmla="*/ 4918 h 37704"/>
                <a:gd name="connsiteX2" fmla="*/ 0 w 19671"/>
                <a:gd name="connsiteY2" fmla="*/ 0 h 37704"/>
                <a:gd name="connsiteX3" fmla="*/ 3279 w 19671"/>
                <a:gd name="connsiteY3" fmla="*/ 3279 h 37704"/>
                <a:gd name="connsiteX4" fmla="*/ 6557 w 19671"/>
                <a:gd name="connsiteY4" fmla="*/ 6557 h 37704"/>
                <a:gd name="connsiteX5" fmla="*/ 9836 w 19671"/>
                <a:gd name="connsiteY5" fmla="*/ 8197 h 37704"/>
                <a:gd name="connsiteX6" fmla="*/ 14754 w 19671"/>
                <a:gd name="connsiteY6" fmla="*/ 11475 h 37704"/>
                <a:gd name="connsiteX7" fmla="*/ 18033 w 19671"/>
                <a:gd name="connsiteY7" fmla="*/ 14754 h 37704"/>
                <a:gd name="connsiteX8" fmla="*/ 19672 w 19671"/>
                <a:gd name="connsiteY8" fmla="*/ 19672 h 37704"/>
                <a:gd name="connsiteX9" fmla="*/ 19672 w 19671"/>
                <a:gd name="connsiteY9" fmla="*/ 22951 h 37704"/>
                <a:gd name="connsiteX10" fmla="*/ 18033 w 19671"/>
                <a:gd name="connsiteY10" fmla="*/ 26229 h 37704"/>
                <a:gd name="connsiteX11" fmla="*/ 18033 w 19671"/>
                <a:gd name="connsiteY11" fmla="*/ 31148 h 37704"/>
                <a:gd name="connsiteX12" fmla="*/ 14754 w 19671"/>
                <a:gd name="connsiteY12" fmla="*/ 34426 h 37704"/>
                <a:gd name="connsiteX13" fmla="*/ 14754 w 19671"/>
                <a:gd name="connsiteY13" fmla="*/ 37705 h 37704"/>
                <a:gd name="connsiteX14" fmla="*/ 13114 w 19671"/>
                <a:gd name="connsiteY14" fmla="*/ 34426 h 37704"/>
                <a:gd name="connsiteX15" fmla="*/ 16393 w 19671"/>
                <a:gd name="connsiteY15" fmla="*/ 31148 h 37704"/>
                <a:gd name="connsiteX16" fmla="*/ 14754 w 19671"/>
                <a:gd name="connsiteY16" fmla="*/ 26229 h 37704"/>
                <a:gd name="connsiteX17" fmla="*/ 18033 w 19671"/>
                <a:gd name="connsiteY17" fmla="*/ 22951 h 37704"/>
                <a:gd name="connsiteX18" fmla="*/ 18033 w 19671"/>
                <a:gd name="connsiteY18" fmla="*/ 19672 h 37704"/>
                <a:gd name="connsiteX19" fmla="*/ 14754 w 19671"/>
                <a:gd name="connsiteY19" fmla="*/ 14754 h 37704"/>
                <a:gd name="connsiteX20" fmla="*/ 13114 w 19671"/>
                <a:gd name="connsiteY20" fmla="*/ 11475 h 37704"/>
                <a:gd name="connsiteX21" fmla="*/ 9836 w 19671"/>
                <a:gd name="connsiteY21" fmla="*/ 9836 h 37704"/>
                <a:gd name="connsiteX22" fmla="*/ 6557 w 19671"/>
                <a:gd name="connsiteY22" fmla="*/ 6557 h 37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671" h="37704">
                  <a:moveTo>
                    <a:pt x="4918" y="6557"/>
                  </a:moveTo>
                  <a:lnTo>
                    <a:pt x="1639" y="4918"/>
                  </a:lnTo>
                  <a:lnTo>
                    <a:pt x="0" y="0"/>
                  </a:lnTo>
                  <a:lnTo>
                    <a:pt x="3279" y="3279"/>
                  </a:lnTo>
                  <a:lnTo>
                    <a:pt x="6557" y="6557"/>
                  </a:lnTo>
                  <a:lnTo>
                    <a:pt x="9836" y="8197"/>
                  </a:lnTo>
                  <a:lnTo>
                    <a:pt x="14754" y="11475"/>
                  </a:lnTo>
                  <a:lnTo>
                    <a:pt x="18033" y="14754"/>
                  </a:lnTo>
                  <a:lnTo>
                    <a:pt x="19672" y="19672"/>
                  </a:lnTo>
                  <a:lnTo>
                    <a:pt x="19672" y="22951"/>
                  </a:lnTo>
                  <a:lnTo>
                    <a:pt x="18033" y="26229"/>
                  </a:lnTo>
                  <a:lnTo>
                    <a:pt x="18033" y="31148"/>
                  </a:lnTo>
                  <a:lnTo>
                    <a:pt x="14754" y="34426"/>
                  </a:lnTo>
                  <a:lnTo>
                    <a:pt x="14754" y="37705"/>
                  </a:lnTo>
                  <a:lnTo>
                    <a:pt x="13114" y="34426"/>
                  </a:lnTo>
                  <a:lnTo>
                    <a:pt x="16393" y="31148"/>
                  </a:lnTo>
                  <a:lnTo>
                    <a:pt x="14754" y="26229"/>
                  </a:lnTo>
                  <a:lnTo>
                    <a:pt x="18033" y="22951"/>
                  </a:lnTo>
                  <a:lnTo>
                    <a:pt x="18033" y="19672"/>
                  </a:lnTo>
                  <a:lnTo>
                    <a:pt x="14754" y="14754"/>
                  </a:lnTo>
                  <a:lnTo>
                    <a:pt x="13114" y="11475"/>
                  </a:lnTo>
                  <a:lnTo>
                    <a:pt x="9836" y="9836"/>
                  </a:lnTo>
                  <a:lnTo>
                    <a:pt x="6557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36" name="Freeform 3835">
              <a:extLst>
                <a:ext uri="{FF2B5EF4-FFF2-40B4-BE49-F238E27FC236}">
                  <a16:creationId xmlns:a16="http://schemas.microsoft.com/office/drawing/2014/main" id="{E7C12911-11F4-F145-8A26-6F98A5C38F9E}"/>
                </a:ext>
              </a:extLst>
            </p:cNvPr>
            <p:cNvSpPr/>
            <p:nvPr/>
          </p:nvSpPr>
          <p:spPr>
            <a:xfrm>
              <a:off x="2512409" y="3077197"/>
              <a:ext cx="9836" cy="9836"/>
            </a:xfrm>
            <a:custGeom>
              <a:avLst/>
              <a:gdLst>
                <a:gd name="connsiteX0" fmla="*/ 1639 w 9836"/>
                <a:gd name="connsiteY0" fmla="*/ 0 h 9836"/>
                <a:gd name="connsiteX1" fmla="*/ 4918 w 9836"/>
                <a:gd name="connsiteY1" fmla="*/ 1639 h 9836"/>
                <a:gd name="connsiteX2" fmla="*/ 6557 w 9836"/>
                <a:gd name="connsiteY2" fmla="*/ 4918 h 9836"/>
                <a:gd name="connsiteX3" fmla="*/ 9836 w 9836"/>
                <a:gd name="connsiteY3" fmla="*/ 9836 h 9836"/>
                <a:gd name="connsiteX4" fmla="*/ 6557 w 9836"/>
                <a:gd name="connsiteY4" fmla="*/ 6557 h 9836"/>
                <a:gd name="connsiteX5" fmla="*/ 3279 w 9836"/>
                <a:gd name="connsiteY5" fmla="*/ 4918 h 9836"/>
                <a:gd name="connsiteX6" fmla="*/ 0 w 9836"/>
                <a:gd name="connsiteY6" fmla="*/ 0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9836">
                  <a:moveTo>
                    <a:pt x="1639" y="0"/>
                  </a:moveTo>
                  <a:lnTo>
                    <a:pt x="4918" y="1639"/>
                  </a:lnTo>
                  <a:lnTo>
                    <a:pt x="6557" y="4918"/>
                  </a:lnTo>
                  <a:lnTo>
                    <a:pt x="9836" y="9836"/>
                  </a:lnTo>
                  <a:lnTo>
                    <a:pt x="6557" y="6557"/>
                  </a:lnTo>
                  <a:lnTo>
                    <a:pt x="3279" y="49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37" name="Freeform 3836">
              <a:extLst>
                <a:ext uri="{FF2B5EF4-FFF2-40B4-BE49-F238E27FC236}">
                  <a16:creationId xmlns:a16="http://schemas.microsoft.com/office/drawing/2014/main" id="{4FD1EE1C-31D3-1C48-AEAA-F90D33D52654}"/>
                </a:ext>
              </a:extLst>
            </p:cNvPr>
            <p:cNvSpPr/>
            <p:nvPr/>
          </p:nvSpPr>
          <p:spPr>
            <a:xfrm>
              <a:off x="2527163" y="3088672"/>
              <a:ext cx="3278" cy="16393"/>
            </a:xfrm>
            <a:custGeom>
              <a:avLst/>
              <a:gdLst>
                <a:gd name="connsiteX0" fmla="*/ 3279 w 3278"/>
                <a:gd name="connsiteY0" fmla="*/ 0 h 16393"/>
                <a:gd name="connsiteX1" fmla="*/ 0 w 3278"/>
                <a:gd name="connsiteY1" fmla="*/ 0 h 16393"/>
                <a:gd name="connsiteX2" fmla="*/ 3279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3279" y="0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38" name="Freeform 3837">
              <a:extLst>
                <a:ext uri="{FF2B5EF4-FFF2-40B4-BE49-F238E27FC236}">
                  <a16:creationId xmlns:a16="http://schemas.microsoft.com/office/drawing/2014/main" id="{5B1DB97A-C0FA-F74B-9EF7-35DD5F9ED865}"/>
                </a:ext>
              </a:extLst>
            </p:cNvPr>
            <p:cNvSpPr/>
            <p:nvPr/>
          </p:nvSpPr>
          <p:spPr>
            <a:xfrm>
              <a:off x="2533721" y="3032934"/>
              <a:ext cx="8196" cy="24590"/>
            </a:xfrm>
            <a:custGeom>
              <a:avLst/>
              <a:gdLst>
                <a:gd name="connsiteX0" fmla="*/ 3279 w 8196"/>
                <a:gd name="connsiteY0" fmla="*/ 24590 h 24590"/>
                <a:gd name="connsiteX1" fmla="*/ 3279 w 8196"/>
                <a:gd name="connsiteY1" fmla="*/ 22951 h 24590"/>
                <a:gd name="connsiteX2" fmla="*/ 6557 w 8196"/>
                <a:gd name="connsiteY2" fmla="*/ 19672 h 24590"/>
                <a:gd name="connsiteX3" fmla="*/ 3279 w 8196"/>
                <a:gd name="connsiteY3" fmla="*/ 16393 h 24590"/>
                <a:gd name="connsiteX4" fmla="*/ 3279 w 8196"/>
                <a:gd name="connsiteY4" fmla="*/ 11475 h 24590"/>
                <a:gd name="connsiteX5" fmla="*/ 1639 w 8196"/>
                <a:gd name="connsiteY5" fmla="*/ 8197 h 24590"/>
                <a:gd name="connsiteX6" fmla="*/ 0 w 8196"/>
                <a:gd name="connsiteY6" fmla="*/ 4918 h 24590"/>
                <a:gd name="connsiteX7" fmla="*/ 0 w 8196"/>
                <a:gd name="connsiteY7" fmla="*/ 0 h 24590"/>
                <a:gd name="connsiteX8" fmla="*/ 1639 w 8196"/>
                <a:gd name="connsiteY8" fmla="*/ 4918 h 24590"/>
                <a:gd name="connsiteX9" fmla="*/ 1639 w 8196"/>
                <a:gd name="connsiteY9" fmla="*/ 8197 h 24590"/>
                <a:gd name="connsiteX10" fmla="*/ 3279 w 8196"/>
                <a:gd name="connsiteY10" fmla="*/ 11475 h 24590"/>
                <a:gd name="connsiteX11" fmla="*/ 6557 w 8196"/>
                <a:gd name="connsiteY11" fmla="*/ 16393 h 24590"/>
                <a:gd name="connsiteX12" fmla="*/ 8197 w 8196"/>
                <a:gd name="connsiteY12" fmla="*/ 19672 h 24590"/>
                <a:gd name="connsiteX13" fmla="*/ 6557 w 8196"/>
                <a:gd name="connsiteY13" fmla="*/ 22951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196" h="24590">
                  <a:moveTo>
                    <a:pt x="3279" y="24590"/>
                  </a:moveTo>
                  <a:lnTo>
                    <a:pt x="3279" y="22951"/>
                  </a:lnTo>
                  <a:lnTo>
                    <a:pt x="6557" y="19672"/>
                  </a:lnTo>
                  <a:lnTo>
                    <a:pt x="3279" y="16393"/>
                  </a:lnTo>
                  <a:lnTo>
                    <a:pt x="3279" y="11475"/>
                  </a:lnTo>
                  <a:lnTo>
                    <a:pt x="1639" y="8197"/>
                  </a:lnTo>
                  <a:lnTo>
                    <a:pt x="0" y="4918"/>
                  </a:lnTo>
                  <a:lnTo>
                    <a:pt x="0" y="0"/>
                  </a:lnTo>
                  <a:lnTo>
                    <a:pt x="1639" y="4918"/>
                  </a:lnTo>
                  <a:lnTo>
                    <a:pt x="1639" y="8197"/>
                  </a:lnTo>
                  <a:lnTo>
                    <a:pt x="3279" y="11475"/>
                  </a:lnTo>
                  <a:lnTo>
                    <a:pt x="6557" y="16393"/>
                  </a:lnTo>
                  <a:lnTo>
                    <a:pt x="8197" y="19672"/>
                  </a:lnTo>
                  <a:lnTo>
                    <a:pt x="6557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39" name="Freeform 3838">
              <a:extLst>
                <a:ext uri="{FF2B5EF4-FFF2-40B4-BE49-F238E27FC236}">
                  <a16:creationId xmlns:a16="http://schemas.microsoft.com/office/drawing/2014/main" id="{EE95BEBB-AF83-3246-A98A-2FCBFA99D0EE}"/>
                </a:ext>
              </a:extLst>
            </p:cNvPr>
            <p:cNvSpPr/>
            <p:nvPr/>
          </p:nvSpPr>
          <p:spPr>
            <a:xfrm>
              <a:off x="2540278" y="3077197"/>
              <a:ext cx="13114" cy="34426"/>
            </a:xfrm>
            <a:custGeom>
              <a:avLst/>
              <a:gdLst>
                <a:gd name="connsiteX0" fmla="*/ 0 w 13114"/>
                <a:gd name="connsiteY0" fmla="*/ 0 h 34426"/>
                <a:gd name="connsiteX1" fmla="*/ 1639 w 13114"/>
                <a:gd name="connsiteY1" fmla="*/ 1639 h 34426"/>
                <a:gd name="connsiteX2" fmla="*/ 3279 w 13114"/>
                <a:gd name="connsiteY2" fmla="*/ 6557 h 34426"/>
                <a:gd name="connsiteX3" fmla="*/ 3279 w 13114"/>
                <a:gd name="connsiteY3" fmla="*/ 9836 h 34426"/>
                <a:gd name="connsiteX4" fmla="*/ 4918 w 13114"/>
                <a:gd name="connsiteY4" fmla="*/ 14754 h 34426"/>
                <a:gd name="connsiteX5" fmla="*/ 6557 w 13114"/>
                <a:gd name="connsiteY5" fmla="*/ 18033 h 34426"/>
                <a:gd name="connsiteX6" fmla="*/ 4918 w 13114"/>
                <a:gd name="connsiteY6" fmla="*/ 21311 h 34426"/>
                <a:gd name="connsiteX7" fmla="*/ 6557 w 13114"/>
                <a:gd name="connsiteY7" fmla="*/ 24590 h 34426"/>
                <a:gd name="connsiteX8" fmla="*/ 11475 w 13114"/>
                <a:gd name="connsiteY8" fmla="*/ 26229 h 34426"/>
                <a:gd name="connsiteX9" fmla="*/ 13114 w 13114"/>
                <a:gd name="connsiteY9" fmla="*/ 29508 h 34426"/>
                <a:gd name="connsiteX10" fmla="*/ 11475 w 13114"/>
                <a:gd name="connsiteY10" fmla="*/ 34426 h 34426"/>
                <a:gd name="connsiteX11" fmla="*/ 9836 w 13114"/>
                <a:gd name="connsiteY11" fmla="*/ 29508 h 34426"/>
                <a:gd name="connsiteX12" fmla="*/ 6557 w 13114"/>
                <a:gd name="connsiteY12" fmla="*/ 26229 h 34426"/>
                <a:gd name="connsiteX13" fmla="*/ 3279 w 13114"/>
                <a:gd name="connsiteY13" fmla="*/ 24590 h 34426"/>
                <a:gd name="connsiteX14" fmla="*/ 0 w 13114"/>
                <a:gd name="connsiteY14" fmla="*/ 21311 h 34426"/>
                <a:gd name="connsiteX15" fmla="*/ 4918 w 13114"/>
                <a:gd name="connsiteY15" fmla="*/ 22951 h 34426"/>
                <a:gd name="connsiteX16" fmla="*/ 3279 w 13114"/>
                <a:gd name="connsiteY16" fmla="*/ 19672 h 34426"/>
                <a:gd name="connsiteX17" fmla="*/ 4918 w 13114"/>
                <a:gd name="connsiteY17" fmla="*/ 16393 h 34426"/>
                <a:gd name="connsiteX18" fmla="*/ 3279 w 13114"/>
                <a:gd name="connsiteY18" fmla="*/ 11475 h 34426"/>
                <a:gd name="connsiteX19" fmla="*/ 0 w 13114"/>
                <a:gd name="connsiteY19" fmla="*/ 8197 h 34426"/>
                <a:gd name="connsiteX20" fmla="*/ 0 w 13114"/>
                <a:gd name="connsiteY20" fmla="*/ 4918 h 3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114" h="34426">
                  <a:moveTo>
                    <a:pt x="0" y="0"/>
                  </a:moveTo>
                  <a:lnTo>
                    <a:pt x="1639" y="1639"/>
                  </a:lnTo>
                  <a:lnTo>
                    <a:pt x="3279" y="6557"/>
                  </a:lnTo>
                  <a:lnTo>
                    <a:pt x="3279" y="9836"/>
                  </a:lnTo>
                  <a:lnTo>
                    <a:pt x="4918" y="14754"/>
                  </a:lnTo>
                  <a:lnTo>
                    <a:pt x="6557" y="18033"/>
                  </a:lnTo>
                  <a:lnTo>
                    <a:pt x="4918" y="21311"/>
                  </a:lnTo>
                  <a:lnTo>
                    <a:pt x="6557" y="24590"/>
                  </a:lnTo>
                  <a:lnTo>
                    <a:pt x="11475" y="26229"/>
                  </a:lnTo>
                  <a:lnTo>
                    <a:pt x="13114" y="29508"/>
                  </a:lnTo>
                  <a:lnTo>
                    <a:pt x="11475" y="34426"/>
                  </a:lnTo>
                  <a:lnTo>
                    <a:pt x="9836" y="29508"/>
                  </a:lnTo>
                  <a:lnTo>
                    <a:pt x="6557" y="26229"/>
                  </a:lnTo>
                  <a:lnTo>
                    <a:pt x="3279" y="24590"/>
                  </a:lnTo>
                  <a:lnTo>
                    <a:pt x="0" y="21311"/>
                  </a:lnTo>
                  <a:lnTo>
                    <a:pt x="4918" y="22951"/>
                  </a:lnTo>
                  <a:lnTo>
                    <a:pt x="3279" y="19672"/>
                  </a:lnTo>
                  <a:lnTo>
                    <a:pt x="4918" y="16393"/>
                  </a:lnTo>
                  <a:lnTo>
                    <a:pt x="3279" y="11475"/>
                  </a:lnTo>
                  <a:lnTo>
                    <a:pt x="0" y="8197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40" name="Freeform 3839">
              <a:extLst>
                <a:ext uri="{FF2B5EF4-FFF2-40B4-BE49-F238E27FC236}">
                  <a16:creationId xmlns:a16="http://schemas.microsoft.com/office/drawing/2014/main" id="{A9C75E87-2833-1D44-93E2-953379D0AF78}"/>
                </a:ext>
              </a:extLst>
            </p:cNvPr>
            <p:cNvSpPr/>
            <p:nvPr/>
          </p:nvSpPr>
          <p:spPr>
            <a:xfrm>
              <a:off x="2555032" y="3075557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0 w 3278"/>
                <a:gd name="connsiteY1" fmla="*/ 3279 h 3278"/>
                <a:gd name="connsiteX2" fmla="*/ 3279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0" y="327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41" name="Freeform 3840">
              <a:extLst>
                <a:ext uri="{FF2B5EF4-FFF2-40B4-BE49-F238E27FC236}">
                  <a16:creationId xmlns:a16="http://schemas.microsoft.com/office/drawing/2014/main" id="{43F6C4A5-AB51-084F-A636-DF8B97F076C7}"/>
                </a:ext>
              </a:extLst>
            </p:cNvPr>
            <p:cNvSpPr/>
            <p:nvPr/>
          </p:nvSpPr>
          <p:spPr>
            <a:xfrm>
              <a:off x="2571426" y="3119819"/>
              <a:ext cx="18032" cy="22950"/>
            </a:xfrm>
            <a:custGeom>
              <a:avLst/>
              <a:gdLst>
                <a:gd name="connsiteX0" fmla="*/ 0 w 18032"/>
                <a:gd name="connsiteY0" fmla="*/ 22951 h 22950"/>
                <a:gd name="connsiteX1" fmla="*/ 1639 w 18032"/>
                <a:gd name="connsiteY1" fmla="*/ 21311 h 22950"/>
                <a:gd name="connsiteX2" fmla="*/ 4918 w 18032"/>
                <a:gd name="connsiteY2" fmla="*/ 16393 h 22950"/>
                <a:gd name="connsiteX3" fmla="*/ 8197 w 18032"/>
                <a:gd name="connsiteY3" fmla="*/ 14754 h 22950"/>
                <a:gd name="connsiteX4" fmla="*/ 13115 w 18032"/>
                <a:gd name="connsiteY4" fmla="*/ 11475 h 22950"/>
                <a:gd name="connsiteX5" fmla="*/ 16393 w 18032"/>
                <a:gd name="connsiteY5" fmla="*/ 8197 h 22950"/>
                <a:gd name="connsiteX6" fmla="*/ 13115 w 18032"/>
                <a:gd name="connsiteY6" fmla="*/ 4918 h 22950"/>
                <a:gd name="connsiteX7" fmla="*/ 11475 w 18032"/>
                <a:gd name="connsiteY7" fmla="*/ 1639 h 22950"/>
                <a:gd name="connsiteX8" fmla="*/ 14754 w 18032"/>
                <a:gd name="connsiteY8" fmla="*/ 0 h 22950"/>
                <a:gd name="connsiteX9" fmla="*/ 18033 w 18032"/>
                <a:gd name="connsiteY9" fmla="*/ 4918 h 22950"/>
                <a:gd name="connsiteX10" fmla="*/ 18033 w 18032"/>
                <a:gd name="connsiteY10" fmla="*/ 8197 h 22950"/>
                <a:gd name="connsiteX11" fmla="*/ 14754 w 18032"/>
                <a:gd name="connsiteY11" fmla="*/ 11475 h 22950"/>
                <a:gd name="connsiteX12" fmla="*/ 11475 w 18032"/>
                <a:gd name="connsiteY12" fmla="*/ 14754 h 22950"/>
                <a:gd name="connsiteX13" fmla="*/ 8197 w 18032"/>
                <a:gd name="connsiteY13" fmla="*/ 18033 h 22950"/>
                <a:gd name="connsiteX14" fmla="*/ 4918 w 18032"/>
                <a:gd name="connsiteY14" fmla="*/ 19672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032" h="22950">
                  <a:moveTo>
                    <a:pt x="0" y="22951"/>
                  </a:moveTo>
                  <a:lnTo>
                    <a:pt x="1639" y="21311"/>
                  </a:lnTo>
                  <a:lnTo>
                    <a:pt x="4918" y="16393"/>
                  </a:lnTo>
                  <a:lnTo>
                    <a:pt x="8197" y="14754"/>
                  </a:lnTo>
                  <a:lnTo>
                    <a:pt x="13115" y="11475"/>
                  </a:lnTo>
                  <a:lnTo>
                    <a:pt x="16393" y="8197"/>
                  </a:lnTo>
                  <a:lnTo>
                    <a:pt x="13115" y="4918"/>
                  </a:lnTo>
                  <a:lnTo>
                    <a:pt x="11475" y="1639"/>
                  </a:lnTo>
                  <a:lnTo>
                    <a:pt x="14754" y="0"/>
                  </a:lnTo>
                  <a:lnTo>
                    <a:pt x="18033" y="4918"/>
                  </a:lnTo>
                  <a:lnTo>
                    <a:pt x="18033" y="8197"/>
                  </a:lnTo>
                  <a:lnTo>
                    <a:pt x="14754" y="11475"/>
                  </a:lnTo>
                  <a:lnTo>
                    <a:pt x="11475" y="14754"/>
                  </a:lnTo>
                  <a:lnTo>
                    <a:pt x="8197" y="18033"/>
                  </a:lnTo>
                  <a:lnTo>
                    <a:pt x="4918" y="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42" name="Freeform 3841">
              <a:extLst>
                <a:ext uri="{FF2B5EF4-FFF2-40B4-BE49-F238E27FC236}">
                  <a16:creationId xmlns:a16="http://schemas.microsoft.com/office/drawing/2014/main" id="{95661B3A-E88D-FB48-9705-B86B0B42151E}"/>
                </a:ext>
              </a:extLst>
            </p:cNvPr>
            <p:cNvSpPr/>
            <p:nvPr/>
          </p:nvSpPr>
          <p:spPr>
            <a:xfrm>
              <a:off x="2569786" y="3059164"/>
              <a:ext cx="6557" cy="6557"/>
            </a:xfrm>
            <a:custGeom>
              <a:avLst/>
              <a:gdLst>
                <a:gd name="connsiteX0" fmla="*/ 1639 w 6557"/>
                <a:gd name="connsiteY0" fmla="*/ 0 h 6557"/>
                <a:gd name="connsiteX1" fmla="*/ 6557 w 6557"/>
                <a:gd name="connsiteY1" fmla="*/ 0 h 6557"/>
                <a:gd name="connsiteX2" fmla="*/ 4918 w 6557"/>
                <a:gd name="connsiteY2" fmla="*/ 3279 h 6557"/>
                <a:gd name="connsiteX3" fmla="*/ 0 w 6557"/>
                <a:gd name="connsiteY3" fmla="*/ 6557 h 6557"/>
                <a:gd name="connsiteX4" fmla="*/ 1639 w 6557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6557">
                  <a:moveTo>
                    <a:pt x="1639" y="0"/>
                  </a:moveTo>
                  <a:lnTo>
                    <a:pt x="6557" y="0"/>
                  </a:lnTo>
                  <a:lnTo>
                    <a:pt x="4918" y="3279"/>
                  </a:lnTo>
                  <a:lnTo>
                    <a:pt x="0" y="6557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43" name="Freeform 3842">
              <a:extLst>
                <a:ext uri="{FF2B5EF4-FFF2-40B4-BE49-F238E27FC236}">
                  <a16:creationId xmlns:a16="http://schemas.microsoft.com/office/drawing/2014/main" id="{003991A7-8812-6841-BB58-7B2EF33BD847}"/>
                </a:ext>
              </a:extLst>
            </p:cNvPr>
            <p:cNvSpPr/>
            <p:nvPr/>
          </p:nvSpPr>
          <p:spPr>
            <a:xfrm>
              <a:off x="2573065" y="3114901"/>
              <a:ext cx="6557" cy="8196"/>
            </a:xfrm>
            <a:custGeom>
              <a:avLst/>
              <a:gdLst>
                <a:gd name="connsiteX0" fmla="*/ 6557 w 6557"/>
                <a:gd name="connsiteY0" fmla="*/ 8197 h 8196"/>
                <a:gd name="connsiteX1" fmla="*/ 3279 w 6557"/>
                <a:gd name="connsiteY1" fmla="*/ 6557 h 8196"/>
                <a:gd name="connsiteX2" fmla="*/ 0 w 6557"/>
                <a:gd name="connsiteY2" fmla="*/ 3279 h 8196"/>
                <a:gd name="connsiteX3" fmla="*/ 0 w 6557"/>
                <a:gd name="connsiteY3" fmla="*/ 0 h 8196"/>
                <a:gd name="connsiteX4" fmla="*/ 3279 w 6557"/>
                <a:gd name="connsiteY4" fmla="*/ 1639 h 8196"/>
                <a:gd name="connsiteX5" fmla="*/ 6557 w 6557"/>
                <a:gd name="connsiteY5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8196">
                  <a:moveTo>
                    <a:pt x="6557" y="8197"/>
                  </a:moveTo>
                  <a:lnTo>
                    <a:pt x="3279" y="6557"/>
                  </a:lnTo>
                  <a:lnTo>
                    <a:pt x="0" y="3279"/>
                  </a:lnTo>
                  <a:lnTo>
                    <a:pt x="0" y="0"/>
                  </a:lnTo>
                  <a:lnTo>
                    <a:pt x="3279" y="1639"/>
                  </a:lnTo>
                  <a:lnTo>
                    <a:pt x="655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44" name="Freeform 3843">
              <a:extLst>
                <a:ext uri="{FF2B5EF4-FFF2-40B4-BE49-F238E27FC236}">
                  <a16:creationId xmlns:a16="http://schemas.microsoft.com/office/drawing/2014/main" id="{DCCA1739-A1B4-6E42-9DCC-FF98C3D88614}"/>
                </a:ext>
              </a:extLst>
            </p:cNvPr>
            <p:cNvSpPr/>
            <p:nvPr/>
          </p:nvSpPr>
          <p:spPr>
            <a:xfrm>
              <a:off x="2989456" y="3644407"/>
              <a:ext cx="39343" cy="34426"/>
            </a:xfrm>
            <a:custGeom>
              <a:avLst/>
              <a:gdLst>
                <a:gd name="connsiteX0" fmla="*/ 0 w 39343"/>
                <a:gd name="connsiteY0" fmla="*/ 34426 h 34426"/>
                <a:gd name="connsiteX1" fmla="*/ 3279 w 39343"/>
                <a:gd name="connsiteY1" fmla="*/ 31148 h 34426"/>
                <a:gd name="connsiteX2" fmla="*/ 8197 w 39343"/>
                <a:gd name="connsiteY2" fmla="*/ 29508 h 34426"/>
                <a:gd name="connsiteX3" fmla="*/ 11475 w 39343"/>
                <a:gd name="connsiteY3" fmla="*/ 27869 h 34426"/>
                <a:gd name="connsiteX4" fmla="*/ 14754 w 39343"/>
                <a:gd name="connsiteY4" fmla="*/ 26229 h 34426"/>
                <a:gd name="connsiteX5" fmla="*/ 18033 w 39343"/>
                <a:gd name="connsiteY5" fmla="*/ 22951 h 34426"/>
                <a:gd name="connsiteX6" fmla="*/ 18033 w 39343"/>
                <a:gd name="connsiteY6" fmla="*/ 18033 h 34426"/>
                <a:gd name="connsiteX7" fmla="*/ 18033 w 39343"/>
                <a:gd name="connsiteY7" fmla="*/ 14754 h 34426"/>
                <a:gd name="connsiteX8" fmla="*/ 18033 w 39343"/>
                <a:gd name="connsiteY8" fmla="*/ 11476 h 34426"/>
                <a:gd name="connsiteX9" fmla="*/ 16393 w 39343"/>
                <a:gd name="connsiteY9" fmla="*/ 6558 h 34426"/>
                <a:gd name="connsiteX10" fmla="*/ 11475 w 39343"/>
                <a:gd name="connsiteY10" fmla="*/ 6558 h 34426"/>
                <a:gd name="connsiteX11" fmla="*/ 16393 w 39343"/>
                <a:gd name="connsiteY11" fmla="*/ 3279 h 34426"/>
                <a:gd name="connsiteX12" fmla="*/ 19672 w 39343"/>
                <a:gd name="connsiteY12" fmla="*/ 3279 h 34426"/>
                <a:gd name="connsiteX13" fmla="*/ 22951 w 39343"/>
                <a:gd name="connsiteY13" fmla="*/ 1639 h 34426"/>
                <a:gd name="connsiteX14" fmla="*/ 27869 w 39343"/>
                <a:gd name="connsiteY14" fmla="*/ 1639 h 34426"/>
                <a:gd name="connsiteX15" fmla="*/ 31147 w 39343"/>
                <a:gd name="connsiteY15" fmla="*/ 1639 h 34426"/>
                <a:gd name="connsiteX16" fmla="*/ 34426 w 39343"/>
                <a:gd name="connsiteY16" fmla="*/ 0 h 34426"/>
                <a:gd name="connsiteX17" fmla="*/ 37705 w 39343"/>
                <a:gd name="connsiteY17" fmla="*/ 0 h 34426"/>
                <a:gd name="connsiteX18" fmla="*/ 39344 w 39343"/>
                <a:gd name="connsiteY18" fmla="*/ 3279 h 34426"/>
                <a:gd name="connsiteX19" fmla="*/ 36065 w 39343"/>
                <a:gd name="connsiteY19" fmla="*/ 6558 h 34426"/>
                <a:gd name="connsiteX20" fmla="*/ 36065 w 39343"/>
                <a:gd name="connsiteY20" fmla="*/ 11476 h 34426"/>
                <a:gd name="connsiteX21" fmla="*/ 34426 w 39343"/>
                <a:gd name="connsiteY21" fmla="*/ 14754 h 34426"/>
                <a:gd name="connsiteX22" fmla="*/ 34426 w 39343"/>
                <a:gd name="connsiteY22" fmla="*/ 18033 h 34426"/>
                <a:gd name="connsiteX23" fmla="*/ 37705 w 39343"/>
                <a:gd name="connsiteY23" fmla="*/ 22951 h 34426"/>
                <a:gd name="connsiteX24" fmla="*/ 36065 w 39343"/>
                <a:gd name="connsiteY24" fmla="*/ 26229 h 34426"/>
                <a:gd name="connsiteX25" fmla="*/ 36065 w 39343"/>
                <a:gd name="connsiteY25" fmla="*/ 29508 h 34426"/>
                <a:gd name="connsiteX26" fmla="*/ 31147 w 39343"/>
                <a:gd name="connsiteY26" fmla="*/ 32787 h 34426"/>
                <a:gd name="connsiteX27" fmla="*/ 27869 w 39343"/>
                <a:gd name="connsiteY27" fmla="*/ 32787 h 34426"/>
                <a:gd name="connsiteX28" fmla="*/ 24590 w 39343"/>
                <a:gd name="connsiteY28" fmla="*/ 32787 h 34426"/>
                <a:gd name="connsiteX29" fmla="*/ 21311 w 39343"/>
                <a:gd name="connsiteY29" fmla="*/ 34426 h 34426"/>
                <a:gd name="connsiteX30" fmla="*/ 16393 w 39343"/>
                <a:gd name="connsiteY30" fmla="*/ 34426 h 34426"/>
                <a:gd name="connsiteX31" fmla="*/ 13115 w 39343"/>
                <a:gd name="connsiteY31" fmla="*/ 34426 h 34426"/>
                <a:gd name="connsiteX32" fmla="*/ 9836 w 39343"/>
                <a:gd name="connsiteY32" fmla="*/ 32787 h 34426"/>
                <a:gd name="connsiteX33" fmla="*/ 6557 w 39343"/>
                <a:gd name="connsiteY33" fmla="*/ 32787 h 34426"/>
                <a:gd name="connsiteX34" fmla="*/ 1639 w 39343"/>
                <a:gd name="connsiteY34" fmla="*/ 34426 h 3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9343" h="34426">
                  <a:moveTo>
                    <a:pt x="0" y="34426"/>
                  </a:moveTo>
                  <a:lnTo>
                    <a:pt x="3279" y="31148"/>
                  </a:lnTo>
                  <a:lnTo>
                    <a:pt x="8197" y="29508"/>
                  </a:lnTo>
                  <a:lnTo>
                    <a:pt x="11475" y="27869"/>
                  </a:lnTo>
                  <a:lnTo>
                    <a:pt x="14754" y="26229"/>
                  </a:lnTo>
                  <a:lnTo>
                    <a:pt x="18033" y="22951"/>
                  </a:lnTo>
                  <a:lnTo>
                    <a:pt x="18033" y="18033"/>
                  </a:lnTo>
                  <a:lnTo>
                    <a:pt x="18033" y="14754"/>
                  </a:lnTo>
                  <a:lnTo>
                    <a:pt x="18033" y="11476"/>
                  </a:lnTo>
                  <a:lnTo>
                    <a:pt x="16393" y="6558"/>
                  </a:lnTo>
                  <a:lnTo>
                    <a:pt x="11475" y="6558"/>
                  </a:lnTo>
                  <a:lnTo>
                    <a:pt x="16393" y="3279"/>
                  </a:lnTo>
                  <a:lnTo>
                    <a:pt x="19672" y="3279"/>
                  </a:lnTo>
                  <a:lnTo>
                    <a:pt x="22951" y="1639"/>
                  </a:lnTo>
                  <a:lnTo>
                    <a:pt x="27869" y="1639"/>
                  </a:lnTo>
                  <a:lnTo>
                    <a:pt x="31147" y="1639"/>
                  </a:lnTo>
                  <a:lnTo>
                    <a:pt x="34426" y="0"/>
                  </a:lnTo>
                  <a:lnTo>
                    <a:pt x="37705" y="0"/>
                  </a:lnTo>
                  <a:lnTo>
                    <a:pt x="39344" y="3279"/>
                  </a:lnTo>
                  <a:lnTo>
                    <a:pt x="36065" y="6558"/>
                  </a:lnTo>
                  <a:lnTo>
                    <a:pt x="36065" y="11476"/>
                  </a:lnTo>
                  <a:lnTo>
                    <a:pt x="34426" y="14754"/>
                  </a:lnTo>
                  <a:lnTo>
                    <a:pt x="34426" y="18033"/>
                  </a:lnTo>
                  <a:lnTo>
                    <a:pt x="37705" y="22951"/>
                  </a:lnTo>
                  <a:lnTo>
                    <a:pt x="36065" y="26229"/>
                  </a:lnTo>
                  <a:lnTo>
                    <a:pt x="36065" y="29508"/>
                  </a:lnTo>
                  <a:lnTo>
                    <a:pt x="31147" y="32787"/>
                  </a:lnTo>
                  <a:lnTo>
                    <a:pt x="27869" y="32787"/>
                  </a:lnTo>
                  <a:lnTo>
                    <a:pt x="24590" y="32787"/>
                  </a:lnTo>
                  <a:lnTo>
                    <a:pt x="21311" y="34426"/>
                  </a:lnTo>
                  <a:lnTo>
                    <a:pt x="16393" y="34426"/>
                  </a:lnTo>
                  <a:lnTo>
                    <a:pt x="13115" y="34426"/>
                  </a:lnTo>
                  <a:lnTo>
                    <a:pt x="9836" y="32787"/>
                  </a:lnTo>
                  <a:lnTo>
                    <a:pt x="6557" y="32787"/>
                  </a:lnTo>
                  <a:lnTo>
                    <a:pt x="1639" y="344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45" name="Freeform 3844">
              <a:extLst>
                <a:ext uri="{FF2B5EF4-FFF2-40B4-BE49-F238E27FC236}">
                  <a16:creationId xmlns:a16="http://schemas.microsoft.com/office/drawing/2014/main" id="{77ECA322-DF33-9644-A782-911A9324D795}"/>
                </a:ext>
              </a:extLst>
            </p:cNvPr>
            <p:cNvSpPr/>
            <p:nvPr/>
          </p:nvSpPr>
          <p:spPr>
            <a:xfrm>
              <a:off x="3035358" y="3623096"/>
              <a:ext cx="8196" cy="8196"/>
            </a:xfrm>
            <a:custGeom>
              <a:avLst/>
              <a:gdLst>
                <a:gd name="connsiteX0" fmla="*/ 0 w 8196"/>
                <a:gd name="connsiteY0" fmla="*/ 8197 h 8196"/>
                <a:gd name="connsiteX1" fmla="*/ 1639 w 8196"/>
                <a:gd name="connsiteY1" fmla="*/ 3279 h 8196"/>
                <a:gd name="connsiteX2" fmla="*/ 4918 w 8196"/>
                <a:gd name="connsiteY2" fmla="*/ 0 h 8196"/>
                <a:gd name="connsiteX3" fmla="*/ 8197 w 8196"/>
                <a:gd name="connsiteY3" fmla="*/ 0 h 8196"/>
                <a:gd name="connsiteX4" fmla="*/ 8197 w 8196"/>
                <a:gd name="connsiteY4" fmla="*/ 3279 h 8196"/>
                <a:gd name="connsiteX5" fmla="*/ 4918 w 8196"/>
                <a:gd name="connsiteY5" fmla="*/ 4918 h 8196"/>
                <a:gd name="connsiteX6" fmla="*/ 0 w 8196"/>
                <a:gd name="connsiteY6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8196">
                  <a:moveTo>
                    <a:pt x="0" y="8197"/>
                  </a:moveTo>
                  <a:lnTo>
                    <a:pt x="1639" y="3279"/>
                  </a:lnTo>
                  <a:lnTo>
                    <a:pt x="4918" y="0"/>
                  </a:lnTo>
                  <a:lnTo>
                    <a:pt x="8197" y="0"/>
                  </a:lnTo>
                  <a:lnTo>
                    <a:pt x="8197" y="3279"/>
                  </a:lnTo>
                  <a:lnTo>
                    <a:pt x="4918" y="4918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46" name="Freeform 3845">
              <a:extLst>
                <a:ext uri="{FF2B5EF4-FFF2-40B4-BE49-F238E27FC236}">
                  <a16:creationId xmlns:a16="http://schemas.microsoft.com/office/drawing/2014/main" id="{5E118E1C-04B8-DC4B-B306-18AA70B79C78}"/>
                </a:ext>
              </a:extLst>
            </p:cNvPr>
            <p:cNvSpPr/>
            <p:nvPr/>
          </p:nvSpPr>
          <p:spPr>
            <a:xfrm>
              <a:off x="2584540" y="3180475"/>
              <a:ext cx="27868" cy="18032"/>
            </a:xfrm>
            <a:custGeom>
              <a:avLst/>
              <a:gdLst>
                <a:gd name="connsiteX0" fmla="*/ 1639 w 27868"/>
                <a:gd name="connsiteY0" fmla="*/ 18033 h 18032"/>
                <a:gd name="connsiteX1" fmla="*/ 0 w 27868"/>
                <a:gd name="connsiteY1" fmla="*/ 14754 h 18032"/>
                <a:gd name="connsiteX2" fmla="*/ 3279 w 27868"/>
                <a:gd name="connsiteY2" fmla="*/ 11475 h 18032"/>
                <a:gd name="connsiteX3" fmla="*/ 6557 w 27868"/>
                <a:gd name="connsiteY3" fmla="*/ 9836 h 18032"/>
                <a:gd name="connsiteX4" fmla="*/ 9836 w 27868"/>
                <a:gd name="connsiteY4" fmla="*/ 6557 h 18032"/>
                <a:gd name="connsiteX5" fmla="*/ 14754 w 27868"/>
                <a:gd name="connsiteY5" fmla="*/ 4918 h 18032"/>
                <a:gd name="connsiteX6" fmla="*/ 18033 w 27868"/>
                <a:gd name="connsiteY6" fmla="*/ 8197 h 18032"/>
                <a:gd name="connsiteX7" fmla="*/ 21311 w 27868"/>
                <a:gd name="connsiteY7" fmla="*/ 8197 h 18032"/>
                <a:gd name="connsiteX8" fmla="*/ 24590 w 27868"/>
                <a:gd name="connsiteY8" fmla="*/ 3279 h 18032"/>
                <a:gd name="connsiteX9" fmla="*/ 27869 w 27868"/>
                <a:gd name="connsiteY9" fmla="*/ 0 h 18032"/>
                <a:gd name="connsiteX10" fmla="*/ 27869 w 27868"/>
                <a:gd name="connsiteY10" fmla="*/ 4918 h 18032"/>
                <a:gd name="connsiteX11" fmla="*/ 26229 w 27868"/>
                <a:gd name="connsiteY11" fmla="*/ 8197 h 18032"/>
                <a:gd name="connsiteX12" fmla="*/ 24590 w 27868"/>
                <a:gd name="connsiteY12" fmla="*/ 11475 h 18032"/>
                <a:gd name="connsiteX13" fmla="*/ 21311 w 27868"/>
                <a:gd name="connsiteY13" fmla="*/ 16393 h 18032"/>
                <a:gd name="connsiteX14" fmla="*/ 18033 w 27868"/>
                <a:gd name="connsiteY14" fmla="*/ 16393 h 18032"/>
                <a:gd name="connsiteX15" fmla="*/ 14754 w 27868"/>
                <a:gd name="connsiteY15" fmla="*/ 18033 h 18032"/>
                <a:gd name="connsiteX16" fmla="*/ 9836 w 27868"/>
                <a:gd name="connsiteY16" fmla="*/ 18033 h 18032"/>
                <a:gd name="connsiteX17" fmla="*/ 6557 w 27868"/>
                <a:gd name="connsiteY17" fmla="*/ 18033 h 18032"/>
                <a:gd name="connsiteX18" fmla="*/ 3279 w 27868"/>
                <a:gd name="connsiteY18" fmla="*/ 18033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68" h="18032">
                  <a:moveTo>
                    <a:pt x="1639" y="18033"/>
                  </a:moveTo>
                  <a:lnTo>
                    <a:pt x="0" y="14754"/>
                  </a:lnTo>
                  <a:lnTo>
                    <a:pt x="3279" y="11475"/>
                  </a:lnTo>
                  <a:lnTo>
                    <a:pt x="6557" y="9836"/>
                  </a:lnTo>
                  <a:lnTo>
                    <a:pt x="9836" y="6557"/>
                  </a:lnTo>
                  <a:lnTo>
                    <a:pt x="14754" y="4918"/>
                  </a:lnTo>
                  <a:lnTo>
                    <a:pt x="18033" y="8197"/>
                  </a:lnTo>
                  <a:lnTo>
                    <a:pt x="21311" y="8197"/>
                  </a:lnTo>
                  <a:lnTo>
                    <a:pt x="24590" y="3279"/>
                  </a:lnTo>
                  <a:lnTo>
                    <a:pt x="27869" y="0"/>
                  </a:lnTo>
                  <a:lnTo>
                    <a:pt x="27869" y="4918"/>
                  </a:lnTo>
                  <a:lnTo>
                    <a:pt x="26229" y="8197"/>
                  </a:lnTo>
                  <a:lnTo>
                    <a:pt x="24590" y="11475"/>
                  </a:lnTo>
                  <a:lnTo>
                    <a:pt x="21311" y="16393"/>
                  </a:lnTo>
                  <a:lnTo>
                    <a:pt x="18033" y="16393"/>
                  </a:lnTo>
                  <a:lnTo>
                    <a:pt x="14754" y="18033"/>
                  </a:lnTo>
                  <a:lnTo>
                    <a:pt x="9836" y="18033"/>
                  </a:lnTo>
                  <a:lnTo>
                    <a:pt x="6557" y="18033"/>
                  </a:lnTo>
                  <a:lnTo>
                    <a:pt x="3279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47" name="Freeform 3846">
              <a:extLst>
                <a:ext uri="{FF2B5EF4-FFF2-40B4-BE49-F238E27FC236}">
                  <a16:creationId xmlns:a16="http://schemas.microsoft.com/office/drawing/2014/main" id="{FDA47F81-53A8-1A4A-BF1A-693B1A1F69C0}"/>
                </a:ext>
              </a:extLst>
            </p:cNvPr>
            <p:cNvSpPr/>
            <p:nvPr/>
          </p:nvSpPr>
          <p:spPr>
            <a:xfrm>
              <a:off x="2612409" y="3172278"/>
              <a:ext cx="3278" cy="4918"/>
            </a:xfrm>
            <a:custGeom>
              <a:avLst/>
              <a:gdLst>
                <a:gd name="connsiteX0" fmla="*/ 0 w 3278"/>
                <a:gd name="connsiteY0" fmla="*/ 4918 h 4918"/>
                <a:gd name="connsiteX1" fmla="*/ 0 w 3278"/>
                <a:gd name="connsiteY1" fmla="*/ 0 h 4918"/>
                <a:gd name="connsiteX2" fmla="*/ 3279 w 3278"/>
                <a:gd name="connsiteY2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0" y="4918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48" name="Freeform 3847">
              <a:extLst>
                <a:ext uri="{FF2B5EF4-FFF2-40B4-BE49-F238E27FC236}">
                  <a16:creationId xmlns:a16="http://schemas.microsoft.com/office/drawing/2014/main" id="{85A4C06F-D370-F841-97DA-117EEAD92DAA}"/>
                </a:ext>
              </a:extLst>
            </p:cNvPr>
            <p:cNvSpPr/>
            <p:nvPr/>
          </p:nvSpPr>
          <p:spPr>
            <a:xfrm>
              <a:off x="2614048" y="3132934"/>
              <a:ext cx="14753" cy="6557"/>
            </a:xfrm>
            <a:custGeom>
              <a:avLst/>
              <a:gdLst>
                <a:gd name="connsiteX0" fmla="*/ 13114 w 14753"/>
                <a:gd name="connsiteY0" fmla="*/ 6557 h 6557"/>
                <a:gd name="connsiteX1" fmla="*/ 9836 w 14753"/>
                <a:gd name="connsiteY1" fmla="*/ 1639 h 6557"/>
                <a:gd name="connsiteX2" fmla="*/ 4918 w 14753"/>
                <a:gd name="connsiteY2" fmla="*/ 1639 h 6557"/>
                <a:gd name="connsiteX3" fmla="*/ 1639 w 14753"/>
                <a:gd name="connsiteY3" fmla="*/ 3279 h 6557"/>
                <a:gd name="connsiteX4" fmla="*/ 0 w 14753"/>
                <a:gd name="connsiteY4" fmla="*/ 0 h 6557"/>
                <a:gd name="connsiteX5" fmla="*/ 4918 w 14753"/>
                <a:gd name="connsiteY5" fmla="*/ 0 h 6557"/>
                <a:gd name="connsiteX6" fmla="*/ 8197 w 14753"/>
                <a:gd name="connsiteY6" fmla="*/ 1639 h 6557"/>
                <a:gd name="connsiteX7" fmla="*/ 11475 w 14753"/>
                <a:gd name="connsiteY7" fmla="*/ 1639 h 6557"/>
                <a:gd name="connsiteX8" fmla="*/ 14754 w 14753"/>
                <a:gd name="connsiteY8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3" h="6557">
                  <a:moveTo>
                    <a:pt x="13114" y="6557"/>
                  </a:moveTo>
                  <a:lnTo>
                    <a:pt x="9836" y="1639"/>
                  </a:lnTo>
                  <a:lnTo>
                    <a:pt x="4918" y="1639"/>
                  </a:lnTo>
                  <a:lnTo>
                    <a:pt x="1639" y="3279"/>
                  </a:lnTo>
                  <a:lnTo>
                    <a:pt x="0" y="0"/>
                  </a:lnTo>
                  <a:lnTo>
                    <a:pt x="4918" y="0"/>
                  </a:lnTo>
                  <a:lnTo>
                    <a:pt x="8197" y="1639"/>
                  </a:lnTo>
                  <a:lnTo>
                    <a:pt x="11475" y="1639"/>
                  </a:lnTo>
                  <a:lnTo>
                    <a:pt x="14754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49" name="Freeform 3848">
              <a:extLst>
                <a:ext uri="{FF2B5EF4-FFF2-40B4-BE49-F238E27FC236}">
                  <a16:creationId xmlns:a16="http://schemas.microsoft.com/office/drawing/2014/main" id="{0EAC158E-9D66-4B40-9892-2E7837F99D11}"/>
                </a:ext>
              </a:extLst>
            </p:cNvPr>
            <p:cNvSpPr/>
            <p:nvPr/>
          </p:nvSpPr>
          <p:spPr>
            <a:xfrm>
              <a:off x="2791097" y="5965708"/>
              <a:ext cx="39344" cy="68852"/>
            </a:xfrm>
            <a:custGeom>
              <a:avLst/>
              <a:gdLst>
                <a:gd name="connsiteX0" fmla="*/ 18033 w 39344"/>
                <a:gd name="connsiteY0" fmla="*/ 1639 h 68852"/>
                <a:gd name="connsiteX1" fmla="*/ 16393 w 39344"/>
                <a:gd name="connsiteY1" fmla="*/ 0 h 68852"/>
                <a:gd name="connsiteX2" fmla="*/ 11476 w 39344"/>
                <a:gd name="connsiteY2" fmla="*/ 0 h 68852"/>
                <a:gd name="connsiteX3" fmla="*/ 11476 w 39344"/>
                <a:gd name="connsiteY3" fmla="*/ 4918 h 68852"/>
                <a:gd name="connsiteX4" fmla="*/ 8197 w 39344"/>
                <a:gd name="connsiteY4" fmla="*/ 3279 h 68852"/>
                <a:gd name="connsiteX5" fmla="*/ 3279 w 39344"/>
                <a:gd name="connsiteY5" fmla="*/ 0 h 68852"/>
                <a:gd name="connsiteX6" fmla="*/ 0 w 39344"/>
                <a:gd name="connsiteY6" fmla="*/ 0 h 68852"/>
                <a:gd name="connsiteX7" fmla="*/ 1639 w 39344"/>
                <a:gd name="connsiteY7" fmla="*/ 3279 h 68852"/>
                <a:gd name="connsiteX8" fmla="*/ 1639 w 39344"/>
                <a:gd name="connsiteY8" fmla="*/ 6557 h 68852"/>
                <a:gd name="connsiteX9" fmla="*/ 4918 w 39344"/>
                <a:gd name="connsiteY9" fmla="*/ 11476 h 68852"/>
                <a:gd name="connsiteX10" fmla="*/ 4918 w 39344"/>
                <a:gd name="connsiteY10" fmla="*/ 14754 h 68852"/>
                <a:gd name="connsiteX11" fmla="*/ 1639 w 39344"/>
                <a:gd name="connsiteY11" fmla="*/ 18033 h 68852"/>
                <a:gd name="connsiteX12" fmla="*/ 4918 w 39344"/>
                <a:gd name="connsiteY12" fmla="*/ 22951 h 68852"/>
                <a:gd name="connsiteX13" fmla="*/ 4918 w 39344"/>
                <a:gd name="connsiteY13" fmla="*/ 26229 h 68852"/>
                <a:gd name="connsiteX14" fmla="*/ 4918 w 39344"/>
                <a:gd name="connsiteY14" fmla="*/ 29508 h 68852"/>
                <a:gd name="connsiteX15" fmla="*/ 8197 w 39344"/>
                <a:gd name="connsiteY15" fmla="*/ 34426 h 68852"/>
                <a:gd name="connsiteX16" fmla="*/ 9836 w 39344"/>
                <a:gd name="connsiteY16" fmla="*/ 37705 h 68852"/>
                <a:gd name="connsiteX17" fmla="*/ 11476 w 39344"/>
                <a:gd name="connsiteY17" fmla="*/ 40983 h 68852"/>
                <a:gd name="connsiteX18" fmla="*/ 11476 w 39344"/>
                <a:gd name="connsiteY18" fmla="*/ 45902 h 68852"/>
                <a:gd name="connsiteX19" fmla="*/ 11476 w 39344"/>
                <a:gd name="connsiteY19" fmla="*/ 49180 h 68852"/>
                <a:gd name="connsiteX20" fmla="*/ 13115 w 39344"/>
                <a:gd name="connsiteY20" fmla="*/ 52459 h 68852"/>
                <a:gd name="connsiteX21" fmla="*/ 11476 w 39344"/>
                <a:gd name="connsiteY21" fmla="*/ 57377 h 68852"/>
                <a:gd name="connsiteX22" fmla="*/ 11476 w 39344"/>
                <a:gd name="connsiteY22" fmla="*/ 60656 h 68852"/>
                <a:gd name="connsiteX23" fmla="*/ 14754 w 39344"/>
                <a:gd name="connsiteY23" fmla="*/ 63934 h 68852"/>
                <a:gd name="connsiteX24" fmla="*/ 18033 w 39344"/>
                <a:gd name="connsiteY24" fmla="*/ 65573 h 68852"/>
                <a:gd name="connsiteX25" fmla="*/ 21311 w 39344"/>
                <a:gd name="connsiteY25" fmla="*/ 67213 h 68852"/>
                <a:gd name="connsiteX26" fmla="*/ 26229 w 39344"/>
                <a:gd name="connsiteY26" fmla="*/ 67213 h 68852"/>
                <a:gd name="connsiteX27" fmla="*/ 29508 w 39344"/>
                <a:gd name="connsiteY27" fmla="*/ 67213 h 68852"/>
                <a:gd name="connsiteX28" fmla="*/ 32787 w 39344"/>
                <a:gd name="connsiteY28" fmla="*/ 68852 h 68852"/>
                <a:gd name="connsiteX29" fmla="*/ 36066 w 39344"/>
                <a:gd name="connsiteY29" fmla="*/ 65573 h 68852"/>
                <a:gd name="connsiteX30" fmla="*/ 34426 w 39344"/>
                <a:gd name="connsiteY30" fmla="*/ 62295 h 68852"/>
                <a:gd name="connsiteX31" fmla="*/ 32787 w 39344"/>
                <a:gd name="connsiteY31" fmla="*/ 59016 h 68852"/>
                <a:gd name="connsiteX32" fmla="*/ 36066 w 39344"/>
                <a:gd name="connsiteY32" fmla="*/ 57377 h 68852"/>
                <a:gd name="connsiteX33" fmla="*/ 39344 w 39344"/>
                <a:gd name="connsiteY33" fmla="*/ 54098 h 68852"/>
                <a:gd name="connsiteX34" fmla="*/ 36066 w 39344"/>
                <a:gd name="connsiteY34" fmla="*/ 52459 h 68852"/>
                <a:gd name="connsiteX35" fmla="*/ 32787 w 39344"/>
                <a:gd name="connsiteY35" fmla="*/ 49180 h 68852"/>
                <a:gd name="connsiteX36" fmla="*/ 29508 w 39344"/>
                <a:gd name="connsiteY36" fmla="*/ 45902 h 68852"/>
                <a:gd name="connsiteX37" fmla="*/ 32787 w 39344"/>
                <a:gd name="connsiteY37" fmla="*/ 47541 h 68852"/>
                <a:gd name="connsiteX38" fmla="*/ 36066 w 39344"/>
                <a:gd name="connsiteY38" fmla="*/ 45902 h 68852"/>
                <a:gd name="connsiteX39" fmla="*/ 34426 w 39344"/>
                <a:gd name="connsiteY39" fmla="*/ 42623 h 68852"/>
                <a:gd name="connsiteX40" fmla="*/ 29508 w 39344"/>
                <a:gd name="connsiteY40" fmla="*/ 40983 h 68852"/>
                <a:gd name="connsiteX41" fmla="*/ 26229 w 39344"/>
                <a:gd name="connsiteY41" fmla="*/ 37705 h 68852"/>
                <a:gd name="connsiteX42" fmla="*/ 22951 w 39344"/>
                <a:gd name="connsiteY42" fmla="*/ 36066 h 68852"/>
                <a:gd name="connsiteX43" fmla="*/ 22951 w 39344"/>
                <a:gd name="connsiteY43" fmla="*/ 32787 h 68852"/>
                <a:gd name="connsiteX44" fmla="*/ 26229 w 39344"/>
                <a:gd name="connsiteY44" fmla="*/ 31147 h 68852"/>
                <a:gd name="connsiteX45" fmla="*/ 22951 w 39344"/>
                <a:gd name="connsiteY45" fmla="*/ 27869 h 68852"/>
                <a:gd name="connsiteX46" fmla="*/ 22951 w 39344"/>
                <a:gd name="connsiteY46" fmla="*/ 22951 h 68852"/>
                <a:gd name="connsiteX47" fmla="*/ 26229 w 39344"/>
                <a:gd name="connsiteY47" fmla="*/ 22951 h 68852"/>
                <a:gd name="connsiteX48" fmla="*/ 31148 w 39344"/>
                <a:gd name="connsiteY48" fmla="*/ 19672 h 68852"/>
                <a:gd name="connsiteX49" fmla="*/ 27869 w 39344"/>
                <a:gd name="connsiteY49" fmla="*/ 16393 h 68852"/>
                <a:gd name="connsiteX50" fmla="*/ 24590 w 39344"/>
                <a:gd name="connsiteY50" fmla="*/ 13115 h 68852"/>
                <a:gd name="connsiteX51" fmla="*/ 22951 w 39344"/>
                <a:gd name="connsiteY51" fmla="*/ 9836 h 68852"/>
                <a:gd name="connsiteX52" fmla="*/ 19672 w 39344"/>
                <a:gd name="connsiteY52" fmla="*/ 4918 h 68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9344" h="68852">
                  <a:moveTo>
                    <a:pt x="18033" y="1639"/>
                  </a:moveTo>
                  <a:lnTo>
                    <a:pt x="16393" y="0"/>
                  </a:lnTo>
                  <a:lnTo>
                    <a:pt x="11476" y="0"/>
                  </a:lnTo>
                  <a:lnTo>
                    <a:pt x="11476" y="4918"/>
                  </a:lnTo>
                  <a:lnTo>
                    <a:pt x="8197" y="327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1639" y="3279"/>
                  </a:lnTo>
                  <a:lnTo>
                    <a:pt x="1639" y="6557"/>
                  </a:lnTo>
                  <a:lnTo>
                    <a:pt x="4918" y="11476"/>
                  </a:lnTo>
                  <a:lnTo>
                    <a:pt x="4918" y="14754"/>
                  </a:lnTo>
                  <a:lnTo>
                    <a:pt x="1639" y="18033"/>
                  </a:lnTo>
                  <a:lnTo>
                    <a:pt x="4918" y="22951"/>
                  </a:lnTo>
                  <a:lnTo>
                    <a:pt x="4918" y="26229"/>
                  </a:lnTo>
                  <a:lnTo>
                    <a:pt x="4918" y="29508"/>
                  </a:lnTo>
                  <a:lnTo>
                    <a:pt x="8197" y="34426"/>
                  </a:lnTo>
                  <a:lnTo>
                    <a:pt x="9836" y="37705"/>
                  </a:lnTo>
                  <a:lnTo>
                    <a:pt x="11476" y="40983"/>
                  </a:lnTo>
                  <a:lnTo>
                    <a:pt x="11476" y="45902"/>
                  </a:lnTo>
                  <a:lnTo>
                    <a:pt x="11476" y="49180"/>
                  </a:lnTo>
                  <a:lnTo>
                    <a:pt x="13115" y="52459"/>
                  </a:lnTo>
                  <a:lnTo>
                    <a:pt x="11476" y="57377"/>
                  </a:lnTo>
                  <a:lnTo>
                    <a:pt x="11476" y="60656"/>
                  </a:lnTo>
                  <a:lnTo>
                    <a:pt x="14754" y="63934"/>
                  </a:lnTo>
                  <a:lnTo>
                    <a:pt x="18033" y="65573"/>
                  </a:lnTo>
                  <a:lnTo>
                    <a:pt x="21311" y="67213"/>
                  </a:lnTo>
                  <a:lnTo>
                    <a:pt x="26229" y="67213"/>
                  </a:lnTo>
                  <a:lnTo>
                    <a:pt x="29508" y="67213"/>
                  </a:lnTo>
                  <a:lnTo>
                    <a:pt x="32787" y="68852"/>
                  </a:lnTo>
                  <a:lnTo>
                    <a:pt x="36066" y="65573"/>
                  </a:lnTo>
                  <a:lnTo>
                    <a:pt x="34426" y="62295"/>
                  </a:lnTo>
                  <a:lnTo>
                    <a:pt x="32787" y="59016"/>
                  </a:lnTo>
                  <a:lnTo>
                    <a:pt x="36066" y="57377"/>
                  </a:lnTo>
                  <a:lnTo>
                    <a:pt x="39344" y="54098"/>
                  </a:lnTo>
                  <a:lnTo>
                    <a:pt x="36066" y="52459"/>
                  </a:lnTo>
                  <a:lnTo>
                    <a:pt x="32787" y="49180"/>
                  </a:lnTo>
                  <a:lnTo>
                    <a:pt x="29508" y="45902"/>
                  </a:lnTo>
                  <a:lnTo>
                    <a:pt x="32787" y="47541"/>
                  </a:lnTo>
                  <a:lnTo>
                    <a:pt x="36066" y="45902"/>
                  </a:lnTo>
                  <a:lnTo>
                    <a:pt x="34426" y="42623"/>
                  </a:lnTo>
                  <a:lnTo>
                    <a:pt x="29508" y="40983"/>
                  </a:lnTo>
                  <a:lnTo>
                    <a:pt x="26229" y="37705"/>
                  </a:lnTo>
                  <a:lnTo>
                    <a:pt x="22951" y="36066"/>
                  </a:lnTo>
                  <a:lnTo>
                    <a:pt x="22951" y="32787"/>
                  </a:lnTo>
                  <a:lnTo>
                    <a:pt x="26229" y="31147"/>
                  </a:lnTo>
                  <a:lnTo>
                    <a:pt x="22951" y="27869"/>
                  </a:lnTo>
                  <a:lnTo>
                    <a:pt x="22951" y="22951"/>
                  </a:lnTo>
                  <a:lnTo>
                    <a:pt x="26229" y="22951"/>
                  </a:lnTo>
                  <a:lnTo>
                    <a:pt x="31148" y="19672"/>
                  </a:lnTo>
                  <a:lnTo>
                    <a:pt x="27869" y="16393"/>
                  </a:lnTo>
                  <a:lnTo>
                    <a:pt x="24590" y="13115"/>
                  </a:lnTo>
                  <a:lnTo>
                    <a:pt x="22951" y="9836"/>
                  </a:lnTo>
                  <a:lnTo>
                    <a:pt x="19672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50" name="Freeform 3849">
              <a:extLst>
                <a:ext uri="{FF2B5EF4-FFF2-40B4-BE49-F238E27FC236}">
                  <a16:creationId xmlns:a16="http://schemas.microsoft.com/office/drawing/2014/main" id="{24C44052-FB74-6D47-8614-EC33D0581973}"/>
                </a:ext>
              </a:extLst>
            </p:cNvPr>
            <p:cNvSpPr/>
            <p:nvPr/>
          </p:nvSpPr>
          <p:spPr>
            <a:xfrm>
              <a:off x="2792736" y="6041117"/>
              <a:ext cx="6557" cy="4917"/>
            </a:xfrm>
            <a:custGeom>
              <a:avLst/>
              <a:gdLst>
                <a:gd name="connsiteX0" fmla="*/ 3279 w 6557"/>
                <a:gd name="connsiteY0" fmla="*/ 4918 h 4917"/>
                <a:gd name="connsiteX1" fmla="*/ 6557 w 6557"/>
                <a:gd name="connsiteY1" fmla="*/ 1639 h 4917"/>
                <a:gd name="connsiteX2" fmla="*/ 3279 w 6557"/>
                <a:gd name="connsiteY2" fmla="*/ 0 h 4917"/>
                <a:gd name="connsiteX3" fmla="*/ 0 w 6557"/>
                <a:gd name="connsiteY3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4917">
                  <a:moveTo>
                    <a:pt x="3279" y="4918"/>
                  </a:moveTo>
                  <a:lnTo>
                    <a:pt x="6557" y="1639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51" name="Freeform 3850">
              <a:extLst>
                <a:ext uri="{FF2B5EF4-FFF2-40B4-BE49-F238E27FC236}">
                  <a16:creationId xmlns:a16="http://schemas.microsoft.com/office/drawing/2014/main" id="{7BC7F3DD-F612-9D4A-BEA4-0A9E98FA4088}"/>
                </a:ext>
              </a:extLst>
            </p:cNvPr>
            <p:cNvSpPr/>
            <p:nvPr/>
          </p:nvSpPr>
          <p:spPr>
            <a:xfrm>
              <a:off x="2804211" y="6098494"/>
              <a:ext cx="4918" cy="3278"/>
            </a:xfrm>
            <a:custGeom>
              <a:avLst/>
              <a:gdLst>
                <a:gd name="connsiteX0" fmla="*/ 3279 w 4918"/>
                <a:gd name="connsiteY0" fmla="*/ 3279 h 3278"/>
                <a:gd name="connsiteX1" fmla="*/ 4918 w 4918"/>
                <a:gd name="connsiteY1" fmla="*/ 3279 h 3278"/>
                <a:gd name="connsiteX2" fmla="*/ 3279 w 4918"/>
                <a:gd name="connsiteY2" fmla="*/ 0 h 3278"/>
                <a:gd name="connsiteX3" fmla="*/ 0 w 491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3278">
                  <a:moveTo>
                    <a:pt x="3279" y="3279"/>
                  </a:moveTo>
                  <a:lnTo>
                    <a:pt x="4918" y="3279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52" name="Freeform 3851">
              <a:extLst>
                <a:ext uri="{FF2B5EF4-FFF2-40B4-BE49-F238E27FC236}">
                  <a16:creationId xmlns:a16="http://schemas.microsoft.com/office/drawing/2014/main" id="{8D33F3FB-58B8-1044-A447-6B1EBF2B9BC4}"/>
                </a:ext>
              </a:extLst>
            </p:cNvPr>
            <p:cNvSpPr/>
            <p:nvPr/>
          </p:nvSpPr>
          <p:spPr>
            <a:xfrm>
              <a:off x="2810769" y="6087018"/>
              <a:ext cx="3278" cy="4918"/>
            </a:xfrm>
            <a:custGeom>
              <a:avLst/>
              <a:gdLst>
                <a:gd name="connsiteX0" fmla="*/ 3279 w 3278"/>
                <a:gd name="connsiteY0" fmla="*/ 4918 h 4918"/>
                <a:gd name="connsiteX1" fmla="*/ 3279 w 3278"/>
                <a:gd name="connsiteY1" fmla="*/ 3279 h 4918"/>
                <a:gd name="connsiteX2" fmla="*/ 0 w 3278"/>
                <a:gd name="connsiteY2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3279" y="4918"/>
                  </a:moveTo>
                  <a:lnTo>
                    <a:pt x="3279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53" name="Freeform 3852">
              <a:extLst>
                <a:ext uri="{FF2B5EF4-FFF2-40B4-BE49-F238E27FC236}">
                  <a16:creationId xmlns:a16="http://schemas.microsoft.com/office/drawing/2014/main" id="{F6E7CA6B-F151-5D4E-975C-CAA7301CBECD}"/>
                </a:ext>
              </a:extLst>
            </p:cNvPr>
            <p:cNvSpPr/>
            <p:nvPr/>
          </p:nvSpPr>
          <p:spPr>
            <a:xfrm>
              <a:off x="2815687" y="6000134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54" name="Freeform 3853">
              <a:extLst>
                <a:ext uri="{FF2B5EF4-FFF2-40B4-BE49-F238E27FC236}">
                  <a16:creationId xmlns:a16="http://schemas.microsoft.com/office/drawing/2014/main" id="{44040220-6A7E-884A-B00A-DFE1C2A89ABB}"/>
                </a:ext>
              </a:extLst>
            </p:cNvPr>
            <p:cNvSpPr/>
            <p:nvPr/>
          </p:nvSpPr>
          <p:spPr>
            <a:xfrm>
              <a:off x="2817326" y="5993577"/>
              <a:ext cx="6557" cy="4917"/>
            </a:xfrm>
            <a:custGeom>
              <a:avLst/>
              <a:gdLst>
                <a:gd name="connsiteX0" fmla="*/ 6557 w 6557"/>
                <a:gd name="connsiteY0" fmla="*/ 4918 h 4917"/>
                <a:gd name="connsiteX1" fmla="*/ 6557 w 6557"/>
                <a:gd name="connsiteY1" fmla="*/ 3278 h 4917"/>
                <a:gd name="connsiteX2" fmla="*/ 3279 w 6557"/>
                <a:gd name="connsiteY2" fmla="*/ 0 h 4917"/>
                <a:gd name="connsiteX3" fmla="*/ 0 w 6557"/>
                <a:gd name="connsiteY3" fmla="*/ 0 h 4917"/>
                <a:gd name="connsiteX4" fmla="*/ 3279 w 6557"/>
                <a:gd name="connsiteY4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7">
                  <a:moveTo>
                    <a:pt x="6557" y="4918"/>
                  </a:moveTo>
                  <a:lnTo>
                    <a:pt x="6557" y="3278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55" name="Freeform 3854">
              <a:extLst>
                <a:ext uri="{FF2B5EF4-FFF2-40B4-BE49-F238E27FC236}">
                  <a16:creationId xmlns:a16="http://schemas.microsoft.com/office/drawing/2014/main" id="{AC3A3093-2CD4-AC49-8388-CCA9F8ACF61C}"/>
                </a:ext>
              </a:extLst>
            </p:cNvPr>
            <p:cNvSpPr/>
            <p:nvPr/>
          </p:nvSpPr>
          <p:spPr>
            <a:xfrm>
              <a:off x="2817326" y="6088658"/>
              <a:ext cx="8196" cy="3278"/>
            </a:xfrm>
            <a:custGeom>
              <a:avLst/>
              <a:gdLst>
                <a:gd name="connsiteX0" fmla="*/ 8197 w 8196"/>
                <a:gd name="connsiteY0" fmla="*/ 3279 h 3278"/>
                <a:gd name="connsiteX1" fmla="*/ 8197 w 8196"/>
                <a:gd name="connsiteY1" fmla="*/ 1639 h 3278"/>
                <a:gd name="connsiteX2" fmla="*/ 4918 w 8196"/>
                <a:gd name="connsiteY2" fmla="*/ 0 h 3278"/>
                <a:gd name="connsiteX3" fmla="*/ 0 w 8196"/>
                <a:gd name="connsiteY3" fmla="*/ 3279 h 3278"/>
                <a:gd name="connsiteX4" fmla="*/ 3279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3279"/>
                  </a:moveTo>
                  <a:lnTo>
                    <a:pt x="8197" y="1639"/>
                  </a:lnTo>
                  <a:lnTo>
                    <a:pt x="4918" y="0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56" name="Freeform 3855">
              <a:extLst>
                <a:ext uri="{FF2B5EF4-FFF2-40B4-BE49-F238E27FC236}">
                  <a16:creationId xmlns:a16="http://schemas.microsoft.com/office/drawing/2014/main" id="{83995FAE-BD27-C34D-88D2-D88C44BD6D3F}"/>
                </a:ext>
              </a:extLst>
            </p:cNvPr>
            <p:cNvSpPr/>
            <p:nvPr/>
          </p:nvSpPr>
          <p:spPr>
            <a:xfrm>
              <a:off x="2818965" y="6064068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57" name="Freeform 3856">
              <a:extLst>
                <a:ext uri="{FF2B5EF4-FFF2-40B4-BE49-F238E27FC236}">
                  <a16:creationId xmlns:a16="http://schemas.microsoft.com/office/drawing/2014/main" id="{B986B742-04C9-FE49-95DA-C32D2F526D25}"/>
                </a:ext>
              </a:extLst>
            </p:cNvPr>
            <p:cNvSpPr/>
            <p:nvPr/>
          </p:nvSpPr>
          <p:spPr>
            <a:xfrm>
              <a:off x="2818965" y="6078822"/>
              <a:ext cx="8196" cy="6557"/>
            </a:xfrm>
            <a:custGeom>
              <a:avLst/>
              <a:gdLst>
                <a:gd name="connsiteX0" fmla="*/ 6557 w 8196"/>
                <a:gd name="connsiteY0" fmla="*/ 6558 h 6557"/>
                <a:gd name="connsiteX1" fmla="*/ 8197 w 8196"/>
                <a:gd name="connsiteY1" fmla="*/ 3279 h 6557"/>
                <a:gd name="connsiteX2" fmla="*/ 8197 w 8196"/>
                <a:gd name="connsiteY2" fmla="*/ 0 h 6557"/>
                <a:gd name="connsiteX3" fmla="*/ 3279 w 8196"/>
                <a:gd name="connsiteY3" fmla="*/ 3279 h 6557"/>
                <a:gd name="connsiteX4" fmla="*/ 0 w 8196"/>
                <a:gd name="connsiteY4" fmla="*/ 1639 h 6557"/>
                <a:gd name="connsiteX5" fmla="*/ 1639 w 8196"/>
                <a:gd name="connsiteY5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6557">
                  <a:moveTo>
                    <a:pt x="6557" y="6558"/>
                  </a:moveTo>
                  <a:lnTo>
                    <a:pt x="8197" y="3279"/>
                  </a:lnTo>
                  <a:lnTo>
                    <a:pt x="8197" y="0"/>
                  </a:lnTo>
                  <a:lnTo>
                    <a:pt x="3279" y="3279"/>
                  </a:lnTo>
                  <a:lnTo>
                    <a:pt x="0" y="1639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58" name="Freeform 3857">
              <a:extLst>
                <a:ext uri="{FF2B5EF4-FFF2-40B4-BE49-F238E27FC236}">
                  <a16:creationId xmlns:a16="http://schemas.microsoft.com/office/drawing/2014/main" id="{6A572031-7E1F-8D4F-B8AC-5EEC5C0ADB53}"/>
                </a:ext>
              </a:extLst>
            </p:cNvPr>
            <p:cNvSpPr/>
            <p:nvPr/>
          </p:nvSpPr>
          <p:spPr>
            <a:xfrm>
              <a:off x="2820605" y="6067347"/>
              <a:ext cx="3278" cy="16393"/>
            </a:xfrm>
            <a:custGeom>
              <a:avLst/>
              <a:gdLst>
                <a:gd name="connsiteX0" fmla="*/ 3279 w 3278"/>
                <a:gd name="connsiteY0" fmla="*/ 0 h 16393"/>
                <a:gd name="connsiteX1" fmla="*/ 3279 w 3278"/>
                <a:gd name="connsiteY1" fmla="*/ 0 h 16393"/>
                <a:gd name="connsiteX2" fmla="*/ 0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3279" y="0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59" name="Freeform 3858">
              <a:extLst>
                <a:ext uri="{FF2B5EF4-FFF2-40B4-BE49-F238E27FC236}">
                  <a16:creationId xmlns:a16="http://schemas.microsoft.com/office/drawing/2014/main" id="{EC91923E-BF96-6A40-A19B-1C450A1F059F}"/>
                </a:ext>
              </a:extLst>
            </p:cNvPr>
            <p:cNvSpPr/>
            <p:nvPr/>
          </p:nvSpPr>
          <p:spPr>
            <a:xfrm>
              <a:off x="2820605" y="6073904"/>
              <a:ext cx="3278" cy="16393"/>
            </a:xfrm>
            <a:custGeom>
              <a:avLst/>
              <a:gdLst>
                <a:gd name="connsiteX0" fmla="*/ 3279 w 3278"/>
                <a:gd name="connsiteY0" fmla="*/ 0 h 16393"/>
                <a:gd name="connsiteX1" fmla="*/ 3279 w 3278"/>
                <a:gd name="connsiteY1" fmla="*/ 0 h 16393"/>
                <a:gd name="connsiteX2" fmla="*/ 0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3279" y="0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60" name="Freeform 3859">
              <a:extLst>
                <a:ext uri="{FF2B5EF4-FFF2-40B4-BE49-F238E27FC236}">
                  <a16:creationId xmlns:a16="http://schemas.microsoft.com/office/drawing/2014/main" id="{81A0294A-CD00-F24D-8070-FD66342023AD}"/>
                </a:ext>
              </a:extLst>
            </p:cNvPr>
            <p:cNvSpPr/>
            <p:nvPr/>
          </p:nvSpPr>
          <p:spPr>
            <a:xfrm>
              <a:off x="2820605" y="6052593"/>
              <a:ext cx="11475" cy="6557"/>
            </a:xfrm>
            <a:custGeom>
              <a:avLst/>
              <a:gdLst>
                <a:gd name="connsiteX0" fmla="*/ 8197 w 11475"/>
                <a:gd name="connsiteY0" fmla="*/ 6557 h 6557"/>
                <a:gd name="connsiteX1" fmla="*/ 9836 w 11475"/>
                <a:gd name="connsiteY1" fmla="*/ 6557 h 6557"/>
                <a:gd name="connsiteX2" fmla="*/ 8197 w 11475"/>
                <a:gd name="connsiteY2" fmla="*/ 1639 h 6557"/>
                <a:gd name="connsiteX3" fmla="*/ 11475 w 11475"/>
                <a:gd name="connsiteY3" fmla="*/ 0 h 6557"/>
                <a:gd name="connsiteX4" fmla="*/ 8197 w 11475"/>
                <a:gd name="connsiteY4" fmla="*/ 1639 h 6557"/>
                <a:gd name="connsiteX5" fmla="*/ 4918 w 11475"/>
                <a:gd name="connsiteY5" fmla="*/ 0 h 6557"/>
                <a:gd name="connsiteX6" fmla="*/ 0 w 11475"/>
                <a:gd name="connsiteY6" fmla="*/ 3278 h 6557"/>
                <a:gd name="connsiteX7" fmla="*/ 4918 w 11475"/>
                <a:gd name="connsiteY7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6557">
                  <a:moveTo>
                    <a:pt x="8197" y="6557"/>
                  </a:moveTo>
                  <a:lnTo>
                    <a:pt x="9836" y="6557"/>
                  </a:lnTo>
                  <a:lnTo>
                    <a:pt x="8197" y="1639"/>
                  </a:lnTo>
                  <a:lnTo>
                    <a:pt x="11475" y="0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3278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61" name="Freeform 3860">
              <a:extLst>
                <a:ext uri="{FF2B5EF4-FFF2-40B4-BE49-F238E27FC236}">
                  <a16:creationId xmlns:a16="http://schemas.microsoft.com/office/drawing/2014/main" id="{39FAF407-95CC-EE44-A8AC-B99A22441042}"/>
                </a:ext>
              </a:extLst>
            </p:cNvPr>
            <p:cNvSpPr/>
            <p:nvPr/>
          </p:nvSpPr>
          <p:spPr>
            <a:xfrm>
              <a:off x="2823883" y="6093576"/>
              <a:ext cx="8196" cy="4917"/>
            </a:xfrm>
            <a:custGeom>
              <a:avLst/>
              <a:gdLst>
                <a:gd name="connsiteX0" fmla="*/ 6557 w 8196"/>
                <a:gd name="connsiteY0" fmla="*/ 4918 h 4917"/>
                <a:gd name="connsiteX1" fmla="*/ 8197 w 8196"/>
                <a:gd name="connsiteY1" fmla="*/ 3278 h 4917"/>
                <a:gd name="connsiteX2" fmla="*/ 3279 w 8196"/>
                <a:gd name="connsiteY2" fmla="*/ 0 h 4917"/>
                <a:gd name="connsiteX3" fmla="*/ 0 w 8196"/>
                <a:gd name="connsiteY3" fmla="*/ 0 h 4917"/>
                <a:gd name="connsiteX4" fmla="*/ 3279 w 8196"/>
                <a:gd name="connsiteY4" fmla="*/ 327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7">
                  <a:moveTo>
                    <a:pt x="6557" y="4918"/>
                  </a:moveTo>
                  <a:lnTo>
                    <a:pt x="8197" y="3278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62" name="Freeform 3861">
              <a:extLst>
                <a:ext uri="{FF2B5EF4-FFF2-40B4-BE49-F238E27FC236}">
                  <a16:creationId xmlns:a16="http://schemas.microsoft.com/office/drawing/2014/main" id="{0D0D3EA4-6B97-374E-9156-EC07C772627D}"/>
                </a:ext>
              </a:extLst>
            </p:cNvPr>
            <p:cNvSpPr/>
            <p:nvPr/>
          </p:nvSpPr>
          <p:spPr>
            <a:xfrm>
              <a:off x="2823883" y="5964068"/>
              <a:ext cx="4918" cy="4918"/>
            </a:xfrm>
            <a:custGeom>
              <a:avLst/>
              <a:gdLst>
                <a:gd name="connsiteX0" fmla="*/ 3279 w 4918"/>
                <a:gd name="connsiteY0" fmla="*/ 4918 h 4918"/>
                <a:gd name="connsiteX1" fmla="*/ 4918 w 4918"/>
                <a:gd name="connsiteY1" fmla="*/ 3279 h 4918"/>
                <a:gd name="connsiteX2" fmla="*/ 0 w 4918"/>
                <a:gd name="connsiteY2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4918">
                  <a:moveTo>
                    <a:pt x="3279" y="4918"/>
                  </a:moveTo>
                  <a:lnTo>
                    <a:pt x="4918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63" name="Freeform 3862">
              <a:extLst>
                <a:ext uri="{FF2B5EF4-FFF2-40B4-BE49-F238E27FC236}">
                  <a16:creationId xmlns:a16="http://schemas.microsoft.com/office/drawing/2014/main" id="{1A00E01E-C3F6-6344-A14B-5C498E99E331}"/>
                </a:ext>
              </a:extLst>
            </p:cNvPr>
            <p:cNvSpPr/>
            <p:nvPr/>
          </p:nvSpPr>
          <p:spPr>
            <a:xfrm>
              <a:off x="2825523" y="6014888"/>
              <a:ext cx="8196" cy="3278"/>
            </a:xfrm>
            <a:custGeom>
              <a:avLst/>
              <a:gdLst>
                <a:gd name="connsiteX0" fmla="*/ 8197 w 8196"/>
                <a:gd name="connsiteY0" fmla="*/ 3279 h 3278"/>
                <a:gd name="connsiteX1" fmla="*/ 8197 w 8196"/>
                <a:gd name="connsiteY1" fmla="*/ 1639 h 3278"/>
                <a:gd name="connsiteX2" fmla="*/ 4918 w 8196"/>
                <a:gd name="connsiteY2" fmla="*/ 0 h 3278"/>
                <a:gd name="connsiteX3" fmla="*/ 0 w 8196"/>
                <a:gd name="connsiteY3" fmla="*/ 0 h 3278"/>
                <a:gd name="connsiteX4" fmla="*/ 4918 w 8196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3279"/>
                  </a:moveTo>
                  <a:lnTo>
                    <a:pt x="8197" y="1639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64" name="Freeform 3863">
              <a:extLst>
                <a:ext uri="{FF2B5EF4-FFF2-40B4-BE49-F238E27FC236}">
                  <a16:creationId xmlns:a16="http://schemas.microsoft.com/office/drawing/2014/main" id="{C4B22784-2FAC-724D-A552-6AADBDE976E2}"/>
                </a:ext>
              </a:extLst>
            </p:cNvPr>
            <p:cNvSpPr/>
            <p:nvPr/>
          </p:nvSpPr>
          <p:spPr>
            <a:xfrm>
              <a:off x="2827162" y="6087018"/>
              <a:ext cx="18032" cy="9836"/>
            </a:xfrm>
            <a:custGeom>
              <a:avLst/>
              <a:gdLst>
                <a:gd name="connsiteX0" fmla="*/ 6557 w 18032"/>
                <a:gd name="connsiteY0" fmla="*/ 9836 h 9836"/>
                <a:gd name="connsiteX1" fmla="*/ 11475 w 18032"/>
                <a:gd name="connsiteY1" fmla="*/ 8197 h 9836"/>
                <a:gd name="connsiteX2" fmla="*/ 14754 w 18032"/>
                <a:gd name="connsiteY2" fmla="*/ 4918 h 9836"/>
                <a:gd name="connsiteX3" fmla="*/ 18033 w 18032"/>
                <a:gd name="connsiteY3" fmla="*/ 4918 h 9836"/>
                <a:gd name="connsiteX4" fmla="*/ 14754 w 18032"/>
                <a:gd name="connsiteY4" fmla="*/ 1639 h 9836"/>
                <a:gd name="connsiteX5" fmla="*/ 11475 w 18032"/>
                <a:gd name="connsiteY5" fmla="*/ 0 h 9836"/>
                <a:gd name="connsiteX6" fmla="*/ 6557 w 18032"/>
                <a:gd name="connsiteY6" fmla="*/ 0 h 9836"/>
                <a:gd name="connsiteX7" fmla="*/ 3279 w 18032"/>
                <a:gd name="connsiteY7" fmla="*/ 0 h 9836"/>
                <a:gd name="connsiteX8" fmla="*/ 0 w 18032"/>
                <a:gd name="connsiteY8" fmla="*/ 4918 h 9836"/>
                <a:gd name="connsiteX9" fmla="*/ 3279 w 18032"/>
                <a:gd name="connsiteY9" fmla="*/ 819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032" h="9836">
                  <a:moveTo>
                    <a:pt x="6557" y="9836"/>
                  </a:moveTo>
                  <a:lnTo>
                    <a:pt x="11475" y="8197"/>
                  </a:lnTo>
                  <a:lnTo>
                    <a:pt x="14754" y="4918"/>
                  </a:lnTo>
                  <a:lnTo>
                    <a:pt x="18033" y="4918"/>
                  </a:lnTo>
                  <a:lnTo>
                    <a:pt x="14754" y="1639"/>
                  </a:lnTo>
                  <a:lnTo>
                    <a:pt x="11475" y="0"/>
                  </a:lnTo>
                  <a:lnTo>
                    <a:pt x="6557" y="0"/>
                  </a:lnTo>
                  <a:lnTo>
                    <a:pt x="3279" y="0"/>
                  </a:lnTo>
                  <a:lnTo>
                    <a:pt x="0" y="4918"/>
                  </a:lnTo>
                  <a:lnTo>
                    <a:pt x="327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65" name="Freeform 3864">
              <a:extLst>
                <a:ext uri="{FF2B5EF4-FFF2-40B4-BE49-F238E27FC236}">
                  <a16:creationId xmlns:a16="http://schemas.microsoft.com/office/drawing/2014/main" id="{A9549505-DCB1-CB49-BD0A-176C9049D876}"/>
                </a:ext>
              </a:extLst>
            </p:cNvPr>
            <p:cNvSpPr/>
            <p:nvPr/>
          </p:nvSpPr>
          <p:spPr>
            <a:xfrm>
              <a:off x="2828801" y="6070625"/>
              <a:ext cx="8196" cy="4918"/>
            </a:xfrm>
            <a:custGeom>
              <a:avLst/>
              <a:gdLst>
                <a:gd name="connsiteX0" fmla="*/ 6557 w 8196"/>
                <a:gd name="connsiteY0" fmla="*/ 4918 h 4918"/>
                <a:gd name="connsiteX1" fmla="*/ 4918 w 8196"/>
                <a:gd name="connsiteY1" fmla="*/ 3279 h 4918"/>
                <a:gd name="connsiteX2" fmla="*/ 8197 w 8196"/>
                <a:gd name="connsiteY2" fmla="*/ 0 h 4918"/>
                <a:gd name="connsiteX3" fmla="*/ 3279 w 8196"/>
                <a:gd name="connsiteY3" fmla="*/ 0 h 4918"/>
                <a:gd name="connsiteX4" fmla="*/ 0 w 8196"/>
                <a:gd name="connsiteY4" fmla="*/ 0 h 4918"/>
                <a:gd name="connsiteX5" fmla="*/ 1639 w 8196"/>
                <a:gd name="connsiteY5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4918">
                  <a:moveTo>
                    <a:pt x="6557" y="4918"/>
                  </a:moveTo>
                  <a:lnTo>
                    <a:pt x="4918" y="3279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66" name="Freeform 3865">
              <a:extLst>
                <a:ext uri="{FF2B5EF4-FFF2-40B4-BE49-F238E27FC236}">
                  <a16:creationId xmlns:a16="http://schemas.microsoft.com/office/drawing/2014/main" id="{15A9B6B4-A12E-5B4A-BBCC-80851DCFC07C}"/>
                </a:ext>
              </a:extLst>
            </p:cNvPr>
            <p:cNvSpPr/>
            <p:nvPr/>
          </p:nvSpPr>
          <p:spPr>
            <a:xfrm>
              <a:off x="2828801" y="6077183"/>
              <a:ext cx="3278" cy="1638"/>
            </a:xfrm>
            <a:custGeom>
              <a:avLst/>
              <a:gdLst>
                <a:gd name="connsiteX0" fmla="*/ 0 w 3278"/>
                <a:gd name="connsiteY0" fmla="*/ 0 h 1638"/>
                <a:gd name="connsiteX1" fmla="*/ 3279 w 3278"/>
                <a:gd name="connsiteY1" fmla="*/ 1639 h 1638"/>
                <a:gd name="connsiteX2" fmla="*/ 0 w 3278"/>
                <a:gd name="connsiteY2" fmla="*/ 0 h 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8">
                  <a:moveTo>
                    <a:pt x="0" y="0"/>
                  </a:move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67" name="Freeform 3866">
              <a:extLst>
                <a:ext uri="{FF2B5EF4-FFF2-40B4-BE49-F238E27FC236}">
                  <a16:creationId xmlns:a16="http://schemas.microsoft.com/office/drawing/2014/main" id="{111F6EE6-B1B5-884F-8A1C-7B1C30DBB84A}"/>
                </a:ext>
              </a:extLst>
            </p:cNvPr>
            <p:cNvSpPr/>
            <p:nvPr/>
          </p:nvSpPr>
          <p:spPr>
            <a:xfrm>
              <a:off x="2828801" y="6132920"/>
              <a:ext cx="4918" cy="3278"/>
            </a:xfrm>
            <a:custGeom>
              <a:avLst/>
              <a:gdLst>
                <a:gd name="connsiteX0" fmla="*/ 4918 w 4918"/>
                <a:gd name="connsiteY0" fmla="*/ 3278 h 3278"/>
                <a:gd name="connsiteX1" fmla="*/ 4918 w 4918"/>
                <a:gd name="connsiteY1" fmla="*/ 1639 h 3278"/>
                <a:gd name="connsiteX2" fmla="*/ 0 w 491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4918" y="3278"/>
                  </a:moveTo>
                  <a:lnTo>
                    <a:pt x="4918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68" name="Freeform 3867">
              <a:extLst>
                <a:ext uri="{FF2B5EF4-FFF2-40B4-BE49-F238E27FC236}">
                  <a16:creationId xmlns:a16="http://schemas.microsoft.com/office/drawing/2014/main" id="{3E56C994-7ACA-6A47-BE16-94DF72E9FFC1}"/>
                </a:ext>
              </a:extLst>
            </p:cNvPr>
            <p:cNvSpPr/>
            <p:nvPr/>
          </p:nvSpPr>
          <p:spPr>
            <a:xfrm>
              <a:off x="2830441" y="6059150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69" name="Freeform 3868">
              <a:extLst>
                <a:ext uri="{FF2B5EF4-FFF2-40B4-BE49-F238E27FC236}">
                  <a16:creationId xmlns:a16="http://schemas.microsoft.com/office/drawing/2014/main" id="{7FBE9F89-5957-EE49-B8A3-10C3FAE3AA70}"/>
                </a:ext>
              </a:extLst>
            </p:cNvPr>
            <p:cNvSpPr/>
            <p:nvPr/>
          </p:nvSpPr>
          <p:spPr>
            <a:xfrm>
              <a:off x="2830441" y="6080461"/>
              <a:ext cx="8196" cy="4918"/>
            </a:xfrm>
            <a:custGeom>
              <a:avLst/>
              <a:gdLst>
                <a:gd name="connsiteX0" fmla="*/ 6557 w 8196"/>
                <a:gd name="connsiteY0" fmla="*/ 4918 h 4918"/>
                <a:gd name="connsiteX1" fmla="*/ 8197 w 8196"/>
                <a:gd name="connsiteY1" fmla="*/ 1639 h 4918"/>
                <a:gd name="connsiteX2" fmla="*/ 4918 w 8196"/>
                <a:gd name="connsiteY2" fmla="*/ 0 h 4918"/>
                <a:gd name="connsiteX3" fmla="*/ 0 w 8196"/>
                <a:gd name="connsiteY3" fmla="*/ 0 h 4918"/>
                <a:gd name="connsiteX4" fmla="*/ 3279 w 8196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6557" y="4918"/>
                  </a:moveTo>
                  <a:lnTo>
                    <a:pt x="8197" y="1639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70" name="Freeform 3869">
              <a:extLst>
                <a:ext uri="{FF2B5EF4-FFF2-40B4-BE49-F238E27FC236}">
                  <a16:creationId xmlns:a16="http://schemas.microsoft.com/office/drawing/2014/main" id="{CB11095F-872B-CE4A-AB09-2008A40ECAE3}"/>
                </a:ext>
              </a:extLst>
            </p:cNvPr>
            <p:cNvSpPr/>
            <p:nvPr/>
          </p:nvSpPr>
          <p:spPr>
            <a:xfrm>
              <a:off x="2833719" y="6065707"/>
              <a:ext cx="3278" cy="4917"/>
            </a:xfrm>
            <a:custGeom>
              <a:avLst/>
              <a:gdLst>
                <a:gd name="connsiteX0" fmla="*/ 3279 w 3278"/>
                <a:gd name="connsiteY0" fmla="*/ 4918 h 4917"/>
                <a:gd name="connsiteX1" fmla="*/ 3279 w 3278"/>
                <a:gd name="connsiteY1" fmla="*/ 3279 h 4917"/>
                <a:gd name="connsiteX2" fmla="*/ 0 w 3278"/>
                <a:gd name="connsiteY2" fmla="*/ 0 h 4917"/>
                <a:gd name="connsiteX3" fmla="*/ 0 w 3278"/>
                <a:gd name="connsiteY3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7">
                  <a:moveTo>
                    <a:pt x="3279" y="4918"/>
                  </a:moveTo>
                  <a:lnTo>
                    <a:pt x="3279" y="3279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71" name="Freeform 3870">
              <a:extLst>
                <a:ext uri="{FF2B5EF4-FFF2-40B4-BE49-F238E27FC236}">
                  <a16:creationId xmlns:a16="http://schemas.microsoft.com/office/drawing/2014/main" id="{7FA094AE-F267-D84C-A714-FE021CC8D1DF}"/>
                </a:ext>
              </a:extLst>
            </p:cNvPr>
            <p:cNvSpPr/>
            <p:nvPr/>
          </p:nvSpPr>
          <p:spPr>
            <a:xfrm>
              <a:off x="2833719" y="6077183"/>
              <a:ext cx="6557" cy="3278"/>
            </a:xfrm>
            <a:custGeom>
              <a:avLst/>
              <a:gdLst>
                <a:gd name="connsiteX0" fmla="*/ 4918 w 6557"/>
                <a:gd name="connsiteY0" fmla="*/ 3278 h 3278"/>
                <a:gd name="connsiteX1" fmla="*/ 6557 w 6557"/>
                <a:gd name="connsiteY1" fmla="*/ 3278 h 3278"/>
                <a:gd name="connsiteX2" fmla="*/ 3279 w 6557"/>
                <a:gd name="connsiteY2" fmla="*/ 0 h 3278"/>
                <a:gd name="connsiteX3" fmla="*/ 0 w 6557"/>
                <a:gd name="connsiteY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4918" y="3278"/>
                  </a:moveTo>
                  <a:lnTo>
                    <a:pt x="6557" y="3278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72" name="Freeform 3871">
              <a:extLst>
                <a:ext uri="{FF2B5EF4-FFF2-40B4-BE49-F238E27FC236}">
                  <a16:creationId xmlns:a16="http://schemas.microsoft.com/office/drawing/2014/main" id="{FAD9C77F-25B1-5647-99A0-740A80EC1DB4}"/>
                </a:ext>
              </a:extLst>
            </p:cNvPr>
            <p:cNvSpPr/>
            <p:nvPr/>
          </p:nvSpPr>
          <p:spPr>
            <a:xfrm>
              <a:off x="2833719" y="6129641"/>
              <a:ext cx="4918" cy="8196"/>
            </a:xfrm>
            <a:custGeom>
              <a:avLst/>
              <a:gdLst>
                <a:gd name="connsiteX0" fmla="*/ 1639 w 4918"/>
                <a:gd name="connsiteY0" fmla="*/ 6557 h 8196"/>
                <a:gd name="connsiteX1" fmla="*/ 4918 w 4918"/>
                <a:gd name="connsiteY1" fmla="*/ 8197 h 8196"/>
                <a:gd name="connsiteX2" fmla="*/ 4918 w 4918"/>
                <a:gd name="connsiteY2" fmla="*/ 3279 h 8196"/>
                <a:gd name="connsiteX3" fmla="*/ 4918 w 4918"/>
                <a:gd name="connsiteY3" fmla="*/ 0 h 8196"/>
                <a:gd name="connsiteX4" fmla="*/ 0 w 4918"/>
                <a:gd name="connsiteY4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8196">
                  <a:moveTo>
                    <a:pt x="1639" y="6557"/>
                  </a:moveTo>
                  <a:lnTo>
                    <a:pt x="4918" y="8197"/>
                  </a:lnTo>
                  <a:lnTo>
                    <a:pt x="4918" y="3279"/>
                  </a:lnTo>
                  <a:lnTo>
                    <a:pt x="491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73" name="Freeform 3872">
              <a:extLst>
                <a:ext uri="{FF2B5EF4-FFF2-40B4-BE49-F238E27FC236}">
                  <a16:creationId xmlns:a16="http://schemas.microsoft.com/office/drawing/2014/main" id="{8001A272-CC09-D343-9EE9-3B5CB894CFF4}"/>
                </a:ext>
              </a:extLst>
            </p:cNvPr>
            <p:cNvSpPr/>
            <p:nvPr/>
          </p:nvSpPr>
          <p:spPr>
            <a:xfrm>
              <a:off x="2833719" y="6100133"/>
              <a:ext cx="14753" cy="4917"/>
            </a:xfrm>
            <a:custGeom>
              <a:avLst/>
              <a:gdLst>
                <a:gd name="connsiteX0" fmla="*/ 0 w 14753"/>
                <a:gd name="connsiteY0" fmla="*/ 4918 h 4917"/>
                <a:gd name="connsiteX1" fmla="*/ 1639 w 14753"/>
                <a:gd name="connsiteY1" fmla="*/ 4918 h 4917"/>
                <a:gd name="connsiteX2" fmla="*/ 6557 w 14753"/>
                <a:gd name="connsiteY2" fmla="*/ 4918 h 4917"/>
                <a:gd name="connsiteX3" fmla="*/ 8197 w 14753"/>
                <a:gd name="connsiteY3" fmla="*/ 4918 h 4917"/>
                <a:gd name="connsiteX4" fmla="*/ 11475 w 14753"/>
                <a:gd name="connsiteY4" fmla="*/ 3278 h 4917"/>
                <a:gd name="connsiteX5" fmla="*/ 14754 w 14753"/>
                <a:gd name="connsiteY5" fmla="*/ 1639 h 4917"/>
                <a:gd name="connsiteX6" fmla="*/ 11475 w 14753"/>
                <a:gd name="connsiteY6" fmla="*/ 0 h 4917"/>
                <a:gd name="connsiteX7" fmla="*/ 6557 w 14753"/>
                <a:gd name="connsiteY7" fmla="*/ 0 h 4917"/>
                <a:gd name="connsiteX8" fmla="*/ 3279 w 14753"/>
                <a:gd name="connsiteY8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3" h="4917">
                  <a:moveTo>
                    <a:pt x="0" y="4918"/>
                  </a:moveTo>
                  <a:lnTo>
                    <a:pt x="1639" y="4918"/>
                  </a:lnTo>
                  <a:lnTo>
                    <a:pt x="6557" y="4918"/>
                  </a:lnTo>
                  <a:lnTo>
                    <a:pt x="8197" y="4918"/>
                  </a:lnTo>
                  <a:lnTo>
                    <a:pt x="11475" y="3278"/>
                  </a:lnTo>
                  <a:lnTo>
                    <a:pt x="14754" y="1639"/>
                  </a:lnTo>
                  <a:lnTo>
                    <a:pt x="11475" y="0"/>
                  </a:lnTo>
                  <a:lnTo>
                    <a:pt x="6557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74" name="Freeform 3873">
              <a:extLst>
                <a:ext uri="{FF2B5EF4-FFF2-40B4-BE49-F238E27FC236}">
                  <a16:creationId xmlns:a16="http://schemas.microsoft.com/office/drawing/2014/main" id="{E1286D4F-3298-8E43-99A1-64DEFFA6E7F7}"/>
                </a:ext>
              </a:extLst>
            </p:cNvPr>
            <p:cNvSpPr/>
            <p:nvPr/>
          </p:nvSpPr>
          <p:spPr>
            <a:xfrm>
              <a:off x="2835359" y="6111609"/>
              <a:ext cx="6557" cy="6557"/>
            </a:xfrm>
            <a:custGeom>
              <a:avLst/>
              <a:gdLst>
                <a:gd name="connsiteX0" fmla="*/ 4918 w 6557"/>
                <a:gd name="connsiteY0" fmla="*/ 6558 h 6557"/>
                <a:gd name="connsiteX1" fmla="*/ 6557 w 6557"/>
                <a:gd name="connsiteY1" fmla="*/ 4918 h 6557"/>
                <a:gd name="connsiteX2" fmla="*/ 4918 w 6557"/>
                <a:gd name="connsiteY2" fmla="*/ 1639 h 6557"/>
                <a:gd name="connsiteX3" fmla="*/ 0 w 6557"/>
                <a:gd name="connsiteY3" fmla="*/ 0 h 6557"/>
                <a:gd name="connsiteX4" fmla="*/ 1639 w 6557"/>
                <a:gd name="connsiteY4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6557">
                  <a:moveTo>
                    <a:pt x="4918" y="6558"/>
                  </a:moveTo>
                  <a:lnTo>
                    <a:pt x="6557" y="4918"/>
                  </a:lnTo>
                  <a:lnTo>
                    <a:pt x="4918" y="1639"/>
                  </a:lnTo>
                  <a:lnTo>
                    <a:pt x="0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75" name="Freeform 3874">
              <a:extLst>
                <a:ext uri="{FF2B5EF4-FFF2-40B4-BE49-F238E27FC236}">
                  <a16:creationId xmlns:a16="http://schemas.microsoft.com/office/drawing/2014/main" id="{2B89A505-3274-C545-8357-831A61CD2CD9}"/>
                </a:ext>
              </a:extLst>
            </p:cNvPr>
            <p:cNvSpPr/>
            <p:nvPr/>
          </p:nvSpPr>
          <p:spPr>
            <a:xfrm>
              <a:off x="2836998" y="6073904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76" name="Freeform 3875">
              <a:extLst>
                <a:ext uri="{FF2B5EF4-FFF2-40B4-BE49-F238E27FC236}">
                  <a16:creationId xmlns:a16="http://schemas.microsoft.com/office/drawing/2014/main" id="{ABA6C4A4-8839-EE41-8346-94D37121999B}"/>
                </a:ext>
              </a:extLst>
            </p:cNvPr>
            <p:cNvSpPr/>
            <p:nvPr/>
          </p:nvSpPr>
          <p:spPr>
            <a:xfrm>
              <a:off x="2836998" y="6126363"/>
              <a:ext cx="3278" cy="3278"/>
            </a:xfrm>
            <a:custGeom>
              <a:avLst/>
              <a:gdLst>
                <a:gd name="connsiteX0" fmla="*/ 3279 w 3278"/>
                <a:gd name="connsiteY0" fmla="*/ 3278 h 3278"/>
                <a:gd name="connsiteX1" fmla="*/ 3279 w 3278"/>
                <a:gd name="connsiteY1" fmla="*/ 3278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8"/>
                  </a:moveTo>
                  <a:lnTo>
                    <a:pt x="3279" y="3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77" name="Freeform 3876">
              <a:extLst>
                <a:ext uri="{FF2B5EF4-FFF2-40B4-BE49-F238E27FC236}">
                  <a16:creationId xmlns:a16="http://schemas.microsoft.com/office/drawing/2014/main" id="{105701E6-C4CE-4244-87ED-8C360A2AECD4}"/>
                </a:ext>
              </a:extLst>
            </p:cNvPr>
            <p:cNvSpPr/>
            <p:nvPr/>
          </p:nvSpPr>
          <p:spPr>
            <a:xfrm>
              <a:off x="2836998" y="6119805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78" name="Freeform 3877">
              <a:extLst>
                <a:ext uri="{FF2B5EF4-FFF2-40B4-BE49-F238E27FC236}">
                  <a16:creationId xmlns:a16="http://schemas.microsoft.com/office/drawing/2014/main" id="{F3FCC387-9CA1-2E40-8322-19990203C646}"/>
                </a:ext>
              </a:extLst>
            </p:cNvPr>
            <p:cNvSpPr/>
            <p:nvPr/>
          </p:nvSpPr>
          <p:spPr>
            <a:xfrm>
              <a:off x="2836998" y="6059150"/>
              <a:ext cx="6557" cy="8196"/>
            </a:xfrm>
            <a:custGeom>
              <a:avLst/>
              <a:gdLst>
                <a:gd name="connsiteX0" fmla="*/ 6557 w 6557"/>
                <a:gd name="connsiteY0" fmla="*/ 8197 h 8196"/>
                <a:gd name="connsiteX1" fmla="*/ 6557 w 6557"/>
                <a:gd name="connsiteY1" fmla="*/ 4918 h 8196"/>
                <a:gd name="connsiteX2" fmla="*/ 3279 w 6557"/>
                <a:gd name="connsiteY2" fmla="*/ 1639 h 8196"/>
                <a:gd name="connsiteX3" fmla="*/ 0 w 6557"/>
                <a:gd name="connsiteY3" fmla="*/ 0 h 8196"/>
                <a:gd name="connsiteX4" fmla="*/ 3279 w 6557"/>
                <a:gd name="connsiteY4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8196">
                  <a:moveTo>
                    <a:pt x="6557" y="8197"/>
                  </a:moveTo>
                  <a:lnTo>
                    <a:pt x="6557" y="4918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79" name="Freeform 3878">
              <a:extLst>
                <a:ext uri="{FF2B5EF4-FFF2-40B4-BE49-F238E27FC236}">
                  <a16:creationId xmlns:a16="http://schemas.microsoft.com/office/drawing/2014/main" id="{F5B0DA8D-69EC-A843-B03B-504933DDEF8E}"/>
                </a:ext>
              </a:extLst>
            </p:cNvPr>
            <p:cNvSpPr/>
            <p:nvPr/>
          </p:nvSpPr>
          <p:spPr>
            <a:xfrm>
              <a:off x="2838637" y="6077183"/>
              <a:ext cx="4918" cy="4917"/>
            </a:xfrm>
            <a:custGeom>
              <a:avLst/>
              <a:gdLst>
                <a:gd name="connsiteX0" fmla="*/ 3279 w 4918"/>
                <a:gd name="connsiteY0" fmla="*/ 4918 h 4917"/>
                <a:gd name="connsiteX1" fmla="*/ 4918 w 4918"/>
                <a:gd name="connsiteY1" fmla="*/ 1639 h 4917"/>
                <a:gd name="connsiteX2" fmla="*/ 0 w 4918"/>
                <a:gd name="connsiteY2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4917">
                  <a:moveTo>
                    <a:pt x="3279" y="4918"/>
                  </a:moveTo>
                  <a:lnTo>
                    <a:pt x="4918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80" name="Freeform 3879">
              <a:extLst>
                <a:ext uri="{FF2B5EF4-FFF2-40B4-BE49-F238E27FC236}">
                  <a16:creationId xmlns:a16="http://schemas.microsoft.com/office/drawing/2014/main" id="{120446DF-6745-784D-84C9-61F4ECB017D0}"/>
                </a:ext>
              </a:extLst>
            </p:cNvPr>
            <p:cNvSpPr/>
            <p:nvPr/>
          </p:nvSpPr>
          <p:spPr>
            <a:xfrm>
              <a:off x="2838637" y="6095215"/>
              <a:ext cx="4918" cy="3278"/>
            </a:xfrm>
            <a:custGeom>
              <a:avLst/>
              <a:gdLst>
                <a:gd name="connsiteX0" fmla="*/ 4918 w 4918"/>
                <a:gd name="connsiteY0" fmla="*/ 3279 h 3278"/>
                <a:gd name="connsiteX1" fmla="*/ 4918 w 4918"/>
                <a:gd name="connsiteY1" fmla="*/ 3279 h 3278"/>
                <a:gd name="connsiteX2" fmla="*/ 4918 w 4918"/>
                <a:gd name="connsiteY2" fmla="*/ 0 h 3278"/>
                <a:gd name="connsiteX3" fmla="*/ 0 w 4918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3278">
                  <a:moveTo>
                    <a:pt x="4918" y="3279"/>
                  </a:moveTo>
                  <a:lnTo>
                    <a:pt x="4918" y="3279"/>
                  </a:lnTo>
                  <a:lnTo>
                    <a:pt x="491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81" name="Freeform 3880">
              <a:extLst>
                <a:ext uri="{FF2B5EF4-FFF2-40B4-BE49-F238E27FC236}">
                  <a16:creationId xmlns:a16="http://schemas.microsoft.com/office/drawing/2014/main" id="{A68231C1-D3C4-4B4C-8F28-C56E7A9F915B}"/>
                </a:ext>
              </a:extLst>
            </p:cNvPr>
            <p:cNvSpPr/>
            <p:nvPr/>
          </p:nvSpPr>
          <p:spPr>
            <a:xfrm>
              <a:off x="2840277" y="6124724"/>
              <a:ext cx="9836" cy="13114"/>
            </a:xfrm>
            <a:custGeom>
              <a:avLst/>
              <a:gdLst>
                <a:gd name="connsiteX0" fmla="*/ 4918 w 9836"/>
                <a:gd name="connsiteY0" fmla="*/ 13114 h 13114"/>
                <a:gd name="connsiteX1" fmla="*/ 8197 w 9836"/>
                <a:gd name="connsiteY1" fmla="*/ 11475 h 13114"/>
                <a:gd name="connsiteX2" fmla="*/ 9836 w 9836"/>
                <a:gd name="connsiteY2" fmla="*/ 6557 h 13114"/>
                <a:gd name="connsiteX3" fmla="*/ 6557 w 9836"/>
                <a:gd name="connsiteY3" fmla="*/ 3278 h 13114"/>
                <a:gd name="connsiteX4" fmla="*/ 3279 w 9836"/>
                <a:gd name="connsiteY4" fmla="*/ 0 h 13114"/>
                <a:gd name="connsiteX5" fmla="*/ 0 w 9836"/>
                <a:gd name="connsiteY5" fmla="*/ 1639 h 13114"/>
                <a:gd name="connsiteX6" fmla="*/ 0 w 9836"/>
                <a:gd name="connsiteY6" fmla="*/ 6557 h 13114"/>
                <a:gd name="connsiteX7" fmla="*/ 3279 w 9836"/>
                <a:gd name="connsiteY7" fmla="*/ 9836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6" h="13114">
                  <a:moveTo>
                    <a:pt x="4918" y="13114"/>
                  </a:moveTo>
                  <a:lnTo>
                    <a:pt x="8197" y="11475"/>
                  </a:lnTo>
                  <a:lnTo>
                    <a:pt x="9836" y="6557"/>
                  </a:lnTo>
                  <a:lnTo>
                    <a:pt x="6557" y="3278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0" y="6557"/>
                  </a:lnTo>
                  <a:lnTo>
                    <a:pt x="3279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82" name="Freeform 3881">
              <a:extLst>
                <a:ext uri="{FF2B5EF4-FFF2-40B4-BE49-F238E27FC236}">
                  <a16:creationId xmlns:a16="http://schemas.microsoft.com/office/drawing/2014/main" id="{82C08731-8DBF-874E-A904-6F31ADA42676}"/>
                </a:ext>
              </a:extLst>
            </p:cNvPr>
            <p:cNvSpPr/>
            <p:nvPr/>
          </p:nvSpPr>
          <p:spPr>
            <a:xfrm>
              <a:off x="2840277" y="6105051"/>
              <a:ext cx="19672" cy="11475"/>
            </a:xfrm>
            <a:custGeom>
              <a:avLst/>
              <a:gdLst>
                <a:gd name="connsiteX0" fmla="*/ 9836 w 19672"/>
                <a:gd name="connsiteY0" fmla="*/ 0 h 11475"/>
                <a:gd name="connsiteX1" fmla="*/ 8197 w 19672"/>
                <a:gd name="connsiteY1" fmla="*/ 0 h 11475"/>
                <a:gd name="connsiteX2" fmla="*/ 3279 w 19672"/>
                <a:gd name="connsiteY2" fmla="*/ 1639 h 11475"/>
                <a:gd name="connsiteX3" fmla="*/ 0 w 19672"/>
                <a:gd name="connsiteY3" fmla="*/ 3279 h 11475"/>
                <a:gd name="connsiteX4" fmla="*/ 1639 w 19672"/>
                <a:gd name="connsiteY4" fmla="*/ 6557 h 11475"/>
                <a:gd name="connsiteX5" fmla="*/ 4918 w 19672"/>
                <a:gd name="connsiteY5" fmla="*/ 6557 h 11475"/>
                <a:gd name="connsiteX6" fmla="*/ 8197 w 19672"/>
                <a:gd name="connsiteY6" fmla="*/ 8197 h 11475"/>
                <a:gd name="connsiteX7" fmla="*/ 13115 w 19672"/>
                <a:gd name="connsiteY7" fmla="*/ 11476 h 11475"/>
                <a:gd name="connsiteX8" fmla="*/ 16393 w 19672"/>
                <a:gd name="connsiteY8" fmla="*/ 9836 h 11475"/>
                <a:gd name="connsiteX9" fmla="*/ 19672 w 19672"/>
                <a:gd name="connsiteY9" fmla="*/ 9836 h 11475"/>
                <a:gd name="connsiteX10" fmla="*/ 19672 w 19672"/>
                <a:gd name="connsiteY10" fmla="*/ 4918 h 11475"/>
                <a:gd name="connsiteX11" fmla="*/ 14754 w 19672"/>
                <a:gd name="connsiteY11" fmla="*/ 1639 h 11475"/>
                <a:gd name="connsiteX12" fmla="*/ 11476 w 19672"/>
                <a:gd name="connsiteY12" fmla="*/ 0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" h="11475">
                  <a:moveTo>
                    <a:pt x="9836" y="0"/>
                  </a:moveTo>
                  <a:lnTo>
                    <a:pt x="8197" y="0"/>
                  </a:lnTo>
                  <a:lnTo>
                    <a:pt x="3279" y="1639"/>
                  </a:lnTo>
                  <a:lnTo>
                    <a:pt x="0" y="3279"/>
                  </a:lnTo>
                  <a:lnTo>
                    <a:pt x="1639" y="6557"/>
                  </a:lnTo>
                  <a:lnTo>
                    <a:pt x="4918" y="6557"/>
                  </a:lnTo>
                  <a:lnTo>
                    <a:pt x="8197" y="8197"/>
                  </a:lnTo>
                  <a:lnTo>
                    <a:pt x="13115" y="11476"/>
                  </a:lnTo>
                  <a:lnTo>
                    <a:pt x="16393" y="9836"/>
                  </a:lnTo>
                  <a:lnTo>
                    <a:pt x="19672" y="9836"/>
                  </a:lnTo>
                  <a:lnTo>
                    <a:pt x="19672" y="4918"/>
                  </a:lnTo>
                  <a:lnTo>
                    <a:pt x="14754" y="1639"/>
                  </a:lnTo>
                  <a:lnTo>
                    <a:pt x="11476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83" name="Freeform 3882">
              <a:extLst>
                <a:ext uri="{FF2B5EF4-FFF2-40B4-BE49-F238E27FC236}">
                  <a16:creationId xmlns:a16="http://schemas.microsoft.com/office/drawing/2014/main" id="{D3C7E2C7-DE47-F24B-8C67-6599FE1F047E}"/>
                </a:ext>
              </a:extLst>
            </p:cNvPr>
            <p:cNvSpPr/>
            <p:nvPr/>
          </p:nvSpPr>
          <p:spPr>
            <a:xfrm>
              <a:off x="2845195" y="6114887"/>
              <a:ext cx="14754" cy="4917"/>
            </a:xfrm>
            <a:custGeom>
              <a:avLst/>
              <a:gdLst>
                <a:gd name="connsiteX0" fmla="*/ 8197 w 14754"/>
                <a:gd name="connsiteY0" fmla="*/ 4918 h 4917"/>
                <a:gd name="connsiteX1" fmla="*/ 11475 w 14754"/>
                <a:gd name="connsiteY1" fmla="*/ 4918 h 4917"/>
                <a:gd name="connsiteX2" fmla="*/ 14754 w 14754"/>
                <a:gd name="connsiteY2" fmla="*/ 4918 h 4917"/>
                <a:gd name="connsiteX3" fmla="*/ 11475 w 14754"/>
                <a:gd name="connsiteY3" fmla="*/ 1639 h 4917"/>
                <a:gd name="connsiteX4" fmla="*/ 8197 w 14754"/>
                <a:gd name="connsiteY4" fmla="*/ 1639 h 4917"/>
                <a:gd name="connsiteX5" fmla="*/ 4918 w 14754"/>
                <a:gd name="connsiteY5" fmla="*/ 0 h 4917"/>
                <a:gd name="connsiteX6" fmla="*/ 0 w 14754"/>
                <a:gd name="connsiteY6" fmla="*/ 1639 h 4917"/>
                <a:gd name="connsiteX7" fmla="*/ 4918 w 14754"/>
                <a:gd name="connsiteY7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4" h="4917">
                  <a:moveTo>
                    <a:pt x="8197" y="4918"/>
                  </a:moveTo>
                  <a:lnTo>
                    <a:pt x="11475" y="4918"/>
                  </a:lnTo>
                  <a:lnTo>
                    <a:pt x="14754" y="4918"/>
                  </a:lnTo>
                  <a:lnTo>
                    <a:pt x="11475" y="1639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84" name="Freeform 3883">
              <a:extLst>
                <a:ext uri="{FF2B5EF4-FFF2-40B4-BE49-F238E27FC236}">
                  <a16:creationId xmlns:a16="http://schemas.microsoft.com/office/drawing/2014/main" id="{80EA1717-9103-9345-B1EB-5D354E7C8591}"/>
                </a:ext>
              </a:extLst>
            </p:cNvPr>
            <p:cNvSpPr/>
            <p:nvPr/>
          </p:nvSpPr>
          <p:spPr>
            <a:xfrm>
              <a:off x="2845195" y="6096855"/>
              <a:ext cx="8196" cy="6557"/>
            </a:xfrm>
            <a:custGeom>
              <a:avLst/>
              <a:gdLst>
                <a:gd name="connsiteX0" fmla="*/ 6557 w 8196"/>
                <a:gd name="connsiteY0" fmla="*/ 6557 h 6557"/>
                <a:gd name="connsiteX1" fmla="*/ 8197 w 8196"/>
                <a:gd name="connsiteY1" fmla="*/ 3279 h 6557"/>
                <a:gd name="connsiteX2" fmla="*/ 4918 w 8196"/>
                <a:gd name="connsiteY2" fmla="*/ 0 h 6557"/>
                <a:gd name="connsiteX3" fmla="*/ 0 w 8196"/>
                <a:gd name="connsiteY3" fmla="*/ 0 h 6557"/>
                <a:gd name="connsiteX4" fmla="*/ 3279 w 8196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6557">
                  <a:moveTo>
                    <a:pt x="6557" y="6557"/>
                  </a:moveTo>
                  <a:lnTo>
                    <a:pt x="8197" y="3279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85" name="Freeform 3884">
              <a:extLst>
                <a:ext uri="{FF2B5EF4-FFF2-40B4-BE49-F238E27FC236}">
                  <a16:creationId xmlns:a16="http://schemas.microsoft.com/office/drawing/2014/main" id="{9A2DB95A-A6B2-8C43-98E3-4E34647C3451}"/>
                </a:ext>
              </a:extLst>
            </p:cNvPr>
            <p:cNvSpPr/>
            <p:nvPr/>
          </p:nvSpPr>
          <p:spPr>
            <a:xfrm>
              <a:off x="2845195" y="6085380"/>
              <a:ext cx="11475" cy="8196"/>
            </a:xfrm>
            <a:custGeom>
              <a:avLst/>
              <a:gdLst>
                <a:gd name="connsiteX0" fmla="*/ 6557 w 11475"/>
                <a:gd name="connsiteY0" fmla="*/ 8197 h 8196"/>
                <a:gd name="connsiteX1" fmla="*/ 6557 w 11475"/>
                <a:gd name="connsiteY1" fmla="*/ 8197 h 8196"/>
                <a:gd name="connsiteX2" fmla="*/ 11475 w 11475"/>
                <a:gd name="connsiteY2" fmla="*/ 6557 h 8196"/>
                <a:gd name="connsiteX3" fmla="*/ 8197 w 11475"/>
                <a:gd name="connsiteY3" fmla="*/ 3278 h 8196"/>
                <a:gd name="connsiteX4" fmla="*/ 4918 w 11475"/>
                <a:gd name="connsiteY4" fmla="*/ 0 h 8196"/>
                <a:gd name="connsiteX5" fmla="*/ 0 w 11475"/>
                <a:gd name="connsiteY5" fmla="*/ 1639 h 8196"/>
                <a:gd name="connsiteX6" fmla="*/ 1639 w 11475"/>
                <a:gd name="connsiteY6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8196">
                  <a:moveTo>
                    <a:pt x="6557" y="8197"/>
                  </a:moveTo>
                  <a:lnTo>
                    <a:pt x="6557" y="8197"/>
                  </a:lnTo>
                  <a:lnTo>
                    <a:pt x="11475" y="6557"/>
                  </a:lnTo>
                  <a:lnTo>
                    <a:pt x="8197" y="3278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163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86" name="Freeform 3885">
              <a:extLst>
                <a:ext uri="{FF2B5EF4-FFF2-40B4-BE49-F238E27FC236}">
                  <a16:creationId xmlns:a16="http://schemas.microsoft.com/office/drawing/2014/main" id="{B9EC5326-C1F0-AD44-9A9A-BA6F5ECE7D03}"/>
                </a:ext>
              </a:extLst>
            </p:cNvPr>
            <p:cNvSpPr/>
            <p:nvPr/>
          </p:nvSpPr>
          <p:spPr>
            <a:xfrm>
              <a:off x="2846834" y="5978823"/>
              <a:ext cx="3278" cy="1638"/>
            </a:xfrm>
            <a:custGeom>
              <a:avLst/>
              <a:gdLst>
                <a:gd name="connsiteX0" fmla="*/ 3279 w 3278"/>
                <a:gd name="connsiteY0" fmla="*/ 1639 h 1638"/>
                <a:gd name="connsiteX1" fmla="*/ 3279 w 3278"/>
                <a:gd name="connsiteY1" fmla="*/ 0 h 1638"/>
                <a:gd name="connsiteX2" fmla="*/ 0 w 3278"/>
                <a:gd name="connsiteY2" fmla="*/ 0 h 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8">
                  <a:moveTo>
                    <a:pt x="3279" y="163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87" name="Freeform 3886">
              <a:extLst>
                <a:ext uri="{FF2B5EF4-FFF2-40B4-BE49-F238E27FC236}">
                  <a16:creationId xmlns:a16="http://schemas.microsoft.com/office/drawing/2014/main" id="{999E3A50-C401-6945-875E-D00965F38D55}"/>
                </a:ext>
              </a:extLst>
            </p:cNvPr>
            <p:cNvSpPr/>
            <p:nvPr/>
          </p:nvSpPr>
          <p:spPr>
            <a:xfrm>
              <a:off x="2848473" y="6236198"/>
              <a:ext cx="26229" cy="27868"/>
            </a:xfrm>
            <a:custGeom>
              <a:avLst/>
              <a:gdLst>
                <a:gd name="connsiteX0" fmla="*/ 24590 w 26229"/>
                <a:gd name="connsiteY0" fmla="*/ 27869 h 27868"/>
                <a:gd name="connsiteX1" fmla="*/ 26229 w 26229"/>
                <a:gd name="connsiteY1" fmla="*/ 24590 h 27868"/>
                <a:gd name="connsiteX2" fmla="*/ 26229 w 26229"/>
                <a:gd name="connsiteY2" fmla="*/ 21312 h 27868"/>
                <a:gd name="connsiteX3" fmla="*/ 22951 w 26229"/>
                <a:gd name="connsiteY3" fmla="*/ 18033 h 27868"/>
                <a:gd name="connsiteX4" fmla="*/ 19672 w 26229"/>
                <a:gd name="connsiteY4" fmla="*/ 16393 h 27868"/>
                <a:gd name="connsiteX5" fmla="*/ 18033 w 26229"/>
                <a:gd name="connsiteY5" fmla="*/ 11476 h 27868"/>
                <a:gd name="connsiteX6" fmla="*/ 13115 w 26229"/>
                <a:gd name="connsiteY6" fmla="*/ 8197 h 27868"/>
                <a:gd name="connsiteX7" fmla="*/ 11476 w 26229"/>
                <a:gd name="connsiteY7" fmla="*/ 4918 h 27868"/>
                <a:gd name="connsiteX8" fmla="*/ 8197 w 26229"/>
                <a:gd name="connsiteY8" fmla="*/ 0 h 27868"/>
                <a:gd name="connsiteX9" fmla="*/ 3279 w 26229"/>
                <a:gd name="connsiteY9" fmla="*/ 0 h 27868"/>
                <a:gd name="connsiteX10" fmla="*/ 0 w 26229"/>
                <a:gd name="connsiteY10" fmla="*/ 1639 h 27868"/>
                <a:gd name="connsiteX11" fmla="*/ 3279 w 26229"/>
                <a:gd name="connsiteY11" fmla="*/ 6557 h 27868"/>
                <a:gd name="connsiteX12" fmla="*/ 8197 w 26229"/>
                <a:gd name="connsiteY12" fmla="*/ 8197 h 27868"/>
                <a:gd name="connsiteX13" fmla="*/ 6557 w 26229"/>
                <a:gd name="connsiteY13" fmla="*/ 11476 h 27868"/>
                <a:gd name="connsiteX14" fmla="*/ 11476 w 26229"/>
                <a:gd name="connsiteY14" fmla="*/ 13115 h 27868"/>
                <a:gd name="connsiteX15" fmla="*/ 6557 w 26229"/>
                <a:gd name="connsiteY15" fmla="*/ 14754 h 27868"/>
                <a:gd name="connsiteX16" fmla="*/ 11476 w 26229"/>
                <a:gd name="connsiteY16" fmla="*/ 16393 h 27868"/>
                <a:gd name="connsiteX17" fmla="*/ 14754 w 26229"/>
                <a:gd name="connsiteY17" fmla="*/ 14754 h 27868"/>
                <a:gd name="connsiteX18" fmla="*/ 16393 w 26229"/>
                <a:gd name="connsiteY18" fmla="*/ 18033 h 27868"/>
                <a:gd name="connsiteX19" fmla="*/ 18033 w 26229"/>
                <a:gd name="connsiteY19" fmla="*/ 21312 h 27868"/>
                <a:gd name="connsiteX20" fmla="*/ 21311 w 26229"/>
                <a:gd name="connsiteY20" fmla="*/ 26229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6229" h="27868">
                  <a:moveTo>
                    <a:pt x="24590" y="27869"/>
                  </a:moveTo>
                  <a:lnTo>
                    <a:pt x="26229" y="24590"/>
                  </a:lnTo>
                  <a:lnTo>
                    <a:pt x="26229" y="21312"/>
                  </a:lnTo>
                  <a:lnTo>
                    <a:pt x="22951" y="18033"/>
                  </a:lnTo>
                  <a:lnTo>
                    <a:pt x="19672" y="16393"/>
                  </a:lnTo>
                  <a:lnTo>
                    <a:pt x="18033" y="11476"/>
                  </a:lnTo>
                  <a:lnTo>
                    <a:pt x="13115" y="8197"/>
                  </a:lnTo>
                  <a:lnTo>
                    <a:pt x="11476" y="4918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6557"/>
                  </a:lnTo>
                  <a:lnTo>
                    <a:pt x="8197" y="8197"/>
                  </a:lnTo>
                  <a:lnTo>
                    <a:pt x="6557" y="11476"/>
                  </a:lnTo>
                  <a:lnTo>
                    <a:pt x="11476" y="13115"/>
                  </a:lnTo>
                  <a:lnTo>
                    <a:pt x="6557" y="14754"/>
                  </a:lnTo>
                  <a:lnTo>
                    <a:pt x="11476" y="16393"/>
                  </a:lnTo>
                  <a:lnTo>
                    <a:pt x="14754" y="14754"/>
                  </a:lnTo>
                  <a:lnTo>
                    <a:pt x="16393" y="18033"/>
                  </a:lnTo>
                  <a:lnTo>
                    <a:pt x="18033" y="21312"/>
                  </a:lnTo>
                  <a:lnTo>
                    <a:pt x="21311" y="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88" name="Freeform 3887">
              <a:extLst>
                <a:ext uri="{FF2B5EF4-FFF2-40B4-BE49-F238E27FC236}">
                  <a16:creationId xmlns:a16="http://schemas.microsoft.com/office/drawing/2014/main" id="{C942CCCB-BB94-254D-9EED-97938C560840}"/>
                </a:ext>
              </a:extLst>
            </p:cNvPr>
            <p:cNvSpPr/>
            <p:nvPr/>
          </p:nvSpPr>
          <p:spPr>
            <a:xfrm>
              <a:off x="2851752" y="6123084"/>
              <a:ext cx="9835" cy="6557"/>
            </a:xfrm>
            <a:custGeom>
              <a:avLst/>
              <a:gdLst>
                <a:gd name="connsiteX0" fmla="*/ 0 w 9835"/>
                <a:gd name="connsiteY0" fmla="*/ 6557 h 6557"/>
                <a:gd name="connsiteX1" fmla="*/ 1639 w 9835"/>
                <a:gd name="connsiteY1" fmla="*/ 4918 h 6557"/>
                <a:gd name="connsiteX2" fmla="*/ 6557 w 9835"/>
                <a:gd name="connsiteY2" fmla="*/ 4918 h 6557"/>
                <a:gd name="connsiteX3" fmla="*/ 9836 w 9835"/>
                <a:gd name="connsiteY3" fmla="*/ 6557 h 6557"/>
                <a:gd name="connsiteX4" fmla="*/ 8197 w 9835"/>
                <a:gd name="connsiteY4" fmla="*/ 1639 h 6557"/>
                <a:gd name="connsiteX5" fmla="*/ 3279 w 9835"/>
                <a:gd name="connsiteY5" fmla="*/ 0 h 6557"/>
                <a:gd name="connsiteX6" fmla="*/ 0 w 9835"/>
                <a:gd name="connsiteY6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5" h="6557">
                  <a:moveTo>
                    <a:pt x="0" y="6557"/>
                  </a:moveTo>
                  <a:lnTo>
                    <a:pt x="1639" y="4918"/>
                  </a:lnTo>
                  <a:lnTo>
                    <a:pt x="6557" y="4918"/>
                  </a:lnTo>
                  <a:lnTo>
                    <a:pt x="9836" y="6557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89" name="Freeform 3888">
              <a:extLst>
                <a:ext uri="{FF2B5EF4-FFF2-40B4-BE49-F238E27FC236}">
                  <a16:creationId xmlns:a16="http://schemas.microsoft.com/office/drawing/2014/main" id="{EF4688F5-1B20-7B4D-AAE0-686C19DDE74D}"/>
                </a:ext>
              </a:extLst>
            </p:cNvPr>
            <p:cNvSpPr/>
            <p:nvPr/>
          </p:nvSpPr>
          <p:spPr>
            <a:xfrm>
              <a:off x="2851752" y="6093576"/>
              <a:ext cx="4917" cy="4917"/>
            </a:xfrm>
            <a:custGeom>
              <a:avLst/>
              <a:gdLst>
                <a:gd name="connsiteX0" fmla="*/ 3279 w 4917"/>
                <a:gd name="connsiteY0" fmla="*/ 4918 h 4917"/>
                <a:gd name="connsiteX1" fmla="*/ 4918 w 4917"/>
                <a:gd name="connsiteY1" fmla="*/ 4918 h 4917"/>
                <a:gd name="connsiteX2" fmla="*/ 4918 w 4917"/>
                <a:gd name="connsiteY2" fmla="*/ 0 h 4917"/>
                <a:gd name="connsiteX3" fmla="*/ 0 w 4917"/>
                <a:gd name="connsiteY3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7">
                  <a:moveTo>
                    <a:pt x="3279" y="4918"/>
                  </a:moveTo>
                  <a:lnTo>
                    <a:pt x="4918" y="4918"/>
                  </a:ln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0" name="Freeform 3889">
              <a:extLst>
                <a:ext uri="{FF2B5EF4-FFF2-40B4-BE49-F238E27FC236}">
                  <a16:creationId xmlns:a16="http://schemas.microsoft.com/office/drawing/2014/main" id="{ED1537ED-F7A0-4F4E-8763-7CF66FCED3DF}"/>
                </a:ext>
              </a:extLst>
            </p:cNvPr>
            <p:cNvSpPr/>
            <p:nvPr/>
          </p:nvSpPr>
          <p:spPr>
            <a:xfrm>
              <a:off x="2853391" y="6121445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1" name="Freeform 3890">
              <a:extLst>
                <a:ext uri="{FF2B5EF4-FFF2-40B4-BE49-F238E27FC236}">
                  <a16:creationId xmlns:a16="http://schemas.microsoft.com/office/drawing/2014/main" id="{A5249493-2463-4A44-B95E-AC17209FC045}"/>
                </a:ext>
              </a:extLst>
            </p:cNvPr>
            <p:cNvSpPr/>
            <p:nvPr/>
          </p:nvSpPr>
          <p:spPr>
            <a:xfrm>
              <a:off x="2853391" y="6055871"/>
              <a:ext cx="4918" cy="6557"/>
            </a:xfrm>
            <a:custGeom>
              <a:avLst/>
              <a:gdLst>
                <a:gd name="connsiteX0" fmla="*/ 4918 w 4918"/>
                <a:gd name="connsiteY0" fmla="*/ 6557 h 6557"/>
                <a:gd name="connsiteX1" fmla="*/ 4918 w 4918"/>
                <a:gd name="connsiteY1" fmla="*/ 4918 h 6557"/>
                <a:gd name="connsiteX2" fmla="*/ 3279 w 4918"/>
                <a:gd name="connsiteY2" fmla="*/ 0 h 6557"/>
                <a:gd name="connsiteX3" fmla="*/ 0 w 4918"/>
                <a:gd name="connsiteY3" fmla="*/ 1639 h 6557"/>
                <a:gd name="connsiteX4" fmla="*/ 1639 w 4918"/>
                <a:gd name="connsiteY4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6557">
                  <a:moveTo>
                    <a:pt x="4918" y="6557"/>
                  </a:moveTo>
                  <a:lnTo>
                    <a:pt x="4918" y="4918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2" name="Freeform 3891">
              <a:extLst>
                <a:ext uri="{FF2B5EF4-FFF2-40B4-BE49-F238E27FC236}">
                  <a16:creationId xmlns:a16="http://schemas.microsoft.com/office/drawing/2014/main" id="{0140276A-9A59-6344-831D-E21B52E61118}"/>
                </a:ext>
              </a:extLst>
            </p:cNvPr>
            <p:cNvSpPr/>
            <p:nvPr/>
          </p:nvSpPr>
          <p:spPr>
            <a:xfrm>
              <a:off x="2853391" y="6129641"/>
              <a:ext cx="8196" cy="6557"/>
            </a:xfrm>
            <a:custGeom>
              <a:avLst/>
              <a:gdLst>
                <a:gd name="connsiteX0" fmla="*/ 6557 w 8196"/>
                <a:gd name="connsiteY0" fmla="*/ 6557 h 6557"/>
                <a:gd name="connsiteX1" fmla="*/ 8197 w 8196"/>
                <a:gd name="connsiteY1" fmla="*/ 4918 h 6557"/>
                <a:gd name="connsiteX2" fmla="*/ 8197 w 8196"/>
                <a:gd name="connsiteY2" fmla="*/ 1639 h 6557"/>
                <a:gd name="connsiteX3" fmla="*/ 3279 w 8196"/>
                <a:gd name="connsiteY3" fmla="*/ 0 h 6557"/>
                <a:gd name="connsiteX4" fmla="*/ 0 w 8196"/>
                <a:gd name="connsiteY4" fmla="*/ 0 h 6557"/>
                <a:gd name="connsiteX5" fmla="*/ 3279 w 8196"/>
                <a:gd name="connsiteY5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6557">
                  <a:moveTo>
                    <a:pt x="6557" y="6557"/>
                  </a:moveTo>
                  <a:lnTo>
                    <a:pt x="8197" y="4918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3" name="Freeform 3892">
              <a:extLst>
                <a:ext uri="{FF2B5EF4-FFF2-40B4-BE49-F238E27FC236}">
                  <a16:creationId xmlns:a16="http://schemas.microsoft.com/office/drawing/2014/main" id="{DAA796C3-36A1-BF49-B320-8CE14DD496B2}"/>
                </a:ext>
              </a:extLst>
            </p:cNvPr>
            <p:cNvSpPr/>
            <p:nvPr/>
          </p:nvSpPr>
          <p:spPr>
            <a:xfrm>
              <a:off x="2853391" y="6221444"/>
              <a:ext cx="4918" cy="6557"/>
            </a:xfrm>
            <a:custGeom>
              <a:avLst/>
              <a:gdLst>
                <a:gd name="connsiteX0" fmla="*/ 4918 w 4918"/>
                <a:gd name="connsiteY0" fmla="*/ 6557 h 6557"/>
                <a:gd name="connsiteX1" fmla="*/ 4918 w 4918"/>
                <a:gd name="connsiteY1" fmla="*/ 3279 h 6557"/>
                <a:gd name="connsiteX2" fmla="*/ 3279 w 4918"/>
                <a:gd name="connsiteY2" fmla="*/ 0 h 6557"/>
                <a:gd name="connsiteX3" fmla="*/ 0 w 4918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6557">
                  <a:moveTo>
                    <a:pt x="4918" y="6557"/>
                  </a:moveTo>
                  <a:lnTo>
                    <a:pt x="4918" y="3279"/>
                  </a:ln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4" name="Freeform 3893">
              <a:extLst>
                <a:ext uri="{FF2B5EF4-FFF2-40B4-BE49-F238E27FC236}">
                  <a16:creationId xmlns:a16="http://schemas.microsoft.com/office/drawing/2014/main" id="{DE5AFC32-00C9-1942-A637-467CFB116911}"/>
                </a:ext>
              </a:extLst>
            </p:cNvPr>
            <p:cNvSpPr/>
            <p:nvPr/>
          </p:nvSpPr>
          <p:spPr>
            <a:xfrm>
              <a:off x="2853391" y="6252592"/>
              <a:ext cx="13114" cy="11475"/>
            </a:xfrm>
            <a:custGeom>
              <a:avLst/>
              <a:gdLst>
                <a:gd name="connsiteX0" fmla="*/ 6557 w 13114"/>
                <a:gd name="connsiteY0" fmla="*/ 11476 h 11475"/>
                <a:gd name="connsiteX1" fmla="*/ 6557 w 13114"/>
                <a:gd name="connsiteY1" fmla="*/ 11476 h 11475"/>
                <a:gd name="connsiteX2" fmla="*/ 9836 w 13114"/>
                <a:gd name="connsiteY2" fmla="*/ 11476 h 11475"/>
                <a:gd name="connsiteX3" fmla="*/ 13115 w 13114"/>
                <a:gd name="connsiteY3" fmla="*/ 8197 h 11475"/>
                <a:gd name="connsiteX4" fmla="*/ 11475 w 13114"/>
                <a:gd name="connsiteY4" fmla="*/ 4918 h 11475"/>
                <a:gd name="connsiteX5" fmla="*/ 8197 w 13114"/>
                <a:gd name="connsiteY5" fmla="*/ 0 h 11475"/>
                <a:gd name="connsiteX6" fmla="*/ 4918 w 13114"/>
                <a:gd name="connsiteY6" fmla="*/ 1639 h 11475"/>
                <a:gd name="connsiteX7" fmla="*/ 0 w 13114"/>
                <a:gd name="connsiteY7" fmla="*/ 3279 h 11475"/>
                <a:gd name="connsiteX8" fmla="*/ 3279 w 13114"/>
                <a:gd name="connsiteY8" fmla="*/ 8197 h 11475"/>
                <a:gd name="connsiteX9" fmla="*/ 6557 w 13114"/>
                <a:gd name="connsiteY9" fmla="*/ 8197 h 11475"/>
                <a:gd name="connsiteX10" fmla="*/ 9836 w 13114"/>
                <a:gd name="connsiteY10" fmla="*/ 983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114" h="11475">
                  <a:moveTo>
                    <a:pt x="6557" y="11476"/>
                  </a:moveTo>
                  <a:lnTo>
                    <a:pt x="6557" y="11476"/>
                  </a:lnTo>
                  <a:lnTo>
                    <a:pt x="9836" y="11476"/>
                  </a:lnTo>
                  <a:lnTo>
                    <a:pt x="13115" y="8197"/>
                  </a:lnTo>
                  <a:lnTo>
                    <a:pt x="11475" y="4918"/>
                  </a:lnTo>
                  <a:lnTo>
                    <a:pt x="8197" y="0"/>
                  </a:lnTo>
                  <a:lnTo>
                    <a:pt x="4918" y="1639"/>
                  </a:lnTo>
                  <a:lnTo>
                    <a:pt x="0" y="3279"/>
                  </a:lnTo>
                  <a:lnTo>
                    <a:pt x="3279" y="8197"/>
                  </a:lnTo>
                  <a:lnTo>
                    <a:pt x="6557" y="8197"/>
                  </a:lnTo>
                  <a:lnTo>
                    <a:pt x="9836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5" name="Freeform 3894">
              <a:extLst>
                <a:ext uri="{FF2B5EF4-FFF2-40B4-BE49-F238E27FC236}">
                  <a16:creationId xmlns:a16="http://schemas.microsoft.com/office/drawing/2014/main" id="{BC80B8C3-53D2-EC42-A1BC-8E937F32ED74}"/>
                </a:ext>
              </a:extLst>
            </p:cNvPr>
            <p:cNvSpPr/>
            <p:nvPr/>
          </p:nvSpPr>
          <p:spPr>
            <a:xfrm>
              <a:off x="2858309" y="6137838"/>
              <a:ext cx="4918" cy="6557"/>
            </a:xfrm>
            <a:custGeom>
              <a:avLst/>
              <a:gdLst>
                <a:gd name="connsiteX0" fmla="*/ 3279 w 4918"/>
                <a:gd name="connsiteY0" fmla="*/ 6557 h 6557"/>
                <a:gd name="connsiteX1" fmla="*/ 4918 w 4918"/>
                <a:gd name="connsiteY1" fmla="*/ 3279 h 6557"/>
                <a:gd name="connsiteX2" fmla="*/ 3279 w 4918"/>
                <a:gd name="connsiteY2" fmla="*/ 0 h 6557"/>
                <a:gd name="connsiteX3" fmla="*/ 0 w 4918"/>
                <a:gd name="connsiteY3" fmla="*/ 0 h 6557"/>
                <a:gd name="connsiteX4" fmla="*/ 1639 w 4918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6557">
                  <a:moveTo>
                    <a:pt x="3279" y="6557"/>
                  </a:moveTo>
                  <a:lnTo>
                    <a:pt x="4918" y="327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6" name="Freeform 3895">
              <a:extLst>
                <a:ext uri="{FF2B5EF4-FFF2-40B4-BE49-F238E27FC236}">
                  <a16:creationId xmlns:a16="http://schemas.microsoft.com/office/drawing/2014/main" id="{B8E69FFF-9426-2445-B114-0BF90A2591E4}"/>
                </a:ext>
              </a:extLst>
            </p:cNvPr>
            <p:cNvSpPr/>
            <p:nvPr/>
          </p:nvSpPr>
          <p:spPr>
            <a:xfrm>
              <a:off x="2858309" y="6262428"/>
              <a:ext cx="11475" cy="6557"/>
            </a:xfrm>
            <a:custGeom>
              <a:avLst/>
              <a:gdLst>
                <a:gd name="connsiteX0" fmla="*/ 3279 w 11475"/>
                <a:gd name="connsiteY0" fmla="*/ 6557 h 6557"/>
                <a:gd name="connsiteX1" fmla="*/ 3279 w 11475"/>
                <a:gd name="connsiteY1" fmla="*/ 6557 h 6557"/>
                <a:gd name="connsiteX2" fmla="*/ 8197 w 11475"/>
                <a:gd name="connsiteY2" fmla="*/ 4918 h 6557"/>
                <a:gd name="connsiteX3" fmla="*/ 11475 w 11475"/>
                <a:gd name="connsiteY3" fmla="*/ 1639 h 6557"/>
                <a:gd name="connsiteX4" fmla="*/ 8197 w 11475"/>
                <a:gd name="connsiteY4" fmla="*/ 0 h 6557"/>
                <a:gd name="connsiteX5" fmla="*/ 3279 w 11475"/>
                <a:gd name="connsiteY5" fmla="*/ 3279 h 6557"/>
                <a:gd name="connsiteX6" fmla="*/ 0 w 11475"/>
                <a:gd name="connsiteY6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6557">
                  <a:moveTo>
                    <a:pt x="3279" y="6557"/>
                  </a:moveTo>
                  <a:lnTo>
                    <a:pt x="3279" y="6557"/>
                  </a:lnTo>
                  <a:lnTo>
                    <a:pt x="8197" y="4918"/>
                  </a:lnTo>
                  <a:lnTo>
                    <a:pt x="11475" y="1639"/>
                  </a:lnTo>
                  <a:lnTo>
                    <a:pt x="8197" y="0"/>
                  </a:lnTo>
                  <a:lnTo>
                    <a:pt x="3279" y="327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7" name="Freeform 3896">
              <a:extLst>
                <a:ext uri="{FF2B5EF4-FFF2-40B4-BE49-F238E27FC236}">
                  <a16:creationId xmlns:a16="http://schemas.microsoft.com/office/drawing/2014/main" id="{D91B99B3-4378-6540-A1A7-10CA481FC98F}"/>
                </a:ext>
              </a:extLst>
            </p:cNvPr>
            <p:cNvSpPr/>
            <p:nvPr/>
          </p:nvSpPr>
          <p:spPr>
            <a:xfrm>
              <a:off x="2859949" y="6221444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8" name="Freeform 3897">
              <a:extLst>
                <a:ext uri="{FF2B5EF4-FFF2-40B4-BE49-F238E27FC236}">
                  <a16:creationId xmlns:a16="http://schemas.microsoft.com/office/drawing/2014/main" id="{A51492C5-60A8-464F-8374-FD86BE236D46}"/>
                </a:ext>
              </a:extLst>
            </p:cNvPr>
            <p:cNvSpPr/>
            <p:nvPr/>
          </p:nvSpPr>
          <p:spPr>
            <a:xfrm>
              <a:off x="2859949" y="6078822"/>
              <a:ext cx="22950" cy="22951"/>
            </a:xfrm>
            <a:custGeom>
              <a:avLst/>
              <a:gdLst>
                <a:gd name="connsiteX0" fmla="*/ 21311 w 22950"/>
                <a:gd name="connsiteY0" fmla="*/ 14754 h 22951"/>
                <a:gd name="connsiteX1" fmla="*/ 21311 w 22950"/>
                <a:gd name="connsiteY1" fmla="*/ 14754 h 22951"/>
                <a:gd name="connsiteX2" fmla="*/ 18033 w 22950"/>
                <a:gd name="connsiteY2" fmla="*/ 9836 h 22951"/>
                <a:gd name="connsiteX3" fmla="*/ 22951 w 22950"/>
                <a:gd name="connsiteY3" fmla="*/ 8197 h 22951"/>
                <a:gd name="connsiteX4" fmla="*/ 21311 w 22950"/>
                <a:gd name="connsiteY4" fmla="*/ 4918 h 22951"/>
                <a:gd name="connsiteX5" fmla="*/ 18033 w 22950"/>
                <a:gd name="connsiteY5" fmla="*/ 1639 h 22951"/>
                <a:gd name="connsiteX6" fmla="*/ 13114 w 22950"/>
                <a:gd name="connsiteY6" fmla="*/ 3279 h 22951"/>
                <a:gd name="connsiteX7" fmla="*/ 11475 w 22950"/>
                <a:gd name="connsiteY7" fmla="*/ 0 h 22951"/>
                <a:gd name="connsiteX8" fmla="*/ 8197 w 22950"/>
                <a:gd name="connsiteY8" fmla="*/ 1639 h 22951"/>
                <a:gd name="connsiteX9" fmla="*/ 3279 w 22950"/>
                <a:gd name="connsiteY9" fmla="*/ 0 h 22951"/>
                <a:gd name="connsiteX10" fmla="*/ 3279 w 22950"/>
                <a:gd name="connsiteY10" fmla="*/ 4918 h 22951"/>
                <a:gd name="connsiteX11" fmla="*/ 8197 w 22950"/>
                <a:gd name="connsiteY11" fmla="*/ 6558 h 22951"/>
                <a:gd name="connsiteX12" fmla="*/ 3279 w 22950"/>
                <a:gd name="connsiteY12" fmla="*/ 8197 h 22951"/>
                <a:gd name="connsiteX13" fmla="*/ 0 w 22950"/>
                <a:gd name="connsiteY13" fmla="*/ 9836 h 22951"/>
                <a:gd name="connsiteX14" fmla="*/ 1639 w 22950"/>
                <a:gd name="connsiteY14" fmla="*/ 13115 h 22951"/>
                <a:gd name="connsiteX15" fmla="*/ 4918 w 22950"/>
                <a:gd name="connsiteY15" fmla="*/ 16393 h 22951"/>
                <a:gd name="connsiteX16" fmla="*/ 8197 w 22950"/>
                <a:gd name="connsiteY16" fmla="*/ 16393 h 22951"/>
                <a:gd name="connsiteX17" fmla="*/ 4918 w 22950"/>
                <a:gd name="connsiteY17" fmla="*/ 18033 h 22951"/>
                <a:gd name="connsiteX18" fmla="*/ 8197 w 22950"/>
                <a:gd name="connsiteY18" fmla="*/ 21312 h 22951"/>
                <a:gd name="connsiteX19" fmla="*/ 11475 w 22950"/>
                <a:gd name="connsiteY19" fmla="*/ 22951 h 22951"/>
                <a:gd name="connsiteX20" fmla="*/ 14754 w 22950"/>
                <a:gd name="connsiteY20" fmla="*/ 22951 h 22951"/>
                <a:gd name="connsiteX21" fmla="*/ 18033 w 22950"/>
                <a:gd name="connsiteY21" fmla="*/ 18033 h 2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950" h="22951">
                  <a:moveTo>
                    <a:pt x="21311" y="14754"/>
                  </a:moveTo>
                  <a:lnTo>
                    <a:pt x="21311" y="14754"/>
                  </a:lnTo>
                  <a:lnTo>
                    <a:pt x="18033" y="9836"/>
                  </a:lnTo>
                  <a:lnTo>
                    <a:pt x="22951" y="8197"/>
                  </a:lnTo>
                  <a:lnTo>
                    <a:pt x="21311" y="4918"/>
                  </a:lnTo>
                  <a:lnTo>
                    <a:pt x="18033" y="1639"/>
                  </a:lnTo>
                  <a:lnTo>
                    <a:pt x="13114" y="3279"/>
                  </a:lnTo>
                  <a:lnTo>
                    <a:pt x="11475" y="0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3279" y="4918"/>
                  </a:lnTo>
                  <a:lnTo>
                    <a:pt x="8197" y="6558"/>
                  </a:lnTo>
                  <a:lnTo>
                    <a:pt x="3279" y="8197"/>
                  </a:lnTo>
                  <a:lnTo>
                    <a:pt x="0" y="9836"/>
                  </a:lnTo>
                  <a:lnTo>
                    <a:pt x="1639" y="13115"/>
                  </a:lnTo>
                  <a:lnTo>
                    <a:pt x="4918" y="16393"/>
                  </a:lnTo>
                  <a:lnTo>
                    <a:pt x="8197" y="16393"/>
                  </a:lnTo>
                  <a:lnTo>
                    <a:pt x="4918" y="18033"/>
                  </a:lnTo>
                  <a:lnTo>
                    <a:pt x="8197" y="21312"/>
                  </a:lnTo>
                  <a:lnTo>
                    <a:pt x="11475" y="22951"/>
                  </a:lnTo>
                  <a:lnTo>
                    <a:pt x="14754" y="22951"/>
                  </a:lnTo>
                  <a:lnTo>
                    <a:pt x="18033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9" name="Freeform 3898">
              <a:extLst>
                <a:ext uri="{FF2B5EF4-FFF2-40B4-BE49-F238E27FC236}">
                  <a16:creationId xmlns:a16="http://schemas.microsoft.com/office/drawing/2014/main" id="{1D698CE1-EB04-1149-8F3D-E4C7CB7A10F5}"/>
                </a:ext>
              </a:extLst>
            </p:cNvPr>
            <p:cNvSpPr/>
            <p:nvPr/>
          </p:nvSpPr>
          <p:spPr>
            <a:xfrm>
              <a:off x="2859949" y="6226362"/>
              <a:ext cx="13114" cy="11475"/>
            </a:xfrm>
            <a:custGeom>
              <a:avLst/>
              <a:gdLst>
                <a:gd name="connsiteX0" fmla="*/ 11475 w 13114"/>
                <a:gd name="connsiteY0" fmla="*/ 11476 h 11475"/>
                <a:gd name="connsiteX1" fmla="*/ 13114 w 13114"/>
                <a:gd name="connsiteY1" fmla="*/ 11476 h 11475"/>
                <a:gd name="connsiteX2" fmla="*/ 13114 w 13114"/>
                <a:gd name="connsiteY2" fmla="*/ 6558 h 11475"/>
                <a:gd name="connsiteX3" fmla="*/ 11475 w 13114"/>
                <a:gd name="connsiteY3" fmla="*/ 3279 h 11475"/>
                <a:gd name="connsiteX4" fmla="*/ 8197 w 13114"/>
                <a:gd name="connsiteY4" fmla="*/ 0 h 11475"/>
                <a:gd name="connsiteX5" fmla="*/ 6557 w 13114"/>
                <a:gd name="connsiteY5" fmla="*/ 3279 h 11475"/>
                <a:gd name="connsiteX6" fmla="*/ 8197 w 13114"/>
                <a:gd name="connsiteY6" fmla="*/ 8197 h 11475"/>
                <a:gd name="connsiteX7" fmla="*/ 3279 w 13114"/>
                <a:gd name="connsiteY7" fmla="*/ 4918 h 11475"/>
                <a:gd name="connsiteX8" fmla="*/ 0 w 13114"/>
                <a:gd name="connsiteY8" fmla="*/ 6558 h 11475"/>
                <a:gd name="connsiteX9" fmla="*/ 0 w 13114"/>
                <a:gd name="connsiteY9" fmla="*/ 9836 h 11475"/>
                <a:gd name="connsiteX10" fmla="*/ 4918 w 13114"/>
                <a:gd name="connsiteY10" fmla="*/ 8197 h 11475"/>
                <a:gd name="connsiteX11" fmla="*/ 8197 w 13114"/>
                <a:gd name="connsiteY11" fmla="*/ 983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14" h="11475">
                  <a:moveTo>
                    <a:pt x="11475" y="11476"/>
                  </a:moveTo>
                  <a:lnTo>
                    <a:pt x="13114" y="11476"/>
                  </a:lnTo>
                  <a:lnTo>
                    <a:pt x="13114" y="6558"/>
                  </a:lnTo>
                  <a:lnTo>
                    <a:pt x="11475" y="3279"/>
                  </a:lnTo>
                  <a:lnTo>
                    <a:pt x="8197" y="0"/>
                  </a:lnTo>
                  <a:lnTo>
                    <a:pt x="6557" y="3279"/>
                  </a:lnTo>
                  <a:lnTo>
                    <a:pt x="8197" y="8197"/>
                  </a:lnTo>
                  <a:lnTo>
                    <a:pt x="3279" y="4918"/>
                  </a:lnTo>
                  <a:lnTo>
                    <a:pt x="0" y="6558"/>
                  </a:lnTo>
                  <a:lnTo>
                    <a:pt x="0" y="9836"/>
                  </a:lnTo>
                  <a:lnTo>
                    <a:pt x="4918" y="8197"/>
                  </a:lnTo>
                  <a:lnTo>
                    <a:pt x="8197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00" name="Freeform 3899">
              <a:extLst>
                <a:ext uri="{FF2B5EF4-FFF2-40B4-BE49-F238E27FC236}">
                  <a16:creationId xmlns:a16="http://schemas.microsoft.com/office/drawing/2014/main" id="{7E582609-29C9-B44A-BF76-14072134320A}"/>
                </a:ext>
              </a:extLst>
            </p:cNvPr>
            <p:cNvSpPr/>
            <p:nvPr/>
          </p:nvSpPr>
          <p:spPr>
            <a:xfrm>
              <a:off x="2861588" y="6239477"/>
              <a:ext cx="18032" cy="14753"/>
            </a:xfrm>
            <a:custGeom>
              <a:avLst/>
              <a:gdLst>
                <a:gd name="connsiteX0" fmla="*/ 13115 w 18032"/>
                <a:gd name="connsiteY0" fmla="*/ 14754 h 14753"/>
                <a:gd name="connsiteX1" fmla="*/ 13115 w 18032"/>
                <a:gd name="connsiteY1" fmla="*/ 13114 h 14753"/>
                <a:gd name="connsiteX2" fmla="*/ 18033 w 18032"/>
                <a:gd name="connsiteY2" fmla="*/ 9836 h 14753"/>
                <a:gd name="connsiteX3" fmla="*/ 16393 w 18032"/>
                <a:gd name="connsiteY3" fmla="*/ 6557 h 14753"/>
                <a:gd name="connsiteX4" fmla="*/ 14754 w 18032"/>
                <a:gd name="connsiteY4" fmla="*/ 1639 h 14753"/>
                <a:gd name="connsiteX5" fmla="*/ 11475 w 18032"/>
                <a:gd name="connsiteY5" fmla="*/ 1639 h 14753"/>
                <a:gd name="connsiteX6" fmla="*/ 8197 w 18032"/>
                <a:gd name="connsiteY6" fmla="*/ 0 h 14753"/>
                <a:gd name="connsiteX7" fmla="*/ 3279 w 18032"/>
                <a:gd name="connsiteY7" fmla="*/ 0 h 14753"/>
                <a:gd name="connsiteX8" fmla="*/ 0 w 18032"/>
                <a:gd name="connsiteY8" fmla="*/ 0 h 14753"/>
                <a:gd name="connsiteX9" fmla="*/ 1639 w 18032"/>
                <a:gd name="connsiteY9" fmla="*/ 3278 h 14753"/>
                <a:gd name="connsiteX10" fmla="*/ 4918 w 18032"/>
                <a:gd name="connsiteY10" fmla="*/ 8197 h 14753"/>
                <a:gd name="connsiteX11" fmla="*/ 9836 w 18032"/>
                <a:gd name="connsiteY11" fmla="*/ 11475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2" h="14753">
                  <a:moveTo>
                    <a:pt x="13115" y="14754"/>
                  </a:moveTo>
                  <a:lnTo>
                    <a:pt x="13115" y="13114"/>
                  </a:lnTo>
                  <a:lnTo>
                    <a:pt x="18033" y="9836"/>
                  </a:lnTo>
                  <a:lnTo>
                    <a:pt x="16393" y="6557"/>
                  </a:lnTo>
                  <a:lnTo>
                    <a:pt x="14754" y="1639"/>
                  </a:lnTo>
                  <a:lnTo>
                    <a:pt x="11475" y="1639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1639" y="3278"/>
                  </a:lnTo>
                  <a:lnTo>
                    <a:pt x="4918" y="8197"/>
                  </a:lnTo>
                  <a:lnTo>
                    <a:pt x="9836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01" name="Freeform 3900">
              <a:extLst>
                <a:ext uri="{FF2B5EF4-FFF2-40B4-BE49-F238E27FC236}">
                  <a16:creationId xmlns:a16="http://schemas.microsoft.com/office/drawing/2014/main" id="{C215B3ED-1F51-D148-AA4D-7E5C7D57D33B}"/>
                </a:ext>
              </a:extLst>
            </p:cNvPr>
            <p:cNvSpPr/>
            <p:nvPr/>
          </p:nvSpPr>
          <p:spPr>
            <a:xfrm>
              <a:off x="2861588" y="6270624"/>
              <a:ext cx="18032" cy="9836"/>
            </a:xfrm>
            <a:custGeom>
              <a:avLst/>
              <a:gdLst>
                <a:gd name="connsiteX0" fmla="*/ 18033 w 18032"/>
                <a:gd name="connsiteY0" fmla="*/ 9836 h 9836"/>
                <a:gd name="connsiteX1" fmla="*/ 16393 w 18032"/>
                <a:gd name="connsiteY1" fmla="*/ 6557 h 9836"/>
                <a:gd name="connsiteX2" fmla="*/ 13115 w 18032"/>
                <a:gd name="connsiteY2" fmla="*/ 3279 h 9836"/>
                <a:gd name="connsiteX3" fmla="*/ 9836 w 18032"/>
                <a:gd name="connsiteY3" fmla="*/ 3279 h 9836"/>
                <a:gd name="connsiteX4" fmla="*/ 8197 w 18032"/>
                <a:gd name="connsiteY4" fmla="*/ 0 h 9836"/>
                <a:gd name="connsiteX5" fmla="*/ 4918 w 18032"/>
                <a:gd name="connsiteY5" fmla="*/ 0 h 9836"/>
                <a:gd name="connsiteX6" fmla="*/ 0 w 18032"/>
                <a:gd name="connsiteY6" fmla="*/ 1639 h 9836"/>
                <a:gd name="connsiteX7" fmla="*/ 1639 w 18032"/>
                <a:gd name="connsiteY7" fmla="*/ 4918 h 9836"/>
                <a:gd name="connsiteX8" fmla="*/ 6557 w 18032"/>
                <a:gd name="connsiteY8" fmla="*/ 6557 h 9836"/>
                <a:gd name="connsiteX9" fmla="*/ 9836 w 18032"/>
                <a:gd name="connsiteY9" fmla="*/ 6557 h 9836"/>
                <a:gd name="connsiteX10" fmla="*/ 13115 w 18032"/>
                <a:gd name="connsiteY10" fmla="*/ 655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032" h="9836">
                  <a:moveTo>
                    <a:pt x="18033" y="9836"/>
                  </a:moveTo>
                  <a:lnTo>
                    <a:pt x="16393" y="6557"/>
                  </a:lnTo>
                  <a:lnTo>
                    <a:pt x="13115" y="3279"/>
                  </a:lnTo>
                  <a:lnTo>
                    <a:pt x="9836" y="3279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1639" y="4918"/>
                  </a:lnTo>
                  <a:lnTo>
                    <a:pt x="6557" y="6557"/>
                  </a:lnTo>
                  <a:lnTo>
                    <a:pt x="9836" y="6557"/>
                  </a:lnTo>
                  <a:lnTo>
                    <a:pt x="13115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02" name="Freeform 3901">
              <a:extLst>
                <a:ext uri="{FF2B5EF4-FFF2-40B4-BE49-F238E27FC236}">
                  <a16:creationId xmlns:a16="http://schemas.microsoft.com/office/drawing/2014/main" id="{3D6D0117-76B6-F549-8681-7C93C340937E}"/>
                </a:ext>
              </a:extLst>
            </p:cNvPr>
            <p:cNvSpPr/>
            <p:nvPr/>
          </p:nvSpPr>
          <p:spPr>
            <a:xfrm>
              <a:off x="2863228" y="6236198"/>
              <a:ext cx="8196" cy="3278"/>
            </a:xfrm>
            <a:custGeom>
              <a:avLst/>
              <a:gdLst>
                <a:gd name="connsiteX0" fmla="*/ 8197 w 8196"/>
                <a:gd name="connsiteY0" fmla="*/ 3279 h 3278"/>
                <a:gd name="connsiteX1" fmla="*/ 8197 w 8196"/>
                <a:gd name="connsiteY1" fmla="*/ 1639 h 3278"/>
                <a:gd name="connsiteX2" fmla="*/ 4918 w 8196"/>
                <a:gd name="connsiteY2" fmla="*/ 0 h 3278"/>
                <a:gd name="connsiteX3" fmla="*/ 0 w 8196"/>
                <a:gd name="connsiteY3" fmla="*/ 0 h 3278"/>
                <a:gd name="connsiteX4" fmla="*/ 4918 w 8196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3279"/>
                  </a:moveTo>
                  <a:lnTo>
                    <a:pt x="8197" y="1639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03" name="Freeform 3902">
              <a:extLst>
                <a:ext uri="{FF2B5EF4-FFF2-40B4-BE49-F238E27FC236}">
                  <a16:creationId xmlns:a16="http://schemas.microsoft.com/office/drawing/2014/main" id="{E6428153-A825-214F-A2D9-A319755C3098}"/>
                </a:ext>
              </a:extLst>
            </p:cNvPr>
            <p:cNvSpPr/>
            <p:nvPr/>
          </p:nvSpPr>
          <p:spPr>
            <a:xfrm>
              <a:off x="2864867" y="6124724"/>
              <a:ext cx="8196" cy="13114"/>
            </a:xfrm>
            <a:custGeom>
              <a:avLst/>
              <a:gdLst>
                <a:gd name="connsiteX0" fmla="*/ 8197 w 8196"/>
                <a:gd name="connsiteY0" fmla="*/ 13114 h 13114"/>
                <a:gd name="connsiteX1" fmla="*/ 8197 w 8196"/>
                <a:gd name="connsiteY1" fmla="*/ 11475 h 13114"/>
                <a:gd name="connsiteX2" fmla="*/ 6557 w 8196"/>
                <a:gd name="connsiteY2" fmla="*/ 8197 h 13114"/>
                <a:gd name="connsiteX3" fmla="*/ 4918 w 8196"/>
                <a:gd name="connsiteY3" fmla="*/ 3278 h 13114"/>
                <a:gd name="connsiteX4" fmla="*/ 3279 w 8196"/>
                <a:gd name="connsiteY4" fmla="*/ 0 h 13114"/>
                <a:gd name="connsiteX5" fmla="*/ 0 w 8196"/>
                <a:gd name="connsiteY5" fmla="*/ 1639 h 13114"/>
                <a:gd name="connsiteX6" fmla="*/ 0 w 8196"/>
                <a:gd name="connsiteY6" fmla="*/ 4918 h 13114"/>
                <a:gd name="connsiteX7" fmla="*/ 0 w 8196"/>
                <a:gd name="connsiteY7" fmla="*/ 8197 h 13114"/>
                <a:gd name="connsiteX8" fmla="*/ 3279 w 8196"/>
                <a:gd name="connsiteY8" fmla="*/ 9836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13114">
                  <a:moveTo>
                    <a:pt x="8197" y="13114"/>
                  </a:moveTo>
                  <a:lnTo>
                    <a:pt x="8197" y="11475"/>
                  </a:lnTo>
                  <a:lnTo>
                    <a:pt x="6557" y="8197"/>
                  </a:lnTo>
                  <a:lnTo>
                    <a:pt x="4918" y="3278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3279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04" name="Freeform 3903">
              <a:extLst>
                <a:ext uri="{FF2B5EF4-FFF2-40B4-BE49-F238E27FC236}">
                  <a16:creationId xmlns:a16="http://schemas.microsoft.com/office/drawing/2014/main" id="{BFBC5E5A-7AB7-1842-A83F-C398C7DC2504}"/>
                </a:ext>
              </a:extLst>
            </p:cNvPr>
            <p:cNvSpPr/>
            <p:nvPr/>
          </p:nvSpPr>
          <p:spPr>
            <a:xfrm>
              <a:off x="2864867" y="6141117"/>
              <a:ext cx="8196" cy="6557"/>
            </a:xfrm>
            <a:custGeom>
              <a:avLst/>
              <a:gdLst>
                <a:gd name="connsiteX0" fmla="*/ 3279 w 8196"/>
                <a:gd name="connsiteY0" fmla="*/ 6557 h 6557"/>
                <a:gd name="connsiteX1" fmla="*/ 4918 w 8196"/>
                <a:gd name="connsiteY1" fmla="*/ 3278 h 6557"/>
                <a:gd name="connsiteX2" fmla="*/ 8197 w 8196"/>
                <a:gd name="connsiteY2" fmla="*/ 1639 h 6557"/>
                <a:gd name="connsiteX3" fmla="*/ 4918 w 8196"/>
                <a:gd name="connsiteY3" fmla="*/ 0 h 6557"/>
                <a:gd name="connsiteX4" fmla="*/ 0 w 8196"/>
                <a:gd name="connsiteY4" fmla="*/ 327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6557">
                  <a:moveTo>
                    <a:pt x="3279" y="6557"/>
                  </a:moveTo>
                  <a:lnTo>
                    <a:pt x="4918" y="3278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05" name="Freeform 3904">
              <a:extLst>
                <a:ext uri="{FF2B5EF4-FFF2-40B4-BE49-F238E27FC236}">
                  <a16:creationId xmlns:a16="http://schemas.microsoft.com/office/drawing/2014/main" id="{7B199155-4845-D244-971B-3BDE11C78D62}"/>
                </a:ext>
              </a:extLst>
            </p:cNvPr>
            <p:cNvSpPr/>
            <p:nvPr/>
          </p:nvSpPr>
          <p:spPr>
            <a:xfrm>
              <a:off x="2864867" y="6278821"/>
              <a:ext cx="4918" cy="3278"/>
            </a:xfrm>
            <a:custGeom>
              <a:avLst/>
              <a:gdLst>
                <a:gd name="connsiteX0" fmla="*/ 4918 w 4918"/>
                <a:gd name="connsiteY0" fmla="*/ 3279 h 3278"/>
                <a:gd name="connsiteX1" fmla="*/ 4918 w 4918"/>
                <a:gd name="connsiteY1" fmla="*/ 0 h 3278"/>
                <a:gd name="connsiteX2" fmla="*/ 0 w 491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4918" y="3279"/>
                  </a:move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06" name="Freeform 3905">
              <a:extLst>
                <a:ext uri="{FF2B5EF4-FFF2-40B4-BE49-F238E27FC236}">
                  <a16:creationId xmlns:a16="http://schemas.microsoft.com/office/drawing/2014/main" id="{F80A71CB-19DF-F145-9A87-B71023BE44EA}"/>
                </a:ext>
              </a:extLst>
            </p:cNvPr>
            <p:cNvSpPr/>
            <p:nvPr/>
          </p:nvSpPr>
          <p:spPr>
            <a:xfrm>
              <a:off x="2864867" y="6134560"/>
              <a:ext cx="4918" cy="3278"/>
            </a:xfrm>
            <a:custGeom>
              <a:avLst/>
              <a:gdLst>
                <a:gd name="connsiteX0" fmla="*/ 3279 w 4918"/>
                <a:gd name="connsiteY0" fmla="*/ 3278 h 3278"/>
                <a:gd name="connsiteX1" fmla="*/ 4918 w 4918"/>
                <a:gd name="connsiteY1" fmla="*/ 3278 h 3278"/>
                <a:gd name="connsiteX2" fmla="*/ 0 w 491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3279" y="3278"/>
                  </a:moveTo>
                  <a:lnTo>
                    <a:pt x="4918" y="3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07" name="Freeform 3906">
              <a:extLst>
                <a:ext uri="{FF2B5EF4-FFF2-40B4-BE49-F238E27FC236}">
                  <a16:creationId xmlns:a16="http://schemas.microsoft.com/office/drawing/2014/main" id="{AEE053E5-BEB2-7941-9859-B3BB8AEB0664}"/>
                </a:ext>
              </a:extLst>
            </p:cNvPr>
            <p:cNvSpPr/>
            <p:nvPr/>
          </p:nvSpPr>
          <p:spPr>
            <a:xfrm>
              <a:off x="2866506" y="6119805"/>
              <a:ext cx="3278" cy="16393"/>
            </a:xfrm>
            <a:custGeom>
              <a:avLst/>
              <a:gdLst>
                <a:gd name="connsiteX0" fmla="*/ 0 w 3278"/>
                <a:gd name="connsiteY0" fmla="*/ 0 h 16393"/>
                <a:gd name="connsiteX1" fmla="*/ 0 w 3278"/>
                <a:gd name="connsiteY1" fmla="*/ 0 h 16393"/>
                <a:gd name="connsiteX2" fmla="*/ 3279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0" y="0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08" name="Freeform 3907">
              <a:extLst>
                <a:ext uri="{FF2B5EF4-FFF2-40B4-BE49-F238E27FC236}">
                  <a16:creationId xmlns:a16="http://schemas.microsoft.com/office/drawing/2014/main" id="{710188A2-D5A0-4A4C-BAF2-8D76B2D4363D}"/>
                </a:ext>
              </a:extLst>
            </p:cNvPr>
            <p:cNvSpPr/>
            <p:nvPr/>
          </p:nvSpPr>
          <p:spPr>
            <a:xfrm>
              <a:off x="2868146" y="6108330"/>
              <a:ext cx="3278" cy="3278"/>
            </a:xfrm>
            <a:custGeom>
              <a:avLst/>
              <a:gdLst>
                <a:gd name="connsiteX0" fmla="*/ 3279 w 3278"/>
                <a:gd name="connsiteY0" fmla="*/ 3278 h 3278"/>
                <a:gd name="connsiteX1" fmla="*/ 3279 w 3278"/>
                <a:gd name="connsiteY1" fmla="*/ 3278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8"/>
                  </a:moveTo>
                  <a:lnTo>
                    <a:pt x="3279" y="3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09" name="Freeform 3908">
              <a:extLst>
                <a:ext uri="{FF2B5EF4-FFF2-40B4-BE49-F238E27FC236}">
                  <a16:creationId xmlns:a16="http://schemas.microsoft.com/office/drawing/2014/main" id="{98B75610-68E6-4843-AC76-67FFCE22B507}"/>
                </a:ext>
              </a:extLst>
            </p:cNvPr>
            <p:cNvSpPr/>
            <p:nvPr/>
          </p:nvSpPr>
          <p:spPr>
            <a:xfrm>
              <a:off x="2868146" y="6193575"/>
              <a:ext cx="3278" cy="4918"/>
            </a:xfrm>
            <a:custGeom>
              <a:avLst/>
              <a:gdLst>
                <a:gd name="connsiteX0" fmla="*/ 1639 w 3278"/>
                <a:gd name="connsiteY0" fmla="*/ 4918 h 4918"/>
                <a:gd name="connsiteX1" fmla="*/ 3279 w 3278"/>
                <a:gd name="connsiteY1" fmla="*/ 3279 h 4918"/>
                <a:gd name="connsiteX2" fmla="*/ 3279 w 3278"/>
                <a:gd name="connsiteY2" fmla="*/ 0 h 4918"/>
                <a:gd name="connsiteX3" fmla="*/ 0 w 3278"/>
                <a:gd name="connsiteY3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1639" y="4918"/>
                  </a:moveTo>
                  <a:lnTo>
                    <a:pt x="3279" y="3279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10" name="Freeform 3909">
              <a:extLst>
                <a:ext uri="{FF2B5EF4-FFF2-40B4-BE49-F238E27FC236}">
                  <a16:creationId xmlns:a16="http://schemas.microsoft.com/office/drawing/2014/main" id="{DBC9D18D-B7F4-A241-A58D-C9DE2F4C5A7E}"/>
                </a:ext>
              </a:extLst>
            </p:cNvPr>
            <p:cNvSpPr/>
            <p:nvPr/>
          </p:nvSpPr>
          <p:spPr>
            <a:xfrm>
              <a:off x="2868146" y="6149314"/>
              <a:ext cx="8196" cy="8196"/>
            </a:xfrm>
            <a:custGeom>
              <a:avLst/>
              <a:gdLst>
                <a:gd name="connsiteX0" fmla="*/ 8197 w 8196"/>
                <a:gd name="connsiteY0" fmla="*/ 8197 h 8196"/>
                <a:gd name="connsiteX1" fmla="*/ 8197 w 8196"/>
                <a:gd name="connsiteY1" fmla="*/ 4918 h 8196"/>
                <a:gd name="connsiteX2" fmla="*/ 8197 w 8196"/>
                <a:gd name="connsiteY2" fmla="*/ 1639 h 8196"/>
                <a:gd name="connsiteX3" fmla="*/ 4918 w 8196"/>
                <a:gd name="connsiteY3" fmla="*/ 0 h 8196"/>
                <a:gd name="connsiteX4" fmla="*/ 0 w 8196"/>
                <a:gd name="connsiteY4" fmla="*/ 1639 h 8196"/>
                <a:gd name="connsiteX5" fmla="*/ 4918 w 8196"/>
                <a:gd name="connsiteY5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8196">
                  <a:moveTo>
                    <a:pt x="8197" y="8197"/>
                  </a:moveTo>
                  <a:lnTo>
                    <a:pt x="8197" y="4918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11" name="Freeform 3910">
              <a:extLst>
                <a:ext uri="{FF2B5EF4-FFF2-40B4-BE49-F238E27FC236}">
                  <a16:creationId xmlns:a16="http://schemas.microsoft.com/office/drawing/2014/main" id="{0CB295AE-EE4B-BD40-AD73-006FFD63FC06}"/>
                </a:ext>
              </a:extLst>
            </p:cNvPr>
            <p:cNvSpPr/>
            <p:nvPr/>
          </p:nvSpPr>
          <p:spPr>
            <a:xfrm>
              <a:off x="2868146" y="6277182"/>
              <a:ext cx="9835" cy="11475"/>
            </a:xfrm>
            <a:custGeom>
              <a:avLst/>
              <a:gdLst>
                <a:gd name="connsiteX0" fmla="*/ 4918 w 9835"/>
                <a:gd name="connsiteY0" fmla="*/ 11476 h 11475"/>
                <a:gd name="connsiteX1" fmla="*/ 6557 w 9835"/>
                <a:gd name="connsiteY1" fmla="*/ 11476 h 11475"/>
                <a:gd name="connsiteX2" fmla="*/ 4918 w 9835"/>
                <a:gd name="connsiteY2" fmla="*/ 8197 h 11475"/>
                <a:gd name="connsiteX3" fmla="*/ 9836 w 9835"/>
                <a:gd name="connsiteY3" fmla="*/ 6557 h 11475"/>
                <a:gd name="connsiteX4" fmla="*/ 8197 w 9835"/>
                <a:gd name="connsiteY4" fmla="*/ 3279 h 11475"/>
                <a:gd name="connsiteX5" fmla="*/ 4918 w 9835"/>
                <a:gd name="connsiteY5" fmla="*/ 0 h 11475"/>
                <a:gd name="connsiteX6" fmla="*/ 4918 w 9835"/>
                <a:gd name="connsiteY6" fmla="*/ 4918 h 11475"/>
                <a:gd name="connsiteX7" fmla="*/ 0 w 9835"/>
                <a:gd name="connsiteY7" fmla="*/ 6557 h 11475"/>
                <a:gd name="connsiteX8" fmla="*/ 1639 w 9835"/>
                <a:gd name="connsiteY8" fmla="*/ 983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35" h="11475">
                  <a:moveTo>
                    <a:pt x="4918" y="11476"/>
                  </a:moveTo>
                  <a:lnTo>
                    <a:pt x="6557" y="11476"/>
                  </a:lnTo>
                  <a:lnTo>
                    <a:pt x="4918" y="8197"/>
                  </a:lnTo>
                  <a:lnTo>
                    <a:pt x="9836" y="6557"/>
                  </a:lnTo>
                  <a:lnTo>
                    <a:pt x="8197" y="3279"/>
                  </a:lnTo>
                  <a:lnTo>
                    <a:pt x="4918" y="0"/>
                  </a:lnTo>
                  <a:lnTo>
                    <a:pt x="4918" y="4918"/>
                  </a:lnTo>
                  <a:lnTo>
                    <a:pt x="0" y="6557"/>
                  </a:lnTo>
                  <a:lnTo>
                    <a:pt x="1639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12" name="Freeform 3911">
              <a:extLst>
                <a:ext uri="{FF2B5EF4-FFF2-40B4-BE49-F238E27FC236}">
                  <a16:creationId xmlns:a16="http://schemas.microsoft.com/office/drawing/2014/main" id="{B781945D-6C3C-CB41-9C53-1840A6E7374D}"/>
                </a:ext>
              </a:extLst>
            </p:cNvPr>
            <p:cNvSpPr/>
            <p:nvPr/>
          </p:nvSpPr>
          <p:spPr>
            <a:xfrm>
              <a:off x="2869785" y="6144395"/>
              <a:ext cx="6557" cy="4918"/>
            </a:xfrm>
            <a:custGeom>
              <a:avLst/>
              <a:gdLst>
                <a:gd name="connsiteX0" fmla="*/ 6557 w 6557"/>
                <a:gd name="connsiteY0" fmla="*/ 4918 h 4918"/>
                <a:gd name="connsiteX1" fmla="*/ 4918 w 6557"/>
                <a:gd name="connsiteY1" fmla="*/ 3279 h 4918"/>
                <a:gd name="connsiteX2" fmla="*/ 0 w 6557"/>
                <a:gd name="connsiteY2" fmla="*/ 0 h 4918"/>
                <a:gd name="connsiteX3" fmla="*/ 1639 w 6557"/>
                <a:gd name="connsiteY3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4918">
                  <a:moveTo>
                    <a:pt x="6557" y="4918"/>
                  </a:moveTo>
                  <a:lnTo>
                    <a:pt x="4918" y="3279"/>
                  </a:lnTo>
                  <a:lnTo>
                    <a:pt x="0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13" name="Freeform 3912">
              <a:extLst>
                <a:ext uri="{FF2B5EF4-FFF2-40B4-BE49-F238E27FC236}">
                  <a16:creationId xmlns:a16="http://schemas.microsoft.com/office/drawing/2014/main" id="{91BE319F-FE2D-2E4B-8154-74ABCCD39523}"/>
                </a:ext>
              </a:extLst>
            </p:cNvPr>
            <p:cNvSpPr/>
            <p:nvPr/>
          </p:nvSpPr>
          <p:spPr>
            <a:xfrm>
              <a:off x="2873063" y="6268985"/>
              <a:ext cx="9836" cy="8196"/>
            </a:xfrm>
            <a:custGeom>
              <a:avLst/>
              <a:gdLst>
                <a:gd name="connsiteX0" fmla="*/ 6557 w 9836"/>
                <a:gd name="connsiteY0" fmla="*/ 8197 h 8196"/>
                <a:gd name="connsiteX1" fmla="*/ 6557 w 9836"/>
                <a:gd name="connsiteY1" fmla="*/ 8197 h 8196"/>
                <a:gd name="connsiteX2" fmla="*/ 9836 w 9836"/>
                <a:gd name="connsiteY2" fmla="*/ 6557 h 8196"/>
                <a:gd name="connsiteX3" fmla="*/ 6557 w 9836"/>
                <a:gd name="connsiteY3" fmla="*/ 3279 h 8196"/>
                <a:gd name="connsiteX4" fmla="*/ 3279 w 9836"/>
                <a:gd name="connsiteY4" fmla="*/ 1639 h 8196"/>
                <a:gd name="connsiteX5" fmla="*/ 0 w 9836"/>
                <a:gd name="connsiteY5" fmla="*/ 0 h 8196"/>
                <a:gd name="connsiteX6" fmla="*/ 3279 w 9836"/>
                <a:gd name="connsiteY6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8196">
                  <a:moveTo>
                    <a:pt x="6557" y="8197"/>
                  </a:moveTo>
                  <a:lnTo>
                    <a:pt x="6557" y="8197"/>
                  </a:lnTo>
                  <a:lnTo>
                    <a:pt x="9836" y="6557"/>
                  </a:lnTo>
                  <a:lnTo>
                    <a:pt x="6557" y="3279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14" name="Freeform 3913">
              <a:extLst>
                <a:ext uri="{FF2B5EF4-FFF2-40B4-BE49-F238E27FC236}">
                  <a16:creationId xmlns:a16="http://schemas.microsoft.com/office/drawing/2014/main" id="{7D82D558-3E56-BC45-9462-CEE441C11BE4}"/>
                </a:ext>
              </a:extLst>
            </p:cNvPr>
            <p:cNvSpPr/>
            <p:nvPr/>
          </p:nvSpPr>
          <p:spPr>
            <a:xfrm>
              <a:off x="2873063" y="6231280"/>
              <a:ext cx="3278" cy="4917"/>
            </a:xfrm>
            <a:custGeom>
              <a:avLst/>
              <a:gdLst>
                <a:gd name="connsiteX0" fmla="*/ 3279 w 3278"/>
                <a:gd name="connsiteY0" fmla="*/ 4918 h 4917"/>
                <a:gd name="connsiteX1" fmla="*/ 3279 w 3278"/>
                <a:gd name="connsiteY1" fmla="*/ 4918 h 4917"/>
                <a:gd name="connsiteX2" fmla="*/ 0 w 3278"/>
                <a:gd name="connsiteY2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7">
                  <a:moveTo>
                    <a:pt x="3279" y="4918"/>
                  </a:moveTo>
                  <a:lnTo>
                    <a:pt x="3279" y="49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15" name="Freeform 3914">
              <a:extLst>
                <a:ext uri="{FF2B5EF4-FFF2-40B4-BE49-F238E27FC236}">
                  <a16:creationId xmlns:a16="http://schemas.microsoft.com/office/drawing/2014/main" id="{07C35CA4-C429-5F48-A882-15587D083638}"/>
                </a:ext>
              </a:extLst>
            </p:cNvPr>
            <p:cNvSpPr/>
            <p:nvPr/>
          </p:nvSpPr>
          <p:spPr>
            <a:xfrm>
              <a:off x="2874703" y="6264067"/>
              <a:ext cx="4918" cy="6557"/>
            </a:xfrm>
            <a:custGeom>
              <a:avLst/>
              <a:gdLst>
                <a:gd name="connsiteX0" fmla="*/ 3279 w 4918"/>
                <a:gd name="connsiteY0" fmla="*/ 6557 h 6557"/>
                <a:gd name="connsiteX1" fmla="*/ 4918 w 4918"/>
                <a:gd name="connsiteY1" fmla="*/ 4918 h 6557"/>
                <a:gd name="connsiteX2" fmla="*/ 0 w 4918"/>
                <a:gd name="connsiteY2" fmla="*/ 0 h 6557"/>
                <a:gd name="connsiteX3" fmla="*/ 0 w 4918"/>
                <a:gd name="connsiteY3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6557">
                  <a:moveTo>
                    <a:pt x="3279" y="6557"/>
                  </a:moveTo>
                  <a:lnTo>
                    <a:pt x="4918" y="4918"/>
                  </a:lnTo>
                  <a:lnTo>
                    <a:pt x="0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16" name="Freeform 3915">
              <a:extLst>
                <a:ext uri="{FF2B5EF4-FFF2-40B4-BE49-F238E27FC236}">
                  <a16:creationId xmlns:a16="http://schemas.microsoft.com/office/drawing/2014/main" id="{444C2F2F-CBC6-E348-835B-0024FD29BE64}"/>
                </a:ext>
              </a:extLst>
            </p:cNvPr>
            <p:cNvSpPr/>
            <p:nvPr/>
          </p:nvSpPr>
          <p:spPr>
            <a:xfrm>
              <a:off x="2876342" y="6241117"/>
              <a:ext cx="19671" cy="22950"/>
            </a:xfrm>
            <a:custGeom>
              <a:avLst/>
              <a:gdLst>
                <a:gd name="connsiteX0" fmla="*/ 16393 w 19671"/>
                <a:gd name="connsiteY0" fmla="*/ 22951 h 22950"/>
                <a:gd name="connsiteX1" fmla="*/ 19672 w 19671"/>
                <a:gd name="connsiteY1" fmla="*/ 22951 h 22950"/>
                <a:gd name="connsiteX2" fmla="*/ 18033 w 19671"/>
                <a:gd name="connsiteY2" fmla="*/ 18032 h 22950"/>
                <a:gd name="connsiteX3" fmla="*/ 14754 w 19671"/>
                <a:gd name="connsiteY3" fmla="*/ 18032 h 22950"/>
                <a:gd name="connsiteX4" fmla="*/ 13114 w 19671"/>
                <a:gd name="connsiteY4" fmla="*/ 14754 h 22950"/>
                <a:gd name="connsiteX5" fmla="*/ 13114 w 19671"/>
                <a:gd name="connsiteY5" fmla="*/ 9836 h 22950"/>
                <a:gd name="connsiteX6" fmla="*/ 8197 w 19671"/>
                <a:gd name="connsiteY6" fmla="*/ 6557 h 22950"/>
                <a:gd name="connsiteX7" fmla="*/ 4918 w 19671"/>
                <a:gd name="connsiteY7" fmla="*/ 3278 h 22950"/>
                <a:gd name="connsiteX8" fmla="*/ 1639 w 19671"/>
                <a:gd name="connsiteY8" fmla="*/ 0 h 22950"/>
                <a:gd name="connsiteX9" fmla="*/ 3279 w 19671"/>
                <a:gd name="connsiteY9" fmla="*/ 3278 h 22950"/>
                <a:gd name="connsiteX10" fmla="*/ 3279 w 19671"/>
                <a:gd name="connsiteY10" fmla="*/ 6557 h 22950"/>
                <a:gd name="connsiteX11" fmla="*/ 6557 w 19671"/>
                <a:gd name="connsiteY11" fmla="*/ 11475 h 22950"/>
                <a:gd name="connsiteX12" fmla="*/ 8197 w 19671"/>
                <a:gd name="connsiteY12" fmla="*/ 14754 h 22950"/>
                <a:gd name="connsiteX13" fmla="*/ 4918 w 19671"/>
                <a:gd name="connsiteY13" fmla="*/ 9836 h 22950"/>
                <a:gd name="connsiteX14" fmla="*/ 0 w 19671"/>
                <a:gd name="connsiteY14" fmla="*/ 11475 h 22950"/>
                <a:gd name="connsiteX15" fmla="*/ 0 w 19671"/>
                <a:gd name="connsiteY15" fmla="*/ 14754 h 22950"/>
                <a:gd name="connsiteX16" fmla="*/ 1639 w 19671"/>
                <a:gd name="connsiteY16" fmla="*/ 19672 h 22950"/>
                <a:gd name="connsiteX17" fmla="*/ 4918 w 19671"/>
                <a:gd name="connsiteY17" fmla="*/ 19672 h 22950"/>
                <a:gd name="connsiteX18" fmla="*/ 9836 w 19671"/>
                <a:gd name="connsiteY18" fmla="*/ 21311 h 22950"/>
                <a:gd name="connsiteX19" fmla="*/ 13114 w 19671"/>
                <a:gd name="connsiteY19" fmla="*/ 21311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671" h="22950">
                  <a:moveTo>
                    <a:pt x="16393" y="22951"/>
                  </a:moveTo>
                  <a:lnTo>
                    <a:pt x="19672" y="22951"/>
                  </a:lnTo>
                  <a:lnTo>
                    <a:pt x="18033" y="18032"/>
                  </a:lnTo>
                  <a:lnTo>
                    <a:pt x="14754" y="18032"/>
                  </a:lnTo>
                  <a:lnTo>
                    <a:pt x="13114" y="14754"/>
                  </a:lnTo>
                  <a:lnTo>
                    <a:pt x="13114" y="9836"/>
                  </a:lnTo>
                  <a:lnTo>
                    <a:pt x="8197" y="6557"/>
                  </a:lnTo>
                  <a:lnTo>
                    <a:pt x="4918" y="3278"/>
                  </a:lnTo>
                  <a:lnTo>
                    <a:pt x="1639" y="0"/>
                  </a:lnTo>
                  <a:lnTo>
                    <a:pt x="3279" y="3278"/>
                  </a:lnTo>
                  <a:lnTo>
                    <a:pt x="3279" y="6557"/>
                  </a:lnTo>
                  <a:lnTo>
                    <a:pt x="6557" y="11475"/>
                  </a:lnTo>
                  <a:lnTo>
                    <a:pt x="8197" y="14754"/>
                  </a:lnTo>
                  <a:lnTo>
                    <a:pt x="4918" y="9836"/>
                  </a:lnTo>
                  <a:lnTo>
                    <a:pt x="0" y="11475"/>
                  </a:lnTo>
                  <a:lnTo>
                    <a:pt x="0" y="14754"/>
                  </a:lnTo>
                  <a:lnTo>
                    <a:pt x="1639" y="19672"/>
                  </a:lnTo>
                  <a:lnTo>
                    <a:pt x="4918" y="19672"/>
                  </a:lnTo>
                  <a:lnTo>
                    <a:pt x="9836" y="21311"/>
                  </a:lnTo>
                  <a:lnTo>
                    <a:pt x="13114" y="2131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17" name="Freeform 3916">
              <a:extLst>
                <a:ext uri="{FF2B5EF4-FFF2-40B4-BE49-F238E27FC236}">
                  <a16:creationId xmlns:a16="http://schemas.microsoft.com/office/drawing/2014/main" id="{6F3AA61F-EBD0-6848-A4DD-26B3DFE36FE5}"/>
                </a:ext>
              </a:extLst>
            </p:cNvPr>
            <p:cNvSpPr/>
            <p:nvPr/>
          </p:nvSpPr>
          <p:spPr>
            <a:xfrm>
              <a:off x="2876342" y="6298493"/>
              <a:ext cx="3278" cy="1638"/>
            </a:xfrm>
            <a:custGeom>
              <a:avLst/>
              <a:gdLst>
                <a:gd name="connsiteX0" fmla="*/ 3279 w 3278"/>
                <a:gd name="connsiteY0" fmla="*/ 1639 h 1638"/>
                <a:gd name="connsiteX1" fmla="*/ 3279 w 3278"/>
                <a:gd name="connsiteY1" fmla="*/ 1639 h 1638"/>
                <a:gd name="connsiteX2" fmla="*/ 0 w 3278"/>
                <a:gd name="connsiteY2" fmla="*/ 0 h 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8">
                  <a:moveTo>
                    <a:pt x="3279" y="1639"/>
                  </a:move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18" name="Freeform 3917">
              <a:extLst>
                <a:ext uri="{FF2B5EF4-FFF2-40B4-BE49-F238E27FC236}">
                  <a16:creationId xmlns:a16="http://schemas.microsoft.com/office/drawing/2014/main" id="{888CA440-95D7-974A-AA37-ADB5900F9046}"/>
                </a:ext>
              </a:extLst>
            </p:cNvPr>
            <p:cNvSpPr/>
            <p:nvPr/>
          </p:nvSpPr>
          <p:spPr>
            <a:xfrm>
              <a:off x="2876342" y="6264067"/>
              <a:ext cx="44262" cy="57376"/>
            </a:xfrm>
            <a:custGeom>
              <a:avLst/>
              <a:gdLst>
                <a:gd name="connsiteX0" fmla="*/ 32787 w 44262"/>
                <a:gd name="connsiteY0" fmla="*/ 55737 h 57376"/>
                <a:gd name="connsiteX1" fmla="*/ 34426 w 44262"/>
                <a:gd name="connsiteY1" fmla="*/ 55737 h 57376"/>
                <a:gd name="connsiteX2" fmla="*/ 34426 w 44262"/>
                <a:gd name="connsiteY2" fmla="*/ 55737 h 57376"/>
                <a:gd name="connsiteX3" fmla="*/ 36065 w 44262"/>
                <a:gd name="connsiteY3" fmla="*/ 57377 h 57376"/>
                <a:gd name="connsiteX4" fmla="*/ 39344 w 44262"/>
                <a:gd name="connsiteY4" fmla="*/ 55737 h 57376"/>
                <a:gd name="connsiteX5" fmla="*/ 39344 w 44262"/>
                <a:gd name="connsiteY5" fmla="*/ 55737 h 57376"/>
                <a:gd name="connsiteX6" fmla="*/ 39344 w 44262"/>
                <a:gd name="connsiteY6" fmla="*/ 57377 h 57376"/>
                <a:gd name="connsiteX7" fmla="*/ 44262 w 44262"/>
                <a:gd name="connsiteY7" fmla="*/ 55737 h 57376"/>
                <a:gd name="connsiteX8" fmla="*/ 40983 w 44262"/>
                <a:gd name="connsiteY8" fmla="*/ 52458 h 57376"/>
                <a:gd name="connsiteX9" fmla="*/ 44262 w 44262"/>
                <a:gd name="connsiteY9" fmla="*/ 54098 h 57376"/>
                <a:gd name="connsiteX10" fmla="*/ 44262 w 44262"/>
                <a:gd name="connsiteY10" fmla="*/ 50820 h 57376"/>
                <a:gd name="connsiteX11" fmla="*/ 44262 w 44262"/>
                <a:gd name="connsiteY11" fmla="*/ 47541 h 57376"/>
                <a:gd name="connsiteX12" fmla="*/ 39344 w 44262"/>
                <a:gd name="connsiteY12" fmla="*/ 45901 h 57376"/>
                <a:gd name="connsiteX13" fmla="*/ 44262 w 44262"/>
                <a:gd name="connsiteY13" fmla="*/ 45901 h 57376"/>
                <a:gd name="connsiteX14" fmla="*/ 40983 w 44262"/>
                <a:gd name="connsiteY14" fmla="*/ 40983 h 57376"/>
                <a:gd name="connsiteX15" fmla="*/ 37705 w 44262"/>
                <a:gd name="connsiteY15" fmla="*/ 40983 h 57376"/>
                <a:gd name="connsiteX16" fmla="*/ 37705 w 44262"/>
                <a:gd name="connsiteY16" fmla="*/ 44262 h 57376"/>
                <a:gd name="connsiteX17" fmla="*/ 36065 w 44262"/>
                <a:gd name="connsiteY17" fmla="*/ 40983 h 57376"/>
                <a:gd name="connsiteX18" fmla="*/ 36065 w 44262"/>
                <a:gd name="connsiteY18" fmla="*/ 36065 h 57376"/>
                <a:gd name="connsiteX19" fmla="*/ 36065 w 44262"/>
                <a:gd name="connsiteY19" fmla="*/ 32787 h 57376"/>
                <a:gd name="connsiteX20" fmla="*/ 34426 w 44262"/>
                <a:gd name="connsiteY20" fmla="*/ 29508 h 57376"/>
                <a:gd name="connsiteX21" fmla="*/ 32787 w 44262"/>
                <a:gd name="connsiteY21" fmla="*/ 26229 h 57376"/>
                <a:gd name="connsiteX22" fmla="*/ 31147 w 44262"/>
                <a:gd name="connsiteY22" fmla="*/ 21311 h 57376"/>
                <a:gd name="connsiteX23" fmla="*/ 29508 w 44262"/>
                <a:gd name="connsiteY23" fmla="*/ 18033 h 57376"/>
                <a:gd name="connsiteX24" fmla="*/ 26229 w 44262"/>
                <a:gd name="connsiteY24" fmla="*/ 14754 h 57376"/>
                <a:gd name="connsiteX25" fmla="*/ 26229 w 44262"/>
                <a:gd name="connsiteY25" fmla="*/ 11475 h 57376"/>
                <a:gd name="connsiteX26" fmla="*/ 22951 w 44262"/>
                <a:gd name="connsiteY26" fmla="*/ 9836 h 57376"/>
                <a:gd name="connsiteX27" fmla="*/ 21311 w 44262"/>
                <a:gd name="connsiteY27" fmla="*/ 4918 h 57376"/>
                <a:gd name="connsiteX28" fmla="*/ 18033 w 44262"/>
                <a:gd name="connsiteY28" fmla="*/ 1639 h 57376"/>
                <a:gd name="connsiteX29" fmla="*/ 18033 w 44262"/>
                <a:gd name="connsiteY29" fmla="*/ 4918 h 57376"/>
                <a:gd name="connsiteX30" fmla="*/ 16393 w 44262"/>
                <a:gd name="connsiteY30" fmla="*/ 1639 h 57376"/>
                <a:gd name="connsiteX31" fmla="*/ 13114 w 44262"/>
                <a:gd name="connsiteY31" fmla="*/ 0 h 57376"/>
                <a:gd name="connsiteX32" fmla="*/ 9836 w 44262"/>
                <a:gd name="connsiteY32" fmla="*/ 0 h 57376"/>
                <a:gd name="connsiteX33" fmla="*/ 6557 w 44262"/>
                <a:gd name="connsiteY33" fmla="*/ 3278 h 57376"/>
                <a:gd name="connsiteX34" fmla="*/ 6557 w 44262"/>
                <a:gd name="connsiteY34" fmla="*/ 8197 h 57376"/>
                <a:gd name="connsiteX35" fmla="*/ 11475 w 44262"/>
                <a:gd name="connsiteY35" fmla="*/ 6557 h 57376"/>
                <a:gd name="connsiteX36" fmla="*/ 6557 w 44262"/>
                <a:gd name="connsiteY36" fmla="*/ 9836 h 57376"/>
                <a:gd name="connsiteX37" fmla="*/ 9836 w 44262"/>
                <a:gd name="connsiteY37" fmla="*/ 13114 h 57376"/>
                <a:gd name="connsiteX38" fmla="*/ 14754 w 44262"/>
                <a:gd name="connsiteY38" fmla="*/ 11475 h 57376"/>
                <a:gd name="connsiteX39" fmla="*/ 13114 w 44262"/>
                <a:gd name="connsiteY39" fmla="*/ 14754 h 57376"/>
                <a:gd name="connsiteX40" fmla="*/ 16393 w 44262"/>
                <a:gd name="connsiteY40" fmla="*/ 16393 h 57376"/>
                <a:gd name="connsiteX41" fmla="*/ 18033 w 44262"/>
                <a:gd name="connsiteY41" fmla="*/ 21311 h 57376"/>
                <a:gd name="connsiteX42" fmla="*/ 18033 w 44262"/>
                <a:gd name="connsiteY42" fmla="*/ 24590 h 57376"/>
                <a:gd name="connsiteX43" fmla="*/ 18033 w 44262"/>
                <a:gd name="connsiteY43" fmla="*/ 27868 h 57376"/>
                <a:gd name="connsiteX44" fmla="*/ 14754 w 44262"/>
                <a:gd name="connsiteY44" fmla="*/ 24590 h 57376"/>
                <a:gd name="connsiteX45" fmla="*/ 11475 w 44262"/>
                <a:gd name="connsiteY45" fmla="*/ 22951 h 57376"/>
                <a:gd name="connsiteX46" fmla="*/ 13114 w 44262"/>
                <a:gd name="connsiteY46" fmla="*/ 27868 h 57376"/>
                <a:gd name="connsiteX47" fmla="*/ 9836 w 44262"/>
                <a:gd name="connsiteY47" fmla="*/ 26229 h 57376"/>
                <a:gd name="connsiteX48" fmla="*/ 11475 w 44262"/>
                <a:gd name="connsiteY48" fmla="*/ 29508 h 57376"/>
                <a:gd name="connsiteX49" fmla="*/ 8197 w 44262"/>
                <a:gd name="connsiteY49" fmla="*/ 26229 h 57376"/>
                <a:gd name="connsiteX50" fmla="*/ 4918 w 44262"/>
                <a:gd name="connsiteY50" fmla="*/ 26229 h 57376"/>
                <a:gd name="connsiteX51" fmla="*/ 8197 w 44262"/>
                <a:gd name="connsiteY51" fmla="*/ 29508 h 57376"/>
                <a:gd name="connsiteX52" fmla="*/ 11475 w 44262"/>
                <a:gd name="connsiteY52" fmla="*/ 34426 h 57376"/>
                <a:gd name="connsiteX53" fmla="*/ 8197 w 44262"/>
                <a:gd name="connsiteY53" fmla="*/ 31147 h 57376"/>
                <a:gd name="connsiteX54" fmla="*/ 4918 w 44262"/>
                <a:gd name="connsiteY54" fmla="*/ 27868 h 57376"/>
                <a:gd name="connsiteX55" fmla="*/ 0 w 44262"/>
                <a:gd name="connsiteY55" fmla="*/ 24590 h 57376"/>
                <a:gd name="connsiteX56" fmla="*/ 1639 w 44262"/>
                <a:gd name="connsiteY56" fmla="*/ 29508 h 57376"/>
                <a:gd name="connsiteX57" fmla="*/ 3279 w 44262"/>
                <a:gd name="connsiteY57" fmla="*/ 32787 h 57376"/>
                <a:gd name="connsiteX58" fmla="*/ 8197 w 44262"/>
                <a:gd name="connsiteY58" fmla="*/ 32787 h 57376"/>
                <a:gd name="connsiteX59" fmla="*/ 9836 w 44262"/>
                <a:gd name="connsiteY59" fmla="*/ 37705 h 57376"/>
                <a:gd name="connsiteX60" fmla="*/ 13114 w 44262"/>
                <a:gd name="connsiteY60" fmla="*/ 40983 h 57376"/>
                <a:gd name="connsiteX61" fmla="*/ 16393 w 44262"/>
                <a:gd name="connsiteY61" fmla="*/ 42623 h 57376"/>
                <a:gd name="connsiteX62" fmla="*/ 18033 w 44262"/>
                <a:gd name="connsiteY62" fmla="*/ 47541 h 57376"/>
                <a:gd name="connsiteX63" fmla="*/ 22951 w 44262"/>
                <a:gd name="connsiteY63" fmla="*/ 50820 h 57376"/>
                <a:gd name="connsiteX64" fmla="*/ 26229 w 44262"/>
                <a:gd name="connsiteY64" fmla="*/ 50820 h 57376"/>
                <a:gd name="connsiteX65" fmla="*/ 26229 w 44262"/>
                <a:gd name="connsiteY65" fmla="*/ 47541 h 57376"/>
                <a:gd name="connsiteX66" fmla="*/ 22951 w 44262"/>
                <a:gd name="connsiteY66" fmla="*/ 42623 h 57376"/>
                <a:gd name="connsiteX67" fmla="*/ 21311 w 44262"/>
                <a:gd name="connsiteY67" fmla="*/ 39344 h 57376"/>
                <a:gd name="connsiteX68" fmla="*/ 21311 w 44262"/>
                <a:gd name="connsiteY68" fmla="*/ 36065 h 57376"/>
                <a:gd name="connsiteX69" fmla="*/ 24590 w 44262"/>
                <a:gd name="connsiteY69" fmla="*/ 34426 h 57376"/>
                <a:gd name="connsiteX70" fmla="*/ 24590 w 44262"/>
                <a:gd name="connsiteY70" fmla="*/ 31147 h 57376"/>
                <a:gd name="connsiteX71" fmla="*/ 29508 w 44262"/>
                <a:gd name="connsiteY71" fmla="*/ 31147 h 57376"/>
                <a:gd name="connsiteX72" fmla="*/ 27869 w 44262"/>
                <a:gd name="connsiteY72" fmla="*/ 36065 h 57376"/>
                <a:gd name="connsiteX73" fmla="*/ 24590 w 44262"/>
                <a:gd name="connsiteY73" fmla="*/ 34426 h 57376"/>
                <a:gd name="connsiteX74" fmla="*/ 24590 w 44262"/>
                <a:gd name="connsiteY74" fmla="*/ 39344 h 57376"/>
                <a:gd name="connsiteX75" fmla="*/ 29508 w 44262"/>
                <a:gd name="connsiteY75" fmla="*/ 40983 h 57376"/>
                <a:gd name="connsiteX76" fmla="*/ 24590 w 44262"/>
                <a:gd name="connsiteY76" fmla="*/ 42623 h 57376"/>
                <a:gd name="connsiteX77" fmla="*/ 27869 w 44262"/>
                <a:gd name="connsiteY77" fmla="*/ 45901 h 57376"/>
                <a:gd name="connsiteX78" fmla="*/ 31147 w 44262"/>
                <a:gd name="connsiteY78" fmla="*/ 45901 h 57376"/>
                <a:gd name="connsiteX79" fmla="*/ 34426 w 44262"/>
                <a:gd name="connsiteY79" fmla="*/ 49180 h 57376"/>
                <a:gd name="connsiteX80" fmla="*/ 32787 w 44262"/>
                <a:gd name="connsiteY80" fmla="*/ 54098 h 57376"/>
                <a:gd name="connsiteX81" fmla="*/ 37705 w 44262"/>
                <a:gd name="connsiteY81" fmla="*/ 52458 h 5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4262" h="57376">
                  <a:moveTo>
                    <a:pt x="32787" y="55737"/>
                  </a:moveTo>
                  <a:lnTo>
                    <a:pt x="34426" y="55737"/>
                  </a:lnTo>
                  <a:lnTo>
                    <a:pt x="34426" y="55737"/>
                  </a:lnTo>
                  <a:lnTo>
                    <a:pt x="36065" y="57377"/>
                  </a:lnTo>
                  <a:lnTo>
                    <a:pt x="39344" y="55737"/>
                  </a:lnTo>
                  <a:lnTo>
                    <a:pt x="39344" y="55737"/>
                  </a:lnTo>
                  <a:lnTo>
                    <a:pt x="39344" y="57377"/>
                  </a:lnTo>
                  <a:lnTo>
                    <a:pt x="44262" y="55737"/>
                  </a:lnTo>
                  <a:lnTo>
                    <a:pt x="40983" y="52458"/>
                  </a:lnTo>
                  <a:lnTo>
                    <a:pt x="44262" y="54098"/>
                  </a:lnTo>
                  <a:lnTo>
                    <a:pt x="44262" y="50820"/>
                  </a:lnTo>
                  <a:lnTo>
                    <a:pt x="44262" y="47541"/>
                  </a:lnTo>
                  <a:lnTo>
                    <a:pt x="39344" y="45901"/>
                  </a:lnTo>
                  <a:lnTo>
                    <a:pt x="44262" y="45901"/>
                  </a:lnTo>
                  <a:lnTo>
                    <a:pt x="40983" y="40983"/>
                  </a:lnTo>
                  <a:lnTo>
                    <a:pt x="37705" y="40983"/>
                  </a:lnTo>
                  <a:lnTo>
                    <a:pt x="37705" y="44262"/>
                  </a:lnTo>
                  <a:lnTo>
                    <a:pt x="36065" y="40983"/>
                  </a:lnTo>
                  <a:lnTo>
                    <a:pt x="36065" y="36065"/>
                  </a:lnTo>
                  <a:lnTo>
                    <a:pt x="36065" y="32787"/>
                  </a:lnTo>
                  <a:lnTo>
                    <a:pt x="34426" y="29508"/>
                  </a:lnTo>
                  <a:lnTo>
                    <a:pt x="32787" y="26229"/>
                  </a:lnTo>
                  <a:lnTo>
                    <a:pt x="31147" y="21311"/>
                  </a:lnTo>
                  <a:lnTo>
                    <a:pt x="29508" y="18033"/>
                  </a:lnTo>
                  <a:lnTo>
                    <a:pt x="26229" y="14754"/>
                  </a:lnTo>
                  <a:lnTo>
                    <a:pt x="26229" y="11475"/>
                  </a:lnTo>
                  <a:lnTo>
                    <a:pt x="22951" y="9836"/>
                  </a:lnTo>
                  <a:lnTo>
                    <a:pt x="21311" y="4918"/>
                  </a:lnTo>
                  <a:lnTo>
                    <a:pt x="18033" y="1639"/>
                  </a:lnTo>
                  <a:lnTo>
                    <a:pt x="18033" y="4918"/>
                  </a:lnTo>
                  <a:lnTo>
                    <a:pt x="16393" y="1639"/>
                  </a:lnTo>
                  <a:lnTo>
                    <a:pt x="13114" y="0"/>
                  </a:lnTo>
                  <a:lnTo>
                    <a:pt x="9836" y="0"/>
                  </a:lnTo>
                  <a:lnTo>
                    <a:pt x="6557" y="3278"/>
                  </a:lnTo>
                  <a:lnTo>
                    <a:pt x="6557" y="8197"/>
                  </a:lnTo>
                  <a:lnTo>
                    <a:pt x="11475" y="6557"/>
                  </a:lnTo>
                  <a:lnTo>
                    <a:pt x="6557" y="9836"/>
                  </a:lnTo>
                  <a:lnTo>
                    <a:pt x="9836" y="13114"/>
                  </a:lnTo>
                  <a:lnTo>
                    <a:pt x="14754" y="11475"/>
                  </a:lnTo>
                  <a:lnTo>
                    <a:pt x="13114" y="14754"/>
                  </a:lnTo>
                  <a:lnTo>
                    <a:pt x="16393" y="16393"/>
                  </a:lnTo>
                  <a:lnTo>
                    <a:pt x="18033" y="21311"/>
                  </a:lnTo>
                  <a:lnTo>
                    <a:pt x="18033" y="24590"/>
                  </a:lnTo>
                  <a:lnTo>
                    <a:pt x="18033" y="27868"/>
                  </a:lnTo>
                  <a:lnTo>
                    <a:pt x="14754" y="24590"/>
                  </a:lnTo>
                  <a:lnTo>
                    <a:pt x="11475" y="22951"/>
                  </a:lnTo>
                  <a:lnTo>
                    <a:pt x="13114" y="27868"/>
                  </a:lnTo>
                  <a:lnTo>
                    <a:pt x="9836" y="26229"/>
                  </a:lnTo>
                  <a:lnTo>
                    <a:pt x="11475" y="29508"/>
                  </a:lnTo>
                  <a:lnTo>
                    <a:pt x="8197" y="26229"/>
                  </a:lnTo>
                  <a:lnTo>
                    <a:pt x="4918" y="26229"/>
                  </a:lnTo>
                  <a:lnTo>
                    <a:pt x="8197" y="29508"/>
                  </a:lnTo>
                  <a:lnTo>
                    <a:pt x="11475" y="34426"/>
                  </a:lnTo>
                  <a:lnTo>
                    <a:pt x="8197" y="31147"/>
                  </a:lnTo>
                  <a:lnTo>
                    <a:pt x="4918" y="27868"/>
                  </a:lnTo>
                  <a:lnTo>
                    <a:pt x="0" y="24590"/>
                  </a:lnTo>
                  <a:lnTo>
                    <a:pt x="1639" y="29508"/>
                  </a:lnTo>
                  <a:lnTo>
                    <a:pt x="3279" y="32787"/>
                  </a:lnTo>
                  <a:lnTo>
                    <a:pt x="8197" y="32787"/>
                  </a:lnTo>
                  <a:lnTo>
                    <a:pt x="9836" y="37705"/>
                  </a:lnTo>
                  <a:lnTo>
                    <a:pt x="13114" y="40983"/>
                  </a:lnTo>
                  <a:lnTo>
                    <a:pt x="16393" y="42623"/>
                  </a:lnTo>
                  <a:lnTo>
                    <a:pt x="18033" y="47541"/>
                  </a:lnTo>
                  <a:lnTo>
                    <a:pt x="22951" y="50820"/>
                  </a:lnTo>
                  <a:lnTo>
                    <a:pt x="26229" y="50820"/>
                  </a:lnTo>
                  <a:lnTo>
                    <a:pt x="26229" y="47541"/>
                  </a:lnTo>
                  <a:lnTo>
                    <a:pt x="22951" y="42623"/>
                  </a:lnTo>
                  <a:lnTo>
                    <a:pt x="21311" y="39344"/>
                  </a:lnTo>
                  <a:lnTo>
                    <a:pt x="21311" y="36065"/>
                  </a:lnTo>
                  <a:lnTo>
                    <a:pt x="24590" y="34426"/>
                  </a:lnTo>
                  <a:lnTo>
                    <a:pt x="24590" y="31147"/>
                  </a:lnTo>
                  <a:lnTo>
                    <a:pt x="29508" y="31147"/>
                  </a:lnTo>
                  <a:lnTo>
                    <a:pt x="27869" y="36065"/>
                  </a:lnTo>
                  <a:lnTo>
                    <a:pt x="24590" y="34426"/>
                  </a:lnTo>
                  <a:lnTo>
                    <a:pt x="24590" y="39344"/>
                  </a:lnTo>
                  <a:lnTo>
                    <a:pt x="29508" y="40983"/>
                  </a:lnTo>
                  <a:lnTo>
                    <a:pt x="24590" y="42623"/>
                  </a:lnTo>
                  <a:lnTo>
                    <a:pt x="27869" y="45901"/>
                  </a:lnTo>
                  <a:lnTo>
                    <a:pt x="31147" y="45901"/>
                  </a:lnTo>
                  <a:lnTo>
                    <a:pt x="34426" y="49180"/>
                  </a:lnTo>
                  <a:lnTo>
                    <a:pt x="32787" y="54098"/>
                  </a:lnTo>
                  <a:lnTo>
                    <a:pt x="37705" y="5245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19" name="Freeform 3918">
              <a:extLst>
                <a:ext uri="{FF2B5EF4-FFF2-40B4-BE49-F238E27FC236}">
                  <a16:creationId xmlns:a16="http://schemas.microsoft.com/office/drawing/2014/main" id="{AC58B45E-5F59-C943-B825-16AE5D36C502}"/>
                </a:ext>
              </a:extLst>
            </p:cNvPr>
            <p:cNvSpPr/>
            <p:nvPr/>
          </p:nvSpPr>
          <p:spPr>
            <a:xfrm>
              <a:off x="2879621" y="6262428"/>
              <a:ext cx="3278" cy="3278"/>
            </a:xfrm>
            <a:custGeom>
              <a:avLst/>
              <a:gdLst>
                <a:gd name="connsiteX0" fmla="*/ 1639 w 3278"/>
                <a:gd name="connsiteY0" fmla="*/ 3279 h 3278"/>
                <a:gd name="connsiteX1" fmla="*/ 3279 w 3278"/>
                <a:gd name="connsiteY1" fmla="*/ 3279 h 3278"/>
                <a:gd name="connsiteX2" fmla="*/ 3279 w 3278"/>
                <a:gd name="connsiteY2" fmla="*/ 0 h 3278"/>
                <a:gd name="connsiteX3" fmla="*/ 0 w 327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3278">
                  <a:moveTo>
                    <a:pt x="1639" y="3279"/>
                  </a:moveTo>
                  <a:lnTo>
                    <a:pt x="3279" y="3279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20" name="Freeform 3919">
              <a:extLst>
                <a:ext uri="{FF2B5EF4-FFF2-40B4-BE49-F238E27FC236}">
                  <a16:creationId xmlns:a16="http://schemas.microsoft.com/office/drawing/2014/main" id="{031D7015-F519-3743-978F-EC0B4B08B515}"/>
                </a:ext>
              </a:extLst>
            </p:cNvPr>
            <p:cNvSpPr/>
            <p:nvPr/>
          </p:nvSpPr>
          <p:spPr>
            <a:xfrm>
              <a:off x="2879621" y="6303411"/>
              <a:ext cx="18032" cy="13114"/>
            </a:xfrm>
            <a:custGeom>
              <a:avLst/>
              <a:gdLst>
                <a:gd name="connsiteX0" fmla="*/ 18033 w 18032"/>
                <a:gd name="connsiteY0" fmla="*/ 13114 h 13114"/>
                <a:gd name="connsiteX1" fmla="*/ 18033 w 18032"/>
                <a:gd name="connsiteY1" fmla="*/ 11476 h 13114"/>
                <a:gd name="connsiteX2" fmla="*/ 14754 w 18032"/>
                <a:gd name="connsiteY2" fmla="*/ 8197 h 13114"/>
                <a:gd name="connsiteX3" fmla="*/ 11475 w 18032"/>
                <a:gd name="connsiteY3" fmla="*/ 4918 h 13114"/>
                <a:gd name="connsiteX4" fmla="*/ 6557 w 18032"/>
                <a:gd name="connsiteY4" fmla="*/ 1639 h 13114"/>
                <a:gd name="connsiteX5" fmla="*/ 3279 w 18032"/>
                <a:gd name="connsiteY5" fmla="*/ 1639 h 13114"/>
                <a:gd name="connsiteX6" fmla="*/ 0 w 18032"/>
                <a:gd name="connsiteY6" fmla="*/ 0 h 13114"/>
                <a:gd name="connsiteX7" fmla="*/ 1639 w 18032"/>
                <a:gd name="connsiteY7" fmla="*/ 4918 h 13114"/>
                <a:gd name="connsiteX8" fmla="*/ 4918 w 18032"/>
                <a:gd name="connsiteY8" fmla="*/ 8197 h 13114"/>
                <a:gd name="connsiteX9" fmla="*/ 8197 w 18032"/>
                <a:gd name="connsiteY9" fmla="*/ 6557 h 13114"/>
                <a:gd name="connsiteX10" fmla="*/ 9836 w 18032"/>
                <a:gd name="connsiteY10" fmla="*/ 9836 h 13114"/>
                <a:gd name="connsiteX11" fmla="*/ 13115 w 18032"/>
                <a:gd name="connsiteY11" fmla="*/ 9836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2" h="13114">
                  <a:moveTo>
                    <a:pt x="18033" y="13114"/>
                  </a:moveTo>
                  <a:lnTo>
                    <a:pt x="18033" y="11476"/>
                  </a:lnTo>
                  <a:lnTo>
                    <a:pt x="14754" y="8197"/>
                  </a:lnTo>
                  <a:lnTo>
                    <a:pt x="11475" y="4918"/>
                  </a:lnTo>
                  <a:lnTo>
                    <a:pt x="6557" y="1639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1639" y="4918"/>
                  </a:lnTo>
                  <a:lnTo>
                    <a:pt x="4918" y="8197"/>
                  </a:lnTo>
                  <a:lnTo>
                    <a:pt x="8197" y="6557"/>
                  </a:lnTo>
                  <a:lnTo>
                    <a:pt x="9836" y="9836"/>
                  </a:lnTo>
                  <a:lnTo>
                    <a:pt x="13115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21" name="Freeform 3920">
              <a:extLst>
                <a:ext uri="{FF2B5EF4-FFF2-40B4-BE49-F238E27FC236}">
                  <a16:creationId xmlns:a16="http://schemas.microsoft.com/office/drawing/2014/main" id="{A3D418BF-C302-3A4A-9FDC-592BD6E8451E}"/>
                </a:ext>
              </a:extLst>
            </p:cNvPr>
            <p:cNvSpPr/>
            <p:nvPr/>
          </p:nvSpPr>
          <p:spPr>
            <a:xfrm>
              <a:off x="2881260" y="6224723"/>
              <a:ext cx="1639" cy="4917"/>
            </a:xfrm>
            <a:custGeom>
              <a:avLst/>
              <a:gdLst>
                <a:gd name="connsiteX0" fmla="*/ 0 w 1639"/>
                <a:gd name="connsiteY0" fmla="*/ 4918 h 4917"/>
                <a:gd name="connsiteX1" fmla="*/ 1639 w 1639"/>
                <a:gd name="connsiteY1" fmla="*/ 4918 h 4917"/>
                <a:gd name="connsiteX2" fmla="*/ 0 w 1639"/>
                <a:gd name="connsiteY2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4917">
                  <a:moveTo>
                    <a:pt x="0" y="4918"/>
                  </a:moveTo>
                  <a:lnTo>
                    <a:pt x="1639" y="49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22" name="Freeform 3921">
              <a:extLst>
                <a:ext uri="{FF2B5EF4-FFF2-40B4-BE49-F238E27FC236}">
                  <a16:creationId xmlns:a16="http://schemas.microsoft.com/office/drawing/2014/main" id="{AEAAFA85-AC26-EA4D-A3BD-C4C4CDAECC34}"/>
                </a:ext>
              </a:extLst>
            </p:cNvPr>
            <p:cNvSpPr/>
            <p:nvPr/>
          </p:nvSpPr>
          <p:spPr>
            <a:xfrm>
              <a:off x="2881260" y="6278821"/>
              <a:ext cx="11475" cy="9836"/>
            </a:xfrm>
            <a:custGeom>
              <a:avLst/>
              <a:gdLst>
                <a:gd name="connsiteX0" fmla="*/ 11476 w 11475"/>
                <a:gd name="connsiteY0" fmla="*/ 9836 h 9836"/>
                <a:gd name="connsiteX1" fmla="*/ 11476 w 11475"/>
                <a:gd name="connsiteY1" fmla="*/ 8197 h 9836"/>
                <a:gd name="connsiteX2" fmla="*/ 11476 w 11475"/>
                <a:gd name="connsiteY2" fmla="*/ 4918 h 9836"/>
                <a:gd name="connsiteX3" fmla="*/ 8197 w 11475"/>
                <a:gd name="connsiteY3" fmla="*/ 0 h 9836"/>
                <a:gd name="connsiteX4" fmla="*/ 3279 w 11475"/>
                <a:gd name="connsiteY4" fmla="*/ 0 h 9836"/>
                <a:gd name="connsiteX5" fmla="*/ 0 w 11475"/>
                <a:gd name="connsiteY5" fmla="*/ 1639 h 9836"/>
                <a:gd name="connsiteX6" fmla="*/ 0 w 11475"/>
                <a:gd name="connsiteY6" fmla="*/ 4918 h 9836"/>
                <a:gd name="connsiteX7" fmla="*/ 3279 w 11475"/>
                <a:gd name="connsiteY7" fmla="*/ 6557 h 9836"/>
                <a:gd name="connsiteX8" fmla="*/ 8197 w 11475"/>
                <a:gd name="connsiteY8" fmla="*/ 819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75" h="9836">
                  <a:moveTo>
                    <a:pt x="11476" y="9836"/>
                  </a:moveTo>
                  <a:lnTo>
                    <a:pt x="11476" y="8197"/>
                  </a:lnTo>
                  <a:lnTo>
                    <a:pt x="11476" y="4918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3279" y="6557"/>
                  </a:lnTo>
                  <a:lnTo>
                    <a:pt x="8197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23" name="Freeform 3922">
              <a:extLst>
                <a:ext uri="{FF2B5EF4-FFF2-40B4-BE49-F238E27FC236}">
                  <a16:creationId xmlns:a16="http://schemas.microsoft.com/office/drawing/2014/main" id="{39CF98D5-F39F-B642-8E30-647EDEA77739}"/>
                </a:ext>
              </a:extLst>
            </p:cNvPr>
            <p:cNvSpPr/>
            <p:nvPr/>
          </p:nvSpPr>
          <p:spPr>
            <a:xfrm>
              <a:off x="2882900" y="6287018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24" name="Freeform 3923">
              <a:extLst>
                <a:ext uri="{FF2B5EF4-FFF2-40B4-BE49-F238E27FC236}">
                  <a16:creationId xmlns:a16="http://schemas.microsoft.com/office/drawing/2014/main" id="{8FF64150-96F8-4842-8441-6AE1D3BF8832}"/>
                </a:ext>
              </a:extLst>
            </p:cNvPr>
            <p:cNvSpPr/>
            <p:nvPr/>
          </p:nvSpPr>
          <p:spPr>
            <a:xfrm>
              <a:off x="2884539" y="6241117"/>
              <a:ext cx="6557" cy="8196"/>
            </a:xfrm>
            <a:custGeom>
              <a:avLst/>
              <a:gdLst>
                <a:gd name="connsiteX0" fmla="*/ 4918 w 6557"/>
                <a:gd name="connsiteY0" fmla="*/ 8197 h 8196"/>
                <a:gd name="connsiteX1" fmla="*/ 6557 w 6557"/>
                <a:gd name="connsiteY1" fmla="*/ 6557 h 8196"/>
                <a:gd name="connsiteX2" fmla="*/ 6557 w 6557"/>
                <a:gd name="connsiteY2" fmla="*/ 3278 h 8196"/>
                <a:gd name="connsiteX3" fmla="*/ 3279 w 6557"/>
                <a:gd name="connsiteY3" fmla="*/ 0 h 8196"/>
                <a:gd name="connsiteX4" fmla="*/ 0 w 6557"/>
                <a:gd name="connsiteY4" fmla="*/ 0 h 8196"/>
                <a:gd name="connsiteX5" fmla="*/ 1639 w 6557"/>
                <a:gd name="connsiteY5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8196">
                  <a:moveTo>
                    <a:pt x="4918" y="8197"/>
                  </a:moveTo>
                  <a:lnTo>
                    <a:pt x="6557" y="6557"/>
                  </a:lnTo>
                  <a:lnTo>
                    <a:pt x="6557" y="3278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25" name="Freeform 3924">
              <a:extLst>
                <a:ext uri="{FF2B5EF4-FFF2-40B4-BE49-F238E27FC236}">
                  <a16:creationId xmlns:a16="http://schemas.microsoft.com/office/drawing/2014/main" id="{49849DD6-287E-994F-938A-4DE620A00A6D}"/>
                </a:ext>
              </a:extLst>
            </p:cNvPr>
            <p:cNvSpPr/>
            <p:nvPr/>
          </p:nvSpPr>
          <p:spPr>
            <a:xfrm>
              <a:off x="2884539" y="6226362"/>
              <a:ext cx="18032" cy="6557"/>
            </a:xfrm>
            <a:custGeom>
              <a:avLst/>
              <a:gdLst>
                <a:gd name="connsiteX0" fmla="*/ 4918 w 18032"/>
                <a:gd name="connsiteY0" fmla="*/ 6558 h 6557"/>
                <a:gd name="connsiteX1" fmla="*/ 6557 w 18032"/>
                <a:gd name="connsiteY1" fmla="*/ 6558 h 6557"/>
                <a:gd name="connsiteX2" fmla="*/ 9836 w 18032"/>
                <a:gd name="connsiteY2" fmla="*/ 6558 h 6557"/>
                <a:gd name="connsiteX3" fmla="*/ 13114 w 18032"/>
                <a:gd name="connsiteY3" fmla="*/ 6558 h 6557"/>
                <a:gd name="connsiteX4" fmla="*/ 18033 w 18032"/>
                <a:gd name="connsiteY4" fmla="*/ 3279 h 6557"/>
                <a:gd name="connsiteX5" fmla="*/ 14754 w 18032"/>
                <a:gd name="connsiteY5" fmla="*/ 1639 h 6557"/>
                <a:gd name="connsiteX6" fmla="*/ 9836 w 18032"/>
                <a:gd name="connsiteY6" fmla="*/ 1639 h 6557"/>
                <a:gd name="connsiteX7" fmla="*/ 6557 w 18032"/>
                <a:gd name="connsiteY7" fmla="*/ 0 h 6557"/>
                <a:gd name="connsiteX8" fmla="*/ 3279 w 18032"/>
                <a:gd name="connsiteY8" fmla="*/ 1639 h 6557"/>
                <a:gd name="connsiteX9" fmla="*/ 0 w 18032"/>
                <a:gd name="connsiteY9" fmla="*/ 1639 h 6557"/>
                <a:gd name="connsiteX10" fmla="*/ 1639 w 18032"/>
                <a:gd name="connsiteY10" fmla="*/ 655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032" h="6557">
                  <a:moveTo>
                    <a:pt x="4918" y="6558"/>
                  </a:moveTo>
                  <a:lnTo>
                    <a:pt x="6557" y="6558"/>
                  </a:lnTo>
                  <a:lnTo>
                    <a:pt x="9836" y="6558"/>
                  </a:lnTo>
                  <a:lnTo>
                    <a:pt x="13114" y="6558"/>
                  </a:lnTo>
                  <a:lnTo>
                    <a:pt x="18033" y="3279"/>
                  </a:lnTo>
                  <a:lnTo>
                    <a:pt x="14754" y="1639"/>
                  </a:lnTo>
                  <a:lnTo>
                    <a:pt x="9836" y="1639"/>
                  </a:lnTo>
                  <a:lnTo>
                    <a:pt x="6557" y="0"/>
                  </a:lnTo>
                  <a:lnTo>
                    <a:pt x="3279" y="1639"/>
                  </a:lnTo>
                  <a:lnTo>
                    <a:pt x="0" y="1639"/>
                  </a:lnTo>
                  <a:lnTo>
                    <a:pt x="1639" y="655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26" name="Freeform 3925">
              <a:extLst>
                <a:ext uri="{FF2B5EF4-FFF2-40B4-BE49-F238E27FC236}">
                  <a16:creationId xmlns:a16="http://schemas.microsoft.com/office/drawing/2014/main" id="{5CEBBA27-5424-DE41-80E8-D53891363D20}"/>
                </a:ext>
              </a:extLst>
            </p:cNvPr>
            <p:cNvSpPr/>
            <p:nvPr/>
          </p:nvSpPr>
          <p:spPr>
            <a:xfrm>
              <a:off x="2892736" y="6247674"/>
              <a:ext cx="8196" cy="6557"/>
            </a:xfrm>
            <a:custGeom>
              <a:avLst/>
              <a:gdLst>
                <a:gd name="connsiteX0" fmla="*/ 8197 w 8196"/>
                <a:gd name="connsiteY0" fmla="*/ 6557 h 6557"/>
                <a:gd name="connsiteX1" fmla="*/ 8197 w 8196"/>
                <a:gd name="connsiteY1" fmla="*/ 4918 h 6557"/>
                <a:gd name="connsiteX2" fmla="*/ 4918 w 8196"/>
                <a:gd name="connsiteY2" fmla="*/ 3278 h 6557"/>
                <a:gd name="connsiteX3" fmla="*/ 1639 w 8196"/>
                <a:gd name="connsiteY3" fmla="*/ 0 h 6557"/>
                <a:gd name="connsiteX4" fmla="*/ 0 w 8196"/>
                <a:gd name="connsiteY4" fmla="*/ 3278 h 6557"/>
                <a:gd name="connsiteX5" fmla="*/ 3279 w 8196"/>
                <a:gd name="connsiteY5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6557">
                  <a:moveTo>
                    <a:pt x="8197" y="6557"/>
                  </a:moveTo>
                  <a:lnTo>
                    <a:pt x="8197" y="4918"/>
                  </a:lnTo>
                  <a:lnTo>
                    <a:pt x="4918" y="3278"/>
                  </a:lnTo>
                  <a:lnTo>
                    <a:pt x="1639" y="0"/>
                  </a:lnTo>
                  <a:lnTo>
                    <a:pt x="0" y="3278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27" name="Freeform 3926">
              <a:extLst>
                <a:ext uri="{FF2B5EF4-FFF2-40B4-BE49-F238E27FC236}">
                  <a16:creationId xmlns:a16="http://schemas.microsoft.com/office/drawing/2014/main" id="{082116DA-A550-D646-A1FD-7A32F0FFED68}"/>
                </a:ext>
              </a:extLst>
            </p:cNvPr>
            <p:cNvSpPr/>
            <p:nvPr/>
          </p:nvSpPr>
          <p:spPr>
            <a:xfrm>
              <a:off x="2892736" y="6321444"/>
              <a:ext cx="21311" cy="16393"/>
            </a:xfrm>
            <a:custGeom>
              <a:avLst/>
              <a:gdLst>
                <a:gd name="connsiteX0" fmla="*/ 16393 w 21311"/>
                <a:gd name="connsiteY0" fmla="*/ 11475 h 16393"/>
                <a:gd name="connsiteX1" fmla="*/ 18033 w 21311"/>
                <a:gd name="connsiteY1" fmla="*/ 8197 h 16393"/>
                <a:gd name="connsiteX2" fmla="*/ 21311 w 21311"/>
                <a:gd name="connsiteY2" fmla="*/ 4918 h 16393"/>
                <a:gd name="connsiteX3" fmla="*/ 18033 w 21311"/>
                <a:gd name="connsiteY3" fmla="*/ 6557 h 16393"/>
                <a:gd name="connsiteX4" fmla="*/ 14754 w 21311"/>
                <a:gd name="connsiteY4" fmla="*/ 4918 h 16393"/>
                <a:gd name="connsiteX5" fmla="*/ 14754 w 21311"/>
                <a:gd name="connsiteY5" fmla="*/ 1639 h 16393"/>
                <a:gd name="connsiteX6" fmla="*/ 11475 w 21311"/>
                <a:gd name="connsiteY6" fmla="*/ 3278 h 16393"/>
                <a:gd name="connsiteX7" fmla="*/ 8197 w 21311"/>
                <a:gd name="connsiteY7" fmla="*/ 0 h 16393"/>
                <a:gd name="connsiteX8" fmla="*/ 4918 w 21311"/>
                <a:gd name="connsiteY8" fmla="*/ 1639 h 16393"/>
                <a:gd name="connsiteX9" fmla="*/ 0 w 21311"/>
                <a:gd name="connsiteY9" fmla="*/ 1639 h 16393"/>
                <a:gd name="connsiteX10" fmla="*/ 3279 w 21311"/>
                <a:gd name="connsiteY10" fmla="*/ 3278 h 16393"/>
                <a:gd name="connsiteX11" fmla="*/ 8197 w 21311"/>
                <a:gd name="connsiteY11" fmla="*/ 4918 h 16393"/>
                <a:gd name="connsiteX12" fmla="*/ 11475 w 21311"/>
                <a:gd name="connsiteY12" fmla="*/ 6557 h 16393"/>
                <a:gd name="connsiteX13" fmla="*/ 11475 w 21311"/>
                <a:gd name="connsiteY13" fmla="*/ 9836 h 16393"/>
                <a:gd name="connsiteX14" fmla="*/ 8197 w 21311"/>
                <a:gd name="connsiteY14" fmla="*/ 9836 h 16393"/>
                <a:gd name="connsiteX15" fmla="*/ 6557 w 21311"/>
                <a:gd name="connsiteY15" fmla="*/ 4918 h 16393"/>
                <a:gd name="connsiteX16" fmla="*/ 3279 w 21311"/>
                <a:gd name="connsiteY16" fmla="*/ 4918 h 16393"/>
                <a:gd name="connsiteX17" fmla="*/ 3279 w 21311"/>
                <a:gd name="connsiteY17" fmla="*/ 8197 h 16393"/>
                <a:gd name="connsiteX18" fmla="*/ 3279 w 21311"/>
                <a:gd name="connsiteY18" fmla="*/ 13114 h 16393"/>
                <a:gd name="connsiteX19" fmla="*/ 8197 w 21311"/>
                <a:gd name="connsiteY19" fmla="*/ 13114 h 16393"/>
                <a:gd name="connsiteX20" fmla="*/ 11475 w 21311"/>
                <a:gd name="connsiteY20" fmla="*/ 13114 h 16393"/>
                <a:gd name="connsiteX21" fmla="*/ 9836 w 21311"/>
                <a:gd name="connsiteY21" fmla="*/ 16393 h 16393"/>
                <a:gd name="connsiteX22" fmla="*/ 14754 w 21311"/>
                <a:gd name="connsiteY22" fmla="*/ 14754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311" h="16393">
                  <a:moveTo>
                    <a:pt x="16393" y="11475"/>
                  </a:moveTo>
                  <a:lnTo>
                    <a:pt x="18033" y="8197"/>
                  </a:lnTo>
                  <a:lnTo>
                    <a:pt x="21311" y="4918"/>
                  </a:lnTo>
                  <a:lnTo>
                    <a:pt x="18033" y="6557"/>
                  </a:lnTo>
                  <a:lnTo>
                    <a:pt x="14754" y="4918"/>
                  </a:lnTo>
                  <a:lnTo>
                    <a:pt x="14754" y="1639"/>
                  </a:lnTo>
                  <a:lnTo>
                    <a:pt x="11475" y="3278"/>
                  </a:lnTo>
                  <a:lnTo>
                    <a:pt x="8197" y="0"/>
                  </a:lnTo>
                  <a:lnTo>
                    <a:pt x="4918" y="1639"/>
                  </a:lnTo>
                  <a:lnTo>
                    <a:pt x="0" y="1639"/>
                  </a:lnTo>
                  <a:lnTo>
                    <a:pt x="3279" y="3278"/>
                  </a:lnTo>
                  <a:lnTo>
                    <a:pt x="8197" y="4918"/>
                  </a:lnTo>
                  <a:lnTo>
                    <a:pt x="11475" y="6557"/>
                  </a:lnTo>
                  <a:lnTo>
                    <a:pt x="11475" y="9836"/>
                  </a:lnTo>
                  <a:lnTo>
                    <a:pt x="8197" y="9836"/>
                  </a:lnTo>
                  <a:lnTo>
                    <a:pt x="6557" y="4918"/>
                  </a:lnTo>
                  <a:lnTo>
                    <a:pt x="3279" y="4918"/>
                  </a:lnTo>
                  <a:lnTo>
                    <a:pt x="3279" y="8197"/>
                  </a:lnTo>
                  <a:lnTo>
                    <a:pt x="3279" y="13114"/>
                  </a:lnTo>
                  <a:lnTo>
                    <a:pt x="8197" y="13114"/>
                  </a:lnTo>
                  <a:lnTo>
                    <a:pt x="11475" y="13114"/>
                  </a:lnTo>
                  <a:lnTo>
                    <a:pt x="9836" y="16393"/>
                  </a:lnTo>
                  <a:lnTo>
                    <a:pt x="14754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28" name="Freeform 3927">
              <a:extLst>
                <a:ext uri="{FF2B5EF4-FFF2-40B4-BE49-F238E27FC236}">
                  <a16:creationId xmlns:a16="http://schemas.microsoft.com/office/drawing/2014/main" id="{5330B083-88C5-BD4C-97DD-01483220DB2D}"/>
                </a:ext>
              </a:extLst>
            </p:cNvPr>
            <p:cNvSpPr/>
            <p:nvPr/>
          </p:nvSpPr>
          <p:spPr>
            <a:xfrm>
              <a:off x="2900932" y="6250952"/>
              <a:ext cx="6557" cy="4918"/>
            </a:xfrm>
            <a:custGeom>
              <a:avLst/>
              <a:gdLst>
                <a:gd name="connsiteX0" fmla="*/ 6557 w 6557"/>
                <a:gd name="connsiteY0" fmla="*/ 4918 h 4918"/>
                <a:gd name="connsiteX1" fmla="*/ 6557 w 6557"/>
                <a:gd name="connsiteY1" fmla="*/ 3279 h 4918"/>
                <a:gd name="connsiteX2" fmla="*/ 3279 w 6557"/>
                <a:gd name="connsiteY2" fmla="*/ 0 h 4918"/>
                <a:gd name="connsiteX3" fmla="*/ 0 w 6557"/>
                <a:gd name="connsiteY3" fmla="*/ 0 h 4918"/>
                <a:gd name="connsiteX4" fmla="*/ 3279 w 6557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8">
                  <a:moveTo>
                    <a:pt x="6557" y="4918"/>
                  </a:moveTo>
                  <a:lnTo>
                    <a:pt x="6557" y="327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29" name="Freeform 3928">
              <a:extLst>
                <a:ext uri="{FF2B5EF4-FFF2-40B4-BE49-F238E27FC236}">
                  <a16:creationId xmlns:a16="http://schemas.microsoft.com/office/drawing/2014/main" id="{4374CD14-1AD5-B942-9DD7-746EFDD32845}"/>
                </a:ext>
              </a:extLst>
            </p:cNvPr>
            <p:cNvSpPr/>
            <p:nvPr/>
          </p:nvSpPr>
          <p:spPr>
            <a:xfrm>
              <a:off x="2900932" y="6341116"/>
              <a:ext cx="11475" cy="13114"/>
            </a:xfrm>
            <a:custGeom>
              <a:avLst/>
              <a:gdLst>
                <a:gd name="connsiteX0" fmla="*/ 9836 w 11475"/>
                <a:gd name="connsiteY0" fmla="*/ 13115 h 13114"/>
                <a:gd name="connsiteX1" fmla="*/ 9836 w 11475"/>
                <a:gd name="connsiteY1" fmla="*/ 11476 h 13114"/>
                <a:gd name="connsiteX2" fmla="*/ 8197 w 11475"/>
                <a:gd name="connsiteY2" fmla="*/ 6558 h 13114"/>
                <a:gd name="connsiteX3" fmla="*/ 6557 w 11475"/>
                <a:gd name="connsiteY3" fmla="*/ 3279 h 13114"/>
                <a:gd name="connsiteX4" fmla="*/ 9836 w 11475"/>
                <a:gd name="connsiteY4" fmla="*/ 4918 h 13114"/>
                <a:gd name="connsiteX5" fmla="*/ 11475 w 11475"/>
                <a:gd name="connsiteY5" fmla="*/ 0 h 13114"/>
                <a:gd name="connsiteX6" fmla="*/ 8197 w 11475"/>
                <a:gd name="connsiteY6" fmla="*/ 1639 h 13114"/>
                <a:gd name="connsiteX7" fmla="*/ 3279 w 11475"/>
                <a:gd name="connsiteY7" fmla="*/ 0 h 13114"/>
                <a:gd name="connsiteX8" fmla="*/ 0 w 11475"/>
                <a:gd name="connsiteY8" fmla="*/ 1639 h 13114"/>
                <a:gd name="connsiteX9" fmla="*/ 3279 w 11475"/>
                <a:gd name="connsiteY9" fmla="*/ 3279 h 13114"/>
                <a:gd name="connsiteX10" fmla="*/ 1639 w 11475"/>
                <a:gd name="connsiteY10" fmla="*/ 8197 h 13114"/>
                <a:gd name="connsiteX11" fmla="*/ 4918 w 11475"/>
                <a:gd name="connsiteY11" fmla="*/ 8197 h 13114"/>
                <a:gd name="connsiteX12" fmla="*/ 4918 w 11475"/>
                <a:gd name="connsiteY12" fmla="*/ 11476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75" h="13114">
                  <a:moveTo>
                    <a:pt x="9836" y="13115"/>
                  </a:moveTo>
                  <a:lnTo>
                    <a:pt x="9836" y="11476"/>
                  </a:lnTo>
                  <a:lnTo>
                    <a:pt x="8197" y="6558"/>
                  </a:lnTo>
                  <a:lnTo>
                    <a:pt x="6557" y="3279"/>
                  </a:lnTo>
                  <a:lnTo>
                    <a:pt x="9836" y="4918"/>
                  </a:lnTo>
                  <a:lnTo>
                    <a:pt x="11475" y="0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3279"/>
                  </a:lnTo>
                  <a:lnTo>
                    <a:pt x="1639" y="8197"/>
                  </a:lnTo>
                  <a:lnTo>
                    <a:pt x="4918" y="8197"/>
                  </a:lnTo>
                  <a:lnTo>
                    <a:pt x="4918" y="1147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30" name="Freeform 3929">
              <a:extLst>
                <a:ext uri="{FF2B5EF4-FFF2-40B4-BE49-F238E27FC236}">
                  <a16:creationId xmlns:a16="http://schemas.microsoft.com/office/drawing/2014/main" id="{28D694E2-04C1-1B4C-BF6F-05EF86A3887F}"/>
                </a:ext>
              </a:extLst>
            </p:cNvPr>
            <p:cNvSpPr/>
            <p:nvPr/>
          </p:nvSpPr>
          <p:spPr>
            <a:xfrm>
              <a:off x="2907490" y="6231280"/>
              <a:ext cx="3278" cy="3278"/>
            </a:xfrm>
            <a:custGeom>
              <a:avLst/>
              <a:gdLst>
                <a:gd name="connsiteX0" fmla="*/ 3279 w 3278"/>
                <a:gd name="connsiteY0" fmla="*/ 3278 h 3278"/>
                <a:gd name="connsiteX1" fmla="*/ 3279 w 3278"/>
                <a:gd name="connsiteY1" fmla="*/ 1639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8"/>
                  </a:move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31" name="Freeform 3930">
              <a:extLst>
                <a:ext uri="{FF2B5EF4-FFF2-40B4-BE49-F238E27FC236}">
                  <a16:creationId xmlns:a16="http://schemas.microsoft.com/office/drawing/2014/main" id="{86292F87-6A26-0947-AC50-D33E2920A009}"/>
                </a:ext>
              </a:extLst>
            </p:cNvPr>
            <p:cNvSpPr/>
            <p:nvPr/>
          </p:nvSpPr>
          <p:spPr>
            <a:xfrm>
              <a:off x="2909129" y="6336198"/>
              <a:ext cx="4917" cy="1639"/>
            </a:xfrm>
            <a:custGeom>
              <a:avLst/>
              <a:gdLst>
                <a:gd name="connsiteX0" fmla="*/ 4918 w 4917"/>
                <a:gd name="connsiteY0" fmla="*/ 1639 h 1639"/>
                <a:gd name="connsiteX1" fmla="*/ 4918 w 4917"/>
                <a:gd name="connsiteY1" fmla="*/ 0 h 1639"/>
                <a:gd name="connsiteX2" fmla="*/ 0 w 4917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4918" y="1639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32" name="Freeform 3931">
              <a:extLst>
                <a:ext uri="{FF2B5EF4-FFF2-40B4-BE49-F238E27FC236}">
                  <a16:creationId xmlns:a16="http://schemas.microsoft.com/office/drawing/2014/main" id="{AEF04147-27A6-114D-914E-8104A75E7E19}"/>
                </a:ext>
              </a:extLst>
            </p:cNvPr>
            <p:cNvSpPr/>
            <p:nvPr/>
          </p:nvSpPr>
          <p:spPr>
            <a:xfrm>
              <a:off x="2912408" y="6295214"/>
              <a:ext cx="8196" cy="8196"/>
            </a:xfrm>
            <a:custGeom>
              <a:avLst/>
              <a:gdLst>
                <a:gd name="connsiteX0" fmla="*/ 4918 w 8196"/>
                <a:gd name="connsiteY0" fmla="*/ 8197 h 8196"/>
                <a:gd name="connsiteX1" fmla="*/ 8197 w 8196"/>
                <a:gd name="connsiteY1" fmla="*/ 6557 h 8196"/>
                <a:gd name="connsiteX2" fmla="*/ 4918 w 8196"/>
                <a:gd name="connsiteY2" fmla="*/ 1639 h 8196"/>
                <a:gd name="connsiteX3" fmla="*/ 0 w 8196"/>
                <a:gd name="connsiteY3" fmla="*/ 0 h 8196"/>
                <a:gd name="connsiteX4" fmla="*/ 1639 w 8196"/>
                <a:gd name="connsiteY4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8196">
                  <a:moveTo>
                    <a:pt x="4918" y="8197"/>
                  </a:moveTo>
                  <a:lnTo>
                    <a:pt x="8197" y="6557"/>
                  </a:lnTo>
                  <a:lnTo>
                    <a:pt x="4918" y="1639"/>
                  </a:lnTo>
                  <a:lnTo>
                    <a:pt x="0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33" name="Freeform 3932">
              <a:extLst>
                <a:ext uri="{FF2B5EF4-FFF2-40B4-BE49-F238E27FC236}">
                  <a16:creationId xmlns:a16="http://schemas.microsoft.com/office/drawing/2014/main" id="{9602847F-B06D-2B4A-877A-20F30DD01D29}"/>
                </a:ext>
              </a:extLst>
            </p:cNvPr>
            <p:cNvSpPr/>
            <p:nvPr/>
          </p:nvSpPr>
          <p:spPr>
            <a:xfrm>
              <a:off x="2914047" y="6237838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1639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34" name="Freeform 3933">
              <a:extLst>
                <a:ext uri="{FF2B5EF4-FFF2-40B4-BE49-F238E27FC236}">
                  <a16:creationId xmlns:a16="http://schemas.microsoft.com/office/drawing/2014/main" id="{1DD6A6B2-CBCF-354D-A214-2300C3281FED}"/>
                </a:ext>
              </a:extLst>
            </p:cNvPr>
            <p:cNvSpPr/>
            <p:nvPr/>
          </p:nvSpPr>
          <p:spPr>
            <a:xfrm>
              <a:off x="2915686" y="6347673"/>
              <a:ext cx="4918" cy="6557"/>
            </a:xfrm>
            <a:custGeom>
              <a:avLst/>
              <a:gdLst>
                <a:gd name="connsiteX0" fmla="*/ 4918 w 4918"/>
                <a:gd name="connsiteY0" fmla="*/ 6557 h 6557"/>
                <a:gd name="connsiteX1" fmla="*/ 4918 w 4918"/>
                <a:gd name="connsiteY1" fmla="*/ 4918 h 6557"/>
                <a:gd name="connsiteX2" fmla="*/ 3279 w 4918"/>
                <a:gd name="connsiteY2" fmla="*/ 1639 h 6557"/>
                <a:gd name="connsiteX3" fmla="*/ 0 w 4918"/>
                <a:gd name="connsiteY3" fmla="*/ 0 h 6557"/>
                <a:gd name="connsiteX4" fmla="*/ 1639 w 4918"/>
                <a:gd name="connsiteY4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6557">
                  <a:moveTo>
                    <a:pt x="4918" y="6557"/>
                  </a:moveTo>
                  <a:lnTo>
                    <a:pt x="4918" y="4918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35" name="Freeform 3934">
              <a:extLst>
                <a:ext uri="{FF2B5EF4-FFF2-40B4-BE49-F238E27FC236}">
                  <a16:creationId xmlns:a16="http://schemas.microsoft.com/office/drawing/2014/main" id="{51CF4AF5-2679-C348-B7BF-440A0F833F2F}"/>
                </a:ext>
              </a:extLst>
            </p:cNvPr>
            <p:cNvSpPr/>
            <p:nvPr/>
          </p:nvSpPr>
          <p:spPr>
            <a:xfrm>
              <a:off x="2920604" y="6321444"/>
              <a:ext cx="4918" cy="3278"/>
            </a:xfrm>
            <a:custGeom>
              <a:avLst/>
              <a:gdLst>
                <a:gd name="connsiteX0" fmla="*/ 0 w 4918"/>
                <a:gd name="connsiteY0" fmla="*/ 3278 h 3278"/>
                <a:gd name="connsiteX1" fmla="*/ 0 w 4918"/>
                <a:gd name="connsiteY1" fmla="*/ 3278 h 3278"/>
                <a:gd name="connsiteX2" fmla="*/ 4918 w 491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0" y="3278"/>
                  </a:moveTo>
                  <a:lnTo>
                    <a:pt x="0" y="3278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36" name="Freeform 3935">
              <a:extLst>
                <a:ext uri="{FF2B5EF4-FFF2-40B4-BE49-F238E27FC236}">
                  <a16:creationId xmlns:a16="http://schemas.microsoft.com/office/drawing/2014/main" id="{336CFF23-ABE4-5B4D-ACBB-9ACA79C076C3}"/>
                </a:ext>
              </a:extLst>
            </p:cNvPr>
            <p:cNvSpPr/>
            <p:nvPr/>
          </p:nvSpPr>
          <p:spPr>
            <a:xfrm>
              <a:off x="2922243" y="6336198"/>
              <a:ext cx="3278" cy="4917"/>
            </a:xfrm>
            <a:custGeom>
              <a:avLst/>
              <a:gdLst>
                <a:gd name="connsiteX0" fmla="*/ 1639 w 3278"/>
                <a:gd name="connsiteY0" fmla="*/ 4918 h 4917"/>
                <a:gd name="connsiteX1" fmla="*/ 3279 w 3278"/>
                <a:gd name="connsiteY1" fmla="*/ 3279 h 4917"/>
                <a:gd name="connsiteX2" fmla="*/ 3279 w 3278"/>
                <a:gd name="connsiteY2" fmla="*/ 0 h 4917"/>
                <a:gd name="connsiteX3" fmla="*/ 0 w 3278"/>
                <a:gd name="connsiteY3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7">
                  <a:moveTo>
                    <a:pt x="1639" y="4918"/>
                  </a:moveTo>
                  <a:lnTo>
                    <a:pt x="3279" y="3279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37" name="Freeform 3936">
              <a:extLst>
                <a:ext uri="{FF2B5EF4-FFF2-40B4-BE49-F238E27FC236}">
                  <a16:creationId xmlns:a16="http://schemas.microsoft.com/office/drawing/2014/main" id="{44595CDA-5D89-0942-921C-7C38B95E5BF6}"/>
                </a:ext>
              </a:extLst>
            </p:cNvPr>
            <p:cNvSpPr/>
            <p:nvPr/>
          </p:nvSpPr>
          <p:spPr>
            <a:xfrm>
              <a:off x="2922243" y="6349312"/>
              <a:ext cx="11475" cy="8196"/>
            </a:xfrm>
            <a:custGeom>
              <a:avLst/>
              <a:gdLst>
                <a:gd name="connsiteX0" fmla="*/ 11476 w 11475"/>
                <a:gd name="connsiteY0" fmla="*/ 8197 h 8196"/>
                <a:gd name="connsiteX1" fmla="*/ 11476 w 11475"/>
                <a:gd name="connsiteY1" fmla="*/ 6558 h 8196"/>
                <a:gd name="connsiteX2" fmla="*/ 6557 w 11475"/>
                <a:gd name="connsiteY2" fmla="*/ 3279 h 8196"/>
                <a:gd name="connsiteX3" fmla="*/ 3279 w 11475"/>
                <a:gd name="connsiteY3" fmla="*/ 0 h 8196"/>
                <a:gd name="connsiteX4" fmla="*/ 0 w 11475"/>
                <a:gd name="connsiteY4" fmla="*/ 0 h 8196"/>
                <a:gd name="connsiteX5" fmla="*/ 0 w 11475"/>
                <a:gd name="connsiteY5" fmla="*/ 3279 h 8196"/>
                <a:gd name="connsiteX6" fmla="*/ 3279 w 11475"/>
                <a:gd name="connsiteY6" fmla="*/ 6558 h 8196"/>
                <a:gd name="connsiteX7" fmla="*/ 6557 w 11475"/>
                <a:gd name="connsiteY7" fmla="*/ 819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8196">
                  <a:moveTo>
                    <a:pt x="11476" y="8197"/>
                  </a:moveTo>
                  <a:lnTo>
                    <a:pt x="11476" y="6558"/>
                  </a:lnTo>
                  <a:lnTo>
                    <a:pt x="6557" y="327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3279" y="6558"/>
                  </a:lnTo>
                  <a:lnTo>
                    <a:pt x="6557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38" name="Freeform 3937">
              <a:extLst>
                <a:ext uri="{FF2B5EF4-FFF2-40B4-BE49-F238E27FC236}">
                  <a16:creationId xmlns:a16="http://schemas.microsoft.com/office/drawing/2014/main" id="{9E4AC89F-1765-E44B-A89A-4D1029BC099B}"/>
                </a:ext>
              </a:extLst>
            </p:cNvPr>
            <p:cNvSpPr/>
            <p:nvPr/>
          </p:nvSpPr>
          <p:spPr>
            <a:xfrm>
              <a:off x="2925522" y="6352591"/>
              <a:ext cx="21311" cy="14753"/>
            </a:xfrm>
            <a:custGeom>
              <a:avLst/>
              <a:gdLst>
                <a:gd name="connsiteX0" fmla="*/ 11475 w 21311"/>
                <a:gd name="connsiteY0" fmla="*/ 14754 h 14753"/>
                <a:gd name="connsiteX1" fmla="*/ 14754 w 21311"/>
                <a:gd name="connsiteY1" fmla="*/ 11476 h 14753"/>
                <a:gd name="connsiteX2" fmla="*/ 18033 w 21311"/>
                <a:gd name="connsiteY2" fmla="*/ 9836 h 14753"/>
                <a:gd name="connsiteX3" fmla="*/ 21311 w 21311"/>
                <a:gd name="connsiteY3" fmla="*/ 11476 h 14753"/>
                <a:gd name="connsiteX4" fmla="*/ 18033 w 21311"/>
                <a:gd name="connsiteY4" fmla="*/ 8197 h 14753"/>
                <a:gd name="connsiteX5" fmla="*/ 16393 w 21311"/>
                <a:gd name="connsiteY5" fmla="*/ 3279 h 14753"/>
                <a:gd name="connsiteX6" fmla="*/ 13114 w 21311"/>
                <a:gd name="connsiteY6" fmla="*/ 1639 h 14753"/>
                <a:gd name="connsiteX7" fmla="*/ 9836 w 21311"/>
                <a:gd name="connsiteY7" fmla="*/ 0 h 14753"/>
                <a:gd name="connsiteX8" fmla="*/ 4918 w 21311"/>
                <a:gd name="connsiteY8" fmla="*/ 0 h 14753"/>
                <a:gd name="connsiteX9" fmla="*/ 8197 w 21311"/>
                <a:gd name="connsiteY9" fmla="*/ 3279 h 14753"/>
                <a:gd name="connsiteX10" fmla="*/ 11475 w 21311"/>
                <a:gd name="connsiteY10" fmla="*/ 6557 h 14753"/>
                <a:gd name="connsiteX11" fmla="*/ 8197 w 21311"/>
                <a:gd name="connsiteY11" fmla="*/ 6557 h 14753"/>
                <a:gd name="connsiteX12" fmla="*/ 3279 w 21311"/>
                <a:gd name="connsiteY12" fmla="*/ 6557 h 14753"/>
                <a:gd name="connsiteX13" fmla="*/ 0 w 21311"/>
                <a:gd name="connsiteY13" fmla="*/ 4918 h 14753"/>
                <a:gd name="connsiteX14" fmla="*/ 1639 w 21311"/>
                <a:gd name="connsiteY14" fmla="*/ 9836 h 14753"/>
                <a:gd name="connsiteX15" fmla="*/ 4918 w 21311"/>
                <a:gd name="connsiteY15" fmla="*/ 9836 h 14753"/>
                <a:gd name="connsiteX16" fmla="*/ 6557 w 21311"/>
                <a:gd name="connsiteY16" fmla="*/ 13114 h 14753"/>
                <a:gd name="connsiteX17" fmla="*/ 11475 w 21311"/>
                <a:gd name="connsiteY17" fmla="*/ 11476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311" h="14753">
                  <a:moveTo>
                    <a:pt x="11475" y="14754"/>
                  </a:moveTo>
                  <a:lnTo>
                    <a:pt x="14754" y="11476"/>
                  </a:lnTo>
                  <a:lnTo>
                    <a:pt x="18033" y="9836"/>
                  </a:lnTo>
                  <a:lnTo>
                    <a:pt x="21311" y="11476"/>
                  </a:lnTo>
                  <a:lnTo>
                    <a:pt x="18033" y="8197"/>
                  </a:lnTo>
                  <a:lnTo>
                    <a:pt x="16393" y="3279"/>
                  </a:lnTo>
                  <a:lnTo>
                    <a:pt x="13114" y="1639"/>
                  </a:lnTo>
                  <a:lnTo>
                    <a:pt x="9836" y="0"/>
                  </a:lnTo>
                  <a:lnTo>
                    <a:pt x="4918" y="0"/>
                  </a:lnTo>
                  <a:lnTo>
                    <a:pt x="8197" y="3279"/>
                  </a:lnTo>
                  <a:lnTo>
                    <a:pt x="11475" y="6557"/>
                  </a:lnTo>
                  <a:lnTo>
                    <a:pt x="8197" y="6557"/>
                  </a:lnTo>
                  <a:lnTo>
                    <a:pt x="3279" y="6557"/>
                  </a:lnTo>
                  <a:lnTo>
                    <a:pt x="0" y="4918"/>
                  </a:lnTo>
                  <a:lnTo>
                    <a:pt x="1639" y="9836"/>
                  </a:lnTo>
                  <a:lnTo>
                    <a:pt x="4918" y="9836"/>
                  </a:lnTo>
                  <a:lnTo>
                    <a:pt x="6557" y="13114"/>
                  </a:lnTo>
                  <a:lnTo>
                    <a:pt x="11475" y="1147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39" name="Freeform 3938">
              <a:extLst>
                <a:ext uri="{FF2B5EF4-FFF2-40B4-BE49-F238E27FC236}">
                  <a16:creationId xmlns:a16="http://schemas.microsoft.com/office/drawing/2014/main" id="{37D7D6E9-27C5-D54B-AC00-CCB2A61C7799}"/>
                </a:ext>
              </a:extLst>
            </p:cNvPr>
            <p:cNvSpPr/>
            <p:nvPr/>
          </p:nvSpPr>
          <p:spPr>
            <a:xfrm>
              <a:off x="2925522" y="6373902"/>
              <a:ext cx="6557" cy="16393"/>
            </a:xfrm>
            <a:custGeom>
              <a:avLst/>
              <a:gdLst>
                <a:gd name="connsiteX0" fmla="*/ 3279 w 6557"/>
                <a:gd name="connsiteY0" fmla="*/ 16393 h 16393"/>
                <a:gd name="connsiteX1" fmla="*/ 6557 w 6557"/>
                <a:gd name="connsiteY1" fmla="*/ 14754 h 16393"/>
                <a:gd name="connsiteX2" fmla="*/ 6557 w 6557"/>
                <a:gd name="connsiteY2" fmla="*/ 9836 h 16393"/>
                <a:gd name="connsiteX3" fmla="*/ 6557 w 6557"/>
                <a:gd name="connsiteY3" fmla="*/ 6558 h 16393"/>
                <a:gd name="connsiteX4" fmla="*/ 6557 w 6557"/>
                <a:gd name="connsiteY4" fmla="*/ 3279 h 16393"/>
                <a:gd name="connsiteX5" fmla="*/ 3279 w 6557"/>
                <a:gd name="connsiteY5" fmla="*/ 4918 h 16393"/>
                <a:gd name="connsiteX6" fmla="*/ 0 w 6557"/>
                <a:gd name="connsiteY6" fmla="*/ 0 h 16393"/>
                <a:gd name="connsiteX7" fmla="*/ 0 w 6557"/>
                <a:gd name="connsiteY7" fmla="*/ 4918 h 16393"/>
                <a:gd name="connsiteX8" fmla="*/ 1639 w 6557"/>
                <a:gd name="connsiteY8" fmla="*/ 8197 h 16393"/>
                <a:gd name="connsiteX9" fmla="*/ 1639 w 6557"/>
                <a:gd name="connsiteY9" fmla="*/ 11476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57" h="16393">
                  <a:moveTo>
                    <a:pt x="3279" y="16393"/>
                  </a:moveTo>
                  <a:lnTo>
                    <a:pt x="6557" y="14754"/>
                  </a:lnTo>
                  <a:lnTo>
                    <a:pt x="6557" y="9836"/>
                  </a:lnTo>
                  <a:lnTo>
                    <a:pt x="6557" y="6558"/>
                  </a:lnTo>
                  <a:lnTo>
                    <a:pt x="6557" y="3279"/>
                  </a:lnTo>
                  <a:lnTo>
                    <a:pt x="3279" y="4918"/>
                  </a:lnTo>
                  <a:lnTo>
                    <a:pt x="0" y="0"/>
                  </a:lnTo>
                  <a:lnTo>
                    <a:pt x="0" y="4918"/>
                  </a:lnTo>
                  <a:lnTo>
                    <a:pt x="1639" y="8197"/>
                  </a:lnTo>
                  <a:lnTo>
                    <a:pt x="1639" y="1147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40" name="Freeform 3939">
              <a:extLst>
                <a:ext uri="{FF2B5EF4-FFF2-40B4-BE49-F238E27FC236}">
                  <a16:creationId xmlns:a16="http://schemas.microsoft.com/office/drawing/2014/main" id="{FFEC4269-E2A1-7943-ACF4-A46E5B19D9ED}"/>
                </a:ext>
              </a:extLst>
            </p:cNvPr>
            <p:cNvSpPr/>
            <p:nvPr/>
          </p:nvSpPr>
          <p:spPr>
            <a:xfrm>
              <a:off x="2928801" y="6367345"/>
              <a:ext cx="3278" cy="3278"/>
            </a:xfrm>
            <a:custGeom>
              <a:avLst/>
              <a:gdLst>
                <a:gd name="connsiteX0" fmla="*/ 0 w 3278"/>
                <a:gd name="connsiteY0" fmla="*/ 3279 h 3278"/>
                <a:gd name="connsiteX1" fmla="*/ 0 w 3278"/>
                <a:gd name="connsiteY1" fmla="*/ 3279 h 3278"/>
                <a:gd name="connsiteX2" fmla="*/ 3279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3279"/>
                  </a:moveTo>
                  <a:lnTo>
                    <a:pt x="0" y="327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41" name="Freeform 3940">
              <a:extLst>
                <a:ext uri="{FF2B5EF4-FFF2-40B4-BE49-F238E27FC236}">
                  <a16:creationId xmlns:a16="http://schemas.microsoft.com/office/drawing/2014/main" id="{C4679F5D-F5C0-B343-85AF-70645293816F}"/>
                </a:ext>
              </a:extLst>
            </p:cNvPr>
            <p:cNvSpPr/>
            <p:nvPr/>
          </p:nvSpPr>
          <p:spPr>
            <a:xfrm>
              <a:off x="2928801" y="6341116"/>
              <a:ext cx="21311" cy="14754"/>
            </a:xfrm>
            <a:custGeom>
              <a:avLst/>
              <a:gdLst>
                <a:gd name="connsiteX0" fmla="*/ 19672 w 21311"/>
                <a:gd name="connsiteY0" fmla="*/ 14754 h 14754"/>
                <a:gd name="connsiteX1" fmla="*/ 21311 w 21311"/>
                <a:gd name="connsiteY1" fmla="*/ 14754 h 14754"/>
                <a:gd name="connsiteX2" fmla="*/ 18033 w 21311"/>
                <a:gd name="connsiteY2" fmla="*/ 11476 h 14754"/>
                <a:gd name="connsiteX3" fmla="*/ 14754 w 21311"/>
                <a:gd name="connsiteY3" fmla="*/ 8197 h 14754"/>
                <a:gd name="connsiteX4" fmla="*/ 11475 w 21311"/>
                <a:gd name="connsiteY4" fmla="*/ 6558 h 14754"/>
                <a:gd name="connsiteX5" fmla="*/ 14754 w 21311"/>
                <a:gd name="connsiteY5" fmla="*/ 6558 h 14754"/>
                <a:gd name="connsiteX6" fmla="*/ 11475 w 21311"/>
                <a:gd name="connsiteY6" fmla="*/ 4918 h 14754"/>
                <a:gd name="connsiteX7" fmla="*/ 8197 w 21311"/>
                <a:gd name="connsiteY7" fmla="*/ 0 h 14754"/>
                <a:gd name="connsiteX8" fmla="*/ 3279 w 21311"/>
                <a:gd name="connsiteY8" fmla="*/ 0 h 14754"/>
                <a:gd name="connsiteX9" fmla="*/ 0 w 21311"/>
                <a:gd name="connsiteY9" fmla="*/ 0 h 14754"/>
                <a:gd name="connsiteX10" fmla="*/ 4918 w 21311"/>
                <a:gd name="connsiteY10" fmla="*/ 4918 h 14754"/>
                <a:gd name="connsiteX11" fmla="*/ 4918 w 21311"/>
                <a:gd name="connsiteY11" fmla="*/ 8197 h 14754"/>
                <a:gd name="connsiteX12" fmla="*/ 8197 w 21311"/>
                <a:gd name="connsiteY12" fmla="*/ 11476 h 14754"/>
                <a:gd name="connsiteX13" fmla="*/ 13115 w 21311"/>
                <a:gd name="connsiteY13" fmla="*/ 13115 h 14754"/>
                <a:gd name="connsiteX14" fmla="*/ 16393 w 21311"/>
                <a:gd name="connsiteY14" fmla="*/ 13115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311" h="14754">
                  <a:moveTo>
                    <a:pt x="19672" y="14754"/>
                  </a:moveTo>
                  <a:lnTo>
                    <a:pt x="21311" y="14754"/>
                  </a:lnTo>
                  <a:lnTo>
                    <a:pt x="18033" y="11476"/>
                  </a:lnTo>
                  <a:lnTo>
                    <a:pt x="14754" y="8197"/>
                  </a:lnTo>
                  <a:lnTo>
                    <a:pt x="11475" y="6558"/>
                  </a:lnTo>
                  <a:lnTo>
                    <a:pt x="14754" y="6558"/>
                  </a:lnTo>
                  <a:lnTo>
                    <a:pt x="11475" y="4918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4918" y="4918"/>
                  </a:lnTo>
                  <a:lnTo>
                    <a:pt x="4918" y="8197"/>
                  </a:lnTo>
                  <a:lnTo>
                    <a:pt x="8197" y="11476"/>
                  </a:lnTo>
                  <a:lnTo>
                    <a:pt x="13115" y="13115"/>
                  </a:lnTo>
                  <a:lnTo>
                    <a:pt x="16393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42" name="Freeform 3941">
              <a:extLst>
                <a:ext uri="{FF2B5EF4-FFF2-40B4-BE49-F238E27FC236}">
                  <a16:creationId xmlns:a16="http://schemas.microsoft.com/office/drawing/2014/main" id="{1EF8CCEB-45F4-B14C-8FB6-0A85F1EBBCBE}"/>
                </a:ext>
              </a:extLst>
            </p:cNvPr>
            <p:cNvSpPr/>
            <p:nvPr/>
          </p:nvSpPr>
          <p:spPr>
            <a:xfrm>
              <a:off x="2933719" y="6370624"/>
              <a:ext cx="13114" cy="13114"/>
            </a:xfrm>
            <a:custGeom>
              <a:avLst/>
              <a:gdLst>
                <a:gd name="connsiteX0" fmla="*/ 1639 w 13114"/>
                <a:gd name="connsiteY0" fmla="*/ 13114 h 13114"/>
                <a:gd name="connsiteX1" fmla="*/ 4918 w 13114"/>
                <a:gd name="connsiteY1" fmla="*/ 11475 h 13114"/>
                <a:gd name="connsiteX2" fmla="*/ 8197 w 13114"/>
                <a:gd name="connsiteY2" fmla="*/ 9836 h 13114"/>
                <a:gd name="connsiteX3" fmla="*/ 9836 w 13114"/>
                <a:gd name="connsiteY3" fmla="*/ 8197 h 13114"/>
                <a:gd name="connsiteX4" fmla="*/ 9836 w 13114"/>
                <a:gd name="connsiteY4" fmla="*/ 11475 h 13114"/>
                <a:gd name="connsiteX5" fmla="*/ 9836 w 13114"/>
                <a:gd name="connsiteY5" fmla="*/ 11475 h 13114"/>
                <a:gd name="connsiteX6" fmla="*/ 9836 w 13114"/>
                <a:gd name="connsiteY6" fmla="*/ 8197 h 13114"/>
                <a:gd name="connsiteX7" fmla="*/ 9836 w 13114"/>
                <a:gd name="connsiteY7" fmla="*/ 6557 h 13114"/>
                <a:gd name="connsiteX8" fmla="*/ 13114 w 13114"/>
                <a:gd name="connsiteY8" fmla="*/ 9836 h 13114"/>
                <a:gd name="connsiteX9" fmla="*/ 11475 w 13114"/>
                <a:gd name="connsiteY9" fmla="*/ 4918 h 13114"/>
                <a:gd name="connsiteX10" fmla="*/ 9836 w 13114"/>
                <a:gd name="connsiteY10" fmla="*/ 1639 h 13114"/>
                <a:gd name="connsiteX11" fmla="*/ 6557 w 13114"/>
                <a:gd name="connsiteY11" fmla="*/ 0 h 13114"/>
                <a:gd name="connsiteX12" fmla="*/ 3279 w 13114"/>
                <a:gd name="connsiteY12" fmla="*/ 3278 h 13114"/>
                <a:gd name="connsiteX13" fmla="*/ 0 w 13114"/>
                <a:gd name="connsiteY13" fmla="*/ 6557 h 13114"/>
                <a:gd name="connsiteX14" fmla="*/ 3279 w 13114"/>
                <a:gd name="connsiteY14" fmla="*/ 819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14" h="13114">
                  <a:moveTo>
                    <a:pt x="1639" y="13114"/>
                  </a:moveTo>
                  <a:lnTo>
                    <a:pt x="4918" y="11475"/>
                  </a:lnTo>
                  <a:lnTo>
                    <a:pt x="8197" y="9836"/>
                  </a:lnTo>
                  <a:lnTo>
                    <a:pt x="9836" y="8197"/>
                  </a:lnTo>
                  <a:lnTo>
                    <a:pt x="9836" y="11475"/>
                  </a:lnTo>
                  <a:lnTo>
                    <a:pt x="9836" y="11475"/>
                  </a:lnTo>
                  <a:lnTo>
                    <a:pt x="9836" y="8197"/>
                  </a:lnTo>
                  <a:lnTo>
                    <a:pt x="9836" y="6557"/>
                  </a:lnTo>
                  <a:lnTo>
                    <a:pt x="13114" y="9836"/>
                  </a:lnTo>
                  <a:lnTo>
                    <a:pt x="11475" y="4918"/>
                  </a:lnTo>
                  <a:lnTo>
                    <a:pt x="9836" y="1639"/>
                  </a:lnTo>
                  <a:lnTo>
                    <a:pt x="6557" y="0"/>
                  </a:lnTo>
                  <a:lnTo>
                    <a:pt x="3279" y="3278"/>
                  </a:lnTo>
                  <a:lnTo>
                    <a:pt x="0" y="6557"/>
                  </a:lnTo>
                  <a:lnTo>
                    <a:pt x="327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43" name="Freeform 3942">
              <a:extLst>
                <a:ext uri="{FF2B5EF4-FFF2-40B4-BE49-F238E27FC236}">
                  <a16:creationId xmlns:a16="http://schemas.microsoft.com/office/drawing/2014/main" id="{55712CFA-CF87-1942-9CC7-1F9D2F4609CE}"/>
                </a:ext>
              </a:extLst>
            </p:cNvPr>
            <p:cNvSpPr/>
            <p:nvPr/>
          </p:nvSpPr>
          <p:spPr>
            <a:xfrm>
              <a:off x="2938637" y="6393575"/>
              <a:ext cx="4918" cy="6557"/>
            </a:xfrm>
            <a:custGeom>
              <a:avLst/>
              <a:gdLst>
                <a:gd name="connsiteX0" fmla="*/ 1639 w 4918"/>
                <a:gd name="connsiteY0" fmla="*/ 6557 h 6557"/>
                <a:gd name="connsiteX1" fmla="*/ 3279 w 4918"/>
                <a:gd name="connsiteY1" fmla="*/ 6557 h 6557"/>
                <a:gd name="connsiteX2" fmla="*/ 4918 w 4918"/>
                <a:gd name="connsiteY2" fmla="*/ 3279 h 6557"/>
                <a:gd name="connsiteX3" fmla="*/ 0 w 4918"/>
                <a:gd name="connsiteY3" fmla="*/ 0 h 6557"/>
                <a:gd name="connsiteX4" fmla="*/ 0 w 4918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6557">
                  <a:moveTo>
                    <a:pt x="1639" y="6557"/>
                  </a:moveTo>
                  <a:lnTo>
                    <a:pt x="3279" y="6557"/>
                  </a:lnTo>
                  <a:lnTo>
                    <a:pt x="4918" y="3279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44" name="Freeform 3943">
              <a:extLst>
                <a:ext uri="{FF2B5EF4-FFF2-40B4-BE49-F238E27FC236}">
                  <a16:creationId xmlns:a16="http://schemas.microsoft.com/office/drawing/2014/main" id="{782B3101-FFC2-8347-937E-E394DFAACE2E}"/>
                </a:ext>
              </a:extLst>
            </p:cNvPr>
            <p:cNvSpPr/>
            <p:nvPr/>
          </p:nvSpPr>
          <p:spPr>
            <a:xfrm>
              <a:off x="2941916" y="6364067"/>
              <a:ext cx="6557" cy="8196"/>
            </a:xfrm>
            <a:custGeom>
              <a:avLst/>
              <a:gdLst>
                <a:gd name="connsiteX0" fmla="*/ 6557 w 6557"/>
                <a:gd name="connsiteY0" fmla="*/ 8197 h 8196"/>
                <a:gd name="connsiteX1" fmla="*/ 6557 w 6557"/>
                <a:gd name="connsiteY1" fmla="*/ 4918 h 8196"/>
                <a:gd name="connsiteX2" fmla="*/ 3279 w 6557"/>
                <a:gd name="connsiteY2" fmla="*/ 3278 h 8196"/>
                <a:gd name="connsiteX3" fmla="*/ 1639 w 6557"/>
                <a:gd name="connsiteY3" fmla="*/ 0 h 8196"/>
                <a:gd name="connsiteX4" fmla="*/ 0 w 6557"/>
                <a:gd name="connsiteY4" fmla="*/ 3278 h 8196"/>
                <a:gd name="connsiteX5" fmla="*/ 3279 w 6557"/>
                <a:gd name="connsiteY5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8196">
                  <a:moveTo>
                    <a:pt x="6557" y="8197"/>
                  </a:moveTo>
                  <a:lnTo>
                    <a:pt x="6557" y="4918"/>
                  </a:lnTo>
                  <a:lnTo>
                    <a:pt x="3279" y="3278"/>
                  </a:lnTo>
                  <a:lnTo>
                    <a:pt x="1639" y="0"/>
                  </a:lnTo>
                  <a:lnTo>
                    <a:pt x="0" y="3278"/>
                  </a:lnTo>
                  <a:lnTo>
                    <a:pt x="327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45" name="Freeform 3944">
              <a:extLst>
                <a:ext uri="{FF2B5EF4-FFF2-40B4-BE49-F238E27FC236}">
                  <a16:creationId xmlns:a16="http://schemas.microsoft.com/office/drawing/2014/main" id="{E7F87DB1-8255-B843-84D9-46A9CC5DF93E}"/>
                </a:ext>
              </a:extLst>
            </p:cNvPr>
            <p:cNvSpPr/>
            <p:nvPr/>
          </p:nvSpPr>
          <p:spPr>
            <a:xfrm>
              <a:off x="2943555" y="6391935"/>
              <a:ext cx="8196" cy="18032"/>
            </a:xfrm>
            <a:custGeom>
              <a:avLst/>
              <a:gdLst>
                <a:gd name="connsiteX0" fmla="*/ 6557 w 8196"/>
                <a:gd name="connsiteY0" fmla="*/ 18033 h 18032"/>
                <a:gd name="connsiteX1" fmla="*/ 8197 w 8196"/>
                <a:gd name="connsiteY1" fmla="*/ 14754 h 18032"/>
                <a:gd name="connsiteX2" fmla="*/ 6557 w 8196"/>
                <a:gd name="connsiteY2" fmla="*/ 11476 h 18032"/>
                <a:gd name="connsiteX3" fmla="*/ 6557 w 8196"/>
                <a:gd name="connsiteY3" fmla="*/ 8197 h 18032"/>
                <a:gd name="connsiteX4" fmla="*/ 6557 w 8196"/>
                <a:gd name="connsiteY4" fmla="*/ 4918 h 18032"/>
                <a:gd name="connsiteX5" fmla="*/ 3279 w 8196"/>
                <a:gd name="connsiteY5" fmla="*/ 0 h 18032"/>
                <a:gd name="connsiteX6" fmla="*/ 0 w 8196"/>
                <a:gd name="connsiteY6" fmla="*/ 0 h 18032"/>
                <a:gd name="connsiteX7" fmla="*/ 1639 w 8196"/>
                <a:gd name="connsiteY7" fmla="*/ 3279 h 18032"/>
                <a:gd name="connsiteX8" fmla="*/ 3279 w 8196"/>
                <a:gd name="connsiteY8" fmla="*/ 6557 h 18032"/>
                <a:gd name="connsiteX9" fmla="*/ 0 w 8196"/>
                <a:gd name="connsiteY9" fmla="*/ 6557 h 18032"/>
                <a:gd name="connsiteX10" fmla="*/ 3279 w 8196"/>
                <a:gd name="connsiteY10" fmla="*/ 9836 h 18032"/>
                <a:gd name="connsiteX11" fmla="*/ 3279 w 8196"/>
                <a:gd name="connsiteY11" fmla="*/ 14754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196" h="18032">
                  <a:moveTo>
                    <a:pt x="6557" y="18033"/>
                  </a:moveTo>
                  <a:lnTo>
                    <a:pt x="8197" y="14754"/>
                  </a:lnTo>
                  <a:lnTo>
                    <a:pt x="6557" y="11476"/>
                  </a:lnTo>
                  <a:lnTo>
                    <a:pt x="6557" y="8197"/>
                  </a:lnTo>
                  <a:lnTo>
                    <a:pt x="6557" y="4918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1639" y="3279"/>
                  </a:lnTo>
                  <a:lnTo>
                    <a:pt x="3279" y="6557"/>
                  </a:lnTo>
                  <a:lnTo>
                    <a:pt x="0" y="6557"/>
                  </a:lnTo>
                  <a:lnTo>
                    <a:pt x="3279" y="9836"/>
                  </a:lnTo>
                  <a:lnTo>
                    <a:pt x="3279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46" name="Freeform 3945">
              <a:extLst>
                <a:ext uri="{FF2B5EF4-FFF2-40B4-BE49-F238E27FC236}">
                  <a16:creationId xmlns:a16="http://schemas.microsoft.com/office/drawing/2014/main" id="{7A0993DA-3029-CA45-BE9A-01F1F6B8C684}"/>
                </a:ext>
              </a:extLst>
            </p:cNvPr>
            <p:cNvSpPr/>
            <p:nvPr/>
          </p:nvSpPr>
          <p:spPr>
            <a:xfrm>
              <a:off x="2946834" y="6360788"/>
              <a:ext cx="9836" cy="11475"/>
            </a:xfrm>
            <a:custGeom>
              <a:avLst/>
              <a:gdLst>
                <a:gd name="connsiteX0" fmla="*/ 6557 w 9836"/>
                <a:gd name="connsiteY0" fmla="*/ 11476 h 11475"/>
                <a:gd name="connsiteX1" fmla="*/ 9836 w 9836"/>
                <a:gd name="connsiteY1" fmla="*/ 9836 h 11475"/>
                <a:gd name="connsiteX2" fmla="*/ 6557 w 9836"/>
                <a:gd name="connsiteY2" fmla="*/ 6557 h 11475"/>
                <a:gd name="connsiteX3" fmla="*/ 3279 w 9836"/>
                <a:gd name="connsiteY3" fmla="*/ 3279 h 11475"/>
                <a:gd name="connsiteX4" fmla="*/ 0 w 9836"/>
                <a:gd name="connsiteY4" fmla="*/ 0 h 11475"/>
                <a:gd name="connsiteX5" fmla="*/ 1639 w 9836"/>
                <a:gd name="connsiteY5" fmla="*/ 3279 h 11475"/>
                <a:gd name="connsiteX6" fmla="*/ 4918 w 9836"/>
                <a:gd name="connsiteY6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11475">
                  <a:moveTo>
                    <a:pt x="6557" y="11476"/>
                  </a:moveTo>
                  <a:lnTo>
                    <a:pt x="9836" y="9836"/>
                  </a:lnTo>
                  <a:lnTo>
                    <a:pt x="6557" y="6557"/>
                  </a:lnTo>
                  <a:lnTo>
                    <a:pt x="3279" y="3279"/>
                  </a:lnTo>
                  <a:lnTo>
                    <a:pt x="0" y="0"/>
                  </a:lnTo>
                  <a:lnTo>
                    <a:pt x="1639" y="3279"/>
                  </a:lnTo>
                  <a:lnTo>
                    <a:pt x="4918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47" name="Freeform 3946">
              <a:extLst>
                <a:ext uri="{FF2B5EF4-FFF2-40B4-BE49-F238E27FC236}">
                  <a16:creationId xmlns:a16="http://schemas.microsoft.com/office/drawing/2014/main" id="{364E3D39-0FE1-4F47-A0E5-232C523087DA}"/>
                </a:ext>
              </a:extLst>
            </p:cNvPr>
            <p:cNvSpPr/>
            <p:nvPr/>
          </p:nvSpPr>
          <p:spPr>
            <a:xfrm>
              <a:off x="2951752" y="6400132"/>
              <a:ext cx="3278" cy="11475"/>
            </a:xfrm>
            <a:custGeom>
              <a:avLst/>
              <a:gdLst>
                <a:gd name="connsiteX0" fmla="*/ 1639 w 3278"/>
                <a:gd name="connsiteY0" fmla="*/ 11476 h 11475"/>
                <a:gd name="connsiteX1" fmla="*/ 1639 w 3278"/>
                <a:gd name="connsiteY1" fmla="*/ 11476 h 11475"/>
                <a:gd name="connsiteX2" fmla="*/ 3279 w 3278"/>
                <a:gd name="connsiteY2" fmla="*/ 6557 h 11475"/>
                <a:gd name="connsiteX3" fmla="*/ 3279 w 3278"/>
                <a:gd name="connsiteY3" fmla="*/ 3279 h 11475"/>
                <a:gd name="connsiteX4" fmla="*/ 3279 w 3278"/>
                <a:gd name="connsiteY4" fmla="*/ 0 h 11475"/>
                <a:gd name="connsiteX5" fmla="*/ 0 w 3278"/>
                <a:gd name="connsiteY5" fmla="*/ 0 h 11475"/>
                <a:gd name="connsiteX6" fmla="*/ 0 w 3278"/>
                <a:gd name="connsiteY6" fmla="*/ 3279 h 11475"/>
                <a:gd name="connsiteX7" fmla="*/ 1639 w 3278"/>
                <a:gd name="connsiteY7" fmla="*/ 655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78" h="11475">
                  <a:moveTo>
                    <a:pt x="1639" y="11476"/>
                  </a:moveTo>
                  <a:lnTo>
                    <a:pt x="1639" y="11476"/>
                  </a:lnTo>
                  <a:lnTo>
                    <a:pt x="3279" y="6557"/>
                  </a:lnTo>
                  <a:lnTo>
                    <a:pt x="3279" y="327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163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48" name="Freeform 3947">
              <a:extLst>
                <a:ext uri="{FF2B5EF4-FFF2-40B4-BE49-F238E27FC236}">
                  <a16:creationId xmlns:a16="http://schemas.microsoft.com/office/drawing/2014/main" id="{F128BBEF-DAB1-7E41-AB98-3671E01EF195}"/>
                </a:ext>
              </a:extLst>
            </p:cNvPr>
            <p:cNvSpPr/>
            <p:nvPr/>
          </p:nvSpPr>
          <p:spPr>
            <a:xfrm>
              <a:off x="2953391" y="6414886"/>
              <a:ext cx="9835" cy="3278"/>
            </a:xfrm>
            <a:custGeom>
              <a:avLst/>
              <a:gdLst>
                <a:gd name="connsiteX0" fmla="*/ 8197 w 9835"/>
                <a:gd name="connsiteY0" fmla="*/ 3279 h 3278"/>
                <a:gd name="connsiteX1" fmla="*/ 9836 w 9835"/>
                <a:gd name="connsiteY1" fmla="*/ 3279 h 3278"/>
                <a:gd name="connsiteX2" fmla="*/ 8197 w 9835"/>
                <a:gd name="connsiteY2" fmla="*/ 0 h 3278"/>
                <a:gd name="connsiteX3" fmla="*/ 4918 w 9835"/>
                <a:gd name="connsiteY3" fmla="*/ 0 h 3278"/>
                <a:gd name="connsiteX4" fmla="*/ 0 w 9835"/>
                <a:gd name="connsiteY4" fmla="*/ 0 h 3278"/>
                <a:gd name="connsiteX5" fmla="*/ 4918 w 9835"/>
                <a:gd name="connsiteY5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5" h="3278">
                  <a:moveTo>
                    <a:pt x="8197" y="3279"/>
                  </a:moveTo>
                  <a:lnTo>
                    <a:pt x="9836" y="3279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49" name="Freeform 3948">
              <a:extLst>
                <a:ext uri="{FF2B5EF4-FFF2-40B4-BE49-F238E27FC236}">
                  <a16:creationId xmlns:a16="http://schemas.microsoft.com/office/drawing/2014/main" id="{0767A32E-91BD-E54D-9655-672B1AFD9662}"/>
                </a:ext>
              </a:extLst>
            </p:cNvPr>
            <p:cNvSpPr/>
            <p:nvPr/>
          </p:nvSpPr>
          <p:spPr>
            <a:xfrm>
              <a:off x="2956670" y="6377181"/>
              <a:ext cx="6557" cy="4917"/>
            </a:xfrm>
            <a:custGeom>
              <a:avLst/>
              <a:gdLst>
                <a:gd name="connsiteX0" fmla="*/ 6557 w 6557"/>
                <a:gd name="connsiteY0" fmla="*/ 4918 h 4917"/>
                <a:gd name="connsiteX1" fmla="*/ 6557 w 6557"/>
                <a:gd name="connsiteY1" fmla="*/ 3279 h 4917"/>
                <a:gd name="connsiteX2" fmla="*/ 3279 w 6557"/>
                <a:gd name="connsiteY2" fmla="*/ 0 h 4917"/>
                <a:gd name="connsiteX3" fmla="*/ 0 w 6557"/>
                <a:gd name="connsiteY3" fmla="*/ 0 h 4917"/>
                <a:gd name="connsiteX4" fmla="*/ 3279 w 6557"/>
                <a:gd name="connsiteY4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7">
                  <a:moveTo>
                    <a:pt x="6557" y="4918"/>
                  </a:moveTo>
                  <a:lnTo>
                    <a:pt x="6557" y="327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50" name="Freeform 3949">
              <a:extLst>
                <a:ext uri="{FF2B5EF4-FFF2-40B4-BE49-F238E27FC236}">
                  <a16:creationId xmlns:a16="http://schemas.microsoft.com/office/drawing/2014/main" id="{F8019B8C-5673-6D43-9DD9-50E6949CA51D}"/>
                </a:ext>
              </a:extLst>
            </p:cNvPr>
            <p:cNvSpPr/>
            <p:nvPr/>
          </p:nvSpPr>
          <p:spPr>
            <a:xfrm>
              <a:off x="2956670" y="6403411"/>
              <a:ext cx="6557" cy="4917"/>
            </a:xfrm>
            <a:custGeom>
              <a:avLst/>
              <a:gdLst>
                <a:gd name="connsiteX0" fmla="*/ 0 w 6557"/>
                <a:gd name="connsiteY0" fmla="*/ 4918 h 4917"/>
                <a:gd name="connsiteX1" fmla="*/ 3279 w 6557"/>
                <a:gd name="connsiteY1" fmla="*/ 4918 h 4917"/>
                <a:gd name="connsiteX2" fmla="*/ 6557 w 6557"/>
                <a:gd name="connsiteY2" fmla="*/ 0 h 4917"/>
                <a:gd name="connsiteX3" fmla="*/ 1639 w 6557"/>
                <a:gd name="connsiteY3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4917">
                  <a:moveTo>
                    <a:pt x="0" y="4918"/>
                  </a:moveTo>
                  <a:lnTo>
                    <a:pt x="3279" y="4918"/>
                  </a:lnTo>
                  <a:lnTo>
                    <a:pt x="6557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51" name="Freeform 3950">
              <a:extLst>
                <a:ext uri="{FF2B5EF4-FFF2-40B4-BE49-F238E27FC236}">
                  <a16:creationId xmlns:a16="http://schemas.microsoft.com/office/drawing/2014/main" id="{83428585-E5BE-8148-BFAA-31E63069601F}"/>
                </a:ext>
              </a:extLst>
            </p:cNvPr>
            <p:cNvSpPr/>
            <p:nvPr/>
          </p:nvSpPr>
          <p:spPr>
            <a:xfrm>
              <a:off x="2958309" y="6393575"/>
              <a:ext cx="14753" cy="9836"/>
            </a:xfrm>
            <a:custGeom>
              <a:avLst/>
              <a:gdLst>
                <a:gd name="connsiteX0" fmla="*/ 14754 w 14753"/>
                <a:gd name="connsiteY0" fmla="*/ 9836 h 9836"/>
                <a:gd name="connsiteX1" fmla="*/ 14754 w 14753"/>
                <a:gd name="connsiteY1" fmla="*/ 6557 h 9836"/>
                <a:gd name="connsiteX2" fmla="*/ 9836 w 14753"/>
                <a:gd name="connsiteY2" fmla="*/ 4918 h 9836"/>
                <a:gd name="connsiteX3" fmla="*/ 6557 w 14753"/>
                <a:gd name="connsiteY3" fmla="*/ 3279 h 9836"/>
                <a:gd name="connsiteX4" fmla="*/ 3279 w 14753"/>
                <a:gd name="connsiteY4" fmla="*/ 0 h 9836"/>
                <a:gd name="connsiteX5" fmla="*/ 0 w 14753"/>
                <a:gd name="connsiteY5" fmla="*/ 0 h 9836"/>
                <a:gd name="connsiteX6" fmla="*/ 3279 w 14753"/>
                <a:gd name="connsiteY6" fmla="*/ 3279 h 9836"/>
                <a:gd name="connsiteX7" fmla="*/ 6557 w 14753"/>
                <a:gd name="connsiteY7" fmla="*/ 6557 h 9836"/>
                <a:gd name="connsiteX8" fmla="*/ 11475 w 14753"/>
                <a:gd name="connsiteY8" fmla="*/ 819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3" h="9836">
                  <a:moveTo>
                    <a:pt x="14754" y="9836"/>
                  </a:moveTo>
                  <a:lnTo>
                    <a:pt x="14754" y="6557"/>
                  </a:lnTo>
                  <a:lnTo>
                    <a:pt x="9836" y="4918"/>
                  </a:lnTo>
                  <a:lnTo>
                    <a:pt x="6557" y="327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3279"/>
                  </a:lnTo>
                  <a:lnTo>
                    <a:pt x="6557" y="6557"/>
                  </a:lnTo>
                  <a:lnTo>
                    <a:pt x="11475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52" name="Freeform 3951">
              <a:extLst>
                <a:ext uri="{FF2B5EF4-FFF2-40B4-BE49-F238E27FC236}">
                  <a16:creationId xmlns:a16="http://schemas.microsoft.com/office/drawing/2014/main" id="{A254EA2D-C5A4-EF4C-AB5A-17AF4ABB27D9}"/>
                </a:ext>
              </a:extLst>
            </p:cNvPr>
            <p:cNvSpPr/>
            <p:nvPr/>
          </p:nvSpPr>
          <p:spPr>
            <a:xfrm>
              <a:off x="2958309" y="6409968"/>
              <a:ext cx="16393" cy="3278"/>
            </a:xfrm>
            <a:custGeom>
              <a:avLst/>
              <a:gdLst>
                <a:gd name="connsiteX0" fmla="*/ 0 w 16393"/>
                <a:gd name="connsiteY0" fmla="*/ 3279 h 3278"/>
                <a:gd name="connsiteX1" fmla="*/ 0 w 16393"/>
                <a:gd name="connsiteY1" fmla="*/ 3279 h 3278"/>
                <a:gd name="connsiteX2" fmla="*/ 0 w 16393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3278">
                  <a:moveTo>
                    <a:pt x="0" y="3279"/>
                  </a:moveTo>
                  <a:lnTo>
                    <a:pt x="0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53" name="Freeform 3952">
              <a:extLst>
                <a:ext uri="{FF2B5EF4-FFF2-40B4-BE49-F238E27FC236}">
                  <a16:creationId xmlns:a16="http://schemas.microsoft.com/office/drawing/2014/main" id="{A176A6E4-A35F-C545-B653-013B7F96354F}"/>
                </a:ext>
              </a:extLst>
            </p:cNvPr>
            <p:cNvSpPr/>
            <p:nvPr/>
          </p:nvSpPr>
          <p:spPr>
            <a:xfrm>
              <a:off x="2959948" y="6372263"/>
              <a:ext cx="6557" cy="6557"/>
            </a:xfrm>
            <a:custGeom>
              <a:avLst/>
              <a:gdLst>
                <a:gd name="connsiteX0" fmla="*/ 3279 w 6557"/>
                <a:gd name="connsiteY0" fmla="*/ 6557 h 6557"/>
                <a:gd name="connsiteX1" fmla="*/ 6557 w 6557"/>
                <a:gd name="connsiteY1" fmla="*/ 4918 h 6557"/>
                <a:gd name="connsiteX2" fmla="*/ 4918 w 6557"/>
                <a:gd name="connsiteY2" fmla="*/ 0 h 6557"/>
                <a:gd name="connsiteX3" fmla="*/ 0 w 6557"/>
                <a:gd name="connsiteY3" fmla="*/ 327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6557">
                  <a:moveTo>
                    <a:pt x="3279" y="6557"/>
                  </a:moveTo>
                  <a:lnTo>
                    <a:pt x="6557" y="4918"/>
                  </a:lnTo>
                  <a:lnTo>
                    <a:pt x="4918" y="0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54" name="Freeform 3953">
              <a:extLst>
                <a:ext uri="{FF2B5EF4-FFF2-40B4-BE49-F238E27FC236}">
                  <a16:creationId xmlns:a16="http://schemas.microsoft.com/office/drawing/2014/main" id="{E455EA00-8CFC-E342-87AF-3D444C73DC08}"/>
                </a:ext>
              </a:extLst>
            </p:cNvPr>
            <p:cNvSpPr/>
            <p:nvPr/>
          </p:nvSpPr>
          <p:spPr>
            <a:xfrm>
              <a:off x="2966506" y="6385378"/>
              <a:ext cx="9835" cy="11475"/>
            </a:xfrm>
            <a:custGeom>
              <a:avLst/>
              <a:gdLst>
                <a:gd name="connsiteX0" fmla="*/ 8197 w 9835"/>
                <a:gd name="connsiteY0" fmla="*/ 11476 h 11475"/>
                <a:gd name="connsiteX1" fmla="*/ 9836 w 9835"/>
                <a:gd name="connsiteY1" fmla="*/ 9836 h 11475"/>
                <a:gd name="connsiteX2" fmla="*/ 6557 w 9835"/>
                <a:gd name="connsiteY2" fmla="*/ 6557 h 11475"/>
                <a:gd name="connsiteX3" fmla="*/ 3279 w 9835"/>
                <a:gd name="connsiteY3" fmla="*/ 3279 h 11475"/>
                <a:gd name="connsiteX4" fmla="*/ 0 w 9835"/>
                <a:gd name="connsiteY4" fmla="*/ 0 h 11475"/>
                <a:gd name="connsiteX5" fmla="*/ 1639 w 9835"/>
                <a:gd name="connsiteY5" fmla="*/ 4918 h 11475"/>
                <a:gd name="connsiteX6" fmla="*/ 0 w 9835"/>
                <a:gd name="connsiteY6" fmla="*/ 8197 h 11475"/>
                <a:gd name="connsiteX7" fmla="*/ 4918 w 9835"/>
                <a:gd name="connsiteY7" fmla="*/ 983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5" h="11475">
                  <a:moveTo>
                    <a:pt x="8197" y="11476"/>
                  </a:moveTo>
                  <a:lnTo>
                    <a:pt x="9836" y="9836"/>
                  </a:lnTo>
                  <a:lnTo>
                    <a:pt x="6557" y="6557"/>
                  </a:lnTo>
                  <a:lnTo>
                    <a:pt x="3279" y="3279"/>
                  </a:lnTo>
                  <a:lnTo>
                    <a:pt x="0" y="0"/>
                  </a:lnTo>
                  <a:lnTo>
                    <a:pt x="1639" y="4918"/>
                  </a:lnTo>
                  <a:lnTo>
                    <a:pt x="0" y="8197"/>
                  </a:lnTo>
                  <a:lnTo>
                    <a:pt x="4918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55" name="Freeform 3954">
              <a:extLst>
                <a:ext uri="{FF2B5EF4-FFF2-40B4-BE49-F238E27FC236}">
                  <a16:creationId xmlns:a16="http://schemas.microsoft.com/office/drawing/2014/main" id="{734C2658-D0AE-8347-8817-18F41CB39ABA}"/>
                </a:ext>
              </a:extLst>
            </p:cNvPr>
            <p:cNvSpPr/>
            <p:nvPr/>
          </p:nvSpPr>
          <p:spPr>
            <a:xfrm>
              <a:off x="2969784" y="6373902"/>
              <a:ext cx="3278" cy="4918"/>
            </a:xfrm>
            <a:custGeom>
              <a:avLst/>
              <a:gdLst>
                <a:gd name="connsiteX0" fmla="*/ 3279 w 3278"/>
                <a:gd name="connsiteY0" fmla="*/ 4918 h 4918"/>
                <a:gd name="connsiteX1" fmla="*/ 3279 w 3278"/>
                <a:gd name="connsiteY1" fmla="*/ 1639 h 4918"/>
                <a:gd name="connsiteX2" fmla="*/ 0 w 3278"/>
                <a:gd name="connsiteY2" fmla="*/ 0 h 4918"/>
                <a:gd name="connsiteX3" fmla="*/ 0 w 3278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3279" y="4918"/>
                  </a:moveTo>
                  <a:lnTo>
                    <a:pt x="3279" y="1639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56" name="Freeform 3955">
              <a:extLst>
                <a:ext uri="{FF2B5EF4-FFF2-40B4-BE49-F238E27FC236}">
                  <a16:creationId xmlns:a16="http://schemas.microsoft.com/office/drawing/2014/main" id="{EDFE36C6-984E-E34C-B570-A08471FA374D}"/>
                </a:ext>
              </a:extLst>
            </p:cNvPr>
            <p:cNvSpPr/>
            <p:nvPr/>
          </p:nvSpPr>
          <p:spPr>
            <a:xfrm>
              <a:off x="2969784" y="6409968"/>
              <a:ext cx="18032" cy="11475"/>
            </a:xfrm>
            <a:custGeom>
              <a:avLst/>
              <a:gdLst>
                <a:gd name="connsiteX0" fmla="*/ 13115 w 18032"/>
                <a:gd name="connsiteY0" fmla="*/ 11476 h 11475"/>
                <a:gd name="connsiteX1" fmla="*/ 14754 w 18032"/>
                <a:gd name="connsiteY1" fmla="*/ 11476 h 11475"/>
                <a:gd name="connsiteX2" fmla="*/ 18033 w 18032"/>
                <a:gd name="connsiteY2" fmla="*/ 8197 h 11475"/>
                <a:gd name="connsiteX3" fmla="*/ 14754 w 18032"/>
                <a:gd name="connsiteY3" fmla="*/ 6557 h 11475"/>
                <a:gd name="connsiteX4" fmla="*/ 11475 w 18032"/>
                <a:gd name="connsiteY4" fmla="*/ 3279 h 11475"/>
                <a:gd name="connsiteX5" fmla="*/ 6557 w 18032"/>
                <a:gd name="connsiteY5" fmla="*/ 1639 h 11475"/>
                <a:gd name="connsiteX6" fmla="*/ 3279 w 18032"/>
                <a:gd name="connsiteY6" fmla="*/ 0 h 11475"/>
                <a:gd name="connsiteX7" fmla="*/ 0 w 18032"/>
                <a:gd name="connsiteY7" fmla="*/ 1639 h 11475"/>
                <a:gd name="connsiteX8" fmla="*/ 3279 w 18032"/>
                <a:gd name="connsiteY8" fmla="*/ 1639 h 11475"/>
                <a:gd name="connsiteX9" fmla="*/ 6557 w 18032"/>
                <a:gd name="connsiteY9" fmla="*/ 3279 h 11475"/>
                <a:gd name="connsiteX10" fmla="*/ 11475 w 18032"/>
                <a:gd name="connsiteY10" fmla="*/ 6557 h 11475"/>
                <a:gd name="connsiteX11" fmla="*/ 6557 w 18032"/>
                <a:gd name="connsiteY11" fmla="*/ 4918 h 11475"/>
                <a:gd name="connsiteX12" fmla="*/ 9836 w 18032"/>
                <a:gd name="connsiteY12" fmla="*/ 983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2" h="11475">
                  <a:moveTo>
                    <a:pt x="13115" y="11476"/>
                  </a:moveTo>
                  <a:lnTo>
                    <a:pt x="14754" y="11476"/>
                  </a:lnTo>
                  <a:lnTo>
                    <a:pt x="18033" y="8197"/>
                  </a:lnTo>
                  <a:lnTo>
                    <a:pt x="14754" y="6557"/>
                  </a:lnTo>
                  <a:lnTo>
                    <a:pt x="11475" y="3279"/>
                  </a:lnTo>
                  <a:lnTo>
                    <a:pt x="6557" y="163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lnTo>
                    <a:pt x="6557" y="3279"/>
                  </a:lnTo>
                  <a:lnTo>
                    <a:pt x="11475" y="6557"/>
                  </a:lnTo>
                  <a:lnTo>
                    <a:pt x="6557" y="4918"/>
                  </a:lnTo>
                  <a:lnTo>
                    <a:pt x="9836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57" name="Freeform 3956">
              <a:extLst>
                <a:ext uri="{FF2B5EF4-FFF2-40B4-BE49-F238E27FC236}">
                  <a16:creationId xmlns:a16="http://schemas.microsoft.com/office/drawing/2014/main" id="{2132BC48-730E-0249-9FAD-8893BD467CC8}"/>
                </a:ext>
              </a:extLst>
            </p:cNvPr>
            <p:cNvSpPr/>
            <p:nvPr/>
          </p:nvSpPr>
          <p:spPr>
            <a:xfrm>
              <a:off x="2971424" y="6437837"/>
              <a:ext cx="63934" cy="24590"/>
            </a:xfrm>
            <a:custGeom>
              <a:avLst/>
              <a:gdLst>
                <a:gd name="connsiteX0" fmla="*/ 54098 w 63934"/>
                <a:gd name="connsiteY0" fmla="*/ 22951 h 24590"/>
                <a:gd name="connsiteX1" fmla="*/ 55738 w 63934"/>
                <a:gd name="connsiteY1" fmla="*/ 22951 h 24590"/>
                <a:gd name="connsiteX2" fmla="*/ 60656 w 63934"/>
                <a:gd name="connsiteY2" fmla="*/ 24590 h 24590"/>
                <a:gd name="connsiteX3" fmla="*/ 63934 w 63934"/>
                <a:gd name="connsiteY3" fmla="*/ 22951 h 24590"/>
                <a:gd name="connsiteX4" fmla="*/ 60656 w 63934"/>
                <a:gd name="connsiteY4" fmla="*/ 21311 h 24590"/>
                <a:gd name="connsiteX5" fmla="*/ 55738 w 63934"/>
                <a:gd name="connsiteY5" fmla="*/ 19672 h 24590"/>
                <a:gd name="connsiteX6" fmla="*/ 52459 w 63934"/>
                <a:gd name="connsiteY6" fmla="*/ 16393 h 24590"/>
                <a:gd name="connsiteX7" fmla="*/ 49180 w 63934"/>
                <a:gd name="connsiteY7" fmla="*/ 14754 h 24590"/>
                <a:gd name="connsiteX8" fmla="*/ 52459 w 63934"/>
                <a:gd name="connsiteY8" fmla="*/ 19672 h 24590"/>
                <a:gd name="connsiteX9" fmla="*/ 47541 w 63934"/>
                <a:gd name="connsiteY9" fmla="*/ 18032 h 24590"/>
                <a:gd name="connsiteX10" fmla="*/ 45901 w 63934"/>
                <a:gd name="connsiteY10" fmla="*/ 14754 h 24590"/>
                <a:gd name="connsiteX11" fmla="*/ 42623 w 63934"/>
                <a:gd name="connsiteY11" fmla="*/ 11475 h 24590"/>
                <a:gd name="connsiteX12" fmla="*/ 45901 w 63934"/>
                <a:gd name="connsiteY12" fmla="*/ 16393 h 24590"/>
                <a:gd name="connsiteX13" fmla="*/ 40983 w 63934"/>
                <a:gd name="connsiteY13" fmla="*/ 13114 h 24590"/>
                <a:gd name="connsiteX14" fmla="*/ 37705 w 63934"/>
                <a:gd name="connsiteY14" fmla="*/ 13114 h 24590"/>
                <a:gd name="connsiteX15" fmla="*/ 34426 w 63934"/>
                <a:gd name="connsiteY15" fmla="*/ 9836 h 24590"/>
                <a:gd name="connsiteX16" fmla="*/ 29508 w 63934"/>
                <a:gd name="connsiteY16" fmla="*/ 9836 h 24590"/>
                <a:gd name="connsiteX17" fmla="*/ 26229 w 63934"/>
                <a:gd name="connsiteY17" fmla="*/ 8197 h 24590"/>
                <a:gd name="connsiteX18" fmla="*/ 22951 w 63934"/>
                <a:gd name="connsiteY18" fmla="*/ 8197 h 24590"/>
                <a:gd name="connsiteX19" fmla="*/ 19672 w 63934"/>
                <a:gd name="connsiteY19" fmla="*/ 6557 h 24590"/>
                <a:gd name="connsiteX20" fmla="*/ 14754 w 63934"/>
                <a:gd name="connsiteY20" fmla="*/ 6557 h 24590"/>
                <a:gd name="connsiteX21" fmla="*/ 11476 w 63934"/>
                <a:gd name="connsiteY21" fmla="*/ 3278 h 24590"/>
                <a:gd name="connsiteX22" fmla="*/ 8197 w 63934"/>
                <a:gd name="connsiteY22" fmla="*/ 0 h 24590"/>
                <a:gd name="connsiteX23" fmla="*/ 3279 w 63934"/>
                <a:gd name="connsiteY23" fmla="*/ 0 h 24590"/>
                <a:gd name="connsiteX24" fmla="*/ 0 w 63934"/>
                <a:gd name="connsiteY24" fmla="*/ 0 h 24590"/>
                <a:gd name="connsiteX25" fmla="*/ 3279 w 63934"/>
                <a:gd name="connsiteY25" fmla="*/ 1639 h 24590"/>
                <a:gd name="connsiteX26" fmla="*/ 8197 w 63934"/>
                <a:gd name="connsiteY26" fmla="*/ 3278 h 24590"/>
                <a:gd name="connsiteX27" fmla="*/ 9836 w 63934"/>
                <a:gd name="connsiteY27" fmla="*/ 6557 h 24590"/>
                <a:gd name="connsiteX28" fmla="*/ 13115 w 63934"/>
                <a:gd name="connsiteY28" fmla="*/ 8197 h 24590"/>
                <a:gd name="connsiteX29" fmla="*/ 16393 w 63934"/>
                <a:gd name="connsiteY29" fmla="*/ 11475 h 24590"/>
                <a:gd name="connsiteX30" fmla="*/ 21311 w 63934"/>
                <a:gd name="connsiteY30" fmla="*/ 13114 h 24590"/>
                <a:gd name="connsiteX31" fmla="*/ 24590 w 63934"/>
                <a:gd name="connsiteY31" fmla="*/ 13114 h 24590"/>
                <a:gd name="connsiteX32" fmla="*/ 27869 w 63934"/>
                <a:gd name="connsiteY32" fmla="*/ 13114 h 24590"/>
                <a:gd name="connsiteX33" fmla="*/ 32787 w 63934"/>
                <a:gd name="connsiteY33" fmla="*/ 13114 h 24590"/>
                <a:gd name="connsiteX34" fmla="*/ 36066 w 63934"/>
                <a:gd name="connsiteY34" fmla="*/ 13114 h 24590"/>
                <a:gd name="connsiteX35" fmla="*/ 39344 w 63934"/>
                <a:gd name="connsiteY35" fmla="*/ 14754 h 24590"/>
                <a:gd name="connsiteX36" fmla="*/ 44262 w 63934"/>
                <a:gd name="connsiteY36" fmla="*/ 16393 h 24590"/>
                <a:gd name="connsiteX37" fmla="*/ 47541 w 63934"/>
                <a:gd name="connsiteY37" fmla="*/ 19672 h 24590"/>
                <a:gd name="connsiteX38" fmla="*/ 50820 w 63934"/>
                <a:gd name="connsiteY38" fmla="*/ 22951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3934" h="24590">
                  <a:moveTo>
                    <a:pt x="54098" y="22951"/>
                  </a:moveTo>
                  <a:lnTo>
                    <a:pt x="55738" y="22951"/>
                  </a:lnTo>
                  <a:lnTo>
                    <a:pt x="60656" y="24590"/>
                  </a:lnTo>
                  <a:lnTo>
                    <a:pt x="63934" y="22951"/>
                  </a:lnTo>
                  <a:lnTo>
                    <a:pt x="60656" y="21311"/>
                  </a:lnTo>
                  <a:lnTo>
                    <a:pt x="55738" y="19672"/>
                  </a:lnTo>
                  <a:lnTo>
                    <a:pt x="52459" y="16393"/>
                  </a:lnTo>
                  <a:lnTo>
                    <a:pt x="49180" y="14754"/>
                  </a:lnTo>
                  <a:lnTo>
                    <a:pt x="52459" y="19672"/>
                  </a:lnTo>
                  <a:lnTo>
                    <a:pt x="47541" y="18032"/>
                  </a:lnTo>
                  <a:lnTo>
                    <a:pt x="45901" y="14754"/>
                  </a:lnTo>
                  <a:lnTo>
                    <a:pt x="42623" y="11475"/>
                  </a:lnTo>
                  <a:lnTo>
                    <a:pt x="45901" y="16393"/>
                  </a:lnTo>
                  <a:lnTo>
                    <a:pt x="40983" y="13114"/>
                  </a:lnTo>
                  <a:lnTo>
                    <a:pt x="37705" y="13114"/>
                  </a:lnTo>
                  <a:lnTo>
                    <a:pt x="34426" y="9836"/>
                  </a:lnTo>
                  <a:lnTo>
                    <a:pt x="29508" y="9836"/>
                  </a:lnTo>
                  <a:lnTo>
                    <a:pt x="26229" y="8197"/>
                  </a:lnTo>
                  <a:lnTo>
                    <a:pt x="22951" y="8197"/>
                  </a:lnTo>
                  <a:lnTo>
                    <a:pt x="19672" y="6557"/>
                  </a:lnTo>
                  <a:lnTo>
                    <a:pt x="14754" y="6557"/>
                  </a:lnTo>
                  <a:lnTo>
                    <a:pt x="11476" y="3278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1639"/>
                  </a:lnTo>
                  <a:lnTo>
                    <a:pt x="8197" y="3278"/>
                  </a:lnTo>
                  <a:lnTo>
                    <a:pt x="9836" y="6557"/>
                  </a:lnTo>
                  <a:lnTo>
                    <a:pt x="13115" y="8197"/>
                  </a:lnTo>
                  <a:lnTo>
                    <a:pt x="16393" y="11475"/>
                  </a:lnTo>
                  <a:lnTo>
                    <a:pt x="21311" y="13114"/>
                  </a:lnTo>
                  <a:lnTo>
                    <a:pt x="24590" y="13114"/>
                  </a:lnTo>
                  <a:lnTo>
                    <a:pt x="27869" y="13114"/>
                  </a:lnTo>
                  <a:lnTo>
                    <a:pt x="32787" y="13114"/>
                  </a:lnTo>
                  <a:lnTo>
                    <a:pt x="36066" y="13114"/>
                  </a:lnTo>
                  <a:lnTo>
                    <a:pt x="39344" y="14754"/>
                  </a:lnTo>
                  <a:lnTo>
                    <a:pt x="44262" y="16393"/>
                  </a:lnTo>
                  <a:lnTo>
                    <a:pt x="47541" y="19672"/>
                  </a:lnTo>
                  <a:lnTo>
                    <a:pt x="50820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58" name="Freeform 3957">
              <a:extLst>
                <a:ext uri="{FF2B5EF4-FFF2-40B4-BE49-F238E27FC236}">
                  <a16:creationId xmlns:a16="http://schemas.microsoft.com/office/drawing/2014/main" id="{F42D223D-BD85-EA4B-A33D-F1AC067E2EA3}"/>
                </a:ext>
              </a:extLst>
            </p:cNvPr>
            <p:cNvSpPr/>
            <p:nvPr/>
          </p:nvSpPr>
          <p:spPr>
            <a:xfrm>
              <a:off x="2973063" y="6409968"/>
              <a:ext cx="4918" cy="1639"/>
            </a:xfrm>
            <a:custGeom>
              <a:avLst/>
              <a:gdLst>
                <a:gd name="connsiteX0" fmla="*/ 4918 w 4918"/>
                <a:gd name="connsiteY0" fmla="*/ 1639 h 1639"/>
                <a:gd name="connsiteX1" fmla="*/ 4918 w 4918"/>
                <a:gd name="connsiteY1" fmla="*/ 0 h 1639"/>
                <a:gd name="connsiteX2" fmla="*/ 0 w 491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4918" y="1639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59" name="Freeform 3958">
              <a:extLst>
                <a:ext uri="{FF2B5EF4-FFF2-40B4-BE49-F238E27FC236}">
                  <a16:creationId xmlns:a16="http://schemas.microsoft.com/office/drawing/2014/main" id="{C45962F4-1DE8-6949-AB63-538346902F48}"/>
                </a:ext>
              </a:extLst>
            </p:cNvPr>
            <p:cNvSpPr/>
            <p:nvPr/>
          </p:nvSpPr>
          <p:spPr>
            <a:xfrm>
              <a:off x="2974702" y="6391935"/>
              <a:ext cx="8196" cy="4918"/>
            </a:xfrm>
            <a:custGeom>
              <a:avLst/>
              <a:gdLst>
                <a:gd name="connsiteX0" fmla="*/ 8197 w 8196"/>
                <a:gd name="connsiteY0" fmla="*/ 4918 h 4918"/>
                <a:gd name="connsiteX1" fmla="*/ 8197 w 8196"/>
                <a:gd name="connsiteY1" fmla="*/ 3279 h 4918"/>
                <a:gd name="connsiteX2" fmla="*/ 3279 w 8196"/>
                <a:gd name="connsiteY2" fmla="*/ 1639 h 4918"/>
                <a:gd name="connsiteX3" fmla="*/ 0 w 8196"/>
                <a:gd name="connsiteY3" fmla="*/ 0 h 4918"/>
                <a:gd name="connsiteX4" fmla="*/ 3279 w 8196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8197" y="4918"/>
                  </a:moveTo>
                  <a:lnTo>
                    <a:pt x="8197" y="3279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60" name="Freeform 3959">
              <a:extLst>
                <a:ext uri="{FF2B5EF4-FFF2-40B4-BE49-F238E27FC236}">
                  <a16:creationId xmlns:a16="http://schemas.microsoft.com/office/drawing/2014/main" id="{1E15DB0F-E3B0-8C4C-A694-928112D9174B}"/>
                </a:ext>
              </a:extLst>
            </p:cNvPr>
            <p:cNvSpPr/>
            <p:nvPr/>
          </p:nvSpPr>
          <p:spPr>
            <a:xfrm>
              <a:off x="2974702" y="6401771"/>
              <a:ext cx="18032" cy="13114"/>
            </a:xfrm>
            <a:custGeom>
              <a:avLst/>
              <a:gdLst>
                <a:gd name="connsiteX0" fmla="*/ 18033 w 18032"/>
                <a:gd name="connsiteY0" fmla="*/ 13114 h 13114"/>
                <a:gd name="connsiteX1" fmla="*/ 18033 w 18032"/>
                <a:gd name="connsiteY1" fmla="*/ 11476 h 13114"/>
                <a:gd name="connsiteX2" fmla="*/ 14754 w 18032"/>
                <a:gd name="connsiteY2" fmla="*/ 8197 h 13114"/>
                <a:gd name="connsiteX3" fmla="*/ 11475 w 18032"/>
                <a:gd name="connsiteY3" fmla="*/ 4918 h 13114"/>
                <a:gd name="connsiteX4" fmla="*/ 8197 w 18032"/>
                <a:gd name="connsiteY4" fmla="*/ 3279 h 13114"/>
                <a:gd name="connsiteX5" fmla="*/ 3279 w 18032"/>
                <a:gd name="connsiteY5" fmla="*/ 1639 h 13114"/>
                <a:gd name="connsiteX6" fmla="*/ 0 w 18032"/>
                <a:gd name="connsiteY6" fmla="*/ 0 h 13114"/>
                <a:gd name="connsiteX7" fmla="*/ 3279 w 18032"/>
                <a:gd name="connsiteY7" fmla="*/ 4918 h 13114"/>
                <a:gd name="connsiteX8" fmla="*/ 6557 w 18032"/>
                <a:gd name="connsiteY8" fmla="*/ 6557 h 13114"/>
                <a:gd name="connsiteX9" fmla="*/ 11475 w 18032"/>
                <a:gd name="connsiteY9" fmla="*/ 8197 h 13114"/>
                <a:gd name="connsiteX10" fmla="*/ 14754 w 18032"/>
                <a:gd name="connsiteY10" fmla="*/ 9836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032" h="13114">
                  <a:moveTo>
                    <a:pt x="18033" y="13114"/>
                  </a:moveTo>
                  <a:lnTo>
                    <a:pt x="18033" y="11476"/>
                  </a:lnTo>
                  <a:lnTo>
                    <a:pt x="14754" y="8197"/>
                  </a:lnTo>
                  <a:lnTo>
                    <a:pt x="11475" y="4918"/>
                  </a:lnTo>
                  <a:lnTo>
                    <a:pt x="8197" y="3279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3279" y="4918"/>
                  </a:lnTo>
                  <a:lnTo>
                    <a:pt x="6557" y="6557"/>
                  </a:lnTo>
                  <a:lnTo>
                    <a:pt x="11475" y="8197"/>
                  </a:lnTo>
                  <a:lnTo>
                    <a:pt x="14754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61" name="Freeform 3960">
              <a:extLst>
                <a:ext uri="{FF2B5EF4-FFF2-40B4-BE49-F238E27FC236}">
                  <a16:creationId xmlns:a16="http://schemas.microsoft.com/office/drawing/2014/main" id="{577FD431-53EB-A24D-B8A0-EEE0E3B4AC66}"/>
                </a:ext>
              </a:extLst>
            </p:cNvPr>
            <p:cNvSpPr/>
            <p:nvPr/>
          </p:nvSpPr>
          <p:spPr>
            <a:xfrm>
              <a:off x="2977981" y="6398492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62" name="Freeform 3961">
              <a:extLst>
                <a:ext uri="{FF2B5EF4-FFF2-40B4-BE49-F238E27FC236}">
                  <a16:creationId xmlns:a16="http://schemas.microsoft.com/office/drawing/2014/main" id="{3430AC87-E059-2D49-8129-0F71CD459432}"/>
                </a:ext>
              </a:extLst>
            </p:cNvPr>
            <p:cNvSpPr/>
            <p:nvPr/>
          </p:nvSpPr>
          <p:spPr>
            <a:xfrm>
              <a:off x="2981260" y="6413247"/>
              <a:ext cx="14753" cy="8196"/>
            </a:xfrm>
            <a:custGeom>
              <a:avLst/>
              <a:gdLst>
                <a:gd name="connsiteX0" fmla="*/ 11475 w 14753"/>
                <a:gd name="connsiteY0" fmla="*/ 8197 h 8196"/>
                <a:gd name="connsiteX1" fmla="*/ 14754 w 14753"/>
                <a:gd name="connsiteY1" fmla="*/ 8197 h 8196"/>
                <a:gd name="connsiteX2" fmla="*/ 11475 w 14753"/>
                <a:gd name="connsiteY2" fmla="*/ 3278 h 8196"/>
                <a:gd name="connsiteX3" fmla="*/ 8197 w 14753"/>
                <a:gd name="connsiteY3" fmla="*/ 1639 h 8196"/>
                <a:gd name="connsiteX4" fmla="*/ 3279 w 14753"/>
                <a:gd name="connsiteY4" fmla="*/ 0 h 8196"/>
                <a:gd name="connsiteX5" fmla="*/ 0 w 14753"/>
                <a:gd name="connsiteY5" fmla="*/ 0 h 8196"/>
                <a:gd name="connsiteX6" fmla="*/ 3279 w 14753"/>
                <a:gd name="connsiteY6" fmla="*/ 3278 h 8196"/>
                <a:gd name="connsiteX7" fmla="*/ 8197 w 14753"/>
                <a:gd name="connsiteY7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3" h="8196">
                  <a:moveTo>
                    <a:pt x="11475" y="8197"/>
                  </a:moveTo>
                  <a:lnTo>
                    <a:pt x="14754" y="8197"/>
                  </a:lnTo>
                  <a:lnTo>
                    <a:pt x="11475" y="3278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3278"/>
                  </a:lnTo>
                  <a:lnTo>
                    <a:pt x="819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63" name="Freeform 3962">
              <a:extLst>
                <a:ext uri="{FF2B5EF4-FFF2-40B4-BE49-F238E27FC236}">
                  <a16:creationId xmlns:a16="http://schemas.microsoft.com/office/drawing/2014/main" id="{55925D5B-EDA5-9043-B5BB-B5901E0A36D0}"/>
                </a:ext>
              </a:extLst>
            </p:cNvPr>
            <p:cNvSpPr/>
            <p:nvPr/>
          </p:nvSpPr>
          <p:spPr>
            <a:xfrm>
              <a:off x="2982899" y="6401771"/>
              <a:ext cx="4917" cy="3278"/>
            </a:xfrm>
            <a:custGeom>
              <a:avLst/>
              <a:gdLst>
                <a:gd name="connsiteX0" fmla="*/ 3279 w 4917"/>
                <a:gd name="connsiteY0" fmla="*/ 3279 h 3278"/>
                <a:gd name="connsiteX1" fmla="*/ 4918 w 4917"/>
                <a:gd name="connsiteY1" fmla="*/ 1639 h 3278"/>
                <a:gd name="connsiteX2" fmla="*/ 0 w 4917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3279" y="3279"/>
                  </a:moveTo>
                  <a:lnTo>
                    <a:pt x="4918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64" name="Freeform 3963">
              <a:extLst>
                <a:ext uri="{FF2B5EF4-FFF2-40B4-BE49-F238E27FC236}">
                  <a16:creationId xmlns:a16="http://schemas.microsoft.com/office/drawing/2014/main" id="{935A6888-B85A-C240-8D46-EDACBEFABD8D}"/>
                </a:ext>
              </a:extLst>
            </p:cNvPr>
            <p:cNvSpPr/>
            <p:nvPr/>
          </p:nvSpPr>
          <p:spPr>
            <a:xfrm>
              <a:off x="2984538" y="6411607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65" name="Freeform 3964">
              <a:extLst>
                <a:ext uri="{FF2B5EF4-FFF2-40B4-BE49-F238E27FC236}">
                  <a16:creationId xmlns:a16="http://schemas.microsoft.com/office/drawing/2014/main" id="{A7A9CA05-33C4-7B4B-BC0B-7BA401C6D7D3}"/>
                </a:ext>
              </a:extLst>
            </p:cNvPr>
            <p:cNvSpPr/>
            <p:nvPr/>
          </p:nvSpPr>
          <p:spPr>
            <a:xfrm>
              <a:off x="2992735" y="6423083"/>
              <a:ext cx="8196" cy="13114"/>
            </a:xfrm>
            <a:custGeom>
              <a:avLst/>
              <a:gdLst>
                <a:gd name="connsiteX0" fmla="*/ 4918 w 8196"/>
                <a:gd name="connsiteY0" fmla="*/ 13115 h 13114"/>
                <a:gd name="connsiteX1" fmla="*/ 6557 w 8196"/>
                <a:gd name="connsiteY1" fmla="*/ 11476 h 13114"/>
                <a:gd name="connsiteX2" fmla="*/ 8197 w 8196"/>
                <a:gd name="connsiteY2" fmla="*/ 8197 h 13114"/>
                <a:gd name="connsiteX3" fmla="*/ 6557 w 8196"/>
                <a:gd name="connsiteY3" fmla="*/ 4918 h 13114"/>
                <a:gd name="connsiteX4" fmla="*/ 4918 w 8196"/>
                <a:gd name="connsiteY4" fmla="*/ 0 h 13114"/>
                <a:gd name="connsiteX5" fmla="*/ 1639 w 8196"/>
                <a:gd name="connsiteY5" fmla="*/ 0 h 13114"/>
                <a:gd name="connsiteX6" fmla="*/ 0 w 8196"/>
                <a:gd name="connsiteY6" fmla="*/ 3279 h 13114"/>
                <a:gd name="connsiteX7" fmla="*/ 0 w 8196"/>
                <a:gd name="connsiteY7" fmla="*/ 6558 h 13114"/>
                <a:gd name="connsiteX8" fmla="*/ 3279 w 8196"/>
                <a:gd name="connsiteY8" fmla="*/ 819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13114">
                  <a:moveTo>
                    <a:pt x="4918" y="13115"/>
                  </a:moveTo>
                  <a:lnTo>
                    <a:pt x="6557" y="11476"/>
                  </a:lnTo>
                  <a:lnTo>
                    <a:pt x="8197" y="8197"/>
                  </a:lnTo>
                  <a:lnTo>
                    <a:pt x="6557" y="4918"/>
                  </a:lnTo>
                  <a:lnTo>
                    <a:pt x="4918" y="0"/>
                  </a:lnTo>
                  <a:lnTo>
                    <a:pt x="1639" y="0"/>
                  </a:lnTo>
                  <a:lnTo>
                    <a:pt x="0" y="3279"/>
                  </a:lnTo>
                  <a:lnTo>
                    <a:pt x="0" y="6558"/>
                  </a:lnTo>
                  <a:lnTo>
                    <a:pt x="327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66" name="Freeform 3965">
              <a:extLst>
                <a:ext uri="{FF2B5EF4-FFF2-40B4-BE49-F238E27FC236}">
                  <a16:creationId xmlns:a16="http://schemas.microsoft.com/office/drawing/2014/main" id="{2B032483-BB22-CB4D-9D80-3BF51A56E726}"/>
                </a:ext>
              </a:extLst>
            </p:cNvPr>
            <p:cNvSpPr/>
            <p:nvPr/>
          </p:nvSpPr>
          <p:spPr>
            <a:xfrm>
              <a:off x="3000932" y="6457509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0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67" name="Freeform 3966">
              <a:extLst>
                <a:ext uri="{FF2B5EF4-FFF2-40B4-BE49-F238E27FC236}">
                  <a16:creationId xmlns:a16="http://schemas.microsoft.com/office/drawing/2014/main" id="{D99D639E-56DA-2642-87C7-C33830F8E835}"/>
                </a:ext>
              </a:extLst>
            </p:cNvPr>
            <p:cNvSpPr/>
            <p:nvPr/>
          </p:nvSpPr>
          <p:spPr>
            <a:xfrm>
              <a:off x="3007489" y="6452591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0 h 1639"/>
                <a:gd name="connsiteX2" fmla="*/ 3279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68" name="Freeform 3967">
              <a:extLst>
                <a:ext uri="{FF2B5EF4-FFF2-40B4-BE49-F238E27FC236}">
                  <a16:creationId xmlns:a16="http://schemas.microsoft.com/office/drawing/2014/main" id="{D0D14482-2287-7744-BE3D-097EDADB3092}"/>
                </a:ext>
              </a:extLst>
            </p:cNvPr>
            <p:cNvSpPr/>
            <p:nvPr/>
          </p:nvSpPr>
          <p:spPr>
            <a:xfrm>
              <a:off x="3007489" y="6441115"/>
              <a:ext cx="11475" cy="4918"/>
            </a:xfrm>
            <a:custGeom>
              <a:avLst/>
              <a:gdLst>
                <a:gd name="connsiteX0" fmla="*/ 11475 w 11475"/>
                <a:gd name="connsiteY0" fmla="*/ 4918 h 4918"/>
                <a:gd name="connsiteX1" fmla="*/ 11475 w 11475"/>
                <a:gd name="connsiteY1" fmla="*/ 1639 h 4918"/>
                <a:gd name="connsiteX2" fmla="*/ 8197 w 11475"/>
                <a:gd name="connsiteY2" fmla="*/ 0 h 4918"/>
                <a:gd name="connsiteX3" fmla="*/ 3279 w 11475"/>
                <a:gd name="connsiteY3" fmla="*/ 0 h 4918"/>
                <a:gd name="connsiteX4" fmla="*/ 0 w 11475"/>
                <a:gd name="connsiteY4" fmla="*/ 1639 h 4918"/>
                <a:gd name="connsiteX5" fmla="*/ 3279 w 11475"/>
                <a:gd name="connsiteY5" fmla="*/ 1639 h 4918"/>
                <a:gd name="connsiteX6" fmla="*/ 8197 w 11475"/>
                <a:gd name="connsiteY6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4918">
                  <a:moveTo>
                    <a:pt x="11475" y="4918"/>
                  </a:moveTo>
                  <a:lnTo>
                    <a:pt x="11475" y="1639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69" name="Freeform 3968">
              <a:extLst>
                <a:ext uri="{FF2B5EF4-FFF2-40B4-BE49-F238E27FC236}">
                  <a16:creationId xmlns:a16="http://schemas.microsoft.com/office/drawing/2014/main" id="{ED99D4D5-DC88-F047-B7A0-5BE90EF1061E}"/>
                </a:ext>
              </a:extLst>
            </p:cNvPr>
            <p:cNvSpPr/>
            <p:nvPr/>
          </p:nvSpPr>
          <p:spPr>
            <a:xfrm>
              <a:off x="3009128" y="6400132"/>
              <a:ext cx="4918" cy="6557"/>
            </a:xfrm>
            <a:custGeom>
              <a:avLst/>
              <a:gdLst>
                <a:gd name="connsiteX0" fmla="*/ 0 w 4918"/>
                <a:gd name="connsiteY0" fmla="*/ 6557 h 6557"/>
                <a:gd name="connsiteX1" fmla="*/ 4918 w 4918"/>
                <a:gd name="connsiteY1" fmla="*/ 4918 h 6557"/>
                <a:gd name="connsiteX2" fmla="*/ 3279 w 4918"/>
                <a:gd name="connsiteY2" fmla="*/ 0 h 6557"/>
                <a:gd name="connsiteX3" fmla="*/ 0 w 4918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6557">
                  <a:moveTo>
                    <a:pt x="0" y="6557"/>
                  </a:moveTo>
                  <a:lnTo>
                    <a:pt x="4918" y="4918"/>
                  </a:ln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70" name="Freeform 3969">
              <a:extLst>
                <a:ext uri="{FF2B5EF4-FFF2-40B4-BE49-F238E27FC236}">
                  <a16:creationId xmlns:a16="http://schemas.microsoft.com/office/drawing/2014/main" id="{A2D90BC8-593B-0549-A34D-EBE6CAEEDB52}"/>
                </a:ext>
              </a:extLst>
            </p:cNvPr>
            <p:cNvSpPr/>
            <p:nvPr/>
          </p:nvSpPr>
          <p:spPr>
            <a:xfrm>
              <a:off x="3017325" y="6468984"/>
              <a:ext cx="3278" cy="3278"/>
            </a:xfrm>
            <a:custGeom>
              <a:avLst/>
              <a:gdLst>
                <a:gd name="connsiteX0" fmla="*/ 1639 w 3278"/>
                <a:gd name="connsiteY0" fmla="*/ 3278 h 3278"/>
                <a:gd name="connsiteX1" fmla="*/ 3279 w 3278"/>
                <a:gd name="connsiteY1" fmla="*/ 0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1639" y="3278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71" name="Freeform 3970">
              <a:extLst>
                <a:ext uri="{FF2B5EF4-FFF2-40B4-BE49-F238E27FC236}">
                  <a16:creationId xmlns:a16="http://schemas.microsoft.com/office/drawing/2014/main" id="{3A6BB9C9-AD5B-8840-BFCF-4D342907DAC9}"/>
                </a:ext>
              </a:extLst>
            </p:cNvPr>
            <p:cNvSpPr/>
            <p:nvPr/>
          </p:nvSpPr>
          <p:spPr>
            <a:xfrm>
              <a:off x="3017325" y="6464066"/>
              <a:ext cx="11475" cy="4918"/>
            </a:xfrm>
            <a:custGeom>
              <a:avLst/>
              <a:gdLst>
                <a:gd name="connsiteX0" fmla="*/ 11475 w 11475"/>
                <a:gd name="connsiteY0" fmla="*/ 0 h 4918"/>
                <a:gd name="connsiteX1" fmla="*/ 9836 w 11475"/>
                <a:gd name="connsiteY1" fmla="*/ 0 h 4918"/>
                <a:gd name="connsiteX2" fmla="*/ 4918 w 11475"/>
                <a:gd name="connsiteY2" fmla="*/ 0 h 4918"/>
                <a:gd name="connsiteX3" fmla="*/ 8197 w 11475"/>
                <a:gd name="connsiteY3" fmla="*/ 4918 h 4918"/>
                <a:gd name="connsiteX4" fmla="*/ 4918 w 11475"/>
                <a:gd name="connsiteY4" fmla="*/ 3279 h 4918"/>
                <a:gd name="connsiteX5" fmla="*/ 0 w 11475"/>
                <a:gd name="connsiteY5" fmla="*/ 1639 h 4918"/>
                <a:gd name="connsiteX6" fmla="*/ 4918 w 11475"/>
                <a:gd name="connsiteY6" fmla="*/ 3279 h 4918"/>
                <a:gd name="connsiteX7" fmla="*/ 8197 w 11475"/>
                <a:gd name="connsiteY7" fmla="*/ 4918 h 4918"/>
                <a:gd name="connsiteX8" fmla="*/ 11475 w 11475"/>
                <a:gd name="connsiteY8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75" h="4918">
                  <a:moveTo>
                    <a:pt x="11475" y="0"/>
                  </a:moveTo>
                  <a:lnTo>
                    <a:pt x="9836" y="0"/>
                  </a:lnTo>
                  <a:lnTo>
                    <a:pt x="4918" y="0"/>
                  </a:lnTo>
                  <a:lnTo>
                    <a:pt x="8197" y="4918"/>
                  </a:lnTo>
                  <a:lnTo>
                    <a:pt x="4918" y="3279"/>
                  </a:lnTo>
                  <a:lnTo>
                    <a:pt x="0" y="1639"/>
                  </a:lnTo>
                  <a:lnTo>
                    <a:pt x="4918" y="3279"/>
                  </a:lnTo>
                  <a:lnTo>
                    <a:pt x="8197" y="4918"/>
                  </a:lnTo>
                  <a:lnTo>
                    <a:pt x="11475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72" name="Freeform 3971">
              <a:extLst>
                <a:ext uri="{FF2B5EF4-FFF2-40B4-BE49-F238E27FC236}">
                  <a16:creationId xmlns:a16="http://schemas.microsoft.com/office/drawing/2014/main" id="{F64B3764-1BDB-3947-85F7-F4A523540E35}"/>
                </a:ext>
              </a:extLst>
            </p:cNvPr>
            <p:cNvSpPr/>
            <p:nvPr/>
          </p:nvSpPr>
          <p:spPr>
            <a:xfrm>
              <a:off x="3027161" y="6464066"/>
              <a:ext cx="50819" cy="31147"/>
            </a:xfrm>
            <a:custGeom>
              <a:avLst/>
              <a:gdLst>
                <a:gd name="connsiteX0" fmla="*/ 36065 w 50819"/>
                <a:gd name="connsiteY0" fmla="*/ 31148 h 31147"/>
                <a:gd name="connsiteX1" fmla="*/ 39344 w 50819"/>
                <a:gd name="connsiteY1" fmla="*/ 29508 h 31147"/>
                <a:gd name="connsiteX2" fmla="*/ 42623 w 50819"/>
                <a:gd name="connsiteY2" fmla="*/ 27869 h 31147"/>
                <a:gd name="connsiteX3" fmla="*/ 45901 w 50819"/>
                <a:gd name="connsiteY3" fmla="*/ 26229 h 31147"/>
                <a:gd name="connsiteX4" fmla="*/ 49180 w 50819"/>
                <a:gd name="connsiteY4" fmla="*/ 24590 h 31147"/>
                <a:gd name="connsiteX5" fmla="*/ 45901 w 50819"/>
                <a:gd name="connsiteY5" fmla="*/ 22951 h 31147"/>
                <a:gd name="connsiteX6" fmla="*/ 47541 w 50819"/>
                <a:gd name="connsiteY6" fmla="*/ 19672 h 31147"/>
                <a:gd name="connsiteX7" fmla="*/ 50819 w 50819"/>
                <a:gd name="connsiteY7" fmla="*/ 19672 h 31147"/>
                <a:gd name="connsiteX8" fmla="*/ 49180 w 50819"/>
                <a:gd name="connsiteY8" fmla="*/ 16393 h 31147"/>
                <a:gd name="connsiteX9" fmla="*/ 45901 w 50819"/>
                <a:gd name="connsiteY9" fmla="*/ 13115 h 31147"/>
                <a:gd name="connsiteX10" fmla="*/ 40983 w 50819"/>
                <a:gd name="connsiteY10" fmla="*/ 13115 h 31147"/>
                <a:gd name="connsiteX11" fmla="*/ 37705 w 50819"/>
                <a:gd name="connsiteY11" fmla="*/ 11476 h 31147"/>
                <a:gd name="connsiteX12" fmla="*/ 37705 w 50819"/>
                <a:gd name="connsiteY12" fmla="*/ 8197 h 31147"/>
                <a:gd name="connsiteX13" fmla="*/ 34426 w 50819"/>
                <a:gd name="connsiteY13" fmla="*/ 8197 h 31147"/>
                <a:gd name="connsiteX14" fmla="*/ 29508 w 50819"/>
                <a:gd name="connsiteY14" fmla="*/ 6558 h 31147"/>
                <a:gd name="connsiteX15" fmla="*/ 31147 w 50819"/>
                <a:gd name="connsiteY15" fmla="*/ 11476 h 31147"/>
                <a:gd name="connsiteX16" fmla="*/ 27869 w 50819"/>
                <a:gd name="connsiteY16" fmla="*/ 6558 h 31147"/>
                <a:gd name="connsiteX17" fmla="*/ 24590 w 50819"/>
                <a:gd name="connsiteY17" fmla="*/ 4918 h 31147"/>
                <a:gd name="connsiteX18" fmla="*/ 22951 w 50819"/>
                <a:gd name="connsiteY18" fmla="*/ 9836 h 31147"/>
                <a:gd name="connsiteX19" fmla="*/ 19672 w 50819"/>
                <a:gd name="connsiteY19" fmla="*/ 4918 h 31147"/>
                <a:gd name="connsiteX20" fmla="*/ 16393 w 50819"/>
                <a:gd name="connsiteY20" fmla="*/ 3279 h 31147"/>
                <a:gd name="connsiteX21" fmla="*/ 13115 w 50819"/>
                <a:gd name="connsiteY21" fmla="*/ 0 h 31147"/>
                <a:gd name="connsiteX22" fmla="*/ 9836 w 50819"/>
                <a:gd name="connsiteY22" fmla="*/ 1639 h 31147"/>
                <a:gd name="connsiteX23" fmla="*/ 11475 w 50819"/>
                <a:gd name="connsiteY23" fmla="*/ 4918 h 31147"/>
                <a:gd name="connsiteX24" fmla="*/ 8197 w 50819"/>
                <a:gd name="connsiteY24" fmla="*/ 4918 h 31147"/>
                <a:gd name="connsiteX25" fmla="*/ 4918 w 50819"/>
                <a:gd name="connsiteY25" fmla="*/ 4918 h 31147"/>
                <a:gd name="connsiteX26" fmla="*/ 8197 w 50819"/>
                <a:gd name="connsiteY26" fmla="*/ 6558 h 31147"/>
                <a:gd name="connsiteX27" fmla="*/ 11475 w 50819"/>
                <a:gd name="connsiteY27" fmla="*/ 9836 h 31147"/>
                <a:gd name="connsiteX28" fmla="*/ 16393 w 50819"/>
                <a:gd name="connsiteY28" fmla="*/ 11476 h 31147"/>
                <a:gd name="connsiteX29" fmla="*/ 19672 w 50819"/>
                <a:gd name="connsiteY29" fmla="*/ 11476 h 31147"/>
                <a:gd name="connsiteX30" fmla="*/ 14754 w 50819"/>
                <a:gd name="connsiteY30" fmla="*/ 11476 h 31147"/>
                <a:gd name="connsiteX31" fmla="*/ 11475 w 50819"/>
                <a:gd name="connsiteY31" fmla="*/ 11476 h 31147"/>
                <a:gd name="connsiteX32" fmla="*/ 8197 w 50819"/>
                <a:gd name="connsiteY32" fmla="*/ 8197 h 31147"/>
                <a:gd name="connsiteX33" fmla="*/ 3279 w 50819"/>
                <a:gd name="connsiteY33" fmla="*/ 8197 h 31147"/>
                <a:gd name="connsiteX34" fmla="*/ 0 w 50819"/>
                <a:gd name="connsiteY34" fmla="*/ 11476 h 31147"/>
                <a:gd name="connsiteX35" fmla="*/ 4918 w 50819"/>
                <a:gd name="connsiteY35" fmla="*/ 11476 h 31147"/>
                <a:gd name="connsiteX36" fmla="*/ 4918 w 50819"/>
                <a:gd name="connsiteY36" fmla="*/ 14754 h 31147"/>
                <a:gd name="connsiteX37" fmla="*/ 9836 w 50819"/>
                <a:gd name="connsiteY37" fmla="*/ 13115 h 31147"/>
                <a:gd name="connsiteX38" fmla="*/ 13115 w 50819"/>
                <a:gd name="connsiteY38" fmla="*/ 13115 h 31147"/>
                <a:gd name="connsiteX39" fmla="*/ 14754 w 50819"/>
                <a:gd name="connsiteY39" fmla="*/ 16393 h 31147"/>
                <a:gd name="connsiteX40" fmla="*/ 16393 w 50819"/>
                <a:gd name="connsiteY40" fmla="*/ 19672 h 31147"/>
                <a:gd name="connsiteX41" fmla="*/ 18033 w 50819"/>
                <a:gd name="connsiteY41" fmla="*/ 24590 h 31147"/>
                <a:gd name="connsiteX42" fmla="*/ 21311 w 50819"/>
                <a:gd name="connsiteY42" fmla="*/ 24590 h 31147"/>
                <a:gd name="connsiteX43" fmla="*/ 24590 w 50819"/>
                <a:gd name="connsiteY43" fmla="*/ 22951 h 31147"/>
                <a:gd name="connsiteX44" fmla="*/ 24590 w 50819"/>
                <a:gd name="connsiteY44" fmla="*/ 19672 h 31147"/>
                <a:gd name="connsiteX45" fmla="*/ 29508 w 50819"/>
                <a:gd name="connsiteY45" fmla="*/ 19672 h 31147"/>
                <a:gd name="connsiteX46" fmla="*/ 32787 w 50819"/>
                <a:gd name="connsiteY46" fmla="*/ 19672 h 31147"/>
                <a:gd name="connsiteX47" fmla="*/ 36065 w 50819"/>
                <a:gd name="connsiteY47" fmla="*/ 19672 h 31147"/>
                <a:gd name="connsiteX48" fmla="*/ 32787 w 50819"/>
                <a:gd name="connsiteY48" fmla="*/ 22951 h 31147"/>
                <a:gd name="connsiteX49" fmla="*/ 36065 w 50819"/>
                <a:gd name="connsiteY49" fmla="*/ 26229 h 31147"/>
                <a:gd name="connsiteX50" fmla="*/ 32787 w 50819"/>
                <a:gd name="connsiteY50" fmla="*/ 27869 h 31147"/>
                <a:gd name="connsiteX51" fmla="*/ 29508 w 50819"/>
                <a:gd name="connsiteY51" fmla="*/ 29508 h 31147"/>
                <a:gd name="connsiteX52" fmla="*/ 32787 w 50819"/>
                <a:gd name="connsiteY52" fmla="*/ 29508 h 3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0819" h="31147">
                  <a:moveTo>
                    <a:pt x="36065" y="31148"/>
                  </a:moveTo>
                  <a:lnTo>
                    <a:pt x="39344" y="29508"/>
                  </a:lnTo>
                  <a:lnTo>
                    <a:pt x="42623" y="27869"/>
                  </a:lnTo>
                  <a:lnTo>
                    <a:pt x="45901" y="26229"/>
                  </a:lnTo>
                  <a:lnTo>
                    <a:pt x="49180" y="24590"/>
                  </a:lnTo>
                  <a:lnTo>
                    <a:pt x="45901" y="22951"/>
                  </a:lnTo>
                  <a:lnTo>
                    <a:pt x="47541" y="19672"/>
                  </a:lnTo>
                  <a:lnTo>
                    <a:pt x="50819" y="19672"/>
                  </a:lnTo>
                  <a:lnTo>
                    <a:pt x="49180" y="16393"/>
                  </a:lnTo>
                  <a:lnTo>
                    <a:pt x="45901" y="13115"/>
                  </a:lnTo>
                  <a:lnTo>
                    <a:pt x="40983" y="13115"/>
                  </a:lnTo>
                  <a:lnTo>
                    <a:pt x="37705" y="11476"/>
                  </a:lnTo>
                  <a:lnTo>
                    <a:pt x="37705" y="8197"/>
                  </a:lnTo>
                  <a:lnTo>
                    <a:pt x="34426" y="8197"/>
                  </a:lnTo>
                  <a:lnTo>
                    <a:pt x="29508" y="6558"/>
                  </a:lnTo>
                  <a:lnTo>
                    <a:pt x="31147" y="11476"/>
                  </a:lnTo>
                  <a:lnTo>
                    <a:pt x="27869" y="6558"/>
                  </a:lnTo>
                  <a:lnTo>
                    <a:pt x="24590" y="4918"/>
                  </a:lnTo>
                  <a:lnTo>
                    <a:pt x="22951" y="9836"/>
                  </a:lnTo>
                  <a:lnTo>
                    <a:pt x="19672" y="4918"/>
                  </a:lnTo>
                  <a:lnTo>
                    <a:pt x="16393" y="3279"/>
                  </a:lnTo>
                  <a:lnTo>
                    <a:pt x="13115" y="0"/>
                  </a:lnTo>
                  <a:lnTo>
                    <a:pt x="9836" y="1639"/>
                  </a:lnTo>
                  <a:lnTo>
                    <a:pt x="11475" y="4918"/>
                  </a:lnTo>
                  <a:lnTo>
                    <a:pt x="8197" y="4918"/>
                  </a:lnTo>
                  <a:lnTo>
                    <a:pt x="4918" y="4918"/>
                  </a:lnTo>
                  <a:lnTo>
                    <a:pt x="8197" y="6558"/>
                  </a:lnTo>
                  <a:lnTo>
                    <a:pt x="11475" y="9836"/>
                  </a:lnTo>
                  <a:lnTo>
                    <a:pt x="16393" y="11476"/>
                  </a:lnTo>
                  <a:lnTo>
                    <a:pt x="19672" y="11476"/>
                  </a:lnTo>
                  <a:lnTo>
                    <a:pt x="14754" y="11476"/>
                  </a:lnTo>
                  <a:lnTo>
                    <a:pt x="11475" y="11476"/>
                  </a:lnTo>
                  <a:lnTo>
                    <a:pt x="8197" y="8197"/>
                  </a:lnTo>
                  <a:lnTo>
                    <a:pt x="3279" y="8197"/>
                  </a:lnTo>
                  <a:lnTo>
                    <a:pt x="0" y="11476"/>
                  </a:lnTo>
                  <a:lnTo>
                    <a:pt x="4918" y="11476"/>
                  </a:lnTo>
                  <a:lnTo>
                    <a:pt x="4918" y="14754"/>
                  </a:lnTo>
                  <a:lnTo>
                    <a:pt x="9836" y="13115"/>
                  </a:lnTo>
                  <a:lnTo>
                    <a:pt x="13115" y="13115"/>
                  </a:lnTo>
                  <a:lnTo>
                    <a:pt x="14754" y="16393"/>
                  </a:lnTo>
                  <a:lnTo>
                    <a:pt x="16393" y="19672"/>
                  </a:lnTo>
                  <a:lnTo>
                    <a:pt x="18033" y="24590"/>
                  </a:lnTo>
                  <a:lnTo>
                    <a:pt x="21311" y="24590"/>
                  </a:lnTo>
                  <a:lnTo>
                    <a:pt x="24590" y="22951"/>
                  </a:lnTo>
                  <a:lnTo>
                    <a:pt x="24590" y="19672"/>
                  </a:lnTo>
                  <a:lnTo>
                    <a:pt x="29508" y="19672"/>
                  </a:lnTo>
                  <a:lnTo>
                    <a:pt x="32787" y="19672"/>
                  </a:lnTo>
                  <a:lnTo>
                    <a:pt x="36065" y="19672"/>
                  </a:lnTo>
                  <a:lnTo>
                    <a:pt x="32787" y="22951"/>
                  </a:lnTo>
                  <a:lnTo>
                    <a:pt x="36065" y="26229"/>
                  </a:lnTo>
                  <a:lnTo>
                    <a:pt x="32787" y="27869"/>
                  </a:lnTo>
                  <a:lnTo>
                    <a:pt x="29508" y="29508"/>
                  </a:lnTo>
                  <a:lnTo>
                    <a:pt x="32787" y="2950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73" name="Freeform 3972">
              <a:extLst>
                <a:ext uri="{FF2B5EF4-FFF2-40B4-BE49-F238E27FC236}">
                  <a16:creationId xmlns:a16="http://schemas.microsoft.com/office/drawing/2014/main" id="{6F0EE3F1-73F5-9F4F-9073-BD15600431BF}"/>
                </a:ext>
              </a:extLst>
            </p:cNvPr>
            <p:cNvSpPr/>
            <p:nvPr/>
          </p:nvSpPr>
          <p:spPr>
            <a:xfrm>
              <a:off x="3041915" y="6490295"/>
              <a:ext cx="8196" cy="4918"/>
            </a:xfrm>
            <a:custGeom>
              <a:avLst/>
              <a:gdLst>
                <a:gd name="connsiteX0" fmla="*/ 8197 w 8196"/>
                <a:gd name="connsiteY0" fmla="*/ 4918 h 4918"/>
                <a:gd name="connsiteX1" fmla="*/ 8197 w 8196"/>
                <a:gd name="connsiteY1" fmla="*/ 1639 h 4918"/>
                <a:gd name="connsiteX2" fmla="*/ 3279 w 8196"/>
                <a:gd name="connsiteY2" fmla="*/ 0 h 4918"/>
                <a:gd name="connsiteX3" fmla="*/ 0 w 8196"/>
                <a:gd name="connsiteY3" fmla="*/ 1639 h 4918"/>
                <a:gd name="connsiteX4" fmla="*/ 3279 w 8196"/>
                <a:gd name="connsiteY4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8197" y="4918"/>
                  </a:moveTo>
                  <a:lnTo>
                    <a:pt x="8197" y="163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74" name="Freeform 3973">
              <a:extLst>
                <a:ext uri="{FF2B5EF4-FFF2-40B4-BE49-F238E27FC236}">
                  <a16:creationId xmlns:a16="http://schemas.microsoft.com/office/drawing/2014/main" id="{49230C08-7ABF-3A47-806D-605E61892346}"/>
                </a:ext>
              </a:extLst>
            </p:cNvPr>
            <p:cNvSpPr/>
            <p:nvPr/>
          </p:nvSpPr>
          <p:spPr>
            <a:xfrm>
              <a:off x="3074702" y="6491935"/>
              <a:ext cx="9836" cy="8196"/>
            </a:xfrm>
            <a:custGeom>
              <a:avLst/>
              <a:gdLst>
                <a:gd name="connsiteX0" fmla="*/ 4918 w 9836"/>
                <a:gd name="connsiteY0" fmla="*/ 0 h 8196"/>
                <a:gd name="connsiteX1" fmla="*/ 3279 w 9836"/>
                <a:gd name="connsiteY1" fmla="*/ 1639 h 8196"/>
                <a:gd name="connsiteX2" fmla="*/ 4918 w 9836"/>
                <a:gd name="connsiteY2" fmla="*/ 4918 h 8196"/>
                <a:gd name="connsiteX3" fmla="*/ 0 w 9836"/>
                <a:gd name="connsiteY3" fmla="*/ 6557 h 8196"/>
                <a:gd name="connsiteX4" fmla="*/ 4918 w 9836"/>
                <a:gd name="connsiteY4" fmla="*/ 8197 h 8196"/>
                <a:gd name="connsiteX5" fmla="*/ 8197 w 9836"/>
                <a:gd name="connsiteY5" fmla="*/ 6557 h 8196"/>
                <a:gd name="connsiteX6" fmla="*/ 9836 w 9836"/>
                <a:gd name="connsiteY6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8196">
                  <a:moveTo>
                    <a:pt x="4918" y="0"/>
                  </a:moveTo>
                  <a:lnTo>
                    <a:pt x="3279" y="1639"/>
                  </a:lnTo>
                  <a:lnTo>
                    <a:pt x="4918" y="4918"/>
                  </a:lnTo>
                  <a:lnTo>
                    <a:pt x="0" y="6557"/>
                  </a:lnTo>
                  <a:lnTo>
                    <a:pt x="4918" y="8197"/>
                  </a:lnTo>
                  <a:lnTo>
                    <a:pt x="8197" y="6557"/>
                  </a:lnTo>
                  <a:lnTo>
                    <a:pt x="9836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75" name="Freeform 3974">
              <a:extLst>
                <a:ext uri="{FF2B5EF4-FFF2-40B4-BE49-F238E27FC236}">
                  <a16:creationId xmlns:a16="http://schemas.microsoft.com/office/drawing/2014/main" id="{B1061793-0BB2-D742-B25E-1588CDCEFF9F}"/>
                </a:ext>
              </a:extLst>
            </p:cNvPr>
            <p:cNvSpPr/>
            <p:nvPr/>
          </p:nvSpPr>
          <p:spPr>
            <a:xfrm>
              <a:off x="3077980" y="6503410"/>
              <a:ext cx="8196" cy="4917"/>
            </a:xfrm>
            <a:custGeom>
              <a:avLst/>
              <a:gdLst>
                <a:gd name="connsiteX0" fmla="*/ 3279 w 8196"/>
                <a:gd name="connsiteY0" fmla="*/ 4918 h 4917"/>
                <a:gd name="connsiteX1" fmla="*/ 4918 w 8196"/>
                <a:gd name="connsiteY1" fmla="*/ 1639 h 4917"/>
                <a:gd name="connsiteX2" fmla="*/ 8197 w 8196"/>
                <a:gd name="connsiteY2" fmla="*/ 1639 h 4917"/>
                <a:gd name="connsiteX3" fmla="*/ 4918 w 8196"/>
                <a:gd name="connsiteY3" fmla="*/ 0 h 4917"/>
                <a:gd name="connsiteX4" fmla="*/ 0 w 8196"/>
                <a:gd name="connsiteY4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7">
                  <a:moveTo>
                    <a:pt x="3279" y="4918"/>
                  </a:moveTo>
                  <a:lnTo>
                    <a:pt x="4918" y="1639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76" name="Freeform 3975">
              <a:extLst>
                <a:ext uri="{FF2B5EF4-FFF2-40B4-BE49-F238E27FC236}">
                  <a16:creationId xmlns:a16="http://schemas.microsoft.com/office/drawing/2014/main" id="{8C0B4200-D0E4-D745-B03A-4A90D88166DD}"/>
                </a:ext>
              </a:extLst>
            </p:cNvPr>
            <p:cNvSpPr/>
            <p:nvPr/>
          </p:nvSpPr>
          <p:spPr>
            <a:xfrm>
              <a:off x="3079620" y="6482099"/>
              <a:ext cx="3278" cy="3278"/>
            </a:xfrm>
            <a:custGeom>
              <a:avLst/>
              <a:gdLst>
                <a:gd name="connsiteX0" fmla="*/ 3279 w 3278"/>
                <a:gd name="connsiteY0" fmla="*/ 1639 h 3278"/>
                <a:gd name="connsiteX1" fmla="*/ 327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1639"/>
                  </a:move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77" name="Freeform 3976">
              <a:extLst>
                <a:ext uri="{FF2B5EF4-FFF2-40B4-BE49-F238E27FC236}">
                  <a16:creationId xmlns:a16="http://schemas.microsoft.com/office/drawing/2014/main" id="{17BE8850-D1C9-C844-AAFA-7E9448BACD2C}"/>
                </a:ext>
              </a:extLst>
            </p:cNvPr>
            <p:cNvSpPr/>
            <p:nvPr/>
          </p:nvSpPr>
          <p:spPr>
            <a:xfrm>
              <a:off x="3079620" y="6483738"/>
              <a:ext cx="21311" cy="19672"/>
            </a:xfrm>
            <a:custGeom>
              <a:avLst/>
              <a:gdLst>
                <a:gd name="connsiteX0" fmla="*/ 18033 w 21311"/>
                <a:gd name="connsiteY0" fmla="*/ 3279 h 19672"/>
                <a:gd name="connsiteX1" fmla="*/ 16393 w 21311"/>
                <a:gd name="connsiteY1" fmla="*/ 1639 h 19672"/>
                <a:gd name="connsiteX2" fmla="*/ 11475 w 21311"/>
                <a:gd name="connsiteY2" fmla="*/ 4918 h 19672"/>
                <a:gd name="connsiteX3" fmla="*/ 9836 w 21311"/>
                <a:gd name="connsiteY3" fmla="*/ 0 h 19672"/>
                <a:gd name="connsiteX4" fmla="*/ 4918 w 21311"/>
                <a:gd name="connsiteY4" fmla="*/ 0 h 19672"/>
                <a:gd name="connsiteX5" fmla="*/ 3279 w 21311"/>
                <a:gd name="connsiteY5" fmla="*/ 3279 h 19672"/>
                <a:gd name="connsiteX6" fmla="*/ 0 w 21311"/>
                <a:gd name="connsiteY6" fmla="*/ 4918 h 19672"/>
                <a:gd name="connsiteX7" fmla="*/ 3279 w 21311"/>
                <a:gd name="connsiteY7" fmla="*/ 9836 h 19672"/>
                <a:gd name="connsiteX8" fmla="*/ 6557 w 21311"/>
                <a:gd name="connsiteY8" fmla="*/ 8197 h 19672"/>
                <a:gd name="connsiteX9" fmla="*/ 8197 w 21311"/>
                <a:gd name="connsiteY9" fmla="*/ 13114 h 19672"/>
                <a:gd name="connsiteX10" fmla="*/ 11475 w 21311"/>
                <a:gd name="connsiteY10" fmla="*/ 13114 h 19672"/>
                <a:gd name="connsiteX11" fmla="*/ 16393 w 21311"/>
                <a:gd name="connsiteY11" fmla="*/ 14754 h 19672"/>
                <a:gd name="connsiteX12" fmla="*/ 16393 w 21311"/>
                <a:gd name="connsiteY12" fmla="*/ 19672 h 19672"/>
                <a:gd name="connsiteX13" fmla="*/ 19672 w 21311"/>
                <a:gd name="connsiteY13" fmla="*/ 18033 h 19672"/>
                <a:gd name="connsiteX14" fmla="*/ 21311 w 21311"/>
                <a:gd name="connsiteY14" fmla="*/ 14754 h 19672"/>
                <a:gd name="connsiteX15" fmla="*/ 18033 w 21311"/>
                <a:gd name="connsiteY15" fmla="*/ 13114 h 19672"/>
                <a:gd name="connsiteX16" fmla="*/ 13115 w 21311"/>
                <a:gd name="connsiteY16" fmla="*/ 9836 h 19672"/>
                <a:gd name="connsiteX17" fmla="*/ 18033 w 21311"/>
                <a:gd name="connsiteY17" fmla="*/ 11476 h 19672"/>
                <a:gd name="connsiteX18" fmla="*/ 21311 w 21311"/>
                <a:gd name="connsiteY18" fmla="*/ 11476 h 19672"/>
                <a:gd name="connsiteX19" fmla="*/ 18033 w 21311"/>
                <a:gd name="connsiteY19" fmla="*/ 6557 h 19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311" h="19672">
                  <a:moveTo>
                    <a:pt x="18033" y="3279"/>
                  </a:moveTo>
                  <a:lnTo>
                    <a:pt x="16393" y="1639"/>
                  </a:lnTo>
                  <a:lnTo>
                    <a:pt x="11475" y="4918"/>
                  </a:lnTo>
                  <a:lnTo>
                    <a:pt x="9836" y="0"/>
                  </a:lnTo>
                  <a:lnTo>
                    <a:pt x="4918" y="0"/>
                  </a:lnTo>
                  <a:lnTo>
                    <a:pt x="3279" y="3279"/>
                  </a:lnTo>
                  <a:lnTo>
                    <a:pt x="0" y="4918"/>
                  </a:lnTo>
                  <a:lnTo>
                    <a:pt x="3279" y="9836"/>
                  </a:lnTo>
                  <a:lnTo>
                    <a:pt x="6557" y="8197"/>
                  </a:lnTo>
                  <a:lnTo>
                    <a:pt x="8197" y="13114"/>
                  </a:lnTo>
                  <a:lnTo>
                    <a:pt x="11475" y="13114"/>
                  </a:lnTo>
                  <a:lnTo>
                    <a:pt x="16393" y="14754"/>
                  </a:lnTo>
                  <a:lnTo>
                    <a:pt x="16393" y="19672"/>
                  </a:lnTo>
                  <a:lnTo>
                    <a:pt x="19672" y="18033"/>
                  </a:lnTo>
                  <a:lnTo>
                    <a:pt x="21311" y="14754"/>
                  </a:lnTo>
                  <a:lnTo>
                    <a:pt x="18033" y="13114"/>
                  </a:lnTo>
                  <a:lnTo>
                    <a:pt x="13115" y="9836"/>
                  </a:lnTo>
                  <a:lnTo>
                    <a:pt x="18033" y="11476"/>
                  </a:lnTo>
                  <a:lnTo>
                    <a:pt x="21311" y="11476"/>
                  </a:lnTo>
                  <a:lnTo>
                    <a:pt x="18033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78" name="Freeform 3977">
              <a:extLst>
                <a:ext uri="{FF2B5EF4-FFF2-40B4-BE49-F238E27FC236}">
                  <a16:creationId xmlns:a16="http://schemas.microsoft.com/office/drawing/2014/main" id="{6ECD0FE2-D749-C94C-8D31-7CD83A62F517}"/>
                </a:ext>
              </a:extLst>
            </p:cNvPr>
            <p:cNvSpPr/>
            <p:nvPr/>
          </p:nvSpPr>
          <p:spPr>
            <a:xfrm>
              <a:off x="3086177" y="6498492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3279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79" name="Freeform 3978">
              <a:extLst>
                <a:ext uri="{FF2B5EF4-FFF2-40B4-BE49-F238E27FC236}">
                  <a16:creationId xmlns:a16="http://schemas.microsoft.com/office/drawing/2014/main" id="{132254EE-2EE0-4B46-ACE7-7A0D223D03C8}"/>
                </a:ext>
              </a:extLst>
            </p:cNvPr>
            <p:cNvSpPr/>
            <p:nvPr/>
          </p:nvSpPr>
          <p:spPr>
            <a:xfrm>
              <a:off x="3086177" y="6508328"/>
              <a:ext cx="4918" cy="1639"/>
            </a:xfrm>
            <a:custGeom>
              <a:avLst/>
              <a:gdLst>
                <a:gd name="connsiteX0" fmla="*/ 4918 w 4918"/>
                <a:gd name="connsiteY0" fmla="*/ 1639 h 1639"/>
                <a:gd name="connsiteX1" fmla="*/ 4918 w 4918"/>
                <a:gd name="connsiteY1" fmla="*/ 0 h 1639"/>
                <a:gd name="connsiteX2" fmla="*/ 0 w 491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4918" y="1639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80" name="Freeform 3979">
              <a:extLst>
                <a:ext uri="{FF2B5EF4-FFF2-40B4-BE49-F238E27FC236}">
                  <a16:creationId xmlns:a16="http://schemas.microsoft.com/office/drawing/2014/main" id="{1B2CD9E8-0403-AB45-B5DC-73669384CAA9}"/>
                </a:ext>
              </a:extLst>
            </p:cNvPr>
            <p:cNvSpPr/>
            <p:nvPr/>
          </p:nvSpPr>
          <p:spPr>
            <a:xfrm>
              <a:off x="3089456" y="6505049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81" name="Freeform 3980">
              <a:extLst>
                <a:ext uri="{FF2B5EF4-FFF2-40B4-BE49-F238E27FC236}">
                  <a16:creationId xmlns:a16="http://schemas.microsoft.com/office/drawing/2014/main" id="{6A27D047-73F8-D341-9A70-069FC90A9431}"/>
                </a:ext>
              </a:extLst>
            </p:cNvPr>
            <p:cNvSpPr/>
            <p:nvPr/>
          </p:nvSpPr>
          <p:spPr>
            <a:xfrm>
              <a:off x="3097653" y="6488656"/>
              <a:ext cx="27868" cy="14754"/>
            </a:xfrm>
            <a:custGeom>
              <a:avLst/>
              <a:gdLst>
                <a:gd name="connsiteX0" fmla="*/ 13114 w 27868"/>
                <a:gd name="connsiteY0" fmla="*/ 1639 h 14754"/>
                <a:gd name="connsiteX1" fmla="*/ 11475 w 27868"/>
                <a:gd name="connsiteY1" fmla="*/ 0 h 14754"/>
                <a:gd name="connsiteX2" fmla="*/ 8197 w 27868"/>
                <a:gd name="connsiteY2" fmla="*/ 0 h 14754"/>
                <a:gd name="connsiteX3" fmla="*/ 4918 w 27868"/>
                <a:gd name="connsiteY3" fmla="*/ 0 h 14754"/>
                <a:gd name="connsiteX4" fmla="*/ 0 w 27868"/>
                <a:gd name="connsiteY4" fmla="*/ 0 h 14754"/>
                <a:gd name="connsiteX5" fmla="*/ 3279 w 27868"/>
                <a:gd name="connsiteY5" fmla="*/ 3279 h 14754"/>
                <a:gd name="connsiteX6" fmla="*/ 3279 w 27868"/>
                <a:gd name="connsiteY6" fmla="*/ 6558 h 14754"/>
                <a:gd name="connsiteX7" fmla="*/ 6557 w 27868"/>
                <a:gd name="connsiteY7" fmla="*/ 11476 h 14754"/>
                <a:gd name="connsiteX8" fmla="*/ 11475 w 27868"/>
                <a:gd name="connsiteY8" fmla="*/ 9836 h 14754"/>
                <a:gd name="connsiteX9" fmla="*/ 11475 w 27868"/>
                <a:gd name="connsiteY9" fmla="*/ 4918 h 14754"/>
                <a:gd name="connsiteX10" fmla="*/ 13114 w 27868"/>
                <a:gd name="connsiteY10" fmla="*/ 9836 h 14754"/>
                <a:gd name="connsiteX11" fmla="*/ 16393 w 27868"/>
                <a:gd name="connsiteY11" fmla="*/ 9836 h 14754"/>
                <a:gd name="connsiteX12" fmla="*/ 21311 w 27868"/>
                <a:gd name="connsiteY12" fmla="*/ 11476 h 14754"/>
                <a:gd name="connsiteX13" fmla="*/ 19672 w 27868"/>
                <a:gd name="connsiteY13" fmla="*/ 14754 h 14754"/>
                <a:gd name="connsiteX14" fmla="*/ 24590 w 27868"/>
                <a:gd name="connsiteY14" fmla="*/ 13115 h 14754"/>
                <a:gd name="connsiteX15" fmla="*/ 27869 w 27868"/>
                <a:gd name="connsiteY15" fmla="*/ 11476 h 14754"/>
                <a:gd name="connsiteX16" fmla="*/ 24590 w 27868"/>
                <a:gd name="connsiteY16" fmla="*/ 8197 h 14754"/>
                <a:gd name="connsiteX17" fmla="*/ 22951 w 27868"/>
                <a:gd name="connsiteY17" fmla="*/ 3279 h 14754"/>
                <a:gd name="connsiteX18" fmla="*/ 18033 w 27868"/>
                <a:gd name="connsiteY18" fmla="*/ 4918 h 14754"/>
                <a:gd name="connsiteX19" fmla="*/ 19672 w 27868"/>
                <a:gd name="connsiteY19" fmla="*/ 8197 h 14754"/>
                <a:gd name="connsiteX20" fmla="*/ 14754 w 27868"/>
                <a:gd name="connsiteY20" fmla="*/ 4918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868" h="14754">
                  <a:moveTo>
                    <a:pt x="13114" y="1639"/>
                  </a:moveTo>
                  <a:lnTo>
                    <a:pt x="11475" y="0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3279" y="3279"/>
                  </a:lnTo>
                  <a:lnTo>
                    <a:pt x="3279" y="6558"/>
                  </a:lnTo>
                  <a:lnTo>
                    <a:pt x="6557" y="11476"/>
                  </a:lnTo>
                  <a:lnTo>
                    <a:pt x="11475" y="9836"/>
                  </a:lnTo>
                  <a:lnTo>
                    <a:pt x="11475" y="4918"/>
                  </a:lnTo>
                  <a:lnTo>
                    <a:pt x="13114" y="9836"/>
                  </a:lnTo>
                  <a:lnTo>
                    <a:pt x="16393" y="9836"/>
                  </a:lnTo>
                  <a:lnTo>
                    <a:pt x="21311" y="11476"/>
                  </a:lnTo>
                  <a:lnTo>
                    <a:pt x="19672" y="14754"/>
                  </a:lnTo>
                  <a:lnTo>
                    <a:pt x="24590" y="13115"/>
                  </a:lnTo>
                  <a:lnTo>
                    <a:pt x="27869" y="11476"/>
                  </a:lnTo>
                  <a:lnTo>
                    <a:pt x="24590" y="8197"/>
                  </a:lnTo>
                  <a:lnTo>
                    <a:pt x="22951" y="3279"/>
                  </a:lnTo>
                  <a:lnTo>
                    <a:pt x="18033" y="4918"/>
                  </a:lnTo>
                  <a:lnTo>
                    <a:pt x="19672" y="8197"/>
                  </a:lnTo>
                  <a:lnTo>
                    <a:pt x="14754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82" name="Freeform 3981">
              <a:extLst>
                <a:ext uri="{FF2B5EF4-FFF2-40B4-BE49-F238E27FC236}">
                  <a16:creationId xmlns:a16="http://schemas.microsoft.com/office/drawing/2014/main" id="{F58DC707-E791-4D4F-A118-FC5CE5A10A08}"/>
                </a:ext>
              </a:extLst>
            </p:cNvPr>
            <p:cNvSpPr/>
            <p:nvPr/>
          </p:nvSpPr>
          <p:spPr>
            <a:xfrm>
              <a:off x="3100931" y="6518164"/>
              <a:ext cx="4918" cy="3278"/>
            </a:xfrm>
            <a:custGeom>
              <a:avLst/>
              <a:gdLst>
                <a:gd name="connsiteX0" fmla="*/ 3279 w 4918"/>
                <a:gd name="connsiteY0" fmla="*/ 3278 h 3278"/>
                <a:gd name="connsiteX1" fmla="*/ 4918 w 4918"/>
                <a:gd name="connsiteY1" fmla="*/ 0 h 3278"/>
                <a:gd name="connsiteX2" fmla="*/ 0 w 491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3279" y="3278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83" name="Freeform 3982">
              <a:extLst>
                <a:ext uri="{FF2B5EF4-FFF2-40B4-BE49-F238E27FC236}">
                  <a16:creationId xmlns:a16="http://schemas.microsoft.com/office/drawing/2014/main" id="{8B70AD7D-B693-1C4E-AD1F-C35B0B822EBF}"/>
                </a:ext>
              </a:extLst>
            </p:cNvPr>
            <p:cNvSpPr/>
            <p:nvPr/>
          </p:nvSpPr>
          <p:spPr>
            <a:xfrm>
              <a:off x="3109128" y="6500132"/>
              <a:ext cx="4918" cy="3278"/>
            </a:xfrm>
            <a:custGeom>
              <a:avLst/>
              <a:gdLst>
                <a:gd name="connsiteX0" fmla="*/ 1639 w 4918"/>
                <a:gd name="connsiteY0" fmla="*/ 0 h 3278"/>
                <a:gd name="connsiteX1" fmla="*/ 0 w 4918"/>
                <a:gd name="connsiteY1" fmla="*/ 1639 h 3278"/>
                <a:gd name="connsiteX2" fmla="*/ 4918 w 491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1639" y="0"/>
                  </a:moveTo>
                  <a:lnTo>
                    <a:pt x="0" y="163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84" name="Freeform 3983">
              <a:extLst>
                <a:ext uri="{FF2B5EF4-FFF2-40B4-BE49-F238E27FC236}">
                  <a16:creationId xmlns:a16="http://schemas.microsoft.com/office/drawing/2014/main" id="{ED268A32-3CD1-214D-823F-8D605AD1EF92}"/>
                </a:ext>
              </a:extLst>
            </p:cNvPr>
            <p:cNvSpPr/>
            <p:nvPr/>
          </p:nvSpPr>
          <p:spPr>
            <a:xfrm>
              <a:off x="3120603" y="6472263"/>
              <a:ext cx="19671" cy="26229"/>
            </a:xfrm>
            <a:custGeom>
              <a:avLst/>
              <a:gdLst>
                <a:gd name="connsiteX0" fmla="*/ 19672 w 19671"/>
                <a:gd name="connsiteY0" fmla="*/ 26229 h 26229"/>
                <a:gd name="connsiteX1" fmla="*/ 19672 w 19671"/>
                <a:gd name="connsiteY1" fmla="*/ 26229 h 26229"/>
                <a:gd name="connsiteX2" fmla="*/ 18033 w 19671"/>
                <a:gd name="connsiteY2" fmla="*/ 22951 h 26229"/>
                <a:gd name="connsiteX3" fmla="*/ 14754 w 19671"/>
                <a:gd name="connsiteY3" fmla="*/ 19672 h 26229"/>
                <a:gd name="connsiteX4" fmla="*/ 11475 w 19671"/>
                <a:gd name="connsiteY4" fmla="*/ 14754 h 26229"/>
                <a:gd name="connsiteX5" fmla="*/ 16393 w 19671"/>
                <a:gd name="connsiteY5" fmla="*/ 18033 h 26229"/>
                <a:gd name="connsiteX6" fmla="*/ 19672 w 19671"/>
                <a:gd name="connsiteY6" fmla="*/ 16393 h 26229"/>
                <a:gd name="connsiteX7" fmla="*/ 16393 w 19671"/>
                <a:gd name="connsiteY7" fmla="*/ 13115 h 26229"/>
                <a:gd name="connsiteX8" fmla="*/ 13115 w 19671"/>
                <a:gd name="connsiteY8" fmla="*/ 9836 h 26229"/>
                <a:gd name="connsiteX9" fmla="*/ 9836 w 19671"/>
                <a:gd name="connsiteY9" fmla="*/ 4918 h 26229"/>
                <a:gd name="connsiteX10" fmla="*/ 8197 w 19671"/>
                <a:gd name="connsiteY10" fmla="*/ 1639 h 26229"/>
                <a:gd name="connsiteX11" fmla="*/ 4918 w 19671"/>
                <a:gd name="connsiteY11" fmla="*/ 0 h 26229"/>
                <a:gd name="connsiteX12" fmla="*/ 3279 w 19671"/>
                <a:gd name="connsiteY12" fmla="*/ 4918 h 26229"/>
                <a:gd name="connsiteX13" fmla="*/ 4918 w 19671"/>
                <a:gd name="connsiteY13" fmla="*/ 8197 h 26229"/>
                <a:gd name="connsiteX14" fmla="*/ 8197 w 19671"/>
                <a:gd name="connsiteY14" fmla="*/ 11476 h 26229"/>
                <a:gd name="connsiteX15" fmla="*/ 3279 w 19671"/>
                <a:gd name="connsiteY15" fmla="*/ 11476 h 26229"/>
                <a:gd name="connsiteX16" fmla="*/ 0 w 19671"/>
                <a:gd name="connsiteY16" fmla="*/ 11476 h 26229"/>
                <a:gd name="connsiteX17" fmla="*/ 3279 w 19671"/>
                <a:gd name="connsiteY17" fmla="*/ 14754 h 26229"/>
                <a:gd name="connsiteX18" fmla="*/ 4918 w 19671"/>
                <a:gd name="connsiteY18" fmla="*/ 19672 h 26229"/>
                <a:gd name="connsiteX19" fmla="*/ 8197 w 19671"/>
                <a:gd name="connsiteY19" fmla="*/ 22951 h 26229"/>
                <a:gd name="connsiteX20" fmla="*/ 13115 w 19671"/>
                <a:gd name="connsiteY20" fmla="*/ 24590 h 26229"/>
                <a:gd name="connsiteX21" fmla="*/ 16393 w 19671"/>
                <a:gd name="connsiteY21" fmla="*/ 26229 h 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671" h="26229">
                  <a:moveTo>
                    <a:pt x="19672" y="26229"/>
                  </a:moveTo>
                  <a:lnTo>
                    <a:pt x="19672" y="26229"/>
                  </a:lnTo>
                  <a:lnTo>
                    <a:pt x="18033" y="22951"/>
                  </a:lnTo>
                  <a:lnTo>
                    <a:pt x="14754" y="19672"/>
                  </a:lnTo>
                  <a:lnTo>
                    <a:pt x="11475" y="14754"/>
                  </a:lnTo>
                  <a:lnTo>
                    <a:pt x="16393" y="18033"/>
                  </a:lnTo>
                  <a:lnTo>
                    <a:pt x="19672" y="16393"/>
                  </a:lnTo>
                  <a:lnTo>
                    <a:pt x="16393" y="13115"/>
                  </a:lnTo>
                  <a:lnTo>
                    <a:pt x="13115" y="9836"/>
                  </a:lnTo>
                  <a:lnTo>
                    <a:pt x="9836" y="4918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3279" y="4918"/>
                  </a:lnTo>
                  <a:lnTo>
                    <a:pt x="4918" y="8197"/>
                  </a:lnTo>
                  <a:lnTo>
                    <a:pt x="8197" y="11476"/>
                  </a:lnTo>
                  <a:lnTo>
                    <a:pt x="3279" y="11476"/>
                  </a:lnTo>
                  <a:lnTo>
                    <a:pt x="0" y="11476"/>
                  </a:lnTo>
                  <a:lnTo>
                    <a:pt x="3279" y="14754"/>
                  </a:lnTo>
                  <a:lnTo>
                    <a:pt x="4918" y="19672"/>
                  </a:lnTo>
                  <a:lnTo>
                    <a:pt x="8197" y="22951"/>
                  </a:lnTo>
                  <a:lnTo>
                    <a:pt x="13115" y="24590"/>
                  </a:lnTo>
                  <a:lnTo>
                    <a:pt x="16393" y="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85" name="Freeform 3984">
              <a:extLst>
                <a:ext uri="{FF2B5EF4-FFF2-40B4-BE49-F238E27FC236}">
                  <a16:creationId xmlns:a16="http://schemas.microsoft.com/office/drawing/2014/main" id="{CBB47EC3-57B5-B04E-A4FB-87E9AFEBD979}"/>
                </a:ext>
              </a:extLst>
            </p:cNvPr>
            <p:cNvSpPr/>
            <p:nvPr/>
          </p:nvSpPr>
          <p:spPr>
            <a:xfrm>
              <a:off x="3125521" y="6524722"/>
              <a:ext cx="14753" cy="4917"/>
            </a:xfrm>
            <a:custGeom>
              <a:avLst/>
              <a:gdLst>
                <a:gd name="connsiteX0" fmla="*/ 13115 w 14753"/>
                <a:gd name="connsiteY0" fmla="*/ 4918 h 4917"/>
                <a:gd name="connsiteX1" fmla="*/ 14754 w 14753"/>
                <a:gd name="connsiteY1" fmla="*/ 1639 h 4917"/>
                <a:gd name="connsiteX2" fmla="*/ 11475 w 14753"/>
                <a:gd name="connsiteY2" fmla="*/ 1639 h 4917"/>
                <a:gd name="connsiteX3" fmla="*/ 8197 w 14753"/>
                <a:gd name="connsiteY3" fmla="*/ 0 h 4917"/>
                <a:gd name="connsiteX4" fmla="*/ 3279 w 14753"/>
                <a:gd name="connsiteY4" fmla="*/ 0 h 4917"/>
                <a:gd name="connsiteX5" fmla="*/ 0 w 14753"/>
                <a:gd name="connsiteY5" fmla="*/ 0 h 4917"/>
                <a:gd name="connsiteX6" fmla="*/ 1639 w 14753"/>
                <a:gd name="connsiteY6" fmla="*/ 4918 h 4917"/>
                <a:gd name="connsiteX7" fmla="*/ 6557 w 14753"/>
                <a:gd name="connsiteY7" fmla="*/ 1639 h 4917"/>
                <a:gd name="connsiteX8" fmla="*/ 9836 w 14753"/>
                <a:gd name="connsiteY8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3" h="4917">
                  <a:moveTo>
                    <a:pt x="13115" y="4918"/>
                  </a:moveTo>
                  <a:lnTo>
                    <a:pt x="14754" y="1639"/>
                  </a:lnTo>
                  <a:lnTo>
                    <a:pt x="11475" y="1639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1639" y="4918"/>
                  </a:lnTo>
                  <a:lnTo>
                    <a:pt x="6557" y="1639"/>
                  </a:lnTo>
                  <a:lnTo>
                    <a:pt x="9836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86" name="Freeform 3985">
              <a:extLst>
                <a:ext uri="{FF2B5EF4-FFF2-40B4-BE49-F238E27FC236}">
                  <a16:creationId xmlns:a16="http://schemas.microsoft.com/office/drawing/2014/main" id="{07231C2B-78BF-0E45-B8BA-F8CB7279D6A9}"/>
                </a:ext>
              </a:extLst>
            </p:cNvPr>
            <p:cNvSpPr/>
            <p:nvPr/>
          </p:nvSpPr>
          <p:spPr>
            <a:xfrm>
              <a:off x="3140275" y="6491935"/>
              <a:ext cx="4918" cy="3278"/>
            </a:xfrm>
            <a:custGeom>
              <a:avLst/>
              <a:gdLst>
                <a:gd name="connsiteX0" fmla="*/ 4918 w 4918"/>
                <a:gd name="connsiteY0" fmla="*/ 3279 h 3278"/>
                <a:gd name="connsiteX1" fmla="*/ 4918 w 4918"/>
                <a:gd name="connsiteY1" fmla="*/ 0 h 3278"/>
                <a:gd name="connsiteX2" fmla="*/ 0 w 491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4918" y="3279"/>
                  </a:move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87" name="Freeform 3986">
              <a:extLst>
                <a:ext uri="{FF2B5EF4-FFF2-40B4-BE49-F238E27FC236}">
                  <a16:creationId xmlns:a16="http://schemas.microsoft.com/office/drawing/2014/main" id="{2F5B4A48-B74F-6E45-A84D-F5FA6165A070}"/>
                </a:ext>
              </a:extLst>
            </p:cNvPr>
            <p:cNvSpPr/>
            <p:nvPr/>
          </p:nvSpPr>
          <p:spPr>
            <a:xfrm>
              <a:off x="3140275" y="6526361"/>
              <a:ext cx="27868" cy="13114"/>
            </a:xfrm>
            <a:custGeom>
              <a:avLst/>
              <a:gdLst>
                <a:gd name="connsiteX0" fmla="*/ 21311 w 27868"/>
                <a:gd name="connsiteY0" fmla="*/ 13114 h 13114"/>
                <a:gd name="connsiteX1" fmla="*/ 22951 w 27868"/>
                <a:gd name="connsiteY1" fmla="*/ 13114 h 13114"/>
                <a:gd name="connsiteX2" fmla="*/ 24590 w 27868"/>
                <a:gd name="connsiteY2" fmla="*/ 8197 h 13114"/>
                <a:gd name="connsiteX3" fmla="*/ 27869 w 27868"/>
                <a:gd name="connsiteY3" fmla="*/ 9836 h 13114"/>
                <a:gd name="connsiteX4" fmla="*/ 24590 w 27868"/>
                <a:gd name="connsiteY4" fmla="*/ 6557 h 13114"/>
                <a:gd name="connsiteX5" fmla="*/ 21311 w 27868"/>
                <a:gd name="connsiteY5" fmla="*/ 6557 h 13114"/>
                <a:gd name="connsiteX6" fmla="*/ 18033 w 27868"/>
                <a:gd name="connsiteY6" fmla="*/ 6557 h 13114"/>
                <a:gd name="connsiteX7" fmla="*/ 13115 w 27868"/>
                <a:gd name="connsiteY7" fmla="*/ 4918 h 13114"/>
                <a:gd name="connsiteX8" fmla="*/ 18033 w 27868"/>
                <a:gd name="connsiteY8" fmla="*/ 4918 h 13114"/>
                <a:gd name="connsiteX9" fmla="*/ 19672 w 27868"/>
                <a:gd name="connsiteY9" fmla="*/ 0 h 13114"/>
                <a:gd name="connsiteX10" fmla="*/ 16393 w 27868"/>
                <a:gd name="connsiteY10" fmla="*/ 1639 h 13114"/>
                <a:gd name="connsiteX11" fmla="*/ 13115 w 27868"/>
                <a:gd name="connsiteY11" fmla="*/ 3278 h 13114"/>
                <a:gd name="connsiteX12" fmla="*/ 8197 w 27868"/>
                <a:gd name="connsiteY12" fmla="*/ 3278 h 13114"/>
                <a:gd name="connsiteX13" fmla="*/ 4918 w 27868"/>
                <a:gd name="connsiteY13" fmla="*/ 1639 h 13114"/>
                <a:gd name="connsiteX14" fmla="*/ 0 w 27868"/>
                <a:gd name="connsiteY14" fmla="*/ 3278 h 13114"/>
                <a:gd name="connsiteX15" fmla="*/ 3279 w 27868"/>
                <a:gd name="connsiteY15" fmla="*/ 6557 h 13114"/>
                <a:gd name="connsiteX16" fmla="*/ 6557 w 27868"/>
                <a:gd name="connsiteY16" fmla="*/ 6557 h 13114"/>
                <a:gd name="connsiteX17" fmla="*/ 11475 w 27868"/>
                <a:gd name="connsiteY17" fmla="*/ 6557 h 13114"/>
                <a:gd name="connsiteX18" fmla="*/ 14754 w 27868"/>
                <a:gd name="connsiteY18" fmla="*/ 8197 h 13114"/>
                <a:gd name="connsiteX19" fmla="*/ 18033 w 27868"/>
                <a:gd name="connsiteY19" fmla="*/ 9836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868" h="13114">
                  <a:moveTo>
                    <a:pt x="21311" y="13114"/>
                  </a:moveTo>
                  <a:lnTo>
                    <a:pt x="22951" y="13114"/>
                  </a:lnTo>
                  <a:lnTo>
                    <a:pt x="24590" y="8197"/>
                  </a:lnTo>
                  <a:lnTo>
                    <a:pt x="27869" y="9836"/>
                  </a:lnTo>
                  <a:lnTo>
                    <a:pt x="24590" y="6557"/>
                  </a:lnTo>
                  <a:lnTo>
                    <a:pt x="21311" y="6557"/>
                  </a:lnTo>
                  <a:lnTo>
                    <a:pt x="18033" y="6557"/>
                  </a:lnTo>
                  <a:lnTo>
                    <a:pt x="13115" y="4918"/>
                  </a:lnTo>
                  <a:lnTo>
                    <a:pt x="18033" y="4918"/>
                  </a:lnTo>
                  <a:lnTo>
                    <a:pt x="19672" y="0"/>
                  </a:lnTo>
                  <a:lnTo>
                    <a:pt x="16393" y="1639"/>
                  </a:lnTo>
                  <a:lnTo>
                    <a:pt x="13115" y="3278"/>
                  </a:lnTo>
                  <a:lnTo>
                    <a:pt x="8197" y="3278"/>
                  </a:lnTo>
                  <a:lnTo>
                    <a:pt x="4918" y="1639"/>
                  </a:lnTo>
                  <a:lnTo>
                    <a:pt x="0" y="3278"/>
                  </a:lnTo>
                  <a:lnTo>
                    <a:pt x="3279" y="6557"/>
                  </a:lnTo>
                  <a:lnTo>
                    <a:pt x="6557" y="6557"/>
                  </a:lnTo>
                  <a:lnTo>
                    <a:pt x="11475" y="6557"/>
                  </a:lnTo>
                  <a:lnTo>
                    <a:pt x="14754" y="8197"/>
                  </a:lnTo>
                  <a:lnTo>
                    <a:pt x="18033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88" name="Freeform 3987">
              <a:extLst>
                <a:ext uri="{FF2B5EF4-FFF2-40B4-BE49-F238E27FC236}">
                  <a16:creationId xmlns:a16="http://schemas.microsoft.com/office/drawing/2014/main" id="{B0CD2E9A-1555-6649-95EA-C354A3475ACF}"/>
                </a:ext>
              </a:extLst>
            </p:cNvPr>
            <p:cNvSpPr/>
            <p:nvPr/>
          </p:nvSpPr>
          <p:spPr>
            <a:xfrm>
              <a:off x="3141915" y="6496853"/>
              <a:ext cx="8196" cy="4918"/>
            </a:xfrm>
            <a:custGeom>
              <a:avLst/>
              <a:gdLst>
                <a:gd name="connsiteX0" fmla="*/ 6557 w 8196"/>
                <a:gd name="connsiteY0" fmla="*/ 4918 h 4918"/>
                <a:gd name="connsiteX1" fmla="*/ 8197 w 8196"/>
                <a:gd name="connsiteY1" fmla="*/ 1639 h 4918"/>
                <a:gd name="connsiteX2" fmla="*/ 3279 w 8196"/>
                <a:gd name="connsiteY2" fmla="*/ 0 h 4918"/>
                <a:gd name="connsiteX3" fmla="*/ 0 w 8196"/>
                <a:gd name="connsiteY3" fmla="*/ 1639 h 4918"/>
                <a:gd name="connsiteX4" fmla="*/ 3279 w 8196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6557" y="4918"/>
                  </a:moveTo>
                  <a:lnTo>
                    <a:pt x="8197" y="163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89" name="Freeform 3988">
              <a:extLst>
                <a:ext uri="{FF2B5EF4-FFF2-40B4-BE49-F238E27FC236}">
                  <a16:creationId xmlns:a16="http://schemas.microsoft.com/office/drawing/2014/main" id="{8CF342AD-0D3D-3445-A5E4-5C8F014BF0EC}"/>
                </a:ext>
              </a:extLst>
            </p:cNvPr>
            <p:cNvSpPr/>
            <p:nvPr/>
          </p:nvSpPr>
          <p:spPr>
            <a:xfrm>
              <a:off x="3148472" y="6524722"/>
              <a:ext cx="6557" cy="1639"/>
            </a:xfrm>
            <a:custGeom>
              <a:avLst/>
              <a:gdLst>
                <a:gd name="connsiteX0" fmla="*/ 6557 w 6557"/>
                <a:gd name="connsiteY0" fmla="*/ 0 h 1639"/>
                <a:gd name="connsiteX1" fmla="*/ 6557 w 6557"/>
                <a:gd name="connsiteY1" fmla="*/ 0 h 1639"/>
                <a:gd name="connsiteX2" fmla="*/ 3279 w 6557"/>
                <a:gd name="connsiteY2" fmla="*/ 0 h 1639"/>
                <a:gd name="connsiteX3" fmla="*/ 0 w 6557"/>
                <a:gd name="connsiteY3" fmla="*/ 1639 h 1639"/>
                <a:gd name="connsiteX4" fmla="*/ 3279 w 6557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1639">
                  <a:moveTo>
                    <a:pt x="6557" y="0"/>
                  </a:moveTo>
                  <a:lnTo>
                    <a:pt x="655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90" name="Freeform 3989">
              <a:extLst>
                <a:ext uri="{FF2B5EF4-FFF2-40B4-BE49-F238E27FC236}">
                  <a16:creationId xmlns:a16="http://schemas.microsoft.com/office/drawing/2014/main" id="{9CC9CC40-4D57-B146-8234-86477E41F33F}"/>
                </a:ext>
              </a:extLst>
            </p:cNvPr>
            <p:cNvSpPr/>
            <p:nvPr/>
          </p:nvSpPr>
          <p:spPr>
            <a:xfrm>
              <a:off x="3169783" y="6528000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0 w 3278"/>
                <a:gd name="connsiteY1" fmla="*/ 3278 h 3278"/>
                <a:gd name="connsiteX2" fmla="*/ 3279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0" y="3278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91" name="Freeform 3990">
              <a:extLst>
                <a:ext uri="{FF2B5EF4-FFF2-40B4-BE49-F238E27FC236}">
                  <a16:creationId xmlns:a16="http://schemas.microsoft.com/office/drawing/2014/main" id="{3B7AF89A-DCDE-6E48-ADD2-CAE26E09CEF8}"/>
                </a:ext>
              </a:extLst>
            </p:cNvPr>
            <p:cNvSpPr/>
            <p:nvPr/>
          </p:nvSpPr>
          <p:spPr>
            <a:xfrm>
              <a:off x="3174701" y="6539476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92" name="Freeform 3991">
              <a:extLst>
                <a:ext uri="{FF2B5EF4-FFF2-40B4-BE49-F238E27FC236}">
                  <a16:creationId xmlns:a16="http://schemas.microsoft.com/office/drawing/2014/main" id="{52A31EEA-1369-094E-B246-89E8E84B0D60}"/>
                </a:ext>
              </a:extLst>
            </p:cNvPr>
            <p:cNvSpPr/>
            <p:nvPr/>
          </p:nvSpPr>
          <p:spPr>
            <a:xfrm>
              <a:off x="3174701" y="6541115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1639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93" name="Freeform 3992">
              <a:extLst>
                <a:ext uri="{FF2B5EF4-FFF2-40B4-BE49-F238E27FC236}">
                  <a16:creationId xmlns:a16="http://schemas.microsoft.com/office/drawing/2014/main" id="{FF56D04C-D7BF-3643-91E4-FF8CCD18EEFB}"/>
                </a:ext>
              </a:extLst>
            </p:cNvPr>
            <p:cNvSpPr/>
            <p:nvPr/>
          </p:nvSpPr>
          <p:spPr>
            <a:xfrm>
              <a:off x="3174701" y="6526361"/>
              <a:ext cx="22950" cy="6557"/>
            </a:xfrm>
            <a:custGeom>
              <a:avLst/>
              <a:gdLst>
                <a:gd name="connsiteX0" fmla="*/ 3279 w 22950"/>
                <a:gd name="connsiteY0" fmla="*/ 6557 h 6557"/>
                <a:gd name="connsiteX1" fmla="*/ 6557 w 22950"/>
                <a:gd name="connsiteY1" fmla="*/ 6557 h 6557"/>
                <a:gd name="connsiteX2" fmla="*/ 11475 w 22950"/>
                <a:gd name="connsiteY2" fmla="*/ 6557 h 6557"/>
                <a:gd name="connsiteX3" fmla="*/ 14754 w 22950"/>
                <a:gd name="connsiteY3" fmla="*/ 4918 h 6557"/>
                <a:gd name="connsiteX4" fmla="*/ 18033 w 22950"/>
                <a:gd name="connsiteY4" fmla="*/ 4918 h 6557"/>
                <a:gd name="connsiteX5" fmla="*/ 22951 w 22950"/>
                <a:gd name="connsiteY5" fmla="*/ 1639 h 6557"/>
                <a:gd name="connsiteX6" fmla="*/ 19672 w 22950"/>
                <a:gd name="connsiteY6" fmla="*/ 1639 h 6557"/>
                <a:gd name="connsiteX7" fmla="*/ 14754 w 22950"/>
                <a:gd name="connsiteY7" fmla="*/ 1639 h 6557"/>
                <a:gd name="connsiteX8" fmla="*/ 11475 w 22950"/>
                <a:gd name="connsiteY8" fmla="*/ 0 h 6557"/>
                <a:gd name="connsiteX9" fmla="*/ 8197 w 22950"/>
                <a:gd name="connsiteY9" fmla="*/ 3278 h 6557"/>
                <a:gd name="connsiteX10" fmla="*/ 3279 w 22950"/>
                <a:gd name="connsiteY10" fmla="*/ 1639 h 6557"/>
                <a:gd name="connsiteX11" fmla="*/ 0 w 22950"/>
                <a:gd name="connsiteY11" fmla="*/ 327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950" h="6557">
                  <a:moveTo>
                    <a:pt x="3279" y="6557"/>
                  </a:moveTo>
                  <a:lnTo>
                    <a:pt x="6557" y="6557"/>
                  </a:lnTo>
                  <a:lnTo>
                    <a:pt x="11475" y="6557"/>
                  </a:lnTo>
                  <a:lnTo>
                    <a:pt x="14754" y="4918"/>
                  </a:lnTo>
                  <a:lnTo>
                    <a:pt x="18033" y="4918"/>
                  </a:lnTo>
                  <a:lnTo>
                    <a:pt x="22951" y="1639"/>
                  </a:lnTo>
                  <a:lnTo>
                    <a:pt x="19672" y="1639"/>
                  </a:lnTo>
                  <a:lnTo>
                    <a:pt x="14754" y="1639"/>
                  </a:lnTo>
                  <a:lnTo>
                    <a:pt x="11475" y="0"/>
                  </a:lnTo>
                  <a:lnTo>
                    <a:pt x="8197" y="3278"/>
                  </a:lnTo>
                  <a:lnTo>
                    <a:pt x="3279" y="1639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94" name="Freeform 3993">
              <a:extLst>
                <a:ext uri="{FF2B5EF4-FFF2-40B4-BE49-F238E27FC236}">
                  <a16:creationId xmlns:a16="http://schemas.microsoft.com/office/drawing/2014/main" id="{0891916E-EB1B-0B41-82A5-589E8F945797}"/>
                </a:ext>
              </a:extLst>
            </p:cNvPr>
            <p:cNvSpPr/>
            <p:nvPr/>
          </p:nvSpPr>
          <p:spPr>
            <a:xfrm>
              <a:off x="3176341" y="6528000"/>
              <a:ext cx="75409" cy="31147"/>
            </a:xfrm>
            <a:custGeom>
              <a:avLst/>
              <a:gdLst>
                <a:gd name="connsiteX0" fmla="*/ 0 w 75409"/>
                <a:gd name="connsiteY0" fmla="*/ 8197 h 31147"/>
                <a:gd name="connsiteX1" fmla="*/ 1639 w 75409"/>
                <a:gd name="connsiteY1" fmla="*/ 9836 h 31147"/>
                <a:gd name="connsiteX2" fmla="*/ 3279 w 75409"/>
                <a:gd name="connsiteY2" fmla="*/ 9836 h 31147"/>
                <a:gd name="connsiteX3" fmla="*/ 6557 w 75409"/>
                <a:gd name="connsiteY3" fmla="*/ 9836 h 31147"/>
                <a:gd name="connsiteX4" fmla="*/ 8197 w 75409"/>
                <a:gd name="connsiteY4" fmla="*/ 13114 h 31147"/>
                <a:gd name="connsiteX5" fmla="*/ 11476 w 75409"/>
                <a:gd name="connsiteY5" fmla="*/ 13114 h 31147"/>
                <a:gd name="connsiteX6" fmla="*/ 14754 w 75409"/>
                <a:gd name="connsiteY6" fmla="*/ 13114 h 31147"/>
                <a:gd name="connsiteX7" fmla="*/ 14754 w 75409"/>
                <a:gd name="connsiteY7" fmla="*/ 16393 h 31147"/>
                <a:gd name="connsiteX8" fmla="*/ 18033 w 75409"/>
                <a:gd name="connsiteY8" fmla="*/ 18032 h 31147"/>
                <a:gd name="connsiteX9" fmla="*/ 21311 w 75409"/>
                <a:gd name="connsiteY9" fmla="*/ 19672 h 31147"/>
                <a:gd name="connsiteX10" fmla="*/ 24590 w 75409"/>
                <a:gd name="connsiteY10" fmla="*/ 22951 h 31147"/>
                <a:gd name="connsiteX11" fmla="*/ 29508 w 75409"/>
                <a:gd name="connsiteY11" fmla="*/ 22951 h 31147"/>
                <a:gd name="connsiteX12" fmla="*/ 32787 w 75409"/>
                <a:gd name="connsiteY12" fmla="*/ 21311 h 31147"/>
                <a:gd name="connsiteX13" fmla="*/ 29508 w 75409"/>
                <a:gd name="connsiteY13" fmla="*/ 18032 h 31147"/>
                <a:gd name="connsiteX14" fmla="*/ 24590 w 75409"/>
                <a:gd name="connsiteY14" fmla="*/ 16393 h 31147"/>
                <a:gd name="connsiteX15" fmla="*/ 21311 w 75409"/>
                <a:gd name="connsiteY15" fmla="*/ 13114 h 31147"/>
                <a:gd name="connsiteX16" fmla="*/ 24590 w 75409"/>
                <a:gd name="connsiteY16" fmla="*/ 11475 h 31147"/>
                <a:gd name="connsiteX17" fmla="*/ 21311 w 75409"/>
                <a:gd name="connsiteY17" fmla="*/ 9836 h 31147"/>
                <a:gd name="connsiteX18" fmla="*/ 24590 w 75409"/>
                <a:gd name="connsiteY18" fmla="*/ 8197 h 31147"/>
                <a:gd name="connsiteX19" fmla="*/ 27869 w 75409"/>
                <a:gd name="connsiteY19" fmla="*/ 13114 h 31147"/>
                <a:gd name="connsiteX20" fmla="*/ 32787 w 75409"/>
                <a:gd name="connsiteY20" fmla="*/ 13114 h 31147"/>
                <a:gd name="connsiteX21" fmla="*/ 36066 w 75409"/>
                <a:gd name="connsiteY21" fmla="*/ 14754 h 31147"/>
                <a:gd name="connsiteX22" fmla="*/ 39344 w 75409"/>
                <a:gd name="connsiteY22" fmla="*/ 14754 h 31147"/>
                <a:gd name="connsiteX23" fmla="*/ 40983 w 75409"/>
                <a:gd name="connsiteY23" fmla="*/ 18032 h 31147"/>
                <a:gd name="connsiteX24" fmla="*/ 44262 w 75409"/>
                <a:gd name="connsiteY24" fmla="*/ 18032 h 31147"/>
                <a:gd name="connsiteX25" fmla="*/ 42623 w 75409"/>
                <a:gd name="connsiteY25" fmla="*/ 22951 h 31147"/>
                <a:gd name="connsiteX26" fmla="*/ 47541 w 75409"/>
                <a:gd name="connsiteY26" fmla="*/ 21311 h 31147"/>
                <a:gd name="connsiteX27" fmla="*/ 50820 w 75409"/>
                <a:gd name="connsiteY27" fmla="*/ 22951 h 31147"/>
                <a:gd name="connsiteX28" fmla="*/ 54098 w 75409"/>
                <a:gd name="connsiteY28" fmla="*/ 22951 h 31147"/>
                <a:gd name="connsiteX29" fmla="*/ 57377 w 75409"/>
                <a:gd name="connsiteY29" fmla="*/ 24590 h 31147"/>
                <a:gd name="connsiteX30" fmla="*/ 62295 w 75409"/>
                <a:gd name="connsiteY30" fmla="*/ 22951 h 31147"/>
                <a:gd name="connsiteX31" fmla="*/ 65573 w 75409"/>
                <a:gd name="connsiteY31" fmla="*/ 24590 h 31147"/>
                <a:gd name="connsiteX32" fmla="*/ 67213 w 75409"/>
                <a:gd name="connsiteY32" fmla="*/ 29508 h 31147"/>
                <a:gd name="connsiteX33" fmla="*/ 72131 w 75409"/>
                <a:gd name="connsiteY33" fmla="*/ 31147 h 31147"/>
                <a:gd name="connsiteX34" fmla="*/ 75410 w 75409"/>
                <a:gd name="connsiteY34" fmla="*/ 29508 h 31147"/>
                <a:gd name="connsiteX35" fmla="*/ 72131 w 75409"/>
                <a:gd name="connsiteY35" fmla="*/ 26229 h 31147"/>
                <a:gd name="connsiteX36" fmla="*/ 68852 w 75409"/>
                <a:gd name="connsiteY36" fmla="*/ 22951 h 31147"/>
                <a:gd name="connsiteX37" fmla="*/ 65573 w 75409"/>
                <a:gd name="connsiteY37" fmla="*/ 19672 h 31147"/>
                <a:gd name="connsiteX38" fmla="*/ 62295 w 75409"/>
                <a:gd name="connsiteY38" fmla="*/ 19672 h 31147"/>
                <a:gd name="connsiteX39" fmla="*/ 57377 w 75409"/>
                <a:gd name="connsiteY39" fmla="*/ 18032 h 31147"/>
                <a:gd name="connsiteX40" fmla="*/ 54098 w 75409"/>
                <a:gd name="connsiteY40" fmla="*/ 16393 h 31147"/>
                <a:gd name="connsiteX41" fmla="*/ 50820 w 75409"/>
                <a:gd name="connsiteY41" fmla="*/ 16393 h 31147"/>
                <a:gd name="connsiteX42" fmla="*/ 45901 w 75409"/>
                <a:gd name="connsiteY42" fmla="*/ 14754 h 31147"/>
                <a:gd name="connsiteX43" fmla="*/ 50820 w 75409"/>
                <a:gd name="connsiteY43" fmla="*/ 16393 h 31147"/>
                <a:gd name="connsiteX44" fmla="*/ 54098 w 75409"/>
                <a:gd name="connsiteY44" fmla="*/ 14754 h 31147"/>
                <a:gd name="connsiteX45" fmla="*/ 57377 w 75409"/>
                <a:gd name="connsiteY45" fmla="*/ 14754 h 31147"/>
                <a:gd name="connsiteX46" fmla="*/ 60656 w 75409"/>
                <a:gd name="connsiteY46" fmla="*/ 14754 h 31147"/>
                <a:gd name="connsiteX47" fmla="*/ 57377 w 75409"/>
                <a:gd name="connsiteY47" fmla="*/ 13114 h 31147"/>
                <a:gd name="connsiteX48" fmla="*/ 54098 w 75409"/>
                <a:gd name="connsiteY48" fmla="*/ 11475 h 31147"/>
                <a:gd name="connsiteX49" fmla="*/ 50820 w 75409"/>
                <a:gd name="connsiteY49" fmla="*/ 11475 h 31147"/>
                <a:gd name="connsiteX50" fmla="*/ 45901 w 75409"/>
                <a:gd name="connsiteY50" fmla="*/ 11475 h 31147"/>
                <a:gd name="connsiteX51" fmla="*/ 42623 w 75409"/>
                <a:gd name="connsiteY51" fmla="*/ 9836 h 31147"/>
                <a:gd name="connsiteX52" fmla="*/ 39344 w 75409"/>
                <a:gd name="connsiteY52" fmla="*/ 9836 h 31147"/>
                <a:gd name="connsiteX53" fmla="*/ 34426 w 75409"/>
                <a:gd name="connsiteY53" fmla="*/ 8197 h 31147"/>
                <a:gd name="connsiteX54" fmla="*/ 31148 w 75409"/>
                <a:gd name="connsiteY54" fmla="*/ 4918 h 31147"/>
                <a:gd name="connsiteX55" fmla="*/ 34426 w 75409"/>
                <a:gd name="connsiteY55" fmla="*/ 6557 h 31147"/>
                <a:gd name="connsiteX56" fmla="*/ 37705 w 75409"/>
                <a:gd name="connsiteY56" fmla="*/ 8197 h 31147"/>
                <a:gd name="connsiteX57" fmla="*/ 42623 w 75409"/>
                <a:gd name="connsiteY57" fmla="*/ 8197 h 31147"/>
                <a:gd name="connsiteX58" fmla="*/ 45901 w 75409"/>
                <a:gd name="connsiteY58" fmla="*/ 6557 h 31147"/>
                <a:gd name="connsiteX59" fmla="*/ 50820 w 75409"/>
                <a:gd name="connsiteY59" fmla="*/ 6557 h 31147"/>
                <a:gd name="connsiteX60" fmla="*/ 50820 w 75409"/>
                <a:gd name="connsiteY60" fmla="*/ 3278 h 31147"/>
                <a:gd name="connsiteX61" fmla="*/ 47541 w 75409"/>
                <a:gd name="connsiteY61" fmla="*/ 1639 h 31147"/>
                <a:gd name="connsiteX62" fmla="*/ 44262 w 75409"/>
                <a:gd name="connsiteY62" fmla="*/ 0 h 31147"/>
                <a:gd name="connsiteX63" fmla="*/ 39344 w 75409"/>
                <a:gd name="connsiteY63" fmla="*/ 1639 h 31147"/>
                <a:gd name="connsiteX64" fmla="*/ 36066 w 75409"/>
                <a:gd name="connsiteY64" fmla="*/ 1639 h 31147"/>
                <a:gd name="connsiteX65" fmla="*/ 31148 w 75409"/>
                <a:gd name="connsiteY65" fmla="*/ 1639 h 31147"/>
                <a:gd name="connsiteX66" fmla="*/ 27869 w 75409"/>
                <a:gd name="connsiteY66" fmla="*/ 3278 h 31147"/>
                <a:gd name="connsiteX67" fmla="*/ 24590 w 75409"/>
                <a:gd name="connsiteY67" fmla="*/ 3278 h 31147"/>
                <a:gd name="connsiteX68" fmla="*/ 21311 w 75409"/>
                <a:gd name="connsiteY68" fmla="*/ 3278 h 31147"/>
                <a:gd name="connsiteX69" fmla="*/ 18033 w 75409"/>
                <a:gd name="connsiteY69" fmla="*/ 4918 h 31147"/>
                <a:gd name="connsiteX70" fmla="*/ 13115 w 75409"/>
                <a:gd name="connsiteY70" fmla="*/ 4918 h 31147"/>
                <a:gd name="connsiteX71" fmla="*/ 14754 w 75409"/>
                <a:gd name="connsiteY71" fmla="*/ 8197 h 31147"/>
                <a:gd name="connsiteX72" fmla="*/ 11476 w 75409"/>
                <a:gd name="connsiteY72" fmla="*/ 4918 h 31147"/>
                <a:gd name="connsiteX73" fmla="*/ 8197 w 75409"/>
                <a:gd name="connsiteY73" fmla="*/ 4918 h 31147"/>
                <a:gd name="connsiteX74" fmla="*/ 4918 w 75409"/>
                <a:gd name="connsiteY74" fmla="*/ 6557 h 3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75409" h="31147">
                  <a:moveTo>
                    <a:pt x="0" y="8197"/>
                  </a:moveTo>
                  <a:lnTo>
                    <a:pt x="1639" y="9836"/>
                  </a:lnTo>
                  <a:lnTo>
                    <a:pt x="3279" y="9836"/>
                  </a:lnTo>
                  <a:lnTo>
                    <a:pt x="6557" y="9836"/>
                  </a:lnTo>
                  <a:lnTo>
                    <a:pt x="8197" y="13114"/>
                  </a:lnTo>
                  <a:lnTo>
                    <a:pt x="11476" y="13114"/>
                  </a:lnTo>
                  <a:lnTo>
                    <a:pt x="14754" y="13114"/>
                  </a:lnTo>
                  <a:lnTo>
                    <a:pt x="14754" y="16393"/>
                  </a:lnTo>
                  <a:lnTo>
                    <a:pt x="18033" y="18032"/>
                  </a:lnTo>
                  <a:lnTo>
                    <a:pt x="21311" y="19672"/>
                  </a:lnTo>
                  <a:lnTo>
                    <a:pt x="24590" y="22951"/>
                  </a:lnTo>
                  <a:lnTo>
                    <a:pt x="29508" y="22951"/>
                  </a:lnTo>
                  <a:lnTo>
                    <a:pt x="32787" y="21311"/>
                  </a:lnTo>
                  <a:lnTo>
                    <a:pt x="29508" y="18032"/>
                  </a:lnTo>
                  <a:lnTo>
                    <a:pt x="24590" y="16393"/>
                  </a:lnTo>
                  <a:lnTo>
                    <a:pt x="21311" y="13114"/>
                  </a:lnTo>
                  <a:lnTo>
                    <a:pt x="24590" y="11475"/>
                  </a:lnTo>
                  <a:lnTo>
                    <a:pt x="21311" y="9836"/>
                  </a:lnTo>
                  <a:lnTo>
                    <a:pt x="24590" y="8197"/>
                  </a:lnTo>
                  <a:lnTo>
                    <a:pt x="27869" y="13114"/>
                  </a:lnTo>
                  <a:lnTo>
                    <a:pt x="32787" y="13114"/>
                  </a:lnTo>
                  <a:lnTo>
                    <a:pt x="36066" y="14754"/>
                  </a:lnTo>
                  <a:lnTo>
                    <a:pt x="39344" y="14754"/>
                  </a:lnTo>
                  <a:lnTo>
                    <a:pt x="40983" y="18032"/>
                  </a:lnTo>
                  <a:lnTo>
                    <a:pt x="44262" y="18032"/>
                  </a:lnTo>
                  <a:lnTo>
                    <a:pt x="42623" y="22951"/>
                  </a:lnTo>
                  <a:lnTo>
                    <a:pt x="47541" y="21311"/>
                  </a:lnTo>
                  <a:lnTo>
                    <a:pt x="50820" y="22951"/>
                  </a:lnTo>
                  <a:lnTo>
                    <a:pt x="54098" y="22951"/>
                  </a:lnTo>
                  <a:lnTo>
                    <a:pt x="57377" y="24590"/>
                  </a:lnTo>
                  <a:lnTo>
                    <a:pt x="62295" y="22951"/>
                  </a:lnTo>
                  <a:lnTo>
                    <a:pt x="65573" y="24590"/>
                  </a:lnTo>
                  <a:lnTo>
                    <a:pt x="67213" y="29508"/>
                  </a:lnTo>
                  <a:lnTo>
                    <a:pt x="72131" y="31147"/>
                  </a:lnTo>
                  <a:lnTo>
                    <a:pt x="75410" y="29508"/>
                  </a:lnTo>
                  <a:lnTo>
                    <a:pt x="72131" y="26229"/>
                  </a:lnTo>
                  <a:lnTo>
                    <a:pt x="68852" y="22951"/>
                  </a:lnTo>
                  <a:lnTo>
                    <a:pt x="65573" y="19672"/>
                  </a:lnTo>
                  <a:lnTo>
                    <a:pt x="62295" y="19672"/>
                  </a:lnTo>
                  <a:lnTo>
                    <a:pt x="57377" y="18032"/>
                  </a:lnTo>
                  <a:lnTo>
                    <a:pt x="54098" y="16393"/>
                  </a:lnTo>
                  <a:lnTo>
                    <a:pt x="50820" y="16393"/>
                  </a:lnTo>
                  <a:lnTo>
                    <a:pt x="45901" y="14754"/>
                  </a:lnTo>
                  <a:lnTo>
                    <a:pt x="50820" y="16393"/>
                  </a:lnTo>
                  <a:lnTo>
                    <a:pt x="54098" y="14754"/>
                  </a:lnTo>
                  <a:lnTo>
                    <a:pt x="57377" y="14754"/>
                  </a:lnTo>
                  <a:lnTo>
                    <a:pt x="60656" y="14754"/>
                  </a:lnTo>
                  <a:lnTo>
                    <a:pt x="57377" y="13114"/>
                  </a:lnTo>
                  <a:lnTo>
                    <a:pt x="54098" y="11475"/>
                  </a:lnTo>
                  <a:lnTo>
                    <a:pt x="50820" y="11475"/>
                  </a:lnTo>
                  <a:lnTo>
                    <a:pt x="45901" y="11475"/>
                  </a:lnTo>
                  <a:lnTo>
                    <a:pt x="42623" y="9836"/>
                  </a:lnTo>
                  <a:lnTo>
                    <a:pt x="39344" y="9836"/>
                  </a:lnTo>
                  <a:lnTo>
                    <a:pt x="34426" y="8197"/>
                  </a:lnTo>
                  <a:lnTo>
                    <a:pt x="31148" y="4918"/>
                  </a:lnTo>
                  <a:lnTo>
                    <a:pt x="34426" y="6557"/>
                  </a:lnTo>
                  <a:lnTo>
                    <a:pt x="37705" y="8197"/>
                  </a:lnTo>
                  <a:lnTo>
                    <a:pt x="42623" y="8197"/>
                  </a:lnTo>
                  <a:lnTo>
                    <a:pt x="45901" y="6557"/>
                  </a:lnTo>
                  <a:lnTo>
                    <a:pt x="50820" y="6557"/>
                  </a:lnTo>
                  <a:lnTo>
                    <a:pt x="50820" y="3278"/>
                  </a:lnTo>
                  <a:lnTo>
                    <a:pt x="47541" y="1639"/>
                  </a:lnTo>
                  <a:lnTo>
                    <a:pt x="44262" y="0"/>
                  </a:lnTo>
                  <a:lnTo>
                    <a:pt x="39344" y="1639"/>
                  </a:lnTo>
                  <a:lnTo>
                    <a:pt x="36066" y="1639"/>
                  </a:lnTo>
                  <a:lnTo>
                    <a:pt x="31148" y="1639"/>
                  </a:lnTo>
                  <a:lnTo>
                    <a:pt x="27869" y="3278"/>
                  </a:lnTo>
                  <a:lnTo>
                    <a:pt x="24590" y="3278"/>
                  </a:lnTo>
                  <a:lnTo>
                    <a:pt x="21311" y="3278"/>
                  </a:lnTo>
                  <a:lnTo>
                    <a:pt x="18033" y="4918"/>
                  </a:lnTo>
                  <a:lnTo>
                    <a:pt x="13115" y="4918"/>
                  </a:lnTo>
                  <a:lnTo>
                    <a:pt x="14754" y="8197"/>
                  </a:lnTo>
                  <a:lnTo>
                    <a:pt x="11476" y="4918"/>
                  </a:lnTo>
                  <a:lnTo>
                    <a:pt x="8197" y="4918"/>
                  </a:lnTo>
                  <a:lnTo>
                    <a:pt x="491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95" name="Freeform 3994">
              <a:extLst>
                <a:ext uri="{FF2B5EF4-FFF2-40B4-BE49-F238E27FC236}">
                  <a16:creationId xmlns:a16="http://schemas.microsoft.com/office/drawing/2014/main" id="{B4C487C8-F399-EF45-B6D2-3A53CFF1EEFD}"/>
                </a:ext>
              </a:extLst>
            </p:cNvPr>
            <p:cNvSpPr/>
            <p:nvPr/>
          </p:nvSpPr>
          <p:spPr>
            <a:xfrm>
              <a:off x="3177980" y="6544394"/>
              <a:ext cx="4918" cy="3278"/>
            </a:xfrm>
            <a:custGeom>
              <a:avLst/>
              <a:gdLst>
                <a:gd name="connsiteX0" fmla="*/ 3279 w 4918"/>
                <a:gd name="connsiteY0" fmla="*/ 0 h 3278"/>
                <a:gd name="connsiteX1" fmla="*/ 0 w 4918"/>
                <a:gd name="connsiteY1" fmla="*/ 0 h 3278"/>
                <a:gd name="connsiteX2" fmla="*/ 4918 w 4918"/>
                <a:gd name="connsiteY2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3279" y="0"/>
                  </a:moveTo>
                  <a:lnTo>
                    <a:pt x="0" y="0"/>
                  </a:lnTo>
                  <a:lnTo>
                    <a:pt x="4918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96" name="Freeform 3995">
              <a:extLst>
                <a:ext uri="{FF2B5EF4-FFF2-40B4-BE49-F238E27FC236}">
                  <a16:creationId xmlns:a16="http://schemas.microsoft.com/office/drawing/2014/main" id="{D29B3A14-A57B-884B-824C-461574352F28}"/>
                </a:ext>
              </a:extLst>
            </p:cNvPr>
            <p:cNvSpPr/>
            <p:nvPr/>
          </p:nvSpPr>
          <p:spPr>
            <a:xfrm>
              <a:off x="3187816" y="6546033"/>
              <a:ext cx="4917" cy="1639"/>
            </a:xfrm>
            <a:custGeom>
              <a:avLst/>
              <a:gdLst>
                <a:gd name="connsiteX0" fmla="*/ 4918 w 4917"/>
                <a:gd name="connsiteY0" fmla="*/ 1639 h 1639"/>
                <a:gd name="connsiteX1" fmla="*/ 4918 w 4917"/>
                <a:gd name="connsiteY1" fmla="*/ 0 h 1639"/>
                <a:gd name="connsiteX2" fmla="*/ 0 w 4917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4918" y="1639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97" name="Freeform 3996">
              <a:extLst>
                <a:ext uri="{FF2B5EF4-FFF2-40B4-BE49-F238E27FC236}">
                  <a16:creationId xmlns:a16="http://schemas.microsoft.com/office/drawing/2014/main" id="{CD19CDA0-9281-C649-8924-E7B698A518DF}"/>
                </a:ext>
              </a:extLst>
            </p:cNvPr>
            <p:cNvSpPr/>
            <p:nvPr/>
          </p:nvSpPr>
          <p:spPr>
            <a:xfrm>
              <a:off x="3196013" y="6547672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1639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98" name="Freeform 3997">
              <a:extLst>
                <a:ext uri="{FF2B5EF4-FFF2-40B4-BE49-F238E27FC236}">
                  <a16:creationId xmlns:a16="http://schemas.microsoft.com/office/drawing/2014/main" id="{E59028F6-1716-4149-950B-3F243B53AE79}"/>
                </a:ext>
              </a:extLst>
            </p:cNvPr>
            <p:cNvSpPr/>
            <p:nvPr/>
          </p:nvSpPr>
          <p:spPr>
            <a:xfrm>
              <a:off x="3228800" y="6528000"/>
              <a:ext cx="42622" cy="16393"/>
            </a:xfrm>
            <a:custGeom>
              <a:avLst/>
              <a:gdLst>
                <a:gd name="connsiteX0" fmla="*/ 42623 w 42622"/>
                <a:gd name="connsiteY0" fmla="*/ 8197 h 16393"/>
                <a:gd name="connsiteX1" fmla="*/ 40983 w 42622"/>
                <a:gd name="connsiteY1" fmla="*/ 6557 h 16393"/>
                <a:gd name="connsiteX2" fmla="*/ 37705 w 42622"/>
                <a:gd name="connsiteY2" fmla="*/ 3278 h 16393"/>
                <a:gd name="connsiteX3" fmla="*/ 34426 w 42622"/>
                <a:gd name="connsiteY3" fmla="*/ 1639 h 16393"/>
                <a:gd name="connsiteX4" fmla="*/ 29508 w 42622"/>
                <a:gd name="connsiteY4" fmla="*/ 0 h 16393"/>
                <a:gd name="connsiteX5" fmla="*/ 26229 w 42622"/>
                <a:gd name="connsiteY5" fmla="*/ 0 h 16393"/>
                <a:gd name="connsiteX6" fmla="*/ 22951 w 42622"/>
                <a:gd name="connsiteY6" fmla="*/ 0 h 16393"/>
                <a:gd name="connsiteX7" fmla="*/ 18033 w 42622"/>
                <a:gd name="connsiteY7" fmla="*/ 0 h 16393"/>
                <a:gd name="connsiteX8" fmla="*/ 14754 w 42622"/>
                <a:gd name="connsiteY8" fmla="*/ 0 h 16393"/>
                <a:gd name="connsiteX9" fmla="*/ 11475 w 42622"/>
                <a:gd name="connsiteY9" fmla="*/ 0 h 16393"/>
                <a:gd name="connsiteX10" fmla="*/ 8197 w 42622"/>
                <a:gd name="connsiteY10" fmla="*/ 0 h 16393"/>
                <a:gd name="connsiteX11" fmla="*/ 3279 w 42622"/>
                <a:gd name="connsiteY11" fmla="*/ 0 h 16393"/>
                <a:gd name="connsiteX12" fmla="*/ 0 w 42622"/>
                <a:gd name="connsiteY12" fmla="*/ 3278 h 16393"/>
                <a:gd name="connsiteX13" fmla="*/ 3279 w 42622"/>
                <a:gd name="connsiteY13" fmla="*/ 1639 h 16393"/>
                <a:gd name="connsiteX14" fmla="*/ 6557 w 42622"/>
                <a:gd name="connsiteY14" fmla="*/ 6557 h 16393"/>
                <a:gd name="connsiteX15" fmla="*/ 8197 w 42622"/>
                <a:gd name="connsiteY15" fmla="*/ 9836 h 16393"/>
                <a:gd name="connsiteX16" fmla="*/ 11475 w 42622"/>
                <a:gd name="connsiteY16" fmla="*/ 13114 h 16393"/>
                <a:gd name="connsiteX17" fmla="*/ 16393 w 42622"/>
                <a:gd name="connsiteY17" fmla="*/ 11475 h 16393"/>
                <a:gd name="connsiteX18" fmla="*/ 19672 w 42622"/>
                <a:gd name="connsiteY18" fmla="*/ 11475 h 16393"/>
                <a:gd name="connsiteX19" fmla="*/ 22951 w 42622"/>
                <a:gd name="connsiteY19" fmla="*/ 13114 h 16393"/>
                <a:gd name="connsiteX20" fmla="*/ 19672 w 42622"/>
                <a:gd name="connsiteY20" fmla="*/ 13114 h 16393"/>
                <a:gd name="connsiteX21" fmla="*/ 22951 w 42622"/>
                <a:gd name="connsiteY21" fmla="*/ 13114 h 16393"/>
                <a:gd name="connsiteX22" fmla="*/ 26229 w 42622"/>
                <a:gd name="connsiteY22" fmla="*/ 14754 h 16393"/>
                <a:gd name="connsiteX23" fmla="*/ 27869 w 42622"/>
                <a:gd name="connsiteY23" fmla="*/ 9836 h 16393"/>
                <a:gd name="connsiteX24" fmla="*/ 31147 w 42622"/>
                <a:gd name="connsiteY24" fmla="*/ 11475 h 16393"/>
                <a:gd name="connsiteX25" fmla="*/ 32787 w 42622"/>
                <a:gd name="connsiteY25" fmla="*/ 14754 h 16393"/>
                <a:gd name="connsiteX26" fmla="*/ 37705 w 42622"/>
                <a:gd name="connsiteY26" fmla="*/ 16393 h 16393"/>
                <a:gd name="connsiteX27" fmla="*/ 40983 w 42622"/>
                <a:gd name="connsiteY27" fmla="*/ 14754 h 16393"/>
                <a:gd name="connsiteX28" fmla="*/ 42623 w 42622"/>
                <a:gd name="connsiteY28" fmla="*/ 11475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2622" h="16393">
                  <a:moveTo>
                    <a:pt x="42623" y="8197"/>
                  </a:moveTo>
                  <a:lnTo>
                    <a:pt x="40983" y="6557"/>
                  </a:lnTo>
                  <a:lnTo>
                    <a:pt x="37705" y="3278"/>
                  </a:lnTo>
                  <a:lnTo>
                    <a:pt x="34426" y="1639"/>
                  </a:lnTo>
                  <a:lnTo>
                    <a:pt x="29508" y="0"/>
                  </a:lnTo>
                  <a:lnTo>
                    <a:pt x="26229" y="0"/>
                  </a:lnTo>
                  <a:lnTo>
                    <a:pt x="22951" y="0"/>
                  </a:lnTo>
                  <a:lnTo>
                    <a:pt x="18033" y="0"/>
                  </a:lnTo>
                  <a:lnTo>
                    <a:pt x="14754" y="0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3278"/>
                  </a:lnTo>
                  <a:lnTo>
                    <a:pt x="3279" y="1639"/>
                  </a:lnTo>
                  <a:lnTo>
                    <a:pt x="6557" y="6557"/>
                  </a:lnTo>
                  <a:lnTo>
                    <a:pt x="8197" y="9836"/>
                  </a:lnTo>
                  <a:lnTo>
                    <a:pt x="11475" y="13114"/>
                  </a:lnTo>
                  <a:lnTo>
                    <a:pt x="16393" y="11475"/>
                  </a:lnTo>
                  <a:lnTo>
                    <a:pt x="19672" y="11475"/>
                  </a:lnTo>
                  <a:lnTo>
                    <a:pt x="22951" y="13114"/>
                  </a:lnTo>
                  <a:lnTo>
                    <a:pt x="19672" y="13114"/>
                  </a:lnTo>
                  <a:lnTo>
                    <a:pt x="22951" y="13114"/>
                  </a:lnTo>
                  <a:lnTo>
                    <a:pt x="26229" y="14754"/>
                  </a:lnTo>
                  <a:lnTo>
                    <a:pt x="27869" y="9836"/>
                  </a:lnTo>
                  <a:lnTo>
                    <a:pt x="31147" y="11475"/>
                  </a:lnTo>
                  <a:lnTo>
                    <a:pt x="32787" y="14754"/>
                  </a:lnTo>
                  <a:lnTo>
                    <a:pt x="37705" y="16393"/>
                  </a:lnTo>
                  <a:lnTo>
                    <a:pt x="40983" y="14754"/>
                  </a:lnTo>
                  <a:lnTo>
                    <a:pt x="42623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99" name="Freeform 3998">
              <a:extLst>
                <a:ext uri="{FF2B5EF4-FFF2-40B4-BE49-F238E27FC236}">
                  <a16:creationId xmlns:a16="http://schemas.microsoft.com/office/drawing/2014/main" id="{E0260943-C4D7-C64B-8E88-3243ABDC4885}"/>
                </a:ext>
              </a:extLst>
            </p:cNvPr>
            <p:cNvSpPr/>
            <p:nvPr/>
          </p:nvSpPr>
          <p:spPr>
            <a:xfrm>
              <a:off x="3259947" y="6554229"/>
              <a:ext cx="3278" cy="3278"/>
            </a:xfrm>
            <a:custGeom>
              <a:avLst/>
              <a:gdLst>
                <a:gd name="connsiteX0" fmla="*/ 0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327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00" name="Freeform 3999">
              <a:extLst>
                <a:ext uri="{FF2B5EF4-FFF2-40B4-BE49-F238E27FC236}">
                  <a16:creationId xmlns:a16="http://schemas.microsoft.com/office/drawing/2014/main" id="{775F6DD8-FE80-FD4F-86B3-4E11FD96E78F}"/>
                </a:ext>
              </a:extLst>
            </p:cNvPr>
            <p:cNvSpPr/>
            <p:nvPr/>
          </p:nvSpPr>
          <p:spPr>
            <a:xfrm>
              <a:off x="3263226" y="6565705"/>
              <a:ext cx="6557" cy="3278"/>
            </a:xfrm>
            <a:custGeom>
              <a:avLst/>
              <a:gdLst>
                <a:gd name="connsiteX0" fmla="*/ 6557 w 6557"/>
                <a:gd name="connsiteY0" fmla="*/ 3279 h 3278"/>
                <a:gd name="connsiteX1" fmla="*/ 6557 w 6557"/>
                <a:gd name="connsiteY1" fmla="*/ 0 h 3278"/>
                <a:gd name="connsiteX2" fmla="*/ 3279 w 6557"/>
                <a:gd name="connsiteY2" fmla="*/ 0 h 3278"/>
                <a:gd name="connsiteX3" fmla="*/ 0 w 6557"/>
                <a:gd name="connsiteY3" fmla="*/ 1639 h 3278"/>
                <a:gd name="connsiteX4" fmla="*/ 3279 w 6557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6557" y="3279"/>
                  </a:moveTo>
                  <a:lnTo>
                    <a:pt x="655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01" name="Freeform 4000">
              <a:extLst>
                <a:ext uri="{FF2B5EF4-FFF2-40B4-BE49-F238E27FC236}">
                  <a16:creationId xmlns:a16="http://schemas.microsoft.com/office/drawing/2014/main" id="{C5C54CCB-5B97-3845-A09A-386E16C5B543}"/>
                </a:ext>
              </a:extLst>
            </p:cNvPr>
            <p:cNvSpPr/>
            <p:nvPr/>
          </p:nvSpPr>
          <p:spPr>
            <a:xfrm>
              <a:off x="3268144" y="6557508"/>
              <a:ext cx="8196" cy="6557"/>
            </a:xfrm>
            <a:custGeom>
              <a:avLst/>
              <a:gdLst>
                <a:gd name="connsiteX0" fmla="*/ 8197 w 8196"/>
                <a:gd name="connsiteY0" fmla="*/ 6557 h 6557"/>
                <a:gd name="connsiteX1" fmla="*/ 6557 w 8196"/>
                <a:gd name="connsiteY1" fmla="*/ 3279 h 6557"/>
                <a:gd name="connsiteX2" fmla="*/ 3279 w 8196"/>
                <a:gd name="connsiteY2" fmla="*/ 0 h 6557"/>
                <a:gd name="connsiteX3" fmla="*/ 0 w 8196"/>
                <a:gd name="connsiteY3" fmla="*/ 4918 h 6557"/>
                <a:gd name="connsiteX4" fmla="*/ 4918 w 8196"/>
                <a:gd name="connsiteY4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6557">
                  <a:moveTo>
                    <a:pt x="8197" y="6557"/>
                  </a:moveTo>
                  <a:lnTo>
                    <a:pt x="6557" y="3279"/>
                  </a:lnTo>
                  <a:lnTo>
                    <a:pt x="3279" y="0"/>
                  </a:lnTo>
                  <a:lnTo>
                    <a:pt x="0" y="4918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02" name="Freeform 4001">
              <a:extLst>
                <a:ext uri="{FF2B5EF4-FFF2-40B4-BE49-F238E27FC236}">
                  <a16:creationId xmlns:a16="http://schemas.microsoft.com/office/drawing/2014/main" id="{1B8779C5-457B-0C43-B8CD-FD5D7DBD0579}"/>
                </a:ext>
              </a:extLst>
            </p:cNvPr>
            <p:cNvSpPr/>
            <p:nvPr/>
          </p:nvSpPr>
          <p:spPr>
            <a:xfrm>
              <a:off x="3269783" y="6531279"/>
              <a:ext cx="8196" cy="3278"/>
            </a:xfrm>
            <a:custGeom>
              <a:avLst/>
              <a:gdLst>
                <a:gd name="connsiteX0" fmla="*/ 0 w 8196"/>
                <a:gd name="connsiteY0" fmla="*/ 0 h 3278"/>
                <a:gd name="connsiteX1" fmla="*/ 0 w 8196"/>
                <a:gd name="connsiteY1" fmla="*/ 1639 h 3278"/>
                <a:gd name="connsiteX2" fmla="*/ 4918 w 8196"/>
                <a:gd name="connsiteY2" fmla="*/ 1639 h 3278"/>
                <a:gd name="connsiteX3" fmla="*/ 8197 w 8196"/>
                <a:gd name="connsiteY3" fmla="*/ 3279 h 3278"/>
                <a:gd name="connsiteX4" fmla="*/ 4918 w 8196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0" y="0"/>
                  </a:moveTo>
                  <a:lnTo>
                    <a:pt x="0" y="1639"/>
                  </a:lnTo>
                  <a:lnTo>
                    <a:pt x="4918" y="1639"/>
                  </a:lnTo>
                  <a:lnTo>
                    <a:pt x="8197" y="327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03" name="Freeform 4002">
              <a:extLst>
                <a:ext uri="{FF2B5EF4-FFF2-40B4-BE49-F238E27FC236}">
                  <a16:creationId xmlns:a16="http://schemas.microsoft.com/office/drawing/2014/main" id="{C50F22A1-8629-7E4C-B989-2C14627C736D}"/>
                </a:ext>
              </a:extLst>
            </p:cNvPr>
            <p:cNvSpPr/>
            <p:nvPr/>
          </p:nvSpPr>
          <p:spPr>
            <a:xfrm>
              <a:off x="3274701" y="6541115"/>
              <a:ext cx="8196" cy="3278"/>
            </a:xfrm>
            <a:custGeom>
              <a:avLst/>
              <a:gdLst>
                <a:gd name="connsiteX0" fmla="*/ 4918 w 8196"/>
                <a:gd name="connsiteY0" fmla="*/ 0 h 3278"/>
                <a:gd name="connsiteX1" fmla="*/ 3279 w 8196"/>
                <a:gd name="connsiteY1" fmla="*/ 0 h 3278"/>
                <a:gd name="connsiteX2" fmla="*/ 0 w 8196"/>
                <a:gd name="connsiteY2" fmla="*/ 1639 h 3278"/>
                <a:gd name="connsiteX3" fmla="*/ 3279 w 8196"/>
                <a:gd name="connsiteY3" fmla="*/ 3279 h 3278"/>
                <a:gd name="connsiteX4" fmla="*/ 8197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4918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3279" y="3279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04" name="Freeform 4003">
              <a:extLst>
                <a:ext uri="{FF2B5EF4-FFF2-40B4-BE49-F238E27FC236}">
                  <a16:creationId xmlns:a16="http://schemas.microsoft.com/office/drawing/2014/main" id="{2162750C-CA84-0C44-9BD8-30F7D77E75D3}"/>
                </a:ext>
              </a:extLst>
            </p:cNvPr>
            <p:cNvSpPr/>
            <p:nvPr/>
          </p:nvSpPr>
          <p:spPr>
            <a:xfrm>
              <a:off x="3277980" y="6567344"/>
              <a:ext cx="3278" cy="1639"/>
            </a:xfrm>
            <a:custGeom>
              <a:avLst/>
              <a:gdLst>
                <a:gd name="connsiteX0" fmla="*/ 3279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163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05" name="Freeform 4004">
              <a:extLst>
                <a:ext uri="{FF2B5EF4-FFF2-40B4-BE49-F238E27FC236}">
                  <a16:creationId xmlns:a16="http://schemas.microsoft.com/office/drawing/2014/main" id="{AFC36013-9A7A-ED40-BE2E-FE77163789B9}"/>
                </a:ext>
              </a:extLst>
            </p:cNvPr>
            <p:cNvSpPr/>
            <p:nvPr/>
          </p:nvSpPr>
          <p:spPr>
            <a:xfrm>
              <a:off x="3282898" y="6565705"/>
              <a:ext cx="4918" cy="3278"/>
            </a:xfrm>
            <a:custGeom>
              <a:avLst/>
              <a:gdLst>
                <a:gd name="connsiteX0" fmla="*/ 3279 w 4918"/>
                <a:gd name="connsiteY0" fmla="*/ 3279 h 3278"/>
                <a:gd name="connsiteX1" fmla="*/ 4918 w 4918"/>
                <a:gd name="connsiteY1" fmla="*/ 3279 h 3278"/>
                <a:gd name="connsiteX2" fmla="*/ 0 w 491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3279" y="3279"/>
                  </a:moveTo>
                  <a:lnTo>
                    <a:pt x="4918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06" name="Freeform 4005">
              <a:extLst>
                <a:ext uri="{FF2B5EF4-FFF2-40B4-BE49-F238E27FC236}">
                  <a16:creationId xmlns:a16="http://schemas.microsoft.com/office/drawing/2014/main" id="{CCE02463-0045-D54E-A7FA-1250AB77464E}"/>
                </a:ext>
              </a:extLst>
            </p:cNvPr>
            <p:cNvSpPr/>
            <p:nvPr/>
          </p:nvSpPr>
          <p:spPr>
            <a:xfrm>
              <a:off x="3287816" y="6539476"/>
              <a:ext cx="4918" cy="3278"/>
            </a:xfrm>
            <a:custGeom>
              <a:avLst/>
              <a:gdLst>
                <a:gd name="connsiteX0" fmla="*/ 3279 w 4918"/>
                <a:gd name="connsiteY0" fmla="*/ 3279 h 3278"/>
                <a:gd name="connsiteX1" fmla="*/ 4918 w 4918"/>
                <a:gd name="connsiteY1" fmla="*/ 3279 h 3278"/>
                <a:gd name="connsiteX2" fmla="*/ 3279 w 4918"/>
                <a:gd name="connsiteY2" fmla="*/ 0 h 3278"/>
                <a:gd name="connsiteX3" fmla="*/ 0 w 491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3278">
                  <a:moveTo>
                    <a:pt x="3279" y="3279"/>
                  </a:moveTo>
                  <a:lnTo>
                    <a:pt x="4918" y="3279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07" name="Freeform 4006">
              <a:extLst>
                <a:ext uri="{FF2B5EF4-FFF2-40B4-BE49-F238E27FC236}">
                  <a16:creationId xmlns:a16="http://schemas.microsoft.com/office/drawing/2014/main" id="{2FE50D60-79F5-AA46-8C78-AD87E8EACCFF}"/>
                </a:ext>
              </a:extLst>
            </p:cNvPr>
            <p:cNvSpPr/>
            <p:nvPr/>
          </p:nvSpPr>
          <p:spPr>
            <a:xfrm>
              <a:off x="4748465" y="1250976"/>
              <a:ext cx="314752" cy="121310"/>
            </a:xfrm>
            <a:custGeom>
              <a:avLst/>
              <a:gdLst>
                <a:gd name="connsiteX0" fmla="*/ 14754 w 314752"/>
                <a:gd name="connsiteY0" fmla="*/ 42623 h 121310"/>
                <a:gd name="connsiteX1" fmla="*/ 18033 w 314752"/>
                <a:gd name="connsiteY1" fmla="*/ 42623 h 121310"/>
                <a:gd name="connsiteX2" fmla="*/ 21312 w 314752"/>
                <a:gd name="connsiteY2" fmla="*/ 40983 h 121310"/>
                <a:gd name="connsiteX3" fmla="*/ 26229 w 314752"/>
                <a:gd name="connsiteY3" fmla="*/ 40983 h 121310"/>
                <a:gd name="connsiteX4" fmla="*/ 29508 w 314752"/>
                <a:gd name="connsiteY4" fmla="*/ 39344 h 121310"/>
                <a:gd name="connsiteX5" fmla="*/ 32787 w 314752"/>
                <a:gd name="connsiteY5" fmla="*/ 40983 h 121310"/>
                <a:gd name="connsiteX6" fmla="*/ 36066 w 314752"/>
                <a:gd name="connsiteY6" fmla="*/ 36065 h 121310"/>
                <a:gd name="connsiteX7" fmla="*/ 40983 w 314752"/>
                <a:gd name="connsiteY7" fmla="*/ 37705 h 121310"/>
                <a:gd name="connsiteX8" fmla="*/ 44262 w 314752"/>
                <a:gd name="connsiteY8" fmla="*/ 36065 h 121310"/>
                <a:gd name="connsiteX9" fmla="*/ 44262 w 314752"/>
                <a:gd name="connsiteY9" fmla="*/ 37705 h 121310"/>
                <a:gd name="connsiteX10" fmla="*/ 47541 w 314752"/>
                <a:gd name="connsiteY10" fmla="*/ 36065 h 121310"/>
                <a:gd name="connsiteX11" fmla="*/ 47541 w 314752"/>
                <a:gd name="connsiteY11" fmla="*/ 39344 h 121310"/>
                <a:gd name="connsiteX12" fmla="*/ 52459 w 314752"/>
                <a:gd name="connsiteY12" fmla="*/ 37705 h 121310"/>
                <a:gd name="connsiteX13" fmla="*/ 55738 w 314752"/>
                <a:gd name="connsiteY13" fmla="*/ 36065 h 121310"/>
                <a:gd name="connsiteX14" fmla="*/ 55738 w 314752"/>
                <a:gd name="connsiteY14" fmla="*/ 39344 h 121310"/>
                <a:gd name="connsiteX15" fmla="*/ 60656 w 314752"/>
                <a:gd name="connsiteY15" fmla="*/ 37705 h 121310"/>
                <a:gd name="connsiteX16" fmla="*/ 63935 w 314752"/>
                <a:gd name="connsiteY16" fmla="*/ 37705 h 121310"/>
                <a:gd name="connsiteX17" fmla="*/ 67213 w 314752"/>
                <a:gd name="connsiteY17" fmla="*/ 36065 h 121310"/>
                <a:gd name="connsiteX18" fmla="*/ 63935 w 314752"/>
                <a:gd name="connsiteY18" fmla="*/ 39344 h 121310"/>
                <a:gd name="connsiteX19" fmla="*/ 59016 w 314752"/>
                <a:gd name="connsiteY19" fmla="*/ 40983 h 121310"/>
                <a:gd name="connsiteX20" fmla="*/ 63935 w 314752"/>
                <a:gd name="connsiteY20" fmla="*/ 42623 h 121310"/>
                <a:gd name="connsiteX21" fmla="*/ 67213 w 314752"/>
                <a:gd name="connsiteY21" fmla="*/ 37705 h 121310"/>
                <a:gd name="connsiteX22" fmla="*/ 70492 w 314752"/>
                <a:gd name="connsiteY22" fmla="*/ 40983 h 121310"/>
                <a:gd name="connsiteX23" fmla="*/ 75410 w 314752"/>
                <a:gd name="connsiteY23" fmla="*/ 42623 h 121310"/>
                <a:gd name="connsiteX24" fmla="*/ 78688 w 314752"/>
                <a:gd name="connsiteY24" fmla="*/ 40983 h 121310"/>
                <a:gd name="connsiteX25" fmla="*/ 77049 w 314752"/>
                <a:gd name="connsiteY25" fmla="*/ 42623 h 121310"/>
                <a:gd name="connsiteX26" fmla="*/ 73770 w 314752"/>
                <a:gd name="connsiteY26" fmla="*/ 42623 h 121310"/>
                <a:gd name="connsiteX27" fmla="*/ 70492 w 314752"/>
                <a:gd name="connsiteY27" fmla="*/ 44262 h 121310"/>
                <a:gd name="connsiteX28" fmla="*/ 65573 w 314752"/>
                <a:gd name="connsiteY28" fmla="*/ 45901 h 121310"/>
                <a:gd name="connsiteX29" fmla="*/ 62295 w 314752"/>
                <a:gd name="connsiteY29" fmla="*/ 47541 h 121310"/>
                <a:gd name="connsiteX30" fmla="*/ 57377 w 314752"/>
                <a:gd name="connsiteY30" fmla="*/ 47541 h 121310"/>
                <a:gd name="connsiteX31" fmla="*/ 54098 w 314752"/>
                <a:gd name="connsiteY31" fmla="*/ 49180 h 121310"/>
                <a:gd name="connsiteX32" fmla="*/ 50820 w 314752"/>
                <a:gd name="connsiteY32" fmla="*/ 52459 h 121310"/>
                <a:gd name="connsiteX33" fmla="*/ 54098 w 314752"/>
                <a:gd name="connsiteY33" fmla="*/ 52459 h 121310"/>
                <a:gd name="connsiteX34" fmla="*/ 59016 w 314752"/>
                <a:gd name="connsiteY34" fmla="*/ 54098 h 121310"/>
                <a:gd name="connsiteX35" fmla="*/ 62295 w 314752"/>
                <a:gd name="connsiteY35" fmla="*/ 54098 h 121310"/>
                <a:gd name="connsiteX36" fmla="*/ 65573 w 314752"/>
                <a:gd name="connsiteY36" fmla="*/ 54098 h 121310"/>
                <a:gd name="connsiteX37" fmla="*/ 70492 w 314752"/>
                <a:gd name="connsiteY37" fmla="*/ 52459 h 121310"/>
                <a:gd name="connsiteX38" fmla="*/ 73770 w 314752"/>
                <a:gd name="connsiteY38" fmla="*/ 54098 h 121310"/>
                <a:gd name="connsiteX39" fmla="*/ 70492 w 314752"/>
                <a:gd name="connsiteY39" fmla="*/ 57377 h 121310"/>
                <a:gd name="connsiteX40" fmla="*/ 65573 w 314752"/>
                <a:gd name="connsiteY40" fmla="*/ 57377 h 121310"/>
                <a:gd name="connsiteX41" fmla="*/ 65573 w 314752"/>
                <a:gd name="connsiteY41" fmla="*/ 57377 h 121310"/>
                <a:gd name="connsiteX42" fmla="*/ 60656 w 314752"/>
                <a:gd name="connsiteY42" fmla="*/ 57377 h 121310"/>
                <a:gd name="connsiteX43" fmla="*/ 57377 w 314752"/>
                <a:gd name="connsiteY43" fmla="*/ 57377 h 121310"/>
                <a:gd name="connsiteX44" fmla="*/ 54098 w 314752"/>
                <a:gd name="connsiteY44" fmla="*/ 57377 h 121310"/>
                <a:gd name="connsiteX45" fmla="*/ 50820 w 314752"/>
                <a:gd name="connsiteY45" fmla="*/ 57377 h 121310"/>
                <a:gd name="connsiteX46" fmla="*/ 45902 w 314752"/>
                <a:gd name="connsiteY46" fmla="*/ 59016 h 121310"/>
                <a:gd name="connsiteX47" fmla="*/ 42623 w 314752"/>
                <a:gd name="connsiteY47" fmla="*/ 57377 h 121310"/>
                <a:gd name="connsiteX48" fmla="*/ 39344 w 314752"/>
                <a:gd name="connsiteY48" fmla="*/ 59016 h 121310"/>
                <a:gd name="connsiteX49" fmla="*/ 36066 w 314752"/>
                <a:gd name="connsiteY49" fmla="*/ 59016 h 121310"/>
                <a:gd name="connsiteX50" fmla="*/ 32787 w 314752"/>
                <a:gd name="connsiteY50" fmla="*/ 62295 h 121310"/>
                <a:gd name="connsiteX51" fmla="*/ 31148 w 314752"/>
                <a:gd name="connsiteY51" fmla="*/ 59016 h 121310"/>
                <a:gd name="connsiteX52" fmla="*/ 26229 w 314752"/>
                <a:gd name="connsiteY52" fmla="*/ 60655 h 121310"/>
                <a:gd name="connsiteX53" fmla="*/ 22951 w 314752"/>
                <a:gd name="connsiteY53" fmla="*/ 60655 h 121310"/>
                <a:gd name="connsiteX54" fmla="*/ 19672 w 314752"/>
                <a:gd name="connsiteY54" fmla="*/ 62295 h 121310"/>
                <a:gd name="connsiteX55" fmla="*/ 14754 w 314752"/>
                <a:gd name="connsiteY55" fmla="*/ 62295 h 121310"/>
                <a:gd name="connsiteX56" fmla="*/ 11476 w 314752"/>
                <a:gd name="connsiteY56" fmla="*/ 62295 h 121310"/>
                <a:gd name="connsiteX57" fmla="*/ 8197 w 314752"/>
                <a:gd name="connsiteY57" fmla="*/ 62295 h 121310"/>
                <a:gd name="connsiteX58" fmla="*/ 3279 w 314752"/>
                <a:gd name="connsiteY58" fmla="*/ 65573 h 121310"/>
                <a:gd name="connsiteX59" fmla="*/ 6558 w 314752"/>
                <a:gd name="connsiteY59" fmla="*/ 68852 h 121310"/>
                <a:gd name="connsiteX60" fmla="*/ 9836 w 314752"/>
                <a:gd name="connsiteY60" fmla="*/ 68852 h 121310"/>
                <a:gd name="connsiteX61" fmla="*/ 13115 w 314752"/>
                <a:gd name="connsiteY61" fmla="*/ 68852 h 121310"/>
                <a:gd name="connsiteX62" fmla="*/ 16393 w 314752"/>
                <a:gd name="connsiteY62" fmla="*/ 65573 h 121310"/>
                <a:gd name="connsiteX63" fmla="*/ 21312 w 314752"/>
                <a:gd name="connsiteY63" fmla="*/ 67213 h 121310"/>
                <a:gd name="connsiteX64" fmla="*/ 24590 w 314752"/>
                <a:gd name="connsiteY64" fmla="*/ 65573 h 121310"/>
                <a:gd name="connsiteX65" fmla="*/ 27869 w 314752"/>
                <a:gd name="connsiteY65" fmla="*/ 65573 h 121310"/>
                <a:gd name="connsiteX66" fmla="*/ 32787 w 314752"/>
                <a:gd name="connsiteY66" fmla="*/ 67213 h 121310"/>
                <a:gd name="connsiteX67" fmla="*/ 36066 w 314752"/>
                <a:gd name="connsiteY67" fmla="*/ 67213 h 121310"/>
                <a:gd name="connsiteX68" fmla="*/ 39344 w 314752"/>
                <a:gd name="connsiteY68" fmla="*/ 67213 h 121310"/>
                <a:gd name="connsiteX69" fmla="*/ 42623 w 314752"/>
                <a:gd name="connsiteY69" fmla="*/ 68852 h 121310"/>
                <a:gd name="connsiteX70" fmla="*/ 47541 w 314752"/>
                <a:gd name="connsiteY70" fmla="*/ 67213 h 121310"/>
                <a:gd name="connsiteX71" fmla="*/ 50820 w 314752"/>
                <a:gd name="connsiteY71" fmla="*/ 67213 h 121310"/>
                <a:gd name="connsiteX72" fmla="*/ 54098 w 314752"/>
                <a:gd name="connsiteY72" fmla="*/ 70491 h 121310"/>
                <a:gd name="connsiteX73" fmla="*/ 57377 w 314752"/>
                <a:gd name="connsiteY73" fmla="*/ 68852 h 121310"/>
                <a:gd name="connsiteX74" fmla="*/ 57377 w 314752"/>
                <a:gd name="connsiteY74" fmla="*/ 68852 h 121310"/>
                <a:gd name="connsiteX75" fmla="*/ 52459 w 314752"/>
                <a:gd name="connsiteY75" fmla="*/ 72131 h 121310"/>
                <a:gd name="connsiteX76" fmla="*/ 50820 w 314752"/>
                <a:gd name="connsiteY76" fmla="*/ 75409 h 121310"/>
                <a:gd name="connsiteX77" fmla="*/ 54098 w 314752"/>
                <a:gd name="connsiteY77" fmla="*/ 77049 h 121310"/>
                <a:gd name="connsiteX78" fmla="*/ 55738 w 314752"/>
                <a:gd name="connsiteY78" fmla="*/ 80327 h 121310"/>
                <a:gd name="connsiteX79" fmla="*/ 55738 w 314752"/>
                <a:gd name="connsiteY79" fmla="*/ 78688 h 121310"/>
                <a:gd name="connsiteX80" fmla="*/ 60656 w 314752"/>
                <a:gd name="connsiteY80" fmla="*/ 77049 h 121310"/>
                <a:gd name="connsiteX81" fmla="*/ 63935 w 314752"/>
                <a:gd name="connsiteY81" fmla="*/ 75409 h 121310"/>
                <a:gd name="connsiteX82" fmla="*/ 65573 w 314752"/>
                <a:gd name="connsiteY82" fmla="*/ 75409 h 121310"/>
                <a:gd name="connsiteX83" fmla="*/ 68852 w 314752"/>
                <a:gd name="connsiteY83" fmla="*/ 73770 h 121310"/>
                <a:gd name="connsiteX84" fmla="*/ 70492 w 314752"/>
                <a:gd name="connsiteY84" fmla="*/ 73770 h 121310"/>
                <a:gd name="connsiteX85" fmla="*/ 73770 w 314752"/>
                <a:gd name="connsiteY85" fmla="*/ 72131 h 121310"/>
                <a:gd name="connsiteX86" fmla="*/ 75410 w 314752"/>
                <a:gd name="connsiteY86" fmla="*/ 72131 h 121310"/>
                <a:gd name="connsiteX87" fmla="*/ 73770 w 314752"/>
                <a:gd name="connsiteY87" fmla="*/ 75409 h 121310"/>
                <a:gd name="connsiteX88" fmla="*/ 73770 w 314752"/>
                <a:gd name="connsiteY88" fmla="*/ 75409 h 121310"/>
                <a:gd name="connsiteX89" fmla="*/ 70492 w 314752"/>
                <a:gd name="connsiteY89" fmla="*/ 73770 h 121310"/>
                <a:gd name="connsiteX90" fmla="*/ 67213 w 314752"/>
                <a:gd name="connsiteY90" fmla="*/ 75409 h 121310"/>
                <a:gd name="connsiteX91" fmla="*/ 67213 w 314752"/>
                <a:gd name="connsiteY91" fmla="*/ 77049 h 121310"/>
                <a:gd name="connsiteX92" fmla="*/ 63935 w 314752"/>
                <a:gd name="connsiteY92" fmla="*/ 77049 h 121310"/>
                <a:gd name="connsiteX93" fmla="*/ 60656 w 314752"/>
                <a:gd name="connsiteY93" fmla="*/ 78688 h 121310"/>
                <a:gd name="connsiteX94" fmla="*/ 59016 w 314752"/>
                <a:gd name="connsiteY94" fmla="*/ 83606 h 121310"/>
                <a:gd name="connsiteX95" fmla="*/ 63935 w 314752"/>
                <a:gd name="connsiteY95" fmla="*/ 83606 h 121310"/>
                <a:gd name="connsiteX96" fmla="*/ 59016 w 314752"/>
                <a:gd name="connsiteY96" fmla="*/ 83606 h 121310"/>
                <a:gd name="connsiteX97" fmla="*/ 55738 w 314752"/>
                <a:gd name="connsiteY97" fmla="*/ 85245 h 121310"/>
                <a:gd name="connsiteX98" fmla="*/ 59016 w 314752"/>
                <a:gd name="connsiteY98" fmla="*/ 86885 h 121310"/>
                <a:gd name="connsiteX99" fmla="*/ 63935 w 314752"/>
                <a:gd name="connsiteY99" fmla="*/ 85245 h 121310"/>
                <a:gd name="connsiteX100" fmla="*/ 67213 w 314752"/>
                <a:gd name="connsiteY100" fmla="*/ 83606 h 121310"/>
                <a:gd name="connsiteX101" fmla="*/ 70492 w 314752"/>
                <a:gd name="connsiteY101" fmla="*/ 81967 h 121310"/>
                <a:gd name="connsiteX102" fmla="*/ 73770 w 314752"/>
                <a:gd name="connsiteY102" fmla="*/ 83606 h 121310"/>
                <a:gd name="connsiteX103" fmla="*/ 72131 w 314752"/>
                <a:gd name="connsiteY103" fmla="*/ 83606 h 121310"/>
                <a:gd name="connsiteX104" fmla="*/ 68852 w 314752"/>
                <a:gd name="connsiteY104" fmla="*/ 83606 h 121310"/>
                <a:gd name="connsiteX105" fmla="*/ 65573 w 314752"/>
                <a:gd name="connsiteY105" fmla="*/ 85245 h 121310"/>
                <a:gd name="connsiteX106" fmla="*/ 60656 w 314752"/>
                <a:gd name="connsiteY106" fmla="*/ 88524 h 121310"/>
                <a:gd name="connsiteX107" fmla="*/ 63935 w 314752"/>
                <a:gd name="connsiteY107" fmla="*/ 91803 h 121310"/>
                <a:gd name="connsiteX108" fmla="*/ 63935 w 314752"/>
                <a:gd name="connsiteY108" fmla="*/ 91803 h 121310"/>
                <a:gd name="connsiteX109" fmla="*/ 60656 w 314752"/>
                <a:gd name="connsiteY109" fmla="*/ 91803 h 121310"/>
                <a:gd name="connsiteX110" fmla="*/ 57377 w 314752"/>
                <a:gd name="connsiteY110" fmla="*/ 91803 h 121310"/>
                <a:gd name="connsiteX111" fmla="*/ 55738 w 314752"/>
                <a:gd name="connsiteY111" fmla="*/ 91803 h 121310"/>
                <a:gd name="connsiteX112" fmla="*/ 55738 w 314752"/>
                <a:gd name="connsiteY112" fmla="*/ 95081 h 121310"/>
                <a:gd name="connsiteX113" fmla="*/ 52459 w 314752"/>
                <a:gd name="connsiteY113" fmla="*/ 96721 h 121310"/>
                <a:gd name="connsiteX114" fmla="*/ 49180 w 314752"/>
                <a:gd name="connsiteY114" fmla="*/ 96721 h 121310"/>
                <a:gd name="connsiteX115" fmla="*/ 45902 w 314752"/>
                <a:gd name="connsiteY115" fmla="*/ 96721 h 121310"/>
                <a:gd name="connsiteX116" fmla="*/ 40983 w 314752"/>
                <a:gd name="connsiteY116" fmla="*/ 98360 h 121310"/>
                <a:gd name="connsiteX117" fmla="*/ 37705 w 314752"/>
                <a:gd name="connsiteY117" fmla="*/ 95081 h 121310"/>
                <a:gd name="connsiteX118" fmla="*/ 34426 w 314752"/>
                <a:gd name="connsiteY118" fmla="*/ 98360 h 121310"/>
                <a:gd name="connsiteX119" fmla="*/ 32787 w 314752"/>
                <a:gd name="connsiteY119" fmla="*/ 101639 h 121310"/>
                <a:gd name="connsiteX120" fmla="*/ 32787 w 314752"/>
                <a:gd name="connsiteY120" fmla="*/ 104917 h 121310"/>
                <a:gd name="connsiteX121" fmla="*/ 36066 w 314752"/>
                <a:gd name="connsiteY121" fmla="*/ 104917 h 121310"/>
                <a:gd name="connsiteX122" fmla="*/ 40983 w 314752"/>
                <a:gd name="connsiteY122" fmla="*/ 103278 h 121310"/>
                <a:gd name="connsiteX123" fmla="*/ 44262 w 314752"/>
                <a:gd name="connsiteY123" fmla="*/ 103278 h 121310"/>
                <a:gd name="connsiteX124" fmla="*/ 47541 w 314752"/>
                <a:gd name="connsiteY124" fmla="*/ 103278 h 121310"/>
                <a:gd name="connsiteX125" fmla="*/ 52459 w 314752"/>
                <a:gd name="connsiteY125" fmla="*/ 104917 h 121310"/>
                <a:gd name="connsiteX126" fmla="*/ 55738 w 314752"/>
                <a:gd name="connsiteY126" fmla="*/ 103278 h 121310"/>
                <a:gd name="connsiteX127" fmla="*/ 57377 w 314752"/>
                <a:gd name="connsiteY127" fmla="*/ 103278 h 121310"/>
                <a:gd name="connsiteX128" fmla="*/ 62295 w 314752"/>
                <a:gd name="connsiteY128" fmla="*/ 103278 h 121310"/>
                <a:gd name="connsiteX129" fmla="*/ 65573 w 314752"/>
                <a:gd name="connsiteY129" fmla="*/ 104917 h 121310"/>
                <a:gd name="connsiteX130" fmla="*/ 68852 w 314752"/>
                <a:gd name="connsiteY130" fmla="*/ 103278 h 121310"/>
                <a:gd name="connsiteX131" fmla="*/ 73770 w 314752"/>
                <a:gd name="connsiteY131" fmla="*/ 103278 h 121310"/>
                <a:gd name="connsiteX132" fmla="*/ 75410 w 314752"/>
                <a:gd name="connsiteY132" fmla="*/ 100000 h 121310"/>
                <a:gd name="connsiteX133" fmla="*/ 80328 w 314752"/>
                <a:gd name="connsiteY133" fmla="*/ 100000 h 121310"/>
                <a:gd name="connsiteX134" fmla="*/ 83606 w 314752"/>
                <a:gd name="connsiteY134" fmla="*/ 100000 h 121310"/>
                <a:gd name="connsiteX135" fmla="*/ 81967 w 314752"/>
                <a:gd name="connsiteY135" fmla="*/ 100000 h 121310"/>
                <a:gd name="connsiteX136" fmla="*/ 81967 w 314752"/>
                <a:gd name="connsiteY136" fmla="*/ 103278 h 121310"/>
                <a:gd name="connsiteX137" fmla="*/ 85246 w 314752"/>
                <a:gd name="connsiteY137" fmla="*/ 104917 h 121310"/>
                <a:gd name="connsiteX138" fmla="*/ 88525 w 314752"/>
                <a:gd name="connsiteY138" fmla="*/ 106557 h 121310"/>
                <a:gd name="connsiteX139" fmla="*/ 93442 w 314752"/>
                <a:gd name="connsiteY139" fmla="*/ 103278 h 121310"/>
                <a:gd name="connsiteX140" fmla="*/ 93442 w 314752"/>
                <a:gd name="connsiteY140" fmla="*/ 103278 h 121310"/>
                <a:gd name="connsiteX141" fmla="*/ 93442 w 314752"/>
                <a:gd name="connsiteY141" fmla="*/ 108196 h 121310"/>
                <a:gd name="connsiteX142" fmla="*/ 90164 w 314752"/>
                <a:gd name="connsiteY142" fmla="*/ 106557 h 121310"/>
                <a:gd name="connsiteX143" fmla="*/ 93442 w 314752"/>
                <a:gd name="connsiteY143" fmla="*/ 108196 h 121310"/>
                <a:gd name="connsiteX144" fmla="*/ 96721 w 314752"/>
                <a:gd name="connsiteY144" fmla="*/ 106557 h 121310"/>
                <a:gd name="connsiteX145" fmla="*/ 101639 w 314752"/>
                <a:gd name="connsiteY145" fmla="*/ 103278 h 121310"/>
                <a:gd name="connsiteX146" fmla="*/ 101639 w 314752"/>
                <a:gd name="connsiteY146" fmla="*/ 104917 h 121310"/>
                <a:gd name="connsiteX147" fmla="*/ 103279 w 314752"/>
                <a:gd name="connsiteY147" fmla="*/ 108196 h 121310"/>
                <a:gd name="connsiteX148" fmla="*/ 101639 w 314752"/>
                <a:gd name="connsiteY148" fmla="*/ 108196 h 121310"/>
                <a:gd name="connsiteX149" fmla="*/ 98360 w 314752"/>
                <a:gd name="connsiteY149" fmla="*/ 109836 h 121310"/>
                <a:gd name="connsiteX150" fmla="*/ 101639 w 314752"/>
                <a:gd name="connsiteY150" fmla="*/ 113114 h 121310"/>
                <a:gd name="connsiteX151" fmla="*/ 104918 w 314752"/>
                <a:gd name="connsiteY151" fmla="*/ 116393 h 121310"/>
                <a:gd name="connsiteX152" fmla="*/ 108196 w 314752"/>
                <a:gd name="connsiteY152" fmla="*/ 114754 h 121310"/>
                <a:gd name="connsiteX153" fmla="*/ 108196 w 314752"/>
                <a:gd name="connsiteY153" fmla="*/ 114754 h 121310"/>
                <a:gd name="connsiteX154" fmla="*/ 109836 w 314752"/>
                <a:gd name="connsiteY154" fmla="*/ 116393 h 121310"/>
                <a:gd name="connsiteX155" fmla="*/ 113115 w 314752"/>
                <a:gd name="connsiteY155" fmla="*/ 116393 h 121310"/>
                <a:gd name="connsiteX156" fmla="*/ 116393 w 314752"/>
                <a:gd name="connsiteY156" fmla="*/ 116393 h 121310"/>
                <a:gd name="connsiteX157" fmla="*/ 119672 w 314752"/>
                <a:gd name="connsiteY157" fmla="*/ 116393 h 121310"/>
                <a:gd name="connsiteX158" fmla="*/ 122950 w 314752"/>
                <a:gd name="connsiteY158" fmla="*/ 118032 h 121310"/>
                <a:gd name="connsiteX159" fmla="*/ 127869 w 314752"/>
                <a:gd name="connsiteY159" fmla="*/ 119672 h 121310"/>
                <a:gd name="connsiteX160" fmla="*/ 131147 w 314752"/>
                <a:gd name="connsiteY160" fmla="*/ 119672 h 121310"/>
                <a:gd name="connsiteX161" fmla="*/ 134426 w 314752"/>
                <a:gd name="connsiteY161" fmla="*/ 121311 h 121310"/>
                <a:gd name="connsiteX162" fmla="*/ 137705 w 314752"/>
                <a:gd name="connsiteY162" fmla="*/ 121311 h 121310"/>
                <a:gd name="connsiteX163" fmla="*/ 140983 w 314752"/>
                <a:gd name="connsiteY163" fmla="*/ 121311 h 121310"/>
                <a:gd name="connsiteX164" fmla="*/ 145901 w 314752"/>
                <a:gd name="connsiteY164" fmla="*/ 121311 h 121310"/>
                <a:gd name="connsiteX165" fmla="*/ 149180 w 314752"/>
                <a:gd name="connsiteY165" fmla="*/ 121311 h 121310"/>
                <a:gd name="connsiteX166" fmla="*/ 152459 w 314752"/>
                <a:gd name="connsiteY166" fmla="*/ 121311 h 121310"/>
                <a:gd name="connsiteX167" fmla="*/ 157376 w 314752"/>
                <a:gd name="connsiteY167" fmla="*/ 119672 h 121310"/>
                <a:gd name="connsiteX168" fmla="*/ 160655 w 314752"/>
                <a:gd name="connsiteY168" fmla="*/ 119672 h 121310"/>
                <a:gd name="connsiteX169" fmla="*/ 163934 w 314752"/>
                <a:gd name="connsiteY169" fmla="*/ 118032 h 121310"/>
                <a:gd name="connsiteX170" fmla="*/ 163934 w 314752"/>
                <a:gd name="connsiteY170" fmla="*/ 118032 h 121310"/>
                <a:gd name="connsiteX171" fmla="*/ 167213 w 314752"/>
                <a:gd name="connsiteY171" fmla="*/ 118032 h 121310"/>
                <a:gd name="connsiteX172" fmla="*/ 170491 w 314752"/>
                <a:gd name="connsiteY172" fmla="*/ 116393 h 121310"/>
                <a:gd name="connsiteX173" fmla="*/ 175409 w 314752"/>
                <a:gd name="connsiteY173" fmla="*/ 113114 h 121310"/>
                <a:gd name="connsiteX174" fmla="*/ 172130 w 314752"/>
                <a:gd name="connsiteY174" fmla="*/ 113114 h 121310"/>
                <a:gd name="connsiteX175" fmla="*/ 177049 w 314752"/>
                <a:gd name="connsiteY175" fmla="*/ 111475 h 121310"/>
                <a:gd name="connsiteX176" fmla="*/ 172130 w 314752"/>
                <a:gd name="connsiteY176" fmla="*/ 109836 h 121310"/>
                <a:gd name="connsiteX177" fmla="*/ 177049 w 314752"/>
                <a:gd name="connsiteY177" fmla="*/ 108196 h 121310"/>
                <a:gd name="connsiteX178" fmla="*/ 180327 w 314752"/>
                <a:gd name="connsiteY178" fmla="*/ 109836 h 121310"/>
                <a:gd name="connsiteX179" fmla="*/ 183606 w 314752"/>
                <a:gd name="connsiteY179" fmla="*/ 108196 h 121310"/>
                <a:gd name="connsiteX180" fmla="*/ 186885 w 314752"/>
                <a:gd name="connsiteY180" fmla="*/ 108196 h 121310"/>
                <a:gd name="connsiteX181" fmla="*/ 190163 w 314752"/>
                <a:gd name="connsiteY181" fmla="*/ 106557 h 121310"/>
                <a:gd name="connsiteX182" fmla="*/ 193442 w 314752"/>
                <a:gd name="connsiteY182" fmla="*/ 106557 h 121310"/>
                <a:gd name="connsiteX183" fmla="*/ 193442 w 314752"/>
                <a:gd name="connsiteY183" fmla="*/ 106557 h 121310"/>
                <a:gd name="connsiteX184" fmla="*/ 198360 w 314752"/>
                <a:gd name="connsiteY184" fmla="*/ 106557 h 121310"/>
                <a:gd name="connsiteX185" fmla="*/ 201639 w 314752"/>
                <a:gd name="connsiteY185" fmla="*/ 104917 h 121310"/>
                <a:gd name="connsiteX186" fmla="*/ 203278 w 314752"/>
                <a:gd name="connsiteY186" fmla="*/ 101639 h 121310"/>
                <a:gd name="connsiteX187" fmla="*/ 204917 w 314752"/>
                <a:gd name="connsiteY187" fmla="*/ 101639 h 121310"/>
                <a:gd name="connsiteX188" fmla="*/ 204917 w 314752"/>
                <a:gd name="connsiteY188" fmla="*/ 104917 h 121310"/>
                <a:gd name="connsiteX189" fmla="*/ 208196 w 314752"/>
                <a:gd name="connsiteY189" fmla="*/ 104917 h 121310"/>
                <a:gd name="connsiteX190" fmla="*/ 213114 w 314752"/>
                <a:gd name="connsiteY190" fmla="*/ 103278 h 121310"/>
                <a:gd name="connsiteX191" fmla="*/ 216393 w 314752"/>
                <a:gd name="connsiteY191" fmla="*/ 101639 h 121310"/>
                <a:gd name="connsiteX192" fmla="*/ 219672 w 314752"/>
                <a:gd name="connsiteY192" fmla="*/ 100000 h 121310"/>
                <a:gd name="connsiteX193" fmla="*/ 222950 w 314752"/>
                <a:gd name="connsiteY193" fmla="*/ 98360 h 121310"/>
                <a:gd name="connsiteX194" fmla="*/ 224589 w 314752"/>
                <a:gd name="connsiteY194" fmla="*/ 96721 h 121310"/>
                <a:gd name="connsiteX195" fmla="*/ 227868 w 314752"/>
                <a:gd name="connsiteY195" fmla="*/ 95081 h 121310"/>
                <a:gd name="connsiteX196" fmla="*/ 231147 w 314752"/>
                <a:gd name="connsiteY196" fmla="*/ 93442 h 121310"/>
                <a:gd name="connsiteX197" fmla="*/ 236065 w 314752"/>
                <a:gd name="connsiteY197" fmla="*/ 91803 h 121310"/>
                <a:gd name="connsiteX198" fmla="*/ 239343 w 314752"/>
                <a:gd name="connsiteY198" fmla="*/ 91803 h 121310"/>
                <a:gd name="connsiteX199" fmla="*/ 242622 w 314752"/>
                <a:gd name="connsiteY199" fmla="*/ 90164 h 121310"/>
                <a:gd name="connsiteX200" fmla="*/ 247540 w 314752"/>
                <a:gd name="connsiteY200" fmla="*/ 88524 h 121310"/>
                <a:gd name="connsiteX201" fmla="*/ 250819 w 314752"/>
                <a:gd name="connsiteY201" fmla="*/ 86885 h 121310"/>
                <a:gd name="connsiteX202" fmla="*/ 254097 w 314752"/>
                <a:gd name="connsiteY202" fmla="*/ 83606 h 121310"/>
                <a:gd name="connsiteX203" fmla="*/ 254097 w 314752"/>
                <a:gd name="connsiteY203" fmla="*/ 83606 h 121310"/>
                <a:gd name="connsiteX204" fmla="*/ 257376 w 314752"/>
                <a:gd name="connsiteY204" fmla="*/ 86885 h 121310"/>
                <a:gd name="connsiteX205" fmla="*/ 262294 w 314752"/>
                <a:gd name="connsiteY205" fmla="*/ 86885 h 121310"/>
                <a:gd name="connsiteX206" fmla="*/ 265573 w 314752"/>
                <a:gd name="connsiteY206" fmla="*/ 86885 h 121310"/>
                <a:gd name="connsiteX207" fmla="*/ 268852 w 314752"/>
                <a:gd name="connsiteY207" fmla="*/ 85245 h 121310"/>
                <a:gd name="connsiteX208" fmla="*/ 270491 w 314752"/>
                <a:gd name="connsiteY208" fmla="*/ 83606 h 121310"/>
                <a:gd name="connsiteX209" fmla="*/ 273769 w 314752"/>
                <a:gd name="connsiteY209" fmla="*/ 81967 h 121310"/>
                <a:gd name="connsiteX210" fmla="*/ 277048 w 314752"/>
                <a:gd name="connsiteY210" fmla="*/ 81967 h 121310"/>
                <a:gd name="connsiteX211" fmla="*/ 280327 w 314752"/>
                <a:gd name="connsiteY211" fmla="*/ 80327 h 121310"/>
                <a:gd name="connsiteX212" fmla="*/ 280327 w 314752"/>
                <a:gd name="connsiteY212" fmla="*/ 78688 h 121310"/>
                <a:gd name="connsiteX213" fmla="*/ 283606 w 314752"/>
                <a:gd name="connsiteY213" fmla="*/ 75409 h 121310"/>
                <a:gd name="connsiteX214" fmla="*/ 280327 w 314752"/>
                <a:gd name="connsiteY214" fmla="*/ 75409 h 121310"/>
                <a:gd name="connsiteX215" fmla="*/ 283606 w 314752"/>
                <a:gd name="connsiteY215" fmla="*/ 72131 h 121310"/>
                <a:gd name="connsiteX216" fmla="*/ 286884 w 314752"/>
                <a:gd name="connsiteY216" fmla="*/ 70491 h 121310"/>
                <a:gd name="connsiteX217" fmla="*/ 285245 w 314752"/>
                <a:gd name="connsiteY217" fmla="*/ 67213 h 121310"/>
                <a:gd name="connsiteX218" fmla="*/ 290163 w 314752"/>
                <a:gd name="connsiteY218" fmla="*/ 70491 h 121310"/>
                <a:gd name="connsiteX219" fmla="*/ 293442 w 314752"/>
                <a:gd name="connsiteY219" fmla="*/ 70491 h 121310"/>
                <a:gd name="connsiteX220" fmla="*/ 296720 w 314752"/>
                <a:gd name="connsiteY220" fmla="*/ 67213 h 121310"/>
                <a:gd name="connsiteX221" fmla="*/ 299999 w 314752"/>
                <a:gd name="connsiteY221" fmla="*/ 67213 h 121310"/>
                <a:gd name="connsiteX222" fmla="*/ 303277 w 314752"/>
                <a:gd name="connsiteY222" fmla="*/ 67213 h 121310"/>
                <a:gd name="connsiteX223" fmla="*/ 299999 w 314752"/>
                <a:gd name="connsiteY223" fmla="*/ 65573 h 121310"/>
                <a:gd name="connsiteX224" fmla="*/ 303277 w 314752"/>
                <a:gd name="connsiteY224" fmla="*/ 62295 h 121310"/>
                <a:gd name="connsiteX225" fmla="*/ 299999 w 314752"/>
                <a:gd name="connsiteY225" fmla="*/ 62295 h 121310"/>
                <a:gd name="connsiteX226" fmla="*/ 303277 w 314752"/>
                <a:gd name="connsiteY226" fmla="*/ 62295 h 121310"/>
                <a:gd name="connsiteX227" fmla="*/ 306556 w 314752"/>
                <a:gd name="connsiteY227" fmla="*/ 60655 h 121310"/>
                <a:gd name="connsiteX228" fmla="*/ 303277 w 314752"/>
                <a:gd name="connsiteY228" fmla="*/ 59016 h 121310"/>
                <a:gd name="connsiteX229" fmla="*/ 299999 w 314752"/>
                <a:gd name="connsiteY229" fmla="*/ 59016 h 121310"/>
                <a:gd name="connsiteX230" fmla="*/ 296720 w 314752"/>
                <a:gd name="connsiteY230" fmla="*/ 57377 h 121310"/>
                <a:gd name="connsiteX231" fmla="*/ 299999 w 314752"/>
                <a:gd name="connsiteY231" fmla="*/ 55737 h 121310"/>
                <a:gd name="connsiteX232" fmla="*/ 303277 w 314752"/>
                <a:gd name="connsiteY232" fmla="*/ 57377 h 121310"/>
                <a:gd name="connsiteX233" fmla="*/ 308196 w 314752"/>
                <a:gd name="connsiteY233" fmla="*/ 59016 h 121310"/>
                <a:gd name="connsiteX234" fmla="*/ 311474 w 314752"/>
                <a:gd name="connsiteY234" fmla="*/ 59016 h 121310"/>
                <a:gd name="connsiteX235" fmla="*/ 314753 w 314752"/>
                <a:gd name="connsiteY235" fmla="*/ 55737 h 121310"/>
                <a:gd name="connsiteX236" fmla="*/ 314753 w 314752"/>
                <a:gd name="connsiteY236" fmla="*/ 52459 h 121310"/>
                <a:gd name="connsiteX237" fmla="*/ 311474 w 314752"/>
                <a:gd name="connsiteY237" fmla="*/ 50819 h 121310"/>
                <a:gd name="connsiteX238" fmla="*/ 308196 w 314752"/>
                <a:gd name="connsiteY238" fmla="*/ 50819 h 121310"/>
                <a:gd name="connsiteX239" fmla="*/ 303277 w 314752"/>
                <a:gd name="connsiteY239" fmla="*/ 50819 h 121310"/>
                <a:gd name="connsiteX240" fmla="*/ 306556 w 314752"/>
                <a:gd name="connsiteY240" fmla="*/ 50819 h 121310"/>
                <a:gd name="connsiteX241" fmla="*/ 311474 w 314752"/>
                <a:gd name="connsiteY241" fmla="*/ 50819 h 121310"/>
                <a:gd name="connsiteX242" fmla="*/ 314753 w 314752"/>
                <a:gd name="connsiteY242" fmla="*/ 47541 h 121310"/>
                <a:gd name="connsiteX243" fmla="*/ 313113 w 314752"/>
                <a:gd name="connsiteY243" fmla="*/ 47541 h 121310"/>
                <a:gd name="connsiteX244" fmla="*/ 309835 w 314752"/>
                <a:gd name="connsiteY244" fmla="*/ 47541 h 121310"/>
                <a:gd name="connsiteX245" fmla="*/ 306556 w 314752"/>
                <a:gd name="connsiteY245" fmla="*/ 47541 h 121310"/>
                <a:gd name="connsiteX246" fmla="*/ 303277 w 314752"/>
                <a:gd name="connsiteY246" fmla="*/ 47541 h 121310"/>
                <a:gd name="connsiteX247" fmla="*/ 306556 w 314752"/>
                <a:gd name="connsiteY247" fmla="*/ 47541 h 121310"/>
                <a:gd name="connsiteX248" fmla="*/ 309835 w 314752"/>
                <a:gd name="connsiteY248" fmla="*/ 44262 h 121310"/>
                <a:gd name="connsiteX249" fmla="*/ 313113 w 314752"/>
                <a:gd name="connsiteY249" fmla="*/ 42623 h 121310"/>
                <a:gd name="connsiteX250" fmla="*/ 313113 w 314752"/>
                <a:gd name="connsiteY250" fmla="*/ 37705 h 121310"/>
                <a:gd name="connsiteX251" fmla="*/ 309835 w 314752"/>
                <a:gd name="connsiteY251" fmla="*/ 39344 h 121310"/>
                <a:gd name="connsiteX252" fmla="*/ 306556 w 314752"/>
                <a:gd name="connsiteY252" fmla="*/ 34426 h 121310"/>
                <a:gd name="connsiteX253" fmla="*/ 303277 w 314752"/>
                <a:gd name="connsiteY253" fmla="*/ 34426 h 121310"/>
                <a:gd name="connsiteX254" fmla="*/ 298360 w 314752"/>
                <a:gd name="connsiteY254" fmla="*/ 34426 h 121310"/>
                <a:gd name="connsiteX255" fmla="*/ 298360 w 314752"/>
                <a:gd name="connsiteY255" fmla="*/ 34426 h 121310"/>
                <a:gd name="connsiteX256" fmla="*/ 295081 w 314752"/>
                <a:gd name="connsiteY256" fmla="*/ 34426 h 121310"/>
                <a:gd name="connsiteX257" fmla="*/ 290163 w 314752"/>
                <a:gd name="connsiteY257" fmla="*/ 37705 h 121310"/>
                <a:gd name="connsiteX258" fmla="*/ 286884 w 314752"/>
                <a:gd name="connsiteY258" fmla="*/ 39344 h 121310"/>
                <a:gd name="connsiteX259" fmla="*/ 288523 w 314752"/>
                <a:gd name="connsiteY259" fmla="*/ 37705 h 121310"/>
                <a:gd name="connsiteX260" fmla="*/ 291802 w 314752"/>
                <a:gd name="connsiteY260" fmla="*/ 36065 h 121310"/>
                <a:gd name="connsiteX261" fmla="*/ 291802 w 314752"/>
                <a:gd name="connsiteY261" fmla="*/ 36065 h 121310"/>
                <a:gd name="connsiteX262" fmla="*/ 296720 w 314752"/>
                <a:gd name="connsiteY262" fmla="*/ 32787 h 121310"/>
                <a:gd name="connsiteX263" fmla="*/ 296720 w 314752"/>
                <a:gd name="connsiteY263" fmla="*/ 27869 h 121310"/>
                <a:gd name="connsiteX264" fmla="*/ 291802 w 314752"/>
                <a:gd name="connsiteY264" fmla="*/ 29508 h 121310"/>
                <a:gd name="connsiteX265" fmla="*/ 288523 w 314752"/>
                <a:gd name="connsiteY265" fmla="*/ 29508 h 121310"/>
                <a:gd name="connsiteX266" fmla="*/ 285245 w 314752"/>
                <a:gd name="connsiteY266" fmla="*/ 29508 h 121310"/>
                <a:gd name="connsiteX267" fmla="*/ 280327 w 314752"/>
                <a:gd name="connsiteY267" fmla="*/ 31147 h 121310"/>
                <a:gd name="connsiteX268" fmla="*/ 280327 w 314752"/>
                <a:gd name="connsiteY268" fmla="*/ 31147 h 121310"/>
                <a:gd name="connsiteX269" fmla="*/ 283606 w 314752"/>
                <a:gd name="connsiteY269" fmla="*/ 26229 h 121310"/>
                <a:gd name="connsiteX270" fmla="*/ 286884 w 314752"/>
                <a:gd name="connsiteY270" fmla="*/ 24590 h 121310"/>
                <a:gd name="connsiteX271" fmla="*/ 290163 w 314752"/>
                <a:gd name="connsiteY271" fmla="*/ 21311 h 121310"/>
                <a:gd name="connsiteX272" fmla="*/ 286884 w 314752"/>
                <a:gd name="connsiteY272" fmla="*/ 18033 h 121310"/>
                <a:gd name="connsiteX273" fmla="*/ 283606 w 314752"/>
                <a:gd name="connsiteY273" fmla="*/ 19672 h 121310"/>
                <a:gd name="connsiteX274" fmla="*/ 278687 w 314752"/>
                <a:gd name="connsiteY274" fmla="*/ 18033 h 121310"/>
                <a:gd name="connsiteX275" fmla="*/ 275409 w 314752"/>
                <a:gd name="connsiteY275" fmla="*/ 14754 h 121310"/>
                <a:gd name="connsiteX276" fmla="*/ 280327 w 314752"/>
                <a:gd name="connsiteY276" fmla="*/ 14754 h 121310"/>
                <a:gd name="connsiteX277" fmla="*/ 281966 w 314752"/>
                <a:gd name="connsiteY277" fmla="*/ 13115 h 121310"/>
                <a:gd name="connsiteX278" fmla="*/ 281966 w 314752"/>
                <a:gd name="connsiteY278" fmla="*/ 8197 h 121310"/>
                <a:gd name="connsiteX279" fmla="*/ 285245 w 314752"/>
                <a:gd name="connsiteY279" fmla="*/ 8197 h 121310"/>
                <a:gd name="connsiteX280" fmla="*/ 288523 w 314752"/>
                <a:gd name="connsiteY280" fmla="*/ 6557 h 121310"/>
                <a:gd name="connsiteX281" fmla="*/ 293442 w 314752"/>
                <a:gd name="connsiteY281" fmla="*/ 4918 h 121310"/>
                <a:gd name="connsiteX282" fmla="*/ 288523 w 314752"/>
                <a:gd name="connsiteY282" fmla="*/ 6557 h 121310"/>
                <a:gd name="connsiteX283" fmla="*/ 285245 w 314752"/>
                <a:gd name="connsiteY283" fmla="*/ 4918 h 121310"/>
                <a:gd name="connsiteX284" fmla="*/ 281966 w 314752"/>
                <a:gd name="connsiteY284" fmla="*/ 6557 h 121310"/>
                <a:gd name="connsiteX285" fmla="*/ 277048 w 314752"/>
                <a:gd name="connsiteY285" fmla="*/ 9836 h 121310"/>
                <a:gd name="connsiteX286" fmla="*/ 273769 w 314752"/>
                <a:gd name="connsiteY286" fmla="*/ 9836 h 121310"/>
                <a:gd name="connsiteX287" fmla="*/ 270491 w 314752"/>
                <a:gd name="connsiteY287" fmla="*/ 11475 h 121310"/>
                <a:gd name="connsiteX288" fmla="*/ 268852 w 314752"/>
                <a:gd name="connsiteY288" fmla="*/ 14754 h 121310"/>
                <a:gd name="connsiteX289" fmla="*/ 267212 w 314752"/>
                <a:gd name="connsiteY289" fmla="*/ 13115 h 121310"/>
                <a:gd name="connsiteX290" fmla="*/ 263933 w 314752"/>
                <a:gd name="connsiteY290" fmla="*/ 11475 h 121310"/>
                <a:gd name="connsiteX291" fmla="*/ 259016 w 314752"/>
                <a:gd name="connsiteY291" fmla="*/ 8197 h 121310"/>
                <a:gd name="connsiteX292" fmla="*/ 260655 w 314752"/>
                <a:gd name="connsiteY292" fmla="*/ 4918 h 121310"/>
                <a:gd name="connsiteX293" fmla="*/ 255737 w 314752"/>
                <a:gd name="connsiteY293" fmla="*/ 1639 h 121310"/>
                <a:gd name="connsiteX294" fmla="*/ 252458 w 314752"/>
                <a:gd name="connsiteY294" fmla="*/ 0 h 121310"/>
                <a:gd name="connsiteX295" fmla="*/ 249179 w 314752"/>
                <a:gd name="connsiteY295" fmla="*/ 0 h 121310"/>
                <a:gd name="connsiteX296" fmla="*/ 244262 w 314752"/>
                <a:gd name="connsiteY296" fmla="*/ 1639 h 121310"/>
                <a:gd name="connsiteX297" fmla="*/ 240983 w 314752"/>
                <a:gd name="connsiteY297" fmla="*/ 0 h 121310"/>
                <a:gd name="connsiteX298" fmla="*/ 237704 w 314752"/>
                <a:gd name="connsiteY298" fmla="*/ 3279 h 121310"/>
                <a:gd name="connsiteX299" fmla="*/ 237704 w 314752"/>
                <a:gd name="connsiteY299" fmla="*/ 6557 h 121310"/>
                <a:gd name="connsiteX300" fmla="*/ 239343 w 314752"/>
                <a:gd name="connsiteY300" fmla="*/ 9836 h 121310"/>
                <a:gd name="connsiteX301" fmla="*/ 237704 w 314752"/>
                <a:gd name="connsiteY301" fmla="*/ 11475 h 121310"/>
                <a:gd name="connsiteX302" fmla="*/ 234425 w 314752"/>
                <a:gd name="connsiteY302" fmla="*/ 13115 h 121310"/>
                <a:gd name="connsiteX303" fmla="*/ 232786 w 314752"/>
                <a:gd name="connsiteY303" fmla="*/ 16393 h 121310"/>
                <a:gd name="connsiteX304" fmla="*/ 229507 w 314752"/>
                <a:gd name="connsiteY304" fmla="*/ 14754 h 121310"/>
                <a:gd name="connsiteX305" fmla="*/ 226229 w 314752"/>
                <a:gd name="connsiteY305" fmla="*/ 14754 h 121310"/>
                <a:gd name="connsiteX306" fmla="*/ 221310 w 314752"/>
                <a:gd name="connsiteY306" fmla="*/ 13115 h 121310"/>
                <a:gd name="connsiteX307" fmla="*/ 221310 w 314752"/>
                <a:gd name="connsiteY307" fmla="*/ 13115 h 121310"/>
                <a:gd name="connsiteX308" fmla="*/ 218032 w 314752"/>
                <a:gd name="connsiteY308" fmla="*/ 11475 h 121310"/>
                <a:gd name="connsiteX309" fmla="*/ 214753 w 314752"/>
                <a:gd name="connsiteY309" fmla="*/ 13115 h 121310"/>
                <a:gd name="connsiteX310" fmla="*/ 211475 w 314752"/>
                <a:gd name="connsiteY310" fmla="*/ 16393 h 121310"/>
                <a:gd name="connsiteX311" fmla="*/ 208196 w 314752"/>
                <a:gd name="connsiteY311" fmla="*/ 19672 h 121310"/>
                <a:gd name="connsiteX312" fmla="*/ 203278 w 314752"/>
                <a:gd name="connsiteY312" fmla="*/ 22951 h 121310"/>
                <a:gd name="connsiteX313" fmla="*/ 203278 w 314752"/>
                <a:gd name="connsiteY313" fmla="*/ 21311 h 121310"/>
                <a:gd name="connsiteX314" fmla="*/ 199999 w 314752"/>
                <a:gd name="connsiteY314" fmla="*/ 18033 h 121310"/>
                <a:gd name="connsiteX315" fmla="*/ 196720 w 314752"/>
                <a:gd name="connsiteY315" fmla="*/ 16393 h 121310"/>
                <a:gd name="connsiteX316" fmla="*/ 195081 w 314752"/>
                <a:gd name="connsiteY316" fmla="*/ 14754 h 121310"/>
                <a:gd name="connsiteX317" fmla="*/ 191803 w 314752"/>
                <a:gd name="connsiteY317" fmla="*/ 14754 h 121310"/>
                <a:gd name="connsiteX318" fmla="*/ 188524 w 314752"/>
                <a:gd name="connsiteY318" fmla="*/ 13115 h 121310"/>
                <a:gd name="connsiteX319" fmla="*/ 183606 w 314752"/>
                <a:gd name="connsiteY319" fmla="*/ 13115 h 121310"/>
                <a:gd name="connsiteX320" fmla="*/ 183606 w 314752"/>
                <a:gd name="connsiteY320" fmla="*/ 18033 h 121310"/>
                <a:gd name="connsiteX321" fmla="*/ 183606 w 314752"/>
                <a:gd name="connsiteY321" fmla="*/ 21311 h 121310"/>
                <a:gd name="connsiteX322" fmla="*/ 186885 w 314752"/>
                <a:gd name="connsiteY322" fmla="*/ 24590 h 121310"/>
                <a:gd name="connsiteX323" fmla="*/ 186885 w 314752"/>
                <a:gd name="connsiteY323" fmla="*/ 29508 h 121310"/>
                <a:gd name="connsiteX324" fmla="*/ 186885 w 314752"/>
                <a:gd name="connsiteY324" fmla="*/ 32787 h 121310"/>
                <a:gd name="connsiteX325" fmla="*/ 186885 w 314752"/>
                <a:gd name="connsiteY325" fmla="*/ 34426 h 121310"/>
                <a:gd name="connsiteX326" fmla="*/ 183606 w 314752"/>
                <a:gd name="connsiteY326" fmla="*/ 31147 h 121310"/>
                <a:gd name="connsiteX327" fmla="*/ 183606 w 314752"/>
                <a:gd name="connsiteY327" fmla="*/ 27869 h 121310"/>
                <a:gd name="connsiteX328" fmla="*/ 181966 w 314752"/>
                <a:gd name="connsiteY328" fmla="*/ 22951 h 121310"/>
                <a:gd name="connsiteX329" fmla="*/ 178688 w 314752"/>
                <a:gd name="connsiteY329" fmla="*/ 21311 h 121310"/>
                <a:gd name="connsiteX330" fmla="*/ 177049 w 314752"/>
                <a:gd name="connsiteY330" fmla="*/ 18033 h 121310"/>
                <a:gd name="connsiteX331" fmla="*/ 173770 w 314752"/>
                <a:gd name="connsiteY331" fmla="*/ 14754 h 121310"/>
                <a:gd name="connsiteX332" fmla="*/ 170491 w 314752"/>
                <a:gd name="connsiteY332" fmla="*/ 13115 h 121310"/>
                <a:gd name="connsiteX333" fmla="*/ 165573 w 314752"/>
                <a:gd name="connsiteY333" fmla="*/ 13115 h 121310"/>
                <a:gd name="connsiteX334" fmla="*/ 165573 w 314752"/>
                <a:gd name="connsiteY334" fmla="*/ 13115 h 121310"/>
                <a:gd name="connsiteX335" fmla="*/ 162295 w 314752"/>
                <a:gd name="connsiteY335" fmla="*/ 14754 h 121310"/>
                <a:gd name="connsiteX336" fmla="*/ 160655 w 314752"/>
                <a:gd name="connsiteY336" fmla="*/ 18033 h 121310"/>
                <a:gd name="connsiteX337" fmla="*/ 157376 w 314752"/>
                <a:gd name="connsiteY337" fmla="*/ 16393 h 121310"/>
                <a:gd name="connsiteX338" fmla="*/ 154098 w 314752"/>
                <a:gd name="connsiteY338" fmla="*/ 16393 h 121310"/>
                <a:gd name="connsiteX339" fmla="*/ 149180 w 314752"/>
                <a:gd name="connsiteY339" fmla="*/ 19672 h 121310"/>
                <a:gd name="connsiteX340" fmla="*/ 147540 w 314752"/>
                <a:gd name="connsiteY340" fmla="*/ 22951 h 121310"/>
                <a:gd name="connsiteX341" fmla="*/ 149180 w 314752"/>
                <a:gd name="connsiteY341" fmla="*/ 26229 h 121310"/>
                <a:gd name="connsiteX342" fmla="*/ 147540 w 314752"/>
                <a:gd name="connsiteY342" fmla="*/ 31147 h 121310"/>
                <a:gd name="connsiteX343" fmla="*/ 145901 w 314752"/>
                <a:gd name="connsiteY343" fmla="*/ 31147 h 121310"/>
                <a:gd name="connsiteX344" fmla="*/ 144262 w 314752"/>
                <a:gd name="connsiteY344" fmla="*/ 29508 h 121310"/>
                <a:gd name="connsiteX345" fmla="*/ 144262 w 314752"/>
                <a:gd name="connsiteY345" fmla="*/ 29508 h 121310"/>
                <a:gd name="connsiteX346" fmla="*/ 140983 w 314752"/>
                <a:gd name="connsiteY346" fmla="*/ 27869 h 121310"/>
                <a:gd name="connsiteX347" fmla="*/ 137705 w 314752"/>
                <a:gd name="connsiteY347" fmla="*/ 24590 h 121310"/>
                <a:gd name="connsiteX348" fmla="*/ 134426 w 314752"/>
                <a:gd name="connsiteY348" fmla="*/ 22951 h 121310"/>
                <a:gd name="connsiteX349" fmla="*/ 134426 w 314752"/>
                <a:gd name="connsiteY349" fmla="*/ 18033 h 121310"/>
                <a:gd name="connsiteX350" fmla="*/ 131147 w 314752"/>
                <a:gd name="connsiteY350" fmla="*/ 16393 h 121310"/>
                <a:gd name="connsiteX351" fmla="*/ 129508 w 314752"/>
                <a:gd name="connsiteY351" fmla="*/ 14754 h 121310"/>
                <a:gd name="connsiteX352" fmla="*/ 126229 w 314752"/>
                <a:gd name="connsiteY352" fmla="*/ 16393 h 121310"/>
                <a:gd name="connsiteX353" fmla="*/ 121311 w 314752"/>
                <a:gd name="connsiteY353" fmla="*/ 18033 h 121310"/>
                <a:gd name="connsiteX354" fmla="*/ 121311 w 314752"/>
                <a:gd name="connsiteY354" fmla="*/ 21311 h 121310"/>
                <a:gd name="connsiteX355" fmla="*/ 122950 w 314752"/>
                <a:gd name="connsiteY355" fmla="*/ 26229 h 121310"/>
                <a:gd name="connsiteX356" fmla="*/ 122950 w 314752"/>
                <a:gd name="connsiteY356" fmla="*/ 29508 h 121310"/>
                <a:gd name="connsiteX357" fmla="*/ 122950 w 314752"/>
                <a:gd name="connsiteY357" fmla="*/ 32787 h 121310"/>
                <a:gd name="connsiteX358" fmla="*/ 119672 w 314752"/>
                <a:gd name="connsiteY358" fmla="*/ 34426 h 121310"/>
                <a:gd name="connsiteX359" fmla="*/ 118032 w 314752"/>
                <a:gd name="connsiteY359" fmla="*/ 37705 h 121310"/>
                <a:gd name="connsiteX360" fmla="*/ 116393 w 314752"/>
                <a:gd name="connsiteY360" fmla="*/ 36065 h 121310"/>
                <a:gd name="connsiteX361" fmla="*/ 114754 w 314752"/>
                <a:gd name="connsiteY361" fmla="*/ 39344 h 121310"/>
                <a:gd name="connsiteX362" fmla="*/ 113115 w 314752"/>
                <a:gd name="connsiteY362" fmla="*/ 39344 h 121310"/>
                <a:gd name="connsiteX363" fmla="*/ 109836 w 314752"/>
                <a:gd name="connsiteY363" fmla="*/ 36065 h 121310"/>
                <a:gd name="connsiteX364" fmla="*/ 108196 w 314752"/>
                <a:gd name="connsiteY364" fmla="*/ 32787 h 121310"/>
                <a:gd name="connsiteX365" fmla="*/ 104918 w 314752"/>
                <a:gd name="connsiteY365" fmla="*/ 34426 h 121310"/>
                <a:gd name="connsiteX366" fmla="*/ 101639 w 314752"/>
                <a:gd name="connsiteY366" fmla="*/ 37705 h 121310"/>
                <a:gd name="connsiteX367" fmla="*/ 100000 w 314752"/>
                <a:gd name="connsiteY367" fmla="*/ 40983 h 121310"/>
                <a:gd name="connsiteX368" fmla="*/ 98360 w 314752"/>
                <a:gd name="connsiteY368" fmla="*/ 44262 h 121310"/>
                <a:gd name="connsiteX369" fmla="*/ 96721 w 314752"/>
                <a:gd name="connsiteY369" fmla="*/ 40983 h 121310"/>
                <a:gd name="connsiteX370" fmla="*/ 96721 w 314752"/>
                <a:gd name="connsiteY370" fmla="*/ 44262 h 121310"/>
                <a:gd name="connsiteX371" fmla="*/ 93442 w 314752"/>
                <a:gd name="connsiteY371" fmla="*/ 49180 h 121310"/>
                <a:gd name="connsiteX372" fmla="*/ 93442 w 314752"/>
                <a:gd name="connsiteY372" fmla="*/ 52459 h 121310"/>
                <a:gd name="connsiteX373" fmla="*/ 93442 w 314752"/>
                <a:gd name="connsiteY373" fmla="*/ 49180 h 121310"/>
                <a:gd name="connsiteX374" fmla="*/ 91803 w 314752"/>
                <a:gd name="connsiteY374" fmla="*/ 45901 h 121310"/>
                <a:gd name="connsiteX375" fmla="*/ 93442 w 314752"/>
                <a:gd name="connsiteY375" fmla="*/ 42623 h 121310"/>
                <a:gd name="connsiteX376" fmla="*/ 88525 w 314752"/>
                <a:gd name="connsiteY376" fmla="*/ 40983 h 121310"/>
                <a:gd name="connsiteX377" fmla="*/ 85246 w 314752"/>
                <a:gd name="connsiteY377" fmla="*/ 40983 h 121310"/>
                <a:gd name="connsiteX378" fmla="*/ 88525 w 314752"/>
                <a:gd name="connsiteY378" fmla="*/ 39344 h 121310"/>
                <a:gd name="connsiteX379" fmla="*/ 90164 w 314752"/>
                <a:gd name="connsiteY379" fmla="*/ 36065 h 121310"/>
                <a:gd name="connsiteX380" fmla="*/ 85246 w 314752"/>
                <a:gd name="connsiteY380" fmla="*/ 34426 h 121310"/>
                <a:gd name="connsiteX381" fmla="*/ 81967 w 314752"/>
                <a:gd name="connsiteY381" fmla="*/ 32787 h 121310"/>
                <a:gd name="connsiteX382" fmla="*/ 80328 w 314752"/>
                <a:gd name="connsiteY382" fmla="*/ 29508 h 121310"/>
                <a:gd name="connsiteX383" fmla="*/ 83606 w 314752"/>
                <a:gd name="connsiteY383" fmla="*/ 32787 h 121310"/>
                <a:gd name="connsiteX384" fmla="*/ 88525 w 314752"/>
                <a:gd name="connsiteY384" fmla="*/ 32787 h 121310"/>
                <a:gd name="connsiteX385" fmla="*/ 90164 w 314752"/>
                <a:gd name="connsiteY385" fmla="*/ 29508 h 121310"/>
                <a:gd name="connsiteX386" fmla="*/ 95082 w 314752"/>
                <a:gd name="connsiteY386" fmla="*/ 26229 h 121310"/>
                <a:gd name="connsiteX387" fmla="*/ 93442 w 314752"/>
                <a:gd name="connsiteY387" fmla="*/ 21311 h 121310"/>
                <a:gd name="connsiteX388" fmla="*/ 91803 w 314752"/>
                <a:gd name="connsiteY388" fmla="*/ 21311 h 121310"/>
                <a:gd name="connsiteX389" fmla="*/ 88525 w 314752"/>
                <a:gd name="connsiteY389" fmla="*/ 21311 h 121310"/>
                <a:gd name="connsiteX390" fmla="*/ 91803 w 314752"/>
                <a:gd name="connsiteY390" fmla="*/ 19672 h 121310"/>
                <a:gd name="connsiteX391" fmla="*/ 86885 w 314752"/>
                <a:gd name="connsiteY391" fmla="*/ 16393 h 121310"/>
                <a:gd name="connsiteX392" fmla="*/ 83606 w 314752"/>
                <a:gd name="connsiteY392" fmla="*/ 16393 h 121310"/>
                <a:gd name="connsiteX393" fmla="*/ 83606 w 314752"/>
                <a:gd name="connsiteY393" fmla="*/ 13115 h 121310"/>
                <a:gd name="connsiteX394" fmla="*/ 78688 w 314752"/>
                <a:gd name="connsiteY394" fmla="*/ 9836 h 121310"/>
                <a:gd name="connsiteX395" fmla="*/ 75410 w 314752"/>
                <a:gd name="connsiteY395" fmla="*/ 8197 h 121310"/>
                <a:gd name="connsiteX396" fmla="*/ 72131 w 314752"/>
                <a:gd name="connsiteY396" fmla="*/ 8197 h 121310"/>
                <a:gd name="connsiteX397" fmla="*/ 70492 w 314752"/>
                <a:gd name="connsiteY397" fmla="*/ 4918 h 121310"/>
                <a:gd name="connsiteX398" fmla="*/ 67213 w 314752"/>
                <a:gd name="connsiteY398" fmla="*/ 4918 h 121310"/>
                <a:gd name="connsiteX399" fmla="*/ 62295 w 314752"/>
                <a:gd name="connsiteY399" fmla="*/ 1639 h 121310"/>
                <a:gd name="connsiteX400" fmla="*/ 59016 w 314752"/>
                <a:gd name="connsiteY400" fmla="*/ 4918 h 121310"/>
                <a:gd name="connsiteX401" fmla="*/ 55738 w 314752"/>
                <a:gd name="connsiteY401" fmla="*/ 1639 h 121310"/>
                <a:gd name="connsiteX402" fmla="*/ 50820 w 314752"/>
                <a:gd name="connsiteY402" fmla="*/ 3279 h 121310"/>
                <a:gd name="connsiteX403" fmla="*/ 47541 w 314752"/>
                <a:gd name="connsiteY403" fmla="*/ 4918 h 121310"/>
                <a:gd name="connsiteX404" fmla="*/ 47541 w 314752"/>
                <a:gd name="connsiteY404" fmla="*/ 8197 h 121310"/>
                <a:gd name="connsiteX405" fmla="*/ 50820 w 314752"/>
                <a:gd name="connsiteY405" fmla="*/ 8197 h 121310"/>
                <a:gd name="connsiteX406" fmla="*/ 54098 w 314752"/>
                <a:gd name="connsiteY406" fmla="*/ 8197 h 121310"/>
                <a:gd name="connsiteX407" fmla="*/ 59016 w 314752"/>
                <a:gd name="connsiteY407" fmla="*/ 8197 h 121310"/>
                <a:gd name="connsiteX408" fmla="*/ 62295 w 314752"/>
                <a:gd name="connsiteY408" fmla="*/ 9836 h 121310"/>
                <a:gd name="connsiteX409" fmla="*/ 65573 w 314752"/>
                <a:gd name="connsiteY409" fmla="*/ 9836 h 121310"/>
                <a:gd name="connsiteX410" fmla="*/ 62295 w 314752"/>
                <a:gd name="connsiteY410" fmla="*/ 11475 h 121310"/>
                <a:gd name="connsiteX411" fmla="*/ 59016 w 314752"/>
                <a:gd name="connsiteY411" fmla="*/ 11475 h 121310"/>
                <a:gd name="connsiteX412" fmla="*/ 54098 w 314752"/>
                <a:gd name="connsiteY412" fmla="*/ 9836 h 121310"/>
                <a:gd name="connsiteX413" fmla="*/ 50820 w 314752"/>
                <a:gd name="connsiteY413" fmla="*/ 13115 h 121310"/>
                <a:gd name="connsiteX414" fmla="*/ 54098 w 314752"/>
                <a:gd name="connsiteY414" fmla="*/ 14754 h 121310"/>
                <a:gd name="connsiteX415" fmla="*/ 59016 w 314752"/>
                <a:gd name="connsiteY415" fmla="*/ 16393 h 121310"/>
                <a:gd name="connsiteX416" fmla="*/ 62295 w 314752"/>
                <a:gd name="connsiteY416" fmla="*/ 19672 h 121310"/>
                <a:gd name="connsiteX417" fmla="*/ 62295 w 314752"/>
                <a:gd name="connsiteY417" fmla="*/ 22951 h 121310"/>
                <a:gd name="connsiteX418" fmla="*/ 57377 w 314752"/>
                <a:gd name="connsiteY418" fmla="*/ 22951 h 121310"/>
                <a:gd name="connsiteX419" fmla="*/ 54098 w 314752"/>
                <a:gd name="connsiteY419" fmla="*/ 26229 h 121310"/>
                <a:gd name="connsiteX420" fmla="*/ 55738 w 314752"/>
                <a:gd name="connsiteY420" fmla="*/ 26229 h 121310"/>
                <a:gd name="connsiteX421" fmla="*/ 57377 w 314752"/>
                <a:gd name="connsiteY421" fmla="*/ 21311 h 121310"/>
                <a:gd name="connsiteX422" fmla="*/ 55738 w 314752"/>
                <a:gd name="connsiteY422" fmla="*/ 18033 h 121310"/>
                <a:gd name="connsiteX423" fmla="*/ 50820 w 314752"/>
                <a:gd name="connsiteY423" fmla="*/ 19672 h 121310"/>
                <a:gd name="connsiteX424" fmla="*/ 47541 w 314752"/>
                <a:gd name="connsiteY424" fmla="*/ 22951 h 121310"/>
                <a:gd name="connsiteX425" fmla="*/ 49180 w 314752"/>
                <a:gd name="connsiteY425" fmla="*/ 18033 h 121310"/>
                <a:gd name="connsiteX426" fmla="*/ 45902 w 314752"/>
                <a:gd name="connsiteY426" fmla="*/ 19672 h 121310"/>
                <a:gd name="connsiteX427" fmla="*/ 47541 w 314752"/>
                <a:gd name="connsiteY427" fmla="*/ 16393 h 121310"/>
                <a:gd name="connsiteX428" fmla="*/ 44262 w 314752"/>
                <a:gd name="connsiteY428" fmla="*/ 14754 h 121310"/>
                <a:gd name="connsiteX429" fmla="*/ 39344 w 314752"/>
                <a:gd name="connsiteY429" fmla="*/ 13115 h 121310"/>
                <a:gd name="connsiteX430" fmla="*/ 36066 w 314752"/>
                <a:gd name="connsiteY430" fmla="*/ 13115 h 121310"/>
                <a:gd name="connsiteX431" fmla="*/ 32787 w 314752"/>
                <a:gd name="connsiteY431" fmla="*/ 13115 h 121310"/>
                <a:gd name="connsiteX432" fmla="*/ 31148 w 314752"/>
                <a:gd name="connsiteY432" fmla="*/ 14754 h 121310"/>
                <a:gd name="connsiteX433" fmla="*/ 36066 w 314752"/>
                <a:gd name="connsiteY433" fmla="*/ 16393 h 121310"/>
                <a:gd name="connsiteX434" fmla="*/ 31148 w 314752"/>
                <a:gd name="connsiteY434" fmla="*/ 18033 h 121310"/>
                <a:gd name="connsiteX435" fmla="*/ 36066 w 314752"/>
                <a:gd name="connsiteY435" fmla="*/ 21311 h 121310"/>
                <a:gd name="connsiteX436" fmla="*/ 31148 w 314752"/>
                <a:gd name="connsiteY436" fmla="*/ 19672 h 121310"/>
                <a:gd name="connsiteX437" fmla="*/ 27869 w 314752"/>
                <a:gd name="connsiteY437" fmla="*/ 18033 h 121310"/>
                <a:gd name="connsiteX438" fmla="*/ 24590 w 314752"/>
                <a:gd name="connsiteY438" fmla="*/ 18033 h 121310"/>
                <a:gd name="connsiteX439" fmla="*/ 24590 w 314752"/>
                <a:gd name="connsiteY439" fmla="*/ 21311 h 121310"/>
                <a:gd name="connsiteX440" fmla="*/ 27869 w 314752"/>
                <a:gd name="connsiteY440" fmla="*/ 22951 h 121310"/>
                <a:gd name="connsiteX441" fmla="*/ 31148 w 314752"/>
                <a:gd name="connsiteY441" fmla="*/ 24590 h 121310"/>
                <a:gd name="connsiteX442" fmla="*/ 36066 w 314752"/>
                <a:gd name="connsiteY442" fmla="*/ 26229 h 121310"/>
                <a:gd name="connsiteX443" fmla="*/ 31148 w 314752"/>
                <a:gd name="connsiteY443" fmla="*/ 26229 h 121310"/>
                <a:gd name="connsiteX444" fmla="*/ 27869 w 314752"/>
                <a:gd name="connsiteY444" fmla="*/ 24590 h 121310"/>
                <a:gd name="connsiteX445" fmla="*/ 24590 w 314752"/>
                <a:gd name="connsiteY445" fmla="*/ 22951 h 121310"/>
                <a:gd name="connsiteX446" fmla="*/ 19672 w 314752"/>
                <a:gd name="connsiteY446" fmla="*/ 26229 h 121310"/>
                <a:gd name="connsiteX447" fmla="*/ 24590 w 314752"/>
                <a:gd name="connsiteY447" fmla="*/ 29508 h 121310"/>
                <a:gd name="connsiteX448" fmla="*/ 27869 w 314752"/>
                <a:gd name="connsiteY448" fmla="*/ 29508 h 121310"/>
                <a:gd name="connsiteX449" fmla="*/ 31148 w 314752"/>
                <a:gd name="connsiteY449" fmla="*/ 29508 h 121310"/>
                <a:gd name="connsiteX450" fmla="*/ 36066 w 314752"/>
                <a:gd name="connsiteY450" fmla="*/ 29508 h 121310"/>
                <a:gd name="connsiteX451" fmla="*/ 31148 w 314752"/>
                <a:gd name="connsiteY451" fmla="*/ 31147 h 121310"/>
                <a:gd name="connsiteX452" fmla="*/ 27869 w 314752"/>
                <a:gd name="connsiteY452" fmla="*/ 31147 h 121310"/>
                <a:gd name="connsiteX453" fmla="*/ 29508 w 314752"/>
                <a:gd name="connsiteY453" fmla="*/ 32787 h 121310"/>
                <a:gd name="connsiteX454" fmla="*/ 34426 w 314752"/>
                <a:gd name="connsiteY454" fmla="*/ 32787 h 121310"/>
                <a:gd name="connsiteX455" fmla="*/ 29508 w 314752"/>
                <a:gd name="connsiteY455" fmla="*/ 34426 h 121310"/>
                <a:gd name="connsiteX456" fmla="*/ 26229 w 314752"/>
                <a:gd name="connsiteY456" fmla="*/ 32787 h 121310"/>
                <a:gd name="connsiteX457" fmla="*/ 22951 w 314752"/>
                <a:gd name="connsiteY457" fmla="*/ 31147 h 121310"/>
                <a:gd name="connsiteX458" fmla="*/ 19672 w 314752"/>
                <a:gd name="connsiteY458" fmla="*/ 29508 h 121310"/>
                <a:gd name="connsiteX459" fmla="*/ 14754 w 314752"/>
                <a:gd name="connsiteY459" fmla="*/ 27869 h 121310"/>
                <a:gd name="connsiteX460" fmla="*/ 11476 w 314752"/>
                <a:gd name="connsiteY460" fmla="*/ 29508 h 121310"/>
                <a:gd name="connsiteX461" fmla="*/ 13115 w 314752"/>
                <a:gd name="connsiteY461" fmla="*/ 32787 h 121310"/>
                <a:gd name="connsiteX462" fmla="*/ 16393 w 314752"/>
                <a:gd name="connsiteY462" fmla="*/ 34426 h 121310"/>
                <a:gd name="connsiteX463" fmla="*/ 13115 w 314752"/>
                <a:gd name="connsiteY463" fmla="*/ 36065 h 121310"/>
                <a:gd name="connsiteX464" fmla="*/ 16393 w 314752"/>
                <a:gd name="connsiteY464" fmla="*/ 37705 h 121310"/>
                <a:gd name="connsiteX465" fmla="*/ 13115 w 314752"/>
                <a:gd name="connsiteY465" fmla="*/ 37705 h 121310"/>
                <a:gd name="connsiteX466" fmla="*/ 9836 w 314752"/>
                <a:gd name="connsiteY466" fmla="*/ 36065 h 121310"/>
                <a:gd name="connsiteX467" fmla="*/ 6558 w 314752"/>
                <a:gd name="connsiteY467" fmla="*/ 34426 h 121310"/>
                <a:gd name="connsiteX468" fmla="*/ 1639 w 314752"/>
                <a:gd name="connsiteY468" fmla="*/ 36065 h 121310"/>
                <a:gd name="connsiteX469" fmla="*/ 0 w 314752"/>
                <a:gd name="connsiteY469" fmla="*/ 39344 h 121310"/>
                <a:gd name="connsiteX470" fmla="*/ 3279 w 314752"/>
                <a:gd name="connsiteY470" fmla="*/ 39344 h 121310"/>
                <a:gd name="connsiteX471" fmla="*/ 6558 w 314752"/>
                <a:gd name="connsiteY471" fmla="*/ 39344 h 121310"/>
                <a:gd name="connsiteX472" fmla="*/ 11476 w 314752"/>
                <a:gd name="connsiteY472" fmla="*/ 40983 h 121310"/>
                <a:gd name="connsiteX473" fmla="*/ 14754 w 314752"/>
                <a:gd name="connsiteY473" fmla="*/ 42623 h 121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</a:cxnLst>
              <a:rect l="l" t="t" r="r" b="b"/>
              <a:pathLst>
                <a:path w="314752" h="121310">
                  <a:moveTo>
                    <a:pt x="14754" y="42623"/>
                  </a:moveTo>
                  <a:lnTo>
                    <a:pt x="18033" y="42623"/>
                  </a:lnTo>
                  <a:lnTo>
                    <a:pt x="21312" y="40983"/>
                  </a:lnTo>
                  <a:lnTo>
                    <a:pt x="26229" y="40983"/>
                  </a:lnTo>
                  <a:lnTo>
                    <a:pt x="29508" y="39344"/>
                  </a:lnTo>
                  <a:lnTo>
                    <a:pt x="32787" y="40983"/>
                  </a:lnTo>
                  <a:lnTo>
                    <a:pt x="36066" y="36065"/>
                  </a:lnTo>
                  <a:lnTo>
                    <a:pt x="40983" y="37705"/>
                  </a:lnTo>
                  <a:lnTo>
                    <a:pt x="44262" y="36065"/>
                  </a:lnTo>
                  <a:lnTo>
                    <a:pt x="44262" y="37705"/>
                  </a:lnTo>
                  <a:lnTo>
                    <a:pt x="47541" y="36065"/>
                  </a:lnTo>
                  <a:lnTo>
                    <a:pt x="47541" y="39344"/>
                  </a:lnTo>
                  <a:lnTo>
                    <a:pt x="52459" y="37705"/>
                  </a:lnTo>
                  <a:lnTo>
                    <a:pt x="55738" y="36065"/>
                  </a:lnTo>
                  <a:lnTo>
                    <a:pt x="55738" y="39344"/>
                  </a:lnTo>
                  <a:lnTo>
                    <a:pt x="60656" y="37705"/>
                  </a:lnTo>
                  <a:lnTo>
                    <a:pt x="63935" y="37705"/>
                  </a:lnTo>
                  <a:lnTo>
                    <a:pt x="67213" y="36065"/>
                  </a:lnTo>
                  <a:lnTo>
                    <a:pt x="63935" y="39344"/>
                  </a:lnTo>
                  <a:lnTo>
                    <a:pt x="59016" y="40983"/>
                  </a:lnTo>
                  <a:lnTo>
                    <a:pt x="63935" y="42623"/>
                  </a:lnTo>
                  <a:lnTo>
                    <a:pt x="67213" y="37705"/>
                  </a:lnTo>
                  <a:lnTo>
                    <a:pt x="70492" y="40983"/>
                  </a:lnTo>
                  <a:lnTo>
                    <a:pt x="75410" y="42623"/>
                  </a:lnTo>
                  <a:lnTo>
                    <a:pt x="78688" y="40983"/>
                  </a:lnTo>
                  <a:lnTo>
                    <a:pt x="77049" y="42623"/>
                  </a:lnTo>
                  <a:lnTo>
                    <a:pt x="73770" y="42623"/>
                  </a:lnTo>
                  <a:lnTo>
                    <a:pt x="70492" y="44262"/>
                  </a:lnTo>
                  <a:lnTo>
                    <a:pt x="65573" y="45901"/>
                  </a:lnTo>
                  <a:lnTo>
                    <a:pt x="62295" y="47541"/>
                  </a:lnTo>
                  <a:lnTo>
                    <a:pt x="57377" y="47541"/>
                  </a:lnTo>
                  <a:lnTo>
                    <a:pt x="54098" y="49180"/>
                  </a:lnTo>
                  <a:lnTo>
                    <a:pt x="50820" y="52459"/>
                  </a:lnTo>
                  <a:lnTo>
                    <a:pt x="54098" y="52459"/>
                  </a:lnTo>
                  <a:lnTo>
                    <a:pt x="59016" y="54098"/>
                  </a:lnTo>
                  <a:lnTo>
                    <a:pt x="62295" y="54098"/>
                  </a:lnTo>
                  <a:lnTo>
                    <a:pt x="65573" y="54098"/>
                  </a:lnTo>
                  <a:lnTo>
                    <a:pt x="70492" y="52459"/>
                  </a:lnTo>
                  <a:lnTo>
                    <a:pt x="73770" y="54098"/>
                  </a:lnTo>
                  <a:lnTo>
                    <a:pt x="70492" y="57377"/>
                  </a:lnTo>
                  <a:lnTo>
                    <a:pt x="65573" y="57377"/>
                  </a:lnTo>
                  <a:lnTo>
                    <a:pt x="65573" y="57377"/>
                  </a:lnTo>
                  <a:lnTo>
                    <a:pt x="60656" y="57377"/>
                  </a:lnTo>
                  <a:lnTo>
                    <a:pt x="57377" y="57377"/>
                  </a:lnTo>
                  <a:lnTo>
                    <a:pt x="54098" y="57377"/>
                  </a:lnTo>
                  <a:lnTo>
                    <a:pt x="50820" y="57377"/>
                  </a:lnTo>
                  <a:lnTo>
                    <a:pt x="45902" y="59016"/>
                  </a:lnTo>
                  <a:lnTo>
                    <a:pt x="42623" y="57377"/>
                  </a:lnTo>
                  <a:lnTo>
                    <a:pt x="39344" y="59016"/>
                  </a:lnTo>
                  <a:lnTo>
                    <a:pt x="36066" y="59016"/>
                  </a:lnTo>
                  <a:lnTo>
                    <a:pt x="32787" y="62295"/>
                  </a:lnTo>
                  <a:lnTo>
                    <a:pt x="31148" y="59016"/>
                  </a:lnTo>
                  <a:lnTo>
                    <a:pt x="26229" y="60655"/>
                  </a:lnTo>
                  <a:lnTo>
                    <a:pt x="22951" y="60655"/>
                  </a:lnTo>
                  <a:lnTo>
                    <a:pt x="19672" y="62295"/>
                  </a:lnTo>
                  <a:lnTo>
                    <a:pt x="14754" y="62295"/>
                  </a:lnTo>
                  <a:lnTo>
                    <a:pt x="11476" y="62295"/>
                  </a:lnTo>
                  <a:lnTo>
                    <a:pt x="8197" y="62295"/>
                  </a:lnTo>
                  <a:lnTo>
                    <a:pt x="3279" y="65573"/>
                  </a:lnTo>
                  <a:lnTo>
                    <a:pt x="6558" y="68852"/>
                  </a:lnTo>
                  <a:lnTo>
                    <a:pt x="9836" y="68852"/>
                  </a:lnTo>
                  <a:lnTo>
                    <a:pt x="13115" y="68852"/>
                  </a:lnTo>
                  <a:lnTo>
                    <a:pt x="16393" y="65573"/>
                  </a:lnTo>
                  <a:lnTo>
                    <a:pt x="21312" y="67213"/>
                  </a:lnTo>
                  <a:lnTo>
                    <a:pt x="24590" y="65573"/>
                  </a:lnTo>
                  <a:lnTo>
                    <a:pt x="27869" y="65573"/>
                  </a:lnTo>
                  <a:lnTo>
                    <a:pt x="32787" y="67213"/>
                  </a:lnTo>
                  <a:lnTo>
                    <a:pt x="36066" y="67213"/>
                  </a:lnTo>
                  <a:lnTo>
                    <a:pt x="39344" y="67213"/>
                  </a:lnTo>
                  <a:lnTo>
                    <a:pt x="42623" y="68852"/>
                  </a:lnTo>
                  <a:lnTo>
                    <a:pt x="47541" y="67213"/>
                  </a:lnTo>
                  <a:lnTo>
                    <a:pt x="50820" y="67213"/>
                  </a:lnTo>
                  <a:lnTo>
                    <a:pt x="54098" y="70491"/>
                  </a:lnTo>
                  <a:lnTo>
                    <a:pt x="57377" y="68852"/>
                  </a:lnTo>
                  <a:lnTo>
                    <a:pt x="57377" y="68852"/>
                  </a:lnTo>
                  <a:lnTo>
                    <a:pt x="52459" y="72131"/>
                  </a:lnTo>
                  <a:lnTo>
                    <a:pt x="50820" y="75409"/>
                  </a:lnTo>
                  <a:lnTo>
                    <a:pt x="54098" y="77049"/>
                  </a:lnTo>
                  <a:lnTo>
                    <a:pt x="55738" y="80327"/>
                  </a:lnTo>
                  <a:lnTo>
                    <a:pt x="55738" y="78688"/>
                  </a:lnTo>
                  <a:lnTo>
                    <a:pt x="60656" y="77049"/>
                  </a:lnTo>
                  <a:lnTo>
                    <a:pt x="63935" y="75409"/>
                  </a:lnTo>
                  <a:lnTo>
                    <a:pt x="65573" y="75409"/>
                  </a:lnTo>
                  <a:lnTo>
                    <a:pt x="68852" y="73770"/>
                  </a:lnTo>
                  <a:lnTo>
                    <a:pt x="70492" y="73770"/>
                  </a:lnTo>
                  <a:lnTo>
                    <a:pt x="73770" y="72131"/>
                  </a:lnTo>
                  <a:lnTo>
                    <a:pt x="75410" y="72131"/>
                  </a:lnTo>
                  <a:lnTo>
                    <a:pt x="73770" y="75409"/>
                  </a:lnTo>
                  <a:lnTo>
                    <a:pt x="73770" y="75409"/>
                  </a:lnTo>
                  <a:lnTo>
                    <a:pt x="70492" y="73770"/>
                  </a:lnTo>
                  <a:lnTo>
                    <a:pt x="67213" y="75409"/>
                  </a:lnTo>
                  <a:lnTo>
                    <a:pt x="67213" y="77049"/>
                  </a:lnTo>
                  <a:lnTo>
                    <a:pt x="63935" y="77049"/>
                  </a:lnTo>
                  <a:lnTo>
                    <a:pt x="60656" y="78688"/>
                  </a:lnTo>
                  <a:lnTo>
                    <a:pt x="59016" y="83606"/>
                  </a:lnTo>
                  <a:lnTo>
                    <a:pt x="63935" y="83606"/>
                  </a:lnTo>
                  <a:lnTo>
                    <a:pt x="59016" y="83606"/>
                  </a:lnTo>
                  <a:lnTo>
                    <a:pt x="55738" y="85245"/>
                  </a:lnTo>
                  <a:lnTo>
                    <a:pt x="59016" y="86885"/>
                  </a:lnTo>
                  <a:lnTo>
                    <a:pt x="63935" y="85245"/>
                  </a:lnTo>
                  <a:lnTo>
                    <a:pt x="67213" y="83606"/>
                  </a:lnTo>
                  <a:lnTo>
                    <a:pt x="70492" y="81967"/>
                  </a:lnTo>
                  <a:lnTo>
                    <a:pt x="73770" y="83606"/>
                  </a:lnTo>
                  <a:lnTo>
                    <a:pt x="72131" y="83606"/>
                  </a:lnTo>
                  <a:lnTo>
                    <a:pt x="68852" y="83606"/>
                  </a:lnTo>
                  <a:lnTo>
                    <a:pt x="65573" y="85245"/>
                  </a:lnTo>
                  <a:lnTo>
                    <a:pt x="60656" y="88524"/>
                  </a:lnTo>
                  <a:lnTo>
                    <a:pt x="63935" y="91803"/>
                  </a:lnTo>
                  <a:lnTo>
                    <a:pt x="63935" y="91803"/>
                  </a:lnTo>
                  <a:lnTo>
                    <a:pt x="60656" y="91803"/>
                  </a:lnTo>
                  <a:lnTo>
                    <a:pt x="57377" y="91803"/>
                  </a:lnTo>
                  <a:lnTo>
                    <a:pt x="55738" y="91803"/>
                  </a:lnTo>
                  <a:lnTo>
                    <a:pt x="55738" y="95081"/>
                  </a:lnTo>
                  <a:lnTo>
                    <a:pt x="52459" y="96721"/>
                  </a:lnTo>
                  <a:lnTo>
                    <a:pt x="49180" y="96721"/>
                  </a:lnTo>
                  <a:lnTo>
                    <a:pt x="45902" y="96721"/>
                  </a:lnTo>
                  <a:lnTo>
                    <a:pt x="40983" y="98360"/>
                  </a:lnTo>
                  <a:lnTo>
                    <a:pt x="37705" y="95081"/>
                  </a:lnTo>
                  <a:lnTo>
                    <a:pt x="34426" y="98360"/>
                  </a:lnTo>
                  <a:lnTo>
                    <a:pt x="32787" y="101639"/>
                  </a:lnTo>
                  <a:lnTo>
                    <a:pt x="32787" y="104917"/>
                  </a:lnTo>
                  <a:lnTo>
                    <a:pt x="36066" y="104917"/>
                  </a:lnTo>
                  <a:lnTo>
                    <a:pt x="40983" y="103278"/>
                  </a:lnTo>
                  <a:lnTo>
                    <a:pt x="44262" y="103278"/>
                  </a:lnTo>
                  <a:lnTo>
                    <a:pt x="47541" y="103278"/>
                  </a:lnTo>
                  <a:lnTo>
                    <a:pt x="52459" y="104917"/>
                  </a:lnTo>
                  <a:lnTo>
                    <a:pt x="55738" y="103278"/>
                  </a:lnTo>
                  <a:lnTo>
                    <a:pt x="57377" y="103278"/>
                  </a:lnTo>
                  <a:lnTo>
                    <a:pt x="62295" y="103278"/>
                  </a:lnTo>
                  <a:lnTo>
                    <a:pt x="65573" y="104917"/>
                  </a:lnTo>
                  <a:lnTo>
                    <a:pt x="68852" y="103278"/>
                  </a:lnTo>
                  <a:lnTo>
                    <a:pt x="73770" y="103278"/>
                  </a:lnTo>
                  <a:lnTo>
                    <a:pt x="75410" y="100000"/>
                  </a:lnTo>
                  <a:lnTo>
                    <a:pt x="80328" y="100000"/>
                  </a:lnTo>
                  <a:lnTo>
                    <a:pt x="83606" y="100000"/>
                  </a:lnTo>
                  <a:lnTo>
                    <a:pt x="81967" y="100000"/>
                  </a:lnTo>
                  <a:lnTo>
                    <a:pt x="81967" y="103278"/>
                  </a:lnTo>
                  <a:lnTo>
                    <a:pt x="85246" y="104917"/>
                  </a:lnTo>
                  <a:lnTo>
                    <a:pt x="88525" y="106557"/>
                  </a:lnTo>
                  <a:lnTo>
                    <a:pt x="93442" y="103278"/>
                  </a:lnTo>
                  <a:lnTo>
                    <a:pt x="93442" y="103278"/>
                  </a:lnTo>
                  <a:lnTo>
                    <a:pt x="93442" y="108196"/>
                  </a:lnTo>
                  <a:lnTo>
                    <a:pt x="90164" y="106557"/>
                  </a:lnTo>
                  <a:lnTo>
                    <a:pt x="93442" y="108196"/>
                  </a:lnTo>
                  <a:lnTo>
                    <a:pt x="96721" y="106557"/>
                  </a:lnTo>
                  <a:lnTo>
                    <a:pt x="101639" y="103278"/>
                  </a:lnTo>
                  <a:lnTo>
                    <a:pt x="101639" y="104917"/>
                  </a:lnTo>
                  <a:lnTo>
                    <a:pt x="103279" y="108196"/>
                  </a:lnTo>
                  <a:lnTo>
                    <a:pt x="101639" y="108196"/>
                  </a:lnTo>
                  <a:lnTo>
                    <a:pt x="98360" y="109836"/>
                  </a:lnTo>
                  <a:lnTo>
                    <a:pt x="101639" y="113114"/>
                  </a:lnTo>
                  <a:lnTo>
                    <a:pt x="104918" y="116393"/>
                  </a:lnTo>
                  <a:lnTo>
                    <a:pt x="108196" y="114754"/>
                  </a:lnTo>
                  <a:lnTo>
                    <a:pt x="108196" y="114754"/>
                  </a:lnTo>
                  <a:lnTo>
                    <a:pt x="109836" y="116393"/>
                  </a:lnTo>
                  <a:lnTo>
                    <a:pt x="113115" y="116393"/>
                  </a:lnTo>
                  <a:lnTo>
                    <a:pt x="116393" y="116393"/>
                  </a:lnTo>
                  <a:lnTo>
                    <a:pt x="119672" y="116393"/>
                  </a:lnTo>
                  <a:lnTo>
                    <a:pt x="122950" y="118032"/>
                  </a:lnTo>
                  <a:lnTo>
                    <a:pt x="127869" y="119672"/>
                  </a:lnTo>
                  <a:lnTo>
                    <a:pt x="131147" y="119672"/>
                  </a:lnTo>
                  <a:lnTo>
                    <a:pt x="134426" y="121311"/>
                  </a:lnTo>
                  <a:lnTo>
                    <a:pt x="137705" y="121311"/>
                  </a:lnTo>
                  <a:lnTo>
                    <a:pt x="140983" y="121311"/>
                  </a:lnTo>
                  <a:lnTo>
                    <a:pt x="145901" y="121311"/>
                  </a:lnTo>
                  <a:lnTo>
                    <a:pt x="149180" y="121311"/>
                  </a:lnTo>
                  <a:lnTo>
                    <a:pt x="152459" y="121311"/>
                  </a:lnTo>
                  <a:lnTo>
                    <a:pt x="157376" y="119672"/>
                  </a:lnTo>
                  <a:lnTo>
                    <a:pt x="160655" y="119672"/>
                  </a:lnTo>
                  <a:lnTo>
                    <a:pt x="163934" y="118032"/>
                  </a:lnTo>
                  <a:lnTo>
                    <a:pt x="163934" y="118032"/>
                  </a:lnTo>
                  <a:lnTo>
                    <a:pt x="167213" y="118032"/>
                  </a:lnTo>
                  <a:lnTo>
                    <a:pt x="170491" y="116393"/>
                  </a:lnTo>
                  <a:lnTo>
                    <a:pt x="175409" y="113114"/>
                  </a:lnTo>
                  <a:lnTo>
                    <a:pt x="172130" y="113114"/>
                  </a:lnTo>
                  <a:lnTo>
                    <a:pt x="177049" y="111475"/>
                  </a:lnTo>
                  <a:lnTo>
                    <a:pt x="172130" y="109836"/>
                  </a:lnTo>
                  <a:lnTo>
                    <a:pt x="177049" y="108196"/>
                  </a:lnTo>
                  <a:lnTo>
                    <a:pt x="180327" y="109836"/>
                  </a:lnTo>
                  <a:lnTo>
                    <a:pt x="183606" y="108196"/>
                  </a:lnTo>
                  <a:lnTo>
                    <a:pt x="186885" y="108196"/>
                  </a:lnTo>
                  <a:lnTo>
                    <a:pt x="190163" y="106557"/>
                  </a:lnTo>
                  <a:lnTo>
                    <a:pt x="193442" y="106557"/>
                  </a:lnTo>
                  <a:lnTo>
                    <a:pt x="193442" y="106557"/>
                  </a:lnTo>
                  <a:lnTo>
                    <a:pt x="198360" y="106557"/>
                  </a:lnTo>
                  <a:lnTo>
                    <a:pt x="201639" y="104917"/>
                  </a:lnTo>
                  <a:lnTo>
                    <a:pt x="203278" y="101639"/>
                  </a:lnTo>
                  <a:lnTo>
                    <a:pt x="204917" y="101639"/>
                  </a:lnTo>
                  <a:lnTo>
                    <a:pt x="204917" y="104917"/>
                  </a:lnTo>
                  <a:lnTo>
                    <a:pt x="208196" y="104917"/>
                  </a:lnTo>
                  <a:lnTo>
                    <a:pt x="213114" y="103278"/>
                  </a:lnTo>
                  <a:lnTo>
                    <a:pt x="216393" y="101639"/>
                  </a:lnTo>
                  <a:lnTo>
                    <a:pt x="219672" y="100000"/>
                  </a:lnTo>
                  <a:lnTo>
                    <a:pt x="222950" y="98360"/>
                  </a:lnTo>
                  <a:lnTo>
                    <a:pt x="224589" y="96721"/>
                  </a:lnTo>
                  <a:lnTo>
                    <a:pt x="227868" y="95081"/>
                  </a:lnTo>
                  <a:lnTo>
                    <a:pt x="231147" y="93442"/>
                  </a:lnTo>
                  <a:lnTo>
                    <a:pt x="236065" y="91803"/>
                  </a:lnTo>
                  <a:lnTo>
                    <a:pt x="239343" y="91803"/>
                  </a:lnTo>
                  <a:lnTo>
                    <a:pt x="242622" y="90164"/>
                  </a:lnTo>
                  <a:lnTo>
                    <a:pt x="247540" y="88524"/>
                  </a:lnTo>
                  <a:lnTo>
                    <a:pt x="250819" y="86885"/>
                  </a:lnTo>
                  <a:lnTo>
                    <a:pt x="254097" y="83606"/>
                  </a:lnTo>
                  <a:lnTo>
                    <a:pt x="254097" y="83606"/>
                  </a:lnTo>
                  <a:lnTo>
                    <a:pt x="257376" y="86885"/>
                  </a:lnTo>
                  <a:lnTo>
                    <a:pt x="262294" y="86885"/>
                  </a:lnTo>
                  <a:lnTo>
                    <a:pt x="265573" y="86885"/>
                  </a:lnTo>
                  <a:lnTo>
                    <a:pt x="268852" y="85245"/>
                  </a:lnTo>
                  <a:lnTo>
                    <a:pt x="270491" y="83606"/>
                  </a:lnTo>
                  <a:lnTo>
                    <a:pt x="273769" y="81967"/>
                  </a:lnTo>
                  <a:lnTo>
                    <a:pt x="277048" y="81967"/>
                  </a:lnTo>
                  <a:lnTo>
                    <a:pt x="280327" y="80327"/>
                  </a:lnTo>
                  <a:lnTo>
                    <a:pt x="280327" y="78688"/>
                  </a:lnTo>
                  <a:lnTo>
                    <a:pt x="283606" y="75409"/>
                  </a:lnTo>
                  <a:lnTo>
                    <a:pt x="280327" y="75409"/>
                  </a:lnTo>
                  <a:lnTo>
                    <a:pt x="283606" y="72131"/>
                  </a:lnTo>
                  <a:lnTo>
                    <a:pt x="286884" y="70491"/>
                  </a:lnTo>
                  <a:lnTo>
                    <a:pt x="285245" y="67213"/>
                  </a:lnTo>
                  <a:lnTo>
                    <a:pt x="290163" y="70491"/>
                  </a:lnTo>
                  <a:lnTo>
                    <a:pt x="293442" y="70491"/>
                  </a:lnTo>
                  <a:lnTo>
                    <a:pt x="296720" y="67213"/>
                  </a:lnTo>
                  <a:lnTo>
                    <a:pt x="299999" y="67213"/>
                  </a:lnTo>
                  <a:lnTo>
                    <a:pt x="303277" y="67213"/>
                  </a:lnTo>
                  <a:lnTo>
                    <a:pt x="299999" y="65573"/>
                  </a:lnTo>
                  <a:lnTo>
                    <a:pt x="303277" y="62295"/>
                  </a:lnTo>
                  <a:lnTo>
                    <a:pt x="299999" y="62295"/>
                  </a:lnTo>
                  <a:lnTo>
                    <a:pt x="303277" y="62295"/>
                  </a:lnTo>
                  <a:lnTo>
                    <a:pt x="306556" y="60655"/>
                  </a:lnTo>
                  <a:lnTo>
                    <a:pt x="303277" y="59016"/>
                  </a:lnTo>
                  <a:lnTo>
                    <a:pt x="299999" y="59016"/>
                  </a:lnTo>
                  <a:lnTo>
                    <a:pt x="296720" y="57377"/>
                  </a:lnTo>
                  <a:lnTo>
                    <a:pt x="299999" y="55737"/>
                  </a:lnTo>
                  <a:lnTo>
                    <a:pt x="303277" y="57377"/>
                  </a:lnTo>
                  <a:lnTo>
                    <a:pt x="308196" y="59016"/>
                  </a:lnTo>
                  <a:lnTo>
                    <a:pt x="311474" y="59016"/>
                  </a:lnTo>
                  <a:lnTo>
                    <a:pt x="314753" y="55737"/>
                  </a:lnTo>
                  <a:lnTo>
                    <a:pt x="314753" y="52459"/>
                  </a:lnTo>
                  <a:lnTo>
                    <a:pt x="311474" y="50819"/>
                  </a:lnTo>
                  <a:lnTo>
                    <a:pt x="308196" y="50819"/>
                  </a:lnTo>
                  <a:lnTo>
                    <a:pt x="303277" y="50819"/>
                  </a:lnTo>
                  <a:lnTo>
                    <a:pt x="306556" y="50819"/>
                  </a:lnTo>
                  <a:lnTo>
                    <a:pt x="311474" y="50819"/>
                  </a:lnTo>
                  <a:lnTo>
                    <a:pt x="314753" y="47541"/>
                  </a:lnTo>
                  <a:lnTo>
                    <a:pt x="313113" y="47541"/>
                  </a:lnTo>
                  <a:lnTo>
                    <a:pt x="309835" y="47541"/>
                  </a:lnTo>
                  <a:lnTo>
                    <a:pt x="306556" y="47541"/>
                  </a:lnTo>
                  <a:lnTo>
                    <a:pt x="303277" y="47541"/>
                  </a:lnTo>
                  <a:lnTo>
                    <a:pt x="306556" y="47541"/>
                  </a:lnTo>
                  <a:lnTo>
                    <a:pt x="309835" y="44262"/>
                  </a:lnTo>
                  <a:lnTo>
                    <a:pt x="313113" y="42623"/>
                  </a:lnTo>
                  <a:lnTo>
                    <a:pt x="313113" y="37705"/>
                  </a:lnTo>
                  <a:lnTo>
                    <a:pt x="309835" y="39344"/>
                  </a:lnTo>
                  <a:lnTo>
                    <a:pt x="306556" y="34426"/>
                  </a:lnTo>
                  <a:lnTo>
                    <a:pt x="303277" y="34426"/>
                  </a:lnTo>
                  <a:lnTo>
                    <a:pt x="298360" y="34426"/>
                  </a:lnTo>
                  <a:lnTo>
                    <a:pt x="298360" y="34426"/>
                  </a:lnTo>
                  <a:lnTo>
                    <a:pt x="295081" y="34426"/>
                  </a:lnTo>
                  <a:lnTo>
                    <a:pt x="290163" y="37705"/>
                  </a:lnTo>
                  <a:lnTo>
                    <a:pt x="286884" y="39344"/>
                  </a:lnTo>
                  <a:lnTo>
                    <a:pt x="288523" y="37705"/>
                  </a:lnTo>
                  <a:lnTo>
                    <a:pt x="291802" y="36065"/>
                  </a:lnTo>
                  <a:lnTo>
                    <a:pt x="291802" y="36065"/>
                  </a:lnTo>
                  <a:lnTo>
                    <a:pt x="296720" y="32787"/>
                  </a:lnTo>
                  <a:lnTo>
                    <a:pt x="296720" y="27869"/>
                  </a:lnTo>
                  <a:lnTo>
                    <a:pt x="291802" y="29508"/>
                  </a:lnTo>
                  <a:lnTo>
                    <a:pt x="288523" y="29508"/>
                  </a:lnTo>
                  <a:lnTo>
                    <a:pt x="285245" y="29508"/>
                  </a:lnTo>
                  <a:lnTo>
                    <a:pt x="280327" y="31147"/>
                  </a:lnTo>
                  <a:lnTo>
                    <a:pt x="280327" y="31147"/>
                  </a:lnTo>
                  <a:lnTo>
                    <a:pt x="283606" y="26229"/>
                  </a:lnTo>
                  <a:lnTo>
                    <a:pt x="286884" y="24590"/>
                  </a:lnTo>
                  <a:lnTo>
                    <a:pt x="290163" y="21311"/>
                  </a:lnTo>
                  <a:lnTo>
                    <a:pt x="286884" y="18033"/>
                  </a:lnTo>
                  <a:lnTo>
                    <a:pt x="283606" y="19672"/>
                  </a:lnTo>
                  <a:lnTo>
                    <a:pt x="278687" y="18033"/>
                  </a:lnTo>
                  <a:lnTo>
                    <a:pt x="275409" y="14754"/>
                  </a:lnTo>
                  <a:lnTo>
                    <a:pt x="280327" y="14754"/>
                  </a:lnTo>
                  <a:lnTo>
                    <a:pt x="281966" y="13115"/>
                  </a:lnTo>
                  <a:lnTo>
                    <a:pt x="281966" y="8197"/>
                  </a:lnTo>
                  <a:lnTo>
                    <a:pt x="285245" y="8197"/>
                  </a:lnTo>
                  <a:lnTo>
                    <a:pt x="288523" y="6557"/>
                  </a:lnTo>
                  <a:lnTo>
                    <a:pt x="293442" y="4918"/>
                  </a:lnTo>
                  <a:lnTo>
                    <a:pt x="288523" y="6557"/>
                  </a:lnTo>
                  <a:lnTo>
                    <a:pt x="285245" y="4918"/>
                  </a:lnTo>
                  <a:lnTo>
                    <a:pt x="281966" y="6557"/>
                  </a:lnTo>
                  <a:lnTo>
                    <a:pt x="277048" y="9836"/>
                  </a:lnTo>
                  <a:lnTo>
                    <a:pt x="273769" y="9836"/>
                  </a:lnTo>
                  <a:lnTo>
                    <a:pt x="270491" y="11475"/>
                  </a:lnTo>
                  <a:lnTo>
                    <a:pt x="268852" y="14754"/>
                  </a:lnTo>
                  <a:lnTo>
                    <a:pt x="267212" y="13115"/>
                  </a:lnTo>
                  <a:lnTo>
                    <a:pt x="263933" y="11475"/>
                  </a:lnTo>
                  <a:lnTo>
                    <a:pt x="259016" y="8197"/>
                  </a:lnTo>
                  <a:lnTo>
                    <a:pt x="260655" y="4918"/>
                  </a:lnTo>
                  <a:lnTo>
                    <a:pt x="255737" y="1639"/>
                  </a:lnTo>
                  <a:lnTo>
                    <a:pt x="252458" y="0"/>
                  </a:lnTo>
                  <a:lnTo>
                    <a:pt x="249179" y="0"/>
                  </a:lnTo>
                  <a:lnTo>
                    <a:pt x="244262" y="1639"/>
                  </a:lnTo>
                  <a:lnTo>
                    <a:pt x="240983" y="0"/>
                  </a:lnTo>
                  <a:lnTo>
                    <a:pt x="237704" y="3279"/>
                  </a:lnTo>
                  <a:lnTo>
                    <a:pt x="237704" y="6557"/>
                  </a:lnTo>
                  <a:lnTo>
                    <a:pt x="239343" y="9836"/>
                  </a:lnTo>
                  <a:lnTo>
                    <a:pt x="237704" y="11475"/>
                  </a:lnTo>
                  <a:lnTo>
                    <a:pt x="234425" y="13115"/>
                  </a:lnTo>
                  <a:lnTo>
                    <a:pt x="232786" y="16393"/>
                  </a:lnTo>
                  <a:lnTo>
                    <a:pt x="229507" y="14754"/>
                  </a:lnTo>
                  <a:lnTo>
                    <a:pt x="226229" y="14754"/>
                  </a:lnTo>
                  <a:lnTo>
                    <a:pt x="221310" y="13115"/>
                  </a:lnTo>
                  <a:lnTo>
                    <a:pt x="221310" y="13115"/>
                  </a:lnTo>
                  <a:lnTo>
                    <a:pt x="218032" y="11475"/>
                  </a:lnTo>
                  <a:lnTo>
                    <a:pt x="214753" y="13115"/>
                  </a:lnTo>
                  <a:lnTo>
                    <a:pt x="211475" y="16393"/>
                  </a:lnTo>
                  <a:lnTo>
                    <a:pt x="208196" y="19672"/>
                  </a:lnTo>
                  <a:lnTo>
                    <a:pt x="203278" y="22951"/>
                  </a:lnTo>
                  <a:lnTo>
                    <a:pt x="203278" y="21311"/>
                  </a:lnTo>
                  <a:lnTo>
                    <a:pt x="199999" y="18033"/>
                  </a:lnTo>
                  <a:lnTo>
                    <a:pt x="196720" y="16393"/>
                  </a:lnTo>
                  <a:lnTo>
                    <a:pt x="195081" y="14754"/>
                  </a:lnTo>
                  <a:lnTo>
                    <a:pt x="191803" y="14754"/>
                  </a:lnTo>
                  <a:lnTo>
                    <a:pt x="188524" y="13115"/>
                  </a:lnTo>
                  <a:lnTo>
                    <a:pt x="183606" y="13115"/>
                  </a:lnTo>
                  <a:lnTo>
                    <a:pt x="183606" y="18033"/>
                  </a:lnTo>
                  <a:lnTo>
                    <a:pt x="183606" y="21311"/>
                  </a:lnTo>
                  <a:lnTo>
                    <a:pt x="186885" y="24590"/>
                  </a:lnTo>
                  <a:lnTo>
                    <a:pt x="186885" y="29508"/>
                  </a:lnTo>
                  <a:lnTo>
                    <a:pt x="186885" y="32787"/>
                  </a:lnTo>
                  <a:lnTo>
                    <a:pt x="186885" y="34426"/>
                  </a:lnTo>
                  <a:lnTo>
                    <a:pt x="183606" y="31147"/>
                  </a:lnTo>
                  <a:lnTo>
                    <a:pt x="183606" y="27869"/>
                  </a:lnTo>
                  <a:lnTo>
                    <a:pt x="181966" y="22951"/>
                  </a:lnTo>
                  <a:lnTo>
                    <a:pt x="178688" y="21311"/>
                  </a:lnTo>
                  <a:lnTo>
                    <a:pt x="177049" y="18033"/>
                  </a:lnTo>
                  <a:lnTo>
                    <a:pt x="173770" y="14754"/>
                  </a:lnTo>
                  <a:lnTo>
                    <a:pt x="170491" y="13115"/>
                  </a:lnTo>
                  <a:lnTo>
                    <a:pt x="165573" y="13115"/>
                  </a:lnTo>
                  <a:lnTo>
                    <a:pt x="165573" y="13115"/>
                  </a:lnTo>
                  <a:lnTo>
                    <a:pt x="162295" y="14754"/>
                  </a:lnTo>
                  <a:lnTo>
                    <a:pt x="160655" y="18033"/>
                  </a:lnTo>
                  <a:lnTo>
                    <a:pt x="157376" y="16393"/>
                  </a:lnTo>
                  <a:lnTo>
                    <a:pt x="154098" y="16393"/>
                  </a:lnTo>
                  <a:lnTo>
                    <a:pt x="149180" y="19672"/>
                  </a:lnTo>
                  <a:lnTo>
                    <a:pt x="147540" y="22951"/>
                  </a:lnTo>
                  <a:lnTo>
                    <a:pt x="149180" y="26229"/>
                  </a:lnTo>
                  <a:lnTo>
                    <a:pt x="147540" y="31147"/>
                  </a:lnTo>
                  <a:lnTo>
                    <a:pt x="145901" y="31147"/>
                  </a:lnTo>
                  <a:lnTo>
                    <a:pt x="144262" y="29508"/>
                  </a:lnTo>
                  <a:lnTo>
                    <a:pt x="144262" y="29508"/>
                  </a:lnTo>
                  <a:lnTo>
                    <a:pt x="140983" y="27869"/>
                  </a:lnTo>
                  <a:lnTo>
                    <a:pt x="137705" y="24590"/>
                  </a:lnTo>
                  <a:lnTo>
                    <a:pt x="134426" y="22951"/>
                  </a:lnTo>
                  <a:lnTo>
                    <a:pt x="134426" y="18033"/>
                  </a:lnTo>
                  <a:lnTo>
                    <a:pt x="131147" y="16393"/>
                  </a:lnTo>
                  <a:lnTo>
                    <a:pt x="129508" y="14754"/>
                  </a:lnTo>
                  <a:lnTo>
                    <a:pt x="126229" y="16393"/>
                  </a:lnTo>
                  <a:lnTo>
                    <a:pt x="121311" y="18033"/>
                  </a:lnTo>
                  <a:lnTo>
                    <a:pt x="121311" y="21311"/>
                  </a:lnTo>
                  <a:lnTo>
                    <a:pt x="122950" y="26229"/>
                  </a:lnTo>
                  <a:lnTo>
                    <a:pt x="122950" y="29508"/>
                  </a:lnTo>
                  <a:lnTo>
                    <a:pt x="122950" y="32787"/>
                  </a:lnTo>
                  <a:lnTo>
                    <a:pt x="119672" y="34426"/>
                  </a:lnTo>
                  <a:lnTo>
                    <a:pt x="118032" y="37705"/>
                  </a:lnTo>
                  <a:lnTo>
                    <a:pt x="116393" y="36065"/>
                  </a:lnTo>
                  <a:lnTo>
                    <a:pt x="114754" y="39344"/>
                  </a:lnTo>
                  <a:lnTo>
                    <a:pt x="113115" y="39344"/>
                  </a:lnTo>
                  <a:lnTo>
                    <a:pt x="109836" y="36065"/>
                  </a:lnTo>
                  <a:lnTo>
                    <a:pt x="108196" y="32787"/>
                  </a:lnTo>
                  <a:lnTo>
                    <a:pt x="104918" y="34426"/>
                  </a:lnTo>
                  <a:lnTo>
                    <a:pt x="101639" y="37705"/>
                  </a:lnTo>
                  <a:lnTo>
                    <a:pt x="100000" y="40983"/>
                  </a:lnTo>
                  <a:lnTo>
                    <a:pt x="98360" y="44262"/>
                  </a:lnTo>
                  <a:lnTo>
                    <a:pt x="96721" y="40983"/>
                  </a:lnTo>
                  <a:lnTo>
                    <a:pt x="96721" y="44262"/>
                  </a:lnTo>
                  <a:lnTo>
                    <a:pt x="93442" y="49180"/>
                  </a:lnTo>
                  <a:lnTo>
                    <a:pt x="93442" y="52459"/>
                  </a:lnTo>
                  <a:lnTo>
                    <a:pt x="93442" y="49180"/>
                  </a:lnTo>
                  <a:lnTo>
                    <a:pt x="91803" y="45901"/>
                  </a:lnTo>
                  <a:lnTo>
                    <a:pt x="93442" y="42623"/>
                  </a:lnTo>
                  <a:lnTo>
                    <a:pt x="88525" y="40983"/>
                  </a:lnTo>
                  <a:lnTo>
                    <a:pt x="85246" y="40983"/>
                  </a:lnTo>
                  <a:lnTo>
                    <a:pt x="88525" y="39344"/>
                  </a:lnTo>
                  <a:lnTo>
                    <a:pt x="90164" y="36065"/>
                  </a:lnTo>
                  <a:lnTo>
                    <a:pt x="85246" y="34426"/>
                  </a:lnTo>
                  <a:lnTo>
                    <a:pt x="81967" y="32787"/>
                  </a:lnTo>
                  <a:lnTo>
                    <a:pt x="80328" y="29508"/>
                  </a:lnTo>
                  <a:lnTo>
                    <a:pt x="83606" y="32787"/>
                  </a:lnTo>
                  <a:lnTo>
                    <a:pt x="88525" y="32787"/>
                  </a:lnTo>
                  <a:lnTo>
                    <a:pt x="90164" y="29508"/>
                  </a:lnTo>
                  <a:lnTo>
                    <a:pt x="95082" y="26229"/>
                  </a:lnTo>
                  <a:lnTo>
                    <a:pt x="93442" y="21311"/>
                  </a:lnTo>
                  <a:lnTo>
                    <a:pt x="91803" y="21311"/>
                  </a:lnTo>
                  <a:lnTo>
                    <a:pt x="88525" y="21311"/>
                  </a:lnTo>
                  <a:lnTo>
                    <a:pt x="91803" y="19672"/>
                  </a:lnTo>
                  <a:lnTo>
                    <a:pt x="86885" y="16393"/>
                  </a:lnTo>
                  <a:lnTo>
                    <a:pt x="83606" y="16393"/>
                  </a:lnTo>
                  <a:lnTo>
                    <a:pt x="83606" y="13115"/>
                  </a:lnTo>
                  <a:lnTo>
                    <a:pt x="78688" y="9836"/>
                  </a:lnTo>
                  <a:lnTo>
                    <a:pt x="75410" y="8197"/>
                  </a:lnTo>
                  <a:lnTo>
                    <a:pt x="72131" y="8197"/>
                  </a:lnTo>
                  <a:lnTo>
                    <a:pt x="70492" y="4918"/>
                  </a:lnTo>
                  <a:lnTo>
                    <a:pt x="67213" y="4918"/>
                  </a:lnTo>
                  <a:lnTo>
                    <a:pt x="62295" y="1639"/>
                  </a:lnTo>
                  <a:lnTo>
                    <a:pt x="59016" y="4918"/>
                  </a:lnTo>
                  <a:lnTo>
                    <a:pt x="55738" y="1639"/>
                  </a:lnTo>
                  <a:lnTo>
                    <a:pt x="50820" y="3279"/>
                  </a:lnTo>
                  <a:lnTo>
                    <a:pt x="47541" y="4918"/>
                  </a:lnTo>
                  <a:lnTo>
                    <a:pt x="47541" y="8197"/>
                  </a:lnTo>
                  <a:lnTo>
                    <a:pt x="50820" y="8197"/>
                  </a:lnTo>
                  <a:lnTo>
                    <a:pt x="54098" y="8197"/>
                  </a:lnTo>
                  <a:lnTo>
                    <a:pt x="59016" y="8197"/>
                  </a:lnTo>
                  <a:lnTo>
                    <a:pt x="62295" y="9836"/>
                  </a:lnTo>
                  <a:lnTo>
                    <a:pt x="65573" y="9836"/>
                  </a:lnTo>
                  <a:lnTo>
                    <a:pt x="62295" y="11475"/>
                  </a:lnTo>
                  <a:lnTo>
                    <a:pt x="59016" y="11475"/>
                  </a:lnTo>
                  <a:lnTo>
                    <a:pt x="54098" y="9836"/>
                  </a:lnTo>
                  <a:lnTo>
                    <a:pt x="50820" y="13115"/>
                  </a:lnTo>
                  <a:lnTo>
                    <a:pt x="54098" y="14754"/>
                  </a:lnTo>
                  <a:lnTo>
                    <a:pt x="59016" y="16393"/>
                  </a:lnTo>
                  <a:lnTo>
                    <a:pt x="62295" y="19672"/>
                  </a:lnTo>
                  <a:lnTo>
                    <a:pt x="62295" y="22951"/>
                  </a:lnTo>
                  <a:lnTo>
                    <a:pt x="57377" y="22951"/>
                  </a:lnTo>
                  <a:lnTo>
                    <a:pt x="54098" y="26229"/>
                  </a:lnTo>
                  <a:lnTo>
                    <a:pt x="55738" y="26229"/>
                  </a:lnTo>
                  <a:lnTo>
                    <a:pt x="57377" y="21311"/>
                  </a:lnTo>
                  <a:lnTo>
                    <a:pt x="55738" y="18033"/>
                  </a:lnTo>
                  <a:lnTo>
                    <a:pt x="50820" y="19672"/>
                  </a:lnTo>
                  <a:lnTo>
                    <a:pt x="47541" y="22951"/>
                  </a:lnTo>
                  <a:lnTo>
                    <a:pt x="49180" y="18033"/>
                  </a:lnTo>
                  <a:lnTo>
                    <a:pt x="45902" y="19672"/>
                  </a:lnTo>
                  <a:lnTo>
                    <a:pt x="47541" y="16393"/>
                  </a:lnTo>
                  <a:lnTo>
                    <a:pt x="44262" y="14754"/>
                  </a:lnTo>
                  <a:lnTo>
                    <a:pt x="39344" y="13115"/>
                  </a:lnTo>
                  <a:lnTo>
                    <a:pt x="36066" y="13115"/>
                  </a:lnTo>
                  <a:lnTo>
                    <a:pt x="32787" y="13115"/>
                  </a:lnTo>
                  <a:lnTo>
                    <a:pt x="31148" y="14754"/>
                  </a:lnTo>
                  <a:lnTo>
                    <a:pt x="36066" y="16393"/>
                  </a:lnTo>
                  <a:lnTo>
                    <a:pt x="31148" y="18033"/>
                  </a:lnTo>
                  <a:lnTo>
                    <a:pt x="36066" y="21311"/>
                  </a:lnTo>
                  <a:lnTo>
                    <a:pt x="31148" y="19672"/>
                  </a:lnTo>
                  <a:lnTo>
                    <a:pt x="27869" y="18033"/>
                  </a:lnTo>
                  <a:lnTo>
                    <a:pt x="24590" y="18033"/>
                  </a:lnTo>
                  <a:lnTo>
                    <a:pt x="24590" y="21311"/>
                  </a:lnTo>
                  <a:lnTo>
                    <a:pt x="27869" y="22951"/>
                  </a:lnTo>
                  <a:lnTo>
                    <a:pt x="31148" y="24590"/>
                  </a:lnTo>
                  <a:lnTo>
                    <a:pt x="36066" y="26229"/>
                  </a:lnTo>
                  <a:lnTo>
                    <a:pt x="31148" y="26229"/>
                  </a:lnTo>
                  <a:lnTo>
                    <a:pt x="27869" y="24590"/>
                  </a:lnTo>
                  <a:lnTo>
                    <a:pt x="24590" y="22951"/>
                  </a:lnTo>
                  <a:lnTo>
                    <a:pt x="19672" y="26229"/>
                  </a:lnTo>
                  <a:lnTo>
                    <a:pt x="24590" y="29508"/>
                  </a:lnTo>
                  <a:lnTo>
                    <a:pt x="27869" y="29508"/>
                  </a:lnTo>
                  <a:lnTo>
                    <a:pt x="31148" y="29508"/>
                  </a:lnTo>
                  <a:lnTo>
                    <a:pt x="36066" y="29508"/>
                  </a:lnTo>
                  <a:lnTo>
                    <a:pt x="31148" y="31147"/>
                  </a:lnTo>
                  <a:lnTo>
                    <a:pt x="27869" y="31147"/>
                  </a:lnTo>
                  <a:lnTo>
                    <a:pt x="29508" y="32787"/>
                  </a:lnTo>
                  <a:lnTo>
                    <a:pt x="34426" y="32787"/>
                  </a:lnTo>
                  <a:lnTo>
                    <a:pt x="29508" y="34426"/>
                  </a:lnTo>
                  <a:lnTo>
                    <a:pt x="26229" y="32787"/>
                  </a:lnTo>
                  <a:lnTo>
                    <a:pt x="22951" y="31147"/>
                  </a:lnTo>
                  <a:lnTo>
                    <a:pt x="19672" y="29508"/>
                  </a:lnTo>
                  <a:lnTo>
                    <a:pt x="14754" y="27869"/>
                  </a:lnTo>
                  <a:lnTo>
                    <a:pt x="11476" y="29508"/>
                  </a:lnTo>
                  <a:lnTo>
                    <a:pt x="13115" y="32787"/>
                  </a:lnTo>
                  <a:lnTo>
                    <a:pt x="16393" y="34426"/>
                  </a:lnTo>
                  <a:lnTo>
                    <a:pt x="13115" y="36065"/>
                  </a:lnTo>
                  <a:lnTo>
                    <a:pt x="16393" y="37705"/>
                  </a:lnTo>
                  <a:lnTo>
                    <a:pt x="13115" y="37705"/>
                  </a:lnTo>
                  <a:lnTo>
                    <a:pt x="9836" y="36065"/>
                  </a:lnTo>
                  <a:lnTo>
                    <a:pt x="6558" y="34426"/>
                  </a:lnTo>
                  <a:lnTo>
                    <a:pt x="1639" y="36065"/>
                  </a:lnTo>
                  <a:lnTo>
                    <a:pt x="0" y="39344"/>
                  </a:lnTo>
                  <a:lnTo>
                    <a:pt x="3279" y="39344"/>
                  </a:lnTo>
                  <a:lnTo>
                    <a:pt x="6558" y="39344"/>
                  </a:lnTo>
                  <a:lnTo>
                    <a:pt x="11476" y="40983"/>
                  </a:lnTo>
                  <a:lnTo>
                    <a:pt x="14754" y="4262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08" name="Freeform 4007">
              <a:extLst>
                <a:ext uri="{FF2B5EF4-FFF2-40B4-BE49-F238E27FC236}">
                  <a16:creationId xmlns:a16="http://schemas.microsoft.com/office/drawing/2014/main" id="{1D34FBBF-2BCD-8441-B9FF-6B51EBD2626C}"/>
                </a:ext>
              </a:extLst>
            </p:cNvPr>
            <p:cNvSpPr/>
            <p:nvPr/>
          </p:nvSpPr>
          <p:spPr>
            <a:xfrm>
              <a:off x="4996004" y="1339500"/>
              <a:ext cx="11475" cy="16393"/>
            </a:xfrm>
            <a:custGeom>
              <a:avLst/>
              <a:gdLst>
                <a:gd name="connsiteX0" fmla="*/ 0 w 11475"/>
                <a:gd name="connsiteY0" fmla="*/ 0 h 16393"/>
                <a:gd name="connsiteX1" fmla="*/ 3279 w 11475"/>
                <a:gd name="connsiteY1" fmla="*/ 0 h 16393"/>
                <a:gd name="connsiteX2" fmla="*/ 6557 w 11475"/>
                <a:gd name="connsiteY2" fmla="*/ 0 h 16393"/>
                <a:gd name="connsiteX3" fmla="*/ 11476 w 11475"/>
                <a:gd name="connsiteY3" fmla="*/ 0 h 16393"/>
                <a:gd name="connsiteX4" fmla="*/ 6557 w 11475"/>
                <a:gd name="connsiteY4" fmla="*/ 0 h 16393"/>
                <a:gd name="connsiteX5" fmla="*/ 3279 w 11475"/>
                <a:gd name="connsiteY5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16393">
                  <a:moveTo>
                    <a:pt x="0" y="0"/>
                  </a:moveTo>
                  <a:lnTo>
                    <a:pt x="3279" y="0"/>
                  </a:lnTo>
                  <a:lnTo>
                    <a:pt x="6557" y="0"/>
                  </a:lnTo>
                  <a:lnTo>
                    <a:pt x="11476" y="0"/>
                  </a:lnTo>
                  <a:lnTo>
                    <a:pt x="655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09" name="Freeform 4008">
              <a:extLst>
                <a:ext uri="{FF2B5EF4-FFF2-40B4-BE49-F238E27FC236}">
                  <a16:creationId xmlns:a16="http://schemas.microsoft.com/office/drawing/2014/main" id="{9AADD121-8E37-B146-BB7E-DD469FED0CC0}"/>
                </a:ext>
              </a:extLst>
            </p:cNvPr>
            <p:cNvSpPr/>
            <p:nvPr/>
          </p:nvSpPr>
          <p:spPr>
            <a:xfrm>
              <a:off x="5543543" y="1850973"/>
              <a:ext cx="13114" cy="4918"/>
            </a:xfrm>
            <a:custGeom>
              <a:avLst/>
              <a:gdLst>
                <a:gd name="connsiteX0" fmla="*/ 4918 w 13114"/>
                <a:gd name="connsiteY0" fmla="*/ 0 h 4918"/>
                <a:gd name="connsiteX1" fmla="*/ 0 w 13114"/>
                <a:gd name="connsiteY1" fmla="*/ 0 h 4918"/>
                <a:gd name="connsiteX2" fmla="*/ 4918 w 13114"/>
                <a:gd name="connsiteY2" fmla="*/ 1639 h 4918"/>
                <a:gd name="connsiteX3" fmla="*/ 8197 w 13114"/>
                <a:gd name="connsiteY3" fmla="*/ 4918 h 4918"/>
                <a:gd name="connsiteX4" fmla="*/ 11476 w 13114"/>
                <a:gd name="connsiteY4" fmla="*/ 4918 h 4918"/>
                <a:gd name="connsiteX5" fmla="*/ 13115 w 13114"/>
                <a:gd name="connsiteY5" fmla="*/ 3279 h 4918"/>
                <a:gd name="connsiteX6" fmla="*/ 13115 w 13114"/>
                <a:gd name="connsiteY6" fmla="*/ 3279 h 4918"/>
                <a:gd name="connsiteX7" fmla="*/ 13115 w 13114"/>
                <a:gd name="connsiteY7" fmla="*/ 1639 h 4918"/>
                <a:gd name="connsiteX8" fmla="*/ 9836 w 13114"/>
                <a:gd name="connsiteY8" fmla="*/ 0 h 4918"/>
                <a:gd name="connsiteX9" fmla="*/ 4918 w 13114"/>
                <a:gd name="connsiteY9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14" h="4918">
                  <a:moveTo>
                    <a:pt x="4918" y="0"/>
                  </a:moveTo>
                  <a:lnTo>
                    <a:pt x="0" y="0"/>
                  </a:lnTo>
                  <a:lnTo>
                    <a:pt x="4918" y="1639"/>
                  </a:lnTo>
                  <a:lnTo>
                    <a:pt x="8197" y="4918"/>
                  </a:lnTo>
                  <a:lnTo>
                    <a:pt x="11476" y="4918"/>
                  </a:lnTo>
                  <a:lnTo>
                    <a:pt x="13115" y="3279"/>
                  </a:lnTo>
                  <a:lnTo>
                    <a:pt x="13115" y="3279"/>
                  </a:lnTo>
                  <a:lnTo>
                    <a:pt x="13115" y="1639"/>
                  </a:lnTo>
                  <a:lnTo>
                    <a:pt x="9836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10" name="Freeform 4009">
              <a:extLst>
                <a:ext uri="{FF2B5EF4-FFF2-40B4-BE49-F238E27FC236}">
                  <a16:creationId xmlns:a16="http://schemas.microsoft.com/office/drawing/2014/main" id="{099885DA-5B08-9049-A525-6FEF40256160}"/>
                </a:ext>
              </a:extLst>
            </p:cNvPr>
            <p:cNvSpPr/>
            <p:nvPr/>
          </p:nvSpPr>
          <p:spPr>
            <a:xfrm>
              <a:off x="5550101" y="1846055"/>
              <a:ext cx="14753" cy="8196"/>
            </a:xfrm>
            <a:custGeom>
              <a:avLst/>
              <a:gdLst>
                <a:gd name="connsiteX0" fmla="*/ 0 w 14753"/>
                <a:gd name="connsiteY0" fmla="*/ 3279 h 8196"/>
                <a:gd name="connsiteX1" fmla="*/ 1639 w 14753"/>
                <a:gd name="connsiteY1" fmla="*/ 1639 h 8196"/>
                <a:gd name="connsiteX2" fmla="*/ 4918 w 14753"/>
                <a:gd name="connsiteY2" fmla="*/ 3279 h 8196"/>
                <a:gd name="connsiteX3" fmla="*/ 8197 w 14753"/>
                <a:gd name="connsiteY3" fmla="*/ 6557 h 8196"/>
                <a:gd name="connsiteX4" fmla="*/ 9836 w 14753"/>
                <a:gd name="connsiteY4" fmla="*/ 6557 h 8196"/>
                <a:gd name="connsiteX5" fmla="*/ 11475 w 14753"/>
                <a:gd name="connsiteY5" fmla="*/ 8197 h 8196"/>
                <a:gd name="connsiteX6" fmla="*/ 14754 w 14753"/>
                <a:gd name="connsiteY6" fmla="*/ 6557 h 8196"/>
                <a:gd name="connsiteX7" fmla="*/ 14754 w 14753"/>
                <a:gd name="connsiteY7" fmla="*/ 6557 h 8196"/>
                <a:gd name="connsiteX8" fmla="*/ 13114 w 14753"/>
                <a:gd name="connsiteY8" fmla="*/ 4918 h 8196"/>
                <a:gd name="connsiteX9" fmla="*/ 9836 w 14753"/>
                <a:gd name="connsiteY9" fmla="*/ 3279 h 8196"/>
                <a:gd name="connsiteX10" fmla="*/ 4918 w 14753"/>
                <a:gd name="connsiteY10" fmla="*/ 0 h 8196"/>
                <a:gd name="connsiteX11" fmla="*/ 3278 w 14753"/>
                <a:gd name="connsiteY11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53" h="8196">
                  <a:moveTo>
                    <a:pt x="0" y="3279"/>
                  </a:moveTo>
                  <a:lnTo>
                    <a:pt x="1639" y="1639"/>
                  </a:lnTo>
                  <a:lnTo>
                    <a:pt x="4918" y="3279"/>
                  </a:lnTo>
                  <a:lnTo>
                    <a:pt x="8197" y="6557"/>
                  </a:lnTo>
                  <a:lnTo>
                    <a:pt x="9836" y="6557"/>
                  </a:lnTo>
                  <a:lnTo>
                    <a:pt x="11475" y="8197"/>
                  </a:lnTo>
                  <a:lnTo>
                    <a:pt x="14754" y="6557"/>
                  </a:lnTo>
                  <a:lnTo>
                    <a:pt x="14754" y="6557"/>
                  </a:lnTo>
                  <a:lnTo>
                    <a:pt x="13114" y="4918"/>
                  </a:lnTo>
                  <a:lnTo>
                    <a:pt x="9836" y="3279"/>
                  </a:lnTo>
                  <a:lnTo>
                    <a:pt x="4918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11" name="Freeform 4010">
              <a:extLst>
                <a:ext uri="{FF2B5EF4-FFF2-40B4-BE49-F238E27FC236}">
                  <a16:creationId xmlns:a16="http://schemas.microsoft.com/office/drawing/2014/main" id="{4CF85ED5-6414-AA4B-AECF-98B734A7A316}"/>
                </a:ext>
              </a:extLst>
            </p:cNvPr>
            <p:cNvSpPr/>
            <p:nvPr/>
          </p:nvSpPr>
          <p:spPr>
            <a:xfrm>
              <a:off x="5579608" y="1790317"/>
              <a:ext cx="4917" cy="6557"/>
            </a:xfrm>
            <a:custGeom>
              <a:avLst/>
              <a:gdLst>
                <a:gd name="connsiteX0" fmla="*/ 0 w 4917"/>
                <a:gd name="connsiteY0" fmla="*/ 6557 h 6557"/>
                <a:gd name="connsiteX1" fmla="*/ 1639 w 4917"/>
                <a:gd name="connsiteY1" fmla="*/ 6557 h 6557"/>
                <a:gd name="connsiteX2" fmla="*/ 4918 w 4917"/>
                <a:gd name="connsiteY2" fmla="*/ 3279 h 6557"/>
                <a:gd name="connsiteX3" fmla="*/ 3279 w 4917"/>
                <a:gd name="connsiteY3" fmla="*/ 0 h 6557"/>
                <a:gd name="connsiteX4" fmla="*/ 0 w 4917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6557">
                  <a:moveTo>
                    <a:pt x="0" y="6557"/>
                  </a:moveTo>
                  <a:lnTo>
                    <a:pt x="1639" y="6557"/>
                  </a:lnTo>
                  <a:lnTo>
                    <a:pt x="4918" y="3279"/>
                  </a:ln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12" name="Freeform 4011">
              <a:extLst>
                <a:ext uri="{FF2B5EF4-FFF2-40B4-BE49-F238E27FC236}">
                  <a16:creationId xmlns:a16="http://schemas.microsoft.com/office/drawing/2014/main" id="{3227FBCE-12AD-BE41-84FA-9716369DB1BD}"/>
                </a:ext>
              </a:extLst>
            </p:cNvPr>
            <p:cNvSpPr/>
            <p:nvPr/>
          </p:nvSpPr>
          <p:spPr>
            <a:xfrm>
              <a:off x="5584526" y="1785399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327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13" name="Freeform 4012">
              <a:extLst>
                <a:ext uri="{FF2B5EF4-FFF2-40B4-BE49-F238E27FC236}">
                  <a16:creationId xmlns:a16="http://schemas.microsoft.com/office/drawing/2014/main" id="{6A6B747F-781F-D846-833A-11CEFEC9B064}"/>
                </a:ext>
              </a:extLst>
            </p:cNvPr>
            <p:cNvSpPr/>
            <p:nvPr/>
          </p:nvSpPr>
          <p:spPr>
            <a:xfrm>
              <a:off x="5594362" y="1778842"/>
              <a:ext cx="11475" cy="3278"/>
            </a:xfrm>
            <a:custGeom>
              <a:avLst/>
              <a:gdLst>
                <a:gd name="connsiteX0" fmla="*/ 0 w 11475"/>
                <a:gd name="connsiteY0" fmla="*/ 3279 h 3278"/>
                <a:gd name="connsiteX1" fmla="*/ 4918 w 11475"/>
                <a:gd name="connsiteY1" fmla="*/ 3279 h 3278"/>
                <a:gd name="connsiteX2" fmla="*/ 8197 w 11475"/>
                <a:gd name="connsiteY2" fmla="*/ 1639 h 3278"/>
                <a:gd name="connsiteX3" fmla="*/ 11476 w 11475"/>
                <a:gd name="connsiteY3" fmla="*/ 0 h 3278"/>
                <a:gd name="connsiteX4" fmla="*/ 8197 w 11475"/>
                <a:gd name="connsiteY4" fmla="*/ 0 h 3278"/>
                <a:gd name="connsiteX5" fmla="*/ 4918 w 11475"/>
                <a:gd name="connsiteY5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3278">
                  <a:moveTo>
                    <a:pt x="0" y="3279"/>
                  </a:moveTo>
                  <a:lnTo>
                    <a:pt x="4918" y="3279"/>
                  </a:lnTo>
                  <a:lnTo>
                    <a:pt x="8197" y="1639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14" name="Freeform 4013">
              <a:extLst>
                <a:ext uri="{FF2B5EF4-FFF2-40B4-BE49-F238E27FC236}">
                  <a16:creationId xmlns:a16="http://schemas.microsoft.com/office/drawing/2014/main" id="{52E43E90-6968-A748-B504-7AC1A537D5F0}"/>
                </a:ext>
              </a:extLst>
            </p:cNvPr>
            <p:cNvSpPr/>
            <p:nvPr/>
          </p:nvSpPr>
          <p:spPr>
            <a:xfrm>
              <a:off x="5610756" y="1777202"/>
              <a:ext cx="8196" cy="1639"/>
            </a:xfrm>
            <a:custGeom>
              <a:avLst/>
              <a:gdLst>
                <a:gd name="connsiteX0" fmla="*/ 0 w 8196"/>
                <a:gd name="connsiteY0" fmla="*/ 1639 h 1639"/>
                <a:gd name="connsiteX1" fmla="*/ 3279 w 8196"/>
                <a:gd name="connsiteY1" fmla="*/ 1639 h 1639"/>
                <a:gd name="connsiteX2" fmla="*/ 8197 w 8196"/>
                <a:gd name="connsiteY2" fmla="*/ 0 h 1639"/>
                <a:gd name="connsiteX3" fmla="*/ 3279 w 8196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0" y="1639"/>
                  </a:moveTo>
                  <a:lnTo>
                    <a:pt x="3279" y="1639"/>
                  </a:lnTo>
                  <a:lnTo>
                    <a:pt x="819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15" name="Freeform 4014">
              <a:extLst>
                <a:ext uri="{FF2B5EF4-FFF2-40B4-BE49-F238E27FC236}">
                  <a16:creationId xmlns:a16="http://schemas.microsoft.com/office/drawing/2014/main" id="{1040F12F-6DE5-F047-8FDF-056B32C89B76}"/>
                </a:ext>
              </a:extLst>
            </p:cNvPr>
            <p:cNvSpPr/>
            <p:nvPr/>
          </p:nvSpPr>
          <p:spPr>
            <a:xfrm>
              <a:off x="2010772" y="3460801"/>
              <a:ext cx="183605" cy="188523"/>
            </a:xfrm>
            <a:custGeom>
              <a:avLst/>
              <a:gdLst>
                <a:gd name="connsiteX0" fmla="*/ 4918 w 183605"/>
                <a:gd name="connsiteY0" fmla="*/ 85245 h 188523"/>
                <a:gd name="connsiteX1" fmla="*/ 6557 w 183605"/>
                <a:gd name="connsiteY1" fmla="*/ 86885 h 188523"/>
                <a:gd name="connsiteX2" fmla="*/ 8197 w 183605"/>
                <a:gd name="connsiteY2" fmla="*/ 90164 h 188523"/>
                <a:gd name="connsiteX3" fmla="*/ 13115 w 183605"/>
                <a:gd name="connsiteY3" fmla="*/ 91803 h 188523"/>
                <a:gd name="connsiteX4" fmla="*/ 14754 w 183605"/>
                <a:gd name="connsiteY4" fmla="*/ 91803 h 188523"/>
                <a:gd name="connsiteX5" fmla="*/ 14754 w 183605"/>
                <a:gd name="connsiteY5" fmla="*/ 88524 h 188523"/>
                <a:gd name="connsiteX6" fmla="*/ 18033 w 183605"/>
                <a:gd name="connsiteY6" fmla="*/ 88524 h 188523"/>
                <a:gd name="connsiteX7" fmla="*/ 21311 w 183605"/>
                <a:gd name="connsiteY7" fmla="*/ 88524 h 188523"/>
                <a:gd name="connsiteX8" fmla="*/ 24590 w 183605"/>
                <a:gd name="connsiteY8" fmla="*/ 86885 h 188523"/>
                <a:gd name="connsiteX9" fmla="*/ 27869 w 183605"/>
                <a:gd name="connsiteY9" fmla="*/ 86885 h 188523"/>
                <a:gd name="connsiteX10" fmla="*/ 27869 w 183605"/>
                <a:gd name="connsiteY10" fmla="*/ 85245 h 188523"/>
                <a:gd name="connsiteX11" fmla="*/ 29508 w 183605"/>
                <a:gd name="connsiteY11" fmla="*/ 83606 h 188523"/>
                <a:gd name="connsiteX12" fmla="*/ 31147 w 183605"/>
                <a:gd name="connsiteY12" fmla="*/ 80327 h 188523"/>
                <a:gd name="connsiteX13" fmla="*/ 31147 w 183605"/>
                <a:gd name="connsiteY13" fmla="*/ 77049 h 188523"/>
                <a:gd name="connsiteX14" fmla="*/ 34426 w 183605"/>
                <a:gd name="connsiteY14" fmla="*/ 73770 h 188523"/>
                <a:gd name="connsiteX15" fmla="*/ 37705 w 183605"/>
                <a:gd name="connsiteY15" fmla="*/ 77049 h 188523"/>
                <a:gd name="connsiteX16" fmla="*/ 37705 w 183605"/>
                <a:gd name="connsiteY16" fmla="*/ 75409 h 188523"/>
                <a:gd name="connsiteX17" fmla="*/ 39344 w 183605"/>
                <a:gd name="connsiteY17" fmla="*/ 72131 h 188523"/>
                <a:gd name="connsiteX18" fmla="*/ 39344 w 183605"/>
                <a:gd name="connsiteY18" fmla="*/ 68852 h 188523"/>
                <a:gd name="connsiteX19" fmla="*/ 39344 w 183605"/>
                <a:gd name="connsiteY19" fmla="*/ 67213 h 188523"/>
                <a:gd name="connsiteX20" fmla="*/ 37705 w 183605"/>
                <a:gd name="connsiteY20" fmla="*/ 63934 h 188523"/>
                <a:gd name="connsiteX21" fmla="*/ 39344 w 183605"/>
                <a:gd name="connsiteY21" fmla="*/ 59016 h 188523"/>
                <a:gd name="connsiteX22" fmla="*/ 37705 w 183605"/>
                <a:gd name="connsiteY22" fmla="*/ 55737 h 188523"/>
                <a:gd name="connsiteX23" fmla="*/ 37705 w 183605"/>
                <a:gd name="connsiteY23" fmla="*/ 54098 h 188523"/>
                <a:gd name="connsiteX24" fmla="*/ 42623 w 183605"/>
                <a:gd name="connsiteY24" fmla="*/ 54098 h 188523"/>
                <a:gd name="connsiteX25" fmla="*/ 45901 w 183605"/>
                <a:gd name="connsiteY25" fmla="*/ 54098 h 188523"/>
                <a:gd name="connsiteX26" fmla="*/ 45901 w 183605"/>
                <a:gd name="connsiteY26" fmla="*/ 52459 h 188523"/>
                <a:gd name="connsiteX27" fmla="*/ 50819 w 183605"/>
                <a:gd name="connsiteY27" fmla="*/ 54098 h 188523"/>
                <a:gd name="connsiteX28" fmla="*/ 54098 w 183605"/>
                <a:gd name="connsiteY28" fmla="*/ 54098 h 188523"/>
                <a:gd name="connsiteX29" fmla="*/ 57377 w 183605"/>
                <a:gd name="connsiteY29" fmla="*/ 50819 h 188523"/>
                <a:gd name="connsiteX30" fmla="*/ 60655 w 183605"/>
                <a:gd name="connsiteY30" fmla="*/ 47541 h 188523"/>
                <a:gd name="connsiteX31" fmla="*/ 63934 w 183605"/>
                <a:gd name="connsiteY31" fmla="*/ 42623 h 188523"/>
                <a:gd name="connsiteX32" fmla="*/ 65573 w 183605"/>
                <a:gd name="connsiteY32" fmla="*/ 40983 h 188523"/>
                <a:gd name="connsiteX33" fmla="*/ 68852 w 183605"/>
                <a:gd name="connsiteY33" fmla="*/ 45901 h 188523"/>
                <a:gd name="connsiteX34" fmla="*/ 73770 w 183605"/>
                <a:gd name="connsiteY34" fmla="*/ 47541 h 188523"/>
                <a:gd name="connsiteX35" fmla="*/ 77049 w 183605"/>
                <a:gd name="connsiteY35" fmla="*/ 50819 h 188523"/>
                <a:gd name="connsiteX36" fmla="*/ 78688 w 183605"/>
                <a:gd name="connsiteY36" fmla="*/ 50819 h 188523"/>
                <a:gd name="connsiteX37" fmla="*/ 78688 w 183605"/>
                <a:gd name="connsiteY37" fmla="*/ 47541 h 188523"/>
                <a:gd name="connsiteX38" fmla="*/ 81967 w 183605"/>
                <a:gd name="connsiteY38" fmla="*/ 44262 h 188523"/>
                <a:gd name="connsiteX39" fmla="*/ 85245 w 183605"/>
                <a:gd name="connsiteY39" fmla="*/ 40983 h 188523"/>
                <a:gd name="connsiteX40" fmla="*/ 86885 w 183605"/>
                <a:gd name="connsiteY40" fmla="*/ 40983 h 188523"/>
                <a:gd name="connsiteX41" fmla="*/ 90164 w 183605"/>
                <a:gd name="connsiteY41" fmla="*/ 37705 h 188523"/>
                <a:gd name="connsiteX42" fmla="*/ 93442 w 183605"/>
                <a:gd name="connsiteY42" fmla="*/ 34426 h 188523"/>
                <a:gd name="connsiteX43" fmla="*/ 96721 w 183605"/>
                <a:gd name="connsiteY43" fmla="*/ 31147 h 188523"/>
                <a:gd name="connsiteX44" fmla="*/ 99999 w 183605"/>
                <a:gd name="connsiteY44" fmla="*/ 31147 h 188523"/>
                <a:gd name="connsiteX45" fmla="*/ 103278 w 183605"/>
                <a:gd name="connsiteY45" fmla="*/ 29508 h 188523"/>
                <a:gd name="connsiteX46" fmla="*/ 101639 w 183605"/>
                <a:gd name="connsiteY46" fmla="*/ 24590 h 188523"/>
                <a:gd name="connsiteX47" fmla="*/ 103278 w 183605"/>
                <a:gd name="connsiteY47" fmla="*/ 21311 h 188523"/>
                <a:gd name="connsiteX48" fmla="*/ 108196 w 183605"/>
                <a:gd name="connsiteY48" fmla="*/ 19672 h 188523"/>
                <a:gd name="connsiteX49" fmla="*/ 108196 w 183605"/>
                <a:gd name="connsiteY49" fmla="*/ 18033 h 188523"/>
                <a:gd name="connsiteX50" fmla="*/ 109836 w 183605"/>
                <a:gd name="connsiteY50" fmla="*/ 16393 h 188523"/>
                <a:gd name="connsiteX51" fmla="*/ 109836 w 183605"/>
                <a:gd name="connsiteY51" fmla="*/ 13114 h 188523"/>
                <a:gd name="connsiteX52" fmla="*/ 109836 w 183605"/>
                <a:gd name="connsiteY52" fmla="*/ 11475 h 188523"/>
                <a:gd name="connsiteX53" fmla="*/ 111475 w 183605"/>
                <a:gd name="connsiteY53" fmla="*/ 11475 h 188523"/>
                <a:gd name="connsiteX54" fmla="*/ 114754 w 183605"/>
                <a:gd name="connsiteY54" fmla="*/ 8197 h 188523"/>
                <a:gd name="connsiteX55" fmla="*/ 118032 w 183605"/>
                <a:gd name="connsiteY55" fmla="*/ 8197 h 188523"/>
                <a:gd name="connsiteX56" fmla="*/ 119672 w 183605"/>
                <a:gd name="connsiteY56" fmla="*/ 11475 h 188523"/>
                <a:gd name="connsiteX57" fmla="*/ 124589 w 183605"/>
                <a:gd name="connsiteY57" fmla="*/ 13114 h 188523"/>
                <a:gd name="connsiteX58" fmla="*/ 127868 w 183605"/>
                <a:gd name="connsiteY58" fmla="*/ 14754 h 188523"/>
                <a:gd name="connsiteX59" fmla="*/ 131147 w 183605"/>
                <a:gd name="connsiteY59" fmla="*/ 16393 h 188523"/>
                <a:gd name="connsiteX60" fmla="*/ 134426 w 183605"/>
                <a:gd name="connsiteY60" fmla="*/ 13114 h 188523"/>
                <a:gd name="connsiteX61" fmla="*/ 139344 w 183605"/>
                <a:gd name="connsiteY61" fmla="*/ 9836 h 188523"/>
                <a:gd name="connsiteX62" fmla="*/ 139344 w 183605"/>
                <a:gd name="connsiteY62" fmla="*/ 9836 h 188523"/>
                <a:gd name="connsiteX63" fmla="*/ 142622 w 183605"/>
                <a:gd name="connsiteY63" fmla="*/ 11475 h 188523"/>
                <a:gd name="connsiteX64" fmla="*/ 144262 w 183605"/>
                <a:gd name="connsiteY64" fmla="*/ 11475 h 188523"/>
                <a:gd name="connsiteX65" fmla="*/ 149180 w 183605"/>
                <a:gd name="connsiteY65" fmla="*/ 9836 h 188523"/>
                <a:gd name="connsiteX66" fmla="*/ 152458 w 183605"/>
                <a:gd name="connsiteY66" fmla="*/ 8197 h 188523"/>
                <a:gd name="connsiteX67" fmla="*/ 155737 w 183605"/>
                <a:gd name="connsiteY67" fmla="*/ 8197 h 188523"/>
                <a:gd name="connsiteX68" fmla="*/ 160655 w 183605"/>
                <a:gd name="connsiteY68" fmla="*/ 6557 h 188523"/>
                <a:gd name="connsiteX69" fmla="*/ 163934 w 183605"/>
                <a:gd name="connsiteY69" fmla="*/ 4918 h 188523"/>
                <a:gd name="connsiteX70" fmla="*/ 167212 w 183605"/>
                <a:gd name="connsiteY70" fmla="*/ 1639 h 188523"/>
                <a:gd name="connsiteX71" fmla="*/ 170491 w 183605"/>
                <a:gd name="connsiteY71" fmla="*/ 0 h 188523"/>
                <a:gd name="connsiteX72" fmla="*/ 172130 w 183605"/>
                <a:gd name="connsiteY72" fmla="*/ 0 h 188523"/>
                <a:gd name="connsiteX73" fmla="*/ 175409 w 183605"/>
                <a:gd name="connsiteY73" fmla="*/ 0 h 188523"/>
                <a:gd name="connsiteX74" fmla="*/ 178688 w 183605"/>
                <a:gd name="connsiteY74" fmla="*/ 0 h 188523"/>
                <a:gd name="connsiteX75" fmla="*/ 181966 w 183605"/>
                <a:gd name="connsiteY75" fmla="*/ 0 h 188523"/>
                <a:gd name="connsiteX76" fmla="*/ 183606 w 183605"/>
                <a:gd name="connsiteY76" fmla="*/ 0 h 188523"/>
                <a:gd name="connsiteX77" fmla="*/ 180327 w 183605"/>
                <a:gd name="connsiteY77" fmla="*/ 3279 h 188523"/>
                <a:gd name="connsiteX78" fmla="*/ 177048 w 183605"/>
                <a:gd name="connsiteY78" fmla="*/ 6557 h 188523"/>
                <a:gd name="connsiteX79" fmla="*/ 173770 w 183605"/>
                <a:gd name="connsiteY79" fmla="*/ 4918 h 188523"/>
                <a:gd name="connsiteX80" fmla="*/ 172130 w 183605"/>
                <a:gd name="connsiteY80" fmla="*/ 8197 h 188523"/>
                <a:gd name="connsiteX81" fmla="*/ 173770 w 183605"/>
                <a:gd name="connsiteY81" fmla="*/ 11475 h 188523"/>
                <a:gd name="connsiteX82" fmla="*/ 175409 w 183605"/>
                <a:gd name="connsiteY82" fmla="*/ 14754 h 188523"/>
                <a:gd name="connsiteX83" fmla="*/ 177048 w 183605"/>
                <a:gd name="connsiteY83" fmla="*/ 18033 h 188523"/>
                <a:gd name="connsiteX84" fmla="*/ 177048 w 183605"/>
                <a:gd name="connsiteY84" fmla="*/ 21311 h 188523"/>
                <a:gd name="connsiteX85" fmla="*/ 177048 w 183605"/>
                <a:gd name="connsiteY85" fmla="*/ 22951 h 188523"/>
                <a:gd name="connsiteX86" fmla="*/ 177048 w 183605"/>
                <a:gd name="connsiteY86" fmla="*/ 24590 h 188523"/>
                <a:gd name="connsiteX87" fmla="*/ 177048 w 183605"/>
                <a:gd name="connsiteY87" fmla="*/ 24590 h 188523"/>
                <a:gd name="connsiteX88" fmla="*/ 178688 w 183605"/>
                <a:gd name="connsiteY88" fmla="*/ 29508 h 188523"/>
                <a:gd name="connsiteX89" fmla="*/ 177048 w 183605"/>
                <a:gd name="connsiteY89" fmla="*/ 32787 h 188523"/>
                <a:gd name="connsiteX90" fmla="*/ 173770 w 183605"/>
                <a:gd name="connsiteY90" fmla="*/ 36065 h 188523"/>
                <a:gd name="connsiteX91" fmla="*/ 173770 w 183605"/>
                <a:gd name="connsiteY91" fmla="*/ 37705 h 188523"/>
                <a:gd name="connsiteX92" fmla="*/ 170491 w 183605"/>
                <a:gd name="connsiteY92" fmla="*/ 40983 h 188523"/>
                <a:gd name="connsiteX93" fmla="*/ 167212 w 183605"/>
                <a:gd name="connsiteY93" fmla="*/ 44262 h 188523"/>
                <a:gd name="connsiteX94" fmla="*/ 165573 w 183605"/>
                <a:gd name="connsiteY94" fmla="*/ 49180 h 188523"/>
                <a:gd name="connsiteX95" fmla="*/ 163934 w 183605"/>
                <a:gd name="connsiteY95" fmla="*/ 52459 h 188523"/>
                <a:gd name="connsiteX96" fmla="*/ 163934 w 183605"/>
                <a:gd name="connsiteY96" fmla="*/ 55737 h 188523"/>
                <a:gd name="connsiteX97" fmla="*/ 162294 w 183605"/>
                <a:gd name="connsiteY97" fmla="*/ 59016 h 188523"/>
                <a:gd name="connsiteX98" fmla="*/ 162294 w 183605"/>
                <a:gd name="connsiteY98" fmla="*/ 62295 h 188523"/>
                <a:gd name="connsiteX99" fmla="*/ 162294 w 183605"/>
                <a:gd name="connsiteY99" fmla="*/ 63934 h 188523"/>
                <a:gd name="connsiteX100" fmla="*/ 160655 w 183605"/>
                <a:gd name="connsiteY100" fmla="*/ 67213 h 188523"/>
                <a:gd name="connsiteX101" fmla="*/ 160655 w 183605"/>
                <a:gd name="connsiteY101" fmla="*/ 70491 h 188523"/>
                <a:gd name="connsiteX102" fmla="*/ 159016 w 183605"/>
                <a:gd name="connsiteY102" fmla="*/ 73770 h 188523"/>
                <a:gd name="connsiteX103" fmla="*/ 159016 w 183605"/>
                <a:gd name="connsiteY103" fmla="*/ 78688 h 188523"/>
                <a:gd name="connsiteX104" fmla="*/ 159016 w 183605"/>
                <a:gd name="connsiteY104" fmla="*/ 81967 h 188523"/>
                <a:gd name="connsiteX105" fmla="*/ 159016 w 183605"/>
                <a:gd name="connsiteY105" fmla="*/ 85245 h 188523"/>
                <a:gd name="connsiteX106" fmla="*/ 159016 w 183605"/>
                <a:gd name="connsiteY106" fmla="*/ 88524 h 188523"/>
                <a:gd name="connsiteX107" fmla="*/ 160655 w 183605"/>
                <a:gd name="connsiteY107" fmla="*/ 91803 h 188523"/>
                <a:gd name="connsiteX108" fmla="*/ 159016 w 183605"/>
                <a:gd name="connsiteY108" fmla="*/ 95081 h 188523"/>
                <a:gd name="connsiteX109" fmla="*/ 157376 w 183605"/>
                <a:gd name="connsiteY109" fmla="*/ 99999 h 188523"/>
                <a:gd name="connsiteX110" fmla="*/ 157376 w 183605"/>
                <a:gd name="connsiteY110" fmla="*/ 103278 h 188523"/>
                <a:gd name="connsiteX111" fmla="*/ 157376 w 183605"/>
                <a:gd name="connsiteY111" fmla="*/ 106557 h 188523"/>
                <a:gd name="connsiteX112" fmla="*/ 159016 w 183605"/>
                <a:gd name="connsiteY112" fmla="*/ 109836 h 188523"/>
                <a:gd name="connsiteX113" fmla="*/ 159016 w 183605"/>
                <a:gd name="connsiteY113" fmla="*/ 114754 h 188523"/>
                <a:gd name="connsiteX114" fmla="*/ 154098 w 183605"/>
                <a:gd name="connsiteY114" fmla="*/ 114754 h 188523"/>
                <a:gd name="connsiteX115" fmla="*/ 154098 w 183605"/>
                <a:gd name="connsiteY115" fmla="*/ 116393 h 188523"/>
                <a:gd name="connsiteX116" fmla="*/ 154098 w 183605"/>
                <a:gd name="connsiteY116" fmla="*/ 111475 h 188523"/>
                <a:gd name="connsiteX117" fmla="*/ 154098 w 183605"/>
                <a:gd name="connsiteY117" fmla="*/ 108196 h 188523"/>
                <a:gd name="connsiteX118" fmla="*/ 155737 w 183605"/>
                <a:gd name="connsiteY118" fmla="*/ 106557 h 188523"/>
                <a:gd name="connsiteX119" fmla="*/ 157376 w 183605"/>
                <a:gd name="connsiteY119" fmla="*/ 103278 h 188523"/>
                <a:gd name="connsiteX120" fmla="*/ 157376 w 183605"/>
                <a:gd name="connsiteY120" fmla="*/ 99999 h 188523"/>
                <a:gd name="connsiteX121" fmla="*/ 157376 w 183605"/>
                <a:gd name="connsiteY121" fmla="*/ 96721 h 188523"/>
                <a:gd name="connsiteX122" fmla="*/ 154098 w 183605"/>
                <a:gd name="connsiteY122" fmla="*/ 96721 h 188523"/>
                <a:gd name="connsiteX123" fmla="*/ 154098 w 183605"/>
                <a:gd name="connsiteY123" fmla="*/ 101639 h 188523"/>
                <a:gd name="connsiteX124" fmla="*/ 155737 w 183605"/>
                <a:gd name="connsiteY124" fmla="*/ 104917 h 188523"/>
                <a:gd name="connsiteX125" fmla="*/ 150819 w 183605"/>
                <a:gd name="connsiteY125" fmla="*/ 106557 h 188523"/>
                <a:gd name="connsiteX126" fmla="*/ 147540 w 183605"/>
                <a:gd name="connsiteY126" fmla="*/ 108196 h 188523"/>
                <a:gd name="connsiteX127" fmla="*/ 149180 w 183605"/>
                <a:gd name="connsiteY127" fmla="*/ 113114 h 188523"/>
                <a:gd name="connsiteX128" fmla="*/ 149180 w 183605"/>
                <a:gd name="connsiteY128" fmla="*/ 116393 h 188523"/>
                <a:gd name="connsiteX129" fmla="*/ 152458 w 183605"/>
                <a:gd name="connsiteY129" fmla="*/ 118032 h 188523"/>
                <a:gd name="connsiteX130" fmla="*/ 150819 w 183605"/>
                <a:gd name="connsiteY130" fmla="*/ 121311 h 188523"/>
                <a:gd name="connsiteX131" fmla="*/ 150819 w 183605"/>
                <a:gd name="connsiteY131" fmla="*/ 124589 h 188523"/>
                <a:gd name="connsiteX132" fmla="*/ 149180 w 183605"/>
                <a:gd name="connsiteY132" fmla="*/ 129508 h 188523"/>
                <a:gd name="connsiteX133" fmla="*/ 149180 w 183605"/>
                <a:gd name="connsiteY133" fmla="*/ 132786 h 188523"/>
                <a:gd name="connsiteX134" fmla="*/ 147540 w 183605"/>
                <a:gd name="connsiteY134" fmla="*/ 129508 h 188523"/>
                <a:gd name="connsiteX135" fmla="*/ 149180 w 183605"/>
                <a:gd name="connsiteY135" fmla="*/ 124589 h 188523"/>
                <a:gd name="connsiteX136" fmla="*/ 147540 w 183605"/>
                <a:gd name="connsiteY136" fmla="*/ 129508 h 188523"/>
                <a:gd name="connsiteX137" fmla="*/ 147540 w 183605"/>
                <a:gd name="connsiteY137" fmla="*/ 132786 h 188523"/>
                <a:gd name="connsiteX138" fmla="*/ 144262 w 183605"/>
                <a:gd name="connsiteY138" fmla="*/ 136065 h 188523"/>
                <a:gd name="connsiteX139" fmla="*/ 144262 w 183605"/>
                <a:gd name="connsiteY139" fmla="*/ 139344 h 188523"/>
                <a:gd name="connsiteX140" fmla="*/ 149180 w 183605"/>
                <a:gd name="connsiteY140" fmla="*/ 139344 h 188523"/>
                <a:gd name="connsiteX141" fmla="*/ 149180 w 183605"/>
                <a:gd name="connsiteY141" fmla="*/ 142622 h 188523"/>
                <a:gd name="connsiteX142" fmla="*/ 149180 w 183605"/>
                <a:gd name="connsiteY142" fmla="*/ 147540 h 188523"/>
                <a:gd name="connsiteX143" fmla="*/ 147540 w 183605"/>
                <a:gd name="connsiteY143" fmla="*/ 150819 h 188523"/>
                <a:gd name="connsiteX144" fmla="*/ 144262 w 183605"/>
                <a:gd name="connsiteY144" fmla="*/ 154098 h 188523"/>
                <a:gd name="connsiteX145" fmla="*/ 140983 w 183605"/>
                <a:gd name="connsiteY145" fmla="*/ 157376 h 188523"/>
                <a:gd name="connsiteX146" fmla="*/ 139344 w 183605"/>
                <a:gd name="connsiteY146" fmla="*/ 162294 h 188523"/>
                <a:gd name="connsiteX147" fmla="*/ 139344 w 183605"/>
                <a:gd name="connsiteY147" fmla="*/ 165573 h 188523"/>
                <a:gd name="connsiteX148" fmla="*/ 140983 w 183605"/>
                <a:gd name="connsiteY148" fmla="*/ 168851 h 188523"/>
                <a:gd name="connsiteX149" fmla="*/ 140983 w 183605"/>
                <a:gd name="connsiteY149" fmla="*/ 172130 h 188523"/>
                <a:gd name="connsiteX150" fmla="*/ 142622 w 183605"/>
                <a:gd name="connsiteY150" fmla="*/ 173770 h 188523"/>
                <a:gd name="connsiteX151" fmla="*/ 144262 w 183605"/>
                <a:gd name="connsiteY151" fmla="*/ 178688 h 188523"/>
                <a:gd name="connsiteX152" fmla="*/ 144262 w 183605"/>
                <a:gd name="connsiteY152" fmla="*/ 178688 h 188523"/>
                <a:gd name="connsiteX153" fmla="*/ 147540 w 183605"/>
                <a:gd name="connsiteY153" fmla="*/ 178688 h 188523"/>
                <a:gd name="connsiteX154" fmla="*/ 145901 w 183605"/>
                <a:gd name="connsiteY154" fmla="*/ 181966 h 188523"/>
                <a:gd name="connsiteX155" fmla="*/ 145901 w 183605"/>
                <a:gd name="connsiteY155" fmla="*/ 185245 h 188523"/>
                <a:gd name="connsiteX156" fmla="*/ 142622 w 183605"/>
                <a:gd name="connsiteY156" fmla="*/ 186884 h 188523"/>
                <a:gd name="connsiteX157" fmla="*/ 139344 w 183605"/>
                <a:gd name="connsiteY157" fmla="*/ 186884 h 188523"/>
                <a:gd name="connsiteX158" fmla="*/ 136065 w 183605"/>
                <a:gd name="connsiteY158" fmla="*/ 188524 h 188523"/>
                <a:gd name="connsiteX159" fmla="*/ 134426 w 183605"/>
                <a:gd name="connsiteY159" fmla="*/ 186884 h 188523"/>
                <a:gd name="connsiteX160" fmla="*/ 131147 w 183605"/>
                <a:gd name="connsiteY160" fmla="*/ 186884 h 188523"/>
                <a:gd name="connsiteX161" fmla="*/ 126229 w 183605"/>
                <a:gd name="connsiteY161" fmla="*/ 185245 h 188523"/>
                <a:gd name="connsiteX162" fmla="*/ 126229 w 183605"/>
                <a:gd name="connsiteY162" fmla="*/ 185245 h 188523"/>
                <a:gd name="connsiteX163" fmla="*/ 124589 w 183605"/>
                <a:gd name="connsiteY163" fmla="*/ 183605 h 188523"/>
                <a:gd name="connsiteX164" fmla="*/ 122950 w 183605"/>
                <a:gd name="connsiteY164" fmla="*/ 180327 h 188523"/>
                <a:gd name="connsiteX165" fmla="*/ 119672 w 183605"/>
                <a:gd name="connsiteY165" fmla="*/ 175409 h 188523"/>
                <a:gd name="connsiteX166" fmla="*/ 118032 w 183605"/>
                <a:gd name="connsiteY166" fmla="*/ 178688 h 188523"/>
                <a:gd name="connsiteX167" fmla="*/ 113114 w 183605"/>
                <a:gd name="connsiteY167" fmla="*/ 175409 h 188523"/>
                <a:gd name="connsiteX168" fmla="*/ 109836 w 183605"/>
                <a:gd name="connsiteY168" fmla="*/ 173770 h 188523"/>
                <a:gd name="connsiteX169" fmla="*/ 104917 w 183605"/>
                <a:gd name="connsiteY169" fmla="*/ 173770 h 188523"/>
                <a:gd name="connsiteX170" fmla="*/ 103278 w 183605"/>
                <a:gd name="connsiteY170" fmla="*/ 175409 h 188523"/>
                <a:gd name="connsiteX171" fmla="*/ 98360 w 183605"/>
                <a:gd name="connsiteY171" fmla="*/ 178688 h 188523"/>
                <a:gd name="connsiteX172" fmla="*/ 95082 w 183605"/>
                <a:gd name="connsiteY172" fmla="*/ 177048 h 188523"/>
                <a:gd name="connsiteX173" fmla="*/ 93442 w 183605"/>
                <a:gd name="connsiteY173" fmla="*/ 175409 h 188523"/>
                <a:gd name="connsiteX174" fmla="*/ 88524 w 183605"/>
                <a:gd name="connsiteY174" fmla="*/ 173770 h 188523"/>
                <a:gd name="connsiteX175" fmla="*/ 86885 w 183605"/>
                <a:gd name="connsiteY175" fmla="*/ 173770 h 188523"/>
                <a:gd name="connsiteX176" fmla="*/ 83606 w 183605"/>
                <a:gd name="connsiteY176" fmla="*/ 172130 h 188523"/>
                <a:gd name="connsiteX177" fmla="*/ 80327 w 183605"/>
                <a:gd name="connsiteY177" fmla="*/ 170491 h 188523"/>
                <a:gd name="connsiteX178" fmla="*/ 77049 w 183605"/>
                <a:gd name="connsiteY178" fmla="*/ 168851 h 188523"/>
                <a:gd name="connsiteX179" fmla="*/ 72131 w 183605"/>
                <a:gd name="connsiteY179" fmla="*/ 167212 h 188523"/>
                <a:gd name="connsiteX180" fmla="*/ 72131 w 183605"/>
                <a:gd name="connsiteY180" fmla="*/ 167212 h 188523"/>
                <a:gd name="connsiteX181" fmla="*/ 70492 w 183605"/>
                <a:gd name="connsiteY181" fmla="*/ 168851 h 188523"/>
                <a:gd name="connsiteX182" fmla="*/ 68852 w 183605"/>
                <a:gd name="connsiteY182" fmla="*/ 172130 h 188523"/>
                <a:gd name="connsiteX183" fmla="*/ 65573 w 183605"/>
                <a:gd name="connsiteY183" fmla="*/ 170491 h 188523"/>
                <a:gd name="connsiteX184" fmla="*/ 63934 w 183605"/>
                <a:gd name="connsiteY184" fmla="*/ 167212 h 188523"/>
                <a:gd name="connsiteX185" fmla="*/ 60655 w 183605"/>
                <a:gd name="connsiteY185" fmla="*/ 163934 h 188523"/>
                <a:gd name="connsiteX186" fmla="*/ 57377 w 183605"/>
                <a:gd name="connsiteY186" fmla="*/ 160655 h 188523"/>
                <a:gd name="connsiteX187" fmla="*/ 54098 w 183605"/>
                <a:gd name="connsiteY187" fmla="*/ 155737 h 188523"/>
                <a:gd name="connsiteX188" fmla="*/ 52459 w 183605"/>
                <a:gd name="connsiteY188" fmla="*/ 152458 h 188523"/>
                <a:gd name="connsiteX189" fmla="*/ 47541 w 183605"/>
                <a:gd name="connsiteY189" fmla="*/ 150819 h 188523"/>
                <a:gd name="connsiteX190" fmla="*/ 45901 w 183605"/>
                <a:gd name="connsiteY190" fmla="*/ 147540 h 188523"/>
                <a:gd name="connsiteX191" fmla="*/ 42623 w 183605"/>
                <a:gd name="connsiteY191" fmla="*/ 144261 h 188523"/>
                <a:gd name="connsiteX192" fmla="*/ 40983 w 183605"/>
                <a:gd name="connsiteY192" fmla="*/ 142622 h 188523"/>
                <a:gd name="connsiteX193" fmla="*/ 39344 w 183605"/>
                <a:gd name="connsiteY193" fmla="*/ 139344 h 188523"/>
                <a:gd name="connsiteX194" fmla="*/ 37705 w 183605"/>
                <a:gd name="connsiteY194" fmla="*/ 136065 h 188523"/>
                <a:gd name="connsiteX195" fmla="*/ 36065 w 183605"/>
                <a:gd name="connsiteY195" fmla="*/ 132786 h 188523"/>
                <a:gd name="connsiteX196" fmla="*/ 34426 w 183605"/>
                <a:gd name="connsiteY196" fmla="*/ 131147 h 188523"/>
                <a:gd name="connsiteX197" fmla="*/ 32787 w 183605"/>
                <a:gd name="connsiteY197" fmla="*/ 127868 h 188523"/>
                <a:gd name="connsiteX198" fmla="*/ 32787 w 183605"/>
                <a:gd name="connsiteY198" fmla="*/ 124589 h 188523"/>
                <a:gd name="connsiteX199" fmla="*/ 31147 w 183605"/>
                <a:gd name="connsiteY199" fmla="*/ 122950 h 188523"/>
                <a:gd name="connsiteX200" fmla="*/ 27869 w 183605"/>
                <a:gd name="connsiteY200" fmla="*/ 119671 h 188523"/>
                <a:gd name="connsiteX201" fmla="*/ 24590 w 183605"/>
                <a:gd name="connsiteY201" fmla="*/ 118032 h 188523"/>
                <a:gd name="connsiteX202" fmla="*/ 21311 w 183605"/>
                <a:gd name="connsiteY202" fmla="*/ 114754 h 188523"/>
                <a:gd name="connsiteX203" fmla="*/ 19672 w 183605"/>
                <a:gd name="connsiteY203" fmla="*/ 113114 h 188523"/>
                <a:gd name="connsiteX204" fmla="*/ 19672 w 183605"/>
                <a:gd name="connsiteY204" fmla="*/ 111475 h 188523"/>
                <a:gd name="connsiteX205" fmla="*/ 18033 w 183605"/>
                <a:gd name="connsiteY205" fmla="*/ 111475 h 188523"/>
                <a:gd name="connsiteX206" fmla="*/ 14754 w 183605"/>
                <a:gd name="connsiteY206" fmla="*/ 106557 h 188523"/>
                <a:gd name="connsiteX207" fmla="*/ 11475 w 183605"/>
                <a:gd name="connsiteY207" fmla="*/ 103278 h 188523"/>
                <a:gd name="connsiteX208" fmla="*/ 8197 w 183605"/>
                <a:gd name="connsiteY208" fmla="*/ 99999 h 188523"/>
                <a:gd name="connsiteX209" fmla="*/ 6557 w 183605"/>
                <a:gd name="connsiteY209" fmla="*/ 96721 h 188523"/>
                <a:gd name="connsiteX210" fmla="*/ 3279 w 183605"/>
                <a:gd name="connsiteY210" fmla="*/ 95081 h 188523"/>
                <a:gd name="connsiteX211" fmla="*/ 0 w 183605"/>
                <a:gd name="connsiteY211" fmla="*/ 90164 h 188523"/>
                <a:gd name="connsiteX212" fmla="*/ 3279 w 183605"/>
                <a:gd name="connsiteY212" fmla="*/ 86885 h 188523"/>
                <a:gd name="connsiteX213" fmla="*/ 4918 w 183605"/>
                <a:gd name="connsiteY213" fmla="*/ 85245 h 188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183605" h="188523">
                  <a:moveTo>
                    <a:pt x="4918" y="85245"/>
                  </a:moveTo>
                  <a:lnTo>
                    <a:pt x="6557" y="86885"/>
                  </a:lnTo>
                  <a:lnTo>
                    <a:pt x="8197" y="90164"/>
                  </a:lnTo>
                  <a:lnTo>
                    <a:pt x="13115" y="91803"/>
                  </a:lnTo>
                  <a:lnTo>
                    <a:pt x="14754" y="91803"/>
                  </a:lnTo>
                  <a:lnTo>
                    <a:pt x="14754" y="88524"/>
                  </a:lnTo>
                  <a:lnTo>
                    <a:pt x="18033" y="88524"/>
                  </a:lnTo>
                  <a:lnTo>
                    <a:pt x="21311" y="88524"/>
                  </a:lnTo>
                  <a:lnTo>
                    <a:pt x="24590" y="86885"/>
                  </a:lnTo>
                  <a:lnTo>
                    <a:pt x="27869" y="86885"/>
                  </a:lnTo>
                  <a:lnTo>
                    <a:pt x="27869" y="85245"/>
                  </a:lnTo>
                  <a:lnTo>
                    <a:pt x="29508" y="83606"/>
                  </a:lnTo>
                  <a:lnTo>
                    <a:pt x="31147" y="80327"/>
                  </a:lnTo>
                  <a:lnTo>
                    <a:pt x="31147" y="77049"/>
                  </a:lnTo>
                  <a:lnTo>
                    <a:pt x="34426" y="73770"/>
                  </a:lnTo>
                  <a:lnTo>
                    <a:pt x="37705" y="77049"/>
                  </a:lnTo>
                  <a:lnTo>
                    <a:pt x="37705" y="75409"/>
                  </a:lnTo>
                  <a:lnTo>
                    <a:pt x="39344" y="72131"/>
                  </a:lnTo>
                  <a:lnTo>
                    <a:pt x="39344" y="68852"/>
                  </a:lnTo>
                  <a:lnTo>
                    <a:pt x="39344" y="67213"/>
                  </a:lnTo>
                  <a:lnTo>
                    <a:pt x="37705" y="63934"/>
                  </a:lnTo>
                  <a:lnTo>
                    <a:pt x="39344" y="59016"/>
                  </a:lnTo>
                  <a:lnTo>
                    <a:pt x="37705" y="55737"/>
                  </a:lnTo>
                  <a:lnTo>
                    <a:pt x="37705" y="54098"/>
                  </a:lnTo>
                  <a:lnTo>
                    <a:pt x="42623" y="54098"/>
                  </a:lnTo>
                  <a:lnTo>
                    <a:pt x="45901" y="54098"/>
                  </a:lnTo>
                  <a:lnTo>
                    <a:pt x="45901" y="52459"/>
                  </a:lnTo>
                  <a:lnTo>
                    <a:pt x="50819" y="54098"/>
                  </a:lnTo>
                  <a:lnTo>
                    <a:pt x="54098" y="54098"/>
                  </a:lnTo>
                  <a:lnTo>
                    <a:pt x="57377" y="50819"/>
                  </a:lnTo>
                  <a:lnTo>
                    <a:pt x="60655" y="47541"/>
                  </a:lnTo>
                  <a:lnTo>
                    <a:pt x="63934" y="42623"/>
                  </a:lnTo>
                  <a:lnTo>
                    <a:pt x="65573" y="40983"/>
                  </a:lnTo>
                  <a:lnTo>
                    <a:pt x="68852" y="45901"/>
                  </a:lnTo>
                  <a:lnTo>
                    <a:pt x="73770" y="47541"/>
                  </a:lnTo>
                  <a:lnTo>
                    <a:pt x="77049" y="50819"/>
                  </a:lnTo>
                  <a:lnTo>
                    <a:pt x="78688" y="50819"/>
                  </a:lnTo>
                  <a:lnTo>
                    <a:pt x="78688" y="47541"/>
                  </a:lnTo>
                  <a:lnTo>
                    <a:pt x="81967" y="44262"/>
                  </a:lnTo>
                  <a:lnTo>
                    <a:pt x="85245" y="40983"/>
                  </a:lnTo>
                  <a:lnTo>
                    <a:pt x="86885" y="40983"/>
                  </a:lnTo>
                  <a:lnTo>
                    <a:pt x="90164" y="37705"/>
                  </a:lnTo>
                  <a:lnTo>
                    <a:pt x="93442" y="34426"/>
                  </a:lnTo>
                  <a:lnTo>
                    <a:pt x="96721" y="31147"/>
                  </a:lnTo>
                  <a:lnTo>
                    <a:pt x="99999" y="31147"/>
                  </a:lnTo>
                  <a:lnTo>
                    <a:pt x="103278" y="29508"/>
                  </a:lnTo>
                  <a:lnTo>
                    <a:pt x="101639" y="24590"/>
                  </a:lnTo>
                  <a:lnTo>
                    <a:pt x="103278" y="21311"/>
                  </a:lnTo>
                  <a:lnTo>
                    <a:pt x="108196" y="19672"/>
                  </a:lnTo>
                  <a:lnTo>
                    <a:pt x="108196" y="18033"/>
                  </a:lnTo>
                  <a:lnTo>
                    <a:pt x="109836" y="16393"/>
                  </a:lnTo>
                  <a:lnTo>
                    <a:pt x="109836" y="13114"/>
                  </a:lnTo>
                  <a:lnTo>
                    <a:pt x="109836" y="11475"/>
                  </a:lnTo>
                  <a:lnTo>
                    <a:pt x="111475" y="11475"/>
                  </a:lnTo>
                  <a:lnTo>
                    <a:pt x="114754" y="8197"/>
                  </a:lnTo>
                  <a:lnTo>
                    <a:pt x="118032" y="8197"/>
                  </a:lnTo>
                  <a:lnTo>
                    <a:pt x="119672" y="11475"/>
                  </a:lnTo>
                  <a:lnTo>
                    <a:pt x="124589" y="13114"/>
                  </a:lnTo>
                  <a:lnTo>
                    <a:pt x="127868" y="14754"/>
                  </a:lnTo>
                  <a:lnTo>
                    <a:pt x="131147" y="16393"/>
                  </a:lnTo>
                  <a:lnTo>
                    <a:pt x="134426" y="13114"/>
                  </a:lnTo>
                  <a:lnTo>
                    <a:pt x="139344" y="9836"/>
                  </a:lnTo>
                  <a:lnTo>
                    <a:pt x="139344" y="9836"/>
                  </a:lnTo>
                  <a:lnTo>
                    <a:pt x="142622" y="11475"/>
                  </a:lnTo>
                  <a:lnTo>
                    <a:pt x="144262" y="11475"/>
                  </a:lnTo>
                  <a:lnTo>
                    <a:pt x="149180" y="9836"/>
                  </a:lnTo>
                  <a:lnTo>
                    <a:pt x="152458" y="8197"/>
                  </a:lnTo>
                  <a:lnTo>
                    <a:pt x="155737" y="8197"/>
                  </a:lnTo>
                  <a:lnTo>
                    <a:pt x="160655" y="6557"/>
                  </a:lnTo>
                  <a:lnTo>
                    <a:pt x="163934" y="4918"/>
                  </a:lnTo>
                  <a:lnTo>
                    <a:pt x="167212" y="1639"/>
                  </a:lnTo>
                  <a:lnTo>
                    <a:pt x="170491" y="0"/>
                  </a:lnTo>
                  <a:lnTo>
                    <a:pt x="172130" y="0"/>
                  </a:lnTo>
                  <a:lnTo>
                    <a:pt x="175409" y="0"/>
                  </a:lnTo>
                  <a:lnTo>
                    <a:pt x="178688" y="0"/>
                  </a:lnTo>
                  <a:lnTo>
                    <a:pt x="181966" y="0"/>
                  </a:lnTo>
                  <a:lnTo>
                    <a:pt x="183606" y="0"/>
                  </a:lnTo>
                  <a:lnTo>
                    <a:pt x="180327" y="3279"/>
                  </a:lnTo>
                  <a:lnTo>
                    <a:pt x="177048" y="6557"/>
                  </a:lnTo>
                  <a:lnTo>
                    <a:pt x="173770" y="4918"/>
                  </a:lnTo>
                  <a:lnTo>
                    <a:pt x="172130" y="8197"/>
                  </a:lnTo>
                  <a:lnTo>
                    <a:pt x="173770" y="11475"/>
                  </a:lnTo>
                  <a:lnTo>
                    <a:pt x="175409" y="14754"/>
                  </a:lnTo>
                  <a:lnTo>
                    <a:pt x="177048" y="18033"/>
                  </a:lnTo>
                  <a:lnTo>
                    <a:pt x="177048" y="21311"/>
                  </a:lnTo>
                  <a:lnTo>
                    <a:pt x="177048" y="22951"/>
                  </a:lnTo>
                  <a:lnTo>
                    <a:pt x="177048" y="24590"/>
                  </a:lnTo>
                  <a:lnTo>
                    <a:pt x="177048" y="24590"/>
                  </a:lnTo>
                  <a:lnTo>
                    <a:pt x="178688" y="29508"/>
                  </a:lnTo>
                  <a:lnTo>
                    <a:pt x="177048" y="32787"/>
                  </a:lnTo>
                  <a:lnTo>
                    <a:pt x="173770" y="36065"/>
                  </a:lnTo>
                  <a:lnTo>
                    <a:pt x="173770" y="37705"/>
                  </a:lnTo>
                  <a:lnTo>
                    <a:pt x="170491" y="40983"/>
                  </a:lnTo>
                  <a:lnTo>
                    <a:pt x="167212" y="44262"/>
                  </a:lnTo>
                  <a:lnTo>
                    <a:pt x="165573" y="49180"/>
                  </a:lnTo>
                  <a:lnTo>
                    <a:pt x="163934" y="52459"/>
                  </a:lnTo>
                  <a:lnTo>
                    <a:pt x="163934" y="55737"/>
                  </a:lnTo>
                  <a:lnTo>
                    <a:pt x="162294" y="59016"/>
                  </a:lnTo>
                  <a:lnTo>
                    <a:pt x="162294" y="62295"/>
                  </a:lnTo>
                  <a:lnTo>
                    <a:pt x="162294" y="63934"/>
                  </a:lnTo>
                  <a:lnTo>
                    <a:pt x="160655" y="67213"/>
                  </a:lnTo>
                  <a:lnTo>
                    <a:pt x="160655" y="70491"/>
                  </a:lnTo>
                  <a:lnTo>
                    <a:pt x="159016" y="73770"/>
                  </a:lnTo>
                  <a:lnTo>
                    <a:pt x="159016" y="78688"/>
                  </a:lnTo>
                  <a:lnTo>
                    <a:pt x="159016" y="81967"/>
                  </a:lnTo>
                  <a:lnTo>
                    <a:pt x="159016" y="85245"/>
                  </a:lnTo>
                  <a:lnTo>
                    <a:pt x="159016" y="88524"/>
                  </a:lnTo>
                  <a:lnTo>
                    <a:pt x="160655" y="91803"/>
                  </a:lnTo>
                  <a:lnTo>
                    <a:pt x="159016" y="95081"/>
                  </a:lnTo>
                  <a:lnTo>
                    <a:pt x="157376" y="99999"/>
                  </a:lnTo>
                  <a:lnTo>
                    <a:pt x="157376" y="103278"/>
                  </a:lnTo>
                  <a:lnTo>
                    <a:pt x="157376" y="106557"/>
                  </a:lnTo>
                  <a:lnTo>
                    <a:pt x="159016" y="109836"/>
                  </a:lnTo>
                  <a:lnTo>
                    <a:pt x="159016" y="114754"/>
                  </a:lnTo>
                  <a:lnTo>
                    <a:pt x="154098" y="114754"/>
                  </a:lnTo>
                  <a:lnTo>
                    <a:pt x="154098" y="116393"/>
                  </a:lnTo>
                  <a:lnTo>
                    <a:pt x="154098" y="111475"/>
                  </a:lnTo>
                  <a:lnTo>
                    <a:pt x="154098" y="108196"/>
                  </a:lnTo>
                  <a:lnTo>
                    <a:pt x="155737" y="106557"/>
                  </a:lnTo>
                  <a:lnTo>
                    <a:pt x="157376" y="103278"/>
                  </a:lnTo>
                  <a:lnTo>
                    <a:pt x="157376" y="99999"/>
                  </a:lnTo>
                  <a:lnTo>
                    <a:pt x="157376" y="96721"/>
                  </a:lnTo>
                  <a:lnTo>
                    <a:pt x="154098" y="96721"/>
                  </a:lnTo>
                  <a:lnTo>
                    <a:pt x="154098" y="101639"/>
                  </a:lnTo>
                  <a:lnTo>
                    <a:pt x="155737" y="104917"/>
                  </a:lnTo>
                  <a:lnTo>
                    <a:pt x="150819" y="106557"/>
                  </a:lnTo>
                  <a:lnTo>
                    <a:pt x="147540" y="108196"/>
                  </a:lnTo>
                  <a:lnTo>
                    <a:pt x="149180" y="113114"/>
                  </a:lnTo>
                  <a:lnTo>
                    <a:pt x="149180" y="116393"/>
                  </a:lnTo>
                  <a:lnTo>
                    <a:pt x="152458" y="118032"/>
                  </a:lnTo>
                  <a:lnTo>
                    <a:pt x="150819" y="121311"/>
                  </a:lnTo>
                  <a:lnTo>
                    <a:pt x="150819" y="124589"/>
                  </a:lnTo>
                  <a:lnTo>
                    <a:pt x="149180" y="129508"/>
                  </a:lnTo>
                  <a:lnTo>
                    <a:pt x="149180" y="132786"/>
                  </a:lnTo>
                  <a:lnTo>
                    <a:pt x="147540" y="129508"/>
                  </a:lnTo>
                  <a:lnTo>
                    <a:pt x="149180" y="124589"/>
                  </a:lnTo>
                  <a:lnTo>
                    <a:pt x="147540" y="129508"/>
                  </a:lnTo>
                  <a:lnTo>
                    <a:pt x="147540" y="132786"/>
                  </a:lnTo>
                  <a:lnTo>
                    <a:pt x="144262" y="136065"/>
                  </a:lnTo>
                  <a:lnTo>
                    <a:pt x="144262" y="139344"/>
                  </a:lnTo>
                  <a:lnTo>
                    <a:pt x="149180" y="139344"/>
                  </a:lnTo>
                  <a:lnTo>
                    <a:pt x="149180" y="142622"/>
                  </a:lnTo>
                  <a:lnTo>
                    <a:pt x="149180" y="147540"/>
                  </a:lnTo>
                  <a:lnTo>
                    <a:pt x="147540" y="150819"/>
                  </a:lnTo>
                  <a:lnTo>
                    <a:pt x="144262" y="154098"/>
                  </a:lnTo>
                  <a:lnTo>
                    <a:pt x="140983" y="157376"/>
                  </a:lnTo>
                  <a:lnTo>
                    <a:pt x="139344" y="162294"/>
                  </a:lnTo>
                  <a:lnTo>
                    <a:pt x="139344" y="165573"/>
                  </a:lnTo>
                  <a:lnTo>
                    <a:pt x="140983" y="168851"/>
                  </a:lnTo>
                  <a:lnTo>
                    <a:pt x="140983" y="172130"/>
                  </a:lnTo>
                  <a:lnTo>
                    <a:pt x="142622" y="173770"/>
                  </a:lnTo>
                  <a:lnTo>
                    <a:pt x="144262" y="178688"/>
                  </a:lnTo>
                  <a:lnTo>
                    <a:pt x="144262" y="178688"/>
                  </a:lnTo>
                  <a:lnTo>
                    <a:pt x="147540" y="178688"/>
                  </a:lnTo>
                  <a:lnTo>
                    <a:pt x="145901" y="181966"/>
                  </a:lnTo>
                  <a:lnTo>
                    <a:pt x="145901" y="185245"/>
                  </a:lnTo>
                  <a:lnTo>
                    <a:pt x="142622" y="186884"/>
                  </a:lnTo>
                  <a:lnTo>
                    <a:pt x="139344" y="186884"/>
                  </a:lnTo>
                  <a:lnTo>
                    <a:pt x="136065" y="188524"/>
                  </a:lnTo>
                  <a:lnTo>
                    <a:pt x="134426" y="186884"/>
                  </a:lnTo>
                  <a:lnTo>
                    <a:pt x="131147" y="186884"/>
                  </a:lnTo>
                  <a:lnTo>
                    <a:pt x="126229" y="185245"/>
                  </a:lnTo>
                  <a:lnTo>
                    <a:pt x="126229" y="185245"/>
                  </a:lnTo>
                  <a:lnTo>
                    <a:pt x="124589" y="183605"/>
                  </a:lnTo>
                  <a:lnTo>
                    <a:pt x="122950" y="180327"/>
                  </a:lnTo>
                  <a:lnTo>
                    <a:pt x="119672" y="175409"/>
                  </a:lnTo>
                  <a:lnTo>
                    <a:pt x="118032" y="178688"/>
                  </a:lnTo>
                  <a:lnTo>
                    <a:pt x="113114" y="175409"/>
                  </a:lnTo>
                  <a:lnTo>
                    <a:pt x="109836" y="173770"/>
                  </a:lnTo>
                  <a:lnTo>
                    <a:pt x="104917" y="173770"/>
                  </a:lnTo>
                  <a:lnTo>
                    <a:pt x="103278" y="175409"/>
                  </a:lnTo>
                  <a:lnTo>
                    <a:pt x="98360" y="178688"/>
                  </a:lnTo>
                  <a:lnTo>
                    <a:pt x="95082" y="177048"/>
                  </a:lnTo>
                  <a:lnTo>
                    <a:pt x="93442" y="175409"/>
                  </a:lnTo>
                  <a:lnTo>
                    <a:pt x="88524" y="173770"/>
                  </a:lnTo>
                  <a:lnTo>
                    <a:pt x="86885" y="173770"/>
                  </a:lnTo>
                  <a:lnTo>
                    <a:pt x="83606" y="172130"/>
                  </a:lnTo>
                  <a:lnTo>
                    <a:pt x="80327" y="170491"/>
                  </a:lnTo>
                  <a:lnTo>
                    <a:pt x="77049" y="168851"/>
                  </a:lnTo>
                  <a:lnTo>
                    <a:pt x="72131" y="167212"/>
                  </a:lnTo>
                  <a:lnTo>
                    <a:pt x="72131" y="167212"/>
                  </a:lnTo>
                  <a:lnTo>
                    <a:pt x="70492" y="168851"/>
                  </a:lnTo>
                  <a:lnTo>
                    <a:pt x="68852" y="172130"/>
                  </a:lnTo>
                  <a:lnTo>
                    <a:pt x="65573" y="170491"/>
                  </a:lnTo>
                  <a:lnTo>
                    <a:pt x="63934" y="167212"/>
                  </a:lnTo>
                  <a:lnTo>
                    <a:pt x="60655" y="163934"/>
                  </a:lnTo>
                  <a:lnTo>
                    <a:pt x="57377" y="160655"/>
                  </a:lnTo>
                  <a:lnTo>
                    <a:pt x="54098" y="155737"/>
                  </a:lnTo>
                  <a:lnTo>
                    <a:pt x="52459" y="152458"/>
                  </a:lnTo>
                  <a:lnTo>
                    <a:pt x="47541" y="150819"/>
                  </a:lnTo>
                  <a:lnTo>
                    <a:pt x="45901" y="147540"/>
                  </a:lnTo>
                  <a:lnTo>
                    <a:pt x="42623" y="144261"/>
                  </a:lnTo>
                  <a:lnTo>
                    <a:pt x="40983" y="142622"/>
                  </a:lnTo>
                  <a:lnTo>
                    <a:pt x="39344" y="139344"/>
                  </a:lnTo>
                  <a:lnTo>
                    <a:pt x="37705" y="136065"/>
                  </a:lnTo>
                  <a:lnTo>
                    <a:pt x="36065" y="132786"/>
                  </a:lnTo>
                  <a:lnTo>
                    <a:pt x="34426" y="131147"/>
                  </a:lnTo>
                  <a:lnTo>
                    <a:pt x="32787" y="127868"/>
                  </a:lnTo>
                  <a:lnTo>
                    <a:pt x="32787" y="124589"/>
                  </a:lnTo>
                  <a:lnTo>
                    <a:pt x="31147" y="122950"/>
                  </a:lnTo>
                  <a:lnTo>
                    <a:pt x="27869" y="119671"/>
                  </a:lnTo>
                  <a:lnTo>
                    <a:pt x="24590" y="118032"/>
                  </a:lnTo>
                  <a:lnTo>
                    <a:pt x="21311" y="114754"/>
                  </a:lnTo>
                  <a:lnTo>
                    <a:pt x="19672" y="113114"/>
                  </a:lnTo>
                  <a:lnTo>
                    <a:pt x="19672" y="111475"/>
                  </a:lnTo>
                  <a:lnTo>
                    <a:pt x="18033" y="111475"/>
                  </a:lnTo>
                  <a:lnTo>
                    <a:pt x="14754" y="106557"/>
                  </a:lnTo>
                  <a:lnTo>
                    <a:pt x="11475" y="103278"/>
                  </a:lnTo>
                  <a:lnTo>
                    <a:pt x="8197" y="99999"/>
                  </a:lnTo>
                  <a:lnTo>
                    <a:pt x="6557" y="96721"/>
                  </a:lnTo>
                  <a:lnTo>
                    <a:pt x="3279" y="95081"/>
                  </a:lnTo>
                  <a:lnTo>
                    <a:pt x="0" y="90164"/>
                  </a:lnTo>
                  <a:lnTo>
                    <a:pt x="3279" y="86885"/>
                  </a:lnTo>
                  <a:lnTo>
                    <a:pt x="4918" y="8524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16" name="Freeform 4015">
              <a:extLst>
                <a:ext uri="{FF2B5EF4-FFF2-40B4-BE49-F238E27FC236}">
                  <a16:creationId xmlns:a16="http://schemas.microsoft.com/office/drawing/2014/main" id="{F029047E-3BFA-0743-990F-1483CC233D44}"/>
                </a:ext>
              </a:extLst>
            </p:cNvPr>
            <p:cNvSpPr/>
            <p:nvPr/>
          </p:nvSpPr>
          <p:spPr>
            <a:xfrm>
              <a:off x="2850113" y="6136199"/>
              <a:ext cx="3278" cy="3278"/>
            </a:xfrm>
            <a:custGeom>
              <a:avLst/>
              <a:gdLst>
                <a:gd name="connsiteX0" fmla="*/ 0 w 3278"/>
                <a:gd name="connsiteY0" fmla="*/ 3279 h 3278"/>
                <a:gd name="connsiteX1" fmla="*/ 0 w 3278"/>
                <a:gd name="connsiteY1" fmla="*/ 0 h 3278"/>
                <a:gd name="connsiteX2" fmla="*/ 3279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3279"/>
                  </a:move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17" name="Freeform 4016">
              <a:extLst>
                <a:ext uri="{FF2B5EF4-FFF2-40B4-BE49-F238E27FC236}">
                  <a16:creationId xmlns:a16="http://schemas.microsoft.com/office/drawing/2014/main" id="{E48E6164-8A9D-1D4F-9391-9FD0C55548BE}"/>
                </a:ext>
              </a:extLst>
            </p:cNvPr>
            <p:cNvSpPr/>
            <p:nvPr/>
          </p:nvSpPr>
          <p:spPr>
            <a:xfrm>
              <a:off x="2943555" y="6378821"/>
              <a:ext cx="16393" cy="3278"/>
            </a:xfrm>
            <a:custGeom>
              <a:avLst/>
              <a:gdLst>
                <a:gd name="connsiteX0" fmla="*/ 0 w 16393"/>
                <a:gd name="connsiteY0" fmla="*/ 0 h 3278"/>
                <a:gd name="connsiteX1" fmla="*/ 0 w 16393"/>
                <a:gd name="connsiteY1" fmla="*/ 0 h 3278"/>
                <a:gd name="connsiteX2" fmla="*/ 0 w 16393"/>
                <a:gd name="connsiteY2" fmla="*/ 3278 h 3278"/>
                <a:gd name="connsiteX3" fmla="*/ 0 w 16393"/>
                <a:gd name="connsiteY3" fmla="*/ 3278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93" h="3278">
                  <a:moveTo>
                    <a:pt x="0" y="0"/>
                  </a:moveTo>
                  <a:lnTo>
                    <a:pt x="0" y="0"/>
                  </a:lnTo>
                  <a:lnTo>
                    <a:pt x="0" y="3278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18" name="Freeform 4017">
              <a:extLst>
                <a:ext uri="{FF2B5EF4-FFF2-40B4-BE49-F238E27FC236}">
                  <a16:creationId xmlns:a16="http://schemas.microsoft.com/office/drawing/2014/main" id="{6814A1D5-E994-FF48-83C8-4F8DF24ACDAA}"/>
                </a:ext>
              </a:extLst>
            </p:cNvPr>
            <p:cNvSpPr/>
            <p:nvPr/>
          </p:nvSpPr>
          <p:spPr>
            <a:xfrm>
              <a:off x="2941916" y="6377181"/>
              <a:ext cx="1639" cy="1639"/>
            </a:xfrm>
            <a:custGeom>
              <a:avLst/>
              <a:gdLst>
                <a:gd name="connsiteX0" fmla="*/ 1639 w 1639"/>
                <a:gd name="connsiteY0" fmla="*/ 1639 h 1639"/>
                <a:gd name="connsiteX1" fmla="*/ 0 w 1639"/>
                <a:gd name="connsiteY1" fmla="*/ 0 h 1639"/>
                <a:gd name="connsiteX2" fmla="*/ 1639 w 1639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1639">
                  <a:moveTo>
                    <a:pt x="1639" y="1639"/>
                  </a:moveTo>
                  <a:lnTo>
                    <a:pt x="0" y="0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19" name="Freeform 4018">
              <a:extLst>
                <a:ext uri="{FF2B5EF4-FFF2-40B4-BE49-F238E27FC236}">
                  <a16:creationId xmlns:a16="http://schemas.microsoft.com/office/drawing/2014/main" id="{9505F3F8-D8D5-334C-AD81-C70043E629EE}"/>
                </a:ext>
              </a:extLst>
            </p:cNvPr>
            <p:cNvSpPr/>
            <p:nvPr/>
          </p:nvSpPr>
          <p:spPr>
            <a:xfrm>
              <a:off x="3020604" y="6409968"/>
              <a:ext cx="1639" cy="3278"/>
            </a:xfrm>
            <a:custGeom>
              <a:avLst/>
              <a:gdLst>
                <a:gd name="connsiteX0" fmla="*/ 0 w 1639"/>
                <a:gd name="connsiteY0" fmla="*/ 3279 h 3278"/>
                <a:gd name="connsiteX1" fmla="*/ 0 w 1639"/>
                <a:gd name="connsiteY1" fmla="*/ 0 h 3278"/>
                <a:gd name="connsiteX2" fmla="*/ 1639 w 1639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0" y="3279"/>
                  </a:move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020" name="Graphic 4">
              <a:extLst>
                <a:ext uri="{FF2B5EF4-FFF2-40B4-BE49-F238E27FC236}">
                  <a16:creationId xmlns:a16="http://schemas.microsoft.com/office/drawing/2014/main" id="{633BB196-EF94-7F46-AAA0-584EA8B92D09}"/>
                </a:ext>
              </a:extLst>
            </p:cNvPr>
            <p:cNvGrpSpPr/>
            <p:nvPr/>
          </p:nvGrpSpPr>
          <p:grpSpPr>
            <a:xfrm>
              <a:off x="2696015" y="4895221"/>
              <a:ext cx="519669" cy="1634418"/>
              <a:chOff x="2696015" y="4895221"/>
              <a:chExt cx="519669" cy="1634418"/>
            </a:xfrm>
            <a:grpFill/>
          </p:grpSpPr>
          <p:sp>
            <p:nvSpPr>
              <p:cNvPr id="4021" name="Freeform 4020">
                <a:extLst>
                  <a:ext uri="{FF2B5EF4-FFF2-40B4-BE49-F238E27FC236}">
                    <a16:creationId xmlns:a16="http://schemas.microsoft.com/office/drawing/2014/main" id="{F7BDCE0C-EAEE-3543-825F-BA018542A7F1}"/>
                  </a:ext>
                </a:extLst>
              </p:cNvPr>
              <p:cNvSpPr/>
              <p:nvPr/>
            </p:nvSpPr>
            <p:spPr>
              <a:xfrm>
                <a:off x="2696015" y="4895221"/>
                <a:ext cx="470489" cy="1588517"/>
              </a:xfrm>
              <a:custGeom>
                <a:avLst/>
                <a:gdLst>
                  <a:gd name="connsiteX0" fmla="*/ 0 w 470489"/>
                  <a:gd name="connsiteY0" fmla="*/ 36065 h 1588517"/>
                  <a:gd name="connsiteX1" fmla="*/ 1639 w 470489"/>
                  <a:gd name="connsiteY1" fmla="*/ 36065 h 1588517"/>
                  <a:gd name="connsiteX2" fmla="*/ 3279 w 470489"/>
                  <a:gd name="connsiteY2" fmla="*/ 36065 h 1588517"/>
                  <a:gd name="connsiteX3" fmla="*/ 6557 w 470489"/>
                  <a:gd name="connsiteY3" fmla="*/ 36065 h 1588517"/>
                  <a:gd name="connsiteX4" fmla="*/ 11475 w 470489"/>
                  <a:gd name="connsiteY4" fmla="*/ 34426 h 1588517"/>
                  <a:gd name="connsiteX5" fmla="*/ 14754 w 470489"/>
                  <a:gd name="connsiteY5" fmla="*/ 32787 h 1588517"/>
                  <a:gd name="connsiteX6" fmla="*/ 16393 w 470489"/>
                  <a:gd name="connsiteY6" fmla="*/ 32787 h 1588517"/>
                  <a:gd name="connsiteX7" fmla="*/ 18033 w 470489"/>
                  <a:gd name="connsiteY7" fmla="*/ 29508 h 1588517"/>
                  <a:gd name="connsiteX8" fmla="*/ 19672 w 470489"/>
                  <a:gd name="connsiteY8" fmla="*/ 24590 h 1588517"/>
                  <a:gd name="connsiteX9" fmla="*/ 21311 w 470489"/>
                  <a:gd name="connsiteY9" fmla="*/ 21311 h 1588517"/>
                  <a:gd name="connsiteX10" fmla="*/ 21311 w 470489"/>
                  <a:gd name="connsiteY10" fmla="*/ 18033 h 1588517"/>
                  <a:gd name="connsiteX11" fmla="*/ 19672 w 470489"/>
                  <a:gd name="connsiteY11" fmla="*/ 13114 h 1588517"/>
                  <a:gd name="connsiteX12" fmla="*/ 18033 w 470489"/>
                  <a:gd name="connsiteY12" fmla="*/ 9836 h 1588517"/>
                  <a:gd name="connsiteX13" fmla="*/ 19672 w 470489"/>
                  <a:gd name="connsiteY13" fmla="*/ 6557 h 1588517"/>
                  <a:gd name="connsiteX14" fmla="*/ 22951 w 470489"/>
                  <a:gd name="connsiteY14" fmla="*/ 6557 h 1588517"/>
                  <a:gd name="connsiteX15" fmla="*/ 27869 w 470489"/>
                  <a:gd name="connsiteY15" fmla="*/ 3278 h 1588517"/>
                  <a:gd name="connsiteX16" fmla="*/ 29508 w 470489"/>
                  <a:gd name="connsiteY16" fmla="*/ 0 h 1588517"/>
                  <a:gd name="connsiteX17" fmla="*/ 29508 w 470489"/>
                  <a:gd name="connsiteY17" fmla="*/ 1639 h 1588517"/>
                  <a:gd name="connsiteX18" fmla="*/ 31147 w 470489"/>
                  <a:gd name="connsiteY18" fmla="*/ 3278 h 1588517"/>
                  <a:gd name="connsiteX19" fmla="*/ 34426 w 470489"/>
                  <a:gd name="connsiteY19" fmla="*/ 8197 h 1588517"/>
                  <a:gd name="connsiteX20" fmla="*/ 37705 w 470489"/>
                  <a:gd name="connsiteY20" fmla="*/ 11475 h 1588517"/>
                  <a:gd name="connsiteX21" fmla="*/ 37705 w 470489"/>
                  <a:gd name="connsiteY21" fmla="*/ 14754 h 1588517"/>
                  <a:gd name="connsiteX22" fmla="*/ 39344 w 470489"/>
                  <a:gd name="connsiteY22" fmla="*/ 19672 h 1588517"/>
                  <a:gd name="connsiteX23" fmla="*/ 42623 w 470489"/>
                  <a:gd name="connsiteY23" fmla="*/ 21311 h 1588517"/>
                  <a:gd name="connsiteX24" fmla="*/ 47541 w 470489"/>
                  <a:gd name="connsiteY24" fmla="*/ 22951 h 1588517"/>
                  <a:gd name="connsiteX25" fmla="*/ 49180 w 470489"/>
                  <a:gd name="connsiteY25" fmla="*/ 22951 h 1588517"/>
                  <a:gd name="connsiteX26" fmla="*/ 45901 w 470489"/>
                  <a:gd name="connsiteY26" fmla="*/ 26229 h 1588517"/>
                  <a:gd name="connsiteX27" fmla="*/ 47541 w 470489"/>
                  <a:gd name="connsiteY27" fmla="*/ 31147 h 1588517"/>
                  <a:gd name="connsiteX28" fmla="*/ 49180 w 470489"/>
                  <a:gd name="connsiteY28" fmla="*/ 34426 h 1588517"/>
                  <a:gd name="connsiteX29" fmla="*/ 50819 w 470489"/>
                  <a:gd name="connsiteY29" fmla="*/ 37705 h 1588517"/>
                  <a:gd name="connsiteX30" fmla="*/ 52459 w 470489"/>
                  <a:gd name="connsiteY30" fmla="*/ 40983 h 1588517"/>
                  <a:gd name="connsiteX31" fmla="*/ 52459 w 470489"/>
                  <a:gd name="connsiteY31" fmla="*/ 45901 h 1588517"/>
                  <a:gd name="connsiteX32" fmla="*/ 52459 w 470489"/>
                  <a:gd name="connsiteY32" fmla="*/ 47541 h 1588517"/>
                  <a:gd name="connsiteX33" fmla="*/ 54098 w 470489"/>
                  <a:gd name="connsiteY33" fmla="*/ 50820 h 1588517"/>
                  <a:gd name="connsiteX34" fmla="*/ 55737 w 470489"/>
                  <a:gd name="connsiteY34" fmla="*/ 55737 h 1588517"/>
                  <a:gd name="connsiteX35" fmla="*/ 57377 w 470489"/>
                  <a:gd name="connsiteY35" fmla="*/ 59016 h 1588517"/>
                  <a:gd name="connsiteX36" fmla="*/ 57377 w 470489"/>
                  <a:gd name="connsiteY36" fmla="*/ 62295 h 1588517"/>
                  <a:gd name="connsiteX37" fmla="*/ 59016 w 470489"/>
                  <a:gd name="connsiteY37" fmla="*/ 67213 h 1588517"/>
                  <a:gd name="connsiteX38" fmla="*/ 60655 w 470489"/>
                  <a:gd name="connsiteY38" fmla="*/ 67213 h 1588517"/>
                  <a:gd name="connsiteX39" fmla="*/ 63934 w 470489"/>
                  <a:gd name="connsiteY39" fmla="*/ 70491 h 1588517"/>
                  <a:gd name="connsiteX40" fmla="*/ 67213 w 470489"/>
                  <a:gd name="connsiteY40" fmla="*/ 73770 h 1588517"/>
                  <a:gd name="connsiteX41" fmla="*/ 70491 w 470489"/>
                  <a:gd name="connsiteY41" fmla="*/ 77049 h 1588517"/>
                  <a:gd name="connsiteX42" fmla="*/ 73770 w 470489"/>
                  <a:gd name="connsiteY42" fmla="*/ 78688 h 1588517"/>
                  <a:gd name="connsiteX43" fmla="*/ 78688 w 470489"/>
                  <a:gd name="connsiteY43" fmla="*/ 81967 h 1588517"/>
                  <a:gd name="connsiteX44" fmla="*/ 77049 w 470489"/>
                  <a:gd name="connsiteY44" fmla="*/ 86885 h 1588517"/>
                  <a:gd name="connsiteX45" fmla="*/ 75409 w 470489"/>
                  <a:gd name="connsiteY45" fmla="*/ 90164 h 1588517"/>
                  <a:gd name="connsiteX46" fmla="*/ 75409 w 470489"/>
                  <a:gd name="connsiteY46" fmla="*/ 90164 h 1588517"/>
                  <a:gd name="connsiteX47" fmla="*/ 73770 w 470489"/>
                  <a:gd name="connsiteY47" fmla="*/ 95081 h 1588517"/>
                  <a:gd name="connsiteX48" fmla="*/ 72131 w 470489"/>
                  <a:gd name="connsiteY48" fmla="*/ 98360 h 1588517"/>
                  <a:gd name="connsiteX49" fmla="*/ 75409 w 470489"/>
                  <a:gd name="connsiteY49" fmla="*/ 101639 h 1588517"/>
                  <a:gd name="connsiteX50" fmla="*/ 77049 w 470489"/>
                  <a:gd name="connsiteY50" fmla="*/ 101639 h 1588517"/>
                  <a:gd name="connsiteX51" fmla="*/ 78688 w 470489"/>
                  <a:gd name="connsiteY51" fmla="*/ 106557 h 1588517"/>
                  <a:gd name="connsiteX52" fmla="*/ 78688 w 470489"/>
                  <a:gd name="connsiteY52" fmla="*/ 109835 h 1588517"/>
                  <a:gd name="connsiteX53" fmla="*/ 77049 w 470489"/>
                  <a:gd name="connsiteY53" fmla="*/ 111475 h 1588517"/>
                  <a:gd name="connsiteX54" fmla="*/ 73770 w 470489"/>
                  <a:gd name="connsiteY54" fmla="*/ 113114 h 1588517"/>
                  <a:gd name="connsiteX55" fmla="*/ 70491 w 470489"/>
                  <a:gd name="connsiteY55" fmla="*/ 114754 h 1588517"/>
                  <a:gd name="connsiteX56" fmla="*/ 73770 w 470489"/>
                  <a:gd name="connsiteY56" fmla="*/ 118032 h 1588517"/>
                  <a:gd name="connsiteX57" fmla="*/ 75409 w 470489"/>
                  <a:gd name="connsiteY57" fmla="*/ 122950 h 1588517"/>
                  <a:gd name="connsiteX58" fmla="*/ 72131 w 470489"/>
                  <a:gd name="connsiteY58" fmla="*/ 126229 h 1588517"/>
                  <a:gd name="connsiteX59" fmla="*/ 73770 w 470489"/>
                  <a:gd name="connsiteY59" fmla="*/ 131147 h 1588517"/>
                  <a:gd name="connsiteX60" fmla="*/ 78688 w 470489"/>
                  <a:gd name="connsiteY60" fmla="*/ 132786 h 1588517"/>
                  <a:gd name="connsiteX61" fmla="*/ 81967 w 470489"/>
                  <a:gd name="connsiteY61" fmla="*/ 136065 h 1588517"/>
                  <a:gd name="connsiteX62" fmla="*/ 83606 w 470489"/>
                  <a:gd name="connsiteY62" fmla="*/ 139344 h 1588517"/>
                  <a:gd name="connsiteX63" fmla="*/ 81967 w 470489"/>
                  <a:gd name="connsiteY63" fmla="*/ 142622 h 1588517"/>
                  <a:gd name="connsiteX64" fmla="*/ 81967 w 470489"/>
                  <a:gd name="connsiteY64" fmla="*/ 147540 h 1588517"/>
                  <a:gd name="connsiteX65" fmla="*/ 83606 w 470489"/>
                  <a:gd name="connsiteY65" fmla="*/ 150819 h 1588517"/>
                  <a:gd name="connsiteX66" fmla="*/ 86885 w 470489"/>
                  <a:gd name="connsiteY66" fmla="*/ 150819 h 1588517"/>
                  <a:gd name="connsiteX67" fmla="*/ 90164 w 470489"/>
                  <a:gd name="connsiteY67" fmla="*/ 154098 h 1588517"/>
                  <a:gd name="connsiteX68" fmla="*/ 93442 w 470489"/>
                  <a:gd name="connsiteY68" fmla="*/ 157376 h 1588517"/>
                  <a:gd name="connsiteX69" fmla="*/ 95081 w 470489"/>
                  <a:gd name="connsiteY69" fmla="*/ 160655 h 1588517"/>
                  <a:gd name="connsiteX70" fmla="*/ 96721 w 470489"/>
                  <a:gd name="connsiteY70" fmla="*/ 162294 h 1588517"/>
                  <a:gd name="connsiteX71" fmla="*/ 96721 w 470489"/>
                  <a:gd name="connsiteY71" fmla="*/ 163934 h 1588517"/>
                  <a:gd name="connsiteX72" fmla="*/ 96721 w 470489"/>
                  <a:gd name="connsiteY72" fmla="*/ 163934 h 1588517"/>
                  <a:gd name="connsiteX73" fmla="*/ 99999 w 470489"/>
                  <a:gd name="connsiteY73" fmla="*/ 167212 h 1588517"/>
                  <a:gd name="connsiteX74" fmla="*/ 99999 w 470489"/>
                  <a:gd name="connsiteY74" fmla="*/ 170491 h 1588517"/>
                  <a:gd name="connsiteX75" fmla="*/ 99999 w 470489"/>
                  <a:gd name="connsiteY75" fmla="*/ 173770 h 1588517"/>
                  <a:gd name="connsiteX76" fmla="*/ 99999 w 470489"/>
                  <a:gd name="connsiteY76" fmla="*/ 178688 h 1588517"/>
                  <a:gd name="connsiteX77" fmla="*/ 101639 w 470489"/>
                  <a:gd name="connsiteY77" fmla="*/ 181966 h 1588517"/>
                  <a:gd name="connsiteX78" fmla="*/ 104917 w 470489"/>
                  <a:gd name="connsiteY78" fmla="*/ 185245 h 1588517"/>
                  <a:gd name="connsiteX79" fmla="*/ 106557 w 470489"/>
                  <a:gd name="connsiteY79" fmla="*/ 190163 h 1588517"/>
                  <a:gd name="connsiteX80" fmla="*/ 106557 w 470489"/>
                  <a:gd name="connsiteY80" fmla="*/ 193442 h 1588517"/>
                  <a:gd name="connsiteX81" fmla="*/ 108196 w 470489"/>
                  <a:gd name="connsiteY81" fmla="*/ 196720 h 1588517"/>
                  <a:gd name="connsiteX82" fmla="*/ 111475 w 470489"/>
                  <a:gd name="connsiteY82" fmla="*/ 199999 h 1588517"/>
                  <a:gd name="connsiteX83" fmla="*/ 111475 w 470489"/>
                  <a:gd name="connsiteY83" fmla="*/ 204917 h 1588517"/>
                  <a:gd name="connsiteX84" fmla="*/ 114754 w 470489"/>
                  <a:gd name="connsiteY84" fmla="*/ 208195 h 1588517"/>
                  <a:gd name="connsiteX85" fmla="*/ 113114 w 470489"/>
                  <a:gd name="connsiteY85" fmla="*/ 211474 h 1588517"/>
                  <a:gd name="connsiteX86" fmla="*/ 116393 w 470489"/>
                  <a:gd name="connsiteY86" fmla="*/ 216392 h 1588517"/>
                  <a:gd name="connsiteX87" fmla="*/ 118032 w 470489"/>
                  <a:gd name="connsiteY87" fmla="*/ 219671 h 1588517"/>
                  <a:gd name="connsiteX88" fmla="*/ 118032 w 470489"/>
                  <a:gd name="connsiteY88" fmla="*/ 222950 h 1588517"/>
                  <a:gd name="connsiteX89" fmla="*/ 118032 w 470489"/>
                  <a:gd name="connsiteY89" fmla="*/ 227868 h 1588517"/>
                  <a:gd name="connsiteX90" fmla="*/ 118032 w 470489"/>
                  <a:gd name="connsiteY90" fmla="*/ 231147 h 1588517"/>
                  <a:gd name="connsiteX91" fmla="*/ 121311 w 470489"/>
                  <a:gd name="connsiteY91" fmla="*/ 236064 h 1588517"/>
                  <a:gd name="connsiteX92" fmla="*/ 124589 w 470489"/>
                  <a:gd name="connsiteY92" fmla="*/ 236064 h 1588517"/>
                  <a:gd name="connsiteX93" fmla="*/ 129508 w 470489"/>
                  <a:gd name="connsiteY93" fmla="*/ 237704 h 1588517"/>
                  <a:gd name="connsiteX94" fmla="*/ 132786 w 470489"/>
                  <a:gd name="connsiteY94" fmla="*/ 237704 h 1588517"/>
                  <a:gd name="connsiteX95" fmla="*/ 137704 w 470489"/>
                  <a:gd name="connsiteY95" fmla="*/ 236064 h 1588517"/>
                  <a:gd name="connsiteX96" fmla="*/ 140983 w 470489"/>
                  <a:gd name="connsiteY96" fmla="*/ 236064 h 1588517"/>
                  <a:gd name="connsiteX97" fmla="*/ 145901 w 470489"/>
                  <a:gd name="connsiteY97" fmla="*/ 234425 h 1588517"/>
                  <a:gd name="connsiteX98" fmla="*/ 145901 w 470489"/>
                  <a:gd name="connsiteY98" fmla="*/ 236064 h 1588517"/>
                  <a:gd name="connsiteX99" fmla="*/ 150819 w 470489"/>
                  <a:gd name="connsiteY99" fmla="*/ 239343 h 1588517"/>
                  <a:gd name="connsiteX100" fmla="*/ 152458 w 470489"/>
                  <a:gd name="connsiteY100" fmla="*/ 242622 h 1588517"/>
                  <a:gd name="connsiteX101" fmla="*/ 152458 w 470489"/>
                  <a:gd name="connsiteY101" fmla="*/ 245901 h 1588517"/>
                  <a:gd name="connsiteX102" fmla="*/ 150819 w 470489"/>
                  <a:gd name="connsiteY102" fmla="*/ 250818 h 1588517"/>
                  <a:gd name="connsiteX103" fmla="*/ 150819 w 470489"/>
                  <a:gd name="connsiteY103" fmla="*/ 254097 h 1588517"/>
                  <a:gd name="connsiteX104" fmla="*/ 150819 w 470489"/>
                  <a:gd name="connsiteY104" fmla="*/ 257376 h 1588517"/>
                  <a:gd name="connsiteX105" fmla="*/ 149180 w 470489"/>
                  <a:gd name="connsiteY105" fmla="*/ 262294 h 1588517"/>
                  <a:gd name="connsiteX106" fmla="*/ 149180 w 470489"/>
                  <a:gd name="connsiteY106" fmla="*/ 265572 h 1588517"/>
                  <a:gd name="connsiteX107" fmla="*/ 149180 w 470489"/>
                  <a:gd name="connsiteY107" fmla="*/ 270491 h 1588517"/>
                  <a:gd name="connsiteX108" fmla="*/ 147540 w 470489"/>
                  <a:gd name="connsiteY108" fmla="*/ 273769 h 1588517"/>
                  <a:gd name="connsiteX109" fmla="*/ 147540 w 470489"/>
                  <a:gd name="connsiteY109" fmla="*/ 275408 h 1588517"/>
                  <a:gd name="connsiteX110" fmla="*/ 147540 w 470489"/>
                  <a:gd name="connsiteY110" fmla="*/ 278687 h 1588517"/>
                  <a:gd name="connsiteX111" fmla="*/ 147540 w 470489"/>
                  <a:gd name="connsiteY111" fmla="*/ 283605 h 1588517"/>
                  <a:gd name="connsiteX112" fmla="*/ 145901 w 470489"/>
                  <a:gd name="connsiteY112" fmla="*/ 286884 h 1588517"/>
                  <a:gd name="connsiteX113" fmla="*/ 142622 w 470489"/>
                  <a:gd name="connsiteY113" fmla="*/ 290162 h 1588517"/>
                  <a:gd name="connsiteX114" fmla="*/ 137704 w 470489"/>
                  <a:gd name="connsiteY114" fmla="*/ 291802 h 1588517"/>
                  <a:gd name="connsiteX115" fmla="*/ 136065 w 470489"/>
                  <a:gd name="connsiteY115" fmla="*/ 291802 h 1588517"/>
                  <a:gd name="connsiteX116" fmla="*/ 136065 w 470489"/>
                  <a:gd name="connsiteY116" fmla="*/ 293441 h 1588517"/>
                  <a:gd name="connsiteX117" fmla="*/ 131147 w 470489"/>
                  <a:gd name="connsiteY117" fmla="*/ 295081 h 1588517"/>
                  <a:gd name="connsiteX118" fmla="*/ 127868 w 470489"/>
                  <a:gd name="connsiteY118" fmla="*/ 296720 h 1588517"/>
                  <a:gd name="connsiteX119" fmla="*/ 124589 w 470489"/>
                  <a:gd name="connsiteY119" fmla="*/ 298359 h 1588517"/>
                  <a:gd name="connsiteX120" fmla="*/ 121311 w 470489"/>
                  <a:gd name="connsiteY120" fmla="*/ 299998 h 1588517"/>
                  <a:gd name="connsiteX121" fmla="*/ 116393 w 470489"/>
                  <a:gd name="connsiteY121" fmla="*/ 301638 h 1588517"/>
                  <a:gd name="connsiteX122" fmla="*/ 113114 w 470489"/>
                  <a:gd name="connsiteY122" fmla="*/ 306556 h 1588517"/>
                  <a:gd name="connsiteX123" fmla="*/ 113114 w 470489"/>
                  <a:gd name="connsiteY123" fmla="*/ 308195 h 1588517"/>
                  <a:gd name="connsiteX124" fmla="*/ 109836 w 470489"/>
                  <a:gd name="connsiteY124" fmla="*/ 309835 h 1588517"/>
                  <a:gd name="connsiteX125" fmla="*/ 106557 w 470489"/>
                  <a:gd name="connsiteY125" fmla="*/ 313113 h 1588517"/>
                  <a:gd name="connsiteX126" fmla="*/ 106557 w 470489"/>
                  <a:gd name="connsiteY126" fmla="*/ 316392 h 1588517"/>
                  <a:gd name="connsiteX127" fmla="*/ 104917 w 470489"/>
                  <a:gd name="connsiteY127" fmla="*/ 321310 h 1588517"/>
                  <a:gd name="connsiteX128" fmla="*/ 106557 w 470489"/>
                  <a:gd name="connsiteY128" fmla="*/ 324588 h 1588517"/>
                  <a:gd name="connsiteX129" fmla="*/ 109836 w 470489"/>
                  <a:gd name="connsiteY129" fmla="*/ 326228 h 1588517"/>
                  <a:gd name="connsiteX130" fmla="*/ 111475 w 470489"/>
                  <a:gd name="connsiteY130" fmla="*/ 331146 h 1588517"/>
                  <a:gd name="connsiteX131" fmla="*/ 111475 w 470489"/>
                  <a:gd name="connsiteY131" fmla="*/ 332785 h 1588517"/>
                  <a:gd name="connsiteX132" fmla="*/ 113114 w 470489"/>
                  <a:gd name="connsiteY132" fmla="*/ 336064 h 1588517"/>
                  <a:gd name="connsiteX133" fmla="*/ 109836 w 470489"/>
                  <a:gd name="connsiteY133" fmla="*/ 337703 h 1588517"/>
                  <a:gd name="connsiteX134" fmla="*/ 109836 w 470489"/>
                  <a:gd name="connsiteY134" fmla="*/ 339342 h 1588517"/>
                  <a:gd name="connsiteX135" fmla="*/ 108196 w 470489"/>
                  <a:gd name="connsiteY135" fmla="*/ 342621 h 1588517"/>
                  <a:gd name="connsiteX136" fmla="*/ 108196 w 470489"/>
                  <a:gd name="connsiteY136" fmla="*/ 345900 h 1588517"/>
                  <a:gd name="connsiteX137" fmla="*/ 108196 w 470489"/>
                  <a:gd name="connsiteY137" fmla="*/ 349179 h 1588517"/>
                  <a:gd name="connsiteX138" fmla="*/ 109836 w 470489"/>
                  <a:gd name="connsiteY138" fmla="*/ 354097 h 1588517"/>
                  <a:gd name="connsiteX139" fmla="*/ 111475 w 470489"/>
                  <a:gd name="connsiteY139" fmla="*/ 357375 h 1588517"/>
                  <a:gd name="connsiteX140" fmla="*/ 113114 w 470489"/>
                  <a:gd name="connsiteY140" fmla="*/ 360654 h 1588517"/>
                  <a:gd name="connsiteX141" fmla="*/ 114754 w 470489"/>
                  <a:gd name="connsiteY141" fmla="*/ 363932 h 1588517"/>
                  <a:gd name="connsiteX142" fmla="*/ 114754 w 470489"/>
                  <a:gd name="connsiteY142" fmla="*/ 368851 h 1588517"/>
                  <a:gd name="connsiteX143" fmla="*/ 116393 w 470489"/>
                  <a:gd name="connsiteY143" fmla="*/ 372129 h 1588517"/>
                  <a:gd name="connsiteX144" fmla="*/ 118032 w 470489"/>
                  <a:gd name="connsiteY144" fmla="*/ 375408 h 1588517"/>
                  <a:gd name="connsiteX145" fmla="*/ 119671 w 470489"/>
                  <a:gd name="connsiteY145" fmla="*/ 380326 h 1588517"/>
                  <a:gd name="connsiteX146" fmla="*/ 118032 w 470489"/>
                  <a:gd name="connsiteY146" fmla="*/ 383605 h 1588517"/>
                  <a:gd name="connsiteX147" fmla="*/ 114754 w 470489"/>
                  <a:gd name="connsiteY147" fmla="*/ 386884 h 1588517"/>
                  <a:gd name="connsiteX148" fmla="*/ 114754 w 470489"/>
                  <a:gd name="connsiteY148" fmla="*/ 390162 h 1588517"/>
                  <a:gd name="connsiteX149" fmla="*/ 114754 w 470489"/>
                  <a:gd name="connsiteY149" fmla="*/ 395080 h 1588517"/>
                  <a:gd name="connsiteX150" fmla="*/ 116393 w 470489"/>
                  <a:gd name="connsiteY150" fmla="*/ 398359 h 1588517"/>
                  <a:gd name="connsiteX151" fmla="*/ 119671 w 470489"/>
                  <a:gd name="connsiteY151" fmla="*/ 401637 h 1588517"/>
                  <a:gd name="connsiteX152" fmla="*/ 122950 w 470489"/>
                  <a:gd name="connsiteY152" fmla="*/ 406555 h 1588517"/>
                  <a:gd name="connsiteX153" fmla="*/ 126229 w 470489"/>
                  <a:gd name="connsiteY153" fmla="*/ 409834 h 1588517"/>
                  <a:gd name="connsiteX154" fmla="*/ 129508 w 470489"/>
                  <a:gd name="connsiteY154" fmla="*/ 413113 h 1588517"/>
                  <a:gd name="connsiteX155" fmla="*/ 129508 w 470489"/>
                  <a:gd name="connsiteY155" fmla="*/ 414752 h 1588517"/>
                  <a:gd name="connsiteX156" fmla="*/ 129508 w 470489"/>
                  <a:gd name="connsiteY156" fmla="*/ 418031 h 1588517"/>
                  <a:gd name="connsiteX157" fmla="*/ 126229 w 470489"/>
                  <a:gd name="connsiteY157" fmla="*/ 421309 h 1588517"/>
                  <a:gd name="connsiteX158" fmla="*/ 122950 w 470489"/>
                  <a:gd name="connsiteY158" fmla="*/ 422949 h 1588517"/>
                  <a:gd name="connsiteX159" fmla="*/ 118032 w 470489"/>
                  <a:gd name="connsiteY159" fmla="*/ 424588 h 1588517"/>
                  <a:gd name="connsiteX160" fmla="*/ 114754 w 470489"/>
                  <a:gd name="connsiteY160" fmla="*/ 422949 h 1588517"/>
                  <a:gd name="connsiteX161" fmla="*/ 111475 w 470489"/>
                  <a:gd name="connsiteY161" fmla="*/ 426228 h 1588517"/>
                  <a:gd name="connsiteX162" fmla="*/ 109836 w 470489"/>
                  <a:gd name="connsiteY162" fmla="*/ 429506 h 1588517"/>
                  <a:gd name="connsiteX163" fmla="*/ 111475 w 470489"/>
                  <a:gd name="connsiteY163" fmla="*/ 432785 h 1588517"/>
                  <a:gd name="connsiteX164" fmla="*/ 109836 w 470489"/>
                  <a:gd name="connsiteY164" fmla="*/ 437703 h 1588517"/>
                  <a:gd name="connsiteX165" fmla="*/ 108196 w 470489"/>
                  <a:gd name="connsiteY165" fmla="*/ 440981 h 1588517"/>
                  <a:gd name="connsiteX166" fmla="*/ 106557 w 470489"/>
                  <a:gd name="connsiteY166" fmla="*/ 444260 h 1588517"/>
                  <a:gd name="connsiteX167" fmla="*/ 106557 w 470489"/>
                  <a:gd name="connsiteY167" fmla="*/ 449178 h 1588517"/>
                  <a:gd name="connsiteX168" fmla="*/ 106557 w 470489"/>
                  <a:gd name="connsiteY168" fmla="*/ 452457 h 1588517"/>
                  <a:gd name="connsiteX169" fmla="*/ 106557 w 470489"/>
                  <a:gd name="connsiteY169" fmla="*/ 454096 h 1588517"/>
                  <a:gd name="connsiteX170" fmla="*/ 104917 w 470489"/>
                  <a:gd name="connsiteY170" fmla="*/ 457375 h 1588517"/>
                  <a:gd name="connsiteX171" fmla="*/ 101639 w 470489"/>
                  <a:gd name="connsiteY171" fmla="*/ 462293 h 1588517"/>
                  <a:gd name="connsiteX172" fmla="*/ 99999 w 470489"/>
                  <a:gd name="connsiteY172" fmla="*/ 465572 h 1588517"/>
                  <a:gd name="connsiteX173" fmla="*/ 99999 w 470489"/>
                  <a:gd name="connsiteY173" fmla="*/ 468850 h 1588517"/>
                  <a:gd name="connsiteX174" fmla="*/ 96721 w 470489"/>
                  <a:gd name="connsiteY174" fmla="*/ 472129 h 1588517"/>
                  <a:gd name="connsiteX175" fmla="*/ 95081 w 470489"/>
                  <a:gd name="connsiteY175" fmla="*/ 477047 h 1588517"/>
                  <a:gd name="connsiteX176" fmla="*/ 90164 w 470489"/>
                  <a:gd name="connsiteY176" fmla="*/ 480325 h 1588517"/>
                  <a:gd name="connsiteX177" fmla="*/ 91803 w 470489"/>
                  <a:gd name="connsiteY177" fmla="*/ 481965 h 1588517"/>
                  <a:gd name="connsiteX178" fmla="*/ 91803 w 470489"/>
                  <a:gd name="connsiteY178" fmla="*/ 486883 h 1588517"/>
                  <a:gd name="connsiteX179" fmla="*/ 90164 w 470489"/>
                  <a:gd name="connsiteY179" fmla="*/ 490162 h 1588517"/>
                  <a:gd name="connsiteX180" fmla="*/ 90164 w 470489"/>
                  <a:gd name="connsiteY180" fmla="*/ 493440 h 1588517"/>
                  <a:gd name="connsiteX181" fmla="*/ 91803 w 470489"/>
                  <a:gd name="connsiteY181" fmla="*/ 496719 h 1588517"/>
                  <a:gd name="connsiteX182" fmla="*/ 91803 w 470489"/>
                  <a:gd name="connsiteY182" fmla="*/ 501637 h 1588517"/>
                  <a:gd name="connsiteX183" fmla="*/ 90164 w 470489"/>
                  <a:gd name="connsiteY183" fmla="*/ 504916 h 1588517"/>
                  <a:gd name="connsiteX184" fmla="*/ 91803 w 470489"/>
                  <a:gd name="connsiteY184" fmla="*/ 508194 h 1588517"/>
                  <a:gd name="connsiteX185" fmla="*/ 91803 w 470489"/>
                  <a:gd name="connsiteY185" fmla="*/ 511473 h 1588517"/>
                  <a:gd name="connsiteX186" fmla="*/ 86885 w 470489"/>
                  <a:gd name="connsiteY186" fmla="*/ 514752 h 1588517"/>
                  <a:gd name="connsiteX187" fmla="*/ 85245 w 470489"/>
                  <a:gd name="connsiteY187" fmla="*/ 518031 h 1588517"/>
                  <a:gd name="connsiteX188" fmla="*/ 85245 w 470489"/>
                  <a:gd name="connsiteY188" fmla="*/ 519669 h 1588517"/>
                  <a:gd name="connsiteX189" fmla="*/ 85245 w 470489"/>
                  <a:gd name="connsiteY189" fmla="*/ 522948 h 1588517"/>
                  <a:gd name="connsiteX190" fmla="*/ 86885 w 470489"/>
                  <a:gd name="connsiteY190" fmla="*/ 526227 h 1588517"/>
                  <a:gd name="connsiteX191" fmla="*/ 90164 w 470489"/>
                  <a:gd name="connsiteY191" fmla="*/ 531145 h 1588517"/>
                  <a:gd name="connsiteX192" fmla="*/ 90164 w 470489"/>
                  <a:gd name="connsiteY192" fmla="*/ 534424 h 1588517"/>
                  <a:gd name="connsiteX193" fmla="*/ 93442 w 470489"/>
                  <a:gd name="connsiteY193" fmla="*/ 537702 h 1588517"/>
                  <a:gd name="connsiteX194" fmla="*/ 93442 w 470489"/>
                  <a:gd name="connsiteY194" fmla="*/ 539342 h 1588517"/>
                  <a:gd name="connsiteX195" fmla="*/ 93442 w 470489"/>
                  <a:gd name="connsiteY195" fmla="*/ 542621 h 1588517"/>
                  <a:gd name="connsiteX196" fmla="*/ 95081 w 470489"/>
                  <a:gd name="connsiteY196" fmla="*/ 547538 h 1588517"/>
                  <a:gd name="connsiteX197" fmla="*/ 95081 w 470489"/>
                  <a:gd name="connsiteY197" fmla="*/ 550817 h 1588517"/>
                  <a:gd name="connsiteX198" fmla="*/ 96721 w 470489"/>
                  <a:gd name="connsiteY198" fmla="*/ 554096 h 1588517"/>
                  <a:gd name="connsiteX199" fmla="*/ 99999 w 470489"/>
                  <a:gd name="connsiteY199" fmla="*/ 557374 h 1588517"/>
                  <a:gd name="connsiteX200" fmla="*/ 98360 w 470489"/>
                  <a:gd name="connsiteY200" fmla="*/ 560653 h 1588517"/>
                  <a:gd name="connsiteX201" fmla="*/ 99999 w 470489"/>
                  <a:gd name="connsiteY201" fmla="*/ 563932 h 1588517"/>
                  <a:gd name="connsiteX202" fmla="*/ 96721 w 470489"/>
                  <a:gd name="connsiteY202" fmla="*/ 568850 h 1588517"/>
                  <a:gd name="connsiteX203" fmla="*/ 93442 w 470489"/>
                  <a:gd name="connsiteY203" fmla="*/ 568850 h 1588517"/>
                  <a:gd name="connsiteX204" fmla="*/ 90164 w 470489"/>
                  <a:gd name="connsiteY204" fmla="*/ 567211 h 1588517"/>
                  <a:gd name="connsiteX205" fmla="*/ 91803 w 470489"/>
                  <a:gd name="connsiteY205" fmla="*/ 570489 h 1588517"/>
                  <a:gd name="connsiteX206" fmla="*/ 90164 w 470489"/>
                  <a:gd name="connsiteY206" fmla="*/ 573768 h 1588517"/>
                  <a:gd name="connsiteX207" fmla="*/ 90164 w 470489"/>
                  <a:gd name="connsiteY207" fmla="*/ 578686 h 1588517"/>
                  <a:gd name="connsiteX208" fmla="*/ 90164 w 470489"/>
                  <a:gd name="connsiteY208" fmla="*/ 581965 h 1588517"/>
                  <a:gd name="connsiteX209" fmla="*/ 88524 w 470489"/>
                  <a:gd name="connsiteY209" fmla="*/ 585243 h 1588517"/>
                  <a:gd name="connsiteX210" fmla="*/ 88524 w 470489"/>
                  <a:gd name="connsiteY210" fmla="*/ 590161 h 1588517"/>
                  <a:gd name="connsiteX211" fmla="*/ 90164 w 470489"/>
                  <a:gd name="connsiteY211" fmla="*/ 593440 h 1588517"/>
                  <a:gd name="connsiteX212" fmla="*/ 90164 w 470489"/>
                  <a:gd name="connsiteY212" fmla="*/ 596718 h 1588517"/>
                  <a:gd name="connsiteX213" fmla="*/ 88524 w 470489"/>
                  <a:gd name="connsiteY213" fmla="*/ 601636 h 1588517"/>
                  <a:gd name="connsiteX214" fmla="*/ 85245 w 470489"/>
                  <a:gd name="connsiteY214" fmla="*/ 599997 h 1588517"/>
                  <a:gd name="connsiteX215" fmla="*/ 83606 w 470489"/>
                  <a:gd name="connsiteY215" fmla="*/ 603276 h 1588517"/>
                  <a:gd name="connsiteX216" fmla="*/ 85245 w 470489"/>
                  <a:gd name="connsiteY216" fmla="*/ 608194 h 1588517"/>
                  <a:gd name="connsiteX217" fmla="*/ 85245 w 470489"/>
                  <a:gd name="connsiteY217" fmla="*/ 611472 h 1588517"/>
                  <a:gd name="connsiteX218" fmla="*/ 85245 w 470489"/>
                  <a:gd name="connsiteY218" fmla="*/ 614751 h 1588517"/>
                  <a:gd name="connsiteX219" fmla="*/ 85245 w 470489"/>
                  <a:gd name="connsiteY219" fmla="*/ 618030 h 1588517"/>
                  <a:gd name="connsiteX220" fmla="*/ 86885 w 470489"/>
                  <a:gd name="connsiteY220" fmla="*/ 622948 h 1588517"/>
                  <a:gd name="connsiteX221" fmla="*/ 90164 w 470489"/>
                  <a:gd name="connsiteY221" fmla="*/ 626226 h 1588517"/>
                  <a:gd name="connsiteX222" fmla="*/ 91803 w 470489"/>
                  <a:gd name="connsiteY222" fmla="*/ 629505 h 1588517"/>
                  <a:gd name="connsiteX223" fmla="*/ 95081 w 470489"/>
                  <a:gd name="connsiteY223" fmla="*/ 634423 h 1588517"/>
                  <a:gd name="connsiteX224" fmla="*/ 99999 w 470489"/>
                  <a:gd name="connsiteY224" fmla="*/ 634423 h 1588517"/>
                  <a:gd name="connsiteX225" fmla="*/ 103278 w 470489"/>
                  <a:gd name="connsiteY225" fmla="*/ 637702 h 1588517"/>
                  <a:gd name="connsiteX226" fmla="*/ 103278 w 470489"/>
                  <a:gd name="connsiteY226" fmla="*/ 640981 h 1588517"/>
                  <a:gd name="connsiteX227" fmla="*/ 98360 w 470489"/>
                  <a:gd name="connsiteY227" fmla="*/ 640981 h 1588517"/>
                  <a:gd name="connsiteX228" fmla="*/ 99999 w 470489"/>
                  <a:gd name="connsiteY228" fmla="*/ 644259 h 1588517"/>
                  <a:gd name="connsiteX229" fmla="*/ 103278 w 470489"/>
                  <a:gd name="connsiteY229" fmla="*/ 649177 h 1588517"/>
                  <a:gd name="connsiteX230" fmla="*/ 103278 w 470489"/>
                  <a:gd name="connsiteY230" fmla="*/ 649177 h 1588517"/>
                  <a:gd name="connsiteX231" fmla="*/ 106557 w 470489"/>
                  <a:gd name="connsiteY231" fmla="*/ 652456 h 1588517"/>
                  <a:gd name="connsiteX232" fmla="*/ 106557 w 470489"/>
                  <a:gd name="connsiteY232" fmla="*/ 654095 h 1588517"/>
                  <a:gd name="connsiteX233" fmla="*/ 108196 w 470489"/>
                  <a:gd name="connsiteY233" fmla="*/ 657374 h 1588517"/>
                  <a:gd name="connsiteX234" fmla="*/ 111475 w 470489"/>
                  <a:gd name="connsiteY234" fmla="*/ 660653 h 1588517"/>
                  <a:gd name="connsiteX235" fmla="*/ 113114 w 470489"/>
                  <a:gd name="connsiteY235" fmla="*/ 663931 h 1588517"/>
                  <a:gd name="connsiteX236" fmla="*/ 113114 w 470489"/>
                  <a:gd name="connsiteY236" fmla="*/ 667210 h 1588517"/>
                  <a:gd name="connsiteX237" fmla="*/ 114754 w 470489"/>
                  <a:gd name="connsiteY237" fmla="*/ 670489 h 1588517"/>
                  <a:gd name="connsiteX238" fmla="*/ 118032 w 470489"/>
                  <a:gd name="connsiteY238" fmla="*/ 675406 h 1588517"/>
                  <a:gd name="connsiteX239" fmla="*/ 118032 w 470489"/>
                  <a:gd name="connsiteY239" fmla="*/ 675406 h 1588517"/>
                  <a:gd name="connsiteX240" fmla="*/ 121311 w 470489"/>
                  <a:gd name="connsiteY240" fmla="*/ 677046 h 1588517"/>
                  <a:gd name="connsiteX241" fmla="*/ 121311 w 470489"/>
                  <a:gd name="connsiteY241" fmla="*/ 678685 h 1588517"/>
                  <a:gd name="connsiteX242" fmla="*/ 121311 w 470489"/>
                  <a:gd name="connsiteY242" fmla="*/ 681964 h 1588517"/>
                  <a:gd name="connsiteX243" fmla="*/ 119671 w 470489"/>
                  <a:gd name="connsiteY243" fmla="*/ 685243 h 1588517"/>
                  <a:gd name="connsiteX244" fmla="*/ 121311 w 470489"/>
                  <a:gd name="connsiteY244" fmla="*/ 688521 h 1588517"/>
                  <a:gd name="connsiteX245" fmla="*/ 122950 w 470489"/>
                  <a:gd name="connsiteY245" fmla="*/ 693439 h 1588517"/>
                  <a:gd name="connsiteX246" fmla="*/ 126229 w 470489"/>
                  <a:gd name="connsiteY246" fmla="*/ 696718 h 1588517"/>
                  <a:gd name="connsiteX247" fmla="*/ 126229 w 470489"/>
                  <a:gd name="connsiteY247" fmla="*/ 696718 h 1588517"/>
                  <a:gd name="connsiteX248" fmla="*/ 131147 w 470489"/>
                  <a:gd name="connsiteY248" fmla="*/ 695079 h 1588517"/>
                  <a:gd name="connsiteX249" fmla="*/ 134426 w 470489"/>
                  <a:gd name="connsiteY249" fmla="*/ 698358 h 1588517"/>
                  <a:gd name="connsiteX250" fmla="*/ 134426 w 470489"/>
                  <a:gd name="connsiteY250" fmla="*/ 701636 h 1588517"/>
                  <a:gd name="connsiteX251" fmla="*/ 134426 w 470489"/>
                  <a:gd name="connsiteY251" fmla="*/ 704915 h 1588517"/>
                  <a:gd name="connsiteX252" fmla="*/ 134426 w 470489"/>
                  <a:gd name="connsiteY252" fmla="*/ 709833 h 1588517"/>
                  <a:gd name="connsiteX253" fmla="*/ 134426 w 470489"/>
                  <a:gd name="connsiteY253" fmla="*/ 713111 h 1588517"/>
                  <a:gd name="connsiteX254" fmla="*/ 134426 w 470489"/>
                  <a:gd name="connsiteY254" fmla="*/ 718029 h 1588517"/>
                  <a:gd name="connsiteX255" fmla="*/ 136065 w 470489"/>
                  <a:gd name="connsiteY255" fmla="*/ 721308 h 1588517"/>
                  <a:gd name="connsiteX256" fmla="*/ 136065 w 470489"/>
                  <a:gd name="connsiteY256" fmla="*/ 724587 h 1588517"/>
                  <a:gd name="connsiteX257" fmla="*/ 139344 w 470489"/>
                  <a:gd name="connsiteY257" fmla="*/ 727865 h 1588517"/>
                  <a:gd name="connsiteX258" fmla="*/ 140983 w 470489"/>
                  <a:gd name="connsiteY258" fmla="*/ 732783 h 1588517"/>
                  <a:gd name="connsiteX259" fmla="*/ 142622 w 470489"/>
                  <a:gd name="connsiteY259" fmla="*/ 736062 h 1588517"/>
                  <a:gd name="connsiteX260" fmla="*/ 140983 w 470489"/>
                  <a:gd name="connsiteY260" fmla="*/ 740980 h 1588517"/>
                  <a:gd name="connsiteX261" fmla="*/ 137704 w 470489"/>
                  <a:gd name="connsiteY261" fmla="*/ 739341 h 1588517"/>
                  <a:gd name="connsiteX262" fmla="*/ 136065 w 470489"/>
                  <a:gd name="connsiteY262" fmla="*/ 740980 h 1588517"/>
                  <a:gd name="connsiteX263" fmla="*/ 136065 w 470489"/>
                  <a:gd name="connsiteY263" fmla="*/ 742619 h 1588517"/>
                  <a:gd name="connsiteX264" fmla="*/ 136065 w 470489"/>
                  <a:gd name="connsiteY264" fmla="*/ 747538 h 1588517"/>
                  <a:gd name="connsiteX265" fmla="*/ 134426 w 470489"/>
                  <a:gd name="connsiteY265" fmla="*/ 750816 h 1588517"/>
                  <a:gd name="connsiteX266" fmla="*/ 132786 w 470489"/>
                  <a:gd name="connsiteY266" fmla="*/ 754095 h 1588517"/>
                  <a:gd name="connsiteX267" fmla="*/ 132786 w 470489"/>
                  <a:gd name="connsiteY267" fmla="*/ 759013 h 1588517"/>
                  <a:gd name="connsiteX268" fmla="*/ 132786 w 470489"/>
                  <a:gd name="connsiteY268" fmla="*/ 762292 h 1588517"/>
                  <a:gd name="connsiteX269" fmla="*/ 132786 w 470489"/>
                  <a:gd name="connsiteY269" fmla="*/ 765570 h 1588517"/>
                  <a:gd name="connsiteX270" fmla="*/ 132786 w 470489"/>
                  <a:gd name="connsiteY270" fmla="*/ 768849 h 1588517"/>
                  <a:gd name="connsiteX271" fmla="*/ 132786 w 470489"/>
                  <a:gd name="connsiteY271" fmla="*/ 772128 h 1588517"/>
                  <a:gd name="connsiteX272" fmla="*/ 134426 w 470489"/>
                  <a:gd name="connsiteY272" fmla="*/ 775406 h 1588517"/>
                  <a:gd name="connsiteX273" fmla="*/ 132786 w 470489"/>
                  <a:gd name="connsiteY273" fmla="*/ 778685 h 1588517"/>
                  <a:gd name="connsiteX274" fmla="*/ 129508 w 470489"/>
                  <a:gd name="connsiteY274" fmla="*/ 780324 h 1588517"/>
                  <a:gd name="connsiteX275" fmla="*/ 127868 w 470489"/>
                  <a:gd name="connsiteY275" fmla="*/ 783603 h 1588517"/>
                  <a:gd name="connsiteX276" fmla="*/ 131147 w 470489"/>
                  <a:gd name="connsiteY276" fmla="*/ 785242 h 1588517"/>
                  <a:gd name="connsiteX277" fmla="*/ 134426 w 470489"/>
                  <a:gd name="connsiteY277" fmla="*/ 788521 h 1588517"/>
                  <a:gd name="connsiteX278" fmla="*/ 136065 w 470489"/>
                  <a:gd name="connsiteY278" fmla="*/ 793439 h 1588517"/>
                  <a:gd name="connsiteX279" fmla="*/ 137704 w 470489"/>
                  <a:gd name="connsiteY279" fmla="*/ 796718 h 1588517"/>
                  <a:gd name="connsiteX280" fmla="*/ 137704 w 470489"/>
                  <a:gd name="connsiteY280" fmla="*/ 799996 h 1588517"/>
                  <a:gd name="connsiteX281" fmla="*/ 140983 w 470489"/>
                  <a:gd name="connsiteY281" fmla="*/ 804914 h 1588517"/>
                  <a:gd name="connsiteX282" fmla="*/ 142622 w 470489"/>
                  <a:gd name="connsiteY282" fmla="*/ 808193 h 1588517"/>
                  <a:gd name="connsiteX283" fmla="*/ 142622 w 470489"/>
                  <a:gd name="connsiteY283" fmla="*/ 811472 h 1588517"/>
                  <a:gd name="connsiteX284" fmla="*/ 144261 w 470489"/>
                  <a:gd name="connsiteY284" fmla="*/ 816389 h 1588517"/>
                  <a:gd name="connsiteX285" fmla="*/ 144261 w 470489"/>
                  <a:gd name="connsiteY285" fmla="*/ 818029 h 1588517"/>
                  <a:gd name="connsiteX286" fmla="*/ 144261 w 470489"/>
                  <a:gd name="connsiteY286" fmla="*/ 821308 h 1588517"/>
                  <a:gd name="connsiteX287" fmla="*/ 142622 w 470489"/>
                  <a:gd name="connsiteY287" fmla="*/ 822947 h 1588517"/>
                  <a:gd name="connsiteX288" fmla="*/ 139344 w 470489"/>
                  <a:gd name="connsiteY288" fmla="*/ 822947 h 1588517"/>
                  <a:gd name="connsiteX289" fmla="*/ 136065 w 470489"/>
                  <a:gd name="connsiteY289" fmla="*/ 827865 h 1588517"/>
                  <a:gd name="connsiteX290" fmla="*/ 136065 w 470489"/>
                  <a:gd name="connsiteY290" fmla="*/ 831143 h 1588517"/>
                  <a:gd name="connsiteX291" fmla="*/ 134426 w 470489"/>
                  <a:gd name="connsiteY291" fmla="*/ 834422 h 1588517"/>
                  <a:gd name="connsiteX292" fmla="*/ 131147 w 470489"/>
                  <a:gd name="connsiteY292" fmla="*/ 832783 h 1588517"/>
                  <a:gd name="connsiteX293" fmla="*/ 129508 w 470489"/>
                  <a:gd name="connsiteY293" fmla="*/ 836062 h 1588517"/>
                  <a:gd name="connsiteX294" fmla="*/ 126229 w 470489"/>
                  <a:gd name="connsiteY294" fmla="*/ 836062 h 1588517"/>
                  <a:gd name="connsiteX295" fmla="*/ 126229 w 470489"/>
                  <a:gd name="connsiteY295" fmla="*/ 839340 h 1588517"/>
                  <a:gd name="connsiteX296" fmla="*/ 127868 w 470489"/>
                  <a:gd name="connsiteY296" fmla="*/ 844258 h 1588517"/>
                  <a:gd name="connsiteX297" fmla="*/ 126229 w 470489"/>
                  <a:gd name="connsiteY297" fmla="*/ 847537 h 1588517"/>
                  <a:gd name="connsiteX298" fmla="*/ 126229 w 470489"/>
                  <a:gd name="connsiteY298" fmla="*/ 852455 h 1588517"/>
                  <a:gd name="connsiteX299" fmla="*/ 127868 w 470489"/>
                  <a:gd name="connsiteY299" fmla="*/ 855733 h 1588517"/>
                  <a:gd name="connsiteX300" fmla="*/ 127868 w 470489"/>
                  <a:gd name="connsiteY300" fmla="*/ 857373 h 1588517"/>
                  <a:gd name="connsiteX301" fmla="*/ 129508 w 470489"/>
                  <a:gd name="connsiteY301" fmla="*/ 857373 h 1588517"/>
                  <a:gd name="connsiteX302" fmla="*/ 129508 w 470489"/>
                  <a:gd name="connsiteY302" fmla="*/ 860652 h 1588517"/>
                  <a:gd name="connsiteX303" fmla="*/ 131147 w 470489"/>
                  <a:gd name="connsiteY303" fmla="*/ 863930 h 1588517"/>
                  <a:gd name="connsiteX304" fmla="*/ 131147 w 470489"/>
                  <a:gd name="connsiteY304" fmla="*/ 868848 h 1588517"/>
                  <a:gd name="connsiteX305" fmla="*/ 131147 w 470489"/>
                  <a:gd name="connsiteY305" fmla="*/ 872127 h 1588517"/>
                  <a:gd name="connsiteX306" fmla="*/ 132786 w 470489"/>
                  <a:gd name="connsiteY306" fmla="*/ 875406 h 1588517"/>
                  <a:gd name="connsiteX307" fmla="*/ 136065 w 470489"/>
                  <a:gd name="connsiteY307" fmla="*/ 880324 h 1588517"/>
                  <a:gd name="connsiteX308" fmla="*/ 136065 w 470489"/>
                  <a:gd name="connsiteY308" fmla="*/ 883602 h 1588517"/>
                  <a:gd name="connsiteX309" fmla="*/ 136065 w 470489"/>
                  <a:gd name="connsiteY309" fmla="*/ 886881 h 1588517"/>
                  <a:gd name="connsiteX310" fmla="*/ 137704 w 470489"/>
                  <a:gd name="connsiteY310" fmla="*/ 891799 h 1588517"/>
                  <a:gd name="connsiteX311" fmla="*/ 139344 w 470489"/>
                  <a:gd name="connsiteY311" fmla="*/ 895078 h 1588517"/>
                  <a:gd name="connsiteX312" fmla="*/ 142622 w 470489"/>
                  <a:gd name="connsiteY312" fmla="*/ 898356 h 1588517"/>
                  <a:gd name="connsiteX313" fmla="*/ 145901 w 470489"/>
                  <a:gd name="connsiteY313" fmla="*/ 903275 h 1588517"/>
                  <a:gd name="connsiteX314" fmla="*/ 147540 w 470489"/>
                  <a:gd name="connsiteY314" fmla="*/ 906553 h 1588517"/>
                  <a:gd name="connsiteX315" fmla="*/ 149180 w 470489"/>
                  <a:gd name="connsiteY315" fmla="*/ 909832 h 1588517"/>
                  <a:gd name="connsiteX316" fmla="*/ 149180 w 470489"/>
                  <a:gd name="connsiteY316" fmla="*/ 913110 h 1588517"/>
                  <a:gd name="connsiteX317" fmla="*/ 150819 w 470489"/>
                  <a:gd name="connsiteY317" fmla="*/ 916389 h 1588517"/>
                  <a:gd name="connsiteX318" fmla="*/ 154098 w 470489"/>
                  <a:gd name="connsiteY318" fmla="*/ 921307 h 1588517"/>
                  <a:gd name="connsiteX319" fmla="*/ 155737 w 470489"/>
                  <a:gd name="connsiteY319" fmla="*/ 924586 h 1588517"/>
                  <a:gd name="connsiteX320" fmla="*/ 160655 w 470489"/>
                  <a:gd name="connsiteY320" fmla="*/ 926225 h 1588517"/>
                  <a:gd name="connsiteX321" fmla="*/ 160655 w 470489"/>
                  <a:gd name="connsiteY321" fmla="*/ 929504 h 1588517"/>
                  <a:gd name="connsiteX322" fmla="*/ 162294 w 470489"/>
                  <a:gd name="connsiteY322" fmla="*/ 934422 h 1588517"/>
                  <a:gd name="connsiteX323" fmla="*/ 160655 w 470489"/>
                  <a:gd name="connsiteY323" fmla="*/ 934422 h 1588517"/>
                  <a:gd name="connsiteX324" fmla="*/ 157376 w 470489"/>
                  <a:gd name="connsiteY324" fmla="*/ 936061 h 1588517"/>
                  <a:gd name="connsiteX325" fmla="*/ 152458 w 470489"/>
                  <a:gd name="connsiteY325" fmla="*/ 939340 h 1588517"/>
                  <a:gd name="connsiteX326" fmla="*/ 149180 w 470489"/>
                  <a:gd name="connsiteY326" fmla="*/ 940979 h 1588517"/>
                  <a:gd name="connsiteX327" fmla="*/ 145901 w 470489"/>
                  <a:gd name="connsiteY327" fmla="*/ 944258 h 1588517"/>
                  <a:gd name="connsiteX328" fmla="*/ 145901 w 470489"/>
                  <a:gd name="connsiteY328" fmla="*/ 947536 h 1588517"/>
                  <a:gd name="connsiteX329" fmla="*/ 147540 w 470489"/>
                  <a:gd name="connsiteY329" fmla="*/ 950815 h 1588517"/>
                  <a:gd name="connsiteX330" fmla="*/ 149180 w 470489"/>
                  <a:gd name="connsiteY330" fmla="*/ 955733 h 1588517"/>
                  <a:gd name="connsiteX331" fmla="*/ 150819 w 470489"/>
                  <a:gd name="connsiteY331" fmla="*/ 959012 h 1588517"/>
                  <a:gd name="connsiteX332" fmla="*/ 150819 w 470489"/>
                  <a:gd name="connsiteY332" fmla="*/ 962290 h 1588517"/>
                  <a:gd name="connsiteX333" fmla="*/ 150819 w 470489"/>
                  <a:gd name="connsiteY333" fmla="*/ 967209 h 1588517"/>
                  <a:gd name="connsiteX334" fmla="*/ 149180 w 470489"/>
                  <a:gd name="connsiteY334" fmla="*/ 970487 h 1588517"/>
                  <a:gd name="connsiteX335" fmla="*/ 152458 w 470489"/>
                  <a:gd name="connsiteY335" fmla="*/ 973766 h 1588517"/>
                  <a:gd name="connsiteX336" fmla="*/ 150819 w 470489"/>
                  <a:gd name="connsiteY336" fmla="*/ 973766 h 1588517"/>
                  <a:gd name="connsiteX337" fmla="*/ 145901 w 470489"/>
                  <a:gd name="connsiteY337" fmla="*/ 973766 h 1588517"/>
                  <a:gd name="connsiteX338" fmla="*/ 144261 w 470489"/>
                  <a:gd name="connsiteY338" fmla="*/ 975405 h 1588517"/>
                  <a:gd name="connsiteX339" fmla="*/ 145901 w 470489"/>
                  <a:gd name="connsiteY339" fmla="*/ 978684 h 1588517"/>
                  <a:gd name="connsiteX340" fmla="*/ 147540 w 470489"/>
                  <a:gd name="connsiteY340" fmla="*/ 983602 h 1588517"/>
                  <a:gd name="connsiteX341" fmla="*/ 149180 w 470489"/>
                  <a:gd name="connsiteY341" fmla="*/ 983602 h 1588517"/>
                  <a:gd name="connsiteX342" fmla="*/ 152458 w 470489"/>
                  <a:gd name="connsiteY342" fmla="*/ 988520 h 1588517"/>
                  <a:gd name="connsiteX343" fmla="*/ 152458 w 470489"/>
                  <a:gd name="connsiteY343" fmla="*/ 991799 h 1588517"/>
                  <a:gd name="connsiteX344" fmla="*/ 150819 w 470489"/>
                  <a:gd name="connsiteY344" fmla="*/ 991799 h 1588517"/>
                  <a:gd name="connsiteX345" fmla="*/ 152458 w 470489"/>
                  <a:gd name="connsiteY345" fmla="*/ 995077 h 1588517"/>
                  <a:gd name="connsiteX346" fmla="*/ 147540 w 470489"/>
                  <a:gd name="connsiteY346" fmla="*/ 995077 h 1588517"/>
                  <a:gd name="connsiteX347" fmla="*/ 149180 w 470489"/>
                  <a:gd name="connsiteY347" fmla="*/ 998356 h 1588517"/>
                  <a:gd name="connsiteX348" fmla="*/ 150819 w 470489"/>
                  <a:gd name="connsiteY348" fmla="*/ 1003274 h 1588517"/>
                  <a:gd name="connsiteX349" fmla="*/ 155737 w 470489"/>
                  <a:gd name="connsiteY349" fmla="*/ 1004913 h 1588517"/>
                  <a:gd name="connsiteX350" fmla="*/ 155737 w 470489"/>
                  <a:gd name="connsiteY350" fmla="*/ 1008192 h 1588517"/>
                  <a:gd name="connsiteX351" fmla="*/ 154098 w 470489"/>
                  <a:gd name="connsiteY351" fmla="*/ 1011470 h 1588517"/>
                  <a:gd name="connsiteX352" fmla="*/ 152458 w 470489"/>
                  <a:gd name="connsiteY352" fmla="*/ 1014749 h 1588517"/>
                  <a:gd name="connsiteX353" fmla="*/ 154098 w 470489"/>
                  <a:gd name="connsiteY353" fmla="*/ 1019667 h 1588517"/>
                  <a:gd name="connsiteX354" fmla="*/ 152458 w 470489"/>
                  <a:gd name="connsiteY354" fmla="*/ 1022946 h 1588517"/>
                  <a:gd name="connsiteX355" fmla="*/ 152458 w 470489"/>
                  <a:gd name="connsiteY355" fmla="*/ 1024585 h 1588517"/>
                  <a:gd name="connsiteX356" fmla="*/ 155737 w 470489"/>
                  <a:gd name="connsiteY356" fmla="*/ 1027864 h 1588517"/>
                  <a:gd name="connsiteX357" fmla="*/ 159016 w 470489"/>
                  <a:gd name="connsiteY357" fmla="*/ 1032782 h 1588517"/>
                  <a:gd name="connsiteX358" fmla="*/ 160655 w 470489"/>
                  <a:gd name="connsiteY358" fmla="*/ 1036061 h 1588517"/>
                  <a:gd name="connsiteX359" fmla="*/ 162294 w 470489"/>
                  <a:gd name="connsiteY359" fmla="*/ 1039339 h 1588517"/>
                  <a:gd name="connsiteX360" fmla="*/ 162294 w 470489"/>
                  <a:gd name="connsiteY360" fmla="*/ 1039339 h 1588517"/>
                  <a:gd name="connsiteX361" fmla="*/ 162294 w 470489"/>
                  <a:gd name="connsiteY361" fmla="*/ 1044257 h 1588517"/>
                  <a:gd name="connsiteX362" fmla="*/ 163934 w 470489"/>
                  <a:gd name="connsiteY362" fmla="*/ 1047536 h 1588517"/>
                  <a:gd name="connsiteX363" fmla="*/ 163934 w 470489"/>
                  <a:gd name="connsiteY363" fmla="*/ 1050815 h 1588517"/>
                  <a:gd name="connsiteX364" fmla="*/ 167212 w 470489"/>
                  <a:gd name="connsiteY364" fmla="*/ 1055733 h 1588517"/>
                  <a:gd name="connsiteX365" fmla="*/ 167212 w 470489"/>
                  <a:gd name="connsiteY365" fmla="*/ 1059012 h 1588517"/>
                  <a:gd name="connsiteX366" fmla="*/ 167212 w 470489"/>
                  <a:gd name="connsiteY366" fmla="*/ 1062290 h 1588517"/>
                  <a:gd name="connsiteX367" fmla="*/ 170491 w 470489"/>
                  <a:gd name="connsiteY367" fmla="*/ 1067208 h 1588517"/>
                  <a:gd name="connsiteX368" fmla="*/ 172130 w 470489"/>
                  <a:gd name="connsiteY368" fmla="*/ 1070487 h 1588517"/>
                  <a:gd name="connsiteX369" fmla="*/ 177048 w 470489"/>
                  <a:gd name="connsiteY369" fmla="*/ 1073766 h 1588517"/>
                  <a:gd name="connsiteX370" fmla="*/ 177048 w 470489"/>
                  <a:gd name="connsiteY370" fmla="*/ 1078683 h 1588517"/>
                  <a:gd name="connsiteX371" fmla="*/ 178688 w 470489"/>
                  <a:gd name="connsiteY371" fmla="*/ 1078683 h 1588517"/>
                  <a:gd name="connsiteX372" fmla="*/ 180327 w 470489"/>
                  <a:gd name="connsiteY372" fmla="*/ 1083602 h 1588517"/>
                  <a:gd name="connsiteX373" fmla="*/ 177048 w 470489"/>
                  <a:gd name="connsiteY373" fmla="*/ 1085241 h 1588517"/>
                  <a:gd name="connsiteX374" fmla="*/ 173770 w 470489"/>
                  <a:gd name="connsiteY374" fmla="*/ 1085241 h 1588517"/>
                  <a:gd name="connsiteX375" fmla="*/ 172130 w 470489"/>
                  <a:gd name="connsiteY375" fmla="*/ 1088520 h 1588517"/>
                  <a:gd name="connsiteX376" fmla="*/ 170491 w 470489"/>
                  <a:gd name="connsiteY376" fmla="*/ 1091798 h 1588517"/>
                  <a:gd name="connsiteX377" fmla="*/ 173770 w 470489"/>
                  <a:gd name="connsiteY377" fmla="*/ 1095077 h 1588517"/>
                  <a:gd name="connsiteX378" fmla="*/ 175409 w 470489"/>
                  <a:gd name="connsiteY378" fmla="*/ 1098356 h 1588517"/>
                  <a:gd name="connsiteX379" fmla="*/ 175409 w 470489"/>
                  <a:gd name="connsiteY379" fmla="*/ 1101634 h 1588517"/>
                  <a:gd name="connsiteX380" fmla="*/ 175409 w 470489"/>
                  <a:gd name="connsiteY380" fmla="*/ 1106552 h 1588517"/>
                  <a:gd name="connsiteX381" fmla="*/ 177048 w 470489"/>
                  <a:gd name="connsiteY381" fmla="*/ 1109831 h 1588517"/>
                  <a:gd name="connsiteX382" fmla="*/ 178688 w 470489"/>
                  <a:gd name="connsiteY382" fmla="*/ 1113110 h 1588517"/>
                  <a:gd name="connsiteX383" fmla="*/ 180327 w 470489"/>
                  <a:gd name="connsiteY383" fmla="*/ 1118027 h 1588517"/>
                  <a:gd name="connsiteX384" fmla="*/ 180327 w 470489"/>
                  <a:gd name="connsiteY384" fmla="*/ 1121306 h 1588517"/>
                  <a:gd name="connsiteX385" fmla="*/ 183606 w 470489"/>
                  <a:gd name="connsiteY385" fmla="*/ 1124585 h 1588517"/>
                  <a:gd name="connsiteX386" fmla="*/ 186884 w 470489"/>
                  <a:gd name="connsiteY386" fmla="*/ 1127863 h 1588517"/>
                  <a:gd name="connsiteX387" fmla="*/ 191802 w 470489"/>
                  <a:gd name="connsiteY387" fmla="*/ 1127863 h 1588517"/>
                  <a:gd name="connsiteX388" fmla="*/ 195081 w 470489"/>
                  <a:gd name="connsiteY388" fmla="*/ 1129503 h 1588517"/>
                  <a:gd name="connsiteX389" fmla="*/ 198360 w 470489"/>
                  <a:gd name="connsiteY389" fmla="*/ 1129503 h 1588517"/>
                  <a:gd name="connsiteX390" fmla="*/ 199999 w 470489"/>
                  <a:gd name="connsiteY390" fmla="*/ 1134421 h 1588517"/>
                  <a:gd name="connsiteX391" fmla="*/ 196720 w 470489"/>
                  <a:gd name="connsiteY391" fmla="*/ 1136060 h 1588517"/>
                  <a:gd name="connsiteX392" fmla="*/ 195081 w 470489"/>
                  <a:gd name="connsiteY392" fmla="*/ 1140978 h 1588517"/>
                  <a:gd name="connsiteX393" fmla="*/ 199999 w 470489"/>
                  <a:gd name="connsiteY393" fmla="*/ 1142617 h 1588517"/>
                  <a:gd name="connsiteX394" fmla="*/ 203278 w 470489"/>
                  <a:gd name="connsiteY394" fmla="*/ 1147536 h 1588517"/>
                  <a:gd name="connsiteX395" fmla="*/ 203278 w 470489"/>
                  <a:gd name="connsiteY395" fmla="*/ 1147536 h 1588517"/>
                  <a:gd name="connsiteX396" fmla="*/ 206556 w 470489"/>
                  <a:gd name="connsiteY396" fmla="*/ 1147536 h 1588517"/>
                  <a:gd name="connsiteX397" fmla="*/ 208196 w 470489"/>
                  <a:gd name="connsiteY397" fmla="*/ 1152454 h 1588517"/>
                  <a:gd name="connsiteX398" fmla="*/ 204917 w 470489"/>
                  <a:gd name="connsiteY398" fmla="*/ 1155732 h 1588517"/>
                  <a:gd name="connsiteX399" fmla="*/ 209835 w 470489"/>
                  <a:gd name="connsiteY399" fmla="*/ 1159011 h 1588517"/>
                  <a:gd name="connsiteX400" fmla="*/ 213114 w 470489"/>
                  <a:gd name="connsiteY400" fmla="*/ 1162290 h 1588517"/>
                  <a:gd name="connsiteX401" fmla="*/ 213114 w 470489"/>
                  <a:gd name="connsiteY401" fmla="*/ 1162290 h 1588517"/>
                  <a:gd name="connsiteX402" fmla="*/ 214753 w 470489"/>
                  <a:gd name="connsiteY402" fmla="*/ 1163929 h 1588517"/>
                  <a:gd name="connsiteX403" fmla="*/ 213114 w 470489"/>
                  <a:gd name="connsiteY403" fmla="*/ 1167207 h 1588517"/>
                  <a:gd name="connsiteX404" fmla="*/ 213114 w 470489"/>
                  <a:gd name="connsiteY404" fmla="*/ 1168847 h 1588517"/>
                  <a:gd name="connsiteX405" fmla="*/ 209835 w 470489"/>
                  <a:gd name="connsiteY405" fmla="*/ 1172126 h 1588517"/>
                  <a:gd name="connsiteX406" fmla="*/ 213114 w 470489"/>
                  <a:gd name="connsiteY406" fmla="*/ 1175404 h 1588517"/>
                  <a:gd name="connsiteX407" fmla="*/ 214753 w 470489"/>
                  <a:gd name="connsiteY407" fmla="*/ 1178683 h 1588517"/>
                  <a:gd name="connsiteX408" fmla="*/ 214753 w 470489"/>
                  <a:gd name="connsiteY408" fmla="*/ 1183601 h 1588517"/>
                  <a:gd name="connsiteX409" fmla="*/ 218032 w 470489"/>
                  <a:gd name="connsiteY409" fmla="*/ 1183601 h 1588517"/>
                  <a:gd name="connsiteX410" fmla="*/ 222950 w 470489"/>
                  <a:gd name="connsiteY410" fmla="*/ 1183601 h 1588517"/>
                  <a:gd name="connsiteX411" fmla="*/ 226228 w 470489"/>
                  <a:gd name="connsiteY411" fmla="*/ 1183601 h 1588517"/>
                  <a:gd name="connsiteX412" fmla="*/ 231146 w 470489"/>
                  <a:gd name="connsiteY412" fmla="*/ 1183601 h 1588517"/>
                  <a:gd name="connsiteX413" fmla="*/ 234425 w 470489"/>
                  <a:gd name="connsiteY413" fmla="*/ 1185240 h 1588517"/>
                  <a:gd name="connsiteX414" fmla="*/ 237704 w 470489"/>
                  <a:gd name="connsiteY414" fmla="*/ 1185240 h 1588517"/>
                  <a:gd name="connsiteX415" fmla="*/ 240982 w 470489"/>
                  <a:gd name="connsiteY415" fmla="*/ 1188519 h 1588517"/>
                  <a:gd name="connsiteX416" fmla="*/ 242622 w 470489"/>
                  <a:gd name="connsiteY416" fmla="*/ 1190159 h 1588517"/>
                  <a:gd name="connsiteX417" fmla="*/ 240982 w 470489"/>
                  <a:gd name="connsiteY417" fmla="*/ 1193437 h 1588517"/>
                  <a:gd name="connsiteX418" fmla="*/ 242622 w 470489"/>
                  <a:gd name="connsiteY418" fmla="*/ 1198355 h 1588517"/>
                  <a:gd name="connsiteX419" fmla="*/ 239343 w 470489"/>
                  <a:gd name="connsiteY419" fmla="*/ 1201634 h 1588517"/>
                  <a:gd name="connsiteX420" fmla="*/ 234425 w 470489"/>
                  <a:gd name="connsiteY420" fmla="*/ 1199994 h 1588517"/>
                  <a:gd name="connsiteX421" fmla="*/ 231146 w 470489"/>
                  <a:gd name="connsiteY421" fmla="*/ 1199994 h 1588517"/>
                  <a:gd name="connsiteX422" fmla="*/ 227868 w 470489"/>
                  <a:gd name="connsiteY422" fmla="*/ 1199994 h 1588517"/>
                  <a:gd name="connsiteX423" fmla="*/ 222950 w 470489"/>
                  <a:gd name="connsiteY423" fmla="*/ 1198355 h 1588517"/>
                  <a:gd name="connsiteX424" fmla="*/ 219671 w 470489"/>
                  <a:gd name="connsiteY424" fmla="*/ 1199994 h 1588517"/>
                  <a:gd name="connsiteX425" fmla="*/ 216392 w 470489"/>
                  <a:gd name="connsiteY425" fmla="*/ 1199994 h 1588517"/>
                  <a:gd name="connsiteX426" fmla="*/ 214753 w 470489"/>
                  <a:gd name="connsiteY426" fmla="*/ 1203273 h 1588517"/>
                  <a:gd name="connsiteX427" fmla="*/ 219671 w 470489"/>
                  <a:gd name="connsiteY427" fmla="*/ 1206552 h 1588517"/>
                  <a:gd name="connsiteX428" fmla="*/ 222950 w 470489"/>
                  <a:gd name="connsiteY428" fmla="*/ 1206552 h 1588517"/>
                  <a:gd name="connsiteX429" fmla="*/ 226228 w 470489"/>
                  <a:gd name="connsiteY429" fmla="*/ 1206552 h 1588517"/>
                  <a:gd name="connsiteX430" fmla="*/ 231146 w 470489"/>
                  <a:gd name="connsiteY430" fmla="*/ 1208191 h 1588517"/>
                  <a:gd name="connsiteX431" fmla="*/ 234425 w 470489"/>
                  <a:gd name="connsiteY431" fmla="*/ 1208191 h 1588517"/>
                  <a:gd name="connsiteX432" fmla="*/ 236064 w 470489"/>
                  <a:gd name="connsiteY432" fmla="*/ 1209830 h 1588517"/>
                  <a:gd name="connsiteX433" fmla="*/ 239343 w 470489"/>
                  <a:gd name="connsiteY433" fmla="*/ 1213109 h 1588517"/>
                  <a:gd name="connsiteX434" fmla="*/ 242622 w 470489"/>
                  <a:gd name="connsiteY434" fmla="*/ 1216388 h 1588517"/>
                  <a:gd name="connsiteX435" fmla="*/ 245901 w 470489"/>
                  <a:gd name="connsiteY435" fmla="*/ 1219666 h 1588517"/>
                  <a:gd name="connsiteX436" fmla="*/ 249179 w 470489"/>
                  <a:gd name="connsiteY436" fmla="*/ 1222945 h 1588517"/>
                  <a:gd name="connsiteX437" fmla="*/ 245901 w 470489"/>
                  <a:gd name="connsiteY437" fmla="*/ 1226224 h 1588517"/>
                  <a:gd name="connsiteX438" fmla="*/ 245901 w 470489"/>
                  <a:gd name="connsiteY438" fmla="*/ 1231142 h 1588517"/>
                  <a:gd name="connsiteX439" fmla="*/ 244261 w 470489"/>
                  <a:gd name="connsiteY439" fmla="*/ 1232781 h 1588517"/>
                  <a:gd name="connsiteX440" fmla="*/ 240982 w 470489"/>
                  <a:gd name="connsiteY440" fmla="*/ 1232781 h 1588517"/>
                  <a:gd name="connsiteX441" fmla="*/ 239343 w 470489"/>
                  <a:gd name="connsiteY441" fmla="*/ 1236060 h 1588517"/>
                  <a:gd name="connsiteX442" fmla="*/ 239343 w 470489"/>
                  <a:gd name="connsiteY442" fmla="*/ 1239339 h 1588517"/>
                  <a:gd name="connsiteX443" fmla="*/ 242622 w 470489"/>
                  <a:gd name="connsiteY443" fmla="*/ 1244256 h 1588517"/>
                  <a:gd name="connsiteX444" fmla="*/ 242622 w 470489"/>
                  <a:gd name="connsiteY444" fmla="*/ 1245896 h 1588517"/>
                  <a:gd name="connsiteX445" fmla="*/ 247540 w 470489"/>
                  <a:gd name="connsiteY445" fmla="*/ 1247535 h 1588517"/>
                  <a:gd name="connsiteX446" fmla="*/ 247540 w 470489"/>
                  <a:gd name="connsiteY446" fmla="*/ 1249174 h 1588517"/>
                  <a:gd name="connsiteX447" fmla="*/ 249179 w 470489"/>
                  <a:gd name="connsiteY447" fmla="*/ 1250814 h 1588517"/>
                  <a:gd name="connsiteX448" fmla="*/ 249179 w 470489"/>
                  <a:gd name="connsiteY448" fmla="*/ 1252453 h 1588517"/>
                  <a:gd name="connsiteX449" fmla="*/ 249179 w 470489"/>
                  <a:gd name="connsiteY449" fmla="*/ 1254093 h 1588517"/>
                  <a:gd name="connsiteX450" fmla="*/ 247540 w 470489"/>
                  <a:gd name="connsiteY450" fmla="*/ 1257371 h 1588517"/>
                  <a:gd name="connsiteX451" fmla="*/ 244261 w 470489"/>
                  <a:gd name="connsiteY451" fmla="*/ 1259010 h 1588517"/>
                  <a:gd name="connsiteX452" fmla="*/ 247540 w 470489"/>
                  <a:gd name="connsiteY452" fmla="*/ 1262289 h 1588517"/>
                  <a:gd name="connsiteX453" fmla="*/ 250818 w 470489"/>
                  <a:gd name="connsiteY453" fmla="*/ 1265568 h 1588517"/>
                  <a:gd name="connsiteX454" fmla="*/ 250818 w 470489"/>
                  <a:gd name="connsiteY454" fmla="*/ 1265568 h 1588517"/>
                  <a:gd name="connsiteX455" fmla="*/ 252458 w 470489"/>
                  <a:gd name="connsiteY455" fmla="*/ 1267207 h 1588517"/>
                  <a:gd name="connsiteX456" fmla="*/ 254097 w 470489"/>
                  <a:gd name="connsiteY456" fmla="*/ 1272125 h 1588517"/>
                  <a:gd name="connsiteX457" fmla="*/ 257376 w 470489"/>
                  <a:gd name="connsiteY457" fmla="*/ 1275404 h 1588517"/>
                  <a:gd name="connsiteX458" fmla="*/ 257376 w 470489"/>
                  <a:gd name="connsiteY458" fmla="*/ 1275404 h 1588517"/>
                  <a:gd name="connsiteX459" fmla="*/ 257376 w 470489"/>
                  <a:gd name="connsiteY459" fmla="*/ 1277043 h 1588517"/>
                  <a:gd name="connsiteX460" fmla="*/ 260654 w 470489"/>
                  <a:gd name="connsiteY460" fmla="*/ 1280322 h 1588517"/>
                  <a:gd name="connsiteX461" fmla="*/ 257376 w 470489"/>
                  <a:gd name="connsiteY461" fmla="*/ 1285240 h 1588517"/>
                  <a:gd name="connsiteX462" fmla="*/ 254097 w 470489"/>
                  <a:gd name="connsiteY462" fmla="*/ 1286879 h 1588517"/>
                  <a:gd name="connsiteX463" fmla="*/ 254097 w 470489"/>
                  <a:gd name="connsiteY463" fmla="*/ 1291797 h 1588517"/>
                  <a:gd name="connsiteX464" fmla="*/ 257376 w 470489"/>
                  <a:gd name="connsiteY464" fmla="*/ 1295076 h 1588517"/>
                  <a:gd name="connsiteX465" fmla="*/ 255736 w 470489"/>
                  <a:gd name="connsiteY465" fmla="*/ 1298354 h 1588517"/>
                  <a:gd name="connsiteX466" fmla="*/ 260654 w 470489"/>
                  <a:gd name="connsiteY466" fmla="*/ 1299994 h 1588517"/>
                  <a:gd name="connsiteX467" fmla="*/ 263933 w 470489"/>
                  <a:gd name="connsiteY467" fmla="*/ 1304912 h 1588517"/>
                  <a:gd name="connsiteX468" fmla="*/ 263933 w 470489"/>
                  <a:gd name="connsiteY468" fmla="*/ 1304912 h 1588517"/>
                  <a:gd name="connsiteX469" fmla="*/ 259015 w 470489"/>
                  <a:gd name="connsiteY469" fmla="*/ 1304912 h 1588517"/>
                  <a:gd name="connsiteX470" fmla="*/ 259015 w 470489"/>
                  <a:gd name="connsiteY470" fmla="*/ 1308191 h 1588517"/>
                  <a:gd name="connsiteX471" fmla="*/ 259015 w 470489"/>
                  <a:gd name="connsiteY471" fmla="*/ 1309830 h 1588517"/>
                  <a:gd name="connsiteX472" fmla="*/ 257376 w 470489"/>
                  <a:gd name="connsiteY472" fmla="*/ 1313109 h 1588517"/>
                  <a:gd name="connsiteX473" fmla="*/ 252458 w 470489"/>
                  <a:gd name="connsiteY473" fmla="*/ 1313109 h 1588517"/>
                  <a:gd name="connsiteX474" fmla="*/ 252458 w 470489"/>
                  <a:gd name="connsiteY474" fmla="*/ 1318027 h 1588517"/>
                  <a:gd name="connsiteX475" fmla="*/ 254097 w 470489"/>
                  <a:gd name="connsiteY475" fmla="*/ 1321306 h 1588517"/>
                  <a:gd name="connsiteX476" fmla="*/ 254097 w 470489"/>
                  <a:gd name="connsiteY476" fmla="*/ 1324584 h 1588517"/>
                  <a:gd name="connsiteX477" fmla="*/ 252458 w 470489"/>
                  <a:gd name="connsiteY477" fmla="*/ 1329502 h 1588517"/>
                  <a:gd name="connsiteX478" fmla="*/ 254097 w 470489"/>
                  <a:gd name="connsiteY478" fmla="*/ 1332781 h 1588517"/>
                  <a:gd name="connsiteX479" fmla="*/ 254097 w 470489"/>
                  <a:gd name="connsiteY479" fmla="*/ 1337699 h 1588517"/>
                  <a:gd name="connsiteX480" fmla="*/ 257376 w 470489"/>
                  <a:gd name="connsiteY480" fmla="*/ 1339338 h 1588517"/>
                  <a:gd name="connsiteX481" fmla="*/ 260654 w 470489"/>
                  <a:gd name="connsiteY481" fmla="*/ 1340977 h 1588517"/>
                  <a:gd name="connsiteX482" fmla="*/ 263933 w 470489"/>
                  <a:gd name="connsiteY482" fmla="*/ 1345896 h 1588517"/>
                  <a:gd name="connsiteX483" fmla="*/ 267212 w 470489"/>
                  <a:gd name="connsiteY483" fmla="*/ 1349174 h 1588517"/>
                  <a:gd name="connsiteX484" fmla="*/ 268851 w 470489"/>
                  <a:gd name="connsiteY484" fmla="*/ 1352453 h 1588517"/>
                  <a:gd name="connsiteX485" fmla="*/ 265573 w 470489"/>
                  <a:gd name="connsiteY485" fmla="*/ 1357371 h 1588517"/>
                  <a:gd name="connsiteX486" fmla="*/ 262294 w 470489"/>
                  <a:gd name="connsiteY486" fmla="*/ 1359010 h 1588517"/>
                  <a:gd name="connsiteX487" fmla="*/ 260654 w 470489"/>
                  <a:gd name="connsiteY487" fmla="*/ 1360649 h 1588517"/>
                  <a:gd name="connsiteX488" fmla="*/ 263933 w 470489"/>
                  <a:gd name="connsiteY488" fmla="*/ 1363928 h 1588517"/>
                  <a:gd name="connsiteX489" fmla="*/ 265573 w 470489"/>
                  <a:gd name="connsiteY489" fmla="*/ 1367207 h 1588517"/>
                  <a:gd name="connsiteX490" fmla="*/ 267212 w 470489"/>
                  <a:gd name="connsiteY490" fmla="*/ 1370486 h 1588517"/>
                  <a:gd name="connsiteX491" fmla="*/ 267212 w 470489"/>
                  <a:gd name="connsiteY491" fmla="*/ 1375403 h 1588517"/>
                  <a:gd name="connsiteX492" fmla="*/ 265573 w 470489"/>
                  <a:gd name="connsiteY492" fmla="*/ 1377043 h 1588517"/>
                  <a:gd name="connsiteX493" fmla="*/ 262294 w 470489"/>
                  <a:gd name="connsiteY493" fmla="*/ 1380321 h 1588517"/>
                  <a:gd name="connsiteX494" fmla="*/ 257376 w 470489"/>
                  <a:gd name="connsiteY494" fmla="*/ 1380321 h 1588517"/>
                  <a:gd name="connsiteX495" fmla="*/ 255736 w 470489"/>
                  <a:gd name="connsiteY495" fmla="*/ 1383600 h 1588517"/>
                  <a:gd name="connsiteX496" fmla="*/ 257376 w 470489"/>
                  <a:gd name="connsiteY496" fmla="*/ 1388518 h 1588517"/>
                  <a:gd name="connsiteX497" fmla="*/ 255736 w 470489"/>
                  <a:gd name="connsiteY497" fmla="*/ 1391797 h 1588517"/>
                  <a:gd name="connsiteX498" fmla="*/ 255736 w 470489"/>
                  <a:gd name="connsiteY498" fmla="*/ 1393436 h 1588517"/>
                  <a:gd name="connsiteX499" fmla="*/ 252458 w 470489"/>
                  <a:gd name="connsiteY499" fmla="*/ 1395076 h 1588517"/>
                  <a:gd name="connsiteX500" fmla="*/ 249179 w 470489"/>
                  <a:gd name="connsiteY500" fmla="*/ 1395076 h 1588517"/>
                  <a:gd name="connsiteX501" fmla="*/ 249179 w 470489"/>
                  <a:gd name="connsiteY501" fmla="*/ 1399993 h 1588517"/>
                  <a:gd name="connsiteX502" fmla="*/ 249179 w 470489"/>
                  <a:gd name="connsiteY502" fmla="*/ 1403272 h 1588517"/>
                  <a:gd name="connsiteX503" fmla="*/ 249179 w 470489"/>
                  <a:gd name="connsiteY503" fmla="*/ 1406551 h 1588517"/>
                  <a:gd name="connsiteX504" fmla="*/ 252458 w 470489"/>
                  <a:gd name="connsiteY504" fmla="*/ 1409830 h 1588517"/>
                  <a:gd name="connsiteX505" fmla="*/ 255736 w 470489"/>
                  <a:gd name="connsiteY505" fmla="*/ 1414747 h 1588517"/>
                  <a:gd name="connsiteX506" fmla="*/ 255736 w 470489"/>
                  <a:gd name="connsiteY506" fmla="*/ 1418026 h 1588517"/>
                  <a:gd name="connsiteX507" fmla="*/ 255736 w 470489"/>
                  <a:gd name="connsiteY507" fmla="*/ 1421305 h 1588517"/>
                  <a:gd name="connsiteX508" fmla="*/ 259015 w 470489"/>
                  <a:gd name="connsiteY508" fmla="*/ 1424584 h 1588517"/>
                  <a:gd name="connsiteX509" fmla="*/ 260654 w 470489"/>
                  <a:gd name="connsiteY509" fmla="*/ 1424584 h 1588517"/>
                  <a:gd name="connsiteX510" fmla="*/ 260654 w 470489"/>
                  <a:gd name="connsiteY510" fmla="*/ 1429501 h 1588517"/>
                  <a:gd name="connsiteX511" fmla="*/ 263933 w 470489"/>
                  <a:gd name="connsiteY511" fmla="*/ 1432780 h 1588517"/>
                  <a:gd name="connsiteX512" fmla="*/ 267212 w 470489"/>
                  <a:gd name="connsiteY512" fmla="*/ 1434420 h 1588517"/>
                  <a:gd name="connsiteX513" fmla="*/ 272130 w 470489"/>
                  <a:gd name="connsiteY513" fmla="*/ 1437698 h 1588517"/>
                  <a:gd name="connsiteX514" fmla="*/ 275408 w 470489"/>
                  <a:gd name="connsiteY514" fmla="*/ 1440977 h 1588517"/>
                  <a:gd name="connsiteX515" fmla="*/ 277048 w 470489"/>
                  <a:gd name="connsiteY515" fmla="*/ 1444256 h 1588517"/>
                  <a:gd name="connsiteX516" fmla="*/ 278687 w 470489"/>
                  <a:gd name="connsiteY516" fmla="*/ 1449174 h 1588517"/>
                  <a:gd name="connsiteX517" fmla="*/ 281966 w 470489"/>
                  <a:gd name="connsiteY517" fmla="*/ 1452452 h 1588517"/>
                  <a:gd name="connsiteX518" fmla="*/ 283605 w 470489"/>
                  <a:gd name="connsiteY518" fmla="*/ 1455731 h 1588517"/>
                  <a:gd name="connsiteX519" fmla="*/ 288523 w 470489"/>
                  <a:gd name="connsiteY519" fmla="*/ 1457370 h 1588517"/>
                  <a:gd name="connsiteX520" fmla="*/ 291802 w 470489"/>
                  <a:gd name="connsiteY520" fmla="*/ 1454091 h 1588517"/>
                  <a:gd name="connsiteX521" fmla="*/ 295081 w 470489"/>
                  <a:gd name="connsiteY521" fmla="*/ 1452452 h 1588517"/>
                  <a:gd name="connsiteX522" fmla="*/ 298359 w 470489"/>
                  <a:gd name="connsiteY522" fmla="*/ 1452452 h 1588517"/>
                  <a:gd name="connsiteX523" fmla="*/ 303277 w 470489"/>
                  <a:gd name="connsiteY523" fmla="*/ 1452452 h 1588517"/>
                  <a:gd name="connsiteX524" fmla="*/ 306556 w 470489"/>
                  <a:gd name="connsiteY524" fmla="*/ 1450813 h 1588517"/>
                  <a:gd name="connsiteX525" fmla="*/ 311474 w 470489"/>
                  <a:gd name="connsiteY525" fmla="*/ 1452452 h 1588517"/>
                  <a:gd name="connsiteX526" fmla="*/ 313113 w 470489"/>
                  <a:gd name="connsiteY526" fmla="*/ 1454091 h 1588517"/>
                  <a:gd name="connsiteX527" fmla="*/ 314753 w 470489"/>
                  <a:gd name="connsiteY527" fmla="*/ 1459010 h 1588517"/>
                  <a:gd name="connsiteX528" fmla="*/ 318031 w 470489"/>
                  <a:gd name="connsiteY528" fmla="*/ 1462288 h 1588517"/>
                  <a:gd name="connsiteX529" fmla="*/ 319671 w 470489"/>
                  <a:gd name="connsiteY529" fmla="*/ 1467206 h 1588517"/>
                  <a:gd name="connsiteX530" fmla="*/ 318031 w 470489"/>
                  <a:gd name="connsiteY530" fmla="*/ 1470485 h 1588517"/>
                  <a:gd name="connsiteX531" fmla="*/ 319671 w 470489"/>
                  <a:gd name="connsiteY531" fmla="*/ 1473764 h 1588517"/>
                  <a:gd name="connsiteX532" fmla="*/ 322949 w 470489"/>
                  <a:gd name="connsiteY532" fmla="*/ 1475403 h 1588517"/>
                  <a:gd name="connsiteX533" fmla="*/ 326228 w 470489"/>
                  <a:gd name="connsiteY533" fmla="*/ 1478681 h 1588517"/>
                  <a:gd name="connsiteX534" fmla="*/ 324588 w 470489"/>
                  <a:gd name="connsiteY534" fmla="*/ 1480321 h 1588517"/>
                  <a:gd name="connsiteX535" fmla="*/ 326228 w 470489"/>
                  <a:gd name="connsiteY535" fmla="*/ 1483600 h 1588517"/>
                  <a:gd name="connsiteX536" fmla="*/ 327867 w 470489"/>
                  <a:gd name="connsiteY536" fmla="*/ 1486878 h 1588517"/>
                  <a:gd name="connsiteX537" fmla="*/ 326228 w 470489"/>
                  <a:gd name="connsiteY537" fmla="*/ 1491796 h 1588517"/>
                  <a:gd name="connsiteX538" fmla="*/ 329507 w 470489"/>
                  <a:gd name="connsiteY538" fmla="*/ 1491796 h 1588517"/>
                  <a:gd name="connsiteX539" fmla="*/ 332785 w 470489"/>
                  <a:gd name="connsiteY539" fmla="*/ 1496714 h 1588517"/>
                  <a:gd name="connsiteX540" fmla="*/ 334425 w 470489"/>
                  <a:gd name="connsiteY540" fmla="*/ 1496714 h 1588517"/>
                  <a:gd name="connsiteX541" fmla="*/ 337703 w 470489"/>
                  <a:gd name="connsiteY541" fmla="*/ 1498354 h 1588517"/>
                  <a:gd name="connsiteX542" fmla="*/ 340982 w 470489"/>
                  <a:gd name="connsiteY542" fmla="*/ 1499993 h 1588517"/>
                  <a:gd name="connsiteX543" fmla="*/ 345900 w 470489"/>
                  <a:gd name="connsiteY543" fmla="*/ 1501633 h 1588517"/>
                  <a:gd name="connsiteX544" fmla="*/ 349179 w 470489"/>
                  <a:gd name="connsiteY544" fmla="*/ 1504911 h 1588517"/>
                  <a:gd name="connsiteX545" fmla="*/ 350818 w 470489"/>
                  <a:gd name="connsiteY545" fmla="*/ 1508190 h 1588517"/>
                  <a:gd name="connsiteX546" fmla="*/ 352457 w 470489"/>
                  <a:gd name="connsiteY546" fmla="*/ 1509829 h 1588517"/>
                  <a:gd name="connsiteX547" fmla="*/ 357375 w 470489"/>
                  <a:gd name="connsiteY547" fmla="*/ 1509829 h 1588517"/>
                  <a:gd name="connsiteX548" fmla="*/ 360654 w 470489"/>
                  <a:gd name="connsiteY548" fmla="*/ 1509829 h 1588517"/>
                  <a:gd name="connsiteX549" fmla="*/ 363933 w 470489"/>
                  <a:gd name="connsiteY549" fmla="*/ 1509829 h 1588517"/>
                  <a:gd name="connsiteX550" fmla="*/ 367211 w 470489"/>
                  <a:gd name="connsiteY550" fmla="*/ 1509829 h 1588517"/>
                  <a:gd name="connsiteX551" fmla="*/ 372129 w 470489"/>
                  <a:gd name="connsiteY551" fmla="*/ 1509829 h 1588517"/>
                  <a:gd name="connsiteX552" fmla="*/ 372129 w 470489"/>
                  <a:gd name="connsiteY552" fmla="*/ 1509829 h 1588517"/>
                  <a:gd name="connsiteX553" fmla="*/ 375408 w 470489"/>
                  <a:gd name="connsiteY553" fmla="*/ 1509829 h 1588517"/>
                  <a:gd name="connsiteX554" fmla="*/ 380326 w 470489"/>
                  <a:gd name="connsiteY554" fmla="*/ 1509829 h 1588517"/>
                  <a:gd name="connsiteX555" fmla="*/ 383605 w 470489"/>
                  <a:gd name="connsiteY555" fmla="*/ 1509829 h 1588517"/>
                  <a:gd name="connsiteX556" fmla="*/ 388523 w 470489"/>
                  <a:gd name="connsiteY556" fmla="*/ 1509829 h 1588517"/>
                  <a:gd name="connsiteX557" fmla="*/ 391801 w 470489"/>
                  <a:gd name="connsiteY557" fmla="*/ 1509829 h 1588517"/>
                  <a:gd name="connsiteX558" fmla="*/ 395080 w 470489"/>
                  <a:gd name="connsiteY558" fmla="*/ 1509829 h 1588517"/>
                  <a:gd name="connsiteX559" fmla="*/ 399998 w 470489"/>
                  <a:gd name="connsiteY559" fmla="*/ 1509829 h 1588517"/>
                  <a:gd name="connsiteX560" fmla="*/ 403277 w 470489"/>
                  <a:gd name="connsiteY560" fmla="*/ 1509829 h 1588517"/>
                  <a:gd name="connsiteX561" fmla="*/ 408195 w 470489"/>
                  <a:gd name="connsiteY561" fmla="*/ 1509829 h 1588517"/>
                  <a:gd name="connsiteX562" fmla="*/ 411473 w 470489"/>
                  <a:gd name="connsiteY562" fmla="*/ 1509829 h 1588517"/>
                  <a:gd name="connsiteX563" fmla="*/ 414752 w 470489"/>
                  <a:gd name="connsiteY563" fmla="*/ 1509829 h 1588517"/>
                  <a:gd name="connsiteX564" fmla="*/ 419670 w 470489"/>
                  <a:gd name="connsiteY564" fmla="*/ 1511468 h 1588517"/>
                  <a:gd name="connsiteX565" fmla="*/ 422949 w 470489"/>
                  <a:gd name="connsiteY565" fmla="*/ 1511468 h 1588517"/>
                  <a:gd name="connsiteX566" fmla="*/ 427867 w 470489"/>
                  <a:gd name="connsiteY566" fmla="*/ 1513108 h 1588517"/>
                  <a:gd name="connsiteX567" fmla="*/ 431145 w 470489"/>
                  <a:gd name="connsiteY567" fmla="*/ 1514747 h 1588517"/>
                  <a:gd name="connsiteX568" fmla="*/ 432785 w 470489"/>
                  <a:gd name="connsiteY568" fmla="*/ 1514747 h 1588517"/>
                  <a:gd name="connsiteX569" fmla="*/ 437703 w 470489"/>
                  <a:gd name="connsiteY569" fmla="*/ 1516386 h 1588517"/>
                  <a:gd name="connsiteX570" fmla="*/ 440981 w 470489"/>
                  <a:gd name="connsiteY570" fmla="*/ 1516386 h 1588517"/>
                  <a:gd name="connsiteX571" fmla="*/ 444260 w 470489"/>
                  <a:gd name="connsiteY571" fmla="*/ 1516386 h 1588517"/>
                  <a:gd name="connsiteX572" fmla="*/ 447539 w 470489"/>
                  <a:gd name="connsiteY572" fmla="*/ 1518026 h 1588517"/>
                  <a:gd name="connsiteX573" fmla="*/ 450818 w 470489"/>
                  <a:gd name="connsiteY573" fmla="*/ 1518026 h 1588517"/>
                  <a:gd name="connsiteX574" fmla="*/ 454096 w 470489"/>
                  <a:gd name="connsiteY574" fmla="*/ 1519665 h 1588517"/>
                  <a:gd name="connsiteX575" fmla="*/ 457375 w 470489"/>
                  <a:gd name="connsiteY575" fmla="*/ 1521304 h 1588517"/>
                  <a:gd name="connsiteX576" fmla="*/ 457375 w 470489"/>
                  <a:gd name="connsiteY576" fmla="*/ 1521304 h 1588517"/>
                  <a:gd name="connsiteX577" fmla="*/ 460653 w 470489"/>
                  <a:gd name="connsiteY577" fmla="*/ 1521304 h 1588517"/>
                  <a:gd name="connsiteX578" fmla="*/ 462293 w 470489"/>
                  <a:gd name="connsiteY578" fmla="*/ 1521304 h 1588517"/>
                  <a:gd name="connsiteX579" fmla="*/ 465572 w 470489"/>
                  <a:gd name="connsiteY579" fmla="*/ 1522944 h 1588517"/>
                  <a:gd name="connsiteX580" fmla="*/ 468850 w 470489"/>
                  <a:gd name="connsiteY580" fmla="*/ 1522944 h 1588517"/>
                  <a:gd name="connsiteX581" fmla="*/ 470490 w 470489"/>
                  <a:gd name="connsiteY581" fmla="*/ 1522944 h 1588517"/>
                  <a:gd name="connsiteX582" fmla="*/ 467211 w 470489"/>
                  <a:gd name="connsiteY582" fmla="*/ 1522944 h 1588517"/>
                  <a:gd name="connsiteX583" fmla="*/ 463932 w 470489"/>
                  <a:gd name="connsiteY583" fmla="*/ 1522944 h 1588517"/>
                  <a:gd name="connsiteX584" fmla="*/ 462293 w 470489"/>
                  <a:gd name="connsiteY584" fmla="*/ 1522944 h 1588517"/>
                  <a:gd name="connsiteX585" fmla="*/ 462293 w 470489"/>
                  <a:gd name="connsiteY585" fmla="*/ 1522944 h 1588517"/>
                  <a:gd name="connsiteX586" fmla="*/ 459014 w 470489"/>
                  <a:gd name="connsiteY586" fmla="*/ 1522944 h 1588517"/>
                  <a:gd name="connsiteX587" fmla="*/ 457375 w 470489"/>
                  <a:gd name="connsiteY587" fmla="*/ 1522944 h 1588517"/>
                  <a:gd name="connsiteX588" fmla="*/ 452457 w 470489"/>
                  <a:gd name="connsiteY588" fmla="*/ 1521304 h 1588517"/>
                  <a:gd name="connsiteX589" fmla="*/ 449178 w 470489"/>
                  <a:gd name="connsiteY589" fmla="*/ 1519665 h 1588517"/>
                  <a:gd name="connsiteX590" fmla="*/ 447539 w 470489"/>
                  <a:gd name="connsiteY590" fmla="*/ 1518026 h 1588517"/>
                  <a:gd name="connsiteX591" fmla="*/ 442621 w 470489"/>
                  <a:gd name="connsiteY591" fmla="*/ 1519665 h 1588517"/>
                  <a:gd name="connsiteX592" fmla="*/ 439342 w 470489"/>
                  <a:gd name="connsiteY592" fmla="*/ 1521304 h 1588517"/>
                  <a:gd name="connsiteX593" fmla="*/ 439342 w 470489"/>
                  <a:gd name="connsiteY593" fmla="*/ 1524583 h 1588517"/>
                  <a:gd name="connsiteX594" fmla="*/ 439342 w 470489"/>
                  <a:gd name="connsiteY594" fmla="*/ 1527862 h 1588517"/>
                  <a:gd name="connsiteX595" fmla="*/ 439342 w 470489"/>
                  <a:gd name="connsiteY595" fmla="*/ 1529501 h 1588517"/>
                  <a:gd name="connsiteX596" fmla="*/ 439342 w 470489"/>
                  <a:gd name="connsiteY596" fmla="*/ 1529501 h 1588517"/>
                  <a:gd name="connsiteX597" fmla="*/ 439342 w 470489"/>
                  <a:gd name="connsiteY597" fmla="*/ 1529501 h 1588517"/>
                  <a:gd name="connsiteX598" fmla="*/ 437703 w 470489"/>
                  <a:gd name="connsiteY598" fmla="*/ 1531140 h 1588517"/>
                  <a:gd name="connsiteX599" fmla="*/ 434424 w 470489"/>
                  <a:gd name="connsiteY599" fmla="*/ 1531140 h 1588517"/>
                  <a:gd name="connsiteX600" fmla="*/ 429506 w 470489"/>
                  <a:gd name="connsiteY600" fmla="*/ 1529501 h 1588517"/>
                  <a:gd name="connsiteX601" fmla="*/ 426228 w 470489"/>
                  <a:gd name="connsiteY601" fmla="*/ 1532780 h 1588517"/>
                  <a:gd name="connsiteX602" fmla="*/ 424588 w 470489"/>
                  <a:gd name="connsiteY602" fmla="*/ 1532780 h 1588517"/>
                  <a:gd name="connsiteX603" fmla="*/ 421310 w 470489"/>
                  <a:gd name="connsiteY603" fmla="*/ 1537698 h 1588517"/>
                  <a:gd name="connsiteX604" fmla="*/ 418031 w 470489"/>
                  <a:gd name="connsiteY604" fmla="*/ 1537698 h 1588517"/>
                  <a:gd name="connsiteX605" fmla="*/ 413113 w 470489"/>
                  <a:gd name="connsiteY605" fmla="*/ 1539337 h 1588517"/>
                  <a:gd name="connsiteX606" fmla="*/ 409834 w 470489"/>
                  <a:gd name="connsiteY606" fmla="*/ 1539337 h 1588517"/>
                  <a:gd name="connsiteX607" fmla="*/ 406555 w 470489"/>
                  <a:gd name="connsiteY607" fmla="*/ 1539337 h 1588517"/>
                  <a:gd name="connsiteX608" fmla="*/ 403277 w 470489"/>
                  <a:gd name="connsiteY608" fmla="*/ 1540977 h 1588517"/>
                  <a:gd name="connsiteX609" fmla="*/ 404916 w 470489"/>
                  <a:gd name="connsiteY609" fmla="*/ 1544255 h 1588517"/>
                  <a:gd name="connsiteX610" fmla="*/ 408195 w 470489"/>
                  <a:gd name="connsiteY610" fmla="*/ 1549173 h 1588517"/>
                  <a:gd name="connsiteX611" fmla="*/ 408195 w 470489"/>
                  <a:gd name="connsiteY611" fmla="*/ 1552452 h 1588517"/>
                  <a:gd name="connsiteX612" fmla="*/ 408195 w 470489"/>
                  <a:gd name="connsiteY612" fmla="*/ 1555730 h 1588517"/>
                  <a:gd name="connsiteX613" fmla="*/ 408195 w 470489"/>
                  <a:gd name="connsiteY613" fmla="*/ 1559009 h 1588517"/>
                  <a:gd name="connsiteX614" fmla="*/ 409834 w 470489"/>
                  <a:gd name="connsiteY614" fmla="*/ 1563927 h 1588517"/>
                  <a:gd name="connsiteX615" fmla="*/ 411473 w 470489"/>
                  <a:gd name="connsiteY615" fmla="*/ 1567206 h 1588517"/>
                  <a:gd name="connsiteX616" fmla="*/ 413113 w 470489"/>
                  <a:gd name="connsiteY616" fmla="*/ 1572124 h 1588517"/>
                  <a:gd name="connsiteX617" fmla="*/ 416391 w 470489"/>
                  <a:gd name="connsiteY617" fmla="*/ 1575403 h 1588517"/>
                  <a:gd name="connsiteX618" fmla="*/ 418031 w 470489"/>
                  <a:gd name="connsiteY618" fmla="*/ 1578681 h 1588517"/>
                  <a:gd name="connsiteX619" fmla="*/ 419670 w 470489"/>
                  <a:gd name="connsiteY619" fmla="*/ 1583599 h 1588517"/>
                  <a:gd name="connsiteX620" fmla="*/ 418031 w 470489"/>
                  <a:gd name="connsiteY620" fmla="*/ 1586878 h 1588517"/>
                  <a:gd name="connsiteX621" fmla="*/ 414752 w 470489"/>
                  <a:gd name="connsiteY621" fmla="*/ 1588517 h 1588517"/>
                  <a:gd name="connsiteX622" fmla="*/ 411473 w 470489"/>
                  <a:gd name="connsiteY622" fmla="*/ 1588517 h 1588517"/>
                  <a:gd name="connsiteX623" fmla="*/ 408195 w 470489"/>
                  <a:gd name="connsiteY623" fmla="*/ 1588517 h 1588517"/>
                  <a:gd name="connsiteX624" fmla="*/ 403277 w 470489"/>
                  <a:gd name="connsiteY624" fmla="*/ 1586878 h 1588517"/>
                  <a:gd name="connsiteX625" fmla="*/ 399998 w 470489"/>
                  <a:gd name="connsiteY625" fmla="*/ 1586878 h 1588517"/>
                  <a:gd name="connsiteX626" fmla="*/ 396719 w 470489"/>
                  <a:gd name="connsiteY626" fmla="*/ 1585238 h 1588517"/>
                  <a:gd name="connsiteX627" fmla="*/ 391801 w 470489"/>
                  <a:gd name="connsiteY627" fmla="*/ 1583599 h 1588517"/>
                  <a:gd name="connsiteX628" fmla="*/ 388523 w 470489"/>
                  <a:gd name="connsiteY628" fmla="*/ 1581960 h 1588517"/>
                  <a:gd name="connsiteX629" fmla="*/ 385244 w 470489"/>
                  <a:gd name="connsiteY629" fmla="*/ 1580321 h 1588517"/>
                  <a:gd name="connsiteX630" fmla="*/ 380326 w 470489"/>
                  <a:gd name="connsiteY630" fmla="*/ 1581960 h 1588517"/>
                  <a:gd name="connsiteX631" fmla="*/ 377047 w 470489"/>
                  <a:gd name="connsiteY631" fmla="*/ 1578681 h 1588517"/>
                  <a:gd name="connsiteX632" fmla="*/ 373769 w 470489"/>
                  <a:gd name="connsiteY632" fmla="*/ 1577042 h 1588517"/>
                  <a:gd name="connsiteX633" fmla="*/ 370490 w 470489"/>
                  <a:gd name="connsiteY633" fmla="*/ 1573763 h 1588517"/>
                  <a:gd name="connsiteX634" fmla="*/ 365572 w 470489"/>
                  <a:gd name="connsiteY634" fmla="*/ 1570484 h 1588517"/>
                  <a:gd name="connsiteX635" fmla="*/ 363933 w 470489"/>
                  <a:gd name="connsiteY635" fmla="*/ 1567206 h 1588517"/>
                  <a:gd name="connsiteX636" fmla="*/ 365572 w 470489"/>
                  <a:gd name="connsiteY636" fmla="*/ 1563927 h 1588517"/>
                  <a:gd name="connsiteX637" fmla="*/ 368851 w 470489"/>
                  <a:gd name="connsiteY637" fmla="*/ 1562288 h 1588517"/>
                  <a:gd name="connsiteX638" fmla="*/ 372129 w 470489"/>
                  <a:gd name="connsiteY638" fmla="*/ 1563927 h 1588517"/>
                  <a:gd name="connsiteX639" fmla="*/ 375408 w 470489"/>
                  <a:gd name="connsiteY639" fmla="*/ 1567206 h 1588517"/>
                  <a:gd name="connsiteX640" fmla="*/ 372129 w 470489"/>
                  <a:gd name="connsiteY640" fmla="*/ 1570484 h 1588517"/>
                  <a:gd name="connsiteX641" fmla="*/ 377047 w 470489"/>
                  <a:gd name="connsiteY641" fmla="*/ 1570484 h 1588517"/>
                  <a:gd name="connsiteX642" fmla="*/ 377047 w 470489"/>
                  <a:gd name="connsiteY642" fmla="*/ 1565567 h 1588517"/>
                  <a:gd name="connsiteX643" fmla="*/ 378687 w 470489"/>
                  <a:gd name="connsiteY643" fmla="*/ 1562288 h 1588517"/>
                  <a:gd name="connsiteX644" fmla="*/ 381965 w 470489"/>
                  <a:gd name="connsiteY644" fmla="*/ 1563927 h 1588517"/>
                  <a:gd name="connsiteX645" fmla="*/ 383605 w 470489"/>
                  <a:gd name="connsiteY645" fmla="*/ 1567206 h 1588517"/>
                  <a:gd name="connsiteX646" fmla="*/ 386883 w 470489"/>
                  <a:gd name="connsiteY646" fmla="*/ 1570484 h 1588517"/>
                  <a:gd name="connsiteX647" fmla="*/ 385244 w 470489"/>
                  <a:gd name="connsiteY647" fmla="*/ 1575403 h 1588517"/>
                  <a:gd name="connsiteX648" fmla="*/ 388523 w 470489"/>
                  <a:gd name="connsiteY648" fmla="*/ 1572124 h 1588517"/>
                  <a:gd name="connsiteX649" fmla="*/ 386883 w 470489"/>
                  <a:gd name="connsiteY649" fmla="*/ 1568845 h 1588517"/>
                  <a:gd name="connsiteX650" fmla="*/ 383605 w 470489"/>
                  <a:gd name="connsiteY650" fmla="*/ 1563927 h 1588517"/>
                  <a:gd name="connsiteX651" fmla="*/ 386883 w 470489"/>
                  <a:gd name="connsiteY651" fmla="*/ 1560648 h 1588517"/>
                  <a:gd name="connsiteX652" fmla="*/ 390162 w 470489"/>
                  <a:gd name="connsiteY652" fmla="*/ 1557370 h 1588517"/>
                  <a:gd name="connsiteX653" fmla="*/ 393441 w 470489"/>
                  <a:gd name="connsiteY653" fmla="*/ 1557370 h 1588517"/>
                  <a:gd name="connsiteX654" fmla="*/ 395080 w 470489"/>
                  <a:gd name="connsiteY654" fmla="*/ 1552452 h 1588517"/>
                  <a:gd name="connsiteX655" fmla="*/ 395080 w 470489"/>
                  <a:gd name="connsiteY655" fmla="*/ 1549173 h 1588517"/>
                  <a:gd name="connsiteX656" fmla="*/ 395080 w 470489"/>
                  <a:gd name="connsiteY656" fmla="*/ 1545894 h 1588517"/>
                  <a:gd name="connsiteX657" fmla="*/ 391801 w 470489"/>
                  <a:gd name="connsiteY657" fmla="*/ 1544255 h 1588517"/>
                  <a:gd name="connsiteX658" fmla="*/ 388523 w 470489"/>
                  <a:gd name="connsiteY658" fmla="*/ 1542616 h 1588517"/>
                  <a:gd name="connsiteX659" fmla="*/ 385244 w 470489"/>
                  <a:gd name="connsiteY659" fmla="*/ 1540977 h 1588517"/>
                  <a:gd name="connsiteX660" fmla="*/ 385244 w 470489"/>
                  <a:gd name="connsiteY660" fmla="*/ 1542616 h 1588517"/>
                  <a:gd name="connsiteX661" fmla="*/ 381965 w 470489"/>
                  <a:gd name="connsiteY661" fmla="*/ 1545894 h 1588517"/>
                  <a:gd name="connsiteX662" fmla="*/ 378687 w 470489"/>
                  <a:gd name="connsiteY662" fmla="*/ 1547534 h 1588517"/>
                  <a:gd name="connsiteX663" fmla="*/ 375408 w 470489"/>
                  <a:gd name="connsiteY663" fmla="*/ 1550813 h 1588517"/>
                  <a:gd name="connsiteX664" fmla="*/ 373769 w 470489"/>
                  <a:gd name="connsiteY664" fmla="*/ 1554091 h 1588517"/>
                  <a:gd name="connsiteX665" fmla="*/ 370490 w 470489"/>
                  <a:gd name="connsiteY665" fmla="*/ 1557370 h 1588517"/>
                  <a:gd name="connsiteX666" fmla="*/ 365572 w 470489"/>
                  <a:gd name="connsiteY666" fmla="*/ 1555730 h 1588517"/>
                  <a:gd name="connsiteX667" fmla="*/ 362293 w 470489"/>
                  <a:gd name="connsiteY667" fmla="*/ 1555730 h 1588517"/>
                  <a:gd name="connsiteX668" fmla="*/ 359015 w 470489"/>
                  <a:gd name="connsiteY668" fmla="*/ 1554091 h 1588517"/>
                  <a:gd name="connsiteX669" fmla="*/ 355736 w 470489"/>
                  <a:gd name="connsiteY669" fmla="*/ 1555730 h 1588517"/>
                  <a:gd name="connsiteX670" fmla="*/ 359015 w 470489"/>
                  <a:gd name="connsiteY670" fmla="*/ 1555730 h 1588517"/>
                  <a:gd name="connsiteX671" fmla="*/ 362293 w 470489"/>
                  <a:gd name="connsiteY671" fmla="*/ 1557370 h 1588517"/>
                  <a:gd name="connsiteX672" fmla="*/ 365572 w 470489"/>
                  <a:gd name="connsiteY672" fmla="*/ 1560648 h 1588517"/>
                  <a:gd name="connsiteX673" fmla="*/ 362293 w 470489"/>
                  <a:gd name="connsiteY673" fmla="*/ 1560648 h 1588517"/>
                  <a:gd name="connsiteX674" fmla="*/ 359015 w 470489"/>
                  <a:gd name="connsiteY674" fmla="*/ 1560648 h 1588517"/>
                  <a:gd name="connsiteX675" fmla="*/ 359015 w 470489"/>
                  <a:gd name="connsiteY675" fmla="*/ 1563927 h 1588517"/>
                  <a:gd name="connsiteX676" fmla="*/ 357375 w 470489"/>
                  <a:gd name="connsiteY676" fmla="*/ 1567206 h 1588517"/>
                  <a:gd name="connsiteX677" fmla="*/ 362293 w 470489"/>
                  <a:gd name="connsiteY677" fmla="*/ 1568845 h 1588517"/>
                  <a:gd name="connsiteX678" fmla="*/ 365572 w 470489"/>
                  <a:gd name="connsiteY678" fmla="*/ 1572124 h 1588517"/>
                  <a:gd name="connsiteX679" fmla="*/ 368851 w 470489"/>
                  <a:gd name="connsiteY679" fmla="*/ 1575403 h 1588517"/>
                  <a:gd name="connsiteX680" fmla="*/ 365572 w 470489"/>
                  <a:gd name="connsiteY680" fmla="*/ 1575403 h 1588517"/>
                  <a:gd name="connsiteX681" fmla="*/ 362293 w 470489"/>
                  <a:gd name="connsiteY681" fmla="*/ 1573763 h 1588517"/>
                  <a:gd name="connsiteX682" fmla="*/ 357375 w 470489"/>
                  <a:gd name="connsiteY682" fmla="*/ 1572124 h 1588517"/>
                  <a:gd name="connsiteX683" fmla="*/ 354097 w 470489"/>
                  <a:gd name="connsiteY683" fmla="*/ 1570484 h 1588517"/>
                  <a:gd name="connsiteX684" fmla="*/ 350818 w 470489"/>
                  <a:gd name="connsiteY684" fmla="*/ 1568845 h 1588517"/>
                  <a:gd name="connsiteX685" fmla="*/ 345900 w 470489"/>
                  <a:gd name="connsiteY685" fmla="*/ 1567206 h 1588517"/>
                  <a:gd name="connsiteX686" fmla="*/ 342621 w 470489"/>
                  <a:gd name="connsiteY686" fmla="*/ 1565567 h 1588517"/>
                  <a:gd name="connsiteX687" fmla="*/ 339343 w 470489"/>
                  <a:gd name="connsiteY687" fmla="*/ 1563927 h 1588517"/>
                  <a:gd name="connsiteX688" fmla="*/ 334425 w 470489"/>
                  <a:gd name="connsiteY688" fmla="*/ 1562288 h 1588517"/>
                  <a:gd name="connsiteX689" fmla="*/ 331146 w 470489"/>
                  <a:gd name="connsiteY689" fmla="*/ 1559009 h 1588517"/>
                  <a:gd name="connsiteX690" fmla="*/ 334425 w 470489"/>
                  <a:gd name="connsiteY690" fmla="*/ 1559009 h 1588517"/>
                  <a:gd name="connsiteX691" fmla="*/ 339343 w 470489"/>
                  <a:gd name="connsiteY691" fmla="*/ 1559009 h 1588517"/>
                  <a:gd name="connsiteX692" fmla="*/ 342621 w 470489"/>
                  <a:gd name="connsiteY692" fmla="*/ 1559009 h 1588517"/>
                  <a:gd name="connsiteX693" fmla="*/ 345900 w 470489"/>
                  <a:gd name="connsiteY693" fmla="*/ 1560648 h 1588517"/>
                  <a:gd name="connsiteX694" fmla="*/ 350818 w 470489"/>
                  <a:gd name="connsiteY694" fmla="*/ 1560648 h 1588517"/>
                  <a:gd name="connsiteX695" fmla="*/ 349179 w 470489"/>
                  <a:gd name="connsiteY695" fmla="*/ 1557370 h 1588517"/>
                  <a:gd name="connsiteX696" fmla="*/ 345900 w 470489"/>
                  <a:gd name="connsiteY696" fmla="*/ 1559009 h 1588517"/>
                  <a:gd name="connsiteX697" fmla="*/ 342621 w 470489"/>
                  <a:gd name="connsiteY697" fmla="*/ 1555730 h 1588517"/>
                  <a:gd name="connsiteX698" fmla="*/ 339343 w 470489"/>
                  <a:gd name="connsiteY698" fmla="*/ 1550813 h 1588517"/>
                  <a:gd name="connsiteX699" fmla="*/ 337703 w 470489"/>
                  <a:gd name="connsiteY699" fmla="*/ 1547534 h 1588517"/>
                  <a:gd name="connsiteX700" fmla="*/ 337703 w 470489"/>
                  <a:gd name="connsiteY700" fmla="*/ 1542616 h 1588517"/>
                  <a:gd name="connsiteX701" fmla="*/ 340982 w 470489"/>
                  <a:gd name="connsiteY701" fmla="*/ 1539337 h 1588517"/>
                  <a:gd name="connsiteX702" fmla="*/ 345900 w 470489"/>
                  <a:gd name="connsiteY702" fmla="*/ 1540977 h 1588517"/>
                  <a:gd name="connsiteX703" fmla="*/ 345900 w 470489"/>
                  <a:gd name="connsiteY703" fmla="*/ 1545894 h 1588517"/>
                  <a:gd name="connsiteX704" fmla="*/ 349179 w 470489"/>
                  <a:gd name="connsiteY704" fmla="*/ 1544255 h 1588517"/>
                  <a:gd name="connsiteX705" fmla="*/ 352457 w 470489"/>
                  <a:gd name="connsiteY705" fmla="*/ 1544255 h 1588517"/>
                  <a:gd name="connsiteX706" fmla="*/ 355736 w 470489"/>
                  <a:gd name="connsiteY706" fmla="*/ 1540977 h 1588517"/>
                  <a:gd name="connsiteX707" fmla="*/ 357375 w 470489"/>
                  <a:gd name="connsiteY707" fmla="*/ 1537698 h 1588517"/>
                  <a:gd name="connsiteX708" fmla="*/ 360654 w 470489"/>
                  <a:gd name="connsiteY708" fmla="*/ 1537698 h 1588517"/>
                  <a:gd name="connsiteX709" fmla="*/ 363933 w 470489"/>
                  <a:gd name="connsiteY709" fmla="*/ 1537698 h 1588517"/>
                  <a:gd name="connsiteX710" fmla="*/ 368851 w 470489"/>
                  <a:gd name="connsiteY710" fmla="*/ 1539337 h 1588517"/>
                  <a:gd name="connsiteX711" fmla="*/ 372129 w 470489"/>
                  <a:gd name="connsiteY711" fmla="*/ 1539337 h 1588517"/>
                  <a:gd name="connsiteX712" fmla="*/ 375408 w 470489"/>
                  <a:gd name="connsiteY712" fmla="*/ 1539337 h 1588517"/>
                  <a:gd name="connsiteX713" fmla="*/ 380326 w 470489"/>
                  <a:gd name="connsiteY713" fmla="*/ 1536058 h 1588517"/>
                  <a:gd name="connsiteX714" fmla="*/ 375408 w 470489"/>
                  <a:gd name="connsiteY714" fmla="*/ 1532780 h 1588517"/>
                  <a:gd name="connsiteX715" fmla="*/ 372129 w 470489"/>
                  <a:gd name="connsiteY715" fmla="*/ 1532780 h 1588517"/>
                  <a:gd name="connsiteX716" fmla="*/ 368851 w 470489"/>
                  <a:gd name="connsiteY716" fmla="*/ 1532780 h 1588517"/>
                  <a:gd name="connsiteX717" fmla="*/ 363933 w 470489"/>
                  <a:gd name="connsiteY717" fmla="*/ 1532780 h 1588517"/>
                  <a:gd name="connsiteX718" fmla="*/ 360654 w 470489"/>
                  <a:gd name="connsiteY718" fmla="*/ 1532780 h 1588517"/>
                  <a:gd name="connsiteX719" fmla="*/ 357375 w 470489"/>
                  <a:gd name="connsiteY719" fmla="*/ 1531140 h 1588517"/>
                  <a:gd name="connsiteX720" fmla="*/ 352457 w 470489"/>
                  <a:gd name="connsiteY720" fmla="*/ 1532780 h 1588517"/>
                  <a:gd name="connsiteX721" fmla="*/ 349179 w 470489"/>
                  <a:gd name="connsiteY721" fmla="*/ 1532780 h 1588517"/>
                  <a:gd name="connsiteX722" fmla="*/ 347539 w 470489"/>
                  <a:gd name="connsiteY722" fmla="*/ 1536058 h 1588517"/>
                  <a:gd name="connsiteX723" fmla="*/ 344261 w 470489"/>
                  <a:gd name="connsiteY723" fmla="*/ 1534419 h 1588517"/>
                  <a:gd name="connsiteX724" fmla="*/ 347539 w 470489"/>
                  <a:gd name="connsiteY724" fmla="*/ 1531140 h 1588517"/>
                  <a:gd name="connsiteX725" fmla="*/ 344261 w 470489"/>
                  <a:gd name="connsiteY725" fmla="*/ 1531140 h 1588517"/>
                  <a:gd name="connsiteX726" fmla="*/ 340982 w 470489"/>
                  <a:gd name="connsiteY726" fmla="*/ 1532780 h 1588517"/>
                  <a:gd name="connsiteX727" fmla="*/ 336064 w 470489"/>
                  <a:gd name="connsiteY727" fmla="*/ 1532780 h 1588517"/>
                  <a:gd name="connsiteX728" fmla="*/ 332785 w 470489"/>
                  <a:gd name="connsiteY728" fmla="*/ 1534419 h 1588517"/>
                  <a:gd name="connsiteX729" fmla="*/ 332785 w 470489"/>
                  <a:gd name="connsiteY729" fmla="*/ 1539337 h 1588517"/>
                  <a:gd name="connsiteX730" fmla="*/ 337703 w 470489"/>
                  <a:gd name="connsiteY730" fmla="*/ 1536058 h 1588517"/>
                  <a:gd name="connsiteX731" fmla="*/ 340982 w 470489"/>
                  <a:gd name="connsiteY731" fmla="*/ 1537698 h 1588517"/>
                  <a:gd name="connsiteX732" fmla="*/ 339343 w 470489"/>
                  <a:gd name="connsiteY732" fmla="*/ 1542616 h 1588517"/>
                  <a:gd name="connsiteX733" fmla="*/ 334425 w 470489"/>
                  <a:gd name="connsiteY733" fmla="*/ 1544255 h 1588517"/>
                  <a:gd name="connsiteX734" fmla="*/ 337703 w 470489"/>
                  <a:gd name="connsiteY734" fmla="*/ 1547534 h 1588517"/>
                  <a:gd name="connsiteX735" fmla="*/ 339343 w 470489"/>
                  <a:gd name="connsiteY735" fmla="*/ 1550813 h 1588517"/>
                  <a:gd name="connsiteX736" fmla="*/ 337703 w 470489"/>
                  <a:gd name="connsiteY736" fmla="*/ 1555730 h 1588517"/>
                  <a:gd name="connsiteX737" fmla="*/ 334425 w 470489"/>
                  <a:gd name="connsiteY737" fmla="*/ 1555730 h 1588517"/>
                  <a:gd name="connsiteX738" fmla="*/ 331146 w 470489"/>
                  <a:gd name="connsiteY738" fmla="*/ 1555730 h 1588517"/>
                  <a:gd name="connsiteX739" fmla="*/ 326228 w 470489"/>
                  <a:gd name="connsiteY739" fmla="*/ 1554091 h 1588517"/>
                  <a:gd name="connsiteX740" fmla="*/ 324588 w 470489"/>
                  <a:gd name="connsiteY740" fmla="*/ 1550813 h 1588517"/>
                  <a:gd name="connsiteX741" fmla="*/ 329507 w 470489"/>
                  <a:gd name="connsiteY741" fmla="*/ 1547534 h 1588517"/>
                  <a:gd name="connsiteX742" fmla="*/ 324588 w 470489"/>
                  <a:gd name="connsiteY742" fmla="*/ 1547534 h 1588517"/>
                  <a:gd name="connsiteX743" fmla="*/ 321310 w 470489"/>
                  <a:gd name="connsiteY743" fmla="*/ 1545894 h 1588517"/>
                  <a:gd name="connsiteX744" fmla="*/ 318031 w 470489"/>
                  <a:gd name="connsiteY744" fmla="*/ 1542616 h 1588517"/>
                  <a:gd name="connsiteX745" fmla="*/ 321310 w 470489"/>
                  <a:gd name="connsiteY745" fmla="*/ 1542616 h 1588517"/>
                  <a:gd name="connsiteX746" fmla="*/ 326228 w 470489"/>
                  <a:gd name="connsiteY746" fmla="*/ 1542616 h 1588517"/>
                  <a:gd name="connsiteX747" fmla="*/ 321310 w 470489"/>
                  <a:gd name="connsiteY747" fmla="*/ 1540977 h 1588517"/>
                  <a:gd name="connsiteX748" fmla="*/ 324588 w 470489"/>
                  <a:gd name="connsiteY748" fmla="*/ 1537698 h 1588517"/>
                  <a:gd name="connsiteX749" fmla="*/ 324588 w 470489"/>
                  <a:gd name="connsiteY749" fmla="*/ 1532780 h 1588517"/>
                  <a:gd name="connsiteX750" fmla="*/ 327867 w 470489"/>
                  <a:gd name="connsiteY750" fmla="*/ 1532780 h 1588517"/>
                  <a:gd name="connsiteX751" fmla="*/ 324588 w 470489"/>
                  <a:gd name="connsiteY751" fmla="*/ 1531140 h 1588517"/>
                  <a:gd name="connsiteX752" fmla="*/ 327867 w 470489"/>
                  <a:gd name="connsiteY752" fmla="*/ 1531140 h 1588517"/>
                  <a:gd name="connsiteX753" fmla="*/ 324588 w 470489"/>
                  <a:gd name="connsiteY753" fmla="*/ 1529501 h 1588517"/>
                  <a:gd name="connsiteX754" fmla="*/ 319671 w 470489"/>
                  <a:gd name="connsiteY754" fmla="*/ 1531140 h 1588517"/>
                  <a:gd name="connsiteX755" fmla="*/ 322949 w 470489"/>
                  <a:gd name="connsiteY755" fmla="*/ 1534419 h 1588517"/>
                  <a:gd name="connsiteX756" fmla="*/ 321310 w 470489"/>
                  <a:gd name="connsiteY756" fmla="*/ 1539337 h 1588517"/>
                  <a:gd name="connsiteX757" fmla="*/ 318031 w 470489"/>
                  <a:gd name="connsiteY757" fmla="*/ 1534419 h 1588517"/>
                  <a:gd name="connsiteX758" fmla="*/ 314753 w 470489"/>
                  <a:gd name="connsiteY758" fmla="*/ 1534419 h 1588517"/>
                  <a:gd name="connsiteX759" fmla="*/ 314753 w 470489"/>
                  <a:gd name="connsiteY759" fmla="*/ 1537698 h 1588517"/>
                  <a:gd name="connsiteX760" fmla="*/ 311474 w 470489"/>
                  <a:gd name="connsiteY760" fmla="*/ 1540977 h 1588517"/>
                  <a:gd name="connsiteX761" fmla="*/ 311474 w 470489"/>
                  <a:gd name="connsiteY761" fmla="*/ 1537698 h 1588517"/>
                  <a:gd name="connsiteX762" fmla="*/ 308195 w 470489"/>
                  <a:gd name="connsiteY762" fmla="*/ 1536058 h 1588517"/>
                  <a:gd name="connsiteX763" fmla="*/ 309835 w 470489"/>
                  <a:gd name="connsiteY763" fmla="*/ 1532780 h 1588517"/>
                  <a:gd name="connsiteX764" fmla="*/ 308195 w 470489"/>
                  <a:gd name="connsiteY764" fmla="*/ 1529501 h 1588517"/>
                  <a:gd name="connsiteX765" fmla="*/ 304916 w 470489"/>
                  <a:gd name="connsiteY765" fmla="*/ 1524583 h 1588517"/>
                  <a:gd name="connsiteX766" fmla="*/ 301638 w 470489"/>
                  <a:gd name="connsiteY766" fmla="*/ 1521304 h 1588517"/>
                  <a:gd name="connsiteX767" fmla="*/ 299998 w 470489"/>
                  <a:gd name="connsiteY767" fmla="*/ 1518026 h 1588517"/>
                  <a:gd name="connsiteX768" fmla="*/ 295081 w 470489"/>
                  <a:gd name="connsiteY768" fmla="*/ 1514747 h 1588517"/>
                  <a:gd name="connsiteX769" fmla="*/ 295081 w 470489"/>
                  <a:gd name="connsiteY769" fmla="*/ 1511468 h 1588517"/>
                  <a:gd name="connsiteX770" fmla="*/ 298359 w 470489"/>
                  <a:gd name="connsiteY770" fmla="*/ 1514747 h 1588517"/>
                  <a:gd name="connsiteX771" fmla="*/ 301638 w 470489"/>
                  <a:gd name="connsiteY771" fmla="*/ 1518026 h 1588517"/>
                  <a:gd name="connsiteX772" fmla="*/ 304916 w 470489"/>
                  <a:gd name="connsiteY772" fmla="*/ 1516386 h 1588517"/>
                  <a:gd name="connsiteX773" fmla="*/ 309835 w 470489"/>
                  <a:gd name="connsiteY773" fmla="*/ 1519665 h 1588517"/>
                  <a:gd name="connsiteX774" fmla="*/ 313113 w 470489"/>
                  <a:gd name="connsiteY774" fmla="*/ 1518026 h 1588517"/>
                  <a:gd name="connsiteX775" fmla="*/ 314753 w 470489"/>
                  <a:gd name="connsiteY775" fmla="*/ 1514747 h 1588517"/>
                  <a:gd name="connsiteX776" fmla="*/ 318031 w 470489"/>
                  <a:gd name="connsiteY776" fmla="*/ 1516386 h 1588517"/>
                  <a:gd name="connsiteX777" fmla="*/ 318031 w 470489"/>
                  <a:gd name="connsiteY777" fmla="*/ 1519665 h 1588517"/>
                  <a:gd name="connsiteX778" fmla="*/ 322949 w 470489"/>
                  <a:gd name="connsiteY778" fmla="*/ 1518026 h 1588517"/>
                  <a:gd name="connsiteX779" fmla="*/ 324588 w 470489"/>
                  <a:gd name="connsiteY779" fmla="*/ 1518026 h 1588517"/>
                  <a:gd name="connsiteX780" fmla="*/ 326228 w 470489"/>
                  <a:gd name="connsiteY780" fmla="*/ 1518026 h 1588517"/>
                  <a:gd name="connsiteX781" fmla="*/ 324588 w 470489"/>
                  <a:gd name="connsiteY781" fmla="*/ 1514747 h 1588517"/>
                  <a:gd name="connsiteX782" fmla="*/ 324588 w 470489"/>
                  <a:gd name="connsiteY782" fmla="*/ 1518026 h 1588517"/>
                  <a:gd name="connsiteX783" fmla="*/ 321310 w 470489"/>
                  <a:gd name="connsiteY783" fmla="*/ 1514747 h 1588517"/>
                  <a:gd name="connsiteX784" fmla="*/ 321310 w 470489"/>
                  <a:gd name="connsiteY784" fmla="*/ 1511468 h 1588517"/>
                  <a:gd name="connsiteX785" fmla="*/ 321310 w 470489"/>
                  <a:gd name="connsiteY785" fmla="*/ 1508190 h 1588517"/>
                  <a:gd name="connsiteX786" fmla="*/ 324588 w 470489"/>
                  <a:gd name="connsiteY786" fmla="*/ 1508190 h 1588517"/>
                  <a:gd name="connsiteX787" fmla="*/ 327867 w 470489"/>
                  <a:gd name="connsiteY787" fmla="*/ 1513108 h 1588517"/>
                  <a:gd name="connsiteX788" fmla="*/ 331146 w 470489"/>
                  <a:gd name="connsiteY788" fmla="*/ 1514747 h 1588517"/>
                  <a:gd name="connsiteX789" fmla="*/ 334425 w 470489"/>
                  <a:gd name="connsiteY789" fmla="*/ 1518026 h 1588517"/>
                  <a:gd name="connsiteX790" fmla="*/ 336064 w 470489"/>
                  <a:gd name="connsiteY790" fmla="*/ 1521304 h 1588517"/>
                  <a:gd name="connsiteX791" fmla="*/ 334425 w 470489"/>
                  <a:gd name="connsiteY791" fmla="*/ 1524583 h 1588517"/>
                  <a:gd name="connsiteX792" fmla="*/ 331146 w 470489"/>
                  <a:gd name="connsiteY792" fmla="*/ 1527862 h 1588517"/>
                  <a:gd name="connsiteX793" fmla="*/ 334425 w 470489"/>
                  <a:gd name="connsiteY793" fmla="*/ 1527862 h 1588517"/>
                  <a:gd name="connsiteX794" fmla="*/ 337703 w 470489"/>
                  <a:gd name="connsiteY794" fmla="*/ 1527862 h 1588517"/>
                  <a:gd name="connsiteX795" fmla="*/ 342621 w 470489"/>
                  <a:gd name="connsiteY795" fmla="*/ 1527862 h 1588517"/>
                  <a:gd name="connsiteX796" fmla="*/ 337703 w 470489"/>
                  <a:gd name="connsiteY796" fmla="*/ 1524583 h 1588517"/>
                  <a:gd name="connsiteX797" fmla="*/ 339343 w 470489"/>
                  <a:gd name="connsiteY797" fmla="*/ 1521304 h 1588517"/>
                  <a:gd name="connsiteX798" fmla="*/ 337703 w 470489"/>
                  <a:gd name="connsiteY798" fmla="*/ 1518026 h 1588517"/>
                  <a:gd name="connsiteX799" fmla="*/ 334425 w 470489"/>
                  <a:gd name="connsiteY799" fmla="*/ 1514747 h 1588517"/>
                  <a:gd name="connsiteX800" fmla="*/ 329507 w 470489"/>
                  <a:gd name="connsiteY800" fmla="*/ 1513108 h 1588517"/>
                  <a:gd name="connsiteX801" fmla="*/ 329507 w 470489"/>
                  <a:gd name="connsiteY801" fmla="*/ 1508190 h 1588517"/>
                  <a:gd name="connsiteX802" fmla="*/ 332785 w 470489"/>
                  <a:gd name="connsiteY802" fmla="*/ 1506550 h 1588517"/>
                  <a:gd name="connsiteX803" fmla="*/ 329507 w 470489"/>
                  <a:gd name="connsiteY803" fmla="*/ 1503271 h 1588517"/>
                  <a:gd name="connsiteX804" fmla="*/ 327867 w 470489"/>
                  <a:gd name="connsiteY804" fmla="*/ 1499993 h 1588517"/>
                  <a:gd name="connsiteX805" fmla="*/ 324588 w 470489"/>
                  <a:gd name="connsiteY805" fmla="*/ 1496714 h 1588517"/>
                  <a:gd name="connsiteX806" fmla="*/ 321310 w 470489"/>
                  <a:gd name="connsiteY806" fmla="*/ 1495075 h 1588517"/>
                  <a:gd name="connsiteX807" fmla="*/ 318031 w 470489"/>
                  <a:gd name="connsiteY807" fmla="*/ 1491796 h 1588517"/>
                  <a:gd name="connsiteX808" fmla="*/ 313113 w 470489"/>
                  <a:gd name="connsiteY808" fmla="*/ 1491796 h 1588517"/>
                  <a:gd name="connsiteX809" fmla="*/ 309835 w 470489"/>
                  <a:gd name="connsiteY809" fmla="*/ 1490157 h 1588517"/>
                  <a:gd name="connsiteX810" fmla="*/ 304916 w 470489"/>
                  <a:gd name="connsiteY810" fmla="*/ 1488518 h 1588517"/>
                  <a:gd name="connsiteX811" fmla="*/ 301638 w 470489"/>
                  <a:gd name="connsiteY811" fmla="*/ 1485239 h 1588517"/>
                  <a:gd name="connsiteX812" fmla="*/ 299998 w 470489"/>
                  <a:gd name="connsiteY812" fmla="*/ 1488518 h 1588517"/>
                  <a:gd name="connsiteX813" fmla="*/ 303277 w 470489"/>
                  <a:gd name="connsiteY813" fmla="*/ 1488518 h 1588517"/>
                  <a:gd name="connsiteX814" fmla="*/ 306556 w 470489"/>
                  <a:gd name="connsiteY814" fmla="*/ 1490157 h 1588517"/>
                  <a:gd name="connsiteX815" fmla="*/ 311474 w 470489"/>
                  <a:gd name="connsiteY815" fmla="*/ 1491796 h 1588517"/>
                  <a:gd name="connsiteX816" fmla="*/ 314753 w 470489"/>
                  <a:gd name="connsiteY816" fmla="*/ 1493436 h 1588517"/>
                  <a:gd name="connsiteX817" fmla="*/ 318031 w 470489"/>
                  <a:gd name="connsiteY817" fmla="*/ 1495075 h 1588517"/>
                  <a:gd name="connsiteX818" fmla="*/ 321310 w 470489"/>
                  <a:gd name="connsiteY818" fmla="*/ 1496714 h 1588517"/>
                  <a:gd name="connsiteX819" fmla="*/ 326228 w 470489"/>
                  <a:gd name="connsiteY819" fmla="*/ 1498354 h 1588517"/>
                  <a:gd name="connsiteX820" fmla="*/ 326228 w 470489"/>
                  <a:gd name="connsiteY820" fmla="*/ 1503271 h 1588517"/>
                  <a:gd name="connsiteX821" fmla="*/ 321310 w 470489"/>
                  <a:gd name="connsiteY821" fmla="*/ 1503271 h 1588517"/>
                  <a:gd name="connsiteX822" fmla="*/ 318031 w 470489"/>
                  <a:gd name="connsiteY822" fmla="*/ 1499993 h 1588517"/>
                  <a:gd name="connsiteX823" fmla="*/ 314753 w 470489"/>
                  <a:gd name="connsiteY823" fmla="*/ 1499993 h 1588517"/>
                  <a:gd name="connsiteX824" fmla="*/ 311474 w 470489"/>
                  <a:gd name="connsiteY824" fmla="*/ 1498354 h 1588517"/>
                  <a:gd name="connsiteX825" fmla="*/ 306556 w 470489"/>
                  <a:gd name="connsiteY825" fmla="*/ 1496714 h 1588517"/>
                  <a:gd name="connsiteX826" fmla="*/ 303277 w 470489"/>
                  <a:gd name="connsiteY826" fmla="*/ 1495075 h 1588517"/>
                  <a:gd name="connsiteX827" fmla="*/ 298359 w 470489"/>
                  <a:gd name="connsiteY827" fmla="*/ 1493436 h 1588517"/>
                  <a:gd name="connsiteX828" fmla="*/ 303277 w 470489"/>
                  <a:gd name="connsiteY828" fmla="*/ 1498354 h 1588517"/>
                  <a:gd name="connsiteX829" fmla="*/ 306556 w 470489"/>
                  <a:gd name="connsiteY829" fmla="*/ 1498354 h 1588517"/>
                  <a:gd name="connsiteX830" fmla="*/ 309835 w 470489"/>
                  <a:gd name="connsiteY830" fmla="*/ 1501633 h 1588517"/>
                  <a:gd name="connsiteX831" fmla="*/ 309835 w 470489"/>
                  <a:gd name="connsiteY831" fmla="*/ 1504911 h 1588517"/>
                  <a:gd name="connsiteX832" fmla="*/ 313113 w 470489"/>
                  <a:gd name="connsiteY832" fmla="*/ 1506550 h 1588517"/>
                  <a:gd name="connsiteX833" fmla="*/ 311474 w 470489"/>
                  <a:gd name="connsiteY833" fmla="*/ 1509829 h 1588517"/>
                  <a:gd name="connsiteX834" fmla="*/ 309835 w 470489"/>
                  <a:gd name="connsiteY834" fmla="*/ 1513108 h 1588517"/>
                  <a:gd name="connsiteX835" fmla="*/ 308195 w 470489"/>
                  <a:gd name="connsiteY835" fmla="*/ 1509829 h 1588517"/>
                  <a:gd name="connsiteX836" fmla="*/ 304916 w 470489"/>
                  <a:gd name="connsiteY836" fmla="*/ 1504911 h 1588517"/>
                  <a:gd name="connsiteX837" fmla="*/ 303277 w 470489"/>
                  <a:gd name="connsiteY837" fmla="*/ 1501633 h 1588517"/>
                  <a:gd name="connsiteX838" fmla="*/ 298359 w 470489"/>
                  <a:gd name="connsiteY838" fmla="*/ 1498354 h 1588517"/>
                  <a:gd name="connsiteX839" fmla="*/ 301638 w 470489"/>
                  <a:gd name="connsiteY839" fmla="*/ 1501633 h 1588517"/>
                  <a:gd name="connsiteX840" fmla="*/ 303277 w 470489"/>
                  <a:gd name="connsiteY840" fmla="*/ 1504911 h 1588517"/>
                  <a:gd name="connsiteX841" fmla="*/ 306556 w 470489"/>
                  <a:gd name="connsiteY841" fmla="*/ 1509829 h 1588517"/>
                  <a:gd name="connsiteX842" fmla="*/ 308195 w 470489"/>
                  <a:gd name="connsiteY842" fmla="*/ 1513108 h 1588517"/>
                  <a:gd name="connsiteX843" fmla="*/ 308195 w 470489"/>
                  <a:gd name="connsiteY843" fmla="*/ 1516386 h 1588517"/>
                  <a:gd name="connsiteX844" fmla="*/ 304916 w 470489"/>
                  <a:gd name="connsiteY844" fmla="*/ 1514747 h 1588517"/>
                  <a:gd name="connsiteX845" fmla="*/ 301638 w 470489"/>
                  <a:gd name="connsiteY845" fmla="*/ 1513108 h 1588517"/>
                  <a:gd name="connsiteX846" fmla="*/ 296720 w 470489"/>
                  <a:gd name="connsiteY846" fmla="*/ 1509829 h 1588517"/>
                  <a:gd name="connsiteX847" fmla="*/ 295081 w 470489"/>
                  <a:gd name="connsiteY847" fmla="*/ 1506550 h 1588517"/>
                  <a:gd name="connsiteX848" fmla="*/ 291802 w 470489"/>
                  <a:gd name="connsiteY848" fmla="*/ 1501633 h 1588517"/>
                  <a:gd name="connsiteX849" fmla="*/ 296720 w 470489"/>
                  <a:gd name="connsiteY849" fmla="*/ 1504911 h 1588517"/>
                  <a:gd name="connsiteX850" fmla="*/ 299998 w 470489"/>
                  <a:gd name="connsiteY850" fmla="*/ 1508190 h 1588517"/>
                  <a:gd name="connsiteX851" fmla="*/ 296720 w 470489"/>
                  <a:gd name="connsiteY851" fmla="*/ 1503271 h 1588517"/>
                  <a:gd name="connsiteX852" fmla="*/ 293441 w 470489"/>
                  <a:gd name="connsiteY852" fmla="*/ 1499993 h 1588517"/>
                  <a:gd name="connsiteX853" fmla="*/ 293441 w 470489"/>
                  <a:gd name="connsiteY853" fmla="*/ 1496714 h 1588517"/>
                  <a:gd name="connsiteX854" fmla="*/ 290163 w 470489"/>
                  <a:gd name="connsiteY854" fmla="*/ 1496714 h 1588517"/>
                  <a:gd name="connsiteX855" fmla="*/ 285245 w 470489"/>
                  <a:gd name="connsiteY855" fmla="*/ 1498354 h 1588517"/>
                  <a:gd name="connsiteX856" fmla="*/ 283605 w 470489"/>
                  <a:gd name="connsiteY856" fmla="*/ 1495075 h 1588517"/>
                  <a:gd name="connsiteX857" fmla="*/ 280326 w 470489"/>
                  <a:gd name="connsiteY857" fmla="*/ 1493436 h 1588517"/>
                  <a:gd name="connsiteX858" fmla="*/ 278687 w 470489"/>
                  <a:gd name="connsiteY858" fmla="*/ 1490157 h 1588517"/>
                  <a:gd name="connsiteX859" fmla="*/ 275408 w 470489"/>
                  <a:gd name="connsiteY859" fmla="*/ 1486878 h 1588517"/>
                  <a:gd name="connsiteX860" fmla="*/ 273769 w 470489"/>
                  <a:gd name="connsiteY860" fmla="*/ 1483600 h 1588517"/>
                  <a:gd name="connsiteX861" fmla="*/ 277048 w 470489"/>
                  <a:gd name="connsiteY861" fmla="*/ 1485239 h 1588517"/>
                  <a:gd name="connsiteX862" fmla="*/ 281966 w 470489"/>
                  <a:gd name="connsiteY862" fmla="*/ 1486878 h 1588517"/>
                  <a:gd name="connsiteX863" fmla="*/ 285245 w 470489"/>
                  <a:gd name="connsiteY863" fmla="*/ 1490157 h 1588517"/>
                  <a:gd name="connsiteX864" fmla="*/ 288523 w 470489"/>
                  <a:gd name="connsiteY864" fmla="*/ 1493436 h 1588517"/>
                  <a:gd name="connsiteX865" fmla="*/ 285245 w 470489"/>
                  <a:gd name="connsiteY865" fmla="*/ 1490157 h 1588517"/>
                  <a:gd name="connsiteX866" fmla="*/ 283605 w 470489"/>
                  <a:gd name="connsiteY866" fmla="*/ 1486878 h 1588517"/>
                  <a:gd name="connsiteX867" fmla="*/ 280326 w 470489"/>
                  <a:gd name="connsiteY867" fmla="*/ 1483600 h 1588517"/>
                  <a:gd name="connsiteX868" fmla="*/ 278687 w 470489"/>
                  <a:gd name="connsiteY868" fmla="*/ 1480321 h 1588517"/>
                  <a:gd name="connsiteX869" fmla="*/ 275408 w 470489"/>
                  <a:gd name="connsiteY869" fmla="*/ 1475403 h 1588517"/>
                  <a:gd name="connsiteX870" fmla="*/ 278687 w 470489"/>
                  <a:gd name="connsiteY870" fmla="*/ 1478681 h 1588517"/>
                  <a:gd name="connsiteX871" fmla="*/ 277048 w 470489"/>
                  <a:gd name="connsiteY871" fmla="*/ 1475403 h 1588517"/>
                  <a:gd name="connsiteX872" fmla="*/ 273769 w 470489"/>
                  <a:gd name="connsiteY872" fmla="*/ 1473764 h 1588517"/>
                  <a:gd name="connsiteX873" fmla="*/ 272130 w 470489"/>
                  <a:gd name="connsiteY873" fmla="*/ 1477042 h 1588517"/>
                  <a:gd name="connsiteX874" fmla="*/ 268851 w 470489"/>
                  <a:gd name="connsiteY874" fmla="*/ 1475403 h 1588517"/>
                  <a:gd name="connsiteX875" fmla="*/ 263933 w 470489"/>
                  <a:gd name="connsiteY875" fmla="*/ 1472124 h 1588517"/>
                  <a:gd name="connsiteX876" fmla="*/ 265573 w 470489"/>
                  <a:gd name="connsiteY876" fmla="*/ 1477042 h 1588517"/>
                  <a:gd name="connsiteX877" fmla="*/ 262294 w 470489"/>
                  <a:gd name="connsiteY877" fmla="*/ 1475403 h 1588517"/>
                  <a:gd name="connsiteX878" fmla="*/ 260654 w 470489"/>
                  <a:gd name="connsiteY878" fmla="*/ 1472124 h 1588517"/>
                  <a:gd name="connsiteX879" fmla="*/ 259015 w 470489"/>
                  <a:gd name="connsiteY879" fmla="*/ 1467206 h 1588517"/>
                  <a:gd name="connsiteX880" fmla="*/ 254097 w 470489"/>
                  <a:gd name="connsiteY880" fmla="*/ 1465567 h 1588517"/>
                  <a:gd name="connsiteX881" fmla="*/ 255736 w 470489"/>
                  <a:gd name="connsiteY881" fmla="*/ 1462288 h 1588517"/>
                  <a:gd name="connsiteX882" fmla="*/ 259015 w 470489"/>
                  <a:gd name="connsiteY882" fmla="*/ 1462288 h 1588517"/>
                  <a:gd name="connsiteX883" fmla="*/ 262294 w 470489"/>
                  <a:gd name="connsiteY883" fmla="*/ 1462288 h 1588517"/>
                  <a:gd name="connsiteX884" fmla="*/ 267212 w 470489"/>
                  <a:gd name="connsiteY884" fmla="*/ 1462288 h 1588517"/>
                  <a:gd name="connsiteX885" fmla="*/ 263933 w 470489"/>
                  <a:gd name="connsiteY885" fmla="*/ 1459010 h 1588517"/>
                  <a:gd name="connsiteX886" fmla="*/ 267212 w 470489"/>
                  <a:gd name="connsiteY886" fmla="*/ 1460649 h 1588517"/>
                  <a:gd name="connsiteX887" fmla="*/ 265573 w 470489"/>
                  <a:gd name="connsiteY887" fmla="*/ 1457370 h 1588517"/>
                  <a:gd name="connsiteX888" fmla="*/ 267212 w 470489"/>
                  <a:gd name="connsiteY888" fmla="*/ 1452452 h 1588517"/>
                  <a:gd name="connsiteX889" fmla="*/ 270491 w 470489"/>
                  <a:gd name="connsiteY889" fmla="*/ 1452452 h 1588517"/>
                  <a:gd name="connsiteX890" fmla="*/ 265573 w 470489"/>
                  <a:gd name="connsiteY890" fmla="*/ 1450813 h 1588517"/>
                  <a:gd name="connsiteX891" fmla="*/ 262294 w 470489"/>
                  <a:gd name="connsiteY891" fmla="*/ 1447534 h 1588517"/>
                  <a:gd name="connsiteX892" fmla="*/ 263933 w 470489"/>
                  <a:gd name="connsiteY892" fmla="*/ 1442616 h 1588517"/>
                  <a:gd name="connsiteX893" fmla="*/ 262294 w 470489"/>
                  <a:gd name="connsiteY893" fmla="*/ 1447534 h 1588517"/>
                  <a:gd name="connsiteX894" fmla="*/ 260654 w 470489"/>
                  <a:gd name="connsiteY894" fmla="*/ 1450813 h 1588517"/>
                  <a:gd name="connsiteX895" fmla="*/ 262294 w 470489"/>
                  <a:gd name="connsiteY895" fmla="*/ 1454091 h 1588517"/>
                  <a:gd name="connsiteX896" fmla="*/ 263933 w 470489"/>
                  <a:gd name="connsiteY896" fmla="*/ 1457370 h 1588517"/>
                  <a:gd name="connsiteX897" fmla="*/ 259015 w 470489"/>
                  <a:gd name="connsiteY897" fmla="*/ 1460649 h 1588517"/>
                  <a:gd name="connsiteX898" fmla="*/ 255736 w 470489"/>
                  <a:gd name="connsiteY898" fmla="*/ 1459010 h 1588517"/>
                  <a:gd name="connsiteX899" fmla="*/ 252458 w 470489"/>
                  <a:gd name="connsiteY899" fmla="*/ 1455731 h 1588517"/>
                  <a:gd name="connsiteX900" fmla="*/ 247540 w 470489"/>
                  <a:gd name="connsiteY900" fmla="*/ 1452452 h 1588517"/>
                  <a:gd name="connsiteX901" fmla="*/ 245901 w 470489"/>
                  <a:gd name="connsiteY901" fmla="*/ 1447534 h 1588517"/>
                  <a:gd name="connsiteX902" fmla="*/ 242622 w 470489"/>
                  <a:gd name="connsiteY902" fmla="*/ 1445895 h 1588517"/>
                  <a:gd name="connsiteX903" fmla="*/ 245901 w 470489"/>
                  <a:gd name="connsiteY903" fmla="*/ 1447534 h 1588517"/>
                  <a:gd name="connsiteX904" fmla="*/ 250818 w 470489"/>
                  <a:gd name="connsiteY904" fmla="*/ 1449174 h 1588517"/>
                  <a:gd name="connsiteX905" fmla="*/ 247540 w 470489"/>
                  <a:gd name="connsiteY905" fmla="*/ 1445895 h 1588517"/>
                  <a:gd name="connsiteX906" fmla="*/ 250818 w 470489"/>
                  <a:gd name="connsiteY906" fmla="*/ 1447534 h 1588517"/>
                  <a:gd name="connsiteX907" fmla="*/ 254097 w 470489"/>
                  <a:gd name="connsiteY907" fmla="*/ 1447534 h 1588517"/>
                  <a:gd name="connsiteX908" fmla="*/ 250818 w 470489"/>
                  <a:gd name="connsiteY908" fmla="*/ 1444256 h 1588517"/>
                  <a:gd name="connsiteX909" fmla="*/ 247540 w 470489"/>
                  <a:gd name="connsiteY909" fmla="*/ 1440977 h 1588517"/>
                  <a:gd name="connsiteX910" fmla="*/ 244261 w 470489"/>
                  <a:gd name="connsiteY910" fmla="*/ 1442616 h 1588517"/>
                  <a:gd name="connsiteX911" fmla="*/ 239343 w 470489"/>
                  <a:gd name="connsiteY911" fmla="*/ 1440977 h 1588517"/>
                  <a:gd name="connsiteX912" fmla="*/ 237704 w 470489"/>
                  <a:gd name="connsiteY912" fmla="*/ 1437698 h 1588517"/>
                  <a:gd name="connsiteX913" fmla="*/ 237704 w 470489"/>
                  <a:gd name="connsiteY913" fmla="*/ 1440977 h 1588517"/>
                  <a:gd name="connsiteX914" fmla="*/ 234425 w 470489"/>
                  <a:gd name="connsiteY914" fmla="*/ 1439337 h 1588517"/>
                  <a:gd name="connsiteX915" fmla="*/ 231146 w 470489"/>
                  <a:gd name="connsiteY915" fmla="*/ 1436059 h 1588517"/>
                  <a:gd name="connsiteX916" fmla="*/ 226228 w 470489"/>
                  <a:gd name="connsiteY916" fmla="*/ 1432780 h 1588517"/>
                  <a:gd name="connsiteX917" fmla="*/ 222950 w 470489"/>
                  <a:gd name="connsiteY917" fmla="*/ 1432780 h 1588517"/>
                  <a:gd name="connsiteX918" fmla="*/ 226228 w 470489"/>
                  <a:gd name="connsiteY918" fmla="*/ 1429501 h 1588517"/>
                  <a:gd name="connsiteX919" fmla="*/ 231146 w 470489"/>
                  <a:gd name="connsiteY919" fmla="*/ 1429501 h 1588517"/>
                  <a:gd name="connsiteX920" fmla="*/ 234425 w 470489"/>
                  <a:gd name="connsiteY920" fmla="*/ 1429501 h 1588517"/>
                  <a:gd name="connsiteX921" fmla="*/ 237704 w 470489"/>
                  <a:gd name="connsiteY921" fmla="*/ 1432780 h 1588517"/>
                  <a:gd name="connsiteX922" fmla="*/ 240982 w 470489"/>
                  <a:gd name="connsiteY922" fmla="*/ 1436059 h 1588517"/>
                  <a:gd name="connsiteX923" fmla="*/ 245901 w 470489"/>
                  <a:gd name="connsiteY923" fmla="*/ 1436059 h 1588517"/>
                  <a:gd name="connsiteX924" fmla="*/ 249179 w 470489"/>
                  <a:gd name="connsiteY924" fmla="*/ 1437698 h 1588517"/>
                  <a:gd name="connsiteX925" fmla="*/ 252458 w 470489"/>
                  <a:gd name="connsiteY925" fmla="*/ 1437698 h 1588517"/>
                  <a:gd name="connsiteX926" fmla="*/ 249179 w 470489"/>
                  <a:gd name="connsiteY926" fmla="*/ 1436059 h 1588517"/>
                  <a:gd name="connsiteX927" fmla="*/ 245901 w 470489"/>
                  <a:gd name="connsiteY927" fmla="*/ 1434420 h 1588517"/>
                  <a:gd name="connsiteX928" fmla="*/ 240982 w 470489"/>
                  <a:gd name="connsiteY928" fmla="*/ 1434420 h 1588517"/>
                  <a:gd name="connsiteX929" fmla="*/ 237704 w 470489"/>
                  <a:gd name="connsiteY929" fmla="*/ 1429501 h 1588517"/>
                  <a:gd name="connsiteX930" fmla="*/ 234425 w 470489"/>
                  <a:gd name="connsiteY930" fmla="*/ 1427862 h 1588517"/>
                  <a:gd name="connsiteX931" fmla="*/ 231146 w 470489"/>
                  <a:gd name="connsiteY931" fmla="*/ 1424584 h 1588517"/>
                  <a:gd name="connsiteX932" fmla="*/ 229507 w 470489"/>
                  <a:gd name="connsiteY932" fmla="*/ 1422944 h 1588517"/>
                  <a:gd name="connsiteX933" fmla="*/ 232786 w 470489"/>
                  <a:gd name="connsiteY933" fmla="*/ 1422944 h 1588517"/>
                  <a:gd name="connsiteX934" fmla="*/ 237704 w 470489"/>
                  <a:gd name="connsiteY934" fmla="*/ 1424584 h 1588517"/>
                  <a:gd name="connsiteX935" fmla="*/ 239343 w 470489"/>
                  <a:gd name="connsiteY935" fmla="*/ 1426223 h 1588517"/>
                  <a:gd name="connsiteX936" fmla="*/ 242622 w 470489"/>
                  <a:gd name="connsiteY936" fmla="*/ 1426223 h 1588517"/>
                  <a:gd name="connsiteX937" fmla="*/ 245901 w 470489"/>
                  <a:gd name="connsiteY937" fmla="*/ 1426223 h 1588517"/>
                  <a:gd name="connsiteX938" fmla="*/ 242622 w 470489"/>
                  <a:gd name="connsiteY938" fmla="*/ 1424584 h 1588517"/>
                  <a:gd name="connsiteX939" fmla="*/ 242622 w 470489"/>
                  <a:gd name="connsiteY939" fmla="*/ 1422944 h 1588517"/>
                  <a:gd name="connsiteX940" fmla="*/ 242622 w 470489"/>
                  <a:gd name="connsiteY940" fmla="*/ 1419666 h 1588517"/>
                  <a:gd name="connsiteX941" fmla="*/ 239343 w 470489"/>
                  <a:gd name="connsiteY941" fmla="*/ 1422944 h 1588517"/>
                  <a:gd name="connsiteX942" fmla="*/ 236064 w 470489"/>
                  <a:gd name="connsiteY942" fmla="*/ 1421305 h 1588517"/>
                  <a:gd name="connsiteX943" fmla="*/ 232786 w 470489"/>
                  <a:gd name="connsiteY943" fmla="*/ 1421305 h 1588517"/>
                  <a:gd name="connsiteX944" fmla="*/ 227868 w 470489"/>
                  <a:gd name="connsiteY944" fmla="*/ 1418026 h 1588517"/>
                  <a:gd name="connsiteX945" fmla="*/ 229507 w 470489"/>
                  <a:gd name="connsiteY945" fmla="*/ 1414747 h 1588517"/>
                  <a:gd name="connsiteX946" fmla="*/ 234425 w 470489"/>
                  <a:gd name="connsiteY946" fmla="*/ 1413108 h 1588517"/>
                  <a:gd name="connsiteX947" fmla="*/ 229507 w 470489"/>
                  <a:gd name="connsiteY947" fmla="*/ 1413108 h 1588517"/>
                  <a:gd name="connsiteX948" fmla="*/ 226228 w 470489"/>
                  <a:gd name="connsiteY948" fmla="*/ 1411469 h 1588517"/>
                  <a:gd name="connsiteX949" fmla="*/ 224589 w 470489"/>
                  <a:gd name="connsiteY949" fmla="*/ 1408190 h 1588517"/>
                  <a:gd name="connsiteX950" fmla="*/ 227868 w 470489"/>
                  <a:gd name="connsiteY950" fmla="*/ 1406551 h 1588517"/>
                  <a:gd name="connsiteX951" fmla="*/ 231146 w 470489"/>
                  <a:gd name="connsiteY951" fmla="*/ 1404911 h 1588517"/>
                  <a:gd name="connsiteX952" fmla="*/ 236064 w 470489"/>
                  <a:gd name="connsiteY952" fmla="*/ 1406551 h 1588517"/>
                  <a:gd name="connsiteX953" fmla="*/ 239343 w 470489"/>
                  <a:gd name="connsiteY953" fmla="*/ 1409830 h 1588517"/>
                  <a:gd name="connsiteX954" fmla="*/ 242622 w 470489"/>
                  <a:gd name="connsiteY954" fmla="*/ 1411469 h 1588517"/>
                  <a:gd name="connsiteX955" fmla="*/ 247540 w 470489"/>
                  <a:gd name="connsiteY955" fmla="*/ 1413108 h 1588517"/>
                  <a:gd name="connsiteX956" fmla="*/ 242622 w 470489"/>
                  <a:gd name="connsiteY956" fmla="*/ 1409830 h 1588517"/>
                  <a:gd name="connsiteX957" fmla="*/ 239343 w 470489"/>
                  <a:gd name="connsiteY957" fmla="*/ 1408190 h 1588517"/>
                  <a:gd name="connsiteX958" fmla="*/ 236064 w 470489"/>
                  <a:gd name="connsiteY958" fmla="*/ 1404911 h 1588517"/>
                  <a:gd name="connsiteX959" fmla="*/ 232786 w 470489"/>
                  <a:gd name="connsiteY959" fmla="*/ 1404911 h 1588517"/>
                  <a:gd name="connsiteX960" fmla="*/ 229507 w 470489"/>
                  <a:gd name="connsiteY960" fmla="*/ 1403272 h 1588517"/>
                  <a:gd name="connsiteX961" fmla="*/ 227868 w 470489"/>
                  <a:gd name="connsiteY961" fmla="*/ 1398354 h 1588517"/>
                  <a:gd name="connsiteX962" fmla="*/ 229507 w 470489"/>
                  <a:gd name="connsiteY962" fmla="*/ 1395076 h 1588517"/>
                  <a:gd name="connsiteX963" fmla="*/ 232786 w 470489"/>
                  <a:gd name="connsiteY963" fmla="*/ 1396715 h 1588517"/>
                  <a:gd name="connsiteX964" fmla="*/ 231146 w 470489"/>
                  <a:gd name="connsiteY964" fmla="*/ 1395076 h 1588517"/>
                  <a:gd name="connsiteX965" fmla="*/ 227868 w 470489"/>
                  <a:gd name="connsiteY965" fmla="*/ 1390157 h 1588517"/>
                  <a:gd name="connsiteX966" fmla="*/ 224589 w 470489"/>
                  <a:gd name="connsiteY966" fmla="*/ 1386879 h 1588517"/>
                  <a:gd name="connsiteX967" fmla="*/ 226228 w 470489"/>
                  <a:gd name="connsiteY967" fmla="*/ 1383600 h 1588517"/>
                  <a:gd name="connsiteX968" fmla="*/ 231146 w 470489"/>
                  <a:gd name="connsiteY968" fmla="*/ 1383600 h 1588517"/>
                  <a:gd name="connsiteX969" fmla="*/ 226228 w 470489"/>
                  <a:gd name="connsiteY969" fmla="*/ 1381961 h 1588517"/>
                  <a:gd name="connsiteX970" fmla="*/ 222950 w 470489"/>
                  <a:gd name="connsiteY970" fmla="*/ 1385240 h 1588517"/>
                  <a:gd name="connsiteX971" fmla="*/ 224589 w 470489"/>
                  <a:gd name="connsiteY971" fmla="*/ 1388518 h 1588517"/>
                  <a:gd name="connsiteX972" fmla="*/ 222950 w 470489"/>
                  <a:gd name="connsiteY972" fmla="*/ 1391797 h 1588517"/>
                  <a:gd name="connsiteX973" fmla="*/ 224589 w 470489"/>
                  <a:gd name="connsiteY973" fmla="*/ 1396715 h 1588517"/>
                  <a:gd name="connsiteX974" fmla="*/ 224589 w 470489"/>
                  <a:gd name="connsiteY974" fmla="*/ 1399993 h 1588517"/>
                  <a:gd name="connsiteX975" fmla="*/ 222950 w 470489"/>
                  <a:gd name="connsiteY975" fmla="*/ 1403272 h 1588517"/>
                  <a:gd name="connsiteX976" fmla="*/ 219671 w 470489"/>
                  <a:gd name="connsiteY976" fmla="*/ 1399993 h 1588517"/>
                  <a:gd name="connsiteX977" fmla="*/ 216392 w 470489"/>
                  <a:gd name="connsiteY977" fmla="*/ 1398354 h 1588517"/>
                  <a:gd name="connsiteX978" fmla="*/ 214753 w 470489"/>
                  <a:gd name="connsiteY978" fmla="*/ 1393436 h 1588517"/>
                  <a:gd name="connsiteX979" fmla="*/ 214753 w 470489"/>
                  <a:gd name="connsiteY979" fmla="*/ 1390157 h 1588517"/>
                  <a:gd name="connsiteX980" fmla="*/ 211474 w 470489"/>
                  <a:gd name="connsiteY980" fmla="*/ 1386879 h 1588517"/>
                  <a:gd name="connsiteX981" fmla="*/ 208196 w 470489"/>
                  <a:gd name="connsiteY981" fmla="*/ 1383600 h 1588517"/>
                  <a:gd name="connsiteX982" fmla="*/ 209835 w 470489"/>
                  <a:gd name="connsiteY982" fmla="*/ 1378682 h 1588517"/>
                  <a:gd name="connsiteX983" fmla="*/ 206556 w 470489"/>
                  <a:gd name="connsiteY983" fmla="*/ 1377043 h 1588517"/>
                  <a:gd name="connsiteX984" fmla="*/ 204917 w 470489"/>
                  <a:gd name="connsiteY984" fmla="*/ 1372125 h 1588517"/>
                  <a:gd name="connsiteX985" fmla="*/ 208196 w 470489"/>
                  <a:gd name="connsiteY985" fmla="*/ 1372125 h 1588517"/>
                  <a:gd name="connsiteX986" fmla="*/ 213114 w 470489"/>
                  <a:gd name="connsiteY986" fmla="*/ 1370486 h 1588517"/>
                  <a:gd name="connsiteX987" fmla="*/ 216392 w 470489"/>
                  <a:gd name="connsiteY987" fmla="*/ 1370486 h 1588517"/>
                  <a:gd name="connsiteX988" fmla="*/ 216392 w 470489"/>
                  <a:gd name="connsiteY988" fmla="*/ 1370486 h 1588517"/>
                  <a:gd name="connsiteX989" fmla="*/ 211474 w 470489"/>
                  <a:gd name="connsiteY989" fmla="*/ 1368846 h 1588517"/>
                  <a:gd name="connsiteX990" fmla="*/ 208196 w 470489"/>
                  <a:gd name="connsiteY990" fmla="*/ 1370486 h 1588517"/>
                  <a:gd name="connsiteX991" fmla="*/ 204917 w 470489"/>
                  <a:gd name="connsiteY991" fmla="*/ 1368846 h 1588517"/>
                  <a:gd name="connsiteX992" fmla="*/ 203278 w 470489"/>
                  <a:gd name="connsiteY992" fmla="*/ 1363928 h 1588517"/>
                  <a:gd name="connsiteX993" fmla="*/ 204917 w 470489"/>
                  <a:gd name="connsiteY993" fmla="*/ 1360649 h 1588517"/>
                  <a:gd name="connsiteX994" fmla="*/ 209835 w 470489"/>
                  <a:gd name="connsiteY994" fmla="*/ 1360649 h 1588517"/>
                  <a:gd name="connsiteX995" fmla="*/ 213114 w 470489"/>
                  <a:gd name="connsiteY995" fmla="*/ 1362289 h 1588517"/>
                  <a:gd name="connsiteX996" fmla="*/ 216392 w 470489"/>
                  <a:gd name="connsiteY996" fmla="*/ 1363928 h 1588517"/>
                  <a:gd name="connsiteX997" fmla="*/ 213114 w 470489"/>
                  <a:gd name="connsiteY997" fmla="*/ 1360649 h 1588517"/>
                  <a:gd name="connsiteX998" fmla="*/ 214753 w 470489"/>
                  <a:gd name="connsiteY998" fmla="*/ 1355731 h 1588517"/>
                  <a:gd name="connsiteX999" fmla="*/ 211474 w 470489"/>
                  <a:gd name="connsiteY999" fmla="*/ 1355731 h 1588517"/>
                  <a:gd name="connsiteX1000" fmla="*/ 206556 w 470489"/>
                  <a:gd name="connsiteY1000" fmla="*/ 1355731 h 1588517"/>
                  <a:gd name="connsiteX1001" fmla="*/ 203278 w 470489"/>
                  <a:gd name="connsiteY1001" fmla="*/ 1354092 h 1588517"/>
                  <a:gd name="connsiteX1002" fmla="*/ 206556 w 470489"/>
                  <a:gd name="connsiteY1002" fmla="*/ 1352453 h 1588517"/>
                  <a:gd name="connsiteX1003" fmla="*/ 203278 w 470489"/>
                  <a:gd name="connsiteY1003" fmla="*/ 1352453 h 1588517"/>
                  <a:gd name="connsiteX1004" fmla="*/ 198360 w 470489"/>
                  <a:gd name="connsiteY1004" fmla="*/ 1350813 h 1588517"/>
                  <a:gd name="connsiteX1005" fmla="*/ 195081 w 470489"/>
                  <a:gd name="connsiteY1005" fmla="*/ 1347535 h 1588517"/>
                  <a:gd name="connsiteX1006" fmla="*/ 191802 w 470489"/>
                  <a:gd name="connsiteY1006" fmla="*/ 1345896 h 1588517"/>
                  <a:gd name="connsiteX1007" fmla="*/ 188524 w 470489"/>
                  <a:gd name="connsiteY1007" fmla="*/ 1342617 h 1588517"/>
                  <a:gd name="connsiteX1008" fmla="*/ 183606 w 470489"/>
                  <a:gd name="connsiteY1008" fmla="*/ 1342617 h 1588517"/>
                  <a:gd name="connsiteX1009" fmla="*/ 185245 w 470489"/>
                  <a:gd name="connsiteY1009" fmla="*/ 1339338 h 1588517"/>
                  <a:gd name="connsiteX1010" fmla="*/ 188524 w 470489"/>
                  <a:gd name="connsiteY1010" fmla="*/ 1337699 h 1588517"/>
                  <a:gd name="connsiteX1011" fmla="*/ 191802 w 470489"/>
                  <a:gd name="connsiteY1011" fmla="*/ 1339338 h 1588517"/>
                  <a:gd name="connsiteX1012" fmla="*/ 196720 w 470489"/>
                  <a:gd name="connsiteY1012" fmla="*/ 1342617 h 1588517"/>
                  <a:gd name="connsiteX1013" fmla="*/ 199999 w 470489"/>
                  <a:gd name="connsiteY1013" fmla="*/ 1345896 h 1588517"/>
                  <a:gd name="connsiteX1014" fmla="*/ 196720 w 470489"/>
                  <a:gd name="connsiteY1014" fmla="*/ 1342617 h 1588517"/>
                  <a:gd name="connsiteX1015" fmla="*/ 195081 w 470489"/>
                  <a:gd name="connsiteY1015" fmla="*/ 1339338 h 1588517"/>
                  <a:gd name="connsiteX1016" fmla="*/ 198360 w 470489"/>
                  <a:gd name="connsiteY1016" fmla="*/ 1339338 h 1588517"/>
                  <a:gd name="connsiteX1017" fmla="*/ 201638 w 470489"/>
                  <a:gd name="connsiteY1017" fmla="*/ 1339338 h 1588517"/>
                  <a:gd name="connsiteX1018" fmla="*/ 206556 w 470489"/>
                  <a:gd name="connsiteY1018" fmla="*/ 1340977 h 1588517"/>
                  <a:gd name="connsiteX1019" fmla="*/ 209835 w 470489"/>
                  <a:gd name="connsiteY1019" fmla="*/ 1340977 h 1588517"/>
                  <a:gd name="connsiteX1020" fmla="*/ 213114 w 470489"/>
                  <a:gd name="connsiteY1020" fmla="*/ 1344256 h 1588517"/>
                  <a:gd name="connsiteX1021" fmla="*/ 218032 w 470489"/>
                  <a:gd name="connsiteY1021" fmla="*/ 1344256 h 1588517"/>
                  <a:gd name="connsiteX1022" fmla="*/ 221310 w 470489"/>
                  <a:gd name="connsiteY1022" fmla="*/ 1344256 h 1588517"/>
                  <a:gd name="connsiteX1023" fmla="*/ 222950 w 470489"/>
                  <a:gd name="connsiteY1023" fmla="*/ 1349174 h 1588517"/>
                  <a:gd name="connsiteX1024" fmla="*/ 226228 w 470489"/>
                  <a:gd name="connsiteY1024" fmla="*/ 1347535 h 1588517"/>
                  <a:gd name="connsiteX1025" fmla="*/ 231146 w 470489"/>
                  <a:gd name="connsiteY1025" fmla="*/ 1349174 h 1588517"/>
                  <a:gd name="connsiteX1026" fmla="*/ 231146 w 470489"/>
                  <a:gd name="connsiteY1026" fmla="*/ 1345896 h 1588517"/>
                  <a:gd name="connsiteX1027" fmla="*/ 229507 w 470489"/>
                  <a:gd name="connsiteY1027" fmla="*/ 1342617 h 1588517"/>
                  <a:gd name="connsiteX1028" fmla="*/ 227868 w 470489"/>
                  <a:gd name="connsiteY1028" fmla="*/ 1345896 h 1588517"/>
                  <a:gd name="connsiteX1029" fmla="*/ 224589 w 470489"/>
                  <a:gd name="connsiteY1029" fmla="*/ 1344256 h 1588517"/>
                  <a:gd name="connsiteX1030" fmla="*/ 221310 w 470489"/>
                  <a:gd name="connsiteY1030" fmla="*/ 1340977 h 1588517"/>
                  <a:gd name="connsiteX1031" fmla="*/ 216392 w 470489"/>
                  <a:gd name="connsiteY1031" fmla="*/ 1339338 h 1588517"/>
                  <a:gd name="connsiteX1032" fmla="*/ 216392 w 470489"/>
                  <a:gd name="connsiteY1032" fmla="*/ 1334420 h 1588517"/>
                  <a:gd name="connsiteX1033" fmla="*/ 219671 w 470489"/>
                  <a:gd name="connsiteY1033" fmla="*/ 1337699 h 1588517"/>
                  <a:gd name="connsiteX1034" fmla="*/ 222950 w 470489"/>
                  <a:gd name="connsiteY1034" fmla="*/ 1339338 h 1588517"/>
                  <a:gd name="connsiteX1035" fmla="*/ 227868 w 470489"/>
                  <a:gd name="connsiteY1035" fmla="*/ 1337699 h 1588517"/>
                  <a:gd name="connsiteX1036" fmla="*/ 231146 w 470489"/>
                  <a:gd name="connsiteY1036" fmla="*/ 1339338 h 1588517"/>
                  <a:gd name="connsiteX1037" fmla="*/ 227868 w 470489"/>
                  <a:gd name="connsiteY1037" fmla="*/ 1337699 h 1588517"/>
                  <a:gd name="connsiteX1038" fmla="*/ 222950 w 470489"/>
                  <a:gd name="connsiteY1038" fmla="*/ 1337699 h 1588517"/>
                  <a:gd name="connsiteX1039" fmla="*/ 219671 w 470489"/>
                  <a:gd name="connsiteY1039" fmla="*/ 1334420 h 1588517"/>
                  <a:gd name="connsiteX1040" fmla="*/ 216392 w 470489"/>
                  <a:gd name="connsiteY1040" fmla="*/ 1331141 h 1588517"/>
                  <a:gd name="connsiteX1041" fmla="*/ 216392 w 470489"/>
                  <a:gd name="connsiteY1041" fmla="*/ 1331141 h 1588517"/>
                  <a:gd name="connsiteX1042" fmla="*/ 211474 w 470489"/>
                  <a:gd name="connsiteY1042" fmla="*/ 1331141 h 1588517"/>
                  <a:gd name="connsiteX1043" fmla="*/ 208196 w 470489"/>
                  <a:gd name="connsiteY1043" fmla="*/ 1326223 h 1588517"/>
                  <a:gd name="connsiteX1044" fmla="*/ 208196 w 470489"/>
                  <a:gd name="connsiteY1044" fmla="*/ 1322944 h 1588517"/>
                  <a:gd name="connsiteX1045" fmla="*/ 204917 w 470489"/>
                  <a:gd name="connsiteY1045" fmla="*/ 1319666 h 1588517"/>
                  <a:gd name="connsiteX1046" fmla="*/ 206556 w 470489"/>
                  <a:gd name="connsiteY1046" fmla="*/ 1322944 h 1588517"/>
                  <a:gd name="connsiteX1047" fmla="*/ 206556 w 470489"/>
                  <a:gd name="connsiteY1047" fmla="*/ 1326223 h 1588517"/>
                  <a:gd name="connsiteX1048" fmla="*/ 208196 w 470489"/>
                  <a:gd name="connsiteY1048" fmla="*/ 1331141 h 1588517"/>
                  <a:gd name="connsiteX1049" fmla="*/ 204917 w 470489"/>
                  <a:gd name="connsiteY1049" fmla="*/ 1332781 h 1588517"/>
                  <a:gd name="connsiteX1050" fmla="*/ 201638 w 470489"/>
                  <a:gd name="connsiteY1050" fmla="*/ 1332781 h 1588517"/>
                  <a:gd name="connsiteX1051" fmla="*/ 196720 w 470489"/>
                  <a:gd name="connsiteY1051" fmla="*/ 1329502 h 1588517"/>
                  <a:gd name="connsiteX1052" fmla="*/ 193442 w 470489"/>
                  <a:gd name="connsiteY1052" fmla="*/ 1329502 h 1588517"/>
                  <a:gd name="connsiteX1053" fmla="*/ 190163 w 470489"/>
                  <a:gd name="connsiteY1053" fmla="*/ 1329502 h 1588517"/>
                  <a:gd name="connsiteX1054" fmla="*/ 185245 w 470489"/>
                  <a:gd name="connsiteY1054" fmla="*/ 1329502 h 1588517"/>
                  <a:gd name="connsiteX1055" fmla="*/ 181966 w 470489"/>
                  <a:gd name="connsiteY1055" fmla="*/ 1329502 h 1588517"/>
                  <a:gd name="connsiteX1056" fmla="*/ 178688 w 470489"/>
                  <a:gd name="connsiteY1056" fmla="*/ 1329502 h 1588517"/>
                  <a:gd name="connsiteX1057" fmla="*/ 173770 w 470489"/>
                  <a:gd name="connsiteY1057" fmla="*/ 1326223 h 1588517"/>
                  <a:gd name="connsiteX1058" fmla="*/ 178688 w 470489"/>
                  <a:gd name="connsiteY1058" fmla="*/ 1324584 h 1588517"/>
                  <a:gd name="connsiteX1059" fmla="*/ 177048 w 470489"/>
                  <a:gd name="connsiteY1059" fmla="*/ 1319666 h 1588517"/>
                  <a:gd name="connsiteX1060" fmla="*/ 180327 w 470489"/>
                  <a:gd name="connsiteY1060" fmla="*/ 1319666 h 1588517"/>
                  <a:gd name="connsiteX1061" fmla="*/ 183606 w 470489"/>
                  <a:gd name="connsiteY1061" fmla="*/ 1321306 h 1588517"/>
                  <a:gd name="connsiteX1062" fmla="*/ 185245 w 470489"/>
                  <a:gd name="connsiteY1062" fmla="*/ 1324584 h 1588517"/>
                  <a:gd name="connsiteX1063" fmla="*/ 190163 w 470489"/>
                  <a:gd name="connsiteY1063" fmla="*/ 1327863 h 1588517"/>
                  <a:gd name="connsiteX1064" fmla="*/ 193442 w 470489"/>
                  <a:gd name="connsiteY1064" fmla="*/ 1327863 h 1588517"/>
                  <a:gd name="connsiteX1065" fmla="*/ 190163 w 470489"/>
                  <a:gd name="connsiteY1065" fmla="*/ 1326223 h 1588517"/>
                  <a:gd name="connsiteX1066" fmla="*/ 191802 w 470489"/>
                  <a:gd name="connsiteY1066" fmla="*/ 1322944 h 1588517"/>
                  <a:gd name="connsiteX1067" fmla="*/ 195081 w 470489"/>
                  <a:gd name="connsiteY1067" fmla="*/ 1322944 h 1588517"/>
                  <a:gd name="connsiteX1068" fmla="*/ 193442 w 470489"/>
                  <a:gd name="connsiteY1068" fmla="*/ 1319666 h 1588517"/>
                  <a:gd name="connsiteX1069" fmla="*/ 190163 w 470489"/>
                  <a:gd name="connsiteY1069" fmla="*/ 1321306 h 1588517"/>
                  <a:gd name="connsiteX1070" fmla="*/ 186884 w 470489"/>
                  <a:gd name="connsiteY1070" fmla="*/ 1321306 h 1588517"/>
                  <a:gd name="connsiteX1071" fmla="*/ 183606 w 470489"/>
                  <a:gd name="connsiteY1071" fmla="*/ 1319666 h 1588517"/>
                  <a:gd name="connsiteX1072" fmla="*/ 180327 w 470489"/>
                  <a:gd name="connsiteY1072" fmla="*/ 1316387 h 1588517"/>
                  <a:gd name="connsiteX1073" fmla="*/ 177048 w 470489"/>
                  <a:gd name="connsiteY1073" fmla="*/ 1316387 h 1588517"/>
                  <a:gd name="connsiteX1074" fmla="*/ 177048 w 470489"/>
                  <a:gd name="connsiteY1074" fmla="*/ 1311469 h 1588517"/>
                  <a:gd name="connsiteX1075" fmla="*/ 178688 w 470489"/>
                  <a:gd name="connsiteY1075" fmla="*/ 1308191 h 1588517"/>
                  <a:gd name="connsiteX1076" fmla="*/ 183606 w 470489"/>
                  <a:gd name="connsiteY1076" fmla="*/ 1304912 h 1588517"/>
                  <a:gd name="connsiteX1077" fmla="*/ 186884 w 470489"/>
                  <a:gd name="connsiteY1077" fmla="*/ 1308191 h 1588517"/>
                  <a:gd name="connsiteX1078" fmla="*/ 186884 w 470489"/>
                  <a:gd name="connsiteY1078" fmla="*/ 1304912 h 1588517"/>
                  <a:gd name="connsiteX1079" fmla="*/ 190163 w 470489"/>
                  <a:gd name="connsiteY1079" fmla="*/ 1303273 h 1588517"/>
                  <a:gd name="connsiteX1080" fmla="*/ 188524 w 470489"/>
                  <a:gd name="connsiteY1080" fmla="*/ 1299994 h 1588517"/>
                  <a:gd name="connsiteX1081" fmla="*/ 188524 w 470489"/>
                  <a:gd name="connsiteY1081" fmla="*/ 1298354 h 1588517"/>
                  <a:gd name="connsiteX1082" fmla="*/ 186884 w 470489"/>
                  <a:gd name="connsiteY1082" fmla="*/ 1301633 h 1588517"/>
                  <a:gd name="connsiteX1083" fmla="*/ 183606 w 470489"/>
                  <a:gd name="connsiteY1083" fmla="*/ 1303273 h 1588517"/>
                  <a:gd name="connsiteX1084" fmla="*/ 180327 w 470489"/>
                  <a:gd name="connsiteY1084" fmla="*/ 1299994 h 1588517"/>
                  <a:gd name="connsiteX1085" fmla="*/ 183606 w 470489"/>
                  <a:gd name="connsiteY1085" fmla="*/ 1298354 h 1588517"/>
                  <a:gd name="connsiteX1086" fmla="*/ 188524 w 470489"/>
                  <a:gd name="connsiteY1086" fmla="*/ 1298354 h 1588517"/>
                  <a:gd name="connsiteX1087" fmla="*/ 186884 w 470489"/>
                  <a:gd name="connsiteY1087" fmla="*/ 1296715 h 1588517"/>
                  <a:gd name="connsiteX1088" fmla="*/ 183606 w 470489"/>
                  <a:gd name="connsiteY1088" fmla="*/ 1295076 h 1588517"/>
                  <a:gd name="connsiteX1089" fmla="*/ 180327 w 470489"/>
                  <a:gd name="connsiteY1089" fmla="*/ 1293437 h 1588517"/>
                  <a:gd name="connsiteX1090" fmla="*/ 175409 w 470489"/>
                  <a:gd name="connsiteY1090" fmla="*/ 1290158 h 1588517"/>
                  <a:gd name="connsiteX1091" fmla="*/ 172130 w 470489"/>
                  <a:gd name="connsiteY1091" fmla="*/ 1286879 h 1588517"/>
                  <a:gd name="connsiteX1092" fmla="*/ 168851 w 470489"/>
                  <a:gd name="connsiteY1092" fmla="*/ 1286879 h 1588517"/>
                  <a:gd name="connsiteX1093" fmla="*/ 163934 w 470489"/>
                  <a:gd name="connsiteY1093" fmla="*/ 1288519 h 1588517"/>
                  <a:gd name="connsiteX1094" fmla="*/ 160655 w 470489"/>
                  <a:gd name="connsiteY1094" fmla="*/ 1290158 h 1588517"/>
                  <a:gd name="connsiteX1095" fmla="*/ 163934 w 470489"/>
                  <a:gd name="connsiteY1095" fmla="*/ 1288519 h 1588517"/>
                  <a:gd name="connsiteX1096" fmla="*/ 168851 w 470489"/>
                  <a:gd name="connsiteY1096" fmla="*/ 1291797 h 1588517"/>
                  <a:gd name="connsiteX1097" fmla="*/ 163934 w 470489"/>
                  <a:gd name="connsiteY1097" fmla="*/ 1291797 h 1588517"/>
                  <a:gd name="connsiteX1098" fmla="*/ 160655 w 470489"/>
                  <a:gd name="connsiteY1098" fmla="*/ 1291797 h 1588517"/>
                  <a:gd name="connsiteX1099" fmla="*/ 157376 w 470489"/>
                  <a:gd name="connsiteY1099" fmla="*/ 1288519 h 1588517"/>
                  <a:gd name="connsiteX1100" fmla="*/ 154098 w 470489"/>
                  <a:gd name="connsiteY1100" fmla="*/ 1288519 h 1588517"/>
                  <a:gd name="connsiteX1101" fmla="*/ 149180 w 470489"/>
                  <a:gd name="connsiteY1101" fmla="*/ 1285240 h 1588517"/>
                  <a:gd name="connsiteX1102" fmla="*/ 145901 w 470489"/>
                  <a:gd name="connsiteY1102" fmla="*/ 1283600 h 1588517"/>
                  <a:gd name="connsiteX1103" fmla="*/ 142622 w 470489"/>
                  <a:gd name="connsiteY1103" fmla="*/ 1280322 h 1588517"/>
                  <a:gd name="connsiteX1104" fmla="*/ 144261 w 470489"/>
                  <a:gd name="connsiteY1104" fmla="*/ 1275404 h 1588517"/>
                  <a:gd name="connsiteX1105" fmla="*/ 144261 w 470489"/>
                  <a:gd name="connsiteY1105" fmla="*/ 1272125 h 1588517"/>
                  <a:gd name="connsiteX1106" fmla="*/ 140983 w 470489"/>
                  <a:gd name="connsiteY1106" fmla="*/ 1275404 h 1588517"/>
                  <a:gd name="connsiteX1107" fmla="*/ 137704 w 470489"/>
                  <a:gd name="connsiteY1107" fmla="*/ 1280322 h 1588517"/>
                  <a:gd name="connsiteX1108" fmla="*/ 134426 w 470489"/>
                  <a:gd name="connsiteY1108" fmla="*/ 1280322 h 1588517"/>
                  <a:gd name="connsiteX1109" fmla="*/ 131147 w 470489"/>
                  <a:gd name="connsiteY1109" fmla="*/ 1281961 h 1588517"/>
                  <a:gd name="connsiteX1110" fmla="*/ 127868 w 470489"/>
                  <a:gd name="connsiteY1110" fmla="*/ 1281961 h 1588517"/>
                  <a:gd name="connsiteX1111" fmla="*/ 126229 w 470489"/>
                  <a:gd name="connsiteY1111" fmla="*/ 1286879 h 1588517"/>
                  <a:gd name="connsiteX1112" fmla="*/ 129508 w 470489"/>
                  <a:gd name="connsiteY1112" fmla="*/ 1283600 h 1588517"/>
                  <a:gd name="connsiteX1113" fmla="*/ 132786 w 470489"/>
                  <a:gd name="connsiteY1113" fmla="*/ 1286879 h 1588517"/>
                  <a:gd name="connsiteX1114" fmla="*/ 137704 w 470489"/>
                  <a:gd name="connsiteY1114" fmla="*/ 1290158 h 1588517"/>
                  <a:gd name="connsiteX1115" fmla="*/ 136065 w 470489"/>
                  <a:gd name="connsiteY1115" fmla="*/ 1293437 h 1588517"/>
                  <a:gd name="connsiteX1116" fmla="*/ 132786 w 470489"/>
                  <a:gd name="connsiteY1116" fmla="*/ 1293437 h 1588517"/>
                  <a:gd name="connsiteX1117" fmla="*/ 127868 w 470489"/>
                  <a:gd name="connsiteY1117" fmla="*/ 1291797 h 1588517"/>
                  <a:gd name="connsiteX1118" fmla="*/ 127868 w 470489"/>
                  <a:gd name="connsiteY1118" fmla="*/ 1290158 h 1588517"/>
                  <a:gd name="connsiteX1119" fmla="*/ 124589 w 470489"/>
                  <a:gd name="connsiteY1119" fmla="*/ 1288519 h 1588517"/>
                  <a:gd name="connsiteX1120" fmla="*/ 124589 w 470489"/>
                  <a:gd name="connsiteY1120" fmla="*/ 1286879 h 1588517"/>
                  <a:gd name="connsiteX1121" fmla="*/ 122950 w 470489"/>
                  <a:gd name="connsiteY1121" fmla="*/ 1283600 h 1588517"/>
                  <a:gd name="connsiteX1122" fmla="*/ 121311 w 470489"/>
                  <a:gd name="connsiteY1122" fmla="*/ 1280322 h 1588517"/>
                  <a:gd name="connsiteX1123" fmla="*/ 122950 w 470489"/>
                  <a:gd name="connsiteY1123" fmla="*/ 1278683 h 1588517"/>
                  <a:gd name="connsiteX1124" fmla="*/ 124589 w 470489"/>
                  <a:gd name="connsiteY1124" fmla="*/ 1275404 h 1588517"/>
                  <a:gd name="connsiteX1125" fmla="*/ 129508 w 470489"/>
                  <a:gd name="connsiteY1125" fmla="*/ 1272125 h 1588517"/>
                  <a:gd name="connsiteX1126" fmla="*/ 131147 w 470489"/>
                  <a:gd name="connsiteY1126" fmla="*/ 1268847 h 1588517"/>
                  <a:gd name="connsiteX1127" fmla="*/ 134426 w 470489"/>
                  <a:gd name="connsiteY1127" fmla="*/ 1267207 h 1588517"/>
                  <a:gd name="connsiteX1128" fmla="*/ 139344 w 470489"/>
                  <a:gd name="connsiteY1128" fmla="*/ 1267207 h 1588517"/>
                  <a:gd name="connsiteX1129" fmla="*/ 134426 w 470489"/>
                  <a:gd name="connsiteY1129" fmla="*/ 1265568 h 1588517"/>
                  <a:gd name="connsiteX1130" fmla="*/ 136065 w 470489"/>
                  <a:gd name="connsiteY1130" fmla="*/ 1262289 h 1588517"/>
                  <a:gd name="connsiteX1131" fmla="*/ 139344 w 470489"/>
                  <a:gd name="connsiteY1131" fmla="*/ 1263929 h 1588517"/>
                  <a:gd name="connsiteX1132" fmla="*/ 140983 w 470489"/>
                  <a:gd name="connsiteY1132" fmla="*/ 1260650 h 1588517"/>
                  <a:gd name="connsiteX1133" fmla="*/ 145901 w 470489"/>
                  <a:gd name="connsiteY1133" fmla="*/ 1262289 h 1588517"/>
                  <a:gd name="connsiteX1134" fmla="*/ 142622 w 470489"/>
                  <a:gd name="connsiteY1134" fmla="*/ 1257371 h 1588517"/>
                  <a:gd name="connsiteX1135" fmla="*/ 144261 w 470489"/>
                  <a:gd name="connsiteY1135" fmla="*/ 1254093 h 1588517"/>
                  <a:gd name="connsiteX1136" fmla="*/ 140983 w 470489"/>
                  <a:gd name="connsiteY1136" fmla="*/ 1250814 h 1588517"/>
                  <a:gd name="connsiteX1137" fmla="*/ 140983 w 470489"/>
                  <a:gd name="connsiteY1137" fmla="*/ 1254093 h 1588517"/>
                  <a:gd name="connsiteX1138" fmla="*/ 137704 w 470489"/>
                  <a:gd name="connsiteY1138" fmla="*/ 1257371 h 1588517"/>
                  <a:gd name="connsiteX1139" fmla="*/ 134426 w 470489"/>
                  <a:gd name="connsiteY1139" fmla="*/ 1257371 h 1588517"/>
                  <a:gd name="connsiteX1140" fmla="*/ 134426 w 470489"/>
                  <a:gd name="connsiteY1140" fmla="*/ 1254093 h 1588517"/>
                  <a:gd name="connsiteX1141" fmla="*/ 137704 w 470489"/>
                  <a:gd name="connsiteY1141" fmla="*/ 1252453 h 1588517"/>
                  <a:gd name="connsiteX1142" fmla="*/ 134426 w 470489"/>
                  <a:gd name="connsiteY1142" fmla="*/ 1252453 h 1588517"/>
                  <a:gd name="connsiteX1143" fmla="*/ 131147 w 470489"/>
                  <a:gd name="connsiteY1143" fmla="*/ 1250814 h 1588517"/>
                  <a:gd name="connsiteX1144" fmla="*/ 127868 w 470489"/>
                  <a:gd name="connsiteY1144" fmla="*/ 1247535 h 1588517"/>
                  <a:gd name="connsiteX1145" fmla="*/ 132786 w 470489"/>
                  <a:gd name="connsiteY1145" fmla="*/ 1247535 h 1588517"/>
                  <a:gd name="connsiteX1146" fmla="*/ 136065 w 470489"/>
                  <a:gd name="connsiteY1146" fmla="*/ 1247535 h 1588517"/>
                  <a:gd name="connsiteX1147" fmla="*/ 139344 w 470489"/>
                  <a:gd name="connsiteY1147" fmla="*/ 1244256 h 1588517"/>
                  <a:gd name="connsiteX1148" fmla="*/ 144261 w 470489"/>
                  <a:gd name="connsiteY1148" fmla="*/ 1245896 h 1588517"/>
                  <a:gd name="connsiteX1149" fmla="*/ 147540 w 470489"/>
                  <a:gd name="connsiteY1149" fmla="*/ 1245896 h 1588517"/>
                  <a:gd name="connsiteX1150" fmla="*/ 149180 w 470489"/>
                  <a:gd name="connsiteY1150" fmla="*/ 1250814 h 1588517"/>
                  <a:gd name="connsiteX1151" fmla="*/ 154098 w 470489"/>
                  <a:gd name="connsiteY1151" fmla="*/ 1250814 h 1588517"/>
                  <a:gd name="connsiteX1152" fmla="*/ 150819 w 470489"/>
                  <a:gd name="connsiteY1152" fmla="*/ 1247535 h 1588517"/>
                  <a:gd name="connsiteX1153" fmla="*/ 152458 w 470489"/>
                  <a:gd name="connsiteY1153" fmla="*/ 1244256 h 1588517"/>
                  <a:gd name="connsiteX1154" fmla="*/ 154098 w 470489"/>
                  <a:gd name="connsiteY1154" fmla="*/ 1244256 h 1588517"/>
                  <a:gd name="connsiteX1155" fmla="*/ 157376 w 470489"/>
                  <a:gd name="connsiteY1155" fmla="*/ 1244256 h 1588517"/>
                  <a:gd name="connsiteX1156" fmla="*/ 160655 w 470489"/>
                  <a:gd name="connsiteY1156" fmla="*/ 1244256 h 1588517"/>
                  <a:gd name="connsiteX1157" fmla="*/ 160655 w 470489"/>
                  <a:gd name="connsiteY1157" fmla="*/ 1249174 h 1588517"/>
                  <a:gd name="connsiteX1158" fmla="*/ 165573 w 470489"/>
                  <a:gd name="connsiteY1158" fmla="*/ 1249174 h 1588517"/>
                  <a:gd name="connsiteX1159" fmla="*/ 163934 w 470489"/>
                  <a:gd name="connsiteY1159" fmla="*/ 1254093 h 1588517"/>
                  <a:gd name="connsiteX1160" fmla="*/ 167212 w 470489"/>
                  <a:gd name="connsiteY1160" fmla="*/ 1255732 h 1588517"/>
                  <a:gd name="connsiteX1161" fmla="*/ 167212 w 470489"/>
                  <a:gd name="connsiteY1161" fmla="*/ 1252453 h 1588517"/>
                  <a:gd name="connsiteX1162" fmla="*/ 170491 w 470489"/>
                  <a:gd name="connsiteY1162" fmla="*/ 1255732 h 1588517"/>
                  <a:gd name="connsiteX1163" fmla="*/ 170491 w 470489"/>
                  <a:gd name="connsiteY1163" fmla="*/ 1259010 h 1588517"/>
                  <a:gd name="connsiteX1164" fmla="*/ 167212 w 470489"/>
                  <a:gd name="connsiteY1164" fmla="*/ 1262289 h 1588517"/>
                  <a:gd name="connsiteX1165" fmla="*/ 162294 w 470489"/>
                  <a:gd name="connsiteY1165" fmla="*/ 1263929 h 1588517"/>
                  <a:gd name="connsiteX1166" fmla="*/ 159016 w 470489"/>
                  <a:gd name="connsiteY1166" fmla="*/ 1263929 h 1588517"/>
                  <a:gd name="connsiteX1167" fmla="*/ 155737 w 470489"/>
                  <a:gd name="connsiteY1167" fmla="*/ 1262289 h 1588517"/>
                  <a:gd name="connsiteX1168" fmla="*/ 159016 w 470489"/>
                  <a:gd name="connsiteY1168" fmla="*/ 1263929 h 1588517"/>
                  <a:gd name="connsiteX1169" fmla="*/ 162294 w 470489"/>
                  <a:gd name="connsiteY1169" fmla="*/ 1263929 h 1588517"/>
                  <a:gd name="connsiteX1170" fmla="*/ 167212 w 470489"/>
                  <a:gd name="connsiteY1170" fmla="*/ 1263929 h 1588517"/>
                  <a:gd name="connsiteX1171" fmla="*/ 170491 w 470489"/>
                  <a:gd name="connsiteY1171" fmla="*/ 1263929 h 1588517"/>
                  <a:gd name="connsiteX1172" fmla="*/ 173770 w 470489"/>
                  <a:gd name="connsiteY1172" fmla="*/ 1265568 h 1588517"/>
                  <a:gd name="connsiteX1173" fmla="*/ 177048 w 470489"/>
                  <a:gd name="connsiteY1173" fmla="*/ 1265568 h 1588517"/>
                  <a:gd name="connsiteX1174" fmla="*/ 173770 w 470489"/>
                  <a:gd name="connsiteY1174" fmla="*/ 1263929 h 1588517"/>
                  <a:gd name="connsiteX1175" fmla="*/ 173770 w 470489"/>
                  <a:gd name="connsiteY1175" fmla="*/ 1259010 h 1588517"/>
                  <a:gd name="connsiteX1176" fmla="*/ 177048 w 470489"/>
                  <a:gd name="connsiteY1176" fmla="*/ 1260650 h 1588517"/>
                  <a:gd name="connsiteX1177" fmla="*/ 180327 w 470489"/>
                  <a:gd name="connsiteY1177" fmla="*/ 1263929 h 1588517"/>
                  <a:gd name="connsiteX1178" fmla="*/ 181966 w 470489"/>
                  <a:gd name="connsiteY1178" fmla="*/ 1267207 h 1588517"/>
                  <a:gd name="connsiteX1179" fmla="*/ 181966 w 470489"/>
                  <a:gd name="connsiteY1179" fmla="*/ 1270486 h 1588517"/>
                  <a:gd name="connsiteX1180" fmla="*/ 180327 w 470489"/>
                  <a:gd name="connsiteY1180" fmla="*/ 1273764 h 1588517"/>
                  <a:gd name="connsiteX1181" fmla="*/ 180327 w 470489"/>
                  <a:gd name="connsiteY1181" fmla="*/ 1278683 h 1588517"/>
                  <a:gd name="connsiteX1182" fmla="*/ 185245 w 470489"/>
                  <a:gd name="connsiteY1182" fmla="*/ 1277043 h 1588517"/>
                  <a:gd name="connsiteX1183" fmla="*/ 185245 w 470489"/>
                  <a:gd name="connsiteY1183" fmla="*/ 1273764 h 1588517"/>
                  <a:gd name="connsiteX1184" fmla="*/ 185245 w 470489"/>
                  <a:gd name="connsiteY1184" fmla="*/ 1268847 h 1588517"/>
                  <a:gd name="connsiteX1185" fmla="*/ 188524 w 470489"/>
                  <a:gd name="connsiteY1185" fmla="*/ 1265568 h 1588517"/>
                  <a:gd name="connsiteX1186" fmla="*/ 188524 w 470489"/>
                  <a:gd name="connsiteY1186" fmla="*/ 1262289 h 1588517"/>
                  <a:gd name="connsiteX1187" fmla="*/ 190163 w 470489"/>
                  <a:gd name="connsiteY1187" fmla="*/ 1257371 h 1588517"/>
                  <a:gd name="connsiteX1188" fmla="*/ 188524 w 470489"/>
                  <a:gd name="connsiteY1188" fmla="*/ 1254093 h 1588517"/>
                  <a:gd name="connsiteX1189" fmla="*/ 188524 w 470489"/>
                  <a:gd name="connsiteY1189" fmla="*/ 1257371 h 1588517"/>
                  <a:gd name="connsiteX1190" fmla="*/ 186884 w 470489"/>
                  <a:gd name="connsiteY1190" fmla="*/ 1262289 h 1588517"/>
                  <a:gd name="connsiteX1191" fmla="*/ 183606 w 470489"/>
                  <a:gd name="connsiteY1191" fmla="*/ 1265568 h 1588517"/>
                  <a:gd name="connsiteX1192" fmla="*/ 183606 w 470489"/>
                  <a:gd name="connsiteY1192" fmla="*/ 1262289 h 1588517"/>
                  <a:gd name="connsiteX1193" fmla="*/ 183606 w 470489"/>
                  <a:gd name="connsiteY1193" fmla="*/ 1257371 h 1588517"/>
                  <a:gd name="connsiteX1194" fmla="*/ 180327 w 470489"/>
                  <a:gd name="connsiteY1194" fmla="*/ 1254093 h 1588517"/>
                  <a:gd name="connsiteX1195" fmla="*/ 180327 w 470489"/>
                  <a:gd name="connsiteY1195" fmla="*/ 1250814 h 1588517"/>
                  <a:gd name="connsiteX1196" fmla="*/ 180327 w 470489"/>
                  <a:gd name="connsiteY1196" fmla="*/ 1245896 h 1588517"/>
                  <a:gd name="connsiteX1197" fmla="*/ 181966 w 470489"/>
                  <a:gd name="connsiteY1197" fmla="*/ 1242617 h 1588517"/>
                  <a:gd name="connsiteX1198" fmla="*/ 185245 w 470489"/>
                  <a:gd name="connsiteY1198" fmla="*/ 1239339 h 1588517"/>
                  <a:gd name="connsiteX1199" fmla="*/ 190163 w 470489"/>
                  <a:gd name="connsiteY1199" fmla="*/ 1237699 h 1588517"/>
                  <a:gd name="connsiteX1200" fmla="*/ 185245 w 470489"/>
                  <a:gd name="connsiteY1200" fmla="*/ 1237699 h 1588517"/>
                  <a:gd name="connsiteX1201" fmla="*/ 181966 w 470489"/>
                  <a:gd name="connsiteY1201" fmla="*/ 1239339 h 1588517"/>
                  <a:gd name="connsiteX1202" fmla="*/ 178688 w 470489"/>
                  <a:gd name="connsiteY1202" fmla="*/ 1242617 h 1588517"/>
                  <a:gd name="connsiteX1203" fmla="*/ 177048 w 470489"/>
                  <a:gd name="connsiteY1203" fmla="*/ 1239339 h 1588517"/>
                  <a:gd name="connsiteX1204" fmla="*/ 177048 w 470489"/>
                  <a:gd name="connsiteY1204" fmla="*/ 1234420 h 1588517"/>
                  <a:gd name="connsiteX1205" fmla="*/ 177048 w 470489"/>
                  <a:gd name="connsiteY1205" fmla="*/ 1231142 h 1588517"/>
                  <a:gd name="connsiteX1206" fmla="*/ 177048 w 470489"/>
                  <a:gd name="connsiteY1206" fmla="*/ 1227863 h 1588517"/>
                  <a:gd name="connsiteX1207" fmla="*/ 180327 w 470489"/>
                  <a:gd name="connsiteY1207" fmla="*/ 1226224 h 1588517"/>
                  <a:gd name="connsiteX1208" fmla="*/ 183606 w 470489"/>
                  <a:gd name="connsiteY1208" fmla="*/ 1222945 h 1588517"/>
                  <a:gd name="connsiteX1209" fmla="*/ 186884 w 470489"/>
                  <a:gd name="connsiteY1209" fmla="*/ 1226224 h 1588517"/>
                  <a:gd name="connsiteX1210" fmla="*/ 191802 w 470489"/>
                  <a:gd name="connsiteY1210" fmla="*/ 1227863 h 1588517"/>
                  <a:gd name="connsiteX1211" fmla="*/ 195081 w 470489"/>
                  <a:gd name="connsiteY1211" fmla="*/ 1229503 h 1588517"/>
                  <a:gd name="connsiteX1212" fmla="*/ 198360 w 470489"/>
                  <a:gd name="connsiteY1212" fmla="*/ 1229503 h 1588517"/>
                  <a:gd name="connsiteX1213" fmla="*/ 198360 w 470489"/>
                  <a:gd name="connsiteY1213" fmla="*/ 1227863 h 1588517"/>
                  <a:gd name="connsiteX1214" fmla="*/ 196720 w 470489"/>
                  <a:gd name="connsiteY1214" fmla="*/ 1226224 h 1588517"/>
                  <a:gd name="connsiteX1215" fmla="*/ 193442 w 470489"/>
                  <a:gd name="connsiteY1215" fmla="*/ 1227863 h 1588517"/>
                  <a:gd name="connsiteX1216" fmla="*/ 190163 w 470489"/>
                  <a:gd name="connsiteY1216" fmla="*/ 1224584 h 1588517"/>
                  <a:gd name="connsiteX1217" fmla="*/ 185245 w 470489"/>
                  <a:gd name="connsiteY1217" fmla="*/ 1222945 h 1588517"/>
                  <a:gd name="connsiteX1218" fmla="*/ 181966 w 470489"/>
                  <a:gd name="connsiteY1218" fmla="*/ 1221306 h 1588517"/>
                  <a:gd name="connsiteX1219" fmla="*/ 177048 w 470489"/>
                  <a:gd name="connsiteY1219" fmla="*/ 1222945 h 1588517"/>
                  <a:gd name="connsiteX1220" fmla="*/ 173770 w 470489"/>
                  <a:gd name="connsiteY1220" fmla="*/ 1221306 h 1588517"/>
                  <a:gd name="connsiteX1221" fmla="*/ 177048 w 470489"/>
                  <a:gd name="connsiteY1221" fmla="*/ 1218027 h 1588517"/>
                  <a:gd name="connsiteX1222" fmla="*/ 173770 w 470489"/>
                  <a:gd name="connsiteY1222" fmla="*/ 1213109 h 1588517"/>
                  <a:gd name="connsiteX1223" fmla="*/ 172130 w 470489"/>
                  <a:gd name="connsiteY1223" fmla="*/ 1209830 h 1588517"/>
                  <a:gd name="connsiteX1224" fmla="*/ 173770 w 470489"/>
                  <a:gd name="connsiteY1224" fmla="*/ 1208191 h 1588517"/>
                  <a:gd name="connsiteX1225" fmla="*/ 177048 w 470489"/>
                  <a:gd name="connsiteY1225" fmla="*/ 1208191 h 1588517"/>
                  <a:gd name="connsiteX1226" fmla="*/ 180327 w 470489"/>
                  <a:gd name="connsiteY1226" fmla="*/ 1208191 h 1588517"/>
                  <a:gd name="connsiteX1227" fmla="*/ 183606 w 470489"/>
                  <a:gd name="connsiteY1227" fmla="*/ 1203273 h 1588517"/>
                  <a:gd name="connsiteX1228" fmla="*/ 186884 w 470489"/>
                  <a:gd name="connsiteY1228" fmla="*/ 1201634 h 1588517"/>
                  <a:gd name="connsiteX1229" fmla="*/ 190163 w 470489"/>
                  <a:gd name="connsiteY1229" fmla="*/ 1196716 h 1588517"/>
                  <a:gd name="connsiteX1230" fmla="*/ 190163 w 470489"/>
                  <a:gd name="connsiteY1230" fmla="*/ 1193437 h 1588517"/>
                  <a:gd name="connsiteX1231" fmla="*/ 188524 w 470489"/>
                  <a:gd name="connsiteY1231" fmla="*/ 1190159 h 1588517"/>
                  <a:gd name="connsiteX1232" fmla="*/ 190163 w 470489"/>
                  <a:gd name="connsiteY1232" fmla="*/ 1185240 h 1588517"/>
                  <a:gd name="connsiteX1233" fmla="*/ 188524 w 470489"/>
                  <a:gd name="connsiteY1233" fmla="*/ 1181962 h 1588517"/>
                  <a:gd name="connsiteX1234" fmla="*/ 183606 w 470489"/>
                  <a:gd name="connsiteY1234" fmla="*/ 1185240 h 1588517"/>
                  <a:gd name="connsiteX1235" fmla="*/ 180327 w 470489"/>
                  <a:gd name="connsiteY1235" fmla="*/ 1183601 h 1588517"/>
                  <a:gd name="connsiteX1236" fmla="*/ 177048 w 470489"/>
                  <a:gd name="connsiteY1236" fmla="*/ 1181962 h 1588517"/>
                  <a:gd name="connsiteX1237" fmla="*/ 173770 w 470489"/>
                  <a:gd name="connsiteY1237" fmla="*/ 1178683 h 1588517"/>
                  <a:gd name="connsiteX1238" fmla="*/ 168851 w 470489"/>
                  <a:gd name="connsiteY1238" fmla="*/ 1178683 h 1588517"/>
                  <a:gd name="connsiteX1239" fmla="*/ 165573 w 470489"/>
                  <a:gd name="connsiteY1239" fmla="*/ 1175404 h 1588517"/>
                  <a:gd name="connsiteX1240" fmla="*/ 163934 w 470489"/>
                  <a:gd name="connsiteY1240" fmla="*/ 1175404 h 1588517"/>
                  <a:gd name="connsiteX1241" fmla="*/ 160655 w 470489"/>
                  <a:gd name="connsiteY1241" fmla="*/ 1173765 h 1588517"/>
                  <a:gd name="connsiteX1242" fmla="*/ 162294 w 470489"/>
                  <a:gd name="connsiteY1242" fmla="*/ 1168847 h 1588517"/>
                  <a:gd name="connsiteX1243" fmla="*/ 165573 w 470489"/>
                  <a:gd name="connsiteY1243" fmla="*/ 1170486 h 1588517"/>
                  <a:gd name="connsiteX1244" fmla="*/ 163934 w 470489"/>
                  <a:gd name="connsiteY1244" fmla="*/ 1165569 h 1588517"/>
                  <a:gd name="connsiteX1245" fmla="*/ 163934 w 470489"/>
                  <a:gd name="connsiteY1245" fmla="*/ 1162290 h 1588517"/>
                  <a:gd name="connsiteX1246" fmla="*/ 165573 w 470489"/>
                  <a:gd name="connsiteY1246" fmla="*/ 1157372 h 1588517"/>
                  <a:gd name="connsiteX1247" fmla="*/ 168851 w 470489"/>
                  <a:gd name="connsiteY1247" fmla="*/ 1155732 h 1588517"/>
                  <a:gd name="connsiteX1248" fmla="*/ 167212 w 470489"/>
                  <a:gd name="connsiteY1248" fmla="*/ 1152454 h 1588517"/>
                  <a:gd name="connsiteX1249" fmla="*/ 165573 w 470489"/>
                  <a:gd name="connsiteY1249" fmla="*/ 1155732 h 1588517"/>
                  <a:gd name="connsiteX1250" fmla="*/ 162294 w 470489"/>
                  <a:gd name="connsiteY1250" fmla="*/ 1154093 h 1588517"/>
                  <a:gd name="connsiteX1251" fmla="*/ 162294 w 470489"/>
                  <a:gd name="connsiteY1251" fmla="*/ 1152454 h 1588517"/>
                  <a:gd name="connsiteX1252" fmla="*/ 163934 w 470489"/>
                  <a:gd name="connsiteY1252" fmla="*/ 1149175 h 1588517"/>
                  <a:gd name="connsiteX1253" fmla="*/ 162294 w 470489"/>
                  <a:gd name="connsiteY1253" fmla="*/ 1149175 h 1588517"/>
                  <a:gd name="connsiteX1254" fmla="*/ 159016 w 470489"/>
                  <a:gd name="connsiteY1254" fmla="*/ 1145896 h 1588517"/>
                  <a:gd name="connsiteX1255" fmla="*/ 155737 w 470489"/>
                  <a:gd name="connsiteY1255" fmla="*/ 1142617 h 1588517"/>
                  <a:gd name="connsiteX1256" fmla="*/ 154098 w 470489"/>
                  <a:gd name="connsiteY1256" fmla="*/ 1139339 h 1588517"/>
                  <a:gd name="connsiteX1257" fmla="*/ 154098 w 470489"/>
                  <a:gd name="connsiteY1257" fmla="*/ 1134421 h 1588517"/>
                  <a:gd name="connsiteX1258" fmla="*/ 157376 w 470489"/>
                  <a:gd name="connsiteY1258" fmla="*/ 1131142 h 1588517"/>
                  <a:gd name="connsiteX1259" fmla="*/ 155737 w 470489"/>
                  <a:gd name="connsiteY1259" fmla="*/ 1127863 h 1588517"/>
                  <a:gd name="connsiteX1260" fmla="*/ 155737 w 470489"/>
                  <a:gd name="connsiteY1260" fmla="*/ 1122946 h 1588517"/>
                  <a:gd name="connsiteX1261" fmla="*/ 160655 w 470489"/>
                  <a:gd name="connsiteY1261" fmla="*/ 1122946 h 1588517"/>
                  <a:gd name="connsiteX1262" fmla="*/ 159016 w 470489"/>
                  <a:gd name="connsiteY1262" fmla="*/ 1119667 h 1588517"/>
                  <a:gd name="connsiteX1263" fmla="*/ 157376 w 470489"/>
                  <a:gd name="connsiteY1263" fmla="*/ 1118027 h 1588517"/>
                  <a:gd name="connsiteX1264" fmla="*/ 154098 w 470489"/>
                  <a:gd name="connsiteY1264" fmla="*/ 1116388 h 1588517"/>
                  <a:gd name="connsiteX1265" fmla="*/ 152458 w 470489"/>
                  <a:gd name="connsiteY1265" fmla="*/ 1111470 h 1588517"/>
                  <a:gd name="connsiteX1266" fmla="*/ 152458 w 470489"/>
                  <a:gd name="connsiteY1266" fmla="*/ 1108192 h 1588517"/>
                  <a:gd name="connsiteX1267" fmla="*/ 149180 w 470489"/>
                  <a:gd name="connsiteY1267" fmla="*/ 1104913 h 1588517"/>
                  <a:gd name="connsiteX1268" fmla="*/ 150819 w 470489"/>
                  <a:gd name="connsiteY1268" fmla="*/ 1099995 h 1588517"/>
                  <a:gd name="connsiteX1269" fmla="*/ 154098 w 470489"/>
                  <a:gd name="connsiteY1269" fmla="*/ 1101634 h 1588517"/>
                  <a:gd name="connsiteX1270" fmla="*/ 157376 w 470489"/>
                  <a:gd name="connsiteY1270" fmla="*/ 1103273 h 1588517"/>
                  <a:gd name="connsiteX1271" fmla="*/ 159016 w 470489"/>
                  <a:gd name="connsiteY1271" fmla="*/ 1101634 h 1588517"/>
                  <a:gd name="connsiteX1272" fmla="*/ 159016 w 470489"/>
                  <a:gd name="connsiteY1272" fmla="*/ 1101634 h 1588517"/>
                  <a:gd name="connsiteX1273" fmla="*/ 154098 w 470489"/>
                  <a:gd name="connsiteY1273" fmla="*/ 1099995 h 1588517"/>
                  <a:gd name="connsiteX1274" fmla="*/ 150819 w 470489"/>
                  <a:gd name="connsiteY1274" fmla="*/ 1096716 h 1588517"/>
                  <a:gd name="connsiteX1275" fmla="*/ 147540 w 470489"/>
                  <a:gd name="connsiteY1275" fmla="*/ 1093437 h 1588517"/>
                  <a:gd name="connsiteX1276" fmla="*/ 145901 w 470489"/>
                  <a:gd name="connsiteY1276" fmla="*/ 1090159 h 1588517"/>
                  <a:gd name="connsiteX1277" fmla="*/ 149180 w 470489"/>
                  <a:gd name="connsiteY1277" fmla="*/ 1088520 h 1588517"/>
                  <a:gd name="connsiteX1278" fmla="*/ 154098 w 470489"/>
                  <a:gd name="connsiteY1278" fmla="*/ 1088520 h 1588517"/>
                  <a:gd name="connsiteX1279" fmla="*/ 155737 w 470489"/>
                  <a:gd name="connsiteY1279" fmla="*/ 1091798 h 1588517"/>
                  <a:gd name="connsiteX1280" fmla="*/ 159016 w 470489"/>
                  <a:gd name="connsiteY1280" fmla="*/ 1095077 h 1588517"/>
                  <a:gd name="connsiteX1281" fmla="*/ 162294 w 470489"/>
                  <a:gd name="connsiteY1281" fmla="*/ 1099995 h 1588517"/>
                  <a:gd name="connsiteX1282" fmla="*/ 162294 w 470489"/>
                  <a:gd name="connsiteY1282" fmla="*/ 1098356 h 1588517"/>
                  <a:gd name="connsiteX1283" fmla="*/ 160655 w 470489"/>
                  <a:gd name="connsiteY1283" fmla="*/ 1096716 h 1588517"/>
                  <a:gd name="connsiteX1284" fmla="*/ 159016 w 470489"/>
                  <a:gd name="connsiteY1284" fmla="*/ 1093437 h 1588517"/>
                  <a:gd name="connsiteX1285" fmla="*/ 157376 w 470489"/>
                  <a:gd name="connsiteY1285" fmla="*/ 1088520 h 1588517"/>
                  <a:gd name="connsiteX1286" fmla="*/ 155737 w 470489"/>
                  <a:gd name="connsiteY1286" fmla="*/ 1085241 h 1588517"/>
                  <a:gd name="connsiteX1287" fmla="*/ 155737 w 470489"/>
                  <a:gd name="connsiteY1287" fmla="*/ 1085241 h 1588517"/>
                  <a:gd name="connsiteX1288" fmla="*/ 154098 w 470489"/>
                  <a:gd name="connsiteY1288" fmla="*/ 1080323 h 1588517"/>
                  <a:gd name="connsiteX1289" fmla="*/ 152458 w 470489"/>
                  <a:gd name="connsiteY1289" fmla="*/ 1077044 h 1588517"/>
                  <a:gd name="connsiteX1290" fmla="*/ 147540 w 470489"/>
                  <a:gd name="connsiteY1290" fmla="*/ 1080323 h 1588517"/>
                  <a:gd name="connsiteX1291" fmla="*/ 144261 w 470489"/>
                  <a:gd name="connsiteY1291" fmla="*/ 1080323 h 1588517"/>
                  <a:gd name="connsiteX1292" fmla="*/ 140983 w 470489"/>
                  <a:gd name="connsiteY1292" fmla="*/ 1078683 h 1588517"/>
                  <a:gd name="connsiteX1293" fmla="*/ 139344 w 470489"/>
                  <a:gd name="connsiteY1293" fmla="*/ 1073766 h 1588517"/>
                  <a:gd name="connsiteX1294" fmla="*/ 140983 w 470489"/>
                  <a:gd name="connsiteY1294" fmla="*/ 1070487 h 1588517"/>
                  <a:gd name="connsiteX1295" fmla="*/ 144261 w 470489"/>
                  <a:gd name="connsiteY1295" fmla="*/ 1067208 h 1588517"/>
                  <a:gd name="connsiteX1296" fmla="*/ 147540 w 470489"/>
                  <a:gd name="connsiteY1296" fmla="*/ 1067208 h 1588517"/>
                  <a:gd name="connsiteX1297" fmla="*/ 150819 w 470489"/>
                  <a:gd name="connsiteY1297" fmla="*/ 1065569 h 1588517"/>
                  <a:gd name="connsiteX1298" fmla="*/ 152458 w 470489"/>
                  <a:gd name="connsiteY1298" fmla="*/ 1062290 h 1588517"/>
                  <a:gd name="connsiteX1299" fmla="*/ 152458 w 470489"/>
                  <a:gd name="connsiteY1299" fmla="*/ 1057372 h 1588517"/>
                  <a:gd name="connsiteX1300" fmla="*/ 149180 w 470489"/>
                  <a:gd name="connsiteY1300" fmla="*/ 1054093 h 1588517"/>
                  <a:gd name="connsiteX1301" fmla="*/ 150819 w 470489"/>
                  <a:gd name="connsiteY1301" fmla="*/ 1057372 h 1588517"/>
                  <a:gd name="connsiteX1302" fmla="*/ 150819 w 470489"/>
                  <a:gd name="connsiteY1302" fmla="*/ 1062290 h 1588517"/>
                  <a:gd name="connsiteX1303" fmla="*/ 147540 w 470489"/>
                  <a:gd name="connsiteY1303" fmla="*/ 1065569 h 1588517"/>
                  <a:gd name="connsiteX1304" fmla="*/ 144261 w 470489"/>
                  <a:gd name="connsiteY1304" fmla="*/ 1065569 h 1588517"/>
                  <a:gd name="connsiteX1305" fmla="*/ 140983 w 470489"/>
                  <a:gd name="connsiteY1305" fmla="*/ 1065569 h 1588517"/>
                  <a:gd name="connsiteX1306" fmla="*/ 137704 w 470489"/>
                  <a:gd name="connsiteY1306" fmla="*/ 1060651 h 1588517"/>
                  <a:gd name="connsiteX1307" fmla="*/ 136065 w 470489"/>
                  <a:gd name="connsiteY1307" fmla="*/ 1059012 h 1588517"/>
                  <a:gd name="connsiteX1308" fmla="*/ 132786 w 470489"/>
                  <a:gd name="connsiteY1308" fmla="*/ 1057372 h 1588517"/>
                  <a:gd name="connsiteX1309" fmla="*/ 129508 w 470489"/>
                  <a:gd name="connsiteY1309" fmla="*/ 1055733 h 1588517"/>
                  <a:gd name="connsiteX1310" fmla="*/ 124589 w 470489"/>
                  <a:gd name="connsiteY1310" fmla="*/ 1059012 h 1588517"/>
                  <a:gd name="connsiteX1311" fmla="*/ 124589 w 470489"/>
                  <a:gd name="connsiteY1311" fmla="*/ 1062290 h 1588517"/>
                  <a:gd name="connsiteX1312" fmla="*/ 126229 w 470489"/>
                  <a:gd name="connsiteY1312" fmla="*/ 1065569 h 1588517"/>
                  <a:gd name="connsiteX1313" fmla="*/ 124589 w 470489"/>
                  <a:gd name="connsiteY1313" fmla="*/ 1070487 h 1588517"/>
                  <a:gd name="connsiteX1314" fmla="*/ 121311 w 470489"/>
                  <a:gd name="connsiteY1314" fmla="*/ 1068847 h 1588517"/>
                  <a:gd name="connsiteX1315" fmla="*/ 116393 w 470489"/>
                  <a:gd name="connsiteY1315" fmla="*/ 1070487 h 1588517"/>
                  <a:gd name="connsiteX1316" fmla="*/ 113114 w 470489"/>
                  <a:gd name="connsiteY1316" fmla="*/ 1070487 h 1588517"/>
                  <a:gd name="connsiteX1317" fmla="*/ 111475 w 470489"/>
                  <a:gd name="connsiteY1317" fmla="*/ 1068847 h 1588517"/>
                  <a:gd name="connsiteX1318" fmla="*/ 108196 w 470489"/>
                  <a:gd name="connsiteY1318" fmla="*/ 1068847 h 1588517"/>
                  <a:gd name="connsiteX1319" fmla="*/ 104917 w 470489"/>
                  <a:gd name="connsiteY1319" fmla="*/ 1068847 h 1588517"/>
                  <a:gd name="connsiteX1320" fmla="*/ 104917 w 470489"/>
                  <a:gd name="connsiteY1320" fmla="*/ 1063929 h 1588517"/>
                  <a:gd name="connsiteX1321" fmla="*/ 108196 w 470489"/>
                  <a:gd name="connsiteY1321" fmla="*/ 1062290 h 1588517"/>
                  <a:gd name="connsiteX1322" fmla="*/ 104917 w 470489"/>
                  <a:gd name="connsiteY1322" fmla="*/ 1060651 h 1588517"/>
                  <a:gd name="connsiteX1323" fmla="*/ 101639 w 470489"/>
                  <a:gd name="connsiteY1323" fmla="*/ 1060651 h 1588517"/>
                  <a:gd name="connsiteX1324" fmla="*/ 98360 w 470489"/>
                  <a:gd name="connsiteY1324" fmla="*/ 1057372 h 1588517"/>
                  <a:gd name="connsiteX1325" fmla="*/ 95081 w 470489"/>
                  <a:gd name="connsiteY1325" fmla="*/ 1054093 h 1588517"/>
                  <a:gd name="connsiteX1326" fmla="*/ 93442 w 470489"/>
                  <a:gd name="connsiteY1326" fmla="*/ 1049176 h 1588517"/>
                  <a:gd name="connsiteX1327" fmla="*/ 91803 w 470489"/>
                  <a:gd name="connsiteY1327" fmla="*/ 1045897 h 1588517"/>
                  <a:gd name="connsiteX1328" fmla="*/ 88524 w 470489"/>
                  <a:gd name="connsiteY1328" fmla="*/ 1042618 h 1588517"/>
                  <a:gd name="connsiteX1329" fmla="*/ 86885 w 470489"/>
                  <a:gd name="connsiteY1329" fmla="*/ 1037700 h 1588517"/>
                  <a:gd name="connsiteX1330" fmla="*/ 83606 w 470489"/>
                  <a:gd name="connsiteY1330" fmla="*/ 1034422 h 1588517"/>
                  <a:gd name="connsiteX1331" fmla="*/ 86885 w 470489"/>
                  <a:gd name="connsiteY1331" fmla="*/ 1031143 h 1588517"/>
                  <a:gd name="connsiteX1332" fmla="*/ 83606 w 470489"/>
                  <a:gd name="connsiteY1332" fmla="*/ 1026225 h 1588517"/>
                  <a:gd name="connsiteX1333" fmla="*/ 83606 w 470489"/>
                  <a:gd name="connsiteY1333" fmla="*/ 1022946 h 1588517"/>
                  <a:gd name="connsiteX1334" fmla="*/ 83606 w 470489"/>
                  <a:gd name="connsiteY1334" fmla="*/ 1022946 h 1588517"/>
                  <a:gd name="connsiteX1335" fmla="*/ 83606 w 470489"/>
                  <a:gd name="connsiteY1335" fmla="*/ 1019667 h 1588517"/>
                  <a:gd name="connsiteX1336" fmla="*/ 85245 w 470489"/>
                  <a:gd name="connsiteY1336" fmla="*/ 1016389 h 1588517"/>
                  <a:gd name="connsiteX1337" fmla="*/ 83606 w 470489"/>
                  <a:gd name="connsiteY1337" fmla="*/ 1013110 h 1588517"/>
                  <a:gd name="connsiteX1338" fmla="*/ 83606 w 470489"/>
                  <a:gd name="connsiteY1338" fmla="*/ 1008192 h 1588517"/>
                  <a:gd name="connsiteX1339" fmla="*/ 81967 w 470489"/>
                  <a:gd name="connsiteY1339" fmla="*/ 1004913 h 1588517"/>
                  <a:gd name="connsiteX1340" fmla="*/ 81967 w 470489"/>
                  <a:gd name="connsiteY1340" fmla="*/ 999995 h 1588517"/>
                  <a:gd name="connsiteX1341" fmla="*/ 80327 w 470489"/>
                  <a:gd name="connsiteY1341" fmla="*/ 998356 h 1588517"/>
                  <a:gd name="connsiteX1342" fmla="*/ 81967 w 470489"/>
                  <a:gd name="connsiteY1342" fmla="*/ 995077 h 1588517"/>
                  <a:gd name="connsiteX1343" fmla="*/ 78688 w 470489"/>
                  <a:gd name="connsiteY1343" fmla="*/ 991799 h 1588517"/>
                  <a:gd name="connsiteX1344" fmla="*/ 80327 w 470489"/>
                  <a:gd name="connsiteY1344" fmla="*/ 988520 h 1588517"/>
                  <a:gd name="connsiteX1345" fmla="*/ 85245 w 470489"/>
                  <a:gd name="connsiteY1345" fmla="*/ 986880 h 1588517"/>
                  <a:gd name="connsiteX1346" fmla="*/ 88524 w 470489"/>
                  <a:gd name="connsiteY1346" fmla="*/ 985241 h 1588517"/>
                  <a:gd name="connsiteX1347" fmla="*/ 88524 w 470489"/>
                  <a:gd name="connsiteY1347" fmla="*/ 983602 h 1588517"/>
                  <a:gd name="connsiteX1348" fmla="*/ 86885 w 470489"/>
                  <a:gd name="connsiteY1348" fmla="*/ 983602 h 1588517"/>
                  <a:gd name="connsiteX1349" fmla="*/ 86885 w 470489"/>
                  <a:gd name="connsiteY1349" fmla="*/ 980323 h 1588517"/>
                  <a:gd name="connsiteX1350" fmla="*/ 86885 w 470489"/>
                  <a:gd name="connsiteY1350" fmla="*/ 977045 h 1588517"/>
                  <a:gd name="connsiteX1351" fmla="*/ 86885 w 470489"/>
                  <a:gd name="connsiteY1351" fmla="*/ 972126 h 1588517"/>
                  <a:gd name="connsiteX1352" fmla="*/ 86885 w 470489"/>
                  <a:gd name="connsiteY1352" fmla="*/ 968848 h 1588517"/>
                  <a:gd name="connsiteX1353" fmla="*/ 86885 w 470489"/>
                  <a:gd name="connsiteY1353" fmla="*/ 963930 h 1588517"/>
                  <a:gd name="connsiteX1354" fmla="*/ 86885 w 470489"/>
                  <a:gd name="connsiteY1354" fmla="*/ 963930 h 1588517"/>
                  <a:gd name="connsiteX1355" fmla="*/ 85245 w 470489"/>
                  <a:gd name="connsiteY1355" fmla="*/ 959012 h 1588517"/>
                  <a:gd name="connsiteX1356" fmla="*/ 85245 w 470489"/>
                  <a:gd name="connsiteY1356" fmla="*/ 955733 h 1588517"/>
                  <a:gd name="connsiteX1357" fmla="*/ 83606 w 470489"/>
                  <a:gd name="connsiteY1357" fmla="*/ 957373 h 1588517"/>
                  <a:gd name="connsiteX1358" fmla="*/ 81967 w 470489"/>
                  <a:gd name="connsiteY1358" fmla="*/ 954094 h 1588517"/>
                  <a:gd name="connsiteX1359" fmla="*/ 80327 w 470489"/>
                  <a:gd name="connsiteY1359" fmla="*/ 950815 h 1588517"/>
                  <a:gd name="connsiteX1360" fmla="*/ 77049 w 470489"/>
                  <a:gd name="connsiteY1360" fmla="*/ 945897 h 1588517"/>
                  <a:gd name="connsiteX1361" fmla="*/ 75409 w 470489"/>
                  <a:gd name="connsiteY1361" fmla="*/ 942619 h 1588517"/>
                  <a:gd name="connsiteX1362" fmla="*/ 72131 w 470489"/>
                  <a:gd name="connsiteY1362" fmla="*/ 939340 h 1588517"/>
                  <a:gd name="connsiteX1363" fmla="*/ 70491 w 470489"/>
                  <a:gd name="connsiteY1363" fmla="*/ 936061 h 1588517"/>
                  <a:gd name="connsiteX1364" fmla="*/ 70491 w 470489"/>
                  <a:gd name="connsiteY1364" fmla="*/ 936061 h 1588517"/>
                  <a:gd name="connsiteX1365" fmla="*/ 67213 w 470489"/>
                  <a:gd name="connsiteY1365" fmla="*/ 932782 h 1588517"/>
                  <a:gd name="connsiteX1366" fmla="*/ 65573 w 470489"/>
                  <a:gd name="connsiteY1366" fmla="*/ 927865 h 1588517"/>
                  <a:gd name="connsiteX1367" fmla="*/ 63934 w 470489"/>
                  <a:gd name="connsiteY1367" fmla="*/ 924586 h 1588517"/>
                  <a:gd name="connsiteX1368" fmla="*/ 62295 w 470489"/>
                  <a:gd name="connsiteY1368" fmla="*/ 922946 h 1588517"/>
                  <a:gd name="connsiteX1369" fmla="*/ 62295 w 470489"/>
                  <a:gd name="connsiteY1369" fmla="*/ 919668 h 1588517"/>
                  <a:gd name="connsiteX1370" fmla="*/ 60655 w 470489"/>
                  <a:gd name="connsiteY1370" fmla="*/ 916389 h 1588517"/>
                  <a:gd name="connsiteX1371" fmla="*/ 60655 w 470489"/>
                  <a:gd name="connsiteY1371" fmla="*/ 911471 h 1588517"/>
                  <a:gd name="connsiteX1372" fmla="*/ 60655 w 470489"/>
                  <a:gd name="connsiteY1372" fmla="*/ 908192 h 1588517"/>
                  <a:gd name="connsiteX1373" fmla="*/ 59016 w 470489"/>
                  <a:gd name="connsiteY1373" fmla="*/ 904914 h 1588517"/>
                  <a:gd name="connsiteX1374" fmla="*/ 55737 w 470489"/>
                  <a:gd name="connsiteY1374" fmla="*/ 899996 h 1588517"/>
                  <a:gd name="connsiteX1375" fmla="*/ 52459 w 470489"/>
                  <a:gd name="connsiteY1375" fmla="*/ 896717 h 1588517"/>
                  <a:gd name="connsiteX1376" fmla="*/ 49180 w 470489"/>
                  <a:gd name="connsiteY1376" fmla="*/ 891799 h 1588517"/>
                  <a:gd name="connsiteX1377" fmla="*/ 47541 w 470489"/>
                  <a:gd name="connsiteY1377" fmla="*/ 888520 h 1588517"/>
                  <a:gd name="connsiteX1378" fmla="*/ 45901 w 470489"/>
                  <a:gd name="connsiteY1378" fmla="*/ 885242 h 1588517"/>
                  <a:gd name="connsiteX1379" fmla="*/ 47541 w 470489"/>
                  <a:gd name="connsiteY1379" fmla="*/ 881963 h 1588517"/>
                  <a:gd name="connsiteX1380" fmla="*/ 45901 w 470489"/>
                  <a:gd name="connsiteY1380" fmla="*/ 878685 h 1588517"/>
                  <a:gd name="connsiteX1381" fmla="*/ 42623 w 470489"/>
                  <a:gd name="connsiteY1381" fmla="*/ 873766 h 1588517"/>
                  <a:gd name="connsiteX1382" fmla="*/ 42623 w 470489"/>
                  <a:gd name="connsiteY1382" fmla="*/ 870488 h 1588517"/>
                  <a:gd name="connsiteX1383" fmla="*/ 42623 w 470489"/>
                  <a:gd name="connsiteY1383" fmla="*/ 867209 h 1588517"/>
                  <a:gd name="connsiteX1384" fmla="*/ 45901 w 470489"/>
                  <a:gd name="connsiteY1384" fmla="*/ 868848 h 1588517"/>
                  <a:gd name="connsiteX1385" fmla="*/ 49180 w 470489"/>
                  <a:gd name="connsiteY1385" fmla="*/ 870488 h 1588517"/>
                  <a:gd name="connsiteX1386" fmla="*/ 54098 w 470489"/>
                  <a:gd name="connsiteY1386" fmla="*/ 868848 h 1588517"/>
                  <a:gd name="connsiteX1387" fmla="*/ 57377 w 470489"/>
                  <a:gd name="connsiteY1387" fmla="*/ 865570 h 1588517"/>
                  <a:gd name="connsiteX1388" fmla="*/ 57377 w 470489"/>
                  <a:gd name="connsiteY1388" fmla="*/ 862291 h 1588517"/>
                  <a:gd name="connsiteX1389" fmla="*/ 55737 w 470489"/>
                  <a:gd name="connsiteY1389" fmla="*/ 857373 h 1588517"/>
                  <a:gd name="connsiteX1390" fmla="*/ 55737 w 470489"/>
                  <a:gd name="connsiteY1390" fmla="*/ 854095 h 1588517"/>
                  <a:gd name="connsiteX1391" fmla="*/ 54098 w 470489"/>
                  <a:gd name="connsiteY1391" fmla="*/ 850816 h 1588517"/>
                  <a:gd name="connsiteX1392" fmla="*/ 52459 w 470489"/>
                  <a:gd name="connsiteY1392" fmla="*/ 850816 h 1588517"/>
                  <a:gd name="connsiteX1393" fmla="*/ 52459 w 470489"/>
                  <a:gd name="connsiteY1393" fmla="*/ 845898 h 1588517"/>
                  <a:gd name="connsiteX1394" fmla="*/ 54098 w 470489"/>
                  <a:gd name="connsiteY1394" fmla="*/ 842619 h 1588517"/>
                  <a:gd name="connsiteX1395" fmla="*/ 54098 w 470489"/>
                  <a:gd name="connsiteY1395" fmla="*/ 845898 h 1588517"/>
                  <a:gd name="connsiteX1396" fmla="*/ 59016 w 470489"/>
                  <a:gd name="connsiteY1396" fmla="*/ 847537 h 1588517"/>
                  <a:gd name="connsiteX1397" fmla="*/ 59016 w 470489"/>
                  <a:gd name="connsiteY1397" fmla="*/ 842619 h 1588517"/>
                  <a:gd name="connsiteX1398" fmla="*/ 57377 w 470489"/>
                  <a:gd name="connsiteY1398" fmla="*/ 839340 h 1588517"/>
                  <a:gd name="connsiteX1399" fmla="*/ 59016 w 470489"/>
                  <a:gd name="connsiteY1399" fmla="*/ 836062 h 1588517"/>
                  <a:gd name="connsiteX1400" fmla="*/ 59016 w 470489"/>
                  <a:gd name="connsiteY1400" fmla="*/ 832783 h 1588517"/>
                  <a:gd name="connsiteX1401" fmla="*/ 59016 w 470489"/>
                  <a:gd name="connsiteY1401" fmla="*/ 829504 h 1588517"/>
                  <a:gd name="connsiteX1402" fmla="*/ 59016 w 470489"/>
                  <a:gd name="connsiteY1402" fmla="*/ 826226 h 1588517"/>
                  <a:gd name="connsiteX1403" fmla="*/ 57377 w 470489"/>
                  <a:gd name="connsiteY1403" fmla="*/ 821308 h 1588517"/>
                  <a:gd name="connsiteX1404" fmla="*/ 57377 w 470489"/>
                  <a:gd name="connsiteY1404" fmla="*/ 818029 h 1588517"/>
                  <a:gd name="connsiteX1405" fmla="*/ 57377 w 470489"/>
                  <a:gd name="connsiteY1405" fmla="*/ 816389 h 1588517"/>
                  <a:gd name="connsiteX1406" fmla="*/ 57377 w 470489"/>
                  <a:gd name="connsiteY1406" fmla="*/ 813111 h 1588517"/>
                  <a:gd name="connsiteX1407" fmla="*/ 59016 w 470489"/>
                  <a:gd name="connsiteY1407" fmla="*/ 808193 h 1588517"/>
                  <a:gd name="connsiteX1408" fmla="*/ 60655 w 470489"/>
                  <a:gd name="connsiteY1408" fmla="*/ 804914 h 1588517"/>
                  <a:gd name="connsiteX1409" fmla="*/ 59016 w 470489"/>
                  <a:gd name="connsiteY1409" fmla="*/ 801636 h 1588517"/>
                  <a:gd name="connsiteX1410" fmla="*/ 55737 w 470489"/>
                  <a:gd name="connsiteY1410" fmla="*/ 796718 h 1588517"/>
                  <a:gd name="connsiteX1411" fmla="*/ 59016 w 470489"/>
                  <a:gd name="connsiteY1411" fmla="*/ 793439 h 1588517"/>
                  <a:gd name="connsiteX1412" fmla="*/ 60655 w 470489"/>
                  <a:gd name="connsiteY1412" fmla="*/ 790160 h 1588517"/>
                  <a:gd name="connsiteX1413" fmla="*/ 60655 w 470489"/>
                  <a:gd name="connsiteY1413" fmla="*/ 786882 h 1588517"/>
                  <a:gd name="connsiteX1414" fmla="*/ 60655 w 470489"/>
                  <a:gd name="connsiteY1414" fmla="*/ 785242 h 1588517"/>
                  <a:gd name="connsiteX1415" fmla="*/ 60655 w 470489"/>
                  <a:gd name="connsiteY1415" fmla="*/ 783603 h 1588517"/>
                  <a:gd name="connsiteX1416" fmla="*/ 62295 w 470489"/>
                  <a:gd name="connsiteY1416" fmla="*/ 780324 h 1588517"/>
                  <a:gd name="connsiteX1417" fmla="*/ 65573 w 470489"/>
                  <a:gd name="connsiteY1417" fmla="*/ 777046 h 1588517"/>
                  <a:gd name="connsiteX1418" fmla="*/ 65573 w 470489"/>
                  <a:gd name="connsiteY1418" fmla="*/ 772128 h 1588517"/>
                  <a:gd name="connsiteX1419" fmla="*/ 65573 w 470489"/>
                  <a:gd name="connsiteY1419" fmla="*/ 772128 h 1588517"/>
                  <a:gd name="connsiteX1420" fmla="*/ 65573 w 470489"/>
                  <a:gd name="connsiteY1420" fmla="*/ 768849 h 1588517"/>
                  <a:gd name="connsiteX1421" fmla="*/ 65573 w 470489"/>
                  <a:gd name="connsiteY1421" fmla="*/ 765570 h 1588517"/>
                  <a:gd name="connsiteX1422" fmla="*/ 65573 w 470489"/>
                  <a:gd name="connsiteY1422" fmla="*/ 760652 h 1588517"/>
                  <a:gd name="connsiteX1423" fmla="*/ 67213 w 470489"/>
                  <a:gd name="connsiteY1423" fmla="*/ 760652 h 1588517"/>
                  <a:gd name="connsiteX1424" fmla="*/ 67213 w 470489"/>
                  <a:gd name="connsiteY1424" fmla="*/ 755734 h 1588517"/>
                  <a:gd name="connsiteX1425" fmla="*/ 65573 w 470489"/>
                  <a:gd name="connsiteY1425" fmla="*/ 752455 h 1588517"/>
                  <a:gd name="connsiteX1426" fmla="*/ 65573 w 470489"/>
                  <a:gd name="connsiteY1426" fmla="*/ 749177 h 1588517"/>
                  <a:gd name="connsiteX1427" fmla="*/ 63934 w 470489"/>
                  <a:gd name="connsiteY1427" fmla="*/ 744259 h 1588517"/>
                  <a:gd name="connsiteX1428" fmla="*/ 65573 w 470489"/>
                  <a:gd name="connsiteY1428" fmla="*/ 742619 h 1588517"/>
                  <a:gd name="connsiteX1429" fmla="*/ 63934 w 470489"/>
                  <a:gd name="connsiteY1429" fmla="*/ 739341 h 1588517"/>
                  <a:gd name="connsiteX1430" fmla="*/ 62295 w 470489"/>
                  <a:gd name="connsiteY1430" fmla="*/ 736062 h 1588517"/>
                  <a:gd name="connsiteX1431" fmla="*/ 62295 w 470489"/>
                  <a:gd name="connsiteY1431" fmla="*/ 731144 h 1588517"/>
                  <a:gd name="connsiteX1432" fmla="*/ 63934 w 470489"/>
                  <a:gd name="connsiteY1432" fmla="*/ 727865 h 1588517"/>
                  <a:gd name="connsiteX1433" fmla="*/ 63934 w 470489"/>
                  <a:gd name="connsiteY1433" fmla="*/ 724587 h 1588517"/>
                  <a:gd name="connsiteX1434" fmla="*/ 65573 w 470489"/>
                  <a:gd name="connsiteY1434" fmla="*/ 721308 h 1588517"/>
                  <a:gd name="connsiteX1435" fmla="*/ 65573 w 470489"/>
                  <a:gd name="connsiteY1435" fmla="*/ 716390 h 1588517"/>
                  <a:gd name="connsiteX1436" fmla="*/ 68852 w 470489"/>
                  <a:gd name="connsiteY1436" fmla="*/ 714751 h 1588517"/>
                  <a:gd name="connsiteX1437" fmla="*/ 68852 w 470489"/>
                  <a:gd name="connsiteY1437" fmla="*/ 711472 h 1588517"/>
                  <a:gd name="connsiteX1438" fmla="*/ 68852 w 470489"/>
                  <a:gd name="connsiteY1438" fmla="*/ 709833 h 1588517"/>
                  <a:gd name="connsiteX1439" fmla="*/ 68852 w 470489"/>
                  <a:gd name="connsiteY1439" fmla="*/ 706554 h 1588517"/>
                  <a:gd name="connsiteX1440" fmla="*/ 65573 w 470489"/>
                  <a:gd name="connsiteY1440" fmla="*/ 703275 h 1588517"/>
                  <a:gd name="connsiteX1441" fmla="*/ 65573 w 470489"/>
                  <a:gd name="connsiteY1441" fmla="*/ 698358 h 1588517"/>
                  <a:gd name="connsiteX1442" fmla="*/ 63934 w 470489"/>
                  <a:gd name="connsiteY1442" fmla="*/ 695079 h 1588517"/>
                  <a:gd name="connsiteX1443" fmla="*/ 62295 w 470489"/>
                  <a:gd name="connsiteY1443" fmla="*/ 691800 h 1588517"/>
                  <a:gd name="connsiteX1444" fmla="*/ 62295 w 470489"/>
                  <a:gd name="connsiteY1444" fmla="*/ 686882 h 1588517"/>
                  <a:gd name="connsiteX1445" fmla="*/ 65573 w 470489"/>
                  <a:gd name="connsiteY1445" fmla="*/ 683603 h 1588517"/>
                  <a:gd name="connsiteX1446" fmla="*/ 65573 w 470489"/>
                  <a:gd name="connsiteY1446" fmla="*/ 680325 h 1588517"/>
                  <a:gd name="connsiteX1447" fmla="*/ 65573 w 470489"/>
                  <a:gd name="connsiteY1447" fmla="*/ 678685 h 1588517"/>
                  <a:gd name="connsiteX1448" fmla="*/ 63934 w 470489"/>
                  <a:gd name="connsiteY1448" fmla="*/ 673768 h 1588517"/>
                  <a:gd name="connsiteX1449" fmla="*/ 65573 w 470489"/>
                  <a:gd name="connsiteY1449" fmla="*/ 670489 h 1588517"/>
                  <a:gd name="connsiteX1450" fmla="*/ 65573 w 470489"/>
                  <a:gd name="connsiteY1450" fmla="*/ 667210 h 1588517"/>
                  <a:gd name="connsiteX1451" fmla="*/ 63934 w 470489"/>
                  <a:gd name="connsiteY1451" fmla="*/ 662292 h 1588517"/>
                  <a:gd name="connsiteX1452" fmla="*/ 63934 w 470489"/>
                  <a:gd name="connsiteY1452" fmla="*/ 659013 h 1588517"/>
                  <a:gd name="connsiteX1453" fmla="*/ 63934 w 470489"/>
                  <a:gd name="connsiteY1453" fmla="*/ 655735 h 1588517"/>
                  <a:gd name="connsiteX1454" fmla="*/ 60655 w 470489"/>
                  <a:gd name="connsiteY1454" fmla="*/ 652456 h 1588517"/>
                  <a:gd name="connsiteX1455" fmla="*/ 57377 w 470489"/>
                  <a:gd name="connsiteY1455" fmla="*/ 647538 h 1588517"/>
                  <a:gd name="connsiteX1456" fmla="*/ 57377 w 470489"/>
                  <a:gd name="connsiteY1456" fmla="*/ 644259 h 1588517"/>
                  <a:gd name="connsiteX1457" fmla="*/ 57377 w 470489"/>
                  <a:gd name="connsiteY1457" fmla="*/ 640981 h 1588517"/>
                  <a:gd name="connsiteX1458" fmla="*/ 55737 w 470489"/>
                  <a:gd name="connsiteY1458" fmla="*/ 637702 h 1588517"/>
                  <a:gd name="connsiteX1459" fmla="*/ 55737 w 470489"/>
                  <a:gd name="connsiteY1459" fmla="*/ 632784 h 1588517"/>
                  <a:gd name="connsiteX1460" fmla="*/ 54098 w 470489"/>
                  <a:gd name="connsiteY1460" fmla="*/ 629505 h 1588517"/>
                  <a:gd name="connsiteX1461" fmla="*/ 52459 w 470489"/>
                  <a:gd name="connsiteY1461" fmla="*/ 626226 h 1588517"/>
                  <a:gd name="connsiteX1462" fmla="*/ 50819 w 470489"/>
                  <a:gd name="connsiteY1462" fmla="*/ 621309 h 1588517"/>
                  <a:gd name="connsiteX1463" fmla="*/ 49180 w 470489"/>
                  <a:gd name="connsiteY1463" fmla="*/ 619669 h 1588517"/>
                  <a:gd name="connsiteX1464" fmla="*/ 49180 w 470489"/>
                  <a:gd name="connsiteY1464" fmla="*/ 616391 h 1588517"/>
                  <a:gd name="connsiteX1465" fmla="*/ 45901 w 470489"/>
                  <a:gd name="connsiteY1465" fmla="*/ 613112 h 1588517"/>
                  <a:gd name="connsiteX1466" fmla="*/ 45901 w 470489"/>
                  <a:gd name="connsiteY1466" fmla="*/ 609833 h 1588517"/>
                  <a:gd name="connsiteX1467" fmla="*/ 44262 w 470489"/>
                  <a:gd name="connsiteY1467" fmla="*/ 604915 h 1588517"/>
                  <a:gd name="connsiteX1468" fmla="*/ 40983 w 470489"/>
                  <a:gd name="connsiteY1468" fmla="*/ 601636 h 1588517"/>
                  <a:gd name="connsiteX1469" fmla="*/ 40983 w 470489"/>
                  <a:gd name="connsiteY1469" fmla="*/ 598358 h 1588517"/>
                  <a:gd name="connsiteX1470" fmla="*/ 40983 w 470489"/>
                  <a:gd name="connsiteY1470" fmla="*/ 593440 h 1588517"/>
                  <a:gd name="connsiteX1471" fmla="*/ 37705 w 470489"/>
                  <a:gd name="connsiteY1471" fmla="*/ 590161 h 1588517"/>
                  <a:gd name="connsiteX1472" fmla="*/ 37705 w 470489"/>
                  <a:gd name="connsiteY1472" fmla="*/ 586882 h 1588517"/>
                  <a:gd name="connsiteX1473" fmla="*/ 36065 w 470489"/>
                  <a:gd name="connsiteY1473" fmla="*/ 581965 h 1588517"/>
                  <a:gd name="connsiteX1474" fmla="*/ 36065 w 470489"/>
                  <a:gd name="connsiteY1474" fmla="*/ 581965 h 1588517"/>
                  <a:gd name="connsiteX1475" fmla="*/ 34426 w 470489"/>
                  <a:gd name="connsiteY1475" fmla="*/ 578686 h 1588517"/>
                  <a:gd name="connsiteX1476" fmla="*/ 34426 w 470489"/>
                  <a:gd name="connsiteY1476" fmla="*/ 573768 h 1588517"/>
                  <a:gd name="connsiteX1477" fmla="*/ 34426 w 470489"/>
                  <a:gd name="connsiteY1477" fmla="*/ 570489 h 1588517"/>
                  <a:gd name="connsiteX1478" fmla="*/ 32787 w 470489"/>
                  <a:gd name="connsiteY1478" fmla="*/ 567211 h 1588517"/>
                  <a:gd name="connsiteX1479" fmla="*/ 34426 w 470489"/>
                  <a:gd name="connsiteY1479" fmla="*/ 562292 h 1588517"/>
                  <a:gd name="connsiteX1480" fmla="*/ 39344 w 470489"/>
                  <a:gd name="connsiteY1480" fmla="*/ 562292 h 1588517"/>
                  <a:gd name="connsiteX1481" fmla="*/ 42623 w 470489"/>
                  <a:gd name="connsiteY1481" fmla="*/ 559014 h 1588517"/>
                  <a:gd name="connsiteX1482" fmla="*/ 42623 w 470489"/>
                  <a:gd name="connsiteY1482" fmla="*/ 554096 h 1588517"/>
                  <a:gd name="connsiteX1483" fmla="*/ 40983 w 470489"/>
                  <a:gd name="connsiteY1483" fmla="*/ 550817 h 1588517"/>
                  <a:gd name="connsiteX1484" fmla="*/ 40983 w 470489"/>
                  <a:gd name="connsiteY1484" fmla="*/ 549178 h 1588517"/>
                  <a:gd name="connsiteX1485" fmla="*/ 44262 w 470489"/>
                  <a:gd name="connsiteY1485" fmla="*/ 545899 h 1588517"/>
                  <a:gd name="connsiteX1486" fmla="*/ 42623 w 470489"/>
                  <a:gd name="connsiteY1486" fmla="*/ 545899 h 1588517"/>
                  <a:gd name="connsiteX1487" fmla="*/ 40983 w 470489"/>
                  <a:gd name="connsiteY1487" fmla="*/ 540981 h 1588517"/>
                  <a:gd name="connsiteX1488" fmla="*/ 40983 w 470489"/>
                  <a:gd name="connsiteY1488" fmla="*/ 537702 h 1588517"/>
                  <a:gd name="connsiteX1489" fmla="*/ 40983 w 470489"/>
                  <a:gd name="connsiteY1489" fmla="*/ 534424 h 1588517"/>
                  <a:gd name="connsiteX1490" fmla="*/ 37705 w 470489"/>
                  <a:gd name="connsiteY1490" fmla="*/ 529506 h 1588517"/>
                  <a:gd name="connsiteX1491" fmla="*/ 37705 w 470489"/>
                  <a:gd name="connsiteY1491" fmla="*/ 526227 h 1588517"/>
                  <a:gd name="connsiteX1492" fmla="*/ 36065 w 470489"/>
                  <a:gd name="connsiteY1492" fmla="*/ 522948 h 1588517"/>
                  <a:gd name="connsiteX1493" fmla="*/ 34426 w 470489"/>
                  <a:gd name="connsiteY1493" fmla="*/ 518031 h 1588517"/>
                  <a:gd name="connsiteX1494" fmla="*/ 29508 w 470489"/>
                  <a:gd name="connsiteY1494" fmla="*/ 516391 h 1588517"/>
                  <a:gd name="connsiteX1495" fmla="*/ 29508 w 470489"/>
                  <a:gd name="connsiteY1495" fmla="*/ 516391 h 1588517"/>
                  <a:gd name="connsiteX1496" fmla="*/ 29508 w 470489"/>
                  <a:gd name="connsiteY1496" fmla="*/ 511473 h 1588517"/>
                  <a:gd name="connsiteX1497" fmla="*/ 27869 w 470489"/>
                  <a:gd name="connsiteY1497" fmla="*/ 508194 h 1588517"/>
                  <a:gd name="connsiteX1498" fmla="*/ 26229 w 470489"/>
                  <a:gd name="connsiteY1498" fmla="*/ 504916 h 1588517"/>
                  <a:gd name="connsiteX1499" fmla="*/ 26229 w 470489"/>
                  <a:gd name="connsiteY1499" fmla="*/ 499998 h 1588517"/>
                  <a:gd name="connsiteX1500" fmla="*/ 29508 w 470489"/>
                  <a:gd name="connsiteY1500" fmla="*/ 496719 h 1588517"/>
                  <a:gd name="connsiteX1501" fmla="*/ 31147 w 470489"/>
                  <a:gd name="connsiteY1501" fmla="*/ 493440 h 1588517"/>
                  <a:gd name="connsiteX1502" fmla="*/ 31147 w 470489"/>
                  <a:gd name="connsiteY1502" fmla="*/ 490162 h 1588517"/>
                  <a:gd name="connsiteX1503" fmla="*/ 32787 w 470489"/>
                  <a:gd name="connsiteY1503" fmla="*/ 485244 h 1588517"/>
                  <a:gd name="connsiteX1504" fmla="*/ 34426 w 470489"/>
                  <a:gd name="connsiteY1504" fmla="*/ 481965 h 1588517"/>
                  <a:gd name="connsiteX1505" fmla="*/ 34426 w 470489"/>
                  <a:gd name="connsiteY1505" fmla="*/ 480325 h 1588517"/>
                  <a:gd name="connsiteX1506" fmla="*/ 34426 w 470489"/>
                  <a:gd name="connsiteY1506" fmla="*/ 478686 h 1588517"/>
                  <a:gd name="connsiteX1507" fmla="*/ 32787 w 470489"/>
                  <a:gd name="connsiteY1507" fmla="*/ 475408 h 1588517"/>
                  <a:gd name="connsiteX1508" fmla="*/ 32787 w 470489"/>
                  <a:gd name="connsiteY1508" fmla="*/ 470489 h 1588517"/>
                  <a:gd name="connsiteX1509" fmla="*/ 31147 w 470489"/>
                  <a:gd name="connsiteY1509" fmla="*/ 467211 h 1588517"/>
                  <a:gd name="connsiteX1510" fmla="*/ 31147 w 470489"/>
                  <a:gd name="connsiteY1510" fmla="*/ 467211 h 1588517"/>
                  <a:gd name="connsiteX1511" fmla="*/ 32787 w 470489"/>
                  <a:gd name="connsiteY1511" fmla="*/ 462293 h 1588517"/>
                  <a:gd name="connsiteX1512" fmla="*/ 32787 w 470489"/>
                  <a:gd name="connsiteY1512" fmla="*/ 459014 h 1588517"/>
                  <a:gd name="connsiteX1513" fmla="*/ 32787 w 470489"/>
                  <a:gd name="connsiteY1513" fmla="*/ 455735 h 1588517"/>
                  <a:gd name="connsiteX1514" fmla="*/ 32787 w 470489"/>
                  <a:gd name="connsiteY1514" fmla="*/ 450818 h 1588517"/>
                  <a:gd name="connsiteX1515" fmla="*/ 36065 w 470489"/>
                  <a:gd name="connsiteY1515" fmla="*/ 447539 h 1588517"/>
                  <a:gd name="connsiteX1516" fmla="*/ 37705 w 470489"/>
                  <a:gd name="connsiteY1516" fmla="*/ 444260 h 1588517"/>
                  <a:gd name="connsiteX1517" fmla="*/ 37705 w 470489"/>
                  <a:gd name="connsiteY1517" fmla="*/ 440981 h 1588517"/>
                  <a:gd name="connsiteX1518" fmla="*/ 34426 w 470489"/>
                  <a:gd name="connsiteY1518" fmla="*/ 436064 h 1588517"/>
                  <a:gd name="connsiteX1519" fmla="*/ 34426 w 470489"/>
                  <a:gd name="connsiteY1519" fmla="*/ 432785 h 1588517"/>
                  <a:gd name="connsiteX1520" fmla="*/ 34426 w 470489"/>
                  <a:gd name="connsiteY1520" fmla="*/ 432785 h 1588517"/>
                  <a:gd name="connsiteX1521" fmla="*/ 32787 w 470489"/>
                  <a:gd name="connsiteY1521" fmla="*/ 427867 h 1588517"/>
                  <a:gd name="connsiteX1522" fmla="*/ 34426 w 470489"/>
                  <a:gd name="connsiteY1522" fmla="*/ 424588 h 1588517"/>
                  <a:gd name="connsiteX1523" fmla="*/ 36065 w 470489"/>
                  <a:gd name="connsiteY1523" fmla="*/ 421309 h 1588517"/>
                  <a:gd name="connsiteX1524" fmla="*/ 36065 w 470489"/>
                  <a:gd name="connsiteY1524" fmla="*/ 419670 h 1588517"/>
                  <a:gd name="connsiteX1525" fmla="*/ 36065 w 470489"/>
                  <a:gd name="connsiteY1525" fmla="*/ 416391 h 1588517"/>
                  <a:gd name="connsiteX1526" fmla="*/ 34426 w 470489"/>
                  <a:gd name="connsiteY1526" fmla="*/ 413113 h 1588517"/>
                  <a:gd name="connsiteX1527" fmla="*/ 36065 w 470489"/>
                  <a:gd name="connsiteY1527" fmla="*/ 408195 h 1588517"/>
                  <a:gd name="connsiteX1528" fmla="*/ 36065 w 470489"/>
                  <a:gd name="connsiteY1528" fmla="*/ 404916 h 1588517"/>
                  <a:gd name="connsiteX1529" fmla="*/ 37705 w 470489"/>
                  <a:gd name="connsiteY1529" fmla="*/ 401637 h 1588517"/>
                  <a:gd name="connsiteX1530" fmla="*/ 36065 w 470489"/>
                  <a:gd name="connsiteY1530" fmla="*/ 396719 h 1588517"/>
                  <a:gd name="connsiteX1531" fmla="*/ 37705 w 470489"/>
                  <a:gd name="connsiteY1531" fmla="*/ 393441 h 1588517"/>
                  <a:gd name="connsiteX1532" fmla="*/ 37705 w 470489"/>
                  <a:gd name="connsiteY1532" fmla="*/ 390162 h 1588517"/>
                  <a:gd name="connsiteX1533" fmla="*/ 36065 w 470489"/>
                  <a:gd name="connsiteY1533" fmla="*/ 386884 h 1588517"/>
                  <a:gd name="connsiteX1534" fmla="*/ 36065 w 470489"/>
                  <a:gd name="connsiteY1534" fmla="*/ 383605 h 1588517"/>
                  <a:gd name="connsiteX1535" fmla="*/ 34426 w 470489"/>
                  <a:gd name="connsiteY1535" fmla="*/ 378687 h 1588517"/>
                  <a:gd name="connsiteX1536" fmla="*/ 36065 w 470489"/>
                  <a:gd name="connsiteY1536" fmla="*/ 375408 h 1588517"/>
                  <a:gd name="connsiteX1537" fmla="*/ 34426 w 470489"/>
                  <a:gd name="connsiteY1537" fmla="*/ 372129 h 1588517"/>
                  <a:gd name="connsiteX1538" fmla="*/ 31147 w 470489"/>
                  <a:gd name="connsiteY1538" fmla="*/ 368851 h 1588517"/>
                  <a:gd name="connsiteX1539" fmla="*/ 31147 w 470489"/>
                  <a:gd name="connsiteY1539" fmla="*/ 365572 h 1588517"/>
                  <a:gd name="connsiteX1540" fmla="*/ 31147 w 470489"/>
                  <a:gd name="connsiteY1540" fmla="*/ 360654 h 1588517"/>
                  <a:gd name="connsiteX1541" fmla="*/ 31147 w 470489"/>
                  <a:gd name="connsiteY1541" fmla="*/ 357375 h 1588517"/>
                  <a:gd name="connsiteX1542" fmla="*/ 31147 w 470489"/>
                  <a:gd name="connsiteY1542" fmla="*/ 352457 h 1588517"/>
                  <a:gd name="connsiteX1543" fmla="*/ 34426 w 470489"/>
                  <a:gd name="connsiteY1543" fmla="*/ 350818 h 1588517"/>
                  <a:gd name="connsiteX1544" fmla="*/ 37705 w 470489"/>
                  <a:gd name="connsiteY1544" fmla="*/ 347539 h 1588517"/>
                  <a:gd name="connsiteX1545" fmla="*/ 37705 w 470489"/>
                  <a:gd name="connsiteY1545" fmla="*/ 344261 h 1588517"/>
                  <a:gd name="connsiteX1546" fmla="*/ 37705 w 470489"/>
                  <a:gd name="connsiteY1546" fmla="*/ 339342 h 1588517"/>
                  <a:gd name="connsiteX1547" fmla="*/ 36065 w 470489"/>
                  <a:gd name="connsiteY1547" fmla="*/ 336064 h 1588517"/>
                  <a:gd name="connsiteX1548" fmla="*/ 34426 w 470489"/>
                  <a:gd name="connsiteY1548" fmla="*/ 332785 h 1588517"/>
                  <a:gd name="connsiteX1549" fmla="*/ 32787 w 470489"/>
                  <a:gd name="connsiteY1549" fmla="*/ 327867 h 1588517"/>
                  <a:gd name="connsiteX1550" fmla="*/ 31147 w 470489"/>
                  <a:gd name="connsiteY1550" fmla="*/ 324588 h 1588517"/>
                  <a:gd name="connsiteX1551" fmla="*/ 29508 w 470489"/>
                  <a:gd name="connsiteY1551" fmla="*/ 321310 h 1588517"/>
                  <a:gd name="connsiteX1552" fmla="*/ 27869 w 470489"/>
                  <a:gd name="connsiteY1552" fmla="*/ 316392 h 1588517"/>
                  <a:gd name="connsiteX1553" fmla="*/ 27869 w 470489"/>
                  <a:gd name="connsiteY1553" fmla="*/ 313113 h 1588517"/>
                  <a:gd name="connsiteX1554" fmla="*/ 27869 w 470489"/>
                  <a:gd name="connsiteY1554" fmla="*/ 309835 h 1588517"/>
                  <a:gd name="connsiteX1555" fmla="*/ 27869 w 470489"/>
                  <a:gd name="connsiteY1555" fmla="*/ 304917 h 1588517"/>
                  <a:gd name="connsiteX1556" fmla="*/ 27869 w 470489"/>
                  <a:gd name="connsiteY1556" fmla="*/ 301638 h 1588517"/>
                  <a:gd name="connsiteX1557" fmla="*/ 27869 w 470489"/>
                  <a:gd name="connsiteY1557" fmla="*/ 298359 h 1588517"/>
                  <a:gd name="connsiteX1558" fmla="*/ 27869 w 470489"/>
                  <a:gd name="connsiteY1558" fmla="*/ 293441 h 1588517"/>
                  <a:gd name="connsiteX1559" fmla="*/ 27869 w 470489"/>
                  <a:gd name="connsiteY1559" fmla="*/ 290162 h 1588517"/>
                  <a:gd name="connsiteX1560" fmla="*/ 26229 w 470489"/>
                  <a:gd name="connsiteY1560" fmla="*/ 286884 h 1588517"/>
                  <a:gd name="connsiteX1561" fmla="*/ 26229 w 470489"/>
                  <a:gd name="connsiteY1561" fmla="*/ 283605 h 1588517"/>
                  <a:gd name="connsiteX1562" fmla="*/ 26229 w 470489"/>
                  <a:gd name="connsiteY1562" fmla="*/ 278687 h 1588517"/>
                  <a:gd name="connsiteX1563" fmla="*/ 26229 w 470489"/>
                  <a:gd name="connsiteY1563" fmla="*/ 278687 h 1588517"/>
                  <a:gd name="connsiteX1564" fmla="*/ 26229 w 470489"/>
                  <a:gd name="connsiteY1564" fmla="*/ 275408 h 1588517"/>
                  <a:gd name="connsiteX1565" fmla="*/ 27869 w 470489"/>
                  <a:gd name="connsiteY1565" fmla="*/ 270491 h 1588517"/>
                  <a:gd name="connsiteX1566" fmla="*/ 27869 w 470489"/>
                  <a:gd name="connsiteY1566" fmla="*/ 267212 h 1588517"/>
                  <a:gd name="connsiteX1567" fmla="*/ 27869 w 470489"/>
                  <a:gd name="connsiteY1567" fmla="*/ 263933 h 1588517"/>
                  <a:gd name="connsiteX1568" fmla="*/ 22951 w 470489"/>
                  <a:gd name="connsiteY1568" fmla="*/ 263933 h 1588517"/>
                  <a:gd name="connsiteX1569" fmla="*/ 19672 w 470489"/>
                  <a:gd name="connsiteY1569" fmla="*/ 262294 h 1588517"/>
                  <a:gd name="connsiteX1570" fmla="*/ 19672 w 470489"/>
                  <a:gd name="connsiteY1570" fmla="*/ 259015 h 1588517"/>
                  <a:gd name="connsiteX1571" fmla="*/ 19672 w 470489"/>
                  <a:gd name="connsiteY1571" fmla="*/ 254097 h 1588517"/>
                  <a:gd name="connsiteX1572" fmla="*/ 19672 w 470489"/>
                  <a:gd name="connsiteY1572" fmla="*/ 250818 h 1588517"/>
                  <a:gd name="connsiteX1573" fmla="*/ 19672 w 470489"/>
                  <a:gd name="connsiteY1573" fmla="*/ 247540 h 1588517"/>
                  <a:gd name="connsiteX1574" fmla="*/ 19672 w 470489"/>
                  <a:gd name="connsiteY1574" fmla="*/ 242622 h 1588517"/>
                  <a:gd name="connsiteX1575" fmla="*/ 24590 w 470489"/>
                  <a:gd name="connsiteY1575" fmla="*/ 245901 h 1588517"/>
                  <a:gd name="connsiteX1576" fmla="*/ 27869 w 470489"/>
                  <a:gd name="connsiteY1576" fmla="*/ 242622 h 1588517"/>
                  <a:gd name="connsiteX1577" fmla="*/ 27869 w 470489"/>
                  <a:gd name="connsiteY1577" fmla="*/ 237704 h 1588517"/>
                  <a:gd name="connsiteX1578" fmla="*/ 27869 w 470489"/>
                  <a:gd name="connsiteY1578" fmla="*/ 234425 h 1588517"/>
                  <a:gd name="connsiteX1579" fmla="*/ 27869 w 470489"/>
                  <a:gd name="connsiteY1579" fmla="*/ 231147 h 1588517"/>
                  <a:gd name="connsiteX1580" fmla="*/ 27869 w 470489"/>
                  <a:gd name="connsiteY1580" fmla="*/ 227868 h 1588517"/>
                  <a:gd name="connsiteX1581" fmla="*/ 27869 w 470489"/>
                  <a:gd name="connsiteY1581" fmla="*/ 222950 h 1588517"/>
                  <a:gd name="connsiteX1582" fmla="*/ 27869 w 470489"/>
                  <a:gd name="connsiteY1582" fmla="*/ 219671 h 1588517"/>
                  <a:gd name="connsiteX1583" fmla="*/ 27869 w 470489"/>
                  <a:gd name="connsiteY1583" fmla="*/ 216392 h 1588517"/>
                  <a:gd name="connsiteX1584" fmla="*/ 27869 w 470489"/>
                  <a:gd name="connsiteY1584" fmla="*/ 211474 h 1588517"/>
                  <a:gd name="connsiteX1585" fmla="*/ 27869 w 470489"/>
                  <a:gd name="connsiteY1585" fmla="*/ 208195 h 1588517"/>
                  <a:gd name="connsiteX1586" fmla="*/ 27869 w 470489"/>
                  <a:gd name="connsiteY1586" fmla="*/ 203278 h 1588517"/>
                  <a:gd name="connsiteX1587" fmla="*/ 27869 w 470489"/>
                  <a:gd name="connsiteY1587" fmla="*/ 199999 h 1588517"/>
                  <a:gd name="connsiteX1588" fmla="*/ 27869 w 470489"/>
                  <a:gd name="connsiteY1588" fmla="*/ 196720 h 1588517"/>
                  <a:gd name="connsiteX1589" fmla="*/ 27869 w 470489"/>
                  <a:gd name="connsiteY1589" fmla="*/ 193442 h 1588517"/>
                  <a:gd name="connsiteX1590" fmla="*/ 27869 w 470489"/>
                  <a:gd name="connsiteY1590" fmla="*/ 188524 h 1588517"/>
                  <a:gd name="connsiteX1591" fmla="*/ 27869 w 470489"/>
                  <a:gd name="connsiteY1591" fmla="*/ 185245 h 1588517"/>
                  <a:gd name="connsiteX1592" fmla="*/ 27869 w 470489"/>
                  <a:gd name="connsiteY1592" fmla="*/ 180327 h 1588517"/>
                  <a:gd name="connsiteX1593" fmla="*/ 27869 w 470489"/>
                  <a:gd name="connsiteY1593" fmla="*/ 177048 h 1588517"/>
                  <a:gd name="connsiteX1594" fmla="*/ 29508 w 470489"/>
                  <a:gd name="connsiteY1594" fmla="*/ 173770 h 1588517"/>
                  <a:gd name="connsiteX1595" fmla="*/ 29508 w 470489"/>
                  <a:gd name="connsiteY1595" fmla="*/ 172130 h 1588517"/>
                  <a:gd name="connsiteX1596" fmla="*/ 27869 w 470489"/>
                  <a:gd name="connsiteY1596" fmla="*/ 170491 h 1588517"/>
                  <a:gd name="connsiteX1597" fmla="*/ 27869 w 470489"/>
                  <a:gd name="connsiteY1597" fmla="*/ 167212 h 1588517"/>
                  <a:gd name="connsiteX1598" fmla="*/ 27869 w 470489"/>
                  <a:gd name="connsiteY1598" fmla="*/ 163934 h 1588517"/>
                  <a:gd name="connsiteX1599" fmla="*/ 26229 w 470489"/>
                  <a:gd name="connsiteY1599" fmla="*/ 160655 h 1588517"/>
                  <a:gd name="connsiteX1600" fmla="*/ 24590 w 470489"/>
                  <a:gd name="connsiteY1600" fmla="*/ 155737 h 1588517"/>
                  <a:gd name="connsiteX1601" fmla="*/ 22951 w 470489"/>
                  <a:gd name="connsiteY1601" fmla="*/ 152458 h 1588517"/>
                  <a:gd name="connsiteX1602" fmla="*/ 22951 w 470489"/>
                  <a:gd name="connsiteY1602" fmla="*/ 149180 h 1588517"/>
                  <a:gd name="connsiteX1603" fmla="*/ 19672 w 470489"/>
                  <a:gd name="connsiteY1603" fmla="*/ 144261 h 1588517"/>
                  <a:gd name="connsiteX1604" fmla="*/ 19672 w 470489"/>
                  <a:gd name="connsiteY1604" fmla="*/ 140983 h 1588517"/>
                  <a:gd name="connsiteX1605" fmla="*/ 19672 w 470489"/>
                  <a:gd name="connsiteY1605" fmla="*/ 137704 h 1588517"/>
                  <a:gd name="connsiteX1606" fmla="*/ 19672 w 470489"/>
                  <a:gd name="connsiteY1606" fmla="*/ 132786 h 1588517"/>
                  <a:gd name="connsiteX1607" fmla="*/ 19672 w 470489"/>
                  <a:gd name="connsiteY1607" fmla="*/ 129508 h 1588517"/>
                  <a:gd name="connsiteX1608" fmla="*/ 18033 w 470489"/>
                  <a:gd name="connsiteY1608" fmla="*/ 126229 h 1588517"/>
                  <a:gd name="connsiteX1609" fmla="*/ 19672 w 470489"/>
                  <a:gd name="connsiteY1609" fmla="*/ 122950 h 1588517"/>
                  <a:gd name="connsiteX1610" fmla="*/ 18033 w 470489"/>
                  <a:gd name="connsiteY1610" fmla="*/ 118032 h 1588517"/>
                  <a:gd name="connsiteX1611" fmla="*/ 19672 w 470489"/>
                  <a:gd name="connsiteY1611" fmla="*/ 118032 h 1588517"/>
                  <a:gd name="connsiteX1612" fmla="*/ 19672 w 470489"/>
                  <a:gd name="connsiteY1612" fmla="*/ 113114 h 1588517"/>
                  <a:gd name="connsiteX1613" fmla="*/ 19672 w 470489"/>
                  <a:gd name="connsiteY1613" fmla="*/ 109835 h 1588517"/>
                  <a:gd name="connsiteX1614" fmla="*/ 19672 w 470489"/>
                  <a:gd name="connsiteY1614" fmla="*/ 108196 h 1588517"/>
                  <a:gd name="connsiteX1615" fmla="*/ 18033 w 470489"/>
                  <a:gd name="connsiteY1615" fmla="*/ 104917 h 1588517"/>
                  <a:gd name="connsiteX1616" fmla="*/ 16393 w 470489"/>
                  <a:gd name="connsiteY1616" fmla="*/ 101639 h 1588517"/>
                  <a:gd name="connsiteX1617" fmla="*/ 16393 w 470489"/>
                  <a:gd name="connsiteY1617" fmla="*/ 96721 h 1588517"/>
                  <a:gd name="connsiteX1618" fmla="*/ 14754 w 470489"/>
                  <a:gd name="connsiteY1618" fmla="*/ 93442 h 1588517"/>
                  <a:gd name="connsiteX1619" fmla="*/ 13114 w 470489"/>
                  <a:gd name="connsiteY1619" fmla="*/ 88524 h 1588517"/>
                  <a:gd name="connsiteX1620" fmla="*/ 13114 w 470489"/>
                  <a:gd name="connsiteY1620" fmla="*/ 88524 h 1588517"/>
                  <a:gd name="connsiteX1621" fmla="*/ 13114 w 470489"/>
                  <a:gd name="connsiteY1621" fmla="*/ 83606 h 1588517"/>
                  <a:gd name="connsiteX1622" fmla="*/ 9836 w 470489"/>
                  <a:gd name="connsiteY1622" fmla="*/ 80327 h 1588517"/>
                  <a:gd name="connsiteX1623" fmla="*/ 9836 w 470489"/>
                  <a:gd name="connsiteY1623" fmla="*/ 77049 h 1588517"/>
                  <a:gd name="connsiteX1624" fmla="*/ 8197 w 470489"/>
                  <a:gd name="connsiteY1624" fmla="*/ 73770 h 1588517"/>
                  <a:gd name="connsiteX1625" fmla="*/ 8197 w 470489"/>
                  <a:gd name="connsiteY1625" fmla="*/ 68852 h 1588517"/>
                  <a:gd name="connsiteX1626" fmla="*/ 6557 w 470489"/>
                  <a:gd name="connsiteY1626" fmla="*/ 65573 h 1588517"/>
                  <a:gd name="connsiteX1627" fmla="*/ 6557 w 470489"/>
                  <a:gd name="connsiteY1627" fmla="*/ 62295 h 1588517"/>
                  <a:gd name="connsiteX1628" fmla="*/ 4918 w 470489"/>
                  <a:gd name="connsiteY1628" fmla="*/ 57377 h 1588517"/>
                  <a:gd name="connsiteX1629" fmla="*/ 3279 w 470489"/>
                  <a:gd name="connsiteY1629" fmla="*/ 54098 h 1588517"/>
                  <a:gd name="connsiteX1630" fmla="*/ 3279 w 470489"/>
                  <a:gd name="connsiteY1630" fmla="*/ 50820 h 1588517"/>
                  <a:gd name="connsiteX1631" fmla="*/ 3279 w 470489"/>
                  <a:gd name="connsiteY1631" fmla="*/ 45901 h 1588517"/>
                  <a:gd name="connsiteX1632" fmla="*/ 3279 w 470489"/>
                  <a:gd name="connsiteY1632" fmla="*/ 42623 h 1588517"/>
                  <a:gd name="connsiteX1633" fmla="*/ 3279 w 470489"/>
                  <a:gd name="connsiteY1633" fmla="*/ 42623 h 1588517"/>
                  <a:gd name="connsiteX1634" fmla="*/ 3279 w 470489"/>
                  <a:gd name="connsiteY1634" fmla="*/ 40983 h 1588517"/>
                  <a:gd name="connsiteX1635" fmla="*/ 3279 w 470489"/>
                  <a:gd name="connsiteY1635" fmla="*/ 39344 h 1588517"/>
                  <a:gd name="connsiteX1636" fmla="*/ 0 w 470489"/>
                  <a:gd name="connsiteY1636" fmla="*/ 36065 h 1588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</a:cxnLst>
                <a:rect l="l" t="t" r="r" b="b"/>
                <a:pathLst>
                  <a:path w="470489" h="1588517">
                    <a:moveTo>
                      <a:pt x="0" y="36065"/>
                    </a:moveTo>
                    <a:lnTo>
                      <a:pt x="1639" y="36065"/>
                    </a:lnTo>
                    <a:lnTo>
                      <a:pt x="3279" y="36065"/>
                    </a:lnTo>
                    <a:lnTo>
                      <a:pt x="6557" y="36065"/>
                    </a:lnTo>
                    <a:lnTo>
                      <a:pt x="11475" y="34426"/>
                    </a:lnTo>
                    <a:lnTo>
                      <a:pt x="14754" y="32787"/>
                    </a:lnTo>
                    <a:lnTo>
                      <a:pt x="16393" y="32787"/>
                    </a:lnTo>
                    <a:lnTo>
                      <a:pt x="18033" y="29508"/>
                    </a:lnTo>
                    <a:lnTo>
                      <a:pt x="19672" y="24590"/>
                    </a:lnTo>
                    <a:lnTo>
                      <a:pt x="21311" y="21311"/>
                    </a:lnTo>
                    <a:lnTo>
                      <a:pt x="21311" y="18033"/>
                    </a:lnTo>
                    <a:lnTo>
                      <a:pt x="19672" y="13114"/>
                    </a:lnTo>
                    <a:lnTo>
                      <a:pt x="18033" y="9836"/>
                    </a:lnTo>
                    <a:lnTo>
                      <a:pt x="19672" y="6557"/>
                    </a:lnTo>
                    <a:lnTo>
                      <a:pt x="22951" y="6557"/>
                    </a:lnTo>
                    <a:lnTo>
                      <a:pt x="27869" y="3278"/>
                    </a:lnTo>
                    <a:lnTo>
                      <a:pt x="29508" y="0"/>
                    </a:lnTo>
                    <a:lnTo>
                      <a:pt x="29508" y="1639"/>
                    </a:lnTo>
                    <a:lnTo>
                      <a:pt x="31147" y="3278"/>
                    </a:lnTo>
                    <a:lnTo>
                      <a:pt x="34426" y="8197"/>
                    </a:lnTo>
                    <a:lnTo>
                      <a:pt x="37705" y="11475"/>
                    </a:lnTo>
                    <a:lnTo>
                      <a:pt x="37705" y="14754"/>
                    </a:lnTo>
                    <a:lnTo>
                      <a:pt x="39344" y="19672"/>
                    </a:lnTo>
                    <a:lnTo>
                      <a:pt x="42623" y="21311"/>
                    </a:lnTo>
                    <a:lnTo>
                      <a:pt x="47541" y="22951"/>
                    </a:lnTo>
                    <a:lnTo>
                      <a:pt x="49180" y="22951"/>
                    </a:lnTo>
                    <a:lnTo>
                      <a:pt x="45901" y="26229"/>
                    </a:lnTo>
                    <a:lnTo>
                      <a:pt x="47541" y="31147"/>
                    </a:lnTo>
                    <a:lnTo>
                      <a:pt x="49180" y="34426"/>
                    </a:lnTo>
                    <a:lnTo>
                      <a:pt x="50819" y="37705"/>
                    </a:lnTo>
                    <a:lnTo>
                      <a:pt x="52459" y="40983"/>
                    </a:lnTo>
                    <a:lnTo>
                      <a:pt x="52459" y="45901"/>
                    </a:lnTo>
                    <a:lnTo>
                      <a:pt x="52459" y="47541"/>
                    </a:lnTo>
                    <a:lnTo>
                      <a:pt x="54098" y="50820"/>
                    </a:lnTo>
                    <a:lnTo>
                      <a:pt x="55737" y="55737"/>
                    </a:lnTo>
                    <a:lnTo>
                      <a:pt x="57377" y="59016"/>
                    </a:lnTo>
                    <a:lnTo>
                      <a:pt x="57377" y="62295"/>
                    </a:lnTo>
                    <a:lnTo>
                      <a:pt x="59016" y="67213"/>
                    </a:lnTo>
                    <a:lnTo>
                      <a:pt x="60655" y="67213"/>
                    </a:lnTo>
                    <a:lnTo>
                      <a:pt x="63934" y="70491"/>
                    </a:lnTo>
                    <a:lnTo>
                      <a:pt x="67213" y="73770"/>
                    </a:lnTo>
                    <a:lnTo>
                      <a:pt x="70491" y="77049"/>
                    </a:lnTo>
                    <a:lnTo>
                      <a:pt x="73770" y="78688"/>
                    </a:lnTo>
                    <a:lnTo>
                      <a:pt x="78688" y="81967"/>
                    </a:lnTo>
                    <a:lnTo>
                      <a:pt x="77049" y="86885"/>
                    </a:lnTo>
                    <a:lnTo>
                      <a:pt x="75409" y="90164"/>
                    </a:lnTo>
                    <a:lnTo>
                      <a:pt x="75409" y="90164"/>
                    </a:lnTo>
                    <a:lnTo>
                      <a:pt x="73770" y="95081"/>
                    </a:lnTo>
                    <a:lnTo>
                      <a:pt x="72131" y="98360"/>
                    </a:lnTo>
                    <a:lnTo>
                      <a:pt x="75409" y="101639"/>
                    </a:lnTo>
                    <a:lnTo>
                      <a:pt x="77049" y="101639"/>
                    </a:lnTo>
                    <a:lnTo>
                      <a:pt x="78688" y="106557"/>
                    </a:lnTo>
                    <a:lnTo>
                      <a:pt x="78688" y="109835"/>
                    </a:lnTo>
                    <a:lnTo>
                      <a:pt x="77049" y="111475"/>
                    </a:lnTo>
                    <a:lnTo>
                      <a:pt x="73770" y="113114"/>
                    </a:lnTo>
                    <a:lnTo>
                      <a:pt x="70491" y="114754"/>
                    </a:lnTo>
                    <a:lnTo>
                      <a:pt x="73770" y="118032"/>
                    </a:lnTo>
                    <a:lnTo>
                      <a:pt x="75409" y="122950"/>
                    </a:lnTo>
                    <a:lnTo>
                      <a:pt x="72131" y="126229"/>
                    </a:lnTo>
                    <a:lnTo>
                      <a:pt x="73770" y="131147"/>
                    </a:lnTo>
                    <a:lnTo>
                      <a:pt x="78688" y="132786"/>
                    </a:lnTo>
                    <a:lnTo>
                      <a:pt x="81967" y="136065"/>
                    </a:lnTo>
                    <a:lnTo>
                      <a:pt x="83606" y="139344"/>
                    </a:lnTo>
                    <a:lnTo>
                      <a:pt x="81967" y="142622"/>
                    </a:lnTo>
                    <a:lnTo>
                      <a:pt x="81967" y="147540"/>
                    </a:lnTo>
                    <a:lnTo>
                      <a:pt x="83606" y="150819"/>
                    </a:lnTo>
                    <a:lnTo>
                      <a:pt x="86885" y="150819"/>
                    </a:lnTo>
                    <a:lnTo>
                      <a:pt x="90164" y="154098"/>
                    </a:lnTo>
                    <a:lnTo>
                      <a:pt x="93442" y="157376"/>
                    </a:lnTo>
                    <a:lnTo>
                      <a:pt x="95081" y="160655"/>
                    </a:lnTo>
                    <a:lnTo>
                      <a:pt x="96721" y="162294"/>
                    </a:lnTo>
                    <a:lnTo>
                      <a:pt x="96721" y="163934"/>
                    </a:lnTo>
                    <a:lnTo>
                      <a:pt x="96721" y="163934"/>
                    </a:lnTo>
                    <a:lnTo>
                      <a:pt x="99999" y="167212"/>
                    </a:lnTo>
                    <a:lnTo>
                      <a:pt x="99999" y="170491"/>
                    </a:lnTo>
                    <a:lnTo>
                      <a:pt x="99999" y="173770"/>
                    </a:lnTo>
                    <a:lnTo>
                      <a:pt x="99999" y="178688"/>
                    </a:lnTo>
                    <a:lnTo>
                      <a:pt x="101639" y="181966"/>
                    </a:lnTo>
                    <a:lnTo>
                      <a:pt x="104917" y="185245"/>
                    </a:lnTo>
                    <a:lnTo>
                      <a:pt x="106557" y="190163"/>
                    </a:lnTo>
                    <a:lnTo>
                      <a:pt x="106557" y="193442"/>
                    </a:lnTo>
                    <a:lnTo>
                      <a:pt x="108196" y="196720"/>
                    </a:lnTo>
                    <a:lnTo>
                      <a:pt x="111475" y="199999"/>
                    </a:lnTo>
                    <a:lnTo>
                      <a:pt x="111475" y="204917"/>
                    </a:lnTo>
                    <a:lnTo>
                      <a:pt x="114754" y="208195"/>
                    </a:lnTo>
                    <a:lnTo>
                      <a:pt x="113114" y="211474"/>
                    </a:lnTo>
                    <a:lnTo>
                      <a:pt x="116393" y="216392"/>
                    </a:lnTo>
                    <a:lnTo>
                      <a:pt x="118032" y="219671"/>
                    </a:lnTo>
                    <a:lnTo>
                      <a:pt x="118032" y="222950"/>
                    </a:lnTo>
                    <a:lnTo>
                      <a:pt x="118032" y="227868"/>
                    </a:lnTo>
                    <a:lnTo>
                      <a:pt x="118032" y="231147"/>
                    </a:lnTo>
                    <a:lnTo>
                      <a:pt x="121311" y="236064"/>
                    </a:lnTo>
                    <a:lnTo>
                      <a:pt x="124589" y="236064"/>
                    </a:lnTo>
                    <a:lnTo>
                      <a:pt x="129508" y="237704"/>
                    </a:lnTo>
                    <a:lnTo>
                      <a:pt x="132786" y="237704"/>
                    </a:lnTo>
                    <a:lnTo>
                      <a:pt x="137704" y="236064"/>
                    </a:lnTo>
                    <a:lnTo>
                      <a:pt x="140983" y="236064"/>
                    </a:lnTo>
                    <a:lnTo>
                      <a:pt x="145901" y="234425"/>
                    </a:lnTo>
                    <a:lnTo>
                      <a:pt x="145901" y="236064"/>
                    </a:lnTo>
                    <a:lnTo>
                      <a:pt x="150819" y="239343"/>
                    </a:lnTo>
                    <a:lnTo>
                      <a:pt x="152458" y="242622"/>
                    </a:lnTo>
                    <a:lnTo>
                      <a:pt x="152458" y="245901"/>
                    </a:lnTo>
                    <a:lnTo>
                      <a:pt x="150819" y="250818"/>
                    </a:lnTo>
                    <a:lnTo>
                      <a:pt x="150819" y="254097"/>
                    </a:lnTo>
                    <a:lnTo>
                      <a:pt x="150819" y="257376"/>
                    </a:lnTo>
                    <a:lnTo>
                      <a:pt x="149180" y="262294"/>
                    </a:lnTo>
                    <a:lnTo>
                      <a:pt x="149180" y="265572"/>
                    </a:lnTo>
                    <a:lnTo>
                      <a:pt x="149180" y="270491"/>
                    </a:lnTo>
                    <a:lnTo>
                      <a:pt x="147540" y="273769"/>
                    </a:lnTo>
                    <a:lnTo>
                      <a:pt x="147540" y="275408"/>
                    </a:lnTo>
                    <a:lnTo>
                      <a:pt x="147540" y="278687"/>
                    </a:lnTo>
                    <a:lnTo>
                      <a:pt x="147540" y="283605"/>
                    </a:lnTo>
                    <a:lnTo>
                      <a:pt x="145901" y="286884"/>
                    </a:lnTo>
                    <a:lnTo>
                      <a:pt x="142622" y="290162"/>
                    </a:lnTo>
                    <a:lnTo>
                      <a:pt x="137704" y="291802"/>
                    </a:lnTo>
                    <a:lnTo>
                      <a:pt x="136065" y="291802"/>
                    </a:lnTo>
                    <a:lnTo>
                      <a:pt x="136065" y="293441"/>
                    </a:lnTo>
                    <a:lnTo>
                      <a:pt x="131147" y="295081"/>
                    </a:lnTo>
                    <a:lnTo>
                      <a:pt x="127868" y="296720"/>
                    </a:lnTo>
                    <a:lnTo>
                      <a:pt x="124589" y="298359"/>
                    </a:lnTo>
                    <a:lnTo>
                      <a:pt x="121311" y="299998"/>
                    </a:lnTo>
                    <a:lnTo>
                      <a:pt x="116393" y="301638"/>
                    </a:lnTo>
                    <a:lnTo>
                      <a:pt x="113114" y="306556"/>
                    </a:lnTo>
                    <a:lnTo>
                      <a:pt x="113114" y="308195"/>
                    </a:lnTo>
                    <a:lnTo>
                      <a:pt x="109836" y="309835"/>
                    </a:lnTo>
                    <a:lnTo>
                      <a:pt x="106557" y="313113"/>
                    </a:lnTo>
                    <a:lnTo>
                      <a:pt x="106557" y="316392"/>
                    </a:lnTo>
                    <a:lnTo>
                      <a:pt x="104917" y="321310"/>
                    </a:lnTo>
                    <a:lnTo>
                      <a:pt x="106557" y="324588"/>
                    </a:lnTo>
                    <a:lnTo>
                      <a:pt x="109836" y="326228"/>
                    </a:lnTo>
                    <a:lnTo>
                      <a:pt x="111475" y="331146"/>
                    </a:lnTo>
                    <a:lnTo>
                      <a:pt x="111475" y="332785"/>
                    </a:lnTo>
                    <a:lnTo>
                      <a:pt x="113114" y="336064"/>
                    </a:lnTo>
                    <a:lnTo>
                      <a:pt x="109836" y="337703"/>
                    </a:lnTo>
                    <a:lnTo>
                      <a:pt x="109836" y="339342"/>
                    </a:lnTo>
                    <a:lnTo>
                      <a:pt x="108196" y="342621"/>
                    </a:lnTo>
                    <a:lnTo>
                      <a:pt x="108196" y="345900"/>
                    </a:lnTo>
                    <a:lnTo>
                      <a:pt x="108196" y="349179"/>
                    </a:lnTo>
                    <a:lnTo>
                      <a:pt x="109836" y="354097"/>
                    </a:lnTo>
                    <a:lnTo>
                      <a:pt x="111475" y="357375"/>
                    </a:lnTo>
                    <a:lnTo>
                      <a:pt x="113114" y="360654"/>
                    </a:lnTo>
                    <a:lnTo>
                      <a:pt x="114754" y="363932"/>
                    </a:lnTo>
                    <a:lnTo>
                      <a:pt x="114754" y="368851"/>
                    </a:lnTo>
                    <a:lnTo>
                      <a:pt x="116393" y="372129"/>
                    </a:lnTo>
                    <a:lnTo>
                      <a:pt x="118032" y="375408"/>
                    </a:lnTo>
                    <a:lnTo>
                      <a:pt x="119671" y="380326"/>
                    </a:lnTo>
                    <a:lnTo>
                      <a:pt x="118032" y="383605"/>
                    </a:lnTo>
                    <a:lnTo>
                      <a:pt x="114754" y="386884"/>
                    </a:lnTo>
                    <a:lnTo>
                      <a:pt x="114754" y="390162"/>
                    </a:lnTo>
                    <a:lnTo>
                      <a:pt x="114754" y="395080"/>
                    </a:lnTo>
                    <a:lnTo>
                      <a:pt x="116393" y="398359"/>
                    </a:lnTo>
                    <a:lnTo>
                      <a:pt x="119671" y="401637"/>
                    </a:lnTo>
                    <a:lnTo>
                      <a:pt x="122950" y="406555"/>
                    </a:lnTo>
                    <a:lnTo>
                      <a:pt x="126229" y="409834"/>
                    </a:lnTo>
                    <a:lnTo>
                      <a:pt x="129508" y="413113"/>
                    </a:lnTo>
                    <a:lnTo>
                      <a:pt x="129508" y="414752"/>
                    </a:lnTo>
                    <a:lnTo>
                      <a:pt x="129508" y="418031"/>
                    </a:lnTo>
                    <a:lnTo>
                      <a:pt x="126229" y="421309"/>
                    </a:lnTo>
                    <a:lnTo>
                      <a:pt x="122950" y="422949"/>
                    </a:lnTo>
                    <a:lnTo>
                      <a:pt x="118032" y="424588"/>
                    </a:lnTo>
                    <a:lnTo>
                      <a:pt x="114754" y="422949"/>
                    </a:lnTo>
                    <a:lnTo>
                      <a:pt x="111475" y="426228"/>
                    </a:lnTo>
                    <a:lnTo>
                      <a:pt x="109836" y="429506"/>
                    </a:lnTo>
                    <a:lnTo>
                      <a:pt x="111475" y="432785"/>
                    </a:lnTo>
                    <a:lnTo>
                      <a:pt x="109836" y="437703"/>
                    </a:lnTo>
                    <a:lnTo>
                      <a:pt x="108196" y="440981"/>
                    </a:lnTo>
                    <a:lnTo>
                      <a:pt x="106557" y="444260"/>
                    </a:lnTo>
                    <a:lnTo>
                      <a:pt x="106557" y="449178"/>
                    </a:lnTo>
                    <a:lnTo>
                      <a:pt x="106557" y="452457"/>
                    </a:lnTo>
                    <a:lnTo>
                      <a:pt x="106557" y="454096"/>
                    </a:lnTo>
                    <a:lnTo>
                      <a:pt x="104917" y="457375"/>
                    </a:lnTo>
                    <a:lnTo>
                      <a:pt x="101639" y="462293"/>
                    </a:lnTo>
                    <a:lnTo>
                      <a:pt x="99999" y="465572"/>
                    </a:lnTo>
                    <a:lnTo>
                      <a:pt x="99999" y="468850"/>
                    </a:lnTo>
                    <a:lnTo>
                      <a:pt x="96721" y="472129"/>
                    </a:lnTo>
                    <a:lnTo>
                      <a:pt x="95081" y="477047"/>
                    </a:lnTo>
                    <a:lnTo>
                      <a:pt x="90164" y="480325"/>
                    </a:lnTo>
                    <a:lnTo>
                      <a:pt x="91803" y="481965"/>
                    </a:lnTo>
                    <a:lnTo>
                      <a:pt x="91803" y="486883"/>
                    </a:lnTo>
                    <a:lnTo>
                      <a:pt x="90164" y="490162"/>
                    </a:lnTo>
                    <a:lnTo>
                      <a:pt x="90164" y="493440"/>
                    </a:lnTo>
                    <a:lnTo>
                      <a:pt x="91803" y="496719"/>
                    </a:lnTo>
                    <a:lnTo>
                      <a:pt x="91803" y="501637"/>
                    </a:lnTo>
                    <a:lnTo>
                      <a:pt x="90164" y="504916"/>
                    </a:lnTo>
                    <a:lnTo>
                      <a:pt x="91803" y="508194"/>
                    </a:lnTo>
                    <a:lnTo>
                      <a:pt x="91803" y="511473"/>
                    </a:lnTo>
                    <a:lnTo>
                      <a:pt x="86885" y="514752"/>
                    </a:lnTo>
                    <a:lnTo>
                      <a:pt x="85245" y="518031"/>
                    </a:lnTo>
                    <a:lnTo>
                      <a:pt x="85245" y="519669"/>
                    </a:lnTo>
                    <a:lnTo>
                      <a:pt x="85245" y="522948"/>
                    </a:lnTo>
                    <a:lnTo>
                      <a:pt x="86885" y="526227"/>
                    </a:lnTo>
                    <a:lnTo>
                      <a:pt x="90164" y="531145"/>
                    </a:lnTo>
                    <a:lnTo>
                      <a:pt x="90164" y="534424"/>
                    </a:lnTo>
                    <a:lnTo>
                      <a:pt x="93442" y="537702"/>
                    </a:lnTo>
                    <a:lnTo>
                      <a:pt x="93442" y="539342"/>
                    </a:lnTo>
                    <a:lnTo>
                      <a:pt x="93442" y="542621"/>
                    </a:lnTo>
                    <a:lnTo>
                      <a:pt x="95081" y="547538"/>
                    </a:lnTo>
                    <a:lnTo>
                      <a:pt x="95081" y="550817"/>
                    </a:lnTo>
                    <a:lnTo>
                      <a:pt x="96721" y="554096"/>
                    </a:lnTo>
                    <a:lnTo>
                      <a:pt x="99999" y="557374"/>
                    </a:lnTo>
                    <a:lnTo>
                      <a:pt x="98360" y="560653"/>
                    </a:lnTo>
                    <a:lnTo>
                      <a:pt x="99999" y="563932"/>
                    </a:lnTo>
                    <a:lnTo>
                      <a:pt x="96721" y="568850"/>
                    </a:lnTo>
                    <a:lnTo>
                      <a:pt x="93442" y="568850"/>
                    </a:lnTo>
                    <a:lnTo>
                      <a:pt x="90164" y="567211"/>
                    </a:lnTo>
                    <a:lnTo>
                      <a:pt x="91803" y="570489"/>
                    </a:lnTo>
                    <a:lnTo>
                      <a:pt x="90164" y="573768"/>
                    </a:lnTo>
                    <a:lnTo>
                      <a:pt x="90164" y="578686"/>
                    </a:lnTo>
                    <a:lnTo>
                      <a:pt x="90164" y="581965"/>
                    </a:lnTo>
                    <a:lnTo>
                      <a:pt x="88524" y="585243"/>
                    </a:lnTo>
                    <a:lnTo>
                      <a:pt x="88524" y="590161"/>
                    </a:lnTo>
                    <a:lnTo>
                      <a:pt x="90164" y="593440"/>
                    </a:lnTo>
                    <a:lnTo>
                      <a:pt x="90164" y="596718"/>
                    </a:lnTo>
                    <a:lnTo>
                      <a:pt x="88524" y="601636"/>
                    </a:lnTo>
                    <a:lnTo>
                      <a:pt x="85245" y="599997"/>
                    </a:lnTo>
                    <a:lnTo>
                      <a:pt x="83606" y="603276"/>
                    </a:lnTo>
                    <a:lnTo>
                      <a:pt x="85245" y="608194"/>
                    </a:lnTo>
                    <a:lnTo>
                      <a:pt x="85245" y="611472"/>
                    </a:lnTo>
                    <a:lnTo>
                      <a:pt x="85245" y="614751"/>
                    </a:lnTo>
                    <a:lnTo>
                      <a:pt x="85245" y="618030"/>
                    </a:lnTo>
                    <a:lnTo>
                      <a:pt x="86885" y="622948"/>
                    </a:lnTo>
                    <a:lnTo>
                      <a:pt x="90164" y="626226"/>
                    </a:lnTo>
                    <a:lnTo>
                      <a:pt x="91803" y="629505"/>
                    </a:lnTo>
                    <a:lnTo>
                      <a:pt x="95081" y="634423"/>
                    </a:lnTo>
                    <a:lnTo>
                      <a:pt x="99999" y="634423"/>
                    </a:lnTo>
                    <a:lnTo>
                      <a:pt x="103278" y="637702"/>
                    </a:lnTo>
                    <a:lnTo>
                      <a:pt x="103278" y="640981"/>
                    </a:lnTo>
                    <a:lnTo>
                      <a:pt x="98360" y="640981"/>
                    </a:lnTo>
                    <a:lnTo>
                      <a:pt x="99999" y="644259"/>
                    </a:lnTo>
                    <a:lnTo>
                      <a:pt x="103278" y="649177"/>
                    </a:lnTo>
                    <a:lnTo>
                      <a:pt x="103278" y="649177"/>
                    </a:lnTo>
                    <a:lnTo>
                      <a:pt x="106557" y="652456"/>
                    </a:lnTo>
                    <a:lnTo>
                      <a:pt x="106557" y="654095"/>
                    </a:lnTo>
                    <a:lnTo>
                      <a:pt x="108196" y="657374"/>
                    </a:lnTo>
                    <a:lnTo>
                      <a:pt x="111475" y="660653"/>
                    </a:lnTo>
                    <a:lnTo>
                      <a:pt x="113114" y="663931"/>
                    </a:lnTo>
                    <a:lnTo>
                      <a:pt x="113114" y="667210"/>
                    </a:lnTo>
                    <a:lnTo>
                      <a:pt x="114754" y="670489"/>
                    </a:lnTo>
                    <a:lnTo>
                      <a:pt x="118032" y="675406"/>
                    </a:lnTo>
                    <a:lnTo>
                      <a:pt x="118032" y="675406"/>
                    </a:lnTo>
                    <a:lnTo>
                      <a:pt x="121311" y="677046"/>
                    </a:lnTo>
                    <a:lnTo>
                      <a:pt x="121311" y="678685"/>
                    </a:lnTo>
                    <a:lnTo>
                      <a:pt x="121311" y="681964"/>
                    </a:lnTo>
                    <a:lnTo>
                      <a:pt x="119671" y="685243"/>
                    </a:lnTo>
                    <a:lnTo>
                      <a:pt x="121311" y="688521"/>
                    </a:lnTo>
                    <a:lnTo>
                      <a:pt x="122950" y="693439"/>
                    </a:lnTo>
                    <a:lnTo>
                      <a:pt x="126229" y="696718"/>
                    </a:lnTo>
                    <a:lnTo>
                      <a:pt x="126229" y="696718"/>
                    </a:lnTo>
                    <a:lnTo>
                      <a:pt x="131147" y="695079"/>
                    </a:lnTo>
                    <a:lnTo>
                      <a:pt x="134426" y="698358"/>
                    </a:lnTo>
                    <a:lnTo>
                      <a:pt x="134426" y="701636"/>
                    </a:lnTo>
                    <a:lnTo>
                      <a:pt x="134426" y="704915"/>
                    </a:lnTo>
                    <a:lnTo>
                      <a:pt x="134426" y="709833"/>
                    </a:lnTo>
                    <a:lnTo>
                      <a:pt x="134426" y="713111"/>
                    </a:lnTo>
                    <a:lnTo>
                      <a:pt x="134426" y="718029"/>
                    </a:lnTo>
                    <a:lnTo>
                      <a:pt x="136065" y="721308"/>
                    </a:lnTo>
                    <a:lnTo>
                      <a:pt x="136065" y="724587"/>
                    </a:lnTo>
                    <a:lnTo>
                      <a:pt x="139344" y="727865"/>
                    </a:lnTo>
                    <a:lnTo>
                      <a:pt x="140983" y="732783"/>
                    </a:lnTo>
                    <a:lnTo>
                      <a:pt x="142622" y="736062"/>
                    </a:lnTo>
                    <a:lnTo>
                      <a:pt x="140983" y="740980"/>
                    </a:lnTo>
                    <a:lnTo>
                      <a:pt x="137704" y="739341"/>
                    </a:lnTo>
                    <a:lnTo>
                      <a:pt x="136065" y="740980"/>
                    </a:lnTo>
                    <a:lnTo>
                      <a:pt x="136065" y="742619"/>
                    </a:lnTo>
                    <a:lnTo>
                      <a:pt x="136065" y="747538"/>
                    </a:lnTo>
                    <a:lnTo>
                      <a:pt x="134426" y="750816"/>
                    </a:lnTo>
                    <a:lnTo>
                      <a:pt x="132786" y="754095"/>
                    </a:lnTo>
                    <a:lnTo>
                      <a:pt x="132786" y="759013"/>
                    </a:lnTo>
                    <a:lnTo>
                      <a:pt x="132786" y="762292"/>
                    </a:lnTo>
                    <a:lnTo>
                      <a:pt x="132786" y="765570"/>
                    </a:lnTo>
                    <a:lnTo>
                      <a:pt x="132786" y="768849"/>
                    </a:lnTo>
                    <a:lnTo>
                      <a:pt x="132786" y="772128"/>
                    </a:lnTo>
                    <a:lnTo>
                      <a:pt x="134426" y="775406"/>
                    </a:lnTo>
                    <a:lnTo>
                      <a:pt x="132786" y="778685"/>
                    </a:lnTo>
                    <a:lnTo>
                      <a:pt x="129508" y="780324"/>
                    </a:lnTo>
                    <a:lnTo>
                      <a:pt x="127868" y="783603"/>
                    </a:lnTo>
                    <a:lnTo>
                      <a:pt x="131147" y="785242"/>
                    </a:lnTo>
                    <a:lnTo>
                      <a:pt x="134426" y="788521"/>
                    </a:lnTo>
                    <a:lnTo>
                      <a:pt x="136065" y="793439"/>
                    </a:lnTo>
                    <a:lnTo>
                      <a:pt x="137704" y="796718"/>
                    </a:lnTo>
                    <a:lnTo>
                      <a:pt x="137704" y="799996"/>
                    </a:lnTo>
                    <a:lnTo>
                      <a:pt x="140983" y="804914"/>
                    </a:lnTo>
                    <a:lnTo>
                      <a:pt x="142622" y="808193"/>
                    </a:lnTo>
                    <a:lnTo>
                      <a:pt x="142622" y="811472"/>
                    </a:lnTo>
                    <a:lnTo>
                      <a:pt x="144261" y="816389"/>
                    </a:lnTo>
                    <a:lnTo>
                      <a:pt x="144261" y="818029"/>
                    </a:lnTo>
                    <a:lnTo>
                      <a:pt x="144261" y="821308"/>
                    </a:lnTo>
                    <a:lnTo>
                      <a:pt x="142622" y="822947"/>
                    </a:lnTo>
                    <a:lnTo>
                      <a:pt x="139344" y="822947"/>
                    </a:lnTo>
                    <a:lnTo>
                      <a:pt x="136065" y="827865"/>
                    </a:lnTo>
                    <a:lnTo>
                      <a:pt x="136065" y="831143"/>
                    </a:lnTo>
                    <a:lnTo>
                      <a:pt x="134426" y="834422"/>
                    </a:lnTo>
                    <a:lnTo>
                      <a:pt x="131147" y="832783"/>
                    </a:lnTo>
                    <a:lnTo>
                      <a:pt x="129508" y="836062"/>
                    </a:lnTo>
                    <a:lnTo>
                      <a:pt x="126229" y="836062"/>
                    </a:lnTo>
                    <a:lnTo>
                      <a:pt x="126229" y="839340"/>
                    </a:lnTo>
                    <a:lnTo>
                      <a:pt x="127868" y="844258"/>
                    </a:lnTo>
                    <a:lnTo>
                      <a:pt x="126229" y="847537"/>
                    </a:lnTo>
                    <a:lnTo>
                      <a:pt x="126229" y="852455"/>
                    </a:lnTo>
                    <a:lnTo>
                      <a:pt x="127868" y="855733"/>
                    </a:lnTo>
                    <a:lnTo>
                      <a:pt x="127868" y="857373"/>
                    </a:lnTo>
                    <a:lnTo>
                      <a:pt x="129508" y="857373"/>
                    </a:lnTo>
                    <a:lnTo>
                      <a:pt x="129508" y="860652"/>
                    </a:lnTo>
                    <a:lnTo>
                      <a:pt x="131147" y="863930"/>
                    </a:lnTo>
                    <a:lnTo>
                      <a:pt x="131147" y="868848"/>
                    </a:lnTo>
                    <a:lnTo>
                      <a:pt x="131147" y="872127"/>
                    </a:lnTo>
                    <a:lnTo>
                      <a:pt x="132786" y="875406"/>
                    </a:lnTo>
                    <a:lnTo>
                      <a:pt x="136065" y="880324"/>
                    </a:lnTo>
                    <a:lnTo>
                      <a:pt x="136065" y="883602"/>
                    </a:lnTo>
                    <a:lnTo>
                      <a:pt x="136065" y="886881"/>
                    </a:lnTo>
                    <a:lnTo>
                      <a:pt x="137704" y="891799"/>
                    </a:lnTo>
                    <a:lnTo>
                      <a:pt x="139344" y="895078"/>
                    </a:lnTo>
                    <a:lnTo>
                      <a:pt x="142622" y="898356"/>
                    </a:lnTo>
                    <a:lnTo>
                      <a:pt x="145901" y="903275"/>
                    </a:lnTo>
                    <a:lnTo>
                      <a:pt x="147540" y="906553"/>
                    </a:lnTo>
                    <a:lnTo>
                      <a:pt x="149180" y="909832"/>
                    </a:lnTo>
                    <a:lnTo>
                      <a:pt x="149180" y="913110"/>
                    </a:lnTo>
                    <a:lnTo>
                      <a:pt x="150819" y="916389"/>
                    </a:lnTo>
                    <a:lnTo>
                      <a:pt x="154098" y="921307"/>
                    </a:lnTo>
                    <a:lnTo>
                      <a:pt x="155737" y="924586"/>
                    </a:lnTo>
                    <a:lnTo>
                      <a:pt x="160655" y="926225"/>
                    </a:lnTo>
                    <a:lnTo>
                      <a:pt x="160655" y="929504"/>
                    </a:lnTo>
                    <a:lnTo>
                      <a:pt x="162294" y="934422"/>
                    </a:lnTo>
                    <a:lnTo>
                      <a:pt x="160655" y="934422"/>
                    </a:lnTo>
                    <a:lnTo>
                      <a:pt x="157376" y="936061"/>
                    </a:lnTo>
                    <a:lnTo>
                      <a:pt x="152458" y="939340"/>
                    </a:lnTo>
                    <a:lnTo>
                      <a:pt x="149180" y="940979"/>
                    </a:lnTo>
                    <a:lnTo>
                      <a:pt x="145901" y="944258"/>
                    </a:lnTo>
                    <a:lnTo>
                      <a:pt x="145901" y="947536"/>
                    </a:lnTo>
                    <a:lnTo>
                      <a:pt x="147540" y="950815"/>
                    </a:lnTo>
                    <a:lnTo>
                      <a:pt x="149180" y="955733"/>
                    </a:lnTo>
                    <a:lnTo>
                      <a:pt x="150819" y="959012"/>
                    </a:lnTo>
                    <a:lnTo>
                      <a:pt x="150819" y="962290"/>
                    </a:lnTo>
                    <a:lnTo>
                      <a:pt x="150819" y="967209"/>
                    </a:lnTo>
                    <a:lnTo>
                      <a:pt x="149180" y="970487"/>
                    </a:lnTo>
                    <a:lnTo>
                      <a:pt x="152458" y="973766"/>
                    </a:lnTo>
                    <a:lnTo>
                      <a:pt x="150819" y="973766"/>
                    </a:lnTo>
                    <a:lnTo>
                      <a:pt x="145901" y="973766"/>
                    </a:lnTo>
                    <a:lnTo>
                      <a:pt x="144261" y="975405"/>
                    </a:lnTo>
                    <a:lnTo>
                      <a:pt x="145901" y="978684"/>
                    </a:lnTo>
                    <a:lnTo>
                      <a:pt x="147540" y="983602"/>
                    </a:lnTo>
                    <a:lnTo>
                      <a:pt x="149180" y="983602"/>
                    </a:lnTo>
                    <a:lnTo>
                      <a:pt x="152458" y="988520"/>
                    </a:lnTo>
                    <a:lnTo>
                      <a:pt x="152458" y="991799"/>
                    </a:lnTo>
                    <a:lnTo>
                      <a:pt x="150819" y="991799"/>
                    </a:lnTo>
                    <a:lnTo>
                      <a:pt x="152458" y="995077"/>
                    </a:lnTo>
                    <a:lnTo>
                      <a:pt x="147540" y="995077"/>
                    </a:lnTo>
                    <a:lnTo>
                      <a:pt x="149180" y="998356"/>
                    </a:lnTo>
                    <a:lnTo>
                      <a:pt x="150819" y="1003274"/>
                    </a:lnTo>
                    <a:lnTo>
                      <a:pt x="155737" y="1004913"/>
                    </a:lnTo>
                    <a:lnTo>
                      <a:pt x="155737" y="1008192"/>
                    </a:lnTo>
                    <a:lnTo>
                      <a:pt x="154098" y="1011470"/>
                    </a:lnTo>
                    <a:lnTo>
                      <a:pt x="152458" y="1014749"/>
                    </a:lnTo>
                    <a:lnTo>
                      <a:pt x="154098" y="1019667"/>
                    </a:lnTo>
                    <a:lnTo>
                      <a:pt x="152458" y="1022946"/>
                    </a:lnTo>
                    <a:lnTo>
                      <a:pt x="152458" y="1024585"/>
                    </a:lnTo>
                    <a:lnTo>
                      <a:pt x="155737" y="1027864"/>
                    </a:lnTo>
                    <a:lnTo>
                      <a:pt x="159016" y="1032782"/>
                    </a:lnTo>
                    <a:lnTo>
                      <a:pt x="160655" y="1036061"/>
                    </a:lnTo>
                    <a:lnTo>
                      <a:pt x="162294" y="1039339"/>
                    </a:lnTo>
                    <a:lnTo>
                      <a:pt x="162294" y="1039339"/>
                    </a:lnTo>
                    <a:lnTo>
                      <a:pt x="162294" y="1044257"/>
                    </a:lnTo>
                    <a:lnTo>
                      <a:pt x="163934" y="1047536"/>
                    </a:lnTo>
                    <a:lnTo>
                      <a:pt x="163934" y="1050815"/>
                    </a:lnTo>
                    <a:lnTo>
                      <a:pt x="167212" y="1055733"/>
                    </a:lnTo>
                    <a:lnTo>
                      <a:pt x="167212" y="1059012"/>
                    </a:lnTo>
                    <a:lnTo>
                      <a:pt x="167212" y="1062290"/>
                    </a:lnTo>
                    <a:lnTo>
                      <a:pt x="170491" y="1067208"/>
                    </a:lnTo>
                    <a:lnTo>
                      <a:pt x="172130" y="1070487"/>
                    </a:lnTo>
                    <a:lnTo>
                      <a:pt x="177048" y="1073766"/>
                    </a:lnTo>
                    <a:lnTo>
                      <a:pt x="177048" y="1078683"/>
                    </a:lnTo>
                    <a:lnTo>
                      <a:pt x="178688" y="1078683"/>
                    </a:lnTo>
                    <a:lnTo>
                      <a:pt x="180327" y="1083602"/>
                    </a:lnTo>
                    <a:lnTo>
                      <a:pt x="177048" y="1085241"/>
                    </a:lnTo>
                    <a:lnTo>
                      <a:pt x="173770" y="1085241"/>
                    </a:lnTo>
                    <a:lnTo>
                      <a:pt x="172130" y="1088520"/>
                    </a:lnTo>
                    <a:lnTo>
                      <a:pt x="170491" y="1091798"/>
                    </a:lnTo>
                    <a:lnTo>
                      <a:pt x="173770" y="1095077"/>
                    </a:lnTo>
                    <a:lnTo>
                      <a:pt x="175409" y="1098356"/>
                    </a:lnTo>
                    <a:lnTo>
                      <a:pt x="175409" y="1101634"/>
                    </a:lnTo>
                    <a:lnTo>
                      <a:pt x="175409" y="1106552"/>
                    </a:lnTo>
                    <a:lnTo>
                      <a:pt x="177048" y="1109831"/>
                    </a:lnTo>
                    <a:lnTo>
                      <a:pt x="178688" y="1113110"/>
                    </a:lnTo>
                    <a:lnTo>
                      <a:pt x="180327" y="1118027"/>
                    </a:lnTo>
                    <a:lnTo>
                      <a:pt x="180327" y="1121306"/>
                    </a:lnTo>
                    <a:lnTo>
                      <a:pt x="183606" y="1124585"/>
                    </a:lnTo>
                    <a:lnTo>
                      <a:pt x="186884" y="1127863"/>
                    </a:lnTo>
                    <a:lnTo>
                      <a:pt x="191802" y="1127863"/>
                    </a:lnTo>
                    <a:lnTo>
                      <a:pt x="195081" y="1129503"/>
                    </a:lnTo>
                    <a:lnTo>
                      <a:pt x="198360" y="1129503"/>
                    </a:lnTo>
                    <a:lnTo>
                      <a:pt x="199999" y="1134421"/>
                    </a:lnTo>
                    <a:lnTo>
                      <a:pt x="196720" y="1136060"/>
                    </a:lnTo>
                    <a:lnTo>
                      <a:pt x="195081" y="1140978"/>
                    </a:lnTo>
                    <a:lnTo>
                      <a:pt x="199999" y="1142617"/>
                    </a:lnTo>
                    <a:lnTo>
                      <a:pt x="203278" y="1147536"/>
                    </a:lnTo>
                    <a:lnTo>
                      <a:pt x="203278" y="1147536"/>
                    </a:lnTo>
                    <a:lnTo>
                      <a:pt x="206556" y="1147536"/>
                    </a:lnTo>
                    <a:lnTo>
                      <a:pt x="208196" y="1152454"/>
                    </a:lnTo>
                    <a:lnTo>
                      <a:pt x="204917" y="1155732"/>
                    </a:lnTo>
                    <a:lnTo>
                      <a:pt x="209835" y="1159011"/>
                    </a:lnTo>
                    <a:lnTo>
                      <a:pt x="213114" y="1162290"/>
                    </a:lnTo>
                    <a:lnTo>
                      <a:pt x="213114" y="1162290"/>
                    </a:lnTo>
                    <a:lnTo>
                      <a:pt x="214753" y="1163929"/>
                    </a:lnTo>
                    <a:lnTo>
                      <a:pt x="213114" y="1167207"/>
                    </a:lnTo>
                    <a:lnTo>
                      <a:pt x="213114" y="1168847"/>
                    </a:lnTo>
                    <a:lnTo>
                      <a:pt x="209835" y="1172126"/>
                    </a:lnTo>
                    <a:lnTo>
                      <a:pt x="213114" y="1175404"/>
                    </a:lnTo>
                    <a:lnTo>
                      <a:pt x="214753" y="1178683"/>
                    </a:lnTo>
                    <a:lnTo>
                      <a:pt x="214753" y="1183601"/>
                    </a:lnTo>
                    <a:lnTo>
                      <a:pt x="218032" y="1183601"/>
                    </a:lnTo>
                    <a:lnTo>
                      <a:pt x="222950" y="1183601"/>
                    </a:lnTo>
                    <a:lnTo>
                      <a:pt x="226228" y="1183601"/>
                    </a:lnTo>
                    <a:lnTo>
                      <a:pt x="231146" y="1183601"/>
                    </a:lnTo>
                    <a:lnTo>
                      <a:pt x="234425" y="1185240"/>
                    </a:lnTo>
                    <a:lnTo>
                      <a:pt x="237704" y="1185240"/>
                    </a:lnTo>
                    <a:lnTo>
                      <a:pt x="240982" y="1188519"/>
                    </a:lnTo>
                    <a:lnTo>
                      <a:pt x="242622" y="1190159"/>
                    </a:lnTo>
                    <a:lnTo>
                      <a:pt x="240982" y="1193437"/>
                    </a:lnTo>
                    <a:lnTo>
                      <a:pt x="242622" y="1198355"/>
                    </a:lnTo>
                    <a:lnTo>
                      <a:pt x="239343" y="1201634"/>
                    </a:lnTo>
                    <a:lnTo>
                      <a:pt x="234425" y="1199994"/>
                    </a:lnTo>
                    <a:lnTo>
                      <a:pt x="231146" y="1199994"/>
                    </a:lnTo>
                    <a:lnTo>
                      <a:pt x="227868" y="1199994"/>
                    </a:lnTo>
                    <a:lnTo>
                      <a:pt x="222950" y="1198355"/>
                    </a:lnTo>
                    <a:lnTo>
                      <a:pt x="219671" y="1199994"/>
                    </a:lnTo>
                    <a:lnTo>
                      <a:pt x="216392" y="1199994"/>
                    </a:lnTo>
                    <a:lnTo>
                      <a:pt x="214753" y="1203273"/>
                    </a:lnTo>
                    <a:lnTo>
                      <a:pt x="219671" y="1206552"/>
                    </a:lnTo>
                    <a:lnTo>
                      <a:pt x="222950" y="1206552"/>
                    </a:lnTo>
                    <a:lnTo>
                      <a:pt x="226228" y="1206552"/>
                    </a:lnTo>
                    <a:lnTo>
                      <a:pt x="231146" y="1208191"/>
                    </a:lnTo>
                    <a:lnTo>
                      <a:pt x="234425" y="1208191"/>
                    </a:lnTo>
                    <a:lnTo>
                      <a:pt x="236064" y="1209830"/>
                    </a:lnTo>
                    <a:lnTo>
                      <a:pt x="239343" y="1213109"/>
                    </a:lnTo>
                    <a:lnTo>
                      <a:pt x="242622" y="1216388"/>
                    </a:lnTo>
                    <a:lnTo>
                      <a:pt x="245901" y="1219666"/>
                    </a:lnTo>
                    <a:lnTo>
                      <a:pt x="249179" y="1222945"/>
                    </a:lnTo>
                    <a:lnTo>
                      <a:pt x="245901" y="1226224"/>
                    </a:lnTo>
                    <a:lnTo>
                      <a:pt x="245901" y="1231142"/>
                    </a:lnTo>
                    <a:lnTo>
                      <a:pt x="244261" y="1232781"/>
                    </a:lnTo>
                    <a:lnTo>
                      <a:pt x="240982" y="1232781"/>
                    </a:lnTo>
                    <a:lnTo>
                      <a:pt x="239343" y="1236060"/>
                    </a:lnTo>
                    <a:lnTo>
                      <a:pt x="239343" y="1239339"/>
                    </a:lnTo>
                    <a:lnTo>
                      <a:pt x="242622" y="1244256"/>
                    </a:lnTo>
                    <a:lnTo>
                      <a:pt x="242622" y="1245896"/>
                    </a:lnTo>
                    <a:lnTo>
                      <a:pt x="247540" y="1247535"/>
                    </a:lnTo>
                    <a:lnTo>
                      <a:pt x="247540" y="1249174"/>
                    </a:lnTo>
                    <a:lnTo>
                      <a:pt x="249179" y="1250814"/>
                    </a:lnTo>
                    <a:lnTo>
                      <a:pt x="249179" y="1252453"/>
                    </a:lnTo>
                    <a:lnTo>
                      <a:pt x="249179" y="1254093"/>
                    </a:lnTo>
                    <a:lnTo>
                      <a:pt x="247540" y="1257371"/>
                    </a:lnTo>
                    <a:lnTo>
                      <a:pt x="244261" y="1259010"/>
                    </a:lnTo>
                    <a:lnTo>
                      <a:pt x="247540" y="1262289"/>
                    </a:lnTo>
                    <a:lnTo>
                      <a:pt x="250818" y="1265568"/>
                    </a:lnTo>
                    <a:lnTo>
                      <a:pt x="250818" y="1265568"/>
                    </a:lnTo>
                    <a:lnTo>
                      <a:pt x="252458" y="1267207"/>
                    </a:lnTo>
                    <a:lnTo>
                      <a:pt x="254097" y="1272125"/>
                    </a:lnTo>
                    <a:lnTo>
                      <a:pt x="257376" y="1275404"/>
                    </a:lnTo>
                    <a:lnTo>
                      <a:pt x="257376" y="1275404"/>
                    </a:lnTo>
                    <a:lnTo>
                      <a:pt x="257376" y="1277043"/>
                    </a:lnTo>
                    <a:lnTo>
                      <a:pt x="260654" y="1280322"/>
                    </a:lnTo>
                    <a:lnTo>
                      <a:pt x="257376" y="1285240"/>
                    </a:lnTo>
                    <a:lnTo>
                      <a:pt x="254097" y="1286879"/>
                    </a:lnTo>
                    <a:lnTo>
                      <a:pt x="254097" y="1291797"/>
                    </a:lnTo>
                    <a:lnTo>
                      <a:pt x="257376" y="1295076"/>
                    </a:lnTo>
                    <a:lnTo>
                      <a:pt x="255736" y="1298354"/>
                    </a:lnTo>
                    <a:lnTo>
                      <a:pt x="260654" y="1299994"/>
                    </a:lnTo>
                    <a:lnTo>
                      <a:pt x="263933" y="1304912"/>
                    </a:lnTo>
                    <a:lnTo>
                      <a:pt x="263933" y="1304912"/>
                    </a:lnTo>
                    <a:lnTo>
                      <a:pt x="259015" y="1304912"/>
                    </a:lnTo>
                    <a:lnTo>
                      <a:pt x="259015" y="1308191"/>
                    </a:lnTo>
                    <a:lnTo>
                      <a:pt x="259015" y="1309830"/>
                    </a:lnTo>
                    <a:lnTo>
                      <a:pt x="257376" y="1313109"/>
                    </a:lnTo>
                    <a:lnTo>
                      <a:pt x="252458" y="1313109"/>
                    </a:lnTo>
                    <a:lnTo>
                      <a:pt x="252458" y="1318027"/>
                    </a:lnTo>
                    <a:lnTo>
                      <a:pt x="254097" y="1321306"/>
                    </a:lnTo>
                    <a:lnTo>
                      <a:pt x="254097" y="1324584"/>
                    </a:lnTo>
                    <a:lnTo>
                      <a:pt x="252458" y="1329502"/>
                    </a:lnTo>
                    <a:lnTo>
                      <a:pt x="254097" y="1332781"/>
                    </a:lnTo>
                    <a:lnTo>
                      <a:pt x="254097" y="1337699"/>
                    </a:lnTo>
                    <a:lnTo>
                      <a:pt x="257376" y="1339338"/>
                    </a:lnTo>
                    <a:lnTo>
                      <a:pt x="260654" y="1340977"/>
                    </a:lnTo>
                    <a:lnTo>
                      <a:pt x="263933" y="1345896"/>
                    </a:lnTo>
                    <a:lnTo>
                      <a:pt x="267212" y="1349174"/>
                    </a:lnTo>
                    <a:lnTo>
                      <a:pt x="268851" y="1352453"/>
                    </a:lnTo>
                    <a:lnTo>
                      <a:pt x="265573" y="1357371"/>
                    </a:lnTo>
                    <a:lnTo>
                      <a:pt x="262294" y="1359010"/>
                    </a:lnTo>
                    <a:lnTo>
                      <a:pt x="260654" y="1360649"/>
                    </a:lnTo>
                    <a:lnTo>
                      <a:pt x="263933" y="1363928"/>
                    </a:lnTo>
                    <a:lnTo>
                      <a:pt x="265573" y="1367207"/>
                    </a:lnTo>
                    <a:lnTo>
                      <a:pt x="267212" y="1370486"/>
                    </a:lnTo>
                    <a:lnTo>
                      <a:pt x="267212" y="1375403"/>
                    </a:lnTo>
                    <a:lnTo>
                      <a:pt x="265573" y="1377043"/>
                    </a:lnTo>
                    <a:lnTo>
                      <a:pt x="262294" y="1380321"/>
                    </a:lnTo>
                    <a:lnTo>
                      <a:pt x="257376" y="1380321"/>
                    </a:lnTo>
                    <a:lnTo>
                      <a:pt x="255736" y="1383600"/>
                    </a:lnTo>
                    <a:lnTo>
                      <a:pt x="257376" y="1388518"/>
                    </a:lnTo>
                    <a:lnTo>
                      <a:pt x="255736" y="1391797"/>
                    </a:lnTo>
                    <a:lnTo>
                      <a:pt x="255736" y="1393436"/>
                    </a:lnTo>
                    <a:lnTo>
                      <a:pt x="252458" y="1395076"/>
                    </a:lnTo>
                    <a:lnTo>
                      <a:pt x="249179" y="1395076"/>
                    </a:lnTo>
                    <a:lnTo>
                      <a:pt x="249179" y="1399993"/>
                    </a:lnTo>
                    <a:lnTo>
                      <a:pt x="249179" y="1403272"/>
                    </a:lnTo>
                    <a:lnTo>
                      <a:pt x="249179" y="1406551"/>
                    </a:lnTo>
                    <a:lnTo>
                      <a:pt x="252458" y="1409830"/>
                    </a:lnTo>
                    <a:lnTo>
                      <a:pt x="255736" y="1414747"/>
                    </a:lnTo>
                    <a:lnTo>
                      <a:pt x="255736" y="1418026"/>
                    </a:lnTo>
                    <a:lnTo>
                      <a:pt x="255736" y="1421305"/>
                    </a:lnTo>
                    <a:lnTo>
                      <a:pt x="259015" y="1424584"/>
                    </a:lnTo>
                    <a:lnTo>
                      <a:pt x="260654" y="1424584"/>
                    </a:lnTo>
                    <a:lnTo>
                      <a:pt x="260654" y="1429501"/>
                    </a:lnTo>
                    <a:lnTo>
                      <a:pt x="263933" y="1432780"/>
                    </a:lnTo>
                    <a:lnTo>
                      <a:pt x="267212" y="1434420"/>
                    </a:lnTo>
                    <a:lnTo>
                      <a:pt x="272130" y="1437698"/>
                    </a:lnTo>
                    <a:lnTo>
                      <a:pt x="275408" y="1440977"/>
                    </a:lnTo>
                    <a:lnTo>
                      <a:pt x="277048" y="1444256"/>
                    </a:lnTo>
                    <a:lnTo>
                      <a:pt x="278687" y="1449174"/>
                    </a:lnTo>
                    <a:lnTo>
                      <a:pt x="281966" y="1452452"/>
                    </a:lnTo>
                    <a:lnTo>
                      <a:pt x="283605" y="1455731"/>
                    </a:lnTo>
                    <a:lnTo>
                      <a:pt x="288523" y="1457370"/>
                    </a:lnTo>
                    <a:lnTo>
                      <a:pt x="291802" y="1454091"/>
                    </a:lnTo>
                    <a:lnTo>
                      <a:pt x="295081" y="1452452"/>
                    </a:lnTo>
                    <a:lnTo>
                      <a:pt x="298359" y="1452452"/>
                    </a:lnTo>
                    <a:lnTo>
                      <a:pt x="303277" y="1452452"/>
                    </a:lnTo>
                    <a:lnTo>
                      <a:pt x="306556" y="1450813"/>
                    </a:lnTo>
                    <a:lnTo>
                      <a:pt x="311474" y="1452452"/>
                    </a:lnTo>
                    <a:lnTo>
                      <a:pt x="313113" y="1454091"/>
                    </a:lnTo>
                    <a:lnTo>
                      <a:pt x="314753" y="1459010"/>
                    </a:lnTo>
                    <a:lnTo>
                      <a:pt x="318031" y="1462288"/>
                    </a:lnTo>
                    <a:lnTo>
                      <a:pt x="319671" y="1467206"/>
                    </a:lnTo>
                    <a:lnTo>
                      <a:pt x="318031" y="1470485"/>
                    </a:lnTo>
                    <a:lnTo>
                      <a:pt x="319671" y="1473764"/>
                    </a:lnTo>
                    <a:lnTo>
                      <a:pt x="322949" y="1475403"/>
                    </a:lnTo>
                    <a:lnTo>
                      <a:pt x="326228" y="1478681"/>
                    </a:lnTo>
                    <a:lnTo>
                      <a:pt x="324588" y="1480321"/>
                    </a:lnTo>
                    <a:lnTo>
                      <a:pt x="326228" y="1483600"/>
                    </a:lnTo>
                    <a:lnTo>
                      <a:pt x="327867" y="1486878"/>
                    </a:lnTo>
                    <a:lnTo>
                      <a:pt x="326228" y="1491796"/>
                    </a:lnTo>
                    <a:lnTo>
                      <a:pt x="329507" y="1491796"/>
                    </a:lnTo>
                    <a:lnTo>
                      <a:pt x="332785" y="1496714"/>
                    </a:lnTo>
                    <a:lnTo>
                      <a:pt x="334425" y="1496714"/>
                    </a:lnTo>
                    <a:lnTo>
                      <a:pt x="337703" y="1498354"/>
                    </a:lnTo>
                    <a:lnTo>
                      <a:pt x="340982" y="1499993"/>
                    </a:lnTo>
                    <a:lnTo>
                      <a:pt x="345900" y="1501633"/>
                    </a:lnTo>
                    <a:lnTo>
                      <a:pt x="349179" y="1504911"/>
                    </a:lnTo>
                    <a:lnTo>
                      <a:pt x="350818" y="1508190"/>
                    </a:lnTo>
                    <a:lnTo>
                      <a:pt x="352457" y="1509829"/>
                    </a:lnTo>
                    <a:lnTo>
                      <a:pt x="357375" y="1509829"/>
                    </a:lnTo>
                    <a:lnTo>
                      <a:pt x="360654" y="1509829"/>
                    </a:lnTo>
                    <a:lnTo>
                      <a:pt x="363933" y="1509829"/>
                    </a:lnTo>
                    <a:lnTo>
                      <a:pt x="367211" y="1509829"/>
                    </a:lnTo>
                    <a:lnTo>
                      <a:pt x="372129" y="1509829"/>
                    </a:lnTo>
                    <a:lnTo>
                      <a:pt x="372129" y="1509829"/>
                    </a:lnTo>
                    <a:lnTo>
                      <a:pt x="375408" y="1509829"/>
                    </a:lnTo>
                    <a:lnTo>
                      <a:pt x="380326" y="1509829"/>
                    </a:lnTo>
                    <a:lnTo>
                      <a:pt x="383605" y="1509829"/>
                    </a:lnTo>
                    <a:lnTo>
                      <a:pt x="388523" y="1509829"/>
                    </a:lnTo>
                    <a:lnTo>
                      <a:pt x="391801" y="1509829"/>
                    </a:lnTo>
                    <a:lnTo>
                      <a:pt x="395080" y="1509829"/>
                    </a:lnTo>
                    <a:lnTo>
                      <a:pt x="399998" y="1509829"/>
                    </a:lnTo>
                    <a:lnTo>
                      <a:pt x="403277" y="1509829"/>
                    </a:lnTo>
                    <a:lnTo>
                      <a:pt x="408195" y="1509829"/>
                    </a:lnTo>
                    <a:lnTo>
                      <a:pt x="411473" y="1509829"/>
                    </a:lnTo>
                    <a:lnTo>
                      <a:pt x="414752" y="1509829"/>
                    </a:lnTo>
                    <a:lnTo>
                      <a:pt x="419670" y="1511468"/>
                    </a:lnTo>
                    <a:lnTo>
                      <a:pt x="422949" y="1511468"/>
                    </a:lnTo>
                    <a:lnTo>
                      <a:pt x="427867" y="1513108"/>
                    </a:lnTo>
                    <a:lnTo>
                      <a:pt x="431145" y="1514747"/>
                    </a:lnTo>
                    <a:lnTo>
                      <a:pt x="432785" y="1514747"/>
                    </a:lnTo>
                    <a:lnTo>
                      <a:pt x="437703" y="1516386"/>
                    </a:lnTo>
                    <a:lnTo>
                      <a:pt x="440981" y="1516386"/>
                    </a:lnTo>
                    <a:lnTo>
                      <a:pt x="444260" y="1516386"/>
                    </a:lnTo>
                    <a:lnTo>
                      <a:pt x="447539" y="1518026"/>
                    </a:lnTo>
                    <a:lnTo>
                      <a:pt x="450818" y="1518026"/>
                    </a:lnTo>
                    <a:lnTo>
                      <a:pt x="454096" y="1519665"/>
                    </a:lnTo>
                    <a:lnTo>
                      <a:pt x="457375" y="1521304"/>
                    </a:lnTo>
                    <a:lnTo>
                      <a:pt x="457375" y="1521304"/>
                    </a:lnTo>
                    <a:lnTo>
                      <a:pt x="460653" y="1521304"/>
                    </a:lnTo>
                    <a:lnTo>
                      <a:pt x="462293" y="1521304"/>
                    </a:lnTo>
                    <a:lnTo>
                      <a:pt x="465572" y="1522944"/>
                    </a:lnTo>
                    <a:lnTo>
                      <a:pt x="468850" y="1522944"/>
                    </a:lnTo>
                    <a:lnTo>
                      <a:pt x="470490" y="1522944"/>
                    </a:lnTo>
                    <a:lnTo>
                      <a:pt x="467211" y="1522944"/>
                    </a:lnTo>
                    <a:lnTo>
                      <a:pt x="463932" y="1522944"/>
                    </a:lnTo>
                    <a:lnTo>
                      <a:pt x="462293" y="1522944"/>
                    </a:lnTo>
                    <a:lnTo>
                      <a:pt x="462293" y="1522944"/>
                    </a:lnTo>
                    <a:lnTo>
                      <a:pt x="459014" y="1522944"/>
                    </a:lnTo>
                    <a:lnTo>
                      <a:pt x="457375" y="1522944"/>
                    </a:lnTo>
                    <a:lnTo>
                      <a:pt x="452457" y="1521304"/>
                    </a:lnTo>
                    <a:lnTo>
                      <a:pt x="449178" y="1519665"/>
                    </a:lnTo>
                    <a:lnTo>
                      <a:pt x="447539" y="1518026"/>
                    </a:lnTo>
                    <a:lnTo>
                      <a:pt x="442621" y="1519665"/>
                    </a:lnTo>
                    <a:lnTo>
                      <a:pt x="439342" y="1521304"/>
                    </a:lnTo>
                    <a:lnTo>
                      <a:pt x="439342" y="1524583"/>
                    </a:lnTo>
                    <a:lnTo>
                      <a:pt x="439342" y="1527862"/>
                    </a:lnTo>
                    <a:lnTo>
                      <a:pt x="439342" y="1529501"/>
                    </a:lnTo>
                    <a:lnTo>
                      <a:pt x="439342" y="1529501"/>
                    </a:lnTo>
                    <a:lnTo>
                      <a:pt x="439342" y="1529501"/>
                    </a:lnTo>
                    <a:lnTo>
                      <a:pt x="437703" y="1531140"/>
                    </a:lnTo>
                    <a:lnTo>
                      <a:pt x="434424" y="1531140"/>
                    </a:lnTo>
                    <a:lnTo>
                      <a:pt x="429506" y="1529501"/>
                    </a:lnTo>
                    <a:lnTo>
                      <a:pt x="426228" y="1532780"/>
                    </a:lnTo>
                    <a:lnTo>
                      <a:pt x="424588" y="1532780"/>
                    </a:lnTo>
                    <a:lnTo>
                      <a:pt x="421310" y="1537698"/>
                    </a:lnTo>
                    <a:lnTo>
                      <a:pt x="418031" y="1537698"/>
                    </a:lnTo>
                    <a:lnTo>
                      <a:pt x="413113" y="1539337"/>
                    </a:lnTo>
                    <a:lnTo>
                      <a:pt x="409834" y="1539337"/>
                    </a:lnTo>
                    <a:lnTo>
                      <a:pt x="406555" y="1539337"/>
                    </a:lnTo>
                    <a:lnTo>
                      <a:pt x="403277" y="1540977"/>
                    </a:lnTo>
                    <a:lnTo>
                      <a:pt x="404916" y="1544255"/>
                    </a:lnTo>
                    <a:lnTo>
                      <a:pt x="408195" y="1549173"/>
                    </a:lnTo>
                    <a:lnTo>
                      <a:pt x="408195" y="1552452"/>
                    </a:lnTo>
                    <a:lnTo>
                      <a:pt x="408195" y="1555730"/>
                    </a:lnTo>
                    <a:lnTo>
                      <a:pt x="408195" y="1559009"/>
                    </a:lnTo>
                    <a:lnTo>
                      <a:pt x="409834" y="1563927"/>
                    </a:lnTo>
                    <a:lnTo>
                      <a:pt x="411473" y="1567206"/>
                    </a:lnTo>
                    <a:lnTo>
                      <a:pt x="413113" y="1572124"/>
                    </a:lnTo>
                    <a:lnTo>
                      <a:pt x="416391" y="1575403"/>
                    </a:lnTo>
                    <a:lnTo>
                      <a:pt x="418031" y="1578681"/>
                    </a:lnTo>
                    <a:lnTo>
                      <a:pt x="419670" y="1583599"/>
                    </a:lnTo>
                    <a:lnTo>
                      <a:pt x="418031" y="1586878"/>
                    </a:lnTo>
                    <a:lnTo>
                      <a:pt x="414752" y="1588517"/>
                    </a:lnTo>
                    <a:lnTo>
                      <a:pt x="411473" y="1588517"/>
                    </a:lnTo>
                    <a:lnTo>
                      <a:pt x="408195" y="1588517"/>
                    </a:lnTo>
                    <a:lnTo>
                      <a:pt x="403277" y="1586878"/>
                    </a:lnTo>
                    <a:lnTo>
                      <a:pt x="399998" y="1586878"/>
                    </a:lnTo>
                    <a:lnTo>
                      <a:pt x="396719" y="1585238"/>
                    </a:lnTo>
                    <a:lnTo>
                      <a:pt x="391801" y="1583599"/>
                    </a:lnTo>
                    <a:lnTo>
                      <a:pt x="388523" y="1581960"/>
                    </a:lnTo>
                    <a:lnTo>
                      <a:pt x="385244" y="1580321"/>
                    </a:lnTo>
                    <a:lnTo>
                      <a:pt x="380326" y="1581960"/>
                    </a:lnTo>
                    <a:lnTo>
                      <a:pt x="377047" y="1578681"/>
                    </a:lnTo>
                    <a:lnTo>
                      <a:pt x="373769" y="1577042"/>
                    </a:lnTo>
                    <a:lnTo>
                      <a:pt x="370490" y="1573763"/>
                    </a:lnTo>
                    <a:lnTo>
                      <a:pt x="365572" y="1570484"/>
                    </a:lnTo>
                    <a:lnTo>
                      <a:pt x="363933" y="1567206"/>
                    </a:lnTo>
                    <a:lnTo>
                      <a:pt x="365572" y="1563927"/>
                    </a:lnTo>
                    <a:lnTo>
                      <a:pt x="368851" y="1562288"/>
                    </a:lnTo>
                    <a:lnTo>
                      <a:pt x="372129" y="1563927"/>
                    </a:lnTo>
                    <a:lnTo>
                      <a:pt x="375408" y="1567206"/>
                    </a:lnTo>
                    <a:lnTo>
                      <a:pt x="372129" y="1570484"/>
                    </a:lnTo>
                    <a:lnTo>
                      <a:pt x="377047" y="1570484"/>
                    </a:lnTo>
                    <a:lnTo>
                      <a:pt x="377047" y="1565567"/>
                    </a:lnTo>
                    <a:lnTo>
                      <a:pt x="378687" y="1562288"/>
                    </a:lnTo>
                    <a:lnTo>
                      <a:pt x="381965" y="1563927"/>
                    </a:lnTo>
                    <a:lnTo>
                      <a:pt x="383605" y="1567206"/>
                    </a:lnTo>
                    <a:lnTo>
                      <a:pt x="386883" y="1570484"/>
                    </a:lnTo>
                    <a:lnTo>
                      <a:pt x="385244" y="1575403"/>
                    </a:lnTo>
                    <a:lnTo>
                      <a:pt x="388523" y="1572124"/>
                    </a:lnTo>
                    <a:lnTo>
                      <a:pt x="386883" y="1568845"/>
                    </a:lnTo>
                    <a:lnTo>
                      <a:pt x="383605" y="1563927"/>
                    </a:lnTo>
                    <a:lnTo>
                      <a:pt x="386883" y="1560648"/>
                    </a:lnTo>
                    <a:lnTo>
                      <a:pt x="390162" y="1557370"/>
                    </a:lnTo>
                    <a:lnTo>
                      <a:pt x="393441" y="1557370"/>
                    </a:lnTo>
                    <a:lnTo>
                      <a:pt x="395080" y="1552452"/>
                    </a:lnTo>
                    <a:lnTo>
                      <a:pt x="395080" y="1549173"/>
                    </a:lnTo>
                    <a:lnTo>
                      <a:pt x="395080" y="1545894"/>
                    </a:lnTo>
                    <a:lnTo>
                      <a:pt x="391801" y="1544255"/>
                    </a:lnTo>
                    <a:lnTo>
                      <a:pt x="388523" y="1542616"/>
                    </a:lnTo>
                    <a:lnTo>
                      <a:pt x="385244" y="1540977"/>
                    </a:lnTo>
                    <a:lnTo>
                      <a:pt x="385244" y="1542616"/>
                    </a:lnTo>
                    <a:lnTo>
                      <a:pt x="381965" y="1545894"/>
                    </a:lnTo>
                    <a:lnTo>
                      <a:pt x="378687" y="1547534"/>
                    </a:lnTo>
                    <a:lnTo>
                      <a:pt x="375408" y="1550813"/>
                    </a:lnTo>
                    <a:lnTo>
                      <a:pt x="373769" y="1554091"/>
                    </a:lnTo>
                    <a:lnTo>
                      <a:pt x="370490" y="1557370"/>
                    </a:lnTo>
                    <a:lnTo>
                      <a:pt x="365572" y="1555730"/>
                    </a:lnTo>
                    <a:lnTo>
                      <a:pt x="362293" y="1555730"/>
                    </a:lnTo>
                    <a:lnTo>
                      <a:pt x="359015" y="1554091"/>
                    </a:lnTo>
                    <a:lnTo>
                      <a:pt x="355736" y="1555730"/>
                    </a:lnTo>
                    <a:lnTo>
                      <a:pt x="359015" y="1555730"/>
                    </a:lnTo>
                    <a:lnTo>
                      <a:pt x="362293" y="1557370"/>
                    </a:lnTo>
                    <a:lnTo>
                      <a:pt x="365572" y="1560648"/>
                    </a:lnTo>
                    <a:lnTo>
                      <a:pt x="362293" y="1560648"/>
                    </a:lnTo>
                    <a:lnTo>
                      <a:pt x="359015" y="1560648"/>
                    </a:lnTo>
                    <a:lnTo>
                      <a:pt x="359015" y="1563927"/>
                    </a:lnTo>
                    <a:lnTo>
                      <a:pt x="357375" y="1567206"/>
                    </a:lnTo>
                    <a:lnTo>
                      <a:pt x="362293" y="1568845"/>
                    </a:lnTo>
                    <a:lnTo>
                      <a:pt x="365572" y="1572124"/>
                    </a:lnTo>
                    <a:lnTo>
                      <a:pt x="368851" y="1575403"/>
                    </a:lnTo>
                    <a:lnTo>
                      <a:pt x="365572" y="1575403"/>
                    </a:lnTo>
                    <a:lnTo>
                      <a:pt x="362293" y="1573763"/>
                    </a:lnTo>
                    <a:lnTo>
                      <a:pt x="357375" y="1572124"/>
                    </a:lnTo>
                    <a:lnTo>
                      <a:pt x="354097" y="1570484"/>
                    </a:lnTo>
                    <a:lnTo>
                      <a:pt x="350818" y="1568845"/>
                    </a:lnTo>
                    <a:lnTo>
                      <a:pt x="345900" y="1567206"/>
                    </a:lnTo>
                    <a:lnTo>
                      <a:pt x="342621" y="1565567"/>
                    </a:lnTo>
                    <a:lnTo>
                      <a:pt x="339343" y="1563927"/>
                    </a:lnTo>
                    <a:lnTo>
                      <a:pt x="334425" y="1562288"/>
                    </a:lnTo>
                    <a:lnTo>
                      <a:pt x="331146" y="1559009"/>
                    </a:lnTo>
                    <a:lnTo>
                      <a:pt x="334425" y="1559009"/>
                    </a:lnTo>
                    <a:lnTo>
                      <a:pt x="339343" y="1559009"/>
                    </a:lnTo>
                    <a:lnTo>
                      <a:pt x="342621" y="1559009"/>
                    </a:lnTo>
                    <a:lnTo>
                      <a:pt x="345900" y="1560648"/>
                    </a:lnTo>
                    <a:lnTo>
                      <a:pt x="350818" y="1560648"/>
                    </a:lnTo>
                    <a:lnTo>
                      <a:pt x="349179" y="1557370"/>
                    </a:lnTo>
                    <a:lnTo>
                      <a:pt x="345900" y="1559009"/>
                    </a:lnTo>
                    <a:lnTo>
                      <a:pt x="342621" y="1555730"/>
                    </a:lnTo>
                    <a:lnTo>
                      <a:pt x="339343" y="1550813"/>
                    </a:lnTo>
                    <a:lnTo>
                      <a:pt x="337703" y="1547534"/>
                    </a:lnTo>
                    <a:lnTo>
                      <a:pt x="337703" y="1542616"/>
                    </a:lnTo>
                    <a:lnTo>
                      <a:pt x="340982" y="1539337"/>
                    </a:lnTo>
                    <a:lnTo>
                      <a:pt x="345900" y="1540977"/>
                    </a:lnTo>
                    <a:lnTo>
                      <a:pt x="345900" y="1545894"/>
                    </a:lnTo>
                    <a:lnTo>
                      <a:pt x="349179" y="1544255"/>
                    </a:lnTo>
                    <a:lnTo>
                      <a:pt x="352457" y="1544255"/>
                    </a:lnTo>
                    <a:lnTo>
                      <a:pt x="355736" y="1540977"/>
                    </a:lnTo>
                    <a:lnTo>
                      <a:pt x="357375" y="1537698"/>
                    </a:lnTo>
                    <a:lnTo>
                      <a:pt x="360654" y="1537698"/>
                    </a:lnTo>
                    <a:lnTo>
                      <a:pt x="363933" y="1537698"/>
                    </a:lnTo>
                    <a:lnTo>
                      <a:pt x="368851" y="1539337"/>
                    </a:lnTo>
                    <a:lnTo>
                      <a:pt x="372129" y="1539337"/>
                    </a:lnTo>
                    <a:lnTo>
                      <a:pt x="375408" y="1539337"/>
                    </a:lnTo>
                    <a:lnTo>
                      <a:pt x="380326" y="1536058"/>
                    </a:lnTo>
                    <a:lnTo>
                      <a:pt x="375408" y="1532780"/>
                    </a:lnTo>
                    <a:lnTo>
                      <a:pt x="372129" y="1532780"/>
                    </a:lnTo>
                    <a:lnTo>
                      <a:pt x="368851" y="1532780"/>
                    </a:lnTo>
                    <a:lnTo>
                      <a:pt x="363933" y="1532780"/>
                    </a:lnTo>
                    <a:lnTo>
                      <a:pt x="360654" y="1532780"/>
                    </a:lnTo>
                    <a:lnTo>
                      <a:pt x="357375" y="1531140"/>
                    </a:lnTo>
                    <a:lnTo>
                      <a:pt x="352457" y="1532780"/>
                    </a:lnTo>
                    <a:lnTo>
                      <a:pt x="349179" y="1532780"/>
                    </a:lnTo>
                    <a:lnTo>
                      <a:pt x="347539" y="1536058"/>
                    </a:lnTo>
                    <a:lnTo>
                      <a:pt x="344261" y="1534419"/>
                    </a:lnTo>
                    <a:lnTo>
                      <a:pt x="347539" y="1531140"/>
                    </a:lnTo>
                    <a:lnTo>
                      <a:pt x="344261" y="1531140"/>
                    </a:lnTo>
                    <a:lnTo>
                      <a:pt x="340982" y="1532780"/>
                    </a:lnTo>
                    <a:lnTo>
                      <a:pt x="336064" y="1532780"/>
                    </a:lnTo>
                    <a:lnTo>
                      <a:pt x="332785" y="1534419"/>
                    </a:lnTo>
                    <a:lnTo>
                      <a:pt x="332785" y="1539337"/>
                    </a:lnTo>
                    <a:lnTo>
                      <a:pt x="337703" y="1536058"/>
                    </a:lnTo>
                    <a:lnTo>
                      <a:pt x="340982" y="1537698"/>
                    </a:lnTo>
                    <a:lnTo>
                      <a:pt x="339343" y="1542616"/>
                    </a:lnTo>
                    <a:lnTo>
                      <a:pt x="334425" y="1544255"/>
                    </a:lnTo>
                    <a:lnTo>
                      <a:pt x="337703" y="1547534"/>
                    </a:lnTo>
                    <a:lnTo>
                      <a:pt x="339343" y="1550813"/>
                    </a:lnTo>
                    <a:lnTo>
                      <a:pt x="337703" y="1555730"/>
                    </a:lnTo>
                    <a:lnTo>
                      <a:pt x="334425" y="1555730"/>
                    </a:lnTo>
                    <a:lnTo>
                      <a:pt x="331146" y="1555730"/>
                    </a:lnTo>
                    <a:lnTo>
                      <a:pt x="326228" y="1554091"/>
                    </a:lnTo>
                    <a:lnTo>
                      <a:pt x="324588" y="1550813"/>
                    </a:lnTo>
                    <a:lnTo>
                      <a:pt x="329507" y="1547534"/>
                    </a:lnTo>
                    <a:lnTo>
                      <a:pt x="324588" y="1547534"/>
                    </a:lnTo>
                    <a:lnTo>
                      <a:pt x="321310" y="1545894"/>
                    </a:lnTo>
                    <a:lnTo>
                      <a:pt x="318031" y="1542616"/>
                    </a:lnTo>
                    <a:lnTo>
                      <a:pt x="321310" y="1542616"/>
                    </a:lnTo>
                    <a:lnTo>
                      <a:pt x="326228" y="1542616"/>
                    </a:lnTo>
                    <a:lnTo>
                      <a:pt x="321310" y="1540977"/>
                    </a:lnTo>
                    <a:lnTo>
                      <a:pt x="324588" y="1537698"/>
                    </a:lnTo>
                    <a:lnTo>
                      <a:pt x="324588" y="1532780"/>
                    </a:lnTo>
                    <a:lnTo>
                      <a:pt x="327867" y="1532780"/>
                    </a:lnTo>
                    <a:lnTo>
                      <a:pt x="324588" y="1531140"/>
                    </a:lnTo>
                    <a:lnTo>
                      <a:pt x="327867" y="1531140"/>
                    </a:lnTo>
                    <a:lnTo>
                      <a:pt x="324588" y="1529501"/>
                    </a:lnTo>
                    <a:lnTo>
                      <a:pt x="319671" y="1531140"/>
                    </a:lnTo>
                    <a:lnTo>
                      <a:pt x="322949" y="1534419"/>
                    </a:lnTo>
                    <a:lnTo>
                      <a:pt x="321310" y="1539337"/>
                    </a:lnTo>
                    <a:lnTo>
                      <a:pt x="318031" y="1534419"/>
                    </a:lnTo>
                    <a:lnTo>
                      <a:pt x="314753" y="1534419"/>
                    </a:lnTo>
                    <a:lnTo>
                      <a:pt x="314753" y="1537698"/>
                    </a:lnTo>
                    <a:lnTo>
                      <a:pt x="311474" y="1540977"/>
                    </a:lnTo>
                    <a:lnTo>
                      <a:pt x="311474" y="1537698"/>
                    </a:lnTo>
                    <a:lnTo>
                      <a:pt x="308195" y="1536058"/>
                    </a:lnTo>
                    <a:lnTo>
                      <a:pt x="309835" y="1532780"/>
                    </a:lnTo>
                    <a:lnTo>
                      <a:pt x="308195" y="1529501"/>
                    </a:lnTo>
                    <a:lnTo>
                      <a:pt x="304916" y="1524583"/>
                    </a:lnTo>
                    <a:lnTo>
                      <a:pt x="301638" y="1521304"/>
                    </a:lnTo>
                    <a:lnTo>
                      <a:pt x="299998" y="1518026"/>
                    </a:lnTo>
                    <a:lnTo>
                      <a:pt x="295081" y="1514747"/>
                    </a:lnTo>
                    <a:lnTo>
                      <a:pt x="295081" y="1511468"/>
                    </a:lnTo>
                    <a:lnTo>
                      <a:pt x="298359" y="1514747"/>
                    </a:lnTo>
                    <a:lnTo>
                      <a:pt x="301638" y="1518026"/>
                    </a:lnTo>
                    <a:lnTo>
                      <a:pt x="304916" y="1516386"/>
                    </a:lnTo>
                    <a:lnTo>
                      <a:pt x="309835" y="1519665"/>
                    </a:lnTo>
                    <a:lnTo>
                      <a:pt x="313113" y="1518026"/>
                    </a:lnTo>
                    <a:lnTo>
                      <a:pt x="314753" y="1514747"/>
                    </a:lnTo>
                    <a:lnTo>
                      <a:pt x="318031" y="1516386"/>
                    </a:lnTo>
                    <a:lnTo>
                      <a:pt x="318031" y="1519665"/>
                    </a:lnTo>
                    <a:lnTo>
                      <a:pt x="322949" y="1518026"/>
                    </a:lnTo>
                    <a:lnTo>
                      <a:pt x="324588" y="1518026"/>
                    </a:lnTo>
                    <a:lnTo>
                      <a:pt x="326228" y="1518026"/>
                    </a:lnTo>
                    <a:lnTo>
                      <a:pt x="324588" y="1514747"/>
                    </a:lnTo>
                    <a:lnTo>
                      <a:pt x="324588" y="1518026"/>
                    </a:lnTo>
                    <a:lnTo>
                      <a:pt x="321310" y="1514747"/>
                    </a:lnTo>
                    <a:lnTo>
                      <a:pt x="321310" y="1511468"/>
                    </a:lnTo>
                    <a:lnTo>
                      <a:pt x="321310" y="1508190"/>
                    </a:lnTo>
                    <a:lnTo>
                      <a:pt x="324588" y="1508190"/>
                    </a:lnTo>
                    <a:lnTo>
                      <a:pt x="327867" y="1513108"/>
                    </a:lnTo>
                    <a:lnTo>
                      <a:pt x="331146" y="1514747"/>
                    </a:lnTo>
                    <a:lnTo>
                      <a:pt x="334425" y="1518026"/>
                    </a:lnTo>
                    <a:lnTo>
                      <a:pt x="336064" y="1521304"/>
                    </a:lnTo>
                    <a:lnTo>
                      <a:pt x="334425" y="1524583"/>
                    </a:lnTo>
                    <a:lnTo>
                      <a:pt x="331146" y="1527862"/>
                    </a:lnTo>
                    <a:lnTo>
                      <a:pt x="334425" y="1527862"/>
                    </a:lnTo>
                    <a:lnTo>
                      <a:pt x="337703" y="1527862"/>
                    </a:lnTo>
                    <a:lnTo>
                      <a:pt x="342621" y="1527862"/>
                    </a:lnTo>
                    <a:lnTo>
                      <a:pt x="337703" y="1524583"/>
                    </a:lnTo>
                    <a:lnTo>
                      <a:pt x="339343" y="1521304"/>
                    </a:lnTo>
                    <a:lnTo>
                      <a:pt x="337703" y="1518026"/>
                    </a:lnTo>
                    <a:lnTo>
                      <a:pt x="334425" y="1514747"/>
                    </a:lnTo>
                    <a:lnTo>
                      <a:pt x="329507" y="1513108"/>
                    </a:lnTo>
                    <a:lnTo>
                      <a:pt x="329507" y="1508190"/>
                    </a:lnTo>
                    <a:lnTo>
                      <a:pt x="332785" y="1506550"/>
                    </a:lnTo>
                    <a:lnTo>
                      <a:pt x="329507" y="1503271"/>
                    </a:lnTo>
                    <a:lnTo>
                      <a:pt x="327867" y="1499993"/>
                    </a:lnTo>
                    <a:lnTo>
                      <a:pt x="324588" y="1496714"/>
                    </a:lnTo>
                    <a:lnTo>
                      <a:pt x="321310" y="1495075"/>
                    </a:lnTo>
                    <a:lnTo>
                      <a:pt x="318031" y="1491796"/>
                    </a:lnTo>
                    <a:lnTo>
                      <a:pt x="313113" y="1491796"/>
                    </a:lnTo>
                    <a:lnTo>
                      <a:pt x="309835" y="1490157"/>
                    </a:lnTo>
                    <a:lnTo>
                      <a:pt x="304916" y="1488518"/>
                    </a:lnTo>
                    <a:lnTo>
                      <a:pt x="301638" y="1485239"/>
                    </a:lnTo>
                    <a:lnTo>
                      <a:pt x="299998" y="1488518"/>
                    </a:lnTo>
                    <a:lnTo>
                      <a:pt x="303277" y="1488518"/>
                    </a:lnTo>
                    <a:lnTo>
                      <a:pt x="306556" y="1490157"/>
                    </a:lnTo>
                    <a:lnTo>
                      <a:pt x="311474" y="1491796"/>
                    </a:lnTo>
                    <a:lnTo>
                      <a:pt x="314753" y="1493436"/>
                    </a:lnTo>
                    <a:lnTo>
                      <a:pt x="318031" y="1495075"/>
                    </a:lnTo>
                    <a:lnTo>
                      <a:pt x="321310" y="1496714"/>
                    </a:lnTo>
                    <a:lnTo>
                      <a:pt x="326228" y="1498354"/>
                    </a:lnTo>
                    <a:lnTo>
                      <a:pt x="326228" y="1503271"/>
                    </a:lnTo>
                    <a:lnTo>
                      <a:pt x="321310" y="1503271"/>
                    </a:lnTo>
                    <a:lnTo>
                      <a:pt x="318031" y="1499993"/>
                    </a:lnTo>
                    <a:lnTo>
                      <a:pt x="314753" y="1499993"/>
                    </a:lnTo>
                    <a:lnTo>
                      <a:pt x="311474" y="1498354"/>
                    </a:lnTo>
                    <a:lnTo>
                      <a:pt x="306556" y="1496714"/>
                    </a:lnTo>
                    <a:lnTo>
                      <a:pt x="303277" y="1495075"/>
                    </a:lnTo>
                    <a:lnTo>
                      <a:pt x="298359" y="1493436"/>
                    </a:lnTo>
                    <a:lnTo>
                      <a:pt x="303277" y="1498354"/>
                    </a:lnTo>
                    <a:lnTo>
                      <a:pt x="306556" y="1498354"/>
                    </a:lnTo>
                    <a:lnTo>
                      <a:pt x="309835" y="1501633"/>
                    </a:lnTo>
                    <a:lnTo>
                      <a:pt x="309835" y="1504911"/>
                    </a:lnTo>
                    <a:lnTo>
                      <a:pt x="313113" y="1506550"/>
                    </a:lnTo>
                    <a:lnTo>
                      <a:pt x="311474" y="1509829"/>
                    </a:lnTo>
                    <a:lnTo>
                      <a:pt x="309835" y="1513108"/>
                    </a:lnTo>
                    <a:lnTo>
                      <a:pt x="308195" y="1509829"/>
                    </a:lnTo>
                    <a:lnTo>
                      <a:pt x="304916" y="1504911"/>
                    </a:lnTo>
                    <a:lnTo>
                      <a:pt x="303277" y="1501633"/>
                    </a:lnTo>
                    <a:lnTo>
                      <a:pt x="298359" y="1498354"/>
                    </a:lnTo>
                    <a:lnTo>
                      <a:pt x="301638" y="1501633"/>
                    </a:lnTo>
                    <a:lnTo>
                      <a:pt x="303277" y="1504911"/>
                    </a:lnTo>
                    <a:lnTo>
                      <a:pt x="306556" y="1509829"/>
                    </a:lnTo>
                    <a:lnTo>
                      <a:pt x="308195" y="1513108"/>
                    </a:lnTo>
                    <a:lnTo>
                      <a:pt x="308195" y="1516386"/>
                    </a:lnTo>
                    <a:lnTo>
                      <a:pt x="304916" y="1514747"/>
                    </a:lnTo>
                    <a:lnTo>
                      <a:pt x="301638" y="1513108"/>
                    </a:lnTo>
                    <a:lnTo>
                      <a:pt x="296720" y="1509829"/>
                    </a:lnTo>
                    <a:lnTo>
                      <a:pt x="295081" y="1506550"/>
                    </a:lnTo>
                    <a:lnTo>
                      <a:pt x="291802" y="1501633"/>
                    </a:lnTo>
                    <a:lnTo>
                      <a:pt x="296720" y="1504911"/>
                    </a:lnTo>
                    <a:lnTo>
                      <a:pt x="299998" y="1508190"/>
                    </a:lnTo>
                    <a:lnTo>
                      <a:pt x="296720" y="1503271"/>
                    </a:lnTo>
                    <a:lnTo>
                      <a:pt x="293441" y="1499993"/>
                    </a:lnTo>
                    <a:lnTo>
                      <a:pt x="293441" y="1496714"/>
                    </a:lnTo>
                    <a:lnTo>
                      <a:pt x="290163" y="1496714"/>
                    </a:lnTo>
                    <a:lnTo>
                      <a:pt x="285245" y="1498354"/>
                    </a:lnTo>
                    <a:lnTo>
                      <a:pt x="283605" y="1495075"/>
                    </a:lnTo>
                    <a:lnTo>
                      <a:pt x="280326" y="1493436"/>
                    </a:lnTo>
                    <a:lnTo>
                      <a:pt x="278687" y="1490157"/>
                    </a:lnTo>
                    <a:lnTo>
                      <a:pt x="275408" y="1486878"/>
                    </a:lnTo>
                    <a:lnTo>
                      <a:pt x="273769" y="1483600"/>
                    </a:lnTo>
                    <a:lnTo>
                      <a:pt x="277048" y="1485239"/>
                    </a:lnTo>
                    <a:lnTo>
                      <a:pt x="281966" y="1486878"/>
                    </a:lnTo>
                    <a:lnTo>
                      <a:pt x="285245" y="1490157"/>
                    </a:lnTo>
                    <a:lnTo>
                      <a:pt x="288523" y="1493436"/>
                    </a:lnTo>
                    <a:lnTo>
                      <a:pt x="285245" y="1490157"/>
                    </a:lnTo>
                    <a:lnTo>
                      <a:pt x="283605" y="1486878"/>
                    </a:lnTo>
                    <a:lnTo>
                      <a:pt x="280326" y="1483600"/>
                    </a:lnTo>
                    <a:lnTo>
                      <a:pt x="278687" y="1480321"/>
                    </a:lnTo>
                    <a:lnTo>
                      <a:pt x="275408" y="1475403"/>
                    </a:lnTo>
                    <a:lnTo>
                      <a:pt x="278687" y="1478681"/>
                    </a:lnTo>
                    <a:lnTo>
                      <a:pt x="277048" y="1475403"/>
                    </a:lnTo>
                    <a:lnTo>
                      <a:pt x="273769" y="1473764"/>
                    </a:lnTo>
                    <a:lnTo>
                      <a:pt x="272130" y="1477042"/>
                    </a:lnTo>
                    <a:lnTo>
                      <a:pt x="268851" y="1475403"/>
                    </a:lnTo>
                    <a:lnTo>
                      <a:pt x="263933" y="1472124"/>
                    </a:lnTo>
                    <a:lnTo>
                      <a:pt x="265573" y="1477042"/>
                    </a:lnTo>
                    <a:lnTo>
                      <a:pt x="262294" y="1475403"/>
                    </a:lnTo>
                    <a:lnTo>
                      <a:pt x="260654" y="1472124"/>
                    </a:lnTo>
                    <a:lnTo>
                      <a:pt x="259015" y="1467206"/>
                    </a:lnTo>
                    <a:lnTo>
                      <a:pt x="254097" y="1465567"/>
                    </a:lnTo>
                    <a:lnTo>
                      <a:pt x="255736" y="1462288"/>
                    </a:lnTo>
                    <a:lnTo>
                      <a:pt x="259015" y="1462288"/>
                    </a:lnTo>
                    <a:lnTo>
                      <a:pt x="262294" y="1462288"/>
                    </a:lnTo>
                    <a:lnTo>
                      <a:pt x="267212" y="1462288"/>
                    </a:lnTo>
                    <a:lnTo>
                      <a:pt x="263933" y="1459010"/>
                    </a:lnTo>
                    <a:lnTo>
                      <a:pt x="267212" y="1460649"/>
                    </a:lnTo>
                    <a:lnTo>
                      <a:pt x="265573" y="1457370"/>
                    </a:lnTo>
                    <a:lnTo>
                      <a:pt x="267212" y="1452452"/>
                    </a:lnTo>
                    <a:lnTo>
                      <a:pt x="270491" y="1452452"/>
                    </a:lnTo>
                    <a:lnTo>
                      <a:pt x="265573" y="1450813"/>
                    </a:lnTo>
                    <a:lnTo>
                      <a:pt x="262294" y="1447534"/>
                    </a:lnTo>
                    <a:lnTo>
                      <a:pt x="263933" y="1442616"/>
                    </a:lnTo>
                    <a:lnTo>
                      <a:pt x="262294" y="1447534"/>
                    </a:lnTo>
                    <a:lnTo>
                      <a:pt x="260654" y="1450813"/>
                    </a:lnTo>
                    <a:lnTo>
                      <a:pt x="262294" y="1454091"/>
                    </a:lnTo>
                    <a:lnTo>
                      <a:pt x="263933" y="1457370"/>
                    </a:lnTo>
                    <a:lnTo>
                      <a:pt x="259015" y="1460649"/>
                    </a:lnTo>
                    <a:lnTo>
                      <a:pt x="255736" y="1459010"/>
                    </a:lnTo>
                    <a:lnTo>
                      <a:pt x="252458" y="1455731"/>
                    </a:lnTo>
                    <a:lnTo>
                      <a:pt x="247540" y="1452452"/>
                    </a:lnTo>
                    <a:lnTo>
                      <a:pt x="245901" y="1447534"/>
                    </a:lnTo>
                    <a:lnTo>
                      <a:pt x="242622" y="1445895"/>
                    </a:lnTo>
                    <a:lnTo>
                      <a:pt x="245901" y="1447534"/>
                    </a:lnTo>
                    <a:lnTo>
                      <a:pt x="250818" y="1449174"/>
                    </a:lnTo>
                    <a:lnTo>
                      <a:pt x="247540" y="1445895"/>
                    </a:lnTo>
                    <a:lnTo>
                      <a:pt x="250818" y="1447534"/>
                    </a:lnTo>
                    <a:lnTo>
                      <a:pt x="254097" y="1447534"/>
                    </a:lnTo>
                    <a:lnTo>
                      <a:pt x="250818" y="1444256"/>
                    </a:lnTo>
                    <a:lnTo>
                      <a:pt x="247540" y="1440977"/>
                    </a:lnTo>
                    <a:lnTo>
                      <a:pt x="244261" y="1442616"/>
                    </a:lnTo>
                    <a:lnTo>
                      <a:pt x="239343" y="1440977"/>
                    </a:lnTo>
                    <a:lnTo>
                      <a:pt x="237704" y="1437698"/>
                    </a:lnTo>
                    <a:lnTo>
                      <a:pt x="237704" y="1440977"/>
                    </a:lnTo>
                    <a:lnTo>
                      <a:pt x="234425" y="1439337"/>
                    </a:lnTo>
                    <a:lnTo>
                      <a:pt x="231146" y="1436059"/>
                    </a:lnTo>
                    <a:lnTo>
                      <a:pt x="226228" y="1432780"/>
                    </a:lnTo>
                    <a:lnTo>
                      <a:pt x="222950" y="1432780"/>
                    </a:lnTo>
                    <a:lnTo>
                      <a:pt x="226228" y="1429501"/>
                    </a:lnTo>
                    <a:lnTo>
                      <a:pt x="231146" y="1429501"/>
                    </a:lnTo>
                    <a:lnTo>
                      <a:pt x="234425" y="1429501"/>
                    </a:lnTo>
                    <a:lnTo>
                      <a:pt x="237704" y="1432780"/>
                    </a:lnTo>
                    <a:lnTo>
                      <a:pt x="240982" y="1436059"/>
                    </a:lnTo>
                    <a:lnTo>
                      <a:pt x="245901" y="1436059"/>
                    </a:lnTo>
                    <a:lnTo>
                      <a:pt x="249179" y="1437698"/>
                    </a:lnTo>
                    <a:lnTo>
                      <a:pt x="252458" y="1437698"/>
                    </a:lnTo>
                    <a:lnTo>
                      <a:pt x="249179" y="1436059"/>
                    </a:lnTo>
                    <a:lnTo>
                      <a:pt x="245901" y="1434420"/>
                    </a:lnTo>
                    <a:lnTo>
                      <a:pt x="240982" y="1434420"/>
                    </a:lnTo>
                    <a:lnTo>
                      <a:pt x="237704" y="1429501"/>
                    </a:lnTo>
                    <a:lnTo>
                      <a:pt x="234425" y="1427862"/>
                    </a:lnTo>
                    <a:lnTo>
                      <a:pt x="231146" y="1424584"/>
                    </a:lnTo>
                    <a:lnTo>
                      <a:pt x="229507" y="1422944"/>
                    </a:lnTo>
                    <a:lnTo>
                      <a:pt x="232786" y="1422944"/>
                    </a:lnTo>
                    <a:lnTo>
                      <a:pt x="237704" y="1424584"/>
                    </a:lnTo>
                    <a:lnTo>
                      <a:pt x="239343" y="1426223"/>
                    </a:lnTo>
                    <a:lnTo>
                      <a:pt x="242622" y="1426223"/>
                    </a:lnTo>
                    <a:lnTo>
                      <a:pt x="245901" y="1426223"/>
                    </a:lnTo>
                    <a:lnTo>
                      <a:pt x="242622" y="1424584"/>
                    </a:lnTo>
                    <a:lnTo>
                      <a:pt x="242622" y="1422944"/>
                    </a:lnTo>
                    <a:lnTo>
                      <a:pt x="242622" y="1419666"/>
                    </a:lnTo>
                    <a:lnTo>
                      <a:pt x="239343" y="1422944"/>
                    </a:lnTo>
                    <a:lnTo>
                      <a:pt x="236064" y="1421305"/>
                    </a:lnTo>
                    <a:lnTo>
                      <a:pt x="232786" y="1421305"/>
                    </a:lnTo>
                    <a:lnTo>
                      <a:pt x="227868" y="1418026"/>
                    </a:lnTo>
                    <a:lnTo>
                      <a:pt x="229507" y="1414747"/>
                    </a:lnTo>
                    <a:lnTo>
                      <a:pt x="234425" y="1413108"/>
                    </a:lnTo>
                    <a:lnTo>
                      <a:pt x="229507" y="1413108"/>
                    </a:lnTo>
                    <a:lnTo>
                      <a:pt x="226228" y="1411469"/>
                    </a:lnTo>
                    <a:lnTo>
                      <a:pt x="224589" y="1408190"/>
                    </a:lnTo>
                    <a:lnTo>
                      <a:pt x="227868" y="1406551"/>
                    </a:lnTo>
                    <a:lnTo>
                      <a:pt x="231146" y="1404911"/>
                    </a:lnTo>
                    <a:lnTo>
                      <a:pt x="236064" y="1406551"/>
                    </a:lnTo>
                    <a:lnTo>
                      <a:pt x="239343" y="1409830"/>
                    </a:lnTo>
                    <a:lnTo>
                      <a:pt x="242622" y="1411469"/>
                    </a:lnTo>
                    <a:lnTo>
                      <a:pt x="247540" y="1413108"/>
                    </a:lnTo>
                    <a:lnTo>
                      <a:pt x="242622" y="1409830"/>
                    </a:lnTo>
                    <a:lnTo>
                      <a:pt x="239343" y="1408190"/>
                    </a:lnTo>
                    <a:lnTo>
                      <a:pt x="236064" y="1404911"/>
                    </a:lnTo>
                    <a:lnTo>
                      <a:pt x="232786" y="1404911"/>
                    </a:lnTo>
                    <a:lnTo>
                      <a:pt x="229507" y="1403272"/>
                    </a:lnTo>
                    <a:lnTo>
                      <a:pt x="227868" y="1398354"/>
                    </a:lnTo>
                    <a:lnTo>
                      <a:pt x="229507" y="1395076"/>
                    </a:lnTo>
                    <a:lnTo>
                      <a:pt x="232786" y="1396715"/>
                    </a:lnTo>
                    <a:lnTo>
                      <a:pt x="231146" y="1395076"/>
                    </a:lnTo>
                    <a:lnTo>
                      <a:pt x="227868" y="1390157"/>
                    </a:lnTo>
                    <a:lnTo>
                      <a:pt x="224589" y="1386879"/>
                    </a:lnTo>
                    <a:lnTo>
                      <a:pt x="226228" y="1383600"/>
                    </a:lnTo>
                    <a:lnTo>
                      <a:pt x="231146" y="1383600"/>
                    </a:lnTo>
                    <a:lnTo>
                      <a:pt x="226228" y="1381961"/>
                    </a:lnTo>
                    <a:lnTo>
                      <a:pt x="222950" y="1385240"/>
                    </a:lnTo>
                    <a:lnTo>
                      <a:pt x="224589" y="1388518"/>
                    </a:lnTo>
                    <a:lnTo>
                      <a:pt x="222950" y="1391797"/>
                    </a:lnTo>
                    <a:lnTo>
                      <a:pt x="224589" y="1396715"/>
                    </a:lnTo>
                    <a:lnTo>
                      <a:pt x="224589" y="1399993"/>
                    </a:lnTo>
                    <a:lnTo>
                      <a:pt x="222950" y="1403272"/>
                    </a:lnTo>
                    <a:lnTo>
                      <a:pt x="219671" y="1399993"/>
                    </a:lnTo>
                    <a:lnTo>
                      <a:pt x="216392" y="1398354"/>
                    </a:lnTo>
                    <a:lnTo>
                      <a:pt x="214753" y="1393436"/>
                    </a:lnTo>
                    <a:lnTo>
                      <a:pt x="214753" y="1390157"/>
                    </a:lnTo>
                    <a:lnTo>
                      <a:pt x="211474" y="1386879"/>
                    </a:lnTo>
                    <a:lnTo>
                      <a:pt x="208196" y="1383600"/>
                    </a:lnTo>
                    <a:lnTo>
                      <a:pt x="209835" y="1378682"/>
                    </a:lnTo>
                    <a:lnTo>
                      <a:pt x="206556" y="1377043"/>
                    </a:lnTo>
                    <a:lnTo>
                      <a:pt x="204917" y="1372125"/>
                    </a:lnTo>
                    <a:lnTo>
                      <a:pt x="208196" y="1372125"/>
                    </a:lnTo>
                    <a:lnTo>
                      <a:pt x="213114" y="1370486"/>
                    </a:lnTo>
                    <a:lnTo>
                      <a:pt x="216392" y="1370486"/>
                    </a:lnTo>
                    <a:lnTo>
                      <a:pt x="216392" y="1370486"/>
                    </a:lnTo>
                    <a:lnTo>
                      <a:pt x="211474" y="1368846"/>
                    </a:lnTo>
                    <a:lnTo>
                      <a:pt x="208196" y="1370486"/>
                    </a:lnTo>
                    <a:lnTo>
                      <a:pt x="204917" y="1368846"/>
                    </a:lnTo>
                    <a:lnTo>
                      <a:pt x="203278" y="1363928"/>
                    </a:lnTo>
                    <a:lnTo>
                      <a:pt x="204917" y="1360649"/>
                    </a:lnTo>
                    <a:lnTo>
                      <a:pt x="209835" y="1360649"/>
                    </a:lnTo>
                    <a:lnTo>
                      <a:pt x="213114" y="1362289"/>
                    </a:lnTo>
                    <a:lnTo>
                      <a:pt x="216392" y="1363928"/>
                    </a:lnTo>
                    <a:lnTo>
                      <a:pt x="213114" y="1360649"/>
                    </a:lnTo>
                    <a:lnTo>
                      <a:pt x="214753" y="1355731"/>
                    </a:lnTo>
                    <a:lnTo>
                      <a:pt x="211474" y="1355731"/>
                    </a:lnTo>
                    <a:lnTo>
                      <a:pt x="206556" y="1355731"/>
                    </a:lnTo>
                    <a:lnTo>
                      <a:pt x="203278" y="1354092"/>
                    </a:lnTo>
                    <a:lnTo>
                      <a:pt x="206556" y="1352453"/>
                    </a:lnTo>
                    <a:lnTo>
                      <a:pt x="203278" y="1352453"/>
                    </a:lnTo>
                    <a:lnTo>
                      <a:pt x="198360" y="1350813"/>
                    </a:lnTo>
                    <a:lnTo>
                      <a:pt x="195081" y="1347535"/>
                    </a:lnTo>
                    <a:lnTo>
                      <a:pt x="191802" y="1345896"/>
                    </a:lnTo>
                    <a:lnTo>
                      <a:pt x="188524" y="1342617"/>
                    </a:lnTo>
                    <a:lnTo>
                      <a:pt x="183606" y="1342617"/>
                    </a:lnTo>
                    <a:lnTo>
                      <a:pt x="185245" y="1339338"/>
                    </a:lnTo>
                    <a:lnTo>
                      <a:pt x="188524" y="1337699"/>
                    </a:lnTo>
                    <a:lnTo>
                      <a:pt x="191802" y="1339338"/>
                    </a:lnTo>
                    <a:lnTo>
                      <a:pt x="196720" y="1342617"/>
                    </a:lnTo>
                    <a:lnTo>
                      <a:pt x="199999" y="1345896"/>
                    </a:lnTo>
                    <a:lnTo>
                      <a:pt x="196720" y="1342617"/>
                    </a:lnTo>
                    <a:lnTo>
                      <a:pt x="195081" y="1339338"/>
                    </a:lnTo>
                    <a:lnTo>
                      <a:pt x="198360" y="1339338"/>
                    </a:lnTo>
                    <a:lnTo>
                      <a:pt x="201638" y="1339338"/>
                    </a:lnTo>
                    <a:lnTo>
                      <a:pt x="206556" y="1340977"/>
                    </a:lnTo>
                    <a:lnTo>
                      <a:pt x="209835" y="1340977"/>
                    </a:lnTo>
                    <a:lnTo>
                      <a:pt x="213114" y="1344256"/>
                    </a:lnTo>
                    <a:lnTo>
                      <a:pt x="218032" y="1344256"/>
                    </a:lnTo>
                    <a:lnTo>
                      <a:pt x="221310" y="1344256"/>
                    </a:lnTo>
                    <a:lnTo>
                      <a:pt x="222950" y="1349174"/>
                    </a:lnTo>
                    <a:lnTo>
                      <a:pt x="226228" y="1347535"/>
                    </a:lnTo>
                    <a:lnTo>
                      <a:pt x="231146" y="1349174"/>
                    </a:lnTo>
                    <a:lnTo>
                      <a:pt x="231146" y="1345896"/>
                    </a:lnTo>
                    <a:lnTo>
                      <a:pt x="229507" y="1342617"/>
                    </a:lnTo>
                    <a:lnTo>
                      <a:pt x="227868" y="1345896"/>
                    </a:lnTo>
                    <a:lnTo>
                      <a:pt x="224589" y="1344256"/>
                    </a:lnTo>
                    <a:lnTo>
                      <a:pt x="221310" y="1340977"/>
                    </a:lnTo>
                    <a:lnTo>
                      <a:pt x="216392" y="1339338"/>
                    </a:lnTo>
                    <a:lnTo>
                      <a:pt x="216392" y="1334420"/>
                    </a:lnTo>
                    <a:lnTo>
                      <a:pt x="219671" y="1337699"/>
                    </a:lnTo>
                    <a:lnTo>
                      <a:pt x="222950" y="1339338"/>
                    </a:lnTo>
                    <a:lnTo>
                      <a:pt x="227868" y="1337699"/>
                    </a:lnTo>
                    <a:lnTo>
                      <a:pt x="231146" y="1339338"/>
                    </a:lnTo>
                    <a:lnTo>
                      <a:pt x="227868" y="1337699"/>
                    </a:lnTo>
                    <a:lnTo>
                      <a:pt x="222950" y="1337699"/>
                    </a:lnTo>
                    <a:lnTo>
                      <a:pt x="219671" y="1334420"/>
                    </a:lnTo>
                    <a:lnTo>
                      <a:pt x="216392" y="1331141"/>
                    </a:lnTo>
                    <a:lnTo>
                      <a:pt x="216392" y="1331141"/>
                    </a:lnTo>
                    <a:lnTo>
                      <a:pt x="211474" y="1331141"/>
                    </a:lnTo>
                    <a:lnTo>
                      <a:pt x="208196" y="1326223"/>
                    </a:lnTo>
                    <a:lnTo>
                      <a:pt x="208196" y="1322944"/>
                    </a:lnTo>
                    <a:lnTo>
                      <a:pt x="204917" y="1319666"/>
                    </a:lnTo>
                    <a:lnTo>
                      <a:pt x="206556" y="1322944"/>
                    </a:lnTo>
                    <a:lnTo>
                      <a:pt x="206556" y="1326223"/>
                    </a:lnTo>
                    <a:lnTo>
                      <a:pt x="208196" y="1331141"/>
                    </a:lnTo>
                    <a:lnTo>
                      <a:pt x="204917" y="1332781"/>
                    </a:lnTo>
                    <a:lnTo>
                      <a:pt x="201638" y="1332781"/>
                    </a:lnTo>
                    <a:lnTo>
                      <a:pt x="196720" y="1329502"/>
                    </a:lnTo>
                    <a:lnTo>
                      <a:pt x="193442" y="1329502"/>
                    </a:lnTo>
                    <a:lnTo>
                      <a:pt x="190163" y="1329502"/>
                    </a:lnTo>
                    <a:lnTo>
                      <a:pt x="185245" y="1329502"/>
                    </a:lnTo>
                    <a:lnTo>
                      <a:pt x="181966" y="1329502"/>
                    </a:lnTo>
                    <a:lnTo>
                      <a:pt x="178688" y="1329502"/>
                    </a:lnTo>
                    <a:lnTo>
                      <a:pt x="173770" y="1326223"/>
                    </a:lnTo>
                    <a:lnTo>
                      <a:pt x="178688" y="1324584"/>
                    </a:lnTo>
                    <a:lnTo>
                      <a:pt x="177048" y="1319666"/>
                    </a:lnTo>
                    <a:lnTo>
                      <a:pt x="180327" y="1319666"/>
                    </a:lnTo>
                    <a:lnTo>
                      <a:pt x="183606" y="1321306"/>
                    </a:lnTo>
                    <a:lnTo>
                      <a:pt x="185245" y="1324584"/>
                    </a:lnTo>
                    <a:lnTo>
                      <a:pt x="190163" y="1327863"/>
                    </a:lnTo>
                    <a:lnTo>
                      <a:pt x="193442" y="1327863"/>
                    </a:lnTo>
                    <a:lnTo>
                      <a:pt x="190163" y="1326223"/>
                    </a:lnTo>
                    <a:lnTo>
                      <a:pt x="191802" y="1322944"/>
                    </a:lnTo>
                    <a:lnTo>
                      <a:pt x="195081" y="1322944"/>
                    </a:lnTo>
                    <a:lnTo>
                      <a:pt x="193442" y="1319666"/>
                    </a:lnTo>
                    <a:lnTo>
                      <a:pt x="190163" y="1321306"/>
                    </a:lnTo>
                    <a:lnTo>
                      <a:pt x="186884" y="1321306"/>
                    </a:lnTo>
                    <a:lnTo>
                      <a:pt x="183606" y="1319666"/>
                    </a:lnTo>
                    <a:lnTo>
                      <a:pt x="180327" y="1316387"/>
                    </a:lnTo>
                    <a:lnTo>
                      <a:pt x="177048" y="1316387"/>
                    </a:lnTo>
                    <a:lnTo>
                      <a:pt x="177048" y="1311469"/>
                    </a:lnTo>
                    <a:lnTo>
                      <a:pt x="178688" y="1308191"/>
                    </a:lnTo>
                    <a:lnTo>
                      <a:pt x="183606" y="1304912"/>
                    </a:lnTo>
                    <a:lnTo>
                      <a:pt x="186884" y="1308191"/>
                    </a:lnTo>
                    <a:lnTo>
                      <a:pt x="186884" y="1304912"/>
                    </a:lnTo>
                    <a:lnTo>
                      <a:pt x="190163" y="1303273"/>
                    </a:lnTo>
                    <a:lnTo>
                      <a:pt x="188524" y="1299994"/>
                    </a:lnTo>
                    <a:lnTo>
                      <a:pt x="188524" y="1298354"/>
                    </a:lnTo>
                    <a:lnTo>
                      <a:pt x="186884" y="1301633"/>
                    </a:lnTo>
                    <a:lnTo>
                      <a:pt x="183606" y="1303273"/>
                    </a:lnTo>
                    <a:lnTo>
                      <a:pt x="180327" y="1299994"/>
                    </a:lnTo>
                    <a:lnTo>
                      <a:pt x="183606" y="1298354"/>
                    </a:lnTo>
                    <a:lnTo>
                      <a:pt x="188524" y="1298354"/>
                    </a:lnTo>
                    <a:lnTo>
                      <a:pt x="186884" y="1296715"/>
                    </a:lnTo>
                    <a:lnTo>
                      <a:pt x="183606" y="1295076"/>
                    </a:lnTo>
                    <a:lnTo>
                      <a:pt x="180327" y="1293437"/>
                    </a:lnTo>
                    <a:lnTo>
                      <a:pt x="175409" y="1290158"/>
                    </a:lnTo>
                    <a:lnTo>
                      <a:pt x="172130" y="1286879"/>
                    </a:lnTo>
                    <a:lnTo>
                      <a:pt x="168851" y="1286879"/>
                    </a:lnTo>
                    <a:lnTo>
                      <a:pt x="163934" y="1288519"/>
                    </a:lnTo>
                    <a:lnTo>
                      <a:pt x="160655" y="1290158"/>
                    </a:lnTo>
                    <a:lnTo>
                      <a:pt x="163934" y="1288519"/>
                    </a:lnTo>
                    <a:lnTo>
                      <a:pt x="168851" y="1291797"/>
                    </a:lnTo>
                    <a:lnTo>
                      <a:pt x="163934" y="1291797"/>
                    </a:lnTo>
                    <a:lnTo>
                      <a:pt x="160655" y="1291797"/>
                    </a:lnTo>
                    <a:lnTo>
                      <a:pt x="157376" y="1288519"/>
                    </a:lnTo>
                    <a:lnTo>
                      <a:pt x="154098" y="1288519"/>
                    </a:lnTo>
                    <a:lnTo>
                      <a:pt x="149180" y="1285240"/>
                    </a:lnTo>
                    <a:lnTo>
                      <a:pt x="145901" y="1283600"/>
                    </a:lnTo>
                    <a:lnTo>
                      <a:pt x="142622" y="1280322"/>
                    </a:lnTo>
                    <a:lnTo>
                      <a:pt x="144261" y="1275404"/>
                    </a:lnTo>
                    <a:lnTo>
                      <a:pt x="144261" y="1272125"/>
                    </a:lnTo>
                    <a:lnTo>
                      <a:pt x="140983" y="1275404"/>
                    </a:lnTo>
                    <a:lnTo>
                      <a:pt x="137704" y="1280322"/>
                    </a:lnTo>
                    <a:lnTo>
                      <a:pt x="134426" y="1280322"/>
                    </a:lnTo>
                    <a:lnTo>
                      <a:pt x="131147" y="1281961"/>
                    </a:lnTo>
                    <a:lnTo>
                      <a:pt x="127868" y="1281961"/>
                    </a:lnTo>
                    <a:lnTo>
                      <a:pt x="126229" y="1286879"/>
                    </a:lnTo>
                    <a:lnTo>
                      <a:pt x="129508" y="1283600"/>
                    </a:lnTo>
                    <a:lnTo>
                      <a:pt x="132786" y="1286879"/>
                    </a:lnTo>
                    <a:lnTo>
                      <a:pt x="137704" y="1290158"/>
                    </a:lnTo>
                    <a:lnTo>
                      <a:pt x="136065" y="1293437"/>
                    </a:lnTo>
                    <a:lnTo>
                      <a:pt x="132786" y="1293437"/>
                    </a:lnTo>
                    <a:lnTo>
                      <a:pt x="127868" y="1291797"/>
                    </a:lnTo>
                    <a:lnTo>
                      <a:pt x="127868" y="1290158"/>
                    </a:lnTo>
                    <a:lnTo>
                      <a:pt x="124589" y="1288519"/>
                    </a:lnTo>
                    <a:lnTo>
                      <a:pt x="124589" y="1286879"/>
                    </a:lnTo>
                    <a:lnTo>
                      <a:pt x="122950" y="1283600"/>
                    </a:lnTo>
                    <a:lnTo>
                      <a:pt x="121311" y="1280322"/>
                    </a:lnTo>
                    <a:lnTo>
                      <a:pt x="122950" y="1278683"/>
                    </a:lnTo>
                    <a:lnTo>
                      <a:pt x="124589" y="1275404"/>
                    </a:lnTo>
                    <a:lnTo>
                      <a:pt x="129508" y="1272125"/>
                    </a:lnTo>
                    <a:lnTo>
                      <a:pt x="131147" y="1268847"/>
                    </a:lnTo>
                    <a:lnTo>
                      <a:pt x="134426" y="1267207"/>
                    </a:lnTo>
                    <a:lnTo>
                      <a:pt x="139344" y="1267207"/>
                    </a:lnTo>
                    <a:lnTo>
                      <a:pt x="134426" y="1265568"/>
                    </a:lnTo>
                    <a:lnTo>
                      <a:pt x="136065" y="1262289"/>
                    </a:lnTo>
                    <a:lnTo>
                      <a:pt x="139344" y="1263929"/>
                    </a:lnTo>
                    <a:lnTo>
                      <a:pt x="140983" y="1260650"/>
                    </a:lnTo>
                    <a:lnTo>
                      <a:pt x="145901" y="1262289"/>
                    </a:lnTo>
                    <a:lnTo>
                      <a:pt x="142622" y="1257371"/>
                    </a:lnTo>
                    <a:lnTo>
                      <a:pt x="144261" y="1254093"/>
                    </a:lnTo>
                    <a:lnTo>
                      <a:pt x="140983" y="1250814"/>
                    </a:lnTo>
                    <a:lnTo>
                      <a:pt x="140983" y="1254093"/>
                    </a:lnTo>
                    <a:lnTo>
                      <a:pt x="137704" y="1257371"/>
                    </a:lnTo>
                    <a:lnTo>
                      <a:pt x="134426" y="1257371"/>
                    </a:lnTo>
                    <a:lnTo>
                      <a:pt x="134426" y="1254093"/>
                    </a:lnTo>
                    <a:lnTo>
                      <a:pt x="137704" y="1252453"/>
                    </a:lnTo>
                    <a:lnTo>
                      <a:pt x="134426" y="1252453"/>
                    </a:lnTo>
                    <a:lnTo>
                      <a:pt x="131147" y="1250814"/>
                    </a:lnTo>
                    <a:lnTo>
                      <a:pt x="127868" y="1247535"/>
                    </a:lnTo>
                    <a:lnTo>
                      <a:pt x="132786" y="1247535"/>
                    </a:lnTo>
                    <a:lnTo>
                      <a:pt x="136065" y="1247535"/>
                    </a:lnTo>
                    <a:lnTo>
                      <a:pt x="139344" y="1244256"/>
                    </a:lnTo>
                    <a:lnTo>
                      <a:pt x="144261" y="1245896"/>
                    </a:lnTo>
                    <a:lnTo>
                      <a:pt x="147540" y="1245896"/>
                    </a:lnTo>
                    <a:lnTo>
                      <a:pt x="149180" y="1250814"/>
                    </a:lnTo>
                    <a:lnTo>
                      <a:pt x="154098" y="1250814"/>
                    </a:lnTo>
                    <a:lnTo>
                      <a:pt x="150819" y="1247535"/>
                    </a:lnTo>
                    <a:lnTo>
                      <a:pt x="152458" y="1244256"/>
                    </a:lnTo>
                    <a:lnTo>
                      <a:pt x="154098" y="1244256"/>
                    </a:lnTo>
                    <a:lnTo>
                      <a:pt x="157376" y="1244256"/>
                    </a:lnTo>
                    <a:lnTo>
                      <a:pt x="160655" y="1244256"/>
                    </a:lnTo>
                    <a:lnTo>
                      <a:pt x="160655" y="1249174"/>
                    </a:lnTo>
                    <a:lnTo>
                      <a:pt x="165573" y="1249174"/>
                    </a:lnTo>
                    <a:lnTo>
                      <a:pt x="163934" y="1254093"/>
                    </a:lnTo>
                    <a:lnTo>
                      <a:pt x="167212" y="1255732"/>
                    </a:lnTo>
                    <a:lnTo>
                      <a:pt x="167212" y="1252453"/>
                    </a:lnTo>
                    <a:lnTo>
                      <a:pt x="170491" y="1255732"/>
                    </a:lnTo>
                    <a:lnTo>
                      <a:pt x="170491" y="1259010"/>
                    </a:lnTo>
                    <a:lnTo>
                      <a:pt x="167212" y="1262289"/>
                    </a:lnTo>
                    <a:lnTo>
                      <a:pt x="162294" y="1263929"/>
                    </a:lnTo>
                    <a:lnTo>
                      <a:pt x="159016" y="1263929"/>
                    </a:lnTo>
                    <a:lnTo>
                      <a:pt x="155737" y="1262289"/>
                    </a:lnTo>
                    <a:lnTo>
                      <a:pt x="159016" y="1263929"/>
                    </a:lnTo>
                    <a:lnTo>
                      <a:pt x="162294" y="1263929"/>
                    </a:lnTo>
                    <a:lnTo>
                      <a:pt x="167212" y="1263929"/>
                    </a:lnTo>
                    <a:lnTo>
                      <a:pt x="170491" y="1263929"/>
                    </a:lnTo>
                    <a:lnTo>
                      <a:pt x="173770" y="1265568"/>
                    </a:lnTo>
                    <a:lnTo>
                      <a:pt x="177048" y="1265568"/>
                    </a:lnTo>
                    <a:lnTo>
                      <a:pt x="173770" y="1263929"/>
                    </a:lnTo>
                    <a:lnTo>
                      <a:pt x="173770" y="1259010"/>
                    </a:lnTo>
                    <a:lnTo>
                      <a:pt x="177048" y="1260650"/>
                    </a:lnTo>
                    <a:lnTo>
                      <a:pt x="180327" y="1263929"/>
                    </a:lnTo>
                    <a:lnTo>
                      <a:pt x="181966" y="1267207"/>
                    </a:lnTo>
                    <a:lnTo>
                      <a:pt x="181966" y="1270486"/>
                    </a:lnTo>
                    <a:lnTo>
                      <a:pt x="180327" y="1273764"/>
                    </a:lnTo>
                    <a:lnTo>
                      <a:pt x="180327" y="1278683"/>
                    </a:lnTo>
                    <a:lnTo>
                      <a:pt x="185245" y="1277043"/>
                    </a:lnTo>
                    <a:lnTo>
                      <a:pt x="185245" y="1273764"/>
                    </a:lnTo>
                    <a:lnTo>
                      <a:pt x="185245" y="1268847"/>
                    </a:lnTo>
                    <a:lnTo>
                      <a:pt x="188524" y="1265568"/>
                    </a:lnTo>
                    <a:lnTo>
                      <a:pt x="188524" y="1262289"/>
                    </a:lnTo>
                    <a:lnTo>
                      <a:pt x="190163" y="1257371"/>
                    </a:lnTo>
                    <a:lnTo>
                      <a:pt x="188524" y="1254093"/>
                    </a:lnTo>
                    <a:lnTo>
                      <a:pt x="188524" y="1257371"/>
                    </a:lnTo>
                    <a:lnTo>
                      <a:pt x="186884" y="1262289"/>
                    </a:lnTo>
                    <a:lnTo>
                      <a:pt x="183606" y="1265568"/>
                    </a:lnTo>
                    <a:lnTo>
                      <a:pt x="183606" y="1262289"/>
                    </a:lnTo>
                    <a:lnTo>
                      <a:pt x="183606" y="1257371"/>
                    </a:lnTo>
                    <a:lnTo>
                      <a:pt x="180327" y="1254093"/>
                    </a:lnTo>
                    <a:lnTo>
                      <a:pt x="180327" y="1250814"/>
                    </a:lnTo>
                    <a:lnTo>
                      <a:pt x="180327" y="1245896"/>
                    </a:lnTo>
                    <a:lnTo>
                      <a:pt x="181966" y="1242617"/>
                    </a:lnTo>
                    <a:lnTo>
                      <a:pt x="185245" y="1239339"/>
                    </a:lnTo>
                    <a:lnTo>
                      <a:pt x="190163" y="1237699"/>
                    </a:lnTo>
                    <a:lnTo>
                      <a:pt x="185245" y="1237699"/>
                    </a:lnTo>
                    <a:lnTo>
                      <a:pt x="181966" y="1239339"/>
                    </a:lnTo>
                    <a:lnTo>
                      <a:pt x="178688" y="1242617"/>
                    </a:lnTo>
                    <a:lnTo>
                      <a:pt x="177048" y="1239339"/>
                    </a:lnTo>
                    <a:lnTo>
                      <a:pt x="177048" y="1234420"/>
                    </a:lnTo>
                    <a:lnTo>
                      <a:pt x="177048" y="1231142"/>
                    </a:lnTo>
                    <a:lnTo>
                      <a:pt x="177048" y="1227863"/>
                    </a:lnTo>
                    <a:lnTo>
                      <a:pt x="180327" y="1226224"/>
                    </a:lnTo>
                    <a:lnTo>
                      <a:pt x="183606" y="1222945"/>
                    </a:lnTo>
                    <a:lnTo>
                      <a:pt x="186884" y="1226224"/>
                    </a:lnTo>
                    <a:lnTo>
                      <a:pt x="191802" y="1227863"/>
                    </a:lnTo>
                    <a:lnTo>
                      <a:pt x="195081" y="1229503"/>
                    </a:lnTo>
                    <a:lnTo>
                      <a:pt x="198360" y="1229503"/>
                    </a:lnTo>
                    <a:lnTo>
                      <a:pt x="198360" y="1227863"/>
                    </a:lnTo>
                    <a:lnTo>
                      <a:pt x="196720" y="1226224"/>
                    </a:lnTo>
                    <a:lnTo>
                      <a:pt x="193442" y="1227863"/>
                    </a:lnTo>
                    <a:lnTo>
                      <a:pt x="190163" y="1224584"/>
                    </a:lnTo>
                    <a:lnTo>
                      <a:pt x="185245" y="1222945"/>
                    </a:lnTo>
                    <a:lnTo>
                      <a:pt x="181966" y="1221306"/>
                    </a:lnTo>
                    <a:lnTo>
                      <a:pt x="177048" y="1222945"/>
                    </a:lnTo>
                    <a:lnTo>
                      <a:pt x="173770" y="1221306"/>
                    </a:lnTo>
                    <a:lnTo>
                      <a:pt x="177048" y="1218027"/>
                    </a:lnTo>
                    <a:lnTo>
                      <a:pt x="173770" y="1213109"/>
                    </a:lnTo>
                    <a:lnTo>
                      <a:pt x="172130" y="1209830"/>
                    </a:lnTo>
                    <a:lnTo>
                      <a:pt x="173770" y="1208191"/>
                    </a:lnTo>
                    <a:lnTo>
                      <a:pt x="177048" y="1208191"/>
                    </a:lnTo>
                    <a:lnTo>
                      <a:pt x="180327" y="1208191"/>
                    </a:lnTo>
                    <a:lnTo>
                      <a:pt x="183606" y="1203273"/>
                    </a:lnTo>
                    <a:lnTo>
                      <a:pt x="186884" y="1201634"/>
                    </a:lnTo>
                    <a:lnTo>
                      <a:pt x="190163" y="1196716"/>
                    </a:lnTo>
                    <a:lnTo>
                      <a:pt x="190163" y="1193437"/>
                    </a:lnTo>
                    <a:lnTo>
                      <a:pt x="188524" y="1190159"/>
                    </a:lnTo>
                    <a:lnTo>
                      <a:pt x="190163" y="1185240"/>
                    </a:lnTo>
                    <a:lnTo>
                      <a:pt x="188524" y="1181962"/>
                    </a:lnTo>
                    <a:lnTo>
                      <a:pt x="183606" y="1185240"/>
                    </a:lnTo>
                    <a:lnTo>
                      <a:pt x="180327" y="1183601"/>
                    </a:lnTo>
                    <a:lnTo>
                      <a:pt x="177048" y="1181962"/>
                    </a:lnTo>
                    <a:lnTo>
                      <a:pt x="173770" y="1178683"/>
                    </a:lnTo>
                    <a:lnTo>
                      <a:pt x="168851" y="1178683"/>
                    </a:lnTo>
                    <a:lnTo>
                      <a:pt x="165573" y="1175404"/>
                    </a:lnTo>
                    <a:lnTo>
                      <a:pt x="163934" y="1175404"/>
                    </a:lnTo>
                    <a:lnTo>
                      <a:pt x="160655" y="1173765"/>
                    </a:lnTo>
                    <a:lnTo>
                      <a:pt x="162294" y="1168847"/>
                    </a:lnTo>
                    <a:lnTo>
                      <a:pt x="165573" y="1170486"/>
                    </a:lnTo>
                    <a:lnTo>
                      <a:pt x="163934" y="1165569"/>
                    </a:lnTo>
                    <a:lnTo>
                      <a:pt x="163934" y="1162290"/>
                    </a:lnTo>
                    <a:lnTo>
                      <a:pt x="165573" y="1157372"/>
                    </a:lnTo>
                    <a:lnTo>
                      <a:pt x="168851" y="1155732"/>
                    </a:lnTo>
                    <a:lnTo>
                      <a:pt x="167212" y="1152454"/>
                    </a:lnTo>
                    <a:lnTo>
                      <a:pt x="165573" y="1155732"/>
                    </a:lnTo>
                    <a:lnTo>
                      <a:pt x="162294" y="1154093"/>
                    </a:lnTo>
                    <a:lnTo>
                      <a:pt x="162294" y="1152454"/>
                    </a:lnTo>
                    <a:lnTo>
                      <a:pt x="163934" y="1149175"/>
                    </a:lnTo>
                    <a:lnTo>
                      <a:pt x="162294" y="1149175"/>
                    </a:lnTo>
                    <a:lnTo>
                      <a:pt x="159016" y="1145896"/>
                    </a:lnTo>
                    <a:lnTo>
                      <a:pt x="155737" y="1142617"/>
                    </a:lnTo>
                    <a:lnTo>
                      <a:pt x="154098" y="1139339"/>
                    </a:lnTo>
                    <a:lnTo>
                      <a:pt x="154098" y="1134421"/>
                    </a:lnTo>
                    <a:lnTo>
                      <a:pt x="157376" y="1131142"/>
                    </a:lnTo>
                    <a:lnTo>
                      <a:pt x="155737" y="1127863"/>
                    </a:lnTo>
                    <a:lnTo>
                      <a:pt x="155737" y="1122946"/>
                    </a:lnTo>
                    <a:lnTo>
                      <a:pt x="160655" y="1122946"/>
                    </a:lnTo>
                    <a:lnTo>
                      <a:pt x="159016" y="1119667"/>
                    </a:lnTo>
                    <a:lnTo>
                      <a:pt x="157376" y="1118027"/>
                    </a:lnTo>
                    <a:lnTo>
                      <a:pt x="154098" y="1116388"/>
                    </a:lnTo>
                    <a:lnTo>
                      <a:pt x="152458" y="1111470"/>
                    </a:lnTo>
                    <a:lnTo>
                      <a:pt x="152458" y="1108192"/>
                    </a:lnTo>
                    <a:lnTo>
                      <a:pt x="149180" y="1104913"/>
                    </a:lnTo>
                    <a:lnTo>
                      <a:pt x="150819" y="1099995"/>
                    </a:lnTo>
                    <a:lnTo>
                      <a:pt x="154098" y="1101634"/>
                    </a:lnTo>
                    <a:lnTo>
                      <a:pt x="157376" y="1103273"/>
                    </a:lnTo>
                    <a:lnTo>
                      <a:pt x="159016" y="1101634"/>
                    </a:lnTo>
                    <a:lnTo>
                      <a:pt x="159016" y="1101634"/>
                    </a:lnTo>
                    <a:lnTo>
                      <a:pt x="154098" y="1099995"/>
                    </a:lnTo>
                    <a:lnTo>
                      <a:pt x="150819" y="1096716"/>
                    </a:lnTo>
                    <a:lnTo>
                      <a:pt x="147540" y="1093437"/>
                    </a:lnTo>
                    <a:lnTo>
                      <a:pt x="145901" y="1090159"/>
                    </a:lnTo>
                    <a:lnTo>
                      <a:pt x="149180" y="1088520"/>
                    </a:lnTo>
                    <a:lnTo>
                      <a:pt x="154098" y="1088520"/>
                    </a:lnTo>
                    <a:lnTo>
                      <a:pt x="155737" y="1091798"/>
                    </a:lnTo>
                    <a:lnTo>
                      <a:pt x="159016" y="1095077"/>
                    </a:lnTo>
                    <a:lnTo>
                      <a:pt x="162294" y="1099995"/>
                    </a:lnTo>
                    <a:lnTo>
                      <a:pt x="162294" y="1098356"/>
                    </a:lnTo>
                    <a:lnTo>
                      <a:pt x="160655" y="1096716"/>
                    </a:lnTo>
                    <a:lnTo>
                      <a:pt x="159016" y="1093437"/>
                    </a:lnTo>
                    <a:lnTo>
                      <a:pt x="157376" y="1088520"/>
                    </a:lnTo>
                    <a:lnTo>
                      <a:pt x="155737" y="1085241"/>
                    </a:lnTo>
                    <a:lnTo>
                      <a:pt x="155737" y="1085241"/>
                    </a:lnTo>
                    <a:lnTo>
                      <a:pt x="154098" y="1080323"/>
                    </a:lnTo>
                    <a:lnTo>
                      <a:pt x="152458" y="1077044"/>
                    </a:lnTo>
                    <a:lnTo>
                      <a:pt x="147540" y="1080323"/>
                    </a:lnTo>
                    <a:lnTo>
                      <a:pt x="144261" y="1080323"/>
                    </a:lnTo>
                    <a:lnTo>
                      <a:pt x="140983" y="1078683"/>
                    </a:lnTo>
                    <a:lnTo>
                      <a:pt x="139344" y="1073766"/>
                    </a:lnTo>
                    <a:lnTo>
                      <a:pt x="140983" y="1070487"/>
                    </a:lnTo>
                    <a:lnTo>
                      <a:pt x="144261" y="1067208"/>
                    </a:lnTo>
                    <a:lnTo>
                      <a:pt x="147540" y="1067208"/>
                    </a:lnTo>
                    <a:lnTo>
                      <a:pt x="150819" y="1065569"/>
                    </a:lnTo>
                    <a:lnTo>
                      <a:pt x="152458" y="1062290"/>
                    </a:lnTo>
                    <a:lnTo>
                      <a:pt x="152458" y="1057372"/>
                    </a:lnTo>
                    <a:lnTo>
                      <a:pt x="149180" y="1054093"/>
                    </a:lnTo>
                    <a:lnTo>
                      <a:pt x="150819" y="1057372"/>
                    </a:lnTo>
                    <a:lnTo>
                      <a:pt x="150819" y="1062290"/>
                    </a:lnTo>
                    <a:lnTo>
                      <a:pt x="147540" y="1065569"/>
                    </a:lnTo>
                    <a:lnTo>
                      <a:pt x="144261" y="1065569"/>
                    </a:lnTo>
                    <a:lnTo>
                      <a:pt x="140983" y="1065569"/>
                    </a:lnTo>
                    <a:lnTo>
                      <a:pt x="137704" y="1060651"/>
                    </a:lnTo>
                    <a:lnTo>
                      <a:pt x="136065" y="1059012"/>
                    </a:lnTo>
                    <a:lnTo>
                      <a:pt x="132786" y="1057372"/>
                    </a:lnTo>
                    <a:lnTo>
                      <a:pt x="129508" y="1055733"/>
                    </a:lnTo>
                    <a:lnTo>
                      <a:pt x="124589" y="1059012"/>
                    </a:lnTo>
                    <a:lnTo>
                      <a:pt x="124589" y="1062290"/>
                    </a:lnTo>
                    <a:lnTo>
                      <a:pt x="126229" y="1065569"/>
                    </a:lnTo>
                    <a:lnTo>
                      <a:pt x="124589" y="1070487"/>
                    </a:lnTo>
                    <a:lnTo>
                      <a:pt x="121311" y="1068847"/>
                    </a:lnTo>
                    <a:lnTo>
                      <a:pt x="116393" y="1070487"/>
                    </a:lnTo>
                    <a:lnTo>
                      <a:pt x="113114" y="1070487"/>
                    </a:lnTo>
                    <a:lnTo>
                      <a:pt x="111475" y="1068847"/>
                    </a:lnTo>
                    <a:lnTo>
                      <a:pt x="108196" y="1068847"/>
                    </a:lnTo>
                    <a:lnTo>
                      <a:pt x="104917" y="1068847"/>
                    </a:lnTo>
                    <a:lnTo>
                      <a:pt x="104917" y="1063929"/>
                    </a:lnTo>
                    <a:lnTo>
                      <a:pt x="108196" y="1062290"/>
                    </a:lnTo>
                    <a:lnTo>
                      <a:pt x="104917" y="1060651"/>
                    </a:lnTo>
                    <a:lnTo>
                      <a:pt x="101639" y="1060651"/>
                    </a:lnTo>
                    <a:lnTo>
                      <a:pt x="98360" y="1057372"/>
                    </a:lnTo>
                    <a:lnTo>
                      <a:pt x="95081" y="1054093"/>
                    </a:lnTo>
                    <a:lnTo>
                      <a:pt x="93442" y="1049176"/>
                    </a:lnTo>
                    <a:lnTo>
                      <a:pt x="91803" y="1045897"/>
                    </a:lnTo>
                    <a:lnTo>
                      <a:pt x="88524" y="1042618"/>
                    </a:lnTo>
                    <a:lnTo>
                      <a:pt x="86885" y="1037700"/>
                    </a:lnTo>
                    <a:lnTo>
                      <a:pt x="83606" y="1034422"/>
                    </a:lnTo>
                    <a:lnTo>
                      <a:pt x="86885" y="1031143"/>
                    </a:lnTo>
                    <a:lnTo>
                      <a:pt x="83606" y="1026225"/>
                    </a:lnTo>
                    <a:lnTo>
                      <a:pt x="83606" y="1022946"/>
                    </a:lnTo>
                    <a:lnTo>
                      <a:pt x="83606" y="1022946"/>
                    </a:lnTo>
                    <a:lnTo>
                      <a:pt x="83606" y="1019667"/>
                    </a:lnTo>
                    <a:lnTo>
                      <a:pt x="85245" y="1016389"/>
                    </a:lnTo>
                    <a:lnTo>
                      <a:pt x="83606" y="1013110"/>
                    </a:lnTo>
                    <a:lnTo>
                      <a:pt x="83606" y="1008192"/>
                    </a:lnTo>
                    <a:lnTo>
                      <a:pt x="81967" y="1004913"/>
                    </a:lnTo>
                    <a:lnTo>
                      <a:pt x="81967" y="999995"/>
                    </a:lnTo>
                    <a:lnTo>
                      <a:pt x="80327" y="998356"/>
                    </a:lnTo>
                    <a:lnTo>
                      <a:pt x="81967" y="995077"/>
                    </a:lnTo>
                    <a:lnTo>
                      <a:pt x="78688" y="991799"/>
                    </a:lnTo>
                    <a:lnTo>
                      <a:pt x="80327" y="988520"/>
                    </a:lnTo>
                    <a:lnTo>
                      <a:pt x="85245" y="986880"/>
                    </a:lnTo>
                    <a:lnTo>
                      <a:pt x="88524" y="985241"/>
                    </a:lnTo>
                    <a:lnTo>
                      <a:pt x="88524" y="983602"/>
                    </a:lnTo>
                    <a:lnTo>
                      <a:pt x="86885" y="983602"/>
                    </a:lnTo>
                    <a:lnTo>
                      <a:pt x="86885" y="980323"/>
                    </a:lnTo>
                    <a:lnTo>
                      <a:pt x="86885" y="977045"/>
                    </a:lnTo>
                    <a:lnTo>
                      <a:pt x="86885" y="972126"/>
                    </a:lnTo>
                    <a:lnTo>
                      <a:pt x="86885" y="968848"/>
                    </a:lnTo>
                    <a:lnTo>
                      <a:pt x="86885" y="963930"/>
                    </a:lnTo>
                    <a:lnTo>
                      <a:pt x="86885" y="963930"/>
                    </a:lnTo>
                    <a:lnTo>
                      <a:pt x="85245" y="959012"/>
                    </a:lnTo>
                    <a:lnTo>
                      <a:pt x="85245" y="955733"/>
                    </a:lnTo>
                    <a:lnTo>
                      <a:pt x="83606" y="957373"/>
                    </a:lnTo>
                    <a:lnTo>
                      <a:pt x="81967" y="954094"/>
                    </a:lnTo>
                    <a:lnTo>
                      <a:pt x="80327" y="950815"/>
                    </a:lnTo>
                    <a:lnTo>
                      <a:pt x="77049" y="945897"/>
                    </a:lnTo>
                    <a:lnTo>
                      <a:pt x="75409" y="942619"/>
                    </a:lnTo>
                    <a:lnTo>
                      <a:pt x="72131" y="939340"/>
                    </a:lnTo>
                    <a:lnTo>
                      <a:pt x="70491" y="936061"/>
                    </a:lnTo>
                    <a:lnTo>
                      <a:pt x="70491" y="936061"/>
                    </a:lnTo>
                    <a:lnTo>
                      <a:pt x="67213" y="932782"/>
                    </a:lnTo>
                    <a:lnTo>
                      <a:pt x="65573" y="927865"/>
                    </a:lnTo>
                    <a:lnTo>
                      <a:pt x="63934" y="924586"/>
                    </a:lnTo>
                    <a:lnTo>
                      <a:pt x="62295" y="922946"/>
                    </a:lnTo>
                    <a:lnTo>
                      <a:pt x="62295" y="919668"/>
                    </a:lnTo>
                    <a:lnTo>
                      <a:pt x="60655" y="916389"/>
                    </a:lnTo>
                    <a:lnTo>
                      <a:pt x="60655" y="911471"/>
                    </a:lnTo>
                    <a:lnTo>
                      <a:pt x="60655" y="908192"/>
                    </a:lnTo>
                    <a:lnTo>
                      <a:pt x="59016" y="904914"/>
                    </a:lnTo>
                    <a:lnTo>
                      <a:pt x="55737" y="899996"/>
                    </a:lnTo>
                    <a:lnTo>
                      <a:pt x="52459" y="896717"/>
                    </a:lnTo>
                    <a:lnTo>
                      <a:pt x="49180" y="891799"/>
                    </a:lnTo>
                    <a:lnTo>
                      <a:pt x="47541" y="888520"/>
                    </a:lnTo>
                    <a:lnTo>
                      <a:pt x="45901" y="885242"/>
                    </a:lnTo>
                    <a:lnTo>
                      <a:pt x="47541" y="881963"/>
                    </a:lnTo>
                    <a:lnTo>
                      <a:pt x="45901" y="878685"/>
                    </a:lnTo>
                    <a:lnTo>
                      <a:pt x="42623" y="873766"/>
                    </a:lnTo>
                    <a:lnTo>
                      <a:pt x="42623" y="870488"/>
                    </a:lnTo>
                    <a:lnTo>
                      <a:pt x="42623" y="867209"/>
                    </a:lnTo>
                    <a:lnTo>
                      <a:pt x="45901" y="868848"/>
                    </a:lnTo>
                    <a:lnTo>
                      <a:pt x="49180" y="870488"/>
                    </a:lnTo>
                    <a:lnTo>
                      <a:pt x="54098" y="868848"/>
                    </a:lnTo>
                    <a:lnTo>
                      <a:pt x="57377" y="865570"/>
                    </a:lnTo>
                    <a:lnTo>
                      <a:pt x="57377" y="862291"/>
                    </a:lnTo>
                    <a:lnTo>
                      <a:pt x="55737" y="857373"/>
                    </a:lnTo>
                    <a:lnTo>
                      <a:pt x="55737" y="854095"/>
                    </a:lnTo>
                    <a:lnTo>
                      <a:pt x="54098" y="850816"/>
                    </a:lnTo>
                    <a:lnTo>
                      <a:pt x="52459" y="850816"/>
                    </a:lnTo>
                    <a:lnTo>
                      <a:pt x="52459" y="845898"/>
                    </a:lnTo>
                    <a:lnTo>
                      <a:pt x="54098" y="842619"/>
                    </a:lnTo>
                    <a:lnTo>
                      <a:pt x="54098" y="845898"/>
                    </a:lnTo>
                    <a:lnTo>
                      <a:pt x="59016" y="847537"/>
                    </a:lnTo>
                    <a:lnTo>
                      <a:pt x="59016" y="842619"/>
                    </a:lnTo>
                    <a:lnTo>
                      <a:pt x="57377" y="839340"/>
                    </a:lnTo>
                    <a:lnTo>
                      <a:pt x="59016" y="836062"/>
                    </a:lnTo>
                    <a:lnTo>
                      <a:pt x="59016" y="832783"/>
                    </a:lnTo>
                    <a:lnTo>
                      <a:pt x="59016" y="829504"/>
                    </a:lnTo>
                    <a:lnTo>
                      <a:pt x="59016" y="826226"/>
                    </a:lnTo>
                    <a:lnTo>
                      <a:pt x="57377" y="821308"/>
                    </a:lnTo>
                    <a:lnTo>
                      <a:pt x="57377" y="818029"/>
                    </a:lnTo>
                    <a:lnTo>
                      <a:pt x="57377" y="816389"/>
                    </a:lnTo>
                    <a:lnTo>
                      <a:pt x="57377" y="813111"/>
                    </a:lnTo>
                    <a:lnTo>
                      <a:pt x="59016" y="808193"/>
                    </a:lnTo>
                    <a:lnTo>
                      <a:pt x="60655" y="804914"/>
                    </a:lnTo>
                    <a:lnTo>
                      <a:pt x="59016" y="801636"/>
                    </a:lnTo>
                    <a:lnTo>
                      <a:pt x="55737" y="796718"/>
                    </a:lnTo>
                    <a:lnTo>
                      <a:pt x="59016" y="793439"/>
                    </a:lnTo>
                    <a:lnTo>
                      <a:pt x="60655" y="790160"/>
                    </a:lnTo>
                    <a:lnTo>
                      <a:pt x="60655" y="786882"/>
                    </a:lnTo>
                    <a:lnTo>
                      <a:pt x="60655" y="785242"/>
                    </a:lnTo>
                    <a:lnTo>
                      <a:pt x="60655" y="783603"/>
                    </a:lnTo>
                    <a:lnTo>
                      <a:pt x="62295" y="780324"/>
                    </a:lnTo>
                    <a:lnTo>
                      <a:pt x="65573" y="777046"/>
                    </a:lnTo>
                    <a:lnTo>
                      <a:pt x="65573" y="772128"/>
                    </a:lnTo>
                    <a:lnTo>
                      <a:pt x="65573" y="772128"/>
                    </a:lnTo>
                    <a:lnTo>
                      <a:pt x="65573" y="768849"/>
                    </a:lnTo>
                    <a:lnTo>
                      <a:pt x="65573" y="765570"/>
                    </a:lnTo>
                    <a:lnTo>
                      <a:pt x="65573" y="760652"/>
                    </a:lnTo>
                    <a:lnTo>
                      <a:pt x="67213" y="760652"/>
                    </a:lnTo>
                    <a:lnTo>
                      <a:pt x="67213" y="755734"/>
                    </a:lnTo>
                    <a:lnTo>
                      <a:pt x="65573" y="752455"/>
                    </a:lnTo>
                    <a:lnTo>
                      <a:pt x="65573" y="749177"/>
                    </a:lnTo>
                    <a:lnTo>
                      <a:pt x="63934" y="744259"/>
                    </a:lnTo>
                    <a:lnTo>
                      <a:pt x="65573" y="742619"/>
                    </a:lnTo>
                    <a:lnTo>
                      <a:pt x="63934" y="739341"/>
                    </a:lnTo>
                    <a:lnTo>
                      <a:pt x="62295" y="736062"/>
                    </a:lnTo>
                    <a:lnTo>
                      <a:pt x="62295" y="731144"/>
                    </a:lnTo>
                    <a:lnTo>
                      <a:pt x="63934" y="727865"/>
                    </a:lnTo>
                    <a:lnTo>
                      <a:pt x="63934" y="724587"/>
                    </a:lnTo>
                    <a:lnTo>
                      <a:pt x="65573" y="721308"/>
                    </a:lnTo>
                    <a:lnTo>
                      <a:pt x="65573" y="716390"/>
                    </a:lnTo>
                    <a:lnTo>
                      <a:pt x="68852" y="714751"/>
                    </a:lnTo>
                    <a:lnTo>
                      <a:pt x="68852" y="711472"/>
                    </a:lnTo>
                    <a:lnTo>
                      <a:pt x="68852" y="709833"/>
                    </a:lnTo>
                    <a:lnTo>
                      <a:pt x="68852" y="706554"/>
                    </a:lnTo>
                    <a:lnTo>
                      <a:pt x="65573" y="703275"/>
                    </a:lnTo>
                    <a:lnTo>
                      <a:pt x="65573" y="698358"/>
                    </a:lnTo>
                    <a:lnTo>
                      <a:pt x="63934" y="695079"/>
                    </a:lnTo>
                    <a:lnTo>
                      <a:pt x="62295" y="691800"/>
                    </a:lnTo>
                    <a:lnTo>
                      <a:pt x="62295" y="686882"/>
                    </a:lnTo>
                    <a:lnTo>
                      <a:pt x="65573" y="683603"/>
                    </a:lnTo>
                    <a:lnTo>
                      <a:pt x="65573" y="680325"/>
                    </a:lnTo>
                    <a:lnTo>
                      <a:pt x="65573" y="678685"/>
                    </a:lnTo>
                    <a:lnTo>
                      <a:pt x="63934" y="673768"/>
                    </a:lnTo>
                    <a:lnTo>
                      <a:pt x="65573" y="670489"/>
                    </a:lnTo>
                    <a:lnTo>
                      <a:pt x="65573" y="667210"/>
                    </a:lnTo>
                    <a:lnTo>
                      <a:pt x="63934" y="662292"/>
                    </a:lnTo>
                    <a:lnTo>
                      <a:pt x="63934" y="659013"/>
                    </a:lnTo>
                    <a:lnTo>
                      <a:pt x="63934" y="655735"/>
                    </a:lnTo>
                    <a:lnTo>
                      <a:pt x="60655" y="652456"/>
                    </a:lnTo>
                    <a:lnTo>
                      <a:pt x="57377" y="647538"/>
                    </a:lnTo>
                    <a:lnTo>
                      <a:pt x="57377" y="644259"/>
                    </a:lnTo>
                    <a:lnTo>
                      <a:pt x="57377" y="640981"/>
                    </a:lnTo>
                    <a:lnTo>
                      <a:pt x="55737" y="637702"/>
                    </a:lnTo>
                    <a:lnTo>
                      <a:pt x="55737" y="632784"/>
                    </a:lnTo>
                    <a:lnTo>
                      <a:pt x="54098" y="629505"/>
                    </a:lnTo>
                    <a:lnTo>
                      <a:pt x="52459" y="626226"/>
                    </a:lnTo>
                    <a:lnTo>
                      <a:pt x="50819" y="621309"/>
                    </a:lnTo>
                    <a:lnTo>
                      <a:pt x="49180" y="619669"/>
                    </a:lnTo>
                    <a:lnTo>
                      <a:pt x="49180" y="616391"/>
                    </a:lnTo>
                    <a:lnTo>
                      <a:pt x="45901" y="613112"/>
                    </a:lnTo>
                    <a:lnTo>
                      <a:pt x="45901" y="609833"/>
                    </a:lnTo>
                    <a:lnTo>
                      <a:pt x="44262" y="604915"/>
                    </a:lnTo>
                    <a:lnTo>
                      <a:pt x="40983" y="601636"/>
                    </a:lnTo>
                    <a:lnTo>
                      <a:pt x="40983" y="598358"/>
                    </a:lnTo>
                    <a:lnTo>
                      <a:pt x="40983" y="593440"/>
                    </a:lnTo>
                    <a:lnTo>
                      <a:pt x="37705" y="590161"/>
                    </a:lnTo>
                    <a:lnTo>
                      <a:pt x="37705" y="586882"/>
                    </a:lnTo>
                    <a:lnTo>
                      <a:pt x="36065" y="581965"/>
                    </a:lnTo>
                    <a:lnTo>
                      <a:pt x="36065" y="581965"/>
                    </a:lnTo>
                    <a:lnTo>
                      <a:pt x="34426" y="578686"/>
                    </a:lnTo>
                    <a:lnTo>
                      <a:pt x="34426" y="573768"/>
                    </a:lnTo>
                    <a:lnTo>
                      <a:pt x="34426" y="570489"/>
                    </a:lnTo>
                    <a:lnTo>
                      <a:pt x="32787" y="567211"/>
                    </a:lnTo>
                    <a:lnTo>
                      <a:pt x="34426" y="562292"/>
                    </a:lnTo>
                    <a:lnTo>
                      <a:pt x="39344" y="562292"/>
                    </a:lnTo>
                    <a:lnTo>
                      <a:pt x="42623" y="559014"/>
                    </a:lnTo>
                    <a:lnTo>
                      <a:pt x="42623" y="554096"/>
                    </a:lnTo>
                    <a:lnTo>
                      <a:pt x="40983" y="550817"/>
                    </a:lnTo>
                    <a:lnTo>
                      <a:pt x="40983" y="549178"/>
                    </a:lnTo>
                    <a:lnTo>
                      <a:pt x="44262" y="545899"/>
                    </a:lnTo>
                    <a:lnTo>
                      <a:pt x="42623" y="545899"/>
                    </a:lnTo>
                    <a:lnTo>
                      <a:pt x="40983" y="540981"/>
                    </a:lnTo>
                    <a:lnTo>
                      <a:pt x="40983" y="537702"/>
                    </a:lnTo>
                    <a:lnTo>
                      <a:pt x="40983" y="534424"/>
                    </a:lnTo>
                    <a:lnTo>
                      <a:pt x="37705" y="529506"/>
                    </a:lnTo>
                    <a:lnTo>
                      <a:pt x="37705" y="526227"/>
                    </a:lnTo>
                    <a:lnTo>
                      <a:pt x="36065" y="522948"/>
                    </a:lnTo>
                    <a:lnTo>
                      <a:pt x="34426" y="518031"/>
                    </a:lnTo>
                    <a:lnTo>
                      <a:pt x="29508" y="516391"/>
                    </a:lnTo>
                    <a:lnTo>
                      <a:pt x="29508" y="516391"/>
                    </a:lnTo>
                    <a:lnTo>
                      <a:pt x="29508" y="511473"/>
                    </a:lnTo>
                    <a:lnTo>
                      <a:pt x="27869" y="508194"/>
                    </a:lnTo>
                    <a:lnTo>
                      <a:pt x="26229" y="504916"/>
                    </a:lnTo>
                    <a:lnTo>
                      <a:pt x="26229" y="499998"/>
                    </a:lnTo>
                    <a:lnTo>
                      <a:pt x="29508" y="496719"/>
                    </a:lnTo>
                    <a:lnTo>
                      <a:pt x="31147" y="493440"/>
                    </a:lnTo>
                    <a:lnTo>
                      <a:pt x="31147" y="490162"/>
                    </a:lnTo>
                    <a:lnTo>
                      <a:pt x="32787" y="485244"/>
                    </a:lnTo>
                    <a:lnTo>
                      <a:pt x="34426" y="481965"/>
                    </a:lnTo>
                    <a:lnTo>
                      <a:pt x="34426" y="480325"/>
                    </a:lnTo>
                    <a:lnTo>
                      <a:pt x="34426" y="478686"/>
                    </a:lnTo>
                    <a:lnTo>
                      <a:pt x="32787" y="475408"/>
                    </a:lnTo>
                    <a:lnTo>
                      <a:pt x="32787" y="470489"/>
                    </a:lnTo>
                    <a:lnTo>
                      <a:pt x="31147" y="467211"/>
                    </a:lnTo>
                    <a:lnTo>
                      <a:pt x="31147" y="467211"/>
                    </a:lnTo>
                    <a:lnTo>
                      <a:pt x="32787" y="462293"/>
                    </a:lnTo>
                    <a:lnTo>
                      <a:pt x="32787" y="459014"/>
                    </a:lnTo>
                    <a:lnTo>
                      <a:pt x="32787" y="455735"/>
                    </a:lnTo>
                    <a:lnTo>
                      <a:pt x="32787" y="450818"/>
                    </a:lnTo>
                    <a:lnTo>
                      <a:pt x="36065" y="447539"/>
                    </a:lnTo>
                    <a:lnTo>
                      <a:pt x="37705" y="444260"/>
                    </a:lnTo>
                    <a:lnTo>
                      <a:pt x="37705" y="440981"/>
                    </a:lnTo>
                    <a:lnTo>
                      <a:pt x="34426" y="436064"/>
                    </a:lnTo>
                    <a:lnTo>
                      <a:pt x="34426" y="432785"/>
                    </a:lnTo>
                    <a:lnTo>
                      <a:pt x="34426" y="432785"/>
                    </a:lnTo>
                    <a:lnTo>
                      <a:pt x="32787" y="427867"/>
                    </a:lnTo>
                    <a:lnTo>
                      <a:pt x="34426" y="424588"/>
                    </a:lnTo>
                    <a:lnTo>
                      <a:pt x="36065" y="421309"/>
                    </a:lnTo>
                    <a:lnTo>
                      <a:pt x="36065" y="419670"/>
                    </a:lnTo>
                    <a:lnTo>
                      <a:pt x="36065" y="416391"/>
                    </a:lnTo>
                    <a:lnTo>
                      <a:pt x="34426" y="413113"/>
                    </a:lnTo>
                    <a:lnTo>
                      <a:pt x="36065" y="408195"/>
                    </a:lnTo>
                    <a:lnTo>
                      <a:pt x="36065" y="404916"/>
                    </a:lnTo>
                    <a:lnTo>
                      <a:pt x="37705" y="401637"/>
                    </a:lnTo>
                    <a:lnTo>
                      <a:pt x="36065" y="396719"/>
                    </a:lnTo>
                    <a:lnTo>
                      <a:pt x="37705" y="393441"/>
                    </a:lnTo>
                    <a:lnTo>
                      <a:pt x="37705" y="390162"/>
                    </a:lnTo>
                    <a:lnTo>
                      <a:pt x="36065" y="386884"/>
                    </a:lnTo>
                    <a:lnTo>
                      <a:pt x="36065" y="383605"/>
                    </a:lnTo>
                    <a:lnTo>
                      <a:pt x="34426" y="378687"/>
                    </a:lnTo>
                    <a:lnTo>
                      <a:pt x="36065" y="375408"/>
                    </a:lnTo>
                    <a:lnTo>
                      <a:pt x="34426" y="372129"/>
                    </a:lnTo>
                    <a:lnTo>
                      <a:pt x="31147" y="368851"/>
                    </a:lnTo>
                    <a:lnTo>
                      <a:pt x="31147" y="365572"/>
                    </a:lnTo>
                    <a:lnTo>
                      <a:pt x="31147" y="360654"/>
                    </a:lnTo>
                    <a:lnTo>
                      <a:pt x="31147" y="357375"/>
                    </a:lnTo>
                    <a:lnTo>
                      <a:pt x="31147" y="352457"/>
                    </a:lnTo>
                    <a:lnTo>
                      <a:pt x="34426" y="350818"/>
                    </a:lnTo>
                    <a:lnTo>
                      <a:pt x="37705" y="347539"/>
                    </a:lnTo>
                    <a:lnTo>
                      <a:pt x="37705" y="344261"/>
                    </a:lnTo>
                    <a:lnTo>
                      <a:pt x="37705" y="339342"/>
                    </a:lnTo>
                    <a:lnTo>
                      <a:pt x="36065" y="336064"/>
                    </a:lnTo>
                    <a:lnTo>
                      <a:pt x="34426" y="332785"/>
                    </a:lnTo>
                    <a:lnTo>
                      <a:pt x="32787" y="327867"/>
                    </a:lnTo>
                    <a:lnTo>
                      <a:pt x="31147" y="324588"/>
                    </a:lnTo>
                    <a:lnTo>
                      <a:pt x="29508" y="321310"/>
                    </a:lnTo>
                    <a:lnTo>
                      <a:pt x="27869" y="316392"/>
                    </a:lnTo>
                    <a:lnTo>
                      <a:pt x="27869" y="313113"/>
                    </a:lnTo>
                    <a:lnTo>
                      <a:pt x="27869" y="309835"/>
                    </a:lnTo>
                    <a:lnTo>
                      <a:pt x="27869" y="304917"/>
                    </a:lnTo>
                    <a:lnTo>
                      <a:pt x="27869" y="301638"/>
                    </a:lnTo>
                    <a:lnTo>
                      <a:pt x="27869" y="298359"/>
                    </a:lnTo>
                    <a:lnTo>
                      <a:pt x="27869" y="293441"/>
                    </a:lnTo>
                    <a:lnTo>
                      <a:pt x="27869" y="290162"/>
                    </a:lnTo>
                    <a:lnTo>
                      <a:pt x="26229" y="286884"/>
                    </a:lnTo>
                    <a:lnTo>
                      <a:pt x="26229" y="283605"/>
                    </a:lnTo>
                    <a:lnTo>
                      <a:pt x="26229" y="278687"/>
                    </a:lnTo>
                    <a:lnTo>
                      <a:pt x="26229" y="278687"/>
                    </a:lnTo>
                    <a:lnTo>
                      <a:pt x="26229" y="275408"/>
                    </a:lnTo>
                    <a:lnTo>
                      <a:pt x="27869" y="270491"/>
                    </a:lnTo>
                    <a:lnTo>
                      <a:pt x="27869" y="267212"/>
                    </a:lnTo>
                    <a:lnTo>
                      <a:pt x="27869" y="263933"/>
                    </a:lnTo>
                    <a:lnTo>
                      <a:pt x="22951" y="263933"/>
                    </a:lnTo>
                    <a:lnTo>
                      <a:pt x="19672" y="262294"/>
                    </a:lnTo>
                    <a:lnTo>
                      <a:pt x="19672" y="259015"/>
                    </a:lnTo>
                    <a:lnTo>
                      <a:pt x="19672" y="254097"/>
                    </a:lnTo>
                    <a:lnTo>
                      <a:pt x="19672" y="250818"/>
                    </a:lnTo>
                    <a:lnTo>
                      <a:pt x="19672" y="247540"/>
                    </a:lnTo>
                    <a:lnTo>
                      <a:pt x="19672" y="242622"/>
                    </a:lnTo>
                    <a:lnTo>
                      <a:pt x="24590" y="245901"/>
                    </a:lnTo>
                    <a:lnTo>
                      <a:pt x="27869" y="242622"/>
                    </a:lnTo>
                    <a:lnTo>
                      <a:pt x="27869" y="237704"/>
                    </a:lnTo>
                    <a:lnTo>
                      <a:pt x="27869" y="234425"/>
                    </a:lnTo>
                    <a:lnTo>
                      <a:pt x="27869" y="231147"/>
                    </a:lnTo>
                    <a:lnTo>
                      <a:pt x="27869" y="227868"/>
                    </a:lnTo>
                    <a:lnTo>
                      <a:pt x="27869" y="222950"/>
                    </a:lnTo>
                    <a:lnTo>
                      <a:pt x="27869" y="219671"/>
                    </a:lnTo>
                    <a:lnTo>
                      <a:pt x="27869" y="216392"/>
                    </a:lnTo>
                    <a:lnTo>
                      <a:pt x="27869" y="211474"/>
                    </a:lnTo>
                    <a:lnTo>
                      <a:pt x="27869" y="208195"/>
                    </a:lnTo>
                    <a:lnTo>
                      <a:pt x="27869" y="203278"/>
                    </a:lnTo>
                    <a:lnTo>
                      <a:pt x="27869" y="199999"/>
                    </a:lnTo>
                    <a:lnTo>
                      <a:pt x="27869" y="196720"/>
                    </a:lnTo>
                    <a:lnTo>
                      <a:pt x="27869" y="193442"/>
                    </a:lnTo>
                    <a:lnTo>
                      <a:pt x="27869" y="188524"/>
                    </a:lnTo>
                    <a:lnTo>
                      <a:pt x="27869" y="185245"/>
                    </a:lnTo>
                    <a:lnTo>
                      <a:pt x="27869" y="180327"/>
                    </a:lnTo>
                    <a:lnTo>
                      <a:pt x="27869" y="177048"/>
                    </a:lnTo>
                    <a:lnTo>
                      <a:pt x="29508" y="173770"/>
                    </a:lnTo>
                    <a:lnTo>
                      <a:pt x="29508" y="172130"/>
                    </a:lnTo>
                    <a:lnTo>
                      <a:pt x="27869" y="170491"/>
                    </a:lnTo>
                    <a:lnTo>
                      <a:pt x="27869" y="167212"/>
                    </a:lnTo>
                    <a:lnTo>
                      <a:pt x="27869" y="163934"/>
                    </a:lnTo>
                    <a:lnTo>
                      <a:pt x="26229" y="160655"/>
                    </a:lnTo>
                    <a:lnTo>
                      <a:pt x="24590" y="155737"/>
                    </a:lnTo>
                    <a:lnTo>
                      <a:pt x="22951" y="152458"/>
                    </a:lnTo>
                    <a:lnTo>
                      <a:pt x="22951" y="149180"/>
                    </a:lnTo>
                    <a:lnTo>
                      <a:pt x="19672" y="144261"/>
                    </a:lnTo>
                    <a:lnTo>
                      <a:pt x="19672" y="140983"/>
                    </a:lnTo>
                    <a:lnTo>
                      <a:pt x="19672" y="137704"/>
                    </a:lnTo>
                    <a:lnTo>
                      <a:pt x="19672" y="132786"/>
                    </a:lnTo>
                    <a:lnTo>
                      <a:pt x="19672" y="129508"/>
                    </a:lnTo>
                    <a:lnTo>
                      <a:pt x="18033" y="126229"/>
                    </a:lnTo>
                    <a:lnTo>
                      <a:pt x="19672" y="122950"/>
                    </a:lnTo>
                    <a:lnTo>
                      <a:pt x="18033" y="118032"/>
                    </a:lnTo>
                    <a:lnTo>
                      <a:pt x="19672" y="118032"/>
                    </a:lnTo>
                    <a:lnTo>
                      <a:pt x="19672" y="113114"/>
                    </a:lnTo>
                    <a:lnTo>
                      <a:pt x="19672" y="109835"/>
                    </a:lnTo>
                    <a:lnTo>
                      <a:pt x="19672" y="108196"/>
                    </a:lnTo>
                    <a:lnTo>
                      <a:pt x="18033" y="104917"/>
                    </a:lnTo>
                    <a:lnTo>
                      <a:pt x="16393" y="101639"/>
                    </a:lnTo>
                    <a:lnTo>
                      <a:pt x="16393" y="96721"/>
                    </a:lnTo>
                    <a:lnTo>
                      <a:pt x="14754" y="93442"/>
                    </a:lnTo>
                    <a:lnTo>
                      <a:pt x="13114" y="88524"/>
                    </a:lnTo>
                    <a:lnTo>
                      <a:pt x="13114" y="88524"/>
                    </a:lnTo>
                    <a:lnTo>
                      <a:pt x="13114" y="83606"/>
                    </a:lnTo>
                    <a:lnTo>
                      <a:pt x="9836" y="80327"/>
                    </a:lnTo>
                    <a:lnTo>
                      <a:pt x="9836" y="77049"/>
                    </a:lnTo>
                    <a:lnTo>
                      <a:pt x="8197" y="73770"/>
                    </a:lnTo>
                    <a:lnTo>
                      <a:pt x="8197" y="68852"/>
                    </a:lnTo>
                    <a:lnTo>
                      <a:pt x="6557" y="65573"/>
                    </a:lnTo>
                    <a:lnTo>
                      <a:pt x="6557" y="62295"/>
                    </a:lnTo>
                    <a:lnTo>
                      <a:pt x="4918" y="57377"/>
                    </a:lnTo>
                    <a:lnTo>
                      <a:pt x="3279" y="54098"/>
                    </a:lnTo>
                    <a:lnTo>
                      <a:pt x="3279" y="50820"/>
                    </a:lnTo>
                    <a:lnTo>
                      <a:pt x="3279" y="45901"/>
                    </a:lnTo>
                    <a:lnTo>
                      <a:pt x="3279" y="42623"/>
                    </a:lnTo>
                    <a:lnTo>
                      <a:pt x="3279" y="42623"/>
                    </a:lnTo>
                    <a:lnTo>
                      <a:pt x="3279" y="40983"/>
                    </a:lnTo>
                    <a:lnTo>
                      <a:pt x="3279" y="39344"/>
                    </a:lnTo>
                    <a:lnTo>
                      <a:pt x="0" y="3606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22" name="Freeform 4021">
                <a:extLst>
                  <a:ext uri="{FF2B5EF4-FFF2-40B4-BE49-F238E27FC236}">
                    <a16:creationId xmlns:a16="http://schemas.microsoft.com/office/drawing/2014/main" id="{EACC1D01-6CDF-CC43-AE89-6B4E5EEFD214}"/>
                  </a:ext>
                </a:extLst>
              </p:cNvPr>
              <p:cNvSpPr/>
              <p:nvPr/>
            </p:nvSpPr>
            <p:spPr>
              <a:xfrm>
                <a:off x="3097653" y="6424722"/>
                <a:ext cx="118032" cy="104917"/>
              </a:xfrm>
              <a:custGeom>
                <a:avLst/>
                <a:gdLst>
                  <a:gd name="connsiteX0" fmla="*/ 24590 w 118032"/>
                  <a:gd name="connsiteY0" fmla="*/ 36066 h 104917"/>
                  <a:gd name="connsiteX1" fmla="*/ 22951 w 118032"/>
                  <a:gd name="connsiteY1" fmla="*/ 31147 h 104917"/>
                  <a:gd name="connsiteX2" fmla="*/ 22951 w 118032"/>
                  <a:gd name="connsiteY2" fmla="*/ 27869 h 104917"/>
                  <a:gd name="connsiteX3" fmla="*/ 19672 w 118032"/>
                  <a:gd name="connsiteY3" fmla="*/ 24590 h 104917"/>
                  <a:gd name="connsiteX4" fmla="*/ 21311 w 118032"/>
                  <a:gd name="connsiteY4" fmla="*/ 19672 h 104917"/>
                  <a:gd name="connsiteX5" fmla="*/ 22951 w 118032"/>
                  <a:gd name="connsiteY5" fmla="*/ 24590 h 104917"/>
                  <a:gd name="connsiteX6" fmla="*/ 27869 w 118032"/>
                  <a:gd name="connsiteY6" fmla="*/ 22951 h 104917"/>
                  <a:gd name="connsiteX7" fmla="*/ 29508 w 118032"/>
                  <a:gd name="connsiteY7" fmla="*/ 19672 h 104917"/>
                  <a:gd name="connsiteX8" fmla="*/ 26229 w 118032"/>
                  <a:gd name="connsiteY8" fmla="*/ 18033 h 104917"/>
                  <a:gd name="connsiteX9" fmla="*/ 21311 w 118032"/>
                  <a:gd name="connsiteY9" fmla="*/ 14754 h 104917"/>
                  <a:gd name="connsiteX10" fmla="*/ 18033 w 118032"/>
                  <a:gd name="connsiteY10" fmla="*/ 13115 h 104917"/>
                  <a:gd name="connsiteX11" fmla="*/ 21311 w 118032"/>
                  <a:gd name="connsiteY11" fmla="*/ 11476 h 104917"/>
                  <a:gd name="connsiteX12" fmla="*/ 24590 w 118032"/>
                  <a:gd name="connsiteY12" fmla="*/ 11476 h 104917"/>
                  <a:gd name="connsiteX13" fmla="*/ 29508 w 118032"/>
                  <a:gd name="connsiteY13" fmla="*/ 14754 h 104917"/>
                  <a:gd name="connsiteX14" fmla="*/ 31147 w 118032"/>
                  <a:gd name="connsiteY14" fmla="*/ 14754 h 104917"/>
                  <a:gd name="connsiteX15" fmla="*/ 34426 w 118032"/>
                  <a:gd name="connsiteY15" fmla="*/ 13115 h 104917"/>
                  <a:gd name="connsiteX16" fmla="*/ 37705 w 118032"/>
                  <a:gd name="connsiteY16" fmla="*/ 13115 h 104917"/>
                  <a:gd name="connsiteX17" fmla="*/ 37705 w 118032"/>
                  <a:gd name="connsiteY17" fmla="*/ 11476 h 104917"/>
                  <a:gd name="connsiteX18" fmla="*/ 39344 w 118032"/>
                  <a:gd name="connsiteY18" fmla="*/ 8197 h 104917"/>
                  <a:gd name="connsiteX19" fmla="*/ 37705 w 118032"/>
                  <a:gd name="connsiteY19" fmla="*/ 4918 h 104917"/>
                  <a:gd name="connsiteX20" fmla="*/ 40983 w 118032"/>
                  <a:gd name="connsiteY20" fmla="*/ 1639 h 104917"/>
                  <a:gd name="connsiteX21" fmla="*/ 40983 w 118032"/>
                  <a:gd name="connsiteY21" fmla="*/ 0 h 104917"/>
                  <a:gd name="connsiteX22" fmla="*/ 44262 w 118032"/>
                  <a:gd name="connsiteY22" fmla="*/ 1639 h 104917"/>
                  <a:gd name="connsiteX23" fmla="*/ 49180 w 118032"/>
                  <a:gd name="connsiteY23" fmla="*/ 4918 h 104917"/>
                  <a:gd name="connsiteX24" fmla="*/ 52459 w 118032"/>
                  <a:gd name="connsiteY24" fmla="*/ 8197 h 104917"/>
                  <a:gd name="connsiteX25" fmla="*/ 55737 w 118032"/>
                  <a:gd name="connsiteY25" fmla="*/ 9836 h 104917"/>
                  <a:gd name="connsiteX26" fmla="*/ 60655 w 118032"/>
                  <a:gd name="connsiteY26" fmla="*/ 8197 h 104917"/>
                  <a:gd name="connsiteX27" fmla="*/ 63934 w 118032"/>
                  <a:gd name="connsiteY27" fmla="*/ 4918 h 104917"/>
                  <a:gd name="connsiteX28" fmla="*/ 67213 w 118032"/>
                  <a:gd name="connsiteY28" fmla="*/ 4918 h 104917"/>
                  <a:gd name="connsiteX29" fmla="*/ 70491 w 118032"/>
                  <a:gd name="connsiteY29" fmla="*/ 6557 h 104917"/>
                  <a:gd name="connsiteX30" fmla="*/ 70491 w 118032"/>
                  <a:gd name="connsiteY30" fmla="*/ 6557 h 104917"/>
                  <a:gd name="connsiteX31" fmla="*/ 72131 w 118032"/>
                  <a:gd name="connsiteY31" fmla="*/ 8197 h 104917"/>
                  <a:gd name="connsiteX32" fmla="*/ 73770 w 118032"/>
                  <a:gd name="connsiteY32" fmla="*/ 9836 h 104917"/>
                  <a:gd name="connsiteX33" fmla="*/ 75409 w 118032"/>
                  <a:gd name="connsiteY33" fmla="*/ 13115 h 104917"/>
                  <a:gd name="connsiteX34" fmla="*/ 77049 w 118032"/>
                  <a:gd name="connsiteY34" fmla="*/ 16393 h 104917"/>
                  <a:gd name="connsiteX35" fmla="*/ 78688 w 118032"/>
                  <a:gd name="connsiteY35" fmla="*/ 19672 h 104917"/>
                  <a:gd name="connsiteX36" fmla="*/ 78688 w 118032"/>
                  <a:gd name="connsiteY36" fmla="*/ 22951 h 104917"/>
                  <a:gd name="connsiteX37" fmla="*/ 80327 w 118032"/>
                  <a:gd name="connsiteY37" fmla="*/ 22951 h 104917"/>
                  <a:gd name="connsiteX38" fmla="*/ 80327 w 118032"/>
                  <a:gd name="connsiteY38" fmla="*/ 24590 h 104917"/>
                  <a:gd name="connsiteX39" fmla="*/ 81967 w 118032"/>
                  <a:gd name="connsiteY39" fmla="*/ 27869 h 104917"/>
                  <a:gd name="connsiteX40" fmla="*/ 83606 w 118032"/>
                  <a:gd name="connsiteY40" fmla="*/ 31147 h 104917"/>
                  <a:gd name="connsiteX41" fmla="*/ 85245 w 118032"/>
                  <a:gd name="connsiteY41" fmla="*/ 36066 h 104917"/>
                  <a:gd name="connsiteX42" fmla="*/ 85245 w 118032"/>
                  <a:gd name="connsiteY42" fmla="*/ 36066 h 104917"/>
                  <a:gd name="connsiteX43" fmla="*/ 86885 w 118032"/>
                  <a:gd name="connsiteY43" fmla="*/ 39344 h 104917"/>
                  <a:gd name="connsiteX44" fmla="*/ 90164 w 118032"/>
                  <a:gd name="connsiteY44" fmla="*/ 44262 h 104917"/>
                  <a:gd name="connsiteX45" fmla="*/ 91803 w 118032"/>
                  <a:gd name="connsiteY45" fmla="*/ 47541 h 104917"/>
                  <a:gd name="connsiteX46" fmla="*/ 93442 w 118032"/>
                  <a:gd name="connsiteY46" fmla="*/ 50820 h 104917"/>
                  <a:gd name="connsiteX47" fmla="*/ 95081 w 118032"/>
                  <a:gd name="connsiteY47" fmla="*/ 55737 h 104917"/>
                  <a:gd name="connsiteX48" fmla="*/ 96721 w 118032"/>
                  <a:gd name="connsiteY48" fmla="*/ 59016 h 104917"/>
                  <a:gd name="connsiteX49" fmla="*/ 98360 w 118032"/>
                  <a:gd name="connsiteY49" fmla="*/ 62295 h 104917"/>
                  <a:gd name="connsiteX50" fmla="*/ 99999 w 118032"/>
                  <a:gd name="connsiteY50" fmla="*/ 65573 h 104917"/>
                  <a:gd name="connsiteX51" fmla="*/ 101639 w 118032"/>
                  <a:gd name="connsiteY51" fmla="*/ 68852 h 104917"/>
                  <a:gd name="connsiteX52" fmla="*/ 103278 w 118032"/>
                  <a:gd name="connsiteY52" fmla="*/ 72131 h 104917"/>
                  <a:gd name="connsiteX53" fmla="*/ 104917 w 118032"/>
                  <a:gd name="connsiteY53" fmla="*/ 77049 h 104917"/>
                  <a:gd name="connsiteX54" fmla="*/ 106557 w 118032"/>
                  <a:gd name="connsiteY54" fmla="*/ 80327 h 104917"/>
                  <a:gd name="connsiteX55" fmla="*/ 109836 w 118032"/>
                  <a:gd name="connsiteY55" fmla="*/ 83606 h 104917"/>
                  <a:gd name="connsiteX56" fmla="*/ 109836 w 118032"/>
                  <a:gd name="connsiteY56" fmla="*/ 86885 h 104917"/>
                  <a:gd name="connsiteX57" fmla="*/ 111475 w 118032"/>
                  <a:gd name="connsiteY57" fmla="*/ 86885 h 104917"/>
                  <a:gd name="connsiteX58" fmla="*/ 113114 w 118032"/>
                  <a:gd name="connsiteY58" fmla="*/ 91803 h 104917"/>
                  <a:gd name="connsiteX59" fmla="*/ 114754 w 118032"/>
                  <a:gd name="connsiteY59" fmla="*/ 95082 h 104917"/>
                  <a:gd name="connsiteX60" fmla="*/ 116393 w 118032"/>
                  <a:gd name="connsiteY60" fmla="*/ 98360 h 104917"/>
                  <a:gd name="connsiteX61" fmla="*/ 116393 w 118032"/>
                  <a:gd name="connsiteY61" fmla="*/ 98360 h 104917"/>
                  <a:gd name="connsiteX62" fmla="*/ 118032 w 118032"/>
                  <a:gd name="connsiteY62" fmla="*/ 101639 h 104917"/>
                  <a:gd name="connsiteX63" fmla="*/ 114754 w 118032"/>
                  <a:gd name="connsiteY63" fmla="*/ 100000 h 104917"/>
                  <a:gd name="connsiteX64" fmla="*/ 109836 w 118032"/>
                  <a:gd name="connsiteY64" fmla="*/ 98360 h 104917"/>
                  <a:gd name="connsiteX65" fmla="*/ 106557 w 118032"/>
                  <a:gd name="connsiteY65" fmla="*/ 96721 h 104917"/>
                  <a:gd name="connsiteX66" fmla="*/ 109836 w 118032"/>
                  <a:gd name="connsiteY66" fmla="*/ 100000 h 104917"/>
                  <a:gd name="connsiteX67" fmla="*/ 113114 w 118032"/>
                  <a:gd name="connsiteY67" fmla="*/ 101639 h 104917"/>
                  <a:gd name="connsiteX68" fmla="*/ 109836 w 118032"/>
                  <a:gd name="connsiteY68" fmla="*/ 104917 h 104917"/>
                  <a:gd name="connsiteX69" fmla="*/ 106557 w 118032"/>
                  <a:gd name="connsiteY69" fmla="*/ 104917 h 104917"/>
                  <a:gd name="connsiteX70" fmla="*/ 103278 w 118032"/>
                  <a:gd name="connsiteY70" fmla="*/ 104917 h 104917"/>
                  <a:gd name="connsiteX71" fmla="*/ 98360 w 118032"/>
                  <a:gd name="connsiteY71" fmla="*/ 103279 h 104917"/>
                  <a:gd name="connsiteX72" fmla="*/ 95081 w 118032"/>
                  <a:gd name="connsiteY72" fmla="*/ 101639 h 104917"/>
                  <a:gd name="connsiteX73" fmla="*/ 91803 w 118032"/>
                  <a:gd name="connsiteY73" fmla="*/ 101639 h 104917"/>
                  <a:gd name="connsiteX74" fmla="*/ 86885 w 118032"/>
                  <a:gd name="connsiteY74" fmla="*/ 100000 h 104917"/>
                  <a:gd name="connsiteX75" fmla="*/ 83606 w 118032"/>
                  <a:gd name="connsiteY75" fmla="*/ 98360 h 104917"/>
                  <a:gd name="connsiteX76" fmla="*/ 81967 w 118032"/>
                  <a:gd name="connsiteY76" fmla="*/ 95082 h 104917"/>
                  <a:gd name="connsiteX77" fmla="*/ 78688 w 118032"/>
                  <a:gd name="connsiteY77" fmla="*/ 96721 h 104917"/>
                  <a:gd name="connsiteX78" fmla="*/ 75409 w 118032"/>
                  <a:gd name="connsiteY78" fmla="*/ 98360 h 104917"/>
                  <a:gd name="connsiteX79" fmla="*/ 72131 w 118032"/>
                  <a:gd name="connsiteY79" fmla="*/ 95082 h 104917"/>
                  <a:gd name="connsiteX80" fmla="*/ 70491 w 118032"/>
                  <a:gd name="connsiteY80" fmla="*/ 95082 h 104917"/>
                  <a:gd name="connsiteX81" fmla="*/ 70491 w 118032"/>
                  <a:gd name="connsiteY81" fmla="*/ 96721 h 104917"/>
                  <a:gd name="connsiteX82" fmla="*/ 73770 w 118032"/>
                  <a:gd name="connsiteY82" fmla="*/ 100000 h 104917"/>
                  <a:gd name="connsiteX83" fmla="*/ 68852 w 118032"/>
                  <a:gd name="connsiteY83" fmla="*/ 98360 h 104917"/>
                  <a:gd name="connsiteX84" fmla="*/ 65573 w 118032"/>
                  <a:gd name="connsiteY84" fmla="*/ 100000 h 104917"/>
                  <a:gd name="connsiteX85" fmla="*/ 62295 w 118032"/>
                  <a:gd name="connsiteY85" fmla="*/ 98360 h 104917"/>
                  <a:gd name="connsiteX86" fmla="*/ 62295 w 118032"/>
                  <a:gd name="connsiteY86" fmla="*/ 95082 h 104917"/>
                  <a:gd name="connsiteX87" fmla="*/ 60655 w 118032"/>
                  <a:gd name="connsiteY87" fmla="*/ 98360 h 104917"/>
                  <a:gd name="connsiteX88" fmla="*/ 57377 w 118032"/>
                  <a:gd name="connsiteY88" fmla="*/ 98360 h 104917"/>
                  <a:gd name="connsiteX89" fmla="*/ 52459 w 118032"/>
                  <a:gd name="connsiteY89" fmla="*/ 96721 h 104917"/>
                  <a:gd name="connsiteX90" fmla="*/ 49180 w 118032"/>
                  <a:gd name="connsiteY90" fmla="*/ 100000 h 104917"/>
                  <a:gd name="connsiteX91" fmla="*/ 45901 w 118032"/>
                  <a:gd name="connsiteY91" fmla="*/ 98360 h 104917"/>
                  <a:gd name="connsiteX92" fmla="*/ 49180 w 118032"/>
                  <a:gd name="connsiteY92" fmla="*/ 96721 h 104917"/>
                  <a:gd name="connsiteX93" fmla="*/ 52459 w 118032"/>
                  <a:gd name="connsiteY93" fmla="*/ 93442 h 104917"/>
                  <a:gd name="connsiteX94" fmla="*/ 49180 w 118032"/>
                  <a:gd name="connsiteY94" fmla="*/ 91803 h 104917"/>
                  <a:gd name="connsiteX95" fmla="*/ 45901 w 118032"/>
                  <a:gd name="connsiteY95" fmla="*/ 95082 h 104917"/>
                  <a:gd name="connsiteX96" fmla="*/ 42623 w 118032"/>
                  <a:gd name="connsiteY96" fmla="*/ 96721 h 104917"/>
                  <a:gd name="connsiteX97" fmla="*/ 37705 w 118032"/>
                  <a:gd name="connsiteY97" fmla="*/ 96721 h 104917"/>
                  <a:gd name="connsiteX98" fmla="*/ 37705 w 118032"/>
                  <a:gd name="connsiteY98" fmla="*/ 93442 h 104917"/>
                  <a:gd name="connsiteX99" fmla="*/ 34426 w 118032"/>
                  <a:gd name="connsiteY99" fmla="*/ 90164 h 104917"/>
                  <a:gd name="connsiteX100" fmla="*/ 32787 w 118032"/>
                  <a:gd name="connsiteY100" fmla="*/ 93442 h 104917"/>
                  <a:gd name="connsiteX101" fmla="*/ 29508 w 118032"/>
                  <a:gd name="connsiteY101" fmla="*/ 93442 h 104917"/>
                  <a:gd name="connsiteX102" fmla="*/ 26229 w 118032"/>
                  <a:gd name="connsiteY102" fmla="*/ 90164 h 104917"/>
                  <a:gd name="connsiteX103" fmla="*/ 22951 w 118032"/>
                  <a:gd name="connsiteY103" fmla="*/ 86885 h 104917"/>
                  <a:gd name="connsiteX104" fmla="*/ 24590 w 118032"/>
                  <a:gd name="connsiteY104" fmla="*/ 90164 h 104917"/>
                  <a:gd name="connsiteX105" fmla="*/ 21311 w 118032"/>
                  <a:gd name="connsiteY105" fmla="*/ 91803 h 104917"/>
                  <a:gd name="connsiteX106" fmla="*/ 18033 w 118032"/>
                  <a:gd name="connsiteY106" fmla="*/ 91803 h 104917"/>
                  <a:gd name="connsiteX107" fmla="*/ 13114 w 118032"/>
                  <a:gd name="connsiteY107" fmla="*/ 90164 h 104917"/>
                  <a:gd name="connsiteX108" fmla="*/ 9836 w 118032"/>
                  <a:gd name="connsiteY108" fmla="*/ 90164 h 104917"/>
                  <a:gd name="connsiteX109" fmla="*/ 6557 w 118032"/>
                  <a:gd name="connsiteY109" fmla="*/ 91803 h 104917"/>
                  <a:gd name="connsiteX110" fmla="*/ 4918 w 118032"/>
                  <a:gd name="connsiteY110" fmla="*/ 88524 h 104917"/>
                  <a:gd name="connsiteX111" fmla="*/ 0 w 118032"/>
                  <a:gd name="connsiteY111" fmla="*/ 85246 h 104917"/>
                  <a:gd name="connsiteX112" fmla="*/ 4918 w 118032"/>
                  <a:gd name="connsiteY112" fmla="*/ 85246 h 104917"/>
                  <a:gd name="connsiteX113" fmla="*/ 8197 w 118032"/>
                  <a:gd name="connsiteY113" fmla="*/ 86885 h 104917"/>
                  <a:gd name="connsiteX114" fmla="*/ 11475 w 118032"/>
                  <a:gd name="connsiteY114" fmla="*/ 88524 h 104917"/>
                  <a:gd name="connsiteX115" fmla="*/ 9836 w 118032"/>
                  <a:gd name="connsiteY115" fmla="*/ 85246 h 104917"/>
                  <a:gd name="connsiteX116" fmla="*/ 6557 w 118032"/>
                  <a:gd name="connsiteY116" fmla="*/ 83606 h 104917"/>
                  <a:gd name="connsiteX117" fmla="*/ 9836 w 118032"/>
                  <a:gd name="connsiteY117" fmla="*/ 83606 h 104917"/>
                  <a:gd name="connsiteX118" fmla="*/ 14754 w 118032"/>
                  <a:gd name="connsiteY118" fmla="*/ 86885 h 104917"/>
                  <a:gd name="connsiteX119" fmla="*/ 11475 w 118032"/>
                  <a:gd name="connsiteY119" fmla="*/ 81967 h 104917"/>
                  <a:gd name="connsiteX120" fmla="*/ 14754 w 118032"/>
                  <a:gd name="connsiteY120" fmla="*/ 83606 h 104917"/>
                  <a:gd name="connsiteX121" fmla="*/ 19672 w 118032"/>
                  <a:gd name="connsiteY121" fmla="*/ 83606 h 104917"/>
                  <a:gd name="connsiteX122" fmla="*/ 22951 w 118032"/>
                  <a:gd name="connsiteY122" fmla="*/ 81967 h 104917"/>
                  <a:gd name="connsiteX123" fmla="*/ 26229 w 118032"/>
                  <a:gd name="connsiteY123" fmla="*/ 83606 h 104917"/>
                  <a:gd name="connsiteX124" fmla="*/ 31147 w 118032"/>
                  <a:gd name="connsiteY124" fmla="*/ 86885 h 104917"/>
                  <a:gd name="connsiteX125" fmla="*/ 34426 w 118032"/>
                  <a:gd name="connsiteY125" fmla="*/ 81967 h 104917"/>
                  <a:gd name="connsiteX126" fmla="*/ 32787 w 118032"/>
                  <a:gd name="connsiteY126" fmla="*/ 78688 h 104917"/>
                  <a:gd name="connsiteX127" fmla="*/ 36065 w 118032"/>
                  <a:gd name="connsiteY127" fmla="*/ 78688 h 104917"/>
                  <a:gd name="connsiteX128" fmla="*/ 40983 w 118032"/>
                  <a:gd name="connsiteY128" fmla="*/ 78688 h 104917"/>
                  <a:gd name="connsiteX129" fmla="*/ 40983 w 118032"/>
                  <a:gd name="connsiteY129" fmla="*/ 81967 h 104917"/>
                  <a:gd name="connsiteX130" fmla="*/ 42623 w 118032"/>
                  <a:gd name="connsiteY130" fmla="*/ 86885 h 104917"/>
                  <a:gd name="connsiteX131" fmla="*/ 42623 w 118032"/>
                  <a:gd name="connsiteY131" fmla="*/ 90164 h 104917"/>
                  <a:gd name="connsiteX132" fmla="*/ 45901 w 118032"/>
                  <a:gd name="connsiteY132" fmla="*/ 90164 h 104917"/>
                  <a:gd name="connsiteX133" fmla="*/ 42623 w 118032"/>
                  <a:gd name="connsiteY133" fmla="*/ 86885 h 104917"/>
                  <a:gd name="connsiteX134" fmla="*/ 42623 w 118032"/>
                  <a:gd name="connsiteY134" fmla="*/ 81967 h 104917"/>
                  <a:gd name="connsiteX135" fmla="*/ 47541 w 118032"/>
                  <a:gd name="connsiteY135" fmla="*/ 83606 h 104917"/>
                  <a:gd name="connsiteX136" fmla="*/ 50819 w 118032"/>
                  <a:gd name="connsiteY136" fmla="*/ 85246 h 104917"/>
                  <a:gd name="connsiteX137" fmla="*/ 55737 w 118032"/>
                  <a:gd name="connsiteY137" fmla="*/ 86885 h 104917"/>
                  <a:gd name="connsiteX138" fmla="*/ 59016 w 118032"/>
                  <a:gd name="connsiteY138" fmla="*/ 88524 h 104917"/>
                  <a:gd name="connsiteX139" fmla="*/ 62295 w 118032"/>
                  <a:gd name="connsiteY139" fmla="*/ 86885 h 104917"/>
                  <a:gd name="connsiteX140" fmla="*/ 59016 w 118032"/>
                  <a:gd name="connsiteY140" fmla="*/ 85246 h 104917"/>
                  <a:gd name="connsiteX141" fmla="*/ 54098 w 118032"/>
                  <a:gd name="connsiteY141" fmla="*/ 83606 h 104917"/>
                  <a:gd name="connsiteX142" fmla="*/ 50819 w 118032"/>
                  <a:gd name="connsiteY142" fmla="*/ 83606 h 104917"/>
                  <a:gd name="connsiteX143" fmla="*/ 47541 w 118032"/>
                  <a:gd name="connsiteY143" fmla="*/ 80327 h 104917"/>
                  <a:gd name="connsiteX144" fmla="*/ 42623 w 118032"/>
                  <a:gd name="connsiteY144" fmla="*/ 77049 h 104917"/>
                  <a:gd name="connsiteX145" fmla="*/ 39344 w 118032"/>
                  <a:gd name="connsiteY145" fmla="*/ 75410 h 104917"/>
                  <a:gd name="connsiteX146" fmla="*/ 36065 w 118032"/>
                  <a:gd name="connsiteY146" fmla="*/ 75410 h 104917"/>
                  <a:gd name="connsiteX147" fmla="*/ 32787 w 118032"/>
                  <a:gd name="connsiteY147" fmla="*/ 75410 h 104917"/>
                  <a:gd name="connsiteX148" fmla="*/ 29508 w 118032"/>
                  <a:gd name="connsiteY148" fmla="*/ 70492 h 104917"/>
                  <a:gd name="connsiteX149" fmla="*/ 32787 w 118032"/>
                  <a:gd name="connsiteY149" fmla="*/ 72131 h 104917"/>
                  <a:gd name="connsiteX150" fmla="*/ 36065 w 118032"/>
                  <a:gd name="connsiteY150" fmla="*/ 72131 h 104917"/>
                  <a:gd name="connsiteX151" fmla="*/ 39344 w 118032"/>
                  <a:gd name="connsiteY151" fmla="*/ 73770 h 104917"/>
                  <a:gd name="connsiteX152" fmla="*/ 44262 w 118032"/>
                  <a:gd name="connsiteY152" fmla="*/ 75410 h 104917"/>
                  <a:gd name="connsiteX153" fmla="*/ 47541 w 118032"/>
                  <a:gd name="connsiteY153" fmla="*/ 77049 h 104917"/>
                  <a:gd name="connsiteX154" fmla="*/ 50819 w 118032"/>
                  <a:gd name="connsiteY154" fmla="*/ 78688 h 104917"/>
                  <a:gd name="connsiteX155" fmla="*/ 55737 w 118032"/>
                  <a:gd name="connsiteY155" fmla="*/ 80327 h 104917"/>
                  <a:gd name="connsiteX156" fmla="*/ 59016 w 118032"/>
                  <a:gd name="connsiteY156" fmla="*/ 81967 h 104917"/>
                  <a:gd name="connsiteX157" fmla="*/ 55737 w 118032"/>
                  <a:gd name="connsiteY157" fmla="*/ 78688 h 104917"/>
                  <a:gd name="connsiteX158" fmla="*/ 59016 w 118032"/>
                  <a:gd name="connsiteY158" fmla="*/ 75410 h 104917"/>
                  <a:gd name="connsiteX159" fmla="*/ 60655 w 118032"/>
                  <a:gd name="connsiteY159" fmla="*/ 77049 h 104917"/>
                  <a:gd name="connsiteX160" fmla="*/ 63934 w 118032"/>
                  <a:gd name="connsiteY160" fmla="*/ 80327 h 104917"/>
                  <a:gd name="connsiteX161" fmla="*/ 67213 w 118032"/>
                  <a:gd name="connsiteY161" fmla="*/ 81967 h 104917"/>
                  <a:gd name="connsiteX162" fmla="*/ 72131 w 118032"/>
                  <a:gd name="connsiteY162" fmla="*/ 85246 h 104917"/>
                  <a:gd name="connsiteX163" fmla="*/ 68852 w 118032"/>
                  <a:gd name="connsiteY163" fmla="*/ 80327 h 104917"/>
                  <a:gd name="connsiteX164" fmla="*/ 65573 w 118032"/>
                  <a:gd name="connsiteY164" fmla="*/ 78688 h 104917"/>
                  <a:gd name="connsiteX165" fmla="*/ 68852 w 118032"/>
                  <a:gd name="connsiteY165" fmla="*/ 77049 h 104917"/>
                  <a:gd name="connsiteX166" fmla="*/ 73770 w 118032"/>
                  <a:gd name="connsiteY166" fmla="*/ 78688 h 104917"/>
                  <a:gd name="connsiteX167" fmla="*/ 77049 w 118032"/>
                  <a:gd name="connsiteY167" fmla="*/ 81967 h 104917"/>
                  <a:gd name="connsiteX168" fmla="*/ 80327 w 118032"/>
                  <a:gd name="connsiteY168" fmla="*/ 80327 h 104917"/>
                  <a:gd name="connsiteX169" fmla="*/ 83606 w 118032"/>
                  <a:gd name="connsiteY169" fmla="*/ 81967 h 104917"/>
                  <a:gd name="connsiteX170" fmla="*/ 88524 w 118032"/>
                  <a:gd name="connsiteY170" fmla="*/ 83606 h 104917"/>
                  <a:gd name="connsiteX171" fmla="*/ 88524 w 118032"/>
                  <a:gd name="connsiteY171" fmla="*/ 86885 h 104917"/>
                  <a:gd name="connsiteX172" fmla="*/ 86885 w 118032"/>
                  <a:gd name="connsiteY172" fmla="*/ 90164 h 104917"/>
                  <a:gd name="connsiteX173" fmla="*/ 90164 w 118032"/>
                  <a:gd name="connsiteY173" fmla="*/ 86885 h 104917"/>
                  <a:gd name="connsiteX174" fmla="*/ 93442 w 118032"/>
                  <a:gd name="connsiteY174" fmla="*/ 88524 h 104917"/>
                  <a:gd name="connsiteX175" fmla="*/ 91803 w 118032"/>
                  <a:gd name="connsiteY175" fmla="*/ 85246 h 104917"/>
                  <a:gd name="connsiteX176" fmla="*/ 95081 w 118032"/>
                  <a:gd name="connsiteY176" fmla="*/ 83606 h 104917"/>
                  <a:gd name="connsiteX177" fmla="*/ 96721 w 118032"/>
                  <a:gd name="connsiteY177" fmla="*/ 83606 h 104917"/>
                  <a:gd name="connsiteX178" fmla="*/ 93442 w 118032"/>
                  <a:gd name="connsiteY178" fmla="*/ 81967 h 104917"/>
                  <a:gd name="connsiteX179" fmla="*/ 90164 w 118032"/>
                  <a:gd name="connsiteY179" fmla="*/ 80327 h 104917"/>
                  <a:gd name="connsiteX180" fmla="*/ 86885 w 118032"/>
                  <a:gd name="connsiteY180" fmla="*/ 78688 h 104917"/>
                  <a:gd name="connsiteX181" fmla="*/ 81967 w 118032"/>
                  <a:gd name="connsiteY181" fmla="*/ 77049 h 104917"/>
                  <a:gd name="connsiteX182" fmla="*/ 78688 w 118032"/>
                  <a:gd name="connsiteY182" fmla="*/ 77049 h 104917"/>
                  <a:gd name="connsiteX183" fmla="*/ 73770 w 118032"/>
                  <a:gd name="connsiteY183" fmla="*/ 75410 h 104917"/>
                  <a:gd name="connsiteX184" fmla="*/ 70491 w 118032"/>
                  <a:gd name="connsiteY184" fmla="*/ 73770 h 104917"/>
                  <a:gd name="connsiteX185" fmla="*/ 67213 w 118032"/>
                  <a:gd name="connsiteY185" fmla="*/ 72131 h 104917"/>
                  <a:gd name="connsiteX186" fmla="*/ 63934 w 118032"/>
                  <a:gd name="connsiteY186" fmla="*/ 72131 h 104917"/>
                  <a:gd name="connsiteX187" fmla="*/ 59016 w 118032"/>
                  <a:gd name="connsiteY187" fmla="*/ 70492 h 104917"/>
                  <a:gd name="connsiteX188" fmla="*/ 57377 w 118032"/>
                  <a:gd name="connsiteY188" fmla="*/ 68852 h 104917"/>
                  <a:gd name="connsiteX189" fmla="*/ 54098 w 118032"/>
                  <a:gd name="connsiteY189" fmla="*/ 67213 h 104917"/>
                  <a:gd name="connsiteX190" fmla="*/ 50819 w 118032"/>
                  <a:gd name="connsiteY190" fmla="*/ 63934 h 104917"/>
                  <a:gd name="connsiteX191" fmla="*/ 47541 w 118032"/>
                  <a:gd name="connsiteY191" fmla="*/ 59016 h 104917"/>
                  <a:gd name="connsiteX192" fmla="*/ 44262 w 118032"/>
                  <a:gd name="connsiteY192" fmla="*/ 55737 h 104917"/>
                  <a:gd name="connsiteX193" fmla="*/ 47541 w 118032"/>
                  <a:gd name="connsiteY193" fmla="*/ 52459 h 104917"/>
                  <a:gd name="connsiteX194" fmla="*/ 49180 w 118032"/>
                  <a:gd name="connsiteY194" fmla="*/ 52459 h 104917"/>
                  <a:gd name="connsiteX195" fmla="*/ 52459 w 118032"/>
                  <a:gd name="connsiteY195" fmla="*/ 50820 h 104917"/>
                  <a:gd name="connsiteX196" fmla="*/ 55737 w 118032"/>
                  <a:gd name="connsiteY196" fmla="*/ 49180 h 104917"/>
                  <a:gd name="connsiteX197" fmla="*/ 60655 w 118032"/>
                  <a:gd name="connsiteY197" fmla="*/ 47541 h 104917"/>
                  <a:gd name="connsiteX198" fmla="*/ 63934 w 118032"/>
                  <a:gd name="connsiteY198" fmla="*/ 44262 h 104917"/>
                  <a:gd name="connsiteX199" fmla="*/ 63934 w 118032"/>
                  <a:gd name="connsiteY199" fmla="*/ 40983 h 104917"/>
                  <a:gd name="connsiteX200" fmla="*/ 62295 w 118032"/>
                  <a:gd name="connsiteY200" fmla="*/ 37705 h 104917"/>
                  <a:gd name="connsiteX201" fmla="*/ 59016 w 118032"/>
                  <a:gd name="connsiteY201" fmla="*/ 36066 h 104917"/>
                  <a:gd name="connsiteX202" fmla="*/ 55737 w 118032"/>
                  <a:gd name="connsiteY202" fmla="*/ 36066 h 104917"/>
                  <a:gd name="connsiteX203" fmla="*/ 50819 w 118032"/>
                  <a:gd name="connsiteY203" fmla="*/ 36066 h 104917"/>
                  <a:gd name="connsiteX204" fmla="*/ 47541 w 118032"/>
                  <a:gd name="connsiteY204" fmla="*/ 37705 h 104917"/>
                  <a:gd name="connsiteX205" fmla="*/ 44262 w 118032"/>
                  <a:gd name="connsiteY205" fmla="*/ 37705 h 104917"/>
                  <a:gd name="connsiteX206" fmla="*/ 42623 w 118032"/>
                  <a:gd name="connsiteY206" fmla="*/ 39344 h 104917"/>
                  <a:gd name="connsiteX207" fmla="*/ 39344 w 118032"/>
                  <a:gd name="connsiteY207" fmla="*/ 40983 h 104917"/>
                  <a:gd name="connsiteX208" fmla="*/ 34426 w 118032"/>
                  <a:gd name="connsiteY208" fmla="*/ 40983 h 104917"/>
                  <a:gd name="connsiteX209" fmla="*/ 31147 w 118032"/>
                  <a:gd name="connsiteY209" fmla="*/ 39344 h 104917"/>
                  <a:gd name="connsiteX210" fmla="*/ 27869 w 118032"/>
                  <a:gd name="connsiteY210" fmla="*/ 37705 h 104917"/>
                  <a:gd name="connsiteX211" fmla="*/ 24590 w 118032"/>
                  <a:gd name="connsiteY211" fmla="*/ 36066 h 10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118032" h="104917">
                    <a:moveTo>
                      <a:pt x="24590" y="36066"/>
                    </a:moveTo>
                    <a:lnTo>
                      <a:pt x="22951" y="31147"/>
                    </a:lnTo>
                    <a:lnTo>
                      <a:pt x="22951" y="27869"/>
                    </a:lnTo>
                    <a:lnTo>
                      <a:pt x="19672" y="24590"/>
                    </a:lnTo>
                    <a:lnTo>
                      <a:pt x="21311" y="19672"/>
                    </a:lnTo>
                    <a:lnTo>
                      <a:pt x="22951" y="24590"/>
                    </a:lnTo>
                    <a:lnTo>
                      <a:pt x="27869" y="22951"/>
                    </a:lnTo>
                    <a:lnTo>
                      <a:pt x="29508" y="19672"/>
                    </a:lnTo>
                    <a:lnTo>
                      <a:pt x="26229" y="18033"/>
                    </a:lnTo>
                    <a:lnTo>
                      <a:pt x="21311" y="14754"/>
                    </a:lnTo>
                    <a:lnTo>
                      <a:pt x="18033" y="13115"/>
                    </a:lnTo>
                    <a:lnTo>
                      <a:pt x="21311" y="11476"/>
                    </a:lnTo>
                    <a:lnTo>
                      <a:pt x="24590" y="11476"/>
                    </a:lnTo>
                    <a:lnTo>
                      <a:pt x="29508" y="14754"/>
                    </a:lnTo>
                    <a:lnTo>
                      <a:pt x="31147" y="14754"/>
                    </a:lnTo>
                    <a:lnTo>
                      <a:pt x="34426" y="13115"/>
                    </a:lnTo>
                    <a:lnTo>
                      <a:pt x="37705" y="13115"/>
                    </a:lnTo>
                    <a:lnTo>
                      <a:pt x="37705" y="11476"/>
                    </a:lnTo>
                    <a:lnTo>
                      <a:pt x="39344" y="8197"/>
                    </a:lnTo>
                    <a:lnTo>
                      <a:pt x="37705" y="4918"/>
                    </a:lnTo>
                    <a:lnTo>
                      <a:pt x="40983" y="1639"/>
                    </a:lnTo>
                    <a:lnTo>
                      <a:pt x="40983" y="0"/>
                    </a:lnTo>
                    <a:lnTo>
                      <a:pt x="44262" y="1639"/>
                    </a:lnTo>
                    <a:lnTo>
                      <a:pt x="49180" y="4918"/>
                    </a:lnTo>
                    <a:lnTo>
                      <a:pt x="52459" y="8197"/>
                    </a:lnTo>
                    <a:lnTo>
                      <a:pt x="55737" y="9836"/>
                    </a:lnTo>
                    <a:lnTo>
                      <a:pt x="60655" y="8197"/>
                    </a:lnTo>
                    <a:lnTo>
                      <a:pt x="63934" y="4918"/>
                    </a:lnTo>
                    <a:lnTo>
                      <a:pt x="67213" y="4918"/>
                    </a:lnTo>
                    <a:lnTo>
                      <a:pt x="70491" y="6557"/>
                    </a:lnTo>
                    <a:lnTo>
                      <a:pt x="70491" y="6557"/>
                    </a:lnTo>
                    <a:lnTo>
                      <a:pt x="72131" y="8197"/>
                    </a:lnTo>
                    <a:lnTo>
                      <a:pt x="73770" y="9836"/>
                    </a:lnTo>
                    <a:lnTo>
                      <a:pt x="75409" y="13115"/>
                    </a:lnTo>
                    <a:lnTo>
                      <a:pt x="77049" y="16393"/>
                    </a:lnTo>
                    <a:lnTo>
                      <a:pt x="78688" y="19672"/>
                    </a:lnTo>
                    <a:lnTo>
                      <a:pt x="78688" y="22951"/>
                    </a:lnTo>
                    <a:lnTo>
                      <a:pt x="80327" y="22951"/>
                    </a:lnTo>
                    <a:lnTo>
                      <a:pt x="80327" y="24590"/>
                    </a:lnTo>
                    <a:lnTo>
                      <a:pt x="81967" y="27869"/>
                    </a:lnTo>
                    <a:lnTo>
                      <a:pt x="83606" y="31147"/>
                    </a:lnTo>
                    <a:lnTo>
                      <a:pt x="85245" y="36066"/>
                    </a:lnTo>
                    <a:lnTo>
                      <a:pt x="85245" y="36066"/>
                    </a:lnTo>
                    <a:lnTo>
                      <a:pt x="86885" y="39344"/>
                    </a:lnTo>
                    <a:lnTo>
                      <a:pt x="90164" y="44262"/>
                    </a:lnTo>
                    <a:lnTo>
                      <a:pt x="91803" y="47541"/>
                    </a:lnTo>
                    <a:lnTo>
                      <a:pt x="93442" y="50820"/>
                    </a:lnTo>
                    <a:lnTo>
                      <a:pt x="95081" y="55737"/>
                    </a:lnTo>
                    <a:lnTo>
                      <a:pt x="96721" y="59016"/>
                    </a:lnTo>
                    <a:lnTo>
                      <a:pt x="98360" y="62295"/>
                    </a:lnTo>
                    <a:lnTo>
                      <a:pt x="99999" y="65573"/>
                    </a:lnTo>
                    <a:lnTo>
                      <a:pt x="101639" y="68852"/>
                    </a:lnTo>
                    <a:lnTo>
                      <a:pt x="103278" y="72131"/>
                    </a:lnTo>
                    <a:lnTo>
                      <a:pt x="104917" y="77049"/>
                    </a:lnTo>
                    <a:lnTo>
                      <a:pt x="106557" y="80327"/>
                    </a:lnTo>
                    <a:lnTo>
                      <a:pt x="109836" y="83606"/>
                    </a:lnTo>
                    <a:lnTo>
                      <a:pt x="109836" y="86885"/>
                    </a:lnTo>
                    <a:lnTo>
                      <a:pt x="111475" y="86885"/>
                    </a:lnTo>
                    <a:lnTo>
                      <a:pt x="113114" y="91803"/>
                    </a:lnTo>
                    <a:lnTo>
                      <a:pt x="114754" y="95082"/>
                    </a:lnTo>
                    <a:lnTo>
                      <a:pt x="116393" y="98360"/>
                    </a:lnTo>
                    <a:lnTo>
                      <a:pt x="116393" y="98360"/>
                    </a:lnTo>
                    <a:lnTo>
                      <a:pt x="118032" y="101639"/>
                    </a:lnTo>
                    <a:lnTo>
                      <a:pt x="114754" y="100000"/>
                    </a:lnTo>
                    <a:lnTo>
                      <a:pt x="109836" y="98360"/>
                    </a:lnTo>
                    <a:lnTo>
                      <a:pt x="106557" y="96721"/>
                    </a:lnTo>
                    <a:lnTo>
                      <a:pt x="109836" y="100000"/>
                    </a:lnTo>
                    <a:lnTo>
                      <a:pt x="113114" y="101639"/>
                    </a:lnTo>
                    <a:lnTo>
                      <a:pt x="109836" y="104917"/>
                    </a:lnTo>
                    <a:lnTo>
                      <a:pt x="106557" y="104917"/>
                    </a:lnTo>
                    <a:lnTo>
                      <a:pt x="103278" y="104917"/>
                    </a:lnTo>
                    <a:lnTo>
                      <a:pt x="98360" y="103279"/>
                    </a:lnTo>
                    <a:lnTo>
                      <a:pt x="95081" y="101639"/>
                    </a:lnTo>
                    <a:lnTo>
                      <a:pt x="91803" y="101639"/>
                    </a:lnTo>
                    <a:lnTo>
                      <a:pt x="86885" y="100000"/>
                    </a:lnTo>
                    <a:lnTo>
                      <a:pt x="83606" y="98360"/>
                    </a:lnTo>
                    <a:lnTo>
                      <a:pt x="81967" y="95082"/>
                    </a:lnTo>
                    <a:lnTo>
                      <a:pt x="78688" y="96721"/>
                    </a:lnTo>
                    <a:lnTo>
                      <a:pt x="75409" y="98360"/>
                    </a:lnTo>
                    <a:lnTo>
                      <a:pt x="72131" y="95082"/>
                    </a:lnTo>
                    <a:lnTo>
                      <a:pt x="70491" y="95082"/>
                    </a:lnTo>
                    <a:lnTo>
                      <a:pt x="70491" y="96721"/>
                    </a:lnTo>
                    <a:lnTo>
                      <a:pt x="73770" y="100000"/>
                    </a:lnTo>
                    <a:lnTo>
                      <a:pt x="68852" y="98360"/>
                    </a:lnTo>
                    <a:lnTo>
                      <a:pt x="65573" y="100000"/>
                    </a:lnTo>
                    <a:lnTo>
                      <a:pt x="62295" y="98360"/>
                    </a:lnTo>
                    <a:lnTo>
                      <a:pt x="62295" y="95082"/>
                    </a:lnTo>
                    <a:lnTo>
                      <a:pt x="60655" y="98360"/>
                    </a:lnTo>
                    <a:lnTo>
                      <a:pt x="57377" y="98360"/>
                    </a:lnTo>
                    <a:lnTo>
                      <a:pt x="52459" y="96721"/>
                    </a:lnTo>
                    <a:lnTo>
                      <a:pt x="49180" y="100000"/>
                    </a:lnTo>
                    <a:lnTo>
                      <a:pt x="45901" y="98360"/>
                    </a:lnTo>
                    <a:lnTo>
                      <a:pt x="49180" y="96721"/>
                    </a:lnTo>
                    <a:lnTo>
                      <a:pt x="52459" y="93442"/>
                    </a:lnTo>
                    <a:lnTo>
                      <a:pt x="49180" y="91803"/>
                    </a:lnTo>
                    <a:lnTo>
                      <a:pt x="45901" y="95082"/>
                    </a:lnTo>
                    <a:lnTo>
                      <a:pt x="42623" y="96721"/>
                    </a:lnTo>
                    <a:lnTo>
                      <a:pt x="37705" y="96721"/>
                    </a:lnTo>
                    <a:lnTo>
                      <a:pt x="37705" y="93442"/>
                    </a:lnTo>
                    <a:lnTo>
                      <a:pt x="34426" y="90164"/>
                    </a:lnTo>
                    <a:lnTo>
                      <a:pt x="32787" y="93442"/>
                    </a:lnTo>
                    <a:lnTo>
                      <a:pt x="29508" y="93442"/>
                    </a:lnTo>
                    <a:lnTo>
                      <a:pt x="26229" y="90164"/>
                    </a:lnTo>
                    <a:lnTo>
                      <a:pt x="22951" y="86885"/>
                    </a:lnTo>
                    <a:lnTo>
                      <a:pt x="24590" y="90164"/>
                    </a:lnTo>
                    <a:lnTo>
                      <a:pt x="21311" y="91803"/>
                    </a:lnTo>
                    <a:lnTo>
                      <a:pt x="18033" y="91803"/>
                    </a:lnTo>
                    <a:lnTo>
                      <a:pt x="13114" y="90164"/>
                    </a:lnTo>
                    <a:lnTo>
                      <a:pt x="9836" y="90164"/>
                    </a:lnTo>
                    <a:lnTo>
                      <a:pt x="6557" y="91803"/>
                    </a:lnTo>
                    <a:lnTo>
                      <a:pt x="4918" y="88524"/>
                    </a:lnTo>
                    <a:lnTo>
                      <a:pt x="0" y="85246"/>
                    </a:lnTo>
                    <a:lnTo>
                      <a:pt x="4918" y="85246"/>
                    </a:lnTo>
                    <a:lnTo>
                      <a:pt x="8197" y="86885"/>
                    </a:lnTo>
                    <a:lnTo>
                      <a:pt x="11475" y="88524"/>
                    </a:lnTo>
                    <a:lnTo>
                      <a:pt x="9836" y="85246"/>
                    </a:lnTo>
                    <a:lnTo>
                      <a:pt x="6557" y="83606"/>
                    </a:lnTo>
                    <a:lnTo>
                      <a:pt x="9836" y="83606"/>
                    </a:lnTo>
                    <a:lnTo>
                      <a:pt x="14754" y="86885"/>
                    </a:lnTo>
                    <a:lnTo>
                      <a:pt x="11475" y="81967"/>
                    </a:lnTo>
                    <a:lnTo>
                      <a:pt x="14754" y="83606"/>
                    </a:lnTo>
                    <a:lnTo>
                      <a:pt x="19672" y="83606"/>
                    </a:lnTo>
                    <a:lnTo>
                      <a:pt x="22951" y="81967"/>
                    </a:lnTo>
                    <a:lnTo>
                      <a:pt x="26229" y="83606"/>
                    </a:lnTo>
                    <a:lnTo>
                      <a:pt x="31147" y="86885"/>
                    </a:lnTo>
                    <a:lnTo>
                      <a:pt x="34426" y="81967"/>
                    </a:lnTo>
                    <a:lnTo>
                      <a:pt x="32787" y="78688"/>
                    </a:lnTo>
                    <a:lnTo>
                      <a:pt x="36065" y="78688"/>
                    </a:lnTo>
                    <a:lnTo>
                      <a:pt x="40983" y="78688"/>
                    </a:lnTo>
                    <a:lnTo>
                      <a:pt x="40983" y="81967"/>
                    </a:lnTo>
                    <a:lnTo>
                      <a:pt x="42623" y="86885"/>
                    </a:lnTo>
                    <a:lnTo>
                      <a:pt x="42623" y="90164"/>
                    </a:lnTo>
                    <a:lnTo>
                      <a:pt x="45901" y="90164"/>
                    </a:lnTo>
                    <a:lnTo>
                      <a:pt x="42623" y="86885"/>
                    </a:lnTo>
                    <a:lnTo>
                      <a:pt x="42623" y="81967"/>
                    </a:lnTo>
                    <a:lnTo>
                      <a:pt x="47541" y="83606"/>
                    </a:lnTo>
                    <a:lnTo>
                      <a:pt x="50819" y="85246"/>
                    </a:lnTo>
                    <a:lnTo>
                      <a:pt x="55737" y="86885"/>
                    </a:lnTo>
                    <a:lnTo>
                      <a:pt x="59016" y="88524"/>
                    </a:lnTo>
                    <a:lnTo>
                      <a:pt x="62295" y="86885"/>
                    </a:lnTo>
                    <a:lnTo>
                      <a:pt x="59016" y="85246"/>
                    </a:lnTo>
                    <a:lnTo>
                      <a:pt x="54098" y="83606"/>
                    </a:lnTo>
                    <a:lnTo>
                      <a:pt x="50819" y="83606"/>
                    </a:lnTo>
                    <a:lnTo>
                      <a:pt x="47541" y="80327"/>
                    </a:lnTo>
                    <a:lnTo>
                      <a:pt x="42623" y="77049"/>
                    </a:lnTo>
                    <a:lnTo>
                      <a:pt x="39344" y="75410"/>
                    </a:lnTo>
                    <a:lnTo>
                      <a:pt x="36065" y="75410"/>
                    </a:lnTo>
                    <a:lnTo>
                      <a:pt x="32787" y="75410"/>
                    </a:lnTo>
                    <a:lnTo>
                      <a:pt x="29508" y="70492"/>
                    </a:lnTo>
                    <a:lnTo>
                      <a:pt x="32787" y="72131"/>
                    </a:lnTo>
                    <a:lnTo>
                      <a:pt x="36065" y="72131"/>
                    </a:lnTo>
                    <a:lnTo>
                      <a:pt x="39344" y="73770"/>
                    </a:lnTo>
                    <a:lnTo>
                      <a:pt x="44262" y="75410"/>
                    </a:lnTo>
                    <a:lnTo>
                      <a:pt x="47541" y="77049"/>
                    </a:lnTo>
                    <a:lnTo>
                      <a:pt x="50819" y="78688"/>
                    </a:lnTo>
                    <a:lnTo>
                      <a:pt x="55737" y="80327"/>
                    </a:lnTo>
                    <a:lnTo>
                      <a:pt x="59016" y="81967"/>
                    </a:lnTo>
                    <a:lnTo>
                      <a:pt x="55737" y="78688"/>
                    </a:lnTo>
                    <a:lnTo>
                      <a:pt x="59016" y="75410"/>
                    </a:lnTo>
                    <a:lnTo>
                      <a:pt x="60655" y="77049"/>
                    </a:lnTo>
                    <a:lnTo>
                      <a:pt x="63934" y="80327"/>
                    </a:lnTo>
                    <a:lnTo>
                      <a:pt x="67213" y="81967"/>
                    </a:lnTo>
                    <a:lnTo>
                      <a:pt x="72131" y="85246"/>
                    </a:lnTo>
                    <a:lnTo>
                      <a:pt x="68852" y="80327"/>
                    </a:lnTo>
                    <a:lnTo>
                      <a:pt x="65573" y="78688"/>
                    </a:lnTo>
                    <a:lnTo>
                      <a:pt x="68852" y="77049"/>
                    </a:lnTo>
                    <a:lnTo>
                      <a:pt x="73770" y="78688"/>
                    </a:lnTo>
                    <a:lnTo>
                      <a:pt x="77049" y="81967"/>
                    </a:lnTo>
                    <a:lnTo>
                      <a:pt x="80327" y="80327"/>
                    </a:lnTo>
                    <a:lnTo>
                      <a:pt x="83606" y="81967"/>
                    </a:lnTo>
                    <a:lnTo>
                      <a:pt x="88524" y="83606"/>
                    </a:lnTo>
                    <a:lnTo>
                      <a:pt x="88524" y="86885"/>
                    </a:lnTo>
                    <a:lnTo>
                      <a:pt x="86885" y="90164"/>
                    </a:lnTo>
                    <a:lnTo>
                      <a:pt x="90164" y="86885"/>
                    </a:lnTo>
                    <a:lnTo>
                      <a:pt x="93442" y="88524"/>
                    </a:lnTo>
                    <a:lnTo>
                      <a:pt x="91803" y="85246"/>
                    </a:lnTo>
                    <a:lnTo>
                      <a:pt x="95081" y="83606"/>
                    </a:lnTo>
                    <a:lnTo>
                      <a:pt x="96721" y="83606"/>
                    </a:lnTo>
                    <a:lnTo>
                      <a:pt x="93442" y="81967"/>
                    </a:lnTo>
                    <a:lnTo>
                      <a:pt x="90164" y="80327"/>
                    </a:lnTo>
                    <a:lnTo>
                      <a:pt x="86885" y="78688"/>
                    </a:lnTo>
                    <a:lnTo>
                      <a:pt x="81967" y="77049"/>
                    </a:lnTo>
                    <a:lnTo>
                      <a:pt x="78688" y="77049"/>
                    </a:lnTo>
                    <a:lnTo>
                      <a:pt x="73770" y="75410"/>
                    </a:lnTo>
                    <a:lnTo>
                      <a:pt x="70491" y="73770"/>
                    </a:lnTo>
                    <a:lnTo>
                      <a:pt x="67213" y="72131"/>
                    </a:lnTo>
                    <a:lnTo>
                      <a:pt x="63934" y="72131"/>
                    </a:lnTo>
                    <a:lnTo>
                      <a:pt x="59016" y="70492"/>
                    </a:lnTo>
                    <a:lnTo>
                      <a:pt x="57377" y="68852"/>
                    </a:lnTo>
                    <a:lnTo>
                      <a:pt x="54098" y="67213"/>
                    </a:lnTo>
                    <a:lnTo>
                      <a:pt x="50819" y="63934"/>
                    </a:lnTo>
                    <a:lnTo>
                      <a:pt x="47541" y="59016"/>
                    </a:lnTo>
                    <a:lnTo>
                      <a:pt x="44262" y="55737"/>
                    </a:lnTo>
                    <a:lnTo>
                      <a:pt x="47541" y="52459"/>
                    </a:lnTo>
                    <a:lnTo>
                      <a:pt x="49180" y="52459"/>
                    </a:lnTo>
                    <a:lnTo>
                      <a:pt x="52459" y="50820"/>
                    </a:lnTo>
                    <a:lnTo>
                      <a:pt x="55737" y="49180"/>
                    </a:lnTo>
                    <a:lnTo>
                      <a:pt x="60655" y="47541"/>
                    </a:lnTo>
                    <a:lnTo>
                      <a:pt x="63934" y="44262"/>
                    </a:lnTo>
                    <a:lnTo>
                      <a:pt x="63934" y="40983"/>
                    </a:lnTo>
                    <a:lnTo>
                      <a:pt x="62295" y="37705"/>
                    </a:lnTo>
                    <a:lnTo>
                      <a:pt x="59016" y="36066"/>
                    </a:lnTo>
                    <a:lnTo>
                      <a:pt x="55737" y="36066"/>
                    </a:lnTo>
                    <a:lnTo>
                      <a:pt x="50819" y="36066"/>
                    </a:lnTo>
                    <a:lnTo>
                      <a:pt x="47541" y="37705"/>
                    </a:lnTo>
                    <a:lnTo>
                      <a:pt x="44262" y="37705"/>
                    </a:lnTo>
                    <a:lnTo>
                      <a:pt x="42623" y="39344"/>
                    </a:lnTo>
                    <a:lnTo>
                      <a:pt x="39344" y="40983"/>
                    </a:lnTo>
                    <a:lnTo>
                      <a:pt x="34426" y="40983"/>
                    </a:lnTo>
                    <a:lnTo>
                      <a:pt x="31147" y="39344"/>
                    </a:lnTo>
                    <a:lnTo>
                      <a:pt x="27869" y="37705"/>
                    </a:lnTo>
                    <a:lnTo>
                      <a:pt x="24590" y="3606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023" name="Freeform 4022">
              <a:extLst>
                <a:ext uri="{FF2B5EF4-FFF2-40B4-BE49-F238E27FC236}">
                  <a16:creationId xmlns:a16="http://schemas.microsoft.com/office/drawing/2014/main" id="{A8400813-6895-7B42-B005-A6DD52518467}"/>
                </a:ext>
              </a:extLst>
            </p:cNvPr>
            <p:cNvSpPr/>
            <p:nvPr/>
          </p:nvSpPr>
          <p:spPr>
            <a:xfrm>
              <a:off x="3169783" y="6419804"/>
              <a:ext cx="1639" cy="1639"/>
            </a:xfrm>
            <a:custGeom>
              <a:avLst/>
              <a:gdLst>
                <a:gd name="connsiteX0" fmla="*/ 0 w 1639"/>
                <a:gd name="connsiteY0" fmla="*/ 0 h 1639"/>
                <a:gd name="connsiteX1" fmla="*/ 0 w 1639"/>
                <a:gd name="connsiteY1" fmla="*/ 0 h 1639"/>
                <a:gd name="connsiteX2" fmla="*/ 1639 w 1639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1639">
                  <a:moveTo>
                    <a:pt x="0" y="0"/>
                  </a:moveTo>
                  <a:lnTo>
                    <a:pt x="0" y="0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24" name="Freeform 4023">
              <a:extLst>
                <a:ext uri="{FF2B5EF4-FFF2-40B4-BE49-F238E27FC236}">
                  <a16:creationId xmlns:a16="http://schemas.microsoft.com/office/drawing/2014/main" id="{A2D2A72D-94E7-5D47-AEE9-F6D4C9B45723}"/>
                </a:ext>
              </a:extLst>
            </p:cNvPr>
            <p:cNvSpPr/>
            <p:nvPr/>
          </p:nvSpPr>
          <p:spPr>
            <a:xfrm>
              <a:off x="3214045" y="6523082"/>
              <a:ext cx="3278" cy="3278"/>
            </a:xfrm>
            <a:custGeom>
              <a:avLst/>
              <a:gdLst>
                <a:gd name="connsiteX0" fmla="*/ 0 w 3278"/>
                <a:gd name="connsiteY0" fmla="*/ 0 h 3278"/>
                <a:gd name="connsiteX1" fmla="*/ 3279 w 3278"/>
                <a:gd name="connsiteY1" fmla="*/ 3279 h 3278"/>
                <a:gd name="connsiteX2" fmla="*/ 163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0"/>
                  </a:moveTo>
                  <a:lnTo>
                    <a:pt x="3279" y="3279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25" name="Freeform 4024">
              <a:extLst>
                <a:ext uri="{FF2B5EF4-FFF2-40B4-BE49-F238E27FC236}">
                  <a16:creationId xmlns:a16="http://schemas.microsoft.com/office/drawing/2014/main" id="{A587C4B9-8FF7-A449-93F6-5836FC4BB60E}"/>
                </a:ext>
              </a:extLst>
            </p:cNvPr>
            <p:cNvSpPr/>
            <p:nvPr/>
          </p:nvSpPr>
          <p:spPr>
            <a:xfrm>
              <a:off x="4822235" y="1334582"/>
              <a:ext cx="4918" cy="16393"/>
            </a:xfrm>
            <a:custGeom>
              <a:avLst/>
              <a:gdLst>
                <a:gd name="connsiteX0" fmla="*/ 0 w 4918"/>
                <a:gd name="connsiteY0" fmla="*/ 0 h 16393"/>
                <a:gd name="connsiteX1" fmla="*/ 4918 w 4918"/>
                <a:gd name="connsiteY1" fmla="*/ 0 h 16393"/>
                <a:gd name="connsiteX2" fmla="*/ 3279 w 491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3">
                  <a:moveTo>
                    <a:pt x="0" y="0"/>
                  </a:moveTo>
                  <a:lnTo>
                    <a:pt x="4918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26" name="Freeform 4025">
              <a:extLst>
                <a:ext uri="{FF2B5EF4-FFF2-40B4-BE49-F238E27FC236}">
                  <a16:creationId xmlns:a16="http://schemas.microsoft.com/office/drawing/2014/main" id="{22F22D04-7EF1-8D4E-A736-81EFFD5B5756}"/>
                </a:ext>
              </a:extLst>
            </p:cNvPr>
            <p:cNvSpPr/>
            <p:nvPr/>
          </p:nvSpPr>
          <p:spPr>
            <a:xfrm>
              <a:off x="4887808" y="2537855"/>
              <a:ext cx="459014" cy="363932"/>
            </a:xfrm>
            <a:custGeom>
              <a:avLst/>
              <a:gdLst>
                <a:gd name="connsiteX0" fmla="*/ 0 w 459014"/>
                <a:gd name="connsiteY0" fmla="*/ 363933 h 363932"/>
                <a:gd name="connsiteX1" fmla="*/ 0 w 459014"/>
                <a:gd name="connsiteY1" fmla="*/ 362293 h 363932"/>
                <a:gd name="connsiteX2" fmla="*/ 4918 w 459014"/>
                <a:gd name="connsiteY2" fmla="*/ 360654 h 363932"/>
                <a:gd name="connsiteX3" fmla="*/ 6558 w 459014"/>
                <a:gd name="connsiteY3" fmla="*/ 355736 h 363932"/>
                <a:gd name="connsiteX4" fmla="*/ 8197 w 459014"/>
                <a:gd name="connsiteY4" fmla="*/ 352457 h 363932"/>
                <a:gd name="connsiteX5" fmla="*/ 11476 w 459014"/>
                <a:gd name="connsiteY5" fmla="*/ 350818 h 363932"/>
                <a:gd name="connsiteX6" fmla="*/ 16393 w 459014"/>
                <a:gd name="connsiteY6" fmla="*/ 349179 h 363932"/>
                <a:gd name="connsiteX7" fmla="*/ 19672 w 459014"/>
                <a:gd name="connsiteY7" fmla="*/ 349179 h 363932"/>
                <a:gd name="connsiteX8" fmla="*/ 22951 w 459014"/>
                <a:gd name="connsiteY8" fmla="*/ 349179 h 363932"/>
                <a:gd name="connsiteX9" fmla="*/ 27869 w 459014"/>
                <a:gd name="connsiteY9" fmla="*/ 347539 h 363932"/>
                <a:gd name="connsiteX10" fmla="*/ 31148 w 459014"/>
                <a:gd name="connsiteY10" fmla="*/ 347539 h 363932"/>
                <a:gd name="connsiteX11" fmla="*/ 34426 w 459014"/>
                <a:gd name="connsiteY11" fmla="*/ 345900 h 363932"/>
                <a:gd name="connsiteX12" fmla="*/ 37705 w 459014"/>
                <a:gd name="connsiteY12" fmla="*/ 345900 h 363932"/>
                <a:gd name="connsiteX13" fmla="*/ 40983 w 459014"/>
                <a:gd name="connsiteY13" fmla="*/ 345900 h 363932"/>
                <a:gd name="connsiteX14" fmla="*/ 44262 w 459014"/>
                <a:gd name="connsiteY14" fmla="*/ 344261 h 363932"/>
                <a:gd name="connsiteX15" fmla="*/ 47541 w 459014"/>
                <a:gd name="connsiteY15" fmla="*/ 342621 h 363932"/>
                <a:gd name="connsiteX16" fmla="*/ 50820 w 459014"/>
                <a:gd name="connsiteY16" fmla="*/ 340982 h 363932"/>
                <a:gd name="connsiteX17" fmla="*/ 54098 w 459014"/>
                <a:gd name="connsiteY17" fmla="*/ 339343 h 363932"/>
                <a:gd name="connsiteX18" fmla="*/ 59016 w 459014"/>
                <a:gd name="connsiteY18" fmla="*/ 337703 h 363932"/>
                <a:gd name="connsiteX19" fmla="*/ 62295 w 459014"/>
                <a:gd name="connsiteY19" fmla="*/ 336064 h 363932"/>
                <a:gd name="connsiteX20" fmla="*/ 65573 w 459014"/>
                <a:gd name="connsiteY20" fmla="*/ 332785 h 363932"/>
                <a:gd name="connsiteX21" fmla="*/ 68852 w 459014"/>
                <a:gd name="connsiteY21" fmla="*/ 329507 h 363932"/>
                <a:gd name="connsiteX22" fmla="*/ 72131 w 459014"/>
                <a:gd name="connsiteY22" fmla="*/ 326228 h 363932"/>
                <a:gd name="connsiteX23" fmla="*/ 75410 w 459014"/>
                <a:gd name="connsiteY23" fmla="*/ 321310 h 363932"/>
                <a:gd name="connsiteX24" fmla="*/ 78688 w 459014"/>
                <a:gd name="connsiteY24" fmla="*/ 318031 h 363932"/>
                <a:gd name="connsiteX25" fmla="*/ 80328 w 459014"/>
                <a:gd name="connsiteY25" fmla="*/ 318031 h 363932"/>
                <a:gd name="connsiteX26" fmla="*/ 83606 w 459014"/>
                <a:gd name="connsiteY26" fmla="*/ 314753 h 363932"/>
                <a:gd name="connsiteX27" fmla="*/ 86885 w 459014"/>
                <a:gd name="connsiteY27" fmla="*/ 311474 h 363932"/>
                <a:gd name="connsiteX28" fmla="*/ 90164 w 459014"/>
                <a:gd name="connsiteY28" fmla="*/ 309835 h 363932"/>
                <a:gd name="connsiteX29" fmla="*/ 95082 w 459014"/>
                <a:gd name="connsiteY29" fmla="*/ 308195 h 363932"/>
                <a:gd name="connsiteX30" fmla="*/ 98360 w 459014"/>
                <a:gd name="connsiteY30" fmla="*/ 306556 h 363932"/>
                <a:gd name="connsiteX31" fmla="*/ 101639 w 459014"/>
                <a:gd name="connsiteY31" fmla="*/ 303277 h 363932"/>
                <a:gd name="connsiteX32" fmla="*/ 104918 w 459014"/>
                <a:gd name="connsiteY32" fmla="*/ 299999 h 363932"/>
                <a:gd name="connsiteX33" fmla="*/ 106557 w 459014"/>
                <a:gd name="connsiteY33" fmla="*/ 298359 h 363932"/>
                <a:gd name="connsiteX34" fmla="*/ 108196 w 459014"/>
                <a:gd name="connsiteY34" fmla="*/ 293441 h 363932"/>
                <a:gd name="connsiteX35" fmla="*/ 113115 w 459014"/>
                <a:gd name="connsiteY35" fmla="*/ 291802 h 363932"/>
                <a:gd name="connsiteX36" fmla="*/ 114754 w 459014"/>
                <a:gd name="connsiteY36" fmla="*/ 286884 h 363932"/>
                <a:gd name="connsiteX37" fmla="*/ 118032 w 459014"/>
                <a:gd name="connsiteY37" fmla="*/ 283605 h 363932"/>
                <a:gd name="connsiteX38" fmla="*/ 119672 w 459014"/>
                <a:gd name="connsiteY38" fmla="*/ 280326 h 363932"/>
                <a:gd name="connsiteX39" fmla="*/ 122950 w 459014"/>
                <a:gd name="connsiteY39" fmla="*/ 275409 h 363932"/>
                <a:gd name="connsiteX40" fmla="*/ 124590 w 459014"/>
                <a:gd name="connsiteY40" fmla="*/ 273769 h 363932"/>
                <a:gd name="connsiteX41" fmla="*/ 127869 w 459014"/>
                <a:gd name="connsiteY41" fmla="*/ 270491 h 363932"/>
                <a:gd name="connsiteX42" fmla="*/ 131147 w 459014"/>
                <a:gd name="connsiteY42" fmla="*/ 267212 h 363932"/>
                <a:gd name="connsiteX43" fmla="*/ 131147 w 459014"/>
                <a:gd name="connsiteY43" fmla="*/ 263933 h 363932"/>
                <a:gd name="connsiteX44" fmla="*/ 134426 w 459014"/>
                <a:gd name="connsiteY44" fmla="*/ 260654 h 363932"/>
                <a:gd name="connsiteX45" fmla="*/ 134426 w 459014"/>
                <a:gd name="connsiteY45" fmla="*/ 259015 h 363932"/>
                <a:gd name="connsiteX46" fmla="*/ 136065 w 459014"/>
                <a:gd name="connsiteY46" fmla="*/ 255736 h 363932"/>
                <a:gd name="connsiteX47" fmla="*/ 137705 w 459014"/>
                <a:gd name="connsiteY47" fmla="*/ 252458 h 363932"/>
                <a:gd name="connsiteX48" fmla="*/ 137705 w 459014"/>
                <a:gd name="connsiteY48" fmla="*/ 247540 h 363932"/>
                <a:gd name="connsiteX49" fmla="*/ 137705 w 459014"/>
                <a:gd name="connsiteY49" fmla="*/ 244261 h 363932"/>
                <a:gd name="connsiteX50" fmla="*/ 137705 w 459014"/>
                <a:gd name="connsiteY50" fmla="*/ 240982 h 363932"/>
                <a:gd name="connsiteX51" fmla="*/ 136065 w 459014"/>
                <a:gd name="connsiteY51" fmla="*/ 237704 h 363932"/>
                <a:gd name="connsiteX52" fmla="*/ 132786 w 459014"/>
                <a:gd name="connsiteY52" fmla="*/ 234425 h 363932"/>
                <a:gd name="connsiteX53" fmla="*/ 129508 w 459014"/>
                <a:gd name="connsiteY53" fmla="*/ 232786 h 363932"/>
                <a:gd name="connsiteX54" fmla="*/ 129508 w 459014"/>
                <a:gd name="connsiteY54" fmla="*/ 229507 h 363932"/>
                <a:gd name="connsiteX55" fmla="*/ 131147 w 459014"/>
                <a:gd name="connsiteY55" fmla="*/ 226229 h 363932"/>
                <a:gd name="connsiteX56" fmla="*/ 132786 w 459014"/>
                <a:gd name="connsiteY56" fmla="*/ 221310 h 363932"/>
                <a:gd name="connsiteX57" fmla="*/ 131147 w 459014"/>
                <a:gd name="connsiteY57" fmla="*/ 219671 h 363932"/>
                <a:gd name="connsiteX58" fmla="*/ 132786 w 459014"/>
                <a:gd name="connsiteY58" fmla="*/ 214753 h 363932"/>
                <a:gd name="connsiteX59" fmla="*/ 131147 w 459014"/>
                <a:gd name="connsiteY59" fmla="*/ 211474 h 363932"/>
                <a:gd name="connsiteX60" fmla="*/ 132786 w 459014"/>
                <a:gd name="connsiteY60" fmla="*/ 208196 h 363932"/>
                <a:gd name="connsiteX61" fmla="*/ 134426 w 459014"/>
                <a:gd name="connsiteY61" fmla="*/ 203278 h 363932"/>
                <a:gd name="connsiteX62" fmla="*/ 132786 w 459014"/>
                <a:gd name="connsiteY62" fmla="*/ 199999 h 363932"/>
                <a:gd name="connsiteX63" fmla="*/ 134426 w 459014"/>
                <a:gd name="connsiteY63" fmla="*/ 196720 h 363932"/>
                <a:gd name="connsiteX64" fmla="*/ 136065 w 459014"/>
                <a:gd name="connsiteY64" fmla="*/ 191802 h 363932"/>
                <a:gd name="connsiteX65" fmla="*/ 139344 w 459014"/>
                <a:gd name="connsiteY65" fmla="*/ 188524 h 363932"/>
                <a:gd name="connsiteX66" fmla="*/ 139344 w 459014"/>
                <a:gd name="connsiteY66" fmla="*/ 185245 h 363932"/>
                <a:gd name="connsiteX67" fmla="*/ 142623 w 459014"/>
                <a:gd name="connsiteY67" fmla="*/ 180327 h 363932"/>
                <a:gd name="connsiteX68" fmla="*/ 145901 w 459014"/>
                <a:gd name="connsiteY68" fmla="*/ 177048 h 363932"/>
                <a:gd name="connsiteX69" fmla="*/ 149180 w 459014"/>
                <a:gd name="connsiteY69" fmla="*/ 173770 h 363932"/>
                <a:gd name="connsiteX70" fmla="*/ 152459 w 459014"/>
                <a:gd name="connsiteY70" fmla="*/ 170491 h 363932"/>
                <a:gd name="connsiteX71" fmla="*/ 152459 w 459014"/>
                <a:gd name="connsiteY71" fmla="*/ 170491 h 363932"/>
                <a:gd name="connsiteX72" fmla="*/ 154098 w 459014"/>
                <a:gd name="connsiteY72" fmla="*/ 165573 h 363932"/>
                <a:gd name="connsiteX73" fmla="*/ 155737 w 459014"/>
                <a:gd name="connsiteY73" fmla="*/ 162294 h 363932"/>
                <a:gd name="connsiteX74" fmla="*/ 155737 w 459014"/>
                <a:gd name="connsiteY74" fmla="*/ 159016 h 363932"/>
                <a:gd name="connsiteX75" fmla="*/ 155737 w 459014"/>
                <a:gd name="connsiteY75" fmla="*/ 154098 h 363932"/>
                <a:gd name="connsiteX76" fmla="*/ 157376 w 459014"/>
                <a:gd name="connsiteY76" fmla="*/ 150819 h 363932"/>
                <a:gd name="connsiteX77" fmla="*/ 157376 w 459014"/>
                <a:gd name="connsiteY77" fmla="*/ 147540 h 363932"/>
                <a:gd name="connsiteX78" fmla="*/ 160655 w 459014"/>
                <a:gd name="connsiteY78" fmla="*/ 142622 h 363932"/>
                <a:gd name="connsiteX79" fmla="*/ 165573 w 459014"/>
                <a:gd name="connsiteY79" fmla="*/ 139344 h 363932"/>
                <a:gd name="connsiteX80" fmla="*/ 165573 w 459014"/>
                <a:gd name="connsiteY80" fmla="*/ 139344 h 363932"/>
                <a:gd name="connsiteX81" fmla="*/ 168852 w 459014"/>
                <a:gd name="connsiteY81" fmla="*/ 136065 h 363932"/>
                <a:gd name="connsiteX82" fmla="*/ 172130 w 459014"/>
                <a:gd name="connsiteY82" fmla="*/ 132786 h 363932"/>
                <a:gd name="connsiteX83" fmla="*/ 177049 w 459014"/>
                <a:gd name="connsiteY83" fmla="*/ 127868 h 363932"/>
                <a:gd name="connsiteX84" fmla="*/ 178688 w 459014"/>
                <a:gd name="connsiteY84" fmla="*/ 124589 h 363932"/>
                <a:gd name="connsiteX85" fmla="*/ 181966 w 459014"/>
                <a:gd name="connsiteY85" fmla="*/ 121311 h 363932"/>
                <a:gd name="connsiteX86" fmla="*/ 185245 w 459014"/>
                <a:gd name="connsiteY86" fmla="*/ 116393 h 363932"/>
                <a:gd name="connsiteX87" fmla="*/ 188524 w 459014"/>
                <a:gd name="connsiteY87" fmla="*/ 116393 h 363932"/>
                <a:gd name="connsiteX88" fmla="*/ 191803 w 459014"/>
                <a:gd name="connsiteY88" fmla="*/ 113114 h 363932"/>
                <a:gd name="connsiteX89" fmla="*/ 193442 w 459014"/>
                <a:gd name="connsiteY89" fmla="*/ 111475 h 363932"/>
                <a:gd name="connsiteX90" fmla="*/ 198360 w 459014"/>
                <a:gd name="connsiteY90" fmla="*/ 109836 h 363932"/>
                <a:gd name="connsiteX91" fmla="*/ 201639 w 459014"/>
                <a:gd name="connsiteY91" fmla="*/ 109836 h 363932"/>
                <a:gd name="connsiteX92" fmla="*/ 204917 w 459014"/>
                <a:gd name="connsiteY92" fmla="*/ 108196 h 363932"/>
                <a:gd name="connsiteX93" fmla="*/ 208196 w 459014"/>
                <a:gd name="connsiteY93" fmla="*/ 106557 h 363932"/>
                <a:gd name="connsiteX94" fmla="*/ 211475 w 459014"/>
                <a:gd name="connsiteY94" fmla="*/ 104917 h 363932"/>
                <a:gd name="connsiteX95" fmla="*/ 214753 w 459014"/>
                <a:gd name="connsiteY95" fmla="*/ 103278 h 363932"/>
                <a:gd name="connsiteX96" fmla="*/ 218032 w 459014"/>
                <a:gd name="connsiteY96" fmla="*/ 101639 h 363932"/>
                <a:gd name="connsiteX97" fmla="*/ 222950 w 459014"/>
                <a:gd name="connsiteY97" fmla="*/ 99999 h 363932"/>
                <a:gd name="connsiteX98" fmla="*/ 226229 w 459014"/>
                <a:gd name="connsiteY98" fmla="*/ 98360 h 363932"/>
                <a:gd name="connsiteX99" fmla="*/ 229507 w 459014"/>
                <a:gd name="connsiteY99" fmla="*/ 96721 h 363932"/>
                <a:gd name="connsiteX100" fmla="*/ 232786 w 459014"/>
                <a:gd name="connsiteY100" fmla="*/ 93442 h 363932"/>
                <a:gd name="connsiteX101" fmla="*/ 236065 w 459014"/>
                <a:gd name="connsiteY101" fmla="*/ 91803 h 363932"/>
                <a:gd name="connsiteX102" fmla="*/ 239343 w 459014"/>
                <a:gd name="connsiteY102" fmla="*/ 91803 h 363932"/>
                <a:gd name="connsiteX103" fmla="*/ 242622 w 459014"/>
                <a:gd name="connsiteY103" fmla="*/ 88524 h 363932"/>
                <a:gd name="connsiteX104" fmla="*/ 245901 w 459014"/>
                <a:gd name="connsiteY104" fmla="*/ 85245 h 363932"/>
                <a:gd name="connsiteX105" fmla="*/ 249179 w 459014"/>
                <a:gd name="connsiteY105" fmla="*/ 81967 h 363932"/>
                <a:gd name="connsiteX106" fmla="*/ 250819 w 459014"/>
                <a:gd name="connsiteY106" fmla="*/ 80327 h 363932"/>
                <a:gd name="connsiteX107" fmla="*/ 254097 w 459014"/>
                <a:gd name="connsiteY107" fmla="*/ 75409 h 363932"/>
                <a:gd name="connsiteX108" fmla="*/ 255737 w 459014"/>
                <a:gd name="connsiteY108" fmla="*/ 72131 h 363932"/>
                <a:gd name="connsiteX109" fmla="*/ 257376 w 459014"/>
                <a:gd name="connsiteY109" fmla="*/ 70492 h 363932"/>
                <a:gd name="connsiteX110" fmla="*/ 259016 w 459014"/>
                <a:gd name="connsiteY110" fmla="*/ 65573 h 363932"/>
                <a:gd name="connsiteX111" fmla="*/ 262294 w 459014"/>
                <a:gd name="connsiteY111" fmla="*/ 62295 h 363932"/>
                <a:gd name="connsiteX112" fmla="*/ 263933 w 459014"/>
                <a:gd name="connsiteY112" fmla="*/ 59016 h 363932"/>
                <a:gd name="connsiteX113" fmla="*/ 265573 w 459014"/>
                <a:gd name="connsiteY113" fmla="*/ 55737 h 363932"/>
                <a:gd name="connsiteX114" fmla="*/ 268852 w 459014"/>
                <a:gd name="connsiteY114" fmla="*/ 50819 h 363932"/>
                <a:gd name="connsiteX115" fmla="*/ 270491 w 459014"/>
                <a:gd name="connsiteY115" fmla="*/ 47541 h 363932"/>
                <a:gd name="connsiteX116" fmla="*/ 272130 w 459014"/>
                <a:gd name="connsiteY116" fmla="*/ 44262 h 363932"/>
                <a:gd name="connsiteX117" fmla="*/ 273769 w 459014"/>
                <a:gd name="connsiteY117" fmla="*/ 39344 h 363932"/>
                <a:gd name="connsiteX118" fmla="*/ 273769 w 459014"/>
                <a:gd name="connsiteY118" fmla="*/ 39344 h 363932"/>
                <a:gd name="connsiteX119" fmla="*/ 275409 w 459014"/>
                <a:gd name="connsiteY119" fmla="*/ 34426 h 363932"/>
                <a:gd name="connsiteX120" fmla="*/ 277048 w 459014"/>
                <a:gd name="connsiteY120" fmla="*/ 31147 h 363932"/>
                <a:gd name="connsiteX121" fmla="*/ 278687 w 459014"/>
                <a:gd name="connsiteY121" fmla="*/ 27869 h 363932"/>
                <a:gd name="connsiteX122" fmla="*/ 280327 w 459014"/>
                <a:gd name="connsiteY122" fmla="*/ 22951 h 363932"/>
                <a:gd name="connsiteX123" fmla="*/ 281966 w 459014"/>
                <a:gd name="connsiteY123" fmla="*/ 19672 h 363932"/>
                <a:gd name="connsiteX124" fmla="*/ 281966 w 459014"/>
                <a:gd name="connsiteY124" fmla="*/ 16393 h 363932"/>
                <a:gd name="connsiteX125" fmla="*/ 283606 w 459014"/>
                <a:gd name="connsiteY125" fmla="*/ 13115 h 363932"/>
                <a:gd name="connsiteX126" fmla="*/ 285245 w 459014"/>
                <a:gd name="connsiteY126" fmla="*/ 8197 h 363932"/>
                <a:gd name="connsiteX127" fmla="*/ 286884 w 459014"/>
                <a:gd name="connsiteY127" fmla="*/ 4918 h 363932"/>
                <a:gd name="connsiteX128" fmla="*/ 291802 w 459014"/>
                <a:gd name="connsiteY128" fmla="*/ 4918 h 363932"/>
                <a:gd name="connsiteX129" fmla="*/ 295081 w 459014"/>
                <a:gd name="connsiteY129" fmla="*/ 3279 h 363932"/>
                <a:gd name="connsiteX130" fmla="*/ 298360 w 459014"/>
                <a:gd name="connsiteY130" fmla="*/ 3279 h 363932"/>
                <a:gd name="connsiteX131" fmla="*/ 301638 w 459014"/>
                <a:gd name="connsiteY131" fmla="*/ 1639 h 363932"/>
                <a:gd name="connsiteX132" fmla="*/ 303277 w 459014"/>
                <a:gd name="connsiteY132" fmla="*/ 0 h 363932"/>
                <a:gd name="connsiteX133" fmla="*/ 306556 w 459014"/>
                <a:gd name="connsiteY133" fmla="*/ 0 h 363932"/>
                <a:gd name="connsiteX134" fmla="*/ 306556 w 459014"/>
                <a:gd name="connsiteY134" fmla="*/ 1639 h 363932"/>
                <a:gd name="connsiteX135" fmla="*/ 308196 w 459014"/>
                <a:gd name="connsiteY135" fmla="*/ 3279 h 363932"/>
                <a:gd name="connsiteX136" fmla="*/ 308196 w 459014"/>
                <a:gd name="connsiteY136" fmla="*/ 4918 h 363932"/>
                <a:gd name="connsiteX137" fmla="*/ 308196 w 459014"/>
                <a:gd name="connsiteY137" fmla="*/ 8197 h 363932"/>
                <a:gd name="connsiteX138" fmla="*/ 309835 w 459014"/>
                <a:gd name="connsiteY138" fmla="*/ 13115 h 363932"/>
                <a:gd name="connsiteX139" fmla="*/ 313113 w 459014"/>
                <a:gd name="connsiteY139" fmla="*/ 16393 h 363932"/>
                <a:gd name="connsiteX140" fmla="*/ 316392 w 459014"/>
                <a:gd name="connsiteY140" fmla="*/ 19672 h 363932"/>
                <a:gd name="connsiteX141" fmla="*/ 319671 w 459014"/>
                <a:gd name="connsiteY141" fmla="*/ 22951 h 363932"/>
                <a:gd name="connsiteX142" fmla="*/ 321310 w 459014"/>
                <a:gd name="connsiteY142" fmla="*/ 24590 h 363932"/>
                <a:gd name="connsiteX143" fmla="*/ 324589 w 459014"/>
                <a:gd name="connsiteY143" fmla="*/ 27869 h 363932"/>
                <a:gd name="connsiteX144" fmla="*/ 329507 w 459014"/>
                <a:gd name="connsiteY144" fmla="*/ 29508 h 363932"/>
                <a:gd name="connsiteX145" fmla="*/ 332786 w 459014"/>
                <a:gd name="connsiteY145" fmla="*/ 31147 h 363932"/>
                <a:gd name="connsiteX146" fmla="*/ 336064 w 459014"/>
                <a:gd name="connsiteY146" fmla="*/ 32787 h 363932"/>
                <a:gd name="connsiteX147" fmla="*/ 339343 w 459014"/>
                <a:gd name="connsiteY147" fmla="*/ 32787 h 363932"/>
                <a:gd name="connsiteX148" fmla="*/ 344261 w 459014"/>
                <a:gd name="connsiteY148" fmla="*/ 32787 h 363932"/>
                <a:gd name="connsiteX149" fmla="*/ 347540 w 459014"/>
                <a:gd name="connsiteY149" fmla="*/ 31147 h 363932"/>
                <a:gd name="connsiteX150" fmla="*/ 350818 w 459014"/>
                <a:gd name="connsiteY150" fmla="*/ 31147 h 363932"/>
                <a:gd name="connsiteX151" fmla="*/ 355736 w 459014"/>
                <a:gd name="connsiteY151" fmla="*/ 29508 h 363932"/>
                <a:gd name="connsiteX152" fmla="*/ 359015 w 459014"/>
                <a:gd name="connsiteY152" fmla="*/ 29508 h 363932"/>
                <a:gd name="connsiteX153" fmla="*/ 362294 w 459014"/>
                <a:gd name="connsiteY153" fmla="*/ 31147 h 363932"/>
                <a:gd name="connsiteX154" fmla="*/ 363933 w 459014"/>
                <a:gd name="connsiteY154" fmla="*/ 27869 h 363932"/>
                <a:gd name="connsiteX155" fmla="*/ 368851 w 459014"/>
                <a:gd name="connsiteY155" fmla="*/ 27869 h 363932"/>
                <a:gd name="connsiteX156" fmla="*/ 372130 w 459014"/>
                <a:gd name="connsiteY156" fmla="*/ 29508 h 363932"/>
                <a:gd name="connsiteX157" fmla="*/ 375409 w 459014"/>
                <a:gd name="connsiteY157" fmla="*/ 31147 h 363932"/>
                <a:gd name="connsiteX158" fmla="*/ 378687 w 459014"/>
                <a:gd name="connsiteY158" fmla="*/ 31147 h 363932"/>
                <a:gd name="connsiteX159" fmla="*/ 383605 w 459014"/>
                <a:gd name="connsiteY159" fmla="*/ 29508 h 363932"/>
                <a:gd name="connsiteX160" fmla="*/ 386884 w 459014"/>
                <a:gd name="connsiteY160" fmla="*/ 27869 h 363932"/>
                <a:gd name="connsiteX161" fmla="*/ 390162 w 459014"/>
                <a:gd name="connsiteY161" fmla="*/ 24590 h 363932"/>
                <a:gd name="connsiteX162" fmla="*/ 393441 w 459014"/>
                <a:gd name="connsiteY162" fmla="*/ 21311 h 363932"/>
                <a:gd name="connsiteX163" fmla="*/ 393441 w 459014"/>
                <a:gd name="connsiteY163" fmla="*/ 24590 h 363932"/>
                <a:gd name="connsiteX164" fmla="*/ 393441 w 459014"/>
                <a:gd name="connsiteY164" fmla="*/ 27869 h 363932"/>
                <a:gd name="connsiteX165" fmla="*/ 395080 w 459014"/>
                <a:gd name="connsiteY165" fmla="*/ 27869 h 363932"/>
                <a:gd name="connsiteX166" fmla="*/ 395080 w 459014"/>
                <a:gd name="connsiteY166" fmla="*/ 27869 h 363932"/>
                <a:gd name="connsiteX167" fmla="*/ 395080 w 459014"/>
                <a:gd name="connsiteY167" fmla="*/ 29508 h 363932"/>
                <a:gd name="connsiteX168" fmla="*/ 395080 w 459014"/>
                <a:gd name="connsiteY168" fmla="*/ 32787 h 363932"/>
                <a:gd name="connsiteX169" fmla="*/ 399999 w 459014"/>
                <a:gd name="connsiteY169" fmla="*/ 34426 h 363932"/>
                <a:gd name="connsiteX170" fmla="*/ 396720 w 459014"/>
                <a:gd name="connsiteY170" fmla="*/ 29508 h 363932"/>
                <a:gd name="connsiteX171" fmla="*/ 399999 w 459014"/>
                <a:gd name="connsiteY171" fmla="*/ 34426 h 363932"/>
                <a:gd name="connsiteX172" fmla="*/ 404916 w 459014"/>
                <a:gd name="connsiteY172" fmla="*/ 36065 h 363932"/>
                <a:gd name="connsiteX173" fmla="*/ 408195 w 459014"/>
                <a:gd name="connsiteY173" fmla="*/ 36065 h 363932"/>
                <a:gd name="connsiteX174" fmla="*/ 411474 w 459014"/>
                <a:gd name="connsiteY174" fmla="*/ 34426 h 363932"/>
                <a:gd name="connsiteX175" fmla="*/ 414753 w 459014"/>
                <a:gd name="connsiteY175" fmla="*/ 34426 h 363932"/>
                <a:gd name="connsiteX176" fmla="*/ 416392 w 459014"/>
                <a:gd name="connsiteY176" fmla="*/ 34426 h 363932"/>
                <a:gd name="connsiteX177" fmla="*/ 419670 w 459014"/>
                <a:gd name="connsiteY177" fmla="*/ 36065 h 363932"/>
                <a:gd name="connsiteX178" fmla="*/ 422949 w 459014"/>
                <a:gd name="connsiteY178" fmla="*/ 39344 h 363932"/>
                <a:gd name="connsiteX179" fmla="*/ 426228 w 459014"/>
                <a:gd name="connsiteY179" fmla="*/ 42623 h 363932"/>
                <a:gd name="connsiteX180" fmla="*/ 429506 w 459014"/>
                <a:gd name="connsiteY180" fmla="*/ 45901 h 363932"/>
                <a:gd name="connsiteX181" fmla="*/ 432785 w 459014"/>
                <a:gd name="connsiteY181" fmla="*/ 49180 h 363932"/>
                <a:gd name="connsiteX182" fmla="*/ 434424 w 459014"/>
                <a:gd name="connsiteY182" fmla="*/ 49180 h 363932"/>
                <a:gd name="connsiteX183" fmla="*/ 436064 w 459014"/>
                <a:gd name="connsiteY183" fmla="*/ 52459 h 363932"/>
                <a:gd name="connsiteX184" fmla="*/ 432785 w 459014"/>
                <a:gd name="connsiteY184" fmla="*/ 55737 h 363932"/>
                <a:gd name="connsiteX185" fmla="*/ 434424 w 459014"/>
                <a:gd name="connsiteY185" fmla="*/ 59016 h 363932"/>
                <a:gd name="connsiteX186" fmla="*/ 437703 w 459014"/>
                <a:gd name="connsiteY186" fmla="*/ 62295 h 363932"/>
                <a:gd name="connsiteX187" fmla="*/ 437703 w 459014"/>
                <a:gd name="connsiteY187" fmla="*/ 63934 h 363932"/>
                <a:gd name="connsiteX188" fmla="*/ 434424 w 459014"/>
                <a:gd name="connsiteY188" fmla="*/ 67213 h 363932"/>
                <a:gd name="connsiteX189" fmla="*/ 436064 w 459014"/>
                <a:gd name="connsiteY189" fmla="*/ 70492 h 363932"/>
                <a:gd name="connsiteX190" fmla="*/ 437703 w 459014"/>
                <a:gd name="connsiteY190" fmla="*/ 75409 h 363932"/>
                <a:gd name="connsiteX191" fmla="*/ 439343 w 459014"/>
                <a:gd name="connsiteY191" fmla="*/ 80327 h 363932"/>
                <a:gd name="connsiteX192" fmla="*/ 437703 w 459014"/>
                <a:gd name="connsiteY192" fmla="*/ 81967 h 363932"/>
                <a:gd name="connsiteX193" fmla="*/ 437703 w 459014"/>
                <a:gd name="connsiteY193" fmla="*/ 85245 h 363932"/>
                <a:gd name="connsiteX194" fmla="*/ 436064 w 459014"/>
                <a:gd name="connsiteY194" fmla="*/ 90164 h 363932"/>
                <a:gd name="connsiteX195" fmla="*/ 436064 w 459014"/>
                <a:gd name="connsiteY195" fmla="*/ 93442 h 363932"/>
                <a:gd name="connsiteX196" fmla="*/ 436064 w 459014"/>
                <a:gd name="connsiteY196" fmla="*/ 96721 h 363932"/>
                <a:gd name="connsiteX197" fmla="*/ 437703 w 459014"/>
                <a:gd name="connsiteY197" fmla="*/ 98360 h 363932"/>
                <a:gd name="connsiteX198" fmla="*/ 439343 w 459014"/>
                <a:gd name="connsiteY198" fmla="*/ 103278 h 363932"/>
                <a:gd name="connsiteX199" fmla="*/ 439343 w 459014"/>
                <a:gd name="connsiteY199" fmla="*/ 106557 h 363932"/>
                <a:gd name="connsiteX200" fmla="*/ 437703 w 459014"/>
                <a:gd name="connsiteY200" fmla="*/ 109836 h 363932"/>
                <a:gd name="connsiteX201" fmla="*/ 437703 w 459014"/>
                <a:gd name="connsiteY201" fmla="*/ 113114 h 363932"/>
                <a:gd name="connsiteX202" fmla="*/ 437703 w 459014"/>
                <a:gd name="connsiteY202" fmla="*/ 118032 h 363932"/>
                <a:gd name="connsiteX203" fmla="*/ 439343 w 459014"/>
                <a:gd name="connsiteY203" fmla="*/ 121311 h 363932"/>
                <a:gd name="connsiteX204" fmla="*/ 442621 w 459014"/>
                <a:gd name="connsiteY204" fmla="*/ 124589 h 363932"/>
                <a:gd name="connsiteX205" fmla="*/ 442621 w 459014"/>
                <a:gd name="connsiteY205" fmla="*/ 129508 h 363932"/>
                <a:gd name="connsiteX206" fmla="*/ 442621 w 459014"/>
                <a:gd name="connsiteY206" fmla="*/ 132786 h 363932"/>
                <a:gd name="connsiteX207" fmla="*/ 444260 w 459014"/>
                <a:gd name="connsiteY207" fmla="*/ 137704 h 363932"/>
                <a:gd name="connsiteX208" fmla="*/ 447539 w 459014"/>
                <a:gd name="connsiteY208" fmla="*/ 140983 h 363932"/>
                <a:gd name="connsiteX209" fmla="*/ 450818 w 459014"/>
                <a:gd name="connsiteY209" fmla="*/ 142622 h 363932"/>
                <a:gd name="connsiteX210" fmla="*/ 455736 w 459014"/>
                <a:gd name="connsiteY210" fmla="*/ 145901 h 363932"/>
                <a:gd name="connsiteX211" fmla="*/ 459014 w 459014"/>
                <a:gd name="connsiteY211" fmla="*/ 149179 h 363932"/>
                <a:gd name="connsiteX212" fmla="*/ 455736 w 459014"/>
                <a:gd name="connsiteY212" fmla="*/ 152458 h 363932"/>
                <a:gd name="connsiteX213" fmla="*/ 452457 w 459014"/>
                <a:gd name="connsiteY213" fmla="*/ 154098 h 363932"/>
                <a:gd name="connsiteX214" fmla="*/ 450818 w 459014"/>
                <a:gd name="connsiteY214" fmla="*/ 159016 h 363932"/>
                <a:gd name="connsiteX215" fmla="*/ 450818 w 459014"/>
                <a:gd name="connsiteY215" fmla="*/ 162294 h 363932"/>
                <a:gd name="connsiteX216" fmla="*/ 449179 w 459014"/>
                <a:gd name="connsiteY216" fmla="*/ 165573 h 363932"/>
                <a:gd name="connsiteX217" fmla="*/ 449179 w 459014"/>
                <a:gd name="connsiteY217" fmla="*/ 165573 h 363932"/>
                <a:gd name="connsiteX218" fmla="*/ 452457 w 459014"/>
                <a:gd name="connsiteY218" fmla="*/ 167212 h 363932"/>
                <a:gd name="connsiteX219" fmla="*/ 452457 w 459014"/>
                <a:gd name="connsiteY219" fmla="*/ 168852 h 363932"/>
                <a:gd name="connsiteX220" fmla="*/ 449179 w 459014"/>
                <a:gd name="connsiteY220" fmla="*/ 168852 h 363932"/>
                <a:gd name="connsiteX221" fmla="*/ 445900 w 459014"/>
                <a:gd name="connsiteY221" fmla="*/ 167212 h 363932"/>
                <a:gd name="connsiteX222" fmla="*/ 444260 w 459014"/>
                <a:gd name="connsiteY222" fmla="*/ 167212 h 363932"/>
                <a:gd name="connsiteX223" fmla="*/ 440982 w 459014"/>
                <a:gd name="connsiteY223" fmla="*/ 167212 h 363932"/>
                <a:gd name="connsiteX224" fmla="*/ 436064 w 459014"/>
                <a:gd name="connsiteY224" fmla="*/ 167212 h 363932"/>
                <a:gd name="connsiteX225" fmla="*/ 432785 w 459014"/>
                <a:gd name="connsiteY225" fmla="*/ 167212 h 363932"/>
                <a:gd name="connsiteX226" fmla="*/ 429506 w 459014"/>
                <a:gd name="connsiteY226" fmla="*/ 167212 h 363932"/>
                <a:gd name="connsiteX227" fmla="*/ 424589 w 459014"/>
                <a:gd name="connsiteY227" fmla="*/ 167212 h 363932"/>
                <a:gd name="connsiteX228" fmla="*/ 421310 w 459014"/>
                <a:gd name="connsiteY228" fmla="*/ 167212 h 363932"/>
                <a:gd name="connsiteX229" fmla="*/ 418031 w 459014"/>
                <a:gd name="connsiteY229" fmla="*/ 165573 h 363932"/>
                <a:gd name="connsiteX230" fmla="*/ 414753 w 459014"/>
                <a:gd name="connsiteY230" fmla="*/ 165573 h 363932"/>
                <a:gd name="connsiteX231" fmla="*/ 409834 w 459014"/>
                <a:gd name="connsiteY231" fmla="*/ 165573 h 363932"/>
                <a:gd name="connsiteX232" fmla="*/ 406556 w 459014"/>
                <a:gd name="connsiteY232" fmla="*/ 165573 h 363932"/>
                <a:gd name="connsiteX233" fmla="*/ 403277 w 459014"/>
                <a:gd name="connsiteY233" fmla="*/ 167212 h 363932"/>
                <a:gd name="connsiteX234" fmla="*/ 398359 w 459014"/>
                <a:gd name="connsiteY234" fmla="*/ 167212 h 363932"/>
                <a:gd name="connsiteX235" fmla="*/ 395080 w 459014"/>
                <a:gd name="connsiteY235" fmla="*/ 168852 h 363932"/>
                <a:gd name="connsiteX236" fmla="*/ 391802 w 459014"/>
                <a:gd name="connsiteY236" fmla="*/ 168852 h 363932"/>
                <a:gd name="connsiteX237" fmla="*/ 388523 w 459014"/>
                <a:gd name="connsiteY237" fmla="*/ 172130 h 363932"/>
                <a:gd name="connsiteX238" fmla="*/ 388523 w 459014"/>
                <a:gd name="connsiteY238" fmla="*/ 175409 h 363932"/>
                <a:gd name="connsiteX239" fmla="*/ 386884 w 459014"/>
                <a:gd name="connsiteY239" fmla="*/ 178688 h 363932"/>
                <a:gd name="connsiteX240" fmla="*/ 386884 w 459014"/>
                <a:gd name="connsiteY240" fmla="*/ 178688 h 363932"/>
                <a:gd name="connsiteX241" fmla="*/ 381966 w 459014"/>
                <a:gd name="connsiteY241" fmla="*/ 180327 h 363932"/>
                <a:gd name="connsiteX242" fmla="*/ 380326 w 459014"/>
                <a:gd name="connsiteY242" fmla="*/ 181966 h 363932"/>
                <a:gd name="connsiteX243" fmla="*/ 377047 w 459014"/>
                <a:gd name="connsiteY243" fmla="*/ 183606 h 363932"/>
                <a:gd name="connsiteX244" fmla="*/ 373769 w 459014"/>
                <a:gd name="connsiteY244" fmla="*/ 183606 h 363932"/>
                <a:gd name="connsiteX245" fmla="*/ 368851 w 459014"/>
                <a:gd name="connsiteY245" fmla="*/ 185245 h 363932"/>
                <a:gd name="connsiteX246" fmla="*/ 365572 w 459014"/>
                <a:gd name="connsiteY246" fmla="*/ 186884 h 363932"/>
                <a:gd name="connsiteX247" fmla="*/ 362294 w 459014"/>
                <a:gd name="connsiteY247" fmla="*/ 185245 h 363932"/>
                <a:gd name="connsiteX248" fmla="*/ 357376 w 459014"/>
                <a:gd name="connsiteY248" fmla="*/ 185245 h 363932"/>
                <a:gd name="connsiteX249" fmla="*/ 354097 w 459014"/>
                <a:gd name="connsiteY249" fmla="*/ 188524 h 363932"/>
                <a:gd name="connsiteX250" fmla="*/ 354097 w 459014"/>
                <a:gd name="connsiteY250" fmla="*/ 191802 h 363932"/>
                <a:gd name="connsiteX251" fmla="*/ 354097 w 459014"/>
                <a:gd name="connsiteY251" fmla="*/ 196720 h 363932"/>
                <a:gd name="connsiteX252" fmla="*/ 357376 w 459014"/>
                <a:gd name="connsiteY252" fmla="*/ 198360 h 363932"/>
                <a:gd name="connsiteX253" fmla="*/ 355736 w 459014"/>
                <a:gd name="connsiteY253" fmla="*/ 201638 h 363932"/>
                <a:gd name="connsiteX254" fmla="*/ 355736 w 459014"/>
                <a:gd name="connsiteY254" fmla="*/ 206556 h 363932"/>
                <a:gd name="connsiteX255" fmla="*/ 355736 w 459014"/>
                <a:gd name="connsiteY255" fmla="*/ 209835 h 363932"/>
                <a:gd name="connsiteX256" fmla="*/ 359015 w 459014"/>
                <a:gd name="connsiteY256" fmla="*/ 211474 h 363932"/>
                <a:gd name="connsiteX257" fmla="*/ 362294 w 459014"/>
                <a:gd name="connsiteY257" fmla="*/ 214753 h 363932"/>
                <a:gd name="connsiteX258" fmla="*/ 359015 w 459014"/>
                <a:gd name="connsiteY258" fmla="*/ 218032 h 363932"/>
                <a:gd name="connsiteX259" fmla="*/ 355736 w 459014"/>
                <a:gd name="connsiteY259" fmla="*/ 219671 h 363932"/>
                <a:gd name="connsiteX260" fmla="*/ 350818 w 459014"/>
                <a:gd name="connsiteY260" fmla="*/ 219671 h 363932"/>
                <a:gd name="connsiteX261" fmla="*/ 347540 w 459014"/>
                <a:gd name="connsiteY261" fmla="*/ 219671 h 363932"/>
                <a:gd name="connsiteX262" fmla="*/ 344261 w 459014"/>
                <a:gd name="connsiteY262" fmla="*/ 222950 h 363932"/>
                <a:gd name="connsiteX263" fmla="*/ 340982 w 459014"/>
                <a:gd name="connsiteY263" fmla="*/ 226229 h 363932"/>
                <a:gd name="connsiteX264" fmla="*/ 339343 w 459014"/>
                <a:gd name="connsiteY264" fmla="*/ 227868 h 363932"/>
                <a:gd name="connsiteX265" fmla="*/ 337703 w 459014"/>
                <a:gd name="connsiteY265" fmla="*/ 227868 h 363932"/>
                <a:gd name="connsiteX266" fmla="*/ 334425 w 459014"/>
                <a:gd name="connsiteY266" fmla="*/ 229507 h 363932"/>
                <a:gd name="connsiteX267" fmla="*/ 331146 w 459014"/>
                <a:gd name="connsiteY267" fmla="*/ 232786 h 363932"/>
                <a:gd name="connsiteX268" fmla="*/ 331146 w 459014"/>
                <a:gd name="connsiteY268" fmla="*/ 232786 h 363932"/>
                <a:gd name="connsiteX269" fmla="*/ 327867 w 459014"/>
                <a:gd name="connsiteY269" fmla="*/ 232786 h 363932"/>
                <a:gd name="connsiteX270" fmla="*/ 322950 w 459014"/>
                <a:gd name="connsiteY270" fmla="*/ 234425 h 363932"/>
                <a:gd name="connsiteX271" fmla="*/ 319671 w 459014"/>
                <a:gd name="connsiteY271" fmla="*/ 236064 h 363932"/>
                <a:gd name="connsiteX272" fmla="*/ 314753 w 459014"/>
                <a:gd name="connsiteY272" fmla="*/ 237704 h 363932"/>
                <a:gd name="connsiteX273" fmla="*/ 311474 w 459014"/>
                <a:gd name="connsiteY273" fmla="*/ 237704 h 363932"/>
                <a:gd name="connsiteX274" fmla="*/ 309835 w 459014"/>
                <a:gd name="connsiteY274" fmla="*/ 242622 h 363932"/>
                <a:gd name="connsiteX275" fmla="*/ 308196 w 459014"/>
                <a:gd name="connsiteY275" fmla="*/ 244261 h 363932"/>
                <a:gd name="connsiteX276" fmla="*/ 306556 w 459014"/>
                <a:gd name="connsiteY276" fmla="*/ 249179 h 363932"/>
                <a:gd name="connsiteX277" fmla="*/ 303277 w 459014"/>
                <a:gd name="connsiteY277" fmla="*/ 252458 h 363932"/>
                <a:gd name="connsiteX278" fmla="*/ 303277 w 459014"/>
                <a:gd name="connsiteY278" fmla="*/ 254097 h 363932"/>
                <a:gd name="connsiteX279" fmla="*/ 298360 w 459014"/>
                <a:gd name="connsiteY279" fmla="*/ 257376 h 363932"/>
                <a:gd name="connsiteX280" fmla="*/ 295081 w 459014"/>
                <a:gd name="connsiteY280" fmla="*/ 260654 h 363932"/>
                <a:gd name="connsiteX281" fmla="*/ 293442 w 459014"/>
                <a:gd name="connsiteY281" fmla="*/ 262294 h 363932"/>
                <a:gd name="connsiteX282" fmla="*/ 290163 w 459014"/>
                <a:gd name="connsiteY282" fmla="*/ 263933 h 363932"/>
                <a:gd name="connsiteX283" fmla="*/ 286884 w 459014"/>
                <a:gd name="connsiteY283" fmla="*/ 265573 h 363932"/>
                <a:gd name="connsiteX284" fmla="*/ 281966 w 459014"/>
                <a:gd name="connsiteY284" fmla="*/ 265573 h 363932"/>
                <a:gd name="connsiteX285" fmla="*/ 278687 w 459014"/>
                <a:gd name="connsiteY285" fmla="*/ 265573 h 363932"/>
                <a:gd name="connsiteX286" fmla="*/ 275409 w 459014"/>
                <a:gd name="connsiteY286" fmla="*/ 267212 h 363932"/>
                <a:gd name="connsiteX287" fmla="*/ 272130 w 459014"/>
                <a:gd name="connsiteY287" fmla="*/ 268851 h 363932"/>
                <a:gd name="connsiteX288" fmla="*/ 268852 w 459014"/>
                <a:gd name="connsiteY288" fmla="*/ 267212 h 363932"/>
                <a:gd name="connsiteX289" fmla="*/ 265573 w 459014"/>
                <a:gd name="connsiteY289" fmla="*/ 267212 h 363932"/>
                <a:gd name="connsiteX290" fmla="*/ 262294 w 459014"/>
                <a:gd name="connsiteY290" fmla="*/ 268851 h 363932"/>
                <a:gd name="connsiteX291" fmla="*/ 259016 w 459014"/>
                <a:gd name="connsiteY291" fmla="*/ 268851 h 363932"/>
                <a:gd name="connsiteX292" fmla="*/ 255737 w 459014"/>
                <a:gd name="connsiteY292" fmla="*/ 268851 h 363932"/>
                <a:gd name="connsiteX293" fmla="*/ 252458 w 459014"/>
                <a:gd name="connsiteY293" fmla="*/ 272130 h 363932"/>
                <a:gd name="connsiteX294" fmla="*/ 252458 w 459014"/>
                <a:gd name="connsiteY294" fmla="*/ 275409 h 363932"/>
                <a:gd name="connsiteX295" fmla="*/ 247540 w 459014"/>
                <a:gd name="connsiteY295" fmla="*/ 278687 h 363932"/>
                <a:gd name="connsiteX296" fmla="*/ 244262 w 459014"/>
                <a:gd name="connsiteY296" fmla="*/ 278687 h 363932"/>
                <a:gd name="connsiteX297" fmla="*/ 240983 w 459014"/>
                <a:gd name="connsiteY297" fmla="*/ 278687 h 363932"/>
                <a:gd name="connsiteX298" fmla="*/ 237704 w 459014"/>
                <a:gd name="connsiteY298" fmla="*/ 277048 h 363932"/>
                <a:gd name="connsiteX299" fmla="*/ 232786 w 459014"/>
                <a:gd name="connsiteY299" fmla="*/ 277048 h 363932"/>
                <a:gd name="connsiteX300" fmla="*/ 229507 w 459014"/>
                <a:gd name="connsiteY300" fmla="*/ 277048 h 363932"/>
                <a:gd name="connsiteX301" fmla="*/ 226229 w 459014"/>
                <a:gd name="connsiteY301" fmla="*/ 278687 h 363932"/>
                <a:gd name="connsiteX302" fmla="*/ 221310 w 459014"/>
                <a:gd name="connsiteY302" fmla="*/ 281966 h 363932"/>
                <a:gd name="connsiteX303" fmla="*/ 219672 w 459014"/>
                <a:gd name="connsiteY303" fmla="*/ 285244 h 363932"/>
                <a:gd name="connsiteX304" fmla="*/ 214753 w 459014"/>
                <a:gd name="connsiteY304" fmla="*/ 286884 h 363932"/>
                <a:gd name="connsiteX305" fmla="*/ 211475 w 459014"/>
                <a:gd name="connsiteY305" fmla="*/ 286884 h 363932"/>
                <a:gd name="connsiteX306" fmla="*/ 208196 w 459014"/>
                <a:gd name="connsiteY306" fmla="*/ 288523 h 363932"/>
                <a:gd name="connsiteX307" fmla="*/ 204917 w 459014"/>
                <a:gd name="connsiteY307" fmla="*/ 291802 h 363932"/>
                <a:gd name="connsiteX308" fmla="*/ 203278 w 459014"/>
                <a:gd name="connsiteY308" fmla="*/ 293441 h 363932"/>
                <a:gd name="connsiteX309" fmla="*/ 198360 w 459014"/>
                <a:gd name="connsiteY309" fmla="*/ 296720 h 363932"/>
                <a:gd name="connsiteX310" fmla="*/ 195081 w 459014"/>
                <a:gd name="connsiteY310" fmla="*/ 299999 h 363932"/>
                <a:gd name="connsiteX311" fmla="*/ 191803 w 459014"/>
                <a:gd name="connsiteY311" fmla="*/ 301638 h 363932"/>
                <a:gd name="connsiteX312" fmla="*/ 188524 w 459014"/>
                <a:gd name="connsiteY312" fmla="*/ 303277 h 363932"/>
                <a:gd name="connsiteX313" fmla="*/ 183606 w 459014"/>
                <a:gd name="connsiteY313" fmla="*/ 306556 h 363932"/>
                <a:gd name="connsiteX314" fmla="*/ 180327 w 459014"/>
                <a:gd name="connsiteY314" fmla="*/ 309835 h 363932"/>
                <a:gd name="connsiteX315" fmla="*/ 177049 w 459014"/>
                <a:gd name="connsiteY315" fmla="*/ 313113 h 363932"/>
                <a:gd name="connsiteX316" fmla="*/ 172130 w 459014"/>
                <a:gd name="connsiteY316" fmla="*/ 314753 h 363932"/>
                <a:gd name="connsiteX317" fmla="*/ 170491 w 459014"/>
                <a:gd name="connsiteY317" fmla="*/ 318031 h 363932"/>
                <a:gd name="connsiteX318" fmla="*/ 168852 w 459014"/>
                <a:gd name="connsiteY318" fmla="*/ 321310 h 363932"/>
                <a:gd name="connsiteX319" fmla="*/ 168852 w 459014"/>
                <a:gd name="connsiteY319" fmla="*/ 324589 h 363932"/>
                <a:gd name="connsiteX320" fmla="*/ 168852 w 459014"/>
                <a:gd name="connsiteY320" fmla="*/ 327867 h 363932"/>
                <a:gd name="connsiteX321" fmla="*/ 168852 w 459014"/>
                <a:gd name="connsiteY321" fmla="*/ 332785 h 363932"/>
                <a:gd name="connsiteX322" fmla="*/ 168852 w 459014"/>
                <a:gd name="connsiteY322" fmla="*/ 337703 h 363932"/>
                <a:gd name="connsiteX323" fmla="*/ 168852 w 459014"/>
                <a:gd name="connsiteY323" fmla="*/ 340982 h 363932"/>
                <a:gd name="connsiteX324" fmla="*/ 168852 w 459014"/>
                <a:gd name="connsiteY324" fmla="*/ 345900 h 363932"/>
                <a:gd name="connsiteX325" fmla="*/ 168852 w 459014"/>
                <a:gd name="connsiteY325" fmla="*/ 350818 h 363932"/>
                <a:gd name="connsiteX326" fmla="*/ 168852 w 459014"/>
                <a:gd name="connsiteY326" fmla="*/ 354097 h 363932"/>
                <a:gd name="connsiteX327" fmla="*/ 168852 w 459014"/>
                <a:gd name="connsiteY327" fmla="*/ 359015 h 363932"/>
                <a:gd name="connsiteX328" fmla="*/ 167213 w 459014"/>
                <a:gd name="connsiteY328" fmla="*/ 363933 h 363932"/>
                <a:gd name="connsiteX329" fmla="*/ 163934 w 459014"/>
                <a:gd name="connsiteY329" fmla="*/ 363933 h 363932"/>
                <a:gd name="connsiteX330" fmla="*/ 160655 w 459014"/>
                <a:gd name="connsiteY330" fmla="*/ 363933 h 363932"/>
                <a:gd name="connsiteX331" fmla="*/ 159016 w 459014"/>
                <a:gd name="connsiteY331" fmla="*/ 363933 h 363932"/>
                <a:gd name="connsiteX332" fmla="*/ 155737 w 459014"/>
                <a:gd name="connsiteY332" fmla="*/ 363933 h 363932"/>
                <a:gd name="connsiteX333" fmla="*/ 152459 w 459014"/>
                <a:gd name="connsiteY333" fmla="*/ 363933 h 363932"/>
                <a:gd name="connsiteX334" fmla="*/ 147540 w 459014"/>
                <a:gd name="connsiteY334" fmla="*/ 363933 h 363932"/>
                <a:gd name="connsiteX335" fmla="*/ 144262 w 459014"/>
                <a:gd name="connsiteY335" fmla="*/ 363933 h 363932"/>
                <a:gd name="connsiteX336" fmla="*/ 140983 w 459014"/>
                <a:gd name="connsiteY336" fmla="*/ 363933 h 363932"/>
                <a:gd name="connsiteX337" fmla="*/ 137705 w 459014"/>
                <a:gd name="connsiteY337" fmla="*/ 363933 h 363932"/>
                <a:gd name="connsiteX338" fmla="*/ 132786 w 459014"/>
                <a:gd name="connsiteY338" fmla="*/ 363933 h 363932"/>
                <a:gd name="connsiteX339" fmla="*/ 129508 w 459014"/>
                <a:gd name="connsiteY339" fmla="*/ 363933 h 363932"/>
                <a:gd name="connsiteX340" fmla="*/ 126229 w 459014"/>
                <a:gd name="connsiteY340" fmla="*/ 363933 h 363932"/>
                <a:gd name="connsiteX341" fmla="*/ 121311 w 459014"/>
                <a:gd name="connsiteY341" fmla="*/ 363933 h 363932"/>
                <a:gd name="connsiteX342" fmla="*/ 118032 w 459014"/>
                <a:gd name="connsiteY342" fmla="*/ 363933 h 363932"/>
                <a:gd name="connsiteX343" fmla="*/ 116393 w 459014"/>
                <a:gd name="connsiteY343" fmla="*/ 363933 h 363932"/>
                <a:gd name="connsiteX344" fmla="*/ 113115 w 459014"/>
                <a:gd name="connsiteY344" fmla="*/ 363933 h 363932"/>
                <a:gd name="connsiteX345" fmla="*/ 109836 w 459014"/>
                <a:gd name="connsiteY345" fmla="*/ 363933 h 363932"/>
                <a:gd name="connsiteX346" fmla="*/ 104918 w 459014"/>
                <a:gd name="connsiteY346" fmla="*/ 363933 h 363932"/>
                <a:gd name="connsiteX347" fmla="*/ 101639 w 459014"/>
                <a:gd name="connsiteY347" fmla="*/ 363933 h 363932"/>
                <a:gd name="connsiteX348" fmla="*/ 98360 w 459014"/>
                <a:gd name="connsiteY348" fmla="*/ 363933 h 363932"/>
                <a:gd name="connsiteX349" fmla="*/ 95082 w 459014"/>
                <a:gd name="connsiteY349" fmla="*/ 363933 h 363932"/>
                <a:gd name="connsiteX350" fmla="*/ 90164 w 459014"/>
                <a:gd name="connsiteY350" fmla="*/ 363933 h 363932"/>
                <a:gd name="connsiteX351" fmla="*/ 86885 w 459014"/>
                <a:gd name="connsiteY351" fmla="*/ 363933 h 363932"/>
                <a:gd name="connsiteX352" fmla="*/ 83606 w 459014"/>
                <a:gd name="connsiteY352" fmla="*/ 363933 h 363932"/>
                <a:gd name="connsiteX353" fmla="*/ 80328 w 459014"/>
                <a:gd name="connsiteY353" fmla="*/ 363933 h 363932"/>
                <a:gd name="connsiteX354" fmla="*/ 75410 w 459014"/>
                <a:gd name="connsiteY354" fmla="*/ 363933 h 363932"/>
                <a:gd name="connsiteX355" fmla="*/ 72131 w 459014"/>
                <a:gd name="connsiteY355" fmla="*/ 363933 h 363932"/>
                <a:gd name="connsiteX356" fmla="*/ 68852 w 459014"/>
                <a:gd name="connsiteY356" fmla="*/ 363933 h 363932"/>
                <a:gd name="connsiteX357" fmla="*/ 63935 w 459014"/>
                <a:gd name="connsiteY357" fmla="*/ 363933 h 363932"/>
                <a:gd name="connsiteX358" fmla="*/ 60656 w 459014"/>
                <a:gd name="connsiteY358" fmla="*/ 363933 h 363932"/>
                <a:gd name="connsiteX359" fmla="*/ 57377 w 459014"/>
                <a:gd name="connsiteY359" fmla="*/ 363933 h 363932"/>
                <a:gd name="connsiteX360" fmla="*/ 54098 w 459014"/>
                <a:gd name="connsiteY360" fmla="*/ 363933 h 363932"/>
                <a:gd name="connsiteX361" fmla="*/ 49180 w 459014"/>
                <a:gd name="connsiteY361" fmla="*/ 363933 h 363932"/>
                <a:gd name="connsiteX362" fmla="*/ 45902 w 459014"/>
                <a:gd name="connsiteY362" fmla="*/ 363933 h 363932"/>
                <a:gd name="connsiteX363" fmla="*/ 42623 w 459014"/>
                <a:gd name="connsiteY363" fmla="*/ 363933 h 363932"/>
                <a:gd name="connsiteX364" fmla="*/ 39344 w 459014"/>
                <a:gd name="connsiteY364" fmla="*/ 363933 h 363932"/>
                <a:gd name="connsiteX365" fmla="*/ 34426 w 459014"/>
                <a:gd name="connsiteY365" fmla="*/ 363933 h 363932"/>
                <a:gd name="connsiteX366" fmla="*/ 31148 w 459014"/>
                <a:gd name="connsiteY366" fmla="*/ 363933 h 363932"/>
                <a:gd name="connsiteX367" fmla="*/ 27869 w 459014"/>
                <a:gd name="connsiteY367" fmla="*/ 363933 h 363932"/>
                <a:gd name="connsiteX368" fmla="*/ 24590 w 459014"/>
                <a:gd name="connsiteY368" fmla="*/ 363933 h 363932"/>
                <a:gd name="connsiteX369" fmla="*/ 19672 w 459014"/>
                <a:gd name="connsiteY369" fmla="*/ 363933 h 363932"/>
                <a:gd name="connsiteX370" fmla="*/ 16393 w 459014"/>
                <a:gd name="connsiteY370" fmla="*/ 363933 h 363932"/>
                <a:gd name="connsiteX371" fmla="*/ 11476 w 459014"/>
                <a:gd name="connsiteY371" fmla="*/ 363933 h 363932"/>
                <a:gd name="connsiteX372" fmla="*/ 11476 w 459014"/>
                <a:gd name="connsiteY372" fmla="*/ 363933 h 363932"/>
                <a:gd name="connsiteX373" fmla="*/ 8197 w 459014"/>
                <a:gd name="connsiteY373" fmla="*/ 363933 h 363932"/>
                <a:gd name="connsiteX374" fmla="*/ 8197 w 459014"/>
                <a:gd name="connsiteY374" fmla="*/ 363933 h 363932"/>
                <a:gd name="connsiteX375" fmla="*/ 3279 w 459014"/>
                <a:gd name="connsiteY375" fmla="*/ 363933 h 363932"/>
                <a:gd name="connsiteX376" fmla="*/ 0 w 459014"/>
                <a:gd name="connsiteY376" fmla="*/ 363933 h 363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</a:cxnLst>
              <a:rect l="l" t="t" r="r" b="b"/>
              <a:pathLst>
                <a:path w="459014" h="363932">
                  <a:moveTo>
                    <a:pt x="0" y="363933"/>
                  </a:moveTo>
                  <a:lnTo>
                    <a:pt x="0" y="362293"/>
                  </a:lnTo>
                  <a:lnTo>
                    <a:pt x="4918" y="360654"/>
                  </a:lnTo>
                  <a:lnTo>
                    <a:pt x="6558" y="355736"/>
                  </a:lnTo>
                  <a:lnTo>
                    <a:pt x="8197" y="352457"/>
                  </a:lnTo>
                  <a:lnTo>
                    <a:pt x="11476" y="350818"/>
                  </a:lnTo>
                  <a:lnTo>
                    <a:pt x="16393" y="349179"/>
                  </a:lnTo>
                  <a:lnTo>
                    <a:pt x="19672" y="349179"/>
                  </a:lnTo>
                  <a:lnTo>
                    <a:pt x="22951" y="349179"/>
                  </a:lnTo>
                  <a:lnTo>
                    <a:pt x="27869" y="347539"/>
                  </a:lnTo>
                  <a:lnTo>
                    <a:pt x="31148" y="347539"/>
                  </a:lnTo>
                  <a:lnTo>
                    <a:pt x="34426" y="345900"/>
                  </a:lnTo>
                  <a:lnTo>
                    <a:pt x="37705" y="345900"/>
                  </a:lnTo>
                  <a:lnTo>
                    <a:pt x="40983" y="345900"/>
                  </a:lnTo>
                  <a:lnTo>
                    <a:pt x="44262" y="344261"/>
                  </a:lnTo>
                  <a:lnTo>
                    <a:pt x="47541" y="342621"/>
                  </a:lnTo>
                  <a:lnTo>
                    <a:pt x="50820" y="340982"/>
                  </a:lnTo>
                  <a:lnTo>
                    <a:pt x="54098" y="339343"/>
                  </a:lnTo>
                  <a:lnTo>
                    <a:pt x="59016" y="337703"/>
                  </a:lnTo>
                  <a:lnTo>
                    <a:pt x="62295" y="336064"/>
                  </a:lnTo>
                  <a:lnTo>
                    <a:pt x="65573" y="332785"/>
                  </a:lnTo>
                  <a:lnTo>
                    <a:pt x="68852" y="329507"/>
                  </a:lnTo>
                  <a:lnTo>
                    <a:pt x="72131" y="326228"/>
                  </a:lnTo>
                  <a:lnTo>
                    <a:pt x="75410" y="321310"/>
                  </a:lnTo>
                  <a:lnTo>
                    <a:pt x="78688" y="318031"/>
                  </a:lnTo>
                  <a:lnTo>
                    <a:pt x="80328" y="318031"/>
                  </a:lnTo>
                  <a:lnTo>
                    <a:pt x="83606" y="314753"/>
                  </a:lnTo>
                  <a:lnTo>
                    <a:pt x="86885" y="311474"/>
                  </a:lnTo>
                  <a:lnTo>
                    <a:pt x="90164" y="309835"/>
                  </a:lnTo>
                  <a:lnTo>
                    <a:pt x="95082" y="308195"/>
                  </a:lnTo>
                  <a:lnTo>
                    <a:pt x="98360" y="306556"/>
                  </a:lnTo>
                  <a:lnTo>
                    <a:pt x="101639" y="303277"/>
                  </a:lnTo>
                  <a:lnTo>
                    <a:pt x="104918" y="299999"/>
                  </a:lnTo>
                  <a:lnTo>
                    <a:pt x="106557" y="298359"/>
                  </a:lnTo>
                  <a:lnTo>
                    <a:pt x="108196" y="293441"/>
                  </a:lnTo>
                  <a:lnTo>
                    <a:pt x="113115" y="291802"/>
                  </a:lnTo>
                  <a:lnTo>
                    <a:pt x="114754" y="286884"/>
                  </a:lnTo>
                  <a:lnTo>
                    <a:pt x="118032" y="283605"/>
                  </a:lnTo>
                  <a:lnTo>
                    <a:pt x="119672" y="280326"/>
                  </a:lnTo>
                  <a:lnTo>
                    <a:pt x="122950" y="275409"/>
                  </a:lnTo>
                  <a:lnTo>
                    <a:pt x="124590" y="273769"/>
                  </a:lnTo>
                  <a:lnTo>
                    <a:pt x="127869" y="270491"/>
                  </a:lnTo>
                  <a:lnTo>
                    <a:pt x="131147" y="267212"/>
                  </a:lnTo>
                  <a:lnTo>
                    <a:pt x="131147" y="263933"/>
                  </a:lnTo>
                  <a:lnTo>
                    <a:pt x="134426" y="260654"/>
                  </a:lnTo>
                  <a:lnTo>
                    <a:pt x="134426" y="259015"/>
                  </a:lnTo>
                  <a:lnTo>
                    <a:pt x="136065" y="255736"/>
                  </a:lnTo>
                  <a:lnTo>
                    <a:pt x="137705" y="252458"/>
                  </a:lnTo>
                  <a:lnTo>
                    <a:pt x="137705" y="247540"/>
                  </a:lnTo>
                  <a:lnTo>
                    <a:pt x="137705" y="244261"/>
                  </a:lnTo>
                  <a:lnTo>
                    <a:pt x="137705" y="240982"/>
                  </a:lnTo>
                  <a:lnTo>
                    <a:pt x="136065" y="237704"/>
                  </a:lnTo>
                  <a:lnTo>
                    <a:pt x="132786" y="234425"/>
                  </a:lnTo>
                  <a:lnTo>
                    <a:pt x="129508" y="232786"/>
                  </a:lnTo>
                  <a:lnTo>
                    <a:pt x="129508" y="229507"/>
                  </a:lnTo>
                  <a:lnTo>
                    <a:pt x="131147" y="226229"/>
                  </a:lnTo>
                  <a:lnTo>
                    <a:pt x="132786" y="221310"/>
                  </a:lnTo>
                  <a:lnTo>
                    <a:pt x="131147" y="219671"/>
                  </a:lnTo>
                  <a:lnTo>
                    <a:pt x="132786" y="214753"/>
                  </a:lnTo>
                  <a:lnTo>
                    <a:pt x="131147" y="211474"/>
                  </a:lnTo>
                  <a:lnTo>
                    <a:pt x="132786" y="208196"/>
                  </a:lnTo>
                  <a:lnTo>
                    <a:pt x="134426" y="203278"/>
                  </a:lnTo>
                  <a:lnTo>
                    <a:pt x="132786" y="199999"/>
                  </a:lnTo>
                  <a:lnTo>
                    <a:pt x="134426" y="196720"/>
                  </a:lnTo>
                  <a:lnTo>
                    <a:pt x="136065" y="191802"/>
                  </a:lnTo>
                  <a:lnTo>
                    <a:pt x="139344" y="188524"/>
                  </a:lnTo>
                  <a:lnTo>
                    <a:pt x="139344" y="185245"/>
                  </a:lnTo>
                  <a:lnTo>
                    <a:pt x="142623" y="180327"/>
                  </a:lnTo>
                  <a:lnTo>
                    <a:pt x="145901" y="177048"/>
                  </a:lnTo>
                  <a:lnTo>
                    <a:pt x="149180" y="173770"/>
                  </a:lnTo>
                  <a:lnTo>
                    <a:pt x="152459" y="170491"/>
                  </a:lnTo>
                  <a:lnTo>
                    <a:pt x="152459" y="170491"/>
                  </a:lnTo>
                  <a:lnTo>
                    <a:pt x="154098" y="165573"/>
                  </a:lnTo>
                  <a:lnTo>
                    <a:pt x="155737" y="162294"/>
                  </a:lnTo>
                  <a:lnTo>
                    <a:pt x="155737" y="159016"/>
                  </a:lnTo>
                  <a:lnTo>
                    <a:pt x="155737" y="154098"/>
                  </a:lnTo>
                  <a:lnTo>
                    <a:pt x="157376" y="150819"/>
                  </a:lnTo>
                  <a:lnTo>
                    <a:pt x="157376" y="147540"/>
                  </a:lnTo>
                  <a:lnTo>
                    <a:pt x="160655" y="142622"/>
                  </a:lnTo>
                  <a:lnTo>
                    <a:pt x="165573" y="139344"/>
                  </a:lnTo>
                  <a:lnTo>
                    <a:pt x="165573" y="139344"/>
                  </a:lnTo>
                  <a:lnTo>
                    <a:pt x="168852" y="136065"/>
                  </a:lnTo>
                  <a:lnTo>
                    <a:pt x="172130" y="132786"/>
                  </a:lnTo>
                  <a:lnTo>
                    <a:pt x="177049" y="127868"/>
                  </a:lnTo>
                  <a:lnTo>
                    <a:pt x="178688" y="124589"/>
                  </a:lnTo>
                  <a:lnTo>
                    <a:pt x="181966" y="121311"/>
                  </a:lnTo>
                  <a:lnTo>
                    <a:pt x="185245" y="116393"/>
                  </a:lnTo>
                  <a:lnTo>
                    <a:pt x="188524" y="116393"/>
                  </a:lnTo>
                  <a:lnTo>
                    <a:pt x="191803" y="113114"/>
                  </a:lnTo>
                  <a:lnTo>
                    <a:pt x="193442" y="111475"/>
                  </a:lnTo>
                  <a:lnTo>
                    <a:pt x="198360" y="109836"/>
                  </a:lnTo>
                  <a:lnTo>
                    <a:pt x="201639" y="109836"/>
                  </a:lnTo>
                  <a:lnTo>
                    <a:pt x="204917" y="108196"/>
                  </a:lnTo>
                  <a:lnTo>
                    <a:pt x="208196" y="106557"/>
                  </a:lnTo>
                  <a:lnTo>
                    <a:pt x="211475" y="104917"/>
                  </a:lnTo>
                  <a:lnTo>
                    <a:pt x="214753" y="103278"/>
                  </a:lnTo>
                  <a:lnTo>
                    <a:pt x="218032" y="101639"/>
                  </a:lnTo>
                  <a:lnTo>
                    <a:pt x="222950" y="99999"/>
                  </a:lnTo>
                  <a:lnTo>
                    <a:pt x="226229" y="98360"/>
                  </a:lnTo>
                  <a:lnTo>
                    <a:pt x="229507" y="96721"/>
                  </a:lnTo>
                  <a:lnTo>
                    <a:pt x="232786" y="93442"/>
                  </a:lnTo>
                  <a:lnTo>
                    <a:pt x="236065" y="91803"/>
                  </a:lnTo>
                  <a:lnTo>
                    <a:pt x="239343" y="91803"/>
                  </a:lnTo>
                  <a:lnTo>
                    <a:pt x="242622" y="88524"/>
                  </a:lnTo>
                  <a:lnTo>
                    <a:pt x="245901" y="85245"/>
                  </a:lnTo>
                  <a:lnTo>
                    <a:pt x="249179" y="81967"/>
                  </a:lnTo>
                  <a:lnTo>
                    <a:pt x="250819" y="80327"/>
                  </a:lnTo>
                  <a:lnTo>
                    <a:pt x="254097" y="75409"/>
                  </a:lnTo>
                  <a:lnTo>
                    <a:pt x="255737" y="72131"/>
                  </a:lnTo>
                  <a:lnTo>
                    <a:pt x="257376" y="70492"/>
                  </a:lnTo>
                  <a:lnTo>
                    <a:pt x="259016" y="65573"/>
                  </a:lnTo>
                  <a:lnTo>
                    <a:pt x="262294" y="62295"/>
                  </a:lnTo>
                  <a:lnTo>
                    <a:pt x="263933" y="59016"/>
                  </a:lnTo>
                  <a:lnTo>
                    <a:pt x="265573" y="55737"/>
                  </a:lnTo>
                  <a:lnTo>
                    <a:pt x="268852" y="50819"/>
                  </a:lnTo>
                  <a:lnTo>
                    <a:pt x="270491" y="47541"/>
                  </a:lnTo>
                  <a:lnTo>
                    <a:pt x="272130" y="44262"/>
                  </a:lnTo>
                  <a:lnTo>
                    <a:pt x="273769" y="39344"/>
                  </a:lnTo>
                  <a:lnTo>
                    <a:pt x="273769" y="39344"/>
                  </a:lnTo>
                  <a:lnTo>
                    <a:pt x="275409" y="34426"/>
                  </a:lnTo>
                  <a:lnTo>
                    <a:pt x="277048" y="31147"/>
                  </a:lnTo>
                  <a:lnTo>
                    <a:pt x="278687" y="27869"/>
                  </a:lnTo>
                  <a:lnTo>
                    <a:pt x="280327" y="22951"/>
                  </a:lnTo>
                  <a:lnTo>
                    <a:pt x="281966" y="19672"/>
                  </a:lnTo>
                  <a:lnTo>
                    <a:pt x="281966" y="16393"/>
                  </a:lnTo>
                  <a:lnTo>
                    <a:pt x="283606" y="13115"/>
                  </a:lnTo>
                  <a:lnTo>
                    <a:pt x="285245" y="8197"/>
                  </a:lnTo>
                  <a:lnTo>
                    <a:pt x="286884" y="4918"/>
                  </a:lnTo>
                  <a:lnTo>
                    <a:pt x="291802" y="4918"/>
                  </a:lnTo>
                  <a:lnTo>
                    <a:pt x="295081" y="3279"/>
                  </a:lnTo>
                  <a:lnTo>
                    <a:pt x="298360" y="3279"/>
                  </a:lnTo>
                  <a:lnTo>
                    <a:pt x="301638" y="1639"/>
                  </a:lnTo>
                  <a:lnTo>
                    <a:pt x="303277" y="0"/>
                  </a:lnTo>
                  <a:lnTo>
                    <a:pt x="306556" y="0"/>
                  </a:lnTo>
                  <a:lnTo>
                    <a:pt x="306556" y="1639"/>
                  </a:lnTo>
                  <a:lnTo>
                    <a:pt x="308196" y="3279"/>
                  </a:lnTo>
                  <a:lnTo>
                    <a:pt x="308196" y="4918"/>
                  </a:lnTo>
                  <a:lnTo>
                    <a:pt x="308196" y="8197"/>
                  </a:lnTo>
                  <a:lnTo>
                    <a:pt x="309835" y="13115"/>
                  </a:lnTo>
                  <a:lnTo>
                    <a:pt x="313113" y="16393"/>
                  </a:lnTo>
                  <a:lnTo>
                    <a:pt x="316392" y="19672"/>
                  </a:lnTo>
                  <a:lnTo>
                    <a:pt x="319671" y="22951"/>
                  </a:lnTo>
                  <a:lnTo>
                    <a:pt x="321310" y="24590"/>
                  </a:lnTo>
                  <a:lnTo>
                    <a:pt x="324589" y="27869"/>
                  </a:lnTo>
                  <a:lnTo>
                    <a:pt x="329507" y="29508"/>
                  </a:lnTo>
                  <a:lnTo>
                    <a:pt x="332786" y="31147"/>
                  </a:lnTo>
                  <a:lnTo>
                    <a:pt x="336064" y="32787"/>
                  </a:lnTo>
                  <a:lnTo>
                    <a:pt x="339343" y="32787"/>
                  </a:lnTo>
                  <a:lnTo>
                    <a:pt x="344261" y="32787"/>
                  </a:lnTo>
                  <a:lnTo>
                    <a:pt x="347540" y="31147"/>
                  </a:lnTo>
                  <a:lnTo>
                    <a:pt x="350818" y="31147"/>
                  </a:lnTo>
                  <a:lnTo>
                    <a:pt x="355736" y="29508"/>
                  </a:lnTo>
                  <a:lnTo>
                    <a:pt x="359015" y="29508"/>
                  </a:lnTo>
                  <a:lnTo>
                    <a:pt x="362294" y="31147"/>
                  </a:lnTo>
                  <a:lnTo>
                    <a:pt x="363933" y="27869"/>
                  </a:lnTo>
                  <a:lnTo>
                    <a:pt x="368851" y="27869"/>
                  </a:lnTo>
                  <a:lnTo>
                    <a:pt x="372130" y="29508"/>
                  </a:lnTo>
                  <a:lnTo>
                    <a:pt x="375409" y="31147"/>
                  </a:lnTo>
                  <a:lnTo>
                    <a:pt x="378687" y="31147"/>
                  </a:lnTo>
                  <a:lnTo>
                    <a:pt x="383605" y="29508"/>
                  </a:lnTo>
                  <a:lnTo>
                    <a:pt x="386884" y="27869"/>
                  </a:lnTo>
                  <a:lnTo>
                    <a:pt x="390162" y="24590"/>
                  </a:lnTo>
                  <a:lnTo>
                    <a:pt x="393441" y="21311"/>
                  </a:lnTo>
                  <a:lnTo>
                    <a:pt x="393441" y="24590"/>
                  </a:lnTo>
                  <a:lnTo>
                    <a:pt x="393441" y="27869"/>
                  </a:lnTo>
                  <a:lnTo>
                    <a:pt x="395080" y="27869"/>
                  </a:lnTo>
                  <a:lnTo>
                    <a:pt x="395080" y="27869"/>
                  </a:lnTo>
                  <a:lnTo>
                    <a:pt x="395080" y="29508"/>
                  </a:lnTo>
                  <a:lnTo>
                    <a:pt x="395080" y="32787"/>
                  </a:lnTo>
                  <a:lnTo>
                    <a:pt x="399999" y="34426"/>
                  </a:lnTo>
                  <a:lnTo>
                    <a:pt x="396720" y="29508"/>
                  </a:lnTo>
                  <a:lnTo>
                    <a:pt x="399999" y="34426"/>
                  </a:lnTo>
                  <a:lnTo>
                    <a:pt x="404916" y="36065"/>
                  </a:lnTo>
                  <a:lnTo>
                    <a:pt x="408195" y="36065"/>
                  </a:lnTo>
                  <a:lnTo>
                    <a:pt x="411474" y="34426"/>
                  </a:lnTo>
                  <a:lnTo>
                    <a:pt x="414753" y="34426"/>
                  </a:lnTo>
                  <a:lnTo>
                    <a:pt x="416392" y="34426"/>
                  </a:lnTo>
                  <a:lnTo>
                    <a:pt x="419670" y="36065"/>
                  </a:lnTo>
                  <a:lnTo>
                    <a:pt x="422949" y="39344"/>
                  </a:lnTo>
                  <a:lnTo>
                    <a:pt x="426228" y="42623"/>
                  </a:lnTo>
                  <a:lnTo>
                    <a:pt x="429506" y="45901"/>
                  </a:lnTo>
                  <a:lnTo>
                    <a:pt x="432785" y="49180"/>
                  </a:lnTo>
                  <a:lnTo>
                    <a:pt x="434424" y="49180"/>
                  </a:lnTo>
                  <a:lnTo>
                    <a:pt x="436064" y="52459"/>
                  </a:lnTo>
                  <a:lnTo>
                    <a:pt x="432785" y="55737"/>
                  </a:lnTo>
                  <a:lnTo>
                    <a:pt x="434424" y="59016"/>
                  </a:lnTo>
                  <a:lnTo>
                    <a:pt x="437703" y="62295"/>
                  </a:lnTo>
                  <a:lnTo>
                    <a:pt x="437703" y="63934"/>
                  </a:lnTo>
                  <a:lnTo>
                    <a:pt x="434424" y="67213"/>
                  </a:lnTo>
                  <a:lnTo>
                    <a:pt x="436064" y="70492"/>
                  </a:lnTo>
                  <a:lnTo>
                    <a:pt x="437703" y="75409"/>
                  </a:lnTo>
                  <a:lnTo>
                    <a:pt x="439343" y="80327"/>
                  </a:lnTo>
                  <a:lnTo>
                    <a:pt x="437703" y="81967"/>
                  </a:lnTo>
                  <a:lnTo>
                    <a:pt x="437703" y="85245"/>
                  </a:lnTo>
                  <a:lnTo>
                    <a:pt x="436064" y="90164"/>
                  </a:lnTo>
                  <a:lnTo>
                    <a:pt x="436064" y="93442"/>
                  </a:lnTo>
                  <a:lnTo>
                    <a:pt x="436064" y="96721"/>
                  </a:lnTo>
                  <a:lnTo>
                    <a:pt x="437703" y="98360"/>
                  </a:lnTo>
                  <a:lnTo>
                    <a:pt x="439343" y="103278"/>
                  </a:lnTo>
                  <a:lnTo>
                    <a:pt x="439343" y="106557"/>
                  </a:lnTo>
                  <a:lnTo>
                    <a:pt x="437703" y="109836"/>
                  </a:lnTo>
                  <a:lnTo>
                    <a:pt x="437703" y="113114"/>
                  </a:lnTo>
                  <a:lnTo>
                    <a:pt x="437703" y="118032"/>
                  </a:lnTo>
                  <a:lnTo>
                    <a:pt x="439343" y="121311"/>
                  </a:lnTo>
                  <a:lnTo>
                    <a:pt x="442621" y="124589"/>
                  </a:lnTo>
                  <a:lnTo>
                    <a:pt x="442621" y="129508"/>
                  </a:lnTo>
                  <a:lnTo>
                    <a:pt x="442621" y="132786"/>
                  </a:lnTo>
                  <a:lnTo>
                    <a:pt x="444260" y="137704"/>
                  </a:lnTo>
                  <a:lnTo>
                    <a:pt x="447539" y="140983"/>
                  </a:lnTo>
                  <a:lnTo>
                    <a:pt x="450818" y="142622"/>
                  </a:lnTo>
                  <a:lnTo>
                    <a:pt x="455736" y="145901"/>
                  </a:lnTo>
                  <a:lnTo>
                    <a:pt x="459014" y="149179"/>
                  </a:lnTo>
                  <a:lnTo>
                    <a:pt x="455736" y="152458"/>
                  </a:lnTo>
                  <a:lnTo>
                    <a:pt x="452457" y="154098"/>
                  </a:lnTo>
                  <a:lnTo>
                    <a:pt x="450818" y="159016"/>
                  </a:lnTo>
                  <a:lnTo>
                    <a:pt x="450818" y="162294"/>
                  </a:lnTo>
                  <a:lnTo>
                    <a:pt x="449179" y="165573"/>
                  </a:lnTo>
                  <a:lnTo>
                    <a:pt x="449179" y="165573"/>
                  </a:lnTo>
                  <a:lnTo>
                    <a:pt x="452457" y="167212"/>
                  </a:lnTo>
                  <a:lnTo>
                    <a:pt x="452457" y="168852"/>
                  </a:lnTo>
                  <a:lnTo>
                    <a:pt x="449179" y="168852"/>
                  </a:lnTo>
                  <a:lnTo>
                    <a:pt x="445900" y="167212"/>
                  </a:lnTo>
                  <a:lnTo>
                    <a:pt x="444260" y="167212"/>
                  </a:lnTo>
                  <a:lnTo>
                    <a:pt x="440982" y="167212"/>
                  </a:lnTo>
                  <a:lnTo>
                    <a:pt x="436064" y="167212"/>
                  </a:lnTo>
                  <a:lnTo>
                    <a:pt x="432785" y="167212"/>
                  </a:lnTo>
                  <a:lnTo>
                    <a:pt x="429506" y="167212"/>
                  </a:lnTo>
                  <a:lnTo>
                    <a:pt x="424589" y="167212"/>
                  </a:lnTo>
                  <a:lnTo>
                    <a:pt x="421310" y="167212"/>
                  </a:lnTo>
                  <a:lnTo>
                    <a:pt x="418031" y="165573"/>
                  </a:lnTo>
                  <a:lnTo>
                    <a:pt x="414753" y="165573"/>
                  </a:lnTo>
                  <a:lnTo>
                    <a:pt x="409834" y="165573"/>
                  </a:lnTo>
                  <a:lnTo>
                    <a:pt x="406556" y="165573"/>
                  </a:lnTo>
                  <a:lnTo>
                    <a:pt x="403277" y="167212"/>
                  </a:lnTo>
                  <a:lnTo>
                    <a:pt x="398359" y="167212"/>
                  </a:lnTo>
                  <a:lnTo>
                    <a:pt x="395080" y="168852"/>
                  </a:lnTo>
                  <a:lnTo>
                    <a:pt x="391802" y="168852"/>
                  </a:lnTo>
                  <a:lnTo>
                    <a:pt x="388523" y="172130"/>
                  </a:lnTo>
                  <a:lnTo>
                    <a:pt x="388523" y="175409"/>
                  </a:lnTo>
                  <a:lnTo>
                    <a:pt x="386884" y="178688"/>
                  </a:lnTo>
                  <a:lnTo>
                    <a:pt x="386884" y="178688"/>
                  </a:lnTo>
                  <a:lnTo>
                    <a:pt x="381966" y="180327"/>
                  </a:lnTo>
                  <a:lnTo>
                    <a:pt x="380326" y="181966"/>
                  </a:lnTo>
                  <a:lnTo>
                    <a:pt x="377047" y="183606"/>
                  </a:lnTo>
                  <a:lnTo>
                    <a:pt x="373769" y="183606"/>
                  </a:lnTo>
                  <a:lnTo>
                    <a:pt x="368851" y="185245"/>
                  </a:lnTo>
                  <a:lnTo>
                    <a:pt x="365572" y="186884"/>
                  </a:lnTo>
                  <a:lnTo>
                    <a:pt x="362294" y="185245"/>
                  </a:lnTo>
                  <a:lnTo>
                    <a:pt x="357376" y="185245"/>
                  </a:lnTo>
                  <a:lnTo>
                    <a:pt x="354097" y="188524"/>
                  </a:lnTo>
                  <a:lnTo>
                    <a:pt x="354097" y="191802"/>
                  </a:lnTo>
                  <a:lnTo>
                    <a:pt x="354097" y="196720"/>
                  </a:lnTo>
                  <a:lnTo>
                    <a:pt x="357376" y="198360"/>
                  </a:lnTo>
                  <a:lnTo>
                    <a:pt x="355736" y="201638"/>
                  </a:lnTo>
                  <a:lnTo>
                    <a:pt x="355736" y="206556"/>
                  </a:lnTo>
                  <a:lnTo>
                    <a:pt x="355736" y="209835"/>
                  </a:lnTo>
                  <a:lnTo>
                    <a:pt x="359015" y="211474"/>
                  </a:lnTo>
                  <a:lnTo>
                    <a:pt x="362294" y="214753"/>
                  </a:lnTo>
                  <a:lnTo>
                    <a:pt x="359015" y="218032"/>
                  </a:lnTo>
                  <a:lnTo>
                    <a:pt x="355736" y="219671"/>
                  </a:lnTo>
                  <a:lnTo>
                    <a:pt x="350818" y="219671"/>
                  </a:lnTo>
                  <a:lnTo>
                    <a:pt x="347540" y="219671"/>
                  </a:lnTo>
                  <a:lnTo>
                    <a:pt x="344261" y="222950"/>
                  </a:lnTo>
                  <a:lnTo>
                    <a:pt x="340982" y="226229"/>
                  </a:lnTo>
                  <a:lnTo>
                    <a:pt x="339343" y="227868"/>
                  </a:lnTo>
                  <a:lnTo>
                    <a:pt x="337703" y="227868"/>
                  </a:lnTo>
                  <a:lnTo>
                    <a:pt x="334425" y="229507"/>
                  </a:lnTo>
                  <a:lnTo>
                    <a:pt x="331146" y="232786"/>
                  </a:lnTo>
                  <a:lnTo>
                    <a:pt x="331146" y="232786"/>
                  </a:lnTo>
                  <a:lnTo>
                    <a:pt x="327867" y="232786"/>
                  </a:lnTo>
                  <a:lnTo>
                    <a:pt x="322950" y="234425"/>
                  </a:lnTo>
                  <a:lnTo>
                    <a:pt x="319671" y="236064"/>
                  </a:lnTo>
                  <a:lnTo>
                    <a:pt x="314753" y="237704"/>
                  </a:lnTo>
                  <a:lnTo>
                    <a:pt x="311474" y="237704"/>
                  </a:lnTo>
                  <a:lnTo>
                    <a:pt x="309835" y="242622"/>
                  </a:lnTo>
                  <a:lnTo>
                    <a:pt x="308196" y="244261"/>
                  </a:lnTo>
                  <a:lnTo>
                    <a:pt x="306556" y="249179"/>
                  </a:lnTo>
                  <a:lnTo>
                    <a:pt x="303277" y="252458"/>
                  </a:lnTo>
                  <a:lnTo>
                    <a:pt x="303277" y="254097"/>
                  </a:lnTo>
                  <a:lnTo>
                    <a:pt x="298360" y="257376"/>
                  </a:lnTo>
                  <a:lnTo>
                    <a:pt x="295081" y="260654"/>
                  </a:lnTo>
                  <a:lnTo>
                    <a:pt x="293442" y="262294"/>
                  </a:lnTo>
                  <a:lnTo>
                    <a:pt x="290163" y="263933"/>
                  </a:lnTo>
                  <a:lnTo>
                    <a:pt x="286884" y="265573"/>
                  </a:lnTo>
                  <a:lnTo>
                    <a:pt x="281966" y="265573"/>
                  </a:lnTo>
                  <a:lnTo>
                    <a:pt x="278687" y="265573"/>
                  </a:lnTo>
                  <a:lnTo>
                    <a:pt x="275409" y="267212"/>
                  </a:lnTo>
                  <a:lnTo>
                    <a:pt x="272130" y="268851"/>
                  </a:lnTo>
                  <a:lnTo>
                    <a:pt x="268852" y="267212"/>
                  </a:lnTo>
                  <a:lnTo>
                    <a:pt x="265573" y="267212"/>
                  </a:lnTo>
                  <a:lnTo>
                    <a:pt x="262294" y="268851"/>
                  </a:lnTo>
                  <a:lnTo>
                    <a:pt x="259016" y="268851"/>
                  </a:lnTo>
                  <a:lnTo>
                    <a:pt x="255737" y="268851"/>
                  </a:lnTo>
                  <a:lnTo>
                    <a:pt x="252458" y="272130"/>
                  </a:lnTo>
                  <a:lnTo>
                    <a:pt x="252458" y="275409"/>
                  </a:lnTo>
                  <a:lnTo>
                    <a:pt x="247540" y="278687"/>
                  </a:lnTo>
                  <a:lnTo>
                    <a:pt x="244262" y="278687"/>
                  </a:lnTo>
                  <a:lnTo>
                    <a:pt x="240983" y="278687"/>
                  </a:lnTo>
                  <a:lnTo>
                    <a:pt x="237704" y="277048"/>
                  </a:lnTo>
                  <a:lnTo>
                    <a:pt x="232786" y="277048"/>
                  </a:lnTo>
                  <a:lnTo>
                    <a:pt x="229507" y="277048"/>
                  </a:lnTo>
                  <a:lnTo>
                    <a:pt x="226229" y="278687"/>
                  </a:lnTo>
                  <a:lnTo>
                    <a:pt x="221310" y="281966"/>
                  </a:lnTo>
                  <a:lnTo>
                    <a:pt x="219672" y="285244"/>
                  </a:lnTo>
                  <a:lnTo>
                    <a:pt x="214753" y="286884"/>
                  </a:lnTo>
                  <a:lnTo>
                    <a:pt x="211475" y="286884"/>
                  </a:lnTo>
                  <a:lnTo>
                    <a:pt x="208196" y="288523"/>
                  </a:lnTo>
                  <a:lnTo>
                    <a:pt x="204917" y="291802"/>
                  </a:lnTo>
                  <a:lnTo>
                    <a:pt x="203278" y="293441"/>
                  </a:lnTo>
                  <a:lnTo>
                    <a:pt x="198360" y="296720"/>
                  </a:lnTo>
                  <a:lnTo>
                    <a:pt x="195081" y="299999"/>
                  </a:lnTo>
                  <a:lnTo>
                    <a:pt x="191803" y="301638"/>
                  </a:lnTo>
                  <a:lnTo>
                    <a:pt x="188524" y="303277"/>
                  </a:lnTo>
                  <a:lnTo>
                    <a:pt x="183606" y="306556"/>
                  </a:lnTo>
                  <a:lnTo>
                    <a:pt x="180327" y="309835"/>
                  </a:lnTo>
                  <a:lnTo>
                    <a:pt x="177049" y="313113"/>
                  </a:lnTo>
                  <a:lnTo>
                    <a:pt x="172130" y="314753"/>
                  </a:lnTo>
                  <a:lnTo>
                    <a:pt x="170491" y="318031"/>
                  </a:lnTo>
                  <a:lnTo>
                    <a:pt x="168852" y="321310"/>
                  </a:lnTo>
                  <a:lnTo>
                    <a:pt x="168852" y="324589"/>
                  </a:lnTo>
                  <a:lnTo>
                    <a:pt x="168852" y="327867"/>
                  </a:lnTo>
                  <a:lnTo>
                    <a:pt x="168852" y="332785"/>
                  </a:lnTo>
                  <a:lnTo>
                    <a:pt x="168852" y="337703"/>
                  </a:lnTo>
                  <a:lnTo>
                    <a:pt x="168852" y="340982"/>
                  </a:lnTo>
                  <a:lnTo>
                    <a:pt x="168852" y="345900"/>
                  </a:lnTo>
                  <a:lnTo>
                    <a:pt x="168852" y="350818"/>
                  </a:lnTo>
                  <a:lnTo>
                    <a:pt x="168852" y="354097"/>
                  </a:lnTo>
                  <a:lnTo>
                    <a:pt x="168852" y="359015"/>
                  </a:lnTo>
                  <a:lnTo>
                    <a:pt x="167213" y="363933"/>
                  </a:lnTo>
                  <a:lnTo>
                    <a:pt x="163934" y="363933"/>
                  </a:lnTo>
                  <a:lnTo>
                    <a:pt x="160655" y="363933"/>
                  </a:lnTo>
                  <a:lnTo>
                    <a:pt x="159016" y="363933"/>
                  </a:lnTo>
                  <a:lnTo>
                    <a:pt x="155737" y="363933"/>
                  </a:lnTo>
                  <a:lnTo>
                    <a:pt x="152459" y="363933"/>
                  </a:lnTo>
                  <a:lnTo>
                    <a:pt x="147540" y="363933"/>
                  </a:lnTo>
                  <a:lnTo>
                    <a:pt x="144262" y="363933"/>
                  </a:lnTo>
                  <a:lnTo>
                    <a:pt x="140983" y="363933"/>
                  </a:lnTo>
                  <a:lnTo>
                    <a:pt x="137705" y="363933"/>
                  </a:lnTo>
                  <a:lnTo>
                    <a:pt x="132786" y="363933"/>
                  </a:lnTo>
                  <a:lnTo>
                    <a:pt x="129508" y="363933"/>
                  </a:lnTo>
                  <a:lnTo>
                    <a:pt x="126229" y="363933"/>
                  </a:lnTo>
                  <a:lnTo>
                    <a:pt x="121311" y="363933"/>
                  </a:lnTo>
                  <a:lnTo>
                    <a:pt x="118032" y="363933"/>
                  </a:lnTo>
                  <a:lnTo>
                    <a:pt x="116393" y="363933"/>
                  </a:lnTo>
                  <a:lnTo>
                    <a:pt x="113115" y="363933"/>
                  </a:lnTo>
                  <a:lnTo>
                    <a:pt x="109836" y="363933"/>
                  </a:lnTo>
                  <a:lnTo>
                    <a:pt x="104918" y="363933"/>
                  </a:lnTo>
                  <a:lnTo>
                    <a:pt x="101639" y="363933"/>
                  </a:lnTo>
                  <a:lnTo>
                    <a:pt x="98360" y="363933"/>
                  </a:lnTo>
                  <a:lnTo>
                    <a:pt x="95082" y="363933"/>
                  </a:lnTo>
                  <a:lnTo>
                    <a:pt x="90164" y="363933"/>
                  </a:lnTo>
                  <a:lnTo>
                    <a:pt x="86885" y="363933"/>
                  </a:lnTo>
                  <a:lnTo>
                    <a:pt x="83606" y="363933"/>
                  </a:lnTo>
                  <a:lnTo>
                    <a:pt x="80328" y="363933"/>
                  </a:lnTo>
                  <a:lnTo>
                    <a:pt x="75410" y="363933"/>
                  </a:lnTo>
                  <a:lnTo>
                    <a:pt x="72131" y="363933"/>
                  </a:lnTo>
                  <a:lnTo>
                    <a:pt x="68852" y="363933"/>
                  </a:lnTo>
                  <a:lnTo>
                    <a:pt x="63935" y="363933"/>
                  </a:lnTo>
                  <a:lnTo>
                    <a:pt x="60656" y="363933"/>
                  </a:lnTo>
                  <a:lnTo>
                    <a:pt x="57377" y="363933"/>
                  </a:lnTo>
                  <a:lnTo>
                    <a:pt x="54098" y="363933"/>
                  </a:lnTo>
                  <a:lnTo>
                    <a:pt x="49180" y="363933"/>
                  </a:lnTo>
                  <a:lnTo>
                    <a:pt x="45902" y="363933"/>
                  </a:lnTo>
                  <a:lnTo>
                    <a:pt x="42623" y="363933"/>
                  </a:lnTo>
                  <a:lnTo>
                    <a:pt x="39344" y="363933"/>
                  </a:lnTo>
                  <a:lnTo>
                    <a:pt x="34426" y="363933"/>
                  </a:lnTo>
                  <a:lnTo>
                    <a:pt x="31148" y="363933"/>
                  </a:lnTo>
                  <a:lnTo>
                    <a:pt x="27869" y="363933"/>
                  </a:lnTo>
                  <a:lnTo>
                    <a:pt x="24590" y="363933"/>
                  </a:lnTo>
                  <a:lnTo>
                    <a:pt x="19672" y="363933"/>
                  </a:lnTo>
                  <a:lnTo>
                    <a:pt x="16393" y="363933"/>
                  </a:lnTo>
                  <a:lnTo>
                    <a:pt x="11476" y="363933"/>
                  </a:lnTo>
                  <a:lnTo>
                    <a:pt x="11476" y="363933"/>
                  </a:lnTo>
                  <a:lnTo>
                    <a:pt x="8197" y="363933"/>
                  </a:lnTo>
                  <a:lnTo>
                    <a:pt x="8197" y="363933"/>
                  </a:lnTo>
                  <a:lnTo>
                    <a:pt x="3279" y="363933"/>
                  </a:lnTo>
                  <a:lnTo>
                    <a:pt x="0" y="3639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27" name="Freeform 4026">
              <a:extLst>
                <a:ext uri="{FF2B5EF4-FFF2-40B4-BE49-F238E27FC236}">
                  <a16:creationId xmlns:a16="http://schemas.microsoft.com/office/drawing/2014/main" id="{F99FCC1C-AE8C-DF4F-AF5A-255810A93AD8}"/>
                </a:ext>
              </a:extLst>
            </p:cNvPr>
            <p:cNvSpPr/>
            <p:nvPr/>
          </p:nvSpPr>
          <p:spPr>
            <a:xfrm>
              <a:off x="4925513" y="3744406"/>
              <a:ext cx="155736" cy="185245"/>
            </a:xfrm>
            <a:custGeom>
              <a:avLst/>
              <a:gdLst>
                <a:gd name="connsiteX0" fmla="*/ 0 w 155736"/>
                <a:gd name="connsiteY0" fmla="*/ 72131 h 185245"/>
                <a:gd name="connsiteX1" fmla="*/ 0 w 155736"/>
                <a:gd name="connsiteY1" fmla="*/ 72131 h 185245"/>
                <a:gd name="connsiteX2" fmla="*/ 3278 w 155736"/>
                <a:gd name="connsiteY2" fmla="*/ 68852 h 185245"/>
                <a:gd name="connsiteX3" fmla="*/ 3278 w 155736"/>
                <a:gd name="connsiteY3" fmla="*/ 67213 h 185245"/>
                <a:gd name="connsiteX4" fmla="*/ 4918 w 155736"/>
                <a:gd name="connsiteY4" fmla="*/ 62295 h 185245"/>
                <a:gd name="connsiteX5" fmla="*/ 6557 w 155736"/>
                <a:gd name="connsiteY5" fmla="*/ 59016 h 185245"/>
                <a:gd name="connsiteX6" fmla="*/ 11475 w 155736"/>
                <a:gd name="connsiteY6" fmla="*/ 57377 h 185245"/>
                <a:gd name="connsiteX7" fmla="*/ 13114 w 155736"/>
                <a:gd name="connsiteY7" fmla="*/ 54098 h 185245"/>
                <a:gd name="connsiteX8" fmla="*/ 16393 w 155736"/>
                <a:gd name="connsiteY8" fmla="*/ 50820 h 185245"/>
                <a:gd name="connsiteX9" fmla="*/ 16393 w 155736"/>
                <a:gd name="connsiteY9" fmla="*/ 50820 h 185245"/>
                <a:gd name="connsiteX10" fmla="*/ 19672 w 155736"/>
                <a:gd name="connsiteY10" fmla="*/ 47541 h 185245"/>
                <a:gd name="connsiteX11" fmla="*/ 24590 w 155736"/>
                <a:gd name="connsiteY11" fmla="*/ 44262 h 185245"/>
                <a:gd name="connsiteX12" fmla="*/ 24590 w 155736"/>
                <a:gd name="connsiteY12" fmla="*/ 44262 h 185245"/>
                <a:gd name="connsiteX13" fmla="*/ 27868 w 155736"/>
                <a:gd name="connsiteY13" fmla="*/ 40983 h 185245"/>
                <a:gd name="connsiteX14" fmla="*/ 29508 w 155736"/>
                <a:gd name="connsiteY14" fmla="*/ 36066 h 185245"/>
                <a:gd name="connsiteX15" fmla="*/ 34426 w 155736"/>
                <a:gd name="connsiteY15" fmla="*/ 34426 h 185245"/>
                <a:gd name="connsiteX16" fmla="*/ 34426 w 155736"/>
                <a:gd name="connsiteY16" fmla="*/ 31147 h 185245"/>
                <a:gd name="connsiteX17" fmla="*/ 34426 w 155736"/>
                <a:gd name="connsiteY17" fmla="*/ 27869 h 185245"/>
                <a:gd name="connsiteX18" fmla="*/ 34426 w 155736"/>
                <a:gd name="connsiteY18" fmla="*/ 22951 h 185245"/>
                <a:gd name="connsiteX19" fmla="*/ 37705 w 155736"/>
                <a:gd name="connsiteY19" fmla="*/ 19672 h 185245"/>
                <a:gd name="connsiteX20" fmla="*/ 40983 w 155736"/>
                <a:gd name="connsiteY20" fmla="*/ 18033 h 185245"/>
                <a:gd name="connsiteX21" fmla="*/ 44262 w 155736"/>
                <a:gd name="connsiteY21" fmla="*/ 18033 h 185245"/>
                <a:gd name="connsiteX22" fmla="*/ 44262 w 155736"/>
                <a:gd name="connsiteY22" fmla="*/ 14754 h 185245"/>
                <a:gd name="connsiteX23" fmla="*/ 45901 w 155736"/>
                <a:gd name="connsiteY23" fmla="*/ 9836 h 185245"/>
                <a:gd name="connsiteX24" fmla="*/ 47541 w 155736"/>
                <a:gd name="connsiteY24" fmla="*/ 6557 h 185245"/>
                <a:gd name="connsiteX25" fmla="*/ 47541 w 155736"/>
                <a:gd name="connsiteY25" fmla="*/ 4918 h 185245"/>
                <a:gd name="connsiteX26" fmla="*/ 47541 w 155736"/>
                <a:gd name="connsiteY26" fmla="*/ 3279 h 185245"/>
                <a:gd name="connsiteX27" fmla="*/ 49180 w 155736"/>
                <a:gd name="connsiteY27" fmla="*/ 3279 h 185245"/>
                <a:gd name="connsiteX28" fmla="*/ 54098 w 155736"/>
                <a:gd name="connsiteY28" fmla="*/ 1639 h 185245"/>
                <a:gd name="connsiteX29" fmla="*/ 57377 w 155736"/>
                <a:gd name="connsiteY29" fmla="*/ 4918 h 185245"/>
                <a:gd name="connsiteX30" fmla="*/ 57377 w 155736"/>
                <a:gd name="connsiteY30" fmla="*/ 4918 h 185245"/>
                <a:gd name="connsiteX31" fmla="*/ 60655 w 155736"/>
                <a:gd name="connsiteY31" fmla="*/ 3279 h 185245"/>
                <a:gd name="connsiteX32" fmla="*/ 62295 w 155736"/>
                <a:gd name="connsiteY32" fmla="*/ 3279 h 185245"/>
                <a:gd name="connsiteX33" fmla="*/ 65573 w 155736"/>
                <a:gd name="connsiteY33" fmla="*/ 0 h 185245"/>
                <a:gd name="connsiteX34" fmla="*/ 68852 w 155736"/>
                <a:gd name="connsiteY34" fmla="*/ 3279 h 185245"/>
                <a:gd name="connsiteX35" fmla="*/ 73770 w 155736"/>
                <a:gd name="connsiteY35" fmla="*/ 6557 h 185245"/>
                <a:gd name="connsiteX36" fmla="*/ 77049 w 155736"/>
                <a:gd name="connsiteY36" fmla="*/ 9836 h 185245"/>
                <a:gd name="connsiteX37" fmla="*/ 75410 w 155736"/>
                <a:gd name="connsiteY37" fmla="*/ 11476 h 185245"/>
                <a:gd name="connsiteX38" fmla="*/ 75410 w 155736"/>
                <a:gd name="connsiteY38" fmla="*/ 11476 h 185245"/>
                <a:gd name="connsiteX39" fmla="*/ 75410 w 155736"/>
                <a:gd name="connsiteY39" fmla="*/ 16393 h 185245"/>
                <a:gd name="connsiteX40" fmla="*/ 78688 w 155736"/>
                <a:gd name="connsiteY40" fmla="*/ 19672 h 185245"/>
                <a:gd name="connsiteX41" fmla="*/ 77049 w 155736"/>
                <a:gd name="connsiteY41" fmla="*/ 22951 h 185245"/>
                <a:gd name="connsiteX42" fmla="*/ 78688 w 155736"/>
                <a:gd name="connsiteY42" fmla="*/ 22951 h 185245"/>
                <a:gd name="connsiteX43" fmla="*/ 80327 w 155736"/>
                <a:gd name="connsiteY43" fmla="*/ 24590 h 185245"/>
                <a:gd name="connsiteX44" fmla="*/ 78688 w 155736"/>
                <a:gd name="connsiteY44" fmla="*/ 27869 h 185245"/>
                <a:gd name="connsiteX45" fmla="*/ 80327 w 155736"/>
                <a:gd name="connsiteY45" fmla="*/ 32787 h 185245"/>
                <a:gd name="connsiteX46" fmla="*/ 81967 w 155736"/>
                <a:gd name="connsiteY46" fmla="*/ 36066 h 185245"/>
                <a:gd name="connsiteX47" fmla="*/ 80327 w 155736"/>
                <a:gd name="connsiteY47" fmla="*/ 39344 h 185245"/>
                <a:gd name="connsiteX48" fmla="*/ 80327 w 155736"/>
                <a:gd name="connsiteY48" fmla="*/ 44262 h 185245"/>
                <a:gd name="connsiteX49" fmla="*/ 78688 w 155736"/>
                <a:gd name="connsiteY49" fmla="*/ 47541 h 185245"/>
                <a:gd name="connsiteX50" fmla="*/ 77049 w 155736"/>
                <a:gd name="connsiteY50" fmla="*/ 50820 h 185245"/>
                <a:gd name="connsiteX51" fmla="*/ 77049 w 155736"/>
                <a:gd name="connsiteY51" fmla="*/ 52459 h 185245"/>
                <a:gd name="connsiteX52" fmla="*/ 80327 w 155736"/>
                <a:gd name="connsiteY52" fmla="*/ 52459 h 185245"/>
                <a:gd name="connsiteX53" fmla="*/ 83606 w 155736"/>
                <a:gd name="connsiteY53" fmla="*/ 50820 h 185245"/>
                <a:gd name="connsiteX54" fmla="*/ 83606 w 155736"/>
                <a:gd name="connsiteY54" fmla="*/ 50820 h 185245"/>
                <a:gd name="connsiteX55" fmla="*/ 86885 w 155736"/>
                <a:gd name="connsiteY55" fmla="*/ 52459 h 185245"/>
                <a:gd name="connsiteX56" fmla="*/ 90164 w 155736"/>
                <a:gd name="connsiteY56" fmla="*/ 57377 h 185245"/>
                <a:gd name="connsiteX57" fmla="*/ 90164 w 155736"/>
                <a:gd name="connsiteY57" fmla="*/ 60656 h 185245"/>
                <a:gd name="connsiteX58" fmla="*/ 91803 w 155736"/>
                <a:gd name="connsiteY58" fmla="*/ 59016 h 185245"/>
                <a:gd name="connsiteX59" fmla="*/ 95081 w 155736"/>
                <a:gd name="connsiteY59" fmla="*/ 59016 h 185245"/>
                <a:gd name="connsiteX60" fmla="*/ 98360 w 155736"/>
                <a:gd name="connsiteY60" fmla="*/ 55737 h 185245"/>
                <a:gd name="connsiteX61" fmla="*/ 101639 w 155736"/>
                <a:gd name="connsiteY61" fmla="*/ 55737 h 185245"/>
                <a:gd name="connsiteX62" fmla="*/ 101639 w 155736"/>
                <a:gd name="connsiteY62" fmla="*/ 50820 h 185245"/>
                <a:gd name="connsiteX63" fmla="*/ 104917 w 155736"/>
                <a:gd name="connsiteY63" fmla="*/ 47541 h 185245"/>
                <a:gd name="connsiteX64" fmla="*/ 106557 w 155736"/>
                <a:gd name="connsiteY64" fmla="*/ 44262 h 185245"/>
                <a:gd name="connsiteX65" fmla="*/ 106557 w 155736"/>
                <a:gd name="connsiteY65" fmla="*/ 42623 h 185245"/>
                <a:gd name="connsiteX66" fmla="*/ 108196 w 155736"/>
                <a:gd name="connsiteY66" fmla="*/ 37705 h 185245"/>
                <a:gd name="connsiteX67" fmla="*/ 111475 w 155736"/>
                <a:gd name="connsiteY67" fmla="*/ 37705 h 185245"/>
                <a:gd name="connsiteX68" fmla="*/ 113114 w 155736"/>
                <a:gd name="connsiteY68" fmla="*/ 37705 h 185245"/>
                <a:gd name="connsiteX69" fmla="*/ 113114 w 155736"/>
                <a:gd name="connsiteY69" fmla="*/ 40983 h 185245"/>
                <a:gd name="connsiteX70" fmla="*/ 116393 w 155736"/>
                <a:gd name="connsiteY70" fmla="*/ 44262 h 185245"/>
                <a:gd name="connsiteX71" fmla="*/ 116393 w 155736"/>
                <a:gd name="connsiteY71" fmla="*/ 45902 h 185245"/>
                <a:gd name="connsiteX72" fmla="*/ 118032 w 155736"/>
                <a:gd name="connsiteY72" fmla="*/ 49180 h 185245"/>
                <a:gd name="connsiteX73" fmla="*/ 118032 w 155736"/>
                <a:gd name="connsiteY73" fmla="*/ 52459 h 185245"/>
                <a:gd name="connsiteX74" fmla="*/ 119671 w 155736"/>
                <a:gd name="connsiteY74" fmla="*/ 57377 h 185245"/>
                <a:gd name="connsiteX75" fmla="*/ 121311 w 155736"/>
                <a:gd name="connsiteY75" fmla="*/ 60656 h 185245"/>
                <a:gd name="connsiteX76" fmla="*/ 122950 w 155736"/>
                <a:gd name="connsiteY76" fmla="*/ 63934 h 185245"/>
                <a:gd name="connsiteX77" fmla="*/ 122950 w 155736"/>
                <a:gd name="connsiteY77" fmla="*/ 68852 h 185245"/>
                <a:gd name="connsiteX78" fmla="*/ 121311 w 155736"/>
                <a:gd name="connsiteY78" fmla="*/ 72131 h 185245"/>
                <a:gd name="connsiteX79" fmla="*/ 121311 w 155736"/>
                <a:gd name="connsiteY79" fmla="*/ 75410 h 185245"/>
                <a:gd name="connsiteX80" fmla="*/ 121311 w 155736"/>
                <a:gd name="connsiteY80" fmla="*/ 78688 h 185245"/>
                <a:gd name="connsiteX81" fmla="*/ 118032 w 155736"/>
                <a:gd name="connsiteY81" fmla="*/ 83606 h 185245"/>
                <a:gd name="connsiteX82" fmla="*/ 116393 w 155736"/>
                <a:gd name="connsiteY82" fmla="*/ 83606 h 185245"/>
                <a:gd name="connsiteX83" fmla="*/ 113114 w 155736"/>
                <a:gd name="connsiteY83" fmla="*/ 86885 h 185245"/>
                <a:gd name="connsiteX84" fmla="*/ 109835 w 155736"/>
                <a:gd name="connsiteY84" fmla="*/ 90164 h 185245"/>
                <a:gd name="connsiteX85" fmla="*/ 109835 w 155736"/>
                <a:gd name="connsiteY85" fmla="*/ 90164 h 185245"/>
                <a:gd name="connsiteX86" fmla="*/ 113114 w 155736"/>
                <a:gd name="connsiteY86" fmla="*/ 93442 h 185245"/>
                <a:gd name="connsiteX87" fmla="*/ 114754 w 155736"/>
                <a:gd name="connsiteY87" fmla="*/ 93442 h 185245"/>
                <a:gd name="connsiteX88" fmla="*/ 118032 w 155736"/>
                <a:gd name="connsiteY88" fmla="*/ 93442 h 185245"/>
                <a:gd name="connsiteX89" fmla="*/ 118032 w 155736"/>
                <a:gd name="connsiteY89" fmla="*/ 96721 h 185245"/>
                <a:gd name="connsiteX90" fmla="*/ 121311 w 155736"/>
                <a:gd name="connsiteY90" fmla="*/ 96721 h 185245"/>
                <a:gd name="connsiteX91" fmla="*/ 124590 w 155736"/>
                <a:gd name="connsiteY91" fmla="*/ 100000 h 185245"/>
                <a:gd name="connsiteX92" fmla="*/ 127868 w 155736"/>
                <a:gd name="connsiteY92" fmla="*/ 100000 h 185245"/>
                <a:gd name="connsiteX93" fmla="*/ 132786 w 155736"/>
                <a:gd name="connsiteY93" fmla="*/ 100000 h 185245"/>
                <a:gd name="connsiteX94" fmla="*/ 136065 w 155736"/>
                <a:gd name="connsiteY94" fmla="*/ 100000 h 185245"/>
                <a:gd name="connsiteX95" fmla="*/ 139344 w 155736"/>
                <a:gd name="connsiteY95" fmla="*/ 104917 h 185245"/>
                <a:gd name="connsiteX96" fmla="*/ 139344 w 155736"/>
                <a:gd name="connsiteY96" fmla="*/ 108196 h 185245"/>
                <a:gd name="connsiteX97" fmla="*/ 140983 w 155736"/>
                <a:gd name="connsiteY97" fmla="*/ 111475 h 185245"/>
                <a:gd name="connsiteX98" fmla="*/ 142622 w 155736"/>
                <a:gd name="connsiteY98" fmla="*/ 114754 h 185245"/>
                <a:gd name="connsiteX99" fmla="*/ 145901 w 155736"/>
                <a:gd name="connsiteY99" fmla="*/ 114754 h 185245"/>
                <a:gd name="connsiteX100" fmla="*/ 149180 w 155736"/>
                <a:gd name="connsiteY100" fmla="*/ 118032 h 185245"/>
                <a:gd name="connsiteX101" fmla="*/ 154098 w 155736"/>
                <a:gd name="connsiteY101" fmla="*/ 121311 h 185245"/>
                <a:gd name="connsiteX102" fmla="*/ 154098 w 155736"/>
                <a:gd name="connsiteY102" fmla="*/ 124590 h 185245"/>
                <a:gd name="connsiteX103" fmla="*/ 155737 w 155736"/>
                <a:gd name="connsiteY103" fmla="*/ 129508 h 185245"/>
                <a:gd name="connsiteX104" fmla="*/ 155737 w 155736"/>
                <a:gd name="connsiteY104" fmla="*/ 129508 h 185245"/>
                <a:gd name="connsiteX105" fmla="*/ 155737 w 155736"/>
                <a:gd name="connsiteY105" fmla="*/ 132786 h 185245"/>
                <a:gd name="connsiteX106" fmla="*/ 155737 w 155736"/>
                <a:gd name="connsiteY106" fmla="*/ 136065 h 185245"/>
                <a:gd name="connsiteX107" fmla="*/ 155737 w 155736"/>
                <a:gd name="connsiteY107" fmla="*/ 140983 h 185245"/>
                <a:gd name="connsiteX108" fmla="*/ 155737 w 155736"/>
                <a:gd name="connsiteY108" fmla="*/ 144262 h 185245"/>
                <a:gd name="connsiteX109" fmla="*/ 155737 w 155736"/>
                <a:gd name="connsiteY109" fmla="*/ 145901 h 185245"/>
                <a:gd name="connsiteX110" fmla="*/ 154098 w 155736"/>
                <a:gd name="connsiteY110" fmla="*/ 145901 h 185245"/>
                <a:gd name="connsiteX111" fmla="*/ 154098 w 155736"/>
                <a:gd name="connsiteY111" fmla="*/ 149180 h 185245"/>
                <a:gd name="connsiteX112" fmla="*/ 152458 w 155736"/>
                <a:gd name="connsiteY112" fmla="*/ 152459 h 185245"/>
                <a:gd name="connsiteX113" fmla="*/ 150819 w 155736"/>
                <a:gd name="connsiteY113" fmla="*/ 157376 h 185245"/>
                <a:gd name="connsiteX114" fmla="*/ 150819 w 155736"/>
                <a:gd name="connsiteY114" fmla="*/ 160655 h 185245"/>
                <a:gd name="connsiteX115" fmla="*/ 149180 w 155736"/>
                <a:gd name="connsiteY115" fmla="*/ 163934 h 185245"/>
                <a:gd name="connsiteX116" fmla="*/ 149180 w 155736"/>
                <a:gd name="connsiteY116" fmla="*/ 165573 h 185245"/>
                <a:gd name="connsiteX117" fmla="*/ 149180 w 155736"/>
                <a:gd name="connsiteY117" fmla="*/ 168852 h 185245"/>
                <a:gd name="connsiteX118" fmla="*/ 149180 w 155736"/>
                <a:gd name="connsiteY118" fmla="*/ 173770 h 185245"/>
                <a:gd name="connsiteX119" fmla="*/ 149180 w 155736"/>
                <a:gd name="connsiteY119" fmla="*/ 177049 h 185245"/>
                <a:gd name="connsiteX120" fmla="*/ 149180 w 155736"/>
                <a:gd name="connsiteY120" fmla="*/ 180327 h 185245"/>
                <a:gd name="connsiteX121" fmla="*/ 150819 w 155736"/>
                <a:gd name="connsiteY121" fmla="*/ 181966 h 185245"/>
                <a:gd name="connsiteX122" fmla="*/ 150819 w 155736"/>
                <a:gd name="connsiteY122" fmla="*/ 185245 h 185245"/>
                <a:gd name="connsiteX123" fmla="*/ 147540 w 155736"/>
                <a:gd name="connsiteY123" fmla="*/ 185245 h 185245"/>
                <a:gd name="connsiteX124" fmla="*/ 142622 w 155736"/>
                <a:gd name="connsiteY124" fmla="*/ 185245 h 185245"/>
                <a:gd name="connsiteX125" fmla="*/ 142622 w 155736"/>
                <a:gd name="connsiteY125" fmla="*/ 185245 h 185245"/>
                <a:gd name="connsiteX126" fmla="*/ 137704 w 155736"/>
                <a:gd name="connsiteY126" fmla="*/ 181966 h 185245"/>
                <a:gd name="connsiteX127" fmla="*/ 134425 w 155736"/>
                <a:gd name="connsiteY127" fmla="*/ 180327 h 185245"/>
                <a:gd name="connsiteX128" fmla="*/ 131147 w 155736"/>
                <a:gd name="connsiteY128" fmla="*/ 178688 h 185245"/>
                <a:gd name="connsiteX129" fmla="*/ 127868 w 155736"/>
                <a:gd name="connsiteY129" fmla="*/ 177049 h 185245"/>
                <a:gd name="connsiteX130" fmla="*/ 124590 w 155736"/>
                <a:gd name="connsiteY130" fmla="*/ 177049 h 185245"/>
                <a:gd name="connsiteX131" fmla="*/ 119671 w 155736"/>
                <a:gd name="connsiteY131" fmla="*/ 173770 h 185245"/>
                <a:gd name="connsiteX132" fmla="*/ 116393 w 155736"/>
                <a:gd name="connsiteY132" fmla="*/ 172130 h 185245"/>
                <a:gd name="connsiteX133" fmla="*/ 113114 w 155736"/>
                <a:gd name="connsiteY133" fmla="*/ 168852 h 185245"/>
                <a:gd name="connsiteX134" fmla="*/ 109835 w 155736"/>
                <a:gd name="connsiteY134" fmla="*/ 167213 h 185245"/>
                <a:gd name="connsiteX135" fmla="*/ 104917 w 155736"/>
                <a:gd name="connsiteY135" fmla="*/ 165573 h 185245"/>
                <a:gd name="connsiteX136" fmla="*/ 103278 w 155736"/>
                <a:gd name="connsiteY136" fmla="*/ 163934 h 185245"/>
                <a:gd name="connsiteX137" fmla="*/ 100000 w 155736"/>
                <a:gd name="connsiteY137" fmla="*/ 160655 h 185245"/>
                <a:gd name="connsiteX138" fmla="*/ 96721 w 155736"/>
                <a:gd name="connsiteY138" fmla="*/ 159016 h 185245"/>
                <a:gd name="connsiteX139" fmla="*/ 93442 w 155736"/>
                <a:gd name="connsiteY139" fmla="*/ 157376 h 185245"/>
                <a:gd name="connsiteX140" fmla="*/ 88524 w 155736"/>
                <a:gd name="connsiteY140" fmla="*/ 154098 h 185245"/>
                <a:gd name="connsiteX141" fmla="*/ 85245 w 155736"/>
                <a:gd name="connsiteY141" fmla="*/ 152459 h 185245"/>
                <a:gd name="connsiteX142" fmla="*/ 81967 w 155736"/>
                <a:gd name="connsiteY142" fmla="*/ 149180 h 185245"/>
                <a:gd name="connsiteX143" fmla="*/ 77049 w 155736"/>
                <a:gd name="connsiteY143" fmla="*/ 144262 h 185245"/>
                <a:gd name="connsiteX144" fmla="*/ 75410 w 155736"/>
                <a:gd name="connsiteY144" fmla="*/ 140983 h 185245"/>
                <a:gd name="connsiteX145" fmla="*/ 72131 w 155736"/>
                <a:gd name="connsiteY145" fmla="*/ 137704 h 185245"/>
                <a:gd name="connsiteX146" fmla="*/ 70491 w 155736"/>
                <a:gd name="connsiteY146" fmla="*/ 134426 h 185245"/>
                <a:gd name="connsiteX147" fmla="*/ 65573 w 155736"/>
                <a:gd name="connsiteY147" fmla="*/ 132786 h 185245"/>
                <a:gd name="connsiteX148" fmla="*/ 63934 w 155736"/>
                <a:gd name="connsiteY148" fmla="*/ 127869 h 185245"/>
                <a:gd name="connsiteX149" fmla="*/ 59016 w 155736"/>
                <a:gd name="connsiteY149" fmla="*/ 124590 h 185245"/>
                <a:gd name="connsiteX150" fmla="*/ 55737 w 155736"/>
                <a:gd name="connsiteY150" fmla="*/ 121311 h 185245"/>
                <a:gd name="connsiteX151" fmla="*/ 55737 w 155736"/>
                <a:gd name="connsiteY151" fmla="*/ 119672 h 185245"/>
                <a:gd name="connsiteX152" fmla="*/ 54098 w 155736"/>
                <a:gd name="connsiteY152" fmla="*/ 116393 h 185245"/>
                <a:gd name="connsiteX153" fmla="*/ 52458 w 155736"/>
                <a:gd name="connsiteY153" fmla="*/ 116393 h 185245"/>
                <a:gd name="connsiteX154" fmla="*/ 49180 w 155736"/>
                <a:gd name="connsiteY154" fmla="*/ 113114 h 185245"/>
                <a:gd name="connsiteX155" fmla="*/ 45901 w 155736"/>
                <a:gd name="connsiteY155" fmla="*/ 109836 h 185245"/>
                <a:gd name="connsiteX156" fmla="*/ 42623 w 155736"/>
                <a:gd name="connsiteY156" fmla="*/ 106557 h 185245"/>
                <a:gd name="connsiteX157" fmla="*/ 39344 w 155736"/>
                <a:gd name="connsiteY157" fmla="*/ 104917 h 185245"/>
                <a:gd name="connsiteX158" fmla="*/ 36065 w 155736"/>
                <a:gd name="connsiteY158" fmla="*/ 104917 h 185245"/>
                <a:gd name="connsiteX159" fmla="*/ 31147 w 155736"/>
                <a:gd name="connsiteY159" fmla="*/ 103279 h 185245"/>
                <a:gd name="connsiteX160" fmla="*/ 29508 w 155736"/>
                <a:gd name="connsiteY160" fmla="*/ 103279 h 185245"/>
                <a:gd name="connsiteX161" fmla="*/ 26229 w 155736"/>
                <a:gd name="connsiteY161" fmla="*/ 100000 h 185245"/>
                <a:gd name="connsiteX162" fmla="*/ 26229 w 155736"/>
                <a:gd name="connsiteY162" fmla="*/ 96721 h 185245"/>
                <a:gd name="connsiteX163" fmla="*/ 26229 w 155736"/>
                <a:gd name="connsiteY163" fmla="*/ 96721 h 185245"/>
                <a:gd name="connsiteX164" fmla="*/ 27868 w 155736"/>
                <a:gd name="connsiteY164" fmla="*/ 95082 h 185245"/>
                <a:gd name="connsiteX165" fmla="*/ 26229 w 155736"/>
                <a:gd name="connsiteY165" fmla="*/ 95082 h 185245"/>
                <a:gd name="connsiteX166" fmla="*/ 26229 w 155736"/>
                <a:gd name="connsiteY166" fmla="*/ 95082 h 185245"/>
                <a:gd name="connsiteX167" fmla="*/ 22951 w 155736"/>
                <a:gd name="connsiteY167" fmla="*/ 91803 h 185245"/>
                <a:gd name="connsiteX168" fmla="*/ 18033 w 155736"/>
                <a:gd name="connsiteY168" fmla="*/ 88524 h 185245"/>
                <a:gd name="connsiteX169" fmla="*/ 14754 w 155736"/>
                <a:gd name="connsiteY169" fmla="*/ 86885 h 185245"/>
                <a:gd name="connsiteX170" fmla="*/ 13114 w 155736"/>
                <a:gd name="connsiteY170" fmla="*/ 86885 h 185245"/>
                <a:gd name="connsiteX171" fmla="*/ 8197 w 155736"/>
                <a:gd name="connsiteY171" fmla="*/ 83606 h 185245"/>
                <a:gd name="connsiteX172" fmla="*/ 4918 w 155736"/>
                <a:gd name="connsiteY172" fmla="*/ 83606 h 185245"/>
                <a:gd name="connsiteX173" fmla="*/ 3278 w 155736"/>
                <a:gd name="connsiteY173" fmla="*/ 78688 h 185245"/>
                <a:gd name="connsiteX174" fmla="*/ 1639 w 155736"/>
                <a:gd name="connsiteY174" fmla="*/ 75410 h 185245"/>
                <a:gd name="connsiteX175" fmla="*/ 0 w 155736"/>
                <a:gd name="connsiteY175" fmla="*/ 72131 h 185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</a:cxnLst>
              <a:rect l="l" t="t" r="r" b="b"/>
              <a:pathLst>
                <a:path w="155736" h="185245">
                  <a:moveTo>
                    <a:pt x="0" y="72131"/>
                  </a:moveTo>
                  <a:lnTo>
                    <a:pt x="0" y="72131"/>
                  </a:lnTo>
                  <a:lnTo>
                    <a:pt x="3278" y="68852"/>
                  </a:lnTo>
                  <a:lnTo>
                    <a:pt x="3278" y="67213"/>
                  </a:lnTo>
                  <a:lnTo>
                    <a:pt x="4918" y="62295"/>
                  </a:lnTo>
                  <a:lnTo>
                    <a:pt x="6557" y="59016"/>
                  </a:lnTo>
                  <a:lnTo>
                    <a:pt x="11475" y="57377"/>
                  </a:lnTo>
                  <a:lnTo>
                    <a:pt x="13114" y="54098"/>
                  </a:lnTo>
                  <a:lnTo>
                    <a:pt x="16393" y="50820"/>
                  </a:lnTo>
                  <a:lnTo>
                    <a:pt x="16393" y="50820"/>
                  </a:lnTo>
                  <a:lnTo>
                    <a:pt x="19672" y="47541"/>
                  </a:lnTo>
                  <a:lnTo>
                    <a:pt x="24590" y="44262"/>
                  </a:lnTo>
                  <a:lnTo>
                    <a:pt x="24590" y="44262"/>
                  </a:lnTo>
                  <a:lnTo>
                    <a:pt x="27868" y="40983"/>
                  </a:lnTo>
                  <a:lnTo>
                    <a:pt x="29508" y="36066"/>
                  </a:lnTo>
                  <a:lnTo>
                    <a:pt x="34426" y="34426"/>
                  </a:lnTo>
                  <a:lnTo>
                    <a:pt x="34426" y="31147"/>
                  </a:lnTo>
                  <a:lnTo>
                    <a:pt x="34426" y="27869"/>
                  </a:lnTo>
                  <a:lnTo>
                    <a:pt x="34426" y="22951"/>
                  </a:lnTo>
                  <a:lnTo>
                    <a:pt x="37705" y="19672"/>
                  </a:lnTo>
                  <a:lnTo>
                    <a:pt x="40983" y="18033"/>
                  </a:lnTo>
                  <a:lnTo>
                    <a:pt x="44262" y="18033"/>
                  </a:lnTo>
                  <a:lnTo>
                    <a:pt x="44262" y="14754"/>
                  </a:lnTo>
                  <a:lnTo>
                    <a:pt x="45901" y="9836"/>
                  </a:lnTo>
                  <a:lnTo>
                    <a:pt x="47541" y="6557"/>
                  </a:lnTo>
                  <a:lnTo>
                    <a:pt x="47541" y="4918"/>
                  </a:lnTo>
                  <a:lnTo>
                    <a:pt x="47541" y="3279"/>
                  </a:lnTo>
                  <a:lnTo>
                    <a:pt x="49180" y="3279"/>
                  </a:lnTo>
                  <a:lnTo>
                    <a:pt x="54098" y="1639"/>
                  </a:lnTo>
                  <a:lnTo>
                    <a:pt x="57377" y="4918"/>
                  </a:lnTo>
                  <a:lnTo>
                    <a:pt x="57377" y="4918"/>
                  </a:lnTo>
                  <a:lnTo>
                    <a:pt x="60655" y="3279"/>
                  </a:lnTo>
                  <a:lnTo>
                    <a:pt x="62295" y="3279"/>
                  </a:lnTo>
                  <a:lnTo>
                    <a:pt x="65573" y="0"/>
                  </a:lnTo>
                  <a:lnTo>
                    <a:pt x="68852" y="3279"/>
                  </a:lnTo>
                  <a:lnTo>
                    <a:pt x="73770" y="6557"/>
                  </a:lnTo>
                  <a:lnTo>
                    <a:pt x="77049" y="9836"/>
                  </a:lnTo>
                  <a:lnTo>
                    <a:pt x="75410" y="11476"/>
                  </a:lnTo>
                  <a:lnTo>
                    <a:pt x="75410" y="11476"/>
                  </a:lnTo>
                  <a:lnTo>
                    <a:pt x="75410" y="16393"/>
                  </a:lnTo>
                  <a:lnTo>
                    <a:pt x="78688" y="19672"/>
                  </a:lnTo>
                  <a:lnTo>
                    <a:pt x="77049" y="22951"/>
                  </a:lnTo>
                  <a:lnTo>
                    <a:pt x="78688" y="22951"/>
                  </a:lnTo>
                  <a:lnTo>
                    <a:pt x="80327" y="24590"/>
                  </a:lnTo>
                  <a:lnTo>
                    <a:pt x="78688" y="27869"/>
                  </a:lnTo>
                  <a:lnTo>
                    <a:pt x="80327" y="32787"/>
                  </a:lnTo>
                  <a:lnTo>
                    <a:pt x="81967" y="36066"/>
                  </a:lnTo>
                  <a:lnTo>
                    <a:pt x="80327" y="39344"/>
                  </a:lnTo>
                  <a:lnTo>
                    <a:pt x="80327" y="44262"/>
                  </a:lnTo>
                  <a:lnTo>
                    <a:pt x="78688" y="47541"/>
                  </a:lnTo>
                  <a:lnTo>
                    <a:pt x="77049" y="50820"/>
                  </a:lnTo>
                  <a:lnTo>
                    <a:pt x="77049" y="52459"/>
                  </a:lnTo>
                  <a:lnTo>
                    <a:pt x="80327" y="52459"/>
                  </a:lnTo>
                  <a:lnTo>
                    <a:pt x="83606" y="50820"/>
                  </a:lnTo>
                  <a:lnTo>
                    <a:pt x="83606" y="50820"/>
                  </a:lnTo>
                  <a:lnTo>
                    <a:pt x="86885" y="52459"/>
                  </a:lnTo>
                  <a:lnTo>
                    <a:pt x="90164" y="57377"/>
                  </a:lnTo>
                  <a:lnTo>
                    <a:pt x="90164" y="60656"/>
                  </a:lnTo>
                  <a:lnTo>
                    <a:pt x="91803" y="59016"/>
                  </a:lnTo>
                  <a:lnTo>
                    <a:pt x="95081" y="59016"/>
                  </a:lnTo>
                  <a:lnTo>
                    <a:pt x="98360" y="55737"/>
                  </a:lnTo>
                  <a:lnTo>
                    <a:pt x="101639" y="55737"/>
                  </a:lnTo>
                  <a:lnTo>
                    <a:pt x="101639" y="50820"/>
                  </a:lnTo>
                  <a:lnTo>
                    <a:pt x="104917" y="47541"/>
                  </a:lnTo>
                  <a:lnTo>
                    <a:pt x="106557" y="44262"/>
                  </a:lnTo>
                  <a:lnTo>
                    <a:pt x="106557" y="42623"/>
                  </a:lnTo>
                  <a:lnTo>
                    <a:pt x="108196" y="37705"/>
                  </a:lnTo>
                  <a:lnTo>
                    <a:pt x="111475" y="37705"/>
                  </a:lnTo>
                  <a:lnTo>
                    <a:pt x="113114" y="37705"/>
                  </a:lnTo>
                  <a:lnTo>
                    <a:pt x="113114" y="40983"/>
                  </a:lnTo>
                  <a:lnTo>
                    <a:pt x="116393" y="44262"/>
                  </a:lnTo>
                  <a:lnTo>
                    <a:pt x="116393" y="45902"/>
                  </a:lnTo>
                  <a:lnTo>
                    <a:pt x="118032" y="49180"/>
                  </a:lnTo>
                  <a:lnTo>
                    <a:pt x="118032" y="52459"/>
                  </a:lnTo>
                  <a:lnTo>
                    <a:pt x="119671" y="57377"/>
                  </a:lnTo>
                  <a:lnTo>
                    <a:pt x="121311" y="60656"/>
                  </a:lnTo>
                  <a:lnTo>
                    <a:pt x="122950" y="63934"/>
                  </a:lnTo>
                  <a:lnTo>
                    <a:pt x="122950" y="68852"/>
                  </a:lnTo>
                  <a:lnTo>
                    <a:pt x="121311" y="72131"/>
                  </a:lnTo>
                  <a:lnTo>
                    <a:pt x="121311" y="75410"/>
                  </a:lnTo>
                  <a:lnTo>
                    <a:pt x="121311" y="78688"/>
                  </a:lnTo>
                  <a:lnTo>
                    <a:pt x="118032" y="83606"/>
                  </a:lnTo>
                  <a:lnTo>
                    <a:pt x="116393" y="83606"/>
                  </a:lnTo>
                  <a:lnTo>
                    <a:pt x="113114" y="86885"/>
                  </a:lnTo>
                  <a:lnTo>
                    <a:pt x="109835" y="90164"/>
                  </a:lnTo>
                  <a:lnTo>
                    <a:pt x="109835" y="90164"/>
                  </a:lnTo>
                  <a:lnTo>
                    <a:pt x="113114" y="93442"/>
                  </a:lnTo>
                  <a:lnTo>
                    <a:pt x="114754" y="93442"/>
                  </a:lnTo>
                  <a:lnTo>
                    <a:pt x="118032" y="93442"/>
                  </a:lnTo>
                  <a:lnTo>
                    <a:pt x="118032" y="96721"/>
                  </a:lnTo>
                  <a:lnTo>
                    <a:pt x="121311" y="96721"/>
                  </a:lnTo>
                  <a:lnTo>
                    <a:pt x="124590" y="100000"/>
                  </a:lnTo>
                  <a:lnTo>
                    <a:pt x="127868" y="100000"/>
                  </a:lnTo>
                  <a:lnTo>
                    <a:pt x="132786" y="100000"/>
                  </a:lnTo>
                  <a:lnTo>
                    <a:pt x="136065" y="100000"/>
                  </a:lnTo>
                  <a:lnTo>
                    <a:pt x="139344" y="104917"/>
                  </a:lnTo>
                  <a:lnTo>
                    <a:pt x="139344" y="108196"/>
                  </a:lnTo>
                  <a:lnTo>
                    <a:pt x="140983" y="111475"/>
                  </a:lnTo>
                  <a:lnTo>
                    <a:pt x="142622" y="114754"/>
                  </a:lnTo>
                  <a:lnTo>
                    <a:pt x="145901" y="114754"/>
                  </a:lnTo>
                  <a:lnTo>
                    <a:pt x="149180" y="118032"/>
                  </a:lnTo>
                  <a:lnTo>
                    <a:pt x="154098" y="121311"/>
                  </a:lnTo>
                  <a:lnTo>
                    <a:pt x="154098" y="124590"/>
                  </a:lnTo>
                  <a:lnTo>
                    <a:pt x="155737" y="129508"/>
                  </a:lnTo>
                  <a:lnTo>
                    <a:pt x="155737" y="129508"/>
                  </a:lnTo>
                  <a:lnTo>
                    <a:pt x="155737" y="132786"/>
                  </a:lnTo>
                  <a:lnTo>
                    <a:pt x="155737" y="136065"/>
                  </a:lnTo>
                  <a:lnTo>
                    <a:pt x="155737" y="140983"/>
                  </a:lnTo>
                  <a:lnTo>
                    <a:pt x="155737" y="144262"/>
                  </a:lnTo>
                  <a:lnTo>
                    <a:pt x="155737" y="145901"/>
                  </a:lnTo>
                  <a:lnTo>
                    <a:pt x="154098" y="145901"/>
                  </a:lnTo>
                  <a:lnTo>
                    <a:pt x="154098" y="149180"/>
                  </a:lnTo>
                  <a:lnTo>
                    <a:pt x="152458" y="152459"/>
                  </a:lnTo>
                  <a:lnTo>
                    <a:pt x="150819" y="157376"/>
                  </a:lnTo>
                  <a:lnTo>
                    <a:pt x="150819" y="160655"/>
                  </a:lnTo>
                  <a:lnTo>
                    <a:pt x="149180" y="163934"/>
                  </a:lnTo>
                  <a:lnTo>
                    <a:pt x="149180" y="165573"/>
                  </a:lnTo>
                  <a:lnTo>
                    <a:pt x="149180" y="168852"/>
                  </a:lnTo>
                  <a:lnTo>
                    <a:pt x="149180" y="173770"/>
                  </a:lnTo>
                  <a:lnTo>
                    <a:pt x="149180" y="177049"/>
                  </a:lnTo>
                  <a:lnTo>
                    <a:pt x="149180" y="180327"/>
                  </a:lnTo>
                  <a:lnTo>
                    <a:pt x="150819" y="181966"/>
                  </a:lnTo>
                  <a:lnTo>
                    <a:pt x="150819" y="185245"/>
                  </a:lnTo>
                  <a:lnTo>
                    <a:pt x="147540" y="185245"/>
                  </a:lnTo>
                  <a:lnTo>
                    <a:pt x="142622" y="185245"/>
                  </a:lnTo>
                  <a:lnTo>
                    <a:pt x="142622" y="185245"/>
                  </a:lnTo>
                  <a:lnTo>
                    <a:pt x="137704" y="181966"/>
                  </a:lnTo>
                  <a:lnTo>
                    <a:pt x="134425" y="180327"/>
                  </a:lnTo>
                  <a:lnTo>
                    <a:pt x="131147" y="178688"/>
                  </a:lnTo>
                  <a:lnTo>
                    <a:pt x="127868" y="177049"/>
                  </a:lnTo>
                  <a:lnTo>
                    <a:pt x="124590" y="177049"/>
                  </a:lnTo>
                  <a:lnTo>
                    <a:pt x="119671" y="173770"/>
                  </a:lnTo>
                  <a:lnTo>
                    <a:pt x="116393" y="172130"/>
                  </a:lnTo>
                  <a:lnTo>
                    <a:pt x="113114" y="168852"/>
                  </a:lnTo>
                  <a:lnTo>
                    <a:pt x="109835" y="167213"/>
                  </a:lnTo>
                  <a:lnTo>
                    <a:pt x="104917" y="165573"/>
                  </a:lnTo>
                  <a:lnTo>
                    <a:pt x="103278" y="163934"/>
                  </a:lnTo>
                  <a:lnTo>
                    <a:pt x="100000" y="160655"/>
                  </a:lnTo>
                  <a:lnTo>
                    <a:pt x="96721" y="159016"/>
                  </a:lnTo>
                  <a:lnTo>
                    <a:pt x="93442" y="157376"/>
                  </a:lnTo>
                  <a:lnTo>
                    <a:pt x="88524" y="154098"/>
                  </a:lnTo>
                  <a:lnTo>
                    <a:pt x="85245" y="152459"/>
                  </a:lnTo>
                  <a:lnTo>
                    <a:pt x="81967" y="149180"/>
                  </a:lnTo>
                  <a:lnTo>
                    <a:pt x="77049" y="144262"/>
                  </a:lnTo>
                  <a:lnTo>
                    <a:pt x="75410" y="140983"/>
                  </a:lnTo>
                  <a:lnTo>
                    <a:pt x="72131" y="137704"/>
                  </a:lnTo>
                  <a:lnTo>
                    <a:pt x="70491" y="134426"/>
                  </a:lnTo>
                  <a:lnTo>
                    <a:pt x="65573" y="132786"/>
                  </a:lnTo>
                  <a:lnTo>
                    <a:pt x="63934" y="127869"/>
                  </a:lnTo>
                  <a:lnTo>
                    <a:pt x="59016" y="124590"/>
                  </a:lnTo>
                  <a:lnTo>
                    <a:pt x="55737" y="121311"/>
                  </a:lnTo>
                  <a:lnTo>
                    <a:pt x="55737" y="119672"/>
                  </a:lnTo>
                  <a:lnTo>
                    <a:pt x="54098" y="116393"/>
                  </a:lnTo>
                  <a:lnTo>
                    <a:pt x="52458" y="116393"/>
                  </a:lnTo>
                  <a:lnTo>
                    <a:pt x="49180" y="113114"/>
                  </a:lnTo>
                  <a:lnTo>
                    <a:pt x="45901" y="109836"/>
                  </a:lnTo>
                  <a:lnTo>
                    <a:pt x="42623" y="106557"/>
                  </a:lnTo>
                  <a:lnTo>
                    <a:pt x="39344" y="104917"/>
                  </a:lnTo>
                  <a:lnTo>
                    <a:pt x="36065" y="104917"/>
                  </a:lnTo>
                  <a:lnTo>
                    <a:pt x="31147" y="103279"/>
                  </a:lnTo>
                  <a:lnTo>
                    <a:pt x="29508" y="103279"/>
                  </a:lnTo>
                  <a:lnTo>
                    <a:pt x="26229" y="100000"/>
                  </a:lnTo>
                  <a:lnTo>
                    <a:pt x="26229" y="96721"/>
                  </a:lnTo>
                  <a:lnTo>
                    <a:pt x="26229" y="96721"/>
                  </a:lnTo>
                  <a:lnTo>
                    <a:pt x="27868" y="95082"/>
                  </a:lnTo>
                  <a:lnTo>
                    <a:pt x="26229" y="95082"/>
                  </a:lnTo>
                  <a:lnTo>
                    <a:pt x="26229" y="95082"/>
                  </a:lnTo>
                  <a:lnTo>
                    <a:pt x="22951" y="91803"/>
                  </a:lnTo>
                  <a:lnTo>
                    <a:pt x="18033" y="88524"/>
                  </a:lnTo>
                  <a:lnTo>
                    <a:pt x="14754" y="86885"/>
                  </a:lnTo>
                  <a:lnTo>
                    <a:pt x="13114" y="86885"/>
                  </a:lnTo>
                  <a:lnTo>
                    <a:pt x="8197" y="83606"/>
                  </a:lnTo>
                  <a:lnTo>
                    <a:pt x="4918" y="83606"/>
                  </a:lnTo>
                  <a:lnTo>
                    <a:pt x="3278" y="78688"/>
                  </a:lnTo>
                  <a:lnTo>
                    <a:pt x="1639" y="75410"/>
                  </a:lnTo>
                  <a:lnTo>
                    <a:pt x="0" y="7213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28" name="Freeform 4027">
              <a:extLst>
                <a:ext uri="{FF2B5EF4-FFF2-40B4-BE49-F238E27FC236}">
                  <a16:creationId xmlns:a16="http://schemas.microsoft.com/office/drawing/2014/main" id="{E672742B-4032-C841-80F9-21D944D6F8E0}"/>
                </a:ext>
              </a:extLst>
            </p:cNvPr>
            <p:cNvSpPr/>
            <p:nvPr/>
          </p:nvSpPr>
          <p:spPr>
            <a:xfrm>
              <a:off x="5050103" y="1301795"/>
              <a:ext cx="1638" cy="16393"/>
            </a:xfrm>
            <a:custGeom>
              <a:avLst/>
              <a:gdLst>
                <a:gd name="connsiteX0" fmla="*/ 0 w 1638"/>
                <a:gd name="connsiteY0" fmla="*/ 0 h 16393"/>
                <a:gd name="connsiteX1" fmla="*/ 1639 w 1638"/>
                <a:gd name="connsiteY1" fmla="*/ 0 h 16393"/>
                <a:gd name="connsiteX2" fmla="*/ 1639 w 163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16393">
                  <a:moveTo>
                    <a:pt x="0" y="0"/>
                  </a:moveTo>
                  <a:lnTo>
                    <a:pt x="1639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29" name="Freeform 4028">
              <a:extLst>
                <a:ext uri="{FF2B5EF4-FFF2-40B4-BE49-F238E27FC236}">
                  <a16:creationId xmlns:a16="http://schemas.microsoft.com/office/drawing/2014/main" id="{FFBBC7E0-8C39-9743-9354-E4339B5BB3A4}"/>
                </a:ext>
              </a:extLst>
            </p:cNvPr>
            <p:cNvSpPr/>
            <p:nvPr/>
          </p:nvSpPr>
          <p:spPr>
            <a:xfrm>
              <a:off x="5532068" y="1864087"/>
              <a:ext cx="29507" cy="8196"/>
            </a:xfrm>
            <a:custGeom>
              <a:avLst/>
              <a:gdLst>
                <a:gd name="connsiteX0" fmla="*/ 0 w 29507"/>
                <a:gd name="connsiteY0" fmla="*/ 4918 h 8196"/>
                <a:gd name="connsiteX1" fmla="*/ 0 w 29507"/>
                <a:gd name="connsiteY1" fmla="*/ 1639 h 8196"/>
                <a:gd name="connsiteX2" fmla="*/ 3278 w 29507"/>
                <a:gd name="connsiteY2" fmla="*/ 0 h 8196"/>
                <a:gd name="connsiteX3" fmla="*/ 6557 w 29507"/>
                <a:gd name="connsiteY3" fmla="*/ 0 h 8196"/>
                <a:gd name="connsiteX4" fmla="*/ 9836 w 29507"/>
                <a:gd name="connsiteY4" fmla="*/ 1639 h 8196"/>
                <a:gd name="connsiteX5" fmla="*/ 14754 w 29507"/>
                <a:gd name="connsiteY5" fmla="*/ 3279 h 8196"/>
                <a:gd name="connsiteX6" fmla="*/ 18033 w 29507"/>
                <a:gd name="connsiteY6" fmla="*/ 3279 h 8196"/>
                <a:gd name="connsiteX7" fmla="*/ 21311 w 29507"/>
                <a:gd name="connsiteY7" fmla="*/ 0 h 8196"/>
                <a:gd name="connsiteX8" fmla="*/ 24590 w 29507"/>
                <a:gd name="connsiteY8" fmla="*/ 3279 h 8196"/>
                <a:gd name="connsiteX9" fmla="*/ 29508 w 29507"/>
                <a:gd name="connsiteY9" fmla="*/ 3279 h 8196"/>
                <a:gd name="connsiteX10" fmla="*/ 24590 w 29507"/>
                <a:gd name="connsiteY10" fmla="*/ 6557 h 8196"/>
                <a:gd name="connsiteX11" fmla="*/ 21311 w 29507"/>
                <a:gd name="connsiteY11" fmla="*/ 6557 h 8196"/>
                <a:gd name="connsiteX12" fmla="*/ 19672 w 29507"/>
                <a:gd name="connsiteY12" fmla="*/ 8197 h 8196"/>
                <a:gd name="connsiteX13" fmla="*/ 16393 w 29507"/>
                <a:gd name="connsiteY13" fmla="*/ 8197 h 8196"/>
                <a:gd name="connsiteX14" fmla="*/ 16393 w 29507"/>
                <a:gd name="connsiteY14" fmla="*/ 8197 h 8196"/>
                <a:gd name="connsiteX15" fmla="*/ 14754 w 29507"/>
                <a:gd name="connsiteY15" fmla="*/ 8197 h 8196"/>
                <a:gd name="connsiteX16" fmla="*/ 9836 w 29507"/>
                <a:gd name="connsiteY16" fmla="*/ 6557 h 8196"/>
                <a:gd name="connsiteX17" fmla="*/ 6557 w 29507"/>
                <a:gd name="connsiteY17" fmla="*/ 4918 h 8196"/>
                <a:gd name="connsiteX18" fmla="*/ 3278 w 29507"/>
                <a:gd name="connsiteY18" fmla="*/ 6557 h 8196"/>
                <a:gd name="connsiteX19" fmla="*/ 0 w 29507"/>
                <a:gd name="connsiteY19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9507" h="8196">
                  <a:moveTo>
                    <a:pt x="0" y="4918"/>
                  </a:moveTo>
                  <a:lnTo>
                    <a:pt x="0" y="1639"/>
                  </a:lnTo>
                  <a:lnTo>
                    <a:pt x="3278" y="0"/>
                  </a:lnTo>
                  <a:lnTo>
                    <a:pt x="6557" y="0"/>
                  </a:lnTo>
                  <a:lnTo>
                    <a:pt x="9836" y="1639"/>
                  </a:lnTo>
                  <a:lnTo>
                    <a:pt x="14754" y="3279"/>
                  </a:lnTo>
                  <a:lnTo>
                    <a:pt x="18033" y="3279"/>
                  </a:lnTo>
                  <a:lnTo>
                    <a:pt x="21311" y="0"/>
                  </a:lnTo>
                  <a:lnTo>
                    <a:pt x="24590" y="3279"/>
                  </a:lnTo>
                  <a:lnTo>
                    <a:pt x="29508" y="3279"/>
                  </a:lnTo>
                  <a:lnTo>
                    <a:pt x="24590" y="6557"/>
                  </a:lnTo>
                  <a:lnTo>
                    <a:pt x="21311" y="6557"/>
                  </a:lnTo>
                  <a:lnTo>
                    <a:pt x="19672" y="8197"/>
                  </a:lnTo>
                  <a:lnTo>
                    <a:pt x="16393" y="8197"/>
                  </a:lnTo>
                  <a:lnTo>
                    <a:pt x="16393" y="8197"/>
                  </a:lnTo>
                  <a:lnTo>
                    <a:pt x="14754" y="8197"/>
                  </a:lnTo>
                  <a:lnTo>
                    <a:pt x="9836" y="6557"/>
                  </a:lnTo>
                  <a:lnTo>
                    <a:pt x="6557" y="4918"/>
                  </a:lnTo>
                  <a:lnTo>
                    <a:pt x="3278" y="6557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30" name="Freeform 4029">
              <a:extLst>
                <a:ext uri="{FF2B5EF4-FFF2-40B4-BE49-F238E27FC236}">
                  <a16:creationId xmlns:a16="http://schemas.microsoft.com/office/drawing/2014/main" id="{233EEDD5-8057-3146-BBB5-6492837C663F}"/>
                </a:ext>
              </a:extLst>
            </p:cNvPr>
            <p:cNvSpPr/>
            <p:nvPr/>
          </p:nvSpPr>
          <p:spPr>
            <a:xfrm>
              <a:off x="5535346" y="1777202"/>
              <a:ext cx="126229" cy="114753"/>
            </a:xfrm>
            <a:custGeom>
              <a:avLst/>
              <a:gdLst>
                <a:gd name="connsiteX0" fmla="*/ 14754 w 126229"/>
                <a:gd name="connsiteY0" fmla="*/ 78688 h 114753"/>
                <a:gd name="connsiteX1" fmla="*/ 18033 w 126229"/>
                <a:gd name="connsiteY1" fmla="*/ 81967 h 114753"/>
                <a:gd name="connsiteX2" fmla="*/ 21312 w 126229"/>
                <a:gd name="connsiteY2" fmla="*/ 85246 h 114753"/>
                <a:gd name="connsiteX3" fmla="*/ 24590 w 126229"/>
                <a:gd name="connsiteY3" fmla="*/ 86885 h 114753"/>
                <a:gd name="connsiteX4" fmla="*/ 26229 w 126229"/>
                <a:gd name="connsiteY4" fmla="*/ 85246 h 114753"/>
                <a:gd name="connsiteX5" fmla="*/ 26229 w 126229"/>
                <a:gd name="connsiteY5" fmla="*/ 81967 h 114753"/>
                <a:gd name="connsiteX6" fmla="*/ 21312 w 126229"/>
                <a:gd name="connsiteY6" fmla="*/ 81967 h 114753"/>
                <a:gd name="connsiteX7" fmla="*/ 18033 w 126229"/>
                <a:gd name="connsiteY7" fmla="*/ 80328 h 114753"/>
                <a:gd name="connsiteX8" fmla="*/ 21312 w 126229"/>
                <a:gd name="connsiteY8" fmla="*/ 78688 h 114753"/>
                <a:gd name="connsiteX9" fmla="*/ 24590 w 126229"/>
                <a:gd name="connsiteY9" fmla="*/ 78688 h 114753"/>
                <a:gd name="connsiteX10" fmla="*/ 24590 w 126229"/>
                <a:gd name="connsiteY10" fmla="*/ 78688 h 114753"/>
                <a:gd name="connsiteX11" fmla="*/ 21312 w 126229"/>
                <a:gd name="connsiteY11" fmla="*/ 77049 h 114753"/>
                <a:gd name="connsiteX12" fmla="*/ 24590 w 126229"/>
                <a:gd name="connsiteY12" fmla="*/ 77049 h 114753"/>
                <a:gd name="connsiteX13" fmla="*/ 27869 w 126229"/>
                <a:gd name="connsiteY13" fmla="*/ 77049 h 114753"/>
                <a:gd name="connsiteX14" fmla="*/ 31148 w 126229"/>
                <a:gd name="connsiteY14" fmla="*/ 75410 h 114753"/>
                <a:gd name="connsiteX15" fmla="*/ 31148 w 126229"/>
                <a:gd name="connsiteY15" fmla="*/ 75410 h 114753"/>
                <a:gd name="connsiteX16" fmla="*/ 36066 w 126229"/>
                <a:gd name="connsiteY16" fmla="*/ 75410 h 114753"/>
                <a:gd name="connsiteX17" fmla="*/ 39344 w 126229"/>
                <a:gd name="connsiteY17" fmla="*/ 73770 h 114753"/>
                <a:gd name="connsiteX18" fmla="*/ 39344 w 126229"/>
                <a:gd name="connsiteY18" fmla="*/ 73770 h 114753"/>
                <a:gd name="connsiteX19" fmla="*/ 42623 w 126229"/>
                <a:gd name="connsiteY19" fmla="*/ 73770 h 114753"/>
                <a:gd name="connsiteX20" fmla="*/ 45902 w 126229"/>
                <a:gd name="connsiteY20" fmla="*/ 73770 h 114753"/>
                <a:gd name="connsiteX21" fmla="*/ 44262 w 126229"/>
                <a:gd name="connsiteY21" fmla="*/ 70492 h 114753"/>
                <a:gd name="connsiteX22" fmla="*/ 42623 w 126229"/>
                <a:gd name="connsiteY22" fmla="*/ 72131 h 114753"/>
                <a:gd name="connsiteX23" fmla="*/ 39344 w 126229"/>
                <a:gd name="connsiteY23" fmla="*/ 73770 h 114753"/>
                <a:gd name="connsiteX24" fmla="*/ 39344 w 126229"/>
                <a:gd name="connsiteY24" fmla="*/ 73770 h 114753"/>
                <a:gd name="connsiteX25" fmla="*/ 39344 w 126229"/>
                <a:gd name="connsiteY25" fmla="*/ 73770 h 114753"/>
                <a:gd name="connsiteX26" fmla="*/ 34426 w 126229"/>
                <a:gd name="connsiteY26" fmla="*/ 73770 h 114753"/>
                <a:gd name="connsiteX27" fmla="*/ 31148 w 126229"/>
                <a:gd name="connsiteY27" fmla="*/ 73770 h 114753"/>
                <a:gd name="connsiteX28" fmla="*/ 29508 w 126229"/>
                <a:gd name="connsiteY28" fmla="*/ 72131 h 114753"/>
                <a:gd name="connsiteX29" fmla="*/ 26229 w 126229"/>
                <a:gd name="connsiteY29" fmla="*/ 72131 h 114753"/>
                <a:gd name="connsiteX30" fmla="*/ 24590 w 126229"/>
                <a:gd name="connsiteY30" fmla="*/ 70492 h 114753"/>
                <a:gd name="connsiteX31" fmla="*/ 21312 w 126229"/>
                <a:gd name="connsiteY31" fmla="*/ 68852 h 114753"/>
                <a:gd name="connsiteX32" fmla="*/ 19672 w 126229"/>
                <a:gd name="connsiteY32" fmla="*/ 65573 h 114753"/>
                <a:gd name="connsiteX33" fmla="*/ 21312 w 126229"/>
                <a:gd name="connsiteY33" fmla="*/ 62295 h 114753"/>
                <a:gd name="connsiteX34" fmla="*/ 26229 w 126229"/>
                <a:gd name="connsiteY34" fmla="*/ 59016 h 114753"/>
                <a:gd name="connsiteX35" fmla="*/ 29508 w 126229"/>
                <a:gd name="connsiteY35" fmla="*/ 55738 h 114753"/>
                <a:gd name="connsiteX36" fmla="*/ 32787 w 126229"/>
                <a:gd name="connsiteY36" fmla="*/ 52459 h 114753"/>
                <a:gd name="connsiteX37" fmla="*/ 36066 w 126229"/>
                <a:gd name="connsiteY37" fmla="*/ 49180 h 114753"/>
                <a:gd name="connsiteX38" fmla="*/ 36066 w 126229"/>
                <a:gd name="connsiteY38" fmla="*/ 47541 h 114753"/>
                <a:gd name="connsiteX39" fmla="*/ 37705 w 126229"/>
                <a:gd name="connsiteY39" fmla="*/ 44262 h 114753"/>
                <a:gd name="connsiteX40" fmla="*/ 39344 w 126229"/>
                <a:gd name="connsiteY40" fmla="*/ 42623 h 114753"/>
                <a:gd name="connsiteX41" fmla="*/ 39344 w 126229"/>
                <a:gd name="connsiteY41" fmla="*/ 37705 h 114753"/>
                <a:gd name="connsiteX42" fmla="*/ 40983 w 126229"/>
                <a:gd name="connsiteY42" fmla="*/ 34426 h 114753"/>
                <a:gd name="connsiteX43" fmla="*/ 40983 w 126229"/>
                <a:gd name="connsiteY43" fmla="*/ 31148 h 114753"/>
                <a:gd name="connsiteX44" fmla="*/ 42623 w 126229"/>
                <a:gd name="connsiteY44" fmla="*/ 26229 h 114753"/>
                <a:gd name="connsiteX45" fmla="*/ 42623 w 126229"/>
                <a:gd name="connsiteY45" fmla="*/ 26229 h 114753"/>
                <a:gd name="connsiteX46" fmla="*/ 42623 w 126229"/>
                <a:gd name="connsiteY46" fmla="*/ 24590 h 114753"/>
                <a:gd name="connsiteX47" fmla="*/ 47541 w 126229"/>
                <a:gd name="connsiteY47" fmla="*/ 22951 h 114753"/>
                <a:gd name="connsiteX48" fmla="*/ 50820 w 126229"/>
                <a:gd name="connsiteY48" fmla="*/ 24590 h 114753"/>
                <a:gd name="connsiteX49" fmla="*/ 52459 w 126229"/>
                <a:gd name="connsiteY49" fmla="*/ 22951 h 114753"/>
                <a:gd name="connsiteX50" fmla="*/ 55738 w 126229"/>
                <a:gd name="connsiteY50" fmla="*/ 21311 h 114753"/>
                <a:gd name="connsiteX51" fmla="*/ 60656 w 126229"/>
                <a:gd name="connsiteY51" fmla="*/ 19672 h 114753"/>
                <a:gd name="connsiteX52" fmla="*/ 63935 w 126229"/>
                <a:gd name="connsiteY52" fmla="*/ 16393 h 114753"/>
                <a:gd name="connsiteX53" fmla="*/ 67213 w 126229"/>
                <a:gd name="connsiteY53" fmla="*/ 13115 h 114753"/>
                <a:gd name="connsiteX54" fmla="*/ 70492 w 126229"/>
                <a:gd name="connsiteY54" fmla="*/ 9836 h 114753"/>
                <a:gd name="connsiteX55" fmla="*/ 73770 w 126229"/>
                <a:gd name="connsiteY55" fmla="*/ 6557 h 114753"/>
                <a:gd name="connsiteX56" fmla="*/ 78688 w 126229"/>
                <a:gd name="connsiteY56" fmla="*/ 4918 h 114753"/>
                <a:gd name="connsiteX57" fmla="*/ 81967 w 126229"/>
                <a:gd name="connsiteY57" fmla="*/ 4918 h 114753"/>
                <a:gd name="connsiteX58" fmla="*/ 83606 w 126229"/>
                <a:gd name="connsiteY58" fmla="*/ 3279 h 114753"/>
                <a:gd name="connsiteX59" fmla="*/ 85246 w 126229"/>
                <a:gd name="connsiteY59" fmla="*/ 3279 h 114753"/>
                <a:gd name="connsiteX60" fmla="*/ 88525 w 126229"/>
                <a:gd name="connsiteY60" fmla="*/ 3279 h 114753"/>
                <a:gd name="connsiteX61" fmla="*/ 91803 w 126229"/>
                <a:gd name="connsiteY61" fmla="*/ 3279 h 114753"/>
                <a:gd name="connsiteX62" fmla="*/ 91803 w 126229"/>
                <a:gd name="connsiteY62" fmla="*/ 3279 h 114753"/>
                <a:gd name="connsiteX63" fmla="*/ 96721 w 126229"/>
                <a:gd name="connsiteY63" fmla="*/ 3279 h 114753"/>
                <a:gd name="connsiteX64" fmla="*/ 100000 w 126229"/>
                <a:gd name="connsiteY64" fmla="*/ 1639 h 114753"/>
                <a:gd name="connsiteX65" fmla="*/ 103279 w 126229"/>
                <a:gd name="connsiteY65" fmla="*/ 1639 h 114753"/>
                <a:gd name="connsiteX66" fmla="*/ 108196 w 126229"/>
                <a:gd name="connsiteY66" fmla="*/ 1639 h 114753"/>
                <a:gd name="connsiteX67" fmla="*/ 111475 w 126229"/>
                <a:gd name="connsiteY67" fmla="*/ 0 h 114753"/>
                <a:gd name="connsiteX68" fmla="*/ 114754 w 126229"/>
                <a:gd name="connsiteY68" fmla="*/ 3279 h 114753"/>
                <a:gd name="connsiteX69" fmla="*/ 116393 w 126229"/>
                <a:gd name="connsiteY69" fmla="*/ 6557 h 114753"/>
                <a:gd name="connsiteX70" fmla="*/ 118032 w 126229"/>
                <a:gd name="connsiteY70" fmla="*/ 6557 h 114753"/>
                <a:gd name="connsiteX71" fmla="*/ 118032 w 126229"/>
                <a:gd name="connsiteY71" fmla="*/ 6557 h 114753"/>
                <a:gd name="connsiteX72" fmla="*/ 121311 w 126229"/>
                <a:gd name="connsiteY72" fmla="*/ 9836 h 114753"/>
                <a:gd name="connsiteX73" fmla="*/ 124590 w 126229"/>
                <a:gd name="connsiteY73" fmla="*/ 9836 h 114753"/>
                <a:gd name="connsiteX74" fmla="*/ 126229 w 126229"/>
                <a:gd name="connsiteY74" fmla="*/ 13115 h 114753"/>
                <a:gd name="connsiteX75" fmla="*/ 124590 w 126229"/>
                <a:gd name="connsiteY75" fmla="*/ 13115 h 114753"/>
                <a:gd name="connsiteX76" fmla="*/ 124590 w 126229"/>
                <a:gd name="connsiteY76" fmla="*/ 16393 h 114753"/>
                <a:gd name="connsiteX77" fmla="*/ 124590 w 126229"/>
                <a:gd name="connsiteY77" fmla="*/ 19672 h 114753"/>
                <a:gd name="connsiteX78" fmla="*/ 122950 w 126229"/>
                <a:gd name="connsiteY78" fmla="*/ 22951 h 114753"/>
                <a:gd name="connsiteX79" fmla="*/ 121311 w 126229"/>
                <a:gd name="connsiteY79" fmla="*/ 26229 h 114753"/>
                <a:gd name="connsiteX80" fmla="*/ 121311 w 126229"/>
                <a:gd name="connsiteY80" fmla="*/ 26229 h 114753"/>
                <a:gd name="connsiteX81" fmla="*/ 119672 w 126229"/>
                <a:gd name="connsiteY81" fmla="*/ 31148 h 114753"/>
                <a:gd name="connsiteX82" fmla="*/ 119672 w 126229"/>
                <a:gd name="connsiteY82" fmla="*/ 31148 h 114753"/>
                <a:gd name="connsiteX83" fmla="*/ 119672 w 126229"/>
                <a:gd name="connsiteY83" fmla="*/ 34426 h 114753"/>
                <a:gd name="connsiteX84" fmla="*/ 116393 w 126229"/>
                <a:gd name="connsiteY84" fmla="*/ 34426 h 114753"/>
                <a:gd name="connsiteX85" fmla="*/ 113115 w 126229"/>
                <a:gd name="connsiteY85" fmla="*/ 34426 h 114753"/>
                <a:gd name="connsiteX86" fmla="*/ 109836 w 126229"/>
                <a:gd name="connsiteY86" fmla="*/ 34426 h 114753"/>
                <a:gd name="connsiteX87" fmla="*/ 108196 w 126229"/>
                <a:gd name="connsiteY87" fmla="*/ 36066 h 114753"/>
                <a:gd name="connsiteX88" fmla="*/ 108196 w 126229"/>
                <a:gd name="connsiteY88" fmla="*/ 39344 h 114753"/>
                <a:gd name="connsiteX89" fmla="*/ 108196 w 126229"/>
                <a:gd name="connsiteY89" fmla="*/ 40983 h 114753"/>
                <a:gd name="connsiteX90" fmla="*/ 111475 w 126229"/>
                <a:gd name="connsiteY90" fmla="*/ 42623 h 114753"/>
                <a:gd name="connsiteX91" fmla="*/ 116393 w 126229"/>
                <a:gd name="connsiteY91" fmla="*/ 44262 h 114753"/>
                <a:gd name="connsiteX92" fmla="*/ 119672 w 126229"/>
                <a:gd name="connsiteY92" fmla="*/ 44262 h 114753"/>
                <a:gd name="connsiteX93" fmla="*/ 119672 w 126229"/>
                <a:gd name="connsiteY93" fmla="*/ 49180 h 114753"/>
                <a:gd name="connsiteX94" fmla="*/ 119672 w 126229"/>
                <a:gd name="connsiteY94" fmla="*/ 49180 h 114753"/>
                <a:gd name="connsiteX95" fmla="*/ 119672 w 126229"/>
                <a:gd name="connsiteY95" fmla="*/ 49180 h 114753"/>
                <a:gd name="connsiteX96" fmla="*/ 119672 w 126229"/>
                <a:gd name="connsiteY96" fmla="*/ 52459 h 114753"/>
                <a:gd name="connsiteX97" fmla="*/ 118032 w 126229"/>
                <a:gd name="connsiteY97" fmla="*/ 52459 h 114753"/>
                <a:gd name="connsiteX98" fmla="*/ 116393 w 126229"/>
                <a:gd name="connsiteY98" fmla="*/ 54098 h 114753"/>
                <a:gd name="connsiteX99" fmla="*/ 113115 w 126229"/>
                <a:gd name="connsiteY99" fmla="*/ 57377 h 114753"/>
                <a:gd name="connsiteX100" fmla="*/ 109836 w 126229"/>
                <a:gd name="connsiteY100" fmla="*/ 57377 h 114753"/>
                <a:gd name="connsiteX101" fmla="*/ 109836 w 126229"/>
                <a:gd name="connsiteY101" fmla="*/ 60656 h 114753"/>
                <a:gd name="connsiteX102" fmla="*/ 111475 w 126229"/>
                <a:gd name="connsiteY102" fmla="*/ 65573 h 114753"/>
                <a:gd name="connsiteX103" fmla="*/ 111475 w 126229"/>
                <a:gd name="connsiteY103" fmla="*/ 65573 h 114753"/>
                <a:gd name="connsiteX104" fmla="*/ 106557 w 126229"/>
                <a:gd name="connsiteY104" fmla="*/ 65573 h 114753"/>
                <a:gd name="connsiteX105" fmla="*/ 103279 w 126229"/>
                <a:gd name="connsiteY105" fmla="*/ 67213 h 114753"/>
                <a:gd name="connsiteX106" fmla="*/ 100000 w 126229"/>
                <a:gd name="connsiteY106" fmla="*/ 68852 h 114753"/>
                <a:gd name="connsiteX107" fmla="*/ 95082 w 126229"/>
                <a:gd name="connsiteY107" fmla="*/ 68852 h 114753"/>
                <a:gd name="connsiteX108" fmla="*/ 91803 w 126229"/>
                <a:gd name="connsiteY108" fmla="*/ 67213 h 114753"/>
                <a:gd name="connsiteX109" fmla="*/ 88525 w 126229"/>
                <a:gd name="connsiteY109" fmla="*/ 65573 h 114753"/>
                <a:gd name="connsiteX110" fmla="*/ 88525 w 126229"/>
                <a:gd name="connsiteY110" fmla="*/ 65573 h 114753"/>
                <a:gd name="connsiteX111" fmla="*/ 90164 w 126229"/>
                <a:gd name="connsiteY111" fmla="*/ 68852 h 114753"/>
                <a:gd name="connsiteX112" fmla="*/ 86885 w 126229"/>
                <a:gd name="connsiteY112" fmla="*/ 68852 h 114753"/>
                <a:gd name="connsiteX113" fmla="*/ 81967 w 126229"/>
                <a:gd name="connsiteY113" fmla="*/ 68852 h 114753"/>
                <a:gd name="connsiteX114" fmla="*/ 83606 w 126229"/>
                <a:gd name="connsiteY114" fmla="*/ 70492 h 114753"/>
                <a:gd name="connsiteX115" fmla="*/ 83606 w 126229"/>
                <a:gd name="connsiteY115" fmla="*/ 72131 h 114753"/>
                <a:gd name="connsiteX116" fmla="*/ 81967 w 126229"/>
                <a:gd name="connsiteY116" fmla="*/ 72131 h 114753"/>
                <a:gd name="connsiteX117" fmla="*/ 85246 w 126229"/>
                <a:gd name="connsiteY117" fmla="*/ 73770 h 114753"/>
                <a:gd name="connsiteX118" fmla="*/ 88525 w 126229"/>
                <a:gd name="connsiteY118" fmla="*/ 78688 h 114753"/>
                <a:gd name="connsiteX119" fmla="*/ 90164 w 126229"/>
                <a:gd name="connsiteY119" fmla="*/ 81967 h 114753"/>
                <a:gd name="connsiteX120" fmla="*/ 91803 w 126229"/>
                <a:gd name="connsiteY120" fmla="*/ 85246 h 114753"/>
                <a:gd name="connsiteX121" fmla="*/ 91803 w 126229"/>
                <a:gd name="connsiteY121" fmla="*/ 86885 h 114753"/>
                <a:gd name="connsiteX122" fmla="*/ 91803 w 126229"/>
                <a:gd name="connsiteY122" fmla="*/ 88524 h 114753"/>
                <a:gd name="connsiteX123" fmla="*/ 90164 w 126229"/>
                <a:gd name="connsiteY123" fmla="*/ 90164 h 114753"/>
                <a:gd name="connsiteX124" fmla="*/ 90164 w 126229"/>
                <a:gd name="connsiteY124" fmla="*/ 90164 h 114753"/>
                <a:gd name="connsiteX125" fmla="*/ 86885 w 126229"/>
                <a:gd name="connsiteY125" fmla="*/ 93442 h 114753"/>
                <a:gd name="connsiteX126" fmla="*/ 86885 w 126229"/>
                <a:gd name="connsiteY126" fmla="*/ 96721 h 114753"/>
                <a:gd name="connsiteX127" fmla="*/ 85246 w 126229"/>
                <a:gd name="connsiteY127" fmla="*/ 100000 h 114753"/>
                <a:gd name="connsiteX128" fmla="*/ 81967 w 126229"/>
                <a:gd name="connsiteY128" fmla="*/ 103278 h 114753"/>
                <a:gd name="connsiteX129" fmla="*/ 83606 w 126229"/>
                <a:gd name="connsiteY129" fmla="*/ 106557 h 114753"/>
                <a:gd name="connsiteX130" fmla="*/ 85246 w 126229"/>
                <a:gd name="connsiteY130" fmla="*/ 108196 h 114753"/>
                <a:gd name="connsiteX131" fmla="*/ 86885 w 126229"/>
                <a:gd name="connsiteY131" fmla="*/ 109836 h 114753"/>
                <a:gd name="connsiteX132" fmla="*/ 85246 w 126229"/>
                <a:gd name="connsiteY132" fmla="*/ 111475 h 114753"/>
                <a:gd name="connsiteX133" fmla="*/ 83606 w 126229"/>
                <a:gd name="connsiteY133" fmla="*/ 111475 h 114753"/>
                <a:gd name="connsiteX134" fmla="*/ 83606 w 126229"/>
                <a:gd name="connsiteY134" fmla="*/ 113114 h 114753"/>
                <a:gd name="connsiteX135" fmla="*/ 83606 w 126229"/>
                <a:gd name="connsiteY135" fmla="*/ 114754 h 114753"/>
                <a:gd name="connsiteX136" fmla="*/ 83606 w 126229"/>
                <a:gd name="connsiteY136" fmla="*/ 114754 h 114753"/>
                <a:gd name="connsiteX137" fmla="*/ 80328 w 126229"/>
                <a:gd name="connsiteY137" fmla="*/ 114754 h 114753"/>
                <a:gd name="connsiteX138" fmla="*/ 75410 w 126229"/>
                <a:gd name="connsiteY138" fmla="*/ 114754 h 114753"/>
                <a:gd name="connsiteX139" fmla="*/ 73770 w 126229"/>
                <a:gd name="connsiteY139" fmla="*/ 114754 h 114753"/>
                <a:gd name="connsiteX140" fmla="*/ 73770 w 126229"/>
                <a:gd name="connsiteY140" fmla="*/ 114754 h 114753"/>
                <a:gd name="connsiteX141" fmla="*/ 73770 w 126229"/>
                <a:gd name="connsiteY141" fmla="*/ 114754 h 114753"/>
                <a:gd name="connsiteX142" fmla="*/ 73770 w 126229"/>
                <a:gd name="connsiteY142" fmla="*/ 113114 h 114753"/>
                <a:gd name="connsiteX143" fmla="*/ 73770 w 126229"/>
                <a:gd name="connsiteY143" fmla="*/ 113114 h 114753"/>
                <a:gd name="connsiteX144" fmla="*/ 72131 w 126229"/>
                <a:gd name="connsiteY144" fmla="*/ 111475 h 114753"/>
                <a:gd name="connsiteX145" fmla="*/ 72131 w 126229"/>
                <a:gd name="connsiteY145" fmla="*/ 111475 h 114753"/>
                <a:gd name="connsiteX146" fmla="*/ 72131 w 126229"/>
                <a:gd name="connsiteY146" fmla="*/ 109836 h 114753"/>
                <a:gd name="connsiteX147" fmla="*/ 75410 w 126229"/>
                <a:gd name="connsiteY147" fmla="*/ 106557 h 114753"/>
                <a:gd name="connsiteX148" fmla="*/ 75410 w 126229"/>
                <a:gd name="connsiteY148" fmla="*/ 104918 h 114753"/>
                <a:gd name="connsiteX149" fmla="*/ 77049 w 126229"/>
                <a:gd name="connsiteY149" fmla="*/ 100000 h 114753"/>
                <a:gd name="connsiteX150" fmla="*/ 78688 w 126229"/>
                <a:gd name="connsiteY150" fmla="*/ 98360 h 114753"/>
                <a:gd name="connsiteX151" fmla="*/ 78688 w 126229"/>
                <a:gd name="connsiteY151" fmla="*/ 96721 h 114753"/>
                <a:gd name="connsiteX152" fmla="*/ 73770 w 126229"/>
                <a:gd name="connsiteY152" fmla="*/ 96721 h 114753"/>
                <a:gd name="connsiteX153" fmla="*/ 70492 w 126229"/>
                <a:gd name="connsiteY153" fmla="*/ 95082 h 114753"/>
                <a:gd name="connsiteX154" fmla="*/ 68852 w 126229"/>
                <a:gd name="connsiteY154" fmla="*/ 95082 h 114753"/>
                <a:gd name="connsiteX155" fmla="*/ 65573 w 126229"/>
                <a:gd name="connsiteY155" fmla="*/ 93442 h 114753"/>
                <a:gd name="connsiteX156" fmla="*/ 63935 w 126229"/>
                <a:gd name="connsiteY156" fmla="*/ 93442 h 114753"/>
                <a:gd name="connsiteX157" fmla="*/ 59016 w 126229"/>
                <a:gd name="connsiteY157" fmla="*/ 93442 h 114753"/>
                <a:gd name="connsiteX158" fmla="*/ 59016 w 126229"/>
                <a:gd name="connsiteY158" fmla="*/ 93442 h 114753"/>
                <a:gd name="connsiteX159" fmla="*/ 57377 w 126229"/>
                <a:gd name="connsiteY159" fmla="*/ 91803 h 114753"/>
                <a:gd name="connsiteX160" fmla="*/ 54098 w 126229"/>
                <a:gd name="connsiteY160" fmla="*/ 88524 h 114753"/>
                <a:gd name="connsiteX161" fmla="*/ 54098 w 126229"/>
                <a:gd name="connsiteY161" fmla="*/ 85246 h 114753"/>
                <a:gd name="connsiteX162" fmla="*/ 52459 w 126229"/>
                <a:gd name="connsiteY162" fmla="*/ 83606 h 114753"/>
                <a:gd name="connsiteX163" fmla="*/ 50820 w 126229"/>
                <a:gd name="connsiteY163" fmla="*/ 86885 h 114753"/>
                <a:gd name="connsiteX164" fmla="*/ 47541 w 126229"/>
                <a:gd name="connsiteY164" fmla="*/ 86885 h 114753"/>
                <a:gd name="connsiteX165" fmla="*/ 42623 w 126229"/>
                <a:gd name="connsiteY165" fmla="*/ 86885 h 114753"/>
                <a:gd name="connsiteX166" fmla="*/ 42623 w 126229"/>
                <a:gd name="connsiteY166" fmla="*/ 83606 h 114753"/>
                <a:gd name="connsiteX167" fmla="*/ 40983 w 126229"/>
                <a:gd name="connsiteY167" fmla="*/ 86885 h 114753"/>
                <a:gd name="connsiteX168" fmla="*/ 36066 w 126229"/>
                <a:gd name="connsiteY168" fmla="*/ 86885 h 114753"/>
                <a:gd name="connsiteX169" fmla="*/ 32787 w 126229"/>
                <a:gd name="connsiteY169" fmla="*/ 85246 h 114753"/>
                <a:gd name="connsiteX170" fmla="*/ 32787 w 126229"/>
                <a:gd name="connsiteY170" fmla="*/ 88524 h 114753"/>
                <a:gd name="connsiteX171" fmla="*/ 27869 w 126229"/>
                <a:gd name="connsiteY171" fmla="*/ 88524 h 114753"/>
                <a:gd name="connsiteX172" fmla="*/ 27869 w 126229"/>
                <a:gd name="connsiteY172" fmla="*/ 88524 h 114753"/>
                <a:gd name="connsiteX173" fmla="*/ 26229 w 126229"/>
                <a:gd name="connsiteY173" fmla="*/ 88524 h 114753"/>
                <a:gd name="connsiteX174" fmla="*/ 22951 w 126229"/>
                <a:gd name="connsiteY174" fmla="*/ 86885 h 114753"/>
                <a:gd name="connsiteX175" fmla="*/ 18033 w 126229"/>
                <a:gd name="connsiteY175" fmla="*/ 86885 h 114753"/>
                <a:gd name="connsiteX176" fmla="*/ 18033 w 126229"/>
                <a:gd name="connsiteY176" fmla="*/ 85246 h 114753"/>
                <a:gd name="connsiteX177" fmla="*/ 14754 w 126229"/>
                <a:gd name="connsiteY177" fmla="*/ 86885 h 114753"/>
                <a:gd name="connsiteX178" fmla="*/ 11476 w 126229"/>
                <a:gd name="connsiteY178" fmla="*/ 86885 h 114753"/>
                <a:gd name="connsiteX179" fmla="*/ 8197 w 126229"/>
                <a:gd name="connsiteY179" fmla="*/ 85246 h 114753"/>
                <a:gd name="connsiteX180" fmla="*/ 3279 w 126229"/>
                <a:gd name="connsiteY180" fmla="*/ 85246 h 114753"/>
                <a:gd name="connsiteX181" fmla="*/ 0 w 126229"/>
                <a:gd name="connsiteY181" fmla="*/ 83606 h 114753"/>
                <a:gd name="connsiteX182" fmla="*/ 3279 w 126229"/>
                <a:gd name="connsiteY182" fmla="*/ 78688 h 114753"/>
                <a:gd name="connsiteX183" fmla="*/ 8197 w 126229"/>
                <a:gd name="connsiteY183" fmla="*/ 78688 h 114753"/>
                <a:gd name="connsiteX184" fmla="*/ 11476 w 126229"/>
                <a:gd name="connsiteY184" fmla="*/ 78688 h 114753"/>
                <a:gd name="connsiteX185" fmla="*/ 14754 w 126229"/>
                <a:gd name="connsiteY185" fmla="*/ 78688 h 1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126229" h="114753">
                  <a:moveTo>
                    <a:pt x="14754" y="78688"/>
                  </a:moveTo>
                  <a:lnTo>
                    <a:pt x="18033" y="81967"/>
                  </a:lnTo>
                  <a:lnTo>
                    <a:pt x="21312" y="85246"/>
                  </a:lnTo>
                  <a:lnTo>
                    <a:pt x="24590" y="86885"/>
                  </a:lnTo>
                  <a:lnTo>
                    <a:pt x="26229" y="85246"/>
                  </a:lnTo>
                  <a:lnTo>
                    <a:pt x="26229" y="81967"/>
                  </a:lnTo>
                  <a:lnTo>
                    <a:pt x="21312" y="81967"/>
                  </a:lnTo>
                  <a:lnTo>
                    <a:pt x="18033" y="80328"/>
                  </a:lnTo>
                  <a:lnTo>
                    <a:pt x="21312" y="78688"/>
                  </a:lnTo>
                  <a:lnTo>
                    <a:pt x="24590" y="78688"/>
                  </a:lnTo>
                  <a:lnTo>
                    <a:pt x="24590" y="78688"/>
                  </a:lnTo>
                  <a:lnTo>
                    <a:pt x="21312" y="77049"/>
                  </a:lnTo>
                  <a:lnTo>
                    <a:pt x="24590" y="77049"/>
                  </a:lnTo>
                  <a:lnTo>
                    <a:pt x="27869" y="77049"/>
                  </a:lnTo>
                  <a:lnTo>
                    <a:pt x="31148" y="75410"/>
                  </a:lnTo>
                  <a:lnTo>
                    <a:pt x="31148" y="75410"/>
                  </a:lnTo>
                  <a:lnTo>
                    <a:pt x="36066" y="75410"/>
                  </a:lnTo>
                  <a:lnTo>
                    <a:pt x="39344" y="73770"/>
                  </a:lnTo>
                  <a:lnTo>
                    <a:pt x="39344" y="73770"/>
                  </a:lnTo>
                  <a:lnTo>
                    <a:pt x="42623" y="73770"/>
                  </a:lnTo>
                  <a:lnTo>
                    <a:pt x="45902" y="73770"/>
                  </a:lnTo>
                  <a:lnTo>
                    <a:pt x="44262" y="70492"/>
                  </a:lnTo>
                  <a:lnTo>
                    <a:pt x="42623" y="72131"/>
                  </a:lnTo>
                  <a:lnTo>
                    <a:pt x="39344" y="73770"/>
                  </a:lnTo>
                  <a:lnTo>
                    <a:pt x="39344" y="73770"/>
                  </a:lnTo>
                  <a:lnTo>
                    <a:pt x="39344" y="73770"/>
                  </a:lnTo>
                  <a:lnTo>
                    <a:pt x="34426" y="73770"/>
                  </a:lnTo>
                  <a:lnTo>
                    <a:pt x="31148" y="73770"/>
                  </a:lnTo>
                  <a:lnTo>
                    <a:pt x="29508" y="72131"/>
                  </a:lnTo>
                  <a:lnTo>
                    <a:pt x="26229" y="72131"/>
                  </a:lnTo>
                  <a:lnTo>
                    <a:pt x="24590" y="70492"/>
                  </a:lnTo>
                  <a:lnTo>
                    <a:pt x="21312" y="68852"/>
                  </a:lnTo>
                  <a:lnTo>
                    <a:pt x="19672" y="65573"/>
                  </a:lnTo>
                  <a:lnTo>
                    <a:pt x="21312" y="62295"/>
                  </a:lnTo>
                  <a:lnTo>
                    <a:pt x="26229" y="59016"/>
                  </a:lnTo>
                  <a:lnTo>
                    <a:pt x="29508" y="55738"/>
                  </a:lnTo>
                  <a:lnTo>
                    <a:pt x="32787" y="52459"/>
                  </a:lnTo>
                  <a:lnTo>
                    <a:pt x="36066" y="49180"/>
                  </a:lnTo>
                  <a:lnTo>
                    <a:pt x="36066" y="47541"/>
                  </a:lnTo>
                  <a:lnTo>
                    <a:pt x="37705" y="44262"/>
                  </a:lnTo>
                  <a:lnTo>
                    <a:pt x="39344" y="42623"/>
                  </a:lnTo>
                  <a:lnTo>
                    <a:pt x="39344" y="37705"/>
                  </a:lnTo>
                  <a:lnTo>
                    <a:pt x="40983" y="34426"/>
                  </a:lnTo>
                  <a:lnTo>
                    <a:pt x="40983" y="31148"/>
                  </a:lnTo>
                  <a:lnTo>
                    <a:pt x="42623" y="26229"/>
                  </a:lnTo>
                  <a:lnTo>
                    <a:pt x="42623" y="26229"/>
                  </a:lnTo>
                  <a:lnTo>
                    <a:pt x="42623" y="24590"/>
                  </a:lnTo>
                  <a:lnTo>
                    <a:pt x="47541" y="22951"/>
                  </a:lnTo>
                  <a:lnTo>
                    <a:pt x="50820" y="24590"/>
                  </a:lnTo>
                  <a:lnTo>
                    <a:pt x="52459" y="22951"/>
                  </a:lnTo>
                  <a:lnTo>
                    <a:pt x="55738" y="21311"/>
                  </a:lnTo>
                  <a:lnTo>
                    <a:pt x="60656" y="19672"/>
                  </a:lnTo>
                  <a:lnTo>
                    <a:pt x="63935" y="16393"/>
                  </a:lnTo>
                  <a:lnTo>
                    <a:pt x="67213" y="13115"/>
                  </a:lnTo>
                  <a:lnTo>
                    <a:pt x="70492" y="9836"/>
                  </a:lnTo>
                  <a:lnTo>
                    <a:pt x="73770" y="6557"/>
                  </a:lnTo>
                  <a:lnTo>
                    <a:pt x="78688" y="4918"/>
                  </a:lnTo>
                  <a:lnTo>
                    <a:pt x="81967" y="4918"/>
                  </a:lnTo>
                  <a:lnTo>
                    <a:pt x="83606" y="3279"/>
                  </a:lnTo>
                  <a:lnTo>
                    <a:pt x="85246" y="3279"/>
                  </a:lnTo>
                  <a:lnTo>
                    <a:pt x="88525" y="3279"/>
                  </a:lnTo>
                  <a:lnTo>
                    <a:pt x="91803" y="3279"/>
                  </a:lnTo>
                  <a:lnTo>
                    <a:pt x="91803" y="3279"/>
                  </a:lnTo>
                  <a:lnTo>
                    <a:pt x="96721" y="3279"/>
                  </a:lnTo>
                  <a:lnTo>
                    <a:pt x="100000" y="1639"/>
                  </a:lnTo>
                  <a:lnTo>
                    <a:pt x="103279" y="1639"/>
                  </a:lnTo>
                  <a:lnTo>
                    <a:pt x="108196" y="1639"/>
                  </a:lnTo>
                  <a:lnTo>
                    <a:pt x="111475" y="0"/>
                  </a:lnTo>
                  <a:lnTo>
                    <a:pt x="114754" y="3279"/>
                  </a:lnTo>
                  <a:lnTo>
                    <a:pt x="116393" y="6557"/>
                  </a:lnTo>
                  <a:lnTo>
                    <a:pt x="118032" y="6557"/>
                  </a:lnTo>
                  <a:lnTo>
                    <a:pt x="118032" y="6557"/>
                  </a:lnTo>
                  <a:lnTo>
                    <a:pt x="121311" y="9836"/>
                  </a:lnTo>
                  <a:lnTo>
                    <a:pt x="124590" y="9836"/>
                  </a:lnTo>
                  <a:lnTo>
                    <a:pt x="126229" y="13115"/>
                  </a:lnTo>
                  <a:lnTo>
                    <a:pt x="124590" y="13115"/>
                  </a:lnTo>
                  <a:lnTo>
                    <a:pt x="124590" y="16393"/>
                  </a:lnTo>
                  <a:lnTo>
                    <a:pt x="124590" y="19672"/>
                  </a:lnTo>
                  <a:lnTo>
                    <a:pt x="122950" y="22951"/>
                  </a:lnTo>
                  <a:lnTo>
                    <a:pt x="121311" y="26229"/>
                  </a:lnTo>
                  <a:lnTo>
                    <a:pt x="121311" y="26229"/>
                  </a:lnTo>
                  <a:lnTo>
                    <a:pt x="119672" y="31148"/>
                  </a:lnTo>
                  <a:lnTo>
                    <a:pt x="119672" y="31148"/>
                  </a:lnTo>
                  <a:lnTo>
                    <a:pt x="119672" y="34426"/>
                  </a:lnTo>
                  <a:lnTo>
                    <a:pt x="116393" y="34426"/>
                  </a:lnTo>
                  <a:lnTo>
                    <a:pt x="113115" y="34426"/>
                  </a:lnTo>
                  <a:lnTo>
                    <a:pt x="109836" y="34426"/>
                  </a:lnTo>
                  <a:lnTo>
                    <a:pt x="108196" y="36066"/>
                  </a:lnTo>
                  <a:lnTo>
                    <a:pt x="108196" y="39344"/>
                  </a:lnTo>
                  <a:lnTo>
                    <a:pt x="108196" y="40983"/>
                  </a:lnTo>
                  <a:lnTo>
                    <a:pt x="111475" y="42623"/>
                  </a:lnTo>
                  <a:lnTo>
                    <a:pt x="116393" y="44262"/>
                  </a:lnTo>
                  <a:lnTo>
                    <a:pt x="119672" y="44262"/>
                  </a:lnTo>
                  <a:lnTo>
                    <a:pt x="119672" y="49180"/>
                  </a:lnTo>
                  <a:lnTo>
                    <a:pt x="119672" y="49180"/>
                  </a:lnTo>
                  <a:lnTo>
                    <a:pt x="119672" y="49180"/>
                  </a:lnTo>
                  <a:lnTo>
                    <a:pt x="119672" y="52459"/>
                  </a:lnTo>
                  <a:lnTo>
                    <a:pt x="118032" y="52459"/>
                  </a:lnTo>
                  <a:lnTo>
                    <a:pt x="116393" y="54098"/>
                  </a:lnTo>
                  <a:lnTo>
                    <a:pt x="113115" y="57377"/>
                  </a:lnTo>
                  <a:lnTo>
                    <a:pt x="109836" y="57377"/>
                  </a:lnTo>
                  <a:lnTo>
                    <a:pt x="109836" y="60656"/>
                  </a:lnTo>
                  <a:lnTo>
                    <a:pt x="111475" y="65573"/>
                  </a:lnTo>
                  <a:lnTo>
                    <a:pt x="111475" y="65573"/>
                  </a:lnTo>
                  <a:lnTo>
                    <a:pt x="106557" y="65573"/>
                  </a:lnTo>
                  <a:lnTo>
                    <a:pt x="103279" y="67213"/>
                  </a:lnTo>
                  <a:lnTo>
                    <a:pt x="100000" y="68852"/>
                  </a:lnTo>
                  <a:lnTo>
                    <a:pt x="95082" y="68852"/>
                  </a:lnTo>
                  <a:lnTo>
                    <a:pt x="91803" y="67213"/>
                  </a:lnTo>
                  <a:lnTo>
                    <a:pt x="88525" y="65573"/>
                  </a:lnTo>
                  <a:lnTo>
                    <a:pt x="88525" y="65573"/>
                  </a:lnTo>
                  <a:lnTo>
                    <a:pt x="90164" y="68852"/>
                  </a:lnTo>
                  <a:lnTo>
                    <a:pt x="86885" y="68852"/>
                  </a:lnTo>
                  <a:lnTo>
                    <a:pt x="81967" y="68852"/>
                  </a:lnTo>
                  <a:lnTo>
                    <a:pt x="83606" y="70492"/>
                  </a:lnTo>
                  <a:lnTo>
                    <a:pt x="83606" y="72131"/>
                  </a:lnTo>
                  <a:lnTo>
                    <a:pt x="81967" y="72131"/>
                  </a:lnTo>
                  <a:lnTo>
                    <a:pt x="85246" y="73770"/>
                  </a:lnTo>
                  <a:lnTo>
                    <a:pt x="88525" y="78688"/>
                  </a:lnTo>
                  <a:lnTo>
                    <a:pt x="90164" y="81967"/>
                  </a:lnTo>
                  <a:lnTo>
                    <a:pt x="91803" y="85246"/>
                  </a:lnTo>
                  <a:lnTo>
                    <a:pt x="91803" y="86885"/>
                  </a:lnTo>
                  <a:lnTo>
                    <a:pt x="91803" y="88524"/>
                  </a:lnTo>
                  <a:lnTo>
                    <a:pt x="90164" y="90164"/>
                  </a:lnTo>
                  <a:lnTo>
                    <a:pt x="90164" y="90164"/>
                  </a:lnTo>
                  <a:lnTo>
                    <a:pt x="86885" y="93442"/>
                  </a:lnTo>
                  <a:lnTo>
                    <a:pt x="86885" y="96721"/>
                  </a:lnTo>
                  <a:lnTo>
                    <a:pt x="85246" y="100000"/>
                  </a:lnTo>
                  <a:lnTo>
                    <a:pt x="81967" y="103278"/>
                  </a:lnTo>
                  <a:lnTo>
                    <a:pt x="83606" y="106557"/>
                  </a:lnTo>
                  <a:lnTo>
                    <a:pt x="85246" y="108196"/>
                  </a:lnTo>
                  <a:lnTo>
                    <a:pt x="86885" y="109836"/>
                  </a:lnTo>
                  <a:lnTo>
                    <a:pt x="85246" y="111475"/>
                  </a:lnTo>
                  <a:lnTo>
                    <a:pt x="83606" y="111475"/>
                  </a:lnTo>
                  <a:lnTo>
                    <a:pt x="83606" y="113114"/>
                  </a:lnTo>
                  <a:lnTo>
                    <a:pt x="83606" y="114754"/>
                  </a:lnTo>
                  <a:lnTo>
                    <a:pt x="83606" y="114754"/>
                  </a:lnTo>
                  <a:lnTo>
                    <a:pt x="80328" y="114754"/>
                  </a:lnTo>
                  <a:lnTo>
                    <a:pt x="75410" y="114754"/>
                  </a:lnTo>
                  <a:lnTo>
                    <a:pt x="73770" y="114754"/>
                  </a:lnTo>
                  <a:lnTo>
                    <a:pt x="73770" y="114754"/>
                  </a:lnTo>
                  <a:lnTo>
                    <a:pt x="73770" y="114754"/>
                  </a:lnTo>
                  <a:lnTo>
                    <a:pt x="73770" y="113114"/>
                  </a:lnTo>
                  <a:lnTo>
                    <a:pt x="73770" y="113114"/>
                  </a:lnTo>
                  <a:lnTo>
                    <a:pt x="72131" y="111475"/>
                  </a:lnTo>
                  <a:lnTo>
                    <a:pt x="72131" y="111475"/>
                  </a:lnTo>
                  <a:lnTo>
                    <a:pt x="72131" y="109836"/>
                  </a:lnTo>
                  <a:lnTo>
                    <a:pt x="75410" y="106557"/>
                  </a:lnTo>
                  <a:lnTo>
                    <a:pt x="75410" y="104918"/>
                  </a:lnTo>
                  <a:lnTo>
                    <a:pt x="77049" y="100000"/>
                  </a:lnTo>
                  <a:lnTo>
                    <a:pt x="78688" y="98360"/>
                  </a:lnTo>
                  <a:lnTo>
                    <a:pt x="78688" y="96721"/>
                  </a:lnTo>
                  <a:lnTo>
                    <a:pt x="73770" y="96721"/>
                  </a:lnTo>
                  <a:lnTo>
                    <a:pt x="70492" y="95082"/>
                  </a:lnTo>
                  <a:lnTo>
                    <a:pt x="68852" y="95082"/>
                  </a:lnTo>
                  <a:lnTo>
                    <a:pt x="65573" y="93442"/>
                  </a:lnTo>
                  <a:lnTo>
                    <a:pt x="63935" y="93442"/>
                  </a:lnTo>
                  <a:lnTo>
                    <a:pt x="59016" y="93442"/>
                  </a:lnTo>
                  <a:lnTo>
                    <a:pt x="59016" y="93442"/>
                  </a:lnTo>
                  <a:lnTo>
                    <a:pt x="57377" y="91803"/>
                  </a:lnTo>
                  <a:lnTo>
                    <a:pt x="54098" y="88524"/>
                  </a:lnTo>
                  <a:lnTo>
                    <a:pt x="54098" y="85246"/>
                  </a:lnTo>
                  <a:lnTo>
                    <a:pt x="52459" y="83606"/>
                  </a:lnTo>
                  <a:lnTo>
                    <a:pt x="50820" y="86885"/>
                  </a:lnTo>
                  <a:lnTo>
                    <a:pt x="47541" y="86885"/>
                  </a:lnTo>
                  <a:lnTo>
                    <a:pt x="42623" y="86885"/>
                  </a:lnTo>
                  <a:lnTo>
                    <a:pt x="42623" y="83606"/>
                  </a:lnTo>
                  <a:lnTo>
                    <a:pt x="40983" y="86885"/>
                  </a:lnTo>
                  <a:lnTo>
                    <a:pt x="36066" y="86885"/>
                  </a:lnTo>
                  <a:lnTo>
                    <a:pt x="32787" y="85246"/>
                  </a:lnTo>
                  <a:lnTo>
                    <a:pt x="32787" y="88524"/>
                  </a:lnTo>
                  <a:lnTo>
                    <a:pt x="27869" y="88524"/>
                  </a:lnTo>
                  <a:lnTo>
                    <a:pt x="27869" y="88524"/>
                  </a:lnTo>
                  <a:lnTo>
                    <a:pt x="26229" y="88524"/>
                  </a:lnTo>
                  <a:lnTo>
                    <a:pt x="22951" y="86885"/>
                  </a:lnTo>
                  <a:lnTo>
                    <a:pt x="18033" y="86885"/>
                  </a:lnTo>
                  <a:lnTo>
                    <a:pt x="18033" y="85246"/>
                  </a:lnTo>
                  <a:lnTo>
                    <a:pt x="14754" y="86885"/>
                  </a:lnTo>
                  <a:lnTo>
                    <a:pt x="11476" y="86885"/>
                  </a:lnTo>
                  <a:lnTo>
                    <a:pt x="8197" y="85246"/>
                  </a:lnTo>
                  <a:lnTo>
                    <a:pt x="3279" y="85246"/>
                  </a:lnTo>
                  <a:lnTo>
                    <a:pt x="0" y="83606"/>
                  </a:lnTo>
                  <a:lnTo>
                    <a:pt x="3279" y="78688"/>
                  </a:lnTo>
                  <a:lnTo>
                    <a:pt x="8197" y="78688"/>
                  </a:lnTo>
                  <a:lnTo>
                    <a:pt x="11476" y="78688"/>
                  </a:lnTo>
                  <a:lnTo>
                    <a:pt x="14754" y="7868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31" name="Freeform 4030">
              <a:extLst>
                <a:ext uri="{FF2B5EF4-FFF2-40B4-BE49-F238E27FC236}">
                  <a16:creationId xmlns:a16="http://schemas.microsoft.com/office/drawing/2014/main" id="{ED31F5A2-D9BD-DB46-9D55-FDF1C86BD6EC}"/>
                </a:ext>
              </a:extLst>
            </p:cNvPr>
            <p:cNvSpPr/>
            <p:nvPr/>
          </p:nvSpPr>
          <p:spPr>
            <a:xfrm>
              <a:off x="5922230" y="3636210"/>
              <a:ext cx="503276" cy="388522"/>
            </a:xfrm>
            <a:custGeom>
              <a:avLst/>
              <a:gdLst>
                <a:gd name="connsiteX0" fmla="*/ 0 w 503276"/>
                <a:gd name="connsiteY0" fmla="*/ 219672 h 388522"/>
                <a:gd name="connsiteX1" fmla="*/ 0 w 503276"/>
                <a:gd name="connsiteY1" fmla="*/ 218032 h 388522"/>
                <a:gd name="connsiteX2" fmla="*/ 0 w 503276"/>
                <a:gd name="connsiteY2" fmla="*/ 218032 h 388522"/>
                <a:gd name="connsiteX3" fmla="*/ 1639 w 503276"/>
                <a:gd name="connsiteY3" fmla="*/ 216393 h 388522"/>
                <a:gd name="connsiteX4" fmla="*/ 4918 w 503276"/>
                <a:gd name="connsiteY4" fmla="*/ 213114 h 388522"/>
                <a:gd name="connsiteX5" fmla="*/ 9836 w 503276"/>
                <a:gd name="connsiteY5" fmla="*/ 211475 h 388522"/>
                <a:gd name="connsiteX6" fmla="*/ 13115 w 503276"/>
                <a:gd name="connsiteY6" fmla="*/ 208196 h 388522"/>
                <a:gd name="connsiteX7" fmla="*/ 14754 w 503276"/>
                <a:gd name="connsiteY7" fmla="*/ 204917 h 388522"/>
                <a:gd name="connsiteX8" fmla="*/ 16393 w 503276"/>
                <a:gd name="connsiteY8" fmla="*/ 198360 h 388522"/>
                <a:gd name="connsiteX9" fmla="*/ 18033 w 503276"/>
                <a:gd name="connsiteY9" fmla="*/ 195081 h 388522"/>
                <a:gd name="connsiteX10" fmla="*/ 19672 w 503276"/>
                <a:gd name="connsiteY10" fmla="*/ 191803 h 388522"/>
                <a:gd name="connsiteX11" fmla="*/ 22951 w 503276"/>
                <a:gd name="connsiteY11" fmla="*/ 188524 h 388522"/>
                <a:gd name="connsiteX12" fmla="*/ 24590 w 503276"/>
                <a:gd name="connsiteY12" fmla="*/ 186885 h 388522"/>
                <a:gd name="connsiteX13" fmla="*/ 26229 w 503276"/>
                <a:gd name="connsiteY13" fmla="*/ 183606 h 388522"/>
                <a:gd name="connsiteX14" fmla="*/ 26229 w 503276"/>
                <a:gd name="connsiteY14" fmla="*/ 180327 h 388522"/>
                <a:gd name="connsiteX15" fmla="*/ 27869 w 503276"/>
                <a:gd name="connsiteY15" fmla="*/ 175409 h 388522"/>
                <a:gd name="connsiteX16" fmla="*/ 29508 w 503276"/>
                <a:gd name="connsiteY16" fmla="*/ 172130 h 388522"/>
                <a:gd name="connsiteX17" fmla="*/ 29508 w 503276"/>
                <a:gd name="connsiteY17" fmla="*/ 168852 h 388522"/>
                <a:gd name="connsiteX18" fmla="*/ 32787 w 503276"/>
                <a:gd name="connsiteY18" fmla="*/ 165573 h 388522"/>
                <a:gd name="connsiteX19" fmla="*/ 32787 w 503276"/>
                <a:gd name="connsiteY19" fmla="*/ 163934 h 388522"/>
                <a:gd name="connsiteX20" fmla="*/ 37705 w 503276"/>
                <a:gd name="connsiteY20" fmla="*/ 160655 h 388522"/>
                <a:gd name="connsiteX21" fmla="*/ 39344 w 503276"/>
                <a:gd name="connsiteY21" fmla="*/ 157376 h 388522"/>
                <a:gd name="connsiteX22" fmla="*/ 40983 w 503276"/>
                <a:gd name="connsiteY22" fmla="*/ 154098 h 388522"/>
                <a:gd name="connsiteX23" fmla="*/ 42623 w 503276"/>
                <a:gd name="connsiteY23" fmla="*/ 154098 h 388522"/>
                <a:gd name="connsiteX24" fmla="*/ 45902 w 503276"/>
                <a:gd name="connsiteY24" fmla="*/ 154098 h 388522"/>
                <a:gd name="connsiteX25" fmla="*/ 50820 w 503276"/>
                <a:gd name="connsiteY25" fmla="*/ 155737 h 388522"/>
                <a:gd name="connsiteX26" fmla="*/ 54098 w 503276"/>
                <a:gd name="connsiteY26" fmla="*/ 155737 h 388522"/>
                <a:gd name="connsiteX27" fmla="*/ 57377 w 503276"/>
                <a:gd name="connsiteY27" fmla="*/ 155737 h 388522"/>
                <a:gd name="connsiteX28" fmla="*/ 62295 w 503276"/>
                <a:gd name="connsiteY28" fmla="*/ 152459 h 388522"/>
                <a:gd name="connsiteX29" fmla="*/ 65573 w 503276"/>
                <a:gd name="connsiteY29" fmla="*/ 150819 h 388522"/>
                <a:gd name="connsiteX30" fmla="*/ 68852 w 503276"/>
                <a:gd name="connsiteY30" fmla="*/ 150819 h 388522"/>
                <a:gd name="connsiteX31" fmla="*/ 72131 w 503276"/>
                <a:gd name="connsiteY31" fmla="*/ 147540 h 388522"/>
                <a:gd name="connsiteX32" fmla="*/ 77049 w 503276"/>
                <a:gd name="connsiteY32" fmla="*/ 147540 h 388522"/>
                <a:gd name="connsiteX33" fmla="*/ 77049 w 503276"/>
                <a:gd name="connsiteY33" fmla="*/ 144262 h 388522"/>
                <a:gd name="connsiteX34" fmla="*/ 80327 w 503276"/>
                <a:gd name="connsiteY34" fmla="*/ 139344 h 388522"/>
                <a:gd name="connsiteX35" fmla="*/ 81967 w 503276"/>
                <a:gd name="connsiteY35" fmla="*/ 137705 h 388522"/>
                <a:gd name="connsiteX36" fmla="*/ 81967 w 503276"/>
                <a:gd name="connsiteY36" fmla="*/ 140983 h 388522"/>
                <a:gd name="connsiteX37" fmla="*/ 85246 w 503276"/>
                <a:gd name="connsiteY37" fmla="*/ 144262 h 388522"/>
                <a:gd name="connsiteX38" fmla="*/ 85246 w 503276"/>
                <a:gd name="connsiteY38" fmla="*/ 147540 h 388522"/>
                <a:gd name="connsiteX39" fmla="*/ 88524 w 503276"/>
                <a:gd name="connsiteY39" fmla="*/ 149180 h 388522"/>
                <a:gd name="connsiteX40" fmla="*/ 91803 w 503276"/>
                <a:gd name="connsiteY40" fmla="*/ 152459 h 388522"/>
                <a:gd name="connsiteX41" fmla="*/ 95082 w 503276"/>
                <a:gd name="connsiteY41" fmla="*/ 149180 h 388522"/>
                <a:gd name="connsiteX42" fmla="*/ 98360 w 503276"/>
                <a:gd name="connsiteY42" fmla="*/ 149180 h 388522"/>
                <a:gd name="connsiteX43" fmla="*/ 101639 w 503276"/>
                <a:gd name="connsiteY43" fmla="*/ 145901 h 388522"/>
                <a:gd name="connsiteX44" fmla="*/ 104917 w 503276"/>
                <a:gd name="connsiteY44" fmla="*/ 145901 h 388522"/>
                <a:gd name="connsiteX45" fmla="*/ 108196 w 503276"/>
                <a:gd name="connsiteY45" fmla="*/ 140983 h 388522"/>
                <a:gd name="connsiteX46" fmla="*/ 111475 w 503276"/>
                <a:gd name="connsiteY46" fmla="*/ 139344 h 388522"/>
                <a:gd name="connsiteX47" fmla="*/ 116393 w 503276"/>
                <a:gd name="connsiteY47" fmla="*/ 137705 h 388522"/>
                <a:gd name="connsiteX48" fmla="*/ 119672 w 503276"/>
                <a:gd name="connsiteY48" fmla="*/ 136065 h 388522"/>
                <a:gd name="connsiteX49" fmla="*/ 122950 w 503276"/>
                <a:gd name="connsiteY49" fmla="*/ 134426 h 388522"/>
                <a:gd name="connsiteX50" fmla="*/ 126229 w 503276"/>
                <a:gd name="connsiteY50" fmla="*/ 134426 h 388522"/>
                <a:gd name="connsiteX51" fmla="*/ 126229 w 503276"/>
                <a:gd name="connsiteY51" fmla="*/ 134426 h 388522"/>
                <a:gd name="connsiteX52" fmla="*/ 131147 w 503276"/>
                <a:gd name="connsiteY52" fmla="*/ 134426 h 388522"/>
                <a:gd name="connsiteX53" fmla="*/ 134426 w 503276"/>
                <a:gd name="connsiteY53" fmla="*/ 134426 h 388522"/>
                <a:gd name="connsiteX54" fmla="*/ 137704 w 503276"/>
                <a:gd name="connsiteY54" fmla="*/ 132786 h 388522"/>
                <a:gd name="connsiteX55" fmla="*/ 142623 w 503276"/>
                <a:gd name="connsiteY55" fmla="*/ 132786 h 388522"/>
                <a:gd name="connsiteX56" fmla="*/ 145901 w 503276"/>
                <a:gd name="connsiteY56" fmla="*/ 131147 h 388522"/>
                <a:gd name="connsiteX57" fmla="*/ 149180 w 503276"/>
                <a:gd name="connsiteY57" fmla="*/ 131147 h 388522"/>
                <a:gd name="connsiteX58" fmla="*/ 152459 w 503276"/>
                <a:gd name="connsiteY58" fmla="*/ 131147 h 388522"/>
                <a:gd name="connsiteX59" fmla="*/ 157376 w 503276"/>
                <a:gd name="connsiteY59" fmla="*/ 131147 h 388522"/>
                <a:gd name="connsiteX60" fmla="*/ 160655 w 503276"/>
                <a:gd name="connsiteY60" fmla="*/ 131147 h 388522"/>
                <a:gd name="connsiteX61" fmla="*/ 162294 w 503276"/>
                <a:gd name="connsiteY61" fmla="*/ 126229 h 388522"/>
                <a:gd name="connsiteX62" fmla="*/ 165573 w 503276"/>
                <a:gd name="connsiteY62" fmla="*/ 122950 h 388522"/>
                <a:gd name="connsiteX63" fmla="*/ 167213 w 503276"/>
                <a:gd name="connsiteY63" fmla="*/ 121311 h 388522"/>
                <a:gd name="connsiteX64" fmla="*/ 170491 w 503276"/>
                <a:gd name="connsiteY64" fmla="*/ 118032 h 388522"/>
                <a:gd name="connsiteX65" fmla="*/ 173770 w 503276"/>
                <a:gd name="connsiteY65" fmla="*/ 114754 h 388522"/>
                <a:gd name="connsiteX66" fmla="*/ 175409 w 503276"/>
                <a:gd name="connsiteY66" fmla="*/ 111475 h 388522"/>
                <a:gd name="connsiteX67" fmla="*/ 178688 w 503276"/>
                <a:gd name="connsiteY67" fmla="*/ 106557 h 388522"/>
                <a:gd name="connsiteX68" fmla="*/ 180327 w 503276"/>
                <a:gd name="connsiteY68" fmla="*/ 103279 h 388522"/>
                <a:gd name="connsiteX69" fmla="*/ 180327 w 503276"/>
                <a:gd name="connsiteY69" fmla="*/ 103279 h 388522"/>
                <a:gd name="connsiteX70" fmla="*/ 177049 w 503276"/>
                <a:gd name="connsiteY70" fmla="*/ 100000 h 388522"/>
                <a:gd name="connsiteX71" fmla="*/ 172130 w 503276"/>
                <a:gd name="connsiteY71" fmla="*/ 98360 h 388522"/>
                <a:gd name="connsiteX72" fmla="*/ 172130 w 503276"/>
                <a:gd name="connsiteY72" fmla="*/ 96721 h 388522"/>
                <a:gd name="connsiteX73" fmla="*/ 172130 w 503276"/>
                <a:gd name="connsiteY73" fmla="*/ 93442 h 388522"/>
                <a:gd name="connsiteX74" fmla="*/ 175409 w 503276"/>
                <a:gd name="connsiteY74" fmla="*/ 90164 h 388522"/>
                <a:gd name="connsiteX75" fmla="*/ 180327 w 503276"/>
                <a:gd name="connsiteY75" fmla="*/ 88525 h 388522"/>
                <a:gd name="connsiteX76" fmla="*/ 181966 w 503276"/>
                <a:gd name="connsiteY76" fmla="*/ 88525 h 388522"/>
                <a:gd name="connsiteX77" fmla="*/ 183606 w 503276"/>
                <a:gd name="connsiteY77" fmla="*/ 88525 h 388522"/>
                <a:gd name="connsiteX78" fmla="*/ 185245 w 503276"/>
                <a:gd name="connsiteY78" fmla="*/ 88525 h 388522"/>
                <a:gd name="connsiteX79" fmla="*/ 188524 w 503276"/>
                <a:gd name="connsiteY79" fmla="*/ 88525 h 388522"/>
                <a:gd name="connsiteX80" fmla="*/ 193442 w 503276"/>
                <a:gd name="connsiteY80" fmla="*/ 88525 h 388522"/>
                <a:gd name="connsiteX81" fmla="*/ 196720 w 503276"/>
                <a:gd name="connsiteY81" fmla="*/ 88525 h 388522"/>
                <a:gd name="connsiteX82" fmla="*/ 199999 w 503276"/>
                <a:gd name="connsiteY82" fmla="*/ 88525 h 388522"/>
                <a:gd name="connsiteX83" fmla="*/ 203278 w 503276"/>
                <a:gd name="connsiteY83" fmla="*/ 86885 h 388522"/>
                <a:gd name="connsiteX84" fmla="*/ 208196 w 503276"/>
                <a:gd name="connsiteY84" fmla="*/ 86885 h 388522"/>
                <a:gd name="connsiteX85" fmla="*/ 211474 w 503276"/>
                <a:gd name="connsiteY85" fmla="*/ 86885 h 388522"/>
                <a:gd name="connsiteX86" fmla="*/ 214753 w 503276"/>
                <a:gd name="connsiteY86" fmla="*/ 85246 h 388522"/>
                <a:gd name="connsiteX87" fmla="*/ 218032 w 503276"/>
                <a:gd name="connsiteY87" fmla="*/ 83606 h 388522"/>
                <a:gd name="connsiteX88" fmla="*/ 221310 w 503276"/>
                <a:gd name="connsiteY88" fmla="*/ 83606 h 388522"/>
                <a:gd name="connsiteX89" fmla="*/ 224589 w 503276"/>
                <a:gd name="connsiteY89" fmla="*/ 83606 h 388522"/>
                <a:gd name="connsiteX90" fmla="*/ 229507 w 503276"/>
                <a:gd name="connsiteY90" fmla="*/ 83606 h 388522"/>
                <a:gd name="connsiteX91" fmla="*/ 232786 w 503276"/>
                <a:gd name="connsiteY91" fmla="*/ 80328 h 388522"/>
                <a:gd name="connsiteX92" fmla="*/ 232786 w 503276"/>
                <a:gd name="connsiteY92" fmla="*/ 77049 h 388522"/>
                <a:gd name="connsiteX93" fmla="*/ 234425 w 503276"/>
                <a:gd name="connsiteY93" fmla="*/ 77049 h 388522"/>
                <a:gd name="connsiteX94" fmla="*/ 237704 w 503276"/>
                <a:gd name="connsiteY94" fmla="*/ 75410 h 388522"/>
                <a:gd name="connsiteX95" fmla="*/ 242622 w 503276"/>
                <a:gd name="connsiteY95" fmla="*/ 72131 h 388522"/>
                <a:gd name="connsiteX96" fmla="*/ 245901 w 503276"/>
                <a:gd name="connsiteY96" fmla="*/ 70492 h 388522"/>
                <a:gd name="connsiteX97" fmla="*/ 245901 w 503276"/>
                <a:gd name="connsiteY97" fmla="*/ 68852 h 388522"/>
                <a:gd name="connsiteX98" fmla="*/ 249179 w 503276"/>
                <a:gd name="connsiteY98" fmla="*/ 63935 h 388522"/>
                <a:gd name="connsiteX99" fmla="*/ 252458 w 503276"/>
                <a:gd name="connsiteY99" fmla="*/ 60656 h 388522"/>
                <a:gd name="connsiteX100" fmla="*/ 252458 w 503276"/>
                <a:gd name="connsiteY100" fmla="*/ 57377 h 388522"/>
                <a:gd name="connsiteX101" fmla="*/ 252458 w 503276"/>
                <a:gd name="connsiteY101" fmla="*/ 57377 h 388522"/>
                <a:gd name="connsiteX102" fmla="*/ 255737 w 503276"/>
                <a:gd name="connsiteY102" fmla="*/ 55738 h 388522"/>
                <a:gd name="connsiteX103" fmla="*/ 257376 w 503276"/>
                <a:gd name="connsiteY103" fmla="*/ 54098 h 388522"/>
                <a:gd name="connsiteX104" fmla="*/ 259016 w 503276"/>
                <a:gd name="connsiteY104" fmla="*/ 49180 h 388522"/>
                <a:gd name="connsiteX105" fmla="*/ 260654 w 503276"/>
                <a:gd name="connsiteY105" fmla="*/ 49180 h 388522"/>
                <a:gd name="connsiteX106" fmla="*/ 263933 w 503276"/>
                <a:gd name="connsiteY106" fmla="*/ 45902 h 388522"/>
                <a:gd name="connsiteX107" fmla="*/ 267212 w 503276"/>
                <a:gd name="connsiteY107" fmla="*/ 44262 h 388522"/>
                <a:gd name="connsiteX108" fmla="*/ 267212 w 503276"/>
                <a:gd name="connsiteY108" fmla="*/ 44262 h 388522"/>
                <a:gd name="connsiteX109" fmla="*/ 270491 w 503276"/>
                <a:gd name="connsiteY109" fmla="*/ 40983 h 388522"/>
                <a:gd name="connsiteX110" fmla="*/ 272130 w 503276"/>
                <a:gd name="connsiteY110" fmla="*/ 36066 h 388522"/>
                <a:gd name="connsiteX111" fmla="*/ 275409 w 503276"/>
                <a:gd name="connsiteY111" fmla="*/ 36066 h 388522"/>
                <a:gd name="connsiteX112" fmla="*/ 278687 w 503276"/>
                <a:gd name="connsiteY112" fmla="*/ 32787 h 388522"/>
                <a:gd name="connsiteX113" fmla="*/ 280327 w 503276"/>
                <a:gd name="connsiteY113" fmla="*/ 27869 h 388522"/>
                <a:gd name="connsiteX114" fmla="*/ 280327 w 503276"/>
                <a:gd name="connsiteY114" fmla="*/ 24590 h 388522"/>
                <a:gd name="connsiteX115" fmla="*/ 278687 w 503276"/>
                <a:gd name="connsiteY115" fmla="*/ 21312 h 388522"/>
                <a:gd name="connsiteX116" fmla="*/ 280327 w 503276"/>
                <a:gd name="connsiteY116" fmla="*/ 16393 h 388522"/>
                <a:gd name="connsiteX117" fmla="*/ 283606 w 503276"/>
                <a:gd name="connsiteY117" fmla="*/ 14754 h 388522"/>
                <a:gd name="connsiteX118" fmla="*/ 286884 w 503276"/>
                <a:gd name="connsiteY118" fmla="*/ 13115 h 388522"/>
                <a:gd name="connsiteX119" fmla="*/ 290163 w 503276"/>
                <a:gd name="connsiteY119" fmla="*/ 11476 h 388522"/>
                <a:gd name="connsiteX120" fmla="*/ 293441 w 503276"/>
                <a:gd name="connsiteY120" fmla="*/ 8197 h 388522"/>
                <a:gd name="connsiteX121" fmla="*/ 296720 w 503276"/>
                <a:gd name="connsiteY121" fmla="*/ 8197 h 388522"/>
                <a:gd name="connsiteX122" fmla="*/ 299999 w 503276"/>
                <a:gd name="connsiteY122" fmla="*/ 4918 h 388522"/>
                <a:gd name="connsiteX123" fmla="*/ 304917 w 503276"/>
                <a:gd name="connsiteY123" fmla="*/ 3279 h 388522"/>
                <a:gd name="connsiteX124" fmla="*/ 304917 w 503276"/>
                <a:gd name="connsiteY124" fmla="*/ 3279 h 388522"/>
                <a:gd name="connsiteX125" fmla="*/ 308196 w 503276"/>
                <a:gd name="connsiteY125" fmla="*/ 0 h 388522"/>
                <a:gd name="connsiteX126" fmla="*/ 313113 w 503276"/>
                <a:gd name="connsiteY126" fmla="*/ 1639 h 388522"/>
                <a:gd name="connsiteX127" fmla="*/ 316392 w 503276"/>
                <a:gd name="connsiteY127" fmla="*/ 1639 h 388522"/>
                <a:gd name="connsiteX128" fmla="*/ 319671 w 503276"/>
                <a:gd name="connsiteY128" fmla="*/ 3279 h 388522"/>
                <a:gd name="connsiteX129" fmla="*/ 322950 w 503276"/>
                <a:gd name="connsiteY129" fmla="*/ 3279 h 388522"/>
                <a:gd name="connsiteX130" fmla="*/ 324589 w 503276"/>
                <a:gd name="connsiteY130" fmla="*/ 3279 h 388522"/>
                <a:gd name="connsiteX131" fmla="*/ 326228 w 503276"/>
                <a:gd name="connsiteY131" fmla="*/ 8197 h 388522"/>
                <a:gd name="connsiteX132" fmla="*/ 327867 w 503276"/>
                <a:gd name="connsiteY132" fmla="*/ 11476 h 388522"/>
                <a:gd name="connsiteX133" fmla="*/ 331146 w 503276"/>
                <a:gd name="connsiteY133" fmla="*/ 16393 h 388522"/>
                <a:gd name="connsiteX134" fmla="*/ 336064 w 503276"/>
                <a:gd name="connsiteY134" fmla="*/ 19672 h 388522"/>
                <a:gd name="connsiteX135" fmla="*/ 339343 w 503276"/>
                <a:gd name="connsiteY135" fmla="*/ 22951 h 388522"/>
                <a:gd name="connsiteX136" fmla="*/ 339343 w 503276"/>
                <a:gd name="connsiteY136" fmla="*/ 24590 h 388522"/>
                <a:gd name="connsiteX137" fmla="*/ 342621 w 503276"/>
                <a:gd name="connsiteY137" fmla="*/ 27869 h 388522"/>
                <a:gd name="connsiteX138" fmla="*/ 344261 w 503276"/>
                <a:gd name="connsiteY138" fmla="*/ 32787 h 388522"/>
                <a:gd name="connsiteX139" fmla="*/ 347540 w 503276"/>
                <a:gd name="connsiteY139" fmla="*/ 36066 h 388522"/>
                <a:gd name="connsiteX140" fmla="*/ 349179 w 503276"/>
                <a:gd name="connsiteY140" fmla="*/ 39344 h 388522"/>
                <a:gd name="connsiteX141" fmla="*/ 350818 w 503276"/>
                <a:gd name="connsiteY141" fmla="*/ 44262 h 388522"/>
                <a:gd name="connsiteX142" fmla="*/ 350818 w 503276"/>
                <a:gd name="connsiteY142" fmla="*/ 44262 h 388522"/>
                <a:gd name="connsiteX143" fmla="*/ 354097 w 503276"/>
                <a:gd name="connsiteY143" fmla="*/ 49180 h 388522"/>
                <a:gd name="connsiteX144" fmla="*/ 355736 w 503276"/>
                <a:gd name="connsiteY144" fmla="*/ 52459 h 388522"/>
                <a:gd name="connsiteX145" fmla="*/ 355736 w 503276"/>
                <a:gd name="connsiteY145" fmla="*/ 55738 h 388522"/>
                <a:gd name="connsiteX146" fmla="*/ 355736 w 503276"/>
                <a:gd name="connsiteY146" fmla="*/ 60656 h 388522"/>
                <a:gd name="connsiteX147" fmla="*/ 354097 w 503276"/>
                <a:gd name="connsiteY147" fmla="*/ 63935 h 388522"/>
                <a:gd name="connsiteX148" fmla="*/ 354097 w 503276"/>
                <a:gd name="connsiteY148" fmla="*/ 67213 h 388522"/>
                <a:gd name="connsiteX149" fmla="*/ 354097 w 503276"/>
                <a:gd name="connsiteY149" fmla="*/ 72131 h 388522"/>
                <a:gd name="connsiteX150" fmla="*/ 354097 w 503276"/>
                <a:gd name="connsiteY150" fmla="*/ 75410 h 388522"/>
                <a:gd name="connsiteX151" fmla="*/ 352457 w 503276"/>
                <a:gd name="connsiteY151" fmla="*/ 78688 h 388522"/>
                <a:gd name="connsiteX152" fmla="*/ 347540 w 503276"/>
                <a:gd name="connsiteY152" fmla="*/ 81967 h 388522"/>
                <a:gd name="connsiteX153" fmla="*/ 347540 w 503276"/>
                <a:gd name="connsiteY153" fmla="*/ 83606 h 388522"/>
                <a:gd name="connsiteX154" fmla="*/ 347540 w 503276"/>
                <a:gd name="connsiteY154" fmla="*/ 86885 h 388522"/>
                <a:gd name="connsiteX155" fmla="*/ 347540 w 503276"/>
                <a:gd name="connsiteY155" fmla="*/ 90164 h 388522"/>
                <a:gd name="connsiteX156" fmla="*/ 350818 w 503276"/>
                <a:gd name="connsiteY156" fmla="*/ 88525 h 388522"/>
                <a:gd name="connsiteX157" fmla="*/ 352457 w 503276"/>
                <a:gd name="connsiteY157" fmla="*/ 91803 h 388522"/>
                <a:gd name="connsiteX158" fmla="*/ 350818 w 503276"/>
                <a:gd name="connsiteY158" fmla="*/ 96721 h 388522"/>
                <a:gd name="connsiteX159" fmla="*/ 349179 w 503276"/>
                <a:gd name="connsiteY159" fmla="*/ 100000 h 388522"/>
                <a:gd name="connsiteX160" fmla="*/ 352457 w 503276"/>
                <a:gd name="connsiteY160" fmla="*/ 100000 h 388522"/>
                <a:gd name="connsiteX161" fmla="*/ 357376 w 503276"/>
                <a:gd name="connsiteY161" fmla="*/ 101639 h 388522"/>
                <a:gd name="connsiteX162" fmla="*/ 360654 w 503276"/>
                <a:gd name="connsiteY162" fmla="*/ 101639 h 388522"/>
                <a:gd name="connsiteX163" fmla="*/ 363933 w 503276"/>
                <a:gd name="connsiteY163" fmla="*/ 101639 h 388522"/>
                <a:gd name="connsiteX164" fmla="*/ 368851 w 503276"/>
                <a:gd name="connsiteY164" fmla="*/ 101639 h 388522"/>
                <a:gd name="connsiteX165" fmla="*/ 372130 w 503276"/>
                <a:gd name="connsiteY165" fmla="*/ 103279 h 388522"/>
                <a:gd name="connsiteX166" fmla="*/ 375408 w 503276"/>
                <a:gd name="connsiteY166" fmla="*/ 103279 h 388522"/>
                <a:gd name="connsiteX167" fmla="*/ 377047 w 503276"/>
                <a:gd name="connsiteY167" fmla="*/ 106557 h 388522"/>
                <a:gd name="connsiteX168" fmla="*/ 375408 w 503276"/>
                <a:gd name="connsiteY168" fmla="*/ 109836 h 388522"/>
                <a:gd name="connsiteX169" fmla="*/ 373769 w 503276"/>
                <a:gd name="connsiteY169" fmla="*/ 113115 h 388522"/>
                <a:gd name="connsiteX170" fmla="*/ 373769 w 503276"/>
                <a:gd name="connsiteY170" fmla="*/ 118032 h 388522"/>
                <a:gd name="connsiteX171" fmla="*/ 378687 w 503276"/>
                <a:gd name="connsiteY171" fmla="*/ 121311 h 388522"/>
                <a:gd name="connsiteX172" fmla="*/ 381966 w 503276"/>
                <a:gd name="connsiteY172" fmla="*/ 121311 h 388522"/>
                <a:gd name="connsiteX173" fmla="*/ 385244 w 503276"/>
                <a:gd name="connsiteY173" fmla="*/ 121311 h 388522"/>
                <a:gd name="connsiteX174" fmla="*/ 390162 w 503276"/>
                <a:gd name="connsiteY174" fmla="*/ 124590 h 388522"/>
                <a:gd name="connsiteX175" fmla="*/ 393441 w 503276"/>
                <a:gd name="connsiteY175" fmla="*/ 122950 h 388522"/>
                <a:gd name="connsiteX176" fmla="*/ 396720 w 503276"/>
                <a:gd name="connsiteY176" fmla="*/ 124590 h 388522"/>
                <a:gd name="connsiteX177" fmla="*/ 399998 w 503276"/>
                <a:gd name="connsiteY177" fmla="*/ 124590 h 388522"/>
                <a:gd name="connsiteX178" fmla="*/ 401638 w 503276"/>
                <a:gd name="connsiteY178" fmla="*/ 126229 h 388522"/>
                <a:gd name="connsiteX179" fmla="*/ 404916 w 503276"/>
                <a:gd name="connsiteY179" fmla="*/ 129508 h 388522"/>
                <a:gd name="connsiteX180" fmla="*/ 406556 w 503276"/>
                <a:gd name="connsiteY180" fmla="*/ 132786 h 388522"/>
                <a:gd name="connsiteX181" fmla="*/ 406556 w 503276"/>
                <a:gd name="connsiteY181" fmla="*/ 134426 h 388522"/>
                <a:gd name="connsiteX182" fmla="*/ 409834 w 503276"/>
                <a:gd name="connsiteY182" fmla="*/ 137705 h 388522"/>
                <a:gd name="connsiteX183" fmla="*/ 414753 w 503276"/>
                <a:gd name="connsiteY183" fmla="*/ 137705 h 388522"/>
                <a:gd name="connsiteX184" fmla="*/ 416391 w 503276"/>
                <a:gd name="connsiteY184" fmla="*/ 140983 h 388522"/>
                <a:gd name="connsiteX185" fmla="*/ 418031 w 503276"/>
                <a:gd name="connsiteY185" fmla="*/ 145901 h 388522"/>
                <a:gd name="connsiteX186" fmla="*/ 418031 w 503276"/>
                <a:gd name="connsiteY186" fmla="*/ 149180 h 388522"/>
                <a:gd name="connsiteX187" fmla="*/ 414753 w 503276"/>
                <a:gd name="connsiteY187" fmla="*/ 150819 h 388522"/>
                <a:gd name="connsiteX188" fmla="*/ 414753 w 503276"/>
                <a:gd name="connsiteY188" fmla="*/ 154098 h 388522"/>
                <a:gd name="connsiteX189" fmla="*/ 418031 w 503276"/>
                <a:gd name="connsiteY189" fmla="*/ 157376 h 388522"/>
                <a:gd name="connsiteX190" fmla="*/ 421310 w 503276"/>
                <a:gd name="connsiteY190" fmla="*/ 160655 h 388522"/>
                <a:gd name="connsiteX191" fmla="*/ 424588 w 503276"/>
                <a:gd name="connsiteY191" fmla="*/ 163934 h 388522"/>
                <a:gd name="connsiteX192" fmla="*/ 427867 w 503276"/>
                <a:gd name="connsiteY192" fmla="*/ 165573 h 388522"/>
                <a:gd name="connsiteX193" fmla="*/ 432785 w 503276"/>
                <a:gd name="connsiteY193" fmla="*/ 168852 h 388522"/>
                <a:gd name="connsiteX194" fmla="*/ 436064 w 503276"/>
                <a:gd name="connsiteY194" fmla="*/ 170491 h 388522"/>
                <a:gd name="connsiteX195" fmla="*/ 439343 w 503276"/>
                <a:gd name="connsiteY195" fmla="*/ 172130 h 388522"/>
                <a:gd name="connsiteX196" fmla="*/ 444260 w 503276"/>
                <a:gd name="connsiteY196" fmla="*/ 175409 h 388522"/>
                <a:gd name="connsiteX197" fmla="*/ 447539 w 503276"/>
                <a:gd name="connsiteY197" fmla="*/ 177049 h 388522"/>
                <a:gd name="connsiteX198" fmla="*/ 447539 w 503276"/>
                <a:gd name="connsiteY198" fmla="*/ 180327 h 388522"/>
                <a:gd name="connsiteX199" fmla="*/ 450818 w 503276"/>
                <a:gd name="connsiteY199" fmla="*/ 185245 h 388522"/>
                <a:gd name="connsiteX200" fmla="*/ 454096 w 503276"/>
                <a:gd name="connsiteY200" fmla="*/ 188524 h 388522"/>
                <a:gd name="connsiteX201" fmla="*/ 457375 w 503276"/>
                <a:gd name="connsiteY201" fmla="*/ 190163 h 388522"/>
                <a:gd name="connsiteX202" fmla="*/ 460654 w 503276"/>
                <a:gd name="connsiteY202" fmla="*/ 193442 h 388522"/>
                <a:gd name="connsiteX203" fmla="*/ 459014 w 503276"/>
                <a:gd name="connsiteY203" fmla="*/ 196720 h 388522"/>
                <a:gd name="connsiteX204" fmla="*/ 457375 w 503276"/>
                <a:gd name="connsiteY204" fmla="*/ 201639 h 388522"/>
                <a:gd name="connsiteX205" fmla="*/ 457375 w 503276"/>
                <a:gd name="connsiteY205" fmla="*/ 204917 h 388522"/>
                <a:gd name="connsiteX206" fmla="*/ 462293 w 503276"/>
                <a:gd name="connsiteY206" fmla="*/ 208196 h 388522"/>
                <a:gd name="connsiteX207" fmla="*/ 465572 w 503276"/>
                <a:gd name="connsiteY207" fmla="*/ 211475 h 388522"/>
                <a:gd name="connsiteX208" fmla="*/ 463933 w 503276"/>
                <a:gd name="connsiteY208" fmla="*/ 214753 h 388522"/>
                <a:gd name="connsiteX209" fmla="*/ 467211 w 503276"/>
                <a:gd name="connsiteY209" fmla="*/ 219672 h 388522"/>
                <a:gd name="connsiteX210" fmla="*/ 470490 w 503276"/>
                <a:gd name="connsiteY210" fmla="*/ 221310 h 388522"/>
                <a:gd name="connsiteX211" fmla="*/ 475408 w 503276"/>
                <a:gd name="connsiteY211" fmla="*/ 221310 h 388522"/>
                <a:gd name="connsiteX212" fmla="*/ 475408 w 503276"/>
                <a:gd name="connsiteY212" fmla="*/ 221310 h 388522"/>
                <a:gd name="connsiteX213" fmla="*/ 478687 w 503276"/>
                <a:gd name="connsiteY213" fmla="*/ 224589 h 388522"/>
                <a:gd name="connsiteX214" fmla="*/ 481965 w 503276"/>
                <a:gd name="connsiteY214" fmla="*/ 226229 h 388522"/>
                <a:gd name="connsiteX215" fmla="*/ 485244 w 503276"/>
                <a:gd name="connsiteY215" fmla="*/ 227868 h 388522"/>
                <a:gd name="connsiteX216" fmla="*/ 488523 w 503276"/>
                <a:gd name="connsiteY216" fmla="*/ 231147 h 388522"/>
                <a:gd name="connsiteX217" fmla="*/ 493440 w 503276"/>
                <a:gd name="connsiteY217" fmla="*/ 234425 h 388522"/>
                <a:gd name="connsiteX218" fmla="*/ 493440 w 503276"/>
                <a:gd name="connsiteY218" fmla="*/ 239343 h 388522"/>
                <a:gd name="connsiteX219" fmla="*/ 495080 w 503276"/>
                <a:gd name="connsiteY219" fmla="*/ 242622 h 388522"/>
                <a:gd name="connsiteX220" fmla="*/ 493440 w 503276"/>
                <a:gd name="connsiteY220" fmla="*/ 245901 h 388522"/>
                <a:gd name="connsiteX221" fmla="*/ 493440 w 503276"/>
                <a:gd name="connsiteY221" fmla="*/ 247540 h 388522"/>
                <a:gd name="connsiteX222" fmla="*/ 495080 w 503276"/>
                <a:gd name="connsiteY222" fmla="*/ 250819 h 388522"/>
                <a:gd name="connsiteX223" fmla="*/ 496719 w 503276"/>
                <a:gd name="connsiteY223" fmla="*/ 255737 h 388522"/>
                <a:gd name="connsiteX224" fmla="*/ 499998 w 503276"/>
                <a:gd name="connsiteY224" fmla="*/ 259016 h 388522"/>
                <a:gd name="connsiteX225" fmla="*/ 503277 w 503276"/>
                <a:gd name="connsiteY225" fmla="*/ 262294 h 388522"/>
                <a:gd name="connsiteX226" fmla="*/ 503277 w 503276"/>
                <a:gd name="connsiteY226" fmla="*/ 265573 h 388522"/>
                <a:gd name="connsiteX227" fmla="*/ 498358 w 503276"/>
                <a:gd name="connsiteY227" fmla="*/ 260655 h 388522"/>
                <a:gd name="connsiteX228" fmla="*/ 495080 w 503276"/>
                <a:gd name="connsiteY228" fmla="*/ 259016 h 388522"/>
                <a:gd name="connsiteX229" fmla="*/ 491801 w 503276"/>
                <a:gd name="connsiteY229" fmla="*/ 257376 h 388522"/>
                <a:gd name="connsiteX230" fmla="*/ 486883 w 503276"/>
                <a:gd name="connsiteY230" fmla="*/ 255737 h 388522"/>
                <a:gd name="connsiteX231" fmla="*/ 483604 w 503276"/>
                <a:gd name="connsiteY231" fmla="*/ 259016 h 388522"/>
                <a:gd name="connsiteX232" fmla="*/ 480326 w 503276"/>
                <a:gd name="connsiteY232" fmla="*/ 262294 h 388522"/>
                <a:gd name="connsiteX233" fmla="*/ 477047 w 503276"/>
                <a:gd name="connsiteY233" fmla="*/ 262294 h 388522"/>
                <a:gd name="connsiteX234" fmla="*/ 473768 w 503276"/>
                <a:gd name="connsiteY234" fmla="*/ 262294 h 388522"/>
                <a:gd name="connsiteX235" fmla="*/ 468850 w 503276"/>
                <a:gd name="connsiteY235" fmla="*/ 262294 h 388522"/>
                <a:gd name="connsiteX236" fmla="*/ 465572 w 503276"/>
                <a:gd name="connsiteY236" fmla="*/ 263933 h 388522"/>
                <a:gd name="connsiteX237" fmla="*/ 462293 w 503276"/>
                <a:gd name="connsiteY237" fmla="*/ 259016 h 388522"/>
                <a:gd name="connsiteX238" fmla="*/ 457375 w 503276"/>
                <a:gd name="connsiteY238" fmla="*/ 259016 h 388522"/>
                <a:gd name="connsiteX239" fmla="*/ 454096 w 503276"/>
                <a:gd name="connsiteY239" fmla="*/ 257376 h 388522"/>
                <a:gd name="connsiteX240" fmla="*/ 450818 w 503276"/>
                <a:gd name="connsiteY240" fmla="*/ 254097 h 388522"/>
                <a:gd name="connsiteX241" fmla="*/ 447539 w 503276"/>
                <a:gd name="connsiteY241" fmla="*/ 257376 h 388522"/>
                <a:gd name="connsiteX242" fmla="*/ 442621 w 503276"/>
                <a:gd name="connsiteY242" fmla="*/ 257376 h 388522"/>
                <a:gd name="connsiteX243" fmla="*/ 439343 w 503276"/>
                <a:gd name="connsiteY243" fmla="*/ 257376 h 388522"/>
                <a:gd name="connsiteX244" fmla="*/ 436064 w 503276"/>
                <a:gd name="connsiteY244" fmla="*/ 254097 h 388522"/>
                <a:gd name="connsiteX245" fmla="*/ 432785 w 503276"/>
                <a:gd name="connsiteY245" fmla="*/ 252458 h 388522"/>
                <a:gd name="connsiteX246" fmla="*/ 429506 w 503276"/>
                <a:gd name="connsiteY246" fmla="*/ 249179 h 388522"/>
                <a:gd name="connsiteX247" fmla="*/ 426228 w 503276"/>
                <a:gd name="connsiteY247" fmla="*/ 249179 h 388522"/>
                <a:gd name="connsiteX248" fmla="*/ 422949 w 503276"/>
                <a:gd name="connsiteY248" fmla="*/ 250819 h 388522"/>
                <a:gd name="connsiteX249" fmla="*/ 421310 w 503276"/>
                <a:gd name="connsiteY249" fmla="*/ 255737 h 388522"/>
                <a:gd name="connsiteX250" fmla="*/ 421310 w 503276"/>
                <a:gd name="connsiteY250" fmla="*/ 259016 h 388522"/>
                <a:gd name="connsiteX251" fmla="*/ 419670 w 503276"/>
                <a:gd name="connsiteY251" fmla="*/ 262294 h 388522"/>
                <a:gd name="connsiteX252" fmla="*/ 416391 w 503276"/>
                <a:gd name="connsiteY252" fmla="*/ 265573 h 388522"/>
                <a:gd name="connsiteX253" fmla="*/ 414753 w 503276"/>
                <a:gd name="connsiteY253" fmla="*/ 265573 h 388522"/>
                <a:gd name="connsiteX254" fmla="*/ 414753 w 503276"/>
                <a:gd name="connsiteY254" fmla="*/ 265573 h 388522"/>
                <a:gd name="connsiteX255" fmla="*/ 413113 w 503276"/>
                <a:gd name="connsiteY255" fmla="*/ 265573 h 388522"/>
                <a:gd name="connsiteX256" fmla="*/ 413113 w 503276"/>
                <a:gd name="connsiteY256" fmla="*/ 265573 h 388522"/>
                <a:gd name="connsiteX257" fmla="*/ 408195 w 503276"/>
                <a:gd name="connsiteY257" fmla="*/ 267212 h 388522"/>
                <a:gd name="connsiteX258" fmla="*/ 408195 w 503276"/>
                <a:gd name="connsiteY258" fmla="*/ 265573 h 388522"/>
                <a:gd name="connsiteX259" fmla="*/ 403277 w 503276"/>
                <a:gd name="connsiteY259" fmla="*/ 267212 h 388522"/>
                <a:gd name="connsiteX260" fmla="*/ 399998 w 503276"/>
                <a:gd name="connsiteY260" fmla="*/ 268852 h 388522"/>
                <a:gd name="connsiteX261" fmla="*/ 396720 w 503276"/>
                <a:gd name="connsiteY261" fmla="*/ 268852 h 388522"/>
                <a:gd name="connsiteX262" fmla="*/ 393441 w 503276"/>
                <a:gd name="connsiteY262" fmla="*/ 265573 h 388522"/>
                <a:gd name="connsiteX263" fmla="*/ 393441 w 503276"/>
                <a:gd name="connsiteY263" fmla="*/ 265573 h 388522"/>
                <a:gd name="connsiteX264" fmla="*/ 388523 w 503276"/>
                <a:gd name="connsiteY264" fmla="*/ 262294 h 388522"/>
                <a:gd name="connsiteX265" fmla="*/ 386884 w 503276"/>
                <a:gd name="connsiteY265" fmla="*/ 260655 h 388522"/>
                <a:gd name="connsiteX266" fmla="*/ 383605 w 503276"/>
                <a:gd name="connsiteY266" fmla="*/ 260655 h 388522"/>
                <a:gd name="connsiteX267" fmla="*/ 383605 w 503276"/>
                <a:gd name="connsiteY267" fmla="*/ 265573 h 388522"/>
                <a:gd name="connsiteX268" fmla="*/ 381966 w 503276"/>
                <a:gd name="connsiteY268" fmla="*/ 265573 h 388522"/>
                <a:gd name="connsiteX269" fmla="*/ 381966 w 503276"/>
                <a:gd name="connsiteY269" fmla="*/ 265573 h 388522"/>
                <a:gd name="connsiteX270" fmla="*/ 380326 w 503276"/>
                <a:gd name="connsiteY270" fmla="*/ 265573 h 388522"/>
                <a:gd name="connsiteX271" fmla="*/ 377047 w 503276"/>
                <a:gd name="connsiteY271" fmla="*/ 267212 h 388522"/>
                <a:gd name="connsiteX272" fmla="*/ 373769 w 503276"/>
                <a:gd name="connsiteY272" fmla="*/ 268852 h 388522"/>
                <a:gd name="connsiteX273" fmla="*/ 368851 w 503276"/>
                <a:gd name="connsiteY273" fmla="*/ 270491 h 388522"/>
                <a:gd name="connsiteX274" fmla="*/ 365572 w 503276"/>
                <a:gd name="connsiteY274" fmla="*/ 273769 h 388522"/>
                <a:gd name="connsiteX275" fmla="*/ 365572 w 503276"/>
                <a:gd name="connsiteY275" fmla="*/ 273769 h 388522"/>
                <a:gd name="connsiteX276" fmla="*/ 360654 w 503276"/>
                <a:gd name="connsiteY276" fmla="*/ 273769 h 388522"/>
                <a:gd name="connsiteX277" fmla="*/ 357376 w 503276"/>
                <a:gd name="connsiteY277" fmla="*/ 275409 h 388522"/>
                <a:gd name="connsiteX278" fmla="*/ 354097 w 503276"/>
                <a:gd name="connsiteY278" fmla="*/ 277048 h 388522"/>
                <a:gd name="connsiteX279" fmla="*/ 350818 w 503276"/>
                <a:gd name="connsiteY279" fmla="*/ 280327 h 388522"/>
                <a:gd name="connsiteX280" fmla="*/ 345900 w 503276"/>
                <a:gd name="connsiteY280" fmla="*/ 283606 h 388522"/>
                <a:gd name="connsiteX281" fmla="*/ 342621 w 503276"/>
                <a:gd name="connsiteY281" fmla="*/ 281966 h 388522"/>
                <a:gd name="connsiteX282" fmla="*/ 339343 w 503276"/>
                <a:gd name="connsiteY282" fmla="*/ 280327 h 388522"/>
                <a:gd name="connsiteX283" fmla="*/ 336064 w 503276"/>
                <a:gd name="connsiteY283" fmla="*/ 277048 h 388522"/>
                <a:gd name="connsiteX284" fmla="*/ 332786 w 503276"/>
                <a:gd name="connsiteY284" fmla="*/ 277048 h 388522"/>
                <a:gd name="connsiteX285" fmla="*/ 329507 w 503276"/>
                <a:gd name="connsiteY285" fmla="*/ 273769 h 388522"/>
                <a:gd name="connsiteX286" fmla="*/ 326228 w 503276"/>
                <a:gd name="connsiteY286" fmla="*/ 273769 h 388522"/>
                <a:gd name="connsiteX287" fmla="*/ 326228 w 503276"/>
                <a:gd name="connsiteY287" fmla="*/ 277048 h 388522"/>
                <a:gd name="connsiteX288" fmla="*/ 324589 w 503276"/>
                <a:gd name="connsiteY288" fmla="*/ 278687 h 388522"/>
                <a:gd name="connsiteX289" fmla="*/ 321310 w 503276"/>
                <a:gd name="connsiteY289" fmla="*/ 281966 h 388522"/>
                <a:gd name="connsiteX290" fmla="*/ 319671 w 503276"/>
                <a:gd name="connsiteY290" fmla="*/ 281966 h 388522"/>
                <a:gd name="connsiteX291" fmla="*/ 319671 w 503276"/>
                <a:gd name="connsiteY291" fmla="*/ 285245 h 388522"/>
                <a:gd name="connsiteX292" fmla="*/ 316392 w 503276"/>
                <a:gd name="connsiteY292" fmla="*/ 288523 h 388522"/>
                <a:gd name="connsiteX293" fmla="*/ 314753 w 503276"/>
                <a:gd name="connsiteY293" fmla="*/ 291802 h 388522"/>
                <a:gd name="connsiteX294" fmla="*/ 313113 w 503276"/>
                <a:gd name="connsiteY294" fmla="*/ 296720 h 388522"/>
                <a:gd name="connsiteX295" fmla="*/ 313113 w 503276"/>
                <a:gd name="connsiteY295" fmla="*/ 299999 h 388522"/>
                <a:gd name="connsiteX296" fmla="*/ 309835 w 503276"/>
                <a:gd name="connsiteY296" fmla="*/ 303277 h 388522"/>
                <a:gd name="connsiteX297" fmla="*/ 309835 w 503276"/>
                <a:gd name="connsiteY297" fmla="*/ 303277 h 388522"/>
                <a:gd name="connsiteX298" fmla="*/ 308196 w 503276"/>
                <a:gd name="connsiteY298" fmla="*/ 303277 h 388522"/>
                <a:gd name="connsiteX299" fmla="*/ 304917 w 503276"/>
                <a:gd name="connsiteY299" fmla="*/ 304917 h 388522"/>
                <a:gd name="connsiteX300" fmla="*/ 301638 w 503276"/>
                <a:gd name="connsiteY300" fmla="*/ 303277 h 388522"/>
                <a:gd name="connsiteX301" fmla="*/ 296720 w 503276"/>
                <a:gd name="connsiteY301" fmla="*/ 301638 h 388522"/>
                <a:gd name="connsiteX302" fmla="*/ 296720 w 503276"/>
                <a:gd name="connsiteY302" fmla="*/ 299999 h 388522"/>
                <a:gd name="connsiteX303" fmla="*/ 293441 w 503276"/>
                <a:gd name="connsiteY303" fmla="*/ 299999 h 388522"/>
                <a:gd name="connsiteX304" fmla="*/ 290163 w 503276"/>
                <a:gd name="connsiteY304" fmla="*/ 299999 h 388522"/>
                <a:gd name="connsiteX305" fmla="*/ 286884 w 503276"/>
                <a:gd name="connsiteY305" fmla="*/ 298359 h 388522"/>
                <a:gd name="connsiteX306" fmla="*/ 283606 w 503276"/>
                <a:gd name="connsiteY306" fmla="*/ 296720 h 388522"/>
                <a:gd name="connsiteX307" fmla="*/ 278687 w 503276"/>
                <a:gd name="connsiteY307" fmla="*/ 296720 h 388522"/>
                <a:gd name="connsiteX308" fmla="*/ 275409 w 503276"/>
                <a:gd name="connsiteY308" fmla="*/ 298359 h 388522"/>
                <a:gd name="connsiteX309" fmla="*/ 270491 w 503276"/>
                <a:gd name="connsiteY309" fmla="*/ 298359 h 388522"/>
                <a:gd name="connsiteX310" fmla="*/ 268851 w 503276"/>
                <a:gd name="connsiteY310" fmla="*/ 298359 h 388522"/>
                <a:gd name="connsiteX311" fmla="*/ 265573 w 503276"/>
                <a:gd name="connsiteY311" fmla="*/ 295081 h 388522"/>
                <a:gd name="connsiteX312" fmla="*/ 262294 w 503276"/>
                <a:gd name="connsiteY312" fmla="*/ 296720 h 388522"/>
                <a:gd name="connsiteX313" fmla="*/ 259016 w 503276"/>
                <a:gd name="connsiteY313" fmla="*/ 295081 h 388522"/>
                <a:gd name="connsiteX314" fmla="*/ 254097 w 503276"/>
                <a:gd name="connsiteY314" fmla="*/ 291802 h 388522"/>
                <a:gd name="connsiteX315" fmla="*/ 250819 w 503276"/>
                <a:gd name="connsiteY315" fmla="*/ 290163 h 388522"/>
                <a:gd name="connsiteX316" fmla="*/ 247540 w 503276"/>
                <a:gd name="connsiteY316" fmla="*/ 290163 h 388522"/>
                <a:gd name="connsiteX317" fmla="*/ 244261 w 503276"/>
                <a:gd name="connsiteY317" fmla="*/ 290163 h 388522"/>
                <a:gd name="connsiteX318" fmla="*/ 239343 w 503276"/>
                <a:gd name="connsiteY318" fmla="*/ 291802 h 388522"/>
                <a:gd name="connsiteX319" fmla="*/ 236064 w 503276"/>
                <a:gd name="connsiteY319" fmla="*/ 290163 h 388522"/>
                <a:gd name="connsiteX320" fmla="*/ 232786 w 503276"/>
                <a:gd name="connsiteY320" fmla="*/ 286884 h 388522"/>
                <a:gd name="connsiteX321" fmla="*/ 232786 w 503276"/>
                <a:gd name="connsiteY321" fmla="*/ 283606 h 388522"/>
                <a:gd name="connsiteX322" fmla="*/ 229507 w 503276"/>
                <a:gd name="connsiteY322" fmla="*/ 278687 h 388522"/>
                <a:gd name="connsiteX323" fmla="*/ 226229 w 503276"/>
                <a:gd name="connsiteY323" fmla="*/ 275409 h 388522"/>
                <a:gd name="connsiteX324" fmla="*/ 222950 w 503276"/>
                <a:gd name="connsiteY324" fmla="*/ 272130 h 388522"/>
                <a:gd name="connsiteX325" fmla="*/ 219671 w 503276"/>
                <a:gd name="connsiteY325" fmla="*/ 268852 h 388522"/>
                <a:gd name="connsiteX326" fmla="*/ 214753 w 503276"/>
                <a:gd name="connsiteY326" fmla="*/ 267212 h 388522"/>
                <a:gd name="connsiteX327" fmla="*/ 214753 w 503276"/>
                <a:gd name="connsiteY327" fmla="*/ 265573 h 388522"/>
                <a:gd name="connsiteX328" fmla="*/ 214753 w 503276"/>
                <a:gd name="connsiteY328" fmla="*/ 265573 h 388522"/>
                <a:gd name="connsiteX329" fmla="*/ 211474 w 503276"/>
                <a:gd name="connsiteY329" fmla="*/ 265573 h 388522"/>
                <a:gd name="connsiteX330" fmla="*/ 209835 w 503276"/>
                <a:gd name="connsiteY330" fmla="*/ 262294 h 388522"/>
                <a:gd name="connsiteX331" fmla="*/ 206557 w 503276"/>
                <a:gd name="connsiteY331" fmla="*/ 260655 h 388522"/>
                <a:gd name="connsiteX332" fmla="*/ 201639 w 503276"/>
                <a:gd name="connsiteY332" fmla="*/ 259016 h 388522"/>
                <a:gd name="connsiteX333" fmla="*/ 198360 w 503276"/>
                <a:gd name="connsiteY333" fmla="*/ 259016 h 388522"/>
                <a:gd name="connsiteX334" fmla="*/ 195081 w 503276"/>
                <a:gd name="connsiteY334" fmla="*/ 259016 h 388522"/>
                <a:gd name="connsiteX335" fmla="*/ 190163 w 503276"/>
                <a:gd name="connsiteY335" fmla="*/ 260655 h 388522"/>
                <a:gd name="connsiteX336" fmla="*/ 186884 w 503276"/>
                <a:gd name="connsiteY336" fmla="*/ 263933 h 388522"/>
                <a:gd name="connsiteX337" fmla="*/ 186884 w 503276"/>
                <a:gd name="connsiteY337" fmla="*/ 263933 h 388522"/>
                <a:gd name="connsiteX338" fmla="*/ 185245 w 503276"/>
                <a:gd name="connsiteY338" fmla="*/ 265573 h 388522"/>
                <a:gd name="connsiteX339" fmla="*/ 181966 w 503276"/>
                <a:gd name="connsiteY339" fmla="*/ 268852 h 388522"/>
                <a:gd name="connsiteX340" fmla="*/ 180327 w 503276"/>
                <a:gd name="connsiteY340" fmla="*/ 268852 h 388522"/>
                <a:gd name="connsiteX341" fmla="*/ 178688 w 503276"/>
                <a:gd name="connsiteY341" fmla="*/ 272130 h 388522"/>
                <a:gd name="connsiteX342" fmla="*/ 177049 w 503276"/>
                <a:gd name="connsiteY342" fmla="*/ 275409 h 388522"/>
                <a:gd name="connsiteX343" fmla="*/ 173770 w 503276"/>
                <a:gd name="connsiteY343" fmla="*/ 280327 h 388522"/>
                <a:gd name="connsiteX344" fmla="*/ 170491 w 503276"/>
                <a:gd name="connsiteY344" fmla="*/ 283606 h 388522"/>
                <a:gd name="connsiteX345" fmla="*/ 168852 w 503276"/>
                <a:gd name="connsiteY345" fmla="*/ 286884 h 388522"/>
                <a:gd name="connsiteX346" fmla="*/ 168852 w 503276"/>
                <a:gd name="connsiteY346" fmla="*/ 290163 h 388522"/>
                <a:gd name="connsiteX347" fmla="*/ 163934 w 503276"/>
                <a:gd name="connsiteY347" fmla="*/ 293442 h 388522"/>
                <a:gd name="connsiteX348" fmla="*/ 160655 w 503276"/>
                <a:gd name="connsiteY348" fmla="*/ 293442 h 388522"/>
                <a:gd name="connsiteX349" fmla="*/ 160655 w 503276"/>
                <a:gd name="connsiteY349" fmla="*/ 293442 h 388522"/>
                <a:gd name="connsiteX350" fmla="*/ 159016 w 503276"/>
                <a:gd name="connsiteY350" fmla="*/ 295081 h 388522"/>
                <a:gd name="connsiteX351" fmla="*/ 160655 w 503276"/>
                <a:gd name="connsiteY351" fmla="*/ 299999 h 388522"/>
                <a:gd name="connsiteX352" fmla="*/ 162294 w 503276"/>
                <a:gd name="connsiteY352" fmla="*/ 303277 h 388522"/>
                <a:gd name="connsiteX353" fmla="*/ 162294 w 503276"/>
                <a:gd name="connsiteY353" fmla="*/ 306556 h 388522"/>
                <a:gd name="connsiteX354" fmla="*/ 162294 w 503276"/>
                <a:gd name="connsiteY354" fmla="*/ 311474 h 388522"/>
                <a:gd name="connsiteX355" fmla="*/ 162294 w 503276"/>
                <a:gd name="connsiteY355" fmla="*/ 314753 h 388522"/>
                <a:gd name="connsiteX356" fmla="*/ 162294 w 503276"/>
                <a:gd name="connsiteY356" fmla="*/ 314753 h 388522"/>
                <a:gd name="connsiteX357" fmla="*/ 160655 w 503276"/>
                <a:gd name="connsiteY357" fmla="*/ 319671 h 388522"/>
                <a:gd name="connsiteX358" fmla="*/ 160655 w 503276"/>
                <a:gd name="connsiteY358" fmla="*/ 322950 h 388522"/>
                <a:gd name="connsiteX359" fmla="*/ 160655 w 503276"/>
                <a:gd name="connsiteY359" fmla="*/ 324589 h 388522"/>
                <a:gd name="connsiteX360" fmla="*/ 162294 w 503276"/>
                <a:gd name="connsiteY360" fmla="*/ 326228 h 388522"/>
                <a:gd name="connsiteX361" fmla="*/ 162294 w 503276"/>
                <a:gd name="connsiteY361" fmla="*/ 329507 h 388522"/>
                <a:gd name="connsiteX362" fmla="*/ 162294 w 503276"/>
                <a:gd name="connsiteY362" fmla="*/ 332786 h 388522"/>
                <a:gd name="connsiteX363" fmla="*/ 159016 w 503276"/>
                <a:gd name="connsiteY363" fmla="*/ 329507 h 388522"/>
                <a:gd name="connsiteX364" fmla="*/ 155737 w 503276"/>
                <a:gd name="connsiteY364" fmla="*/ 326228 h 388522"/>
                <a:gd name="connsiteX365" fmla="*/ 152459 w 503276"/>
                <a:gd name="connsiteY365" fmla="*/ 327867 h 388522"/>
                <a:gd name="connsiteX366" fmla="*/ 147540 w 503276"/>
                <a:gd name="connsiteY366" fmla="*/ 329507 h 388522"/>
                <a:gd name="connsiteX367" fmla="*/ 144262 w 503276"/>
                <a:gd name="connsiteY367" fmla="*/ 329507 h 388522"/>
                <a:gd name="connsiteX368" fmla="*/ 140983 w 503276"/>
                <a:gd name="connsiteY368" fmla="*/ 329507 h 388522"/>
                <a:gd name="connsiteX369" fmla="*/ 137704 w 503276"/>
                <a:gd name="connsiteY369" fmla="*/ 329507 h 388522"/>
                <a:gd name="connsiteX370" fmla="*/ 132786 w 503276"/>
                <a:gd name="connsiteY370" fmla="*/ 329507 h 388522"/>
                <a:gd name="connsiteX371" fmla="*/ 129508 w 503276"/>
                <a:gd name="connsiteY371" fmla="*/ 326228 h 388522"/>
                <a:gd name="connsiteX372" fmla="*/ 126229 w 503276"/>
                <a:gd name="connsiteY372" fmla="*/ 326228 h 388522"/>
                <a:gd name="connsiteX373" fmla="*/ 121311 w 503276"/>
                <a:gd name="connsiteY373" fmla="*/ 324589 h 388522"/>
                <a:gd name="connsiteX374" fmla="*/ 118032 w 503276"/>
                <a:gd name="connsiteY374" fmla="*/ 321310 h 388522"/>
                <a:gd name="connsiteX375" fmla="*/ 116393 w 503276"/>
                <a:gd name="connsiteY375" fmla="*/ 322950 h 388522"/>
                <a:gd name="connsiteX376" fmla="*/ 111475 w 503276"/>
                <a:gd name="connsiteY376" fmla="*/ 326228 h 388522"/>
                <a:gd name="connsiteX377" fmla="*/ 108196 w 503276"/>
                <a:gd name="connsiteY377" fmla="*/ 327867 h 388522"/>
                <a:gd name="connsiteX378" fmla="*/ 104917 w 503276"/>
                <a:gd name="connsiteY378" fmla="*/ 327867 h 388522"/>
                <a:gd name="connsiteX379" fmla="*/ 100000 w 503276"/>
                <a:gd name="connsiteY379" fmla="*/ 329507 h 388522"/>
                <a:gd name="connsiteX380" fmla="*/ 96721 w 503276"/>
                <a:gd name="connsiteY380" fmla="*/ 329507 h 388522"/>
                <a:gd name="connsiteX381" fmla="*/ 93442 w 503276"/>
                <a:gd name="connsiteY381" fmla="*/ 331146 h 388522"/>
                <a:gd name="connsiteX382" fmla="*/ 90164 w 503276"/>
                <a:gd name="connsiteY382" fmla="*/ 329507 h 388522"/>
                <a:gd name="connsiteX383" fmla="*/ 85246 w 503276"/>
                <a:gd name="connsiteY383" fmla="*/ 331146 h 388522"/>
                <a:gd name="connsiteX384" fmla="*/ 83606 w 503276"/>
                <a:gd name="connsiteY384" fmla="*/ 334425 h 388522"/>
                <a:gd name="connsiteX385" fmla="*/ 83606 w 503276"/>
                <a:gd name="connsiteY385" fmla="*/ 336064 h 388522"/>
                <a:gd name="connsiteX386" fmla="*/ 81967 w 503276"/>
                <a:gd name="connsiteY386" fmla="*/ 339343 h 388522"/>
                <a:gd name="connsiteX387" fmla="*/ 81967 w 503276"/>
                <a:gd name="connsiteY387" fmla="*/ 344261 h 388522"/>
                <a:gd name="connsiteX388" fmla="*/ 80327 w 503276"/>
                <a:gd name="connsiteY388" fmla="*/ 347540 h 388522"/>
                <a:gd name="connsiteX389" fmla="*/ 80327 w 503276"/>
                <a:gd name="connsiteY389" fmla="*/ 350818 h 388522"/>
                <a:gd name="connsiteX390" fmla="*/ 78688 w 503276"/>
                <a:gd name="connsiteY390" fmla="*/ 355736 h 388522"/>
                <a:gd name="connsiteX391" fmla="*/ 80327 w 503276"/>
                <a:gd name="connsiteY391" fmla="*/ 359015 h 388522"/>
                <a:gd name="connsiteX392" fmla="*/ 80327 w 503276"/>
                <a:gd name="connsiteY392" fmla="*/ 362294 h 388522"/>
                <a:gd name="connsiteX393" fmla="*/ 78688 w 503276"/>
                <a:gd name="connsiteY393" fmla="*/ 365572 h 388522"/>
                <a:gd name="connsiteX394" fmla="*/ 77049 w 503276"/>
                <a:gd name="connsiteY394" fmla="*/ 370490 h 388522"/>
                <a:gd name="connsiteX395" fmla="*/ 75410 w 503276"/>
                <a:gd name="connsiteY395" fmla="*/ 373769 h 388522"/>
                <a:gd name="connsiteX396" fmla="*/ 73770 w 503276"/>
                <a:gd name="connsiteY396" fmla="*/ 377047 h 388522"/>
                <a:gd name="connsiteX397" fmla="*/ 72131 w 503276"/>
                <a:gd name="connsiteY397" fmla="*/ 381966 h 388522"/>
                <a:gd name="connsiteX398" fmla="*/ 70492 w 503276"/>
                <a:gd name="connsiteY398" fmla="*/ 385244 h 388522"/>
                <a:gd name="connsiteX399" fmla="*/ 68852 w 503276"/>
                <a:gd name="connsiteY399" fmla="*/ 388523 h 388522"/>
                <a:gd name="connsiteX400" fmla="*/ 68852 w 503276"/>
                <a:gd name="connsiteY400" fmla="*/ 385244 h 388522"/>
                <a:gd name="connsiteX401" fmla="*/ 65573 w 503276"/>
                <a:gd name="connsiteY401" fmla="*/ 381966 h 388522"/>
                <a:gd name="connsiteX402" fmla="*/ 65573 w 503276"/>
                <a:gd name="connsiteY402" fmla="*/ 378687 h 388522"/>
                <a:gd name="connsiteX403" fmla="*/ 65573 w 503276"/>
                <a:gd name="connsiteY403" fmla="*/ 373769 h 388522"/>
                <a:gd name="connsiteX404" fmla="*/ 65573 w 503276"/>
                <a:gd name="connsiteY404" fmla="*/ 370490 h 388522"/>
                <a:gd name="connsiteX405" fmla="*/ 65573 w 503276"/>
                <a:gd name="connsiteY405" fmla="*/ 367212 h 388522"/>
                <a:gd name="connsiteX406" fmla="*/ 63934 w 503276"/>
                <a:gd name="connsiteY406" fmla="*/ 363933 h 388522"/>
                <a:gd name="connsiteX407" fmla="*/ 65573 w 503276"/>
                <a:gd name="connsiteY407" fmla="*/ 360654 h 388522"/>
                <a:gd name="connsiteX408" fmla="*/ 63934 w 503276"/>
                <a:gd name="connsiteY408" fmla="*/ 357376 h 388522"/>
                <a:gd name="connsiteX409" fmla="*/ 60656 w 503276"/>
                <a:gd name="connsiteY409" fmla="*/ 352457 h 388522"/>
                <a:gd name="connsiteX410" fmla="*/ 59016 w 503276"/>
                <a:gd name="connsiteY410" fmla="*/ 349179 h 388522"/>
                <a:gd name="connsiteX411" fmla="*/ 55737 w 503276"/>
                <a:gd name="connsiteY411" fmla="*/ 349179 h 388522"/>
                <a:gd name="connsiteX412" fmla="*/ 52459 w 503276"/>
                <a:gd name="connsiteY412" fmla="*/ 347540 h 388522"/>
                <a:gd name="connsiteX413" fmla="*/ 49180 w 503276"/>
                <a:gd name="connsiteY413" fmla="*/ 342622 h 388522"/>
                <a:gd name="connsiteX414" fmla="*/ 45902 w 503276"/>
                <a:gd name="connsiteY414" fmla="*/ 339343 h 388522"/>
                <a:gd name="connsiteX415" fmla="*/ 42623 w 503276"/>
                <a:gd name="connsiteY415" fmla="*/ 336064 h 388522"/>
                <a:gd name="connsiteX416" fmla="*/ 39344 w 503276"/>
                <a:gd name="connsiteY416" fmla="*/ 332786 h 388522"/>
                <a:gd name="connsiteX417" fmla="*/ 36066 w 503276"/>
                <a:gd name="connsiteY417" fmla="*/ 327867 h 388522"/>
                <a:gd name="connsiteX418" fmla="*/ 32787 w 503276"/>
                <a:gd name="connsiteY418" fmla="*/ 324589 h 388522"/>
                <a:gd name="connsiteX419" fmla="*/ 32787 w 503276"/>
                <a:gd name="connsiteY419" fmla="*/ 324589 h 388522"/>
                <a:gd name="connsiteX420" fmla="*/ 29508 w 503276"/>
                <a:gd name="connsiteY420" fmla="*/ 319671 h 388522"/>
                <a:gd name="connsiteX421" fmla="*/ 27869 w 503276"/>
                <a:gd name="connsiteY421" fmla="*/ 316392 h 388522"/>
                <a:gd name="connsiteX422" fmla="*/ 24590 w 503276"/>
                <a:gd name="connsiteY422" fmla="*/ 313113 h 388522"/>
                <a:gd name="connsiteX423" fmla="*/ 26229 w 503276"/>
                <a:gd name="connsiteY423" fmla="*/ 308196 h 388522"/>
                <a:gd name="connsiteX424" fmla="*/ 29508 w 503276"/>
                <a:gd name="connsiteY424" fmla="*/ 308196 h 388522"/>
                <a:gd name="connsiteX425" fmla="*/ 27869 w 503276"/>
                <a:gd name="connsiteY425" fmla="*/ 304917 h 388522"/>
                <a:gd name="connsiteX426" fmla="*/ 26229 w 503276"/>
                <a:gd name="connsiteY426" fmla="*/ 303277 h 388522"/>
                <a:gd name="connsiteX427" fmla="*/ 26229 w 503276"/>
                <a:gd name="connsiteY427" fmla="*/ 301638 h 388522"/>
                <a:gd name="connsiteX428" fmla="*/ 26229 w 503276"/>
                <a:gd name="connsiteY428" fmla="*/ 298359 h 388522"/>
                <a:gd name="connsiteX429" fmla="*/ 24590 w 503276"/>
                <a:gd name="connsiteY429" fmla="*/ 295081 h 388522"/>
                <a:gd name="connsiteX430" fmla="*/ 22951 w 503276"/>
                <a:gd name="connsiteY430" fmla="*/ 290163 h 388522"/>
                <a:gd name="connsiteX431" fmla="*/ 21312 w 503276"/>
                <a:gd name="connsiteY431" fmla="*/ 290163 h 388522"/>
                <a:gd name="connsiteX432" fmla="*/ 18033 w 503276"/>
                <a:gd name="connsiteY432" fmla="*/ 286884 h 388522"/>
                <a:gd name="connsiteX433" fmla="*/ 13115 w 503276"/>
                <a:gd name="connsiteY433" fmla="*/ 283606 h 388522"/>
                <a:gd name="connsiteX434" fmla="*/ 11476 w 503276"/>
                <a:gd name="connsiteY434" fmla="*/ 280327 h 388522"/>
                <a:gd name="connsiteX435" fmla="*/ 11476 w 503276"/>
                <a:gd name="connsiteY435" fmla="*/ 277048 h 388522"/>
                <a:gd name="connsiteX436" fmla="*/ 11476 w 503276"/>
                <a:gd name="connsiteY436" fmla="*/ 272130 h 388522"/>
                <a:gd name="connsiteX437" fmla="*/ 11476 w 503276"/>
                <a:gd name="connsiteY437" fmla="*/ 268852 h 388522"/>
                <a:gd name="connsiteX438" fmla="*/ 9836 w 503276"/>
                <a:gd name="connsiteY438" fmla="*/ 265573 h 388522"/>
                <a:gd name="connsiteX439" fmla="*/ 9836 w 503276"/>
                <a:gd name="connsiteY439" fmla="*/ 265573 h 388522"/>
                <a:gd name="connsiteX440" fmla="*/ 9836 w 503276"/>
                <a:gd name="connsiteY440" fmla="*/ 263933 h 388522"/>
                <a:gd name="connsiteX441" fmla="*/ 9836 w 503276"/>
                <a:gd name="connsiteY441" fmla="*/ 260655 h 388522"/>
                <a:gd name="connsiteX442" fmla="*/ 9836 w 503276"/>
                <a:gd name="connsiteY442" fmla="*/ 257376 h 388522"/>
                <a:gd name="connsiteX443" fmla="*/ 8197 w 503276"/>
                <a:gd name="connsiteY443" fmla="*/ 255737 h 388522"/>
                <a:gd name="connsiteX444" fmla="*/ 4918 w 503276"/>
                <a:gd name="connsiteY444" fmla="*/ 252458 h 388522"/>
                <a:gd name="connsiteX445" fmla="*/ 4918 w 503276"/>
                <a:gd name="connsiteY445" fmla="*/ 250819 h 388522"/>
                <a:gd name="connsiteX446" fmla="*/ 6557 w 503276"/>
                <a:gd name="connsiteY446" fmla="*/ 247540 h 388522"/>
                <a:gd name="connsiteX447" fmla="*/ 8197 w 503276"/>
                <a:gd name="connsiteY447" fmla="*/ 244262 h 388522"/>
                <a:gd name="connsiteX448" fmla="*/ 6557 w 503276"/>
                <a:gd name="connsiteY448" fmla="*/ 239343 h 388522"/>
                <a:gd name="connsiteX449" fmla="*/ 6557 w 503276"/>
                <a:gd name="connsiteY449" fmla="*/ 236065 h 388522"/>
                <a:gd name="connsiteX450" fmla="*/ 8197 w 503276"/>
                <a:gd name="connsiteY450" fmla="*/ 232786 h 388522"/>
                <a:gd name="connsiteX451" fmla="*/ 8197 w 503276"/>
                <a:gd name="connsiteY451" fmla="*/ 227868 h 388522"/>
                <a:gd name="connsiteX452" fmla="*/ 6557 w 503276"/>
                <a:gd name="connsiteY452" fmla="*/ 224589 h 388522"/>
                <a:gd name="connsiteX453" fmla="*/ 4918 w 503276"/>
                <a:gd name="connsiteY453" fmla="*/ 224589 h 388522"/>
                <a:gd name="connsiteX454" fmla="*/ 1639 w 503276"/>
                <a:gd name="connsiteY454" fmla="*/ 222950 h 388522"/>
                <a:gd name="connsiteX455" fmla="*/ 0 w 503276"/>
                <a:gd name="connsiteY455" fmla="*/ 219672 h 388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</a:cxnLst>
              <a:rect l="l" t="t" r="r" b="b"/>
              <a:pathLst>
                <a:path w="503276" h="388522">
                  <a:moveTo>
                    <a:pt x="0" y="219672"/>
                  </a:moveTo>
                  <a:lnTo>
                    <a:pt x="0" y="218032"/>
                  </a:lnTo>
                  <a:lnTo>
                    <a:pt x="0" y="218032"/>
                  </a:lnTo>
                  <a:lnTo>
                    <a:pt x="1639" y="216393"/>
                  </a:lnTo>
                  <a:lnTo>
                    <a:pt x="4918" y="213114"/>
                  </a:lnTo>
                  <a:lnTo>
                    <a:pt x="9836" y="211475"/>
                  </a:lnTo>
                  <a:lnTo>
                    <a:pt x="13115" y="208196"/>
                  </a:lnTo>
                  <a:lnTo>
                    <a:pt x="14754" y="204917"/>
                  </a:lnTo>
                  <a:lnTo>
                    <a:pt x="16393" y="198360"/>
                  </a:lnTo>
                  <a:lnTo>
                    <a:pt x="18033" y="195081"/>
                  </a:lnTo>
                  <a:lnTo>
                    <a:pt x="19672" y="191803"/>
                  </a:lnTo>
                  <a:lnTo>
                    <a:pt x="22951" y="188524"/>
                  </a:lnTo>
                  <a:lnTo>
                    <a:pt x="24590" y="186885"/>
                  </a:lnTo>
                  <a:lnTo>
                    <a:pt x="26229" y="183606"/>
                  </a:lnTo>
                  <a:lnTo>
                    <a:pt x="26229" y="180327"/>
                  </a:lnTo>
                  <a:lnTo>
                    <a:pt x="27869" y="175409"/>
                  </a:lnTo>
                  <a:lnTo>
                    <a:pt x="29508" y="172130"/>
                  </a:lnTo>
                  <a:lnTo>
                    <a:pt x="29508" y="168852"/>
                  </a:lnTo>
                  <a:lnTo>
                    <a:pt x="32787" y="165573"/>
                  </a:lnTo>
                  <a:lnTo>
                    <a:pt x="32787" y="163934"/>
                  </a:lnTo>
                  <a:lnTo>
                    <a:pt x="37705" y="160655"/>
                  </a:lnTo>
                  <a:lnTo>
                    <a:pt x="39344" y="157376"/>
                  </a:lnTo>
                  <a:lnTo>
                    <a:pt x="40983" y="154098"/>
                  </a:lnTo>
                  <a:lnTo>
                    <a:pt x="42623" y="154098"/>
                  </a:lnTo>
                  <a:lnTo>
                    <a:pt x="45902" y="154098"/>
                  </a:lnTo>
                  <a:lnTo>
                    <a:pt x="50820" y="155737"/>
                  </a:lnTo>
                  <a:lnTo>
                    <a:pt x="54098" y="155737"/>
                  </a:lnTo>
                  <a:lnTo>
                    <a:pt x="57377" y="155737"/>
                  </a:lnTo>
                  <a:lnTo>
                    <a:pt x="62295" y="152459"/>
                  </a:lnTo>
                  <a:lnTo>
                    <a:pt x="65573" y="150819"/>
                  </a:lnTo>
                  <a:lnTo>
                    <a:pt x="68852" y="150819"/>
                  </a:lnTo>
                  <a:lnTo>
                    <a:pt x="72131" y="147540"/>
                  </a:lnTo>
                  <a:lnTo>
                    <a:pt x="77049" y="147540"/>
                  </a:lnTo>
                  <a:lnTo>
                    <a:pt x="77049" y="144262"/>
                  </a:lnTo>
                  <a:lnTo>
                    <a:pt x="80327" y="139344"/>
                  </a:lnTo>
                  <a:lnTo>
                    <a:pt x="81967" y="137705"/>
                  </a:lnTo>
                  <a:lnTo>
                    <a:pt x="81967" y="140983"/>
                  </a:lnTo>
                  <a:lnTo>
                    <a:pt x="85246" y="144262"/>
                  </a:lnTo>
                  <a:lnTo>
                    <a:pt x="85246" y="147540"/>
                  </a:lnTo>
                  <a:lnTo>
                    <a:pt x="88524" y="149180"/>
                  </a:lnTo>
                  <a:lnTo>
                    <a:pt x="91803" y="152459"/>
                  </a:lnTo>
                  <a:lnTo>
                    <a:pt x="95082" y="149180"/>
                  </a:lnTo>
                  <a:lnTo>
                    <a:pt x="98360" y="149180"/>
                  </a:lnTo>
                  <a:lnTo>
                    <a:pt x="101639" y="145901"/>
                  </a:lnTo>
                  <a:lnTo>
                    <a:pt x="104917" y="145901"/>
                  </a:lnTo>
                  <a:lnTo>
                    <a:pt x="108196" y="140983"/>
                  </a:lnTo>
                  <a:lnTo>
                    <a:pt x="111475" y="139344"/>
                  </a:lnTo>
                  <a:lnTo>
                    <a:pt x="116393" y="137705"/>
                  </a:lnTo>
                  <a:lnTo>
                    <a:pt x="119672" y="136065"/>
                  </a:lnTo>
                  <a:lnTo>
                    <a:pt x="122950" y="134426"/>
                  </a:lnTo>
                  <a:lnTo>
                    <a:pt x="126229" y="134426"/>
                  </a:lnTo>
                  <a:lnTo>
                    <a:pt x="126229" y="134426"/>
                  </a:lnTo>
                  <a:lnTo>
                    <a:pt x="131147" y="134426"/>
                  </a:lnTo>
                  <a:lnTo>
                    <a:pt x="134426" y="134426"/>
                  </a:lnTo>
                  <a:lnTo>
                    <a:pt x="137704" y="132786"/>
                  </a:lnTo>
                  <a:lnTo>
                    <a:pt x="142623" y="132786"/>
                  </a:lnTo>
                  <a:lnTo>
                    <a:pt x="145901" y="131147"/>
                  </a:lnTo>
                  <a:lnTo>
                    <a:pt x="149180" y="131147"/>
                  </a:lnTo>
                  <a:lnTo>
                    <a:pt x="152459" y="131147"/>
                  </a:lnTo>
                  <a:lnTo>
                    <a:pt x="157376" y="131147"/>
                  </a:lnTo>
                  <a:lnTo>
                    <a:pt x="160655" y="131147"/>
                  </a:lnTo>
                  <a:lnTo>
                    <a:pt x="162294" y="126229"/>
                  </a:lnTo>
                  <a:lnTo>
                    <a:pt x="165573" y="122950"/>
                  </a:lnTo>
                  <a:lnTo>
                    <a:pt x="167213" y="121311"/>
                  </a:lnTo>
                  <a:lnTo>
                    <a:pt x="170491" y="118032"/>
                  </a:lnTo>
                  <a:lnTo>
                    <a:pt x="173770" y="114754"/>
                  </a:lnTo>
                  <a:lnTo>
                    <a:pt x="175409" y="111475"/>
                  </a:lnTo>
                  <a:lnTo>
                    <a:pt x="178688" y="106557"/>
                  </a:lnTo>
                  <a:lnTo>
                    <a:pt x="180327" y="103279"/>
                  </a:lnTo>
                  <a:lnTo>
                    <a:pt x="180327" y="103279"/>
                  </a:lnTo>
                  <a:lnTo>
                    <a:pt x="177049" y="100000"/>
                  </a:lnTo>
                  <a:lnTo>
                    <a:pt x="172130" y="98360"/>
                  </a:lnTo>
                  <a:lnTo>
                    <a:pt x="172130" y="96721"/>
                  </a:lnTo>
                  <a:lnTo>
                    <a:pt x="172130" y="93442"/>
                  </a:lnTo>
                  <a:lnTo>
                    <a:pt x="175409" y="90164"/>
                  </a:lnTo>
                  <a:lnTo>
                    <a:pt x="180327" y="88525"/>
                  </a:lnTo>
                  <a:lnTo>
                    <a:pt x="181966" y="88525"/>
                  </a:lnTo>
                  <a:lnTo>
                    <a:pt x="183606" y="88525"/>
                  </a:lnTo>
                  <a:lnTo>
                    <a:pt x="185245" y="88525"/>
                  </a:lnTo>
                  <a:lnTo>
                    <a:pt x="188524" y="88525"/>
                  </a:lnTo>
                  <a:lnTo>
                    <a:pt x="193442" y="88525"/>
                  </a:lnTo>
                  <a:lnTo>
                    <a:pt x="196720" y="88525"/>
                  </a:lnTo>
                  <a:lnTo>
                    <a:pt x="199999" y="88525"/>
                  </a:lnTo>
                  <a:lnTo>
                    <a:pt x="203278" y="86885"/>
                  </a:lnTo>
                  <a:lnTo>
                    <a:pt x="208196" y="86885"/>
                  </a:lnTo>
                  <a:lnTo>
                    <a:pt x="211474" y="86885"/>
                  </a:lnTo>
                  <a:lnTo>
                    <a:pt x="214753" y="85246"/>
                  </a:lnTo>
                  <a:lnTo>
                    <a:pt x="218032" y="83606"/>
                  </a:lnTo>
                  <a:lnTo>
                    <a:pt x="221310" y="83606"/>
                  </a:lnTo>
                  <a:lnTo>
                    <a:pt x="224589" y="83606"/>
                  </a:lnTo>
                  <a:lnTo>
                    <a:pt x="229507" y="83606"/>
                  </a:lnTo>
                  <a:lnTo>
                    <a:pt x="232786" y="80328"/>
                  </a:lnTo>
                  <a:lnTo>
                    <a:pt x="232786" y="77049"/>
                  </a:lnTo>
                  <a:lnTo>
                    <a:pt x="234425" y="77049"/>
                  </a:lnTo>
                  <a:lnTo>
                    <a:pt x="237704" y="75410"/>
                  </a:lnTo>
                  <a:lnTo>
                    <a:pt x="242622" y="72131"/>
                  </a:lnTo>
                  <a:lnTo>
                    <a:pt x="245901" y="70492"/>
                  </a:lnTo>
                  <a:lnTo>
                    <a:pt x="245901" y="68852"/>
                  </a:lnTo>
                  <a:lnTo>
                    <a:pt x="249179" y="63935"/>
                  </a:lnTo>
                  <a:lnTo>
                    <a:pt x="252458" y="60656"/>
                  </a:lnTo>
                  <a:lnTo>
                    <a:pt x="252458" y="57377"/>
                  </a:lnTo>
                  <a:lnTo>
                    <a:pt x="252458" y="57377"/>
                  </a:lnTo>
                  <a:lnTo>
                    <a:pt x="255737" y="55738"/>
                  </a:lnTo>
                  <a:lnTo>
                    <a:pt x="257376" y="54098"/>
                  </a:lnTo>
                  <a:lnTo>
                    <a:pt x="259016" y="49180"/>
                  </a:lnTo>
                  <a:lnTo>
                    <a:pt x="260654" y="49180"/>
                  </a:lnTo>
                  <a:lnTo>
                    <a:pt x="263933" y="45902"/>
                  </a:lnTo>
                  <a:lnTo>
                    <a:pt x="267212" y="44262"/>
                  </a:lnTo>
                  <a:lnTo>
                    <a:pt x="267212" y="44262"/>
                  </a:lnTo>
                  <a:lnTo>
                    <a:pt x="270491" y="40983"/>
                  </a:lnTo>
                  <a:lnTo>
                    <a:pt x="272130" y="36066"/>
                  </a:lnTo>
                  <a:lnTo>
                    <a:pt x="275409" y="36066"/>
                  </a:lnTo>
                  <a:lnTo>
                    <a:pt x="278687" y="32787"/>
                  </a:lnTo>
                  <a:lnTo>
                    <a:pt x="280327" y="27869"/>
                  </a:lnTo>
                  <a:lnTo>
                    <a:pt x="280327" y="24590"/>
                  </a:lnTo>
                  <a:lnTo>
                    <a:pt x="278687" y="21312"/>
                  </a:lnTo>
                  <a:lnTo>
                    <a:pt x="280327" y="16393"/>
                  </a:lnTo>
                  <a:lnTo>
                    <a:pt x="283606" y="14754"/>
                  </a:lnTo>
                  <a:lnTo>
                    <a:pt x="286884" y="13115"/>
                  </a:lnTo>
                  <a:lnTo>
                    <a:pt x="290163" y="11476"/>
                  </a:lnTo>
                  <a:lnTo>
                    <a:pt x="293441" y="8197"/>
                  </a:lnTo>
                  <a:lnTo>
                    <a:pt x="296720" y="8197"/>
                  </a:lnTo>
                  <a:lnTo>
                    <a:pt x="299999" y="4918"/>
                  </a:lnTo>
                  <a:lnTo>
                    <a:pt x="304917" y="3279"/>
                  </a:lnTo>
                  <a:lnTo>
                    <a:pt x="304917" y="3279"/>
                  </a:lnTo>
                  <a:lnTo>
                    <a:pt x="308196" y="0"/>
                  </a:lnTo>
                  <a:lnTo>
                    <a:pt x="313113" y="1639"/>
                  </a:lnTo>
                  <a:lnTo>
                    <a:pt x="316392" y="1639"/>
                  </a:lnTo>
                  <a:lnTo>
                    <a:pt x="319671" y="3279"/>
                  </a:lnTo>
                  <a:lnTo>
                    <a:pt x="322950" y="3279"/>
                  </a:lnTo>
                  <a:lnTo>
                    <a:pt x="324589" y="3279"/>
                  </a:lnTo>
                  <a:lnTo>
                    <a:pt x="326228" y="8197"/>
                  </a:lnTo>
                  <a:lnTo>
                    <a:pt x="327867" y="11476"/>
                  </a:lnTo>
                  <a:lnTo>
                    <a:pt x="331146" y="16393"/>
                  </a:lnTo>
                  <a:lnTo>
                    <a:pt x="336064" y="19672"/>
                  </a:lnTo>
                  <a:lnTo>
                    <a:pt x="339343" y="22951"/>
                  </a:lnTo>
                  <a:lnTo>
                    <a:pt x="339343" y="24590"/>
                  </a:lnTo>
                  <a:lnTo>
                    <a:pt x="342621" y="27869"/>
                  </a:lnTo>
                  <a:lnTo>
                    <a:pt x="344261" y="32787"/>
                  </a:lnTo>
                  <a:lnTo>
                    <a:pt x="347540" y="36066"/>
                  </a:lnTo>
                  <a:lnTo>
                    <a:pt x="349179" y="39344"/>
                  </a:lnTo>
                  <a:lnTo>
                    <a:pt x="350818" y="44262"/>
                  </a:lnTo>
                  <a:lnTo>
                    <a:pt x="350818" y="44262"/>
                  </a:lnTo>
                  <a:lnTo>
                    <a:pt x="354097" y="49180"/>
                  </a:lnTo>
                  <a:lnTo>
                    <a:pt x="355736" y="52459"/>
                  </a:lnTo>
                  <a:lnTo>
                    <a:pt x="355736" y="55738"/>
                  </a:lnTo>
                  <a:lnTo>
                    <a:pt x="355736" y="60656"/>
                  </a:lnTo>
                  <a:lnTo>
                    <a:pt x="354097" y="63935"/>
                  </a:lnTo>
                  <a:lnTo>
                    <a:pt x="354097" y="67213"/>
                  </a:lnTo>
                  <a:lnTo>
                    <a:pt x="354097" y="72131"/>
                  </a:lnTo>
                  <a:lnTo>
                    <a:pt x="354097" y="75410"/>
                  </a:lnTo>
                  <a:lnTo>
                    <a:pt x="352457" y="78688"/>
                  </a:lnTo>
                  <a:lnTo>
                    <a:pt x="347540" y="81967"/>
                  </a:lnTo>
                  <a:lnTo>
                    <a:pt x="347540" y="83606"/>
                  </a:lnTo>
                  <a:lnTo>
                    <a:pt x="347540" y="86885"/>
                  </a:lnTo>
                  <a:lnTo>
                    <a:pt x="347540" y="90164"/>
                  </a:lnTo>
                  <a:lnTo>
                    <a:pt x="350818" y="88525"/>
                  </a:lnTo>
                  <a:lnTo>
                    <a:pt x="352457" y="91803"/>
                  </a:lnTo>
                  <a:lnTo>
                    <a:pt x="350818" y="96721"/>
                  </a:lnTo>
                  <a:lnTo>
                    <a:pt x="349179" y="100000"/>
                  </a:lnTo>
                  <a:lnTo>
                    <a:pt x="352457" y="100000"/>
                  </a:lnTo>
                  <a:lnTo>
                    <a:pt x="357376" y="101639"/>
                  </a:lnTo>
                  <a:lnTo>
                    <a:pt x="360654" y="101639"/>
                  </a:lnTo>
                  <a:lnTo>
                    <a:pt x="363933" y="101639"/>
                  </a:lnTo>
                  <a:lnTo>
                    <a:pt x="368851" y="101639"/>
                  </a:lnTo>
                  <a:lnTo>
                    <a:pt x="372130" y="103279"/>
                  </a:lnTo>
                  <a:lnTo>
                    <a:pt x="375408" y="103279"/>
                  </a:lnTo>
                  <a:lnTo>
                    <a:pt x="377047" y="106557"/>
                  </a:lnTo>
                  <a:lnTo>
                    <a:pt x="375408" y="109836"/>
                  </a:lnTo>
                  <a:lnTo>
                    <a:pt x="373769" y="113115"/>
                  </a:lnTo>
                  <a:lnTo>
                    <a:pt x="373769" y="118032"/>
                  </a:lnTo>
                  <a:lnTo>
                    <a:pt x="378687" y="121311"/>
                  </a:lnTo>
                  <a:lnTo>
                    <a:pt x="381966" y="121311"/>
                  </a:lnTo>
                  <a:lnTo>
                    <a:pt x="385244" y="121311"/>
                  </a:lnTo>
                  <a:lnTo>
                    <a:pt x="390162" y="124590"/>
                  </a:lnTo>
                  <a:lnTo>
                    <a:pt x="393441" y="122950"/>
                  </a:lnTo>
                  <a:lnTo>
                    <a:pt x="396720" y="124590"/>
                  </a:lnTo>
                  <a:lnTo>
                    <a:pt x="399998" y="124590"/>
                  </a:lnTo>
                  <a:lnTo>
                    <a:pt x="401638" y="126229"/>
                  </a:lnTo>
                  <a:lnTo>
                    <a:pt x="404916" y="129508"/>
                  </a:lnTo>
                  <a:lnTo>
                    <a:pt x="406556" y="132786"/>
                  </a:lnTo>
                  <a:lnTo>
                    <a:pt x="406556" y="134426"/>
                  </a:lnTo>
                  <a:lnTo>
                    <a:pt x="409834" y="137705"/>
                  </a:lnTo>
                  <a:lnTo>
                    <a:pt x="414753" y="137705"/>
                  </a:lnTo>
                  <a:lnTo>
                    <a:pt x="416391" y="140983"/>
                  </a:lnTo>
                  <a:lnTo>
                    <a:pt x="418031" y="145901"/>
                  </a:lnTo>
                  <a:lnTo>
                    <a:pt x="418031" y="149180"/>
                  </a:lnTo>
                  <a:lnTo>
                    <a:pt x="414753" y="150819"/>
                  </a:lnTo>
                  <a:lnTo>
                    <a:pt x="414753" y="154098"/>
                  </a:lnTo>
                  <a:lnTo>
                    <a:pt x="418031" y="157376"/>
                  </a:lnTo>
                  <a:lnTo>
                    <a:pt x="421310" y="160655"/>
                  </a:lnTo>
                  <a:lnTo>
                    <a:pt x="424588" y="163934"/>
                  </a:lnTo>
                  <a:lnTo>
                    <a:pt x="427867" y="165573"/>
                  </a:lnTo>
                  <a:lnTo>
                    <a:pt x="432785" y="168852"/>
                  </a:lnTo>
                  <a:lnTo>
                    <a:pt x="436064" y="170491"/>
                  </a:lnTo>
                  <a:lnTo>
                    <a:pt x="439343" y="172130"/>
                  </a:lnTo>
                  <a:lnTo>
                    <a:pt x="444260" y="175409"/>
                  </a:lnTo>
                  <a:lnTo>
                    <a:pt x="447539" y="177049"/>
                  </a:lnTo>
                  <a:lnTo>
                    <a:pt x="447539" y="180327"/>
                  </a:lnTo>
                  <a:lnTo>
                    <a:pt x="450818" y="185245"/>
                  </a:lnTo>
                  <a:lnTo>
                    <a:pt x="454096" y="188524"/>
                  </a:lnTo>
                  <a:lnTo>
                    <a:pt x="457375" y="190163"/>
                  </a:lnTo>
                  <a:lnTo>
                    <a:pt x="460654" y="193442"/>
                  </a:lnTo>
                  <a:lnTo>
                    <a:pt x="459014" y="196720"/>
                  </a:lnTo>
                  <a:lnTo>
                    <a:pt x="457375" y="201639"/>
                  </a:lnTo>
                  <a:lnTo>
                    <a:pt x="457375" y="204917"/>
                  </a:lnTo>
                  <a:lnTo>
                    <a:pt x="462293" y="208196"/>
                  </a:lnTo>
                  <a:lnTo>
                    <a:pt x="465572" y="211475"/>
                  </a:lnTo>
                  <a:lnTo>
                    <a:pt x="463933" y="214753"/>
                  </a:lnTo>
                  <a:lnTo>
                    <a:pt x="467211" y="219672"/>
                  </a:lnTo>
                  <a:lnTo>
                    <a:pt x="470490" y="221310"/>
                  </a:lnTo>
                  <a:lnTo>
                    <a:pt x="475408" y="221310"/>
                  </a:lnTo>
                  <a:lnTo>
                    <a:pt x="475408" y="221310"/>
                  </a:lnTo>
                  <a:lnTo>
                    <a:pt x="478687" y="224589"/>
                  </a:lnTo>
                  <a:lnTo>
                    <a:pt x="481965" y="226229"/>
                  </a:lnTo>
                  <a:lnTo>
                    <a:pt x="485244" y="227868"/>
                  </a:lnTo>
                  <a:lnTo>
                    <a:pt x="488523" y="231147"/>
                  </a:lnTo>
                  <a:lnTo>
                    <a:pt x="493440" y="234425"/>
                  </a:lnTo>
                  <a:lnTo>
                    <a:pt x="493440" y="239343"/>
                  </a:lnTo>
                  <a:lnTo>
                    <a:pt x="495080" y="242622"/>
                  </a:lnTo>
                  <a:lnTo>
                    <a:pt x="493440" y="245901"/>
                  </a:lnTo>
                  <a:lnTo>
                    <a:pt x="493440" y="247540"/>
                  </a:lnTo>
                  <a:lnTo>
                    <a:pt x="495080" y="250819"/>
                  </a:lnTo>
                  <a:lnTo>
                    <a:pt x="496719" y="255737"/>
                  </a:lnTo>
                  <a:lnTo>
                    <a:pt x="499998" y="259016"/>
                  </a:lnTo>
                  <a:lnTo>
                    <a:pt x="503277" y="262294"/>
                  </a:lnTo>
                  <a:lnTo>
                    <a:pt x="503277" y="265573"/>
                  </a:lnTo>
                  <a:lnTo>
                    <a:pt x="498358" y="260655"/>
                  </a:lnTo>
                  <a:lnTo>
                    <a:pt x="495080" y="259016"/>
                  </a:lnTo>
                  <a:lnTo>
                    <a:pt x="491801" y="257376"/>
                  </a:lnTo>
                  <a:lnTo>
                    <a:pt x="486883" y="255737"/>
                  </a:lnTo>
                  <a:lnTo>
                    <a:pt x="483604" y="259016"/>
                  </a:lnTo>
                  <a:lnTo>
                    <a:pt x="480326" y="262294"/>
                  </a:lnTo>
                  <a:lnTo>
                    <a:pt x="477047" y="262294"/>
                  </a:lnTo>
                  <a:lnTo>
                    <a:pt x="473768" y="262294"/>
                  </a:lnTo>
                  <a:lnTo>
                    <a:pt x="468850" y="262294"/>
                  </a:lnTo>
                  <a:lnTo>
                    <a:pt x="465572" y="263933"/>
                  </a:lnTo>
                  <a:lnTo>
                    <a:pt x="462293" y="259016"/>
                  </a:lnTo>
                  <a:lnTo>
                    <a:pt x="457375" y="259016"/>
                  </a:lnTo>
                  <a:lnTo>
                    <a:pt x="454096" y="257376"/>
                  </a:lnTo>
                  <a:lnTo>
                    <a:pt x="450818" y="254097"/>
                  </a:lnTo>
                  <a:lnTo>
                    <a:pt x="447539" y="257376"/>
                  </a:lnTo>
                  <a:lnTo>
                    <a:pt x="442621" y="257376"/>
                  </a:lnTo>
                  <a:lnTo>
                    <a:pt x="439343" y="257376"/>
                  </a:lnTo>
                  <a:lnTo>
                    <a:pt x="436064" y="254097"/>
                  </a:lnTo>
                  <a:lnTo>
                    <a:pt x="432785" y="252458"/>
                  </a:lnTo>
                  <a:lnTo>
                    <a:pt x="429506" y="249179"/>
                  </a:lnTo>
                  <a:lnTo>
                    <a:pt x="426228" y="249179"/>
                  </a:lnTo>
                  <a:lnTo>
                    <a:pt x="422949" y="250819"/>
                  </a:lnTo>
                  <a:lnTo>
                    <a:pt x="421310" y="255737"/>
                  </a:lnTo>
                  <a:lnTo>
                    <a:pt x="421310" y="259016"/>
                  </a:lnTo>
                  <a:lnTo>
                    <a:pt x="419670" y="262294"/>
                  </a:lnTo>
                  <a:lnTo>
                    <a:pt x="416391" y="265573"/>
                  </a:lnTo>
                  <a:lnTo>
                    <a:pt x="414753" y="265573"/>
                  </a:lnTo>
                  <a:lnTo>
                    <a:pt x="414753" y="265573"/>
                  </a:lnTo>
                  <a:lnTo>
                    <a:pt x="413113" y="265573"/>
                  </a:lnTo>
                  <a:lnTo>
                    <a:pt x="413113" y="265573"/>
                  </a:lnTo>
                  <a:lnTo>
                    <a:pt x="408195" y="267212"/>
                  </a:lnTo>
                  <a:lnTo>
                    <a:pt x="408195" y="265573"/>
                  </a:lnTo>
                  <a:lnTo>
                    <a:pt x="403277" y="267212"/>
                  </a:lnTo>
                  <a:lnTo>
                    <a:pt x="399998" y="268852"/>
                  </a:lnTo>
                  <a:lnTo>
                    <a:pt x="396720" y="268852"/>
                  </a:lnTo>
                  <a:lnTo>
                    <a:pt x="393441" y="265573"/>
                  </a:lnTo>
                  <a:lnTo>
                    <a:pt x="393441" y="265573"/>
                  </a:lnTo>
                  <a:lnTo>
                    <a:pt x="388523" y="262294"/>
                  </a:lnTo>
                  <a:lnTo>
                    <a:pt x="386884" y="260655"/>
                  </a:lnTo>
                  <a:lnTo>
                    <a:pt x="383605" y="260655"/>
                  </a:lnTo>
                  <a:lnTo>
                    <a:pt x="383605" y="265573"/>
                  </a:lnTo>
                  <a:lnTo>
                    <a:pt x="381966" y="265573"/>
                  </a:lnTo>
                  <a:lnTo>
                    <a:pt x="381966" y="265573"/>
                  </a:lnTo>
                  <a:lnTo>
                    <a:pt x="380326" y="265573"/>
                  </a:lnTo>
                  <a:lnTo>
                    <a:pt x="377047" y="267212"/>
                  </a:lnTo>
                  <a:lnTo>
                    <a:pt x="373769" y="268852"/>
                  </a:lnTo>
                  <a:lnTo>
                    <a:pt x="368851" y="270491"/>
                  </a:lnTo>
                  <a:lnTo>
                    <a:pt x="365572" y="273769"/>
                  </a:lnTo>
                  <a:lnTo>
                    <a:pt x="365572" y="273769"/>
                  </a:lnTo>
                  <a:lnTo>
                    <a:pt x="360654" y="273769"/>
                  </a:lnTo>
                  <a:lnTo>
                    <a:pt x="357376" y="275409"/>
                  </a:lnTo>
                  <a:lnTo>
                    <a:pt x="354097" y="277048"/>
                  </a:lnTo>
                  <a:lnTo>
                    <a:pt x="350818" y="280327"/>
                  </a:lnTo>
                  <a:lnTo>
                    <a:pt x="345900" y="283606"/>
                  </a:lnTo>
                  <a:lnTo>
                    <a:pt x="342621" y="281966"/>
                  </a:lnTo>
                  <a:lnTo>
                    <a:pt x="339343" y="280327"/>
                  </a:lnTo>
                  <a:lnTo>
                    <a:pt x="336064" y="277048"/>
                  </a:lnTo>
                  <a:lnTo>
                    <a:pt x="332786" y="277048"/>
                  </a:lnTo>
                  <a:lnTo>
                    <a:pt x="329507" y="273769"/>
                  </a:lnTo>
                  <a:lnTo>
                    <a:pt x="326228" y="273769"/>
                  </a:lnTo>
                  <a:lnTo>
                    <a:pt x="326228" y="277048"/>
                  </a:lnTo>
                  <a:lnTo>
                    <a:pt x="324589" y="278687"/>
                  </a:lnTo>
                  <a:lnTo>
                    <a:pt x="321310" y="281966"/>
                  </a:lnTo>
                  <a:lnTo>
                    <a:pt x="319671" y="281966"/>
                  </a:lnTo>
                  <a:lnTo>
                    <a:pt x="319671" y="285245"/>
                  </a:lnTo>
                  <a:lnTo>
                    <a:pt x="316392" y="288523"/>
                  </a:lnTo>
                  <a:lnTo>
                    <a:pt x="314753" y="291802"/>
                  </a:lnTo>
                  <a:lnTo>
                    <a:pt x="313113" y="296720"/>
                  </a:lnTo>
                  <a:lnTo>
                    <a:pt x="313113" y="299999"/>
                  </a:lnTo>
                  <a:lnTo>
                    <a:pt x="309835" y="303277"/>
                  </a:lnTo>
                  <a:lnTo>
                    <a:pt x="309835" y="303277"/>
                  </a:lnTo>
                  <a:lnTo>
                    <a:pt x="308196" y="303277"/>
                  </a:lnTo>
                  <a:lnTo>
                    <a:pt x="304917" y="304917"/>
                  </a:lnTo>
                  <a:lnTo>
                    <a:pt x="301638" y="303277"/>
                  </a:lnTo>
                  <a:lnTo>
                    <a:pt x="296720" y="301638"/>
                  </a:lnTo>
                  <a:lnTo>
                    <a:pt x="296720" y="299999"/>
                  </a:lnTo>
                  <a:lnTo>
                    <a:pt x="293441" y="299999"/>
                  </a:lnTo>
                  <a:lnTo>
                    <a:pt x="290163" y="299999"/>
                  </a:lnTo>
                  <a:lnTo>
                    <a:pt x="286884" y="298359"/>
                  </a:lnTo>
                  <a:lnTo>
                    <a:pt x="283606" y="296720"/>
                  </a:lnTo>
                  <a:lnTo>
                    <a:pt x="278687" y="296720"/>
                  </a:lnTo>
                  <a:lnTo>
                    <a:pt x="275409" y="298359"/>
                  </a:lnTo>
                  <a:lnTo>
                    <a:pt x="270491" y="298359"/>
                  </a:lnTo>
                  <a:lnTo>
                    <a:pt x="268851" y="298359"/>
                  </a:lnTo>
                  <a:lnTo>
                    <a:pt x="265573" y="295081"/>
                  </a:lnTo>
                  <a:lnTo>
                    <a:pt x="262294" y="296720"/>
                  </a:lnTo>
                  <a:lnTo>
                    <a:pt x="259016" y="295081"/>
                  </a:lnTo>
                  <a:lnTo>
                    <a:pt x="254097" y="291802"/>
                  </a:lnTo>
                  <a:lnTo>
                    <a:pt x="250819" y="290163"/>
                  </a:lnTo>
                  <a:lnTo>
                    <a:pt x="247540" y="290163"/>
                  </a:lnTo>
                  <a:lnTo>
                    <a:pt x="244261" y="290163"/>
                  </a:lnTo>
                  <a:lnTo>
                    <a:pt x="239343" y="291802"/>
                  </a:lnTo>
                  <a:lnTo>
                    <a:pt x="236064" y="290163"/>
                  </a:lnTo>
                  <a:lnTo>
                    <a:pt x="232786" y="286884"/>
                  </a:lnTo>
                  <a:lnTo>
                    <a:pt x="232786" y="283606"/>
                  </a:lnTo>
                  <a:lnTo>
                    <a:pt x="229507" y="278687"/>
                  </a:lnTo>
                  <a:lnTo>
                    <a:pt x="226229" y="275409"/>
                  </a:lnTo>
                  <a:lnTo>
                    <a:pt x="222950" y="272130"/>
                  </a:lnTo>
                  <a:lnTo>
                    <a:pt x="219671" y="268852"/>
                  </a:lnTo>
                  <a:lnTo>
                    <a:pt x="214753" y="267212"/>
                  </a:lnTo>
                  <a:lnTo>
                    <a:pt x="214753" y="265573"/>
                  </a:lnTo>
                  <a:lnTo>
                    <a:pt x="214753" y="265573"/>
                  </a:lnTo>
                  <a:lnTo>
                    <a:pt x="211474" y="265573"/>
                  </a:lnTo>
                  <a:lnTo>
                    <a:pt x="209835" y="262294"/>
                  </a:lnTo>
                  <a:lnTo>
                    <a:pt x="206557" y="260655"/>
                  </a:lnTo>
                  <a:lnTo>
                    <a:pt x="201639" y="259016"/>
                  </a:lnTo>
                  <a:lnTo>
                    <a:pt x="198360" y="259016"/>
                  </a:lnTo>
                  <a:lnTo>
                    <a:pt x="195081" y="259016"/>
                  </a:lnTo>
                  <a:lnTo>
                    <a:pt x="190163" y="260655"/>
                  </a:lnTo>
                  <a:lnTo>
                    <a:pt x="186884" y="263933"/>
                  </a:lnTo>
                  <a:lnTo>
                    <a:pt x="186884" y="263933"/>
                  </a:lnTo>
                  <a:lnTo>
                    <a:pt x="185245" y="265573"/>
                  </a:lnTo>
                  <a:lnTo>
                    <a:pt x="181966" y="268852"/>
                  </a:lnTo>
                  <a:lnTo>
                    <a:pt x="180327" y="268852"/>
                  </a:lnTo>
                  <a:lnTo>
                    <a:pt x="178688" y="272130"/>
                  </a:lnTo>
                  <a:lnTo>
                    <a:pt x="177049" y="275409"/>
                  </a:lnTo>
                  <a:lnTo>
                    <a:pt x="173770" y="280327"/>
                  </a:lnTo>
                  <a:lnTo>
                    <a:pt x="170491" y="283606"/>
                  </a:lnTo>
                  <a:lnTo>
                    <a:pt x="168852" y="286884"/>
                  </a:lnTo>
                  <a:lnTo>
                    <a:pt x="168852" y="290163"/>
                  </a:lnTo>
                  <a:lnTo>
                    <a:pt x="163934" y="293442"/>
                  </a:lnTo>
                  <a:lnTo>
                    <a:pt x="160655" y="293442"/>
                  </a:lnTo>
                  <a:lnTo>
                    <a:pt x="160655" y="293442"/>
                  </a:lnTo>
                  <a:lnTo>
                    <a:pt x="159016" y="295081"/>
                  </a:lnTo>
                  <a:lnTo>
                    <a:pt x="160655" y="299999"/>
                  </a:lnTo>
                  <a:lnTo>
                    <a:pt x="162294" y="303277"/>
                  </a:lnTo>
                  <a:lnTo>
                    <a:pt x="162294" y="306556"/>
                  </a:lnTo>
                  <a:lnTo>
                    <a:pt x="162294" y="311474"/>
                  </a:lnTo>
                  <a:lnTo>
                    <a:pt x="162294" y="314753"/>
                  </a:lnTo>
                  <a:lnTo>
                    <a:pt x="162294" y="314753"/>
                  </a:lnTo>
                  <a:lnTo>
                    <a:pt x="160655" y="319671"/>
                  </a:lnTo>
                  <a:lnTo>
                    <a:pt x="160655" y="322950"/>
                  </a:lnTo>
                  <a:lnTo>
                    <a:pt x="160655" y="324589"/>
                  </a:lnTo>
                  <a:lnTo>
                    <a:pt x="162294" y="326228"/>
                  </a:lnTo>
                  <a:lnTo>
                    <a:pt x="162294" y="329507"/>
                  </a:lnTo>
                  <a:lnTo>
                    <a:pt x="162294" y="332786"/>
                  </a:lnTo>
                  <a:lnTo>
                    <a:pt x="159016" y="329507"/>
                  </a:lnTo>
                  <a:lnTo>
                    <a:pt x="155737" y="326228"/>
                  </a:lnTo>
                  <a:lnTo>
                    <a:pt x="152459" y="327867"/>
                  </a:lnTo>
                  <a:lnTo>
                    <a:pt x="147540" y="329507"/>
                  </a:lnTo>
                  <a:lnTo>
                    <a:pt x="144262" y="329507"/>
                  </a:lnTo>
                  <a:lnTo>
                    <a:pt x="140983" y="329507"/>
                  </a:lnTo>
                  <a:lnTo>
                    <a:pt x="137704" y="329507"/>
                  </a:lnTo>
                  <a:lnTo>
                    <a:pt x="132786" y="329507"/>
                  </a:lnTo>
                  <a:lnTo>
                    <a:pt x="129508" y="326228"/>
                  </a:lnTo>
                  <a:lnTo>
                    <a:pt x="126229" y="326228"/>
                  </a:lnTo>
                  <a:lnTo>
                    <a:pt x="121311" y="324589"/>
                  </a:lnTo>
                  <a:lnTo>
                    <a:pt x="118032" y="321310"/>
                  </a:lnTo>
                  <a:lnTo>
                    <a:pt x="116393" y="322950"/>
                  </a:lnTo>
                  <a:lnTo>
                    <a:pt x="111475" y="326228"/>
                  </a:lnTo>
                  <a:lnTo>
                    <a:pt x="108196" y="327867"/>
                  </a:lnTo>
                  <a:lnTo>
                    <a:pt x="104917" y="327867"/>
                  </a:lnTo>
                  <a:lnTo>
                    <a:pt x="100000" y="329507"/>
                  </a:lnTo>
                  <a:lnTo>
                    <a:pt x="96721" y="329507"/>
                  </a:lnTo>
                  <a:lnTo>
                    <a:pt x="93442" y="331146"/>
                  </a:lnTo>
                  <a:lnTo>
                    <a:pt x="90164" y="329507"/>
                  </a:lnTo>
                  <a:lnTo>
                    <a:pt x="85246" y="331146"/>
                  </a:lnTo>
                  <a:lnTo>
                    <a:pt x="83606" y="334425"/>
                  </a:lnTo>
                  <a:lnTo>
                    <a:pt x="83606" y="336064"/>
                  </a:lnTo>
                  <a:lnTo>
                    <a:pt x="81967" y="339343"/>
                  </a:lnTo>
                  <a:lnTo>
                    <a:pt x="81967" y="344261"/>
                  </a:lnTo>
                  <a:lnTo>
                    <a:pt x="80327" y="347540"/>
                  </a:lnTo>
                  <a:lnTo>
                    <a:pt x="80327" y="350818"/>
                  </a:lnTo>
                  <a:lnTo>
                    <a:pt x="78688" y="355736"/>
                  </a:lnTo>
                  <a:lnTo>
                    <a:pt x="80327" y="359015"/>
                  </a:lnTo>
                  <a:lnTo>
                    <a:pt x="80327" y="362294"/>
                  </a:lnTo>
                  <a:lnTo>
                    <a:pt x="78688" y="365572"/>
                  </a:lnTo>
                  <a:lnTo>
                    <a:pt x="77049" y="370490"/>
                  </a:lnTo>
                  <a:lnTo>
                    <a:pt x="75410" y="373769"/>
                  </a:lnTo>
                  <a:lnTo>
                    <a:pt x="73770" y="377047"/>
                  </a:lnTo>
                  <a:lnTo>
                    <a:pt x="72131" y="381966"/>
                  </a:lnTo>
                  <a:lnTo>
                    <a:pt x="70492" y="385244"/>
                  </a:lnTo>
                  <a:lnTo>
                    <a:pt x="68852" y="388523"/>
                  </a:lnTo>
                  <a:lnTo>
                    <a:pt x="68852" y="385244"/>
                  </a:lnTo>
                  <a:lnTo>
                    <a:pt x="65573" y="381966"/>
                  </a:lnTo>
                  <a:lnTo>
                    <a:pt x="65573" y="378687"/>
                  </a:lnTo>
                  <a:lnTo>
                    <a:pt x="65573" y="373769"/>
                  </a:lnTo>
                  <a:lnTo>
                    <a:pt x="65573" y="370490"/>
                  </a:lnTo>
                  <a:lnTo>
                    <a:pt x="65573" y="367212"/>
                  </a:lnTo>
                  <a:lnTo>
                    <a:pt x="63934" y="363933"/>
                  </a:lnTo>
                  <a:lnTo>
                    <a:pt x="65573" y="360654"/>
                  </a:lnTo>
                  <a:lnTo>
                    <a:pt x="63934" y="357376"/>
                  </a:lnTo>
                  <a:lnTo>
                    <a:pt x="60656" y="352457"/>
                  </a:lnTo>
                  <a:lnTo>
                    <a:pt x="59016" y="349179"/>
                  </a:lnTo>
                  <a:lnTo>
                    <a:pt x="55737" y="349179"/>
                  </a:lnTo>
                  <a:lnTo>
                    <a:pt x="52459" y="347540"/>
                  </a:lnTo>
                  <a:lnTo>
                    <a:pt x="49180" y="342622"/>
                  </a:lnTo>
                  <a:lnTo>
                    <a:pt x="45902" y="339343"/>
                  </a:lnTo>
                  <a:lnTo>
                    <a:pt x="42623" y="336064"/>
                  </a:lnTo>
                  <a:lnTo>
                    <a:pt x="39344" y="332786"/>
                  </a:lnTo>
                  <a:lnTo>
                    <a:pt x="36066" y="327867"/>
                  </a:lnTo>
                  <a:lnTo>
                    <a:pt x="32787" y="324589"/>
                  </a:lnTo>
                  <a:lnTo>
                    <a:pt x="32787" y="324589"/>
                  </a:lnTo>
                  <a:lnTo>
                    <a:pt x="29508" y="319671"/>
                  </a:lnTo>
                  <a:lnTo>
                    <a:pt x="27869" y="316392"/>
                  </a:lnTo>
                  <a:lnTo>
                    <a:pt x="24590" y="313113"/>
                  </a:lnTo>
                  <a:lnTo>
                    <a:pt x="26229" y="308196"/>
                  </a:lnTo>
                  <a:lnTo>
                    <a:pt x="29508" y="308196"/>
                  </a:lnTo>
                  <a:lnTo>
                    <a:pt x="27869" y="304917"/>
                  </a:lnTo>
                  <a:lnTo>
                    <a:pt x="26229" y="303277"/>
                  </a:lnTo>
                  <a:lnTo>
                    <a:pt x="26229" y="301638"/>
                  </a:lnTo>
                  <a:lnTo>
                    <a:pt x="26229" y="298359"/>
                  </a:lnTo>
                  <a:lnTo>
                    <a:pt x="24590" y="295081"/>
                  </a:lnTo>
                  <a:lnTo>
                    <a:pt x="22951" y="290163"/>
                  </a:lnTo>
                  <a:lnTo>
                    <a:pt x="21312" y="290163"/>
                  </a:lnTo>
                  <a:lnTo>
                    <a:pt x="18033" y="286884"/>
                  </a:lnTo>
                  <a:lnTo>
                    <a:pt x="13115" y="283606"/>
                  </a:lnTo>
                  <a:lnTo>
                    <a:pt x="11476" y="280327"/>
                  </a:lnTo>
                  <a:lnTo>
                    <a:pt x="11476" y="277048"/>
                  </a:lnTo>
                  <a:lnTo>
                    <a:pt x="11476" y="272130"/>
                  </a:lnTo>
                  <a:lnTo>
                    <a:pt x="11476" y="268852"/>
                  </a:lnTo>
                  <a:lnTo>
                    <a:pt x="9836" y="265573"/>
                  </a:lnTo>
                  <a:lnTo>
                    <a:pt x="9836" y="265573"/>
                  </a:lnTo>
                  <a:lnTo>
                    <a:pt x="9836" y="263933"/>
                  </a:lnTo>
                  <a:lnTo>
                    <a:pt x="9836" y="260655"/>
                  </a:lnTo>
                  <a:lnTo>
                    <a:pt x="9836" y="257376"/>
                  </a:lnTo>
                  <a:lnTo>
                    <a:pt x="8197" y="255737"/>
                  </a:lnTo>
                  <a:lnTo>
                    <a:pt x="4918" y="252458"/>
                  </a:lnTo>
                  <a:lnTo>
                    <a:pt x="4918" y="250819"/>
                  </a:lnTo>
                  <a:lnTo>
                    <a:pt x="6557" y="247540"/>
                  </a:lnTo>
                  <a:lnTo>
                    <a:pt x="8197" y="244262"/>
                  </a:lnTo>
                  <a:lnTo>
                    <a:pt x="6557" y="239343"/>
                  </a:lnTo>
                  <a:lnTo>
                    <a:pt x="6557" y="236065"/>
                  </a:lnTo>
                  <a:lnTo>
                    <a:pt x="8197" y="232786"/>
                  </a:lnTo>
                  <a:lnTo>
                    <a:pt x="8197" y="227868"/>
                  </a:lnTo>
                  <a:lnTo>
                    <a:pt x="6557" y="224589"/>
                  </a:lnTo>
                  <a:lnTo>
                    <a:pt x="4918" y="224589"/>
                  </a:lnTo>
                  <a:lnTo>
                    <a:pt x="1639" y="222950"/>
                  </a:lnTo>
                  <a:lnTo>
                    <a:pt x="0" y="2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32" name="Freeform 4031">
              <a:extLst>
                <a:ext uri="{FF2B5EF4-FFF2-40B4-BE49-F238E27FC236}">
                  <a16:creationId xmlns:a16="http://schemas.microsoft.com/office/drawing/2014/main" id="{FAEA695E-5477-E847-BDD0-DBCC81501536}"/>
                </a:ext>
              </a:extLst>
            </p:cNvPr>
            <p:cNvSpPr/>
            <p:nvPr/>
          </p:nvSpPr>
          <p:spPr>
            <a:xfrm>
              <a:off x="5984525" y="1942776"/>
              <a:ext cx="190162" cy="78688"/>
            </a:xfrm>
            <a:custGeom>
              <a:avLst/>
              <a:gdLst>
                <a:gd name="connsiteX0" fmla="*/ 3278 w 190162"/>
                <a:gd name="connsiteY0" fmla="*/ 40983 h 78688"/>
                <a:gd name="connsiteX1" fmla="*/ 3278 w 190162"/>
                <a:gd name="connsiteY1" fmla="*/ 37705 h 78688"/>
                <a:gd name="connsiteX2" fmla="*/ 4918 w 190162"/>
                <a:gd name="connsiteY2" fmla="*/ 36065 h 78688"/>
                <a:gd name="connsiteX3" fmla="*/ 4918 w 190162"/>
                <a:gd name="connsiteY3" fmla="*/ 34426 h 78688"/>
                <a:gd name="connsiteX4" fmla="*/ 8197 w 190162"/>
                <a:gd name="connsiteY4" fmla="*/ 31147 h 78688"/>
                <a:gd name="connsiteX5" fmla="*/ 9836 w 190162"/>
                <a:gd name="connsiteY5" fmla="*/ 29508 h 78688"/>
                <a:gd name="connsiteX6" fmla="*/ 11475 w 190162"/>
                <a:gd name="connsiteY6" fmla="*/ 29508 h 78688"/>
                <a:gd name="connsiteX7" fmla="*/ 14754 w 190162"/>
                <a:gd name="connsiteY7" fmla="*/ 31147 h 78688"/>
                <a:gd name="connsiteX8" fmla="*/ 18032 w 190162"/>
                <a:gd name="connsiteY8" fmla="*/ 31147 h 78688"/>
                <a:gd name="connsiteX9" fmla="*/ 21311 w 190162"/>
                <a:gd name="connsiteY9" fmla="*/ 32787 h 78688"/>
                <a:gd name="connsiteX10" fmla="*/ 21311 w 190162"/>
                <a:gd name="connsiteY10" fmla="*/ 32787 h 78688"/>
                <a:gd name="connsiteX11" fmla="*/ 22951 w 190162"/>
                <a:gd name="connsiteY11" fmla="*/ 31147 h 78688"/>
                <a:gd name="connsiteX12" fmla="*/ 26229 w 190162"/>
                <a:gd name="connsiteY12" fmla="*/ 31147 h 78688"/>
                <a:gd name="connsiteX13" fmla="*/ 29508 w 190162"/>
                <a:gd name="connsiteY13" fmla="*/ 27869 h 78688"/>
                <a:gd name="connsiteX14" fmla="*/ 34426 w 190162"/>
                <a:gd name="connsiteY14" fmla="*/ 26229 h 78688"/>
                <a:gd name="connsiteX15" fmla="*/ 34426 w 190162"/>
                <a:gd name="connsiteY15" fmla="*/ 22951 h 78688"/>
                <a:gd name="connsiteX16" fmla="*/ 39344 w 190162"/>
                <a:gd name="connsiteY16" fmla="*/ 22951 h 78688"/>
                <a:gd name="connsiteX17" fmla="*/ 39344 w 190162"/>
                <a:gd name="connsiteY17" fmla="*/ 22951 h 78688"/>
                <a:gd name="connsiteX18" fmla="*/ 40983 w 190162"/>
                <a:gd name="connsiteY18" fmla="*/ 18033 h 78688"/>
                <a:gd name="connsiteX19" fmla="*/ 40983 w 190162"/>
                <a:gd name="connsiteY19" fmla="*/ 16393 h 78688"/>
                <a:gd name="connsiteX20" fmla="*/ 40983 w 190162"/>
                <a:gd name="connsiteY20" fmla="*/ 16393 h 78688"/>
                <a:gd name="connsiteX21" fmla="*/ 42622 w 190162"/>
                <a:gd name="connsiteY21" fmla="*/ 13115 h 78688"/>
                <a:gd name="connsiteX22" fmla="*/ 47541 w 190162"/>
                <a:gd name="connsiteY22" fmla="*/ 11475 h 78688"/>
                <a:gd name="connsiteX23" fmla="*/ 50819 w 190162"/>
                <a:gd name="connsiteY23" fmla="*/ 8197 h 78688"/>
                <a:gd name="connsiteX24" fmla="*/ 50819 w 190162"/>
                <a:gd name="connsiteY24" fmla="*/ 8197 h 78688"/>
                <a:gd name="connsiteX25" fmla="*/ 54098 w 190162"/>
                <a:gd name="connsiteY25" fmla="*/ 4918 h 78688"/>
                <a:gd name="connsiteX26" fmla="*/ 59016 w 190162"/>
                <a:gd name="connsiteY26" fmla="*/ 3279 h 78688"/>
                <a:gd name="connsiteX27" fmla="*/ 62295 w 190162"/>
                <a:gd name="connsiteY27" fmla="*/ 3279 h 78688"/>
                <a:gd name="connsiteX28" fmla="*/ 65573 w 190162"/>
                <a:gd name="connsiteY28" fmla="*/ 1639 h 78688"/>
                <a:gd name="connsiteX29" fmla="*/ 65573 w 190162"/>
                <a:gd name="connsiteY29" fmla="*/ 1639 h 78688"/>
                <a:gd name="connsiteX30" fmla="*/ 68852 w 190162"/>
                <a:gd name="connsiteY30" fmla="*/ 3279 h 78688"/>
                <a:gd name="connsiteX31" fmla="*/ 68852 w 190162"/>
                <a:gd name="connsiteY31" fmla="*/ 6557 h 78688"/>
                <a:gd name="connsiteX32" fmla="*/ 68852 w 190162"/>
                <a:gd name="connsiteY32" fmla="*/ 8197 h 78688"/>
                <a:gd name="connsiteX33" fmla="*/ 73770 w 190162"/>
                <a:gd name="connsiteY33" fmla="*/ 6557 h 78688"/>
                <a:gd name="connsiteX34" fmla="*/ 77049 w 190162"/>
                <a:gd name="connsiteY34" fmla="*/ 4918 h 78688"/>
                <a:gd name="connsiteX35" fmla="*/ 80327 w 190162"/>
                <a:gd name="connsiteY35" fmla="*/ 1639 h 78688"/>
                <a:gd name="connsiteX36" fmla="*/ 83606 w 190162"/>
                <a:gd name="connsiteY36" fmla="*/ 0 h 78688"/>
                <a:gd name="connsiteX37" fmla="*/ 86885 w 190162"/>
                <a:gd name="connsiteY37" fmla="*/ 0 h 78688"/>
                <a:gd name="connsiteX38" fmla="*/ 86885 w 190162"/>
                <a:gd name="connsiteY38" fmla="*/ 0 h 78688"/>
                <a:gd name="connsiteX39" fmla="*/ 88524 w 190162"/>
                <a:gd name="connsiteY39" fmla="*/ 3279 h 78688"/>
                <a:gd name="connsiteX40" fmla="*/ 93442 w 190162"/>
                <a:gd name="connsiteY40" fmla="*/ 6557 h 78688"/>
                <a:gd name="connsiteX41" fmla="*/ 93442 w 190162"/>
                <a:gd name="connsiteY41" fmla="*/ 6557 h 78688"/>
                <a:gd name="connsiteX42" fmla="*/ 96721 w 190162"/>
                <a:gd name="connsiteY42" fmla="*/ 8197 h 78688"/>
                <a:gd name="connsiteX43" fmla="*/ 96721 w 190162"/>
                <a:gd name="connsiteY43" fmla="*/ 8197 h 78688"/>
                <a:gd name="connsiteX44" fmla="*/ 98360 w 190162"/>
                <a:gd name="connsiteY44" fmla="*/ 13115 h 78688"/>
                <a:gd name="connsiteX45" fmla="*/ 99999 w 190162"/>
                <a:gd name="connsiteY45" fmla="*/ 16393 h 78688"/>
                <a:gd name="connsiteX46" fmla="*/ 99999 w 190162"/>
                <a:gd name="connsiteY46" fmla="*/ 16393 h 78688"/>
                <a:gd name="connsiteX47" fmla="*/ 104917 w 190162"/>
                <a:gd name="connsiteY47" fmla="*/ 14754 h 78688"/>
                <a:gd name="connsiteX48" fmla="*/ 108196 w 190162"/>
                <a:gd name="connsiteY48" fmla="*/ 13115 h 78688"/>
                <a:gd name="connsiteX49" fmla="*/ 108196 w 190162"/>
                <a:gd name="connsiteY49" fmla="*/ 13115 h 78688"/>
                <a:gd name="connsiteX50" fmla="*/ 111475 w 190162"/>
                <a:gd name="connsiteY50" fmla="*/ 9836 h 78688"/>
                <a:gd name="connsiteX51" fmla="*/ 114754 w 190162"/>
                <a:gd name="connsiteY51" fmla="*/ 6557 h 78688"/>
                <a:gd name="connsiteX52" fmla="*/ 118032 w 190162"/>
                <a:gd name="connsiteY52" fmla="*/ 8197 h 78688"/>
                <a:gd name="connsiteX53" fmla="*/ 118032 w 190162"/>
                <a:gd name="connsiteY53" fmla="*/ 6557 h 78688"/>
                <a:gd name="connsiteX54" fmla="*/ 122950 w 190162"/>
                <a:gd name="connsiteY54" fmla="*/ 8197 h 78688"/>
                <a:gd name="connsiteX55" fmla="*/ 126229 w 190162"/>
                <a:gd name="connsiteY55" fmla="*/ 6557 h 78688"/>
                <a:gd name="connsiteX56" fmla="*/ 127868 w 190162"/>
                <a:gd name="connsiteY56" fmla="*/ 6557 h 78688"/>
                <a:gd name="connsiteX57" fmla="*/ 131147 w 190162"/>
                <a:gd name="connsiteY57" fmla="*/ 9836 h 78688"/>
                <a:gd name="connsiteX58" fmla="*/ 134425 w 190162"/>
                <a:gd name="connsiteY58" fmla="*/ 11475 h 78688"/>
                <a:gd name="connsiteX59" fmla="*/ 137704 w 190162"/>
                <a:gd name="connsiteY59" fmla="*/ 9836 h 78688"/>
                <a:gd name="connsiteX60" fmla="*/ 142622 w 190162"/>
                <a:gd name="connsiteY60" fmla="*/ 6557 h 78688"/>
                <a:gd name="connsiteX61" fmla="*/ 145901 w 190162"/>
                <a:gd name="connsiteY61" fmla="*/ 4918 h 78688"/>
                <a:gd name="connsiteX62" fmla="*/ 149179 w 190162"/>
                <a:gd name="connsiteY62" fmla="*/ 6557 h 78688"/>
                <a:gd name="connsiteX63" fmla="*/ 150819 w 190162"/>
                <a:gd name="connsiteY63" fmla="*/ 6557 h 78688"/>
                <a:gd name="connsiteX64" fmla="*/ 154098 w 190162"/>
                <a:gd name="connsiteY64" fmla="*/ 6557 h 78688"/>
                <a:gd name="connsiteX65" fmla="*/ 157376 w 190162"/>
                <a:gd name="connsiteY65" fmla="*/ 4918 h 78688"/>
                <a:gd name="connsiteX66" fmla="*/ 160655 w 190162"/>
                <a:gd name="connsiteY66" fmla="*/ 6557 h 78688"/>
                <a:gd name="connsiteX67" fmla="*/ 163934 w 190162"/>
                <a:gd name="connsiteY67" fmla="*/ 8197 h 78688"/>
                <a:gd name="connsiteX68" fmla="*/ 168851 w 190162"/>
                <a:gd name="connsiteY68" fmla="*/ 9836 h 78688"/>
                <a:gd name="connsiteX69" fmla="*/ 172130 w 190162"/>
                <a:gd name="connsiteY69" fmla="*/ 13115 h 78688"/>
                <a:gd name="connsiteX70" fmla="*/ 172130 w 190162"/>
                <a:gd name="connsiteY70" fmla="*/ 13115 h 78688"/>
                <a:gd name="connsiteX71" fmla="*/ 175409 w 190162"/>
                <a:gd name="connsiteY71" fmla="*/ 16393 h 78688"/>
                <a:gd name="connsiteX72" fmla="*/ 180327 w 190162"/>
                <a:gd name="connsiteY72" fmla="*/ 18033 h 78688"/>
                <a:gd name="connsiteX73" fmla="*/ 183605 w 190162"/>
                <a:gd name="connsiteY73" fmla="*/ 18033 h 78688"/>
                <a:gd name="connsiteX74" fmla="*/ 186884 w 190162"/>
                <a:gd name="connsiteY74" fmla="*/ 19672 h 78688"/>
                <a:gd name="connsiteX75" fmla="*/ 190163 w 190162"/>
                <a:gd name="connsiteY75" fmla="*/ 21311 h 78688"/>
                <a:gd name="connsiteX76" fmla="*/ 190163 w 190162"/>
                <a:gd name="connsiteY76" fmla="*/ 24590 h 78688"/>
                <a:gd name="connsiteX77" fmla="*/ 186884 w 190162"/>
                <a:gd name="connsiteY77" fmla="*/ 27869 h 78688"/>
                <a:gd name="connsiteX78" fmla="*/ 185245 w 190162"/>
                <a:gd name="connsiteY78" fmla="*/ 31147 h 78688"/>
                <a:gd name="connsiteX79" fmla="*/ 185245 w 190162"/>
                <a:gd name="connsiteY79" fmla="*/ 36065 h 78688"/>
                <a:gd name="connsiteX80" fmla="*/ 181966 w 190162"/>
                <a:gd name="connsiteY80" fmla="*/ 39344 h 78688"/>
                <a:gd name="connsiteX81" fmla="*/ 181966 w 190162"/>
                <a:gd name="connsiteY81" fmla="*/ 39344 h 78688"/>
                <a:gd name="connsiteX82" fmla="*/ 178688 w 190162"/>
                <a:gd name="connsiteY82" fmla="*/ 42623 h 78688"/>
                <a:gd name="connsiteX83" fmla="*/ 178688 w 190162"/>
                <a:gd name="connsiteY83" fmla="*/ 44262 h 78688"/>
                <a:gd name="connsiteX84" fmla="*/ 178688 w 190162"/>
                <a:gd name="connsiteY84" fmla="*/ 49180 h 78688"/>
                <a:gd name="connsiteX85" fmla="*/ 178688 w 190162"/>
                <a:gd name="connsiteY85" fmla="*/ 49180 h 78688"/>
                <a:gd name="connsiteX86" fmla="*/ 178688 w 190162"/>
                <a:gd name="connsiteY86" fmla="*/ 49180 h 78688"/>
                <a:gd name="connsiteX87" fmla="*/ 175409 w 190162"/>
                <a:gd name="connsiteY87" fmla="*/ 50820 h 78688"/>
                <a:gd name="connsiteX88" fmla="*/ 170491 w 190162"/>
                <a:gd name="connsiteY88" fmla="*/ 50820 h 78688"/>
                <a:gd name="connsiteX89" fmla="*/ 167212 w 190162"/>
                <a:gd name="connsiteY89" fmla="*/ 52459 h 78688"/>
                <a:gd name="connsiteX90" fmla="*/ 163934 w 190162"/>
                <a:gd name="connsiteY90" fmla="*/ 52459 h 78688"/>
                <a:gd name="connsiteX91" fmla="*/ 163934 w 190162"/>
                <a:gd name="connsiteY91" fmla="*/ 50820 h 78688"/>
                <a:gd name="connsiteX92" fmla="*/ 160655 w 190162"/>
                <a:gd name="connsiteY92" fmla="*/ 47541 h 78688"/>
                <a:gd name="connsiteX93" fmla="*/ 157376 w 190162"/>
                <a:gd name="connsiteY93" fmla="*/ 44262 h 78688"/>
                <a:gd name="connsiteX94" fmla="*/ 154098 w 190162"/>
                <a:gd name="connsiteY94" fmla="*/ 42623 h 78688"/>
                <a:gd name="connsiteX95" fmla="*/ 150819 w 190162"/>
                <a:gd name="connsiteY95" fmla="*/ 44262 h 78688"/>
                <a:gd name="connsiteX96" fmla="*/ 149179 w 190162"/>
                <a:gd name="connsiteY96" fmla="*/ 45901 h 78688"/>
                <a:gd name="connsiteX97" fmla="*/ 149179 w 190162"/>
                <a:gd name="connsiteY97" fmla="*/ 44262 h 78688"/>
                <a:gd name="connsiteX98" fmla="*/ 147540 w 190162"/>
                <a:gd name="connsiteY98" fmla="*/ 44262 h 78688"/>
                <a:gd name="connsiteX99" fmla="*/ 144261 w 190162"/>
                <a:gd name="connsiteY99" fmla="*/ 45901 h 78688"/>
                <a:gd name="connsiteX100" fmla="*/ 140983 w 190162"/>
                <a:gd name="connsiteY100" fmla="*/ 44262 h 78688"/>
                <a:gd name="connsiteX101" fmla="*/ 137704 w 190162"/>
                <a:gd name="connsiteY101" fmla="*/ 44262 h 78688"/>
                <a:gd name="connsiteX102" fmla="*/ 134425 w 190162"/>
                <a:gd name="connsiteY102" fmla="*/ 42623 h 78688"/>
                <a:gd name="connsiteX103" fmla="*/ 131147 w 190162"/>
                <a:gd name="connsiteY103" fmla="*/ 42623 h 78688"/>
                <a:gd name="connsiteX104" fmla="*/ 126229 w 190162"/>
                <a:gd name="connsiteY104" fmla="*/ 44262 h 78688"/>
                <a:gd name="connsiteX105" fmla="*/ 122950 w 190162"/>
                <a:gd name="connsiteY105" fmla="*/ 44262 h 78688"/>
                <a:gd name="connsiteX106" fmla="*/ 121311 w 190162"/>
                <a:gd name="connsiteY106" fmla="*/ 47541 h 78688"/>
                <a:gd name="connsiteX107" fmla="*/ 119671 w 190162"/>
                <a:gd name="connsiteY107" fmla="*/ 50820 h 78688"/>
                <a:gd name="connsiteX108" fmla="*/ 118032 w 190162"/>
                <a:gd name="connsiteY108" fmla="*/ 55737 h 78688"/>
                <a:gd name="connsiteX109" fmla="*/ 118032 w 190162"/>
                <a:gd name="connsiteY109" fmla="*/ 55737 h 78688"/>
                <a:gd name="connsiteX110" fmla="*/ 118032 w 190162"/>
                <a:gd name="connsiteY110" fmla="*/ 55737 h 78688"/>
                <a:gd name="connsiteX111" fmla="*/ 113114 w 190162"/>
                <a:gd name="connsiteY111" fmla="*/ 55737 h 78688"/>
                <a:gd name="connsiteX112" fmla="*/ 109835 w 190162"/>
                <a:gd name="connsiteY112" fmla="*/ 59016 h 78688"/>
                <a:gd name="connsiteX113" fmla="*/ 108196 w 190162"/>
                <a:gd name="connsiteY113" fmla="*/ 59016 h 78688"/>
                <a:gd name="connsiteX114" fmla="*/ 106557 w 190162"/>
                <a:gd name="connsiteY114" fmla="*/ 60655 h 78688"/>
                <a:gd name="connsiteX115" fmla="*/ 103278 w 190162"/>
                <a:gd name="connsiteY115" fmla="*/ 60655 h 78688"/>
                <a:gd name="connsiteX116" fmla="*/ 99999 w 190162"/>
                <a:gd name="connsiteY116" fmla="*/ 60655 h 78688"/>
                <a:gd name="connsiteX117" fmla="*/ 96721 w 190162"/>
                <a:gd name="connsiteY117" fmla="*/ 59016 h 78688"/>
                <a:gd name="connsiteX118" fmla="*/ 95081 w 190162"/>
                <a:gd name="connsiteY118" fmla="*/ 57377 h 78688"/>
                <a:gd name="connsiteX119" fmla="*/ 91802 w 190162"/>
                <a:gd name="connsiteY119" fmla="*/ 59016 h 78688"/>
                <a:gd name="connsiteX120" fmla="*/ 90164 w 190162"/>
                <a:gd name="connsiteY120" fmla="*/ 59016 h 78688"/>
                <a:gd name="connsiteX121" fmla="*/ 90164 w 190162"/>
                <a:gd name="connsiteY121" fmla="*/ 59016 h 78688"/>
                <a:gd name="connsiteX122" fmla="*/ 90164 w 190162"/>
                <a:gd name="connsiteY122" fmla="*/ 59016 h 78688"/>
                <a:gd name="connsiteX123" fmla="*/ 90164 w 190162"/>
                <a:gd name="connsiteY123" fmla="*/ 60655 h 78688"/>
                <a:gd name="connsiteX124" fmla="*/ 88524 w 190162"/>
                <a:gd name="connsiteY124" fmla="*/ 62295 h 78688"/>
                <a:gd name="connsiteX125" fmla="*/ 85245 w 190162"/>
                <a:gd name="connsiteY125" fmla="*/ 63934 h 78688"/>
                <a:gd name="connsiteX126" fmla="*/ 81967 w 190162"/>
                <a:gd name="connsiteY126" fmla="*/ 63934 h 78688"/>
                <a:gd name="connsiteX127" fmla="*/ 78688 w 190162"/>
                <a:gd name="connsiteY127" fmla="*/ 65573 h 78688"/>
                <a:gd name="connsiteX128" fmla="*/ 73770 w 190162"/>
                <a:gd name="connsiteY128" fmla="*/ 63934 h 78688"/>
                <a:gd name="connsiteX129" fmla="*/ 73770 w 190162"/>
                <a:gd name="connsiteY129" fmla="*/ 63934 h 78688"/>
                <a:gd name="connsiteX130" fmla="*/ 72131 w 190162"/>
                <a:gd name="connsiteY130" fmla="*/ 63934 h 78688"/>
                <a:gd name="connsiteX131" fmla="*/ 72131 w 190162"/>
                <a:gd name="connsiteY131" fmla="*/ 63934 h 78688"/>
                <a:gd name="connsiteX132" fmla="*/ 72131 w 190162"/>
                <a:gd name="connsiteY132" fmla="*/ 65573 h 78688"/>
                <a:gd name="connsiteX133" fmla="*/ 70491 w 190162"/>
                <a:gd name="connsiteY133" fmla="*/ 65573 h 78688"/>
                <a:gd name="connsiteX134" fmla="*/ 67212 w 190162"/>
                <a:gd name="connsiteY134" fmla="*/ 65573 h 78688"/>
                <a:gd name="connsiteX135" fmla="*/ 65573 w 190162"/>
                <a:gd name="connsiteY135" fmla="*/ 68852 h 78688"/>
                <a:gd name="connsiteX136" fmla="*/ 67212 w 190162"/>
                <a:gd name="connsiteY136" fmla="*/ 73770 h 78688"/>
                <a:gd name="connsiteX137" fmla="*/ 68852 w 190162"/>
                <a:gd name="connsiteY137" fmla="*/ 75410 h 78688"/>
                <a:gd name="connsiteX138" fmla="*/ 68852 w 190162"/>
                <a:gd name="connsiteY138" fmla="*/ 75410 h 78688"/>
                <a:gd name="connsiteX139" fmla="*/ 63934 w 190162"/>
                <a:gd name="connsiteY139" fmla="*/ 75410 h 78688"/>
                <a:gd name="connsiteX140" fmla="*/ 63934 w 190162"/>
                <a:gd name="connsiteY140" fmla="*/ 77049 h 78688"/>
                <a:gd name="connsiteX141" fmla="*/ 60655 w 190162"/>
                <a:gd name="connsiteY141" fmla="*/ 77049 h 78688"/>
                <a:gd name="connsiteX142" fmla="*/ 55737 w 190162"/>
                <a:gd name="connsiteY142" fmla="*/ 77049 h 78688"/>
                <a:gd name="connsiteX143" fmla="*/ 52458 w 190162"/>
                <a:gd name="connsiteY143" fmla="*/ 78688 h 78688"/>
                <a:gd name="connsiteX144" fmla="*/ 49180 w 190162"/>
                <a:gd name="connsiteY144" fmla="*/ 78688 h 78688"/>
                <a:gd name="connsiteX145" fmla="*/ 44262 w 190162"/>
                <a:gd name="connsiteY145" fmla="*/ 78688 h 78688"/>
                <a:gd name="connsiteX146" fmla="*/ 44262 w 190162"/>
                <a:gd name="connsiteY146" fmla="*/ 78688 h 78688"/>
                <a:gd name="connsiteX147" fmla="*/ 44262 w 190162"/>
                <a:gd name="connsiteY147" fmla="*/ 77049 h 78688"/>
                <a:gd name="connsiteX148" fmla="*/ 42622 w 190162"/>
                <a:gd name="connsiteY148" fmla="*/ 77049 h 78688"/>
                <a:gd name="connsiteX149" fmla="*/ 39344 w 190162"/>
                <a:gd name="connsiteY149" fmla="*/ 77049 h 78688"/>
                <a:gd name="connsiteX150" fmla="*/ 36065 w 190162"/>
                <a:gd name="connsiteY150" fmla="*/ 78688 h 78688"/>
                <a:gd name="connsiteX151" fmla="*/ 32787 w 190162"/>
                <a:gd name="connsiteY151" fmla="*/ 78688 h 78688"/>
                <a:gd name="connsiteX152" fmla="*/ 31147 w 190162"/>
                <a:gd name="connsiteY152" fmla="*/ 77049 h 78688"/>
                <a:gd name="connsiteX153" fmla="*/ 26229 w 190162"/>
                <a:gd name="connsiteY153" fmla="*/ 75410 h 78688"/>
                <a:gd name="connsiteX154" fmla="*/ 24590 w 190162"/>
                <a:gd name="connsiteY154" fmla="*/ 75410 h 78688"/>
                <a:gd name="connsiteX155" fmla="*/ 24590 w 190162"/>
                <a:gd name="connsiteY155" fmla="*/ 73770 h 78688"/>
                <a:gd name="connsiteX156" fmla="*/ 22951 w 190162"/>
                <a:gd name="connsiteY156" fmla="*/ 72131 h 78688"/>
                <a:gd name="connsiteX157" fmla="*/ 21311 w 190162"/>
                <a:gd name="connsiteY157" fmla="*/ 72131 h 78688"/>
                <a:gd name="connsiteX158" fmla="*/ 19672 w 190162"/>
                <a:gd name="connsiteY158" fmla="*/ 70492 h 78688"/>
                <a:gd name="connsiteX159" fmla="*/ 19672 w 190162"/>
                <a:gd name="connsiteY159" fmla="*/ 68852 h 78688"/>
                <a:gd name="connsiteX160" fmla="*/ 18032 w 190162"/>
                <a:gd name="connsiteY160" fmla="*/ 68852 h 78688"/>
                <a:gd name="connsiteX161" fmla="*/ 14754 w 190162"/>
                <a:gd name="connsiteY161" fmla="*/ 67213 h 78688"/>
                <a:gd name="connsiteX162" fmla="*/ 13114 w 190162"/>
                <a:gd name="connsiteY162" fmla="*/ 65573 h 78688"/>
                <a:gd name="connsiteX163" fmla="*/ 13114 w 190162"/>
                <a:gd name="connsiteY163" fmla="*/ 65573 h 78688"/>
                <a:gd name="connsiteX164" fmla="*/ 11475 w 190162"/>
                <a:gd name="connsiteY164" fmla="*/ 65573 h 78688"/>
                <a:gd name="connsiteX165" fmla="*/ 11475 w 190162"/>
                <a:gd name="connsiteY165" fmla="*/ 65573 h 78688"/>
                <a:gd name="connsiteX166" fmla="*/ 11475 w 190162"/>
                <a:gd name="connsiteY166" fmla="*/ 67213 h 78688"/>
                <a:gd name="connsiteX167" fmla="*/ 8197 w 190162"/>
                <a:gd name="connsiteY167" fmla="*/ 62295 h 78688"/>
                <a:gd name="connsiteX168" fmla="*/ 6557 w 190162"/>
                <a:gd name="connsiteY168" fmla="*/ 62295 h 78688"/>
                <a:gd name="connsiteX169" fmla="*/ 6557 w 190162"/>
                <a:gd name="connsiteY169" fmla="*/ 62295 h 78688"/>
                <a:gd name="connsiteX170" fmla="*/ 6557 w 190162"/>
                <a:gd name="connsiteY170" fmla="*/ 60655 h 78688"/>
                <a:gd name="connsiteX171" fmla="*/ 3278 w 190162"/>
                <a:gd name="connsiteY171" fmla="*/ 59016 h 78688"/>
                <a:gd name="connsiteX172" fmla="*/ 3278 w 190162"/>
                <a:gd name="connsiteY172" fmla="*/ 57377 h 78688"/>
                <a:gd name="connsiteX173" fmla="*/ 3278 w 190162"/>
                <a:gd name="connsiteY173" fmla="*/ 55737 h 78688"/>
                <a:gd name="connsiteX174" fmla="*/ 3278 w 190162"/>
                <a:gd name="connsiteY174" fmla="*/ 55737 h 78688"/>
                <a:gd name="connsiteX175" fmla="*/ 0 w 190162"/>
                <a:gd name="connsiteY175" fmla="*/ 52459 h 78688"/>
                <a:gd name="connsiteX176" fmla="*/ 0 w 190162"/>
                <a:gd name="connsiteY176" fmla="*/ 47541 h 78688"/>
                <a:gd name="connsiteX177" fmla="*/ 3278 w 190162"/>
                <a:gd name="connsiteY177" fmla="*/ 44262 h 78688"/>
                <a:gd name="connsiteX178" fmla="*/ 3278 w 190162"/>
                <a:gd name="connsiteY178" fmla="*/ 40983 h 78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90162" h="78688">
                  <a:moveTo>
                    <a:pt x="3278" y="40983"/>
                  </a:moveTo>
                  <a:lnTo>
                    <a:pt x="3278" y="37705"/>
                  </a:lnTo>
                  <a:lnTo>
                    <a:pt x="4918" y="36065"/>
                  </a:lnTo>
                  <a:lnTo>
                    <a:pt x="4918" y="34426"/>
                  </a:lnTo>
                  <a:lnTo>
                    <a:pt x="8197" y="31147"/>
                  </a:lnTo>
                  <a:lnTo>
                    <a:pt x="9836" y="29508"/>
                  </a:lnTo>
                  <a:lnTo>
                    <a:pt x="11475" y="29508"/>
                  </a:lnTo>
                  <a:lnTo>
                    <a:pt x="14754" y="31147"/>
                  </a:lnTo>
                  <a:lnTo>
                    <a:pt x="18032" y="31147"/>
                  </a:lnTo>
                  <a:lnTo>
                    <a:pt x="21311" y="32787"/>
                  </a:lnTo>
                  <a:lnTo>
                    <a:pt x="21311" y="32787"/>
                  </a:lnTo>
                  <a:lnTo>
                    <a:pt x="22951" y="31147"/>
                  </a:lnTo>
                  <a:lnTo>
                    <a:pt x="26229" y="31147"/>
                  </a:lnTo>
                  <a:lnTo>
                    <a:pt x="29508" y="27869"/>
                  </a:lnTo>
                  <a:lnTo>
                    <a:pt x="34426" y="26229"/>
                  </a:lnTo>
                  <a:lnTo>
                    <a:pt x="34426" y="22951"/>
                  </a:lnTo>
                  <a:lnTo>
                    <a:pt x="39344" y="22951"/>
                  </a:lnTo>
                  <a:lnTo>
                    <a:pt x="39344" y="22951"/>
                  </a:lnTo>
                  <a:lnTo>
                    <a:pt x="40983" y="18033"/>
                  </a:lnTo>
                  <a:lnTo>
                    <a:pt x="40983" y="16393"/>
                  </a:lnTo>
                  <a:lnTo>
                    <a:pt x="40983" y="16393"/>
                  </a:lnTo>
                  <a:lnTo>
                    <a:pt x="42622" y="13115"/>
                  </a:lnTo>
                  <a:lnTo>
                    <a:pt x="47541" y="11475"/>
                  </a:lnTo>
                  <a:lnTo>
                    <a:pt x="50819" y="8197"/>
                  </a:lnTo>
                  <a:lnTo>
                    <a:pt x="50819" y="8197"/>
                  </a:lnTo>
                  <a:lnTo>
                    <a:pt x="54098" y="4918"/>
                  </a:lnTo>
                  <a:lnTo>
                    <a:pt x="59016" y="3279"/>
                  </a:lnTo>
                  <a:lnTo>
                    <a:pt x="62295" y="3279"/>
                  </a:lnTo>
                  <a:lnTo>
                    <a:pt x="65573" y="1639"/>
                  </a:lnTo>
                  <a:lnTo>
                    <a:pt x="65573" y="1639"/>
                  </a:lnTo>
                  <a:lnTo>
                    <a:pt x="68852" y="3279"/>
                  </a:lnTo>
                  <a:lnTo>
                    <a:pt x="68852" y="6557"/>
                  </a:lnTo>
                  <a:lnTo>
                    <a:pt x="68852" y="8197"/>
                  </a:lnTo>
                  <a:lnTo>
                    <a:pt x="73770" y="6557"/>
                  </a:lnTo>
                  <a:lnTo>
                    <a:pt x="77049" y="4918"/>
                  </a:lnTo>
                  <a:lnTo>
                    <a:pt x="80327" y="1639"/>
                  </a:lnTo>
                  <a:lnTo>
                    <a:pt x="83606" y="0"/>
                  </a:lnTo>
                  <a:lnTo>
                    <a:pt x="86885" y="0"/>
                  </a:lnTo>
                  <a:lnTo>
                    <a:pt x="86885" y="0"/>
                  </a:lnTo>
                  <a:lnTo>
                    <a:pt x="88524" y="3279"/>
                  </a:lnTo>
                  <a:lnTo>
                    <a:pt x="93442" y="6557"/>
                  </a:lnTo>
                  <a:lnTo>
                    <a:pt x="93442" y="6557"/>
                  </a:lnTo>
                  <a:lnTo>
                    <a:pt x="96721" y="8197"/>
                  </a:lnTo>
                  <a:lnTo>
                    <a:pt x="96721" y="8197"/>
                  </a:lnTo>
                  <a:lnTo>
                    <a:pt x="98360" y="13115"/>
                  </a:lnTo>
                  <a:lnTo>
                    <a:pt x="99999" y="16393"/>
                  </a:lnTo>
                  <a:lnTo>
                    <a:pt x="99999" y="16393"/>
                  </a:lnTo>
                  <a:lnTo>
                    <a:pt x="104917" y="14754"/>
                  </a:lnTo>
                  <a:lnTo>
                    <a:pt x="108196" y="13115"/>
                  </a:lnTo>
                  <a:lnTo>
                    <a:pt x="108196" y="13115"/>
                  </a:lnTo>
                  <a:lnTo>
                    <a:pt x="111475" y="9836"/>
                  </a:lnTo>
                  <a:lnTo>
                    <a:pt x="114754" y="6557"/>
                  </a:lnTo>
                  <a:lnTo>
                    <a:pt x="118032" y="8197"/>
                  </a:lnTo>
                  <a:lnTo>
                    <a:pt x="118032" y="6557"/>
                  </a:lnTo>
                  <a:lnTo>
                    <a:pt x="122950" y="8197"/>
                  </a:lnTo>
                  <a:lnTo>
                    <a:pt x="126229" y="6557"/>
                  </a:lnTo>
                  <a:lnTo>
                    <a:pt x="127868" y="6557"/>
                  </a:lnTo>
                  <a:lnTo>
                    <a:pt x="131147" y="9836"/>
                  </a:lnTo>
                  <a:lnTo>
                    <a:pt x="134425" y="11475"/>
                  </a:lnTo>
                  <a:lnTo>
                    <a:pt x="137704" y="9836"/>
                  </a:lnTo>
                  <a:lnTo>
                    <a:pt x="142622" y="6557"/>
                  </a:lnTo>
                  <a:lnTo>
                    <a:pt x="145901" y="4918"/>
                  </a:lnTo>
                  <a:lnTo>
                    <a:pt x="149179" y="6557"/>
                  </a:lnTo>
                  <a:lnTo>
                    <a:pt x="150819" y="6557"/>
                  </a:lnTo>
                  <a:lnTo>
                    <a:pt x="154098" y="6557"/>
                  </a:lnTo>
                  <a:lnTo>
                    <a:pt x="157376" y="4918"/>
                  </a:lnTo>
                  <a:lnTo>
                    <a:pt x="160655" y="6557"/>
                  </a:lnTo>
                  <a:lnTo>
                    <a:pt x="163934" y="8197"/>
                  </a:lnTo>
                  <a:lnTo>
                    <a:pt x="168851" y="9836"/>
                  </a:lnTo>
                  <a:lnTo>
                    <a:pt x="172130" y="13115"/>
                  </a:lnTo>
                  <a:lnTo>
                    <a:pt x="172130" y="13115"/>
                  </a:lnTo>
                  <a:lnTo>
                    <a:pt x="175409" y="16393"/>
                  </a:lnTo>
                  <a:lnTo>
                    <a:pt x="180327" y="18033"/>
                  </a:lnTo>
                  <a:lnTo>
                    <a:pt x="183605" y="18033"/>
                  </a:lnTo>
                  <a:lnTo>
                    <a:pt x="186884" y="19672"/>
                  </a:lnTo>
                  <a:lnTo>
                    <a:pt x="190163" y="21311"/>
                  </a:lnTo>
                  <a:lnTo>
                    <a:pt x="190163" y="24590"/>
                  </a:lnTo>
                  <a:lnTo>
                    <a:pt x="186884" y="27869"/>
                  </a:lnTo>
                  <a:lnTo>
                    <a:pt x="185245" y="31147"/>
                  </a:lnTo>
                  <a:lnTo>
                    <a:pt x="185245" y="36065"/>
                  </a:lnTo>
                  <a:lnTo>
                    <a:pt x="181966" y="39344"/>
                  </a:lnTo>
                  <a:lnTo>
                    <a:pt x="181966" y="39344"/>
                  </a:lnTo>
                  <a:lnTo>
                    <a:pt x="178688" y="42623"/>
                  </a:lnTo>
                  <a:lnTo>
                    <a:pt x="178688" y="44262"/>
                  </a:lnTo>
                  <a:lnTo>
                    <a:pt x="178688" y="49180"/>
                  </a:lnTo>
                  <a:lnTo>
                    <a:pt x="178688" y="49180"/>
                  </a:lnTo>
                  <a:lnTo>
                    <a:pt x="178688" y="49180"/>
                  </a:lnTo>
                  <a:lnTo>
                    <a:pt x="175409" y="50820"/>
                  </a:lnTo>
                  <a:lnTo>
                    <a:pt x="170491" y="50820"/>
                  </a:lnTo>
                  <a:lnTo>
                    <a:pt x="167212" y="52459"/>
                  </a:lnTo>
                  <a:lnTo>
                    <a:pt x="163934" y="52459"/>
                  </a:lnTo>
                  <a:lnTo>
                    <a:pt x="163934" y="50820"/>
                  </a:lnTo>
                  <a:lnTo>
                    <a:pt x="160655" y="47541"/>
                  </a:lnTo>
                  <a:lnTo>
                    <a:pt x="157376" y="44262"/>
                  </a:lnTo>
                  <a:lnTo>
                    <a:pt x="154098" y="42623"/>
                  </a:lnTo>
                  <a:lnTo>
                    <a:pt x="150819" y="44262"/>
                  </a:lnTo>
                  <a:lnTo>
                    <a:pt x="149179" y="45901"/>
                  </a:lnTo>
                  <a:lnTo>
                    <a:pt x="149179" y="44262"/>
                  </a:lnTo>
                  <a:lnTo>
                    <a:pt x="147540" y="44262"/>
                  </a:lnTo>
                  <a:lnTo>
                    <a:pt x="144261" y="45901"/>
                  </a:lnTo>
                  <a:lnTo>
                    <a:pt x="140983" y="44262"/>
                  </a:lnTo>
                  <a:lnTo>
                    <a:pt x="137704" y="44262"/>
                  </a:lnTo>
                  <a:lnTo>
                    <a:pt x="134425" y="42623"/>
                  </a:lnTo>
                  <a:lnTo>
                    <a:pt x="131147" y="42623"/>
                  </a:lnTo>
                  <a:lnTo>
                    <a:pt x="126229" y="44262"/>
                  </a:lnTo>
                  <a:lnTo>
                    <a:pt x="122950" y="44262"/>
                  </a:lnTo>
                  <a:lnTo>
                    <a:pt x="121311" y="47541"/>
                  </a:lnTo>
                  <a:lnTo>
                    <a:pt x="119671" y="50820"/>
                  </a:lnTo>
                  <a:lnTo>
                    <a:pt x="118032" y="55737"/>
                  </a:lnTo>
                  <a:lnTo>
                    <a:pt x="118032" y="55737"/>
                  </a:lnTo>
                  <a:lnTo>
                    <a:pt x="118032" y="55737"/>
                  </a:lnTo>
                  <a:lnTo>
                    <a:pt x="113114" y="55737"/>
                  </a:lnTo>
                  <a:lnTo>
                    <a:pt x="109835" y="59016"/>
                  </a:lnTo>
                  <a:lnTo>
                    <a:pt x="108196" y="59016"/>
                  </a:lnTo>
                  <a:lnTo>
                    <a:pt x="106557" y="60655"/>
                  </a:lnTo>
                  <a:lnTo>
                    <a:pt x="103278" y="60655"/>
                  </a:lnTo>
                  <a:lnTo>
                    <a:pt x="99999" y="60655"/>
                  </a:lnTo>
                  <a:lnTo>
                    <a:pt x="96721" y="59016"/>
                  </a:lnTo>
                  <a:lnTo>
                    <a:pt x="95081" y="57377"/>
                  </a:lnTo>
                  <a:lnTo>
                    <a:pt x="91802" y="59016"/>
                  </a:lnTo>
                  <a:lnTo>
                    <a:pt x="90164" y="59016"/>
                  </a:lnTo>
                  <a:lnTo>
                    <a:pt x="90164" y="59016"/>
                  </a:lnTo>
                  <a:lnTo>
                    <a:pt x="90164" y="59016"/>
                  </a:lnTo>
                  <a:lnTo>
                    <a:pt x="90164" y="60655"/>
                  </a:lnTo>
                  <a:lnTo>
                    <a:pt x="88524" y="62295"/>
                  </a:lnTo>
                  <a:lnTo>
                    <a:pt x="85245" y="63934"/>
                  </a:lnTo>
                  <a:lnTo>
                    <a:pt x="81967" y="63934"/>
                  </a:lnTo>
                  <a:lnTo>
                    <a:pt x="78688" y="65573"/>
                  </a:lnTo>
                  <a:lnTo>
                    <a:pt x="73770" y="63934"/>
                  </a:lnTo>
                  <a:lnTo>
                    <a:pt x="73770" y="63934"/>
                  </a:lnTo>
                  <a:lnTo>
                    <a:pt x="72131" y="63934"/>
                  </a:lnTo>
                  <a:lnTo>
                    <a:pt x="72131" y="63934"/>
                  </a:lnTo>
                  <a:lnTo>
                    <a:pt x="72131" y="65573"/>
                  </a:lnTo>
                  <a:lnTo>
                    <a:pt x="70491" y="65573"/>
                  </a:lnTo>
                  <a:lnTo>
                    <a:pt x="67212" y="65573"/>
                  </a:lnTo>
                  <a:lnTo>
                    <a:pt x="65573" y="68852"/>
                  </a:lnTo>
                  <a:lnTo>
                    <a:pt x="67212" y="73770"/>
                  </a:lnTo>
                  <a:lnTo>
                    <a:pt x="68852" y="75410"/>
                  </a:lnTo>
                  <a:lnTo>
                    <a:pt x="68852" y="75410"/>
                  </a:lnTo>
                  <a:lnTo>
                    <a:pt x="63934" y="75410"/>
                  </a:lnTo>
                  <a:lnTo>
                    <a:pt x="63934" y="77049"/>
                  </a:lnTo>
                  <a:lnTo>
                    <a:pt x="60655" y="77049"/>
                  </a:lnTo>
                  <a:lnTo>
                    <a:pt x="55737" y="77049"/>
                  </a:lnTo>
                  <a:lnTo>
                    <a:pt x="52458" y="78688"/>
                  </a:lnTo>
                  <a:lnTo>
                    <a:pt x="49180" y="78688"/>
                  </a:lnTo>
                  <a:lnTo>
                    <a:pt x="44262" y="78688"/>
                  </a:lnTo>
                  <a:lnTo>
                    <a:pt x="44262" y="78688"/>
                  </a:lnTo>
                  <a:lnTo>
                    <a:pt x="44262" y="77049"/>
                  </a:lnTo>
                  <a:lnTo>
                    <a:pt x="42622" y="77049"/>
                  </a:lnTo>
                  <a:lnTo>
                    <a:pt x="39344" y="77049"/>
                  </a:lnTo>
                  <a:lnTo>
                    <a:pt x="36065" y="78688"/>
                  </a:lnTo>
                  <a:lnTo>
                    <a:pt x="32787" y="78688"/>
                  </a:lnTo>
                  <a:lnTo>
                    <a:pt x="31147" y="77049"/>
                  </a:lnTo>
                  <a:lnTo>
                    <a:pt x="26229" y="75410"/>
                  </a:lnTo>
                  <a:lnTo>
                    <a:pt x="24590" y="75410"/>
                  </a:lnTo>
                  <a:lnTo>
                    <a:pt x="24590" y="73770"/>
                  </a:lnTo>
                  <a:lnTo>
                    <a:pt x="22951" y="72131"/>
                  </a:lnTo>
                  <a:lnTo>
                    <a:pt x="21311" y="72131"/>
                  </a:lnTo>
                  <a:lnTo>
                    <a:pt x="19672" y="70492"/>
                  </a:lnTo>
                  <a:lnTo>
                    <a:pt x="19672" y="68852"/>
                  </a:lnTo>
                  <a:lnTo>
                    <a:pt x="18032" y="68852"/>
                  </a:lnTo>
                  <a:lnTo>
                    <a:pt x="14754" y="67213"/>
                  </a:lnTo>
                  <a:lnTo>
                    <a:pt x="13114" y="65573"/>
                  </a:lnTo>
                  <a:lnTo>
                    <a:pt x="13114" y="65573"/>
                  </a:lnTo>
                  <a:lnTo>
                    <a:pt x="11475" y="65573"/>
                  </a:lnTo>
                  <a:lnTo>
                    <a:pt x="11475" y="65573"/>
                  </a:lnTo>
                  <a:lnTo>
                    <a:pt x="11475" y="67213"/>
                  </a:lnTo>
                  <a:lnTo>
                    <a:pt x="8197" y="62295"/>
                  </a:lnTo>
                  <a:lnTo>
                    <a:pt x="6557" y="62295"/>
                  </a:lnTo>
                  <a:lnTo>
                    <a:pt x="6557" y="62295"/>
                  </a:lnTo>
                  <a:lnTo>
                    <a:pt x="6557" y="60655"/>
                  </a:lnTo>
                  <a:lnTo>
                    <a:pt x="3278" y="59016"/>
                  </a:lnTo>
                  <a:lnTo>
                    <a:pt x="3278" y="57377"/>
                  </a:lnTo>
                  <a:lnTo>
                    <a:pt x="3278" y="55737"/>
                  </a:lnTo>
                  <a:lnTo>
                    <a:pt x="3278" y="55737"/>
                  </a:lnTo>
                  <a:lnTo>
                    <a:pt x="0" y="52459"/>
                  </a:lnTo>
                  <a:lnTo>
                    <a:pt x="0" y="47541"/>
                  </a:lnTo>
                  <a:lnTo>
                    <a:pt x="3278" y="44262"/>
                  </a:lnTo>
                  <a:lnTo>
                    <a:pt x="3278" y="4098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33" name="Freeform 4032">
              <a:extLst>
                <a:ext uri="{FF2B5EF4-FFF2-40B4-BE49-F238E27FC236}">
                  <a16:creationId xmlns:a16="http://schemas.microsoft.com/office/drawing/2014/main" id="{CF6DBCAC-38D9-C54B-A962-3F9D2B5CEC1B}"/>
                </a:ext>
              </a:extLst>
            </p:cNvPr>
            <p:cNvSpPr/>
            <p:nvPr/>
          </p:nvSpPr>
          <p:spPr>
            <a:xfrm>
              <a:off x="6104196" y="1652613"/>
              <a:ext cx="188523" cy="106556"/>
            </a:xfrm>
            <a:custGeom>
              <a:avLst/>
              <a:gdLst>
                <a:gd name="connsiteX0" fmla="*/ 0 w 188523"/>
                <a:gd name="connsiteY0" fmla="*/ 16393 h 106556"/>
                <a:gd name="connsiteX1" fmla="*/ 1639 w 188523"/>
                <a:gd name="connsiteY1" fmla="*/ 16393 h 106556"/>
                <a:gd name="connsiteX2" fmla="*/ 4918 w 188523"/>
                <a:gd name="connsiteY2" fmla="*/ 16393 h 106556"/>
                <a:gd name="connsiteX3" fmla="*/ 6557 w 188523"/>
                <a:gd name="connsiteY3" fmla="*/ 11475 h 106556"/>
                <a:gd name="connsiteX4" fmla="*/ 9836 w 188523"/>
                <a:gd name="connsiteY4" fmla="*/ 9836 h 106556"/>
                <a:gd name="connsiteX5" fmla="*/ 14754 w 188523"/>
                <a:gd name="connsiteY5" fmla="*/ 8197 h 106556"/>
                <a:gd name="connsiteX6" fmla="*/ 14754 w 188523"/>
                <a:gd name="connsiteY6" fmla="*/ 8197 h 106556"/>
                <a:gd name="connsiteX7" fmla="*/ 14754 w 188523"/>
                <a:gd name="connsiteY7" fmla="*/ 6557 h 106556"/>
                <a:gd name="connsiteX8" fmla="*/ 19672 w 188523"/>
                <a:gd name="connsiteY8" fmla="*/ 6557 h 106556"/>
                <a:gd name="connsiteX9" fmla="*/ 22951 w 188523"/>
                <a:gd name="connsiteY9" fmla="*/ 4918 h 106556"/>
                <a:gd name="connsiteX10" fmla="*/ 26229 w 188523"/>
                <a:gd name="connsiteY10" fmla="*/ 3279 h 106556"/>
                <a:gd name="connsiteX11" fmla="*/ 27869 w 188523"/>
                <a:gd name="connsiteY11" fmla="*/ 3279 h 106556"/>
                <a:gd name="connsiteX12" fmla="*/ 29508 w 188523"/>
                <a:gd name="connsiteY12" fmla="*/ 3279 h 106556"/>
                <a:gd name="connsiteX13" fmla="*/ 32787 w 188523"/>
                <a:gd name="connsiteY13" fmla="*/ 1639 h 106556"/>
                <a:gd name="connsiteX14" fmla="*/ 37705 w 188523"/>
                <a:gd name="connsiteY14" fmla="*/ 3279 h 106556"/>
                <a:gd name="connsiteX15" fmla="*/ 40983 w 188523"/>
                <a:gd name="connsiteY15" fmla="*/ 3279 h 106556"/>
                <a:gd name="connsiteX16" fmla="*/ 40983 w 188523"/>
                <a:gd name="connsiteY16" fmla="*/ 3279 h 106556"/>
                <a:gd name="connsiteX17" fmla="*/ 44262 w 188523"/>
                <a:gd name="connsiteY17" fmla="*/ 3279 h 106556"/>
                <a:gd name="connsiteX18" fmla="*/ 49180 w 188523"/>
                <a:gd name="connsiteY18" fmla="*/ 3279 h 106556"/>
                <a:gd name="connsiteX19" fmla="*/ 50820 w 188523"/>
                <a:gd name="connsiteY19" fmla="*/ 3279 h 106556"/>
                <a:gd name="connsiteX20" fmla="*/ 54098 w 188523"/>
                <a:gd name="connsiteY20" fmla="*/ 3279 h 106556"/>
                <a:gd name="connsiteX21" fmla="*/ 57377 w 188523"/>
                <a:gd name="connsiteY21" fmla="*/ 3279 h 106556"/>
                <a:gd name="connsiteX22" fmla="*/ 60656 w 188523"/>
                <a:gd name="connsiteY22" fmla="*/ 3279 h 106556"/>
                <a:gd name="connsiteX23" fmla="*/ 63934 w 188523"/>
                <a:gd name="connsiteY23" fmla="*/ 6557 h 106556"/>
                <a:gd name="connsiteX24" fmla="*/ 68852 w 188523"/>
                <a:gd name="connsiteY24" fmla="*/ 3279 h 106556"/>
                <a:gd name="connsiteX25" fmla="*/ 70491 w 188523"/>
                <a:gd name="connsiteY25" fmla="*/ 3279 h 106556"/>
                <a:gd name="connsiteX26" fmla="*/ 75410 w 188523"/>
                <a:gd name="connsiteY26" fmla="*/ 4918 h 106556"/>
                <a:gd name="connsiteX27" fmla="*/ 78688 w 188523"/>
                <a:gd name="connsiteY27" fmla="*/ 4918 h 106556"/>
                <a:gd name="connsiteX28" fmla="*/ 81967 w 188523"/>
                <a:gd name="connsiteY28" fmla="*/ 4918 h 106556"/>
                <a:gd name="connsiteX29" fmla="*/ 81967 w 188523"/>
                <a:gd name="connsiteY29" fmla="*/ 4918 h 106556"/>
                <a:gd name="connsiteX30" fmla="*/ 81967 w 188523"/>
                <a:gd name="connsiteY30" fmla="*/ 4918 h 106556"/>
                <a:gd name="connsiteX31" fmla="*/ 86885 w 188523"/>
                <a:gd name="connsiteY31" fmla="*/ 4918 h 106556"/>
                <a:gd name="connsiteX32" fmla="*/ 90164 w 188523"/>
                <a:gd name="connsiteY32" fmla="*/ 4918 h 106556"/>
                <a:gd name="connsiteX33" fmla="*/ 93442 w 188523"/>
                <a:gd name="connsiteY33" fmla="*/ 6557 h 106556"/>
                <a:gd name="connsiteX34" fmla="*/ 98360 w 188523"/>
                <a:gd name="connsiteY34" fmla="*/ 8197 h 106556"/>
                <a:gd name="connsiteX35" fmla="*/ 101639 w 188523"/>
                <a:gd name="connsiteY35" fmla="*/ 8197 h 106556"/>
                <a:gd name="connsiteX36" fmla="*/ 103278 w 188523"/>
                <a:gd name="connsiteY36" fmla="*/ 6557 h 106556"/>
                <a:gd name="connsiteX37" fmla="*/ 108196 w 188523"/>
                <a:gd name="connsiteY37" fmla="*/ 8197 h 106556"/>
                <a:gd name="connsiteX38" fmla="*/ 111475 w 188523"/>
                <a:gd name="connsiteY38" fmla="*/ 6557 h 106556"/>
                <a:gd name="connsiteX39" fmla="*/ 114754 w 188523"/>
                <a:gd name="connsiteY39" fmla="*/ 3279 h 106556"/>
                <a:gd name="connsiteX40" fmla="*/ 118032 w 188523"/>
                <a:gd name="connsiteY40" fmla="*/ 3279 h 106556"/>
                <a:gd name="connsiteX41" fmla="*/ 121311 w 188523"/>
                <a:gd name="connsiteY41" fmla="*/ 0 h 106556"/>
                <a:gd name="connsiteX42" fmla="*/ 124590 w 188523"/>
                <a:gd name="connsiteY42" fmla="*/ 3279 h 106556"/>
                <a:gd name="connsiteX43" fmla="*/ 126229 w 188523"/>
                <a:gd name="connsiteY43" fmla="*/ 6557 h 106556"/>
                <a:gd name="connsiteX44" fmla="*/ 127868 w 188523"/>
                <a:gd name="connsiteY44" fmla="*/ 8197 h 106556"/>
                <a:gd name="connsiteX45" fmla="*/ 131147 w 188523"/>
                <a:gd name="connsiteY45" fmla="*/ 11475 h 106556"/>
                <a:gd name="connsiteX46" fmla="*/ 134426 w 188523"/>
                <a:gd name="connsiteY46" fmla="*/ 11475 h 106556"/>
                <a:gd name="connsiteX47" fmla="*/ 137704 w 188523"/>
                <a:gd name="connsiteY47" fmla="*/ 11475 h 106556"/>
                <a:gd name="connsiteX48" fmla="*/ 140983 w 188523"/>
                <a:gd name="connsiteY48" fmla="*/ 13115 h 106556"/>
                <a:gd name="connsiteX49" fmla="*/ 144261 w 188523"/>
                <a:gd name="connsiteY49" fmla="*/ 13115 h 106556"/>
                <a:gd name="connsiteX50" fmla="*/ 147540 w 188523"/>
                <a:gd name="connsiteY50" fmla="*/ 13115 h 106556"/>
                <a:gd name="connsiteX51" fmla="*/ 152458 w 188523"/>
                <a:gd name="connsiteY51" fmla="*/ 16393 h 106556"/>
                <a:gd name="connsiteX52" fmla="*/ 155737 w 188523"/>
                <a:gd name="connsiteY52" fmla="*/ 19672 h 106556"/>
                <a:gd name="connsiteX53" fmla="*/ 155737 w 188523"/>
                <a:gd name="connsiteY53" fmla="*/ 19672 h 106556"/>
                <a:gd name="connsiteX54" fmla="*/ 160655 w 188523"/>
                <a:gd name="connsiteY54" fmla="*/ 21311 h 106556"/>
                <a:gd name="connsiteX55" fmla="*/ 160655 w 188523"/>
                <a:gd name="connsiteY55" fmla="*/ 21311 h 106556"/>
                <a:gd name="connsiteX56" fmla="*/ 163934 w 188523"/>
                <a:gd name="connsiteY56" fmla="*/ 24590 h 106556"/>
                <a:gd name="connsiteX57" fmla="*/ 168851 w 188523"/>
                <a:gd name="connsiteY57" fmla="*/ 27869 h 106556"/>
                <a:gd name="connsiteX58" fmla="*/ 170491 w 188523"/>
                <a:gd name="connsiteY58" fmla="*/ 29508 h 106556"/>
                <a:gd name="connsiteX59" fmla="*/ 173770 w 188523"/>
                <a:gd name="connsiteY59" fmla="*/ 31147 h 106556"/>
                <a:gd name="connsiteX60" fmla="*/ 175409 w 188523"/>
                <a:gd name="connsiteY60" fmla="*/ 31147 h 106556"/>
                <a:gd name="connsiteX61" fmla="*/ 178688 w 188523"/>
                <a:gd name="connsiteY61" fmla="*/ 32787 h 106556"/>
                <a:gd name="connsiteX62" fmla="*/ 180327 w 188523"/>
                <a:gd name="connsiteY62" fmla="*/ 32787 h 106556"/>
                <a:gd name="connsiteX63" fmla="*/ 180327 w 188523"/>
                <a:gd name="connsiteY63" fmla="*/ 32787 h 106556"/>
                <a:gd name="connsiteX64" fmla="*/ 180327 w 188523"/>
                <a:gd name="connsiteY64" fmla="*/ 37705 h 106556"/>
                <a:gd name="connsiteX65" fmla="*/ 178688 w 188523"/>
                <a:gd name="connsiteY65" fmla="*/ 37705 h 106556"/>
                <a:gd name="connsiteX66" fmla="*/ 178688 w 188523"/>
                <a:gd name="connsiteY66" fmla="*/ 42623 h 106556"/>
                <a:gd name="connsiteX67" fmla="*/ 177048 w 188523"/>
                <a:gd name="connsiteY67" fmla="*/ 45901 h 106556"/>
                <a:gd name="connsiteX68" fmla="*/ 180327 w 188523"/>
                <a:gd name="connsiteY68" fmla="*/ 47541 h 106556"/>
                <a:gd name="connsiteX69" fmla="*/ 183606 w 188523"/>
                <a:gd name="connsiteY69" fmla="*/ 47541 h 106556"/>
                <a:gd name="connsiteX70" fmla="*/ 188524 w 188523"/>
                <a:gd name="connsiteY70" fmla="*/ 49180 h 106556"/>
                <a:gd name="connsiteX71" fmla="*/ 183606 w 188523"/>
                <a:gd name="connsiteY71" fmla="*/ 50819 h 106556"/>
                <a:gd name="connsiteX72" fmla="*/ 183606 w 188523"/>
                <a:gd name="connsiteY72" fmla="*/ 54098 h 106556"/>
                <a:gd name="connsiteX73" fmla="*/ 183606 w 188523"/>
                <a:gd name="connsiteY73" fmla="*/ 55737 h 106556"/>
                <a:gd name="connsiteX74" fmla="*/ 180327 w 188523"/>
                <a:gd name="connsiteY74" fmla="*/ 55737 h 106556"/>
                <a:gd name="connsiteX75" fmla="*/ 178688 w 188523"/>
                <a:gd name="connsiteY75" fmla="*/ 54098 h 106556"/>
                <a:gd name="connsiteX76" fmla="*/ 175409 w 188523"/>
                <a:gd name="connsiteY76" fmla="*/ 54098 h 106556"/>
                <a:gd name="connsiteX77" fmla="*/ 170491 w 188523"/>
                <a:gd name="connsiteY77" fmla="*/ 55737 h 106556"/>
                <a:gd name="connsiteX78" fmla="*/ 170491 w 188523"/>
                <a:gd name="connsiteY78" fmla="*/ 57377 h 106556"/>
                <a:gd name="connsiteX79" fmla="*/ 168851 w 188523"/>
                <a:gd name="connsiteY79" fmla="*/ 60655 h 106556"/>
                <a:gd name="connsiteX80" fmla="*/ 168851 w 188523"/>
                <a:gd name="connsiteY80" fmla="*/ 62295 h 106556"/>
                <a:gd name="connsiteX81" fmla="*/ 165573 w 188523"/>
                <a:gd name="connsiteY81" fmla="*/ 62295 h 106556"/>
                <a:gd name="connsiteX82" fmla="*/ 160655 w 188523"/>
                <a:gd name="connsiteY82" fmla="*/ 62295 h 106556"/>
                <a:gd name="connsiteX83" fmla="*/ 157376 w 188523"/>
                <a:gd name="connsiteY83" fmla="*/ 65573 h 106556"/>
                <a:gd name="connsiteX84" fmla="*/ 157376 w 188523"/>
                <a:gd name="connsiteY84" fmla="*/ 67213 h 106556"/>
                <a:gd name="connsiteX85" fmla="*/ 155737 w 188523"/>
                <a:gd name="connsiteY85" fmla="*/ 70492 h 106556"/>
                <a:gd name="connsiteX86" fmla="*/ 157376 w 188523"/>
                <a:gd name="connsiteY86" fmla="*/ 72131 h 106556"/>
                <a:gd name="connsiteX87" fmla="*/ 157376 w 188523"/>
                <a:gd name="connsiteY87" fmla="*/ 77049 h 106556"/>
                <a:gd name="connsiteX88" fmla="*/ 157376 w 188523"/>
                <a:gd name="connsiteY88" fmla="*/ 77049 h 106556"/>
                <a:gd name="connsiteX89" fmla="*/ 154098 w 188523"/>
                <a:gd name="connsiteY89" fmla="*/ 80327 h 106556"/>
                <a:gd name="connsiteX90" fmla="*/ 154098 w 188523"/>
                <a:gd name="connsiteY90" fmla="*/ 83606 h 106556"/>
                <a:gd name="connsiteX91" fmla="*/ 150819 w 188523"/>
                <a:gd name="connsiteY91" fmla="*/ 86885 h 106556"/>
                <a:gd name="connsiteX92" fmla="*/ 155737 w 188523"/>
                <a:gd name="connsiteY92" fmla="*/ 88524 h 106556"/>
                <a:gd name="connsiteX93" fmla="*/ 159016 w 188523"/>
                <a:gd name="connsiteY93" fmla="*/ 90164 h 106556"/>
                <a:gd name="connsiteX94" fmla="*/ 160655 w 188523"/>
                <a:gd name="connsiteY94" fmla="*/ 95082 h 106556"/>
                <a:gd name="connsiteX95" fmla="*/ 155737 w 188523"/>
                <a:gd name="connsiteY95" fmla="*/ 96721 h 106556"/>
                <a:gd name="connsiteX96" fmla="*/ 152458 w 188523"/>
                <a:gd name="connsiteY96" fmla="*/ 96721 h 106556"/>
                <a:gd name="connsiteX97" fmla="*/ 152458 w 188523"/>
                <a:gd name="connsiteY97" fmla="*/ 93442 h 106556"/>
                <a:gd name="connsiteX98" fmla="*/ 149180 w 188523"/>
                <a:gd name="connsiteY98" fmla="*/ 90164 h 106556"/>
                <a:gd name="connsiteX99" fmla="*/ 145901 w 188523"/>
                <a:gd name="connsiteY99" fmla="*/ 91803 h 106556"/>
                <a:gd name="connsiteX100" fmla="*/ 145901 w 188523"/>
                <a:gd name="connsiteY100" fmla="*/ 91803 h 106556"/>
                <a:gd name="connsiteX101" fmla="*/ 140983 w 188523"/>
                <a:gd name="connsiteY101" fmla="*/ 91803 h 106556"/>
                <a:gd name="connsiteX102" fmla="*/ 140983 w 188523"/>
                <a:gd name="connsiteY102" fmla="*/ 93442 h 106556"/>
                <a:gd name="connsiteX103" fmla="*/ 139344 w 188523"/>
                <a:gd name="connsiteY103" fmla="*/ 95082 h 106556"/>
                <a:gd name="connsiteX104" fmla="*/ 136065 w 188523"/>
                <a:gd name="connsiteY104" fmla="*/ 96721 h 106556"/>
                <a:gd name="connsiteX105" fmla="*/ 134426 w 188523"/>
                <a:gd name="connsiteY105" fmla="*/ 96721 h 106556"/>
                <a:gd name="connsiteX106" fmla="*/ 131147 w 188523"/>
                <a:gd name="connsiteY106" fmla="*/ 96721 h 106556"/>
                <a:gd name="connsiteX107" fmla="*/ 129508 w 188523"/>
                <a:gd name="connsiteY107" fmla="*/ 99999 h 106556"/>
                <a:gd name="connsiteX108" fmla="*/ 126229 w 188523"/>
                <a:gd name="connsiteY108" fmla="*/ 103278 h 106556"/>
                <a:gd name="connsiteX109" fmla="*/ 122950 w 188523"/>
                <a:gd name="connsiteY109" fmla="*/ 103278 h 106556"/>
                <a:gd name="connsiteX110" fmla="*/ 121311 w 188523"/>
                <a:gd name="connsiteY110" fmla="*/ 104917 h 106556"/>
                <a:gd name="connsiteX111" fmla="*/ 116393 w 188523"/>
                <a:gd name="connsiteY111" fmla="*/ 106557 h 106556"/>
                <a:gd name="connsiteX112" fmla="*/ 113114 w 188523"/>
                <a:gd name="connsiteY112" fmla="*/ 106557 h 106556"/>
                <a:gd name="connsiteX113" fmla="*/ 109836 w 188523"/>
                <a:gd name="connsiteY113" fmla="*/ 104917 h 106556"/>
                <a:gd name="connsiteX114" fmla="*/ 106557 w 188523"/>
                <a:gd name="connsiteY114" fmla="*/ 104917 h 106556"/>
                <a:gd name="connsiteX115" fmla="*/ 106557 w 188523"/>
                <a:gd name="connsiteY115" fmla="*/ 104917 h 106556"/>
                <a:gd name="connsiteX116" fmla="*/ 104917 w 188523"/>
                <a:gd name="connsiteY116" fmla="*/ 104917 h 106556"/>
                <a:gd name="connsiteX117" fmla="*/ 101639 w 188523"/>
                <a:gd name="connsiteY117" fmla="*/ 104917 h 106556"/>
                <a:gd name="connsiteX118" fmla="*/ 98360 w 188523"/>
                <a:gd name="connsiteY118" fmla="*/ 104917 h 106556"/>
                <a:gd name="connsiteX119" fmla="*/ 96721 w 188523"/>
                <a:gd name="connsiteY119" fmla="*/ 104917 h 106556"/>
                <a:gd name="connsiteX120" fmla="*/ 93442 w 188523"/>
                <a:gd name="connsiteY120" fmla="*/ 106557 h 106556"/>
                <a:gd name="connsiteX121" fmla="*/ 88524 w 188523"/>
                <a:gd name="connsiteY121" fmla="*/ 104917 h 106556"/>
                <a:gd name="connsiteX122" fmla="*/ 86885 w 188523"/>
                <a:gd name="connsiteY122" fmla="*/ 104917 h 106556"/>
                <a:gd name="connsiteX123" fmla="*/ 86885 w 188523"/>
                <a:gd name="connsiteY123" fmla="*/ 101639 h 106556"/>
                <a:gd name="connsiteX124" fmla="*/ 86885 w 188523"/>
                <a:gd name="connsiteY124" fmla="*/ 99999 h 106556"/>
                <a:gd name="connsiteX125" fmla="*/ 85246 w 188523"/>
                <a:gd name="connsiteY125" fmla="*/ 98360 h 106556"/>
                <a:gd name="connsiteX126" fmla="*/ 83606 w 188523"/>
                <a:gd name="connsiteY126" fmla="*/ 95082 h 106556"/>
                <a:gd name="connsiteX127" fmla="*/ 80327 w 188523"/>
                <a:gd name="connsiteY127" fmla="*/ 91803 h 106556"/>
                <a:gd name="connsiteX128" fmla="*/ 77049 w 188523"/>
                <a:gd name="connsiteY128" fmla="*/ 91803 h 106556"/>
                <a:gd name="connsiteX129" fmla="*/ 77049 w 188523"/>
                <a:gd name="connsiteY129" fmla="*/ 91803 h 106556"/>
                <a:gd name="connsiteX130" fmla="*/ 73770 w 188523"/>
                <a:gd name="connsiteY130" fmla="*/ 90164 h 106556"/>
                <a:gd name="connsiteX131" fmla="*/ 68852 w 188523"/>
                <a:gd name="connsiteY131" fmla="*/ 86885 h 106556"/>
                <a:gd name="connsiteX132" fmla="*/ 65573 w 188523"/>
                <a:gd name="connsiteY132" fmla="*/ 85245 h 106556"/>
                <a:gd name="connsiteX133" fmla="*/ 62295 w 188523"/>
                <a:gd name="connsiteY133" fmla="*/ 86885 h 106556"/>
                <a:gd name="connsiteX134" fmla="*/ 60656 w 188523"/>
                <a:gd name="connsiteY134" fmla="*/ 86885 h 106556"/>
                <a:gd name="connsiteX135" fmla="*/ 59016 w 188523"/>
                <a:gd name="connsiteY135" fmla="*/ 83606 h 106556"/>
                <a:gd name="connsiteX136" fmla="*/ 59016 w 188523"/>
                <a:gd name="connsiteY136" fmla="*/ 83606 h 106556"/>
                <a:gd name="connsiteX137" fmla="*/ 59016 w 188523"/>
                <a:gd name="connsiteY137" fmla="*/ 80327 h 106556"/>
                <a:gd name="connsiteX138" fmla="*/ 59016 w 188523"/>
                <a:gd name="connsiteY138" fmla="*/ 75409 h 106556"/>
                <a:gd name="connsiteX139" fmla="*/ 59016 w 188523"/>
                <a:gd name="connsiteY139" fmla="*/ 75409 h 106556"/>
                <a:gd name="connsiteX140" fmla="*/ 59016 w 188523"/>
                <a:gd name="connsiteY140" fmla="*/ 72131 h 106556"/>
                <a:gd name="connsiteX141" fmla="*/ 63934 w 188523"/>
                <a:gd name="connsiteY141" fmla="*/ 68852 h 106556"/>
                <a:gd name="connsiteX142" fmla="*/ 62295 w 188523"/>
                <a:gd name="connsiteY142" fmla="*/ 65573 h 106556"/>
                <a:gd name="connsiteX143" fmla="*/ 59016 w 188523"/>
                <a:gd name="connsiteY143" fmla="*/ 62295 h 106556"/>
                <a:gd name="connsiteX144" fmla="*/ 54098 w 188523"/>
                <a:gd name="connsiteY144" fmla="*/ 60655 h 106556"/>
                <a:gd name="connsiteX145" fmla="*/ 54098 w 188523"/>
                <a:gd name="connsiteY145" fmla="*/ 57377 h 106556"/>
                <a:gd name="connsiteX146" fmla="*/ 54098 w 188523"/>
                <a:gd name="connsiteY146" fmla="*/ 57377 h 106556"/>
                <a:gd name="connsiteX147" fmla="*/ 49180 w 188523"/>
                <a:gd name="connsiteY147" fmla="*/ 59016 h 106556"/>
                <a:gd name="connsiteX148" fmla="*/ 45901 w 188523"/>
                <a:gd name="connsiteY148" fmla="*/ 59016 h 106556"/>
                <a:gd name="connsiteX149" fmla="*/ 42623 w 188523"/>
                <a:gd name="connsiteY149" fmla="*/ 57377 h 106556"/>
                <a:gd name="connsiteX150" fmla="*/ 37705 w 188523"/>
                <a:gd name="connsiteY150" fmla="*/ 59016 h 106556"/>
                <a:gd name="connsiteX151" fmla="*/ 34426 w 188523"/>
                <a:gd name="connsiteY151" fmla="*/ 57377 h 106556"/>
                <a:gd name="connsiteX152" fmla="*/ 31147 w 188523"/>
                <a:gd name="connsiteY152" fmla="*/ 57377 h 106556"/>
                <a:gd name="connsiteX153" fmla="*/ 31147 w 188523"/>
                <a:gd name="connsiteY153" fmla="*/ 57377 h 106556"/>
                <a:gd name="connsiteX154" fmla="*/ 31147 w 188523"/>
                <a:gd name="connsiteY154" fmla="*/ 57377 h 106556"/>
                <a:gd name="connsiteX155" fmla="*/ 27869 w 188523"/>
                <a:gd name="connsiteY155" fmla="*/ 55737 h 106556"/>
                <a:gd name="connsiteX156" fmla="*/ 24590 w 188523"/>
                <a:gd name="connsiteY156" fmla="*/ 54098 h 106556"/>
                <a:gd name="connsiteX157" fmla="*/ 21311 w 188523"/>
                <a:gd name="connsiteY157" fmla="*/ 52459 h 106556"/>
                <a:gd name="connsiteX158" fmla="*/ 18033 w 188523"/>
                <a:gd name="connsiteY158" fmla="*/ 52459 h 106556"/>
                <a:gd name="connsiteX159" fmla="*/ 13114 w 188523"/>
                <a:gd name="connsiteY159" fmla="*/ 49180 h 106556"/>
                <a:gd name="connsiteX160" fmla="*/ 11476 w 188523"/>
                <a:gd name="connsiteY160" fmla="*/ 49180 h 106556"/>
                <a:gd name="connsiteX161" fmla="*/ 9836 w 188523"/>
                <a:gd name="connsiteY161" fmla="*/ 50819 h 106556"/>
                <a:gd name="connsiteX162" fmla="*/ 9836 w 188523"/>
                <a:gd name="connsiteY162" fmla="*/ 49180 h 106556"/>
                <a:gd name="connsiteX163" fmla="*/ 9836 w 188523"/>
                <a:gd name="connsiteY163" fmla="*/ 45901 h 106556"/>
                <a:gd name="connsiteX164" fmla="*/ 8197 w 188523"/>
                <a:gd name="connsiteY164" fmla="*/ 42623 h 106556"/>
                <a:gd name="connsiteX165" fmla="*/ 8197 w 188523"/>
                <a:gd name="connsiteY165" fmla="*/ 39344 h 106556"/>
                <a:gd name="connsiteX166" fmla="*/ 6557 w 188523"/>
                <a:gd name="connsiteY166" fmla="*/ 34426 h 106556"/>
                <a:gd name="connsiteX167" fmla="*/ 3279 w 188523"/>
                <a:gd name="connsiteY167" fmla="*/ 31147 h 106556"/>
                <a:gd name="connsiteX168" fmla="*/ 1639 w 188523"/>
                <a:gd name="connsiteY168" fmla="*/ 27869 h 106556"/>
                <a:gd name="connsiteX169" fmla="*/ 1639 w 188523"/>
                <a:gd name="connsiteY169" fmla="*/ 24590 h 106556"/>
                <a:gd name="connsiteX170" fmla="*/ 1639 w 188523"/>
                <a:gd name="connsiteY170" fmla="*/ 19672 h 106556"/>
                <a:gd name="connsiteX171" fmla="*/ 1639 w 188523"/>
                <a:gd name="connsiteY171" fmla="*/ 16393 h 106556"/>
                <a:gd name="connsiteX172" fmla="*/ 0 w 188523"/>
                <a:gd name="connsiteY172" fmla="*/ 16393 h 10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188523" h="106556">
                  <a:moveTo>
                    <a:pt x="0" y="16393"/>
                  </a:moveTo>
                  <a:lnTo>
                    <a:pt x="1639" y="16393"/>
                  </a:lnTo>
                  <a:lnTo>
                    <a:pt x="4918" y="16393"/>
                  </a:lnTo>
                  <a:lnTo>
                    <a:pt x="6557" y="11475"/>
                  </a:lnTo>
                  <a:lnTo>
                    <a:pt x="9836" y="9836"/>
                  </a:lnTo>
                  <a:lnTo>
                    <a:pt x="14754" y="8197"/>
                  </a:lnTo>
                  <a:lnTo>
                    <a:pt x="14754" y="8197"/>
                  </a:lnTo>
                  <a:lnTo>
                    <a:pt x="14754" y="6557"/>
                  </a:lnTo>
                  <a:lnTo>
                    <a:pt x="19672" y="6557"/>
                  </a:lnTo>
                  <a:lnTo>
                    <a:pt x="22951" y="4918"/>
                  </a:lnTo>
                  <a:lnTo>
                    <a:pt x="26229" y="3279"/>
                  </a:lnTo>
                  <a:lnTo>
                    <a:pt x="27869" y="3279"/>
                  </a:lnTo>
                  <a:lnTo>
                    <a:pt x="29508" y="3279"/>
                  </a:lnTo>
                  <a:lnTo>
                    <a:pt x="32787" y="1639"/>
                  </a:lnTo>
                  <a:lnTo>
                    <a:pt x="37705" y="3279"/>
                  </a:lnTo>
                  <a:lnTo>
                    <a:pt x="40983" y="3279"/>
                  </a:lnTo>
                  <a:lnTo>
                    <a:pt x="40983" y="3279"/>
                  </a:lnTo>
                  <a:lnTo>
                    <a:pt x="44262" y="3279"/>
                  </a:lnTo>
                  <a:lnTo>
                    <a:pt x="49180" y="3279"/>
                  </a:lnTo>
                  <a:lnTo>
                    <a:pt x="50820" y="3279"/>
                  </a:lnTo>
                  <a:lnTo>
                    <a:pt x="54098" y="3279"/>
                  </a:lnTo>
                  <a:lnTo>
                    <a:pt x="57377" y="3279"/>
                  </a:lnTo>
                  <a:lnTo>
                    <a:pt x="60656" y="3279"/>
                  </a:lnTo>
                  <a:lnTo>
                    <a:pt x="63934" y="6557"/>
                  </a:lnTo>
                  <a:lnTo>
                    <a:pt x="68852" y="3279"/>
                  </a:lnTo>
                  <a:lnTo>
                    <a:pt x="70491" y="3279"/>
                  </a:lnTo>
                  <a:lnTo>
                    <a:pt x="75410" y="4918"/>
                  </a:lnTo>
                  <a:lnTo>
                    <a:pt x="78688" y="4918"/>
                  </a:lnTo>
                  <a:lnTo>
                    <a:pt x="81967" y="4918"/>
                  </a:lnTo>
                  <a:lnTo>
                    <a:pt x="81967" y="4918"/>
                  </a:lnTo>
                  <a:lnTo>
                    <a:pt x="81967" y="4918"/>
                  </a:lnTo>
                  <a:lnTo>
                    <a:pt x="86885" y="4918"/>
                  </a:lnTo>
                  <a:lnTo>
                    <a:pt x="90164" y="4918"/>
                  </a:lnTo>
                  <a:lnTo>
                    <a:pt x="93442" y="6557"/>
                  </a:lnTo>
                  <a:lnTo>
                    <a:pt x="98360" y="8197"/>
                  </a:lnTo>
                  <a:lnTo>
                    <a:pt x="101639" y="8197"/>
                  </a:lnTo>
                  <a:lnTo>
                    <a:pt x="103278" y="6557"/>
                  </a:lnTo>
                  <a:lnTo>
                    <a:pt x="108196" y="8197"/>
                  </a:lnTo>
                  <a:lnTo>
                    <a:pt x="111475" y="6557"/>
                  </a:lnTo>
                  <a:lnTo>
                    <a:pt x="114754" y="3279"/>
                  </a:lnTo>
                  <a:lnTo>
                    <a:pt x="118032" y="3279"/>
                  </a:lnTo>
                  <a:lnTo>
                    <a:pt x="121311" y="0"/>
                  </a:lnTo>
                  <a:lnTo>
                    <a:pt x="124590" y="3279"/>
                  </a:lnTo>
                  <a:lnTo>
                    <a:pt x="126229" y="6557"/>
                  </a:lnTo>
                  <a:lnTo>
                    <a:pt x="127868" y="8197"/>
                  </a:lnTo>
                  <a:lnTo>
                    <a:pt x="131147" y="11475"/>
                  </a:lnTo>
                  <a:lnTo>
                    <a:pt x="134426" y="11475"/>
                  </a:lnTo>
                  <a:lnTo>
                    <a:pt x="137704" y="11475"/>
                  </a:lnTo>
                  <a:lnTo>
                    <a:pt x="140983" y="13115"/>
                  </a:lnTo>
                  <a:lnTo>
                    <a:pt x="144261" y="13115"/>
                  </a:lnTo>
                  <a:lnTo>
                    <a:pt x="147540" y="13115"/>
                  </a:lnTo>
                  <a:lnTo>
                    <a:pt x="152458" y="16393"/>
                  </a:lnTo>
                  <a:lnTo>
                    <a:pt x="155737" y="19672"/>
                  </a:lnTo>
                  <a:lnTo>
                    <a:pt x="155737" y="19672"/>
                  </a:lnTo>
                  <a:lnTo>
                    <a:pt x="160655" y="21311"/>
                  </a:lnTo>
                  <a:lnTo>
                    <a:pt x="160655" y="21311"/>
                  </a:lnTo>
                  <a:lnTo>
                    <a:pt x="163934" y="24590"/>
                  </a:lnTo>
                  <a:lnTo>
                    <a:pt x="168851" y="27869"/>
                  </a:lnTo>
                  <a:lnTo>
                    <a:pt x="170491" y="29508"/>
                  </a:lnTo>
                  <a:lnTo>
                    <a:pt x="173770" y="31147"/>
                  </a:lnTo>
                  <a:lnTo>
                    <a:pt x="175409" y="31147"/>
                  </a:lnTo>
                  <a:lnTo>
                    <a:pt x="178688" y="32787"/>
                  </a:lnTo>
                  <a:lnTo>
                    <a:pt x="180327" y="32787"/>
                  </a:lnTo>
                  <a:lnTo>
                    <a:pt x="180327" y="32787"/>
                  </a:lnTo>
                  <a:lnTo>
                    <a:pt x="180327" y="37705"/>
                  </a:lnTo>
                  <a:lnTo>
                    <a:pt x="178688" y="37705"/>
                  </a:lnTo>
                  <a:lnTo>
                    <a:pt x="178688" y="42623"/>
                  </a:lnTo>
                  <a:lnTo>
                    <a:pt x="177048" y="45901"/>
                  </a:lnTo>
                  <a:lnTo>
                    <a:pt x="180327" y="47541"/>
                  </a:lnTo>
                  <a:lnTo>
                    <a:pt x="183606" y="47541"/>
                  </a:lnTo>
                  <a:lnTo>
                    <a:pt x="188524" y="49180"/>
                  </a:lnTo>
                  <a:lnTo>
                    <a:pt x="183606" y="50819"/>
                  </a:lnTo>
                  <a:lnTo>
                    <a:pt x="183606" y="54098"/>
                  </a:lnTo>
                  <a:lnTo>
                    <a:pt x="183606" y="55737"/>
                  </a:lnTo>
                  <a:lnTo>
                    <a:pt x="180327" y="55737"/>
                  </a:lnTo>
                  <a:lnTo>
                    <a:pt x="178688" y="54098"/>
                  </a:lnTo>
                  <a:lnTo>
                    <a:pt x="175409" y="54098"/>
                  </a:lnTo>
                  <a:lnTo>
                    <a:pt x="170491" y="55737"/>
                  </a:lnTo>
                  <a:lnTo>
                    <a:pt x="170491" y="57377"/>
                  </a:lnTo>
                  <a:lnTo>
                    <a:pt x="168851" y="60655"/>
                  </a:lnTo>
                  <a:lnTo>
                    <a:pt x="168851" y="62295"/>
                  </a:lnTo>
                  <a:lnTo>
                    <a:pt x="165573" y="62295"/>
                  </a:lnTo>
                  <a:lnTo>
                    <a:pt x="160655" y="62295"/>
                  </a:lnTo>
                  <a:lnTo>
                    <a:pt x="157376" y="65573"/>
                  </a:lnTo>
                  <a:lnTo>
                    <a:pt x="157376" y="67213"/>
                  </a:lnTo>
                  <a:lnTo>
                    <a:pt x="155737" y="70492"/>
                  </a:lnTo>
                  <a:lnTo>
                    <a:pt x="157376" y="72131"/>
                  </a:lnTo>
                  <a:lnTo>
                    <a:pt x="157376" y="77049"/>
                  </a:lnTo>
                  <a:lnTo>
                    <a:pt x="157376" y="77049"/>
                  </a:lnTo>
                  <a:lnTo>
                    <a:pt x="154098" y="80327"/>
                  </a:lnTo>
                  <a:lnTo>
                    <a:pt x="154098" y="83606"/>
                  </a:lnTo>
                  <a:lnTo>
                    <a:pt x="150819" y="86885"/>
                  </a:lnTo>
                  <a:lnTo>
                    <a:pt x="155737" y="88524"/>
                  </a:lnTo>
                  <a:lnTo>
                    <a:pt x="159016" y="90164"/>
                  </a:lnTo>
                  <a:lnTo>
                    <a:pt x="160655" y="95082"/>
                  </a:lnTo>
                  <a:lnTo>
                    <a:pt x="155737" y="96721"/>
                  </a:lnTo>
                  <a:lnTo>
                    <a:pt x="152458" y="96721"/>
                  </a:lnTo>
                  <a:lnTo>
                    <a:pt x="152458" y="93442"/>
                  </a:lnTo>
                  <a:lnTo>
                    <a:pt x="149180" y="90164"/>
                  </a:lnTo>
                  <a:lnTo>
                    <a:pt x="145901" y="91803"/>
                  </a:lnTo>
                  <a:lnTo>
                    <a:pt x="145901" y="91803"/>
                  </a:lnTo>
                  <a:lnTo>
                    <a:pt x="140983" y="91803"/>
                  </a:lnTo>
                  <a:lnTo>
                    <a:pt x="140983" y="93442"/>
                  </a:lnTo>
                  <a:lnTo>
                    <a:pt x="139344" y="95082"/>
                  </a:lnTo>
                  <a:lnTo>
                    <a:pt x="136065" y="96721"/>
                  </a:lnTo>
                  <a:lnTo>
                    <a:pt x="134426" y="96721"/>
                  </a:lnTo>
                  <a:lnTo>
                    <a:pt x="131147" y="96721"/>
                  </a:lnTo>
                  <a:lnTo>
                    <a:pt x="129508" y="99999"/>
                  </a:lnTo>
                  <a:lnTo>
                    <a:pt x="126229" y="103278"/>
                  </a:lnTo>
                  <a:lnTo>
                    <a:pt x="122950" y="103278"/>
                  </a:lnTo>
                  <a:lnTo>
                    <a:pt x="121311" y="104917"/>
                  </a:lnTo>
                  <a:lnTo>
                    <a:pt x="116393" y="106557"/>
                  </a:lnTo>
                  <a:lnTo>
                    <a:pt x="113114" y="106557"/>
                  </a:lnTo>
                  <a:lnTo>
                    <a:pt x="109836" y="104917"/>
                  </a:lnTo>
                  <a:lnTo>
                    <a:pt x="106557" y="104917"/>
                  </a:lnTo>
                  <a:lnTo>
                    <a:pt x="106557" y="104917"/>
                  </a:lnTo>
                  <a:lnTo>
                    <a:pt x="104917" y="104917"/>
                  </a:lnTo>
                  <a:lnTo>
                    <a:pt x="101639" y="104917"/>
                  </a:lnTo>
                  <a:lnTo>
                    <a:pt x="98360" y="104917"/>
                  </a:lnTo>
                  <a:lnTo>
                    <a:pt x="96721" y="104917"/>
                  </a:lnTo>
                  <a:lnTo>
                    <a:pt x="93442" y="106557"/>
                  </a:lnTo>
                  <a:lnTo>
                    <a:pt x="88524" y="104917"/>
                  </a:lnTo>
                  <a:lnTo>
                    <a:pt x="86885" y="104917"/>
                  </a:lnTo>
                  <a:lnTo>
                    <a:pt x="86885" y="101639"/>
                  </a:lnTo>
                  <a:lnTo>
                    <a:pt x="86885" y="99999"/>
                  </a:lnTo>
                  <a:lnTo>
                    <a:pt x="85246" y="98360"/>
                  </a:lnTo>
                  <a:lnTo>
                    <a:pt x="83606" y="95082"/>
                  </a:lnTo>
                  <a:lnTo>
                    <a:pt x="80327" y="91803"/>
                  </a:lnTo>
                  <a:lnTo>
                    <a:pt x="77049" y="91803"/>
                  </a:lnTo>
                  <a:lnTo>
                    <a:pt x="77049" y="91803"/>
                  </a:lnTo>
                  <a:lnTo>
                    <a:pt x="73770" y="90164"/>
                  </a:lnTo>
                  <a:lnTo>
                    <a:pt x="68852" y="86885"/>
                  </a:lnTo>
                  <a:lnTo>
                    <a:pt x="65573" y="85245"/>
                  </a:lnTo>
                  <a:lnTo>
                    <a:pt x="62295" y="86885"/>
                  </a:lnTo>
                  <a:lnTo>
                    <a:pt x="60656" y="86885"/>
                  </a:lnTo>
                  <a:lnTo>
                    <a:pt x="59016" y="83606"/>
                  </a:lnTo>
                  <a:lnTo>
                    <a:pt x="59016" y="83606"/>
                  </a:lnTo>
                  <a:lnTo>
                    <a:pt x="59016" y="80327"/>
                  </a:lnTo>
                  <a:lnTo>
                    <a:pt x="59016" y="75409"/>
                  </a:lnTo>
                  <a:lnTo>
                    <a:pt x="59016" y="75409"/>
                  </a:lnTo>
                  <a:lnTo>
                    <a:pt x="59016" y="72131"/>
                  </a:lnTo>
                  <a:lnTo>
                    <a:pt x="63934" y="68852"/>
                  </a:lnTo>
                  <a:lnTo>
                    <a:pt x="62295" y="65573"/>
                  </a:lnTo>
                  <a:lnTo>
                    <a:pt x="59016" y="62295"/>
                  </a:lnTo>
                  <a:lnTo>
                    <a:pt x="54098" y="60655"/>
                  </a:lnTo>
                  <a:lnTo>
                    <a:pt x="54098" y="57377"/>
                  </a:lnTo>
                  <a:lnTo>
                    <a:pt x="54098" y="57377"/>
                  </a:lnTo>
                  <a:lnTo>
                    <a:pt x="49180" y="59016"/>
                  </a:lnTo>
                  <a:lnTo>
                    <a:pt x="45901" y="59016"/>
                  </a:lnTo>
                  <a:lnTo>
                    <a:pt x="42623" y="57377"/>
                  </a:lnTo>
                  <a:lnTo>
                    <a:pt x="37705" y="59016"/>
                  </a:lnTo>
                  <a:lnTo>
                    <a:pt x="34426" y="57377"/>
                  </a:lnTo>
                  <a:lnTo>
                    <a:pt x="31147" y="57377"/>
                  </a:lnTo>
                  <a:lnTo>
                    <a:pt x="31147" y="57377"/>
                  </a:lnTo>
                  <a:lnTo>
                    <a:pt x="31147" y="57377"/>
                  </a:lnTo>
                  <a:lnTo>
                    <a:pt x="27869" y="55737"/>
                  </a:lnTo>
                  <a:lnTo>
                    <a:pt x="24590" y="54098"/>
                  </a:lnTo>
                  <a:lnTo>
                    <a:pt x="21311" y="52459"/>
                  </a:lnTo>
                  <a:lnTo>
                    <a:pt x="18033" y="52459"/>
                  </a:lnTo>
                  <a:lnTo>
                    <a:pt x="13114" y="49180"/>
                  </a:lnTo>
                  <a:lnTo>
                    <a:pt x="11476" y="49180"/>
                  </a:lnTo>
                  <a:lnTo>
                    <a:pt x="9836" y="50819"/>
                  </a:lnTo>
                  <a:lnTo>
                    <a:pt x="9836" y="49180"/>
                  </a:lnTo>
                  <a:lnTo>
                    <a:pt x="9836" y="45901"/>
                  </a:lnTo>
                  <a:lnTo>
                    <a:pt x="8197" y="42623"/>
                  </a:lnTo>
                  <a:lnTo>
                    <a:pt x="8197" y="39344"/>
                  </a:lnTo>
                  <a:lnTo>
                    <a:pt x="6557" y="34426"/>
                  </a:lnTo>
                  <a:lnTo>
                    <a:pt x="3279" y="31147"/>
                  </a:lnTo>
                  <a:lnTo>
                    <a:pt x="1639" y="27869"/>
                  </a:lnTo>
                  <a:lnTo>
                    <a:pt x="1639" y="24590"/>
                  </a:lnTo>
                  <a:lnTo>
                    <a:pt x="1639" y="19672"/>
                  </a:lnTo>
                  <a:lnTo>
                    <a:pt x="1639" y="16393"/>
                  </a:lnTo>
                  <a:lnTo>
                    <a:pt x="0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34" name="Freeform 4033">
              <a:extLst>
                <a:ext uri="{FF2B5EF4-FFF2-40B4-BE49-F238E27FC236}">
                  <a16:creationId xmlns:a16="http://schemas.microsoft.com/office/drawing/2014/main" id="{A79F52EA-A70B-B24D-9E39-0382555AA66C}"/>
                </a:ext>
              </a:extLst>
            </p:cNvPr>
            <p:cNvSpPr/>
            <p:nvPr/>
          </p:nvSpPr>
          <p:spPr>
            <a:xfrm>
              <a:off x="6109114" y="2280479"/>
              <a:ext cx="231146" cy="234424"/>
            </a:xfrm>
            <a:custGeom>
              <a:avLst/>
              <a:gdLst>
                <a:gd name="connsiteX0" fmla="*/ 0 w 231146"/>
                <a:gd name="connsiteY0" fmla="*/ 91803 h 234424"/>
                <a:gd name="connsiteX1" fmla="*/ 3279 w 231146"/>
                <a:gd name="connsiteY1" fmla="*/ 91803 h 234424"/>
                <a:gd name="connsiteX2" fmla="*/ 6558 w 231146"/>
                <a:gd name="connsiteY2" fmla="*/ 93442 h 234424"/>
                <a:gd name="connsiteX3" fmla="*/ 9836 w 231146"/>
                <a:gd name="connsiteY3" fmla="*/ 88524 h 234424"/>
                <a:gd name="connsiteX4" fmla="*/ 9836 w 231146"/>
                <a:gd name="connsiteY4" fmla="*/ 85245 h 234424"/>
                <a:gd name="connsiteX5" fmla="*/ 13115 w 231146"/>
                <a:gd name="connsiteY5" fmla="*/ 85245 h 234424"/>
                <a:gd name="connsiteX6" fmla="*/ 11476 w 231146"/>
                <a:gd name="connsiteY6" fmla="*/ 81967 h 234424"/>
                <a:gd name="connsiteX7" fmla="*/ 11476 w 231146"/>
                <a:gd name="connsiteY7" fmla="*/ 81967 h 234424"/>
                <a:gd name="connsiteX8" fmla="*/ 9836 w 231146"/>
                <a:gd name="connsiteY8" fmla="*/ 77049 h 234424"/>
                <a:gd name="connsiteX9" fmla="*/ 13115 w 231146"/>
                <a:gd name="connsiteY9" fmla="*/ 77049 h 234424"/>
                <a:gd name="connsiteX10" fmla="*/ 14754 w 231146"/>
                <a:gd name="connsiteY10" fmla="*/ 73770 h 234424"/>
                <a:gd name="connsiteX11" fmla="*/ 18033 w 231146"/>
                <a:gd name="connsiteY11" fmla="*/ 73770 h 234424"/>
                <a:gd name="connsiteX12" fmla="*/ 19672 w 231146"/>
                <a:gd name="connsiteY12" fmla="*/ 73770 h 234424"/>
                <a:gd name="connsiteX13" fmla="*/ 19672 w 231146"/>
                <a:gd name="connsiteY13" fmla="*/ 73770 h 234424"/>
                <a:gd name="connsiteX14" fmla="*/ 22951 w 231146"/>
                <a:gd name="connsiteY14" fmla="*/ 70491 h 234424"/>
                <a:gd name="connsiteX15" fmla="*/ 22951 w 231146"/>
                <a:gd name="connsiteY15" fmla="*/ 65573 h 234424"/>
                <a:gd name="connsiteX16" fmla="*/ 24590 w 231146"/>
                <a:gd name="connsiteY16" fmla="*/ 62295 h 234424"/>
                <a:gd name="connsiteX17" fmla="*/ 26229 w 231146"/>
                <a:gd name="connsiteY17" fmla="*/ 59016 h 234424"/>
                <a:gd name="connsiteX18" fmla="*/ 26229 w 231146"/>
                <a:gd name="connsiteY18" fmla="*/ 59016 h 234424"/>
                <a:gd name="connsiteX19" fmla="*/ 29508 w 231146"/>
                <a:gd name="connsiteY19" fmla="*/ 55737 h 234424"/>
                <a:gd name="connsiteX20" fmla="*/ 32787 w 231146"/>
                <a:gd name="connsiteY20" fmla="*/ 54098 h 234424"/>
                <a:gd name="connsiteX21" fmla="*/ 34426 w 231146"/>
                <a:gd name="connsiteY21" fmla="*/ 50819 h 234424"/>
                <a:gd name="connsiteX22" fmla="*/ 34426 w 231146"/>
                <a:gd name="connsiteY22" fmla="*/ 47541 h 234424"/>
                <a:gd name="connsiteX23" fmla="*/ 34426 w 231146"/>
                <a:gd name="connsiteY23" fmla="*/ 47541 h 234424"/>
                <a:gd name="connsiteX24" fmla="*/ 34426 w 231146"/>
                <a:gd name="connsiteY24" fmla="*/ 45901 h 234424"/>
                <a:gd name="connsiteX25" fmla="*/ 31148 w 231146"/>
                <a:gd name="connsiteY25" fmla="*/ 42623 h 234424"/>
                <a:gd name="connsiteX26" fmla="*/ 32787 w 231146"/>
                <a:gd name="connsiteY26" fmla="*/ 42623 h 234424"/>
                <a:gd name="connsiteX27" fmla="*/ 31148 w 231146"/>
                <a:gd name="connsiteY27" fmla="*/ 39344 h 234424"/>
                <a:gd name="connsiteX28" fmla="*/ 36066 w 231146"/>
                <a:gd name="connsiteY28" fmla="*/ 39344 h 234424"/>
                <a:gd name="connsiteX29" fmla="*/ 36066 w 231146"/>
                <a:gd name="connsiteY29" fmla="*/ 39344 h 234424"/>
                <a:gd name="connsiteX30" fmla="*/ 40983 w 231146"/>
                <a:gd name="connsiteY30" fmla="*/ 39344 h 234424"/>
                <a:gd name="connsiteX31" fmla="*/ 40983 w 231146"/>
                <a:gd name="connsiteY31" fmla="*/ 39344 h 234424"/>
                <a:gd name="connsiteX32" fmla="*/ 44262 w 231146"/>
                <a:gd name="connsiteY32" fmla="*/ 39344 h 234424"/>
                <a:gd name="connsiteX33" fmla="*/ 47541 w 231146"/>
                <a:gd name="connsiteY33" fmla="*/ 37705 h 234424"/>
                <a:gd name="connsiteX34" fmla="*/ 49180 w 231146"/>
                <a:gd name="connsiteY34" fmla="*/ 37705 h 234424"/>
                <a:gd name="connsiteX35" fmla="*/ 52459 w 231146"/>
                <a:gd name="connsiteY35" fmla="*/ 39344 h 234424"/>
                <a:gd name="connsiteX36" fmla="*/ 55738 w 231146"/>
                <a:gd name="connsiteY36" fmla="*/ 37705 h 234424"/>
                <a:gd name="connsiteX37" fmla="*/ 59016 w 231146"/>
                <a:gd name="connsiteY37" fmla="*/ 36065 h 234424"/>
                <a:gd name="connsiteX38" fmla="*/ 60656 w 231146"/>
                <a:gd name="connsiteY38" fmla="*/ 36065 h 234424"/>
                <a:gd name="connsiteX39" fmla="*/ 62295 w 231146"/>
                <a:gd name="connsiteY39" fmla="*/ 32787 h 234424"/>
                <a:gd name="connsiteX40" fmla="*/ 63935 w 231146"/>
                <a:gd name="connsiteY40" fmla="*/ 31147 h 234424"/>
                <a:gd name="connsiteX41" fmla="*/ 63935 w 231146"/>
                <a:gd name="connsiteY41" fmla="*/ 29508 h 234424"/>
                <a:gd name="connsiteX42" fmla="*/ 67213 w 231146"/>
                <a:gd name="connsiteY42" fmla="*/ 27869 h 234424"/>
                <a:gd name="connsiteX43" fmla="*/ 72131 w 231146"/>
                <a:gd name="connsiteY43" fmla="*/ 27869 h 234424"/>
                <a:gd name="connsiteX44" fmla="*/ 73770 w 231146"/>
                <a:gd name="connsiteY44" fmla="*/ 26229 h 234424"/>
                <a:gd name="connsiteX45" fmla="*/ 77049 w 231146"/>
                <a:gd name="connsiteY45" fmla="*/ 26229 h 234424"/>
                <a:gd name="connsiteX46" fmla="*/ 78688 w 231146"/>
                <a:gd name="connsiteY46" fmla="*/ 27869 h 234424"/>
                <a:gd name="connsiteX47" fmla="*/ 83606 w 231146"/>
                <a:gd name="connsiteY47" fmla="*/ 27869 h 234424"/>
                <a:gd name="connsiteX48" fmla="*/ 85246 w 231146"/>
                <a:gd name="connsiteY48" fmla="*/ 27869 h 234424"/>
                <a:gd name="connsiteX49" fmla="*/ 86885 w 231146"/>
                <a:gd name="connsiteY49" fmla="*/ 27869 h 234424"/>
                <a:gd name="connsiteX50" fmla="*/ 86885 w 231146"/>
                <a:gd name="connsiteY50" fmla="*/ 27869 h 234424"/>
                <a:gd name="connsiteX51" fmla="*/ 90164 w 231146"/>
                <a:gd name="connsiteY51" fmla="*/ 24590 h 234424"/>
                <a:gd name="connsiteX52" fmla="*/ 93442 w 231146"/>
                <a:gd name="connsiteY52" fmla="*/ 26229 h 234424"/>
                <a:gd name="connsiteX53" fmla="*/ 93442 w 231146"/>
                <a:gd name="connsiteY53" fmla="*/ 22951 h 234424"/>
                <a:gd name="connsiteX54" fmla="*/ 93442 w 231146"/>
                <a:gd name="connsiteY54" fmla="*/ 21311 h 234424"/>
                <a:gd name="connsiteX55" fmla="*/ 93442 w 231146"/>
                <a:gd name="connsiteY55" fmla="*/ 19672 h 234424"/>
                <a:gd name="connsiteX56" fmla="*/ 96721 w 231146"/>
                <a:gd name="connsiteY56" fmla="*/ 18033 h 234424"/>
                <a:gd name="connsiteX57" fmla="*/ 98360 w 231146"/>
                <a:gd name="connsiteY57" fmla="*/ 18033 h 234424"/>
                <a:gd name="connsiteX58" fmla="*/ 100000 w 231146"/>
                <a:gd name="connsiteY58" fmla="*/ 18033 h 234424"/>
                <a:gd name="connsiteX59" fmla="*/ 103279 w 231146"/>
                <a:gd name="connsiteY59" fmla="*/ 19672 h 234424"/>
                <a:gd name="connsiteX60" fmla="*/ 106557 w 231146"/>
                <a:gd name="connsiteY60" fmla="*/ 19672 h 234424"/>
                <a:gd name="connsiteX61" fmla="*/ 111475 w 231146"/>
                <a:gd name="connsiteY61" fmla="*/ 16393 h 234424"/>
                <a:gd name="connsiteX62" fmla="*/ 114754 w 231146"/>
                <a:gd name="connsiteY62" fmla="*/ 18033 h 234424"/>
                <a:gd name="connsiteX63" fmla="*/ 114754 w 231146"/>
                <a:gd name="connsiteY63" fmla="*/ 16393 h 234424"/>
                <a:gd name="connsiteX64" fmla="*/ 114754 w 231146"/>
                <a:gd name="connsiteY64" fmla="*/ 16393 h 234424"/>
                <a:gd name="connsiteX65" fmla="*/ 119672 w 231146"/>
                <a:gd name="connsiteY65" fmla="*/ 16393 h 234424"/>
                <a:gd name="connsiteX66" fmla="*/ 122950 w 231146"/>
                <a:gd name="connsiteY66" fmla="*/ 16393 h 234424"/>
                <a:gd name="connsiteX67" fmla="*/ 124590 w 231146"/>
                <a:gd name="connsiteY67" fmla="*/ 16393 h 234424"/>
                <a:gd name="connsiteX68" fmla="*/ 127869 w 231146"/>
                <a:gd name="connsiteY68" fmla="*/ 16393 h 234424"/>
                <a:gd name="connsiteX69" fmla="*/ 131147 w 231146"/>
                <a:gd name="connsiteY69" fmla="*/ 14754 h 234424"/>
                <a:gd name="connsiteX70" fmla="*/ 134426 w 231146"/>
                <a:gd name="connsiteY70" fmla="*/ 14754 h 234424"/>
                <a:gd name="connsiteX71" fmla="*/ 137705 w 231146"/>
                <a:gd name="connsiteY71" fmla="*/ 13114 h 234424"/>
                <a:gd name="connsiteX72" fmla="*/ 140983 w 231146"/>
                <a:gd name="connsiteY72" fmla="*/ 9836 h 234424"/>
                <a:gd name="connsiteX73" fmla="*/ 144262 w 231146"/>
                <a:gd name="connsiteY73" fmla="*/ 9836 h 234424"/>
                <a:gd name="connsiteX74" fmla="*/ 147540 w 231146"/>
                <a:gd name="connsiteY74" fmla="*/ 9836 h 234424"/>
                <a:gd name="connsiteX75" fmla="*/ 150819 w 231146"/>
                <a:gd name="connsiteY75" fmla="*/ 9836 h 234424"/>
                <a:gd name="connsiteX76" fmla="*/ 155737 w 231146"/>
                <a:gd name="connsiteY76" fmla="*/ 8197 h 234424"/>
                <a:gd name="connsiteX77" fmla="*/ 157376 w 231146"/>
                <a:gd name="connsiteY77" fmla="*/ 13114 h 234424"/>
                <a:gd name="connsiteX78" fmla="*/ 160655 w 231146"/>
                <a:gd name="connsiteY78" fmla="*/ 14754 h 234424"/>
                <a:gd name="connsiteX79" fmla="*/ 163934 w 231146"/>
                <a:gd name="connsiteY79" fmla="*/ 18033 h 234424"/>
                <a:gd name="connsiteX80" fmla="*/ 165573 w 231146"/>
                <a:gd name="connsiteY80" fmla="*/ 18033 h 234424"/>
                <a:gd name="connsiteX81" fmla="*/ 170491 w 231146"/>
                <a:gd name="connsiteY81" fmla="*/ 16393 h 234424"/>
                <a:gd name="connsiteX82" fmla="*/ 172130 w 231146"/>
                <a:gd name="connsiteY82" fmla="*/ 16393 h 234424"/>
                <a:gd name="connsiteX83" fmla="*/ 177049 w 231146"/>
                <a:gd name="connsiteY83" fmla="*/ 18033 h 234424"/>
                <a:gd name="connsiteX84" fmla="*/ 180327 w 231146"/>
                <a:gd name="connsiteY84" fmla="*/ 21311 h 234424"/>
                <a:gd name="connsiteX85" fmla="*/ 181966 w 231146"/>
                <a:gd name="connsiteY85" fmla="*/ 22951 h 234424"/>
                <a:gd name="connsiteX86" fmla="*/ 183606 w 231146"/>
                <a:gd name="connsiteY86" fmla="*/ 22951 h 234424"/>
                <a:gd name="connsiteX87" fmla="*/ 188524 w 231146"/>
                <a:gd name="connsiteY87" fmla="*/ 21311 h 234424"/>
                <a:gd name="connsiteX88" fmla="*/ 190163 w 231146"/>
                <a:gd name="connsiteY88" fmla="*/ 21311 h 234424"/>
                <a:gd name="connsiteX89" fmla="*/ 193442 w 231146"/>
                <a:gd name="connsiteY89" fmla="*/ 19672 h 234424"/>
                <a:gd name="connsiteX90" fmla="*/ 196720 w 231146"/>
                <a:gd name="connsiteY90" fmla="*/ 19672 h 234424"/>
                <a:gd name="connsiteX91" fmla="*/ 199999 w 231146"/>
                <a:gd name="connsiteY91" fmla="*/ 19672 h 234424"/>
                <a:gd name="connsiteX92" fmla="*/ 204917 w 231146"/>
                <a:gd name="connsiteY92" fmla="*/ 19672 h 234424"/>
                <a:gd name="connsiteX93" fmla="*/ 206557 w 231146"/>
                <a:gd name="connsiteY93" fmla="*/ 19672 h 234424"/>
                <a:gd name="connsiteX94" fmla="*/ 209835 w 231146"/>
                <a:gd name="connsiteY94" fmla="*/ 18033 h 234424"/>
                <a:gd name="connsiteX95" fmla="*/ 213114 w 231146"/>
                <a:gd name="connsiteY95" fmla="*/ 16393 h 234424"/>
                <a:gd name="connsiteX96" fmla="*/ 213114 w 231146"/>
                <a:gd name="connsiteY96" fmla="*/ 11475 h 234424"/>
                <a:gd name="connsiteX97" fmla="*/ 213114 w 231146"/>
                <a:gd name="connsiteY97" fmla="*/ 8197 h 234424"/>
                <a:gd name="connsiteX98" fmla="*/ 209835 w 231146"/>
                <a:gd name="connsiteY98" fmla="*/ 4918 h 234424"/>
                <a:gd name="connsiteX99" fmla="*/ 213114 w 231146"/>
                <a:gd name="connsiteY99" fmla="*/ 0 h 234424"/>
                <a:gd name="connsiteX100" fmla="*/ 214753 w 231146"/>
                <a:gd name="connsiteY100" fmla="*/ 1639 h 234424"/>
                <a:gd name="connsiteX101" fmla="*/ 216393 w 231146"/>
                <a:gd name="connsiteY101" fmla="*/ 1639 h 234424"/>
                <a:gd name="connsiteX102" fmla="*/ 219672 w 231146"/>
                <a:gd name="connsiteY102" fmla="*/ 3279 h 234424"/>
                <a:gd name="connsiteX103" fmla="*/ 222950 w 231146"/>
                <a:gd name="connsiteY103" fmla="*/ 3279 h 234424"/>
                <a:gd name="connsiteX104" fmla="*/ 224589 w 231146"/>
                <a:gd name="connsiteY104" fmla="*/ 4918 h 234424"/>
                <a:gd name="connsiteX105" fmla="*/ 224589 w 231146"/>
                <a:gd name="connsiteY105" fmla="*/ 4918 h 234424"/>
                <a:gd name="connsiteX106" fmla="*/ 226229 w 231146"/>
                <a:gd name="connsiteY106" fmla="*/ 6557 h 234424"/>
                <a:gd name="connsiteX107" fmla="*/ 227868 w 231146"/>
                <a:gd name="connsiteY107" fmla="*/ 6557 h 234424"/>
                <a:gd name="connsiteX108" fmla="*/ 229507 w 231146"/>
                <a:gd name="connsiteY108" fmla="*/ 9836 h 234424"/>
                <a:gd name="connsiteX109" fmla="*/ 229507 w 231146"/>
                <a:gd name="connsiteY109" fmla="*/ 14754 h 234424"/>
                <a:gd name="connsiteX110" fmla="*/ 231147 w 231146"/>
                <a:gd name="connsiteY110" fmla="*/ 18033 h 234424"/>
                <a:gd name="connsiteX111" fmla="*/ 226229 w 231146"/>
                <a:gd name="connsiteY111" fmla="*/ 18033 h 234424"/>
                <a:gd name="connsiteX112" fmla="*/ 222950 w 231146"/>
                <a:gd name="connsiteY112" fmla="*/ 21311 h 234424"/>
                <a:gd name="connsiteX113" fmla="*/ 219672 w 231146"/>
                <a:gd name="connsiteY113" fmla="*/ 26229 h 234424"/>
                <a:gd name="connsiteX114" fmla="*/ 219672 w 231146"/>
                <a:gd name="connsiteY114" fmla="*/ 29508 h 234424"/>
                <a:gd name="connsiteX115" fmla="*/ 221310 w 231146"/>
                <a:gd name="connsiteY115" fmla="*/ 32787 h 234424"/>
                <a:gd name="connsiteX116" fmla="*/ 221310 w 231146"/>
                <a:gd name="connsiteY116" fmla="*/ 36065 h 234424"/>
                <a:gd name="connsiteX117" fmla="*/ 216393 w 231146"/>
                <a:gd name="connsiteY117" fmla="*/ 39344 h 234424"/>
                <a:gd name="connsiteX118" fmla="*/ 214753 w 231146"/>
                <a:gd name="connsiteY118" fmla="*/ 42623 h 234424"/>
                <a:gd name="connsiteX119" fmla="*/ 211475 w 231146"/>
                <a:gd name="connsiteY119" fmla="*/ 45901 h 234424"/>
                <a:gd name="connsiteX120" fmla="*/ 211475 w 231146"/>
                <a:gd name="connsiteY120" fmla="*/ 40983 h 234424"/>
                <a:gd name="connsiteX121" fmla="*/ 208196 w 231146"/>
                <a:gd name="connsiteY121" fmla="*/ 40983 h 234424"/>
                <a:gd name="connsiteX122" fmla="*/ 204917 w 231146"/>
                <a:gd name="connsiteY122" fmla="*/ 40983 h 234424"/>
                <a:gd name="connsiteX123" fmla="*/ 199999 w 231146"/>
                <a:gd name="connsiteY123" fmla="*/ 40983 h 234424"/>
                <a:gd name="connsiteX124" fmla="*/ 196720 w 231146"/>
                <a:gd name="connsiteY124" fmla="*/ 39344 h 234424"/>
                <a:gd name="connsiteX125" fmla="*/ 193442 w 231146"/>
                <a:gd name="connsiteY125" fmla="*/ 39344 h 234424"/>
                <a:gd name="connsiteX126" fmla="*/ 190163 w 231146"/>
                <a:gd name="connsiteY126" fmla="*/ 37705 h 234424"/>
                <a:gd name="connsiteX127" fmla="*/ 185245 w 231146"/>
                <a:gd name="connsiteY127" fmla="*/ 36065 h 234424"/>
                <a:gd name="connsiteX128" fmla="*/ 181966 w 231146"/>
                <a:gd name="connsiteY128" fmla="*/ 36065 h 234424"/>
                <a:gd name="connsiteX129" fmla="*/ 178688 w 231146"/>
                <a:gd name="connsiteY129" fmla="*/ 32787 h 234424"/>
                <a:gd name="connsiteX130" fmla="*/ 175409 w 231146"/>
                <a:gd name="connsiteY130" fmla="*/ 32787 h 234424"/>
                <a:gd name="connsiteX131" fmla="*/ 173770 w 231146"/>
                <a:gd name="connsiteY131" fmla="*/ 34426 h 234424"/>
                <a:gd name="connsiteX132" fmla="*/ 170491 w 231146"/>
                <a:gd name="connsiteY132" fmla="*/ 37705 h 234424"/>
                <a:gd name="connsiteX133" fmla="*/ 167213 w 231146"/>
                <a:gd name="connsiteY133" fmla="*/ 39344 h 234424"/>
                <a:gd name="connsiteX134" fmla="*/ 167213 w 231146"/>
                <a:gd name="connsiteY134" fmla="*/ 39344 h 234424"/>
                <a:gd name="connsiteX135" fmla="*/ 163934 w 231146"/>
                <a:gd name="connsiteY135" fmla="*/ 39344 h 234424"/>
                <a:gd name="connsiteX136" fmla="*/ 159016 w 231146"/>
                <a:gd name="connsiteY136" fmla="*/ 37705 h 234424"/>
                <a:gd name="connsiteX137" fmla="*/ 155737 w 231146"/>
                <a:gd name="connsiteY137" fmla="*/ 36065 h 234424"/>
                <a:gd name="connsiteX138" fmla="*/ 152459 w 231146"/>
                <a:gd name="connsiteY138" fmla="*/ 36065 h 234424"/>
                <a:gd name="connsiteX139" fmla="*/ 150819 w 231146"/>
                <a:gd name="connsiteY139" fmla="*/ 40983 h 234424"/>
                <a:gd name="connsiteX140" fmla="*/ 145901 w 231146"/>
                <a:gd name="connsiteY140" fmla="*/ 42623 h 234424"/>
                <a:gd name="connsiteX141" fmla="*/ 142623 w 231146"/>
                <a:gd name="connsiteY141" fmla="*/ 45901 h 234424"/>
                <a:gd name="connsiteX142" fmla="*/ 139344 w 231146"/>
                <a:gd name="connsiteY142" fmla="*/ 45901 h 234424"/>
                <a:gd name="connsiteX143" fmla="*/ 136065 w 231146"/>
                <a:gd name="connsiteY143" fmla="*/ 44262 h 234424"/>
                <a:gd name="connsiteX144" fmla="*/ 134426 w 231146"/>
                <a:gd name="connsiteY144" fmla="*/ 42623 h 234424"/>
                <a:gd name="connsiteX145" fmla="*/ 132786 w 231146"/>
                <a:gd name="connsiteY145" fmla="*/ 42623 h 234424"/>
                <a:gd name="connsiteX146" fmla="*/ 129508 w 231146"/>
                <a:gd name="connsiteY146" fmla="*/ 44262 h 234424"/>
                <a:gd name="connsiteX147" fmla="*/ 127869 w 231146"/>
                <a:gd name="connsiteY147" fmla="*/ 47541 h 234424"/>
                <a:gd name="connsiteX148" fmla="*/ 131147 w 231146"/>
                <a:gd name="connsiteY148" fmla="*/ 50819 h 234424"/>
                <a:gd name="connsiteX149" fmla="*/ 134426 w 231146"/>
                <a:gd name="connsiteY149" fmla="*/ 52459 h 234424"/>
                <a:gd name="connsiteX150" fmla="*/ 132786 w 231146"/>
                <a:gd name="connsiteY150" fmla="*/ 57377 h 234424"/>
                <a:gd name="connsiteX151" fmla="*/ 136065 w 231146"/>
                <a:gd name="connsiteY151" fmla="*/ 60655 h 234424"/>
                <a:gd name="connsiteX152" fmla="*/ 140983 w 231146"/>
                <a:gd name="connsiteY152" fmla="*/ 57377 h 234424"/>
                <a:gd name="connsiteX153" fmla="*/ 144262 w 231146"/>
                <a:gd name="connsiteY153" fmla="*/ 62295 h 234424"/>
                <a:gd name="connsiteX154" fmla="*/ 147540 w 231146"/>
                <a:gd name="connsiteY154" fmla="*/ 63934 h 234424"/>
                <a:gd name="connsiteX155" fmla="*/ 150819 w 231146"/>
                <a:gd name="connsiteY155" fmla="*/ 67213 h 234424"/>
                <a:gd name="connsiteX156" fmla="*/ 154098 w 231146"/>
                <a:gd name="connsiteY156" fmla="*/ 70491 h 234424"/>
                <a:gd name="connsiteX157" fmla="*/ 152459 w 231146"/>
                <a:gd name="connsiteY157" fmla="*/ 72131 h 234424"/>
                <a:gd name="connsiteX158" fmla="*/ 147540 w 231146"/>
                <a:gd name="connsiteY158" fmla="*/ 68852 h 234424"/>
                <a:gd name="connsiteX159" fmla="*/ 144262 w 231146"/>
                <a:gd name="connsiteY159" fmla="*/ 63934 h 234424"/>
                <a:gd name="connsiteX160" fmla="*/ 140983 w 231146"/>
                <a:gd name="connsiteY160" fmla="*/ 63934 h 234424"/>
                <a:gd name="connsiteX161" fmla="*/ 137705 w 231146"/>
                <a:gd name="connsiteY161" fmla="*/ 60655 h 234424"/>
                <a:gd name="connsiteX162" fmla="*/ 132786 w 231146"/>
                <a:gd name="connsiteY162" fmla="*/ 60655 h 234424"/>
                <a:gd name="connsiteX163" fmla="*/ 129508 w 231146"/>
                <a:gd name="connsiteY163" fmla="*/ 62295 h 234424"/>
                <a:gd name="connsiteX164" fmla="*/ 129508 w 231146"/>
                <a:gd name="connsiteY164" fmla="*/ 67213 h 234424"/>
                <a:gd name="connsiteX165" fmla="*/ 134426 w 231146"/>
                <a:gd name="connsiteY165" fmla="*/ 68852 h 234424"/>
                <a:gd name="connsiteX166" fmla="*/ 136065 w 231146"/>
                <a:gd name="connsiteY166" fmla="*/ 70491 h 234424"/>
                <a:gd name="connsiteX167" fmla="*/ 139344 w 231146"/>
                <a:gd name="connsiteY167" fmla="*/ 72131 h 234424"/>
                <a:gd name="connsiteX168" fmla="*/ 139344 w 231146"/>
                <a:gd name="connsiteY168" fmla="*/ 75409 h 234424"/>
                <a:gd name="connsiteX169" fmla="*/ 140983 w 231146"/>
                <a:gd name="connsiteY169" fmla="*/ 77049 h 234424"/>
                <a:gd name="connsiteX170" fmla="*/ 137705 w 231146"/>
                <a:gd name="connsiteY170" fmla="*/ 77049 h 234424"/>
                <a:gd name="connsiteX171" fmla="*/ 136065 w 231146"/>
                <a:gd name="connsiteY171" fmla="*/ 77049 h 234424"/>
                <a:gd name="connsiteX172" fmla="*/ 132786 w 231146"/>
                <a:gd name="connsiteY172" fmla="*/ 73770 h 234424"/>
                <a:gd name="connsiteX173" fmla="*/ 131147 w 231146"/>
                <a:gd name="connsiteY173" fmla="*/ 70491 h 234424"/>
                <a:gd name="connsiteX174" fmla="*/ 126229 w 231146"/>
                <a:gd name="connsiteY174" fmla="*/ 67213 h 234424"/>
                <a:gd name="connsiteX175" fmla="*/ 122950 w 231146"/>
                <a:gd name="connsiteY175" fmla="*/ 67213 h 234424"/>
                <a:gd name="connsiteX176" fmla="*/ 119672 w 231146"/>
                <a:gd name="connsiteY176" fmla="*/ 65573 h 234424"/>
                <a:gd name="connsiteX177" fmla="*/ 116393 w 231146"/>
                <a:gd name="connsiteY177" fmla="*/ 68852 h 234424"/>
                <a:gd name="connsiteX178" fmla="*/ 119672 w 231146"/>
                <a:gd name="connsiteY178" fmla="*/ 72131 h 234424"/>
                <a:gd name="connsiteX179" fmla="*/ 122950 w 231146"/>
                <a:gd name="connsiteY179" fmla="*/ 77049 h 234424"/>
                <a:gd name="connsiteX180" fmla="*/ 126229 w 231146"/>
                <a:gd name="connsiteY180" fmla="*/ 77049 h 234424"/>
                <a:gd name="connsiteX181" fmla="*/ 129508 w 231146"/>
                <a:gd name="connsiteY181" fmla="*/ 80327 h 234424"/>
                <a:gd name="connsiteX182" fmla="*/ 126229 w 231146"/>
                <a:gd name="connsiteY182" fmla="*/ 80327 h 234424"/>
                <a:gd name="connsiteX183" fmla="*/ 122950 w 231146"/>
                <a:gd name="connsiteY183" fmla="*/ 78688 h 234424"/>
                <a:gd name="connsiteX184" fmla="*/ 119672 w 231146"/>
                <a:gd name="connsiteY184" fmla="*/ 78688 h 234424"/>
                <a:gd name="connsiteX185" fmla="*/ 118032 w 231146"/>
                <a:gd name="connsiteY185" fmla="*/ 77049 h 234424"/>
                <a:gd name="connsiteX186" fmla="*/ 116393 w 231146"/>
                <a:gd name="connsiteY186" fmla="*/ 73770 h 234424"/>
                <a:gd name="connsiteX187" fmla="*/ 116393 w 231146"/>
                <a:gd name="connsiteY187" fmla="*/ 70491 h 234424"/>
                <a:gd name="connsiteX188" fmla="*/ 113115 w 231146"/>
                <a:gd name="connsiteY188" fmla="*/ 65573 h 234424"/>
                <a:gd name="connsiteX189" fmla="*/ 109836 w 231146"/>
                <a:gd name="connsiteY189" fmla="*/ 63934 h 234424"/>
                <a:gd name="connsiteX190" fmla="*/ 104918 w 231146"/>
                <a:gd name="connsiteY190" fmla="*/ 63934 h 234424"/>
                <a:gd name="connsiteX191" fmla="*/ 101639 w 231146"/>
                <a:gd name="connsiteY191" fmla="*/ 60655 h 234424"/>
                <a:gd name="connsiteX192" fmla="*/ 98360 w 231146"/>
                <a:gd name="connsiteY192" fmla="*/ 55737 h 234424"/>
                <a:gd name="connsiteX193" fmla="*/ 101639 w 231146"/>
                <a:gd name="connsiteY193" fmla="*/ 54098 h 234424"/>
                <a:gd name="connsiteX194" fmla="*/ 101639 w 231146"/>
                <a:gd name="connsiteY194" fmla="*/ 50819 h 234424"/>
                <a:gd name="connsiteX195" fmla="*/ 98360 w 231146"/>
                <a:gd name="connsiteY195" fmla="*/ 52459 h 234424"/>
                <a:gd name="connsiteX196" fmla="*/ 95082 w 231146"/>
                <a:gd name="connsiteY196" fmla="*/ 54098 h 234424"/>
                <a:gd name="connsiteX197" fmla="*/ 93442 w 231146"/>
                <a:gd name="connsiteY197" fmla="*/ 55737 h 234424"/>
                <a:gd name="connsiteX198" fmla="*/ 93442 w 231146"/>
                <a:gd name="connsiteY198" fmla="*/ 54098 h 234424"/>
                <a:gd name="connsiteX199" fmla="*/ 91803 w 231146"/>
                <a:gd name="connsiteY199" fmla="*/ 55737 h 234424"/>
                <a:gd name="connsiteX200" fmla="*/ 91803 w 231146"/>
                <a:gd name="connsiteY200" fmla="*/ 55737 h 234424"/>
                <a:gd name="connsiteX201" fmla="*/ 90164 w 231146"/>
                <a:gd name="connsiteY201" fmla="*/ 60655 h 234424"/>
                <a:gd name="connsiteX202" fmla="*/ 90164 w 231146"/>
                <a:gd name="connsiteY202" fmla="*/ 63934 h 234424"/>
                <a:gd name="connsiteX203" fmla="*/ 90164 w 231146"/>
                <a:gd name="connsiteY203" fmla="*/ 67213 h 234424"/>
                <a:gd name="connsiteX204" fmla="*/ 88525 w 231146"/>
                <a:gd name="connsiteY204" fmla="*/ 70491 h 234424"/>
                <a:gd name="connsiteX205" fmla="*/ 90164 w 231146"/>
                <a:gd name="connsiteY205" fmla="*/ 75409 h 234424"/>
                <a:gd name="connsiteX206" fmla="*/ 91803 w 231146"/>
                <a:gd name="connsiteY206" fmla="*/ 77049 h 234424"/>
                <a:gd name="connsiteX207" fmla="*/ 93442 w 231146"/>
                <a:gd name="connsiteY207" fmla="*/ 78688 h 234424"/>
                <a:gd name="connsiteX208" fmla="*/ 95082 w 231146"/>
                <a:gd name="connsiteY208" fmla="*/ 81967 h 234424"/>
                <a:gd name="connsiteX209" fmla="*/ 96721 w 231146"/>
                <a:gd name="connsiteY209" fmla="*/ 81967 h 234424"/>
                <a:gd name="connsiteX210" fmla="*/ 100000 w 231146"/>
                <a:gd name="connsiteY210" fmla="*/ 85245 h 234424"/>
                <a:gd name="connsiteX211" fmla="*/ 101639 w 231146"/>
                <a:gd name="connsiteY211" fmla="*/ 90164 h 234424"/>
                <a:gd name="connsiteX212" fmla="*/ 103279 w 231146"/>
                <a:gd name="connsiteY212" fmla="*/ 93442 h 234424"/>
                <a:gd name="connsiteX213" fmla="*/ 103279 w 231146"/>
                <a:gd name="connsiteY213" fmla="*/ 95081 h 234424"/>
                <a:gd name="connsiteX214" fmla="*/ 106557 w 231146"/>
                <a:gd name="connsiteY214" fmla="*/ 98360 h 234424"/>
                <a:gd name="connsiteX215" fmla="*/ 111475 w 231146"/>
                <a:gd name="connsiteY215" fmla="*/ 101639 h 234424"/>
                <a:gd name="connsiteX216" fmla="*/ 114754 w 231146"/>
                <a:gd name="connsiteY216" fmla="*/ 104917 h 234424"/>
                <a:gd name="connsiteX217" fmla="*/ 116393 w 231146"/>
                <a:gd name="connsiteY217" fmla="*/ 108196 h 234424"/>
                <a:gd name="connsiteX218" fmla="*/ 119672 w 231146"/>
                <a:gd name="connsiteY218" fmla="*/ 113114 h 234424"/>
                <a:gd name="connsiteX219" fmla="*/ 114754 w 231146"/>
                <a:gd name="connsiteY219" fmla="*/ 114754 h 234424"/>
                <a:gd name="connsiteX220" fmla="*/ 111475 w 231146"/>
                <a:gd name="connsiteY220" fmla="*/ 118032 h 234424"/>
                <a:gd name="connsiteX221" fmla="*/ 109836 w 231146"/>
                <a:gd name="connsiteY221" fmla="*/ 118032 h 234424"/>
                <a:gd name="connsiteX222" fmla="*/ 114754 w 231146"/>
                <a:gd name="connsiteY222" fmla="*/ 114754 h 234424"/>
                <a:gd name="connsiteX223" fmla="*/ 113115 w 231146"/>
                <a:gd name="connsiteY223" fmla="*/ 109836 h 234424"/>
                <a:gd name="connsiteX224" fmla="*/ 109836 w 231146"/>
                <a:gd name="connsiteY224" fmla="*/ 106557 h 234424"/>
                <a:gd name="connsiteX225" fmla="*/ 108196 w 231146"/>
                <a:gd name="connsiteY225" fmla="*/ 108196 h 234424"/>
                <a:gd name="connsiteX226" fmla="*/ 104918 w 231146"/>
                <a:gd name="connsiteY226" fmla="*/ 104917 h 234424"/>
                <a:gd name="connsiteX227" fmla="*/ 101639 w 231146"/>
                <a:gd name="connsiteY227" fmla="*/ 109836 h 234424"/>
                <a:gd name="connsiteX228" fmla="*/ 101639 w 231146"/>
                <a:gd name="connsiteY228" fmla="*/ 113114 h 234424"/>
                <a:gd name="connsiteX229" fmla="*/ 104918 w 231146"/>
                <a:gd name="connsiteY229" fmla="*/ 116393 h 234424"/>
                <a:gd name="connsiteX230" fmla="*/ 106557 w 231146"/>
                <a:gd name="connsiteY230" fmla="*/ 119671 h 234424"/>
                <a:gd name="connsiteX231" fmla="*/ 109836 w 231146"/>
                <a:gd name="connsiteY231" fmla="*/ 119671 h 234424"/>
                <a:gd name="connsiteX232" fmla="*/ 108196 w 231146"/>
                <a:gd name="connsiteY232" fmla="*/ 121311 h 234424"/>
                <a:gd name="connsiteX233" fmla="*/ 103279 w 231146"/>
                <a:gd name="connsiteY233" fmla="*/ 124589 h 234424"/>
                <a:gd name="connsiteX234" fmla="*/ 100000 w 231146"/>
                <a:gd name="connsiteY234" fmla="*/ 126229 h 234424"/>
                <a:gd name="connsiteX235" fmla="*/ 96721 w 231146"/>
                <a:gd name="connsiteY235" fmla="*/ 126229 h 234424"/>
                <a:gd name="connsiteX236" fmla="*/ 93442 w 231146"/>
                <a:gd name="connsiteY236" fmla="*/ 126229 h 234424"/>
                <a:gd name="connsiteX237" fmla="*/ 96721 w 231146"/>
                <a:gd name="connsiteY237" fmla="*/ 127868 h 234424"/>
                <a:gd name="connsiteX238" fmla="*/ 98360 w 231146"/>
                <a:gd name="connsiteY238" fmla="*/ 129508 h 234424"/>
                <a:gd name="connsiteX239" fmla="*/ 103279 w 231146"/>
                <a:gd name="connsiteY239" fmla="*/ 131147 h 234424"/>
                <a:gd name="connsiteX240" fmla="*/ 106557 w 231146"/>
                <a:gd name="connsiteY240" fmla="*/ 132786 h 234424"/>
                <a:gd name="connsiteX241" fmla="*/ 109836 w 231146"/>
                <a:gd name="connsiteY241" fmla="*/ 132786 h 234424"/>
                <a:gd name="connsiteX242" fmla="*/ 111475 w 231146"/>
                <a:gd name="connsiteY242" fmla="*/ 136065 h 234424"/>
                <a:gd name="connsiteX243" fmla="*/ 114754 w 231146"/>
                <a:gd name="connsiteY243" fmla="*/ 134426 h 234424"/>
                <a:gd name="connsiteX244" fmla="*/ 119672 w 231146"/>
                <a:gd name="connsiteY244" fmla="*/ 136065 h 234424"/>
                <a:gd name="connsiteX245" fmla="*/ 118032 w 231146"/>
                <a:gd name="connsiteY245" fmla="*/ 140983 h 234424"/>
                <a:gd name="connsiteX246" fmla="*/ 119672 w 231146"/>
                <a:gd name="connsiteY246" fmla="*/ 142622 h 234424"/>
                <a:gd name="connsiteX247" fmla="*/ 122950 w 231146"/>
                <a:gd name="connsiteY247" fmla="*/ 142622 h 234424"/>
                <a:gd name="connsiteX248" fmla="*/ 126229 w 231146"/>
                <a:gd name="connsiteY248" fmla="*/ 144261 h 234424"/>
                <a:gd name="connsiteX249" fmla="*/ 129508 w 231146"/>
                <a:gd name="connsiteY249" fmla="*/ 144261 h 234424"/>
                <a:gd name="connsiteX250" fmla="*/ 132786 w 231146"/>
                <a:gd name="connsiteY250" fmla="*/ 147540 h 234424"/>
                <a:gd name="connsiteX251" fmla="*/ 134426 w 231146"/>
                <a:gd name="connsiteY251" fmla="*/ 150819 h 234424"/>
                <a:gd name="connsiteX252" fmla="*/ 136065 w 231146"/>
                <a:gd name="connsiteY252" fmla="*/ 150819 h 234424"/>
                <a:gd name="connsiteX253" fmla="*/ 139344 w 231146"/>
                <a:gd name="connsiteY253" fmla="*/ 150819 h 234424"/>
                <a:gd name="connsiteX254" fmla="*/ 142623 w 231146"/>
                <a:gd name="connsiteY254" fmla="*/ 152458 h 234424"/>
                <a:gd name="connsiteX255" fmla="*/ 145901 w 231146"/>
                <a:gd name="connsiteY255" fmla="*/ 155737 h 234424"/>
                <a:gd name="connsiteX256" fmla="*/ 147540 w 231146"/>
                <a:gd name="connsiteY256" fmla="*/ 159016 h 234424"/>
                <a:gd name="connsiteX257" fmla="*/ 145901 w 231146"/>
                <a:gd name="connsiteY257" fmla="*/ 163934 h 234424"/>
                <a:gd name="connsiteX258" fmla="*/ 145901 w 231146"/>
                <a:gd name="connsiteY258" fmla="*/ 167212 h 234424"/>
                <a:gd name="connsiteX259" fmla="*/ 147540 w 231146"/>
                <a:gd name="connsiteY259" fmla="*/ 170491 h 234424"/>
                <a:gd name="connsiteX260" fmla="*/ 149180 w 231146"/>
                <a:gd name="connsiteY260" fmla="*/ 172130 h 234424"/>
                <a:gd name="connsiteX261" fmla="*/ 149180 w 231146"/>
                <a:gd name="connsiteY261" fmla="*/ 177048 h 234424"/>
                <a:gd name="connsiteX262" fmla="*/ 147540 w 231146"/>
                <a:gd name="connsiteY262" fmla="*/ 180327 h 234424"/>
                <a:gd name="connsiteX263" fmla="*/ 147540 w 231146"/>
                <a:gd name="connsiteY263" fmla="*/ 180327 h 234424"/>
                <a:gd name="connsiteX264" fmla="*/ 144262 w 231146"/>
                <a:gd name="connsiteY264" fmla="*/ 177048 h 234424"/>
                <a:gd name="connsiteX265" fmla="*/ 140983 w 231146"/>
                <a:gd name="connsiteY265" fmla="*/ 173770 h 234424"/>
                <a:gd name="connsiteX266" fmla="*/ 137705 w 231146"/>
                <a:gd name="connsiteY266" fmla="*/ 172130 h 234424"/>
                <a:gd name="connsiteX267" fmla="*/ 134426 w 231146"/>
                <a:gd name="connsiteY267" fmla="*/ 168851 h 234424"/>
                <a:gd name="connsiteX268" fmla="*/ 131147 w 231146"/>
                <a:gd name="connsiteY268" fmla="*/ 167212 h 234424"/>
                <a:gd name="connsiteX269" fmla="*/ 127869 w 231146"/>
                <a:gd name="connsiteY269" fmla="*/ 163934 h 234424"/>
                <a:gd name="connsiteX270" fmla="*/ 122950 w 231146"/>
                <a:gd name="connsiteY270" fmla="*/ 165573 h 234424"/>
                <a:gd name="connsiteX271" fmla="*/ 119672 w 231146"/>
                <a:gd name="connsiteY271" fmla="*/ 165573 h 234424"/>
                <a:gd name="connsiteX272" fmla="*/ 116393 w 231146"/>
                <a:gd name="connsiteY272" fmla="*/ 167212 h 234424"/>
                <a:gd name="connsiteX273" fmla="*/ 113115 w 231146"/>
                <a:gd name="connsiteY273" fmla="*/ 168851 h 234424"/>
                <a:gd name="connsiteX274" fmla="*/ 109836 w 231146"/>
                <a:gd name="connsiteY274" fmla="*/ 168851 h 234424"/>
                <a:gd name="connsiteX275" fmla="*/ 111475 w 231146"/>
                <a:gd name="connsiteY275" fmla="*/ 172130 h 234424"/>
                <a:gd name="connsiteX276" fmla="*/ 114754 w 231146"/>
                <a:gd name="connsiteY276" fmla="*/ 172130 h 234424"/>
                <a:gd name="connsiteX277" fmla="*/ 114754 w 231146"/>
                <a:gd name="connsiteY277" fmla="*/ 175409 h 234424"/>
                <a:gd name="connsiteX278" fmla="*/ 116393 w 231146"/>
                <a:gd name="connsiteY278" fmla="*/ 177048 h 234424"/>
                <a:gd name="connsiteX279" fmla="*/ 116393 w 231146"/>
                <a:gd name="connsiteY279" fmla="*/ 181966 h 234424"/>
                <a:gd name="connsiteX280" fmla="*/ 118032 w 231146"/>
                <a:gd name="connsiteY280" fmla="*/ 183606 h 234424"/>
                <a:gd name="connsiteX281" fmla="*/ 121311 w 231146"/>
                <a:gd name="connsiteY281" fmla="*/ 185245 h 234424"/>
                <a:gd name="connsiteX282" fmla="*/ 122950 w 231146"/>
                <a:gd name="connsiteY282" fmla="*/ 181966 h 234424"/>
                <a:gd name="connsiteX283" fmla="*/ 124590 w 231146"/>
                <a:gd name="connsiteY283" fmla="*/ 185245 h 234424"/>
                <a:gd name="connsiteX284" fmla="*/ 129508 w 231146"/>
                <a:gd name="connsiteY284" fmla="*/ 188524 h 234424"/>
                <a:gd name="connsiteX285" fmla="*/ 127869 w 231146"/>
                <a:gd name="connsiteY285" fmla="*/ 190163 h 234424"/>
                <a:gd name="connsiteX286" fmla="*/ 124590 w 231146"/>
                <a:gd name="connsiteY286" fmla="*/ 190163 h 234424"/>
                <a:gd name="connsiteX287" fmla="*/ 119672 w 231146"/>
                <a:gd name="connsiteY287" fmla="*/ 191802 h 234424"/>
                <a:gd name="connsiteX288" fmla="*/ 118032 w 231146"/>
                <a:gd name="connsiteY288" fmla="*/ 195081 h 234424"/>
                <a:gd name="connsiteX289" fmla="*/ 114754 w 231146"/>
                <a:gd name="connsiteY289" fmla="*/ 193442 h 234424"/>
                <a:gd name="connsiteX290" fmla="*/ 116393 w 231146"/>
                <a:gd name="connsiteY290" fmla="*/ 190163 h 234424"/>
                <a:gd name="connsiteX291" fmla="*/ 111475 w 231146"/>
                <a:gd name="connsiteY291" fmla="*/ 188524 h 234424"/>
                <a:gd name="connsiteX292" fmla="*/ 108196 w 231146"/>
                <a:gd name="connsiteY292" fmla="*/ 186884 h 234424"/>
                <a:gd name="connsiteX293" fmla="*/ 104918 w 231146"/>
                <a:gd name="connsiteY293" fmla="*/ 186884 h 234424"/>
                <a:gd name="connsiteX294" fmla="*/ 101639 w 231146"/>
                <a:gd name="connsiteY294" fmla="*/ 183606 h 234424"/>
                <a:gd name="connsiteX295" fmla="*/ 101639 w 231146"/>
                <a:gd name="connsiteY295" fmla="*/ 186884 h 234424"/>
                <a:gd name="connsiteX296" fmla="*/ 101639 w 231146"/>
                <a:gd name="connsiteY296" fmla="*/ 190163 h 234424"/>
                <a:gd name="connsiteX297" fmla="*/ 103279 w 231146"/>
                <a:gd name="connsiteY297" fmla="*/ 193442 h 234424"/>
                <a:gd name="connsiteX298" fmla="*/ 106557 w 231146"/>
                <a:gd name="connsiteY298" fmla="*/ 198360 h 234424"/>
                <a:gd name="connsiteX299" fmla="*/ 108196 w 231146"/>
                <a:gd name="connsiteY299" fmla="*/ 201638 h 234424"/>
                <a:gd name="connsiteX300" fmla="*/ 109836 w 231146"/>
                <a:gd name="connsiteY300" fmla="*/ 204917 h 234424"/>
                <a:gd name="connsiteX301" fmla="*/ 111475 w 231146"/>
                <a:gd name="connsiteY301" fmla="*/ 208196 h 234424"/>
                <a:gd name="connsiteX302" fmla="*/ 113115 w 231146"/>
                <a:gd name="connsiteY302" fmla="*/ 211474 h 234424"/>
                <a:gd name="connsiteX303" fmla="*/ 113115 w 231146"/>
                <a:gd name="connsiteY303" fmla="*/ 214753 h 234424"/>
                <a:gd name="connsiteX304" fmla="*/ 114754 w 231146"/>
                <a:gd name="connsiteY304" fmla="*/ 218032 h 234424"/>
                <a:gd name="connsiteX305" fmla="*/ 113115 w 231146"/>
                <a:gd name="connsiteY305" fmla="*/ 222950 h 234424"/>
                <a:gd name="connsiteX306" fmla="*/ 114754 w 231146"/>
                <a:gd name="connsiteY306" fmla="*/ 226228 h 234424"/>
                <a:gd name="connsiteX307" fmla="*/ 118032 w 231146"/>
                <a:gd name="connsiteY307" fmla="*/ 229507 h 234424"/>
                <a:gd name="connsiteX308" fmla="*/ 119672 w 231146"/>
                <a:gd name="connsiteY308" fmla="*/ 232786 h 234424"/>
                <a:gd name="connsiteX309" fmla="*/ 118032 w 231146"/>
                <a:gd name="connsiteY309" fmla="*/ 234425 h 234424"/>
                <a:gd name="connsiteX310" fmla="*/ 114754 w 231146"/>
                <a:gd name="connsiteY310" fmla="*/ 231146 h 234424"/>
                <a:gd name="connsiteX311" fmla="*/ 111475 w 231146"/>
                <a:gd name="connsiteY311" fmla="*/ 229507 h 234424"/>
                <a:gd name="connsiteX312" fmla="*/ 108196 w 231146"/>
                <a:gd name="connsiteY312" fmla="*/ 226228 h 234424"/>
                <a:gd name="connsiteX313" fmla="*/ 106557 w 231146"/>
                <a:gd name="connsiteY313" fmla="*/ 221310 h 234424"/>
                <a:gd name="connsiteX314" fmla="*/ 104918 w 231146"/>
                <a:gd name="connsiteY314" fmla="*/ 218032 h 234424"/>
                <a:gd name="connsiteX315" fmla="*/ 101639 w 231146"/>
                <a:gd name="connsiteY315" fmla="*/ 218032 h 234424"/>
                <a:gd name="connsiteX316" fmla="*/ 96721 w 231146"/>
                <a:gd name="connsiteY316" fmla="*/ 218032 h 234424"/>
                <a:gd name="connsiteX317" fmla="*/ 95082 w 231146"/>
                <a:gd name="connsiteY317" fmla="*/ 222950 h 234424"/>
                <a:gd name="connsiteX318" fmla="*/ 95082 w 231146"/>
                <a:gd name="connsiteY318" fmla="*/ 224589 h 234424"/>
                <a:gd name="connsiteX319" fmla="*/ 93442 w 231146"/>
                <a:gd name="connsiteY319" fmla="*/ 229507 h 234424"/>
                <a:gd name="connsiteX320" fmla="*/ 95082 w 231146"/>
                <a:gd name="connsiteY320" fmla="*/ 232786 h 234424"/>
                <a:gd name="connsiteX321" fmla="*/ 91803 w 231146"/>
                <a:gd name="connsiteY321" fmla="*/ 232786 h 234424"/>
                <a:gd name="connsiteX322" fmla="*/ 90164 w 231146"/>
                <a:gd name="connsiteY322" fmla="*/ 227868 h 234424"/>
                <a:gd name="connsiteX323" fmla="*/ 90164 w 231146"/>
                <a:gd name="connsiteY323" fmla="*/ 224589 h 234424"/>
                <a:gd name="connsiteX324" fmla="*/ 88525 w 231146"/>
                <a:gd name="connsiteY324" fmla="*/ 221310 h 234424"/>
                <a:gd name="connsiteX325" fmla="*/ 88525 w 231146"/>
                <a:gd name="connsiteY325" fmla="*/ 219671 h 234424"/>
                <a:gd name="connsiteX326" fmla="*/ 86885 w 231146"/>
                <a:gd name="connsiteY326" fmla="*/ 216392 h 234424"/>
                <a:gd name="connsiteX327" fmla="*/ 81967 w 231146"/>
                <a:gd name="connsiteY327" fmla="*/ 214753 h 234424"/>
                <a:gd name="connsiteX328" fmla="*/ 80328 w 231146"/>
                <a:gd name="connsiteY328" fmla="*/ 209835 h 234424"/>
                <a:gd name="connsiteX329" fmla="*/ 80328 w 231146"/>
                <a:gd name="connsiteY329" fmla="*/ 208196 h 234424"/>
                <a:gd name="connsiteX330" fmla="*/ 75410 w 231146"/>
                <a:gd name="connsiteY330" fmla="*/ 208196 h 234424"/>
                <a:gd name="connsiteX331" fmla="*/ 73770 w 231146"/>
                <a:gd name="connsiteY331" fmla="*/ 211474 h 234424"/>
                <a:gd name="connsiteX332" fmla="*/ 73770 w 231146"/>
                <a:gd name="connsiteY332" fmla="*/ 216392 h 234424"/>
                <a:gd name="connsiteX333" fmla="*/ 73770 w 231146"/>
                <a:gd name="connsiteY333" fmla="*/ 219671 h 234424"/>
                <a:gd name="connsiteX334" fmla="*/ 70492 w 231146"/>
                <a:gd name="connsiteY334" fmla="*/ 219671 h 234424"/>
                <a:gd name="connsiteX335" fmla="*/ 67213 w 231146"/>
                <a:gd name="connsiteY335" fmla="*/ 218032 h 234424"/>
                <a:gd name="connsiteX336" fmla="*/ 65573 w 231146"/>
                <a:gd name="connsiteY336" fmla="*/ 214753 h 234424"/>
                <a:gd name="connsiteX337" fmla="*/ 65573 w 231146"/>
                <a:gd name="connsiteY337" fmla="*/ 213114 h 234424"/>
                <a:gd name="connsiteX338" fmla="*/ 63935 w 231146"/>
                <a:gd name="connsiteY338" fmla="*/ 209835 h 234424"/>
                <a:gd name="connsiteX339" fmla="*/ 60656 w 231146"/>
                <a:gd name="connsiteY339" fmla="*/ 206556 h 234424"/>
                <a:gd name="connsiteX340" fmla="*/ 59016 w 231146"/>
                <a:gd name="connsiteY340" fmla="*/ 201638 h 234424"/>
                <a:gd name="connsiteX341" fmla="*/ 62295 w 231146"/>
                <a:gd name="connsiteY341" fmla="*/ 198360 h 234424"/>
                <a:gd name="connsiteX342" fmla="*/ 63935 w 231146"/>
                <a:gd name="connsiteY342" fmla="*/ 195081 h 234424"/>
                <a:gd name="connsiteX343" fmla="*/ 63935 w 231146"/>
                <a:gd name="connsiteY343" fmla="*/ 191802 h 234424"/>
                <a:gd name="connsiteX344" fmla="*/ 60656 w 231146"/>
                <a:gd name="connsiteY344" fmla="*/ 188524 h 234424"/>
                <a:gd name="connsiteX345" fmla="*/ 59016 w 231146"/>
                <a:gd name="connsiteY345" fmla="*/ 185245 h 234424"/>
                <a:gd name="connsiteX346" fmla="*/ 55738 w 231146"/>
                <a:gd name="connsiteY346" fmla="*/ 181966 h 234424"/>
                <a:gd name="connsiteX347" fmla="*/ 50820 w 231146"/>
                <a:gd name="connsiteY347" fmla="*/ 180327 h 234424"/>
                <a:gd name="connsiteX348" fmla="*/ 49180 w 231146"/>
                <a:gd name="connsiteY348" fmla="*/ 177048 h 234424"/>
                <a:gd name="connsiteX349" fmla="*/ 45902 w 231146"/>
                <a:gd name="connsiteY349" fmla="*/ 173770 h 234424"/>
                <a:gd name="connsiteX350" fmla="*/ 42623 w 231146"/>
                <a:gd name="connsiteY350" fmla="*/ 168851 h 234424"/>
                <a:gd name="connsiteX351" fmla="*/ 45902 w 231146"/>
                <a:gd name="connsiteY351" fmla="*/ 167212 h 234424"/>
                <a:gd name="connsiteX352" fmla="*/ 49180 w 231146"/>
                <a:gd name="connsiteY352" fmla="*/ 163934 h 234424"/>
                <a:gd name="connsiteX353" fmla="*/ 50820 w 231146"/>
                <a:gd name="connsiteY353" fmla="*/ 159016 h 234424"/>
                <a:gd name="connsiteX354" fmla="*/ 50820 w 231146"/>
                <a:gd name="connsiteY354" fmla="*/ 159016 h 234424"/>
                <a:gd name="connsiteX355" fmla="*/ 54098 w 231146"/>
                <a:gd name="connsiteY355" fmla="*/ 157376 h 234424"/>
                <a:gd name="connsiteX356" fmla="*/ 59016 w 231146"/>
                <a:gd name="connsiteY356" fmla="*/ 159016 h 234424"/>
                <a:gd name="connsiteX357" fmla="*/ 62295 w 231146"/>
                <a:gd name="connsiteY357" fmla="*/ 157376 h 234424"/>
                <a:gd name="connsiteX358" fmla="*/ 63935 w 231146"/>
                <a:gd name="connsiteY358" fmla="*/ 152458 h 234424"/>
                <a:gd name="connsiteX359" fmla="*/ 67213 w 231146"/>
                <a:gd name="connsiteY359" fmla="*/ 150819 h 234424"/>
                <a:gd name="connsiteX360" fmla="*/ 70492 w 231146"/>
                <a:gd name="connsiteY360" fmla="*/ 150819 h 234424"/>
                <a:gd name="connsiteX361" fmla="*/ 75410 w 231146"/>
                <a:gd name="connsiteY361" fmla="*/ 152458 h 234424"/>
                <a:gd name="connsiteX362" fmla="*/ 78688 w 231146"/>
                <a:gd name="connsiteY362" fmla="*/ 154098 h 234424"/>
                <a:gd name="connsiteX363" fmla="*/ 81967 w 231146"/>
                <a:gd name="connsiteY363" fmla="*/ 157376 h 234424"/>
                <a:gd name="connsiteX364" fmla="*/ 86885 w 231146"/>
                <a:gd name="connsiteY364" fmla="*/ 159016 h 234424"/>
                <a:gd name="connsiteX365" fmla="*/ 86885 w 231146"/>
                <a:gd name="connsiteY365" fmla="*/ 159016 h 234424"/>
                <a:gd name="connsiteX366" fmla="*/ 91803 w 231146"/>
                <a:gd name="connsiteY366" fmla="*/ 159016 h 234424"/>
                <a:gd name="connsiteX367" fmla="*/ 95082 w 231146"/>
                <a:gd name="connsiteY367" fmla="*/ 160655 h 234424"/>
                <a:gd name="connsiteX368" fmla="*/ 98360 w 231146"/>
                <a:gd name="connsiteY368" fmla="*/ 162294 h 234424"/>
                <a:gd name="connsiteX369" fmla="*/ 103279 w 231146"/>
                <a:gd name="connsiteY369" fmla="*/ 167212 h 234424"/>
                <a:gd name="connsiteX370" fmla="*/ 103279 w 231146"/>
                <a:gd name="connsiteY370" fmla="*/ 167212 h 234424"/>
                <a:gd name="connsiteX371" fmla="*/ 106557 w 231146"/>
                <a:gd name="connsiteY371" fmla="*/ 168851 h 234424"/>
                <a:gd name="connsiteX372" fmla="*/ 106557 w 231146"/>
                <a:gd name="connsiteY372" fmla="*/ 163934 h 234424"/>
                <a:gd name="connsiteX373" fmla="*/ 109836 w 231146"/>
                <a:gd name="connsiteY373" fmla="*/ 162294 h 234424"/>
                <a:gd name="connsiteX374" fmla="*/ 113115 w 231146"/>
                <a:gd name="connsiteY374" fmla="*/ 162294 h 234424"/>
                <a:gd name="connsiteX375" fmla="*/ 114754 w 231146"/>
                <a:gd name="connsiteY375" fmla="*/ 162294 h 234424"/>
                <a:gd name="connsiteX376" fmla="*/ 116393 w 231146"/>
                <a:gd name="connsiteY376" fmla="*/ 159016 h 234424"/>
                <a:gd name="connsiteX377" fmla="*/ 113115 w 231146"/>
                <a:gd name="connsiteY377" fmla="*/ 155737 h 234424"/>
                <a:gd name="connsiteX378" fmla="*/ 109836 w 231146"/>
                <a:gd name="connsiteY378" fmla="*/ 155737 h 234424"/>
                <a:gd name="connsiteX379" fmla="*/ 106557 w 231146"/>
                <a:gd name="connsiteY379" fmla="*/ 155737 h 234424"/>
                <a:gd name="connsiteX380" fmla="*/ 101639 w 231146"/>
                <a:gd name="connsiteY380" fmla="*/ 155737 h 234424"/>
                <a:gd name="connsiteX381" fmla="*/ 98360 w 231146"/>
                <a:gd name="connsiteY381" fmla="*/ 152458 h 234424"/>
                <a:gd name="connsiteX382" fmla="*/ 96721 w 231146"/>
                <a:gd name="connsiteY382" fmla="*/ 149179 h 234424"/>
                <a:gd name="connsiteX383" fmla="*/ 93442 w 231146"/>
                <a:gd name="connsiteY383" fmla="*/ 152458 h 234424"/>
                <a:gd name="connsiteX384" fmla="*/ 91803 w 231146"/>
                <a:gd name="connsiteY384" fmla="*/ 149179 h 234424"/>
                <a:gd name="connsiteX385" fmla="*/ 86885 w 231146"/>
                <a:gd name="connsiteY385" fmla="*/ 145901 h 234424"/>
                <a:gd name="connsiteX386" fmla="*/ 86885 w 231146"/>
                <a:gd name="connsiteY386" fmla="*/ 149179 h 234424"/>
                <a:gd name="connsiteX387" fmla="*/ 83606 w 231146"/>
                <a:gd name="connsiteY387" fmla="*/ 150819 h 234424"/>
                <a:gd name="connsiteX388" fmla="*/ 80328 w 231146"/>
                <a:gd name="connsiteY388" fmla="*/ 150819 h 234424"/>
                <a:gd name="connsiteX389" fmla="*/ 75410 w 231146"/>
                <a:gd name="connsiteY389" fmla="*/ 147540 h 234424"/>
                <a:gd name="connsiteX390" fmla="*/ 72131 w 231146"/>
                <a:gd name="connsiteY390" fmla="*/ 147540 h 234424"/>
                <a:gd name="connsiteX391" fmla="*/ 68852 w 231146"/>
                <a:gd name="connsiteY391" fmla="*/ 149179 h 234424"/>
                <a:gd name="connsiteX392" fmla="*/ 65573 w 231146"/>
                <a:gd name="connsiteY392" fmla="*/ 149179 h 234424"/>
                <a:gd name="connsiteX393" fmla="*/ 62295 w 231146"/>
                <a:gd name="connsiteY393" fmla="*/ 149179 h 234424"/>
                <a:gd name="connsiteX394" fmla="*/ 57377 w 231146"/>
                <a:gd name="connsiteY394" fmla="*/ 150819 h 234424"/>
                <a:gd name="connsiteX395" fmla="*/ 54098 w 231146"/>
                <a:gd name="connsiteY395" fmla="*/ 152458 h 234424"/>
                <a:gd name="connsiteX396" fmla="*/ 50820 w 231146"/>
                <a:gd name="connsiteY396" fmla="*/ 147540 h 234424"/>
                <a:gd name="connsiteX397" fmla="*/ 50820 w 231146"/>
                <a:gd name="connsiteY397" fmla="*/ 145901 h 234424"/>
                <a:gd name="connsiteX398" fmla="*/ 49180 w 231146"/>
                <a:gd name="connsiteY398" fmla="*/ 144261 h 234424"/>
                <a:gd name="connsiteX399" fmla="*/ 49180 w 231146"/>
                <a:gd name="connsiteY399" fmla="*/ 145901 h 234424"/>
                <a:gd name="connsiteX400" fmla="*/ 45902 w 231146"/>
                <a:gd name="connsiteY400" fmla="*/ 149179 h 234424"/>
                <a:gd name="connsiteX401" fmla="*/ 42623 w 231146"/>
                <a:gd name="connsiteY401" fmla="*/ 152458 h 234424"/>
                <a:gd name="connsiteX402" fmla="*/ 42623 w 231146"/>
                <a:gd name="connsiteY402" fmla="*/ 147540 h 234424"/>
                <a:gd name="connsiteX403" fmla="*/ 40983 w 231146"/>
                <a:gd name="connsiteY403" fmla="*/ 144261 h 234424"/>
                <a:gd name="connsiteX404" fmla="*/ 37705 w 231146"/>
                <a:gd name="connsiteY404" fmla="*/ 140983 h 234424"/>
                <a:gd name="connsiteX405" fmla="*/ 36066 w 231146"/>
                <a:gd name="connsiteY405" fmla="*/ 137704 h 234424"/>
                <a:gd name="connsiteX406" fmla="*/ 34426 w 231146"/>
                <a:gd name="connsiteY406" fmla="*/ 136065 h 234424"/>
                <a:gd name="connsiteX407" fmla="*/ 34426 w 231146"/>
                <a:gd name="connsiteY407" fmla="*/ 136065 h 234424"/>
                <a:gd name="connsiteX408" fmla="*/ 32787 w 231146"/>
                <a:gd name="connsiteY408" fmla="*/ 132786 h 234424"/>
                <a:gd name="connsiteX409" fmla="*/ 29508 w 231146"/>
                <a:gd name="connsiteY409" fmla="*/ 131147 h 234424"/>
                <a:gd name="connsiteX410" fmla="*/ 27869 w 231146"/>
                <a:gd name="connsiteY410" fmla="*/ 127868 h 234424"/>
                <a:gd name="connsiteX411" fmla="*/ 27869 w 231146"/>
                <a:gd name="connsiteY411" fmla="*/ 124589 h 234424"/>
                <a:gd name="connsiteX412" fmla="*/ 27869 w 231146"/>
                <a:gd name="connsiteY412" fmla="*/ 122950 h 234424"/>
                <a:gd name="connsiteX413" fmla="*/ 31148 w 231146"/>
                <a:gd name="connsiteY413" fmla="*/ 122950 h 234424"/>
                <a:gd name="connsiteX414" fmla="*/ 34426 w 231146"/>
                <a:gd name="connsiteY414" fmla="*/ 122950 h 234424"/>
                <a:gd name="connsiteX415" fmla="*/ 37705 w 231146"/>
                <a:gd name="connsiteY415" fmla="*/ 126229 h 234424"/>
                <a:gd name="connsiteX416" fmla="*/ 40983 w 231146"/>
                <a:gd name="connsiteY416" fmla="*/ 126229 h 234424"/>
                <a:gd name="connsiteX417" fmla="*/ 42623 w 231146"/>
                <a:gd name="connsiteY417" fmla="*/ 121311 h 234424"/>
                <a:gd name="connsiteX418" fmla="*/ 39344 w 231146"/>
                <a:gd name="connsiteY418" fmla="*/ 119671 h 234424"/>
                <a:gd name="connsiteX419" fmla="*/ 36066 w 231146"/>
                <a:gd name="connsiteY419" fmla="*/ 121311 h 234424"/>
                <a:gd name="connsiteX420" fmla="*/ 32787 w 231146"/>
                <a:gd name="connsiteY420" fmla="*/ 118032 h 234424"/>
                <a:gd name="connsiteX421" fmla="*/ 29508 w 231146"/>
                <a:gd name="connsiteY421" fmla="*/ 116393 h 234424"/>
                <a:gd name="connsiteX422" fmla="*/ 27869 w 231146"/>
                <a:gd name="connsiteY422" fmla="*/ 119671 h 234424"/>
                <a:gd name="connsiteX423" fmla="*/ 27869 w 231146"/>
                <a:gd name="connsiteY423" fmla="*/ 122950 h 234424"/>
                <a:gd name="connsiteX424" fmla="*/ 26229 w 231146"/>
                <a:gd name="connsiteY424" fmla="*/ 119671 h 234424"/>
                <a:gd name="connsiteX425" fmla="*/ 22951 w 231146"/>
                <a:gd name="connsiteY425" fmla="*/ 116393 h 234424"/>
                <a:gd name="connsiteX426" fmla="*/ 18033 w 231146"/>
                <a:gd name="connsiteY426" fmla="*/ 113114 h 234424"/>
                <a:gd name="connsiteX427" fmla="*/ 16393 w 231146"/>
                <a:gd name="connsiteY427" fmla="*/ 109836 h 234424"/>
                <a:gd name="connsiteX428" fmla="*/ 13115 w 231146"/>
                <a:gd name="connsiteY428" fmla="*/ 108196 h 234424"/>
                <a:gd name="connsiteX429" fmla="*/ 11476 w 231146"/>
                <a:gd name="connsiteY429" fmla="*/ 108196 h 234424"/>
                <a:gd name="connsiteX430" fmla="*/ 9836 w 231146"/>
                <a:gd name="connsiteY430" fmla="*/ 103278 h 234424"/>
                <a:gd name="connsiteX431" fmla="*/ 8197 w 231146"/>
                <a:gd name="connsiteY431" fmla="*/ 99999 h 234424"/>
                <a:gd name="connsiteX432" fmla="*/ 4918 w 231146"/>
                <a:gd name="connsiteY432" fmla="*/ 96721 h 234424"/>
                <a:gd name="connsiteX433" fmla="*/ 3279 w 231146"/>
                <a:gd name="connsiteY433" fmla="*/ 93442 h 234424"/>
                <a:gd name="connsiteX434" fmla="*/ 0 w 231146"/>
                <a:gd name="connsiteY434" fmla="*/ 91803 h 234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</a:cxnLst>
              <a:rect l="l" t="t" r="r" b="b"/>
              <a:pathLst>
                <a:path w="231146" h="234424">
                  <a:moveTo>
                    <a:pt x="0" y="91803"/>
                  </a:moveTo>
                  <a:lnTo>
                    <a:pt x="3279" y="91803"/>
                  </a:lnTo>
                  <a:lnTo>
                    <a:pt x="6558" y="93442"/>
                  </a:lnTo>
                  <a:lnTo>
                    <a:pt x="9836" y="88524"/>
                  </a:lnTo>
                  <a:lnTo>
                    <a:pt x="9836" y="85245"/>
                  </a:lnTo>
                  <a:lnTo>
                    <a:pt x="13115" y="85245"/>
                  </a:lnTo>
                  <a:lnTo>
                    <a:pt x="11476" y="81967"/>
                  </a:lnTo>
                  <a:lnTo>
                    <a:pt x="11476" y="81967"/>
                  </a:lnTo>
                  <a:lnTo>
                    <a:pt x="9836" y="77049"/>
                  </a:lnTo>
                  <a:lnTo>
                    <a:pt x="13115" y="77049"/>
                  </a:lnTo>
                  <a:lnTo>
                    <a:pt x="14754" y="73770"/>
                  </a:lnTo>
                  <a:lnTo>
                    <a:pt x="18033" y="73770"/>
                  </a:lnTo>
                  <a:lnTo>
                    <a:pt x="19672" y="73770"/>
                  </a:lnTo>
                  <a:lnTo>
                    <a:pt x="19672" y="73770"/>
                  </a:lnTo>
                  <a:lnTo>
                    <a:pt x="22951" y="70491"/>
                  </a:lnTo>
                  <a:lnTo>
                    <a:pt x="22951" y="65573"/>
                  </a:lnTo>
                  <a:lnTo>
                    <a:pt x="24590" y="62295"/>
                  </a:lnTo>
                  <a:lnTo>
                    <a:pt x="26229" y="59016"/>
                  </a:lnTo>
                  <a:lnTo>
                    <a:pt x="26229" y="59016"/>
                  </a:lnTo>
                  <a:lnTo>
                    <a:pt x="29508" y="55737"/>
                  </a:lnTo>
                  <a:lnTo>
                    <a:pt x="32787" y="54098"/>
                  </a:lnTo>
                  <a:lnTo>
                    <a:pt x="34426" y="50819"/>
                  </a:lnTo>
                  <a:lnTo>
                    <a:pt x="34426" y="47541"/>
                  </a:lnTo>
                  <a:lnTo>
                    <a:pt x="34426" y="47541"/>
                  </a:lnTo>
                  <a:lnTo>
                    <a:pt x="34426" y="45901"/>
                  </a:lnTo>
                  <a:lnTo>
                    <a:pt x="31148" y="42623"/>
                  </a:lnTo>
                  <a:lnTo>
                    <a:pt x="32787" y="42623"/>
                  </a:lnTo>
                  <a:lnTo>
                    <a:pt x="31148" y="39344"/>
                  </a:lnTo>
                  <a:lnTo>
                    <a:pt x="36066" y="39344"/>
                  </a:lnTo>
                  <a:lnTo>
                    <a:pt x="36066" y="39344"/>
                  </a:lnTo>
                  <a:lnTo>
                    <a:pt x="40983" y="39344"/>
                  </a:lnTo>
                  <a:lnTo>
                    <a:pt x="40983" y="39344"/>
                  </a:lnTo>
                  <a:lnTo>
                    <a:pt x="44262" y="39344"/>
                  </a:lnTo>
                  <a:lnTo>
                    <a:pt x="47541" y="37705"/>
                  </a:lnTo>
                  <a:lnTo>
                    <a:pt x="49180" y="37705"/>
                  </a:lnTo>
                  <a:lnTo>
                    <a:pt x="52459" y="39344"/>
                  </a:lnTo>
                  <a:lnTo>
                    <a:pt x="55738" y="37705"/>
                  </a:lnTo>
                  <a:lnTo>
                    <a:pt x="59016" y="36065"/>
                  </a:lnTo>
                  <a:lnTo>
                    <a:pt x="60656" y="36065"/>
                  </a:lnTo>
                  <a:lnTo>
                    <a:pt x="62295" y="32787"/>
                  </a:lnTo>
                  <a:lnTo>
                    <a:pt x="63935" y="31147"/>
                  </a:lnTo>
                  <a:lnTo>
                    <a:pt x="63935" y="29508"/>
                  </a:lnTo>
                  <a:lnTo>
                    <a:pt x="67213" y="27869"/>
                  </a:lnTo>
                  <a:lnTo>
                    <a:pt x="72131" y="27869"/>
                  </a:lnTo>
                  <a:lnTo>
                    <a:pt x="73770" y="26229"/>
                  </a:lnTo>
                  <a:lnTo>
                    <a:pt x="77049" y="26229"/>
                  </a:lnTo>
                  <a:lnTo>
                    <a:pt x="78688" y="27869"/>
                  </a:lnTo>
                  <a:lnTo>
                    <a:pt x="83606" y="27869"/>
                  </a:lnTo>
                  <a:lnTo>
                    <a:pt x="85246" y="27869"/>
                  </a:lnTo>
                  <a:lnTo>
                    <a:pt x="86885" y="27869"/>
                  </a:lnTo>
                  <a:lnTo>
                    <a:pt x="86885" y="27869"/>
                  </a:lnTo>
                  <a:lnTo>
                    <a:pt x="90164" y="24590"/>
                  </a:lnTo>
                  <a:lnTo>
                    <a:pt x="93442" y="26229"/>
                  </a:lnTo>
                  <a:lnTo>
                    <a:pt x="93442" y="22951"/>
                  </a:lnTo>
                  <a:lnTo>
                    <a:pt x="93442" y="21311"/>
                  </a:lnTo>
                  <a:lnTo>
                    <a:pt x="93442" y="19672"/>
                  </a:lnTo>
                  <a:lnTo>
                    <a:pt x="96721" y="18033"/>
                  </a:lnTo>
                  <a:lnTo>
                    <a:pt x="98360" y="18033"/>
                  </a:lnTo>
                  <a:lnTo>
                    <a:pt x="100000" y="18033"/>
                  </a:lnTo>
                  <a:lnTo>
                    <a:pt x="103279" y="19672"/>
                  </a:lnTo>
                  <a:lnTo>
                    <a:pt x="106557" y="19672"/>
                  </a:lnTo>
                  <a:lnTo>
                    <a:pt x="111475" y="16393"/>
                  </a:lnTo>
                  <a:lnTo>
                    <a:pt x="114754" y="18033"/>
                  </a:lnTo>
                  <a:lnTo>
                    <a:pt x="114754" y="16393"/>
                  </a:lnTo>
                  <a:lnTo>
                    <a:pt x="114754" y="16393"/>
                  </a:lnTo>
                  <a:lnTo>
                    <a:pt x="119672" y="16393"/>
                  </a:lnTo>
                  <a:lnTo>
                    <a:pt x="122950" y="16393"/>
                  </a:lnTo>
                  <a:lnTo>
                    <a:pt x="124590" y="16393"/>
                  </a:lnTo>
                  <a:lnTo>
                    <a:pt x="127869" y="16393"/>
                  </a:lnTo>
                  <a:lnTo>
                    <a:pt x="131147" y="14754"/>
                  </a:lnTo>
                  <a:lnTo>
                    <a:pt x="134426" y="14754"/>
                  </a:lnTo>
                  <a:lnTo>
                    <a:pt x="137705" y="13114"/>
                  </a:lnTo>
                  <a:lnTo>
                    <a:pt x="140983" y="9836"/>
                  </a:lnTo>
                  <a:lnTo>
                    <a:pt x="144262" y="9836"/>
                  </a:lnTo>
                  <a:lnTo>
                    <a:pt x="147540" y="9836"/>
                  </a:lnTo>
                  <a:lnTo>
                    <a:pt x="150819" y="9836"/>
                  </a:lnTo>
                  <a:lnTo>
                    <a:pt x="155737" y="8197"/>
                  </a:lnTo>
                  <a:lnTo>
                    <a:pt x="157376" y="13114"/>
                  </a:lnTo>
                  <a:lnTo>
                    <a:pt x="160655" y="14754"/>
                  </a:lnTo>
                  <a:lnTo>
                    <a:pt x="163934" y="18033"/>
                  </a:lnTo>
                  <a:lnTo>
                    <a:pt x="165573" y="18033"/>
                  </a:lnTo>
                  <a:lnTo>
                    <a:pt x="170491" y="16393"/>
                  </a:lnTo>
                  <a:lnTo>
                    <a:pt x="172130" y="16393"/>
                  </a:lnTo>
                  <a:lnTo>
                    <a:pt x="177049" y="18033"/>
                  </a:lnTo>
                  <a:lnTo>
                    <a:pt x="180327" y="21311"/>
                  </a:lnTo>
                  <a:lnTo>
                    <a:pt x="181966" y="22951"/>
                  </a:lnTo>
                  <a:lnTo>
                    <a:pt x="183606" y="22951"/>
                  </a:lnTo>
                  <a:lnTo>
                    <a:pt x="188524" y="21311"/>
                  </a:lnTo>
                  <a:lnTo>
                    <a:pt x="190163" y="21311"/>
                  </a:lnTo>
                  <a:lnTo>
                    <a:pt x="193442" y="19672"/>
                  </a:lnTo>
                  <a:lnTo>
                    <a:pt x="196720" y="19672"/>
                  </a:lnTo>
                  <a:lnTo>
                    <a:pt x="199999" y="19672"/>
                  </a:lnTo>
                  <a:lnTo>
                    <a:pt x="204917" y="19672"/>
                  </a:lnTo>
                  <a:lnTo>
                    <a:pt x="206557" y="19672"/>
                  </a:lnTo>
                  <a:lnTo>
                    <a:pt x="209835" y="18033"/>
                  </a:lnTo>
                  <a:lnTo>
                    <a:pt x="213114" y="16393"/>
                  </a:lnTo>
                  <a:lnTo>
                    <a:pt x="213114" y="11475"/>
                  </a:lnTo>
                  <a:lnTo>
                    <a:pt x="213114" y="8197"/>
                  </a:lnTo>
                  <a:lnTo>
                    <a:pt x="209835" y="4918"/>
                  </a:lnTo>
                  <a:lnTo>
                    <a:pt x="213114" y="0"/>
                  </a:lnTo>
                  <a:lnTo>
                    <a:pt x="214753" y="1639"/>
                  </a:lnTo>
                  <a:lnTo>
                    <a:pt x="216393" y="1639"/>
                  </a:lnTo>
                  <a:lnTo>
                    <a:pt x="219672" y="3279"/>
                  </a:lnTo>
                  <a:lnTo>
                    <a:pt x="222950" y="3279"/>
                  </a:lnTo>
                  <a:lnTo>
                    <a:pt x="224589" y="4918"/>
                  </a:lnTo>
                  <a:lnTo>
                    <a:pt x="224589" y="4918"/>
                  </a:lnTo>
                  <a:lnTo>
                    <a:pt x="226229" y="6557"/>
                  </a:lnTo>
                  <a:lnTo>
                    <a:pt x="227868" y="6557"/>
                  </a:lnTo>
                  <a:lnTo>
                    <a:pt x="229507" y="9836"/>
                  </a:lnTo>
                  <a:lnTo>
                    <a:pt x="229507" y="14754"/>
                  </a:lnTo>
                  <a:lnTo>
                    <a:pt x="231147" y="18033"/>
                  </a:lnTo>
                  <a:lnTo>
                    <a:pt x="226229" y="18033"/>
                  </a:lnTo>
                  <a:lnTo>
                    <a:pt x="222950" y="21311"/>
                  </a:lnTo>
                  <a:lnTo>
                    <a:pt x="219672" y="26229"/>
                  </a:lnTo>
                  <a:lnTo>
                    <a:pt x="219672" y="29508"/>
                  </a:lnTo>
                  <a:lnTo>
                    <a:pt x="221310" y="32787"/>
                  </a:lnTo>
                  <a:lnTo>
                    <a:pt x="221310" y="36065"/>
                  </a:lnTo>
                  <a:lnTo>
                    <a:pt x="216393" y="39344"/>
                  </a:lnTo>
                  <a:lnTo>
                    <a:pt x="214753" y="42623"/>
                  </a:lnTo>
                  <a:lnTo>
                    <a:pt x="211475" y="45901"/>
                  </a:lnTo>
                  <a:lnTo>
                    <a:pt x="211475" y="40983"/>
                  </a:lnTo>
                  <a:lnTo>
                    <a:pt x="208196" y="40983"/>
                  </a:lnTo>
                  <a:lnTo>
                    <a:pt x="204917" y="40983"/>
                  </a:lnTo>
                  <a:lnTo>
                    <a:pt x="199999" y="40983"/>
                  </a:lnTo>
                  <a:lnTo>
                    <a:pt x="196720" y="39344"/>
                  </a:lnTo>
                  <a:lnTo>
                    <a:pt x="193442" y="39344"/>
                  </a:lnTo>
                  <a:lnTo>
                    <a:pt x="190163" y="37705"/>
                  </a:lnTo>
                  <a:lnTo>
                    <a:pt x="185245" y="36065"/>
                  </a:lnTo>
                  <a:lnTo>
                    <a:pt x="181966" y="36065"/>
                  </a:lnTo>
                  <a:lnTo>
                    <a:pt x="178688" y="32787"/>
                  </a:lnTo>
                  <a:lnTo>
                    <a:pt x="175409" y="32787"/>
                  </a:lnTo>
                  <a:lnTo>
                    <a:pt x="173770" y="34426"/>
                  </a:lnTo>
                  <a:lnTo>
                    <a:pt x="170491" y="37705"/>
                  </a:lnTo>
                  <a:lnTo>
                    <a:pt x="167213" y="39344"/>
                  </a:lnTo>
                  <a:lnTo>
                    <a:pt x="167213" y="39344"/>
                  </a:lnTo>
                  <a:lnTo>
                    <a:pt x="163934" y="39344"/>
                  </a:lnTo>
                  <a:lnTo>
                    <a:pt x="159016" y="37705"/>
                  </a:lnTo>
                  <a:lnTo>
                    <a:pt x="155737" y="36065"/>
                  </a:lnTo>
                  <a:lnTo>
                    <a:pt x="152459" y="36065"/>
                  </a:lnTo>
                  <a:lnTo>
                    <a:pt x="150819" y="40983"/>
                  </a:lnTo>
                  <a:lnTo>
                    <a:pt x="145901" y="42623"/>
                  </a:lnTo>
                  <a:lnTo>
                    <a:pt x="142623" y="45901"/>
                  </a:lnTo>
                  <a:lnTo>
                    <a:pt x="139344" y="45901"/>
                  </a:lnTo>
                  <a:lnTo>
                    <a:pt x="136065" y="44262"/>
                  </a:lnTo>
                  <a:lnTo>
                    <a:pt x="134426" y="42623"/>
                  </a:lnTo>
                  <a:lnTo>
                    <a:pt x="132786" y="42623"/>
                  </a:lnTo>
                  <a:lnTo>
                    <a:pt x="129508" y="44262"/>
                  </a:lnTo>
                  <a:lnTo>
                    <a:pt x="127869" y="47541"/>
                  </a:lnTo>
                  <a:lnTo>
                    <a:pt x="131147" y="50819"/>
                  </a:lnTo>
                  <a:lnTo>
                    <a:pt x="134426" y="52459"/>
                  </a:lnTo>
                  <a:lnTo>
                    <a:pt x="132786" y="57377"/>
                  </a:lnTo>
                  <a:lnTo>
                    <a:pt x="136065" y="60655"/>
                  </a:lnTo>
                  <a:lnTo>
                    <a:pt x="140983" y="57377"/>
                  </a:lnTo>
                  <a:lnTo>
                    <a:pt x="144262" y="62295"/>
                  </a:lnTo>
                  <a:lnTo>
                    <a:pt x="147540" y="63934"/>
                  </a:lnTo>
                  <a:lnTo>
                    <a:pt x="150819" y="67213"/>
                  </a:lnTo>
                  <a:lnTo>
                    <a:pt x="154098" y="70491"/>
                  </a:lnTo>
                  <a:lnTo>
                    <a:pt x="152459" y="72131"/>
                  </a:lnTo>
                  <a:lnTo>
                    <a:pt x="147540" y="68852"/>
                  </a:lnTo>
                  <a:lnTo>
                    <a:pt x="144262" y="63934"/>
                  </a:lnTo>
                  <a:lnTo>
                    <a:pt x="140983" y="63934"/>
                  </a:lnTo>
                  <a:lnTo>
                    <a:pt x="137705" y="60655"/>
                  </a:lnTo>
                  <a:lnTo>
                    <a:pt x="132786" y="60655"/>
                  </a:lnTo>
                  <a:lnTo>
                    <a:pt x="129508" y="62295"/>
                  </a:lnTo>
                  <a:lnTo>
                    <a:pt x="129508" y="67213"/>
                  </a:lnTo>
                  <a:lnTo>
                    <a:pt x="134426" y="68852"/>
                  </a:lnTo>
                  <a:lnTo>
                    <a:pt x="136065" y="70491"/>
                  </a:lnTo>
                  <a:lnTo>
                    <a:pt x="139344" y="72131"/>
                  </a:lnTo>
                  <a:lnTo>
                    <a:pt x="139344" y="75409"/>
                  </a:lnTo>
                  <a:lnTo>
                    <a:pt x="140983" y="77049"/>
                  </a:lnTo>
                  <a:lnTo>
                    <a:pt x="137705" y="77049"/>
                  </a:lnTo>
                  <a:lnTo>
                    <a:pt x="136065" y="77049"/>
                  </a:lnTo>
                  <a:lnTo>
                    <a:pt x="132786" y="73770"/>
                  </a:lnTo>
                  <a:lnTo>
                    <a:pt x="131147" y="70491"/>
                  </a:lnTo>
                  <a:lnTo>
                    <a:pt x="126229" y="67213"/>
                  </a:lnTo>
                  <a:lnTo>
                    <a:pt x="122950" y="67213"/>
                  </a:lnTo>
                  <a:lnTo>
                    <a:pt x="119672" y="65573"/>
                  </a:lnTo>
                  <a:lnTo>
                    <a:pt x="116393" y="68852"/>
                  </a:lnTo>
                  <a:lnTo>
                    <a:pt x="119672" y="72131"/>
                  </a:lnTo>
                  <a:lnTo>
                    <a:pt x="122950" y="77049"/>
                  </a:lnTo>
                  <a:lnTo>
                    <a:pt x="126229" y="77049"/>
                  </a:lnTo>
                  <a:lnTo>
                    <a:pt x="129508" y="80327"/>
                  </a:lnTo>
                  <a:lnTo>
                    <a:pt x="126229" y="80327"/>
                  </a:lnTo>
                  <a:lnTo>
                    <a:pt x="122950" y="78688"/>
                  </a:lnTo>
                  <a:lnTo>
                    <a:pt x="119672" y="78688"/>
                  </a:lnTo>
                  <a:lnTo>
                    <a:pt x="118032" y="77049"/>
                  </a:lnTo>
                  <a:lnTo>
                    <a:pt x="116393" y="73770"/>
                  </a:lnTo>
                  <a:lnTo>
                    <a:pt x="116393" y="70491"/>
                  </a:lnTo>
                  <a:lnTo>
                    <a:pt x="113115" y="65573"/>
                  </a:lnTo>
                  <a:lnTo>
                    <a:pt x="109836" y="63934"/>
                  </a:lnTo>
                  <a:lnTo>
                    <a:pt x="104918" y="63934"/>
                  </a:lnTo>
                  <a:lnTo>
                    <a:pt x="101639" y="60655"/>
                  </a:lnTo>
                  <a:lnTo>
                    <a:pt x="98360" y="55737"/>
                  </a:lnTo>
                  <a:lnTo>
                    <a:pt x="101639" y="54098"/>
                  </a:lnTo>
                  <a:lnTo>
                    <a:pt x="101639" y="50819"/>
                  </a:lnTo>
                  <a:lnTo>
                    <a:pt x="98360" y="52459"/>
                  </a:lnTo>
                  <a:lnTo>
                    <a:pt x="95082" y="54098"/>
                  </a:lnTo>
                  <a:lnTo>
                    <a:pt x="93442" y="55737"/>
                  </a:lnTo>
                  <a:lnTo>
                    <a:pt x="93442" y="54098"/>
                  </a:lnTo>
                  <a:lnTo>
                    <a:pt x="91803" y="55737"/>
                  </a:lnTo>
                  <a:lnTo>
                    <a:pt x="91803" y="55737"/>
                  </a:lnTo>
                  <a:lnTo>
                    <a:pt x="90164" y="60655"/>
                  </a:lnTo>
                  <a:lnTo>
                    <a:pt x="90164" y="63934"/>
                  </a:lnTo>
                  <a:lnTo>
                    <a:pt x="90164" y="67213"/>
                  </a:lnTo>
                  <a:lnTo>
                    <a:pt x="88525" y="70491"/>
                  </a:lnTo>
                  <a:lnTo>
                    <a:pt x="90164" y="75409"/>
                  </a:lnTo>
                  <a:lnTo>
                    <a:pt x="91803" y="77049"/>
                  </a:lnTo>
                  <a:lnTo>
                    <a:pt x="93442" y="78688"/>
                  </a:lnTo>
                  <a:lnTo>
                    <a:pt x="95082" y="81967"/>
                  </a:lnTo>
                  <a:lnTo>
                    <a:pt x="96721" y="81967"/>
                  </a:lnTo>
                  <a:lnTo>
                    <a:pt x="100000" y="85245"/>
                  </a:lnTo>
                  <a:lnTo>
                    <a:pt x="101639" y="90164"/>
                  </a:lnTo>
                  <a:lnTo>
                    <a:pt x="103279" y="93442"/>
                  </a:lnTo>
                  <a:lnTo>
                    <a:pt x="103279" y="95081"/>
                  </a:lnTo>
                  <a:lnTo>
                    <a:pt x="106557" y="98360"/>
                  </a:lnTo>
                  <a:lnTo>
                    <a:pt x="111475" y="101639"/>
                  </a:lnTo>
                  <a:lnTo>
                    <a:pt x="114754" y="104917"/>
                  </a:lnTo>
                  <a:lnTo>
                    <a:pt x="116393" y="108196"/>
                  </a:lnTo>
                  <a:lnTo>
                    <a:pt x="119672" y="113114"/>
                  </a:lnTo>
                  <a:lnTo>
                    <a:pt x="114754" y="114754"/>
                  </a:lnTo>
                  <a:lnTo>
                    <a:pt x="111475" y="118032"/>
                  </a:lnTo>
                  <a:lnTo>
                    <a:pt x="109836" y="118032"/>
                  </a:lnTo>
                  <a:lnTo>
                    <a:pt x="114754" y="114754"/>
                  </a:lnTo>
                  <a:lnTo>
                    <a:pt x="113115" y="109836"/>
                  </a:lnTo>
                  <a:lnTo>
                    <a:pt x="109836" y="106557"/>
                  </a:lnTo>
                  <a:lnTo>
                    <a:pt x="108196" y="108196"/>
                  </a:lnTo>
                  <a:lnTo>
                    <a:pt x="104918" y="104917"/>
                  </a:lnTo>
                  <a:lnTo>
                    <a:pt x="101639" y="109836"/>
                  </a:lnTo>
                  <a:lnTo>
                    <a:pt x="101639" y="113114"/>
                  </a:lnTo>
                  <a:lnTo>
                    <a:pt x="104918" y="116393"/>
                  </a:lnTo>
                  <a:lnTo>
                    <a:pt x="106557" y="119671"/>
                  </a:lnTo>
                  <a:lnTo>
                    <a:pt x="109836" y="119671"/>
                  </a:lnTo>
                  <a:lnTo>
                    <a:pt x="108196" y="121311"/>
                  </a:lnTo>
                  <a:lnTo>
                    <a:pt x="103279" y="124589"/>
                  </a:lnTo>
                  <a:lnTo>
                    <a:pt x="100000" y="126229"/>
                  </a:lnTo>
                  <a:lnTo>
                    <a:pt x="96721" y="126229"/>
                  </a:lnTo>
                  <a:lnTo>
                    <a:pt x="93442" y="126229"/>
                  </a:lnTo>
                  <a:lnTo>
                    <a:pt x="96721" y="127868"/>
                  </a:lnTo>
                  <a:lnTo>
                    <a:pt x="98360" y="129508"/>
                  </a:lnTo>
                  <a:lnTo>
                    <a:pt x="103279" y="131147"/>
                  </a:lnTo>
                  <a:lnTo>
                    <a:pt x="106557" y="132786"/>
                  </a:lnTo>
                  <a:lnTo>
                    <a:pt x="109836" y="132786"/>
                  </a:lnTo>
                  <a:lnTo>
                    <a:pt x="111475" y="136065"/>
                  </a:lnTo>
                  <a:lnTo>
                    <a:pt x="114754" y="134426"/>
                  </a:lnTo>
                  <a:lnTo>
                    <a:pt x="119672" y="136065"/>
                  </a:lnTo>
                  <a:lnTo>
                    <a:pt x="118032" y="140983"/>
                  </a:lnTo>
                  <a:lnTo>
                    <a:pt x="119672" y="142622"/>
                  </a:lnTo>
                  <a:lnTo>
                    <a:pt x="122950" y="142622"/>
                  </a:lnTo>
                  <a:lnTo>
                    <a:pt x="126229" y="144261"/>
                  </a:lnTo>
                  <a:lnTo>
                    <a:pt x="129508" y="144261"/>
                  </a:lnTo>
                  <a:lnTo>
                    <a:pt x="132786" y="147540"/>
                  </a:lnTo>
                  <a:lnTo>
                    <a:pt x="134426" y="150819"/>
                  </a:lnTo>
                  <a:lnTo>
                    <a:pt x="136065" y="150819"/>
                  </a:lnTo>
                  <a:lnTo>
                    <a:pt x="139344" y="150819"/>
                  </a:lnTo>
                  <a:lnTo>
                    <a:pt x="142623" y="152458"/>
                  </a:lnTo>
                  <a:lnTo>
                    <a:pt x="145901" y="155737"/>
                  </a:lnTo>
                  <a:lnTo>
                    <a:pt x="147540" y="159016"/>
                  </a:lnTo>
                  <a:lnTo>
                    <a:pt x="145901" y="163934"/>
                  </a:lnTo>
                  <a:lnTo>
                    <a:pt x="145901" y="167212"/>
                  </a:lnTo>
                  <a:lnTo>
                    <a:pt x="147540" y="170491"/>
                  </a:lnTo>
                  <a:lnTo>
                    <a:pt x="149180" y="172130"/>
                  </a:lnTo>
                  <a:lnTo>
                    <a:pt x="149180" y="177048"/>
                  </a:lnTo>
                  <a:lnTo>
                    <a:pt x="147540" y="180327"/>
                  </a:lnTo>
                  <a:lnTo>
                    <a:pt x="147540" y="180327"/>
                  </a:lnTo>
                  <a:lnTo>
                    <a:pt x="144262" y="177048"/>
                  </a:lnTo>
                  <a:lnTo>
                    <a:pt x="140983" y="173770"/>
                  </a:lnTo>
                  <a:lnTo>
                    <a:pt x="137705" y="172130"/>
                  </a:lnTo>
                  <a:lnTo>
                    <a:pt x="134426" y="168851"/>
                  </a:lnTo>
                  <a:lnTo>
                    <a:pt x="131147" y="167212"/>
                  </a:lnTo>
                  <a:lnTo>
                    <a:pt x="127869" y="163934"/>
                  </a:lnTo>
                  <a:lnTo>
                    <a:pt x="122950" y="165573"/>
                  </a:lnTo>
                  <a:lnTo>
                    <a:pt x="119672" y="165573"/>
                  </a:lnTo>
                  <a:lnTo>
                    <a:pt x="116393" y="167212"/>
                  </a:lnTo>
                  <a:lnTo>
                    <a:pt x="113115" y="168851"/>
                  </a:lnTo>
                  <a:lnTo>
                    <a:pt x="109836" y="168851"/>
                  </a:lnTo>
                  <a:lnTo>
                    <a:pt x="111475" y="172130"/>
                  </a:lnTo>
                  <a:lnTo>
                    <a:pt x="114754" y="172130"/>
                  </a:lnTo>
                  <a:lnTo>
                    <a:pt x="114754" y="175409"/>
                  </a:lnTo>
                  <a:lnTo>
                    <a:pt x="116393" y="177048"/>
                  </a:lnTo>
                  <a:lnTo>
                    <a:pt x="116393" y="181966"/>
                  </a:lnTo>
                  <a:lnTo>
                    <a:pt x="118032" y="183606"/>
                  </a:lnTo>
                  <a:lnTo>
                    <a:pt x="121311" y="185245"/>
                  </a:lnTo>
                  <a:lnTo>
                    <a:pt x="122950" y="181966"/>
                  </a:lnTo>
                  <a:lnTo>
                    <a:pt x="124590" y="185245"/>
                  </a:lnTo>
                  <a:lnTo>
                    <a:pt x="129508" y="188524"/>
                  </a:lnTo>
                  <a:lnTo>
                    <a:pt x="127869" y="190163"/>
                  </a:lnTo>
                  <a:lnTo>
                    <a:pt x="124590" y="190163"/>
                  </a:lnTo>
                  <a:lnTo>
                    <a:pt x="119672" y="191802"/>
                  </a:lnTo>
                  <a:lnTo>
                    <a:pt x="118032" y="195081"/>
                  </a:lnTo>
                  <a:lnTo>
                    <a:pt x="114754" y="193442"/>
                  </a:lnTo>
                  <a:lnTo>
                    <a:pt x="116393" y="190163"/>
                  </a:lnTo>
                  <a:lnTo>
                    <a:pt x="111475" y="188524"/>
                  </a:lnTo>
                  <a:lnTo>
                    <a:pt x="108196" y="186884"/>
                  </a:lnTo>
                  <a:lnTo>
                    <a:pt x="104918" y="186884"/>
                  </a:lnTo>
                  <a:lnTo>
                    <a:pt x="101639" y="183606"/>
                  </a:lnTo>
                  <a:lnTo>
                    <a:pt x="101639" y="186884"/>
                  </a:lnTo>
                  <a:lnTo>
                    <a:pt x="101639" y="190163"/>
                  </a:lnTo>
                  <a:lnTo>
                    <a:pt x="103279" y="193442"/>
                  </a:lnTo>
                  <a:lnTo>
                    <a:pt x="106557" y="198360"/>
                  </a:lnTo>
                  <a:lnTo>
                    <a:pt x="108196" y="201638"/>
                  </a:lnTo>
                  <a:lnTo>
                    <a:pt x="109836" y="204917"/>
                  </a:lnTo>
                  <a:lnTo>
                    <a:pt x="111475" y="208196"/>
                  </a:lnTo>
                  <a:lnTo>
                    <a:pt x="113115" y="211474"/>
                  </a:lnTo>
                  <a:lnTo>
                    <a:pt x="113115" y="214753"/>
                  </a:lnTo>
                  <a:lnTo>
                    <a:pt x="114754" y="218032"/>
                  </a:lnTo>
                  <a:lnTo>
                    <a:pt x="113115" y="222950"/>
                  </a:lnTo>
                  <a:lnTo>
                    <a:pt x="114754" y="226228"/>
                  </a:lnTo>
                  <a:lnTo>
                    <a:pt x="118032" y="229507"/>
                  </a:lnTo>
                  <a:lnTo>
                    <a:pt x="119672" y="232786"/>
                  </a:lnTo>
                  <a:lnTo>
                    <a:pt x="118032" y="234425"/>
                  </a:lnTo>
                  <a:lnTo>
                    <a:pt x="114754" y="231146"/>
                  </a:lnTo>
                  <a:lnTo>
                    <a:pt x="111475" y="229507"/>
                  </a:lnTo>
                  <a:lnTo>
                    <a:pt x="108196" y="226228"/>
                  </a:lnTo>
                  <a:lnTo>
                    <a:pt x="106557" y="221310"/>
                  </a:lnTo>
                  <a:lnTo>
                    <a:pt x="104918" y="218032"/>
                  </a:lnTo>
                  <a:lnTo>
                    <a:pt x="101639" y="218032"/>
                  </a:lnTo>
                  <a:lnTo>
                    <a:pt x="96721" y="218032"/>
                  </a:lnTo>
                  <a:lnTo>
                    <a:pt x="95082" y="222950"/>
                  </a:lnTo>
                  <a:lnTo>
                    <a:pt x="95082" y="224589"/>
                  </a:lnTo>
                  <a:lnTo>
                    <a:pt x="93442" y="229507"/>
                  </a:lnTo>
                  <a:lnTo>
                    <a:pt x="95082" y="232786"/>
                  </a:lnTo>
                  <a:lnTo>
                    <a:pt x="91803" y="232786"/>
                  </a:lnTo>
                  <a:lnTo>
                    <a:pt x="90164" y="227868"/>
                  </a:lnTo>
                  <a:lnTo>
                    <a:pt x="90164" y="224589"/>
                  </a:lnTo>
                  <a:lnTo>
                    <a:pt x="88525" y="221310"/>
                  </a:lnTo>
                  <a:lnTo>
                    <a:pt x="88525" y="219671"/>
                  </a:lnTo>
                  <a:lnTo>
                    <a:pt x="86885" y="216392"/>
                  </a:lnTo>
                  <a:lnTo>
                    <a:pt x="81967" y="214753"/>
                  </a:lnTo>
                  <a:lnTo>
                    <a:pt x="80328" y="209835"/>
                  </a:lnTo>
                  <a:lnTo>
                    <a:pt x="80328" y="208196"/>
                  </a:lnTo>
                  <a:lnTo>
                    <a:pt x="75410" y="208196"/>
                  </a:lnTo>
                  <a:lnTo>
                    <a:pt x="73770" y="211474"/>
                  </a:lnTo>
                  <a:lnTo>
                    <a:pt x="73770" y="216392"/>
                  </a:lnTo>
                  <a:lnTo>
                    <a:pt x="73770" y="219671"/>
                  </a:lnTo>
                  <a:lnTo>
                    <a:pt x="70492" y="219671"/>
                  </a:lnTo>
                  <a:lnTo>
                    <a:pt x="67213" y="218032"/>
                  </a:lnTo>
                  <a:lnTo>
                    <a:pt x="65573" y="214753"/>
                  </a:lnTo>
                  <a:lnTo>
                    <a:pt x="65573" y="213114"/>
                  </a:lnTo>
                  <a:lnTo>
                    <a:pt x="63935" y="209835"/>
                  </a:lnTo>
                  <a:lnTo>
                    <a:pt x="60656" y="206556"/>
                  </a:lnTo>
                  <a:lnTo>
                    <a:pt x="59016" y="201638"/>
                  </a:lnTo>
                  <a:lnTo>
                    <a:pt x="62295" y="198360"/>
                  </a:lnTo>
                  <a:lnTo>
                    <a:pt x="63935" y="195081"/>
                  </a:lnTo>
                  <a:lnTo>
                    <a:pt x="63935" y="191802"/>
                  </a:lnTo>
                  <a:lnTo>
                    <a:pt x="60656" y="188524"/>
                  </a:lnTo>
                  <a:lnTo>
                    <a:pt x="59016" y="185245"/>
                  </a:lnTo>
                  <a:lnTo>
                    <a:pt x="55738" y="181966"/>
                  </a:lnTo>
                  <a:lnTo>
                    <a:pt x="50820" y="180327"/>
                  </a:lnTo>
                  <a:lnTo>
                    <a:pt x="49180" y="177048"/>
                  </a:lnTo>
                  <a:lnTo>
                    <a:pt x="45902" y="173770"/>
                  </a:lnTo>
                  <a:lnTo>
                    <a:pt x="42623" y="168851"/>
                  </a:lnTo>
                  <a:lnTo>
                    <a:pt x="45902" y="167212"/>
                  </a:lnTo>
                  <a:lnTo>
                    <a:pt x="49180" y="163934"/>
                  </a:lnTo>
                  <a:lnTo>
                    <a:pt x="50820" y="159016"/>
                  </a:lnTo>
                  <a:lnTo>
                    <a:pt x="50820" y="159016"/>
                  </a:lnTo>
                  <a:lnTo>
                    <a:pt x="54098" y="157376"/>
                  </a:lnTo>
                  <a:lnTo>
                    <a:pt x="59016" y="159016"/>
                  </a:lnTo>
                  <a:lnTo>
                    <a:pt x="62295" y="157376"/>
                  </a:lnTo>
                  <a:lnTo>
                    <a:pt x="63935" y="152458"/>
                  </a:lnTo>
                  <a:lnTo>
                    <a:pt x="67213" y="150819"/>
                  </a:lnTo>
                  <a:lnTo>
                    <a:pt x="70492" y="150819"/>
                  </a:lnTo>
                  <a:lnTo>
                    <a:pt x="75410" y="152458"/>
                  </a:lnTo>
                  <a:lnTo>
                    <a:pt x="78688" y="154098"/>
                  </a:lnTo>
                  <a:lnTo>
                    <a:pt x="81967" y="157376"/>
                  </a:lnTo>
                  <a:lnTo>
                    <a:pt x="86885" y="159016"/>
                  </a:lnTo>
                  <a:lnTo>
                    <a:pt x="86885" y="159016"/>
                  </a:lnTo>
                  <a:lnTo>
                    <a:pt x="91803" y="159016"/>
                  </a:lnTo>
                  <a:lnTo>
                    <a:pt x="95082" y="160655"/>
                  </a:lnTo>
                  <a:lnTo>
                    <a:pt x="98360" y="162294"/>
                  </a:lnTo>
                  <a:lnTo>
                    <a:pt x="103279" y="167212"/>
                  </a:lnTo>
                  <a:lnTo>
                    <a:pt x="103279" y="167212"/>
                  </a:lnTo>
                  <a:lnTo>
                    <a:pt x="106557" y="168851"/>
                  </a:lnTo>
                  <a:lnTo>
                    <a:pt x="106557" y="163934"/>
                  </a:lnTo>
                  <a:lnTo>
                    <a:pt x="109836" y="162294"/>
                  </a:lnTo>
                  <a:lnTo>
                    <a:pt x="113115" y="162294"/>
                  </a:lnTo>
                  <a:lnTo>
                    <a:pt x="114754" y="162294"/>
                  </a:lnTo>
                  <a:lnTo>
                    <a:pt x="116393" y="159016"/>
                  </a:lnTo>
                  <a:lnTo>
                    <a:pt x="113115" y="155737"/>
                  </a:lnTo>
                  <a:lnTo>
                    <a:pt x="109836" y="155737"/>
                  </a:lnTo>
                  <a:lnTo>
                    <a:pt x="106557" y="155737"/>
                  </a:lnTo>
                  <a:lnTo>
                    <a:pt x="101639" y="155737"/>
                  </a:lnTo>
                  <a:lnTo>
                    <a:pt x="98360" y="152458"/>
                  </a:lnTo>
                  <a:lnTo>
                    <a:pt x="96721" y="149179"/>
                  </a:lnTo>
                  <a:lnTo>
                    <a:pt x="93442" y="152458"/>
                  </a:lnTo>
                  <a:lnTo>
                    <a:pt x="91803" y="149179"/>
                  </a:lnTo>
                  <a:lnTo>
                    <a:pt x="86885" y="145901"/>
                  </a:lnTo>
                  <a:lnTo>
                    <a:pt x="86885" y="149179"/>
                  </a:lnTo>
                  <a:lnTo>
                    <a:pt x="83606" y="150819"/>
                  </a:lnTo>
                  <a:lnTo>
                    <a:pt x="80328" y="150819"/>
                  </a:lnTo>
                  <a:lnTo>
                    <a:pt x="75410" y="147540"/>
                  </a:lnTo>
                  <a:lnTo>
                    <a:pt x="72131" y="147540"/>
                  </a:lnTo>
                  <a:lnTo>
                    <a:pt x="68852" y="149179"/>
                  </a:lnTo>
                  <a:lnTo>
                    <a:pt x="65573" y="149179"/>
                  </a:lnTo>
                  <a:lnTo>
                    <a:pt x="62295" y="149179"/>
                  </a:lnTo>
                  <a:lnTo>
                    <a:pt x="57377" y="150819"/>
                  </a:lnTo>
                  <a:lnTo>
                    <a:pt x="54098" y="152458"/>
                  </a:lnTo>
                  <a:lnTo>
                    <a:pt x="50820" y="147540"/>
                  </a:lnTo>
                  <a:lnTo>
                    <a:pt x="50820" y="145901"/>
                  </a:lnTo>
                  <a:lnTo>
                    <a:pt x="49180" y="144261"/>
                  </a:lnTo>
                  <a:lnTo>
                    <a:pt x="49180" y="145901"/>
                  </a:lnTo>
                  <a:lnTo>
                    <a:pt x="45902" y="149179"/>
                  </a:lnTo>
                  <a:lnTo>
                    <a:pt x="42623" y="152458"/>
                  </a:lnTo>
                  <a:lnTo>
                    <a:pt x="42623" y="147540"/>
                  </a:lnTo>
                  <a:lnTo>
                    <a:pt x="40983" y="144261"/>
                  </a:lnTo>
                  <a:lnTo>
                    <a:pt x="37705" y="140983"/>
                  </a:lnTo>
                  <a:lnTo>
                    <a:pt x="36066" y="137704"/>
                  </a:lnTo>
                  <a:lnTo>
                    <a:pt x="34426" y="136065"/>
                  </a:lnTo>
                  <a:lnTo>
                    <a:pt x="34426" y="136065"/>
                  </a:lnTo>
                  <a:lnTo>
                    <a:pt x="32787" y="132786"/>
                  </a:lnTo>
                  <a:lnTo>
                    <a:pt x="29508" y="131147"/>
                  </a:lnTo>
                  <a:lnTo>
                    <a:pt x="27869" y="127868"/>
                  </a:lnTo>
                  <a:lnTo>
                    <a:pt x="27869" y="124589"/>
                  </a:lnTo>
                  <a:lnTo>
                    <a:pt x="27869" y="122950"/>
                  </a:lnTo>
                  <a:lnTo>
                    <a:pt x="31148" y="122950"/>
                  </a:lnTo>
                  <a:lnTo>
                    <a:pt x="34426" y="122950"/>
                  </a:lnTo>
                  <a:lnTo>
                    <a:pt x="37705" y="126229"/>
                  </a:lnTo>
                  <a:lnTo>
                    <a:pt x="40983" y="126229"/>
                  </a:lnTo>
                  <a:lnTo>
                    <a:pt x="42623" y="121311"/>
                  </a:lnTo>
                  <a:lnTo>
                    <a:pt x="39344" y="119671"/>
                  </a:lnTo>
                  <a:lnTo>
                    <a:pt x="36066" y="121311"/>
                  </a:lnTo>
                  <a:lnTo>
                    <a:pt x="32787" y="118032"/>
                  </a:lnTo>
                  <a:lnTo>
                    <a:pt x="29508" y="116393"/>
                  </a:lnTo>
                  <a:lnTo>
                    <a:pt x="27869" y="119671"/>
                  </a:lnTo>
                  <a:lnTo>
                    <a:pt x="27869" y="122950"/>
                  </a:lnTo>
                  <a:lnTo>
                    <a:pt x="26229" y="119671"/>
                  </a:lnTo>
                  <a:lnTo>
                    <a:pt x="22951" y="116393"/>
                  </a:lnTo>
                  <a:lnTo>
                    <a:pt x="18033" y="113114"/>
                  </a:lnTo>
                  <a:lnTo>
                    <a:pt x="16393" y="109836"/>
                  </a:lnTo>
                  <a:lnTo>
                    <a:pt x="13115" y="108196"/>
                  </a:lnTo>
                  <a:lnTo>
                    <a:pt x="11476" y="108196"/>
                  </a:lnTo>
                  <a:lnTo>
                    <a:pt x="9836" y="103278"/>
                  </a:lnTo>
                  <a:lnTo>
                    <a:pt x="8197" y="99999"/>
                  </a:lnTo>
                  <a:lnTo>
                    <a:pt x="4918" y="96721"/>
                  </a:lnTo>
                  <a:lnTo>
                    <a:pt x="3279" y="93442"/>
                  </a:lnTo>
                  <a:lnTo>
                    <a:pt x="0" y="9180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35" name="Freeform 4034">
              <a:extLst>
                <a:ext uri="{FF2B5EF4-FFF2-40B4-BE49-F238E27FC236}">
                  <a16:creationId xmlns:a16="http://schemas.microsoft.com/office/drawing/2014/main" id="{B6FF39C9-0500-7945-8B4F-BD95D138F6F2}"/>
                </a:ext>
              </a:extLst>
            </p:cNvPr>
            <p:cNvSpPr/>
            <p:nvPr/>
          </p:nvSpPr>
          <p:spPr>
            <a:xfrm>
              <a:off x="6332064" y="4811615"/>
              <a:ext cx="296720" cy="299998"/>
            </a:xfrm>
            <a:custGeom>
              <a:avLst/>
              <a:gdLst>
                <a:gd name="connsiteX0" fmla="*/ 0 w 296720"/>
                <a:gd name="connsiteY0" fmla="*/ 96721 h 299998"/>
                <a:gd name="connsiteX1" fmla="*/ 0 w 296720"/>
                <a:gd name="connsiteY1" fmla="*/ 96721 h 299998"/>
                <a:gd name="connsiteX2" fmla="*/ 1639 w 296720"/>
                <a:gd name="connsiteY2" fmla="*/ 96721 h 299998"/>
                <a:gd name="connsiteX3" fmla="*/ 4918 w 296720"/>
                <a:gd name="connsiteY3" fmla="*/ 98360 h 299998"/>
                <a:gd name="connsiteX4" fmla="*/ 8197 w 296720"/>
                <a:gd name="connsiteY4" fmla="*/ 98360 h 299998"/>
                <a:gd name="connsiteX5" fmla="*/ 13115 w 296720"/>
                <a:gd name="connsiteY5" fmla="*/ 98360 h 299998"/>
                <a:gd name="connsiteX6" fmla="*/ 16393 w 296720"/>
                <a:gd name="connsiteY6" fmla="*/ 96721 h 299998"/>
                <a:gd name="connsiteX7" fmla="*/ 19672 w 296720"/>
                <a:gd name="connsiteY7" fmla="*/ 98360 h 299998"/>
                <a:gd name="connsiteX8" fmla="*/ 22951 w 296720"/>
                <a:gd name="connsiteY8" fmla="*/ 101639 h 299998"/>
                <a:gd name="connsiteX9" fmla="*/ 22951 w 296720"/>
                <a:gd name="connsiteY9" fmla="*/ 103278 h 299998"/>
                <a:gd name="connsiteX10" fmla="*/ 26229 w 296720"/>
                <a:gd name="connsiteY10" fmla="*/ 104917 h 299998"/>
                <a:gd name="connsiteX11" fmla="*/ 29508 w 296720"/>
                <a:gd name="connsiteY11" fmla="*/ 103278 h 299998"/>
                <a:gd name="connsiteX12" fmla="*/ 32787 w 296720"/>
                <a:gd name="connsiteY12" fmla="*/ 101639 h 299998"/>
                <a:gd name="connsiteX13" fmla="*/ 37705 w 296720"/>
                <a:gd name="connsiteY13" fmla="*/ 100000 h 299998"/>
                <a:gd name="connsiteX14" fmla="*/ 40983 w 296720"/>
                <a:gd name="connsiteY14" fmla="*/ 101639 h 299998"/>
                <a:gd name="connsiteX15" fmla="*/ 42623 w 296720"/>
                <a:gd name="connsiteY15" fmla="*/ 101639 h 299998"/>
                <a:gd name="connsiteX16" fmla="*/ 47541 w 296720"/>
                <a:gd name="connsiteY16" fmla="*/ 103278 h 299998"/>
                <a:gd name="connsiteX17" fmla="*/ 50820 w 296720"/>
                <a:gd name="connsiteY17" fmla="*/ 106557 h 299998"/>
                <a:gd name="connsiteX18" fmla="*/ 54098 w 296720"/>
                <a:gd name="connsiteY18" fmla="*/ 108196 h 299998"/>
                <a:gd name="connsiteX19" fmla="*/ 55737 w 296720"/>
                <a:gd name="connsiteY19" fmla="*/ 108196 h 299998"/>
                <a:gd name="connsiteX20" fmla="*/ 59016 w 296720"/>
                <a:gd name="connsiteY20" fmla="*/ 106557 h 299998"/>
                <a:gd name="connsiteX21" fmla="*/ 60656 w 296720"/>
                <a:gd name="connsiteY21" fmla="*/ 104917 h 299998"/>
                <a:gd name="connsiteX22" fmla="*/ 63934 w 296720"/>
                <a:gd name="connsiteY22" fmla="*/ 104917 h 299998"/>
                <a:gd name="connsiteX23" fmla="*/ 67213 w 296720"/>
                <a:gd name="connsiteY23" fmla="*/ 103278 h 299998"/>
                <a:gd name="connsiteX24" fmla="*/ 67213 w 296720"/>
                <a:gd name="connsiteY24" fmla="*/ 103278 h 299998"/>
                <a:gd name="connsiteX25" fmla="*/ 70492 w 296720"/>
                <a:gd name="connsiteY25" fmla="*/ 100000 h 299998"/>
                <a:gd name="connsiteX26" fmla="*/ 72131 w 296720"/>
                <a:gd name="connsiteY26" fmla="*/ 96721 h 299998"/>
                <a:gd name="connsiteX27" fmla="*/ 75410 w 296720"/>
                <a:gd name="connsiteY27" fmla="*/ 91803 h 299998"/>
                <a:gd name="connsiteX28" fmla="*/ 78688 w 296720"/>
                <a:gd name="connsiteY28" fmla="*/ 86885 h 299998"/>
                <a:gd name="connsiteX29" fmla="*/ 83606 w 296720"/>
                <a:gd name="connsiteY29" fmla="*/ 83606 h 299998"/>
                <a:gd name="connsiteX30" fmla="*/ 86885 w 296720"/>
                <a:gd name="connsiteY30" fmla="*/ 78688 h 299998"/>
                <a:gd name="connsiteX31" fmla="*/ 86885 w 296720"/>
                <a:gd name="connsiteY31" fmla="*/ 78688 h 299998"/>
                <a:gd name="connsiteX32" fmla="*/ 90164 w 296720"/>
                <a:gd name="connsiteY32" fmla="*/ 75410 h 299998"/>
                <a:gd name="connsiteX33" fmla="*/ 91803 w 296720"/>
                <a:gd name="connsiteY33" fmla="*/ 72131 h 299998"/>
                <a:gd name="connsiteX34" fmla="*/ 93442 w 296720"/>
                <a:gd name="connsiteY34" fmla="*/ 67213 h 299998"/>
                <a:gd name="connsiteX35" fmla="*/ 96721 w 296720"/>
                <a:gd name="connsiteY35" fmla="*/ 62295 h 299998"/>
                <a:gd name="connsiteX36" fmla="*/ 100000 w 296720"/>
                <a:gd name="connsiteY36" fmla="*/ 59016 h 299998"/>
                <a:gd name="connsiteX37" fmla="*/ 103279 w 296720"/>
                <a:gd name="connsiteY37" fmla="*/ 57377 h 299998"/>
                <a:gd name="connsiteX38" fmla="*/ 106557 w 296720"/>
                <a:gd name="connsiteY38" fmla="*/ 55737 h 299998"/>
                <a:gd name="connsiteX39" fmla="*/ 106557 w 296720"/>
                <a:gd name="connsiteY39" fmla="*/ 55737 h 299998"/>
                <a:gd name="connsiteX40" fmla="*/ 111475 w 296720"/>
                <a:gd name="connsiteY40" fmla="*/ 54098 h 299998"/>
                <a:gd name="connsiteX41" fmla="*/ 114754 w 296720"/>
                <a:gd name="connsiteY41" fmla="*/ 49180 h 299998"/>
                <a:gd name="connsiteX42" fmla="*/ 118032 w 296720"/>
                <a:gd name="connsiteY42" fmla="*/ 47541 h 299998"/>
                <a:gd name="connsiteX43" fmla="*/ 122950 w 296720"/>
                <a:gd name="connsiteY43" fmla="*/ 45901 h 299998"/>
                <a:gd name="connsiteX44" fmla="*/ 126229 w 296720"/>
                <a:gd name="connsiteY44" fmla="*/ 44262 h 299998"/>
                <a:gd name="connsiteX45" fmla="*/ 129508 w 296720"/>
                <a:gd name="connsiteY45" fmla="*/ 42623 h 299998"/>
                <a:gd name="connsiteX46" fmla="*/ 132786 w 296720"/>
                <a:gd name="connsiteY46" fmla="*/ 40983 h 299998"/>
                <a:gd name="connsiteX47" fmla="*/ 134426 w 296720"/>
                <a:gd name="connsiteY47" fmla="*/ 40983 h 299998"/>
                <a:gd name="connsiteX48" fmla="*/ 134426 w 296720"/>
                <a:gd name="connsiteY48" fmla="*/ 39344 h 299998"/>
                <a:gd name="connsiteX49" fmla="*/ 137704 w 296720"/>
                <a:gd name="connsiteY49" fmla="*/ 36066 h 299998"/>
                <a:gd name="connsiteX50" fmla="*/ 139344 w 296720"/>
                <a:gd name="connsiteY50" fmla="*/ 32787 h 299998"/>
                <a:gd name="connsiteX51" fmla="*/ 139344 w 296720"/>
                <a:gd name="connsiteY51" fmla="*/ 27869 h 299998"/>
                <a:gd name="connsiteX52" fmla="*/ 139344 w 296720"/>
                <a:gd name="connsiteY52" fmla="*/ 24590 h 299998"/>
                <a:gd name="connsiteX53" fmla="*/ 139344 w 296720"/>
                <a:gd name="connsiteY53" fmla="*/ 21311 h 299998"/>
                <a:gd name="connsiteX54" fmla="*/ 139344 w 296720"/>
                <a:gd name="connsiteY54" fmla="*/ 19672 h 299998"/>
                <a:gd name="connsiteX55" fmla="*/ 142623 w 296720"/>
                <a:gd name="connsiteY55" fmla="*/ 14754 h 299998"/>
                <a:gd name="connsiteX56" fmla="*/ 142623 w 296720"/>
                <a:gd name="connsiteY56" fmla="*/ 14754 h 299998"/>
                <a:gd name="connsiteX57" fmla="*/ 145901 w 296720"/>
                <a:gd name="connsiteY57" fmla="*/ 14754 h 299998"/>
                <a:gd name="connsiteX58" fmla="*/ 149180 w 296720"/>
                <a:gd name="connsiteY58" fmla="*/ 11476 h 299998"/>
                <a:gd name="connsiteX59" fmla="*/ 154098 w 296720"/>
                <a:gd name="connsiteY59" fmla="*/ 8197 h 299998"/>
                <a:gd name="connsiteX60" fmla="*/ 157376 w 296720"/>
                <a:gd name="connsiteY60" fmla="*/ 6557 h 299998"/>
                <a:gd name="connsiteX61" fmla="*/ 160655 w 296720"/>
                <a:gd name="connsiteY61" fmla="*/ 4918 h 299998"/>
                <a:gd name="connsiteX62" fmla="*/ 163934 w 296720"/>
                <a:gd name="connsiteY62" fmla="*/ 3279 h 299998"/>
                <a:gd name="connsiteX63" fmla="*/ 168852 w 296720"/>
                <a:gd name="connsiteY63" fmla="*/ 1639 h 299998"/>
                <a:gd name="connsiteX64" fmla="*/ 172130 w 296720"/>
                <a:gd name="connsiteY64" fmla="*/ 1639 h 299998"/>
                <a:gd name="connsiteX65" fmla="*/ 175409 w 296720"/>
                <a:gd name="connsiteY65" fmla="*/ 0 h 299998"/>
                <a:gd name="connsiteX66" fmla="*/ 180327 w 296720"/>
                <a:gd name="connsiteY66" fmla="*/ 0 h 299998"/>
                <a:gd name="connsiteX67" fmla="*/ 183606 w 296720"/>
                <a:gd name="connsiteY67" fmla="*/ 1639 h 299998"/>
                <a:gd name="connsiteX68" fmla="*/ 186884 w 296720"/>
                <a:gd name="connsiteY68" fmla="*/ 0 h 299998"/>
                <a:gd name="connsiteX69" fmla="*/ 190163 w 296720"/>
                <a:gd name="connsiteY69" fmla="*/ 1639 h 299998"/>
                <a:gd name="connsiteX70" fmla="*/ 195081 w 296720"/>
                <a:gd name="connsiteY70" fmla="*/ 1639 h 299998"/>
                <a:gd name="connsiteX71" fmla="*/ 198360 w 296720"/>
                <a:gd name="connsiteY71" fmla="*/ 1639 h 299998"/>
                <a:gd name="connsiteX72" fmla="*/ 198360 w 296720"/>
                <a:gd name="connsiteY72" fmla="*/ 0 h 299998"/>
                <a:gd name="connsiteX73" fmla="*/ 198360 w 296720"/>
                <a:gd name="connsiteY73" fmla="*/ 4918 h 299998"/>
                <a:gd name="connsiteX74" fmla="*/ 198360 w 296720"/>
                <a:gd name="connsiteY74" fmla="*/ 8197 h 299998"/>
                <a:gd name="connsiteX75" fmla="*/ 198360 w 296720"/>
                <a:gd name="connsiteY75" fmla="*/ 11476 h 299998"/>
                <a:gd name="connsiteX76" fmla="*/ 198360 w 296720"/>
                <a:gd name="connsiteY76" fmla="*/ 16393 h 299998"/>
                <a:gd name="connsiteX77" fmla="*/ 204917 w 296720"/>
                <a:gd name="connsiteY77" fmla="*/ 16393 h 299998"/>
                <a:gd name="connsiteX78" fmla="*/ 218032 w 296720"/>
                <a:gd name="connsiteY78" fmla="*/ 16393 h 299998"/>
                <a:gd name="connsiteX79" fmla="*/ 221310 w 296720"/>
                <a:gd name="connsiteY79" fmla="*/ 19672 h 299998"/>
                <a:gd name="connsiteX80" fmla="*/ 226229 w 296720"/>
                <a:gd name="connsiteY80" fmla="*/ 16393 h 299998"/>
                <a:gd name="connsiteX81" fmla="*/ 229507 w 296720"/>
                <a:gd name="connsiteY81" fmla="*/ 18033 h 299998"/>
                <a:gd name="connsiteX82" fmla="*/ 232786 w 296720"/>
                <a:gd name="connsiteY82" fmla="*/ 19672 h 299998"/>
                <a:gd name="connsiteX83" fmla="*/ 236064 w 296720"/>
                <a:gd name="connsiteY83" fmla="*/ 22951 h 299998"/>
                <a:gd name="connsiteX84" fmla="*/ 239343 w 296720"/>
                <a:gd name="connsiteY84" fmla="*/ 24590 h 299998"/>
                <a:gd name="connsiteX85" fmla="*/ 244261 w 296720"/>
                <a:gd name="connsiteY85" fmla="*/ 26229 h 299998"/>
                <a:gd name="connsiteX86" fmla="*/ 247540 w 296720"/>
                <a:gd name="connsiteY86" fmla="*/ 26229 h 299998"/>
                <a:gd name="connsiteX87" fmla="*/ 250819 w 296720"/>
                <a:gd name="connsiteY87" fmla="*/ 29508 h 299998"/>
                <a:gd name="connsiteX88" fmla="*/ 254097 w 296720"/>
                <a:gd name="connsiteY88" fmla="*/ 32787 h 299998"/>
                <a:gd name="connsiteX89" fmla="*/ 259016 w 296720"/>
                <a:gd name="connsiteY89" fmla="*/ 36066 h 299998"/>
                <a:gd name="connsiteX90" fmla="*/ 262294 w 296720"/>
                <a:gd name="connsiteY90" fmla="*/ 36066 h 299998"/>
                <a:gd name="connsiteX91" fmla="*/ 265573 w 296720"/>
                <a:gd name="connsiteY91" fmla="*/ 36066 h 299998"/>
                <a:gd name="connsiteX92" fmla="*/ 270491 w 296720"/>
                <a:gd name="connsiteY92" fmla="*/ 36066 h 299998"/>
                <a:gd name="connsiteX93" fmla="*/ 273769 w 296720"/>
                <a:gd name="connsiteY93" fmla="*/ 37705 h 299998"/>
                <a:gd name="connsiteX94" fmla="*/ 277048 w 296720"/>
                <a:gd name="connsiteY94" fmla="*/ 39344 h 299998"/>
                <a:gd name="connsiteX95" fmla="*/ 280327 w 296720"/>
                <a:gd name="connsiteY95" fmla="*/ 40983 h 299998"/>
                <a:gd name="connsiteX96" fmla="*/ 285245 w 296720"/>
                <a:gd name="connsiteY96" fmla="*/ 42623 h 299998"/>
                <a:gd name="connsiteX97" fmla="*/ 285245 w 296720"/>
                <a:gd name="connsiteY97" fmla="*/ 47541 h 299998"/>
                <a:gd name="connsiteX98" fmla="*/ 286884 w 296720"/>
                <a:gd name="connsiteY98" fmla="*/ 49180 h 299998"/>
                <a:gd name="connsiteX99" fmla="*/ 291802 w 296720"/>
                <a:gd name="connsiteY99" fmla="*/ 49180 h 299998"/>
                <a:gd name="connsiteX100" fmla="*/ 295081 w 296720"/>
                <a:gd name="connsiteY100" fmla="*/ 47541 h 299998"/>
                <a:gd name="connsiteX101" fmla="*/ 295081 w 296720"/>
                <a:gd name="connsiteY101" fmla="*/ 47541 h 299998"/>
                <a:gd name="connsiteX102" fmla="*/ 295081 w 296720"/>
                <a:gd name="connsiteY102" fmla="*/ 52459 h 299998"/>
                <a:gd name="connsiteX103" fmla="*/ 291802 w 296720"/>
                <a:gd name="connsiteY103" fmla="*/ 55737 h 299998"/>
                <a:gd name="connsiteX104" fmla="*/ 290163 w 296720"/>
                <a:gd name="connsiteY104" fmla="*/ 59016 h 299998"/>
                <a:gd name="connsiteX105" fmla="*/ 291802 w 296720"/>
                <a:gd name="connsiteY105" fmla="*/ 62295 h 299998"/>
                <a:gd name="connsiteX106" fmla="*/ 295081 w 296720"/>
                <a:gd name="connsiteY106" fmla="*/ 67213 h 299998"/>
                <a:gd name="connsiteX107" fmla="*/ 295081 w 296720"/>
                <a:gd name="connsiteY107" fmla="*/ 70491 h 299998"/>
                <a:gd name="connsiteX108" fmla="*/ 295081 w 296720"/>
                <a:gd name="connsiteY108" fmla="*/ 72131 h 299998"/>
                <a:gd name="connsiteX109" fmla="*/ 296720 w 296720"/>
                <a:gd name="connsiteY109" fmla="*/ 77049 h 299998"/>
                <a:gd name="connsiteX110" fmla="*/ 296720 w 296720"/>
                <a:gd name="connsiteY110" fmla="*/ 77049 h 299998"/>
                <a:gd name="connsiteX111" fmla="*/ 295081 w 296720"/>
                <a:gd name="connsiteY111" fmla="*/ 78688 h 299998"/>
                <a:gd name="connsiteX112" fmla="*/ 293441 w 296720"/>
                <a:gd name="connsiteY112" fmla="*/ 83606 h 299998"/>
                <a:gd name="connsiteX113" fmla="*/ 296720 w 296720"/>
                <a:gd name="connsiteY113" fmla="*/ 86885 h 299998"/>
                <a:gd name="connsiteX114" fmla="*/ 296720 w 296720"/>
                <a:gd name="connsiteY114" fmla="*/ 90164 h 299998"/>
                <a:gd name="connsiteX115" fmla="*/ 296720 w 296720"/>
                <a:gd name="connsiteY115" fmla="*/ 93442 h 299998"/>
                <a:gd name="connsiteX116" fmla="*/ 293441 w 296720"/>
                <a:gd name="connsiteY116" fmla="*/ 98360 h 299998"/>
                <a:gd name="connsiteX117" fmla="*/ 293441 w 296720"/>
                <a:gd name="connsiteY117" fmla="*/ 101639 h 299998"/>
                <a:gd name="connsiteX118" fmla="*/ 293441 w 296720"/>
                <a:gd name="connsiteY118" fmla="*/ 106557 h 299998"/>
                <a:gd name="connsiteX119" fmla="*/ 293441 w 296720"/>
                <a:gd name="connsiteY119" fmla="*/ 109836 h 299998"/>
                <a:gd name="connsiteX120" fmla="*/ 295081 w 296720"/>
                <a:gd name="connsiteY120" fmla="*/ 113114 h 299998"/>
                <a:gd name="connsiteX121" fmla="*/ 293441 w 296720"/>
                <a:gd name="connsiteY121" fmla="*/ 118032 h 299998"/>
                <a:gd name="connsiteX122" fmla="*/ 296720 w 296720"/>
                <a:gd name="connsiteY122" fmla="*/ 119671 h 299998"/>
                <a:gd name="connsiteX123" fmla="*/ 295081 w 296720"/>
                <a:gd name="connsiteY123" fmla="*/ 122950 h 299998"/>
                <a:gd name="connsiteX124" fmla="*/ 295081 w 296720"/>
                <a:gd name="connsiteY124" fmla="*/ 122950 h 299998"/>
                <a:gd name="connsiteX125" fmla="*/ 293441 w 296720"/>
                <a:gd name="connsiteY125" fmla="*/ 126229 h 299998"/>
                <a:gd name="connsiteX126" fmla="*/ 290163 w 296720"/>
                <a:gd name="connsiteY126" fmla="*/ 127868 h 299998"/>
                <a:gd name="connsiteX127" fmla="*/ 290163 w 296720"/>
                <a:gd name="connsiteY127" fmla="*/ 131147 h 299998"/>
                <a:gd name="connsiteX128" fmla="*/ 291802 w 296720"/>
                <a:gd name="connsiteY128" fmla="*/ 136065 h 299998"/>
                <a:gd name="connsiteX129" fmla="*/ 290163 w 296720"/>
                <a:gd name="connsiteY129" fmla="*/ 139344 h 299998"/>
                <a:gd name="connsiteX130" fmla="*/ 286884 w 296720"/>
                <a:gd name="connsiteY130" fmla="*/ 139344 h 299998"/>
                <a:gd name="connsiteX131" fmla="*/ 283606 w 296720"/>
                <a:gd name="connsiteY131" fmla="*/ 140983 h 299998"/>
                <a:gd name="connsiteX132" fmla="*/ 281966 w 296720"/>
                <a:gd name="connsiteY132" fmla="*/ 144261 h 299998"/>
                <a:gd name="connsiteX133" fmla="*/ 283606 w 296720"/>
                <a:gd name="connsiteY133" fmla="*/ 145901 h 299998"/>
                <a:gd name="connsiteX134" fmla="*/ 281966 w 296720"/>
                <a:gd name="connsiteY134" fmla="*/ 149180 h 299998"/>
                <a:gd name="connsiteX135" fmla="*/ 281966 w 296720"/>
                <a:gd name="connsiteY135" fmla="*/ 149180 h 299998"/>
                <a:gd name="connsiteX136" fmla="*/ 285245 w 296720"/>
                <a:gd name="connsiteY136" fmla="*/ 149180 h 299998"/>
                <a:gd name="connsiteX137" fmla="*/ 288523 w 296720"/>
                <a:gd name="connsiteY137" fmla="*/ 154098 h 299998"/>
                <a:gd name="connsiteX138" fmla="*/ 286884 w 296720"/>
                <a:gd name="connsiteY138" fmla="*/ 157376 h 299998"/>
                <a:gd name="connsiteX139" fmla="*/ 286884 w 296720"/>
                <a:gd name="connsiteY139" fmla="*/ 160655 h 299998"/>
                <a:gd name="connsiteX140" fmla="*/ 285245 w 296720"/>
                <a:gd name="connsiteY140" fmla="*/ 165573 h 299998"/>
                <a:gd name="connsiteX141" fmla="*/ 283606 w 296720"/>
                <a:gd name="connsiteY141" fmla="*/ 168851 h 299998"/>
                <a:gd name="connsiteX142" fmla="*/ 286884 w 296720"/>
                <a:gd name="connsiteY142" fmla="*/ 172130 h 299998"/>
                <a:gd name="connsiteX143" fmla="*/ 286884 w 296720"/>
                <a:gd name="connsiteY143" fmla="*/ 175409 h 299998"/>
                <a:gd name="connsiteX144" fmla="*/ 286884 w 296720"/>
                <a:gd name="connsiteY144" fmla="*/ 178688 h 299998"/>
                <a:gd name="connsiteX145" fmla="*/ 291802 w 296720"/>
                <a:gd name="connsiteY145" fmla="*/ 178688 h 299998"/>
                <a:gd name="connsiteX146" fmla="*/ 291802 w 296720"/>
                <a:gd name="connsiteY146" fmla="*/ 181966 h 299998"/>
                <a:gd name="connsiteX147" fmla="*/ 293441 w 296720"/>
                <a:gd name="connsiteY147" fmla="*/ 185245 h 299998"/>
                <a:gd name="connsiteX148" fmla="*/ 291802 w 296720"/>
                <a:gd name="connsiteY148" fmla="*/ 190163 h 299998"/>
                <a:gd name="connsiteX149" fmla="*/ 291802 w 296720"/>
                <a:gd name="connsiteY149" fmla="*/ 193442 h 299998"/>
                <a:gd name="connsiteX150" fmla="*/ 290163 w 296720"/>
                <a:gd name="connsiteY150" fmla="*/ 196720 h 299998"/>
                <a:gd name="connsiteX151" fmla="*/ 286884 w 296720"/>
                <a:gd name="connsiteY151" fmla="*/ 199999 h 299998"/>
                <a:gd name="connsiteX152" fmla="*/ 286884 w 296720"/>
                <a:gd name="connsiteY152" fmla="*/ 203278 h 299998"/>
                <a:gd name="connsiteX153" fmla="*/ 285245 w 296720"/>
                <a:gd name="connsiteY153" fmla="*/ 208196 h 299998"/>
                <a:gd name="connsiteX154" fmla="*/ 285245 w 296720"/>
                <a:gd name="connsiteY154" fmla="*/ 208196 h 299998"/>
                <a:gd name="connsiteX155" fmla="*/ 281966 w 296720"/>
                <a:gd name="connsiteY155" fmla="*/ 211474 h 299998"/>
                <a:gd name="connsiteX156" fmla="*/ 281966 w 296720"/>
                <a:gd name="connsiteY156" fmla="*/ 211474 h 299998"/>
                <a:gd name="connsiteX157" fmla="*/ 278687 w 296720"/>
                <a:gd name="connsiteY157" fmla="*/ 216393 h 299998"/>
                <a:gd name="connsiteX158" fmla="*/ 275409 w 296720"/>
                <a:gd name="connsiteY158" fmla="*/ 218032 h 299998"/>
                <a:gd name="connsiteX159" fmla="*/ 272130 w 296720"/>
                <a:gd name="connsiteY159" fmla="*/ 221310 h 299998"/>
                <a:gd name="connsiteX160" fmla="*/ 272130 w 296720"/>
                <a:gd name="connsiteY160" fmla="*/ 224589 h 299998"/>
                <a:gd name="connsiteX161" fmla="*/ 272130 w 296720"/>
                <a:gd name="connsiteY161" fmla="*/ 229507 h 299998"/>
                <a:gd name="connsiteX162" fmla="*/ 272130 w 296720"/>
                <a:gd name="connsiteY162" fmla="*/ 232786 h 299998"/>
                <a:gd name="connsiteX163" fmla="*/ 270491 w 296720"/>
                <a:gd name="connsiteY163" fmla="*/ 237704 h 299998"/>
                <a:gd name="connsiteX164" fmla="*/ 267212 w 296720"/>
                <a:gd name="connsiteY164" fmla="*/ 240983 h 299998"/>
                <a:gd name="connsiteX165" fmla="*/ 267212 w 296720"/>
                <a:gd name="connsiteY165" fmla="*/ 244261 h 299998"/>
                <a:gd name="connsiteX166" fmla="*/ 268851 w 296720"/>
                <a:gd name="connsiteY166" fmla="*/ 249179 h 299998"/>
                <a:gd name="connsiteX167" fmla="*/ 270491 w 296720"/>
                <a:gd name="connsiteY167" fmla="*/ 252458 h 299998"/>
                <a:gd name="connsiteX168" fmla="*/ 267212 w 296720"/>
                <a:gd name="connsiteY168" fmla="*/ 250818 h 299998"/>
                <a:gd name="connsiteX169" fmla="*/ 265573 w 296720"/>
                <a:gd name="connsiteY169" fmla="*/ 254097 h 299998"/>
                <a:gd name="connsiteX170" fmla="*/ 262294 w 296720"/>
                <a:gd name="connsiteY170" fmla="*/ 257376 h 299998"/>
                <a:gd name="connsiteX171" fmla="*/ 259016 w 296720"/>
                <a:gd name="connsiteY171" fmla="*/ 260654 h 299998"/>
                <a:gd name="connsiteX172" fmla="*/ 255737 w 296720"/>
                <a:gd name="connsiteY172" fmla="*/ 265573 h 299998"/>
                <a:gd name="connsiteX173" fmla="*/ 252458 w 296720"/>
                <a:gd name="connsiteY173" fmla="*/ 268851 h 299998"/>
                <a:gd name="connsiteX174" fmla="*/ 249179 w 296720"/>
                <a:gd name="connsiteY174" fmla="*/ 272130 h 299998"/>
                <a:gd name="connsiteX175" fmla="*/ 245901 w 296720"/>
                <a:gd name="connsiteY175" fmla="*/ 277048 h 299998"/>
                <a:gd name="connsiteX176" fmla="*/ 242622 w 296720"/>
                <a:gd name="connsiteY176" fmla="*/ 280327 h 299998"/>
                <a:gd name="connsiteX177" fmla="*/ 239343 w 296720"/>
                <a:gd name="connsiteY177" fmla="*/ 283605 h 299998"/>
                <a:gd name="connsiteX178" fmla="*/ 237704 w 296720"/>
                <a:gd name="connsiteY178" fmla="*/ 283605 h 299998"/>
                <a:gd name="connsiteX179" fmla="*/ 236064 w 296720"/>
                <a:gd name="connsiteY179" fmla="*/ 286884 h 299998"/>
                <a:gd name="connsiteX180" fmla="*/ 232786 w 296720"/>
                <a:gd name="connsiteY180" fmla="*/ 291802 h 299998"/>
                <a:gd name="connsiteX181" fmla="*/ 229507 w 296720"/>
                <a:gd name="connsiteY181" fmla="*/ 295081 h 299998"/>
                <a:gd name="connsiteX182" fmla="*/ 227868 w 296720"/>
                <a:gd name="connsiteY182" fmla="*/ 296720 h 299998"/>
                <a:gd name="connsiteX183" fmla="*/ 224589 w 296720"/>
                <a:gd name="connsiteY183" fmla="*/ 299998 h 299998"/>
                <a:gd name="connsiteX184" fmla="*/ 222950 w 296720"/>
                <a:gd name="connsiteY184" fmla="*/ 299998 h 299998"/>
                <a:gd name="connsiteX185" fmla="*/ 219671 w 296720"/>
                <a:gd name="connsiteY185" fmla="*/ 296720 h 299998"/>
                <a:gd name="connsiteX186" fmla="*/ 216393 w 296720"/>
                <a:gd name="connsiteY186" fmla="*/ 296720 h 299998"/>
                <a:gd name="connsiteX187" fmla="*/ 213114 w 296720"/>
                <a:gd name="connsiteY187" fmla="*/ 295081 h 299998"/>
                <a:gd name="connsiteX188" fmla="*/ 209835 w 296720"/>
                <a:gd name="connsiteY188" fmla="*/ 295081 h 299998"/>
                <a:gd name="connsiteX189" fmla="*/ 204917 w 296720"/>
                <a:gd name="connsiteY189" fmla="*/ 295081 h 299998"/>
                <a:gd name="connsiteX190" fmla="*/ 201639 w 296720"/>
                <a:gd name="connsiteY190" fmla="*/ 295081 h 299998"/>
                <a:gd name="connsiteX191" fmla="*/ 198360 w 296720"/>
                <a:gd name="connsiteY191" fmla="*/ 296720 h 299998"/>
                <a:gd name="connsiteX192" fmla="*/ 195081 w 296720"/>
                <a:gd name="connsiteY192" fmla="*/ 295081 h 299998"/>
                <a:gd name="connsiteX193" fmla="*/ 190163 w 296720"/>
                <a:gd name="connsiteY193" fmla="*/ 296720 h 299998"/>
                <a:gd name="connsiteX194" fmla="*/ 186884 w 296720"/>
                <a:gd name="connsiteY194" fmla="*/ 296720 h 299998"/>
                <a:gd name="connsiteX195" fmla="*/ 183606 w 296720"/>
                <a:gd name="connsiteY195" fmla="*/ 295081 h 299998"/>
                <a:gd name="connsiteX196" fmla="*/ 180327 w 296720"/>
                <a:gd name="connsiteY196" fmla="*/ 295081 h 299998"/>
                <a:gd name="connsiteX197" fmla="*/ 178688 w 296720"/>
                <a:gd name="connsiteY197" fmla="*/ 293441 h 299998"/>
                <a:gd name="connsiteX198" fmla="*/ 175409 w 296720"/>
                <a:gd name="connsiteY198" fmla="*/ 291802 h 299998"/>
                <a:gd name="connsiteX199" fmla="*/ 173770 w 296720"/>
                <a:gd name="connsiteY199" fmla="*/ 291802 h 299998"/>
                <a:gd name="connsiteX200" fmla="*/ 172130 w 296720"/>
                <a:gd name="connsiteY200" fmla="*/ 290163 h 299998"/>
                <a:gd name="connsiteX201" fmla="*/ 170491 w 296720"/>
                <a:gd name="connsiteY201" fmla="*/ 290163 h 299998"/>
                <a:gd name="connsiteX202" fmla="*/ 167213 w 296720"/>
                <a:gd name="connsiteY202" fmla="*/ 286884 h 299998"/>
                <a:gd name="connsiteX203" fmla="*/ 162294 w 296720"/>
                <a:gd name="connsiteY203" fmla="*/ 286884 h 299998"/>
                <a:gd name="connsiteX204" fmla="*/ 159016 w 296720"/>
                <a:gd name="connsiteY204" fmla="*/ 288523 h 299998"/>
                <a:gd name="connsiteX205" fmla="*/ 155737 w 296720"/>
                <a:gd name="connsiteY205" fmla="*/ 288523 h 299998"/>
                <a:gd name="connsiteX206" fmla="*/ 150819 w 296720"/>
                <a:gd name="connsiteY206" fmla="*/ 290163 h 299998"/>
                <a:gd name="connsiteX207" fmla="*/ 150819 w 296720"/>
                <a:gd name="connsiteY207" fmla="*/ 288523 h 299998"/>
                <a:gd name="connsiteX208" fmla="*/ 147540 w 296720"/>
                <a:gd name="connsiteY208" fmla="*/ 283605 h 299998"/>
                <a:gd name="connsiteX209" fmla="*/ 147540 w 296720"/>
                <a:gd name="connsiteY209" fmla="*/ 285244 h 299998"/>
                <a:gd name="connsiteX210" fmla="*/ 142623 w 296720"/>
                <a:gd name="connsiteY210" fmla="*/ 285244 h 299998"/>
                <a:gd name="connsiteX211" fmla="*/ 139344 w 296720"/>
                <a:gd name="connsiteY211" fmla="*/ 281966 h 299998"/>
                <a:gd name="connsiteX212" fmla="*/ 139344 w 296720"/>
                <a:gd name="connsiteY212" fmla="*/ 277048 h 299998"/>
                <a:gd name="connsiteX213" fmla="*/ 140983 w 296720"/>
                <a:gd name="connsiteY213" fmla="*/ 273769 h 299998"/>
                <a:gd name="connsiteX214" fmla="*/ 139344 w 296720"/>
                <a:gd name="connsiteY214" fmla="*/ 272130 h 299998"/>
                <a:gd name="connsiteX215" fmla="*/ 137704 w 296720"/>
                <a:gd name="connsiteY215" fmla="*/ 272130 h 299998"/>
                <a:gd name="connsiteX216" fmla="*/ 134426 w 296720"/>
                <a:gd name="connsiteY216" fmla="*/ 270491 h 299998"/>
                <a:gd name="connsiteX217" fmla="*/ 131147 w 296720"/>
                <a:gd name="connsiteY217" fmla="*/ 268851 h 299998"/>
                <a:gd name="connsiteX218" fmla="*/ 127869 w 296720"/>
                <a:gd name="connsiteY218" fmla="*/ 267212 h 299998"/>
                <a:gd name="connsiteX219" fmla="*/ 122950 w 296720"/>
                <a:gd name="connsiteY219" fmla="*/ 265573 h 299998"/>
                <a:gd name="connsiteX220" fmla="*/ 119672 w 296720"/>
                <a:gd name="connsiteY220" fmla="*/ 265573 h 299998"/>
                <a:gd name="connsiteX221" fmla="*/ 116393 w 296720"/>
                <a:gd name="connsiteY221" fmla="*/ 265573 h 299998"/>
                <a:gd name="connsiteX222" fmla="*/ 111475 w 296720"/>
                <a:gd name="connsiteY222" fmla="*/ 263933 h 299998"/>
                <a:gd name="connsiteX223" fmla="*/ 108196 w 296720"/>
                <a:gd name="connsiteY223" fmla="*/ 263933 h 299998"/>
                <a:gd name="connsiteX224" fmla="*/ 104917 w 296720"/>
                <a:gd name="connsiteY224" fmla="*/ 262294 h 299998"/>
                <a:gd name="connsiteX225" fmla="*/ 100000 w 296720"/>
                <a:gd name="connsiteY225" fmla="*/ 262294 h 299998"/>
                <a:gd name="connsiteX226" fmla="*/ 100000 w 296720"/>
                <a:gd name="connsiteY226" fmla="*/ 262294 h 299998"/>
                <a:gd name="connsiteX227" fmla="*/ 98360 w 296720"/>
                <a:gd name="connsiteY227" fmla="*/ 259015 h 299998"/>
                <a:gd name="connsiteX228" fmla="*/ 98360 w 296720"/>
                <a:gd name="connsiteY228" fmla="*/ 254097 h 299998"/>
                <a:gd name="connsiteX229" fmla="*/ 96721 w 296720"/>
                <a:gd name="connsiteY229" fmla="*/ 250818 h 299998"/>
                <a:gd name="connsiteX230" fmla="*/ 95082 w 296720"/>
                <a:gd name="connsiteY230" fmla="*/ 247540 h 299998"/>
                <a:gd name="connsiteX231" fmla="*/ 90164 w 296720"/>
                <a:gd name="connsiteY231" fmla="*/ 244261 h 299998"/>
                <a:gd name="connsiteX232" fmla="*/ 88524 w 296720"/>
                <a:gd name="connsiteY232" fmla="*/ 239343 h 299998"/>
                <a:gd name="connsiteX233" fmla="*/ 90164 w 296720"/>
                <a:gd name="connsiteY233" fmla="*/ 236064 h 299998"/>
                <a:gd name="connsiteX234" fmla="*/ 90164 w 296720"/>
                <a:gd name="connsiteY234" fmla="*/ 232786 h 299998"/>
                <a:gd name="connsiteX235" fmla="*/ 90164 w 296720"/>
                <a:gd name="connsiteY235" fmla="*/ 227868 h 299998"/>
                <a:gd name="connsiteX236" fmla="*/ 91803 w 296720"/>
                <a:gd name="connsiteY236" fmla="*/ 224589 h 299998"/>
                <a:gd name="connsiteX237" fmla="*/ 90164 w 296720"/>
                <a:gd name="connsiteY237" fmla="*/ 221310 h 299998"/>
                <a:gd name="connsiteX238" fmla="*/ 91803 w 296720"/>
                <a:gd name="connsiteY238" fmla="*/ 216393 h 299998"/>
                <a:gd name="connsiteX239" fmla="*/ 90164 w 296720"/>
                <a:gd name="connsiteY239" fmla="*/ 216393 h 299998"/>
                <a:gd name="connsiteX240" fmla="*/ 90164 w 296720"/>
                <a:gd name="connsiteY240" fmla="*/ 214753 h 299998"/>
                <a:gd name="connsiteX241" fmla="*/ 90164 w 296720"/>
                <a:gd name="connsiteY241" fmla="*/ 214753 h 299998"/>
                <a:gd name="connsiteX242" fmla="*/ 85246 w 296720"/>
                <a:gd name="connsiteY242" fmla="*/ 214753 h 299998"/>
                <a:gd name="connsiteX243" fmla="*/ 81967 w 296720"/>
                <a:gd name="connsiteY243" fmla="*/ 213114 h 299998"/>
                <a:gd name="connsiteX244" fmla="*/ 78688 w 296720"/>
                <a:gd name="connsiteY244" fmla="*/ 214753 h 299998"/>
                <a:gd name="connsiteX245" fmla="*/ 73770 w 296720"/>
                <a:gd name="connsiteY245" fmla="*/ 214753 h 299998"/>
                <a:gd name="connsiteX246" fmla="*/ 75410 w 296720"/>
                <a:gd name="connsiteY246" fmla="*/ 213114 h 299998"/>
                <a:gd name="connsiteX247" fmla="*/ 75410 w 296720"/>
                <a:gd name="connsiteY247" fmla="*/ 209835 h 299998"/>
                <a:gd name="connsiteX248" fmla="*/ 75410 w 296720"/>
                <a:gd name="connsiteY248" fmla="*/ 204917 h 299998"/>
                <a:gd name="connsiteX249" fmla="*/ 73770 w 296720"/>
                <a:gd name="connsiteY249" fmla="*/ 201638 h 299998"/>
                <a:gd name="connsiteX250" fmla="*/ 72131 w 296720"/>
                <a:gd name="connsiteY250" fmla="*/ 196720 h 299998"/>
                <a:gd name="connsiteX251" fmla="*/ 68852 w 296720"/>
                <a:gd name="connsiteY251" fmla="*/ 196720 h 299998"/>
                <a:gd name="connsiteX252" fmla="*/ 65573 w 296720"/>
                <a:gd name="connsiteY252" fmla="*/ 193442 h 299998"/>
                <a:gd name="connsiteX253" fmla="*/ 62295 w 296720"/>
                <a:gd name="connsiteY253" fmla="*/ 193442 h 299998"/>
                <a:gd name="connsiteX254" fmla="*/ 60656 w 296720"/>
                <a:gd name="connsiteY254" fmla="*/ 191803 h 299998"/>
                <a:gd name="connsiteX255" fmla="*/ 57377 w 296720"/>
                <a:gd name="connsiteY255" fmla="*/ 190163 h 299998"/>
                <a:gd name="connsiteX256" fmla="*/ 52459 w 296720"/>
                <a:gd name="connsiteY256" fmla="*/ 188524 h 299998"/>
                <a:gd name="connsiteX257" fmla="*/ 50820 w 296720"/>
                <a:gd name="connsiteY257" fmla="*/ 186884 h 299998"/>
                <a:gd name="connsiteX258" fmla="*/ 47541 w 296720"/>
                <a:gd name="connsiteY258" fmla="*/ 183606 h 299998"/>
                <a:gd name="connsiteX259" fmla="*/ 47541 w 296720"/>
                <a:gd name="connsiteY259" fmla="*/ 183606 h 299998"/>
                <a:gd name="connsiteX260" fmla="*/ 44262 w 296720"/>
                <a:gd name="connsiteY260" fmla="*/ 181966 h 299998"/>
                <a:gd name="connsiteX261" fmla="*/ 40983 w 296720"/>
                <a:gd name="connsiteY261" fmla="*/ 178688 h 299998"/>
                <a:gd name="connsiteX262" fmla="*/ 36066 w 296720"/>
                <a:gd name="connsiteY262" fmla="*/ 173770 h 299998"/>
                <a:gd name="connsiteX263" fmla="*/ 32787 w 296720"/>
                <a:gd name="connsiteY263" fmla="*/ 172130 h 299998"/>
                <a:gd name="connsiteX264" fmla="*/ 31147 w 296720"/>
                <a:gd name="connsiteY264" fmla="*/ 168851 h 299998"/>
                <a:gd name="connsiteX265" fmla="*/ 31147 w 296720"/>
                <a:gd name="connsiteY265" fmla="*/ 163934 h 299998"/>
                <a:gd name="connsiteX266" fmla="*/ 29508 w 296720"/>
                <a:gd name="connsiteY266" fmla="*/ 160655 h 299998"/>
                <a:gd name="connsiteX267" fmla="*/ 27869 w 296720"/>
                <a:gd name="connsiteY267" fmla="*/ 157376 h 299998"/>
                <a:gd name="connsiteX268" fmla="*/ 26229 w 296720"/>
                <a:gd name="connsiteY268" fmla="*/ 152458 h 299998"/>
                <a:gd name="connsiteX269" fmla="*/ 26229 w 296720"/>
                <a:gd name="connsiteY269" fmla="*/ 149180 h 299998"/>
                <a:gd name="connsiteX270" fmla="*/ 26229 w 296720"/>
                <a:gd name="connsiteY270" fmla="*/ 145901 h 299998"/>
                <a:gd name="connsiteX271" fmla="*/ 22951 w 296720"/>
                <a:gd name="connsiteY271" fmla="*/ 142622 h 299998"/>
                <a:gd name="connsiteX272" fmla="*/ 19672 w 296720"/>
                <a:gd name="connsiteY272" fmla="*/ 139344 h 299998"/>
                <a:gd name="connsiteX273" fmla="*/ 19672 w 296720"/>
                <a:gd name="connsiteY273" fmla="*/ 134426 h 299998"/>
                <a:gd name="connsiteX274" fmla="*/ 19672 w 296720"/>
                <a:gd name="connsiteY274" fmla="*/ 131147 h 299998"/>
                <a:gd name="connsiteX275" fmla="*/ 14754 w 296720"/>
                <a:gd name="connsiteY275" fmla="*/ 127868 h 299998"/>
                <a:gd name="connsiteX276" fmla="*/ 14754 w 296720"/>
                <a:gd name="connsiteY276" fmla="*/ 126229 h 299998"/>
                <a:gd name="connsiteX277" fmla="*/ 9836 w 296720"/>
                <a:gd name="connsiteY277" fmla="*/ 122950 h 299998"/>
                <a:gd name="connsiteX278" fmla="*/ 9836 w 296720"/>
                <a:gd name="connsiteY278" fmla="*/ 119671 h 299998"/>
                <a:gd name="connsiteX279" fmla="*/ 8197 w 296720"/>
                <a:gd name="connsiteY279" fmla="*/ 114754 h 299998"/>
                <a:gd name="connsiteX280" fmla="*/ 6557 w 296720"/>
                <a:gd name="connsiteY280" fmla="*/ 111475 h 299998"/>
                <a:gd name="connsiteX281" fmla="*/ 1639 w 296720"/>
                <a:gd name="connsiteY281" fmla="*/ 108196 h 299998"/>
                <a:gd name="connsiteX282" fmla="*/ 0 w 296720"/>
                <a:gd name="connsiteY282" fmla="*/ 103278 h 299998"/>
                <a:gd name="connsiteX283" fmla="*/ 0 w 296720"/>
                <a:gd name="connsiteY283" fmla="*/ 100000 h 299998"/>
                <a:gd name="connsiteX284" fmla="*/ 0 w 296720"/>
                <a:gd name="connsiteY284" fmla="*/ 96721 h 299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</a:cxnLst>
              <a:rect l="l" t="t" r="r" b="b"/>
              <a:pathLst>
                <a:path w="296720" h="299998">
                  <a:moveTo>
                    <a:pt x="0" y="96721"/>
                  </a:moveTo>
                  <a:lnTo>
                    <a:pt x="0" y="96721"/>
                  </a:lnTo>
                  <a:lnTo>
                    <a:pt x="1639" y="96721"/>
                  </a:lnTo>
                  <a:lnTo>
                    <a:pt x="4918" y="98360"/>
                  </a:lnTo>
                  <a:lnTo>
                    <a:pt x="8197" y="98360"/>
                  </a:lnTo>
                  <a:lnTo>
                    <a:pt x="13115" y="98360"/>
                  </a:lnTo>
                  <a:lnTo>
                    <a:pt x="16393" y="96721"/>
                  </a:lnTo>
                  <a:lnTo>
                    <a:pt x="19672" y="98360"/>
                  </a:lnTo>
                  <a:lnTo>
                    <a:pt x="22951" y="101639"/>
                  </a:lnTo>
                  <a:lnTo>
                    <a:pt x="22951" y="103278"/>
                  </a:lnTo>
                  <a:lnTo>
                    <a:pt x="26229" y="104917"/>
                  </a:lnTo>
                  <a:lnTo>
                    <a:pt x="29508" y="103278"/>
                  </a:lnTo>
                  <a:lnTo>
                    <a:pt x="32787" y="101639"/>
                  </a:lnTo>
                  <a:lnTo>
                    <a:pt x="37705" y="100000"/>
                  </a:lnTo>
                  <a:lnTo>
                    <a:pt x="40983" y="101639"/>
                  </a:lnTo>
                  <a:lnTo>
                    <a:pt x="42623" y="101639"/>
                  </a:lnTo>
                  <a:lnTo>
                    <a:pt x="47541" y="103278"/>
                  </a:lnTo>
                  <a:lnTo>
                    <a:pt x="50820" y="106557"/>
                  </a:lnTo>
                  <a:lnTo>
                    <a:pt x="54098" y="108196"/>
                  </a:lnTo>
                  <a:lnTo>
                    <a:pt x="55737" y="108196"/>
                  </a:lnTo>
                  <a:lnTo>
                    <a:pt x="59016" y="106557"/>
                  </a:lnTo>
                  <a:lnTo>
                    <a:pt x="60656" y="104917"/>
                  </a:lnTo>
                  <a:lnTo>
                    <a:pt x="63934" y="104917"/>
                  </a:lnTo>
                  <a:lnTo>
                    <a:pt x="67213" y="103278"/>
                  </a:lnTo>
                  <a:lnTo>
                    <a:pt x="67213" y="103278"/>
                  </a:lnTo>
                  <a:lnTo>
                    <a:pt x="70492" y="100000"/>
                  </a:lnTo>
                  <a:lnTo>
                    <a:pt x="72131" y="96721"/>
                  </a:lnTo>
                  <a:lnTo>
                    <a:pt x="75410" y="91803"/>
                  </a:lnTo>
                  <a:lnTo>
                    <a:pt x="78688" y="86885"/>
                  </a:lnTo>
                  <a:lnTo>
                    <a:pt x="83606" y="83606"/>
                  </a:lnTo>
                  <a:lnTo>
                    <a:pt x="86885" y="78688"/>
                  </a:lnTo>
                  <a:lnTo>
                    <a:pt x="86885" y="78688"/>
                  </a:lnTo>
                  <a:lnTo>
                    <a:pt x="90164" y="75410"/>
                  </a:lnTo>
                  <a:lnTo>
                    <a:pt x="91803" y="72131"/>
                  </a:lnTo>
                  <a:lnTo>
                    <a:pt x="93442" y="67213"/>
                  </a:lnTo>
                  <a:lnTo>
                    <a:pt x="96721" y="62295"/>
                  </a:lnTo>
                  <a:lnTo>
                    <a:pt x="100000" y="59016"/>
                  </a:lnTo>
                  <a:lnTo>
                    <a:pt x="103279" y="57377"/>
                  </a:lnTo>
                  <a:lnTo>
                    <a:pt x="106557" y="55737"/>
                  </a:lnTo>
                  <a:lnTo>
                    <a:pt x="106557" y="55737"/>
                  </a:lnTo>
                  <a:lnTo>
                    <a:pt x="111475" y="54098"/>
                  </a:lnTo>
                  <a:lnTo>
                    <a:pt x="114754" y="49180"/>
                  </a:lnTo>
                  <a:lnTo>
                    <a:pt x="118032" y="47541"/>
                  </a:lnTo>
                  <a:lnTo>
                    <a:pt x="122950" y="45901"/>
                  </a:lnTo>
                  <a:lnTo>
                    <a:pt x="126229" y="44262"/>
                  </a:lnTo>
                  <a:lnTo>
                    <a:pt x="129508" y="42623"/>
                  </a:lnTo>
                  <a:lnTo>
                    <a:pt x="132786" y="40983"/>
                  </a:lnTo>
                  <a:lnTo>
                    <a:pt x="134426" y="40983"/>
                  </a:lnTo>
                  <a:lnTo>
                    <a:pt x="134426" y="39344"/>
                  </a:lnTo>
                  <a:lnTo>
                    <a:pt x="137704" y="36066"/>
                  </a:lnTo>
                  <a:lnTo>
                    <a:pt x="139344" y="32787"/>
                  </a:lnTo>
                  <a:lnTo>
                    <a:pt x="139344" y="27869"/>
                  </a:lnTo>
                  <a:lnTo>
                    <a:pt x="139344" y="24590"/>
                  </a:lnTo>
                  <a:lnTo>
                    <a:pt x="139344" y="21311"/>
                  </a:lnTo>
                  <a:lnTo>
                    <a:pt x="139344" y="19672"/>
                  </a:lnTo>
                  <a:lnTo>
                    <a:pt x="142623" y="14754"/>
                  </a:lnTo>
                  <a:lnTo>
                    <a:pt x="142623" y="14754"/>
                  </a:lnTo>
                  <a:lnTo>
                    <a:pt x="145901" y="14754"/>
                  </a:lnTo>
                  <a:lnTo>
                    <a:pt x="149180" y="11476"/>
                  </a:lnTo>
                  <a:lnTo>
                    <a:pt x="154098" y="8197"/>
                  </a:lnTo>
                  <a:lnTo>
                    <a:pt x="157376" y="6557"/>
                  </a:lnTo>
                  <a:lnTo>
                    <a:pt x="160655" y="4918"/>
                  </a:lnTo>
                  <a:lnTo>
                    <a:pt x="163934" y="3279"/>
                  </a:lnTo>
                  <a:lnTo>
                    <a:pt x="168852" y="1639"/>
                  </a:lnTo>
                  <a:lnTo>
                    <a:pt x="172130" y="1639"/>
                  </a:lnTo>
                  <a:lnTo>
                    <a:pt x="175409" y="0"/>
                  </a:lnTo>
                  <a:lnTo>
                    <a:pt x="180327" y="0"/>
                  </a:lnTo>
                  <a:lnTo>
                    <a:pt x="183606" y="1639"/>
                  </a:lnTo>
                  <a:lnTo>
                    <a:pt x="186884" y="0"/>
                  </a:lnTo>
                  <a:lnTo>
                    <a:pt x="190163" y="1639"/>
                  </a:lnTo>
                  <a:lnTo>
                    <a:pt x="195081" y="1639"/>
                  </a:lnTo>
                  <a:lnTo>
                    <a:pt x="198360" y="1639"/>
                  </a:lnTo>
                  <a:lnTo>
                    <a:pt x="198360" y="0"/>
                  </a:lnTo>
                  <a:lnTo>
                    <a:pt x="198360" y="4918"/>
                  </a:lnTo>
                  <a:lnTo>
                    <a:pt x="198360" y="8197"/>
                  </a:lnTo>
                  <a:lnTo>
                    <a:pt x="198360" y="11476"/>
                  </a:lnTo>
                  <a:lnTo>
                    <a:pt x="198360" y="16393"/>
                  </a:lnTo>
                  <a:lnTo>
                    <a:pt x="204917" y="16393"/>
                  </a:lnTo>
                  <a:lnTo>
                    <a:pt x="218032" y="16393"/>
                  </a:lnTo>
                  <a:lnTo>
                    <a:pt x="221310" y="19672"/>
                  </a:lnTo>
                  <a:lnTo>
                    <a:pt x="226229" y="16393"/>
                  </a:lnTo>
                  <a:lnTo>
                    <a:pt x="229507" y="18033"/>
                  </a:lnTo>
                  <a:lnTo>
                    <a:pt x="232786" y="19672"/>
                  </a:lnTo>
                  <a:lnTo>
                    <a:pt x="236064" y="22951"/>
                  </a:lnTo>
                  <a:lnTo>
                    <a:pt x="239343" y="24590"/>
                  </a:lnTo>
                  <a:lnTo>
                    <a:pt x="244261" y="26229"/>
                  </a:lnTo>
                  <a:lnTo>
                    <a:pt x="247540" y="26229"/>
                  </a:lnTo>
                  <a:lnTo>
                    <a:pt x="250819" y="29508"/>
                  </a:lnTo>
                  <a:lnTo>
                    <a:pt x="254097" y="32787"/>
                  </a:lnTo>
                  <a:lnTo>
                    <a:pt x="259016" y="36066"/>
                  </a:lnTo>
                  <a:lnTo>
                    <a:pt x="262294" y="36066"/>
                  </a:lnTo>
                  <a:lnTo>
                    <a:pt x="265573" y="36066"/>
                  </a:lnTo>
                  <a:lnTo>
                    <a:pt x="270491" y="36066"/>
                  </a:lnTo>
                  <a:lnTo>
                    <a:pt x="273769" y="37705"/>
                  </a:lnTo>
                  <a:lnTo>
                    <a:pt x="277048" y="39344"/>
                  </a:lnTo>
                  <a:lnTo>
                    <a:pt x="280327" y="40983"/>
                  </a:lnTo>
                  <a:lnTo>
                    <a:pt x="285245" y="42623"/>
                  </a:lnTo>
                  <a:lnTo>
                    <a:pt x="285245" y="47541"/>
                  </a:lnTo>
                  <a:lnTo>
                    <a:pt x="286884" y="49180"/>
                  </a:lnTo>
                  <a:lnTo>
                    <a:pt x="291802" y="49180"/>
                  </a:lnTo>
                  <a:lnTo>
                    <a:pt x="295081" y="47541"/>
                  </a:lnTo>
                  <a:lnTo>
                    <a:pt x="295081" y="47541"/>
                  </a:lnTo>
                  <a:lnTo>
                    <a:pt x="295081" y="52459"/>
                  </a:lnTo>
                  <a:lnTo>
                    <a:pt x="291802" y="55737"/>
                  </a:lnTo>
                  <a:lnTo>
                    <a:pt x="290163" y="59016"/>
                  </a:lnTo>
                  <a:lnTo>
                    <a:pt x="291802" y="62295"/>
                  </a:lnTo>
                  <a:lnTo>
                    <a:pt x="295081" y="67213"/>
                  </a:lnTo>
                  <a:lnTo>
                    <a:pt x="295081" y="70491"/>
                  </a:lnTo>
                  <a:lnTo>
                    <a:pt x="295081" y="72131"/>
                  </a:lnTo>
                  <a:lnTo>
                    <a:pt x="296720" y="77049"/>
                  </a:lnTo>
                  <a:lnTo>
                    <a:pt x="296720" y="77049"/>
                  </a:lnTo>
                  <a:lnTo>
                    <a:pt x="295081" y="78688"/>
                  </a:lnTo>
                  <a:lnTo>
                    <a:pt x="293441" y="83606"/>
                  </a:lnTo>
                  <a:lnTo>
                    <a:pt x="296720" y="86885"/>
                  </a:lnTo>
                  <a:lnTo>
                    <a:pt x="296720" y="90164"/>
                  </a:lnTo>
                  <a:lnTo>
                    <a:pt x="296720" y="93442"/>
                  </a:lnTo>
                  <a:lnTo>
                    <a:pt x="293441" y="98360"/>
                  </a:lnTo>
                  <a:lnTo>
                    <a:pt x="293441" y="101639"/>
                  </a:lnTo>
                  <a:lnTo>
                    <a:pt x="293441" y="106557"/>
                  </a:lnTo>
                  <a:lnTo>
                    <a:pt x="293441" y="109836"/>
                  </a:lnTo>
                  <a:lnTo>
                    <a:pt x="295081" y="113114"/>
                  </a:lnTo>
                  <a:lnTo>
                    <a:pt x="293441" y="118032"/>
                  </a:lnTo>
                  <a:lnTo>
                    <a:pt x="296720" y="119671"/>
                  </a:lnTo>
                  <a:lnTo>
                    <a:pt x="295081" y="122950"/>
                  </a:lnTo>
                  <a:lnTo>
                    <a:pt x="295081" y="122950"/>
                  </a:lnTo>
                  <a:lnTo>
                    <a:pt x="293441" y="126229"/>
                  </a:lnTo>
                  <a:lnTo>
                    <a:pt x="290163" y="127868"/>
                  </a:lnTo>
                  <a:lnTo>
                    <a:pt x="290163" y="131147"/>
                  </a:lnTo>
                  <a:lnTo>
                    <a:pt x="291802" y="136065"/>
                  </a:lnTo>
                  <a:lnTo>
                    <a:pt x="290163" y="139344"/>
                  </a:lnTo>
                  <a:lnTo>
                    <a:pt x="286884" y="139344"/>
                  </a:lnTo>
                  <a:lnTo>
                    <a:pt x="283606" y="140983"/>
                  </a:lnTo>
                  <a:lnTo>
                    <a:pt x="281966" y="144261"/>
                  </a:lnTo>
                  <a:lnTo>
                    <a:pt x="283606" y="145901"/>
                  </a:lnTo>
                  <a:lnTo>
                    <a:pt x="281966" y="149180"/>
                  </a:lnTo>
                  <a:lnTo>
                    <a:pt x="281966" y="149180"/>
                  </a:lnTo>
                  <a:lnTo>
                    <a:pt x="285245" y="149180"/>
                  </a:lnTo>
                  <a:lnTo>
                    <a:pt x="288523" y="154098"/>
                  </a:lnTo>
                  <a:lnTo>
                    <a:pt x="286884" y="157376"/>
                  </a:lnTo>
                  <a:lnTo>
                    <a:pt x="286884" y="160655"/>
                  </a:lnTo>
                  <a:lnTo>
                    <a:pt x="285245" y="165573"/>
                  </a:lnTo>
                  <a:lnTo>
                    <a:pt x="283606" y="168851"/>
                  </a:lnTo>
                  <a:lnTo>
                    <a:pt x="286884" y="172130"/>
                  </a:lnTo>
                  <a:lnTo>
                    <a:pt x="286884" y="175409"/>
                  </a:lnTo>
                  <a:lnTo>
                    <a:pt x="286884" y="178688"/>
                  </a:lnTo>
                  <a:lnTo>
                    <a:pt x="291802" y="178688"/>
                  </a:lnTo>
                  <a:lnTo>
                    <a:pt x="291802" y="181966"/>
                  </a:lnTo>
                  <a:lnTo>
                    <a:pt x="293441" y="185245"/>
                  </a:lnTo>
                  <a:lnTo>
                    <a:pt x="291802" y="190163"/>
                  </a:lnTo>
                  <a:lnTo>
                    <a:pt x="291802" y="193442"/>
                  </a:lnTo>
                  <a:lnTo>
                    <a:pt x="290163" y="196720"/>
                  </a:lnTo>
                  <a:lnTo>
                    <a:pt x="286884" y="199999"/>
                  </a:lnTo>
                  <a:lnTo>
                    <a:pt x="286884" y="203278"/>
                  </a:lnTo>
                  <a:lnTo>
                    <a:pt x="285245" y="208196"/>
                  </a:lnTo>
                  <a:lnTo>
                    <a:pt x="285245" y="208196"/>
                  </a:lnTo>
                  <a:lnTo>
                    <a:pt x="281966" y="211474"/>
                  </a:lnTo>
                  <a:lnTo>
                    <a:pt x="281966" y="211474"/>
                  </a:lnTo>
                  <a:lnTo>
                    <a:pt x="278687" y="216393"/>
                  </a:lnTo>
                  <a:lnTo>
                    <a:pt x="275409" y="218032"/>
                  </a:lnTo>
                  <a:lnTo>
                    <a:pt x="272130" y="221310"/>
                  </a:lnTo>
                  <a:lnTo>
                    <a:pt x="272130" y="224589"/>
                  </a:lnTo>
                  <a:lnTo>
                    <a:pt x="272130" y="229507"/>
                  </a:lnTo>
                  <a:lnTo>
                    <a:pt x="272130" y="232786"/>
                  </a:lnTo>
                  <a:lnTo>
                    <a:pt x="270491" y="237704"/>
                  </a:lnTo>
                  <a:lnTo>
                    <a:pt x="267212" y="240983"/>
                  </a:lnTo>
                  <a:lnTo>
                    <a:pt x="267212" y="244261"/>
                  </a:lnTo>
                  <a:lnTo>
                    <a:pt x="268851" y="249179"/>
                  </a:lnTo>
                  <a:lnTo>
                    <a:pt x="270491" y="252458"/>
                  </a:lnTo>
                  <a:lnTo>
                    <a:pt x="267212" y="250818"/>
                  </a:lnTo>
                  <a:lnTo>
                    <a:pt x="265573" y="254097"/>
                  </a:lnTo>
                  <a:lnTo>
                    <a:pt x="262294" y="257376"/>
                  </a:lnTo>
                  <a:lnTo>
                    <a:pt x="259016" y="260654"/>
                  </a:lnTo>
                  <a:lnTo>
                    <a:pt x="255737" y="265573"/>
                  </a:lnTo>
                  <a:lnTo>
                    <a:pt x="252458" y="268851"/>
                  </a:lnTo>
                  <a:lnTo>
                    <a:pt x="249179" y="272130"/>
                  </a:lnTo>
                  <a:lnTo>
                    <a:pt x="245901" y="277048"/>
                  </a:lnTo>
                  <a:lnTo>
                    <a:pt x="242622" y="280327"/>
                  </a:lnTo>
                  <a:lnTo>
                    <a:pt x="239343" y="283605"/>
                  </a:lnTo>
                  <a:lnTo>
                    <a:pt x="237704" y="283605"/>
                  </a:lnTo>
                  <a:lnTo>
                    <a:pt x="236064" y="286884"/>
                  </a:lnTo>
                  <a:lnTo>
                    <a:pt x="232786" y="291802"/>
                  </a:lnTo>
                  <a:lnTo>
                    <a:pt x="229507" y="295081"/>
                  </a:lnTo>
                  <a:lnTo>
                    <a:pt x="227868" y="296720"/>
                  </a:lnTo>
                  <a:lnTo>
                    <a:pt x="224589" y="299998"/>
                  </a:lnTo>
                  <a:lnTo>
                    <a:pt x="222950" y="299998"/>
                  </a:lnTo>
                  <a:lnTo>
                    <a:pt x="219671" y="296720"/>
                  </a:lnTo>
                  <a:lnTo>
                    <a:pt x="216393" y="296720"/>
                  </a:lnTo>
                  <a:lnTo>
                    <a:pt x="213114" y="295081"/>
                  </a:lnTo>
                  <a:lnTo>
                    <a:pt x="209835" y="295081"/>
                  </a:lnTo>
                  <a:lnTo>
                    <a:pt x="204917" y="295081"/>
                  </a:lnTo>
                  <a:lnTo>
                    <a:pt x="201639" y="295081"/>
                  </a:lnTo>
                  <a:lnTo>
                    <a:pt x="198360" y="296720"/>
                  </a:lnTo>
                  <a:lnTo>
                    <a:pt x="195081" y="295081"/>
                  </a:lnTo>
                  <a:lnTo>
                    <a:pt x="190163" y="296720"/>
                  </a:lnTo>
                  <a:lnTo>
                    <a:pt x="186884" y="296720"/>
                  </a:lnTo>
                  <a:lnTo>
                    <a:pt x="183606" y="295081"/>
                  </a:lnTo>
                  <a:lnTo>
                    <a:pt x="180327" y="295081"/>
                  </a:lnTo>
                  <a:lnTo>
                    <a:pt x="178688" y="293441"/>
                  </a:lnTo>
                  <a:lnTo>
                    <a:pt x="175409" y="291802"/>
                  </a:lnTo>
                  <a:lnTo>
                    <a:pt x="173770" y="291802"/>
                  </a:lnTo>
                  <a:lnTo>
                    <a:pt x="172130" y="290163"/>
                  </a:lnTo>
                  <a:lnTo>
                    <a:pt x="170491" y="290163"/>
                  </a:lnTo>
                  <a:lnTo>
                    <a:pt x="167213" y="286884"/>
                  </a:lnTo>
                  <a:lnTo>
                    <a:pt x="162294" y="286884"/>
                  </a:lnTo>
                  <a:lnTo>
                    <a:pt x="159016" y="288523"/>
                  </a:lnTo>
                  <a:lnTo>
                    <a:pt x="155737" y="288523"/>
                  </a:lnTo>
                  <a:lnTo>
                    <a:pt x="150819" y="290163"/>
                  </a:lnTo>
                  <a:lnTo>
                    <a:pt x="150819" y="288523"/>
                  </a:lnTo>
                  <a:lnTo>
                    <a:pt x="147540" y="283605"/>
                  </a:lnTo>
                  <a:lnTo>
                    <a:pt x="147540" y="285244"/>
                  </a:lnTo>
                  <a:lnTo>
                    <a:pt x="142623" y="285244"/>
                  </a:lnTo>
                  <a:lnTo>
                    <a:pt x="139344" y="281966"/>
                  </a:lnTo>
                  <a:lnTo>
                    <a:pt x="139344" y="277048"/>
                  </a:lnTo>
                  <a:lnTo>
                    <a:pt x="140983" y="273769"/>
                  </a:lnTo>
                  <a:lnTo>
                    <a:pt x="139344" y="272130"/>
                  </a:lnTo>
                  <a:lnTo>
                    <a:pt x="137704" y="272130"/>
                  </a:lnTo>
                  <a:lnTo>
                    <a:pt x="134426" y="270491"/>
                  </a:lnTo>
                  <a:lnTo>
                    <a:pt x="131147" y="268851"/>
                  </a:lnTo>
                  <a:lnTo>
                    <a:pt x="127869" y="267212"/>
                  </a:lnTo>
                  <a:lnTo>
                    <a:pt x="122950" y="265573"/>
                  </a:lnTo>
                  <a:lnTo>
                    <a:pt x="119672" y="265573"/>
                  </a:lnTo>
                  <a:lnTo>
                    <a:pt x="116393" y="265573"/>
                  </a:lnTo>
                  <a:lnTo>
                    <a:pt x="111475" y="263933"/>
                  </a:lnTo>
                  <a:lnTo>
                    <a:pt x="108196" y="263933"/>
                  </a:lnTo>
                  <a:lnTo>
                    <a:pt x="104917" y="262294"/>
                  </a:lnTo>
                  <a:lnTo>
                    <a:pt x="100000" y="262294"/>
                  </a:lnTo>
                  <a:lnTo>
                    <a:pt x="100000" y="262294"/>
                  </a:lnTo>
                  <a:lnTo>
                    <a:pt x="98360" y="259015"/>
                  </a:lnTo>
                  <a:lnTo>
                    <a:pt x="98360" y="254097"/>
                  </a:lnTo>
                  <a:lnTo>
                    <a:pt x="96721" y="250818"/>
                  </a:lnTo>
                  <a:lnTo>
                    <a:pt x="95082" y="247540"/>
                  </a:lnTo>
                  <a:lnTo>
                    <a:pt x="90164" y="244261"/>
                  </a:lnTo>
                  <a:lnTo>
                    <a:pt x="88524" y="239343"/>
                  </a:lnTo>
                  <a:lnTo>
                    <a:pt x="90164" y="236064"/>
                  </a:lnTo>
                  <a:lnTo>
                    <a:pt x="90164" y="232786"/>
                  </a:lnTo>
                  <a:lnTo>
                    <a:pt x="90164" y="227868"/>
                  </a:lnTo>
                  <a:lnTo>
                    <a:pt x="91803" y="224589"/>
                  </a:lnTo>
                  <a:lnTo>
                    <a:pt x="90164" y="221310"/>
                  </a:lnTo>
                  <a:lnTo>
                    <a:pt x="91803" y="216393"/>
                  </a:lnTo>
                  <a:lnTo>
                    <a:pt x="90164" y="216393"/>
                  </a:lnTo>
                  <a:lnTo>
                    <a:pt x="90164" y="214753"/>
                  </a:lnTo>
                  <a:lnTo>
                    <a:pt x="90164" y="214753"/>
                  </a:lnTo>
                  <a:lnTo>
                    <a:pt x="85246" y="214753"/>
                  </a:lnTo>
                  <a:lnTo>
                    <a:pt x="81967" y="213114"/>
                  </a:lnTo>
                  <a:lnTo>
                    <a:pt x="78688" y="214753"/>
                  </a:lnTo>
                  <a:lnTo>
                    <a:pt x="73770" y="214753"/>
                  </a:lnTo>
                  <a:lnTo>
                    <a:pt x="75410" y="213114"/>
                  </a:lnTo>
                  <a:lnTo>
                    <a:pt x="75410" y="209835"/>
                  </a:lnTo>
                  <a:lnTo>
                    <a:pt x="75410" y="204917"/>
                  </a:lnTo>
                  <a:lnTo>
                    <a:pt x="73770" y="201638"/>
                  </a:lnTo>
                  <a:lnTo>
                    <a:pt x="72131" y="196720"/>
                  </a:lnTo>
                  <a:lnTo>
                    <a:pt x="68852" y="196720"/>
                  </a:lnTo>
                  <a:lnTo>
                    <a:pt x="65573" y="193442"/>
                  </a:lnTo>
                  <a:lnTo>
                    <a:pt x="62295" y="193442"/>
                  </a:lnTo>
                  <a:lnTo>
                    <a:pt x="60656" y="191803"/>
                  </a:lnTo>
                  <a:lnTo>
                    <a:pt x="57377" y="190163"/>
                  </a:lnTo>
                  <a:lnTo>
                    <a:pt x="52459" y="188524"/>
                  </a:lnTo>
                  <a:lnTo>
                    <a:pt x="50820" y="186884"/>
                  </a:lnTo>
                  <a:lnTo>
                    <a:pt x="47541" y="183606"/>
                  </a:lnTo>
                  <a:lnTo>
                    <a:pt x="47541" y="183606"/>
                  </a:lnTo>
                  <a:lnTo>
                    <a:pt x="44262" y="181966"/>
                  </a:lnTo>
                  <a:lnTo>
                    <a:pt x="40983" y="178688"/>
                  </a:lnTo>
                  <a:lnTo>
                    <a:pt x="36066" y="173770"/>
                  </a:lnTo>
                  <a:lnTo>
                    <a:pt x="32787" y="172130"/>
                  </a:lnTo>
                  <a:lnTo>
                    <a:pt x="31147" y="168851"/>
                  </a:lnTo>
                  <a:lnTo>
                    <a:pt x="31147" y="163934"/>
                  </a:lnTo>
                  <a:lnTo>
                    <a:pt x="29508" y="160655"/>
                  </a:lnTo>
                  <a:lnTo>
                    <a:pt x="27869" y="157376"/>
                  </a:lnTo>
                  <a:lnTo>
                    <a:pt x="26229" y="152458"/>
                  </a:lnTo>
                  <a:lnTo>
                    <a:pt x="26229" y="149180"/>
                  </a:lnTo>
                  <a:lnTo>
                    <a:pt x="26229" y="145901"/>
                  </a:lnTo>
                  <a:lnTo>
                    <a:pt x="22951" y="142622"/>
                  </a:lnTo>
                  <a:lnTo>
                    <a:pt x="19672" y="139344"/>
                  </a:lnTo>
                  <a:lnTo>
                    <a:pt x="19672" y="134426"/>
                  </a:lnTo>
                  <a:lnTo>
                    <a:pt x="19672" y="131147"/>
                  </a:lnTo>
                  <a:lnTo>
                    <a:pt x="14754" y="127868"/>
                  </a:lnTo>
                  <a:lnTo>
                    <a:pt x="14754" y="126229"/>
                  </a:lnTo>
                  <a:lnTo>
                    <a:pt x="9836" y="122950"/>
                  </a:lnTo>
                  <a:lnTo>
                    <a:pt x="9836" y="119671"/>
                  </a:lnTo>
                  <a:lnTo>
                    <a:pt x="8197" y="114754"/>
                  </a:lnTo>
                  <a:lnTo>
                    <a:pt x="6557" y="111475"/>
                  </a:lnTo>
                  <a:lnTo>
                    <a:pt x="1639" y="108196"/>
                  </a:lnTo>
                  <a:lnTo>
                    <a:pt x="0" y="103278"/>
                  </a:lnTo>
                  <a:lnTo>
                    <a:pt x="0" y="100000"/>
                  </a:lnTo>
                  <a:lnTo>
                    <a:pt x="0" y="9672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36" name="Freeform 4035">
              <a:extLst>
                <a:ext uri="{FF2B5EF4-FFF2-40B4-BE49-F238E27FC236}">
                  <a16:creationId xmlns:a16="http://schemas.microsoft.com/office/drawing/2014/main" id="{EEB33FDD-DB52-9B4C-9F94-7CB772A68C76}"/>
                </a:ext>
              </a:extLst>
            </p:cNvPr>
            <p:cNvSpPr/>
            <p:nvPr/>
          </p:nvSpPr>
          <p:spPr>
            <a:xfrm>
              <a:off x="8432054" y="3721456"/>
              <a:ext cx="6557" cy="4917"/>
            </a:xfrm>
            <a:custGeom>
              <a:avLst/>
              <a:gdLst>
                <a:gd name="connsiteX0" fmla="*/ 0 w 6557"/>
                <a:gd name="connsiteY0" fmla="*/ 0 h 4917"/>
                <a:gd name="connsiteX1" fmla="*/ 0 w 6557"/>
                <a:gd name="connsiteY1" fmla="*/ 0 h 4917"/>
                <a:gd name="connsiteX2" fmla="*/ 3279 w 6557"/>
                <a:gd name="connsiteY2" fmla="*/ 1639 h 4917"/>
                <a:gd name="connsiteX3" fmla="*/ 6558 w 6557"/>
                <a:gd name="connsiteY3" fmla="*/ 4918 h 4917"/>
                <a:gd name="connsiteX4" fmla="*/ 6558 w 6557"/>
                <a:gd name="connsiteY4" fmla="*/ 4918 h 4917"/>
                <a:gd name="connsiteX5" fmla="*/ 6558 w 6557"/>
                <a:gd name="connsiteY5" fmla="*/ 4918 h 4917"/>
                <a:gd name="connsiteX6" fmla="*/ 4918 w 6557"/>
                <a:gd name="connsiteY6" fmla="*/ 0 h 4917"/>
                <a:gd name="connsiteX7" fmla="*/ 1639 w 6557"/>
                <a:gd name="connsiteY7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7" h="4917">
                  <a:moveTo>
                    <a:pt x="0" y="0"/>
                  </a:moveTo>
                  <a:lnTo>
                    <a:pt x="0" y="0"/>
                  </a:lnTo>
                  <a:lnTo>
                    <a:pt x="3279" y="1639"/>
                  </a:lnTo>
                  <a:lnTo>
                    <a:pt x="6558" y="4918"/>
                  </a:lnTo>
                  <a:lnTo>
                    <a:pt x="6558" y="4918"/>
                  </a:lnTo>
                  <a:lnTo>
                    <a:pt x="6558" y="4918"/>
                  </a:lnTo>
                  <a:lnTo>
                    <a:pt x="4918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37" name="Freeform 4036">
              <a:extLst>
                <a:ext uri="{FF2B5EF4-FFF2-40B4-BE49-F238E27FC236}">
                  <a16:creationId xmlns:a16="http://schemas.microsoft.com/office/drawing/2014/main" id="{4F1750F4-C39F-174D-A178-84A39B083DFE}"/>
                </a:ext>
              </a:extLst>
            </p:cNvPr>
            <p:cNvSpPr/>
            <p:nvPr/>
          </p:nvSpPr>
          <p:spPr>
            <a:xfrm>
              <a:off x="8432054" y="3688669"/>
              <a:ext cx="86884" cy="172130"/>
            </a:xfrm>
            <a:custGeom>
              <a:avLst/>
              <a:gdLst>
                <a:gd name="connsiteX0" fmla="*/ 4918 w 86884"/>
                <a:gd name="connsiteY0" fmla="*/ 98360 h 172130"/>
                <a:gd name="connsiteX1" fmla="*/ 4918 w 86884"/>
                <a:gd name="connsiteY1" fmla="*/ 101639 h 172130"/>
                <a:gd name="connsiteX2" fmla="*/ 6558 w 86884"/>
                <a:gd name="connsiteY2" fmla="*/ 104917 h 172130"/>
                <a:gd name="connsiteX3" fmla="*/ 6558 w 86884"/>
                <a:gd name="connsiteY3" fmla="*/ 108196 h 172130"/>
                <a:gd name="connsiteX4" fmla="*/ 8197 w 86884"/>
                <a:gd name="connsiteY4" fmla="*/ 113114 h 172130"/>
                <a:gd name="connsiteX5" fmla="*/ 8197 w 86884"/>
                <a:gd name="connsiteY5" fmla="*/ 114754 h 172130"/>
                <a:gd name="connsiteX6" fmla="*/ 6558 w 86884"/>
                <a:gd name="connsiteY6" fmla="*/ 118032 h 172130"/>
                <a:gd name="connsiteX7" fmla="*/ 8197 w 86884"/>
                <a:gd name="connsiteY7" fmla="*/ 121311 h 172130"/>
                <a:gd name="connsiteX8" fmla="*/ 9836 w 86884"/>
                <a:gd name="connsiteY8" fmla="*/ 126229 h 172130"/>
                <a:gd name="connsiteX9" fmla="*/ 8197 w 86884"/>
                <a:gd name="connsiteY9" fmla="*/ 129508 h 172130"/>
                <a:gd name="connsiteX10" fmla="*/ 9836 w 86884"/>
                <a:gd name="connsiteY10" fmla="*/ 132786 h 172130"/>
                <a:gd name="connsiteX11" fmla="*/ 11476 w 86884"/>
                <a:gd name="connsiteY11" fmla="*/ 137704 h 172130"/>
                <a:gd name="connsiteX12" fmla="*/ 11476 w 86884"/>
                <a:gd name="connsiteY12" fmla="*/ 139344 h 172130"/>
                <a:gd name="connsiteX13" fmla="*/ 13114 w 86884"/>
                <a:gd name="connsiteY13" fmla="*/ 142622 h 172130"/>
                <a:gd name="connsiteX14" fmla="*/ 14754 w 86884"/>
                <a:gd name="connsiteY14" fmla="*/ 145901 h 172130"/>
                <a:gd name="connsiteX15" fmla="*/ 14754 w 86884"/>
                <a:gd name="connsiteY15" fmla="*/ 149180 h 172130"/>
                <a:gd name="connsiteX16" fmla="*/ 16393 w 86884"/>
                <a:gd name="connsiteY16" fmla="*/ 152458 h 172130"/>
                <a:gd name="connsiteX17" fmla="*/ 16393 w 86884"/>
                <a:gd name="connsiteY17" fmla="*/ 155737 h 172130"/>
                <a:gd name="connsiteX18" fmla="*/ 18032 w 86884"/>
                <a:gd name="connsiteY18" fmla="*/ 160655 h 172130"/>
                <a:gd name="connsiteX19" fmla="*/ 19672 w 86884"/>
                <a:gd name="connsiteY19" fmla="*/ 163934 h 172130"/>
                <a:gd name="connsiteX20" fmla="*/ 22951 w 86884"/>
                <a:gd name="connsiteY20" fmla="*/ 167213 h 172130"/>
                <a:gd name="connsiteX21" fmla="*/ 26229 w 86884"/>
                <a:gd name="connsiteY21" fmla="*/ 168851 h 172130"/>
                <a:gd name="connsiteX22" fmla="*/ 31148 w 86884"/>
                <a:gd name="connsiteY22" fmla="*/ 170491 h 172130"/>
                <a:gd name="connsiteX23" fmla="*/ 32787 w 86884"/>
                <a:gd name="connsiteY23" fmla="*/ 170491 h 172130"/>
                <a:gd name="connsiteX24" fmla="*/ 37705 w 86884"/>
                <a:gd name="connsiteY24" fmla="*/ 172130 h 172130"/>
                <a:gd name="connsiteX25" fmla="*/ 39344 w 86884"/>
                <a:gd name="connsiteY25" fmla="*/ 172130 h 172130"/>
                <a:gd name="connsiteX26" fmla="*/ 39344 w 86884"/>
                <a:gd name="connsiteY26" fmla="*/ 172130 h 172130"/>
                <a:gd name="connsiteX27" fmla="*/ 40983 w 86884"/>
                <a:gd name="connsiteY27" fmla="*/ 170491 h 172130"/>
                <a:gd name="connsiteX28" fmla="*/ 44262 w 86884"/>
                <a:gd name="connsiteY28" fmla="*/ 170491 h 172130"/>
                <a:gd name="connsiteX29" fmla="*/ 47541 w 86884"/>
                <a:gd name="connsiteY29" fmla="*/ 167213 h 172130"/>
                <a:gd name="connsiteX30" fmla="*/ 50819 w 86884"/>
                <a:gd name="connsiteY30" fmla="*/ 165573 h 172130"/>
                <a:gd name="connsiteX31" fmla="*/ 55738 w 86884"/>
                <a:gd name="connsiteY31" fmla="*/ 163934 h 172130"/>
                <a:gd name="connsiteX32" fmla="*/ 59016 w 86884"/>
                <a:gd name="connsiteY32" fmla="*/ 163934 h 172130"/>
                <a:gd name="connsiteX33" fmla="*/ 62295 w 86884"/>
                <a:gd name="connsiteY33" fmla="*/ 160655 h 172130"/>
                <a:gd name="connsiteX34" fmla="*/ 65573 w 86884"/>
                <a:gd name="connsiteY34" fmla="*/ 160655 h 172130"/>
                <a:gd name="connsiteX35" fmla="*/ 67212 w 86884"/>
                <a:gd name="connsiteY35" fmla="*/ 160655 h 172130"/>
                <a:gd name="connsiteX36" fmla="*/ 70491 w 86884"/>
                <a:gd name="connsiteY36" fmla="*/ 157376 h 172130"/>
                <a:gd name="connsiteX37" fmla="*/ 73770 w 86884"/>
                <a:gd name="connsiteY37" fmla="*/ 152458 h 172130"/>
                <a:gd name="connsiteX38" fmla="*/ 78688 w 86884"/>
                <a:gd name="connsiteY38" fmla="*/ 150819 h 172130"/>
                <a:gd name="connsiteX39" fmla="*/ 81967 w 86884"/>
                <a:gd name="connsiteY39" fmla="*/ 145901 h 172130"/>
                <a:gd name="connsiteX40" fmla="*/ 81967 w 86884"/>
                <a:gd name="connsiteY40" fmla="*/ 144261 h 172130"/>
                <a:gd name="connsiteX41" fmla="*/ 83606 w 86884"/>
                <a:gd name="connsiteY41" fmla="*/ 140983 h 172130"/>
                <a:gd name="connsiteX42" fmla="*/ 85246 w 86884"/>
                <a:gd name="connsiteY42" fmla="*/ 137704 h 172130"/>
                <a:gd name="connsiteX43" fmla="*/ 85246 w 86884"/>
                <a:gd name="connsiteY43" fmla="*/ 134426 h 172130"/>
                <a:gd name="connsiteX44" fmla="*/ 86885 w 86884"/>
                <a:gd name="connsiteY44" fmla="*/ 131147 h 172130"/>
                <a:gd name="connsiteX45" fmla="*/ 86885 w 86884"/>
                <a:gd name="connsiteY45" fmla="*/ 126229 h 172130"/>
                <a:gd name="connsiteX46" fmla="*/ 86885 w 86884"/>
                <a:gd name="connsiteY46" fmla="*/ 122950 h 172130"/>
                <a:gd name="connsiteX47" fmla="*/ 86885 w 86884"/>
                <a:gd name="connsiteY47" fmla="*/ 119671 h 172130"/>
                <a:gd name="connsiteX48" fmla="*/ 86885 w 86884"/>
                <a:gd name="connsiteY48" fmla="*/ 114754 h 172130"/>
                <a:gd name="connsiteX49" fmla="*/ 86885 w 86884"/>
                <a:gd name="connsiteY49" fmla="*/ 111475 h 172130"/>
                <a:gd name="connsiteX50" fmla="*/ 85246 w 86884"/>
                <a:gd name="connsiteY50" fmla="*/ 108196 h 172130"/>
                <a:gd name="connsiteX51" fmla="*/ 83606 w 86884"/>
                <a:gd name="connsiteY51" fmla="*/ 104917 h 172130"/>
                <a:gd name="connsiteX52" fmla="*/ 83606 w 86884"/>
                <a:gd name="connsiteY52" fmla="*/ 103278 h 172130"/>
                <a:gd name="connsiteX53" fmla="*/ 83606 w 86884"/>
                <a:gd name="connsiteY53" fmla="*/ 104917 h 172130"/>
                <a:gd name="connsiteX54" fmla="*/ 81967 w 86884"/>
                <a:gd name="connsiteY54" fmla="*/ 104917 h 172130"/>
                <a:gd name="connsiteX55" fmla="*/ 81967 w 86884"/>
                <a:gd name="connsiteY55" fmla="*/ 103278 h 172130"/>
                <a:gd name="connsiteX56" fmla="*/ 81967 w 86884"/>
                <a:gd name="connsiteY56" fmla="*/ 98360 h 172130"/>
                <a:gd name="connsiteX57" fmla="*/ 78688 w 86884"/>
                <a:gd name="connsiteY57" fmla="*/ 95081 h 172130"/>
                <a:gd name="connsiteX58" fmla="*/ 75409 w 86884"/>
                <a:gd name="connsiteY58" fmla="*/ 91803 h 172130"/>
                <a:gd name="connsiteX59" fmla="*/ 78688 w 86884"/>
                <a:gd name="connsiteY59" fmla="*/ 93442 h 172130"/>
                <a:gd name="connsiteX60" fmla="*/ 77049 w 86884"/>
                <a:gd name="connsiteY60" fmla="*/ 90164 h 172130"/>
                <a:gd name="connsiteX61" fmla="*/ 73770 w 86884"/>
                <a:gd name="connsiteY61" fmla="*/ 86885 h 172130"/>
                <a:gd name="connsiteX62" fmla="*/ 73770 w 86884"/>
                <a:gd name="connsiteY62" fmla="*/ 83606 h 172130"/>
                <a:gd name="connsiteX63" fmla="*/ 72131 w 86884"/>
                <a:gd name="connsiteY63" fmla="*/ 81967 h 172130"/>
                <a:gd name="connsiteX64" fmla="*/ 68852 w 86884"/>
                <a:gd name="connsiteY64" fmla="*/ 77049 h 172130"/>
                <a:gd name="connsiteX65" fmla="*/ 68852 w 86884"/>
                <a:gd name="connsiteY65" fmla="*/ 73770 h 172130"/>
                <a:gd name="connsiteX66" fmla="*/ 67212 w 86884"/>
                <a:gd name="connsiteY66" fmla="*/ 68852 h 172130"/>
                <a:gd name="connsiteX67" fmla="*/ 65573 w 86884"/>
                <a:gd name="connsiteY67" fmla="*/ 65573 h 172130"/>
                <a:gd name="connsiteX68" fmla="*/ 65573 w 86884"/>
                <a:gd name="connsiteY68" fmla="*/ 62295 h 172130"/>
                <a:gd name="connsiteX69" fmla="*/ 63935 w 86884"/>
                <a:gd name="connsiteY69" fmla="*/ 59016 h 172130"/>
                <a:gd name="connsiteX70" fmla="*/ 59016 w 86884"/>
                <a:gd name="connsiteY70" fmla="*/ 60656 h 172130"/>
                <a:gd name="connsiteX71" fmla="*/ 55738 w 86884"/>
                <a:gd name="connsiteY71" fmla="*/ 57377 h 172130"/>
                <a:gd name="connsiteX72" fmla="*/ 59016 w 86884"/>
                <a:gd name="connsiteY72" fmla="*/ 57377 h 172130"/>
                <a:gd name="connsiteX73" fmla="*/ 59016 w 86884"/>
                <a:gd name="connsiteY73" fmla="*/ 55737 h 172130"/>
                <a:gd name="connsiteX74" fmla="*/ 59016 w 86884"/>
                <a:gd name="connsiteY74" fmla="*/ 50820 h 172130"/>
                <a:gd name="connsiteX75" fmla="*/ 55738 w 86884"/>
                <a:gd name="connsiteY75" fmla="*/ 47541 h 172130"/>
                <a:gd name="connsiteX76" fmla="*/ 52459 w 86884"/>
                <a:gd name="connsiteY76" fmla="*/ 44262 h 172130"/>
                <a:gd name="connsiteX77" fmla="*/ 50819 w 86884"/>
                <a:gd name="connsiteY77" fmla="*/ 39344 h 172130"/>
                <a:gd name="connsiteX78" fmla="*/ 50819 w 86884"/>
                <a:gd name="connsiteY78" fmla="*/ 39344 h 172130"/>
                <a:gd name="connsiteX79" fmla="*/ 45901 w 86884"/>
                <a:gd name="connsiteY79" fmla="*/ 37705 h 172130"/>
                <a:gd name="connsiteX80" fmla="*/ 47541 w 86884"/>
                <a:gd name="connsiteY80" fmla="*/ 34426 h 172130"/>
                <a:gd name="connsiteX81" fmla="*/ 44262 w 86884"/>
                <a:gd name="connsiteY81" fmla="*/ 31147 h 172130"/>
                <a:gd name="connsiteX82" fmla="*/ 42622 w 86884"/>
                <a:gd name="connsiteY82" fmla="*/ 27869 h 172130"/>
                <a:gd name="connsiteX83" fmla="*/ 40983 w 86884"/>
                <a:gd name="connsiteY83" fmla="*/ 24590 h 172130"/>
                <a:gd name="connsiteX84" fmla="*/ 37705 w 86884"/>
                <a:gd name="connsiteY84" fmla="*/ 19672 h 172130"/>
                <a:gd name="connsiteX85" fmla="*/ 34426 w 86884"/>
                <a:gd name="connsiteY85" fmla="*/ 16393 h 172130"/>
                <a:gd name="connsiteX86" fmla="*/ 31148 w 86884"/>
                <a:gd name="connsiteY86" fmla="*/ 14754 h 172130"/>
                <a:gd name="connsiteX87" fmla="*/ 27869 w 86884"/>
                <a:gd name="connsiteY87" fmla="*/ 11476 h 172130"/>
                <a:gd name="connsiteX88" fmla="*/ 22951 w 86884"/>
                <a:gd name="connsiteY88" fmla="*/ 8197 h 172130"/>
                <a:gd name="connsiteX89" fmla="*/ 21311 w 86884"/>
                <a:gd name="connsiteY89" fmla="*/ 3279 h 172130"/>
                <a:gd name="connsiteX90" fmla="*/ 19672 w 86884"/>
                <a:gd name="connsiteY90" fmla="*/ 0 h 172130"/>
                <a:gd name="connsiteX91" fmla="*/ 14754 w 86884"/>
                <a:gd name="connsiteY91" fmla="*/ 1639 h 172130"/>
                <a:gd name="connsiteX92" fmla="*/ 19672 w 86884"/>
                <a:gd name="connsiteY92" fmla="*/ 3279 h 172130"/>
                <a:gd name="connsiteX93" fmla="*/ 22951 w 86884"/>
                <a:gd name="connsiteY93" fmla="*/ 6557 h 172130"/>
                <a:gd name="connsiteX94" fmla="*/ 26229 w 86884"/>
                <a:gd name="connsiteY94" fmla="*/ 11476 h 172130"/>
                <a:gd name="connsiteX95" fmla="*/ 22951 w 86884"/>
                <a:gd name="connsiteY95" fmla="*/ 8197 h 172130"/>
                <a:gd name="connsiteX96" fmla="*/ 19672 w 86884"/>
                <a:gd name="connsiteY96" fmla="*/ 4918 h 172130"/>
                <a:gd name="connsiteX97" fmla="*/ 14754 w 86884"/>
                <a:gd name="connsiteY97" fmla="*/ 3279 h 172130"/>
                <a:gd name="connsiteX98" fmla="*/ 11476 w 86884"/>
                <a:gd name="connsiteY98" fmla="*/ 0 h 172130"/>
                <a:gd name="connsiteX99" fmla="*/ 9836 w 86884"/>
                <a:gd name="connsiteY99" fmla="*/ 0 h 172130"/>
                <a:gd name="connsiteX100" fmla="*/ 6558 w 86884"/>
                <a:gd name="connsiteY100" fmla="*/ 3279 h 172130"/>
                <a:gd name="connsiteX101" fmla="*/ 9836 w 86884"/>
                <a:gd name="connsiteY101" fmla="*/ 6557 h 172130"/>
                <a:gd name="connsiteX102" fmla="*/ 9836 w 86884"/>
                <a:gd name="connsiteY102" fmla="*/ 6557 h 172130"/>
                <a:gd name="connsiteX103" fmla="*/ 13114 w 86884"/>
                <a:gd name="connsiteY103" fmla="*/ 8197 h 172130"/>
                <a:gd name="connsiteX104" fmla="*/ 16393 w 86884"/>
                <a:gd name="connsiteY104" fmla="*/ 11476 h 172130"/>
                <a:gd name="connsiteX105" fmla="*/ 18032 w 86884"/>
                <a:gd name="connsiteY105" fmla="*/ 8197 h 172130"/>
                <a:gd name="connsiteX106" fmla="*/ 18032 w 86884"/>
                <a:gd name="connsiteY106" fmla="*/ 8197 h 172130"/>
                <a:gd name="connsiteX107" fmla="*/ 21311 w 86884"/>
                <a:gd name="connsiteY107" fmla="*/ 11476 h 172130"/>
                <a:gd name="connsiteX108" fmla="*/ 24590 w 86884"/>
                <a:gd name="connsiteY108" fmla="*/ 13114 h 172130"/>
                <a:gd name="connsiteX109" fmla="*/ 26229 w 86884"/>
                <a:gd name="connsiteY109" fmla="*/ 13114 h 172130"/>
                <a:gd name="connsiteX110" fmla="*/ 27869 w 86884"/>
                <a:gd name="connsiteY110" fmla="*/ 13114 h 172130"/>
                <a:gd name="connsiteX111" fmla="*/ 32787 w 86884"/>
                <a:gd name="connsiteY111" fmla="*/ 16393 h 172130"/>
                <a:gd name="connsiteX112" fmla="*/ 27869 w 86884"/>
                <a:gd name="connsiteY112" fmla="*/ 14754 h 172130"/>
                <a:gd name="connsiteX113" fmla="*/ 26229 w 86884"/>
                <a:gd name="connsiteY113" fmla="*/ 14754 h 172130"/>
                <a:gd name="connsiteX114" fmla="*/ 26229 w 86884"/>
                <a:gd name="connsiteY114" fmla="*/ 14754 h 172130"/>
                <a:gd name="connsiteX115" fmla="*/ 22951 w 86884"/>
                <a:gd name="connsiteY115" fmla="*/ 16393 h 172130"/>
                <a:gd name="connsiteX116" fmla="*/ 19672 w 86884"/>
                <a:gd name="connsiteY116" fmla="*/ 13114 h 172130"/>
                <a:gd name="connsiteX117" fmla="*/ 18032 w 86884"/>
                <a:gd name="connsiteY117" fmla="*/ 13114 h 172130"/>
                <a:gd name="connsiteX118" fmla="*/ 14754 w 86884"/>
                <a:gd name="connsiteY118" fmla="*/ 13114 h 172130"/>
                <a:gd name="connsiteX119" fmla="*/ 16393 w 86884"/>
                <a:gd name="connsiteY119" fmla="*/ 16393 h 172130"/>
                <a:gd name="connsiteX120" fmla="*/ 13114 w 86884"/>
                <a:gd name="connsiteY120" fmla="*/ 19672 h 172130"/>
                <a:gd name="connsiteX121" fmla="*/ 14754 w 86884"/>
                <a:gd name="connsiteY121" fmla="*/ 24590 h 172130"/>
                <a:gd name="connsiteX122" fmla="*/ 14754 w 86884"/>
                <a:gd name="connsiteY122" fmla="*/ 27869 h 172130"/>
                <a:gd name="connsiteX123" fmla="*/ 14754 w 86884"/>
                <a:gd name="connsiteY123" fmla="*/ 29508 h 172130"/>
                <a:gd name="connsiteX124" fmla="*/ 13114 w 86884"/>
                <a:gd name="connsiteY124" fmla="*/ 32787 h 172130"/>
                <a:gd name="connsiteX125" fmla="*/ 11476 w 86884"/>
                <a:gd name="connsiteY125" fmla="*/ 36066 h 172130"/>
                <a:gd name="connsiteX126" fmla="*/ 8197 w 86884"/>
                <a:gd name="connsiteY126" fmla="*/ 39344 h 172130"/>
                <a:gd name="connsiteX127" fmla="*/ 8197 w 86884"/>
                <a:gd name="connsiteY127" fmla="*/ 39344 h 172130"/>
                <a:gd name="connsiteX128" fmla="*/ 8197 w 86884"/>
                <a:gd name="connsiteY128" fmla="*/ 40983 h 172130"/>
                <a:gd name="connsiteX129" fmla="*/ 8197 w 86884"/>
                <a:gd name="connsiteY129" fmla="*/ 44262 h 172130"/>
                <a:gd name="connsiteX130" fmla="*/ 9836 w 86884"/>
                <a:gd name="connsiteY130" fmla="*/ 47541 h 172130"/>
                <a:gd name="connsiteX131" fmla="*/ 9836 w 86884"/>
                <a:gd name="connsiteY131" fmla="*/ 52459 h 172130"/>
                <a:gd name="connsiteX132" fmla="*/ 8197 w 86884"/>
                <a:gd name="connsiteY132" fmla="*/ 55737 h 172130"/>
                <a:gd name="connsiteX133" fmla="*/ 8197 w 86884"/>
                <a:gd name="connsiteY133" fmla="*/ 57377 h 172130"/>
                <a:gd name="connsiteX134" fmla="*/ 6558 w 86884"/>
                <a:gd name="connsiteY134" fmla="*/ 60656 h 172130"/>
                <a:gd name="connsiteX135" fmla="*/ 6558 w 86884"/>
                <a:gd name="connsiteY135" fmla="*/ 63934 h 172130"/>
                <a:gd name="connsiteX136" fmla="*/ 6558 w 86884"/>
                <a:gd name="connsiteY136" fmla="*/ 67213 h 172130"/>
                <a:gd name="connsiteX137" fmla="*/ 4918 w 86884"/>
                <a:gd name="connsiteY137" fmla="*/ 72131 h 172130"/>
                <a:gd name="connsiteX138" fmla="*/ 6558 w 86884"/>
                <a:gd name="connsiteY138" fmla="*/ 75410 h 172130"/>
                <a:gd name="connsiteX139" fmla="*/ 6558 w 86884"/>
                <a:gd name="connsiteY139" fmla="*/ 78688 h 172130"/>
                <a:gd name="connsiteX140" fmla="*/ 6558 w 86884"/>
                <a:gd name="connsiteY140" fmla="*/ 81967 h 172130"/>
                <a:gd name="connsiteX141" fmla="*/ 3279 w 86884"/>
                <a:gd name="connsiteY141" fmla="*/ 78688 h 172130"/>
                <a:gd name="connsiteX142" fmla="*/ 1639 w 86884"/>
                <a:gd name="connsiteY142" fmla="*/ 75410 h 172130"/>
                <a:gd name="connsiteX143" fmla="*/ 3279 w 86884"/>
                <a:gd name="connsiteY143" fmla="*/ 72131 h 172130"/>
                <a:gd name="connsiteX144" fmla="*/ 3279 w 86884"/>
                <a:gd name="connsiteY144" fmla="*/ 67213 h 172130"/>
                <a:gd name="connsiteX145" fmla="*/ 0 w 86884"/>
                <a:gd name="connsiteY145" fmla="*/ 72131 h 172130"/>
                <a:gd name="connsiteX146" fmla="*/ 0 w 86884"/>
                <a:gd name="connsiteY146" fmla="*/ 75410 h 172130"/>
                <a:gd name="connsiteX147" fmla="*/ 1639 w 86884"/>
                <a:gd name="connsiteY147" fmla="*/ 78688 h 172130"/>
                <a:gd name="connsiteX148" fmla="*/ 3279 w 86884"/>
                <a:gd name="connsiteY148" fmla="*/ 83606 h 172130"/>
                <a:gd name="connsiteX149" fmla="*/ 3279 w 86884"/>
                <a:gd name="connsiteY149" fmla="*/ 86885 h 172130"/>
                <a:gd name="connsiteX150" fmla="*/ 4918 w 86884"/>
                <a:gd name="connsiteY150" fmla="*/ 90164 h 172130"/>
                <a:gd name="connsiteX151" fmla="*/ 4918 w 86884"/>
                <a:gd name="connsiteY151" fmla="*/ 95081 h 172130"/>
                <a:gd name="connsiteX152" fmla="*/ 4918 w 86884"/>
                <a:gd name="connsiteY152" fmla="*/ 98360 h 17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86884" h="172130">
                  <a:moveTo>
                    <a:pt x="4918" y="98360"/>
                  </a:moveTo>
                  <a:lnTo>
                    <a:pt x="4918" y="101639"/>
                  </a:lnTo>
                  <a:lnTo>
                    <a:pt x="6558" y="104917"/>
                  </a:lnTo>
                  <a:lnTo>
                    <a:pt x="6558" y="108196"/>
                  </a:lnTo>
                  <a:lnTo>
                    <a:pt x="8197" y="113114"/>
                  </a:lnTo>
                  <a:lnTo>
                    <a:pt x="8197" y="114754"/>
                  </a:lnTo>
                  <a:lnTo>
                    <a:pt x="6558" y="118032"/>
                  </a:lnTo>
                  <a:lnTo>
                    <a:pt x="8197" y="121311"/>
                  </a:lnTo>
                  <a:lnTo>
                    <a:pt x="9836" y="126229"/>
                  </a:lnTo>
                  <a:lnTo>
                    <a:pt x="8197" y="129508"/>
                  </a:lnTo>
                  <a:lnTo>
                    <a:pt x="9836" y="132786"/>
                  </a:lnTo>
                  <a:lnTo>
                    <a:pt x="11476" y="137704"/>
                  </a:lnTo>
                  <a:lnTo>
                    <a:pt x="11476" y="139344"/>
                  </a:lnTo>
                  <a:lnTo>
                    <a:pt x="13114" y="142622"/>
                  </a:lnTo>
                  <a:lnTo>
                    <a:pt x="14754" y="145901"/>
                  </a:lnTo>
                  <a:lnTo>
                    <a:pt x="14754" y="149180"/>
                  </a:lnTo>
                  <a:lnTo>
                    <a:pt x="16393" y="152458"/>
                  </a:lnTo>
                  <a:lnTo>
                    <a:pt x="16393" y="155737"/>
                  </a:lnTo>
                  <a:lnTo>
                    <a:pt x="18032" y="160655"/>
                  </a:lnTo>
                  <a:lnTo>
                    <a:pt x="19672" y="163934"/>
                  </a:lnTo>
                  <a:lnTo>
                    <a:pt x="22951" y="167213"/>
                  </a:lnTo>
                  <a:lnTo>
                    <a:pt x="26229" y="168851"/>
                  </a:lnTo>
                  <a:lnTo>
                    <a:pt x="31148" y="170491"/>
                  </a:lnTo>
                  <a:lnTo>
                    <a:pt x="32787" y="170491"/>
                  </a:lnTo>
                  <a:lnTo>
                    <a:pt x="37705" y="172130"/>
                  </a:lnTo>
                  <a:lnTo>
                    <a:pt x="39344" y="172130"/>
                  </a:lnTo>
                  <a:lnTo>
                    <a:pt x="39344" y="172130"/>
                  </a:lnTo>
                  <a:lnTo>
                    <a:pt x="40983" y="170491"/>
                  </a:lnTo>
                  <a:lnTo>
                    <a:pt x="44262" y="170491"/>
                  </a:lnTo>
                  <a:lnTo>
                    <a:pt x="47541" y="167213"/>
                  </a:lnTo>
                  <a:lnTo>
                    <a:pt x="50819" y="165573"/>
                  </a:lnTo>
                  <a:lnTo>
                    <a:pt x="55738" y="163934"/>
                  </a:lnTo>
                  <a:lnTo>
                    <a:pt x="59016" y="163934"/>
                  </a:lnTo>
                  <a:lnTo>
                    <a:pt x="62295" y="160655"/>
                  </a:lnTo>
                  <a:lnTo>
                    <a:pt x="65573" y="160655"/>
                  </a:lnTo>
                  <a:lnTo>
                    <a:pt x="67212" y="160655"/>
                  </a:lnTo>
                  <a:lnTo>
                    <a:pt x="70491" y="157376"/>
                  </a:lnTo>
                  <a:lnTo>
                    <a:pt x="73770" y="152458"/>
                  </a:lnTo>
                  <a:lnTo>
                    <a:pt x="78688" y="150819"/>
                  </a:lnTo>
                  <a:lnTo>
                    <a:pt x="81967" y="145901"/>
                  </a:lnTo>
                  <a:lnTo>
                    <a:pt x="81967" y="144261"/>
                  </a:lnTo>
                  <a:lnTo>
                    <a:pt x="83606" y="140983"/>
                  </a:lnTo>
                  <a:lnTo>
                    <a:pt x="85246" y="137704"/>
                  </a:lnTo>
                  <a:lnTo>
                    <a:pt x="85246" y="134426"/>
                  </a:lnTo>
                  <a:lnTo>
                    <a:pt x="86885" y="131147"/>
                  </a:lnTo>
                  <a:lnTo>
                    <a:pt x="86885" y="126229"/>
                  </a:lnTo>
                  <a:lnTo>
                    <a:pt x="86885" y="122950"/>
                  </a:lnTo>
                  <a:lnTo>
                    <a:pt x="86885" y="119671"/>
                  </a:lnTo>
                  <a:lnTo>
                    <a:pt x="86885" y="114754"/>
                  </a:lnTo>
                  <a:lnTo>
                    <a:pt x="86885" y="111475"/>
                  </a:lnTo>
                  <a:lnTo>
                    <a:pt x="85246" y="108196"/>
                  </a:lnTo>
                  <a:lnTo>
                    <a:pt x="83606" y="104917"/>
                  </a:lnTo>
                  <a:lnTo>
                    <a:pt x="83606" y="103278"/>
                  </a:lnTo>
                  <a:lnTo>
                    <a:pt x="83606" y="104917"/>
                  </a:lnTo>
                  <a:lnTo>
                    <a:pt x="81967" y="104917"/>
                  </a:lnTo>
                  <a:lnTo>
                    <a:pt x="81967" y="103278"/>
                  </a:lnTo>
                  <a:lnTo>
                    <a:pt x="81967" y="98360"/>
                  </a:lnTo>
                  <a:lnTo>
                    <a:pt x="78688" y="95081"/>
                  </a:lnTo>
                  <a:lnTo>
                    <a:pt x="75409" y="91803"/>
                  </a:lnTo>
                  <a:lnTo>
                    <a:pt x="78688" y="93442"/>
                  </a:lnTo>
                  <a:lnTo>
                    <a:pt x="77049" y="90164"/>
                  </a:lnTo>
                  <a:lnTo>
                    <a:pt x="73770" y="86885"/>
                  </a:lnTo>
                  <a:lnTo>
                    <a:pt x="73770" y="83606"/>
                  </a:lnTo>
                  <a:lnTo>
                    <a:pt x="72131" y="81967"/>
                  </a:lnTo>
                  <a:lnTo>
                    <a:pt x="68852" y="77049"/>
                  </a:lnTo>
                  <a:lnTo>
                    <a:pt x="68852" y="73770"/>
                  </a:lnTo>
                  <a:lnTo>
                    <a:pt x="67212" y="68852"/>
                  </a:lnTo>
                  <a:lnTo>
                    <a:pt x="65573" y="65573"/>
                  </a:lnTo>
                  <a:lnTo>
                    <a:pt x="65573" y="62295"/>
                  </a:lnTo>
                  <a:lnTo>
                    <a:pt x="63935" y="59016"/>
                  </a:lnTo>
                  <a:lnTo>
                    <a:pt x="59016" y="60656"/>
                  </a:lnTo>
                  <a:lnTo>
                    <a:pt x="55738" y="57377"/>
                  </a:lnTo>
                  <a:lnTo>
                    <a:pt x="59016" y="57377"/>
                  </a:lnTo>
                  <a:lnTo>
                    <a:pt x="59016" y="55737"/>
                  </a:lnTo>
                  <a:lnTo>
                    <a:pt x="59016" y="50820"/>
                  </a:lnTo>
                  <a:lnTo>
                    <a:pt x="55738" y="47541"/>
                  </a:lnTo>
                  <a:lnTo>
                    <a:pt x="52459" y="44262"/>
                  </a:lnTo>
                  <a:lnTo>
                    <a:pt x="50819" y="39344"/>
                  </a:lnTo>
                  <a:lnTo>
                    <a:pt x="50819" y="39344"/>
                  </a:lnTo>
                  <a:lnTo>
                    <a:pt x="45901" y="37705"/>
                  </a:lnTo>
                  <a:lnTo>
                    <a:pt x="47541" y="34426"/>
                  </a:lnTo>
                  <a:lnTo>
                    <a:pt x="44262" y="31147"/>
                  </a:lnTo>
                  <a:lnTo>
                    <a:pt x="42622" y="27869"/>
                  </a:lnTo>
                  <a:lnTo>
                    <a:pt x="40983" y="24590"/>
                  </a:lnTo>
                  <a:lnTo>
                    <a:pt x="37705" y="19672"/>
                  </a:lnTo>
                  <a:lnTo>
                    <a:pt x="34426" y="16393"/>
                  </a:lnTo>
                  <a:lnTo>
                    <a:pt x="31148" y="14754"/>
                  </a:lnTo>
                  <a:lnTo>
                    <a:pt x="27869" y="11476"/>
                  </a:lnTo>
                  <a:lnTo>
                    <a:pt x="22951" y="8197"/>
                  </a:lnTo>
                  <a:lnTo>
                    <a:pt x="21311" y="3279"/>
                  </a:lnTo>
                  <a:lnTo>
                    <a:pt x="19672" y="0"/>
                  </a:lnTo>
                  <a:lnTo>
                    <a:pt x="14754" y="1639"/>
                  </a:lnTo>
                  <a:lnTo>
                    <a:pt x="19672" y="3279"/>
                  </a:lnTo>
                  <a:lnTo>
                    <a:pt x="22951" y="6557"/>
                  </a:lnTo>
                  <a:lnTo>
                    <a:pt x="26229" y="11476"/>
                  </a:lnTo>
                  <a:lnTo>
                    <a:pt x="22951" y="8197"/>
                  </a:lnTo>
                  <a:lnTo>
                    <a:pt x="19672" y="4918"/>
                  </a:lnTo>
                  <a:lnTo>
                    <a:pt x="14754" y="3279"/>
                  </a:lnTo>
                  <a:lnTo>
                    <a:pt x="11476" y="0"/>
                  </a:lnTo>
                  <a:lnTo>
                    <a:pt x="9836" y="0"/>
                  </a:lnTo>
                  <a:lnTo>
                    <a:pt x="6558" y="3279"/>
                  </a:lnTo>
                  <a:lnTo>
                    <a:pt x="9836" y="6557"/>
                  </a:lnTo>
                  <a:lnTo>
                    <a:pt x="9836" y="6557"/>
                  </a:lnTo>
                  <a:lnTo>
                    <a:pt x="13114" y="8197"/>
                  </a:lnTo>
                  <a:lnTo>
                    <a:pt x="16393" y="11476"/>
                  </a:lnTo>
                  <a:lnTo>
                    <a:pt x="18032" y="8197"/>
                  </a:lnTo>
                  <a:lnTo>
                    <a:pt x="18032" y="8197"/>
                  </a:lnTo>
                  <a:lnTo>
                    <a:pt x="21311" y="11476"/>
                  </a:lnTo>
                  <a:lnTo>
                    <a:pt x="24590" y="13114"/>
                  </a:lnTo>
                  <a:lnTo>
                    <a:pt x="26229" y="13114"/>
                  </a:lnTo>
                  <a:lnTo>
                    <a:pt x="27869" y="13114"/>
                  </a:lnTo>
                  <a:lnTo>
                    <a:pt x="32787" y="16393"/>
                  </a:lnTo>
                  <a:lnTo>
                    <a:pt x="27869" y="14754"/>
                  </a:lnTo>
                  <a:lnTo>
                    <a:pt x="26229" y="14754"/>
                  </a:lnTo>
                  <a:lnTo>
                    <a:pt x="26229" y="14754"/>
                  </a:lnTo>
                  <a:lnTo>
                    <a:pt x="22951" y="16393"/>
                  </a:lnTo>
                  <a:lnTo>
                    <a:pt x="19672" y="13114"/>
                  </a:lnTo>
                  <a:lnTo>
                    <a:pt x="18032" y="13114"/>
                  </a:lnTo>
                  <a:lnTo>
                    <a:pt x="14754" y="13114"/>
                  </a:lnTo>
                  <a:lnTo>
                    <a:pt x="16393" y="16393"/>
                  </a:lnTo>
                  <a:lnTo>
                    <a:pt x="13114" y="19672"/>
                  </a:lnTo>
                  <a:lnTo>
                    <a:pt x="14754" y="24590"/>
                  </a:lnTo>
                  <a:lnTo>
                    <a:pt x="14754" y="27869"/>
                  </a:lnTo>
                  <a:lnTo>
                    <a:pt x="14754" y="29508"/>
                  </a:lnTo>
                  <a:lnTo>
                    <a:pt x="13114" y="32787"/>
                  </a:lnTo>
                  <a:lnTo>
                    <a:pt x="11476" y="36066"/>
                  </a:lnTo>
                  <a:lnTo>
                    <a:pt x="8197" y="39344"/>
                  </a:lnTo>
                  <a:lnTo>
                    <a:pt x="8197" y="39344"/>
                  </a:lnTo>
                  <a:lnTo>
                    <a:pt x="8197" y="40983"/>
                  </a:lnTo>
                  <a:lnTo>
                    <a:pt x="8197" y="44262"/>
                  </a:lnTo>
                  <a:lnTo>
                    <a:pt x="9836" y="47541"/>
                  </a:lnTo>
                  <a:lnTo>
                    <a:pt x="9836" y="52459"/>
                  </a:lnTo>
                  <a:lnTo>
                    <a:pt x="8197" y="55737"/>
                  </a:lnTo>
                  <a:lnTo>
                    <a:pt x="8197" y="57377"/>
                  </a:lnTo>
                  <a:lnTo>
                    <a:pt x="6558" y="60656"/>
                  </a:lnTo>
                  <a:lnTo>
                    <a:pt x="6558" y="63934"/>
                  </a:lnTo>
                  <a:lnTo>
                    <a:pt x="6558" y="67213"/>
                  </a:lnTo>
                  <a:lnTo>
                    <a:pt x="4918" y="72131"/>
                  </a:lnTo>
                  <a:lnTo>
                    <a:pt x="6558" y="75410"/>
                  </a:lnTo>
                  <a:lnTo>
                    <a:pt x="6558" y="78688"/>
                  </a:lnTo>
                  <a:lnTo>
                    <a:pt x="6558" y="81967"/>
                  </a:lnTo>
                  <a:lnTo>
                    <a:pt x="3279" y="78688"/>
                  </a:lnTo>
                  <a:lnTo>
                    <a:pt x="1639" y="75410"/>
                  </a:lnTo>
                  <a:lnTo>
                    <a:pt x="3279" y="72131"/>
                  </a:lnTo>
                  <a:lnTo>
                    <a:pt x="3279" y="67213"/>
                  </a:lnTo>
                  <a:lnTo>
                    <a:pt x="0" y="72131"/>
                  </a:lnTo>
                  <a:lnTo>
                    <a:pt x="0" y="75410"/>
                  </a:lnTo>
                  <a:lnTo>
                    <a:pt x="1639" y="78688"/>
                  </a:lnTo>
                  <a:lnTo>
                    <a:pt x="3279" y="83606"/>
                  </a:lnTo>
                  <a:lnTo>
                    <a:pt x="3279" y="86885"/>
                  </a:lnTo>
                  <a:lnTo>
                    <a:pt x="4918" y="90164"/>
                  </a:lnTo>
                  <a:lnTo>
                    <a:pt x="4918" y="95081"/>
                  </a:lnTo>
                  <a:lnTo>
                    <a:pt x="4918" y="9836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38" name="Freeform 4037">
              <a:extLst>
                <a:ext uri="{FF2B5EF4-FFF2-40B4-BE49-F238E27FC236}">
                  <a16:creationId xmlns:a16="http://schemas.microsoft.com/office/drawing/2014/main" id="{C8A99D13-6AB8-EE44-AE57-D163D1E4AE03}"/>
                </a:ext>
              </a:extLst>
            </p:cNvPr>
            <p:cNvSpPr/>
            <p:nvPr/>
          </p:nvSpPr>
          <p:spPr>
            <a:xfrm>
              <a:off x="8436972" y="3695226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39" name="Freeform 4038">
              <a:extLst>
                <a:ext uri="{FF2B5EF4-FFF2-40B4-BE49-F238E27FC236}">
                  <a16:creationId xmlns:a16="http://schemas.microsoft.com/office/drawing/2014/main" id="{46E6705D-9EFD-6A43-B7BF-EBDA6964891C}"/>
                </a:ext>
              </a:extLst>
            </p:cNvPr>
            <p:cNvSpPr/>
            <p:nvPr/>
          </p:nvSpPr>
          <p:spPr>
            <a:xfrm>
              <a:off x="8512382" y="3782112"/>
              <a:ext cx="3277" cy="9835"/>
            </a:xfrm>
            <a:custGeom>
              <a:avLst/>
              <a:gdLst>
                <a:gd name="connsiteX0" fmla="*/ 0 w 3277"/>
                <a:gd name="connsiteY0" fmla="*/ 0 h 9835"/>
                <a:gd name="connsiteX1" fmla="*/ 0 w 3277"/>
                <a:gd name="connsiteY1" fmla="*/ 1639 h 9835"/>
                <a:gd name="connsiteX2" fmla="*/ 1639 w 3277"/>
                <a:gd name="connsiteY2" fmla="*/ 6557 h 9835"/>
                <a:gd name="connsiteX3" fmla="*/ 3278 w 3277"/>
                <a:gd name="connsiteY3" fmla="*/ 9836 h 9835"/>
                <a:gd name="connsiteX4" fmla="*/ 3278 w 3277"/>
                <a:gd name="connsiteY4" fmla="*/ 8197 h 9835"/>
                <a:gd name="connsiteX5" fmla="*/ 3278 w 3277"/>
                <a:gd name="connsiteY5" fmla="*/ 4918 h 9835"/>
                <a:gd name="connsiteX6" fmla="*/ 1639 w 3277"/>
                <a:gd name="connsiteY6" fmla="*/ 1639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77" h="9835">
                  <a:moveTo>
                    <a:pt x="0" y="0"/>
                  </a:moveTo>
                  <a:lnTo>
                    <a:pt x="0" y="1639"/>
                  </a:lnTo>
                  <a:lnTo>
                    <a:pt x="1639" y="6557"/>
                  </a:lnTo>
                  <a:lnTo>
                    <a:pt x="3278" y="9836"/>
                  </a:lnTo>
                  <a:lnTo>
                    <a:pt x="3278" y="8197"/>
                  </a:lnTo>
                  <a:lnTo>
                    <a:pt x="3278" y="4918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40" name="Freeform 4039">
              <a:extLst>
                <a:ext uri="{FF2B5EF4-FFF2-40B4-BE49-F238E27FC236}">
                  <a16:creationId xmlns:a16="http://schemas.microsoft.com/office/drawing/2014/main" id="{A96BE96C-7FEA-7A46-9127-EF6DF9492BDD}"/>
                </a:ext>
              </a:extLst>
            </p:cNvPr>
            <p:cNvSpPr/>
            <p:nvPr/>
          </p:nvSpPr>
          <p:spPr>
            <a:xfrm>
              <a:off x="6646817" y="2652608"/>
              <a:ext cx="47540" cy="168851"/>
            </a:xfrm>
            <a:custGeom>
              <a:avLst/>
              <a:gdLst>
                <a:gd name="connsiteX0" fmla="*/ 0 w 47540"/>
                <a:gd name="connsiteY0" fmla="*/ 91803 h 168851"/>
                <a:gd name="connsiteX1" fmla="*/ 0 w 47540"/>
                <a:gd name="connsiteY1" fmla="*/ 91803 h 168851"/>
                <a:gd name="connsiteX2" fmla="*/ 1639 w 47540"/>
                <a:gd name="connsiteY2" fmla="*/ 91803 h 168851"/>
                <a:gd name="connsiteX3" fmla="*/ 3278 w 47540"/>
                <a:gd name="connsiteY3" fmla="*/ 86885 h 168851"/>
                <a:gd name="connsiteX4" fmla="*/ 4918 w 47540"/>
                <a:gd name="connsiteY4" fmla="*/ 83606 h 168851"/>
                <a:gd name="connsiteX5" fmla="*/ 8197 w 47540"/>
                <a:gd name="connsiteY5" fmla="*/ 80327 h 168851"/>
                <a:gd name="connsiteX6" fmla="*/ 9836 w 47540"/>
                <a:gd name="connsiteY6" fmla="*/ 78688 h 168851"/>
                <a:gd name="connsiteX7" fmla="*/ 9836 w 47540"/>
                <a:gd name="connsiteY7" fmla="*/ 77049 h 168851"/>
                <a:gd name="connsiteX8" fmla="*/ 8197 w 47540"/>
                <a:gd name="connsiteY8" fmla="*/ 75409 h 168851"/>
                <a:gd name="connsiteX9" fmla="*/ 8197 w 47540"/>
                <a:gd name="connsiteY9" fmla="*/ 75409 h 168851"/>
                <a:gd name="connsiteX10" fmla="*/ 9836 w 47540"/>
                <a:gd name="connsiteY10" fmla="*/ 72131 h 168851"/>
                <a:gd name="connsiteX11" fmla="*/ 9836 w 47540"/>
                <a:gd name="connsiteY11" fmla="*/ 70492 h 168851"/>
                <a:gd name="connsiteX12" fmla="*/ 13114 w 47540"/>
                <a:gd name="connsiteY12" fmla="*/ 65573 h 168851"/>
                <a:gd name="connsiteX13" fmla="*/ 13114 w 47540"/>
                <a:gd name="connsiteY13" fmla="*/ 65573 h 168851"/>
                <a:gd name="connsiteX14" fmla="*/ 13114 w 47540"/>
                <a:gd name="connsiteY14" fmla="*/ 62295 h 168851"/>
                <a:gd name="connsiteX15" fmla="*/ 14754 w 47540"/>
                <a:gd name="connsiteY15" fmla="*/ 60655 h 168851"/>
                <a:gd name="connsiteX16" fmla="*/ 14754 w 47540"/>
                <a:gd name="connsiteY16" fmla="*/ 57377 h 168851"/>
                <a:gd name="connsiteX17" fmla="*/ 14754 w 47540"/>
                <a:gd name="connsiteY17" fmla="*/ 55737 h 168851"/>
                <a:gd name="connsiteX18" fmla="*/ 16393 w 47540"/>
                <a:gd name="connsiteY18" fmla="*/ 52459 h 168851"/>
                <a:gd name="connsiteX19" fmla="*/ 18033 w 47540"/>
                <a:gd name="connsiteY19" fmla="*/ 49180 h 168851"/>
                <a:gd name="connsiteX20" fmla="*/ 18033 w 47540"/>
                <a:gd name="connsiteY20" fmla="*/ 47541 h 168851"/>
                <a:gd name="connsiteX21" fmla="*/ 18033 w 47540"/>
                <a:gd name="connsiteY21" fmla="*/ 44262 h 168851"/>
                <a:gd name="connsiteX22" fmla="*/ 18033 w 47540"/>
                <a:gd name="connsiteY22" fmla="*/ 42623 h 168851"/>
                <a:gd name="connsiteX23" fmla="*/ 19672 w 47540"/>
                <a:gd name="connsiteY23" fmla="*/ 39344 h 168851"/>
                <a:gd name="connsiteX24" fmla="*/ 19672 w 47540"/>
                <a:gd name="connsiteY24" fmla="*/ 36065 h 168851"/>
                <a:gd name="connsiteX25" fmla="*/ 19672 w 47540"/>
                <a:gd name="connsiteY25" fmla="*/ 32787 h 168851"/>
                <a:gd name="connsiteX26" fmla="*/ 19672 w 47540"/>
                <a:gd name="connsiteY26" fmla="*/ 27869 h 168851"/>
                <a:gd name="connsiteX27" fmla="*/ 21311 w 47540"/>
                <a:gd name="connsiteY27" fmla="*/ 24590 h 168851"/>
                <a:gd name="connsiteX28" fmla="*/ 22951 w 47540"/>
                <a:gd name="connsiteY28" fmla="*/ 21311 h 168851"/>
                <a:gd name="connsiteX29" fmla="*/ 24590 w 47540"/>
                <a:gd name="connsiteY29" fmla="*/ 18033 h 168851"/>
                <a:gd name="connsiteX30" fmla="*/ 24590 w 47540"/>
                <a:gd name="connsiteY30" fmla="*/ 16393 h 168851"/>
                <a:gd name="connsiteX31" fmla="*/ 24590 w 47540"/>
                <a:gd name="connsiteY31" fmla="*/ 13115 h 168851"/>
                <a:gd name="connsiteX32" fmla="*/ 24590 w 47540"/>
                <a:gd name="connsiteY32" fmla="*/ 9836 h 168851"/>
                <a:gd name="connsiteX33" fmla="*/ 26229 w 47540"/>
                <a:gd name="connsiteY33" fmla="*/ 9836 h 168851"/>
                <a:gd name="connsiteX34" fmla="*/ 29508 w 47540"/>
                <a:gd name="connsiteY34" fmla="*/ 9836 h 168851"/>
                <a:gd name="connsiteX35" fmla="*/ 32787 w 47540"/>
                <a:gd name="connsiteY35" fmla="*/ 8197 h 168851"/>
                <a:gd name="connsiteX36" fmla="*/ 34426 w 47540"/>
                <a:gd name="connsiteY36" fmla="*/ 9836 h 168851"/>
                <a:gd name="connsiteX37" fmla="*/ 37705 w 47540"/>
                <a:gd name="connsiteY37" fmla="*/ 9836 h 168851"/>
                <a:gd name="connsiteX38" fmla="*/ 39344 w 47540"/>
                <a:gd name="connsiteY38" fmla="*/ 8197 h 168851"/>
                <a:gd name="connsiteX39" fmla="*/ 40983 w 47540"/>
                <a:gd name="connsiteY39" fmla="*/ 6557 h 168851"/>
                <a:gd name="connsiteX40" fmla="*/ 40983 w 47540"/>
                <a:gd name="connsiteY40" fmla="*/ 1639 h 168851"/>
                <a:gd name="connsiteX41" fmla="*/ 42623 w 47540"/>
                <a:gd name="connsiteY41" fmla="*/ 0 h 168851"/>
                <a:gd name="connsiteX42" fmla="*/ 42623 w 47540"/>
                <a:gd name="connsiteY42" fmla="*/ 1639 h 168851"/>
                <a:gd name="connsiteX43" fmla="*/ 44262 w 47540"/>
                <a:gd name="connsiteY43" fmla="*/ 1639 h 168851"/>
                <a:gd name="connsiteX44" fmla="*/ 45901 w 47540"/>
                <a:gd name="connsiteY44" fmla="*/ 1639 h 168851"/>
                <a:gd name="connsiteX45" fmla="*/ 45901 w 47540"/>
                <a:gd name="connsiteY45" fmla="*/ 1639 h 168851"/>
                <a:gd name="connsiteX46" fmla="*/ 45901 w 47540"/>
                <a:gd name="connsiteY46" fmla="*/ 1639 h 168851"/>
                <a:gd name="connsiteX47" fmla="*/ 45901 w 47540"/>
                <a:gd name="connsiteY47" fmla="*/ 3279 h 168851"/>
                <a:gd name="connsiteX48" fmla="*/ 45901 w 47540"/>
                <a:gd name="connsiteY48" fmla="*/ 8197 h 168851"/>
                <a:gd name="connsiteX49" fmla="*/ 45901 w 47540"/>
                <a:gd name="connsiteY49" fmla="*/ 9836 h 168851"/>
                <a:gd name="connsiteX50" fmla="*/ 44262 w 47540"/>
                <a:gd name="connsiteY50" fmla="*/ 11475 h 168851"/>
                <a:gd name="connsiteX51" fmla="*/ 44262 w 47540"/>
                <a:gd name="connsiteY51" fmla="*/ 11475 h 168851"/>
                <a:gd name="connsiteX52" fmla="*/ 44262 w 47540"/>
                <a:gd name="connsiteY52" fmla="*/ 13115 h 168851"/>
                <a:gd name="connsiteX53" fmla="*/ 44262 w 47540"/>
                <a:gd name="connsiteY53" fmla="*/ 16393 h 168851"/>
                <a:gd name="connsiteX54" fmla="*/ 44262 w 47540"/>
                <a:gd name="connsiteY54" fmla="*/ 18033 h 168851"/>
                <a:gd name="connsiteX55" fmla="*/ 44262 w 47540"/>
                <a:gd name="connsiteY55" fmla="*/ 18033 h 168851"/>
                <a:gd name="connsiteX56" fmla="*/ 45901 w 47540"/>
                <a:gd name="connsiteY56" fmla="*/ 18033 h 168851"/>
                <a:gd name="connsiteX57" fmla="*/ 45901 w 47540"/>
                <a:gd name="connsiteY57" fmla="*/ 21311 h 168851"/>
                <a:gd name="connsiteX58" fmla="*/ 45901 w 47540"/>
                <a:gd name="connsiteY58" fmla="*/ 21311 h 168851"/>
                <a:gd name="connsiteX59" fmla="*/ 45901 w 47540"/>
                <a:gd name="connsiteY59" fmla="*/ 21311 h 168851"/>
                <a:gd name="connsiteX60" fmla="*/ 47541 w 47540"/>
                <a:gd name="connsiteY60" fmla="*/ 22951 h 168851"/>
                <a:gd name="connsiteX61" fmla="*/ 47541 w 47540"/>
                <a:gd name="connsiteY61" fmla="*/ 22951 h 168851"/>
                <a:gd name="connsiteX62" fmla="*/ 47541 w 47540"/>
                <a:gd name="connsiteY62" fmla="*/ 24590 h 168851"/>
                <a:gd name="connsiteX63" fmla="*/ 45901 w 47540"/>
                <a:gd name="connsiteY63" fmla="*/ 24590 h 168851"/>
                <a:gd name="connsiteX64" fmla="*/ 45901 w 47540"/>
                <a:gd name="connsiteY64" fmla="*/ 24590 h 168851"/>
                <a:gd name="connsiteX65" fmla="*/ 45901 w 47540"/>
                <a:gd name="connsiteY65" fmla="*/ 24590 h 168851"/>
                <a:gd name="connsiteX66" fmla="*/ 44262 w 47540"/>
                <a:gd name="connsiteY66" fmla="*/ 26229 h 168851"/>
                <a:gd name="connsiteX67" fmla="*/ 45901 w 47540"/>
                <a:gd name="connsiteY67" fmla="*/ 26229 h 168851"/>
                <a:gd name="connsiteX68" fmla="*/ 45901 w 47540"/>
                <a:gd name="connsiteY68" fmla="*/ 27869 h 168851"/>
                <a:gd name="connsiteX69" fmla="*/ 45901 w 47540"/>
                <a:gd name="connsiteY69" fmla="*/ 27869 h 168851"/>
                <a:gd name="connsiteX70" fmla="*/ 44262 w 47540"/>
                <a:gd name="connsiteY70" fmla="*/ 29508 h 168851"/>
                <a:gd name="connsiteX71" fmla="*/ 44262 w 47540"/>
                <a:gd name="connsiteY71" fmla="*/ 29508 h 168851"/>
                <a:gd name="connsiteX72" fmla="*/ 44262 w 47540"/>
                <a:gd name="connsiteY72" fmla="*/ 31147 h 168851"/>
                <a:gd name="connsiteX73" fmla="*/ 44262 w 47540"/>
                <a:gd name="connsiteY73" fmla="*/ 31147 h 168851"/>
                <a:gd name="connsiteX74" fmla="*/ 44262 w 47540"/>
                <a:gd name="connsiteY74" fmla="*/ 36065 h 168851"/>
                <a:gd name="connsiteX75" fmla="*/ 44262 w 47540"/>
                <a:gd name="connsiteY75" fmla="*/ 39344 h 168851"/>
                <a:gd name="connsiteX76" fmla="*/ 44262 w 47540"/>
                <a:gd name="connsiteY76" fmla="*/ 40983 h 168851"/>
                <a:gd name="connsiteX77" fmla="*/ 42623 w 47540"/>
                <a:gd name="connsiteY77" fmla="*/ 39344 h 168851"/>
                <a:gd name="connsiteX78" fmla="*/ 40983 w 47540"/>
                <a:gd name="connsiteY78" fmla="*/ 39344 h 168851"/>
                <a:gd name="connsiteX79" fmla="*/ 39344 w 47540"/>
                <a:gd name="connsiteY79" fmla="*/ 36065 h 168851"/>
                <a:gd name="connsiteX80" fmla="*/ 34426 w 47540"/>
                <a:gd name="connsiteY80" fmla="*/ 34426 h 168851"/>
                <a:gd name="connsiteX81" fmla="*/ 34426 w 47540"/>
                <a:gd name="connsiteY81" fmla="*/ 34426 h 168851"/>
                <a:gd name="connsiteX82" fmla="*/ 31147 w 47540"/>
                <a:gd name="connsiteY82" fmla="*/ 32787 h 168851"/>
                <a:gd name="connsiteX83" fmla="*/ 29508 w 47540"/>
                <a:gd name="connsiteY83" fmla="*/ 36065 h 168851"/>
                <a:gd name="connsiteX84" fmla="*/ 26229 w 47540"/>
                <a:gd name="connsiteY84" fmla="*/ 39344 h 168851"/>
                <a:gd name="connsiteX85" fmla="*/ 26229 w 47540"/>
                <a:gd name="connsiteY85" fmla="*/ 40983 h 168851"/>
                <a:gd name="connsiteX86" fmla="*/ 24590 w 47540"/>
                <a:gd name="connsiteY86" fmla="*/ 42623 h 168851"/>
                <a:gd name="connsiteX87" fmla="*/ 24590 w 47540"/>
                <a:gd name="connsiteY87" fmla="*/ 44262 h 168851"/>
                <a:gd name="connsiteX88" fmla="*/ 24590 w 47540"/>
                <a:gd name="connsiteY88" fmla="*/ 44262 h 168851"/>
                <a:gd name="connsiteX89" fmla="*/ 24590 w 47540"/>
                <a:gd name="connsiteY89" fmla="*/ 47541 h 168851"/>
                <a:gd name="connsiteX90" fmla="*/ 22951 w 47540"/>
                <a:gd name="connsiteY90" fmla="*/ 49180 h 168851"/>
                <a:gd name="connsiteX91" fmla="*/ 22951 w 47540"/>
                <a:gd name="connsiteY91" fmla="*/ 49180 h 168851"/>
                <a:gd name="connsiteX92" fmla="*/ 24590 w 47540"/>
                <a:gd name="connsiteY92" fmla="*/ 52459 h 168851"/>
                <a:gd name="connsiteX93" fmla="*/ 24590 w 47540"/>
                <a:gd name="connsiteY93" fmla="*/ 54098 h 168851"/>
                <a:gd name="connsiteX94" fmla="*/ 24590 w 47540"/>
                <a:gd name="connsiteY94" fmla="*/ 57377 h 168851"/>
                <a:gd name="connsiteX95" fmla="*/ 24590 w 47540"/>
                <a:gd name="connsiteY95" fmla="*/ 57377 h 168851"/>
                <a:gd name="connsiteX96" fmla="*/ 24590 w 47540"/>
                <a:gd name="connsiteY96" fmla="*/ 59016 h 168851"/>
                <a:gd name="connsiteX97" fmla="*/ 26229 w 47540"/>
                <a:gd name="connsiteY97" fmla="*/ 60655 h 168851"/>
                <a:gd name="connsiteX98" fmla="*/ 26229 w 47540"/>
                <a:gd name="connsiteY98" fmla="*/ 63934 h 168851"/>
                <a:gd name="connsiteX99" fmla="*/ 24590 w 47540"/>
                <a:gd name="connsiteY99" fmla="*/ 63934 h 168851"/>
                <a:gd name="connsiteX100" fmla="*/ 24590 w 47540"/>
                <a:gd name="connsiteY100" fmla="*/ 65573 h 168851"/>
                <a:gd name="connsiteX101" fmla="*/ 26229 w 47540"/>
                <a:gd name="connsiteY101" fmla="*/ 65573 h 168851"/>
                <a:gd name="connsiteX102" fmla="*/ 26229 w 47540"/>
                <a:gd name="connsiteY102" fmla="*/ 65573 h 168851"/>
                <a:gd name="connsiteX103" fmla="*/ 29508 w 47540"/>
                <a:gd name="connsiteY103" fmla="*/ 65573 h 168851"/>
                <a:gd name="connsiteX104" fmla="*/ 32787 w 47540"/>
                <a:gd name="connsiteY104" fmla="*/ 65573 h 168851"/>
                <a:gd name="connsiteX105" fmla="*/ 34426 w 47540"/>
                <a:gd name="connsiteY105" fmla="*/ 65573 h 168851"/>
                <a:gd name="connsiteX106" fmla="*/ 34426 w 47540"/>
                <a:gd name="connsiteY106" fmla="*/ 67213 h 168851"/>
                <a:gd name="connsiteX107" fmla="*/ 34426 w 47540"/>
                <a:gd name="connsiteY107" fmla="*/ 68852 h 168851"/>
                <a:gd name="connsiteX108" fmla="*/ 31147 w 47540"/>
                <a:gd name="connsiteY108" fmla="*/ 70492 h 168851"/>
                <a:gd name="connsiteX109" fmla="*/ 26229 w 47540"/>
                <a:gd name="connsiteY109" fmla="*/ 73770 h 168851"/>
                <a:gd name="connsiteX110" fmla="*/ 26229 w 47540"/>
                <a:gd name="connsiteY110" fmla="*/ 73770 h 168851"/>
                <a:gd name="connsiteX111" fmla="*/ 24590 w 47540"/>
                <a:gd name="connsiteY111" fmla="*/ 75409 h 168851"/>
                <a:gd name="connsiteX112" fmla="*/ 24590 w 47540"/>
                <a:gd name="connsiteY112" fmla="*/ 78688 h 168851"/>
                <a:gd name="connsiteX113" fmla="*/ 22951 w 47540"/>
                <a:gd name="connsiteY113" fmla="*/ 81967 h 168851"/>
                <a:gd name="connsiteX114" fmla="*/ 24590 w 47540"/>
                <a:gd name="connsiteY114" fmla="*/ 86885 h 168851"/>
                <a:gd name="connsiteX115" fmla="*/ 27868 w 47540"/>
                <a:gd name="connsiteY115" fmla="*/ 85245 h 168851"/>
                <a:gd name="connsiteX116" fmla="*/ 31147 w 47540"/>
                <a:gd name="connsiteY116" fmla="*/ 85245 h 168851"/>
                <a:gd name="connsiteX117" fmla="*/ 34426 w 47540"/>
                <a:gd name="connsiteY117" fmla="*/ 85245 h 168851"/>
                <a:gd name="connsiteX118" fmla="*/ 37705 w 47540"/>
                <a:gd name="connsiteY118" fmla="*/ 81967 h 168851"/>
                <a:gd name="connsiteX119" fmla="*/ 39344 w 47540"/>
                <a:gd name="connsiteY119" fmla="*/ 81967 h 168851"/>
                <a:gd name="connsiteX120" fmla="*/ 39344 w 47540"/>
                <a:gd name="connsiteY120" fmla="*/ 80327 h 168851"/>
                <a:gd name="connsiteX121" fmla="*/ 40983 w 47540"/>
                <a:gd name="connsiteY121" fmla="*/ 80327 h 168851"/>
                <a:gd name="connsiteX122" fmla="*/ 40983 w 47540"/>
                <a:gd name="connsiteY122" fmla="*/ 80327 h 168851"/>
                <a:gd name="connsiteX123" fmla="*/ 40983 w 47540"/>
                <a:gd name="connsiteY123" fmla="*/ 80327 h 168851"/>
                <a:gd name="connsiteX124" fmla="*/ 44262 w 47540"/>
                <a:gd name="connsiteY124" fmla="*/ 80327 h 168851"/>
                <a:gd name="connsiteX125" fmla="*/ 44262 w 47540"/>
                <a:gd name="connsiteY125" fmla="*/ 83606 h 168851"/>
                <a:gd name="connsiteX126" fmla="*/ 42623 w 47540"/>
                <a:gd name="connsiteY126" fmla="*/ 86885 h 168851"/>
                <a:gd name="connsiteX127" fmla="*/ 42623 w 47540"/>
                <a:gd name="connsiteY127" fmla="*/ 86885 h 168851"/>
                <a:gd name="connsiteX128" fmla="*/ 42623 w 47540"/>
                <a:gd name="connsiteY128" fmla="*/ 91803 h 168851"/>
                <a:gd name="connsiteX129" fmla="*/ 42623 w 47540"/>
                <a:gd name="connsiteY129" fmla="*/ 91803 h 168851"/>
                <a:gd name="connsiteX130" fmla="*/ 42623 w 47540"/>
                <a:gd name="connsiteY130" fmla="*/ 91803 h 168851"/>
                <a:gd name="connsiteX131" fmla="*/ 45901 w 47540"/>
                <a:gd name="connsiteY131" fmla="*/ 96721 h 168851"/>
                <a:gd name="connsiteX132" fmla="*/ 44262 w 47540"/>
                <a:gd name="connsiteY132" fmla="*/ 98360 h 168851"/>
                <a:gd name="connsiteX133" fmla="*/ 44262 w 47540"/>
                <a:gd name="connsiteY133" fmla="*/ 99999 h 168851"/>
                <a:gd name="connsiteX134" fmla="*/ 42623 w 47540"/>
                <a:gd name="connsiteY134" fmla="*/ 101639 h 168851"/>
                <a:gd name="connsiteX135" fmla="*/ 42623 w 47540"/>
                <a:gd name="connsiteY135" fmla="*/ 103278 h 168851"/>
                <a:gd name="connsiteX136" fmla="*/ 42623 w 47540"/>
                <a:gd name="connsiteY136" fmla="*/ 104917 h 168851"/>
                <a:gd name="connsiteX137" fmla="*/ 42623 w 47540"/>
                <a:gd name="connsiteY137" fmla="*/ 104917 h 168851"/>
                <a:gd name="connsiteX138" fmla="*/ 40983 w 47540"/>
                <a:gd name="connsiteY138" fmla="*/ 108196 h 168851"/>
                <a:gd name="connsiteX139" fmla="*/ 39344 w 47540"/>
                <a:gd name="connsiteY139" fmla="*/ 111475 h 168851"/>
                <a:gd name="connsiteX140" fmla="*/ 39344 w 47540"/>
                <a:gd name="connsiteY140" fmla="*/ 116393 h 168851"/>
                <a:gd name="connsiteX141" fmla="*/ 37705 w 47540"/>
                <a:gd name="connsiteY141" fmla="*/ 119672 h 168851"/>
                <a:gd name="connsiteX142" fmla="*/ 36065 w 47540"/>
                <a:gd name="connsiteY142" fmla="*/ 122950 h 168851"/>
                <a:gd name="connsiteX143" fmla="*/ 36065 w 47540"/>
                <a:gd name="connsiteY143" fmla="*/ 126229 h 168851"/>
                <a:gd name="connsiteX144" fmla="*/ 36065 w 47540"/>
                <a:gd name="connsiteY144" fmla="*/ 127868 h 168851"/>
                <a:gd name="connsiteX145" fmla="*/ 36065 w 47540"/>
                <a:gd name="connsiteY145" fmla="*/ 131147 h 168851"/>
                <a:gd name="connsiteX146" fmla="*/ 36065 w 47540"/>
                <a:gd name="connsiteY146" fmla="*/ 136065 h 168851"/>
                <a:gd name="connsiteX147" fmla="*/ 37705 w 47540"/>
                <a:gd name="connsiteY147" fmla="*/ 139344 h 168851"/>
                <a:gd name="connsiteX148" fmla="*/ 36065 w 47540"/>
                <a:gd name="connsiteY148" fmla="*/ 142622 h 168851"/>
                <a:gd name="connsiteX149" fmla="*/ 34426 w 47540"/>
                <a:gd name="connsiteY149" fmla="*/ 145901 h 168851"/>
                <a:gd name="connsiteX150" fmla="*/ 34426 w 47540"/>
                <a:gd name="connsiteY150" fmla="*/ 150819 h 168851"/>
                <a:gd name="connsiteX151" fmla="*/ 34426 w 47540"/>
                <a:gd name="connsiteY151" fmla="*/ 154098 h 168851"/>
                <a:gd name="connsiteX152" fmla="*/ 32787 w 47540"/>
                <a:gd name="connsiteY152" fmla="*/ 157376 h 168851"/>
                <a:gd name="connsiteX153" fmla="*/ 32787 w 47540"/>
                <a:gd name="connsiteY153" fmla="*/ 162294 h 168851"/>
                <a:gd name="connsiteX154" fmla="*/ 32787 w 47540"/>
                <a:gd name="connsiteY154" fmla="*/ 162294 h 168851"/>
                <a:gd name="connsiteX155" fmla="*/ 31147 w 47540"/>
                <a:gd name="connsiteY155" fmla="*/ 163934 h 168851"/>
                <a:gd name="connsiteX156" fmla="*/ 31147 w 47540"/>
                <a:gd name="connsiteY156" fmla="*/ 165573 h 168851"/>
                <a:gd name="connsiteX157" fmla="*/ 29508 w 47540"/>
                <a:gd name="connsiteY157" fmla="*/ 168852 h 168851"/>
                <a:gd name="connsiteX158" fmla="*/ 29508 w 47540"/>
                <a:gd name="connsiteY158" fmla="*/ 168852 h 168851"/>
                <a:gd name="connsiteX159" fmla="*/ 29508 w 47540"/>
                <a:gd name="connsiteY159" fmla="*/ 168852 h 168851"/>
                <a:gd name="connsiteX160" fmla="*/ 27868 w 47540"/>
                <a:gd name="connsiteY160" fmla="*/ 165573 h 168851"/>
                <a:gd name="connsiteX161" fmla="*/ 27868 w 47540"/>
                <a:gd name="connsiteY161" fmla="*/ 163934 h 168851"/>
                <a:gd name="connsiteX162" fmla="*/ 27868 w 47540"/>
                <a:gd name="connsiteY162" fmla="*/ 160655 h 168851"/>
                <a:gd name="connsiteX163" fmla="*/ 26229 w 47540"/>
                <a:gd name="connsiteY163" fmla="*/ 157376 h 168851"/>
                <a:gd name="connsiteX164" fmla="*/ 24590 w 47540"/>
                <a:gd name="connsiteY164" fmla="*/ 154098 h 168851"/>
                <a:gd name="connsiteX165" fmla="*/ 22951 w 47540"/>
                <a:gd name="connsiteY165" fmla="*/ 149179 h 168851"/>
                <a:gd name="connsiteX166" fmla="*/ 22951 w 47540"/>
                <a:gd name="connsiteY166" fmla="*/ 145901 h 168851"/>
                <a:gd name="connsiteX167" fmla="*/ 21311 w 47540"/>
                <a:gd name="connsiteY167" fmla="*/ 142622 h 168851"/>
                <a:gd name="connsiteX168" fmla="*/ 19672 w 47540"/>
                <a:gd name="connsiteY168" fmla="*/ 140983 h 168851"/>
                <a:gd name="connsiteX169" fmla="*/ 19672 w 47540"/>
                <a:gd name="connsiteY169" fmla="*/ 139344 h 168851"/>
                <a:gd name="connsiteX170" fmla="*/ 18033 w 47540"/>
                <a:gd name="connsiteY170" fmla="*/ 136065 h 168851"/>
                <a:gd name="connsiteX171" fmla="*/ 16393 w 47540"/>
                <a:gd name="connsiteY171" fmla="*/ 132786 h 168851"/>
                <a:gd name="connsiteX172" fmla="*/ 14754 w 47540"/>
                <a:gd name="connsiteY172" fmla="*/ 127868 h 168851"/>
                <a:gd name="connsiteX173" fmla="*/ 13114 w 47540"/>
                <a:gd name="connsiteY173" fmla="*/ 124589 h 168851"/>
                <a:gd name="connsiteX174" fmla="*/ 11475 w 47540"/>
                <a:gd name="connsiteY174" fmla="*/ 121311 h 168851"/>
                <a:gd name="connsiteX175" fmla="*/ 11475 w 47540"/>
                <a:gd name="connsiteY175" fmla="*/ 118032 h 168851"/>
                <a:gd name="connsiteX176" fmla="*/ 9836 w 47540"/>
                <a:gd name="connsiteY176" fmla="*/ 116393 h 168851"/>
                <a:gd name="connsiteX177" fmla="*/ 9836 w 47540"/>
                <a:gd name="connsiteY177" fmla="*/ 113114 h 168851"/>
                <a:gd name="connsiteX178" fmla="*/ 8197 w 47540"/>
                <a:gd name="connsiteY178" fmla="*/ 109836 h 168851"/>
                <a:gd name="connsiteX179" fmla="*/ 6557 w 47540"/>
                <a:gd name="connsiteY179" fmla="*/ 106557 h 168851"/>
                <a:gd name="connsiteX180" fmla="*/ 4918 w 47540"/>
                <a:gd name="connsiteY180" fmla="*/ 103278 h 168851"/>
                <a:gd name="connsiteX181" fmla="*/ 4918 w 47540"/>
                <a:gd name="connsiteY181" fmla="*/ 101639 h 168851"/>
                <a:gd name="connsiteX182" fmla="*/ 3278 w 47540"/>
                <a:gd name="connsiteY182" fmla="*/ 98360 h 168851"/>
                <a:gd name="connsiteX183" fmla="*/ 1639 w 47540"/>
                <a:gd name="connsiteY183" fmla="*/ 95082 h 168851"/>
                <a:gd name="connsiteX184" fmla="*/ 0 w 47540"/>
                <a:gd name="connsiteY184" fmla="*/ 91803 h 16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47540" h="168851">
                  <a:moveTo>
                    <a:pt x="0" y="91803"/>
                  </a:moveTo>
                  <a:lnTo>
                    <a:pt x="0" y="91803"/>
                  </a:lnTo>
                  <a:lnTo>
                    <a:pt x="1639" y="91803"/>
                  </a:lnTo>
                  <a:lnTo>
                    <a:pt x="3278" y="86885"/>
                  </a:lnTo>
                  <a:lnTo>
                    <a:pt x="4918" y="83606"/>
                  </a:lnTo>
                  <a:lnTo>
                    <a:pt x="8197" y="80327"/>
                  </a:lnTo>
                  <a:lnTo>
                    <a:pt x="9836" y="78688"/>
                  </a:lnTo>
                  <a:lnTo>
                    <a:pt x="9836" y="77049"/>
                  </a:lnTo>
                  <a:lnTo>
                    <a:pt x="8197" y="75409"/>
                  </a:lnTo>
                  <a:lnTo>
                    <a:pt x="8197" y="75409"/>
                  </a:lnTo>
                  <a:lnTo>
                    <a:pt x="9836" y="72131"/>
                  </a:lnTo>
                  <a:lnTo>
                    <a:pt x="9836" y="70492"/>
                  </a:lnTo>
                  <a:lnTo>
                    <a:pt x="13114" y="65573"/>
                  </a:lnTo>
                  <a:lnTo>
                    <a:pt x="13114" y="65573"/>
                  </a:lnTo>
                  <a:lnTo>
                    <a:pt x="13114" y="62295"/>
                  </a:lnTo>
                  <a:lnTo>
                    <a:pt x="14754" y="60655"/>
                  </a:lnTo>
                  <a:lnTo>
                    <a:pt x="14754" y="57377"/>
                  </a:lnTo>
                  <a:lnTo>
                    <a:pt x="14754" y="55737"/>
                  </a:lnTo>
                  <a:lnTo>
                    <a:pt x="16393" y="52459"/>
                  </a:lnTo>
                  <a:lnTo>
                    <a:pt x="18033" y="49180"/>
                  </a:lnTo>
                  <a:lnTo>
                    <a:pt x="18033" y="47541"/>
                  </a:lnTo>
                  <a:lnTo>
                    <a:pt x="18033" y="44262"/>
                  </a:lnTo>
                  <a:lnTo>
                    <a:pt x="18033" y="42623"/>
                  </a:lnTo>
                  <a:lnTo>
                    <a:pt x="19672" y="39344"/>
                  </a:lnTo>
                  <a:lnTo>
                    <a:pt x="19672" y="36065"/>
                  </a:lnTo>
                  <a:lnTo>
                    <a:pt x="19672" y="32787"/>
                  </a:lnTo>
                  <a:lnTo>
                    <a:pt x="19672" y="27869"/>
                  </a:lnTo>
                  <a:lnTo>
                    <a:pt x="21311" y="24590"/>
                  </a:lnTo>
                  <a:lnTo>
                    <a:pt x="22951" y="21311"/>
                  </a:lnTo>
                  <a:lnTo>
                    <a:pt x="24590" y="18033"/>
                  </a:lnTo>
                  <a:lnTo>
                    <a:pt x="24590" y="16393"/>
                  </a:lnTo>
                  <a:lnTo>
                    <a:pt x="24590" y="13115"/>
                  </a:lnTo>
                  <a:lnTo>
                    <a:pt x="24590" y="9836"/>
                  </a:lnTo>
                  <a:lnTo>
                    <a:pt x="26229" y="9836"/>
                  </a:lnTo>
                  <a:lnTo>
                    <a:pt x="29508" y="9836"/>
                  </a:lnTo>
                  <a:lnTo>
                    <a:pt x="32787" y="8197"/>
                  </a:lnTo>
                  <a:lnTo>
                    <a:pt x="34426" y="9836"/>
                  </a:lnTo>
                  <a:lnTo>
                    <a:pt x="37705" y="9836"/>
                  </a:lnTo>
                  <a:lnTo>
                    <a:pt x="39344" y="8197"/>
                  </a:lnTo>
                  <a:lnTo>
                    <a:pt x="40983" y="6557"/>
                  </a:lnTo>
                  <a:lnTo>
                    <a:pt x="40983" y="1639"/>
                  </a:lnTo>
                  <a:lnTo>
                    <a:pt x="42623" y="0"/>
                  </a:lnTo>
                  <a:lnTo>
                    <a:pt x="42623" y="1639"/>
                  </a:lnTo>
                  <a:lnTo>
                    <a:pt x="44262" y="1639"/>
                  </a:lnTo>
                  <a:lnTo>
                    <a:pt x="45901" y="1639"/>
                  </a:lnTo>
                  <a:lnTo>
                    <a:pt x="45901" y="1639"/>
                  </a:lnTo>
                  <a:lnTo>
                    <a:pt x="45901" y="1639"/>
                  </a:lnTo>
                  <a:lnTo>
                    <a:pt x="45901" y="3279"/>
                  </a:lnTo>
                  <a:lnTo>
                    <a:pt x="45901" y="8197"/>
                  </a:lnTo>
                  <a:lnTo>
                    <a:pt x="45901" y="9836"/>
                  </a:lnTo>
                  <a:lnTo>
                    <a:pt x="44262" y="11475"/>
                  </a:lnTo>
                  <a:lnTo>
                    <a:pt x="44262" y="11475"/>
                  </a:lnTo>
                  <a:lnTo>
                    <a:pt x="44262" y="13115"/>
                  </a:lnTo>
                  <a:lnTo>
                    <a:pt x="44262" y="16393"/>
                  </a:lnTo>
                  <a:lnTo>
                    <a:pt x="44262" y="18033"/>
                  </a:lnTo>
                  <a:lnTo>
                    <a:pt x="44262" y="18033"/>
                  </a:lnTo>
                  <a:lnTo>
                    <a:pt x="45901" y="18033"/>
                  </a:lnTo>
                  <a:lnTo>
                    <a:pt x="45901" y="21311"/>
                  </a:lnTo>
                  <a:lnTo>
                    <a:pt x="45901" y="21311"/>
                  </a:lnTo>
                  <a:lnTo>
                    <a:pt x="45901" y="21311"/>
                  </a:lnTo>
                  <a:lnTo>
                    <a:pt x="47541" y="22951"/>
                  </a:lnTo>
                  <a:lnTo>
                    <a:pt x="47541" y="22951"/>
                  </a:lnTo>
                  <a:lnTo>
                    <a:pt x="47541" y="24590"/>
                  </a:lnTo>
                  <a:lnTo>
                    <a:pt x="45901" y="24590"/>
                  </a:lnTo>
                  <a:lnTo>
                    <a:pt x="45901" y="24590"/>
                  </a:lnTo>
                  <a:lnTo>
                    <a:pt x="45901" y="24590"/>
                  </a:lnTo>
                  <a:lnTo>
                    <a:pt x="44262" y="26229"/>
                  </a:lnTo>
                  <a:lnTo>
                    <a:pt x="45901" y="26229"/>
                  </a:lnTo>
                  <a:lnTo>
                    <a:pt x="45901" y="27869"/>
                  </a:lnTo>
                  <a:lnTo>
                    <a:pt x="45901" y="27869"/>
                  </a:lnTo>
                  <a:lnTo>
                    <a:pt x="44262" y="29508"/>
                  </a:lnTo>
                  <a:lnTo>
                    <a:pt x="44262" y="29508"/>
                  </a:lnTo>
                  <a:lnTo>
                    <a:pt x="44262" y="31147"/>
                  </a:lnTo>
                  <a:lnTo>
                    <a:pt x="44262" y="31147"/>
                  </a:lnTo>
                  <a:lnTo>
                    <a:pt x="44262" y="36065"/>
                  </a:lnTo>
                  <a:lnTo>
                    <a:pt x="44262" y="39344"/>
                  </a:lnTo>
                  <a:lnTo>
                    <a:pt x="44262" y="40983"/>
                  </a:lnTo>
                  <a:lnTo>
                    <a:pt x="42623" y="39344"/>
                  </a:lnTo>
                  <a:lnTo>
                    <a:pt x="40983" y="39344"/>
                  </a:lnTo>
                  <a:lnTo>
                    <a:pt x="39344" y="36065"/>
                  </a:lnTo>
                  <a:lnTo>
                    <a:pt x="34426" y="34426"/>
                  </a:lnTo>
                  <a:lnTo>
                    <a:pt x="34426" y="34426"/>
                  </a:lnTo>
                  <a:lnTo>
                    <a:pt x="31147" y="32787"/>
                  </a:lnTo>
                  <a:lnTo>
                    <a:pt x="29508" y="36065"/>
                  </a:lnTo>
                  <a:lnTo>
                    <a:pt x="26229" y="39344"/>
                  </a:lnTo>
                  <a:lnTo>
                    <a:pt x="26229" y="40983"/>
                  </a:lnTo>
                  <a:lnTo>
                    <a:pt x="24590" y="42623"/>
                  </a:lnTo>
                  <a:lnTo>
                    <a:pt x="24590" y="44262"/>
                  </a:lnTo>
                  <a:lnTo>
                    <a:pt x="24590" y="44262"/>
                  </a:lnTo>
                  <a:lnTo>
                    <a:pt x="24590" y="47541"/>
                  </a:lnTo>
                  <a:lnTo>
                    <a:pt x="22951" y="49180"/>
                  </a:lnTo>
                  <a:lnTo>
                    <a:pt x="22951" y="49180"/>
                  </a:lnTo>
                  <a:lnTo>
                    <a:pt x="24590" y="52459"/>
                  </a:lnTo>
                  <a:lnTo>
                    <a:pt x="24590" y="54098"/>
                  </a:lnTo>
                  <a:lnTo>
                    <a:pt x="24590" y="57377"/>
                  </a:lnTo>
                  <a:lnTo>
                    <a:pt x="24590" y="57377"/>
                  </a:lnTo>
                  <a:lnTo>
                    <a:pt x="24590" y="59016"/>
                  </a:lnTo>
                  <a:lnTo>
                    <a:pt x="26229" y="60655"/>
                  </a:lnTo>
                  <a:lnTo>
                    <a:pt x="26229" y="63934"/>
                  </a:lnTo>
                  <a:lnTo>
                    <a:pt x="24590" y="63934"/>
                  </a:lnTo>
                  <a:lnTo>
                    <a:pt x="24590" y="65573"/>
                  </a:lnTo>
                  <a:lnTo>
                    <a:pt x="26229" y="65573"/>
                  </a:lnTo>
                  <a:lnTo>
                    <a:pt x="26229" y="65573"/>
                  </a:lnTo>
                  <a:lnTo>
                    <a:pt x="29508" y="65573"/>
                  </a:lnTo>
                  <a:lnTo>
                    <a:pt x="32787" y="65573"/>
                  </a:lnTo>
                  <a:lnTo>
                    <a:pt x="34426" y="65573"/>
                  </a:lnTo>
                  <a:lnTo>
                    <a:pt x="34426" y="67213"/>
                  </a:lnTo>
                  <a:lnTo>
                    <a:pt x="34426" y="68852"/>
                  </a:lnTo>
                  <a:lnTo>
                    <a:pt x="31147" y="70492"/>
                  </a:lnTo>
                  <a:lnTo>
                    <a:pt x="26229" y="73770"/>
                  </a:lnTo>
                  <a:lnTo>
                    <a:pt x="26229" y="73770"/>
                  </a:lnTo>
                  <a:lnTo>
                    <a:pt x="24590" y="75409"/>
                  </a:lnTo>
                  <a:lnTo>
                    <a:pt x="24590" y="78688"/>
                  </a:lnTo>
                  <a:lnTo>
                    <a:pt x="22951" y="81967"/>
                  </a:lnTo>
                  <a:lnTo>
                    <a:pt x="24590" y="86885"/>
                  </a:lnTo>
                  <a:lnTo>
                    <a:pt x="27868" y="85245"/>
                  </a:lnTo>
                  <a:lnTo>
                    <a:pt x="31147" y="85245"/>
                  </a:lnTo>
                  <a:lnTo>
                    <a:pt x="34426" y="85245"/>
                  </a:lnTo>
                  <a:lnTo>
                    <a:pt x="37705" y="81967"/>
                  </a:lnTo>
                  <a:lnTo>
                    <a:pt x="39344" y="81967"/>
                  </a:lnTo>
                  <a:lnTo>
                    <a:pt x="39344" y="80327"/>
                  </a:lnTo>
                  <a:lnTo>
                    <a:pt x="40983" y="80327"/>
                  </a:lnTo>
                  <a:lnTo>
                    <a:pt x="40983" y="80327"/>
                  </a:lnTo>
                  <a:lnTo>
                    <a:pt x="40983" y="80327"/>
                  </a:lnTo>
                  <a:lnTo>
                    <a:pt x="44262" y="80327"/>
                  </a:lnTo>
                  <a:lnTo>
                    <a:pt x="44262" y="83606"/>
                  </a:lnTo>
                  <a:lnTo>
                    <a:pt x="42623" y="86885"/>
                  </a:lnTo>
                  <a:lnTo>
                    <a:pt x="42623" y="86885"/>
                  </a:lnTo>
                  <a:lnTo>
                    <a:pt x="42623" y="91803"/>
                  </a:lnTo>
                  <a:lnTo>
                    <a:pt x="42623" y="91803"/>
                  </a:lnTo>
                  <a:lnTo>
                    <a:pt x="42623" y="91803"/>
                  </a:lnTo>
                  <a:lnTo>
                    <a:pt x="45901" y="96721"/>
                  </a:lnTo>
                  <a:lnTo>
                    <a:pt x="44262" y="98360"/>
                  </a:lnTo>
                  <a:lnTo>
                    <a:pt x="44262" y="99999"/>
                  </a:lnTo>
                  <a:lnTo>
                    <a:pt x="42623" y="101639"/>
                  </a:lnTo>
                  <a:lnTo>
                    <a:pt x="42623" y="103278"/>
                  </a:lnTo>
                  <a:lnTo>
                    <a:pt x="42623" y="104917"/>
                  </a:lnTo>
                  <a:lnTo>
                    <a:pt x="42623" y="104917"/>
                  </a:lnTo>
                  <a:lnTo>
                    <a:pt x="40983" y="108196"/>
                  </a:lnTo>
                  <a:lnTo>
                    <a:pt x="39344" y="111475"/>
                  </a:lnTo>
                  <a:lnTo>
                    <a:pt x="39344" y="116393"/>
                  </a:lnTo>
                  <a:lnTo>
                    <a:pt x="37705" y="119672"/>
                  </a:lnTo>
                  <a:lnTo>
                    <a:pt x="36065" y="122950"/>
                  </a:lnTo>
                  <a:lnTo>
                    <a:pt x="36065" y="126229"/>
                  </a:lnTo>
                  <a:lnTo>
                    <a:pt x="36065" y="127868"/>
                  </a:lnTo>
                  <a:lnTo>
                    <a:pt x="36065" y="131147"/>
                  </a:lnTo>
                  <a:lnTo>
                    <a:pt x="36065" y="136065"/>
                  </a:lnTo>
                  <a:lnTo>
                    <a:pt x="37705" y="139344"/>
                  </a:lnTo>
                  <a:lnTo>
                    <a:pt x="36065" y="142622"/>
                  </a:lnTo>
                  <a:lnTo>
                    <a:pt x="34426" y="145901"/>
                  </a:lnTo>
                  <a:lnTo>
                    <a:pt x="34426" y="150819"/>
                  </a:lnTo>
                  <a:lnTo>
                    <a:pt x="34426" y="154098"/>
                  </a:lnTo>
                  <a:lnTo>
                    <a:pt x="32787" y="157376"/>
                  </a:lnTo>
                  <a:lnTo>
                    <a:pt x="32787" y="162294"/>
                  </a:lnTo>
                  <a:lnTo>
                    <a:pt x="32787" y="162294"/>
                  </a:lnTo>
                  <a:lnTo>
                    <a:pt x="31147" y="163934"/>
                  </a:lnTo>
                  <a:lnTo>
                    <a:pt x="31147" y="165573"/>
                  </a:lnTo>
                  <a:lnTo>
                    <a:pt x="29508" y="168852"/>
                  </a:lnTo>
                  <a:lnTo>
                    <a:pt x="29508" y="168852"/>
                  </a:lnTo>
                  <a:lnTo>
                    <a:pt x="29508" y="168852"/>
                  </a:lnTo>
                  <a:lnTo>
                    <a:pt x="27868" y="165573"/>
                  </a:lnTo>
                  <a:lnTo>
                    <a:pt x="27868" y="163934"/>
                  </a:lnTo>
                  <a:lnTo>
                    <a:pt x="27868" y="160655"/>
                  </a:lnTo>
                  <a:lnTo>
                    <a:pt x="26229" y="157376"/>
                  </a:lnTo>
                  <a:lnTo>
                    <a:pt x="24590" y="154098"/>
                  </a:lnTo>
                  <a:lnTo>
                    <a:pt x="22951" y="149179"/>
                  </a:lnTo>
                  <a:lnTo>
                    <a:pt x="22951" y="145901"/>
                  </a:lnTo>
                  <a:lnTo>
                    <a:pt x="21311" y="142622"/>
                  </a:lnTo>
                  <a:lnTo>
                    <a:pt x="19672" y="140983"/>
                  </a:lnTo>
                  <a:lnTo>
                    <a:pt x="19672" y="139344"/>
                  </a:lnTo>
                  <a:lnTo>
                    <a:pt x="18033" y="136065"/>
                  </a:lnTo>
                  <a:lnTo>
                    <a:pt x="16393" y="132786"/>
                  </a:lnTo>
                  <a:lnTo>
                    <a:pt x="14754" y="127868"/>
                  </a:lnTo>
                  <a:lnTo>
                    <a:pt x="13114" y="124589"/>
                  </a:lnTo>
                  <a:lnTo>
                    <a:pt x="11475" y="121311"/>
                  </a:lnTo>
                  <a:lnTo>
                    <a:pt x="11475" y="118032"/>
                  </a:lnTo>
                  <a:lnTo>
                    <a:pt x="9836" y="116393"/>
                  </a:lnTo>
                  <a:lnTo>
                    <a:pt x="9836" y="113114"/>
                  </a:lnTo>
                  <a:lnTo>
                    <a:pt x="8197" y="109836"/>
                  </a:lnTo>
                  <a:lnTo>
                    <a:pt x="6557" y="106557"/>
                  </a:lnTo>
                  <a:lnTo>
                    <a:pt x="4918" y="103278"/>
                  </a:lnTo>
                  <a:lnTo>
                    <a:pt x="4918" y="101639"/>
                  </a:lnTo>
                  <a:lnTo>
                    <a:pt x="3278" y="98360"/>
                  </a:lnTo>
                  <a:lnTo>
                    <a:pt x="1639" y="95082"/>
                  </a:lnTo>
                  <a:lnTo>
                    <a:pt x="0" y="9180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41" name="Freeform 4040">
              <a:extLst>
                <a:ext uri="{FF2B5EF4-FFF2-40B4-BE49-F238E27FC236}">
                  <a16:creationId xmlns:a16="http://schemas.microsoft.com/office/drawing/2014/main" id="{40AB95FA-7146-3E4A-A492-8F58CD7C46A1}"/>
                </a:ext>
              </a:extLst>
            </p:cNvPr>
            <p:cNvSpPr/>
            <p:nvPr/>
          </p:nvSpPr>
          <p:spPr>
            <a:xfrm>
              <a:off x="9164838" y="3129655"/>
              <a:ext cx="318030" cy="378686"/>
            </a:xfrm>
            <a:custGeom>
              <a:avLst/>
              <a:gdLst>
                <a:gd name="connsiteX0" fmla="*/ 0 w 318030"/>
                <a:gd name="connsiteY0" fmla="*/ 95082 h 378686"/>
                <a:gd name="connsiteX1" fmla="*/ 0 w 318030"/>
                <a:gd name="connsiteY1" fmla="*/ 90164 h 378686"/>
                <a:gd name="connsiteX2" fmla="*/ 1639 w 318030"/>
                <a:gd name="connsiteY2" fmla="*/ 86885 h 378686"/>
                <a:gd name="connsiteX3" fmla="*/ 1639 w 318030"/>
                <a:gd name="connsiteY3" fmla="*/ 83606 h 378686"/>
                <a:gd name="connsiteX4" fmla="*/ 1639 w 318030"/>
                <a:gd name="connsiteY4" fmla="*/ 80328 h 378686"/>
                <a:gd name="connsiteX5" fmla="*/ 4918 w 318030"/>
                <a:gd name="connsiteY5" fmla="*/ 75410 h 378686"/>
                <a:gd name="connsiteX6" fmla="*/ 8197 w 318030"/>
                <a:gd name="connsiteY6" fmla="*/ 73770 h 378686"/>
                <a:gd name="connsiteX7" fmla="*/ 13114 w 318030"/>
                <a:gd name="connsiteY7" fmla="*/ 73770 h 378686"/>
                <a:gd name="connsiteX8" fmla="*/ 16393 w 318030"/>
                <a:gd name="connsiteY8" fmla="*/ 73770 h 378686"/>
                <a:gd name="connsiteX9" fmla="*/ 16393 w 318030"/>
                <a:gd name="connsiteY9" fmla="*/ 72131 h 378686"/>
                <a:gd name="connsiteX10" fmla="*/ 18032 w 318030"/>
                <a:gd name="connsiteY10" fmla="*/ 70492 h 378686"/>
                <a:gd name="connsiteX11" fmla="*/ 13114 w 318030"/>
                <a:gd name="connsiteY11" fmla="*/ 72131 h 378686"/>
                <a:gd name="connsiteX12" fmla="*/ 13114 w 318030"/>
                <a:gd name="connsiteY12" fmla="*/ 68852 h 378686"/>
                <a:gd name="connsiteX13" fmla="*/ 13114 w 318030"/>
                <a:gd name="connsiteY13" fmla="*/ 67213 h 378686"/>
                <a:gd name="connsiteX14" fmla="*/ 16393 w 318030"/>
                <a:gd name="connsiteY14" fmla="*/ 63934 h 378686"/>
                <a:gd name="connsiteX15" fmla="*/ 18032 w 318030"/>
                <a:gd name="connsiteY15" fmla="*/ 59016 h 378686"/>
                <a:gd name="connsiteX16" fmla="*/ 18032 w 318030"/>
                <a:gd name="connsiteY16" fmla="*/ 55738 h 378686"/>
                <a:gd name="connsiteX17" fmla="*/ 18032 w 318030"/>
                <a:gd name="connsiteY17" fmla="*/ 52459 h 378686"/>
                <a:gd name="connsiteX18" fmla="*/ 21311 w 318030"/>
                <a:gd name="connsiteY18" fmla="*/ 52459 h 378686"/>
                <a:gd name="connsiteX19" fmla="*/ 26229 w 318030"/>
                <a:gd name="connsiteY19" fmla="*/ 49180 h 378686"/>
                <a:gd name="connsiteX20" fmla="*/ 29508 w 318030"/>
                <a:gd name="connsiteY20" fmla="*/ 47541 h 378686"/>
                <a:gd name="connsiteX21" fmla="*/ 32787 w 318030"/>
                <a:gd name="connsiteY21" fmla="*/ 42623 h 378686"/>
                <a:gd name="connsiteX22" fmla="*/ 32787 w 318030"/>
                <a:gd name="connsiteY22" fmla="*/ 40983 h 378686"/>
                <a:gd name="connsiteX23" fmla="*/ 32787 w 318030"/>
                <a:gd name="connsiteY23" fmla="*/ 40983 h 378686"/>
                <a:gd name="connsiteX24" fmla="*/ 36066 w 318030"/>
                <a:gd name="connsiteY24" fmla="*/ 44262 h 378686"/>
                <a:gd name="connsiteX25" fmla="*/ 36066 w 318030"/>
                <a:gd name="connsiteY25" fmla="*/ 47541 h 378686"/>
                <a:gd name="connsiteX26" fmla="*/ 37705 w 318030"/>
                <a:gd name="connsiteY26" fmla="*/ 52459 h 378686"/>
                <a:gd name="connsiteX27" fmla="*/ 37705 w 318030"/>
                <a:gd name="connsiteY27" fmla="*/ 55738 h 378686"/>
                <a:gd name="connsiteX28" fmla="*/ 39343 w 318030"/>
                <a:gd name="connsiteY28" fmla="*/ 57377 h 378686"/>
                <a:gd name="connsiteX29" fmla="*/ 42622 w 318030"/>
                <a:gd name="connsiteY29" fmla="*/ 57377 h 378686"/>
                <a:gd name="connsiteX30" fmla="*/ 45901 w 318030"/>
                <a:gd name="connsiteY30" fmla="*/ 55738 h 378686"/>
                <a:gd name="connsiteX31" fmla="*/ 49180 w 318030"/>
                <a:gd name="connsiteY31" fmla="*/ 54098 h 378686"/>
                <a:gd name="connsiteX32" fmla="*/ 54098 w 318030"/>
                <a:gd name="connsiteY32" fmla="*/ 57377 h 378686"/>
                <a:gd name="connsiteX33" fmla="*/ 55737 w 318030"/>
                <a:gd name="connsiteY33" fmla="*/ 57377 h 378686"/>
                <a:gd name="connsiteX34" fmla="*/ 57377 w 318030"/>
                <a:gd name="connsiteY34" fmla="*/ 59016 h 378686"/>
                <a:gd name="connsiteX35" fmla="*/ 59016 w 318030"/>
                <a:gd name="connsiteY35" fmla="*/ 59016 h 378686"/>
                <a:gd name="connsiteX36" fmla="*/ 60656 w 318030"/>
                <a:gd name="connsiteY36" fmla="*/ 55738 h 378686"/>
                <a:gd name="connsiteX37" fmla="*/ 57377 w 318030"/>
                <a:gd name="connsiteY37" fmla="*/ 52459 h 378686"/>
                <a:gd name="connsiteX38" fmla="*/ 55737 w 318030"/>
                <a:gd name="connsiteY38" fmla="*/ 49180 h 378686"/>
                <a:gd name="connsiteX39" fmla="*/ 55737 w 318030"/>
                <a:gd name="connsiteY39" fmla="*/ 47541 h 378686"/>
                <a:gd name="connsiteX40" fmla="*/ 55737 w 318030"/>
                <a:gd name="connsiteY40" fmla="*/ 42623 h 378686"/>
                <a:gd name="connsiteX41" fmla="*/ 57377 w 318030"/>
                <a:gd name="connsiteY41" fmla="*/ 39344 h 378686"/>
                <a:gd name="connsiteX42" fmla="*/ 55737 w 318030"/>
                <a:gd name="connsiteY42" fmla="*/ 36066 h 378686"/>
                <a:gd name="connsiteX43" fmla="*/ 54098 w 318030"/>
                <a:gd name="connsiteY43" fmla="*/ 31148 h 378686"/>
                <a:gd name="connsiteX44" fmla="*/ 52459 w 318030"/>
                <a:gd name="connsiteY44" fmla="*/ 27869 h 378686"/>
                <a:gd name="connsiteX45" fmla="*/ 49180 w 318030"/>
                <a:gd name="connsiteY45" fmla="*/ 24590 h 378686"/>
                <a:gd name="connsiteX46" fmla="*/ 47540 w 318030"/>
                <a:gd name="connsiteY46" fmla="*/ 21311 h 378686"/>
                <a:gd name="connsiteX47" fmla="*/ 47540 w 318030"/>
                <a:gd name="connsiteY47" fmla="*/ 19672 h 378686"/>
                <a:gd name="connsiteX48" fmla="*/ 45901 w 318030"/>
                <a:gd name="connsiteY48" fmla="*/ 16393 h 378686"/>
                <a:gd name="connsiteX49" fmla="*/ 44262 w 318030"/>
                <a:gd name="connsiteY49" fmla="*/ 13115 h 378686"/>
                <a:gd name="connsiteX50" fmla="*/ 44262 w 318030"/>
                <a:gd name="connsiteY50" fmla="*/ 13115 h 378686"/>
                <a:gd name="connsiteX51" fmla="*/ 44262 w 318030"/>
                <a:gd name="connsiteY51" fmla="*/ 9836 h 378686"/>
                <a:gd name="connsiteX52" fmla="*/ 45901 w 318030"/>
                <a:gd name="connsiteY52" fmla="*/ 6557 h 378686"/>
                <a:gd name="connsiteX53" fmla="*/ 45901 w 318030"/>
                <a:gd name="connsiteY53" fmla="*/ 3279 h 378686"/>
                <a:gd name="connsiteX54" fmla="*/ 49180 w 318030"/>
                <a:gd name="connsiteY54" fmla="*/ 0 h 378686"/>
                <a:gd name="connsiteX55" fmla="*/ 50819 w 318030"/>
                <a:gd name="connsiteY55" fmla="*/ 0 h 378686"/>
                <a:gd name="connsiteX56" fmla="*/ 50819 w 318030"/>
                <a:gd name="connsiteY56" fmla="*/ 0 h 378686"/>
                <a:gd name="connsiteX57" fmla="*/ 52459 w 318030"/>
                <a:gd name="connsiteY57" fmla="*/ 3279 h 378686"/>
                <a:gd name="connsiteX58" fmla="*/ 57377 w 318030"/>
                <a:gd name="connsiteY58" fmla="*/ 1639 h 378686"/>
                <a:gd name="connsiteX59" fmla="*/ 60656 w 318030"/>
                <a:gd name="connsiteY59" fmla="*/ 1639 h 378686"/>
                <a:gd name="connsiteX60" fmla="*/ 63934 w 318030"/>
                <a:gd name="connsiteY60" fmla="*/ 4918 h 378686"/>
                <a:gd name="connsiteX61" fmla="*/ 65573 w 318030"/>
                <a:gd name="connsiteY61" fmla="*/ 4918 h 378686"/>
                <a:gd name="connsiteX62" fmla="*/ 67212 w 318030"/>
                <a:gd name="connsiteY62" fmla="*/ 8197 h 378686"/>
                <a:gd name="connsiteX63" fmla="*/ 70491 w 318030"/>
                <a:gd name="connsiteY63" fmla="*/ 11476 h 378686"/>
                <a:gd name="connsiteX64" fmla="*/ 73770 w 318030"/>
                <a:gd name="connsiteY64" fmla="*/ 14754 h 378686"/>
                <a:gd name="connsiteX65" fmla="*/ 78688 w 318030"/>
                <a:gd name="connsiteY65" fmla="*/ 18033 h 378686"/>
                <a:gd name="connsiteX66" fmla="*/ 80327 w 318030"/>
                <a:gd name="connsiteY66" fmla="*/ 21311 h 378686"/>
                <a:gd name="connsiteX67" fmla="*/ 83606 w 318030"/>
                <a:gd name="connsiteY67" fmla="*/ 24590 h 378686"/>
                <a:gd name="connsiteX68" fmla="*/ 86885 w 318030"/>
                <a:gd name="connsiteY68" fmla="*/ 26229 h 378686"/>
                <a:gd name="connsiteX69" fmla="*/ 88524 w 318030"/>
                <a:gd name="connsiteY69" fmla="*/ 31148 h 378686"/>
                <a:gd name="connsiteX70" fmla="*/ 88524 w 318030"/>
                <a:gd name="connsiteY70" fmla="*/ 34426 h 378686"/>
                <a:gd name="connsiteX71" fmla="*/ 91802 w 318030"/>
                <a:gd name="connsiteY71" fmla="*/ 36066 h 378686"/>
                <a:gd name="connsiteX72" fmla="*/ 95081 w 318030"/>
                <a:gd name="connsiteY72" fmla="*/ 32787 h 378686"/>
                <a:gd name="connsiteX73" fmla="*/ 93442 w 318030"/>
                <a:gd name="connsiteY73" fmla="*/ 29508 h 378686"/>
                <a:gd name="connsiteX74" fmla="*/ 95081 w 318030"/>
                <a:gd name="connsiteY74" fmla="*/ 32787 h 378686"/>
                <a:gd name="connsiteX75" fmla="*/ 99999 w 318030"/>
                <a:gd name="connsiteY75" fmla="*/ 34426 h 378686"/>
                <a:gd name="connsiteX76" fmla="*/ 101639 w 318030"/>
                <a:gd name="connsiteY76" fmla="*/ 37705 h 378686"/>
                <a:gd name="connsiteX77" fmla="*/ 101639 w 318030"/>
                <a:gd name="connsiteY77" fmla="*/ 39344 h 378686"/>
                <a:gd name="connsiteX78" fmla="*/ 99999 w 318030"/>
                <a:gd name="connsiteY78" fmla="*/ 44262 h 378686"/>
                <a:gd name="connsiteX79" fmla="*/ 99999 w 318030"/>
                <a:gd name="connsiteY79" fmla="*/ 47541 h 378686"/>
                <a:gd name="connsiteX80" fmla="*/ 99999 w 318030"/>
                <a:gd name="connsiteY80" fmla="*/ 50820 h 378686"/>
                <a:gd name="connsiteX81" fmla="*/ 99999 w 318030"/>
                <a:gd name="connsiteY81" fmla="*/ 54098 h 378686"/>
                <a:gd name="connsiteX82" fmla="*/ 101639 w 318030"/>
                <a:gd name="connsiteY82" fmla="*/ 55738 h 378686"/>
                <a:gd name="connsiteX83" fmla="*/ 101639 w 318030"/>
                <a:gd name="connsiteY83" fmla="*/ 59016 h 378686"/>
                <a:gd name="connsiteX84" fmla="*/ 104917 w 318030"/>
                <a:gd name="connsiteY84" fmla="*/ 62295 h 378686"/>
                <a:gd name="connsiteX85" fmla="*/ 108196 w 318030"/>
                <a:gd name="connsiteY85" fmla="*/ 65573 h 378686"/>
                <a:gd name="connsiteX86" fmla="*/ 108196 w 318030"/>
                <a:gd name="connsiteY86" fmla="*/ 65573 h 378686"/>
                <a:gd name="connsiteX87" fmla="*/ 111475 w 318030"/>
                <a:gd name="connsiteY87" fmla="*/ 68852 h 378686"/>
                <a:gd name="connsiteX88" fmla="*/ 114754 w 318030"/>
                <a:gd name="connsiteY88" fmla="*/ 72131 h 378686"/>
                <a:gd name="connsiteX89" fmla="*/ 118032 w 318030"/>
                <a:gd name="connsiteY89" fmla="*/ 72131 h 378686"/>
                <a:gd name="connsiteX90" fmla="*/ 121310 w 318030"/>
                <a:gd name="connsiteY90" fmla="*/ 75410 h 378686"/>
                <a:gd name="connsiteX91" fmla="*/ 124589 w 318030"/>
                <a:gd name="connsiteY91" fmla="*/ 73770 h 378686"/>
                <a:gd name="connsiteX92" fmla="*/ 127868 w 318030"/>
                <a:gd name="connsiteY92" fmla="*/ 77049 h 378686"/>
                <a:gd name="connsiteX93" fmla="*/ 131147 w 318030"/>
                <a:gd name="connsiteY93" fmla="*/ 78688 h 378686"/>
                <a:gd name="connsiteX94" fmla="*/ 136065 w 318030"/>
                <a:gd name="connsiteY94" fmla="*/ 80328 h 378686"/>
                <a:gd name="connsiteX95" fmla="*/ 137704 w 318030"/>
                <a:gd name="connsiteY95" fmla="*/ 77049 h 378686"/>
                <a:gd name="connsiteX96" fmla="*/ 137704 w 318030"/>
                <a:gd name="connsiteY96" fmla="*/ 73770 h 378686"/>
                <a:gd name="connsiteX97" fmla="*/ 140983 w 318030"/>
                <a:gd name="connsiteY97" fmla="*/ 70492 h 378686"/>
                <a:gd name="connsiteX98" fmla="*/ 142623 w 318030"/>
                <a:gd name="connsiteY98" fmla="*/ 70492 h 378686"/>
                <a:gd name="connsiteX99" fmla="*/ 147540 w 318030"/>
                <a:gd name="connsiteY99" fmla="*/ 67213 h 378686"/>
                <a:gd name="connsiteX100" fmla="*/ 149179 w 318030"/>
                <a:gd name="connsiteY100" fmla="*/ 68852 h 378686"/>
                <a:gd name="connsiteX101" fmla="*/ 154097 w 318030"/>
                <a:gd name="connsiteY101" fmla="*/ 68852 h 378686"/>
                <a:gd name="connsiteX102" fmla="*/ 157376 w 318030"/>
                <a:gd name="connsiteY102" fmla="*/ 72131 h 378686"/>
                <a:gd name="connsiteX103" fmla="*/ 160655 w 318030"/>
                <a:gd name="connsiteY103" fmla="*/ 75410 h 378686"/>
                <a:gd name="connsiteX104" fmla="*/ 163934 w 318030"/>
                <a:gd name="connsiteY104" fmla="*/ 77049 h 378686"/>
                <a:gd name="connsiteX105" fmla="*/ 163934 w 318030"/>
                <a:gd name="connsiteY105" fmla="*/ 78688 h 378686"/>
                <a:gd name="connsiteX106" fmla="*/ 168851 w 318030"/>
                <a:gd name="connsiteY106" fmla="*/ 80328 h 378686"/>
                <a:gd name="connsiteX107" fmla="*/ 168851 w 318030"/>
                <a:gd name="connsiteY107" fmla="*/ 83606 h 378686"/>
                <a:gd name="connsiteX108" fmla="*/ 167213 w 318030"/>
                <a:gd name="connsiteY108" fmla="*/ 86885 h 378686"/>
                <a:gd name="connsiteX109" fmla="*/ 163934 w 318030"/>
                <a:gd name="connsiteY109" fmla="*/ 86885 h 378686"/>
                <a:gd name="connsiteX110" fmla="*/ 163934 w 318030"/>
                <a:gd name="connsiteY110" fmla="*/ 86885 h 378686"/>
                <a:gd name="connsiteX111" fmla="*/ 162294 w 318030"/>
                <a:gd name="connsiteY111" fmla="*/ 90164 h 378686"/>
                <a:gd name="connsiteX112" fmla="*/ 165573 w 318030"/>
                <a:gd name="connsiteY112" fmla="*/ 91803 h 378686"/>
                <a:gd name="connsiteX113" fmla="*/ 168851 w 318030"/>
                <a:gd name="connsiteY113" fmla="*/ 91803 h 378686"/>
                <a:gd name="connsiteX114" fmla="*/ 172130 w 318030"/>
                <a:gd name="connsiteY114" fmla="*/ 93442 h 378686"/>
                <a:gd name="connsiteX115" fmla="*/ 173769 w 318030"/>
                <a:gd name="connsiteY115" fmla="*/ 96721 h 378686"/>
                <a:gd name="connsiteX116" fmla="*/ 175409 w 318030"/>
                <a:gd name="connsiteY116" fmla="*/ 100000 h 378686"/>
                <a:gd name="connsiteX117" fmla="*/ 178687 w 318030"/>
                <a:gd name="connsiteY117" fmla="*/ 100000 h 378686"/>
                <a:gd name="connsiteX118" fmla="*/ 181966 w 318030"/>
                <a:gd name="connsiteY118" fmla="*/ 101639 h 378686"/>
                <a:gd name="connsiteX119" fmla="*/ 185245 w 318030"/>
                <a:gd name="connsiteY119" fmla="*/ 103278 h 378686"/>
                <a:gd name="connsiteX120" fmla="*/ 186884 w 318030"/>
                <a:gd name="connsiteY120" fmla="*/ 106557 h 378686"/>
                <a:gd name="connsiteX121" fmla="*/ 186884 w 318030"/>
                <a:gd name="connsiteY121" fmla="*/ 109836 h 378686"/>
                <a:gd name="connsiteX122" fmla="*/ 186884 w 318030"/>
                <a:gd name="connsiteY122" fmla="*/ 109836 h 378686"/>
                <a:gd name="connsiteX123" fmla="*/ 183606 w 318030"/>
                <a:gd name="connsiteY123" fmla="*/ 111475 h 378686"/>
                <a:gd name="connsiteX124" fmla="*/ 180327 w 318030"/>
                <a:gd name="connsiteY124" fmla="*/ 114754 h 378686"/>
                <a:gd name="connsiteX125" fmla="*/ 183606 w 318030"/>
                <a:gd name="connsiteY125" fmla="*/ 116393 h 378686"/>
                <a:gd name="connsiteX126" fmla="*/ 181966 w 318030"/>
                <a:gd name="connsiteY126" fmla="*/ 119672 h 378686"/>
                <a:gd name="connsiteX127" fmla="*/ 177048 w 318030"/>
                <a:gd name="connsiteY127" fmla="*/ 122950 h 378686"/>
                <a:gd name="connsiteX128" fmla="*/ 175409 w 318030"/>
                <a:gd name="connsiteY128" fmla="*/ 126229 h 378686"/>
                <a:gd name="connsiteX129" fmla="*/ 172130 w 318030"/>
                <a:gd name="connsiteY129" fmla="*/ 126229 h 378686"/>
                <a:gd name="connsiteX130" fmla="*/ 168851 w 318030"/>
                <a:gd name="connsiteY130" fmla="*/ 124590 h 378686"/>
                <a:gd name="connsiteX131" fmla="*/ 163934 w 318030"/>
                <a:gd name="connsiteY131" fmla="*/ 124590 h 378686"/>
                <a:gd name="connsiteX132" fmla="*/ 160655 w 318030"/>
                <a:gd name="connsiteY132" fmla="*/ 122950 h 378686"/>
                <a:gd name="connsiteX133" fmla="*/ 157376 w 318030"/>
                <a:gd name="connsiteY133" fmla="*/ 124590 h 378686"/>
                <a:gd name="connsiteX134" fmla="*/ 154097 w 318030"/>
                <a:gd name="connsiteY134" fmla="*/ 122950 h 378686"/>
                <a:gd name="connsiteX135" fmla="*/ 152458 w 318030"/>
                <a:gd name="connsiteY135" fmla="*/ 124590 h 378686"/>
                <a:gd name="connsiteX136" fmla="*/ 154097 w 318030"/>
                <a:gd name="connsiteY136" fmla="*/ 126229 h 378686"/>
                <a:gd name="connsiteX137" fmla="*/ 157376 w 318030"/>
                <a:gd name="connsiteY137" fmla="*/ 131147 h 378686"/>
                <a:gd name="connsiteX138" fmla="*/ 155737 w 318030"/>
                <a:gd name="connsiteY138" fmla="*/ 134426 h 378686"/>
                <a:gd name="connsiteX139" fmla="*/ 155737 w 318030"/>
                <a:gd name="connsiteY139" fmla="*/ 136065 h 378686"/>
                <a:gd name="connsiteX140" fmla="*/ 155737 w 318030"/>
                <a:gd name="connsiteY140" fmla="*/ 136065 h 378686"/>
                <a:gd name="connsiteX141" fmla="*/ 152458 w 318030"/>
                <a:gd name="connsiteY141" fmla="*/ 137704 h 378686"/>
                <a:gd name="connsiteX142" fmla="*/ 150819 w 318030"/>
                <a:gd name="connsiteY142" fmla="*/ 140983 h 378686"/>
                <a:gd name="connsiteX143" fmla="*/ 154097 w 318030"/>
                <a:gd name="connsiteY143" fmla="*/ 142622 h 378686"/>
                <a:gd name="connsiteX144" fmla="*/ 157376 w 318030"/>
                <a:gd name="connsiteY144" fmla="*/ 144262 h 378686"/>
                <a:gd name="connsiteX145" fmla="*/ 162294 w 318030"/>
                <a:gd name="connsiteY145" fmla="*/ 145901 h 378686"/>
                <a:gd name="connsiteX146" fmla="*/ 163934 w 318030"/>
                <a:gd name="connsiteY146" fmla="*/ 149180 h 378686"/>
                <a:gd name="connsiteX147" fmla="*/ 167213 w 318030"/>
                <a:gd name="connsiteY147" fmla="*/ 149180 h 378686"/>
                <a:gd name="connsiteX148" fmla="*/ 170490 w 318030"/>
                <a:gd name="connsiteY148" fmla="*/ 150819 h 378686"/>
                <a:gd name="connsiteX149" fmla="*/ 173769 w 318030"/>
                <a:gd name="connsiteY149" fmla="*/ 154098 h 378686"/>
                <a:gd name="connsiteX150" fmla="*/ 177048 w 318030"/>
                <a:gd name="connsiteY150" fmla="*/ 157376 h 378686"/>
                <a:gd name="connsiteX151" fmla="*/ 181966 w 318030"/>
                <a:gd name="connsiteY151" fmla="*/ 160655 h 378686"/>
                <a:gd name="connsiteX152" fmla="*/ 185245 w 318030"/>
                <a:gd name="connsiteY152" fmla="*/ 162294 h 378686"/>
                <a:gd name="connsiteX153" fmla="*/ 188524 w 318030"/>
                <a:gd name="connsiteY153" fmla="*/ 163934 h 378686"/>
                <a:gd name="connsiteX154" fmla="*/ 191803 w 318030"/>
                <a:gd name="connsiteY154" fmla="*/ 163934 h 378686"/>
                <a:gd name="connsiteX155" fmla="*/ 196720 w 318030"/>
                <a:gd name="connsiteY155" fmla="*/ 165573 h 378686"/>
                <a:gd name="connsiteX156" fmla="*/ 198359 w 318030"/>
                <a:gd name="connsiteY156" fmla="*/ 167213 h 378686"/>
                <a:gd name="connsiteX157" fmla="*/ 201638 w 318030"/>
                <a:gd name="connsiteY157" fmla="*/ 167213 h 378686"/>
                <a:gd name="connsiteX158" fmla="*/ 204917 w 318030"/>
                <a:gd name="connsiteY158" fmla="*/ 170491 h 378686"/>
                <a:gd name="connsiteX159" fmla="*/ 201638 w 318030"/>
                <a:gd name="connsiteY159" fmla="*/ 173770 h 378686"/>
                <a:gd name="connsiteX160" fmla="*/ 201638 w 318030"/>
                <a:gd name="connsiteY160" fmla="*/ 177048 h 378686"/>
                <a:gd name="connsiteX161" fmla="*/ 204917 w 318030"/>
                <a:gd name="connsiteY161" fmla="*/ 181966 h 378686"/>
                <a:gd name="connsiteX162" fmla="*/ 204917 w 318030"/>
                <a:gd name="connsiteY162" fmla="*/ 181966 h 378686"/>
                <a:gd name="connsiteX163" fmla="*/ 208196 w 318030"/>
                <a:gd name="connsiteY163" fmla="*/ 185245 h 378686"/>
                <a:gd name="connsiteX164" fmla="*/ 211474 w 318030"/>
                <a:gd name="connsiteY164" fmla="*/ 186885 h 378686"/>
                <a:gd name="connsiteX165" fmla="*/ 214753 w 318030"/>
                <a:gd name="connsiteY165" fmla="*/ 191803 h 378686"/>
                <a:gd name="connsiteX166" fmla="*/ 214753 w 318030"/>
                <a:gd name="connsiteY166" fmla="*/ 190163 h 378686"/>
                <a:gd name="connsiteX167" fmla="*/ 218032 w 318030"/>
                <a:gd name="connsiteY167" fmla="*/ 191803 h 378686"/>
                <a:gd name="connsiteX168" fmla="*/ 221310 w 318030"/>
                <a:gd name="connsiteY168" fmla="*/ 195081 h 378686"/>
                <a:gd name="connsiteX169" fmla="*/ 224589 w 318030"/>
                <a:gd name="connsiteY169" fmla="*/ 198360 h 378686"/>
                <a:gd name="connsiteX170" fmla="*/ 224589 w 318030"/>
                <a:gd name="connsiteY170" fmla="*/ 201638 h 378686"/>
                <a:gd name="connsiteX171" fmla="*/ 226228 w 318030"/>
                <a:gd name="connsiteY171" fmla="*/ 204917 h 378686"/>
                <a:gd name="connsiteX172" fmla="*/ 229507 w 318030"/>
                <a:gd name="connsiteY172" fmla="*/ 209835 h 378686"/>
                <a:gd name="connsiteX173" fmla="*/ 231146 w 318030"/>
                <a:gd name="connsiteY173" fmla="*/ 213114 h 378686"/>
                <a:gd name="connsiteX174" fmla="*/ 232786 w 318030"/>
                <a:gd name="connsiteY174" fmla="*/ 213114 h 378686"/>
                <a:gd name="connsiteX175" fmla="*/ 236064 w 318030"/>
                <a:gd name="connsiteY175" fmla="*/ 216393 h 378686"/>
                <a:gd name="connsiteX176" fmla="*/ 239343 w 318030"/>
                <a:gd name="connsiteY176" fmla="*/ 219671 h 378686"/>
                <a:gd name="connsiteX177" fmla="*/ 242622 w 318030"/>
                <a:gd name="connsiteY177" fmla="*/ 222950 h 378686"/>
                <a:gd name="connsiteX178" fmla="*/ 245901 w 318030"/>
                <a:gd name="connsiteY178" fmla="*/ 227868 h 378686"/>
                <a:gd name="connsiteX179" fmla="*/ 249179 w 318030"/>
                <a:gd name="connsiteY179" fmla="*/ 229507 h 378686"/>
                <a:gd name="connsiteX180" fmla="*/ 250818 w 318030"/>
                <a:gd name="connsiteY180" fmla="*/ 231147 h 378686"/>
                <a:gd name="connsiteX181" fmla="*/ 254097 w 318030"/>
                <a:gd name="connsiteY181" fmla="*/ 231147 h 378686"/>
                <a:gd name="connsiteX182" fmla="*/ 255736 w 318030"/>
                <a:gd name="connsiteY182" fmla="*/ 234425 h 378686"/>
                <a:gd name="connsiteX183" fmla="*/ 259015 w 318030"/>
                <a:gd name="connsiteY183" fmla="*/ 237704 h 378686"/>
                <a:gd name="connsiteX184" fmla="*/ 260654 w 318030"/>
                <a:gd name="connsiteY184" fmla="*/ 242622 h 378686"/>
                <a:gd name="connsiteX185" fmla="*/ 262294 w 318030"/>
                <a:gd name="connsiteY185" fmla="*/ 242622 h 378686"/>
                <a:gd name="connsiteX186" fmla="*/ 265573 w 318030"/>
                <a:gd name="connsiteY186" fmla="*/ 244261 h 378686"/>
                <a:gd name="connsiteX187" fmla="*/ 265573 w 318030"/>
                <a:gd name="connsiteY187" fmla="*/ 245901 h 378686"/>
                <a:gd name="connsiteX188" fmla="*/ 265573 w 318030"/>
                <a:gd name="connsiteY188" fmla="*/ 247540 h 378686"/>
                <a:gd name="connsiteX189" fmla="*/ 265573 w 318030"/>
                <a:gd name="connsiteY189" fmla="*/ 247540 h 378686"/>
                <a:gd name="connsiteX190" fmla="*/ 265573 w 318030"/>
                <a:gd name="connsiteY190" fmla="*/ 249179 h 378686"/>
                <a:gd name="connsiteX191" fmla="*/ 267212 w 318030"/>
                <a:gd name="connsiteY191" fmla="*/ 250819 h 378686"/>
                <a:gd name="connsiteX192" fmla="*/ 267212 w 318030"/>
                <a:gd name="connsiteY192" fmla="*/ 254097 h 378686"/>
                <a:gd name="connsiteX193" fmla="*/ 268851 w 318030"/>
                <a:gd name="connsiteY193" fmla="*/ 259015 h 378686"/>
                <a:gd name="connsiteX194" fmla="*/ 268851 w 318030"/>
                <a:gd name="connsiteY194" fmla="*/ 259015 h 378686"/>
                <a:gd name="connsiteX195" fmla="*/ 272130 w 318030"/>
                <a:gd name="connsiteY195" fmla="*/ 262294 h 378686"/>
                <a:gd name="connsiteX196" fmla="*/ 273769 w 318030"/>
                <a:gd name="connsiteY196" fmla="*/ 267212 h 378686"/>
                <a:gd name="connsiteX197" fmla="*/ 277047 w 318030"/>
                <a:gd name="connsiteY197" fmla="*/ 267212 h 378686"/>
                <a:gd name="connsiteX198" fmla="*/ 277047 w 318030"/>
                <a:gd name="connsiteY198" fmla="*/ 265573 h 378686"/>
                <a:gd name="connsiteX199" fmla="*/ 281966 w 318030"/>
                <a:gd name="connsiteY199" fmla="*/ 265573 h 378686"/>
                <a:gd name="connsiteX200" fmla="*/ 281966 w 318030"/>
                <a:gd name="connsiteY200" fmla="*/ 270491 h 378686"/>
                <a:gd name="connsiteX201" fmla="*/ 285244 w 318030"/>
                <a:gd name="connsiteY201" fmla="*/ 273769 h 378686"/>
                <a:gd name="connsiteX202" fmla="*/ 286884 w 318030"/>
                <a:gd name="connsiteY202" fmla="*/ 273769 h 378686"/>
                <a:gd name="connsiteX203" fmla="*/ 288523 w 318030"/>
                <a:gd name="connsiteY203" fmla="*/ 273769 h 378686"/>
                <a:gd name="connsiteX204" fmla="*/ 290163 w 318030"/>
                <a:gd name="connsiteY204" fmla="*/ 273769 h 378686"/>
                <a:gd name="connsiteX205" fmla="*/ 291802 w 318030"/>
                <a:gd name="connsiteY205" fmla="*/ 277048 h 378686"/>
                <a:gd name="connsiteX206" fmla="*/ 293441 w 318030"/>
                <a:gd name="connsiteY206" fmla="*/ 277048 h 378686"/>
                <a:gd name="connsiteX207" fmla="*/ 295081 w 318030"/>
                <a:gd name="connsiteY207" fmla="*/ 280327 h 378686"/>
                <a:gd name="connsiteX208" fmla="*/ 298360 w 318030"/>
                <a:gd name="connsiteY208" fmla="*/ 281966 h 378686"/>
                <a:gd name="connsiteX209" fmla="*/ 301637 w 318030"/>
                <a:gd name="connsiteY209" fmla="*/ 283605 h 378686"/>
                <a:gd name="connsiteX210" fmla="*/ 306556 w 318030"/>
                <a:gd name="connsiteY210" fmla="*/ 285245 h 378686"/>
                <a:gd name="connsiteX211" fmla="*/ 304916 w 318030"/>
                <a:gd name="connsiteY211" fmla="*/ 286884 h 378686"/>
                <a:gd name="connsiteX212" fmla="*/ 303277 w 318030"/>
                <a:gd name="connsiteY212" fmla="*/ 290163 h 378686"/>
                <a:gd name="connsiteX213" fmla="*/ 298360 w 318030"/>
                <a:gd name="connsiteY213" fmla="*/ 291802 h 378686"/>
                <a:gd name="connsiteX214" fmla="*/ 295081 w 318030"/>
                <a:gd name="connsiteY214" fmla="*/ 296720 h 378686"/>
                <a:gd name="connsiteX215" fmla="*/ 299998 w 318030"/>
                <a:gd name="connsiteY215" fmla="*/ 299999 h 378686"/>
                <a:gd name="connsiteX216" fmla="*/ 301637 w 318030"/>
                <a:gd name="connsiteY216" fmla="*/ 303277 h 378686"/>
                <a:gd name="connsiteX217" fmla="*/ 304916 w 318030"/>
                <a:gd name="connsiteY217" fmla="*/ 306556 h 378686"/>
                <a:gd name="connsiteX218" fmla="*/ 308195 w 318030"/>
                <a:gd name="connsiteY218" fmla="*/ 308195 h 378686"/>
                <a:gd name="connsiteX219" fmla="*/ 309834 w 318030"/>
                <a:gd name="connsiteY219" fmla="*/ 311474 h 378686"/>
                <a:gd name="connsiteX220" fmla="*/ 313113 w 318030"/>
                <a:gd name="connsiteY220" fmla="*/ 313113 h 378686"/>
                <a:gd name="connsiteX221" fmla="*/ 316392 w 318030"/>
                <a:gd name="connsiteY221" fmla="*/ 316392 h 378686"/>
                <a:gd name="connsiteX222" fmla="*/ 318031 w 318030"/>
                <a:gd name="connsiteY222" fmla="*/ 319671 h 378686"/>
                <a:gd name="connsiteX223" fmla="*/ 318031 w 318030"/>
                <a:gd name="connsiteY223" fmla="*/ 321310 h 378686"/>
                <a:gd name="connsiteX224" fmla="*/ 316392 w 318030"/>
                <a:gd name="connsiteY224" fmla="*/ 321310 h 378686"/>
                <a:gd name="connsiteX225" fmla="*/ 316392 w 318030"/>
                <a:gd name="connsiteY225" fmla="*/ 324589 h 378686"/>
                <a:gd name="connsiteX226" fmla="*/ 314753 w 318030"/>
                <a:gd name="connsiteY226" fmla="*/ 329507 h 378686"/>
                <a:gd name="connsiteX227" fmla="*/ 311474 w 318030"/>
                <a:gd name="connsiteY227" fmla="*/ 331146 h 378686"/>
                <a:gd name="connsiteX228" fmla="*/ 313113 w 318030"/>
                <a:gd name="connsiteY228" fmla="*/ 332785 h 378686"/>
                <a:gd name="connsiteX229" fmla="*/ 316392 w 318030"/>
                <a:gd name="connsiteY229" fmla="*/ 336064 h 378686"/>
                <a:gd name="connsiteX230" fmla="*/ 313113 w 318030"/>
                <a:gd name="connsiteY230" fmla="*/ 339343 h 378686"/>
                <a:gd name="connsiteX231" fmla="*/ 314753 w 318030"/>
                <a:gd name="connsiteY231" fmla="*/ 344261 h 378686"/>
                <a:gd name="connsiteX232" fmla="*/ 313113 w 318030"/>
                <a:gd name="connsiteY232" fmla="*/ 345900 h 378686"/>
                <a:gd name="connsiteX233" fmla="*/ 313113 w 318030"/>
                <a:gd name="connsiteY233" fmla="*/ 349179 h 378686"/>
                <a:gd name="connsiteX234" fmla="*/ 308195 w 318030"/>
                <a:gd name="connsiteY234" fmla="*/ 349179 h 378686"/>
                <a:gd name="connsiteX235" fmla="*/ 304916 w 318030"/>
                <a:gd name="connsiteY235" fmla="*/ 350818 h 378686"/>
                <a:gd name="connsiteX236" fmla="*/ 303277 w 318030"/>
                <a:gd name="connsiteY236" fmla="*/ 354097 h 378686"/>
                <a:gd name="connsiteX237" fmla="*/ 299998 w 318030"/>
                <a:gd name="connsiteY237" fmla="*/ 357375 h 378686"/>
                <a:gd name="connsiteX238" fmla="*/ 295081 w 318030"/>
                <a:gd name="connsiteY238" fmla="*/ 359015 h 378686"/>
                <a:gd name="connsiteX239" fmla="*/ 291802 w 318030"/>
                <a:gd name="connsiteY239" fmla="*/ 360654 h 378686"/>
                <a:gd name="connsiteX240" fmla="*/ 288523 w 318030"/>
                <a:gd name="connsiteY240" fmla="*/ 359015 h 378686"/>
                <a:gd name="connsiteX241" fmla="*/ 285244 w 318030"/>
                <a:gd name="connsiteY241" fmla="*/ 355736 h 378686"/>
                <a:gd name="connsiteX242" fmla="*/ 281966 w 318030"/>
                <a:gd name="connsiteY242" fmla="*/ 354097 h 378686"/>
                <a:gd name="connsiteX243" fmla="*/ 281966 w 318030"/>
                <a:gd name="connsiteY243" fmla="*/ 354097 h 378686"/>
                <a:gd name="connsiteX244" fmla="*/ 280326 w 318030"/>
                <a:gd name="connsiteY244" fmla="*/ 352457 h 378686"/>
                <a:gd name="connsiteX245" fmla="*/ 277047 w 318030"/>
                <a:gd name="connsiteY245" fmla="*/ 349179 h 378686"/>
                <a:gd name="connsiteX246" fmla="*/ 277047 w 318030"/>
                <a:gd name="connsiteY246" fmla="*/ 347540 h 378686"/>
                <a:gd name="connsiteX247" fmla="*/ 275408 w 318030"/>
                <a:gd name="connsiteY247" fmla="*/ 349179 h 378686"/>
                <a:gd name="connsiteX248" fmla="*/ 275408 w 318030"/>
                <a:gd name="connsiteY248" fmla="*/ 349179 h 378686"/>
                <a:gd name="connsiteX249" fmla="*/ 273769 w 318030"/>
                <a:gd name="connsiteY249" fmla="*/ 354097 h 378686"/>
                <a:gd name="connsiteX250" fmla="*/ 270491 w 318030"/>
                <a:gd name="connsiteY250" fmla="*/ 355736 h 378686"/>
                <a:gd name="connsiteX251" fmla="*/ 267212 w 318030"/>
                <a:gd name="connsiteY251" fmla="*/ 354097 h 378686"/>
                <a:gd name="connsiteX252" fmla="*/ 265573 w 318030"/>
                <a:gd name="connsiteY252" fmla="*/ 359015 h 378686"/>
                <a:gd name="connsiteX253" fmla="*/ 262294 w 318030"/>
                <a:gd name="connsiteY253" fmla="*/ 357375 h 378686"/>
                <a:gd name="connsiteX254" fmla="*/ 257376 w 318030"/>
                <a:gd name="connsiteY254" fmla="*/ 360654 h 378686"/>
                <a:gd name="connsiteX255" fmla="*/ 259015 w 318030"/>
                <a:gd name="connsiteY255" fmla="*/ 363933 h 378686"/>
                <a:gd name="connsiteX256" fmla="*/ 262294 w 318030"/>
                <a:gd name="connsiteY256" fmla="*/ 367212 h 378686"/>
                <a:gd name="connsiteX257" fmla="*/ 265573 w 318030"/>
                <a:gd name="connsiteY257" fmla="*/ 372130 h 378686"/>
                <a:gd name="connsiteX258" fmla="*/ 263933 w 318030"/>
                <a:gd name="connsiteY258" fmla="*/ 373769 h 378686"/>
                <a:gd name="connsiteX259" fmla="*/ 260654 w 318030"/>
                <a:gd name="connsiteY259" fmla="*/ 377047 h 378686"/>
                <a:gd name="connsiteX260" fmla="*/ 259015 w 318030"/>
                <a:gd name="connsiteY260" fmla="*/ 378687 h 378686"/>
                <a:gd name="connsiteX261" fmla="*/ 259015 w 318030"/>
                <a:gd name="connsiteY261" fmla="*/ 378687 h 378686"/>
                <a:gd name="connsiteX262" fmla="*/ 259015 w 318030"/>
                <a:gd name="connsiteY262" fmla="*/ 378687 h 378686"/>
                <a:gd name="connsiteX263" fmla="*/ 255736 w 318030"/>
                <a:gd name="connsiteY263" fmla="*/ 377047 h 378686"/>
                <a:gd name="connsiteX264" fmla="*/ 254097 w 318030"/>
                <a:gd name="connsiteY264" fmla="*/ 375408 h 378686"/>
                <a:gd name="connsiteX265" fmla="*/ 252457 w 318030"/>
                <a:gd name="connsiteY265" fmla="*/ 375408 h 378686"/>
                <a:gd name="connsiteX266" fmla="*/ 250818 w 318030"/>
                <a:gd name="connsiteY266" fmla="*/ 372130 h 378686"/>
                <a:gd name="connsiteX267" fmla="*/ 249179 w 318030"/>
                <a:gd name="connsiteY267" fmla="*/ 370490 h 378686"/>
                <a:gd name="connsiteX268" fmla="*/ 249179 w 318030"/>
                <a:gd name="connsiteY268" fmla="*/ 370490 h 378686"/>
                <a:gd name="connsiteX269" fmla="*/ 245901 w 318030"/>
                <a:gd name="connsiteY269" fmla="*/ 368851 h 378686"/>
                <a:gd name="connsiteX270" fmla="*/ 242622 w 318030"/>
                <a:gd name="connsiteY270" fmla="*/ 368851 h 378686"/>
                <a:gd name="connsiteX271" fmla="*/ 242622 w 318030"/>
                <a:gd name="connsiteY271" fmla="*/ 367212 h 378686"/>
                <a:gd name="connsiteX272" fmla="*/ 239343 w 318030"/>
                <a:gd name="connsiteY272" fmla="*/ 368851 h 378686"/>
                <a:gd name="connsiteX273" fmla="*/ 236064 w 318030"/>
                <a:gd name="connsiteY273" fmla="*/ 370490 h 378686"/>
                <a:gd name="connsiteX274" fmla="*/ 231146 w 318030"/>
                <a:gd name="connsiteY274" fmla="*/ 367212 h 378686"/>
                <a:gd name="connsiteX275" fmla="*/ 231146 w 318030"/>
                <a:gd name="connsiteY275" fmla="*/ 367212 h 378686"/>
                <a:gd name="connsiteX276" fmla="*/ 227867 w 318030"/>
                <a:gd name="connsiteY276" fmla="*/ 362294 h 378686"/>
                <a:gd name="connsiteX277" fmla="*/ 227867 w 318030"/>
                <a:gd name="connsiteY277" fmla="*/ 359015 h 378686"/>
                <a:gd name="connsiteX278" fmla="*/ 229507 w 318030"/>
                <a:gd name="connsiteY278" fmla="*/ 359015 h 378686"/>
                <a:gd name="connsiteX279" fmla="*/ 232786 w 318030"/>
                <a:gd name="connsiteY279" fmla="*/ 357375 h 378686"/>
                <a:gd name="connsiteX280" fmla="*/ 237704 w 318030"/>
                <a:gd name="connsiteY280" fmla="*/ 352457 h 378686"/>
                <a:gd name="connsiteX281" fmla="*/ 239343 w 318030"/>
                <a:gd name="connsiteY281" fmla="*/ 349179 h 378686"/>
                <a:gd name="connsiteX282" fmla="*/ 237704 w 318030"/>
                <a:gd name="connsiteY282" fmla="*/ 345900 h 378686"/>
                <a:gd name="connsiteX283" fmla="*/ 237704 w 318030"/>
                <a:gd name="connsiteY283" fmla="*/ 340982 h 378686"/>
                <a:gd name="connsiteX284" fmla="*/ 237704 w 318030"/>
                <a:gd name="connsiteY284" fmla="*/ 337703 h 378686"/>
                <a:gd name="connsiteX285" fmla="*/ 239343 w 318030"/>
                <a:gd name="connsiteY285" fmla="*/ 334425 h 378686"/>
                <a:gd name="connsiteX286" fmla="*/ 239343 w 318030"/>
                <a:gd name="connsiteY286" fmla="*/ 331146 h 378686"/>
                <a:gd name="connsiteX287" fmla="*/ 237704 w 318030"/>
                <a:gd name="connsiteY287" fmla="*/ 327867 h 378686"/>
                <a:gd name="connsiteX288" fmla="*/ 234425 w 318030"/>
                <a:gd name="connsiteY288" fmla="*/ 324589 h 378686"/>
                <a:gd name="connsiteX289" fmla="*/ 234425 w 318030"/>
                <a:gd name="connsiteY289" fmla="*/ 322950 h 378686"/>
                <a:gd name="connsiteX290" fmla="*/ 236064 w 318030"/>
                <a:gd name="connsiteY290" fmla="*/ 319671 h 378686"/>
                <a:gd name="connsiteX291" fmla="*/ 237704 w 318030"/>
                <a:gd name="connsiteY291" fmla="*/ 316392 h 378686"/>
                <a:gd name="connsiteX292" fmla="*/ 234425 w 318030"/>
                <a:gd name="connsiteY292" fmla="*/ 316392 h 378686"/>
                <a:gd name="connsiteX293" fmla="*/ 232786 w 318030"/>
                <a:gd name="connsiteY293" fmla="*/ 313113 h 378686"/>
                <a:gd name="connsiteX294" fmla="*/ 237704 w 318030"/>
                <a:gd name="connsiteY294" fmla="*/ 311474 h 378686"/>
                <a:gd name="connsiteX295" fmla="*/ 236064 w 318030"/>
                <a:gd name="connsiteY295" fmla="*/ 308195 h 378686"/>
                <a:gd name="connsiteX296" fmla="*/ 237704 w 318030"/>
                <a:gd name="connsiteY296" fmla="*/ 303277 h 378686"/>
                <a:gd name="connsiteX297" fmla="*/ 236064 w 318030"/>
                <a:gd name="connsiteY297" fmla="*/ 299999 h 378686"/>
                <a:gd name="connsiteX298" fmla="*/ 232786 w 318030"/>
                <a:gd name="connsiteY298" fmla="*/ 296720 h 378686"/>
                <a:gd name="connsiteX299" fmla="*/ 231146 w 318030"/>
                <a:gd name="connsiteY299" fmla="*/ 296720 h 378686"/>
                <a:gd name="connsiteX300" fmla="*/ 226228 w 318030"/>
                <a:gd name="connsiteY300" fmla="*/ 293441 h 378686"/>
                <a:gd name="connsiteX301" fmla="*/ 224589 w 318030"/>
                <a:gd name="connsiteY301" fmla="*/ 290163 h 378686"/>
                <a:gd name="connsiteX302" fmla="*/ 227867 w 318030"/>
                <a:gd name="connsiteY302" fmla="*/ 286884 h 378686"/>
                <a:gd name="connsiteX303" fmla="*/ 224589 w 318030"/>
                <a:gd name="connsiteY303" fmla="*/ 285245 h 378686"/>
                <a:gd name="connsiteX304" fmla="*/ 221310 w 318030"/>
                <a:gd name="connsiteY304" fmla="*/ 285245 h 378686"/>
                <a:gd name="connsiteX305" fmla="*/ 218032 w 318030"/>
                <a:gd name="connsiteY305" fmla="*/ 283605 h 378686"/>
                <a:gd name="connsiteX306" fmla="*/ 214753 w 318030"/>
                <a:gd name="connsiteY306" fmla="*/ 281966 h 378686"/>
                <a:gd name="connsiteX307" fmla="*/ 211474 w 318030"/>
                <a:gd name="connsiteY307" fmla="*/ 278687 h 378686"/>
                <a:gd name="connsiteX308" fmla="*/ 209835 w 318030"/>
                <a:gd name="connsiteY308" fmla="*/ 275409 h 378686"/>
                <a:gd name="connsiteX309" fmla="*/ 209835 w 318030"/>
                <a:gd name="connsiteY309" fmla="*/ 273769 h 378686"/>
                <a:gd name="connsiteX310" fmla="*/ 208196 w 318030"/>
                <a:gd name="connsiteY310" fmla="*/ 273769 h 378686"/>
                <a:gd name="connsiteX311" fmla="*/ 204917 w 318030"/>
                <a:gd name="connsiteY311" fmla="*/ 268851 h 378686"/>
                <a:gd name="connsiteX312" fmla="*/ 201638 w 318030"/>
                <a:gd name="connsiteY312" fmla="*/ 265573 h 378686"/>
                <a:gd name="connsiteX313" fmla="*/ 198359 w 318030"/>
                <a:gd name="connsiteY313" fmla="*/ 260655 h 378686"/>
                <a:gd name="connsiteX314" fmla="*/ 198359 w 318030"/>
                <a:gd name="connsiteY314" fmla="*/ 257376 h 378686"/>
                <a:gd name="connsiteX315" fmla="*/ 198359 w 318030"/>
                <a:gd name="connsiteY315" fmla="*/ 254097 h 378686"/>
                <a:gd name="connsiteX316" fmla="*/ 198359 w 318030"/>
                <a:gd name="connsiteY316" fmla="*/ 249179 h 378686"/>
                <a:gd name="connsiteX317" fmla="*/ 196720 w 318030"/>
                <a:gd name="connsiteY317" fmla="*/ 244261 h 378686"/>
                <a:gd name="connsiteX318" fmla="*/ 196720 w 318030"/>
                <a:gd name="connsiteY318" fmla="*/ 240983 h 378686"/>
                <a:gd name="connsiteX319" fmla="*/ 198359 w 318030"/>
                <a:gd name="connsiteY319" fmla="*/ 236065 h 378686"/>
                <a:gd name="connsiteX320" fmla="*/ 198359 w 318030"/>
                <a:gd name="connsiteY320" fmla="*/ 234425 h 378686"/>
                <a:gd name="connsiteX321" fmla="*/ 196720 w 318030"/>
                <a:gd name="connsiteY321" fmla="*/ 229507 h 378686"/>
                <a:gd name="connsiteX322" fmla="*/ 195080 w 318030"/>
                <a:gd name="connsiteY322" fmla="*/ 224589 h 378686"/>
                <a:gd name="connsiteX323" fmla="*/ 191803 w 318030"/>
                <a:gd name="connsiteY323" fmla="*/ 221310 h 378686"/>
                <a:gd name="connsiteX324" fmla="*/ 191803 w 318030"/>
                <a:gd name="connsiteY324" fmla="*/ 219671 h 378686"/>
                <a:gd name="connsiteX325" fmla="*/ 188524 w 318030"/>
                <a:gd name="connsiteY325" fmla="*/ 218032 h 378686"/>
                <a:gd name="connsiteX326" fmla="*/ 185245 w 318030"/>
                <a:gd name="connsiteY326" fmla="*/ 214753 h 378686"/>
                <a:gd name="connsiteX327" fmla="*/ 183606 w 318030"/>
                <a:gd name="connsiteY327" fmla="*/ 214753 h 378686"/>
                <a:gd name="connsiteX328" fmla="*/ 180327 w 318030"/>
                <a:gd name="connsiteY328" fmla="*/ 211475 h 378686"/>
                <a:gd name="connsiteX329" fmla="*/ 178687 w 318030"/>
                <a:gd name="connsiteY329" fmla="*/ 208196 h 378686"/>
                <a:gd name="connsiteX330" fmla="*/ 173769 w 318030"/>
                <a:gd name="connsiteY330" fmla="*/ 204917 h 378686"/>
                <a:gd name="connsiteX331" fmla="*/ 172130 w 318030"/>
                <a:gd name="connsiteY331" fmla="*/ 201638 h 378686"/>
                <a:gd name="connsiteX332" fmla="*/ 170490 w 318030"/>
                <a:gd name="connsiteY332" fmla="*/ 198360 h 378686"/>
                <a:gd name="connsiteX333" fmla="*/ 167213 w 318030"/>
                <a:gd name="connsiteY333" fmla="*/ 195081 h 378686"/>
                <a:gd name="connsiteX334" fmla="*/ 165573 w 318030"/>
                <a:gd name="connsiteY334" fmla="*/ 191803 h 378686"/>
                <a:gd name="connsiteX335" fmla="*/ 163934 w 318030"/>
                <a:gd name="connsiteY335" fmla="*/ 188524 h 378686"/>
                <a:gd name="connsiteX336" fmla="*/ 160655 w 318030"/>
                <a:gd name="connsiteY336" fmla="*/ 185245 h 378686"/>
                <a:gd name="connsiteX337" fmla="*/ 157376 w 318030"/>
                <a:gd name="connsiteY337" fmla="*/ 185245 h 378686"/>
                <a:gd name="connsiteX338" fmla="*/ 154097 w 318030"/>
                <a:gd name="connsiteY338" fmla="*/ 183606 h 378686"/>
                <a:gd name="connsiteX339" fmla="*/ 149179 w 318030"/>
                <a:gd name="connsiteY339" fmla="*/ 183606 h 378686"/>
                <a:gd name="connsiteX340" fmla="*/ 145900 w 318030"/>
                <a:gd name="connsiteY340" fmla="*/ 181966 h 378686"/>
                <a:gd name="connsiteX341" fmla="*/ 142623 w 318030"/>
                <a:gd name="connsiteY341" fmla="*/ 180327 h 378686"/>
                <a:gd name="connsiteX342" fmla="*/ 139344 w 318030"/>
                <a:gd name="connsiteY342" fmla="*/ 180327 h 378686"/>
                <a:gd name="connsiteX343" fmla="*/ 139344 w 318030"/>
                <a:gd name="connsiteY343" fmla="*/ 180327 h 378686"/>
                <a:gd name="connsiteX344" fmla="*/ 134426 w 318030"/>
                <a:gd name="connsiteY344" fmla="*/ 178688 h 378686"/>
                <a:gd name="connsiteX345" fmla="*/ 131147 w 318030"/>
                <a:gd name="connsiteY345" fmla="*/ 181966 h 378686"/>
                <a:gd name="connsiteX346" fmla="*/ 132786 w 318030"/>
                <a:gd name="connsiteY346" fmla="*/ 185245 h 378686"/>
                <a:gd name="connsiteX347" fmla="*/ 129507 w 318030"/>
                <a:gd name="connsiteY347" fmla="*/ 186885 h 378686"/>
                <a:gd name="connsiteX348" fmla="*/ 129507 w 318030"/>
                <a:gd name="connsiteY348" fmla="*/ 191803 h 378686"/>
                <a:gd name="connsiteX349" fmla="*/ 127868 w 318030"/>
                <a:gd name="connsiteY349" fmla="*/ 191803 h 378686"/>
                <a:gd name="connsiteX350" fmla="*/ 126229 w 318030"/>
                <a:gd name="connsiteY350" fmla="*/ 193442 h 378686"/>
                <a:gd name="connsiteX351" fmla="*/ 126229 w 318030"/>
                <a:gd name="connsiteY351" fmla="*/ 196720 h 378686"/>
                <a:gd name="connsiteX352" fmla="*/ 126229 w 318030"/>
                <a:gd name="connsiteY352" fmla="*/ 198360 h 378686"/>
                <a:gd name="connsiteX353" fmla="*/ 122950 w 318030"/>
                <a:gd name="connsiteY353" fmla="*/ 198360 h 378686"/>
                <a:gd name="connsiteX354" fmla="*/ 118032 w 318030"/>
                <a:gd name="connsiteY354" fmla="*/ 199999 h 378686"/>
                <a:gd name="connsiteX355" fmla="*/ 114754 w 318030"/>
                <a:gd name="connsiteY355" fmla="*/ 203278 h 378686"/>
                <a:gd name="connsiteX356" fmla="*/ 114754 w 318030"/>
                <a:gd name="connsiteY356" fmla="*/ 203278 h 378686"/>
                <a:gd name="connsiteX357" fmla="*/ 114754 w 318030"/>
                <a:gd name="connsiteY357" fmla="*/ 203278 h 378686"/>
                <a:gd name="connsiteX358" fmla="*/ 109836 w 318030"/>
                <a:gd name="connsiteY358" fmla="*/ 203278 h 378686"/>
                <a:gd name="connsiteX359" fmla="*/ 108196 w 318030"/>
                <a:gd name="connsiteY359" fmla="*/ 199999 h 378686"/>
                <a:gd name="connsiteX360" fmla="*/ 104917 w 318030"/>
                <a:gd name="connsiteY360" fmla="*/ 199999 h 378686"/>
                <a:gd name="connsiteX361" fmla="*/ 99999 w 318030"/>
                <a:gd name="connsiteY361" fmla="*/ 196720 h 378686"/>
                <a:gd name="connsiteX362" fmla="*/ 96720 w 318030"/>
                <a:gd name="connsiteY362" fmla="*/ 195081 h 378686"/>
                <a:gd name="connsiteX363" fmla="*/ 93442 w 318030"/>
                <a:gd name="connsiteY363" fmla="*/ 191803 h 378686"/>
                <a:gd name="connsiteX364" fmla="*/ 90164 w 318030"/>
                <a:gd name="connsiteY364" fmla="*/ 188524 h 378686"/>
                <a:gd name="connsiteX365" fmla="*/ 88524 w 318030"/>
                <a:gd name="connsiteY365" fmla="*/ 188524 h 378686"/>
                <a:gd name="connsiteX366" fmla="*/ 86885 w 318030"/>
                <a:gd name="connsiteY366" fmla="*/ 190163 h 378686"/>
                <a:gd name="connsiteX367" fmla="*/ 85246 w 318030"/>
                <a:gd name="connsiteY367" fmla="*/ 193442 h 378686"/>
                <a:gd name="connsiteX368" fmla="*/ 81967 w 318030"/>
                <a:gd name="connsiteY368" fmla="*/ 196720 h 378686"/>
                <a:gd name="connsiteX369" fmla="*/ 77049 w 318030"/>
                <a:gd name="connsiteY369" fmla="*/ 195081 h 378686"/>
                <a:gd name="connsiteX370" fmla="*/ 77049 w 318030"/>
                <a:gd name="connsiteY370" fmla="*/ 199999 h 378686"/>
                <a:gd name="connsiteX371" fmla="*/ 73770 w 318030"/>
                <a:gd name="connsiteY371" fmla="*/ 203278 h 378686"/>
                <a:gd name="connsiteX372" fmla="*/ 70491 w 318030"/>
                <a:gd name="connsiteY372" fmla="*/ 206557 h 378686"/>
                <a:gd name="connsiteX373" fmla="*/ 68852 w 318030"/>
                <a:gd name="connsiteY373" fmla="*/ 208196 h 378686"/>
                <a:gd name="connsiteX374" fmla="*/ 65573 w 318030"/>
                <a:gd name="connsiteY374" fmla="*/ 211475 h 378686"/>
                <a:gd name="connsiteX375" fmla="*/ 65573 w 318030"/>
                <a:gd name="connsiteY375" fmla="*/ 211475 h 378686"/>
                <a:gd name="connsiteX376" fmla="*/ 62295 w 318030"/>
                <a:gd name="connsiteY376" fmla="*/ 214753 h 378686"/>
                <a:gd name="connsiteX377" fmla="*/ 59016 w 318030"/>
                <a:gd name="connsiteY377" fmla="*/ 219671 h 378686"/>
                <a:gd name="connsiteX378" fmla="*/ 59016 w 318030"/>
                <a:gd name="connsiteY378" fmla="*/ 221310 h 378686"/>
                <a:gd name="connsiteX379" fmla="*/ 57377 w 318030"/>
                <a:gd name="connsiteY379" fmla="*/ 221310 h 378686"/>
                <a:gd name="connsiteX380" fmla="*/ 57377 w 318030"/>
                <a:gd name="connsiteY380" fmla="*/ 221310 h 378686"/>
                <a:gd name="connsiteX381" fmla="*/ 54098 w 318030"/>
                <a:gd name="connsiteY381" fmla="*/ 221310 h 378686"/>
                <a:gd name="connsiteX382" fmla="*/ 52459 w 318030"/>
                <a:gd name="connsiteY382" fmla="*/ 218032 h 378686"/>
                <a:gd name="connsiteX383" fmla="*/ 49180 w 318030"/>
                <a:gd name="connsiteY383" fmla="*/ 218032 h 378686"/>
                <a:gd name="connsiteX384" fmla="*/ 47540 w 318030"/>
                <a:gd name="connsiteY384" fmla="*/ 216393 h 378686"/>
                <a:gd name="connsiteX385" fmla="*/ 49180 w 318030"/>
                <a:gd name="connsiteY385" fmla="*/ 213114 h 378686"/>
                <a:gd name="connsiteX386" fmla="*/ 49180 w 318030"/>
                <a:gd name="connsiteY386" fmla="*/ 209835 h 378686"/>
                <a:gd name="connsiteX387" fmla="*/ 50819 w 318030"/>
                <a:gd name="connsiteY387" fmla="*/ 204917 h 378686"/>
                <a:gd name="connsiteX388" fmla="*/ 50819 w 318030"/>
                <a:gd name="connsiteY388" fmla="*/ 201638 h 378686"/>
                <a:gd name="connsiteX389" fmla="*/ 52459 w 318030"/>
                <a:gd name="connsiteY389" fmla="*/ 198360 h 378686"/>
                <a:gd name="connsiteX390" fmla="*/ 54098 w 318030"/>
                <a:gd name="connsiteY390" fmla="*/ 195081 h 378686"/>
                <a:gd name="connsiteX391" fmla="*/ 54098 w 318030"/>
                <a:gd name="connsiteY391" fmla="*/ 190163 h 378686"/>
                <a:gd name="connsiteX392" fmla="*/ 52459 w 318030"/>
                <a:gd name="connsiteY392" fmla="*/ 186885 h 378686"/>
                <a:gd name="connsiteX393" fmla="*/ 52459 w 318030"/>
                <a:gd name="connsiteY393" fmla="*/ 183606 h 378686"/>
                <a:gd name="connsiteX394" fmla="*/ 49180 w 318030"/>
                <a:gd name="connsiteY394" fmla="*/ 181966 h 378686"/>
                <a:gd name="connsiteX395" fmla="*/ 49180 w 318030"/>
                <a:gd name="connsiteY395" fmla="*/ 180327 h 378686"/>
                <a:gd name="connsiteX396" fmla="*/ 49180 w 318030"/>
                <a:gd name="connsiteY396" fmla="*/ 177048 h 378686"/>
                <a:gd name="connsiteX397" fmla="*/ 52459 w 318030"/>
                <a:gd name="connsiteY397" fmla="*/ 172130 h 378686"/>
                <a:gd name="connsiteX398" fmla="*/ 54098 w 318030"/>
                <a:gd name="connsiteY398" fmla="*/ 168852 h 378686"/>
                <a:gd name="connsiteX399" fmla="*/ 52459 w 318030"/>
                <a:gd name="connsiteY399" fmla="*/ 165573 h 378686"/>
                <a:gd name="connsiteX400" fmla="*/ 52459 w 318030"/>
                <a:gd name="connsiteY400" fmla="*/ 160655 h 378686"/>
                <a:gd name="connsiteX401" fmla="*/ 54098 w 318030"/>
                <a:gd name="connsiteY401" fmla="*/ 157376 h 378686"/>
                <a:gd name="connsiteX402" fmla="*/ 55737 w 318030"/>
                <a:gd name="connsiteY402" fmla="*/ 154098 h 378686"/>
                <a:gd name="connsiteX403" fmla="*/ 54098 w 318030"/>
                <a:gd name="connsiteY403" fmla="*/ 150819 h 378686"/>
                <a:gd name="connsiteX404" fmla="*/ 50819 w 318030"/>
                <a:gd name="connsiteY404" fmla="*/ 145901 h 378686"/>
                <a:gd name="connsiteX405" fmla="*/ 50819 w 318030"/>
                <a:gd name="connsiteY405" fmla="*/ 142622 h 378686"/>
                <a:gd name="connsiteX406" fmla="*/ 49180 w 318030"/>
                <a:gd name="connsiteY406" fmla="*/ 139344 h 378686"/>
                <a:gd name="connsiteX407" fmla="*/ 47540 w 318030"/>
                <a:gd name="connsiteY407" fmla="*/ 136065 h 378686"/>
                <a:gd name="connsiteX408" fmla="*/ 49180 w 318030"/>
                <a:gd name="connsiteY408" fmla="*/ 132786 h 378686"/>
                <a:gd name="connsiteX409" fmla="*/ 45901 w 318030"/>
                <a:gd name="connsiteY409" fmla="*/ 127868 h 378686"/>
                <a:gd name="connsiteX410" fmla="*/ 42622 w 318030"/>
                <a:gd name="connsiteY410" fmla="*/ 129508 h 378686"/>
                <a:gd name="connsiteX411" fmla="*/ 40983 w 318030"/>
                <a:gd name="connsiteY411" fmla="*/ 127868 h 378686"/>
                <a:gd name="connsiteX412" fmla="*/ 37705 w 318030"/>
                <a:gd name="connsiteY412" fmla="*/ 126229 h 378686"/>
                <a:gd name="connsiteX413" fmla="*/ 34426 w 318030"/>
                <a:gd name="connsiteY413" fmla="*/ 129508 h 378686"/>
                <a:gd name="connsiteX414" fmla="*/ 31147 w 318030"/>
                <a:gd name="connsiteY414" fmla="*/ 132786 h 378686"/>
                <a:gd name="connsiteX415" fmla="*/ 27869 w 318030"/>
                <a:gd name="connsiteY415" fmla="*/ 131147 h 378686"/>
                <a:gd name="connsiteX416" fmla="*/ 24590 w 318030"/>
                <a:gd name="connsiteY416" fmla="*/ 132786 h 378686"/>
                <a:gd name="connsiteX417" fmla="*/ 22950 w 318030"/>
                <a:gd name="connsiteY417" fmla="*/ 132786 h 378686"/>
                <a:gd name="connsiteX418" fmla="*/ 19672 w 318030"/>
                <a:gd name="connsiteY418" fmla="*/ 129508 h 378686"/>
                <a:gd name="connsiteX419" fmla="*/ 18032 w 318030"/>
                <a:gd name="connsiteY419" fmla="*/ 126229 h 378686"/>
                <a:gd name="connsiteX420" fmla="*/ 14753 w 318030"/>
                <a:gd name="connsiteY420" fmla="*/ 121311 h 378686"/>
                <a:gd name="connsiteX421" fmla="*/ 14753 w 318030"/>
                <a:gd name="connsiteY421" fmla="*/ 121311 h 378686"/>
                <a:gd name="connsiteX422" fmla="*/ 16393 w 318030"/>
                <a:gd name="connsiteY422" fmla="*/ 118032 h 378686"/>
                <a:gd name="connsiteX423" fmla="*/ 18032 w 318030"/>
                <a:gd name="connsiteY423" fmla="*/ 113114 h 378686"/>
                <a:gd name="connsiteX424" fmla="*/ 19672 w 318030"/>
                <a:gd name="connsiteY424" fmla="*/ 109836 h 378686"/>
                <a:gd name="connsiteX425" fmla="*/ 19672 w 318030"/>
                <a:gd name="connsiteY425" fmla="*/ 106557 h 378686"/>
                <a:gd name="connsiteX426" fmla="*/ 19672 w 318030"/>
                <a:gd name="connsiteY426" fmla="*/ 103278 h 378686"/>
                <a:gd name="connsiteX427" fmla="*/ 18032 w 318030"/>
                <a:gd name="connsiteY427" fmla="*/ 103278 h 378686"/>
                <a:gd name="connsiteX428" fmla="*/ 14753 w 318030"/>
                <a:gd name="connsiteY428" fmla="*/ 101639 h 378686"/>
                <a:gd name="connsiteX429" fmla="*/ 11476 w 318030"/>
                <a:gd name="connsiteY429" fmla="*/ 98360 h 378686"/>
                <a:gd name="connsiteX430" fmla="*/ 9836 w 318030"/>
                <a:gd name="connsiteY430" fmla="*/ 93442 h 378686"/>
                <a:gd name="connsiteX431" fmla="*/ 9836 w 318030"/>
                <a:gd name="connsiteY431" fmla="*/ 93442 h 378686"/>
                <a:gd name="connsiteX432" fmla="*/ 6557 w 318030"/>
                <a:gd name="connsiteY432" fmla="*/ 93442 h 378686"/>
                <a:gd name="connsiteX433" fmla="*/ 4918 w 318030"/>
                <a:gd name="connsiteY433" fmla="*/ 96721 h 378686"/>
                <a:gd name="connsiteX434" fmla="*/ 0 w 318030"/>
                <a:gd name="connsiteY434" fmla="*/ 98360 h 378686"/>
                <a:gd name="connsiteX435" fmla="*/ 0 w 318030"/>
                <a:gd name="connsiteY435" fmla="*/ 95082 h 378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</a:cxnLst>
              <a:rect l="l" t="t" r="r" b="b"/>
              <a:pathLst>
                <a:path w="318030" h="378686">
                  <a:moveTo>
                    <a:pt x="0" y="95082"/>
                  </a:moveTo>
                  <a:lnTo>
                    <a:pt x="0" y="90164"/>
                  </a:lnTo>
                  <a:lnTo>
                    <a:pt x="1639" y="86885"/>
                  </a:lnTo>
                  <a:lnTo>
                    <a:pt x="1639" y="83606"/>
                  </a:lnTo>
                  <a:lnTo>
                    <a:pt x="1639" y="80328"/>
                  </a:lnTo>
                  <a:lnTo>
                    <a:pt x="4918" y="75410"/>
                  </a:lnTo>
                  <a:lnTo>
                    <a:pt x="8197" y="73770"/>
                  </a:lnTo>
                  <a:lnTo>
                    <a:pt x="13114" y="73770"/>
                  </a:lnTo>
                  <a:lnTo>
                    <a:pt x="16393" y="73770"/>
                  </a:lnTo>
                  <a:lnTo>
                    <a:pt x="16393" y="72131"/>
                  </a:lnTo>
                  <a:lnTo>
                    <a:pt x="18032" y="70492"/>
                  </a:lnTo>
                  <a:lnTo>
                    <a:pt x="13114" y="72131"/>
                  </a:lnTo>
                  <a:lnTo>
                    <a:pt x="13114" y="68852"/>
                  </a:lnTo>
                  <a:lnTo>
                    <a:pt x="13114" y="67213"/>
                  </a:lnTo>
                  <a:lnTo>
                    <a:pt x="16393" y="63934"/>
                  </a:lnTo>
                  <a:lnTo>
                    <a:pt x="18032" y="59016"/>
                  </a:lnTo>
                  <a:lnTo>
                    <a:pt x="18032" y="55738"/>
                  </a:lnTo>
                  <a:lnTo>
                    <a:pt x="18032" y="52459"/>
                  </a:lnTo>
                  <a:lnTo>
                    <a:pt x="21311" y="52459"/>
                  </a:lnTo>
                  <a:lnTo>
                    <a:pt x="26229" y="49180"/>
                  </a:lnTo>
                  <a:lnTo>
                    <a:pt x="29508" y="47541"/>
                  </a:lnTo>
                  <a:lnTo>
                    <a:pt x="32787" y="42623"/>
                  </a:lnTo>
                  <a:lnTo>
                    <a:pt x="32787" y="40983"/>
                  </a:lnTo>
                  <a:lnTo>
                    <a:pt x="32787" y="40983"/>
                  </a:lnTo>
                  <a:lnTo>
                    <a:pt x="36066" y="44262"/>
                  </a:lnTo>
                  <a:lnTo>
                    <a:pt x="36066" y="47541"/>
                  </a:lnTo>
                  <a:lnTo>
                    <a:pt x="37705" y="52459"/>
                  </a:lnTo>
                  <a:lnTo>
                    <a:pt x="37705" y="55738"/>
                  </a:lnTo>
                  <a:lnTo>
                    <a:pt x="39343" y="57377"/>
                  </a:lnTo>
                  <a:lnTo>
                    <a:pt x="42622" y="57377"/>
                  </a:lnTo>
                  <a:lnTo>
                    <a:pt x="45901" y="55738"/>
                  </a:lnTo>
                  <a:lnTo>
                    <a:pt x="49180" y="54098"/>
                  </a:lnTo>
                  <a:lnTo>
                    <a:pt x="54098" y="57377"/>
                  </a:lnTo>
                  <a:lnTo>
                    <a:pt x="55737" y="57377"/>
                  </a:lnTo>
                  <a:lnTo>
                    <a:pt x="57377" y="59016"/>
                  </a:lnTo>
                  <a:lnTo>
                    <a:pt x="59016" y="59016"/>
                  </a:lnTo>
                  <a:lnTo>
                    <a:pt x="60656" y="55738"/>
                  </a:lnTo>
                  <a:lnTo>
                    <a:pt x="57377" y="52459"/>
                  </a:lnTo>
                  <a:lnTo>
                    <a:pt x="55737" y="49180"/>
                  </a:lnTo>
                  <a:lnTo>
                    <a:pt x="55737" y="47541"/>
                  </a:lnTo>
                  <a:lnTo>
                    <a:pt x="55737" y="42623"/>
                  </a:lnTo>
                  <a:lnTo>
                    <a:pt x="57377" y="39344"/>
                  </a:lnTo>
                  <a:lnTo>
                    <a:pt x="55737" y="36066"/>
                  </a:lnTo>
                  <a:lnTo>
                    <a:pt x="54098" y="31148"/>
                  </a:lnTo>
                  <a:lnTo>
                    <a:pt x="52459" y="27869"/>
                  </a:lnTo>
                  <a:lnTo>
                    <a:pt x="49180" y="24590"/>
                  </a:lnTo>
                  <a:lnTo>
                    <a:pt x="47540" y="21311"/>
                  </a:lnTo>
                  <a:lnTo>
                    <a:pt x="47540" y="19672"/>
                  </a:lnTo>
                  <a:lnTo>
                    <a:pt x="45901" y="16393"/>
                  </a:lnTo>
                  <a:lnTo>
                    <a:pt x="44262" y="13115"/>
                  </a:lnTo>
                  <a:lnTo>
                    <a:pt x="44262" y="13115"/>
                  </a:lnTo>
                  <a:lnTo>
                    <a:pt x="44262" y="9836"/>
                  </a:lnTo>
                  <a:lnTo>
                    <a:pt x="45901" y="6557"/>
                  </a:lnTo>
                  <a:lnTo>
                    <a:pt x="45901" y="3279"/>
                  </a:lnTo>
                  <a:lnTo>
                    <a:pt x="49180" y="0"/>
                  </a:lnTo>
                  <a:lnTo>
                    <a:pt x="50819" y="0"/>
                  </a:lnTo>
                  <a:lnTo>
                    <a:pt x="50819" y="0"/>
                  </a:lnTo>
                  <a:lnTo>
                    <a:pt x="52459" y="3279"/>
                  </a:lnTo>
                  <a:lnTo>
                    <a:pt x="57377" y="1639"/>
                  </a:lnTo>
                  <a:lnTo>
                    <a:pt x="60656" y="1639"/>
                  </a:lnTo>
                  <a:lnTo>
                    <a:pt x="63934" y="4918"/>
                  </a:lnTo>
                  <a:lnTo>
                    <a:pt x="65573" y="4918"/>
                  </a:lnTo>
                  <a:lnTo>
                    <a:pt x="67212" y="8197"/>
                  </a:lnTo>
                  <a:lnTo>
                    <a:pt x="70491" y="11476"/>
                  </a:lnTo>
                  <a:lnTo>
                    <a:pt x="73770" y="14754"/>
                  </a:lnTo>
                  <a:lnTo>
                    <a:pt x="78688" y="18033"/>
                  </a:lnTo>
                  <a:lnTo>
                    <a:pt x="80327" y="21311"/>
                  </a:lnTo>
                  <a:lnTo>
                    <a:pt x="83606" y="24590"/>
                  </a:lnTo>
                  <a:lnTo>
                    <a:pt x="86885" y="26229"/>
                  </a:lnTo>
                  <a:lnTo>
                    <a:pt x="88524" y="31148"/>
                  </a:lnTo>
                  <a:lnTo>
                    <a:pt x="88524" y="34426"/>
                  </a:lnTo>
                  <a:lnTo>
                    <a:pt x="91802" y="36066"/>
                  </a:lnTo>
                  <a:lnTo>
                    <a:pt x="95081" y="32787"/>
                  </a:lnTo>
                  <a:lnTo>
                    <a:pt x="93442" y="29508"/>
                  </a:lnTo>
                  <a:lnTo>
                    <a:pt x="95081" y="32787"/>
                  </a:lnTo>
                  <a:lnTo>
                    <a:pt x="99999" y="34426"/>
                  </a:lnTo>
                  <a:lnTo>
                    <a:pt x="101639" y="37705"/>
                  </a:lnTo>
                  <a:lnTo>
                    <a:pt x="101639" y="39344"/>
                  </a:lnTo>
                  <a:lnTo>
                    <a:pt x="99999" y="44262"/>
                  </a:lnTo>
                  <a:lnTo>
                    <a:pt x="99999" y="47541"/>
                  </a:lnTo>
                  <a:lnTo>
                    <a:pt x="99999" y="50820"/>
                  </a:lnTo>
                  <a:lnTo>
                    <a:pt x="99999" y="54098"/>
                  </a:lnTo>
                  <a:lnTo>
                    <a:pt x="101639" y="55738"/>
                  </a:lnTo>
                  <a:lnTo>
                    <a:pt x="101639" y="59016"/>
                  </a:lnTo>
                  <a:lnTo>
                    <a:pt x="104917" y="62295"/>
                  </a:lnTo>
                  <a:lnTo>
                    <a:pt x="108196" y="65573"/>
                  </a:lnTo>
                  <a:lnTo>
                    <a:pt x="108196" y="65573"/>
                  </a:lnTo>
                  <a:lnTo>
                    <a:pt x="111475" y="68852"/>
                  </a:lnTo>
                  <a:lnTo>
                    <a:pt x="114754" y="72131"/>
                  </a:lnTo>
                  <a:lnTo>
                    <a:pt x="118032" y="72131"/>
                  </a:lnTo>
                  <a:lnTo>
                    <a:pt x="121310" y="75410"/>
                  </a:lnTo>
                  <a:lnTo>
                    <a:pt x="124589" y="73770"/>
                  </a:lnTo>
                  <a:lnTo>
                    <a:pt x="127868" y="77049"/>
                  </a:lnTo>
                  <a:lnTo>
                    <a:pt x="131147" y="78688"/>
                  </a:lnTo>
                  <a:lnTo>
                    <a:pt x="136065" y="80328"/>
                  </a:lnTo>
                  <a:lnTo>
                    <a:pt x="137704" y="77049"/>
                  </a:lnTo>
                  <a:lnTo>
                    <a:pt x="137704" y="73770"/>
                  </a:lnTo>
                  <a:lnTo>
                    <a:pt x="140983" y="70492"/>
                  </a:lnTo>
                  <a:lnTo>
                    <a:pt x="142623" y="70492"/>
                  </a:lnTo>
                  <a:lnTo>
                    <a:pt x="147540" y="67213"/>
                  </a:lnTo>
                  <a:lnTo>
                    <a:pt x="149179" y="68852"/>
                  </a:lnTo>
                  <a:lnTo>
                    <a:pt x="154097" y="68852"/>
                  </a:lnTo>
                  <a:lnTo>
                    <a:pt x="157376" y="72131"/>
                  </a:lnTo>
                  <a:lnTo>
                    <a:pt x="160655" y="75410"/>
                  </a:lnTo>
                  <a:lnTo>
                    <a:pt x="163934" y="77049"/>
                  </a:lnTo>
                  <a:lnTo>
                    <a:pt x="163934" y="78688"/>
                  </a:lnTo>
                  <a:lnTo>
                    <a:pt x="168851" y="80328"/>
                  </a:lnTo>
                  <a:lnTo>
                    <a:pt x="168851" y="83606"/>
                  </a:lnTo>
                  <a:lnTo>
                    <a:pt x="167213" y="86885"/>
                  </a:lnTo>
                  <a:lnTo>
                    <a:pt x="163934" y="86885"/>
                  </a:lnTo>
                  <a:lnTo>
                    <a:pt x="163934" y="86885"/>
                  </a:lnTo>
                  <a:lnTo>
                    <a:pt x="162294" y="90164"/>
                  </a:lnTo>
                  <a:lnTo>
                    <a:pt x="165573" y="91803"/>
                  </a:lnTo>
                  <a:lnTo>
                    <a:pt x="168851" y="91803"/>
                  </a:lnTo>
                  <a:lnTo>
                    <a:pt x="172130" y="93442"/>
                  </a:lnTo>
                  <a:lnTo>
                    <a:pt x="173769" y="96721"/>
                  </a:lnTo>
                  <a:lnTo>
                    <a:pt x="175409" y="100000"/>
                  </a:lnTo>
                  <a:lnTo>
                    <a:pt x="178687" y="100000"/>
                  </a:lnTo>
                  <a:lnTo>
                    <a:pt x="181966" y="101639"/>
                  </a:lnTo>
                  <a:lnTo>
                    <a:pt x="185245" y="103278"/>
                  </a:lnTo>
                  <a:lnTo>
                    <a:pt x="186884" y="106557"/>
                  </a:lnTo>
                  <a:lnTo>
                    <a:pt x="186884" y="109836"/>
                  </a:lnTo>
                  <a:lnTo>
                    <a:pt x="186884" y="109836"/>
                  </a:lnTo>
                  <a:lnTo>
                    <a:pt x="183606" y="111475"/>
                  </a:lnTo>
                  <a:lnTo>
                    <a:pt x="180327" y="114754"/>
                  </a:lnTo>
                  <a:lnTo>
                    <a:pt x="183606" y="116393"/>
                  </a:lnTo>
                  <a:lnTo>
                    <a:pt x="181966" y="119672"/>
                  </a:lnTo>
                  <a:lnTo>
                    <a:pt x="177048" y="122950"/>
                  </a:lnTo>
                  <a:lnTo>
                    <a:pt x="175409" y="126229"/>
                  </a:lnTo>
                  <a:lnTo>
                    <a:pt x="172130" y="126229"/>
                  </a:lnTo>
                  <a:lnTo>
                    <a:pt x="168851" y="124590"/>
                  </a:lnTo>
                  <a:lnTo>
                    <a:pt x="163934" y="124590"/>
                  </a:lnTo>
                  <a:lnTo>
                    <a:pt x="160655" y="122950"/>
                  </a:lnTo>
                  <a:lnTo>
                    <a:pt x="157376" y="124590"/>
                  </a:lnTo>
                  <a:lnTo>
                    <a:pt x="154097" y="122950"/>
                  </a:lnTo>
                  <a:lnTo>
                    <a:pt x="152458" y="124590"/>
                  </a:lnTo>
                  <a:lnTo>
                    <a:pt x="154097" y="126229"/>
                  </a:lnTo>
                  <a:lnTo>
                    <a:pt x="157376" y="131147"/>
                  </a:lnTo>
                  <a:lnTo>
                    <a:pt x="155737" y="134426"/>
                  </a:lnTo>
                  <a:lnTo>
                    <a:pt x="155737" y="136065"/>
                  </a:lnTo>
                  <a:lnTo>
                    <a:pt x="155737" y="136065"/>
                  </a:lnTo>
                  <a:lnTo>
                    <a:pt x="152458" y="137704"/>
                  </a:lnTo>
                  <a:lnTo>
                    <a:pt x="150819" y="140983"/>
                  </a:lnTo>
                  <a:lnTo>
                    <a:pt x="154097" y="142622"/>
                  </a:lnTo>
                  <a:lnTo>
                    <a:pt x="157376" y="144262"/>
                  </a:lnTo>
                  <a:lnTo>
                    <a:pt x="162294" y="145901"/>
                  </a:lnTo>
                  <a:lnTo>
                    <a:pt x="163934" y="149180"/>
                  </a:lnTo>
                  <a:lnTo>
                    <a:pt x="167213" y="149180"/>
                  </a:lnTo>
                  <a:lnTo>
                    <a:pt x="170490" y="150819"/>
                  </a:lnTo>
                  <a:lnTo>
                    <a:pt x="173769" y="154098"/>
                  </a:lnTo>
                  <a:lnTo>
                    <a:pt x="177048" y="157376"/>
                  </a:lnTo>
                  <a:lnTo>
                    <a:pt x="181966" y="160655"/>
                  </a:lnTo>
                  <a:lnTo>
                    <a:pt x="185245" y="162294"/>
                  </a:lnTo>
                  <a:lnTo>
                    <a:pt x="188524" y="163934"/>
                  </a:lnTo>
                  <a:lnTo>
                    <a:pt x="191803" y="163934"/>
                  </a:lnTo>
                  <a:lnTo>
                    <a:pt x="196720" y="165573"/>
                  </a:lnTo>
                  <a:lnTo>
                    <a:pt x="198359" y="167213"/>
                  </a:lnTo>
                  <a:lnTo>
                    <a:pt x="201638" y="167213"/>
                  </a:lnTo>
                  <a:lnTo>
                    <a:pt x="204917" y="170491"/>
                  </a:lnTo>
                  <a:lnTo>
                    <a:pt x="201638" y="173770"/>
                  </a:lnTo>
                  <a:lnTo>
                    <a:pt x="201638" y="177048"/>
                  </a:lnTo>
                  <a:lnTo>
                    <a:pt x="204917" y="181966"/>
                  </a:lnTo>
                  <a:lnTo>
                    <a:pt x="204917" y="181966"/>
                  </a:lnTo>
                  <a:lnTo>
                    <a:pt x="208196" y="185245"/>
                  </a:lnTo>
                  <a:lnTo>
                    <a:pt x="211474" y="186885"/>
                  </a:lnTo>
                  <a:lnTo>
                    <a:pt x="214753" y="191803"/>
                  </a:lnTo>
                  <a:lnTo>
                    <a:pt x="214753" y="190163"/>
                  </a:lnTo>
                  <a:lnTo>
                    <a:pt x="218032" y="191803"/>
                  </a:lnTo>
                  <a:lnTo>
                    <a:pt x="221310" y="195081"/>
                  </a:lnTo>
                  <a:lnTo>
                    <a:pt x="224589" y="198360"/>
                  </a:lnTo>
                  <a:lnTo>
                    <a:pt x="224589" y="201638"/>
                  </a:lnTo>
                  <a:lnTo>
                    <a:pt x="226228" y="204917"/>
                  </a:lnTo>
                  <a:lnTo>
                    <a:pt x="229507" y="209835"/>
                  </a:lnTo>
                  <a:lnTo>
                    <a:pt x="231146" y="213114"/>
                  </a:lnTo>
                  <a:lnTo>
                    <a:pt x="232786" y="213114"/>
                  </a:lnTo>
                  <a:lnTo>
                    <a:pt x="236064" y="216393"/>
                  </a:lnTo>
                  <a:lnTo>
                    <a:pt x="239343" y="219671"/>
                  </a:lnTo>
                  <a:lnTo>
                    <a:pt x="242622" y="222950"/>
                  </a:lnTo>
                  <a:lnTo>
                    <a:pt x="245901" y="227868"/>
                  </a:lnTo>
                  <a:lnTo>
                    <a:pt x="249179" y="229507"/>
                  </a:lnTo>
                  <a:lnTo>
                    <a:pt x="250818" y="231147"/>
                  </a:lnTo>
                  <a:lnTo>
                    <a:pt x="254097" y="231147"/>
                  </a:lnTo>
                  <a:lnTo>
                    <a:pt x="255736" y="234425"/>
                  </a:lnTo>
                  <a:lnTo>
                    <a:pt x="259015" y="237704"/>
                  </a:lnTo>
                  <a:lnTo>
                    <a:pt x="260654" y="242622"/>
                  </a:lnTo>
                  <a:lnTo>
                    <a:pt x="262294" y="242622"/>
                  </a:lnTo>
                  <a:lnTo>
                    <a:pt x="265573" y="244261"/>
                  </a:lnTo>
                  <a:lnTo>
                    <a:pt x="265573" y="245901"/>
                  </a:lnTo>
                  <a:lnTo>
                    <a:pt x="265573" y="247540"/>
                  </a:lnTo>
                  <a:lnTo>
                    <a:pt x="265573" y="247540"/>
                  </a:lnTo>
                  <a:lnTo>
                    <a:pt x="265573" y="249179"/>
                  </a:lnTo>
                  <a:lnTo>
                    <a:pt x="267212" y="250819"/>
                  </a:lnTo>
                  <a:lnTo>
                    <a:pt x="267212" y="254097"/>
                  </a:lnTo>
                  <a:lnTo>
                    <a:pt x="268851" y="259015"/>
                  </a:lnTo>
                  <a:lnTo>
                    <a:pt x="268851" y="259015"/>
                  </a:lnTo>
                  <a:lnTo>
                    <a:pt x="272130" y="262294"/>
                  </a:lnTo>
                  <a:lnTo>
                    <a:pt x="273769" y="267212"/>
                  </a:lnTo>
                  <a:lnTo>
                    <a:pt x="277047" y="267212"/>
                  </a:lnTo>
                  <a:lnTo>
                    <a:pt x="277047" y="265573"/>
                  </a:lnTo>
                  <a:lnTo>
                    <a:pt x="281966" y="265573"/>
                  </a:lnTo>
                  <a:lnTo>
                    <a:pt x="281966" y="270491"/>
                  </a:lnTo>
                  <a:lnTo>
                    <a:pt x="285244" y="273769"/>
                  </a:lnTo>
                  <a:lnTo>
                    <a:pt x="286884" y="273769"/>
                  </a:lnTo>
                  <a:lnTo>
                    <a:pt x="288523" y="273769"/>
                  </a:lnTo>
                  <a:lnTo>
                    <a:pt x="290163" y="273769"/>
                  </a:lnTo>
                  <a:lnTo>
                    <a:pt x="291802" y="277048"/>
                  </a:lnTo>
                  <a:lnTo>
                    <a:pt x="293441" y="277048"/>
                  </a:lnTo>
                  <a:lnTo>
                    <a:pt x="295081" y="280327"/>
                  </a:lnTo>
                  <a:lnTo>
                    <a:pt x="298360" y="281966"/>
                  </a:lnTo>
                  <a:lnTo>
                    <a:pt x="301637" y="283605"/>
                  </a:lnTo>
                  <a:lnTo>
                    <a:pt x="306556" y="285245"/>
                  </a:lnTo>
                  <a:lnTo>
                    <a:pt x="304916" y="286884"/>
                  </a:lnTo>
                  <a:lnTo>
                    <a:pt x="303277" y="290163"/>
                  </a:lnTo>
                  <a:lnTo>
                    <a:pt x="298360" y="291802"/>
                  </a:lnTo>
                  <a:lnTo>
                    <a:pt x="295081" y="296720"/>
                  </a:lnTo>
                  <a:lnTo>
                    <a:pt x="299998" y="299999"/>
                  </a:lnTo>
                  <a:lnTo>
                    <a:pt x="301637" y="303277"/>
                  </a:lnTo>
                  <a:lnTo>
                    <a:pt x="304916" y="306556"/>
                  </a:lnTo>
                  <a:lnTo>
                    <a:pt x="308195" y="308195"/>
                  </a:lnTo>
                  <a:lnTo>
                    <a:pt x="309834" y="311474"/>
                  </a:lnTo>
                  <a:lnTo>
                    <a:pt x="313113" y="313113"/>
                  </a:lnTo>
                  <a:lnTo>
                    <a:pt x="316392" y="316392"/>
                  </a:lnTo>
                  <a:lnTo>
                    <a:pt x="318031" y="319671"/>
                  </a:lnTo>
                  <a:lnTo>
                    <a:pt x="318031" y="321310"/>
                  </a:lnTo>
                  <a:lnTo>
                    <a:pt x="316392" y="321310"/>
                  </a:lnTo>
                  <a:lnTo>
                    <a:pt x="316392" y="324589"/>
                  </a:lnTo>
                  <a:lnTo>
                    <a:pt x="314753" y="329507"/>
                  </a:lnTo>
                  <a:lnTo>
                    <a:pt x="311474" y="331146"/>
                  </a:lnTo>
                  <a:lnTo>
                    <a:pt x="313113" y="332785"/>
                  </a:lnTo>
                  <a:lnTo>
                    <a:pt x="316392" y="336064"/>
                  </a:lnTo>
                  <a:lnTo>
                    <a:pt x="313113" y="339343"/>
                  </a:lnTo>
                  <a:lnTo>
                    <a:pt x="314753" y="344261"/>
                  </a:lnTo>
                  <a:lnTo>
                    <a:pt x="313113" y="345900"/>
                  </a:lnTo>
                  <a:lnTo>
                    <a:pt x="313113" y="349179"/>
                  </a:lnTo>
                  <a:lnTo>
                    <a:pt x="308195" y="349179"/>
                  </a:lnTo>
                  <a:lnTo>
                    <a:pt x="304916" y="350818"/>
                  </a:lnTo>
                  <a:lnTo>
                    <a:pt x="303277" y="354097"/>
                  </a:lnTo>
                  <a:lnTo>
                    <a:pt x="299998" y="357375"/>
                  </a:lnTo>
                  <a:lnTo>
                    <a:pt x="295081" y="359015"/>
                  </a:lnTo>
                  <a:lnTo>
                    <a:pt x="291802" y="360654"/>
                  </a:lnTo>
                  <a:lnTo>
                    <a:pt x="288523" y="359015"/>
                  </a:lnTo>
                  <a:lnTo>
                    <a:pt x="285244" y="355736"/>
                  </a:lnTo>
                  <a:lnTo>
                    <a:pt x="281966" y="354097"/>
                  </a:lnTo>
                  <a:lnTo>
                    <a:pt x="281966" y="354097"/>
                  </a:lnTo>
                  <a:lnTo>
                    <a:pt x="280326" y="352457"/>
                  </a:lnTo>
                  <a:lnTo>
                    <a:pt x="277047" y="349179"/>
                  </a:lnTo>
                  <a:lnTo>
                    <a:pt x="277047" y="347540"/>
                  </a:lnTo>
                  <a:lnTo>
                    <a:pt x="275408" y="349179"/>
                  </a:lnTo>
                  <a:lnTo>
                    <a:pt x="275408" y="349179"/>
                  </a:lnTo>
                  <a:lnTo>
                    <a:pt x="273769" y="354097"/>
                  </a:lnTo>
                  <a:lnTo>
                    <a:pt x="270491" y="355736"/>
                  </a:lnTo>
                  <a:lnTo>
                    <a:pt x="267212" y="354097"/>
                  </a:lnTo>
                  <a:lnTo>
                    <a:pt x="265573" y="359015"/>
                  </a:lnTo>
                  <a:lnTo>
                    <a:pt x="262294" y="357375"/>
                  </a:lnTo>
                  <a:lnTo>
                    <a:pt x="257376" y="360654"/>
                  </a:lnTo>
                  <a:lnTo>
                    <a:pt x="259015" y="363933"/>
                  </a:lnTo>
                  <a:lnTo>
                    <a:pt x="262294" y="367212"/>
                  </a:lnTo>
                  <a:lnTo>
                    <a:pt x="265573" y="372130"/>
                  </a:lnTo>
                  <a:lnTo>
                    <a:pt x="263933" y="373769"/>
                  </a:lnTo>
                  <a:lnTo>
                    <a:pt x="260654" y="377047"/>
                  </a:lnTo>
                  <a:lnTo>
                    <a:pt x="259015" y="378687"/>
                  </a:lnTo>
                  <a:lnTo>
                    <a:pt x="259015" y="378687"/>
                  </a:lnTo>
                  <a:lnTo>
                    <a:pt x="259015" y="378687"/>
                  </a:lnTo>
                  <a:lnTo>
                    <a:pt x="255736" y="377047"/>
                  </a:lnTo>
                  <a:lnTo>
                    <a:pt x="254097" y="375408"/>
                  </a:lnTo>
                  <a:lnTo>
                    <a:pt x="252457" y="375408"/>
                  </a:lnTo>
                  <a:lnTo>
                    <a:pt x="250818" y="372130"/>
                  </a:lnTo>
                  <a:lnTo>
                    <a:pt x="249179" y="370490"/>
                  </a:lnTo>
                  <a:lnTo>
                    <a:pt x="249179" y="370490"/>
                  </a:lnTo>
                  <a:lnTo>
                    <a:pt x="245901" y="368851"/>
                  </a:lnTo>
                  <a:lnTo>
                    <a:pt x="242622" y="368851"/>
                  </a:lnTo>
                  <a:lnTo>
                    <a:pt x="242622" y="367212"/>
                  </a:lnTo>
                  <a:lnTo>
                    <a:pt x="239343" y="368851"/>
                  </a:lnTo>
                  <a:lnTo>
                    <a:pt x="236064" y="370490"/>
                  </a:lnTo>
                  <a:lnTo>
                    <a:pt x="231146" y="367212"/>
                  </a:lnTo>
                  <a:lnTo>
                    <a:pt x="231146" y="367212"/>
                  </a:lnTo>
                  <a:lnTo>
                    <a:pt x="227867" y="362294"/>
                  </a:lnTo>
                  <a:lnTo>
                    <a:pt x="227867" y="359015"/>
                  </a:lnTo>
                  <a:lnTo>
                    <a:pt x="229507" y="359015"/>
                  </a:lnTo>
                  <a:lnTo>
                    <a:pt x="232786" y="357375"/>
                  </a:lnTo>
                  <a:lnTo>
                    <a:pt x="237704" y="352457"/>
                  </a:lnTo>
                  <a:lnTo>
                    <a:pt x="239343" y="349179"/>
                  </a:lnTo>
                  <a:lnTo>
                    <a:pt x="237704" y="345900"/>
                  </a:lnTo>
                  <a:lnTo>
                    <a:pt x="237704" y="340982"/>
                  </a:lnTo>
                  <a:lnTo>
                    <a:pt x="237704" y="337703"/>
                  </a:lnTo>
                  <a:lnTo>
                    <a:pt x="239343" y="334425"/>
                  </a:lnTo>
                  <a:lnTo>
                    <a:pt x="239343" y="331146"/>
                  </a:lnTo>
                  <a:lnTo>
                    <a:pt x="237704" y="327867"/>
                  </a:lnTo>
                  <a:lnTo>
                    <a:pt x="234425" y="324589"/>
                  </a:lnTo>
                  <a:lnTo>
                    <a:pt x="234425" y="322950"/>
                  </a:lnTo>
                  <a:lnTo>
                    <a:pt x="236064" y="319671"/>
                  </a:lnTo>
                  <a:lnTo>
                    <a:pt x="237704" y="316392"/>
                  </a:lnTo>
                  <a:lnTo>
                    <a:pt x="234425" y="316392"/>
                  </a:lnTo>
                  <a:lnTo>
                    <a:pt x="232786" y="313113"/>
                  </a:lnTo>
                  <a:lnTo>
                    <a:pt x="237704" y="311474"/>
                  </a:lnTo>
                  <a:lnTo>
                    <a:pt x="236064" y="308195"/>
                  </a:lnTo>
                  <a:lnTo>
                    <a:pt x="237704" y="303277"/>
                  </a:lnTo>
                  <a:lnTo>
                    <a:pt x="236064" y="299999"/>
                  </a:lnTo>
                  <a:lnTo>
                    <a:pt x="232786" y="296720"/>
                  </a:lnTo>
                  <a:lnTo>
                    <a:pt x="231146" y="296720"/>
                  </a:lnTo>
                  <a:lnTo>
                    <a:pt x="226228" y="293441"/>
                  </a:lnTo>
                  <a:lnTo>
                    <a:pt x="224589" y="290163"/>
                  </a:lnTo>
                  <a:lnTo>
                    <a:pt x="227867" y="286884"/>
                  </a:lnTo>
                  <a:lnTo>
                    <a:pt x="224589" y="285245"/>
                  </a:lnTo>
                  <a:lnTo>
                    <a:pt x="221310" y="285245"/>
                  </a:lnTo>
                  <a:lnTo>
                    <a:pt x="218032" y="283605"/>
                  </a:lnTo>
                  <a:lnTo>
                    <a:pt x="214753" y="281966"/>
                  </a:lnTo>
                  <a:lnTo>
                    <a:pt x="211474" y="278687"/>
                  </a:lnTo>
                  <a:lnTo>
                    <a:pt x="209835" y="275409"/>
                  </a:lnTo>
                  <a:lnTo>
                    <a:pt x="209835" y="273769"/>
                  </a:lnTo>
                  <a:lnTo>
                    <a:pt x="208196" y="273769"/>
                  </a:lnTo>
                  <a:lnTo>
                    <a:pt x="204917" y="268851"/>
                  </a:lnTo>
                  <a:lnTo>
                    <a:pt x="201638" y="265573"/>
                  </a:lnTo>
                  <a:lnTo>
                    <a:pt x="198359" y="260655"/>
                  </a:lnTo>
                  <a:lnTo>
                    <a:pt x="198359" y="257376"/>
                  </a:lnTo>
                  <a:lnTo>
                    <a:pt x="198359" y="254097"/>
                  </a:lnTo>
                  <a:lnTo>
                    <a:pt x="198359" y="249179"/>
                  </a:lnTo>
                  <a:lnTo>
                    <a:pt x="196720" y="244261"/>
                  </a:lnTo>
                  <a:lnTo>
                    <a:pt x="196720" y="240983"/>
                  </a:lnTo>
                  <a:lnTo>
                    <a:pt x="198359" y="236065"/>
                  </a:lnTo>
                  <a:lnTo>
                    <a:pt x="198359" y="234425"/>
                  </a:lnTo>
                  <a:lnTo>
                    <a:pt x="196720" y="229507"/>
                  </a:lnTo>
                  <a:lnTo>
                    <a:pt x="195080" y="224589"/>
                  </a:lnTo>
                  <a:lnTo>
                    <a:pt x="191803" y="221310"/>
                  </a:lnTo>
                  <a:lnTo>
                    <a:pt x="191803" y="219671"/>
                  </a:lnTo>
                  <a:lnTo>
                    <a:pt x="188524" y="218032"/>
                  </a:lnTo>
                  <a:lnTo>
                    <a:pt x="185245" y="214753"/>
                  </a:lnTo>
                  <a:lnTo>
                    <a:pt x="183606" y="214753"/>
                  </a:lnTo>
                  <a:lnTo>
                    <a:pt x="180327" y="211475"/>
                  </a:lnTo>
                  <a:lnTo>
                    <a:pt x="178687" y="208196"/>
                  </a:lnTo>
                  <a:lnTo>
                    <a:pt x="173769" y="204917"/>
                  </a:lnTo>
                  <a:lnTo>
                    <a:pt x="172130" y="201638"/>
                  </a:lnTo>
                  <a:lnTo>
                    <a:pt x="170490" y="198360"/>
                  </a:lnTo>
                  <a:lnTo>
                    <a:pt x="167213" y="195081"/>
                  </a:lnTo>
                  <a:lnTo>
                    <a:pt x="165573" y="191803"/>
                  </a:lnTo>
                  <a:lnTo>
                    <a:pt x="163934" y="188524"/>
                  </a:lnTo>
                  <a:lnTo>
                    <a:pt x="160655" y="185245"/>
                  </a:lnTo>
                  <a:lnTo>
                    <a:pt x="157376" y="185245"/>
                  </a:lnTo>
                  <a:lnTo>
                    <a:pt x="154097" y="183606"/>
                  </a:lnTo>
                  <a:lnTo>
                    <a:pt x="149179" y="183606"/>
                  </a:lnTo>
                  <a:lnTo>
                    <a:pt x="145900" y="181966"/>
                  </a:lnTo>
                  <a:lnTo>
                    <a:pt x="142623" y="180327"/>
                  </a:lnTo>
                  <a:lnTo>
                    <a:pt x="139344" y="180327"/>
                  </a:lnTo>
                  <a:lnTo>
                    <a:pt x="139344" y="180327"/>
                  </a:lnTo>
                  <a:lnTo>
                    <a:pt x="134426" y="178688"/>
                  </a:lnTo>
                  <a:lnTo>
                    <a:pt x="131147" y="181966"/>
                  </a:lnTo>
                  <a:lnTo>
                    <a:pt x="132786" y="185245"/>
                  </a:lnTo>
                  <a:lnTo>
                    <a:pt x="129507" y="186885"/>
                  </a:lnTo>
                  <a:lnTo>
                    <a:pt x="129507" y="191803"/>
                  </a:lnTo>
                  <a:lnTo>
                    <a:pt x="127868" y="191803"/>
                  </a:lnTo>
                  <a:lnTo>
                    <a:pt x="126229" y="193442"/>
                  </a:lnTo>
                  <a:lnTo>
                    <a:pt x="126229" y="196720"/>
                  </a:lnTo>
                  <a:lnTo>
                    <a:pt x="126229" y="198360"/>
                  </a:lnTo>
                  <a:lnTo>
                    <a:pt x="122950" y="198360"/>
                  </a:lnTo>
                  <a:lnTo>
                    <a:pt x="118032" y="199999"/>
                  </a:lnTo>
                  <a:lnTo>
                    <a:pt x="114754" y="203278"/>
                  </a:lnTo>
                  <a:lnTo>
                    <a:pt x="114754" y="203278"/>
                  </a:lnTo>
                  <a:lnTo>
                    <a:pt x="114754" y="203278"/>
                  </a:lnTo>
                  <a:lnTo>
                    <a:pt x="109836" y="203278"/>
                  </a:lnTo>
                  <a:lnTo>
                    <a:pt x="108196" y="199999"/>
                  </a:lnTo>
                  <a:lnTo>
                    <a:pt x="104917" y="199999"/>
                  </a:lnTo>
                  <a:lnTo>
                    <a:pt x="99999" y="196720"/>
                  </a:lnTo>
                  <a:lnTo>
                    <a:pt x="96720" y="195081"/>
                  </a:lnTo>
                  <a:lnTo>
                    <a:pt x="93442" y="191803"/>
                  </a:lnTo>
                  <a:lnTo>
                    <a:pt x="90164" y="188524"/>
                  </a:lnTo>
                  <a:lnTo>
                    <a:pt x="88524" y="188524"/>
                  </a:lnTo>
                  <a:lnTo>
                    <a:pt x="86885" y="190163"/>
                  </a:lnTo>
                  <a:lnTo>
                    <a:pt x="85246" y="193442"/>
                  </a:lnTo>
                  <a:lnTo>
                    <a:pt x="81967" y="196720"/>
                  </a:lnTo>
                  <a:lnTo>
                    <a:pt x="77049" y="195081"/>
                  </a:lnTo>
                  <a:lnTo>
                    <a:pt x="77049" y="199999"/>
                  </a:lnTo>
                  <a:lnTo>
                    <a:pt x="73770" y="203278"/>
                  </a:lnTo>
                  <a:lnTo>
                    <a:pt x="70491" y="206557"/>
                  </a:lnTo>
                  <a:lnTo>
                    <a:pt x="68852" y="208196"/>
                  </a:lnTo>
                  <a:lnTo>
                    <a:pt x="65573" y="211475"/>
                  </a:lnTo>
                  <a:lnTo>
                    <a:pt x="65573" y="211475"/>
                  </a:lnTo>
                  <a:lnTo>
                    <a:pt x="62295" y="214753"/>
                  </a:lnTo>
                  <a:lnTo>
                    <a:pt x="59016" y="219671"/>
                  </a:lnTo>
                  <a:lnTo>
                    <a:pt x="59016" y="221310"/>
                  </a:lnTo>
                  <a:lnTo>
                    <a:pt x="57377" y="221310"/>
                  </a:lnTo>
                  <a:lnTo>
                    <a:pt x="57377" y="221310"/>
                  </a:lnTo>
                  <a:lnTo>
                    <a:pt x="54098" y="221310"/>
                  </a:lnTo>
                  <a:lnTo>
                    <a:pt x="52459" y="218032"/>
                  </a:lnTo>
                  <a:lnTo>
                    <a:pt x="49180" y="218032"/>
                  </a:lnTo>
                  <a:lnTo>
                    <a:pt x="47540" y="216393"/>
                  </a:lnTo>
                  <a:lnTo>
                    <a:pt x="49180" y="213114"/>
                  </a:lnTo>
                  <a:lnTo>
                    <a:pt x="49180" y="209835"/>
                  </a:lnTo>
                  <a:lnTo>
                    <a:pt x="50819" y="204917"/>
                  </a:lnTo>
                  <a:lnTo>
                    <a:pt x="50819" y="201638"/>
                  </a:lnTo>
                  <a:lnTo>
                    <a:pt x="52459" y="198360"/>
                  </a:lnTo>
                  <a:lnTo>
                    <a:pt x="54098" y="195081"/>
                  </a:lnTo>
                  <a:lnTo>
                    <a:pt x="54098" y="190163"/>
                  </a:lnTo>
                  <a:lnTo>
                    <a:pt x="52459" y="186885"/>
                  </a:lnTo>
                  <a:lnTo>
                    <a:pt x="52459" y="183606"/>
                  </a:lnTo>
                  <a:lnTo>
                    <a:pt x="49180" y="181966"/>
                  </a:lnTo>
                  <a:lnTo>
                    <a:pt x="49180" y="180327"/>
                  </a:lnTo>
                  <a:lnTo>
                    <a:pt x="49180" y="177048"/>
                  </a:lnTo>
                  <a:lnTo>
                    <a:pt x="52459" y="172130"/>
                  </a:lnTo>
                  <a:lnTo>
                    <a:pt x="54098" y="168852"/>
                  </a:lnTo>
                  <a:lnTo>
                    <a:pt x="52459" y="165573"/>
                  </a:lnTo>
                  <a:lnTo>
                    <a:pt x="52459" y="160655"/>
                  </a:lnTo>
                  <a:lnTo>
                    <a:pt x="54098" y="157376"/>
                  </a:lnTo>
                  <a:lnTo>
                    <a:pt x="55737" y="154098"/>
                  </a:lnTo>
                  <a:lnTo>
                    <a:pt x="54098" y="150819"/>
                  </a:lnTo>
                  <a:lnTo>
                    <a:pt x="50819" y="145901"/>
                  </a:lnTo>
                  <a:lnTo>
                    <a:pt x="50819" y="142622"/>
                  </a:lnTo>
                  <a:lnTo>
                    <a:pt x="49180" y="139344"/>
                  </a:lnTo>
                  <a:lnTo>
                    <a:pt x="47540" y="136065"/>
                  </a:lnTo>
                  <a:lnTo>
                    <a:pt x="49180" y="132786"/>
                  </a:lnTo>
                  <a:lnTo>
                    <a:pt x="45901" y="127868"/>
                  </a:lnTo>
                  <a:lnTo>
                    <a:pt x="42622" y="129508"/>
                  </a:lnTo>
                  <a:lnTo>
                    <a:pt x="40983" y="127868"/>
                  </a:lnTo>
                  <a:lnTo>
                    <a:pt x="37705" y="126229"/>
                  </a:lnTo>
                  <a:lnTo>
                    <a:pt x="34426" y="129508"/>
                  </a:lnTo>
                  <a:lnTo>
                    <a:pt x="31147" y="132786"/>
                  </a:lnTo>
                  <a:lnTo>
                    <a:pt x="27869" y="131147"/>
                  </a:lnTo>
                  <a:lnTo>
                    <a:pt x="24590" y="132786"/>
                  </a:lnTo>
                  <a:lnTo>
                    <a:pt x="22950" y="132786"/>
                  </a:lnTo>
                  <a:lnTo>
                    <a:pt x="19672" y="129508"/>
                  </a:lnTo>
                  <a:lnTo>
                    <a:pt x="18032" y="126229"/>
                  </a:lnTo>
                  <a:lnTo>
                    <a:pt x="14753" y="121311"/>
                  </a:lnTo>
                  <a:lnTo>
                    <a:pt x="14753" y="121311"/>
                  </a:lnTo>
                  <a:lnTo>
                    <a:pt x="16393" y="118032"/>
                  </a:lnTo>
                  <a:lnTo>
                    <a:pt x="18032" y="113114"/>
                  </a:lnTo>
                  <a:lnTo>
                    <a:pt x="19672" y="109836"/>
                  </a:lnTo>
                  <a:lnTo>
                    <a:pt x="19672" y="106557"/>
                  </a:lnTo>
                  <a:lnTo>
                    <a:pt x="19672" y="103278"/>
                  </a:lnTo>
                  <a:lnTo>
                    <a:pt x="18032" y="103278"/>
                  </a:lnTo>
                  <a:lnTo>
                    <a:pt x="14753" y="101639"/>
                  </a:lnTo>
                  <a:lnTo>
                    <a:pt x="11476" y="98360"/>
                  </a:lnTo>
                  <a:lnTo>
                    <a:pt x="9836" y="93442"/>
                  </a:lnTo>
                  <a:lnTo>
                    <a:pt x="9836" y="93442"/>
                  </a:lnTo>
                  <a:lnTo>
                    <a:pt x="6557" y="93442"/>
                  </a:lnTo>
                  <a:lnTo>
                    <a:pt x="4918" y="96721"/>
                  </a:lnTo>
                  <a:lnTo>
                    <a:pt x="0" y="98360"/>
                  </a:lnTo>
                  <a:lnTo>
                    <a:pt x="0" y="9508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42" name="Freeform 4041">
              <a:extLst>
                <a:ext uri="{FF2B5EF4-FFF2-40B4-BE49-F238E27FC236}">
                  <a16:creationId xmlns:a16="http://schemas.microsoft.com/office/drawing/2014/main" id="{A17ADC1B-675F-C242-9E76-AABFB4BA0912}"/>
                </a:ext>
              </a:extLst>
            </p:cNvPr>
            <p:cNvSpPr/>
            <p:nvPr/>
          </p:nvSpPr>
          <p:spPr>
            <a:xfrm>
              <a:off x="9817294" y="2228020"/>
              <a:ext cx="175409" cy="232786"/>
            </a:xfrm>
            <a:custGeom>
              <a:avLst/>
              <a:gdLst>
                <a:gd name="connsiteX0" fmla="*/ 0 w 175409"/>
                <a:gd name="connsiteY0" fmla="*/ 126229 h 232786"/>
                <a:gd name="connsiteX1" fmla="*/ 0 w 175409"/>
                <a:gd name="connsiteY1" fmla="*/ 124590 h 232786"/>
                <a:gd name="connsiteX2" fmla="*/ 3279 w 175409"/>
                <a:gd name="connsiteY2" fmla="*/ 121311 h 232786"/>
                <a:gd name="connsiteX3" fmla="*/ 4918 w 175409"/>
                <a:gd name="connsiteY3" fmla="*/ 118032 h 232786"/>
                <a:gd name="connsiteX4" fmla="*/ 8197 w 175409"/>
                <a:gd name="connsiteY4" fmla="*/ 114754 h 232786"/>
                <a:gd name="connsiteX5" fmla="*/ 9836 w 175409"/>
                <a:gd name="connsiteY5" fmla="*/ 109836 h 232786"/>
                <a:gd name="connsiteX6" fmla="*/ 13114 w 175409"/>
                <a:gd name="connsiteY6" fmla="*/ 109836 h 232786"/>
                <a:gd name="connsiteX7" fmla="*/ 13114 w 175409"/>
                <a:gd name="connsiteY7" fmla="*/ 109836 h 232786"/>
                <a:gd name="connsiteX8" fmla="*/ 14754 w 175409"/>
                <a:gd name="connsiteY8" fmla="*/ 109836 h 232786"/>
                <a:gd name="connsiteX9" fmla="*/ 14754 w 175409"/>
                <a:gd name="connsiteY9" fmla="*/ 106557 h 232786"/>
                <a:gd name="connsiteX10" fmla="*/ 19672 w 175409"/>
                <a:gd name="connsiteY10" fmla="*/ 103278 h 232786"/>
                <a:gd name="connsiteX11" fmla="*/ 22951 w 175409"/>
                <a:gd name="connsiteY11" fmla="*/ 101639 h 232786"/>
                <a:gd name="connsiteX12" fmla="*/ 22951 w 175409"/>
                <a:gd name="connsiteY12" fmla="*/ 101639 h 232786"/>
                <a:gd name="connsiteX13" fmla="*/ 26229 w 175409"/>
                <a:gd name="connsiteY13" fmla="*/ 101639 h 232786"/>
                <a:gd name="connsiteX14" fmla="*/ 27869 w 175409"/>
                <a:gd name="connsiteY14" fmla="*/ 98360 h 232786"/>
                <a:gd name="connsiteX15" fmla="*/ 31148 w 175409"/>
                <a:gd name="connsiteY15" fmla="*/ 96721 h 232786"/>
                <a:gd name="connsiteX16" fmla="*/ 31148 w 175409"/>
                <a:gd name="connsiteY16" fmla="*/ 93442 h 232786"/>
                <a:gd name="connsiteX17" fmla="*/ 31148 w 175409"/>
                <a:gd name="connsiteY17" fmla="*/ 91803 h 232786"/>
                <a:gd name="connsiteX18" fmla="*/ 36066 w 175409"/>
                <a:gd name="connsiteY18" fmla="*/ 91803 h 232786"/>
                <a:gd name="connsiteX19" fmla="*/ 39344 w 175409"/>
                <a:gd name="connsiteY19" fmla="*/ 91803 h 232786"/>
                <a:gd name="connsiteX20" fmla="*/ 40983 w 175409"/>
                <a:gd name="connsiteY20" fmla="*/ 86885 h 232786"/>
                <a:gd name="connsiteX21" fmla="*/ 42622 w 175409"/>
                <a:gd name="connsiteY21" fmla="*/ 83606 h 232786"/>
                <a:gd name="connsiteX22" fmla="*/ 44262 w 175409"/>
                <a:gd name="connsiteY22" fmla="*/ 80328 h 232786"/>
                <a:gd name="connsiteX23" fmla="*/ 45901 w 175409"/>
                <a:gd name="connsiteY23" fmla="*/ 78688 h 232786"/>
                <a:gd name="connsiteX24" fmla="*/ 45901 w 175409"/>
                <a:gd name="connsiteY24" fmla="*/ 75410 h 232786"/>
                <a:gd name="connsiteX25" fmla="*/ 47541 w 175409"/>
                <a:gd name="connsiteY25" fmla="*/ 72131 h 232786"/>
                <a:gd name="connsiteX26" fmla="*/ 47541 w 175409"/>
                <a:gd name="connsiteY26" fmla="*/ 68852 h 232786"/>
                <a:gd name="connsiteX27" fmla="*/ 47541 w 175409"/>
                <a:gd name="connsiteY27" fmla="*/ 67213 h 232786"/>
                <a:gd name="connsiteX28" fmla="*/ 47541 w 175409"/>
                <a:gd name="connsiteY28" fmla="*/ 63934 h 232786"/>
                <a:gd name="connsiteX29" fmla="*/ 47541 w 175409"/>
                <a:gd name="connsiteY29" fmla="*/ 60656 h 232786"/>
                <a:gd name="connsiteX30" fmla="*/ 45901 w 175409"/>
                <a:gd name="connsiteY30" fmla="*/ 57377 h 232786"/>
                <a:gd name="connsiteX31" fmla="*/ 47541 w 175409"/>
                <a:gd name="connsiteY31" fmla="*/ 57377 h 232786"/>
                <a:gd name="connsiteX32" fmla="*/ 52459 w 175409"/>
                <a:gd name="connsiteY32" fmla="*/ 54098 h 232786"/>
                <a:gd name="connsiteX33" fmla="*/ 54098 w 175409"/>
                <a:gd name="connsiteY33" fmla="*/ 50820 h 232786"/>
                <a:gd name="connsiteX34" fmla="*/ 57377 w 175409"/>
                <a:gd name="connsiteY34" fmla="*/ 52459 h 232786"/>
                <a:gd name="connsiteX35" fmla="*/ 60656 w 175409"/>
                <a:gd name="connsiteY35" fmla="*/ 55738 h 232786"/>
                <a:gd name="connsiteX36" fmla="*/ 62295 w 175409"/>
                <a:gd name="connsiteY36" fmla="*/ 57377 h 232786"/>
                <a:gd name="connsiteX37" fmla="*/ 65573 w 175409"/>
                <a:gd name="connsiteY37" fmla="*/ 60656 h 232786"/>
                <a:gd name="connsiteX38" fmla="*/ 70491 w 175409"/>
                <a:gd name="connsiteY38" fmla="*/ 63934 h 232786"/>
                <a:gd name="connsiteX39" fmla="*/ 73770 w 175409"/>
                <a:gd name="connsiteY39" fmla="*/ 63934 h 232786"/>
                <a:gd name="connsiteX40" fmla="*/ 77049 w 175409"/>
                <a:gd name="connsiteY40" fmla="*/ 65573 h 232786"/>
                <a:gd name="connsiteX41" fmla="*/ 80328 w 175409"/>
                <a:gd name="connsiteY41" fmla="*/ 65573 h 232786"/>
                <a:gd name="connsiteX42" fmla="*/ 83606 w 175409"/>
                <a:gd name="connsiteY42" fmla="*/ 67213 h 232786"/>
                <a:gd name="connsiteX43" fmla="*/ 88525 w 175409"/>
                <a:gd name="connsiteY43" fmla="*/ 68852 h 232786"/>
                <a:gd name="connsiteX44" fmla="*/ 91802 w 175409"/>
                <a:gd name="connsiteY44" fmla="*/ 67213 h 232786"/>
                <a:gd name="connsiteX45" fmla="*/ 95081 w 175409"/>
                <a:gd name="connsiteY45" fmla="*/ 68852 h 232786"/>
                <a:gd name="connsiteX46" fmla="*/ 98360 w 175409"/>
                <a:gd name="connsiteY46" fmla="*/ 67213 h 232786"/>
                <a:gd name="connsiteX47" fmla="*/ 99999 w 175409"/>
                <a:gd name="connsiteY47" fmla="*/ 67213 h 232786"/>
                <a:gd name="connsiteX48" fmla="*/ 104918 w 175409"/>
                <a:gd name="connsiteY48" fmla="*/ 68852 h 232786"/>
                <a:gd name="connsiteX49" fmla="*/ 108196 w 175409"/>
                <a:gd name="connsiteY49" fmla="*/ 68852 h 232786"/>
                <a:gd name="connsiteX50" fmla="*/ 108196 w 175409"/>
                <a:gd name="connsiteY50" fmla="*/ 63934 h 232786"/>
                <a:gd name="connsiteX51" fmla="*/ 108196 w 175409"/>
                <a:gd name="connsiteY51" fmla="*/ 60656 h 232786"/>
                <a:gd name="connsiteX52" fmla="*/ 103278 w 175409"/>
                <a:gd name="connsiteY52" fmla="*/ 57377 h 232786"/>
                <a:gd name="connsiteX53" fmla="*/ 99999 w 175409"/>
                <a:gd name="connsiteY53" fmla="*/ 55738 h 232786"/>
                <a:gd name="connsiteX54" fmla="*/ 98360 w 175409"/>
                <a:gd name="connsiteY54" fmla="*/ 54098 h 232786"/>
                <a:gd name="connsiteX55" fmla="*/ 98360 w 175409"/>
                <a:gd name="connsiteY55" fmla="*/ 54098 h 232786"/>
                <a:gd name="connsiteX56" fmla="*/ 95081 w 175409"/>
                <a:gd name="connsiteY56" fmla="*/ 50820 h 232786"/>
                <a:gd name="connsiteX57" fmla="*/ 93442 w 175409"/>
                <a:gd name="connsiteY57" fmla="*/ 49180 h 232786"/>
                <a:gd name="connsiteX58" fmla="*/ 90164 w 175409"/>
                <a:gd name="connsiteY58" fmla="*/ 44262 h 232786"/>
                <a:gd name="connsiteX59" fmla="*/ 88525 w 175409"/>
                <a:gd name="connsiteY59" fmla="*/ 42623 h 232786"/>
                <a:gd name="connsiteX60" fmla="*/ 93442 w 175409"/>
                <a:gd name="connsiteY60" fmla="*/ 40983 h 232786"/>
                <a:gd name="connsiteX61" fmla="*/ 96721 w 175409"/>
                <a:gd name="connsiteY61" fmla="*/ 40983 h 232786"/>
                <a:gd name="connsiteX62" fmla="*/ 99999 w 175409"/>
                <a:gd name="connsiteY62" fmla="*/ 40983 h 232786"/>
                <a:gd name="connsiteX63" fmla="*/ 103278 w 175409"/>
                <a:gd name="connsiteY63" fmla="*/ 40983 h 232786"/>
                <a:gd name="connsiteX64" fmla="*/ 103278 w 175409"/>
                <a:gd name="connsiteY64" fmla="*/ 42623 h 232786"/>
                <a:gd name="connsiteX65" fmla="*/ 106557 w 175409"/>
                <a:gd name="connsiteY65" fmla="*/ 42623 h 232786"/>
                <a:gd name="connsiteX66" fmla="*/ 109836 w 175409"/>
                <a:gd name="connsiteY66" fmla="*/ 40983 h 232786"/>
                <a:gd name="connsiteX67" fmla="*/ 114754 w 175409"/>
                <a:gd name="connsiteY67" fmla="*/ 40983 h 232786"/>
                <a:gd name="connsiteX68" fmla="*/ 118032 w 175409"/>
                <a:gd name="connsiteY68" fmla="*/ 40983 h 232786"/>
                <a:gd name="connsiteX69" fmla="*/ 121311 w 175409"/>
                <a:gd name="connsiteY69" fmla="*/ 37705 h 232786"/>
                <a:gd name="connsiteX70" fmla="*/ 124589 w 175409"/>
                <a:gd name="connsiteY70" fmla="*/ 34426 h 232786"/>
                <a:gd name="connsiteX71" fmla="*/ 124589 w 175409"/>
                <a:gd name="connsiteY71" fmla="*/ 31148 h 232786"/>
                <a:gd name="connsiteX72" fmla="*/ 122950 w 175409"/>
                <a:gd name="connsiteY72" fmla="*/ 27869 h 232786"/>
                <a:gd name="connsiteX73" fmla="*/ 124589 w 175409"/>
                <a:gd name="connsiteY73" fmla="*/ 24590 h 232786"/>
                <a:gd name="connsiteX74" fmla="*/ 127868 w 175409"/>
                <a:gd name="connsiteY74" fmla="*/ 22951 h 232786"/>
                <a:gd name="connsiteX75" fmla="*/ 131147 w 175409"/>
                <a:gd name="connsiteY75" fmla="*/ 24590 h 232786"/>
                <a:gd name="connsiteX76" fmla="*/ 131147 w 175409"/>
                <a:gd name="connsiteY76" fmla="*/ 24590 h 232786"/>
                <a:gd name="connsiteX77" fmla="*/ 132786 w 175409"/>
                <a:gd name="connsiteY77" fmla="*/ 24590 h 232786"/>
                <a:gd name="connsiteX78" fmla="*/ 136065 w 175409"/>
                <a:gd name="connsiteY78" fmla="*/ 22951 h 232786"/>
                <a:gd name="connsiteX79" fmla="*/ 136065 w 175409"/>
                <a:gd name="connsiteY79" fmla="*/ 19672 h 232786"/>
                <a:gd name="connsiteX80" fmla="*/ 134426 w 175409"/>
                <a:gd name="connsiteY80" fmla="*/ 16393 h 232786"/>
                <a:gd name="connsiteX81" fmla="*/ 132786 w 175409"/>
                <a:gd name="connsiteY81" fmla="*/ 11476 h 232786"/>
                <a:gd name="connsiteX82" fmla="*/ 132786 w 175409"/>
                <a:gd name="connsiteY82" fmla="*/ 11476 h 232786"/>
                <a:gd name="connsiteX83" fmla="*/ 131147 w 175409"/>
                <a:gd name="connsiteY83" fmla="*/ 8197 h 232786"/>
                <a:gd name="connsiteX84" fmla="*/ 131147 w 175409"/>
                <a:gd name="connsiteY84" fmla="*/ 4918 h 232786"/>
                <a:gd name="connsiteX85" fmla="*/ 129508 w 175409"/>
                <a:gd name="connsiteY85" fmla="*/ 0 h 232786"/>
                <a:gd name="connsiteX86" fmla="*/ 129508 w 175409"/>
                <a:gd name="connsiteY86" fmla="*/ 0 h 232786"/>
                <a:gd name="connsiteX87" fmla="*/ 134426 w 175409"/>
                <a:gd name="connsiteY87" fmla="*/ 0 h 232786"/>
                <a:gd name="connsiteX88" fmla="*/ 134426 w 175409"/>
                <a:gd name="connsiteY88" fmla="*/ 0 h 232786"/>
                <a:gd name="connsiteX89" fmla="*/ 137705 w 175409"/>
                <a:gd name="connsiteY89" fmla="*/ 0 h 232786"/>
                <a:gd name="connsiteX90" fmla="*/ 142623 w 175409"/>
                <a:gd name="connsiteY90" fmla="*/ 3279 h 232786"/>
                <a:gd name="connsiteX91" fmla="*/ 145901 w 175409"/>
                <a:gd name="connsiteY91" fmla="*/ 3279 h 232786"/>
                <a:gd name="connsiteX92" fmla="*/ 145901 w 175409"/>
                <a:gd name="connsiteY92" fmla="*/ 4918 h 232786"/>
                <a:gd name="connsiteX93" fmla="*/ 147540 w 175409"/>
                <a:gd name="connsiteY93" fmla="*/ 8197 h 232786"/>
                <a:gd name="connsiteX94" fmla="*/ 149179 w 175409"/>
                <a:gd name="connsiteY94" fmla="*/ 11476 h 232786"/>
                <a:gd name="connsiteX95" fmla="*/ 152458 w 175409"/>
                <a:gd name="connsiteY95" fmla="*/ 13115 h 232786"/>
                <a:gd name="connsiteX96" fmla="*/ 157376 w 175409"/>
                <a:gd name="connsiteY96" fmla="*/ 14754 h 232786"/>
                <a:gd name="connsiteX97" fmla="*/ 159016 w 175409"/>
                <a:gd name="connsiteY97" fmla="*/ 16393 h 232786"/>
                <a:gd name="connsiteX98" fmla="*/ 162295 w 175409"/>
                <a:gd name="connsiteY98" fmla="*/ 18033 h 232786"/>
                <a:gd name="connsiteX99" fmla="*/ 163934 w 175409"/>
                <a:gd name="connsiteY99" fmla="*/ 19672 h 232786"/>
                <a:gd name="connsiteX100" fmla="*/ 165573 w 175409"/>
                <a:gd name="connsiteY100" fmla="*/ 21311 h 232786"/>
                <a:gd name="connsiteX101" fmla="*/ 168851 w 175409"/>
                <a:gd name="connsiteY101" fmla="*/ 24590 h 232786"/>
                <a:gd name="connsiteX102" fmla="*/ 172130 w 175409"/>
                <a:gd name="connsiteY102" fmla="*/ 26229 h 232786"/>
                <a:gd name="connsiteX103" fmla="*/ 175409 w 175409"/>
                <a:gd name="connsiteY103" fmla="*/ 29508 h 232786"/>
                <a:gd name="connsiteX104" fmla="*/ 172130 w 175409"/>
                <a:gd name="connsiteY104" fmla="*/ 31148 h 232786"/>
                <a:gd name="connsiteX105" fmla="*/ 168851 w 175409"/>
                <a:gd name="connsiteY105" fmla="*/ 27869 h 232786"/>
                <a:gd name="connsiteX106" fmla="*/ 165573 w 175409"/>
                <a:gd name="connsiteY106" fmla="*/ 29508 h 232786"/>
                <a:gd name="connsiteX107" fmla="*/ 165573 w 175409"/>
                <a:gd name="connsiteY107" fmla="*/ 32787 h 232786"/>
                <a:gd name="connsiteX108" fmla="*/ 160655 w 175409"/>
                <a:gd name="connsiteY108" fmla="*/ 34426 h 232786"/>
                <a:gd name="connsiteX109" fmla="*/ 160655 w 175409"/>
                <a:gd name="connsiteY109" fmla="*/ 37705 h 232786"/>
                <a:gd name="connsiteX110" fmla="*/ 159016 w 175409"/>
                <a:gd name="connsiteY110" fmla="*/ 42623 h 232786"/>
                <a:gd name="connsiteX111" fmla="*/ 157376 w 175409"/>
                <a:gd name="connsiteY111" fmla="*/ 42623 h 232786"/>
                <a:gd name="connsiteX112" fmla="*/ 159016 w 175409"/>
                <a:gd name="connsiteY112" fmla="*/ 44262 h 232786"/>
                <a:gd name="connsiteX113" fmla="*/ 157376 w 175409"/>
                <a:gd name="connsiteY113" fmla="*/ 44262 h 232786"/>
                <a:gd name="connsiteX114" fmla="*/ 157376 w 175409"/>
                <a:gd name="connsiteY114" fmla="*/ 49180 h 232786"/>
                <a:gd name="connsiteX115" fmla="*/ 157376 w 175409"/>
                <a:gd name="connsiteY115" fmla="*/ 52459 h 232786"/>
                <a:gd name="connsiteX116" fmla="*/ 155737 w 175409"/>
                <a:gd name="connsiteY116" fmla="*/ 55738 h 232786"/>
                <a:gd name="connsiteX117" fmla="*/ 155737 w 175409"/>
                <a:gd name="connsiteY117" fmla="*/ 59016 h 232786"/>
                <a:gd name="connsiteX118" fmla="*/ 157376 w 175409"/>
                <a:gd name="connsiteY118" fmla="*/ 63934 h 232786"/>
                <a:gd name="connsiteX119" fmla="*/ 160655 w 175409"/>
                <a:gd name="connsiteY119" fmla="*/ 67213 h 232786"/>
                <a:gd name="connsiteX120" fmla="*/ 163934 w 175409"/>
                <a:gd name="connsiteY120" fmla="*/ 68852 h 232786"/>
                <a:gd name="connsiteX121" fmla="*/ 165573 w 175409"/>
                <a:gd name="connsiteY121" fmla="*/ 72131 h 232786"/>
                <a:gd name="connsiteX122" fmla="*/ 165573 w 175409"/>
                <a:gd name="connsiteY122" fmla="*/ 75410 h 232786"/>
                <a:gd name="connsiteX123" fmla="*/ 167213 w 175409"/>
                <a:gd name="connsiteY123" fmla="*/ 78688 h 232786"/>
                <a:gd name="connsiteX124" fmla="*/ 168851 w 175409"/>
                <a:gd name="connsiteY124" fmla="*/ 81967 h 232786"/>
                <a:gd name="connsiteX125" fmla="*/ 170491 w 175409"/>
                <a:gd name="connsiteY125" fmla="*/ 85246 h 232786"/>
                <a:gd name="connsiteX126" fmla="*/ 173769 w 175409"/>
                <a:gd name="connsiteY126" fmla="*/ 90164 h 232786"/>
                <a:gd name="connsiteX127" fmla="*/ 170491 w 175409"/>
                <a:gd name="connsiteY127" fmla="*/ 93442 h 232786"/>
                <a:gd name="connsiteX128" fmla="*/ 167213 w 175409"/>
                <a:gd name="connsiteY128" fmla="*/ 95082 h 232786"/>
                <a:gd name="connsiteX129" fmla="*/ 163934 w 175409"/>
                <a:gd name="connsiteY129" fmla="*/ 96721 h 232786"/>
                <a:gd name="connsiteX130" fmla="*/ 160655 w 175409"/>
                <a:gd name="connsiteY130" fmla="*/ 101639 h 232786"/>
                <a:gd name="connsiteX131" fmla="*/ 160655 w 175409"/>
                <a:gd name="connsiteY131" fmla="*/ 104918 h 232786"/>
                <a:gd name="connsiteX132" fmla="*/ 160655 w 175409"/>
                <a:gd name="connsiteY132" fmla="*/ 104918 h 232786"/>
                <a:gd name="connsiteX133" fmla="*/ 159016 w 175409"/>
                <a:gd name="connsiteY133" fmla="*/ 109836 h 232786"/>
                <a:gd name="connsiteX134" fmla="*/ 155737 w 175409"/>
                <a:gd name="connsiteY134" fmla="*/ 111475 h 232786"/>
                <a:gd name="connsiteX135" fmla="*/ 152458 w 175409"/>
                <a:gd name="connsiteY135" fmla="*/ 114754 h 232786"/>
                <a:gd name="connsiteX136" fmla="*/ 149179 w 175409"/>
                <a:gd name="connsiteY136" fmla="*/ 118032 h 232786"/>
                <a:gd name="connsiteX137" fmla="*/ 149179 w 175409"/>
                <a:gd name="connsiteY137" fmla="*/ 122950 h 232786"/>
                <a:gd name="connsiteX138" fmla="*/ 144261 w 175409"/>
                <a:gd name="connsiteY138" fmla="*/ 126229 h 232786"/>
                <a:gd name="connsiteX139" fmla="*/ 140983 w 175409"/>
                <a:gd name="connsiteY139" fmla="*/ 127868 h 232786"/>
                <a:gd name="connsiteX140" fmla="*/ 137705 w 175409"/>
                <a:gd name="connsiteY140" fmla="*/ 129508 h 232786"/>
                <a:gd name="connsiteX141" fmla="*/ 134426 w 175409"/>
                <a:gd name="connsiteY141" fmla="*/ 127868 h 232786"/>
                <a:gd name="connsiteX142" fmla="*/ 129508 w 175409"/>
                <a:gd name="connsiteY142" fmla="*/ 129508 h 232786"/>
                <a:gd name="connsiteX143" fmla="*/ 127868 w 175409"/>
                <a:gd name="connsiteY143" fmla="*/ 132786 h 232786"/>
                <a:gd name="connsiteX144" fmla="*/ 126229 w 175409"/>
                <a:gd name="connsiteY144" fmla="*/ 136065 h 232786"/>
                <a:gd name="connsiteX145" fmla="*/ 122950 w 175409"/>
                <a:gd name="connsiteY145" fmla="*/ 137704 h 232786"/>
                <a:gd name="connsiteX146" fmla="*/ 119671 w 175409"/>
                <a:gd name="connsiteY146" fmla="*/ 140983 h 232786"/>
                <a:gd name="connsiteX147" fmla="*/ 121311 w 175409"/>
                <a:gd name="connsiteY147" fmla="*/ 144262 h 232786"/>
                <a:gd name="connsiteX148" fmla="*/ 124589 w 175409"/>
                <a:gd name="connsiteY148" fmla="*/ 147540 h 232786"/>
                <a:gd name="connsiteX149" fmla="*/ 124589 w 175409"/>
                <a:gd name="connsiteY149" fmla="*/ 150819 h 232786"/>
                <a:gd name="connsiteX150" fmla="*/ 126229 w 175409"/>
                <a:gd name="connsiteY150" fmla="*/ 154098 h 232786"/>
                <a:gd name="connsiteX151" fmla="*/ 127868 w 175409"/>
                <a:gd name="connsiteY151" fmla="*/ 159016 h 232786"/>
                <a:gd name="connsiteX152" fmla="*/ 124589 w 175409"/>
                <a:gd name="connsiteY152" fmla="*/ 154098 h 232786"/>
                <a:gd name="connsiteX153" fmla="*/ 122950 w 175409"/>
                <a:gd name="connsiteY153" fmla="*/ 155737 h 232786"/>
                <a:gd name="connsiteX154" fmla="*/ 124589 w 175409"/>
                <a:gd name="connsiteY154" fmla="*/ 159016 h 232786"/>
                <a:gd name="connsiteX155" fmla="*/ 124589 w 175409"/>
                <a:gd name="connsiteY155" fmla="*/ 163934 h 232786"/>
                <a:gd name="connsiteX156" fmla="*/ 127868 w 175409"/>
                <a:gd name="connsiteY156" fmla="*/ 165573 h 232786"/>
                <a:gd name="connsiteX157" fmla="*/ 131147 w 175409"/>
                <a:gd name="connsiteY157" fmla="*/ 165573 h 232786"/>
                <a:gd name="connsiteX158" fmla="*/ 132786 w 175409"/>
                <a:gd name="connsiteY158" fmla="*/ 167213 h 232786"/>
                <a:gd name="connsiteX159" fmla="*/ 136065 w 175409"/>
                <a:gd name="connsiteY159" fmla="*/ 167213 h 232786"/>
                <a:gd name="connsiteX160" fmla="*/ 139344 w 175409"/>
                <a:gd name="connsiteY160" fmla="*/ 168852 h 232786"/>
                <a:gd name="connsiteX161" fmla="*/ 144261 w 175409"/>
                <a:gd name="connsiteY161" fmla="*/ 170491 h 232786"/>
                <a:gd name="connsiteX162" fmla="*/ 147540 w 175409"/>
                <a:gd name="connsiteY162" fmla="*/ 173770 h 232786"/>
                <a:gd name="connsiteX163" fmla="*/ 150819 w 175409"/>
                <a:gd name="connsiteY163" fmla="*/ 177048 h 232786"/>
                <a:gd name="connsiteX164" fmla="*/ 154098 w 175409"/>
                <a:gd name="connsiteY164" fmla="*/ 180327 h 232786"/>
                <a:gd name="connsiteX165" fmla="*/ 159016 w 175409"/>
                <a:gd name="connsiteY165" fmla="*/ 180327 h 232786"/>
                <a:gd name="connsiteX166" fmla="*/ 162295 w 175409"/>
                <a:gd name="connsiteY166" fmla="*/ 183606 h 232786"/>
                <a:gd name="connsiteX167" fmla="*/ 165573 w 175409"/>
                <a:gd name="connsiteY167" fmla="*/ 185245 h 232786"/>
                <a:gd name="connsiteX168" fmla="*/ 168851 w 175409"/>
                <a:gd name="connsiteY168" fmla="*/ 186885 h 232786"/>
                <a:gd name="connsiteX169" fmla="*/ 172130 w 175409"/>
                <a:gd name="connsiteY169" fmla="*/ 190163 h 232786"/>
                <a:gd name="connsiteX170" fmla="*/ 172130 w 175409"/>
                <a:gd name="connsiteY170" fmla="*/ 191803 h 232786"/>
                <a:gd name="connsiteX171" fmla="*/ 172130 w 175409"/>
                <a:gd name="connsiteY171" fmla="*/ 195081 h 232786"/>
                <a:gd name="connsiteX172" fmla="*/ 173769 w 175409"/>
                <a:gd name="connsiteY172" fmla="*/ 198360 h 232786"/>
                <a:gd name="connsiteX173" fmla="*/ 170491 w 175409"/>
                <a:gd name="connsiteY173" fmla="*/ 203278 h 232786"/>
                <a:gd name="connsiteX174" fmla="*/ 167213 w 175409"/>
                <a:gd name="connsiteY174" fmla="*/ 204917 h 232786"/>
                <a:gd name="connsiteX175" fmla="*/ 163934 w 175409"/>
                <a:gd name="connsiteY175" fmla="*/ 203278 h 232786"/>
                <a:gd name="connsiteX176" fmla="*/ 159016 w 175409"/>
                <a:gd name="connsiteY176" fmla="*/ 204917 h 232786"/>
                <a:gd name="connsiteX177" fmla="*/ 157376 w 175409"/>
                <a:gd name="connsiteY177" fmla="*/ 203278 h 232786"/>
                <a:gd name="connsiteX178" fmla="*/ 155737 w 175409"/>
                <a:gd name="connsiteY178" fmla="*/ 203278 h 232786"/>
                <a:gd name="connsiteX179" fmla="*/ 152458 w 175409"/>
                <a:gd name="connsiteY179" fmla="*/ 203278 h 232786"/>
                <a:gd name="connsiteX180" fmla="*/ 147540 w 175409"/>
                <a:gd name="connsiteY180" fmla="*/ 204917 h 232786"/>
                <a:gd name="connsiteX181" fmla="*/ 147540 w 175409"/>
                <a:gd name="connsiteY181" fmla="*/ 204917 h 232786"/>
                <a:gd name="connsiteX182" fmla="*/ 142623 w 175409"/>
                <a:gd name="connsiteY182" fmla="*/ 203278 h 232786"/>
                <a:gd name="connsiteX183" fmla="*/ 139344 w 175409"/>
                <a:gd name="connsiteY183" fmla="*/ 203278 h 232786"/>
                <a:gd name="connsiteX184" fmla="*/ 136065 w 175409"/>
                <a:gd name="connsiteY184" fmla="*/ 204917 h 232786"/>
                <a:gd name="connsiteX185" fmla="*/ 131147 w 175409"/>
                <a:gd name="connsiteY185" fmla="*/ 208196 h 232786"/>
                <a:gd name="connsiteX186" fmla="*/ 131147 w 175409"/>
                <a:gd name="connsiteY186" fmla="*/ 211475 h 232786"/>
                <a:gd name="connsiteX187" fmla="*/ 131147 w 175409"/>
                <a:gd name="connsiteY187" fmla="*/ 213114 h 232786"/>
                <a:gd name="connsiteX188" fmla="*/ 129508 w 175409"/>
                <a:gd name="connsiteY188" fmla="*/ 216393 h 232786"/>
                <a:gd name="connsiteX189" fmla="*/ 126229 w 175409"/>
                <a:gd name="connsiteY189" fmla="*/ 219671 h 232786"/>
                <a:gd name="connsiteX190" fmla="*/ 126229 w 175409"/>
                <a:gd name="connsiteY190" fmla="*/ 221310 h 232786"/>
                <a:gd name="connsiteX191" fmla="*/ 127868 w 175409"/>
                <a:gd name="connsiteY191" fmla="*/ 224589 h 232786"/>
                <a:gd name="connsiteX192" fmla="*/ 124589 w 175409"/>
                <a:gd name="connsiteY192" fmla="*/ 226229 h 232786"/>
                <a:gd name="connsiteX193" fmla="*/ 119671 w 175409"/>
                <a:gd name="connsiteY193" fmla="*/ 224589 h 232786"/>
                <a:gd name="connsiteX194" fmla="*/ 116393 w 175409"/>
                <a:gd name="connsiteY194" fmla="*/ 222950 h 232786"/>
                <a:gd name="connsiteX195" fmla="*/ 113115 w 175409"/>
                <a:gd name="connsiteY195" fmla="*/ 224589 h 232786"/>
                <a:gd name="connsiteX196" fmla="*/ 109836 w 175409"/>
                <a:gd name="connsiteY196" fmla="*/ 224589 h 232786"/>
                <a:gd name="connsiteX197" fmla="*/ 111475 w 175409"/>
                <a:gd name="connsiteY197" fmla="*/ 229507 h 232786"/>
                <a:gd name="connsiteX198" fmla="*/ 106557 w 175409"/>
                <a:gd name="connsiteY198" fmla="*/ 226229 h 232786"/>
                <a:gd name="connsiteX199" fmla="*/ 103278 w 175409"/>
                <a:gd name="connsiteY199" fmla="*/ 224589 h 232786"/>
                <a:gd name="connsiteX200" fmla="*/ 99999 w 175409"/>
                <a:gd name="connsiteY200" fmla="*/ 224589 h 232786"/>
                <a:gd name="connsiteX201" fmla="*/ 95081 w 175409"/>
                <a:gd name="connsiteY201" fmla="*/ 221310 h 232786"/>
                <a:gd name="connsiteX202" fmla="*/ 91802 w 175409"/>
                <a:gd name="connsiteY202" fmla="*/ 218032 h 232786"/>
                <a:gd name="connsiteX203" fmla="*/ 88525 w 175409"/>
                <a:gd name="connsiteY203" fmla="*/ 216393 h 232786"/>
                <a:gd name="connsiteX204" fmla="*/ 85246 w 175409"/>
                <a:gd name="connsiteY204" fmla="*/ 216393 h 232786"/>
                <a:gd name="connsiteX205" fmla="*/ 88525 w 175409"/>
                <a:gd name="connsiteY205" fmla="*/ 219671 h 232786"/>
                <a:gd name="connsiteX206" fmla="*/ 91802 w 175409"/>
                <a:gd name="connsiteY206" fmla="*/ 221310 h 232786"/>
                <a:gd name="connsiteX207" fmla="*/ 88525 w 175409"/>
                <a:gd name="connsiteY207" fmla="*/ 221310 h 232786"/>
                <a:gd name="connsiteX208" fmla="*/ 90164 w 175409"/>
                <a:gd name="connsiteY208" fmla="*/ 224589 h 232786"/>
                <a:gd name="connsiteX209" fmla="*/ 86885 w 175409"/>
                <a:gd name="connsiteY209" fmla="*/ 229507 h 232786"/>
                <a:gd name="connsiteX210" fmla="*/ 83606 w 175409"/>
                <a:gd name="connsiteY210" fmla="*/ 232786 h 232786"/>
                <a:gd name="connsiteX211" fmla="*/ 81967 w 175409"/>
                <a:gd name="connsiteY211" fmla="*/ 227868 h 232786"/>
                <a:gd name="connsiteX212" fmla="*/ 85246 w 175409"/>
                <a:gd name="connsiteY212" fmla="*/ 226229 h 232786"/>
                <a:gd name="connsiteX213" fmla="*/ 83606 w 175409"/>
                <a:gd name="connsiteY213" fmla="*/ 221310 h 232786"/>
                <a:gd name="connsiteX214" fmla="*/ 80328 w 175409"/>
                <a:gd name="connsiteY214" fmla="*/ 221310 h 232786"/>
                <a:gd name="connsiteX215" fmla="*/ 80328 w 175409"/>
                <a:gd name="connsiteY215" fmla="*/ 226229 h 232786"/>
                <a:gd name="connsiteX216" fmla="*/ 75409 w 175409"/>
                <a:gd name="connsiteY216" fmla="*/ 221310 h 232786"/>
                <a:gd name="connsiteX217" fmla="*/ 72131 w 175409"/>
                <a:gd name="connsiteY217" fmla="*/ 222950 h 232786"/>
                <a:gd name="connsiteX218" fmla="*/ 68852 w 175409"/>
                <a:gd name="connsiteY218" fmla="*/ 222950 h 232786"/>
                <a:gd name="connsiteX219" fmla="*/ 65573 w 175409"/>
                <a:gd name="connsiteY219" fmla="*/ 221310 h 232786"/>
                <a:gd name="connsiteX220" fmla="*/ 65573 w 175409"/>
                <a:gd name="connsiteY220" fmla="*/ 219671 h 232786"/>
                <a:gd name="connsiteX221" fmla="*/ 68852 w 175409"/>
                <a:gd name="connsiteY221" fmla="*/ 219671 h 232786"/>
                <a:gd name="connsiteX222" fmla="*/ 67212 w 175409"/>
                <a:gd name="connsiteY222" fmla="*/ 216393 h 232786"/>
                <a:gd name="connsiteX223" fmla="*/ 72131 w 175409"/>
                <a:gd name="connsiteY223" fmla="*/ 216393 h 232786"/>
                <a:gd name="connsiteX224" fmla="*/ 67212 w 175409"/>
                <a:gd name="connsiteY224" fmla="*/ 213114 h 232786"/>
                <a:gd name="connsiteX225" fmla="*/ 63935 w 175409"/>
                <a:gd name="connsiteY225" fmla="*/ 214753 h 232786"/>
                <a:gd name="connsiteX226" fmla="*/ 62295 w 175409"/>
                <a:gd name="connsiteY226" fmla="*/ 214753 h 232786"/>
                <a:gd name="connsiteX227" fmla="*/ 59016 w 175409"/>
                <a:gd name="connsiteY227" fmla="*/ 213114 h 232786"/>
                <a:gd name="connsiteX228" fmla="*/ 55738 w 175409"/>
                <a:gd name="connsiteY228" fmla="*/ 213114 h 232786"/>
                <a:gd name="connsiteX229" fmla="*/ 52459 w 175409"/>
                <a:gd name="connsiteY229" fmla="*/ 213114 h 232786"/>
                <a:gd name="connsiteX230" fmla="*/ 54098 w 175409"/>
                <a:gd name="connsiteY230" fmla="*/ 209835 h 232786"/>
                <a:gd name="connsiteX231" fmla="*/ 57377 w 175409"/>
                <a:gd name="connsiteY231" fmla="*/ 209835 h 232786"/>
                <a:gd name="connsiteX232" fmla="*/ 54098 w 175409"/>
                <a:gd name="connsiteY232" fmla="*/ 206557 h 232786"/>
                <a:gd name="connsiteX233" fmla="*/ 54098 w 175409"/>
                <a:gd name="connsiteY233" fmla="*/ 201638 h 232786"/>
                <a:gd name="connsiteX234" fmla="*/ 54098 w 175409"/>
                <a:gd name="connsiteY234" fmla="*/ 198360 h 232786"/>
                <a:gd name="connsiteX235" fmla="*/ 54098 w 175409"/>
                <a:gd name="connsiteY235" fmla="*/ 196720 h 232786"/>
                <a:gd name="connsiteX236" fmla="*/ 54098 w 175409"/>
                <a:gd name="connsiteY236" fmla="*/ 193442 h 232786"/>
                <a:gd name="connsiteX237" fmla="*/ 52459 w 175409"/>
                <a:gd name="connsiteY237" fmla="*/ 191803 h 232786"/>
                <a:gd name="connsiteX238" fmla="*/ 57377 w 175409"/>
                <a:gd name="connsiteY238" fmla="*/ 193442 h 232786"/>
                <a:gd name="connsiteX239" fmla="*/ 55738 w 175409"/>
                <a:gd name="connsiteY239" fmla="*/ 190163 h 232786"/>
                <a:gd name="connsiteX240" fmla="*/ 60656 w 175409"/>
                <a:gd name="connsiteY240" fmla="*/ 188524 h 232786"/>
                <a:gd name="connsiteX241" fmla="*/ 63935 w 175409"/>
                <a:gd name="connsiteY241" fmla="*/ 188524 h 232786"/>
                <a:gd name="connsiteX242" fmla="*/ 67212 w 175409"/>
                <a:gd name="connsiteY242" fmla="*/ 186885 h 232786"/>
                <a:gd name="connsiteX243" fmla="*/ 70491 w 175409"/>
                <a:gd name="connsiteY243" fmla="*/ 188524 h 232786"/>
                <a:gd name="connsiteX244" fmla="*/ 75409 w 175409"/>
                <a:gd name="connsiteY244" fmla="*/ 190163 h 232786"/>
                <a:gd name="connsiteX245" fmla="*/ 75409 w 175409"/>
                <a:gd name="connsiteY245" fmla="*/ 190163 h 232786"/>
                <a:gd name="connsiteX246" fmla="*/ 73770 w 175409"/>
                <a:gd name="connsiteY246" fmla="*/ 188524 h 232786"/>
                <a:gd name="connsiteX247" fmla="*/ 70491 w 175409"/>
                <a:gd name="connsiteY247" fmla="*/ 186885 h 232786"/>
                <a:gd name="connsiteX248" fmla="*/ 67212 w 175409"/>
                <a:gd name="connsiteY248" fmla="*/ 185245 h 232786"/>
                <a:gd name="connsiteX249" fmla="*/ 62295 w 175409"/>
                <a:gd name="connsiteY249" fmla="*/ 185245 h 232786"/>
                <a:gd name="connsiteX250" fmla="*/ 59016 w 175409"/>
                <a:gd name="connsiteY250" fmla="*/ 186885 h 232786"/>
                <a:gd name="connsiteX251" fmla="*/ 59016 w 175409"/>
                <a:gd name="connsiteY251" fmla="*/ 183606 h 232786"/>
                <a:gd name="connsiteX252" fmla="*/ 54098 w 175409"/>
                <a:gd name="connsiteY252" fmla="*/ 183606 h 232786"/>
                <a:gd name="connsiteX253" fmla="*/ 52459 w 175409"/>
                <a:gd name="connsiteY253" fmla="*/ 180327 h 232786"/>
                <a:gd name="connsiteX254" fmla="*/ 52459 w 175409"/>
                <a:gd name="connsiteY254" fmla="*/ 175409 h 232786"/>
                <a:gd name="connsiteX255" fmla="*/ 52459 w 175409"/>
                <a:gd name="connsiteY255" fmla="*/ 172130 h 232786"/>
                <a:gd name="connsiteX256" fmla="*/ 52459 w 175409"/>
                <a:gd name="connsiteY256" fmla="*/ 168852 h 232786"/>
                <a:gd name="connsiteX257" fmla="*/ 54098 w 175409"/>
                <a:gd name="connsiteY257" fmla="*/ 163934 h 232786"/>
                <a:gd name="connsiteX258" fmla="*/ 54098 w 175409"/>
                <a:gd name="connsiteY258" fmla="*/ 160655 h 232786"/>
                <a:gd name="connsiteX259" fmla="*/ 52459 w 175409"/>
                <a:gd name="connsiteY259" fmla="*/ 157376 h 232786"/>
                <a:gd name="connsiteX260" fmla="*/ 49180 w 175409"/>
                <a:gd name="connsiteY260" fmla="*/ 155737 h 232786"/>
                <a:gd name="connsiteX261" fmla="*/ 49180 w 175409"/>
                <a:gd name="connsiteY261" fmla="*/ 152458 h 232786"/>
                <a:gd name="connsiteX262" fmla="*/ 49180 w 175409"/>
                <a:gd name="connsiteY262" fmla="*/ 149180 h 232786"/>
                <a:gd name="connsiteX263" fmla="*/ 45901 w 175409"/>
                <a:gd name="connsiteY263" fmla="*/ 150819 h 232786"/>
                <a:gd name="connsiteX264" fmla="*/ 42622 w 175409"/>
                <a:gd name="connsiteY264" fmla="*/ 149180 h 232786"/>
                <a:gd name="connsiteX265" fmla="*/ 37705 w 175409"/>
                <a:gd name="connsiteY265" fmla="*/ 149180 h 232786"/>
                <a:gd name="connsiteX266" fmla="*/ 34426 w 175409"/>
                <a:gd name="connsiteY266" fmla="*/ 147540 h 232786"/>
                <a:gd name="connsiteX267" fmla="*/ 31148 w 175409"/>
                <a:gd name="connsiteY267" fmla="*/ 145901 h 232786"/>
                <a:gd name="connsiteX268" fmla="*/ 27869 w 175409"/>
                <a:gd name="connsiteY268" fmla="*/ 144262 h 232786"/>
                <a:gd name="connsiteX269" fmla="*/ 24590 w 175409"/>
                <a:gd name="connsiteY269" fmla="*/ 142622 h 232786"/>
                <a:gd name="connsiteX270" fmla="*/ 21311 w 175409"/>
                <a:gd name="connsiteY270" fmla="*/ 140983 h 232786"/>
                <a:gd name="connsiteX271" fmla="*/ 22951 w 175409"/>
                <a:gd name="connsiteY271" fmla="*/ 144262 h 232786"/>
                <a:gd name="connsiteX272" fmla="*/ 19672 w 175409"/>
                <a:gd name="connsiteY272" fmla="*/ 147540 h 232786"/>
                <a:gd name="connsiteX273" fmla="*/ 18032 w 175409"/>
                <a:gd name="connsiteY273" fmla="*/ 144262 h 232786"/>
                <a:gd name="connsiteX274" fmla="*/ 14754 w 175409"/>
                <a:gd name="connsiteY274" fmla="*/ 140983 h 232786"/>
                <a:gd name="connsiteX275" fmla="*/ 11476 w 175409"/>
                <a:gd name="connsiteY275" fmla="*/ 137704 h 232786"/>
                <a:gd name="connsiteX276" fmla="*/ 8197 w 175409"/>
                <a:gd name="connsiteY276" fmla="*/ 137704 h 232786"/>
                <a:gd name="connsiteX277" fmla="*/ 3279 w 175409"/>
                <a:gd name="connsiteY277" fmla="*/ 134426 h 232786"/>
                <a:gd name="connsiteX278" fmla="*/ 3279 w 175409"/>
                <a:gd name="connsiteY278" fmla="*/ 131147 h 232786"/>
                <a:gd name="connsiteX279" fmla="*/ 1639 w 175409"/>
                <a:gd name="connsiteY279" fmla="*/ 129508 h 232786"/>
                <a:gd name="connsiteX280" fmla="*/ 4918 w 175409"/>
                <a:gd name="connsiteY280" fmla="*/ 129508 h 232786"/>
                <a:gd name="connsiteX281" fmla="*/ 4918 w 175409"/>
                <a:gd name="connsiteY281" fmla="*/ 129508 h 232786"/>
                <a:gd name="connsiteX282" fmla="*/ 4918 w 175409"/>
                <a:gd name="connsiteY282" fmla="*/ 127868 h 232786"/>
                <a:gd name="connsiteX283" fmla="*/ 0 w 175409"/>
                <a:gd name="connsiteY283" fmla="*/ 126229 h 232786"/>
                <a:gd name="connsiteX284" fmla="*/ 0 w 175409"/>
                <a:gd name="connsiteY284" fmla="*/ 126229 h 23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</a:cxnLst>
              <a:rect l="l" t="t" r="r" b="b"/>
              <a:pathLst>
                <a:path w="175409" h="232786">
                  <a:moveTo>
                    <a:pt x="0" y="126229"/>
                  </a:moveTo>
                  <a:lnTo>
                    <a:pt x="0" y="124590"/>
                  </a:lnTo>
                  <a:lnTo>
                    <a:pt x="3279" y="121311"/>
                  </a:lnTo>
                  <a:lnTo>
                    <a:pt x="4918" y="118032"/>
                  </a:lnTo>
                  <a:lnTo>
                    <a:pt x="8197" y="114754"/>
                  </a:lnTo>
                  <a:lnTo>
                    <a:pt x="9836" y="109836"/>
                  </a:lnTo>
                  <a:lnTo>
                    <a:pt x="13114" y="109836"/>
                  </a:lnTo>
                  <a:lnTo>
                    <a:pt x="13114" y="109836"/>
                  </a:lnTo>
                  <a:lnTo>
                    <a:pt x="14754" y="109836"/>
                  </a:lnTo>
                  <a:lnTo>
                    <a:pt x="14754" y="106557"/>
                  </a:lnTo>
                  <a:lnTo>
                    <a:pt x="19672" y="103278"/>
                  </a:lnTo>
                  <a:lnTo>
                    <a:pt x="22951" y="101639"/>
                  </a:lnTo>
                  <a:lnTo>
                    <a:pt x="22951" y="101639"/>
                  </a:lnTo>
                  <a:lnTo>
                    <a:pt x="26229" y="101639"/>
                  </a:lnTo>
                  <a:lnTo>
                    <a:pt x="27869" y="98360"/>
                  </a:lnTo>
                  <a:lnTo>
                    <a:pt x="31148" y="96721"/>
                  </a:lnTo>
                  <a:lnTo>
                    <a:pt x="31148" y="93442"/>
                  </a:lnTo>
                  <a:lnTo>
                    <a:pt x="31148" y="91803"/>
                  </a:lnTo>
                  <a:lnTo>
                    <a:pt x="36066" y="91803"/>
                  </a:lnTo>
                  <a:lnTo>
                    <a:pt x="39344" y="91803"/>
                  </a:lnTo>
                  <a:lnTo>
                    <a:pt x="40983" y="86885"/>
                  </a:lnTo>
                  <a:lnTo>
                    <a:pt x="42622" y="83606"/>
                  </a:lnTo>
                  <a:lnTo>
                    <a:pt x="44262" y="80328"/>
                  </a:lnTo>
                  <a:lnTo>
                    <a:pt x="45901" y="78688"/>
                  </a:lnTo>
                  <a:lnTo>
                    <a:pt x="45901" y="75410"/>
                  </a:lnTo>
                  <a:lnTo>
                    <a:pt x="47541" y="72131"/>
                  </a:lnTo>
                  <a:lnTo>
                    <a:pt x="47541" y="68852"/>
                  </a:lnTo>
                  <a:lnTo>
                    <a:pt x="47541" y="67213"/>
                  </a:lnTo>
                  <a:lnTo>
                    <a:pt x="47541" y="63934"/>
                  </a:lnTo>
                  <a:lnTo>
                    <a:pt x="47541" y="60656"/>
                  </a:lnTo>
                  <a:lnTo>
                    <a:pt x="45901" y="57377"/>
                  </a:lnTo>
                  <a:lnTo>
                    <a:pt x="47541" y="57377"/>
                  </a:lnTo>
                  <a:lnTo>
                    <a:pt x="52459" y="54098"/>
                  </a:lnTo>
                  <a:lnTo>
                    <a:pt x="54098" y="50820"/>
                  </a:lnTo>
                  <a:lnTo>
                    <a:pt x="57377" y="52459"/>
                  </a:lnTo>
                  <a:lnTo>
                    <a:pt x="60656" y="55738"/>
                  </a:lnTo>
                  <a:lnTo>
                    <a:pt x="62295" y="57377"/>
                  </a:lnTo>
                  <a:lnTo>
                    <a:pt x="65573" y="60656"/>
                  </a:lnTo>
                  <a:lnTo>
                    <a:pt x="70491" y="63934"/>
                  </a:lnTo>
                  <a:lnTo>
                    <a:pt x="73770" y="63934"/>
                  </a:lnTo>
                  <a:lnTo>
                    <a:pt x="77049" y="65573"/>
                  </a:lnTo>
                  <a:lnTo>
                    <a:pt x="80328" y="65573"/>
                  </a:lnTo>
                  <a:lnTo>
                    <a:pt x="83606" y="67213"/>
                  </a:lnTo>
                  <a:lnTo>
                    <a:pt x="88525" y="68852"/>
                  </a:lnTo>
                  <a:lnTo>
                    <a:pt x="91802" y="67213"/>
                  </a:lnTo>
                  <a:lnTo>
                    <a:pt x="95081" y="68852"/>
                  </a:lnTo>
                  <a:lnTo>
                    <a:pt x="98360" y="67213"/>
                  </a:lnTo>
                  <a:lnTo>
                    <a:pt x="99999" y="67213"/>
                  </a:lnTo>
                  <a:lnTo>
                    <a:pt x="104918" y="68852"/>
                  </a:lnTo>
                  <a:lnTo>
                    <a:pt x="108196" y="68852"/>
                  </a:lnTo>
                  <a:lnTo>
                    <a:pt x="108196" y="63934"/>
                  </a:lnTo>
                  <a:lnTo>
                    <a:pt x="108196" y="60656"/>
                  </a:lnTo>
                  <a:lnTo>
                    <a:pt x="103278" y="57377"/>
                  </a:lnTo>
                  <a:lnTo>
                    <a:pt x="99999" y="55738"/>
                  </a:lnTo>
                  <a:lnTo>
                    <a:pt x="98360" y="54098"/>
                  </a:lnTo>
                  <a:lnTo>
                    <a:pt x="98360" y="54098"/>
                  </a:lnTo>
                  <a:lnTo>
                    <a:pt x="95081" y="50820"/>
                  </a:lnTo>
                  <a:lnTo>
                    <a:pt x="93442" y="49180"/>
                  </a:lnTo>
                  <a:lnTo>
                    <a:pt x="90164" y="44262"/>
                  </a:lnTo>
                  <a:lnTo>
                    <a:pt x="88525" y="42623"/>
                  </a:lnTo>
                  <a:lnTo>
                    <a:pt x="93442" y="40983"/>
                  </a:lnTo>
                  <a:lnTo>
                    <a:pt x="96721" y="40983"/>
                  </a:lnTo>
                  <a:lnTo>
                    <a:pt x="99999" y="40983"/>
                  </a:lnTo>
                  <a:lnTo>
                    <a:pt x="103278" y="40983"/>
                  </a:lnTo>
                  <a:lnTo>
                    <a:pt x="103278" y="42623"/>
                  </a:lnTo>
                  <a:lnTo>
                    <a:pt x="106557" y="42623"/>
                  </a:lnTo>
                  <a:lnTo>
                    <a:pt x="109836" y="40983"/>
                  </a:lnTo>
                  <a:lnTo>
                    <a:pt x="114754" y="40983"/>
                  </a:lnTo>
                  <a:lnTo>
                    <a:pt x="118032" y="40983"/>
                  </a:lnTo>
                  <a:lnTo>
                    <a:pt x="121311" y="37705"/>
                  </a:lnTo>
                  <a:lnTo>
                    <a:pt x="124589" y="34426"/>
                  </a:lnTo>
                  <a:lnTo>
                    <a:pt x="124589" y="31148"/>
                  </a:lnTo>
                  <a:lnTo>
                    <a:pt x="122950" y="27869"/>
                  </a:lnTo>
                  <a:lnTo>
                    <a:pt x="124589" y="24590"/>
                  </a:lnTo>
                  <a:lnTo>
                    <a:pt x="127868" y="22951"/>
                  </a:lnTo>
                  <a:lnTo>
                    <a:pt x="131147" y="24590"/>
                  </a:lnTo>
                  <a:lnTo>
                    <a:pt x="131147" y="24590"/>
                  </a:lnTo>
                  <a:lnTo>
                    <a:pt x="132786" y="24590"/>
                  </a:lnTo>
                  <a:lnTo>
                    <a:pt x="136065" y="22951"/>
                  </a:lnTo>
                  <a:lnTo>
                    <a:pt x="136065" y="19672"/>
                  </a:lnTo>
                  <a:lnTo>
                    <a:pt x="134426" y="16393"/>
                  </a:lnTo>
                  <a:lnTo>
                    <a:pt x="132786" y="11476"/>
                  </a:lnTo>
                  <a:lnTo>
                    <a:pt x="132786" y="11476"/>
                  </a:lnTo>
                  <a:lnTo>
                    <a:pt x="131147" y="8197"/>
                  </a:lnTo>
                  <a:lnTo>
                    <a:pt x="131147" y="4918"/>
                  </a:lnTo>
                  <a:lnTo>
                    <a:pt x="129508" y="0"/>
                  </a:lnTo>
                  <a:lnTo>
                    <a:pt x="129508" y="0"/>
                  </a:lnTo>
                  <a:lnTo>
                    <a:pt x="134426" y="0"/>
                  </a:lnTo>
                  <a:lnTo>
                    <a:pt x="134426" y="0"/>
                  </a:lnTo>
                  <a:lnTo>
                    <a:pt x="137705" y="0"/>
                  </a:lnTo>
                  <a:lnTo>
                    <a:pt x="142623" y="3279"/>
                  </a:lnTo>
                  <a:lnTo>
                    <a:pt x="145901" y="3279"/>
                  </a:lnTo>
                  <a:lnTo>
                    <a:pt x="145901" y="4918"/>
                  </a:lnTo>
                  <a:lnTo>
                    <a:pt x="147540" y="8197"/>
                  </a:lnTo>
                  <a:lnTo>
                    <a:pt x="149179" y="11476"/>
                  </a:lnTo>
                  <a:lnTo>
                    <a:pt x="152458" y="13115"/>
                  </a:lnTo>
                  <a:lnTo>
                    <a:pt x="157376" y="14754"/>
                  </a:lnTo>
                  <a:lnTo>
                    <a:pt x="159016" y="16393"/>
                  </a:lnTo>
                  <a:lnTo>
                    <a:pt x="162295" y="18033"/>
                  </a:lnTo>
                  <a:lnTo>
                    <a:pt x="163934" y="19672"/>
                  </a:lnTo>
                  <a:lnTo>
                    <a:pt x="165573" y="21311"/>
                  </a:lnTo>
                  <a:lnTo>
                    <a:pt x="168851" y="24590"/>
                  </a:lnTo>
                  <a:lnTo>
                    <a:pt x="172130" y="26229"/>
                  </a:lnTo>
                  <a:lnTo>
                    <a:pt x="175409" y="29508"/>
                  </a:lnTo>
                  <a:lnTo>
                    <a:pt x="172130" y="31148"/>
                  </a:lnTo>
                  <a:lnTo>
                    <a:pt x="168851" y="27869"/>
                  </a:lnTo>
                  <a:lnTo>
                    <a:pt x="165573" y="29508"/>
                  </a:lnTo>
                  <a:lnTo>
                    <a:pt x="165573" y="32787"/>
                  </a:lnTo>
                  <a:lnTo>
                    <a:pt x="160655" y="34426"/>
                  </a:lnTo>
                  <a:lnTo>
                    <a:pt x="160655" y="37705"/>
                  </a:lnTo>
                  <a:lnTo>
                    <a:pt x="159016" y="42623"/>
                  </a:lnTo>
                  <a:lnTo>
                    <a:pt x="157376" y="42623"/>
                  </a:lnTo>
                  <a:lnTo>
                    <a:pt x="159016" y="44262"/>
                  </a:lnTo>
                  <a:lnTo>
                    <a:pt x="157376" y="44262"/>
                  </a:lnTo>
                  <a:lnTo>
                    <a:pt x="157376" y="49180"/>
                  </a:lnTo>
                  <a:lnTo>
                    <a:pt x="157376" y="52459"/>
                  </a:lnTo>
                  <a:lnTo>
                    <a:pt x="155737" y="55738"/>
                  </a:lnTo>
                  <a:lnTo>
                    <a:pt x="155737" y="59016"/>
                  </a:lnTo>
                  <a:lnTo>
                    <a:pt x="157376" y="63934"/>
                  </a:lnTo>
                  <a:lnTo>
                    <a:pt x="160655" y="67213"/>
                  </a:lnTo>
                  <a:lnTo>
                    <a:pt x="163934" y="68852"/>
                  </a:lnTo>
                  <a:lnTo>
                    <a:pt x="165573" y="72131"/>
                  </a:lnTo>
                  <a:lnTo>
                    <a:pt x="165573" y="75410"/>
                  </a:lnTo>
                  <a:lnTo>
                    <a:pt x="167213" y="78688"/>
                  </a:lnTo>
                  <a:lnTo>
                    <a:pt x="168851" y="81967"/>
                  </a:lnTo>
                  <a:lnTo>
                    <a:pt x="170491" y="85246"/>
                  </a:lnTo>
                  <a:lnTo>
                    <a:pt x="173769" y="90164"/>
                  </a:lnTo>
                  <a:lnTo>
                    <a:pt x="170491" y="93442"/>
                  </a:lnTo>
                  <a:lnTo>
                    <a:pt x="167213" y="95082"/>
                  </a:lnTo>
                  <a:lnTo>
                    <a:pt x="163934" y="96721"/>
                  </a:lnTo>
                  <a:lnTo>
                    <a:pt x="160655" y="101639"/>
                  </a:lnTo>
                  <a:lnTo>
                    <a:pt x="160655" y="104918"/>
                  </a:lnTo>
                  <a:lnTo>
                    <a:pt x="160655" y="104918"/>
                  </a:lnTo>
                  <a:lnTo>
                    <a:pt x="159016" y="109836"/>
                  </a:lnTo>
                  <a:lnTo>
                    <a:pt x="155737" y="111475"/>
                  </a:lnTo>
                  <a:lnTo>
                    <a:pt x="152458" y="114754"/>
                  </a:lnTo>
                  <a:lnTo>
                    <a:pt x="149179" y="118032"/>
                  </a:lnTo>
                  <a:lnTo>
                    <a:pt x="149179" y="122950"/>
                  </a:lnTo>
                  <a:lnTo>
                    <a:pt x="144261" y="126229"/>
                  </a:lnTo>
                  <a:lnTo>
                    <a:pt x="140983" y="127868"/>
                  </a:lnTo>
                  <a:lnTo>
                    <a:pt x="137705" y="129508"/>
                  </a:lnTo>
                  <a:lnTo>
                    <a:pt x="134426" y="127868"/>
                  </a:lnTo>
                  <a:lnTo>
                    <a:pt x="129508" y="129508"/>
                  </a:lnTo>
                  <a:lnTo>
                    <a:pt x="127868" y="132786"/>
                  </a:lnTo>
                  <a:lnTo>
                    <a:pt x="126229" y="136065"/>
                  </a:lnTo>
                  <a:lnTo>
                    <a:pt x="122950" y="137704"/>
                  </a:lnTo>
                  <a:lnTo>
                    <a:pt x="119671" y="140983"/>
                  </a:lnTo>
                  <a:lnTo>
                    <a:pt x="121311" y="144262"/>
                  </a:lnTo>
                  <a:lnTo>
                    <a:pt x="124589" y="147540"/>
                  </a:lnTo>
                  <a:lnTo>
                    <a:pt x="124589" y="150819"/>
                  </a:lnTo>
                  <a:lnTo>
                    <a:pt x="126229" y="154098"/>
                  </a:lnTo>
                  <a:lnTo>
                    <a:pt x="127868" y="159016"/>
                  </a:lnTo>
                  <a:lnTo>
                    <a:pt x="124589" y="154098"/>
                  </a:lnTo>
                  <a:lnTo>
                    <a:pt x="122950" y="155737"/>
                  </a:lnTo>
                  <a:lnTo>
                    <a:pt x="124589" y="159016"/>
                  </a:lnTo>
                  <a:lnTo>
                    <a:pt x="124589" y="163934"/>
                  </a:lnTo>
                  <a:lnTo>
                    <a:pt x="127868" y="165573"/>
                  </a:lnTo>
                  <a:lnTo>
                    <a:pt x="131147" y="165573"/>
                  </a:lnTo>
                  <a:lnTo>
                    <a:pt x="132786" y="167213"/>
                  </a:lnTo>
                  <a:lnTo>
                    <a:pt x="136065" y="167213"/>
                  </a:lnTo>
                  <a:lnTo>
                    <a:pt x="139344" y="168852"/>
                  </a:lnTo>
                  <a:lnTo>
                    <a:pt x="144261" y="170491"/>
                  </a:lnTo>
                  <a:lnTo>
                    <a:pt x="147540" y="173770"/>
                  </a:lnTo>
                  <a:lnTo>
                    <a:pt x="150819" y="177048"/>
                  </a:lnTo>
                  <a:lnTo>
                    <a:pt x="154098" y="180327"/>
                  </a:lnTo>
                  <a:lnTo>
                    <a:pt x="159016" y="180327"/>
                  </a:lnTo>
                  <a:lnTo>
                    <a:pt x="162295" y="183606"/>
                  </a:lnTo>
                  <a:lnTo>
                    <a:pt x="165573" y="185245"/>
                  </a:lnTo>
                  <a:lnTo>
                    <a:pt x="168851" y="186885"/>
                  </a:lnTo>
                  <a:lnTo>
                    <a:pt x="172130" y="190163"/>
                  </a:lnTo>
                  <a:lnTo>
                    <a:pt x="172130" y="191803"/>
                  </a:lnTo>
                  <a:lnTo>
                    <a:pt x="172130" y="195081"/>
                  </a:lnTo>
                  <a:lnTo>
                    <a:pt x="173769" y="198360"/>
                  </a:lnTo>
                  <a:lnTo>
                    <a:pt x="170491" y="203278"/>
                  </a:lnTo>
                  <a:lnTo>
                    <a:pt x="167213" y="204917"/>
                  </a:lnTo>
                  <a:lnTo>
                    <a:pt x="163934" y="203278"/>
                  </a:lnTo>
                  <a:lnTo>
                    <a:pt x="159016" y="204917"/>
                  </a:lnTo>
                  <a:lnTo>
                    <a:pt x="157376" y="203278"/>
                  </a:lnTo>
                  <a:lnTo>
                    <a:pt x="155737" y="203278"/>
                  </a:lnTo>
                  <a:lnTo>
                    <a:pt x="152458" y="203278"/>
                  </a:lnTo>
                  <a:lnTo>
                    <a:pt x="147540" y="204917"/>
                  </a:lnTo>
                  <a:lnTo>
                    <a:pt x="147540" y="204917"/>
                  </a:lnTo>
                  <a:lnTo>
                    <a:pt x="142623" y="203278"/>
                  </a:lnTo>
                  <a:lnTo>
                    <a:pt x="139344" y="203278"/>
                  </a:lnTo>
                  <a:lnTo>
                    <a:pt x="136065" y="204917"/>
                  </a:lnTo>
                  <a:lnTo>
                    <a:pt x="131147" y="208196"/>
                  </a:lnTo>
                  <a:lnTo>
                    <a:pt x="131147" y="211475"/>
                  </a:lnTo>
                  <a:lnTo>
                    <a:pt x="131147" y="213114"/>
                  </a:lnTo>
                  <a:lnTo>
                    <a:pt x="129508" y="216393"/>
                  </a:lnTo>
                  <a:lnTo>
                    <a:pt x="126229" y="219671"/>
                  </a:lnTo>
                  <a:lnTo>
                    <a:pt x="126229" y="221310"/>
                  </a:lnTo>
                  <a:lnTo>
                    <a:pt x="127868" y="224589"/>
                  </a:lnTo>
                  <a:lnTo>
                    <a:pt x="124589" y="226229"/>
                  </a:lnTo>
                  <a:lnTo>
                    <a:pt x="119671" y="224589"/>
                  </a:lnTo>
                  <a:lnTo>
                    <a:pt x="116393" y="222950"/>
                  </a:lnTo>
                  <a:lnTo>
                    <a:pt x="113115" y="224589"/>
                  </a:lnTo>
                  <a:lnTo>
                    <a:pt x="109836" y="224589"/>
                  </a:lnTo>
                  <a:lnTo>
                    <a:pt x="111475" y="229507"/>
                  </a:lnTo>
                  <a:lnTo>
                    <a:pt x="106557" y="226229"/>
                  </a:lnTo>
                  <a:lnTo>
                    <a:pt x="103278" y="224589"/>
                  </a:lnTo>
                  <a:lnTo>
                    <a:pt x="99999" y="224589"/>
                  </a:lnTo>
                  <a:lnTo>
                    <a:pt x="95081" y="221310"/>
                  </a:lnTo>
                  <a:lnTo>
                    <a:pt x="91802" y="218032"/>
                  </a:lnTo>
                  <a:lnTo>
                    <a:pt x="88525" y="216393"/>
                  </a:lnTo>
                  <a:lnTo>
                    <a:pt x="85246" y="216393"/>
                  </a:lnTo>
                  <a:lnTo>
                    <a:pt x="88525" y="219671"/>
                  </a:lnTo>
                  <a:lnTo>
                    <a:pt x="91802" y="221310"/>
                  </a:lnTo>
                  <a:lnTo>
                    <a:pt x="88525" y="221310"/>
                  </a:lnTo>
                  <a:lnTo>
                    <a:pt x="90164" y="224589"/>
                  </a:lnTo>
                  <a:lnTo>
                    <a:pt x="86885" y="229507"/>
                  </a:lnTo>
                  <a:lnTo>
                    <a:pt x="83606" y="232786"/>
                  </a:lnTo>
                  <a:lnTo>
                    <a:pt x="81967" y="227868"/>
                  </a:lnTo>
                  <a:lnTo>
                    <a:pt x="85246" y="226229"/>
                  </a:lnTo>
                  <a:lnTo>
                    <a:pt x="83606" y="221310"/>
                  </a:lnTo>
                  <a:lnTo>
                    <a:pt x="80328" y="221310"/>
                  </a:lnTo>
                  <a:lnTo>
                    <a:pt x="80328" y="226229"/>
                  </a:lnTo>
                  <a:lnTo>
                    <a:pt x="75409" y="221310"/>
                  </a:lnTo>
                  <a:lnTo>
                    <a:pt x="72131" y="222950"/>
                  </a:lnTo>
                  <a:lnTo>
                    <a:pt x="68852" y="222950"/>
                  </a:lnTo>
                  <a:lnTo>
                    <a:pt x="65573" y="221310"/>
                  </a:lnTo>
                  <a:lnTo>
                    <a:pt x="65573" y="219671"/>
                  </a:lnTo>
                  <a:lnTo>
                    <a:pt x="68852" y="219671"/>
                  </a:lnTo>
                  <a:lnTo>
                    <a:pt x="67212" y="216393"/>
                  </a:lnTo>
                  <a:lnTo>
                    <a:pt x="72131" y="216393"/>
                  </a:lnTo>
                  <a:lnTo>
                    <a:pt x="67212" y="213114"/>
                  </a:lnTo>
                  <a:lnTo>
                    <a:pt x="63935" y="214753"/>
                  </a:lnTo>
                  <a:lnTo>
                    <a:pt x="62295" y="214753"/>
                  </a:lnTo>
                  <a:lnTo>
                    <a:pt x="59016" y="213114"/>
                  </a:lnTo>
                  <a:lnTo>
                    <a:pt x="55738" y="213114"/>
                  </a:lnTo>
                  <a:lnTo>
                    <a:pt x="52459" y="213114"/>
                  </a:lnTo>
                  <a:lnTo>
                    <a:pt x="54098" y="209835"/>
                  </a:lnTo>
                  <a:lnTo>
                    <a:pt x="57377" y="209835"/>
                  </a:lnTo>
                  <a:lnTo>
                    <a:pt x="54098" y="206557"/>
                  </a:lnTo>
                  <a:lnTo>
                    <a:pt x="54098" y="201638"/>
                  </a:lnTo>
                  <a:lnTo>
                    <a:pt x="54098" y="198360"/>
                  </a:lnTo>
                  <a:lnTo>
                    <a:pt x="54098" y="196720"/>
                  </a:lnTo>
                  <a:lnTo>
                    <a:pt x="54098" y="193442"/>
                  </a:lnTo>
                  <a:lnTo>
                    <a:pt x="52459" y="191803"/>
                  </a:lnTo>
                  <a:lnTo>
                    <a:pt x="57377" y="193442"/>
                  </a:lnTo>
                  <a:lnTo>
                    <a:pt x="55738" y="190163"/>
                  </a:lnTo>
                  <a:lnTo>
                    <a:pt x="60656" y="188524"/>
                  </a:lnTo>
                  <a:lnTo>
                    <a:pt x="63935" y="188524"/>
                  </a:lnTo>
                  <a:lnTo>
                    <a:pt x="67212" y="186885"/>
                  </a:lnTo>
                  <a:lnTo>
                    <a:pt x="70491" y="188524"/>
                  </a:lnTo>
                  <a:lnTo>
                    <a:pt x="75409" y="190163"/>
                  </a:lnTo>
                  <a:lnTo>
                    <a:pt x="75409" y="190163"/>
                  </a:lnTo>
                  <a:lnTo>
                    <a:pt x="73770" y="188524"/>
                  </a:lnTo>
                  <a:lnTo>
                    <a:pt x="70491" y="186885"/>
                  </a:lnTo>
                  <a:lnTo>
                    <a:pt x="67212" y="185245"/>
                  </a:lnTo>
                  <a:lnTo>
                    <a:pt x="62295" y="185245"/>
                  </a:lnTo>
                  <a:lnTo>
                    <a:pt x="59016" y="186885"/>
                  </a:lnTo>
                  <a:lnTo>
                    <a:pt x="59016" y="183606"/>
                  </a:lnTo>
                  <a:lnTo>
                    <a:pt x="54098" y="183606"/>
                  </a:lnTo>
                  <a:lnTo>
                    <a:pt x="52459" y="180327"/>
                  </a:lnTo>
                  <a:lnTo>
                    <a:pt x="52459" y="175409"/>
                  </a:lnTo>
                  <a:lnTo>
                    <a:pt x="52459" y="172130"/>
                  </a:lnTo>
                  <a:lnTo>
                    <a:pt x="52459" y="168852"/>
                  </a:lnTo>
                  <a:lnTo>
                    <a:pt x="54098" y="163934"/>
                  </a:lnTo>
                  <a:lnTo>
                    <a:pt x="54098" y="160655"/>
                  </a:lnTo>
                  <a:lnTo>
                    <a:pt x="52459" y="157376"/>
                  </a:lnTo>
                  <a:lnTo>
                    <a:pt x="49180" y="155737"/>
                  </a:lnTo>
                  <a:lnTo>
                    <a:pt x="49180" y="152458"/>
                  </a:lnTo>
                  <a:lnTo>
                    <a:pt x="49180" y="149180"/>
                  </a:lnTo>
                  <a:lnTo>
                    <a:pt x="45901" y="150819"/>
                  </a:lnTo>
                  <a:lnTo>
                    <a:pt x="42622" y="149180"/>
                  </a:lnTo>
                  <a:lnTo>
                    <a:pt x="37705" y="149180"/>
                  </a:lnTo>
                  <a:lnTo>
                    <a:pt x="34426" y="147540"/>
                  </a:lnTo>
                  <a:lnTo>
                    <a:pt x="31148" y="145901"/>
                  </a:lnTo>
                  <a:lnTo>
                    <a:pt x="27869" y="144262"/>
                  </a:lnTo>
                  <a:lnTo>
                    <a:pt x="24590" y="142622"/>
                  </a:lnTo>
                  <a:lnTo>
                    <a:pt x="21311" y="140983"/>
                  </a:lnTo>
                  <a:lnTo>
                    <a:pt x="22951" y="144262"/>
                  </a:lnTo>
                  <a:lnTo>
                    <a:pt x="19672" y="147540"/>
                  </a:lnTo>
                  <a:lnTo>
                    <a:pt x="18032" y="144262"/>
                  </a:lnTo>
                  <a:lnTo>
                    <a:pt x="14754" y="140983"/>
                  </a:lnTo>
                  <a:lnTo>
                    <a:pt x="11476" y="137704"/>
                  </a:lnTo>
                  <a:lnTo>
                    <a:pt x="8197" y="137704"/>
                  </a:lnTo>
                  <a:lnTo>
                    <a:pt x="3279" y="134426"/>
                  </a:lnTo>
                  <a:lnTo>
                    <a:pt x="3279" y="131147"/>
                  </a:lnTo>
                  <a:lnTo>
                    <a:pt x="1639" y="129508"/>
                  </a:lnTo>
                  <a:lnTo>
                    <a:pt x="4918" y="129508"/>
                  </a:lnTo>
                  <a:lnTo>
                    <a:pt x="4918" y="129508"/>
                  </a:lnTo>
                  <a:lnTo>
                    <a:pt x="4918" y="127868"/>
                  </a:lnTo>
                  <a:lnTo>
                    <a:pt x="0" y="126229"/>
                  </a:lnTo>
                  <a:lnTo>
                    <a:pt x="0" y="1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43" name="Freeform 4042">
              <a:extLst>
                <a:ext uri="{FF2B5EF4-FFF2-40B4-BE49-F238E27FC236}">
                  <a16:creationId xmlns:a16="http://schemas.microsoft.com/office/drawing/2014/main" id="{8136EBC3-7255-F444-8FC1-BF2A9B23AD0B}"/>
                </a:ext>
              </a:extLst>
            </p:cNvPr>
            <p:cNvSpPr/>
            <p:nvPr/>
          </p:nvSpPr>
          <p:spPr>
            <a:xfrm>
              <a:off x="2684540" y="3567358"/>
              <a:ext cx="6557" cy="6557"/>
            </a:xfrm>
            <a:custGeom>
              <a:avLst/>
              <a:gdLst>
                <a:gd name="connsiteX0" fmla="*/ 1639 w 6557"/>
                <a:gd name="connsiteY0" fmla="*/ 3279 h 6557"/>
                <a:gd name="connsiteX1" fmla="*/ 0 w 6557"/>
                <a:gd name="connsiteY1" fmla="*/ 0 h 6557"/>
                <a:gd name="connsiteX2" fmla="*/ 1639 w 6557"/>
                <a:gd name="connsiteY2" fmla="*/ 0 h 6557"/>
                <a:gd name="connsiteX3" fmla="*/ 4918 w 6557"/>
                <a:gd name="connsiteY3" fmla="*/ 3279 h 6557"/>
                <a:gd name="connsiteX4" fmla="*/ 6557 w 6557"/>
                <a:gd name="connsiteY4" fmla="*/ 6557 h 6557"/>
                <a:gd name="connsiteX5" fmla="*/ 3279 w 6557"/>
                <a:gd name="connsiteY5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6557">
                  <a:moveTo>
                    <a:pt x="1639" y="3279"/>
                  </a:moveTo>
                  <a:lnTo>
                    <a:pt x="0" y="0"/>
                  </a:lnTo>
                  <a:lnTo>
                    <a:pt x="1639" y="0"/>
                  </a:lnTo>
                  <a:lnTo>
                    <a:pt x="4918" y="3279"/>
                  </a:lnTo>
                  <a:lnTo>
                    <a:pt x="6557" y="6557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44" name="Freeform 4043">
              <a:extLst>
                <a:ext uri="{FF2B5EF4-FFF2-40B4-BE49-F238E27FC236}">
                  <a16:creationId xmlns:a16="http://schemas.microsoft.com/office/drawing/2014/main" id="{2336D2AD-71AC-4443-AEBF-DCF468243886}"/>
                </a:ext>
              </a:extLst>
            </p:cNvPr>
            <p:cNvSpPr/>
            <p:nvPr/>
          </p:nvSpPr>
          <p:spPr>
            <a:xfrm>
              <a:off x="2717326" y="3577194"/>
              <a:ext cx="16393" cy="13114"/>
            </a:xfrm>
            <a:custGeom>
              <a:avLst/>
              <a:gdLst>
                <a:gd name="connsiteX0" fmla="*/ 16393 w 16393"/>
                <a:gd name="connsiteY0" fmla="*/ 13115 h 13114"/>
                <a:gd name="connsiteX1" fmla="*/ 11476 w 16393"/>
                <a:gd name="connsiteY1" fmla="*/ 13115 h 13114"/>
                <a:gd name="connsiteX2" fmla="*/ 8197 w 16393"/>
                <a:gd name="connsiteY2" fmla="*/ 11475 h 13114"/>
                <a:gd name="connsiteX3" fmla="*/ 4918 w 16393"/>
                <a:gd name="connsiteY3" fmla="*/ 6557 h 13114"/>
                <a:gd name="connsiteX4" fmla="*/ 1639 w 16393"/>
                <a:gd name="connsiteY4" fmla="*/ 3279 h 13114"/>
                <a:gd name="connsiteX5" fmla="*/ 0 w 16393"/>
                <a:gd name="connsiteY5" fmla="*/ 0 h 13114"/>
                <a:gd name="connsiteX6" fmla="*/ 4918 w 16393"/>
                <a:gd name="connsiteY6" fmla="*/ 1639 h 13114"/>
                <a:gd name="connsiteX7" fmla="*/ 4918 w 16393"/>
                <a:gd name="connsiteY7" fmla="*/ 4918 h 13114"/>
                <a:gd name="connsiteX8" fmla="*/ 9836 w 16393"/>
                <a:gd name="connsiteY8" fmla="*/ 6557 h 13114"/>
                <a:gd name="connsiteX9" fmla="*/ 13115 w 16393"/>
                <a:gd name="connsiteY9" fmla="*/ 8197 h 13114"/>
                <a:gd name="connsiteX10" fmla="*/ 14754 w 16393"/>
                <a:gd name="connsiteY10" fmla="*/ 11475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93" h="13114">
                  <a:moveTo>
                    <a:pt x="16393" y="13115"/>
                  </a:moveTo>
                  <a:lnTo>
                    <a:pt x="11476" y="13115"/>
                  </a:lnTo>
                  <a:lnTo>
                    <a:pt x="8197" y="11475"/>
                  </a:lnTo>
                  <a:lnTo>
                    <a:pt x="4918" y="6557"/>
                  </a:lnTo>
                  <a:lnTo>
                    <a:pt x="1639" y="3279"/>
                  </a:lnTo>
                  <a:lnTo>
                    <a:pt x="0" y="0"/>
                  </a:lnTo>
                  <a:lnTo>
                    <a:pt x="4918" y="1639"/>
                  </a:lnTo>
                  <a:lnTo>
                    <a:pt x="4918" y="4918"/>
                  </a:lnTo>
                  <a:lnTo>
                    <a:pt x="9836" y="6557"/>
                  </a:lnTo>
                  <a:lnTo>
                    <a:pt x="13115" y="8197"/>
                  </a:lnTo>
                  <a:lnTo>
                    <a:pt x="14754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45" name="Freeform 4044">
              <a:extLst>
                <a:ext uri="{FF2B5EF4-FFF2-40B4-BE49-F238E27FC236}">
                  <a16:creationId xmlns:a16="http://schemas.microsoft.com/office/drawing/2014/main" id="{79957B8A-06C6-5D47-8AFC-26329EB47423}"/>
                </a:ext>
              </a:extLst>
            </p:cNvPr>
            <p:cNvSpPr/>
            <p:nvPr/>
          </p:nvSpPr>
          <p:spPr>
            <a:xfrm>
              <a:off x="2746835" y="3578834"/>
              <a:ext cx="8196" cy="13114"/>
            </a:xfrm>
            <a:custGeom>
              <a:avLst/>
              <a:gdLst>
                <a:gd name="connsiteX0" fmla="*/ 4918 w 8196"/>
                <a:gd name="connsiteY0" fmla="*/ 13115 h 13114"/>
                <a:gd name="connsiteX1" fmla="*/ 3279 w 8196"/>
                <a:gd name="connsiteY1" fmla="*/ 9836 h 13114"/>
                <a:gd name="connsiteX2" fmla="*/ 3279 w 8196"/>
                <a:gd name="connsiteY2" fmla="*/ 4918 h 13114"/>
                <a:gd name="connsiteX3" fmla="*/ 0 w 8196"/>
                <a:gd name="connsiteY3" fmla="*/ 4918 h 13114"/>
                <a:gd name="connsiteX4" fmla="*/ 0 w 8196"/>
                <a:gd name="connsiteY4" fmla="*/ 0 h 13114"/>
                <a:gd name="connsiteX5" fmla="*/ 4918 w 8196"/>
                <a:gd name="connsiteY5" fmla="*/ 3279 h 13114"/>
                <a:gd name="connsiteX6" fmla="*/ 8197 w 8196"/>
                <a:gd name="connsiteY6" fmla="*/ 4918 h 13114"/>
                <a:gd name="connsiteX7" fmla="*/ 6557 w 8196"/>
                <a:gd name="connsiteY7" fmla="*/ 8197 h 13114"/>
                <a:gd name="connsiteX8" fmla="*/ 6557 w 8196"/>
                <a:gd name="connsiteY8" fmla="*/ 11475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13114">
                  <a:moveTo>
                    <a:pt x="4918" y="13115"/>
                  </a:moveTo>
                  <a:lnTo>
                    <a:pt x="3279" y="9836"/>
                  </a:lnTo>
                  <a:lnTo>
                    <a:pt x="3279" y="4918"/>
                  </a:lnTo>
                  <a:lnTo>
                    <a:pt x="0" y="4918"/>
                  </a:lnTo>
                  <a:lnTo>
                    <a:pt x="0" y="0"/>
                  </a:lnTo>
                  <a:lnTo>
                    <a:pt x="4918" y="3279"/>
                  </a:lnTo>
                  <a:lnTo>
                    <a:pt x="8197" y="4918"/>
                  </a:lnTo>
                  <a:lnTo>
                    <a:pt x="6557" y="8197"/>
                  </a:lnTo>
                  <a:lnTo>
                    <a:pt x="6557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46" name="Freeform 4045">
              <a:extLst>
                <a:ext uri="{FF2B5EF4-FFF2-40B4-BE49-F238E27FC236}">
                  <a16:creationId xmlns:a16="http://schemas.microsoft.com/office/drawing/2014/main" id="{042EE557-6379-234C-86EF-55DAC1CEBF01}"/>
                </a:ext>
              </a:extLst>
            </p:cNvPr>
            <p:cNvSpPr/>
            <p:nvPr/>
          </p:nvSpPr>
          <p:spPr>
            <a:xfrm>
              <a:off x="2081264" y="3611620"/>
              <a:ext cx="8196" cy="6557"/>
            </a:xfrm>
            <a:custGeom>
              <a:avLst/>
              <a:gdLst>
                <a:gd name="connsiteX0" fmla="*/ 4918 w 8196"/>
                <a:gd name="connsiteY0" fmla="*/ 0 h 6557"/>
                <a:gd name="connsiteX1" fmla="*/ 6557 w 8196"/>
                <a:gd name="connsiteY1" fmla="*/ 3279 h 6557"/>
                <a:gd name="connsiteX2" fmla="*/ 8197 w 8196"/>
                <a:gd name="connsiteY2" fmla="*/ 6557 h 6557"/>
                <a:gd name="connsiteX3" fmla="*/ 4918 w 8196"/>
                <a:gd name="connsiteY3" fmla="*/ 6557 h 6557"/>
                <a:gd name="connsiteX4" fmla="*/ 1639 w 8196"/>
                <a:gd name="connsiteY4" fmla="*/ 3279 h 6557"/>
                <a:gd name="connsiteX5" fmla="*/ 0 w 8196"/>
                <a:gd name="connsiteY5" fmla="*/ 0 h 6557"/>
                <a:gd name="connsiteX6" fmla="*/ 4918 w 8196"/>
                <a:gd name="connsiteY6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6557">
                  <a:moveTo>
                    <a:pt x="4918" y="0"/>
                  </a:moveTo>
                  <a:lnTo>
                    <a:pt x="6557" y="3279"/>
                  </a:lnTo>
                  <a:lnTo>
                    <a:pt x="8197" y="6557"/>
                  </a:lnTo>
                  <a:lnTo>
                    <a:pt x="4918" y="6557"/>
                  </a:lnTo>
                  <a:lnTo>
                    <a:pt x="1639" y="3279"/>
                  </a:lnTo>
                  <a:lnTo>
                    <a:pt x="0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47" name="Freeform 4046">
              <a:extLst>
                <a:ext uri="{FF2B5EF4-FFF2-40B4-BE49-F238E27FC236}">
                  <a16:creationId xmlns:a16="http://schemas.microsoft.com/office/drawing/2014/main" id="{A96F72F8-F7F9-0449-ABB4-5A85A8C59B13}"/>
                </a:ext>
              </a:extLst>
            </p:cNvPr>
            <p:cNvSpPr/>
            <p:nvPr/>
          </p:nvSpPr>
          <p:spPr>
            <a:xfrm>
              <a:off x="6096000" y="2365725"/>
              <a:ext cx="16393" cy="18032"/>
            </a:xfrm>
            <a:custGeom>
              <a:avLst/>
              <a:gdLst>
                <a:gd name="connsiteX0" fmla="*/ 13114 w 16393"/>
                <a:gd name="connsiteY0" fmla="*/ 16393 h 18032"/>
                <a:gd name="connsiteX1" fmla="*/ 16393 w 16393"/>
                <a:gd name="connsiteY1" fmla="*/ 18033 h 18032"/>
                <a:gd name="connsiteX2" fmla="*/ 13114 w 16393"/>
                <a:gd name="connsiteY2" fmla="*/ 18033 h 18032"/>
                <a:gd name="connsiteX3" fmla="*/ 9836 w 16393"/>
                <a:gd name="connsiteY3" fmla="*/ 16393 h 18032"/>
                <a:gd name="connsiteX4" fmla="*/ 6557 w 16393"/>
                <a:gd name="connsiteY4" fmla="*/ 13115 h 18032"/>
                <a:gd name="connsiteX5" fmla="*/ 3279 w 16393"/>
                <a:gd name="connsiteY5" fmla="*/ 8197 h 18032"/>
                <a:gd name="connsiteX6" fmla="*/ 0 w 16393"/>
                <a:gd name="connsiteY6" fmla="*/ 4918 h 18032"/>
                <a:gd name="connsiteX7" fmla="*/ 0 w 16393"/>
                <a:gd name="connsiteY7" fmla="*/ 1639 h 18032"/>
                <a:gd name="connsiteX8" fmla="*/ 3279 w 16393"/>
                <a:gd name="connsiteY8" fmla="*/ 1639 h 18032"/>
                <a:gd name="connsiteX9" fmla="*/ 8197 w 16393"/>
                <a:gd name="connsiteY9" fmla="*/ 0 h 18032"/>
                <a:gd name="connsiteX10" fmla="*/ 9836 w 16393"/>
                <a:gd name="connsiteY10" fmla="*/ 4918 h 18032"/>
                <a:gd name="connsiteX11" fmla="*/ 8197 w 16393"/>
                <a:gd name="connsiteY11" fmla="*/ 8197 h 18032"/>
                <a:gd name="connsiteX12" fmla="*/ 9836 w 16393"/>
                <a:gd name="connsiteY12" fmla="*/ 11475 h 18032"/>
                <a:gd name="connsiteX13" fmla="*/ 9836 w 16393"/>
                <a:gd name="connsiteY13" fmla="*/ 14754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393" h="18032">
                  <a:moveTo>
                    <a:pt x="13114" y="16393"/>
                  </a:moveTo>
                  <a:lnTo>
                    <a:pt x="16393" y="18033"/>
                  </a:lnTo>
                  <a:lnTo>
                    <a:pt x="13114" y="18033"/>
                  </a:lnTo>
                  <a:lnTo>
                    <a:pt x="9836" y="16393"/>
                  </a:lnTo>
                  <a:lnTo>
                    <a:pt x="6557" y="13115"/>
                  </a:lnTo>
                  <a:lnTo>
                    <a:pt x="3279" y="8197"/>
                  </a:lnTo>
                  <a:lnTo>
                    <a:pt x="0" y="4918"/>
                  </a:lnTo>
                  <a:lnTo>
                    <a:pt x="0" y="1639"/>
                  </a:lnTo>
                  <a:lnTo>
                    <a:pt x="3279" y="1639"/>
                  </a:lnTo>
                  <a:lnTo>
                    <a:pt x="8197" y="0"/>
                  </a:lnTo>
                  <a:lnTo>
                    <a:pt x="9836" y="4918"/>
                  </a:lnTo>
                  <a:lnTo>
                    <a:pt x="8197" y="8197"/>
                  </a:lnTo>
                  <a:lnTo>
                    <a:pt x="9836" y="11475"/>
                  </a:lnTo>
                  <a:lnTo>
                    <a:pt x="9836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48" name="Freeform 4047">
              <a:extLst>
                <a:ext uri="{FF2B5EF4-FFF2-40B4-BE49-F238E27FC236}">
                  <a16:creationId xmlns:a16="http://schemas.microsoft.com/office/drawing/2014/main" id="{6DC7E0F1-3570-824E-998A-580438C8B882}"/>
                </a:ext>
              </a:extLst>
            </p:cNvPr>
            <p:cNvSpPr/>
            <p:nvPr/>
          </p:nvSpPr>
          <p:spPr>
            <a:xfrm>
              <a:off x="6123868" y="2424740"/>
              <a:ext cx="16393" cy="18032"/>
            </a:xfrm>
            <a:custGeom>
              <a:avLst/>
              <a:gdLst>
                <a:gd name="connsiteX0" fmla="*/ 4918 w 16393"/>
                <a:gd name="connsiteY0" fmla="*/ 4918 h 18032"/>
                <a:gd name="connsiteX1" fmla="*/ 4918 w 16393"/>
                <a:gd name="connsiteY1" fmla="*/ 0 h 18032"/>
                <a:gd name="connsiteX2" fmla="*/ 8197 w 16393"/>
                <a:gd name="connsiteY2" fmla="*/ 4918 h 18032"/>
                <a:gd name="connsiteX3" fmla="*/ 8197 w 16393"/>
                <a:gd name="connsiteY3" fmla="*/ 8197 h 18032"/>
                <a:gd name="connsiteX4" fmla="*/ 9836 w 16393"/>
                <a:gd name="connsiteY4" fmla="*/ 9836 h 18032"/>
                <a:gd name="connsiteX5" fmla="*/ 14754 w 16393"/>
                <a:gd name="connsiteY5" fmla="*/ 13115 h 18032"/>
                <a:gd name="connsiteX6" fmla="*/ 16393 w 16393"/>
                <a:gd name="connsiteY6" fmla="*/ 16393 h 18032"/>
                <a:gd name="connsiteX7" fmla="*/ 11475 w 16393"/>
                <a:gd name="connsiteY7" fmla="*/ 18033 h 18032"/>
                <a:gd name="connsiteX8" fmla="*/ 8197 w 16393"/>
                <a:gd name="connsiteY8" fmla="*/ 16393 h 18032"/>
                <a:gd name="connsiteX9" fmla="*/ 4918 w 16393"/>
                <a:gd name="connsiteY9" fmla="*/ 16393 h 18032"/>
                <a:gd name="connsiteX10" fmla="*/ 4918 w 16393"/>
                <a:gd name="connsiteY10" fmla="*/ 11476 h 18032"/>
                <a:gd name="connsiteX11" fmla="*/ 0 w 16393"/>
                <a:gd name="connsiteY11" fmla="*/ 14754 h 18032"/>
                <a:gd name="connsiteX12" fmla="*/ 0 w 16393"/>
                <a:gd name="connsiteY12" fmla="*/ 9836 h 18032"/>
                <a:gd name="connsiteX13" fmla="*/ 1639 w 16393"/>
                <a:gd name="connsiteY13" fmla="*/ 6557 h 18032"/>
                <a:gd name="connsiteX14" fmla="*/ 4918 w 16393"/>
                <a:gd name="connsiteY14" fmla="*/ 6557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393" h="18032">
                  <a:moveTo>
                    <a:pt x="4918" y="4918"/>
                  </a:moveTo>
                  <a:lnTo>
                    <a:pt x="4918" y="0"/>
                  </a:lnTo>
                  <a:lnTo>
                    <a:pt x="8197" y="4918"/>
                  </a:lnTo>
                  <a:lnTo>
                    <a:pt x="8197" y="8197"/>
                  </a:lnTo>
                  <a:lnTo>
                    <a:pt x="9836" y="9836"/>
                  </a:lnTo>
                  <a:lnTo>
                    <a:pt x="14754" y="13115"/>
                  </a:lnTo>
                  <a:lnTo>
                    <a:pt x="16393" y="16393"/>
                  </a:lnTo>
                  <a:lnTo>
                    <a:pt x="11475" y="18033"/>
                  </a:lnTo>
                  <a:lnTo>
                    <a:pt x="8197" y="16393"/>
                  </a:lnTo>
                  <a:lnTo>
                    <a:pt x="4918" y="16393"/>
                  </a:lnTo>
                  <a:lnTo>
                    <a:pt x="4918" y="11476"/>
                  </a:lnTo>
                  <a:lnTo>
                    <a:pt x="0" y="14754"/>
                  </a:lnTo>
                  <a:lnTo>
                    <a:pt x="0" y="9836"/>
                  </a:lnTo>
                  <a:lnTo>
                    <a:pt x="1639" y="6557"/>
                  </a:lnTo>
                  <a:lnTo>
                    <a:pt x="491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49" name="Freeform 4048">
              <a:extLst>
                <a:ext uri="{FF2B5EF4-FFF2-40B4-BE49-F238E27FC236}">
                  <a16:creationId xmlns:a16="http://schemas.microsoft.com/office/drawing/2014/main" id="{92FBBDA7-D0BE-2C45-8BF8-C9EFDB58728E}"/>
                </a:ext>
              </a:extLst>
            </p:cNvPr>
            <p:cNvSpPr/>
            <p:nvPr/>
          </p:nvSpPr>
          <p:spPr>
            <a:xfrm>
              <a:off x="6130426" y="2408347"/>
              <a:ext cx="4917" cy="11475"/>
            </a:xfrm>
            <a:custGeom>
              <a:avLst/>
              <a:gdLst>
                <a:gd name="connsiteX0" fmla="*/ 4918 w 4917"/>
                <a:gd name="connsiteY0" fmla="*/ 0 h 11475"/>
                <a:gd name="connsiteX1" fmla="*/ 4918 w 4917"/>
                <a:gd name="connsiteY1" fmla="*/ 0 h 11475"/>
                <a:gd name="connsiteX2" fmla="*/ 4918 w 4917"/>
                <a:gd name="connsiteY2" fmla="*/ 1639 h 11475"/>
                <a:gd name="connsiteX3" fmla="*/ 4918 w 4917"/>
                <a:gd name="connsiteY3" fmla="*/ 6557 h 11475"/>
                <a:gd name="connsiteX4" fmla="*/ 4918 w 4917"/>
                <a:gd name="connsiteY4" fmla="*/ 9836 h 11475"/>
                <a:gd name="connsiteX5" fmla="*/ 1639 w 4917"/>
                <a:gd name="connsiteY5" fmla="*/ 11476 h 11475"/>
                <a:gd name="connsiteX6" fmla="*/ 0 w 4917"/>
                <a:gd name="connsiteY6" fmla="*/ 6557 h 11475"/>
                <a:gd name="connsiteX7" fmla="*/ 0 w 4917"/>
                <a:gd name="connsiteY7" fmla="*/ 3279 h 11475"/>
                <a:gd name="connsiteX8" fmla="*/ 4918 w 4917"/>
                <a:gd name="connsiteY8" fmla="*/ 0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17" h="11475">
                  <a:moveTo>
                    <a:pt x="4918" y="0"/>
                  </a:moveTo>
                  <a:lnTo>
                    <a:pt x="4918" y="0"/>
                  </a:lnTo>
                  <a:lnTo>
                    <a:pt x="4918" y="1639"/>
                  </a:lnTo>
                  <a:lnTo>
                    <a:pt x="4918" y="6557"/>
                  </a:lnTo>
                  <a:lnTo>
                    <a:pt x="4918" y="9836"/>
                  </a:lnTo>
                  <a:lnTo>
                    <a:pt x="1639" y="11476"/>
                  </a:lnTo>
                  <a:lnTo>
                    <a:pt x="0" y="6557"/>
                  </a:lnTo>
                  <a:lnTo>
                    <a:pt x="0" y="327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50" name="Freeform 4049">
              <a:extLst>
                <a:ext uri="{FF2B5EF4-FFF2-40B4-BE49-F238E27FC236}">
                  <a16:creationId xmlns:a16="http://schemas.microsoft.com/office/drawing/2014/main" id="{3716E982-DFFF-7140-A418-4CFCAD34591C}"/>
                </a:ext>
              </a:extLst>
            </p:cNvPr>
            <p:cNvSpPr/>
            <p:nvPr/>
          </p:nvSpPr>
          <p:spPr>
            <a:xfrm>
              <a:off x="6132065" y="2424740"/>
              <a:ext cx="4917" cy="8196"/>
            </a:xfrm>
            <a:custGeom>
              <a:avLst/>
              <a:gdLst>
                <a:gd name="connsiteX0" fmla="*/ 4918 w 4917"/>
                <a:gd name="connsiteY0" fmla="*/ 8197 h 8196"/>
                <a:gd name="connsiteX1" fmla="*/ 1639 w 4917"/>
                <a:gd name="connsiteY1" fmla="*/ 3279 h 8196"/>
                <a:gd name="connsiteX2" fmla="*/ 0 w 4917"/>
                <a:gd name="connsiteY2" fmla="*/ 0 h 8196"/>
                <a:gd name="connsiteX3" fmla="*/ 3278 w 4917"/>
                <a:gd name="connsiteY3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8196">
                  <a:moveTo>
                    <a:pt x="4918" y="8197"/>
                  </a:moveTo>
                  <a:lnTo>
                    <a:pt x="1639" y="3279"/>
                  </a:lnTo>
                  <a:lnTo>
                    <a:pt x="0" y="0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51" name="Freeform 4050">
              <a:extLst>
                <a:ext uri="{FF2B5EF4-FFF2-40B4-BE49-F238E27FC236}">
                  <a16:creationId xmlns:a16="http://schemas.microsoft.com/office/drawing/2014/main" id="{A9EE20A9-6243-A444-BCBF-8D75D99B2519}"/>
                </a:ext>
              </a:extLst>
            </p:cNvPr>
            <p:cNvSpPr/>
            <p:nvPr/>
          </p:nvSpPr>
          <p:spPr>
            <a:xfrm>
              <a:off x="6133704" y="2450970"/>
              <a:ext cx="11475" cy="9836"/>
            </a:xfrm>
            <a:custGeom>
              <a:avLst/>
              <a:gdLst>
                <a:gd name="connsiteX0" fmla="*/ 8197 w 11475"/>
                <a:gd name="connsiteY0" fmla="*/ 9836 h 9836"/>
                <a:gd name="connsiteX1" fmla="*/ 4918 w 11475"/>
                <a:gd name="connsiteY1" fmla="*/ 6557 h 9836"/>
                <a:gd name="connsiteX2" fmla="*/ 1639 w 11475"/>
                <a:gd name="connsiteY2" fmla="*/ 3279 h 9836"/>
                <a:gd name="connsiteX3" fmla="*/ 0 w 11475"/>
                <a:gd name="connsiteY3" fmla="*/ 0 h 9836"/>
                <a:gd name="connsiteX4" fmla="*/ 4918 w 11475"/>
                <a:gd name="connsiteY4" fmla="*/ 0 h 9836"/>
                <a:gd name="connsiteX5" fmla="*/ 8197 w 11475"/>
                <a:gd name="connsiteY5" fmla="*/ 1639 h 9836"/>
                <a:gd name="connsiteX6" fmla="*/ 11476 w 11475"/>
                <a:gd name="connsiteY6" fmla="*/ 4918 h 9836"/>
                <a:gd name="connsiteX7" fmla="*/ 8197 w 11475"/>
                <a:gd name="connsiteY7" fmla="*/ 9836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9836">
                  <a:moveTo>
                    <a:pt x="8197" y="9836"/>
                  </a:moveTo>
                  <a:lnTo>
                    <a:pt x="4918" y="6557"/>
                  </a:lnTo>
                  <a:lnTo>
                    <a:pt x="1639" y="3279"/>
                  </a:lnTo>
                  <a:lnTo>
                    <a:pt x="0" y="0"/>
                  </a:lnTo>
                  <a:lnTo>
                    <a:pt x="4918" y="0"/>
                  </a:lnTo>
                  <a:lnTo>
                    <a:pt x="8197" y="1639"/>
                  </a:lnTo>
                  <a:lnTo>
                    <a:pt x="11476" y="4918"/>
                  </a:lnTo>
                  <a:lnTo>
                    <a:pt x="8197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52" name="Freeform 4051">
              <a:extLst>
                <a:ext uri="{FF2B5EF4-FFF2-40B4-BE49-F238E27FC236}">
                  <a16:creationId xmlns:a16="http://schemas.microsoft.com/office/drawing/2014/main" id="{86ABA8DB-EB74-774B-8225-CB6B05A4653D}"/>
                </a:ext>
              </a:extLst>
            </p:cNvPr>
            <p:cNvSpPr/>
            <p:nvPr/>
          </p:nvSpPr>
          <p:spPr>
            <a:xfrm>
              <a:off x="6218950" y="2516543"/>
              <a:ext cx="6557" cy="9836"/>
            </a:xfrm>
            <a:custGeom>
              <a:avLst/>
              <a:gdLst>
                <a:gd name="connsiteX0" fmla="*/ 1639 w 6557"/>
                <a:gd name="connsiteY0" fmla="*/ 0 h 9836"/>
                <a:gd name="connsiteX1" fmla="*/ 4918 w 6557"/>
                <a:gd name="connsiteY1" fmla="*/ 4918 h 9836"/>
                <a:gd name="connsiteX2" fmla="*/ 6557 w 6557"/>
                <a:gd name="connsiteY2" fmla="*/ 8197 h 9836"/>
                <a:gd name="connsiteX3" fmla="*/ 1639 w 6557"/>
                <a:gd name="connsiteY3" fmla="*/ 9836 h 9836"/>
                <a:gd name="connsiteX4" fmla="*/ 0 w 6557"/>
                <a:gd name="connsiteY4" fmla="*/ 6557 h 9836"/>
                <a:gd name="connsiteX5" fmla="*/ 0 w 6557"/>
                <a:gd name="connsiteY5" fmla="*/ 3279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9836">
                  <a:moveTo>
                    <a:pt x="1639" y="0"/>
                  </a:moveTo>
                  <a:lnTo>
                    <a:pt x="4918" y="4918"/>
                  </a:lnTo>
                  <a:lnTo>
                    <a:pt x="6557" y="8197"/>
                  </a:lnTo>
                  <a:lnTo>
                    <a:pt x="1639" y="9836"/>
                  </a:lnTo>
                  <a:lnTo>
                    <a:pt x="0" y="6557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53" name="Freeform 4052">
              <a:extLst>
                <a:ext uri="{FF2B5EF4-FFF2-40B4-BE49-F238E27FC236}">
                  <a16:creationId xmlns:a16="http://schemas.microsoft.com/office/drawing/2014/main" id="{9101EFE2-3688-4E42-AF44-6FC74CC37561}"/>
                </a:ext>
              </a:extLst>
            </p:cNvPr>
            <p:cNvSpPr/>
            <p:nvPr/>
          </p:nvSpPr>
          <p:spPr>
            <a:xfrm>
              <a:off x="6233704" y="2446052"/>
              <a:ext cx="4918" cy="4918"/>
            </a:xfrm>
            <a:custGeom>
              <a:avLst/>
              <a:gdLst>
                <a:gd name="connsiteX0" fmla="*/ 3279 w 4918"/>
                <a:gd name="connsiteY0" fmla="*/ 0 h 4918"/>
                <a:gd name="connsiteX1" fmla="*/ 4918 w 4918"/>
                <a:gd name="connsiteY1" fmla="*/ 3279 h 4918"/>
                <a:gd name="connsiteX2" fmla="*/ 0 w 4918"/>
                <a:gd name="connsiteY2" fmla="*/ 4918 h 4918"/>
                <a:gd name="connsiteX3" fmla="*/ 1639 w 4918"/>
                <a:gd name="connsiteY3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4918">
                  <a:moveTo>
                    <a:pt x="3279" y="0"/>
                  </a:moveTo>
                  <a:lnTo>
                    <a:pt x="4918" y="3279"/>
                  </a:lnTo>
                  <a:lnTo>
                    <a:pt x="0" y="4918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54" name="Freeform 4053">
              <a:extLst>
                <a:ext uri="{FF2B5EF4-FFF2-40B4-BE49-F238E27FC236}">
                  <a16:creationId xmlns:a16="http://schemas.microsoft.com/office/drawing/2014/main" id="{3E9B9E9E-3FA8-1446-AF80-3FCC08EDA88D}"/>
                </a:ext>
              </a:extLst>
            </p:cNvPr>
            <p:cNvSpPr/>
            <p:nvPr/>
          </p:nvSpPr>
          <p:spPr>
            <a:xfrm>
              <a:off x="6235343" y="2455888"/>
              <a:ext cx="3278" cy="4918"/>
            </a:xfrm>
            <a:custGeom>
              <a:avLst/>
              <a:gdLst>
                <a:gd name="connsiteX0" fmla="*/ 1639 w 3278"/>
                <a:gd name="connsiteY0" fmla="*/ 4918 h 4918"/>
                <a:gd name="connsiteX1" fmla="*/ 0 w 3278"/>
                <a:gd name="connsiteY1" fmla="*/ 0 h 4918"/>
                <a:gd name="connsiteX2" fmla="*/ 3279 w 3278"/>
                <a:gd name="connsiteY2" fmla="*/ 0 h 4918"/>
                <a:gd name="connsiteX3" fmla="*/ 1639 w 3278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1639" y="4918"/>
                  </a:moveTo>
                  <a:lnTo>
                    <a:pt x="0" y="0"/>
                  </a:lnTo>
                  <a:lnTo>
                    <a:pt x="3279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55" name="Freeform 4054">
              <a:extLst>
                <a:ext uri="{FF2B5EF4-FFF2-40B4-BE49-F238E27FC236}">
                  <a16:creationId xmlns:a16="http://schemas.microsoft.com/office/drawing/2014/main" id="{57D64182-7B10-5E43-96BE-E137F65E94E5}"/>
                </a:ext>
              </a:extLst>
            </p:cNvPr>
            <p:cNvSpPr/>
            <p:nvPr/>
          </p:nvSpPr>
          <p:spPr>
            <a:xfrm>
              <a:off x="6214032" y="2400150"/>
              <a:ext cx="62294" cy="47540"/>
            </a:xfrm>
            <a:custGeom>
              <a:avLst/>
              <a:gdLst>
                <a:gd name="connsiteX0" fmla="*/ 24590 w 62294"/>
                <a:gd name="connsiteY0" fmla="*/ 24590 h 47540"/>
                <a:gd name="connsiteX1" fmla="*/ 24590 w 62294"/>
                <a:gd name="connsiteY1" fmla="*/ 21311 h 47540"/>
                <a:gd name="connsiteX2" fmla="*/ 21311 w 62294"/>
                <a:gd name="connsiteY2" fmla="*/ 19672 h 47540"/>
                <a:gd name="connsiteX3" fmla="*/ 19672 w 62294"/>
                <a:gd name="connsiteY3" fmla="*/ 16393 h 47540"/>
                <a:gd name="connsiteX4" fmla="*/ 14754 w 62294"/>
                <a:gd name="connsiteY4" fmla="*/ 13115 h 47540"/>
                <a:gd name="connsiteX5" fmla="*/ 11475 w 62294"/>
                <a:gd name="connsiteY5" fmla="*/ 11476 h 47540"/>
                <a:gd name="connsiteX6" fmla="*/ 8197 w 62294"/>
                <a:gd name="connsiteY6" fmla="*/ 8197 h 47540"/>
                <a:gd name="connsiteX7" fmla="*/ 4918 w 62294"/>
                <a:gd name="connsiteY7" fmla="*/ 6557 h 47540"/>
                <a:gd name="connsiteX8" fmla="*/ 0 w 62294"/>
                <a:gd name="connsiteY8" fmla="*/ 8197 h 47540"/>
                <a:gd name="connsiteX9" fmla="*/ 3278 w 62294"/>
                <a:gd name="connsiteY9" fmla="*/ 4918 h 47540"/>
                <a:gd name="connsiteX10" fmla="*/ 6557 w 62294"/>
                <a:gd name="connsiteY10" fmla="*/ 1639 h 47540"/>
                <a:gd name="connsiteX11" fmla="*/ 11475 w 62294"/>
                <a:gd name="connsiteY11" fmla="*/ 0 h 47540"/>
                <a:gd name="connsiteX12" fmla="*/ 14754 w 62294"/>
                <a:gd name="connsiteY12" fmla="*/ 0 h 47540"/>
                <a:gd name="connsiteX13" fmla="*/ 18032 w 62294"/>
                <a:gd name="connsiteY13" fmla="*/ 4918 h 47540"/>
                <a:gd name="connsiteX14" fmla="*/ 19672 w 62294"/>
                <a:gd name="connsiteY14" fmla="*/ 8197 h 47540"/>
                <a:gd name="connsiteX15" fmla="*/ 22951 w 62294"/>
                <a:gd name="connsiteY15" fmla="*/ 11476 h 47540"/>
                <a:gd name="connsiteX16" fmla="*/ 26229 w 62294"/>
                <a:gd name="connsiteY16" fmla="*/ 13115 h 47540"/>
                <a:gd name="connsiteX17" fmla="*/ 31147 w 62294"/>
                <a:gd name="connsiteY17" fmla="*/ 14754 h 47540"/>
                <a:gd name="connsiteX18" fmla="*/ 34426 w 62294"/>
                <a:gd name="connsiteY18" fmla="*/ 16393 h 47540"/>
                <a:gd name="connsiteX19" fmla="*/ 37705 w 62294"/>
                <a:gd name="connsiteY19" fmla="*/ 16393 h 47540"/>
                <a:gd name="connsiteX20" fmla="*/ 40983 w 62294"/>
                <a:gd name="connsiteY20" fmla="*/ 16393 h 47540"/>
                <a:gd name="connsiteX21" fmla="*/ 44262 w 62294"/>
                <a:gd name="connsiteY21" fmla="*/ 19672 h 47540"/>
                <a:gd name="connsiteX22" fmla="*/ 47541 w 62294"/>
                <a:gd name="connsiteY22" fmla="*/ 22951 h 47540"/>
                <a:gd name="connsiteX23" fmla="*/ 45901 w 62294"/>
                <a:gd name="connsiteY23" fmla="*/ 26229 h 47540"/>
                <a:gd name="connsiteX24" fmla="*/ 47541 w 62294"/>
                <a:gd name="connsiteY24" fmla="*/ 29508 h 47540"/>
                <a:gd name="connsiteX25" fmla="*/ 49180 w 62294"/>
                <a:gd name="connsiteY25" fmla="*/ 34426 h 47540"/>
                <a:gd name="connsiteX26" fmla="*/ 50819 w 62294"/>
                <a:gd name="connsiteY26" fmla="*/ 37705 h 47540"/>
                <a:gd name="connsiteX27" fmla="*/ 55737 w 62294"/>
                <a:gd name="connsiteY27" fmla="*/ 39344 h 47540"/>
                <a:gd name="connsiteX28" fmla="*/ 59016 w 62294"/>
                <a:gd name="connsiteY28" fmla="*/ 39344 h 47540"/>
                <a:gd name="connsiteX29" fmla="*/ 62295 w 62294"/>
                <a:gd name="connsiteY29" fmla="*/ 42623 h 47540"/>
                <a:gd name="connsiteX30" fmla="*/ 59016 w 62294"/>
                <a:gd name="connsiteY30" fmla="*/ 45901 h 47540"/>
                <a:gd name="connsiteX31" fmla="*/ 59016 w 62294"/>
                <a:gd name="connsiteY31" fmla="*/ 47541 h 47540"/>
                <a:gd name="connsiteX32" fmla="*/ 55737 w 62294"/>
                <a:gd name="connsiteY32" fmla="*/ 45901 h 47540"/>
                <a:gd name="connsiteX33" fmla="*/ 50819 w 62294"/>
                <a:gd name="connsiteY33" fmla="*/ 42623 h 47540"/>
                <a:gd name="connsiteX34" fmla="*/ 47541 w 62294"/>
                <a:gd name="connsiteY34" fmla="*/ 39344 h 47540"/>
                <a:gd name="connsiteX35" fmla="*/ 47541 w 62294"/>
                <a:gd name="connsiteY35" fmla="*/ 36066 h 47540"/>
                <a:gd name="connsiteX36" fmla="*/ 44262 w 62294"/>
                <a:gd name="connsiteY36" fmla="*/ 32787 h 47540"/>
                <a:gd name="connsiteX37" fmla="*/ 42622 w 62294"/>
                <a:gd name="connsiteY37" fmla="*/ 29508 h 47540"/>
                <a:gd name="connsiteX38" fmla="*/ 37705 w 62294"/>
                <a:gd name="connsiteY38" fmla="*/ 27869 h 47540"/>
                <a:gd name="connsiteX39" fmla="*/ 34426 w 62294"/>
                <a:gd name="connsiteY39" fmla="*/ 27869 h 47540"/>
                <a:gd name="connsiteX40" fmla="*/ 31147 w 62294"/>
                <a:gd name="connsiteY40" fmla="*/ 27869 h 47540"/>
                <a:gd name="connsiteX41" fmla="*/ 27868 w 62294"/>
                <a:gd name="connsiteY41" fmla="*/ 27869 h 4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62294" h="47540">
                  <a:moveTo>
                    <a:pt x="24590" y="24590"/>
                  </a:moveTo>
                  <a:lnTo>
                    <a:pt x="24590" y="21311"/>
                  </a:lnTo>
                  <a:lnTo>
                    <a:pt x="21311" y="19672"/>
                  </a:lnTo>
                  <a:lnTo>
                    <a:pt x="19672" y="16393"/>
                  </a:lnTo>
                  <a:lnTo>
                    <a:pt x="14754" y="13115"/>
                  </a:lnTo>
                  <a:lnTo>
                    <a:pt x="11475" y="11476"/>
                  </a:lnTo>
                  <a:lnTo>
                    <a:pt x="8197" y="8197"/>
                  </a:lnTo>
                  <a:lnTo>
                    <a:pt x="4918" y="6557"/>
                  </a:lnTo>
                  <a:lnTo>
                    <a:pt x="0" y="8197"/>
                  </a:lnTo>
                  <a:lnTo>
                    <a:pt x="3278" y="4918"/>
                  </a:lnTo>
                  <a:lnTo>
                    <a:pt x="6557" y="1639"/>
                  </a:lnTo>
                  <a:lnTo>
                    <a:pt x="11475" y="0"/>
                  </a:lnTo>
                  <a:lnTo>
                    <a:pt x="14754" y="0"/>
                  </a:lnTo>
                  <a:lnTo>
                    <a:pt x="18032" y="4918"/>
                  </a:lnTo>
                  <a:lnTo>
                    <a:pt x="19672" y="8197"/>
                  </a:lnTo>
                  <a:lnTo>
                    <a:pt x="22951" y="11476"/>
                  </a:lnTo>
                  <a:lnTo>
                    <a:pt x="26229" y="13115"/>
                  </a:lnTo>
                  <a:lnTo>
                    <a:pt x="31147" y="14754"/>
                  </a:lnTo>
                  <a:lnTo>
                    <a:pt x="34426" y="16393"/>
                  </a:lnTo>
                  <a:lnTo>
                    <a:pt x="37705" y="16393"/>
                  </a:lnTo>
                  <a:lnTo>
                    <a:pt x="40983" y="16393"/>
                  </a:lnTo>
                  <a:lnTo>
                    <a:pt x="44262" y="19672"/>
                  </a:lnTo>
                  <a:lnTo>
                    <a:pt x="47541" y="22951"/>
                  </a:lnTo>
                  <a:lnTo>
                    <a:pt x="45901" y="26229"/>
                  </a:lnTo>
                  <a:lnTo>
                    <a:pt x="47541" y="29508"/>
                  </a:lnTo>
                  <a:lnTo>
                    <a:pt x="49180" y="34426"/>
                  </a:lnTo>
                  <a:lnTo>
                    <a:pt x="50819" y="37705"/>
                  </a:lnTo>
                  <a:lnTo>
                    <a:pt x="55737" y="39344"/>
                  </a:lnTo>
                  <a:lnTo>
                    <a:pt x="59016" y="39344"/>
                  </a:lnTo>
                  <a:lnTo>
                    <a:pt x="62295" y="42623"/>
                  </a:lnTo>
                  <a:lnTo>
                    <a:pt x="59016" y="45901"/>
                  </a:lnTo>
                  <a:lnTo>
                    <a:pt x="59016" y="47541"/>
                  </a:lnTo>
                  <a:lnTo>
                    <a:pt x="55737" y="45901"/>
                  </a:lnTo>
                  <a:lnTo>
                    <a:pt x="50819" y="42623"/>
                  </a:lnTo>
                  <a:lnTo>
                    <a:pt x="47541" y="39344"/>
                  </a:lnTo>
                  <a:lnTo>
                    <a:pt x="47541" y="36066"/>
                  </a:lnTo>
                  <a:lnTo>
                    <a:pt x="44262" y="32787"/>
                  </a:lnTo>
                  <a:lnTo>
                    <a:pt x="42622" y="29508"/>
                  </a:lnTo>
                  <a:lnTo>
                    <a:pt x="37705" y="27869"/>
                  </a:lnTo>
                  <a:lnTo>
                    <a:pt x="34426" y="27869"/>
                  </a:lnTo>
                  <a:lnTo>
                    <a:pt x="31147" y="27869"/>
                  </a:lnTo>
                  <a:lnTo>
                    <a:pt x="27868" y="2786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56" name="Freeform 4055">
              <a:extLst>
                <a:ext uri="{FF2B5EF4-FFF2-40B4-BE49-F238E27FC236}">
                  <a16:creationId xmlns:a16="http://schemas.microsoft.com/office/drawing/2014/main" id="{16644F16-B2D1-B049-9560-E8DB8A5A8369}"/>
                </a:ext>
              </a:extLst>
            </p:cNvPr>
            <p:cNvSpPr/>
            <p:nvPr/>
          </p:nvSpPr>
          <p:spPr>
            <a:xfrm>
              <a:off x="6238622" y="2395233"/>
              <a:ext cx="3278" cy="3278"/>
            </a:xfrm>
            <a:custGeom>
              <a:avLst/>
              <a:gdLst>
                <a:gd name="connsiteX0" fmla="*/ 3278 w 3278"/>
                <a:gd name="connsiteY0" fmla="*/ 3279 h 3278"/>
                <a:gd name="connsiteX1" fmla="*/ 0 w 3278"/>
                <a:gd name="connsiteY1" fmla="*/ 0 h 3278"/>
                <a:gd name="connsiteX2" fmla="*/ 3278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8" y="3279"/>
                  </a:moveTo>
                  <a:lnTo>
                    <a:pt x="0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57" name="Freeform 4056">
              <a:extLst>
                <a:ext uri="{FF2B5EF4-FFF2-40B4-BE49-F238E27FC236}">
                  <a16:creationId xmlns:a16="http://schemas.microsoft.com/office/drawing/2014/main" id="{DCF1914A-E06F-CA47-BD51-78D071F7DD23}"/>
                </a:ext>
              </a:extLst>
            </p:cNvPr>
            <p:cNvSpPr/>
            <p:nvPr/>
          </p:nvSpPr>
          <p:spPr>
            <a:xfrm>
              <a:off x="6243540" y="2547691"/>
              <a:ext cx="99999" cy="32786"/>
            </a:xfrm>
            <a:custGeom>
              <a:avLst/>
              <a:gdLst>
                <a:gd name="connsiteX0" fmla="*/ 22951 w 99999"/>
                <a:gd name="connsiteY0" fmla="*/ 21311 h 32786"/>
                <a:gd name="connsiteX1" fmla="*/ 18033 w 99999"/>
                <a:gd name="connsiteY1" fmla="*/ 21311 h 32786"/>
                <a:gd name="connsiteX2" fmla="*/ 14754 w 99999"/>
                <a:gd name="connsiteY2" fmla="*/ 19672 h 32786"/>
                <a:gd name="connsiteX3" fmla="*/ 11476 w 99999"/>
                <a:gd name="connsiteY3" fmla="*/ 19672 h 32786"/>
                <a:gd name="connsiteX4" fmla="*/ 8197 w 99999"/>
                <a:gd name="connsiteY4" fmla="*/ 19672 h 32786"/>
                <a:gd name="connsiteX5" fmla="*/ 3279 w 99999"/>
                <a:gd name="connsiteY5" fmla="*/ 19672 h 32786"/>
                <a:gd name="connsiteX6" fmla="*/ 0 w 99999"/>
                <a:gd name="connsiteY6" fmla="*/ 18033 h 32786"/>
                <a:gd name="connsiteX7" fmla="*/ 0 w 99999"/>
                <a:gd name="connsiteY7" fmla="*/ 13115 h 32786"/>
                <a:gd name="connsiteX8" fmla="*/ 1639 w 99999"/>
                <a:gd name="connsiteY8" fmla="*/ 9836 h 32786"/>
                <a:gd name="connsiteX9" fmla="*/ 1639 w 99999"/>
                <a:gd name="connsiteY9" fmla="*/ 6557 h 32786"/>
                <a:gd name="connsiteX10" fmla="*/ 4918 w 99999"/>
                <a:gd name="connsiteY10" fmla="*/ 8197 h 32786"/>
                <a:gd name="connsiteX11" fmla="*/ 6557 w 99999"/>
                <a:gd name="connsiteY11" fmla="*/ 4918 h 32786"/>
                <a:gd name="connsiteX12" fmla="*/ 6557 w 99999"/>
                <a:gd name="connsiteY12" fmla="*/ 0 h 32786"/>
                <a:gd name="connsiteX13" fmla="*/ 8197 w 99999"/>
                <a:gd name="connsiteY13" fmla="*/ 4918 h 32786"/>
                <a:gd name="connsiteX14" fmla="*/ 13114 w 99999"/>
                <a:gd name="connsiteY14" fmla="*/ 6557 h 32786"/>
                <a:gd name="connsiteX15" fmla="*/ 16393 w 99999"/>
                <a:gd name="connsiteY15" fmla="*/ 8197 h 32786"/>
                <a:gd name="connsiteX16" fmla="*/ 19672 w 99999"/>
                <a:gd name="connsiteY16" fmla="*/ 4918 h 32786"/>
                <a:gd name="connsiteX17" fmla="*/ 22951 w 99999"/>
                <a:gd name="connsiteY17" fmla="*/ 4918 h 32786"/>
                <a:gd name="connsiteX18" fmla="*/ 19672 w 99999"/>
                <a:gd name="connsiteY18" fmla="*/ 8197 h 32786"/>
                <a:gd name="connsiteX19" fmla="*/ 22951 w 99999"/>
                <a:gd name="connsiteY19" fmla="*/ 9836 h 32786"/>
                <a:gd name="connsiteX20" fmla="*/ 26229 w 99999"/>
                <a:gd name="connsiteY20" fmla="*/ 13115 h 32786"/>
                <a:gd name="connsiteX21" fmla="*/ 29508 w 99999"/>
                <a:gd name="connsiteY21" fmla="*/ 14754 h 32786"/>
                <a:gd name="connsiteX22" fmla="*/ 32787 w 99999"/>
                <a:gd name="connsiteY22" fmla="*/ 14754 h 32786"/>
                <a:gd name="connsiteX23" fmla="*/ 36066 w 99999"/>
                <a:gd name="connsiteY23" fmla="*/ 13115 h 32786"/>
                <a:gd name="connsiteX24" fmla="*/ 40983 w 99999"/>
                <a:gd name="connsiteY24" fmla="*/ 11476 h 32786"/>
                <a:gd name="connsiteX25" fmla="*/ 44262 w 99999"/>
                <a:gd name="connsiteY25" fmla="*/ 11476 h 32786"/>
                <a:gd name="connsiteX26" fmla="*/ 47541 w 99999"/>
                <a:gd name="connsiteY26" fmla="*/ 11476 h 32786"/>
                <a:gd name="connsiteX27" fmla="*/ 50820 w 99999"/>
                <a:gd name="connsiteY27" fmla="*/ 11476 h 32786"/>
                <a:gd name="connsiteX28" fmla="*/ 52459 w 99999"/>
                <a:gd name="connsiteY28" fmla="*/ 11476 h 32786"/>
                <a:gd name="connsiteX29" fmla="*/ 57377 w 99999"/>
                <a:gd name="connsiteY29" fmla="*/ 14754 h 32786"/>
                <a:gd name="connsiteX30" fmla="*/ 60656 w 99999"/>
                <a:gd name="connsiteY30" fmla="*/ 14754 h 32786"/>
                <a:gd name="connsiteX31" fmla="*/ 63934 w 99999"/>
                <a:gd name="connsiteY31" fmla="*/ 14754 h 32786"/>
                <a:gd name="connsiteX32" fmla="*/ 68852 w 99999"/>
                <a:gd name="connsiteY32" fmla="*/ 16393 h 32786"/>
                <a:gd name="connsiteX33" fmla="*/ 72131 w 99999"/>
                <a:gd name="connsiteY33" fmla="*/ 16393 h 32786"/>
                <a:gd name="connsiteX34" fmla="*/ 72131 w 99999"/>
                <a:gd name="connsiteY34" fmla="*/ 16393 h 32786"/>
                <a:gd name="connsiteX35" fmla="*/ 75410 w 99999"/>
                <a:gd name="connsiteY35" fmla="*/ 14754 h 32786"/>
                <a:gd name="connsiteX36" fmla="*/ 78688 w 99999"/>
                <a:gd name="connsiteY36" fmla="*/ 14754 h 32786"/>
                <a:gd name="connsiteX37" fmla="*/ 80327 w 99999"/>
                <a:gd name="connsiteY37" fmla="*/ 18033 h 32786"/>
                <a:gd name="connsiteX38" fmla="*/ 80327 w 99999"/>
                <a:gd name="connsiteY38" fmla="*/ 22951 h 32786"/>
                <a:gd name="connsiteX39" fmla="*/ 83606 w 99999"/>
                <a:gd name="connsiteY39" fmla="*/ 24590 h 32786"/>
                <a:gd name="connsiteX40" fmla="*/ 86885 w 99999"/>
                <a:gd name="connsiteY40" fmla="*/ 22951 h 32786"/>
                <a:gd name="connsiteX41" fmla="*/ 90164 w 99999"/>
                <a:gd name="connsiteY41" fmla="*/ 19672 h 32786"/>
                <a:gd name="connsiteX42" fmla="*/ 95081 w 99999"/>
                <a:gd name="connsiteY42" fmla="*/ 21311 h 32786"/>
                <a:gd name="connsiteX43" fmla="*/ 98360 w 99999"/>
                <a:gd name="connsiteY43" fmla="*/ 19672 h 32786"/>
                <a:gd name="connsiteX44" fmla="*/ 100000 w 99999"/>
                <a:gd name="connsiteY44" fmla="*/ 22951 h 32786"/>
                <a:gd name="connsiteX45" fmla="*/ 100000 w 99999"/>
                <a:gd name="connsiteY45" fmla="*/ 26229 h 32786"/>
                <a:gd name="connsiteX46" fmla="*/ 96721 w 99999"/>
                <a:gd name="connsiteY46" fmla="*/ 29508 h 32786"/>
                <a:gd name="connsiteX47" fmla="*/ 95081 w 99999"/>
                <a:gd name="connsiteY47" fmla="*/ 29508 h 32786"/>
                <a:gd name="connsiteX48" fmla="*/ 95081 w 99999"/>
                <a:gd name="connsiteY48" fmla="*/ 29508 h 32786"/>
                <a:gd name="connsiteX49" fmla="*/ 90164 w 99999"/>
                <a:gd name="connsiteY49" fmla="*/ 29508 h 32786"/>
                <a:gd name="connsiteX50" fmla="*/ 86885 w 99999"/>
                <a:gd name="connsiteY50" fmla="*/ 29508 h 32786"/>
                <a:gd name="connsiteX51" fmla="*/ 83606 w 99999"/>
                <a:gd name="connsiteY51" fmla="*/ 29508 h 32786"/>
                <a:gd name="connsiteX52" fmla="*/ 81967 w 99999"/>
                <a:gd name="connsiteY52" fmla="*/ 29508 h 32786"/>
                <a:gd name="connsiteX53" fmla="*/ 78688 w 99999"/>
                <a:gd name="connsiteY53" fmla="*/ 29508 h 32786"/>
                <a:gd name="connsiteX54" fmla="*/ 75410 w 99999"/>
                <a:gd name="connsiteY54" fmla="*/ 29508 h 32786"/>
                <a:gd name="connsiteX55" fmla="*/ 75410 w 99999"/>
                <a:gd name="connsiteY55" fmla="*/ 29508 h 32786"/>
                <a:gd name="connsiteX56" fmla="*/ 70491 w 99999"/>
                <a:gd name="connsiteY56" fmla="*/ 31148 h 32786"/>
                <a:gd name="connsiteX57" fmla="*/ 67213 w 99999"/>
                <a:gd name="connsiteY57" fmla="*/ 29508 h 32786"/>
                <a:gd name="connsiteX58" fmla="*/ 63934 w 99999"/>
                <a:gd name="connsiteY58" fmla="*/ 31148 h 32786"/>
                <a:gd name="connsiteX59" fmla="*/ 60656 w 99999"/>
                <a:gd name="connsiteY59" fmla="*/ 32787 h 32786"/>
                <a:gd name="connsiteX60" fmla="*/ 55737 w 99999"/>
                <a:gd name="connsiteY60" fmla="*/ 32787 h 32786"/>
                <a:gd name="connsiteX61" fmla="*/ 54098 w 99999"/>
                <a:gd name="connsiteY61" fmla="*/ 32787 h 32786"/>
                <a:gd name="connsiteX62" fmla="*/ 50820 w 99999"/>
                <a:gd name="connsiteY62" fmla="*/ 32787 h 32786"/>
                <a:gd name="connsiteX63" fmla="*/ 45901 w 99999"/>
                <a:gd name="connsiteY63" fmla="*/ 32787 h 32786"/>
                <a:gd name="connsiteX64" fmla="*/ 45901 w 99999"/>
                <a:gd name="connsiteY64" fmla="*/ 29508 h 32786"/>
                <a:gd name="connsiteX65" fmla="*/ 44262 w 99999"/>
                <a:gd name="connsiteY65" fmla="*/ 26229 h 32786"/>
                <a:gd name="connsiteX66" fmla="*/ 39344 w 99999"/>
                <a:gd name="connsiteY66" fmla="*/ 26229 h 32786"/>
                <a:gd name="connsiteX67" fmla="*/ 36066 w 99999"/>
                <a:gd name="connsiteY67" fmla="*/ 22951 h 32786"/>
                <a:gd name="connsiteX68" fmla="*/ 32787 w 99999"/>
                <a:gd name="connsiteY68" fmla="*/ 22951 h 32786"/>
                <a:gd name="connsiteX69" fmla="*/ 29508 w 99999"/>
                <a:gd name="connsiteY69" fmla="*/ 21311 h 32786"/>
                <a:gd name="connsiteX70" fmla="*/ 27869 w 99999"/>
                <a:gd name="connsiteY70" fmla="*/ 22951 h 32786"/>
                <a:gd name="connsiteX71" fmla="*/ 24590 w 99999"/>
                <a:gd name="connsiteY71" fmla="*/ 21311 h 3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99999" h="32786">
                  <a:moveTo>
                    <a:pt x="22951" y="21311"/>
                  </a:moveTo>
                  <a:lnTo>
                    <a:pt x="18033" y="21311"/>
                  </a:lnTo>
                  <a:lnTo>
                    <a:pt x="14754" y="19672"/>
                  </a:lnTo>
                  <a:lnTo>
                    <a:pt x="11476" y="19672"/>
                  </a:lnTo>
                  <a:lnTo>
                    <a:pt x="8197" y="19672"/>
                  </a:lnTo>
                  <a:lnTo>
                    <a:pt x="3279" y="19672"/>
                  </a:lnTo>
                  <a:lnTo>
                    <a:pt x="0" y="18033"/>
                  </a:lnTo>
                  <a:lnTo>
                    <a:pt x="0" y="13115"/>
                  </a:lnTo>
                  <a:lnTo>
                    <a:pt x="1639" y="9836"/>
                  </a:lnTo>
                  <a:lnTo>
                    <a:pt x="1639" y="6557"/>
                  </a:lnTo>
                  <a:lnTo>
                    <a:pt x="4918" y="8197"/>
                  </a:lnTo>
                  <a:lnTo>
                    <a:pt x="6557" y="4918"/>
                  </a:lnTo>
                  <a:lnTo>
                    <a:pt x="6557" y="0"/>
                  </a:lnTo>
                  <a:lnTo>
                    <a:pt x="8197" y="4918"/>
                  </a:lnTo>
                  <a:lnTo>
                    <a:pt x="13114" y="6557"/>
                  </a:lnTo>
                  <a:lnTo>
                    <a:pt x="16393" y="8197"/>
                  </a:lnTo>
                  <a:lnTo>
                    <a:pt x="19672" y="4918"/>
                  </a:lnTo>
                  <a:lnTo>
                    <a:pt x="22951" y="4918"/>
                  </a:lnTo>
                  <a:lnTo>
                    <a:pt x="19672" y="8197"/>
                  </a:lnTo>
                  <a:lnTo>
                    <a:pt x="22951" y="9836"/>
                  </a:lnTo>
                  <a:lnTo>
                    <a:pt x="26229" y="13115"/>
                  </a:lnTo>
                  <a:lnTo>
                    <a:pt x="29508" y="14754"/>
                  </a:lnTo>
                  <a:lnTo>
                    <a:pt x="32787" y="14754"/>
                  </a:lnTo>
                  <a:lnTo>
                    <a:pt x="36066" y="13115"/>
                  </a:lnTo>
                  <a:lnTo>
                    <a:pt x="40983" y="11476"/>
                  </a:lnTo>
                  <a:lnTo>
                    <a:pt x="44262" y="11476"/>
                  </a:lnTo>
                  <a:lnTo>
                    <a:pt x="47541" y="11476"/>
                  </a:lnTo>
                  <a:lnTo>
                    <a:pt x="50820" y="11476"/>
                  </a:lnTo>
                  <a:lnTo>
                    <a:pt x="52459" y="11476"/>
                  </a:lnTo>
                  <a:lnTo>
                    <a:pt x="57377" y="14754"/>
                  </a:lnTo>
                  <a:lnTo>
                    <a:pt x="60656" y="14754"/>
                  </a:lnTo>
                  <a:lnTo>
                    <a:pt x="63934" y="14754"/>
                  </a:lnTo>
                  <a:lnTo>
                    <a:pt x="68852" y="16393"/>
                  </a:lnTo>
                  <a:lnTo>
                    <a:pt x="72131" y="16393"/>
                  </a:lnTo>
                  <a:lnTo>
                    <a:pt x="72131" y="16393"/>
                  </a:lnTo>
                  <a:lnTo>
                    <a:pt x="75410" y="14754"/>
                  </a:lnTo>
                  <a:lnTo>
                    <a:pt x="78688" y="14754"/>
                  </a:lnTo>
                  <a:lnTo>
                    <a:pt x="80327" y="18033"/>
                  </a:lnTo>
                  <a:lnTo>
                    <a:pt x="80327" y="22951"/>
                  </a:lnTo>
                  <a:lnTo>
                    <a:pt x="83606" y="24590"/>
                  </a:lnTo>
                  <a:lnTo>
                    <a:pt x="86885" y="22951"/>
                  </a:lnTo>
                  <a:lnTo>
                    <a:pt x="90164" y="19672"/>
                  </a:lnTo>
                  <a:lnTo>
                    <a:pt x="95081" y="21311"/>
                  </a:lnTo>
                  <a:lnTo>
                    <a:pt x="98360" y="19672"/>
                  </a:lnTo>
                  <a:lnTo>
                    <a:pt x="100000" y="22951"/>
                  </a:lnTo>
                  <a:lnTo>
                    <a:pt x="100000" y="26229"/>
                  </a:lnTo>
                  <a:lnTo>
                    <a:pt x="96721" y="29508"/>
                  </a:lnTo>
                  <a:lnTo>
                    <a:pt x="95081" y="29508"/>
                  </a:lnTo>
                  <a:lnTo>
                    <a:pt x="95081" y="29508"/>
                  </a:lnTo>
                  <a:lnTo>
                    <a:pt x="90164" y="29508"/>
                  </a:lnTo>
                  <a:lnTo>
                    <a:pt x="86885" y="29508"/>
                  </a:lnTo>
                  <a:lnTo>
                    <a:pt x="83606" y="29508"/>
                  </a:lnTo>
                  <a:lnTo>
                    <a:pt x="81967" y="29508"/>
                  </a:lnTo>
                  <a:lnTo>
                    <a:pt x="78688" y="29508"/>
                  </a:lnTo>
                  <a:lnTo>
                    <a:pt x="75410" y="29508"/>
                  </a:lnTo>
                  <a:lnTo>
                    <a:pt x="75410" y="29508"/>
                  </a:lnTo>
                  <a:lnTo>
                    <a:pt x="70491" y="31148"/>
                  </a:lnTo>
                  <a:lnTo>
                    <a:pt x="67213" y="29508"/>
                  </a:lnTo>
                  <a:lnTo>
                    <a:pt x="63934" y="31148"/>
                  </a:lnTo>
                  <a:lnTo>
                    <a:pt x="60656" y="32787"/>
                  </a:lnTo>
                  <a:lnTo>
                    <a:pt x="55737" y="32787"/>
                  </a:lnTo>
                  <a:lnTo>
                    <a:pt x="54098" y="32787"/>
                  </a:lnTo>
                  <a:lnTo>
                    <a:pt x="50820" y="32787"/>
                  </a:lnTo>
                  <a:lnTo>
                    <a:pt x="45901" y="32787"/>
                  </a:lnTo>
                  <a:lnTo>
                    <a:pt x="45901" y="29508"/>
                  </a:lnTo>
                  <a:lnTo>
                    <a:pt x="44262" y="26229"/>
                  </a:lnTo>
                  <a:lnTo>
                    <a:pt x="39344" y="26229"/>
                  </a:lnTo>
                  <a:lnTo>
                    <a:pt x="36066" y="22951"/>
                  </a:lnTo>
                  <a:lnTo>
                    <a:pt x="32787" y="22951"/>
                  </a:lnTo>
                  <a:lnTo>
                    <a:pt x="29508" y="21311"/>
                  </a:lnTo>
                  <a:lnTo>
                    <a:pt x="27869" y="22951"/>
                  </a:lnTo>
                  <a:lnTo>
                    <a:pt x="24590" y="2131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58" name="Freeform 4057">
              <a:extLst>
                <a:ext uri="{FF2B5EF4-FFF2-40B4-BE49-F238E27FC236}">
                  <a16:creationId xmlns:a16="http://schemas.microsoft.com/office/drawing/2014/main" id="{B55BA20A-ED37-3E49-9993-B97D41FD2B2A}"/>
                </a:ext>
              </a:extLst>
            </p:cNvPr>
            <p:cNvSpPr/>
            <p:nvPr/>
          </p:nvSpPr>
          <p:spPr>
            <a:xfrm>
              <a:off x="6264851" y="2460806"/>
              <a:ext cx="4918" cy="6557"/>
            </a:xfrm>
            <a:custGeom>
              <a:avLst/>
              <a:gdLst>
                <a:gd name="connsiteX0" fmla="*/ 1639 w 4918"/>
                <a:gd name="connsiteY0" fmla="*/ 6557 h 6557"/>
                <a:gd name="connsiteX1" fmla="*/ 0 w 4918"/>
                <a:gd name="connsiteY1" fmla="*/ 1639 h 6557"/>
                <a:gd name="connsiteX2" fmla="*/ 4918 w 4918"/>
                <a:gd name="connsiteY2" fmla="*/ 0 h 6557"/>
                <a:gd name="connsiteX3" fmla="*/ 4918 w 4918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6557">
                  <a:moveTo>
                    <a:pt x="1639" y="6557"/>
                  </a:moveTo>
                  <a:lnTo>
                    <a:pt x="0" y="1639"/>
                  </a:lnTo>
                  <a:lnTo>
                    <a:pt x="4918" y="0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59" name="Freeform 4058">
              <a:extLst>
                <a:ext uri="{FF2B5EF4-FFF2-40B4-BE49-F238E27FC236}">
                  <a16:creationId xmlns:a16="http://schemas.microsoft.com/office/drawing/2014/main" id="{4758EBBC-139B-674D-85B0-25FF081BDC2F}"/>
                </a:ext>
              </a:extLst>
            </p:cNvPr>
            <p:cNvSpPr/>
            <p:nvPr/>
          </p:nvSpPr>
          <p:spPr>
            <a:xfrm>
              <a:off x="6269769" y="2500150"/>
              <a:ext cx="8196" cy="4918"/>
            </a:xfrm>
            <a:custGeom>
              <a:avLst/>
              <a:gdLst>
                <a:gd name="connsiteX0" fmla="*/ 0 w 8196"/>
                <a:gd name="connsiteY0" fmla="*/ 4918 h 4918"/>
                <a:gd name="connsiteX1" fmla="*/ 0 w 8196"/>
                <a:gd name="connsiteY1" fmla="*/ 1639 h 4918"/>
                <a:gd name="connsiteX2" fmla="*/ 3278 w 8196"/>
                <a:gd name="connsiteY2" fmla="*/ 3279 h 4918"/>
                <a:gd name="connsiteX3" fmla="*/ 8197 w 8196"/>
                <a:gd name="connsiteY3" fmla="*/ 0 h 4918"/>
                <a:gd name="connsiteX4" fmla="*/ 6557 w 8196"/>
                <a:gd name="connsiteY4" fmla="*/ 3279 h 4918"/>
                <a:gd name="connsiteX5" fmla="*/ 3278 w 8196"/>
                <a:gd name="connsiteY5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4918">
                  <a:moveTo>
                    <a:pt x="0" y="4918"/>
                  </a:moveTo>
                  <a:lnTo>
                    <a:pt x="0" y="1639"/>
                  </a:lnTo>
                  <a:lnTo>
                    <a:pt x="3278" y="3279"/>
                  </a:lnTo>
                  <a:lnTo>
                    <a:pt x="8197" y="0"/>
                  </a:lnTo>
                  <a:lnTo>
                    <a:pt x="6557" y="3279"/>
                  </a:lnTo>
                  <a:lnTo>
                    <a:pt x="327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60" name="Freeform 4059">
              <a:extLst>
                <a:ext uri="{FF2B5EF4-FFF2-40B4-BE49-F238E27FC236}">
                  <a16:creationId xmlns:a16="http://schemas.microsoft.com/office/drawing/2014/main" id="{915B8901-9BD8-C44F-B077-A8A296EEB88E}"/>
                </a:ext>
              </a:extLst>
            </p:cNvPr>
            <p:cNvSpPr/>
            <p:nvPr/>
          </p:nvSpPr>
          <p:spPr>
            <a:xfrm>
              <a:off x="6266490" y="2323102"/>
              <a:ext cx="9836" cy="9836"/>
            </a:xfrm>
            <a:custGeom>
              <a:avLst/>
              <a:gdLst>
                <a:gd name="connsiteX0" fmla="*/ 4918 w 9836"/>
                <a:gd name="connsiteY0" fmla="*/ 9836 h 9836"/>
                <a:gd name="connsiteX1" fmla="*/ 1639 w 9836"/>
                <a:gd name="connsiteY1" fmla="*/ 8197 h 9836"/>
                <a:gd name="connsiteX2" fmla="*/ 0 w 9836"/>
                <a:gd name="connsiteY2" fmla="*/ 3279 h 9836"/>
                <a:gd name="connsiteX3" fmla="*/ 3279 w 9836"/>
                <a:gd name="connsiteY3" fmla="*/ 0 h 9836"/>
                <a:gd name="connsiteX4" fmla="*/ 6557 w 9836"/>
                <a:gd name="connsiteY4" fmla="*/ 0 h 9836"/>
                <a:gd name="connsiteX5" fmla="*/ 9836 w 9836"/>
                <a:gd name="connsiteY5" fmla="*/ 4918 h 9836"/>
                <a:gd name="connsiteX6" fmla="*/ 9836 w 9836"/>
                <a:gd name="connsiteY6" fmla="*/ 8197 h 9836"/>
                <a:gd name="connsiteX7" fmla="*/ 4918 w 9836"/>
                <a:gd name="connsiteY7" fmla="*/ 9836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6" h="9836">
                  <a:moveTo>
                    <a:pt x="4918" y="9836"/>
                  </a:moveTo>
                  <a:lnTo>
                    <a:pt x="1639" y="8197"/>
                  </a:lnTo>
                  <a:lnTo>
                    <a:pt x="0" y="3279"/>
                  </a:lnTo>
                  <a:lnTo>
                    <a:pt x="3279" y="0"/>
                  </a:lnTo>
                  <a:lnTo>
                    <a:pt x="6557" y="0"/>
                  </a:lnTo>
                  <a:lnTo>
                    <a:pt x="9836" y="4918"/>
                  </a:lnTo>
                  <a:lnTo>
                    <a:pt x="9836" y="8197"/>
                  </a:lnTo>
                  <a:lnTo>
                    <a:pt x="4918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61" name="Freeform 4060">
              <a:extLst>
                <a:ext uri="{FF2B5EF4-FFF2-40B4-BE49-F238E27FC236}">
                  <a16:creationId xmlns:a16="http://schemas.microsoft.com/office/drawing/2014/main" id="{82721D46-9618-4044-93A8-E5802C5F7D5D}"/>
                </a:ext>
              </a:extLst>
            </p:cNvPr>
            <p:cNvSpPr/>
            <p:nvPr/>
          </p:nvSpPr>
          <p:spPr>
            <a:xfrm>
              <a:off x="6268130" y="2403429"/>
              <a:ext cx="8196" cy="8196"/>
            </a:xfrm>
            <a:custGeom>
              <a:avLst/>
              <a:gdLst>
                <a:gd name="connsiteX0" fmla="*/ 4918 w 8196"/>
                <a:gd name="connsiteY0" fmla="*/ 8197 h 8196"/>
                <a:gd name="connsiteX1" fmla="*/ 3279 w 8196"/>
                <a:gd name="connsiteY1" fmla="*/ 4918 h 8196"/>
                <a:gd name="connsiteX2" fmla="*/ 0 w 8196"/>
                <a:gd name="connsiteY2" fmla="*/ 3279 h 8196"/>
                <a:gd name="connsiteX3" fmla="*/ 0 w 8196"/>
                <a:gd name="connsiteY3" fmla="*/ 0 h 8196"/>
                <a:gd name="connsiteX4" fmla="*/ 4918 w 8196"/>
                <a:gd name="connsiteY4" fmla="*/ 1639 h 8196"/>
                <a:gd name="connsiteX5" fmla="*/ 6557 w 8196"/>
                <a:gd name="connsiteY5" fmla="*/ 4918 h 8196"/>
                <a:gd name="connsiteX6" fmla="*/ 8197 w 8196"/>
                <a:gd name="connsiteY6" fmla="*/ 819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8196">
                  <a:moveTo>
                    <a:pt x="4918" y="8197"/>
                  </a:moveTo>
                  <a:lnTo>
                    <a:pt x="3279" y="4918"/>
                  </a:lnTo>
                  <a:lnTo>
                    <a:pt x="0" y="3279"/>
                  </a:lnTo>
                  <a:lnTo>
                    <a:pt x="0" y="0"/>
                  </a:lnTo>
                  <a:lnTo>
                    <a:pt x="4918" y="1639"/>
                  </a:lnTo>
                  <a:lnTo>
                    <a:pt x="6557" y="4918"/>
                  </a:lnTo>
                  <a:lnTo>
                    <a:pt x="8197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62" name="Freeform 4061">
              <a:extLst>
                <a:ext uri="{FF2B5EF4-FFF2-40B4-BE49-F238E27FC236}">
                  <a16:creationId xmlns:a16="http://schemas.microsoft.com/office/drawing/2014/main" id="{C394C085-2B7B-8C44-9D87-A6127D1C42A4}"/>
                </a:ext>
              </a:extLst>
            </p:cNvPr>
            <p:cNvSpPr/>
            <p:nvPr/>
          </p:nvSpPr>
          <p:spPr>
            <a:xfrm>
              <a:off x="6281244" y="2490314"/>
              <a:ext cx="3278" cy="3278"/>
            </a:xfrm>
            <a:custGeom>
              <a:avLst/>
              <a:gdLst>
                <a:gd name="connsiteX0" fmla="*/ 1639 w 3278"/>
                <a:gd name="connsiteY0" fmla="*/ 3279 h 3278"/>
                <a:gd name="connsiteX1" fmla="*/ 0 w 3278"/>
                <a:gd name="connsiteY1" fmla="*/ 0 h 3278"/>
                <a:gd name="connsiteX2" fmla="*/ 3279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1639" y="3279"/>
                  </a:move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63" name="Freeform 4062">
              <a:extLst>
                <a:ext uri="{FF2B5EF4-FFF2-40B4-BE49-F238E27FC236}">
                  <a16:creationId xmlns:a16="http://schemas.microsoft.com/office/drawing/2014/main" id="{BC7A33E5-B9C6-4845-ADFB-B62F1ADCE402}"/>
                </a:ext>
              </a:extLst>
            </p:cNvPr>
            <p:cNvSpPr/>
            <p:nvPr/>
          </p:nvSpPr>
          <p:spPr>
            <a:xfrm>
              <a:off x="6287802" y="2357528"/>
              <a:ext cx="13114" cy="8196"/>
            </a:xfrm>
            <a:custGeom>
              <a:avLst/>
              <a:gdLst>
                <a:gd name="connsiteX0" fmla="*/ 1639 w 13114"/>
                <a:gd name="connsiteY0" fmla="*/ 0 h 8196"/>
                <a:gd name="connsiteX1" fmla="*/ 3278 w 13114"/>
                <a:gd name="connsiteY1" fmla="*/ 0 h 8196"/>
                <a:gd name="connsiteX2" fmla="*/ 4918 w 13114"/>
                <a:gd name="connsiteY2" fmla="*/ 0 h 8196"/>
                <a:gd name="connsiteX3" fmla="*/ 4918 w 13114"/>
                <a:gd name="connsiteY3" fmla="*/ 0 h 8196"/>
                <a:gd name="connsiteX4" fmla="*/ 4918 w 13114"/>
                <a:gd name="connsiteY4" fmla="*/ 0 h 8196"/>
                <a:gd name="connsiteX5" fmla="*/ 6557 w 13114"/>
                <a:gd name="connsiteY5" fmla="*/ 0 h 8196"/>
                <a:gd name="connsiteX6" fmla="*/ 9836 w 13114"/>
                <a:gd name="connsiteY6" fmla="*/ 1639 h 8196"/>
                <a:gd name="connsiteX7" fmla="*/ 9836 w 13114"/>
                <a:gd name="connsiteY7" fmla="*/ 0 h 8196"/>
                <a:gd name="connsiteX8" fmla="*/ 13114 w 13114"/>
                <a:gd name="connsiteY8" fmla="*/ 0 h 8196"/>
                <a:gd name="connsiteX9" fmla="*/ 13114 w 13114"/>
                <a:gd name="connsiteY9" fmla="*/ 0 h 8196"/>
                <a:gd name="connsiteX10" fmla="*/ 11475 w 13114"/>
                <a:gd name="connsiteY10" fmla="*/ 4918 h 8196"/>
                <a:gd name="connsiteX11" fmla="*/ 11475 w 13114"/>
                <a:gd name="connsiteY11" fmla="*/ 8197 h 8196"/>
                <a:gd name="connsiteX12" fmla="*/ 6557 w 13114"/>
                <a:gd name="connsiteY12" fmla="*/ 6557 h 8196"/>
                <a:gd name="connsiteX13" fmla="*/ 3278 w 13114"/>
                <a:gd name="connsiteY13" fmla="*/ 8197 h 8196"/>
                <a:gd name="connsiteX14" fmla="*/ 0 w 13114"/>
                <a:gd name="connsiteY14" fmla="*/ 8197 h 8196"/>
                <a:gd name="connsiteX15" fmla="*/ 0 w 13114"/>
                <a:gd name="connsiteY15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14" h="8196">
                  <a:moveTo>
                    <a:pt x="1639" y="0"/>
                  </a:moveTo>
                  <a:lnTo>
                    <a:pt x="3278" y="0"/>
                  </a:lnTo>
                  <a:lnTo>
                    <a:pt x="4918" y="0"/>
                  </a:lnTo>
                  <a:lnTo>
                    <a:pt x="4918" y="0"/>
                  </a:lnTo>
                  <a:lnTo>
                    <a:pt x="4918" y="0"/>
                  </a:lnTo>
                  <a:lnTo>
                    <a:pt x="6557" y="0"/>
                  </a:lnTo>
                  <a:lnTo>
                    <a:pt x="9836" y="1639"/>
                  </a:lnTo>
                  <a:lnTo>
                    <a:pt x="9836" y="0"/>
                  </a:lnTo>
                  <a:lnTo>
                    <a:pt x="13114" y="0"/>
                  </a:lnTo>
                  <a:lnTo>
                    <a:pt x="13114" y="0"/>
                  </a:lnTo>
                  <a:lnTo>
                    <a:pt x="11475" y="4918"/>
                  </a:lnTo>
                  <a:lnTo>
                    <a:pt x="11475" y="8197"/>
                  </a:lnTo>
                  <a:lnTo>
                    <a:pt x="6557" y="6557"/>
                  </a:lnTo>
                  <a:lnTo>
                    <a:pt x="3278" y="8197"/>
                  </a:lnTo>
                  <a:lnTo>
                    <a:pt x="0" y="8197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64" name="Freeform 4063">
              <a:extLst>
                <a:ext uri="{FF2B5EF4-FFF2-40B4-BE49-F238E27FC236}">
                  <a16:creationId xmlns:a16="http://schemas.microsoft.com/office/drawing/2014/main" id="{952B072D-51EA-2947-8C08-0BF66C628F4D}"/>
                </a:ext>
              </a:extLst>
            </p:cNvPr>
            <p:cNvSpPr/>
            <p:nvPr/>
          </p:nvSpPr>
          <p:spPr>
            <a:xfrm>
              <a:off x="6279605" y="2446052"/>
              <a:ext cx="11475" cy="13114"/>
            </a:xfrm>
            <a:custGeom>
              <a:avLst/>
              <a:gdLst>
                <a:gd name="connsiteX0" fmla="*/ 9836 w 11475"/>
                <a:gd name="connsiteY0" fmla="*/ 13115 h 13114"/>
                <a:gd name="connsiteX1" fmla="*/ 6557 w 11475"/>
                <a:gd name="connsiteY1" fmla="*/ 9836 h 13114"/>
                <a:gd name="connsiteX2" fmla="*/ 3278 w 11475"/>
                <a:gd name="connsiteY2" fmla="*/ 6557 h 13114"/>
                <a:gd name="connsiteX3" fmla="*/ 0 w 11475"/>
                <a:gd name="connsiteY3" fmla="*/ 3279 h 13114"/>
                <a:gd name="connsiteX4" fmla="*/ 3278 w 11475"/>
                <a:gd name="connsiteY4" fmla="*/ 0 h 13114"/>
                <a:gd name="connsiteX5" fmla="*/ 6557 w 11475"/>
                <a:gd name="connsiteY5" fmla="*/ 3279 h 13114"/>
                <a:gd name="connsiteX6" fmla="*/ 9836 w 11475"/>
                <a:gd name="connsiteY6" fmla="*/ 3279 h 13114"/>
                <a:gd name="connsiteX7" fmla="*/ 9836 w 11475"/>
                <a:gd name="connsiteY7" fmla="*/ 8197 h 13114"/>
                <a:gd name="connsiteX8" fmla="*/ 11475 w 11475"/>
                <a:gd name="connsiteY8" fmla="*/ 11475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75" h="13114">
                  <a:moveTo>
                    <a:pt x="9836" y="13115"/>
                  </a:moveTo>
                  <a:lnTo>
                    <a:pt x="6557" y="9836"/>
                  </a:lnTo>
                  <a:lnTo>
                    <a:pt x="3278" y="6557"/>
                  </a:lnTo>
                  <a:lnTo>
                    <a:pt x="0" y="3279"/>
                  </a:lnTo>
                  <a:lnTo>
                    <a:pt x="3278" y="0"/>
                  </a:lnTo>
                  <a:lnTo>
                    <a:pt x="6557" y="3279"/>
                  </a:lnTo>
                  <a:lnTo>
                    <a:pt x="9836" y="3279"/>
                  </a:lnTo>
                  <a:lnTo>
                    <a:pt x="9836" y="8197"/>
                  </a:lnTo>
                  <a:lnTo>
                    <a:pt x="11475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65" name="Freeform 4064">
              <a:extLst>
                <a:ext uri="{FF2B5EF4-FFF2-40B4-BE49-F238E27FC236}">
                  <a16:creationId xmlns:a16="http://schemas.microsoft.com/office/drawing/2014/main" id="{5AD645AD-7911-F348-91CF-8247914BEEC8}"/>
                </a:ext>
              </a:extLst>
            </p:cNvPr>
            <p:cNvSpPr/>
            <p:nvPr/>
          </p:nvSpPr>
          <p:spPr>
            <a:xfrm>
              <a:off x="6291080" y="2460806"/>
              <a:ext cx="8196" cy="4917"/>
            </a:xfrm>
            <a:custGeom>
              <a:avLst/>
              <a:gdLst>
                <a:gd name="connsiteX0" fmla="*/ 0 w 8196"/>
                <a:gd name="connsiteY0" fmla="*/ 0 h 4917"/>
                <a:gd name="connsiteX1" fmla="*/ 4918 w 8196"/>
                <a:gd name="connsiteY1" fmla="*/ 0 h 4917"/>
                <a:gd name="connsiteX2" fmla="*/ 8197 w 8196"/>
                <a:gd name="connsiteY2" fmla="*/ 1639 h 4917"/>
                <a:gd name="connsiteX3" fmla="*/ 8197 w 8196"/>
                <a:gd name="connsiteY3" fmla="*/ 4918 h 4917"/>
                <a:gd name="connsiteX4" fmla="*/ 4918 w 8196"/>
                <a:gd name="connsiteY4" fmla="*/ 4918 h 4917"/>
                <a:gd name="connsiteX5" fmla="*/ 1639 w 8196"/>
                <a:gd name="connsiteY5" fmla="*/ 1639 h 4917"/>
                <a:gd name="connsiteX6" fmla="*/ 0 w 8196"/>
                <a:gd name="connsiteY6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4917">
                  <a:moveTo>
                    <a:pt x="0" y="0"/>
                  </a:moveTo>
                  <a:lnTo>
                    <a:pt x="4918" y="0"/>
                  </a:lnTo>
                  <a:lnTo>
                    <a:pt x="8197" y="1639"/>
                  </a:lnTo>
                  <a:lnTo>
                    <a:pt x="8197" y="4918"/>
                  </a:lnTo>
                  <a:lnTo>
                    <a:pt x="4918" y="4918"/>
                  </a:lnTo>
                  <a:lnTo>
                    <a:pt x="1639" y="163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66" name="Freeform 4065">
              <a:extLst>
                <a:ext uri="{FF2B5EF4-FFF2-40B4-BE49-F238E27FC236}">
                  <a16:creationId xmlns:a16="http://schemas.microsoft.com/office/drawing/2014/main" id="{2B595278-2F44-604D-8D68-58D1886AE101}"/>
                </a:ext>
              </a:extLst>
            </p:cNvPr>
            <p:cNvSpPr/>
            <p:nvPr/>
          </p:nvSpPr>
          <p:spPr>
            <a:xfrm>
              <a:off x="6287802" y="2505068"/>
              <a:ext cx="4917" cy="3278"/>
            </a:xfrm>
            <a:custGeom>
              <a:avLst/>
              <a:gdLst>
                <a:gd name="connsiteX0" fmla="*/ 4918 w 4917"/>
                <a:gd name="connsiteY0" fmla="*/ 3279 h 3278"/>
                <a:gd name="connsiteX1" fmla="*/ 0 w 4917"/>
                <a:gd name="connsiteY1" fmla="*/ 0 h 3278"/>
                <a:gd name="connsiteX2" fmla="*/ 4918 w 4917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4918" y="3279"/>
                  </a:moveTo>
                  <a:lnTo>
                    <a:pt x="0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67" name="Freeform 4066">
              <a:extLst>
                <a:ext uri="{FF2B5EF4-FFF2-40B4-BE49-F238E27FC236}">
                  <a16:creationId xmlns:a16="http://schemas.microsoft.com/office/drawing/2014/main" id="{2326DE99-3B1F-F34B-B2DC-6FD1FD11D157}"/>
                </a:ext>
              </a:extLst>
            </p:cNvPr>
            <p:cNvSpPr/>
            <p:nvPr/>
          </p:nvSpPr>
          <p:spPr>
            <a:xfrm>
              <a:off x="6297638" y="2483757"/>
              <a:ext cx="4918" cy="6557"/>
            </a:xfrm>
            <a:custGeom>
              <a:avLst/>
              <a:gdLst>
                <a:gd name="connsiteX0" fmla="*/ 1639 w 4918"/>
                <a:gd name="connsiteY0" fmla="*/ 6557 h 6557"/>
                <a:gd name="connsiteX1" fmla="*/ 0 w 4918"/>
                <a:gd name="connsiteY1" fmla="*/ 3279 h 6557"/>
                <a:gd name="connsiteX2" fmla="*/ 3279 w 4918"/>
                <a:gd name="connsiteY2" fmla="*/ 0 h 6557"/>
                <a:gd name="connsiteX3" fmla="*/ 4918 w 4918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6557">
                  <a:moveTo>
                    <a:pt x="1639" y="6557"/>
                  </a:moveTo>
                  <a:lnTo>
                    <a:pt x="0" y="3279"/>
                  </a:lnTo>
                  <a:lnTo>
                    <a:pt x="3279" y="0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68" name="Freeform 4067">
              <a:extLst>
                <a:ext uri="{FF2B5EF4-FFF2-40B4-BE49-F238E27FC236}">
                  <a16:creationId xmlns:a16="http://schemas.microsoft.com/office/drawing/2014/main" id="{BC47A854-9C3B-194A-9D24-E692120A6027}"/>
                </a:ext>
              </a:extLst>
            </p:cNvPr>
            <p:cNvSpPr/>
            <p:nvPr/>
          </p:nvSpPr>
          <p:spPr>
            <a:xfrm>
              <a:off x="6302556" y="2467363"/>
              <a:ext cx="4917" cy="4918"/>
            </a:xfrm>
            <a:custGeom>
              <a:avLst/>
              <a:gdLst>
                <a:gd name="connsiteX0" fmla="*/ 1639 w 4917"/>
                <a:gd name="connsiteY0" fmla="*/ 4918 h 4918"/>
                <a:gd name="connsiteX1" fmla="*/ 0 w 4917"/>
                <a:gd name="connsiteY1" fmla="*/ 0 h 4918"/>
                <a:gd name="connsiteX2" fmla="*/ 4918 w 4917"/>
                <a:gd name="connsiteY2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4918">
                  <a:moveTo>
                    <a:pt x="1639" y="4918"/>
                  </a:moveTo>
                  <a:lnTo>
                    <a:pt x="0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69" name="Freeform 4068">
              <a:extLst>
                <a:ext uri="{FF2B5EF4-FFF2-40B4-BE49-F238E27FC236}">
                  <a16:creationId xmlns:a16="http://schemas.microsoft.com/office/drawing/2014/main" id="{FB47C0A8-A14C-5849-8E7F-F953F3B259D8}"/>
                </a:ext>
              </a:extLst>
            </p:cNvPr>
            <p:cNvSpPr/>
            <p:nvPr/>
          </p:nvSpPr>
          <p:spPr>
            <a:xfrm>
              <a:off x="6302556" y="2501790"/>
              <a:ext cx="4917" cy="3278"/>
            </a:xfrm>
            <a:custGeom>
              <a:avLst/>
              <a:gdLst>
                <a:gd name="connsiteX0" fmla="*/ 4918 w 4917"/>
                <a:gd name="connsiteY0" fmla="*/ 3279 h 3278"/>
                <a:gd name="connsiteX1" fmla="*/ 0 w 4917"/>
                <a:gd name="connsiteY1" fmla="*/ 0 h 3278"/>
                <a:gd name="connsiteX2" fmla="*/ 4918 w 4917"/>
                <a:gd name="connsiteY2" fmla="*/ 0 h 3278"/>
                <a:gd name="connsiteX3" fmla="*/ 4918 w 491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3278">
                  <a:moveTo>
                    <a:pt x="4918" y="3279"/>
                  </a:moveTo>
                  <a:lnTo>
                    <a:pt x="0" y="0"/>
                  </a:lnTo>
                  <a:lnTo>
                    <a:pt x="4918" y="0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70" name="Freeform 4069">
              <a:extLst>
                <a:ext uri="{FF2B5EF4-FFF2-40B4-BE49-F238E27FC236}">
                  <a16:creationId xmlns:a16="http://schemas.microsoft.com/office/drawing/2014/main" id="{DFDBC098-DA7F-6340-AADC-176F0077F707}"/>
                </a:ext>
              </a:extLst>
            </p:cNvPr>
            <p:cNvSpPr/>
            <p:nvPr/>
          </p:nvSpPr>
          <p:spPr>
            <a:xfrm>
              <a:off x="6302556" y="2336216"/>
              <a:ext cx="4917" cy="3278"/>
            </a:xfrm>
            <a:custGeom>
              <a:avLst/>
              <a:gdLst>
                <a:gd name="connsiteX0" fmla="*/ 4918 w 4917"/>
                <a:gd name="connsiteY0" fmla="*/ 0 h 3278"/>
                <a:gd name="connsiteX1" fmla="*/ 4918 w 4917"/>
                <a:gd name="connsiteY1" fmla="*/ 3279 h 3278"/>
                <a:gd name="connsiteX2" fmla="*/ 0 w 4917"/>
                <a:gd name="connsiteY2" fmla="*/ 3279 h 3278"/>
                <a:gd name="connsiteX3" fmla="*/ 0 w 4917"/>
                <a:gd name="connsiteY3" fmla="*/ 0 h 3278"/>
                <a:gd name="connsiteX4" fmla="*/ 3278 w 4917"/>
                <a:gd name="connsiteY4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3278">
                  <a:moveTo>
                    <a:pt x="4918" y="0"/>
                  </a:moveTo>
                  <a:lnTo>
                    <a:pt x="4918" y="3279"/>
                  </a:lnTo>
                  <a:lnTo>
                    <a:pt x="0" y="3279"/>
                  </a:lnTo>
                  <a:lnTo>
                    <a:pt x="0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71" name="Freeform 4070">
              <a:extLst>
                <a:ext uri="{FF2B5EF4-FFF2-40B4-BE49-F238E27FC236}">
                  <a16:creationId xmlns:a16="http://schemas.microsoft.com/office/drawing/2014/main" id="{0DC93177-AE8C-BB4A-A5A5-7D6224BE8E43}"/>
                </a:ext>
              </a:extLst>
            </p:cNvPr>
            <p:cNvSpPr/>
            <p:nvPr/>
          </p:nvSpPr>
          <p:spPr>
            <a:xfrm>
              <a:off x="6305834" y="2482117"/>
              <a:ext cx="8196" cy="11475"/>
            </a:xfrm>
            <a:custGeom>
              <a:avLst/>
              <a:gdLst>
                <a:gd name="connsiteX0" fmla="*/ 3279 w 8196"/>
                <a:gd name="connsiteY0" fmla="*/ 11476 h 11475"/>
                <a:gd name="connsiteX1" fmla="*/ 1639 w 8196"/>
                <a:gd name="connsiteY1" fmla="*/ 6557 h 11475"/>
                <a:gd name="connsiteX2" fmla="*/ 0 w 8196"/>
                <a:gd name="connsiteY2" fmla="*/ 3279 h 11475"/>
                <a:gd name="connsiteX3" fmla="*/ 3279 w 8196"/>
                <a:gd name="connsiteY3" fmla="*/ 1639 h 11475"/>
                <a:gd name="connsiteX4" fmla="*/ 6558 w 8196"/>
                <a:gd name="connsiteY4" fmla="*/ 0 h 11475"/>
                <a:gd name="connsiteX5" fmla="*/ 8197 w 8196"/>
                <a:gd name="connsiteY5" fmla="*/ 3279 h 11475"/>
                <a:gd name="connsiteX6" fmla="*/ 8197 w 8196"/>
                <a:gd name="connsiteY6" fmla="*/ 6557 h 11475"/>
                <a:gd name="connsiteX7" fmla="*/ 4918 w 8196"/>
                <a:gd name="connsiteY7" fmla="*/ 983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96" h="11475">
                  <a:moveTo>
                    <a:pt x="3279" y="11476"/>
                  </a:moveTo>
                  <a:lnTo>
                    <a:pt x="1639" y="6557"/>
                  </a:lnTo>
                  <a:lnTo>
                    <a:pt x="0" y="3279"/>
                  </a:lnTo>
                  <a:lnTo>
                    <a:pt x="3279" y="1639"/>
                  </a:lnTo>
                  <a:lnTo>
                    <a:pt x="6558" y="0"/>
                  </a:lnTo>
                  <a:lnTo>
                    <a:pt x="8197" y="3279"/>
                  </a:lnTo>
                  <a:lnTo>
                    <a:pt x="8197" y="6557"/>
                  </a:lnTo>
                  <a:lnTo>
                    <a:pt x="4918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72" name="Freeform 4071">
              <a:extLst>
                <a:ext uri="{FF2B5EF4-FFF2-40B4-BE49-F238E27FC236}">
                  <a16:creationId xmlns:a16="http://schemas.microsoft.com/office/drawing/2014/main" id="{27F4C54C-1FE1-B14C-8FC1-2C74F96FA126}"/>
                </a:ext>
              </a:extLst>
            </p:cNvPr>
            <p:cNvSpPr/>
            <p:nvPr/>
          </p:nvSpPr>
          <p:spPr>
            <a:xfrm>
              <a:off x="6322228" y="2493593"/>
              <a:ext cx="9836" cy="6557"/>
            </a:xfrm>
            <a:custGeom>
              <a:avLst/>
              <a:gdLst>
                <a:gd name="connsiteX0" fmla="*/ 0 w 9836"/>
                <a:gd name="connsiteY0" fmla="*/ 6557 h 6557"/>
                <a:gd name="connsiteX1" fmla="*/ 1639 w 9836"/>
                <a:gd name="connsiteY1" fmla="*/ 3279 h 6557"/>
                <a:gd name="connsiteX2" fmla="*/ 6558 w 9836"/>
                <a:gd name="connsiteY2" fmla="*/ 1639 h 6557"/>
                <a:gd name="connsiteX3" fmla="*/ 9836 w 9836"/>
                <a:gd name="connsiteY3" fmla="*/ 0 h 6557"/>
                <a:gd name="connsiteX4" fmla="*/ 6558 w 9836"/>
                <a:gd name="connsiteY4" fmla="*/ 1639 h 6557"/>
                <a:gd name="connsiteX5" fmla="*/ 1639 w 9836"/>
                <a:gd name="connsiteY5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6" h="6557">
                  <a:moveTo>
                    <a:pt x="0" y="6557"/>
                  </a:moveTo>
                  <a:lnTo>
                    <a:pt x="1639" y="3279"/>
                  </a:lnTo>
                  <a:lnTo>
                    <a:pt x="6558" y="1639"/>
                  </a:lnTo>
                  <a:lnTo>
                    <a:pt x="9836" y="0"/>
                  </a:lnTo>
                  <a:lnTo>
                    <a:pt x="6558" y="1639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73" name="Freeform 4072">
              <a:extLst>
                <a:ext uri="{FF2B5EF4-FFF2-40B4-BE49-F238E27FC236}">
                  <a16:creationId xmlns:a16="http://schemas.microsoft.com/office/drawing/2014/main" id="{85A1BBDF-7536-FD41-A5E7-F1DCDB9BA8C4}"/>
                </a:ext>
              </a:extLst>
            </p:cNvPr>
            <p:cNvSpPr/>
            <p:nvPr/>
          </p:nvSpPr>
          <p:spPr>
            <a:xfrm>
              <a:off x="6318949" y="2419823"/>
              <a:ext cx="11475" cy="19671"/>
            </a:xfrm>
            <a:custGeom>
              <a:avLst/>
              <a:gdLst>
                <a:gd name="connsiteX0" fmla="*/ 8197 w 11475"/>
                <a:gd name="connsiteY0" fmla="*/ 19672 h 19671"/>
                <a:gd name="connsiteX1" fmla="*/ 3278 w 11475"/>
                <a:gd name="connsiteY1" fmla="*/ 16393 h 19671"/>
                <a:gd name="connsiteX2" fmla="*/ 3278 w 11475"/>
                <a:gd name="connsiteY2" fmla="*/ 13114 h 19671"/>
                <a:gd name="connsiteX3" fmla="*/ 6557 w 11475"/>
                <a:gd name="connsiteY3" fmla="*/ 9836 h 19671"/>
                <a:gd name="connsiteX4" fmla="*/ 4918 w 11475"/>
                <a:gd name="connsiteY4" fmla="*/ 4918 h 19671"/>
                <a:gd name="connsiteX5" fmla="*/ 0 w 11475"/>
                <a:gd name="connsiteY5" fmla="*/ 3279 h 19671"/>
                <a:gd name="connsiteX6" fmla="*/ 4918 w 11475"/>
                <a:gd name="connsiteY6" fmla="*/ 0 h 19671"/>
                <a:gd name="connsiteX7" fmla="*/ 8197 w 11475"/>
                <a:gd name="connsiteY7" fmla="*/ 0 h 19671"/>
                <a:gd name="connsiteX8" fmla="*/ 11475 w 11475"/>
                <a:gd name="connsiteY8" fmla="*/ 1639 h 19671"/>
                <a:gd name="connsiteX9" fmla="*/ 11475 w 11475"/>
                <a:gd name="connsiteY9" fmla="*/ 4918 h 19671"/>
                <a:gd name="connsiteX10" fmla="*/ 11475 w 11475"/>
                <a:gd name="connsiteY10" fmla="*/ 9836 h 19671"/>
                <a:gd name="connsiteX11" fmla="*/ 11475 w 11475"/>
                <a:gd name="connsiteY11" fmla="*/ 13114 h 19671"/>
                <a:gd name="connsiteX12" fmla="*/ 9836 w 11475"/>
                <a:gd name="connsiteY12" fmla="*/ 16393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75" h="19671">
                  <a:moveTo>
                    <a:pt x="8197" y="19672"/>
                  </a:moveTo>
                  <a:lnTo>
                    <a:pt x="3278" y="16393"/>
                  </a:lnTo>
                  <a:lnTo>
                    <a:pt x="3278" y="13114"/>
                  </a:lnTo>
                  <a:lnTo>
                    <a:pt x="6557" y="9836"/>
                  </a:lnTo>
                  <a:lnTo>
                    <a:pt x="4918" y="4918"/>
                  </a:lnTo>
                  <a:lnTo>
                    <a:pt x="0" y="3279"/>
                  </a:lnTo>
                  <a:lnTo>
                    <a:pt x="4918" y="0"/>
                  </a:lnTo>
                  <a:lnTo>
                    <a:pt x="8197" y="0"/>
                  </a:lnTo>
                  <a:lnTo>
                    <a:pt x="11475" y="1639"/>
                  </a:lnTo>
                  <a:lnTo>
                    <a:pt x="11475" y="4918"/>
                  </a:lnTo>
                  <a:lnTo>
                    <a:pt x="11475" y="9836"/>
                  </a:lnTo>
                  <a:lnTo>
                    <a:pt x="11475" y="13114"/>
                  </a:lnTo>
                  <a:lnTo>
                    <a:pt x="9836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74" name="Freeform 4073">
              <a:extLst>
                <a:ext uri="{FF2B5EF4-FFF2-40B4-BE49-F238E27FC236}">
                  <a16:creationId xmlns:a16="http://schemas.microsoft.com/office/drawing/2014/main" id="{A4D5AD8A-A967-894A-B3C1-DBA113BB1CCE}"/>
                </a:ext>
              </a:extLst>
            </p:cNvPr>
            <p:cNvSpPr/>
            <p:nvPr/>
          </p:nvSpPr>
          <p:spPr>
            <a:xfrm>
              <a:off x="6327146" y="2459167"/>
              <a:ext cx="13114" cy="8196"/>
            </a:xfrm>
            <a:custGeom>
              <a:avLst/>
              <a:gdLst>
                <a:gd name="connsiteX0" fmla="*/ 0 w 13114"/>
                <a:gd name="connsiteY0" fmla="*/ 8197 h 8196"/>
                <a:gd name="connsiteX1" fmla="*/ 1639 w 13114"/>
                <a:gd name="connsiteY1" fmla="*/ 4918 h 8196"/>
                <a:gd name="connsiteX2" fmla="*/ 4918 w 13114"/>
                <a:gd name="connsiteY2" fmla="*/ 1639 h 8196"/>
                <a:gd name="connsiteX3" fmla="*/ 8197 w 13114"/>
                <a:gd name="connsiteY3" fmla="*/ 1639 h 8196"/>
                <a:gd name="connsiteX4" fmla="*/ 13114 w 13114"/>
                <a:gd name="connsiteY4" fmla="*/ 0 h 8196"/>
                <a:gd name="connsiteX5" fmla="*/ 9836 w 13114"/>
                <a:gd name="connsiteY5" fmla="*/ 4918 h 8196"/>
                <a:gd name="connsiteX6" fmla="*/ 6557 w 13114"/>
                <a:gd name="connsiteY6" fmla="*/ 6557 h 8196"/>
                <a:gd name="connsiteX7" fmla="*/ 3278 w 13114"/>
                <a:gd name="connsiteY7" fmla="*/ 819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4" h="8196">
                  <a:moveTo>
                    <a:pt x="0" y="8197"/>
                  </a:moveTo>
                  <a:lnTo>
                    <a:pt x="1639" y="4918"/>
                  </a:lnTo>
                  <a:lnTo>
                    <a:pt x="4918" y="1639"/>
                  </a:lnTo>
                  <a:lnTo>
                    <a:pt x="8197" y="1639"/>
                  </a:lnTo>
                  <a:lnTo>
                    <a:pt x="13114" y="0"/>
                  </a:lnTo>
                  <a:lnTo>
                    <a:pt x="9836" y="4918"/>
                  </a:lnTo>
                  <a:lnTo>
                    <a:pt x="6557" y="6557"/>
                  </a:lnTo>
                  <a:lnTo>
                    <a:pt x="3278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75" name="Freeform 4074">
              <a:extLst>
                <a:ext uri="{FF2B5EF4-FFF2-40B4-BE49-F238E27FC236}">
                  <a16:creationId xmlns:a16="http://schemas.microsoft.com/office/drawing/2014/main" id="{FA7B8E9B-86D2-BB40-8DCA-74D680A151D8}"/>
                </a:ext>
              </a:extLst>
            </p:cNvPr>
            <p:cNvSpPr/>
            <p:nvPr/>
          </p:nvSpPr>
          <p:spPr>
            <a:xfrm>
              <a:off x="6317310" y="2385396"/>
              <a:ext cx="27868" cy="18032"/>
            </a:xfrm>
            <a:custGeom>
              <a:avLst/>
              <a:gdLst>
                <a:gd name="connsiteX0" fmla="*/ 21311 w 27868"/>
                <a:gd name="connsiteY0" fmla="*/ 18033 h 18032"/>
                <a:gd name="connsiteX1" fmla="*/ 18033 w 27868"/>
                <a:gd name="connsiteY1" fmla="*/ 18033 h 18032"/>
                <a:gd name="connsiteX2" fmla="*/ 14754 w 27868"/>
                <a:gd name="connsiteY2" fmla="*/ 14754 h 18032"/>
                <a:gd name="connsiteX3" fmla="*/ 9836 w 27868"/>
                <a:gd name="connsiteY3" fmla="*/ 13115 h 18032"/>
                <a:gd name="connsiteX4" fmla="*/ 14754 w 27868"/>
                <a:gd name="connsiteY4" fmla="*/ 11475 h 18032"/>
                <a:gd name="connsiteX5" fmla="*/ 9836 w 27868"/>
                <a:gd name="connsiteY5" fmla="*/ 11475 h 18032"/>
                <a:gd name="connsiteX6" fmla="*/ 6557 w 27868"/>
                <a:gd name="connsiteY6" fmla="*/ 11475 h 18032"/>
                <a:gd name="connsiteX7" fmla="*/ 3279 w 27868"/>
                <a:gd name="connsiteY7" fmla="*/ 9836 h 18032"/>
                <a:gd name="connsiteX8" fmla="*/ 0 w 27868"/>
                <a:gd name="connsiteY8" fmla="*/ 6557 h 18032"/>
                <a:gd name="connsiteX9" fmla="*/ 4918 w 27868"/>
                <a:gd name="connsiteY9" fmla="*/ 4918 h 18032"/>
                <a:gd name="connsiteX10" fmla="*/ 8197 w 27868"/>
                <a:gd name="connsiteY10" fmla="*/ 3279 h 18032"/>
                <a:gd name="connsiteX11" fmla="*/ 11476 w 27868"/>
                <a:gd name="connsiteY11" fmla="*/ 1639 h 18032"/>
                <a:gd name="connsiteX12" fmla="*/ 14754 w 27868"/>
                <a:gd name="connsiteY12" fmla="*/ 0 h 18032"/>
                <a:gd name="connsiteX13" fmla="*/ 19672 w 27868"/>
                <a:gd name="connsiteY13" fmla="*/ 1639 h 18032"/>
                <a:gd name="connsiteX14" fmla="*/ 19672 w 27868"/>
                <a:gd name="connsiteY14" fmla="*/ 4918 h 18032"/>
                <a:gd name="connsiteX15" fmla="*/ 24590 w 27868"/>
                <a:gd name="connsiteY15" fmla="*/ 8197 h 18032"/>
                <a:gd name="connsiteX16" fmla="*/ 26229 w 27868"/>
                <a:gd name="connsiteY16" fmla="*/ 11475 h 18032"/>
                <a:gd name="connsiteX17" fmla="*/ 27869 w 27868"/>
                <a:gd name="connsiteY17" fmla="*/ 14754 h 18032"/>
                <a:gd name="connsiteX18" fmla="*/ 24590 w 27868"/>
                <a:gd name="connsiteY18" fmla="*/ 14754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68" h="18032">
                  <a:moveTo>
                    <a:pt x="21311" y="18033"/>
                  </a:moveTo>
                  <a:lnTo>
                    <a:pt x="18033" y="18033"/>
                  </a:lnTo>
                  <a:lnTo>
                    <a:pt x="14754" y="14754"/>
                  </a:lnTo>
                  <a:lnTo>
                    <a:pt x="9836" y="13115"/>
                  </a:lnTo>
                  <a:lnTo>
                    <a:pt x="14754" y="11475"/>
                  </a:lnTo>
                  <a:lnTo>
                    <a:pt x="9836" y="11475"/>
                  </a:lnTo>
                  <a:lnTo>
                    <a:pt x="6557" y="11475"/>
                  </a:lnTo>
                  <a:lnTo>
                    <a:pt x="3279" y="9836"/>
                  </a:lnTo>
                  <a:lnTo>
                    <a:pt x="0" y="6557"/>
                  </a:lnTo>
                  <a:lnTo>
                    <a:pt x="4918" y="4918"/>
                  </a:lnTo>
                  <a:lnTo>
                    <a:pt x="8197" y="3279"/>
                  </a:lnTo>
                  <a:lnTo>
                    <a:pt x="11476" y="1639"/>
                  </a:lnTo>
                  <a:lnTo>
                    <a:pt x="14754" y="0"/>
                  </a:lnTo>
                  <a:lnTo>
                    <a:pt x="19672" y="1639"/>
                  </a:lnTo>
                  <a:lnTo>
                    <a:pt x="19672" y="4918"/>
                  </a:lnTo>
                  <a:lnTo>
                    <a:pt x="24590" y="8197"/>
                  </a:lnTo>
                  <a:lnTo>
                    <a:pt x="26229" y="11475"/>
                  </a:lnTo>
                  <a:lnTo>
                    <a:pt x="27869" y="14754"/>
                  </a:lnTo>
                  <a:lnTo>
                    <a:pt x="24590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76" name="Freeform 4075">
              <a:extLst>
                <a:ext uri="{FF2B5EF4-FFF2-40B4-BE49-F238E27FC236}">
                  <a16:creationId xmlns:a16="http://schemas.microsoft.com/office/drawing/2014/main" id="{29C64F89-E72A-7C43-918F-E4B958BE2220}"/>
                </a:ext>
              </a:extLst>
            </p:cNvPr>
            <p:cNvSpPr/>
            <p:nvPr/>
          </p:nvSpPr>
          <p:spPr>
            <a:xfrm>
              <a:off x="6348457" y="2454249"/>
              <a:ext cx="14753" cy="6557"/>
            </a:xfrm>
            <a:custGeom>
              <a:avLst/>
              <a:gdLst>
                <a:gd name="connsiteX0" fmla="*/ 8197 w 14753"/>
                <a:gd name="connsiteY0" fmla="*/ 6557 h 6557"/>
                <a:gd name="connsiteX1" fmla="*/ 4918 w 14753"/>
                <a:gd name="connsiteY1" fmla="*/ 4918 h 6557"/>
                <a:gd name="connsiteX2" fmla="*/ 1639 w 14753"/>
                <a:gd name="connsiteY2" fmla="*/ 4918 h 6557"/>
                <a:gd name="connsiteX3" fmla="*/ 0 w 14753"/>
                <a:gd name="connsiteY3" fmla="*/ 1639 h 6557"/>
                <a:gd name="connsiteX4" fmla="*/ 4918 w 14753"/>
                <a:gd name="connsiteY4" fmla="*/ 0 h 6557"/>
                <a:gd name="connsiteX5" fmla="*/ 8197 w 14753"/>
                <a:gd name="connsiteY5" fmla="*/ 0 h 6557"/>
                <a:gd name="connsiteX6" fmla="*/ 11476 w 14753"/>
                <a:gd name="connsiteY6" fmla="*/ 1639 h 6557"/>
                <a:gd name="connsiteX7" fmla="*/ 14754 w 14753"/>
                <a:gd name="connsiteY7" fmla="*/ 1639 h 6557"/>
                <a:gd name="connsiteX8" fmla="*/ 13115 w 14753"/>
                <a:gd name="connsiteY8" fmla="*/ 4918 h 6557"/>
                <a:gd name="connsiteX9" fmla="*/ 9836 w 14753"/>
                <a:gd name="connsiteY9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53" h="6557">
                  <a:moveTo>
                    <a:pt x="8197" y="6557"/>
                  </a:moveTo>
                  <a:lnTo>
                    <a:pt x="4918" y="4918"/>
                  </a:lnTo>
                  <a:lnTo>
                    <a:pt x="1639" y="4918"/>
                  </a:lnTo>
                  <a:lnTo>
                    <a:pt x="0" y="1639"/>
                  </a:lnTo>
                  <a:lnTo>
                    <a:pt x="4918" y="0"/>
                  </a:lnTo>
                  <a:lnTo>
                    <a:pt x="8197" y="0"/>
                  </a:lnTo>
                  <a:lnTo>
                    <a:pt x="11476" y="1639"/>
                  </a:lnTo>
                  <a:lnTo>
                    <a:pt x="14754" y="1639"/>
                  </a:lnTo>
                  <a:lnTo>
                    <a:pt x="13115" y="4918"/>
                  </a:lnTo>
                  <a:lnTo>
                    <a:pt x="9836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77" name="Freeform 4076">
              <a:extLst>
                <a:ext uri="{FF2B5EF4-FFF2-40B4-BE49-F238E27FC236}">
                  <a16:creationId xmlns:a16="http://schemas.microsoft.com/office/drawing/2014/main" id="{19EA0D51-2588-084E-8E85-3669AE5092BF}"/>
                </a:ext>
              </a:extLst>
            </p:cNvPr>
            <p:cNvSpPr/>
            <p:nvPr/>
          </p:nvSpPr>
          <p:spPr>
            <a:xfrm>
              <a:off x="6356654" y="2482117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0 w 3278"/>
                <a:gd name="connsiteY1" fmla="*/ 0 h 3278"/>
                <a:gd name="connsiteX2" fmla="*/ 3279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78" name="Freeform 4077">
              <a:extLst>
                <a:ext uri="{FF2B5EF4-FFF2-40B4-BE49-F238E27FC236}">
                  <a16:creationId xmlns:a16="http://schemas.microsoft.com/office/drawing/2014/main" id="{596E1FD1-4B42-4F46-8A90-961229CDCD15}"/>
                </a:ext>
              </a:extLst>
            </p:cNvPr>
            <p:cNvSpPr/>
            <p:nvPr/>
          </p:nvSpPr>
          <p:spPr>
            <a:xfrm>
              <a:off x="6363211" y="2488675"/>
              <a:ext cx="3278" cy="4918"/>
            </a:xfrm>
            <a:custGeom>
              <a:avLst/>
              <a:gdLst>
                <a:gd name="connsiteX0" fmla="*/ 1639 w 3278"/>
                <a:gd name="connsiteY0" fmla="*/ 4918 h 4918"/>
                <a:gd name="connsiteX1" fmla="*/ 0 w 3278"/>
                <a:gd name="connsiteY1" fmla="*/ 0 h 4918"/>
                <a:gd name="connsiteX2" fmla="*/ 3279 w 3278"/>
                <a:gd name="connsiteY2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1639" y="4918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79" name="Freeform 4078">
              <a:extLst>
                <a:ext uri="{FF2B5EF4-FFF2-40B4-BE49-F238E27FC236}">
                  <a16:creationId xmlns:a16="http://schemas.microsoft.com/office/drawing/2014/main" id="{7971686F-CC31-ED48-A7DC-2B06835E80C4}"/>
                </a:ext>
              </a:extLst>
            </p:cNvPr>
            <p:cNvSpPr/>
            <p:nvPr/>
          </p:nvSpPr>
          <p:spPr>
            <a:xfrm>
              <a:off x="6371408" y="2541133"/>
              <a:ext cx="6557" cy="19671"/>
            </a:xfrm>
            <a:custGeom>
              <a:avLst/>
              <a:gdLst>
                <a:gd name="connsiteX0" fmla="*/ 3279 w 6557"/>
                <a:gd name="connsiteY0" fmla="*/ 19672 h 19671"/>
                <a:gd name="connsiteX1" fmla="*/ 1639 w 6557"/>
                <a:gd name="connsiteY1" fmla="*/ 14754 h 19671"/>
                <a:gd name="connsiteX2" fmla="*/ 0 w 6557"/>
                <a:gd name="connsiteY2" fmla="*/ 11475 h 19671"/>
                <a:gd name="connsiteX3" fmla="*/ 1639 w 6557"/>
                <a:gd name="connsiteY3" fmla="*/ 8197 h 19671"/>
                <a:gd name="connsiteX4" fmla="*/ 3279 w 6557"/>
                <a:gd name="connsiteY4" fmla="*/ 4918 h 19671"/>
                <a:gd name="connsiteX5" fmla="*/ 4918 w 6557"/>
                <a:gd name="connsiteY5" fmla="*/ 0 h 19671"/>
                <a:gd name="connsiteX6" fmla="*/ 4918 w 6557"/>
                <a:gd name="connsiteY6" fmla="*/ 4918 h 19671"/>
                <a:gd name="connsiteX7" fmla="*/ 3279 w 6557"/>
                <a:gd name="connsiteY7" fmla="*/ 8197 h 19671"/>
                <a:gd name="connsiteX8" fmla="*/ 4918 w 6557"/>
                <a:gd name="connsiteY8" fmla="*/ 11475 h 19671"/>
                <a:gd name="connsiteX9" fmla="*/ 6558 w 6557"/>
                <a:gd name="connsiteY9" fmla="*/ 14754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57" h="19671">
                  <a:moveTo>
                    <a:pt x="3279" y="19672"/>
                  </a:moveTo>
                  <a:lnTo>
                    <a:pt x="1639" y="14754"/>
                  </a:lnTo>
                  <a:lnTo>
                    <a:pt x="0" y="11475"/>
                  </a:lnTo>
                  <a:lnTo>
                    <a:pt x="1639" y="8197"/>
                  </a:lnTo>
                  <a:lnTo>
                    <a:pt x="3279" y="4918"/>
                  </a:lnTo>
                  <a:lnTo>
                    <a:pt x="4918" y="0"/>
                  </a:lnTo>
                  <a:lnTo>
                    <a:pt x="4918" y="4918"/>
                  </a:lnTo>
                  <a:lnTo>
                    <a:pt x="3279" y="8197"/>
                  </a:lnTo>
                  <a:lnTo>
                    <a:pt x="4918" y="11475"/>
                  </a:lnTo>
                  <a:lnTo>
                    <a:pt x="6558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80" name="Freeform 4079">
              <a:extLst>
                <a:ext uri="{FF2B5EF4-FFF2-40B4-BE49-F238E27FC236}">
                  <a16:creationId xmlns:a16="http://schemas.microsoft.com/office/drawing/2014/main" id="{EB7D8C39-A7F2-894F-90AB-ADA802F25353}"/>
                </a:ext>
              </a:extLst>
            </p:cNvPr>
            <p:cNvSpPr/>
            <p:nvPr/>
          </p:nvSpPr>
          <p:spPr>
            <a:xfrm>
              <a:off x="6392720" y="2514904"/>
              <a:ext cx="18032" cy="22950"/>
            </a:xfrm>
            <a:custGeom>
              <a:avLst/>
              <a:gdLst>
                <a:gd name="connsiteX0" fmla="*/ 8197 w 18032"/>
                <a:gd name="connsiteY0" fmla="*/ 19672 h 22950"/>
                <a:gd name="connsiteX1" fmla="*/ 6557 w 18032"/>
                <a:gd name="connsiteY1" fmla="*/ 22951 h 22950"/>
                <a:gd name="connsiteX2" fmla="*/ 1639 w 18032"/>
                <a:gd name="connsiteY2" fmla="*/ 22951 h 22950"/>
                <a:gd name="connsiteX3" fmla="*/ 1639 w 18032"/>
                <a:gd name="connsiteY3" fmla="*/ 19672 h 22950"/>
                <a:gd name="connsiteX4" fmla="*/ 3278 w 18032"/>
                <a:gd name="connsiteY4" fmla="*/ 14754 h 22950"/>
                <a:gd name="connsiteX5" fmla="*/ 0 w 18032"/>
                <a:gd name="connsiteY5" fmla="*/ 11476 h 22950"/>
                <a:gd name="connsiteX6" fmla="*/ 3278 w 18032"/>
                <a:gd name="connsiteY6" fmla="*/ 8197 h 22950"/>
                <a:gd name="connsiteX7" fmla="*/ 6557 w 18032"/>
                <a:gd name="connsiteY7" fmla="*/ 4918 h 22950"/>
                <a:gd name="connsiteX8" fmla="*/ 9836 w 18032"/>
                <a:gd name="connsiteY8" fmla="*/ 1639 h 22950"/>
                <a:gd name="connsiteX9" fmla="*/ 13114 w 18032"/>
                <a:gd name="connsiteY9" fmla="*/ 0 h 22950"/>
                <a:gd name="connsiteX10" fmla="*/ 18033 w 18032"/>
                <a:gd name="connsiteY10" fmla="*/ 0 h 22950"/>
                <a:gd name="connsiteX11" fmla="*/ 18033 w 18032"/>
                <a:gd name="connsiteY11" fmla="*/ 3279 h 22950"/>
                <a:gd name="connsiteX12" fmla="*/ 16393 w 18032"/>
                <a:gd name="connsiteY12" fmla="*/ 6557 h 22950"/>
                <a:gd name="connsiteX13" fmla="*/ 16393 w 18032"/>
                <a:gd name="connsiteY13" fmla="*/ 9836 h 22950"/>
                <a:gd name="connsiteX14" fmla="*/ 14754 w 18032"/>
                <a:gd name="connsiteY14" fmla="*/ 14754 h 22950"/>
                <a:gd name="connsiteX15" fmla="*/ 14754 w 18032"/>
                <a:gd name="connsiteY15" fmla="*/ 16393 h 22950"/>
                <a:gd name="connsiteX16" fmla="*/ 14754 w 18032"/>
                <a:gd name="connsiteY16" fmla="*/ 16393 h 22950"/>
                <a:gd name="connsiteX17" fmla="*/ 9836 w 18032"/>
                <a:gd name="connsiteY17" fmla="*/ 16393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032" h="22950">
                  <a:moveTo>
                    <a:pt x="8197" y="19672"/>
                  </a:moveTo>
                  <a:lnTo>
                    <a:pt x="6557" y="22951"/>
                  </a:lnTo>
                  <a:lnTo>
                    <a:pt x="1639" y="22951"/>
                  </a:lnTo>
                  <a:lnTo>
                    <a:pt x="1639" y="19672"/>
                  </a:lnTo>
                  <a:lnTo>
                    <a:pt x="3278" y="14754"/>
                  </a:lnTo>
                  <a:lnTo>
                    <a:pt x="0" y="11476"/>
                  </a:lnTo>
                  <a:lnTo>
                    <a:pt x="3278" y="8197"/>
                  </a:lnTo>
                  <a:lnTo>
                    <a:pt x="6557" y="4918"/>
                  </a:lnTo>
                  <a:lnTo>
                    <a:pt x="9836" y="1639"/>
                  </a:lnTo>
                  <a:lnTo>
                    <a:pt x="13114" y="0"/>
                  </a:lnTo>
                  <a:lnTo>
                    <a:pt x="18033" y="0"/>
                  </a:lnTo>
                  <a:lnTo>
                    <a:pt x="18033" y="3279"/>
                  </a:lnTo>
                  <a:lnTo>
                    <a:pt x="16393" y="6557"/>
                  </a:lnTo>
                  <a:lnTo>
                    <a:pt x="16393" y="9836"/>
                  </a:lnTo>
                  <a:lnTo>
                    <a:pt x="14754" y="14754"/>
                  </a:lnTo>
                  <a:lnTo>
                    <a:pt x="14754" y="16393"/>
                  </a:lnTo>
                  <a:lnTo>
                    <a:pt x="14754" y="16393"/>
                  </a:lnTo>
                  <a:lnTo>
                    <a:pt x="9836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81" name="Freeform 4080">
              <a:extLst>
                <a:ext uri="{FF2B5EF4-FFF2-40B4-BE49-F238E27FC236}">
                  <a16:creationId xmlns:a16="http://schemas.microsoft.com/office/drawing/2014/main" id="{0B4552F1-FE03-044B-99F6-C65F057F3B71}"/>
                </a:ext>
              </a:extLst>
            </p:cNvPr>
            <p:cNvSpPr/>
            <p:nvPr/>
          </p:nvSpPr>
          <p:spPr>
            <a:xfrm>
              <a:off x="7248453" y="2237856"/>
              <a:ext cx="539342" cy="332785"/>
            </a:xfrm>
            <a:custGeom>
              <a:avLst/>
              <a:gdLst>
                <a:gd name="connsiteX0" fmla="*/ 0 w 539342"/>
                <a:gd name="connsiteY0" fmla="*/ 44262 h 332785"/>
                <a:gd name="connsiteX1" fmla="*/ 3279 w 539342"/>
                <a:gd name="connsiteY1" fmla="*/ 39344 h 332785"/>
                <a:gd name="connsiteX2" fmla="*/ 4918 w 539342"/>
                <a:gd name="connsiteY2" fmla="*/ 37705 h 332785"/>
                <a:gd name="connsiteX3" fmla="*/ 8197 w 539342"/>
                <a:gd name="connsiteY3" fmla="*/ 34426 h 332785"/>
                <a:gd name="connsiteX4" fmla="*/ 11476 w 539342"/>
                <a:gd name="connsiteY4" fmla="*/ 29508 h 332785"/>
                <a:gd name="connsiteX5" fmla="*/ 14754 w 539342"/>
                <a:gd name="connsiteY5" fmla="*/ 27869 h 332785"/>
                <a:gd name="connsiteX6" fmla="*/ 19672 w 539342"/>
                <a:gd name="connsiteY6" fmla="*/ 24590 h 332785"/>
                <a:gd name="connsiteX7" fmla="*/ 22951 w 539342"/>
                <a:gd name="connsiteY7" fmla="*/ 24590 h 332785"/>
                <a:gd name="connsiteX8" fmla="*/ 26229 w 539342"/>
                <a:gd name="connsiteY8" fmla="*/ 21311 h 332785"/>
                <a:gd name="connsiteX9" fmla="*/ 29508 w 539342"/>
                <a:gd name="connsiteY9" fmla="*/ 21311 h 332785"/>
                <a:gd name="connsiteX10" fmla="*/ 34426 w 539342"/>
                <a:gd name="connsiteY10" fmla="*/ 19672 h 332785"/>
                <a:gd name="connsiteX11" fmla="*/ 37705 w 539342"/>
                <a:gd name="connsiteY11" fmla="*/ 19672 h 332785"/>
                <a:gd name="connsiteX12" fmla="*/ 40983 w 539342"/>
                <a:gd name="connsiteY12" fmla="*/ 19672 h 332785"/>
                <a:gd name="connsiteX13" fmla="*/ 44262 w 539342"/>
                <a:gd name="connsiteY13" fmla="*/ 18033 h 332785"/>
                <a:gd name="connsiteX14" fmla="*/ 47541 w 539342"/>
                <a:gd name="connsiteY14" fmla="*/ 18033 h 332785"/>
                <a:gd name="connsiteX15" fmla="*/ 50820 w 539342"/>
                <a:gd name="connsiteY15" fmla="*/ 18033 h 332785"/>
                <a:gd name="connsiteX16" fmla="*/ 54098 w 539342"/>
                <a:gd name="connsiteY16" fmla="*/ 18033 h 332785"/>
                <a:gd name="connsiteX17" fmla="*/ 59016 w 539342"/>
                <a:gd name="connsiteY17" fmla="*/ 19672 h 332785"/>
                <a:gd name="connsiteX18" fmla="*/ 62295 w 539342"/>
                <a:gd name="connsiteY18" fmla="*/ 21311 h 332785"/>
                <a:gd name="connsiteX19" fmla="*/ 65573 w 539342"/>
                <a:gd name="connsiteY19" fmla="*/ 22951 h 332785"/>
                <a:gd name="connsiteX20" fmla="*/ 70492 w 539342"/>
                <a:gd name="connsiteY20" fmla="*/ 24590 h 332785"/>
                <a:gd name="connsiteX21" fmla="*/ 73770 w 539342"/>
                <a:gd name="connsiteY21" fmla="*/ 27869 h 332785"/>
                <a:gd name="connsiteX22" fmla="*/ 77049 w 539342"/>
                <a:gd name="connsiteY22" fmla="*/ 29508 h 332785"/>
                <a:gd name="connsiteX23" fmla="*/ 80328 w 539342"/>
                <a:gd name="connsiteY23" fmla="*/ 31147 h 332785"/>
                <a:gd name="connsiteX24" fmla="*/ 85246 w 539342"/>
                <a:gd name="connsiteY24" fmla="*/ 34426 h 332785"/>
                <a:gd name="connsiteX25" fmla="*/ 86885 w 539342"/>
                <a:gd name="connsiteY25" fmla="*/ 39344 h 332785"/>
                <a:gd name="connsiteX26" fmla="*/ 88525 w 539342"/>
                <a:gd name="connsiteY26" fmla="*/ 42623 h 332785"/>
                <a:gd name="connsiteX27" fmla="*/ 93442 w 539342"/>
                <a:gd name="connsiteY27" fmla="*/ 45901 h 332785"/>
                <a:gd name="connsiteX28" fmla="*/ 96721 w 539342"/>
                <a:gd name="connsiteY28" fmla="*/ 49180 h 332785"/>
                <a:gd name="connsiteX29" fmla="*/ 100000 w 539342"/>
                <a:gd name="connsiteY29" fmla="*/ 54098 h 332785"/>
                <a:gd name="connsiteX30" fmla="*/ 103279 w 539342"/>
                <a:gd name="connsiteY30" fmla="*/ 57377 h 332785"/>
                <a:gd name="connsiteX31" fmla="*/ 106557 w 539342"/>
                <a:gd name="connsiteY31" fmla="*/ 59016 h 332785"/>
                <a:gd name="connsiteX32" fmla="*/ 108196 w 539342"/>
                <a:gd name="connsiteY32" fmla="*/ 62295 h 332785"/>
                <a:gd name="connsiteX33" fmla="*/ 113115 w 539342"/>
                <a:gd name="connsiteY33" fmla="*/ 63934 h 332785"/>
                <a:gd name="connsiteX34" fmla="*/ 116393 w 539342"/>
                <a:gd name="connsiteY34" fmla="*/ 63934 h 332785"/>
                <a:gd name="connsiteX35" fmla="*/ 119672 w 539342"/>
                <a:gd name="connsiteY35" fmla="*/ 63934 h 332785"/>
                <a:gd name="connsiteX36" fmla="*/ 124590 w 539342"/>
                <a:gd name="connsiteY36" fmla="*/ 62295 h 332785"/>
                <a:gd name="connsiteX37" fmla="*/ 127869 w 539342"/>
                <a:gd name="connsiteY37" fmla="*/ 62295 h 332785"/>
                <a:gd name="connsiteX38" fmla="*/ 127869 w 539342"/>
                <a:gd name="connsiteY38" fmla="*/ 62295 h 332785"/>
                <a:gd name="connsiteX39" fmla="*/ 131147 w 539342"/>
                <a:gd name="connsiteY39" fmla="*/ 62295 h 332785"/>
                <a:gd name="connsiteX40" fmla="*/ 136065 w 539342"/>
                <a:gd name="connsiteY40" fmla="*/ 62295 h 332785"/>
                <a:gd name="connsiteX41" fmla="*/ 139344 w 539342"/>
                <a:gd name="connsiteY41" fmla="*/ 62295 h 332785"/>
                <a:gd name="connsiteX42" fmla="*/ 142623 w 539342"/>
                <a:gd name="connsiteY42" fmla="*/ 62295 h 332785"/>
                <a:gd name="connsiteX43" fmla="*/ 147540 w 539342"/>
                <a:gd name="connsiteY43" fmla="*/ 63934 h 332785"/>
                <a:gd name="connsiteX44" fmla="*/ 150819 w 539342"/>
                <a:gd name="connsiteY44" fmla="*/ 63934 h 332785"/>
                <a:gd name="connsiteX45" fmla="*/ 154098 w 539342"/>
                <a:gd name="connsiteY45" fmla="*/ 63934 h 332785"/>
                <a:gd name="connsiteX46" fmla="*/ 159016 w 539342"/>
                <a:gd name="connsiteY46" fmla="*/ 63934 h 332785"/>
                <a:gd name="connsiteX47" fmla="*/ 162295 w 539342"/>
                <a:gd name="connsiteY47" fmla="*/ 63934 h 332785"/>
                <a:gd name="connsiteX48" fmla="*/ 165573 w 539342"/>
                <a:gd name="connsiteY48" fmla="*/ 63934 h 332785"/>
                <a:gd name="connsiteX49" fmla="*/ 168852 w 539342"/>
                <a:gd name="connsiteY49" fmla="*/ 60655 h 332785"/>
                <a:gd name="connsiteX50" fmla="*/ 165573 w 539342"/>
                <a:gd name="connsiteY50" fmla="*/ 57377 h 332785"/>
                <a:gd name="connsiteX51" fmla="*/ 163934 w 539342"/>
                <a:gd name="connsiteY51" fmla="*/ 54098 h 332785"/>
                <a:gd name="connsiteX52" fmla="*/ 162295 w 539342"/>
                <a:gd name="connsiteY52" fmla="*/ 49180 h 332785"/>
                <a:gd name="connsiteX53" fmla="*/ 159016 w 539342"/>
                <a:gd name="connsiteY53" fmla="*/ 45901 h 332785"/>
                <a:gd name="connsiteX54" fmla="*/ 159016 w 539342"/>
                <a:gd name="connsiteY54" fmla="*/ 42623 h 332785"/>
                <a:gd name="connsiteX55" fmla="*/ 157376 w 539342"/>
                <a:gd name="connsiteY55" fmla="*/ 39344 h 332785"/>
                <a:gd name="connsiteX56" fmla="*/ 160655 w 539342"/>
                <a:gd name="connsiteY56" fmla="*/ 36065 h 332785"/>
                <a:gd name="connsiteX57" fmla="*/ 163934 w 539342"/>
                <a:gd name="connsiteY57" fmla="*/ 31147 h 332785"/>
                <a:gd name="connsiteX58" fmla="*/ 165573 w 539342"/>
                <a:gd name="connsiteY58" fmla="*/ 27869 h 332785"/>
                <a:gd name="connsiteX59" fmla="*/ 168852 w 539342"/>
                <a:gd name="connsiteY59" fmla="*/ 26229 h 332785"/>
                <a:gd name="connsiteX60" fmla="*/ 173770 w 539342"/>
                <a:gd name="connsiteY60" fmla="*/ 24590 h 332785"/>
                <a:gd name="connsiteX61" fmla="*/ 177049 w 539342"/>
                <a:gd name="connsiteY61" fmla="*/ 26229 h 332785"/>
                <a:gd name="connsiteX62" fmla="*/ 180327 w 539342"/>
                <a:gd name="connsiteY62" fmla="*/ 24590 h 332785"/>
                <a:gd name="connsiteX63" fmla="*/ 185245 w 539342"/>
                <a:gd name="connsiteY63" fmla="*/ 24590 h 332785"/>
                <a:gd name="connsiteX64" fmla="*/ 186885 w 539342"/>
                <a:gd name="connsiteY64" fmla="*/ 21311 h 332785"/>
                <a:gd name="connsiteX65" fmla="*/ 188524 w 539342"/>
                <a:gd name="connsiteY65" fmla="*/ 16393 h 332785"/>
                <a:gd name="connsiteX66" fmla="*/ 186885 w 539342"/>
                <a:gd name="connsiteY66" fmla="*/ 13115 h 332785"/>
                <a:gd name="connsiteX67" fmla="*/ 190163 w 539342"/>
                <a:gd name="connsiteY67" fmla="*/ 9836 h 332785"/>
                <a:gd name="connsiteX68" fmla="*/ 193442 w 539342"/>
                <a:gd name="connsiteY68" fmla="*/ 13115 h 332785"/>
                <a:gd name="connsiteX69" fmla="*/ 198360 w 539342"/>
                <a:gd name="connsiteY69" fmla="*/ 11475 h 332785"/>
                <a:gd name="connsiteX70" fmla="*/ 201639 w 539342"/>
                <a:gd name="connsiteY70" fmla="*/ 13115 h 332785"/>
                <a:gd name="connsiteX71" fmla="*/ 203278 w 539342"/>
                <a:gd name="connsiteY71" fmla="*/ 18033 h 332785"/>
                <a:gd name="connsiteX72" fmla="*/ 208196 w 539342"/>
                <a:gd name="connsiteY72" fmla="*/ 19672 h 332785"/>
                <a:gd name="connsiteX73" fmla="*/ 204917 w 539342"/>
                <a:gd name="connsiteY73" fmla="*/ 16393 h 332785"/>
                <a:gd name="connsiteX74" fmla="*/ 201639 w 539342"/>
                <a:gd name="connsiteY74" fmla="*/ 11475 h 332785"/>
                <a:gd name="connsiteX75" fmla="*/ 198360 w 539342"/>
                <a:gd name="connsiteY75" fmla="*/ 8197 h 332785"/>
                <a:gd name="connsiteX76" fmla="*/ 193442 w 539342"/>
                <a:gd name="connsiteY76" fmla="*/ 6557 h 332785"/>
                <a:gd name="connsiteX77" fmla="*/ 193442 w 539342"/>
                <a:gd name="connsiteY77" fmla="*/ 3279 h 332785"/>
                <a:gd name="connsiteX78" fmla="*/ 198360 w 539342"/>
                <a:gd name="connsiteY78" fmla="*/ 3279 h 332785"/>
                <a:gd name="connsiteX79" fmla="*/ 201639 w 539342"/>
                <a:gd name="connsiteY79" fmla="*/ 3279 h 332785"/>
                <a:gd name="connsiteX80" fmla="*/ 204917 w 539342"/>
                <a:gd name="connsiteY80" fmla="*/ 3279 h 332785"/>
                <a:gd name="connsiteX81" fmla="*/ 206557 w 539342"/>
                <a:gd name="connsiteY81" fmla="*/ 0 h 332785"/>
                <a:gd name="connsiteX82" fmla="*/ 209835 w 539342"/>
                <a:gd name="connsiteY82" fmla="*/ 0 h 332785"/>
                <a:gd name="connsiteX83" fmla="*/ 214753 w 539342"/>
                <a:gd name="connsiteY83" fmla="*/ 3279 h 332785"/>
                <a:gd name="connsiteX84" fmla="*/ 218032 w 539342"/>
                <a:gd name="connsiteY84" fmla="*/ 6557 h 332785"/>
                <a:gd name="connsiteX85" fmla="*/ 221310 w 539342"/>
                <a:gd name="connsiteY85" fmla="*/ 9836 h 332785"/>
                <a:gd name="connsiteX86" fmla="*/ 226229 w 539342"/>
                <a:gd name="connsiteY86" fmla="*/ 9836 h 332785"/>
                <a:gd name="connsiteX87" fmla="*/ 229507 w 539342"/>
                <a:gd name="connsiteY87" fmla="*/ 9836 h 332785"/>
                <a:gd name="connsiteX88" fmla="*/ 232786 w 539342"/>
                <a:gd name="connsiteY88" fmla="*/ 13115 h 332785"/>
                <a:gd name="connsiteX89" fmla="*/ 234425 w 539342"/>
                <a:gd name="connsiteY89" fmla="*/ 16393 h 332785"/>
                <a:gd name="connsiteX90" fmla="*/ 234425 w 539342"/>
                <a:gd name="connsiteY90" fmla="*/ 16393 h 332785"/>
                <a:gd name="connsiteX91" fmla="*/ 237704 w 539342"/>
                <a:gd name="connsiteY91" fmla="*/ 18033 h 332785"/>
                <a:gd name="connsiteX92" fmla="*/ 240983 w 539342"/>
                <a:gd name="connsiteY92" fmla="*/ 19672 h 332785"/>
                <a:gd name="connsiteX93" fmla="*/ 244262 w 539342"/>
                <a:gd name="connsiteY93" fmla="*/ 19672 h 332785"/>
                <a:gd name="connsiteX94" fmla="*/ 245901 w 539342"/>
                <a:gd name="connsiteY94" fmla="*/ 19672 h 332785"/>
                <a:gd name="connsiteX95" fmla="*/ 249179 w 539342"/>
                <a:gd name="connsiteY95" fmla="*/ 18033 h 332785"/>
                <a:gd name="connsiteX96" fmla="*/ 250819 w 539342"/>
                <a:gd name="connsiteY96" fmla="*/ 18033 h 332785"/>
                <a:gd name="connsiteX97" fmla="*/ 254097 w 539342"/>
                <a:gd name="connsiteY97" fmla="*/ 18033 h 332785"/>
                <a:gd name="connsiteX98" fmla="*/ 259016 w 539342"/>
                <a:gd name="connsiteY98" fmla="*/ 21311 h 332785"/>
                <a:gd name="connsiteX99" fmla="*/ 260655 w 539342"/>
                <a:gd name="connsiteY99" fmla="*/ 22951 h 332785"/>
                <a:gd name="connsiteX100" fmla="*/ 262294 w 539342"/>
                <a:gd name="connsiteY100" fmla="*/ 26229 h 332785"/>
                <a:gd name="connsiteX101" fmla="*/ 262294 w 539342"/>
                <a:gd name="connsiteY101" fmla="*/ 27869 h 332785"/>
                <a:gd name="connsiteX102" fmla="*/ 262294 w 539342"/>
                <a:gd name="connsiteY102" fmla="*/ 27869 h 332785"/>
                <a:gd name="connsiteX103" fmla="*/ 262294 w 539342"/>
                <a:gd name="connsiteY103" fmla="*/ 27869 h 332785"/>
                <a:gd name="connsiteX104" fmla="*/ 263933 w 539342"/>
                <a:gd name="connsiteY104" fmla="*/ 32787 h 332785"/>
                <a:gd name="connsiteX105" fmla="*/ 263933 w 539342"/>
                <a:gd name="connsiteY105" fmla="*/ 34426 h 332785"/>
                <a:gd name="connsiteX106" fmla="*/ 265573 w 539342"/>
                <a:gd name="connsiteY106" fmla="*/ 34426 h 332785"/>
                <a:gd name="connsiteX107" fmla="*/ 265573 w 539342"/>
                <a:gd name="connsiteY107" fmla="*/ 36065 h 332785"/>
                <a:gd name="connsiteX108" fmla="*/ 270491 w 539342"/>
                <a:gd name="connsiteY108" fmla="*/ 37705 h 332785"/>
                <a:gd name="connsiteX109" fmla="*/ 270491 w 539342"/>
                <a:gd name="connsiteY109" fmla="*/ 37705 h 332785"/>
                <a:gd name="connsiteX110" fmla="*/ 272130 w 539342"/>
                <a:gd name="connsiteY110" fmla="*/ 40983 h 332785"/>
                <a:gd name="connsiteX111" fmla="*/ 268852 w 539342"/>
                <a:gd name="connsiteY111" fmla="*/ 40983 h 332785"/>
                <a:gd name="connsiteX112" fmla="*/ 267212 w 539342"/>
                <a:gd name="connsiteY112" fmla="*/ 42623 h 332785"/>
                <a:gd name="connsiteX113" fmla="*/ 267212 w 539342"/>
                <a:gd name="connsiteY113" fmla="*/ 42623 h 332785"/>
                <a:gd name="connsiteX114" fmla="*/ 270491 w 539342"/>
                <a:gd name="connsiteY114" fmla="*/ 47541 h 332785"/>
                <a:gd name="connsiteX115" fmla="*/ 273769 w 539342"/>
                <a:gd name="connsiteY115" fmla="*/ 50820 h 332785"/>
                <a:gd name="connsiteX116" fmla="*/ 270491 w 539342"/>
                <a:gd name="connsiteY116" fmla="*/ 54098 h 332785"/>
                <a:gd name="connsiteX117" fmla="*/ 272130 w 539342"/>
                <a:gd name="connsiteY117" fmla="*/ 59016 h 332785"/>
                <a:gd name="connsiteX118" fmla="*/ 277048 w 539342"/>
                <a:gd name="connsiteY118" fmla="*/ 60655 h 332785"/>
                <a:gd name="connsiteX119" fmla="*/ 280327 w 539342"/>
                <a:gd name="connsiteY119" fmla="*/ 62295 h 332785"/>
                <a:gd name="connsiteX120" fmla="*/ 283606 w 539342"/>
                <a:gd name="connsiteY120" fmla="*/ 63934 h 332785"/>
                <a:gd name="connsiteX121" fmla="*/ 286884 w 539342"/>
                <a:gd name="connsiteY121" fmla="*/ 67213 h 332785"/>
                <a:gd name="connsiteX122" fmla="*/ 291802 w 539342"/>
                <a:gd name="connsiteY122" fmla="*/ 65573 h 332785"/>
                <a:gd name="connsiteX123" fmla="*/ 295081 w 539342"/>
                <a:gd name="connsiteY123" fmla="*/ 65573 h 332785"/>
                <a:gd name="connsiteX124" fmla="*/ 298360 w 539342"/>
                <a:gd name="connsiteY124" fmla="*/ 65573 h 332785"/>
                <a:gd name="connsiteX125" fmla="*/ 303277 w 539342"/>
                <a:gd name="connsiteY125" fmla="*/ 65573 h 332785"/>
                <a:gd name="connsiteX126" fmla="*/ 306556 w 539342"/>
                <a:gd name="connsiteY126" fmla="*/ 67213 h 332785"/>
                <a:gd name="connsiteX127" fmla="*/ 308196 w 539342"/>
                <a:gd name="connsiteY127" fmla="*/ 67213 h 332785"/>
                <a:gd name="connsiteX128" fmla="*/ 311474 w 539342"/>
                <a:gd name="connsiteY128" fmla="*/ 65573 h 332785"/>
                <a:gd name="connsiteX129" fmla="*/ 314753 w 539342"/>
                <a:gd name="connsiteY129" fmla="*/ 68852 h 332785"/>
                <a:gd name="connsiteX130" fmla="*/ 318032 w 539342"/>
                <a:gd name="connsiteY130" fmla="*/ 68852 h 332785"/>
                <a:gd name="connsiteX131" fmla="*/ 319671 w 539342"/>
                <a:gd name="connsiteY131" fmla="*/ 67213 h 332785"/>
                <a:gd name="connsiteX132" fmla="*/ 319671 w 539342"/>
                <a:gd name="connsiteY132" fmla="*/ 65573 h 332785"/>
                <a:gd name="connsiteX133" fmla="*/ 321310 w 539342"/>
                <a:gd name="connsiteY133" fmla="*/ 63934 h 332785"/>
                <a:gd name="connsiteX134" fmla="*/ 324589 w 539342"/>
                <a:gd name="connsiteY134" fmla="*/ 63934 h 332785"/>
                <a:gd name="connsiteX135" fmla="*/ 329507 w 539342"/>
                <a:gd name="connsiteY135" fmla="*/ 65573 h 332785"/>
                <a:gd name="connsiteX136" fmla="*/ 332786 w 539342"/>
                <a:gd name="connsiteY136" fmla="*/ 67213 h 332785"/>
                <a:gd name="connsiteX137" fmla="*/ 336064 w 539342"/>
                <a:gd name="connsiteY137" fmla="*/ 70492 h 332785"/>
                <a:gd name="connsiteX138" fmla="*/ 340982 w 539342"/>
                <a:gd name="connsiteY138" fmla="*/ 73770 h 332785"/>
                <a:gd name="connsiteX139" fmla="*/ 340982 w 539342"/>
                <a:gd name="connsiteY139" fmla="*/ 75410 h 332785"/>
                <a:gd name="connsiteX140" fmla="*/ 344261 w 539342"/>
                <a:gd name="connsiteY140" fmla="*/ 78688 h 332785"/>
                <a:gd name="connsiteX141" fmla="*/ 344261 w 539342"/>
                <a:gd name="connsiteY141" fmla="*/ 81967 h 332785"/>
                <a:gd name="connsiteX142" fmla="*/ 347540 w 539342"/>
                <a:gd name="connsiteY142" fmla="*/ 86885 h 332785"/>
                <a:gd name="connsiteX143" fmla="*/ 349179 w 539342"/>
                <a:gd name="connsiteY143" fmla="*/ 90164 h 332785"/>
                <a:gd name="connsiteX144" fmla="*/ 350818 w 539342"/>
                <a:gd name="connsiteY144" fmla="*/ 93442 h 332785"/>
                <a:gd name="connsiteX145" fmla="*/ 354097 w 539342"/>
                <a:gd name="connsiteY145" fmla="*/ 98360 h 332785"/>
                <a:gd name="connsiteX146" fmla="*/ 355736 w 539342"/>
                <a:gd name="connsiteY146" fmla="*/ 98360 h 332785"/>
                <a:gd name="connsiteX147" fmla="*/ 359015 w 539342"/>
                <a:gd name="connsiteY147" fmla="*/ 100000 h 332785"/>
                <a:gd name="connsiteX148" fmla="*/ 362294 w 539342"/>
                <a:gd name="connsiteY148" fmla="*/ 103278 h 332785"/>
                <a:gd name="connsiteX149" fmla="*/ 363933 w 539342"/>
                <a:gd name="connsiteY149" fmla="*/ 106557 h 332785"/>
                <a:gd name="connsiteX150" fmla="*/ 367212 w 539342"/>
                <a:gd name="connsiteY150" fmla="*/ 111475 h 332785"/>
                <a:gd name="connsiteX151" fmla="*/ 367212 w 539342"/>
                <a:gd name="connsiteY151" fmla="*/ 114754 h 332785"/>
                <a:gd name="connsiteX152" fmla="*/ 368851 w 539342"/>
                <a:gd name="connsiteY152" fmla="*/ 118032 h 332785"/>
                <a:gd name="connsiteX153" fmla="*/ 370490 w 539342"/>
                <a:gd name="connsiteY153" fmla="*/ 119672 h 332785"/>
                <a:gd name="connsiteX154" fmla="*/ 373769 w 539342"/>
                <a:gd name="connsiteY154" fmla="*/ 122950 h 332785"/>
                <a:gd name="connsiteX155" fmla="*/ 377047 w 539342"/>
                <a:gd name="connsiteY155" fmla="*/ 126229 h 332785"/>
                <a:gd name="connsiteX156" fmla="*/ 381966 w 539342"/>
                <a:gd name="connsiteY156" fmla="*/ 127868 h 332785"/>
                <a:gd name="connsiteX157" fmla="*/ 385244 w 539342"/>
                <a:gd name="connsiteY157" fmla="*/ 129508 h 332785"/>
                <a:gd name="connsiteX158" fmla="*/ 388523 w 539342"/>
                <a:gd name="connsiteY158" fmla="*/ 132786 h 332785"/>
                <a:gd name="connsiteX159" fmla="*/ 393441 w 539342"/>
                <a:gd name="connsiteY159" fmla="*/ 134426 h 332785"/>
                <a:gd name="connsiteX160" fmla="*/ 396720 w 539342"/>
                <a:gd name="connsiteY160" fmla="*/ 137704 h 332785"/>
                <a:gd name="connsiteX161" fmla="*/ 399999 w 539342"/>
                <a:gd name="connsiteY161" fmla="*/ 139344 h 332785"/>
                <a:gd name="connsiteX162" fmla="*/ 404916 w 539342"/>
                <a:gd name="connsiteY162" fmla="*/ 140983 h 332785"/>
                <a:gd name="connsiteX163" fmla="*/ 408195 w 539342"/>
                <a:gd name="connsiteY163" fmla="*/ 144262 h 332785"/>
                <a:gd name="connsiteX164" fmla="*/ 411474 w 539342"/>
                <a:gd name="connsiteY164" fmla="*/ 145901 h 332785"/>
                <a:gd name="connsiteX165" fmla="*/ 414753 w 539342"/>
                <a:gd name="connsiteY165" fmla="*/ 149180 h 332785"/>
                <a:gd name="connsiteX166" fmla="*/ 418031 w 539342"/>
                <a:gd name="connsiteY166" fmla="*/ 152458 h 332785"/>
                <a:gd name="connsiteX167" fmla="*/ 419670 w 539342"/>
                <a:gd name="connsiteY167" fmla="*/ 152458 h 332785"/>
                <a:gd name="connsiteX168" fmla="*/ 421310 w 539342"/>
                <a:gd name="connsiteY168" fmla="*/ 155737 h 332785"/>
                <a:gd name="connsiteX169" fmla="*/ 421310 w 539342"/>
                <a:gd name="connsiteY169" fmla="*/ 155737 h 332785"/>
                <a:gd name="connsiteX170" fmla="*/ 426228 w 539342"/>
                <a:gd name="connsiteY170" fmla="*/ 157376 h 332785"/>
                <a:gd name="connsiteX171" fmla="*/ 429506 w 539342"/>
                <a:gd name="connsiteY171" fmla="*/ 159016 h 332785"/>
                <a:gd name="connsiteX172" fmla="*/ 434424 w 539342"/>
                <a:gd name="connsiteY172" fmla="*/ 162294 h 332785"/>
                <a:gd name="connsiteX173" fmla="*/ 437703 w 539342"/>
                <a:gd name="connsiteY173" fmla="*/ 163934 h 332785"/>
                <a:gd name="connsiteX174" fmla="*/ 440982 w 539342"/>
                <a:gd name="connsiteY174" fmla="*/ 165573 h 332785"/>
                <a:gd name="connsiteX175" fmla="*/ 444260 w 539342"/>
                <a:gd name="connsiteY175" fmla="*/ 163934 h 332785"/>
                <a:gd name="connsiteX176" fmla="*/ 447539 w 539342"/>
                <a:gd name="connsiteY176" fmla="*/ 165573 h 332785"/>
                <a:gd name="connsiteX177" fmla="*/ 447539 w 539342"/>
                <a:gd name="connsiteY177" fmla="*/ 167212 h 332785"/>
                <a:gd name="connsiteX178" fmla="*/ 452457 w 539342"/>
                <a:gd name="connsiteY178" fmla="*/ 170491 h 332785"/>
                <a:gd name="connsiteX179" fmla="*/ 455736 w 539342"/>
                <a:gd name="connsiteY179" fmla="*/ 172130 h 332785"/>
                <a:gd name="connsiteX180" fmla="*/ 459014 w 539342"/>
                <a:gd name="connsiteY180" fmla="*/ 175409 h 332785"/>
                <a:gd name="connsiteX181" fmla="*/ 463933 w 539342"/>
                <a:gd name="connsiteY181" fmla="*/ 177048 h 332785"/>
                <a:gd name="connsiteX182" fmla="*/ 467211 w 539342"/>
                <a:gd name="connsiteY182" fmla="*/ 178688 h 332785"/>
                <a:gd name="connsiteX183" fmla="*/ 470490 w 539342"/>
                <a:gd name="connsiteY183" fmla="*/ 180327 h 332785"/>
                <a:gd name="connsiteX184" fmla="*/ 472129 w 539342"/>
                <a:gd name="connsiteY184" fmla="*/ 180327 h 332785"/>
                <a:gd name="connsiteX185" fmla="*/ 477047 w 539342"/>
                <a:gd name="connsiteY185" fmla="*/ 183606 h 332785"/>
                <a:gd name="connsiteX186" fmla="*/ 480326 w 539342"/>
                <a:gd name="connsiteY186" fmla="*/ 186884 h 332785"/>
                <a:gd name="connsiteX187" fmla="*/ 483604 w 539342"/>
                <a:gd name="connsiteY187" fmla="*/ 188524 h 332785"/>
                <a:gd name="connsiteX188" fmla="*/ 488523 w 539342"/>
                <a:gd name="connsiteY188" fmla="*/ 191802 h 332785"/>
                <a:gd name="connsiteX189" fmla="*/ 491801 w 539342"/>
                <a:gd name="connsiteY189" fmla="*/ 193442 h 332785"/>
                <a:gd name="connsiteX190" fmla="*/ 493440 w 539342"/>
                <a:gd name="connsiteY190" fmla="*/ 195081 h 332785"/>
                <a:gd name="connsiteX191" fmla="*/ 495080 w 539342"/>
                <a:gd name="connsiteY191" fmla="*/ 195081 h 332785"/>
                <a:gd name="connsiteX192" fmla="*/ 499998 w 539342"/>
                <a:gd name="connsiteY192" fmla="*/ 196720 h 332785"/>
                <a:gd name="connsiteX193" fmla="*/ 503277 w 539342"/>
                <a:gd name="connsiteY193" fmla="*/ 198360 h 332785"/>
                <a:gd name="connsiteX194" fmla="*/ 506555 w 539342"/>
                <a:gd name="connsiteY194" fmla="*/ 195081 h 332785"/>
                <a:gd name="connsiteX195" fmla="*/ 511473 w 539342"/>
                <a:gd name="connsiteY195" fmla="*/ 196720 h 332785"/>
                <a:gd name="connsiteX196" fmla="*/ 514752 w 539342"/>
                <a:gd name="connsiteY196" fmla="*/ 198360 h 332785"/>
                <a:gd name="connsiteX197" fmla="*/ 518031 w 539342"/>
                <a:gd name="connsiteY197" fmla="*/ 199999 h 332785"/>
                <a:gd name="connsiteX198" fmla="*/ 522949 w 539342"/>
                <a:gd name="connsiteY198" fmla="*/ 201638 h 332785"/>
                <a:gd name="connsiteX199" fmla="*/ 526227 w 539342"/>
                <a:gd name="connsiteY199" fmla="*/ 204917 h 332785"/>
                <a:gd name="connsiteX200" fmla="*/ 529506 w 539342"/>
                <a:gd name="connsiteY200" fmla="*/ 206557 h 332785"/>
                <a:gd name="connsiteX201" fmla="*/ 534424 w 539342"/>
                <a:gd name="connsiteY201" fmla="*/ 206557 h 332785"/>
                <a:gd name="connsiteX202" fmla="*/ 537703 w 539342"/>
                <a:gd name="connsiteY202" fmla="*/ 208196 h 332785"/>
                <a:gd name="connsiteX203" fmla="*/ 537703 w 539342"/>
                <a:gd name="connsiteY203" fmla="*/ 208196 h 332785"/>
                <a:gd name="connsiteX204" fmla="*/ 537703 w 539342"/>
                <a:gd name="connsiteY204" fmla="*/ 211474 h 332785"/>
                <a:gd name="connsiteX205" fmla="*/ 536063 w 539342"/>
                <a:gd name="connsiteY205" fmla="*/ 216392 h 332785"/>
                <a:gd name="connsiteX206" fmla="*/ 536063 w 539342"/>
                <a:gd name="connsiteY206" fmla="*/ 219671 h 332785"/>
                <a:gd name="connsiteX207" fmla="*/ 537703 w 539342"/>
                <a:gd name="connsiteY207" fmla="*/ 222950 h 332785"/>
                <a:gd name="connsiteX208" fmla="*/ 537703 w 539342"/>
                <a:gd name="connsiteY208" fmla="*/ 227868 h 332785"/>
                <a:gd name="connsiteX209" fmla="*/ 539342 w 539342"/>
                <a:gd name="connsiteY209" fmla="*/ 231147 h 332785"/>
                <a:gd name="connsiteX210" fmla="*/ 539342 w 539342"/>
                <a:gd name="connsiteY210" fmla="*/ 234425 h 332785"/>
                <a:gd name="connsiteX211" fmla="*/ 539342 w 539342"/>
                <a:gd name="connsiteY211" fmla="*/ 236064 h 332785"/>
                <a:gd name="connsiteX212" fmla="*/ 537703 w 539342"/>
                <a:gd name="connsiteY212" fmla="*/ 236064 h 332785"/>
                <a:gd name="connsiteX213" fmla="*/ 537703 w 539342"/>
                <a:gd name="connsiteY213" fmla="*/ 236064 h 332785"/>
                <a:gd name="connsiteX214" fmla="*/ 534424 w 539342"/>
                <a:gd name="connsiteY214" fmla="*/ 236064 h 332785"/>
                <a:gd name="connsiteX215" fmla="*/ 531146 w 539342"/>
                <a:gd name="connsiteY215" fmla="*/ 237704 h 332785"/>
                <a:gd name="connsiteX216" fmla="*/ 526227 w 539342"/>
                <a:gd name="connsiteY216" fmla="*/ 236064 h 332785"/>
                <a:gd name="connsiteX217" fmla="*/ 522949 w 539342"/>
                <a:gd name="connsiteY217" fmla="*/ 232786 h 332785"/>
                <a:gd name="connsiteX218" fmla="*/ 519670 w 539342"/>
                <a:gd name="connsiteY218" fmla="*/ 231147 h 332785"/>
                <a:gd name="connsiteX219" fmla="*/ 514752 w 539342"/>
                <a:gd name="connsiteY219" fmla="*/ 231147 h 332785"/>
                <a:gd name="connsiteX220" fmla="*/ 511473 w 539342"/>
                <a:gd name="connsiteY220" fmla="*/ 227868 h 332785"/>
                <a:gd name="connsiteX221" fmla="*/ 509834 w 539342"/>
                <a:gd name="connsiteY221" fmla="*/ 226229 h 332785"/>
                <a:gd name="connsiteX222" fmla="*/ 506555 w 539342"/>
                <a:gd name="connsiteY222" fmla="*/ 231147 h 332785"/>
                <a:gd name="connsiteX223" fmla="*/ 506555 w 539342"/>
                <a:gd name="connsiteY223" fmla="*/ 234425 h 332785"/>
                <a:gd name="connsiteX224" fmla="*/ 506555 w 539342"/>
                <a:gd name="connsiteY224" fmla="*/ 237704 h 332785"/>
                <a:gd name="connsiteX225" fmla="*/ 504916 w 539342"/>
                <a:gd name="connsiteY225" fmla="*/ 240982 h 332785"/>
                <a:gd name="connsiteX226" fmla="*/ 499998 w 539342"/>
                <a:gd name="connsiteY226" fmla="*/ 240982 h 332785"/>
                <a:gd name="connsiteX227" fmla="*/ 496719 w 539342"/>
                <a:gd name="connsiteY227" fmla="*/ 240982 h 332785"/>
                <a:gd name="connsiteX228" fmla="*/ 493440 w 539342"/>
                <a:gd name="connsiteY228" fmla="*/ 240982 h 332785"/>
                <a:gd name="connsiteX229" fmla="*/ 490162 w 539342"/>
                <a:gd name="connsiteY229" fmla="*/ 240982 h 332785"/>
                <a:gd name="connsiteX230" fmla="*/ 485244 w 539342"/>
                <a:gd name="connsiteY230" fmla="*/ 242622 h 332785"/>
                <a:gd name="connsiteX231" fmla="*/ 481965 w 539342"/>
                <a:gd name="connsiteY231" fmla="*/ 244261 h 332785"/>
                <a:gd name="connsiteX232" fmla="*/ 478687 w 539342"/>
                <a:gd name="connsiteY232" fmla="*/ 247540 h 332785"/>
                <a:gd name="connsiteX233" fmla="*/ 480326 w 539342"/>
                <a:gd name="connsiteY233" fmla="*/ 250819 h 332785"/>
                <a:gd name="connsiteX234" fmla="*/ 480326 w 539342"/>
                <a:gd name="connsiteY234" fmla="*/ 254097 h 332785"/>
                <a:gd name="connsiteX235" fmla="*/ 480326 w 539342"/>
                <a:gd name="connsiteY235" fmla="*/ 259015 h 332785"/>
                <a:gd name="connsiteX236" fmla="*/ 478687 w 539342"/>
                <a:gd name="connsiteY236" fmla="*/ 262294 h 332785"/>
                <a:gd name="connsiteX237" fmla="*/ 477047 w 539342"/>
                <a:gd name="connsiteY237" fmla="*/ 265573 h 332785"/>
                <a:gd name="connsiteX238" fmla="*/ 477047 w 539342"/>
                <a:gd name="connsiteY238" fmla="*/ 270491 h 332785"/>
                <a:gd name="connsiteX239" fmla="*/ 478687 w 539342"/>
                <a:gd name="connsiteY239" fmla="*/ 273769 h 332785"/>
                <a:gd name="connsiteX240" fmla="*/ 478687 w 539342"/>
                <a:gd name="connsiteY240" fmla="*/ 277048 h 332785"/>
                <a:gd name="connsiteX241" fmla="*/ 477047 w 539342"/>
                <a:gd name="connsiteY241" fmla="*/ 281966 h 332785"/>
                <a:gd name="connsiteX242" fmla="*/ 473769 w 539342"/>
                <a:gd name="connsiteY242" fmla="*/ 285244 h 332785"/>
                <a:gd name="connsiteX243" fmla="*/ 470490 w 539342"/>
                <a:gd name="connsiteY243" fmla="*/ 286884 h 332785"/>
                <a:gd name="connsiteX244" fmla="*/ 465572 w 539342"/>
                <a:gd name="connsiteY244" fmla="*/ 288523 h 332785"/>
                <a:gd name="connsiteX245" fmla="*/ 462293 w 539342"/>
                <a:gd name="connsiteY245" fmla="*/ 290163 h 332785"/>
                <a:gd name="connsiteX246" fmla="*/ 459014 w 539342"/>
                <a:gd name="connsiteY246" fmla="*/ 293441 h 332785"/>
                <a:gd name="connsiteX247" fmla="*/ 455736 w 539342"/>
                <a:gd name="connsiteY247" fmla="*/ 295081 h 332785"/>
                <a:gd name="connsiteX248" fmla="*/ 450818 w 539342"/>
                <a:gd name="connsiteY248" fmla="*/ 296720 h 332785"/>
                <a:gd name="connsiteX249" fmla="*/ 447539 w 539342"/>
                <a:gd name="connsiteY249" fmla="*/ 296720 h 332785"/>
                <a:gd name="connsiteX250" fmla="*/ 444260 w 539342"/>
                <a:gd name="connsiteY250" fmla="*/ 299999 h 332785"/>
                <a:gd name="connsiteX251" fmla="*/ 440982 w 539342"/>
                <a:gd name="connsiteY251" fmla="*/ 301638 h 332785"/>
                <a:gd name="connsiteX252" fmla="*/ 436064 w 539342"/>
                <a:gd name="connsiteY252" fmla="*/ 301638 h 332785"/>
                <a:gd name="connsiteX253" fmla="*/ 432785 w 539342"/>
                <a:gd name="connsiteY253" fmla="*/ 301638 h 332785"/>
                <a:gd name="connsiteX254" fmla="*/ 429506 w 539342"/>
                <a:gd name="connsiteY254" fmla="*/ 301638 h 332785"/>
                <a:gd name="connsiteX255" fmla="*/ 429506 w 539342"/>
                <a:gd name="connsiteY255" fmla="*/ 301638 h 332785"/>
                <a:gd name="connsiteX256" fmla="*/ 431146 w 539342"/>
                <a:gd name="connsiteY256" fmla="*/ 306556 h 332785"/>
                <a:gd name="connsiteX257" fmla="*/ 434424 w 539342"/>
                <a:gd name="connsiteY257" fmla="*/ 309835 h 332785"/>
                <a:gd name="connsiteX258" fmla="*/ 434424 w 539342"/>
                <a:gd name="connsiteY258" fmla="*/ 309835 h 332785"/>
                <a:gd name="connsiteX259" fmla="*/ 431146 w 539342"/>
                <a:gd name="connsiteY259" fmla="*/ 313113 h 332785"/>
                <a:gd name="connsiteX260" fmla="*/ 431146 w 539342"/>
                <a:gd name="connsiteY260" fmla="*/ 316392 h 332785"/>
                <a:gd name="connsiteX261" fmla="*/ 431146 w 539342"/>
                <a:gd name="connsiteY261" fmla="*/ 321310 h 332785"/>
                <a:gd name="connsiteX262" fmla="*/ 426228 w 539342"/>
                <a:gd name="connsiteY262" fmla="*/ 322949 h 332785"/>
                <a:gd name="connsiteX263" fmla="*/ 422949 w 539342"/>
                <a:gd name="connsiteY263" fmla="*/ 326228 h 332785"/>
                <a:gd name="connsiteX264" fmla="*/ 419670 w 539342"/>
                <a:gd name="connsiteY264" fmla="*/ 327867 h 332785"/>
                <a:gd name="connsiteX265" fmla="*/ 414753 w 539342"/>
                <a:gd name="connsiteY265" fmla="*/ 329507 h 332785"/>
                <a:gd name="connsiteX266" fmla="*/ 411474 w 539342"/>
                <a:gd name="connsiteY266" fmla="*/ 327867 h 332785"/>
                <a:gd name="connsiteX267" fmla="*/ 408195 w 539342"/>
                <a:gd name="connsiteY267" fmla="*/ 329507 h 332785"/>
                <a:gd name="connsiteX268" fmla="*/ 404916 w 539342"/>
                <a:gd name="connsiteY268" fmla="*/ 332785 h 332785"/>
                <a:gd name="connsiteX269" fmla="*/ 404916 w 539342"/>
                <a:gd name="connsiteY269" fmla="*/ 332785 h 332785"/>
                <a:gd name="connsiteX270" fmla="*/ 403277 w 539342"/>
                <a:gd name="connsiteY270" fmla="*/ 329507 h 332785"/>
                <a:gd name="connsiteX271" fmla="*/ 403277 w 539342"/>
                <a:gd name="connsiteY271" fmla="*/ 327867 h 332785"/>
                <a:gd name="connsiteX272" fmla="*/ 401638 w 539342"/>
                <a:gd name="connsiteY272" fmla="*/ 326228 h 332785"/>
                <a:gd name="connsiteX273" fmla="*/ 396720 w 539342"/>
                <a:gd name="connsiteY273" fmla="*/ 322949 h 332785"/>
                <a:gd name="connsiteX274" fmla="*/ 395080 w 539342"/>
                <a:gd name="connsiteY274" fmla="*/ 322949 h 332785"/>
                <a:gd name="connsiteX275" fmla="*/ 393441 w 539342"/>
                <a:gd name="connsiteY275" fmla="*/ 319671 h 332785"/>
                <a:gd name="connsiteX276" fmla="*/ 388523 w 539342"/>
                <a:gd name="connsiteY276" fmla="*/ 319671 h 332785"/>
                <a:gd name="connsiteX277" fmla="*/ 385244 w 539342"/>
                <a:gd name="connsiteY277" fmla="*/ 321310 h 332785"/>
                <a:gd name="connsiteX278" fmla="*/ 381966 w 539342"/>
                <a:gd name="connsiteY278" fmla="*/ 321310 h 332785"/>
                <a:gd name="connsiteX279" fmla="*/ 377047 w 539342"/>
                <a:gd name="connsiteY279" fmla="*/ 319671 h 332785"/>
                <a:gd name="connsiteX280" fmla="*/ 373769 w 539342"/>
                <a:gd name="connsiteY280" fmla="*/ 318031 h 332785"/>
                <a:gd name="connsiteX281" fmla="*/ 370490 w 539342"/>
                <a:gd name="connsiteY281" fmla="*/ 314753 h 332785"/>
                <a:gd name="connsiteX282" fmla="*/ 367212 w 539342"/>
                <a:gd name="connsiteY282" fmla="*/ 311474 h 332785"/>
                <a:gd name="connsiteX283" fmla="*/ 363933 w 539342"/>
                <a:gd name="connsiteY283" fmla="*/ 313113 h 332785"/>
                <a:gd name="connsiteX284" fmla="*/ 362294 w 539342"/>
                <a:gd name="connsiteY284" fmla="*/ 309835 h 332785"/>
                <a:gd name="connsiteX285" fmla="*/ 362294 w 539342"/>
                <a:gd name="connsiteY285" fmla="*/ 304917 h 332785"/>
                <a:gd name="connsiteX286" fmla="*/ 360654 w 539342"/>
                <a:gd name="connsiteY286" fmla="*/ 301638 h 332785"/>
                <a:gd name="connsiteX287" fmla="*/ 357376 w 539342"/>
                <a:gd name="connsiteY287" fmla="*/ 298359 h 332785"/>
                <a:gd name="connsiteX288" fmla="*/ 355736 w 539342"/>
                <a:gd name="connsiteY288" fmla="*/ 296720 h 332785"/>
                <a:gd name="connsiteX289" fmla="*/ 357376 w 539342"/>
                <a:gd name="connsiteY289" fmla="*/ 293441 h 332785"/>
                <a:gd name="connsiteX290" fmla="*/ 357376 w 539342"/>
                <a:gd name="connsiteY290" fmla="*/ 288523 h 332785"/>
                <a:gd name="connsiteX291" fmla="*/ 355736 w 539342"/>
                <a:gd name="connsiteY291" fmla="*/ 285244 h 332785"/>
                <a:gd name="connsiteX292" fmla="*/ 354097 w 539342"/>
                <a:gd name="connsiteY292" fmla="*/ 281966 h 332785"/>
                <a:gd name="connsiteX293" fmla="*/ 354097 w 539342"/>
                <a:gd name="connsiteY293" fmla="*/ 278687 h 332785"/>
                <a:gd name="connsiteX294" fmla="*/ 352457 w 539342"/>
                <a:gd name="connsiteY294" fmla="*/ 273769 h 332785"/>
                <a:gd name="connsiteX295" fmla="*/ 354097 w 539342"/>
                <a:gd name="connsiteY295" fmla="*/ 270491 h 332785"/>
                <a:gd name="connsiteX296" fmla="*/ 350818 w 539342"/>
                <a:gd name="connsiteY296" fmla="*/ 267212 h 332785"/>
                <a:gd name="connsiteX297" fmla="*/ 349179 w 539342"/>
                <a:gd name="connsiteY297" fmla="*/ 267212 h 332785"/>
                <a:gd name="connsiteX298" fmla="*/ 345900 w 539342"/>
                <a:gd name="connsiteY298" fmla="*/ 267212 h 332785"/>
                <a:gd name="connsiteX299" fmla="*/ 342622 w 539342"/>
                <a:gd name="connsiteY299" fmla="*/ 267212 h 332785"/>
                <a:gd name="connsiteX300" fmla="*/ 337703 w 539342"/>
                <a:gd name="connsiteY300" fmla="*/ 267212 h 332785"/>
                <a:gd name="connsiteX301" fmla="*/ 334425 w 539342"/>
                <a:gd name="connsiteY301" fmla="*/ 267212 h 332785"/>
                <a:gd name="connsiteX302" fmla="*/ 331146 w 539342"/>
                <a:gd name="connsiteY302" fmla="*/ 267212 h 332785"/>
                <a:gd name="connsiteX303" fmla="*/ 327867 w 539342"/>
                <a:gd name="connsiteY303" fmla="*/ 267212 h 332785"/>
                <a:gd name="connsiteX304" fmla="*/ 322950 w 539342"/>
                <a:gd name="connsiteY304" fmla="*/ 267212 h 332785"/>
                <a:gd name="connsiteX305" fmla="*/ 319671 w 539342"/>
                <a:gd name="connsiteY305" fmla="*/ 263933 h 332785"/>
                <a:gd name="connsiteX306" fmla="*/ 316392 w 539342"/>
                <a:gd name="connsiteY306" fmla="*/ 260654 h 332785"/>
                <a:gd name="connsiteX307" fmla="*/ 313113 w 539342"/>
                <a:gd name="connsiteY307" fmla="*/ 257376 h 332785"/>
                <a:gd name="connsiteX308" fmla="*/ 309835 w 539342"/>
                <a:gd name="connsiteY308" fmla="*/ 252458 h 332785"/>
                <a:gd name="connsiteX309" fmla="*/ 306556 w 539342"/>
                <a:gd name="connsiteY309" fmla="*/ 249179 h 332785"/>
                <a:gd name="connsiteX310" fmla="*/ 306556 w 539342"/>
                <a:gd name="connsiteY310" fmla="*/ 249179 h 332785"/>
                <a:gd name="connsiteX311" fmla="*/ 303277 w 539342"/>
                <a:gd name="connsiteY311" fmla="*/ 249179 h 332785"/>
                <a:gd name="connsiteX312" fmla="*/ 299999 w 539342"/>
                <a:gd name="connsiteY312" fmla="*/ 245901 h 332785"/>
                <a:gd name="connsiteX313" fmla="*/ 295081 w 539342"/>
                <a:gd name="connsiteY313" fmla="*/ 245901 h 332785"/>
                <a:gd name="connsiteX314" fmla="*/ 291802 w 539342"/>
                <a:gd name="connsiteY314" fmla="*/ 244261 h 332785"/>
                <a:gd name="connsiteX315" fmla="*/ 288523 w 539342"/>
                <a:gd name="connsiteY315" fmla="*/ 242622 h 332785"/>
                <a:gd name="connsiteX316" fmla="*/ 283606 w 539342"/>
                <a:gd name="connsiteY316" fmla="*/ 239343 h 332785"/>
                <a:gd name="connsiteX317" fmla="*/ 281966 w 539342"/>
                <a:gd name="connsiteY317" fmla="*/ 236064 h 332785"/>
                <a:gd name="connsiteX318" fmla="*/ 280327 w 539342"/>
                <a:gd name="connsiteY318" fmla="*/ 231147 h 332785"/>
                <a:gd name="connsiteX319" fmla="*/ 277048 w 539342"/>
                <a:gd name="connsiteY319" fmla="*/ 227868 h 332785"/>
                <a:gd name="connsiteX320" fmla="*/ 273769 w 539342"/>
                <a:gd name="connsiteY320" fmla="*/ 227868 h 332785"/>
                <a:gd name="connsiteX321" fmla="*/ 270491 w 539342"/>
                <a:gd name="connsiteY321" fmla="*/ 226229 h 332785"/>
                <a:gd name="connsiteX322" fmla="*/ 267212 w 539342"/>
                <a:gd name="connsiteY322" fmla="*/ 224589 h 332785"/>
                <a:gd name="connsiteX323" fmla="*/ 262294 w 539342"/>
                <a:gd name="connsiteY323" fmla="*/ 222950 h 332785"/>
                <a:gd name="connsiteX324" fmla="*/ 259016 w 539342"/>
                <a:gd name="connsiteY324" fmla="*/ 222950 h 332785"/>
                <a:gd name="connsiteX325" fmla="*/ 255737 w 539342"/>
                <a:gd name="connsiteY325" fmla="*/ 222950 h 332785"/>
                <a:gd name="connsiteX326" fmla="*/ 250819 w 539342"/>
                <a:gd name="connsiteY326" fmla="*/ 221310 h 332785"/>
                <a:gd name="connsiteX327" fmla="*/ 247540 w 539342"/>
                <a:gd name="connsiteY327" fmla="*/ 222950 h 332785"/>
                <a:gd name="connsiteX328" fmla="*/ 244262 w 539342"/>
                <a:gd name="connsiteY328" fmla="*/ 224589 h 332785"/>
                <a:gd name="connsiteX329" fmla="*/ 240983 w 539342"/>
                <a:gd name="connsiteY329" fmla="*/ 222950 h 332785"/>
                <a:gd name="connsiteX330" fmla="*/ 237704 w 539342"/>
                <a:gd name="connsiteY330" fmla="*/ 219671 h 332785"/>
                <a:gd name="connsiteX331" fmla="*/ 234425 w 539342"/>
                <a:gd name="connsiteY331" fmla="*/ 216392 h 332785"/>
                <a:gd name="connsiteX332" fmla="*/ 231147 w 539342"/>
                <a:gd name="connsiteY332" fmla="*/ 216392 h 332785"/>
                <a:gd name="connsiteX333" fmla="*/ 227868 w 539342"/>
                <a:gd name="connsiteY333" fmla="*/ 214753 h 332785"/>
                <a:gd name="connsiteX334" fmla="*/ 226229 w 539342"/>
                <a:gd name="connsiteY334" fmla="*/ 214753 h 332785"/>
                <a:gd name="connsiteX335" fmla="*/ 222950 w 539342"/>
                <a:gd name="connsiteY335" fmla="*/ 213114 h 332785"/>
                <a:gd name="connsiteX336" fmla="*/ 219672 w 539342"/>
                <a:gd name="connsiteY336" fmla="*/ 211474 h 332785"/>
                <a:gd name="connsiteX337" fmla="*/ 214753 w 539342"/>
                <a:gd name="connsiteY337" fmla="*/ 211474 h 332785"/>
                <a:gd name="connsiteX338" fmla="*/ 211475 w 539342"/>
                <a:gd name="connsiteY338" fmla="*/ 211474 h 332785"/>
                <a:gd name="connsiteX339" fmla="*/ 208196 w 539342"/>
                <a:gd name="connsiteY339" fmla="*/ 209835 h 332785"/>
                <a:gd name="connsiteX340" fmla="*/ 203278 w 539342"/>
                <a:gd name="connsiteY340" fmla="*/ 208196 h 332785"/>
                <a:gd name="connsiteX341" fmla="*/ 203278 w 539342"/>
                <a:gd name="connsiteY341" fmla="*/ 204917 h 332785"/>
                <a:gd name="connsiteX342" fmla="*/ 199999 w 539342"/>
                <a:gd name="connsiteY342" fmla="*/ 199999 h 332785"/>
                <a:gd name="connsiteX343" fmla="*/ 198360 w 539342"/>
                <a:gd name="connsiteY343" fmla="*/ 196720 h 332785"/>
                <a:gd name="connsiteX344" fmla="*/ 195081 w 539342"/>
                <a:gd name="connsiteY344" fmla="*/ 196720 h 332785"/>
                <a:gd name="connsiteX345" fmla="*/ 193442 w 539342"/>
                <a:gd name="connsiteY345" fmla="*/ 198360 h 332785"/>
                <a:gd name="connsiteX346" fmla="*/ 188524 w 539342"/>
                <a:gd name="connsiteY346" fmla="*/ 198360 h 332785"/>
                <a:gd name="connsiteX347" fmla="*/ 186885 w 539342"/>
                <a:gd name="connsiteY347" fmla="*/ 198360 h 332785"/>
                <a:gd name="connsiteX348" fmla="*/ 183606 w 539342"/>
                <a:gd name="connsiteY348" fmla="*/ 198360 h 332785"/>
                <a:gd name="connsiteX349" fmla="*/ 180327 w 539342"/>
                <a:gd name="connsiteY349" fmla="*/ 195081 h 332785"/>
                <a:gd name="connsiteX350" fmla="*/ 180327 w 539342"/>
                <a:gd name="connsiteY350" fmla="*/ 195081 h 332785"/>
                <a:gd name="connsiteX351" fmla="*/ 175409 w 539342"/>
                <a:gd name="connsiteY351" fmla="*/ 196720 h 332785"/>
                <a:gd name="connsiteX352" fmla="*/ 172130 w 539342"/>
                <a:gd name="connsiteY352" fmla="*/ 196720 h 332785"/>
                <a:gd name="connsiteX353" fmla="*/ 168852 w 539342"/>
                <a:gd name="connsiteY353" fmla="*/ 196720 h 332785"/>
                <a:gd name="connsiteX354" fmla="*/ 165573 w 539342"/>
                <a:gd name="connsiteY354" fmla="*/ 199999 h 332785"/>
                <a:gd name="connsiteX355" fmla="*/ 167213 w 539342"/>
                <a:gd name="connsiteY355" fmla="*/ 204917 h 332785"/>
                <a:gd name="connsiteX356" fmla="*/ 162295 w 539342"/>
                <a:gd name="connsiteY356" fmla="*/ 204917 h 332785"/>
                <a:gd name="connsiteX357" fmla="*/ 159016 w 539342"/>
                <a:gd name="connsiteY357" fmla="*/ 203278 h 332785"/>
                <a:gd name="connsiteX358" fmla="*/ 155737 w 539342"/>
                <a:gd name="connsiteY358" fmla="*/ 204917 h 332785"/>
                <a:gd name="connsiteX359" fmla="*/ 152459 w 539342"/>
                <a:gd name="connsiteY359" fmla="*/ 203278 h 332785"/>
                <a:gd name="connsiteX360" fmla="*/ 147540 w 539342"/>
                <a:gd name="connsiteY360" fmla="*/ 203278 h 332785"/>
                <a:gd name="connsiteX361" fmla="*/ 144262 w 539342"/>
                <a:gd name="connsiteY361" fmla="*/ 203278 h 332785"/>
                <a:gd name="connsiteX362" fmla="*/ 140983 w 539342"/>
                <a:gd name="connsiteY362" fmla="*/ 203278 h 332785"/>
                <a:gd name="connsiteX363" fmla="*/ 137705 w 539342"/>
                <a:gd name="connsiteY363" fmla="*/ 203278 h 332785"/>
                <a:gd name="connsiteX364" fmla="*/ 132786 w 539342"/>
                <a:gd name="connsiteY364" fmla="*/ 206557 h 332785"/>
                <a:gd name="connsiteX365" fmla="*/ 129508 w 539342"/>
                <a:gd name="connsiteY365" fmla="*/ 208196 h 332785"/>
                <a:gd name="connsiteX366" fmla="*/ 127869 w 539342"/>
                <a:gd name="connsiteY366" fmla="*/ 209835 h 332785"/>
                <a:gd name="connsiteX367" fmla="*/ 124590 w 539342"/>
                <a:gd name="connsiteY367" fmla="*/ 211474 h 332785"/>
                <a:gd name="connsiteX368" fmla="*/ 121311 w 539342"/>
                <a:gd name="connsiteY368" fmla="*/ 214753 h 332785"/>
                <a:gd name="connsiteX369" fmla="*/ 118032 w 539342"/>
                <a:gd name="connsiteY369" fmla="*/ 216392 h 332785"/>
                <a:gd name="connsiteX370" fmla="*/ 114754 w 539342"/>
                <a:gd name="connsiteY370" fmla="*/ 219671 h 332785"/>
                <a:gd name="connsiteX371" fmla="*/ 114754 w 539342"/>
                <a:gd name="connsiteY371" fmla="*/ 224589 h 332785"/>
                <a:gd name="connsiteX372" fmla="*/ 114754 w 539342"/>
                <a:gd name="connsiteY372" fmla="*/ 227868 h 332785"/>
                <a:gd name="connsiteX373" fmla="*/ 113115 w 539342"/>
                <a:gd name="connsiteY373" fmla="*/ 231147 h 332785"/>
                <a:gd name="connsiteX374" fmla="*/ 108196 w 539342"/>
                <a:gd name="connsiteY374" fmla="*/ 232786 h 332785"/>
                <a:gd name="connsiteX375" fmla="*/ 104918 w 539342"/>
                <a:gd name="connsiteY375" fmla="*/ 232786 h 332785"/>
                <a:gd name="connsiteX376" fmla="*/ 101639 w 539342"/>
                <a:gd name="connsiteY376" fmla="*/ 236064 h 332785"/>
                <a:gd name="connsiteX377" fmla="*/ 96721 w 539342"/>
                <a:gd name="connsiteY377" fmla="*/ 236064 h 332785"/>
                <a:gd name="connsiteX378" fmla="*/ 93442 w 539342"/>
                <a:gd name="connsiteY378" fmla="*/ 237704 h 332785"/>
                <a:gd name="connsiteX379" fmla="*/ 90164 w 539342"/>
                <a:gd name="connsiteY379" fmla="*/ 236064 h 332785"/>
                <a:gd name="connsiteX380" fmla="*/ 86885 w 539342"/>
                <a:gd name="connsiteY380" fmla="*/ 236064 h 332785"/>
                <a:gd name="connsiteX381" fmla="*/ 85246 w 539342"/>
                <a:gd name="connsiteY381" fmla="*/ 236064 h 332785"/>
                <a:gd name="connsiteX382" fmla="*/ 83606 w 539342"/>
                <a:gd name="connsiteY382" fmla="*/ 234425 h 332785"/>
                <a:gd name="connsiteX383" fmla="*/ 83606 w 539342"/>
                <a:gd name="connsiteY383" fmla="*/ 231147 h 332785"/>
                <a:gd name="connsiteX384" fmla="*/ 81967 w 539342"/>
                <a:gd name="connsiteY384" fmla="*/ 226229 h 332785"/>
                <a:gd name="connsiteX385" fmla="*/ 80328 w 539342"/>
                <a:gd name="connsiteY385" fmla="*/ 222950 h 332785"/>
                <a:gd name="connsiteX386" fmla="*/ 78688 w 539342"/>
                <a:gd name="connsiteY386" fmla="*/ 219671 h 332785"/>
                <a:gd name="connsiteX387" fmla="*/ 78688 w 539342"/>
                <a:gd name="connsiteY387" fmla="*/ 214753 h 332785"/>
                <a:gd name="connsiteX388" fmla="*/ 77049 w 539342"/>
                <a:gd name="connsiteY388" fmla="*/ 211474 h 332785"/>
                <a:gd name="connsiteX389" fmla="*/ 77049 w 539342"/>
                <a:gd name="connsiteY389" fmla="*/ 208196 h 332785"/>
                <a:gd name="connsiteX390" fmla="*/ 77049 w 539342"/>
                <a:gd name="connsiteY390" fmla="*/ 204917 h 332785"/>
                <a:gd name="connsiteX391" fmla="*/ 77049 w 539342"/>
                <a:gd name="connsiteY391" fmla="*/ 199999 h 332785"/>
                <a:gd name="connsiteX392" fmla="*/ 77049 w 539342"/>
                <a:gd name="connsiteY392" fmla="*/ 196720 h 332785"/>
                <a:gd name="connsiteX393" fmla="*/ 77049 w 539342"/>
                <a:gd name="connsiteY393" fmla="*/ 193442 h 332785"/>
                <a:gd name="connsiteX394" fmla="*/ 73770 w 539342"/>
                <a:gd name="connsiteY394" fmla="*/ 188524 h 332785"/>
                <a:gd name="connsiteX395" fmla="*/ 73770 w 539342"/>
                <a:gd name="connsiteY395" fmla="*/ 185245 h 332785"/>
                <a:gd name="connsiteX396" fmla="*/ 73770 w 539342"/>
                <a:gd name="connsiteY396" fmla="*/ 181966 h 332785"/>
                <a:gd name="connsiteX397" fmla="*/ 73770 w 539342"/>
                <a:gd name="connsiteY397" fmla="*/ 177048 h 332785"/>
                <a:gd name="connsiteX398" fmla="*/ 75410 w 539342"/>
                <a:gd name="connsiteY398" fmla="*/ 173770 h 332785"/>
                <a:gd name="connsiteX399" fmla="*/ 75410 w 539342"/>
                <a:gd name="connsiteY399" fmla="*/ 170491 h 332785"/>
                <a:gd name="connsiteX400" fmla="*/ 75410 w 539342"/>
                <a:gd name="connsiteY400" fmla="*/ 168852 h 332785"/>
                <a:gd name="connsiteX401" fmla="*/ 72131 w 539342"/>
                <a:gd name="connsiteY401" fmla="*/ 163934 h 332785"/>
                <a:gd name="connsiteX402" fmla="*/ 68852 w 539342"/>
                <a:gd name="connsiteY402" fmla="*/ 162294 h 332785"/>
                <a:gd name="connsiteX403" fmla="*/ 63935 w 539342"/>
                <a:gd name="connsiteY403" fmla="*/ 160655 h 332785"/>
                <a:gd name="connsiteX404" fmla="*/ 63935 w 539342"/>
                <a:gd name="connsiteY404" fmla="*/ 155737 h 332785"/>
                <a:gd name="connsiteX405" fmla="*/ 63935 w 539342"/>
                <a:gd name="connsiteY405" fmla="*/ 160655 h 332785"/>
                <a:gd name="connsiteX406" fmla="*/ 60656 w 539342"/>
                <a:gd name="connsiteY406" fmla="*/ 155737 h 332785"/>
                <a:gd name="connsiteX407" fmla="*/ 59016 w 539342"/>
                <a:gd name="connsiteY407" fmla="*/ 152458 h 332785"/>
                <a:gd name="connsiteX408" fmla="*/ 54098 w 539342"/>
                <a:gd name="connsiteY408" fmla="*/ 150819 h 332785"/>
                <a:gd name="connsiteX409" fmla="*/ 50820 w 539342"/>
                <a:gd name="connsiteY409" fmla="*/ 147540 h 332785"/>
                <a:gd name="connsiteX410" fmla="*/ 47541 w 539342"/>
                <a:gd name="connsiteY410" fmla="*/ 147540 h 332785"/>
                <a:gd name="connsiteX411" fmla="*/ 44262 w 539342"/>
                <a:gd name="connsiteY411" fmla="*/ 150819 h 332785"/>
                <a:gd name="connsiteX412" fmla="*/ 42623 w 539342"/>
                <a:gd name="connsiteY412" fmla="*/ 147540 h 332785"/>
                <a:gd name="connsiteX413" fmla="*/ 40983 w 539342"/>
                <a:gd name="connsiteY413" fmla="*/ 142622 h 332785"/>
                <a:gd name="connsiteX414" fmla="*/ 42623 w 539342"/>
                <a:gd name="connsiteY414" fmla="*/ 139344 h 332785"/>
                <a:gd name="connsiteX415" fmla="*/ 44262 w 539342"/>
                <a:gd name="connsiteY415" fmla="*/ 136065 h 332785"/>
                <a:gd name="connsiteX416" fmla="*/ 47541 w 539342"/>
                <a:gd name="connsiteY416" fmla="*/ 132786 h 332785"/>
                <a:gd name="connsiteX417" fmla="*/ 44262 w 539342"/>
                <a:gd name="connsiteY417" fmla="*/ 137704 h 332785"/>
                <a:gd name="connsiteX418" fmla="*/ 49180 w 539342"/>
                <a:gd name="connsiteY418" fmla="*/ 139344 h 332785"/>
                <a:gd name="connsiteX419" fmla="*/ 52459 w 539342"/>
                <a:gd name="connsiteY419" fmla="*/ 139344 h 332785"/>
                <a:gd name="connsiteX420" fmla="*/ 55738 w 539342"/>
                <a:gd name="connsiteY420" fmla="*/ 137704 h 332785"/>
                <a:gd name="connsiteX421" fmla="*/ 59016 w 539342"/>
                <a:gd name="connsiteY421" fmla="*/ 139344 h 332785"/>
                <a:gd name="connsiteX422" fmla="*/ 55738 w 539342"/>
                <a:gd name="connsiteY422" fmla="*/ 137704 h 332785"/>
                <a:gd name="connsiteX423" fmla="*/ 55738 w 539342"/>
                <a:gd name="connsiteY423" fmla="*/ 134426 h 332785"/>
                <a:gd name="connsiteX424" fmla="*/ 52459 w 539342"/>
                <a:gd name="connsiteY424" fmla="*/ 134426 h 332785"/>
                <a:gd name="connsiteX425" fmla="*/ 50820 w 539342"/>
                <a:gd name="connsiteY425" fmla="*/ 129508 h 332785"/>
                <a:gd name="connsiteX426" fmla="*/ 50820 w 539342"/>
                <a:gd name="connsiteY426" fmla="*/ 126229 h 332785"/>
                <a:gd name="connsiteX427" fmla="*/ 50820 w 539342"/>
                <a:gd name="connsiteY427" fmla="*/ 122950 h 332785"/>
                <a:gd name="connsiteX428" fmla="*/ 47541 w 539342"/>
                <a:gd name="connsiteY428" fmla="*/ 121311 h 332785"/>
                <a:gd name="connsiteX429" fmla="*/ 42623 w 539342"/>
                <a:gd name="connsiteY429" fmla="*/ 121311 h 332785"/>
                <a:gd name="connsiteX430" fmla="*/ 39344 w 539342"/>
                <a:gd name="connsiteY430" fmla="*/ 119672 h 332785"/>
                <a:gd name="connsiteX431" fmla="*/ 36066 w 539342"/>
                <a:gd name="connsiteY431" fmla="*/ 119672 h 332785"/>
                <a:gd name="connsiteX432" fmla="*/ 32787 w 539342"/>
                <a:gd name="connsiteY432" fmla="*/ 119672 h 332785"/>
                <a:gd name="connsiteX433" fmla="*/ 29508 w 539342"/>
                <a:gd name="connsiteY433" fmla="*/ 118032 h 332785"/>
                <a:gd name="connsiteX434" fmla="*/ 29508 w 539342"/>
                <a:gd name="connsiteY434" fmla="*/ 122950 h 332785"/>
                <a:gd name="connsiteX435" fmla="*/ 26229 w 539342"/>
                <a:gd name="connsiteY435" fmla="*/ 121311 h 332785"/>
                <a:gd name="connsiteX436" fmla="*/ 26229 w 539342"/>
                <a:gd name="connsiteY436" fmla="*/ 119672 h 332785"/>
                <a:gd name="connsiteX437" fmla="*/ 24590 w 539342"/>
                <a:gd name="connsiteY437" fmla="*/ 118032 h 332785"/>
                <a:gd name="connsiteX438" fmla="*/ 22951 w 539342"/>
                <a:gd name="connsiteY438" fmla="*/ 114754 h 332785"/>
                <a:gd name="connsiteX439" fmla="*/ 21312 w 539342"/>
                <a:gd name="connsiteY439" fmla="*/ 109836 h 332785"/>
                <a:gd name="connsiteX440" fmla="*/ 19672 w 539342"/>
                <a:gd name="connsiteY440" fmla="*/ 106557 h 332785"/>
                <a:gd name="connsiteX441" fmla="*/ 19672 w 539342"/>
                <a:gd name="connsiteY441" fmla="*/ 104917 h 332785"/>
                <a:gd name="connsiteX442" fmla="*/ 19672 w 539342"/>
                <a:gd name="connsiteY442" fmla="*/ 101639 h 332785"/>
                <a:gd name="connsiteX443" fmla="*/ 19672 w 539342"/>
                <a:gd name="connsiteY443" fmla="*/ 98360 h 332785"/>
                <a:gd name="connsiteX444" fmla="*/ 21312 w 539342"/>
                <a:gd name="connsiteY444" fmla="*/ 93442 h 332785"/>
                <a:gd name="connsiteX445" fmla="*/ 22951 w 539342"/>
                <a:gd name="connsiteY445" fmla="*/ 90164 h 332785"/>
                <a:gd name="connsiteX446" fmla="*/ 22951 w 539342"/>
                <a:gd name="connsiteY446" fmla="*/ 86885 h 332785"/>
                <a:gd name="connsiteX447" fmla="*/ 21312 w 539342"/>
                <a:gd name="connsiteY447" fmla="*/ 81967 h 332785"/>
                <a:gd name="connsiteX448" fmla="*/ 22951 w 539342"/>
                <a:gd name="connsiteY448" fmla="*/ 78688 h 332785"/>
                <a:gd name="connsiteX449" fmla="*/ 21312 w 539342"/>
                <a:gd name="connsiteY449" fmla="*/ 75410 h 332785"/>
                <a:gd name="connsiteX450" fmla="*/ 19672 w 539342"/>
                <a:gd name="connsiteY450" fmla="*/ 73770 h 332785"/>
                <a:gd name="connsiteX451" fmla="*/ 18033 w 539342"/>
                <a:gd name="connsiteY451" fmla="*/ 68852 h 332785"/>
                <a:gd name="connsiteX452" fmla="*/ 16393 w 539342"/>
                <a:gd name="connsiteY452" fmla="*/ 65573 h 332785"/>
                <a:gd name="connsiteX453" fmla="*/ 14754 w 539342"/>
                <a:gd name="connsiteY453" fmla="*/ 62295 h 332785"/>
                <a:gd name="connsiteX454" fmla="*/ 11476 w 539342"/>
                <a:gd name="connsiteY454" fmla="*/ 57377 h 332785"/>
                <a:gd name="connsiteX455" fmla="*/ 8197 w 539342"/>
                <a:gd name="connsiteY455" fmla="*/ 55737 h 332785"/>
                <a:gd name="connsiteX456" fmla="*/ 6558 w 539342"/>
                <a:gd name="connsiteY456" fmla="*/ 50820 h 332785"/>
                <a:gd name="connsiteX457" fmla="*/ 4918 w 539342"/>
                <a:gd name="connsiteY457" fmla="*/ 47541 h 332785"/>
                <a:gd name="connsiteX458" fmla="*/ 1639 w 539342"/>
                <a:gd name="connsiteY458" fmla="*/ 44262 h 332785"/>
                <a:gd name="connsiteX459" fmla="*/ 0 w 539342"/>
                <a:gd name="connsiteY459" fmla="*/ 44262 h 33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</a:cxnLst>
              <a:rect l="l" t="t" r="r" b="b"/>
              <a:pathLst>
                <a:path w="539342" h="332785">
                  <a:moveTo>
                    <a:pt x="0" y="44262"/>
                  </a:moveTo>
                  <a:lnTo>
                    <a:pt x="3279" y="39344"/>
                  </a:lnTo>
                  <a:lnTo>
                    <a:pt x="4918" y="37705"/>
                  </a:lnTo>
                  <a:lnTo>
                    <a:pt x="8197" y="34426"/>
                  </a:lnTo>
                  <a:lnTo>
                    <a:pt x="11476" y="29508"/>
                  </a:lnTo>
                  <a:lnTo>
                    <a:pt x="14754" y="27869"/>
                  </a:lnTo>
                  <a:lnTo>
                    <a:pt x="19672" y="24590"/>
                  </a:lnTo>
                  <a:lnTo>
                    <a:pt x="22951" y="24590"/>
                  </a:lnTo>
                  <a:lnTo>
                    <a:pt x="26229" y="21311"/>
                  </a:lnTo>
                  <a:lnTo>
                    <a:pt x="29508" y="21311"/>
                  </a:lnTo>
                  <a:lnTo>
                    <a:pt x="34426" y="19672"/>
                  </a:lnTo>
                  <a:lnTo>
                    <a:pt x="37705" y="19672"/>
                  </a:lnTo>
                  <a:lnTo>
                    <a:pt x="40983" y="19672"/>
                  </a:lnTo>
                  <a:lnTo>
                    <a:pt x="44262" y="18033"/>
                  </a:lnTo>
                  <a:lnTo>
                    <a:pt x="47541" y="18033"/>
                  </a:lnTo>
                  <a:lnTo>
                    <a:pt x="50820" y="18033"/>
                  </a:lnTo>
                  <a:lnTo>
                    <a:pt x="54098" y="18033"/>
                  </a:lnTo>
                  <a:lnTo>
                    <a:pt x="59016" y="19672"/>
                  </a:lnTo>
                  <a:lnTo>
                    <a:pt x="62295" y="21311"/>
                  </a:lnTo>
                  <a:lnTo>
                    <a:pt x="65573" y="22951"/>
                  </a:lnTo>
                  <a:lnTo>
                    <a:pt x="70492" y="24590"/>
                  </a:lnTo>
                  <a:lnTo>
                    <a:pt x="73770" y="27869"/>
                  </a:lnTo>
                  <a:lnTo>
                    <a:pt x="77049" y="29508"/>
                  </a:lnTo>
                  <a:lnTo>
                    <a:pt x="80328" y="31147"/>
                  </a:lnTo>
                  <a:lnTo>
                    <a:pt x="85246" y="34426"/>
                  </a:lnTo>
                  <a:lnTo>
                    <a:pt x="86885" y="39344"/>
                  </a:lnTo>
                  <a:lnTo>
                    <a:pt x="88525" y="42623"/>
                  </a:lnTo>
                  <a:lnTo>
                    <a:pt x="93442" y="45901"/>
                  </a:lnTo>
                  <a:lnTo>
                    <a:pt x="96721" y="49180"/>
                  </a:lnTo>
                  <a:lnTo>
                    <a:pt x="100000" y="54098"/>
                  </a:lnTo>
                  <a:lnTo>
                    <a:pt x="103279" y="57377"/>
                  </a:lnTo>
                  <a:lnTo>
                    <a:pt x="106557" y="59016"/>
                  </a:lnTo>
                  <a:lnTo>
                    <a:pt x="108196" y="62295"/>
                  </a:lnTo>
                  <a:lnTo>
                    <a:pt x="113115" y="63934"/>
                  </a:lnTo>
                  <a:lnTo>
                    <a:pt x="116393" y="63934"/>
                  </a:lnTo>
                  <a:lnTo>
                    <a:pt x="119672" y="63934"/>
                  </a:lnTo>
                  <a:lnTo>
                    <a:pt x="124590" y="62295"/>
                  </a:lnTo>
                  <a:lnTo>
                    <a:pt x="127869" y="62295"/>
                  </a:lnTo>
                  <a:lnTo>
                    <a:pt x="127869" y="62295"/>
                  </a:lnTo>
                  <a:lnTo>
                    <a:pt x="131147" y="62295"/>
                  </a:lnTo>
                  <a:lnTo>
                    <a:pt x="136065" y="62295"/>
                  </a:lnTo>
                  <a:lnTo>
                    <a:pt x="139344" y="62295"/>
                  </a:lnTo>
                  <a:lnTo>
                    <a:pt x="142623" y="62295"/>
                  </a:lnTo>
                  <a:lnTo>
                    <a:pt x="147540" y="63934"/>
                  </a:lnTo>
                  <a:lnTo>
                    <a:pt x="150819" y="63934"/>
                  </a:lnTo>
                  <a:lnTo>
                    <a:pt x="154098" y="63934"/>
                  </a:lnTo>
                  <a:lnTo>
                    <a:pt x="159016" y="63934"/>
                  </a:lnTo>
                  <a:lnTo>
                    <a:pt x="162295" y="63934"/>
                  </a:lnTo>
                  <a:lnTo>
                    <a:pt x="165573" y="63934"/>
                  </a:lnTo>
                  <a:lnTo>
                    <a:pt x="168852" y="60655"/>
                  </a:lnTo>
                  <a:lnTo>
                    <a:pt x="165573" y="57377"/>
                  </a:lnTo>
                  <a:lnTo>
                    <a:pt x="163934" y="54098"/>
                  </a:lnTo>
                  <a:lnTo>
                    <a:pt x="162295" y="49180"/>
                  </a:lnTo>
                  <a:lnTo>
                    <a:pt x="159016" y="45901"/>
                  </a:lnTo>
                  <a:lnTo>
                    <a:pt x="159016" y="42623"/>
                  </a:lnTo>
                  <a:lnTo>
                    <a:pt x="157376" y="39344"/>
                  </a:lnTo>
                  <a:lnTo>
                    <a:pt x="160655" y="36065"/>
                  </a:lnTo>
                  <a:lnTo>
                    <a:pt x="163934" y="31147"/>
                  </a:lnTo>
                  <a:lnTo>
                    <a:pt x="165573" y="27869"/>
                  </a:lnTo>
                  <a:lnTo>
                    <a:pt x="168852" y="26229"/>
                  </a:lnTo>
                  <a:lnTo>
                    <a:pt x="173770" y="24590"/>
                  </a:lnTo>
                  <a:lnTo>
                    <a:pt x="177049" y="26229"/>
                  </a:lnTo>
                  <a:lnTo>
                    <a:pt x="180327" y="24590"/>
                  </a:lnTo>
                  <a:lnTo>
                    <a:pt x="185245" y="24590"/>
                  </a:lnTo>
                  <a:lnTo>
                    <a:pt x="186885" y="21311"/>
                  </a:lnTo>
                  <a:lnTo>
                    <a:pt x="188524" y="16393"/>
                  </a:lnTo>
                  <a:lnTo>
                    <a:pt x="186885" y="13115"/>
                  </a:lnTo>
                  <a:lnTo>
                    <a:pt x="190163" y="9836"/>
                  </a:lnTo>
                  <a:lnTo>
                    <a:pt x="193442" y="13115"/>
                  </a:lnTo>
                  <a:lnTo>
                    <a:pt x="198360" y="11475"/>
                  </a:lnTo>
                  <a:lnTo>
                    <a:pt x="201639" y="13115"/>
                  </a:lnTo>
                  <a:lnTo>
                    <a:pt x="203278" y="18033"/>
                  </a:lnTo>
                  <a:lnTo>
                    <a:pt x="208196" y="19672"/>
                  </a:lnTo>
                  <a:lnTo>
                    <a:pt x="204917" y="16393"/>
                  </a:lnTo>
                  <a:lnTo>
                    <a:pt x="201639" y="11475"/>
                  </a:lnTo>
                  <a:lnTo>
                    <a:pt x="198360" y="8197"/>
                  </a:lnTo>
                  <a:lnTo>
                    <a:pt x="193442" y="6557"/>
                  </a:lnTo>
                  <a:lnTo>
                    <a:pt x="193442" y="3279"/>
                  </a:lnTo>
                  <a:lnTo>
                    <a:pt x="198360" y="3279"/>
                  </a:lnTo>
                  <a:lnTo>
                    <a:pt x="201639" y="3279"/>
                  </a:lnTo>
                  <a:lnTo>
                    <a:pt x="204917" y="3279"/>
                  </a:lnTo>
                  <a:lnTo>
                    <a:pt x="206557" y="0"/>
                  </a:lnTo>
                  <a:lnTo>
                    <a:pt x="209835" y="0"/>
                  </a:lnTo>
                  <a:lnTo>
                    <a:pt x="214753" y="3279"/>
                  </a:lnTo>
                  <a:lnTo>
                    <a:pt x="218032" y="6557"/>
                  </a:lnTo>
                  <a:lnTo>
                    <a:pt x="221310" y="9836"/>
                  </a:lnTo>
                  <a:lnTo>
                    <a:pt x="226229" y="9836"/>
                  </a:lnTo>
                  <a:lnTo>
                    <a:pt x="229507" y="9836"/>
                  </a:lnTo>
                  <a:lnTo>
                    <a:pt x="232786" y="13115"/>
                  </a:lnTo>
                  <a:lnTo>
                    <a:pt x="234425" y="16393"/>
                  </a:lnTo>
                  <a:lnTo>
                    <a:pt x="234425" y="16393"/>
                  </a:lnTo>
                  <a:lnTo>
                    <a:pt x="237704" y="18033"/>
                  </a:lnTo>
                  <a:lnTo>
                    <a:pt x="240983" y="19672"/>
                  </a:lnTo>
                  <a:lnTo>
                    <a:pt x="244262" y="19672"/>
                  </a:lnTo>
                  <a:lnTo>
                    <a:pt x="245901" y="19672"/>
                  </a:lnTo>
                  <a:lnTo>
                    <a:pt x="249179" y="18033"/>
                  </a:lnTo>
                  <a:lnTo>
                    <a:pt x="250819" y="18033"/>
                  </a:lnTo>
                  <a:lnTo>
                    <a:pt x="254097" y="18033"/>
                  </a:lnTo>
                  <a:lnTo>
                    <a:pt x="259016" y="21311"/>
                  </a:lnTo>
                  <a:lnTo>
                    <a:pt x="260655" y="22951"/>
                  </a:lnTo>
                  <a:lnTo>
                    <a:pt x="262294" y="26229"/>
                  </a:lnTo>
                  <a:lnTo>
                    <a:pt x="262294" y="27869"/>
                  </a:lnTo>
                  <a:lnTo>
                    <a:pt x="262294" y="27869"/>
                  </a:lnTo>
                  <a:lnTo>
                    <a:pt x="262294" y="27869"/>
                  </a:lnTo>
                  <a:lnTo>
                    <a:pt x="263933" y="32787"/>
                  </a:lnTo>
                  <a:lnTo>
                    <a:pt x="263933" y="34426"/>
                  </a:lnTo>
                  <a:lnTo>
                    <a:pt x="265573" y="34426"/>
                  </a:lnTo>
                  <a:lnTo>
                    <a:pt x="265573" y="36065"/>
                  </a:lnTo>
                  <a:lnTo>
                    <a:pt x="270491" y="37705"/>
                  </a:lnTo>
                  <a:lnTo>
                    <a:pt x="270491" y="37705"/>
                  </a:lnTo>
                  <a:lnTo>
                    <a:pt x="272130" y="40983"/>
                  </a:lnTo>
                  <a:lnTo>
                    <a:pt x="268852" y="40983"/>
                  </a:lnTo>
                  <a:lnTo>
                    <a:pt x="267212" y="42623"/>
                  </a:lnTo>
                  <a:lnTo>
                    <a:pt x="267212" y="42623"/>
                  </a:lnTo>
                  <a:lnTo>
                    <a:pt x="270491" y="47541"/>
                  </a:lnTo>
                  <a:lnTo>
                    <a:pt x="273769" y="50820"/>
                  </a:lnTo>
                  <a:lnTo>
                    <a:pt x="270491" y="54098"/>
                  </a:lnTo>
                  <a:lnTo>
                    <a:pt x="272130" y="59016"/>
                  </a:lnTo>
                  <a:lnTo>
                    <a:pt x="277048" y="60655"/>
                  </a:lnTo>
                  <a:lnTo>
                    <a:pt x="280327" y="62295"/>
                  </a:lnTo>
                  <a:lnTo>
                    <a:pt x="283606" y="63934"/>
                  </a:lnTo>
                  <a:lnTo>
                    <a:pt x="286884" y="67213"/>
                  </a:lnTo>
                  <a:lnTo>
                    <a:pt x="291802" y="65573"/>
                  </a:lnTo>
                  <a:lnTo>
                    <a:pt x="295081" y="65573"/>
                  </a:lnTo>
                  <a:lnTo>
                    <a:pt x="298360" y="65573"/>
                  </a:lnTo>
                  <a:lnTo>
                    <a:pt x="303277" y="65573"/>
                  </a:lnTo>
                  <a:lnTo>
                    <a:pt x="306556" y="67213"/>
                  </a:lnTo>
                  <a:lnTo>
                    <a:pt x="308196" y="67213"/>
                  </a:lnTo>
                  <a:lnTo>
                    <a:pt x="311474" y="65573"/>
                  </a:lnTo>
                  <a:lnTo>
                    <a:pt x="314753" y="68852"/>
                  </a:lnTo>
                  <a:lnTo>
                    <a:pt x="318032" y="68852"/>
                  </a:lnTo>
                  <a:lnTo>
                    <a:pt x="319671" y="67213"/>
                  </a:lnTo>
                  <a:lnTo>
                    <a:pt x="319671" y="65573"/>
                  </a:lnTo>
                  <a:lnTo>
                    <a:pt x="321310" y="63934"/>
                  </a:lnTo>
                  <a:lnTo>
                    <a:pt x="324589" y="63934"/>
                  </a:lnTo>
                  <a:lnTo>
                    <a:pt x="329507" y="65573"/>
                  </a:lnTo>
                  <a:lnTo>
                    <a:pt x="332786" y="67213"/>
                  </a:lnTo>
                  <a:lnTo>
                    <a:pt x="336064" y="70492"/>
                  </a:lnTo>
                  <a:lnTo>
                    <a:pt x="340982" y="73770"/>
                  </a:lnTo>
                  <a:lnTo>
                    <a:pt x="340982" y="75410"/>
                  </a:lnTo>
                  <a:lnTo>
                    <a:pt x="344261" y="78688"/>
                  </a:lnTo>
                  <a:lnTo>
                    <a:pt x="344261" y="81967"/>
                  </a:lnTo>
                  <a:lnTo>
                    <a:pt x="347540" y="86885"/>
                  </a:lnTo>
                  <a:lnTo>
                    <a:pt x="349179" y="90164"/>
                  </a:lnTo>
                  <a:lnTo>
                    <a:pt x="350818" y="93442"/>
                  </a:lnTo>
                  <a:lnTo>
                    <a:pt x="354097" y="98360"/>
                  </a:lnTo>
                  <a:lnTo>
                    <a:pt x="355736" y="98360"/>
                  </a:lnTo>
                  <a:lnTo>
                    <a:pt x="359015" y="100000"/>
                  </a:lnTo>
                  <a:lnTo>
                    <a:pt x="362294" y="103278"/>
                  </a:lnTo>
                  <a:lnTo>
                    <a:pt x="363933" y="106557"/>
                  </a:lnTo>
                  <a:lnTo>
                    <a:pt x="367212" y="111475"/>
                  </a:lnTo>
                  <a:lnTo>
                    <a:pt x="367212" y="114754"/>
                  </a:lnTo>
                  <a:lnTo>
                    <a:pt x="368851" y="118032"/>
                  </a:lnTo>
                  <a:lnTo>
                    <a:pt x="370490" y="119672"/>
                  </a:lnTo>
                  <a:lnTo>
                    <a:pt x="373769" y="122950"/>
                  </a:lnTo>
                  <a:lnTo>
                    <a:pt x="377047" y="126229"/>
                  </a:lnTo>
                  <a:lnTo>
                    <a:pt x="381966" y="127868"/>
                  </a:lnTo>
                  <a:lnTo>
                    <a:pt x="385244" y="129508"/>
                  </a:lnTo>
                  <a:lnTo>
                    <a:pt x="388523" y="132786"/>
                  </a:lnTo>
                  <a:lnTo>
                    <a:pt x="393441" y="134426"/>
                  </a:lnTo>
                  <a:lnTo>
                    <a:pt x="396720" y="137704"/>
                  </a:lnTo>
                  <a:lnTo>
                    <a:pt x="399999" y="139344"/>
                  </a:lnTo>
                  <a:lnTo>
                    <a:pt x="404916" y="140983"/>
                  </a:lnTo>
                  <a:lnTo>
                    <a:pt x="408195" y="144262"/>
                  </a:lnTo>
                  <a:lnTo>
                    <a:pt x="411474" y="145901"/>
                  </a:lnTo>
                  <a:lnTo>
                    <a:pt x="414753" y="149180"/>
                  </a:lnTo>
                  <a:lnTo>
                    <a:pt x="418031" y="152458"/>
                  </a:lnTo>
                  <a:lnTo>
                    <a:pt x="419670" y="152458"/>
                  </a:lnTo>
                  <a:lnTo>
                    <a:pt x="421310" y="155737"/>
                  </a:lnTo>
                  <a:lnTo>
                    <a:pt x="421310" y="155737"/>
                  </a:lnTo>
                  <a:lnTo>
                    <a:pt x="426228" y="157376"/>
                  </a:lnTo>
                  <a:lnTo>
                    <a:pt x="429506" y="159016"/>
                  </a:lnTo>
                  <a:lnTo>
                    <a:pt x="434424" y="162294"/>
                  </a:lnTo>
                  <a:lnTo>
                    <a:pt x="437703" y="163934"/>
                  </a:lnTo>
                  <a:lnTo>
                    <a:pt x="440982" y="165573"/>
                  </a:lnTo>
                  <a:lnTo>
                    <a:pt x="444260" y="163934"/>
                  </a:lnTo>
                  <a:lnTo>
                    <a:pt x="447539" y="165573"/>
                  </a:lnTo>
                  <a:lnTo>
                    <a:pt x="447539" y="167212"/>
                  </a:lnTo>
                  <a:lnTo>
                    <a:pt x="452457" y="170491"/>
                  </a:lnTo>
                  <a:lnTo>
                    <a:pt x="455736" y="172130"/>
                  </a:lnTo>
                  <a:lnTo>
                    <a:pt x="459014" y="175409"/>
                  </a:lnTo>
                  <a:lnTo>
                    <a:pt x="463933" y="177048"/>
                  </a:lnTo>
                  <a:lnTo>
                    <a:pt x="467211" y="178688"/>
                  </a:lnTo>
                  <a:lnTo>
                    <a:pt x="470490" y="180327"/>
                  </a:lnTo>
                  <a:lnTo>
                    <a:pt x="472129" y="180327"/>
                  </a:lnTo>
                  <a:lnTo>
                    <a:pt x="477047" y="183606"/>
                  </a:lnTo>
                  <a:lnTo>
                    <a:pt x="480326" y="186884"/>
                  </a:lnTo>
                  <a:lnTo>
                    <a:pt x="483604" y="188524"/>
                  </a:lnTo>
                  <a:lnTo>
                    <a:pt x="488523" y="191802"/>
                  </a:lnTo>
                  <a:lnTo>
                    <a:pt x="491801" y="193442"/>
                  </a:lnTo>
                  <a:lnTo>
                    <a:pt x="493440" y="195081"/>
                  </a:lnTo>
                  <a:lnTo>
                    <a:pt x="495080" y="195081"/>
                  </a:lnTo>
                  <a:lnTo>
                    <a:pt x="499998" y="196720"/>
                  </a:lnTo>
                  <a:lnTo>
                    <a:pt x="503277" y="198360"/>
                  </a:lnTo>
                  <a:lnTo>
                    <a:pt x="506555" y="195081"/>
                  </a:lnTo>
                  <a:lnTo>
                    <a:pt x="511473" y="196720"/>
                  </a:lnTo>
                  <a:lnTo>
                    <a:pt x="514752" y="198360"/>
                  </a:lnTo>
                  <a:lnTo>
                    <a:pt x="518031" y="199999"/>
                  </a:lnTo>
                  <a:lnTo>
                    <a:pt x="522949" y="201638"/>
                  </a:lnTo>
                  <a:lnTo>
                    <a:pt x="526227" y="204917"/>
                  </a:lnTo>
                  <a:lnTo>
                    <a:pt x="529506" y="206557"/>
                  </a:lnTo>
                  <a:lnTo>
                    <a:pt x="534424" y="206557"/>
                  </a:lnTo>
                  <a:lnTo>
                    <a:pt x="537703" y="208196"/>
                  </a:lnTo>
                  <a:lnTo>
                    <a:pt x="537703" y="208196"/>
                  </a:lnTo>
                  <a:lnTo>
                    <a:pt x="537703" y="211474"/>
                  </a:lnTo>
                  <a:lnTo>
                    <a:pt x="536063" y="216392"/>
                  </a:lnTo>
                  <a:lnTo>
                    <a:pt x="536063" y="219671"/>
                  </a:lnTo>
                  <a:lnTo>
                    <a:pt x="537703" y="222950"/>
                  </a:lnTo>
                  <a:lnTo>
                    <a:pt x="537703" y="227868"/>
                  </a:lnTo>
                  <a:lnTo>
                    <a:pt x="539342" y="231147"/>
                  </a:lnTo>
                  <a:lnTo>
                    <a:pt x="539342" y="234425"/>
                  </a:lnTo>
                  <a:lnTo>
                    <a:pt x="539342" y="236064"/>
                  </a:lnTo>
                  <a:lnTo>
                    <a:pt x="537703" y="236064"/>
                  </a:lnTo>
                  <a:lnTo>
                    <a:pt x="537703" y="236064"/>
                  </a:lnTo>
                  <a:lnTo>
                    <a:pt x="534424" y="236064"/>
                  </a:lnTo>
                  <a:lnTo>
                    <a:pt x="531146" y="237704"/>
                  </a:lnTo>
                  <a:lnTo>
                    <a:pt x="526227" y="236064"/>
                  </a:lnTo>
                  <a:lnTo>
                    <a:pt x="522949" y="232786"/>
                  </a:lnTo>
                  <a:lnTo>
                    <a:pt x="519670" y="231147"/>
                  </a:lnTo>
                  <a:lnTo>
                    <a:pt x="514752" y="231147"/>
                  </a:lnTo>
                  <a:lnTo>
                    <a:pt x="511473" y="227868"/>
                  </a:lnTo>
                  <a:lnTo>
                    <a:pt x="509834" y="226229"/>
                  </a:lnTo>
                  <a:lnTo>
                    <a:pt x="506555" y="231147"/>
                  </a:lnTo>
                  <a:lnTo>
                    <a:pt x="506555" y="234425"/>
                  </a:lnTo>
                  <a:lnTo>
                    <a:pt x="506555" y="237704"/>
                  </a:lnTo>
                  <a:lnTo>
                    <a:pt x="504916" y="240982"/>
                  </a:lnTo>
                  <a:lnTo>
                    <a:pt x="499998" y="240982"/>
                  </a:lnTo>
                  <a:lnTo>
                    <a:pt x="496719" y="240982"/>
                  </a:lnTo>
                  <a:lnTo>
                    <a:pt x="493440" y="240982"/>
                  </a:lnTo>
                  <a:lnTo>
                    <a:pt x="490162" y="240982"/>
                  </a:lnTo>
                  <a:lnTo>
                    <a:pt x="485244" y="242622"/>
                  </a:lnTo>
                  <a:lnTo>
                    <a:pt x="481965" y="244261"/>
                  </a:lnTo>
                  <a:lnTo>
                    <a:pt x="478687" y="247540"/>
                  </a:lnTo>
                  <a:lnTo>
                    <a:pt x="480326" y="250819"/>
                  </a:lnTo>
                  <a:lnTo>
                    <a:pt x="480326" y="254097"/>
                  </a:lnTo>
                  <a:lnTo>
                    <a:pt x="480326" y="259015"/>
                  </a:lnTo>
                  <a:lnTo>
                    <a:pt x="478687" y="262294"/>
                  </a:lnTo>
                  <a:lnTo>
                    <a:pt x="477047" y="265573"/>
                  </a:lnTo>
                  <a:lnTo>
                    <a:pt x="477047" y="270491"/>
                  </a:lnTo>
                  <a:lnTo>
                    <a:pt x="478687" y="273769"/>
                  </a:lnTo>
                  <a:lnTo>
                    <a:pt x="478687" y="277048"/>
                  </a:lnTo>
                  <a:lnTo>
                    <a:pt x="477047" y="281966"/>
                  </a:lnTo>
                  <a:lnTo>
                    <a:pt x="473769" y="285244"/>
                  </a:lnTo>
                  <a:lnTo>
                    <a:pt x="470490" y="286884"/>
                  </a:lnTo>
                  <a:lnTo>
                    <a:pt x="465572" y="288523"/>
                  </a:lnTo>
                  <a:lnTo>
                    <a:pt x="462293" y="290163"/>
                  </a:lnTo>
                  <a:lnTo>
                    <a:pt x="459014" y="293441"/>
                  </a:lnTo>
                  <a:lnTo>
                    <a:pt x="455736" y="295081"/>
                  </a:lnTo>
                  <a:lnTo>
                    <a:pt x="450818" y="296720"/>
                  </a:lnTo>
                  <a:lnTo>
                    <a:pt x="447539" y="296720"/>
                  </a:lnTo>
                  <a:lnTo>
                    <a:pt x="444260" y="299999"/>
                  </a:lnTo>
                  <a:lnTo>
                    <a:pt x="440982" y="301638"/>
                  </a:lnTo>
                  <a:lnTo>
                    <a:pt x="436064" y="301638"/>
                  </a:lnTo>
                  <a:lnTo>
                    <a:pt x="432785" y="301638"/>
                  </a:lnTo>
                  <a:lnTo>
                    <a:pt x="429506" y="301638"/>
                  </a:lnTo>
                  <a:lnTo>
                    <a:pt x="429506" y="301638"/>
                  </a:lnTo>
                  <a:lnTo>
                    <a:pt x="431146" y="306556"/>
                  </a:lnTo>
                  <a:lnTo>
                    <a:pt x="434424" y="309835"/>
                  </a:lnTo>
                  <a:lnTo>
                    <a:pt x="434424" y="309835"/>
                  </a:lnTo>
                  <a:lnTo>
                    <a:pt x="431146" y="313113"/>
                  </a:lnTo>
                  <a:lnTo>
                    <a:pt x="431146" y="316392"/>
                  </a:lnTo>
                  <a:lnTo>
                    <a:pt x="431146" y="321310"/>
                  </a:lnTo>
                  <a:lnTo>
                    <a:pt x="426228" y="322949"/>
                  </a:lnTo>
                  <a:lnTo>
                    <a:pt x="422949" y="326228"/>
                  </a:lnTo>
                  <a:lnTo>
                    <a:pt x="419670" y="327867"/>
                  </a:lnTo>
                  <a:lnTo>
                    <a:pt x="414753" y="329507"/>
                  </a:lnTo>
                  <a:lnTo>
                    <a:pt x="411474" y="327867"/>
                  </a:lnTo>
                  <a:lnTo>
                    <a:pt x="408195" y="329507"/>
                  </a:lnTo>
                  <a:lnTo>
                    <a:pt x="404916" y="332785"/>
                  </a:lnTo>
                  <a:lnTo>
                    <a:pt x="404916" y="332785"/>
                  </a:lnTo>
                  <a:lnTo>
                    <a:pt x="403277" y="329507"/>
                  </a:lnTo>
                  <a:lnTo>
                    <a:pt x="403277" y="327867"/>
                  </a:lnTo>
                  <a:lnTo>
                    <a:pt x="401638" y="326228"/>
                  </a:lnTo>
                  <a:lnTo>
                    <a:pt x="396720" y="322949"/>
                  </a:lnTo>
                  <a:lnTo>
                    <a:pt x="395080" y="322949"/>
                  </a:lnTo>
                  <a:lnTo>
                    <a:pt x="393441" y="319671"/>
                  </a:lnTo>
                  <a:lnTo>
                    <a:pt x="388523" y="319671"/>
                  </a:lnTo>
                  <a:lnTo>
                    <a:pt x="385244" y="321310"/>
                  </a:lnTo>
                  <a:lnTo>
                    <a:pt x="381966" y="321310"/>
                  </a:lnTo>
                  <a:lnTo>
                    <a:pt x="377047" y="319671"/>
                  </a:lnTo>
                  <a:lnTo>
                    <a:pt x="373769" y="318031"/>
                  </a:lnTo>
                  <a:lnTo>
                    <a:pt x="370490" y="314753"/>
                  </a:lnTo>
                  <a:lnTo>
                    <a:pt x="367212" y="311474"/>
                  </a:lnTo>
                  <a:lnTo>
                    <a:pt x="363933" y="313113"/>
                  </a:lnTo>
                  <a:lnTo>
                    <a:pt x="362294" y="309835"/>
                  </a:lnTo>
                  <a:lnTo>
                    <a:pt x="362294" y="304917"/>
                  </a:lnTo>
                  <a:lnTo>
                    <a:pt x="360654" y="301638"/>
                  </a:lnTo>
                  <a:lnTo>
                    <a:pt x="357376" y="298359"/>
                  </a:lnTo>
                  <a:lnTo>
                    <a:pt x="355736" y="296720"/>
                  </a:lnTo>
                  <a:lnTo>
                    <a:pt x="357376" y="293441"/>
                  </a:lnTo>
                  <a:lnTo>
                    <a:pt x="357376" y="288523"/>
                  </a:lnTo>
                  <a:lnTo>
                    <a:pt x="355736" y="285244"/>
                  </a:lnTo>
                  <a:lnTo>
                    <a:pt x="354097" y="281966"/>
                  </a:lnTo>
                  <a:lnTo>
                    <a:pt x="354097" y="278687"/>
                  </a:lnTo>
                  <a:lnTo>
                    <a:pt x="352457" y="273769"/>
                  </a:lnTo>
                  <a:lnTo>
                    <a:pt x="354097" y="270491"/>
                  </a:lnTo>
                  <a:lnTo>
                    <a:pt x="350818" y="267212"/>
                  </a:lnTo>
                  <a:lnTo>
                    <a:pt x="349179" y="267212"/>
                  </a:lnTo>
                  <a:lnTo>
                    <a:pt x="345900" y="267212"/>
                  </a:lnTo>
                  <a:lnTo>
                    <a:pt x="342622" y="267212"/>
                  </a:lnTo>
                  <a:lnTo>
                    <a:pt x="337703" y="267212"/>
                  </a:lnTo>
                  <a:lnTo>
                    <a:pt x="334425" y="267212"/>
                  </a:lnTo>
                  <a:lnTo>
                    <a:pt x="331146" y="267212"/>
                  </a:lnTo>
                  <a:lnTo>
                    <a:pt x="327867" y="267212"/>
                  </a:lnTo>
                  <a:lnTo>
                    <a:pt x="322950" y="267212"/>
                  </a:lnTo>
                  <a:lnTo>
                    <a:pt x="319671" y="263933"/>
                  </a:lnTo>
                  <a:lnTo>
                    <a:pt x="316392" y="260654"/>
                  </a:lnTo>
                  <a:lnTo>
                    <a:pt x="313113" y="257376"/>
                  </a:lnTo>
                  <a:lnTo>
                    <a:pt x="309835" y="252458"/>
                  </a:lnTo>
                  <a:lnTo>
                    <a:pt x="306556" y="249179"/>
                  </a:lnTo>
                  <a:lnTo>
                    <a:pt x="306556" y="249179"/>
                  </a:lnTo>
                  <a:lnTo>
                    <a:pt x="303277" y="249179"/>
                  </a:lnTo>
                  <a:lnTo>
                    <a:pt x="299999" y="245901"/>
                  </a:lnTo>
                  <a:lnTo>
                    <a:pt x="295081" y="245901"/>
                  </a:lnTo>
                  <a:lnTo>
                    <a:pt x="291802" y="244261"/>
                  </a:lnTo>
                  <a:lnTo>
                    <a:pt x="288523" y="242622"/>
                  </a:lnTo>
                  <a:lnTo>
                    <a:pt x="283606" y="239343"/>
                  </a:lnTo>
                  <a:lnTo>
                    <a:pt x="281966" y="236064"/>
                  </a:lnTo>
                  <a:lnTo>
                    <a:pt x="280327" y="231147"/>
                  </a:lnTo>
                  <a:lnTo>
                    <a:pt x="277048" y="227868"/>
                  </a:lnTo>
                  <a:lnTo>
                    <a:pt x="273769" y="227868"/>
                  </a:lnTo>
                  <a:lnTo>
                    <a:pt x="270491" y="226229"/>
                  </a:lnTo>
                  <a:lnTo>
                    <a:pt x="267212" y="224589"/>
                  </a:lnTo>
                  <a:lnTo>
                    <a:pt x="262294" y="222950"/>
                  </a:lnTo>
                  <a:lnTo>
                    <a:pt x="259016" y="222950"/>
                  </a:lnTo>
                  <a:lnTo>
                    <a:pt x="255737" y="222950"/>
                  </a:lnTo>
                  <a:lnTo>
                    <a:pt x="250819" y="221310"/>
                  </a:lnTo>
                  <a:lnTo>
                    <a:pt x="247540" y="222950"/>
                  </a:lnTo>
                  <a:lnTo>
                    <a:pt x="244262" y="224589"/>
                  </a:lnTo>
                  <a:lnTo>
                    <a:pt x="240983" y="222950"/>
                  </a:lnTo>
                  <a:lnTo>
                    <a:pt x="237704" y="219671"/>
                  </a:lnTo>
                  <a:lnTo>
                    <a:pt x="234425" y="216392"/>
                  </a:lnTo>
                  <a:lnTo>
                    <a:pt x="231147" y="216392"/>
                  </a:lnTo>
                  <a:lnTo>
                    <a:pt x="227868" y="214753"/>
                  </a:lnTo>
                  <a:lnTo>
                    <a:pt x="226229" y="214753"/>
                  </a:lnTo>
                  <a:lnTo>
                    <a:pt x="222950" y="213114"/>
                  </a:lnTo>
                  <a:lnTo>
                    <a:pt x="219672" y="211474"/>
                  </a:lnTo>
                  <a:lnTo>
                    <a:pt x="214753" y="211474"/>
                  </a:lnTo>
                  <a:lnTo>
                    <a:pt x="211475" y="211474"/>
                  </a:lnTo>
                  <a:lnTo>
                    <a:pt x="208196" y="209835"/>
                  </a:lnTo>
                  <a:lnTo>
                    <a:pt x="203278" y="208196"/>
                  </a:lnTo>
                  <a:lnTo>
                    <a:pt x="203278" y="204917"/>
                  </a:lnTo>
                  <a:lnTo>
                    <a:pt x="199999" y="199999"/>
                  </a:lnTo>
                  <a:lnTo>
                    <a:pt x="198360" y="196720"/>
                  </a:lnTo>
                  <a:lnTo>
                    <a:pt x="195081" y="196720"/>
                  </a:lnTo>
                  <a:lnTo>
                    <a:pt x="193442" y="198360"/>
                  </a:lnTo>
                  <a:lnTo>
                    <a:pt x="188524" y="198360"/>
                  </a:lnTo>
                  <a:lnTo>
                    <a:pt x="186885" y="198360"/>
                  </a:lnTo>
                  <a:lnTo>
                    <a:pt x="183606" y="198360"/>
                  </a:lnTo>
                  <a:lnTo>
                    <a:pt x="180327" y="195081"/>
                  </a:lnTo>
                  <a:lnTo>
                    <a:pt x="180327" y="195081"/>
                  </a:lnTo>
                  <a:lnTo>
                    <a:pt x="175409" y="196720"/>
                  </a:lnTo>
                  <a:lnTo>
                    <a:pt x="172130" y="196720"/>
                  </a:lnTo>
                  <a:lnTo>
                    <a:pt x="168852" y="196720"/>
                  </a:lnTo>
                  <a:lnTo>
                    <a:pt x="165573" y="199999"/>
                  </a:lnTo>
                  <a:lnTo>
                    <a:pt x="167213" y="204917"/>
                  </a:lnTo>
                  <a:lnTo>
                    <a:pt x="162295" y="204917"/>
                  </a:lnTo>
                  <a:lnTo>
                    <a:pt x="159016" y="203278"/>
                  </a:lnTo>
                  <a:lnTo>
                    <a:pt x="155737" y="204917"/>
                  </a:lnTo>
                  <a:lnTo>
                    <a:pt x="152459" y="203278"/>
                  </a:lnTo>
                  <a:lnTo>
                    <a:pt x="147540" y="203278"/>
                  </a:lnTo>
                  <a:lnTo>
                    <a:pt x="144262" y="203278"/>
                  </a:lnTo>
                  <a:lnTo>
                    <a:pt x="140983" y="203278"/>
                  </a:lnTo>
                  <a:lnTo>
                    <a:pt x="137705" y="203278"/>
                  </a:lnTo>
                  <a:lnTo>
                    <a:pt x="132786" y="206557"/>
                  </a:lnTo>
                  <a:lnTo>
                    <a:pt x="129508" y="208196"/>
                  </a:lnTo>
                  <a:lnTo>
                    <a:pt x="127869" y="209835"/>
                  </a:lnTo>
                  <a:lnTo>
                    <a:pt x="124590" y="211474"/>
                  </a:lnTo>
                  <a:lnTo>
                    <a:pt x="121311" y="214753"/>
                  </a:lnTo>
                  <a:lnTo>
                    <a:pt x="118032" y="216392"/>
                  </a:lnTo>
                  <a:lnTo>
                    <a:pt x="114754" y="219671"/>
                  </a:lnTo>
                  <a:lnTo>
                    <a:pt x="114754" y="224589"/>
                  </a:lnTo>
                  <a:lnTo>
                    <a:pt x="114754" y="227868"/>
                  </a:lnTo>
                  <a:lnTo>
                    <a:pt x="113115" y="231147"/>
                  </a:lnTo>
                  <a:lnTo>
                    <a:pt x="108196" y="232786"/>
                  </a:lnTo>
                  <a:lnTo>
                    <a:pt x="104918" y="232786"/>
                  </a:lnTo>
                  <a:lnTo>
                    <a:pt x="101639" y="236064"/>
                  </a:lnTo>
                  <a:lnTo>
                    <a:pt x="96721" y="236064"/>
                  </a:lnTo>
                  <a:lnTo>
                    <a:pt x="93442" y="237704"/>
                  </a:lnTo>
                  <a:lnTo>
                    <a:pt x="90164" y="236064"/>
                  </a:lnTo>
                  <a:lnTo>
                    <a:pt x="86885" y="236064"/>
                  </a:lnTo>
                  <a:lnTo>
                    <a:pt x="85246" y="236064"/>
                  </a:lnTo>
                  <a:lnTo>
                    <a:pt x="83606" y="234425"/>
                  </a:lnTo>
                  <a:lnTo>
                    <a:pt x="83606" y="231147"/>
                  </a:lnTo>
                  <a:lnTo>
                    <a:pt x="81967" y="226229"/>
                  </a:lnTo>
                  <a:lnTo>
                    <a:pt x="80328" y="222950"/>
                  </a:lnTo>
                  <a:lnTo>
                    <a:pt x="78688" y="219671"/>
                  </a:lnTo>
                  <a:lnTo>
                    <a:pt x="78688" y="214753"/>
                  </a:lnTo>
                  <a:lnTo>
                    <a:pt x="77049" y="211474"/>
                  </a:lnTo>
                  <a:lnTo>
                    <a:pt x="77049" y="208196"/>
                  </a:lnTo>
                  <a:lnTo>
                    <a:pt x="77049" y="204917"/>
                  </a:lnTo>
                  <a:lnTo>
                    <a:pt x="77049" y="199999"/>
                  </a:lnTo>
                  <a:lnTo>
                    <a:pt x="77049" y="196720"/>
                  </a:lnTo>
                  <a:lnTo>
                    <a:pt x="77049" y="193442"/>
                  </a:lnTo>
                  <a:lnTo>
                    <a:pt x="73770" y="188524"/>
                  </a:lnTo>
                  <a:lnTo>
                    <a:pt x="73770" y="185245"/>
                  </a:lnTo>
                  <a:lnTo>
                    <a:pt x="73770" y="181966"/>
                  </a:lnTo>
                  <a:lnTo>
                    <a:pt x="73770" y="177048"/>
                  </a:lnTo>
                  <a:lnTo>
                    <a:pt x="75410" y="173770"/>
                  </a:lnTo>
                  <a:lnTo>
                    <a:pt x="75410" y="170491"/>
                  </a:lnTo>
                  <a:lnTo>
                    <a:pt x="75410" y="168852"/>
                  </a:lnTo>
                  <a:lnTo>
                    <a:pt x="72131" y="163934"/>
                  </a:lnTo>
                  <a:lnTo>
                    <a:pt x="68852" y="162294"/>
                  </a:lnTo>
                  <a:lnTo>
                    <a:pt x="63935" y="160655"/>
                  </a:lnTo>
                  <a:lnTo>
                    <a:pt x="63935" y="155737"/>
                  </a:lnTo>
                  <a:lnTo>
                    <a:pt x="63935" y="160655"/>
                  </a:lnTo>
                  <a:lnTo>
                    <a:pt x="60656" y="155737"/>
                  </a:lnTo>
                  <a:lnTo>
                    <a:pt x="59016" y="152458"/>
                  </a:lnTo>
                  <a:lnTo>
                    <a:pt x="54098" y="150819"/>
                  </a:lnTo>
                  <a:lnTo>
                    <a:pt x="50820" y="147540"/>
                  </a:lnTo>
                  <a:lnTo>
                    <a:pt x="47541" y="147540"/>
                  </a:lnTo>
                  <a:lnTo>
                    <a:pt x="44262" y="150819"/>
                  </a:lnTo>
                  <a:lnTo>
                    <a:pt x="42623" y="147540"/>
                  </a:lnTo>
                  <a:lnTo>
                    <a:pt x="40983" y="142622"/>
                  </a:lnTo>
                  <a:lnTo>
                    <a:pt x="42623" y="139344"/>
                  </a:lnTo>
                  <a:lnTo>
                    <a:pt x="44262" y="136065"/>
                  </a:lnTo>
                  <a:lnTo>
                    <a:pt x="47541" y="132786"/>
                  </a:lnTo>
                  <a:lnTo>
                    <a:pt x="44262" y="137704"/>
                  </a:lnTo>
                  <a:lnTo>
                    <a:pt x="49180" y="139344"/>
                  </a:lnTo>
                  <a:lnTo>
                    <a:pt x="52459" y="139344"/>
                  </a:lnTo>
                  <a:lnTo>
                    <a:pt x="55738" y="137704"/>
                  </a:lnTo>
                  <a:lnTo>
                    <a:pt x="59016" y="139344"/>
                  </a:lnTo>
                  <a:lnTo>
                    <a:pt x="55738" y="137704"/>
                  </a:lnTo>
                  <a:lnTo>
                    <a:pt x="55738" y="134426"/>
                  </a:lnTo>
                  <a:lnTo>
                    <a:pt x="52459" y="134426"/>
                  </a:lnTo>
                  <a:lnTo>
                    <a:pt x="50820" y="129508"/>
                  </a:lnTo>
                  <a:lnTo>
                    <a:pt x="50820" y="126229"/>
                  </a:lnTo>
                  <a:lnTo>
                    <a:pt x="50820" y="122950"/>
                  </a:lnTo>
                  <a:lnTo>
                    <a:pt x="47541" y="121311"/>
                  </a:lnTo>
                  <a:lnTo>
                    <a:pt x="42623" y="121311"/>
                  </a:lnTo>
                  <a:lnTo>
                    <a:pt x="39344" y="119672"/>
                  </a:lnTo>
                  <a:lnTo>
                    <a:pt x="36066" y="119672"/>
                  </a:lnTo>
                  <a:lnTo>
                    <a:pt x="32787" y="119672"/>
                  </a:lnTo>
                  <a:lnTo>
                    <a:pt x="29508" y="118032"/>
                  </a:lnTo>
                  <a:lnTo>
                    <a:pt x="29508" y="122950"/>
                  </a:lnTo>
                  <a:lnTo>
                    <a:pt x="26229" y="121311"/>
                  </a:lnTo>
                  <a:lnTo>
                    <a:pt x="26229" y="119672"/>
                  </a:lnTo>
                  <a:lnTo>
                    <a:pt x="24590" y="118032"/>
                  </a:lnTo>
                  <a:lnTo>
                    <a:pt x="22951" y="114754"/>
                  </a:lnTo>
                  <a:lnTo>
                    <a:pt x="21312" y="109836"/>
                  </a:lnTo>
                  <a:lnTo>
                    <a:pt x="19672" y="106557"/>
                  </a:lnTo>
                  <a:lnTo>
                    <a:pt x="19672" y="104917"/>
                  </a:lnTo>
                  <a:lnTo>
                    <a:pt x="19672" y="101639"/>
                  </a:lnTo>
                  <a:lnTo>
                    <a:pt x="19672" y="98360"/>
                  </a:lnTo>
                  <a:lnTo>
                    <a:pt x="21312" y="93442"/>
                  </a:lnTo>
                  <a:lnTo>
                    <a:pt x="22951" y="90164"/>
                  </a:lnTo>
                  <a:lnTo>
                    <a:pt x="22951" y="86885"/>
                  </a:lnTo>
                  <a:lnTo>
                    <a:pt x="21312" y="81967"/>
                  </a:lnTo>
                  <a:lnTo>
                    <a:pt x="22951" y="78688"/>
                  </a:lnTo>
                  <a:lnTo>
                    <a:pt x="21312" y="75410"/>
                  </a:lnTo>
                  <a:lnTo>
                    <a:pt x="19672" y="73770"/>
                  </a:lnTo>
                  <a:lnTo>
                    <a:pt x="18033" y="68852"/>
                  </a:lnTo>
                  <a:lnTo>
                    <a:pt x="16393" y="65573"/>
                  </a:lnTo>
                  <a:lnTo>
                    <a:pt x="14754" y="62295"/>
                  </a:lnTo>
                  <a:lnTo>
                    <a:pt x="11476" y="57377"/>
                  </a:lnTo>
                  <a:lnTo>
                    <a:pt x="8197" y="55737"/>
                  </a:lnTo>
                  <a:lnTo>
                    <a:pt x="6558" y="50820"/>
                  </a:lnTo>
                  <a:lnTo>
                    <a:pt x="4918" y="47541"/>
                  </a:lnTo>
                  <a:lnTo>
                    <a:pt x="1639" y="44262"/>
                  </a:lnTo>
                  <a:lnTo>
                    <a:pt x="0" y="4426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82" name="Freeform 4081">
              <a:extLst>
                <a:ext uri="{FF2B5EF4-FFF2-40B4-BE49-F238E27FC236}">
                  <a16:creationId xmlns:a16="http://schemas.microsoft.com/office/drawing/2014/main" id="{D8008ACF-627E-054A-9479-55DDACCA5D2C}"/>
                </a:ext>
              </a:extLst>
            </p:cNvPr>
            <p:cNvSpPr/>
            <p:nvPr/>
          </p:nvSpPr>
          <p:spPr>
            <a:xfrm>
              <a:off x="2269788" y="4239486"/>
              <a:ext cx="14753" cy="16393"/>
            </a:xfrm>
            <a:custGeom>
              <a:avLst/>
              <a:gdLst>
                <a:gd name="connsiteX0" fmla="*/ 9836 w 14753"/>
                <a:gd name="connsiteY0" fmla="*/ 0 h 16393"/>
                <a:gd name="connsiteX1" fmla="*/ 9836 w 14753"/>
                <a:gd name="connsiteY1" fmla="*/ 0 h 16393"/>
                <a:gd name="connsiteX2" fmla="*/ 4918 w 14753"/>
                <a:gd name="connsiteY2" fmla="*/ 1639 h 16393"/>
                <a:gd name="connsiteX3" fmla="*/ 1639 w 14753"/>
                <a:gd name="connsiteY3" fmla="*/ 4918 h 16393"/>
                <a:gd name="connsiteX4" fmla="*/ 0 w 14753"/>
                <a:gd name="connsiteY4" fmla="*/ 9836 h 16393"/>
                <a:gd name="connsiteX5" fmla="*/ 0 w 14753"/>
                <a:gd name="connsiteY5" fmla="*/ 13114 h 16393"/>
                <a:gd name="connsiteX6" fmla="*/ 3279 w 14753"/>
                <a:gd name="connsiteY6" fmla="*/ 16393 h 16393"/>
                <a:gd name="connsiteX7" fmla="*/ 6557 w 14753"/>
                <a:gd name="connsiteY7" fmla="*/ 14754 h 16393"/>
                <a:gd name="connsiteX8" fmla="*/ 6557 w 14753"/>
                <a:gd name="connsiteY8" fmla="*/ 11475 h 16393"/>
                <a:gd name="connsiteX9" fmla="*/ 6557 w 14753"/>
                <a:gd name="connsiteY9" fmla="*/ 8197 h 16393"/>
                <a:gd name="connsiteX10" fmla="*/ 11475 w 14753"/>
                <a:gd name="connsiteY10" fmla="*/ 6557 h 16393"/>
                <a:gd name="connsiteX11" fmla="*/ 14754 w 14753"/>
                <a:gd name="connsiteY11" fmla="*/ 3278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53" h="16393">
                  <a:moveTo>
                    <a:pt x="9836" y="0"/>
                  </a:moveTo>
                  <a:lnTo>
                    <a:pt x="9836" y="0"/>
                  </a:lnTo>
                  <a:lnTo>
                    <a:pt x="4918" y="1639"/>
                  </a:lnTo>
                  <a:lnTo>
                    <a:pt x="1639" y="4918"/>
                  </a:lnTo>
                  <a:lnTo>
                    <a:pt x="0" y="9836"/>
                  </a:lnTo>
                  <a:lnTo>
                    <a:pt x="0" y="13114"/>
                  </a:lnTo>
                  <a:lnTo>
                    <a:pt x="3279" y="16393"/>
                  </a:lnTo>
                  <a:lnTo>
                    <a:pt x="6557" y="14754"/>
                  </a:lnTo>
                  <a:lnTo>
                    <a:pt x="6557" y="11475"/>
                  </a:lnTo>
                  <a:lnTo>
                    <a:pt x="6557" y="8197"/>
                  </a:lnTo>
                  <a:lnTo>
                    <a:pt x="11475" y="6557"/>
                  </a:lnTo>
                  <a:lnTo>
                    <a:pt x="14754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83" name="Freeform 4082">
              <a:extLst>
                <a:ext uri="{FF2B5EF4-FFF2-40B4-BE49-F238E27FC236}">
                  <a16:creationId xmlns:a16="http://schemas.microsoft.com/office/drawing/2014/main" id="{E16BA4F0-68DF-B54E-9085-9ED8FA6C0B51}"/>
                </a:ext>
              </a:extLst>
            </p:cNvPr>
            <p:cNvSpPr/>
            <p:nvPr/>
          </p:nvSpPr>
          <p:spPr>
            <a:xfrm>
              <a:off x="5228790" y="1077206"/>
              <a:ext cx="31147" cy="13114"/>
            </a:xfrm>
            <a:custGeom>
              <a:avLst/>
              <a:gdLst>
                <a:gd name="connsiteX0" fmla="*/ 0 w 31147"/>
                <a:gd name="connsiteY0" fmla="*/ 13115 h 13114"/>
                <a:gd name="connsiteX1" fmla="*/ 4918 w 31147"/>
                <a:gd name="connsiteY1" fmla="*/ 11475 h 13114"/>
                <a:gd name="connsiteX2" fmla="*/ 8197 w 31147"/>
                <a:gd name="connsiteY2" fmla="*/ 9836 h 13114"/>
                <a:gd name="connsiteX3" fmla="*/ 11475 w 31147"/>
                <a:gd name="connsiteY3" fmla="*/ 8197 h 13114"/>
                <a:gd name="connsiteX4" fmla="*/ 14754 w 31147"/>
                <a:gd name="connsiteY4" fmla="*/ 8197 h 13114"/>
                <a:gd name="connsiteX5" fmla="*/ 19672 w 31147"/>
                <a:gd name="connsiteY5" fmla="*/ 8197 h 13114"/>
                <a:gd name="connsiteX6" fmla="*/ 22951 w 31147"/>
                <a:gd name="connsiteY6" fmla="*/ 6557 h 13114"/>
                <a:gd name="connsiteX7" fmla="*/ 26229 w 31147"/>
                <a:gd name="connsiteY7" fmla="*/ 6557 h 13114"/>
                <a:gd name="connsiteX8" fmla="*/ 31147 w 31147"/>
                <a:gd name="connsiteY8" fmla="*/ 4918 h 13114"/>
                <a:gd name="connsiteX9" fmla="*/ 29508 w 31147"/>
                <a:gd name="connsiteY9" fmla="*/ 0 h 13114"/>
                <a:gd name="connsiteX10" fmla="*/ 26229 w 31147"/>
                <a:gd name="connsiteY10" fmla="*/ 1639 h 13114"/>
                <a:gd name="connsiteX11" fmla="*/ 21311 w 31147"/>
                <a:gd name="connsiteY11" fmla="*/ 1639 h 13114"/>
                <a:gd name="connsiteX12" fmla="*/ 18033 w 31147"/>
                <a:gd name="connsiteY12" fmla="*/ 4918 h 13114"/>
                <a:gd name="connsiteX13" fmla="*/ 14754 w 31147"/>
                <a:gd name="connsiteY13" fmla="*/ 6557 h 13114"/>
                <a:gd name="connsiteX14" fmla="*/ 11475 w 31147"/>
                <a:gd name="connsiteY14" fmla="*/ 6557 h 13114"/>
                <a:gd name="connsiteX15" fmla="*/ 6557 w 31147"/>
                <a:gd name="connsiteY15" fmla="*/ 9836 h 13114"/>
                <a:gd name="connsiteX16" fmla="*/ 3278 w 31147"/>
                <a:gd name="connsiteY16" fmla="*/ 9836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147" h="13114">
                  <a:moveTo>
                    <a:pt x="0" y="13115"/>
                  </a:moveTo>
                  <a:lnTo>
                    <a:pt x="4918" y="11475"/>
                  </a:lnTo>
                  <a:lnTo>
                    <a:pt x="8197" y="9836"/>
                  </a:lnTo>
                  <a:lnTo>
                    <a:pt x="11475" y="8197"/>
                  </a:lnTo>
                  <a:lnTo>
                    <a:pt x="14754" y="8197"/>
                  </a:lnTo>
                  <a:lnTo>
                    <a:pt x="19672" y="8197"/>
                  </a:lnTo>
                  <a:lnTo>
                    <a:pt x="22951" y="6557"/>
                  </a:lnTo>
                  <a:lnTo>
                    <a:pt x="26229" y="6557"/>
                  </a:lnTo>
                  <a:lnTo>
                    <a:pt x="31147" y="4918"/>
                  </a:lnTo>
                  <a:lnTo>
                    <a:pt x="29508" y="0"/>
                  </a:lnTo>
                  <a:lnTo>
                    <a:pt x="26229" y="1639"/>
                  </a:lnTo>
                  <a:lnTo>
                    <a:pt x="21311" y="1639"/>
                  </a:lnTo>
                  <a:lnTo>
                    <a:pt x="18033" y="4918"/>
                  </a:lnTo>
                  <a:lnTo>
                    <a:pt x="14754" y="6557"/>
                  </a:lnTo>
                  <a:lnTo>
                    <a:pt x="11475" y="6557"/>
                  </a:lnTo>
                  <a:lnTo>
                    <a:pt x="6557" y="9836"/>
                  </a:lnTo>
                  <a:lnTo>
                    <a:pt x="3278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84" name="Freeform 4083">
              <a:extLst>
                <a:ext uri="{FF2B5EF4-FFF2-40B4-BE49-F238E27FC236}">
                  <a16:creationId xmlns:a16="http://schemas.microsoft.com/office/drawing/2014/main" id="{A487EE09-AE47-F14A-AA5C-F837753F95BA}"/>
                </a:ext>
              </a:extLst>
            </p:cNvPr>
            <p:cNvSpPr/>
            <p:nvPr/>
          </p:nvSpPr>
          <p:spPr>
            <a:xfrm>
              <a:off x="5597641" y="1459171"/>
              <a:ext cx="3278" cy="4918"/>
            </a:xfrm>
            <a:custGeom>
              <a:avLst/>
              <a:gdLst>
                <a:gd name="connsiteX0" fmla="*/ 3278 w 3278"/>
                <a:gd name="connsiteY0" fmla="*/ 3279 h 4918"/>
                <a:gd name="connsiteX1" fmla="*/ 3278 w 3278"/>
                <a:gd name="connsiteY1" fmla="*/ 3279 h 4918"/>
                <a:gd name="connsiteX2" fmla="*/ 0 w 3278"/>
                <a:gd name="connsiteY2" fmla="*/ 0 h 4918"/>
                <a:gd name="connsiteX3" fmla="*/ 0 w 3278"/>
                <a:gd name="connsiteY3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3278" y="3279"/>
                  </a:moveTo>
                  <a:lnTo>
                    <a:pt x="3278" y="3279"/>
                  </a:lnTo>
                  <a:lnTo>
                    <a:pt x="0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85" name="Freeform 4084">
              <a:extLst>
                <a:ext uri="{FF2B5EF4-FFF2-40B4-BE49-F238E27FC236}">
                  <a16:creationId xmlns:a16="http://schemas.microsoft.com/office/drawing/2014/main" id="{B6943ABF-A7BD-EE4F-9EA3-A1CC164F50D8}"/>
                </a:ext>
              </a:extLst>
            </p:cNvPr>
            <p:cNvSpPr/>
            <p:nvPr/>
          </p:nvSpPr>
          <p:spPr>
            <a:xfrm>
              <a:off x="5597641" y="1490319"/>
              <a:ext cx="4917" cy="8196"/>
            </a:xfrm>
            <a:custGeom>
              <a:avLst/>
              <a:gdLst>
                <a:gd name="connsiteX0" fmla="*/ 4918 w 4917"/>
                <a:gd name="connsiteY0" fmla="*/ 3279 h 8196"/>
                <a:gd name="connsiteX1" fmla="*/ 3278 w 4917"/>
                <a:gd name="connsiteY1" fmla="*/ 3279 h 8196"/>
                <a:gd name="connsiteX2" fmla="*/ 0 w 4917"/>
                <a:gd name="connsiteY2" fmla="*/ 0 h 8196"/>
                <a:gd name="connsiteX3" fmla="*/ 1639 w 4917"/>
                <a:gd name="connsiteY3" fmla="*/ 3279 h 8196"/>
                <a:gd name="connsiteX4" fmla="*/ 1639 w 4917"/>
                <a:gd name="connsiteY4" fmla="*/ 8197 h 8196"/>
                <a:gd name="connsiteX5" fmla="*/ 4918 w 4917"/>
                <a:gd name="connsiteY5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7" h="8196">
                  <a:moveTo>
                    <a:pt x="4918" y="3279"/>
                  </a:moveTo>
                  <a:lnTo>
                    <a:pt x="3278" y="3279"/>
                  </a:lnTo>
                  <a:lnTo>
                    <a:pt x="0" y="0"/>
                  </a:lnTo>
                  <a:lnTo>
                    <a:pt x="1639" y="3279"/>
                  </a:lnTo>
                  <a:lnTo>
                    <a:pt x="1639" y="8197"/>
                  </a:lnTo>
                  <a:lnTo>
                    <a:pt x="491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86" name="Freeform 4085">
              <a:extLst>
                <a:ext uri="{FF2B5EF4-FFF2-40B4-BE49-F238E27FC236}">
                  <a16:creationId xmlns:a16="http://schemas.microsoft.com/office/drawing/2014/main" id="{7B248083-30BA-1145-96DF-65DDC530E0DB}"/>
                </a:ext>
              </a:extLst>
            </p:cNvPr>
            <p:cNvSpPr/>
            <p:nvPr/>
          </p:nvSpPr>
          <p:spPr>
            <a:xfrm>
              <a:off x="5599281" y="1485401"/>
              <a:ext cx="4917" cy="3278"/>
            </a:xfrm>
            <a:custGeom>
              <a:avLst/>
              <a:gdLst>
                <a:gd name="connsiteX0" fmla="*/ 0 w 4917"/>
                <a:gd name="connsiteY0" fmla="*/ 1639 h 3278"/>
                <a:gd name="connsiteX1" fmla="*/ 4918 w 4917"/>
                <a:gd name="connsiteY1" fmla="*/ 3279 h 3278"/>
                <a:gd name="connsiteX2" fmla="*/ 1639 w 4917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0" y="1639"/>
                  </a:moveTo>
                  <a:lnTo>
                    <a:pt x="4918" y="327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87" name="Freeform 4086">
              <a:extLst>
                <a:ext uri="{FF2B5EF4-FFF2-40B4-BE49-F238E27FC236}">
                  <a16:creationId xmlns:a16="http://schemas.microsoft.com/office/drawing/2014/main" id="{C738CE1E-EA98-254A-A90F-51A8CAA1A0AA}"/>
                </a:ext>
              </a:extLst>
            </p:cNvPr>
            <p:cNvSpPr/>
            <p:nvPr/>
          </p:nvSpPr>
          <p:spPr>
            <a:xfrm>
              <a:off x="5599281" y="1483761"/>
              <a:ext cx="4917" cy="1639"/>
            </a:xfrm>
            <a:custGeom>
              <a:avLst/>
              <a:gdLst>
                <a:gd name="connsiteX0" fmla="*/ 0 w 4917"/>
                <a:gd name="connsiteY0" fmla="*/ 0 h 1639"/>
                <a:gd name="connsiteX1" fmla="*/ 0 w 4917"/>
                <a:gd name="connsiteY1" fmla="*/ 1639 h 1639"/>
                <a:gd name="connsiteX2" fmla="*/ 4918 w 4917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0" y="0"/>
                  </a:move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88" name="Freeform 4087">
              <a:extLst>
                <a:ext uri="{FF2B5EF4-FFF2-40B4-BE49-F238E27FC236}">
                  <a16:creationId xmlns:a16="http://schemas.microsoft.com/office/drawing/2014/main" id="{4B1BFC6B-1E46-C944-9119-29FD58974EA6}"/>
                </a:ext>
              </a:extLst>
            </p:cNvPr>
            <p:cNvSpPr/>
            <p:nvPr/>
          </p:nvSpPr>
          <p:spPr>
            <a:xfrm>
              <a:off x="5602559" y="1426385"/>
              <a:ext cx="4918" cy="3278"/>
            </a:xfrm>
            <a:custGeom>
              <a:avLst/>
              <a:gdLst>
                <a:gd name="connsiteX0" fmla="*/ 3279 w 4918"/>
                <a:gd name="connsiteY0" fmla="*/ 3279 h 3278"/>
                <a:gd name="connsiteX1" fmla="*/ 4918 w 4918"/>
                <a:gd name="connsiteY1" fmla="*/ 1639 h 3278"/>
                <a:gd name="connsiteX2" fmla="*/ 3279 w 4918"/>
                <a:gd name="connsiteY2" fmla="*/ 0 h 3278"/>
                <a:gd name="connsiteX3" fmla="*/ 0 w 491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3278">
                  <a:moveTo>
                    <a:pt x="3279" y="3279"/>
                  </a:moveTo>
                  <a:lnTo>
                    <a:pt x="4918" y="1639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89" name="Freeform 4088">
              <a:extLst>
                <a:ext uri="{FF2B5EF4-FFF2-40B4-BE49-F238E27FC236}">
                  <a16:creationId xmlns:a16="http://schemas.microsoft.com/office/drawing/2014/main" id="{CA52B055-9B94-9D42-AB1A-1AE579E3EE87}"/>
                </a:ext>
              </a:extLst>
            </p:cNvPr>
            <p:cNvSpPr/>
            <p:nvPr/>
          </p:nvSpPr>
          <p:spPr>
            <a:xfrm>
              <a:off x="5602559" y="1531302"/>
              <a:ext cx="4918" cy="11475"/>
            </a:xfrm>
            <a:custGeom>
              <a:avLst/>
              <a:gdLst>
                <a:gd name="connsiteX0" fmla="*/ 1639 w 4918"/>
                <a:gd name="connsiteY0" fmla="*/ 3279 h 11475"/>
                <a:gd name="connsiteX1" fmla="*/ 0 w 4918"/>
                <a:gd name="connsiteY1" fmla="*/ 8197 h 11475"/>
                <a:gd name="connsiteX2" fmla="*/ 3279 w 4918"/>
                <a:gd name="connsiteY2" fmla="*/ 11475 h 11475"/>
                <a:gd name="connsiteX3" fmla="*/ 4918 w 4918"/>
                <a:gd name="connsiteY3" fmla="*/ 6557 h 11475"/>
                <a:gd name="connsiteX4" fmla="*/ 4918 w 4918"/>
                <a:gd name="connsiteY4" fmla="*/ 4918 h 11475"/>
                <a:gd name="connsiteX5" fmla="*/ 3279 w 4918"/>
                <a:gd name="connsiteY5" fmla="*/ 1639 h 11475"/>
                <a:gd name="connsiteX6" fmla="*/ 1639 w 4918"/>
                <a:gd name="connsiteY6" fmla="*/ 0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18" h="11475">
                  <a:moveTo>
                    <a:pt x="1639" y="3279"/>
                  </a:moveTo>
                  <a:lnTo>
                    <a:pt x="0" y="8197"/>
                  </a:lnTo>
                  <a:lnTo>
                    <a:pt x="3279" y="11475"/>
                  </a:lnTo>
                  <a:lnTo>
                    <a:pt x="4918" y="6557"/>
                  </a:lnTo>
                  <a:lnTo>
                    <a:pt x="4918" y="4918"/>
                  </a:lnTo>
                  <a:lnTo>
                    <a:pt x="3279" y="163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90" name="Freeform 4089">
              <a:extLst>
                <a:ext uri="{FF2B5EF4-FFF2-40B4-BE49-F238E27FC236}">
                  <a16:creationId xmlns:a16="http://schemas.microsoft.com/office/drawing/2014/main" id="{CB3955A8-DEC9-1C46-A116-8E3E15FC7F32}"/>
                </a:ext>
              </a:extLst>
            </p:cNvPr>
            <p:cNvSpPr/>
            <p:nvPr/>
          </p:nvSpPr>
          <p:spPr>
            <a:xfrm>
              <a:off x="5602559" y="1514909"/>
              <a:ext cx="6557" cy="8196"/>
            </a:xfrm>
            <a:custGeom>
              <a:avLst/>
              <a:gdLst>
                <a:gd name="connsiteX0" fmla="*/ 3279 w 6557"/>
                <a:gd name="connsiteY0" fmla="*/ 0 h 8196"/>
                <a:gd name="connsiteX1" fmla="*/ 0 w 6557"/>
                <a:gd name="connsiteY1" fmla="*/ 1639 h 8196"/>
                <a:gd name="connsiteX2" fmla="*/ 1639 w 6557"/>
                <a:gd name="connsiteY2" fmla="*/ 4918 h 8196"/>
                <a:gd name="connsiteX3" fmla="*/ 0 w 6557"/>
                <a:gd name="connsiteY3" fmla="*/ 8197 h 8196"/>
                <a:gd name="connsiteX4" fmla="*/ 3279 w 6557"/>
                <a:gd name="connsiteY4" fmla="*/ 4918 h 8196"/>
                <a:gd name="connsiteX5" fmla="*/ 6557 w 6557"/>
                <a:gd name="connsiteY5" fmla="*/ 6557 h 8196"/>
                <a:gd name="connsiteX6" fmla="*/ 4918 w 6557"/>
                <a:gd name="connsiteY6" fmla="*/ 163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57" h="8196">
                  <a:moveTo>
                    <a:pt x="3279" y="0"/>
                  </a:moveTo>
                  <a:lnTo>
                    <a:pt x="0" y="1639"/>
                  </a:lnTo>
                  <a:lnTo>
                    <a:pt x="1639" y="4918"/>
                  </a:lnTo>
                  <a:lnTo>
                    <a:pt x="0" y="8197"/>
                  </a:lnTo>
                  <a:lnTo>
                    <a:pt x="3279" y="4918"/>
                  </a:lnTo>
                  <a:lnTo>
                    <a:pt x="6557" y="6557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91" name="Freeform 4090">
              <a:extLst>
                <a:ext uri="{FF2B5EF4-FFF2-40B4-BE49-F238E27FC236}">
                  <a16:creationId xmlns:a16="http://schemas.microsoft.com/office/drawing/2014/main" id="{B1E1CFE2-6C8B-954A-A948-B8E4FFDF634F}"/>
                </a:ext>
              </a:extLst>
            </p:cNvPr>
            <p:cNvSpPr/>
            <p:nvPr/>
          </p:nvSpPr>
          <p:spPr>
            <a:xfrm>
              <a:off x="5607477" y="1509991"/>
              <a:ext cx="8196" cy="8196"/>
            </a:xfrm>
            <a:custGeom>
              <a:avLst/>
              <a:gdLst>
                <a:gd name="connsiteX0" fmla="*/ 1639 w 8196"/>
                <a:gd name="connsiteY0" fmla="*/ 0 h 8196"/>
                <a:gd name="connsiteX1" fmla="*/ 0 w 8196"/>
                <a:gd name="connsiteY1" fmla="*/ 3279 h 8196"/>
                <a:gd name="connsiteX2" fmla="*/ 3278 w 8196"/>
                <a:gd name="connsiteY2" fmla="*/ 8197 h 8196"/>
                <a:gd name="connsiteX3" fmla="*/ 4918 w 8196"/>
                <a:gd name="connsiteY3" fmla="*/ 8197 h 8196"/>
                <a:gd name="connsiteX4" fmla="*/ 8197 w 8196"/>
                <a:gd name="connsiteY4" fmla="*/ 4918 h 8196"/>
                <a:gd name="connsiteX5" fmla="*/ 4918 w 8196"/>
                <a:gd name="connsiteY5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8196">
                  <a:moveTo>
                    <a:pt x="1639" y="0"/>
                  </a:moveTo>
                  <a:lnTo>
                    <a:pt x="0" y="3279"/>
                  </a:lnTo>
                  <a:lnTo>
                    <a:pt x="3278" y="8197"/>
                  </a:lnTo>
                  <a:lnTo>
                    <a:pt x="4918" y="8197"/>
                  </a:lnTo>
                  <a:lnTo>
                    <a:pt x="8197" y="4918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92" name="Freeform 4091">
              <a:extLst>
                <a:ext uri="{FF2B5EF4-FFF2-40B4-BE49-F238E27FC236}">
                  <a16:creationId xmlns:a16="http://schemas.microsoft.com/office/drawing/2014/main" id="{A929F7D7-71C9-CE47-AF60-24848A532145}"/>
                </a:ext>
              </a:extLst>
            </p:cNvPr>
            <p:cNvSpPr/>
            <p:nvPr/>
          </p:nvSpPr>
          <p:spPr>
            <a:xfrm>
              <a:off x="5607477" y="1534581"/>
              <a:ext cx="1638" cy="1639"/>
            </a:xfrm>
            <a:custGeom>
              <a:avLst/>
              <a:gdLst>
                <a:gd name="connsiteX0" fmla="*/ 0 w 1638"/>
                <a:gd name="connsiteY0" fmla="*/ 1639 h 1639"/>
                <a:gd name="connsiteX1" fmla="*/ 1639 w 1638"/>
                <a:gd name="connsiteY1" fmla="*/ 1639 h 1639"/>
                <a:gd name="connsiteX2" fmla="*/ 0 w 163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1639">
                  <a:moveTo>
                    <a:pt x="0" y="1639"/>
                  </a:moveTo>
                  <a:lnTo>
                    <a:pt x="163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93" name="Freeform 4092">
              <a:extLst>
                <a:ext uri="{FF2B5EF4-FFF2-40B4-BE49-F238E27FC236}">
                  <a16:creationId xmlns:a16="http://schemas.microsoft.com/office/drawing/2014/main" id="{6C691801-F002-314C-B0DC-6E9E588BDFA7}"/>
                </a:ext>
              </a:extLst>
            </p:cNvPr>
            <p:cNvSpPr/>
            <p:nvPr/>
          </p:nvSpPr>
          <p:spPr>
            <a:xfrm>
              <a:off x="5610756" y="1505073"/>
              <a:ext cx="9836" cy="6557"/>
            </a:xfrm>
            <a:custGeom>
              <a:avLst/>
              <a:gdLst>
                <a:gd name="connsiteX0" fmla="*/ 3279 w 9836"/>
                <a:gd name="connsiteY0" fmla="*/ 3279 h 6557"/>
                <a:gd name="connsiteX1" fmla="*/ 0 w 9836"/>
                <a:gd name="connsiteY1" fmla="*/ 3279 h 6557"/>
                <a:gd name="connsiteX2" fmla="*/ 3279 w 9836"/>
                <a:gd name="connsiteY2" fmla="*/ 4918 h 6557"/>
                <a:gd name="connsiteX3" fmla="*/ 6557 w 9836"/>
                <a:gd name="connsiteY3" fmla="*/ 6557 h 6557"/>
                <a:gd name="connsiteX4" fmla="*/ 9836 w 9836"/>
                <a:gd name="connsiteY4" fmla="*/ 3279 h 6557"/>
                <a:gd name="connsiteX5" fmla="*/ 6557 w 9836"/>
                <a:gd name="connsiteY5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6" h="6557">
                  <a:moveTo>
                    <a:pt x="3279" y="3279"/>
                  </a:moveTo>
                  <a:lnTo>
                    <a:pt x="0" y="3279"/>
                  </a:lnTo>
                  <a:lnTo>
                    <a:pt x="3279" y="4918"/>
                  </a:lnTo>
                  <a:lnTo>
                    <a:pt x="6557" y="6557"/>
                  </a:lnTo>
                  <a:lnTo>
                    <a:pt x="9836" y="3279"/>
                  </a:lnTo>
                  <a:lnTo>
                    <a:pt x="65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94" name="Freeform 4093">
              <a:extLst>
                <a:ext uri="{FF2B5EF4-FFF2-40B4-BE49-F238E27FC236}">
                  <a16:creationId xmlns:a16="http://schemas.microsoft.com/office/drawing/2014/main" id="{BE236796-5197-644D-AB4F-C8E946E820F9}"/>
                </a:ext>
              </a:extLst>
            </p:cNvPr>
            <p:cNvSpPr/>
            <p:nvPr/>
          </p:nvSpPr>
          <p:spPr>
            <a:xfrm>
              <a:off x="5618952" y="1414909"/>
              <a:ext cx="8196" cy="4917"/>
            </a:xfrm>
            <a:custGeom>
              <a:avLst/>
              <a:gdLst>
                <a:gd name="connsiteX0" fmla="*/ 8197 w 8196"/>
                <a:gd name="connsiteY0" fmla="*/ 1639 h 4917"/>
                <a:gd name="connsiteX1" fmla="*/ 4918 w 8196"/>
                <a:gd name="connsiteY1" fmla="*/ 0 h 4917"/>
                <a:gd name="connsiteX2" fmla="*/ 0 w 8196"/>
                <a:gd name="connsiteY2" fmla="*/ 0 h 4917"/>
                <a:gd name="connsiteX3" fmla="*/ 1639 w 8196"/>
                <a:gd name="connsiteY3" fmla="*/ 4918 h 4917"/>
                <a:gd name="connsiteX4" fmla="*/ 4918 w 8196"/>
                <a:gd name="connsiteY4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7">
                  <a:moveTo>
                    <a:pt x="8197" y="1639"/>
                  </a:moveTo>
                  <a:lnTo>
                    <a:pt x="4918" y="0"/>
                  </a:lnTo>
                  <a:lnTo>
                    <a:pt x="0" y="0"/>
                  </a:lnTo>
                  <a:lnTo>
                    <a:pt x="1639" y="4918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95" name="Freeform 4094">
              <a:extLst>
                <a:ext uri="{FF2B5EF4-FFF2-40B4-BE49-F238E27FC236}">
                  <a16:creationId xmlns:a16="http://schemas.microsoft.com/office/drawing/2014/main" id="{B49AEE19-CA27-E446-904C-3DE1B278C2B6}"/>
                </a:ext>
              </a:extLst>
            </p:cNvPr>
            <p:cNvSpPr/>
            <p:nvPr/>
          </p:nvSpPr>
          <p:spPr>
            <a:xfrm>
              <a:off x="5628789" y="1411630"/>
              <a:ext cx="4917" cy="6557"/>
            </a:xfrm>
            <a:custGeom>
              <a:avLst/>
              <a:gdLst>
                <a:gd name="connsiteX0" fmla="*/ 4918 w 4917"/>
                <a:gd name="connsiteY0" fmla="*/ 0 h 6557"/>
                <a:gd name="connsiteX1" fmla="*/ 1639 w 4917"/>
                <a:gd name="connsiteY1" fmla="*/ 0 h 6557"/>
                <a:gd name="connsiteX2" fmla="*/ 0 w 4917"/>
                <a:gd name="connsiteY2" fmla="*/ 3279 h 6557"/>
                <a:gd name="connsiteX3" fmla="*/ 0 w 4917"/>
                <a:gd name="connsiteY3" fmla="*/ 6557 h 6557"/>
                <a:gd name="connsiteX4" fmla="*/ 3279 w 4917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6557">
                  <a:moveTo>
                    <a:pt x="4918" y="0"/>
                  </a:moveTo>
                  <a:lnTo>
                    <a:pt x="1639" y="0"/>
                  </a:lnTo>
                  <a:lnTo>
                    <a:pt x="0" y="3279"/>
                  </a:lnTo>
                  <a:lnTo>
                    <a:pt x="0" y="6557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96" name="Freeform 4095">
              <a:extLst>
                <a:ext uri="{FF2B5EF4-FFF2-40B4-BE49-F238E27FC236}">
                  <a16:creationId xmlns:a16="http://schemas.microsoft.com/office/drawing/2014/main" id="{B5B01462-299D-634B-AB26-5AED3C2C48DB}"/>
                </a:ext>
              </a:extLst>
            </p:cNvPr>
            <p:cNvSpPr/>
            <p:nvPr/>
          </p:nvSpPr>
          <p:spPr>
            <a:xfrm>
              <a:off x="5636985" y="1408352"/>
              <a:ext cx="3278" cy="16393"/>
            </a:xfrm>
            <a:custGeom>
              <a:avLst/>
              <a:gdLst>
                <a:gd name="connsiteX0" fmla="*/ 3279 w 3278"/>
                <a:gd name="connsiteY0" fmla="*/ 0 h 16393"/>
                <a:gd name="connsiteX1" fmla="*/ 3279 w 3278"/>
                <a:gd name="connsiteY1" fmla="*/ 0 h 16393"/>
                <a:gd name="connsiteX2" fmla="*/ 0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3279" y="0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97" name="Freeform 4096">
              <a:extLst>
                <a:ext uri="{FF2B5EF4-FFF2-40B4-BE49-F238E27FC236}">
                  <a16:creationId xmlns:a16="http://schemas.microsoft.com/office/drawing/2014/main" id="{B9675139-BAA8-D84C-89A7-C277C55A45C0}"/>
                </a:ext>
              </a:extLst>
            </p:cNvPr>
            <p:cNvSpPr/>
            <p:nvPr/>
          </p:nvSpPr>
          <p:spPr>
            <a:xfrm>
              <a:off x="5638625" y="1409991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3278 w 3278"/>
                <a:gd name="connsiteY1" fmla="*/ 1639 h 1639"/>
                <a:gd name="connsiteX2" fmla="*/ 3278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3278" y="1639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98" name="Freeform 4097">
              <a:extLst>
                <a:ext uri="{FF2B5EF4-FFF2-40B4-BE49-F238E27FC236}">
                  <a16:creationId xmlns:a16="http://schemas.microsoft.com/office/drawing/2014/main" id="{A74DE325-57E1-E042-8F23-EE9FE7AA22DD}"/>
                </a:ext>
              </a:extLst>
            </p:cNvPr>
            <p:cNvSpPr/>
            <p:nvPr/>
          </p:nvSpPr>
          <p:spPr>
            <a:xfrm>
              <a:off x="5655018" y="1398516"/>
              <a:ext cx="4917" cy="1639"/>
            </a:xfrm>
            <a:custGeom>
              <a:avLst/>
              <a:gdLst>
                <a:gd name="connsiteX0" fmla="*/ 3278 w 4917"/>
                <a:gd name="connsiteY0" fmla="*/ 0 h 1639"/>
                <a:gd name="connsiteX1" fmla="*/ 0 w 4917"/>
                <a:gd name="connsiteY1" fmla="*/ 0 h 1639"/>
                <a:gd name="connsiteX2" fmla="*/ 4918 w 4917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3278" y="0"/>
                  </a:moveTo>
                  <a:lnTo>
                    <a:pt x="0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99" name="Freeform 4098">
              <a:extLst>
                <a:ext uri="{FF2B5EF4-FFF2-40B4-BE49-F238E27FC236}">
                  <a16:creationId xmlns:a16="http://schemas.microsoft.com/office/drawing/2014/main" id="{31B36D13-E54F-EA43-97D2-899BCB4F062F}"/>
                </a:ext>
              </a:extLst>
            </p:cNvPr>
            <p:cNvSpPr/>
            <p:nvPr/>
          </p:nvSpPr>
          <p:spPr>
            <a:xfrm>
              <a:off x="5658296" y="1393598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0 w 3278"/>
                <a:gd name="connsiteY1" fmla="*/ 0 h 1639"/>
                <a:gd name="connsiteX2" fmla="*/ 3279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00" name="Freeform 4099">
              <a:extLst>
                <a:ext uri="{FF2B5EF4-FFF2-40B4-BE49-F238E27FC236}">
                  <a16:creationId xmlns:a16="http://schemas.microsoft.com/office/drawing/2014/main" id="{B920A77C-6070-1B42-93E1-871A5A40FF89}"/>
                </a:ext>
              </a:extLst>
            </p:cNvPr>
            <p:cNvSpPr/>
            <p:nvPr/>
          </p:nvSpPr>
          <p:spPr>
            <a:xfrm>
              <a:off x="5677969" y="1383762"/>
              <a:ext cx="6557" cy="6557"/>
            </a:xfrm>
            <a:custGeom>
              <a:avLst/>
              <a:gdLst>
                <a:gd name="connsiteX0" fmla="*/ 3279 w 6557"/>
                <a:gd name="connsiteY0" fmla="*/ 6557 h 6557"/>
                <a:gd name="connsiteX1" fmla="*/ 6557 w 6557"/>
                <a:gd name="connsiteY1" fmla="*/ 3279 h 6557"/>
                <a:gd name="connsiteX2" fmla="*/ 3279 w 6557"/>
                <a:gd name="connsiteY2" fmla="*/ 0 h 6557"/>
                <a:gd name="connsiteX3" fmla="*/ 3279 w 6557"/>
                <a:gd name="connsiteY3" fmla="*/ 3279 h 6557"/>
                <a:gd name="connsiteX4" fmla="*/ 0 w 6557"/>
                <a:gd name="connsiteY4" fmla="*/ 1639 h 6557"/>
                <a:gd name="connsiteX5" fmla="*/ 0 w 6557"/>
                <a:gd name="connsiteY5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6557">
                  <a:moveTo>
                    <a:pt x="3279" y="6557"/>
                  </a:moveTo>
                  <a:lnTo>
                    <a:pt x="6557" y="3279"/>
                  </a:lnTo>
                  <a:lnTo>
                    <a:pt x="3279" y="0"/>
                  </a:lnTo>
                  <a:lnTo>
                    <a:pt x="3279" y="3279"/>
                  </a:lnTo>
                  <a:lnTo>
                    <a:pt x="0" y="1639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01" name="Freeform 4100">
              <a:extLst>
                <a:ext uri="{FF2B5EF4-FFF2-40B4-BE49-F238E27FC236}">
                  <a16:creationId xmlns:a16="http://schemas.microsoft.com/office/drawing/2014/main" id="{B8A0EE5A-A543-F74A-A371-ABB64A561CF8}"/>
                </a:ext>
              </a:extLst>
            </p:cNvPr>
            <p:cNvSpPr/>
            <p:nvPr/>
          </p:nvSpPr>
          <p:spPr>
            <a:xfrm>
              <a:off x="5684526" y="1382123"/>
              <a:ext cx="3278" cy="4917"/>
            </a:xfrm>
            <a:custGeom>
              <a:avLst/>
              <a:gdLst>
                <a:gd name="connsiteX0" fmla="*/ 0 w 3278"/>
                <a:gd name="connsiteY0" fmla="*/ 1639 h 4917"/>
                <a:gd name="connsiteX1" fmla="*/ 3279 w 3278"/>
                <a:gd name="connsiteY1" fmla="*/ 1639 h 4917"/>
                <a:gd name="connsiteX2" fmla="*/ 1639 w 3278"/>
                <a:gd name="connsiteY2" fmla="*/ 4918 h 4917"/>
                <a:gd name="connsiteX3" fmla="*/ 3279 w 3278"/>
                <a:gd name="connsiteY3" fmla="*/ 4918 h 4917"/>
                <a:gd name="connsiteX4" fmla="*/ 3279 w 3278"/>
                <a:gd name="connsiteY4" fmla="*/ 1639 h 4917"/>
                <a:gd name="connsiteX5" fmla="*/ 0 w 3278"/>
                <a:gd name="connsiteY5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8" h="4917">
                  <a:moveTo>
                    <a:pt x="0" y="1639"/>
                  </a:moveTo>
                  <a:lnTo>
                    <a:pt x="3279" y="1639"/>
                  </a:lnTo>
                  <a:lnTo>
                    <a:pt x="1639" y="4918"/>
                  </a:lnTo>
                  <a:lnTo>
                    <a:pt x="3279" y="4918"/>
                  </a:lnTo>
                  <a:lnTo>
                    <a:pt x="3279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02" name="Freeform 4101">
              <a:extLst>
                <a:ext uri="{FF2B5EF4-FFF2-40B4-BE49-F238E27FC236}">
                  <a16:creationId xmlns:a16="http://schemas.microsoft.com/office/drawing/2014/main" id="{A375D2EF-C513-6E4A-B709-8612784291B7}"/>
                </a:ext>
              </a:extLst>
            </p:cNvPr>
            <p:cNvSpPr/>
            <p:nvPr/>
          </p:nvSpPr>
          <p:spPr>
            <a:xfrm>
              <a:off x="5687805" y="1370647"/>
              <a:ext cx="11475" cy="4918"/>
            </a:xfrm>
            <a:custGeom>
              <a:avLst/>
              <a:gdLst>
                <a:gd name="connsiteX0" fmla="*/ 11475 w 11475"/>
                <a:gd name="connsiteY0" fmla="*/ 3279 h 4918"/>
                <a:gd name="connsiteX1" fmla="*/ 11475 w 11475"/>
                <a:gd name="connsiteY1" fmla="*/ 1639 h 4918"/>
                <a:gd name="connsiteX2" fmla="*/ 8197 w 11475"/>
                <a:gd name="connsiteY2" fmla="*/ 0 h 4918"/>
                <a:gd name="connsiteX3" fmla="*/ 3278 w 11475"/>
                <a:gd name="connsiteY3" fmla="*/ 0 h 4918"/>
                <a:gd name="connsiteX4" fmla="*/ 0 w 11475"/>
                <a:gd name="connsiteY4" fmla="*/ 3279 h 4918"/>
                <a:gd name="connsiteX5" fmla="*/ 3278 w 11475"/>
                <a:gd name="connsiteY5" fmla="*/ 3279 h 4918"/>
                <a:gd name="connsiteX6" fmla="*/ 8197 w 11475"/>
                <a:gd name="connsiteY6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4918">
                  <a:moveTo>
                    <a:pt x="11475" y="3279"/>
                  </a:moveTo>
                  <a:lnTo>
                    <a:pt x="11475" y="1639"/>
                  </a:lnTo>
                  <a:lnTo>
                    <a:pt x="8197" y="0"/>
                  </a:lnTo>
                  <a:lnTo>
                    <a:pt x="3278" y="0"/>
                  </a:lnTo>
                  <a:lnTo>
                    <a:pt x="0" y="3279"/>
                  </a:lnTo>
                  <a:lnTo>
                    <a:pt x="3278" y="3279"/>
                  </a:lnTo>
                  <a:lnTo>
                    <a:pt x="819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03" name="Freeform 4102">
              <a:extLst>
                <a:ext uri="{FF2B5EF4-FFF2-40B4-BE49-F238E27FC236}">
                  <a16:creationId xmlns:a16="http://schemas.microsoft.com/office/drawing/2014/main" id="{1E829512-62B8-B148-B5AB-635096769282}"/>
                </a:ext>
              </a:extLst>
            </p:cNvPr>
            <p:cNvSpPr/>
            <p:nvPr/>
          </p:nvSpPr>
          <p:spPr>
            <a:xfrm>
              <a:off x="5691083" y="1378844"/>
              <a:ext cx="8196" cy="3278"/>
            </a:xfrm>
            <a:custGeom>
              <a:avLst/>
              <a:gdLst>
                <a:gd name="connsiteX0" fmla="*/ 4918 w 8196"/>
                <a:gd name="connsiteY0" fmla="*/ 3279 h 3278"/>
                <a:gd name="connsiteX1" fmla="*/ 8197 w 8196"/>
                <a:gd name="connsiteY1" fmla="*/ 3279 h 3278"/>
                <a:gd name="connsiteX2" fmla="*/ 4918 w 8196"/>
                <a:gd name="connsiteY2" fmla="*/ 0 h 3278"/>
                <a:gd name="connsiteX3" fmla="*/ 0 w 8196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4918" y="3279"/>
                  </a:moveTo>
                  <a:lnTo>
                    <a:pt x="8197" y="3279"/>
                  </a:lnTo>
                  <a:lnTo>
                    <a:pt x="491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04" name="Freeform 4103">
              <a:extLst>
                <a:ext uri="{FF2B5EF4-FFF2-40B4-BE49-F238E27FC236}">
                  <a16:creationId xmlns:a16="http://schemas.microsoft.com/office/drawing/2014/main" id="{DB817777-8D78-B147-9397-979F9CD3E676}"/>
                </a:ext>
              </a:extLst>
            </p:cNvPr>
            <p:cNvSpPr/>
            <p:nvPr/>
          </p:nvSpPr>
          <p:spPr>
            <a:xfrm>
              <a:off x="5696001" y="1375565"/>
              <a:ext cx="4917" cy="1639"/>
            </a:xfrm>
            <a:custGeom>
              <a:avLst/>
              <a:gdLst>
                <a:gd name="connsiteX0" fmla="*/ 4918 w 4917"/>
                <a:gd name="connsiteY0" fmla="*/ 0 h 1639"/>
                <a:gd name="connsiteX1" fmla="*/ 0 w 4917"/>
                <a:gd name="connsiteY1" fmla="*/ 1639 h 1639"/>
                <a:gd name="connsiteX2" fmla="*/ 4918 w 4917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4918" y="0"/>
                  </a:move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05" name="Freeform 4104">
              <a:extLst>
                <a:ext uri="{FF2B5EF4-FFF2-40B4-BE49-F238E27FC236}">
                  <a16:creationId xmlns:a16="http://schemas.microsoft.com/office/drawing/2014/main" id="{A2DA786F-39FD-7744-95BE-D73767F28690}"/>
                </a:ext>
              </a:extLst>
            </p:cNvPr>
            <p:cNvSpPr/>
            <p:nvPr/>
          </p:nvSpPr>
          <p:spPr>
            <a:xfrm>
              <a:off x="5702559" y="1377204"/>
              <a:ext cx="6557" cy="4918"/>
            </a:xfrm>
            <a:custGeom>
              <a:avLst/>
              <a:gdLst>
                <a:gd name="connsiteX0" fmla="*/ 0 w 6557"/>
                <a:gd name="connsiteY0" fmla="*/ 3279 h 4918"/>
                <a:gd name="connsiteX1" fmla="*/ 3279 w 6557"/>
                <a:gd name="connsiteY1" fmla="*/ 4918 h 4918"/>
                <a:gd name="connsiteX2" fmla="*/ 6557 w 6557"/>
                <a:gd name="connsiteY2" fmla="*/ 3279 h 4918"/>
                <a:gd name="connsiteX3" fmla="*/ 4918 w 6557"/>
                <a:gd name="connsiteY3" fmla="*/ 0 h 4918"/>
                <a:gd name="connsiteX4" fmla="*/ 1639 w 6557"/>
                <a:gd name="connsiteY4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8">
                  <a:moveTo>
                    <a:pt x="0" y="3279"/>
                  </a:moveTo>
                  <a:lnTo>
                    <a:pt x="3279" y="4918"/>
                  </a:lnTo>
                  <a:lnTo>
                    <a:pt x="6557" y="3279"/>
                  </a:lnTo>
                  <a:lnTo>
                    <a:pt x="4918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06" name="Freeform 4105">
              <a:extLst>
                <a:ext uri="{FF2B5EF4-FFF2-40B4-BE49-F238E27FC236}">
                  <a16:creationId xmlns:a16="http://schemas.microsoft.com/office/drawing/2014/main" id="{636CC6D2-450F-744C-9658-288F808DF7FB}"/>
                </a:ext>
              </a:extLst>
            </p:cNvPr>
            <p:cNvSpPr/>
            <p:nvPr/>
          </p:nvSpPr>
          <p:spPr>
            <a:xfrm>
              <a:off x="5702559" y="1362450"/>
              <a:ext cx="24590" cy="8196"/>
            </a:xfrm>
            <a:custGeom>
              <a:avLst/>
              <a:gdLst>
                <a:gd name="connsiteX0" fmla="*/ 0 w 24590"/>
                <a:gd name="connsiteY0" fmla="*/ 6557 h 8196"/>
                <a:gd name="connsiteX1" fmla="*/ 1639 w 24590"/>
                <a:gd name="connsiteY1" fmla="*/ 8197 h 8196"/>
                <a:gd name="connsiteX2" fmla="*/ 4918 w 24590"/>
                <a:gd name="connsiteY2" fmla="*/ 8197 h 8196"/>
                <a:gd name="connsiteX3" fmla="*/ 9836 w 24590"/>
                <a:gd name="connsiteY3" fmla="*/ 8197 h 8196"/>
                <a:gd name="connsiteX4" fmla="*/ 13114 w 24590"/>
                <a:gd name="connsiteY4" fmla="*/ 6557 h 8196"/>
                <a:gd name="connsiteX5" fmla="*/ 18033 w 24590"/>
                <a:gd name="connsiteY5" fmla="*/ 6557 h 8196"/>
                <a:gd name="connsiteX6" fmla="*/ 21311 w 24590"/>
                <a:gd name="connsiteY6" fmla="*/ 4918 h 8196"/>
                <a:gd name="connsiteX7" fmla="*/ 24590 w 24590"/>
                <a:gd name="connsiteY7" fmla="*/ 1639 h 8196"/>
                <a:gd name="connsiteX8" fmla="*/ 19672 w 24590"/>
                <a:gd name="connsiteY8" fmla="*/ 0 h 8196"/>
                <a:gd name="connsiteX9" fmla="*/ 16393 w 24590"/>
                <a:gd name="connsiteY9" fmla="*/ 0 h 8196"/>
                <a:gd name="connsiteX10" fmla="*/ 11476 w 24590"/>
                <a:gd name="connsiteY10" fmla="*/ 1639 h 8196"/>
                <a:gd name="connsiteX11" fmla="*/ 8197 w 24590"/>
                <a:gd name="connsiteY11" fmla="*/ 3279 h 8196"/>
                <a:gd name="connsiteX12" fmla="*/ 11476 w 24590"/>
                <a:gd name="connsiteY12" fmla="*/ 3279 h 8196"/>
                <a:gd name="connsiteX13" fmla="*/ 8197 w 24590"/>
                <a:gd name="connsiteY13" fmla="*/ 3279 h 8196"/>
                <a:gd name="connsiteX14" fmla="*/ 4918 w 24590"/>
                <a:gd name="connsiteY14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590" h="8196">
                  <a:moveTo>
                    <a:pt x="0" y="6557"/>
                  </a:moveTo>
                  <a:lnTo>
                    <a:pt x="1639" y="8197"/>
                  </a:lnTo>
                  <a:lnTo>
                    <a:pt x="4918" y="8197"/>
                  </a:lnTo>
                  <a:lnTo>
                    <a:pt x="9836" y="8197"/>
                  </a:lnTo>
                  <a:lnTo>
                    <a:pt x="13114" y="6557"/>
                  </a:lnTo>
                  <a:lnTo>
                    <a:pt x="18033" y="6557"/>
                  </a:lnTo>
                  <a:lnTo>
                    <a:pt x="21311" y="4918"/>
                  </a:lnTo>
                  <a:lnTo>
                    <a:pt x="24590" y="1639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1476" y="1639"/>
                  </a:lnTo>
                  <a:lnTo>
                    <a:pt x="8197" y="3279"/>
                  </a:lnTo>
                  <a:lnTo>
                    <a:pt x="11476" y="3279"/>
                  </a:lnTo>
                  <a:lnTo>
                    <a:pt x="8197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07" name="Freeform 4106">
              <a:extLst>
                <a:ext uri="{FF2B5EF4-FFF2-40B4-BE49-F238E27FC236}">
                  <a16:creationId xmlns:a16="http://schemas.microsoft.com/office/drawing/2014/main" id="{32BB2AEE-8911-9F4F-A395-A9FCC9FA182B}"/>
                </a:ext>
              </a:extLst>
            </p:cNvPr>
            <p:cNvSpPr/>
            <p:nvPr/>
          </p:nvSpPr>
          <p:spPr>
            <a:xfrm>
              <a:off x="5704198" y="1357532"/>
              <a:ext cx="14753" cy="4917"/>
            </a:xfrm>
            <a:custGeom>
              <a:avLst/>
              <a:gdLst>
                <a:gd name="connsiteX0" fmla="*/ 14754 w 14753"/>
                <a:gd name="connsiteY0" fmla="*/ 1639 h 4917"/>
                <a:gd name="connsiteX1" fmla="*/ 11475 w 14753"/>
                <a:gd name="connsiteY1" fmla="*/ 0 h 4917"/>
                <a:gd name="connsiteX2" fmla="*/ 6557 w 14753"/>
                <a:gd name="connsiteY2" fmla="*/ 1639 h 4917"/>
                <a:gd name="connsiteX3" fmla="*/ 3278 w 14753"/>
                <a:gd name="connsiteY3" fmla="*/ 3279 h 4917"/>
                <a:gd name="connsiteX4" fmla="*/ 0 w 14753"/>
                <a:gd name="connsiteY4" fmla="*/ 3279 h 4917"/>
                <a:gd name="connsiteX5" fmla="*/ 3278 w 14753"/>
                <a:gd name="connsiteY5" fmla="*/ 3279 h 4917"/>
                <a:gd name="connsiteX6" fmla="*/ 8197 w 14753"/>
                <a:gd name="connsiteY6" fmla="*/ 4918 h 4917"/>
                <a:gd name="connsiteX7" fmla="*/ 11475 w 14753"/>
                <a:gd name="connsiteY7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3" h="4917">
                  <a:moveTo>
                    <a:pt x="14754" y="1639"/>
                  </a:moveTo>
                  <a:lnTo>
                    <a:pt x="11475" y="0"/>
                  </a:lnTo>
                  <a:lnTo>
                    <a:pt x="6557" y="1639"/>
                  </a:lnTo>
                  <a:lnTo>
                    <a:pt x="3278" y="3279"/>
                  </a:lnTo>
                  <a:lnTo>
                    <a:pt x="0" y="3279"/>
                  </a:lnTo>
                  <a:lnTo>
                    <a:pt x="3278" y="3279"/>
                  </a:lnTo>
                  <a:lnTo>
                    <a:pt x="8197" y="4918"/>
                  </a:lnTo>
                  <a:lnTo>
                    <a:pt x="11475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08" name="Freeform 4107">
              <a:extLst>
                <a:ext uri="{FF2B5EF4-FFF2-40B4-BE49-F238E27FC236}">
                  <a16:creationId xmlns:a16="http://schemas.microsoft.com/office/drawing/2014/main" id="{0AF0B586-1DBD-AB4D-85D4-8B96272534EF}"/>
                </a:ext>
              </a:extLst>
            </p:cNvPr>
            <p:cNvSpPr/>
            <p:nvPr/>
          </p:nvSpPr>
          <p:spPr>
            <a:xfrm>
              <a:off x="5707476" y="1372286"/>
              <a:ext cx="4918" cy="3278"/>
            </a:xfrm>
            <a:custGeom>
              <a:avLst/>
              <a:gdLst>
                <a:gd name="connsiteX0" fmla="*/ 4918 w 4918"/>
                <a:gd name="connsiteY0" fmla="*/ 0 h 3278"/>
                <a:gd name="connsiteX1" fmla="*/ 0 w 4918"/>
                <a:gd name="connsiteY1" fmla="*/ 0 h 3278"/>
                <a:gd name="connsiteX2" fmla="*/ 4918 w 491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4918" y="0"/>
                  </a:moveTo>
                  <a:lnTo>
                    <a:pt x="0" y="0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09" name="Freeform 4108">
              <a:extLst>
                <a:ext uri="{FF2B5EF4-FFF2-40B4-BE49-F238E27FC236}">
                  <a16:creationId xmlns:a16="http://schemas.microsoft.com/office/drawing/2014/main" id="{C60EA72C-38F6-044C-BD93-E7A5592601C4}"/>
                </a:ext>
              </a:extLst>
            </p:cNvPr>
            <p:cNvSpPr/>
            <p:nvPr/>
          </p:nvSpPr>
          <p:spPr>
            <a:xfrm>
              <a:off x="5764853" y="814912"/>
              <a:ext cx="40983" cy="21311"/>
            </a:xfrm>
            <a:custGeom>
              <a:avLst/>
              <a:gdLst>
                <a:gd name="connsiteX0" fmla="*/ 37705 w 40983"/>
                <a:gd name="connsiteY0" fmla="*/ 18033 h 21311"/>
                <a:gd name="connsiteX1" fmla="*/ 34426 w 40983"/>
                <a:gd name="connsiteY1" fmla="*/ 14754 h 21311"/>
                <a:gd name="connsiteX2" fmla="*/ 31148 w 40983"/>
                <a:gd name="connsiteY2" fmla="*/ 13115 h 21311"/>
                <a:gd name="connsiteX3" fmla="*/ 26229 w 40983"/>
                <a:gd name="connsiteY3" fmla="*/ 13115 h 21311"/>
                <a:gd name="connsiteX4" fmla="*/ 22951 w 40983"/>
                <a:gd name="connsiteY4" fmla="*/ 9836 h 21311"/>
                <a:gd name="connsiteX5" fmla="*/ 19672 w 40983"/>
                <a:gd name="connsiteY5" fmla="*/ 9836 h 21311"/>
                <a:gd name="connsiteX6" fmla="*/ 14754 w 40983"/>
                <a:gd name="connsiteY6" fmla="*/ 6557 h 21311"/>
                <a:gd name="connsiteX7" fmla="*/ 13115 w 40983"/>
                <a:gd name="connsiteY7" fmla="*/ 3279 h 21311"/>
                <a:gd name="connsiteX8" fmla="*/ 9836 w 40983"/>
                <a:gd name="connsiteY8" fmla="*/ 0 h 21311"/>
                <a:gd name="connsiteX9" fmla="*/ 4918 w 40983"/>
                <a:gd name="connsiteY9" fmla="*/ 0 h 21311"/>
                <a:gd name="connsiteX10" fmla="*/ 0 w 40983"/>
                <a:gd name="connsiteY10" fmla="*/ 0 h 21311"/>
                <a:gd name="connsiteX11" fmla="*/ 3279 w 40983"/>
                <a:gd name="connsiteY11" fmla="*/ 3279 h 21311"/>
                <a:gd name="connsiteX12" fmla="*/ 6558 w 40983"/>
                <a:gd name="connsiteY12" fmla="*/ 6557 h 21311"/>
                <a:gd name="connsiteX13" fmla="*/ 9836 w 40983"/>
                <a:gd name="connsiteY13" fmla="*/ 9836 h 21311"/>
                <a:gd name="connsiteX14" fmla="*/ 13115 w 40983"/>
                <a:gd name="connsiteY14" fmla="*/ 13115 h 21311"/>
                <a:gd name="connsiteX15" fmla="*/ 16393 w 40983"/>
                <a:gd name="connsiteY15" fmla="*/ 13115 h 21311"/>
                <a:gd name="connsiteX16" fmla="*/ 21312 w 40983"/>
                <a:gd name="connsiteY16" fmla="*/ 13115 h 21311"/>
                <a:gd name="connsiteX17" fmla="*/ 24590 w 40983"/>
                <a:gd name="connsiteY17" fmla="*/ 14754 h 21311"/>
                <a:gd name="connsiteX18" fmla="*/ 29508 w 40983"/>
                <a:gd name="connsiteY18" fmla="*/ 16393 h 21311"/>
                <a:gd name="connsiteX19" fmla="*/ 32787 w 40983"/>
                <a:gd name="connsiteY19" fmla="*/ 19672 h 21311"/>
                <a:gd name="connsiteX20" fmla="*/ 36066 w 40983"/>
                <a:gd name="connsiteY20" fmla="*/ 21311 h 21311"/>
                <a:gd name="connsiteX21" fmla="*/ 40983 w 40983"/>
                <a:gd name="connsiteY21" fmla="*/ 21311 h 2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3" h="21311">
                  <a:moveTo>
                    <a:pt x="37705" y="18033"/>
                  </a:moveTo>
                  <a:lnTo>
                    <a:pt x="34426" y="14754"/>
                  </a:lnTo>
                  <a:lnTo>
                    <a:pt x="31148" y="13115"/>
                  </a:lnTo>
                  <a:lnTo>
                    <a:pt x="26229" y="13115"/>
                  </a:lnTo>
                  <a:lnTo>
                    <a:pt x="22951" y="9836"/>
                  </a:lnTo>
                  <a:lnTo>
                    <a:pt x="19672" y="9836"/>
                  </a:lnTo>
                  <a:lnTo>
                    <a:pt x="14754" y="6557"/>
                  </a:lnTo>
                  <a:lnTo>
                    <a:pt x="13115" y="3279"/>
                  </a:lnTo>
                  <a:lnTo>
                    <a:pt x="9836" y="0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3279" y="3279"/>
                  </a:lnTo>
                  <a:lnTo>
                    <a:pt x="6558" y="6557"/>
                  </a:lnTo>
                  <a:lnTo>
                    <a:pt x="9836" y="9836"/>
                  </a:lnTo>
                  <a:lnTo>
                    <a:pt x="13115" y="13115"/>
                  </a:lnTo>
                  <a:lnTo>
                    <a:pt x="16393" y="13115"/>
                  </a:lnTo>
                  <a:lnTo>
                    <a:pt x="21312" y="13115"/>
                  </a:lnTo>
                  <a:lnTo>
                    <a:pt x="24590" y="14754"/>
                  </a:lnTo>
                  <a:lnTo>
                    <a:pt x="29508" y="16393"/>
                  </a:lnTo>
                  <a:lnTo>
                    <a:pt x="32787" y="19672"/>
                  </a:lnTo>
                  <a:lnTo>
                    <a:pt x="36066" y="21311"/>
                  </a:lnTo>
                  <a:lnTo>
                    <a:pt x="40983" y="2131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10" name="Freeform 4109">
              <a:extLst>
                <a:ext uri="{FF2B5EF4-FFF2-40B4-BE49-F238E27FC236}">
                  <a16:creationId xmlns:a16="http://schemas.microsoft.com/office/drawing/2014/main" id="{81E13A83-1DC4-1747-960F-7392660F97F7}"/>
                </a:ext>
              </a:extLst>
            </p:cNvPr>
            <p:cNvSpPr/>
            <p:nvPr/>
          </p:nvSpPr>
          <p:spPr>
            <a:xfrm>
              <a:off x="5768132" y="785404"/>
              <a:ext cx="6557" cy="1639"/>
            </a:xfrm>
            <a:custGeom>
              <a:avLst/>
              <a:gdLst>
                <a:gd name="connsiteX0" fmla="*/ 6557 w 6557"/>
                <a:gd name="connsiteY0" fmla="*/ 1639 h 1639"/>
                <a:gd name="connsiteX1" fmla="*/ 6557 w 6557"/>
                <a:gd name="connsiteY1" fmla="*/ 1639 h 1639"/>
                <a:gd name="connsiteX2" fmla="*/ 3279 w 6557"/>
                <a:gd name="connsiteY2" fmla="*/ 0 h 1639"/>
                <a:gd name="connsiteX3" fmla="*/ 0 w 6557"/>
                <a:gd name="connsiteY3" fmla="*/ 1639 h 1639"/>
                <a:gd name="connsiteX4" fmla="*/ 3279 w 6557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1639">
                  <a:moveTo>
                    <a:pt x="6557" y="1639"/>
                  </a:moveTo>
                  <a:lnTo>
                    <a:pt x="6557" y="163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11" name="Freeform 4110">
              <a:extLst>
                <a:ext uri="{FF2B5EF4-FFF2-40B4-BE49-F238E27FC236}">
                  <a16:creationId xmlns:a16="http://schemas.microsoft.com/office/drawing/2014/main" id="{78A88AE7-4796-484B-B214-4ACC5C6CF7AC}"/>
                </a:ext>
              </a:extLst>
            </p:cNvPr>
            <p:cNvSpPr/>
            <p:nvPr/>
          </p:nvSpPr>
          <p:spPr>
            <a:xfrm>
              <a:off x="5769772" y="777207"/>
              <a:ext cx="263933" cy="111474"/>
            </a:xfrm>
            <a:custGeom>
              <a:avLst/>
              <a:gdLst>
                <a:gd name="connsiteX0" fmla="*/ 11475 w 263933"/>
                <a:gd name="connsiteY0" fmla="*/ 26229 h 111474"/>
                <a:gd name="connsiteX1" fmla="*/ 11475 w 263933"/>
                <a:gd name="connsiteY1" fmla="*/ 31147 h 111474"/>
                <a:gd name="connsiteX2" fmla="*/ 16393 w 263933"/>
                <a:gd name="connsiteY2" fmla="*/ 29508 h 111474"/>
                <a:gd name="connsiteX3" fmla="*/ 19672 w 263933"/>
                <a:gd name="connsiteY3" fmla="*/ 29508 h 111474"/>
                <a:gd name="connsiteX4" fmla="*/ 24590 w 263933"/>
                <a:gd name="connsiteY4" fmla="*/ 27869 h 111474"/>
                <a:gd name="connsiteX5" fmla="*/ 21311 w 263933"/>
                <a:gd name="connsiteY5" fmla="*/ 22951 h 111474"/>
                <a:gd name="connsiteX6" fmla="*/ 24590 w 263933"/>
                <a:gd name="connsiteY6" fmla="*/ 24590 h 111474"/>
                <a:gd name="connsiteX7" fmla="*/ 27868 w 263933"/>
                <a:gd name="connsiteY7" fmla="*/ 24590 h 111474"/>
                <a:gd name="connsiteX8" fmla="*/ 32787 w 263933"/>
                <a:gd name="connsiteY8" fmla="*/ 26229 h 111474"/>
                <a:gd name="connsiteX9" fmla="*/ 27868 w 263933"/>
                <a:gd name="connsiteY9" fmla="*/ 29508 h 111474"/>
                <a:gd name="connsiteX10" fmla="*/ 24590 w 263933"/>
                <a:gd name="connsiteY10" fmla="*/ 31147 h 111474"/>
                <a:gd name="connsiteX11" fmla="*/ 32787 w 263933"/>
                <a:gd name="connsiteY11" fmla="*/ 34426 h 111474"/>
                <a:gd name="connsiteX12" fmla="*/ 31147 w 263933"/>
                <a:gd name="connsiteY12" fmla="*/ 36065 h 111474"/>
                <a:gd name="connsiteX13" fmla="*/ 24590 w 263933"/>
                <a:gd name="connsiteY13" fmla="*/ 34426 h 111474"/>
                <a:gd name="connsiteX14" fmla="*/ 19672 w 263933"/>
                <a:gd name="connsiteY14" fmla="*/ 34426 h 111474"/>
                <a:gd name="connsiteX15" fmla="*/ 16393 w 263933"/>
                <a:gd name="connsiteY15" fmla="*/ 34426 h 111474"/>
                <a:gd name="connsiteX16" fmla="*/ 11475 w 263933"/>
                <a:gd name="connsiteY16" fmla="*/ 36065 h 111474"/>
                <a:gd name="connsiteX17" fmla="*/ 16393 w 263933"/>
                <a:gd name="connsiteY17" fmla="*/ 36065 h 111474"/>
                <a:gd name="connsiteX18" fmla="*/ 19672 w 263933"/>
                <a:gd name="connsiteY18" fmla="*/ 37705 h 111474"/>
                <a:gd name="connsiteX19" fmla="*/ 19672 w 263933"/>
                <a:gd name="connsiteY19" fmla="*/ 42623 h 111474"/>
                <a:gd name="connsiteX20" fmla="*/ 24590 w 263933"/>
                <a:gd name="connsiteY20" fmla="*/ 44262 h 111474"/>
                <a:gd name="connsiteX21" fmla="*/ 27868 w 263933"/>
                <a:gd name="connsiteY21" fmla="*/ 45901 h 111474"/>
                <a:gd name="connsiteX22" fmla="*/ 32787 w 263933"/>
                <a:gd name="connsiteY22" fmla="*/ 45901 h 111474"/>
                <a:gd name="connsiteX23" fmla="*/ 36065 w 263933"/>
                <a:gd name="connsiteY23" fmla="*/ 47541 h 111474"/>
                <a:gd name="connsiteX24" fmla="*/ 40983 w 263933"/>
                <a:gd name="connsiteY24" fmla="*/ 47541 h 111474"/>
                <a:gd name="connsiteX25" fmla="*/ 44262 w 263933"/>
                <a:gd name="connsiteY25" fmla="*/ 49180 h 111474"/>
                <a:gd name="connsiteX26" fmla="*/ 47541 w 263933"/>
                <a:gd name="connsiteY26" fmla="*/ 47541 h 111474"/>
                <a:gd name="connsiteX27" fmla="*/ 52458 w 263933"/>
                <a:gd name="connsiteY27" fmla="*/ 49180 h 111474"/>
                <a:gd name="connsiteX28" fmla="*/ 47541 w 263933"/>
                <a:gd name="connsiteY28" fmla="*/ 49180 h 111474"/>
                <a:gd name="connsiteX29" fmla="*/ 44262 w 263933"/>
                <a:gd name="connsiteY29" fmla="*/ 49180 h 111474"/>
                <a:gd name="connsiteX30" fmla="*/ 40983 w 263933"/>
                <a:gd name="connsiteY30" fmla="*/ 49180 h 111474"/>
                <a:gd name="connsiteX31" fmla="*/ 36065 w 263933"/>
                <a:gd name="connsiteY31" fmla="*/ 50819 h 111474"/>
                <a:gd name="connsiteX32" fmla="*/ 39344 w 263933"/>
                <a:gd name="connsiteY32" fmla="*/ 52459 h 111474"/>
                <a:gd name="connsiteX33" fmla="*/ 44262 w 263933"/>
                <a:gd name="connsiteY33" fmla="*/ 54098 h 111474"/>
                <a:gd name="connsiteX34" fmla="*/ 47541 w 263933"/>
                <a:gd name="connsiteY34" fmla="*/ 54098 h 111474"/>
                <a:gd name="connsiteX35" fmla="*/ 49180 w 263933"/>
                <a:gd name="connsiteY35" fmla="*/ 57377 h 111474"/>
                <a:gd name="connsiteX36" fmla="*/ 52458 w 263933"/>
                <a:gd name="connsiteY36" fmla="*/ 59016 h 111474"/>
                <a:gd name="connsiteX37" fmla="*/ 57377 w 263933"/>
                <a:gd name="connsiteY37" fmla="*/ 59016 h 111474"/>
                <a:gd name="connsiteX38" fmla="*/ 60655 w 263933"/>
                <a:gd name="connsiteY38" fmla="*/ 59016 h 111474"/>
                <a:gd name="connsiteX39" fmla="*/ 65573 w 263933"/>
                <a:gd name="connsiteY39" fmla="*/ 59016 h 111474"/>
                <a:gd name="connsiteX40" fmla="*/ 68852 w 263933"/>
                <a:gd name="connsiteY40" fmla="*/ 59016 h 111474"/>
                <a:gd name="connsiteX41" fmla="*/ 72131 w 263933"/>
                <a:gd name="connsiteY41" fmla="*/ 57377 h 111474"/>
                <a:gd name="connsiteX42" fmla="*/ 77049 w 263933"/>
                <a:gd name="connsiteY42" fmla="*/ 55737 h 111474"/>
                <a:gd name="connsiteX43" fmla="*/ 80327 w 263933"/>
                <a:gd name="connsiteY43" fmla="*/ 57377 h 111474"/>
                <a:gd name="connsiteX44" fmla="*/ 83606 w 263933"/>
                <a:gd name="connsiteY44" fmla="*/ 52459 h 111474"/>
                <a:gd name="connsiteX45" fmla="*/ 86885 w 263933"/>
                <a:gd name="connsiteY45" fmla="*/ 54098 h 111474"/>
                <a:gd name="connsiteX46" fmla="*/ 91803 w 263933"/>
                <a:gd name="connsiteY46" fmla="*/ 54098 h 111474"/>
                <a:gd name="connsiteX47" fmla="*/ 95081 w 263933"/>
                <a:gd name="connsiteY47" fmla="*/ 52459 h 111474"/>
                <a:gd name="connsiteX48" fmla="*/ 91803 w 263933"/>
                <a:gd name="connsiteY48" fmla="*/ 50819 h 111474"/>
                <a:gd name="connsiteX49" fmla="*/ 86885 w 263933"/>
                <a:gd name="connsiteY49" fmla="*/ 49180 h 111474"/>
                <a:gd name="connsiteX50" fmla="*/ 90164 w 263933"/>
                <a:gd name="connsiteY50" fmla="*/ 47541 h 111474"/>
                <a:gd name="connsiteX51" fmla="*/ 88524 w 263933"/>
                <a:gd name="connsiteY51" fmla="*/ 44262 h 111474"/>
                <a:gd name="connsiteX52" fmla="*/ 93442 w 263933"/>
                <a:gd name="connsiteY52" fmla="*/ 42623 h 111474"/>
                <a:gd name="connsiteX53" fmla="*/ 96721 w 263933"/>
                <a:gd name="connsiteY53" fmla="*/ 42623 h 111474"/>
                <a:gd name="connsiteX54" fmla="*/ 100000 w 263933"/>
                <a:gd name="connsiteY54" fmla="*/ 45901 h 111474"/>
                <a:gd name="connsiteX55" fmla="*/ 103278 w 263933"/>
                <a:gd name="connsiteY55" fmla="*/ 44262 h 111474"/>
                <a:gd name="connsiteX56" fmla="*/ 108196 w 263933"/>
                <a:gd name="connsiteY56" fmla="*/ 42623 h 111474"/>
                <a:gd name="connsiteX57" fmla="*/ 109835 w 263933"/>
                <a:gd name="connsiteY57" fmla="*/ 39344 h 111474"/>
                <a:gd name="connsiteX58" fmla="*/ 113114 w 263933"/>
                <a:gd name="connsiteY58" fmla="*/ 40983 h 111474"/>
                <a:gd name="connsiteX59" fmla="*/ 111475 w 263933"/>
                <a:gd name="connsiteY59" fmla="*/ 45901 h 111474"/>
                <a:gd name="connsiteX60" fmla="*/ 108196 w 263933"/>
                <a:gd name="connsiteY60" fmla="*/ 47541 h 111474"/>
                <a:gd name="connsiteX61" fmla="*/ 111475 w 263933"/>
                <a:gd name="connsiteY61" fmla="*/ 50819 h 111474"/>
                <a:gd name="connsiteX62" fmla="*/ 116393 w 263933"/>
                <a:gd name="connsiteY62" fmla="*/ 50819 h 111474"/>
                <a:gd name="connsiteX63" fmla="*/ 121311 w 263933"/>
                <a:gd name="connsiteY63" fmla="*/ 50819 h 111474"/>
                <a:gd name="connsiteX64" fmla="*/ 124590 w 263933"/>
                <a:gd name="connsiteY64" fmla="*/ 50819 h 111474"/>
                <a:gd name="connsiteX65" fmla="*/ 127868 w 263933"/>
                <a:gd name="connsiteY65" fmla="*/ 49180 h 111474"/>
                <a:gd name="connsiteX66" fmla="*/ 132786 w 263933"/>
                <a:gd name="connsiteY66" fmla="*/ 47541 h 111474"/>
                <a:gd name="connsiteX67" fmla="*/ 136065 w 263933"/>
                <a:gd name="connsiteY67" fmla="*/ 44262 h 111474"/>
                <a:gd name="connsiteX68" fmla="*/ 139344 w 263933"/>
                <a:gd name="connsiteY68" fmla="*/ 42623 h 111474"/>
                <a:gd name="connsiteX69" fmla="*/ 144261 w 263933"/>
                <a:gd name="connsiteY69" fmla="*/ 44262 h 111474"/>
                <a:gd name="connsiteX70" fmla="*/ 147540 w 263933"/>
                <a:gd name="connsiteY70" fmla="*/ 44262 h 111474"/>
                <a:gd name="connsiteX71" fmla="*/ 144261 w 263933"/>
                <a:gd name="connsiteY71" fmla="*/ 45901 h 111474"/>
                <a:gd name="connsiteX72" fmla="*/ 140983 w 263933"/>
                <a:gd name="connsiteY72" fmla="*/ 47541 h 111474"/>
                <a:gd name="connsiteX73" fmla="*/ 137704 w 263933"/>
                <a:gd name="connsiteY73" fmla="*/ 50819 h 111474"/>
                <a:gd name="connsiteX74" fmla="*/ 140983 w 263933"/>
                <a:gd name="connsiteY74" fmla="*/ 50819 h 111474"/>
                <a:gd name="connsiteX75" fmla="*/ 144261 w 263933"/>
                <a:gd name="connsiteY75" fmla="*/ 52459 h 111474"/>
                <a:gd name="connsiteX76" fmla="*/ 149180 w 263933"/>
                <a:gd name="connsiteY76" fmla="*/ 52459 h 111474"/>
                <a:gd name="connsiteX77" fmla="*/ 152458 w 263933"/>
                <a:gd name="connsiteY77" fmla="*/ 52459 h 111474"/>
                <a:gd name="connsiteX78" fmla="*/ 157376 w 263933"/>
                <a:gd name="connsiteY78" fmla="*/ 52459 h 111474"/>
                <a:gd name="connsiteX79" fmla="*/ 154098 w 263933"/>
                <a:gd name="connsiteY79" fmla="*/ 54098 h 111474"/>
                <a:gd name="connsiteX80" fmla="*/ 149180 w 263933"/>
                <a:gd name="connsiteY80" fmla="*/ 54098 h 111474"/>
                <a:gd name="connsiteX81" fmla="*/ 145901 w 263933"/>
                <a:gd name="connsiteY81" fmla="*/ 54098 h 111474"/>
                <a:gd name="connsiteX82" fmla="*/ 140983 w 263933"/>
                <a:gd name="connsiteY82" fmla="*/ 54098 h 111474"/>
                <a:gd name="connsiteX83" fmla="*/ 137704 w 263933"/>
                <a:gd name="connsiteY83" fmla="*/ 54098 h 111474"/>
                <a:gd name="connsiteX84" fmla="*/ 134425 w 263933"/>
                <a:gd name="connsiteY84" fmla="*/ 54098 h 111474"/>
                <a:gd name="connsiteX85" fmla="*/ 129508 w 263933"/>
                <a:gd name="connsiteY85" fmla="*/ 54098 h 111474"/>
                <a:gd name="connsiteX86" fmla="*/ 126229 w 263933"/>
                <a:gd name="connsiteY86" fmla="*/ 54098 h 111474"/>
                <a:gd name="connsiteX87" fmla="*/ 122950 w 263933"/>
                <a:gd name="connsiteY87" fmla="*/ 54098 h 111474"/>
                <a:gd name="connsiteX88" fmla="*/ 118032 w 263933"/>
                <a:gd name="connsiteY88" fmla="*/ 59016 h 111474"/>
                <a:gd name="connsiteX89" fmla="*/ 114754 w 263933"/>
                <a:gd name="connsiteY89" fmla="*/ 57377 h 111474"/>
                <a:gd name="connsiteX90" fmla="*/ 109835 w 263933"/>
                <a:gd name="connsiteY90" fmla="*/ 59016 h 111474"/>
                <a:gd name="connsiteX91" fmla="*/ 106557 w 263933"/>
                <a:gd name="connsiteY91" fmla="*/ 60655 h 111474"/>
                <a:gd name="connsiteX92" fmla="*/ 101639 w 263933"/>
                <a:gd name="connsiteY92" fmla="*/ 62295 h 111474"/>
                <a:gd name="connsiteX93" fmla="*/ 98360 w 263933"/>
                <a:gd name="connsiteY93" fmla="*/ 62295 h 111474"/>
                <a:gd name="connsiteX94" fmla="*/ 95081 w 263933"/>
                <a:gd name="connsiteY94" fmla="*/ 62295 h 111474"/>
                <a:gd name="connsiteX95" fmla="*/ 90164 w 263933"/>
                <a:gd name="connsiteY95" fmla="*/ 62295 h 111474"/>
                <a:gd name="connsiteX96" fmla="*/ 86885 w 263933"/>
                <a:gd name="connsiteY96" fmla="*/ 62295 h 111474"/>
                <a:gd name="connsiteX97" fmla="*/ 81967 w 263933"/>
                <a:gd name="connsiteY97" fmla="*/ 62295 h 111474"/>
                <a:gd name="connsiteX98" fmla="*/ 85245 w 263933"/>
                <a:gd name="connsiteY98" fmla="*/ 67213 h 111474"/>
                <a:gd name="connsiteX99" fmla="*/ 81967 w 263933"/>
                <a:gd name="connsiteY99" fmla="*/ 65573 h 111474"/>
                <a:gd name="connsiteX100" fmla="*/ 78688 w 263933"/>
                <a:gd name="connsiteY100" fmla="*/ 62295 h 111474"/>
                <a:gd name="connsiteX101" fmla="*/ 75410 w 263933"/>
                <a:gd name="connsiteY101" fmla="*/ 62295 h 111474"/>
                <a:gd name="connsiteX102" fmla="*/ 70491 w 263933"/>
                <a:gd name="connsiteY102" fmla="*/ 62295 h 111474"/>
                <a:gd name="connsiteX103" fmla="*/ 67213 w 263933"/>
                <a:gd name="connsiteY103" fmla="*/ 67213 h 111474"/>
                <a:gd name="connsiteX104" fmla="*/ 68852 w 263933"/>
                <a:gd name="connsiteY104" fmla="*/ 70491 h 111474"/>
                <a:gd name="connsiteX105" fmla="*/ 72131 w 263933"/>
                <a:gd name="connsiteY105" fmla="*/ 73770 h 111474"/>
                <a:gd name="connsiteX106" fmla="*/ 75410 w 263933"/>
                <a:gd name="connsiteY106" fmla="*/ 73770 h 111474"/>
                <a:gd name="connsiteX107" fmla="*/ 80327 w 263933"/>
                <a:gd name="connsiteY107" fmla="*/ 73770 h 111474"/>
                <a:gd name="connsiteX108" fmla="*/ 83606 w 263933"/>
                <a:gd name="connsiteY108" fmla="*/ 72131 h 111474"/>
                <a:gd name="connsiteX109" fmla="*/ 86885 w 263933"/>
                <a:gd name="connsiteY109" fmla="*/ 73770 h 111474"/>
                <a:gd name="connsiteX110" fmla="*/ 91803 w 263933"/>
                <a:gd name="connsiteY110" fmla="*/ 72131 h 111474"/>
                <a:gd name="connsiteX111" fmla="*/ 95081 w 263933"/>
                <a:gd name="connsiteY111" fmla="*/ 72131 h 111474"/>
                <a:gd name="connsiteX112" fmla="*/ 100000 w 263933"/>
                <a:gd name="connsiteY112" fmla="*/ 72131 h 111474"/>
                <a:gd name="connsiteX113" fmla="*/ 103278 w 263933"/>
                <a:gd name="connsiteY113" fmla="*/ 72131 h 111474"/>
                <a:gd name="connsiteX114" fmla="*/ 106557 w 263933"/>
                <a:gd name="connsiteY114" fmla="*/ 72131 h 111474"/>
                <a:gd name="connsiteX115" fmla="*/ 109835 w 263933"/>
                <a:gd name="connsiteY115" fmla="*/ 70491 h 111474"/>
                <a:gd name="connsiteX116" fmla="*/ 114754 w 263933"/>
                <a:gd name="connsiteY116" fmla="*/ 68852 h 111474"/>
                <a:gd name="connsiteX117" fmla="*/ 118032 w 263933"/>
                <a:gd name="connsiteY117" fmla="*/ 68852 h 111474"/>
                <a:gd name="connsiteX118" fmla="*/ 122950 w 263933"/>
                <a:gd name="connsiteY118" fmla="*/ 70491 h 111474"/>
                <a:gd name="connsiteX119" fmla="*/ 126229 w 263933"/>
                <a:gd name="connsiteY119" fmla="*/ 70491 h 111474"/>
                <a:gd name="connsiteX120" fmla="*/ 129508 w 263933"/>
                <a:gd name="connsiteY120" fmla="*/ 70491 h 111474"/>
                <a:gd name="connsiteX121" fmla="*/ 134425 w 263933"/>
                <a:gd name="connsiteY121" fmla="*/ 70491 h 111474"/>
                <a:gd name="connsiteX122" fmla="*/ 137704 w 263933"/>
                <a:gd name="connsiteY122" fmla="*/ 70491 h 111474"/>
                <a:gd name="connsiteX123" fmla="*/ 142622 w 263933"/>
                <a:gd name="connsiteY123" fmla="*/ 70491 h 111474"/>
                <a:gd name="connsiteX124" fmla="*/ 145901 w 263933"/>
                <a:gd name="connsiteY124" fmla="*/ 70491 h 111474"/>
                <a:gd name="connsiteX125" fmla="*/ 150819 w 263933"/>
                <a:gd name="connsiteY125" fmla="*/ 67213 h 111474"/>
                <a:gd name="connsiteX126" fmla="*/ 154098 w 263933"/>
                <a:gd name="connsiteY126" fmla="*/ 67213 h 111474"/>
                <a:gd name="connsiteX127" fmla="*/ 152458 w 263933"/>
                <a:gd name="connsiteY127" fmla="*/ 72131 h 111474"/>
                <a:gd name="connsiteX128" fmla="*/ 155737 w 263933"/>
                <a:gd name="connsiteY128" fmla="*/ 72131 h 111474"/>
                <a:gd name="connsiteX129" fmla="*/ 152458 w 263933"/>
                <a:gd name="connsiteY129" fmla="*/ 72131 h 111474"/>
                <a:gd name="connsiteX130" fmla="*/ 147540 w 263933"/>
                <a:gd name="connsiteY130" fmla="*/ 72131 h 111474"/>
                <a:gd name="connsiteX131" fmla="*/ 144261 w 263933"/>
                <a:gd name="connsiteY131" fmla="*/ 72131 h 111474"/>
                <a:gd name="connsiteX132" fmla="*/ 140983 w 263933"/>
                <a:gd name="connsiteY132" fmla="*/ 72131 h 111474"/>
                <a:gd name="connsiteX133" fmla="*/ 136065 w 263933"/>
                <a:gd name="connsiteY133" fmla="*/ 72131 h 111474"/>
                <a:gd name="connsiteX134" fmla="*/ 132786 w 263933"/>
                <a:gd name="connsiteY134" fmla="*/ 72131 h 111474"/>
                <a:gd name="connsiteX135" fmla="*/ 127868 w 263933"/>
                <a:gd name="connsiteY135" fmla="*/ 73770 h 111474"/>
                <a:gd name="connsiteX136" fmla="*/ 124590 w 263933"/>
                <a:gd name="connsiteY136" fmla="*/ 73770 h 111474"/>
                <a:gd name="connsiteX137" fmla="*/ 121311 w 263933"/>
                <a:gd name="connsiteY137" fmla="*/ 73770 h 111474"/>
                <a:gd name="connsiteX138" fmla="*/ 116393 w 263933"/>
                <a:gd name="connsiteY138" fmla="*/ 73770 h 111474"/>
                <a:gd name="connsiteX139" fmla="*/ 113114 w 263933"/>
                <a:gd name="connsiteY139" fmla="*/ 73770 h 111474"/>
                <a:gd name="connsiteX140" fmla="*/ 108196 w 263933"/>
                <a:gd name="connsiteY140" fmla="*/ 75409 h 111474"/>
                <a:gd name="connsiteX141" fmla="*/ 104917 w 263933"/>
                <a:gd name="connsiteY141" fmla="*/ 75409 h 111474"/>
                <a:gd name="connsiteX142" fmla="*/ 100000 w 263933"/>
                <a:gd name="connsiteY142" fmla="*/ 75409 h 111474"/>
                <a:gd name="connsiteX143" fmla="*/ 96721 w 263933"/>
                <a:gd name="connsiteY143" fmla="*/ 77049 h 111474"/>
                <a:gd name="connsiteX144" fmla="*/ 101639 w 263933"/>
                <a:gd name="connsiteY144" fmla="*/ 77049 h 111474"/>
                <a:gd name="connsiteX145" fmla="*/ 104917 w 263933"/>
                <a:gd name="connsiteY145" fmla="*/ 78688 h 111474"/>
                <a:gd name="connsiteX146" fmla="*/ 108196 w 263933"/>
                <a:gd name="connsiteY146" fmla="*/ 77049 h 111474"/>
                <a:gd name="connsiteX147" fmla="*/ 113114 w 263933"/>
                <a:gd name="connsiteY147" fmla="*/ 78688 h 111474"/>
                <a:gd name="connsiteX148" fmla="*/ 116393 w 263933"/>
                <a:gd name="connsiteY148" fmla="*/ 78688 h 111474"/>
                <a:gd name="connsiteX149" fmla="*/ 121311 w 263933"/>
                <a:gd name="connsiteY149" fmla="*/ 78688 h 111474"/>
                <a:gd name="connsiteX150" fmla="*/ 124590 w 263933"/>
                <a:gd name="connsiteY150" fmla="*/ 78688 h 111474"/>
                <a:gd name="connsiteX151" fmla="*/ 127868 w 263933"/>
                <a:gd name="connsiteY151" fmla="*/ 80328 h 111474"/>
                <a:gd name="connsiteX152" fmla="*/ 131147 w 263933"/>
                <a:gd name="connsiteY152" fmla="*/ 81967 h 111474"/>
                <a:gd name="connsiteX153" fmla="*/ 136065 w 263933"/>
                <a:gd name="connsiteY153" fmla="*/ 83606 h 111474"/>
                <a:gd name="connsiteX154" fmla="*/ 131147 w 263933"/>
                <a:gd name="connsiteY154" fmla="*/ 83606 h 111474"/>
                <a:gd name="connsiteX155" fmla="*/ 127868 w 263933"/>
                <a:gd name="connsiteY155" fmla="*/ 81967 h 111474"/>
                <a:gd name="connsiteX156" fmla="*/ 124590 w 263933"/>
                <a:gd name="connsiteY156" fmla="*/ 80328 h 111474"/>
                <a:gd name="connsiteX157" fmla="*/ 119671 w 263933"/>
                <a:gd name="connsiteY157" fmla="*/ 80328 h 111474"/>
                <a:gd name="connsiteX158" fmla="*/ 116393 w 263933"/>
                <a:gd name="connsiteY158" fmla="*/ 80328 h 111474"/>
                <a:gd name="connsiteX159" fmla="*/ 111475 w 263933"/>
                <a:gd name="connsiteY159" fmla="*/ 80328 h 111474"/>
                <a:gd name="connsiteX160" fmla="*/ 108196 w 263933"/>
                <a:gd name="connsiteY160" fmla="*/ 80328 h 111474"/>
                <a:gd name="connsiteX161" fmla="*/ 104917 w 263933"/>
                <a:gd name="connsiteY161" fmla="*/ 80328 h 111474"/>
                <a:gd name="connsiteX162" fmla="*/ 100000 w 263933"/>
                <a:gd name="connsiteY162" fmla="*/ 80328 h 111474"/>
                <a:gd name="connsiteX163" fmla="*/ 96721 w 263933"/>
                <a:gd name="connsiteY163" fmla="*/ 81967 h 111474"/>
                <a:gd name="connsiteX164" fmla="*/ 93442 w 263933"/>
                <a:gd name="connsiteY164" fmla="*/ 80328 h 111474"/>
                <a:gd name="connsiteX165" fmla="*/ 90164 w 263933"/>
                <a:gd name="connsiteY165" fmla="*/ 78688 h 111474"/>
                <a:gd name="connsiteX166" fmla="*/ 85245 w 263933"/>
                <a:gd name="connsiteY166" fmla="*/ 78688 h 111474"/>
                <a:gd name="connsiteX167" fmla="*/ 81967 w 263933"/>
                <a:gd name="connsiteY167" fmla="*/ 80328 h 111474"/>
                <a:gd name="connsiteX168" fmla="*/ 77049 w 263933"/>
                <a:gd name="connsiteY168" fmla="*/ 81967 h 111474"/>
                <a:gd name="connsiteX169" fmla="*/ 80327 w 263933"/>
                <a:gd name="connsiteY169" fmla="*/ 85245 h 111474"/>
                <a:gd name="connsiteX170" fmla="*/ 83606 w 263933"/>
                <a:gd name="connsiteY170" fmla="*/ 88524 h 111474"/>
                <a:gd name="connsiteX171" fmla="*/ 88524 w 263933"/>
                <a:gd name="connsiteY171" fmla="*/ 91803 h 111474"/>
                <a:gd name="connsiteX172" fmla="*/ 91803 w 263933"/>
                <a:gd name="connsiteY172" fmla="*/ 91803 h 111474"/>
                <a:gd name="connsiteX173" fmla="*/ 95081 w 263933"/>
                <a:gd name="connsiteY173" fmla="*/ 91803 h 111474"/>
                <a:gd name="connsiteX174" fmla="*/ 100000 w 263933"/>
                <a:gd name="connsiteY174" fmla="*/ 93442 h 111474"/>
                <a:gd name="connsiteX175" fmla="*/ 104917 w 263933"/>
                <a:gd name="connsiteY175" fmla="*/ 93442 h 111474"/>
                <a:gd name="connsiteX176" fmla="*/ 108196 w 263933"/>
                <a:gd name="connsiteY176" fmla="*/ 96721 h 111474"/>
                <a:gd name="connsiteX177" fmla="*/ 111475 w 263933"/>
                <a:gd name="connsiteY177" fmla="*/ 98360 h 111474"/>
                <a:gd name="connsiteX178" fmla="*/ 116393 w 263933"/>
                <a:gd name="connsiteY178" fmla="*/ 98360 h 111474"/>
                <a:gd name="connsiteX179" fmla="*/ 119671 w 263933"/>
                <a:gd name="connsiteY179" fmla="*/ 98360 h 111474"/>
                <a:gd name="connsiteX180" fmla="*/ 124590 w 263933"/>
                <a:gd name="connsiteY180" fmla="*/ 98360 h 111474"/>
                <a:gd name="connsiteX181" fmla="*/ 127868 w 263933"/>
                <a:gd name="connsiteY181" fmla="*/ 95081 h 111474"/>
                <a:gd name="connsiteX182" fmla="*/ 131147 w 263933"/>
                <a:gd name="connsiteY182" fmla="*/ 95081 h 111474"/>
                <a:gd name="connsiteX183" fmla="*/ 136065 w 263933"/>
                <a:gd name="connsiteY183" fmla="*/ 98360 h 111474"/>
                <a:gd name="connsiteX184" fmla="*/ 139344 w 263933"/>
                <a:gd name="connsiteY184" fmla="*/ 98360 h 111474"/>
                <a:gd name="connsiteX185" fmla="*/ 144261 w 263933"/>
                <a:gd name="connsiteY185" fmla="*/ 98360 h 111474"/>
                <a:gd name="connsiteX186" fmla="*/ 139344 w 263933"/>
                <a:gd name="connsiteY186" fmla="*/ 100000 h 111474"/>
                <a:gd name="connsiteX187" fmla="*/ 136065 w 263933"/>
                <a:gd name="connsiteY187" fmla="*/ 98360 h 111474"/>
                <a:gd name="connsiteX188" fmla="*/ 131147 w 263933"/>
                <a:gd name="connsiteY188" fmla="*/ 98360 h 111474"/>
                <a:gd name="connsiteX189" fmla="*/ 127868 w 263933"/>
                <a:gd name="connsiteY189" fmla="*/ 100000 h 111474"/>
                <a:gd name="connsiteX190" fmla="*/ 124590 w 263933"/>
                <a:gd name="connsiteY190" fmla="*/ 100000 h 111474"/>
                <a:gd name="connsiteX191" fmla="*/ 119671 w 263933"/>
                <a:gd name="connsiteY191" fmla="*/ 101639 h 111474"/>
                <a:gd name="connsiteX192" fmla="*/ 124590 w 263933"/>
                <a:gd name="connsiteY192" fmla="*/ 103278 h 111474"/>
                <a:gd name="connsiteX193" fmla="*/ 127868 w 263933"/>
                <a:gd name="connsiteY193" fmla="*/ 104918 h 111474"/>
                <a:gd name="connsiteX194" fmla="*/ 131147 w 263933"/>
                <a:gd name="connsiteY194" fmla="*/ 106557 h 111474"/>
                <a:gd name="connsiteX195" fmla="*/ 136065 w 263933"/>
                <a:gd name="connsiteY195" fmla="*/ 106557 h 111474"/>
                <a:gd name="connsiteX196" fmla="*/ 139344 w 263933"/>
                <a:gd name="connsiteY196" fmla="*/ 108196 h 111474"/>
                <a:gd name="connsiteX197" fmla="*/ 140983 w 263933"/>
                <a:gd name="connsiteY197" fmla="*/ 111475 h 111474"/>
                <a:gd name="connsiteX198" fmla="*/ 144261 w 263933"/>
                <a:gd name="connsiteY198" fmla="*/ 111475 h 111474"/>
                <a:gd name="connsiteX199" fmla="*/ 149180 w 263933"/>
                <a:gd name="connsiteY199" fmla="*/ 111475 h 111474"/>
                <a:gd name="connsiteX200" fmla="*/ 152458 w 263933"/>
                <a:gd name="connsiteY200" fmla="*/ 111475 h 111474"/>
                <a:gd name="connsiteX201" fmla="*/ 155737 w 263933"/>
                <a:gd name="connsiteY201" fmla="*/ 111475 h 111474"/>
                <a:gd name="connsiteX202" fmla="*/ 160655 w 263933"/>
                <a:gd name="connsiteY202" fmla="*/ 109836 h 111474"/>
                <a:gd name="connsiteX203" fmla="*/ 159015 w 263933"/>
                <a:gd name="connsiteY203" fmla="*/ 106557 h 111474"/>
                <a:gd name="connsiteX204" fmla="*/ 155737 w 263933"/>
                <a:gd name="connsiteY204" fmla="*/ 104918 h 111474"/>
                <a:gd name="connsiteX205" fmla="*/ 159015 w 263933"/>
                <a:gd name="connsiteY205" fmla="*/ 101639 h 111474"/>
                <a:gd name="connsiteX206" fmla="*/ 163934 w 263933"/>
                <a:gd name="connsiteY206" fmla="*/ 100000 h 111474"/>
                <a:gd name="connsiteX207" fmla="*/ 162294 w 263933"/>
                <a:gd name="connsiteY207" fmla="*/ 96721 h 111474"/>
                <a:gd name="connsiteX208" fmla="*/ 165573 w 263933"/>
                <a:gd name="connsiteY208" fmla="*/ 95081 h 111474"/>
                <a:gd name="connsiteX209" fmla="*/ 167212 w 263933"/>
                <a:gd name="connsiteY209" fmla="*/ 90164 h 111474"/>
                <a:gd name="connsiteX210" fmla="*/ 168851 w 263933"/>
                <a:gd name="connsiteY210" fmla="*/ 86885 h 111474"/>
                <a:gd name="connsiteX211" fmla="*/ 173770 w 263933"/>
                <a:gd name="connsiteY211" fmla="*/ 83606 h 111474"/>
                <a:gd name="connsiteX212" fmla="*/ 177048 w 263933"/>
                <a:gd name="connsiteY212" fmla="*/ 81967 h 111474"/>
                <a:gd name="connsiteX213" fmla="*/ 180327 w 263933"/>
                <a:gd name="connsiteY213" fmla="*/ 81967 h 111474"/>
                <a:gd name="connsiteX214" fmla="*/ 185245 w 263933"/>
                <a:gd name="connsiteY214" fmla="*/ 81967 h 111474"/>
                <a:gd name="connsiteX215" fmla="*/ 188524 w 263933"/>
                <a:gd name="connsiteY215" fmla="*/ 80328 h 111474"/>
                <a:gd name="connsiteX216" fmla="*/ 188524 w 263933"/>
                <a:gd name="connsiteY216" fmla="*/ 75409 h 111474"/>
                <a:gd name="connsiteX217" fmla="*/ 191802 w 263933"/>
                <a:gd name="connsiteY217" fmla="*/ 72131 h 111474"/>
                <a:gd name="connsiteX218" fmla="*/ 188524 w 263933"/>
                <a:gd name="connsiteY218" fmla="*/ 68852 h 111474"/>
                <a:gd name="connsiteX219" fmla="*/ 190163 w 263933"/>
                <a:gd name="connsiteY219" fmla="*/ 63934 h 111474"/>
                <a:gd name="connsiteX220" fmla="*/ 195081 w 263933"/>
                <a:gd name="connsiteY220" fmla="*/ 63934 h 111474"/>
                <a:gd name="connsiteX221" fmla="*/ 198360 w 263933"/>
                <a:gd name="connsiteY221" fmla="*/ 63934 h 111474"/>
                <a:gd name="connsiteX222" fmla="*/ 201638 w 263933"/>
                <a:gd name="connsiteY222" fmla="*/ 63934 h 111474"/>
                <a:gd name="connsiteX223" fmla="*/ 206557 w 263933"/>
                <a:gd name="connsiteY223" fmla="*/ 62295 h 111474"/>
                <a:gd name="connsiteX224" fmla="*/ 201638 w 263933"/>
                <a:gd name="connsiteY224" fmla="*/ 59016 h 111474"/>
                <a:gd name="connsiteX225" fmla="*/ 204917 w 263933"/>
                <a:gd name="connsiteY225" fmla="*/ 59016 h 111474"/>
                <a:gd name="connsiteX226" fmla="*/ 204917 w 263933"/>
                <a:gd name="connsiteY226" fmla="*/ 54098 h 111474"/>
                <a:gd name="connsiteX227" fmla="*/ 203278 w 263933"/>
                <a:gd name="connsiteY227" fmla="*/ 50819 h 111474"/>
                <a:gd name="connsiteX228" fmla="*/ 206557 w 263933"/>
                <a:gd name="connsiteY228" fmla="*/ 50819 h 111474"/>
                <a:gd name="connsiteX229" fmla="*/ 211474 w 263933"/>
                <a:gd name="connsiteY229" fmla="*/ 49180 h 111474"/>
                <a:gd name="connsiteX230" fmla="*/ 214753 w 263933"/>
                <a:gd name="connsiteY230" fmla="*/ 49180 h 111474"/>
                <a:gd name="connsiteX231" fmla="*/ 219671 w 263933"/>
                <a:gd name="connsiteY231" fmla="*/ 45901 h 111474"/>
                <a:gd name="connsiteX232" fmla="*/ 222950 w 263933"/>
                <a:gd name="connsiteY232" fmla="*/ 45901 h 111474"/>
                <a:gd name="connsiteX233" fmla="*/ 227868 w 263933"/>
                <a:gd name="connsiteY233" fmla="*/ 45901 h 111474"/>
                <a:gd name="connsiteX234" fmla="*/ 227868 w 263933"/>
                <a:gd name="connsiteY234" fmla="*/ 45901 h 111474"/>
                <a:gd name="connsiteX235" fmla="*/ 231147 w 263933"/>
                <a:gd name="connsiteY235" fmla="*/ 44262 h 111474"/>
                <a:gd name="connsiteX236" fmla="*/ 236064 w 263933"/>
                <a:gd name="connsiteY236" fmla="*/ 44262 h 111474"/>
                <a:gd name="connsiteX237" fmla="*/ 239343 w 263933"/>
                <a:gd name="connsiteY237" fmla="*/ 44262 h 111474"/>
                <a:gd name="connsiteX238" fmla="*/ 242622 w 263933"/>
                <a:gd name="connsiteY238" fmla="*/ 44262 h 111474"/>
                <a:gd name="connsiteX239" fmla="*/ 247540 w 263933"/>
                <a:gd name="connsiteY239" fmla="*/ 44262 h 111474"/>
                <a:gd name="connsiteX240" fmla="*/ 250818 w 263933"/>
                <a:gd name="connsiteY240" fmla="*/ 44262 h 111474"/>
                <a:gd name="connsiteX241" fmla="*/ 254097 w 263933"/>
                <a:gd name="connsiteY241" fmla="*/ 44262 h 111474"/>
                <a:gd name="connsiteX242" fmla="*/ 259015 w 263933"/>
                <a:gd name="connsiteY242" fmla="*/ 44262 h 111474"/>
                <a:gd name="connsiteX243" fmla="*/ 262294 w 263933"/>
                <a:gd name="connsiteY243" fmla="*/ 42623 h 111474"/>
                <a:gd name="connsiteX244" fmla="*/ 263933 w 263933"/>
                <a:gd name="connsiteY244" fmla="*/ 37705 h 111474"/>
                <a:gd name="connsiteX245" fmla="*/ 259015 w 263933"/>
                <a:gd name="connsiteY245" fmla="*/ 37705 h 111474"/>
                <a:gd name="connsiteX246" fmla="*/ 255737 w 263933"/>
                <a:gd name="connsiteY246" fmla="*/ 37705 h 111474"/>
                <a:gd name="connsiteX247" fmla="*/ 252458 w 263933"/>
                <a:gd name="connsiteY247" fmla="*/ 36065 h 111474"/>
                <a:gd name="connsiteX248" fmla="*/ 247540 w 263933"/>
                <a:gd name="connsiteY248" fmla="*/ 36065 h 111474"/>
                <a:gd name="connsiteX249" fmla="*/ 244261 w 263933"/>
                <a:gd name="connsiteY249" fmla="*/ 36065 h 111474"/>
                <a:gd name="connsiteX250" fmla="*/ 240982 w 263933"/>
                <a:gd name="connsiteY250" fmla="*/ 36065 h 111474"/>
                <a:gd name="connsiteX251" fmla="*/ 237704 w 263933"/>
                <a:gd name="connsiteY251" fmla="*/ 34426 h 111474"/>
                <a:gd name="connsiteX252" fmla="*/ 232786 w 263933"/>
                <a:gd name="connsiteY252" fmla="*/ 34426 h 111474"/>
                <a:gd name="connsiteX253" fmla="*/ 229507 w 263933"/>
                <a:gd name="connsiteY253" fmla="*/ 32787 h 111474"/>
                <a:gd name="connsiteX254" fmla="*/ 224589 w 263933"/>
                <a:gd name="connsiteY254" fmla="*/ 32787 h 111474"/>
                <a:gd name="connsiteX255" fmla="*/ 222950 w 263933"/>
                <a:gd name="connsiteY255" fmla="*/ 31147 h 111474"/>
                <a:gd name="connsiteX256" fmla="*/ 218032 w 263933"/>
                <a:gd name="connsiteY256" fmla="*/ 27869 h 111474"/>
                <a:gd name="connsiteX257" fmla="*/ 214753 w 263933"/>
                <a:gd name="connsiteY257" fmla="*/ 27869 h 111474"/>
                <a:gd name="connsiteX258" fmla="*/ 211474 w 263933"/>
                <a:gd name="connsiteY258" fmla="*/ 27869 h 111474"/>
                <a:gd name="connsiteX259" fmla="*/ 206557 w 263933"/>
                <a:gd name="connsiteY259" fmla="*/ 27869 h 111474"/>
                <a:gd name="connsiteX260" fmla="*/ 203278 w 263933"/>
                <a:gd name="connsiteY260" fmla="*/ 29508 h 111474"/>
                <a:gd name="connsiteX261" fmla="*/ 198360 w 263933"/>
                <a:gd name="connsiteY261" fmla="*/ 27869 h 111474"/>
                <a:gd name="connsiteX262" fmla="*/ 195081 w 263933"/>
                <a:gd name="connsiteY262" fmla="*/ 26229 h 111474"/>
                <a:gd name="connsiteX263" fmla="*/ 191802 w 263933"/>
                <a:gd name="connsiteY263" fmla="*/ 24590 h 111474"/>
                <a:gd name="connsiteX264" fmla="*/ 195081 w 263933"/>
                <a:gd name="connsiteY264" fmla="*/ 22951 h 111474"/>
                <a:gd name="connsiteX265" fmla="*/ 195081 w 263933"/>
                <a:gd name="connsiteY265" fmla="*/ 18033 h 111474"/>
                <a:gd name="connsiteX266" fmla="*/ 190163 w 263933"/>
                <a:gd name="connsiteY266" fmla="*/ 16393 h 111474"/>
                <a:gd name="connsiteX267" fmla="*/ 186884 w 263933"/>
                <a:gd name="connsiteY267" fmla="*/ 14754 h 111474"/>
                <a:gd name="connsiteX268" fmla="*/ 183605 w 263933"/>
                <a:gd name="connsiteY268" fmla="*/ 13115 h 111474"/>
                <a:gd name="connsiteX269" fmla="*/ 178688 w 263933"/>
                <a:gd name="connsiteY269" fmla="*/ 13115 h 111474"/>
                <a:gd name="connsiteX270" fmla="*/ 175409 w 263933"/>
                <a:gd name="connsiteY270" fmla="*/ 16393 h 111474"/>
                <a:gd name="connsiteX271" fmla="*/ 172130 w 263933"/>
                <a:gd name="connsiteY271" fmla="*/ 19672 h 111474"/>
                <a:gd name="connsiteX272" fmla="*/ 168851 w 263933"/>
                <a:gd name="connsiteY272" fmla="*/ 19672 h 111474"/>
                <a:gd name="connsiteX273" fmla="*/ 165573 w 263933"/>
                <a:gd name="connsiteY273" fmla="*/ 16393 h 111474"/>
                <a:gd name="connsiteX274" fmla="*/ 170491 w 263933"/>
                <a:gd name="connsiteY274" fmla="*/ 13115 h 111474"/>
                <a:gd name="connsiteX275" fmla="*/ 173770 w 263933"/>
                <a:gd name="connsiteY275" fmla="*/ 9836 h 111474"/>
                <a:gd name="connsiteX276" fmla="*/ 168851 w 263933"/>
                <a:gd name="connsiteY276" fmla="*/ 8197 h 111474"/>
                <a:gd name="connsiteX277" fmla="*/ 165573 w 263933"/>
                <a:gd name="connsiteY277" fmla="*/ 6557 h 111474"/>
                <a:gd name="connsiteX278" fmla="*/ 160655 w 263933"/>
                <a:gd name="connsiteY278" fmla="*/ 4918 h 111474"/>
                <a:gd name="connsiteX279" fmla="*/ 157376 w 263933"/>
                <a:gd name="connsiteY279" fmla="*/ 4918 h 111474"/>
                <a:gd name="connsiteX280" fmla="*/ 154098 w 263933"/>
                <a:gd name="connsiteY280" fmla="*/ 3279 h 111474"/>
                <a:gd name="connsiteX281" fmla="*/ 150819 w 263933"/>
                <a:gd name="connsiteY281" fmla="*/ 3279 h 111474"/>
                <a:gd name="connsiteX282" fmla="*/ 145901 w 263933"/>
                <a:gd name="connsiteY282" fmla="*/ 6557 h 111474"/>
                <a:gd name="connsiteX283" fmla="*/ 142622 w 263933"/>
                <a:gd name="connsiteY283" fmla="*/ 4918 h 111474"/>
                <a:gd name="connsiteX284" fmla="*/ 137704 w 263933"/>
                <a:gd name="connsiteY284" fmla="*/ 1639 h 111474"/>
                <a:gd name="connsiteX285" fmla="*/ 136065 w 263933"/>
                <a:gd name="connsiteY285" fmla="*/ 0 h 111474"/>
                <a:gd name="connsiteX286" fmla="*/ 131147 w 263933"/>
                <a:gd name="connsiteY286" fmla="*/ 0 h 111474"/>
                <a:gd name="connsiteX287" fmla="*/ 131147 w 263933"/>
                <a:gd name="connsiteY287" fmla="*/ 0 h 111474"/>
                <a:gd name="connsiteX288" fmla="*/ 131147 w 263933"/>
                <a:gd name="connsiteY288" fmla="*/ 1639 h 111474"/>
                <a:gd name="connsiteX289" fmla="*/ 131147 w 263933"/>
                <a:gd name="connsiteY289" fmla="*/ 6557 h 111474"/>
                <a:gd name="connsiteX290" fmla="*/ 126229 w 263933"/>
                <a:gd name="connsiteY290" fmla="*/ 4918 h 111474"/>
                <a:gd name="connsiteX291" fmla="*/ 121311 w 263933"/>
                <a:gd name="connsiteY291" fmla="*/ 8197 h 111474"/>
                <a:gd name="connsiteX292" fmla="*/ 124590 w 263933"/>
                <a:gd name="connsiteY292" fmla="*/ 13115 h 111474"/>
                <a:gd name="connsiteX293" fmla="*/ 127868 w 263933"/>
                <a:gd name="connsiteY293" fmla="*/ 16393 h 111474"/>
                <a:gd name="connsiteX294" fmla="*/ 129508 w 263933"/>
                <a:gd name="connsiteY294" fmla="*/ 19672 h 111474"/>
                <a:gd name="connsiteX295" fmla="*/ 131147 w 263933"/>
                <a:gd name="connsiteY295" fmla="*/ 22951 h 111474"/>
                <a:gd name="connsiteX296" fmla="*/ 134425 w 263933"/>
                <a:gd name="connsiteY296" fmla="*/ 26229 h 111474"/>
                <a:gd name="connsiteX297" fmla="*/ 137704 w 263933"/>
                <a:gd name="connsiteY297" fmla="*/ 29508 h 111474"/>
                <a:gd name="connsiteX298" fmla="*/ 140983 w 263933"/>
                <a:gd name="connsiteY298" fmla="*/ 32787 h 111474"/>
                <a:gd name="connsiteX299" fmla="*/ 142622 w 263933"/>
                <a:gd name="connsiteY299" fmla="*/ 36065 h 111474"/>
                <a:gd name="connsiteX300" fmla="*/ 137704 w 263933"/>
                <a:gd name="connsiteY300" fmla="*/ 34426 h 111474"/>
                <a:gd name="connsiteX301" fmla="*/ 134425 w 263933"/>
                <a:gd name="connsiteY301" fmla="*/ 31147 h 111474"/>
                <a:gd name="connsiteX302" fmla="*/ 131147 w 263933"/>
                <a:gd name="connsiteY302" fmla="*/ 29508 h 111474"/>
                <a:gd name="connsiteX303" fmla="*/ 127868 w 263933"/>
                <a:gd name="connsiteY303" fmla="*/ 27869 h 111474"/>
                <a:gd name="connsiteX304" fmla="*/ 122950 w 263933"/>
                <a:gd name="connsiteY304" fmla="*/ 29508 h 111474"/>
                <a:gd name="connsiteX305" fmla="*/ 124590 w 263933"/>
                <a:gd name="connsiteY305" fmla="*/ 24590 h 111474"/>
                <a:gd name="connsiteX306" fmla="*/ 121311 w 263933"/>
                <a:gd name="connsiteY306" fmla="*/ 22951 h 111474"/>
                <a:gd name="connsiteX307" fmla="*/ 116393 w 263933"/>
                <a:gd name="connsiteY307" fmla="*/ 19672 h 111474"/>
                <a:gd name="connsiteX308" fmla="*/ 113114 w 263933"/>
                <a:gd name="connsiteY308" fmla="*/ 16393 h 111474"/>
                <a:gd name="connsiteX309" fmla="*/ 109835 w 263933"/>
                <a:gd name="connsiteY309" fmla="*/ 13115 h 111474"/>
                <a:gd name="connsiteX310" fmla="*/ 106557 w 263933"/>
                <a:gd name="connsiteY310" fmla="*/ 11475 h 111474"/>
                <a:gd name="connsiteX311" fmla="*/ 103278 w 263933"/>
                <a:gd name="connsiteY311" fmla="*/ 9836 h 111474"/>
                <a:gd name="connsiteX312" fmla="*/ 98360 w 263933"/>
                <a:gd name="connsiteY312" fmla="*/ 8197 h 111474"/>
                <a:gd name="connsiteX313" fmla="*/ 95081 w 263933"/>
                <a:gd name="connsiteY313" fmla="*/ 8197 h 111474"/>
                <a:gd name="connsiteX314" fmla="*/ 90164 w 263933"/>
                <a:gd name="connsiteY314" fmla="*/ 9836 h 111474"/>
                <a:gd name="connsiteX315" fmla="*/ 88524 w 263933"/>
                <a:gd name="connsiteY315" fmla="*/ 14754 h 111474"/>
                <a:gd name="connsiteX316" fmla="*/ 83606 w 263933"/>
                <a:gd name="connsiteY316" fmla="*/ 14754 h 111474"/>
                <a:gd name="connsiteX317" fmla="*/ 78688 w 263933"/>
                <a:gd name="connsiteY317" fmla="*/ 16393 h 111474"/>
                <a:gd name="connsiteX318" fmla="*/ 81967 w 263933"/>
                <a:gd name="connsiteY318" fmla="*/ 21311 h 111474"/>
                <a:gd name="connsiteX319" fmla="*/ 81967 w 263933"/>
                <a:gd name="connsiteY319" fmla="*/ 24590 h 111474"/>
                <a:gd name="connsiteX320" fmla="*/ 78688 w 263933"/>
                <a:gd name="connsiteY320" fmla="*/ 21311 h 111474"/>
                <a:gd name="connsiteX321" fmla="*/ 73770 w 263933"/>
                <a:gd name="connsiteY321" fmla="*/ 19672 h 111474"/>
                <a:gd name="connsiteX322" fmla="*/ 70491 w 263933"/>
                <a:gd name="connsiteY322" fmla="*/ 18033 h 111474"/>
                <a:gd name="connsiteX323" fmla="*/ 67213 w 263933"/>
                <a:gd name="connsiteY323" fmla="*/ 19672 h 111474"/>
                <a:gd name="connsiteX324" fmla="*/ 62295 w 263933"/>
                <a:gd name="connsiteY324" fmla="*/ 18033 h 111474"/>
                <a:gd name="connsiteX325" fmla="*/ 63934 w 263933"/>
                <a:gd name="connsiteY325" fmla="*/ 14754 h 111474"/>
                <a:gd name="connsiteX326" fmla="*/ 60655 w 263933"/>
                <a:gd name="connsiteY326" fmla="*/ 14754 h 111474"/>
                <a:gd name="connsiteX327" fmla="*/ 57377 w 263933"/>
                <a:gd name="connsiteY327" fmla="*/ 14754 h 111474"/>
                <a:gd name="connsiteX328" fmla="*/ 52458 w 263933"/>
                <a:gd name="connsiteY328" fmla="*/ 14754 h 111474"/>
                <a:gd name="connsiteX329" fmla="*/ 47541 w 263933"/>
                <a:gd name="connsiteY329" fmla="*/ 16393 h 111474"/>
                <a:gd name="connsiteX330" fmla="*/ 44262 w 263933"/>
                <a:gd name="connsiteY330" fmla="*/ 14754 h 111474"/>
                <a:gd name="connsiteX331" fmla="*/ 47541 w 263933"/>
                <a:gd name="connsiteY331" fmla="*/ 14754 h 111474"/>
                <a:gd name="connsiteX332" fmla="*/ 52458 w 263933"/>
                <a:gd name="connsiteY332" fmla="*/ 13115 h 111474"/>
                <a:gd name="connsiteX333" fmla="*/ 55737 w 263933"/>
                <a:gd name="connsiteY333" fmla="*/ 13115 h 111474"/>
                <a:gd name="connsiteX334" fmla="*/ 59016 w 263933"/>
                <a:gd name="connsiteY334" fmla="*/ 11475 h 111474"/>
                <a:gd name="connsiteX335" fmla="*/ 63934 w 263933"/>
                <a:gd name="connsiteY335" fmla="*/ 11475 h 111474"/>
                <a:gd name="connsiteX336" fmla="*/ 67213 w 263933"/>
                <a:gd name="connsiteY336" fmla="*/ 11475 h 111474"/>
                <a:gd name="connsiteX337" fmla="*/ 72131 w 263933"/>
                <a:gd name="connsiteY337" fmla="*/ 11475 h 111474"/>
                <a:gd name="connsiteX338" fmla="*/ 75410 w 263933"/>
                <a:gd name="connsiteY338" fmla="*/ 11475 h 111474"/>
                <a:gd name="connsiteX339" fmla="*/ 78688 w 263933"/>
                <a:gd name="connsiteY339" fmla="*/ 9836 h 111474"/>
                <a:gd name="connsiteX340" fmla="*/ 77049 w 263933"/>
                <a:gd name="connsiteY340" fmla="*/ 6557 h 111474"/>
                <a:gd name="connsiteX341" fmla="*/ 73770 w 263933"/>
                <a:gd name="connsiteY341" fmla="*/ 6557 h 111474"/>
                <a:gd name="connsiteX342" fmla="*/ 68852 w 263933"/>
                <a:gd name="connsiteY342" fmla="*/ 6557 h 111474"/>
                <a:gd name="connsiteX343" fmla="*/ 65573 w 263933"/>
                <a:gd name="connsiteY343" fmla="*/ 6557 h 111474"/>
                <a:gd name="connsiteX344" fmla="*/ 62295 w 263933"/>
                <a:gd name="connsiteY344" fmla="*/ 6557 h 111474"/>
                <a:gd name="connsiteX345" fmla="*/ 57377 w 263933"/>
                <a:gd name="connsiteY345" fmla="*/ 6557 h 111474"/>
                <a:gd name="connsiteX346" fmla="*/ 54098 w 263933"/>
                <a:gd name="connsiteY346" fmla="*/ 8197 h 111474"/>
                <a:gd name="connsiteX347" fmla="*/ 50820 w 263933"/>
                <a:gd name="connsiteY347" fmla="*/ 9836 h 111474"/>
                <a:gd name="connsiteX348" fmla="*/ 45901 w 263933"/>
                <a:gd name="connsiteY348" fmla="*/ 9836 h 111474"/>
                <a:gd name="connsiteX349" fmla="*/ 42623 w 263933"/>
                <a:gd name="connsiteY349" fmla="*/ 8197 h 111474"/>
                <a:gd name="connsiteX350" fmla="*/ 37705 w 263933"/>
                <a:gd name="connsiteY350" fmla="*/ 6557 h 111474"/>
                <a:gd name="connsiteX351" fmla="*/ 34426 w 263933"/>
                <a:gd name="connsiteY351" fmla="*/ 8197 h 111474"/>
                <a:gd name="connsiteX352" fmla="*/ 36065 w 263933"/>
                <a:gd name="connsiteY352" fmla="*/ 11475 h 111474"/>
                <a:gd name="connsiteX353" fmla="*/ 31147 w 263933"/>
                <a:gd name="connsiteY353" fmla="*/ 11475 h 111474"/>
                <a:gd name="connsiteX354" fmla="*/ 27868 w 263933"/>
                <a:gd name="connsiteY354" fmla="*/ 8197 h 111474"/>
                <a:gd name="connsiteX355" fmla="*/ 24590 w 263933"/>
                <a:gd name="connsiteY355" fmla="*/ 6557 h 111474"/>
                <a:gd name="connsiteX356" fmla="*/ 19672 w 263933"/>
                <a:gd name="connsiteY356" fmla="*/ 8197 h 111474"/>
                <a:gd name="connsiteX357" fmla="*/ 16393 w 263933"/>
                <a:gd name="connsiteY357" fmla="*/ 9836 h 111474"/>
                <a:gd name="connsiteX358" fmla="*/ 13114 w 263933"/>
                <a:gd name="connsiteY358" fmla="*/ 11475 h 111474"/>
                <a:gd name="connsiteX359" fmla="*/ 16393 w 263933"/>
                <a:gd name="connsiteY359" fmla="*/ 13115 h 111474"/>
                <a:gd name="connsiteX360" fmla="*/ 13114 w 263933"/>
                <a:gd name="connsiteY360" fmla="*/ 13115 h 111474"/>
                <a:gd name="connsiteX361" fmla="*/ 8197 w 263933"/>
                <a:gd name="connsiteY361" fmla="*/ 13115 h 111474"/>
                <a:gd name="connsiteX362" fmla="*/ 4918 w 263933"/>
                <a:gd name="connsiteY362" fmla="*/ 14754 h 111474"/>
                <a:gd name="connsiteX363" fmla="*/ 8197 w 263933"/>
                <a:gd name="connsiteY363" fmla="*/ 16393 h 111474"/>
                <a:gd name="connsiteX364" fmla="*/ 4918 w 263933"/>
                <a:gd name="connsiteY364" fmla="*/ 16393 h 111474"/>
                <a:gd name="connsiteX365" fmla="*/ 0 w 263933"/>
                <a:gd name="connsiteY365" fmla="*/ 16393 h 111474"/>
                <a:gd name="connsiteX366" fmla="*/ 3278 w 263933"/>
                <a:gd name="connsiteY366" fmla="*/ 18033 h 111474"/>
                <a:gd name="connsiteX367" fmla="*/ 3278 w 263933"/>
                <a:gd name="connsiteY367" fmla="*/ 22951 h 111474"/>
                <a:gd name="connsiteX368" fmla="*/ 6557 w 263933"/>
                <a:gd name="connsiteY368" fmla="*/ 22951 h 111474"/>
                <a:gd name="connsiteX369" fmla="*/ 11475 w 263933"/>
                <a:gd name="connsiteY369" fmla="*/ 26229 h 11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</a:cxnLst>
              <a:rect l="l" t="t" r="r" b="b"/>
              <a:pathLst>
                <a:path w="263933" h="111474">
                  <a:moveTo>
                    <a:pt x="11475" y="26229"/>
                  </a:moveTo>
                  <a:lnTo>
                    <a:pt x="11475" y="31147"/>
                  </a:lnTo>
                  <a:lnTo>
                    <a:pt x="16393" y="29508"/>
                  </a:lnTo>
                  <a:lnTo>
                    <a:pt x="19672" y="29508"/>
                  </a:lnTo>
                  <a:lnTo>
                    <a:pt x="24590" y="27869"/>
                  </a:lnTo>
                  <a:lnTo>
                    <a:pt x="21311" y="22951"/>
                  </a:lnTo>
                  <a:lnTo>
                    <a:pt x="24590" y="24590"/>
                  </a:lnTo>
                  <a:lnTo>
                    <a:pt x="27868" y="24590"/>
                  </a:lnTo>
                  <a:lnTo>
                    <a:pt x="32787" y="26229"/>
                  </a:lnTo>
                  <a:lnTo>
                    <a:pt x="27868" y="29508"/>
                  </a:lnTo>
                  <a:lnTo>
                    <a:pt x="24590" y="31147"/>
                  </a:lnTo>
                  <a:lnTo>
                    <a:pt x="32787" y="34426"/>
                  </a:lnTo>
                  <a:lnTo>
                    <a:pt x="31147" y="36065"/>
                  </a:lnTo>
                  <a:lnTo>
                    <a:pt x="24590" y="34426"/>
                  </a:lnTo>
                  <a:lnTo>
                    <a:pt x="19672" y="34426"/>
                  </a:lnTo>
                  <a:lnTo>
                    <a:pt x="16393" y="34426"/>
                  </a:lnTo>
                  <a:lnTo>
                    <a:pt x="11475" y="36065"/>
                  </a:lnTo>
                  <a:lnTo>
                    <a:pt x="16393" y="36065"/>
                  </a:lnTo>
                  <a:lnTo>
                    <a:pt x="19672" y="37705"/>
                  </a:lnTo>
                  <a:lnTo>
                    <a:pt x="19672" y="42623"/>
                  </a:lnTo>
                  <a:lnTo>
                    <a:pt x="24590" y="44262"/>
                  </a:lnTo>
                  <a:lnTo>
                    <a:pt x="27868" y="45901"/>
                  </a:lnTo>
                  <a:lnTo>
                    <a:pt x="32787" y="45901"/>
                  </a:lnTo>
                  <a:lnTo>
                    <a:pt x="36065" y="47541"/>
                  </a:lnTo>
                  <a:lnTo>
                    <a:pt x="40983" y="47541"/>
                  </a:lnTo>
                  <a:lnTo>
                    <a:pt x="44262" y="49180"/>
                  </a:lnTo>
                  <a:lnTo>
                    <a:pt x="47541" y="47541"/>
                  </a:lnTo>
                  <a:lnTo>
                    <a:pt x="52458" y="49180"/>
                  </a:lnTo>
                  <a:lnTo>
                    <a:pt x="47541" y="49180"/>
                  </a:lnTo>
                  <a:lnTo>
                    <a:pt x="44262" y="49180"/>
                  </a:lnTo>
                  <a:lnTo>
                    <a:pt x="40983" y="49180"/>
                  </a:lnTo>
                  <a:lnTo>
                    <a:pt x="36065" y="50819"/>
                  </a:lnTo>
                  <a:lnTo>
                    <a:pt x="39344" y="52459"/>
                  </a:lnTo>
                  <a:lnTo>
                    <a:pt x="44262" y="54098"/>
                  </a:lnTo>
                  <a:lnTo>
                    <a:pt x="47541" y="54098"/>
                  </a:lnTo>
                  <a:lnTo>
                    <a:pt x="49180" y="57377"/>
                  </a:lnTo>
                  <a:lnTo>
                    <a:pt x="52458" y="59016"/>
                  </a:lnTo>
                  <a:lnTo>
                    <a:pt x="57377" y="59016"/>
                  </a:lnTo>
                  <a:lnTo>
                    <a:pt x="60655" y="59016"/>
                  </a:lnTo>
                  <a:lnTo>
                    <a:pt x="65573" y="59016"/>
                  </a:lnTo>
                  <a:lnTo>
                    <a:pt x="68852" y="59016"/>
                  </a:lnTo>
                  <a:lnTo>
                    <a:pt x="72131" y="57377"/>
                  </a:lnTo>
                  <a:lnTo>
                    <a:pt x="77049" y="55737"/>
                  </a:lnTo>
                  <a:lnTo>
                    <a:pt x="80327" y="57377"/>
                  </a:lnTo>
                  <a:lnTo>
                    <a:pt x="83606" y="52459"/>
                  </a:lnTo>
                  <a:lnTo>
                    <a:pt x="86885" y="54098"/>
                  </a:lnTo>
                  <a:lnTo>
                    <a:pt x="91803" y="54098"/>
                  </a:lnTo>
                  <a:lnTo>
                    <a:pt x="95081" y="52459"/>
                  </a:lnTo>
                  <a:lnTo>
                    <a:pt x="91803" y="50819"/>
                  </a:lnTo>
                  <a:lnTo>
                    <a:pt x="86885" y="49180"/>
                  </a:lnTo>
                  <a:lnTo>
                    <a:pt x="90164" y="47541"/>
                  </a:lnTo>
                  <a:lnTo>
                    <a:pt x="88524" y="44262"/>
                  </a:lnTo>
                  <a:lnTo>
                    <a:pt x="93442" y="42623"/>
                  </a:lnTo>
                  <a:lnTo>
                    <a:pt x="96721" y="42623"/>
                  </a:lnTo>
                  <a:lnTo>
                    <a:pt x="100000" y="45901"/>
                  </a:lnTo>
                  <a:lnTo>
                    <a:pt x="103278" y="44262"/>
                  </a:lnTo>
                  <a:lnTo>
                    <a:pt x="108196" y="42623"/>
                  </a:lnTo>
                  <a:lnTo>
                    <a:pt x="109835" y="39344"/>
                  </a:lnTo>
                  <a:lnTo>
                    <a:pt x="113114" y="40983"/>
                  </a:lnTo>
                  <a:lnTo>
                    <a:pt x="111475" y="45901"/>
                  </a:lnTo>
                  <a:lnTo>
                    <a:pt x="108196" y="47541"/>
                  </a:lnTo>
                  <a:lnTo>
                    <a:pt x="111475" y="50819"/>
                  </a:lnTo>
                  <a:lnTo>
                    <a:pt x="116393" y="50819"/>
                  </a:lnTo>
                  <a:lnTo>
                    <a:pt x="121311" y="50819"/>
                  </a:lnTo>
                  <a:lnTo>
                    <a:pt x="124590" y="50819"/>
                  </a:lnTo>
                  <a:lnTo>
                    <a:pt x="127868" y="49180"/>
                  </a:lnTo>
                  <a:lnTo>
                    <a:pt x="132786" y="47541"/>
                  </a:lnTo>
                  <a:lnTo>
                    <a:pt x="136065" y="44262"/>
                  </a:lnTo>
                  <a:lnTo>
                    <a:pt x="139344" y="42623"/>
                  </a:lnTo>
                  <a:lnTo>
                    <a:pt x="144261" y="44262"/>
                  </a:lnTo>
                  <a:lnTo>
                    <a:pt x="147540" y="44262"/>
                  </a:lnTo>
                  <a:lnTo>
                    <a:pt x="144261" y="45901"/>
                  </a:lnTo>
                  <a:lnTo>
                    <a:pt x="140983" y="47541"/>
                  </a:lnTo>
                  <a:lnTo>
                    <a:pt x="137704" y="50819"/>
                  </a:lnTo>
                  <a:lnTo>
                    <a:pt x="140983" y="50819"/>
                  </a:lnTo>
                  <a:lnTo>
                    <a:pt x="144261" y="52459"/>
                  </a:lnTo>
                  <a:lnTo>
                    <a:pt x="149180" y="52459"/>
                  </a:lnTo>
                  <a:lnTo>
                    <a:pt x="152458" y="52459"/>
                  </a:lnTo>
                  <a:lnTo>
                    <a:pt x="157376" y="52459"/>
                  </a:lnTo>
                  <a:lnTo>
                    <a:pt x="154098" y="54098"/>
                  </a:lnTo>
                  <a:lnTo>
                    <a:pt x="149180" y="54098"/>
                  </a:lnTo>
                  <a:lnTo>
                    <a:pt x="145901" y="54098"/>
                  </a:lnTo>
                  <a:lnTo>
                    <a:pt x="140983" y="54098"/>
                  </a:lnTo>
                  <a:lnTo>
                    <a:pt x="137704" y="54098"/>
                  </a:lnTo>
                  <a:lnTo>
                    <a:pt x="134425" y="54098"/>
                  </a:lnTo>
                  <a:lnTo>
                    <a:pt x="129508" y="54098"/>
                  </a:lnTo>
                  <a:lnTo>
                    <a:pt x="126229" y="54098"/>
                  </a:lnTo>
                  <a:lnTo>
                    <a:pt x="122950" y="54098"/>
                  </a:lnTo>
                  <a:lnTo>
                    <a:pt x="118032" y="59016"/>
                  </a:lnTo>
                  <a:lnTo>
                    <a:pt x="114754" y="57377"/>
                  </a:lnTo>
                  <a:lnTo>
                    <a:pt x="109835" y="59016"/>
                  </a:lnTo>
                  <a:lnTo>
                    <a:pt x="106557" y="60655"/>
                  </a:lnTo>
                  <a:lnTo>
                    <a:pt x="101639" y="62295"/>
                  </a:lnTo>
                  <a:lnTo>
                    <a:pt x="98360" y="62295"/>
                  </a:lnTo>
                  <a:lnTo>
                    <a:pt x="95081" y="62295"/>
                  </a:lnTo>
                  <a:lnTo>
                    <a:pt x="90164" y="62295"/>
                  </a:lnTo>
                  <a:lnTo>
                    <a:pt x="86885" y="62295"/>
                  </a:lnTo>
                  <a:lnTo>
                    <a:pt x="81967" y="62295"/>
                  </a:lnTo>
                  <a:lnTo>
                    <a:pt x="85245" y="67213"/>
                  </a:lnTo>
                  <a:lnTo>
                    <a:pt x="81967" y="65573"/>
                  </a:lnTo>
                  <a:lnTo>
                    <a:pt x="78688" y="62295"/>
                  </a:lnTo>
                  <a:lnTo>
                    <a:pt x="75410" y="62295"/>
                  </a:lnTo>
                  <a:lnTo>
                    <a:pt x="70491" y="62295"/>
                  </a:lnTo>
                  <a:lnTo>
                    <a:pt x="67213" y="67213"/>
                  </a:lnTo>
                  <a:lnTo>
                    <a:pt x="68852" y="70491"/>
                  </a:lnTo>
                  <a:lnTo>
                    <a:pt x="72131" y="73770"/>
                  </a:lnTo>
                  <a:lnTo>
                    <a:pt x="75410" y="73770"/>
                  </a:lnTo>
                  <a:lnTo>
                    <a:pt x="80327" y="73770"/>
                  </a:lnTo>
                  <a:lnTo>
                    <a:pt x="83606" y="72131"/>
                  </a:lnTo>
                  <a:lnTo>
                    <a:pt x="86885" y="73770"/>
                  </a:lnTo>
                  <a:lnTo>
                    <a:pt x="91803" y="72131"/>
                  </a:lnTo>
                  <a:lnTo>
                    <a:pt x="95081" y="72131"/>
                  </a:lnTo>
                  <a:lnTo>
                    <a:pt x="100000" y="72131"/>
                  </a:lnTo>
                  <a:lnTo>
                    <a:pt x="103278" y="72131"/>
                  </a:lnTo>
                  <a:lnTo>
                    <a:pt x="106557" y="72131"/>
                  </a:lnTo>
                  <a:lnTo>
                    <a:pt x="109835" y="70491"/>
                  </a:lnTo>
                  <a:lnTo>
                    <a:pt x="114754" y="68852"/>
                  </a:lnTo>
                  <a:lnTo>
                    <a:pt x="118032" y="68852"/>
                  </a:lnTo>
                  <a:lnTo>
                    <a:pt x="122950" y="70491"/>
                  </a:lnTo>
                  <a:lnTo>
                    <a:pt x="126229" y="70491"/>
                  </a:lnTo>
                  <a:lnTo>
                    <a:pt x="129508" y="70491"/>
                  </a:lnTo>
                  <a:lnTo>
                    <a:pt x="134425" y="70491"/>
                  </a:lnTo>
                  <a:lnTo>
                    <a:pt x="137704" y="70491"/>
                  </a:lnTo>
                  <a:lnTo>
                    <a:pt x="142622" y="70491"/>
                  </a:lnTo>
                  <a:lnTo>
                    <a:pt x="145901" y="70491"/>
                  </a:lnTo>
                  <a:lnTo>
                    <a:pt x="150819" y="67213"/>
                  </a:lnTo>
                  <a:lnTo>
                    <a:pt x="154098" y="67213"/>
                  </a:lnTo>
                  <a:lnTo>
                    <a:pt x="152458" y="72131"/>
                  </a:lnTo>
                  <a:lnTo>
                    <a:pt x="155737" y="72131"/>
                  </a:lnTo>
                  <a:lnTo>
                    <a:pt x="152458" y="72131"/>
                  </a:lnTo>
                  <a:lnTo>
                    <a:pt x="147540" y="72131"/>
                  </a:lnTo>
                  <a:lnTo>
                    <a:pt x="144261" y="72131"/>
                  </a:lnTo>
                  <a:lnTo>
                    <a:pt x="140983" y="72131"/>
                  </a:lnTo>
                  <a:lnTo>
                    <a:pt x="136065" y="72131"/>
                  </a:lnTo>
                  <a:lnTo>
                    <a:pt x="132786" y="72131"/>
                  </a:lnTo>
                  <a:lnTo>
                    <a:pt x="127868" y="73770"/>
                  </a:lnTo>
                  <a:lnTo>
                    <a:pt x="124590" y="73770"/>
                  </a:lnTo>
                  <a:lnTo>
                    <a:pt x="121311" y="73770"/>
                  </a:lnTo>
                  <a:lnTo>
                    <a:pt x="116393" y="73770"/>
                  </a:lnTo>
                  <a:lnTo>
                    <a:pt x="113114" y="73770"/>
                  </a:lnTo>
                  <a:lnTo>
                    <a:pt x="108196" y="75409"/>
                  </a:lnTo>
                  <a:lnTo>
                    <a:pt x="104917" y="75409"/>
                  </a:lnTo>
                  <a:lnTo>
                    <a:pt x="100000" y="75409"/>
                  </a:lnTo>
                  <a:lnTo>
                    <a:pt x="96721" y="77049"/>
                  </a:lnTo>
                  <a:lnTo>
                    <a:pt x="101639" y="77049"/>
                  </a:lnTo>
                  <a:lnTo>
                    <a:pt x="104917" y="78688"/>
                  </a:lnTo>
                  <a:lnTo>
                    <a:pt x="108196" y="77049"/>
                  </a:lnTo>
                  <a:lnTo>
                    <a:pt x="113114" y="78688"/>
                  </a:lnTo>
                  <a:lnTo>
                    <a:pt x="116393" y="78688"/>
                  </a:lnTo>
                  <a:lnTo>
                    <a:pt x="121311" y="78688"/>
                  </a:lnTo>
                  <a:lnTo>
                    <a:pt x="124590" y="78688"/>
                  </a:lnTo>
                  <a:lnTo>
                    <a:pt x="127868" y="80328"/>
                  </a:lnTo>
                  <a:lnTo>
                    <a:pt x="131147" y="81967"/>
                  </a:lnTo>
                  <a:lnTo>
                    <a:pt x="136065" y="83606"/>
                  </a:lnTo>
                  <a:lnTo>
                    <a:pt x="131147" y="83606"/>
                  </a:lnTo>
                  <a:lnTo>
                    <a:pt x="127868" y="81967"/>
                  </a:lnTo>
                  <a:lnTo>
                    <a:pt x="124590" y="80328"/>
                  </a:lnTo>
                  <a:lnTo>
                    <a:pt x="119671" y="80328"/>
                  </a:lnTo>
                  <a:lnTo>
                    <a:pt x="116393" y="80328"/>
                  </a:lnTo>
                  <a:lnTo>
                    <a:pt x="111475" y="80328"/>
                  </a:lnTo>
                  <a:lnTo>
                    <a:pt x="108196" y="80328"/>
                  </a:lnTo>
                  <a:lnTo>
                    <a:pt x="104917" y="80328"/>
                  </a:lnTo>
                  <a:lnTo>
                    <a:pt x="100000" y="80328"/>
                  </a:lnTo>
                  <a:lnTo>
                    <a:pt x="96721" y="81967"/>
                  </a:lnTo>
                  <a:lnTo>
                    <a:pt x="93442" y="80328"/>
                  </a:lnTo>
                  <a:lnTo>
                    <a:pt x="90164" y="78688"/>
                  </a:lnTo>
                  <a:lnTo>
                    <a:pt x="85245" y="78688"/>
                  </a:lnTo>
                  <a:lnTo>
                    <a:pt x="81967" y="80328"/>
                  </a:lnTo>
                  <a:lnTo>
                    <a:pt x="77049" y="81967"/>
                  </a:lnTo>
                  <a:lnTo>
                    <a:pt x="80327" y="85245"/>
                  </a:lnTo>
                  <a:lnTo>
                    <a:pt x="83606" y="88524"/>
                  </a:lnTo>
                  <a:lnTo>
                    <a:pt x="88524" y="91803"/>
                  </a:lnTo>
                  <a:lnTo>
                    <a:pt x="91803" y="91803"/>
                  </a:lnTo>
                  <a:lnTo>
                    <a:pt x="95081" y="91803"/>
                  </a:lnTo>
                  <a:lnTo>
                    <a:pt x="100000" y="93442"/>
                  </a:lnTo>
                  <a:lnTo>
                    <a:pt x="104917" y="93442"/>
                  </a:lnTo>
                  <a:lnTo>
                    <a:pt x="108196" y="96721"/>
                  </a:lnTo>
                  <a:lnTo>
                    <a:pt x="111475" y="98360"/>
                  </a:lnTo>
                  <a:lnTo>
                    <a:pt x="116393" y="98360"/>
                  </a:lnTo>
                  <a:lnTo>
                    <a:pt x="119671" y="98360"/>
                  </a:lnTo>
                  <a:lnTo>
                    <a:pt x="124590" y="98360"/>
                  </a:lnTo>
                  <a:lnTo>
                    <a:pt x="127868" y="95081"/>
                  </a:lnTo>
                  <a:lnTo>
                    <a:pt x="131147" y="95081"/>
                  </a:lnTo>
                  <a:lnTo>
                    <a:pt x="136065" y="98360"/>
                  </a:lnTo>
                  <a:lnTo>
                    <a:pt x="139344" y="98360"/>
                  </a:lnTo>
                  <a:lnTo>
                    <a:pt x="144261" y="98360"/>
                  </a:lnTo>
                  <a:lnTo>
                    <a:pt x="139344" y="100000"/>
                  </a:lnTo>
                  <a:lnTo>
                    <a:pt x="136065" y="98360"/>
                  </a:lnTo>
                  <a:lnTo>
                    <a:pt x="131147" y="98360"/>
                  </a:lnTo>
                  <a:lnTo>
                    <a:pt x="127868" y="100000"/>
                  </a:lnTo>
                  <a:lnTo>
                    <a:pt x="124590" y="100000"/>
                  </a:lnTo>
                  <a:lnTo>
                    <a:pt x="119671" y="101639"/>
                  </a:lnTo>
                  <a:lnTo>
                    <a:pt x="124590" y="103278"/>
                  </a:lnTo>
                  <a:lnTo>
                    <a:pt x="127868" y="104918"/>
                  </a:lnTo>
                  <a:lnTo>
                    <a:pt x="131147" y="106557"/>
                  </a:lnTo>
                  <a:lnTo>
                    <a:pt x="136065" y="106557"/>
                  </a:lnTo>
                  <a:lnTo>
                    <a:pt x="139344" y="108196"/>
                  </a:lnTo>
                  <a:lnTo>
                    <a:pt x="140983" y="111475"/>
                  </a:lnTo>
                  <a:lnTo>
                    <a:pt x="144261" y="111475"/>
                  </a:lnTo>
                  <a:lnTo>
                    <a:pt x="149180" y="111475"/>
                  </a:lnTo>
                  <a:lnTo>
                    <a:pt x="152458" y="111475"/>
                  </a:lnTo>
                  <a:lnTo>
                    <a:pt x="155737" y="111475"/>
                  </a:lnTo>
                  <a:lnTo>
                    <a:pt x="160655" y="109836"/>
                  </a:lnTo>
                  <a:lnTo>
                    <a:pt x="159015" y="106557"/>
                  </a:lnTo>
                  <a:lnTo>
                    <a:pt x="155737" y="104918"/>
                  </a:lnTo>
                  <a:lnTo>
                    <a:pt x="159015" y="101639"/>
                  </a:lnTo>
                  <a:lnTo>
                    <a:pt x="163934" y="100000"/>
                  </a:lnTo>
                  <a:lnTo>
                    <a:pt x="162294" y="96721"/>
                  </a:lnTo>
                  <a:lnTo>
                    <a:pt x="165573" y="95081"/>
                  </a:lnTo>
                  <a:lnTo>
                    <a:pt x="167212" y="90164"/>
                  </a:lnTo>
                  <a:lnTo>
                    <a:pt x="168851" y="86885"/>
                  </a:lnTo>
                  <a:lnTo>
                    <a:pt x="173770" y="83606"/>
                  </a:lnTo>
                  <a:lnTo>
                    <a:pt x="177048" y="81967"/>
                  </a:lnTo>
                  <a:lnTo>
                    <a:pt x="180327" y="81967"/>
                  </a:lnTo>
                  <a:lnTo>
                    <a:pt x="185245" y="81967"/>
                  </a:lnTo>
                  <a:lnTo>
                    <a:pt x="188524" y="80328"/>
                  </a:lnTo>
                  <a:lnTo>
                    <a:pt x="188524" y="75409"/>
                  </a:lnTo>
                  <a:lnTo>
                    <a:pt x="191802" y="72131"/>
                  </a:lnTo>
                  <a:lnTo>
                    <a:pt x="188524" y="68852"/>
                  </a:lnTo>
                  <a:lnTo>
                    <a:pt x="190163" y="63934"/>
                  </a:lnTo>
                  <a:lnTo>
                    <a:pt x="195081" y="63934"/>
                  </a:lnTo>
                  <a:lnTo>
                    <a:pt x="198360" y="63934"/>
                  </a:lnTo>
                  <a:lnTo>
                    <a:pt x="201638" y="63934"/>
                  </a:lnTo>
                  <a:lnTo>
                    <a:pt x="206557" y="62295"/>
                  </a:lnTo>
                  <a:lnTo>
                    <a:pt x="201638" y="59016"/>
                  </a:lnTo>
                  <a:lnTo>
                    <a:pt x="204917" y="59016"/>
                  </a:lnTo>
                  <a:lnTo>
                    <a:pt x="204917" y="54098"/>
                  </a:lnTo>
                  <a:lnTo>
                    <a:pt x="203278" y="50819"/>
                  </a:lnTo>
                  <a:lnTo>
                    <a:pt x="206557" y="50819"/>
                  </a:lnTo>
                  <a:lnTo>
                    <a:pt x="211474" y="49180"/>
                  </a:lnTo>
                  <a:lnTo>
                    <a:pt x="214753" y="49180"/>
                  </a:lnTo>
                  <a:lnTo>
                    <a:pt x="219671" y="45901"/>
                  </a:lnTo>
                  <a:lnTo>
                    <a:pt x="222950" y="45901"/>
                  </a:lnTo>
                  <a:lnTo>
                    <a:pt x="227868" y="45901"/>
                  </a:lnTo>
                  <a:lnTo>
                    <a:pt x="227868" y="45901"/>
                  </a:lnTo>
                  <a:lnTo>
                    <a:pt x="231147" y="44262"/>
                  </a:lnTo>
                  <a:lnTo>
                    <a:pt x="236064" y="44262"/>
                  </a:lnTo>
                  <a:lnTo>
                    <a:pt x="239343" y="44262"/>
                  </a:lnTo>
                  <a:lnTo>
                    <a:pt x="242622" y="44262"/>
                  </a:lnTo>
                  <a:lnTo>
                    <a:pt x="247540" y="44262"/>
                  </a:lnTo>
                  <a:lnTo>
                    <a:pt x="250818" y="44262"/>
                  </a:lnTo>
                  <a:lnTo>
                    <a:pt x="254097" y="44262"/>
                  </a:lnTo>
                  <a:lnTo>
                    <a:pt x="259015" y="44262"/>
                  </a:lnTo>
                  <a:lnTo>
                    <a:pt x="262294" y="42623"/>
                  </a:lnTo>
                  <a:lnTo>
                    <a:pt x="263933" y="37705"/>
                  </a:lnTo>
                  <a:lnTo>
                    <a:pt x="259015" y="37705"/>
                  </a:lnTo>
                  <a:lnTo>
                    <a:pt x="255737" y="37705"/>
                  </a:lnTo>
                  <a:lnTo>
                    <a:pt x="252458" y="36065"/>
                  </a:lnTo>
                  <a:lnTo>
                    <a:pt x="247540" y="36065"/>
                  </a:lnTo>
                  <a:lnTo>
                    <a:pt x="244261" y="36065"/>
                  </a:lnTo>
                  <a:lnTo>
                    <a:pt x="240982" y="36065"/>
                  </a:lnTo>
                  <a:lnTo>
                    <a:pt x="237704" y="34426"/>
                  </a:lnTo>
                  <a:lnTo>
                    <a:pt x="232786" y="34426"/>
                  </a:lnTo>
                  <a:lnTo>
                    <a:pt x="229507" y="32787"/>
                  </a:lnTo>
                  <a:lnTo>
                    <a:pt x="224589" y="32787"/>
                  </a:lnTo>
                  <a:lnTo>
                    <a:pt x="222950" y="31147"/>
                  </a:lnTo>
                  <a:lnTo>
                    <a:pt x="218032" y="27869"/>
                  </a:lnTo>
                  <a:lnTo>
                    <a:pt x="214753" y="27869"/>
                  </a:lnTo>
                  <a:lnTo>
                    <a:pt x="211474" y="27869"/>
                  </a:lnTo>
                  <a:lnTo>
                    <a:pt x="206557" y="27869"/>
                  </a:lnTo>
                  <a:lnTo>
                    <a:pt x="203278" y="29508"/>
                  </a:lnTo>
                  <a:lnTo>
                    <a:pt x="198360" y="27869"/>
                  </a:lnTo>
                  <a:lnTo>
                    <a:pt x="195081" y="26229"/>
                  </a:lnTo>
                  <a:lnTo>
                    <a:pt x="191802" y="24590"/>
                  </a:lnTo>
                  <a:lnTo>
                    <a:pt x="195081" y="22951"/>
                  </a:lnTo>
                  <a:lnTo>
                    <a:pt x="195081" y="18033"/>
                  </a:lnTo>
                  <a:lnTo>
                    <a:pt x="190163" y="16393"/>
                  </a:lnTo>
                  <a:lnTo>
                    <a:pt x="186884" y="14754"/>
                  </a:lnTo>
                  <a:lnTo>
                    <a:pt x="183605" y="13115"/>
                  </a:lnTo>
                  <a:lnTo>
                    <a:pt x="178688" y="13115"/>
                  </a:lnTo>
                  <a:lnTo>
                    <a:pt x="175409" y="16393"/>
                  </a:lnTo>
                  <a:lnTo>
                    <a:pt x="172130" y="19672"/>
                  </a:lnTo>
                  <a:lnTo>
                    <a:pt x="168851" y="19672"/>
                  </a:lnTo>
                  <a:lnTo>
                    <a:pt x="165573" y="16393"/>
                  </a:lnTo>
                  <a:lnTo>
                    <a:pt x="170491" y="13115"/>
                  </a:lnTo>
                  <a:lnTo>
                    <a:pt x="173770" y="9836"/>
                  </a:lnTo>
                  <a:lnTo>
                    <a:pt x="168851" y="8197"/>
                  </a:lnTo>
                  <a:lnTo>
                    <a:pt x="165573" y="6557"/>
                  </a:lnTo>
                  <a:lnTo>
                    <a:pt x="160655" y="4918"/>
                  </a:lnTo>
                  <a:lnTo>
                    <a:pt x="157376" y="4918"/>
                  </a:lnTo>
                  <a:lnTo>
                    <a:pt x="154098" y="3279"/>
                  </a:lnTo>
                  <a:lnTo>
                    <a:pt x="150819" y="3279"/>
                  </a:lnTo>
                  <a:lnTo>
                    <a:pt x="145901" y="6557"/>
                  </a:lnTo>
                  <a:lnTo>
                    <a:pt x="142622" y="4918"/>
                  </a:lnTo>
                  <a:lnTo>
                    <a:pt x="137704" y="1639"/>
                  </a:lnTo>
                  <a:lnTo>
                    <a:pt x="136065" y="0"/>
                  </a:lnTo>
                  <a:lnTo>
                    <a:pt x="131147" y="0"/>
                  </a:lnTo>
                  <a:lnTo>
                    <a:pt x="131147" y="0"/>
                  </a:lnTo>
                  <a:lnTo>
                    <a:pt x="131147" y="1639"/>
                  </a:lnTo>
                  <a:lnTo>
                    <a:pt x="131147" y="6557"/>
                  </a:lnTo>
                  <a:lnTo>
                    <a:pt x="126229" y="4918"/>
                  </a:lnTo>
                  <a:lnTo>
                    <a:pt x="121311" y="8197"/>
                  </a:lnTo>
                  <a:lnTo>
                    <a:pt x="124590" y="13115"/>
                  </a:lnTo>
                  <a:lnTo>
                    <a:pt x="127868" y="16393"/>
                  </a:lnTo>
                  <a:lnTo>
                    <a:pt x="129508" y="19672"/>
                  </a:lnTo>
                  <a:lnTo>
                    <a:pt x="131147" y="22951"/>
                  </a:lnTo>
                  <a:lnTo>
                    <a:pt x="134425" y="26229"/>
                  </a:lnTo>
                  <a:lnTo>
                    <a:pt x="137704" y="29508"/>
                  </a:lnTo>
                  <a:lnTo>
                    <a:pt x="140983" y="32787"/>
                  </a:lnTo>
                  <a:lnTo>
                    <a:pt x="142622" y="36065"/>
                  </a:lnTo>
                  <a:lnTo>
                    <a:pt x="137704" y="34426"/>
                  </a:lnTo>
                  <a:lnTo>
                    <a:pt x="134425" y="31147"/>
                  </a:lnTo>
                  <a:lnTo>
                    <a:pt x="131147" y="29508"/>
                  </a:lnTo>
                  <a:lnTo>
                    <a:pt x="127868" y="27869"/>
                  </a:lnTo>
                  <a:lnTo>
                    <a:pt x="122950" y="29508"/>
                  </a:lnTo>
                  <a:lnTo>
                    <a:pt x="124590" y="24590"/>
                  </a:lnTo>
                  <a:lnTo>
                    <a:pt x="121311" y="22951"/>
                  </a:lnTo>
                  <a:lnTo>
                    <a:pt x="116393" y="19672"/>
                  </a:lnTo>
                  <a:lnTo>
                    <a:pt x="113114" y="16393"/>
                  </a:lnTo>
                  <a:lnTo>
                    <a:pt x="109835" y="13115"/>
                  </a:lnTo>
                  <a:lnTo>
                    <a:pt x="106557" y="11475"/>
                  </a:lnTo>
                  <a:lnTo>
                    <a:pt x="103278" y="9836"/>
                  </a:lnTo>
                  <a:lnTo>
                    <a:pt x="98360" y="8197"/>
                  </a:lnTo>
                  <a:lnTo>
                    <a:pt x="95081" y="8197"/>
                  </a:lnTo>
                  <a:lnTo>
                    <a:pt x="90164" y="9836"/>
                  </a:lnTo>
                  <a:lnTo>
                    <a:pt x="88524" y="14754"/>
                  </a:lnTo>
                  <a:lnTo>
                    <a:pt x="83606" y="14754"/>
                  </a:lnTo>
                  <a:lnTo>
                    <a:pt x="78688" y="16393"/>
                  </a:lnTo>
                  <a:lnTo>
                    <a:pt x="81967" y="21311"/>
                  </a:lnTo>
                  <a:lnTo>
                    <a:pt x="81967" y="24590"/>
                  </a:lnTo>
                  <a:lnTo>
                    <a:pt x="78688" y="21311"/>
                  </a:lnTo>
                  <a:lnTo>
                    <a:pt x="73770" y="19672"/>
                  </a:lnTo>
                  <a:lnTo>
                    <a:pt x="70491" y="18033"/>
                  </a:lnTo>
                  <a:lnTo>
                    <a:pt x="67213" y="19672"/>
                  </a:lnTo>
                  <a:lnTo>
                    <a:pt x="62295" y="18033"/>
                  </a:lnTo>
                  <a:lnTo>
                    <a:pt x="63934" y="14754"/>
                  </a:lnTo>
                  <a:lnTo>
                    <a:pt x="60655" y="14754"/>
                  </a:lnTo>
                  <a:lnTo>
                    <a:pt x="57377" y="14754"/>
                  </a:lnTo>
                  <a:lnTo>
                    <a:pt x="52458" y="14754"/>
                  </a:lnTo>
                  <a:lnTo>
                    <a:pt x="47541" y="16393"/>
                  </a:lnTo>
                  <a:lnTo>
                    <a:pt x="44262" y="14754"/>
                  </a:lnTo>
                  <a:lnTo>
                    <a:pt x="47541" y="14754"/>
                  </a:lnTo>
                  <a:lnTo>
                    <a:pt x="52458" y="13115"/>
                  </a:lnTo>
                  <a:lnTo>
                    <a:pt x="55737" y="13115"/>
                  </a:lnTo>
                  <a:lnTo>
                    <a:pt x="59016" y="11475"/>
                  </a:lnTo>
                  <a:lnTo>
                    <a:pt x="63934" y="11475"/>
                  </a:lnTo>
                  <a:lnTo>
                    <a:pt x="67213" y="11475"/>
                  </a:lnTo>
                  <a:lnTo>
                    <a:pt x="72131" y="11475"/>
                  </a:lnTo>
                  <a:lnTo>
                    <a:pt x="75410" y="11475"/>
                  </a:lnTo>
                  <a:lnTo>
                    <a:pt x="78688" y="9836"/>
                  </a:lnTo>
                  <a:lnTo>
                    <a:pt x="77049" y="6557"/>
                  </a:lnTo>
                  <a:lnTo>
                    <a:pt x="73770" y="6557"/>
                  </a:lnTo>
                  <a:lnTo>
                    <a:pt x="68852" y="6557"/>
                  </a:lnTo>
                  <a:lnTo>
                    <a:pt x="65573" y="6557"/>
                  </a:lnTo>
                  <a:lnTo>
                    <a:pt x="62295" y="6557"/>
                  </a:lnTo>
                  <a:lnTo>
                    <a:pt x="57377" y="6557"/>
                  </a:lnTo>
                  <a:lnTo>
                    <a:pt x="54098" y="8197"/>
                  </a:lnTo>
                  <a:lnTo>
                    <a:pt x="50820" y="9836"/>
                  </a:lnTo>
                  <a:lnTo>
                    <a:pt x="45901" y="9836"/>
                  </a:lnTo>
                  <a:lnTo>
                    <a:pt x="42623" y="8197"/>
                  </a:lnTo>
                  <a:lnTo>
                    <a:pt x="37705" y="6557"/>
                  </a:lnTo>
                  <a:lnTo>
                    <a:pt x="34426" y="8197"/>
                  </a:lnTo>
                  <a:lnTo>
                    <a:pt x="36065" y="11475"/>
                  </a:lnTo>
                  <a:lnTo>
                    <a:pt x="31147" y="11475"/>
                  </a:lnTo>
                  <a:lnTo>
                    <a:pt x="27868" y="8197"/>
                  </a:lnTo>
                  <a:lnTo>
                    <a:pt x="24590" y="6557"/>
                  </a:lnTo>
                  <a:lnTo>
                    <a:pt x="19672" y="8197"/>
                  </a:lnTo>
                  <a:lnTo>
                    <a:pt x="16393" y="9836"/>
                  </a:lnTo>
                  <a:lnTo>
                    <a:pt x="13114" y="11475"/>
                  </a:lnTo>
                  <a:lnTo>
                    <a:pt x="16393" y="13115"/>
                  </a:lnTo>
                  <a:lnTo>
                    <a:pt x="13114" y="13115"/>
                  </a:lnTo>
                  <a:lnTo>
                    <a:pt x="8197" y="13115"/>
                  </a:lnTo>
                  <a:lnTo>
                    <a:pt x="4918" y="14754"/>
                  </a:lnTo>
                  <a:lnTo>
                    <a:pt x="8197" y="16393"/>
                  </a:lnTo>
                  <a:lnTo>
                    <a:pt x="4918" y="16393"/>
                  </a:lnTo>
                  <a:lnTo>
                    <a:pt x="0" y="16393"/>
                  </a:lnTo>
                  <a:lnTo>
                    <a:pt x="3278" y="18033"/>
                  </a:lnTo>
                  <a:lnTo>
                    <a:pt x="3278" y="22951"/>
                  </a:lnTo>
                  <a:lnTo>
                    <a:pt x="6557" y="22951"/>
                  </a:lnTo>
                  <a:lnTo>
                    <a:pt x="11475" y="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12" name="Freeform 4111">
              <a:extLst>
                <a:ext uri="{FF2B5EF4-FFF2-40B4-BE49-F238E27FC236}">
                  <a16:creationId xmlns:a16="http://schemas.microsoft.com/office/drawing/2014/main" id="{D1681AE7-2913-334A-8090-22A10C055E27}"/>
                </a:ext>
              </a:extLst>
            </p:cNvPr>
            <p:cNvSpPr/>
            <p:nvPr/>
          </p:nvSpPr>
          <p:spPr>
            <a:xfrm>
              <a:off x="5776329" y="1311631"/>
              <a:ext cx="8196" cy="1639"/>
            </a:xfrm>
            <a:custGeom>
              <a:avLst/>
              <a:gdLst>
                <a:gd name="connsiteX0" fmla="*/ 4918 w 8196"/>
                <a:gd name="connsiteY0" fmla="*/ 0 h 1639"/>
                <a:gd name="connsiteX1" fmla="*/ 0 w 8196"/>
                <a:gd name="connsiteY1" fmla="*/ 1639 h 1639"/>
                <a:gd name="connsiteX2" fmla="*/ 4918 w 8196"/>
                <a:gd name="connsiteY2" fmla="*/ 1639 h 1639"/>
                <a:gd name="connsiteX3" fmla="*/ 8197 w 8196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4918" y="0"/>
                  </a:moveTo>
                  <a:lnTo>
                    <a:pt x="0" y="1639"/>
                  </a:lnTo>
                  <a:lnTo>
                    <a:pt x="4918" y="1639"/>
                  </a:lnTo>
                  <a:lnTo>
                    <a:pt x="819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13" name="Freeform 4112">
              <a:extLst>
                <a:ext uri="{FF2B5EF4-FFF2-40B4-BE49-F238E27FC236}">
                  <a16:creationId xmlns:a16="http://schemas.microsoft.com/office/drawing/2014/main" id="{A8898C67-96DA-A748-8E8E-AA8DE1BE1E9A}"/>
                </a:ext>
              </a:extLst>
            </p:cNvPr>
            <p:cNvSpPr/>
            <p:nvPr/>
          </p:nvSpPr>
          <p:spPr>
            <a:xfrm>
              <a:off x="5779608" y="1311631"/>
              <a:ext cx="11475" cy="3278"/>
            </a:xfrm>
            <a:custGeom>
              <a:avLst/>
              <a:gdLst>
                <a:gd name="connsiteX0" fmla="*/ 0 w 11475"/>
                <a:gd name="connsiteY0" fmla="*/ 1639 h 3278"/>
                <a:gd name="connsiteX1" fmla="*/ 4918 w 11475"/>
                <a:gd name="connsiteY1" fmla="*/ 1639 h 3278"/>
                <a:gd name="connsiteX2" fmla="*/ 8197 w 11475"/>
                <a:gd name="connsiteY2" fmla="*/ 3279 h 3278"/>
                <a:gd name="connsiteX3" fmla="*/ 11475 w 11475"/>
                <a:gd name="connsiteY3" fmla="*/ 1639 h 3278"/>
                <a:gd name="connsiteX4" fmla="*/ 8197 w 11475"/>
                <a:gd name="connsiteY4" fmla="*/ 0 h 3278"/>
                <a:gd name="connsiteX5" fmla="*/ 4918 w 11475"/>
                <a:gd name="connsiteY5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3278">
                  <a:moveTo>
                    <a:pt x="0" y="1639"/>
                  </a:moveTo>
                  <a:lnTo>
                    <a:pt x="4918" y="1639"/>
                  </a:lnTo>
                  <a:lnTo>
                    <a:pt x="8197" y="3279"/>
                  </a:lnTo>
                  <a:lnTo>
                    <a:pt x="11475" y="1639"/>
                  </a:lnTo>
                  <a:lnTo>
                    <a:pt x="8197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14" name="Freeform 4113">
              <a:extLst>
                <a:ext uri="{FF2B5EF4-FFF2-40B4-BE49-F238E27FC236}">
                  <a16:creationId xmlns:a16="http://schemas.microsoft.com/office/drawing/2014/main" id="{9B4838DC-7EF8-D448-A667-B5E4FBEAA387}"/>
                </a:ext>
              </a:extLst>
            </p:cNvPr>
            <p:cNvSpPr/>
            <p:nvPr/>
          </p:nvSpPr>
          <p:spPr>
            <a:xfrm>
              <a:off x="5786165" y="1324746"/>
              <a:ext cx="8196" cy="4917"/>
            </a:xfrm>
            <a:custGeom>
              <a:avLst/>
              <a:gdLst>
                <a:gd name="connsiteX0" fmla="*/ 4918 w 8196"/>
                <a:gd name="connsiteY0" fmla="*/ 4918 h 4917"/>
                <a:gd name="connsiteX1" fmla="*/ 8197 w 8196"/>
                <a:gd name="connsiteY1" fmla="*/ 4918 h 4917"/>
                <a:gd name="connsiteX2" fmla="*/ 4918 w 8196"/>
                <a:gd name="connsiteY2" fmla="*/ 3279 h 4917"/>
                <a:gd name="connsiteX3" fmla="*/ 0 w 8196"/>
                <a:gd name="connsiteY3" fmla="*/ 0 h 4917"/>
                <a:gd name="connsiteX4" fmla="*/ 1639 w 8196"/>
                <a:gd name="connsiteY4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7">
                  <a:moveTo>
                    <a:pt x="4918" y="4918"/>
                  </a:moveTo>
                  <a:lnTo>
                    <a:pt x="8197" y="4918"/>
                  </a:lnTo>
                  <a:lnTo>
                    <a:pt x="4918" y="3279"/>
                  </a:ln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15" name="Freeform 4114">
              <a:extLst>
                <a:ext uri="{FF2B5EF4-FFF2-40B4-BE49-F238E27FC236}">
                  <a16:creationId xmlns:a16="http://schemas.microsoft.com/office/drawing/2014/main" id="{93BF8312-4597-FD4E-8648-0D1E79F94B4F}"/>
                </a:ext>
              </a:extLst>
            </p:cNvPr>
            <p:cNvSpPr/>
            <p:nvPr/>
          </p:nvSpPr>
          <p:spPr>
            <a:xfrm>
              <a:off x="5787804" y="1321467"/>
              <a:ext cx="3278" cy="3278"/>
            </a:xfrm>
            <a:custGeom>
              <a:avLst/>
              <a:gdLst>
                <a:gd name="connsiteX0" fmla="*/ 3278 w 3278"/>
                <a:gd name="connsiteY0" fmla="*/ 0 h 3278"/>
                <a:gd name="connsiteX1" fmla="*/ 0 w 3278"/>
                <a:gd name="connsiteY1" fmla="*/ 0 h 3278"/>
                <a:gd name="connsiteX2" fmla="*/ 3278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8" y="0"/>
                  </a:moveTo>
                  <a:lnTo>
                    <a:pt x="0" y="0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16" name="Freeform 4115">
              <a:extLst>
                <a:ext uri="{FF2B5EF4-FFF2-40B4-BE49-F238E27FC236}">
                  <a16:creationId xmlns:a16="http://schemas.microsoft.com/office/drawing/2014/main" id="{650D5419-4D49-9446-8F3D-FC7B359507E2}"/>
                </a:ext>
              </a:extLst>
            </p:cNvPr>
            <p:cNvSpPr/>
            <p:nvPr/>
          </p:nvSpPr>
          <p:spPr>
            <a:xfrm>
              <a:off x="5792722" y="1324746"/>
              <a:ext cx="4917" cy="1639"/>
            </a:xfrm>
            <a:custGeom>
              <a:avLst/>
              <a:gdLst>
                <a:gd name="connsiteX0" fmla="*/ 0 w 4917"/>
                <a:gd name="connsiteY0" fmla="*/ 0 h 1639"/>
                <a:gd name="connsiteX1" fmla="*/ 0 w 4917"/>
                <a:gd name="connsiteY1" fmla="*/ 1639 h 1639"/>
                <a:gd name="connsiteX2" fmla="*/ 4918 w 4917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0" y="0"/>
                  </a:moveTo>
                  <a:lnTo>
                    <a:pt x="0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17" name="Freeform 4116">
              <a:extLst>
                <a:ext uri="{FF2B5EF4-FFF2-40B4-BE49-F238E27FC236}">
                  <a16:creationId xmlns:a16="http://schemas.microsoft.com/office/drawing/2014/main" id="{748CAA47-B7D8-8040-ADC2-F15E4E593EB2}"/>
                </a:ext>
              </a:extLst>
            </p:cNvPr>
            <p:cNvSpPr/>
            <p:nvPr/>
          </p:nvSpPr>
          <p:spPr>
            <a:xfrm>
              <a:off x="5797640" y="1305074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8197 w 8196"/>
                <a:gd name="connsiteY1" fmla="*/ 0 h 3278"/>
                <a:gd name="connsiteX2" fmla="*/ 4918 w 8196"/>
                <a:gd name="connsiteY2" fmla="*/ 0 h 3278"/>
                <a:gd name="connsiteX3" fmla="*/ 0 w 8196"/>
                <a:gd name="connsiteY3" fmla="*/ 3279 h 3278"/>
                <a:gd name="connsiteX4" fmla="*/ 4918 w 8196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8197" y="0"/>
                  </a:lnTo>
                  <a:lnTo>
                    <a:pt x="4918" y="0"/>
                  </a:lnTo>
                  <a:lnTo>
                    <a:pt x="0" y="327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18" name="Freeform 4117">
              <a:extLst>
                <a:ext uri="{FF2B5EF4-FFF2-40B4-BE49-F238E27FC236}">
                  <a16:creationId xmlns:a16="http://schemas.microsoft.com/office/drawing/2014/main" id="{CBA91B8A-7CAE-EC4A-96F6-7D53CE86B8F7}"/>
                </a:ext>
              </a:extLst>
            </p:cNvPr>
            <p:cNvSpPr/>
            <p:nvPr/>
          </p:nvSpPr>
          <p:spPr>
            <a:xfrm>
              <a:off x="5805837" y="1282123"/>
              <a:ext cx="4918" cy="3278"/>
            </a:xfrm>
            <a:custGeom>
              <a:avLst/>
              <a:gdLst>
                <a:gd name="connsiteX0" fmla="*/ 0 w 4918"/>
                <a:gd name="connsiteY0" fmla="*/ 3279 h 3278"/>
                <a:gd name="connsiteX1" fmla="*/ 1639 w 4918"/>
                <a:gd name="connsiteY1" fmla="*/ 3279 h 3278"/>
                <a:gd name="connsiteX2" fmla="*/ 4918 w 4918"/>
                <a:gd name="connsiteY2" fmla="*/ 3279 h 3278"/>
                <a:gd name="connsiteX3" fmla="*/ 3279 w 491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3278">
                  <a:moveTo>
                    <a:pt x="0" y="3279"/>
                  </a:moveTo>
                  <a:lnTo>
                    <a:pt x="1639" y="3279"/>
                  </a:lnTo>
                  <a:lnTo>
                    <a:pt x="4918" y="327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19" name="Freeform 4118">
              <a:extLst>
                <a:ext uri="{FF2B5EF4-FFF2-40B4-BE49-F238E27FC236}">
                  <a16:creationId xmlns:a16="http://schemas.microsoft.com/office/drawing/2014/main" id="{2C20E1C5-097A-FB4D-BA96-FD5896705272}"/>
                </a:ext>
              </a:extLst>
            </p:cNvPr>
            <p:cNvSpPr/>
            <p:nvPr/>
          </p:nvSpPr>
          <p:spPr>
            <a:xfrm>
              <a:off x="5822230" y="1270648"/>
              <a:ext cx="13114" cy="4918"/>
            </a:xfrm>
            <a:custGeom>
              <a:avLst/>
              <a:gdLst>
                <a:gd name="connsiteX0" fmla="*/ 4918 w 13114"/>
                <a:gd name="connsiteY0" fmla="*/ 4918 h 4918"/>
                <a:gd name="connsiteX1" fmla="*/ 4918 w 13114"/>
                <a:gd name="connsiteY1" fmla="*/ 3279 h 4918"/>
                <a:gd name="connsiteX2" fmla="*/ 9836 w 13114"/>
                <a:gd name="connsiteY2" fmla="*/ 1639 h 4918"/>
                <a:gd name="connsiteX3" fmla="*/ 13115 w 13114"/>
                <a:gd name="connsiteY3" fmla="*/ 1639 h 4918"/>
                <a:gd name="connsiteX4" fmla="*/ 9836 w 13114"/>
                <a:gd name="connsiteY4" fmla="*/ 0 h 4918"/>
                <a:gd name="connsiteX5" fmla="*/ 8197 w 13114"/>
                <a:gd name="connsiteY5" fmla="*/ 0 h 4918"/>
                <a:gd name="connsiteX6" fmla="*/ 3279 w 13114"/>
                <a:gd name="connsiteY6" fmla="*/ 1639 h 4918"/>
                <a:gd name="connsiteX7" fmla="*/ 0 w 13114"/>
                <a:gd name="connsiteY7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4" h="4918">
                  <a:moveTo>
                    <a:pt x="4918" y="4918"/>
                  </a:moveTo>
                  <a:lnTo>
                    <a:pt x="4918" y="3279"/>
                  </a:lnTo>
                  <a:lnTo>
                    <a:pt x="9836" y="1639"/>
                  </a:lnTo>
                  <a:lnTo>
                    <a:pt x="13115" y="1639"/>
                  </a:lnTo>
                  <a:lnTo>
                    <a:pt x="9836" y="0"/>
                  </a:lnTo>
                  <a:lnTo>
                    <a:pt x="8197" y="0"/>
                  </a:lnTo>
                  <a:lnTo>
                    <a:pt x="3279" y="1639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20" name="Freeform 4119">
              <a:extLst>
                <a:ext uri="{FF2B5EF4-FFF2-40B4-BE49-F238E27FC236}">
                  <a16:creationId xmlns:a16="http://schemas.microsoft.com/office/drawing/2014/main" id="{8FB34C7E-C171-8A49-A502-224CE423C9E0}"/>
                </a:ext>
              </a:extLst>
            </p:cNvPr>
            <p:cNvSpPr/>
            <p:nvPr/>
          </p:nvSpPr>
          <p:spPr>
            <a:xfrm>
              <a:off x="5823870" y="1262451"/>
              <a:ext cx="6557" cy="6557"/>
            </a:xfrm>
            <a:custGeom>
              <a:avLst/>
              <a:gdLst>
                <a:gd name="connsiteX0" fmla="*/ 4918 w 6557"/>
                <a:gd name="connsiteY0" fmla="*/ 3279 h 6557"/>
                <a:gd name="connsiteX1" fmla="*/ 0 w 6557"/>
                <a:gd name="connsiteY1" fmla="*/ 0 h 6557"/>
                <a:gd name="connsiteX2" fmla="*/ 0 w 6557"/>
                <a:gd name="connsiteY2" fmla="*/ 4918 h 6557"/>
                <a:gd name="connsiteX3" fmla="*/ 3279 w 6557"/>
                <a:gd name="connsiteY3" fmla="*/ 6557 h 6557"/>
                <a:gd name="connsiteX4" fmla="*/ 6557 w 6557"/>
                <a:gd name="connsiteY4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6557">
                  <a:moveTo>
                    <a:pt x="4918" y="3279"/>
                  </a:moveTo>
                  <a:lnTo>
                    <a:pt x="0" y="0"/>
                  </a:lnTo>
                  <a:lnTo>
                    <a:pt x="0" y="4918"/>
                  </a:lnTo>
                  <a:lnTo>
                    <a:pt x="3279" y="6557"/>
                  </a:lnTo>
                  <a:lnTo>
                    <a:pt x="655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21" name="Freeform 4120">
              <a:extLst>
                <a:ext uri="{FF2B5EF4-FFF2-40B4-BE49-F238E27FC236}">
                  <a16:creationId xmlns:a16="http://schemas.microsoft.com/office/drawing/2014/main" id="{2B7D9ACC-09ED-F546-9985-CBFBE3A9E453}"/>
                </a:ext>
              </a:extLst>
            </p:cNvPr>
            <p:cNvSpPr/>
            <p:nvPr/>
          </p:nvSpPr>
          <p:spPr>
            <a:xfrm>
              <a:off x="5835345" y="1190320"/>
              <a:ext cx="8196" cy="9835"/>
            </a:xfrm>
            <a:custGeom>
              <a:avLst/>
              <a:gdLst>
                <a:gd name="connsiteX0" fmla="*/ 1639 w 8196"/>
                <a:gd name="connsiteY0" fmla="*/ 4918 h 9835"/>
                <a:gd name="connsiteX1" fmla="*/ 0 w 8196"/>
                <a:gd name="connsiteY1" fmla="*/ 8197 h 9835"/>
                <a:gd name="connsiteX2" fmla="*/ 3278 w 8196"/>
                <a:gd name="connsiteY2" fmla="*/ 9836 h 9835"/>
                <a:gd name="connsiteX3" fmla="*/ 4918 w 8196"/>
                <a:gd name="connsiteY3" fmla="*/ 6557 h 9835"/>
                <a:gd name="connsiteX4" fmla="*/ 6557 w 8196"/>
                <a:gd name="connsiteY4" fmla="*/ 6557 h 9835"/>
                <a:gd name="connsiteX5" fmla="*/ 8197 w 8196"/>
                <a:gd name="connsiteY5" fmla="*/ 4918 h 9835"/>
                <a:gd name="connsiteX6" fmla="*/ 6557 w 8196"/>
                <a:gd name="connsiteY6" fmla="*/ 0 h 9835"/>
                <a:gd name="connsiteX7" fmla="*/ 3278 w 8196"/>
                <a:gd name="connsiteY7" fmla="*/ 3279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96" h="9835">
                  <a:moveTo>
                    <a:pt x="1639" y="4918"/>
                  </a:moveTo>
                  <a:lnTo>
                    <a:pt x="0" y="8197"/>
                  </a:lnTo>
                  <a:lnTo>
                    <a:pt x="3278" y="9836"/>
                  </a:lnTo>
                  <a:lnTo>
                    <a:pt x="4918" y="6557"/>
                  </a:lnTo>
                  <a:lnTo>
                    <a:pt x="6557" y="6557"/>
                  </a:lnTo>
                  <a:lnTo>
                    <a:pt x="8197" y="4918"/>
                  </a:lnTo>
                  <a:lnTo>
                    <a:pt x="6557" y="0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22" name="Freeform 4121">
              <a:extLst>
                <a:ext uri="{FF2B5EF4-FFF2-40B4-BE49-F238E27FC236}">
                  <a16:creationId xmlns:a16="http://schemas.microsoft.com/office/drawing/2014/main" id="{E79C1EE3-5725-3049-810C-B41246CF3822}"/>
                </a:ext>
              </a:extLst>
            </p:cNvPr>
            <p:cNvSpPr/>
            <p:nvPr/>
          </p:nvSpPr>
          <p:spPr>
            <a:xfrm>
              <a:off x="5835345" y="1262451"/>
              <a:ext cx="3278" cy="1639"/>
            </a:xfrm>
            <a:custGeom>
              <a:avLst/>
              <a:gdLst>
                <a:gd name="connsiteX0" fmla="*/ 3278 w 3278"/>
                <a:gd name="connsiteY0" fmla="*/ 0 h 1639"/>
                <a:gd name="connsiteX1" fmla="*/ 0 w 3278"/>
                <a:gd name="connsiteY1" fmla="*/ 1639 h 1639"/>
                <a:gd name="connsiteX2" fmla="*/ 3278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8" y="0"/>
                  </a:moveTo>
                  <a:lnTo>
                    <a:pt x="0" y="1639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23" name="Freeform 4122">
              <a:extLst>
                <a:ext uri="{FF2B5EF4-FFF2-40B4-BE49-F238E27FC236}">
                  <a16:creationId xmlns:a16="http://schemas.microsoft.com/office/drawing/2014/main" id="{4733C648-803F-144C-BA53-513786B2A37C}"/>
                </a:ext>
              </a:extLst>
            </p:cNvPr>
            <p:cNvSpPr/>
            <p:nvPr/>
          </p:nvSpPr>
          <p:spPr>
            <a:xfrm>
              <a:off x="5838623" y="1259172"/>
              <a:ext cx="3278" cy="3278"/>
            </a:xfrm>
            <a:custGeom>
              <a:avLst/>
              <a:gdLst>
                <a:gd name="connsiteX0" fmla="*/ 3279 w 3278"/>
                <a:gd name="connsiteY0" fmla="*/ 1639 h 3278"/>
                <a:gd name="connsiteX1" fmla="*/ 327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1639"/>
                  </a:move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24" name="Freeform 4123">
              <a:extLst>
                <a:ext uri="{FF2B5EF4-FFF2-40B4-BE49-F238E27FC236}">
                  <a16:creationId xmlns:a16="http://schemas.microsoft.com/office/drawing/2014/main" id="{7B6A407E-5E44-5D48-B33E-2DD649B5389E}"/>
                </a:ext>
              </a:extLst>
            </p:cNvPr>
            <p:cNvSpPr/>
            <p:nvPr/>
          </p:nvSpPr>
          <p:spPr>
            <a:xfrm>
              <a:off x="5843542" y="1188681"/>
              <a:ext cx="8196" cy="4918"/>
            </a:xfrm>
            <a:custGeom>
              <a:avLst/>
              <a:gdLst>
                <a:gd name="connsiteX0" fmla="*/ 0 w 8196"/>
                <a:gd name="connsiteY0" fmla="*/ 4918 h 4918"/>
                <a:gd name="connsiteX1" fmla="*/ 4918 w 8196"/>
                <a:gd name="connsiteY1" fmla="*/ 4918 h 4918"/>
                <a:gd name="connsiteX2" fmla="*/ 6557 w 8196"/>
                <a:gd name="connsiteY2" fmla="*/ 3279 h 4918"/>
                <a:gd name="connsiteX3" fmla="*/ 8197 w 8196"/>
                <a:gd name="connsiteY3" fmla="*/ 1639 h 4918"/>
                <a:gd name="connsiteX4" fmla="*/ 4918 w 8196"/>
                <a:gd name="connsiteY4" fmla="*/ 0 h 4918"/>
                <a:gd name="connsiteX5" fmla="*/ 0 w 8196"/>
                <a:gd name="connsiteY5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4918">
                  <a:moveTo>
                    <a:pt x="0" y="4918"/>
                  </a:moveTo>
                  <a:lnTo>
                    <a:pt x="4918" y="4918"/>
                  </a:lnTo>
                  <a:lnTo>
                    <a:pt x="6557" y="3279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25" name="Freeform 4124">
              <a:extLst>
                <a:ext uri="{FF2B5EF4-FFF2-40B4-BE49-F238E27FC236}">
                  <a16:creationId xmlns:a16="http://schemas.microsoft.com/office/drawing/2014/main" id="{2F86E9D5-4793-DF41-BB68-36FA1A821FE8}"/>
                </a:ext>
              </a:extLst>
            </p:cNvPr>
            <p:cNvSpPr/>
            <p:nvPr/>
          </p:nvSpPr>
          <p:spPr>
            <a:xfrm>
              <a:off x="5848460" y="1237861"/>
              <a:ext cx="8196" cy="1639"/>
            </a:xfrm>
            <a:custGeom>
              <a:avLst/>
              <a:gdLst>
                <a:gd name="connsiteX0" fmla="*/ 0 w 8196"/>
                <a:gd name="connsiteY0" fmla="*/ 1639 h 1639"/>
                <a:gd name="connsiteX1" fmla="*/ 4918 w 8196"/>
                <a:gd name="connsiteY1" fmla="*/ 1639 h 1639"/>
                <a:gd name="connsiteX2" fmla="*/ 8197 w 8196"/>
                <a:gd name="connsiteY2" fmla="*/ 1639 h 1639"/>
                <a:gd name="connsiteX3" fmla="*/ 4918 w 8196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0" y="1639"/>
                  </a:moveTo>
                  <a:lnTo>
                    <a:pt x="4918" y="1639"/>
                  </a:lnTo>
                  <a:lnTo>
                    <a:pt x="8197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26" name="Freeform 4125">
              <a:extLst>
                <a:ext uri="{FF2B5EF4-FFF2-40B4-BE49-F238E27FC236}">
                  <a16:creationId xmlns:a16="http://schemas.microsoft.com/office/drawing/2014/main" id="{1B40CDFC-A2DB-474B-989D-D460980957C1}"/>
                </a:ext>
              </a:extLst>
            </p:cNvPr>
            <p:cNvSpPr/>
            <p:nvPr/>
          </p:nvSpPr>
          <p:spPr>
            <a:xfrm>
              <a:off x="5851738" y="1182123"/>
              <a:ext cx="19671" cy="9835"/>
            </a:xfrm>
            <a:custGeom>
              <a:avLst/>
              <a:gdLst>
                <a:gd name="connsiteX0" fmla="*/ 3278 w 19671"/>
                <a:gd name="connsiteY0" fmla="*/ 6557 h 9835"/>
                <a:gd name="connsiteX1" fmla="*/ 0 w 19671"/>
                <a:gd name="connsiteY1" fmla="*/ 9836 h 9835"/>
                <a:gd name="connsiteX2" fmla="*/ 4918 w 19671"/>
                <a:gd name="connsiteY2" fmla="*/ 8197 h 9835"/>
                <a:gd name="connsiteX3" fmla="*/ 8197 w 19671"/>
                <a:gd name="connsiteY3" fmla="*/ 6557 h 9835"/>
                <a:gd name="connsiteX4" fmla="*/ 11475 w 19671"/>
                <a:gd name="connsiteY4" fmla="*/ 6557 h 9835"/>
                <a:gd name="connsiteX5" fmla="*/ 16393 w 19671"/>
                <a:gd name="connsiteY5" fmla="*/ 4918 h 9835"/>
                <a:gd name="connsiteX6" fmla="*/ 19672 w 19671"/>
                <a:gd name="connsiteY6" fmla="*/ 3279 h 9835"/>
                <a:gd name="connsiteX7" fmla="*/ 16393 w 19671"/>
                <a:gd name="connsiteY7" fmla="*/ 3279 h 9835"/>
                <a:gd name="connsiteX8" fmla="*/ 11475 w 19671"/>
                <a:gd name="connsiteY8" fmla="*/ 0 h 9835"/>
                <a:gd name="connsiteX9" fmla="*/ 8197 w 19671"/>
                <a:gd name="connsiteY9" fmla="*/ 1639 h 9835"/>
                <a:gd name="connsiteX10" fmla="*/ 3278 w 19671"/>
                <a:gd name="connsiteY10" fmla="*/ 1639 h 9835"/>
                <a:gd name="connsiteX11" fmla="*/ 4918 w 19671"/>
                <a:gd name="connsiteY11" fmla="*/ 3279 h 9835"/>
                <a:gd name="connsiteX12" fmla="*/ 1639 w 19671"/>
                <a:gd name="connsiteY12" fmla="*/ 4918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1" h="9835">
                  <a:moveTo>
                    <a:pt x="3278" y="6557"/>
                  </a:moveTo>
                  <a:lnTo>
                    <a:pt x="0" y="9836"/>
                  </a:lnTo>
                  <a:lnTo>
                    <a:pt x="4918" y="8197"/>
                  </a:lnTo>
                  <a:lnTo>
                    <a:pt x="8197" y="6557"/>
                  </a:lnTo>
                  <a:lnTo>
                    <a:pt x="11475" y="6557"/>
                  </a:lnTo>
                  <a:lnTo>
                    <a:pt x="16393" y="4918"/>
                  </a:lnTo>
                  <a:lnTo>
                    <a:pt x="19672" y="3279"/>
                  </a:lnTo>
                  <a:lnTo>
                    <a:pt x="16393" y="3279"/>
                  </a:lnTo>
                  <a:lnTo>
                    <a:pt x="11475" y="0"/>
                  </a:lnTo>
                  <a:lnTo>
                    <a:pt x="8197" y="1639"/>
                  </a:lnTo>
                  <a:lnTo>
                    <a:pt x="3278" y="1639"/>
                  </a:lnTo>
                  <a:lnTo>
                    <a:pt x="4918" y="3279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27" name="Freeform 4126">
              <a:extLst>
                <a:ext uri="{FF2B5EF4-FFF2-40B4-BE49-F238E27FC236}">
                  <a16:creationId xmlns:a16="http://schemas.microsoft.com/office/drawing/2014/main" id="{A595C58F-F534-F645-A8F7-F292044D50E3}"/>
                </a:ext>
              </a:extLst>
            </p:cNvPr>
            <p:cNvSpPr/>
            <p:nvPr/>
          </p:nvSpPr>
          <p:spPr>
            <a:xfrm>
              <a:off x="5868132" y="1182123"/>
              <a:ext cx="4917" cy="3278"/>
            </a:xfrm>
            <a:custGeom>
              <a:avLst/>
              <a:gdLst>
                <a:gd name="connsiteX0" fmla="*/ 3278 w 4917"/>
                <a:gd name="connsiteY0" fmla="*/ 3279 h 3278"/>
                <a:gd name="connsiteX1" fmla="*/ 4918 w 4917"/>
                <a:gd name="connsiteY1" fmla="*/ 3279 h 3278"/>
                <a:gd name="connsiteX2" fmla="*/ 4918 w 4917"/>
                <a:gd name="connsiteY2" fmla="*/ 0 h 3278"/>
                <a:gd name="connsiteX3" fmla="*/ 0 w 4917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3278">
                  <a:moveTo>
                    <a:pt x="3278" y="3279"/>
                  </a:moveTo>
                  <a:lnTo>
                    <a:pt x="4918" y="3279"/>
                  </a:ln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28" name="Freeform 4127">
              <a:extLst>
                <a:ext uri="{FF2B5EF4-FFF2-40B4-BE49-F238E27FC236}">
                  <a16:creationId xmlns:a16="http://schemas.microsoft.com/office/drawing/2014/main" id="{7D2DFF60-F631-FA44-8D58-BD63FD023146}"/>
                </a:ext>
              </a:extLst>
            </p:cNvPr>
            <p:cNvSpPr/>
            <p:nvPr/>
          </p:nvSpPr>
          <p:spPr>
            <a:xfrm>
              <a:off x="5869771" y="1226386"/>
              <a:ext cx="4917" cy="3278"/>
            </a:xfrm>
            <a:custGeom>
              <a:avLst/>
              <a:gdLst>
                <a:gd name="connsiteX0" fmla="*/ 0 w 4917"/>
                <a:gd name="connsiteY0" fmla="*/ 0 h 3278"/>
                <a:gd name="connsiteX1" fmla="*/ 1639 w 4917"/>
                <a:gd name="connsiteY1" fmla="*/ 3279 h 3278"/>
                <a:gd name="connsiteX2" fmla="*/ 4918 w 4917"/>
                <a:gd name="connsiteY2" fmla="*/ 3279 h 3278"/>
                <a:gd name="connsiteX3" fmla="*/ 4918 w 4917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3278">
                  <a:moveTo>
                    <a:pt x="0" y="0"/>
                  </a:moveTo>
                  <a:lnTo>
                    <a:pt x="1639" y="3279"/>
                  </a:lnTo>
                  <a:lnTo>
                    <a:pt x="4918" y="327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29" name="Freeform 4128">
              <a:extLst>
                <a:ext uri="{FF2B5EF4-FFF2-40B4-BE49-F238E27FC236}">
                  <a16:creationId xmlns:a16="http://schemas.microsoft.com/office/drawing/2014/main" id="{258A4915-D8F3-C048-8D69-725DCA8403CF}"/>
                </a:ext>
              </a:extLst>
            </p:cNvPr>
            <p:cNvSpPr/>
            <p:nvPr/>
          </p:nvSpPr>
          <p:spPr>
            <a:xfrm>
              <a:off x="5874689" y="1177205"/>
              <a:ext cx="22950" cy="9835"/>
            </a:xfrm>
            <a:custGeom>
              <a:avLst/>
              <a:gdLst>
                <a:gd name="connsiteX0" fmla="*/ 0 w 22950"/>
                <a:gd name="connsiteY0" fmla="*/ 8197 h 9835"/>
                <a:gd name="connsiteX1" fmla="*/ 3279 w 22950"/>
                <a:gd name="connsiteY1" fmla="*/ 9836 h 9835"/>
                <a:gd name="connsiteX2" fmla="*/ 6557 w 22950"/>
                <a:gd name="connsiteY2" fmla="*/ 8197 h 9835"/>
                <a:gd name="connsiteX3" fmla="*/ 11476 w 22950"/>
                <a:gd name="connsiteY3" fmla="*/ 6557 h 9835"/>
                <a:gd name="connsiteX4" fmla="*/ 14754 w 22950"/>
                <a:gd name="connsiteY4" fmla="*/ 6557 h 9835"/>
                <a:gd name="connsiteX5" fmla="*/ 18033 w 22950"/>
                <a:gd name="connsiteY5" fmla="*/ 4918 h 9835"/>
                <a:gd name="connsiteX6" fmla="*/ 19672 w 22950"/>
                <a:gd name="connsiteY6" fmla="*/ 3279 h 9835"/>
                <a:gd name="connsiteX7" fmla="*/ 22951 w 22950"/>
                <a:gd name="connsiteY7" fmla="*/ 0 h 9835"/>
                <a:gd name="connsiteX8" fmla="*/ 18033 w 22950"/>
                <a:gd name="connsiteY8" fmla="*/ 0 h 9835"/>
                <a:gd name="connsiteX9" fmla="*/ 14754 w 22950"/>
                <a:gd name="connsiteY9" fmla="*/ 3279 h 9835"/>
                <a:gd name="connsiteX10" fmla="*/ 13114 w 22950"/>
                <a:gd name="connsiteY10" fmla="*/ 1639 h 9835"/>
                <a:gd name="connsiteX11" fmla="*/ 9836 w 22950"/>
                <a:gd name="connsiteY11" fmla="*/ 1639 h 9835"/>
                <a:gd name="connsiteX12" fmla="*/ 6557 w 22950"/>
                <a:gd name="connsiteY12" fmla="*/ 1639 h 9835"/>
                <a:gd name="connsiteX13" fmla="*/ 3279 w 22950"/>
                <a:gd name="connsiteY13" fmla="*/ 6557 h 9835"/>
                <a:gd name="connsiteX14" fmla="*/ 0 w 22950"/>
                <a:gd name="connsiteY14" fmla="*/ 8197 h 9835"/>
                <a:gd name="connsiteX15" fmla="*/ 0 w 22950"/>
                <a:gd name="connsiteY15" fmla="*/ 8197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50" h="9835">
                  <a:moveTo>
                    <a:pt x="0" y="8197"/>
                  </a:moveTo>
                  <a:lnTo>
                    <a:pt x="3279" y="9836"/>
                  </a:lnTo>
                  <a:lnTo>
                    <a:pt x="6557" y="8197"/>
                  </a:lnTo>
                  <a:lnTo>
                    <a:pt x="11476" y="6557"/>
                  </a:lnTo>
                  <a:lnTo>
                    <a:pt x="14754" y="6557"/>
                  </a:lnTo>
                  <a:lnTo>
                    <a:pt x="18033" y="4918"/>
                  </a:lnTo>
                  <a:lnTo>
                    <a:pt x="19672" y="3279"/>
                  </a:lnTo>
                  <a:lnTo>
                    <a:pt x="22951" y="0"/>
                  </a:lnTo>
                  <a:lnTo>
                    <a:pt x="18033" y="0"/>
                  </a:lnTo>
                  <a:lnTo>
                    <a:pt x="14754" y="3279"/>
                  </a:lnTo>
                  <a:lnTo>
                    <a:pt x="13114" y="1639"/>
                  </a:lnTo>
                  <a:lnTo>
                    <a:pt x="9836" y="1639"/>
                  </a:lnTo>
                  <a:lnTo>
                    <a:pt x="6557" y="1639"/>
                  </a:lnTo>
                  <a:lnTo>
                    <a:pt x="3279" y="6557"/>
                  </a:lnTo>
                  <a:lnTo>
                    <a:pt x="0" y="8197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30" name="Freeform 4129">
              <a:extLst>
                <a:ext uri="{FF2B5EF4-FFF2-40B4-BE49-F238E27FC236}">
                  <a16:creationId xmlns:a16="http://schemas.microsoft.com/office/drawing/2014/main" id="{AC83DC8E-0CDB-3E45-BBFF-66311ED99201}"/>
                </a:ext>
              </a:extLst>
            </p:cNvPr>
            <p:cNvSpPr/>
            <p:nvPr/>
          </p:nvSpPr>
          <p:spPr>
            <a:xfrm>
              <a:off x="5877968" y="1157533"/>
              <a:ext cx="27868" cy="14754"/>
            </a:xfrm>
            <a:custGeom>
              <a:avLst/>
              <a:gdLst>
                <a:gd name="connsiteX0" fmla="*/ 13114 w 27868"/>
                <a:gd name="connsiteY0" fmla="*/ 14754 h 14754"/>
                <a:gd name="connsiteX1" fmla="*/ 14754 w 27868"/>
                <a:gd name="connsiteY1" fmla="*/ 14754 h 14754"/>
                <a:gd name="connsiteX2" fmla="*/ 18032 w 27868"/>
                <a:gd name="connsiteY2" fmla="*/ 14754 h 14754"/>
                <a:gd name="connsiteX3" fmla="*/ 22951 w 27868"/>
                <a:gd name="connsiteY3" fmla="*/ 13115 h 14754"/>
                <a:gd name="connsiteX4" fmla="*/ 26229 w 27868"/>
                <a:gd name="connsiteY4" fmla="*/ 11475 h 14754"/>
                <a:gd name="connsiteX5" fmla="*/ 27868 w 27868"/>
                <a:gd name="connsiteY5" fmla="*/ 11475 h 14754"/>
                <a:gd name="connsiteX6" fmla="*/ 22951 w 27868"/>
                <a:gd name="connsiteY6" fmla="*/ 8197 h 14754"/>
                <a:gd name="connsiteX7" fmla="*/ 24590 w 27868"/>
                <a:gd name="connsiteY7" fmla="*/ 4918 h 14754"/>
                <a:gd name="connsiteX8" fmla="*/ 21311 w 27868"/>
                <a:gd name="connsiteY8" fmla="*/ 3279 h 14754"/>
                <a:gd name="connsiteX9" fmla="*/ 18032 w 27868"/>
                <a:gd name="connsiteY9" fmla="*/ 0 h 14754"/>
                <a:gd name="connsiteX10" fmla="*/ 18032 w 27868"/>
                <a:gd name="connsiteY10" fmla="*/ 3279 h 14754"/>
                <a:gd name="connsiteX11" fmla="*/ 16393 w 27868"/>
                <a:gd name="connsiteY11" fmla="*/ 6557 h 14754"/>
                <a:gd name="connsiteX12" fmla="*/ 14754 w 27868"/>
                <a:gd name="connsiteY12" fmla="*/ 4918 h 14754"/>
                <a:gd name="connsiteX13" fmla="*/ 14754 w 27868"/>
                <a:gd name="connsiteY13" fmla="*/ 6557 h 14754"/>
                <a:gd name="connsiteX14" fmla="*/ 9836 w 27868"/>
                <a:gd name="connsiteY14" fmla="*/ 8197 h 14754"/>
                <a:gd name="connsiteX15" fmla="*/ 6557 w 27868"/>
                <a:gd name="connsiteY15" fmla="*/ 6557 h 14754"/>
                <a:gd name="connsiteX16" fmla="*/ 3278 w 27868"/>
                <a:gd name="connsiteY16" fmla="*/ 9836 h 14754"/>
                <a:gd name="connsiteX17" fmla="*/ 0 w 27868"/>
                <a:gd name="connsiteY17" fmla="*/ 13115 h 14754"/>
                <a:gd name="connsiteX18" fmla="*/ 3278 w 27868"/>
                <a:gd name="connsiteY18" fmla="*/ 14754 h 14754"/>
                <a:gd name="connsiteX19" fmla="*/ 6557 w 27868"/>
                <a:gd name="connsiteY19" fmla="*/ 11475 h 14754"/>
                <a:gd name="connsiteX20" fmla="*/ 11475 w 27868"/>
                <a:gd name="connsiteY20" fmla="*/ 11475 h 14754"/>
                <a:gd name="connsiteX21" fmla="*/ 14754 w 27868"/>
                <a:gd name="connsiteY21" fmla="*/ 9836 h 14754"/>
                <a:gd name="connsiteX22" fmla="*/ 18032 w 27868"/>
                <a:gd name="connsiteY22" fmla="*/ 9836 h 14754"/>
                <a:gd name="connsiteX23" fmla="*/ 14754 w 27868"/>
                <a:gd name="connsiteY23" fmla="*/ 11475 h 14754"/>
                <a:gd name="connsiteX24" fmla="*/ 11475 w 27868"/>
                <a:gd name="connsiteY24" fmla="*/ 13115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7868" h="14754">
                  <a:moveTo>
                    <a:pt x="13114" y="14754"/>
                  </a:moveTo>
                  <a:lnTo>
                    <a:pt x="14754" y="14754"/>
                  </a:lnTo>
                  <a:lnTo>
                    <a:pt x="18032" y="14754"/>
                  </a:lnTo>
                  <a:lnTo>
                    <a:pt x="22951" y="13115"/>
                  </a:lnTo>
                  <a:lnTo>
                    <a:pt x="26229" y="11475"/>
                  </a:lnTo>
                  <a:lnTo>
                    <a:pt x="27868" y="11475"/>
                  </a:lnTo>
                  <a:lnTo>
                    <a:pt x="22951" y="8197"/>
                  </a:lnTo>
                  <a:lnTo>
                    <a:pt x="24590" y="4918"/>
                  </a:lnTo>
                  <a:lnTo>
                    <a:pt x="21311" y="3279"/>
                  </a:lnTo>
                  <a:lnTo>
                    <a:pt x="18032" y="0"/>
                  </a:lnTo>
                  <a:lnTo>
                    <a:pt x="18032" y="3279"/>
                  </a:lnTo>
                  <a:lnTo>
                    <a:pt x="16393" y="6557"/>
                  </a:lnTo>
                  <a:lnTo>
                    <a:pt x="14754" y="4918"/>
                  </a:lnTo>
                  <a:lnTo>
                    <a:pt x="14754" y="6557"/>
                  </a:lnTo>
                  <a:lnTo>
                    <a:pt x="9836" y="8197"/>
                  </a:lnTo>
                  <a:lnTo>
                    <a:pt x="6557" y="6557"/>
                  </a:lnTo>
                  <a:lnTo>
                    <a:pt x="3278" y="9836"/>
                  </a:lnTo>
                  <a:lnTo>
                    <a:pt x="0" y="13115"/>
                  </a:lnTo>
                  <a:lnTo>
                    <a:pt x="3278" y="14754"/>
                  </a:lnTo>
                  <a:lnTo>
                    <a:pt x="6557" y="11475"/>
                  </a:lnTo>
                  <a:lnTo>
                    <a:pt x="11475" y="11475"/>
                  </a:lnTo>
                  <a:lnTo>
                    <a:pt x="14754" y="9836"/>
                  </a:lnTo>
                  <a:lnTo>
                    <a:pt x="18032" y="9836"/>
                  </a:lnTo>
                  <a:lnTo>
                    <a:pt x="14754" y="11475"/>
                  </a:lnTo>
                  <a:lnTo>
                    <a:pt x="11475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31" name="Freeform 4130">
              <a:extLst>
                <a:ext uri="{FF2B5EF4-FFF2-40B4-BE49-F238E27FC236}">
                  <a16:creationId xmlns:a16="http://schemas.microsoft.com/office/drawing/2014/main" id="{09B782B7-D951-7E49-997F-7299A912B00C}"/>
                </a:ext>
              </a:extLst>
            </p:cNvPr>
            <p:cNvSpPr/>
            <p:nvPr/>
          </p:nvSpPr>
          <p:spPr>
            <a:xfrm>
              <a:off x="5882886" y="1172287"/>
              <a:ext cx="9836" cy="3278"/>
            </a:xfrm>
            <a:custGeom>
              <a:avLst/>
              <a:gdLst>
                <a:gd name="connsiteX0" fmla="*/ 3279 w 9836"/>
                <a:gd name="connsiteY0" fmla="*/ 3279 h 3278"/>
                <a:gd name="connsiteX1" fmla="*/ 6557 w 9836"/>
                <a:gd name="connsiteY1" fmla="*/ 3279 h 3278"/>
                <a:gd name="connsiteX2" fmla="*/ 9836 w 9836"/>
                <a:gd name="connsiteY2" fmla="*/ 3279 h 3278"/>
                <a:gd name="connsiteX3" fmla="*/ 9836 w 9836"/>
                <a:gd name="connsiteY3" fmla="*/ 1639 h 3278"/>
                <a:gd name="connsiteX4" fmla="*/ 8197 w 9836"/>
                <a:gd name="connsiteY4" fmla="*/ 1639 h 3278"/>
                <a:gd name="connsiteX5" fmla="*/ 3279 w 9836"/>
                <a:gd name="connsiteY5" fmla="*/ 0 h 3278"/>
                <a:gd name="connsiteX6" fmla="*/ 0 w 9836"/>
                <a:gd name="connsiteY6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3278">
                  <a:moveTo>
                    <a:pt x="3279" y="3279"/>
                  </a:moveTo>
                  <a:lnTo>
                    <a:pt x="6557" y="3279"/>
                  </a:lnTo>
                  <a:lnTo>
                    <a:pt x="9836" y="3279"/>
                  </a:lnTo>
                  <a:lnTo>
                    <a:pt x="9836" y="1639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32" name="Freeform 4131">
              <a:extLst>
                <a:ext uri="{FF2B5EF4-FFF2-40B4-BE49-F238E27FC236}">
                  <a16:creationId xmlns:a16="http://schemas.microsoft.com/office/drawing/2014/main" id="{326983C1-FB74-5A4D-AC9F-F79B67C1B7B5}"/>
                </a:ext>
              </a:extLst>
            </p:cNvPr>
            <p:cNvSpPr/>
            <p:nvPr/>
          </p:nvSpPr>
          <p:spPr>
            <a:xfrm>
              <a:off x="5887804" y="1160812"/>
              <a:ext cx="4918" cy="1639"/>
            </a:xfrm>
            <a:custGeom>
              <a:avLst/>
              <a:gdLst>
                <a:gd name="connsiteX0" fmla="*/ 4918 w 4918"/>
                <a:gd name="connsiteY0" fmla="*/ 1639 h 1639"/>
                <a:gd name="connsiteX1" fmla="*/ 4918 w 4918"/>
                <a:gd name="connsiteY1" fmla="*/ 0 h 1639"/>
                <a:gd name="connsiteX2" fmla="*/ 0 w 491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4918" y="1639"/>
                  </a:move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33" name="Freeform 4132">
              <a:extLst>
                <a:ext uri="{FF2B5EF4-FFF2-40B4-BE49-F238E27FC236}">
                  <a16:creationId xmlns:a16="http://schemas.microsoft.com/office/drawing/2014/main" id="{18B6CC3E-2EB6-9A4D-A303-3C02BA42CDBB}"/>
                </a:ext>
              </a:extLst>
            </p:cNvPr>
            <p:cNvSpPr/>
            <p:nvPr/>
          </p:nvSpPr>
          <p:spPr>
            <a:xfrm>
              <a:off x="5889443" y="1183763"/>
              <a:ext cx="3278" cy="1639"/>
            </a:xfrm>
            <a:custGeom>
              <a:avLst/>
              <a:gdLst>
                <a:gd name="connsiteX0" fmla="*/ 0 w 3278"/>
                <a:gd name="connsiteY0" fmla="*/ 1639 h 1639"/>
                <a:gd name="connsiteX1" fmla="*/ 3279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163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34" name="Freeform 4133">
              <a:extLst>
                <a:ext uri="{FF2B5EF4-FFF2-40B4-BE49-F238E27FC236}">
                  <a16:creationId xmlns:a16="http://schemas.microsoft.com/office/drawing/2014/main" id="{55E9A786-ED57-CE41-9DF1-76BB1690AAED}"/>
                </a:ext>
              </a:extLst>
            </p:cNvPr>
            <p:cNvSpPr/>
            <p:nvPr/>
          </p:nvSpPr>
          <p:spPr>
            <a:xfrm>
              <a:off x="5894361" y="1195238"/>
              <a:ext cx="6557" cy="3278"/>
            </a:xfrm>
            <a:custGeom>
              <a:avLst/>
              <a:gdLst>
                <a:gd name="connsiteX0" fmla="*/ 0 w 6557"/>
                <a:gd name="connsiteY0" fmla="*/ 3279 h 3278"/>
                <a:gd name="connsiteX1" fmla="*/ 0 w 6557"/>
                <a:gd name="connsiteY1" fmla="*/ 3279 h 3278"/>
                <a:gd name="connsiteX2" fmla="*/ 3278 w 6557"/>
                <a:gd name="connsiteY2" fmla="*/ 3279 h 3278"/>
                <a:gd name="connsiteX3" fmla="*/ 6557 w 6557"/>
                <a:gd name="connsiteY3" fmla="*/ 1639 h 3278"/>
                <a:gd name="connsiteX4" fmla="*/ 3278 w 6557"/>
                <a:gd name="connsiteY4" fmla="*/ 0 h 3278"/>
                <a:gd name="connsiteX5" fmla="*/ 0 w 6557"/>
                <a:gd name="connsiteY5" fmla="*/ 1639 h 3278"/>
                <a:gd name="connsiteX6" fmla="*/ 0 w 6557"/>
                <a:gd name="connsiteY6" fmla="*/ 1639 h 3278"/>
                <a:gd name="connsiteX7" fmla="*/ 0 w 6557"/>
                <a:gd name="connsiteY7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7" h="3278">
                  <a:moveTo>
                    <a:pt x="0" y="3279"/>
                  </a:moveTo>
                  <a:lnTo>
                    <a:pt x="0" y="3279"/>
                  </a:lnTo>
                  <a:lnTo>
                    <a:pt x="3278" y="3279"/>
                  </a:lnTo>
                  <a:lnTo>
                    <a:pt x="6557" y="1639"/>
                  </a:lnTo>
                  <a:lnTo>
                    <a:pt x="3278" y="0"/>
                  </a:lnTo>
                  <a:lnTo>
                    <a:pt x="0" y="1639"/>
                  </a:lnTo>
                  <a:lnTo>
                    <a:pt x="0" y="1639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35" name="Freeform 4134">
              <a:extLst>
                <a:ext uri="{FF2B5EF4-FFF2-40B4-BE49-F238E27FC236}">
                  <a16:creationId xmlns:a16="http://schemas.microsoft.com/office/drawing/2014/main" id="{F7224E9C-CA47-5D48-BB09-0AF3848D7FE8}"/>
                </a:ext>
              </a:extLst>
            </p:cNvPr>
            <p:cNvSpPr/>
            <p:nvPr/>
          </p:nvSpPr>
          <p:spPr>
            <a:xfrm>
              <a:off x="5897640" y="1159173"/>
              <a:ext cx="40983" cy="24590"/>
            </a:xfrm>
            <a:custGeom>
              <a:avLst/>
              <a:gdLst>
                <a:gd name="connsiteX0" fmla="*/ 8197 w 40983"/>
                <a:gd name="connsiteY0" fmla="*/ 9836 h 24590"/>
                <a:gd name="connsiteX1" fmla="*/ 9836 w 40983"/>
                <a:gd name="connsiteY1" fmla="*/ 13115 h 24590"/>
                <a:gd name="connsiteX2" fmla="*/ 6557 w 40983"/>
                <a:gd name="connsiteY2" fmla="*/ 14754 h 24590"/>
                <a:gd name="connsiteX3" fmla="*/ 1639 w 40983"/>
                <a:gd name="connsiteY3" fmla="*/ 14754 h 24590"/>
                <a:gd name="connsiteX4" fmla="*/ 3279 w 40983"/>
                <a:gd name="connsiteY4" fmla="*/ 18033 h 24590"/>
                <a:gd name="connsiteX5" fmla="*/ 0 w 40983"/>
                <a:gd name="connsiteY5" fmla="*/ 21311 h 24590"/>
                <a:gd name="connsiteX6" fmla="*/ 0 w 40983"/>
                <a:gd name="connsiteY6" fmla="*/ 24590 h 24590"/>
                <a:gd name="connsiteX7" fmla="*/ 3279 w 40983"/>
                <a:gd name="connsiteY7" fmla="*/ 21311 h 24590"/>
                <a:gd name="connsiteX8" fmla="*/ 8197 w 40983"/>
                <a:gd name="connsiteY8" fmla="*/ 19672 h 24590"/>
                <a:gd name="connsiteX9" fmla="*/ 11476 w 40983"/>
                <a:gd name="connsiteY9" fmla="*/ 19672 h 24590"/>
                <a:gd name="connsiteX10" fmla="*/ 8197 w 40983"/>
                <a:gd name="connsiteY10" fmla="*/ 22951 h 24590"/>
                <a:gd name="connsiteX11" fmla="*/ 11476 w 40983"/>
                <a:gd name="connsiteY11" fmla="*/ 22951 h 24590"/>
                <a:gd name="connsiteX12" fmla="*/ 14754 w 40983"/>
                <a:gd name="connsiteY12" fmla="*/ 24590 h 24590"/>
                <a:gd name="connsiteX13" fmla="*/ 18033 w 40983"/>
                <a:gd name="connsiteY13" fmla="*/ 21311 h 24590"/>
                <a:gd name="connsiteX14" fmla="*/ 21312 w 40983"/>
                <a:gd name="connsiteY14" fmla="*/ 18033 h 24590"/>
                <a:gd name="connsiteX15" fmla="*/ 22951 w 40983"/>
                <a:gd name="connsiteY15" fmla="*/ 21311 h 24590"/>
                <a:gd name="connsiteX16" fmla="*/ 26229 w 40983"/>
                <a:gd name="connsiteY16" fmla="*/ 19672 h 24590"/>
                <a:gd name="connsiteX17" fmla="*/ 27869 w 40983"/>
                <a:gd name="connsiteY17" fmla="*/ 14754 h 24590"/>
                <a:gd name="connsiteX18" fmla="*/ 31147 w 40983"/>
                <a:gd name="connsiteY18" fmla="*/ 14754 h 24590"/>
                <a:gd name="connsiteX19" fmla="*/ 34426 w 40983"/>
                <a:gd name="connsiteY19" fmla="*/ 14754 h 24590"/>
                <a:gd name="connsiteX20" fmla="*/ 39344 w 40983"/>
                <a:gd name="connsiteY20" fmla="*/ 14754 h 24590"/>
                <a:gd name="connsiteX21" fmla="*/ 40983 w 40983"/>
                <a:gd name="connsiteY21" fmla="*/ 11475 h 24590"/>
                <a:gd name="connsiteX22" fmla="*/ 40983 w 40983"/>
                <a:gd name="connsiteY22" fmla="*/ 8197 h 24590"/>
                <a:gd name="connsiteX23" fmla="*/ 40983 w 40983"/>
                <a:gd name="connsiteY23" fmla="*/ 4918 h 24590"/>
                <a:gd name="connsiteX24" fmla="*/ 37705 w 40983"/>
                <a:gd name="connsiteY24" fmla="*/ 3279 h 24590"/>
                <a:gd name="connsiteX25" fmla="*/ 32787 w 40983"/>
                <a:gd name="connsiteY25" fmla="*/ 3279 h 24590"/>
                <a:gd name="connsiteX26" fmla="*/ 29508 w 40983"/>
                <a:gd name="connsiteY26" fmla="*/ 3279 h 24590"/>
                <a:gd name="connsiteX27" fmla="*/ 29508 w 40983"/>
                <a:gd name="connsiteY27" fmla="*/ 6557 h 24590"/>
                <a:gd name="connsiteX28" fmla="*/ 26229 w 40983"/>
                <a:gd name="connsiteY28" fmla="*/ 8197 h 24590"/>
                <a:gd name="connsiteX29" fmla="*/ 24590 w 40983"/>
                <a:gd name="connsiteY29" fmla="*/ 9836 h 24590"/>
                <a:gd name="connsiteX30" fmla="*/ 21312 w 40983"/>
                <a:gd name="connsiteY30" fmla="*/ 11475 h 24590"/>
                <a:gd name="connsiteX31" fmla="*/ 18033 w 40983"/>
                <a:gd name="connsiteY31" fmla="*/ 14754 h 24590"/>
                <a:gd name="connsiteX32" fmla="*/ 19672 w 40983"/>
                <a:gd name="connsiteY32" fmla="*/ 11475 h 24590"/>
                <a:gd name="connsiteX33" fmla="*/ 22951 w 40983"/>
                <a:gd name="connsiteY33" fmla="*/ 9836 h 24590"/>
                <a:gd name="connsiteX34" fmla="*/ 22951 w 40983"/>
                <a:gd name="connsiteY34" fmla="*/ 6557 h 24590"/>
                <a:gd name="connsiteX35" fmla="*/ 19672 w 40983"/>
                <a:gd name="connsiteY35" fmla="*/ 8197 h 24590"/>
                <a:gd name="connsiteX36" fmla="*/ 21312 w 40983"/>
                <a:gd name="connsiteY36" fmla="*/ 3279 h 24590"/>
                <a:gd name="connsiteX37" fmla="*/ 21312 w 40983"/>
                <a:gd name="connsiteY37" fmla="*/ 0 h 24590"/>
                <a:gd name="connsiteX38" fmla="*/ 21312 w 40983"/>
                <a:gd name="connsiteY38" fmla="*/ 0 h 24590"/>
                <a:gd name="connsiteX39" fmla="*/ 19672 w 40983"/>
                <a:gd name="connsiteY39" fmla="*/ 0 h 24590"/>
                <a:gd name="connsiteX40" fmla="*/ 14754 w 40983"/>
                <a:gd name="connsiteY40" fmla="*/ 0 h 24590"/>
                <a:gd name="connsiteX41" fmla="*/ 13115 w 40983"/>
                <a:gd name="connsiteY41" fmla="*/ 1639 h 24590"/>
                <a:gd name="connsiteX42" fmla="*/ 13115 w 40983"/>
                <a:gd name="connsiteY42" fmla="*/ 4918 h 24590"/>
                <a:gd name="connsiteX43" fmla="*/ 11476 w 40983"/>
                <a:gd name="connsiteY43" fmla="*/ 8197 h 24590"/>
                <a:gd name="connsiteX44" fmla="*/ 14754 w 40983"/>
                <a:gd name="connsiteY44" fmla="*/ 9836 h 24590"/>
                <a:gd name="connsiteX45" fmla="*/ 11476 w 40983"/>
                <a:gd name="connsiteY45" fmla="*/ 8197 h 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0983" h="24590">
                  <a:moveTo>
                    <a:pt x="8197" y="9836"/>
                  </a:moveTo>
                  <a:lnTo>
                    <a:pt x="9836" y="13115"/>
                  </a:lnTo>
                  <a:lnTo>
                    <a:pt x="6557" y="14754"/>
                  </a:lnTo>
                  <a:lnTo>
                    <a:pt x="1639" y="14754"/>
                  </a:lnTo>
                  <a:lnTo>
                    <a:pt x="3279" y="18033"/>
                  </a:lnTo>
                  <a:lnTo>
                    <a:pt x="0" y="21311"/>
                  </a:lnTo>
                  <a:lnTo>
                    <a:pt x="0" y="24590"/>
                  </a:lnTo>
                  <a:lnTo>
                    <a:pt x="3279" y="21311"/>
                  </a:lnTo>
                  <a:lnTo>
                    <a:pt x="8197" y="19672"/>
                  </a:lnTo>
                  <a:lnTo>
                    <a:pt x="11476" y="19672"/>
                  </a:lnTo>
                  <a:lnTo>
                    <a:pt x="8197" y="22951"/>
                  </a:lnTo>
                  <a:lnTo>
                    <a:pt x="11476" y="22951"/>
                  </a:lnTo>
                  <a:lnTo>
                    <a:pt x="14754" y="24590"/>
                  </a:lnTo>
                  <a:lnTo>
                    <a:pt x="18033" y="21311"/>
                  </a:lnTo>
                  <a:lnTo>
                    <a:pt x="21312" y="18033"/>
                  </a:lnTo>
                  <a:lnTo>
                    <a:pt x="22951" y="21311"/>
                  </a:lnTo>
                  <a:lnTo>
                    <a:pt x="26229" y="19672"/>
                  </a:lnTo>
                  <a:lnTo>
                    <a:pt x="27869" y="14754"/>
                  </a:lnTo>
                  <a:lnTo>
                    <a:pt x="31147" y="14754"/>
                  </a:lnTo>
                  <a:lnTo>
                    <a:pt x="34426" y="14754"/>
                  </a:lnTo>
                  <a:lnTo>
                    <a:pt x="39344" y="14754"/>
                  </a:lnTo>
                  <a:lnTo>
                    <a:pt x="40983" y="11475"/>
                  </a:lnTo>
                  <a:lnTo>
                    <a:pt x="40983" y="8197"/>
                  </a:lnTo>
                  <a:lnTo>
                    <a:pt x="40983" y="4918"/>
                  </a:lnTo>
                  <a:lnTo>
                    <a:pt x="37705" y="3279"/>
                  </a:lnTo>
                  <a:lnTo>
                    <a:pt x="32787" y="3279"/>
                  </a:lnTo>
                  <a:lnTo>
                    <a:pt x="29508" y="3279"/>
                  </a:lnTo>
                  <a:lnTo>
                    <a:pt x="29508" y="6557"/>
                  </a:lnTo>
                  <a:lnTo>
                    <a:pt x="26229" y="8197"/>
                  </a:lnTo>
                  <a:lnTo>
                    <a:pt x="24590" y="9836"/>
                  </a:lnTo>
                  <a:lnTo>
                    <a:pt x="21312" y="11475"/>
                  </a:lnTo>
                  <a:lnTo>
                    <a:pt x="18033" y="14754"/>
                  </a:lnTo>
                  <a:lnTo>
                    <a:pt x="19672" y="11475"/>
                  </a:lnTo>
                  <a:lnTo>
                    <a:pt x="22951" y="9836"/>
                  </a:lnTo>
                  <a:lnTo>
                    <a:pt x="22951" y="6557"/>
                  </a:lnTo>
                  <a:lnTo>
                    <a:pt x="19672" y="8197"/>
                  </a:lnTo>
                  <a:lnTo>
                    <a:pt x="21312" y="3279"/>
                  </a:lnTo>
                  <a:lnTo>
                    <a:pt x="21312" y="0"/>
                  </a:lnTo>
                  <a:lnTo>
                    <a:pt x="21312" y="0"/>
                  </a:lnTo>
                  <a:lnTo>
                    <a:pt x="19672" y="0"/>
                  </a:lnTo>
                  <a:lnTo>
                    <a:pt x="14754" y="0"/>
                  </a:lnTo>
                  <a:lnTo>
                    <a:pt x="13115" y="1639"/>
                  </a:lnTo>
                  <a:lnTo>
                    <a:pt x="13115" y="4918"/>
                  </a:lnTo>
                  <a:lnTo>
                    <a:pt x="11476" y="8197"/>
                  </a:lnTo>
                  <a:lnTo>
                    <a:pt x="14754" y="9836"/>
                  </a:lnTo>
                  <a:lnTo>
                    <a:pt x="11476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36" name="Freeform 4135">
              <a:extLst>
                <a:ext uri="{FF2B5EF4-FFF2-40B4-BE49-F238E27FC236}">
                  <a16:creationId xmlns:a16="http://schemas.microsoft.com/office/drawing/2014/main" id="{DFD05499-FED6-4944-A7EA-25C54BAECD92}"/>
                </a:ext>
              </a:extLst>
            </p:cNvPr>
            <p:cNvSpPr/>
            <p:nvPr/>
          </p:nvSpPr>
          <p:spPr>
            <a:xfrm>
              <a:off x="5905836" y="1146058"/>
              <a:ext cx="19672" cy="14754"/>
            </a:xfrm>
            <a:custGeom>
              <a:avLst/>
              <a:gdLst>
                <a:gd name="connsiteX0" fmla="*/ 6557 w 19672"/>
                <a:gd name="connsiteY0" fmla="*/ 11475 h 14754"/>
                <a:gd name="connsiteX1" fmla="*/ 9836 w 19672"/>
                <a:gd name="connsiteY1" fmla="*/ 11475 h 14754"/>
                <a:gd name="connsiteX2" fmla="*/ 14754 w 19672"/>
                <a:gd name="connsiteY2" fmla="*/ 8197 h 14754"/>
                <a:gd name="connsiteX3" fmla="*/ 18033 w 19672"/>
                <a:gd name="connsiteY3" fmla="*/ 4918 h 14754"/>
                <a:gd name="connsiteX4" fmla="*/ 19672 w 19672"/>
                <a:gd name="connsiteY4" fmla="*/ 1639 h 14754"/>
                <a:gd name="connsiteX5" fmla="*/ 16393 w 19672"/>
                <a:gd name="connsiteY5" fmla="*/ 0 h 14754"/>
                <a:gd name="connsiteX6" fmla="*/ 11476 w 19672"/>
                <a:gd name="connsiteY6" fmla="*/ 1639 h 14754"/>
                <a:gd name="connsiteX7" fmla="*/ 9836 w 19672"/>
                <a:gd name="connsiteY7" fmla="*/ 4918 h 14754"/>
                <a:gd name="connsiteX8" fmla="*/ 4918 w 19672"/>
                <a:gd name="connsiteY8" fmla="*/ 6557 h 14754"/>
                <a:gd name="connsiteX9" fmla="*/ 1639 w 19672"/>
                <a:gd name="connsiteY9" fmla="*/ 9836 h 14754"/>
                <a:gd name="connsiteX10" fmla="*/ 0 w 19672"/>
                <a:gd name="connsiteY10" fmla="*/ 14754 h 14754"/>
                <a:gd name="connsiteX11" fmla="*/ 3279 w 19672"/>
                <a:gd name="connsiteY11" fmla="*/ 14754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72" h="14754">
                  <a:moveTo>
                    <a:pt x="6557" y="11475"/>
                  </a:moveTo>
                  <a:lnTo>
                    <a:pt x="9836" y="11475"/>
                  </a:lnTo>
                  <a:lnTo>
                    <a:pt x="14754" y="8197"/>
                  </a:lnTo>
                  <a:lnTo>
                    <a:pt x="18033" y="4918"/>
                  </a:lnTo>
                  <a:lnTo>
                    <a:pt x="19672" y="1639"/>
                  </a:lnTo>
                  <a:lnTo>
                    <a:pt x="16393" y="0"/>
                  </a:lnTo>
                  <a:lnTo>
                    <a:pt x="11476" y="1639"/>
                  </a:lnTo>
                  <a:lnTo>
                    <a:pt x="9836" y="4918"/>
                  </a:lnTo>
                  <a:lnTo>
                    <a:pt x="4918" y="6557"/>
                  </a:lnTo>
                  <a:lnTo>
                    <a:pt x="1639" y="9836"/>
                  </a:lnTo>
                  <a:lnTo>
                    <a:pt x="0" y="14754"/>
                  </a:lnTo>
                  <a:lnTo>
                    <a:pt x="3279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37" name="Freeform 4136">
              <a:extLst>
                <a:ext uri="{FF2B5EF4-FFF2-40B4-BE49-F238E27FC236}">
                  <a16:creationId xmlns:a16="http://schemas.microsoft.com/office/drawing/2014/main" id="{DCDCC9B2-6E5F-A44A-A718-4296EE533F50}"/>
                </a:ext>
              </a:extLst>
            </p:cNvPr>
            <p:cNvSpPr/>
            <p:nvPr/>
          </p:nvSpPr>
          <p:spPr>
            <a:xfrm>
              <a:off x="5909115" y="1193599"/>
              <a:ext cx="11475" cy="1639"/>
            </a:xfrm>
            <a:custGeom>
              <a:avLst/>
              <a:gdLst>
                <a:gd name="connsiteX0" fmla="*/ 3278 w 11475"/>
                <a:gd name="connsiteY0" fmla="*/ 0 h 1639"/>
                <a:gd name="connsiteX1" fmla="*/ 0 w 11475"/>
                <a:gd name="connsiteY1" fmla="*/ 1639 h 1639"/>
                <a:gd name="connsiteX2" fmla="*/ 3278 w 11475"/>
                <a:gd name="connsiteY2" fmla="*/ 1639 h 1639"/>
                <a:gd name="connsiteX3" fmla="*/ 8197 w 11475"/>
                <a:gd name="connsiteY3" fmla="*/ 1639 h 1639"/>
                <a:gd name="connsiteX4" fmla="*/ 11475 w 11475"/>
                <a:gd name="connsiteY4" fmla="*/ 0 h 1639"/>
                <a:gd name="connsiteX5" fmla="*/ 6557 w 11475"/>
                <a:gd name="connsiteY5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1639">
                  <a:moveTo>
                    <a:pt x="3278" y="0"/>
                  </a:moveTo>
                  <a:lnTo>
                    <a:pt x="0" y="1639"/>
                  </a:lnTo>
                  <a:lnTo>
                    <a:pt x="3278" y="1639"/>
                  </a:lnTo>
                  <a:lnTo>
                    <a:pt x="8197" y="1639"/>
                  </a:lnTo>
                  <a:lnTo>
                    <a:pt x="11475" y="0"/>
                  </a:lnTo>
                  <a:lnTo>
                    <a:pt x="65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38" name="Freeform 4137">
              <a:extLst>
                <a:ext uri="{FF2B5EF4-FFF2-40B4-BE49-F238E27FC236}">
                  <a16:creationId xmlns:a16="http://schemas.microsoft.com/office/drawing/2014/main" id="{250A961A-604A-BB41-BF0B-6D2542AF32CC}"/>
                </a:ext>
              </a:extLst>
            </p:cNvPr>
            <p:cNvSpPr/>
            <p:nvPr/>
          </p:nvSpPr>
          <p:spPr>
            <a:xfrm>
              <a:off x="5925509" y="1175566"/>
              <a:ext cx="9836" cy="3278"/>
            </a:xfrm>
            <a:custGeom>
              <a:avLst/>
              <a:gdLst>
                <a:gd name="connsiteX0" fmla="*/ 0 w 9836"/>
                <a:gd name="connsiteY0" fmla="*/ 1639 h 3278"/>
                <a:gd name="connsiteX1" fmla="*/ 4918 w 9836"/>
                <a:gd name="connsiteY1" fmla="*/ 3279 h 3278"/>
                <a:gd name="connsiteX2" fmla="*/ 8197 w 9836"/>
                <a:gd name="connsiteY2" fmla="*/ 3279 h 3278"/>
                <a:gd name="connsiteX3" fmla="*/ 9836 w 9836"/>
                <a:gd name="connsiteY3" fmla="*/ 0 h 3278"/>
                <a:gd name="connsiteX4" fmla="*/ 4918 w 9836"/>
                <a:gd name="connsiteY4" fmla="*/ 0 h 3278"/>
                <a:gd name="connsiteX5" fmla="*/ 1639 w 9836"/>
                <a:gd name="connsiteY5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6" h="3278">
                  <a:moveTo>
                    <a:pt x="0" y="1639"/>
                  </a:moveTo>
                  <a:lnTo>
                    <a:pt x="4918" y="3279"/>
                  </a:lnTo>
                  <a:lnTo>
                    <a:pt x="8197" y="3279"/>
                  </a:lnTo>
                  <a:lnTo>
                    <a:pt x="9836" y="0"/>
                  </a:lnTo>
                  <a:lnTo>
                    <a:pt x="4918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39" name="Freeform 4138">
              <a:extLst>
                <a:ext uri="{FF2B5EF4-FFF2-40B4-BE49-F238E27FC236}">
                  <a16:creationId xmlns:a16="http://schemas.microsoft.com/office/drawing/2014/main" id="{0B407705-FD19-634F-AFFD-29B8442D30D0}"/>
                </a:ext>
              </a:extLst>
            </p:cNvPr>
            <p:cNvSpPr/>
            <p:nvPr/>
          </p:nvSpPr>
          <p:spPr>
            <a:xfrm>
              <a:off x="5932066" y="1159173"/>
              <a:ext cx="8196" cy="3278"/>
            </a:xfrm>
            <a:custGeom>
              <a:avLst/>
              <a:gdLst>
                <a:gd name="connsiteX0" fmla="*/ 3279 w 8196"/>
                <a:gd name="connsiteY0" fmla="*/ 3279 h 3278"/>
                <a:gd name="connsiteX1" fmla="*/ 8197 w 8196"/>
                <a:gd name="connsiteY1" fmla="*/ 1639 h 3278"/>
                <a:gd name="connsiteX2" fmla="*/ 3279 w 8196"/>
                <a:gd name="connsiteY2" fmla="*/ 0 h 3278"/>
                <a:gd name="connsiteX3" fmla="*/ 0 w 8196"/>
                <a:gd name="connsiteY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3279" y="3279"/>
                  </a:moveTo>
                  <a:lnTo>
                    <a:pt x="8197" y="1639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40" name="Freeform 4139">
              <a:extLst>
                <a:ext uri="{FF2B5EF4-FFF2-40B4-BE49-F238E27FC236}">
                  <a16:creationId xmlns:a16="http://schemas.microsoft.com/office/drawing/2014/main" id="{200A40EF-67B2-1242-8B78-47ED208BEF58}"/>
                </a:ext>
              </a:extLst>
            </p:cNvPr>
            <p:cNvSpPr/>
            <p:nvPr/>
          </p:nvSpPr>
          <p:spPr>
            <a:xfrm>
              <a:off x="5938623" y="764093"/>
              <a:ext cx="226228" cy="40983"/>
            </a:xfrm>
            <a:custGeom>
              <a:avLst/>
              <a:gdLst>
                <a:gd name="connsiteX0" fmla="*/ 19672 w 226228"/>
                <a:gd name="connsiteY0" fmla="*/ 14754 h 40983"/>
                <a:gd name="connsiteX1" fmla="*/ 14754 w 226228"/>
                <a:gd name="connsiteY1" fmla="*/ 16393 h 40983"/>
                <a:gd name="connsiteX2" fmla="*/ 11476 w 226228"/>
                <a:gd name="connsiteY2" fmla="*/ 16393 h 40983"/>
                <a:gd name="connsiteX3" fmla="*/ 6557 w 226228"/>
                <a:gd name="connsiteY3" fmla="*/ 18033 h 40983"/>
                <a:gd name="connsiteX4" fmla="*/ 11476 w 226228"/>
                <a:gd name="connsiteY4" fmla="*/ 19672 h 40983"/>
                <a:gd name="connsiteX5" fmla="*/ 14754 w 226228"/>
                <a:gd name="connsiteY5" fmla="*/ 21311 h 40983"/>
                <a:gd name="connsiteX6" fmla="*/ 18033 w 226228"/>
                <a:gd name="connsiteY6" fmla="*/ 21311 h 40983"/>
                <a:gd name="connsiteX7" fmla="*/ 22951 w 226228"/>
                <a:gd name="connsiteY7" fmla="*/ 22951 h 40983"/>
                <a:gd name="connsiteX8" fmla="*/ 26229 w 226228"/>
                <a:gd name="connsiteY8" fmla="*/ 22951 h 40983"/>
                <a:gd name="connsiteX9" fmla="*/ 29508 w 226228"/>
                <a:gd name="connsiteY9" fmla="*/ 22951 h 40983"/>
                <a:gd name="connsiteX10" fmla="*/ 34426 w 226228"/>
                <a:gd name="connsiteY10" fmla="*/ 22951 h 40983"/>
                <a:gd name="connsiteX11" fmla="*/ 37705 w 226228"/>
                <a:gd name="connsiteY11" fmla="*/ 22951 h 40983"/>
                <a:gd name="connsiteX12" fmla="*/ 42623 w 226228"/>
                <a:gd name="connsiteY12" fmla="*/ 24590 h 40983"/>
                <a:gd name="connsiteX13" fmla="*/ 45902 w 226228"/>
                <a:gd name="connsiteY13" fmla="*/ 22951 h 40983"/>
                <a:gd name="connsiteX14" fmla="*/ 50820 w 226228"/>
                <a:gd name="connsiteY14" fmla="*/ 22951 h 40983"/>
                <a:gd name="connsiteX15" fmla="*/ 54098 w 226228"/>
                <a:gd name="connsiteY15" fmla="*/ 22951 h 40983"/>
                <a:gd name="connsiteX16" fmla="*/ 57377 w 226228"/>
                <a:gd name="connsiteY16" fmla="*/ 22951 h 40983"/>
                <a:gd name="connsiteX17" fmla="*/ 62295 w 226228"/>
                <a:gd name="connsiteY17" fmla="*/ 21311 h 40983"/>
                <a:gd name="connsiteX18" fmla="*/ 65573 w 226228"/>
                <a:gd name="connsiteY18" fmla="*/ 21311 h 40983"/>
                <a:gd name="connsiteX19" fmla="*/ 68852 w 226228"/>
                <a:gd name="connsiteY19" fmla="*/ 21311 h 40983"/>
                <a:gd name="connsiteX20" fmla="*/ 73770 w 226228"/>
                <a:gd name="connsiteY20" fmla="*/ 21311 h 40983"/>
                <a:gd name="connsiteX21" fmla="*/ 77049 w 226228"/>
                <a:gd name="connsiteY21" fmla="*/ 21311 h 40983"/>
                <a:gd name="connsiteX22" fmla="*/ 80327 w 226228"/>
                <a:gd name="connsiteY22" fmla="*/ 21311 h 40983"/>
                <a:gd name="connsiteX23" fmla="*/ 85246 w 226228"/>
                <a:gd name="connsiteY23" fmla="*/ 21311 h 40983"/>
                <a:gd name="connsiteX24" fmla="*/ 88524 w 226228"/>
                <a:gd name="connsiteY24" fmla="*/ 19672 h 40983"/>
                <a:gd name="connsiteX25" fmla="*/ 93442 w 226228"/>
                <a:gd name="connsiteY25" fmla="*/ 19672 h 40983"/>
                <a:gd name="connsiteX26" fmla="*/ 96721 w 226228"/>
                <a:gd name="connsiteY26" fmla="*/ 19672 h 40983"/>
                <a:gd name="connsiteX27" fmla="*/ 100000 w 226228"/>
                <a:gd name="connsiteY27" fmla="*/ 22951 h 40983"/>
                <a:gd name="connsiteX28" fmla="*/ 104917 w 226228"/>
                <a:gd name="connsiteY28" fmla="*/ 21311 h 40983"/>
                <a:gd name="connsiteX29" fmla="*/ 108196 w 226228"/>
                <a:gd name="connsiteY29" fmla="*/ 21311 h 40983"/>
                <a:gd name="connsiteX30" fmla="*/ 104917 w 226228"/>
                <a:gd name="connsiteY30" fmla="*/ 22951 h 40983"/>
                <a:gd name="connsiteX31" fmla="*/ 100000 w 226228"/>
                <a:gd name="connsiteY31" fmla="*/ 22951 h 40983"/>
                <a:gd name="connsiteX32" fmla="*/ 96721 w 226228"/>
                <a:gd name="connsiteY32" fmla="*/ 24590 h 40983"/>
                <a:gd name="connsiteX33" fmla="*/ 91803 w 226228"/>
                <a:gd name="connsiteY33" fmla="*/ 24590 h 40983"/>
                <a:gd name="connsiteX34" fmla="*/ 86885 w 226228"/>
                <a:gd name="connsiteY34" fmla="*/ 24590 h 40983"/>
                <a:gd name="connsiteX35" fmla="*/ 83606 w 226228"/>
                <a:gd name="connsiteY35" fmla="*/ 24590 h 40983"/>
                <a:gd name="connsiteX36" fmla="*/ 78688 w 226228"/>
                <a:gd name="connsiteY36" fmla="*/ 24590 h 40983"/>
                <a:gd name="connsiteX37" fmla="*/ 75410 w 226228"/>
                <a:gd name="connsiteY37" fmla="*/ 24590 h 40983"/>
                <a:gd name="connsiteX38" fmla="*/ 72131 w 226228"/>
                <a:gd name="connsiteY38" fmla="*/ 24590 h 40983"/>
                <a:gd name="connsiteX39" fmla="*/ 67213 w 226228"/>
                <a:gd name="connsiteY39" fmla="*/ 24590 h 40983"/>
                <a:gd name="connsiteX40" fmla="*/ 72131 w 226228"/>
                <a:gd name="connsiteY40" fmla="*/ 26229 h 40983"/>
                <a:gd name="connsiteX41" fmla="*/ 75410 w 226228"/>
                <a:gd name="connsiteY41" fmla="*/ 27869 h 40983"/>
                <a:gd name="connsiteX42" fmla="*/ 78688 w 226228"/>
                <a:gd name="connsiteY42" fmla="*/ 27869 h 40983"/>
                <a:gd name="connsiteX43" fmla="*/ 73770 w 226228"/>
                <a:gd name="connsiteY43" fmla="*/ 27869 h 40983"/>
                <a:gd name="connsiteX44" fmla="*/ 70492 w 226228"/>
                <a:gd name="connsiteY44" fmla="*/ 27869 h 40983"/>
                <a:gd name="connsiteX45" fmla="*/ 65573 w 226228"/>
                <a:gd name="connsiteY45" fmla="*/ 27869 h 40983"/>
                <a:gd name="connsiteX46" fmla="*/ 62295 w 226228"/>
                <a:gd name="connsiteY46" fmla="*/ 27869 h 40983"/>
                <a:gd name="connsiteX47" fmla="*/ 59016 w 226228"/>
                <a:gd name="connsiteY47" fmla="*/ 26229 h 40983"/>
                <a:gd name="connsiteX48" fmla="*/ 55737 w 226228"/>
                <a:gd name="connsiteY48" fmla="*/ 26229 h 40983"/>
                <a:gd name="connsiteX49" fmla="*/ 54098 w 226228"/>
                <a:gd name="connsiteY49" fmla="*/ 26229 h 40983"/>
                <a:gd name="connsiteX50" fmla="*/ 49180 w 226228"/>
                <a:gd name="connsiteY50" fmla="*/ 26229 h 40983"/>
                <a:gd name="connsiteX51" fmla="*/ 45902 w 226228"/>
                <a:gd name="connsiteY51" fmla="*/ 26229 h 40983"/>
                <a:gd name="connsiteX52" fmla="*/ 49180 w 226228"/>
                <a:gd name="connsiteY52" fmla="*/ 29508 h 40983"/>
                <a:gd name="connsiteX53" fmla="*/ 54098 w 226228"/>
                <a:gd name="connsiteY53" fmla="*/ 29508 h 40983"/>
                <a:gd name="connsiteX54" fmla="*/ 54098 w 226228"/>
                <a:gd name="connsiteY54" fmla="*/ 29508 h 40983"/>
                <a:gd name="connsiteX55" fmla="*/ 59016 w 226228"/>
                <a:gd name="connsiteY55" fmla="*/ 31147 h 40983"/>
                <a:gd name="connsiteX56" fmla="*/ 62295 w 226228"/>
                <a:gd name="connsiteY56" fmla="*/ 32787 h 40983"/>
                <a:gd name="connsiteX57" fmla="*/ 67213 w 226228"/>
                <a:gd name="connsiteY57" fmla="*/ 32787 h 40983"/>
                <a:gd name="connsiteX58" fmla="*/ 70492 w 226228"/>
                <a:gd name="connsiteY58" fmla="*/ 32787 h 40983"/>
                <a:gd name="connsiteX59" fmla="*/ 73770 w 226228"/>
                <a:gd name="connsiteY59" fmla="*/ 32787 h 40983"/>
                <a:gd name="connsiteX60" fmla="*/ 78688 w 226228"/>
                <a:gd name="connsiteY60" fmla="*/ 34426 h 40983"/>
                <a:gd name="connsiteX61" fmla="*/ 81967 w 226228"/>
                <a:gd name="connsiteY61" fmla="*/ 34426 h 40983"/>
                <a:gd name="connsiteX62" fmla="*/ 86885 w 226228"/>
                <a:gd name="connsiteY62" fmla="*/ 34426 h 40983"/>
                <a:gd name="connsiteX63" fmla="*/ 90164 w 226228"/>
                <a:gd name="connsiteY63" fmla="*/ 34426 h 40983"/>
                <a:gd name="connsiteX64" fmla="*/ 95082 w 226228"/>
                <a:gd name="connsiteY64" fmla="*/ 34426 h 40983"/>
                <a:gd name="connsiteX65" fmla="*/ 98360 w 226228"/>
                <a:gd name="connsiteY65" fmla="*/ 34426 h 40983"/>
                <a:gd name="connsiteX66" fmla="*/ 103279 w 226228"/>
                <a:gd name="connsiteY66" fmla="*/ 34426 h 40983"/>
                <a:gd name="connsiteX67" fmla="*/ 106557 w 226228"/>
                <a:gd name="connsiteY67" fmla="*/ 32787 h 40983"/>
                <a:gd name="connsiteX68" fmla="*/ 109836 w 226228"/>
                <a:gd name="connsiteY68" fmla="*/ 32787 h 40983"/>
                <a:gd name="connsiteX69" fmla="*/ 116393 w 226228"/>
                <a:gd name="connsiteY69" fmla="*/ 34426 h 40983"/>
                <a:gd name="connsiteX70" fmla="*/ 119672 w 226228"/>
                <a:gd name="connsiteY70" fmla="*/ 34426 h 40983"/>
                <a:gd name="connsiteX71" fmla="*/ 122950 w 226228"/>
                <a:gd name="connsiteY71" fmla="*/ 32787 h 40983"/>
                <a:gd name="connsiteX72" fmla="*/ 119672 w 226228"/>
                <a:gd name="connsiteY72" fmla="*/ 36065 h 40983"/>
                <a:gd name="connsiteX73" fmla="*/ 122950 w 226228"/>
                <a:gd name="connsiteY73" fmla="*/ 37705 h 40983"/>
                <a:gd name="connsiteX74" fmla="*/ 127869 w 226228"/>
                <a:gd name="connsiteY74" fmla="*/ 39344 h 40983"/>
                <a:gd name="connsiteX75" fmla="*/ 131147 w 226228"/>
                <a:gd name="connsiteY75" fmla="*/ 39344 h 40983"/>
                <a:gd name="connsiteX76" fmla="*/ 136065 w 226228"/>
                <a:gd name="connsiteY76" fmla="*/ 40983 h 40983"/>
                <a:gd name="connsiteX77" fmla="*/ 139344 w 226228"/>
                <a:gd name="connsiteY77" fmla="*/ 40983 h 40983"/>
                <a:gd name="connsiteX78" fmla="*/ 142623 w 226228"/>
                <a:gd name="connsiteY78" fmla="*/ 40983 h 40983"/>
                <a:gd name="connsiteX79" fmla="*/ 147540 w 226228"/>
                <a:gd name="connsiteY79" fmla="*/ 40983 h 40983"/>
                <a:gd name="connsiteX80" fmla="*/ 152459 w 226228"/>
                <a:gd name="connsiteY80" fmla="*/ 40983 h 40983"/>
                <a:gd name="connsiteX81" fmla="*/ 155737 w 226228"/>
                <a:gd name="connsiteY81" fmla="*/ 40983 h 40983"/>
                <a:gd name="connsiteX82" fmla="*/ 159016 w 226228"/>
                <a:gd name="connsiteY82" fmla="*/ 39344 h 40983"/>
                <a:gd name="connsiteX83" fmla="*/ 162294 w 226228"/>
                <a:gd name="connsiteY83" fmla="*/ 36065 h 40983"/>
                <a:gd name="connsiteX84" fmla="*/ 167213 w 226228"/>
                <a:gd name="connsiteY84" fmla="*/ 36065 h 40983"/>
                <a:gd name="connsiteX85" fmla="*/ 170491 w 226228"/>
                <a:gd name="connsiteY85" fmla="*/ 34426 h 40983"/>
                <a:gd name="connsiteX86" fmla="*/ 173770 w 226228"/>
                <a:gd name="connsiteY86" fmla="*/ 34426 h 40983"/>
                <a:gd name="connsiteX87" fmla="*/ 178688 w 226228"/>
                <a:gd name="connsiteY87" fmla="*/ 36065 h 40983"/>
                <a:gd name="connsiteX88" fmla="*/ 181966 w 226228"/>
                <a:gd name="connsiteY88" fmla="*/ 36065 h 40983"/>
                <a:gd name="connsiteX89" fmla="*/ 186884 w 226228"/>
                <a:gd name="connsiteY89" fmla="*/ 34426 h 40983"/>
                <a:gd name="connsiteX90" fmla="*/ 190163 w 226228"/>
                <a:gd name="connsiteY90" fmla="*/ 34426 h 40983"/>
                <a:gd name="connsiteX91" fmla="*/ 193442 w 226228"/>
                <a:gd name="connsiteY91" fmla="*/ 32787 h 40983"/>
                <a:gd name="connsiteX92" fmla="*/ 198360 w 226228"/>
                <a:gd name="connsiteY92" fmla="*/ 31147 h 40983"/>
                <a:gd name="connsiteX93" fmla="*/ 195081 w 226228"/>
                <a:gd name="connsiteY93" fmla="*/ 27869 h 40983"/>
                <a:gd name="connsiteX94" fmla="*/ 198360 w 226228"/>
                <a:gd name="connsiteY94" fmla="*/ 26229 h 40983"/>
                <a:gd name="connsiteX95" fmla="*/ 203278 w 226228"/>
                <a:gd name="connsiteY95" fmla="*/ 26229 h 40983"/>
                <a:gd name="connsiteX96" fmla="*/ 206557 w 226228"/>
                <a:gd name="connsiteY96" fmla="*/ 24590 h 40983"/>
                <a:gd name="connsiteX97" fmla="*/ 209835 w 226228"/>
                <a:gd name="connsiteY97" fmla="*/ 24590 h 40983"/>
                <a:gd name="connsiteX98" fmla="*/ 214753 w 226228"/>
                <a:gd name="connsiteY98" fmla="*/ 21311 h 40983"/>
                <a:gd name="connsiteX99" fmla="*/ 218032 w 226228"/>
                <a:gd name="connsiteY99" fmla="*/ 21311 h 40983"/>
                <a:gd name="connsiteX100" fmla="*/ 222950 w 226228"/>
                <a:gd name="connsiteY100" fmla="*/ 19672 h 40983"/>
                <a:gd name="connsiteX101" fmla="*/ 226229 w 226228"/>
                <a:gd name="connsiteY101" fmla="*/ 19672 h 40983"/>
                <a:gd name="connsiteX102" fmla="*/ 224589 w 226228"/>
                <a:gd name="connsiteY102" fmla="*/ 14754 h 40983"/>
                <a:gd name="connsiteX103" fmla="*/ 224589 w 226228"/>
                <a:gd name="connsiteY103" fmla="*/ 14754 h 40983"/>
                <a:gd name="connsiteX104" fmla="*/ 221310 w 226228"/>
                <a:gd name="connsiteY104" fmla="*/ 11475 h 40983"/>
                <a:gd name="connsiteX105" fmla="*/ 216393 w 226228"/>
                <a:gd name="connsiteY105" fmla="*/ 9836 h 40983"/>
                <a:gd name="connsiteX106" fmla="*/ 213114 w 226228"/>
                <a:gd name="connsiteY106" fmla="*/ 9836 h 40983"/>
                <a:gd name="connsiteX107" fmla="*/ 209835 w 226228"/>
                <a:gd name="connsiteY107" fmla="*/ 9836 h 40983"/>
                <a:gd name="connsiteX108" fmla="*/ 204917 w 226228"/>
                <a:gd name="connsiteY108" fmla="*/ 9836 h 40983"/>
                <a:gd name="connsiteX109" fmla="*/ 201639 w 226228"/>
                <a:gd name="connsiteY109" fmla="*/ 9836 h 40983"/>
                <a:gd name="connsiteX110" fmla="*/ 198360 w 226228"/>
                <a:gd name="connsiteY110" fmla="*/ 9836 h 40983"/>
                <a:gd name="connsiteX111" fmla="*/ 193442 w 226228"/>
                <a:gd name="connsiteY111" fmla="*/ 9836 h 40983"/>
                <a:gd name="connsiteX112" fmla="*/ 190163 w 226228"/>
                <a:gd name="connsiteY112" fmla="*/ 9836 h 40983"/>
                <a:gd name="connsiteX113" fmla="*/ 186884 w 226228"/>
                <a:gd name="connsiteY113" fmla="*/ 9836 h 40983"/>
                <a:gd name="connsiteX114" fmla="*/ 181966 w 226228"/>
                <a:gd name="connsiteY114" fmla="*/ 8197 h 40983"/>
                <a:gd name="connsiteX115" fmla="*/ 178688 w 226228"/>
                <a:gd name="connsiteY115" fmla="*/ 8197 h 40983"/>
                <a:gd name="connsiteX116" fmla="*/ 173770 w 226228"/>
                <a:gd name="connsiteY116" fmla="*/ 8197 h 40983"/>
                <a:gd name="connsiteX117" fmla="*/ 170491 w 226228"/>
                <a:gd name="connsiteY117" fmla="*/ 8197 h 40983"/>
                <a:gd name="connsiteX118" fmla="*/ 165573 w 226228"/>
                <a:gd name="connsiteY118" fmla="*/ 8197 h 40983"/>
                <a:gd name="connsiteX119" fmla="*/ 162294 w 226228"/>
                <a:gd name="connsiteY119" fmla="*/ 6557 h 40983"/>
                <a:gd name="connsiteX120" fmla="*/ 159016 w 226228"/>
                <a:gd name="connsiteY120" fmla="*/ 8197 h 40983"/>
                <a:gd name="connsiteX121" fmla="*/ 154098 w 226228"/>
                <a:gd name="connsiteY121" fmla="*/ 4918 h 40983"/>
                <a:gd name="connsiteX122" fmla="*/ 150819 w 226228"/>
                <a:gd name="connsiteY122" fmla="*/ 4918 h 40983"/>
                <a:gd name="connsiteX123" fmla="*/ 155737 w 226228"/>
                <a:gd name="connsiteY123" fmla="*/ 4918 h 40983"/>
                <a:gd name="connsiteX124" fmla="*/ 150819 w 226228"/>
                <a:gd name="connsiteY124" fmla="*/ 6557 h 40983"/>
                <a:gd name="connsiteX125" fmla="*/ 147540 w 226228"/>
                <a:gd name="connsiteY125" fmla="*/ 6557 h 40983"/>
                <a:gd name="connsiteX126" fmla="*/ 144262 w 226228"/>
                <a:gd name="connsiteY126" fmla="*/ 6557 h 40983"/>
                <a:gd name="connsiteX127" fmla="*/ 139344 w 226228"/>
                <a:gd name="connsiteY127" fmla="*/ 9836 h 40983"/>
                <a:gd name="connsiteX128" fmla="*/ 136065 w 226228"/>
                <a:gd name="connsiteY128" fmla="*/ 11475 h 40983"/>
                <a:gd name="connsiteX129" fmla="*/ 132786 w 226228"/>
                <a:gd name="connsiteY129" fmla="*/ 11475 h 40983"/>
                <a:gd name="connsiteX130" fmla="*/ 127869 w 226228"/>
                <a:gd name="connsiteY130" fmla="*/ 9836 h 40983"/>
                <a:gd name="connsiteX131" fmla="*/ 124590 w 226228"/>
                <a:gd name="connsiteY131" fmla="*/ 11475 h 40983"/>
                <a:gd name="connsiteX132" fmla="*/ 127869 w 226228"/>
                <a:gd name="connsiteY132" fmla="*/ 8197 h 40983"/>
                <a:gd name="connsiteX133" fmla="*/ 126229 w 226228"/>
                <a:gd name="connsiteY133" fmla="*/ 3279 h 40983"/>
                <a:gd name="connsiteX134" fmla="*/ 129508 w 226228"/>
                <a:gd name="connsiteY134" fmla="*/ 3279 h 40983"/>
                <a:gd name="connsiteX135" fmla="*/ 126229 w 226228"/>
                <a:gd name="connsiteY135" fmla="*/ 1639 h 40983"/>
                <a:gd name="connsiteX136" fmla="*/ 122950 w 226228"/>
                <a:gd name="connsiteY136" fmla="*/ 1639 h 40983"/>
                <a:gd name="connsiteX137" fmla="*/ 118032 w 226228"/>
                <a:gd name="connsiteY137" fmla="*/ 0 h 40983"/>
                <a:gd name="connsiteX138" fmla="*/ 118032 w 226228"/>
                <a:gd name="connsiteY138" fmla="*/ 3279 h 40983"/>
                <a:gd name="connsiteX139" fmla="*/ 114754 w 226228"/>
                <a:gd name="connsiteY139" fmla="*/ 4918 h 40983"/>
                <a:gd name="connsiteX140" fmla="*/ 109836 w 226228"/>
                <a:gd name="connsiteY140" fmla="*/ 3279 h 40983"/>
                <a:gd name="connsiteX141" fmla="*/ 113114 w 226228"/>
                <a:gd name="connsiteY141" fmla="*/ 6557 h 40983"/>
                <a:gd name="connsiteX142" fmla="*/ 109836 w 226228"/>
                <a:gd name="connsiteY142" fmla="*/ 9836 h 40983"/>
                <a:gd name="connsiteX143" fmla="*/ 111475 w 226228"/>
                <a:gd name="connsiteY143" fmla="*/ 13115 h 40983"/>
                <a:gd name="connsiteX144" fmla="*/ 109836 w 226228"/>
                <a:gd name="connsiteY144" fmla="*/ 14754 h 40983"/>
                <a:gd name="connsiteX145" fmla="*/ 106557 w 226228"/>
                <a:gd name="connsiteY145" fmla="*/ 14754 h 40983"/>
                <a:gd name="connsiteX146" fmla="*/ 106557 w 226228"/>
                <a:gd name="connsiteY146" fmla="*/ 14754 h 40983"/>
                <a:gd name="connsiteX147" fmla="*/ 101639 w 226228"/>
                <a:gd name="connsiteY147" fmla="*/ 11475 h 40983"/>
                <a:gd name="connsiteX148" fmla="*/ 98360 w 226228"/>
                <a:gd name="connsiteY148" fmla="*/ 11475 h 40983"/>
                <a:gd name="connsiteX149" fmla="*/ 95082 w 226228"/>
                <a:gd name="connsiteY149" fmla="*/ 11475 h 40983"/>
                <a:gd name="connsiteX150" fmla="*/ 90164 w 226228"/>
                <a:gd name="connsiteY150" fmla="*/ 11475 h 40983"/>
                <a:gd name="connsiteX151" fmla="*/ 95082 w 226228"/>
                <a:gd name="connsiteY151" fmla="*/ 9836 h 40983"/>
                <a:gd name="connsiteX152" fmla="*/ 90164 w 226228"/>
                <a:gd name="connsiteY152" fmla="*/ 8197 h 40983"/>
                <a:gd name="connsiteX153" fmla="*/ 86885 w 226228"/>
                <a:gd name="connsiteY153" fmla="*/ 6557 h 40983"/>
                <a:gd name="connsiteX154" fmla="*/ 83606 w 226228"/>
                <a:gd name="connsiteY154" fmla="*/ 8197 h 40983"/>
                <a:gd name="connsiteX155" fmla="*/ 78688 w 226228"/>
                <a:gd name="connsiteY155" fmla="*/ 8197 h 40983"/>
                <a:gd name="connsiteX156" fmla="*/ 75410 w 226228"/>
                <a:gd name="connsiteY156" fmla="*/ 8197 h 40983"/>
                <a:gd name="connsiteX157" fmla="*/ 72131 w 226228"/>
                <a:gd name="connsiteY157" fmla="*/ 8197 h 40983"/>
                <a:gd name="connsiteX158" fmla="*/ 67213 w 226228"/>
                <a:gd name="connsiteY158" fmla="*/ 6557 h 40983"/>
                <a:gd name="connsiteX159" fmla="*/ 63934 w 226228"/>
                <a:gd name="connsiteY159" fmla="*/ 4918 h 40983"/>
                <a:gd name="connsiteX160" fmla="*/ 59016 w 226228"/>
                <a:gd name="connsiteY160" fmla="*/ 3279 h 40983"/>
                <a:gd name="connsiteX161" fmla="*/ 55737 w 226228"/>
                <a:gd name="connsiteY161" fmla="*/ 3279 h 40983"/>
                <a:gd name="connsiteX162" fmla="*/ 52459 w 226228"/>
                <a:gd name="connsiteY162" fmla="*/ 3279 h 40983"/>
                <a:gd name="connsiteX163" fmla="*/ 49180 w 226228"/>
                <a:gd name="connsiteY163" fmla="*/ 1639 h 40983"/>
                <a:gd name="connsiteX164" fmla="*/ 44262 w 226228"/>
                <a:gd name="connsiteY164" fmla="*/ 1639 h 40983"/>
                <a:gd name="connsiteX165" fmla="*/ 40983 w 226228"/>
                <a:gd name="connsiteY165" fmla="*/ 1639 h 40983"/>
                <a:gd name="connsiteX166" fmla="*/ 44262 w 226228"/>
                <a:gd name="connsiteY166" fmla="*/ 3279 h 40983"/>
                <a:gd name="connsiteX167" fmla="*/ 49180 w 226228"/>
                <a:gd name="connsiteY167" fmla="*/ 4918 h 40983"/>
                <a:gd name="connsiteX168" fmla="*/ 44262 w 226228"/>
                <a:gd name="connsiteY168" fmla="*/ 8197 h 40983"/>
                <a:gd name="connsiteX169" fmla="*/ 40983 w 226228"/>
                <a:gd name="connsiteY169" fmla="*/ 8197 h 40983"/>
                <a:gd name="connsiteX170" fmla="*/ 37705 w 226228"/>
                <a:gd name="connsiteY170" fmla="*/ 6557 h 40983"/>
                <a:gd name="connsiteX171" fmla="*/ 32787 w 226228"/>
                <a:gd name="connsiteY171" fmla="*/ 4918 h 40983"/>
                <a:gd name="connsiteX172" fmla="*/ 29508 w 226228"/>
                <a:gd name="connsiteY172" fmla="*/ 4918 h 40983"/>
                <a:gd name="connsiteX173" fmla="*/ 32787 w 226228"/>
                <a:gd name="connsiteY173" fmla="*/ 8197 h 40983"/>
                <a:gd name="connsiteX174" fmla="*/ 36066 w 226228"/>
                <a:gd name="connsiteY174" fmla="*/ 9836 h 40983"/>
                <a:gd name="connsiteX175" fmla="*/ 39344 w 226228"/>
                <a:gd name="connsiteY175" fmla="*/ 9836 h 40983"/>
                <a:gd name="connsiteX176" fmla="*/ 36066 w 226228"/>
                <a:gd name="connsiteY176" fmla="*/ 13115 h 40983"/>
                <a:gd name="connsiteX177" fmla="*/ 32787 w 226228"/>
                <a:gd name="connsiteY177" fmla="*/ 11475 h 40983"/>
                <a:gd name="connsiteX178" fmla="*/ 27869 w 226228"/>
                <a:gd name="connsiteY178" fmla="*/ 11475 h 40983"/>
                <a:gd name="connsiteX179" fmla="*/ 24590 w 226228"/>
                <a:gd name="connsiteY179" fmla="*/ 9836 h 40983"/>
                <a:gd name="connsiteX180" fmla="*/ 19672 w 226228"/>
                <a:gd name="connsiteY180" fmla="*/ 8197 h 40983"/>
                <a:gd name="connsiteX181" fmla="*/ 16393 w 226228"/>
                <a:gd name="connsiteY181" fmla="*/ 9836 h 40983"/>
                <a:gd name="connsiteX182" fmla="*/ 13115 w 226228"/>
                <a:gd name="connsiteY182" fmla="*/ 9836 h 40983"/>
                <a:gd name="connsiteX183" fmla="*/ 8197 w 226228"/>
                <a:gd name="connsiteY183" fmla="*/ 9836 h 40983"/>
                <a:gd name="connsiteX184" fmla="*/ 4918 w 226228"/>
                <a:gd name="connsiteY184" fmla="*/ 9836 h 40983"/>
                <a:gd name="connsiteX185" fmla="*/ 0 w 226228"/>
                <a:gd name="connsiteY185" fmla="*/ 9836 h 40983"/>
                <a:gd name="connsiteX186" fmla="*/ 4918 w 226228"/>
                <a:gd name="connsiteY186" fmla="*/ 11475 h 40983"/>
                <a:gd name="connsiteX187" fmla="*/ 8197 w 226228"/>
                <a:gd name="connsiteY187" fmla="*/ 11475 h 40983"/>
                <a:gd name="connsiteX188" fmla="*/ 13115 w 226228"/>
                <a:gd name="connsiteY188" fmla="*/ 13115 h 40983"/>
                <a:gd name="connsiteX189" fmla="*/ 8197 w 226228"/>
                <a:gd name="connsiteY189" fmla="*/ 13115 h 40983"/>
                <a:gd name="connsiteX190" fmla="*/ 11476 w 226228"/>
                <a:gd name="connsiteY190" fmla="*/ 13115 h 40983"/>
                <a:gd name="connsiteX191" fmla="*/ 16393 w 226228"/>
                <a:gd name="connsiteY191" fmla="*/ 14754 h 40983"/>
                <a:gd name="connsiteX192" fmla="*/ 19672 w 226228"/>
                <a:gd name="connsiteY192" fmla="*/ 14754 h 40983"/>
                <a:gd name="connsiteX193" fmla="*/ 24590 w 226228"/>
                <a:gd name="connsiteY193" fmla="*/ 14754 h 40983"/>
                <a:gd name="connsiteX194" fmla="*/ 22951 w 226228"/>
                <a:gd name="connsiteY194" fmla="*/ 14754 h 40983"/>
                <a:gd name="connsiteX195" fmla="*/ 19672 w 226228"/>
                <a:gd name="connsiteY195" fmla="*/ 14754 h 40983"/>
                <a:gd name="connsiteX196" fmla="*/ 19672 w 226228"/>
                <a:gd name="connsiteY196" fmla="*/ 14754 h 4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</a:cxnLst>
              <a:rect l="l" t="t" r="r" b="b"/>
              <a:pathLst>
                <a:path w="226228" h="40983">
                  <a:moveTo>
                    <a:pt x="19672" y="14754"/>
                  </a:moveTo>
                  <a:lnTo>
                    <a:pt x="14754" y="16393"/>
                  </a:lnTo>
                  <a:lnTo>
                    <a:pt x="11476" y="16393"/>
                  </a:lnTo>
                  <a:lnTo>
                    <a:pt x="6557" y="18033"/>
                  </a:lnTo>
                  <a:lnTo>
                    <a:pt x="11476" y="19672"/>
                  </a:lnTo>
                  <a:lnTo>
                    <a:pt x="14754" y="21311"/>
                  </a:lnTo>
                  <a:lnTo>
                    <a:pt x="18033" y="21311"/>
                  </a:lnTo>
                  <a:lnTo>
                    <a:pt x="22951" y="22951"/>
                  </a:lnTo>
                  <a:lnTo>
                    <a:pt x="26229" y="22951"/>
                  </a:lnTo>
                  <a:lnTo>
                    <a:pt x="29508" y="22951"/>
                  </a:lnTo>
                  <a:lnTo>
                    <a:pt x="34426" y="22951"/>
                  </a:lnTo>
                  <a:lnTo>
                    <a:pt x="37705" y="22951"/>
                  </a:lnTo>
                  <a:lnTo>
                    <a:pt x="42623" y="24590"/>
                  </a:lnTo>
                  <a:lnTo>
                    <a:pt x="45902" y="22951"/>
                  </a:lnTo>
                  <a:lnTo>
                    <a:pt x="50820" y="22951"/>
                  </a:lnTo>
                  <a:lnTo>
                    <a:pt x="54098" y="22951"/>
                  </a:lnTo>
                  <a:lnTo>
                    <a:pt x="57377" y="22951"/>
                  </a:lnTo>
                  <a:lnTo>
                    <a:pt x="62295" y="21311"/>
                  </a:lnTo>
                  <a:lnTo>
                    <a:pt x="65573" y="21311"/>
                  </a:lnTo>
                  <a:lnTo>
                    <a:pt x="68852" y="21311"/>
                  </a:lnTo>
                  <a:lnTo>
                    <a:pt x="73770" y="21311"/>
                  </a:lnTo>
                  <a:lnTo>
                    <a:pt x="77049" y="21311"/>
                  </a:lnTo>
                  <a:lnTo>
                    <a:pt x="80327" y="21311"/>
                  </a:lnTo>
                  <a:lnTo>
                    <a:pt x="85246" y="21311"/>
                  </a:lnTo>
                  <a:lnTo>
                    <a:pt x="88524" y="19672"/>
                  </a:lnTo>
                  <a:lnTo>
                    <a:pt x="93442" y="19672"/>
                  </a:lnTo>
                  <a:lnTo>
                    <a:pt x="96721" y="19672"/>
                  </a:lnTo>
                  <a:lnTo>
                    <a:pt x="100000" y="22951"/>
                  </a:lnTo>
                  <a:lnTo>
                    <a:pt x="104917" y="21311"/>
                  </a:lnTo>
                  <a:lnTo>
                    <a:pt x="108196" y="21311"/>
                  </a:lnTo>
                  <a:lnTo>
                    <a:pt x="104917" y="22951"/>
                  </a:lnTo>
                  <a:lnTo>
                    <a:pt x="100000" y="22951"/>
                  </a:lnTo>
                  <a:lnTo>
                    <a:pt x="96721" y="24590"/>
                  </a:lnTo>
                  <a:lnTo>
                    <a:pt x="91803" y="24590"/>
                  </a:lnTo>
                  <a:lnTo>
                    <a:pt x="86885" y="24590"/>
                  </a:lnTo>
                  <a:lnTo>
                    <a:pt x="83606" y="24590"/>
                  </a:lnTo>
                  <a:lnTo>
                    <a:pt x="78688" y="24590"/>
                  </a:lnTo>
                  <a:lnTo>
                    <a:pt x="75410" y="24590"/>
                  </a:lnTo>
                  <a:lnTo>
                    <a:pt x="72131" y="24590"/>
                  </a:lnTo>
                  <a:lnTo>
                    <a:pt x="67213" y="24590"/>
                  </a:lnTo>
                  <a:lnTo>
                    <a:pt x="72131" y="26229"/>
                  </a:lnTo>
                  <a:lnTo>
                    <a:pt x="75410" y="27869"/>
                  </a:lnTo>
                  <a:lnTo>
                    <a:pt x="78688" y="27869"/>
                  </a:lnTo>
                  <a:lnTo>
                    <a:pt x="73770" y="27869"/>
                  </a:lnTo>
                  <a:lnTo>
                    <a:pt x="70492" y="27869"/>
                  </a:lnTo>
                  <a:lnTo>
                    <a:pt x="65573" y="27869"/>
                  </a:lnTo>
                  <a:lnTo>
                    <a:pt x="62295" y="27869"/>
                  </a:lnTo>
                  <a:lnTo>
                    <a:pt x="59016" y="26229"/>
                  </a:lnTo>
                  <a:lnTo>
                    <a:pt x="55737" y="26229"/>
                  </a:lnTo>
                  <a:lnTo>
                    <a:pt x="54098" y="26229"/>
                  </a:lnTo>
                  <a:lnTo>
                    <a:pt x="49180" y="26229"/>
                  </a:lnTo>
                  <a:lnTo>
                    <a:pt x="45902" y="26229"/>
                  </a:lnTo>
                  <a:lnTo>
                    <a:pt x="49180" y="29508"/>
                  </a:lnTo>
                  <a:lnTo>
                    <a:pt x="54098" y="29508"/>
                  </a:lnTo>
                  <a:lnTo>
                    <a:pt x="54098" y="29508"/>
                  </a:lnTo>
                  <a:lnTo>
                    <a:pt x="59016" y="31147"/>
                  </a:lnTo>
                  <a:lnTo>
                    <a:pt x="62295" y="32787"/>
                  </a:lnTo>
                  <a:lnTo>
                    <a:pt x="67213" y="32787"/>
                  </a:lnTo>
                  <a:lnTo>
                    <a:pt x="70492" y="32787"/>
                  </a:lnTo>
                  <a:lnTo>
                    <a:pt x="73770" y="32787"/>
                  </a:lnTo>
                  <a:lnTo>
                    <a:pt x="78688" y="34426"/>
                  </a:lnTo>
                  <a:lnTo>
                    <a:pt x="81967" y="34426"/>
                  </a:lnTo>
                  <a:lnTo>
                    <a:pt x="86885" y="34426"/>
                  </a:lnTo>
                  <a:lnTo>
                    <a:pt x="90164" y="34426"/>
                  </a:lnTo>
                  <a:lnTo>
                    <a:pt x="95082" y="34426"/>
                  </a:lnTo>
                  <a:lnTo>
                    <a:pt x="98360" y="34426"/>
                  </a:lnTo>
                  <a:lnTo>
                    <a:pt x="103279" y="34426"/>
                  </a:lnTo>
                  <a:lnTo>
                    <a:pt x="106557" y="32787"/>
                  </a:lnTo>
                  <a:lnTo>
                    <a:pt x="109836" y="32787"/>
                  </a:lnTo>
                  <a:lnTo>
                    <a:pt x="116393" y="34426"/>
                  </a:lnTo>
                  <a:lnTo>
                    <a:pt x="119672" y="34426"/>
                  </a:lnTo>
                  <a:lnTo>
                    <a:pt x="122950" y="32787"/>
                  </a:lnTo>
                  <a:lnTo>
                    <a:pt x="119672" y="36065"/>
                  </a:lnTo>
                  <a:lnTo>
                    <a:pt x="122950" y="37705"/>
                  </a:lnTo>
                  <a:lnTo>
                    <a:pt x="127869" y="39344"/>
                  </a:lnTo>
                  <a:lnTo>
                    <a:pt x="131147" y="39344"/>
                  </a:lnTo>
                  <a:lnTo>
                    <a:pt x="136065" y="40983"/>
                  </a:lnTo>
                  <a:lnTo>
                    <a:pt x="139344" y="40983"/>
                  </a:lnTo>
                  <a:lnTo>
                    <a:pt x="142623" y="40983"/>
                  </a:lnTo>
                  <a:lnTo>
                    <a:pt x="147540" y="40983"/>
                  </a:lnTo>
                  <a:lnTo>
                    <a:pt x="152459" y="40983"/>
                  </a:lnTo>
                  <a:lnTo>
                    <a:pt x="155737" y="40983"/>
                  </a:lnTo>
                  <a:lnTo>
                    <a:pt x="159016" y="39344"/>
                  </a:lnTo>
                  <a:lnTo>
                    <a:pt x="162294" y="36065"/>
                  </a:lnTo>
                  <a:lnTo>
                    <a:pt x="167213" y="36065"/>
                  </a:lnTo>
                  <a:lnTo>
                    <a:pt x="170491" y="34426"/>
                  </a:lnTo>
                  <a:lnTo>
                    <a:pt x="173770" y="34426"/>
                  </a:lnTo>
                  <a:lnTo>
                    <a:pt x="178688" y="36065"/>
                  </a:lnTo>
                  <a:lnTo>
                    <a:pt x="181966" y="36065"/>
                  </a:lnTo>
                  <a:lnTo>
                    <a:pt x="186884" y="34426"/>
                  </a:lnTo>
                  <a:lnTo>
                    <a:pt x="190163" y="34426"/>
                  </a:lnTo>
                  <a:lnTo>
                    <a:pt x="193442" y="32787"/>
                  </a:lnTo>
                  <a:lnTo>
                    <a:pt x="198360" y="31147"/>
                  </a:lnTo>
                  <a:lnTo>
                    <a:pt x="195081" y="27869"/>
                  </a:lnTo>
                  <a:lnTo>
                    <a:pt x="198360" y="26229"/>
                  </a:lnTo>
                  <a:lnTo>
                    <a:pt x="203278" y="26229"/>
                  </a:lnTo>
                  <a:lnTo>
                    <a:pt x="206557" y="24590"/>
                  </a:lnTo>
                  <a:lnTo>
                    <a:pt x="209835" y="24590"/>
                  </a:lnTo>
                  <a:lnTo>
                    <a:pt x="214753" y="21311"/>
                  </a:lnTo>
                  <a:lnTo>
                    <a:pt x="218032" y="21311"/>
                  </a:lnTo>
                  <a:lnTo>
                    <a:pt x="222950" y="19672"/>
                  </a:lnTo>
                  <a:lnTo>
                    <a:pt x="226229" y="19672"/>
                  </a:lnTo>
                  <a:lnTo>
                    <a:pt x="224589" y="14754"/>
                  </a:lnTo>
                  <a:lnTo>
                    <a:pt x="224589" y="14754"/>
                  </a:lnTo>
                  <a:lnTo>
                    <a:pt x="221310" y="11475"/>
                  </a:lnTo>
                  <a:lnTo>
                    <a:pt x="216393" y="9836"/>
                  </a:lnTo>
                  <a:lnTo>
                    <a:pt x="213114" y="9836"/>
                  </a:lnTo>
                  <a:lnTo>
                    <a:pt x="209835" y="9836"/>
                  </a:lnTo>
                  <a:lnTo>
                    <a:pt x="204917" y="9836"/>
                  </a:lnTo>
                  <a:lnTo>
                    <a:pt x="201639" y="9836"/>
                  </a:lnTo>
                  <a:lnTo>
                    <a:pt x="198360" y="9836"/>
                  </a:lnTo>
                  <a:lnTo>
                    <a:pt x="193442" y="9836"/>
                  </a:lnTo>
                  <a:lnTo>
                    <a:pt x="190163" y="9836"/>
                  </a:lnTo>
                  <a:lnTo>
                    <a:pt x="186884" y="9836"/>
                  </a:lnTo>
                  <a:lnTo>
                    <a:pt x="181966" y="8197"/>
                  </a:lnTo>
                  <a:lnTo>
                    <a:pt x="178688" y="8197"/>
                  </a:lnTo>
                  <a:lnTo>
                    <a:pt x="173770" y="8197"/>
                  </a:lnTo>
                  <a:lnTo>
                    <a:pt x="170491" y="8197"/>
                  </a:lnTo>
                  <a:lnTo>
                    <a:pt x="165573" y="8197"/>
                  </a:lnTo>
                  <a:lnTo>
                    <a:pt x="162294" y="6557"/>
                  </a:lnTo>
                  <a:lnTo>
                    <a:pt x="159016" y="8197"/>
                  </a:lnTo>
                  <a:lnTo>
                    <a:pt x="154098" y="4918"/>
                  </a:lnTo>
                  <a:lnTo>
                    <a:pt x="150819" y="4918"/>
                  </a:lnTo>
                  <a:lnTo>
                    <a:pt x="155737" y="4918"/>
                  </a:lnTo>
                  <a:lnTo>
                    <a:pt x="150819" y="6557"/>
                  </a:lnTo>
                  <a:lnTo>
                    <a:pt x="147540" y="6557"/>
                  </a:lnTo>
                  <a:lnTo>
                    <a:pt x="144262" y="6557"/>
                  </a:lnTo>
                  <a:lnTo>
                    <a:pt x="139344" y="9836"/>
                  </a:lnTo>
                  <a:lnTo>
                    <a:pt x="136065" y="11475"/>
                  </a:lnTo>
                  <a:lnTo>
                    <a:pt x="132786" y="11475"/>
                  </a:lnTo>
                  <a:lnTo>
                    <a:pt x="127869" y="9836"/>
                  </a:lnTo>
                  <a:lnTo>
                    <a:pt x="124590" y="11475"/>
                  </a:lnTo>
                  <a:lnTo>
                    <a:pt x="127869" y="8197"/>
                  </a:lnTo>
                  <a:lnTo>
                    <a:pt x="126229" y="3279"/>
                  </a:lnTo>
                  <a:lnTo>
                    <a:pt x="129508" y="3279"/>
                  </a:lnTo>
                  <a:lnTo>
                    <a:pt x="126229" y="1639"/>
                  </a:lnTo>
                  <a:lnTo>
                    <a:pt x="122950" y="1639"/>
                  </a:lnTo>
                  <a:lnTo>
                    <a:pt x="118032" y="0"/>
                  </a:lnTo>
                  <a:lnTo>
                    <a:pt x="118032" y="3279"/>
                  </a:lnTo>
                  <a:lnTo>
                    <a:pt x="114754" y="4918"/>
                  </a:lnTo>
                  <a:lnTo>
                    <a:pt x="109836" y="3279"/>
                  </a:lnTo>
                  <a:lnTo>
                    <a:pt x="113114" y="6557"/>
                  </a:lnTo>
                  <a:lnTo>
                    <a:pt x="109836" y="9836"/>
                  </a:lnTo>
                  <a:lnTo>
                    <a:pt x="111475" y="13115"/>
                  </a:lnTo>
                  <a:lnTo>
                    <a:pt x="109836" y="14754"/>
                  </a:lnTo>
                  <a:lnTo>
                    <a:pt x="106557" y="14754"/>
                  </a:lnTo>
                  <a:lnTo>
                    <a:pt x="106557" y="14754"/>
                  </a:lnTo>
                  <a:lnTo>
                    <a:pt x="101639" y="11475"/>
                  </a:lnTo>
                  <a:lnTo>
                    <a:pt x="98360" y="11475"/>
                  </a:lnTo>
                  <a:lnTo>
                    <a:pt x="95082" y="11475"/>
                  </a:lnTo>
                  <a:lnTo>
                    <a:pt x="90164" y="11475"/>
                  </a:lnTo>
                  <a:lnTo>
                    <a:pt x="95082" y="9836"/>
                  </a:lnTo>
                  <a:lnTo>
                    <a:pt x="90164" y="8197"/>
                  </a:lnTo>
                  <a:lnTo>
                    <a:pt x="86885" y="6557"/>
                  </a:lnTo>
                  <a:lnTo>
                    <a:pt x="83606" y="8197"/>
                  </a:lnTo>
                  <a:lnTo>
                    <a:pt x="78688" y="8197"/>
                  </a:lnTo>
                  <a:lnTo>
                    <a:pt x="75410" y="8197"/>
                  </a:lnTo>
                  <a:lnTo>
                    <a:pt x="72131" y="8197"/>
                  </a:lnTo>
                  <a:lnTo>
                    <a:pt x="67213" y="6557"/>
                  </a:lnTo>
                  <a:lnTo>
                    <a:pt x="63934" y="4918"/>
                  </a:lnTo>
                  <a:lnTo>
                    <a:pt x="59016" y="3279"/>
                  </a:lnTo>
                  <a:lnTo>
                    <a:pt x="55737" y="3279"/>
                  </a:lnTo>
                  <a:lnTo>
                    <a:pt x="52459" y="3279"/>
                  </a:lnTo>
                  <a:lnTo>
                    <a:pt x="49180" y="1639"/>
                  </a:lnTo>
                  <a:lnTo>
                    <a:pt x="44262" y="1639"/>
                  </a:lnTo>
                  <a:lnTo>
                    <a:pt x="40983" y="1639"/>
                  </a:lnTo>
                  <a:lnTo>
                    <a:pt x="44262" y="3279"/>
                  </a:lnTo>
                  <a:lnTo>
                    <a:pt x="49180" y="4918"/>
                  </a:lnTo>
                  <a:lnTo>
                    <a:pt x="44262" y="8197"/>
                  </a:lnTo>
                  <a:lnTo>
                    <a:pt x="40983" y="8197"/>
                  </a:lnTo>
                  <a:lnTo>
                    <a:pt x="37705" y="6557"/>
                  </a:lnTo>
                  <a:lnTo>
                    <a:pt x="32787" y="4918"/>
                  </a:lnTo>
                  <a:lnTo>
                    <a:pt x="29508" y="4918"/>
                  </a:lnTo>
                  <a:lnTo>
                    <a:pt x="32787" y="8197"/>
                  </a:lnTo>
                  <a:lnTo>
                    <a:pt x="36066" y="9836"/>
                  </a:lnTo>
                  <a:lnTo>
                    <a:pt x="39344" y="9836"/>
                  </a:lnTo>
                  <a:lnTo>
                    <a:pt x="36066" y="13115"/>
                  </a:lnTo>
                  <a:lnTo>
                    <a:pt x="32787" y="11475"/>
                  </a:lnTo>
                  <a:lnTo>
                    <a:pt x="27869" y="11475"/>
                  </a:lnTo>
                  <a:lnTo>
                    <a:pt x="24590" y="9836"/>
                  </a:lnTo>
                  <a:lnTo>
                    <a:pt x="19672" y="8197"/>
                  </a:lnTo>
                  <a:lnTo>
                    <a:pt x="16393" y="9836"/>
                  </a:lnTo>
                  <a:lnTo>
                    <a:pt x="13115" y="9836"/>
                  </a:lnTo>
                  <a:lnTo>
                    <a:pt x="8197" y="9836"/>
                  </a:lnTo>
                  <a:lnTo>
                    <a:pt x="4918" y="9836"/>
                  </a:lnTo>
                  <a:lnTo>
                    <a:pt x="0" y="9836"/>
                  </a:lnTo>
                  <a:lnTo>
                    <a:pt x="4918" y="11475"/>
                  </a:lnTo>
                  <a:lnTo>
                    <a:pt x="8197" y="11475"/>
                  </a:lnTo>
                  <a:lnTo>
                    <a:pt x="13115" y="13115"/>
                  </a:lnTo>
                  <a:lnTo>
                    <a:pt x="8197" y="13115"/>
                  </a:lnTo>
                  <a:lnTo>
                    <a:pt x="11476" y="13115"/>
                  </a:lnTo>
                  <a:lnTo>
                    <a:pt x="16393" y="14754"/>
                  </a:lnTo>
                  <a:lnTo>
                    <a:pt x="19672" y="14754"/>
                  </a:lnTo>
                  <a:lnTo>
                    <a:pt x="24590" y="14754"/>
                  </a:lnTo>
                  <a:lnTo>
                    <a:pt x="22951" y="14754"/>
                  </a:lnTo>
                  <a:lnTo>
                    <a:pt x="19672" y="14754"/>
                  </a:lnTo>
                  <a:lnTo>
                    <a:pt x="19672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41" name="Freeform 4140">
              <a:extLst>
                <a:ext uri="{FF2B5EF4-FFF2-40B4-BE49-F238E27FC236}">
                  <a16:creationId xmlns:a16="http://schemas.microsoft.com/office/drawing/2014/main" id="{B56F807D-CDD7-7B4A-A529-87CC058129FF}"/>
                </a:ext>
              </a:extLst>
            </p:cNvPr>
            <p:cNvSpPr/>
            <p:nvPr/>
          </p:nvSpPr>
          <p:spPr>
            <a:xfrm>
              <a:off x="5945180" y="769011"/>
              <a:ext cx="11475" cy="3278"/>
            </a:xfrm>
            <a:custGeom>
              <a:avLst/>
              <a:gdLst>
                <a:gd name="connsiteX0" fmla="*/ 8197 w 11475"/>
                <a:gd name="connsiteY0" fmla="*/ 3279 h 3278"/>
                <a:gd name="connsiteX1" fmla="*/ 11476 w 11475"/>
                <a:gd name="connsiteY1" fmla="*/ 0 h 3278"/>
                <a:gd name="connsiteX2" fmla="*/ 6558 w 11475"/>
                <a:gd name="connsiteY2" fmla="*/ 0 h 3278"/>
                <a:gd name="connsiteX3" fmla="*/ 3279 w 11475"/>
                <a:gd name="connsiteY3" fmla="*/ 0 h 3278"/>
                <a:gd name="connsiteX4" fmla="*/ 0 w 11475"/>
                <a:gd name="connsiteY4" fmla="*/ 1639 h 3278"/>
                <a:gd name="connsiteX5" fmla="*/ 3279 w 11475"/>
                <a:gd name="connsiteY5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3278">
                  <a:moveTo>
                    <a:pt x="8197" y="3279"/>
                  </a:moveTo>
                  <a:lnTo>
                    <a:pt x="11476" y="0"/>
                  </a:lnTo>
                  <a:lnTo>
                    <a:pt x="6558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42" name="Freeform 4141">
              <a:extLst>
                <a:ext uri="{FF2B5EF4-FFF2-40B4-BE49-F238E27FC236}">
                  <a16:creationId xmlns:a16="http://schemas.microsoft.com/office/drawing/2014/main" id="{396AC6EC-0636-7841-9F8D-4769C17A5BA6}"/>
                </a:ext>
              </a:extLst>
            </p:cNvPr>
            <p:cNvSpPr/>
            <p:nvPr/>
          </p:nvSpPr>
          <p:spPr>
            <a:xfrm>
              <a:off x="5945180" y="1136222"/>
              <a:ext cx="32786" cy="18032"/>
            </a:xfrm>
            <a:custGeom>
              <a:avLst/>
              <a:gdLst>
                <a:gd name="connsiteX0" fmla="*/ 3279 w 32786"/>
                <a:gd name="connsiteY0" fmla="*/ 11475 h 18032"/>
                <a:gd name="connsiteX1" fmla="*/ 8197 w 32786"/>
                <a:gd name="connsiteY1" fmla="*/ 9836 h 18032"/>
                <a:gd name="connsiteX2" fmla="*/ 3279 w 32786"/>
                <a:gd name="connsiteY2" fmla="*/ 13115 h 18032"/>
                <a:gd name="connsiteX3" fmla="*/ 8197 w 32786"/>
                <a:gd name="connsiteY3" fmla="*/ 14754 h 18032"/>
                <a:gd name="connsiteX4" fmla="*/ 3279 w 32786"/>
                <a:gd name="connsiteY4" fmla="*/ 16393 h 18032"/>
                <a:gd name="connsiteX5" fmla="*/ 0 w 32786"/>
                <a:gd name="connsiteY5" fmla="*/ 16393 h 18032"/>
                <a:gd name="connsiteX6" fmla="*/ 3279 w 32786"/>
                <a:gd name="connsiteY6" fmla="*/ 18033 h 18032"/>
                <a:gd name="connsiteX7" fmla="*/ 8197 w 32786"/>
                <a:gd name="connsiteY7" fmla="*/ 18033 h 18032"/>
                <a:gd name="connsiteX8" fmla="*/ 11476 w 32786"/>
                <a:gd name="connsiteY8" fmla="*/ 18033 h 18032"/>
                <a:gd name="connsiteX9" fmla="*/ 14754 w 32786"/>
                <a:gd name="connsiteY9" fmla="*/ 14754 h 18032"/>
                <a:gd name="connsiteX10" fmla="*/ 19672 w 32786"/>
                <a:gd name="connsiteY10" fmla="*/ 14754 h 18032"/>
                <a:gd name="connsiteX11" fmla="*/ 22951 w 32786"/>
                <a:gd name="connsiteY11" fmla="*/ 14754 h 18032"/>
                <a:gd name="connsiteX12" fmla="*/ 27869 w 32786"/>
                <a:gd name="connsiteY12" fmla="*/ 14754 h 18032"/>
                <a:gd name="connsiteX13" fmla="*/ 31148 w 32786"/>
                <a:gd name="connsiteY13" fmla="*/ 14754 h 18032"/>
                <a:gd name="connsiteX14" fmla="*/ 27869 w 32786"/>
                <a:gd name="connsiteY14" fmla="*/ 13115 h 18032"/>
                <a:gd name="connsiteX15" fmla="*/ 29508 w 32786"/>
                <a:gd name="connsiteY15" fmla="*/ 11475 h 18032"/>
                <a:gd name="connsiteX16" fmla="*/ 32787 w 32786"/>
                <a:gd name="connsiteY16" fmla="*/ 8197 h 18032"/>
                <a:gd name="connsiteX17" fmla="*/ 32787 w 32786"/>
                <a:gd name="connsiteY17" fmla="*/ 4918 h 18032"/>
                <a:gd name="connsiteX18" fmla="*/ 27869 w 32786"/>
                <a:gd name="connsiteY18" fmla="*/ 6557 h 18032"/>
                <a:gd name="connsiteX19" fmla="*/ 32787 w 32786"/>
                <a:gd name="connsiteY19" fmla="*/ 3279 h 18032"/>
                <a:gd name="connsiteX20" fmla="*/ 27869 w 32786"/>
                <a:gd name="connsiteY20" fmla="*/ 3279 h 18032"/>
                <a:gd name="connsiteX21" fmla="*/ 24590 w 32786"/>
                <a:gd name="connsiteY21" fmla="*/ 1639 h 18032"/>
                <a:gd name="connsiteX22" fmla="*/ 21312 w 32786"/>
                <a:gd name="connsiteY22" fmla="*/ 0 h 18032"/>
                <a:gd name="connsiteX23" fmla="*/ 21312 w 32786"/>
                <a:gd name="connsiteY23" fmla="*/ 3279 h 18032"/>
                <a:gd name="connsiteX24" fmla="*/ 18033 w 32786"/>
                <a:gd name="connsiteY24" fmla="*/ 0 h 18032"/>
                <a:gd name="connsiteX25" fmla="*/ 21312 w 32786"/>
                <a:gd name="connsiteY25" fmla="*/ 3279 h 18032"/>
                <a:gd name="connsiteX26" fmla="*/ 16393 w 32786"/>
                <a:gd name="connsiteY26" fmla="*/ 3279 h 18032"/>
                <a:gd name="connsiteX27" fmla="*/ 13115 w 32786"/>
                <a:gd name="connsiteY27" fmla="*/ 1639 h 18032"/>
                <a:gd name="connsiteX28" fmla="*/ 8197 w 32786"/>
                <a:gd name="connsiteY28" fmla="*/ 3279 h 18032"/>
                <a:gd name="connsiteX29" fmla="*/ 13115 w 32786"/>
                <a:gd name="connsiteY29" fmla="*/ 4918 h 18032"/>
                <a:gd name="connsiteX30" fmla="*/ 16393 w 32786"/>
                <a:gd name="connsiteY30" fmla="*/ 4918 h 18032"/>
                <a:gd name="connsiteX31" fmla="*/ 13115 w 32786"/>
                <a:gd name="connsiteY31" fmla="*/ 6557 h 18032"/>
                <a:gd name="connsiteX32" fmla="*/ 11476 w 32786"/>
                <a:gd name="connsiteY32" fmla="*/ 6557 h 18032"/>
                <a:gd name="connsiteX33" fmla="*/ 11476 w 32786"/>
                <a:gd name="connsiteY33" fmla="*/ 6557 h 18032"/>
                <a:gd name="connsiteX34" fmla="*/ 6558 w 32786"/>
                <a:gd name="connsiteY34" fmla="*/ 6557 h 18032"/>
                <a:gd name="connsiteX35" fmla="*/ 3279 w 32786"/>
                <a:gd name="connsiteY35" fmla="*/ 6557 h 18032"/>
                <a:gd name="connsiteX36" fmla="*/ 0 w 32786"/>
                <a:gd name="connsiteY36" fmla="*/ 6557 h 18032"/>
                <a:gd name="connsiteX37" fmla="*/ 3279 w 32786"/>
                <a:gd name="connsiteY37" fmla="*/ 8197 h 18032"/>
                <a:gd name="connsiteX38" fmla="*/ 3279 w 32786"/>
                <a:gd name="connsiteY38" fmla="*/ 8197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2786" h="18032">
                  <a:moveTo>
                    <a:pt x="3279" y="11475"/>
                  </a:moveTo>
                  <a:lnTo>
                    <a:pt x="8197" y="9836"/>
                  </a:lnTo>
                  <a:lnTo>
                    <a:pt x="3279" y="13115"/>
                  </a:lnTo>
                  <a:lnTo>
                    <a:pt x="8197" y="14754"/>
                  </a:lnTo>
                  <a:lnTo>
                    <a:pt x="3279" y="16393"/>
                  </a:lnTo>
                  <a:lnTo>
                    <a:pt x="0" y="16393"/>
                  </a:lnTo>
                  <a:lnTo>
                    <a:pt x="3279" y="18033"/>
                  </a:lnTo>
                  <a:lnTo>
                    <a:pt x="8197" y="18033"/>
                  </a:lnTo>
                  <a:lnTo>
                    <a:pt x="11476" y="18033"/>
                  </a:lnTo>
                  <a:lnTo>
                    <a:pt x="14754" y="14754"/>
                  </a:lnTo>
                  <a:lnTo>
                    <a:pt x="19672" y="14754"/>
                  </a:lnTo>
                  <a:lnTo>
                    <a:pt x="22951" y="14754"/>
                  </a:lnTo>
                  <a:lnTo>
                    <a:pt x="27869" y="14754"/>
                  </a:lnTo>
                  <a:lnTo>
                    <a:pt x="31148" y="14754"/>
                  </a:lnTo>
                  <a:lnTo>
                    <a:pt x="27869" y="13115"/>
                  </a:lnTo>
                  <a:lnTo>
                    <a:pt x="29508" y="11475"/>
                  </a:lnTo>
                  <a:lnTo>
                    <a:pt x="32787" y="8197"/>
                  </a:lnTo>
                  <a:lnTo>
                    <a:pt x="32787" y="4918"/>
                  </a:lnTo>
                  <a:lnTo>
                    <a:pt x="27869" y="6557"/>
                  </a:lnTo>
                  <a:lnTo>
                    <a:pt x="32787" y="3279"/>
                  </a:lnTo>
                  <a:lnTo>
                    <a:pt x="27869" y="3279"/>
                  </a:lnTo>
                  <a:lnTo>
                    <a:pt x="24590" y="1639"/>
                  </a:lnTo>
                  <a:lnTo>
                    <a:pt x="21312" y="0"/>
                  </a:lnTo>
                  <a:lnTo>
                    <a:pt x="21312" y="3279"/>
                  </a:lnTo>
                  <a:lnTo>
                    <a:pt x="18033" y="0"/>
                  </a:lnTo>
                  <a:lnTo>
                    <a:pt x="21312" y="3279"/>
                  </a:lnTo>
                  <a:lnTo>
                    <a:pt x="16393" y="3279"/>
                  </a:lnTo>
                  <a:lnTo>
                    <a:pt x="13115" y="1639"/>
                  </a:lnTo>
                  <a:lnTo>
                    <a:pt x="8197" y="3279"/>
                  </a:lnTo>
                  <a:lnTo>
                    <a:pt x="13115" y="4918"/>
                  </a:lnTo>
                  <a:lnTo>
                    <a:pt x="16393" y="4918"/>
                  </a:lnTo>
                  <a:lnTo>
                    <a:pt x="13115" y="6557"/>
                  </a:lnTo>
                  <a:lnTo>
                    <a:pt x="11476" y="6557"/>
                  </a:lnTo>
                  <a:lnTo>
                    <a:pt x="11476" y="6557"/>
                  </a:lnTo>
                  <a:lnTo>
                    <a:pt x="6558" y="6557"/>
                  </a:lnTo>
                  <a:lnTo>
                    <a:pt x="3279" y="6557"/>
                  </a:lnTo>
                  <a:lnTo>
                    <a:pt x="0" y="6557"/>
                  </a:lnTo>
                  <a:lnTo>
                    <a:pt x="3279" y="8197"/>
                  </a:lnTo>
                  <a:lnTo>
                    <a:pt x="327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43" name="Freeform 4142">
              <a:extLst>
                <a:ext uri="{FF2B5EF4-FFF2-40B4-BE49-F238E27FC236}">
                  <a16:creationId xmlns:a16="http://schemas.microsoft.com/office/drawing/2014/main" id="{0A25BE75-8D94-E944-8791-EB5933A96DA4}"/>
                </a:ext>
              </a:extLst>
            </p:cNvPr>
            <p:cNvSpPr/>
            <p:nvPr/>
          </p:nvSpPr>
          <p:spPr>
            <a:xfrm>
              <a:off x="5945180" y="1164091"/>
              <a:ext cx="8196" cy="3278"/>
            </a:xfrm>
            <a:custGeom>
              <a:avLst/>
              <a:gdLst>
                <a:gd name="connsiteX0" fmla="*/ 8197 w 8196"/>
                <a:gd name="connsiteY0" fmla="*/ 3279 h 3278"/>
                <a:gd name="connsiteX1" fmla="*/ 6558 w 8196"/>
                <a:gd name="connsiteY1" fmla="*/ 0 h 3278"/>
                <a:gd name="connsiteX2" fmla="*/ 3279 w 8196"/>
                <a:gd name="connsiteY2" fmla="*/ 0 h 3278"/>
                <a:gd name="connsiteX3" fmla="*/ 0 w 8196"/>
                <a:gd name="connsiteY3" fmla="*/ 3279 h 3278"/>
                <a:gd name="connsiteX4" fmla="*/ 3279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3279"/>
                  </a:moveTo>
                  <a:lnTo>
                    <a:pt x="6558" y="0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44" name="Freeform 4143">
              <a:extLst>
                <a:ext uri="{FF2B5EF4-FFF2-40B4-BE49-F238E27FC236}">
                  <a16:creationId xmlns:a16="http://schemas.microsoft.com/office/drawing/2014/main" id="{A55CB142-0A6A-3346-B32B-D98D1B876A5E}"/>
                </a:ext>
              </a:extLst>
            </p:cNvPr>
            <p:cNvSpPr/>
            <p:nvPr/>
          </p:nvSpPr>
          <p:spPr>
            <a:xfrm>
              <a:off x="5953377" y="1160812"/>
              <a:ext cx="8196" cy="3278"/>
            </a:xfrm>
            <a:custGeom>
              <a:avLst/>
              <a:gdLst>
                <a:gd name="connsiteX0" fmla="*/ 0 w 8196"/>
                <a:gd name="connsiteY0" fmla="*/ 1639 h 3278"/>
                <a:gd name="connsiteX1" fmla="*/ 4918 w 8196"/>
                <a:gd name="connsiteY1" fmla="*/ 3279 h 3278"/>
                <a:gd name="connsiteX2" fmla="*/ 8197 w 8196"/>
                <a:gd name="connsiteY2" fmla="*/ 3279 h 3278"/>
                <a:gd name="connsiteX3" fmla="*/ 4918 w 8196"/>
                <a:gd name="connsiteY3" fmla="*/ 0 h 3278"/>
                <a:gd name="connsiteX4" fmla="*/ 0 w 8196"/>
                <a:gd name="connsiteY4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0" y="1639"/>
                  </a:moveTo>
                  <a:lnTo>
                    <a:pt x="4918" y="3279"/>
                  </a:lnTo>
                  <a:lnTo>
                    <a:pt x="8197" y="3279"/>
                  </a:ln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45" name="Freeform 4144">
              <a:extLst>
                <a:ext uri="{FF2B5EF4-FFF2-40B4-BE49-F238E27FC236}">
                  <a16:creationId xmlns:a16="http://schemas.microsoft.com/office/drawing/2014/main" id="{C8C6A174-9F41-8241-B970-ED7CA8A2C88D}"/>
                </a:ext>
              </a:extLst>
            </p:cNvPr>
            <p:cNvSpPr/>
            <p:nvPr/>
          </p:nvSpPr>
          <p:spPr>
            <a:xfrm>
              <a:off x="5979606" y="1124747"/>
              <a:ext cx="24590" cy="13114"/>
            </a:xfrm>
            <a:custGeom>
              <a:avLst/>
              <a:gdLst>
                <a:gd name="connsiteX0" fmla="*/ 19672 w 24590"/>
                <a:gd name="connsiteY0" fmla="*/ 8197 h 13114"/>
                <a:gd name="connsiteX1" fmla="*/ 21312 w 24590"/>
                <a:gd name="connsiteY1" fmla="*/ 6557 h 13114"/>
                <a:gd name="connsiteX2" fmla="*/ 24590 w 24590"/>
                <a:gd name="connsiteY2" fmla="*/ 3279 h 13114"/>
                <a:gd name="connsiteX3" fmla="*/ 21312 w 24590"/>
                <a:gd name="connsiteY3" fmla="*/ 1639 h 13114"/>
                <a:gd name="connsiteX4" fmla="*/ 18033 w 24590"/>
                <a:gd name="connsiteY4" fmla="*/ 0 h 13114"/>
                <a:gd name="connsiteX5" fmla="*/ 13115 w 24590"/>
                <a:gd name="connsiteY5" fmla="*/ 1639 h 13114"/>
                <a:gd name="connsiteX6" fmla="*/ 18033 w 24590"/>
                <a:gd name="connsiteY6" fmla="*/ 3279 h 13114"/>
                <a:gd name="connsiteX7" fmla="*/ 14754 w 24590"/>
                <a:gd name="connsiteY7" fmla="*/ 6557 h 13114"/>
                <a:gd name="connsiteX8" fmla="*/ 11476 w 24590"/>
                <a:gd name="connsiteY8" fmla="*/ 3279 h 13114"/>
                <a:gd name="connsiteX9" fmla="*/ 8197 w 24590"/>
                <a:gd name="connsiteY9" fmla="*/ 6557 h 13114"/>
                <a:gd name="connsiteX10" fmla="*/ 11476 w 24590"/>
                <a:gd name="connsiteY10" fmla="*/ 6557 h 13114"/>
                <a:gd name="connsiteX11" fmla="*/ 8197 w 24590"/>
                <a:gd name="connsiteY11" fmla="*/ 6557 h 13114"/>
                <a:gd name="connsiteX12" fmla="*/ 3279 w 24590"/>
                <a:gd name="connsiteY12" fmla="*/ 9836 h 13114"/>
                <a:gd name="connsiteX13" fmla="*/ 8197 w 24590"/>
                <a:gd name="connsiteY13" fmla="*/ 9836 h 13114"/>
                <a:gd name="connsiteX14" fmla="*/ 3279 w 24590"/>
                <a:gd name="connsiteY14" fmla="*/ 9836 h 13114"/>
                <a:gd name="connsiteX15" fmla="*/ 0 w 24590"/>
                <a:gd name="connsiteY15" fmla="*/ 11475 h 13114"/>
                <a:gd name="connsiteX16" fmla="*/ 3279 w 24590"/>
                <a:gd name="connsiteY16" fmla="*/ 13115 h 13114"/>
                <a:gd name="connsiteX17" fmla="*/ 8197 w 24590"/>
                <a:gd name="connsiteY17" fmla="*/ 13115 h 13114"/>
                <a:gd name="connsiteX18" fmla="*/ 11476 w 24590"/>
                <a:gd name="connsiteY18" fmla="*/ 11475 h 13114"/>
                <a:gd name="connsiteX19" fmla="*/ 14754 w 24590"/>
                <a:gd name="connsiteY19" fmla="*/ 11475 h 13114"/>
                <a:gd name="connsiteX20" fmla="*/ 18033 w 24590"/>
                <a:gd name="connsiteY20" fmla="*/ 11475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590" h="13114">
                  <a:moveTo>
                    <a:pt x="19672" y="8197"/>
                  </a:moveTo>
                  <a:lnTo>
                    <a:pt x="21312" y="6557"/>
                  </a:lnTo>
                  <a:lnTo>
                    <a:pt x="24590" y="3279"/>
                  </a:lnTo>
                  <a:lnTo>
                    <a:pt x="21312" y="1639"/>
                  </a:lnTo>
                  <a:lnTo>
                    <a:pt x="18033" y="0"/>
                  </a:lnTo>
                  <a:lnTo>
                    <a:pt x="13115" y="1639"/>
                  </a:lnTo>
                  <a:lnTo>
                    <a:pt x="18033" y="3279"/>
                  </a:lnTo>
                  <a:lnTo>
                    <a:pt x="14754" y="6557"/>
                  </a:lnTo>
                  <a:lnTo>
                    <a:pt x="11476" y="3279"/>
                  </a:lnTo>
                  <a:lnTo>
                    <a:pt x="8197" y="6557"/>
                  </a:lnTo>
                  <a:lnTo>
                    <a:pt x="11476" y="6557"/>
                  </a:lnTo>
                  <a:lnTo>
                    <a:pt x="8197" y="6557"/>
                  </a:lnTo>
                  <a:lnTo>
                    <a:pt x="3279" y="9836"/>
                  </a:lnTo>
                  <a:lnTo>
                    <a:pt x="8197" y="9836"/>
                  </a:lnTo>
                  <a:lnTo>
                    <a:pt x="3279" y="9836"/>
                  </a:lnTo>
                  <a:lnTo>
                    <a:pt x="0" y="11475"/>
                  </a:lnTo>
                  <a:lnTo>
                    <a:pt x="3279" y="13115"/>
                  </a:lnTo>
                  <a:lnTo>
                    <a:pt x="8197" y="13115"/>
                  </a:lnTo>
                  <a:lnTo>
                    <a:pt x="11476" y="11475"/>
                  </a:lnTo>
                  <a:lnTo>
                    <a:pt x="14754" y="11475"/>
                  </a:lnTo>
                  <a:lnTo>
                    <a:pt x="18033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46" name="Freeform 4145">
              <a:extLst>
                <a:ext uri="{FF2B5EF4-FFF2-40B4-BE49-F238E27FC236}">
                  <a16:creationId xmlns:a16="http://schemas.microsoft.com/office/drawing/2014/main" id="{055F8922-77A1-1E40-AAE1-FCDB8F52E83F}"/>
                </a:ext>
              </a:extLst>
            </p:cNvPr>
            <p:cNvSpPr/>
            <p:nvPr/>
          </p:nvSpPr>
          <p:spPr>
            <a:xfrm>
              <a:off x="5981246" y="959174"/>
              <a:ext cx="11475" cy="6557"/>
            </a:xfrm>
            <a:custGeom>
              <a:avLst/>
              <a:gdLst>
                <a:gd name="connsiteX0" fmla="*/ 8197 w 11475"/>
                <a:gd name="connsiteY0" fmla="*/ 6557 h 6557"/>
                <a:gd name="connsiteX1" fmla="*/ 9836 w 11475"/>
                <a:gd name="connsiteY1" fmla="*/ 4918 h 6557"/>
                <a:gd name="connsiteX2" fmla="*/ 11476 w 11475"/>
                <a:gd name="connsiteY2" fmla="*/ 0 h 6557"/>
                <a:gd name="connsiteX3" fmla="*/ 8197 w 11475"/>
                <a:gd name="connsiteY3" fmla="*/ 0 h 6557"/>
                <a:gd name="connsiteX4" fmla="*/ 3279 w 11475"/>
                <a:gd name="connsiteY4" fmla="*/ 0 h 6557"/>
                <a:gd name="connsiteX5" fmla="*/ 0 w 11475"/>
                <a:gd name="connsiteY5" fmla="*/ 1639 h 6557"/>
                <a:gd name="connsiteX6" fmla="*/ 3279 w 11475"/>
                <a:gd name="connsiteY6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6557">
                  <a:moveTo>
                    <a:pt x="8197" y="6557"/>
                  </a:moveTo>
                  <a:lnTo>
                    <a:pt x="9836" y="4918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47" name="Freeform 4146">
              <a:extLst>
                <a:ext uri="{FF2B5EF4-FFF2-40B4-BE49-F238E27FC236}">
                  <a16:creationId xmlns:a16="http://schemas.microsoft.com/office/drawing/2014/main" id="{64317B4C-C845-3D45-870E-0ADB48DDFF4C}"/>
                </a:ext>
              </a:extLst>
            </p:cNvPr>
            <p:cNvSpPr/>
            <p:nvPr/>
          </p:nvSpPr>
          <p:spPr>
            <a:xfrm>
              <a:off x="5986164" y="798519"/>
              <a:ext cx="11475" cy="1639"/>
            </a:xfrm>
            <a:custGeom>
              <a:avLst/>
              <a:gdLst>
                <a:gd name="connsiteX0" fmla="*/ 8197 w 11475"/>
                <a:gd name="connsiteY0" fmla="*/ 1639 h 1639"/>
                <a:gd name="connsiteX1" fmla="*/ 8197 w 11475"/>
                <a:gd name="connsiteY1" fmla="*/ 1639 h 1639"/>
                <a:gd name="connsiteX2" fmla="*/ 11476 w 11475"/>
                <a:gd name="connsiteY2" fmla="*/ 1639 h 1639"/>
                <a:gd name="connsiteX3" fmla="*/ 8197 w 11475"/>
                <a:gd name="connsiteY3" fmla="*/ 0 h 1639"/>
                <a:gd name="connsiteX4" fmla="*/ 3279 w 11475"/>
                <a:gd name="connsiteY4" fmla="*/ 0 h 1639"/>
                <a:gd name="connsiteX5" fmla="*/ 0 w 11475"/>
                <a:gd name="connsiteY5" fmla="*/ 1639 h 1639"/>
                <a:gd name="connsiteX6" fmla="*/ 3279 w 11475"/>
                <a:gd name="connsiteY6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1639">
                  <a:moveTo>
                    <a:pt x="8197" y="1639"/>
                  </a:moveTo>
                  <a:lnTo>
                    <a:pt x="8197" y="1639"/>
                  </a:lnTo>
                  <a:lnTo>
                    <a:pt x="11476" y="1639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48" name="Freeform 4147">
              <a:extLst>
                <a:ext uri="{FF2B5EF4-FFF2-40B4-BE49-F238E27FC236}">
                  <a16:creationId xmlns:a16="http://schemas.microsoft.com/office/drawing/2014/main" id="{90288102-79A8-FF40-B1F7-2E4FF653DB16}"/>
                </a:ext>
              </a:extLst>
            </p:cNvPr>
            <p:cNvSpPr/>
            <p:nvPr/>
          </p:nvSpPr>
          <p:spPr>
            <a:xfrm>
              <a:off x="5994360" y="1116550"/>
              <a:ext cx="6557" cy="3278"/>
            </a:xfrm>
            <a:custGeom>
              <a:avLst/>
              <a:gdLst>
                <a:gd name="connsiteX0" fmla="*/ 0 w 6557"/>
                <a:gd name="connsiteY0" fmla="*/ 3279 h 3278"/>
                <a:gd name="connsiteX1" fmla="*/ 1639 w 6557"/>
                <a:gd name="connsiteY1" fmla="*/ 3279 h 3278"/>
                <a:gd name="connsiteX2" fmla="*/ 3279 w 6557"/>
                <a:gd name="connsiteY2" fmla="*/ 1639 h 3278"/>
                <a:gd name="connsiteX3" fmla="*/ 6558 w 6557"/>
                <a:gd name="connsiteY3" fmla="*/ 0 h 3278"/>
                <a:gd name="connsiteX4" fmla="*/ 3279 w 6557"/>
                <a:gd name="connsiteY4" fmla="*/ 0 h 3278"/>
                <a:gd name="connsiteX5" fmla="*/ 0 w 6557"/>
                <a:gd name="connsiteY5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3278">
                  <a:moveTo>
                    <a:pt x="0" y="3279"/>
                  </a:moveTo>
                  <a:lnTo>
                    <a:pt x="1639" y="3279"/>
                  </a:lnTo>
                  <a:lnTo>
                    <a:pt x="3279" y="1639"/>
                  </a:lnTo>
                  <a:lnTo>
                    <a:pt x="6558" y="0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49" name="Freeform 4148">
              <a:extLst>
                <a:ext uri="{FF2B5EF4-FFF2-40B4-BE49-F238E27FC236}">
                  <a16:creationId xmlns:a16="http://schemas.microsoft.com/office/drawing/2014/main" id="{F128A766-159E-1F42-A2A9-19364695CAE4}"/>
                </a:ext>
              </a:extLst>
            </p:cNvPr>
            <p:cNvSpPr/>
            <p:nvPr/>
          </p:nvSpPr>
          <p:spPr>
            <a:xfrm>
              <a:off x="5997639" y="1116550"/>
              <a:ext cx="24590" cy="11475"/>
            </a:xfrm>
            <a:custGeom>
              <a:avLst/>
              <a:gdLst>
                <a:gd name="connsiteX0" fmla="*/ 0 w 24590"/>
                <a:gd name="connsiteY0" fmla="*/ 3279 h 11475"/>
                <a:gd name="connsiteX1" fmla="*/ 0 w 24590"/>
                <a:gd name="connsiteY1" fmla="*/ 8197 h 11475"/>
                <a:gd name="connsiteX2" fmla="*/ 4918 w 24590"/>
                <a:gd name="connsiteY2" fmla="*/ 9836 h 11475"/>
                <a:gd name="connsiteX3" fmla="*/ 8197 w 24590"/>
                <a:gd name="connsiteY3" fmla="*/ 11475 h 11475"/>
                <a:gd name="connsiteX4" fmla="*/ 13114 w 24590"/>
                <a:gd name="connsiteY4" fmla="*/ 11475 h 11475"/>
                <a:gd name="connsiteX5" fmla="*/ 16393 w 24590"/>
                <a:gd name="connsiteY5" fmla="*/ 9836 h 11475"/>
                <a:gd name="connsiteX6" fmla="*/ 19672 w 24590"/>
                <a:gd name="connsiteY6" fmla="*/ 4918 h 11475"/>
                <a:gd name="connsiteX7" fmla="*/ 24590 w 24590"/>
                <a:gd name="connsiteY7" fmla="*/ 3279 h 11475"/>
                <a:gd name="connsiteX8" fmla="*/ 21311 w 24590"/>
                <a:gd name="connsiteY8" fmla="*/ 3279 h 11475"/>
                <a:gd name="connsiteX9" fmla="*/ 21311 w 24590"/>
                <a:gd name="connsiteY9" fmla="*/ 3279 h 11475"/>
                <a:gd name="connsiteX10" fmla="*/ 16393 w 24590"/>
                <a:gd name="connsiteY10" fmla="*/ 1639 h 11475"/>
                <a:gd name="connsiteX11" fmla="*/ 16393 w 24590"/>
                <a:gd name="connsiteY11" fmla="*/ 3279 h 11475"/>
                <a:gd name="connsiteX12" fmla="*/ 14754 w 24590"/>
                <a:gd name="connsiteY12" fmla="*/ 3279 h 11475"/>
                <a:gd name="connsiteX13" fmla="*/ 11476 w 24590"/>
                <a:gd name="connsiteY13" fmla="*/ 1639 h 11475"/>
                <a:gd name="connsiteX14" fmla="*/ 8197 w 24590"/>
                <a:gd name="connsiteY14" fmla="*/ 0 h 11475"/>
                <a:gd name="connsiteX15" fmla="*/ 3279 w 24590"/>
                <a:gd name="connsiteY15" fmla="*/ 3279 h 11475"/>
                <a:gd name="connsiteX16" fmla="*/ 0 w 24590"/>
                <a:gd name="connsiteY16" fmla="*/ 327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90" h="11475">
                  <a:moveTo>
                    <a:pt x="0" y="3279"/>
                  </a:moveTo>
                  <a:lnTo>
                    <a:pt x="0" y="8197"/>
                  </a:lnTo>
                  <a:lnTo>
                    <a:pt x="4918" y="9836"/>
                  </a:lnTo>
                  <a:lnTo>
                    <a:pt x="8197" y="11475"/>
                  </a:lnTo>
                  <a:lnTo>
                    <a:pt x="13114" y="11475"/>
                  </a:lnTo>
                  <a:lnTo>
                    <a:pt x="16393" y="9836"/>
                  </a:lnTo>
                  <a:lnTo>
                    <a:pt x="19672" y="4918"/>
                  </a:lnTo>
                  <a:lnTo>
                    <a:pt x="24590" y="3279"/>
                  </a:lnTo>
                  <a:lnTo>
                    <a:pt x="21311" y="3279"/>
                  </a:lnTo>
                  <a:lnTo>
                    <a:pt x="21311" y="3279"/>
                  </a:lnTo>
                  <a:lnTo>
                    <a:pt x="16393" y="1639"/>
                  </a:lnTo>
                  <a:lnTo>
                    <a:pt x="16393" y="3279"/>
                  </a:lnTo>
                  <a:lnTo>
                    <a:pt x="14754" y="3279"/>
                  </a:lnTo>
                  <a:lnTo>
                    <a:pt x="11476" y="1639"/>
                  </a:lnTo>
                  <a:lnTo>
                    <a:pt x="8197" y="0"/>
                  </a:lnTo>
                  <a:lnTo>
                    <a:pt x="3279" y="3279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50" name="Freeform 4149">
              <a:extLst>
                <a:ext uri="{FF2B5EF4-FFF2-40B4-BE49-F238E27FC236}">
                  <a16:creationId xmlns:a16="http://schemas.microsoft.com/office/drawing/2014/main" id="{77481E8A-8858-614F-AAD6-4A8DA80AB361}"/>
                </a:ext>
              </a:extLst>
            </p:cNvPr>
            <p:cNvSpPr/>
            <p:nvPr/>
          </p:nvSpPr>
          <p:spPr>
            <a:xfrm>
              <a:off x="5999279" y="806715"/>
              <a:ext cx="14753" cy="4918"/>
            </a:xfrm>
            <a:custGeom>
              <a:avLst/>
              <a:gdLst>
                <a:gd name="connsiteX0" fmla="*/ 4918 w 14753"/>
                <a:gd name="connsiteY0" fmla="*/ 4918 h 4918"/>
                <a:gd name="connsiteX1" fmla="*/ 6557 w 14753"/>
                <a:gd name="connsiteY1" fmla="*/ 3279 h 4918"/>
                <a:gd name="connsiteX2" fmla="*/ 11475 w 14753"/>
                <a:gd name="connsiteY2" fmla="*/ 3279 h 4918"/>
                <a:gd name="connsiteX3" fmla="*/ 14754 w 14753"/>
                <a:gd name="connsiteY3" fmla="*/ 1639 h 4918"/>
                <a:gd name="connsiteX4" fmla="*/ 11475 w 14753"/>
                <a:gd name="connsiteY4" fmla="*/ 1639 h 4918"/>
                <a:gd name="connsiteX5" fmla="*/ 8197 w 14753"/>
                <a:gd name="connsiteY5" fmla="*/ 0 h 4918"/>
                <a:gd name="connsiteX6" fmla="*/ 3278 w 14753"/>
                <a:gd name="connsiteY6" fmla="*/ 0 h 4918"/>
                <a:gd name="connsiteX7" fmla="*/ 0 w 14753"/>
                <a:gd name="connsiteY7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3" h="4918">
                  <a:moveTo>
                    <a:pt x="4918" y="4918"/>
                  </a:moveTo>
                  <a:lnTo>
                    <a:pt x="6557" y="3279"/>
                  </a:lnTo>
                  <a:lnTo>
                    <a:pt x="11475" y="3279"/>
                  </a:lnTo>
                  <a:lnTo>
                    <a:pt x="14754" y="1639"/>
                  </a:lnTo>
                  <a:lnTo>
                    <a:pt x="11475" y="1639"/>
                  </a:lnTo>
                  <a:lnTo>
                    <a:pt x="8197" y="0"/>
                  </a:lnTo>
                  <a:lnTo>
                    <a:pt x="327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51" name="Freeform 4150">
              <a:extLst>
                <a:ext uri="{FF2B5EF4-FFF2-40B4-BE49-F238E27FC236}">
                  <a16:creationId xmlns:a16="http://schemas.microsoft.com/office/drawing/2014/main" id="{F14A7EBF-F704-D147-8391-EE5EDD51187E}"/>
                </a:ext>
              </a:extLst>
            </p:cNvPr>
            <p:cNvSpPr/>
            <p:nvPr/>
          </p:nvSpPr>
          <p:spPr>
            <a:xfrm>
              <a:off x="6000918" y="757535"/>
              <a:ext cx="11475" cy="1639"/>
            </a:xfrm>
            <a:custGeom>
              <a:avLst/>
              <a:gdLst>
                <a:gd name="connsiteX0" fmla="*/ 8197 w 11475"/>
                <a:gd name="connsiteY0" fmla="*/ 1639 h 1639"/>
                <a:gd name="connsiteX1" fmla="*/ 11475 w 11475"/>
                <a:gd name="connsiteY1" fmla="*/ 1639 h 1639"/>
                <a:gd name="connsiteX2" fmla="*/ 6557 w 11475"/>
                <a:gd name="connsiteY2" fmla="*/ 0 h 1639"/>
                <a:gd name="connsiteX3" fmla="*/ 3278 w 11475"/>
                <a:gd name="connsiteY3" fmla="*/ 0 h 1639"/>
                <a:gd name="connsiteX4" fmla="*/ 0 w 11475"/>
                <a:gd name="connsiteY4" fmla="*/ 0 h 1639"/>
                <a:gd name="connsiteX5" fmla="*/ 3278 w 11475"/>
                <a:gd name="connsiteY5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1639">
                  <a:moveTo>
                    <a:pt x="8197" y="1639"/>
                  </a:moveTo>
                  <a:lnTo>
                    <a:pt x="11475" y="1639"/>
                  </a:lnTo>
                  <a:lnTo>
                    <a:pt x="6557" y="0"/>
                  </a:lnTo>
                  <a:lnTo>
                    <a:pt x="3278" y="0"/>
                  </a:lnTo>
                  <a:lnTo>
                    <a:pt x="0" y="0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52" name="Freeform 4151">
              <a:extLst>
                <a:ext uri="{FF2B5EF4-FFF2-40B4-BE49-F238E27FC236}">
                  <a16:creationId xmlns:a16="http://schemas.microsoft.com/office/drawing/2014/main" id="{9DAE57D9-66D5-6B48-A15A-C40A02423054}"/>
                </a:ext>
              </a:extLst>
            </p:cNvPr>
            <p:cNvSpPr/>
            <p:nvPr/>
          </p:nvSpPr>
          <p:spPr>
            <a:xfrm>
              <a:off x="6000918" y="823109"/>
              <a:ext cx="52458" cy="13114"/>
            </a:xfrm>
            <a:custGeom>
              <a:avLst/>
              <a:gdLst>
                <a:gd name="connsiteX0" fmla="*/ 0 w 52458"/>
                <a:gd name="connsiteY0" fmla="*/ 4918 h 13114"/>
                <a:gd name="connsiteX1" fmla="*/ 4918 w 52458"/>
                <a:gd name="connsiteY1" fmla="*/ 4918 h 13114"/>
                <a:gd name="connsiteX2" fmla="*/ 8197 w 52458"/>
                <a:gd name="connsiteY2" fmla="*/ 4918 h 13114"/>
                <a:gd name="connsiteX3" fmla="*/ 11475 w 52458"/>
                <a:gd name="connsiteY3" fmla="*/ 6557 h 13114"/>
                <a:gd name="connsiteX4" fmla="*/ 16393 w 52458"/>
                <a:gd name="connsiteY4" fmla="*/ 9836 h 13114"/>
                <a:gd name="connsiteX5" fmla="*/ 19672 w 52458"/>
                <a:gd name="connsiteY5" fmla="*/ 13115 h 13114"/>
                <a:gd name="connsiteX6" fmla="*/ 24590 w 52458"/>
                <a:gd name="connsiteY6" fmla="*/ 13115 h 13114"/>
                <a:gd name="connsiteX7" fmla="*/ 27868 w 52458"/>
                <a:gd name="connsiteY7" fmla="*/ 13115 h 13114"/>
                <a:gd name="connsiteX8" fmla="*/ 31147 w 52458"/>
                <a:gd name="connsiteY8" fmla="*/ 11475 h 13114"/>
                <a:gd name="connsiteX9" fmla="*/ 36065 w 52458"/>
                <a:gd name="connsiteY9" fmla="*/ 11475 h 13114"/>
                <a:gd name="connsiteX10" fmla="*/ 39344 w 52458"/>
                <a:gd name="connsiteY10" fmla="*/ 11475 h 13114"/>
                <a:gd name="connsiteX11" fmla="*/ 42622 w 52458"/>
                <a:gd name="connsiteY11" fmla="*/ 11475 h 13114"/>
                <a:gd name="connsiteX12" fmla="*/ 47541 w 52458"/>
                <a:gd name="connsiteY12" fmla="*/ 11475 h 13114"/>
                <a:gd name="connsiteX13" fmla="*/ 50819 w 52458"/>
                <a:gd name="connsiteY13" fmla="*/ 11475 h 13114"/>
                <a:gd name="connsiteX14" fmla="*/ 52458 w 52458"/>
                <a:gd name="connsiteY14" fmla="*/ 8197 h 13114"/>
                <a:gd name="connsiteX15" fmla="*/ 52458 w 52458"/>
                <a:gd name="connsiteY15" fmla="*/ 3279 h 13114"/>
                <a:gd name="connsiteX16" fmla="*/ 47541 w 52458"/>
                <a:gd name="connsiteY16" fmla="*/ 1639 h 13114"/>
                <a:gd name="connsiteX17" fmla="*/ 44262 w 52458"/>
                <a:gd name="connsiteY17" fmla="*/ 1639 h 13114"/>
                <a:gd name="connsiteX18" fmla="*/ 40983 w 52458"/>
                <a:gd name="connsiteY18" fmla="*/ 0 h 13114"/>
                <a:gd name="connsiteX19" fmla="*/ 36065 w 52458"/>
                <a:gd name="connsiteY19" fmla="*/ 0 h 13114"/>
                <a:gd name="connsiteX20" fmla="*/ 32787 w 52458"/>
                <a:gd name="connsiteY20" fmla="*/ 1639 h 13114"/>
                <a:gd name="connsiteX21" fmla="*/ 29508 w 52458"/>
                <a:gd name="connsiteY21" fmla="*/ 0 h 13114"/>
                <a:gd name="connsiteX22" fmla="*/ 24590 w 52458"/>
                <a:gd name="connsiteY22" fmla="*/ 0 h 13114"/>
                <a:gd name="connsiteX23" fmla="*/ 21311 w 52458"/>
                <a:gd name="connsiteY23" fmla="*/ 1639 h 13114"/>
                <a:gd name="connsiteX24" fmla="*/ 16393 w 52458"/>
                <a:gd name="connsiteY24" fmla="*/ 1639 h 13114"/>
                <a:gd name="connsiteX25" fmla="*/ 13114 w 52458"/>
                <a:gd name="connsiteY25" fmla="*/ 1639 h 13114"/>
                <a:gd name="connsiteX26" fmla="*/ 9836 w 52458"/>
                <a:gd name="connsiteY26" fmla="*/ 3279 h 13114"/>
                <a:gd name="connsiteX27" fmla="*/ 4918 w 52458"/>
                <a:gd name="connsiteY27" fmla="*/ 3279 h 13114"/>
                <a:gd name="connsiteX28" fmla="*/ 1639 w 52458"/>
                <a:gd name="connsiteY28" fmla="*/ 3279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2458" h="13114">
                  <a:moveTo>
                    <a:pt x="0" y="4918"/>
                  </a:moveTo>
                  <a:lnTo>
                    <a:pt x="4918" y="4918"/>
                  </a:lnTo>
                  <a:lnTo>
                    <a:pt x="8197" y="4918"/>
                  </a:lnTo>
                  <a:lnTo>
                    <a:pt x="11475" y="6557"/>
                  </a:lnTo>
                  <a:lnTo>
                    <a:pt x="16393" y="9836"/>
                  </a:lnTo>
                  <a:lnTo>
                    <a:pt x="19672" y="13115"/>
                  </a:lnTo>
                  <a:lnTo>
                    <a:pt x="24590" y="13115"/>
                  </a:lnTo>
                  <a:lnTo>
                    <a:pt x="27868" y="13115"/>
                  </a:lnTo>
                  <a:lnTo>
                    <a:pt x="31147" y="11475"/>
                  </a:lnTo>
                  <a:lnTo>
                    <a:pt x="36065" y="11475"/>
                  </a:lnTo>
                  <a:lnTo>
                    <a:pt x="39344" y="11475"/>
                  </a:lnTo>
                  <a:lnTo>
                    <a:pt x="42622" y="11475"/>
                  </a:lnTo>
                  <a:lnTo>
                    <a:pt x="47541" y="11475"/>
                  </a:lnTo>
                  <a:lnTo>
                    <a:pt x="50819" y="11475"/>
                  </a:lnTo>
                  <a:lnTo>
                    <a:pt x="52458" y="8197"/>
                  </a:lnTo>
                  <a:lnTo>
                    <a:pt x="52458" y="3279"/>
                  </a:lnTo>
                  <a:lnTo>
                    <a:pt x="47541" y="1639"/>
                  </a:lnTo>
                  <a:lnTo>
                    <a:pt x="44262" y="1639"/>
                  </a:lnTo>
                  <a:lnTo>
                    <a:pt x="40983" y="0"/>
                  </a:lnTo>
                  <a:lnTo>
                    <a:pt x="36065" y="0"/>
                  </a:lnTo>
                  <a:lnTo>
                    <a:pt x="32787" y="1639"/>
                  </a:lnTo>
                  <a:lnTo>
                    <a:pt x="29508" y="0"/>
                  </a:lnTo>
                  <a:lnTo>
                    <a:pt x="24590" y="0"/>
                  </a:lnTo>
                  <a:lnTo>
                    <a:pt x="21311" y="1639"/>
                  </a:lnTo>
                  <a:lnTo>
                    <a:pt x="16393" y="1639"/>
                  </a:lnTo>
                  <a:lnTo>
                    <a:pt x="13114" y="1639"/>
                  </a:lnTo>
                  <a:lnTo>
                    <a:pt x="9836" y="3279"/>
                  </a:lnTo>
                  <a:lnTo>
                    <a:pt x="4918" y="3279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53" name="Freeform 4152">
              <a:extLst>
                <a:ext uri="{FF2B5EF4-FFF2-40B4-BE49-F238E27FC236}">
                  <a16:creationId xmlns:a16="http://schemas.microsoft.com/office/drawing/2014/main" id="{6C8C2F93-0449-9746-B615-1DEFF55B9C09}"/>
                </a:ext>
              </a:extLst>
            </p:cNvPr>
            <p:cNvSpPr/>
            <p:nvPr/>
          </p:nvSpPr>
          <p:spPr>
            <a:xfrm>
              <a:off x="6002557" y="760814"/>
              <a:ext cx="3278" cy="16393"/>
            </a:xfrm>
            <a:custGeom>
              <a:avLst/>
              <a:gdLst>
                <a:gd name="connsiteX0" fmla="*/ 3279 w 3278"/>
                <a:gd name="connsiteY0" fmla="*/ 0 h 16393"/>
                <a:gd name="connsiteX1" fmla="*/ 3279 w 3278"/>
                <a:gd name="connsiteY1" fmla="*/ 0 h 16393"/>
                <a:gd name="connsiteX2" fmla="*/ 0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3279" y="0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54" name="Freeform 4153">
              <a:extLst>
                <a:ext uri="{FF2B5EF4-FFF2-40B4-BE49-F238E27FC236}">
                  <a16:creationId xmlns:a16="http://schemas.microsoft.com/office/drawing/2014/main" id="{2FB70561-57A8-4544-8DEE-313627BED6A8}"/>
                </a:ext>
              </a:extLst>
            </p:cNvPr>
            <p:cNvSpPr/>
            <p:nvPr/>
          </p:nvSpPr>
          <p:spPr>
            <a:xfrm>
              <a:off x="6004197" y="1111632"/>
              <a:ext cx="3278" cy="3278"/>
            </a:xfrm>
            <a:custGeom>
              <a:avLst/>
              <a:gdLst>
                <a:gd name="connsiteX0" fmla="*/ 0 w 3278"/>
                <a:gd name="connsiteY0" fmla="*/ 1639 h 3278"/>
                <a:gd name="connsiteX1" fmla="*/ 3279 w 3278"/>
                <a:gd name="connsiteY1" fmla="*/ 3279 h 3278"/>
                <a:gd name="connsiteX2" fmla="*/ 3279 w 3278"/>
                <a:gd name="connsiteY2" fmla="*/ 0 h 3278"/>
                <a:gd name="connsiteX3" fmla="*/ 0 w 327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3278">
                  <a:moveTo>
                    <a:pt x="0" y="1639"/>
                  </a:moveTo>
                  <a:lnTo>
                    <a:pt x="3279" y="3279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55" name="Freeform 4154">
              <a:extLst>
                <a:ext uri="{FF2B5EF4-FFF2-40B4-BE49-F238E27FC236}">
                  <a16:creationId xmlns:a16="http://schemas.microsoft.com/office/drawing/2014/main" id="{76010A17-3056-974B-9E8F-5ED73A749EB3}"/>
                </a:ext>
              </a:extLst>
            </p:cNvPr>
            <p:cNvSpPr/>
            <p:nvPr/>
          </p:nvSpPr>
          <p:spPr>
            <a:xfrm>
              <a:off x="6010754" y="1114911"/>
              <a:ext cx="4918" cy="1639"/>
            </a:xfrm>
            <a:custGeom>
              <a:avLst/>
              <a:gdLst>
                <a:gd name="connsiteX0" fmla="*/ 0 w 4918"/>
                <a:gd name="connsiteY0" fmla="*/ 0 h 1639"/>
                <a:gd name="connsiteX1" fmla="*/ 1639 w 4918"/>
                <a:gd name="connsiteY1" fmla="*/ 1639 h 1639"/>
                <a:gd name="connsiteX2" fmla="*/ 4918 w 491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0" y="0"/>
                  </a:moveTo>
                  <a:lnTo>
                    <a:pt x="1639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56" name="Freeform 4155">
              <a:extLst>
                <a:ext uri="{FF2B5EF4-FFF2-40B4-BE49-F238E27FC236}">
                  <a16:creationId xmlns:a16="http://schemas.microsoft.com/office/drawing/2014/main" id="{CDDBCF5E-A696-584B-9575-3D56247CF701}"/>
                </a:ext>
              </a:extLst>
            </p:cNvPr>
            <p:cNvSpPr/>
            <p:nvPr/>
          </p:nvSpPr>
          <p:spPr>
            <a:xfrm>
              <a:off x="6017312" y="1119829"/>
              <a:ext cx="9835" cy="6557"/>
            </a:xfrm>
            <a:custGeom>
              <a:avLst/>
              <a:gdLst>
                <a:gd name="connsiteX0" fmla="*/ 6557 w 9835"/>
                <a:gd name="connsiteY0" fmla="*/ 0 h 6557"/>
                <a:gd name="connsiteX1" fmla="*/ 3278 w 9835"/>
                <a:gd name="connsiteY1" fmla="*/ 1639 h 6557"/>
                <a:gd name="connsiteX2" fmla="*/ 0 w 9835"/>
                <a:gd name="connsiteY2" fmla="*/ 6557 h 6557"/>
                <a:gd name="connsiteX3" fmla="*/ 3278 w 9835"/>
                <a:gd name="connsiteY3" fmla="*/ 4918 h 6557"/>
                <a:gd name="connsiteX4" fmla="*/ 8197 w 9835"/>
                <a:gd name="connsiteY4" fmla="*/ 4918 h 6557"/>
                <a:gd name="connsiteX5" fmla="*/ 9836 w 9835"/>
                <a:gd name="connsiteY5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5" h="6557">
                  <a:moveTo>
                    <a:pt x="6557" y="0"/>
                  </a:moveTo>
                  <a:lnTo>
                    <a:pt x="3278" y="1639"/>
                  </a:lnTo>
                  <a:lnTo>
                    <a:pt x="0" y="6557"/>
                  </a:lnTo>
                  <a:lnTo>
                    <a:pt x="3278" y="4918"/>
                  </a:lnTo>
                  <a:lnTo>
                    <a:pt x="8197" y="4918"/>
                  </a:lnTo>
                  <a:lnTo>
                    <a:pt x="9836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57" name="Freeform 4156">
              <a:extLst>
                <a:ext uri="{FF2B5EF4-FFF2-40B4-BE49-F238E27FC236}">
                  <a16:creationId xmlns:a16="http://schemas.microsoft.com/office/drawing/2014/main" id="{AD2F17E4-019A-2542-9874-11BC4EC9A72B}"/>
                </a:ext>
              </a:extLst>
            </p:cNvPr>
            <p:cNvSpPr/>
            <p:nvPr/>
          </p:nvSpPr>
          <p:spPr>
            <a:xfrm>
              <a:off x="6017312" y="1111632"/>
              <a:ext cx="14753" cy="6557"/>
            </a:xfrm>
            <a:custGeom>
              <a:avLst/>
              <a:gdLst>
                <a:gd name="connsiteX0" fmla="*/ 11475 w 14753"/>
                <a:gd name="connsiteY0" fmla="*/ 3279 h 6557"/>
                <a:gd name="connsiteX1" fmla="*/ 6557 w 14753"/>
                <a:gd name="connsiteY1" fmla="*/ 0 h 6557"/>
                <a:gd name="connsiteX2" fmla="*/ 3278 w 14753"/>
                <a:gd name="connsiteY2" fmla="*/ 0 h 6557"/>
                <a:gd name="connsiteX3" fmla="*/ 0 w 14753"/>
                <a:gd name="connsiteY3" fmla="*/ 0 h 6557"/>
                <a:gd name="connsiteX4" fmla="*/ 3278 w 14753"/>
                <a:gd name="connsiteY4" fmla="*/ 3279 h 6557"/>
                <a:gd name="connsiteX5" fmla="*/ 4918 w 14753"/>
                <a:gd name="connsiteY5" fmla="*/ 6557 h 6557"/>
                <a:gd name="connsiteX6" fmla="*/ 8197 w 14753"/>
                <a:gd name="connsiteY6" fmla="*/ 6557 h 6557"/>
                <a:gd name="connsiteX7" fmla="*/ 11475 w 14753"/>
                <a:gd name="connsiteY7" fmla="*/ 6557 h 6557"/>
                <a:gd name="connsiteX8" fmla="*/ 14754 w 14753"/>
                <a:gd name="connsiteY8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3" h="6557">
                  <a:moveTo>
                    <a:pt x="11475" y="3279"/>
                  </a:moveTo>
                  <a:lnTo>
                    <a:pt x="6557" y="0"/>
                  </a:lnTo>
                  <a:lnTo>
                    <a:pt x="3278" y="0"/>
                  </a:lnTo>
                  <a:lnTo>
                    <a:pt x="0" y="0"/>
                  </a:lnTo>
                  <a:lnTo>
                    <a:pt x="3278" y="3279"/>
                  </a:lnTo>
                  <a:lnTo>
                    <a:pt x="4918" y="6557"/>
                  </a:lnTo>
                  <a:lnTo>
                    <a:pt x="8197" y="6557"/>
                  </a:lnTo>
                  <a:lnTo>
                    <a:pt x="11475" y="6557"/>
                  </a:lnTo>
                  <a:lnTo>
                    <a:pt x="14754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58" name="Freeform 4157">
              <a:extLst>
                <a:ext uri="{FF2B5EF4-FFF2-40B4-BE49-F238E27FC236}">
                  <a16:creationId xmlns:a16="http://schemas.microsoft.com/office/drawing/2014/main" id="{01821EE3-EA12-F746-B667-37689C4D2EF2}"/>
                </a:ext>
              </a:extLst>
            </p:cNvPr>
            <p:cNvSpPr/>
            <p:nvPr/>
          </p:nvSpPr>
          <p:spPr>
            <a:xfrm>
              <a:off x="6022229" y="834584"/>
              <a:ext cx="98360" cy="32786"/>
            </a:xfrm>
            <a:custGeom>
              <a:avLst/>
              <a:gdLst>
                <a:gd name="connsiteX0" fmla="*/ 0 w 98360"/>
                <a:gd name="connsiteY0" fmla="*/ 26229 h 32786"/>
                <a:gd name="connsiteX1" fmla="*/ 4918 w 98360"/>
                <a:gd name="connsiteY1" fmla="*/ 26229 h 32786"/>
                <a:gd name="connsiteX2" fmla="*/ 8197 w 98360"/>
                <a:gd name="connsiteY2" fmla="*/ 26229 h 32786"/>
                <a:gd name="connsiteX3" fmla="*/ 13114 w 98360"/>
                <a:gd name="connsiteY3" fmla="*/ 26229 h 32786"/>
                <a:gd name="connsiteX4" fmla="*/ 16393 w 98360"/>
                <a:gd name="connsiteY4" fmla="*/ 24590 h 32786"/>
                <a:gd name="connsiteX5" fmla="*/ 19672 w 98360"/>
                <a:gd name="connsiteY5" fmla="*/ 24590 h 32786"/>
                <a:gd name="connsiteX6" fmla="*/ 24590 w 98360"/>
                <a:gd name="connsiteY6" fmla="*/ 24590 h 32786"/>
                <a:gd name="connsiteX7" fmla="*/ 27869 w 98360"/>
                <a:gd name="connsiteY7" fmla="*/ 24590 h 32786"/>
                <a:gd name="connsiteX8" fmla="*/ 32787 w 98360"/>
                <a:gd name="connsiteY8" fmla="*/ 24590 h 32786"/>
                <a:gd name="connsiteX9" fmla="*/ 36066 w 98360"/>
                <a:gd name="connsiteY9" fmla="*/ 22951 h 32786"/>
                <a:gd name="connsiteX10" fmla="*/ 39344 w 98360"/>
                <a:gd name="connsiteY10" fmla="*/ 21311 h 32786"/>
                <a:gd name="connsiteX11" fmla="*/ 44262 w 98360"/>
                <a:gd name="connsiteY11" fmla="*/ 22951 h 32786"/>
                <a:gd name="connsiteX12" fmla="*/ 47541 w 98360"/>
                <a:gd name="connsiteY12" fmla="*/ 22951 h 32786"/>
                <a:gd name="connsiteX13" fmla="*/ 44262 w 98360"/>
                <a:gd name="connsiteY13" fmla="*/ 26229 h 32786"/>
                <a:gd name="connsiteX14" fmla="*/ 39344 w 98360"/>
                <a:gd name="connsiteY14" fmla="*/ 26229 h 32786"/>
                <a:gd name="connsiteX15" fmla="*/ 39344 w 98360"/>
                <a:gd name="connsiteY15" fmla="*/ 31147 h 32786"/>
                <a:gd name="connsiteX16" fmla="*/ 44262 w 98360"/>
                <a:gd name="connsiteY16" fmla="*/ 31147 h 32786"/>
                <a:gd name="connsiteX17" fmla="*/ 47541 w 98360"/>
                <a:gd name="connsiteY17" fmla="*/ 32787 h 32786"/>
                <a:gd name="connsiteX18" fmla="*/ 52459 w 98360"/>
                <a:gd name="connsiteY18" fmla="*/ 31147 h 32786"/>
                <a:gd name="connsiteX19" fmla="*/ 55737 w 98360"/>
                <a:gd name="connsiteY19" fmla="*/ 29508 h 32786"/>
                <a:gd name="connsiteX20" fmla="*/ 59016 w 98360"/>
                <a:gd name="connsiteY20" fmla="*/ 27869 h 32786"/>
                <a:gd name="connsiteX21" fmla="*/ 63934 w 98360"/>
                <a:gd name="connsiteY21" fmla="*/ 27869 h 32786"/>
                <a:gd name="connsiteX22" fmla="*/ 67213 w 98360"/>
                <a:gd name="connsiteY22" fmla="*/ 27869 h 32786"/>
                <a:gd name="connsiteX23" fmla="*/ 72131 w 98360"/>
                <a:gd name="connsiteY23" fmla="*/ 26229 h 32786"/>
                <a:gd name="connsiteX24" fmla="*/ 75410 w 98360"/>
                <a:gd name="connsiteY24" fmla="*/ 24590 h 32786"/>
                <a:gd name="connsiteX25" fmla="*/ 78688 w 98360"/>
                <a:gd name="connsiteY25" fmla="*/ 21311 h 32786"/>
                <a:gd name="connsiteX26" fmla="*/ 81967 w 98360"/>
                <a:gd name="connsiteY26" fmla="*/ 19672 h 32786"/>
                <a:gd name="connsiteX27" fmla="*/ 86885 w 98360"/>
                <a:gd name="connsiteY27" fmla="*/ 18033 h 32786"/>
                <a:gd name="connsiteX28" fmla="*/ 90164 w 98360"/>
                <a:gd name="connsiteY28" fmla="*/ 18033 h 32786"/>
                <a:gd name="connsiteX29" fmla="*/ 93442 w 98360"/>
                <a:gd name="connsiteY29" fmla="*/ 16393 h 32786"/>
                <a:gd name="connsiteX30" fmla="*/ 98360 w 98360"/>
                <a:gd name="connsiteY30" fmla="*/ 16393 h 32786"/>
                <a:gd name="connsiteX31" fmla="*/ 93442 w 98360"/>
                <a:gd name="connsiteY31" fmla="*/ 14754 h 32786"/>
                <a:gd name="connsiteX32" fmla="*/ 90164 w 98360"/>
                <a:gd name="connsiteY32" fmla="*/ 13115 h 32786"/>
                <a:gd name="connsiteX33" fmla="*/ 86885 w 98360"/>
                <a:gd name="connsiteY33" fmla="*/ 11475 h 32786"/>
                <a:gd name="connsiteX34" fmla="*/ 81967 w 98360"/>
                <a:gd name="connsiteY34" fmla="*/ 11475 h 32786"/>
                <a:gd name="connsiteX35" fmla="*/ 78688 w 98360"/>
                <a:gd name="connsiteY35" fmla="*/ 11475 h 32786"/>
                <a:gd name="connsiteX36" fmla="*/ 75410 w 98360"/>
                <a:gd name="connsiteY36" fmla="*/ 13115 h 32786"/>
                <a:gd name="connsiteX37" fmla="*/ 70491 w 98360"/>
                <a:gd name="connsiteY37" fmla="*/ 11475 h 32786"/>
                <a:gd name="connsiteX38" fmla="*/ 67213 w 98360"/>
                <a:gd name="connsiteY38" fmla="*/ 11475 h 32786"/>
                <a:gd name="connsiteX39" fmla="*/ 62295 w 98360"/>
                <a:gd name="connsiteY39" fmla="*/ 9836 h 32786"/>
                <a:gd name="connsiteX40" fmla="*/ 59016 w 98360"/>
                <a:gd name="connsiteY40" fmla="*/ 9836 h 32786"/>
                <a:gd name="connsiteX41" fmla="*/ 55737 w 98360"/>
                <a:gd name="connsiteY41" fmla="*/ 8197 h 32786"/>
                <a:gd name="connsiteX42" fmla="*/ 59016 w 98360"/>
                <a:gd name="connsiteY42" fmla="*/ 4918 h 32786"/>
                <a:gd name="connsiteX43" fmla="*/ 62295 w 98360"/>
                <a:gd name="connsiteY43" fmla="*/ 3279 h 32786"/>
                <a:gd name="connsiteX44" fmla="*/ 59016 w 98360"/>
                <a:gd name="connsiteY44" fmla="*/ 1639 h 32786"/>
                <a:gd name="connsiteX45" fmla="*/ 55737 w 98360"/>
                <a:gd name="connsiteY45" fmla="*/ 0 h 32786"/>
                <a:gd name="connsiteX46" fmla="*/ 52459 w 98360"/>
                <a:gd name="connsiteY46" fmla="*/ 0 h 32786"/>
                <a:gd name="connsiteX47" fmla="*/ 47541 w 98360"/>
                <a:gd name="connsiteY47" fmla="*/ 0 h 32786"/>
                <a:gd name="connsiteX48" fmla="*/ 44262 w 98360"/>
                <a:gd name="connsiteY48" fmla="*/ 0 h 32786"/>
                <a:gd name="connsiteX49" fmla="*/ 39344 w 98360"/>
                <a:gd name="connsiteY49" fmla="*/ 0 h 32786"/>
                <a:gd name="connsiteX50" fmla="*/ 36066 w 98360"/>
                <a:gd name="connsiteY50" fmla="*/ 1639 h 32786"/>
                <a:gd name="connsiteX51" fmla="*/ 32787 w 98360"/>
                <a:gd name="connsiteY51" fmla="*/ 1639 h 32786"/>
                <a:gd name="connsiteX52" fmla="*/ 27869 w 98360"/>
                <a:gd name="connsiteY52" fmla="*/ 1639 h 32786"/>
                <a:gd name="connsiteX53" fmla="*/ 24590 w 98360"/>
                <a:gd name="connsiteY53" fmla="*/ 1639 h 32786"/>
                <a:gd name="connsiteX54" fmla="*/ 19672 w 98360"/>
                <a:gd name="connsiteY54" fmla="*/ 1639 h 32786"/>
                <a:gd name="connsiteX55" fmla="*/ 16393 w 98360"/>
                <a:gd name="connsiteY55" fmla="*/ 1639 h 32786"/>
                <a:gd name="connsiteX56" fmla="*/ 13114 w 98360"/>
                <a:gd name="connsiteY56" fmla="*/ 1639 h 32786"/>
                <a:gd name="connsiteX57" fmla="*/ 8197 w 98360"/>
                <a:gd name="connsiteY57" fmla="*/ 3279 h 32786"/>
                <a:gd name="connsiteX58" fmla="*/ 4918 w 98360"/>
                <a:gd name="connsiteY58" fmla="*/ 3279 h 32786"/>
                <a:gd name="connsiteX59" fmla="*/ 0 w 98360"/>
                <a:gd name="connsiteY59" fmla="*/ 3279 h 32786"/>
                <a:gd name="connsiteX60" fmla="*/ 4918 w 98360"/>
                <a:gd name="connsiteY60" fmla="*/ 6557 h 32786"/>
                <a:gd name="connsiteX61" fmla="*/ 8197 w 98360"/>
                <a:gd name="connsiteY61" fmla="*/ 8197 h 32786"/>
                <a:gd name="connsiteX62" fmla="*/ 11476 w 98360"/>
                <a:gd name="connsiteY62" fmla="*/ 9836 h 32786"/>
                <a:gd name="connsiteX63" fmla="*/ 16393 w 98360"/>
                <a:gd name="connsiteY63" fmla="*/ 9836 h 32786"/>
                <a:gd name="connsiteX64" fmla="*/ 14754 w 98360"/>
                <a:gd name="connsiteY64" fmla="*/ 13115 h 32786"/>
                <a:gd name="connsiteX65" fmla="*/ 9836 w 98360"/>
                <a:gd name="connsiteY65" fmla="*/ 16393 h 32786"/>
                <a:gd name="connsiteX66" fmla="*/ 9836 w 98360"/>
                <a:gd name="connsiteY66" fmla="*/ 19672 h 32786"/>
                <a:gd name="connsiteX67" fmla="*/ 6557 w 98360"/>
                <a:gd name="connsiteY67" fmla="*/ 21311 h 32786"/>
                <a:gd name="connsiteX68" fmla="*/ 1639 w 98360"/>
                <a:gd name="connsiteY68" fmla="*/ 21311 h 3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98360" h="32786">
                  <a:moveTo>
                    <a:pt x="0" y="26229"/>
                  </a:moveTo>
                  <a:lnTo>
                    <a:pt x="4918" y="26229"/>
                  </a:lnTo>
                  <a:lnTo>
                    <a:pt x="8197" y="26229"/>
                  </a:lnTo>
                  <a:lnTo>
                    <a:pt x="13114" y="26229"/>
                  </a:lnTo>
                  <a:lnTo>
                    <a:pt x="16393" y="24590"/>
                  </a:lnTo>
                  <a:lnTo>
                    <a:pt x="19672" y="24590"/>
                  </a:lnTo>
                  <a:lnTo>
                    <a:pt x="24590" y="24590"/>
                  </a:lnTo>
                  <a:lnTo>
                    <a:pt x="27869" y="24590"/>
                  </a:lnTo>
                  <a:lnTo>
                    <a:pt x="32787" y="24590"/>
                  </a:lnTo>
                  <a:lnTo>
                    <a:pt x="36066" y="22951"/>
                  </a:lnTo>
                  <a:lnTo>
                    <a:pt x="39344" y="21311"/>
                  </a:lnTo>
                  <a:lnTo>
                    <a:pt x="44262" y="22951"/>
                  </a:lnTo>
                  <a:lnTo>
                    <a:pt x="47541" y="22951"/>
                  </a:lnTo>
                  <a:lnTo>
                    <a:pt x="44262" y="26229"/>
                  </a:lnTo>
                  <a:lnTo>
                    <a:pt x="39344" y="26229"/>
                  </a:lnTo>
                  <a:lnTo>
                    <a:pt x="39344" y="31147"/>
                  </a:lnTo>
                  <a:lnTo>
                    <a:pt x="44262" y="31147"/>
                  </a:lnTo>
                  <a:lnTo>
                    <a:pt x="47541" y="32787"/>
                  </a:lnTo>
                  <a:lnTo>
                    <a:pt x="52459" y="31147"/>
                  </a:lnTo>
                  <a:lnTo>
                    <a:pt x="55737" y="29508"/>
                  </a:lnTo>
                  <a:lnTo>
                    <a:pt x="59016" y="27869"/>
                  </a:lnTo>
                  <a:lnTo>
                    <a:pt x="63934" y="27869"/>
                  </a:lnTo>
                  <a:lnTo>
                    <a:pt x="67213" y="27869"/>
                  </a:lnTo>
                  <a:lnTo>
                    <a:pt x="72131" y="26229"/>
                  </a:lnTo>
                  <a:lnTo>
                    <a:pt x="75410" y="24590"/>
                  </a:lnTo>
                  <a:lnTo>
                    <a:pt x="78688" y="21311"/>
                  </a:lnTo>
                  <a:lnTo>
                    <a:pt x="81967" y="19672"/>
                  </a:lnTo>
                  <a:lnTo>
                    <a:pt x="86885" y="18033"/>
                  </a:lnTo>
                  <a:lnTo>
                    <a:pt x="90164" y="18033"/>
                  </a:lnTo>
                  <a:lnTo>
                    <a:pt x="93442" y="16393"/>
                  </a:lnTo>
                  <a:lnTo>
                    <a:pt x="98360" y="16393"/>
                  </a:lnTo>
                  <a:lnTo>
                    <a:pt x="93442" y="14754"/>
                  </a:lnTo>
                  <a:lnTo>
                    <a:pt x="90164" y="13115"/>
                  </a:lnTo>
                  <a:lnTo>
                    <a:pt x="86885" y="11475"/>
                  </a:lnTo>
                  <a:lnTo>
                    <a:pt x="81967" y="11475"/>
                  </a:lnTo>
                  <a:lnTo>
                    <a:pt x="78688" y="11475"/>
                  </a:lnTo>
                  <a:lnTo>
                    <a:pt x="75410" y="13115"/>
                  </a:lnTo>
                  <a:lnTo>
                    <a:pt x="70491" y="11475"/>
                  </a:lnTo>
                  <a:lnTo>
                    <a:pt x="67213" y="11475"/>
                  </a:lnTo>
                  <a:lnTo>
                    <a:pt x="62295" y="9836"/>
                  </a:lnTo>
                  <a:lnTo>
                    <a:pt x="59016" y="9836"/>
                  </a:lnTo>
                  <a:lnTo>
                    <a:pt x="55737" y="8197"/>
                  </a:lnTo>
                  <a:lnTo>
                    <a:pt x="59016" y="4918"/>
                  </a:lnTo>
                  <a:lnTo>
                    <a:pt x="62295" y="3279"/>
                  </a:lnTo>
                  <a:lnTo>
                    <a:pt x="59016" y="1639"/>
                  </a:lnTo>
                  <a:lnTo>
                    <a:pt x="55737" y="0"/>
                  </a:lnTo>
                  <a:lnTo>
                    <a:pt x="52459" y="0"/>
                  </a:lnTo>
                  <a:lnTo>
                    <a:pt x="47541" y="0"/>
                  </a:lnTo>
                  <a:lnTo>
                    <a:pt x="44262" y="0"/>
                  </a:lnTo>
                  <a:lnTo>
                    <a:pt x="39344" y="0"/>
                  </a:lnTo>
                  <a:lnTo>
                    <a:pt x="36066" y="1639"/>
                  </a:lnTo>
                  <a:lnTo>
                    <a:pt x="32787" y="1639"/>
                  </a:lnTo>
                  <a:lnTo>
                    <a:pt x="27869" y="1639"/>
                  </a:lnTo>
                  <a:lnTo>
                    <a:pt x="24590" y="1639"/>
                  </a:lnTo>
                  <a:lnTo>
                    <a:pt x="19672" y="1639"/>
                  </a:lnTo>
                  <a:lnTo>
                    <a:pt x="16393" y="1639"/>
                  </a:lnTo>
                  <a:lnTo>
                    <a:pt x="13114" y="1639"/>
                  </a:lnTo>
                  <a:lnTo>
                    <a:pt x="8197" y="3279"/>
                  </a:lnTo>
                  <a:lnTo>
                    <a:pt x="4918" y="3279"/>
                  </a:lnTo>
                  <a:lnTo>
                    <a:pt x="0" y="3279"/>
                  </a:lnTo>
                  <a:lnTo>
                    <a:pt x="4918" y="6557"/>
                  </a:lnTo>
                  <a:lnTo>
                    <a:pt x="8197" y="8197"/>
                  </a:lnTo>
                  <a:lnTo>
                    <a:pt x="11476" y="9836"/>
                  </a:lnTo>
                  <a:lnTo>
                    <a:pt x="16393" y="9836"/>
                  </a:lnTo>
                  <a:lnTo>
                    <a:pt x="14754" y="13115"/>
                  </a:lnTo>
                  <a:lnTo>
                    <a:pt x="9836" y="16393"/>
                  </a:lnTo>
                  <a:lnTo>
                    <a:pt x="9836" y="19672"/>
                  </a:lnTo>
                  <a:lnTo>
                    <a:pt x="6557" y="21311"/>
                  </a:lnTo>
                  <a:lnTo>
                    <a:pt x="1639" y="2131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59" name="Freeform 4158">
              <a:extLst>
                <a:ext uri="{FF2B5EF4-FFF2-40B4-BE49-F238E27FC236}">
                  <a16:creationId xmlns:a16="http://schemas.microsoft.com/office/drawing/2014/main" id="{F9BE6F27-5961-AC41-ACE8-406103517E3B}"/>
                </a:ext>
              </a:extLst>
            </p:cNvPr>
            <p:cNvSpPr/>
            <p:nvPr/>
          </p:nvSpPr>
          <p:spPr>
            <a:xfrm>
              <a:off x="6040262" y="1111632"/>
              <a:ext cx="11475" cy="6557"/>
            </a:xfrm>
            <a:custGeom>
              <a:avLst/>
              <a:gdLst>
                <a:gd name="connsiteX0" fmla="*/ 0 w 11475"/>
                <a:gd name="connsiteY0" fmla="*/ 3279 h 6557"/>
                <a:gd name="connsiteX1" fmla="*/ 1639 w 11475"/>
                <a:gd name="connsiteY1" fmla="*/ 6557 h 6557"/>
                <a:gd name="connsiteX2" fmla="*/ 6557 w 11475"/>
                <a:gd name="connsiteY2" fmla="*/ 6557 h 6557"/>
                <a:gd name="connsiteX3" fmla="*/ 9836 w 11475"/>
                <a:gd name="connsiteY3" fmla="*/ 4918 h 6557"/>
                <a:gd name="connsiteX4" fmla="*/ 11475 w 11475"/>
                <a:gd name="connsiteY4" fmla="*/ 0 h 6557"/>
                <a:gd name="connsiteX5" fmla="*/ 8197 w 11475"/>
                <a:gd name="connsiteY5" fmla="*/ 0 h 6557"/>
                <a:gd name="connsiteX6" fmla="*/ 3278 w 11475"/>
                <a:gd name="connsiteY6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6557">
                  <a:moveTo>
                    <a:pt x="0" y="3279"/>
                  </a:moveTo>
                  <a:lnTo>
                    <a:pt x="1639" y="6557"/>
                  </a:lnTo>
                  <a:lnTo>
                    <a:pt x="6557" y="6557"/>
                  </a:lnTo>
                  <a:lnTo>
                    <a:pt x="9836" y="4918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60" name="Freeform 4159">
              <a:extLst>
                <a:ext uri="{FF2B5EF4-FFF2-40B4-BE49-F238E27FC236}">
                  <a16:creationId xmlns:a16="http://schemas.microsoft.com/office/drawing/2014/main" id="{7ED1EF0B-0427-5E40-B0F3-95FFC48F7E07}"/>
                </a:ext>
              </a:extLst>
            </p:cNvPr>
            <p:cNvSpPr/>
            <p:nvPr/>
          </p:nvSpPr>
          <p:spPr>
            <a:xfrm>
              <a:off x="6046819" y="1123107"/>
              <a:ext cx="4917" cy="4918"/>
            </a:xfrm>
            <a:custGeom>
              <a:avLst/>
              <a:gdLst>
                <a:gd name="connsiteX0" fmla="*/ 1639 w 4917"/>
                <a:gd name="connsiteY0" fmla="*/ 4918 h 4918"/>
                <a:gd name="connsiteX1" fmla="*/ 4918 w 4917"/>
                <a:gd name="connsiteY1" fmla="*/ 0 h 4918"/>
                <a:gd name="connsiteX2" fmla="*/ 0 w 4917"/>
                <a:gd name="connsiteY2" fmla="*/ 0 h 4918"/>
                <a:gd name="connsiteX3" fmla="*/ 0 w 4917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8">
                  <a:moveTo>
                    <a:pt x="1639" y="4918"/>
                  </a:moveTo>
                  <a:lnTo>
                    <a:pt x="4918" y="0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61" name="Freeform 4160">
              <a:extLst>
                <a:ext uri="{FF2B5EF4-FFF2-40B4-BE49-F238E27FC236}">
                  <a16:creationId xmlns:a16="http://schemas.microsoft.com/office/drawing/2014/main" id="{35677A60-6162-4544-B054-E836D48C6D86}"/>
                </a:ext>
              </a:extLst>
            </p:cNvPr>
            <p:cNvSpPr/>
            <p:nvPr/>
          </p:nvSpPr>
          <p:spPr>
            <a:xfrm>
              <a:off x="6051737" y="1118189"/>
              <a:ext cx="8196" cy="3278"/>
            </a:xfrm>
            <a:custGeom>
              <a:avLst/>
              <a:gdLst>
                <a:gd name="connsiteX0" fmla="*/ 0 w 8196"/>
                <a:gd name="connsiteY0" fmla="*/ 1639 h 3278"/>
                <a:gd name="connsiteX1" fmla="*/ 3279 w 8196"/>
                <a:gd name="connsiteY1" fmla="*/ 3279 h 3278"/>
                <a:gd name="connsiteX2" fmla="*/ 8197 w 8196"/>
                <a:gd name="connsiteY2" fmla="*/ 1639 h 3278"/>
                <a:gd name="connsiteX3" fmla="*/ 6558 w 8196"/>
                <a:gd name="connsiteY3" fmla="*/ 1639 h 3278"/>
                <a:gd name="connsiteX4" fmla="*/ 4918 w 8196"/>
                <a:gd name="connsiteY4" fmla="*/ 1639 h 3278"/>
                <a:gd name="connsiteX5" fmla="*/ 0 w 8196"/>
                <a:gd name="connsiteY5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3278">
                  <a:moveTo>
                    <a:pt x="0" y="1639"/>
                  </a:moveTo>
                  <a:lnTo>
                    <a:pt x="3279" y="3279"/>
                  </a:lnTo>
                  <a:lnTo>
                    <a:pt x="8197" y="1639"/>
                  </a:lnTo>
                  <a:lnTo>
                    <a:pt x="6558" y="1639"/>
                  </a:lnTo>
                  <a:lnTo>
                    <a:pt x="4918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62" name="Freeform 4161">
              <a:extLst>
                <a:ext uri="{FF2B5EF4-FFF2-40B4-BE49-F238E27FC236}">
                  <a16:creationId xmlns:a16="http://schemas.microsoft.com/office/drawing/2014/main" id="{33D9CBF4-8F2A-F945-BB91-97B816A85FD5}"/>
                </a:ext>
              </a:extLst>
            </p:cNvPr>
            <p:cNvSpPr/>
            <p:nvPr/>
          </p:nvSpPr>
          <p:spPr>
            <a:xfrm>
              <a:off x="6074688" y="1118189"/>
              <a:ext cx="3278" cy="1639"/>
            </a:xfrm>
            <a:custGeom>
              <a:avLst/>
              <a:gdLst>
                <a:gd name="connsiteX0" fmla="*/ 1639 w 3278"/>
                <a:gd name="connsiteY0" fmla="*/ 1639 h 1639"/>
                <a:gd name="connsiteX1" fmla="*/ 3278 w 3278"/>
                <a:gd name="connsiteY1" fmla="*/ 1639 h 1639"/>
                <a:gd name="connsiteX2" fmla="*/ 0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1639" y="1639"/>
                  </a:moveTo>
                  <a:lnTo>
                    <a:pt x="3278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63" name="Freeform 4162">
              <a:extLst>
                <a:ext uri="{FF2B5EF4-FFF2-40B4-BE49-F238E27FC236}">
                  <a16:creationId xmlns:a16="http://schemas.microsoft.com/office/drawing/2014/main" id="{8790ED07-1DE9-CD40-AE7B-0E98B2C5A13F}"/>
                </a:ext>
              </a:extLst>
            </p:cNvPr>
            <p:cNvSpPr/>
            <p:nvPr/>
          </p:nvSpPr>
          <p:spPr>
            <a:xfrm>
              <a:off x="6082885" y="1090321"/>
              <a:ext cx="39343" cy="13114"/>
            </a:xfrm>
            <a:custGeom>
              <a:avLst/>
              <a:gdLst>
                <a:gd name="connsiteX0" fmla="*/ 39344 w 39343"/>
                <a:gd name="connsiteY0" fmla="*/ 1639 h 13114"/>
                <a:gd name="connsiteX1" fmla="*/ 39344 w 39343"/>
                <a:gd name="connsiteY1" fmla="*/ 0 h 13114"/>
                <a:gd name="connsiteX2" fmla="*/ 36065 w 39343"/>
                <a:gd name="connsiteY2" fmla="*/ 1639 h 13114"/>
                <a:gd name="connsiteX3" fmla="*/ 32787 w 39343"/>
                <a:gd name="connsiteY3" fmla="*/ 1639 h 13114"/>
                <a:gd name="connsiteX4" fmla="*/ 29508 w 39343"/>
                <a:gd name="connsiteY4" fmla="*/ 0 h 13114"/>
                <a:gd name="connsiteX5" fmla="*/ 31147 w 39343"/>
                <a:gd name="connsiteY5" fmla="*/ 3279 h 13114"/>
                <a:gd name="connsiteX6" fmla="*/ 26229 w 39343"/>
                <a:gd name="connsiteY6" fmla="*/ 4918 h 13114"/>
                <a:gd name="connsiteX7" fmla="*/ 22951 w 39343"/>
                <a:gd name="connsiteY7" fmla="*/ 3279 h 13114"/>
                <a:gd name="connsiteX8" fmla="*/ 19672 w 39343"/>
                <a:gd name="connsiteY8" fmla="*/ 3279 h 13114"/>
                <a:gd name="connsiteX9" fmla="*/ 22951 w 39343"/>
                <a:gd name="connsiteY9" fmla="*/ 6557 h 13114"/>
                <a:gd name="connsiteX10" fmla="*/ 19672 w 39343"/>
                <a:gd name="connsiteY10" fmla="*/ 6557 h 13114"/>
                <a:gd name="connsiteX11" fmla="*/ 14754 w 39343"/>
                <a:gd name="connsiteY11" fmla="*/ 3279 h 13114"/>
                <a:gd name="connsiteX12" fmla="*/ 11475 w 39343"/>
                <a:gd name="connsiteY12" fmla="*/ 6557 h 13114"/>
                <a:gd name="connsiteX13" fmla="*/ 6557 w 39343"/>
                <a:gd name="connsiteY13" fmla="*/ 4918 h 13114"/>
                <a:gd name="connsiteX14" fmla="*/ 3278 w 39343"/>
                <a:gd name="connsiteY14" fmla="*/ 6557 h 13114"/>
                <a:gd name="connsiteX15" fmla="*/ 0 w 39343"/>
                <a:gd name="connsiteY15" fmla="*/ 6557 h 13114"/>
                <a:gd name="connsiteX16" fmla="*/ 3278 w 39343"/>
                <a:gd name="connsiteY16" fmla="*/ 8197 h 13114"/>
                <a:gd name="connsiteX17" fmla="*/ 6557 w 39343"/>
                <a:gd name="connsiteY17" fmla="*/ 9836 h 13114"/>
                <a:gd name="connsiteX18" fmla="*/ 3278 w 39343"/>
                <a:gd name="connsiteY18" fmla="*/ 13115 h 13114"/>
                <a:gd name="connsiteX19" fmla="*/ 8197 w 39343"/>
                <a:gd name="connsiteY19" fmla="*/ 9836 h 13114"/>
                <a:gd name="connsiteX20" fmla="*/ 11475 w 39343"/>
                <a:gd name="connsiteY20" fmla="*/ 11475 h 13114"/>
                <a:gd name="connsiteX21" fmla="*/ 14754 w 39343"/>
                <a:gd name="connsiteY21" fmla="*/ 11475 h 13114"/>
                <a:gd name="connsiteX22" fmla="*/ 19672 w 39343"/>
                <a:gd name="connsiteY22" fmla="*/ 11475 h 13114"/>
                <a:gd name="connsiteX23" fmla="*/ 22951 w 39343"/>
                <a:gd name="connsiteY23" fmla="*/ 11475 h 13114"/>
                <a:gd name="connsiteX24" fmla="*/ 26229 w 39343"/>
                <a:gd name="connsiteY24" fmla="*/ 9836 h 13114"/>
                <a:gd name="connsiteX25" fmla="*/ 31147 w 39343"/>
                <a:gd name="connsiteY25" fmla="*/ 6557 h 13114"/>
                <a:gd name="connsiteX26" fmla="*/ 34426 w 39343"/>
                <a:gd name="connsiteY26" fmla="*/ 4918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9343" h="13114">
                  <a:moveTo>
                    <a:pt x="39344" y="1639"/>
                  </a:moveTo>
                  <a:lnTo>
                    <a:pt x="39344" y="0"/>
                  </a:lnTo>
                  <a:lnTo>
                    <a:pt x="36065" y="1639"/>
                  </a:lnTo>
                  <a:lnTo>
                    <a:pt x="32787" y="1639"/>
                  </a:lnTo>
                  <a:lnTo>
                    <a:pt x="29508" y="0"/>
                  </a:lnTo>
                  <a:lnTo>
                    <a:pt x="31147" y="3279"/>
                  </a:lnTo>
                  <a:lnTo>
                    <a:pt x="26229" y="4918"/>
                  </a:lnTo>
                  <a:lnTo>
                    <a:pt x="22951" y="3279"/>
                  </a:lnTo>
                  <a:lnTo>
                    <a:pt x="19672" y="3279"/>
                  </a:lnTo>
                  <a:lnTo>
                    <a:pt x="22951" y="6557"/>
                  </a:lnTo>
                  <a:lnTo>
                    <a:pt x="19672" y="6557"/>
                  </a:lnTo>
                  <a:lnTo>
                    <a:pt x="14754" y="3279"/>
                  </a:lnTo>
                  <a:lnTo>
                    <a:pt x="11475" y="6557"/>
                  </a:lnTo>
                  <a:lnTo>
                    <a:pt x="6557" y="4918"/>
                  </a:lnTo>
                  <a:lnTo>
                    <a:pt x="3278" y="6557"/>
                  </a:lnTo>
                  <a:lnTo>
                    <a:pt x="0" y="6557"/>
                  </a:lnTo>
                  <a:lnTo>
                    <a:pt x="3278" y="8197"/>
                  </a:lnTo>
                  <a:lnTo>
                    <a:pt x="6557" y="9836"/>
                  </a:lnTo>
                  <a:lnTo>
                    <a:pt x="3278" y="13115"/>
                  </a:lnTo>
                  <a:lnTo>
                    <a:pt x="8197" y="9836"/>
                  </a:lnTo>
                  <a:lnTo>
                    <a:pt x="11475" y="11475"/>
                  </a:lnTo>
                  <a:lnTo>
                    <a:pt x="14754" y="11475"/>
                  </a:lnTo>
                  <a:lnTo>
                    <a:pt x="19672" y="11475"/>
                  </a:lnTo>
                  <a:lnTo>
                    <a:pt x="22951" y="11475"/>
                  </a:lnTo>
                  <a:lnTo>
                    <a:pt x="26229" y="9836"/>
                  </a:lnTo>
                  <a:lnTo>
                    <a:pt x="31147" y="6557"/>
                  </a:lnTo>
                  <a:lnTo>
                    <a:pt x="34426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64" name="Freeform 4163">
              <a:extLst>
                <a:ext uri="{FF2B5EF4-FFF2-40B4-BE49-F238E27FC236}">
                  <a16:creationId xmlns:a16="http://schemas.microsoft.com/office/drawing/2014/main" id="{4ACE12CE-2858-7640-9187-7AAEFC32F136}"/>
                </a:ext>
              </a:extLst>
            </p:cNvPr>
            <p:cNvSpPr/>
            <p:nvPr/>
          </p:nvSpPr>
          <p:spPr>
            <a:xfrm>
              <a:off x="6086163" y="764093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65" name="Freeform 4164">
              <a:extLst>
                <a:ext uri="{FF2B5EF4-FFF2-40B4-BE49-F238E27FC236}">
                  <a16:creationId xmlns:a16="http://schemas.microsoft.com/office/drawing/2014/main" id="{9B405887-3215-B844-ADE3-A6C75CD622AC}"/>
                </a:ext>
              </a:extLst>
            </p:cNvPr>
            <p:cNvSpPr/>
            <p:nvPr/>
          </p:nvSpPr>
          <p:spPr>
            <a:xfrm>
              <a:off x="6087803" y="767371"/>
              <a:ext cx="4917" cy="16393"/>
            </a:xfrm>
            <a:custGeom>
              <a:avLst/>
              <a:gdLst>
                <a:gd name="connsiteX0" fmla="*/ 4918 w 4917"/>
                <a:gd name="connsiteY0" fmla="*/ 0 h 16393"/>
                <a:gd name="connsiteX1" fmla="*/ 4918 w 4917"/>
                <a:gd name="connsiteY1" fmla="*/ 0 h 16393"/>
                <a:gd name="connsiteX2" fmla="*/ 0 w 4917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3">
                  <a:moveTo>
                    <a:pt x="4918" y="0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66" name="Freeform 4165">
              <a:extLst>
                <a:ext uri="{FF2B5EF4-FFF2-40B4-BE49-F238E27FC236}">
                  <a16:creationId xmlns:a16="http://schemas.microsoft.com/office/drawing/2014/main" id="{24E67083-6EA8-7846-8B76-9901AB10BCB1}"/>
                </a:ext>
              </a:extLst>
            </p:cNvPr>
            <p:cNvSpPr/>
            <p:nvPr/>
          </p:nvSpPr>
          <p:spPr>
            <a:xfrm>
              <a:off x="6096000" y="1106714"/>
              <a:ext cx="14753" cy="4918"/>
            </a:xfrm>
            <a:custGeom>
              <a:avLst/>
              <a:gdLst>
                <a:gd name="connsiteX0" fmla="*/ 9836 w 14753"/>
                <a:gd name="connsiteY0" fmla="*/ 4918 h 4918"/>
                <a:gd name="connsiteX1" fmla="*/ 14754 w 14753"/>
                <a:gd name="connsiteY1" fmla="*/ 4918 h 4918"/>
                <a:gd name="connsiteX2" fmla="*/ 11476 w 14753"/>
                <a:gd name="connsiteY2" fmla="*/ 1639 h 4918"/>
                <a:gd name="connsiteX3" fmla="*/ 8197 w 14753"/>
                <a:gd name="connsiteY3" fmla="*/ 1639 h 4918"/>
                <a:gd name="connsiteX4" fmla="*/ 3279 w 14753"/>
                <a:gd name="connsiteY4" fmla="*/ 0 h 4918"/>
                <a:gd name="connsiteX5" fmla="*/ 0 w 14753"/>
                <a:gd name="connsiteY5" fmla="*/ 0 h 4918"/>
                <a:gd name="connsiteX6" fmla="*/ 3279 w 14753"/>
                <a:gd name="connsiteY6" fmla="*/ 3279 h 4918"/>
                <a:gd name="connsiteX7" fmla="*/ 6557 w 14753"/>
                <a:gd name="connsiteY7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3" h="4918">
                  <a:moveTo>
                    <a:pt x="9836" y="4918"/>
                  </a:moveTo>
                  <a:lnTo>
                    <a:pt x="14754" y="4918"/>
                  </a:lnTo>
                  <a:lnTo>
                    <a:pt x="11476" y="1639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3279"/>
                  </a:lnTo>
                  <a:lnTo>
                    <a:pt x="655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67" name="Freeform 4166">
              <a:extLst>
                <a:ext uri="{FF2B5EF4-FFF2-40B4-BE49-F238E27FC236}">
                  <a16:creationId xmlns:a16="http://schemas.microsoft.com/office/drawing/2014/main" id="{047E5C6F-2621-974D-99FD-2FB65E605CA1}"/>
                </a:ext>
              </a:extLst>
            </p:cNvPr>
            <p:cNvSpPr/>
            <p:nvPr/>
          </p:nvSpPr>
          <p:spPr>
            <a:xfrm>
              <a:off x="6107475" y="1096878"/>
              <a:ext cx="21311" cy="13114"/>
            </a:xfrm>
            <a:custGeom>
              <a:avLst/>
              <a:gdLst>
                <a:gd name="connsiteX0" fmla="*/ 19672 w 21311"/>
                <a:gd name="connsiteY0" fmla="*/ 3279 h 13114"/>
                <a:gd name="connsiteX1" fmla="*/ 18032 w 21311"/>
                <a:gd name="connsiteY1" fmla="*/ 0 h 13114"/>
                <a:gd name="connsiteX2" fmla="*/ 14754 w 21311"/>
                <a:gd name="connsiteY2" fmla="*/ 3279 h 13114"/>
                <a:gd name="connsiteX3" fmla="*/ 11475 w 21311"/>
                <a:gd name="connsiteY3" fmla="*/ 6557 h 13114"/>
                <a:gd name="connsiteX4" fmla="*/ 8197 w 21311"/>
                <a:gd name="connsiteY4" fmla="*/ 4918 h 13114"/>
                <a:gd name="connsiteX5" fmla="*/ 3278 w 21311"/>
                <a:gd name="connsiteY5" fmla="*/ 6557 h 13114"/>
                <a:gd name="connsiteX6" fmla="*/ 0 w 21311"/>
                <a:gd name="connsiteY6" fmla="*/ 8197 h 13114"/>
                <a:gd name="connsiteX7" fmla="*/ 3278 w 21311"/>
                <a:gd name="connsiteY7" fmla="*/ 9836 h 13114"/>
                <a:gd name="connsiteX8" fmla="*/ 8197 w 21311"/>
                <a:gd name="connsiteY8" fmla="*/ 9836 h 13114"/>
                <a:gd name="connsiteX9" fmla="*/ 8197 w 21311"/>
                <a:gd name="connsiteY9" fmla="*/ 13115 h 13114"/>
                <a:gd name="connsiteX10" fmla="*/ 13114 w 21311"/>
                <a:gd name="connsiteY10" fmla="*/ 11475 h 13114"/>
                <a:gd name="connsiteX11" fmla="*/ 18032 w 21311"/>
                <a:gd name="connsiteY11" fmla="*/ 8197 h 13114"/>
                <a:gd name="connsiteX12" fmla="*/ 21311 w 21311"/>
                <a:gd name="connsiteY12" fmla="*/ 655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311" h="13114">
                  <a:moveTo>
                    <a:pt x="19672" y="3279"/>
                  </a:moveTo>
                  <a:lnTo>
                    <a:pt x="18032" y="0"/>
                  </a:lnTo>
                  <a:lnTo>
                    <a:pt x="14754" y="3279"/>
                  </a:lnTo>
                  <a:lnTo>
                    <a:pt x="11475" y="6557"/>
                  </a:lnTo>
                  <a:lnTo>
                    <a:pt x="8197" y="4918"/>
                  </a:lnTo>
                  <a:lnTo>
                    <a:pt x="3278" y="6557"/>
                  </a:lnTo>
                  <a:lnTo>
                    <a:pt x="0" y="8197"/>
                  </a:lnTo>
                  <a:lnTo>
                    <a:pt x="3278" y="9836"/>
                  </a:lnTo>
                  <a:lnTo>
                    <a:pt x="8197" y="9836"/>
                  </a:lnTo>
                  <a:lnTo>
                    <a:pt x="8197" y="13115"/>
                  </a:lnTo>
                  <a:lnTo>
                    <a:pt x="13114" y="11475"/>
                  </a:lnTo>
                  <a:lnTo>
                    <a:pt x="18032" y="8197"/>
                  </a:lnTo>
                  <a:lnTo>
                    <a:pt x="21311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68" name="Freeform 4167">
              <a:extLst>
                <a:ext uri="{FF2B5EF4-FFF2-40B4-BE49-F238E27FC236}">
                  <a16:creationId xmlns:a16="http://schemas.microsoft.com/office/drawing/2014/main" id="{941C434B-3295-3F4A-BB05-FDB53790387E}"/>
                </a:ext>
              </a:extLst>
            </p:cNvPr>
            <p:cNvSpPr/>
            <p:nvPr/>
          </p:nvSpPr>
          <p:spPr>
            <a:xfrm>
              <a:off x="6127147" y="1093599"/>
              <a:ext cx="13114" cy="8196"/>
            </a:xfrm>
            <a:custGeom>
              <a:avLst/>
              <a:gdLst>
                <a:gd name="connsiteX0" fmla="*/ 11476 w 13114"/>
                <a:gd name="connsiteY0" fmla="*/ 8197 h 8196"/>
                <a:gd name="connsiteX1" fmla="*/ 11476 w 13114"/>
                <a:gd name="connsiteY1" fmla="*/ 6557 h 8196"/>
                <a:gd name="connsiteX2" fmla="*/ 13115 w 13114"/>
                <a:gd name="connsiteY2" fmla="*/ 3279 h 8196"/>
                <a:gd name="connsiteX3" fmla="*/ 8197 w 13114"/>
                <a:gd name="connsiteY3" fmla="*/ 0 h 8196"/>
                <a:gd name="connsiteX4" fmla="*/ 4918 w 13114"/>
                <a:gd name="connsiteY4" fmla="*/ 1639 h 8196"/>
                <a:gd name="connsiteX5" fmla="*/ 1639 w 13114"/>
                <a:gd name="connsiteY5" fmla="*/ 0 h 8196"/>
                <a:gd name="connsiteX6" fmla="*/ 0 w 13114"/>
                <a:gd name="connsiteY6" fmla="*/ 4918 h 8196"/>
                <a:gd name="connsiteX7" fmla="*/ 4918 w 13114"/>
                <a:gd name="connsiteY7" fmla="*/ 6557 h 8196"/>
                <a:gd name="connsiteX8" fmla="*/ 8197 w 13114"/>
                <a:gd name="connsiteY8" fmla="*/ 819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14" h="8196">
                  <a:moveTo>
                    <a:pt x="11476" y="8197"/>
                  </a:moveTo>
                  <a:lnTo>
                    <a:pt x="11476" y="6557"/>
                  </a:lnTo>
                  <a:lnTo>
                    <a:pt x="13115" y="3279"/>
                  </a:lnTo>
                  <a:lnTo>
                    <a:pt x="8197" y="0"/>
                  </a:lnTo>
                  <a:lnTo>
                    <a:pt x="4918" y="1639"/>
                  </a:lnTo>
                  <a:lnTo>
                    <a:pt x="1639" y="0"/>
                  </a:lnTo>
                  <a:lnTo>
                    <a:pt x="0" y="4918"/>
                  </a:lnTo>
                  <a:lnTo>
                    <a:pt x="4918" y="6557"/>
                  </a:lnTo>
                  <a:lnTo>
                    <a:pt x="8197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69" name="Freeform 4168">
              <a:extLst>
                <a:ext uri="{FF2B5EF4-FFF2-40B4-BE49-F238E27FC236}">
                  <a16:creationId xmlns:a16="http://schemas.microsoft.com/office/drawing/2014/main" id="{BC21111A-D777-FD4F-96F5-8DA7605835D8}"/>
                </a:ext>
              </a:extLst>
            </p:cNvPr>
            <p:cNvSpPr/>
            <p:nvPr/>
          </p:nvSpPr>
          <p:spPr>
            <a:xfrm>
              <a:off x="6133704" y="1083763"/>
              <a:ext cx="8196" cy="3278"/>
            </a:xfrm>
            <a:custGeom>
              <a:avLst/>
              <a:gdLst>
                <a:gd name="connsiteX0" fmla="*/ 0 w 8196"/>
                <a:gd name="connsiteY0" fmla="*/ 0 h 3278"/>
                <a:gd name="connsiteX1" fmla="*/ 4918 w 8196"/>
                <a:gd name="connsiteY1" fmla="*/ 3279 h 3278"/>
                <a:gd name="connsiteX2" fmla="*/ 8197 w 8196"/>
                <a:gd name="connsiteY2" fmla="*/ 3279 h 3278"/>
                <a:gd name="connsiteX3" fmla="*/ 3279 w 8196"/>
                <a:gd name="connsiteY3" fmla="*/ 0 h 3278"/>
                <a:gd name="connsiteX4" fmla="*/ 0 w 8196"/>
                <a:gd name="connsiteY4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0" y="0"/>
                  </a:moveTo>
                  <a:lnTo>
                    <a:pt x="4918" y="3279"/>
                  </a:lnTo>
                  <a:lnTo>
                    <a:pt x="8197" y="3279"/>
                  </a:ln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70" name="Freeform 4169">
              <a:extLst>
                <a:ext uri="{FF2B5EF4-FFF2-40B4-BE49-F238E27FC236}">
                  <a16:creationId xmlns:a16="http://schemas.microsoft.com/office/drawing/2014/main" id="{AA4C7F15-6A98-3945-97CB-240B2B7542CA}"/>
                </a:ext>
              </a:extLst>
            </p:cNvPr>
            <p:cNvSpPr/>
            <p:nvPr/>
          </p:nvSpPr>
          <p:spPr>
            <a:xfrm>
              <a:off x="6135343" y="1080485"/>
              <a:ext cx="4918" cy="1639"/>
            </a:xfrm>
            <a:custGeom>
              <a:avLst/>
              <a:gdLst>
                <a:gd name="connsiteX0" fmla="*/ 1639 w 4918"/>
                <a:gd name="connsiteY0" fmla="*/ 1639 h 1639"/>
                <a:gd name="connsiteX1" fmla="*/ 0 w 4918"/>
                <a:gd name="connsiteY1" fmla="*/ 1639 h 1639"/>
                <a:gd name="connsiteX2" fmla="*/ 4918 w 491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1639" y="1639"/>
                  </a:move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71" name="Freeform 4170">
              <a:extLst>
                <a:ext uri="{FF2B5EF4-FFF2-40B4-BE49-F238E27FC236}">
                  <a16:creationId xmlns:a16="http://schemas.microsoft.com/office/drawing/2014/main" id="{F20F7FEC-D0AE-CF41-BC04-3DBC6EC698A2}"/>
                </a:ext>
              </a:extLst>
            </p:cNvPr>
            <p:cNvSpPr/>
            <p:nvPr/>
          </p:nvSpPr>
          <p:spPr>
            <a:xfrm>
              <a:off x="6173049" y="1077206"/>
              <a:ext cx="21311" cy="9836"/>
            </a:xfrm>
            <a:custGeom>
              <a:avLst/>
              <a:gdLst>
                <a:gd name="connsiteX0" fmla="*/ 16393 w 21311"/>
                <a:gd name="connsiteY0" fmla="*/ 6557 h 9836"/>
                <a:gd name="connsiteX1" fmla="*/ 21311 w 21311"/>
                <a:gd name="connsiteY1" fmla="*/ 6557 h 9836"/>
                <a:gd name="connsiteX2" fmla="*/ 16393 w 21311"/>
                <a:gd name="connsiteY2" fmla="*/ 6557 h 9836"/>
                <a:gd name="connsiteX3" fmla="*/ 19672 w 21311"/>
                <a:gd name="connsiteY3" fmla="*/ 3279 h 9836"/>
                <a:gd name="connsiteX4" fmla="*/ 14754 w 21311"/>
                <a:gd name="connsiteY4" fmla="*/ 1639 h 9836"/>
                <a:gd name="connsiteX5" fmla="*/ 11475 w 21311"/>
                <a:gd name="connsiteY5" fmla="*/ 0 h 9836"/>
                <a:gd name="connsiteX6" fmla="*/ 8197 w 21311"/>
                <a:gd name="connsiteY6" fmla="*/ 0 h 9836"/>
                <a:gd name="connsiteX7" fmla="*/ 3278 w 21311"/>
                <a:gd name="connsiteY7" fmla="*/ 3279 h 9836"/>
                <a:gd name="connsiteX8" fmla="*/ 0 w 21311"/>
                <a:gd name="connsiteY8" fmla="*/ 3279 h 9836"/>
                <a:gd name="connsiteX9" fmla="*/ 3278 w 21311"/>
                <a:gd name="connsiteY9" fmla="*/ 4918 h 9836"/>
                <a:gd name="connsiteX10" fmla="*/ 6557 w 21311"/>
                <a:gd name="connsiteY10" fmla="*/ 9836 h 9836"/>
                <a:gd name="connsiteX11" fmla="*/ 9836 w 21311"/>
                <a:gd name="connsiteY11" fmla="*/ 8197 h 9836"/>
                <a:gd name="connsiteX12" fmla="*/ 14754 w 21311"/>
                <a:gd name="connsiteY12" fmla="*/ 819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311" h="9836">
                  <a:moveTo>
                    <a:pt x="16393" y="6557"/>
                  </a:moveTo>
                  <a:lnTo>
                    <a:pt x="21311" y="6557"/>
                  </a:lnTo>
                  <a:lnTo>
                    <a:pt x="16393" y="6557"/>
                  </a:lnTo>
                  <a:lnTo>
                    <a:pt x="19672" y="3279"/>
                  </a:lnTo>
                  <a:lnTo>
                    <a:pt x="14754" y="1639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3278" y="3279"/>
                  </a:lnTo>
                  <a:lnTo>
                    <a:pt x="0" y="3279"/>
                  </a:lnTo>
                  <a:lnTo>
                    <a:pt x="3278" y="4918"/>
                  </a:lnTo>
                  <a:lnTo>
                    <a:pt x="6557" y="9836"/>
                  </a:lnTo>
                  <a:lnTo>
                    <a:pt x="9836" y="8197"/>
                  </a:lnTo>
                  <a:lnTo>
                    <a:pt x="14754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72" name="Freeform 4171">
              <a:extLst>
                <a:ext uri="{FF2B5EF4-FFF2-40B4-BE49-F238E27FC236}">
                  <a16:creationId xmlns:a16="http://schemas.microsoft.com/office/drawing/2014/main" id="{2DBC7C4D-3007-8A4E-B6A3-96DF65200989}"/>
                </a:ext>
              </a:extLst>
            </p:cNvPr>
            <p:cNvSpPr/>
            <p:nvPr/>
          </p:nvSpPr>
          <p:spPr>
            <a:xfrm>
              <a:off x="2243558" y="4059159"/>
              <a:ext cx="219671" cy="283605"/>
            </a:xfrm>
            <a:custGeom>
              <a:avLst/>
              <a:gdLst>
                <a:gd name="connsiteX0" fmla="*/ 0 w 219671"/>
                <a:gd name="connsiteY0" fmla="*/ 160655 h 283605"/>
                <a:gd name="connsiteX1" fmla="*/ 1639 w 219671"/>
                <a:gd name="connsiteY1" fmla="*/ 160655 h 283605"/>
                <a:gd name="connsiteX2" fmla="*/ 3279 w 219671"/>
                <a:gd name="connsiteY2" fmla="*/ 159015 h 283605"/>
                <a:gd name="connsiteX3" fmla="*/ 6557 w 219671"/>
                <a:gd name="connsiteY3" fmla="*/ 155737 h 283605"/>
                <a:gd name="connsiteX4" fmla="*/ 6557 w 219671"/>
                <a:gd name="connsiteY4" fmla="*/ 152458 h 283605"/>
                <a:gd name="connsiteX5" fmla="*/ 8197 w 219671"/>
                <a:gd name="connsiteY5" fmla="*/ 149180 h 283605"/>
                <a:gd name="connsiteX6" fmla="*/ 6557 w 219671"/>
                <a:gd name="connsiteY6" fmla="*/ 144261 h 283605"/>
                <a:gd name="connsiteX7" fmla="*/ 6557 w 219671"/>
                <a:gd name="connsiteY7" fmla="*/ 140983 h 283605"/>
                <a:gd name="connsiteX8" fmla="*/ 4918 w 219671"/>
                <a:gd name="connsiteY8" fmla="*/ 137704 h 283605"/>
                <a:gd name="connsiteX9" fmla="*/ 3279 w 219671"/>
                <a:gd name="connsiteY9" fmla="*/ 136065 h 283605"/>
                <a:gd name="connsiteX10" fmla="*/ 3279 w 219671"/>
                <a:gd name="connsiteY10" fmla="*/ 132786 h 283605"/>
                <a:gd name="connsiteX11" fmla="*/ 4918 w 219671"/>
                <a:gd name="connsiteY11" fmla="*/ 127868 h 283605"/>
                <a:gd name="connsiteX12" fmla="*/ 4918 w 219671"/>
                <a:gd name="connsiteY12" fmla="*/ 124590 h 283605"/>
                <a:gd name="connsiteX13" fmla="*/ 6557 w 219671"/>
                <a:gd name="connsiteY13" fmla="*/ 121311 h 283605"/>
                <a:gd name="connsiteX14" fmla="*/ 3279 w 219671"/>
                <a:gd name="connsiteY14" fmla="*/ 118032 h 283605"/>
                <a:gd name="connsiteX15" fmla="*/ 1639 w 219671"/>
                <a:gd name="connsiteY15" fmla="*/ 113114 h 283605"/>
                <a:gd name="connsiteX16" fmla="*/ 0 w 219671"/>
                <a:gd name="connsiteY16" fmla="*/ 109835 h 283605"/>
                <a:gd name="connsiteX17" fmla="*/ 1639 w 219671"/>
                <a:gd name="connsiteY17" fmla="*/ 106557 h 283605"/>
                <a:gd name="connsiteX18" fmla="*/ 6557 w 219671"/>
                <a:gd name="connsiteY18" fmla="*/ 103278 h 283605"/>
                <a:gd name="connsiteX19" fmla="*/ 9836 w 219671"/>
                <a:gd name="connsiteY19" fmla="*/ 103278 h 283605"/>
                <a:gd name="connsiteX20" fmla="*/ 13115 w 219671"/>
                <a:gd name="connsiteY20" fmla="*/ 101639 h 283605"/>
                <a:gd name="connsiteX21" fmla="*/ 14754 w 219671"/>
                <a:gd name="connsiteY21" fmla="*/ 98360 h 283605"/>
                <a:gd name="connsiteX22" fmla="*/ 16393 w 219671"/>
                <a:gd name="connsiteY22" fmla="*/ 95081 h 283605"/>
                <a:gd name="connsiteX23" fmla="*/ 18033 w 219671"/>
                <a:gd name="connsiteY23" fmla="*/ 90164 h 283605"/>
                <a:gd name="connsiteX24" fmla="*/ 21311 w 219671"/>
                <a:gd name="connsiteY24" fmla="*/ 91803 h 283605"/>
                <a:gd name="connsiteX25" fmla="*/ 24590 w 219671"/>
                <a:gd name="connsiteY25" fmla="*/ 90164 h 283605"/>
                <a:gd name="connsiteX26" fmla="*/ 24590 w 219671"/>
                <a:gd name="connsiteY26" fmla="*/ 90164 h 283605"/>
                <a:gd name="connsiteX27" fmla="*/ 21311 w 219671"/>
                <a:gd name="connsiteY27" fmla="*/ 90164 h 283605"/>
                <a:gd name="connsiteX28" fmla="*/ 18033 w 219671"/>
                <a:gd name="connsiteY28" fmla="*/ 85245 h 283605"/>
                <a:gd name="connsiteX29" fmla="*/ 16393 w 219671"/>
                <a:gd name="connsiteY29" fmla="*/ 81967 h 283605"/>
                <a:gd name="connsiteX30" fmla="*/ 18033 w 219671"/>
                <a:gd name="connsiteY30" fmla="*/ 78688 h 283605"/>
                <a:gd name="connsiteX31" fmla="*/ 19672 w 219671"/>
                <a:gd name="connsiteY31" fmla="*/ 73770 h 283605"/>
                <a:gd name="connsiteX32" fmla="*/ 24590 w 219671"/>
                <a:gd name="connsiteY32" fmla="*/ 70491 h 283605"/>
                <a:gd name="connsiteX33" fmla="*/ 27869 w 219671"/>
                <a:gd name="connsiteY33" fmla="*/ 67213 h 283605"/>
                <a:gd name="connsiteX34" fmla="*/ 31147 w 219671"/>
                <a:gd name="connsiteY34" fmla="*/ 62295 h 283605"/>
                <a:gd name="connsiteX35" fmla="*/ 32787 w 219671"/>
                <a:gd name="connsiteY35" fmla="*/ 59016 h 283605"/>
                <a:gd name="connsiteX36" fmla="*/ 34426 w 219671"/>
                <a:gd name="connsiteY36" fmla="*/ 55737 h 283605"/>
                <a:gd name="connsiteX37" fmla="*/ 34426 w 219671"/>
                <a:gd name="connsiteY37" fmla="*/ 50820 h 283605"/>
                <a:gd name="connsiteX38" fmla="*/ 34426 w 219671"/>
                <a:gd name="connsiteY38" fmla="*/ 47541 h 283605"/>
                <a:gd name="connsiteX39" fmla="*/ 36065 w 219671"/>
                <a:gd name="connsiteY39" fmla="*/ 47541 h 283605"/>
                <a:gd name="connsiteX40" fmla="*/ 36065 w 219671"/>
                <a:gd name="connsiteY40" fmla="*/ 45901 h 283605"/>
                <a:gd name="connsiteX41" fmla="*/ 34426 w 219671"/>
                <a:gd name="connsiteY41" fmla="*/ 44262 h 283605"/>
                <a:gd name="connsiteX42" fmla="*/ 34426 w 219671"/>
                <a:gd name="connsiteY42" fmla="*/ 40983 h 283605"/>
                <a:gd name="connsiteX43" fmla="*/ 34426 w 219671"/>
                <a:gd name="connsiteY43" fmla="*/ 36065 h 283605"/>
                <a:gd name="connsiteX44" fmla="*/ 34426 w 219671"/>
                <a:gd name="connsiteY44" fmla="*/ 36065 h 283605"/>
                <a:gd name="connsiteX45" fmla="*/ 31147 w 219671"/>
                <a:gd name="connsiteY45" fmla="*/ 32787 h 283605"/>
                <a:gd name="connsiteX46" fmla="*/ 31147 w 219671"/>
                <a:gd name="connsiteY46" fmla="*/ 29508 h 283605"/>
                <a:gd name="connsiteX47" fmla="*/ 36065 w 219671"/>
                <a:gd name="connsiteY47" fmla="*/ 26229 h 283605"/>
                <a:gd name="connsiteX48" fmla="*/ 37705 w 219671"/>
                <a:gd name="connsiteY48" fmla="*/ 26229 h 283605"/>
                <a:gd name="connsiteX49" fmla="*/ 40983 w 219671"/>
                <a:gd name="connsiteY49" fmla="*/ 24590 h 283605"/>
                <a:gd name="connsiteX50" fmla="*/ 45901 w 219671"/>
                <a:gd name="connsiteY50" fmla="*/ 21311 h 283605"/>
                <a:gd name="connsiteX51" fmla="*/ 49180 w 219671"/>
                <a:gd name="connsiteY51" fmla="*/ 21311 h 283605"/>
                <a:gd name="connsiteX52" fmla="*/ 49180 w 219671"/>
                <a:gd name="connsiteY52" fmla="*/ 22951 h 283605"/>
                <a:gd name="connsiteX53" fmla="*/ 49180 w 219671"/>
                <a:gd name="connsiteY53" fmla="*/ 24590 h 283605"/>
                <a:gd name="connsiteX54" fmla="*/ 49180 w 219671"/>
                <a:gd name="connsiteY54" fmla="*/ 26229 h 283605"/>
                <a:gd name="connsiteX55" fmla="*/ 49180 w 219671"/>
                <a:gd name="connsiteY55" fmla="*/ 24590 h 283605"/>
                <a:gd name="connsiteX56" fmla="*/ 49180 w 219671"/>
                <a:gd name="connsiteY56" fmla="*/ 22951 h 283605"/>
                <a:gd name="connsiteX57" fmla="*/ 50820 w 219671"/>
                <a:gd name="connsiteY57" fmla="*/ 19672 h 283605"/>
                <a:gd name="connsiteX58" fmla="*/ 54098 w 219671"/>
                <a:gd name="connsiteY58" fmla="*/ 18033 h 283605"/>
                <a:gd name="connsiteX59" fmla="*/ 57377 w 219671"/>
                <a:gd name="connsiteY59" fmla="*/ 16393 h 283605"/>
                <a:gd name="connsiteX60" fmla="*/ 62295 w 219671"/>
                <a:gd name="connsiteY60" fmla="*/ 14754 h 283605"/>
                <a:gd name="connsiteX61" fmla="*/ 65573 w 219671"/>
                <a:gd name="connsiteY61" fmla="*/ 14754 h 283605"/>
                <a:gd name="connsiteX62" fmla="*/ 68852 w 219671"/>
                <a:gd name="connsiteY62" fmla="*/ 13114 h 283605"/>
                <a:gd name="connsiteX63" fmla="*/ 73770 w 219671"/>
                <a:gd name="connsiteY63" fmla="*/ 9836 h 283605"/>
                <a:gd name="connsiteX64" fmla="*/ 75410 w 219671"/>
                <a:gd name="connsiteY64" fmla="*/ 13114 h 283605"/>
                <a:gd name="connsiteX65" fmla="*/ 75410 w 219671"/>
                <a:gd name="connsiteY65" fmla="*/ 11475 h 283605"/>
                <a:gd name="connsiteX66" fmla="*/ 78688 w 219671"/>
                <a:gd name="connsiteY66" fmla="*/ 6557 h 283605"/>
                <a:gd name="connsiteX67" fmla="*/ 78688 w 219671"/>
                <a:gd name="connsiteY67" fmla="*/ 3278 h 283605"/>
                <a:gd name="connsiteX68" fmla="*/ 81967 w 219671"/>
                <a:gd name="connsiteY68" fmla="*/ 0 h 283605"/>
                <a:gd name="connsiteX69" fmla="*/ 85245 w 219671"/>
                <a:gd name="connsiteY69" fmla="*/ 3278 h 283605"/>
                <a:gd name="connsiteX70" fmla="*/ 88524 w 219671"/>
                <a:gd name="connsiteY70" fmla="*/ 6557 h 283605"/>
                <a:gd name="connsiteX71" fmla="*/ 88524 w 219671"/>
                <a:gd name="connsiteY71" fmla="*/ 8197 h 283605"/>
                <a:gd name="connsiteX72" fmla="*/ 90164 w 219671"/>
                <a:gd name="connsiteY72" fmla="*/ 6557 h 283605"/>
                <a:gd name="connsiteX73" fmla="*/ 91803 w 219671"/>
                <a:gd name="connsiteY73" fmla="*/ 9836 h 283605"/>
                <a:gd name="connsiteX74" fmla="*/ 95082 w 219671"/>
                <a:gd name="connsiteY74" fmla="*/ 9836 h 283605"/>
                <a:gd name="connsiteX75" fmla="*/ 98360 w 219671"/>
                <a:gd name="connsiteY75" fmla="*/ 14754 h 283605"/>
                <a:gd name="connsiteX76" fmla="*/ 101639 w 219671"/>
                <a:gd name="connsiteY76" fmla="*/ 16393 h 283605"/>
                <a:gd name="connsiteX77" fmla="*/ 104917 w 219671"/>
                <a:gd name="connsiteY77" fmla="*/ 19672 h 283605"/>
                <a:gd name="connsiteX78" fmla="*/ 108196 w 219671"/>
                <a:gd name="connsiteY78" fmla="*/ 22951 h 283605"/>
                <a:gd name="connsiteX79" fmla="*/ 113114 w 219671"/>
                <a:gd name="connsiteY79" fmla="*/ 22951 h 283605"/>
                <a:gd name="connsiteX80" fmla="*/ 116393 w 219671"/>
                <a:gd name="connsiteY80" fmla="*/ 24590 h 283605"/>
                <a:gd name="connsiteX81" fmla="*/ 119672 w 219671"/>
                <a:gd name="connsiteY81" fmla="*/ 27868 h 283605"/>
                <a:gd name="connsiteX82" fmla="*/ 122950 w 219671"/>
                <a:gd name="connsiteY82" fmla="*/ 26229 h 283605"/>
                <a:gd name="connsiteX83" fmla="*/ 126229 w 219671"/>
                <a:gd name="connsiteY83" fmla="*/ 27868 h 283605"/>
                <a:gd name="connsiteX84" fmla="*/ 126229 w 219671"/>
                <a:gd name="connsiteY84" fmla="*/ 31147 h 283605"/>
                <a:gd name="connsiteX85" fmla="*/ 129508 w 219671"/>
                <a:gd name="connsiteY85" fmla="*/ 32787 h 283605"/>
                <a:gd name="connsiteX86" fmla="*/ 132786 w 219671"/>
                <a:gd name="connsiteY86" fmla="*/ 34426 h 283605"/>
                <a:gd name="connsiteX87" fmla="*/ 134426 w 219671"/>
                <a:gd name="connsiteY87" fmla="*/ 37705 h 283605"/>
                <a:gd name="connsiteX88" fmla="*/ 134426 w 219671"/>
                <a:gd name="connsiteY88" fmla="*/ 40983 h 283605"/>
                <a:gd name="connsiteX89" fmla="*/ 134426 w 219671"/>
                <a:gd name="connsiteY89" fmla="*/ 45901 h 283605"/>
                <a:gd name="connsiteX90" fmla="*/ 139344 w 219671"/>
                <a:gd name="connsiteY90" fmla="*/ 47541 h 283605"/>
                <a:gd name="connsiteX91" fmla="*/ 142622 w 219671"/>
                <a:gd name="connsiteY91" fmla="*/ 47541 h 283605"/>
                <a:gd name="connsiteX92" fmla="*/ 145901 w 219671"/>
                <a:gd name="connsiteY92" fmla="*/ 47541 h 283605"/>
                <a:gd name="connsiteX93" fmla="*/ 147540 w 219671"/>
                <a:gd name="connsiteY93" fmla="*/ 47541 h 283605"/>
                <a:gd name="connsiteX94" fmla="*/ 152458 w 219671"/>
                <a:gd name="connsiteY94" fmla="*/ 50820 h 283605"/>
                <a:gd name="connsiteX95" fmla="*/ 154098 w 219671"/>
                <a:gd name="connsiteY95" fmla="*/ 50820 h 283605"/>
                <a:gd name="connsiteX96" fmla="*/ 157376 w 219671"/>
                <a:gd name="connsiteY96" fmla="*/ 52458 h 283605"/>
                <a:gd name="connsiteX97" fmla="*/ 162294 w 219671"/>
                <a:gd name="connsiteY97" fmla="*/ 52458 h 283605"/>
                <a:gd name="connsiteX98" fmla="*/ 165573 w 219671"/>
                <a:gd name="connsiteY98" fmla="*/ 50820 h 283605"/>
                <a:gd name="connsiteX99" fmla="*/ 168852 w 219671"/>
                <a:gd name="connsiteY99" fmla="*/ 52458 h 283605"/>
                <a:gd name="connsiteX100" fmla="*/ 173770 w 219671"/>
                <a:gd name="connsiteY100" fmla="*/ 52458 h 283605"/>
                <a:gd name="connsiteX101" fmla="*/ 173770 w 219671"/>
                <a:gd name="connsiteY101" fmla="*/ 52458 h 283605"/>
                <a:gd name="connsiteX102" fmla="*/ 173770 w 219671"/>
                <a:gd name="connsiteY102" fmla="*/ 47541 h 283605"/>
                <a:gd name="connsiteX103" fmla="*/ 173770 w 219671"/>
                <a:gd name="connsiteY103" fmla="*/ 45901 h 283605"/>
                <a:gd name="connsiteX104" fmla="*/ 178688 w 219671"/>
                <a:gd name="connsiteY104" fmla="*/ 45901 h 283605"/>
                <a:gd name="connsiteX105" fmla="*/ 181966 w 219671"/>
                <a:gd name="connsiteY105" fmla="*/ 45901 h 283605"/>
                <a:gd name="connsiteX106" fmla="*/ 185245 w 219671"/>
                <a:gd name="connsiteY106" fmla="*/ 45901 h 283605"/>
                <a:gd name="connsiteX107" fmla="*/ 188524 w 219671"/>
                <a:gd name="connsiteY107" fmla="*/ 49180 h 283605"/>
                <a:gd name="connsiteX108" fmla="*/ 191802 w 219671"/>
                <a:gd name="connsiteY108" fmla="*/ 54098 h 283605"/>
                <a:gd name="connsiteX109" fmla="*/ 195081 w 219671"/>
                <a:gd name="connsiteY109" fmla="*/ 57377 h 283605"/>
                <a:gd name="connsiteX110" fmla="*/ 195081 w 219671"/>
                <a:gd name="connsiteY110" fmla="*/ 57377 h 283605"/>
                <a:gd name="connsiteX111" fmla="*/ 199999 w 219671"/>
                <a:gd name="connsiteY111" fmla="*/ 60655 h 283605"/>
                <a:gd name="connsiteX112" fmla="*/ 203278 w 219671"/>
                <a:gd name="connsiteY112" fmla="*/ 62295 h 283605"/>
                <a:gd name="connsiteX113" fmla="*/ 208196 w 219671"/>
                <a:gd name="connsiteY113" fmla="*/ 62295 h 283605"/>
                <a:gd name="connsiteX114" fmla="*/ 208196 w 219671"/>
                <a:gd name="connsiteY114" fmla="*/ 62295 h 283605"/>
                <a:gd name="connsiteX115" fmla="*/ 211474 w 219671"/>
                <a:gd name="connsiteY115" fmla="*/ 65573 h 283605"/>
                <a:gd name="connsiteX116" fmla="*/ 214753 w 219671"/>
                <a:gd name="connsiteY116" fmla="*/ 67213 h 283605"/>
                <a:gd name="connsiteX117" fmla="*/ 218032 w 219671"/>
                <a:gd name="connsiteY117" fmla="*/ 68852 h 283605"/>
                <a:gd name="connsiteX118" fmla="*/ 213114 w 219671"/>
                <a:gd name="connsiteY118" fmla="*/ 68852 h 283605"/>
                <a:gd name="connsiteX119" fmla="*/ 209835 w 219671"/>
                <a:gd name="connsiteY119" fmla="*/ 68852 h 283605"/>
                <a:gd name="connsiteX120" fmla="*/ 204917 w 219671"/>
                <a:gd name="connsiteY120" fmla="*/ 68852 h 283605"/>
                <a:gd name="connsiteX121" fmla="*/ 204917 w 219671"/>
                <a:gd name="connsiteY121" fmla="*/ 68852 h 283605"/>
                <a:gd name="connsiteX122" fmla="*/ 204917 w 219671"/>
                <a:gd name="connsiteY122" fmla="*/ 70491 h 283605"/>
                <a:gd name="connsiteX123" fmla="*/ 208196 w 219671"/>
                <a:gd name="connsiteY123" fmla="*/ 72131 h 283605"/>
                <a:gd name="connsiteX124" fmla="*/ 211474 w 219671"/>
                <a:gd name="connsiteY124" fmla="*/ 77049 h 283605"/>
                <a:gd name="connsiteX125" fmla="*/ 211474 w 219671"/>
                <a:gd name="connsiteY125" fmla="*/ 80327 h 283605"/>
                <a:gd name="connsiteX126" fmla="*/ 214753 w 219671"/>
                <a:gd name="connsiteY126" fmla="*/ 83606 h 283605"/>
                <a:gd name="connsiteX127" fmla="*/ 218032 w 219671"/>
                <a:gd name="connsiteY127" fmla="*/ 86885 h 283605"/>
                <a:gd name="connsiteX128" fmla="*/ 218032 w 219671"/>
                <a:gd name="connsiteY128" fmla="*/ 91803 h 283605"/>
                <a:gd name="connsiteX129" fmla="*/ 218032 w 219671"/>
                <a:gd name="connsiteY129" fmla="*/ 91803 h 283605"/>
                <a:gd name="connsiteX130" fmla="*/ 218032 w 219671"/>
                <a:gd name="connsiteY130" fmla="*/ 95081 h 283605"/>
                <a:gd name="connsiteX131" fmla="*/ 218032 w 219671"/>
                <a:gd name="connsiteY131" fmla="*/ 100000 h 283605"/>
                <a:gd name="connsiteX132" fmla="*/ 219671 w 219671"/>
                <a:gd name="connsiteY132" fmla="*/ 103278 h 283605"/>
                <a:gd name="connsiteX133" fmla="*/ 219671 w 219671"/>
                <a:gd name="connsiteY133" fmla="*/ 106557 h 283605"/>
                <a:gd name="connsiteX134" fmla="*/ 216392 w 219671"/>
                <a:gd name="connsiteY134" fmla="*/ 106557 h 283605"/>
                <a:gd name="connsiteX135" fmla="*/ 213114 w 219671"/>
                <a:gd name="connsiteY135" fmla="*/ 103278 h 283605"/>
                <a:gd name="connsiteX136" fmla="*/ 211474 w 219671"/>
                <a:gd name="connsiteY136" fmla="*/ 108196 h 283605"/>
                <a:gd name="connsiteX137" fmla="*/ 211474 w 219671"/>
                <a:gd name="connsiteY137" fmla="*/ 111475 h 283605"/>
                <a:gd name="connsiteX138" fmla="*/ 209835 w 219671"/>
                <a:gd name="connsiteY138" fmla="*/ 114754 h 283605"/>
                <a:gd name="connsiteX139" fmla="*/ 209835 w 219671"/>
                <a:gd name="connsiteY139" fmla="*/ 119671 h 283605"/>
                <a:gd name="connsiteX140" fmla="*/ 208196 w 219671"/>
                <a:gd name="connsiteY140" fmla="*/ 122950 h 283605"/>
                <a:gd name="connsiteX141" fmla="*/ 208196 w 219671"/>
                <a:gd name="connsiteY141" fmla="*/ 127868 h 283605"/>
                <a:gd name="connsiteX142" fmla="*/ 206557 w 219671"/>
                <a:gd name="connsiteY142" fmla="*/ 131147 h 283605"/>
                <a:gd name="connsiteX143" fmla="*/ 206557 w 219671"/>
                <a:gd name="connsiteY143" fmla="*/ 131147 h 283605"/>
                <a:gd name="connsiteX144" fmla="*/ 204917 w 219671"/>
                <a:gd name="connsiteY144" fmla="*/ 132786 h 283605"/>
                <a:gd name="connsiteX145" fmla="*/ 201638 w 219671"/>
                <a:gd name="connsiteY145" fmla="*/ 137704 h 283605"/>
                <a:gd name="connsiteX146" fmla="*/ 199999 w 219671"/>
                <a:gd name="connsiteY146" fmla="*/ 140983 h 283605"/>
                <a:gd name="connsiteX147" fmla="*/ 196720 w 219671"/>
                <a:gd name="connsiteY147" fmla="*/ 144261 h 283605"/>
                <a:gd name="connsiteX148" fmla="*/ 193442 w 219671"/>
                <a:gd name="connsiteY148" fmla="*/ 149180 h 283605"/>
                <a:gd name="connsiteX149" fmla="*/ 191802 w 219671"/>
                <a:gd name="connsiteY149" fmla="*/ 152458 h 283605"/>
                <a:gd name="connsiteX150" fmla="*/ 188524 w 219671"/>
                <a:gd name="connsiteY150" fmla="*/ 155737 h 283605"/>
                <a:gd name="connsiteX151" fmla="*/ 188524 w 219671"/>
                <a:gd name="connsiteY151" fmla="*/ 157376 h 283605"/>
                <a:gd name="connsiteX152" fmla="*/ 183606 w 219671"/>
                <a:gd name="connsiteY152" fmla="*/ 160655 h 283605"/>
                <a:gd name="connsiteX153" fmla="*/ 180327 w 219671"/>
                <a:gd name="connsiteY153" fmla="*/ 163934 h 283605"/>
                <a:gd name="connsiteX154" fmla="*/ 177048 w 219671"/>
                <a:gd name="connsiteY154" fmla="*/ 167212 h 283605"/>
                <a:gd name="connsiteX155" fmla="*/ 173770 w 219671"/>
                <a:gd name="connsiteY155" fmla="*/ 168851 h 283605"/>
                <a:gd name="connsiteX156" fmla="*/ 170491 w 219671"/>
                <a:gd name="connsiteY156" fmla="*/ 172130 h 283605"/>
                <a:gd name="connsiteX157" fmla="*/ 167212 w 219671"/>
                <a:gd name="connsiteY157" fmla="*/ 175409 h 283605"/>
                <a:gd name="connsiteX158" fmla="*/ 165573 w 219671"/>
                <a:gd name="connsiteY158" fmla="*/ 177048 h 283605"/>
                <a:gd name="connsiteX159" fmla="*/ 162294 w 219671"/>
                <a:gd name="connsiteY159" fmla="*/ 178688 h 283605"/>
                <a:gd name="connsiteX160" fmla="*/ 157376 w 219671"/>
                <a:gd name="connsiteY160" fmla="*/ 180327 h 283605"/>
                <a:gd name="connsiteX161" fmla="*/ 154098 w 219671"/>
                <a:gd name="connsiteY161" fmla="*/ 181966 h 283605"/>
                <a:gd name="connsiteX162" fmla="*/ 150819 w 219671"/>
                <a:gd name="connsiteY162" fmla="*/ 181966 h 283605"/>
                <a:gd name="connsiteX163" fmla="*/ 145901 w 219671"/>
                <a:gd name="connsiteY163" fmla="*/ 183605 h 283605"/>
                <a:gd name="connsiteX164" fmla="*/ 145901 w 219671"/>
                <a:gd name="connsiteY164" fmla="*/ 185245 h 283605"/>
                <a:gd name="connsiteX165" fmla="*/ 140983 w 219671"/>
                <a:gd name="connsiteY165" fmla="*/ 185245 h 283605"/>
                <a:gd name="connsiteX166" fmla="*/ 137704 w 219671"/>
                <a:gd name="connsiteY166" fmla="*/ 186884 h 283605"/>
                <a:gd name="connsiteX167" fmla="*/ 134426 w 219671"/>
                <a:gd name="connsiteY167" fmla="*/ 188524 h 283605"/>
                <a:gd name="connsiteX168" fmla="*/ 131147 w 219671"/>
                <a:gd name="connsiteY168" fmla="*/ 190163 h 283605"/>
                <a:gd name="connsiteX169" fmla="*/ 127868 w 219671"/>
                <a:gd name="connsiteY169" fmla="*/ 191802 h 283605"/>
                <a:gd name="connsiteX170" fmla="*/ 124590 w 219671"/>
                <a:gd name="connsiteY170" fmla="*/ 193442 h 283605"/>
                <a:gd name="connsiteX171" fmla="*/ 121311 w 219671"/>
                <a:gd name="connsiteY171" fmla="*/ 193442 h 283605"/>
                <a:gd name="connsiteX172" fmla="*/ 119672 w 219671"/>
                <a:gd name="connsiteY172" fmla="*/ 195081 h 283605"/>
                <a:gd name="connsiteX173" fmla="*/ 116393 w 219671"/>
                <a:gd name="connsiteY173" fmla="*/ 198360 h 283605"/>
                <a:gd name="connsiteX174" fmla="*/ 113114 w 219671"/>
                <a:gd name="connsiteY174" fmla="*/ 203278 h 283605"/>
                <a:gd name="connsiteX175" fmla="*/ 111475 w 219671"/>
                <a:gd name="connsiteY175" fmla="*/ 206557 h 283605"/>
                <a:gd name="connsiteX176" fmla="*/ 106557 w 219671"/>
                <a:gd name="connsiteY176" fmla="*/ 209835 h 283605"/>
                <a:gd name="connsiteX177" fmla="*/ 108196 w 219671"/>
                <a:gd name="connsiteY177" fmla="*/ 214753 h 283605"/>
                <a:gd name="connsiteX178" fmla="*/ 106557 w 219671"/>
                <a:gd name="connsiteY178" fmla="*/ 218032 h 283605"/>
                <a:gd name="connsiteX179" fmla="*/ 104917 w 219671"/>
                <a:gd name="connsiteY179" fmla="*/ 214753 h 283605"/>
                <a:gd name="connsiteX180" fmla="*/ 101639 w 219671"/>
                <a:gd name="connsiteY180" fmla="*/ 216392 h 283605"/>
                <a:gd name="connsiteX181" fmla="*/ 101639 w 219671"/>
                <a:gd name="connsiteY181" fmla="*/ 221310 h 283605"/>
                <a:gd name="connsiteX182" fmla="*/ 100000 w 219671"/>
                <a:gd name="connsiteY182" fmla="*/ 224589 h 283605"/>
                <a:gd name="connsiteX183" fmla="*/ 100000 w 219671"/>
                <a:gd name="connsiteY183" fmla="*/ 227868 h 283605"/>
                <a:gd name="connsiteX184" fmla="*/ 98360 w 219671"/>
                <a:gd name="connsiteY184" fmla="*/ 229507 h 283605"/>
                <a:gd name="connsiteX185" fmla="*/ 96721 w 219671"/>
                <a:gd name="connsiteY185" fmla="*/ 234425 h 283605"/>
                <a:gd name="connsiteX186" fmla="*/ 95082 w 219671"/>
                <a:gd name="connsiteY186" fmla="*/ 237704 h 283605"/>
                <a:gd name="connsiteX187" fmla="*/ 95082 w 219671"/>
                <a:gd name="connsiteY187" fmla="*/ 240982 h 283605"/>
                <a:gd name="connsiteX188" fmla="*/ 93442 w 219671"/>
                <a:gd name="connsiteY188" fmla="*/ 245901 h 283605"/>
                <a:gd name="connsiteX189" fmla="*/ 91803 w 219671"/>
                <a:gd name="connsiteY189" fmla="*/ 249179 h 283605"/>
                <a:gd name="connsiteX190" fmla="*/ 90164 w 219671"/>
                <a:gd name="connsiteY190" fmla="*/ 252458 h 283605"/>
                <a:gd name="connsiteX191" fmla="*/ 90164 w 219671"/>
                <a:gd name="connsiteY191" fmla="*/ 252458 h 283605"/>
                <a:gd name="connsiteX192" fmla="*/ 90164 w 219671"/>
                <a:gd name="connsiteY192" fmla="*/ 257376 h 283605"/>
                <a:gd name="connsiteX193" fmla="*/ 90164 w 219671"/>
                <a:gd name="connsiteY193" fmla="*/ 257376 h 283605"/>
                <a:gd name="connsiteX194" fmla="*/ 90164 w 219671"/>
                <a:gd name="connsiteY194" fmla="*/ 262294 h 283605"/>
                <a:gd name="connsiteX195" fmla="*/ 90164 w 219671"/>
                <a:gd name="connsiteY195" fmla="*/ 265572 h 283605"/>
                <a:gd name="connsiteX196" fmla="*/ 88524 w 219671"/>
                <a:gd name="connsiteY196" fmla="*/ 265572 h 283605"/>
                <a:gd name="connsiteX197" fmla="*/ 85245 w 219671"/>
                <a:gd name="connsiteY197" fmla="*/ 267212 h 283605"/>
                <a:gd name="connsiteX198" fmla="*/ 81967 w 219671"/>
                <a:gd name="connsiteY198" fmla="*/ 270491 h 283605"/>
                <a:gd name="connsiteX199" fmla="*/ 81967 w 219671"/>
                <a:gd name="connsiteY199" fmla="*/ 275408 h 283605"/>
                <a:gd name="connsiteX200" fmla="*/ 78688 w 219671"/>
                <a:gd name="connsiteY200" fmla="*/ 278687 h 283605"/>
                <a:gd name="connsiteX201" fmla="*/ 78688 w 219671"/>
                <a:gd name="connsiteY201" fmla="*/ 281966 h 283605"/>
                <a:gd name="connsiteX202" fmla="*/ 77049 w 219671"/>
                <a:gd name="connsiteY202" fmla="*/ 283605 h 283605"/>
                <a:gd name="connsiteX203" fmla="*/ 77049 w 219671"/>
                <a:gd name="connsiteY203" fmla="*/ 283605 h 283605"/>
                <a:gd name="connsiteX204" fmla="*/ 75410 w 219671"/>
                <a:gd name="connsiteY204" fmla="*/ 283605 h 283605"/>
                <a:gd name="connsiteX205" fmla="*/ 75410 w 219671"/>
                <a:gd name="connsiteY205" fmla="*/ 281966 h 283605"/>
                <a:gd name="connsiteX206" fmla="*/ 70492 w 219671"/>
                <a:gd name="connsiteY206" fmla="*/ 281966 h 283605"/>
                <a:gd name="connsiteX207" fmla="*/ 68852 w 219671"/>
                <a:gd name="connsiteY207" fmla="*/ 281966 h 283605"/>
                <a:gd name="connsiteX208" fmla="*/ 65573 w 219671"/>
                <a:gd name="connsiteY208" fmla="*/ 280327 h 283605"/>
                <a:gd name="connsiteX209" fmla="*/ 62295 w 219671"/>
                <a:gd name="connsiteY209" fmla="*/ 277048 h 283605"/>
                <a:gd name="connsiteX210" fmla="*/ 60655 w 219671"/>
                <a:gd name="connsiteY210" fmla="*/ 273769 h 283605"/>
                <a:gd name="connsiteX211" fmla="*/ 59016 w 219671"/>
                <a:gd name="connsiteY211" fmla="*/ 268851 h 283605"/>
                <a:gd name="connsiteX212" fmla="*/ 57377 w 219671"/>
                <a:gd name="connsiteY212" fmla="*/ 265572 h 283605"/>
                <a:gd name="connsiteX213" fmla="*/ 59016 w 219671"/>
                <a:gd name="connsiteY213" fmla="*/ 265572 h 283605"/>
                <a:gd name="connsiteX214" fmla="*/ 55737 w 219671"/>
                <a:gd name="connsiteY214" fmla="*/ 260654 h 283605"/>
                <a:gd name="connsiteX215" fmla="*/ 50820 w 219671"/>
                <a:gd name="connsiteY215" fmla="*/ 259015 h 283605"/>
                <a:gd name="connsiteX216" fmla="*/ 47541 w 219671"/>
                <a:gd name="connsiteY216" fmla="*/ 260654 h 283605"/>
                <a:gd name="connsiteX217" fmla="*/ 44262 w 219671"/>
                <a:gd name="connsiteY217" fmla="*/ 257376 h 283605"/>
                <a:gd name="connsiteX218" fmla="*/ 40983 w 219671"/>
                <a:gd name="connsiteY218" fmla="*/ 257376 h 283605"/>
                <a:gd name="connsiteX219" fmla="*/ 39344 w 219671"/>
                <a:gd name="connsiteY219" fmla="*/ 255737 h 283605"/>
                <a:gd name="connsiteX220" fmla="*/ 36065 w 219671"/>
                <a:gd name="connsiteY220" fmla="*/ 252458 h 283605"/>
                <a:gd name="connsiteX221" fmla="*/ 34426 w 219671"/>
                <a:gd name="connsiteY221" fmla="*/ 252458 h 283605"/>
                <a:gd name="connsiteX222" fmla="*/ 31147 w 219671"/>
                <a:gd name="connsiteY222" fmla="*/ 255737 h 283605"/>
                <a:gd name="connsiteX223" fmla="*/ 26229 w 219671"/>
                <a:gd name="connsiteY223" fmla="*/ 259015 h 283605"/>
                <a:gd name="connsiteX224" fmla="*/ 24590 w 219671"/>
                <a:gd name="connsiteY224" fmla="*/ 260654 h 283605"/>
                <a:gd name="connsiteX225" fmla="*/ 21311 w 219671"/>
                <a:gd name="connsiteY225" fmla="*/ 257376 h 283605"/>
                <a:gd name="connsiteX226" fmla="*/ 21311 w 219671"/>
                <a:gd name="connsiteY226" fmla="*/ 254097 h 283605"/>
                <a:gd name="connsiteX227" fmla="*/ 24590 w 219671"/>
                <a:gd name="connsiteY227" fmla="*/ 250818 h 283605"/>
                <a:gd name="connsiteX228" fmla="*/ 21311 w 219671"/>
                <a:gd name="connsiteY228" fmla="*/ 249179 h 283605"/>
                <a:gd name="connsiteX229" fmla="*/ 19672 w 219671"/>
                <a:gd name="connsiteY229" fmla="*/ 245901 h 283605"/>
                <a:gd name="connsiteX230" fmla="*/ 19672 w 219671"/>
                <a:gd name="connsiteY230" fmla="*/ 242622 h 283605"/>
                <a:gd name="connsiteX231" fmla="*/ 22951 w 219671"/>
                <a:gd name="connsiteY231" fmla="*/ 239343 h 283605"/>
                <a:gd name="connsiteX232" fmla="*/ 26229 w 219671"/>
                <a:gd name="connsiteY232" fmla="*/ 239343 h 283605"/>
                <a:gd name="connsiteX233" fmla="*/ 31147 w 219671"/>
                <a:gd name="connsiteY233" fmla="*/ 236064 h 283605"/>
                <a:gd name="connsiteX234" fmla="*/ 32787 w 219671"/>
                <a:gd name="connsiteY234" fmla="*/ 234425 h 283605"/>
                <a:gd name="connsiteX235" fmla="*/ 31147 w 219671"/>
                <a:gd name="connsiteY235" fmla="*/ 231147 h 283605"/>
                <a:gd name="connsiteX236" fmla="*/ 29508 w 219671"/>
                <a:gd name="connsiteY236" fmla="*/ 227868 h 283605"/>
                <a:gd name="connsiteX237" fmla="*/ 29508 w 219671"/>
                <a:gd name="connsiteY237" fmla="*/ 222950 h 283605"/>
                <a:gd name="connsiteX238" fmla="*/ 29508 w 219671"/>
                <a:gd name="connsiteY238" fmla="*/ 219671 h 283605"/>
                <a:gd name="connsiteX239" fmla="*/ 27869 w 219671"/>
                <a:gd name="connsiteY239" fmla="*/ 216392 h 283605"/>
                <a:gd name="connsiteX240" fmla="*/ 27869 w 219671"/>
                <a:gd name="connsiteY240" fmla="*/ 214753 h 283605"/>
                <a:gd name="connsiteX241" fmla="*/ 26229 w 219671"/>
                <a:gd name="connsiteY241" fmla="*/ 213114 h 283605"/>
                <a:gd name="connsiteX242" fmla="*/ 26229 w 219671"/>
                <a:gd name="connsiteY242" fmla="*/ 213114 h 283605"/>
                <a:gd name="connsiteX243" fmla="*/ 24590 w 219671"/>
                <a:gd name="connsiteY243" fmla="*/ 213114 h 283605"/>
                <a:gd name="connsiteX244" fmla="*/ 24590 w 219671"/>
                <a:gd name="connsiteY244" fmla="*/ 211474 h 283605"/>
                <a:gd name="connsiteX245" fmla="*/ 26229 w 219671"/>
                <a:gd name="connsiteY245" fmla="*/ 211474 h 283605"/>
                <a:gd name="connsiteX246" fmla="*/ 27869 w 219671"/>
                <a:gd name="connsiteY246" fmla="*/ 209835 h 283605"/>
                <a:gd name="connsiteX247" fmla="*/ 29508 w 219671"/>
                <a:gd name="connsiteY247" fmla="*/ 209835 h 283605"/>
                <a:gd name="connsiteX248" fmla="*/ 31147 w 219671"/>
                <a:gd name="connsiteY248" fmla="*/ 209835 h 283605"/>
                <a:gd name="connsiteX249" fmla="*/ 32787 w 219671"/>
                <a:gd name="connsiteY249" fmla="*/ 209835 h 283605"/>
                <a:gd name="connsiteX250" fmla="*/ 36065 w 219671"/>
                <a:gd name="connsiteY250" fmla="*/ 208195 h 283605"/>
                <a:gd name="connsiteX251" fmla="*/ 37705 w 219671"/>
                <a:gd name="connsiteY251" fmla="*/ 206557 h 283605"/>
                <a:gd name="connsiteX252" fmla="*/ 37705 w 219671"/>
                <a:gd name="connsiteY252" fmla="*/ 206557 h 283605"/>
                <a:gd name="connsiteX253" fmla="*/ 39344 w 219671"/>
                <a:gd name="connsiteY253" fmla="*/ 204917 h 283605"/>
                <a:gd name="connsiteX254" fmla="*/ 39344 w 219671"/>
                <a:gd name="connsiteY254" fmla="*/ 201638 h 283605"/>
                <a:gd name="connsiteX255" fmla="*/ 40983 w 219671"/>
                <a:gd name="connsiteY255" fmla="*/ 198360 h 283605"/>
                <a:gd name="connsiteX256" fmla="*/ 40983 w 219671"/>
                <a:gd name="connsiteY256" fmla="*/ 195081 h 283605"/>
                <a:gd name="connsiteX257" fmla="*/ 42623 w 219671"/>
                <a:gd name="connsiteY257" fmla="*/ 190163 h 283605"/>
                <a:gd name="connsiteX258" fmla="*/ 44262 w 219671"/>
                <a:gd name="connsiteY258" fmla="*/ 186884 h 283605"/>
                <a:gd name="connsiteX259" fmla="*/ 44262 w 219671"/>
                <a:gd name="connsiteY259" fmla="*/ 181966 h 283605"/>
                <a:gd name="connsiteX260" fmla="*/ 45901 w 219671"/>
                <a:gd name="connsiteY260" fmla="*/ 178688 h 283605"/>
                <a:gd name="connsiteX261" fmla="*/ 47541 w 219671"/>
                <a:gd name="connsiteY261" fmla="*/ 175409 h 283605"/>
                <a:gd name="connsiteX262" fmla="*/ 44262 w 219671"/>
                <a:gd name="connsiteY262" fmla="*/ 170491 h 283605"/>
                <a:gd name="connsiteX263" fmla="*/ 42623 w 219671"/>
                <a:gd name="connsiteY263" fmla="*/ 167212 h 283605"/>
                <a:gd name="connsiteX264" fmla="*/ 42623 w 219671"/>
                <a:gd name="connsiteY264" fmla="*/ 163934 h 283605"/>
                <a:gd name="connsiteX265" fmla="*/ 40983 w 219671"/>
                <a:gd name="connsiteY265" fmla="*/ 159015 h 283605"/>
                <a:gd name="connsiteX266" fmla="*/ 40983 w 219671"/>
                <a:gd name="connsiteY266" fmla="*/ 159015 h 283605"/>
                <a:gd name="connsiteX267" fmla="*/ 42623 w 219671"/>
                <a:gd name="connsiteY267" fmla="*/ 155737 h 283605"/>
                <a:gd name="connsiteX268" fmla="*/ 45901 w 219671"/>
                <a:gd name="connsiteY268" fmla="*/ 152458 h 283605"/>
                <a:gd name="connsiteX269" fmla="*/ 44262 w 219671"/>
                <a:gd name="connsiteY269" fmla="*/ 152458 h 283605"/>
                <a:gd name="connsiteX270" fmla="*/ 40983 w 219671"/>
                <a:gd name="connsiteY270" fmla="*/ 155737 h 283605"/>
                <a:gd name="connsiteX271" fmla="*/ 40983 w 219671"/>
                <a:gd name="connsiteY271" fmla="*/ 159015 h 283605"/>
                <a:gd name="connsiteX272" fmla="*/ 40983 w 219671"/>
                <a:gd name="connsiteY272" fmla="*/ 160655 h 283605"/>
                <a:gd name="connsiteX273" fmla="*/ 40983 w 219671"/>
                <a:gd name="connsiteY273" fmla="*/ 163934 h 283605"/>
                <a:gd name="connsiteX274" fmla="*/ 40983 w 219671"/>
                <a:gd name="connsiteY274" fmla="*/ 168851 h 283605"/>
                <a:gd name="connsiteX275" fmla="*/ 40983 w 219671"/>
                <a:gd name="connsiteY275" fmla="*/ 172130 h 283605"/>
                <a:gd name="connsiteX276" fmla="*/ 39344 w 219671"/>
                <a:gd name="connsiteY276" fmla="*/ 177048 h 283605"/>
                <a:gd name="connsiteX277" fmla="*/ 37705 w 219671"/>
                <a:gd name="connsiteY277" fmla="*/ 177048 h 283605"/>
                <a:gd name="connsiteX278" fmla="*/ 36065 w 219671"/>
                <a:gd name="connsiteY278" fmla="*/ 178688 h 283605"/>
                <a:gd name="connsiteX279" fmla="*/ 34426 w 219671"/>
                <a:gd name="connsiteY279" fmla="*/ 177048 h 283605"/>
                <a:gd name="connsiteX280" fmla="*/ 36065 w 219671"/>
                <a:gd name="connsiteY280" fmla="*/ 172130 h 283605"/>
                <a:gd name="connsiteX281" fmla="*/ 37705 w 219671"/>
                <a:gd name="connsiteY281" fmla="*/ 173770 h 283605"/>
                <a:gd name="connsiteX282" fmla="*/ 39344 w 219671"/>
                <a:gd name="connsiteY282" fmla="*/ 172130 h 283605"/>
                <a:gd name="connsiteX283" fmla="*/ 36065 w 219671"/>
                <a:gd name="connsiteY283" fmla="*/ 172130 h 283605"/>
                <a:gd name="connsiteX284" fmla="*/ 36065 w 219671"/>
                <a:gd name="connsiteY284" fmla="*/ 170491 h 283605"/>
                <a:gd name="connsiteX285" fmla="*/ 36065 w 219671"/>
                <a:gd name="connsiteY285" fmla="*/ 168851 h 283605"/>
                <a:gd name="connsiteX286" fmla="*/ 36065 w 219671"/>
                <a:gd name="connsiteY286" fmla="*/ 167212 h 283605"/>
                <a:gd name="connsiteX287" fmla="*/ 36065 w 219671"/>
                <a:gd name="connsiteY287" fmla="*/ 165573 h 283605"/>
                <a:gd name="connsiteX288" fmla="*/ 36065 w 219671"/>
                <a:gd name="connsiteY288" fmla="*/ 165573 h 283605"/>
                <a:gd name="connsiteX289" fmla="*/ 34426 w 219671"/>
                <a:gd name="connsiteY289" fmla="*/ 170491 h 283605"/>
                <a:gd name="connsiteX290" fmla="*/ 32787 w 219671"/>
                <a:gd name="connsiteY290" fmla="*/ 173770 h 283605"/>
                <a:gd name="connsiteX291" fmla="*/ 29508 w 219671"/>
                <a:gd name="connsiteY291" fmla="*/ 177048 h 283605"/>
                <a:gd name="connsiteX292" fmla="*/ 26229 w 219671"/>
                <a:gd name="connsiteY292" fmla="*/ 180327 h 283605"/>
                <a:gd name="connsiteX293" fmla="*/ 26229 w 219671"/>
                <a:gd name="connsiteY293" fmla="*/ 183605 h 283605"/>
                <a:gd name="connsiteX294" fmla="*/ 22951 w 219671"/>
                <a:gd name="connsiteY294" fmla="*/ 181966 h 283605"/>
                <a:gd name="connsiteX295" fmla="*/ 18033 w 219671"/>
                <a:gd name="connsiteY295" fmla="*/ 178688 h 283605"/>
                <a:gd name="connsiteX296" fmla="*/ 16393 w 219671"/>
                <a:gd name="connsiteY296" fmla="*/ 175409 h 283605"/>
                <a:gd name="connsiteX297" fmla="*/ 13115 w 219671"/>
                <a:gd name="connsiteY297" fmla="*/ 170491 h 283605"/>
                <a:gd name="connsiteX298" fmla="*/ 8197 w 219671"/>
                <a:gd name="connsiteY298" fmla="*/ 168851 h 283605"/>
                <a:gd name="connsiteX299" fmla="*/ 4918 w 219671"/>
                <a:gd name="connsiteY299" fmla="*/ 167212 h 283605"/>
                <a:gd name="connsiteX300" fmla="*/ 3279 w 219671"/>
                <a:gd name="connsiteY300" fmla="*/ 167212 h 283605"/>
                <a:gd name="connsiteX301" fmla="*/ 0 w 219671"/>
                <a:gd name="connsiteY301" fmla="*/ 163934 h 283605"/>
                <a:gd name="connsiteX302" fmla="*/ 0 w 219671"/>
                <a:gd name="connsiteY302" fmla="*/ 160655 h 283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</a:cxnLst>
              <a:rect l="l" t="t" r="r" b="b"/>
              <a:pathLst>
                <a:path w="219671" h="283605">
                  <a:moveTo>
                    <a:pt x="0" y="160655"/>
                  </a:moveTo>
                  <a:lnTo>
                    <a:pt x="1639" y="160655"/>
                  </a:lnTo>
                  <a:lnTo>
                    <a:pt x="3279" y="159015"/>
                  </a:lnTo>
                  <a:lnTo>
                    <a:pt x="6557" y="155737"/>
                  </a:lnTo>
                  <a:lnTo>
                    <a:pt x="6557" y="152458"/>
                  </a:lnTo>
                  <a:lnTo>
                    <a:pt x="8197" y="149180"/>
                  </a:lnTo>
                  <a:lnTo>
                    <a:pt x="6557" y="144261"/>
                  </a:lnTo>
                  <a:lnTo>
                    <a:pt x="6557" y="140983"/>
                  </a:lnTo>
                  <a:lnTo>
                    <a:pt x="4918" y="137704"/>
                  </a:lnTo>
                  <a:lnTo>
                    <a:pt x="3279" y="136065"/>
                  </a:lnTo>
                  <a:lnTo>
                    <a:pt x="3279" y="132786"/>
                  </a:lnTo>
                  <a:lnTo>
                    <a:pt x="4918" y="127868"/>
                  </a:lnTo>
                  <a:lnTo>
                    <a:pt x="4918" y="124590"/>
                  </a:lnTo>
                  <a:lnTo>
                    <a:pt x="6557" y="121311"/>
                  </a:lnTo>
                  <a:lnTo>
                    <a:pt x="3279" y="118032"/>
                  </a:lnTo>
                  <a:lnTo>
                    <a:pt x="1639" y="113114"/>
                  </a:lnTo>
                  <a:lnTo>
                    <a:pt x="0" y="109835"/>
                  </a:lnTo>
                  <a:lnTo>
                    <a:pt x="1639" y="106557"/>
                  </a:lnTo>
                  <a:lnTo>
                    <a:pt x="6557" y="103278"/>
                  </a:lnTo>
                  <a:lnTo>
                    <a:pt x="9836" y="103278"/>
                  </a:lnTo>
                  <a:lnTo>
                    <a:pt x="13115" y="101639"/>
                  </a:lnTo>
                  <a:lnTo>
                    <a:pt x="14754" y="98360"/>
                  </a:lnTo>
                  <a:lnTo>
                    <a:pt x="16393" y="95081"/>
                  </a:lnTo>
                  <a:lnTo>
                    <a:pt x="18033" y="90164"/>
                  </a:lnTo>
                  <a:lnTo>
                    <a:pt x="21311" y="91803"/>
                  </a:lnTo>
                  <a:lnTo>
                    <a:pt x="24590" y="90164"/>
                  </a:lnTo>
                  <a:lnTo>
                    <a:pt x="24590" y="90164"/>
                  </a:lnTo>
                  <a:lnTo>
                    <a:pt x="21311" y="90164"/>
                  </a:lnTo>
                  <a:lnTo>
                    <a:pt x="18033" y="85245"/>
                  </a:lnTo>
                  <a:lnTo>
                    <a:pt x="16393" y="81967"/>
                  </a:lnTo>
                  <a:lnTo>
                    <a:pt x="18033" y="78688"/>
                  </a:lnTo>
                  <a:lnTo>
                    <a:pt x="19672" y="73770"/>
                  </a:lnTo>
                  <a:lnTo>
                    <a:pt x="24590" y="70491"/>
                  </a:lnTo>
                  <a:lnTo>
                    <a:pt x="27869" y="67213"/>
                  </a:lnTo>
                  <a:lnTo>
                    <a:pt x="31147" y="62295"/>
                  </a:lnTo>
                  <a:lnTo>
                    <a:pt x="32787" y="59016"/>
                  </a:lnTo>
                  <a:lnTo>
                    <a:pt x="34426" y="55737"/>
                  </a:lnTo>
                  <a:lnTo>
                    <a:pt x="34426" y="50820"/>
                  </a:lnTo>
                  <a:lnTo>
                    <a:pt x="34426" y="47541"/>
                  </a:lnTo>
                  <a:lnTo>
                    <a:pt x="36065" y="47541"/>
                  </a:lnTo>
                  <a:lnTo>
                    <a:pt x="36065" y="45901"/>
                  </a:lnTo>
                  <a:lnTo>
                    <a:pt x="34426" y="44262"/>
                  </a:lnTo>
                  <a:lnTo>
                    <a:pt x="34426" y="40983"/>
                  </a:lnTo>
                  <a:lnTo>
                    <a:pt x="34426" y="36065"/>
                  </a:lnTo>
                  <a:lnTo>
                    <a:pt x="34426" y="36065"/>
                  </a:lnTo>
                  <a:lnTo>
                    <a:pt x="31147" y="32787"/>
                  </a:lnTo>
                  <a:lnTo>
                    <a:pt x="31147" y="29508"/>
                  </a:lnTo>
                  <a:lnTo>
                    <a:pt x="36065" y="26229"/>
                  </a:lnTo>
                  <a:lnTo>
                    <a:pt x="37705" y="26229"/>
                  </a:lnTo>
                  <a:lnTo>
                    <a:pt x="40983" y="24590"/>
                  </a:lnTo>
                  <a:lnTo>
                    <a:pt x="45901" y="21311"/>
                  </a:lnTo>
                  <a:lnTo>
                    <a:pt x="49180" y="21311"/>
                  </a:lnTo>
                  <a:lnTo>
                    <a:pt x="49180" y="22951"/>
                  </a:lnTo>
                  <a:lnTo>
                    <a:pt x="49180" y="24590"/>
                  </a:lnTo>
                  <a:lnTo>
                    <a:pt x="49180" y="26229"/>
                  </a:lnTo>
                  <a:lnTo>
                    <a:pt x="49180" y="24590"/>
                  </a:lnTo>
                  <a:lnTo>
                    <a:pt x="49180" y="22951"/>
                  </a:lnTo>
                  <a:lnTo>
                    <a:pt x="50820" y="19672"/>
                  </a:lnTo>
                  <a:lnTo>
                    <a:pt x="54098" y="18033"/>
                  </a:lnTo>
                  <a:lnTo>
                    <a:pt x="57377" y="16393"/>
                  </a:lnTo>
                  <a:lnTo>
                    <a:pt x="62295" y="14754"/>
                  </a:lnTo>
                  <a:lnTo>
                    <a:pt x="65573" y="14754"/>
                  </a:lnTo>
                  <a:lnTo>
                    <a:pt x="68852" y="13114"/>
                  </a:lnTo>
                  <a:lnTo>
                    <a:pt x="73770" y="9836"/>
                  </a:lnTo>
                  <a:lnTo>
                    <a:pt x="75410" y="13114"/>
                  </a:lnTo>
                  <a:lnTo>
                    <a:pt x="75410" y="11475"/>
                  </a:lnTo>
                  <a:lnTo>
                    <a:pt x="78688" y="6557"/>
                  </a:lnTo>
                  <a:lnTo>
                    <a:pt x="78688" y="3278"/>
                  </a:lnTo>
                  <a:lnTo>
                    <a:pt x="81967" y="0"/>
                  </a:lnTo>
                  <a:lnTo>
                    <a:pt x="85245" y="3278"/>
                  </a:lnTo>
                  <a:lnTo>
                    <a:pt x="88524" y="6557"/>
                  </a:lnTo>
                  <a:lnTo>
                    <a:pt x="88524" y="8197"/>
                  </a:lnTo>
                  <a:lnTo>
                    <a:pt x="90164" y="6557"/>
                  </a:lnTo>
                  <a:lnTo>
                    <a:pt x="91803" y="9836"/>
                  </a:lnTo>
                  <a:lnTo>
                    <a:pt x="95082" y="9836"/>
                  </a:lnTo>
                  <a:lnTo>
                    <a:pt x="98360" y="14754"/>
                  </a:lnTo>
                  <a:lnTo>
                    <a:pt x="101639" y="16393"/>
                  </a:lnTo>
                  <a:lnTo>
                    <a:pt x="104917" y="19672"/>
                  </a:lnTo>
                  <a:lnTo>
                    <a:pt x="108196" y="22951"/>
                  </a:lnTo>
                  <a:lnTo>
                    <a:pt x="113114" y="22951"/>
                  </a:lnTo>
                  <a:lnTo>
                    <a:pt x="116393" y="24590"/>
                  </a:lnTo>
                  <a:lnTo>
                    <a:pt x="119672" y="27868"/>
                  </a:lnTo>
                  <a:lnTo>
                    <a:pt x="122950" y="26229"/>
                  </a:lnTo>
                  <a:lnTo>
                    <a:pt x="126229" y="27868"/>
                  </a:lnTo>
                  <a:lnTo>
                    <a:pt x="126229" y="31147"/>
                  </a:lnTo>
                  <a:lnTo>
                    <a:pt x="129508" y="32787"/>
                  </a:lnTo>
                  <a:lnTo>
                    <a:pt x="132786" y="34426"/>
                  </a:lnTo>
                  <a:lnTo>
                    <a:pt x="134426" y="37705"/>
                  </a:lnTo>
                  <a:lnTo>
                    <a:pt x="134426" y="40983"/>
                  </a:lnTo>
                  <a:lnTo>
                    <a:pt x="134426" y="45901"/>
                  </a:lnTo>
                  <a:lnTo>
                    <a:pt x="139344" y="47541"/>
                  </a:lnTo>
                  <a:lnTo>
                    <a:pt x="142622" y="47541"/>
                  </a:lnTo>
                  <a:lnTo>
                    <a:pt x="145901" y="47541"/>
                  </a:lnTo>
                  <a:lnTo>
                    <a:pt x="147540" y="47541"/>
                  </a:lnTo>
                  <a:lnTo>
                    <a:pt x="152458" y="50820"/>
                  </a:lnTo>
                  <a:lnTo>
                    <a:pt x="154098" y="50820"/>
                  </a:lnTo>
                  <a:lnTo>
                    <a:pt x="157376" y="52458"/>
                  </a:lnTo>
                  <a:lnTo>
                    <a:pt x="162294" y="52458"/>
                  </a:lnTo>
                  <a:lnTo>
                    <a:pt x="165573" y="50820"/>
                  </a:lnTo>
                  <a:lnTo>
                    <a:pt x="168852" y="52458"/>
                  </a:lnTo>
                  <a:lnTo>
                    <a:pt x="173770" y="52458"/>
                  </a:lnTo>
                  <a:lnTo>
                    <a:pt x="173770" y="52458"/>
                  </a:lnTo>
                  <a:lnTo>
                    <a:pt x="173770" y="47541"/>
                  </a:lnTo>
                  <a:lnTo>
                    <a:pt x="173770" y="45901"/>
                  </a:lnTo>
                  <a:lnTo>
                    <a:pt x="178688" y="45901"/>
                  </a:lnTo>
                  <a:lnTo>
                    <a:pt x="181966" y="45901"/>
                  </a:lnTo>
                  <a:lnTo>
                    <a:pt x="185245" y="45901"/>
                  </a:lnTo>
                  <a:lnTo>
                    <a:pt x="188524" y="49180"/>
                  </a:lnTo>
                  <a:lnTo>
                    <a:pt x="191802" y="54098"/>
                  </a:lnTo>
                  <a:lnTo>
                    <a:pt x="195081" y="57377"/>
                  </a:lnTo>
                  <a:lnTo>
                    <a:pt x="195081" y="57377"/>
                  </a:lnTo>
                  <a:lnTo>
                    <a:pt x="199999" y="60655"/>
                  </a:lnTo>
                  <a:lnTo>
                    <a:pt x="203278" y="62295"/>
                  </a:lnTo>
                  <a:lnTo>
                    <a:pt x="208196" y="62295"/>
                  </a:lnTo>
                  <a:lnTo>
                    <a:pt x="208196" y="62295"/>
                  </a:lnTo>
                  <a:lnTo>
                    <a:pt x="211474" y="65573"/>
                  </a:lnTo>
                  <a:lnTo>
                    <a:pt x="214753" y="67213"/>
                  </a:lnTo>
                  <a:lnTo>
                    <a:pt x="218032" y="68852"/>
                  </a:lnTo>
                  <a:lnTo>
                    <a:pt x="213114" y="68852"/>
                  </a:lnTo>
                  <a:lnTo>
                    <a:pt x="209835" y="68852"/>
                  </a:lnTo>
                  <a:lnTo>
                    <a:pt x="204917" y="68852"/>
                  </a:lnTo>
                  <a:lnTo>
                    <a:pt x="204917" y="68852"/>
                  </a:lnTo>
                  <a:lnTo>
                    <a:pt x="204917" y="70491"/>
                  </a:lnTo>
                  <a:lnTo>
                    <a:pt x="208196" y="72131"/>
                  </a:lnTo>
                  <a:lnTo>
                    <a:pt x="211474" y="77049"/>
                  </a:lnTo>
                  <a:lnTo>
                    <a:pt x="211474" y="80327"/>
                  </a:lnTo>
                  <a:lnTo>
                    <a:pt x="214753" y="83606"/>
                  </a:lnTo>
                  <a:lnTo>
                    <a:pt x="218032" y="86885"/>
                  </a:lnTo>
                  <a:lnTo>
                    <a:pt x="218032" y="91803"/>
                  </a:lnTo>
                  <a:lnTo>
                    <a:pt x="218032" y="91803"/>
                  </a:lnTo>
                  <a:lnTo>
                    <a:pt x="218032" y="95081"/>
                  </a:lnTo>
                  <a:lnTo>
                    <a:pt x="218032" y="100000"/>
                  </a:lnTo>
                  <a:lnTo>
                    <a:pt x="219671" y="103278"/>
                  </a:lnTo>
                  <a:lnTo>
                    <a:pt x="219671" y="106557"/>
                  </a:lnTo>
                  <a:lnTo>
                    <a:pt x="216392" y="106557"/>
                  </a:lnTo>
                  <a:lnTo>
                    <a:pt x="213114" y="103278"/>
                  </a:lnTo>
                  <a:lnTo>
                    <a:pt x="211474" y="108196"/>
                  </a:lnTo>
                  <a:lnTo>
                    <a:pt x="211474" y="111475"/>
                  </a:lnTo>
                  <a:lnTo>
                    <a:pt x="209835" y="114754"/>
                  </a:lnTo>
                  <a:lnTo>
                    <a:pt x="209835" y="119671"/>
                  </a:lnTo>
                  <a:lnTo>
                    <a:pt x="208196" y="122950"/>
                  </a:lnTo>
                  <a:lnTo>
                    <a:pt x="208196" y="127868"/>
                  </a:lnTo>
                  <a:lnTo>
                    <a:pt x="206557" y="131147"/>
                  </a:lnTo>
                  <a:lnTo>
                    <a:pt x="206557" y="131147"/>
                  </a:lnTo>
                  <a:lnTo>
                    <a:pt x="204917" y="132786"/>
                  </a:lnTo>
                  <a:lnTo>
                    <a:pt x="201638" y="137704"/>
                  </a:lnTo>
                  <a:lnTo>
                    <a:pt x="199999" y="140983"/>
                  </a:lnTo>
                  <a:lnTo>
                    <a:pt x="196720" y="144261"/>
                  </a:lnTo>
                  <a:lnTo>
                    <a:pt x="193442" y="149180"/>
                  </a:lnTo>
                  <a:lnTo>
                    <a:pt x="191802" y="152458"/>
                  </a:lnTo>
                  <a:lnTo>
                    <a:pt x="188524" y="155737"/>
                  </a:lnTo>
                  <a:lnTo>
                    <a:pt x="188524" y="157376"/>
                  </a:lnTo>
                  <a:lnTo>
                    <a:pt x="183606" y="160655"/>
                  </a:lnTo>
                  <a:lnTo>
                    <a:pt x="180327" y="163934"/>
                  </a:lnTo>
                  <a:lnTo>
                    <a:pt x="177048" y="167212"/>
                  </a:lnTo>
                  <a:lnTo>
                    <a:pt x="173770" y="168851"/>
                  </a:lnTo>
                  <a:lnTo>
                    <a:pt x="170491" y="172130"/>
                  </a:lnTo>
                  <a:lnTo>
                    <a:pt x="167212" y="175409"/>
                  </a:lnTo>
                  <a:lnTo>
                    <a:pt x="165573" y="177048"/>
                  </a:lnTo>
                  <a:lnTo>
                    <a:pt x="162294" y="178688"/>
                  </a:lnTo>
                  <a:lnTo>
                    <a:pt x="157376" y="180327"/>
                  </a:lnTo>
                  <a:lnTo>
                    <a:pt x="154098" y="181966"/>
                  </a:lnTo>
                  <a:lnTo>
                    <a:pt x="150819" y="181966"/>
                  </a:lnTo>
                  <a:lnTo>
                    <a:pt x="145901" y="183605"/>
                  </a:lnTo>
                  <a:lnTo>
                    <a:pt x="145901" y="185245"/>
                  </a:lnTo>
                  <a:lnTo>
                    <a:pt x="140983" y="185245"/>
                  </a:lnTo>
                  <a:lnTo>
                    <a:pt x="137704" y="186884"/>
                  </a:lnTo>
                  <a:lnTo>
                    <a:pt x="134426" y="188524"/>
                  </a:lnTo>
                  <a:lnTo>
                    <a:pt x="131147" y="190163"/>
                  </a:lnTo>
                  <a:lnTo>
                    <a:pt x="127868" y="191802"/>
                  </a:lnTo>
                  <a:lnTo>
                    <a:pt x="124590" y="193442"/>
                  </a:lnTo>
                  <a:lnTo>
                    <a:pt x="121311" y="193442"/>
                  </a:lnTo>
                  <a:lnTo>
                    <a:pt x="119672" y="195081"/>
                  </a:lnTo>
                  <a:lnTo>
                    <a:pt x="116393" y="198360"/>
                  </a:lnTo>
                  <a:lnTo>
                    <a:pt x="113114" y="203278"/>
                  </a:lnTo>
                  <a:lnTo>
                    <a:pt x="111475" y="206557"/>
                  </a:lnTo>
                  <a:lnTo>
                    <a:pt x="106557" y="209835"/>
                  </a:lnTo>
                  <a:lnTo>
                    <a:pt x="108196" y="214753"/>
                  </a:lnTo>
                  <a:lnTo>
                    <a:pt x="106557" y="218032"/>
                  </a:lnTo>
                  <a:lnTo>
                    <a:pt x="104917" y="214753"/>
                  </a:lnTo>
                  <a:lnTo>
                    <a:pt x="101639" y="216392"/>
                  </a:lnTo>
                  <a:lnTo>
                    <a:pt x="101639" y="221310"/>
                  </a:lnTo>
                  <a:lnTo>
                    <a:pt x="100000" y="224589"/>
                  </a:lnTo>
                  <a:lnTo>
                    <a:pt x="100000" y="227868"/>
                  </a:lnTo>
                  <a:lnTo>
                    <a:pt x="98360" y="229507"/>
                  </a:lnTo>
                  <a:lnTo>
                    <a:pt x="96721" y="234425"/>
                  </a:lnTo>
                  <a:lnTo>
                    <a:pt x="95082" y="237704"/>
                  </a:lnTo>
                  <a:lnTo>
                    <a:pt x="95082" y="240982"/>
                  </a:lnTo>
                  <a:lnTo>
                    <a:pt x="93442" y="245901"/>
                  </a:lnTo>
                  <a:lnTo>
                    <a:pt x="91803" y="249179"/>
                  </a:lnTo>
                  <a:lnTo>
                    <a:pt x="90164" y="252458"/>
                  </a:lnTo>
                  <a:lnTo>
                    <a:pt x="90164" y="252458"/>
                  </a:lnTo>
                  <a:lnTo>
                    <a:pt x="90164" y="257376"/>
                  </a:lnTo>
                  <a:lnTo>
                    <a:pt x="90164" y="257376"/>
                  </a:lnTo>
                  <a:lnTo>
                    <a:pt x="90164" y="262294"/>
                  </a:lnTo>
                  <a:lnTo>
                    <a:pt x="90164" y="265572"/>
                  </a:lnTo>
                  <a:lnTo>
                    <a:pt x="88524" y="265572"/>
                  </a:lnTo>
                  <a:lnTo>
                    <a:pt x="85245" y="267212"/>
                  </a:lnTo>
                  <a:lnTo>
                    <a:pt x="81967" y="270491"/>
                  </a:lnTo>
                  <a:lnTo>
                    <a:pt x="81967" y="275408"/>
                  </a:lnTo>
                  <a:lnTo>
                    <a:pt x="78688" y="278687"/>
                  </a:lnTo>
                  <a:lnTo>
                    <a:pt x="78688" y="281966"/>
                  </a:lnTo>
                  <a:lnTo>
                    <a:pt x="77049" y="283605"/>
                  </a:lnTo>
                  <a:lnTo>
                    <a:pt x="77049" y="283605"/>
                  </a:lnTo>
                  <a:lnTo>
                    <a:pt x="75410" y="283605"/>
                  </a:lnTo>
                  <a:lnTo>
                    <a:pt x="75410" y="281966"/>
                  </a:lnTo>
                  <a:lnTo>
                    <a:pt x="70492" y="281966"/>
                  </a:lnTo>
                  <a:lnTo>
                    <a:pt x="68852" y="281966"/>
                  </a:lnTo>
                  <a:lnTo>
                    <a:pt x="65573" y="280327"/>
                  </a:lnTo>
                  <a:lnTo>
                    <a:pt x="62295" y="277048"/>
                  </a:lnTo>
                  <a:lnTo>
                    <a:pt x="60655" y="273769"/>
                  </a:lnTo>
                  <a:lnTo>
                    <a:pt x="59016" y="268851"/>
                  </a:lnTo>
                  <a:lnTo>
                    <a:pt x="57377" y="265572"/>
                  </a:lnTo>
                  <a:lnTo>
                    <a:pt x="59016" y="265572"/>
                  </a:lnTo>
                  <a:lnTo>
                    <a:pt x="55737" y="260654"/>
                  </a:lnTo>
                  <a:lnTo>
                    <a:pt x="50820" y="259015"/>
                  </a:lnTo>
                  <a:lnTo>
                    <a:pt x="47541" y="260654"/>
                  </a:lnTo>
                  <a:lnTo>
                    <a:pt x="44262" y="257376"/>
                  </a:lnTo>
                  <a:lnTo>
                    <a:pt x="40983" y="257376"/>
                  </a:lnTo>
                  <a:lnTo>
                    <a:pt x="39344" y="255737"/>
                  </a:lnTo>
                  <a:lnTo>
                    <a:pt x="36065" y="252458"/>
                  </a:lnTo>
                  <a:lnTo>
                    <a:pt x="34426" y="252458"/>
                  </a:lnTo>
                  <a:lnTo>
                    <a:pt x="31147" y="255737"/>
                  </a:lnTo>
                  <a:lnTo>
                    <a:pt x="26229" y="259015"/>
                  </a:lnTo>
                  <a:lnTo>
                    <a:pt x="24590" y="260654"/>
                  </a:lnTo>
                  <a:lnTo>
                    <a:pt x="21311" y="257376"/>
                  </a:lnTo>
                  <a:lnTo>
                    <a:pt x="21311" y="254097"/>
                  </a:lnTo>
                  <a:lnTo>
                    <a:pt x="24590" y="250818"/>
                  </a:lnTo>
                  <a:lnTo>
                    <a:pt x="21311" y="249179"/>
                  </a:lnTo>
                  <a:lnTo>
                    <a:pt x="19672" y="245901"/>
                  </a:lnTo>
                  <a:lnTo>
                    <a:pt x="19672" y="242622"/>
                  </a:lnTo>
                  <a:lnTo>
                    <a:pt x="22951" y="239343"/>
                  </a:lnTo>
                  <a:lnTo>
                    <a:pt x="26229" y="239343"/>
                  </a:lnTo>
                  <a:lnTo>
                    <a:pt x="31147" y="236064"/>
                  </a:lnTo>
                  <a:lnTo>
                    <a:pt x="32787" y="234425"/>
                  </a:lnTo>
                  <a:lnTo>
                    <a:pt x="31147" y="231147"/>
                  </a:lnTo>
                  <a:lnTo>
                    <a:pt x="29508" y="227868"/>
                  </a:lnTo>
                  <a:lnTo>
                    <a:pt x="29508" y="222950"/>
                  </a:lnTo>
                  <a:lnTo>
                    <a:pt x="29508" y="219671"/>
                  </a:lnTo>
                  <a:lnTo>
                    <a:pt x="27869" y="216392"/>
                  </a:lnTo>
                  <a:lnTo>
                    <a:pt x="27869" y="214753"/>
                  </a:lnTo>
                  <a:lnTo>
                    <a:pt x="26229" y="213114"/>
                  </a:lnTo>
                  <a:lnTo>
                    <a:pt x="26229" y="213114"/>
                  </a:lnTo>
                  <a:lnTo>
                    <a:pt x="24590" y="213114"/>
                  </a:lnTo>
                  <a:lnTo>
                    <a:pt x="24590" y="211474"/>
                  </a:lnTo>
                  <a:lnTo>
                    <a:pt x="26229" y="211474"/>
                  </a:lnTo>
                  <a:lnTo>
                    <a:pt x="27869" y="209835"/>
                  </a:lnTo>
                  <a:lnTo>
                    <a:pt x="29508" y="209835"/>
                  </a:lnTo>
                  <a:lnTo>
                    <a:pt x="31147" y="209835"/>
                  </a:lnTo>
                  <a:lnTo>
                    <a:pt x="32787" y="209835"/>
                  </a:lnTo>
                  <a:lnTo>
                    <a:pt x="36065" y="208195"/>
                  </a:lnTo>
                  <a:lnTo>
                    <a:pt x="37705" y="206557"/>
                  </a:lnTo>
                  <a:lnTo>
                    <a:pt x="37705" y="206557"/>
                  </a:lnTo>
                  <a:lnTo>
                    <a:pt x="39344" y="204917"/>
                  </a:lnTo>
                  <a:lnTo>
                    <a:pt x="39344" y="201638"/>
                  </a:lnTo>
                  <a:lnTo>
                    <a:pt x="40983" y="198360"/>
                  </a:lnTo>
                  <a:lnTo>
                    <a:pt x="40983" y="195081"/>
                  </a:lnTo>
                  <a:lnTo>
                    <a:pt x="42623" y="190163"/>
                  </a:lnTo>
                  <a:lnTo>
                    <a:pt x="44262" y="186884"/>
                  </a:lnTo>
                  <a:lnTo>
                    <a:pt x="44262" y="181966"/>
                  </a:lnTo>
                  <a:lnTo>
                    <a:pt x="45901" y="178688"/>
                  </a:lnTo>
                  <a:lnTo>
                    <a:pt x="47541" y="175409"/>
                  </a:lnTo>
                  <a:lnTo>
                    <a:pt x="44262" y="170491"/>
                  </a:lnTo>
                  <a:lnTo>
                    <a:pt x="42623" y="167212"/>
                  </a:lnTo>
                  <a:lnTo>
                    <a:pt x="42623" y="163934"/>
                  </a:lnTo>
                  <a:lnTo>
                    <a:pt x="40983" y="159015"/>
                  </a:lnTo>
                  <a:lnTo>
                    <a:pt x="40983" y="159015"/>
                  </a:lnTo>
                  <a:lnTo>
                    <a:pt x="42623" y="155737"/>
                  </a:lnTo>
                  <a:lnTo>
                    <a:pt x="45901" y="152458"/>
                  </a:lnTo>
                  <a:lnTo>
                    <a:pt x="44262" y="152458"/>
                  </a:lnTo>
                  <a:lnTo>
                    <a:pt x="40983" y="155737"/>
                  </a:lnTo>
                  <a:lnTo>
                    <a:pt x="40983" y="159015"/>
                  </a:lnTo>
                  <a:lnTo>
                    <a:pt x="40983" y="160655"/>
                  </a:lnTo>
                  <a:lnTo>
                    <a:pt x="40983" y="163934"/>
                  </a:lnTo>
                  <a:lnTo>
                    <a:pt x="40983" y="168851"/>
                  </a:lnTo>
                  <a:lnTo>
                    <a:pt x="40983" y="172130"/>
                  </a:lnTo>
                  <a:lnTo>
                    <a:pt x="39344" y="177048"/>
                  </a:lnTo>
                  <a:lnTo>
                    <a:pt x="37705" y="177048"/>
                  </a:lnTo>
                  <a:lnTo>
                    <a:pt x="36065" y="178688"/>
                  </a:lnTo>
                  <a:lnTo>
                    <a:pt x="34426" y="177048"/>
                  </a:lnTo>
                  <a:lnTo>
                    <a:pt x="36065" y="172130"/>
                  </a:lnTo>
                  <a:lnTo>
                    <a:pt x="37705" y="173770"/>
                  </a:lnTo>
                  <a:lnTo>
                    <a:pt x="39344" y="172130"/>
                  </a:lnTo>
                  <a:lnTo>
                    <a:pt x="36065" y="172130"/>
                  </a:lnTo>
                  <a:lnTo>
                    <a:pt x="36065" y="170491"/>
                  </a:lnTo>
                  <a:lnTo>
                    <a:pt x="36065" y="168851"/>
                  </a:lnTo>
                  <a:lnTo>
                    <a:pt x="36065" y="167212"/>
                  </a:lnTo>
                  <a:lnTo>
                    <a:pt x="36065" y="165573"/>
                  </a:lnTo>
                  <a:lnTo>
                    <a:pt x="36065" y="165573"/>
                  </a:lnTo>
                  <a:lnTo>
                    <a:pt x="34426" y="170491"/>
                  </a:lnTo>
                  <a:lnTo>
                    <a:pt x="32787" y="173770"/>
                  </a:lnTo>
                  <a:lnTo>
                    <a:pt x="29508" y="177048"/>
                  </a:lnTo>
                  <a:lnTo>
                    <a:pt x="26229" y="180327"/>
                  </a:lnTo>
                  <a:lnTo>
                    <a:pt x="26229" y="183605"/>
                  </a:lnTo>
                  <a:lnTo>
                    <a:pt x="22951" y="181966"/>
                  </a:lnTo>
                  <a:lnTo>
                    <a:pt x="18033" y="178688"/>
                  </a:lnTo>
                  <a:lnTo>
                    <a:pt x="16393" y="175409"/>
                  </a:lnTo>
                  <a:lnTo>
                    <a:pt x="13115" y="170491"/>
                  </a:lnTo>
                  <a:lnTo>
                    <a:pt x="8197" y="168851"/>
                  </a:lnTo>
                  <a:lnTo>
                    <a:pt x="4918" y="167212"/>
                  </a:lnTo>
                  <a:lnTo>
                    <a:pt x="3279" y="167212"/>
                  </a:lnTo>
                  <a:lnTo>
                    <a:pt x="0" y="163934"/>
                  </a:lnTo>
                  <a:lnTo>
                    <a:pt x="0" y="16065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73" name="Freeform 4172">
              <a:extLst>
                <a:ext uri="{FF2B5EF4-FFF2-40B4-BE49-F238E27FC236}">
                  <a16:creationId xmlns:a16="http://schemas.microsoft.com/office/drawing/2014/main" id="{67C578A1-D3FF-2A43-B775-23ED389BA7F4}"/>
                </a:ext>
              </a:extLst>
            </p:cNvPr>
            <p:cNvSpPr/>
            <p:nvPr/>
          </p:nvSpPr>
          <p:spPr>
            <a:xfrm>
              <a:off x="5397642" y="3575555"/>
              <a:ext cx="118032" cy="272129"/>
            </a:xfrm>
            <a:custGeom>
              <a:avLst/>
              <a:gdLst>
                <a:gd name="connsiteX0" fmla="*/ 1639 w 118032"/>
                <a:gd name="connsiteY0" fmla="*/ 73770 h 272129"/>
                <a:gd name="connsiteX1" fmla="*/ 1639 w 118032"/>
                <a:gd name="connsiteY1" fmla="*/ 73770 h 272129"/>
                <a:gd name="connsiteX2" fmla="*/ 4918 w 118032"/>
                <a:gd name="connsiteY2" fmla="*/ 68852 h 272129"/>
                <a:gd name="connsiteX3" fmla="*/ 4918 w 118032"/>
                <a:gd name="connsiteY3" fmla="*/ 65573 h 272129"/>
                <a:gd name="connsiteX4" fmla="*/ 6557 w 118032"/>
                <a:gd name="connsiteY4" fmla="*/ 60655 h 272129"/>
                <a:gd name="connsiteX5" fmla="*/ 8197 w 118032"/>
                <a:gd name="connsiteY5" fmla="*/ 60655 h 272129"/>
                <a:gd name="connsiteX6" fmla="*/ 6557 w 118032"/>
                <a:gd name="connsiteY6" fmla="*/ 59016 h 272129"/>
                <a:gd name="connsiteX7" fmla="*/ 9836 w 118032"/>
                <a:gd name="connsiteY7" fmla="*/ 57377 h 272129"/>
                <a:gd name="connsiteX8" fmla="*/ 13115 w 118032"/>
                <a:gd name="connsiteY8" fmla="*/ 57377 h 272129"/>
                <a:gd name="connsiteX9" fmla="*/ 14754 w 118032"/>
                <a:gd name="connsiteY9" fmla="*/ 54098 h 272129"/>
                <a:gd name="connsiteX10" fmla="*/ 16393 w 118032"/>
                <a:gd name="connsiteY10" fmla="*/ 49180 h 272129"/>
                <a:gd name="connsiteX11" fmla="*/ 19672 w 118032"/>
                <a:gd name="connsiteY11" fmla="*/ 49180 h 272129"/>
                <a:gd name="connsiteX12" fmla="*/ 22951 w 118032"/>
                <a:gd name="connsiteY12" fmla="*/ 45901 h 272129"/>
                <a:gd name="connsiteX13" fmla="*/ 26229 w 118032"/>
                <a:gd name="connsiteY13" fmla="*/ 40983 h 272129"/>
                <a:gd name="connsiteX14" fmla="*/ 29508 w 118032"/>
                <a:gd name="connsiteY14" fmla="*/ 40983 h 272129"/>
                <a:gd name="connsiteX15" fmla="*/ 32787 w 118032"/>
                <a:gd name="connsiteY15" fmla="*/ 44262 h 272129"/>
                <a:gd name="connsiteX16" fmla="*/ 36066 w 118032"/>
                <a:gd name="connsiteY16" fmla="*/ 42623 h 272129"/>
                <a:gd name="connsiteX17" fmla="*/ 39344 w 118032"/>
                <a:gd name="connsiteY17" fmla="*/ 42623 h 272129"/>
                <a:gd name="connsiteX18" fmla="*/ 44262 w 118032"/>
                <a:gd name="connsiteY18" fmla="*/ 42623 h 272129"/>
                <a:gd name="connsiteX19" fmla="*/ 44262 w 118032"/>
                <a:gd name="connsiteY19" fmla="*/ 42623 h 272129"/>
                <a:gd name="connsiteX20" fmla="*/ 47541 w 118032"/>
                <a:gd name="connsiteY20" fmla="*/ 42623 h 272129"/>
                <a:gd name="connsiteX21" fmla="*/ 50820 w 118032"/>
                <a:gd name="connsiteY21" fmla="*/ 39344 h 272129"/>
                <a:gd name="connsiteX22" fmla="*/ 52459 w 118032"/>
                <a:gd name="connsiteY22" fmla="*/ 37705 h 272129"/>
                <a:gd name="connsiteX23" fmla="*/ 55737 w 118032"/>
                <a:gd name="connsiteY23" fmla="*/ 34426 h 272129"/>
                <a:gd name="connsiteX24" fmla="*/ 59016 w 118032"/>
                <a:gd name="connsiteY24" fmla="*/ 31147 h 272129"/>
                <a:gd name="connsiteX25" fmla="*/ 60656 w 118032"/>
                <a:gd name="connsiteY25" fmla="*/ 27869 h 272129"/>
                <a:gd name="connsiteX26" fmla="*/ 62295 w 118032"/>
                <a:gd name="connsiteY26" fmla="*/ 22951 h 272129"/>
                <a:gd name="connsiteX27" fmla="*/ 62295 w 118032"/>
                <a:gd name="connsiteY27" fmla="*/ 21311 h 272129"/>
                <a:gd name="connsiteX28" fmla="*/ 63934 w 118032"/>
                <a:gd name="connsiteY28" fmla="*/ 21311 h 272129"/>
                <a:gd name="connsiteX29" fmla="*/ 65573 w 118032"/>
                <a:gd name="connsiteY29" fmla="*/ 18033 h 272129"/>
                <a:gd name="connsiteX30" fmla="*/ 63934 w 118032"/>
                <a:gd name="connsiteY30" fmla="*/ 14754 h 272129"/>
                <a:gd name="connsiteX31" fmla="*/ 62295 w 118032"/>
                <a:gd name="connsiteY31" fmla="*/ 9836 h 272129"/>
                <a:gd name="connsiteX32" fmla="*/ 62295 w 118032"/>
                <a:gd name="connsiteY32" fmla="*/ 6557 h 272129"/>
                <a:gd name="connsiteX33" fmla="*/ 65573 w 118032"/>
                <a:gd name="connsiteY33" fmla="*/ 4918 h 272129"/>
                <a:gd name="connsiteX34" fmla="*/ 68852 w 118032"/>
                <a:gd name="connsiteY34" fmla="*/ 4918 h 272129"/>
                <a:gd name="connsiteX35" fmla="*/ 73770 w 118032"/>
                <a:gd name="connsiteY35" fmla="*/ 3279 h 272129"/>
                <a:gd name="connsiteX36" fmla="*/ 77049 w 118032"/>
                <a:gd name="connsiteY36" fmla="*/ 0 h 272129"/>
                <a:gd name="connsiteX37" fmla="*/ 80327 w 118032"/>
                <a:gd name="connsiteY37" fmla="*/ 0 h 272129"/>
                <a:gd name="connsiteX38" fmla="*/ 83606 w 118032"/>
                <a:gd name="connsiteY38" fmla="*/ 3279 h 272129"/>
                <a:gd name="connsiteX39" fmla="*/ 86885 w 118032"/>
                <a:gd name="connsiteY39" fmla="*/ 6557 h 272129"/>
                <a:gd name="connsiteX40" fmla="*/ 90164 w 118032"/>
                <a:gd name="connsiteY40" fmla="*/ 9836 h 272129"/>
                <a:gd name="connsiteX41" fmla="*/ 93442 w 118032"/>
                <a:gd name="connsiteY41" fmla="*/ 14754 h 272129"/>
                <a:gd name="connsiteX42" fmla="*/ 93442 w 118032"/>
                <a:gd name="connsiteY42" fmla="*/ 14754 h 272129"/>
                <a:gd name="connsiteX43" fmla="*/ 95082 w 118032"/>
                <a:gd name="connsiteY43" fmla="*/ 14754 h 272129"/>
                <a:gd name="connsiteX44" fmla="*/ 95082 w 118032"/>
                <a:gd name="connsiteY44" fmla="*/ 14754 h 272129"/>
                <a:gd name="connsiteX45" fmla="*/ 96721 w 118032"/>
                <a:gd name="connsiteY45" fmla="*/ 18033 h 272129"/>
                <a:gd name="connsiteX46" fmla="*/ 96721 w 118032"/>
                <a:gd name="connsiteY46" fmla="*/ 19672 h 272129"/>
                <a:gd name="connsiteX47" fmla="*/ 100000 w 118032"/>
                <a:gd name="connsiteY47" fmla="*/ 21311 h 272129"/>
                <a:gd name="connsiteX48" fmla="*/ 101639 w 118032"/>
                <a:gd name="connsiteY48" fmla="*/ 22951 h 272129"/>
                <a:gd name="connsiteX49" fmla="*/ 101639 w 118032"/>
                <a:gd name="connsiteY49" fmla="*/ 22951 h 272129"/>
                <a:gd name="connsiteX50" fmla="*/ 104917 w 118032"/>
                <a:gd name="connsiteY50" fmla="*/ 24590 h 272129"/>
                <a:gd name="connsiteX51" fmla="*/ 106557 w 118032"/>
                <a:gd name="connsiteY51" fmla="*/ 27869 h 272129"/>
                <a:gd name="connsiteX52" fmla="*/ 109836 w 118032"/>
                <a:gd name="connsiteY52" fmla="*/ 31147 h 272129"/>
                <a:gd name="connsiteX53" fmla="*/ 108196 w 118032"/>
                <a:gd name="connsiteY53" fmla="*/ 31147 h 272129"/>
                <a:gd name="connsiteX54" fmla="*/ 108196 w 118032"/>
                <a:gd name="connsiteY54" fmla="*/ 31147 h 272129"/>
                <a:gd name="connsiteX55" fmla="*/ 108196 w 118032"/>
                <a:gd name="connsiteY55" fmla="*/ 32787 h 272129"/>
                <a:gd name="connsiteX56" fmla="*/ 106557 w 118032"/>
                <a:gd name="connsiteY56" fmla="*/ 36065 h 272129"/>
                <a:gd name="connsiteX57" fmla="*/ 104917 w 118032"/>
                <a:gd name="connsiteY57" fmla="*/ 39344 h 272129"/>
                <a:gd name="connsiteX58" fmla="*/ 104917 w 118032"/>
                <a:gd name="connsiteY58" fmla="*/ 44262 h 272129"/>
                <a:gd name="connsiteX59" fmla="*/ 108196 w 118032"/>
                <a:gd name="connsiteY59" fmla="*/ 47541 h 272129"/>
                <a:gd name="connsiteX60" fmla="*/ 109836 w 118032"/>
                <a:gd name="connsiteY60" fmla="*/ 52459 h 272129"/>
                <a:gd name="connsiteX61" fmla="*/ 113114 w 118032"/>
                <a:gd name="connsiteY61" fmla="*/ 55737 h 272129"/>
                <a:gd name="connsiteX62" fmla="*/ 113114 w 118032"/>
                <a:gd name="connsiteY62" fmla="*/ 57377 h 272129"/>
                <a:gd name="connsiteX63" fmla="*/ 114754 w 118032"/>
                <a:gd name="connsiteY63" fmla="*/ 62295 h 272129"/>
                <a:gd name="connsiteX64" fmla="*/ 114754 w 118032"/>
                <a:gd name="connsiteY64" fmla="*/ 65573 h 272129"/>
                <a:gd name="connsiteX65" fmla="*/ 114754 w 118032"/>
                <a:gd name="connsiteY65" fmla="*/ 68852 h 272129"/>
                <a:gd name="connsiteX66" fmla="*/ 116393 w 118032"/>
                <a:gd name="connsiteY66" fmla="*/ 72131 h 272129"/>
                <a:gd name="connsiteX67" fmla="*/ 118032 w 118032"/>
                <a:gd name="connsiteY67" fmla="*/ 75410 h 272129"/>
                <a:gd name="connsiteX68" fmla="*/ 118032 w 118032"/>
                <a:gd name="connsiteY68" fmla="*/ 78688 h 272129"/>
                <a:gd name="connsiteX69" fmla="*/ 116393 w 118032"/>
                <a:gd name="connsiteY69" fmla="*/ 83606 h 272129"/>
                <a:gd name="connsiteX70" fmla="*/ 114754 w 118032"/>
                <a:gd name="connsiteY70" fmla="*/ 86885 h 272129"/>
                <a:gd name="connsiteX71" fmla="*/ 111475 w 118032"/>
                <a:gd name="connsiteY71" fmla="*/ 86885 h 272129"/>
                <a:gd name="connsiteX72" fmla="*/ 109836 w 118032"/>
                <a:gd name="connsiteY72" fmla="*/ 90164 h 272129"/>
                <a:gd name="connsiteX73" fmla="*/ 108196 w 118032"/>
                <a:gd name="connsiteY73" fmla="*/ 93442 h 272129"/>
                <a:gd name="connsiteX74" fmla="*/ 111475 w 118032"/>
                <a:gd name="connsiteY74" fmla="*/ 98360 h 272129"/>
                <a:gd name="connsiteX75" fmla="*/ 109836 w 118032"/>
                <a:gd name="connsiteY75" fmla="*/ 101639 h 272129"/>
                <a:gd name="connsiteX76" fmla="*/ 109836 w 118032"/>
                <a:gd name="connsiteY76" fmla="*/ 104917 h 272129"/>
                <a:gd name="connsiteX77" fmla="*/ 109836 w 118032"/>
                <a:gd name="connsiteY77" fmla="*/ 106557 h 272129"/>
                <a:gd name="connsiteX78" fmla="*/ 106557 w 118032"/>
                <a:gd name="connsiteY78" fmla="*/ 109835 h 272129"/>
                <a:gd name="connsiteX79" fmla="*/ 103279 w 118032"/>
                <a:gd name="connsiteY79" fmla="*/ 111475 h 272129"/>
                <a:gd name="connsiteX80" fmla="*/ 100000 w 118032"/>
                <a:gd name="connsiteY80" fmla="*/ 113114 h 272129"/>
                <a:gd name="connsiteX81" fmla="*/ 98360 w 118032"/>
                <a:gd name="connsiteY81" fmla="*/ 116393 h 272129"/>
                <a:gd name="connsiteX82" fmla="*/ 98360 w 118032"/>
                <a:gd name="connsiteY82" fmla="*/ 119671 h 272129"/>
                <a:gd name="connsiteX83" fmla="*/ 95082 w 118032"/>
                <a:gd name="connsiteY83" fmla="*/ 121311 h 272129"/>
                <a:gd name="connsiteX84" fmla="*/ 93442 w 118032"/>
                <a:gd name="connsiteY84" fmla="*/ 126229 h 272129"/>
                <a:gd name="connsiteX85" fmla="*/ 90164 w 118032"/>
                <a:gd name="connsiteY85" fmla="*/ 131147 h 272129"/>
                <a:gd name="connsiteX86" fmla="*/ 91803 w 118032"/>
                <a:gd name="connsiteY86" fmla="*/ 134425 h 272129"/>
                <a:gd name="connsiteX87" fmla="*/ 91803 w 118032"/>
                <a:gd name="connsiteY87" fmla="*/ 137704 h 272129"/>
                <a:gd name="connsiteX88" fmla="*/ 90164 w 118032"/>
                <a:gd name="connsiteY88" fmla="*/ 142622 h 272129"/>
                <a:gd name="connsiteX89" fmla="*/ 88524 w 118032"/>
                <a:gd name="connsiteY89" fmla="*/ 145901 h 272129"/>
                <a:gd name="connsiteX90" fmla="*/ 85246 w 118032"/>
                <a:gd name="connsiteY90" fmla="*/ 147540 h 272129"/>
                <a:gd name="connsiteX91" fmla="*/ 80327 w 118032"/>
                <a:gd name="connsiteY91" fmla="*/ 147540 h 272129"/>
                <a:gd name="connsiteX92" fmla="*/ 77049 w 118032"/>
                <a:gd name="connsiteY92" fmla="*/ 147540 h 272129"/>
                <a:gd name="connsiteX93" fmla="*/ 77049 w 118032"/>
                <a:gd name="connsiteY93" fmla="*/ 150819 h 272129"/>
                <a:gd name="connsiteX94" fmla="*/ 77049 w 118032"/>
                <a:gd name="connsiteY94" fmla="*/ 154098 h 272129"/>
                <a:gd name="connsiteX95" fmla="*/ 75410 w 118032"/>
                <a:gd name="connsiteY95" fmla="*/ 157376 h 272129"/>
                <a:gd name="connsiteX96" fmla="*/ 75410 w 118032"/>
                <a:gd name="connsiteY96" fmla="*/ 160655 h 272129"/>
                <a:gd name="connsiteX97" fmla="*/ 75410 w 118032"/>
                <a:gd name="connsiteY97" fmla="*/ 163934 h 272129"/>
                <a:gd name="connsiteX98" fmla="*/ 75410 w 118032"/>
                <a:gd name="connsiteY98" fmla="*/ 167212 h 272129"/>
                <a:gd name="connsiteX99" fmla="*/ 75410 w 118032"/>
                <a:gd name="connsiteY99" fmla="*/ 170491 h 272129"/>
                <a:gd name="connsiteX100" fmla="*/ 75410 w 118032"/>
                <a:gd name="connsiteY100" fmla="*/ 173770 h 272129"/>
                <a:gd name="connsiteX101" fmla="*/ 73770 w 118032"/>
                <a:gd name="connsiteY101" fmla="*/ 177048 h 272129"/>
                <a:gd name="connsiteX102" fmla="*/ 75410 w 118032"/>
                <a:gd name="connsiteY102" fmla="*/ 181966 h 272129"/>
                <a:gd name="connsiteX103" fmla="*/ 75410 w 118032"/>
                <a:gd name="connsiteY103" fmla="*/ 185245 h 272129"/>
                <a:gd name="connsiteX104" fmla="*/ 75410 w 118032"/>
                <a:gd name="connsiteY104" fmla="*/ 188524 h 272129"/>
                <a:gd name="connsiteX105" fmla="*/ 73770 w 118032"/>
                <a:gd name="connsiteY105" fmla="*/ 193442 h 272129"/>
                <a:gd name="connsiteX106" fmla="*/ 73770 w 118032"/>
                <a:gd name="connsiteY106" fmla="*/ 193442 h 272129"/>
                <a:gd name="connsiteX107" fmla="*/ 73770 w 118032"/>
                <a:gd name="connsiteY107" fmla="*/ 198360 h 272129"/>
                <a:gd name="connsiteX108" fmla="*/ 72131 w 118032"/>
                <a:gd name="connsiteY108" fmla="*/ 198360 h 272129"/>
                <a:gd name="connsiteX109" fmla="*/ 73770 w 118032"/>
                <a:gd name="connsiteY109" fmla="*/ 199999 h 272129"/>
                <a:gd name="connsiteX110" fmla="*/ 73770 w 118032"/>
                <a:gd name="connsiteY110" fmla="*/ 201638 h 272129"/>
                <a:gd name="connsiteX111" fmla="*/ 75410 w 118032"/>
                <a:gd name="connsiteY111" fmla="*/ 204917 h 272129"/>
                <a:gd name="connsiteX112" fmla="*/ 75410 w 118032"/>
                <a:gd name="connsiteY112" fmla="*/ 208195 h 272129"/>
                <a:gd name="connsiteX113" fmla="*/ 75410 w 118032"/>
                <a:gd name="connsiteY113" fmla="*/ 211474 h 272129"/>
                <a:gd name="connsiteX114" fmla="*/ 77049 w 118032"/>
                <a:gd name="connsiteY114" fmla="*/ 214753 h 272129"/>
                <a:gd name="connsiteX115" fmla="*/ 77049 w 118032"/>
                <a:gd name="connsiteY115" fmla="*/ 218032 h 272129"/>
                <a:gd name="connsiteX116" fmla="*/ 75410 w 118032"/>
                <a:gd name="connsiteY116" fmla="*/ 219671 h 272129"/>
                <a:gd name="connsiteX117" fmla="*/ 75410 w 118032"/>
                <a:gd name="connsiteY117" fmla="*/ 222950 h 272129"/>
                <a:gd name="connsiteX118" fmla="*/ 75410 w 118032"/>
                <a:gd name="connsiteY118" fmla="*/ 227868 h 272129"/>
                <a:gd name="connsiteX119" fmla="*/ 77049 w 118032"/>
                <a:gd name="connsiteY119" fmla="*/ 231147 h 272129"/>
                <a:gd name="connsiteX120" fmla="*/ 75410 w 118032"/>
                <a:gd name="connsiteY120" fmla="*/ 234425 h 272129"/>
                <a:gd name="connsiteX121" fmla="*/ 75410 w 118032"/>
                <a:gd name="connsiteY121" fmla="*/ 237704 h 272129"/>
                <a:gd name="connsiteX122" fmla="*/ 75410 w 118032"/>
                <a:gd name="connsiteY122" fmla="*/ 242622 h 272129"/>
                <a:gd name="connsiteX123" fmla="*/ 75410 w 118032"/>
                <a:gd name="connsiteY123" fmla="*/ 245901 h 272129"/>
                <a:gd name="connsiteX124" fmla="*/ 77049 w 118032"/>
                <a:gd name="connsiteY124" fmla="*/ 250818 h 272129"/>
                <a:gd name="connsiteX125" fmla="*/ 75410 w 118032"/>
                <a:gd name="connsiteY125" fmla="*/ 254097 h 272129"/>
                <a:gd name="connsiteX126" fmla="*/ 75410 w 118032"/>
                <a:gd name="connsiteY126" fmla="*/ 255737 h 272129"/>
                <a:gd name="connsiteX127" fmla="*/ 75410 w 118032"/>
                <a:gd name="connsiteY127" fmla="*/ 259015 h 272129"/>
                <a:gd name="connsiteX128" fmla="*/ 73770 w 118032"/>
                <a:gd name="connsiteY128" fmla="*/ 262294 h 272129"/>
                <a:gd name="connsiteX129" fmla="*/ 73770 w 118032"/>
                <a:gd name="connsiteY129" fmla="*/ 263933 h 272129"/>
                <a:gd name="connsiteX130" fmla="*/ 73770 w 118032"/>
                <a:gd name="connsiteY130" fmla="*/ 265572 h 272129"/>
                <a:gd name="connsiteX131" fmla="*/ 72131 w 118032"/>
                <a:gd name="connsiteY131" fmla="*/ 265572 h 272129"/>
                <a:gd name="connsiteX132" fmla="*/ 68852 w 118032"/>
                <a:gd name="connsiteY132" fmla="*/ 267212 h 272129"/>
                <a:gd name="connsiteX133" fmla="*/ 65573 w 118032"/>
                <a:gd name="connsiteY133" fmla="*/ 267212 h 272129"/>
                <a:gd name="connsiteX134" fmla="*/ 63934 w 118032"/>
                <a:gd name="connsiteY134" fmla="*/ 267212 h 272129"/>
                <a:gd name="connsiteX135" fmla="*/ 60656 w 118032"/>
                <a:gd name="connsiteY135" fmla="*/ 267212 h 272129"/>
                <a:gd name="connsiteX136" fmla="*/ 57377 w 118032"/>
                <a:gd name="connsiteY136" fmla="*/ 267212 h 272129"/>
                <a:gd name="connsiteX137" fmla="*/ 54098 w 118032"/>
                <a:gd name="connsiteY137" fmla="*/ 268851 h 272129"/>
                <a:gd name="connsiteX138" fmla="*/ 49180 w 118032"/>
                <a:gd name="connsiteY138" fmla="*/ 268851 h 272129"/>
                <a:gd name="connsiteX139" fmla="*/ 45902 w 118032"/>
                <a:gd name="connsiteY139" fmla="*/ 268851 h 272129"/>
                <a:gd name="connsiteX140" fmla="*/ 44262 w 118032"/>
                <a:gd name="connsiteY140" fmla="*/ 268851 h 272129"/>
                <a:gd name="connsiteX141" fmla="*/ 39344 w 118032"/>
                <a:gd name="connsiteY141" fmla="*/ 270491 h 272129"/>
                <a:gd name="connsiteX142" fmla="*/ 36066 w 118032"/>
                <a:gd name="connsiteY142" fmla="*/ 272130 h 272129"/>
                <a:gd name="connsiteX143" fmla="*/ 32787 w 118032"/>
                <a:gd name="connsiteY143" fmla="*/ 272130 h 272129"/>
                <a:gd name="connsiteX144" fmla="*/ 32787 w 118032"/>
                <a:gd name="connsiteY144" fmla="*/ 272130 h 272129"/>
                <a:gd name="connsiteX145" fmla="*/ 34426 w 118032"/>
                <a:gd name="connsiteY145" fmla="*/ 270491 h 272129"/>
                <a:gd name="connsiteX146" fmla="*/ 39344 w 118032"/>
                <a:gd name="connsiteY146" fmla="*/ 268851 h 272129"/>
                <a:gd name="connsiteX147" fmla="*/ 37705 w 118032"/>
                <a:gd name="connsiteY147" fmla="*/ 267212 h 272129"/>
                <a:gd name="connsiteX148" fmla="*/ 37705 w 118032"/>
                <a:gd name="connsiteY148" fmla="*/ 263933 h 272129"/>
                <a:gd name="connsiteX149" fmla="*/ 34426 w 118032"/>
                <a:gd name="connsiteY149" fmla="*/ 260654 h 272129"/>
                <a:gd name="connsiteX150" fmla="*/ 32787 w 118032"/>
                <a:gd name="connsiteY150" fmla="*/ 255737 h 272129"/>
                <a:gd name="connsiteX151" fmla="*/ 32787 w 118032"/>
                <a:gd name="connsiteY151" fmla="*/ 257376 h 272129"/>
                <a:gd name="connsiteX152" fmla="*/ 31147 w 118032"/>
                <a:gd name="connsiteY152" fmla="*/ 252458 h 272129"/>
                <a:gd name="connsiteX153" fmla="*/ 31147 w 118032"/>
                <a:gd name="connsiteY153" fmla="*/ 249179 h 272129"/>
                <a:gd name="connsiteX154" fmla="*/ 31147 w 118032"/>
                <a:gd name="connsiteY154" fmla="*/ 245901 h 272129"/>
                <a:gd name="connsiteX155" fmla="*/ 29508 w 118032"/>
                <a:gd name="connsiteY155" fmla="*/ 240982 h 272129"/>
                <a:gd name="connsiteX156" fmla="*/ 29508 w 118032"/>
                <a:gd name="connsiteY156" fmla="*/ 237704 h 272129"/>
                <a:gd name="connsiteX157" fmla="*/ 32787 w 118032"/>
                <a:gd name="connsiteY157" fmla="*/ 237704 h 272129"/>
                <a:gd name="connsiteX158" fmla="*/ 32787 w 118032"/>
                <a:gd name="connsiteY158" fmla="*/ 234425 h 272129"/>
                <a:gd name="connsiteX159" fmla="*/ 32787 w 118032"/>
                <a:gd name="connsiteY159" fmla="*/ 231147 h 272129"/>
                <a:gd name="connsiteX160" fmla="*/ 32787 w 118032"/>
                <a:gd name="connsiteY160" fmla="*/ 227868 h 272129"/>
                <a:gd name="connsiteX161" fmla="*/ 32787 w 118032"/>
                <a:gd name="connsiteY161" fmla="*/ 222950 h 272129"/>
                <a:gd name="connsiteX162" fmla="*/ 32787 w 118032"/>
                <a:gd name="connsiteY162" fmla="*/ 219671 h 272129"/>
                <a:gd name="connsiteX163" fmla="*/ 32787 w 118032"/>
                <a:gd name="connsiteY163" fmla="*/ 218032 h 272129"/>
                <a:gd name="connsiteX164" fmla="*/ 32787 w 118032"/>
                <a:gd name="connsiteY164" fmla="*/ 214753 h 272129"/>
                <a:gd name="connsiteX165" fmla="*/ 32787 w 118032"/>
                <a:gd name="connsiteY165" fmla="*/ 211474 h 272129"/>
                <a:gd name="connsiteX166" fmla="*/ 32787 w 118032"/>
                <a:gd name="connsiteY166" fmla="*/ 208195 h 272129"/>
                <a:gd name="connsiteX167" fmla="*/ 32787 w 118032"/>
                <a:gd name="connsiteY167" fmla="*/ 204917 h 272129"/>
                <a:gd name="connsiteX168" fmla="*/ 32787 w 118032"/>
                <a:gd name="connsiteY168" fmla="*/ 199999 h 272129"/>
                <a:gd name="connsiteX169" fmla="*/ 32787 w 118032"/>
                <a:gd name="connsiteY169" fmla="*/ 196720 h 272129"/>
                <a:gd name="connsiteX170" fmla="*/ 32787 w 118032"/>
                <a:gd name="connsiteY170" fmla="*/ 193442 h 272129"/>
                <a:gd name="connsiteX171" fmla="*/ 32787 w 118032"/>
                <a:gd name="connsiteY171" fmla="*/ 188524 h 272129"/>
                <a:gd name="connsiteX172" fmla="*/ 32787 w 118032"/>
                <a:gd name="connsiteY172" fmla="*/ 185245 h 272129"/>
                <a:gd name="connsiteX173" fmla="*/ 32787 w 118032"/>
                <a:gd name="connsiteY173" fmla="*/ 181966 h 272129"/>
                <a:gd name="connsiteX174" fmla="*/ 32787 w 118032"/>
                <a:gd name="connsiteY174" fmla="*/ 177048 h 272129"/>
                <a:gd name="connsiteX175" fmla="*/ 32787 w 118032"/>
                <a:gd name="connsiteY175" fmla="*/ 175409 h 272129"/>
                <a:gd name="connsiteX176" fmla="*/ 32787 w 118032"/>
                <a:gd name="connsiteY176" fmla="*/ 172130 h 272129"/>
                <a:gd name="connsiteX177" fmla="*/ 32787 w 118032"/>
                <a:gd name="connsiteY177" fmla="*/ 167212 h 272129"/>
                <a:gd name="connsiteX178" fmla="*/ 32787 w 118032"/>
                <a:gd name="connsiteY178" fmla="*/ 167212 h 272129"/>
                <a:gd name="connsiteX179" fmla="*/ 32787 w 118032"/>
                <a:gd name="connsiteY179" fmla="*/ 163934 h 272129"/>
                <a:gd name="connsiteX180" fmla="*/ 32787 w 118032"/>
                <a:gd name="connsiteY180" fmla="*/ 160655 h 272129"/>
                <a:gd name="connsiteX181" fmla="*/ 32787 w 118032"/>
                <a:gd name="connsiteY181" fmla="*/ 155737 h 272129"/>
                <a:gd name="connsiteX182" fmla="*/ 32787 w 118032"/>
                <a:gd name="connsiteY182" fmla="*/ 152458 h 272129"/>
                <a:gd name="connsiteX183" fmla="*/ 32787 w 118032"/>
                <a:gd name="connsiteY183" fmla="*/ 149180 h 272129"/>
                <a:gd name="connsiteX184" fmla="*/ 31147 w 118032"/>
                <a:gd name="connsiteY184" fmla="*/ 144261 h 272129"/>
                <a:gd name="connsiteX185" fmla="*/ 29508 w 118032"/>
                <a:gd name="connsiteY185" fmla="*/ 140983 h 272129"/>
                <a:gd name="connsiteX186" fmla="*/ 26229 w 118032"/>
                <a:gd name="connsiteY186" fmla="*/ 137704 h 272129"/>
                <a:gd name="connsiteX187" fmla="*/ 24590 w 118032"/>
                <a:gd name="connsiteY187" fmla="*/ 136065 h 272129"/>
                <a:gd name="connsiteX188" fmla="*/ 24590 w 118032"/>
                <a:gd name="connsiteY188" fmla="*/ 134425 h 272129"/>
                <a:gd name="connsiteX189" fmla="*/ 22951 w 118032"/>
                <a:gd name="connsiteY189" fmla="*/ 131147 h 272129"/>
                <a:gd name="connsiteX190" fmla="*/ 22951 w 118032"/>
                <a:gd name="connsiteY190" fmla="*/ 127868 h 272129"/>
                <a:gd name="connsiteX191" fmla="*/ 21312 w 118032"/>
                <a:gd name="connsiteY191" fmla="*/ 124590 h 272129"/>
                <a:gd name="connsiteX192" fmla="*/ 22951 w 118032"/>
                <a:gd name="connsiteY192" fmla="*/ 121311 h 272129"/>
                <a:gd name="connsiteX193" fmla="*/ 22951 w 118032"/>
                <a:gd name="connsiteY193" fmla="*/ 118032 h 272129"/>
                <a:gd name="connsiteX194" fmla="*/ 22951 w 118032"/>
                <a:gd name="connsiteY194" fmla="*/ 113114 h 272129"/>
                <a:gd name="connsiteX195" fmla="*/ 22951 w 118032"/>
                <a:gd name="connsiteY195" fmla="*/ 109835 h 272129"/>
                <a:gd name="connsiteX196" fmla="*/ 21312 w 118032"/>
                <a:gd name="connsiteY196" fmla="*/ 104917 h 272129"/>
                <a:gd name="connsiteX197" fmla="*/ 18033 w 118032"/>
                <a:gd name="connsiteY197" fmla="*/ 103278 h 272129"/>
                <a:gd name="connsiteX198" fmla="*/ 14754 w 118032"/>
                <a:gd name="connsiteY198" fmla="*/ 100000 h 272129"/>
                <a:gd name="connsiteX199" fmla="*/ 13115 w 118032"/>
                <a:gd name="connsiteY199" fmla="*/ 98360 h 272129"/>
                <a:gd name="connsiteX200" fmla="*/ 13115 w 118032"/>
                <a:gd name="connsiteY200" fmla="*/ 98360 h 272129"/>
                <a:gd name="connsiteX201" fmla="*/ 8197 w 118032"/>
                <a:gd name="connsiteY201" fmla="*/ 95081 h 272129"/>
                <a:gd name="connsiteX202" fmla="*/ 4918 w 118032"/>
                <a:gd name="connsiteY202" fmla="*/ 93442 h 272129"/>
                <a:gd name="connsiteX203" fmla="*/ 1639 w 118032"/>
                <a:gd name="connsiteY203" fmla="*/ 90164 h 272129"/>
                <a:gd name="connsiteX204" fmla="*/ 0 w 118032"/>
                <a:gd name="connsiteY204" fmla="*/ 85245 h 272129"/>
                <a:gd name="connsiteX205" fmla="*/ 1639 w 118032"/>
                <a:gd name="connsiteY205" fmla="*/ 81967 h 272129"/>
                <a:gd name="connsiteX206" fmla="*/ 1639 w 118032"/>
                <a:gd name="connsiteY206" fmla="*/ 78688 h 272129"/>
                <a:gd name="connsiteX207" fmla="*/ 1639 w 118032"/>
                <a:gd name="connsiteY207" fmla="*/ 73770 h 27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</a:cxnLst>
              <a:rect l="l" t="t" r="r" b="b"/>
              <a:pathLst>
                <a:path w="118032" h="272129">
                  <a:moveTo>
                    <a:pt x="1639" y="73770"/>
                  </a:moveTo>
                  <a:lnTo>
                    <a:pt x="1639" y="73770"/>
                  </a:lnTo>
                  <a:lnTo>
                    <a:pt x="4918" y="68852"/>
                  </a:lnTo>
                  <a:lnTo>
                    <a:pt x="4918" y="65573"/>
                  </a:lnTo>
                  <a:lnTo>
                    <a:pt x="6557" y="60655"/>
                  </a:lnTo>
                  <a:lnTo>
                    <a:pt x="8197" y="60655"/>
                  </a:lnTo>
                  <a:lnTo>
                    <a:pt x="6557" y="59016"/>
                  </a:lnTo>
                  <a:lnTo>
                    <a:pt x="9836" y="57377"/>
                  </a:lnTo>
                  <a:lnTo>
                    <a:pt x="13115" y="57377"/>
                  </a:lnTo>
                  <a:lnTo>
                    <a:pt x="14754" y="54098"/>
                  </a:lnTo>
                  <a:lnTo>
                    <a:pt x="16393" y="49180"/>
                  </a:lnTo>
                  <a:lnTo>
                    <a:pt x="19672" y="49180"/>
                  </a:lnTo>
                  <a:lnTo>
                    <a:pt x="22951" y="45901"/>
                  </a:lnTo>
                  <a:lnTo>
                    <a:pt x="26229" y="40983"/>
                  </a:lnTo>
                  <a:lnTo>
                    <a:pt x="29508" y="40983"/>
                  </a:lnTo>
                  <a:lnTo>
                    <a:pt x="32787" y="44262"/>
                  </a:lnTo>
                  <a:lnTo>
                    <a:pt x="36066" y="42623"/>
                  </a:lnTo>
                  <a:lnTo>
                    <a:pt x="39344" y="42623"/>
                  </a:lnTo>
                  <a:lnTo>
                    <a:pt x="44262" y="42623"/>
                  </a:lnTo>
                  <a:lnTo>
                    <a:pt x="44262" y="42623"/>
                  </a:lnTo>
                  <a:lnTo>
                    <a:pt x="47541" y="42623"/>
                  </a:lnTo>
                  <a:lnTo>
                    <a:pt x="50820" y="39344"/>
                  </a:lnTo>
                  <a:lnTo>
                    <a:pt x="52459" y="37705"/>
                  </a:lnTo>
                  <a:lnTo>
                    <a:pt x="55737" y="34426"/>
                  </a:lnTo>
                  <a:lnTo>
                    <a:pt x="59016" y="31147"/>
                  </a:lnTo>
                  <a:lnTo>
                    <a:pt x="60656" y="27869"/>
                  </a:lnTo>
                  <a:lnTo>
                    <a:pt x="62295" y="22951"/>
                  </a:lnTo>
                  <a:lnTo>
                    <a:pt x="62295" y="21311"/>
                  </a:lnTo>
                  <a:lnTo>
                    <a:pt x="63934" y="21311"/>
                  </a:lnTo>
                  <a:lnTo>
                    <a:pt x="65573" y="18033"/>
                  </a:lnTo>
                  <a:lnTo>
                    <a:pt x="63934" y="14754"/>
                  </a:lnTo>
                  <a:lnTo>
                    <a:pt x="62295" y="9836"/>
                  </a:lnTo>
                  <a:lnTo>
                    <a:pt x="62295" y="6557"/>
                  </a:lnTo>
                  <a:lnTo>
                    <a:pt x="65573" y="4918"/>
                  </a:lnTo>
                  <a:lnTo>
                    <a:pt x="68852" y="4918"/>
                  </a:lnTo>
                  <a:lnTo>
                    <a:pt x="73770" y="3279"/>
                  </a:lnTo>
                  <a:lnTo>
                    <a:pt x="77049" y="0"/>
                  </a:lnTo>
                  <a:lnTo>
                    <a:pt x="80327" y="0"/>
                  </a:lnTo>
                  <a:lnTo>
                    <a:pt x="83606" y="3279"/>
                  </a:lnTo>
                  <a:lnTo>
                    <a:pt x="86885" y="6557"/>
                  </a:lnTo>
                  <a:lnTo>
                    <a:pt x="90164" y="9836"/>
                  </a:lnTo>
                  <a:lnTo>
                    <a:pt x="93442" y="14754"/>
                  </a:lnTo>
                  <a:lnTo>
                    <a:pt x="93442" y="14754"/>
                  </a:lnTo>
                  <a:lnTo>
                    <a:pt x="95082" y="14754"/>
                  </a:lnTo>
                  <a:lnTo>
                    <a:pt x="95082" y="14754"/>
                  </a:lnTo>
                  <a:lnTo>
                    <a:pt x="96721" y="18033"/>
                  </a:lnTo>
                  <a:lnTo>
                    <a:pt x="96721" y="19672"/>
                  </a:lnTo>
                  <a:lnTo>
                    <a:pt x="100000" y="21311"/>
                  </a:lnTo>
                  <a:lnTo>
                    <a:pt x="101639" y="22951"/>
                  </a:lnTo>
                  <a:lnTo>
                    <a:pt x="101639" y="22951"/>
                  </a:lnTo>
                  <a:lnTo>
                    <a:pt x="104917" y="24590"/>
                  </a:lnTo>
                  <a:lnTo>
                    <a:pt x="106557" y="27869"/>
                  </a:lnTo>
                  <a:lnTo>
                    <a:pt x="109836" y="31147"/>
                  </a:lnTo>
                  <a:lnTo>
                    <a:pt x="108196" y="31147"/>
                  </a:lnTo>
                  <a:lnTo>
                    <a:pt x="108196" y="31147"/>
                  </a:lnTo>
                  <a:lnTo>
                    <a:pt x="108196" y="32787"/>
                  </a:lnTo>
                  <a:lnTo>
                    <a:pt x="106557" y="36065"/>
                  </a:lnTo>
                  <a:lnTo>
                    <a:pt x="104917" y="39344"/>
                  </a:lnTo>
                  <a:lnTo>
                    <a:pt x="104917" y="44262"/>
                  </a:lnTo>
                  <a:lnTo>
                    <a:pt x="108196" y="47541"/>
                  </a:lnTo>
                  <a:lnTo>
                    <a:pt x="109836" y="52459"/>
                  </a:lnTo>
                  <a:lnTo>
                    <a:pt x="113114" y="55737"/>
                  </a:lnTo>
                  <a:lnTo>
                    <a:pt x="113114" y="57377"/>
                  </a:lnTo>
                  <a:lnTo>
                    <a:pt x="114754" y="62295"/>
                  </a:lnTo>
                  <a:lnTo>
                    <a:pt x="114754" y="65573"/>
                  </a:lnTo>
                  <a:lnTo>
                    <a:pt x="114754" y="68852"/>
                  </a:lnTo>
                  <a:lnTo>
                    <a:pt x="116393" y="72131"/>
                  </a:lnTo>
                  <a:lnTo>
                    <a:pt x="118032" y="75410"/>
                  </a:lnTo>
                  <a:lnTo>
                    <a:pt x="118032" y="78688"/>
                  </a:lnTo>
                  <a:lnTo>
                    <a:pt x="116393" y="83606"/>
                  </a:lnTo>
                  <a:lnTo>
                    <a:pt x="114754" y="86885"/>
                  </a:lnTo>
                  <a:lnTo>
                    <a:pt x="111475" y="86885"/>
                  </a:lnTo>
                  <a:lnTo>
                    <a:pt x="109836" y="90164"/>
                  </a:lnTo>
                  <a:lnTo>
                    <a:pt x="108196" y="93442"/>
                  </a:lnTo>
                  <a:lnTo>
                    <a:pt x="111475" y="98360"/>
                  </a:lnTo>
                  <a:lnTo>
                    <a:pt x="109836" y="101639"/>
                  </a:lnTo>
                  <a:lnTo>
                    <a:pt x="109836" y="104917"/>
                  </a:lnTo>
                  <a:lnTo>
                    <a:pt x="109836" y="106557"/>
                  </a:lnTo>
                  <a:lnTo>
                    <a:pt x="106557" y="109835"/>
                  </a:lnTo>
                  <a:lnTo>
                    <a:pt x="103279" y="111475"/>
                  </a:lnTo>
                  <a:lnTo>
                    <a:pt x="100000" y="113114"/>
                  </a:lnTo>
                  <a:lnTo>
                    <a:pt x="98360" y="116393"/>
                  </a:lnTo>
                  <a:lnTo>
                    <a:pt x="98360" y="119671"/>
                  </a:lnTo>
                  <a:lnTo>
                    <a:pt x="95082" y="121311"/>
                  </a:lnTo>
                  <a:lnTo>
                    <a:pt x="93442" y="126229"/>
                  </a:lnTo>
                  <a:lnTo>
                    <a:pt x="90164" y="131147"/>
                  </a:lnTo>
                  <a:lnTo>
                    <a:pt x="91803" y="134425"/>
                  </a:lnTo>
                  <a:lnTo>
                    <a:pt x="91803" y="137704"/>
                  </a:lnTo>
                  <a:lnTo>
                    <a:pt x="90164" y="142622"/>
                  </a:lnTo>
                  <a:lnTo>
                    <a:pt x="88524" y="145901"/>
                  </a:lnTo>
                  <a:lnTo>
                    <a:pt x="85246" y="147540"/>
                  </a:lnTo>
                  <a:lnTo>
                    <a:pt x="80327" y="147540"/>
                  </a:lnTo>
                  <a:lnTo>
                    <a:pt x="77049" y="147540"/>
                  </a:lnTo>
                  <a:lnTo>
                    <a:pt x="77049" y="150819"/>
                  </a:lnTo>
                  <a:lnTo>
                    <a:pt x="77049" y="154098"/>
                  </a:lnTo>
                  <a:lnTo>
                    <a:pt x="75410" y="157376"/>
                  </a:lnTo>
                  <a:lnTo>
                    <a:pt x="75410" y="160655"/>
                  </a:lnTo>
                  <a:lnTo>
                    <a:pt x="75410" y="163934"/>
                  </a:lnTo>
                  <a:lnTo>
                    <a:pt x="75410" y="167212"/>
                  </a:lnTo>
                  <a:lnTo>
                    <a:pt x="75410" y="170491"/>
                  </a:lnTo>
                  <a:lnTo>
                    <a:pt x="75410" y="173770"/>
                  </a:lnTo>
                  <a:lnTo>
                    <a:pt x="73770" y="177048"/>
                  </a:lnTo>
                  <a:lnTo>
                    <a:pt x="75410" y="181966"/>
                  </a:lnTo>
                  <a:lnTo>
                    <a:pt x="75410" y="185245"/>
                  </a:lnTo>
                  <a:lnTo>
                    <a:pt x="75410" y="188524"/>
                  </a:lnTo>
                  <a:lnTo>
                    <a:pt x="73770" y="193442"/>
                  </a:lnTo>
                  <a:lnTo>
                    <a:pt x="73770" y="193442"/>
                  </a:lnTo>
                  <a:lnTo>
                    <a:pt x="73770" y="198360"/>
                  </a:lnTo>
                  <a:lnTo>
                    <a:pt x="72131" y="198360"/>
                  </a:lnTo>
                  <a:lnTo>
                    <a:pt x="73770" y="199999"/>
                  </a:lnTo>
                  <a:lnTo>
                    <a:pt x="73770" y="201638"/>
                  </a:lnTo>
                  <a:lnTo>
                    <a:pt x="75410" y="204917"/>
                  </a:lnTo>
                  <a:lnTo>
                    <a:pt x="75410" y="208195"/>
                  </a:lnTo>
                  <a:lnTo>
                    <a:pt x="75410" y="211474"/>
                  </a:lnTo>
                  <a:lnTo>
                    <a:pt x="77049" y="214753"/>
                  </a:lnTo>
                  <a:lnTo>
                    <a:pt x="77049" y="218032"/>
                  </a:lnTo>
                  <a:lnTo>
                    <a:pt x="75410" y="219671"/>
                  </a:lnTo>
                  <a:lnTo>
                    <a:pt x="75410" y="222950"/>
                  </a:lnTo>
                  <a:lnTo>
                    <a:pt x="75410" y="227868"/>
                  </a:lnTo>
                  <a:lnTo>
                    <a:pt x="77049" y="231147"/>
                  </a:lnTo>
                  <a:lnTo>
                    <a:pt x="75410" y="234425"/>
                  </a:lnTo>
                  <a:lnTo>
                    <a:pt x="75410" y="237704"/>
                  </a:lnTo>
                  <a:lnTo>
                    <a:pt x="75410" y="242622"/>
                  </a:lnTo>
                  <a:lnTo>
                    <a:pt x="75410" y="245901"/>
                  </a:lnTo>
                  <a:lnTo>
                    <a:pt x="77049" y="250818"/>
                  </a:lnTo>
                  <a:lnTo>
                    <a:pt x="75410" y="254097"/>
                  </a:lnTo>
                  <a:lnTo>
                    <a:pt x="75410" y="255737"/>
                  </a:lnTo>
                  <a:lnTo>
                    <a:pt x="75410" y="259015"/>
                  </a:lnTo>
                  <a:lnTo>
                    <a:pt x="73770" y="262294"/>
                  </a:lnTo>
                  <a:lnTo>
                    <a:pt x="73770" y="263933"/>
                  </a:lnTo>
                  <a:lnTo>
                    <a:pt x="73770" y="265572"/>
                  </a:lnTo>
                  <a:lnTo>
                    <a:pt x="72131" y="265572"/>
                  </a:lnTo>
                  <a:lnTo>
                    <a:pt x="68852" y="267212"/>
                  </a:lnTo>
                  <a:lnTo>
                    <a:pt x="65573" y="267212"/>
                  </a:lnTo>
                  <a:lnTo>
                    <a:pt x="63934" y="267212"/>
                  </a:lnTo>
                  <a:lnTo>
                    <a:pt x="60656" y="267212"/>
                  </a:lnTo>
                  <a:lnTo>
                    <a:pt x="57377" y="267212"/>
                  </a:lnTo>
                  <a:lnTo>
                    <a:pt x="54098" y="268851"/>
                  </a:lnTo>
                  <a:lnTo>
                    <a:pt x="49180" y="268851"/>
                  </a:lnTo>
                  <a:lnTo>
                    <a:pt x="45902" y="268851"/>
                  </a:lnTo>
                  <a:lnTo>
                    <a:pt x="44262" y="268851"/>
                  </a:lnTo>
                  <a:lnTo>
                    <a:pt x="39344" y="270491"/>
                  </a:lnTo>
                  <a:lnTo>
                    <a:pt x="36066" y="272130"/>
                  </a:lnTo>
                  <a:lnTo>
                    <a:pt x="32787" y="272130"/>
                  </a:lnTo>
                  <a:lnTo>
                    <a:pt x="32787" y="272130"/>
                  </a:lnTo>
                  <a:lnTo>
                    <a:pt x="34426" y="270491"/>
                  </a:lnTo>
                  <a:lnTo>
                    <a:pt x="39344" y="268851"/>
                  </a:lnTo>
                  <a:lnTo>
                    <a:pt x="37705" y="267212"/>
                  </a:lnTo>
                  <a:lnTo>
                    <a:pt x="37705" y="263933"/>
                  </a:lnTo>
                  <a:lnTo>
                    <a:pt x="34426" y="260654"/>
                  </a:lnTo>
                  <a:lnTo>
                    <a:pt x="32787" y="255737"/>
                  </a:lnTo>
                  <a:lnTo>
                    <a:pt x="32787" y="257376"/>
                  </a:lnTo>
                  <a:lnTo>
                    <a:pt x="31147" y="252458"/>
                  </a:lnTo>
                  <a:lnTo>
                    <a:pt x="31147" y="249179"/>
                  </a:lnTo>
                  <a:lnTo>
                    <a:pt x="31147" y="245901"/>
                  </a:lnTo>
                  <a:lnTo>
                    <a:pt x="29508" y="240982"/>
                  </a:lnTo>
                  <a:lnTo>
                    <a:pt x="29508" y="237704"/>
                  </a:lnTo>
                  <a:lnTo>
                    <a:pt x="32787" y="237704"/>
                  </a:lnTo>
                  <a:lnTo>
                    <a:pt x="32787" y="234425"/>
                  </a:lnTo>
                  <a:lnTo>
                    <a:pt x="32787" y="231147"/>
                  </a:lnTo>
                  <a:lnTo>
                    <a:pt x="32787" y="227868"/>
                  </a:lnTo>
                  <a:lnTo>
                    <a:pt x="32787" y="222950"/>
                  </a:lnTo>
                  <a:lnTo>
                    <a:pt x="32787" y="219671"/>
                  </a:lnTo>
                  <a:lnTo>
                    <a:pt x="32787" y="218032"/>
                  </a:lnTo>
                  <a:lnTo>
                    <a:pt x="32787" y="214753"/>
                  </a:lnTo>
                  <a:lnTo>
                    <a:pt x="32787" y="211474"/>
                  </a:lnTo>
                  <a:lnTo>
                    <a:pt x="32787" y="208195"/>
                  </a:lnTo>
                  <a:lnTo>
                    <a:pt x="32787" y="204917"/>
                  </a:lnTo>
                  <a:lnTo>
                    <a:pt x="32787" y="199999"/>
                  </a:lnTo>
                  <a:lnTo>
                    <a:pt x="32787" y="196720"/>
                  </a:lnTo>
                  <a:lnTo>
                    <a:pt x="32787" y="193442"/>
                  </a:lnTo>
                  <a:lnTo>
                    <a:pt x="32787" y="188524"/>
                  </a:lnTo>
                  <a:lnTo>
                    <a:pt x="32787" y="185245"/>
                  </a:lnTo>
                  <a:lnTo>
                    <a:pt x="32787" y="181966"/>
                  </a:lnTo>
                  <a:lnTo>
                    <a:pt x="32787" y="177048"/>
                  </a:lnTo>
                  <a:lnTo>
                    <a:pt x="32787" y="175409"/>
                  </a:lnTo>
                  <a:lnTo>
                    <a:pt x="32787" y="172130"/>
                  </a:lnTo>
                  <a:lnTo>
                    <a:pt x="32787" y="167212"/>
                  </a:lnTo>
                  <a:lnTo>
                    <a:pt x="32787" y="167212"/>
                  </a:lnTo>
                  <a:lnTo>
                    <a:pt x="32787" y="163934"/>
                  </a:lnTo>
                  <a:lnTo>
                    <a:pt x="32787" y="160655"/>
                  </a:lnTo>
                  <a:lnTo>
                    <a:pt x="32787" y="155737"/>
                  </a:lnTo>
                  <a:lnTo>
                    <a:pt x="32787" y="152458"/>
                  </a:lnTo>
                  <a:lnTo>
                    <a:pt x="32787" y="149180"/>
                  </a:lnTo>
                  <a:lnTo>
                    <a:pt x="31147" y="144261"/>
                  </a:lnTo>
                  <a:lnTo>
                    <a:pt x="29508" y="140983"/>
                  </a:lnTo>
                  <a:lnTo>
                    <a:pt x="26229" y="137704"/>
                  </a:lnTo>
                  <a:lnTo>
                    <a:pt x="24590" y="136065"/>
                  </a:lnTo>
                  <a:lnTo>
                    <a:pt x="24590" y="134425"/>
                  </a:lnTo>
                  <a:lnTo>
                    <a:pt x="22951" y="131147"/>
                  </a:lnTo>
                  <a:lnTo>
                    <a:pt x="22951" y="127868"/>
                  </a:lnTo>
                  <a:lnTo>
                    <a:pt x="21312" y="124590"/>
                  </a:lnTo>
                  <a:lnTo>
                    <a:pt x="22951" y="121311"/>
                  </a:lnTo>
                  <a:lnTo>
                    <a:pt x="22951" y="118032"/>
                  </a:lnTo>
                  <a:lnTo>
                    <a:pt x="22951" y="113114"/>
                  </a:lnTo>
                  <a:lnTo>
                    <a:pt x="22951" y="109835"/>
                  </a:lnTo>
                  <a:lnTo>
                    <a:pt x="21312" y="104917"/>
                  </a:lnTo>
                  <a:lnTo>
                    <a:pt x="18033" y="103278"/>
                  </a:lnTo>
                  <a:lnTo>
                    <a:pt x="14754" y="100000"/>
                  </a:lnTo>
                  <a:lnTo>
                    <a:pt x="13115" y="98360"/>
                  </a:lnTo>
                  <a:lnTo>
                    <a:pt x="13115" y="98360"/>
                  </a:lnTo>
                  <a:lnTo>
                    <a:pt x="8197" y="95081"/>
                  </a:lnTo>
                  <a:lnTo>
                    <a:pt x="4918" y="93442"/>
                  </a:lnTo>
                  <a:lnTo>
                    <a:pt x="1639" y="90164"/>
                  </a:lnTo>
                  <a:lnTo>
                    <a:pt x="0" y="85245"/>
                  </a:lnTo>
                  <a:lnTo>
                    <a:pt x="1639" y="81967"/>
                  </a:lnTo>
                  <a:lnTo>
                    <a:pt x="1639" y="78688"/>
                  </a:lnTo>
                  <a:lnTo>
                    <a:pt x="1639" y="7377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74" name="Freeform 4173">
              <a:extLst>
                <a:ext uri="{FF2B5EF4-FFF2-40B4-BE49-F238E27FC236}">
                  <a16:creationId xmlns:a16="http://schemas.microsoft.com/office/drawing/2014/main" id="{AC0F3B79-7357-9140-91D5-5BDEACB06D49}"/>
                </a:ext>
              </a:extLst>
            </p:cNvPr>
            <p:cNvSpPr/>
            <p:nvPr/>
          </p:nvSpPr>
          <p:spPr>
            <a:xfrm>
              <a:off x="5599281" y="1080485"/>
              <a:ext cx="736062" cy="508194"/>
            </a:xfrm>
            <a:custGeom>
              <a:avLst/>
              <a:gdLst>
                <a:gd name="connsiteX0" fmla="*/ 1639 w 736062"/>
                <a:gd name="connsiteY0" fmla="*/ 370490 h 508194"/>
                <a:gd name="connsiteX1" fmla="*/ 6557 w 736062"/>
                <a:gd name="connsiteY1" fmla="*/ 368851 h 508194"/>
                <a:gd name="connsiteX2" fmla="*/ 9836 w 736062"/>
                <a:gd name="connsiteY2" fmla="*/ 367211 h 508194"/>
                <a:gd name="connsiteX3" fmla="*/ 14754 w 736062"/>
                <a:gd name="connsiteY3" fmla="*/ 368851 h 508194"/>
                <a:gd name="connsiteX4" fmla="*/ 18032 w 736062"/>
                <a:gd name="connsiteY4" fmla="*/ 370490 h 508194"/>
                <a:gd name="connsiteX5" fmla="*/ 21311 w 736062"/>
                <a:gd name="connsiteY5" fmla="*/ 368851 h 508194"/>
                <a:gd name="connsiteX6" fmla="*/ 26229 w 736062"/>
                <a:gd name="connsiteY6" fmla="*/ 367211 h 508194"/>
                <a:gd name="connsiteX7" fmla="*/ 21311 w 736062"/>
                <a:gd name="connsiteY7" fmla="*/ 367211 h 508194"/>
                <a:gd name="connsiteX8" fmla="*/ 18032 w 736062"/>
                <a:gd name="connsiteY8" fmla="*/ 368851 h 508194"/>
                <a:gd name="connsiteX9" fmla="*/ 14754 w 736062"/>
                <a:gd name="connsiteY9" fmla="*/ 367211 h 508194"/>
                <a:gd name="connsiteX10" fmla="*/ 9836 w 736062"/>
                <a:gd name="connsiteY10" fmla="*/ 367211 h 508194"/>
                <a:gd name="connsiteX11" fmla="*/ 14754 w 736062"/>
                <a:gd name="connsiteY11" fmla="*/ 365572 h 508194"/>
                <a:gd name="connsiteX12" fmla="*/ 9836 w 736062"/>
                <a:gd name="connsiteY12" fmla="*/ 363933 h 508194"/>
                <a:gd name="connsiteX13" fmla="*/ 14754 w 736062"/>
                <a:gd name="connsiteY13" fmla="*/ 362293 h 508194"/>
                <a:gd name="connsiteX14" fmla="*/ 9836 w 736062"/>
                <a:gd name="connsiteY14" fmla="*/ 362293 h 508194"/>
                <a:gd name="connsiteX15" fmla="*/ 6557 w 736062"/>
                <a:gd name="connsiteY15" fmla="*/ 362293 h 508194"/>
                <a:gd name="connsiteX16" fmla="*/ 1639 w 736062"/>
                <a:gd name="connsiteY16" fmla="*/ 363933 h 508194"/>
                <a:gd name="connsiteX17" fmla="*/ 6557 w 736062"/>
                <a:gd name="connsiteY17" fmla="*/ 362293 h 508194"/>
                <a:gd name="connsiteX18" fmla="*/ 9836 w 736062"/>
                <a:gd name="connsiteY18" fmla="*/ 362293 h 508194"/>
                <a:gd name="connsiteX19" fmla="*/ 11475 w 736062"/>
                <a:gd name="connsiteY19" fmla="*/ 362293 h 508194"/>
                <a:gd name="connsiteX20" fmla="*/ 14754 w 736062"/>
                <a:gd name="connsiteY20" fmla="*/ 360654 h 508194"/>
                <a:gd name="connsiteX21" fmla="*/ 9836 w 736062"/>
                <a:gd name="connsiteY21" fmla="*/ 362293 h 508194"/>
                <a:gd name="connsiteX22" fmla="*/ 6557 w 736062"/>
                <a:gd name="connsiteY22" fmla="*/ 362293 h 508194"/>
                <a:gd name="connsiteX23" fmla="*/ 1639 w 736062"/>
                <a:gd name="connsiteY23" fmla="*/ 362293 h 508194"/>
                <a:gd name="connsiteX24" fmla="*/ 1639 w 736062"/>
                <a:gd name="connsiteY24" fmla="*/ 359015 h 508194"/>
                <a:gd name="connsiteX25" fmla="*/ 4918 w 736062"/>
                <a:gd name="connsiteY25" fmla="*/ 359015 h 508194"/>
                <a:gd name="connsiteX26" fmla="*/ 9836 w 736062"/>
                <a:gd name="connsiteY26" fmla="*/ 355736 h 508194"/>
                <a:gd name="connsiteX27" fmla="*/ 4918 w 736062"/>
                <a:gd name="connsiteY27" fmla="*/ 355736 h 508194"/>
                <a:gd name="connsiteX28" fmla="*/ 8197 w 736062"/>
                <a:gd name="connsiteY28" fmla="*/ 354097 h 508194"/>
                <a:gd name="connsiteX29" fmla="*/ 9836 w 736062"/>
                <a:gd name="connsiteY29" fmla="*/ 354097 h 508194"/>
                <a:gd name="connsiteX30" fmla="*/ 13114 w 736062"/>
                <a:gd name="connsiteY30" fmla="*/ 350818 h 508194"/>
                <a:gd name="connsiteX31" fmla="*/ 16393 w 736062"/>
                <a:gd name="connsiteY31" fmla="*/ 350818 h 508194"/>
                <a:gd name="connsiteX32" fmla="*/ 21311 w 736062"/>
                <a:gd name="connsiteY32" fmla="*/ 350818 h 508194"/>
                <a:gd name="connsiteX33" fmla="*/ 24590 w 736062"/>
                <a:gd name="connsiteY33" fmla="*/ 354097 h 508194"/>
                <a:gd name="connsiteX34" fmla="*/ 27868 w 736062"/>
                <a:gd name="connsiteY34" fmla="*/ 352457 h 508194"/>
                <a:gd name="connsiteX35" fmla="*/ 32787 w 736062"/>
                <a:gd name="connsiteY35" fmla="*/ 354097 h 508194"/>
                <a:gd name="connsiteX36" fmla="*/ 29508 w 736062"/>
                <a:gd name="connsiteY36" fmla="*/ 357375 h 508194"/>
                <a:gd name="connsiteX37" fmla="*/ 32787 w 736062"/>
                <a:gd name="connsiteY37" fmla="*/ 354097 h 508194"/>
                <a:gd name="connsiteX38" fmla="*/ 36065 w 736062"/>
                <a:gd name="connsiteY38" fmla="*/ 355736 h 508194"/>
                <a:gd name="connsiteX39" fmla="*/ 40983 w 736062"/>
                <a:gd name="connsiteY39" fmla="*/ 352457 h 508194"/>
                <a:gd name="connsiteX40" fmla="*/ 44262 w 736062"/>
                <a:gd name="connsiteY40" fmla="*/ 354097 h 508194"/>
                <a:gd name="connsiteX41" fmla="*/ 49180 w 736062"/>
                <a:gd name="connsiteY41" fmla="*/ 354097 h 508194"/>
                <a:gd name="connsiteX42" fmla="*/ 52458 w 736062"/>
                <a:gd name="connsiteY42" fmla="*/ 352457 h 508194"/>
                <a:gd name="connsiteX43" fmla="*/ 55737 w 736062"/>
                <a:gd name="connsiteY43" fmla="*/ 352457 h 508194"/>
                <a:gd name="connsiteX44" fmla="*/ 52458 w 736062"/>
                <a:gd name="connsiteY44" fmla="*/ 352457 h 508194"/>
                <a:gd name="connsiteX45" fmla="*/ 47541 w 736062"/>
                <a:gd name="connsiteY45" fmla="*/ 354097 h 508194"/>
                <a:gd name="connsiteX46" fmla="*/ 44262 w 736062"/>
                <a:gd name="connsiteY46" fmla="*/ 352457 h 508194"/>
                <a:gd name="connsiteX47" fmla="*/ 40983 w 736062"/>
                <a:gd name="connsiteY47" fmla="*/ 352457 h 508194"/>
                <a:gd name="connsiteX48" fmla="*/ 37705 w 736062"/>
                <a:gd name="connsiteY48" fmla="*/ 352457 h 508194"/>
                <a:gd name="connsiteX49" fmla="*/ 32787 w 736062"/>
                <a:gd name="connsiteY49" fmla="*/ 352457 h 508194"/>
                <a:gd name="connsiteX50" fmla="*/ 29508 w 736062"/>
                <a:gd name="connsiteY50" fmla="*/ 352457 h 508194"/>
                <a:gd name="connsiteX51" fmla="*/ 24590 w 736062"/>
                <a:gd name="connsiteY51" fmla="*/ 350818 h 508194"/>
                <a:gd name="connsiteX52" fmla="*/ 29508 w 736062"/>
                <a:gd name="connsiteY52" fmla="*/ 350818 h 508194"/>
                <a:gd name="connsiteX53" fmla="*/ 24590 w 736062"/>
                <a:gd name="connsiteY53" fmla="*/ 350818 h 508194"/>
                <a:gd name="connsiteX54" fmla="*/ 21311 w 736062"/>
                <a:gd name="connsiteY54" fmla="*/ 350818 h 508194"/>
                <a:gd name="connsiteX55" fmla="*/ 16393 w 736062"/>
                <a:gd name="connsiteY55" fmla="*/ 349179 h 508194"/>
                <a:gd name="connsiteX56" fmla="*/ 13114 w 736062"/>
                <a:gd name="connsiteY56" fmla="*/ 350818 h 508194"/>
                <a:gd name="connsiteX57" fmla="*/ 9836 w 736062"/>
                <a:gd name="connsiteY57" fmla="*/ 350818 h 508194"/>
                <a:gd name="connsiteX58" fmla="*/ 8197 w 736062"/>
                <a:gd name="connsiteY58" fmla="*/ 349179 h 508194"/>
                <a:gd name="connsiteX59" fmla="*/ 11475 w 736062"/>
                <a:gd name="connsiteY59" fmla="*/ 349179 h 508194"/>
                <a:gd name="connsiteX60" fmla="*/ 14754 w 736062"/>
                <a:gd name="connsiteY60" fmla="*/ 345900 h 508194"/>
                <a:gd name="connsiteX61" fmla="*/ 11475 w 736062"/>
                <a:gd name="connsiteY61" fmla="*/ 342621 h 508194"/>
                <a:gd name="connsiteX62" fmla="*/ 6557 w 736062"/>
                <a:gd name="connsiteY62" fmla="*/ 342621 h 508194"/>
                <a:gd name="connsiteX63" fmla="*/ 6557 w 736062"/>
                <a:gd name="connsiteY63" fmla="*/ 339343 h 508194"/>
                <a:gd name="connsiteX64" fmla="*/ 11475 w 736062"/>
                <a:gd name="connsiteY64" fmla="*/ 339343 h 508194"/>
                <a:gd name="connsiteX65" fmla="*/ 13114 w 736062"/>
                <a:gd name="connsiteY65" fmla="*/ 342621 h 508194"/>
                <a:gd name="connsiteX66" fmla="*/ 18032 w 736062"/>
                <a:gd name="connsiteY66" fmla="*/ 345900 h 508194"/>
                <a:gd name="connsiteX67" fmla="*/ 18032 w 736062"/>
                <a:gd name="connsiteY67" fmla="*/ 345900 h 508194"/>
                <a:gd name="connsiteX68" fmla="*/ 21311 w 736062"/>
                <a:gd name="connsiteY68" fmla="*/ 344261 h 508194"/>
                <a:gd name="connsiteX69" fmla="*/ 16393 w 736062"/>
                <a:gd name="connsiteY69" fmla="*/ 342621 h 508194"/>
                <a:gd name="connsiteX70" fmla="*/ 18032 w 736062"/>
                <a:gd name="connsiteY70" fmla="*/ 339343 h 508194"/>
                <a:gd name="connsiteX71" fmla="*/ 21311 w 736062"/>
                <a:gd name="connsiteY71" fmla="*/ 340982 h 508194"/>
                <a:gd name="connsiteX72" fmla="*/ 24590 w 736062"/>
                <a:gd name="connsiteY72" fmla="*/ 344261 h 508194"/>
                <a:gd name="connsiteX73" fmla="*/ 26229 w 736062"/>
                <a:gd name="connsiteY73" fmla="*/ 339343 h 508194"/>
                <a:gd name="connsiteX74" fmla="*/ 31147 w 736062"/>
                <a:gd name="connsiteY74" fmla="*/ 339343 h 508194"/>
                <a:gd name="connsiteX75" fmla="*/ 31147 w 736062"/>
                <a:gd name="connsiteY75" fmla="*/ 342621 h 508194"/>
                <a:gd name="connsiteX76" fmla="*/ 34426 w 736062"/>
                <a:gd name="connsiteY76" fmla="*/ 342621 h 508194"/>
                <a:gd name="connsiteX77" fmla="*/ 39344 w 736062"/>
                <a:gd name="connsiteY77" fmla="*/ 344261 h 508194"/>
                <a:gd name="connsiteX78" fmla="*/ 42622 w 736062"/>
                <a:gd name="connsiteY78" fmla="*/ 344261 h 508194"/>
                <a:gd name="connsiteX79" fmla="*/ 39344 w 736062"/>
                <a:gd name="connsiteY79" fmla="*/ 342621 h 508194"/>
                <a:gd name="connsiteX80" fmla="*/ 34426 w 736062"/>
                <a:gd name="connsiteY80" fmla="*/ 340982 h 508194"/>
                <a:gd name="connsiteX81" fmla="*/ 32787 w 736062"/>
                <a:gd name="connsiteY81" fmla="*/ 337703 h 508194"/>
                <a:gd name="connsiteX82" fmla="*/ 37705 w 736062"/>
                <a:gd name="connsiteY82" fmla="*/ 334425 h 508194"/>
                <a:gd name="connsiteX83" fmla="*/ 40983 w 736062"/>
                <a:gd name="connsiteY83" fmla="*/ 332785 h 508194"/>
                <a:gd name="connsiteX84" fmla="*/ 44262 w 736062"/>
                <a:gd name="connsiteY84" fmla="*/ 332785 h 508194"/>
                <a:gd name="connsiteX85" fmla="*/ 45901 w 736062"/>
                <a:gd name="connsiteY85" fmla="*/ 336064 h 508194"/>
                <a:gd name="connsiteX86" fmla="*/ 50819 w 736062"/>
                <a:gd name="connsiteY86" fmla="*/ 339343 h 508194"/>
                <a:gd name="connsiteX87" fmla="*/ 49180 w 736062"/>
                <a:gd name="connsiteY87" fmla="*/ 337703 h 508194"/>
                <a:gd name="connsiteX88" fmla="*/ 47541 w 736062"/>
                <a:gd name="connsiteY88" fmla="*/ 334425 h 508194"/>
                <a:gd name="connsiteX89" fmla="*/ 47541 w 736062"/>
                <a:gd name="connsiteY89" fmla="*/ 331146 h 508194"/>
                <a:gd name="connsiteX90" fmla="*/ 52458 w 736062"/>
                <a:gd name="connsiteY90" fmla="*/ 329507 h 508194"/>
                <a:gd name="connsiteX91" fmla="*/ 55737 w 736062"/>
                <a:gd name="connsiteY91" fmla="*/ 329507 h 508194"/>
                <a:gd name="connsiteX92" fmla="*/ 60655 w 736062"/>
                <a:gd name="connsiteY92" fmla="*/ 331146 h 508194"/>
                <a:gd name="connsiteX93" fmla="*/ 63934 w 736062"/>
                <a:gd name="connsiteY93" fmla="*/ 336064 h 508194"/>
                <a:gd name="connsiteX94" fmla="*/ 63934 w 736062"/>
                <a:gd name="connsiteY94" fmla="*/ 339343 h 508194"/>
                <a:gd name="connsiteX95" fmla="*/ 60655 w 736062"/>
                <a:gd name="connsiteY95" fmla="*/ 342621 h 508194"/>
                <a:gd name="connsiteX96" fmla="*/ 63934 w 736062"/>
                <a:gd name="connsiteY96" fmla="*/ 344261 h 508194"/>
                <a:gd name="connsiteX97" fmla="*/ 68852 w 736062"/>
                <a:gd name="connsiteY97" fmla="*/ 340982 h 508194"/>
                <a:gd name="connsiteX98" fmla="*/ 63934 w 736062"/>
                <a:gd name="connsiteY98" fmla="*/ 339343 h 508194"/>
                <a:gd name="connsiteX99" fmla="*/ 65573 w 736062"/>
                <a:gd name="connsiteY99" fmla="*/ 336064 h 508194"/>
                <a:gd name="connsiteX100" fmla="*/ 70491 w 736062"/>
                <a:gd name="connsiteY100" fmla="*/ 336064 h 508194"/>
                <a:gd name="connsiteX101" fmla="*/ 73770 w 736062"/>
                <a:gd name="connsiteY101" fmla="*/ 336064 h 508194"/>
                <a:gd name="connsiteX102" fmla="*/ 70491 w 736062"/>
                <a:gd name="connsiteY102" fmla="*/ 336064 h 508194"/>
                <a:gd name="connsiteX103" fmla="*/ 65573 w 736062"/>
                <a:gd name="connsiteY103" fmla="*/ 334425 h 508194"/>
                <a:gd name="connsiteX104" fmla="*/ 65573 w 736062"/>
                <a:gd name="connsiteY104" fmla="*/ 334425 h 508194"/>
                <a:gd name="connsiteX105" fmla="*/ 62295 w 736062"/>
                <a:gd name="connsiteY105" fmla="*/ 332785 h 508194"/>
                <a:gd name="connsiteX106" fmla="*/ 59016 w 736062"/>
                <a:gd name="connsiteY106" fmla="*/ 329507 h 508194"/>
                <a:gd name="connsiteX107" fmla="*/ 55737 w 736062"/>
                <a:gd name="connsiteY107" fmla="*/ 327867 h 508194"/>
                <a:gd name="connsiteX108" fmla="*/ 52458 w 736062"/>
                <a:gd name="connsiteY108" fmla="*/ 329507 h 508194"/>
                <a:gd name="connsiteX109" fmla="*/ 47541 w 736062"/>
                <a:gd name="connsiteY109" fmla="*/ 329507 h 508194"/>
                <a:gd name="connsiteX110" fmla="*/ 44262 w 736062"/>
                <a:gd name="connsiteY110" fmla="*/ 329507 h 508194"/>
                <a:gd name="connsiteX111" fmla="*/ 40983 w 736062"/>
                <a:gd name="connsiteY111" fmla="*/ 327867 h 508194"/>
                <a:gd name="connsiteX112" fmla="*/ 42622 w 736062"/>
                <a:gd name="connsiteY112" fmla="*/ 327867 h 508194"/>
                <a:gd name="connsiteX113" fmla="*/ 47541 w 736062"/>
                <a:gd name="connsiteY113" fmla="*/ 327867 h 508194"/>
                <a:gd name="connsiteX114" fmla="*/ 50819 w 736062"/>
                <a:gd name="connsiteY114" fmla="*/ 327867 h 508194"/>
                <a:gd name="connsiteX115" fmla="*/ 54098 w 736062"/>
                <a:gd name="connsiteY115" fmla="*/ 327867 h 508194"/>
                <a:gd name="connsiteX116" fmla="*/ 50819 w 736062"/>
                <a:gd name="connsiteY116" fmla="*/ 326228 h 508194"/>
                <a:gd name="connsiteX117" fmla="*/ 47541 w 736062"/>
                <a:gd name="connsiteY117" fmla="*/ 326228 h 508194"/>
                <a:gd name="connsiteX118" fmla="*/ 42622 w 736062"/>
                <a:gd name="connsiteY118" fmla="*/ 322949 h 508194"/>
                <a:gd name="connsiteX119" fmla="*/ 45901 w 736062"/>
                <a:gd name="connsiteY119" fmla="*/ 322949 h 508194"/>
                <a:gd name="connsiteX120" fmla="*/ 50819 w 736062"/>
                <a:gd name="connsiteY120" fmla="*/ 322949 h 508194"/>
                <a:gd name="connsiteX121" fmla="*/ 54098 w 736062"/>
                <a:gd name="connsiteY121" fmla="*/ 321310 h 508194"/>
                <a:gd name="connsiteX122" fmla="*/ 57377 w 736062"/>
                <a:gd name="connsiteY122" fmla="*/ 321310 h 508194"/>
                <a:gd name="connsiteX123" fmla="*/ 62295 w 736062"/>
                <a:gd name="connsiteY123" fmla="*/ 321310 h 508194"/>
                <a:gd name="connsiteX124" fmla="*/ 65573 w 736062"/>
                <a:gd name="connsiteY124" fmla="*/ 322949 h 508194"/>
                <a:gd name="connsiteX125" fmla="*/ 68852 w 736062"/>
                <a:gd name="connsiteY125" fmla="*/ 322949 h 508194"/>
                <a:gd name="connsiteX126" fmla="*/ 72131 w 736062"/>
                <a:gd name="connsiteY126" fmla="*/ 322949 h 508194"/>
                <a:gd name="connsiteX127" fmla="*/ 77049 w 736062"/>
                <a:gd name="connsiteY127" fmla="*/ 326228 h 508194"/>
                <a:gd name="connsiteX128" fmla="*/ 80327 w 736062"/>
                <a:gd name="connsiteY128" fmla="*/ 326228 h 508194"/>
                <a:gd name="connsiteX129" fmla="*/ 85245 w 736062"/>
                <a:gd name="connsiteY129" fmla="*/ 324589 h 508194"/>
                <a:gd name="connsiteX130" fmla="*/ 85245 w 736062"/>
                <a:gd name="connsiteY130" fmla="*/ 324589 h 508194"/>
                <a:gd name="connsiteX131" fmla="*/ 81967 w 736062"/>
                <a:gd name="connsiteY131" fmla="*/ 324589 h 508194"/>
                <a:gd name="connsiteX132" fmla="*/ 78688 w 736062"/>
                <a:gd name="connsiteY132" fmla="*/ 324589 h 508194"/>
                <a:gd name="connsiteX133" fmla="*/ 78688 w 736062"/>
                <a:gd name="connsiteY133" fmla="*/ 321310 h 508194"/>
                <a:gd name="connsiteX134" fmla="*/ 83606 w 736062"/>
                <a:gd name="connsiteY134" fmla="*/ 319671 h 508194"/>
                <a:gd name="connsiteX135" fmla="*/ 86885 w 736062"/>
                <a:gd name="connsiteY135" fmla="*/ 318031 h 508194"/>
                <a:gd name="connsiteX136" fmla="*/ 90164 w 736062"/>
                <a:gd name="connsiteY136" fmla="*/ 318031 h 508194"/>
                <a:gd name="connsiteX137" fmla="*/ 93442 w 736062"/>
                <a:gd name="connsiteY137" fmla="*/ 318031 h 508194"/>
                <a:gd name="connsiteX138" fmla="*/ 98360 w 736062"/>
                <a:gd name="connsiteY138" fmla="*/ 319671 h 508194"/>
                <a:gd name="connsiteX139" fmla="*/ 95081 w 736062"/>
                <a:gd name="connsiteY139" fmla="*/ 316392 h 508194"/>
                <a:gd name="connsiteX140" fmla="*/ 90164 w 736062"/>
                <a:gd name="connsiteY140" fmla="*/ 316392 h 508194"/>
                <a:gd name="connsiteX141" fmla="*/ 86885 w 736062"/>
                <a:gd name="connsiteY141" fmla="*/ 318031 h 508194"/>
                <a:gd name="connsiteX142" fmla="*/ 81967 w 736062"/>
                <a:gd name="connsiteY142" fmla="*/ 319671 h 508194"/>
                <a:gd name="connsiteX143" fmla="*/ 78688 w 736062"/>
                <a:gd name="connsiteY143" fmla="*/ 319671 h 508194"/>
                <a:gd name="connsiteX144" fmla="*/ 75409 w 736062"/>
                <a:gd name="connsiteY144" fmla="*/ 318031 h 508194"/>
                <a:gd name="connsiteX145" fmla="*/ 78688 w 736062"/>
                <a:gd name="connsiteY145" fmla="*/ 316392 h 508194"/>
                <a:gd name="connsiteX146" fmla="*/ 81967 w 736062"/>
                <a:gd name="connsiteY146" fmla="*/ 316392 h 508194"/>
                <a:gd name="connsiteX147" fmla="*/ 78688 w 736062"/>
                <a:gd name="connsiteY147" fmla="*/ 316392 h 508194"/>
                <a:gd name="connsiteX148" fmla="*/ 75409 w 736062"/>
                <a:gd name="connsiteY148" fmla="*/ 316392 h 508194"/>
                <a:gd name="connsiteX149" fmla="*/ 72131 w 736062"/>
                <a:gd name="connsiteY149" fmla="*/ 318031 h 508194"/>
                <a:gd name="connsiteX150" fmla="*/ 67212 w 736062"/>
                <a:gd name="connsiteY150" fmla="*/ 318031 h 508194"/>
                <a:gd name="connsiteX151" fmla="*/ 63934 w 736062"/>
                <a:gd name="connsiteY151" fmla="*/ 316392 h 508194"/>
                <a:gd name="connsiteX152" fmla="*/ 67212 w 736062"/>
                <a:gd name="connsiteY152" fmla="*/ 314753 h 508194"/>
                <a:gd name="connsiteX153" fmla="*/ 70491 w 736062"/>
                <a:gd name="connsiteY153" fmla="*/ 314753 h 508194"/>
                <a:gd name="connsiteX154" fmla="*/ 67212 w 736062"/>
                <a:gd name="connsiteY154" fmla="*/ 313113 h 508194"/>
                <a:gd name="connsiteX155" fmla="*/ 62295 w 736062"/>
                <a:gd name="connsiteY155" fmla="*/ 309835 h 508194"/>
                <a:gd name="connsiteX156" fmla="*/ 67212 w 736062"/>
                <a:gd name="connsiteY156" fmla="*/ 308195 h 508194"/>
                <a:gd name="connsiteX157" fmla="*/ 70491 w 736062"/>
                <a:gd name="connsiteY157" fmla="*/ 306556 h 508194"/>
                <a:gd name="connsiteX158" fmla="*/ 73770 w 736062"/>
                <a:gd name="connsiteY158" fmla="*/ 308195 h 508194"/>
                <a:gd name="connsiteX159" fmla="*/ 78688 w 736062"/>
                <a:gd name="connsiteY159" fmla="*/ 311474 h 508194"/>
                <a:gd name="connsiteX160" fmla="*/ 81967 w 736062"/>
                <a:gd name="connsiteY160" fmla="*/ 309835 h 508194"/>
                <a:gd name="connsiteX161" fmla="*/ 85245 w 736062"/>
                <a:gd name="connsiteY161" fmla="*/ 308195 h 508194"/>
                <a:gd name="connsiteX162" fmla="*/ 90164 w 736062"/>
                <a:gd name="connsiteY162" fmla="*/ 309835 h 508194"/>
                <a:gd name="connsiteX163" fmla="*/ 93442 w 736062"/>
                <a:gd name="connsiteY163" fmla="*/ 308195 h 508194"/>
                <a:gd name="connsiteX164" fmla="*/ 96721 w 736062"/>
                <a:gd name="connsiteY164" fmla="*/ 309835 h 508194"/>
                <a:gd name="connsiteX165" fmla="*/ 98360 w 736062"/>
                <a:gd name="connsiteY165" fmla="*/ 314753 h 508194"/>
                <a:gd name="connsiteX166" fmla="*/ 103278 w 736062"/>
                <a:gd name="connsiteY166" fmla="*/ 316392 h 508194"/>
                <a:gd name="connsiteX167" fmla="*/ 106557 w 736062"/>
                <a:gd name="connsiteY167" fmla="*/ 318031 h 508194"/>
                <a:gd name="connsiteX168" fmla="*/ 109835 w 736062"/>
                <a:gd name="connsiteY168" fmla="*/ 319671 h 508194"/>
                <a:gd name="connsiteX169" fmla="*/ 108196 w 736062"/>
                <a:gd name="connsiteY169" fmla="*/ 316392 h 508194"/>
                <a:gd name="connsiteX170" fmla="*/ 104917 w 736062"/>
                <a:gd name="connsiteY170" fmla="*/ 314753 h 508194"/>
                <a:gd name="connsiteX171" fmla="*/ 99999 w 736062"/>
                <a:gd name="connsiteY171" fmla="*/ 314753 h 508194"/>
                <a:gd name="connsiteX172" fmla="*/ 98360 w 736062"/>
                <a:gd name="connsiteY172" fmla="*/ 309835 h 508194"/>
                <a:gd name="connsiteX173" fmla="*/ 95081 w 736062"/>
                <a:gd name="connsiteY173" fmla="*/ 308195 h 508194"/>
                <a:gd name="connsiteX174" fmla="*/ 93442 w 736062"/>
                <a:gd name="connsiteY174" fmla="*/ 303277 h 508194"/>
                <a:gd name="connsiteX175" fmla="*/ 96721 w 736062"/>
                <a:gd name="connsiteY175" fmla="*/ 303277 h 508194"/>
                <a:gd name="connsiteX176" fmla="*/ 99999 w 736062"/>
                <a:gd name="connsiteY176" fmla="*/ 306556 h 508194"/>
                <a:gd name="connsiteX177" fmla="*/ 104917 w 736062"/>
                <a:gd name="connsiteY177" fmla="*/ 308195 h 508194"/>
                <a:gd name="connsiteX178" fmla="*/ 104917 w 736062"/>
                <a:gd name="connsiteY178" fmla="*/ 313113 h 508194"/>
                <a:gd name="connsiteX179" fmla="*/ 108196 w 736062"/>
                <a:gd name="connsiteY179" fmla="*/ 311474 h 508194"/>
                <a:gd name="connsiteX180" fmla="*/ 111475 w 736062"/>
                <a:gd name="connsiteY180" fmla="*/ 311474 h 508194"/>
                <a:gd name="connsiteX181" fmla="*/ 108196 w 736062"/>
                <a:gd name="connsiteY181" fmla="*/ 311474 h 508194"/>
                <a:gd name="connsiteX182" fmla="*/ 108196 w 736062"/>
                <a:gd name="connsiteY182" fmla="*/ 309835 h 508194"/>
                <a:gd name="connsiteX183" fmla="*/ 113114 w 736062"/>
                <a:gd name="connsiteY183" fmla="*/ 308195 h 508194"/>
                <a:gd name="connsiteX184" fmla="*/ 108196 w 736062"/>
                <a:gd name="connsiteY184" fmla="*/ 306556 h 508194"/>
                <a:gd name="connsiteX185" fmla="*/ 104917 w 736062"/>
                <a:gd name="connsiteY185" fmla="*/ 306556 h 508194"/>
                <a:gd name="connsiteX186" fmla="*/ 108196 w 736062"/>
                <a:gd name="connsiteY186" fmla="*/ 306556 h 508194"/>
                <a:gd name="connsiteX187" fmla="*/ 104917 w 736062"/>
                <a:gd name="connsiteY187" fmla="*/ 306556 h 508194"/>
                <a:gd name="connsiteX188" fmla="*/ 101639 w 736062"/>
                <a:gd name="connsiteY188" fmla="*/ 306556 h 508194"/>
                <a:gd name="connsiteX189" fmla="*/ 101639 w 736062"/>
                <a:gd name="connsiteY189" fmla="*/ 301638 h 508194"/>
                <a:gd name="connsiteX190" fmla="*/ 104917 w 736062"/>
                <a:gd name="connsiteY190" fmla="*/ 301638 h 508194"/>
                <a:gd name="connsiteX191" fmla="*/ 109835 w 736062"/>
                <a:gd name="connsiteY191" fmla="*/ 301638 h 508194"/>
                <a:gd name="connsiteX192" fmla="*/ 113114 w 736062"/>
                <a:gd name="connsiteY192" fmla="*/ 299999 h 508194"/>
                <a:gd name="connsiteX193" fmla="*/ 118032 w 736062"/>
                <a:gd name="connsiteY193" fmla="*/ 299999 h 508194"/>
                <a:gd name="connsiteX194" fmla="*/ 119671 w 736062"/>
                <a:gd name="connsiteY194" fmla="*/ 299999 h 508194"/>
                <a:gd name="connsiteX195" fmla="*/ 122950 w 736062"/>
                <a:gd name="connsiteY195" fmla="*/ 299999 h 508194"/>
                <a:gd name="connsiteX196" fmla="*/ 119671 w 736062"/>
                <a:gd name="connsiteY196" fmla="*/ 299999 h 508194"/>
                <a:gd name="connsiteX197" fmla="*/ 114754 w 736062"/>
                <a:gd name="connsiteY197" fmla="*/ 299999 h 508194"/>
                <a:gd name="connsiteX198" fmla="*/ 111475 w 736062"/>
                <a:gd name="connsiteY198" fmla="*/ 298359 h 508194"/>
                <a:gd name="connsiteX199" fmla="*/ 114754 w 736062"/>
                <a:gd name="connsiteY199" fmla="*/ 295081 h 508194"/>
                <a:gd name="connsiteX200" fmla="*/ 116393 w 736062"/>
                <a:gd name="connsiteY200" fmla="*/ 291802 h 508194"/>
                <a:gd name="connsiteX201" fmla="*/ 121311 w 736062"/>
                <a:gd name="connsiteY201" fmla="*/ 291802 h 508194"/>
                <a:gd name="connsiteX202" fmla="*/ 124589 w 736062"/>
                <a:gd name="connsiteY202" fmla="*/ 290163 h 508194"/>
                <a:gd name="connsiteX203" fmla="*/ 127868 w 736062"/>
                <a:gd name="connsiteY203" fmla="*/ 291802 h 508194"/>
                <a:gd name="connsiteX204" fmla="*/ 126229 w 736062"/>
                <a:gd name="connsiteY204" fmla="*/ 295081 h 508194"/>
                <a:gd name="connsiteX205" fmla="*/ 129508 w 736062"/>
                <a:gd name="connsiteY205" fmla="*/ 295081 h 508194"/>
                <a:gd name="connsiteX206" fmla="*/ 134425 w 736062"/>
                <a:gd name="connsiteY206" fmla="*/ 293441 h 508194"/>
                <a:gd name="connsiteX207" fmla="*/ 137704 w 736062"/>
                <a:gd name="connsiteY207" fmla="*/ 291802 h 508194"/>
                <a:gd name="connsiteX208" fmla="*/ 134425 w 736062"/>
                <a:gd name="connsiteY208" fmla="*/ 293441 h 508194"/>
                <a:gd name="connsiteX209" fmla="*/ 129508 w 736062"/>
                <a:gd name="connsiteY209" fmla="*/ 291802 h 508194"/>
                <a:gd name="connsiteX210" fmla="*/ 134425 w 736062"/>
                <a:gd name="connsiteY210" fmla="*/ 290163 h 508194"/>
                <a:gd name="connsiteX211" fmla="*/ 137704 w 736062"/>
                <a:gd name="connsiteY211" fmla="*/ 288523 h 508194"/>
                <a:gd name="connsiteX212" fmla="*/ 132786 w 736062"/>
                <a:gd name="connsiteY212" fmla="*/ 288523 h 508194"/>
                <a:gd name="connsiteX213" fmla="*/ 129508 w 736062"/>
                <a:gd name="connsiteY213" fmla="*/ 288523 h 508194"/>
                <a:gd name="connsiteX214" fmla="*/ 134425 w 736062"/>
                <a:gd name="connsiteY214" fmla="*/ 286884 h 508194"/>
                <a:gd name="connsiteX215" fmla="*/ 137704 w 736062"/>
                <a:gd name="connsiteY215" fmla="*/ 285245 h 508194"/>
                <a:gd name="connsiteX216" fmla="*/ 140983 w 736062"/>
                <a:gd name="connsiteY216" fmla="*/ 286884 h 508194"/>
                <a:gd name="connsiteX217" fmla="*/ 144261 w 736062"/>
                <a:gd name="connsiteY217" fmla="*/ 281966 h 508194"/>
                <a:gd name="connsiteX218" fmla="*/ 149179 w 736062"/>
                <a:gd name="connsiteY218" fmla="*/ 286884 h 508194"/>
                <a:gd name="connsiteX219" fmla="*/ 152458 w 736062"/>
                <a:gd name="connsiteY219" fmla="*/ 290163 h 508194"/>
                <a:gd name="connsiteX220" fmla="*/ 152458 w 736062"/>
                <a:gd name="connsiteY220" fmla="*/ 290163 h 508194"/>
                <a:gd name="connsiteX221" fmla="*/ 152458 w 736062"/>
                <a:gd name="connsiteY221" fmla="*/ 291802 h 508194"/>
                <a:gd name="connsiteX222" fmla="*/ 152458 w 736062"/>
                <a:gd name="connsiteY222" fmla="*/ 291802 h 508194"/>
                <a:gd name="connsiteX223" fmla="*/ 149179 w 736062"/>
                <a:gd name="connsiteY223" fmla="*/ 295081 h 508194"/>
                <a:gd name="connsiteX224" fmla="*/ 149179 w 736062"/>
                <a:gd name="connsiteY224" fmla="*/ 295081 h 508194"/>
                <a:gd name="connsiteX225" fmla="*/ 152458 w 736062"/>
                <a:gd name="connsiteY225" fmla="*/ 293441 h 508194"/>
                <a:gd name="connsiteX226" fmla="*/ 155737 w 736062"/>
                <a:gd name="connsiteY226" fmla="*/ 295081 h 508194"/>
                <a:gd name="connsiteX227" fmla="*/ 160655 w 736062"/>
                <a:gd name="connsiteY227" fmla="*/ 295081 h 508194"/>
                <a:gd name="connsiteX228" fmla="*/ 155737 w 736062"/>
                <a:gd name="connsiteY228" fmla="*/ 291802 h 508194"/>
                <a:gd name="connsiteX229" fmla="*/ 160655 w 736062"/>
                <a:gd name="connsiteY229" fmla="*/ 290163 h 508194"/>
                <a:gd name="connsiteX230" fmla="*/ 163934 w 736062"/>
                <a:gd name="connsiteY230" fmla="*/ 290163 h 508194"/>
                <a:gd name="connsiteX231" fmla="*/ 165573 w 736062"/>
                <a:gd name="connsiteY231" fmla="*/ 290163 h 508194"/>
                <a:gd name="connsiteX232" fmla="*/ 168851 w 736062"/>
                <a:gd name="connsiteY232" fmla="*/ 290163 h 508194"/>
                <a:gd name="connsiteX233" fmla="*/ 173769 w 736062"/>
                <a:gd name="connsiteY233" fmla="*/ 290163 h 508194"/>
                <a:gd name="connsiteX234" fmla="*/ 177048 w 736062"/>
                <a:gd name="connsiteY234" fmla="*/ 290163 h 508194"/>
                <a:gd name="connsiteX235" fmla="*/ 178688 w 736062"/>
                <a:gd name="connsiteY235" fmla="*/ 290163 h 508194"/>
                <a:gd name="connsiteX236" fmla="*/ 177048 w 736062"/>
                <a:gd name="connsiteY236" fmla="*/ 286884 h 508194"/>
                <a:gd name="connsiteX237" fmla="*/ 180327 w 736062"/>
                <a:gd name="connsiteY237" fmla="*/ 285245 h 508194"/>
                <a:gd name="connsiteX238" fmla="*/ 177048 w 736062"/>
                <a:gd name="connsiteY238" fmla="*/ 285245 h 508194"/>
                <a:gd name="connsiteX239" fmla="*/ 173769 w 736062"/>
                <a:gd name="connsiteY239" fmla="*/ 286884 h 508194"/>
                <a:gd name="connsiteX240" fmla="*/ 178688 w 736062"/>
                <a:gd name="connsiteY240" fmla="*/ 281966 h 508194"/>
                <a:gd name="connsiteX241" fmla="*/ 181966 w 736062"/>
                <a:gd name="connsiteY241" fmla="*/ 280327 h 508194"/>
                <a:gd name="connsiteX242" fmla="*/ 185245 w 736062"/>
                <a:gd name="connsiteY242" fmla="*/ 280327 h 508194"/>
                <a:gd name="connsiteX243" fmla="*/ 190163 w 736062"/>
                <a:gd name="connsiteY243" fmla="*/ 278687 h 508194"/>
                <a:gd name="connsiteX244" fmla="*/ 193442 w 736062"/>
                <a:gd name="connsiteY244" fmla="*/ 277048 h 508194"/>
                <a:gd name="connsiteX245" fmla="*/ 191802 w 736062"/>
                <a:gd name="connsiteY245" fmla="*/ 273769 h 508194"/>
                <a:gd name="connsiteX246" fmla="*/ 188524 w 736062"/>
                <a:gd name="connsiteY246" fmla="*/ 273769 h 508194"/>
                <a:gd name="connsiteX247" fmla="*/ 190163 w 736062"/>
                <a:gd name="connsiteY247" fmla="*/ 270491 h 508194"/>
                <a:gd name="connsiteX248" fmla="*/ 193442 w 736062"/>
                <a:gd name="connsiteY248" fmla="*/ 268851 h 508194"/>
                <a:gd name="connsiteX249" fmla="*/ 196720 w 736062"/>
                <a:gd name="connsiteY249" fmla="*/ 268851 h 508194"/>
                <a:gd name="connsiteX250" fmla="*/ 198359 w 736062"/>
                <a:gd name="connsiteY250" fmla="*/ 267212 h 508194"/>
                <a:gd name="connsiteX251" fmla="*/ 195081 w 736062"/>
                <a:gd name="connsiteY251" fmla="*/ 267212 h 508194"/>
                <a:gd name="connsiteX252" fmla="*/ 190163 w 736062"/>
                <a:gd name="connsiteY252" fmla="*/ 267212 h 508194"/>
                <a:gd name="connsiteX253" fmla="*/ 195081 w 736062"/>
                <a:gd name="connsiteY253" fmla="*/ 263933 h 508194"/>
                <a:gd name="connsiteX254" fmla="*/ 190163 w 736062"/>
                <a:gd name="connsiteY254" fmla="*/ 265573 h 508194"/>
                <a:gd name="connsiteX255" fmla="*/ 186884 w 736062"/>
                <a:gd name="connsiteY255" fmla="*/ 268851 h 508194"/>
                <a:gd name="connsiteX256" fmla="*/ 181966 w 736062"/>
                <a:gd name="connsiteY256" fmla="*/ 270491 h 508194"/>
                <a:gd name="connsiteX257" fmla="*/ 178688 w 736062"/>
                <a:gd name="connsiteY257" fmla="*/ 273769 h 508194"/>
                <a:gd name="connsiteX258" fmla="*/ 175409 w 736062"/>
                <a:gd name="connsiteY258" fmla="*/ 273769 h 508194"/>
                <a:gd name="connsiteX259" fmla="*/ 178688 w 736062"/>
                <a:gd name="connsiteY259" fmla="*/ 273769 h 508194"/>
                <a:gd name="connsiteX260" fmla="*/ 181966 w 736062"/>
                <a:gd name="connsiteY260" fmla="*/ 272130 h 508194"/>
                <a:gd name="connsiteX261" fmla="*/ 183605 w 736062"/>
                <a:gd name="connsiteY261" fmla="*/ 275409 h 508194"/>
                <a:gd name="connsiteX262" fmla="*/ 180327 w 736062"/>
                <a:gd name="connsiteY262" fmla="*/ 278687 h 508194"/>
                <a:gd name="connsiteX263" fmla="*/ 175409 w 736062"/>
                <a:gd name="connsiteY263" fmla="*/ 280327 h 508194"/>
                <a:gd name="connsiteX264" fmla="*/ 172130 w 736062"/>
                <a:gd name="connsiteY264" fmla="*/ 281966 h 508194"/>
                <a:gd name="connsiteX265" fmla="*/ 168851 w 736062"/>
                <a:gd name="connsiteY265" fmla="*/ 283605 h 508194"/>
                <a:gd name="connsiteX266" fmla="*/ 163934 w 736062"/>
                <a:gd name="connsiteY266" fmla="*/ 285245 h 508194"/>
                <a:gd name="connsiteX267" fmla="*/ 160655 w 736062"/>
                <a:gd name="connsiteY267" fmla="*/ 285245 h 508194"/>
                <a:gd name="connsiteX268" fmla="*/ 159015 w 736062"/>
                <a:gd name="connsiteY268" fmla="*/ 286884 h 508194"/>
                <a:gd name="connsiteX269" fmla="*/ 155737 w 736062"/>
                <a:gd name="connsiteY269" fmla="*/ 288523 h 508194"/>
                <a:gd name="connsiteX270" fmla="*/ 152458 w 736062"/>
                <a:gd name="connsiteY270" fmla="*/ 288523 h 508194"/>
                <a:gd name="connsiteX271" fmla="*/ 150819 w 736062"/>
                <a:gd name="connsiteY271" fmla="*/ 285245 h 508194"/>
                <a:gd name="connsiteX272" fmla="*/ 149179 w 736062"/>
                <a:gd name="connsiteY272" fmla="*/ 280327 h 508194"/>
                <a:gd name="connsiteX273" fmla="*/ 152458 w 736062"/>
                <a:gd name="connsiteY273" fmla="*/ 280327 h 508194"/>
                <a:gd name="connsiteX274" fmla="*/ 152458 w 736062"/>
                <a:gd name="connsiteY274" fmla="*/ 278687 h 508194"/>
                <a:gd name="connsiteX275" fmla="*/ 157376 w 736062"/>
                <a:gd name="connsiteY275" fmla="*/ 277048 h 508194"/>
                <a:gd name="connsiteX276" fmla="*/ 152458 w 736062"/>
                <a:gd name="connsiteY276" fmla="*/ 278687 h 508194"/>
                <a:gd name="connsiteX277" fmla="*/ 149179 w 736062"/>
                <a:gd name="connsiteY277" fmla="*/ 278687 h 508194"/>
                <a:gd name="connsiteX278" fmla="*/ 145901 w 736062"/>
                <a:gd name="connsiteY278" fmla="*/ 280327 h 508194"/>
                <a:gd name="connsiteX279" fmla="*/ 140983 w 736062"/>
                <a:gd name="connsiteY279" fmla="*/ 281966 h 508194"/>
                <a:gd name="connsiteX280" fmla="*/ 144261 w 736062"/>
                <a:gd name="connsiteY280" fmla="*/ 278687 h 508194"/>
                <a:gd name="connsiteX281" fmla="*/ 140983 w 736062"/>
                <a:gd name="connsiteY281" fmla="*/ 277048 h 508194"/>
                <a:gd name="connsiteX282" fmla="*/ 144261 w 736062"/>
                <a:gd name="connsiteY282" fmla="*/ 275409 h 508194"/>
                <a:gd name="connsiteX283" fmla="*/ 149179 w 736062"/>
                <a:gd name="connsiteY283" fmla="*/ 273769 h 508194"/>
                <a:gd name="connsiteX284" fmla="*/ 152458 w 736062"/>
                <a:gd name="connsiteY284" fmla="*/ 272130 h 508194"/>
                <a:gd name="connsiteX285" fmla="*/ 152458 w 736062"/>
                <a:gd name="connsiteY285" fmla="*/ 272130 h 508194"/>
                <a:gd name="connsiteX286" fmla="*/ 157376 w 736062"/>
                <a:gd name="connsiteY286" fmla="*/ 270491 h 508194"/>
                <a:gd name="connsiteX287" fmla="*/ 160655 w 736062"/>
                <a:gd name="connsiteY287" fmla="*/ 272130 h 508194"/>
                <a:gd name="connsiteX288" fmla="*/ 157376 w 736062"/>
                <a:gd name="connsiteY288" fmla="*/ 270491 h 508194"/>
                <a:gd name="connsiteX289" fmla="*/ 152458 w 736062"/>
                <a:gd name="connsiteY289" fmla="*/ 272130 h 508194"/>
                <a:gd name="connsiteX290" fmla="*/ 152458 w 736062"/>
                <a:gd name="connsiteY290" fmla="*/ 270491 h 508194"/>
                <a:gd name="connsiteX291" fmla="*/ 155737 w 736062"/>
                <a:gd name="connsiteY291" fmla="*/ 268851 h 508194"/>
                <a:gd name="connsiteX292" fmla="*/ 152458 w 736062"/>
                <a:gd name="connsiteY292" fmla="*/ 270491 h 508194"/>
                <a:gd name="connsiteX293" fmla="*/ 152458 w 736062"/>
                <a:gd name="connsiteY293" fmla="*/ 268851 h 508194"/>
                <a:gd name="connsiteX294" fmla="*/ 154098 w 736062"/>
                <a:gd name="connsiteY294" fmla="*/ 267212 h 508194"/>
                <a:gd name="connsiteX295" fmla="*/ 157376 w 736062"/>
                <a:gd name="connsiteY295" fmla="*/ 263933 h 508194"/>
                <a:gd name="connsiteX296" fmla="*/ 160655 w 736062"/>
                <a:gd name="connsiteY296" fmla="*/ 263933 h 508194"/>
                <a:gd name="connsiteX297" fmla="*/ 160655 w 736062"/>
                <a:gd name="connsiteY297" fmla="*/ 260655 h 508194"/>
                <a:gd name="connsiteX298" fmla="*/ 165573 w 736062"/>
                <a:gd name="connsiteY298" fmla="*/ 260655 h 508194"/>
                <a:gd name="connsiteX299" fmla="*/ 163934 w 736062"/>
                <a:gd name="connsiteY299" fmla="*/ 257376 h 508194"/>
                <a:gd name="connsiteX300" fmla="*/ 168851 w 736062"/>
                <a:gd name="connsiteY300" fmla="*/ 254097 h 508194"/>
                <a:gd name="connsiteX301" fmla="*/ 172130 w 736062"/>
                <a:gd name="connsiteY301" fmla="*/ 252458 h 508194"/>
                <a:gd name="connsiteX302" fmla="*/ 175409 w 736062"/>
                <a:gd name="connsiteY302" fmla="*/ 252458 h 508194"/>
                <a:gd name="connsiteX303" fmla="*/ 177048 w 736062"/>
                <a:gd name="connsiteY303" fmla="*/ 247540 h 508194"/>
                <a:gd name="connsiteX304" fmla="*/ 181966 w 736062"/>
                <a:gd name="connsiteY304" fmla="*/ 247540 h 508194"/>
                <a:gd name="connsiteX305" fmla="*/ 181966 w 736062"/>
                <a:gd name="connsiteY305" fmla="*/ 244261 h 508194"/>
                <a:gd name="connsiteX306" fmla="*/ 185245 w 736062"/>
                <a:gd name="connsiteY306" fmla="*/ 245901 h 508194"/>
                <a:gd name="connsiteX307" fmla="*/ 188524 w 736062"/>
                <a:gd name="connsiteY307" fmla="*/ 249179 h 508194"/>
                <a:gd name="connsiteX308" fmla="*/ 191802 w 736062"/>
                <a:gd name="connsiteY308" fmla="*/ 250818 h 508194"/>
                <a:gd name="connsiteX309" fmla="*/ 190163 w 736062"/>
                <a:gd name="connsiteY309" fmla="*/ 254097 h 508194"/>
                <a:gd name="connsiteX310" fmla="*/ 193442 w 736062"/>
                <a:gd name="connsiteY310" fmla="*/ 252458 h 508194"/>
                <a:gd name="connsiteX311" fmla="*/ 198359 w 736062"/>
                <a:gd name="connsiteY311" fmla="*/ 250818 h 508194"/>
                <a:gd name="connsiteX312" fmla="*/ 198359 w 736062"/>
                <a:gd name="connsiteY312" fmla="*/ 250818 h 508194"/>
                <a:gd name="connsiteX313" fmla="*/ 203278 w 736062"/>
                <a:gd name="connsiteY313" fmla="*/ 249179 h 508194"/>
                <a:gd name="connsiteX314" fmla="*/ 203278 w 736062"/>
                <a:gd name="connsiteY314" fmla="*/ 249179 h 508194"/>
                <a:gd name="connsiteX315" fmla="*/ 198359 w 736062"/>
                <a:gd name="connsiteY315" fmla="*/ 249179 h 508194"/>
                <a:gd name="connsiteX316" fmla="*/ 199999 w 736062"/>
                <a:gd name="connsiteY316" fmla="*/ 245901 h 508194"/>
                <a:gd name="connsiteX317" fmla="*/ 203278 w 736062"/>
                <a:gd name="connsiteY317" fmla="*/ 245901 h 508194"/>
                <a:gd name="connsiteX318" fmla="*/ 199999 w 736062"/>
                <a:gd name="connsiteY318" fmla="*/ 244261 h 508194"/>
                <a:gd name="connsiteX319" fmla="*/ 195081 w 736062"/>
                <a:gd name="connsiteY319" fmla="*/ 244261 h 508194"/>
                <a:gd name="connsiteX320" fmla="*/ 196720 w 736062"/>
                <a:gd name="connsiteY320" fmla="*/ 239343 h 508194"/>
                <a:gd name="connsiteX321" fmla="*/ 199999 w 736062"/>
                <a:gd name="connsiteY321" fmla="*/ 239343 h 508194"/>
                <a:gd name="connsiteX322" fmla="*/ 203278 w 736062"/>
                <a:gd name="connsiteY322" fmla="*/ 237704 h 508194"/>
                <a:gd name="connsiteX323" fmla="*/ 208195 w 736062"/>
                <a:gd name="connsiteY323" fmla="*/ 236065 h 508194"/>
                <a:gd name="connsiteX324" fmla="*/ 204917 w 736062"/>
                <a:gd name="connsiteY324" fmla="*/ 236065 h 508194"/>
                <a:gd name="connsiteX325" fmla="*/ 203278 w 736062"/>
                <a:gd name="connsiteY325" fmla="*/ 236065 h 508194"/>
                <a:gd name="connsiteX326" fmla="*/ 201638 w 736062"/>
                <a:gd name="connsiteY326" fmla="*/ 236065 h 508194"/>
                <a:gd name="connsiteX327" fmla="*/ 206556 w 736062"/>
                <a:gd name="connsiteY327" fmla="*/ 232786 h 508194"/>
                <a:gd name="connsiteX328" fmla="*/ 209835 w 736062"/>
                <a:gd name="connsiteY328" fmla="*/ 232786 h 508194"/>
                <a:gd name="connsiteX329" fmla="*/ 209835 w 736062"/>
                <a:gd name="connsiteY329" fmla="*/ 232786 h 508194"/>
                <a:gd name="connsiteX330" fmla="*/ 214753 w 736062"/>
                <a:gd name="connsiteY330" fmla="*/ 231146 h 508194"/>
                <a:gd name="connsiteX331" fmla="*/ 218032 w 736062"/>
                <a:gd name="connsiteY331" fmla="*/ 231146 h 508194"/>
                <a:gd name="connsiteX332" fmla="*/ 218032 w 736062"/>
                <a:gd name="connsiteY332" fmla="*/ 231146 h 508194"/>
                <a:gd name="connsiteX333" fmla="*/ 222949 w 736062"/>
                <a:gd name="connsiteY333" fmla="*/ 231146 h 508194"/>
                <a:gd name="connsiteX334" fmla="*/ 226228 w 736062"/>
                <a:gd name="connsiteY334" fmla="*/ 232786 h 508194"/>
                <a:gd name="connsiteX335" fmla="*/ 222949 w 736062"/>
                <a:gd name="connsiteY335" fmla="*/ 231146 h 508194"/>
                <a:gd name="connsiteX336" fmla="*/ 218032 w 736062"/>
                <a:gd name="connsiteY336" fmla="*/ 231146 h 508194"/>
                <a:gd name="connsiteX337" fmla="*/ 218032 w 736062"/>
                <a:gd name="connsiteY337" fmla="*/ 229507 h 508194"/>
                <a:gd name="connsiteX338" fmla="*/ 213114 w 736062"/>
                <a:gd name="connsiteY338" fmla="*/ 229507 h 508194"/>
                <a:gd name="connsiteX339" fmla="*/ 209835 w 736062"/>
                <a:gd name="connsiteY339" fmla="*/ 232786 h 508194"/>
                <a:gd name="connsiteX340" fmla="*/ 206556 w 736062"/>
                <a:gd name="connsiteY340" fmla="*/ 232786 h 508194"/>
                <a:gd name="connsiteX341" fmla="*/ 201638 w 736062"/>
                <a:gd name="connsiteY341" fmla="*/ 234425 h 508194"/>
                <a:gd name="connsiteX342" fmla="*/ 198359 w 736062"/>
                <a:gd name="connsiteY342" fmla="*/ 236065 h 508194"/>
                <a:gd name="connsiteX343" fmla="*/ 195081 w 736062"/>
                <a:gd name="connsiteY343" fmla="*/ 237704 h 508194"/>
                <a:gd name="connsiteX344" fmla="*/ 191802 w 736062"/>
                <a:gd name="connsiteY344" fmla="*/ 239343 h 508194"/>
                <a:gd name="connsiteX345" fmla="*/ 195081 w 736062"/>
                <a:gd name="connsiteY345" fmla="*/ 236065 h 508194"/>
                <a:gd name="connsiteX346" fmla="*/ 190163 w 736062"/>
                <a:gd name="connsiteY346" fmla="*/ 236065 h 508194"/>
                <a:gd name="connsiteX347" fmla="*/ 195081 w 736062"/>
                <a:gd name="connsiteY347" fmla="*/ 234425 h 508194"/>
                <a:gd name="connsiteX348" fmla="*/ 198359 w 736062"/>
                <a:gd name="connsiteY348" fmla="*/ 234425 h 508194"/>
                <a:gd name="connsiteX349" fmla="*/ 201638 w 736062"/>
                <a:gd name="connsiteY349" fmla="*/ 232786 h 508194"/>
                <a:gd name="connsiteX350" fmla="*/ 198359 w 736062"/>
                <a:gd name="connsiteY350" fmla="*/ 234425 h 508194"/>
                <a:gd name="connsiteX351" fmla="*/ 193442 w 736062"/>
                <a:gd name="connsiteY351" fmla="*/ 232786 h 508194"/>
                <a:gd name="connsiteX352" fmla="*/ 196720 w 736062"/>
                <a:gd name="connsiteY352" fmla="*/ 232786 h 508194"/>
                <a:gd name="connsiteX353" fmla="*/ 201638 w 736062"/>
                <a:gd name="connsiteY353" fmla="*/ 232786 h 508194"/>
                <a:gd name="connsiteX354" fmla="*/ 198359 w 736062"/>
                <a:gd name="connsiteY354" fmla="*/ 231146 h 508194"/>
                <a:gd name="connsiteX355" fmla="*/ 201638 w 736062"/>
                <a:gd name="connsiteY355" fmla="*/ 231146 h 508194"/>
                <a:gd name="connsiteX356" fmla="*/ 204917 w 736062"/>
                <a:gd name="connsiteY356" fmla="*/ 229507 h 508194"/>
                <a:gd name="connsiteX357" fmla="*/ 201638 w 736062"/>
                <a:gd name="connsiteY357" fmla="*/ 229507 h 508194"/>
                <a:gd name="connsiteX358" fmla="*/ 203278 w 736062"/>
                <a:gd name="connsiteY358" fmla="*/ 229507 h 508194"/>
                <a:gd name="connsiteX359" fmla="*/ 208195 w 736062"/>
                <a:gd name="connsiteY359" fmla="*/ 227868 h 508194"/>
                <a:gd name="connsiteX360" fmla="*/ 211474 w 736062"/>
                <a:gd name="connsiteY360" fmla="*/ 226228 h 508194"/>
                <a:gd name="connsiteX361" fmla="*/ 209835 w 736062"/>
                <a:gd name="connsiteY361" fmla="*/ 226228 h 508194"/>
                <a:gd name="connsiteX362" fmla="*/ 206556 w 736062"/>
                <a:gd name="connsiteY362" fmla="*/ 226228 h 508194"/>
                <a:gd name="connsiteX363" fmla="*/ 211474 w 736062"/>
                <a:gd name="connsiteY363" fmla="*/ 222950 h 508194"/>
                <a:gd name="connsiteX364" fmla="*/ 214753 w 736062"/>
                <a:gd name="connsiteY364" fmla="*/ 226228 h 508194"/>
                <a:gd name="connsiteX365" fmla="*/ 216392 w 736062"/>
                <a:gd name="connsiteY365" fmla="*/ 221310 h 508194"/>
                <a:gd name="connsiteX366" fmla="*/ 219671 w 736062"/>
                <a:gd name="connsiteY366" fmla="*/ 221310 h 508194"/>
                <a:gd name="connsiteX367" fmla="*/ 221310 w 736062"/>
                <a:gd name="connsiteY367" fmla="*/ 224589 h 508194"/>
                <a:gd name="connsiteX368" fmla="*/ 218032 w 736062"/>
                <a:gd name="connsiteY368" fmla="*/ 226228 h 508194"/>
                <a:gd name="connsiteX369" fmla="*/ 216392 w 736062"/>
                <a:gd name="connsiteY369" fmla="*/ 226228 h 508194"/>
                <a:gd name="connsiteX370" fmla="*/ 213114 w 736062"/>
                <a:gd name="connsiteY370" fmla="*/ 226228 h 508194"/>
                <a:gd name="connsiteX371" fmla="*/ 216392 w 736062"/>
                <a:gd name="connsiteY371" fmla="*/ 227868 h 508194"/>
                <a:gd name="connsiteX372" fmla="*/ 219671 w 736062"/>
                <a:gd name="connsiteY372" fmla="*/ 226228 h 508194"/>
                <a:gd name="connsiteX373" fmla="*/ 222949 w 736062"/>
                <a:gd name="connsiteY373" fmla="*/ 226228 h 508194"/>
                <a:gd name="connsiteX374" fmla="*/ 227868 w 736062"/>
                <a:gd name="connsiteY374" fmla="*/ 224589 h 508194"/>
                <a:gd name="connsiteX375" fmla="*/ 231146 w 736062"/>
                <a:gd name="connsiteY375" fmla="*/ 222950 h 508194"/>
                <a:gd name="connsiteX376" fmla="*/ 234425 w 736062"/>
                <a:gd name="connsiteY376" fmla="*/ 221310 h 508194"/>
                <a:gd name="connsiteX377" fmla="*/ 239343 w 736062"/>
                <a:gd name="connsiteY377" fmla="*/ 218032 h 508194"/>
                <a:gd name="connsiteX378" fmla="*/ 234425 w 736062"/>
                <a:gd name="connsiteY378" fmla="*/ 219671 h 508194"/>
                <a:gd name="connsiteX379" fmla="*/ 231146 w 736062"/>
                <a:gd name="connsiteY379" fmla="*/ 221310 h 508194"/>
                <a:gd name="connsiteX380" fmla="*/ 227868 w 736062"/>
                <a:gd name="connsiteY380" fmla="*/ 222950 h 508194"/>
                <a:gd name="connsiteX381" fmla="*/ 222949 w 736062"/>
                <a:gd name="connsiteY381" fmla="*/ 222950 h 508194"/>
                <a:gd name="connsiteX382" fmla="*/ 222949 w 736062"/>
                <a:gd name="connsiteY382" fmla="*/ 222950 h 508194"/>
                <a:gd name="connsiteX383" fmla="*/ 227868 w 736062"/>
                <a:gd name="connsiteY383" fmla="*/ 221310 h 508194"/>
                <a:gd name="connsiteX384" fmla="*/ 222949 w 736062"/>
                <a:gd name="connsiteY384" fmla="*/ 221310 h 508194"/>
                <a:gd name="connsiteX385" fmla="*/ 224589 w 736062"/>
                <a:gd name="connsiteY385" fmla="*/ 216392 h 508194"/>
                <a:gd name="connsiteX386" fmla="*/ 221310 w 736062"/>
                <a:gd name="connsiteY386" fmla="*/ 216392 h 508194"/>
                <a:gd name="connsiteX387" fmla="*/ 218032 w 736062"/>
                <a:gd name="connsiteY387" fmla="*/ 219671 h 508194"/>
                <a:gd name="connsiteX388" fmla="*/ 216392 w 736062"/>
                <a:gd name="connsiteY388" fmla="*/ 216392 h 508194"/>
                <a:gd name="connsiteX389" fmla="*/ 219671 w 736062"/>
                <a:gd name="connsiteY389" fmla="*/ 213114 h 508194"/>
                <a:gd name="connsiteX390" fmla="*/ 219671 w 736062"/>
                <a:gd name="connsiteY390" fmla="*/ 208196 h 508194"/>
                <a:gd name="connsiteX391" fmla="*/ 222949 w 736062"/>
                <a:gd name="connsiteY391" fmla="*/ 208196 h 508194"/>
                <a:gd name="connsiteX392" fmla="*/ 224589 w 736062"/>
                <a:gd name="connsiteY392" fmla="*/ 213114 h 508194"/>
                <a:gd name="connsiteX393" fmla="*/ 229507 w 736062"/>
                <a:gd name="connsiteY393" fmla="*/ 213114 h 508194"/>
                <a:gd name="connsiteX394" fmla="*/ 231146 w 736062"/>
                <a:gd name="connsiteY394" fmla="*/ 213114 h 508194"/>
                <a:gd name="connsiteX395" fmla="*/ 234425 w 736062"/>
                <a:gd name="connsiteY395" fmla="*/ 211474 h 508194"/>
                <a:gd name="connsiteX396" fmla="*/ 231146 w 736062"/>
                <a:gd name="connsiteY396" fmla="*/ 211474 h 508194"/>
                <a:gd name="connsiteX397" fmla="*/ 229507 w 736062"/>
                <a:gd name="connsiteY397" fmla="*/ 208196 h 508194"/>
                <a:gd name="connsiteX398" fmla="*/ 226228 w 736062"/>
                <a:gd name="connsiteY398" fmla="*/ 208196 h 508194"/>
                <a:gd name="connsiteX399" fmla="*/ 222949 w 736062"/>
                <a:gd name="connsiteY399" fmla="*/ 204917 h 508194"/>
                <a:gd name="connsiteX400" fmla="*/ 226228 w 736062"/>
                <a:gd name="connsiteY400" fmla="*/ 201638 h 508194"/>
                <a:gd name="connsiteX401" fmla="*/ 229507 w 736062"/>
                <a:gd name="connsiteY401" fmla="*/ 203278 h 508194"/>
                <a:gd name="connsiteX402" fmla="*/ 232786 w 736062"/>
                <a:gd name="connsiteY402" fmla="*/ 204917 h 508194"/>
                <a:gd name="connsiteX403" fmla="*/ 229507 w 736062"/>
                <a:gd name="connsiteY403" fmla="*/ 201638 h 508194"/>
                <a:gd name="connsiteX404" fmla="*/ 231146 w 736062"/>
                <a:gd name="connsiteY404" fmla="*/ 198360 h 508194"/>
                <a:gd name="connsiteX405" fmla="*/ 231146 w 736062"/>
                <a:gd name="connsiteY405" fmla="*/ 193442 h 508194"/>
                <a:gd name="connsiteX406" fmla="*/ 234425 w 736062"/>
                <a:gd name="connsiteY406" fmla="*/ 191802 h 508194"/>
                <a:gd name="connsiteX407" fmla="*/ 239343 w 736062"/>
                <a:gd name="connsiteY407" fmla="*/ 193442 h 508194"/>
                <a:gd name="connsiteX408" fmla="*/ 242622 w 736062"/>
                <a:gd name="connsiteY408" fmla="*/ 193442 h 508194"/>
                <a:gd name="connsiteX409" fmla="*/ 245901 w 736062"/>
                <a:gd name="connsiteY409" fmla="*/ 196720 h 508194"/>
                <a:gd name="connsiteX410" fmla="*/ 245901 w 736062"/>
                <a:gd name="connsiteY410" fmla="*/ 196720 h 508194"/>
                <a:gd name="connsiteX411" fmla="*/ 244261 w 736062"/>
                <a:gd name="connsiteY411" fmla="*/ 193442 h 508194"/>
                <a:gd name="connsiteX412" fmla="*/ 240982 w 736062"/>
                <a:gd name="connsiteY412" fmla="*/ 193442 h 508194"/>
                <a:gd name="connsiteX413" fmla="*/ 239343 w 736062"/>
                <a:gd name="connsiteY413" fmla="*/ 188524 h 508194"/>
                <a:gd name="connsiteX414" fmla="*/ 234425 w 736062"/>
                <a:gd name="connsiteY414" fmla="*/ 188524 h 508194"/>
                <a:gd name="connsiteX415" fmla="*/ 231146 w 736062"/>
                <a:gd name="connsiteY415" fmla="*/ 188524 h 508194"/>
                <a:gd name="connsiteX416" fmla="*/ 234425 w 736062"/>
                <a:gd name="connsiteY416" fmla="*/ 188524 h 508194"/>
                <a:gd name="connsiteX417" fmla="*/ 239343 w 736062"/>
                <a:gd name="connsiteY417" fmla="*/ 185245 h 508194"/>
                <a:gd name="connsiteX418" fmla="*/ 242622 w 736062"/>
                <a:gd name="connsiteY418" fmla="*/ 185245 h 508194"/>
                <a:gd name="connsiteX419" fmla="*/ 245901 w 736062"/>
                <a:gd name="connsiteY419" fmla="*/ 183606 h 508194"/>
                <a:gd name="connsiteX420" fmla="*/ 247539 w 736062"/>
                <a:gd name="connsiteY420" fmla="*/ 183606 h 508194"/>
                <a:gd name="connsiteX421" fmla="*/ 250818 w 736062"/>
                <a:gd name="connsiteY421" fmla="*/ 181966 h 508194"/>
                <a:gd name="connsiteX422" fmla="*/ 254097 w 736062"/>
                <a:gd name="connsiteY422" fmla="*/ 181966 h 508194"/>
                <a:gd name="connsiteX423" fmla="*/ 255736 w 736062"/>
                <a:gd name="connsiteY423" fmla="*/ 185245 h 508194"/>
                <a:gd name="connsiteX424" fmla="*/ 259015 w 736062"/>
                <a:gd name="connsiteY424" fmla="*/ 183606 h 508194"/>
                <a:gd name="connsiteX425" fmla="*/ 263933 w 736062"/>
                <a:gd name="connsiteY425" fmla="*/ 185245 h 508194"/>
                <a:gd name="connsiteX426" fmla="*/ 260654 w 736062"/>
                <a:gd name="connsiteY426" fmla="*/ 183606 h 508194"/>
                <a:gd name="connsiteX427" fmla="*/ 263933 w 736062"/>
                <a:gd name="connsiteY427" fmla="*/ 181966 h 508194"/>
                <a:gd name="connsiteX428" fmla="*/ 268851 w 736062"/>
                <a:gd name="connsiteY428" fmla="*/ 180327 h 508194"/>
                <a:gd name="connsiteX429" fmla="*/ 272130 w 736062"/>
                <a:gd name="connsiteY429" fmla="*/ 178688 h 508194"/>
                <a:gd name="connsiteX430" fmla="*/ 273769 w 736062"/>
                <a:gd name="connsiteY430" fmla="*/ 177048 h 508194"/>
                <a:gd name="connsiteX431" fmla="*/ 268851 w 736062"/>
                <a:gd name="connsiteY431" fmla="*/ 178688 h 508194"/>
                <a:gd name="connsiteX432" fmla="*/ 265572 w 736062"/>
                <a:gd name="connsiteY432" fmla="*/ 180327 h 508194"/>
                <a:gd name="connsiteX433" fmla="*/ 262294 w 736062"/>
                <a:gd name="connsiteY433" fmla="*/ 180327 h 508194"/>
                <a:gd name="connsiteX434" fmla="*/ 259015 w 736062"/>
                <a:gd name="connsiteY434" fmla="*/ 180327 h 508194"/>
                <a:gd name="connsiteX435" fmla="*/ 254097 w 736062"/>
                <a:gd name="connsiteY435" fmla="*/ 180327 h 508194"/>
                <a:gd name="connsiteX436" fmla="*/ 250818 w 736062"/>
                <a:gd name="connsiteY436" fmla="*/ 180327 h 508194"/>
                <a:gd name="connsiteX437" fmla="*/ 245901 w 736062"/>
                <a:gd name="connsiteY437" fmla="*/ 181966 h 508194"/>
                <a:gd name="connsiteX438" fmla="*/ 242622 w 736062"/>
                <a:gd name="connsiteY438" fmla="*/ 183606 h 508194"/>
                <a:gd name="connsiteX439" fmla="*/ 245901 w 736062"/>
                <a:gd name="connsiteY439" fmla="*/ 180327 h 508194"/>
                <a:gd name="connsiteX440" fmla="*/ 250818 w 736062"/>
                <a:gd name="connsiteY440" fmla="*/ 178688 h 508194"/>
                <a:gd name="connsiteX441" fmla="*/ 254097 w 736062"/>
                <a:gd name="connsiteY441" fmla="*/ 178688 h 508194"/>
                <a:gd name="connsiteX442" fmla="*/ 249179 w 736062"/>
                <a:gd name="connsiteY442" fmla="*/ 178688 h 508194"/>
                <a:gd name="connsiteX443" fmla="*/ 245901 w 736062"/>
                <a:gd name="connsiteY443" fmla="*/ 178688 h 508194"/>
                <a:gd name="connsiteX444" fmla="*/ 242622 w 736062"/>
                <a:gd name="connsiteY444" fmla="*/ 178688 h 508194"/>
                <a:gd name="connsiteX445" fmla="*/ 244261 w 736062"/>
                <a:gd name="connsiteY445" fmla="*/ 173770 h 508194"/>
                <a:gd name="connsiteX446" fmla="*/ 240982 w 736062"/>
                <a:gd name="connsiteY446" fmla="*/ 170491 h 508194"/>
                <a:gd name="connsiteX447" fmla="*/ 242622 w 736062"/>
                <a:gd name="connsiteY447" fmla="*/ 170491 h 508194"/>
                <a:gd name="connsiteX448" fmla="*/ 245901 w 736062"/>
                <a:gd name="connsiteY448" fmla="*/ 170491 h 508194"/>
                <a:gd name="connsiteX449" fmla="*/ 249179 w 736062"/>
                <a:gd name="connsiteY449" fmla="*/ 172130 h 508194"/>
                <a:gd name="connsiteX450" fmla="*/ 254097 w 736062"/>
                <a:gd name="connsiteY450" fmla="*/ 168852 h 508194"/>
                <a:gd name="connsiteX451" fmla="*/ 257376 w 736062"/>
                <a:gd name="connsiteY451" fmla="*/ 170491 h 508194"/>
                <a:gd name="connsiteX452" fmla="*/ 262294 w 736062"/>
                <a:gd name="connsiteY452" fmla="*/ 167212 h 508194"/>
                <a:gd name="connsiteX453" fmla="*/ 255736 w 736062"/>
                <a:gd name="connsiteY453" fmla="*/ 167212 h 508194"/>
                <a:gd name="connsiteX454" fmla="*/ 252458 w 736062"/>
                <a:gd name="connsiteY454" fmla="*/ 168852 h 508194"/>
                <a:gd name="connsiteX455" fmla="*/ 249179 w 736062"/>
                <a:gd name="connsiteY455" fmla="*/ 168852 h 508194"/>
                <a:gd name="connsiteX456" fmla="*/ 245901 w 736062"/>
                <a:gd name="connsiteY456" fmla="*/ 165573 h 508194"/>
                <a:gd name="connsiteX457" fmla="*/ 249179 w 736062"/>
                <a:gd name="connsiteY457" fmla="*/ 165573 h 508194"/>
                <a:gd name="connsiteX458" fmla="*/ 254097 w 736062"/>
                <a:gd name="connsiteY458" fmla="*/ 165573 h 508194"/>
                <a:gd name="connsiteX459" fmla="*/ 250818 w 736062"/>
                <a:gd name="connsiteY459" fmla="*/ 163934 h 508194"/>
                <a:gd name="connsiteX460" fmla="*/ 247539 w 736062"/>
                <a:gd name="connsiteY460" fmla="*/ 163934 h 508194"/>
                <a:gd name="connsiteX461" fmla="*/ 250818 w 736062"/>
                <a:gd name="connsiteY461" fmla="*/ 162294 h 508194"/>
                <a:gd name="connsiteX462" fmla="*/ 255736 w 736062"/>
                <a:gd name="connsiteY462" fmla="*/ 162294 h 508194"/>
                <a:gd name="connsiteX463" fmla="*/ 259015 w 736062"/>
                <a:gd name="connsiteY463" fmla="*/ 163934 h 508194"/>
                <a:gd name="connsiteX464" fmla="*/ 262294 w 736062"/>
                <a:gd name="connsiteY464" fmla="*/ 162294 h 508194"/>
                <a:gd name="connsiteX465" fmla="*/ 259015 w 736062"/>
                <a:gd name="connsiteY465" fmla="*/ 162294 h 508194"/>
                <a:gd name="connsiteX466" fmla="*/ 255736 w 736062"/>
                <a:gd name="connsiteY466" fmla="*/ 162294 h 508194"/>
                <a:gd name="connsiteX467" fmla="*/ 259015 w 736062"/>
                <a:gd name="connsiteY467" fmla="*/ 162294 h 508194"/>
                <a:gd name="connsiteX468" fmla="*/ 255736 w 736062"/>
                <a:gd name="connsiteY468" fmla="*/ 160655 h 508194"/>
                <a:gd name="connsiteX469" fmla="*/ 259015 w 736062"/>
                <a:gd name="connsiteY469" fmla="*/ 159016 h 508194"/>
                <a:gd name="connsiteX470" fmla="*/ 263933 w 736062"/>
                <a:gd name="connsiteY470" fmla="*/ 160655 h 508194"/>
                <a:gd name="connsiteX471" fmla="*/ 267212 w 736062"/>
                <a:gd name="connsiteY471" fmla="*/ 160655 h 508194"/>
                <a:gd name="connsiteX472" fmla="*/ 262294 w 736062"/>
                <a:gd name="connsiteY472" fmla="*/ 159016 h 508194"/>
                <a:gd name="connsiteX473" fmla="*/ 259015 w 736062"/>
                <a:gd name="connsiteY473" fmla="*/ 157376 h 508194"/>
                <a:gd name="connsiteX474" fmla="*/ 255736 w 736062"/>
                <a:gd name="connsiteY474" fmla="*/ 155737 h 508194"/>
                <a:gd name="connsiteX475" fmla="*/ 259015 w 736062"/>
                <a:gd name="connsiteY475" fmla="*/ 154098 h 508194"/>
                <a:gd name="connsiteX476" fmla="*/ 262294 w 736062"/>
                <a:gd name="connsiteY476" fmla="*/ 154098 h 508194"/>
                <a:gd name="connsiteX477" fmla="*/ 267212 w 736062"/>
                <a:gd name="connsiteY477" fmla="*/ 152458 h 508194"/>
                <a:gd name="connsiteX478" fmla="*/ 270491 w 736062"/>
                <a:gd name="connsiteY478" fmla="*/ 152458 h 508194"/>
                <a:gd name="connsiteX479" fmla="*/ 273769 w 736062"/>
                <a:gd name="connsiteY479" fmla="*/ 152458 h 508194"/>
                <a:gd name="connsiteX480" fmla="*/ 278687 w 736062"/>
                <a:gd name="connsiteY480" fmla="*/ 149180 h 508194"/>
                <a:gd name="connsiteX481" fmla="*/ 281966 w 736062"/>
                <a:gd name="connsiteY481" fmla="*/ 149180 h 508194"/>
                <a:gd name="connsiteX482" fmla="*/ 285245 w 736062"/>
                <a:gd name="connsiteY482" fmla="*/ 150819 h 508194"/>
                <a:gd name="connsiteX483" fmla="*/ 281966 w 736062"/>
                <a:gd name="connsiteY483" fmla="*/ 149180 h 508194"/>
                <a:gd name="connsiteX484" fmla="*/ 278687 w 736062"/>
                <a:gd name="connsiteY484" fmla="*/ 149180 h 508194"/>
                <a:gd name="connsiteX485" fmla="*/ 277048 w 736062"/>
                <a:gd name="connsiteY485" fmla="*/ 149180 h 508194"/>
                <a:gd name="connsiteX486" fmla="*/ 280326 w 736062"/>
                <a:gd name="connsiteY486" fmla="*/ 145901 h 508194"/>
                <a:gd name="connsiteX487" fmla="*/ 283605 w 736062"/>
                <a:gd name="connsiteY487" fmla="*/ 145901 h 508194"/>
                <a:gd name="connsiteX488" fmla="*/ 286884 w 736062"/>
                <a:gd name="connsiteY488" fmla="*/ 144262 h 508194"/>
                <a:gd name="connsiteX489" fmla="*/ 291802 w 736062"/>
                <a:gd name="connsiteY489" fmla="*/ 144262 h 508194"/>
                <a:gd name="connsiteX490" fmla="*/ 295081 w 736062"/>
                <a:gd name="connsiteY490" fmla="*/ 144262 h 508194"/>
                <a:gd name="connsiteX491" fmla="*/ 295081 w 736062"/>
                <a:gd name="connsiteY491" fmla="*/ 142622 h 508194"/>
                <a:gd name="connsiteX492" fmla="*/ 295081 w 736062"/>
                <a:gd name="connsiteY492" fmla="*/ 144262 h 508194"/>
                <a:gd name="connsiteX493" fmla="*/ 295081 w 736062"/>
                <a:gd name="connsiteY493" fmla="*/ 144262 h 508194"/>
                <a:gd name="connsiteX494" fmla="*/ 298359 w 736062"/>
                <a:gd name="connsiteY494" fmla="*/ 144262 h 508194"/>
                <a:gd name="connsiteX495" fmla="*/ 303277 w 736062"/>
                <a:gd name="connsiteY495" fmla="*/ 144262 h 508194"/>
                <a:gd name="connsiteX496" fmla="*/ 306556 w 736062"/>
                <a:gd name="connsiteY496" fmla="*/ 144262 h 508194"/>
                <a:gd name="connsiteX497" fmla="*/ 309835 w 736062"/>
                <a:gd name="connsiteY497" fmla="*/ 147540 h 508194"/>
                <a:gd name="connsiteX498" fmla="*/ 309835 w 736062"/>
                <a:gd name="connsiteY498" fmla="*/ 144262 h 508194"/>
                <a:gd name="connsiteX499" fmla="*/ 311474 w 736062"/>
                <a:gd name="connsiteY499" fmla="*/ 144262 h 508194"/>
                <a:gd name="connsiteX500" fmla="*/ 314752 w 736062"/>
                <a:gd name="connsiteY500" fmla="*/ 144262 h 508194"/>
                <a:gd name="connsiteX501" fmla="*/ 311474 w 736062"/>
                <a:gd name="connsiteY501" fmla="*/ 142622 h 508194"/>
                <a:gd name="connsiteX502" fmla="*/ 309835 w 736062"/>
                <a:gd name="connsiteY502" fmla="*/ 142622 h 508194"/>
                <a:gd name="connsiteX503" fmla="*/ 308195 w 736062"/>
                <a:gd name="connsiteY503" fmla="*/ 142622 h 508194"/>
                <a:gd name="connsiteX504" fmla="*/ 303277 w 736062"/>
                <a:gd name="connsiteY504" fmla="*/ 142622 h 508194"/>
                <a:gd name="connsiteX505" fmla="*/ 299998 w 736062"/>
                <a:gd name="connsiteY505" fmla="*/ 140983 h 508194"/>
                <a:gd name="connsiteX506" fmla="*/ 295081 w 736062"/>
                <a:gd name="connsiteY506" fmla="*/ 140983 h 508194"/>
                <a:gd name="connsiteX507" fmla="*/ 293441 w 736062"/>
                <a:gd name="connsiteY507" fmla="*/ 142622 h 508194"/>
                <a:gd name="connsiteX508" fmla="*/ 290162 w 736062"/>
                <a:gd name="connsiteY508" fmla="*/ 142622 h 508194"/>
                <a:gd name="connsiteX509" fmla="*/ 288523 w 736062"/>
                <a:gd name="connsiteY509" fmla="*/ 140983 h 508194"/>
                <a:gd name="connsiteX510" fmla="*/ 283605 w 736062"/>
                <a:gd name="connsiteY510" fmla="*/ 140983 h 508194"/>
                <a:gd name="connsiteX511" fmla="*/ 280326 w 736062"/>
                <a:gd name="connsiteY511" fmla="*/ 140983 h 508194"/>
                <a:gd name="connsiteX512" fmla="*/ 283605 w 736062"/>
                <a:gd name="connsiteY512" fmla="*/ 139344 h 508194"/>
                <a:gd name="connsiteX513" fmla="*/ 288523 w 736062"/>
                <a:gd name="connsiteY513" fmla="*/ 136065 h 508194"/>
                <a:gd name="connsiteX514" fmla="*/ 291802 w 736062"/>
                <a:gd name="connsiteY514" fmla="*/ 137704 h 508194"/>
                <a:gd name="connsiteX515" fmla="*/ 295081 w 736062"/>
                <a:gd name="connsiteY515" fmla="*/ 136065 h 508194"/>
                <a:gd name="connsiteX516" fmla="*/ 295081 w 736062"/>
                <a:gd name="connsiteY516" fmla="*/ 134426 h 508194"/>
                <a:gd name="connsiteX517" fmla="*/ 291802 w 736062"/>
                <a:gd name="connsiteY517" fmla="*/ 134426 h 508194"/>
                <a:gd name="connsiteX518" fmla="*/ 288523 w 736062"/>
                <a:gd name="connsiteY518" fmla="*/ 134426 h 508194"/>
                <a:gd name="connsiteX519" fmla="*/ 291802 w 736062"/>
                <a:gd name="connsiteY519" fmla="*/ 132786 h 508194"/>
                <a:gd name="connsiteX520" fmla="*/ 295081 w 736062"/>
                <a:gd name="connsiteY520" fmla="*/ 131147 h 508194"/>
                <a:gd name="connsiteX521" fmla="*/ 296720 w 736062"/>
                <a:gd name="connsiteY521" fmla="*/ 129508 h 508194"/>
                <a:gd name="connsiteX522" fmla="*/ 299998 w 736062"/>
                <a:gd name="connsiteY522" fmla="*/ 131147 h 508194"/>
                <a:gd name="connsiteX523" fmla="*/ 295081 w 736062"/>
                <a:gd name="connsiteY523" fmla="*/ 132786 h 508194"/>
                <a:gd name="connsiteX524" fmla="*/ 295081 w 736062"/>
                <a:gd name="connsiteY524" fmla="*/ 134426 h 508194"/>
                <a:gd name="connsiteX525" fmla="*/ 299998 w 736062"/>
                <a:gd name="connsiteY525" fmla="*/ 132786 h 508194"/>
                <a:gd name="connsiteX526" fmla="*/ 303277 w 736062"/>
                <a:gd name="connsiteY526" fmla="*/ 132786 h 508194"/>
                <a:gd name="connsiteX527" fmla="*/ 306556 w 736062"/>
                <a:gd name="connsiteY527" fmla="*/ 132786 h 508194"/>
                <a:gd name="connsiteX528" fmla="*/ 311474 w 736062"/>
                <a:gd name="connsiteY528" fmla="*/ 136065 h 508194"/>
                <a:gd name="connsiteX529" fmla="*/ 314752 w 736062"/>
                <a:gd name="connsiteY529" fmla="*/ 137704 h 508194"/>
                <a:gd name="connsiteX530" fmla="*/ 316392 w 736062"/>
                <a:gd name="connsiteY530" fmla="*/ 137704 h 508194"/>
                <a:gd name="connsiteX531" fmla="*/ 313113 w 736062"/>
                <a:gd name="connsiteY531" fmla="*/ 136065 h 508194"/>
                <a:gd name="connsiteX532" fmla="*/ 313113 w 736062"/>
                <a:gd name="connsiteY532" fmla="*/ 132786 h 508194"/>
                <a:gd name="connsiteX533" fmla="*/ 318031 w 736062"/>
                <a:gd name="connsiteY533" fmla="*/ 131147 h 508194"/>
                <a:gd name="connsiteX534" fmla="*/ 321310 w 736062"/>
                <a:gd name="connsiteY534" fmla="*/ 131147 h 508194"/>
                <a:gd name="connsiteX535" fmla="*/ 318031 w 736062"/>
                <a:gd name="connsiteY535" fmla="*/ 131147 h 508194"/>
                <a:gd name="connsiteX536" fmla="*/ 314752 w 736062"/>
                <a:gd name="connsiteY536" fmla="*/ 131147 h 508194"/>
                <a:gd name="connsiteX537" fmla="*/ 309835 w 736062"/>
                <a:gd name="connsiteY537" fmla="*/ 132786 h 508194"/>
                <a:gd name="connsiteX538" fmla="*/ 306556 w 736062"/>
                <a:gd name="connsiteY538" fmla="*/ 132786 h 508194"/>
                <a:gd name="connsiteX539" fmla="*/ 303277 w 736062"/>
                <a:gd name="connsiteY539" fmla="*/ 131147 h 508194"/>
                <a:gd name="connsiteX540" fmla="*/ 306556 w 736062"/>
                <a:gd name="connsiteY540" fmla="*/ 129508 h 508194"/>
                <a:gd name="connsiteX541" fmla="*/ 303277 w 736062"/>
                <a:gd name="connsiteY541" fmla="*/ 127868 h 508194"/>
                <a:gd name="connsiteX542" fmla="*/ 304916 w 736062"/>
                <a:gd name="connsiteY542" fmla="*/ 124590 h 508194"/>
                <a:gd name="connsiteX543" fmla="*/ 308195 w 736062"/>
                <a:gd name="connsiteY543" fmla="*/ 126229 h 508194"/>
                <a:gd name="connsiteX544" fmla="*/ 313113 w 736062"/>
                <a:gd name="connsiteY544" fmla="*/ 126229 h 508194"/>
                <a:gd name="connsiteX545" fmla="*/ 308195 w 736062"/>
                <a:gd name="connsiteY545" fmla="*/ 124590 h 508194"/>
                <a:gd name="connsiteX546" fmla="*/ 313113 w 736062"/>
                <a:gd name="connsiteY546" fmla="*/ 122950 h 508194"/>
                <a:gd name="connsiteX547" fmla="*/ 316392 w 736062"/>
                <a:gd name="connsiteY547" fmla="*/ 124590 h 508194"/>
                <a:gd name="connsiteX548" fmla="*/ 319671 w 736062"/>
                <a:gd name="connsiteY548" fmla="*/ 126229 h 508194"/>
                <a:gd name="connsiteX549" fmla="*/ 316392 w 736062"/>
                <a:gd name="connsiteY549" fmla="*/ 122950 h 508194"/>
                <a:gd name="connsiteX550" fmla="*/ 313113 w 736062"/>
                <a:gd name="connsiteY550" fmla="*/ 122950 h 508194"/>
                <a:gd name="connsiteX551" fmla="*/ 308195 w 736062"/>
                <a:gd name="connsiteY551" fmla="*/ 121311 h 508194"/>
                <a:gd name="connsiteX552" fmla="*/ 304916 w 736062"/>
                <a:gd name="connsiteY552" fmla="*/ 122950 h 508194"/>
                <a:gd name="connsiteX553" fmla="*/ 301638 w 736062"/>
                <a:gd name="connsiteY553" fmla="*/ 124590 h 508194"/>
                <a:gd name="connsiteX554" fmla="*/ 298359 w 736062"/>
                <a:gd name="connsiteY554" fmla="*/ 126229 h 508194"/>
                <a:gd name="connsiteX555" fmla="*/ 295081 w 736062"/>
                <a:gd name="connsiteY555" fmla="*/ 127868 h 508194"/>
                <a:gd name="connsiteX556" fmla="*/ 291802 w 736062"/>
                <a:gd name="connsiteY556" fmla="*/ 127868 h 508194"/>
                <a:gd name="connsiteX557" fmla="*/ 295081 w 736062"/>
                <a:gd name="connsiteY557" fmla="*/ 124590 h 508194"/>
                <a:gd name="connsiteX558" fmla="*/ 295081 w 736062"/>
                <a:gd name="connsiteY558" fmla="*/ 124590 h 508194"/>
                <a:gd name="connsiteX559" fmla="*/ 298359 w 736062"/>
                <a:gd name="connsiteY559" fmla="*/ 122950 h 508194"/>
                <a:gd name="connsiteX560" fmla="*/ 295081 w 736062"/>
                <a:gd name="connsiteY560" fmla="*/ 122950 h 508194"/>
                <a:gd name="connsiteX561" fmla="*/ 291802 w 736062"/>
                <a:gd name="connsiteY561" fmla="*/ 119672 h 508194"/>
                <a:gd name="connsiteX562" fmla="*/ 295081 w 736062"/>
                <a:gd name="connsiteY562" fmla="*/ 119672 h 508194"/>
                <a:gd name="connsiteX563" fmla="*/ 298359 w 736062"/>
                <a:gd name="connsiteY563" fmla="*/ 119672 h 508194"/>
                <a:gd name="connsiteX564" fmla="*/ 295081 w 736062"/>
                <a:gd name="connsiteY564" fmla="*/ 119672 h 508194"/>
                <a:gd name="connsiteX565" fmla="*/ 295081 w 736062"/>
                <a:gd name="connsiteY565" fmla="*/ 118032 h 508194"/>
                <a:gd name="connsiteX566" fmla="*/ 298359 w 736062"/>
                <a:gd name="connsiteY566" fmla="*/ 118032 h 508194"/>
                <a:gd name="connsiteX567" fmla="*/ 301638 w 736062"/>
                <a:gd name="connsiteY567" fmla="*/ 118032 h 508194"/>
                <a:gd name="connsiteX568" fmla="*/ 306556 w 736062"/>
                <a:gd name="connsiteY568" fmla="*/ 118032 h 508194"/>
                <a:gd name="connsiteX569" fmla="*/ 309835 w 736062"/>
                <a:gd name="connsiteY569" fmla="*/ 116393 h 508194"/>
                <a:gd name="connsiteX570" fmla="*/ 313113 w 736062"/>
                <a:gd name="connsiteY570" fmla="*/ 116393 h 508194"/>
                <a:gd name="connsiteX571" fmla="*/ 318031 w 736062"/>
                <a:gd name="connsiteY571" fmla="*/ 116393 h 508194"/>
                <a:gd name="connsiteX572" fmla="*/ 321310 w 736062"/>
                <a:gd name="connsiteY572" fmla="*/ 118032 h 508194"/>
                <a:gd name="connsiteX573" fmla="*/ 322949 w 736062"/>
                <a:gd name="connsiteY573" fmla="*/ 114754 h 508194"/>
                <a:gd name="connsiteX574" fmla="*/ 319671 w 736062"/>
                <a:gd name="connsiteY574" fmla="*/ 113114 h 508194"/>
                <a:gd name="connsiteX575" fmla="*/ 314752 w 736062"/>
                <a:gd name="connsiteY575" fmla="*/ 113114 h 508194"/>
                <a:gd name="connsiteX576" fmla="*/ 311474 w 736062"/>
                <a:gd name="connsiteY576" fmla="*/ 111475 h 508194"/>
                <a:gd name="connsiteX577" fmla="*/ 308195 w 736062"/>
                <a:gd name="connsiteY577" fmla="*/ 113114 h 508194"/>
                <a:gd name="connsiteX578" fmla="*/ 304916 w 736062"/>
                <a:gd name="connsiteY578" fmla="*/ 113114 h 508194"/>
                <a:gd name="connsiteX579" fmla="*/ 308195 w 736062"/>
                <a:gd name="connsiteY579" fmla="*/ 109836 h 508194"/>
                <a:gd name="connsiteX580" fmla="*/ 311474 w 736062"/>
                <a:gd name="connsiteY580" fmla="*/ 109836 h 508194"/>
                <a:gd name="connsiteX581" fmla="*/ 314752 w 736062"/>
                <a:gd name="connsiteY581" fmla="*/ 108196 h 508194"/>
                <a:gd name="connsiteX582" fmla="*/ 313113 w 736062"/>
                <a:gd name="connsiteY582" fmla="*/ 111475 h 508194"/>
                <a:gd name="connsiteX583" fmla="*/ 316392 w 736062"/>
                <a:gd name="connsiteY583" fmla="*/ 111475 h 508194"/>
                <a:gd name="connsiteX584" fmla="*/ 318031 w 736062"/>
                <a:gd name="connsiteY584" fmla="*/ 109836 h 508194"/>
                <a:gd name="connsiteX585" fmla="*/ 319671 w 736062"/>
                <a:gd name="connsiteY585" fmla="*/ 106557 h 508194"/>
                <a:gd name="connsiteX586" fmla="*/ 322949 w 736062"/>
                <a:gd name="connsiteY586" fmla="*/ 104918 h 508194"/>
                <a:gd name="connsiteX587" fmla="*/ 326228 w 736062"/>
                <a:gd name="connsiteY587" fmla="*/ 106557 h 508194"/>
                <a:gd name="connsiteX588" fmla="*/ 326228 w 736062"/>
                <a:gd name="connsiteY588" fmla="*/ 111475 h 508194"/>
                <a:gd name="connsiteX589" fmla="*/ 329506 w 736062"/>
                <a:gd name="connsiteY589" fmla="*/ 114754 h 508194"/>
                <a:gd name="connsiteX590" fmla="*/ 331146 w 736062"/>
                <a:gd name="connsiteY590" fmla="*/ 118032 h 508194"/>
                <a:gd name="connsiteX591" fmla="*/ 336064 w 736062"/>
                <a:gd name="connsiteY591" fmla="*/ 119672 h 508194"/>
                <a:gd name="connsiteX592" fmla="*/ 331146 w 736062"/>
                <a:gd name="connsiteY592" fmla="*/ 118032 h 508194"/>
                <a:gd name="connsiteX593" fmla="*/ 329506 w 736062"/>
                <a:gd name="connsiteY593" fmla="*/ 113114 h 508194"/>
                <a:gd name="connsiteX594" fmla="*/ 332785 w 736062"/>
                <a:gd name="connsiteY594" fmla="*/ 116393 h 508194"/>
                <a:gd name="connsiteX595" fmla="*/ 337703 w 736062"/>
                <a:gd name="connsiteY595" fmla="*/ 116393 h 508194"/>
                <a:gd name="connsiteX596" fmla="*/ 332785 w 736062"/>
                <a:gd name="connsiteY596" fmla="*/ 113114 h 508194"/>
                <a:gd name="connsiteX597" fmla="*/ 337703 w 736062"/>
                <a:gd name="connsiteY597" fmla="*/ 114754 h 508194"/>
                <a:gd name="connsiteX598" fmla="*/ 336064 w 736062"/>
                <a:gd name="connsiteY598" fmla="*/ 111475 h 508194"/>
                <a:gd name="connsiteX599" fmla="*/ 339342 w 736062"/>
                <a:gd name="connsiteY599" fmla="*/ 111475 h 508194"/>
                <a:gd name="connsiteX600" fmla="*/ 344261 w 736062"/>
                <a:gd name="connsiteY600" fmla="*/ 111475 h 508194"/>
                <a:gd name="connsiteX601" fmla="*/ 339342 w 736062"/>
                <a:gd name="connsiteY601" fmla="*/ 111475 h 508194"/>
                <a:gd name="connsiteX602" fmla="*/ 336064 w 736062"/>
                <a:gd name="connsiteY602" fmla="*/ 109836 h 508194"/>
                <a:gd name="connsiteX603" fmla="*/ 331146 w 736062"/>
                <a:gd name="connsiteY603" fmla="*/ 108196 h 508194"/>
                <a:gd name="connsiteX604" fmla="*/ 336064 w 736062"/>
                <a:gd name="connsiteY604" fmla="*/ 106557 h 508194"/>
                <a:gd name="connsiteX605" fmla="*/ 337703 w 736062"/>
                <a:gd name="connsiteY605" fmla="*/ 106557 h 508194"/>
                <a:gd name="connsiteX606" fmla="*/ 334425 w 736062"/>
                <a:gd name="connsiteY606" fmla="*/ 106557 h 508194"/>
                <a:gd name="connsiteX607" fmla="*/ 329506 w 736062"/>
                <a:gd name="connsiteY607" fmla="*/ 104918 h 508194"/>
                <a:gd name="connsiteX608" fmla="*/ 332785 w 736062"/>
                <a:gd name="connsiteY608" fmla="*/ 104918 h 508194"/>
                <a:gd name="connsiteX609" fmla="*/ 329506 w 736062"/>
                <a:gd name="connsiteY609" fmla="*/ 101639 h 508194"/>
                <a:gd name="connsiteX610" fmla="*/ 332785 w 736062"/>
                <a:gd name="connsiteY610" fmla="*/ 103278 h 508194"/>
                <a:gd name="connsiteX611" fmla="*/ 336064 w 736062"/>
                <a:gd name="connsiteY611" fmla="*/ 103278 h 508194"/>
                <a:gd name="connsiteX612" fmla="*/ 337703 w 736062"/>
                <a:gd name="connsiteY612" fmla="*/ 104918 h 508194"/>
                <a:gd name="connsiteX613" fmla="*/ 342621 w 736062"/>
                <a:gd name="connsiteY613" fmla="*/ 106557 h 508194"/>
                <a:gd name="connsiteX614" fmla="*/ 345900 w 736062"/>
                <a:gd name="connsiteY614" fmla="*/ 108196 h 508194"/>
                <a:gd name="connsiteX615" fmla="*/ 342621 w 736062"/>
                <a:gd name="connsiteY615" fmla="*/ 106557 h 508194"/>
                <a:gd name="connsiteX616" fmla="*/ 337703 w 736062"/>
                <a:gd name="connsiteY616" fmla="*/ 103278 h 508194"/>
                <a:gd name="connsiteX617" fmla="*/ 336064 w 736062"/>
                <a:gd name="connsiteY617" fmla="*/ 103278 h 508194"/>
                <a:gd name="connsiteX618" fmla="*/ 332785 w 736062"/>
                <a:gd name="connsiteY618" fmla="*/ 100000 h 508194"/>
                <a:gd name="connsiteX619" fmla="*/ 336064 w 736062"/>
                <a:gd name="connsiteY619" fmla="*/ 100000 h 508194"/>
                <a:gd name="connsiteX620" fmla="*/ 339342 w 736062"/>
                <a:gd name="connsiteY620" fmla="*/ 98360 h 508194"/>
                <a:gd name="connsiteX621" fmla="*/ 342621 w 736062"/>
                <a:gd name="connsiteY621" fmla="*/ 98360 h 508194"/>
                <a:gd name="connsiteX622" fmla="*/ 347539 w 736062"/>
                <a:gd name="connsiteY622" fmla="*/ 100000 h 508194"/>
                <a:gd name="connsiteX623" fmla="*/ 350818 w 736062"/>
                <a:gd name="connsiteY623" fmla="*/ 101639 h 508194"/>
                <a:gd name="connsiteX624" fmla="*/ 354096 w 736062"/>
                <a:gd name="connsiteY624" fmla="*/ 100000 h 508194"/>
                <a:gd name="connsiteX625" fmla="*/ 359015 w 736062"/>
                <a:gd name="connsiteY625" fmla="*/ 101639 h 508194"/>
                <a:gd name="connsiteX626" fmla="*/ 359015 w 736062"/>
                <a:gd name="connsiteY626" fmla="*/ 103278 h 508194"/>
                <a:gd name="connsiteX627" fmla="*/ 362293 w 736062"/>
                <a:gd name="connsiteY627" fmla="*/ 104918 h 508194"/>
                <a:gd name="connsiteX628" fmla="*/ 359015 w 736062"/>
                <a:gd name="connsiteY628" fmla="*/ 101639 h 508194"/>
                <a:gd name="connsiteX629" fmla="*/ 359015 w 736062"/>
                <a:gd name="connsiteY629" fmla="*/ 101639 h 508194"/>
                <a:gd name="connsiteX630" fmla="*/ 362293 w 736062"/>
                <a:gd name="connsiteY630" fmla="*/ 100000 h 508194"/>
                <a:gd name="connsiteX631" fmla="*/ 363932 w 736062"/>
                <a:gd name="connsiteY631" fmla="*/ 100000 h 508194"/>
                <a:gd name="connsiteX632" fmla="*/ 367211 w 736062"/>
                <a:gd name="connsiteY632" fmla="*/ 101639 h 508194"/>
                <a:gd name="connsiteX633" fmla="*/ 363932 w 736062"/>
                <a:gd name="connsiteY633" fmla="*/ 100000 h 508194"/>
                <a:gd name="connsiteX634" fmla="*/ 367211 w 736062"/>
                <a:gd name="connsiteY634" fmla="*/ 98360 h 508194"/>
                <a:gd name="connsiteX635" fmla="*/ 372129 w 736062"/>
                <a:gd name="connsiteY635" fmla="*/ 98360 h 508194"/>
                <a:gd name="connsiteX636" fmla="*/ 375408 w 736062"/>
                <a:gd name="connsiteY636" fmla="*/ 98360 h 508194"/>
                <a:gd name="connsiteX637" fmla="*/ 372129 w 736062"/>
                <a:gd name="connsiteY637" fmla="*/ 98360 h 508194"/>
                <a:gd name="connsiteX638" fmla="*/ 372129 w 736062"/>
                <a:gd name="connsiteY638" fmla="*/ 98360 h 508194"/>
                <a:gd name="connsiteX639" fmla="*/ 367211 w 736062"/>
                <a:gd name="connsiteY639" fmla="*/ 96721 h 508194"/>
                <a:gd name="connsiteX640" fmla="*/ 363932 w 736062"/>
                <a:gd name="connsiteY640" fmla="*/ 95081 h 508194"/>
                <a:gd name="connsiteX641" fmla="*/ 359015 w 736062"/>
                <a:gd name="connsiteY641" fmla="*/ 96721 h 508194"/>
                <a:gd name="connsiteX642" fmla="*/ 355736 w 736062"/>
                <a:gd name="connsiteY642" fmla="*/ 98360 h 508194"/>
                <a:gd name="connsiteX643" fmla="*/ 352457 w 736062"/>
                <a:gd name="connsiteY643" fmla="*/ 98360 h 508194"/>
                <a:gd name="connsiteX644" fmla="*/ 347539 w 736062"/>
                <a:gd name="connsiteY644" fmla="*/ 96721 h 508194"/>
                <a:gd name="connsiteX645" fmla="*/ 344261 w 736062"/>
                <a:gd name="connsiteY645" fmla="*/ 96721 h 508194"/>
                <a:gd name="connsiteX646" fmla="*/ 339342 w 736062"/>
                <a:gd name="connsiteY646" fmla="*/ 98360 h 508194"/>
                <a:gd name="connsiteX647" fmla="*/ 336064 w 736062"/>
                <a:gd name="connsiteY647" fmla="*/ 95081 h 508194"/>
                <a:gd name="connsiteX648" fmla="*/ 339342 w 736062"/>
                <a:gd name="connsiteY648" fmla="*/ 93442 h 508194"/>
                <a:gd name="connsiteX649" fmla="*/ 339342 w 736062"/>
                <a:gd name="connsiteY649" fmla="*/ 95081 h 508194"/>
                <a:gd name="connsiteX650" fmla="*/ 339342 w 736062"/>
                <a:gd name="connsiteY650" fmla="*/ 90164 h 508194"/>
                <a:gd name="connsiteX651" fmla="*/ 342621 w 736062"/>
                <a:gd name="connsiteY651" fmla="*/ 88524 h 508194"/>
                <a:gd name="connsiteX652" fmla="*/ 347539 w 736062"/>
                <a:gd name="connsiteY652" fmla="*/ 88524 h 508194"/>
                <a:gd name="connsiteX653" fmla="*/ 350818 w 736062"/>
                <a:gd name="connsiteY653" fmla="*/ 86885 h 508194"/>
                <a:gd name="connsiteX654" fmla="*/ 355736 w 736062"/>
                <a:gd name="connsiteY654" fmla="*/ 86885 h 508194"/>
                <a:gd name="connsiteX655" fmla="*/ 359015 w 736062"/>
                <a:gd name="connsiteY655" fmla="*/ 86885 h 508194"/>
                <a:gd name="connsiteX656" fmla="*/ 362293 w 736062"/>
                <a:gd name="connsiteY656" fmla="*/ 88524 h 508194"/>
                <a:gd name="connsiteX657" fmla="*/ 367211 w 736062"/>
                <a:gd name="connsiteY657" fmla="*/ 88524 h 508194"/>
                <a:gd name="connsiteX658" fmla="*/ 363932 w 736062"/>
                <a:gd name="connsiteY658" fmla="*/ 86885 h 508194"/>
                <a:gd name="connsiteX659" fmla="*/ 362293 w 736062"/>
                <a:gd name="connsiteY659" fmla="*/ 86885 h 508194"/>
                <a:gd name="connsiteX660" fmla="*/ 359015 w 736062"/>
                <a:gd name="connsiteY660" fmla="*/ 85245 h 508194"/>
                <a:gd name="connsiteX661" fmla="*/ 362293 w 736062"/>
                <a:gd name="connsiteY661" fmla="*/ 83606 h 508194"/>
                <a:gd name="connsiteX662" fmla="*/ 367211 w 736062"/>
                <a:gd name="connsiteY662" fmla="*/ 85245 h 508194"/>
                <a:gd name="connsiteX663" fmla="*/ 370490 w 736062"/>
                <a:gd name="connsiteY663" fmla="*/ 85245 h 508194"/>
                <a:gd name="connsiteX664" fmla="*/ 367211 w 736062"/>
                <a:gd name="connsiteY664" fmla="*/ 83606 h 508194"/>
                <a:gd name="connsiteX665" fmla="*/ 370490 w 736062"/>
                <a:gd name="connsiteY665" fmla="*/ 80328 h 508194"/>
                <a:gd name="connsiteX666" fmla="*/ 365572 w 736062"/>
                <a:gd name="connsiteY666" fmla="*/ 80328 h 508194"/>
                <a:gd name="connsiteX667" fmla="*/ 365572 w 736062"/>
                <a:gd name="connsiteY667" fmla="*/ 77049 h 508194"/>
                <a:gd name="connsiteX668" fmla="*/ 368851 w 736062"/>
                <a:gd name="connsiteY668" fmla="*/ 73770 h 508194"/>
                <a:gd name="connsiteX669" fmla="*/ 372129 w 736062"/>
                <a:gd name="connsiteY669" fmla="*/ 72131 h 508194"/>
                <a:gd name="connsiteX670" fmla="*/ 377047 w 736062"/>
                <a:gd name="connsiteY670" fmla="*/ 72131 h 508194"/>
                <a:gd name="connsiteX671" fmla="*/ 380326 w 736062"/>
                <a:gd name="connsiteY671" fmla="*/ 72131 h 508194"/>
                <a:gd name="connsiteX672" fmla="*/ 377047 w 736062"/>
                <a:gd name="connsiteY672" fmla="*/ 67213 h 508194"/>
                <a:gd name="connsiteX673" fmla="*/ 380326 w 736062"/>
                <a:gd name="connsiteY673" fmla="*/ 63934 h 508194"/>
                <a:gd name="connsiteX674" fmla="*/ 380326 w 736062"/>
                <a:gd name="connsiteY674" fmla="*/ 60655 h 508194"/>
                <a:gd name="connsiteX675" fmla="*/ 385244 w 736062"/>
                <a:gd name="connsiteY675" fmla="*/ 59016 h 508194"/>
                <a:gd name="connsiteX676" fmla="*/ 388523 w 736062"/>
                <a:gd name="connsiteY676" fmla="*/ 62295 h 508194"/>
                <a:gd name="connsiteX677" fmla="*/ 391801 w 736062"/>
                <a:gd name="connsiteY677" fmla="*/ 65573 h 508194"/>
                <a:gd name="connsiteX678" fmla="*/ 391801 w 736062"/>
                <a:gd name="connsiteY678" fmla="*/ 68852 h 508194"/>
                <a:gd name="connsiteX679" fmla="*/ 391801 w 736062"/>
                <a:gd name="connsiteY679" fmla="*/ 67213 h 508194"/>
                <a:gd name="connsiteX680" fmla="*/ 393441 w 736062"/>
                <a:gd name="connsiteY680" fmla="*/ 63934 h 508194"/>
                <a:gd name="connsiteX681" fmla="*/ 396719 w 736062"/>
                <a:gd name="connsiteY681" fmla="*/ 65573 h 508194"/>
                <a:gd name="connsiteX682" fmla="*/ 401638 w 736062"/>
                <a:gd name="connsiteY682" fmla="*/ 65573 h 508194"/>
                <a:gd name="connsiteX683" fmla="*/ 404916 w 736062"/>
                <a:gd name="connsiteY683" fmla="*/ 65573 h 508194"/>
                <a:gd name="connsiteX684" fmla="*/ 401638 w 736062"/>
                <a:gd name="connsiteY684" fmla="*/ 63934 h 508194"/>
                <a:gd name="connsiteX685" fmla="*/ 398359 w 736062"/>
                <a:gd name="connsiteY685" fmla="*/ 63934 h 508194"/>
                <a:gd name="connsiteX686" fmla="*/ 393441 w 736062"/>
                <a:gd name="connsiteY686" fmla="*/ 62295 h 508194"/>
                <a:gd name="connsiteX687" fmla="*/ 390162 w 736062"/>
                <a:gd name="connsiteY687" fmla="*/ 57377 h 508194"/>
                <a:gd name="connsiteX688" fmla="*/ 393441 w 736062"/>
                <a:gd name="connsiteY688" fmla="*/ 57377 h 508194"/>
                <a:gd name="connsiteX689" fmla="*/ 398359 w 736062"/>
                <a:gd name="connsiteY689" fmla="*/ 57377 h 508194"/>
                <a:gd name="connsiteX690" fmla="*/ 401638 w 736062"/>
                <a:gd name="connsiteY690" fmla="*/ 59016 h 508194"/>
                <a:gd name="connsiteX691" fmla="*/ 406555 w 736062"/>
                <a:gd name="connsiteY691" fmla="*/ 62295 h 508194"/>
                <a:gd name="connsiteX692" fmla="*/ 411473 w 736062"/>
                <a:gd name="connsiteY692" fmla="*/ 63934 h 508194"/>
                <a:gd name="connsiteX693" fmla="*/ 414752 w 736062"/>
                <a:gd name="connsiteY693" fmla="*/ 63934 h 508194"/>
                <a:gd name="connsiteX694" fmla="*/ 413113 w 736062"/>
                <a:gd name="connsiteY694" fmla="*/ 68852 h 508194"/>
                <a:gd name="connsiteX695" fmla="*/ 418031 w 736062"/>
                <a:gd name="connsiteY695" fmla="*/ 67213 h 508194"/>
                <a:gd name="connsiteX696" fmla="*/ 416391 w 736062"/>
                <a:gd name="connsiteY696" fmla="*/ 62295 h 508194"/>
                <a:gd name="connsiteX697" fmla="*/ 411473 w 736062"/>
                <a:gd name="connsiteY697" fmla="*/ 62295 h 508194"/>
                <a:gd name="connsiteX698" fmla="*/ 408195 w 736062"/>
                <a:gd name="connsiteY698" fmla="*/ 62295 h 508194"/>
                <a:gd name="connsiteX699" fmla="*/ 404916 w 736062"/>
                <a:gd name="connsiteY699" fmla="*/ 59016 h 508194"/>
                <a:gd name="connsiteX700" fmla="*/ 408195 w 736062"/>
                <a:gd name="connsiteY700" fmla="*/ 55737 h 508194"/>
                <a:gd name="connsiteX701" fmla="*/ 411473 w 736062"/>
                <a:gd name="connsiteY701" fmla="*/ 57377 h 508194"/>
                <a:gd name="connsiteX702" fmla="*/ 408195 w 736062"/>
                <a:gd name="connsiteY702" fmla="*/ 55737 h 508194"/>
                <a:gd name="connsiteX703" fmla="*/ 403276 w 736062"/>
                <a:gd name="connsiteY703" fmla="*/ 57377 h 508194"/>
                <a:gd name="connsiteX704" fmla="*/ 404916 w 736062"/>
                <a:gd name="connsiteY704" fmla="*/ 52459 h 508194"/>
                <a:gd name="connsiteX705" fmla="*/ 404916 w 736062"/>
                <a:gd name="connsiteY705" fmla="*/ 52459 h 508194"/>
                <a:gd name="connsiteX706" fmla="*/ 408195 w 736062"/>
                <a:gd name="connsiteY706" fmla="*/ 49180 h 508194"/>
                <a:gd name="connsiteX707" fmla="*/ 411473 w 736062"/>
                <a:gd name="connsiteY707" fmla="*/ 47541 h 508194"/>
                <a:gd name="connsiteX708" fmla="*/ 416391 w 736062"/>
                <a:gd name="connsiteY708" fmla="*/ 47541 h 508194"/>
                <a:gd name="connsiteX709" fmla="*/ 419670 w 736062"/>
                <a:gd name="connsiteY709" fmla="*/ 47541 h 508194"/>
                <a:gd name="connsiteX710" fmla="*/ 422949 w 736062"/>
                <a:gd name="connsiteY710" fmla="*/ 45901 h 508194"/>
                <a:gd name="connsiteX711" fmla="*/ 422949 w 736062"/>
                <a:gd name="connsiteY711" fmla="*/ 50819 h 508194"/>
                <a:gd name="connsiteX712" fmla="*/ 424588 w 736062"/>
                <a:gd name="connsiteY712" fmla="*/ 54098 h 508194"/>
                <a:gd name="connsiteX713" fmla="*/ 422949 w 736062"/>
                <a:gd name="connsiteY713" fmla="*/ 57377 h 508194"/>
                <a:gd name="connsiteX714" fmla="*/ 421309 w 736062"/>
                <a:gd name="connsiteY714" fmla="*/ 62295 h 508194"/>
                <a:gd name="connsiteX715" fmla="*/ 424588 w 736062"/>
                <a:gd name="connsiteY715" fmla="*/ 57377 h 508194"/>
                <a:gd name="connsiteX716" fmla="*/ 426228 w 736062"/>
                <a:gd name="connsiteY716" fmla="*/ 54098 h 508194"/>
                <a:gd name="connsiteX717" fmla="*/ 431145 w 736062"/>
                <a:gd name="connsiteY717" fmla="*/ 55737 h 508194"/>
                <a:gd name="connsiteX718" fmla="*/ 431145 w 736062"/>
                <a:gd name="connsiteY718" fmla="*/ 55737 h 508194"/>
                <a:gd name="connsiteX719" fmla="*/ 431145 w 736062"/>
                <a:gd name="connsiteY719" fmla="*/ 54098 h 508194"/>
                <a:gd name="connsiteX720" fmla="*/ 427867 w 736062"/>
                <a:gd name="connsiteY720" fmla="*/ 54098 h 508194"/>
                <a:gd name="connsiteX721" fmla="*/ 427867 w 736062"/>
                <a:gd name="connsiteY721" fmla="*/ 49180 h 508194"/>
                <a:gd name="connsiteX722" fmla="*/ 431145 w 736062"/>
                <a:gd name="connsiteY722" fmla="*/ 45901 h 508194"/>
                <a:gd name="connsiteX723" fmla="*/ 431145 w 736062"/>
                <a:gd name="connsiteY723" fmla="*/ 49180 h 508194"/>
                <a:gd name="connsiteX724" fmla="*/ 434424 w 736062"/>
                <a:gd name="connsiteY724" fmla="*/ 44262 h 508194"/>
                <a:gd name="connsiteX725" fmla="*/ 437703 w 736062"/>
                <a:gd name="connsiteY725" fmla="*/ 44262 h 508194"/>
                <a:gd name="connsiteX726" fmla="*/ 439342 w 736062"/>
                <a:gd name="connsiteY726" fmla="*/ 40983 h 508194"/>
                <a:gd name="connsiteX727" fmla="*/ 442621 w 736062"/>
                <a:gd name="connsiteY727" fmla="*/ 44262 h 508194"/>
                <a:gd name="connsiteX728" fmla="*/ 440981 w 736062"/>
                <a:gd name="connsiteY728" fmla="*/ 47541 h 508194"/>
                <a:gd name="connsiteX729" fmla="*/ 439342 w 736062"/>
                <a:gd name="connsiteY729" fmla="*/ 52459 h 508194"/>
                <a:gd name="connsiteX730" fmla="*/ 439342 w 736062"/>
                <a:gd name="connsiteY730" fmla="*/ 55737 h 508194"/>
                <a:gd name="connsiteX731" fmla="*/ 439342 w 736062"/>
                <a:gd name="connsiteY731" fmla="*/ 59016 h 508194"/>
                <a:gd name="connsiteX732" fmla="*/ 436063 w 736062"/>
                <a:gd name="connsiteY732" fmla="*/ 62295 h 508194"/>
                <a:gd name="connsiteX733" fmla="*/ 432785 w 736062"/>
                <a:gd name="connsiteY733" fmla="*/ 65573 h 508194"/>
                <a:gd name="connsiteX734" fmla="*/ 431145 w 736062"/>
                <a:gd name="connsiteY734" fmla="*/ 65573 h 508194"/>
                <a:gd name="connsiteX735" fmla="*/ 432785 w 736062"/>
                <a:gd name="connsiteY735" fmla="*/ 65573 h 508194"/>
                <a:gd name="connsiteX736" fmla="*/ 436063 w 736062"/>
                <a:gd name="connsiteY736" fmla="*/ 63934 h 508194"/>
                <a:gd name="connsiteX737" fmla="*/ 440981 w 736062"/>
                <a:gd name="connsiteY737" fmla="*/ 62295 h 508194"/>
                <a:gd name="connsiteX738" fmla="*/ 442621 w 736062"/>
                <a:gd name="connsiteY738" fmla="*/ 59016 h 508194"/>
                <a:gd name="connsiteX739" fmla="*/ 444260 w 736062"/>
                <a:gd name="connsiteY739" fmla="*/ 55737 h 508194"/>
                <a:gd name="connsiteX740" fmla="*/ 447539 w 736062"/>
                <a:gd name="connsiteY740" fmla="*/ 55737 h 508194"/>
                <a:gd name="connsiteX741" fmla="*/ 452457 w 736062"/>
                <a:gd name="connsiteY741" fmla="*/ 57377 h 508194"/>
                <a:gd name="connsiteX742" fmla="*/ 455735 w 736062"/>
                <a:gd name="connsiteY742" fmla="*/ 59016 h 508194"/>
                <a:gd name="connsiteX743" fmla="*/ 452457 w 736062"/>
                <a:gd name="connsiteY743" fmla="*/ 57377 h 508194"/>
                <a:gd name="connsiteX744" fmla="*/ 447539 w 736062"/>
                <a:gd name="connsiteY744" fmla="*/ 54098 h 508194"/>
                <a:gd name="connsiteX745" fmla="*/ 447539 w 736062"/>
                <a:gd name="connsiteY745" fmla="*/ 50819 h 508194"/>
                <a:gd name="connsiteX746" fmla="*/ 450818 w 736062"/>
                <a:gd name="connsiteY746" fmla="*/ 47541 h 508194"/>
                <a:gd name="connsiteX747" fmla="*/ 454096 w 736062"/>
                <a:gd name="connsiteY747" fmla="*/ 44262 h 508194"/>
                <a:gd name="connsiteX748" fmla="*/ 459014 w 736062"/>
                <a:gd name="connsiteY748" fmla="*/ 40983 h 508194"/>
                <a:gd name="connsiteX749" fmla="*/ 455735 w 736062"/>
                <a:gd name="connsiteY749" fmla="*/ 45901 h 508194"/>
                <a:gd name="connsiteX750" fmla="*/ 459014 w 736062"/>
                <a:gd name="connsiteY750" fmla="*/ 47541 h 508194"/>
                <a:gd name="connsiteX751" fmla="*/ 460653 w 736062"/>
                <a:gd name="connsiteY751" fmla="*/ 47541 h 508194"/>
                <a:gd name="connsiteX752" fmla="*/ 462293 w 736062"/>
                <a:gd name="connsiteY752" fmla="*/ 44262 h 508194"/>
                <a:gd name="connsiteX753" fmla="*/ 465572 w 736062"/>
                <a:gd name="connsiteY753" fmla="*/ 45901 h 508194"/>
                <a:gd name="connsiteX754" fmla="*/ 463932 w 736062"/>
                <a:gd name="connsiteY754" fmla="*/ 42623 h 508194"/>
                <a:gd name="connsiteX755" fmla="*/ 465572 w 736062"/>
                <a:gd name="connsiteY755" fmla="*/ 39344 h 508194"/>
                <a:gd name="connsiteX756" fmla="*/ 470489 w 736062"/>
                <a:gd name="connsiteY756" fmla="*/ 39344 h 508194"/>
                <a:gd name="connsiteX757" fmla="*/ 472129 w 736062"/>
                <a:gd name="connsiteY757" fmla="*/ 39344 h 508194"/>
                <a:gd name="connsiteX758" fmla="*/ 477047 w 736062"/>
                <a:gd name="connsiteY758" fmla="*/ 42623 h 508194"/>
                <a:gd name="connsiteX759" fmla="*/ 480325 w 736062"/>
                <a:gd name="connsiteY759" fmla="*/ 44262 h 508194"/>
                <a:gd name="connsiteX760" fmla="*/ 483604 w 736062"/>
                <a:gd name="connsiteY760" fmla="*/ 45901 h 508194"/>
                <a:gd name="connsiteX761" fmla="*/ 486883 w 736062"/>
                <a:gd name="connsiteY761" fmla="*/ 49180 h 508194"/>
                <a:gd name="connsiteX762" fmla="*/ 491801 w 736062"/>
                <a:gd name="connsiteY762" fmla="*/ 49180 h 508194"/>
                <a:gd name="connsiteX763" fmla="*/ 486883 w 736062"/>
                <a:gd name="connsiteY763" fmla="*/ 45901 h 508194"/>
                <a:gd name="connsiteX764" fmla="*/ 483604 w 736062"/>
                <a:gd name="connsiteY764" fmla="*/ 45901 h 508194"/>
                <a:gd name="connsiteX765" fmla="*/ 488522 w 736062"/>
                <a:gd name="connsiteY765" fmla="*/ 45901 h 508194"/>
                <a:gd name="connsiteX766" fmla="*/ 483604 w 736062"/>
                <a:gd name="connsiteY766" fmla="*/ 44262 h 508194"/>
                <a:gd name="connsiteX767" fmla="*/ 485243 w 736062"/>
                <a:gd name="connsiteY767" fmla="*/ 40983 h 508194"/>
                <a:gd name="connsiteX768" fmla="*/ 488522 w 736062"/>
                <a:gd name="connsiteY768" fmla="*/ 42623 h 508194"/>
                <a:gd name="connsiteX769" fmla="*/ 488522 w 736062"/>
                <a:gd name="connsiteY769" fmla="*/ 39344 h 508194"/>
                <a:gd name="connsiteX770" fmla="*/ 485243 w 736062"/>
                <a:gd name="connsiteY770" fmla="*/ 39344 h 508194"/>
                <a:gd name="connsiteX771" fmla="*/ 481965 w 736062"/>
                <a:gd name="connsiteY771" fmla="*/ 37705 h 508194"/>
                <a:gd name="connsiteX772" fmla="*/ 485243 w 736062"/>
                <a:gd name="connsiteY772" fmla="*/ 36065 h 508194"/>
                <a:gd name="connsiteX773" fmla="*/ 481965 w 736062"/>
                <a:gd name="connsiteY773" fmla="*/ 37705 h 508194"/>
                <a:gd name="connsiteX774" fmla="*/ 478686 w 736062"/>
                <a:gd name="connsiteY774" fmla="*/ 37705 h 508194"/>
                <a:gd name="connsiteX775" fmla="*/ 473768 w 736062"/>
                <a:gd name="connsiteY775" fmla="*/ 36065 h 508194"/>
                <a:gd name="connsiteX776" fmla="*/ 470489 w 736062"/>
                <a:gd name="connsiteY776" fmla="*/ 34426 h 508194"/>
                <a:gd name="connsiteX777" fmla="*/ 467211 w 736062"/>
                <a:gd name="connsiteY777" fmla="*/ 34426 h 508194"/>
                <a:gd name="connsiteX778" fmla="*/ 462293 w 736062"/>
                <a:gd name="connsiteY778" fmla="*/ 31147 h 508194"/>
                <a:gd name="connsiteX779" fmla="*/ 467211 w 736062"/>
                <a:gd name="connsiteY779" fmla="*/ 31147 h 508194"/>
                <a:gd name="connsiteX780" fmla="*/ 470489 w 736062"/>
                <a:gd name="connsiteY780" fmla="*/ 32787 h 508194"/>
                <a:gd name="connsiteX781" fmla="*/ 472129 w 736062"/>
                <a:gd name="connsiteY781" fmla="*/ 27869 h 508194"/>
                <a:gd name="connsiteX782" fmla="*/ 475408 w 736062"/>
                <a:gd name="connsiteY782" fmla="*/ 31147 h 508194"/>
                <a:gd name="connsiteX783" fmla="*/ 480325 w 736062"/>
                <a:gd name="connsiteY783" fmla="*/ 32787 h 508194"/>
                <a:gd name="connsiteX784" fmla="*/ 481965 w 736062"/>
                <a:gd name="connsiteY784" fmla="*/ 29508 h 508194"/>
                <a:gd name="connsiteX785" fmla="*/ 485243 w 736062"/>
                <a:gd name="connsiteY785" fmla="*/ 27869 h 508194"/>
                <a:gd name="connsiteX786" fmla="*/ 488522 w 736062"/>
                <a:gd name="connsiteY786" fmla="*/ 31147 h 508194"/>
                <a:gd name="connsiteX787" fmla="*/ 491801 w 736062"/>
                <a:gd name="connsiteY787" fmla="*/ 29508 h 508194"/>
                <a:gd name="connsiteX788" fmla="*/ 491801 w 736062"/>
                <a:gd name="connsiteY788" fmla="*/ 32787 h 508194"/>
                <a:gd name="connsiteX789" fmla="*/ 496719 w 736062"/>
                <a:gd name="connsiteY789" fmla="*/ 34426 h 508194"/>
                <a:gd name="connsiteX790" fmla="*/ 499998 w 736062"/>
                <a:gd name="connsiteY790" fmla="*/ 34426 h 508194"/>
                <a:gd name="connsiteX791" fmla="*/ 496719 w 736062"/>
                <a:gd name="connsiteY791" fmla="*/ 34426 h 508194"/>
                <a:gd name="connsiteX792" fmla="*/ 495079 w 736062"/>
                <a:gd name="connsiteY792" fmla="*/ 31147 h 508194"/>
                <a:gd name="connsiteX793" fmla="*/ 498358 w 736062"/>
                <a:gd name="connsiteY793" fmla="*/ 31147 h 508194"/>
                <a:gd name="connsiteX794" fmla="*/ 501637 w 736062"/>
                <a:gd name="connsiteY794" fmla="*/ 32787 h 508194"/>
                <a:gd name="connsiteX795" fmla="*/ 506555 w 736062"/>
                <a:gd name="connsiteY795" fmla="*/ 31147 h 508194"/>
                <a:gd name="connsiteX796" fmla="*/ 509833 w 736062"/>
                <a:gd name="connsiteY796" fmla="*/ 32787 h 508194"/>
                <a:gd name="connsiteX797" fmla="*/ 508194 w 736062"/>
                <a:gd name="connsiteY797" fmla="*/ 36065 h 508194"/>
                <a:gd name="connsiteX798" fmla="*/ 504916 w 736062"/>
                <a:gd name="connsiteY798" fmla="*/ 36065 h 508194"/>
                <a:gd name="connsiteX799" fmla="*/ 499998 w 736062"/>
                <a:gd name="connsiteY799" fmla="*/ 37705 h 508194"/>
                <a:gd name="connsiteX800" fmla="*/ 496719 w 736062"/>
                <a:gd name="connsiteY800" fmla="*/ 37705 h 508194"/>
                <a:gd name="connsiteX801" fmla="*/ 499998 w 736062"/>
                <a:gd name="connsiteY801" fmla="*/ 37705 h 508194"/>
                <a:gd name="connsiteX802" fmla="*/ 504916 w 736062"/>
                <a:gd name="connsiteY802" fmla="*/ 37705 h 508194"/>
                <a:gd name="connsiteX803" fmla="*/ 508194 w 736062"/>
                <a:gd name="connsiteY803" fmla="*/ 36065 h 508194"/>
                <a:gd name="connsiteX804" fmla="*/ 513112 w 736062"/>
                <a:gd name="connsiteY804" fmla="*/ 34426 h 508194"/>
                <a:gd name="connsiteX805" fmla="*/ 513112 w 736062"/>
                <a:gd name="connsiteY805" fmla="*/ 37705 h 508194"/>
                <a:gd name="connsiteX806" fmla="*/ 516391 w 736062"/>
                <a:gd name="connsiteY806" fmla="*/ 39344 h 508194"/>
                <a:gd name="connsiteX807" fmla="*/ 518030 w 736062"/>
                <a:gd name="connsiteY807" fmla="*/ 39344 h 508194"/>
                <a:gd name="connsiteX808" fmla="*/ 516391 w 736062"/>
                <a:gd name="connsiteY808" fmla="*/ 42623 h 508194"/>
                <a:gd name="connsiteX809" fmla="*/ 521309 w 736062"/>
                <a:gd name="connsiteY809" fmla="*/ 40983 h 508194"/>
                <a:gd name="connsiteX810" fmla="*/ 524588 w 736062"/>
                <a:gd name="connsiteY810" fmla="*/ 40983 h 508194"/>
                <a:gd name="connsiteX811" fmla="*/ 527866 w 736062"/>
                <a:gd name="connsiteY811" fmla="*/ 39344 h 508194"/>
                <a:gd name="connsiteX812" fmla="*/ 527866 w 736062"/>
                <a:gd name="connsiteY812" fmla="*/ 39344 h 508194"/>
                <a:gd name="connsiteX813" fmla="*/ 522948 w 736062"/>
                <a:gd name="connsiteY813" fmla="*/ 39344 h 508194"/>
                <a:gd name="connsiteX814" fmla="*/ 519669 w 736062"/>
                <a:gd name="connsiteY814" fmla="*/ 36065 h 508194"/>
                <a:gd name="connsiteX815" fmla="*/ 522948 w 736062"/>
                <a:gd name="connsiteY815" fmla="*/ 32787 h 508194"/>
                <a:gd name="connsiteX816" fmla="*/ 519669 w 736062"/>
                <a:gd name="connsiteY816" fmla="*/ 31147 h 508194"/>
                <a:gd name="connsiteX817" fmla="*/ 522948 w 736062"/>
                <a:gd name="connsiteY817" fmla="*/ 31147 h 508194"/>
                <a:gd name="connsiteX818" fmla="*/ 526227 w 736062"/>
                <a:gd name="connsiteY818" fmla="*/ 31147 h 508194"/>
                <a:gd name="connsiteX819" fmla="*/ 522948 w 736062"/>
                <a:gd name="connsiteY819" fmla="*/ 29508 h 508194"/>
                <a:gd name="connsiteX820" fmla="*/ 526227 w 736062"/>
                <a:gd name="connsiteY820" fmla="*/ 29508 h 508194"/>
                <a:gd name="connsiteX821" fmla="*/ 527866 w 736062"/>
                <a:gd name="connsiteY821" fmla="*/ 26229 h 508194"/>
                <a:gd name="connsiteX822" fmla="*/ 531145 w 736062"/>
                <a:gd name="connsiteY822" fmla="*/ 24590 h 508194"/>
                <a:gd name="connsiteX823" fmla="*/ 536063 w 736062"/>
                <a:gd name="connsiteY823" fmla="*/ 21311 h 508194"/>
                <a:gd name="connsiteX824" fmla="*/ 539342 w 736062"/>
                <a:gd name="connsiteY824" fmla="*/ 21311 h 508194"/>
                <a:gd name="connsiteX825" fmla="*/ 542620 w 736062"/>
                <a:gd name="connsiteY825" fmla="*/ 21311 h 508194"/>
                <a:gd name="connsiteX826" fmla="*/ 547538 w 736062"/>
                <a:gd name="connsiteY826" fmla="*/ 21311 h 508194"/>
                <a:gd name="connsiteX827" fmla="*/ 544260 w 736062"/>
                <a:gd name="connsiteY827" fmla="*/ 18033 h 508194"/>
                <a:gd name="connsiteX828" fmla="*/ 549178 w 736062"/>
                <a:gd name="connsiteY828" fmla="*/ 14754 h 508194"/>
                <a:gd name="connsiteX829" fmla="*/ 552456 w 736062"/>
                <a:gd name="connsiteY829" fmla="*/ 16393 h 508194"/>
                <a:gd name="connsiteX830" fmla="*/ 555735 w 736062"/>
                <a:gd name="connsiteY830" fmla="*/ 14754 h 508194"/>
                <a:gd name="connsiteX831" fmla="*/ 552456 w 736062"/>
                <a:gd name="connsiteY831" fmla="*/ 13115 h 508194"/>
                <a:gd name="connsiteX832" fmla="*/ 549178 w 736062"/>
                <a:gd name="connsiteY832" fmla="*/ 13115 h 508194"/>
                <a:gd name="connsiteX833" fmla="*/ 545899 w 736062"/>
                <a:gd name="connsiteY833" fmla="*/ 9836 h 508194"/>
                <a:gd name="connsiteX834" fmla="*/ 549178 w 736062"/>
                <a:gd name="connsiteY834" fmla="*/ 8197 h 508194"/>
                <a:gd name="connsiteX835" fmla="*/ 552456 w 736062"/>
                <a:gd name="connsiteY835" fmla="*/ 9836 h 508194"/>
                <a:gd name="connsiteX836" fmla="*/ 557375 w 736062"/>
                <a:gd name="connsiteY836" fmla="*/ 8197 h 508194"/>
                <a:gd name="connsiteX837" fmla="*/ 554096 w 736062"/>
                <a:gd name="connsiteY837" fmla="*/ 6557 h 508194"/>
                <a:gd name="connsiteX838" fmla="*/ 554096 w 736062"/>
                <a:gd name="connsiteY838" fmla="*/ 3279 h 508194"/>
                <a:gd name="connsiteX839" fmla="*/ 557375 w 736062"/>
                <a:gd name="connsiteY839" fmla="*/ 3279 h 508194"/>
                <a:gd name="connsiteX840" fmla="*/ 562292 w 736062"/>
                <a:gd name="connsiteY840" fmla="*/ 6557 h 508194"/>
                <a:gd name="connsiteX841" fmla="*/ 565571 w 736062"/>
                <a:gd name="connsiteY841" fmla="*/ 4918 h 508194"/>
                <a:gd name="connsiteX842" fmla="*/ 568850 w 736062"/>
                <a:gd name="connsiteY842" fmla="*/ 6557 h 508194"/>
                <a:gd name="connsiteX843" fmla="*/ 572128 w 736062"/>
                <a:gd name="connsiteY843" fmla="*/ 9836 h 508194"/>
                <a:gd name="connsiteX844" fmla="*/ 575407 w 736062"/>
                <a:gd name="connsiteY844" fmla="*/ 9836 h 508194"/>
                <a:gd name="connsiteX845" fmla="*/ 573768 w 736062"/>
                <a:gd name="connsiteY845" fmla="*/ 4918 h 508194"/>
                <a:gd name="connsiteX846" fmla="*/ 577046 w 736062"/>
                <a:gd name="connsiteY846" fmla="*/ 4918 h 508194"/>
                <a:gd name="connsiteX847" fmla="*/ 581965 w 736062"/>
                <a:gd name="connsiteY847" fmla="*/ 6557 h 508194"/>
                <a:gd name="connsiteX848" fmla="*/ 585243 w 736062"/>
                <a:gd name="connsiteY848" fmla="*/ 8197 h 508194"/>
                <a:gd name="connsiteX849" fmla="*/ 590161 w 736062"/>
                <a:gd name="connsiteY849" fmla="*/ 6557 h 508194"/>
                <a:gd name="connsiteX850" fmla="*/ 586882 w 736062"/>
                <a:gd name="connsiteY850" fmla="*/ 11475 h 508194"/>
                <a:gd name="connsiteX851" fmla="*/ 583604 w 736062"/>
                <a:gd name="connsiteY851" fmla="*/ 11475 h 508194"/>
                <a:gd name="connsiteX852" fmla="*/ 578686 w 736062"/>
                <a:gd name="connsiteY852" fmla="*/ 14754 h 508194"/>
                <a:gd name="connsiteX853" fmla="*/ 575407 w 736062"/>
                <a:gd name="connsiteY853" fmla="*/ 18033 h 508194"/>
                <a:gd name="connsiteX854" fmla="*/ 572128 w 736062"/>
                <a:gd name="connsiteY854" fmla="*/ 19672 h 508194"/>
                <a:gd name="connsiteX855" fmla="*/ 568850 w 736062"/>
                <a:gd name="connsiteY855" fmla="*/ 21311 h 508194"/>
                <a:gd name="connsiteX856" fmla="*/ 573768 w 736062"/>
                <a:gd name="connsiteY856" fmla="*/ 21311 h 508194"/>
                <a:gd name="connsiteX857" fmla="*/ 573768 w 736062"/>
                <a:gd name="connsiteY857" fmla="*/ 26229 h 508194"/>
                <a:gd name="connsiteX858" fmla="*/ 570489 w 736062"/>
                <a:gd name="connsiteY858" fmla="*/ 26229 h 508194"/>
                <a:gd name="connsiteX859" fmla="*/ 572128 w 736062"/>
                <a:gd name="connsiteY859" fmla="*/ 29508 h 508194"/>
                <a:gd name="connsiteX860" fmla="*/ 567210 w 736062"/>
                <a:gd name="connsiteY860" fmla="*/ 31147 h 508194"/>
                <a:gd name="connsiteX861" fmla="*/ 567210 w 736062"/>
                <a:gd name="connsiteY861" fmla="*/ 34426 h 508194"/>
                <a:gd name="connsiteX862" fmla="*/ 570489 w 736062"/>
                <a:gd name="connsiteY862" fmla="*/ 34426 h 508194"/>
                <a:gd name="connsiteX863" fmla="*/ 575407 w 736062"/>
                <a:gd name="connsiteY863" fmla="*/ 36065 h 508194"/>
                <a:gd name="connsiteX864" fmla="*/ 577046 w 736062"/>
                <a:gd name="connsiteY864" fmla="*/ 32787 h 508194"/>
                <a:gd name="connsiteX865" fmla="*/ 580325 w 736062"/>
                <a:gd name="connsiteY865" fmla="*/ 29508 h 508194"/>
                <a:gd name="connsiteX866" fmla="*/ 580325 w 736062"/>
                <a:gd name="connsiteY866" fmla="*/ 26229 h 508194"/>
                <a:gd name="connsiteX867" fmla="*/ 583604 w 736062"/>
                <a:gd name="connsiteY867" fmla="*/ 24590 h 508194"/>
                <a:gd name="connsiteX868" fmla="*/ 586882 w 736062"/>
                <a:gd name="connsiteY868" fmla="*/ 21311 h 508194"/>
                <a:gd name="connsiteX869" fmla="*/ 591800 w 736062"/>
                <a:gd name="connsiteY869" fmla="*/ 18033 h 508194"/>
                <a:gd name="connsiteX870" fmla="*/ 593440 w 736062"/>
                <a:gd name="connsiteY870" fmla="*/ 14754 h 508194"/>
                <a:gd name="connsiteX871" fmla="*/ 598358 w 736062"/>
                <a:gd name="connsiteY871" fmla="*/ 11475 h 508194"/>
                <a:gd name="connsiteX872" fmla="*/ 601636 w 736062"/>
                <a:gd name="connsiteY872" fmla="*/ 9836 h 508194"/>
                <a:gd name="connsiteX873" fmla="*/ 606555 w 736062"/>
                <a:gd name="connsiteY873" fmla="*/ 6557 h 508194"/>
                <a:gd name="connsiteX874" fmla="*/ 609833 w 736062"/>
                <a:gd name="connsiteY874" fmla="*/ 4918 h 508194"/>
                <a:gd name="connsiteX875" fmla="*/ 611472 w 736062"/>
                <a:gd name="connsiteY875" fmla="*/ 8197 h 508194"/>
                <a:gd name="connsiteX876" fmla="*/ 613112 w 736062"/>
                <a:gd name="connsiteY876" fmla="*/ 13115 h 508194"/>
                <a:gd name="connsiteX877" fmla="*/ 608194 w 736062"/>
                <a:gd name="connsiteY877" fmla="*/ 14754 h 508194"/>
                <a:gd name="connsiteX878" fmla="*/ 604915 w 736062"/>
                <a:gd name="connsiteY878" fmla="*/ 14754 h 508194"/>
                <a:gd name="connsiteX879" fmla="*/ 608194 w 736062"/>
                <a:gd name="connsiteY879" fmla="*/ 14754 h 508194"/>
                <a:gd name="connsiteX880" fmla="*/ 611472 w 736062"/>
                <a:gd name="connsiteY880" fmla="*/ 19672 h 508194"/>
                <a:gd name="connsiteX881" fmla="*/ 609833 w 736062"/>
                <a:gd name="connsiteY881" fmla="*/ 22951 h 508194"/>
                <a:gd name="connsiteX882" fmla="*/ 609833 w 736062"/>
                <a:gd name="connsiteY882" fmla="*/ 26229 h 508194"/>
                <a:gd name="connsiteX883" fmla="*/ 613112 w 736062"/>
                <a:gd name="connsiteY883" fmla="*/ 26229 h 508194"/>
                <a:gd name="connsiteX884" fmla="*/ 616390 w 736062"/>
                <a:gd name="connsiteY884" fmla="*/ 21311 h 508194"/>
                <a:gd name="connsiteX885" fmla="*/ 619669 w 736062"/>
                <a:gd name="connsiteY885" fmla="*/ 22951 h 508194"/>
                <a:gd name="connsiteX886" fmla="*/ 624587 w 736062"/>
                <a:gd name="connsiteY886" fmla="*/ 22951 h 508194"/>
                <a:gd name="connsiteX887" fmla="*/ 621309 w 736062"/>
                <a:gd name="connsiteY887" fmla="*/ 18033 h 508194"/>
                <a:gd name="connsiteX888" fmla="*/ 624587 w 736062"/>
                <a:gd name="connsiteY888" fmla="*/ 18033 h 508194"/>
                <a:gd name="connsiteX889" fmla="*/ 629505 w 736062"/>
                <a:gd name="connsiteY889" fmla="*/ 18033 h 508194"/>
                <a:gd name="connsiteX890" fmla="*/ 624587 w 736062"/>
                <a:gd name="connsiteY890" fmla="*/ 16393 h 508194"/>
                <a:gd name="connsiteX891" fmla="*/ 624587 w 736062"/>
                <a:gd name="connsiteY891" fmla="*/ 13115 h 508194"/>
                <a:gd name="connsiteX892" fmla="*/ 627866 w 736062"/>
                <a:gd name="connsiteY892" fmla="*/ 13115 h 508194"/>
                <a:gd name="connsiteX893" fmla="*/ 632784 w 736062"/>
                <a:gd name="connsiteY893" fmla="*/ 9836 h 508194"/>
                <a:gd name="connsiteX894" fmla="*/ 636062 w 736062"/>
                <a:gd name="connsiteY894" fmla="*/ 9836 h 508194"/>
                <a:gd name="connsiteX895" fmla="*/ 632784 w 736062"/>
                <a:gd name="connsiteY895" fmla="*/ 8197 h 508194"/>
                <a:gd name="connsiteX896" fmla="*/ 627866 w 736062"/>
                <a:gd name="connsiteY896" fmla="*/ 6557 h 508194"/>
                <a:gd name="connsiteX897" fmla="*/ 624587 w 736062"/>
                <a:gd name="connsiteY897" fmla="*/ 6557 h 508194"/>
                <a:gd name="connsiteX898" fmla="*/ 627866 w 736062"/>
                <a:gd name="connsiteY898" fmla="*/ 4918 h 508194"/>
                <a:gd name="connsiteX899" fmla="*/ 632784 w 736062"/>
                <a:gd name="connsiteY899" fmla="*/ 3279 h 508194"/>
                <a:gd name="connsiteX900" fmla="*/ 636062 w 736062"/>
                <a:gd name="connsiteY900" fmla="*/ 0 h 508194"/>
                <a:gd name="connsiteX901" fmla="*/ 639341 w 736062"/>
                <a:gd name="connsiteY901" fmla="*/ 1639 h 508194"/>
                <a:gd name="connsiteX902" fmla="*/ 644259 w 736062"/>
                <a:gd name="connsiteY902" fmla="*/ 1639 h 508194"/>
                <a:gd name="connsiteX903" fmla="*/ 647538 w 736062"/>
                <a:gd name="connsiteY903" fmla="*/ 0 h 508194"/>
                <a:gd name="connsiteX904" fmla="*/ 650816 w 736062"/>
                <a:gd name="connsiteY904" fmla="*/ 0 h 508194"/>
                <a:gd name="connsiteX905" fmla="*/ 652456 w 736062"/>
                <a:gd name="connsiteY905" fmla="*/ 3279 h 508194"/>
                <a:gd name="connsiteX906" fmla="*/ 655735 w 736062"/>
                <a:gd name="connsiteY906" fmla="*/ 3279 h 508194"/>
                <a:gd name="connsiteX907" fmla="*/ 659013 w 736062"/>
                <a:gd name="connsiteY907" fmla="*/ 3279 h 508194"/>
                <a:gd name="connsiteX908" fmla="*/ 660653 w 736062"/>
                <a:gd name="connsiteY908" fmla="*/ 6557 h 508194"/>
                <a:gd name="connsiteX909" fmla="*/ 657374 w 736062"/>
                <a:gd name="connsiteY909" fmla="*/ 9836 h 508194"/>
                <a:gd name="connsiteX910" fmla="*/ 652456 w 736062"/>
                <a:gd name="connsiteY910" fmla="*/ 11475 h 508194"/>
                <a:gd name="connsiteX911" fmla="*/ 652456 w 736062"/>
                <a:gd name="connsiteY911" fmla="*/ 11475 h 508194"/>
                <a:gd name="connsiteX912" fmla="*/ 647538 w 736062"/>
                <a:gd name="connsiteY912" fmla="*/ 9836 h 508194"/>
                <a:gd name="connsiteX913" fmla="*/ 644259 w 736062"/>
                <a:gd name="connsiteY913" fmla="*/ 11475 h 508194"/>
                <a:gd name="connsiteX914" fmla="*/ 647538 w 736062"/>
                <a:gd name="connsiteY914" fmla="*/ 11475 h 508194"/>
                <a:gd name="connsiteX915" fmla="*/ 652456 w 736062"/>
                <a:gd name="connsiteY915" fmla="*/ 13115 h 508194"/>
                <a:gd name="connsiteX916" fmla="*/ 649177 w 736062"/>
                <a:gd name="connsiteY916" fmla="*/ 14754 h 508194"/>
                <a:gd name="connsiteX917" fmla="*/ 644259 w 736062"/>
                <a:gd name="connsiteY917" fmla="*/ 16393 h 508194"/>
                <a:gd name="connsiteX918" fmla="*/ 640980 w 736062"/>
                <a:gd name="connsiteY918" fmla="*/ 16393 h 508194"/>
                <a:gd name="connsiteX919" fmla="*/ 645899 w 736062"/>
                <a:gd name="connsiteY919" fmla="*/ 16393 h 508194"/>
                <a:gd name="connsiteX920" fmla="*/ 649177 w 736062"/>
                <a:gd name="connsiteY920" fmla="*/ 16393 h 508194"/>
                <a:gd name="connsiteX921" fmla="*/ 652456 w 736062"/>
                <a:gd name="connsiteY921" fmla="*/ 14754 h 508194"/>
                <a:gd name="connsiteX922" fmla="*/ 657374 w 736062"/>
                <a:gd name="connsiteY922" fmla="*/ 16393 h 508194"/>
                <a:gd name="connsiteX923" fmla="*/ 654095 w 736062"/>
                <a:gd name="connsiteY923" fmla="*/ 18033 h 508194"/>
                <a:gd name="connsiteX924" fmla="*/ 649177 w 736062"/>
                <a:gd name="connsiteY924" fmla="*/ 19672 h 508194"/>
                <a:gd name="connsiteX925" fmla="*/ 645899 w 736062"/>
                <a:gd name="connsiteY925" fmla="*/ 22951 h 508194"/>
                <a:gd name="connsiteX926" fmla="*/ 649177 w 736062"/>
                <a:gd name="connsiteY926" fmla="*/ 22951 h 508194"/>
                <a:gd name="connsiteX927" fmla="*/ 652456 w 736062"/>
                <a:gd name="connsiteY927" fmla="*/ 22951 h 508194"/>
                <a:gd name="connsiteX928" fmla="*/ 655735 w 736062"/>
                <a:gd name="connsiteY928" fmla="*/ 21311 h 508194"/>
                <a:gd name="connsiteX929" fmla="*/ 659013 w 736062"/>
                <a:gd name="connsiteY929" fmla="*/ 21311 h 508194"/>
                <a:gd name="connsiteX930" fmla="*/ 655735 w 736062"/>
                <a:gd name="connsiteY930" fmla="*/ 26229 h 508194"/>
                <a:gd name="connsiteX931" fmla="*/ 655735 w 736062"/>
                <a:gd name="connsiteY931" fmla="*/ 29508 h 508194"/>
                <a:gd name="connsiteX932" fmla="*/ 655735 w 736062"/>
                <a:gd name="connsiteY932" fmla="*/ 29508 h 508194"/>
                <a:gd name="connsiteX933" fmla="*/ 657374 w 736062"/>
                <a:gd name="connsiteY933" fmla="*/ 24590 h 508194"/>
                <a:gd name="connsiteX934" fmla="*/ 660653 w 736062"/>
                <a:gd name="connsiteY934" fmla="*/ 21311 h 508194"/>
                <a:gd name="connsiteX935" fmla="*/ 665570 w 736062"/>
                <a:gd name="connsiteY935" fmla="*/ 21311 h 508194"/>
                <a:gd name="connsiteX936" fmla="*/ 662292 w 736062"/>
                <a:gd name="connsiteY936" fmla="*/ 19672 h 508194"/>
                <a:gd name="connsiteX937" fmla="*/ 662292 w 736062"/>
                <a:gd name="connsiteY937" fmla="*/ 16393 h 508194"/>
                <a:gd name="connsiteX938" fmla="*/ 663931 w 736062"/>
                <a:gd name="connsiteY938" fmla="*/ 13115 h 508194"/>
                <a:gd name="connsiteX939" fmla="*/ 667210 w 736062"/>
                <a:gd name="connsiteY939" fmla="*/ 9836 h 508194"/>
                <a:gd name="connsiteX940" fmla="*/ 670489 w 736062"/>
                <a:gd name="connsiteY940" fmla="*/ 8197 h 508194"/>
                <a:gd name="connsiteX941" fmla="*/ 673767 w 736062"/>
                <a:gd name="connsiteY941" fmla="*/ 8197 h 508194"/>
                <a:gd name="connsiteX942" fmla="*/ 678685 w 736062"/>
                <a:gd name="connsiteY942" fmla="*/ 8197 h 508194"/>
                <a:gd name="connsiteX943" fmla="*/ 681964 w 736062"/>
                <a:gd name="connsiteY943" fmla="*/ 8197 h 508194"/>
                <a:gd name="connsiteX944" fmla="*/ 681964 w 736062"/>
                <a:gd name="connsiteY944" fmla="*/ 8197 h 508194"/>
                <a:gd name="connsiteX945" fmla="*/ 686882 w 736062"/>
                <a:gd name="connsiteY945" fmla="*/ 11475 h 508194"/>
                <a:gd name="connsiteX946" fmla="*/ 685243 w 736062"/>
                <a:gd name="connsiteY946" fmla="*/ 16393 h 508194"/>
                <a:gd name="connsiteX947" fmla="*/ 688521 w 736062"/>
                <a:gd name="connsiteY947" fmla="*/ 14754 h 508194"/>
                <a:gd name="connsiteX948" fmla="*/ 693439 w 736062"/>
                <a:gd name="connsiteY948" fmla="*/ 13115 h 508194"/>
                <a:gd name="connsiteX949" fmla="*/ 696718 w 736062"/>
                <a:gd name="connsiteY949" fmla="*/ 13115 h 508194"/>
                <a:gd name="connsiteX950" fmla="*/ 698357 w 736062"/>
                <a:gd name="connsiteY950" fmla="*/ 16393 h 508194"/>
                <a:gd name="connsiteX951" fmla="*/ 703275 w 736062"/>
                <a:gd name="connsiteY951" fmla="*/ 14754 h 508194"/>
                <a:gd name="connsiteX952" fmla="*/ 703275 w 736062"/>
                <a:gd name="connsiteY952" fmla="*/ 13115 h 508194"/>
                <a:gd name="connsiteX953" fmla="*/ 708193 w 736062"/>
                <a:gd name="connsiteY953" fmla="*/ 16393 h 508194"/>
                <a:gd name="connsiteX954" fmla="*/ 711472 w 736062"/>
                <a:gd name="connsiteY954" fmla="*/ 19672 h 508194"/>
                <a:gd name="connsiteX955" fmla="*/ 708193 w 736062"/>
                <a:gd name="connsiteY955" fmla="*/ 21311 h 508194"/>
                <a:gd name="connsiteX956" fmla="*/ 711472 w 736062"/>
                <a:gd name="connsiteY956" fmla="*/ 19672 h 508194"/>
                <a:gd name="connsiteX957" fmla="*/ 714750 w 736062"/>
                <a:gd name="connsiteY957" fmla="*/ 19672 h 508194"/>
                <a:gd name="connsiteX958" fmla="*/ 719669 w 736062"/>
                <a:gd name="connsiteY958" fmla="*/ 19672 h 508194"/>
                <a:gd name="connsiteX959" fmla="*/ 722947 w 736062"/>
                <a:gd name="connsiteY959" fmla="*/ 21311 h 508194"/>
                <a:gd name="connsiteX960" fmla="*/ 726226 w 736062"/>
                <a:gd name="connsiteY960" fmla="*/ 24590 h 508194"/>
                <a:gd name="connsiteX961" fmla="*/ 731144 w 736062"/>
                <a:gd name="connsiteY961" fmla="*/ 22951 h 508194"/>
                <a:gd name="connsiteX962" fmla="*/ 734423 w 736062"/>
                <a:gd name="connsiteY962" fmla="*/ 26229 h 508194"/>
                <a:gd name="connsiteX963" fmla="*/ 734423 w 736062"/>
                <a:gd name="connsiteY963" fmla="*/ 29508 h 508194"/>
                <a:gd name="connsiteX964" fmla="*/ 729505 w 736062"/>
                <a:gd name="connsiteY964" fmla="*/ 31147 h 508194"/>
                <a:gd name="connsiteX965" fmla="*/ 726226 w 736062"/>
                <a:gd name="connsiteY965" fmla="*/ 31147 h 508194"/>
                <a:gd name="connsiteX966" fmla="*/ 722947 w 736062"/>
                <a:gd name="connsiteY966" fmla="*/ 31147 h 508194"/>
                <a:gd name="connsiteX967" fmla="*/ 718029 w 736062"/>
                <a:gd name="connsiteY967" fmla="*/ 32787 h 508194"/>
                <a:gd name="connsiteX968" fmla="*/ 714750 w 736062"/>
                <a:gd name="connsiteY968" fmla="*/ 36065 h 508194"/>
                <a:gd name="connsiteX969" fmla="*/ 711472 w 736062"/>
                <a:gd name="connsiteY969" fmla="*/ 37705 h 508194"/>
                <a:gd name="connsiteX970" fmla="*/ 706554 w 736062"/>
                <a:gd name="connsiteY970" fmla="*/ 37705 h 508194"/>
                <a:gd name="connsiteX971" fmla="*/ 703275 w 736062"/>
                <a:gd name="connsiteY971" fmla="*/ 37705 h 508194"/>
                <a:gd name="connsiteX972" fmla="*/ 698357 w 736062"/>
                <a:gd name="connsiteY972" fmla="*/ 37705 h 508194"/>
                <a:gd name="connsiteX973" fmla="*/ 695079 w 736062"/>
                <a:gd name="connsiteY973" fmla="*/ 36065 h 508194"/>
                <a:gd name="connsiteX974" fmla="*/ 690160 w 736062"/>
                <a:gd name="connsiteY974" fmla="*/ 36065 h 508194"/>
                <a:gd name="connsiteX975" fmla="*/ 686882 w 736062"/>
                <a:gd name="connsiteY975" fmla="*/ 36065 h 508194"/>
                <a:gd name="connsiteX976" fmla="*/ 681964 w 736062"/>
                <a:gd name="connsiteY976" fmla="*/ 34426 h 508194"/>
                <a:gd name="connsiteX977" fmla="*/ 678685 w 736062"/>
                <a:gd name="connsiteY977" fmla="*/ 34426 h 508194"/>
                <a:gd name="connsiteX978" fmla="*/ 675406 w 736062"/>
                <a:gd name="connsiteY978" fmla="*/ 34426 h 508194"/>
                <a:gd name="connsiteX979" fmla="*/ 670489 w 736062"/>
                <a:gd name="connsiteY979" fmla="*/ 36065 h 508194"/>
                <a:gd name="connsiteX980" fmla="*/ 675406 w 736062"/>
                <a:gd name="connsiteY980" fmla="*/ 36065 h 508194"/>
                <a:gd name="connsiteX981" fmla="*/ 678685 w 736062"/>
                <a:gd name="connsiteY981" fmla="*/ 37705 h 508194"/>
                <a:gd name="connsiteX982" fmla="*/ 683603 w 736062"/>
                <a:gd name="connsiteY982" fmla="*/ 37705 h 508194"/>
                <a:gd name="connsiteX983" fmla="*/ 686882 w 736062"/>
                <a:gd name="connsiteY983" fmla="*/ 39344 h 508194"/>
                <a:gd name="connsiteX984" fmla="*/ 690160 w 736062"/>
                <a:gd name="connsiteY984" fmla="*/ 39344 h 508194"/>
                <a:gd name="connsiteX985" fmla="*/ 695079 w 736062"/>
                <a:gd name="connsiteY985" fmla="*/ 39344 h 508194"/>
                <a:gd name="connsiteX986" fmla="*/ 698357 w 736062"/>
                <a:gd name="connsiteY986" fmla="*/ 40983 h 508194"/>
                <a:gd name="connsiteX987" fmla="*/ 695079 w 736062"/>
                <a:gd name="connsiteY987" fmla="*/ 42623 h 508194"/>
                <a:gd name="connsiteX988" fmla="*/ 698357 w 736062"/>
                <a:gd name="connsiteY988" fmla="*/ 42623 h 508194"/>
                <a:gd name="connsiteX989" fmla="*/ 701636 w 736062"/>
                <a:gd name="connsiteY989" fmla="*/ 42623 h 508194"/>
                <a:gd name="connsiteX990" fmla="*/ 703275 w 736062"/>
                <a:gd name="connsiteY990" fmla="*/ 47541 h 508194"/>
                <a:gd name="connsiteX991" fmla="*/ 698357 w 736062"/>
                <a:gd name="connsiteY991" fmla="*/ 50819 h 508194"/>
                <a:gd name="connsiteX992" fmla="*/ 703275 w 736062"/>
                <a:gd name="connsiteY992" fmla="*/ 49180 h 508194"/>
                <a:gd name="connsiteX993" fmla="*/ 706554 w 736062"/>
                <a:gd name="connsiteY993" fmla="*/ 49180 h 508194"/>
                <a:gd name="connsiteX994" fmla="*/ 708193 w 736062"/>
                <a:gd name="connsiteY994" fmla="*/ 49180 h 508194"/>
                <a:gd name="connsiteX995" fmla="*/ 709833 w 736062"/>
                <a:gd name="connsiteY995" fmla="*/ 50819 h 508194"/>
                <a:gd name="connsiteX996" fmla="*/ 709833 w 736062"/>
                <a:gd name="connsiteY996" fmla="*/ 50819 h 508194"/>
                <a:gd name="connsiteX997" fmla="*/ 709833 w 736062"/>
                <a:gd name="connsiteY997" fmla="*/ 50819 h 508194"/>
                <a:gd name="connsiteX998" fmla="*/ 713112 w 736062"/>
                <a:gd name="connsiteY998" fmla="*/ 52459 h 508194"/>
                <a:gd name="connsiteX999" fmla="*/ 713112 w 736062"/>
                <a:gd name="connsiteY999" fmla="*/ 49180 h 508194"/>
                <a:gd name="connsiteX1000" fmla="*/ 713112 w 736062"/>
                <a:gd name="connsiteY1000" fmla="*/ 45901 h 508194"/>
                <a:gd name="connsiteX1001" fmla="*/ 716390 w 736062"/>
                <a:gd name="connsiteY1001" fmla="*/ 45901 h 508194"/>
                <a:gd name="connsiteX1002" fmla="*/ 721308 w 736062"/>
                <a:gd name="connsiteY1002" fmla="*/ 47541 h 508194"/>
                <a:gd name="connsiteX1003" fmla="*/ 722947 w 736062"/>
                <a:gd name="connsiteY1003" fmla="*/ 50819 h 508194"/>
                <a:gd name="connsiteX1004" fmla="*/ 724587 w 736062"/>
                <a:gd name="connsiteY1004" fmla="*/ 47541 h 508194"/>
                <a:gd name="connsiteX1005" fmla="*/ 729505 w 736062"/>
                <a:gd name="connsiteY1005" fmla="*/ 47541 h 508194"/>
                <a:gd name="connsiteX1006" fmla="*/ 732783 w 736062"/>
                <a:gd name="connsiteY1006" fmla="*/ 47541 h 508194"/>
                <a:gd name="connsiteX1007" fmla="*/ 736062 w 736062"/>
                <a:gd name="connsiteY1007" fmla="*/ 52459 h 508194"/>
                <a:gd name="connsiteX1008" fmla="*/ 736062 w 736062"/>
                <a:gd name="connsiteY1008" fmla="*/ 55737 h 508194"/>
                <a:gd name="connsiteX1009" fmla="*/ 732783 w 736062"/>
                <a:gd name="connsiteY1009" fmla="*/ 57377 h 508194"/>
                <a:gd name="connsiteX1010" fmla="*/ 729505 w 736062"/>
                <a:gd name="connsiteY1010" fmla="*/ 57377 h 508194"/>
                <a:gd name="connsiteX1011" fmla="*/ 724587 w 736062"/>
                <a:gd name="connsiteY1011" fmla="*/ 57377 h 508194"/>
                <a:gd name="connsiteX1012" fmla="*/ 721308 w 736062"/>
                <a:gd name="connsiteY1012" fmla="*/ 55737 h 508194"/>
                <a:gd name="connsiteX1013" fmla="*/ 718029 w 736062"/>
                <a:gd name="connsiteY1013" fmla="*/ 54098 h 508194"/>
                <a:gd name="connsiteX1014" fmla="*/ 716390 w 736062"/>
                <a:gd name="connsiteY1014" fmla="*/ 52459 h 508194"/>
                <a:gd name="connsiteX1015" fmla="*/ 716390 w 736062"/>
                <a:gd name="connsiteY1015" fmla="*/ 52459 h 508194"/>
                <a:gd name="connsiteX1016" fmla="*/ 716390 w 736062"/>
                <a:gd name="connsiteY1016" fmla="*/ 54098 h 508194"/>
                <a:gd name="connsiteX1017" fmla="*/ 714750 w 736062"/>
                <a:gd name="connsiteY1017" fmla="*/ 59016 h 508194"/>
                <a:gd name="connsiteX1018" fmla="*/ 711472 w 736062"/>
                <a:gd name="connsiteY1018" fmla="*/ 62295 h 508194"/>
                <a:gd name="connsiteX1019" fmla="*/ 711472 w 736062"/>
                <a:gd name="connsiteY1019" fmla="*/ 62295 h 508194"/>
                <a:gd name="connsiteX1020" fmla="*/ 706554 w 736062"/>
                <a:gd name="connsiteY1020" fmla="*/ 63934 h 508194"/>
                <a:gd name="connsiteX1021" fmla="*/ 706554 w 736062"/>
                <a:gd name="connsiteY1021" fmla="*/ 63934 h 508194"/>
                <a:gd name="connsiteX1022" fmla="*/ 701636 w 736062"/>
                <a:gd name="connsiteY1022" fmla="*/ 65573 h 508194"/>
                <a:gd name="connsiteX1023" fmla="*/ 698357 w 736062"/>
                <a:gd name="connsiteY1023" fmla="*/ 65573 h 508194"/>
                <a:gd name="connsiteX1024" fmla="*/ 693439 w 736062"/>
                <a:gd name="connsiteY1024" fmla="*/ 65573 h 508194"/>
                <a:gd name="connsiteX1025" fmla="*/ 693439 w 736062"/>
                <a:gd name="connsiteY1025" fmla="*/ 70491 h 508194"/>
                <a:gd name="connsiteX1026" fmla="*/ 693439 w 736062"/>
                <a:gd name="connsiteY1026" fmla="*/ 72131 h 508194"/>
                <a:gd name="connsiteX1027" fmla="*/ 690160 w 736062"/>
                <a:gd name="connsiteY1027" fmla="*/ 75409 h 508194"/>
                <a:gd name="connsiteX1028" fmla="*/ 686882 w 736062"/>
                <a:gd name="connsiteY1028" fmla="*/ 77049 h 508194"/>
                <a:gd name="connsiteX1029" fmla="*/ 685243 w 736062"/>
                <a:gd name="connsiteY1029" fmla="*/ 77049 h 508194"/>
                <a:gd name="connsiteX1030" fmla="*/ 680325 w 736062"/>
                <a:gd name="connsiteY1030" fmla="*/ 73770 h 508194"/>
                <a:gd name="connsiteX1031" fmla="*/ 680325 w 736062"/>
                <a:gd name="connsiteY1031" fmla="*/ 68852 h 508194"/>
                <a:gd name="connsiteX1032" fmla="*/ 685243 w 736062"/>
                <a:gd name="connsiteY1032" fmla="*/ 65573 h 508194"/>
                <a:gd name="connsiteX1033" fmla="*/ 691800 w 736062"/>
                <a:gd name="connsiteY1033" fmla="*/ 60655 h 508194"/>
                <a:gd name="connsiteX1034" fmla="*/ 690160 w 736062"/>
                <a:gd name="connsiteY1034" fmla="*/ 55737 h 508194"/>
                <a:gd name="connsiteX1035" fmla="*/ 686882 w 736062"/>
                <a:gd name="connsiteY1035" fmla="*/ 52459 h 508194"/>
                <a:gd name="connsiteX1036" fmla="*/ 686882 w 736062"/>
                <a:gd name="connsiteY1036" fmla="*/ 52459 h 508194"/>
                <a:gd name="connsiteX1037" fmla="*/ 678685 w 736062"/>
                <a:gd name="connsiteY1037" fmla="*/ 50819 h 508194"/>
                <a:gd name="connsiteX1038" fmla="*/ 672128 w 736062"/>
                <a:gd name="connsiteY1038" fmla="*/ 49180 h 508194"/>
                <a:gd name="connsiteX1039" fmla="*/ 663931 w 736062"/>
                <a:gd name="connsiteY1039" fmla="*/ 45901 h 508194"/>
                <a:gd name="connsiteX1040" fmla="*/ 657374 w 736062"/>
                <a:gd name="connsiteY1040" fmla="*/ 44262 h 508194"/>
                <a:gd name="connsiteX1041" fmla="*/ 652456 w 736062"/>
                <a:gd name="connsiteY1041" fmla="*/ 39344 h 508194"/>
                <a:gd name="connsiteX1042" fmla="*/ 649177 w 736062"/>
                <a:gd name="connsiteY1042" fmla="*/ 36065 h 508194"/>
                <a:gd name="connsiteX1043" fmla="*/ 644259 w 736062"/>
                <a:gd name="connsiteY1043" fmla="*/ 37705 h 508194"/>
                <a:gd name="connsiteX1044" fmla="*/ 640980 w 736062"/>
                <a:gd name="connsiteY1044" fmla="*/ 37705 h 508194"/>
                <a:gd name="connsiteX1045" fmla="*/ 637702 w 736062"/>
                <a:gd name="connsiteY1045" fmla="*/ 39344 h 508194"/>
                <a:gd name="connsiteX1046" fmla="*/ 636062 w 736062"/>
                <a:gd name="connsiteY1046" fmla="*/ 39344 h 508194"/>
                <a:gd name="connsiteX1047" fmla="*/ 636062 w 736062"/>
                <a:gd name="connsiteY1047" fmla="*/ 40983 h 508194"/>
                <a:gd name="connsiteX1048" fmla="*/ 632784 w 736062"/>
                <a:gd name="connsiteY1048" fmla="*/ 42623 h 508194"/>
                <a:gd name="connsiteX1049" fmla="*/ 627866 w 736062"/>
                <a:gd name="connsiteY1049" fmla="*/ 42623 h 508194"/>
                <a:gd name="connsiteX1050" fmla="*/ 624587 w 736062"/>
                <a:gd name="connsiteY1050" fmla="*/ 42623 h 508194"/>
                <a:gd name="connsiteX1051" fmla="*/ 621309 w 736062"/>
                <a:gd name="connsiteY1051" fmla="*/ 40983 h 508194"/>
                <a:gd name="connsiteX1052" fmla="*/ 616390 w 736062"/>
                <a:gd name="connsiteY1052" fmla="*/ 40983 h 508194"/>
                <a:gd name="connsiteX1053" fmla="*/ 613112 w 736062"/>
                <a:gd name="connsiteY1053" fmla="*/ 42623 h 508194"/>
                <a:gd name="connsiteX1054" fmla="*/ 609833 w 736062"/>
                <a:gd name="connsiteY1054" fmla="*/ 45901 h 508194"/>
                <a:gd name="connsiteX1055" fmla="*/ 606555 w 736062"/>
                <a:gd name="connsiteY1055" fmla="*/ 49180 h 508194"/>
                <a:gd name="connsiteX1056" fmla="*/ 601636 w 736062"/>
                <a:gd name="connsiteY1056" fmla="*/ 50819 h 508194"/>
                <a:gd name="connsiteX1057" fmla="*/ 598358 w 736062"/>
                <a:gd name="connsiteY1057" fmla="*/ 52459 h 508194"/>
                <a:gd name="connsiteX1058" fmla="*/ 598358 w 736062"/>
                <a:gd name="connsiteY1058" fmla="*/ 52459 h 508194"/>
                <a:gd name="connsiteX1059" fmla="*/ 598358 w 736062"/>
                <a:gd name="connsiteY1059" fmla="*/ 54098 h 508194"/>
                <a:gd name="connsiteX1060" fmla="*/ 596719 w 736062"/>
                <a:gd name="connsiteY1060" fmla="*/ 57377 h 508194"/>
                <a:gd name="connsiteX1061" fmla="*/ 595079 w 736062"/>
                <a:gd name="connsiteY1061" fmla="*/ 60655 h 508194"/>
                <a:gd name="connsiteX1062" fmla="*/ 596719 w 736062"/>
                <a:gd name="connsiteY1062" fmla="*/ 62295 h 508194"/>
                <a:gd name="connsiteX1063" fmla="*/ 593440 w 736062"/>
                <a:gd name="connsiteY1063" fmla="*/ 65573 h 508194"/>
                <a:gd name="connsiteX1064" fmla="*/ 593440 w 736062"/>
                <a:gd name="connsiteY1064" fmla="*/ 70491 h 508194"/>
                <a:gd name="connsiteX1065" fmla="*/ 595079 w 736062"/>
                <a:gd name="connsiteY1065" fmla="*/ 73770 h 508194"/>
                <a:gd name="connsiteX1066" fmla="*/ 595079 w 736062"/>
                <a:gd name="connsiteY1066" fmla="*/ 78688 h 508194"/>
                <a:gd name="connsiteX1067" fmla="*/ 591800 w 736062"/>
                <a:gd name="connsiteY1067" fmla="*/ 81967 h 508194"/>
                <a:gd name="connsiteX1068" fmla="*/ 586882 w 736062"/>
                <a:gd name="connsiteY1068" fmla="*/ 80328 h 508194"/>
                <a:gd name="connsiteX1069" fmla="*/ 585243 w 736062"/>
                <a:gd name="connsiteY1069" fmla="*/ 81967 h 508194"/>
                <a:gd name="connsiteX1070" fmla="*/ 581965 w 736062"/>
                <a:gd name="connsiteY1070" fmla="*/ 83606 h 508194"/>
                <a:gd name="connsiteX1071" fmla="*/ 580325 w 736062"/>
                <a:gd name="connsiteY1071" fmla="*/ 86885 h 508194"/>
                <a:gd name="connsiteX1072" fmla="*/ 578686 w 736062"/>
                <a:gd name="connsiteY1072" fmla="*/ 90164 h 508194"/>
                <a:gd name="connsiteX1073" fmla="*/ 575407 w 736062"/>
                <a:gd name="connsiteY1073" fmla="*/ 90164 h 508194"/>
                <a:gd name="connsiteX1074" fmla="*/ 573768 w 736062"/>
                <a:gd name="connsiteY1074" fmla="*/ 93442 h 508194"/>
                <a:gd name="connsiteX1075" fmla="*/ 570489 w 736062"/>
                <a:gd name="connsiteY1075" fmla="*/ 91803 h 508194"/>
                <a:gd name="connsiteX1076" fmla="*/ 567210 w 736062"/>
                <a:gd name="connsiteY1076" fmla="*/ 90164 h 508194"/>
                <a:gd name="connsiteX1077" fmla="*/ 562292 w 736062"/>
                <a:gd name="connsiteY1077" fmla="*/ 88524 h 508194"/>
                <a:gd name="connsiteX1078" fmla="*/ 559013 w 736062"/>
                <a:gd name="connsiteY1078" fmla="*/ 88524 h 508194"/>
                <a:gd name="connsiteX1079" fmla="*/ 554096 w 736062"/>
                <a:gd name="connsiteY1079" fmla="*/ 86885 h 508194"/>
                <a:gd name="connsiteX1080" fmla="*/ 549178 w 736062"/>
                <a:gd name="connsiteY1080" fmla="*/ 85245 h 508194"/>
                <a:gd name="connsiteX1081" fmla="*/ 545899 w 736062"/>
                <a:gd name="connsiteY1081" fmla="*/ 83606 h 508194"/>
                <a:gd name="connsiteX1082" fmla="*/ 540981 w 736062"/>
                <a:gd name="connsiteY1082" fmla="*/ 83606 h 508194"/>
                <a:gd name="connsiteX1083" fmla="*/ 537702 w 736062"/>
                <a:gd name="connsiteY1083" fmla="*/ 88524 h 508194"/>
                <a:gd name="connsiteX1084" fmla="*/ 532784 w 736062"/>
                <a:gd name="connsiteY1084" fmla="*/ 88524 h 508194"/>
                <a:gd name="connsiteX1085" fmla="*/ 529506 w 736062"/>
                <a:gd name="connsiteY1085" fmla="*/ 90164 h 508194"/>
                <a:gd name="connsiteX1086" fmla="*/ 524588 w 736062"/>
                <a:gd name="connsiteY1086" fmla="*/ 90164 h 508194"/>
                <a:gd name="connsiteX1087" fmla="*/ 518030 w 736062"/>
                <a:gd name="connsiteY1087" fmla="*/ 88524 h 508194"/>
                <a:gd name="connsiteX1088" fmla="*/ 514752 w 736062"/>
                <a:gd name="connsiteY1088" fmla="*/ 88524 h 508194"/>
                <a:gd name="connsiteX1089" fmla="*/ 508194 w 736062"/>
                <a:gd name="connsiteY1089" fmla="*/ 86885 h 508194"/>
                <a:gd name="connsiteX1090" fmla="*/ 503276 w 736062"/>
                <a:gd name="connsiteY1090" fmla="*/ 86885 h 508194"/>
                <a:gd name="connsiteX1091" fmla="*/ 499998 w 736062"/>
                <a:gd name="connsiteY1091" fmla="*/ 81967 h 508194"/>
                <a:gd name="connsiteX1092" fmla="*/ 495079 w 736062"/>
                <a:gd name="connsiteY1092" fmla="*/ 78688 h 508194"/>
                <a:gd name="connsiteX1093" fmla="*/ 491801 w 736062"/>
                <a:gd name="connsiteY1093" fmla="*/ 77049 h 508194"/>
                <a:gd name="connsiteX1094" fmla="*/ 488522 w 736062"/>
                <a:gd name="connsiteY1094" fmla="*/ 73770 h 508194"/>
                <a:gd name="connsiteX1095" fmla="*/ 486883 w 736062"/>
                <a:gd name="connsiteY1095" fmla="*/ 73770 h 508194"/>
                <a:gd name="connsiteX1096" fmla="*/ 478686 w 736062"/>
                <a:gd name="connsiteY1096" fmla="*/ 67213 h 508194"/>
                <a:gd name="connsiteX1097" fmla="*/ 473768 w 736062"/>
                <a:gd name="connsiteY1097" fmla="*/ 65573 h 508194"/>
                <a:gd name="connsiteX1098" fmla="*/ 468850 w 736062"/>
                <a:gd name="connsiteY1098" fmla="*/ 65573 h 508194"/>
                <a:gd name="connsiteX1099" fmla="*/ 462293 w 736062"/>
                <a:gd name="connsiteY1099" fmla="*/ 70491 h 508194"/>
                <a:gd name="connsiteX1100" fmla="*/ 465572 w 736062"/>
                <a:gd name="connsiteY1100" fmla="*/ 73770 h 508194"/>
                <a:gd name="connsiteX1101" fmla="*/ 460653 w 736062"/>
                <a:gd name="connsiteY1101" fmla="*/ 75409 h 508194"/>
                <a:gd name="connsiteX1102" fmla="*/ 455735 w 736062"/>
                <a:gd name="connsiteY1102" fmla="*/ 73770 h 508194"/>
                <a:gd name="connsiteX1103" fmla="*/ 450818 w 736062"/>
                <a:gd name="connsiteY1103" fmla="*/ 75409 h 508194"/>
                <a:gd name="connsiteX1104" fmla="*/ 447539 w 736062"/>
                <a:gd name="connsiteY1104" fmla="*/ 75409 h 508194"/>
                <a:gd name="connsiteX1105" fmla="*/ 442621 w 736062"/>
                <a:gd name="connsiteY1105" fmla="*/ 75409 h 508194"/>
                <a:gd name="connsiteX1106" fmla="*/ 439342 w 736062"/>
                <a:gd name="connsiteY1106" fmla="*/ 77049 h 508194"/>
                <a:gd name="connsiteX1107" fmla="*/ 444260 w 736062"/>
                <a:gd name="connsiteY1107" fmla="*/ 80328 h 508194"/>
                <a:gd name="connsiteX1108" fmla="*/ 444260 w 736062"/>
                <a:gd name="connsiteY1108" fmla="*/ 83606 h 508194"/>
                <a:gd name="connsiteX1109" fmla="*/ 444260 w 736062"/>
                <a:gd name="connsiteY1109" fmla="*/ 85245 h 508194"/>
                <a:gd name="connsiteX1110" fmla="*/ 440981 w 736062"/>
                <a:gd name="connsiteY1110" fmla="*/ 90164 h 508194"/>
                <a:gd name="connsiteX1111" fmla="*/ 434424 w 736062"/>
                <a:gd name="connsiteY1111" fmla="*/ 93442 h 508194"/>
                <a:gd name="connsiteX1112" fmla="*/ 439342 w 736062"/>
                <a:gd name="connsiteY1112" fmla="*/ 95081 h 508194"/>
                <a:gd name="connsiteX1113" fmla="*/ 442621 w 736062"/>
                <a:gd name="connsiteY1113" fmla="*/ 96721 h 508194"/>
                <a:gd name="connsiteX1114" fmla="*/ 439342 w 736062"/>
                <a:gd name="connsiteY1114" fmla="*/ 98360 h 508194"/>
                <a:gd name="connsiteX1115" fmla="*/ 434424 w 736062"/>
                <a:gd name="connsiteY1115" fmla="*/ 101639 h 508194"/>
                <a:gd name="connsiteX1116" fmla="*/ 419670 w 736062"/>
                <a:gd name="connsiteY1116" fmla="*/ 98360 h 508194"/>
                <a:gd name="connsiteX1117" fmla="*/ 406555 w 736062"/>
                <a:gd name="connsiteY1117" fmla="*/ 95081 h 508194"/>
                <a:gd name="connsiteX1118" fmla="*/ 398359 w 736062"/>
                <a:gd name="connsiteY1118" fmla="*/ 95081 h 508194"/>
                <a:gd name="connsiteX1119" fmla="*/ 391801 w 736062"/>
                <a:gd name="connsiteY1119" fmla="*/ 93442 h 508194"/>
                <a:gd name="connsiteX1120" fmla="*/ 383605 w 736062"/>
                <a:gd name="connsiteY1120" fmla="*/ 95081 h 508194"/>
                <a:gd name="connsiteX1121" fmla="*/ 383605 w 736062"/>
                <a:gd name="connsiteY1121" fmla="*/ 98360 h 508194"/>
                <a:gd name="connsiteX1122" fmla="*/ 383605 w 736062"/>
                <a:gd name="connsiteY1122" fmla="*/ 98360 h 508194"/>
                <a:gd name="connsiteX1123" fmla="*/ 383605 w 736062"/>
                <a:gd name="connsiteY1123" fmla="*/ 100000 h 508194"/>
                <a:gd name="connsiteX1124" fmla="*/ 385244 w 736062"/>
                <a:gd name="connsiteY1124" fmla="*/ 106557 h 508194"/>
                <a:gd name="connsiteX1125" fmla="*/ 378686 w 736062"/>
                <a:gd name="connsiteY1125" fmla="*/ 114754 h 508194"/>
                <a:gd name="connsiteX1126" fmla="*/ 375408 w 736062"/>
                <a:gd name="connsiteY1126" fmla="*/ 114754 h 508194"/>
                <a:gd name="connsiteX1127" fmla="*/ 370490 w 736062"/>
                <a:gd name="connsiteY1127" fmla="*/ 113114 h 508194"/>
                <a:gd name="connsiteX1128" fmla="*/ 365572 w 736062"/>
                <a:gd name="connsiteY1128" fmla="*/ 111475 h 508194"/>
                <a:gd name="connsiteX1129" fmla="*/ 359015 w 736062"/>
                <a:gd name="connsiteY1129" fmla="*/ 111475 h 508194"/>
                <a:gd name="connsiteX1130" fmla="*/ 354096 w 736062"/>
                <a:gd name="connsiteY1130" fmla="*/ 114754 h 508194"/>
                <a:gd name="connsiteX1131" fmla="*/ 354096 w 736062"/>
                <a:gd name="connsiteY1131" fmla="*/ 114754 h 508194"/>
                <a:gd name="connsiteX1132" fmla="*/ 350818 w 736062"/>
                <a:gd name="connsiteY1132" fmla="*/ 116393 h 508194"/>
                <a:gd name="connsiteX1133" fmla="*/ 344261 w 736062"/>
                <a:gd name="connsiteY1133" fmla="*/ 119672 h 508194"/>
                <a:gd name="connsiteX1134" fmla="*/ 342621 w 736062"/>
                <a:gd name="connsiteY1134" fmla="*/ 124590 h 508194"/>
                <a:gd name="connsiteX1135" fmla="*/ 340982 w 736062"/>
                <a:gd name="connsiteY1135" fmla="*/ 127868 h 508194"/>
                <a:gd name="connsiteX1136" fmla="*/ 336064 w 736062"/>
                <a:gd name="connsiteY1136" fmla="*/ 132786 h 508194"/>
                <a:gd name="connsiteX1137" fmla="*/ 327867 w 736062"/>
                <a:gd name="connsiteY1137" fmla="*/ 136065 h 508194"/>
                <a:gd name="connsiteX1138" fmla="*/ 334425 w 736062"/>
                <a:gd name="connsiteY1138" fmla="*/ 140983 h 508194"/>
                <a:gd name="connsiteX1139" fmla="*/ 337703 w 736062"/>
                <a:gd name="connsiteY1139" fmla="*/ 144262 h 508194"/>
                <a:gd name="connsiteX1140" fmla="*/ 337703 w 736062"/>
                <a:gd name="connsiteY1140" fmla="*/ 150819 h 508194"/>
                <a:gd name="connsiteX1141" fmla="*/ 332785 w 736062"/>
                <a:gd name="connsiteY1141" fmla="*/ 152458 h 508194"/>
                <a:gd name="connsiteX1142" fmla="*/ 327867 w 736062"/>
                <a:gd name="connsiteY1142" fmla="*/ 155737 h 508194"/>
                <a:gd name="connsiteX1143" fmla="*/ 321310 w 736062"/>
                <a:gd name="connsiteY1143" fmla="*/ 162294 h 508194"/>
                <a:gd name="connsiteX1144" fmla="*/ 321310 w 736062"/>
                <a:gd name="connsiteY1144" fmla="*/ 162294 h 508194"/>
                <a:gd name="connsiteX1145" fmla="*/ 314752 w 736062"/>
                <a:gd name="connsiteY1145" fmla="*/ 168852 h 508194"/>
                <a:gd name="connsiteX1146" fmla="*/ 309835 w 736062"/>
                <a:gd name="connsiteY1146" fmla="*/ 172130 h 508194"/>
                <a:gd name="connsiteX1147" fmla="*/ 311474 w 736062"/>
                <a:gd name="connsiteY1147" fmla="*/ 177048 h 508194"/>
                <a:gd name="connsiteX1148" fmla="*/ 311474 w 736062"/>
                <a:gd name="connsiteY1148" fmla="*/ 180327 h 508194"/>
                <a:gd name="connsiteX1149" fmla="*/ 304916 w 736062"/>
                <a:gd name="connsiteY1149" fmla="*/ 181966 h 508194"/>
                <a:gd name="connsiteX1150" fmla="*/ 298359 w 736062"/>
                <a:gd name="connsiteY1150" fmla="*/ 185245 h 508194"/>
                <a:gd name="connsiteX1151" fmla="*/ 298359 w 736062"/>
                <a:gd name="connsiteY1151" fmla="*/ 185245 h 508194"/>
                <a:gd name="connsiteX1152" fmla="*/ 290162 w 736062"/>
                <a:gd name="connsiteY1152" fmla="*/ 185245 h 508194"/>
                <a:gd name="connsiteX1153" fmla="*/ 285245 w 736062"/>
                <a:gd name="connsiteY1153" fmla="*/ 185245 h 508194"/>
                <a:gd name="connsiteX1154" fmla="*/ 285245 w 736062"/>
                <a:gd name="connsiteY1154" fmla="*/ 190163 h 508194"/>
                <a:gd name="connsiteX1155" fmla="*/ 286884 w 736062"/>
                <a:gd name="connsiteY1155" fmla="*/ 193442 h 508194"/>
                <a:gd name="connsiteX1156" fmla="*/ 288523 w 736062"/>
                <a:gd name="connsiteY1156" fmla="*/ 198360 h 508194"/>
                <a:gd name="connsiteX1157" fmla="*/ 285245 w 736062"/>
                <a:gd name="connsiteY1157" fmla="*/ 203278 h 508194"/>
                <a:gd name="connsiteX1158" fmla="*/ 285245 w 736062"/>
                <a:gd name="connsiteY1158" fmla="*/ 206556 h 508194"/>
                <a:gd name="connsiteX1159" fmla="*/ 285245 w 736062"/>
                <a:gd name="connsiteY1159" fmla="*/ 211474 h 508194"/>
                <a:gd name="connsiteX1160" fmla="*/ 285245 w 736062"/>
                <a:gd name="connsiteY1160" fmla="*/ 218032 h 508194"/>
                <a:gd name="connsiteX1161" fmla="*/ 281966 w 736062"/>
                <a:gd name="connsiteY1161" fmla="*/ 219671 h 508194"/>
                <a:gd name="connsiteX1162" fmla="*/ 280326 w 736062"/>
                <a:gd name="connsiteY1162" fmla="*/ 224589 h 508194"/>
                <a:gd name="connsiteX1163" fmla="*/ 277048 w 736062"/>
                <a:gd name="connsiteY1163" fmla="*/ 227868 h 508194"/>
                <a:gd name="connsiteX1164" fmla="*/ 272130 w 736062"/>
                <a:gd name="connsiteY1164" fmla="*/ 232786 h 508194"/>
                <a:gd name="connsiteX1165" fmla="*/ 263933 w 736062"/>
                <a:gd name="connsiteY1165" fmla="*/ 240982 h 508194"/>
                <a:gd name="connsiteX1166" fmla="*/ 260654 w 736062"/>
                <a:gd name="connsiteY1166" fmla="*/ 245901 h 508194"/>
                <a:gd name="connsiteX1167" fmla="*/ 263933 w 736062"/>
                <a:gd name="connsiteY1167" fmla="*/ 245901 h 508194"/>
                <a:gd name="connsiteX1168" fmla="*/ 268851 w 736062"/>
                <a:gd name="connsiteY1168" fmla="*/ 249179 h 508194"/>
                <a:gd name="connsiteX1169" fmla="*/ 273769 w 736062"/>
                <a:gd name="connsiteY1169" fmla="*/ 249179 h 508194"/>
                <a:gd name="connsiteX1170" fmla="*/ 275408 w 736062"/>
                <a:gd name="connsiteY1170" fmla="*/ 254097 h 508194"/>
                <a:gd name="connsiteX1171" fmla="*/ 275408 w 736062"/>
                <a:gd name="connsiteY1171" fmla="*/ 260655 h 508194"/>
                <a:gd name="connsiteX1172" fmla="*/ 273769 w 736062"/>
                <a:gd name="connsiteY1172" fmla="*/ 263933 h 508194"/>
                <a:gd name="connsiteX1173" fmla="*/ 273769 w 736062"/>
                <a:gd name="connsiteY1173" fmla="*/ 263933 h 508194"/>
                <a:gd name="connsiteX1174" fmla="*/ 272130 w 736062"/>
                <a:gd name="connsiteY1174" fmla="*/ 265573 h 508194"/>
                <a:gd name="connsiteX1175" fmla="*/ 260654 w 736062"/>
                <a:gd name="connsiteY1175" fmla="*/ 265573 h 508194"/>
                <a:gd name="connsiteX1176" fmla="*/ 255736 w 736062"/>
                <a:gd name="connsiteY1176" fmla="*/ 265573 h 508194"/>
                <a:gd name="connsiteX1177" fmla="*/ 249179 w 736062"/>
                <a:gd name="connsiteY1177" fmla="*/ 263933 h 508194"/>
                <a:gd name="connsiteX1178" fmla="*/ 244261 w 736062"/>
                <a:gd name="connsiteY1178" fmla="*/ 265573 h 508194"/>
                <a:gd name="connsiteX1179" fmla="*/ 239343 w 736062"/>
                <a:gd name="connsiteY1179" fmla="*/ 265573 h 508194"/>
                <a:gd name="connsiteX1180" fmla="*/ 234425 w 736062"/>
                <a:gd name="connsiteY1180" fmla="*/ 268851 h 508194"/>
                <a:gd name="connsiteX1181" fmla="*/ 231146 w 736062"/>
                <a:gd name="connsiteY1181" fmla="*/ 272130 h 508194"/>
                <a:gd name="connsiteX1182" fmla="*/ 227868 w 736062"/>
                <a:gd name="connsiteY1182" fmla="*/ 275409 h 508194"/>
                <a:gd name="connsiteX1183" fmla="*/ 222949 w 736062"/>
                <a:gd name="connsiteY1183" fmla="*/ 278687 h 508194"/>
                <a:gd name="connsiteX1184" fmla="*/ 222949 w 736062"/>
                <a:gd name="connsiteY1184" fmla="*/ 280327 h 508194"/>
                <a:gd name="connsiteX1185" fmla="*/ 218032 w 736062"/>
                <a:gd name="connsiteY1185" fmla="*/ 283605 h 508194"/>
                <a:gd name="connsiteX1186" fmla="*/ 219671 w 736062"/>
                <a:gd name="connsiteY1186" fmla="*/ 288523 h 508194"/>
                <a:gd name="connsiteX1187" fmla="*/ 214753 w 736062"/>
                <a:gd name="connsiteY1187" fmla="*/ 293441 h 508194"/>
                <a:gd name="connsiteX1188" fmla="*/ 214753 w 736062"/>
                <a:gd name="connsiteY1188" fmla="*/ 293441 h 508194"/>
                <a:gd name="connsiteX1189" fmla="*/ 214753 w 736062"/>
                <a:gd name="connsiteY1189" fmla="*/ 299999 h 508194"/>
                <a:gd name="connsiteX1190" fmla="*/ 218032 w 736062"/>
                <a:gd name="connsiteY1190" fmla="*/ 303277 h 508194"/>
                <a:gd name="connsiteX1191" fmla="*/ 219671 w 736062"/>
                <a:gd name="connsiteY1191" fmla="*/ 306556 h 508194"/>
                <a:gd name="connsiteX1192" fmla="*/ 216392 w 736062"/>
                <a:gd name="connsiteY1192" fmla="*/ 311474 h 508194"/>
                <a:gd name="connsiteX1193" fmla="*/ 216392 w 736062"/>
                <a:gd name="connsiteY1193" fmla="*/ 314753 h 508194"/>
                <a:gd name="connsiteX1194" fmla="*/ 216392 w 736062"/>
                <a:gd name="connsiteY1194" fmla="*/ 321310 h 508194"/>
                <a:gd name="connsiteX1195" fmla="*/ 218032 w 736062"/>
                <a:gd name="connsiteY1195" fmla="*/ 327867 h 508194"/>
                <a:gd name="connsiteX1196" fmla="*/ 221310 w 736062"/>
                <a:gd name="connsiteY1196" fmla="*/ 332785 h 508194"/>
                <a:gd name="connsiteX1197" fmla="*/ 221310 w 736062"/>
                <a:gd name="connsiteY1197" fmla="*/ 334425 h 508194"/>
                <a:gd name="connsiteX1198" fmla="*/ 222949 w 736062"/>
                <a:gd name="connsiteY1198" fmla="*/ 334425 h 508194"/>
                <a:gd name="connsiteX1199" fmla="*/ 222949 w 736062"/>
                <a:gd name="connsiteY1199" fmla="*/ 336064 h 508194"/>
                <a:gd name="connsiteX1200" fmla="*/ 221310 w 736062"/>
                <a:gd name="connsiteY1200" fmla="*/ 340982 h 508194"/>
                <a:gd name="connsiteX1201" fmla="*/ 221310 w 736062"/>
                <a:gd name="connsiteY1201" fmla="*/ 345900 h 508194"/>
                <a:gd name="connsiteX1202" fmla="*/ 221310 w 736062"/>
                <a:gd name="connsiteY1202" fmla="*/ 347539 h 508194"/>
                <a:gd name="connsiteX1203" fmla="*/ 219671 w 736062"/>
                <a:gd name="connsiteY1203" fmla="*/ 352457 h 508194"/>
                <a:gd name="connsiteX1204" fmla="*/ 218032 w 736062"/>
                <a:gd name="connsiteY1204" fmla="*/ 357375 h 508194"/>
                <a:gd name="connsiteX1205" fmla="*/ 222949 w 736062"/>
                <a:gd name="connsiteY1205" fmla="*/ 360654 h 508194"/>
                <a:gd name="connsiteX1206" fmla="*/ 226228 w 736062"/>
                <a:gd name="connsiteY1206" fmla="*/ 363933 h 508194"/>
                <a:gd name="connsiteX1207" fmla="*/ 231146 w 736062"/>
                <a:gd name="connsiteY1207" fmla="*/ 363933 h 508194"/>
                <a:gd name="connsiteX1208" fmla="*/ 236064 w 736062"/>
                <a:gd name="connsiteY1208" fmla="*/ 367211 h 508194"/>
                <a:gd name="connsiteX1209" fmla="*/ 240982 w 736062"/>
                <a:gd name="connsiteY1209" fmla="*/ 372129 h 508194"/>
                <a:gd name="connsiteX1210" fmla="*/ 239343 w 736062"/>
                <a:gd name="connsiteY1210" fmla="*/ 377047 h 508194"/>
                <a:gd name="connsiteX1211" fmla="*/ 237704 w 736062"/>
                <a:gd name="connsiteY1211" fmla="*/ 380326 h 508194"/>
                <a:gd name="connsiteX1212" fmla="*/ 236064 w 736062"/>
                <a:gd name="connsiteY1212" fmla="*/ 385244 h 508194"/>
                <a:gd name="connsiteX1213" fmla="*/ 236064 w 736062"/>
                <a:gd name="connsiteY1213" fmla="*/ 385244 h 508194"/>
                <a:gd name="connsiteX1214" fmla="*/ 232786 w 736062"/>
                <a:gd name="connsiteY1214" fmla="*/ 385244 h 508194"/>
                <a:gd name="connsiteX1215" fmla="*/ 231146 w 736062"/>
                <a:gd name="connsiteY1215" fmla="*/ 385244 h 508194"/>
                <a:gd name="connsiteX1216" fmla="*/ 227868 w 736062"/>
                <a:gd name="connsiteY1216" fmla="*/ 385244 h 508194"/>
                <a:gd name="connsiteX1217" fmla="*/ 224589 w 736062"/>
                <a:gd name="connsiteY1217" fmla="*/ 386883 h 508194"/>
                <a:gd name="connsiteX1218" fmla="*/ 224589 w 736062"/>
                <a:gd name="connsiteY1218" fmla="*/ 390162 h 508194"/>
                <a:gd name="connsiteX1219" fmla="*/ 224589 w 736062"/>
                <a:gd name="connsiteY1219" fmla="*/ 395080 h 508194"/>
                <a:gd name="connsiteX1220" fmla="*/ 227868 w 736062"/>
                <a:gd name="connsiteY1220" fmla="*/ 398359 h 508194"/>
                <a:gd name="connsiteX1221" fmla="*/ 229507 w 736062"/>
                <a:gd name="connsiteY1221" fmla="*/ 401637 h 508194"/>
                <a:gd name="connsiteX1222" fmla="*/ 232786 w 736062"/>
                <a:gd name="connsiteY1222" fmla="*/ 406555 h 508194"/>
                <a:gd name="connsiteX1223" fmla="*/ 232786 w 736062"/>
                <a:gd name="connsiteY1223" fmla="*/ 409834 h 508194"/>
                <a:gd name="connsiteX1224" fmla="*/ 231146 w 736062"/>
                <a:gd name="connsiteY1224" fmla="*/ 414752 h 508194"/>
                <a:gd name="connsiteX1225" fmla="*/ 231146 w 736062"/>
                <a:gd name="connsiteY1225" fmla="*/ 418031 h 508194"/>
                <a:gd name="connsiteX1226" fmla="*/ 231146 w 736062"/>
                <a:gd name="connsiteY1226" fmla="*/ 421309 h 508194"/>
                <a:gd name="connsiteX1227" fmla="*/ 227868 w 736062"/>
                <a:gd name="connsiteY1227" fmla="*/ 424588 h 508194"/>
                <a:gd name="connsiteX1228" fmla="*/ 226228 w 736062"/>
                <a:gd name="connsiteY1228" fmla="*/ 426228 h 508194"/>
                <a:gd name="connsiteX1229" fmla="*/ 222949 w 736062"/>
                <a:gd name="connsiteY1229" fmla="*/ 429506 h 508194"/>
                <a:gd name="connsiteX1230" fmla="*/ 221310 w 736062"/>
                <a:gd name="connsiteY1230" fmla="*/ 429506 h 508194"/>
                <a:gd name="connsiteX1231" fmla="*/ 218032 w 736062"/>
                <a:gd name="connsiteY1231" fmla="*/ 431145 h 508194"/>
                <a:gd name="connsiteX1232" fmla="*/ 214753 w 736062"/>
                <a:gd name="connsiteY1232" fmla="*/ 431145 h 508194"/>
                <a:gd name="connsiteX1233" fmla="*/ 211474 w 736062"/>
                <a:gd name="connsiteY1233" fmla="*/ 432785 h 508194"/>
                <a:gd name="connsiteX1234" fmla="*/ 211474 w 736062"/>
                <a:gd name="connsiteY1234" fmla="*/ 436064 h 508194"/>
                <a:gd name="connsiteX1235" fmla="*/ 211474 w 736062"/>
                <a:gd name="connsiteY1235" fmla="*/ 439342 h 508194"/>
                <a:gd name="connsiteX1236" fmla="*/ 208195 w 736062"/>
                <a:gd name="connsiteY1236" fmla="*/ 440982 h 508194"/>
                <a:gd name="connsiteX1237" fmla="*/ 204917 w 736062"/>
                <a:gd name="connsiteY1237" fmla="*/ 445900 h 508194"/>
                <a:gd name="connsiteX1238" fmla="*/ 206556 w 736062"/>
                <a:gd name="connsiteY1238" fmla="*/ 447539 h 508194"/>
                <a:gd name="connsiteX1239" fmla="*/ 208195 w 736062"/>
                <a:gd name="connsiteY1239" fmla="*/ 452457 h 508194"/>
                <a:gd name="connsiteX1240" fmla="*/ 209835 w 736062"/>
                <a:gd name="connsiteY1240" fmla="*/ 454096 h 508194"/>
                <a:gd name="connsiteX1241" fmla="*/ 209835 w 736062"/>
                <a:gd name="connsiteY1241" fmla="*/ 455736 h 508194"/>
                <a:gd name="connsiteX1242" fmla="*/ 209835 w 736062"/>
                <a:gd name="connsiteY1242" fmla="*/ 457375 h 508194"/>
                <a:gd name="connsiteX1243" fmla="*/ 209835 w 736062"/>
                <a:gd name="connsiteY1243" fmla="*/ 459014 h 508194"/>
                <a:gd name="connsiteX1244" fmla="*/ 208195 w 736062"/>
                <a:gd name="connsiteY1244" fmla="*/ 462293 h 508194"/>
                <a:gd name="connsiteX1245" fmla="*/ 206556 w 736062"/>
                <a:gd name="connsiteY1245" fmla="*/ 465572 h 508194"/>
                <a:gd name="connsiteX1246" fmla="*/ 204917 w 736062"/>
                <a:gd name="connsiteY1246" fmla="*/ 470490 h 508194"/>
                <a:gd name="connsiteX1247" fmla="*/ 204917 w 736062"/>
                <a:gd name="connsiteY1247" fmla="*/ 472129 h 508194"/>
                <a:gd name="connsiteX1248" fmla="*/ 201638 w 736062"/>
                <a:gd name="connsiteY1248" fmla="*/ 472129 h 508194"/>
                <a:gd name="connsiteX1249" fmla="*/ 198359 w 736062"/>
                <a:gd name="connsiteY1249" fmla="*/ 468850 h 508194"/>
                <a:gd name="connsiteX1250" fmla="*/ 195081 w 736062"/>
                <a:gd name="connsiteY1250" fmla="*/ 465572 h 508194"/>
                <a:gd name="connsiteX1251" fmla="*/ 193442 w 736062"/>
                <a:gd name="connsiteY1251" fmla="*/ 463932 h 508194"/>
                <a:gd name="connsiteX1252" fmla="*/ 191802 w 736062"/>
                <a:gd name="connsiteY1252" fmla="*/ 463932 h 508194"/>
                <a:gd name="connsiteX1253" fmla="*/ 190163 w 736062"/>
                <a:gd name="connsiteY1253" fmla="*/ 462293 h 508194"/>
                <a:gd name="connsiteX1254" fmla="*/ 185245 w 736062"/>
                <a:gd name="connsiteY1254" fmla="*/ 462293 h 508194"/>
                <a:gd name="connsiteX1255" fmla="*/ 181966 w 736062"/>
                <a:gd name="connsiteY1255" fmla="*/ 459014 h 508194"/>
                <a:gd name="connsiteX1256" fmla="*/ 178688 w 736062"/>
                <a:gd name="connsiteY1256" fmla="*/ 459014 h 508194"/>
                <a:gd name="connsiteX1257" fmla="*/ 175409 w 736062"/>
                <a:gd name="connsiteY1257" fmla="*/ 455736 h 508194"/>
                <a:gd name="connsiteX1258" fmla="*/ 173769 w 736062"/>
                <a:gd name="connsiteY1258" fmla="*/ 450818 h 508194"/>
                <a:gd name="connsiteX1259" fmla="*/ 175409 w 736062"/>
                <a:gd name="connsiteY1259" fmla="*/ 447539 h 508194"/>
                <a:gd name="connsiteX1260" fmla="*/ 173769 w 736062"/>
                <a:gd name="connsiteY1260" fmla="*/ 445900 h 508194"/>
                <a:gd name="connsiteX1261" fmla="*/ 173769 w 736062"/>
                <a:gd name="connsiteY1261" fmla="*/ 440982 h 508194"/>
                <a:gd name="connsiteX1262" fmla="*/ 172130 w 736062"/>
                <a:gd name="connsiteY1262" fmla="*/ 437703 h 508194"/>
                <a:gd name="connsiteX1263" fmla="*/ 175409 w 736062"/>
                <a:gd name="connsiteY1263" fmla="*/ 434424 h 508194"/>
                <a:gd name="connsiteX1264" fmla="*/ 175409 w 736062"/>
                <a:gd name="connsiteY1264" fmla="*/ 437703 h 508194"/>
                <a:gd name="connsiteX1265" fmla="*/ 177048 w 736062"/>
                <a:gd name="connsiteY1265" fmla="*/ 434424 h 508194"/>
                <a:gd name="connsiteX1266" fmla="*/ 177048 w 736062"/>
                <a:gd name="connsiteY1266" fmla="*/ 431145 h 508194"/>
                <a:gd name="connsiteX1267" fmla="*/ 173769 w 736062"/>
                <a:gd name="connsiteY1267" fmla="*/ 431145 h 508194"/>
                <a:gd name="connsiteX1268" fmla="*/ 172130 w 736062"/>
                <a:gd name="connsiteY1268" fmla="*/ 431145 h 508194"/>
                <a:gd name="connsiteX1269" fmla="*/ 168851 w 736062"/>
                <a:gd name="connsiteY1269" fmla="*/ 436064 h 508194"/>
                <a:gd name="connsiteX1270" fmla="*/ 168851 w 736062"/>
                <a:gd name="connsiteY1270" fmla="*/ 439342 h 508194"/>
                <a:gd name="connsiteX1271" fmla="*/ 172130 w 736062"/>
                <a:gd name="connsiteY1271" fmla="*/ 442621 h 508194"/>
                <a:gd name="connsiteX1272" fmla="*/ 168851 w 736062"/>
                <a:gd name="connsiteY1272" fmla="*/ 447539 h 508194"/>
                <a:gd name="connsiteX1273" fmla="*/ 167212 w 736062"/>
                <a:gd name="connsiteY1273" fmla="*/ 442621 h 508194"/>
                <a:gd name="connsiteX1274" fmla="*/ 165573 w 736062"/>
                <a:gd name="connsiteY1274" fmla="*/ 445900 h 508194"/>
                <a:gd name="connsiteX1275" fmla="*/ 160655 w 736062"/>
                <a:gd name="connsiteY1275" fmla="*/ 445900 h 508194"/>
                <a:gd name="connsiteX1276" fmla="*/ 165573 w 736062"/>
                <a:gd name="connsiteY1276" fmla="*/ 449178 h 508194"/>
                <a:gd name="connsiteX1277" fmla="*/ 168851 w 736062"/>
                <a:gd name="connsiteY1277" fmla="*/ 454096 h 508194"/>
                <a:gd name="connsiteX1278" fmla="*/ 167212 w 736062"/>
                <a:gd name="connsiteY1278" fmla="*/ 457375 h 508194"/>
                <a:gd name="connsiteX1279" fmla="*/ 165573 w 736062"/>
                <a:gd name="connsiteY1279" fmla="*/ 460654 h 508194"/>
                <a:gd name="connsiteX1280" fmla="*/ 165573 w 736062"/>
                <a:gd name="connsiteY1280" fmla="*/ 457375 h 508194"/>
                <a:gd name="connsiteX1281" fmla="*/ 163934 w 736062"/>
                <a:gd name="connsiteY1281" fmla="*/ 460654 h 508194"/>
                <a:gd name="connsiteX1282" fmla="*/ 160655 w 736062"/>
                <a:gd name="connsiteY1282" fmla="*/ 462293 h 508194"/>
                <a:gd name="connsiteX1283" fmla="*/ 157376 w 736062"/>
                <a:gd name="connsiteY1283" fmla="*/ 465572 h 508194"/>
                <a:gd name="connsiteX1284" fmla="*/ 154098 w 736062"/>
                <a:gd name="connsiteY1284" fmla="*/ 465572 h 508194"/>
                <a:gd name="connsiteX1285" fmla="*/ 152458 w 736062"/>
                <a:gd name="connsiteY1285" fmla="*/ 468850 h 508194"/>
                <a:gd name="connsiteX1286" fmla="*/ 150819 w 736062"/>
                <a:gd name="connsiteY1286" fmla="*/ 468850 h 508194"/>
                <a:gd name="connsiteX1287" fmla="*/ 147540 w 736062"/>
                <a:gd name="connsiteY1287" fmla="*/ 467211 h 508194"/>
                <a:gd name="connsiteX1288" fmla="*/ 147540 w 736062"/>
                <a:gd name="connsiteY1288" fmla="*/ 465572 h 508194"/>
                <a:gd name="connsiteX1289" fmla="*/ 144261 w 736062"/>
                <a:gd name="connsiteY1289" fmla="*/ 465572 h 508194"/>
                <a:gd name="connsiteX1290" fmla="*/ 140983 w 736062"/>
                <a:gd name="connsiteY1290" fmla="*/ 462293 h 508194"/>
                <a:gd name="connsiteX1291" fmla="*/ 139344 w 736062"/>
                <a:gd name="connsiteY1291" fmla="*/ 462293 h 508194"/>
                <a:gd name="connsiteX1292" fmla="*/ 144261 w 736062"/>
                <a:gd name="connsiteY1292" fmla="*/ 465572 h 508194"/>
                <a:gd name="connsiteX1293" fmla="*/ 144261 w 736062"/>
                <a:gd name="connsiteY1293" fmla="*/ 468850 h 508194"/>
                <a:gd name="connsiteX1294" fmla="*/ 139344 w 736062"/>
                <a:gd name="connsiteY1294" fmla="*/ 470490 h 508194"/>
                <a:gd name="connsiteX1295" fmla="*/ 136065 w 736062"/>
                <a:gd name="connsiteY1295" fmla="*/ 473768 h 508194"/>
                <a:gd name="connsiteX1296" fmla="*/ 131147 w 736062"/>
                <a:gd name="connsiteY1296" fmla="*/ 473768 h 508194"/>
                <a:gd name="connsiteX1297" fmla="*/ 134425 w 736062"/>
                <a:gd name="connsiteY1297" fmla="*/ 477047 h 508194"/>
                <a:gd name="connsiteX1298" fmla="*/ 132786 w 736062"/>
                <a:gd name="connsiteY1298" fmla="*/ 478686 h 508194"/>
                <a:gd name="connsiteX1299" fmla="*/ 127868 w 736062"/>
                <a:gd name="connsiteY1299" fmla="*/ 478686 h 508194"/>
                <a:gd name="connsiteX1300" fmla="*/ 124589 w 736062"/>
                <a:gd name="connsiteY1300" fmla="*/ 478686 h 508194"/>
                <a:gd name="connsiteX1301" fmla="*/ 126229 w 736062"/>
                <a:gd name="connsiteY1301" fmla="*/ 483604 h 508194"/>
                <a:gd name="connsiteX1302" fmla="*/ 124589 w 736062"/>
                <a:gd name="connsiteY1302" fmla="*/ 483604 h 508194"/>
                <a:gd name="connsiteX1303" fmla="*/ 121311 w 736062"/>
                <a:gd name="connsiteY1303" fmla="*/ 483604 h 508194"/>
                <a:gd name="connsiteX1304" fmla="*/ 119671 w 736062"/>
                <a:gd name="connsiteY1304" fmla="*/ 488522 h 508194"/>
                <a:gd name="connsiteX1305" fmla="*/ 114754 w 736062"/>
                <a:gd name="connsiteY1305" fmla="*/ 490162 h 508194"/>
                <a:gd name="connsiteX1306" fmla="*/ 111475 w 736062"/>
                <a:gd name="connsiteY1306" fmla="*/ 495080 h 508194"/>
                <a:gd name="connsiteX1307" fmla="*/ 108196 w 736062"/>
                <a:gd name="connsiteY1307" fmla="*/ 496719 h 508194"/>
                <a:gd name="connsiteX1308" fmla="*/ 104917 w 736062"/>
                <a:gd name="connsiteY1308" fmla="*/ 498358 h 508194"/>
                <a:gd name="connsiteX1309" fmla="*/ 99999 w 736062"/>
                <a:gd name="connsiteY1309" fmla="*/ 501637 h 508194"/>
                <a:gd name="connsiteX1310" fmla="*/ 96721 w 736062"/>
                <a:gd name="connsiteY1310" fmla="*/ 501637 h 508194"/>
                <a:gd name="connsiteX1311" fmla="*/ 96721 w 736062"/>
                <a:gd name="connsiteY1311" fmla="*/ 503276 h 508194"/>
                <a:gd name="connsiteX1312" fmla="*/ 93442 w 736062"/>
                <a:gd name="connsiteY1312" fmla="*/ 501637 h 508194"/>
                <a:gd name="connsiteX1313" fmla="*/ 91802 w 736062"/>
                <a:gd name="connsiteY1313" fmla="*/ 501637 h 508194"/>
                <a:gd name="connsiteX1314" fmla="*/ 91802 w 736062"/>
                <a:gd name="connsiteY1314" fmla="*/ 503276 h 508194"/>
                <a:gd name="connsiteX1315" fmla="*/ 88524 w 736062"/>
                <a:gd name="connsiteY1315" fmla="*/ 506555 h 508194"/>
                <a:gd name="connsiteX1316" fmla="*/ 83606 w 736062"/>
                <a:gd name="connsiteY1316" fmla="*/ 504916 h 508194"/>
                <a:gd name="connsiteX1317" fmla="*/ 80327 w 736062"/>
                <a:gd name="connsiteY1317" fmla="*/ 508194 h 508194"/>
                <a:gd name="connsiteX1318" fmla="*/ 77049 w 736062"/>
                <a:gd name="connsiteY1318" fmla="*/ 508194 h 508194"/>
                <a:gd name="connsiteX1319" fmla="*/ 73770 w 736062"/>
                <a:gd name="connsiteY1319" fmla="*/ 508194 h 508194"/>
                <a:gd name="connsiteX1320" fmla="*/ 68852 w 736062"/>
                <a:gd name="connsiteY1320" fmla="*/ 506555 h 508194"/>
                <a:gd name="connsiteX1321" fmla="*/ 65573 w 736062"/>
                <a:gd name="connsiteY1321" fmla="*/ 506555 h 508194"/>
                <a:gd name="connsiteX1322" fmla="*/ 62295 w 736062"/>
                <a:gd name="connsiteY1322" fmla="*/ 506555 h 508194"/>
                <a:gd name="connsiteX1323" fmla="*/ 59016 w 736062"/>
                <a:gd name="connsiteY1323" fmla="*/ 506555 h 508194"/>
                <a:gd name="connsiteX1324" fmla="*/ 54098 w 736062"/>
                <a:gd name="connsiteY1324" fmla="*/ 504916 h 508194"/>
                <a:gd name="connsiteX1325" fmla="*/ 50819 w 736062"/>
                <a:gd name="connsiteY1325" fmla="*/ 506555 h 508194"/>
                <a:gd name="connsiteX1326" fmla="*/ 47541 w 736062"/>
                <a:gd name="connsiteY1326" fmla="*/ 503276 h 508194"/>
                <a:gd name="connsiteX1327" fmla="*/ 50819 w 736062"/>
                <a:gd name="connsiteY1327" fmla="*/ 499998 h 508194"/>
                <a:gd name="connsiteX1328" fmla="*/ 55737 w 736062"/>
                <a:gd name="connsiteY1328" fmla="*/ 498358 h 508194"/>
                <a:gd name="connsiteX1329" fmla="*/ 50819 w 736062"/>
                <a:gd name="connsiteY1329" fmla="*/ 499998 h 508194"/>
                <a:gd name="connsiteX1330" fmla="*/ 47541 w 736062"/>
                <a:gd name="connsiteY1330" fmla="*/ 498358 h 508194"/>
                <a:gd name="connsiteX1331" fmla="*/ 44262 w 736062"/>
                <a:gd name="connsiteY1331" fmla="*/ 498358 h 508194"/>
                <a:gd name="connsiteX1332" fmla="*/ 40983 w 736062"/>
                <a:gd name="connsiteY1332" fmla="*/ 496719 h 508194"/>
                <a:gd name="connsiteX1333" fmla="*/ 37705 w 736062"/>
                <a:gd name="connsiteY1333" fmla="*/ 495080 h 508194"/>
                <a:gd name="connsiteX1334" fmla="*/ 34426 w 736062"/>
                <a:gd name="connsiteY1334" fmla="*/ 495080 h 508194"/>
                <a:gd name="connsiteX1335" fmla="*/ 29508 w 736062"/>
                <a:gd name="connsiteY1335" fmla="*/ 493440 h 508194"/>
                <a:gd name="connsiteX1336" fmla="*/ 24590 w 736062"/>
                <a:gd name="connsiteY1336" fmla="*/ 490162 h 508194"/>
                <a:gd name="connsiteX1337" fmla="*/ 21311 w 736062"/>
                <a:gd name="connsiteY1337" fmla="*/ 486883 h 508194"/>
                <a:gd name="connsiteX1338" fmla="*/ 18032 w 736062"/>
                <a:gd name="connsiteY1338" fmla="*/ 485244 h 508194"/>
                <a:gd name="connsiteX1339" fmla="*/ 14754 w 736062"/>
                <a:gd name="connsiteY1339" fmla="*/ 481965 h 508194"/>
                <a:gd name="connsiteX1340" fmla="*/ 14754 w 736062"/>
                <a:gd name="connsiteY1340" fmla="*/ 480326 h 508194"/>
                <a:gd name="connsiteX1341" fmla="*/ 13114 w 736062"/>
                <a:gd name="connsiteY1341" fmla="*/ 477047 h 508194"/>
                <a:gd name="connsiteX1342" fmla="*/ 14754 w 736062"/>
                <a:gd name="connsiteY1342" fmla="*/ 473768 h 508194"/>
                <a:gd name="connsiteX1343" fmla="*/ 19672 w 736062"/>
                <a:gd name="connsiteY1343" fmla="*/ 470490 h 508194"/>
                <a:gd name="connsiteX1344" fmla="*/ 14754 w 736062"/>
                <a:gd name="connsiteY1344" fmla="*/ 467211 h 508194"/>
                <a:gd name="connsiteX1345" fmla="*/ 19672 w 736062"/>
                <a:gd name="connsiteY1345" fmla="*/ 468850 h 508194"/>
                <a:gd name="connsiteX1346" fmla="*/ 22951 w 736062"/>
                <a:gd name="connsiteY1346" fmla="*/ 470490 h 508194"/>
                <a:gd name="connsiteX1347" fmla="*/ 26229 w 736062"/>
                <a:gd name="connsiteY1347" fmla="*/ 470490 h 508194"/>
                <a:gd name="connsiteX1348" fmla="*/ 29508 w 736062"/>
                <a:gd name="connsiteY1348" fmla="*/ 472129 h 508194"/>
                <a:gd name="connsiteX1349" fmla="*/ 32787 w 736062"/>
                <a:gd name="connsiteY1349" fmla="*/ 473768 h 508194"/>
                <a:gd name="connsiteX1350" fmla="*/ 36065 w 736062"/>
                <a:gd name="connsiteY1350" fmla="*/ 473768 h 508194"/>
                <a:gd name="connsiteX1351" fmla="*/ 32787 w 736062"/>
                <a:gd name="connsiteY1351" fmla="*/ 470490 h 508194"/>
                <a:gd name="connsiteX1352" fmla="*/ 36065 w 736062"/>
                <a:gd name="connsiteY1352" fmla="*/ 468850 h 508194"/>
                <a:gd name="connsiteX1353" fmla="*/ 40983 w 736062"/>
                <a:gd name="connsiteY1353" fmla="*/ 468850 h 508194"/>
                <a:gd name="connsiteX1354" fmla="*/ 44262 w 736062"/>
                <a:gd name="connsiteY1354" fmla="*/ 467211 h 508194"/>
                <a:gd name="connsiteX1355" fmla="*/ 47541 w 736062"/>
                <a:gd name="connsiteY1355" fmla="*/ 465572 h 508194"/>
                <a:gd name="connsiteX1356" fmla="*/ 44262 w 736062"/>
                <a:gd name="connsiteY1356" fmla="*/ 465572 h 508194"/>
                <a:gd name="connsiteX1357" fmla="*/ 37705 w 736062"/>
                <a:gd name="connsiteY1357" fmla="*/ 467211 h 508194"/>
                <a:gd name="connsiteX1358" fmla="*/ 34426 w 736062"/>
                <a:gd name="connsiteY1358" fmla="*/ 468850 h 508194"/>
                <a:gd name="connsiteX1359" fmla="*/ 31147 w 736062"/>
                <a:gd name="connsiteY1359" fmla="*/ 472129 h 508194"/>
                <a:gd name="connsiteX1360" fmla="*/ 31147 w 736062"/>
                <a:gd name="connsiteY1360" fmla="*/ 470490 h 508194"/>
                <a:gd name="connsiteX1361" fmla="*/ 31147 w 736062"/>
                <a:gd name="connsiteY1361" fmla="*/ 467211 h 508194"/>
                <a:gd name="connsiteX1362" fmla="*/ 26229 w 736062"/>
                <a:gd name="connsiteY1362" fmla="*/ 463932 h 508194"/>
                <a:gd name="connsiteX1363" fmla="*/ 31147 w 736062"/>
                <a:gd name="connsiteY1363" fmla="*/ 462293 h 508194"/>
                <a:gd name="connsiteX1364" fmla="*/ 34426 w 736062"/>
                <a:gd name="connsiteY1364" fmla="*/ 462293 h 508194"/>
                <a:gd name="connsiteX1365" fmla="*/ 31147 w 736062"/>
                <a:gd name="connsiteY1365" fmla="*/ 460654 h 508194"/>
                <a:gd name="connsiteX1366" fmla="*/ 34426 w 736062"/>
                <a:gd name="connsiteY1366" fmla="*/ 459014 h 508194"/>
                <a:gd name="connsiteX1367" fmla="*/ 37705 w 736062"/>
                <a:gd name="connsiteY1367" fmla="*/ 457375 h 508194"/>
                <a:gd name="connsiteX1368" fmla="*/ 42622 w 736062"/>
                <a:gd name="connsiteY1368" fmla="*/ 455736 h 508194"/>
                <a:gd name="connsiteX1369" fmla="*/ 45901 w 736062"/>
                <a:gd name="connsiteY1369" fmla="*/ 454096 h 508194"/>
                <a:gd name="connsiteX1370" fmla="*/ 42622 w 736062"/>
                <a:gd name="connsiteY1370" fmla="*/ 454096 h 508194"/>
                <a:gd name="connsiteX1371" fmla="*/ 37705 w 736062"/>
                <a:gd name="connsiteY1371" fmla="*/ 455736 h 508194"/>
                <a:gd name="connsiteX1372" fmla="*/ 34426 w 736062"/>
                <a:gd name="connsiteY1372" fmla="*/ 457375 h 508194"/>
                <a:gd name="connsiteX1373" fmla="*/ 34426 w 736062"/>
                <a:gd name="connsiteY1373" fmla="*/ 455736 h 508194"/>
                <a:gd name="connsiteX1374" fmla="*/ 37705 w 736062"/>
                <a:gd name="connsiteY1374" fmla="*/ 454096 h 508194"/>
                <a:gd name="connsiteX1375" fmla="*/ 34426 w 736062"/>
                <a:gd name="connsiteY1375" fmla="*/ 454096 h 508194"/>
                <a:gd name="connsiteX1376" fmla="*/ 29508 w 736062"/>
                <a:gd name="connsiteY1376" fmla="*/ 454096 h 508194"/>
                <a:gd name="connsiteX1377" fmla="*/ 34426 w 736062"/>
                <a:gd name="connsiteY1377" fmla="*/ 450818 h 508194"/>
                <a:gd name="connsiteX1378" fmla="*/ 36065 w 736062"/>
                <a:gd name="connsiteY1378" fmla="*/ 449178 h 508194"/>
                <a:gd name="connsiteX1379" fmla="*/ 37705 w 736062"/>
                <a:gd name="connsiteY1379" fmla="*/ 447539 h 508194"/>
                <a:gd name="connsiteX1380" fmla="*/ 39344 w 736062"/>
                <a:gd name="connsiteY1380" fmla="*/ 447539 h 508194"/>
                <a:gd name="connsiteX1381" fmla="*/ 42622 w 736062"/>
                <a:gd name="connsiteY1381" fmla="*/ 445900 h 508194"/>
                <a:gd name="connsiteX1382" fmla="*/ 45901 w 736062"/>
                <a:gd name="connsiteY1382" fmla="*/ 444260 h 508194"/>
                <a:gd name="connsiteX1383" fmla="*/ 42622 w 736062"/>
                <a:gd name="connsiteY1383" fmla="*/ 445900 h 508194"/>
                <a:gd name="connsiteX1384" fmla="*/ 39344 w 736062"/>
                <a:gd name="connsiteY1384" fmla="*/ 444260 h 508194"/>
                <a:gd name="connsiteX1385" fmla="*/ 36065 w 736062"/>
                <a:gd name="connsiteY1385" fmla="*/ 447539 h 508194"/>
                <a:gd name="connsiteX1386" fmla="*/ 36065 w 736062"/>
                <a:gd name="connsiteY1386" fmla="*/ 449178 h 508194"/>
                <a:gd name="connsiteX1387" fmla="*/ 31147 w 736062"/>
                <a:gd name="connsiteY1387" fmla="*/ 450818 h 508194"/>
                <a:gd name="connsiteX1388" fmla="*/ 27868 w 736062"/>
                <a:gd name="connsiteY1388" fmla="*/ 454096 h 508194"/>
                <a:gd name="connsiteX1389" fmla="*/ 29508 w 736062"/>
                <a:gd name="connsiteY1389" fmla="*/ 449178 h 508194"/>
                <a:gd name="connsiteX1390" fmla="*/ 32787 w 736062"/>
                <a:gd name="connsiteY1390" fmla="*/ 449178 h 508194"/>
                <a:gd name="connsiteX1391" fmla="*/ 27868 w 736062"/>
                <a:gd name="connsiteY1391" fmla="*/ 449178 h 508194"/>
                <a:gd name="connsiteX1392" fmla="*/ 24590 w 736062"/>
                <a:gd name="connsiteY1392" fmla="*/ 449178 h 508194"/>
                <a:gd name="connsiteX1393" fmla="*/ 21311 w 736062"/>
                <a:gd name="connsiteY1393" fmla="*/ 450818 h 508194"/>
                <a:gd name="connsiteX1394" fmla="*/ 24590 w 736062"/>
                <a:gd name="connsiteY1394" fmla="*/ 450818 h 508194"/>
                <a:gd name="connsiteX1395" fmla="*/ 26229 w 736062"/>
                <a:gd name="connsiteY1395" fmla="*/ 454096 h 508194"/>
                <a:gd name="connsiteX1396" fmla="*/ 21311 w 736062"/>
                <a:gd name="connsiteY1396" fmla="*/ 454096 h 508194"/>
                <a:gd name="connsiteX1397" fmla="*/ 18032 w 736062"/>
                <a:gd name="connsiteY1397" fmla="*/ 455736 h 508194"/>
                <a:gd name="connsiteX1398" fmla="*/ 18032 w 736062"/>
                <a:gd name="connsiteY1398" fmla="*/ 450818 h 508194"/>
                <a:gd name="connsiteX1399" fmla="*/ 18032 w 736062"/>
                <a:gd name="connsiteY1399" fmla="*/ 447539 h 508194"/>
                <a:gd name="connsiteX1400" fmla="*/ 13114 w 736062"/>
                <a:gd name="connsiteY1400" fmla="*/ 450818 h 508194"/>
                <a:gd name="connsiteX1401" fmla="*/ 18032 w 736062"/>
                <a:gd name="connsiteY1401" fmla="*/ 450818 h 508194"/>
                <a:gd name="connsiteX1402" fmla="*/ 16393 w 736062"/>
                <a:gd name="connsiteY1402" fmla="*/ 455736 h 508194"/>
                <a:gd name="connsiteX1403" fmla="*/ 13114 w 736062"/>
                <a:gd name="connsiteY1403" fmla="*/ 455736 h 508194"/>
                <a:gd name="connsiteX1404" fmla="*/ 13114 w 736062"/>
                <a:gd name="connsiteY1404" fmla="*/ 455736 h 508194"/>
                <a:gd name="connsiteX1405" fmla="*/ 13114 w 736062"/>
                <a:gd name="connsiteY1405" fmla="*/ 452457 h 508194"/>
                <a:gd name="connsiteX1406" fmla="*/ 11475 w 736062"/>
                <a:gd name="connsiteY1406" fmla="*/ 455736 h 508194"/>
                <a:gd name="connsiteX1407" fmla="*/ 8197 w 736062"/>
                <a:gd name="connsiteY1407" fmla="*/ 452457 h 508194"/>
                <a:gd name="connsiteX1408" fmla="*/ 6557 w 736062"/>
                <a:gd name="connsiteY1408" fmla="*/ 450818 h 508194"/>
                <a:gd name="connsiteX1409" fmla="*/ 8197 w 736062"/>
                <a:gd name="connsiteY1409" fmla="*/ 447539 h 508194"/>
                <a:gd name="connsiteX1410" fmla="*/ 8197 w 736062"/>
                <a:gd name="connsiteY1410" fmla="*/ 444260 h 508194"/>
                <a:gd name="connsiteX1411" fmla="*/ 11475 w 736062"/>
                <a:gd name="connsiteY1411" fmla="*/ 440982 h 508194"/>
                <a:gd name="connsiteX1412" fmla="*/ 14754 w 736062"/>
                <a:gd name="connsiteY1412" fmla="*/ 439342 h 508194"/>
                <a:gd name="connsiteX1413" fmla="*/ 14754 w 736062"/>
                <a:gd name="connsiteY1413" fmla="*/ 442621 h 508194"/>
                <a:gd name="connsiteX1414" fmla="*/ 13114 w 736062"/>
                <a:gd name="connsiteY1414" fmla="*/ 445900 h 508194"/>
                <a:gd name="connsiteX1415" fmla="*/ 9836 w 736062"/>
                <a:gd name="connsiteY1415" fmla="*/ 447539 h 508194"/>
                <a:gd name="connsiteX1416" fmla="*/ 13114 w 736062"/>
                <a:gd name="connsiteY1416" fmla="*/ 447539 h 508194"/>
                <a:gd name="connsiteX1417" fmla="*/ 16393 w 736062"/>
                <a:gd name="connsiteY1417" fmla="*/ 445900 h 508194"/>
                <a:gd name="connsiteX1418" fmla="*/ 16393 w 736062"/>
                <a:gd name="connsiteY1418" fmla="*/ 440982 h 508194"/>
                <a:gd name="connsiteX1419" fmla="*/ 19672 w 736062"/>
                <a:gd name="connsiteY1419" fmla="*/ 440982 h 508194"/>
                <a:gd name="connsiteX1420" fmla="*/ 24590 w 736062"/>
                <a:gd name="connsiteY1420" fmla="*/ 442621 h 508194"/>
                <a:gd name="connsiteX1421" fmla="*/ 27868 w 736062"/>
                <a:gd name="connsiteY1421" fmla="*/ 440982 h 508194"/>
                <a:gd name="connsiteX1422" fmla="*/ 24590 w 736062"/>
                <a:gd name="connsiteY1422" fmla="*/ 439342 h 508194"/>
                <a:gd name="connsiteX1423" fmla="*/ 27868 w 736062"/>
                <a:gd name="connsiteY1423" fmla="*/ 437703 h 508194"/>
                <a:gd name="connsiteX1424" fmla="*/ 31147 w 736062"/>
                <a:gd name="connsiteY1424" fmla="*/ 437703 h 508194"/>
                <a:gd name="connsiteX1425" fmla="*/ 34426 w 736062"/>
                <a:gd name="connsiteY1425" fmla="*/ 436064 h 508194"/>
                <a:gd name="connsiteX1426" fmla="*/ 34426 w 736062"/>
                <a:gd name="connsiteY1426" fmla="*/ 436064 h 508194"/>
                <a:gd name="connsiteX1427" fmla="*/ 31147 w 736062"/>
                <a:gd name="connsiteY1427" fmla="*/ 437703 h 508194"/>
                <a:gd name="connsiteX1428" fmla="*/ 26229 w 736062"/>
                <a:gd name="connsiteY1428" fmla="*/ 436064 h 508194"/>
                <a:gd name="connsiteX1429" fmla="*/ 24590 w 736062"/>
                <a:gd name="connsiteY1429" fmla="*/ 436064 h 508194"/>
                <a:gd name="connsiteX1430" fmla="*/ 21311 w 736062"/>
                <a:gd name="connsiteY1430" fmla="*/ 434424 h 508194"/>
                <a:gd name="connsiteX1431" fmla="*/ 21311 w 736062"/>
                <a:gd name="connsiteY1431" fmla="*/ 432785 h 508194"/>
                <a:gd name="connsiteX1432" fmla="*/ 26229 w 736062"/>
                <a:gd name="connsiteY1432" fmla="*/ 429506 h 508194"/>
                <a:gd name="connsiteX1433" fmla="*/ 29508 w 736062"/>
                <a:gd name="connsiteY1433" fmla="*/ 427867 h 508194"/>
                <a:gd name="connsiteX1434" fmla="*/ 29508 w 736062"/>
                <a:gd name="connsiteY1434" fmla="*/ 427867 h 508194"/>
                <a:gd name="connsiteX1435" fmla="*/ 34426 w 736062"/>
                <a:gd name="connsiteY1435" fmla="*/ 422949 h 508194"/>
                <a:gd name="connsiteX1436" fmla="*/ 37705 w 736062"/>
                <a:gd name="connsiteY1436" fmla="*/ 422949 h 508194"/>
                <a:gd name="connsiteX1437" fmla="*/ 34426 w 736062"/>
                <a:gd name="connsiteY1437" fmla="*/ 421309 h 508194"/>
                <a:gd name="connsiteX1438" fmla="*/ 37705 w 736062"/>
                <a:gd name="connsiteY1438" fmla="*/ 416392 h 508194"/>
                <a:gd name="connsiteX1439" fmla="*/ 40983 w 736062"/>
                <a:gd name="connsiteY1439" fmla="*/ 414752 h 508194"/>
                <a:gd name="connsiteX1440" fmla="*/ 45901 w 736062"/>
                <a:gd name="connsiteY1440" fmla="*/ 413113 h 508194"/>
                <a:gd name="connsiteX1441" fmla="*/ 49180 w 736062"/>
                <a:gd name="connsiteY1441" fmla="*/ 409834 h 508194"/>
                <a:gd name="connsiteX1442" fmla="*/ 50819 w 736062"/>
                <a:gd name="connsiteY1442" fmla="*/ 413113 h 508194"/>
                <a:gd name="connsiteX1443" fmla="*/ 47541 w 736062"/>
                <a:gd name="connsiteY1443" fmla="*/ 418031 h 508194"/>
                <a:gd name="connsiteX1444" fmla="*/ 47541 w 736062"/>
                <a:gd name="connsiteY1444" fmla="*/ 421309 h 508194"/>
                <a:gd name="connsiteX1445" fmla="*/ 49180 w 736062"/>
                <a:gd name="connsiteY1445" fmla="*/ 418031 h 508194"/>
                <a:gd name="connsiteX1446" fmla="*/ 50819 w 736062"/>
                <a:gd name="connsiteY1446" fmla="*/ 414752 h 508194"/>
                <a:gd name="connsiteX1447" fmla="*/ 54098 w 736062"/>
                <a:gd name="connsiteY1447" fmla="*/ 409834 h 508194"/>
                <a:gd name="connsiteX1448" fmla="*/ 57377 w 736062"/>
                <a:gd name="connsiteY1448" fmla="*/ 408195 h 508194"/>
                <a:gd name="connsiteX1449" fmla="*/ 60655 w 736062"/>
                <a:gd name="connsiteY1449" fmla="*/ 408195 h 508194"/>
                <a:gd name="connsiteX1450" fmla="*/ 65573 w 736062"/>
                <a:gd name="connsiteY1450" fmla="*/ 408195 h 508194"/>
                <a:gd name="connsiteX1451" fmla="*/ 60655 w 736062"/>
                <a:gd name="connsiteY1451" fmla="*/ 406555 h 508194"/>
                <a:gd name="connsiteX1452" fmla="*/ 57377 w 736062"/>
                <a:gd name="connsiteY1452" fmla="*/ 408195 h 508194"/>
                <a:gd name="connsiteX1453" fmla="*/ 54098 w 736062"/>
                <a:gd name="connsiteY1453" fmla="*/ 408195 h 508194"/>
                <a:gd name="connsiteX1454" fmla="*/ 49180 w 736062"/>
                <a:gd name="connsiteY1454" fmla="*/ 408195 h 508194"/>
                <a:gd name="connsiteX1455" fmla="*/ 45901 w 736062"/>
                <a:gd name="connsiteY1455" fmla="*/ 409834 h 508194"/>
                <a:gd name="connsiteX1456" fmla="*/ 40983 w 736062"/>
                <a:gd name="connsiteY1456" fmla="*/ 411473 h 508194"/>
                <a:gd name="connsiteX1457" fmla="*/ 37705 w 736062"/>
                <a:gd name="connsiteY1457" fmla="*/ 413113 h 508194"/>
                <a:gd name="connsiteX1458" fmla="*/ 36065 w 736062"/>
                <a:gd name="connsiteY1458" fmla="*/ 416392 h 508194"/>
                <a:gd name="connsiteX1459" fmla="*/ 32787 w 736062"/>
                <a:gd name="connsiteY1459" fmla="*/ 416392 h 508194"/>
                <a:gd name="connsiteX1460" fmla="*/ 29508 w 736062"/>
                <a:gd name="connsiteY1460" fmla="*/ 419670 h 508194"/>
                <a:gd name="connsiteX1461" fmla="*/ 27868 w 736062"/>
                <a:gd name="connsiteY1461" fmla="*/ 424588 h 508194"/>
                <a:gd name="connsiteX1462" fmla="*/ 26229 w 736062"/>
                <a:gd name="connsiteY1462" fmla="*/ 427867 h 508194"/>
                <a:gd name="connsiteX1463" fmla="*/ 24590 w 736062"/>
                <a:gd name="connsiteY1463" fmla="*/ 427867 h 508194"/>
                <a:gd name="connsiteX1464" fmla="*/ 24590 w 736062"/>
                <a:gd name="connsiteY1464" fmla="*/ 427867 h 508194"/>
                <a:gd name="connsiteX1465" fmla="*/ 22951 w 736062"/>
                <a:gd name="connsiteY1465" fmla="*/ 427867 h 508194"/>
                <a:gd name="connsiteX1466" fmla="*/ 21311 w 736062"/>
                <a:gd name="connsiteY1466" fmla="*/ 422949 h 508194"/>
                <a:gd name="connsiteX1467" fmla="*/ 21311 w 736062"/>
                <a:gd name="connsiteY1467" fmla="*/ 419670 h 508194"/>
                <a:gd name="connsiteX1468" fmla="*/ 18032 w 736062"/>
                <a:gd name="connsiteY1468" fmla="*/ 419670 h 508194"/>
                <a:gd name="connsiteX1469" fmla="*/ 19672 w 736062"/>
                <a:gd name="connsiteY1469" fmla="*/ 416392 h 508194"/>
                <a:gd name="connsiteX1470" fmla="*/ 19672 w 736062"/>
                <a:gd name="connsiteY1470" fmla="*/ 411473 h 508194"/>
                <a:gd name="connsiteX1471" fmla="*/ 18032 w 736062"/>
                <a:gd name="connsiteY1471" fmla="*/ 416392 h 508194"/>
                <a:gd name="connsiteX1472" fmla="*/ 16393 w 736062"/>
                <a:gd name="connsiteY1472" fmla="*/ 419670 h 508194"/>
                <a:gd name="connsiteX1473" fmla="*/ 11475 w 736062"/>
                <a:gd name="connsiteY1473" fmla="*/ 421309 h 508194"/>
                <a:gd name="connsiteX1474" fmla="*/ 8197 w 736062"/>
                <a:gd name="connsiteY1474" fmla="*/ 418031 h 508194"/>
                <a:gd name="connsiteX1475" fmla="*/ 8197 w 736062"/>
                <a:gd name="connsiteY1475" fmla="*/ 413113 h 508194"/>
                <a:gd name="connsiteX1476" fmla="*/ 4918 w 736062"/>
                <a:gd name="connsiteY1476" fmla="*/ 411473 h 508194"/>
                <a:gd name="connsiteX1477" fmla="*/ 8197 w 736062"/>
                <a:gd name="connsiteY1477" fmla="*/ 409834 h 508194"/>
                <a:gd name="connsiteX1478" fmla="*/ 11475 w 736062"/>
                <a:gd name="connsiteY1478" fmla="*/ 406555 h 508194"/>
                <a:gd name="connsiteX1479" fmla="*/ 14754 w 736062"/>
                <a:gd name="connsiteY1479" fmla="*/ 409834 h 508194"/>
                <a:gd name="connsiteX1480" fmla="*/ 18032 w 736062"/>
                <a:gd name="connsiteY1480" fmla="*/ 409834 h 508194"/>
                <a:gd name="connsiteX1481" fmla="*/ 21311 w 736062"/>
                <a:gd name="connsiteY1481" fmla="*/ 408195 h 508194"/>
                <a:gd name="connsiteX1482" fmla="*/ 21311 w 736062"/>
                <a:gd name="connsiteY1482" fmla="*/ 406555 h 508194"/>
                <a:gd name="connsiteX1483" fmla="*/ 21311 w 736062"/>
                <a:gd name="connsiteY1483" fmla="*/ 406555 h 508194"/>
                <a:gd name="connsiteX1484" fmla="*/ 22951 w 736062"/>
                <a:gd name="connsiteY1484" fmla="*/ 404916 h 508194"/>
                <a:gd name="connsiteX1485" fmla="*/ 22951 w 736062"/>
                <a:gd name="connsiteY1485" fmla="*/ 401637 h 508194"/>
                <a:gd name="connsiteX1486" fmla="*/ 22951 w 736062"/>
                <a:gd name="connsiteY1486" fmla="*/ 396719 h 508194"/>
                <a:gd name="connsiteX1487" fmla="*/ 18032 w 736062"/>
                <a:gd name="connsiteY1487" fmla="*/ 398359 h 508194"/>
                <a:gd name="connsiteX1488" fmla="*/ 14754 w 736062"/>
                <a:gd name="connsiteY1488" fmla="*/ 403277 h 508194"/>
                <a:gd name="connsiteX1489" fmla="*/ 9836 w 736062"/>
                <a:gd name="connsiteY1489" fmla="*/ 404916 h 508194"/>
                <a:gd name="connsiteX1490" fmla="*/ 8197 w 736062"/>
                <a:gd name="connsiteY1490" fmla="*/ 404916 h 508194"/>
                <a:gd name="connsiteX1491" fmla="*/ 4918 w 736062"/>
                <a:gd name="connsiteY1491" fmla="*/ 401637 h 508194"/>
                <a:gd name="connsiteX1492" fmla="*/ 4918 w 736062"/>
                <a:gd name="connsiteY1492" fmla="*/ 401637 h 508194"/>
                <a:gd name="connsiteX1493" fmla="*/ 3278 w 736062"/>
                <a:gd name="connsiteY1493" fmla="*/ 396719 h 508194"/>
                <a:gd name="connsiteX1494" fmla="*/ 0 w 736062"/>
                <a:gd name="connsiteY1494" fmla="*/ 395080 h 508194"/>
                <a:gd name="connsiteX1495" fmla="*/ 3278 w 736062"/>
                <a:gd name="connsiteY1495" fmla="*/ 395080 h 508194"/>
                <a:gd name="connsiteX1496" fmla="*/ 6557 w 736062"/>
                <a:gd name="connsiteY1496" fmla="*/ 396719 h 508194"/>
                <a:gd name="connsiteX1497" fmla="*/ 8197 w 736062"/>
                <a:gd name="connsiteY1497" fmla="*/ 396719 h 508194"/>
                <a:gd name="connsiteX1498" fmla="*/ 11475 w 736062"/>
                <a:gd name="connsiteY1498" fmla="*/ 399998 h 508194"/>
                <a:gd name="connsiteX1499" fmla="*/ 11475 w 736062"/>
                <a:gd name="connsiteY1499" fmla="*/ 396719 h 508194"/>
                <a:gd name="connsiteX1500" fmla="*/ 11475 w 736062"/>
                <a:gd name="connsiteY1500" fmla="*/ 393441 h 508194"/>
                <a:gd name="connsiteX1501" fmla="*/ 14754 w 736062"/>
                <a:gd name="connsiteY1501" fmla="*/ 391802 h 508194"/>
                <a:gd name="connsiteX1502" fmla="*/ 11475 w 736062"/>
                <a:gd name="connsiteY1502" fmla="*/ 391802 h 508194"/>
                <a:gd name="connsiteX1503" fmla="*/ 9836 w 736062"/>
                <a:gd name="connsiteY1503" fmla="*/ 395080 h 508194"/>
                <a:gd name="connsiteX1504" fmla="*/ 4918 w 736062"/>
                <a:gd name="connsiteY1504" fmla="*/ 393441 h 508194"/>
                <a:gd name="connsiteX1505" fmla="*/ 3278 w 736062"/>
                <a:gd name="connsiteY1505" fmla="*/ 393441 h 508194"/>
                <a:gd name="connsiteX1506" fmla="*/ 1639 w 736062"/>
                <a:gd name="connsiteY1506" fmla="*/ 390162 h 508194"/>
                <a:gd name="connsiteX1507" fmla="*/ 4918 w 736062"/>
                <a:gd name="connsiteY1507" fmla="*/ 391802 h 508194"/>
                <a:gd name="connsiteX1508" fmla="*/ 4918 w 736062"/>
                <a:gd name="connsiteY1508" fmla="*/ 390162 h 508194"/>
                <a:gd name="connsiteX1509" fmla="*/ 6557 w 736062"/>
                <a:gd name="connsiteY1509" fmla="*/ 388523 h 508194"/>
                <a:gd name="connsiteX1510" fmla="*/ 6557 w 736062"/>
                <a:gd name="connsiteY1510" fmla="*/ 388523 h 508194"/>
                <a:gd name="connsiteX1511" fmla="*/ 3278 w 736062"/>
                <a:gd name="connsiteY1511" fmla="*/ 388523 h 508194"/>
                <a:gd name="connsiteX1512" fmla="*/ 3278 w 736062"/>
                <a:gd name="connsiteY1512" fmla="*/ 383605 h 508194"/>
                <a:gd name="connsiteX1513" fmla="*/ 6557 w 736062"/>
                <a:gd name="connsiteY1513" fmla="*/ 383605 h 508194"/>
                <a:gd name="connsiteX1514" fmla="*/ 11475 w 736062"/>
                <a:gd name="connsiteY1514" fmla="*/ 385244 h 508194"/>
                <a:gd name="connsiteX1515" fmla="*/ 14754 w 736062"/>
                <a:gd name="connsiteY1515" fmla="*/ 386883 h 508194"/>
                <a:gd name="connsiteX1516" fmla="*/ 18032 w 736062"/>
                <a:gd name="connsiteY1516" fmla="*/ 383605 h 508194"/>
                <a:gd name="connsiteX1517" fmla="*/ 22951 w 736062"/>
                <a:gd name="connsiteY1517" fmla="*/ 383605 h 508194"/>
                <a:gd name="connsiteX1518" fmla="*/ 26229 w 736062"/>
                <a:gd name="connsiteY1518" fmla="*/ 381965 h 508194"/>
                <a:gd name="connsiteX1519" fmla="*/ 29508 w 736062"/>
                <a:gd name="connsiteY1519" fmla="*/ 381965 h 508194"/>
                <a:gd name="connsiteX1520" fmla="*/ 34426 w 736062"/>
                <a:gd name="connsiteY1520" fmla="*/ 381965 h 508194"/>
                <a:gd name="connsiteX1521" fmla="*/ 34426 w 736062"/>
                <a:gd name="connsiteY1521" fmla="*/ 381965 h 508194"/>
                <a:gd name="connsiteX1522" fmla="*/ 39344 w 736062"/>
                <a:gd name="connsiteY1522" fmla="*/ 383605 h 508194"/>
                <a:gd name="connsiteX1523" fmla="*/ 44262 w 736062"/>
                <a:gd name="connsiteY1523" fmla="*/ 383605 h 508194"/>
                <a:gd name="connsiteX1524" fmla="*/ 47541 w 736062"/>
                <a:gd name="connsiteY1524" fmla="*/ 383605 h 508194"/>
                <a:gd name="connsiteX1525" fmla="*/ 50819 w 736062"/>
                <a:gd name="connsiteY1525" fmla="*/ 380326 h 508194"/>
                <a:gd name="connsiteX1526" fmla="*/ 55737 w 736062"/>
                <a:gd name="connsiteY1526" fmla="*/ 380326 h 508194"/>
                <a:gd name="connsiteX1527" fmla="*/ 59016 w 736062"/>
                <a:gd name="connsiteY1527" fmla="*/ 383605 h 508194"/>
                <a:gd name="connsiteX1528" fmla="*/ 62295 w 736062"/>
                <a:gd name="connsiteY1528" fmla="*/ 386883 h 508194"/>
                <a:gd name="connsiteX1529" fmla="*/ 59016 w 736062"/>
                <a:gd name="connsiteY1529" fmla="*/ 390162 h 508194"/>
                <a:gd name="connsiteX1530" fmla="*/ 62295 w 736062"/>
                <a:gd name="connsiteY1530" fmla="*/ 388523 h 508194"/>
                <a:gd name="connsiteX1531" fmla="*/ 65573 w 736062"/>
                <a:gd name="connsiteY1531" fmla="*/ 388523 h 508194"/>
                <a:gd name="connsiteX1532" fmla="*/ 63934 w 736062"/>
                <a:gd name="connsiteY1532" fmla="*/ 385244 h 508194"/>
                <a:gd name="connsiteX1533" fmla="*/ 67212 w 736062"/>
                <a:gd name="connsiteY1533" fmla="*/ 381965 h 508194"/>
                <a:gd name="connsiteX1534" fmla="*/ 70491 w 736062"/>
                <a:gd name="connsiteY1534" fmla="*/ 380326 h 508194"/>
                <a:gd name="connsiteX1535" fmla="*/ 73770 w 736062"/>
                <a:gd name="connsiteY1535" fmla="*/ 381965 h 508194"/>
                <a:gd name="connsiteX1536" fmla="*/ 77049 w 736062"/>
                <a:gd name="connsiteY1536" fmla="*/ 380326 h 508194"/>
                <a:gd name="connsiteX1537" fmla="*/ 81967 w 736062"/>
                <a:gd name="connsiteY1537" fmla="*/ 378687 h 508194"/>
                <a:gd name="connsiteX1538" fmla="*/ 77049 w 736062"/>
                <a:gd name="connsiteY1538" fmla="*/ 378687 h 508194"/>
                <a:gd name="connsiteX1539" fmla="*/ 73770 w 736062"/>
                <a:gd name="connsiteY1539" fmla="*/ 378687 h 508194"/>
                <a:gd name="connsiteX1540" fmla="*/ 73770 w 736062"/>
                <a:gd name="connsiteY1540" fmla="*/ 378687 h 508194"/>
                <a:gd name="connsiteX1541" fmla="*/ 72131 w 736062"/>
                <a:gd name="connsiteY1541" fmla="*/ 375408 h 508194"/>
                <a:gd name="connsiteX1542" fmla="*/ 77049 w 736062"/>
                <a:gd name="connsiteY1542" fmla="*/ 370490 h 508194"/>
                <a:gd name="connsiteX1543" fmla="*/ 80327 w 736062"/>
                <a:gd name="connsiteY1543" fmla="*/ 367211 h 508194"/>
                <a:gd name="connsiteX1544" fmla="*/ 77049 w 736062"/>
                <a:gd name="connsiteY1544" fmla="*/ 368851 h 508194"/>
                <a:gd name="connsiteX1545" fmla="*/ 72131 w 736062"/>
                <a:gd name="connsiteY1545" fmla="*/ 372129 h 508194"/>
                <a:gd name="connsiteX1546" fmla="*/ 72131 w 736062"/>
                <a:gd name="connsiteY1546" fmla="*/ 377047 h 508194"/>
                <a:gd name="connsiteX1547" fmla="*/ 73770 w 736062"/>
                <a:gd name="connsiteY1547" fmla="*/ 380326 h 508194"/>
                <a:gd name="connsiteX1548" fmla="*/ 70491 w 736062"/>
                <a:gd name="connsiteY1548" fmla="*/ 380326 h 508194"/>
                <a:gd name="connsiteX1549" fmla="*/ 65573 w 736062"/>
                <a:gd name="connsiteY1549" fmla="*/ 381965 h 508194"/>
                <a:gd name="connsiteX1550" fmla="*/ 62295 w 736062"/>
                <a:gd name="connsiteY1550" fmla="*/ 380326 h 508194"/>
                <a:gd name="connsiteX1551" fmla="*/ 65573 w 736062"/>
                <a:gd name="connsiteY1551" fmla="*/ 377047 h 508194"/>
                <a:gd name="connsiteX1552" fmla="*/ 65573 w 736062"/>
                <a:gd name="connsiteY1552" fmla="*/ 377047 h 508194"/>
                <a:gd name="connsiteX1553" fmla="*/ 62295 w 736062"/>
                <a:gd name="connsiteY1553" fmla="*/ 378687 h 508194"/>
                <a:gd name="connsiteX1554" fmla="*/ 59016 w 736062"/>
                <a:gd name="connsiteY1554" fmla="*/ 380326 h 508194"/>
                <a:gd name="connsiteX1555" fmla="*/ 55737 w 736062"/>
                <a:gd name="connsiteY1555" fmla="*/ 380326 h 508194"/>
                <a:gd name="connsiteX1556" fmla="*/ 50819 w 736062"/>
                <a:gd name="connsiteY1556" fmla="*/ 378687 h 508194"/>
                <a:gd name="connsiteX1557" fmla="*/ 50819 w 736062"/>
                <a:gd name="connsiteY1557" fmla="*/ 378687 h 508194"/>
                <a:gd name="connsiteX1558" fmla="*/ 50819 w 736062"/>
                <a:gd name="connsiteY1558" fmla="*/ 377047 h 508194"/>
                <a:gd name="connsiteX1559" fmla="*/ 52458 w 736062"/>
                <a:gd name="connsiteY1559" fmla="*/ 373769 h 508194"/>
                <a:gd name="connsiteX1560" fmla="*/ 49180 w 736062"/>
                <a:gd name="connsiteY1560" fmla="*/ 375408 h 508194"/>
                <a:gd name="connsiteX1561" fmla="*/ 47541 w 736062"/>
                <a:gd name="connsiteY1561" fmla="*/ 378687 h 508194"/>
                <a:gd name="connsiteX1562" fmla="*/ 47541 w 736062"/>
                <a:gd name="connsiteY1562" fmla="*/ 381965 h 508194"/>
                <a:gd name="connsiteX1563" fmla="*/ 44262 w 736062"/>
                <a:gd name="connsiteY1563" fmla="*/ 381965 h 508194"/>
                <a:gd name="connsiteX1564" fmla="*/ 40983 w 736062"/>
                <a:gd name="connsiteY1564" fmla="*/ 381965 h 508194"/>
                <a:gd name="connsiteX1565" fmla="*/ 36065 w 736062"/>
                <a:gd name="connsiteY1565" fmla="*/ 380326 h 508194"/>
                <a:gd name="connsiteX1566" fmla="*/ 32787 w 736062"/>
                <a:gd name="connsiteY1566" fmla="*/ 378687 h 508194"/>
                <a:gd name="connsiteX1567" fmla="*/ 29508 w 736062"/>
                <a:gd name="connsiteY1567" fmla="*/ 380326 h 508194"/>
                <a:gd name="connsiteX1568" fmla="*/ 24590 w 736062"/>
                <a:gd name="connsiteY1568" fmla="*/ 380326 h 508194"/>
                <a:gd name="connsiteX1569" fmla="*/ 21311 w 736062"/>
                <a:gd name="connsiteY1569" fmla="*/ 380326 h 508194"/>
                <a:gd name="connsiteX1570" fmla="*/ 18032 w 736062"/>
                <a:gd name="connsiteY1570" fmla="*/ 383605 h 508194"/>
                <a:gd name="connsiteX1571" fmla="*/ 14754 w 736062"/>
                <a:gd name="connsiteY1571" fmla="*/ 383605 h 508194"/>
                <a:gd name="connsiteX1572" fmla="*/ 13114 w 736062"/>
                <a:gd name="connsiteY1572" fmla="*/ 383605 h 508194"/>
                <a:gd name="connsiteX1573" fmla="*/ 8197 w 736062"/>
                <a:gd name="connsiteY1573" fmla="*/ 380326 h 508194"/>
                <a:gd name="connsiteX1574" fmla="*/ 4918 w 736062"/>
                <a:gd name="connsiteY1574" fmla="*/ 378687 h 508194"/>
                <a:gd name="connsiteX1575" fmla="*/ 8197 w 736062"/>
                <a:gd name="connsiteY1575" fmla="*/ 378687 h 508194"/>
                <a:gd name="connsiteX1576" fmla="*/ 4918 w 736062"/>
                <a:gd name="connsiteY1576" fmla="*/ 375408 h 508194"/>
                <a:gd name="connsiteX1577" fmla="*/ 8197 w 736062"/>
                <a:gd name="connsiteY1577" fmla="*/ 373769 h 508194"/>
                <a:gd name="connsiteX1578" fmla="*/ 11475 w 736062"/>
                <a:gd name="connsiteY1578" fmla="*/ 373769 h 508194"/>
                <a:gd name="connsiteX1579" fmla="*/ 14754 w 736062"/>
                <a:gd name="connsiteY1579" fmla="*/ 372129 h 508194"/>
                <a:gd name="connsiteX1580" fmla="*/ 19672 w 736062"/>
                <a:gd name="connsiteY1580" fmla="*/ 372129 h 508194"/>
                <a:gd name="connsiteX1581" fmla="*/ 14754 w 736062"/>
                <a:gd name="connsiteY1581" fmla="*/ 372129 h 508194"/>
                <a:gd name="connsiteX1582" fmla="*/ 11475 w 736062"/>
                <a:gd name="connsiteY1582" fmla="*/ 372129 h 508194"/>
                <a:gd name="connsiteX1583" fmla="*/ 8197 w 736062"/>
                <a:gd name="connsiteY1583" fmla="*/ 373769 h 508194"/>
                <a:gd name="connsiteX1584" fmla="*/ 4918 w 736062"/>
                <a:gd name="connsiteY1584" fmla="*/ 373769 h 508194"/>
                <a:gd name="connsiteX1585" fmla="*/ 6557 w 736062"/>
                <a:gd name="connsiteY1585" fmla="*/ 370490 h 508194"/>
                <a:gd name="connsiteX1586" fmla="*/ 1639 w 736062"/>
                <a:gd name="connsiteY1586" fmla="*/ 370490 h 508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</a:cxnLst>
              <a:rect l="l" t="t" r="r" b="b"/>
              <a:pathLst>
                <a:path w="736062" h="508194">
                  <a:moveTo>
                    <a:pt x="1639" y="370490"/>
                  </a:moveTo>
                  <a:lnTo>
                    <a:pt x="6557" y="368851"/>
                  </a:lnTo>
                  <a:lnTo>
                    <a:pt x="9836" y="367211"/>
                  </a:lnTo>
                  <a:lnTo>
                    <a:pt x="14754" y="368851"/>
                  </a:lnTo>
                  <a:lnTo>
                    <a:pt x="18032" y="370490"/>
                  </a:lnTo>
                  <a:lnTo>
                    <a:pt x="21311" y="368851"/>
                  </a:lnTo>
                  <a:lnTo>
                    <a:pt x="26229" y="367211"/>
                  </a:lnTo>
                  <a:lnTo>
                    <a:pt x="21311" y="367211"/>
                  </a:lnTo>
                  <a:lnTo>
                    <a:pt x="18032" y="368851"/>
                  </a:lnTo>
                  <a:lnTo>
                    <a:pt x="14754" y="367211"/>
                  </a:lnTo>
                  <a:lnTo>
                    <a:pt x="9836" y="367211"/>
                  </a:lnTo>
                  <a:lnTo>
                    <a:pt x="14754" y="365572"/>
                  </a:lnTo>
                  <a:lnTo>
                    <a:pt x="9836" y="363933"/>
                  </a:lnTo>
                  <a:lnTo>
                    <a:pt x="14754" y="362293"/>
                  </a:lnTo>
                  <a:lnTo>
                    <a:pt x="9836" y="362293"/>
                  </a:lnTo>
                  <a:lnTo>
                    <a:pt x="6557" y="362293"/>
                  </a:lnTo>
                  <a:lnTo>
                    <a:pt x="1639" y="363933"/>
                  </a:lnTo>
                  <a:lnTo>
                    <a:pt x="6557" y="362293"/>
                  </a:lnTo>
                  <a:lnTo>
                    <a:pt x="9836" y="362293"/>
                  </a:lnTo>
                  <a:lnTo>
                    <a:pt x="11475" y="362293"/>
                  </a:lnTo>
                  <a:lnTo>
                    <a:pt x="14754" y="360654"/>
                  </a:lnTo>
                  <a:lnTo>
                    <a:pt x="9836" y="362293"/>
                  </a:lnTo>
                  <a:lnTo>
                    <a:pt x="6557" y="362293"/>
                  </a:lnTo>
                  <a:lnTo>
                    <a:pt x="1639" y="362293"/>
                  </a:lnTo>
                  <a:lnTo>
                    <a:pt x="1639" y="359015"/>
                  </a:lnTo>
                  <a:lnTo>
                    <a:pt x="4918" y="359015"/>
                  </a:lnTo>
                  <a:lnTo>
                    <a:pt x="9836" y="355736"/>
                  </a:lnTo>
                  <a:lnTo>
                    <a:pt x="4918" y="355736"/>
                  </a:lnTo>
                  <a:lnTo>
                    <a:pt x="8197" y="354097"/>
                  </a:lnTo>
                  <a:lnTo>
                    <a:pt x="9836" y="354097"/>
                  </a:lnTo>
                  <a:lnTo>
                    <a:pt x="13114" y="350818"/>
                  </a:lnTo>
                  <a:lnTo>
                    <a:pt x="16393" y="350818"/>
                  </a:lnTo>
                  <a:lnTo>
                    <a:pt x="21311" y="350818"/>
                  </a:lnTo>
                  <a:lnTo>
                    <a:pt x="24590" y="354097"/>
                  </a:lnTo>
                  <a:lnTo>
                    <a:pt x="27868" y="352457"/>
                  </a:lnTo>
                  <a:lnTo>
                    <a:pt x="32787" y="354097"/>
                  </a:lnTo>
                  <a:lnTo>
                    <a:pt x="29508" y="357375"/>
                  </a:lnTo>
                  <a:lnTo>
                    <a:pt x="32787" y="354097"/>
                  </a:lnTo>
                  <a:lnTo>
                    <a:pt x="36065" y="355736"/>
                  </a:lnTo>
                  <a:lnTo>
                    <a:pt x="40983" y="352457"/>
                  </a:lnTo>
                  <a:lnTo>
                    <a:pt x="44262" y="354097"/>
                  </a:lnTo>
                  <a:lnTo>
                    <a:pt x="49180" y="354097"/>
                  </a:lnTo>
                  <a:lnTo>
                    <a:pt x="52458" y="352457"/>
                  </a:lnTo>
                  <a:lnTo>
                    <a:pt x="55737" y="352457"/>
                  </a:lnTo>
                  <a:lnTo>
                    <a:pt x="52458" y="352457"/>
                  </a:lnTo>
                  <a:lnTo>
                    <a:pt x="47541" y="354097"/>
                  </a:lnTo>
                  <a:lnTo>
                    <a:pt x="44262" y="352457"/>
                  </a:lnTo>
                  <a:lnTo>
                    <a:pt x="40983" y="352457"/>
                  </a:lnTo>
                  <a:lnTo>
                    <a:pt x="37705" y="352457"/>
                  </a:lnTo>
                  <a:lnTo>
                    <a:pt x="32787" y="352457"/>
                  </a:lnTo>
                  <a:lnTo>
                    <a:pt x="29508" y="352457"/>
                  </a:lnTo>
                  <a:lnTo>
                    <a:pt x="24590" y="350818"/>
                  </a:lnTo>
                  <a:lnTo>
                    <a:pt x="29508" y="350818"/>
                  </a:lnTo>
                  <a:lnTo>
                    <a:pt x="24590" y="350818"/>
                  </a:lnTo>
                  <a:lnTo>
                    <a:pt x="21311" y="350818"/>
                  </a:lnTo>
                  <a:lnTo>
                    <a:pt x="16393" y="349179"/>
                  </a:lnTo>
                  <a:lnTo>
                    <a:pt x="13114" y="350818"/>
                  </a:lnTo>
                  <a:lnTo>
                    <a:pt x="9836" y="350818"/>
                  </a:lnTo>
                  <a:lnTo>
                    <a:pt x="8197" y="349179"/>
                  </a:lnTo>
                  <a:lnTo>
                    <a:pt x="11475" y="349179"/>
                  </a:lnTo>
                  <a:lnTo>
                    <a:pt x="14754" y="345900"/>
                  </a:lnTo>
                  <a:lnTo>
                    <a:pt x="11475" y="342621"/>
                  </a:lnTo>
                  <a:lnTo>
                    <a:pt x="6557" y="342621"/>
                  </a:lnTo>
                  <a:lnTo>
                    <a:pt x="6557" y="339343"/>
                  </a:lnTo>
                  <a:lnTo>
                    <a:pt x="11475" y="339343"/>
                  </a:lnTo>
                  <a:lnTo>
                    <a:pt x="13114" y="342621"/>
                  </a:lnTo>
                  <a:lnTo>
                    <a:pt x="18032" y="345900"/>
                  </a:lnTo>
                  <a:lnTo>
                    <a:pt x="18032" y="345900"/>
                  </a:lnTo>
                  <a:lnTo>
                    <a:pt x="21311" y="344261"/>
                  </a:lnTo>
                  <a:lnTo>
                    <a:pt x="16393" y="342621"/>
                  </a:lnTo>
                  <a:lnTo>
                    <a:pt x="18032" y="339343"/>
                  </a:lnTo>
                  <a:lnTo>
                    <a:pt x="21311" y="340982"/>
                  </a:lnTo>
                  <a:lnTo>
                    <a:pt x="24590" y="344261"/>
                  </a:lnTo>
                  <a:lnTo>
                    <a:pt x="26229" y="339343"/>
                  </a:lnTo>
                  <a:lnTo>
                    <a:pt x="31147" y="339343"/>
                  </a:lnTo>
                  <a:lnTo>
                    <a:pt x="31147" y="342621"/>
                  </a:lnTo>
                  <a:lnTo>
                    <a:pt x="34426" y="342621"/>
                  </a:lnTo>
                  <a:lnTo>
                    <a:pt x="39344" y="344261"/>
                  </a:lnTo>
                  <a:lnTo>
                    <a:pt x="42622" y="344261"/>
                  </a:lnTo>
                  <a:lnTo>
                    <a:pt x="39344" y="342621"/>
                  </a:lnTo>
                  <a:lnTo>
                    <a:pt x="34426" y="340982"/>
                  </a:lnTo>
                  <a:lnTo>
                    <a:pt x="32787" y="337703"/>
                  </a:lnTo>
                  <a:lnTo>
                    <a:pt x="37705" y="334425"/>
                  </a:lnTo>
                  <a:lnTo>
                    <a:pt x="40983" y="332785"/>
                  </a:lnTo>
                  <a:lnTo>
                    <a:pt x="44262" y="332785"/>
                  </a:lnTo>
                  <a:lnTo>
                    <a:pt x="45901" y="336064"/>
                  </a:lnTo>
                  <a:lnTo>
                    <a:pt x="50819" y="339343"/>
                  </a:lnTo>
                  <a:lnTo>
                    <a:pt x="49180" y="337703"/>
                  </a:lnTo>
                  <a:lnTo>
                    <a:pt x="47541" y="334425"/>
                  </a:lnTo>
                  <a:lnTo>
                    <a:pt x="47541" y="331146"/>
                  </a:lnTo>
                  <a:lnTo>
                    <a:pt x="52458" y="329507"/>
                  </a:lnTo>
                  <a:lnTo>
                    <a:pt x="55737" y="329507"/>
                  </a:lnTo>
                  <a:lnTo>
                    <a:pt x="60655" y="331146"/>
                  </a:lnTo>
                  <a:lnTo>
                    <a:pt x="63934" y="336064"/>
                  </a:lnTo>
                  <a:lnTo>
                    <a:pt x="63934" y="339343"/>
                  </a:lnTo>
                  <a:lnTo>
                    <a:pt x="60655" y="342621"/>
                  </a:lnTo>
                  <a:lnTo>
                    <a:pt x="63934" y="344261"/>
                  </a:lnTo>
                  <a:lnTo>
                    <a:pt x="68852" y="340982"/>
                  </a:lnTo>
                  <a:lnTo>
                    <a:pt x="63934" y="339343"/>
                  </a:lnTo>
                  <a:lnTo>
                    <a:pt x="65573" y="336064"/>
                  </a:lnTo>
                  <a:lnTo>
                    <a:pt x="70491" y="336064"/>
                  </a:lnTo>
                  <a:lnTo>
                    <a:pt x="73770" y="336064"/>
                  </a:lnTo>
                  <a:lnTo>
                    <a:pt x="70491" y="336064"/>
                  </a:lnTo>
                  <a:lnTo>
                    <a:pt x="65573" y="334425"/>
                  </a:lnTo>
                  <a:lnTo>
                    <a:pt x="65573" y="334425"/>
                  </a:lnTo>
                  <a:lnTo>
                    <a:pt x="62295" y="332785"/>
                  </a:lnTo>
                  <a:lnTo>
                    <a:pt x="59016" y="329507"/>
                  </a:lnTo>
                  <a:lnTo>
                    <a:pt x="55737" y="327867"/>
                  </a:lnTo>
                  <a:lnTo>
                    <a:pt x="52458" y="329507"/>
                  </a:lnTo>
                  <a:lnTo>
                    <a:pt x="47541" y="329507"/>
                  </a:lnTo>
                  <a:lnTo>
                    <a:pt x="44262" y="329507"/>
                  </a:lnTo>
                  <a:lnTo>
                    <a:pt x="40983" y="327867"/>
                  </a:lnTo>
                  <a:lnTo>
                    <a:pt x="42622" y="327867"/>
                  </a:lnTo>
                  <a:lnTo>
                    <a:pt x="47541" y="327867"/>
                  </a:lnTo>
                  <a:lnTo>
                    <a:pt x="50819" y="327867"/>
                  </a:lnTo>
                  <a:lnTo>
                    <a:pt x="54098" y="327867"/>
                  </a:lnTo>
                  <a:lnTo>
                    <a:pt x="50819" y="326228"/>
                  </a:lnTo>
                  <a:lnTo>
                    <a:pt x="47541" y="326228"/>
                  </a:lnTo>
                  <a:lnTo>
                    <a:pt x="42622" y="322949"/>
                  </a:lnTo>
                  <a:lnTo>
                    <a:pt x="45901" y="322949"/>
                  </a:lnTo>
                  <a:lnTo>
                    <a:pt x="50819" y="322949"/>
                  </a:lnTo>
                  <a:lnTo>
                    <a:pt x="54098" y="321310"/>
                  </a:lnTo>
                  <a:lnTo>
                    <a:pt x="57377" y="321310"/>
                  </a:lnTo>
                  <a:lnTo>
                    <a:pt x="62295" y="321310"/>
                  </a:lnTo>
                  <a:lnTo>
                    <a:pt x="65573" y="322949"/>
                  </a:lnTo>
                  <a:lnTo>
                    <a:pt x="68852" y="322949"/>
                  </a:lnTo>
                  <a:lnTo>
                    <a:pt x="72131" y="322949"/>
                  </a:lnTo>
                  <a:lnTo>
                    <a:pt x="77049" y="326228"/>
                  </a:lnTo>
                  <a:lnTo>
                    <a:pt x="80327" y="326228"/>
                  </a:lnTo>
                  <a:lnTo>
                    <a:pt x="85245" y="324589"/>
                  </a:lnTo>
                  <a:lnTo>
                    <a:pt x="85245" y="324589"/>
                  </a:lnTo>
                  <a:lnTo>
                    <a:pt x="81967" y="324589"/>
                  </a:lnTo>
                  <a:lnTo>
                    <a:pt x="78688" y="324589"/>
                  </a:lnTo>
                  <a:lnTo>
                    <a:pt x="78688" y="321310"/>
                  </a:lnTo>
                  <a:lnTo>
                    <a:pt x="83606" y="319671"/>
                  </a:lnTo>
                  <a:lnTo>
                    <a:pt x="86885" y="318031"/>
                  </a:lnTo>
                  <a:lnTo>
                    <a:pt x="90164" y="318031"/>
                  </a:lnTo>
                  <a:lnTo>
                    <a:pt x="93442" y="318031"/>
                  </a:lnTo>
                  <a:lnTo>
                    <a:pt x="98360" y="319671"/>
                  </a:lnTo>
                  <a:lnTo>
                    <a:pt x="95081" y="316392"/>
                  </a:lnTo>
                  <a:lnTo>
                    <a:pt x="90164" y="316392"/>
                  </a:lnTo>
                  <a:lnTo>
                    <a:pt x="86885" y="318031"/>
                  </a:lnTo>
                  <a:lnTo>
                    <a:pt x="81967" y="319671"/>
                  </a:lnTo>
                  <a:lnTo>
                    <a:pt x="78688" y="319671"/>
                  </a:lnTo>
                  <a:lnTo>
                    <a:pt x="75409" y="318031"/>
                  </a:lnTo>
                  <a:lnTo>
                    <a:pt x="78688" y="316392"/>
                  </a:lnTo>
                  <a:lnTo>
                    <a:pt x="81967" y="316392"/>
                  </a:lnTo>
                  <a:lnTo>
                    <a:pt x="78688" y="316392"/>
                  </a:lnTo>
                  <a:lnTo>
                    <a:pt x="75409" y="316392"/>
                  </a:lnTo>
                  <a:lnTo>
                    <a:pt x="72131" y="318031"/>
                  </a:lnTo>
                  <a:lnTo>
                    <a:pt x="67212" y="318031"/>
                  </a:lnTo>
                  <a:lnTo>
                    <a:pt x="63934" y="316392"/>
                  </a:lnTo>
                  <a:lnTo>
                    <a:pt x="67212" y="314753"/>
                  </a:lnTo>
                  <a:lnTo>
                    <a:pt x="70491" y="314753"/>
                  </a:lnTo>
                  <a:lnTo>
                    <a:pt x="67212" y="313113"/>
                  </a:lnTo>
                  <a:lnTo>
                    <a:pt x="62295" y="309835"/>
                  </a:lnTo>
                  <a:lnTo>
                    <a:pt x="67212" y="308195"/>
                  </a:lnTo>
                  <a:lnTo>
                    <a:pt x="70491" y="306556"/>
                  </a:lnTo>
                  <a:lnTo>
                    <a:pt x="73770" y="308195"/>
                  </a:lnTo>
                  <a:lnTo>
                    <a:pt x="78688" y="311474"/>
                  </a:lnTo>
                  <a:lnTo>
                    <a:pt x="81967" y="309835"/>
                  </a:lnTo>
                  <a:lnTo>
                    <a:pt x="85245" y="308195"/>
                  </a:lnTo>
                  <a:lnTo>
                    <a:pt x="90164" y="309835"/>
                  </a:lnTo>
                  <a:lnTo>
                    <a:pt x="93442" y="308195"/>
                  </a:lnTo>
                  <a:lnTo>
                    <a:pt x="96721" y="309835"/>
                  </a:lnTo>
                  <a:lnTo>
                    <a:pt x="98360" y="314753"/>
                  </a:lnTo>
                  <a:lnTo>
                    <a:pt x="103278" y="316392"/>
                  </a:lnTo>
                  <a:lnTo>
                    <a:pt x="106557" y="318031"/>
                  </a:lnTo>
                  <a:lnTo>
                    <a:pt x="109835" y="319671"/>
                  </a:lnTo>
                  <a:lnTo>
                    <a:pt x="108196" y="316392"/>
                  </a:lnTo>
                  <a:lnTo>
                    <a:pt x="104917" y="314753"/>
                  </a:lnTo>
                  <a:lnTo>
                    <a:pt x="99999" y="314753"/>
                  </a:lnTo>
                  <a:lnTo>
                    <a:pt x="98360" y="309835"/>
                  </a:lnTo>
                  <a:lnTo>
                    <a:pt x="95081" y="308195"/>
                  </a:lnTo>
                  <a:lnTo>
                    <a:pt x="93442" y="303277"/>
                  </a:lnTo>
                  <a:lnTo>
                    <a:pt x="96721" y="303277"/>
                  </a:lnTo>
                  <a:lnTo>
                    <a:pt x="99999" y="306556"/>
                  </a:lnTo>
                  <a:lnTo>
                    <a:pt x="104917" y="308195"/>
                  </a:lnTo>
                  <a:lnTo>
                    <a:pt x="104917" y="313113"/>
                  </a:lnTo>
                  <a:lnTo>
                    <a:pt x="108196" y="311474"/>
                  </a:lnTo>
                  <a:lnTo>
                    <a:pt x="111475" y="311474"/>
                  </a:lnTo>
                  <a:lnTo>
                    <a:pt x="108196" y="311474"/>
                  </a:lnTo>
                  <a:lnTo>
                    <a:pt x="108196" y="309835"/>
                  </a:lnTo>
                  <a:lnTo>
                    <a:pt x="113114" y="308195"/>
                  </a:lnTo>
                  <a:lnTo>
                    <a:pt x="108196" y="306556"/>
                  </a:lnTo>
                  <a:lnTo>
                    <a:pt x="104917" y="306556"/>
                  </a:lnTo>
                  <a:lnTo>
                    <a:pt x="108196" y="306556"/>
                  </a:lnTo>
                  <a:lnTo>
                    <a:pt x="104917" y="306556"/>
                  </a:lnTo>
                  <a:lnTo>
                    <a:pt x="101639" y="306556"/>
                  </a:lnTo>
                  <a:lnTo>
                    <a:pt x="101639" y="301638"/>
                  </a:lnTo>
                  <a:lnTo>
                    <a:pt x="104917" y="301638"/>
                  </a:lnTo>
                  <a:lnTo>
                    <a:pt x="109835" y="301638"/>
                  </a:lnTo>
                  <a:lnTo>
                    <a:pt x="113114" y="299999"/>
                  </a:lnTo>
                  <a:lnTo>
                    <a:pt x="118032" y="299999"/>
                  </a:lnTo>
                  <a:lnTo>
                    <a:pt x="119671" y="299999"/>
                  </a:lnTo>
                  <a:lnTo>
                    <a:pt x="122950" y="299999"/>
                  </a:lnTo>
                  <a:lnTo>
                    <a:pt x="119671" y="299999"/>
                  </a:lnTo>
                  <a:lnTo>
                    <a:pt x="114754" y="299999"/>
                  </a:lnTo>
                  <a:lnTo>
                    <a:pt x="111475" y="298359"/>
                  </a:lnTo>
                  <a:lnTo>
                    <a:pt x="114754" y="295081"/>
                  </a:lnTo>
                  <a:lnTo>
                    <a:pt x="116393" y="291802"/>
                  </a:lnTo>
                  <a:lnTo>
                    <a:pt x="121311" y="291802"/>
                  </a:lnTo>
                  <a:lnTo>
                    <a:pt x="124589" y="290163"/>
                  </a:lnTo>
                  <a:lnTo>
                    <a:pt x="127868" y="291802"/>
                  </a:lnTo>
                  <a:lnTo>
                    <a:pt x="126229" y="295081"/>
                  </a:lnTo>
                  <a:lnTo>
                    <a:pt x="129508" y="295081"/>
                  </a:lnTo>
                  <a:lnTo>
                    <a:pt x="134425" y="293441"/>
                  </a:lnTo>
                  <a:lnTo>
                    <a:pt x="137704" y="291802"/>
                  </a:lnTo>
                  <a:lnTo>
                    <a:pt x="134425" y="293441"/>
                  </a:lnTo>
                  <a:lnTo>
                    <a:pt x="129508" y="291802"/>
                  </a:lnTo>
                  <a:lnTo>
                    <a:pt x="134425" y="290163"/>
                  </a:lnTo>
                  <a:lnTo>
                    <a:pt x="137704" y="288523"/>
                  </a:lnTo>
                  <a:lnTo>
                    <a:pt x="132786" y="288523"/>
                  </a:lnTo>
                  <a:lnTo>
                    <a:pt x="129508" y="288523"/>
                  </a:lnTo>
                  <a:lnTo>
                    <a:pt x="134425" y="286884"/>
                  </a:lnTo>
                  <a:lnTo>
                    <a:pt x="137704" y="285245"/>
                  </a:lnTo>
                  <a:lnTo>
                    <a:pt x="140983" y="286884"/>
                  </a:lnTo>
                  <a:lnTo>
                    <a:pt x="144261" y="281966"/>
                  </a:lnTo>
                  <a:lnTo>
                    <a:pt x="149179" y="286884"/>
                  </a:lnTo>
                  <a:lnTo>
                    <a:pt x="152458" y="290163"/>
                  </a:lnTo>
                  <a:lnTo>
                    <a:pt x="152458" y="290163"/>
                  </a:lnTo>
                  <a:lnTo>
                    <a:pt x="152458" y="291802"/>
                  </a:lnTo>
                  <a:lnTo>
                    <a:pt x="152458" y="291802"/>
                  </a:lnTo>
                  <a:lnTo>
                    <a:pt x="149179" y="295081"/>
                  </a:lnTo>
                  <a:lnTo>
                    <a:pt x="149179" y="295081"/>
                  </a:lnTo>
                  <a:lnTo>
                    <a:pt x="152458" y="293441"/>
                  </a:lnTo>
                  <a:lnTo>
                    <a:pt x="155737" y="295081"/>
                  </a:lnTo>
                  <a:lnTo>
                    <a:pt x="160655" y="295081"/>
                  </a:lnTo>
                  <a:lnTo>
                    <a:pt x="155737" y="291802"/>
                  </a:lnTo>
                  <a:lnTo>
                    <a:pt x="160655" y="290163"/>
                  </a:lnTo>
                  <a:lnTo>
                    <a:pt x="163934" y="290163"/>
                  </a:lnTo>
                  <a:lnTo>
                    <a:pt x="165573" y="290163"/>
                  </a:lnTo>
                  <a:lnTo>
                    <a:pt x="168851" y="290163"/>
                  </a:lnTo>
                  <a:lnTo>
                    <a:pt x="173769" y="290163"/>
                  </a:lnTo>
                  <a:lnTo>
                    <a:pt x="177048" y="290163"/>
                  </a:lnTo>
                  <a:lnTo>
                    <a:pt x="178688" y="290163"/>
                  </a:lnTo>
                  <a:lnTo>
                    <a:pt x="177048" y="286884"/>
                  </a:lnTo>
                  <a:lnTo>
                    <a:pt x="180327" y="285245"/>
                  </a:lnTo>
                  <a:lnTo>
                    <a:pt x="177048" y="285245"/>
                  </a:lnTo>
                  <a:lnTo>
                    <a:pt x="173769" y="286884"/>
                  </a:lnTo>
                  <a:lnTo>
                    <a:pt x="178688" y="281966"/>
                  </a:lnTo>
                  <a:lnTo>
                    <a:pt x="181966" y="280327"/>
                  </a:lnTo>
                  <a:lnTo>
                    <a:pt x="185245" y="280327"/>
                  </a:lnTo>
                  <a:lnTo>
                    <a:pt x="190163" y="278687"/>
                  </a:lnTo>
                  <a:lnTo>
                    <a:pt x="193442" y="277048"/>
                  </a:lnTo>
                  <a:lnTo>
                    <a:pt x="191802" y="273769"/>
                  </a:lnTo>
                  <a:lnTo>
                    <a:pt x="188524" y="273769"/>
                  </a:lnTo>
                  <a:lnTo>
                    <a:pt x="190163" y="270491"/>
                  </a:lnTo>
                  <a:lnTo>
                    <a:pt x="193442" y="268851"/>
                  </a:lnTo>
                  <a:lnTo>
                    <a:pt x="196720" y="268851"/>
                  </a:lnTo>
                  <a:lnTo>
                    <a:pt x="198359" y="267212"/>
                  </a:lnTo>
                  <a:lnTo>
                    <a:pt x="195081" y="267212"/>
                  </a:lnTo>
                  <a:lnTo>
                    <a:pt x="190163" y="267212"/>
                  </a:lnTo>
                  <a:lnTo>
                    <a:pt x="195081" y="263933"/>
                  </a:lnTo>
                  <a:lnTo>
                    <a:pt x="190163" y="265573"/>
                  </a:lnTo>
                  <a:lnTo>
                    <a:pt x="186884" y="268851"/>
                  </a:lnTo>
                  <a:lnTo>
                    <a:pt x="181966" y="270491"/>
                  </a:lnTo>
                  <a:lnTo>
                    <a:pt x="178688" y="273769"/>
                  </a:lnTo>
                  <a:lnTo>
                    <a:pt x="175409" y="273769"/>
                  </a:lnTo>
                  <a:lnTo>
                    <a:pt x="178688" y="273769"/>
                  </a:lnTo>
                  <a:lnTo>
                    <a:pt x="181966" y="272130"/>
                  </a:lnTo>
                  <a:lnTo>
                    <a:pt x="183605" y="275409"/>
                  </a:lnTo>
                  <a:lnTo>
                    <a:pt x="180327" y="278687"/>
                  </a:lnTo>
                  <a:lnTo>
                    <a:pt x="175409" y="280327"/>
                  </a:lnTo>
                  <a:lnTo>
                    <a:pt x="172130" y="281966"/>
                  </a:lnTo>
                  <a:lnTo>
                    <a:pt x="168851" y="283605"/>
                  </a:lnTo>
                  <a:lnTo>
                    <a:pt x="163934" y="285245"/>
                  </a:lnTo>
                  <a:lnTo>
                    <a:pt x="160655" y="285245"/>
                  </a:lnTo>
                  <a:lnTo>
                    <a:pt x="159015" y="286884"/>
                  </a:lnTo>
                  <a:lnTo>
                    <a:pt x="155737" y="288523"/>
                  </a:lnTo>
                  <a:lnTo>
                    <a:pt x="152458" y="288523"/>
                  </a:lnTo>
                  <a:lnTo>
                    <a:pt x="150819" y="285245"/>
                  </a:lnTo>
                  <a:lnTo>
                    <a:pt x="149179" y="280327"/>
                  </a:lnTo>
                  <a:lnTo>
                    <a:pt x="152458" y="280327"/>
                  </a:lnTo>
                  <a:lnTo>
                    <a:pt x="152458" y="278687"/>
                  </a:lnTo>
                  <a:lnTo>
                    <a:pt x="157376" y="277048"/>
                  </a:lnTo>
                  <a:lnTo>
                    <a:pt x="152458" y="278687"/>
                  </a:lnTo>
                  <a:lnTo>
                    <a:pt x="149179" y="278687"/>
                  </a:lnTo>
                  <a:lnTo>
                    <a:pt x="145901" y="280327"/>
                  </a:lnTo>
                  <a:lnTo>
                    <a:pt x="140983" y="281966"/>
                  </a:lnTo>
                  <a:lnTo>
                    <a:pt x="144261" y="278687"/>
                  </a:lnTo>
                  <a:lnTo>
                    <a:pt x="140983" y="277048"/>
                  </a:lnTo>
                  <a:lnTo>
                    <a:pt x="144261" y="275409"/>
                  </a:lnTo>
                  <a:lnTo>
                    <a:pt x="149179" y="273769"/>
                  </a:lnTo>
                  <a:lnTo>
                    <a:pt x="152458" y="272130"/>
                  </a:lnTo>
                  <a:lnTo>
                    <a:pt x="152458" y="272130"/>
                  </a:lnTo>
                  <a:lnTo>
                    <a:pt x="157376" y="270491"/>
                  </a:lnTo>
                  <a:lnTo>
                    <a:pt x="160655" y="272130"/>
                  </a:lnTo>
                  <a:lnTo>
                    <a:pt x="157376" y="270491"/>
                  </a:lnTo>
                  <a:lnTo>
                    <a:pt x="152458" y="272130"/>
                  </a:lnTo>
                  <a:lnTo>
                    <a:pt x="152458" y="270491"/>
                  </a:lnTo>
                  <a:lnTo>
                    <a:pt x="155737" y="268851"/>
                  </a:lnTo>
                  <a:lnTo>
                    <a:pt x="152458" y="270491"/>
                  </a:lnTo>
                  <a:lnTo>
                    <a:pt x="152458" y="268851"/>
                  </a:lnTo>
                  <a:lnTo>
                    <a:pt x="154098" y="267212"/>
                  </a:lnTo>
                  <a:lnTo>
                    <a:pt x="157376" y="263933"/>
                  </a:lnTo>
                  <a:lnTo>
                    <a:pt x="160655" y="263933"/>
                  </a:lnTo>
                  <a:lnTo>
                    <a:pt x="160655" y="260655"/>
                  </a:lnTo>
                  <a:lnTo>
                    <a:pt x="165573" y="260655"/>
                  </a:lnTo>
                  <a:lnTo>
                    <a:pt x="163934" y="257376"/>
                  </a:lnTo>
                  <a:lnTo>
                    <a:pt x="168851" y="254097"/>
                  </a:lnTo>
                  <a:lnTo>
                    <a:pt x="172130" y="252458"/>
                  </a:lnTo>
                  <a:lnTo>
                    <a:pt x="175409" y="252458"/>
                  </a:lnTo>
                  <a:lnTo>
                    <a:pt x="177048" y="247540"/>
                  </a:lnTo>
                  <a:lnTo>
                    <a:pt x="181966" y="247540"/>
                  </a:lnTo>
                  <a:lnTo>
                    <a:pt x="181966" y="244261"/>
                  </a:lnTo>
                  <a:lnTo>
                    <a:pt x="185245" y="245901"/>
                  </a:lnTo>
                  <a:lnTo>
                    <a:pt x="188524" y="249179"/>
                  </a:lnTo>
                  <a:lnTo>
                    <a:pt x="191802" y="250818"/>
                  </a:lnTo>
                  <a:lnTo>
                    <a:pt x="190163" y="254097"/>
                  </a:lnTo>
                  <a:lnTo>
                    <a:pt x="193442" y="252458"/>
                  </a:lnTo>
                  <a:lnTo>
                    <a:pt x="198359" y="250818"/>
                  </a:lnTo>
                  <a:lnTo>
                    <a:pt x="198359" y="250818"/>
                  </a:lnTo>
                  <a:lnTo>
                    <a:pt x="203278" y="249179"/>
                  </a:lnTo>
                  <a:lnTo>
                    <a:pt x="203278" y="249179"/>
                  </a:lnTo>
                  <a:lnTo>
                    <a:pt x="198359" y="249179"/>
                  </a:lnTo>
                  <a:lnTo>
                    <a:pt x="199999" y="245901"/>
                  </a:lnTo>
                  <a:lnTo>
                    <a:pt x="203278" y="245901"/>
                  </a:lnTo>
                  <a:lnTo>
                    <a:pt x="199999" y="244261"/>
                  </a:lnTo>
                  <a:lnTo>
                    <a:pt x="195081" y="244261"/>
                  </a:lnTo>
                  <a:lnTo>
                    <a:pt x="196720" y="239343"/>
                  </a:lnTo>
                  <a:lnTo>
                    <a:pt x="199999" y="239343"/>
                  </a:lnTo>
                  <a:lnTo>
                    <a:pt x="203278" y="237704"/>
                  </a:lnTo>
                  <a:lnTo>
                    <a:pt x="208195" y="236065"/>
                  </a:lnTo>
                  <a:lnTo>
                    <a:pt x="204917" y="236065"/>
                  </a:lnTo>
                  <a:lnTo>
                    <a:pt x="203278" y="236065"/>
                  </a:lnTo>
                  <a:lnTo>
                    <a:pt x="201638" y="236065"/>
                  </a:lnTo>
                  <a:lnTo>
                    <a:pt x="206556" y="232786"/>
                  </a:lnTo>
                  <a:lnTo>
                    <a:pt x="209835" y="232786"/>
                  </a:lnTo>
                  <a:lnTo>
                    <a:pt x="209835" y="232786"/>
                  </a:lnTo>
                  <a:lnTo>
                    <a:pt x="214753" y="231146"/>
                  </a:lnTo>
                  <a:lnTo>
                    <a:pt x="218032" y="231146"/>
                  </a:lnTo>
                  <a:lnTo>
                    <a:pt x="218032" y="231146"/>
                  </a:lnTo>
                  <a:lnTo>
                    <a:pt x="222949" y="231146"/>
                  </a:lnTo>
                  <a:lnTo>
                    <a:pt x="226228" y="232786"/>
                  </a:lnTo>
                  <a:lnTo>
                    <a:pt x="222949" y="231146"/>
                  </a:lnTo>
                  <a:lnTo>
                    <a:pt x="218032" y="231146"/>
                  </a:lnTo>
                  <a:lnTo>
                    <a:pt x="218032" y="229507"/>
                  </a:lnTo>
                  <a:lnTo>
                    <a:pt x="213114" y="229507"/>
                  </a:lnTo>
                  <a:lnTo>
                    <a:pt x="209835" y="232786"/>
                  </a:lnTo>
                  <a:lnTo>
                    <a:pt x="206556" y="232786"/>
                  </a:lnTo>
                  <a:lnTo>
                    <a:pt x="201638" y="234425"/>
                  </a:lnTo>
                  <a:lnTo>
                    <a:pt x="198359" y="236065"/>
                  </a:lnTo>
                  <a:lnTo>
                    <a:pt x="195081" y="237704"/>
                  </a:lnTo>
                  <a:lnTo>
                    <a:pt x="191802" y="239343"/>
                  </a:lnTo>
                  <a:lnTo>
                    <a:pt x="195081" y="236065"/>
                  </a:lnTo>
                  <a:lnTo>
                    <a:pt x="190163" y="236065"/>
                  </a:lnTo>
                  <a:lnTo>
                    <a:pt x="195081" y="234425"/>
                  </a:lnTo>
                  <a:lnTo>
                    <a:pt x="198359" y="234425"/>
                  </a:lnTo>
                  <a:lnTo>
                    <a:pt x="201638" y="232786"/>
                  </a:lnTo>
                  <a:lnTo>
                    <a:pt x="198359" y="234425"/>
                  </a:lnTo>
                  <a:lnTo>
                    <a:pt x="193442" y="232786"/>
                  </a:lnTo>
                  <a:lnTo>
                    <a:pt x="196720" y="232786"/>
                  </a:lnTo>
                  <a:lnTo>
                    <a:pt x="201638" y="232786"/>
                  </a:lnTo>
                  <a:lnTo>
                    <a:pt x="198359" y="231146"/>
                  </a:lnTo>
                  <a:lnTo>
                    <a:pt x="201638" y="231146"/>
                  </a:lnTo>
                  <a:lnTo>
                    <a:pt x="204917" y="229507"/>
                  </a:lnTo>
                  <a:lnTo>
                    <a:pt x="201638" y="229507"/>
                  </a:lnTo>
                  <a:lnTo>
                    <a:pt x="203278" y="229507"/>
                  </a:lnTo>
                  <a:lnTo>
                    <a:pt x="208195" y="227868"/>
                  </a:lnTo>
                  <a:lnTo>
                    <a:pt x="211474" y="226228"/>
                  </a:lnTo>
                  <a:lnTo>
                    <a:pt x="209835" y="226228"/>
                  </a:lnTo>
                  <a:lnTo>
                    <a:pt x="206556" y="226228"/>
                  </a:lnTo>
                  <a:lnTo>
                    <a:pt x="211474" y="222950"/>
                  </a:lnTo>
                  <a:lnTo>
                    <a:pt x="214753" y="226228"/>
                  </a:lnTo>
                  <a:lnTo>
                    <a:pt x="216392" y="221310"/>
                  </a:lnTo>
                  <a:lnTo>
                    <a:pt x="219671" y="221310"/>
                  </a:lnTo>
                  <a:lnTo>
                    <a:pt x="221310" y="224589"/>
                  </a:lnTo>
                  <a:lnTo>
                    <a:pt x="218032" y="226228"/>
                  </a:lnTo>
                  <a:lnTo>
                    <a:pt x="216392" y="226228"/>
                  </a:lnTo>
                  <a:lnTo>
                    <a:pt x="213114" y="226228"/>
                  </a:lnTo>
                  <a:lnTo>
                    <a:pt x="216392" y="227868"/>
                  </a:lnTo>
                  <a:lnTo>
                    <a:pt x="219671" y="226228"/>
                  </a:lnTo>
                  <a:lnTo>
                    <a:pt x="222949" y="226228"/>
                  </a:lnTo>
                  <a:lnTo>
                    <a:pt x="227868" y="224589"/>
                  </a:lnTo>
                  <a:lnTo>
                    <a:pt x="231146" y="222950"/>
                  </a:lnTo>
                  <a:lnTo>
                    <a:pt x="234425" y="221310"/>
                  </a:lnTo>
                  <a:lnTo>
                    <a:pt x="239343" y="218032"/>
                  </a:lnTo>
                  <a:lnTo>
                    <a:pt x="234425" y="219671"/>
                  </a:lnTo>
                  <a:lnTo>
                    <a:pt x="231146" y="221310"/>
                  </a:lnTo>
                  <a:lnTo>
                    <a:pt x="227868" y="222950"/>
                  </a:lnTo>
                  <a:lnTo>
                    <a:pt x="222949" y="222950"/>
                  </a:lnTo>
                  <a:lnTo>
                    <a:pt x="222949" y="222950"/>
                  </a:lnTo>
                  <a:lnTo>
                    <a:pt x="227868" y="221310"/>
                  </a:lnTo>
                  <a:lnTo>
                    <a:pt x="222949" y="221310"/>
                  </a:lnTo>
                  <a:lnTo>
                    <a:pt x="224589" y="216392"/>
                  </a:lnTo>
                  <a:lnTo>
                    <a:pt x="221310" y="216392"/>
                  </a:lnTo>
                  <a:lnTo>
                    <a:pt x="218032" y="219671"/>
                  </a:lnTo>
                  <a:lnTo>
                    <a:pt x="216392" y="216392"/>
                  </a:lnTo>
                  <a:lnTo>
                    <a:pt x="219671" y="213114"/>
                  </a:lnTo>
                  <a:lnTo>
                    <a:pt x="219671" y="208196"/>
                  </a:lnTo>
                  <a:lnTo>
                    <a:pt x="222949" y="208196"/>
                  </a:lnTo>
                  <a:lnTo>
                    <a:pt x="224589" y="213114"/>
                  </a:lnTo>
                  <a:lnTo>
                    <a:pt x="229507" y="213114"/>
                  </a:lnTo>
                  <a:lnTo>
                    <a:pt x="231146" y="213114"/>
                  </a:lnTo>
                  <a:lnTo>
                    <a:pt x="234425" y="211474"/>
                  </a:lnTo>
                  <a:lnTo>
                    <a:pt x="231146" y="211474"/>
                  </a:lnTo>
                  <a:lnTo>
                    <a:pt x="229507" y="208196"/>
                  </a:lnTo>
                  <a:lnTo>
                    <a:pt x="226228" y="208196"/>
                  </a:lnTo>
                  <a:lnTo>
                    <a:pt x="222949" y="204917"/>
                  </a:lnTo>
                  <a:lnTo>
                    <a:pt x="226228" y="201638"/>
                  </a:lnTo>
                  <a:lnTo>
                    <a:pt x="229507" y="203278"/>
                  </a:lnTo>
                  <a:lnTo>
                    <a:pt x="232786" y="204917"/>
                  </a:lnTo>
                  <a:lnTo>
                    <a:pt x="229507" y="201638"/>
                  </a:lnTo>
                  <a:lnTo>
                    <a:pt x="231146" y="198360"/>
                  </a:lnTo>
                  <a:lnTo>
                    <a:pt x="231146" y="193442"/>
                  </a:lnTo>
                  <a:lnTo>
                    <a:pt x="234425" y="191802"/>
                  </a:lnTo>
                  <a:lnTo>
                    <a:pt x="239343" y="193442"/>
                  </a:lnTo>
                  <a:lnTo>
                    <a:pt x="242622" y="193442"/>
                  </a:lnTo>
                  <a:lnTo>
                    <a:pt x="245901" y="196720"/>
                  </a:lnTo>
                  <a:lnTo>
                    <a:pt x="245901" y="196720"/>
                  </a:lnTo>
                  <a:lnTo>
                    <a:pt x="244261" y="193442"/>
                  </a:lnTo>
                  <a:lnTo>
                    <a:pt x="240982" y="193442"/>
                  </a:lnTo>
                  <a:lnTo>
                    <a:pt x="239343" y="188524"/>
                  </a:lnTo>
                  <a:lnTo>
                    <a:pt x="234425" y="188524"/>
                  </a:lnTo>
                  <a:lnTo>
                    <a:pt x="231146" y="188524"/>
                  </a:lnTo>
                  <a:lnTo>
                    <a:pt x="234425" y="188524"/>
                  </a:lnTo>
                  <a:lnTo>
                    <a:pt x="239343" y="185245"/>
                  </a:lnTo>
                  <a:lnTo>
                    <a:pt x="242622" y="185245"/>
                  </a:lnTo>
                  <a:lnTo>
                    <a:pt x="245901" y="183606"/>
                  </a:lnTo>
                  <a:lnTo>
                    <a:pt x="247539" y="183606"/>
                  </a:lnTo>
                  <a:lnTo>
                    <a:pt x="250818" y="181966"/>
                  </a:lnTo>
                  <a:lnTo>
                    <a:pt x="254097" y="181966"/>
                  </a:lnTo>
                  <a:lnTo>
                    <a:pt x="255736" y="185245"/>
                  </a:lnTo>
                  <a:lnTo>
                    <a:pt x="259015" y="183606"/>
                  </a:lnTo>
                  <a:lnTo>
                    <a:pt x="263933" y="185245"/>
                  </a:lnTo>
                  <a:lnTo>
                    <a:pt x="260654" y="183606"/>
                  </a:lnTo>
                  <a:lnTo>
                    <a:pt x="263933" y="181966"/>
                  </a:lnTo>
                  <a:lnTo>
                    <a:pt x="268851" y="180327"/>
                  </a:lnTo>
                  <a:lnTo>
                    <a:pt x="272130" y="178688"/>
                  </a:lnTo>
                  <a:lnTo>
                    <a:pt x="273769" y="177048"/>
                  </a:lnTo>
                  <a:lnTo>
                    <a:pt x="268851" y="178688"/>
                  </a:lnTo>
                  <a:lnTo>
                    <a:pt x="265572" y="180327"/>
                  </a:lnTo>
                  <a:lnTo>
                    <a:pt x="262294" y="180327"/>
                  </a:lnTo>
                  <a:lnTo>
                    <a:pt x="259015" y="180327"/>
                  </a:lnTo>
                  <a:lnTo>
                    <a:pt x="254097" y="180327"/>
                  </a:lnTo>
                  <a:lnTo>
                    <a:pt x="250818" y="180327"/>
                  </a:lnTo>
                  <a:lnTo>
                    <a:pt x="245901" y="181966"/>
                  </a:lnTo>
                  <a:lnTo>
                    <a:pt x="242622" y="183606"/>
                  </a:lnTo>
                  <a:lnTo>
                    <a:pt x="245901" y="180327"/>
                  </a:lnTo>
                  <a:lnTo>
                    <a:pt x="250818" y="178688"/>
                  </a:lnTo>
                  <a:lnTo>
                    <a:pt x="254097" y="178688"/>
                  </a:lnTo>
                  <a:lnTo>
                    <a:pt x="249179" y="178688"/>
                  </a:lnTo>
                  <a:lnTo>
                    <a:pt x="245901" y="178688"/>
                  </a:lnTo>
                  <a:lnTo>
                    <a:pt x="242622" y="178688"/>
                  </a:lnTo>
                  <a:lnTo>
                    <a:pt x="244261" y="173770"/>
                  </a:lnTo>
                  <a:lnTo>
                    <a:pt x="240982" y="170491"/>
                  </a:lnTo>
                  <a:lnTo>
                    <a:pt x="242622" y="170491"/>
                  </a:lnTo>
                  <a:lnTo>
                    <a:pt x="245901" y="170491"/>
                  </a:lnTo>
                  <a:lnTo>
                    <a:pt x="249179" y="172130"/>
                  </a:lnTo>
                  <a:lnTo>
                    <a:pt x="254097" y="168852"/>
                  </a:lnTo>
                  <a:lnTo>
                    <a:pt x="257376" y="170491"/>
                  </a:lnTo>
                  <a:lnTo>
                    <a:pt x="262294" y="167212"/>
                  </a:lnTo>
                  <a:lnTo>
                    <a:pt x="255736" y="167212"/>
                  </a:lnTo>
                  <a:lnTo>
                    <a:pt x="252458" y="168852"/>
                  </a:lnTo>
                  <a:lnTo>
                    <a:pt x="249179" y="168852"/>
                  </a:lnTo>
                  <a:lnTo>
                    <a:pt x="245901" y="165573"/>
                  </a:lnTo>
                  <a:lnTo>
                    <a:pt x="249179" y="165573"/>
                  </a:lnTo>
                  <a:lnTo>
                    <a:pt x="254097" y="165573"/>
                  </a:lnTo>
                  <a:lnTo>
                    <a:pt x="250818" y="163934"/>
                  </a:lnTo>
                  <a:lnTo>
                    <a:pt x="247539" y="163934"/>
                  </a:lnTo>
                  <a:lnTo>
                    <a:pt x="250818" y="162294"/>
                  </a:lnTo>
                  <a:lnTo>
                    <a:pt x="255736" y="162294"/>
                  </a:lnTo>
                  <a:lnTo>
                    <a:pt x="259015" y="163934"/>
                  </a:lnTo>
                  <a:lnTo>
                    <a:pt x="262294" y="162294"/>
                  </a:lnTo>
                  <a:lnTo>
                    <a:pt x="259015" y="162294"/>
                  </a:lnTo>
                  <a:lnTo>
                    <a:pt x="255736" y="162294"/>
                  </a:lnTo>
                  <a:lnTo>
                    <a:pt x="259015" y="162294"/>
                  </a:lnTo>
                  <a:lnTo>
                    <a:pt x="255736" y="160655"/>
                  </a:lnTo>
                  <a:lnTo>
                    <a:pt x="259015" y="159016"/>
                  </a:lnTo>
                  <a:lnTo>
                    <a:pt x="263933" y="160655"/>
                  </a:lnTo>
                  <a:lnTo>
                    <a:pt x="267212" y="160655"/>
                  </a:lnTo>
                  <a:lnTo>
                    <a:pt x="262294" y="159016"/>
                  </a:lnTo>
                  <a:lnTo>
                    <a:pt x="259015" y="157376"/>
                  </a:lnTo>
                  <a:lnTo>
                    <a:pt x="255736" y="155737"/>
                  </a:lnTo>
                  <a:lnTo>
                    <a:pt x="259015" y="154098"/>
                  </a:lnTo>
                  <a:lnTo>
                    <a:pt x="262294" y="154098"/>
                  </a:lnTo>
                  <a:lnTo>
                    <a:pt x="267212" y="152458"/>
                  </a:lnTo>
                  <a:lnTo>
                    <a:pt x="270491" y="152458"/>
                  </a:lnTo>
                  <a:lnTo>
                    <a:pt x="273769" y="152458"/>
                  </a:lnTo>
                  <a:lnTo>
                    <a:pt x="278687" y="149180"/>
                  </a:lnTo>
                  <a:lnTo>
                    <a:pt x="281966" y="149180"/>
                  </a:lnTo>
                  <a:lnTo>
                    <a:pt x="285245" y="150819"/>
                  </a:lnTo>
                  <a:lnTo>
                    <a:pt x="281966" y="149180"/>
                  </a:lnTo>
                  <a:lnTo>
                    <a:pt x="278687" y="149180"/>
                  </a:lnTo>
                  <a:lnTo>
                    <a:pt x="277048" y="149180"/>
                  </a:lnTo>
                  <a:lnTo>
                    <a:pt x="280326" y="145901"/>
                  </a:lnTo>
                  <a:lnTo>
                    <a:pt x="283605" y="145901"/>
                  </a:lnTo>
                  <a:lnTo>
                    <a:pt x="286884" y="144262"/>
                  </a:lnTo>
                  <a:lnTo>
                    <a:pt x="291802" y="144262"/>
                  </a:lnTo>
                  <a:lnTo>
                    <a:pt x="295081" y="144262"/>
                  </a:lnTo>
                  <a:lnTo>
                    <a:pt x="295081" y="142622"/>
                  </a:lnTo>
                  <a:lnTo>
                    <a:pt x="295081" y="144262"/>
                  </a:lnTo>
                  <a:lnTo>
                    <a:pt x="295081" y="144262"/>
                  </a:lnTo>
                  <a:lnTo>
                    <a:pt x="298359" y="144262"/>
                  </a:lnTo>
                  <a:lnTo>
                    <a:pt x="303277" y="144262"/>
                  </a:lnTo>
                  <a:lnTo>
                    <a:pt x="306556" y="144262"/>
                  </a:lnTo>
                  <a:lnTo>
                    <a:pt x="309835" y="147540"/>
                  </a:lnTo>
                  <a:lnTo>
                    <a:pt x="309835" y="144262"/>
                  </a:lnTo>
                  <a:lnTo>
                    <a:pt x="311474" y="144262"/>
                  </a:lnTo>
                  <a:lnTo>
                    <a:pt x="314752" y="144262"/>
                  </a:lnTo>
                  <a:lnTo>
                    <a:pt x="311474" y="142622"/>
                  </a:lnTo>
                  <a:lnTo>
                    <a:pt x="309835" y="142622"/>
                  </a:lnTo>
                  <a:lnTo>
                    <a:pt x="308195" y="142622"/>
                  </a:lnTo>
                  <a:lnTo>
                    <a:pt x="303277" y="142622"/>
                  </a:lnTo>
                  <a:lnTo>
                    <a:pt x="299998" y="140983"/>
                  </a:lnTo>
                  <a:lnTo>
                    <a:pt x="295081" y="140983"/>
                  </a:lnTo>
                  <a:lnTo>
                    <a:pt x="293441" y="142622"/>
                  </a:lnTo>
                  <a:lnTo>
                    <a:pt x="290162" y="142622"/>
                  </a:lnTo>
                  <a:lnTo>
                    <a:pt x="288523" y="140983"/>
                  </a:lnTo>
                  <a:lnTo>
                    <a:pt x="283605" y="140983"/>
                  </a:lnTo>
                  <a:lnTo>
                    <a:pt x="280326" y="140983"/>
                  </a:lnTo>
                  <a:lnTo>
                    <a:pt x="283605" y="139344"/>
                  </a:lnTo>
                  <a:lnTo>
                    <a:pt x="288523" y="136065"/>
                  </a:lnTo>
                  <a:lnTo>
                    <a:pt x="291802" y="137704"/>
                  </a:lnTo>
                  <a:lnTo>
                    <a:pt x="295081" y="136065"/>
                  </a:lnTo>
                  <a:lnTo>
                    <a:pt x="295081" y="134426"/>
                  </a:lnTo>
                  <a:lnTo>
                    <a:pt x="291802" y="134426"/>
                  </a:lnTo>
                  <a:lnTo>
                    <a:pt x="288523" y="134426"/>
                  </a:lnTo>
                  <a:lnTo>
                    <a:pt x="291802" y="132786"/>
                  </a:lnTo>
                  <a:lnTo>
                    <a:pt x="295081" y="131147"/>
                  </a:lnTo>
                  <a:lnTo>
                    <a:pt x="296720" y="129508"/>
                  </a:lnTo>
                  <a:lnTo>
                    <a:pt x="299998" y="131147"/>
                  </a:lnTo>
                  <a:lnTo>
                    <a:pt x="295081" y="132786"/>
                  </a:lnTo>
                  <a:lnTo>
                    <a:pt x="295081" y="134426"/>
                  </a:lnTo>
                  <a:lnTo>
                    <a:pt x="299998" y="132786"/>
                  </a:lnTo>
                  <a:lnTo>
                    <a:pt x="303277" y="132786"/>
                  </a:lnTo>
                  <a:lnTo>
                    <a:pt x="306556" y="132786"/>
                  </a:lnTo>
                  <a:lnTo>
                    <a:pt x="311474" y="136065"/>
                  </a:lnTo>
                  <a:lnTo>
                    <a:pt x="314752" y="137704"/>
                  </a:lnTo>
                  <a:lnTo>
                    <a:pt x="316392" y="137704"/>
                  </a:lnTo>
                  <a:lnTo>
                    <a:pt x="313113" y="136065"/>
                  </a:lnTo>
                  <a:lnTo>
                    <a:pt x="313113" y="132786"/>
                  </a:lnTo>
                  <a:lnTo>
                    <a:pt x="318031" y="131147"/>
                  </a:lnTo>
                  <a:lnTo>
                    <a:pt x="321310" y="131147"/>
                  </a:lnTo>
                  <a:lnTo>
                    <a:pt x="318031" y="131147"/>
                  </a:lnTo>
                  <a:lnTo>
                    <a:pt x="314752" y="131147"/>
                  </a:lnTo>
                  <a:lnTo>
                    <a:pt x="309835" y="132786"/>
                  </a:lnTo>
                  <a:lnTo>
                    <a:pt x="306556" y="132786"/>
                  </a:lnTo>
                  <a:lnTo>
                    <a:pt x="303277" y="131147"/>
                  </a:lnTo>
                  <a:lnTo>
                    <a:pt x="306556" y="129508"/>
                  </a:lnTo>
                  <a:lnTo>
                    <a:pt x="303277" y="127868"/>
                  </a:lnTo>
                  <a:lnTo>
                    <a:pt x="304916" y="124590"/>
                  </a:lnTo>
                  <a:lnTo>
                    <a:pt x="308195" y="126229"/>
                  </a:lnTo>
                  <a:lnTo>
                    <a:pt x="313113" y="126229"/>
                  </a:lnTo>
                  <a:lnTo>
                    <a:pt x="308195" y="124590"/>
                  </a:lnTo>
                  <a:lnTo>
                    <a:pt x="313113" y="122950"/>
                  </a:lnTo>
                  <a:lnTo>
                    <a:pt x="316392" y="124590"/>
                  </a:lnTo>
                  <a:lnTo>
                    <a:pt x="319671" y="126229"/>
                  </a:lnTo>
                  <a:lnTo>
                    <a:pt x="316392" y="122950"/>
                  </a:lnTo>
                  <a:lnTo>
                    <a:pt x="313113" y="122950"/>
                  </a:lnTo>
                  <a:lnTo>
                    <a:pt x="308195" y="121311"/>
                  </a:lnTo>
                  <a:lnTo>
                    <a:pt x="304916" y="122950"/>
                  </a:lnTo>
                  <a:lnTo>
                    <a:pt x="301638" y="124590"/>
                  </a:lnTo>
                  <a:lnTo>
                    <a:pt x="298359" y="126229"/>
                  </a:lnTo>
                  <a:lnTo>
                    <a:pt x="295081" y="127868"/>
                  </a:lnTo>
                  <a:lnTo>
                    <a:pt x="291802" y="127868"/>
                  </a:lnTo>
                  <a:lnTo>
                    <a:pt x="295081" y="124590"/>
                  </a:lnTo>
                  <a:lnTo>
                    <a:pt x="295081" y="124590"/>
                  </a:lnTo>
                  <a:lnTo>
                    <a:pt x="298359" y="122950"/>
                  </a:lnTo>
                  <a:lnTo>
                    <a:pt x="295081" y="122950"/>
                  </a:lnTo>
                  <a:lnTo>
                    <a:pt x="291802" y="119672"/>
                  </a:lnTo>
                  <a:lnTo>
                    <a:pt x="295081" y="119672"/>
                  </a:lnTo>
                  <a:lnTo>
                    <a:pt x="298359" y="119672"/>
                  </a:lnTo>
                  <a:lnTo>
                    <a:pt x="295081" y="119672"/>
                  </a:lnTo>
                  <a:lnTo>
                    <a:pt x="295081" y="118032"/>
                  </a:lnTo>
                  <a:lnTo>
                    <a:pt x="298359" y="118032"/>
                  </a:lnTo>
                  <a:lnTo>
                    <a:pt x="301638" y="118032"/>
                  </a:lnTo>
                  <a:lnTo>
                    <a:pt x="306556" y="118032"/>
                  </a:lnTo>
                  <a:lnTo>
                    <a:pt x="309835" y="116393"/>
                  </a:lnTo>
                  <a:lnTo>
                    <a:pt x="313113" y="116393"/>
                  </a:lnTo>
                  <a:lnTo>
                    <a:pt x="318031" y="116393"/>
                  </a:lnTo>
                  <a:lnTo>
                    <a:pt x="321310" y="118032"/>
                  </a:lnTo>
                  <a:lnTo>
                    <a:pt x="322949" y="114754"/>
                  </a:lnTo>
                  <a:lnTo>
                    <a:pt x="319671" y="113114"/>
                  </a:lnTo>
                  <a:lnTo>
                    <a:pt x="314752" y="113114"/>
                  </a:lnTo>
                  <a:lnTo>
                    <a:pt x="311474" y="111475"/>
                  </a:lnTo>
                  <a:lnTo>
                    <a:pt x="308195" y="113114"/>
                  </a:lnTo>
                  <a:lnTo>
                    <a:pt x="304916" y="113114"/>
                  </a:lnTo>
                  <a:lnTo>
                    <a:pt x="308195" y="109836"/>
                  </a:lnTo>
                  <a:lnTo>
                    <a:pt x="311474" y="109836"/>
                  </a:lnTo>
                  <a:lnTo>
                    <a:pt x="314752" y="108196"/>
                  </a:lnTo>
                  <a:lnTo>
                    <a:pt x="313113" y="111475"/>
                  </a:lnTo>
                  <a:lnTo>
                    <a:pt x="316392" y="111475"/>
                  </a:lnTo>
                  <a:lnTo>
                    <a:pt x="318031" y="109836"/>
                  </a:lnTo>
                  <a:lnTo>
                    <a:pt x="319671" y="106557"/>
                  </a:lnTo>
                  <a:lnTo>
                    <a:pt x="322949" y="104918"/>
                  </a:lnTo>
                  <a:lnTo>
                    <a:pt x="326228" y="106557"/>
                  </a:lnTo>
                  <a:lnTo>
                    <a:pt x="326228" y="111475"/>
                  </a:lnTo>
                  <a:lnTo>
                    <a:pt x="329506" y="114754"/>
                  </a:lnTo>
                  <a:lnTo>
                    <a:pt x="331146" y="118032"/>
                  </a:lnTo>
                  <a:lnTo>
                    <a:pt x="336064" y="119672"/>
                  </a:lnTo>
                  <a:lnTo>
                    <a:pt x="331146" y="118032"/>
                  </a:lnTo>
                  <a:lnTo>
                    <a:pt x="329506" y="113114"/>
                  </a:lnTo>
                  <a:lnTo>
                    <a:pt x="332785" y="116393"/>
                  </a:lnTo>
                  <a:lnTo>
                    <a:pt x="337703" y="116393"/>
                  </a:lnTo>
                  <a:lnTo>
                    <a:pt x="332785" y="113114"/>
                  </a:lnTo>
                  <a:lnTo>
                    <a:pt x="337703" y="114754"/>
                  </a:lnTo>
                  <a:lnTo>
                    <a:pt x="336064" y="111475"/>
                  </a:lnTo>
                  <a:lnTo>
                    <a:pt x="339342" y="111475"/>
                  </a:lnTo>
                  <a:lnTo>
                    <a:pt x="344261" y="111475"/>
                  </a:lnTo>
                  <a:lnTo>
                    <a:pt x="339342" y="111475"/>
                  </a:lnTo>
                  <a:lnTo>
                    <a:pt x="336064" y="109836"/>
                  </a:lnTo>
                  <a:lnTo>
                    <a:pt x="331146" y="108196"/>
                  </a:lnTo>
                  <a:lnTo>
                    <a:pt x="336064" y="106557"/>
                  </a:lnTo>
                  <a:lnTo>
                    <a:pt x="337703" y="106557"/>
                  </a:lnTo>
                  <a:lnTo>
                    <a:pt x="334425" y="106557"/>
                  </a:lnTo>
                  <a:lnTo>
                    <a:pt x="329506" y="104918"/>
                  </a:lnTo>
                  <a:lnTo>
                    <a:pt x="332785" y="104918"/>
                  </a:lnTo>
                  <a:lnTo>
                    <a:pt x="329506" y="101639"/>
                  </a:lnTo>
                  <a:lnTo>
                    <a:pt x="332785" y="103278"/>
                  </a:lnTo>
                  <a:lnTo>
                    <a:pt x="336064" y="103278"/>
                  </a:lnTo>
                  <a:lnTo>
                    <a:pt x="337703" y="104918"/>
                  </a:lnTo>
                  <a:lnTo>
                    <a:pt x="342621" y="106557"/>
                  </a:lnTo>
                  <a:lnTo>
                    <a:pt x="345900" y="108196"/>
                  </a:lnTo>
                  <a:lnTo>
                    <a:pt x="342621" y="106557"/>
                  </a:lnTo>
                  <a:lnTo>
                    <a:pt x="337703" y="103278"/>
                  </a:lnTo>
                  <a:lnTo>
                    <a:pt x="336064" y="103278"/>
                  </a:lnTo>
                  <a:lnTo>
                    <a:pt x="332785" y="100000"/>
                  </a:lnTo>
                  <a:lnTo>
                    <a:pt x="336064" y="100000"/>
                  </a:lnTo>
                  <a:lnTo>
                    <a:pt x="339342" y="98360"/>
                  </a:lnTo>
                  <a:lnTo>
                    <a:pt x="342621" y="98360"/>
                  </a:lnTo>
                  <a:lnTo>
                    <a:pt x="347539" y="100000"/>
                  </a:lnTo>
                  <a:lnTo>
                    <a:pt x="350818" y="101639"/>
                  </a:lnTo>
                  <a:lnTo>
                    <a:pt x="354096" y="100000"/>
                  </a:lnTo>
                  <a:lnTo>
                    <a:pt x="359015" y="101639"/>
                  </a:lnTo>
                  <a:lnTo>
                    <a:pt x="359015" y="103278"/>
                  </a:lnTo>
                  <a:lnTo>
                    <a:pt x="362293" y="104918"/>
                  </a:lnTo>
                  <a:lnTo>
                    <a:pt x="359015" y="101639"/>
                  </a:lnTo>
                  <a:lnTo>
                    <a:pt x="359015" y="101639"/>
                  </a:lnTo>
                  <a:lnTo>
                    <a:pt x="362293" y="100000"/>
                  </a:lnTo>
                  <a:lnTo>
                    <a:pt x="363932" y="100000"/>
                  </a:lnTo>
                  <a:lnTo>
                    <a:pt x="367211" y="101639"/>
                  </a:lnTo>
                  <a:lnTo>
                    <a:pt x="363932" y="100000"/>
                  </a:lnTo>
                  <a:lnTo>
                    <a:pt x="367211" y="98360"/>
                  </a:lnTo>
                  <a:lnTo>
                    <a:pt x="372129" y="98360"/>
                  </a:lnTo>
                  <a:lnTo>
                    <a:pt x="375408" y="98360"/>
                  </a:lnTo>
                  <a:lnTo>
                    <a:pt x="372129" y="98360"/>
                  </a:lnTo>
                  <a:lnTo>
                    <a:pt x="372129" y="98360"/>
                  </a:lnTo>
                  <a:lnTo>
                    <a:pt x="367211" y="96721"/>
                  </a:lnTo>
                  <a:lnTo>
                    <a:pt x="363932" y="95081"/>
                  </a:lnTo>
                  <a:lnTo>
                    <a:pt x="359015" y="96721"/>
                  </a:lnTo>
                  <a:lnTo>
                    <a:pt x="355736" y="98360"/>
                  </a:lnTo>
                  <a:lnTo>
                    <a:pt x="352457" y="98360"/>
                  </a:lnTo>
                  <a:lnTo>
                    <a:pt x="347539" y="96721"/>
                  </a:lnTo>
                  <a:lnTo>
                    <a:pt x="344261" y="96721"/>
                  </a:lnTo>
                  <a:lnTo>
                    <a:pt x="339342" y="98360"/>
                  </a:lnTo>
                  <a:lnTo>
                    <a:pt x="336064" y="95081"/>
                  </a:lnTo>
                  <a:lnTo>
                    <a:pt x="339342" y="93442"/>
                  </a:lnTo>
                  <a:lnTo>
                    <a:pt x="339342" y="95081"/>
                  </a:lnTo>
                  <a:lnTo>
                    <a:pt x="339342" y="90164"/>
                  </a:lnTo>
                  <a:lnTo>
                    <a:pt x="342621" y="88524"/>
                  </a:lnTo>
                  <a:lnTo>
                    <a:pt x="347539" y="88524"/>
                  </a:lnTo>
                  <a:lnTo>
                    <a:pt x="350818" y="86885"/>
                  </a:lnTo>
                  <a:lnTo>
                    <a:pt x="355736" y="86885"/>
                  </a:lnTo>
                  <a:lnTo>
                    <a:pt x="359015" y="86885"/>
                  </a:lnTo>
                  <a:lnTo>
                    <a:pt x="362293" y="88524"/>
                  </a:lnTo>
                  <a:lnTo>
                    <a:pt x="367211" y="88524"/>
                  </a:lnTo>
                  <a:lnTo>
                    <a:pt x="363932" y="86885"/>
                  </a:lnTo>
                  <a:lnTo>
                    <a:pt x="362293" y="86885"/>
                  </a:lnTo>
                  <a:lnTo>
                    <a:pt x="359015" y="85245"/>
                  </a:lnTo>
                  <a:lnTo>
                    <a:pt x="362293" y="83606"/>
                  </a:lnTo>
                  <a:lnTo>
                    <a:pt x="367211" y="85245"/>
                  </a:lnTo>
                  <a:lnTo>
                    <a:pt x="370490" y="85245"/>
                  </a:lnTo>
                  <a:lnTo>
                    <a:pt x="367211" y="83606"/>
                  </a:lnTo>
                  <a:lnTo>
                    <a:pt x="370490" y="80328"/>
                  </a:lnTo>
                  <a:lnTo>
                    <a:pt x="365572" y="80328"/>
                  </a:lnTo>
                  <a:lnTo>
                    <a:pt x="365572" y="77049"/>
                  </a:lnTo>
                  <a:lnTo>
                    <a:pt x="368851" y="73770"/>
                  </a:lnTo>
                  <a:lnTo>
                    <a:pt x="372129" y="72131"/>
                  </a:lnTo>
                  <a:lnTo>
                    <a:pt x="377047" y="72131"/>
                  </a:lnTo>
                  <a:lnTo>
                    <a:pt x="380326" y="72131"/>
                  </a:lnTo>
                  <a:lnTo>
                    <a:pt x="377047" y="67213"/>
                  </a:lnTo>
                  <a:lnTo>
                    <a:pt x="380326" y="63934"/>
                  </a:lnTo>
                  <a:lnTo>
                    <a:pt x="380326" y="60655"/>
                  </a:lnTo>
                  <a:lnTo>
                    <a:pt x="385244" y="59016"/>
                  </a:lnTo>
                  <a:lnTo>
                    <a:pt x="388523" y="62295"/>
                  </a:lnTo>
                  <a:lnTo>
                    <a:pt x="391801" y="65573"/>
                  </a:lnTo>
                  <a:lnTo>
                    <a:pt x="391801" y="68852"/>
                  </a:lnTo>
                  <a:lnTo>
                    <a:pt x="391801" y="67213"/>
                  </a:lnTo>
                  <a:lnTo>
                    <a:pt x="393441" y="63934"/>
                  </a:lnTo>
                  <a:lnTo>
                    <a:pt x="396719" y="65573"/>
                  </a:lnTo>
                  <a:lnTo>
                    <a:pt x="401638" y="65573"/>
                  </a:lnTo>
                  <a:lnTo>
                    <a:pt x="404916" y="65573"/>
                  </a:lnTo>
                  <a:lnTo>
                    <a:pt x="401638" y="63934"/>
                  </a:lnTo>
                  <a:lnTo>
                    <a:pt x="398359" y="63934"/>
                  </a:lnTo>
                  <a:lnTo>
                    <a:pt x="393441" y="62295"/>
                  </a:lnTo>
                  <a:lnTo>
                    <a:pt x="390162" y="57377"/>
                  </a:lnTo>
                  <a:lnTo>
                    <a:pt x="393441" y="57377"/>
                  </a:lnTo>
                  <a:lnTo>
                    <a:pt x="398359" y="57377"/>
                  </a:lnTo>
                  <a:lnTo>
                    <a:pt x="401638" y="59016"/>
                  </a:lnTo>
                  <a:lnTo>
                    <a:pt x="406555" y="62295"/>
                  </a:lnTo>
                  <a:lnTo>
                    <a:pt x="411473" y="63934"/>
                  </a:lnTo>
                  <a:lnTo>
                    <a:pt x="414752" y="63934"/>
                  </a:lnTo>
                  <a:lnTo>
                    <a:pt x="413113" y="68852"/>
                  </a:lnTo>
                  <a:lnTo>
                    <a:pt x="418031" y="67213"/>
                  </a:lnTo>
                  <a:lnTo>
                    <a:pt x="416391" y="62295"/>
                  </a:lnTo>
                  <a:lnTo>
                    <a:pt x="411473" y="62295"/>
                  </a:lnTo>
                  <a:lnTo>
                    <a:pt x="408195" y="62295"/>
                  </a:lnTo>
                  <a:lnTo>
                    <a:pt x="404916" y="59016"/>
                  </a:lnTo>
                  <a:lnTo>
                    <a:pt x="408195" y="55737"/>
                  </a:lnTo>
                  <a:lnTo>
                    <a:pt x="411473" y="57377"/>
                  </a:lnTo>
                  <a:lnTo>
                    <a:pt x="408195" y="55737"/>
                  </a:lnTo>
                  <a:lnTo>
                    <a:pt x="403276" y="57377"/>
                  </a:lnTo>
                  <a:lnTo>
                    <a:pt x="404916" y="52459"/>
                  </a:lnTo>
                  <a:lnTo>
                    <a:pt x="404916" y="52459"/>
                  </a:lnTo>
                  <a:lnTo>
                    <a:pt x="408195" y="49180"/>
                  </a:lnTo>
                  <a:lnTo>
                    <a:pt x="411473" y="47541"/>
                  </a:lnTo>
                  <a:lnTo>
                    <a:pt x="416391" y="47541"/>
                  </a:lnTo>
                  <a:lnTo>
                    <a:pt x="419670" y="47541"/>
                  </a:lnTo>
                  <a:lnTo>
                    <a:pt x="422949" y="45901"/>
                  </a:lnTo>
                  <a:lnTo>
                    <a:pt x="422949" y="50819"/>
                  </a:lnTo>
                  <a:lnTo>
                    <a:pt x="424588" y="54098"/>
                  </a:lnTo>
                  <a:lnTo>
                    <a:pt x="422949" y="57377"/>
                  </a:lnTo>
                  <a:lnTo>
                    <a:pt x="421309" y="62295"/>
                  </a:lnTo>
                  <a:lnTo>
                    <a:pt x="424588" y="57377"/>
                  </a:lnTo>
                  <a:lnTo>
                    <a:pt x="426228" y="54098"/>
                  </a:lnTo>
                  <a:lnTo>
                    <a:pt x="431145" y="55737"/>
                  </a:lnTo>
                  <a:lnTo>
                    <a:pt x="431145" y="55737"/>
                  </a:lnTo>
                  <a:lnTo>
                    <a:pt x="431145" y="54098"/>
                  </a:lnTo>
                  <a:lnTo>
                    <a:pt x="427867" y="54098"/>
                  </a:lnTo>
                  <a:lnTo>
                    <a:pt x="427867" y="49180"/>
                  </a:lnTo>
                  <a:lnTo>
                    <a:pt x="431145" y="45901"/>
                  </a:lnTo>
                  <a:lnTo>
                    <a:pt x="431145" y="49180"/>
                  </a:lnTo>
                  <a:lnTo>
                    <a:pt x="434424" y="44262"/>
                  </a:lnTo>
                  <a:lnTo>
                    <a:pt x="437703" y="44262"/>
                  </a:lnTo>
                  <a:lnTo>
                    <a:pt x="439342" y="40983"/>
                  </a:lnTo>
                  <a:lnTo>
                    <a:pt x="442621" y="44262"/>
                  </a:lnTo>
                  <a:lnTo>
                    <a:pt x="440981" y="47541"/>
                  </a:lnTo>
                  <a:lnTo>
                    <a:pt x="439342" y="52459"/>
                  </a:lnTo>
                  <a:lnTo>
                    <a:pt x="439342" y="55737"/>
                  </a:lnTo>
                  <a:lnTo>
                    <a:pt x="439342" y="59016"/>
                  </a:lnTo>
                  <a:lnTo>
                    <a:pt x="436063" y="62295"/>
                  </a:lnTo>
                  <a:lnTo>
                    <a:pt x="432785" y="65573"/>
                  </a:lnTo>
                  <a:lnTo>
                    <a:pt x="431145" y="65573"/>
                  </a:lnTo>
                  <a:lnTo>
                    <a:pt x="432785" y="65573"/>
                  </a:lnTo>
                  <a:lnTo>
                    <a:pt x="436063" y="63934"/>
                  </a:lnTo>
                  <a:lnTo>
                    <a:pt x="440981" y="62295"/>
                  </a:lnTo>
                  <a:lnTo>
                    <a:pt x="442621" y="59016"/>
                  </a:lnTo>
                  <a:lnTo>
                    <a:pt x="444260" y="55737"/>
                  </a:lnTo>
                  <a:lnTo>
                    <a:pt x="447539" y="55737"/>
                  </a:lnTo>
                  <a:lnTo>
                    <a:pt x="452457" y="57377"/>
                  </a:lnTo>
                  <a:lnTo>
                    <a:pt x="455735" y="59016"/>
                  </a:lnTo>
                  <a:lnTo>
                    <a:pt x="452457" y="57377"/>
                  </a:lnTo>
                  <a:lnTo>
                    <a:pt x="447539" y="54098"/>
                  </a:lnTo>
                  <a:lnTo>
                    <a:pt x="447539" y="50819"/>
                  </a:lnTo>
                  <a:lnTo>
                    <a:pt x="450818" y="47541"/>
                  </a:lnTo>
                  <a:lnTo>
                    <a:pt x="454096" y="44262"/>
                  </a:lnTo>
                  <a:lnTo>
                    <a:pt x="459014" y="40983"/>
                  </a:lnTo>
                  <a:lnTo>
                    <a:pt x="455735" y="45901"/>
                  </a:lnTo>
                  <a:lnTo>
                    <a:pt x="459014" y="47541"/>
                  </a:lnTo>
                  <a:lnTo>
                    <a:pt x="460653" y="47541"/>
                  </a:lnTo>
                  <a:lnTo>
                    <a:pt x="462293" y="44262"/>
                  </a:lnTo>
                  <a:lnTo>
                    <a:pt x="465572" y="45901"/>
                  </a:lnTo>
                  <a:lnTo>
                    <a:pt x="463932" y="42623"/>
                  </a:lnTo>
                  <a:lnTo>
                    <a:pt x="465572" y="39344"/>
                  </a:lnTo>
                  <a:lnTo>
                    <a:pt x="470489" y="39344"/>
                  </a:lnTo>
                  <a:lnTo>
                    <a:pt x="472129" y="39344"/>
                  </a:lnTo>
                  <a:lnTo>
                    <a:pt x="477047" y="42623"/>
                  </a:lnTo>
                  <a:lnTo>
                    <a:pt x="480325" y="44262"/>
                  </a:lnTo>
                  <a:lnTo>
                    <a:pt x="483604" y="45901"/>
                  </a:lnTo>
                  <a:lnTo>
                    <a:pt x="486883" y="49180"/>
                  </a:lnTo>
                  <a:lnTo>
                    <a:pt x="491801" y="49180"/>
                  </a:lnTo>
                  <a:lnTo>
                    <a:pt x="486883" y="45901"/>
                  </a:lnTo>
                  <a:lnTo>
                    <a:pt x="483604" y="45901"/>
                  </a:lnTo>
                  <a:lnTo>
                    <a:pt x="488522" y="45901"/>
                  </a:lnTo>
                  <a:lnTo>
                    <a:pt x="483604" y="44262"/>
                  </a:lnTo>
                  <a:lnTo>
                    <a:pt x="485243" y="40983"/>
                  </a:lnTo>
                  <a:lnTo>
                    <a:pt x="488522" y="42623"/>
                  </a:lnTo>
                  <a:lnTo>
                    <a:pt x="488522" y="39344"/>
                  </a:lnTo>
                  <a:lnTo>
                    <a:pt x="485243" y="39344"/>
                  </a:lnTo>
                  <a:lnTo>
                    <a:pt x="481965" y="37705"/>
                  </a:lnTo>
                  <a:lnTo>
                    <a:pt x="485243" y="36065"/>
                  </a:lnTo>
                  <a:lnTo>
                    <a:pt x="481965" y="37705"/>
                  </a:lnTo>
                  <a:lnTo>
                    <a:pt x="478686" y="37705"/>
                  </a:lnTo>
                  <a:lnTo>
                    <a:pt x="473768" y="36065"/>
                  </a:lnTo>
                  <a:lnTo>
                    <a:pt x="470489" y="34426"/>
                  </a:lnTo>
                  <a:lnTo>
                    <a:pt x="467211" y="34426"/>
                  </a:lnTo>
                  <a:lnTo>
                    <a:pt x="462293" y="31147"/>
                  </a:lnTo>
                  <a:lnTo>
                    <a:pt x="467211" y="31147"/>
                  </a:lnTo>
                  <a:lnTo>
                    <a:pt x="470489" y="32787"/>
                  </a:lnTo>
                  <a:lnTo>
                    <a:pt x="472129" y="27869"/>
                  </a:lnTo>
                  <a:lnTo>
                    <a:pt x="475408" y="31147"/>
                  </a:lnTo>
                  <a:lnTo>
                    <a:pt x="480325" y="32787"/>
                  </a:lnTo>
                  <a:lnTo>
                    <a:pt x="481965" y="29508"/>
                  </a:lnTo>
                  <a:lnTo>
                    <a:pt x="485243" y="27869"/>
                  </a:lnTo>
                  <a:lnTo>
                    <a:pt x="488522" y="31147"/>
                  </a:lnTo>
                  <a:lnTo>
                    <a:pt x="491801" y="29508"/>
                  </a:lnTo>
                  <a:lnTo>
                    <a:pt x="491801" y="32787"/>
                  </a:lnTo>
                  <a:lnTo>
                    <a:pt x="496719" y="34426"/>
                  </a:lnTo>
                  <a:lnTo>
                    <a:pt x="499998" y="34426"/>
                  </a:lnTo>
                  <a:lnTo>
                    <a:pt x="496719" y="34426"/>
                  </a:lnTo>
                  <a:lnTo>
                    <a:pt x="495079" y="31147"/>
                  </a:lnTo>
                  <a:lnTo>
                    <a:pt x="498358" y="31147"/>
                  </a:lnTo>
                  <a:lnTo>
                    <a:pt x="501637" y="32787"/>
                  </a:lnTo>
                  <a:lnTo>
                    <a:pt x="506555" y="31147"/>
                  </a:lnTo>
                  <a:lnTo>
                    <a:pt x="509833" y="32787"/>
                  </a:lnTo>
                  <a:lnTo>
                    <a:pt x="508194" y="36065"/>
                  </a:lnTo>
                  <a:lnTo>
                    <a:pt x="504916" y="36065"/>
                  </a:lnTo>
                  <a:lnTo>
                    <a:pt x="499998" y="37705"/>
                  </a:lnTo>
                  <a:lnTo>
                    <a:pt x="496719" y="37705"/>
                  </a:lnTo>
                  <a:lnTo>
                    <a:pt x="499998" y="37705"/>
                  </a:lnTo>
                  <a:lnTo>
                    <a:pt x="504916" y="37705"/>
                  </a:lnTo>
                  <a:lnTo>
                    <a:pt x="508194" y="36065"/>
                  </a:lnTo>
                  <a:lnTo>
                    <a:pt x="513112" y="34426"/>
                  </a:lnTo>
                  <a:lnTo>
                    <a:pt x="513112" y="37705"/>
                  </a:lnTo>
                  <a:lnTo>
                    <a:pt x="516391" y="39344"/>
                  </a:lnTo>
                  <a:lnTo>
                    <a:pt x="518030" y="39344"/>
                  </a:lnTo>
                  <a:lnTo>
                    <a:pt x="516391" y="42623"/>
                  </a:lnTo>
                  <a:lnTo>
                    <a:pt x="521309" y="40983"/>
                  </a:lnTo>
                  <a:lnTo>
                    <a:pt x="524588" y="40983"/>
                  </a:lnTo>
                  <a:lnTo>
                    <a:pt x="527866" y="39344"/>
                  </a:lnTo>
                  <a:lnTo>
                    <a:pt x="527866" y="39344"/>
                  </a:lnTo>
                  <a:lnTo>
                    <a:pt x="522948" y="39344"/>
                  </a:lnTo>
                  <a:lnTo>
                    <a:pt x="519669" y="36065"/>
                  </a:lnTo>
                  <a:lnTo>
                    <a:pt x="522948" y="32787"/>
                  </a:lnTo>
                  <a:lnTo>
                    <a:pt x="519669" y="31147"/>
                  </a:lnTo>
                  <a:lnTo>
                    <a:pt x="522948" y="31147"/>
                  </a:lnTo>
                  <a:lnTo>
                    <a:pt x="526227" y="31147"/>
                  </a:lnTo>
                  <a:lnTo>
                    <a:pt x="522948" y="29508"/>
                  </a:lnTo>
                  <a:lnTo>
                    <a:pt x="526227" y="29508"/>
                  </a:lnTo>
                  <a:lnTo>
                    <a:pt x="527866" y="26229"/>
                  </a:lnTo>
                  <a:lnTo>
                    <a:pt x="531145" y="24590"/>
                  </a:lnTo>
                  <a:lnTo>
                    <a:pt x="536063" y="21311"/>
                  </a:lnTo>
                  <a:lnTo>
                    <a:pt x="539342" y="21311"/>
                  </a:lnTo>
                  <a:lnTo>
                    <a:pt x="542620" y="21311"/>
                  </a:lnTo>
                  <a:lnTo>
                    <a:pt x="547538" y="21311"/>
                  </a:lnTo>
                  <a:lnTo>
                    <a:pt x="544260" y="18033"/>
                  </a:lnTo>
                  <a:lnTo>
                    <a:pt x="549178" y="14754"/>
                  </a:lnTo>
                  <a:lnTo>
                    <a:pt x="552456" y="16393"/>
                  </a:lnTo>
                  <a:lnTo>
                    <a:pt x="555735" y="14754"/>
                  </a:lnTo>
                  <a:lnTo>
                    <a:pt x="552456" y="13115"/>
                  </a:lnTo>
                  <a:lnTo>
                    <a:pt x="549178" y="13115"/>
                  </a:lnTo>
                  <a:lnTo>
                    <a:pt x="545899" y="9836"/>
                  </a:lnTo>
                  <a:lnTo>
                    <a:pt x="549178" y="8197"/>
                  </a:lnTo>
                  <a:lnTo>
                    <a:pt x="552456" y="9836"/>
                  </a:lnTo>
                  <a:lnTo>
                    <a:pt x="557375" y="8197"/>
                  </a:lnTo>
                  <a:lnTo>
                    <a:pt x="554096" y="6557"/>
                  </a:lnTo>
                  <a:lnTo>
                    <a:pt x="554096" y="3279"/>
                  </a:lnTo>
                  <a:lnTo>
                    <a:pt x="557375" y="3279"/>
                  </a:lnTo>
                  <a:lnTo>
                    <a:pt x="562292" y="6557"/>
                  </a:lnTo>
                  <a:lnTo>
                    <a:pt x="565571" y="4918"/>
                  </a:lnTo>
                  <a:lnTo>
                    <a:pt x="568850" y="6557"/>
                  </a:lnTo>
                  <a:lnTo>
                    <a:pt x="572128" y="9836"/>
                  </a:lnTo>
                  <a:lnTo>
                    <a:pt x="575407" y="9836"/>
                  </a:lnTo>
                  <a:lnTo>
                    <a:pt x="573768" y="4918"/>
                  </a:lnTo>
                  <a:lnTo>
                    <a:pt x="577046" y="4918"/>
                  </a:lnTo>
                  <a:lnTo>
                    <a:pt x="581965" y="6557"/>
                  </a:lnTo>
                  <a:lnTo>
                    <a:pt x="585243" y="8197"/>
                  </a:lnTo>
                  <a:lnTo>
                    <a:pt x="590161" y="6557"/>
                  </a:lnTo>
                  <a:lnTo>
                    <a:pt x="586882" y="11475"/>
                  </a:lnTo>
                  <a:lnTo>
                    <a:pt x="583604" y="11475"/>
                  </a:lnTo>
                  <a:lnTo>
                    <a:pt x="578686" y="14754"/>
                  </a:lnTo>
                  <a:lnTo>
                    <a:pt x="575407" y="18033"/>
                  </a:lnTo>
                  <a:lnTo>
                    <a:pt x="572128" y="19672"/>
                  </a:lnTo>
                  <a:lnTo>
                    <a:pt x="568850" y="21311"/>
                  </a:lnTo>
                  <a:lnTo>
                    <a:pt x="573768" y="21311"/>
                  </a:lnTo>
                  <a:lnTo>
                    <a:pt x="573768" y="26229"/>
                  </a:lnTo>
                  <a:lnTo>
                    <a:pt x="570489" y="26229"/>
                  </a:lnTo>
                  <a:lnTo>
                    <a:pt x="572128" y="29508"/>
                  </a:lnTo>
                  <a:lnTo>
                    <a:pt x="567210" y="31147"/>
                  </a:lnTo>
                  <a:lnTo>
                    <a:pt x="567210" y="34426"/>
                  </a:lnTo>
                  <a:lnTo>
                    <a:pt x="570489" y="34426"/>
                  </a:lnTo>
                  <a:lnTo>
                    <a:pt x="575407" y="36065"/>
                  </a:lnTo>
                  <a:lnTo>
                    <a:pt x="577046" y="32787"/>
                  </a:lnTo>
                  <a:lnTo>
                    <a:pt x="580325" y="29508"/>
                  </a:lnTo>
                  <a:lnTo>
                    <a:pt x="580325" y="26229"/>
                  </a:lnTo>
                  <a:lnTo>
                    <a:pt x="583604" y="24590"/>
                  </a:lnTo>
                  <a:lnTo>
                    <a:pt x="586882" y="21311"/>
                  </a:lnTo>
                  <a:lnTo>
                    <a:pt x="591800" y="18033"/>
                  </a:lnTo>
                  <a:lnTo>
                    <a:pt x="593440" y="14754"/>
                  </a:lnTo>
                  <a:lnTo>
                    <a:pt x="598358" y="11475"/>
                  </a:lnTo>
                  <a:lnTo>
                    <a:pt x="601636" y="9836"/>
                  </a:lnTo>
                  <a:lnTo>
                    <a:pt x="606555" y="6557"/>
                  </a:lnTo>
                  <a:lnTo>
                    <a:pt x="609833" y="4918"/>
                  </a:lnTo>
                  <a:lnTo>
                    <a:pt x="611472" y="8197"/>
                  </a:lnTo>
                  <a:lnTo>
                    <a:pt x="613112" y="13115"/>
                  </a:lnTo>
                  <a:lnTo>
                    <a:pt x="608194" y="14754"/>
                  </a:lnTo>
                  <a:lnTo>
                    <a:pt x="604915" y="14754"/>
                  </a:lnTo>
                  <a:lnTo>
                    <a:pt x="608194" y="14754"/>
                  </a:lnTo>
                  <a:lnTo>
                    <a:pt x="611472" y="19672"/>
                  </a:lnTo>
                  <a:lnTo>
                    <a:pt x="609833" y="22951"/>
                  </a:lnTo>
                  <a:lnTo>
                    <a:pt x="609833" y="26229"/>
                  </a:lnTo>
                  <a:lnTo>
                    <a:pt x="613112" y="26229"/>
                  </a:lnTo>
                  <a:lnTo>
                    <a:pt x="616390" y="21311"/>
                  </a:lnTo>
                  <a:lnTo>
                    <a:pt x="619669" y="22951"/>
                  </a:lnTo>
                  <a:lnTo>
                    <a:pt x="624587" y="22951"/>
                  </a:lnTo>
                  <a:lnTo>
                    <a:pt x="621309" y="18033"/>
                  </a:lnTo>
                  <a:lnTo>
                    <a:pt x="624587" y="18033"/>
                  </a:lnTo>
                  <a:lnTo>
                    <a:pt x="629505" y="18033"/>
                  </a:lnTo>
                  <a:lnTo>
                    <a:pt x="624587" y="16393"/>
                  </a:lnTo>
                  <a:lnTo>
                    <a:pt x="624587" y="13115"/>
                  </a:lnTo>
                  <a:lnTo>
                    <a:pt x="627866" y="13115"/>
                  </a:lnTo>
                  <a:lnTo>
                    <a:pt x="632784" y="9836"/>
                  </a:lnTo>
                  <a:lnTo>
                    <a:pt x="636062" y="9836"/>
                  </a:lnTo>
                  <a:lnTo>
                    <a:pt x="632784" y="8197"/>
                  </a:lnTo>
                  <a:lnTo>
                    <a:pt x="627866" y="6557"/>
                  </a:lnTo>
                  <a:lnTo>
                    <a:pt x="624587" y="6557"/>
                  </a:lnTo>
                  <a:lnTo>
                    <a:pt x="627866" y="4918"/>
                  </a:lnTo>
                  <a:lnTo>
                    <a:pt x="632784" y="3279"/>
                  </a:lnTo>
                  <a:lnTo>
                    <a:pt x="636062" y="0"/>
                  </a:lnTo>
                  <a:lnTo>
                    <a:pt x="639341" y="1639"/>
                  </a:lnTo>
                  <a:lnTo>
                    <a:pt x="644259" y="1639"/>
                  </a:lnTo>
                  <a:lnTo>
                    <a:pt x="647538" y="0"/>
                  </a:lnTo>
                  <a:lnTo>
                    <a:pt x="650816" y="0"/>
                  </a:lnTo>
                  <a:lnTo>
                    <a:pt x="652456" y="3279"/>
                  </a:lnTo>
                  <a:lnTo>
                    <a:pt x="655735" y="3279"/>
                  </a:lnTo>
                  <a:lnTo>
                    <a:pt x="659013" y="3279"/>
                  </a:lnTo>
                  <a:lnTo>
                    <a:pt x="660653" y="6557"/>
                  </a:lnTo>
                  <a:lnTo>
                    <a:pt x="657374" y="9836"/>
                  </a:lnTo>
                  <a:lnTo>
                    <a:pt x="652456" y="11475"/>
                  </a:lnTo>
                  <a:lnTo>
                    <a:pt x="652456" y="11475"/>
                  </a:lnTo>
                  <a:lnTo>
                    <a:pt x="647538" y="9836"/>
                  </a:lnTo>
                  <a:lnTo>
                    <a:pt x="644259" y="11475"/>
                  </a:lnTo>
                  <a:lnTo>
                    <a:pt x="647538" y="11475"/>
                  </a:lnTo>
                  <a:lnTo>
                    <a:pt x="652456" y="13115"/>
                  </a:lnTo>
                  <a:lnTo>
                    <a:pt x="649177" y="14754"/>
                  </a:lnTo>
                  <a:lnTo>
                    <a:pt x="644259" y="16393"/>
                  </a:lnTo>
                  <a:lnTo>
                    <a:pt x="640980" y="16393"/>
                  </a:lnTo>
                  <a:lnTo>
                    <a:pt x="645899" y="16393"/>
                  </a:lnTo>
                  <a:lnTo>
                    <a:pt x="649177" y="16393"/>
                  </a:lnTo>
                  <a:lnTo>
                    <a:pt x="652456" y="14754"/>
                  </a:lnTo>
                  <a:lnTo>
                    <a:pt x="657374" y="16393"/>
                  </a:lnTo>
                  <a:lnTo>
                    <a:pt x="654095" y="18033"/>
                  </a:lnTo>
                  <a:lnTo>
                    <a:pt x="649177" y="19672"/>
                  </a:lnTo>
                  <a:lnTo>
                    <a:pt x="645899" y="22951"/>
                  </a:lnTo>
                  <a:lnTo>
                    <a:pt x="649177" y="22951"/>
                  </a:lnTo>
                  <a:lnTo>
                    <a:pt x="652456" y="22951"/>
                  </a:lnTo>
                  <a:lnTo>
                    <a:pt x="655735" y="21311"/>
                  </a:lnTo>
                  <a:lnTo>
                    <a:pt x="659013" y="21311"/>
                  </a:lnTo>
                  <a:lnTo>
                    <a:pt x="655735" y="26229"/>
                  </a:lnTo>
                  <a:lnTo>
                    <a:pt x="655735" y="29508"/>
                  </a:lnTo>
                  <a:lnTo>
                    <a:pt x="655735" y="29508"/>
                  </a:lnTo>
                  <a:lnTo>
                    <a:pt x="657374" y="24590"/>
                  </a:lnTo>
                  <a:lnTo>
                    <a:pt x="660653" y="21311"/>
                  </a:lnTo>
                  <a:lnTo>
                    <a:pt x="665570" y="21311"/>
                  </a:lnTo>
                  <a:lnTo>
                    <a:pt x="662292" y="19672"/>
                  </a:lnTo>
                  <a:lnTo>
                    <a:pt x="662292" y="16393"/>
                  </a:lnTo>
                  <a:lnTo>
                    <a:pt x="663931" y="13115"/>
                  </a:lnTo>
                  <a:lnTo>
                    <a:pt x="667210" y="9836"/>
                  </a:lnTo>
                  <a:lnTo>
                    <a:pt x="670489" y="8197"/>
                  </a:lnTo>
                  <a:lnTo>
                    <a:pt x="673767" y="8197"/>
                  </a:lnTo>
                  <a:lnTo>
                    <a:pt x="678685" y="8197"/>
                  </a:lnTo>
                  <a:lnTo>
                    <a:pt x="681964" y="8197"/>
                  </a:lnTo>
                  <a:lnTo>
                    <a:pt x="681964" y="8197"/>
                  </a:lnTo>
                  <a:lnTo>
                    <a:pt x="686882" y="11475"/>
                  </a:lnTo>
                  <a:lnTo>
                    <a:pt x="685243" y="16393"/>
                  </a:lnTo>
                  <a:lnTo>
                    <a:pt x="688521" y="14754"/>
                  </a:lnTo>
                  <a:lnTo>
                    <a:pt x="693439" y="13115"/>
                  </a:lnTo>
                  <a:lnTo>
                    <a:pt x="696718" y="13115"/>
                  </a:lnTo>
                  <a:lnTo>
                    <a:pt x="698357" y="16393"/>
                  </a:lnTo>
                  <a:lnTo>
                    <a:pt x="703275" y="14754"/>
                  </a:lnTo>
                  <a:lnTo>
                    <a:pt x="703275" y="13115"/>
                  </a:lnTo>
                  <a:lnTo>
                    <a:pt x="708193" y="16393"/>
                  </a:lnTo>
                  <a:lnTo>
                    <a:pt x="711472" y="19672"/>
                  </a:lnTo>
                  <a:lnTo>
                    <a:pt x="708193" y="21311"/>
                  </a:lnTo>
                  <a:lnTo>
                    <a:pt x="711472" y="19672"/>
                  </a:lnTo>
                  <a:lnTo>
                    <a:pt x="714750" y="19672"/>
                  </a:lnTo>
                  <a:lnTo>
                    <a:pt x="719669" y="19672"/>
                  </a:lnTo>
                  <a:lnTo>
                    <a:pt x="722947" y="21311"/>
                  </a:lnTo>
                  <a:lnTo>
                    <a:pt x="726226" y="24590"/>
                  </a:lnTo>
                  <a:lnTo>
                    <a:pt x="731144" y="22951"/>
                  </a:lnTo>
                  <a:lnTo>
                    <a:pt x="734423" y="26229"/>
                  </a:lnTo>
                  <a:lnTo>
                    <a:pt x="734423" y="29508"/>
                  </a:lnTo>
                  <a:lnTo>
                    <a:pt x="729505" y="31147"/>
                  </a:lnTo>
                  <a:lnTo>
                    <a:pt x="726226" y="31147"/>
                  </a:lnTo>
                  <a:lnTo>
                    <a:pt x="722947" y="31147"/>
                  </a:lnTo>
                  <a:lnTo>
                    <a:pt x="718029" y="32787"/>
                  </a:lnTo>
                  <a:lnTo>
                    <a:pt x="714750" y="36065"/>
                  </a:lnTo>
                  <a:lnTo>
                    <a:pt x="711472" y="37705"/>
                  </a:lnTo>
                  <a:lnTo>
                    <a:pt x="706554" y="37705"/>
                  </a:lnTo>
                  <a:lnTo>
                    <a:pt x="703275" y="37705"/>
                  </a:lnTo>
                  <a:lnTo>
                    <a:pt x="698357" y="37705"/>
                  </a:lnTo>
                  <a:lnTo>
                    <a:pt x="695079" y="36065"/>
                  </a:lnTo>
                  <a:lnTo>
                    <a:pt x="690160" y="36065"/>
                  </a:lnTo>
                  <a:lnTo>
                    <a:pt x="686882" y="36065"/>
                  </a:lnTo>
                  <a:lnTo>
                    <a:pt x="681964" y="34426"/>
                  </a:lnTo>
                  <a:lnTo>
                    <a:pt x="678685" y="34426"/>
                  </a:lnTo>
                  <a:lnTo>
                    <a:pt x="675406" y="34426"/>
                  </a:lnTo>
                  <a:lnTo>
                    <a:pt x="670489" y="36065"/>
                  </a:lnTo>
                  <a:lnTo>
                    <a:pt x="675406" y="36065"/>
                  </a:lnTo>
                  <a:lnTo>
                    <a:pt x="678685" y="37705"/>
                  </a:lnTo>
                  <a:lnTo>
                    <a:pt x="683603" y="37705"/>
                  </a:lnTo>
                  <a:lnTo>
                    <a:pt x="686882" y="39344"/>
                  </a:lnTo>
                  <a:lnTo>
                    <a:pt x="690160" y="39344"/>
                  </a:lnTo>
                  <a:lnTo>
                    <a:pt x="695079" y="39344"/>
                  </a:lnTo>
                  <a:lnTo>
                    <a:pt x="698357" y="40983"/>
                  </a:lnTo>
                  <a:lnTo>
                    <a:pt x="695079" y="42623"/>
                  </a:lnTo>
                  <a:lnTo>
                    <a:pt x="698357" y="42623"/>
                  </a:lnTo>
                  <a:lnTo>
                    <a:pt x="701636" y="42623"/>
                  </a:lnTo>
                  <a:lnTo>
                    <a:pt x="703275" y="47541"/>
                  </a:lnTo>
                  <a:lnTo>
                    <a:pt x="698357" y="50819"/>
                  </a:lnTo>
                  <a:lnTo>
                    <a:pt x="703275" y="49180"/>
                  </a:lnTo>
                  <a:lnTo>
                    <a:pt x="706554" y="49180"/>
                  </a:lnTo>
                  <a:lnTo>
                    <a:pt x="708193" y="49180"/>
                  </a:lnTo>
                  <a:lnTo>
                    <a:pt x="709833" y="50819"/>
                  </a:lnTo>
                  <a:lnTo>
                    <a:pt x="709833" y="50819"/>
                  </a:lnTo>
                  <a:lnTo>
                    <a:pt x="709833" y="50819"/>
                  </a:lnTo>
                  <a:lnTo>
                    <a:pt x="713112" y="52459"/>
                  </a:lnTo>
                  <a:lnTo>
                    <a:pt x="713112" y="49180"/>
                  </a:lnTo>
                  <a:lnTo>
                    <a:pt x="713112" y="45901"/>
                  </a:lnTo>
                  <a:lnTo>
                    <a:pt x="716390" y="45901"/>
                  </a:lnTo>
                  <a:lnTo>
                    <a:pt x="721308" y="47541"/>
                  </a:lnTo>
                  <a:lnTo>
                    <a:pt x="722947" y="50819"/>
                  </a:lnTo>
                  <a:lnTo>
                    <a:pt x="724587" y="47541"/>
                  </a:lnTo>
                  <a:lnTo>
                    <a:pt x="729505" y="47541"/>
                  </a:lnTo>
                  <a:lnTo>
                    <a:pt x="732783" y="47541"/>
                  </a:lnTo>
                  <a:lnTo>
                    <a:pt x="736062" y="52459"/>
                  </a:lnTo>
                  <a:lnTo>
                    <a:pt x="736062" y="55737"/>
                  </a:lnTo>
                  <a:lnTo>
                    <a:pt x="732783" y="57377"/>
                  </a:lnTo>
                  <a:lnTo>
                    <a:pt x="729505" y="57377"/>
                  </a:lnTo>
                  <a:lnTo>
                    <a:pt x="724587" y="57377"/>
                  </a:lnTo>
                  <a:lnTo>
                    <a:pt x="721308" y="55737"/>
                  </a:lnTo>
                  <a:lnTo>
                    <a:pt x="718029" y="54098"/>
                  </a:lnTo>
                  <a:lnTo>
                    <a:pt x="716390" y="52459"/>
                  </a:lnTo>
                  <a:lnTo>
                    <a:pt x="716390" y="52459"/>
                  </a:lnTo>
                  <a:lnTo>
                    <a:pt x="716390" y="54098"/>
                  </a:lnTo>
                  <a:lnTo>
                    <a:pt x="714750" y="59016"/>
                  </a:lnTo>
                  <a:lnTo>
                    <a:pt x="711472" y="62295"/>
                  </a:lnTo>
                  <a:lnTo>
                    <a:pt x="711472" y="62295"/>
                  </a:lnTo>
                  <a:lnTo>
                    <a:pt x="706554" y="63934"/>
                  </a:lnTo>
                  <a:lnTo>
                    <a:pt x="706554" y="63934"/>
                  </a:lnTo>
                  <a:lnTo>
                    <a:pt x="701636" y="65573"/>
                  </a:lnTo>
                  <a:lnTo>
                    <a:pt x="698357" y="65573"/>
                  </a:lnTo>
                  <a:lnTo>
                    <a:pt x="693439" y="65573"/>
                  </a:lnTo>
                  <a:lnTo>
                    <a:pt x="693439" y="70491"/>
                  </a:lnTo>
                  <a:lnTo>
                    <a:pt x="693439" y="72131"/>
                  </a:lnTo>
                  <a:lnTo>
                    <a:pt x="690160" y="75409"/>
                  </a:lnTo>
                  <a:lnTo>
                    <a:pt x="686882" y="77049"/>
                  </a:lnTo>
                  <a:lnTo>
                    <a:pt x="685243" y="77049"/>
                  </a:lnTo>
                  <a:lnTo>
                    <a:pt x="680325" y="73770"/>
                  </a:lnTo>
                  <a:lnTo>
                    <a:pt x="680325" y="68852"/>
                  </a:lnTo>
                  <a:lnTo>
                    <a:pt x="685243" y="65573"/>
                  </a:lnTo>
                  <a:lnTo>
                    <a:pt x="691800" y="60655"/>
                  </a:lnTo>
                  <a:lnTo>
                    <a:pt x="690160" y="55737"/>
                  </a:lnTo>
                  <a:lnTo>
                    <a:pt x="686882" y="52459"/>
                  </a:lnTo>
                  <a:lnTo>
                    <a:pt x="686882" y="52459"/>
                  </a:lnTo>
                  <a:lnTo>
                    <a:pt x="678685" y="50819"/>
                  </a:lnTo>
                  <a:lnTo>
                    <a:pt x="672128" y="49180"/>
                  </a:lnTo>
                  <a:lnTo>
                    <a:pt x="663931" y="45901"/>
                  </a:lnTo>
                  <a:lnTo>
                    <a:pt x="657374" y="44262"/>
                  </a:lnTo>
                  <a:lnTo>
                    <a:pt x="652456" y="39344"/>
                  </a:lnTo>
                  <a:lnTo>
                    <a:pt x="649177" y="36065"/>
                  </a:lnTo>
                  <a:lnTo>
                    <a:pt x="644259" y="37705"/>
                  </a:lnTo>
                  <a:lnTo>
                    <a:pt x="640980" y="37705"/>
                  </a:lnTo>
                  <a:lnTo>
                    <a:pt x="637702" y="39344"/>
                  </a:lnTo>
                  <a:lnTo>
                    <a:pt x="636062" y="39344"/>
                  </a:lnTo>
                  <a:lnTo>
                    <a:pt x="636062" y="40983"/>
                  </a:lnTo>
                  <a:lnTo>
                    <a:pt x="632784" y="42623"/>
                  </a:lnTo>
                  <a:lnTo>
                    <a:pt x="627866" y="42623"/>
                  </a:lnTo>
                  <a:lnTo>
                    <a:pt x="624587" y="42623"/>
                  </a:lnTo>
                  <a:lnTo>
                    <a:pt x="621309" y="40983"/>
                  </a:lnTo>
                  <a:lnTo>
                    <a:pt x="616390" y="40983"/>
                  </a:lnTo>
                  <a:lnTo>
                    <a:pt x="613112" y="42623"/>
                  </a:lnTo>
                  <a:lnTo>
                    <a:pt x="609833" y="45901"/>
                  </a:lnTo>
                  <a:lnTo>
                    <a:pt x="606555" y="49180"/>
                  </a:lnTo>
                  <a:lnTo>
                    <a:pt x="601636" y="50819"/>
                  </a:lnTo>
                  <a:lnTo>
                    <a:pt x="598358" y="52459"/>
                  </a:lnTo>
                  <a:lnTo>
                    <a:pt x="598358" y="52459"/>
                  </a:lnTo>
                  <a:lnTo>
                    <a:pt x="598358" y="54098"/>
                  </a:lnTo>
                  <a:lnTo>
                    <a:pt x="596719" y="57377"/>
                  </a:lnTo>
                  <a:lnTo>
                    <a:pt x="595079" y="60655"/>
                  </a:lnTo>
                  <a:lnTo>
                    <a:pt x="596719" y="62295"/>
                  </a:lnTo>
                  <a:lnTo>
                    <a:pt x="593440" y="65573"/>
                  </a:lnTo>
                  <a:lnTo>
                    <a:pt x="593440" y="70491"/>
                  </a:lnTo>
                  <a:lnTo>
                    <a:pt x="595079" y="73770"/>
                  </a:lnTo>
                  <a:lnTo>
                    <a:pt x="595079" y="78688"/>
                  </a:lnTo>
                  <a:lnTo>
                    <a:pt x="591800" y="81967"/>
                  </a:lnTo>
                  <a:lnTo>
                    <a:pt x="586882" y="80328"/>
                  </a:lnTo>
                  <a:lnTo>
                    <a:pt x="585243" y="81967"/>
                  </a:lnTo>
                  <a:lnTo>
                    <a:pt x="581965" y="83606"/>
                  </a:lnTo>
                  <a:lnTo>
                    <a:pt x="580325" y="86885"/>
                  </a:lnTo>
                  <a:lnTo>
                    <a:pt x="578686" y="90164"/>
                  </a:lnTo>
                  <a:lnTo>
                    <a:pt x="575407" y="90164"/>
                  </a:lnTo>
                  <a:lnTo>
                    <a:pt x="573768" y="93442"/>
                  </a:lnTo>
                  <a:lnTo>
                    <a:pt x="570489" y="91803"/>
                  </a:lnTo>
                  <a:lnTo>
                    <a:pt x="567210" y="90164"/>
                  </a:lnTo>
                  <a:lnTo>
                    <a:pt x="562292" y="88524"/>
                  </a:lnTo>
                  <a:lnTo>
                    <a:pt x="559013" y="88524"/>
                  </a:lnTo>
                  <a:lnTo>
                    <a:pt x="554096" y="86885"/>
                  </a:lnTo>
                  <a:lnTo>
                    <a:pt x="549178" y="85245"/>
                  </a:lnTo>
                  <a:lnTo>
                    <a:pt x="545899" y="83606"/>
                  </a:lnTo>
                  <a:lnTo>
                    <a:pt x="540981" y="83606"/>
                  </a:lnTo>
                  <a:lnTo>
                    <a:pt x="537702" y="88524"/>
                  </a:lnTo>
                  <a:lnTo>
                    <a:pt x="532784" y="88524"/>
                  </a:lnTo>
                  <a:lnTo>
                    <a:pt x="529506" y="90164"/>
                  </a:lnTo>
                  <a:lnTo>
                    <a:pt x="524588" y="90164"/>
                  </a:lnTo>
                  <a:lnTo>
                    <a:pt x="518030" y="88524"/>
                  </a:lnTo>
                  <a:lnTo>
                    <a:pt x="514752" y="88524"/>
                  </a:lnTo>
                  <a:lnTo>
                    <a:pt x="508194" y="86885"/>
                  </a:lnTo>
                  <a:lnTo>
                    <a:pt x="503276" y="86885"/>
                  </a:lnTo>
                  <a:lnTo>
                    <a:pt x="499998" y="81967"/>
                  </a:lnTo>
                  <a:lnTo>
                    <a:pt x="495079" y="78688"/>
                  </a:lnTo>
                  <a:lnTo>
                    <a:pt x="491801" y="77049"/>
                  </a:lnTo>
                  <a:lnTo>
                    <a:pt x="488522" y="73770"/>
                  </a:lnTo>
                  <a:lnTo>
                    <a:pt x="486883" y="73770"/>
                  </a:lnTo>
                  <a:lnTo>
                    <a:pt x="478686" y="67213"/>
                  </a:lnTo>
                  <a:lnTo>
                    <a:pt x="473768" y="65573"/>
                  </a:lnTo>
                  <a:lnTo>
                    <a:pt x="468850" y="65573"/>
                  </a:lnTo>
                  <a:lnTo>
                    <a:pt x="462293" y="70491"/>
                  </a:lnTo>
                  <a:lnTo>
                    <a:pt x="465572" y="73770"/>
                  </a:lnTo>
                  <a:lnTo>
                    <a:pt x="460653" y="75409"/>
                  </a:lnTo>
                  <a:lnTo>
                    <a:pt x="455735" y="73770"/>
                  </a:lnTo>
                  <a:lnTo>
                    <a:pt x="450818" y="75409"/>
                  </a:lnTo>
                  <a:lnTo>
                    <a:pt x="447539" y="75409"/>
                  </a:lnTo>
                  <a:lnTo>
                    <a:pt x="442621" y="75409"/>
                  </a:lnTo>
                  <a:lnTo>
                    <a:pt x="439342" y="77049"/>
                  </a:lnTo>
                  <a:lnTo>
                    <a:pt x="444260" y="80328"/>
                  </a:lnTo>
                  <a:lnTo>
                    <a:pt x="444260" y="83606"/>
                  </a:lnTo>
                  <a:lnTo>
                    <a:pt x="444260" y="85245"/>
                  </a:lnTo>
                  <a:lnTo>
                    <a:pt x="440981" y="90164"/>
                  </a:lnTo>
                  <a:lnTo>
                    <a:pt x="434424" y="93442"/>
                  </a:lnTo>
                  <a:lnTo>
                    <a:pt x="439342" y="95081"/>
                  </a:lnTo>
                  <a:lnTo>
                    <a:pt x="442621" y="96721"/>
                  </a:lnTo>
                  <a:lnTo>
                    <a:pt x="439342" y="98360"/>
                  </a:lnTo>
                  <a:lnTo>
                    <a:pt x="434424" y="101639"/>
                  </a:lnTo>
                  <a:lnTo>
                    <a:pt x="419670" y="98360"/>
                  </a:lnTo>
                  <a:lnTo>
                    <a:pt x="406555" y="95081"/>
                  </a:lnTo>
                  <a:lnTo>
                    <a:pt x="398359" y="95081"/>
                  </a:lnTo>
                  <a:lnTo>
                    <a:pt x="391801" y="93442"/>
                  </a:lnTo>
                  <a:lnTo>
                    <a:pt x="383605" y="95081"/>
                  </a:lnTo>
                  <a:lnTo>
                    <a:pt x="383605" y="98360"/>
                  </a:lnTo>
                  <a:lnTo>
                    <a:pt x="383605" y="98360"/>
                  </a:lnTo>
                  <a:lnTo>
                    <a:pt x="383605" y="100000"/>
                  </a:lnTo>
                  <a:lnTo>
                    <a:pt x="385244" y="106557"/>
                  </a:lnTo>
                  <a:lnTo>
                    <a:pt x="378686" y="114754"/>
                  </a:lnTo>
                  <a:lnTo>
                    <a:pt x="375408" y="114754"/>
                  </a:lnTo>
                  <a:lnTo>
                    <a:pt x="370490" y="113114"/>
                  </a:lnTo>
                  <a:lnTo>
                    <a:pt x="365572" y="111475"/>
                  </a:lnTo>
                  <a:lnTo>
                    <a:pt x="359015" y="111475"/>
                  </a:lnTo>
                  <a:lnTo>
                    <a:pt x="354096" y="114754"/>
                  </a:lnTo>
                  <a:lnTo>
                    <a:pt x="354096" y="114754"/>
                  </a:lnTo>
                  <a:lnTo>
                    <a:pt x="350818" y="116393"/>
                  </a:lnTo>
                  <a:lnTo>
                    <a:pt x="344261" y="119672"/>
                  </a:lnTo>
                  <a:lnTo>
                    <a:pt x="342621" y="124590"/>
                  </a:lnTo>
                  <a:lnTo>
                    <a:pt x="340982" y="127868"/>
                  </a:lnTo>
                  <a:lnTo>
                    <a:pt x="336064" y="132786"/>
                  </a:lnTo>
                  <a:lnTo>
                    <a:pt x="327867" y="136065"/>
                  </a:lnTo>
                  <a:lnTo>
                    <a:pt x="334425" y="140983"/>
                  </a:lnTo>
                  <a:lnTo>
                    <a:pt x="337703" y="144262"/>
                  </a:lnTo>
                  <a:lnTo>
                    <a:pt x="337703" y="150819"/>
                  </a:lnTo>
                  <a:lnTo>
                    <a:pt x="332785" y="152458"/>
                  </a:lnTo>
                  <a:lnTo>
                    <a:pt x="327867" y="155737"/>
                  </a:lnTo>
                  <a:lnTo>
                    <a:pt x="321310" y="162294"/>
                  </a:lnTo>
                  <a:lnTo>
                    <a:pt x="321310" y="162294"/>
                  </a:lnTo>
                  <a:lnTo>
                    <a:pt x="314752" y="168852"/>
                  </a:lnTo>
                  <a:lnTo>
                    <a:pt x="309835" y="172130"/>
                  </a:lnTo>
                  <a:lnTo>
                    <a:pt x="311474" y="177048"/>
                  </a:lnTo>
                  <a:lnTo>
                    <a:pt x="311474" y="180327"/>
                  </a:lnTo>
                  <a:lnTo>
                    <a:pt x="304916" y="181966"/>
                  </a:lnTo>
                  <a:lnTo>
                    <a:pt x="298359" y="185245"/>
                  </a:lnTo>
                  <a:lnTo>
                    <a:pt x="298359" y="185245"/>
                  </a:lnTo>
                  <a:lnTo>
                    <a:pt x="290162" y="185245"/>
                  </a:lnTo>
                  <a:lnTo>
                    <a:pt x="285245" y="185245"/>
                  </a:lnTo>
                  <a:lnTo>
                    <a:pt x="285245" y="190163"/>
                  </a:lnTo>
                  <a:lnTo>
                    <a:pt x="286884" y="193442"/>
                  </a:lnTo>
                  <a:lnTo>
                    <a:pt x="288523" y="198360"/>
                  </a:lnTo>
                  <a:lnTo>
                    <a:pt x="285245" y="203278"/>
                  </a:lnTo>
                  <a:lnTo>
                    <a:pt x="285245" y="206556"/>
                  </a:lnTo>
                  <a:lnTo>
                    <a:pt x="285245" y="211474"/>
                  </a:lnTo>
                  <a:lnTo>
                    <a:pt x="285245" y="218032"/>
                  </a:lnTo>
                  <a:lnTo>
                    <a:pt x="281966" y="219671"/>
                  </a:lnTo>
                  <a:lnTo>
                    <a:pt x="280326" y="224589"/>
                  </a:lnTo>
                  <a:lnTo>
                    <a:pt x="277048" y="227868"/>
                  </a:lnTo>
                  <a:lnTo>
                    <a:pt x="272130" y="232786"/>
                  </a:lnTo>
                  <a:lnTo>
                    <a:pt x="263933" y="240982"/>
                  </a:lnTo>
                  <a:lnTo>
                    <a:pt x="260654" y="245901"/>
                  </a:lnTo>
                  <a:lnTo>
                    <a:pt x="263933" y="245901"/>
                  </a:lnTo>
                  <a:lnTo>
                    <a:pt x="268851" y="249179"/>
                  </a:lnTo>
                  <a:lnTo>
                    <a:pt x="273769" y="249179"/>
                  </a:lnTo>
                  <a:lnTo>
                    <a:pt x="275408" y="254097"/>
                  </a:lnTo>
                  <a:lnTo>
                    <a:pt x="275408" y="260655"/>
                  </a:lnTo>
                  <a:lnTo>
                    <a:pt x="273769" y="263933"/>
                  </a:lnTo>
                  <a:lnTo>
                    <a:pt x="273769" y="263933"/>
                  </a:lnTo>
                  <a:lnTo>
                    <a:pt x="272130" y="265573"/>
                  </a:lnTo>
                  <a:lnTo>
                    <a:pt x="260654" y="265573"/>
                  </a:lnTo>
                  <a:lnTo>
                    <a:pt x="255736" y="265573"/>
                  </a:lnTo>
                  <a:lnTo>
                    <a:pt x="249179" y="263933"/>
                  </a:lnTo>
                  <a:lnTo>
                    <a:pt x="244261" y="265573"/>
                  </a:lnTo>
                  <a:lnTo>
                    <a:pt x="239343" y="265573"/>
                  </a:lnTo>
                  <a:lnTo>
                    <a:pt x="234425" y="268851"/>
                  </a:lnTo>
                  <a:lnTo>
                    <a:pt x="231146" y="272130"/>
                  </a:lnTo>
                  <a:lnTo>
                    <a:pt x="227868" y="275409"/>
                  </a:lnTo>
                  <a:lnTo>
                    <a:pt x="222949" y="278687"/>
                  </a:lnTo>
                  <a:lnTo>
                    <a:pt x="222949" y="280327"/>
                  </a:lnTo>
                  <a:lnTo>
                    <a:pt x="218032" y="283605"/>
                  </a:lnTo>
                  <a:lnTo>
                    <a:pt x="219671" y="288523"/>
                  </a:lnTo>
                  <a:lnTo>
                    <a:pt x="214753" y="293441"/>
                  </a:lnTo>
                  <a:lnTo>
                    <a:pt x="214753" y="293441"/>
                  </a:lnTo>
                  <a:lnTo>
                    <a:pt x="214753" y="299999"/>
                  </a:lnTo>
                  <a:lnTo>
                    <a:pt x="218032" y="303277"/>
                  </a:lnTo>
                  <a:lnTo>
                    <a:pt x="219671" y="306556"/>
                  </a:lnTo>
                  <a:lnTo>
                    <a:pt x="216392" y="311474"/>
                  </a:lnTo>
                  <a:lnTo>
                    <a:pt x="216392" y="314753"/>
                  </a:lnTo>
                  <a:lnTo>
                    <a:pt x="216392" y="321310"/>
                  </a:lnTo>
                  <a:lnTo>
                    <a:pt x="218032" y="327867"/>
                  </a:lnTo>
                  <a:lnTo>
                    <a:pt x="221310" y="332785"/>
                  </a:lnTo>
                  <a:lnTo>
                    <a:pt x="221310" y="334425"/>
                  </a:lnTo>
                  <a:lnTo>
                    <a:pt x="222949" y="334425"/>
                  </a:lnTo>
                  <a:lnTo>
                    <a:pt x="222949" y="336064"/>
                  </a:lnTo>
                  <a:lnTo>
                    <a:pt x="221310" y="340982"/>
                  </a:lnTo>
                  <a:lnTo>
                    <a:pt x="221310" y="345900"/>
                  </a:lnTo>
                  <a:lnTo>
                    <a:pt x="221310" y="347539"/>
                  </a:lnTo>
                  <a:lnTo>
                    <a:pt x="219671" y="352457"/>
                  </a:lnTo>
                  <a:lnTo>
                    <a:pt x="218032" y="357375"/>
                  </a:lnTo>
                  <a:lnTo>
                    <a:pt x="222949" y="360654"/>
                  </a:lnTo>
                  <a:lnTo>
                    <a:pt x="226228" y="363933"/>
                  </a:lnTo>
                  <a:lnTo>
                    <a:pt x="231146" y="363933"/>
                  </a:lnTo>
                  <a:lnTo>
                    <a:pt x="236064" y="367211"/>
                  </a:lnTo>
                  <a:lnTo>
                    <a:pt x="240982" y="372129"/>
                  </a:lnTo>
                  <a:lnTo>
                    <a:pt x="239343" y="377047"/>
                  </a:lnTo>
                  <a:lnTo>
                    <a:pt x="237704" y="380326"/>
                  </a:lnTo>
                  <a:lnTo>
                    <a:pt x="236064" y="385244"/>
                  </a:lnTo>
                  <a:lnTo>
                    <a:pt x="236064" y="385244"/>
                  </a:lnTo>
                  <a:lnTo>
                    <a:pt x="232786" y="385244"/>
                  </a:lnTo>
                  <a:lnTo>
                    <a:pt x="231146" y="385244"/>
                  </a:lnTo>
                  <a:lnTo>
                    <a:pt x="227868" y="385244"/>
                  </a:lnTo>
                  <a:lnTo>
                    <a:pt x="224589" y="386883"/>
                  </a:lnTo>
                  <a:lnTo>
                    <a:pt x="224589" y="390162"/>
                  </a:lnTo>
                  <a:lnTo>
                    <a:pt x="224589" y="395080"/>
                  </a:lnTo>
                  <a:lnTo>
                    <a:pt x="227868" y="398359"/>
                  </a:lnTo>
                  <a:lnTo>
                    <a:pt x="229507" y="401637"/>
                  </a:lnTo>
                  <a:lnTo>
                    <a:pt x="232786" y="406555"/>
                  </a:lnTo>
                  <a:lnTo>
                    <a:pt x="232786" y="409834"/>
                  </a:lnTo>
                  <a:lnTo>
                    <a:pt x="231146" y="414752"/>
                  </a:lnTo>
                  <a:lnTo>
                    <a:pt x="231146" y="418031"/>
                  </a:lnTo>
                  <a:lnTo>
                    <a:pt x="231146" y="421309"/>
                  </a:lnTo>
                  <a:lnTo>
                    <a:pt x="227868" y="424588"/>
                  </a:lnTo>
                  <a:lnTo>
                    <a:pt x="226228" y="426228"/>
                  </a:lnTo>
                  <a:lnTo>
                    <a:pt x="222949" y="429506"/>
                  </a:lnTo>
                  <a:lnTo>
                    <a:pt x="221310" y="429506"/>
                  </a:lnTo>
                  <a:lnTo>
                    <a:pt x="218032" y="431145"/>
                  </a:lnTo>
                  <a:lnTo>
                    <a:pt x="214753" y="431145"/>
                  </a:lnTo>
                  <a:lnTo>
                    <a:pt x="211474" y="432785"/>
                  </a:lnTo>
                  <a:lnTo>
                    <a:pt x="211474" y="436064"/>
                  </a:lnTo>
                  <a:lnTo>
                    <a:pt x="211474" y="439342"/>
                  </a:lnTo>
                  <a:lnTo>
                    <a:pt x="208195" y="440982"/>
                  </a:lnTo>
                  <a:lnTo>
                    <a:pt x="204917" y="445900"/>
                  </a:lnTo>
                  <a:lnTo>
                    <a:pt x="206556" y="447539"/>
                  </a:lnTo>
                  <a:lnTo>
                    <a:pt x="208195" y="452457"/>
                  </a:lnTo>
                  <a:lnTo>
                    <a:pt x="209835" y="454096"/>
                  </a:lnTo>
                  <a:lnTo>
                    <a:pt x="209835" y="455736"/>
                  </a:lnTo>
                  <a:lnTo>
                    <a:pt x="209835" y="457375"/>
                  </a:lnTo>
                  <a:lnTo>
                    <a:pt x="209835" y="459014"/>
                  </a:lnTo>
                  <a:lnTo>
                    <a:pt x="208195" y="462293"/>
                  </a:lnTo>
                  <a:lnTo>
                    <a:pt x="206556" y="465572"/>
                  </a:lnTo>
                  <a:lnTo>
                    <a:pt x="204917" y="470490"/>
                  </a:lnTo>
                  <a:lnTo>
                    <a:pt x="204917" y="472129"/>
                  </a:lnTo>
                  <a:lnTo>
                    <a:pt x="201638" y="472129"/>
                  </a:lnTo>
                  <a:lnTo>
                    <a:pt x="198359" y="468850"/>
                  </a:lnTo>
                  <a:lnTo>
                    <a:pt x="195081" y="465572"/>
                  </a:lnTo>
                  <a:lnTo>
                    <a:pt x="193442" y="463932"/>
                  </a:lnTo>
                  <a:lnTo>
                    <a:pt x="191802" y="463932"/>
                  </a:lnTo>
                  <a:lnTo>
                    <a:pt x="190163" y="462293"/>
                  </a:lnTo>
                  <a:lnTo>
                    <a:pt x="185245" y="462293"/>
                  </a:lnTo>
                  <a:lnTo>
                    <a:pt x="181966" y="459014"/>
                  </a:lnTo>
                  <a:lnTo>
                    <a:pt x="178688" y="459014"/>
                  </a:lnTo>
                  <a:lnTo>
                    <a:pt x="175409" y="455736"/>
                  </a:lnTo>
                  <a:lnTo>
                    <a:pt x="173769" y="450818"/>
                  </a:lnTo>
                  <a:lnTo>
                    <a:pt x="175409" y="447539"/>
                  </a:lnTo>
                  <a:lnTo>
                    <a:pt x="173769" y="445900"/>
                  </a:lnTo>
                  <a:lnTo>
                    <a:pt x="173769" y="440982"/>
                  </a:lnTo>
                  <a:lnTo>
                    <a:pt x="172130" y="437703"/>
                  </a:lnTo>
                  <a:lnTo>
                    <a:pt x="175409" y="434424"/>
                  </a:lnTo>
                  <a:lnTo>
                    <a:pt x="175409" y="437703"/>
                  </a:lnTo>
                  <a:lnTo>
                    <a:pt x="177048" y="434424"/>
                  </a:lnTo>
                  <a:lnTo>
                    <a:pt x="177048" y="431145"/>
                  </a:lnTo>
                  <a:lnTo>
                    <a:pt x="173769" y="431145"/>
                  </a:lnTo>
                  <a:lnTo>
                    <a:pt x="172130" y="431145"/>
                  </a:lnTo>
                  <a:lnTo>
                    <a:pt x="168851" y="436064"/>
                  </a:lnTo>
                  <a:lnTo>
                    <a:pt x="168851" y="439342"/>
                  </a:lnTo>
                  <a:lnTo>
                    <a:pt x="172130" y="442621"/>
                  </a:lnTo>
                  <a:lnTo>
                    <a:pt x="168851" y="447539"/>
                  </a:lnTo>
                  <a:lnTo>
                    <a:pt x="167212" y="442621"/>
                  </a:lnTo>
                  <a:lnTo>
                    <a:pt x="165573" y="445900"/>
                  </a:lnTo>
                  <a:lnTo>
                    <a:pt x="160655" y="445900"/>
                  </a:lnTo>
                  <a:lnTo>
                    <a:pt x="165573" y="449178"/>
                  </a:lnTo>
                  <a:lnTo>
                    <a:pt x="168851" y="454096"/>
                  </a:lnTo>
                  <a:lnTo>
                    <a:pt x="167212" y="457375"/>
                  </a:lnTo>
                  <a:lnTo>
                    <a:pt x="165573" y="460654"/>
                  </a:lnTo>
                  <a:lnTo>
                    <a:pt x="165573" y="457375"/>
                  </a:lnTo>
                  <a:lnTo>
                    <a:pt x="163934" y="460654"/>
                  </a:lnTo>
                  <a:lnTo>
                    <a:pt x="160655" y="462293"/>
                  </a:lnTo>
                  <a:lnTo>
                    <a:pt x="157376" y="465572"/>
                  </a:lnTo>
                  <a:lnTo>
                    <a:pt x="154098" y="465572"/>
                  </a:lnTo>
                  <a:lnTo>
                    <a:pt x="152458" y="468850"/>
                  </a:lnTo>
                  <a:lnTo>
                    <a:pt x="150819" y="468850"/>
                  </a:lnTo>
                  <a:lnTo>
                    <a:pt x="147540" y="467211"/>
                  </a:lnTo>
                  <a:lnTo>
                    <a:pt x="147540" y="465572"/>
                  </a:lnTo>
                  <a:lnTo>
                    <a:pt x="144261" y="465572"/>
                  </a:lnTo>
                  <a:lnTo>
                    <a:pt x="140983" y="462293"/>
                  </a:lnTo>
                  <a:lnTo>
                    <a:pt x="139344" y="462293"/>
                  </a:lnTo>
                  <a:lnTo>
                    <a:pt x="144261" y="465572"/>
                  </a:lnTo>
                  <a:lnTo>
                    <a:pt x="144261" y="468850"/>
                  </a:lnTo>
                  <a:lnTo>
                    <a:pt x="139344" y="470490"/>
                  </a:lnTo>
                  <a:lnTo>
                    <a:pt x="136065" y="473768"/>
                  </a:lnTo>
                  <a:lnTo>
                    <a:pt x="131147" y="473768"/>
                  </a:lnTo>
                  <a:lnTo>
                    <a:pt x="134425" y="477047"/>
                  </a:lnTo>
                  <a:lnTo>
                    <a:pt x="132786" y="478686"/>
                  </a:lnTo>
                  <a:lnTo>
                    <a:pt x="127868" y="478686"/>
                  </a:lnTo>
                  <a:lnTo>
                    <a:pt x="124589" y="478686"/>
                  </a:lnTo>
                  <a:lnTo>
                    <a:pt x="126229" y="483604"/>
                  </a:lnTo>
                  <a:lnTo>
                    <a:pt x="124589" y="483604"/>
                  </a:lnTo>
                  <a:lnTo>
                    <a:pt x="121311" y="483604"/>
                  </a:lnTo>
                  <a:lnTo>
                    <a:pt x="119671" y="488522"/>
                  </a:lnTo>
                  <a:lnTo>
                    <a:pt x="114754" y="490162"/>
                  </a:lnTo>
                  <a:lnTo>
                    <a:pt x="111475" y="495080"/>
                  </a:lnTo>
                  <a:lnTo>
                    <a:pt x="108196" y="496719"/>
                  </a:lnTo>
                  <a:lnTo>
                    <a:pt x="104917" y="498358"/>
                  </a:lnTo>
                  <a:lnTo>
                    <a:pt x="99999" y="501637"/>
                  </a:lnTo>
                  <a:lnTo>
                    <a:pt x="96721" y="501637"/>
                  </a:lnTo>
                  <a:lnTo>
                    <a:pt x="96721" y="503276"/>
                  </a:lnTo>
                  <a:lnTo>
                    <a:pt x="93442" y="501637"/>
                  </a:lnTo>
                  <a:lnTo>
                    <a:pt x="91802" y="501637"/>
                  </a:lnTo>
                  <a:lnTo>
                    <a:pt x="91802" y="503276"/>
                  </a:lnTo>
                  <a:lnTo>
                    <a:pt x="88524" y="506555"/>
                  </a:lnTo>
                  <a:lnTo>
                    <a:pt x="83606" y="504916"/>
                  </a:lnTo>
                  <a:lnTo>
                    <a:pt x="80327" y="508194"/>
                  </a:lnTo>
                  <a:lnTo>
                    <a:pt x="77049" y="508194"/>
                  </a:lnTo>
                  <a:lnTo>
                    <a:pt x="73770" y="508194"/>
                  </a:lnTo>
                  <a:lnTo>
                    <a:pt x="68852" y="506555"/>
                  </a:lnTo>
                  <a:lnTo>
                    <a:pt x="65573" y="506555"/>
                  </a:lnTo>
                  <a:lnTo>
                    <a:pt x="62295" y="506555"/>
                  </a:lnTo>
                  <a:lnTo>
                    <a:pt x="59016" y="506555"/>
                  </a:lnTo>
                  <a:lnTo>
                    <a:pt x="54098" y="504916"/>
                  </a:lnTo>
                  <a:lnTo>
                    <a:pt x="50819" y="506555"/>
                  </a:lnTo>
                  <a:lnTo>
                    <a:pt x="47541" y="503276"/>
                  </a:lnTo>
                  <a:lnTo>
                    <a:pt x="50819" y="499998"/>
                  </a:lnTo>
                  <a:lnTo>
                    <a:pt x="55737" y="498358"/>
                  </a:lnTo>
                  <a:lnTo>
                    <a:pt x="50819" y="499998"/>
                  </a:lnTo>
                  <a:lnTo>
                    <a:pt x="47541" y="498358"/>
                  </a:lnTo>
                  <a:lnTo>
                    <a:pt x="44262" y="498358"/>
                  </a:lnTo>
                  <a:lnTo>
                    <a:pt x="40983" y="496719"/>
                  </a:lnTo>
                  <a:lnTo>
                    <a:pt x="37705" y="495080"/>
                  </a:lnTo>
                  <a:lnTo>
                    <a:pt x="34426" y="495080"/>
                  </a:lnTo>
                  <a:lnTo>
                    <a:pt x="29508" y="493440"/>
                  </a:lnTo>
                  <a:lnTo>
                    <a:pt x="24590" y="490162"/>
                  </a:lnTo>
                  <a:lnTo>
                    <a:pt x="21311" y="486883"/>
                  </a:lnTo>
                  <a:lnTo>
                    <a:pt x="18032" y="485244"/>
                  </a:lnTo>
                  <a:lnTo>
                    <a:pt x="14754" y="481965"/>
                  </a:lnTo>
                  <a:lnTo>
                    <a:pt x="14754" y="480326"/>
                  </a:lnTo>
                  <a:lnTo>
                    <a:pt x="13114" y="477047"/>
                  </a:lnTo>
                  <a:lnTo>
                    <a:pt x="14754" y="473768"/>
                  </a:lnTo>
                  <a:lnTo>
                    <a:pt x="19672" y="470490"/>
                  </a:lnTo>
                  <a:lnTo>
                    <a:pt x="14754" y="467211"/>
                  </a:lnTo>
                  <a:lnTo>
                    <a:pt x="19672" y="468850"/>
                  </a:lnTo>
                  <a:lnTo>
                    <a:pt x="22951" y="470490"/>
                  </a:lnTo>
                  <a:lnTo>
                    <a:pt x="26229" y="470490"/>
                  </a:lnTo>
                  <a:lnTo>
                    <a:pt x="29508" y="472129"/>
                  </a:lnTo>
                  <a:lnTo>
                    <a:pt x="32787" y="473768"/>
                  </a:lnTo>
                  <a:lnTo>
                    <a:pt x="36065" y="473768"/>
                  </a:lnTo>
                  <a:lnTo>
                    <a:pt x="32787" y="470490"/>
                  </a:lnTo>
                  <a:lnTo>
                    <a:pt x="36065" y="468850"/>
                  </a:lnTo>
                  <a:lnTo>
                    <a:pt x="40983" y="468850"/>
                  </a:lnTo>
                  <a:lnTo>
                    <a:pt x="44262" y="467211"/>
                  </a:lnTo>
                  <a:lnTo>
                    <a:pt x="47541" y="465572"/>
                  </a:lnTo>
                  <a:lnTo>
                    <a:pt x="44262" y="465572"/>
                  </a:lnTo>
                  <a:lnTo>
                    <a:pt x="37705" y="467211"/>
                  </a:lnTo>
                  <a:lnTo>
                    <a:pt x="34426" y="468850"/>
                  </a:lnTo>
                  <a:lnTo>
                    <a:pt x="31147" y="472129"/>
                  </a:lnTo>
                  <a:lnTo>
                    <a:pt x="31147" y="470490"/>
                  </a:lnTo>
                  <a:lnTo>
                    <a:pt x="31147" y="467211"/>
                  </a:lnTo>
                  <a:lnTo>
                    <a:pt x="26229" y="463932"/>
                  </a:lnTo>
                  <a:lnTo>
                    <a:pt x="31147" y="462293"/>
                  </a:lnTo>
                  <a:lnTo>
                    <a:pt x="34426" y="462293"/>
                  </a:lnTo>
                  <a:lnTo>
                    <a:pt x="31147" y="460654"/>
                  </a:lnTo>
                  <a:lnTo>
                    <a:pt x="34426" y="459014"/>
                  </a:lnTo>
                  <a:lnTo>
                    <a:pt x="37705" y="457375"/>
                  </a:lnTo>
                  <a:lnTo>
                    <a:pt x="42622" y="455736"/>
                  </a:lnTo>
                  <a:lnTo>
                    <a:pt x="45901" y="454096"/>
                  </a:lnTo>
                  <a:lnTo>
                    <a:pt x="42622" y="454096"/>
                  </a:lnTo>
                  <a:lnTo>
                    <a:pt x="37705" y="455736"/>
                  </a:lnTo>
                  <a:lnTo>
                    <a:pt x="34426" y="457375"/>
                  </a:lnTo>
                  <a:lnTo>
                    <a:pt x="34426" y="455736"/>
                  </a:lnTo>
                  <a:lnTo>
                    <a:pt x="37705" y="454096"/>
                  </a:lnTo>
                  <a:lnTo>
                    <a:pt x="34426" y="454096"/>
                  </a:lnTo>
                  <a:lnTo>
                    <a:pt x="29508" y="454096"/>
                  </a:lnTo>
                  <a:lnTo>
                    <a:pt x="34426" y="450818"/>
                  </a:lnTo>
                  <a:lnTo>
                    <a:pt x="36065" y="449178"/>
                  </a:lnTo>
                  <a:lnTo>
                    <a:pt x="37705" y="447539"/>
                  </a:lnTo>
                  <a:lnTo>
                    <a:pt x="39344" y="447539"/>
                  </a:lnTo>
                  <a:lnTo>
                    <a:pt x="42622" y="445900"/>
                  </a:lnTo>
                  <a:lnTo>
                    <a:pt x="45901" y="444260"/>
                  </a:lnTo>
                  <a:lnTo>
                    <a:pt x="42622" y="445900"/>
                  </a:lnTo>
                  <a:lnTo>
                    <a:pt x="39344" y="444260"/>
                  </a:lnTo>
                  <a:lnTo>
                    <a:pt x="36065" y="447539"/>
                  </a:lnTo>
                  <a:lnTo>
                    <a:pt x="36065" y="449178"/>
                  </a:lnTo>
                  <a:lnTo>
                    <a:pt x="31147" y="450818"/>
                  </a:lnTo>
                  <a:lnTo>
                    <a:pt x="27868" y="454096"/>
                  </a:lnTo>
                  <a:lnTo>
                    <a:pt x="29508" y="449178"/>
                  </a:lnTo>
                  <a:lnTo>
                    <a:pt x="32787" y="449178"/>
                  </a:lnTo>
                  <a:lnTo>
                    <a:pt x="27868" y="449178"/>
                  </a:lnTo>
                  <a:lnTo>
                    <a:pt x="24590" y="449178"/>
                  </a:lnTo>
                  <a:lnTo>
                    <a:pt x="21311" y="450818"/>
                  </a:lnTo>
                  <a:lnTo>
                    <a:pt x="24590" y="450818"/>
                  </a:lnTo>
                  <a:lnTo>
                    <a:pt x="26229" y="454096"/>
                  </a:lnTo>
                  <a:lnTo>
                    <a:pt x="21311" y="454096"/>
                  </a:lnTo>
                  <a:lnTo>
                    <a:pt x="18032" y="455736"/>
                  </a:lnTo>
                  <a:lnTo>
                    <a:pt x="18032" y="450818"/>
                  </a:lnTo>
                  <a:lnTo>
                    <a:pt x="18032" y="447539"/>
                  </a:lnTo>
                  <a:lnTo>
                    <a:pt x="13114" y="450818"/>
                  </a:lnTo>
                  <a:lnTo>
                    <a:pt x="18032" y="450818"/>
                  </a:lnTo>
                  <a:lnTo>
                    <a:pt x="16393" y="455736"/>
                  </a:lnTo>
                  <a:lnTo>
                    <a:pt x="13114" y="455736"/>
                  </a:lnTo>
                  <a:lnTo>
                    <a:pt x="13114" y="455736"/>
                  </a:lnTo>
                  <a:lnTo>
                    <a:pt x="13114" y="452457"/>
                  </a:lnTo>
                  <a:lnTo>
                    <a:pt x="11475" y="455736"/>
                  </a:lnTo>
                  <a:lnTo>
                    <a:pt x="8197" y="452457"/>
                  </a:lnTo>
                  <a:lnTo>
                    <a:pt x="6557" y="450818"/>
                  </a:lnTo>
                  <a:lnTo>
                    <a:pt x="8197" y="447539"/>
                  </a:lnTo>
                  <a:lnTo>
                    <a:pt x="8197" y="444260"/>
                  </a:lnTo>
                  <a:lnTo>
                    <a:pt x="11475" y="440982"/>
                  </a:lnTo>
                  <a:lnTo>
                    <a:pt x="14754" y="439342"/>
                  </a:lnTo>
                  <a:lnTo>
                    <a:pt x="14754" y="442621"/>
                  </a:lnTo>
                  <a:lnTo>
                    <a:pt x="13114" y="445900"/>
                  </a:lnTo>
                  <a:lnTo>
                    <a:pt x="9836" y="447539"/>
                  </a:lnTo>
                  <a:lnTo>
                    <a:pt x="13114" y="447539"/>
                  </a:lnTo>
                  <a:lnTo>
                    <a:pt x="16393" y="445900"/>
                  </a:lnTo>
                  <a:lnTo>
                    <a:pt x="16393" y="440982"/>
                  </a:lnTo>
                  <a:lnTo>
                    <a:pt x="19672" y="440982"/>
                  </a:lnTo>
                  <a:lnTo>
                    <a:pt x="24590" y="442621"/>
                  </a:lnTo>
                  <a:lnTo>
                    <a:pt x="27868" y="440982"/>
                  </a:lnTo>
                  <a:lnTo>
                    <a:pt x="24590" y="439342"/>
                  </a:lnTo>
                  <a:lnTo>
                    <a:pt x="27868" y="437703"/>
                  </a:lnTo>
                  <a:lnTo>
                    <a:pt x="31147" y="437703"/>
                  </a:lnTo>
                  <a:lnTo>
                    <a:pt x="34426" y="436064"/>
                  </a:lnTo>
                  <a:lnTo>
                    <a:pt x="34426" y="436064"/>
                  </a:lnTo>
                  <a:lnTo>
                    <a:pt x="31147" y="437703"/>
                  </a:lnTo>
                  <a:lnTo>
                    <a:pt x="26229" y="436064"/>
                  </a:lnTo>
                  <a:lnTo>
                    <a:pt x="24590" y="436064"/>
                  </a:lnTo>
                  <a:lnTo>
                    <a:pt x="21311" y="434424"/>
                  </a:lnTo>
                  <a:lnTo>
                    <a:pt x="21311" y="432785"/>
                  </a:lnTo>
                  <a:lnTo>
                    <a:pt x="26229" y="429506"/>
                  </a:lnTo>
                  <a:lnTo>
                    <a:pt x="29508" y="427867"/>
                  </a:lnTo>
                  <a:lnTo>
                    <a:pt x="29508" y="427867"/>
                  </a:lnTo>
                  <a:lnTo>
                    <a:pt x="34426" y="422949"/>
                  </a:lnTo>
                  <a:lnTo>
                    <a:pt x="37705" y="422949"/>
                  </a:lnTo>
                  <a:lnTo>
                    <a:pt x="34426" y="421309"/>
                  </a:lnTo>
                  <a:lnTo>
                    <a:pt x="37705" y="416392"/>
                  </a:lnTo>
                  <a:lnTo>
                    <a:pt x="40983" y="414752"/>
                  </a:lnTo>
                  <a:lnTo>
                    <a:pt x="45901" y="413113"/>
                  </a:lnTo>
                  <a:lnTo>
                    <a:pt x="49180" y="409834"/>
                  </a:lnTo>
                  <a:lnTo>
                    <a:pt x="50819" y="413113"/>
                  </a:lnTo>
                  <a:lnTo>
                    <a:pt x="47541" y="418031"/>
                  </a:lnTo>
                  <a:lnTo>
                    <a:pt x="47541" y="421309"/>
                  </a:lnTo>
                  <a:lnTo>
                    <a:pt x="49180" y="418031"/>
                  </a:lnTo>
                  <a:lnTo>
                    <a:pt x="50819" y="414752"/>
                  </a:lnTo>
                  <a:lnTo>
                    <a:pt x="54098" y="409834"/>
                  </a:lnTo>
                  <a:lnTo>
                    <a:pt x="57377" y="408195"/>
                  </a:lnTo>
                  <a:lnTo>
                    <a:pt x="60655" y="408195"/>
                  </a:lnTo>
                  <a:lnTo>
                    <a:pt x="65573" y="408195"/>
                  </a:lnTo>
                  <a:lnTo>
                    <a:pt x="60655" y="406555"/>
                  </a:lnTo>
                  <a:lnTo>
                    <a:pt x="57377" y="408195"/>
                  </a:lnTo>
                  <a:lnTo>
                    <a:pt x="54098" y="408195"/>
                  </a:lnTo>
                  <a:lnTo>
                    <a:pt x="49180" y="408195"/>
                  </a:lnTo>
                  <a:lnTo>
                    <a:pt x="45901" y="409834"/>
                  </a:lnTo>
                  <a:lnTo>
                    <a:pt x="40983" y="411473"/>
                  </a:lnTo>
                  <a:lnTo>
                    <a:pt x="37705" y="413113"/>
                  </a:lnTo>
                  <a:lnTo>
                    <a:pt x="36065" y="416392"/>
                  </a:lnTo>
                  <a:lnTo>
                    <a:pt x="32787" y="416392"/>
                  </a:lnTo>
                  <a:lnTo>
                    <a:pt x="29508" y="419670"/>
                  </a:lnTo>
                  <a:lnTo>
                    <a:pt x="27868" y="424588"/>
                  </a:lnTo>
                  <a:lnTo>
                    <a:pt x="26229" y="427867"/>
                  </a:lnTo>
                  <a:lnTo>
                    <a:pt x="24590" y="427867"/>
                  </a:lnTo>
                  <a:lnTo>
                    <a:pt x="24590" y="427867"/>
                  </a:lnTo>
                  <a:lnTo>
                    <a:pt x="22951" y="427867"/>
                  </a:lnTo>
                  <a:lnTo>
                    <a:pt x="21311" y="422949"/>
                  </a:lnTo>
                  <a:lnTo>
                    <a:pt x="21311" y="419670"/>
                  </a:lnTo>
                  <a:lnTo>
                    <a:pt x="18032" y="419670"/>
                  </a:lnTo>
                  <a:lnTo>
                    <a:pt x="19672" y="416392"/>
                  </a:lnTo>
                  <a:lnTo>
                    <a:pt x="19672" y="411473"/>
                  </a:lnTo>
                  <a:lnTo>
                    <a:pt x="18032" y="416392"/>
                  </a:lnTo>
                  <a:lnTo>
                    <a:pt x="16393" y="419670"/>
                  </a:lnTo>
                  <a:lnTo>
                    <a:pt x="11475" y="421309"/>
                  </a:lnTo>
                  <a:lnTo>
                    <a:pt x="8197" y="418031"/>
                  </a:lnTo>
                  <a:lnTo>
                    <a:pt x="8197" y="413113"/>
                  </a:lnTo>
                  <a:lnTo>
                    <a:pt x="4918" y="411473"/>
                  </a:lnTo>
                  <a:lnTo>
                    <a:pt x="8197" y="409834"/>
                  </a:lnTo>
                  <a:lnTo>
                    <a:pt x="11475" y="406555"/>
                  </a:lnTo>
                  <a:lnTo>
                    <a:pt x="14754" y="409834"/>
                  </a:lnTo>
                  <a:lnTo>
                    <a:pt x="18032" y="409834"/>
                  </a:lnTo>
                  <a:lnTo>
                    <a:pt x="21311" y="408195"/>
                  </a:lnTo>
                  <a:lnTo>
                    <a:pt x="21311" y="406555"/>
                  </a:lnTo>
                  <a:lnTo>
                    <a:pt x="21311" y="406555"/>
                  </a:lnTo>
                  <a:lnTo>
                    <a:pt x="22951" y="404916"/>
                  </a:lnTo>
                  <a:lnTo>
                    <a:pt x="22951" y="401637"/>
                  </a:lnTo>
                  <a:lnTo>
                    <a:pt x="22951" y="396719"/>
                  </a:lnTo>
                  <a:lnTo>
                    <a:pt x="18032" y="398359"/>
                  </a:lnTo>
                  <a:lnTo>
                    <a:pt x="14754" y="403277"/>
                  </a:lnTo>
                  <a:lnTo>
                    <a:pt x="9836" y="404916"/>
                  </a:lnTo>
                  <a:lnTo>
                    <a:pt x="8197" y="404916"/>
                  </a:lnTo>
                  <a:lnTo>
                    <a:pt x="4918" y="401637"/>
                  </a:lnTo>
                  <a:lnTo>
                    <a:pt x="4918" y="401637"/>
                  </a:lnTo>
                  <a:lnTo>
                    <a:pt x="3278" y="396719"/>
                  </a:lnTo>
                  <a:lnTo>
                    <a:pt x="0" y="395080"/>
                  </a:lnTo>
                  <a:lnTo>
                    <a:pt x="3278" y="395080"/>
                  </a:lnTo>
                  <a:lnTo>
                    <a:pt x="6557" y="396719"/>
                  </a:lnTo>
                  <a:lnTo>
                    <a:pt x="8197" y="396719"/>
                  </a:lnTo>
                  <a:lnTo>
                    <a:pt x="11475" y="399998"/>
                  </a:lnTo>
                  <a:lnTo>
                    <a:pt x="11475" y="396719"/>
                  </a:lnTo>
                  <a:lnTo>
                    <a:pt x="11475" y="393441"/>
                  </a:lnTo>
                  <a:lnTo>
                    <a:pt x="14754" y="391802"/>
                  </a:lnTo>
                  <a:lnTo>
                    <a:pt x="11475" y="391802"/>
                  </a:lnTo>
                  <a:lnTo>
                    <a:pt x="9836" y="395080"/>
                  </a:lnTo>
                  <a:lnTo>
                    <a:pt x="4918" y="393441"/>
                  </a:lnTo>
                  <a:lnTo>
                    <a:pt x="3278" y="393441"/>
                  </a:lnTo>
                  <a:lnTo>
                    <a:pt x="1639" y="390162"/>
                  </a:lnTo>
                  <a:lnTo>
                    <a:pt x="4918" y="391802"/>
                  </a:lnTo>
                  <a:lnTo>
                    <a:pt x="4918" y="390162"/>
                  </a:lnTo>
                  <a:lnTo>
                    <a:pt x="6557" y="388523"/>
                  </a:lnTo>
                  <a:lnTo>
                    <a:pt x="6557" y="388523"/>
                  </a:lnTo>
                  <a:lnTo>
                    <a:pt x="3278" y="388523"/>
                  </a:lnTo>
                  <a:lnTo>
                    <a:pt x="3278" y="383605"/>
                  </a:lnTo>
                  <a:lnTo>
                    <a:pt x="6557" y="383605"/>
                  </a:lnTo>
                  <a:lnTo>
                    <a:pt x="11475" y="385244"/>
                  </a:lnTo>
                  <a:lnTo>
                    <a:pt x="14754" y="386883"/>
                  </a:lnTo>
                  <a:lnTo>
                    <a:pt x="18032" y="383605"/>
                  </a:lnTo>
                  <a:lnTo>
                    <a:pt x="22951" y="383605"/>
                  </a:lnTo>
                  <a:lnTo>
                    <a:pt x="26229" y="381965"/>
                  </a:lnTo>
                  <a:lnTo>
                    <a:pt x="29508" y="381965"/>
                  </a:lnTo>
                  <a:lnTo>
                    <a:pt x="34426" y="381965"/>
                  </a:lnTo>
                  <a:lnTo>
                    <a:pt x="34426" y="381965"/>
                  </a:lnTo>
                  <a:lnTo>
                    <a:pt x="39344" y="383605"/>
                  </a:lnTo>
                  <a:lnTo>
                    <a:pt x="44262" y="383605"/>
                  </a:lnTo>
                  <a:lnTo>
                    <a:pt x="47541" y="383605"/>
                  </a:lnTo>
                  <a:lnTo>
                    <a:pt x="50819" y="380326"/>
                  </a:lnTo>
                  <a:lnTo>
                    <a:pt x="55737" y="380326"/>
                  </a:lnTo>
                  <a:lnTo>
                    <a:pt x="59016" y="383605"/>
                  </a:lnTo>
                  <a:lnTo>
                    <a:pt x="62295" y="386883"/>
                  </a:lnTo>
                  <a:lnTo>
                    <a:pt x="59016" y="390162"/>
                  </a:lnTo>
                  <a:lnTo>
                    <a:pt x="62295" y="388523"/>
                  </a:lnTo>
                  <a:lnTo>
                    <a:pt x="65573" y="388523"/>
                  </a:lnTo>
                  <a:lnTo>
                    <a:pt x="63934" y="385244"/>
                  </a:lnTo>
                  <a:lnTo>
                    <a:pt x="67212" y="381965"/>
                  </a:lnTo>
                  <a:lnTo>
                    <a:pt x="70491" y="380326"/>
                  </a:lnTo>
                  <a:lnTo>
                    <a:pt x="73770" y="381965"/>
                  </a:lnTo>
                  <a:lnTo>
                    <a:pt x="77049" y="380326"/>
                  </a:lnTo>
                  <a:lnTo>
                    <a:pt x="81967" y="378687"/>
                  </a:lnTo>
                  <a:lnTo>
                    <a:pt x="77049" y="378687"/>
                  </a:lnTo>
                  <a:lnTo>
                    <a:pt x="73770" y="378687"/>
                  </a:lnTo>
                  <a:lnTo>
                    <a:pt x="73770" y="378687"/>
                  </a:lnTo>
                  <a:lnTo>
                    <a:pt x="72131" y="375408"/>
                  </a:lnTo>
                  <a:lnTo>
                    <a:pt x="77049" y="370490"/>
                  </a:lnTo>
                  <a:lnTo>
                    <a:pt x="80327" y="367211"/>
                  </a:lnTo>
                  <a:lnTo>
                    <a:pt x="77049" y="368851"/>
                  </a:lnTo>
                  <a:lnTo>
                    <a:pt x="72131" y="372129"/>
                  </a:lnTo>
                  <a:lnTo>
                    <a:pt x="72131" y="377047"/>
                  </a:lnTo>
                  <a:lnTo>
                    <a:pt x="73770" y="380326"/>
                  </a:lnTo>
                  <a:lnTo>
                    <a:pt x="70491" y="380326"/>
                  </a:lnTo>
                  <a:lnTo>
                    <a:pt x="65573" y="381965"/>
                  </a:lnTo>
                  <a:lnTo>
                    <a:pt x="62295" y="380326"/>
                  </a:lnTo>
                  <a:lnTo>
                    <a:pt x="65573" y="377047"/>
                  </a:lnTo>
                  <a:lnTo>
                    <a:pt x="65573" y="377047"/>
                  </a:lnTo>
                  <a:lnTo>
                    <a:pt x="62295" y="378687"/>
                  </a:lnTo>
                  <a:lnTo>
                    <a:pt x="59016" y="380326"/>
                  </a:lnTo>
                  <a:lnTo>
                    <a:pt x="55737" y="380326"/>
                  </a:lnTo>
                  <a:lnTo>
                    <a:pt x="50819" y="378687"/>
                  </a:lnTo>
                  <a:lnTo>
                    <a:pt x="50819" y="378687"/>
                  </a:lnTo>
                  <a:lnTo>
                    <a:pt x="50819" y="377047"/>
                  </a:lnTo>
                  <a:lnTo>
                    <a:pt x="52458" y="373769"/>
                  </a:lnTo>
                  <a:lnTo>
                    <a:pt x="49180" y="375408"/>
                  </a:lnTo>
                  <a:lnTo>
                    <a:pt x="47541" y="378687"/>
                  </a:lnTo>
                  <a:lnTo>
                    <a:pt x="47541" y="381965"/>
                  </a:lnTo>
                  <a:lnTo>
                    <a:pt x="44262" y="381965"/>
                  </a:lnTo>
                  <a:lnTo>
                    <a:pt x="40983" y="381965"/>
                  </a:lnTo>
                  <a:lnTo>
                    <a:pt x="36065" y="380326"/>
                  </a:lnTo>
                  <a:lnTo>
                    <a:pt x="32787" y="378687"/>
                  </a:lnTo>
                  <a:lnTo>
                    <a:pt x="29508" y="380326"/>
                  </a:lnTo>
                  <a:lnTo>
                    <a:pt x="24590" y="380326"/>
                  </a:lnTo>
                  <a:lnTo>
                    <a:pt x="21311" y="380326"/>
                  </a:lnTo>
                  <a:lnTo>
                    <a:pt x="18032" y="383605"/>
                  </a:lnTo>
                  <a:lnTo>
                    <a:pt x="14754" y="383605"/>
                  </a:lnTo>
                  <a:lnTo>
                    <a:pt x="13114" y="383605"/>
                  </a:lnTo>
                  <a:lnTo>
                    <a:pt x="8197" y="380326"/>
                  </a:lnTo>
                  <a:lnTo>
                    <a:pt x="4918" y="378687"/>
                  </a:lnTo>
                  <a:lnTo>
                    <a:pt x="8197" y="378687"/>
                  </a:lnTo>
                  <a:lnTo>
                    <a:pt x="4918" y="375408"/>
                  </a:lnTo>
                  <a:lnTo>
                    <a:pt x="8197" y="373769"/>
                  </a:lnTo>
                  <a:lnTo>
                    <a:pt x="11475" y="373769"/>
                  </a:lnTo>
                  <a:lnTo>
                    <a:pt x="14754" y="372129"/>
                  </a:lnTo>
                  <a:lnTo>
                    <a:pt x="19672" y="372129"/>
                  </a:lnTo>
                  <a:lnTo>
                    <a:pt x="14754" y="372129"/>
                  </a:lnTo>
                  <a:lnTo>
                    <a:pt x="11475" y="372129"/>
                  </a:lnTo>
                  <a:lnTo>
                    <a:pt x="8197" y="373769"/>
                  </a:lnTo>
                  <a:lnTo>
                    <a:pt x="4918" y="373769"/>
                  </a:lnTo>
                  <a:lnTo>
                    <a:pt x="6557" y="370490"/>
                  </a:lnTo>
                  <a:lnTo>
                    <a:pt x="1639" y="37049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75" name="Freeform 4174">
              <a:extLst>
                <a:ext uri="{FF2B5EF4-FFF2-40B4-BE49-F238E27FC236}">
                  <a16:creationId xmlns:a16="http://schemas.microsoft.com/office/drawing/2014/main" id="{1C29126E-ACFB-AE4F-8F00-69C3182A84EC}"/>
                </a:ext>
              </a:extLst>
            </p:cNvPr>
            <p:cNvSpPr/>
            <p:nvPr/>
          </p:nvSpPr>
          <p:spPr>
            <a:xfrm>
              <a:off x="5597641" y="1478843"/>
              <a:ext cx="6557" cy="3278"/>
            </a:xfrm>
            <a:custGeom>
              <a:avLst/>
              <a:gdLst>
                <a:gd name="connsiteX0" fmla="*/ 3278 w 6557"/>
                <a:gd name="connsiteY0" fmla="*/ 3279 h 3278"/>
                <a:gd name="connsiteX1" fmla="*/ 0 w 6557"/>
                <a:gd name="connsiteY1" fmla="*/ 1639 h 3278"/>
                <a:gd name="connsiteX2" fmla="*/ 3278 w 6557"/>
                <a:gd name="connsiteY2" fmla="*/ 0 h 3278"/>
                <a:gd name="connsiteX3" fmla="*/ 6557 w 6557"/>
                <a:gd name="connsiteY3" fmla="*/ 3279 h 3278"/>
                <a:gd name="connsiteX4" fmla="*/ 6557 w 6557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3278" y="3279"/>
                  </a:moveTo>
                  <a:lnTo>
                    <a:pt x="0" y="1639"/>
                  </a:lnTo>
                  <a:lnTo>
                    <a:pt x="3278" y="0"/>
                  </a:lnTo>
                  <a:lnTo>
                    <a:pt x="6557" y="3279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76" name="Freeform 4175">
              <a:extLst>
                <a:ext uri="{FF2B5EF4-FFF2-40B4-BE49-F238E27FC236}">
                  <a16:creationId xmlns:a16="http://schemas.microsoft.com/office/drawing/2014/main" id="{16932054-2B25-D842-95FF-2065AB8A93C7}"/>
                </a:ext>
              </a:extLst>
            </p:cNvPr>
            <p:cNvSpPr/>
            <p:nvPr/>
          </p:nvSpPr>
          <p:spPr>
            <a:xfrm>
              <a:off x="5597641" y="1431303"/>
              <a:ext cx="11475" cy="3278"/>
            </a:xfrm>
            <a:custGeom>
              <a:avLst/>
              <a:gdLst>
                <a:gd name="connsiteX0" fmla="*/ 8197 w 11475"/>
                <a:gd name="connsiteY0" fmla="*/ 1639 h 3278"/>
                <a:gd name="connsiteX1" fmla="*/ 11475 w 11475"/>
                <a:gd name="connsiteY1" fmla="*/ 3279 h 3278"/>
                <a:gd name="connsiteX2" fmla="*/ 8197 w 11475"/>
                <a:gd name="connsiteY2" fmla="*/ 3279 h 3278"/>
                <a:gd name="connsiteX3" fmla="*/ 3278 w 11475"/>
                <a:gd name="connsiteY3" fmla="*/ 3279 h 3278"/>
                <a:gd name="connsiteX4" fmla="*/ 0 w 11475"/>
                <a:gd name="connsiteY4" fmla="*/ 1639 h 3278"/>
                <a:gd name="connsiteX5" fmla="*/ 3278 w 11475"/>
                <a:gd name="connsiteY5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3278">
                  <a:moveTo>
                    <a:pt x="8197" y="1639"/>
                  </a:moveTo>
                  <a:lnTo>
                    <a:pt x="11475" y="3279"/>
                  </a:lnTo>
                  <a:lnTo>
                    <a:pt x="8197" y="3279"/>
                  </a:lnTo>
                  <a:lnTo>
                    <a:pt x="3278" y="3279"/>
                  </a:lnTo>
                  <a:lnTo>
                    <a:pt x="0" y="1639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77" name="Freeform 4176">
              <a:extLst>
                <a:ext uri="{FF2B5EF4-FFF2-40B4-BE49-F238E27FC236}">
                  <a16:creationId xmlns:a16="http://schemas.microsoft.com/office/drawing/2014/main" id="{AE693DC3-093D-DD43-A465-14282062460F}"/>
                </a:ext>
              </a:extLst>
            </p:cNvPr>
            <p:cNvSpPr/>
            <p:nvPr/>
          </p:nvSpPr>
          <p:spPr>
            <a:xfrm>
              <a:off x="5610756" y="1480483"/>
              <a:ext cx="11475" cy="9835"/>
            </a:xfrm>
            <a:custGeom>
              <a:avLst/>
              <a:gdLst>
                <a:gd name="connsiteX0" fmla="*/ 6557 w 11475"/>
                <a:gd name="connsiteY0" fmla="*/ 9836 h 9835"/>
                <a:gd name="connsiteX1" fmla="*/ 3279 w 11475"/>
                <a:gd name="connsiteY1" fmla="*/ 8197 h 9835"/>
                <a:gd name="connsiteX2" fmla="*/ 0 w 11475"/>
                <a:gd name="connsiteY2" fmla="*/ 4918 h 9835"/>
                <a:gd name="connsiteX3" fmla="*/ 3279 w 11475"/>
                <a:gd name="connsiteY3" fmla="*/ 3279 h 9835"/>
                <a:gd name="connsiteX4" fmla="*/ 6557 w 11475"/>
                <a:gd name="connsiteY4" fmla="*/ 1639 h 9835"/>
                <a:gd name="connsiteX5" fmla="*/ 9836 w 11475"/>
                <a:gd name="connsiteY5" fmla="*/ 0 h 9835"/>
                <a:gd name="connsiteX6" fmla="*/ 11476 w 11475"/>
                <a:gd name="connsiteY6" fmla="*/ 3279 h 9835"/>
                <a:gd name="connsiteX7" fmla="*/ 9836 w 11475"/>
                <a:gd name="connsiteY7" fmla="*/ 6557 h 9835"/>
                <a:gd name="connsiteX8" fmla="*/ 9836 w 11475"/>
                <a:gd name="connsiteY8" fmla="*/ 6557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75" h="9835">
                  <a:moveTo>
                    <a:pt x="6557" y="9836"/>
                  </a:moveTo>
                  <a:lnTo>
                    <a:pt x="3279" y="8197"/>
                  </a:lnTo>
                  <a:lnTo>
                    <a:pt x="0" y="4918"/>
                  </a:lnTo>
                  <a:lnTo>
                    <a:pt x="3279" y="3279"/>
                  </a:lnTo>
                  <a:lnTo>
                    <a:pt x="6557" y="1639"/>
                  </a:lnTo>
                  <a:lnTo>
                    <a:pt x="9836" y="0"/>
                  </a:lnTo>
                  <a:lnTo>
                    <a:pt x="11476" y="3279"/>
                  </a:lnTo>
                  <a:lnTo>
                    <a:pt x="9836" y="6557"/>
                  </a:lnTo>
                  <a:lnTo>
                    <a:pt x="9836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78" name="Freeform 4177">
              <a:extLst>
                <a:ext uri="{FF2B5EF4-FFF2-40B4-BE49-F238E27FC236}">
                  <a16:creationId xmlns:a16="http://schemas.microsoft.com/office/drawing/2014/main" id="{56A03BEF-683A-9C47-9224-B14F0F8E4AEB}"/>
                </a:ext>
              </a:extLst>
            </p:cNvPr>
            <p:cNvSpPr/>
            <p:nvPr/>
          </p:nvSpPr>
          <p:spPr>
            <a:xfrm>
              <a:off x="5635346" y="1524745"/>
              <a:ext cx="9836" cy="4918"/>
            </a:xfrm>
            <a:custGeom>
              <a:avLst/>
              <a:gdLst>
                <a:gd name="connsiteX0" fmla="*/ 0 w 9836"/>
                <a:gd name="connsiteY0" fmla="*/ 4918 h 4918"/>
                <a:gd name="connsiteX1" fmla="*/ 0 w 9836"/>
                <a:gd name="connsiteY1" fmla="*/ 3279 h 4918"/>
                <a:gd name="connsiteX2" fmla="*/ 3279 w 9836"/>
                <a:gd name="connsiteY2" fmla="*/ 0 h 4918"/>
                <a:gd name="connsiteX3" fmla="*/ 6557 w 9836"/>
                <a:gd name="connsiteY3" fmla="*/ 1639 h 4918"/>
                <a:gd name="connsiteX4" fmla="*/ 9836 w 9836"/>
                <a:gd name="connsiteY4" fmla="*/ 0 h 4918"/>
                <a:gd name="connsiteX5" fmla="*/ 6557 w 9836"/>
                <a:gd name="connsiteY5" fmla="*/ 1639 h 4918"/>
                <a:gd name="connsiteX6" fmla="*/ 3279 w 9836"/>
                <a:gd name="connsiteY6" fmla="*/ 3279 h 4918"/>
                <a:gd name="connsiteX7" fmla="*/ 1639 w 9836"/>
                <a:gd name="connsiteY7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6" h="4918">
                  <a:moveTo>
                    <a:pt x="0" y="4918"/>
                  </a:moveTo>
                  <a:lnTo>
                    <a:pt x="0" y="3279"/>
                  </a:lnTo>
                  <a:lnTo>
                    <a:pt x="3279" y="0"/>
                  </a:lnTo>
                  <a:lnTo>
                    <a:pt x="6557" y="1639"/>
                  </a:lnTo>
                  <a:lnTo>
                    <a:pt x="9836" y="0"/>
                  </a:lnTo>
                  <a:lnTo>
                    <a:pt x="6557" y="1639"/>
                  </a:lnTo>
                  <a:lnTo>
                    <a:pt x="3279" y="3279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79" name="Freeform 4178">
              <a:extLst>
                <a:ext uri="{FF2B5EF4-FFF2-40B4-BE49-F238E27FC236}">
                  <a16:creationId xmlns:a16="http://schemas.microsoft.com/office/drawing/2014/main" id="{17835179-4132-2842-8679-F25E838A6B60}"/>
                </a:ext>
              </a:extLst>
            </p:cNvPr>
            <p:cNvSpPr/>
            <p:nvPr/>
          </p:nvSpPr>
          <p:spPr>
            <a:xfrm>
              <a:off x="5684526" y="1382123"/>
              <a:ext cx="3278" cy="1639"/>
            </a:xfrm>
            <a:custGeom>
              <a:avLst/>
              <a:gdLst>
                <a:gd name="connsiteX0" fmla="*/ 0 w 3278"/>
                <a:gd name="connsiteY0" fmla="*/ 1639 h 1639"/>
                <a:gd name="connsiteX1" fmla="*/ 0 w 3278"/>
                <a:gd name="connsiteY1" fmla="*/ 0 h 1639"/>
                <a:gd name="connsiteX2" fmla="*/ 3279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1639"/>
                  </a:move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80" name="Freeform 4179">
              <a:extLst>
                <a:ext uri="{FF2B5EF4-FFF2-40B4-BE49-F238E27FC236}">
                  <a16:creationId xmlns:a16="http://schemas.microsoft.com/office/drawing/2014/main" id="{DF1E1D32-8AD8-9D40-933B-9E0524A405E3}"/>
                </a:ext>
              </a:extLst>
            </p:cNvPr>
            <p:cNvSpPr/>
            <p:nvPr/>
          </p:nvSpPr>
          <p:spPr>
            <a:xfrm>
              <a:off x="5686165" y="1383762"/>
              <a:ext cx="1639" cy="3278"/>
            </a:xfrm>
            <a:custGeom>
              <a:avLst/>
              <a:gdLst>
                <a:gd name="connsiteX0" fmla="*/ 0 w 1639"/>
                <a:gd name="connsiteY0" fmla="*/ 3279 h 3278"/>
                <a:gd name="connsiteX1" fmla="*/ 1639 w 1639"/>
                <a:gd name="connsiteY1" fmla="*/ 0 h 3278"/>
                <a:gd name="connsiteX2" fmla="*/ 1639 w 1639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0" y="3279"/>
                  </a:moveTo>
                  <a:lnTo>
                    <a:pt x="1639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81" name="Freeform 4180">
              <a:extLst>
                <a:ext uri="{FF2B5EF4-FFF2-40B4-BE49-F238E27FC236}">
                  <a16:creationId xmlns:a16="http://schemas.microsoft.com/office/drawing/2014/main" id="{0ACDEBE3-87DA-C743-9F5A-CF1BCCEDE349}"/>
                </a:ext>
              </a:extLst>
            </p:cNvPr>
            <p:cNvSpPr/>
            <p:nvPr/>
          </p:nvSpPr>
          <p:spPr>
            <a:xfrm>
              <a:off x="5809116" y="1309992"/>
              <a:ext cx="16393" cy="3278"/>
            </a:xfrm>
            <a:custGeom>
              <a:avLst/>
              <a:gdLst>
                <a:gd name="connsiteX0" fmla="*/ 0 w 16393"/>
                <a:gd name="connsiteY0" fmla="*/ 3279 h 3278"/>
                <a:gd name="connsiteX1" fmla="*/ 3279 w 16393"/>
                <a:gd name="connsiteY1" fmla="*/ 0 h 3278"/>
                <a:gd name="connsiteX2" fmla="*/ 8197 w 16393"/>
                <a:gd name="connsiteY2" fmla="*/ 0 h 3278"/>
                <a:gd name="connsiteX3" fmla="*/ 8197 w 16393"/>
                <a:gd name="connsiteY3" fmla="*/ 1639 h 3278"/>
                <a:gd name="connsiteX4" fmla="*/ 13114 w 16393"/>
                <a:gd name="connsiteY4" fmla="*/ 1639 h 3278"/>
                <a:gd name="connsiteX5" fmla="*/ 16393 w 16393"/>
                <a:gd name="connsiteY5" fmla="*/ 3279 h 3278"/>
                <a:gd name="connsiteX6" fmla="*/ 13114 w 16393"/>
                <a:gd name="connsiteY6" fmla="*/ 1639 h 3278"/>
                <a:gd name="connsiteX7" fmla="*/ 8197 w 16393"/>
                <a:gd name="connsiteY7" fmla="*/ 1639 h 3278"/>
                <a:gd name="connsiteX8" fmla="*/ 8197 w 16393"/>
                <a:gd name="connsiteY8" fmla="*/ 1639 h 3278"/>
                <a:gd name="connsiteX9" fmla="*/ 4918 w 16393"/>
                <a:gd name="connsiteY9" fmla="*/ 1639 h 3278"/>
                <a:gd name="connsiteX10" fmla="*/ 0 w 16393"/>
                <a:gd name="connsiteY10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93" h="3278">
                  <a:moveTo>
                    <a:pt x="0" y="3279"/>
                  </a:moveTo>
                  <a:lnTo>
                    <a:pt x="3279" y="0"/>
                  </a:lnTo>
                  <a:lnTo>
                    <a:pt x="8197" y="0"/>
                  </a:lnTo>
                  <a:lnTo>
                    <a:pt x="8197" y="1639"/>
                  </a:lnTo>
                  <a:lnTo>
                    <a:pt x="13114" y="1639"/>
                  </a:lnTo>
                  <a:lnTo>
                    <a:pt x="16393" y="3279"/>
                  </a:lnTo>
                  <a:lnTo>
                    <a:pt x="13114" y="1639"/>
                  </a:lnTo>
                  <a:lnTo>
                    <a:pt x="8197" y="1639"/>
                  </a:lnTo>
                  <a:lnTo>
                    <a:pt x="8197" y="1639"/>
                  </a:lnTo>
                  <a:lnTo>
                    <a:pt x="4918" y="1639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82" name="Freeform 4181">
              <a:extLst>
                <a:ext uri="{FF2B5EF4-FFF2-40B4-BE49-F238E27FC236}">
                  <a16:creationId xmlns:a16="http://schemas.microsoft.com/office/drawing/2014/main" id="{2908FDC0-3980-1C47-8FC8-1FD6C113E792}"/>
                </a:ext>
              </a:extLst>
            </p:cNvPr>
            <p:cNvSpPr/>
            <p:nvPr/>
          </p:nvSpPr>
          <p:spPr>
            <a:xfrm>
              <a:off x="5868132" y="2059169"/>
              <a:ext cx="109835" cy="62294"/>
            </a:xfrm>
            <a:custGeom>
              <a:avLst/>
              <a:gdLst>
                <a:gd name="connsiteX0" fmla="*/ 3278 w 109835"/>
                <a:gd name="connsiteY0" fmla="*/ 34426 h 62294"/>
                <a:gd name="connsiteX1" fmla="*/ 6557 w 109835"/>
                <a:gd name="connsiteY1" fmla="*/ 32787 h 62294"/>
                <a:gd name="connsiteX2" fmla="*/ 9836 w 109835"/>
                <a:gd name="connsiteY2" fmla="*/ 29508 h 62294"/>
                <a:gd name="connsiteX3" fmla="*/ 8197 w 109835"/>
                <a:gd name="connsiteY3" fmla="*/ 29508 h 62294"/>
                <a:gd name="connsiteX4" fmla="*/ 4918 w 109835"/>
                <a:gd name="connsiteY4" fmla="*/ 27869 h 62294"/>
                <a:gd name="connsiteX5" fmla="*/ 0 w 109835"/>
                <a:gd name="connsiteY5" fmla="*/ 24590 h 62294"/>
                <a:gd name="connsiteX6" fmla="*/ 3278 w 109835"/>
                <a:gd name="connsiteY6" fmla="*/ 21311 h 62294"/>
                <a:gd name="connsiteX7" fmla="*/ 6557 w 109835"/>
                <a:gd name="connsiteY7" fmla="*/ 18033 h 62294"/>
                <a:gd name="connsiteX8" fmla="*/ 9836 w 109835"/>
                <a:gd name="connsiteY8" fmla="*/ 18033 h 62294"/>
                <a:gd name="connsiteX9" fmla="*/ 11475 w 109835"/>
                <a:gd name="connsiteY9" fmla="*/ 16393 h 62294"/>
                <a:gd name="connsiteX10" fmla="*/ 11475 w 109835"/>
                <a:gd name="connsiteY10" fmla="*/ 14754 h 62294"/>
                <a:gd name="connsiteX11" fmla="*/ 13114 w 109835"/>
                <a:gd name="connsiteY11" fmla="*/ 14754 h 62294"/>
                <a:gd name="connsiteX12" fmla="*/ 18033 w 109835"/>
                <a:gd name="connsiteY12" fmla="*/ 14754 h 62294"/>
                <a:gd name="connsiteX13" fmla="*/ 21311 w 109835"/>
                <a:gd name="connsiteY13" fmla="*/ 16393 h 62294"/>
                <a:gd name="connsiteX14" fmla="*/ 21311 w 109835"/>
                <a:gd name="connsiteY14" fmla="*/ 16393 h 62294"/>
                <a:gd name="connsiteX15" fmla="*/ 26229 w 109835"/>
                <a:gd name="connsiteY15" fmla="*/ 16393 h 62294"/>
                <a:gd name="connsiteX16" fmla="*/ 29508 w 109835"/>
                <a:gd name="connsiteY16" fmla="*/ 18033 h 62294"/>
                <a:gd name="connsiteX17" fmla="*/ 29508 w 109835"/>
                <a:gd name="connsiteY17" fmla="*/ 18033 h 62294"/>
                <a:gd name="connsiteX18" fmla="*/ 32787 w 109835"/>
                <a:gd name="connsiteY18" fmla="*/ 18033 h 62294"/>
                <a:gd name="connsiteX19" fmla="*/ 36065 w 109835"/>
                <a:gd name="connsiteY19" fmla="*/ 19672 h 62294"/>
                <a:gd name="connsiteX20" fmla="*/ 40983 w 109835"/>
                <a:gd name="connsiteY20" fmla="*/ 19672 h 62294"/>
                <a:gd name="connsiteX21" fmla="*/ 44262 w 109835"/>
                <a:gd name="connsiteY21" fmla="*/ 18033 h 62294"/>
                <a:gd name="connsiteX22" fmla="*/ 45901 w 109835"/>
                <a:gd name="connsiteY22" fmla="*/ 16393 h 62294"/>
                <a:gd name="connsiteX23" fmla="*/ 49180 w 109835"/>
                <a:gd name="connsiteY23" fmla="*/ 13114 h 62294"/>
                <a:gd name="connsiteX24" fmla="*/ 52458 w 109835"/>
                <a:gd name="connsiteY24" fmla="*/ 9836 h 62294"/>
                <a:gd name="connsiteX25" fmla="*/ 54098 w 109835"/>
                <a:gd name="connsiteY25" fmla="*/ 9836 h 62294"/>
                <a:gd name="connsiteX26" fmla="*/ 54098 w 109835"/>
                <a:gd name="connsiteY26" fmla="*/ 11475 h 62294"/>
                <a:gd name="connsiteX27" fmla="*/ 54098 w 109835"/>
                <a:gd name="connsiteY27" fmla="*/ 9836 h 62294"/>
                <a:gd name="connsiteX28" fmla="*/ 54098 w 109835"/>
                <a:gd name="connsiteY28" fmla="*/ 9836 h 62294"/>
                <a:gd name="connsiteX29" fmla="*/ 57377 w 109835"/>
                <a:gd name="connsiteY29" fmla="*/ 9836 h 62294"/>
                <a:gd name="connsiteX30" fmla="*/ 59016 w 109835"/>
                <a:gd name="connsiteY30" fmla="*/ 9836 h 62294"/>
                <a:gd name="connsiteX31" fmla="*/ 60655 w 109835"/>
                <a:gd name="connsiteY31" fmla="*/ 9836 h 62294"/>
                <a:gd name="connsiteX32" fmla="*/ 63934 w 109835"/>
                <a:gd name="connsiteY32" fmla="*/ 9836 h 62294"/>
                <a:gd name="connsiteX33" fmla="*/ 68852 w 109835"/>
                <a:gd name="connsiteY33" fmla="*/ 9836 h 62294"/>
                <a:gd name="connsiteX34" fmla="*/ 70491 w 109835"/>
                <a:gd name="connsiteY34" fmla="*/ 9836 h 62294"/>
                <a:gd name="connsiteX35" fmla="*/ 73770 w 109835"/>
                <a:gd name="connsiteY35" fmla="*/ 9836 h 62294"/>
                <a:gd name="connsiteX36" fmla="*/ 77049 w 109835"/>
                <a:gd name="connsiteY36" fmla="*/ 8197 h 62294"/>
                <a:gd name="connsiteX37" fmla="*/ 77049 w 109835"/>
                <a:gd name="connsiteY37" fmla="*/ 6557 h 62294"/>
                <a:gd name="connsiteX38" fmla="*/ 80327 w 109835"/>
                <a:gd name="connsiteY38" fmla="*/ 6557 h 62294"/>
                <a:gd name="connsiteX39" fmla="*/ 85245 w 109835"/>
                <a:gd name="connsiteY39" fmla="*/ 6557 h 62294"/>
                <a:gd name="connsiteX40" fmla="*/ 88524 w 109835"/>
                <a:gd name="connsiteY40" fmla="*/ 8197 h 62294"/>
                <a:gd name="connsiteX41" fmla="*/ 90164 w 109835"/>
                <a:gd name="connsiteY41" fmla="*/ 8197 h 62294"/>
                <a:gd name="connsiteX42" fmla="*/ 90164 w 109835"/>
                <a:gd name="connsiteY42" fmla="*/ 8197 h 62294"/>
                <a:gd name="connsiteX43" fmla="*/ 88524 w 109835"/>
                <a:gd name="connsiteY43" fmla="*/ 4918 h 62294"/>
                <a:gd name="connsiteX44" fmla="*/ 90164 w 109835"/>
                <a:gd name="connsiteY44" fmla="*/ 1639 h 62294"/>
                <a:gd name="connsiteX45" fmla="*/ 93442 w 109835"/>
                <a:gd name="connsiteY45" fmla="*/ 0 h 62294"/>
                <a:gd name="connsiteX46" fmla="*/ 93442 w 109835"/>
                <a:gd name="connsiteY46" fmla="*/ 0 h 62294"/>
                <a:gd name="connsiteX47" fmla="*/ 96721 w 109835"/>
                <a:gd name="connsiteY47" fmla="*/ 0 h 62294"/>
                <a:gd name="connsiteX48" fmla="*/ 100000 w 109835"/>
                <a:gd name="connsiteY48" fmla="*/ 1639 h 62294"/>
                <a:gd name="connsiteX49" fmla="*/ 101639 w 109835"/>
                <a:gd name="connsiteY49" fmla="*/ 6557 h 62294"/>
                <a:gd name="connsiteX50" fmla="*/ 101639 w 109835"/>
                <a:gd name="connsiteY50" fmla="*/ 6557 h 62294"/>
                <a:gd name="connsiteX51" fmla="*/ 103278 w 109835"/>
                <a:gd name="connsiteY51" fmla="*/ 9836 h 62294"/>
                <a:gd name="connsiteX52" fmla="*/ 106557 w 109835"/>
                <a:gd name="connsiteY52" fmla="*/ 13114 h 62294"/>
                <a:gd name="connsiteX53" fmla="*/ 109835 w 109835"/>
                <a:gd name="connsiteY53" fmla="*/ 16393 h 62294"/>
                <a:gd name="connsiteX54" fmla="*/ 108196 w 109835"/>
                <a:gd name="connsiteY54" fmla="*/ 16393 h 62294"/>
                <a:gd name="connsiteX55" fmla="*/ 104917 w 109835"/>
                <a:gd name="connsiteY55" fmla="*/ 14754 h 62294"/>
                <a:gd name="connsiteX56" fmla="*/ 103278 w 109835"/>
                <a:gd name="connsiteY56" fmla="*/ 13114 h 62294"/>
                <a:gd name="connsiteX57" fmla="*/ 100000 w 109835"/>
                <a:gd name="connsiteY57" fmla="*/ 14754 h 62294"/>
                <a:gd name="connsiteX58" fmla="*/ 98360 w 109835"/>
                <a:gd name="connsiteY58" fmla="*/ 16393 h 62294"/>
                <a:gd name="connsiteX59" fmla="*/ 100000 w 109835"/>
                <a:gd name="connsiteY59" fmla="*/ 19672 h 62294"/>
                <a:gd name="connsiteX60" fmla="*/ 100000 w 109835"/>
                <a:gd name="connsiteY60" fmla="*/ 21311 h 62294"/>
                <a:gd name="connsiteX61" fmla="*/ 96721 w 109835"/>
                <a:gd name="connsiteY61" fmla="*/ 21311 h 62294"/>
                <a:gd name="connsiteX62" fmla="*/ 95081 w 109835"/>
                <a:gd name="connsiteY62" fmla="*/ 19672 h 62294"/>
                <a:gd name="connsiteX63" fmla="*/ 91803 w 109835"/>
                <a:gd name="connsiteY63" fmla="*/ 19672 h 62294"/>
                <a:gd name="connsiteX64" fmla="*/ 91803 w 109835"/>
                <a:gd name="connsiteY64" fmla="*/ 22951 h 62294"/>
                <a:gd name="connsiteX65" fmla="*/ 86885 w 109835"/>
                <a:gd name="connsiteY65" fmla="*/ 24590 h 62294"/>
                <a:gd name="connsiteX66" fmla="*/ 85245 w 109835"/>
                <a:gd name="connsiteY66" fmla="*/ 26229 h 62294"/>
                <a:gd name="connsiteX67" fmla="*/ 85245 w 109835"/>
                <a:gd name="connsiteY67" fmla="*/ 26229 h 62294"/>
                <a:gd name="connsiteX68" fmla="*/ 83606 w 109835"/>
                <a:gd name="connsiteY68" fmla="*/ 26229 h 62294"/>
                <a:gd name="connsiteX69" fmla="*/ 81967 w 109835"/>
                <a:gd name="connsiteY69" fmla="*/ 27869 h 62294"/>
                <a:gd name="connsiteX70" fmla="*/ 78688 w 109835"/>
                <a:gd name="connsiteY70" fmla="*/ 27869 h 62294"/>
                <a:gd name="connsiteX71" fmla="*/ 77049 w 109835"/>
                <a:gd name="connsiteY71" fmla="*/ 31147 h 62294"/>
                <a:gd name="connsiteX72" fmla="*/ 78688 w 109835"/>
                <a:gd name="connsiteY72" fmla="*/ 34426 h 62294"/>
                <a:gd name="connsiteX73" fmla="*/ 80327 w 109835"/>
                <a:gd name="connsiteY73" fmla="*/ 36065 h 62294"/>
                <a:gd name="connsiteX74" fmla="*/ 80327 w 109835"/>
                <a:gd name="connsiteY74" fmla="*/ 39344 h 62294"/>
                <a:gd name="connsiteX75" fmla="*/ 78688 w 109835"/>
                <a:gd name="connsiteY75" fmla="*/ 40983 h 62294"/>
                <a:gd name="connsiteX76" fmla="*/ 80327 w 109835"/>
                <a:gd name="connsiteY76" fmla="*/ 42623 h 62294"/>
                <a:gd name="connsiteX77" fmla="*/ 80327 w 109835"/>
                <a:gd name="connsiteY77" fmla="*/ 42623 h 62294"/>
                <a:gd name="connsiteX78" fmla="*/ 80327 w 109835"/>
                <a:gd name="connsiteY78" fmla="*/ 44262 h 62294"/>
                <a:gd name="connsiteX79" fmla="*/ 75410 w 109835"/>
                <a:gd name="connsiteY79" fmla="*/ 44262 h 62294"/>
                <a:gd name="connsiteX80" fmla="*/ 73770 w 109835"/>
                <a:gd name="connsiteY80" fmla="*/ 44262 h 62294"/>
                <a:gd name="connsiteX81" fmla="*/ 72131 w 109835"/>
                <a:gd name="connsiteY81" fmla="*/ 45901 h 62294"/>
                <a:gd name="connsiteX82" fmla="*/ 70491 w 109835"/>
                <a:gd name="connsiteY82" fmla="*/ 47541 h 62294"/>
                <a:gd name="connsiteX83" fmla="*/ 67213 w 109835"/>
                <a:gd name="connsiteY83" fmla="*/ 47541 h 62294"/>
                <a:gd name="connsiteX84" fmla="*/ 63934 w 109835"/>
                <a:gd name="connsiteY84" fmla="*/ 49180 h 62294"/>
                <a:gd name="connsiteX85" fmla="*/ 63934 w 109835"/>
                <a:gd name="connsiteY85" fmla="*/ 50819 h 62294"/>
                <a:gd name="connsiteX86" fmla="*/ 65573 w 109835"/>
                <a:gd name="connsiteY86" fmla="*/ 50819 h 62294"/>
                <a:gd name="connsiteX87" fmla="*/ 68852 w 109835"/>
                <a:gd name="connsiteY87" fmla="*/ 52459 h 62294"/>
                <a:gd name="connsiteX88" fmla="*/ 68852 w 109835"/>
                <a:gd name="connsiteY88" fmla="*/ 52459 h 62294"/>
                <a:gd name="connsiteX89" fmla="*/ 68852 w 109835"/>
                <a:gd name="connsiteY89" fmla="*/ 52459 h 62294"/>
                <a:gd name="connsiteX90" fmla="*/ 67213 w 109835"/>
                <a:gd name="connsiteY90" fmla="*/ 52459 h 62294"/>
                <a:gd name="connsiteX91" fmla="*/ 67213 w 109835"/>
                <a:gd name="connsiteY91" fmla="*/ 55737 h 62294"/>
                <a:gd name="connsiteX92" fmla="*/ 67213 w 109835"/>
                <a:gd name="connsiteY92" fmla="*/ 57377 h 62294"/>
                <a:gd name="connsiteX93" fmla="*/ 67213 w 109835"/>
                <a:gd name="connsiteY93" fmla="*/ 59016 h 62294"/>
                <a:gd name="connsiteX94" fmla="*/ 63934 w 109835"/>
                <a:gd name="connsiteY94" fmla="*/ 62295 h 62294"/>
                <a:gd name="connsiteX95" fmla="*/ 63934 w 109835"/>
                <a:gd name="connsiteY95" fmla="*/ 62295 h 62294"/>
                <a:gd name="connsiteX96" fmla="*/ 59016 w 109835"/>
                <a:gd name="connsiteY96" fmla="*/ 60655 h 62294"/>
                <a:gd name="connsiteX97" fmla="*/ 57377 w 109835"/>
                <a:gd name="connsiteY97" fmla="*/ 59016 h 62294"/>
                <a:gd name="connsiteX98" fmla="*/ 57377 w 109835"/>
                <a:gd name="connsiteY98" fmla="*/ 59016 h 62294"/>
                <a:gd name="connsiteX99" fmla="*/ 55737 w 109835"/>
                <a:gd name="connsiteY99" fmla="*/ 59016 h 62294"/>
                <a:gd name="connsiteX100" fmla="*/ 52458 w 109835"/>
                <a:gd name="connsiteY100" fmla="*/ 59016 h 62294"/>
                <a:gd name="connsiteX101" fmla="*/ 49180 w 109835"/>
                <a:gd name="connsiteY101" fmla="*/ 59016 h 62294"/>
                <a:gd name="connsiteX102" fmla="*/ 45901 w 109835"/>
                <a:gd name="connsiteY102" fmla="*/ 57377 h 62294"/>
                <a:gd name="connsiteX103" fmla="*/ 42623 w 109835"/>
                <a:gd name="connsiteY103" fmla="*/ 54098 h 62294"/>
                <a:gd name="connsiteX104" fmla="*/ 42623 w 109835"/>
                <a:gd name="connsiteY104" fmla="*/ 52459 h 62294"/>
                <a:gd name="connsiteX105" fmla="*/ 40983 w 109835"/>
                <a:gd name="connsiteY105" fmla="*/ 52459 h 62294"/>
                <a:gd name="connsiteX106" fmla="*/ 40983 w 109835"/>
                <a:gd name="connsiteY106" fmla="*/ 52459 h 62294"/>
                <a:gd name="connsiteX107" fmla="*/ 39344 w 109835"/>
                <a:gd name="connsiteY107" fmla="*/ 55737 h 62294"/>
                <a:gd name="connsiteX108" fmla="*/ 37705 w 109835"/>
                <a:gd name="connsiteY108" fmla="*/ 57377 h 62294"/>
                <a:gd name="connsiteX109" fmla="*/ 34426 w 109835"/>
                <a:gd name="connsiteY109" fmla="*/ 59016 h 62294"/>
                <a:gd name="connsiteX110" fmla="*/ 32787 w 109835"/>
                <a:gd name="connsiteY110" fmla="*/ 59016 h 62294"/>
                <a:gd name="connsiteX111" fmla="*/ 31147 w 109835"/>
                <a:gd name="connsiteY111" fmla="*/ 59016 h 62294"/>
                <a:gd name="connsiteX112" fmla="*/ 31147 w 109835"/>
                <a:gd name="connsiteY112" fmla="*/ 59016 h 62294"/>
                <a:gd name="connsiteX113" fmla="*/ 29508 w 109835"/>
                <a:gd name="connsiteY113" fmla="*/ 59016 h 62294"/>
                <a:gd name="connsiteX114" fmla="*/ 26229 w 109835"/>
                <a:gd name="connsiteY114" fmla="*/ 59016 h 62294"/>
                <a:gd name="connsiteX115" fmla="*/ 26229 w 109835"/>
                <a:gd name="connsiteY115" fmla="*/ 59016 h 62294"/>
                <a:gd name="connsiteX116" fmla="*/ 22951 w 109835"/>
                <a:gd name="connsiteY116" fmla="*/ 57377 h 62294"/>
                <a:gd name="connsiteX117" fmla="*/ 21311 w 109835"/>
                <a:gd name="connsiteY117" fmla="*/ 60655 h 62294"/>
                <a:gd name="connsiteX118" fmla="*/ 19672 w 109835"/>
                <a:gd name="connsiteY118" fmla="*/ 60655 h 62294"/>
                <a:gd name="connsiteX119" fmla="*/ 16393 w 109835"/>
                <a:gd name="connsiteY119" fmla="*/ 62295 h 62294"/>
                <a:gd name="connsiteX120" fmla="*/ 13114 w 109835"/>
                <a:gd name="connsiteY120" fmla="*/ 60655 h 62294"/>
                <a:gd name="connsiteX121" fmla="*/ 11475 w 109835"/>
                <a:gd name="connsiteY121" fmla="*/ 60655 h 62294"/>
                <a:gd name="connsiteX122" fmla="*/ 8197 w 109835"/>
                <a:gd name="connsiteY122" fmla="*/ 60655 h 62294"/>
                <a:gd name="connsiteX123" fmla="*/ 8197 w 109835"/>
                <a:gd name="connsiteY123" fmla="*/ 59016 h 62294"/>
                <a:gd name="connsiteX124" fmla="*/ 9836 w 109835"/>
                <a:gd name="connsiteY124" fmla="*/ 57377 h 62294"/>
                <a:gd name="connsiteX125" fmla="*/ 11475 w 109835"/>
                <a:gd name="connsiteY125" fmla="*/ 57377 h 62294"/>
                <a:gd name="connsiteX126" fmla="*/ 11475 w 109835"/>
                <a:gd name="connsiteY126" fmla="*/ 54098 h 62294"/>
                <a:gd name="connsiteX127" fmla="*/ 14754 w 109835"/>
                <a:gd name="connsiteY127" fmla="*/ 55737 h 62294"/>
                <a:gd name="connsiteX128" fmla="*/ 18033 w 109835"/>
                <a:gd name="connsiteY128" fmla="*/ 54098 h 62294"/>
                <a:gd name="connsiteX129" fmla="*/ 18033 w 109835"/>
                <a:gd name="connsiteY129" fmla="*/ 54098 h 62294"/>
                <a:gd name="connsiteX130" fmla="*/ 16393 w 109835"/>
                <a:gd name="connsiteY130" fmla="*/ 50819 h 62294"/>
                <a:gd name="connsiteX131" fmla="*/ 16393 w 109835"/>
                <a:gd name="connsiteY131" fmla="*/ 49180 h 62294"/>
                <a:gd name="connsiteX132" fmla="*/ 16393 w 109835"/>
                <a:gd name="connsiteY132" fmla="*/ 49180 h 62294"/>
                <a:gd name="connsiteX133" fmla="*/ 14754 w 109835"/>
                <a:gd name="connsiteY133" fmla="*/ 49180 h 62294"/>
                <a:gd name="connsiteX134" fmla="*/ 11475 w 109835"/>
                <a:gd name="connsiteY134" fmla="*/ 47541 h 62294"/>
                <a:gd name="connsiteX135" fmla="*/ 8197 w 109835"/>
                <a:gd name="connsiteY135" fmla="*/ 45901 h 62294"/>
                <a:gd name="connsiteX136" fmla="*/ 8197 w 109835"/>
                <a:gd name="connsiteY136" fmla="*/ 44262 h 62294"/>
                <a:gd name="connsiteX137" fmla="*/ 6557 w 109835"/>
                <a:gd name="connsiteY137" fmla="*/ 44262 h 62294"/>
                <a:gd name="connsiteX138" fmla="*/ 8197 w 109835"/>
                <a:gd name="connsiteY138" fmla="*/ 40983 h 62294"/>
                <a:gd name="connsiteX139" fmla="*/ 8197 w 109835"/>
                <a:gd name="connsiteY139" fmla="*/ 39344 h 62294"/>
                <a:gd name="connsiteX140" fmla="*/ 4918 w 109835"/>
                <a:gd name="connsiteY140" fmla="*/ 37705 h 62294"/>
                <a:gd name="connsiteX141" fmla="*/ 3278 w 109835"/>
                <a:gd name="connsiteY141" fmla="*/ 34426 h 62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109835" h="62294">
                  <a:moveTo>
                    <a:pt x="3278" y="34426"/>
                  </a:moveTo>
                  <a:lnTo>
                    <a:pt x="6557" y="32787"/>
                  </a:lnTo>
                  <a:lnTo>
                    <a:pt x="9836" y="29508"/>
                  </a:lnTo>
                  <a:lnTo>
                    <a:pt x="8197" y="29508"/>
                  </a:lnTo>
                  <a:lnTo>
                    <a:pt x="4918" y="27869"/>
                  </a:lnTo>
                  <a:lnTo>
                    <a:pt x="0" y="24590"/>
                  </a:lnTo>
                  <a:lnTo>
                    <a:pt x="3278" y="21311"/>
                  </a:lnTo>
                  <a:lnTo>
                    <a:pt x="6557" y="18033"/>
                  </a:lnTo>
                  <a:lnTo>
                    <a:pt x="9836" y="18033"/>
                  </a:lnTo>
                  <a:lnTo>
                    <a:pt x="11475" y="16393"/>
                  </a:lnTo>
                  <a:lnTo>
                    <a:pt x="11475" y="14754"/>
                  </a:lnTo>
                  <a:lnTo>
                    <a:pt x="13114" y="14754"/>
                  </a:lnTo>
                  <a:lnTo>
                    <a:pt x="18033" y="14754"/>
                  </a:lnTo>
                  <a:lnTo>
                    <a:pt x="21311" y="16393"/>
                  </a:lnTo>
                  <a:lnTo>
                    <a:pt x="21311" y="16393"/>
                  </a:lnTo>
                  <a:lnTo>
                    <a:pt x="26229" y="16393"/>
                  </a:lnTo>
                  <a:lnTo>
                    <a:pt x="29508" y="18033"/>
                  </a:lnTo>
                  <a:lnTo>
                    <a:pt x="29508" y="18033"/>
                  </a:lnTo>
                  <a:lnTo>
                    <a:pt x="32787" y="18033"/>
                  </a:lnTo>
                  <a:lnTo>
                    <a:pt x="36065" y="19672"/>
                  </a:lnTo>
                  <a:lnTo>
                    <a:pt x="40983" y="19672"/>
                  </a:lnTo>
                  <a:lnTo>
                    <a:pt x="44262" y="18033"/>
                  </a:lnTo>
                  <a:lnTo>
                    <a:pt x="45901" y="16393"/>
                  </a:lnTo>
                  <a:lnTo>
                    <a:pt x="49180" y="13114"/>
                  </a:lnTo>
                  <a:lnTo>
                    <a:pt x="52458" y="9836"/>
                  </a:lnTo>
                  <a:lnTo>
                    <a:pt x="54098" y="9836"/>
                  </a:lnTo>
                  <a:lnTo>
                    <a:pt x="54098" y="11475"/>
                  </a:lnTo>
                  <a:lnTo>
                    <a:pt x="54098" y="9836"/>
                  </a:lnTo>
                  <a:lnTo>
                    <a:pt x="54098" y="9836"/>
                  </a:lnTo>
                  <a:lnTo>
                    <a:pt x="57377" y="9836"/>
                  </a:lnTo>
                  <a:lnTo>
                    <a:pt x="59016" y="9836"/>
                  </a:lnTo>
                  <a:lnTo>
                    <a:pt x="60655" y="9836"/>
                  </a:lnTo>
                  <a:lnTo>
                    <a:pt x="63934" y="9836"/>
                  </a:lnTo>
                  <a:lnTo>
                    <a:pt x="68852" y="9836"/>
                  </a:lnTo>
                  <a:lnTo>
                    <a:pt x="70491" y="9836"/>
                  </a:lnTo>
                  <a:lnTo>
                    <a:pt x="73770" y="9836"/>
                  </a:lnTo>
                  <a:lnTo>
                    <a:pt x="77049" y="8197"/>
                  </a:lnTo>
                  <a:lnTo>
                    <a:pt x="77049" y="6557"/>
                  </a:lnTo>
                  <a:lnTo>
                    <a:pt x="80327" y="6557"/>
                  </a:lnTo>
                  <a:lnTo>
                    <a:pt x="85245" y="6557"/>
                  </a:lnTo>
                  <a:lnTo>
                    <a:pt x="88524" y="8197"/>
                  </a:lnTo>
                  <a:lnTo>
                    <a:pt x="90164" y="8197"/>
                  </a:lnTo>
                  <a:lnTo>
                    <a:pt x="90164" y="8197"/>
                  </a:lnTo>
                  <a:lnTo>
                    <a:pt x="88524" y="4918"/>
                  </a:lnTo>
                  <a:lnTo>
                    <a:pt x="90164" y="1639"/>
                  </a:lnTo>
                  <a:lnTo>
                    <a:pt x="93442" y="0"/>
                  </a:lnTo>
                  <a:lnTo>
                    <a:pt x="93442" y="0"/>
                  </a:lnTo>
                  <a:lnTo>
                    <a:pt x="96721" y="0"/>
                  </a:lnTo>
                  <a:lnTo>
                    <a:pt x="100000" y="1639"/>
                  </a:lnTo>
                  <a:lnTo>
                    <a:pt x="101639" y="6557"/>
                  </a:lnTo>
                  <a:lnTo>
                    <a:pt x="101639" y="6557"/>
                  </a:lnTo>
                  <a:lnTo>
                    <a:pt x="103278" y="9836"/>
                  </a:lnTo>
                  <a:lnTo>
                    <a:pt x="106557" y="13114"/>
                  </a:lnTo>
                  <a:lnTo>
                    <a:pt x="109835" y="16393"/>
                  </a:lnTo>
                  <a:lnTo>
                    <a:pt x="108196" y="16393"/>
                  </a:lnTo>
                  <a:lnTo>
                    <a:pt x="104917" y="14754"/>
                  </a:lnTo>
                  <a:lnTo>
                    <a:pt x="103278" y="13114"/>
                  </a:lnTo>
                  <a:lnTo>
                    <a:pt x="100000" y="14754"/>
                  </a:lnTo>
                  <a:lnTo>
                    <a:pt x="98360" y="16393"/>
                  </a:lnTo>
                  <a:lnTo>
                    <a:pt x="100000" y="19672"/>
                  </a:lnTo>
                  <a:lnTo>
                    <a:pt x="100000" y="21311"/>
                  </a:lnTo>
                  <a:lnTo>
                    <a:pt x="96721" y="21311"/>
                  </a:lnTo>
                  <a:lnTo>
                    <a:pt x="95081" y="19672"/>
                  </a:lnTo>
                  <a:lnTo>
                    <a:pt x="91803" y="19672"/>
                  </a:lnTo>
                  <a:lnTo>
                    <a:pt x="91803" y="22951"/>
                  </a:lnTo>
                  <a:lnTo>
                    <a:pt x="86885" y="24590"/>
                  </a:lnTo>
                  <a:lnTo>
                    <a:pt x="85245" y="26229"/>
                  </a:lnTo>
                  <a:lnTo>
                    <a:pt x="85245" y="26229"/>
                  </a:lnTo>
                  <a:lnTo>
                    <a:pt x="83606" y="26229"/>
                  </a:lnTo>
                  <a:lnTo>
                    <a:pt x="81967" y="27869"/>
                  </a:lnTo>
                  <a:lnTo>
                    <a:pt x="78688" y="27869"/>
                  </a:lnTo>
                  <a:lnTo>
                    <a:pt x="77049" y="31147"/>
                  </a:lnTo>
                  <a:lnTo>
                    <a:pt x="78688" y="34426"/>
                  </a:lnTo>
                  <a:lnTo>
                    <a:pt x="80327" y="36065"/>
                  </a:lnTo>
                  <a:lnTo>
                    <a:pt x="80327" y="39344"/>
                  </a:lnTo>
                  <a:lnTo>
                    <a:pt x="78688" y="40983"/>
                  </a:lnTo>
                  <a:lnTo>
                    <a:pt x="80327" y="42623"/>
                  </a:lnTo>
                  <a:lnTo>
                    <a:pt x="80327" y="42623"/>
                  </a:lnTo>
                  <a:lnTo>
                    <a:pt x="80327" y="44262"/>
                  </a:lnTo>
                  <a:lnTo>
                    <a:pt x="75410" y="44262"/>
                  </a:lnTo>
                  <a:lnTo>
                    <a:pt x="73770" y="44262"/>
                  </a:lnTo>
                  <a:lnTo>
                    <a:pt x="72131" y="45901"/>
                  </a:lnTo>
                  <a:lnTo>
                    <a:pt x="70491" y="47541"/>
                  </a:lnTo>
                  <a:lnTo>
                    <a:pt x="67213" y="47541"/>
                  </a:lnTo>
                  <a:lnTo>
                    <a:pt x="63934" y="49180"/>
                  </a:lnTo>
                  <a:lnTo>
                    <a:pt x="63934" y="50819"/>
                  </a:lnTo>
                  <a:lnTo>
                    <a:pt x="65573" y="50819"/>
                  </a:lnTo>
                  <a:lnTo>
                    <a:pt x="68852" y="52459"/>
                  </a:lnTo>
                  <a:lnTo>
                    <a:pt x="68852" y="52459"/>
                  </a:lnTo>
                  <a:lnTo>
                    <a:pt x="68852" y="52459"/>
                  </a:lnTo>
                  <a:lnTo>
                    <a:pt x="67213" y="52459"/>
                  </a:lnTo>
                  <a:lnTo>
                    <a:pt x="67213" y="55737"/>
                  </a:lnTo>
                  <a:lnTo>
                    <a:pt x="67213" y="57377"/>
                  </a:lnTo>
                  <a:lnTo>
                    <a:pt x="67213" y="59016"/>
                  </a:lnTo>
                  <a:lnTo>
                    <a:pt x="63934" y="62295"/>
                  </a:lnTo>
                  <a:lnTo>
                    <a:pt x="63934" y="62295"/>
                  </a:lnTo>
                  <a:lnTo>
                    <a:pt x="59016" y="60655"/>
                  </a:lnTo>
                  <a:lnTo>
                    <a:pt x="57377" y="59016"/>
                  </a:lnTo>
                  <a:lnTo>
                    <a:pt x="57377" y="59016"/>
                  </a:lnTo>
                  <a:lnTo>
                    <a:pt x="55737" y="59016"/>
                  </a:lnTo>
                  <a:lnTo>
                    <a:pt x="52458" y="59016"/>
                  </a:lnTo>
                  <a:lnTo>
                    <a:pt x="49180" y="59016"/>
                  </a:lnTo>
                  <a:lnTo>
                    <a:pt x="45901" y="57377"/>
                  </a:lnTo>
                  <a:lnTo>
                    <a:pt x="42623" y="54098"/>
                  </a:lnTo>
                  <a:lnTo>
                    <a:pt x="42623" y="52459"/>
                  </a:lnTo>
                  <a:lnTo>
                    <a:pt x="40983" y="52459"/>
                  </a:lnTo>
                  <a:lnTo>
                    <a:pt x="40983" y="52459"/>
                  </a:lnTo>
                  <a:lnTo>
                    <a:pt x="39344" y="55737"/>
                  </a:lnTo>
                  <a:lnTo>
                    <a:pt x="37705" y="57377"/>
                  </a:lnTo>
                  <a:lnTo>
                    <a:pt x="34426" y="59016"/>
                  </a:lnTo>
                  <a:lnTo>
                    <a:pt x="32787" y="59016"/>
                  </a:lnTo>
                  <a:lnTo>
                    <a:pt x="31147" y="59016"/>
                  </a:lnTo>
                  <a:lnTo>
                    <a:pt x="31147" y="59016"/>
                  </a:lnTo>
                  <a:lnTo>
                    <a:pt x="29508" y="59016"/>
                  </a:lnTo>
                  <a:lnTo>
                    <a:pt x="26229" y="59016"/>
                  </a:lnTo>
                  <a:lnTo>
                    <a:pt x="26229" y="59016"/>
                  </a:lnTo>
                  <a:lnTo>
                    <a:pt x="22951" y="57377"/>
                  </a:lnTo>
                  <a:lnTo>
                    <a:pt x="21311" y="60655"/>
                  </a:lnTo>
                  <a:lnTo>
                    <a:pt x="19672" y="60655"/>
                  </a:lnTo>
                  <a:lnTo>
                    <a:pt x="16393" y="62295"/>
                  </a:lnTo>
                  <a:lnTo>
                    <a:pt x="13114" y="60655"/>
                  </a:lnTo>
                  <a:lnTo>
                    <a:pt x="11475" y="60655"/>
                  </a:lnTo>
                  <a:lnTo>
                    <a:pt x="8197" y="60655"/>
                  </a:lnTo>
                  <a:lnTo>
                    <a:pt x="8197" y="59016"/>
                  </a:lnTo>
                  <a:lnTo>
                    <a:pt x="9836" y="57377"/>
                  </a:lnTo>
                  <a:lnTo>
                    <a:pt x="11475" y="57377"/>
                  </a:lnTo>
                  <a:lnTo>
                    <a:pt x="11475" y="54098"/>
                  </a:lnTo>
                  <a:lnTo>
                    <a:pt x="14754" y="55737"/>
                  </a:lnTo>
                  <a:lnTo>
                    <a:pt x="18033" y="54098"/>
                  </a:lnTo>
                  <a:lnTo>
                    <a:pt x="18033" y="54098"/>
                  </a:lnTo>
                  <a:lnTo>
                    <a:pt x="16393" y="50819"/>
                  </a:lnTo>
                  <a:lnTo>
                    <a:pt x="16393" y="49180"/>
                  </a:lnTo>
                  <a:lnTo>
                    <a:pt x="16393" y="49180"/>
                  </a:lnTo>
                  <a:lnTo>
                    <a:pt x="14754" y="49180"/>
                  </a:lnTo>
                  <a:lnTo>
                    <a:pt x="11475" y="47541"/>
                  </a:lnTo>
                  <a:lnTo>
                    <a:pt x="8197" y="45901"/>
                  </a:lnTo>
                  <a:lnTo>
                    <a:pt x="8197" y="44262"/>
                  </a:lnTo>
                  <a:lnTo>
                    <a:pt x="6557" y="44262"/>
                  </a:lnTo>
                  <a:lnTo>
                    <a:pt x="8197" y="40983"/>
                  </a:lnTo>
                  <a:lnTo>
                    <a:pt x="8197" y="39344"/>
                  </a:lnTo>
                  <a:lnTo>
                    <a:pt x="4918" y="37705"/>
                  </a:lnTo>
                  <a:lnTo>
                    <a:pt x="3278" y="344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83" name="Freeform 4182">
              <a:extLst>
                <a:ext uri="{FF2B5EF4-FFF2-40B4-BE49-F238E27FC236}">
                  <a16:creationId xmlns:a16="http://schemas.microsoft.com/office/drawing/2014/main" id="{A2889CA6-CA15-9343-BF2C-A3FB181AC9AB}"/>
                </a:ext>
              </a:extLst>
            </p:cNvPr>
            <p:cNvSpPr/>
            <p:nvPr/>
          </p:nvSpPr>
          <p:spPr>
            <a:xfrm>
              <a:off x="6315671" y="1990316"/>
              <a:ext cx="126229" cy="129507"/>
            </a:xfrm>
            <a:custGeom>
              <a:avLst/>
              <a:gdLst>
                <a:gd name="connsiteX0" fmla="*/ 0 w 126229"/>
                <a:gd name="connsiteY0" fmla="*/ 8197 h 129507"/>
                <a:gd name="connsiteX1" fmla="*/ 0 w 126229"/>
                <a:gd name="connsiteY1" fmla="*/ 8197 h 129507"/>
                <a:gd name="connsiteX2" fmla="*/ 0 w 126229"/>
                <a:gd name="connsiteY2" fmla="*/ 8197 h 129507"/>
                <a:gd name="connsiteX3" fmla="*/ 3279 w 126229"/>
                <a:gd name="connsiteY3" fmla="*/ 6557 h 129507"/>
                <a:gd name="connsiteX4" fmla="*/ 4918 w 126229"/>
                <a:gd name="connsiteY4" fmla="*/ 8197 h 129507"/>
                <a:gd name="connsiteX5" fmla="*/ 4918 w 126229"/>
                <a:gd name="connsiteY5" fmla="*/ 3279 h 129507"/>
                <a:gd name="connsiteX6" fmla="*/ 8197 w 126229"/>
                <a:gd name="connsiteY6" fmla="*/ 3279 h 129507"/>
                <a:gd name="connsiteX7" fmla="*/ 11476 w 126229"/>
                <a:gd name="connsiteY7" fmla="*/ 4918 h 129507"/>
                <a:gd name="connsiteX8" fmla="*/ 13115 w 126229"/>
                <a:gd name="connsiteY8" fmla="*/ 3279 h 129507"/>
                <a:gd name="connsiteX9" fmla="*/ 18033 w 126229"/>
                <a:gd name="connsiteY9" fmla="*/ 3279 h 129507"/>
                <a:gd name="connsiteX10" fmla="*/ 18033 w 126229"/>
                <a:gd name="connsiteY10" fmla="*/ 3279 h 129507"/>
                <a:gd name="connsiteX11" fmla="*/ 22951 w 126229"/>
                <a:gd name="connsiteY11" fmla="*/ 1639 h 129507"/>
                <a:gd name="connsiteX12" fmla="*/ 22951 w 126229"/>
                <a:gd name="connsiteY12" fmla="*/ 1639 h 129507"/>
                <a:gd name="connsiteX13" fmla="*/ 24590 w 126229"/>
                <a:gd name="connsiteY13" fmla="*/ 0 h 129507"/>
                <a:gd name="connsiteX14" fmla="*/ 27869 w 126229"/>
                <a:gd name="connsiteY14" fmla="*/ 0 h 129507"/>
                <a:gd name="connsiteX15" fmla="*/ 29508 w 126229"/>
                <a:gd name="connsiteY15" fmla="*/ 0 h 129507"/>
                <a:gd name="connsiteX16" fmla="*/ 32787 w 126229"/>
                <a:gd name="connsiteY16" fmla="*/ 0 h 129507"/>
                <a:gd name="connsiteX17" fmla="*/ 36066 w 126229"/>
                <a:gd name="connsiteY17" fmla="*/ 0 h 129507"/>
                <a:gd name="connsiteX18" fmla="*/ 37705 w 126229"/>
                <a:gd name="connsiteY18" fmla="*/ 0 h 129507"/>
                <a:gd name="connsiteX19" fmla="*/ 37705 w 126229"/>
                <a:gd name="connsiteY19" fmla="*/ 0 h 129507"/>
                <a:gd name="connsiteX20" fmla="*/ 37705 w 126229"/>
                <a:gd name="connsiteY20" fmla="*/ 0 h 129507"/>
                <a:gd name="connsiteX21" fmla="*/ 37705 w 126229"/>
                <a:gd name="connsiteY21" fmla="*/ 1639 h 129507"/>
                <a:gd name="connsiteX22" fmla="*/ 39344 w 126229"/>
                <a:gd name="connsiteY22" fmla="*/ 1639 h 129507"/>
                <a:gd name="connsiteX23" fmla="*/ 42623 w 126229"/>
                <a:gd name="connsiteY23" fmla="*/ 4918 h 129507"/>
                <a:gd name="connsiteX24" fmla="*/ 45902 w 126229"/>
                <a:gd name="connsiteY24" fmla="*/ 6557 h 129507"/>
                <a:gd name="connsiteX25" fmla="*/ 49180 w 126229"/>
                <a:gd name="connsiteY25" fmla="*/ 9836 h 129507"/>
                <a:gd name="connsiteX26" fmla="*/ 52459 w 126229"/>
                <a:gd name="connsiteY26" fmla="*/ 11476 h 129507"/>
                <a:gd name="connsiteX27" fmla="*/ 57377 w 126229"/>
                <a:gd name="connsiteY27" fmla="*/ 9836 h 129507"/>
                <a:gd name="connsiteX28" fmla="*/ 57377 w 126229"/>
                <a:gd name="connsiteY28" fmla="*/ 13115 h 129507"/>
                <a:gd name="connsiteX29" fmla="*/ 60656 w 126229"/>
                <a:gd name="connsiteY29" fmla="*/ 13115 h 129507"/>
                <a:gd name="connsiteX30" fmla="*/ 62295 w 126229"/>
                <a:gd name="connsiteY30" fmla="*/ 16393 h 129507"/>
                <a:gd name="connsiteX31" fmla="*/ 62295 w 126229"/>
                <a:gd name="connsiteY31" fmla="*/ 16393 h 129507"/>
                <a:gd name="connsiteX32" fmla="*/ 65573 w 126229"/>
                <a:gd name="connsiteY32" fmla="*/ 13115 h 129507"/>
                <a:gd name="connsiteX33" fmla="*/ 68852 w 126229"/>
                <a:gd name="connsiteY33" fmla="*/ 13115 h 129507"/>
                <a:gd name="connsiteX34" fmla="*/ 72131 w 126229"/>
                <a:gd name="connsiteY34" fmla="*/ 14754 h 129507"/>
                <a:gd name="connsiteX35" fmla="*/ 75410 w 126229"/>
                <a:gd name="connsiteY35" fmla="*/ 16393 h 129507"/>
                <a:gd name="connsiteX36" fmla="*/ 77049 w 126229"/>
                <a:gd name="connsiteY36" fmla="*/ 19672 h 129507"/>
                <a:gd name="connsiteX37" fmla="*/ 80327 w 126229"/>
                <a:gd name="connsiteY37" fmla="*/ 22951 h 129507"/>
                <a:gd name="connsiteX38" fmla="*/ 85246 w 126229"/>
                <a:gd name="connsiteY38" fmla="*/ 19672 h 129507"/>
                <a:gd name="connsiteX39" fmla="*/ 88524 w 126229"/>
                <a:gd name="connsiteY39" fmla="*/ 24590 h 129507"/>
                <a:gd name="connsiteX40" fmla="*/ 88524 w 126229"/>
                <a:gd name="connsiteY40" fmla="*/ 27869 h 129507"/>
                <a:gd name="connsiteX41" fmla="*/ 90164 w 126229"/>
                <a:gd name="connsiteY41" fmla="*/ 29508 h 129507"/>
                <a:gd name="connsiteX42" fmla="*/ 90164 w 126229"/>
                <a:gd name="connsiteY42" fmla="*/ 32787 h 129507"/>
                <a:gd name="connsiteX43" fmla="*/ 90164 w 126229"/>
                <a:gd name="connsiteY43" fmla="*/ 36066 h 129507"/>
                <a:gd name="connsiteX44" fmla="*/ 88524 w 126229"/>
                <a:gd name="connsiteY44" fmla="*/ 37705 h 129507"/>
                <a:gd name="connsiteX45" fmla="*/ 88524 w 126229"/>
                <a:gd name="connsiteY45" fmla="*/ 40983 h 129507"/>
                <a:gd name="connsiteX46" fmla="*/ 91803 w 126229"/>
                <a:gd name="connsiteY46" fmla="*/ 42623 h 129507"/>
                <a:gd name="connsiteX47" fmla="*/ 95082 w 126229"/>
                <a:gd name="connsiteY47" fmla="*/ 45901 h 129507"/>
                <a:gd name="connsiteX48" fmla="*/ 98360 w 126229"/>
                <a:gd name="connsiteY48" fmla="*/ 49180 h 129507"/>
                <a:gd name="connsiteX49" fmla="*/ 101639 w 126229"/>
                <a:gd name="connsiteY49" fmla="*/ 47541 h 129507"/>
                <a:gd name="connsiteX50" fmla="*/ 104917 w 126229"/>
                <a:gd name="connsiteY50" fmla="*/ 52459 h 129507"/>
                <a:gd name="connsiteX51" fmla="*/ 103279 w 126229"/>
                <a:gd name="connsiteY51" fmla="*/ 55738 h 129507"/>
                <a:gd name="connsiteX52" fmla="*/ 103279 w 126229"/>
                <a:gd name="connsiteY52" fmla="*/ 59016 h 129507"/>
                <a:gd name="connsiteX53" fmla="*/ 104917 w 126229"/>
                <a:gd name="connsiteY53" fmla="*/ 62295 h 129507"/>
                <a:gd name="connsiteX54" fmla="*/ 108196 w 126229"/>
                <a:gd name="connsiteY54" fmla="*/ 67213 h 129507"/>
                <a:gd name="connsiteX55" fmla="*/ 113114 w 126229"/>
                <a:gd name="connsiteY55" fmla="*/ 68852 h 129507"/>
                <a:gd name="connsiteX56" fmla="*/ 116393 w 126229"/>
                <a:gd name="connsiteY56" fmla="*/ 68852 h 129507"/>
                <a:gd name="connsiteX57" fmla="*/ 119672 w 126229"/>
                <a:gd name="connsiteY57" fmla="*/ 72131 h 129507"/>
                <a:gd name="connsiteX58" fmla="*/ 119672 w 126229"/>
                <a:gd name="connsiteY58" fmla="*/ 73770 h 129507"/>
                <a:gd name="connsiteX59" fmla="*/ 119672 w 126229"/>
                <a:gd name="connsiteY59" fmla="*/ 73770 h 129507"/>
                <a:gd name="connsiteX60" fmla="*/ 119672 w 126229"/>
                <a:gd name="connsiteY60" fmla="*/ 77049 h 129507"/>
                <a:gd name="connsiteX61" fmla="*/ 119672 w 126229"/>
                <a:gd name="connsiteY61" fmla="*/ 80328 h 129507"/>
                <a:gd name="connsiteX62" fmla="*/ 118032 w 126229"/>
                <a:gd name="connsiteY62" fmla="*/ 81967 h 129507"/>
                <a:gd name="connsiteX63" fmla="*/ 118032 w 126229"/>
                <a:gd name="connsiteY63" fmla="*/ 83606 h 129507"/>
                <a:gd name="connsiteX64" fmla="*/ 121311 w 126229"/>
                <a:gd name="connsiteY64" fmla="*/ 85246 h 129507"/>
                <a:gd name="connsiteX65" fmla="*/ 122950 w 126229"/>
                <a:gd name="connsiteY65" fmla="*/ 86885 h 129507"/>
                <a:gd name="connsiteX66" fmla="*/ 126229 w 126229"/>
                <a:gd name="connsiteY66" fmla="*/ 88524 h 129507"/>
                <a:gd name="connsiteX67" fmla="*/ 126229 w 126229"/>
                <a:gd name="connsiteY67" fmla="*/ 88524 h 129507"/>
                <a:gd name="connsiteX68" fmla="*/ 124590 w 126229"/>
                <a:gd name="connsiteY68" fmla="*/ 90164 h 129507"/>
                <a:gd name="connsiteX69" fmla="*/ 121311 w 126229"/>
                <a:gd name="connsiteY69" fmla="*/ 90164 h 129507"/>
                <a:gd name="connsiteX70" fmla="*/ 121311 w 126229"/>
                <a:gd name="connsiteY70" fmla="*/ 90164 h 129507"/>
                <a:gd name="connsiteX71" fmla="*/ 118032 w 126229"/>
                <a:gd name="connsiteY71" fmla="*/ 91803 h 129507"/>
                <a:gd name="connsiteX72" fmla="*/ 114754 w 126229"/>
                <a:gd name="connsiteY72" fmla="*/ 86885 h 129507"/>
                <a:gd name="connsiteX73" fmla="*/ 111475 w 126229"/>
                <a:gd name="connsiteY73" fmla="*/ 86885 h 129507"/>
                <a:gd name="connsiteX74" fmla="*/ 111475 w 126229"/>
                <a:gd name="connsiteY74" fmla="*/ 88524 h 129507"/>
                <a:gd name="connsiteX75" fmla="*/ 106557 w 126229"/>
                <a:gd name="connsiteY75" fmla="*/ 88524 h 129507"/>
                <a:gd name="connsiteX76" fmla="*/ 103279 w 126229"/>
                <a:gd name="connsiteY76" fmla="*/ 85246 h 129507"/>
                <a:gd name="connsiteX77" fmla="*/ 100000 w 126229"/>
                <a:gd name="connsiteY77" fmla="*/ 85246 h 129507"/>
                <a:gd name="connsiteX78" fmla="*/ 100000 w 126229"/>
                <a:gd name="connsiteY78" fmla="*/ 85246 h 129507"/>
                <a:gd name="connsiteX79" fmla="*/ 96721 w 126229"/>
                <a:gd name="connsiteY79" fmla="*/ 88524 h 129507"/>
                <a:gd name="connsiteX80" fmla="*/ 95082 w 126229"/>
                <a:gd name="connsiteY80" fmla="*/ 85246 h 129507"/>
                <a:gd name="connsiteX81" fmla="*/ 93442 w 126229"/>
                <a:gd name="connsiteY81" fmla="*/ 81967 h 129507"/>
                <a:gd name="connsiteX82" fmla="*/ 90164 w 126229"/>
                <a:gd name="connsiteY82" fmla="*/ 83606 h 129507"/>
                <a:gd name="connsiteX83" fmla="*/ 86885 w 126229"/>
                <a:gd name="connsiteY83" fmla="*/ 85246 h 129507"/>
                <a:gd name="connsiteX84" fmla="*/ 86885 w 126229"/>
                <a:gd name="connsiteY84" fmla="*/ 86885 h 129507"/>
                <a:gd name="connsiteX85" fmla="*/ 86885 w 126229"/>
                <a:gd name="connsiteY85" fmla="*/ 90164 h 129507"/>
                <a:gd name="connsiteX86" fmla="*/ 86885 w 126229"/>
                <a:gd name="connsiteY86" fmla="*/ 91803 h 129507"/>
                <a:gd name="connsiteX87" fmla="*/ 88524 w 126229"/>
                <a:gd name="connsiteY87" fmla="*/ 95082 h 129507"/>
                <a:gd name="connsiteX88" fmla="*/ 90164 w 126229"/>
                <a:gd name="connsiteY88" fmla="*/ 100000 h 129507"/>
                <a:gd name="connsiteX89" fmla="*/ 86885 w 126229"/>
                <a:gd name="connsiteY89" fmla="*/ 103278 h 129507"/>
                <a:gd name="connsiteX90" fmla="*/ 86885 w 126229"/>
                <a:gd name="connsiteY90" fmla="*/ 106557 h 129507"/>
                <a:gd name="connsiteX91" fmla="*/ 83606 w 126229"/>
                <a:gd name="connsiteY91" fmla="*/ 106557 h 129507"/>
                <a:gd name="connsiteX92" fmla="*/ 81967 w 126229"/>
                <a:gd name="connsiteY92" fmla="*/ 109836 h 129507"/>
                <a:gd name="connsiteX93" fmla="*/ 80327 w 126229"/>
                <a:gd name="connsiteY93" fmla="*/ 114754 h 129507"/>
                <a:gd name="connsiteX94" fmla="*/ 77049 w 126229"/>
                <a:gd name="connsiteY94" fmla="*/ 116393 h 129507"/>
                <a:gd name="connsiteX95" fmla="*/ 75410 w 126229"/>
                <a:gd name="connsiteY95" fmla="*/ 118032 h 129507"/>
                <a:gd name="connsiteX96" fmla="*/ 75410 w 126229"/>
                <a:gd name="connsiteY96" fmla="*/ 118032 h 129507"/>
                <a:gd name="connsiteX97" fmla="*/ 73770 w 126229"/>
                <a:gd name="connsiteY97" fmla="*/ 118032 h 129507"/>
                <a:gd name="connsiteX98" fmla="*/ 75410 w 126229"/>
                <a:gd name="connsiteY98" fmla="*/ 122950 h 129507"/>
                <a:gd name="connsiteX99" fmla="*/ 75410 w 126229"/>
                <a:gd name="connsiteY99" fmla="*/ 126229 h 129507"/>
                <a:gd name="connsiteX100" fmla="*/ 72131 w 126229"/>
                <a:gd name="connsiteY100" fmla="*/ 127868 h 129507"/>
                <a:gd name="connsiteX101" fmla="*/ 70492 w 126229"/>
                <a:gd name="connsiteY101" fmla="*/ 127868 h 129507"/>
                <a:gd name="connsiteX102" fmla="*/ 68852 w 126229"/>
                <a:gd name="connsiteY102" fmla="*/ 126229 h 129507"/>
                <a:gd name="connsiteX103" fmla="*/ 65573 w 126229"/>
                <a:gd name="connsiteY103" fmla="*/ 127868 h 129507"/>
                <a:gd name="connsiteX104" fmla="*/ 63934 w 126229"/>
                <a:gd name="connsiteY104" fmla="*/ 127868 h 129507"/>
                <a:gd name="connsiteX105" fmla="*/ 63934 w 126229"/>
                <a:gd name="connsiteY105" fmla="*/ 129508 h 129507"/>
                <a:gd name="connsiteX106" fmla="*/ 63934 w 126229"/>
                <a:gd name="connsiteY106" fmla="*/ 129508 h 129507"/>
                <a:gd name="connsiteX107" fmla="*/ 63934 w 126229"/>
                <a:gd name="connsiteY107" fmla="*/ 129508 h 129507"/>
                <a:gd name="connsiteX108" fmla="*/ 62295 w 126229"/>
                <a:gd name="connsiteY108" fmla="*/ 127868 h 129507"/>
                <a:gd name="connsiteX109" fmla="*/ 60656 w 126229"/>
                <a:gd name="connsiteY109" fmla="*/ 124590 h 129507"/>
                <a:gd name="connsiteX110" fmla="*/ 62295 w 126229"/>
                <a:gd name="connsiteY110" fmla="*/ 121311 h 129507"/>
                <a:gd name="connsiteX111" fmla="*/ 60656 w 126229"/>
                <a:gd name="connsiteY111" fmla="*/ 116393 h 129507"/>
                <a:gd name="connsiteX112" fmla="*/ 59016 w 126229"/>
                <a:gd name="connsiteY112" fmla="*/ 113114 h 129507"/>
                <a:gd name="connsiteX113" fmla="*/ 59016 w 126229"/>
                <a:gd name="connsiteY113" fmla="*/ 109836 h 129507"/>
                <a:gd name="connsiteX114" fmla="*/ 57377 w 126229"/>
                <a:gd name="connsiteY114" fmla="*/ 106557 h 129507"/>
                <a:gd name="connsiteX115" fmla="*/ 59016 w 126229"/>
                <a:gd name="connsiteY115" fmla="*/ 101639 h 129507"/>
                <a:gd name="connsiteX116" fmla="*/ 59016 w 126229"/>
                <a:gd name="connsiteY116" fmla="*/ 100000 h 129507"/>
                <a:gd name="connsiteX117" fmla="*/ 57377 w 126229"/>
                <a:gd name="connsiteY117" fmla="*/ 96721 h 129507"/>
                <a:gd name="connsiteX118" fmla="*/ 59016 w 126229"/>
                <a:gd name="connsiteY118" fmla="*/ 95082 h 129507"/>
                <a:gd name="connsiteX119" fmla="*/ 59016 w 126229"/>
                <a:gd name="connsiteY119" fmla="*/ 93442 h 129507"/>
                <a:gd name="connsiteX120" fmla="*/ 60656 w 126229"/>
                <a:gd name="connsiteY120" fmla="*/ 90164 h 129507"/>
                <a:gd name="connsiteX121" fmla="*/ 62295 w 126229"/>
                <a:gd name="connsiteY121" fmla="*/ 86885 h 129507"/>
                <a:gd name="connsiteX122" fmla="*/ 60656 w 126229"/>
                <a:gd name="connsiteY122" fmla="*/ 83606 h 129507"/>
                <a:gd name="connsiteX123" fmla="*/ 60656 w 126229"/>
                <a:gd name="connsiteY123" fmla="*/ 78688 h 129507"/>
                <a:gd name="connsiteX124" fmla="*/ 59016 w 126229"/>
                <a:gd name="connsiteY124" fmla="*/ 75410 h 129507"/>
                <a:gd name="connsiteX125" fmla="*/ 57377 w 126229"/>
                <a:gd name="connsiteY125" fmla="*/ 72131 h 129507"/>
                <a:gd name="connsiteX126" fmla="*/ 57377 w 126229"/>
                <a:gd name="connsiteY126" fmla="*/ 72131 h 129507"/>
                <a:gd name="connsiteX127" fmla="*/ 55737 w 126229"/>
                <a:gd name="connsiteY127" fmla="*/ 68852 h 129507"/>
                <a:gd name="connsiteX128" fmla="*/ 54098 w 126229"/>
                <a:gd name="connsiteY128" fmla="*/ 65573 h 129507"/>
                <a:gd name="connsiteX129" fmla="*/ 50820 w 126229"/>
                <a:gd name="connsiteY129" fmla="*/ 62295 h 129507"/>
                <a:gd name="connsiteX130" fmla="*/ 47541 w 126229"/>
                <a:gd name="connsiteY130" fmla="*/ 59016 h 129507"/>
                <a:gd name="connsiteX131" fmla="*/ 44262 w 126229"/>
                <a:gd name="connsiteY131" fmla="*/ 57377 h 129507"/>
                <a:gd name="connsiteX132" fmla="*/ 42623 w 126229"/>
                <a:gd name="connsiteY132" fmla="*/ 54098 h 129507"/>
                <a:gd name="connsiteX133" fmla="*/ 42623 w 126229"/>
                <a:gd name="connsiteY133" fmla="*/ 54098 h 129507"/>
                <a:gd name="connsiteX134" fmla="*/ 39344 w 126229"/>
                <a:gd name="connsiteY134" fmla="*/ 50820 h 129507"/>
                <a:gd name="connsiteX135" fmla="*/ 36066 w 126229"/>
                <a:gd name="connsiteY135" fmla="*/ 47541 h 129507"/>
                <a:gd name="connsiteX136" fmla="*/ 36066 w 126229"/>
                <a:gd name="connsiteY136" fmla="*/ 42623 h 129507"/>
                <a:gd name="connsiteX137" fmla="*/ 31147 w 126229"/>
                <a:gd name="connsiteY137" fmla="*/ 42623 h 129507"/>
                <a:gd name="connsiteX138" fmla="*/ 31147 w 126229"/>
                <a:gd name="connsiteY138" fmla="*/ 40983 h 129507"/>
                <a:gd name="connsiteX139" fmla="*/ 27869 w 126229"/>
                <a:gd name="connsiteY139" fmla="*/ 37705 h 129507"/>
                <a:gd name="connsiteX140" fmla="*/ 27869 w 126229"/>
                <a:gd name="connsiteY140" fmla="*/ 36066 h 129507"/>
                <a:gd name="connsiteX141" fmla="*/ 22951 w 126229"/>
                <a:gd name="connsiteY141" fmla="*/ 32787 h 129507"/>
                <a:gd name="connsiteX142" fmla="*/ 22951 w 126229"/>
                <a:gd name="connsiteY142" fmla="*/ 29508 h 129507"/>
                <a:gd name="connsiteX143" fmla="*/ 21312 w 126229"/>
                <a:gd name="connsiteY143" fmla="*/ 24590 h 129507"/>
                <a:gd name="connsiteX144" fmla="*/ 19672 w 126229"/>
                <a:gd name="connsiteY144" fmla="*/ 21311 h 129507"/>
                <a:gd name="connsiteX145" fmla="*/ 18033 w 126229"/>
                <a:gd name="connsiteY145" fmla="*/ 19672 h 129507"/>
                <a:gd name="connsiteX146" fmla="*/ 18033 w 126229"/>
                <a:gd name="connsiteY146" fmla="*/ 19672 h 129507"/>
                <a:gd name="connsiteX147" fmla="*/ 14754 w 126229"/>
                <a:gd name="connsiteY147" fmla="*/ 16393 h 129507"/>
                <a:gd name="connsiteX148" fmla="*/ 11476 w 126229"/>
                <a:gd name="connsiteY148" fmla="*/ 13115 h 129507"/>
                <a:gd name="connsiteX149" fmla="*/ 8197 w 126229"/>
                <a:gd name="connsiteY149" fmla="*/ 9836 h 129507"/>
                <a:gd name="connsiteX150" fmla="*/ 3279 w 126229"/>
                <a:gd name="connsiteY150" fmla="*/ 9836 h 129507"/>
                <a:gd name="connsiteX151" fmla="*/ 0 w 126229"/>
                <a:gd name="connsiteY151" fmla="*/ 8197 h 129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26229" h="129507">
                  <a:moveTo>
                    <a:pt x="0" y="8197"/>
                  </a:moveTo>
                  <a:lnTo>
                    <a:pt x="0" y="8197"/>
                  </a:lnTo>
                  <a:lnTo>
                    <a:pt x="0" y="8197"/>
                  </a:lnTo>
                  <a:lnTo>
                    <a:pt x="3279" y="6557"/>
                  </a:lnTo>
                  <a:lnTo>
                    <a:pt x="4918" y="8197"/>
                  </a:lnTo>
                  <a:lnTo>
                    <a:pt x="4918" y="3279"/>
                  </a:lnTo>
                  <a:lnTo>
                    <a:pt x="8197" y="3279"/>
                  </a:lnTo>
                  <a:lnTo>
                    <a:pt x="11476" y="4918"/>
                  </a:lnTo>
                  <a:lnTo>
                    <a:pt x="13115" y="3279"/>
                  </a:lnTo>
                  <a:lnTo>
                    <a:pt x="18033" y="3279"/>
                  </a:lnTo>
                  <a:lnTo>
                    <a:pt x="18033" y="3279"/>
                  </a:lnTo>
                  <a:lnTo>
                    <a:pt x="22951" y="1639"/>
                  </a:lnTo>
                  <a:lnTo>
                    <a:pt x="22951" y="1639"/>
                  </a:lnTo>
                  <a:lnTo>
                    <a:pt x="24590" y="0"/>
                  </a:lnTo>
                  <a:lnTo>
                    <a:pt x="27869" y="0"/>
                  </a:lnTo>
                  <a:lnTo>
                    <a:pt x="29508" y="0"/>
                  </a:lnTo>
                  <a:lnTo>
                    <a:pt x="32787" y="0"/>
                  </a:lnTo>
                  <a:lnTo>
                    <a:pt x="36066" y="0"/>
                  </a:lnTo>
                  <a:lnTo>
                    <a:pt x="37705" y="0"/>
                  </a:lnTo>
                  <a:lnTo>
                    <a:pt x="37705" y="0"/>
                  </a:lnTo>
                  <a:lnTo>
                    <a:pt x="37705" y="0"/>
                  </a:lnTo>
                  <a:lnTo>
                    <a:pt x="37705" y="1639"/>
                  </a:lnTo>
                  <a:lnTo>
                    <a:pt x="39344" y="1639"/>
                  </a:lnTo>
                  <a:lnTo>
                    <a:pt x="42623" y="4918"/>
                  </a:lnTo>
                  <a:lnTo>
                    <a:pt x="45902" y="6557"/>
                  </a:lnTo>
                  <a:lnTo>
                    <a:pt x="49180" y="9836"/>
                  </a:lnTo>
                  <a:lnTo>
                    <a:pt x="52459" y="11476"/>
                  </a:lnTo>
                  <a:lnTo>
                    <a:pt x="57377" y="9836"/>
                  </a:lnTo>
                  <a:lnTo>
                    <a:pt x="57377" y="13115"/>
                  </a:lnTo>
                  <a:lnTo>
                    <a:pt x="60656" y="13115"/>
                  </a:lnTo>
                  <a:lnTo>
                    <a:pt x="62295" y="16393"/>
                  </a:lnTo>
                  <a:lnTo>
                    <a:pt x="62295" y="16393"/>
                  </a:lnTo>
                  <a:lnTo>
                    <a:pt x="65573" y="13115"/>
                  </a:lnTo>
                  <a:lnTo>
                    <a:pt x="68852" y="13115"/>
                  </a:lnTo>
                  <a:lnTo>
                    <a:pt x="72131" y="14754"/>
                  </a:lnTo>
                  <a:lnTo>
                    <a:pt x="75410" y="16393"/>
                  </a:lnTo>
                  <a:lnTo>
                    <a:pt x="77049" y="19672"/>
                  </a:lnTo>
                  <a:lnTo>
                    <a:pt x="80327" y="22951"/>
                  </a:lnTo>
                  <a:lnTo>
                    <a:pt x="85246" y="19672"/>
                  </a:lnTo>
                  <a:lnTo>
                    <a:pt x="88524" y="24590"/>
                  </a:lnTo>
                  <a:lnTo>
                    <a:pt x="88524" y="27869"/>
                  </a:lnTo>
                  <a:lnTo>
                    <a:pt x="90164" y="29508"/>
                  </a:lnTo>
                  <a:lnTo>
                    <a:pt x="90164" y="32787"/>
                  </a:lnTo>
                  <a:lnTo>
                    <a:pt x="90164" y="36066"/>
                  </a:lnTo>
                  <a:lnTo>
                    <a:pt x="88524" y="37705"/>
                  </a:lnTo>
                  <a:lnTo>
                    <a:pt x="88524" y="40983"/>
                  </a:lnTo>
                  <a:lnTo>
                    <a:pt x="91803" y="42623"/>
                  </a:lnTo>
                  <a:lnTo>
                    <a:pt x="95082" y="45901"/>
                  </a:lnTo>
                  <a:lnTo>
                    <a:pt x="98360" y="49180"/>
                  </a:lnTo>
                  <a:lnTo>
                    <a:pt x="101639" y="47541"/>
                  </a:lnTo>
                  <a:lnTo>
                    <a:pt x="104917" y="52459"/>
                  </a:lnTo>
                  <a:lnTo>
                    <a:pt x="103279" y="55738"/>
                  </a:lnTo>
                  <a:lnTo>
                    <a:pt x="103279" y="59016"/>
                  </a:lnTo>
                  <a:lnTo>
                    <a:pt x="104917" y="62295"/>
                  </a:lnTo>
                  <a:lnTo>
                    <a:pt x="108196" y="67213"/>
                  </a:lnTo>
                  <a:lnTo>
                    <a:pt x="113114" y="68852"/>
                  </a:lnTo>
                  <a:lnTo>
                    <a:pt x="116393" y="68852"/>
                  </a:lnTo>
                  <a:lnTo>
                    <a:pt x="119672" y="72131"/>
                  </a:lnTo>
                  <a:lnTo>
                    <a:pt x="119672" y="73770"/>
                  </a:lnTo>
                  <a:lnTo>
                    <a:pt x="119672" y="73770"/>
                  </a:lnTo>
                  <a:lnTo>
                    <a:pt x="119672" y="77049"/>
                  </a:lnTo>
                  <a:lnTo>
                    <a:pt x="119672" y="80328"/>
                  </a:lnTo>
                  <a:lnTo>
                    <a:pt x="118032" y="81967"/>
                  </a:lnTo>
                  <a:lnTo>
                    <a:pt x="118032" y="83606"/>
                  </a:lnTo>
                  <a:lnTo>
                    <a:pt x="121311" y="85246"/>
                  </a:lnTo>
                  <a:lnTo>
                    <a:pt x="122950" y="86885"/>
                  </a:lnTo>
                  <a:lnTo>
                    <a:pt x="126229" y="88524"/>
                  </a:lnTo>
                  <a:lnTo>
                    <a:pt x="126229" y="88524"/>
                  </a:lnTo>
                  <a:lnTo>
                    <a:pt x="124590" y="90164"/>
                  </a:lnTo>
                  <a:lnTo>
                    <a:pt x="121311" y="90164"/>
                  </a:lnTo>
                  <a:lnTo>
                    <a:pt x="121311" y="90164"/>
                  </a:lnTo>
                  <a:lnTo>
                    <a:pt x="118032" y="91803"/>
                  </a:lnTo>
                  <a:lnTo>
                    <a:pt x="114754" y="86885"/>
                  </a:lnTo>
                  <a:lnTo>
                    <a:pt x="111475" y="86885"/>
                  </a:lnTo>
                  <a:lnTo>
                    <a:pt x="111475" y="88524"/>
                  </a:lnTo>
                  <a:lnTo>
                    <a:pt x="106557" y="88524"/>
                  </a:lnTo>
                  <a:lnTo>
                    <a:pt x="103279" y="85246"/>
                  </a:lnTo>
                  <a:lnTo>
                    <a:pt x="100000" y="85246"/>
                  </a:lnTo>
                  <a:lnTo>
                    <a:pt x="100000" y="85246"/>
                  </a:lnTo>
                  <a:lnTo>
                    <a:pt x="96721" y="88524"/>
                  </a:lnTo>
                  <a:lnTo>
                    <a:pt x="95082" y="85246"/>
                  </a:lnTo>
                  <a:lnTo>
                    <a:pt x="93442" y="81967"/>
                  </a:lnTo>
                  <a:lnTo>
                    <a:pt x="90164" y="83606"/>
                  </a:lnTo>
                  <a:lnTo>
                    <a:pt x="86885" y="85246"/>
                  </a:lnTo>
                  <a:lnTo>
                    <a:pt x="86885" y="86885"/>
                  </a:lnTo>
                  <a:lnTo>
                    <a:pt x="86885" y="90164"/>
                  </a:lnTo>
                  <a:lnTo>
                    <a:pt x="86885" y="91803"/>
                  </a:lnTo>
                  <a:lnTo>
                    <a:pt x="88524" y="95082"/>
                  </a:lnTo>
                  <a:lnTo>
                    <a:pt x="90164" y="100000"/>
                  </a:lnTo>
                  <a:lnTo>
                    <a:pt x="86885" y="103278"/>
                  </a:lnTo>
                  <a:lnTo>
                    <a:pt x="86885" y="106557"/>
                  </a:lnTo>
                  <a:lnTo>
                    <a:pt x="83606" y="106557"/>
                  </a:lnTo>
                  <a:lnTo>
                    <a:pt x="81967" y="109836"/>
                  </a:lnTo>
                  <a:lnTo>
                    <a:pt x="80327" y="114754"/>
                  </a:lnTo>
                  <a:lnTo>
                    <a:pt x="77049" y="116393"/>
                  </a:lnTo>
                  <a:lnTo>
                    <a:pt x="75410" y="118032"/>
                  </a:lnTo>
                  <a:lnTo>
                    <a:pt x="75410" y="118032"/>
                  </a:lnTo>
                  <a:lnTo>
                    <a:pt x="73770" y="118032"/>
                  </a:lnTo>
                  <a:lnTo>
                    <a:pt x="75410" y="122950"/>
                  </a:lnTo>
                  <a:lnTo>
                    <a:pt x="75410" y="126229"/>
                  </a:lnTo>
                  <a:lnTo>
                    <a:pt x="72131" y="127868"/>
                  </a:lnTo>
                  <a:lnTo>
                    <a:pt x="70492" y="127868"/>
                  </a:lnTo>
                  <a:lnTo>
                    <a:pt x="68852" y="126229"/>
                  </a:lnTo>
                  <a:lnTo>
                    <a:pt x="65573" y="127868"/>
                  </a:lnTo>
                  <a:lnTo>
                    <a:pt x="63934" y="127868"/>
                  </a:lnTo>
                  <a:lnTo>
                    <a:pt x="63934" y="129508"/>
                  </a:lnTo>
                  <a:lnTo>
                    <a:pt x="63934" y="129508"/>
                  </a:lnTo>
                  <a:lnTo>
                    <a:pt x="63934" y="129508"/>
                  </a:lnTo>
                  <a:lnTo>
                    <a:pt x="62295" y="127868"/>
                  </a:lnTo>
                  <a:lnTo>
                    <a:pt x="60656" y="124590"/>
                  </a:lnTo>
                  <a:lnTo>
                    <a:pt x="62295" y="121311"/>
                  </a:lnTo>
                  <a:lnTo>
                    <a:pt x="60656" y="116393"/>
                  </a:lnTo>
                  <a:lnTo>
                    <a:pt x="59016" y="113114"/>
                  </a:lnTo>
                  <a:lnTo>
                    <a:pt x="59016" y="109836"/>
                  </a:lnTo>
                  <a:lnTo>
                    <a:pt x="57377" y="106557"/>
                  </a:lnTo>
                  <a:lnTo>
                    <a:pt x="59016" y="101639"/>
                  </a:lnTo>
                  <a:lnTo>
                    <a:pt x="59016" y="100000"/>
                  </a:lnTo>
                  <a:lnTo>
                    <a:pt x="57377" y="96721"/>
                  </a:lnTo>
                  <a:lnTo>
                    <a:pt x="59016" y="95082"/>
                  </a:lnTo>
                  <a:lnTo>
                    <a:pt x="59016" y="93442"/>
                  </a:lnTo>
                  <a:lnTo>
                    <a:pt x="60656" y="90164"/>
                  </a:lnTo>
                  <a:lnTo>
                    <a:pt x="62295" y="86885"/>
                  </a:lnTo>
                  <a:lnTo>
                    <a:pt x="60656" y="83606"/>
                  </a:lnTo>
                  <a:lnTo>
                    <a:pt x="60656" y="78688"/>
                  </a:lnTo>
                  <a:lnTo>
                    <a:pt x="59016" y="75410"/>
                  </a:lnTo>
                  <a:lnTo>
                    <a:pt x="57377" y="72131"/>
                  </a:lnTo>
                  <a:lnTo>
                    <a:pt x="57377" y="72131"/>
                  </a:lnTo>
                  <a:lnTo>
                    <a:pt x="55737" y="68852"/>
                  </a:lnTo>
                  <a:lnTo>
                    <a:pt x="54098" y="65573"/>
                  </a:lnTo>
                  <a:lnTo>
                    <a:pt x="50820" y="62295"/>
                  </a:lnTo>
                  <a:lnTo>
                    <a:pt x="47541" y="59016"/>
                  </a:lnTo>
                  <a:lnTo>
                    <a:pt x="44262" y="57377"/>
                  </a:lnTo>
                  <a:lnTo>
                    <a:pt x="42623" y="54098"/>
                  </a:lnTo>
                  <a:lnTo>
                    <a:pt x="42623" y="54098"/>
                  </a:lnTo>
                  <a:lnTo>
                    <a:pt x="39344" y="50820"/>
                  </a:lnTo>
                  <a:lnTo>
                    <a:pt x="36066" y="47541"/>
                  </a:lnTo>
                  <a:lnTo>
                    <a:pt x="36066" y="42623"/>
                  </a:lnTo>
                  <a:lnTo>
                    <a:pt x="31147" y="42623"/>
                  </a:lnTo>
                  <a:lnTo>
                    <a:pt x="31147" y="40983"/>
                  </a:lnTo>
                  <a:lnTo>
                    <a:pt x="27869" y="37705"/>
                  </a:lnTo>
                  <a:lnTo>
                    <a:pt x="27869" y="36066"/>
                  </a:lnTo>
                  <a:lnTo>
                    <a:pt x="22951" y="32787"/>
                  </a:lnTo>
                  <a:lnTo>
                    <a:pt x="22951" y="29508"/>
                  </a:lnTo>
                  <a:lnTo>
                    <a:pt x="21312" y="24590"/>
                  </a:lnTo>
                  <a:lnTo>
                    <a:pt x="19672" y="21311"/>
                  </a:lnTo>
                  <a:lnTo>
                    <a:pt x="18033" y="19672"/>
                  </a:lnTo>
                  <a:lnTo>
                    <a:pt x="18033" y="19672"/>
                  </a:lnTo>
                  <a:lnTo>
                    <a:pt x="14754" y="16393"/>
                  </a:lnTo>
                  <a:lnTo>
                    <a:pt x="11476" y="13115"/>
                  </a:lnTo>
                  <a:lnTo>
                    <a:pt x="8197" y="9836"/>
                  </a:lnTo>
                  <a:lnTo>
                    <a:pt x="3279" y="9836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84" name="Freeform 4183">
              <a:extLst>
                <a:ext uri="{FF2B5EF4-FFF2-40B4-BE49-F238E27FC236}">
                  <a16:creationId xmlns:a16="http://schemas.microsoft.com/office/drawing/2014/main" id="{7412D879-7DDA-0242-A82A-F9C46849B3A1}"/>
                </a:ext>
              </a:extLst>
            </p:cNvPr>
            <p:cNvSpPr/>
            <p:nvPr/>
          </p:nvSpPr>
          <p:spPr>
            <a:xfrm>
              <a:off x="6671407" y="2591953"/>
              <a:ext cx="52458" cy="70491"/>
            </a:xfrm>
            <a:custGeom>
              <a:avLst/>
              <a:gdLst>
                <a:gd name="connsiteX0" fmla="*/ 0 w 52458"/>
                <a:gd name="connsiteY0" fmla="*/ 70491 h 70491"/>
                <a:gd name="connsiteX1" fmla="*/ 1639 w 52458"/>
                <a:gd name="connsiteY1" fmla="*/ 68852 h 70491"/>
                <a:gd name="connsiteX2" fmla="*/ 3278 w 52458"/>
                <a:gd name="connsiteY2" fmla="*/ 65573 h 70491"/>
                <a:gd name="connsiteX3" fmla="*/ 3278 w 52458"/>
                <a:gd name="connsiteY3" fmla="*/ 62295 h 70491"/>
                <a:gd name="connsiteX4" fmla="*/ 4918 w 52458"/>
                <a:gd name="connsiteY4" fmla="*/ 60655 h 70491"/>
                <a:gd name="connsiteX5" fmla="*/ 4918 w 52458"/>
                <a:gd name="connsiteY5" fmla="*/ 59016 h 70491"/>
                <a:gd name="connsiteX6" fmla="*/ 4918 w 52458"/>
                <a:gd name="connsiteY6" fmla="*/ 55737 h 70491"/>
                <a:gd name="connsiteX7" fmla="*/ 6557 w 52458"/>
                <a:gd name="connsiteY7" fmla="*/ 52459 h 70491"/>
                <a:gd name="connsiteX8" fmla="*/ 8197 w 52458"/>
                <a:gd name="connsiteY8" fmla="*/ 49180 h 70491"/>
                <a:gd name="connsiteX9" fmla="*/ 9836 w 52458"/>
                <a:gd name="connsiteY9" fmla="*/ 47541 h 70491"/>
                <a:gd name="connsiteX10" fmla="*/ 9836 w 52458"/>
                <a:gd name="connsiteY10" fmla="*/ 44262 h 70491"/>
                <a:gd name="connsiteX11" fmla="*/ 11475 w 52458"/>
                <a:gd name="connsiteY11" fmla="*/ 40983 h 70491"/>
                <a:gd name="connsiteX12" fmla="*/ 11475 w 52458"/>
                <a:gd name="connsiteY12" fmla="*/ 36065 h 70491"/>
                <a:gd name="connsiteX13" fmla="*/ 11475 w 52458"/>
                <a:gd name="connsiteY13" fmla="*/ 36065 h 70491"/>
                <a:gd name="connsiteX14" fmla="*/ 14754 w 52458"/>
                <a:gd name="connsiteY14" fmla="*/ 34426 h 70491"/>
                <a:gd name="connsiteX15" fmla="*/ 14754 w 52458"/>
                <a:gd name="connsiteY15" fmla="*/ 31147 h 70491"/>
                <a:gd name="connsiteX16" fmla="*/ 16393 w 52458"/>
                <a:gd name="connsiteY16" fmla="*/ 31147 h 70491"/>
                <a:gd name="connsiteX17" fmla="*/ 16393 w 52458"/>
                <a:gd name="connsiteY17" fmla="*/ 26229 h 70491"/>
                <a:gd name="connsiteX18" fmla="*/ 16393 w 52458"/>
                <a:gd name="connsiteY18" fmla="*/ 24590 h 70491"/>
                <a:gd name="connsiteX19" fmla="*/ 16393 w 52458"/>
                <a:gd name="connsiteY19" fmla="*/ 19672 h 70491"/>
                <a:gd name="connsiteX20" fmla="*/ 16393 w 52458"/>
                <a:gd name="connsiteY20" fmla="*/ 18033 h 70491"/>
                <a:gd name="connsiteX21" fmla="*/ 19672 w 52458"/>
                <a:gd name="connsiteY21" fmla="*/ 14754 h 70491"/>
                <a:gd name="connsiteX22" fmla="*/ 21311 w 52458"/>
                <a:gd name="connsiteY22" fmla="*/ 13114 h 70491"/>
                <a:gd name="connsiteX23" fmla="*/ 22951 w 52458"/>
                <a:gd name="connsiteY23" fmla="*/ 9836 h 70491"/>
                <a:gd name="connsiteX24" fmla="*/ 26229 w 52458"/>
                <a:gd name="connsiteY24" fmla="*/ 6557 h 70491"/>
                <a:gd name="connsiteX25" fmla="*/ 26229 w 52458"/>
                <a:gd name="connsiteY25" fmla="*/ 6557 h 70491"/>
                <a:gd name="connsiteX26" fmla="*/ 27868 w 52458"/>
                <a:gd name="connsiteY26" fmla="*/ 4918 h 70491"/>
                <a:gd name="connsiteX27" fmla="*/ 26229 w 52458"/>
                <a:gd name="connsiteY27" fmla="*/ 1639 h 70491"/>
                <a:gd name="connsiteX28" fmla="*/ 26229 w 52458"/>
                <a:gd name="connsiteY28" fmla="*/ 1639 h 70491"/>
                <a:gd name="connsiteX29" fmla="*/ 29508 w 52458"/>
                <a:gd name="connsiteY29" fmla="*/ 1639 h 70491"/>
                <a:gd name="connsiteX30" fmla="*/ 31147 w 52458"/>
                <a:gd name="connsiteY30" fmla="*/ 1639 h 70491"/>
                <a:gd name="connsiteX31" fmla="*/ 32787 w 52458"/>
                <a:gd name="connsiteY31" fmla="*/ 1639 h 70491"/>
                <a:gd name="connsiteX32" fmla="*/ 32787 w 52458"/>
                <a:gd name="connsiteY32" fmla="*/ 1639 h 70491"/>
                <a:gd name="connsiteX33" fmla="*/ 32787 w 52458"/>
                <a:gd name="connsiteY33" fmla="*/ 1639 h 70491"/>
                <a:gd name="connsiteX34" fmla="*/ 36065 w 52458"/>
                <a:gd name="connsiteY34" fmla="*/ 1639 h 70491"/>
                <a:gd name="connsiteX35" fmla="*/ 39344 w 52458"/>
                <a:gd name="connsiteY35" fmla="*/ 1639 h 70491"/>
                <a:gd name="connsiteX36" fmla="*/ 39344 w 52458"/>
                <a:gd name="connsiteY36" fmla="*/ 0 h 70491"/>
                <a:gd name="connsiteX37" fmla="*/ 39344 w 52458"/>
                <a:gd name="connsiteY37" fmla="*/ 0 h 70491"/>
                <a:gd name="connsiteX38" fmla="*/ 39344 w 52458"/>
                <a:gd name="connsiteY38" fmla="*/ 0 h 70491"/>
                <a:gd name="connsiteX39" fmla="*/ 39344 w 52458"/>
                <a:gd name="connsiteY39" fmla="*/ 0 h 70491"/>
                <a:gd name="connsiteX40" fmla="*/ 40983 w 52458"/>
                <a:gd name="connsiteY40" fmla="*/ 0 h 70491"/>
                <a:gd name="connsiteX41" fmla="*/ 40983 w 52458"/>
                <a:gd name="connsiteY41" fmla="*/ 0 h 70491"/>
                <a:gd name="connsiteX42" fmla="*/ 40983 w 52458"/>
                <a:gd name="connsiteY42" fmla="*/ 0 h 70491"/>
                <a:gd name="connsiteX43" fmla="*/ 42623 w 52458"/>
                <a:gd name="connsiteY43" fmla="*/ 1639 h 70491"/>
                <a:gd name="connsiteX44" fmla="*/ 42623 w 52458"/>
                <a:gd name="connsiteY44" fmla="*/ 1639 h 70491"/>
                <a:gd name="connsiteX45" fmla="*/ 42623 w 52458"/>
                <a:gd name="connsiteY45" fmla="*/ 3279 h 70491"/>
                <a:gd name="connsiteX46" fmla="*/ 40983 w 52458"/>
                <a:gd name="connsiteY46" fmla="*/ 6557 h 70491"/>
                <a:gd name="connsiteX47" fmla="*/ 40983 w 52458"/>
                <a:gd name="connsiteY47" fmla="*/ 8197 h 70491"/>
                <a:gd name="connsiteX48" fmla="*/ 44262 w 52458"/>
                <a:gd name="connsiteY48" fmla="*/ 8197 h 70491"/>
                <a:gd name="connsiteX49" fmla="*/ 45901 w 52458"/>
                <a:gd name="connsiteY49" fmla="*/ 9836 h 70491"/>
                <a:gd name="connsiteX50" fmla="*/ 49180 w 52458"/>
                <a:gd name="connsiteY50" fmla="*/ 11475 h 70491"/>
                <a:gd name="connsiteX51" fmla="*/ 47541 w 52458"/>
                <a:gd name="connsiteY51" fmla="*/ 13114 h 70491"/>
                <a:gd name="connsiteX52" fmla="*/ 50820 w 52458"/>
                <a:gd name="connsiteY52" fmla="*/ 16393 h 70491"/>
                <a:gd name="connsiteX53" fmla="*/ 52458 w 52458"/>
                <a:gd name="connsiteY53" fmla="*/ 21311 h 70491"/>
                <a:gd name="connsiteX54" fmla="*/ 50820 w 52458"/>
                <a:gd name="connsiteY54" fmla="*/ 24590 h 70491"/>
                <a:gd name="connsiteX55" fmla="*/ 47541 w 52458"/>
                <a:gd name="connsiteY55" fmla="*/ 27869 h 70491"/>
                <a:gd name="connsiteX56" fmla="*/ 44262 w 52458"/>
                <a:gd name="connsiteY56" fmla="*/ 29508 h 70491"/>
                <a:gd name="connsiteX57" fmla="*/ 40983 w 52458"/>
                <a:gd name="connsiteY57" fmla="*/ 32787 h 70491"/>
                <a:gd name="connsiteX58" fmla="*/ 44262 w 52458"/>
                <a:gd name="connsiteY58" fmla="*/ 36065 h 70491"/>
                <a:gd name="connsiteX59" fmla="*/ 44262 w 52458"/>
                <a:gd name="connsiteY59" fmla="*/ 37705 h 70491"/>
                <a:gd name="connsiteX60" fmla="*/ 40983 w 52458"/>
                <a:gd name="connsiteY60" fmla="*/ 36065 h 70491"/>
                <a:gd name="connsiteX61" fmla="*/ 37705 w 52458"/>
                <a:gd name="connsiteY61" fmla="*/ 37705 h 70491"/>
                <a:gd name="connsiteX62" fmla="*/ 37705 w 52458"/>
                <a:gd name="connsiteY62" fmla="*/ 37705 h 70491"/>
                <a:gd name="connsiteX63" fmla="*/ 36065 w 52458"/>
                <a:gd name="connsiteY63" fmla="*/ 36065 h 70491"/>
                <a:gd name="connsiteX64" fmla="*/ 32787 w 52458"/>
                <a:gd name="connsiteY64" fmla="*/ 37705 h 70491"/>
                <a:gd name="connsiteX65" fmla="*/ 31147 w 52458"/>
                <a:gd name="connsiteY65" fmla="*/ 40983 h 70491"/>
                <a:gd name="connsiteX66" fmla="*/ 31147 w 52458"/>
                <a:gd name="connsiteY66" fmla="*/ 44262 h 70491"/>
                <a:gd name="connsiteX67" fmla="*/ 32787 w 52458"/>
                <a:gd name="connsiteY67" fmla="*/ 47541 h 70491"/>
                <a:gd name="connsiteX68" fmla="*/ 32787 w 52458"/>
                <a:gd name="connsiteY68" fmla="*/ 47541 h 70491"/>
                <a:gd name="connsiteX69" fmla="*/ 34426 w 52458"/>
                <a:gd name="connsiteY69" fmla="*/ 49180 h 70491"/>
                <a:gd name="connsiteX70" fmla="*/ 31147 w 52458"/>
                <a:gd name="connsiteY70" fmla="*/ 50819 h 70491"/>
                <a:gd name="connsiteX71" fmla="*/ 29508 w 52458"/>
                <a:gd name="connsiteY71" fmla="*/ 50819 h 70491"/>
                <a:gd name="connsiteX72" fmla="*/ 31147 w 52458"/>
                <a:gd name="connsiteY72" fmla="*/ 52459 h 70491"/>
                <a:gd name="connsiteX73" fmla="*/ 27868 w 52458"/>
                <a:gd name="connsiteY73" fmla="*/ 55737 h 70491"/>
                <a:gd name="connsiteX74" fmla="*/ 27868 w 52458"/>
                <a:gd name="connsiteY74" fmla="*/ 55737 h 70491"/>
                <a:gd name="connsiteX75" fmla="*/ 26229 w 52458"/>
                <a:gd name="connsiteY75" fmla="*/ 55737 h 70491"/>
                <a:gd name="connsiteX76" fmla="*/ 24590 w 52458"/>
                <a:gd name="connsiteY76" fmla="*/ 59016 h 70491"/>
                <a:gd name="connsiteX77" fmla="*/ 22951 w 52458"/>
                <a:gd name="connsiteY77" fmla="*/ 59016 h 70491"/>
                <a:gd name="connsiteX78" fmla="*/ 22951 w 52458"/>
                <a:gd name="connsiteY78" fmla="*/ 59016 h 70491"/>
                <a:gd name="connsiteX79" fmla="*/ 21311 w 52458"/>
                <a:gd name="connsiteY79" fmla="*/ 62295 h 70491"/>
                <a:gd name="connsiteX80" fmla="*/ 19672 w 52458"/>
                <a:gd name="connsiteY80" fmla="*/ 62295 h 70491"/>
                <a:gd name="connsiteX81" fmla="*/ 19672 w 52458"/>
                <a:gd name="connsiteY81" fmla="*/ 62295 h 70491"/>
                <a:gd name="connsiteX82" fmla="*/ 19672 w 52458"/>
                <a:gd name="connsiteY82" fmla="*/ 62295 h 70491"/>
                <a:gd name="connsiteX83" fmla="*/ 18033 w 52458"/>
                <a:gd name="connsiteY83" fmla="*/ 62295 h 70491"/>
                <a:gd name="connsiteX84" fmla="*/ 18033 w 52458"/>
                <a:gd name="connsiteY84" fmla="*/ 60655 h 70491"/>
                <a:gd name="connsiteX85" fmla="*/ 16393 w 52458"/>
                <a:gd name="connsiteY85" fmla="*/ 62295 h 70491"/>
                <a:gd name="connsiteX86" fmla="*/ 16393 w 52458"/>
                <a:gd name="connsiteY86" fmla="*/ 67213 h 70491"/>
                <a:gd name="connsiteX87" fmla="*/ 14754 w 52458"/>
                <a:gd name="connsiteY87" fmla="*/ 68852 h 70491"/>
                <a:gd name="connsiteX88" fmla="*/ 13114 w 52458"/>
                <a:gd name="connsiteY88" fmla="*/ 70491 h 70491"/>
                <a:gd name="connsiteX89" fmla="*/ 9836 w 52458"/>
                <a:gd name="connsiteY89" fmla="*/ 70491 h 70491"/>
                <a:gd name="connsiteX90" fmla="*/ 8197 w 52458"/>
                <a:gd name="connsiteY90" fmla="*/ 68852 h 70491"/>
                <a:gd name="connsiteX91" fmla="*/ 4918 w 52458"/>
                <a:gd name="connsiteY91" fmla="*/ 70491 h 70491"/>
                <a:gd name="connsiteX92" fmla="*/ 1639 w 52458"/>
                <a:gd name="connsiteY92" fmla="*/ 70491 h 7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52458" h="70491">
                  <a:moveTo>
                    <a:pt x="0" y="70491"/>
                  </a:moveTo>
                  <a:lnTo>
                    <a:pt x="1639" y="68852"/>
                  </a:lnTo>
                  <a:lnTo>
                    <a:pt x="3278" y="65573"/>
                  </a:lnTo>
                  <a:lnTo>
                    <a:pt x="3278" y="62295"/>
                  </a:lnTo>
                  <a:lnTo>
                    <a:pt x="4918" y="60655"/>
                  </a:lnTo>
                  <a:lnTo>
                    <a:pt x="4918" y="59016"/>
                  </a:lnTo>
                  <a:lnTo>
                    <a:pt x="4918" y="55737"/>
                  </a:lnTo>
                  <a:lnTo>
                    <a:pt x="6557" y="52459"/>
                  </a:lnTo>
                  <a:lnTo>
                    <a:pt x="8197" y="49180"/>
                  </a:lnTo>
                  <a:lnTo>
                    <a:pt x="9836" y="47541"/>
                  </a:lnTo>
                  <a:lnTo>
                    <a:pt x="9836" y="44262"/>
                  </a:lnTo>
                  <a:lnTo>
                    <a:pt x="11475" y="40983"/>
                  </a:lnTo>
                  <a:lnTo>
                    <a:pt x="11475" y="36065"/>
                  </a:lnTo>
                  <a:lnTo>
                    <a:pt x="11475" y="36065"/>
                  </a:lnTo>
                  <a:lnTo>
                    <a:pt x="14754" y="34426"/>
                  </a:lnTo>
                  <a:lnTo>
                    <a:pt x="14754" y="31147"/>
                  </a:lnTo>
                  <a:lnTo>
                    <a:pt x="16393" y="31147"/>
                  </a:lnTo>
                  <a:lnTo>
                    <a:pt x="16393" y="26229"/>
                  </a:lnTo>
                  <a:lnTo>
                    <a:pt x="16393" y="24590"/>
                  </a:lnTo>
                  <a:lnTo>
                    <a:pt x="16393" y="19672"/>
                  </a:lnTo>
                  <a:lnTo>
                    <a:pt x="16393" y="18033"/>
                  </a:lnTo>
                  <a:lnTo>
                    <a:pt x="19672" y="14754"/>
                  </a:lnTo>
                  <a:lnTo>
                    <a:pt x="21311" y="13114"/>
                  </a:lnTo>
                  <a:lnTo>
                    <a:pt x="22951" y="9836"/>
                  </a:lnTo>
                  <a:lnTo>
                    <a:pt x="26229" y="6557"/>
                  </a:lnTo>
                  <a:lnTo>
                    <a:pt x="26229" y="6557"/>
                  </a:lnTo>
                  <a:lnTo>
                    <a:pt x="27868" y="4918"/>
                  </a:lnTo>
                  <a:lnTo>
                    <a:pt x="26229" y="1639"/>
                  </a:lnTo>
                  <a:lnTo>
                    <a:pt x="26229" y="1639"/>
                  </a:lnTo>
                  <a:lnTo>
                    <a:pt x="29508" y="1639"/>
                  </a:lnTo>
                  <a:lnTo>
                    <a:pt x="31147" y="1639"/>
                  </a:lnTo>
                  <a:lnTo>
                    <a:pt x="32787" y="1639"/>
                  </a:lnTo>
                  <a:lnTo>
                    <a:pt x="32787" y="1639"/>
                  </a:lnTo>
                  <a:lnTo>
                    <a:pt x="32787" y="1639"/>
                  </a:lnTo>
                  <a:lnTo>
                    <a:pt x="36065" y="1639"/>
                  </a:lnTo>
                  <a:lnTo>
                    <a:pt x="39344" y="1639"/>
                  </a:lnTo>
                  <a:lnTo>
                    <a:pt x="39344" y="0"/>
                  </a:lnTo>
                  <a:lnTo>
                    <a:pt x="39344" y="0"/>
                  </a:lnTo>
                  <a:lnTo>
                    <a:pt x="39344" y="0"/>
                  </a:lnTo>
                  <a:lnTo>
                    <a:pt x="39344" y="0"/>
                  </a:lnTo>
                  <a:lnTo>
                    <a:pt x="40983" y="0"/>
                  </a:lnTo>
                  <a:lnTo>
                    <a:pt x="40983" y="0"/>
                  </a:lnTo>
                  <a:lnTo>
                    <a:pt x="40983" y="0"/>
                  </a:lnTo>
                  <a:lnTo>
                    <a:pt x="42623" y="1639"/>
                  </a:lnTo>
                  <a:lnTo>
                    <a:pt x="42623" y="1639"/>
                  </a:lnTo>
                  <a:lnTo>
                    <a:pt x="42623" y="3279"/>
                  </a:lnTo>
                  <a:lnTo>
                    <a:pt x="40983" y="6557"/>
                  </a:lnTo>
                  <a:lnTo>
                    <a:pt x="40983" y="8197"/>
                  </a:lnTo>
                  <a:lnTo>
                    <a:pt x="44262" y="8197"/>
                  </a:lnTo>
                  <a:lnTo>
                    <a:pt x="45901" y="9836"/>
                  </a:lnTo>
                  <a:lnTo>
                    <a:pt x="49180" y="11475"/>
                  </a:lnTo>
                  <a:lnTo>
                    <a:pt x="47541" y="13114"/>
                  </a:lnTo>
                  <a:lnTo>
                    <a:pt x="50820" y="16393"/>
                  </a:lnTo>
                  <a:lnTo>
                    <a:pt x="52458" y="21311"/>
                  </a:lnTo>
                  <a:lnTo>
                    <a:pt x="50820" y="24590"/>
                  </a:lnTo>
                  <a:lnTo>
                    <a:pt x="47541" y="27869"/>
                  </a:lnTo>
                  <a:lnTo>
                    <a:pt x="44262" y="29508"/>
                  </a:lnTo>
                  <a:lnTo>
                    <a:pt x="40983" y="32787"/>
                  </a:lnTo>
                  <a:lnTo>
                    <a:pt x="44262" y="36065"/>
                  </a:lnTo>
                  <a:lnTo>
                    <a:pt x="44262" y="37705"/>
                  </a:lnTo>
                  <a:lnTo>
                    <a:pt x="40983" y="36065"/>
                  </a:lnTo>
                  <a:lnTo>
                    <a:pt x="37705" y="37705"/>
                  </a:lnTo>
                  <a:lnTo>
                    <a:pt x="37705" y="37705"/>
                  </a:lnTo>
                  <a:lnTo>
                    <a:pt x="36065" y="36065"/>
                  </a:lnTo>
                  <a:lnTo>
                    <a:pt x="32787" y="37705"/>
                  </a:lnTo>
                  <a:lnTo>
                    <a:pt x="31147" y="40983"/>
                  </a:lnTo>
                  <a:lnTo>
                    <a:pt x="31147" y="44262"/>
                  </a:lnTo>
                  <a:lnTo>
                    <a:pt x="32787" y="47541"/>
                  </a:lnTo>
                  <a:lnTo>
                    <a:pt x="32787" y="47541"/>
                  </a:lnTo>
                  <a:lnTo>
                    <a:pt x="34426" y="49180"/>
                  </a:lnTo>
                  <a:lnTo>
                    <a:pt x="31147" y="50819"/>
                  </a:lnTo>
                  <a:lnTo>
                    <a:pt x="29508" y="50819"/>
                  </a:lnTo>
                  <a:lnTo>
                    <a:pt x="31147" y="52459"/>
                  </a:lnTo>
                  <a:lnTo>
                    <a:pt x="27868" y="55737"/>
                  </a:lnTo>
                  <a:lnTo>
                    <a:pt x="27868" y="55737"/>
                  </a:lnTo>
                  <a:lnTo>
                    <a:pt x="26229" y="55737"/>
                  </a:lnTo>
                  <a:lnTo>
                    <a:pt x="24590" y="59016"/>
                  </a:lnTo>
                  <a:lnTo>
                    <a:pt x="22951" y="59016"/>
                  </a:lnTo>
                  <a:lnTo>
                    <a:pt x="22951" y="59016"/>
                  </a:lnTo>
                  <a:lnTo>
                    <a:pt x="21311" y="62295"/>
                  </a:lnTo>
                  <a:lnTo>
                    <a:pt x="19672" y="62295"/>
                  </a:lnTo>
                  <a:lnTo>
                    <a:pt x="19672" y="62295"/>
                  </a:lnTo>
                  <a:lnTo>
                    <a:pt x="19672" y="62295"/>
                  </a:lnTo>
                  <a:lnTo>
                    <a:pt x="18033" y="62295"/>
                  </a:lnTo>
                  <a:lnTo>
                    <a:pt x="18033" y="60655"/>
                  </a:lnTo>
                  <a:lnTo>
                    <a:pt x="16393" y="62295"/>
                  </a:lnTo>
                  <a:lnTo>
                    <a:pt x="16393" y="67213"/>
                  </a:lnTo>
                  <a:lnTo>
                    <a:pt x="14754" y="68852"/>
                  </a:lnTo>
                  <a:lnTo>
                    <a:pt x="13114" y="70491"/>
                  </a:lnTo>
                  <a:lnTo>
                    <a:pt x="9836" y="70491"/>
                  </a:lnTo>
                  <a:lnTo>
                    <a:pt x="8197" y="68852"/>
                  </a:lnTo>
                  <a:lnTo>
                    <a:pt x="4918" y="70491"/>
                  </a:lnTo>
                  <a:lnTo>
                    <a:pt x="1639" y="7049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85" name="Freeform 4184">
              <a:extLst>
                <a:ext uri="{FF2B5EF4-FFF2-40B4-BE49-F238E27FC236}">
                  <a16:creationId xmlns:a16="http://schemas.microsoft.com/office/drawing/2014/main" id="{2271E097-495F-AA44-B609-9F7A3513FFED}"/>
                </a:ext>
              </a:extLst>
            </p:cNvPr>
            <p:cNvSpPr/>
            <p:nvPr/>
          </p:nvSpPr>
          <p:spPr>
            <a:xfrm>
              <a:off x="8355005" y="2780477"/>
              <a:ext cx="321310" cy="178687"/>
            </a:xfrm>
            <a:custGeom>
              <a:avLst/>
              <a:gdLst>
                <a:gd name="connsiteX0" fmla="*/ 1640 w 321310"/>
                <a:gd name="connsiteY0" fmla="*/ 63934 h 178687"/>
                <a:gd name="connsiteX1" fmla="*/ 3279 w 321310"/>
                <a:gd name="connsiteY1" fmla="*/ 62295 h 178687"/>
                <a:gd name="connsiteX2" fmla="*/ 3279 w 321310"/>
                <a:gd name="connsiteY2" fmla="*/ 59016 h 178687"/>
                <a:gd name="connsiteX3" fmla="*/ 3279 w 321310"/>
                <a:gd name="connsiteY3" fmla="*/ 57377 h 178687"/>
                <a:gd name="connsiteX4" fmla="*/ 3279 w 321310"/>
                <a:gd name="connsiteY4" fmla="*/ 57377 h 178687"/>
                <a:gd name="connsiteX5" fmla="*/ 6558 w 321310"/>
                <a:gd name="connsiteY5" fmla="*/ 55737 h 178687"/>
                <a:gd name="connsiteX6" fmla="*/ 6558 w 321310"/>
                <a:gd name="connsiteY6" fmla="*/ 52459 h 178687"/>
                <a:gd name="connsiteX7" fmla="*/ 6558 w 321310"/>
                <a:gd name="connsiteY7" fmla="*/ 47541 h 178687"/>
                <a:gd name="connsiteX8" fmla="*/ 4918 w 321310"/>
                <a:gd name="connsiteY8" fmla="*/ 44262 h 178687"/>
                <a:gd name="connsiteX9" fmla="*/ 6558 w 321310"/>
                <a:gd name="connsiteY9" fmla="*/ 40983 h 178687"/>
                <a:gd name="connsiteX10" fmla="*/ 6558 w 321310"/>
                <a:gd name="connsiteY10" fmla="*/ 39344 h 178687"/>
                <a:gd name="connsiteX11" fmla="*/ 8197 w 321310"/>
                <a:gd name="connsiteY11" fmla="*/ 36065 h 178687"/>
                <a:gd name="connsiteX12" fmla="*/ 8197 w 321310"/>
                <a:gd name="connsiteY12" fmla="*/ 32787 h 178687"/>
                <a:gd name="connsiteX13" fmla="*/ 6558 w 321310"/>
                <a:gd name="connsiteY13" fmla="*/ 29508 h 178687"/>
                <a:gd name="connsiteX14" fmla="*/ 9837 w 321310"/>
                <a:gd name="connsiteY14" fmla="*/ 26229 h 178687"/>
                <a:gd name="connsiteX15" fmla="*/ 11476 w 321310"/>
                <a:gd name="connsiteY15" fmla="*/ 22951 h 178687"/>
                <a:gd name="connsiteX16" fmla="*/ 14754 w 321310"/>
                <a:gd name="connsiteY16" fmla="*/ 19672 h 178687"/>
                <a:gd name="connsiteX17" fmla="*/ 16393 w 321310"/>
                <a:gd name="connsiteY17" fmla="*/ 18033 h 178687"/>
                <a:gd name="connsiteX18" fmla="*/ 18033 w 321310"/>
                <a:gd name="connsiteY18" fmla="*/ 18033 h 178687"/>
                <a:gd name="connsiteX19" fmla="*/ 19672 w 321310"/>
                <a:gd name="connsiteY19" fmla="*/ 13114 h 178687"/>
                <a:gd name="connsiteX20" fmla="*/ 21311 w 321310"/>
                <a:gd name="connsiteY20" fmla="*/ 9836 h 178687"/>
                <a:gd name="connsiteX21" fmla="*/ 24590 w 321310"/>
                <a:gd name="connsiteY21" fmla="*/ 9836 h 178687"/>
                <a:gd name="connsiteX22" fmla="*/ 26230 w 321310"/>
                <a:gd name="connsiteY22" fmla="*/ 8197 h 178687"/>
                <a:gd name="connsiteX23" fmla="*/ 29508 w 321310"/>
                <a:gd name="connsiteY23" fmla="*/ 13114 h 178687"/>
                <a:gd name="connsiteX24" fmla="*/ 31148 w 321310"/>
                <a:gd name="connsiteY24" fmla="*/ 16393 h 178687"/>
                <a:gd name="connsiteX25" fmla="*/ 34427 w 321310"/>
                <a:gd name="connsiteY25" fmla="*/ 18033 h 178687"/>
                <a:gd name="connsiteX26" fmla="*/ 37705 w 321310"/>
                <a:gd name="connsiteY26" fmla="*/ 14754 h 178687"/>
                <a:gd name="connsiteX27" fmla="*/ 39344 w 321310"/>
                <a:gd name="connsiteY27" fmla="*/ 11475 h 178687"/>
                <a:gd name="connsiteX28" fmla="*/ 39344 w 321310"/>
                <a:gd name="connsiteY28" fmla="*/ 11475 h 178687"/>
                <a:gd name="connsiteX29" fmla="*/ 39344 w 321310"/>
                <a:gd name="connsiteY29" fmla="*/ 6557 h 178687"/>
                <a:gd name="connsiteX30" fmla="*/ 39344 w 321310"/>
                <a:gd name="connsiteY30" fmla="*/ 3279 h 178687"/>
                <a:gd name="connsiteX31" fmla="*/ 44262 w 321310"/>
                <a:gd name="connsiteY31" fmla="*/ 3279 h 178687"/>
                <a:gd name="connsiteX32" fmla="*/ 45901 w 321310"/>
                <a:gd name="connsiteY32" fmla="*/ 0 h 178687"/>
                <a:gd name="connsiteX33" fmla="*/ 50820 w 321310"/>
                <a:gd name="connsiteY33" fmla="*/ 0 h 178687"/>
                <a:gd name="connsiteX34" fmla="*/ 55738 w 321310"/>
                <a:gd name="connsiteY34" fmla="*/ 1639 h 178687"/>
                <a:gd name="connsiteX35" fmla="*/ 59017 w 321310"/>
                <a:gd name="connsiteY35" fmla="*/ 1639 h 178687"/>
                <a:gd name="connsiteX36" fmla="*/ 62295 w 321310"/>
                <a:gd name="connsiteY36" fmla="*/ 3279 h 178687"/>
                <a:gd name="connsiteX37" fmla="*/ 65573 w 321310"/>
                <a:gd name="connsiteY37" fmla="*/ 8197 h 178687"/>
                <a:gd name="connsiteX38" fmla="*/ 68852 w 321310"/>
                <a:gd name="connsiteY38" fmla="*/ 11475 h 178687"/>
                <a:gd name="connsiteX39" fmla="*/ 72131 w 321310"/>
                <a:gd name="connsiteY39" fmla="*/ 14754 h 178687"/>
                <a:gd name="connsiteX40" fmla="*/ 77049 w 321310"/>
                <a:gd name="connsiteY40" fmla="*/ 16393 h 178687"/>
                <a:gd name="connsiteX41" fmla="*/ 80328 w 321310"/>
                <a:gd name="connsiteY41" fmla="*/ 18033 h 178687"/>
                <a:gd name="connsiteX42" fmla="*/ 85246 w 321310"/>
                <a:gd name="connsiteY42" fmla="*/ 19672 h 178687"/>
                <a:gd name="connsiteX43" fmla="*/ 88525 w 321310"/>
                <a:gd name="connsiteY43" fmla="*/ 24590 h 178687"/>
                <a:gd name="connsiteX44" fmla="*/ 93442 w 321310"/>
                <a:gd name="connsiteY44" fmla="*/ 27869 h 178687"/>
                <a:gd name="connsiteX45" fmla="*/ 96721 w 321310"/>
                <a:gd name="connsiteY45" fmla="*/ 31147 h 178687"/>
                <a:gd name="connsiteX46" fmla="*/ 101639 w 321310"/>
                <a:gd name="connsiteY46" fmla="*/ 31147 h 178687"/>
                <a:gd name="connsiteX47" fmla="*/ 104918 w 321310"/>
                <a:gd name="connsiteY47" fmla="*/ 32787 h 178687"/>
                <a:gd name="connsiteX48" fmla="*/ 108197 w 321310"/>
                <a:gd name="connsiteY48" fmla="*/ 36065 h 178687"/>
                <a:gd name="connsiteX49" fmla="*/ 113115 w 321310"/>
                <a:gd name="connsiteY49" fmla="*/ 34426 h 178687"/>
                <a:gd name="connsiteX50" fmla="*/ 116394 w 321310"/>
                <a:gd name="connsiteY50" fmla="*/ 39344 h 178687"/>
                <a:gd name="connsiteX51" fmla="*/ 119671 w 321310"/>
                <a:gd name="connsiteY51" fmla="*/ 40983 h 178687"/>
                <a:gd name="connsiteX52" fmla="*/ 121311 w 321310"/>
                <a:gd name="connsiteY52" fmla="*/ 44262 h 178687"/>
                <a:gd name="connsiteX53" fmla="*/ 124590 w 321310"/>
                <a:gd name="connsiteY53" fmla="*/ 47541 h 178687"/>
                <a:gd name="connsiteX54" fmla="*/ 127868 w 321310"/>
                <a:gd name="connsiteY54" fmla="*/ 50819 h 178687"/>
                <a:gd name="connsiteX55" fmla="*/ 131147 w 321310"/>
                <a:gd name="connsiteY55" fmla="*/ 54098 h 178687"/>
                <a:gd name="connsiteX56" fmla="*/ 132787 w 321310"/>
                <a:gd name="connsiteY56" fmla="*/ 54098 h 178687"/>
                <a:gd name="connsiteX57" fmla="*/ 136065 w 321310"/>
                <a:gd name="connsiteY57" fmla="*/ 50819 h 178687"/>
                <a:gd name="connsiteX58" fmla="*/ 140984 w 321310"/>
                <a:gd name="connsiteY58" fmla="*/ 50819 h 178687"/>
                <a:gd name="connsiteX59" fmla="*/ 144261 w 321310"/>
                <a:gd name="connsiteY59" fmla="*/ 49180 h 178687"/>
                <a:gd name="connsiteX60" fmla="*/ 145901 w 321310"/>
                <a:gd name="connsiteY60" fmla="*/ 50819 h 178687"/>
                <a:gd name="connsiteX61" fmla="*/ 150819 w 321310"/>
                <a:gd name="connsiteY61" fmla="*/ 52459 h 178687"/>
                <a:gd name="connsiteX62" fmla="*/ 152458 w 321310"/>
                <a:gd name="connsiteY62" fmla="*/ 55737 h 178687"/>
                <a:gd name="connsiteX63" fmla="*/ 155737 w 321310"/>
                <a:gd name="connsiteY63" fmla="*/ 60655 h 178687"/>
                <a:gd name="connsiteX64" fmla="*/ 155737 w 321310"/>
                <a:gd name="connsiteY64" fmla="*/ 63934 h 178687"/>
                <a:gd name="connsiteX65" fmla="*/ 155737 w 321310"/>
                <a:gd name="connsiteY65" fmla="*/ 65573 h 178687"/>
                <a:gd name="connsiteX66" fmla="*/ 160655 w 321310"/>
                <a:gd name="connsiteY66" fmla="*/ 67213 h 178687"/>
                <a:gd name="connsiteX67" fmla="*/ 163934 w 321310"/>
                <a:gd name="connsiteY67" fmla="*/ 70491 h 178687"/>
                <a:gd name="connsiteX68" fmla="*/ 167213 w 321310"/>
                <a:gd name="connsiteY68" fmla="*/ 73770 h 178687"/>
                <a:gd name="connsiteX69" fmla="*/ 172130 w 321310"/>
                <a:gd name="connsiteY69" fmla="*/ 75409 h 178687"/>
                <a:gd name="connsiteX70" fmla="*/ 175409 w 321310"/>
                <a:gd name="connsiteY70" fmla="*/ 77049 h 178687"/>
                <a:gd name="connsiteX71" fmla="*/ 178688 w 321310"/>
                <a:gd name="connsiteY71" fmla="*/ 80327 h 178687"/>
                <a:gd name="connsiteX72" fmla="*/ 183606 w 321310"/>
                <a:gd name="connsiteY72" fmla="*/ 81967 h 178687"/>
                <a:gd name="connsiteX73" fmla="*/ 186885 w 321310"/>
                <a:gd name="connsiteY73" fmla="*/ 80327 h 178687"/>
                <a:gd name="connsiteX74" fmla="*/ 186885 w 321310"/>
                <a:gd name="connsiteY74" fmla="*/ 80327 h 178687"/>
                <a:gd name="connsiteX75" fmla="*/ 191803 w 321310"/>
                <a:gd name="connsiteY75" fmla="*/ 78688 h 178687"/>
                <a:gd name="connsiteX76" fmla="*/ 195081 w 321310"/>
                <a:gd name="connsiteY76" fmla="*/ 81967 h 178687"/>
                <a:gd name="connsiteX77" fmla="*/ 191803 w 321310"/>
                <a:gd name="connsiteY77" fmla="*/ 86885 h 178687"/>
                <a:gd name="connsiteX78" fmla="*/ 193442 w 321310"/>
                <a:gd name="connsiteY78" fmla="*/ 90164 h 178687"/>
                <a:gd name="connsiteX79" fmla="*/ 193442 w 321310"/>
                <a:gd name="connsiteY79" fmla="*/ 91803 h 178687"/>
                <a:gd name="connsiteX80" fmla="*/ 196720 w 321310"/>
                <a:gd name="connsiteY80" fmla="*/ 91803 h 178687"/>
                <a:gd name="connsiteX81" fmla="*/ 201638 w 321310"/>
                <a:gd name="connsiteY81" fmla="*/ 93442 h 178687"/>
                <a:gd name="connsiteX82" fmla="*/ 204917 w 321310"/>
                <a:gd name="connsiteY82" fmla="*/ 93442 h 178687"/>
                <a:gd name="connsiteX83" fmla="*/ 209835 w 321310"/>
                <a:gd name="connsiteY83" fmla="*/ 93442 h 178687"/>
                <a:gd name="connsiteX84" fmla="*/ 213114 w 321310"/>
                <a:gd name="connsiteY84" fmla="*/ 95081 h 178687"/>
                <a:gd name="connsiteX85" fmla="*/ 214754 w 321310"/>
                <a:gd name="connsiteY85" fmla="*/ 91803 h 178687"/>
                <a:gd name="connsiteX86" fmla="*/ 218032 w 321310"/>
                <a:gd name="connsiteY86" fmla="*/ 95081 h 178687"/>
                <a:gd name="connsiteX87" fmla="*/ 222950 w 321310"/>
                <a:gd name="connsiteY87" fmla="*/ 98360 h 178687"/>
                <a:gd name="connsiteX88" fmla="*/ 226228 w 321310"/>
                <a:gd name="connsiteY88" fmla="*/ 101639 h 178687"/>
                <a:gd name="connsiteX89" fmla="*/ 227868 w 321310"/>
                <a:gd name="connsiteY89" fmla="*/ 104917 h 178687"/>
                <a:gd name="connsiteX90" fmla="*/ 227868 w 321310"/>
                <a:gd name="connsiteY90" fmla="*/ 106557 h 178687"/>
                <a:gd name="connsiteX91" fmla="*/ 229507 w 321310"/>
                <a:gd name="connsiteY91" fmla="*/ 109836 h 178687"/>
                <a:gd name="connsiteX92" fmla="*/ 232786 w 321310"/>
                <a:gd name="connsiteY92" fmla="*/ 111475 h 178687"/>
                <a:gd name="connsiteX93" fmla="*/ 234425 w 321310"/>
                <a:gd name="connsiteY93" fmla="*/ 106557 h 178687"/>
                <a:gd name="connsiteX94" fmla="*/ 232786 w 321310"/>
                <a:gd name="connsiteY94" fmla="*/ 103278 h 178687"/>
                <a:gd name="connsiteX95" fmla="*/ 234425 w 321310"/>
                <a:gd name="connsiteY95" fmla="*/ 98360 h 178687"/>
                <a:gd name="connsiteX96" fmla="*/ 236065 w 321310"/>
                <a:gd name="connsiteY96" fmla="*/ 103278 h 178687"/>
                <a:gd name="connsiteX97" fmla="*/ 240983 w 321310"/>
                <a:gd name="connsiteY97" fmla="*/ 106557 h 178687"/>
                <a:gd name="connsiteX98" fmla="*/ 244262 w 321310"/>
                <a:gd name="connsiteY98" fmla="*/ 108196 h 178687"/>
                <a:gd name="connsiteX99" fmla="*/ 247540 w 321310"/>
                <a:gd name="connsiteY99" fmla="*/ 109836 h 178687"/>
                <a:gd name="connsiteX100" fmla="*/ 249179 w 321310"/>
                <a:gd name="connsiteY100" fmla="*/ 108196 h 178687"/>
                <a:gd name="connsiteX101" fmla="*/ 249179 w 321310"/>
                <a:gd name="connsiteY101" fmla="*/ 103278 h 178687"/>
                <a:gd name="connsiteX102" fmla="*/ 254097 w 321310"/>
                <a:gd name="connsiteY102" fmla="*/ 101639 h 178687"/>
                <a:gd name="connsiteX103" fmla="*/ 257376 w 321310"/>
                <a:gd name="connsiteY103" fmla="*/ 104917 h 178687"/>
                <a:gd name="connsiteX104" fmla="*/ 260655 w 321310"/>
                <a:gd name="connsiteY104" fmla="*/ 104917 h 178687"/>
                <a:gd name="connsiteX105" fmla="*/ 265573 w 321310"/>
                <a:gd name="connsiteY105" fmla="*/ 108196 h 178687"/>
                <a:gd name="connsiteX106" fmla="*/ 270491 w 321310"/>
                <a:gd name="connsiteY106" fmla="*/ 109836 h 178687"/>
                <a:gd name="connsiteX107" fmla="*/ 273769 w 321310"/>
                <a:gd name="connsiteY107" fmla="*/ 113114 h 178687"/>
                <a:gd name="connsiteX108" fmla="*/ 277048 w 321310"/>
                <a:gd name="connsiteY108" fmla="*/ 113114 h 178687"/>
                <a:gd name="connsiteX109" fmla="*/ 281966 w 321310"/>
                <a:gd name="connsiteY109" fmla="*/ 111475 h 178687"/>
                <a:gd name="connsiteX110" fmla="*/ 283605 w 321310"/>
                <a:gd name="connsiteY110" fmla="*/ 114754 h 178687"/>
                <a:gd name="connsiteX111" fmla="*/ 286884 w 321310"/>
                <a:gd name="connsiteY111" fmla="*/ 113114 h 178687"/>
                <a:gd name="connsiteX112" fmla="*/ 291802 w 321310"/>
                <a:gd name="connsiteY112" fmla="*/ 113114 h 178687"/>
                <a:gd name="connsiteX113" fmla="*/ 293442 w 321310"/>
                <a:gd name="connsiteY113" fmla="*/ 114754 h 178687"/>
                <a:gd name="connsiteX114" fmla="*/ 296721 w 321310"/>
                <a:gd name="connsiteY114" fmla="*/ 113114 h 178687"/>
                <a:gd name="connsiteX115" fmla="*/ 301638 w 321310"/>
                <a:gd name="connsiteY115" fmla="*/ 111475 h 178687"/>
                <a:gd name="connsiteX116" fmla="*/ 304917 w 321310"/>
                <a:gd name="connsiteY116" fmla="*/ 111475 h 178687"/>
                <a:gd name="connsiteX117" fmla="*/ 309835 w 321310"/>
                <a:gd name="connsiteY117" fmla="*/ 111475 h 178687"/>
                <a:gd name="connsiteX118" fmla="*/ 313114 w 321310"/>
                <a:gd name="connsiteY118" fmla="*/ 116393 h 178687"/>
                <a:gd name="connsiteX119" fmla="*/ 311474 w 321310"/>
                <a:gd name="connsiteY119" fmla="*/ 119671 h 178687"/>
                <a:gd name="connsiteX120" fmla="*/ 311474 w 321310"/>
                <a:gd name="connsiteY120" fmla="*/ 122950 h 178687"/>
                <a:gd name="connsiteX121" fmla="*/ 309835 w 321310"/>
                <a:gd name="connsiteY121" fmla="*/ 126229 h 178687"/>
                <a:gd name="connsiteX122" fmla="*/ 309835 w 321310"/>
                <a:gd name="connsiteY122" fmla="*/ 131147 h 178687"/>
                <a:gd name="connsiteX123" fmla="*/ 309835 w 321310"/>
                <a:gd name="connsiteY123" fmla="*/ 134426 h 178687"/>
                <a:gd name="connsiteX124" fmla="*/ 309835 w 321310"/>
                <a:gd name="connsiteY124" fmla="*/ 137704 h 178687"/>
                <a:gd name="connsiteX125" fmla="*/ 309835 w 321310"/>
                <a:gd name="connsiteY125" fmla="*/ 139344 h 178687"/>
                <a:gd name="connsiteX126" fmla="*/ 309835 w 321310"/>
                <a:gd name="connsiteY126" fmla="*/ 140983 h 178687"/>
                <a:gd name="connsiteX127" fmla="*/ 309835 w 321310"/>
                <a:gd name="connsiteY127" fmla="*/ 144261 h 178687"/>
                <a:gd name="connsiteX128" fmla="*/ 313114 w 321310"/>
                <a:gd name="connsiteY128" fmla="*/ 149179 h 178687"/>
                <a:gd name="connsiteX129" fmla="*/ 316392 w 321310"/>
                <a:gd name="connsiteY129" fmla="*/ 152458 h 178687"/>
                <a:gd name="connsiteX130" fmla="*/ 319671 w 321310"/>
                <a:gd name="connsiteY130" fmla="*/ 155737 h 178687"/>
                <a:gd name="connsiteX131" fmla="*/ 319671 w 321310"/>
                <a:gd name="connsiteY131" fmla="*/ 160655 h 178687"/>
                <a:gd name="connsiteX132" fmla="*/ 321311 w 321310"/>
                <a:gd name="connsiteY132" fmla="*/ 163934 h 178687"/>
                <a:gd name="connsiteX133" fmla="*/ 319671 w 321310"/>
                <a:gd name="connsiteY133" fmla="*/ 165573 h 178687"/>
                <a:gd name="connsiteX134" fmla="*/ 319671 w 321310"/>
                <a:gd name="connsiteY134" fmla="*/ 170491 h 178687"/>
                <a:gd name="connsiteX135" fmla="*/ 319671 w 321310"/>
                <a:gd name="connsiteY135" fmla="*/ 173770 h 178687"/>
                <a:gd name="connsiteX136" fmla="*/ 318032 w 321310"/>
                <a:gd name="connsiteY136" fmla="*/ 177048 h 178687"/>
                <a:gd name="connsiteX137" fmla="*/ 313114 w 321310"/>
                <a:gd name="connsiteY137" fmla="*/ 177048 h 178687"/>
                <a:gd name="connsiteX138" fmla="*/ 309835 w 321310"/>
                <a:gd name="connsiteY138" fmla="*/ 175409 h 178687"/>
                <a:gd name="connsiteX139" fmla="*/ 306556 w 321310"/>
                <a:gd name="connsiteY139" fmla="*/ 175409 h 178687"/>
                <a:gd name="connsiteX140" fmla="*/ 303277 w 321310"/>
                <a:gd name="connsiteY140" fmla="*/ 177048 h 178687"/>
                <a:gd name="connsiteX141" fmla="*/ 299998 w 321310"/>
                <a:gd name="connsiteY141" fmla="*/ 177048 h 178687"/>
                <a:gd name="connsiteX142" fmla="*/ 295081 w 321310"/>
                <a:gd name="connsiteY142" fmla="*/ 175409 h 178687"/>
                <a:gd name="connsiteX143" fmla="*/ 291802 w 321310"/>
                <a:gd name="connsiteY143" fmla="*/ 178688 h 178687"/>
                <a:gd name="connsiteX144" fmla="*/ 288524 w 321310"/>
                <a:gd name="connsiteY144" fmla="*/ 177048 h 178687"/>
                <a:gd name="connsiteX145" fmla="*/ 283605 w 321310"/>
                <a:gd name="connsiteY145" fmla="*/ 177048 h 178687"/>
                <a:gd name="connsiteX146" fmla="*/ 280327 w 321310"/>
                <a:gd name="connsiteY146" fmla="*/ 173770 h 178687"/>
                <a:gd name="connsiteX147" fmla="*/ 280327 w 321310"/>
                <a:gd name="connsiteY147" fmla="*/ 168851 h 178687"/>
                <a:gd name="connsiteX148" fmla="*/ 275408 w 321310"/>
                <a:gd name="connsiteY148" fmla="*/ 170491 h 178687"/>
                <a:gd name="connsiteX149" fmla="*/ 275408 w 321310"/>
                <a:gd name="connsiteY149" fmla="*/ 170491 h 178687"/>
                <a:gd name="connsiteX150" fmla="*/ 275408 w 321310"/>
                <a:gd name="connsiteY150" fmla="*/ 172130 h 178687"/>
                <a:gd name="connsiteX151" fmla="*/ 273769 w 321310"/>
                <a:gd name="connsiteY151" fmla="*/ 173770 h 178687"/>
                <a:gd name="connsiteX152" fmla="*/ 272131 w 321310"/>
                <a:gd name="connsiteY152" fmla="*/ 175409 h 178687"/>
                <a:gd name="connsiteX153" fmla="*/ 267212 w 321310"/>
                <a:gd name="connsiteY153" fmla="*/ 175409 h 178687"/>
                <a:gd name="connsiteX154" fmla="*/ 263934 w 321310"/>
                <a:gd name="connsiteY154" fmla="*/ 173770 h 178687"/>
                <a:gd name="connsiteX155" fmla="*/ 260655 w 321310"/>
                <a:gd name="connsiteY155" fmla="*/ 170491 h 178687"/>
                <a:gd name="connsiteX156" fmla="*/ 257376 w 321310"/>
                <a:gd name="connsiteY156" fmla="*/ 170491 h 178687"/>
                <a:gd name="connsiteX157" fmla="*/ 252458 w 321310"/>
                <a:gd name="connsiteY157" fmla="*/ 168851 h 178687"/>
                <a:gd name="connsiteX158" fmla="*/ 249179 w 321310"/>
                <a:gd name="connsiteY158" fmla="*/ 167212 h 178687"/>
                <a:gd name="connsiteX159" fmla="*/ 245901 w 321310"/>
                <a:gd name="connsiteY159" fmla="*/ 167212 h 178687"/>
                <a:gd name="connsiteX160" fmla="*/ 245901 w 321310"/>
                <a:gd name="connsiteY160" fmla="*/ 167212 h 178687"/>
                <a:gd name="connsiteX161" fmla="*/ 244262 w 321310"/>
                <a:gd name="connsiteY161" fmla="*/ 167212 h 178687"/>
                <a:gd name="connsiteX162" fmla="*/ 240983 w 321310"/>
                <a:gd name="connsiteY162" fmla="*/ 165573 h 178687"/>
                <a:gd name="connsiteX163" fmla="*/ 237704 w 321310"/>
                <a:gd name="connsiteY163" fmla="*/ 167212 h 178687"/>
                <a:gd name="connsiteX164" fmla="*/ 232786 w 321310"/>
                <a:gd name="connsiteY164" fmla="*/ 167212 h 178687"/>
                <a:gd name="connsiteX165" fmla="*/ 232786 w 321310"/>
                <a:gd name="connsiteY165" fmla="*/ 167212 h 178687"/>
                <a:gd name="connsiteX166" fmla="*/ 229507 w 321310"/>
                <a:gd name="connsiteY166" fmla="*/ 163934 h 178687"/>
                <a:gd name="connsiteX167" fmla="*/ 227868 w 321310"/>
                <a:gd name="connsiteY167" fmla="*/ 160655 h 178687"/>
                <a:gd name="connsiteX168" fmla="*/ 224589 w 321310"/>
                <a:gd name="connsiteY168" fmla="*/ 157376 h 178687"/>
                <a:gd name="connsiteX169" fmla="*/ 221310 w 321310"/>
                <a:gd name="connsiteY169" fmla="*/ 157376 h 178687"/>
                <a:gd name="connsiteX170" fmla="*/ 218032 w 321310"/>
                <a:gd name="connsiteY170" fmla="*/ 159016 h 178687"/>
                <a:gd name="connsiteX171" fmla="*/ 214754 w 321310"/>
                <a:gd name="connsiteY171" fmla="*/ 160655 h 178687"/>
                <a:gd name="connsiteX172" fmla="*/ 209835 w 321310"/>
                <a:gd name="connsiteY172" fmla="*/ 160655 h 178687"/>
                <a:gd name="connsiteX173" fmla="*/ 208196 w 321310"/>
                <a:gd name="connsiteY173" fmla="*/ 157376 h 178687"/>
                <a:gd name="connsiteX174" fmla="*/ 203278 w 321310"/>
                <a:gd name="connsiteY174" fmla="*/ 155737 h 178687"/>
                <a:gd name="connsiteX175" fmla="*/ 199999 w 321310"/>
                <a:gd name="connsiteY175" fmla="*/ 155737 h 178687"/>
                <a:gd name="connsiteX176" fmla="*/ 199999 w 321310"/>
                <a:gd name="connsiteY176" fmla="*/ 155737 h 178687"/>
                <a:gd name="connsiteX177" fmla="*/ 196720 w 321310"/>
                <a:gd name="connsiteY177" fmla="*/ 150819 h 178687"/>
                <a:gd name="connsiteX178" fmla="*/ 195081 w 321310"/>
                <a:gd name="connsiteY178" fmla="*/ 150819 h 178687"/>
                <a:gd name="connsiteX179" fmla="*/ 191803 w 321310"/>
                <a:gd name="connsiteY179" fmla="*/ 149179 h 178687"/>
                <a:gd name="connsiteX180" fmla="*/ 186885 w 321310"/>
                <a:gd name="connsiteY180" fmla="*/ 149179 h 178687"/>
                <a:gd name="connsiteX181" fmla="*/ 186885 w 321310"/>
                <a:gd name="connsiteY181" fmla="*/ 145901 h 178687"/>
                <a:gd name="connsiteX182" fmla="*/ 186885 w 321310"/>
                <a:gd name="connsiteY182" fmla="*/ 140983 h 178687"/>
                <a:gd name="connsiteX183" fmla="*/ 183606 w 321310"/>
                <a:gd name="connsiteY183" fmla="*/ 137704 h 178687"/>
                <a:gd name="connsiteX184" fmla="*/ 180327 w 321310"/>
                <a:gd name="connsiteY184" fmla="*/ 136065 h 178687"/>
                <a:gd name="connsiteX185" fmla="*/ 177048 w 321310"/>
                <a:gd name="connsiteY185" fmla="*/ 134426 h 178687"/>
                <a:gd name="connsiteX186" fmla="*/ 173770 w 321310"/>
                <a:gd name="connsiteY186" fmla="*/ 134426 h 178687"/>
                <a:gd name="connsiteX187" fmla="*/ 168851 w 321310"/>
                <a:gd name="connsiteY187" fmla="*/ 132786 h 178687"/>
                <a:gd name="connsiteX188" fmla="*/ 165574 w 321310"/>
                <a:gd name="connsiteY188" fmla="*/ 129508 h 178687"/>
                <a:gd name="connsiteX189" fmla="*/ 162295 w 321310"/>
                <a:gd name="connsiteY189" fmla="*/ 127868 h 178687"/>
                <a:gd name="connsiteX190" fmla="*/ 159016 w 321310"/>
                <a:gd name="connsiteY190" fmla="*/ 131147 h 178687"/>
                <a:gd name="connsiteX191" fmla="*/ 155737 w 321310"/>
                <a:gd name="connsiteY191" fmla="*/ 131147 h 178687"/>
                <a:gd name="connsiteX192" fmla="*/ 154098 w 321310"/>
                <a:gd name="connsiteY192" fmla="*/ 131147 h 178687"/>
                <a:gd name="connsiteX193" fmla="*/ 154098 w 321310"/>
                <a:gd name="connsiteY193" fmla="*/ 132786 h 178687"/>
                <a:gd name="connsiteX194" fmla="*/ 154098 w 321310"/>
                <a:gd name="connsiteY194" fmla="*/ 134426 h 178687"/>
                <a:gd name="connsiteX195" fmla="*/ 150819 w 321310"/>
                <a:gd name="connsiteY195" fmla="*/ 132786 h 178687"/>
                <a:gd name="connsiteX196" fmla="*/ 145901 w 321310"/>
                <a:gd name="connsiteY196" fmla="*/ 131147 h 178687"/>
                <a:gd name="connsiteX197" fmla="*/ 142623 w 321310"/>
                <a:gd name="connsiteY197" fmla="*/ 129508 h 178687"/>
                <a:gd name="connsiteX198" fmla="*/ 139344 w 321310"/>
                <a:gd name="connsiteY198" fmla="*/ 129508 h 178687"/>
                <a:gd name="connsiteX199" fmla="*/ 136065 w 321310"/>
                <a:gd name="connsiteY199" fmla="*/ 132786 h 178687"/>
                <a:gd name="connsiteX200" fmla="*/ 132787 w 321310"/>
                <a:gd name="connsiteY200" fmla="*/ 136065 h 178687"/>
                <a:gd name="connsiteX201" fmla="*/ 129508 w 321310"/>
                <a:gd name="connsiteY201" fmla="*/ 131147 h 178687"/>
                <a:gd name="connsiteX202" fmla="*/ 126229 w 321310"/>
                <a:gd name="connsiteY202" fmla="*/ 131147 h 178687"/>
                <a:gd name="connsiteX203" fmla="*/ 121311 w 321310"/>
                <a:gd name="connsiteY203" fmla="*/ 129508 h 178687"/>
                <a:gd name="connsiteX204" fmla="*/ 118032 w 321310"/>
                <a:gd name="connsiteY204" fmla="*/ 127868 h 178687"/>
                <a:gd name="connsiteX205" fmla="*/ 113115 w 321310"/>
                <a:gd name="connsiteY205" fmla="*/ 127868 h 178687"/>
                <a:gd name="connsiteX206" fmla="*/ 111475 w 321310"/>
                <a:gd name="connsiteY206" fmla="*/ 124589 h 178687"/>
                <a:gd name="connsiteX207" fmla="*/ 109836 w 321310"/>
                <a:gd name="connsiteY207" fmla="*/ 121311 h 178687"/>
                <a:gd name="connsiteX208" fmla="*/ 106557 w 321310"/>
                <a:gd name="connsiteY208" fmla="*/ 119671 h 178687"/>
                <a:gd name="connsiteX209" fmla="*/ 103278 w 321310"/>
                <a:gd name="connsiteY209" fmla="*/ 119671 h 178687"/>
                <a:gd name="connsiteX210" fmla="*/ 100000 w 321310"/>
                <a:gd name="connsiteY210" fmla="*/ 121311 h 178687"/>
                <a:gd name="connsiteX211" fmla="*/ 96721 w 321310"/>
                <a:gd name="connsiteY211" fmla="*/ 118032 h 178687"/>
                <a:gd name="connsiteX212" fmla="*/ 91803 w 321310"/>
                <a:gd name="connsiteY212" fmla="*/ 116393 h 178687"/>
                <a:gd name="connsiteX213" fmla="*/ 88525 w 321310"/>
                <a:gd name="connsiteY213" fmla="*/ 113114 h 178687"/>
                <a:gd name="connsiteX214" fmla="*/ 85246 w 321310"/>
                <a:gd name="connsiteY214" fmla="*/ 111475 h 178687"/>
                <a:gd name="connsiteX215" fmla="*/ 81967 w 321310"/>
                <a:gd name="connsiteY215" fmla="*/ 109836 h 178687"/>
                <a:gd name="connsiteX216" fmla="*/ 78688 w 321310"/>
                <a:gd name="connsiteY216" fmla="*/ 109836 h 178687"/>
                <a:gd name="connsiteX217" fmla="*/ 75410 w 321310"/>
                <a:gd name="connsiteY217" fmla="*/ 111475 h 178687"/>
                <a:gd name="connsiteX218" fmla="*/ 72131 w 321310"/>
                <a:gd name="connsiteY218" fmla="*/ 109836 h 178687"/>
                <a:gd name="connsiteX219" fmla="*/ 68852 w 321310"/>
                <a:gd name="connsiteY219" fmla="*/ 106557 h 178687"/>
                <a:gd name="connsiteX220" fmla="*/ 65573 w 321310"/>
                <a:gd name="connsiteY220" fmla="*/ 104917 h 178687"/>
                <a:gd name="connsiteX221" fmla="*/ 62295 w 321310"/>
                <a:gd name="connsiteY221" fmla="*/ 103278 h 178687"/>
                <a:gd name="connsiteX222" fmla="*/ 59017 w 321310"/>
                <a:gd name="connsiteY222" fmla="*/ 99999 h 178687"/>
                <a:gd name="connsiteX223" fmla="*/ 54098 w 321310"/>
                <a:gd name="connsiteY223" fmla="*/ 99999 h 178687"/>
                <a:gd name="connsiteX224" fmla="*/ 52459 w 321310"/>
                <a:gd name="connsiteY224" fmla="*/ 96721 h 178687"/>
                <a:gd name="connsiteX225" fmla="*/ 49180 w 321310"/>
                <a:gd name="connsiteY225" fmla="*/ 93442 h 178687"/>
                <a:gd name="connsiteX226" fmla="*/ 47541 w 321310"/>
                <a:gd name="connsiteY226" fmla="*/ 90164 h 178687"/>
                <a:gd name="connsiteX227" fmla="*/ 44262 w 321310"/>
                <a:gd name="connsiteY227" fmla="*/ 88524 h 178687"/>
                <a:gd name="connsiteX228" fmla="*/ 40983 w 321310"/>
                <a:gd name="connsiteY228" fmla="*/ 88524 h 178687"/>
                <a:gd name="connsiteX229" fmla="*/ 37705 w 321310"/>
                <a:gd name="connsiteY229" fmla="*/ 86885 h 178687"/>
                <a:gd name="connsiteX230" fmla="*/ 34427 w 321310"/>
                <a:gd name="connsiteY230" fmla="*/ 83606 h 178687"/>
                <a:gd name="connsiteX231" fmla="*/ 29508 w 321310"/>
                <a:gd name="connsiteY231" fmla="*/ 81967 h 178687"/>
                <a:gd name="connsiteX232" fmla="*/ 26230 w 321310"/>
                <a:gd name="connsiteY232" fmla="*/ 78688 h 178687"/>
                <a:gd name="connsiteX233" fmla="*/ 22951 w 321310"/>
                <a:gd name="connsiteY233" fmla="*/ 77049 h 178687"/>
                <a:gd name="connsiteX234" fmla="*/ 19672 w 321310"/>
                <a:gd name="connsiteY234" fmla="*/ 75409 h 178687"/>
                <a:gd name="connsiteX235" fmla="*/ 19672 w 321310"/>
                <a:gd name="connsiteY235" fmla="*/ 80327 h 178687"/>
                <a:gd name="connsiteX236" fmla="*/ 16393 w 321310"/>
                <a:gd name="connsiteY236" fmla="*/ 78688 h 178687"/>
                <a:gd name="connsiteX237" fmla="*/ 13114 w 321310"/>
                <a:gd name="connsiteY237" fmla="*/ 77049 h 178687"/>
                <a:gd name="connsiteX238" fmla="*/ 9837 w 321310"/>
                <a:gd name="connsiteY238" fmla="*/ 73770 h 178687"/>
                <a:gd name="connsiteX239" fmla="*/ 4918 w 321310"/>
                <a:gd name="connsiteY239" fmla="*/ 72131 h 178687"/>
                <a:gd name="connsiteX240" fmla="*/ 3279 w 321310"/>
                <a:gd name="connsiteY240" fmla="*/ 70491 h 178687"/>
                <a:gd name="connsiteX241" fmla="*/ 0 w 321310"/>
                <a:gd name="connsiteY241" fmla="*/ 65573 h 178687"/>
                <a:gd name="connsiteX242" fmla="*/ 1640 w 321310"/>
                <a:gd name="connsiteY242" fmla="*/ 63934 h 17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</a:cxnLst>
              <a:rect l="l" t="t" r="r" b="b"/>
              <a:pathLst>
                <a:path w="321310" h="178687">
                  <a:moveTo>
                    <a:pt x="1640" y="63934"/>
                  </a:moveTo>
                  <a:lnTo>
                    <a:pt x="3279" y="62295"/>
                  </a:lnTo>
                  <a:lnTo>
                    <a:pt x="3279" y="59016"/>
                  </a:lnTo>
                  <a:lnTo>
                    <a:pt x="3279" y="57377"/>
                  </a:lnTo>
                  <a:lnTo>
                    <a:pt x="3279" y="57377"/>
                  </a:lnTo>
                  <a:lnTo>
                    <a:pt x="6558" y="55737"/>
                  </a:lnTo>
                  <a:lnTo>
                    <a:pt x="6558" y="52459"/>
                  </a:lnTo>
                  <a:lnTo>
                    <a:pt x="6558" y="47541"/>
                  </a:lnTo>
                  <a:lnTo>
                    <a:pt x="4918" y="44262"/>
                  </a:lnTo>
                  <a:lnTo>
                    <a:pt x="6558" y="40983"/>
                  </a:lnTo>
                  <a:lnTo>
                    <a:pt x="6558" y="39344"/>
                  </a:lnTo>
                  <a:lnTo>
                    <a:pt x="8197" y="36065"/>
                  </a:lnTo>
                  <a:lnTo>
                    <a:pt x="8197" y="32787"/>
                  </a:lnTo>
                  <a:lnTo>
                    <a:pt x="6558" y="29508"/>
                  </a:lnTo>
                  <a:lnTo>
                    <a:pt x="9837" y="26229"/>
                  </a:lnTo>
                  <a:lnTo>
                    <a:pt x="11476" y="22951"/>
                  </a:lnTo>
                  <a:lnTo>
                    <a:pt x="14754" y="19672"/>
                  </a:lnTo>
                  <a:lnTo>
                    <a:pt x="16393" y="18033"/>
                  </a:lnTo>
                  <a:lnTo>
                    <a:pt x="18033" y="18033"/>
                  </a:lnTo>
                  <a:lnTo>
                    <a:pt x="19672" y="13114"/>
                  </a:lnTo>
                  <a:lnTo>
                    <a:pt x="21311" y="9836"/>
                  </a:lnTo>
                  <a:lnTo>
                    <a:pt x="24590" y="9836"/>
                  </a:lnTo>
                  <a:lnTo>
                    <a:pt x="26230" y="8197"/>
                  </a:lnTo>
                  <a:lnTo>
                    <a:pt x="29508" y="13114"/>
                  </a:lnTo>
                  <a:lnTo>
                    <a:pt x="31148" y="16393"/>
                  </a:lnTo>
                  <a:lnTo>
                    <a:pt x="34427" y="18033"/>
                  </a:lnTo>
                  <a:lnTo>
                    <a:pt x="37705" y="14754"/>
                  </a:lnTo>
                  <a:lnTo>
                    <a:pt x="39344" y="11475"/>
                  </a:lnTo>
                  <a:lnTo>
                    <a:pt x="39344" y="11475"/>
                  </a:lnTo>
                  <a:lnTo>
                    <a:pt x="39344" y="6557"/>
                  </a:lnTo>
                  <a:lnTo>
                    <a:pt x="39344" y="3279"/>
                  </a:lnTo>
                  <a:lnTo>
                    <a:pt x="44262" y="3279"/>
                  </a:lnTo>
                  <a:lnTo>
                    <a:pt x="45901" y="0"/>
                  </a:lnTo>
                  <a:lnTo>
                    <a:pt x="50820" y="0"/>
                  </a:lnTo>
                  <a:lnTo>
                    <a:pt x="55738" y="1639"/>
                  </a:lnTo>
                  <a:lnTo>
                    <a:pt x="59017" y="1639"/>
                  </a:lnTo>
                  <a:lnTo>
                    <a:pt x="62295" y="3279"/>
                  </a:lnTo>
                  <a:lnTo>
                    <a:pt x="65573" y="8197"/>
                  </a:lnTo>
                  <a:lnTo>
                    <a:pt x="68852" y="11475"/>
                  </a:lnTo>
                  <a:lnTo>
                    <a:pt x="72131" y="14754"/>
                  </a:lnTo>
                  <a:lnTo>
                    <a:pt x="77049" y="16393"/>
                  </a:lnTo>
                  <a:lnTo>
                    <a:pt x="80328" y="18033"/>
                  </a:lnTo>
                  <a:lnTo>
                    <a:pt x="85246" y="19672"/>
                  </a:lnTo>
                  <a:lnTo>
                    <a:pt x="88525" y="24590"/>
                  </a:lnTo>
                  <a:lnTo>
                    <a:pt x="93442" y="27869"/>
                  </a:lnTo>
                  <a:lnTo>
                    <a:pt x="96721" y="31147"/>
                  </a:lnTo>
                  <a:lnTo>
                    <a:pt x="101639" y="31147"/>
                  </a:lnTo>
                  <a:lnTo>
                    <a:pt x="104918" y="32787"/>
                  </a:lnTo>
                  <a:lnTo>
                    <a:pt x="108197" y="36065"/>
                  </a:lnTo>
                  <a:lnTo>
                    <a:pt x="113115" y="34426"/>
                  </a:lnTo>
                  <a:lnTo>
                    <a:pt x="116394" y="39344"/>
                  </a:lnTo>
                  <a:lnTo>
                    <a:pt x="119671" y="40983"/>
                  </a:lnTo>
                  <a:lnTo>
                    <a:pt x="121311" y="44262"/>
                  </a:lnTo>
                  <a:lnTo>
                    <a:pt x="124590" y="47541"/>
                  </a:lnTo>
                  <a:lnTo>
                    <a:pt x="127868" y="50819"/>
                  </a:lnTo>
                  <a:lnTo>
                    <a:pt x="131147" y="54098"/>
                  </a:lnTo>
                  <a:lnTo>
                    <a:pt x="132787" y="54098"/>
                  </a:lnTo>
                  <a:lnTo>
                    <a:pt x="136065" y="50819"/>
                  </a:lnTo>
                  <a:lnTo>
                    <a:pt x="140984" y="50819"/>
                  </a:lnTo>
                  <a:lnTo>
                    <a:pt x="144261" y="49180"/>
                  </a:lnTo>
                  <a:lnTo>
                    <a:pt x="145901" y="50819"/>
                  </a:lnTo>
                  <a:lnTo>
                    <a:pt x="150819" y="52459"/>
                  </a:lnTo>
                  <a:lnTo>
                    <a:pt x="152458" y="55737"/>
                  </a:lnTo>
                  <a:lnTo>
                    <a:pt x="155737" y="60655"/>
                  </a:lnTo>
                  <a:lnTo>
                    <a:pt x="155737" y="63934"/>
                  </a:lnTo>
                  <a:lnTo>
                    <a:pt x="155737" y="65573"/>
                  </a:lnTo>
                  <a:lnTo>
                    <a:pt x="160655" y="67213"/>
                  </a:lnTo>
                  <a:lnTo>
                    <a:pt x="163934" y="70491"/>
                  </a:lnTo>
                  <a:lnTo>
                    <a:pt x="167213" y="73770"/>
                  </a:lnTo>
                  <a:lnTo>
                    <a:pt x="172130" y="75409"/>
                  </a:lnTo>
                  <a:lnTo>
                    <a:pt x="175409" y="77049"/>
                  </a:lnTo>
                  <a:lnTo>
                    <a:pt x="178688" y="80327"/>
                  </a:lnTo>
                  <a:lnTo>
                    <a:pt x="183606" y="81967"/>
                  </a:lnTo>
                  <a:lnTo>
                    <a:pt x="186885" y="80327"/>
                  </a:lnTo>
                  <a:lnTo>
                    <a:pt x="186885" y="80327"/>
                  </a:lnTo>
                  <a:lnTo>
                    <a:pt x="191803" y="78688"/>
                  </a:lnTo>
                  <a:lnTo>
                    <a:pt x="195081" y="81967"/>
                  </a:lnTo>
                  <a:lnTo>
                    <a:pt x="191803" y="86885"/>
                  </a:lnTo>
                  <a:lnTo>
                    <a:pt x="193442" y="90164"/>
                  </a:lnTo>
                  <a:lnTo>
                    <a:pt x="193442" y="91803"/>
                  </a:lnTo>
                  <a:lnTo>
                    <a:pt x="196720" y="91803"/>
                  </a:lnTo>
                  <a:lnTo>
                    <a:pt x="201638" y="93442"/>
                  </a:lnTo>
                  <a:lnTo>
                    <a:pt x="204917" y="93442"/>
                  </a:lnTo>
                  <a:lnTo>
                    <a:pt x="209835" y="93442"/>
                  </a:lnTo>
                  <a:lnTo>
                    <a:pt x="213114" y="95081"/>
                  </a:lnTo>
                  <a:lnTo>
                    <a:pt x="214754" y="91803"/>
                  </a:lnTo>
                  <a:lnTo>
                    <a:pt x="218032" y="95081"/>
                  </a:lnTo>
                  <a:lnTo>
                    <a:pt x="222950" y="98360"/>
                  </a:lnTo>
                  <a:lnTo>
                    <a:pt x="226228" y="101639"/>
                  </a:lnTo>
                  <a:lnTo>
                    <a:pt x="227868" y="104917"/>
                  </a:lnTo>
                  <a:lnTo>
                    <a:pt x="227868" y="106557"/>
                  </a:lnTo>
                  <a:lnTo>
                    <a:pt x="229507" y="109836"/>
                  </a:lnTo>
                  <a:lnTo>
                    <a:pt x="232786" y="111475"/>
                  </a:lnTo>
                  <a:lnTo>
                    <a:pt x="234425" y="106557"/>
                  </a:lnTo>
                  <a:lnTo>
                    <a:pt x="232786" y="103278"/>
                  </a:lnTo>
                  <a:lnTo>
                    <a:pt x="234425" y="98360"/>
                  </a:lnTo>
                  <a:lnTo>
                    <a:pt x="236065" y="103278"/>
                  </a:lnTo>
                  <a:lnTo>
                    <a:pt x="240983" y="106557"/>
                  </a:lnTo>
                  <a:lnTo>
                    <a:pt x="244262" y="108196"/>
                  </a:lnTo>
                  <a:lnTo>
                    <a:pt x="247540" y="109836"/>
                  </a:lnTo>
                  <a:lnTo>
                    <a:pt x="249179" y="108196"/>
                  </a:lnTo>
                  <a:lnTo>
                    <a:pt x="249179" y="103278"/>
                  </a:lnTo>
                  <a:lnTo>
                    <a:pt x="254097" y="101639"/>
                  </a:lnTo>
                  <a:lnTo>
                    <a:pt x="257376" y="104917"/>
                  </a:lnTo>
                  <a:lnTo>
                    <a:pt x="260655" y="104917"/>
                  </a:lnTo>
                  <a:lnTo>
                    <a:pt x="265573" y="108196"/>
                  </a:lnTo>
                  <a:lnTo>
                    <a:pt x="270491" y="109836"/>
                  </a:lnTo>
                  <a:lnTo>
                    <a:pt x="273769" y="113114"/>
                  </a:lnTo>
                  <a:lnTo>
                    <a:pt x="277048" y="113114"/>
                  </a:lnTo>
                  <a:lnTo>
                    <a:pt x="281966" y="111475"/>
                  </a:lnTo>
                  <a:lnTo>
                    <a:pt x="283605" y="114754"/>
                  </a:lnTo>
                  <a:lnTo>
                    <a:pt x="286884" y="113114"/>
                  </a:lnTo>
                  <a:lnTo>
                    <a:pt x="291802" y="113114"/>
                  </a:lnTo>
                  <a:lnTo>
                    <a:pt x="293442" y="114754"/>
                  </a:lnTo>
                  <a:lnTo>
                    <a:pt x="296721" y="113114"/>
                  </a:lnTo>
                  <a:lnTo>
                    <a:pt x="301638" y="111475"/>
                  </a:lnTo>
                  <a:lnTo>
                    <a:pt x="304917" y="111475"/>
                  </a:lnTo>
                  <a:lnTo>
                    <a:pt x="309835" y="111475"/>
                  </a:lnTo>
                  <a:lnTo>
                    <a:pt x="313114" y="116393"/>
                  </a:lnTo>
                  <a:lnTo>
                    <a:pt x="311474" y="119671"/>
                  </a:lnTo>
                  <a:lnTo>
                    <a:pt x="311474" y="122950"/>
                  </a:lnTo>
                  <a:lnTo>
                    <a:pt x="309835" y="126229"/>
                  </a:lnTo>
                  <a:lnTo>
                    <a:pt x="309835" y="131147"/>
                  </a:lnTo>
                  <a:lnTo>
                    <a:pt x="309835" y="134426"/>
                  </a:lnTo>
                  <a:lnTo>
                    <a:pt x="309835" y="137704"/>
                  </a:lnTo>
                  <a:lnTo>
                    <a:pt x="309835" y="139344"/>
                  </a:lnTo>
                  <a:lnTo>
                    <a:pt x="309835" y="140983"/>
                  </a:lnTo>
                  <a:lnTo>
                    <a:pt x="309835" y="144261"/>
                  </a:lnTo>
                  <a:lnTo>
                    <a:pt x="313114" y="149179"/>
                  </a:lnTo>
                  <a:lnTo>
                    <a:pt x="316392" y="152458"/>
                  </a:lnTo>
                  <a:lnTo>
                    <a:pt x="319671" y="155737"/>
                  </a:lnTo>
                  <a:lnTo>
                    <a:pt x="319671" y="160655"/>
                  </a:lnTo>
                  <a:lnTo>
                    <a:pt x="321311" y="163934"/>
                  </a:lnTo>
                  <a:lnTo>
                    <a:pt x="319671" y="165573"/>
                  </a:lnTo>
                  <a:lnTo>
                    <a:pt x="319671" y="170491"/>
                  </a:lnTo>
                  <a:lnTo>
                    <a:pt x="319671" y="173770"/>
                  </a:lnTo>
                  <a:lnTo>
                    <a:pt x="318032" y="177048"/>
                  </a:lnTo>
                  <a:lnTo>
                    <a:pt x="313114" y="177048"/>
                  </a:lnTo>
                  <a:lnTo>
                    <a:pt x="309835" y="175409"/>
                  </a:lnTo>
                  <a:lnTo>
                    <a:pt x="306556" y="175409"/>
                  </a:lnTo>
                  <a:lnTo>
                    <a:pt x="303277" y="177048"/>
                  </a:lnTo>
                  <a:lnTo>
                    <a:pt x="299998" y="177048"/>
                  </a:lnTo>
                  <a:lnTo>
                    <a:pt x="295081" y="175409"/>
                  </a:lnTo>
                  <a:lnTo>
                    <a:pt x="291802" y="178688"/>
                  </a:lnTo>
                  <a:lnTo>
                    <a:pt x="288524" y="177048"/>
                  </a:lnTo>
                  <a:lnTo>
                    <a:pt x="283605" y="177048"/>
                  </a:lnTo>
                  <a:lnTo>
                    <a:pt x="280327" y="173770"/>
                  </a:lnTo>
                  <a:lnTo>
                    <a:pt x="280327" y="168851"/>
                  </a:lnTo>
                  <a:lnTo>
                    <a:pt x="275408" y="170491"/>
                  </a:lnTo>
                  <a:lnTo>
                    <a:pt x="275408" y="170491"/>
                  </a:lnTo>
                  <a:lnTo>
                    <a:pt x="275408" y="172130"/>
                  </a:lnTo>
                  <a:lnTo>
                    <a:pt x="273769" y="173770"/>
                  </a:lnTo>
                  <a:lnTo>
                    <a:pt x="272131" y="175409"/>
                  </a:lnTo>
                  <a:lnTo>
                    <a:pt x="267212" y="175409"/>
                  </a:lnTo>
                  <a:lnTo>
                    <a:pt x="263934" y="173770"/>
                  </a:lnTo>
                  <a:lnTo>
                    <a:pt x="260655" y="170491"/>
                  </a:lnTo>
                  <a:lnTo>
                    <a:pt x="257376" y="170491"/>
                  </a:lnTo>
                  <a:lnTo>
                    <a:pt x="252458" y="168851"/>
                  </a:lnTo>
                  <a:lnTo>
                    <a:pt x="249179" y="167212"/>
                  </a:lnTo>
                  <a:lnTo>
                    <a:pt x="245901" y="167212"/>
                  </a:lnTo>
                  <a:lnTo>
                    <a:pt x="245901" y="167212"/>
                  </a:lnTo>
                  <a:lnTo>
                    <a:pt x="244262" y="167212"/>
                  </a:lnTo>
                  <a:lnTo>
                    <a:pt x="240983" y="165573"/>
                  </a:lnTo>
                  <a:lnTo>
                    <a:pt x="237704" y="167212"/>
                  </a:lnTo>
                  <a:lnTo>
                    <a:pt x="232786" y="167212"/>
                  </a:lnTo>
                  <a:lnTo>
                    <a:pt x="232786" y="167212"/>
                  </a:lnTo>
                  <a:lnTo>
                    <a:pt x="229507" y="163934"/>
                  </a:lnTo>
                  <a:lnTo>
                    <a:pt x="227868" y="160655"/>
                  </a:lnTo>
                  <a:lnTo>
                    <a:pt x="224589" y="157376"/>
                  </a:lnTo>
                  <a:lnTo>
                    <a:pt x="221310" y="157376"/>
                  </a:lnTo>
                  <a:lnTo>
                    <a:pt x="218032" y="159016"/>
                  </a:lnTo>
                  <a:lnTo>
                    <a:pt x="214754" y="160655"/>
                  </a:lnTo>
                  <a:lnTo>
                    <a:pt x="209835" y="160655"/>
                  </a:lnTo>
                  <a:lnTo>
                    <a:pt x="208196" y="157376"/>
                  </a:lnTo>
                  <a:lnTo>
                    <a:pt x="203278" y="155737"/>
                  </a:lnTo>
                  <a:lnTo>
                    <a:pt x="199999" y="155737"/>
                  </a:lnTo>
                  <a:lnTo>
                    <a:pt x="199999" y="155737"/>
                  </a:lnTo>
                  <a:lnTo>
                    <a:pt x="196720" y="150819"/>
                  </a:lnTo>
                  <a:lnTo>
                    <a:pt x="195081" y="150819"/>
                  </a:lnTo>
                  <a:lnTo>
                    <a:pt x="191803" y="149179"/>
                  </a:lnTo>
                  <a:lnTo>
                    <a:pt x="186885" y="149179"/>
                  </a:lnTo>
                  <a:lnTo>
                    <a:pt x="186885" y="145901"/>
                  </a:lnTo>
                  <a:lnTo>
                    <a:pt x="186885" y="140983"/>
                  </a:lnTo>
                  <a:lnTo>
                    <a:pt x="183606" y="137704"/>
                  </a:lnTo>
                  <a:lnTo>
                    <a:pt x="180327" y="136065"/>
                  </a:lnTo>
                  <a:lnTo>
                    <a:pt x="177048" y="134426"/>
                  </a:lnTo>
                  <a:lnTo>
                    <a:pt x="173770" y="134426"/>
                  </a:lnTo>
                  <a:lnTo>
                    <a:pt x="168851" y="132786"/>
                  </a:lnTo>
                  <a:lnTo>
                    <a:pt x="165574" y="129508"/>
                  </a:lnTo>
                  <a:lnTo>
                    <a:pt x="162295" y="127868"/>
                  </a:lnTo>
                  <a:lnTo>
                    <a:pt x="159016" y="131147"/>
                  </a:lnTo>
                  <a:lnTo>
                    <a:pt x="155737" y="131147"/>
                  </a:lnTo>
                  <a:lnTo>
                    <a:pt x="154098" y="131147"/>
                  </a:lnTo>
                  <a:lnTo>
                    <a:pt x="154098" y="132786"/>
                  </a:lnTo>
                  <a:lnTo>
                    <a:pt x="154098" y="134426"/>
                  </a:lnTo>
                  <a:lnTo>
                    <a:pt x="150819" y="132786"/>
                  </a:lnTo>
                  <a:lnTo>
                    <a:pt x="145901" y="131147"/>
                  </a:lnTo>
                  <a:lnTo>
                    <a:pt x="142623" y="129508"/>
                  </a:lnTo>
                  <a:lnTo>
                    <a:pt x="139344" y="129508"/>
                  </a:lnTo>
                  <a:lnTo>
                    <a:pt x="136065" y="132786"/>
                  </a:lnTo>
                  <a:lnTo>
                    <a:pt x="132787" y="136065"/>
                  </a:lnTo>
                  <a:lnTo>
                    <a:pt x="129508" y="131147"/>
                  </a:lnTo>
                  <a:lnTo>
                    <a:pt x="126229" y="131147"/>
                  </a:lnTo>
                  <a:lnTo>
                    <a:pt x="121311" y="129508"/>
                  </a:lnTo>
                  <a:lnTo>
                    <a:pt x="118032" y="127868"/>
                  </a:lnTo>
                  <a:lnTo>
                    <a:pt x="113115" y="127868"/>
                  </a:lnTo>
                  <a:lnTo>
                    <a:pt x="111475" y="124589"/>
                  </a:lnTo>
                  <a:lnTo>
                    <a:pt x="109836" y="121311"/>
                  </a:lnTo>
                  <a:lnTo>
                    <a:pt x="106557" y="119671"/>
                  </a:lnTo>
                  <a:lnTo>
                    <a:pt x="103278" y="119671"/>
                  </a:lnTo>
                  <a:lnTo>
                    <a:pt x="100000" y="121311"/>
                  </a:lnTo>
                  <a:lnTo>
                    <a:pt x="96721" y="118032"/>
                  </a:lnTo>
                  <a:lnTo>
                    <a:pt x="91803" y="116393"/>
                  </a:lnTo>
                  <a:lnTo>
                    <a:pt x="88525" y="113114"/>
                  </a:lnTo>
                  <a:lnTo>
                    <a:pt x="85246" y="111475"/>
                  </a:lnTo>
                  <a:lnTo>
                    <a:pt x="81967" y="109836"/>
                  </a:lnTo>
                  <a:lnTo>
                    <a:pt x="78688" y="109836"/>
                  </a:lnTo>
                  <a:lnTo>
                    <a:pt x="75410" y="111475"/>
                  </a:lnTo>
                  <a:lnTo>
                    <a:pt x="72131" y="109836"/>
                  </a:lnTo>
                  <a:lnTo>
                    <a:pt x="68852" y="106557"/>
                  </a:lnTo>
                  <a:lnTo>
                    <a:pt x="65573" y="104917"/>
                  </a:lnTo>
                  <a:lnTo>
                    <a:pt x="62295" y="103278"/>
                  </a:lnTo>
                  <a:lnTo>
                    <a:pt x="59017" y="99999"/>
                  </a:lnTo>
                  <a:lnTo>
                    <a:pt x="54098" y="99999"/>
                  </a:lnTo>
                  <a:lnTo>
                    <a:pt x="52459" y="96721"/>
                  </a:lnTo>
                  <a:lnTo>
                    <a:pt x="49180" y="93442"/>
                  </a:lnTo>
                  <a:lnTo>
                    <a:pt x="47541" y="90164"/>
                  </a:lnTo>
                  <a:lnTo>
                    <a:pt x="44262" y="88524"/>
                  </a:lnTo>
                  <a:lnTo>
                    <a:pt x="40983" y="88524"/>
                  </a:lnTo>
                  <a:lnTo>
                    <a:pt x="37705" y="86885"/>
                  </a:lnTo>
                  <a:lnTo>
                    <a:pt x="34427" y="83606"/>
                  </a:lnTo>
                  <a:lnTo>
                    <a:pt x="29508" y="81967"/>
                  </a:lnTo>
                  <a:lnTo>
                    <a:pt x="26230" y="78688"/>
                  </a:lnTo>
                  <a:lnTo>
                    <a:pt x="22951" y="77049"/>
                  </a:lnTo>
                  <a:lnTo>
                    <a:pt x="19672" y="75409"/>
                  </a:lnTo>
                  <a:lnTo>
                    <a:pt x="19672" y="80327"/>
                  </a:lnTo>
                  <a:lnTo>
                    <a:pt x="16393" y="78688"/>
                  </a:lnTo>
                  <a:lnTo>
                    <a:pt x="13114" y="77049"/>
                  </a:lnTo>
                  <a:lnTo>
                    <a:pt x="9837" y="73770"/>
                  </a:lnTo>
                  <a:lnTo>
                    <a:pt x="4918" y="72131"/>
                  </a:lnTo>
                  <a:lnTo>
                    <a:pt x="3279" y="70491"/>
                  </a:lnTo>
                  <a:lnTo>
                    <a:pt x="0" y="65573"/>
                  </a:lnTo>
                  <a:lnTo>
                    <a:pt x="1640" y="6393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86" name="Freeform 4185">
              <a:extLst>
                <a:ext uri="{FF2B5EF4-FFF2-40B4-BE49-F238E27FC236}">
                  <a16:creationId xmlns:a16="http://schemas.microsoft.com/office/drawing/2014/main" id="{3805E2C1-FE8E-7C48-BA24-21B11A8CA246}"/>
                </a:ext>
              </a:extLst>
            </p:cNvPr>
            <p:cNvSpPr/>
            <p:nvPr/>
          </p:nvSpPr>
          <p:spPr>
            <a:xfrm>
              <a:off x="9764835" y="3901783"/>
              <a:ext cx="36065" cy="42622"/>
            </a:xfrm>
            <a:custGeom>
              <a:avLst/>
              <a:gdLst>
                <a:gd name="connsiteX0" fmla="*/ 0 w 36065"/>
                <a:gd name="connsiteY0" fmla="*/ 18033 h 42622"/>
                <a:gd name="connsiteX1" fmla="*/ 1640 w 36065"/>
                <a:gd name="connsiteY1" fmla="*/ 18033 h 42622"/>
                <a:gd name="connsiteX2" fmla="*/ 4918 w 36065"/>
                <a:gd name="connsiteY2" fmla="*/ 18033 h 42622"/>
                <a:gd name="connsiteX3" fmla="*/ 9837 w 36065"/>
                <a:gd name="connsiteY3" fmla="*/ 16393 h 42622"/>
                <a:gd name="connsiteX4" fmla="*/ 13114 w 36065"/>
                <a:gd name="connsiteY4" fmla="*/ 14754 h 42622"/>
                <a:gd name="connsiteX5" fmla="*/ 16393 w 36065"/>
                <a:gd name="connsiteY5" fmla="*/ 13114 h 42622"/>
                <a:gd name="connsiteX6" fmla="*/ 19672 w 36065"/>
                <a:gd name="connsiteY6" fmla="*/ 9836 h 42622"/>
                <a:gd name="connsiteX7" fmla="*/ 22951 w 36065"/>
                <a:gd name="connsiteY7" fmla="*/ 6557 h 42622"/>
                <a:gd name="connsiteX8" fmla="*/ 26230 w 36065"/>
                <a:gd name="connsiteY8" fmla="*/ 3279 h 42622"/>
                <a:gd name="connsiteX9" fmla="*/ 27869 w 36065"/>
                <a:gd name="connsiteY9" fmla="*/ 1639 h 42622"/>
                <a:gd name="connsiteX10" fmla="*/ 31148 w 36065"/>
                <a:gd name="connsiteY10" fmla="*/ 0 h 42622"/>
                <a:gd name="connsiteX11" fmla="*/ 36066 w 36065"/>
                <a:gd name="connsiteY11" fmla="*/ 0 h 42622"/>
                <a:gd name="connsiteX12" fmla="*/ 36066 w 36065"/>
                <a:gd name="connsiteY12" fmla="*/ 0 h 42622"/>
                <a:gd name="connsiteX13" fmla="*/ 34427 w 36065"/>
                <a:gd name="connsiteY13" fmla="*/ 4918 h 42622"/>
                <a:gd name="connsiteX14" fmla="*/ 31148 w 36065"/>
                <a:gd name="connsiteY14" fmla="*/ 8197 h 42622"/>
                <a:gd name="connsiteX15" fmla="*/ 29508 w 36065"/>
                <a:gd name="connsiteY15" fmla="*/ 8197 h 42622"/>
                <a:gd name="connsiteX16" fmla="*/ 26230 w 36065"/>
                <a:gd name="connsiteY16" fmla="*/ 11476 h 42622"/>
                <a:gd name="connsiteX17" fmla="*/ 26230 w 36065"/>
                <a:gd name="connsiteY17" fmla="*/ 14754 h 42622"/>
                <a:gd name="connsiteX18" fmla="*/ 26230 w 36065"/>
                <a:gd name="connsiteY18" fmla="*/ 18033 h 42622"/>
                <a:gd name="connsiteX19" fmla="*/ 27869 w 36065"/>
                <a:gd name="connsiteY19" fmla="*/ 22951 h 42622"/>
                <a:gd name="connsiteX20" fmla="*/ 29508 w 36065"/>
                <a:gd name="connsiteY20" fmla="*/ 26229 h 42622"/>
                <a:gd name="connsiteX21" fmla="*/ 27869 w 36065"/>
                <a:gd name="connsiteY21" fmla="*/ 31147 h 42622"/>
                <a:gd name="connsiteX22" fmla="*/ 29508 w 36065"/>
                <a:gd name="connsiteY22" fmla="*/ 31147 h 42622"/>
                <a:gd name="connsiteX23" fmla="*/ 27869 w 36065"/>
                <a:gd name="connsiteY23" fmla="*/ 34426 h 42622"/>
                <a:gd name="connsiteX24" fmla="*/ 26230 w 36065"/>
                <a:gd name="connsiteY24" fmla="*/ 39344 h 42622"/>
                <a:gd name="connsiteX25" fmla="*/ 22951 w 36065"/>
                <a:gd name="connsiteY25" fmla="*/ 42623 h 42622"/>
                <a:gd name="connsiteX26" fmla="*/ 19672 w 36065"/>
                <a:gd name="connsiteY26" fmla="*/ 39344 h 42622"/>
                <a:gd name="connsiteX27" fmla="*/ 14754 w 36065"/>
                <a:gd name="connsiteY27" fmla="*/ 36066 h 42622"/>
                <a:gd name="connsiteX28" fmla="*/ 13114 w 36065"/>
                <a:gd name="connsiteY28" fmla="*/ 32787 h 42622"/>
                <a:gd name="connsiteX29" fmla="*/ 8197 w 36065"/>
                <a:gd name="connsiteY29" fmla="*/ 31147 h 42622"/>
                <a:gd name="connsiteX30" fmla="*/ 8197 w 36065"/>
                <a:gd name="connsiteY30" fmla="*/ 27869 h 42622"/>
                <a:gd name="connsiteX31" fmla="*/ 6558 w 36065"/>
                <a:gd name="connsiteY31" fmla="*/ 22951 h 42622"/>
                <a:gd name="connsiteX32" fmla="*/ 3279 w 36065"/>
                <a:gd name="connsiteY32" fmla="*/ 19672 h 42622"/>
                <a:gd name="connsiteX33" fmla="*/ 0 w 36065"/>
                <a:gd name="connsiteY33" fmla="*/ 18033 h 42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6065" h="42622">
                  <a:moveTo>
                    <a:pt x="0" y="18033"/>
                  </a:moveTo>
                  <a:lnTo>
                    <a:pt x="1640" y="18033"/>
                  </a:lnTo>
                  <a:lnTo>
                    <a:pt x="4918" y="18033"/>
                  </a:lnTo>
                  <a:lnTo>
                    <a:pt x="9837" y="16393"/>
                  </a:lnTo>
                  <a:lnTo>
                    <a:pt x="13114" y="14754"/>
                  </a:lnTo>
                  <a:lnTo>
                    <a:pt x="16393" y="13114"/>
                  </a:lnTo>
                  <a:lnTo>
                    <a:pt x="19672" y="9836"/>
                  </a:lnTo>
                  <a:lnTo>
                    <a:pt x="22951" y="6557"/>
                  </a:lnTo>
                  <a:lnTo>
                    <a:pt x="26230" y="3279"/>
                  </a:lnTo>
                  <a:lnTo>
                    <a:pt x="27869" y="1639"/>
                  </a:lnTo>
                  <a:lnTo>
                    <a:pt x="31148" y="0"/>
                  </a:lnTo>
                  <a:lnTo>
                    <a:pt x="36066" y="0"/>
                  </a:lnTo>
                  <a:lnTo>
                    <a:pt x="36066" y="0"/>
                  </a:lnTo>
                  <a:lnTo>
                    <a:pt x="34427" y="4918"/>
                  </a:lnTo>
                  <a:lnTo>
                    <a:pt x="31148" y="8197"/>
                  </a:lnTo>
                  <a:lnTo>
                    <a:pt x="29508" y="8197"/>
                  </a:lnTo>
                  <a:lnTo>
                    <a:pt x="26230" y="11476"/>
                  </a:lnTo>
                  <a:lnTo>
                    <a:pt x="26230" y="14754"/>
                  </a:lnTo>
                  <a:lnTo>
                    <a:pt x="26230" y="18033"/>
                  </a:lnTo>
                  <a:lnTo>
                    <a:pt x="27869" y="22951"/>
                  </a:lnTo>
                  <a:lnTo>
                    <a:pt x="29508" y="26229"/>
                  </a:lnTo>
                  <a:lnTo>
                    <a:pt x="27869" y="31147"/>
                  </a:lnTo>
                  <a:lnTo>
                    <a:pt x="29508" y="31147"/>
                  </a:lnTo>
                  <a:lnTo>
                    <a:pt x="27869" y="34426"/>
                  </a:lnTo>
                  <a:lnTo>
                    <a:pt x="26230" y="39344"/>
                  </a:lnTo>
                  <a:lnTo>
                    <a:pt x="22951" y="42623"/>
                  </a:lnTo>
                  <a:lnTo>
                    <a:pt x="19672" y="39344"/>
                  </a:lnTo>
                  <a:lnTo>
                    <a:pt x="14754" y="36066"/>
                  </a:lnTo>
                  <a:lnTo>
                    <a:pt x="13114" y="32787"/>
                  </a:lnTo>
                  <a:lnTo>
                    <a:pt x="8197" y="31147"/>
                  </a:lnTo>
                  <a:lnTo>
                    <a:pt x="8197" y="27869"/>
                  </a:lnTo>
                  <a:lnTo>
                    <a:pt x="6558" y="22951"/>
                  </a:lnTo>
                  <a:lnTo>
                    <a:pt x="3279" y="19672"/>
                  </a:lnTo>
                  <a:lnTo>
                    <a:pt x="0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87" name="Freeform 4186">
              <a:extLst>
                <a:ext uri="{FF2B5EF4-FFF2-40B4-BE49-F238E27FC236}">
                  <a16:creationId xmlns:a16="http://schemas.microsoft.com/office/drawing/2014/main" id="{F53E2712-EDED-0440-91B2-DFB77782D936}"/>
                </a:ext>
              </a:extLst>
            </p:cNvPr>
            <p:cNvSpPr/>
            <p:nvPr/>
          </p:nvSpPr>
          <p:spPr>
            <a:xfrm>
              <a:off x="9799262" y="3905062"/>
              <a:ext cx="11474" cy="26228"/>
            </a:xfrm>
            <a:custGeom>
              <a:avLst/>
              <a:gdLst>
                <a:gd name="connsiteX0" fmla="*/ 0 w 11474"/>
                <a:gd name="connsiteY0" fmla="*/ 8197 h 26228"/>
                <a:gd name="connsiteX1" fmla="*/ 0 w 11474"/>
                <a:gd name="connsiteY1" fmla="*/ 8197 h 26228"/>
                <a:gd name="connsiteX2" fmla="*/ 0 w 11474"/>
                <a:gd name="connsiteY2" fmla="*/ 4918 h 26228"/>
                <a:gd name="connsiteX3" fmla="*/ 1639 w 11474"/>
                <a:gd name="connsiteY3" fmla="*/ 4918 h 26228"/>
                <a:gd name="connsiteX4" fmla="*/ 1639 w 11474"/>
                <a:gd name="connsiteY4" fmla="*/ 4918 h 26228"/>
                <a:gd name="connsiteX5" fmla="*/ 4918 w 11474"/>
                <a:gd name="connsiteY5" fmla="*/ 0 h 26228"/>
                <a:gd name="connsiteX6" fmla="*/ 6557 w 11474"/>
                <a:gd name="connsiteY6" fmla="*/ 3278 h 26228"/>
                <a:gd name="connsiteX7" fmla="*/ 8197 w 11474"/>
                <a:gd name="connsiteY7" fmla="*/ 6557 h 26228"/>
                <a:gd name="connsiteX8" fmla="*/ 9836 w 11474"/>
                <a:gd name="connsiteY8" fmla="*/ 11475 h 26228"/>
                <a:gd name="connsiteX9" fmla="*/ 11475 w 11474"/>
                <a:gd name="connsiteY9" fmla="*/ 14754 h 26228"/>
                <a:gd name="connsiteX10" fmla="*/ 11475 w 11474"/>
                <a:gd name="connsiteY10" fmla="*/ 18032 h 26228"/>
                <a:gd name="connsiteX11" fmla="*/ 11475 w 11474"/>
                <a:gd name="connsiteY11" fmla="*/ 22951 h 26228"/>
                <a:gd name="connsiteX12" fmla="*/ 11475 w 11474"/>
                <a:gd name="connsiteY12" fmla="*/ 26229 h 26228"/>
                <a:gd name="connsiteX13" fmla="*/ 8197 w 11474"/>
                <a:gd name="connsiteY13" fmla="*/ 24590 h 26228"/>
                <a:gd name="connsiteX14" fmla="*/ 4918 w 11474"/>
                <a:gd name="connsiteY14" fmla="*/ 22951 h 26228"/>
                <a:gd name="connsiteX15" fmla="*/ 3278 w 11474"/>
                <a:gd name="connsiteY15" fmla="*/ 19672 h 26228"/>
                <a:gd name="connsiteX16" fmla="*/ 1639 w 11474"/>
                <a:gd name="connsiteY16" fmla="*/ 16393 h 26228"/>
                <a:gd name="connsiteX17" fmla="*/ 1639 w 11474"/>
                <a:gd name="connsiteY17" fmla="*/ 11475 h 26228"/>
                <a:gd name="connsiteX18" fmla="*/ 1639 w 11474"/>
                <a:gd name="connsiteY18" fmla="*/ 9836 h 26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474" h="26228">
                  <a:moveTo>
                    <a:pt x="0" y="8197"/>
                  </a:moveTo>
                  <a:lnTo>
                    <a:pt x="0" y="8197"/>
                  </a:lnTo>
                  <a:lnTo>
                    <a:pt x="0" y="4918"/>
                  </a:lnTo>
                  <a:lnTo>
                    <a:pt x="1639" y="4918"/>
                  </a:lnTo>
                  <a:lnTo>
                    <a:pt x="1639" y="4918"/>
                  </a:lnTo>
                  <a:lnTo>
                    <a:pt x="4918" y="0"/>
                  </a:lnTo>
                  <a:lnTo>
                    <a:pt x="6557" y="3278"/>
                  </a:lnTo>
                  <a:lnTo>
                    <a:pt x="8197" y="6557"/>
                  </a:lnTo>
                  <a:lnTo>
                    <a:pt x="9836" y="11475"/>
                  </a:lnTo>
                  <a:lnTo>
                    <a:pt x="11475" y="14754"/>
                  </a:lnTo>
                  <a:lnTo>
                    <a:pt x="11475" y="18032"/>
                  </a:lnTo>
                  <a:lnTo>
                    <a:pt x="11475" y="22951"/>
                  </a:lnTo>
                  <a:lnTo>
                    <a:pt x="11475" y="26229"/>
                  </a:lnTo>
                  <a:lnTo>
                    <a:pt x="8197" y="24590"/>
                  </a:lnTo>
                  <a:lnTo>
                    <a:pt x="4918" y="22951"/>
                  </a:lnTo>
                  <a:lnTo>
                    <a:pt x="3278" y="19672"/>
                  </a:lnTo>
                  <a:lnTo>
                    <a:pt x="1639" y="16393"/>
                  </a:lnTo>
                  <a:lnTo>
                    <a:pt x="1639" y="11475"/>
                  </a:lnTo>
                  <a:lnTo>
                    <a:pt x="1639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88" name="Freeform 4187">
              <a:extLst>
                <a:ext uri="{FF2B5EF4-FFF2-40B4-BE49-F238E27FC236}">
                  <a16:creationId xmlns:a16="http://schemas.microsoft.com/office/drawing/2014/main" id="{D2338050-28DA-B04A-A837-3662EFAF10C8}"/>
                </a:ext>
              </a:extLst>
            </p:cNvPr>
            <p:cNvSpPr/>
            <p:nvPr/>
          </p:nvSpPr>
          <p:spPr>
            <a:xfrm>
              <a:off x="6761570" y="3328015"/>
              <a:ext cx="259015" cy="247539"/>
            </a:xfrm>
            <a:custGeom>
              <a:avLst/>
              <a:gdLst>
                <a:gd name="connsiteX0" fmla="*/ 0 w 259015"/>
                <a:gd name="connsiteY0" fmla="*/ 126229 h 247539"/>
                <a:gd name="connsiteX1" fmla="*/ 3278 w 259015"/>
                <a:gd name="connsiteY1" fmla="*/ 122950 h 247539"/>
                <a:gd name="connsiteX2" fmla="*/ 4918 w 259015"/>
                <a:gd name="connsiteY2" fmla="*/ 119672 h 247539"/>
                <a:gd name="connsiteX3" fmla="*/ 4918 w 259015"/>
                <a:gd name="connsiteY3" fmla="*/ 116393 h 247539"/>
                <a:gd name="connsiteX4" fmla="*/ 8197 w 259015"/>
                <a:gd name="connsiteY4" fmla="*/ 113114 h 247539"/>
                <a:gd name="connsiteX5" fmla="*/ 8197 w 259015"/>
                <a:gd name="connsiteY5" fmla="*/ 108196 h 247539"/>
                <a:gd name="connsiteX6" fmla="*/ 8197 w 259015"/>
                <a:gd name="connsiteY6" fmla="*/ 104917 h 247539"/>
                <a:gd name="connsiteX7" fmla="*/ 8197 w 259015"/>
                <a:gd name="connsiteY7" fmla="*/ 101639 h 247539"/>
                <a:gd name="connsiteX8" fmla="*/ 11475 w 259015"/>
                <a:gd name="connsiteY8" fmla="*/ 96721 h 247539"/>
                <a:gd name="connsiteX9" fmla="*/ 13114 w 259015"/>
                <a:gd name="connsiteY9" fmla="*/ 93442 h 247539"/>
                <a:gd name="connsiteX10" fmla="*/ 14754 w 259015"/>
                <a:gd name="connsiteY10" fmla="*/ 88524 h 247539"/>
                <a:gd name="connsiteX11" fmla="*/ 14754 w 259015"/>
                <a:gd name="connsiteY11" fmla="*/ 85245 h 247539"/>
                <a:gd name="connsiteX12" fmla="*/ 16393 w 259015"/>
                <a:gd name="connsiteY12" fmla="*/ 81967 h 247539"/>
                <a:gd name="connsiteX13" fmla="*/ 18033 w 259015"/>
                <a:gd name="connsiteY13" fmla="*/ 78688 h 247539"/>
                <a:gd name="connsiteX14" fmla="*/ 18033 w 259015"/>
                <a:gd name="connsiteY14" fmla="*/ 73770 h 247539"/>
                <a:gd name="connsiteX15" fmla="*/ 18033 w 259015"/>
                <a:gd name="connsiteY15" fmla="*/ 70492 h 247539"/>
                <a:gd name="connsiteX16" fmla="*/ 16393 w 259015"/>
                <a:gd name="connsiteY16" fmla="*/ 67213 h 247539"/>
                <a:gd name="connsiteX17" fmla="*/ 16393 w 259015"/>
                <a:gd name="connsiteY17" fmla="*/ 62295 h 247539"/>
                <a:gd name="connsiteX18" fmla="*/ 16393 w 259015"/>
                <a:gd name="connsiteY18" fmla="*/ 59016 h 247539"/>
                <a:gd name="connsiteX19" fmla="*/ 19672 w 259015"/>
                <a:gd name="connsiteY19" fmla="*/ 55737 h 247539"/>
                <a:gd name="connsiteX20" fmla="*/ 19672 w 259015"/>
                <a:gd name="connsiteY20" fmla="*/ 50820 h 247539"/>
                <a:gd name="connsiteX21" fmla="*/ 19672 w 259015"/>
                <a:gd name="connsiteY21" fmla="*/ 47541 h 247539"/>
                <a:gd name="connsiteX22" fmla="*/ 19672 w 259015"/>
                <a:gd name="connsiteY22" fmla="*/ 44262 h 247539"/>
                <a:gd name="connsiteX23" fmla="*/ 22951 w 259015"/>
                <a:gd name="connsiteY23" fmla="*/ 42623 h 247539"/>
                <a:gd name="connsiteX24" fmla="*/ 26229 w 259015"/>
                <a:gd name="connsiteY24" fmla="*/ 42623 h 247539"/>
                <a:gd name="connsiteX25" fmla="*/ 31147 w 259015"/>
                <a:gd name="connsiteY25" fmla="*/ 40983 h 247539"/>
                <a:gd name="connsiteX26" fmla="*/ 34426 w 259015"/>
                <a:gd name="connsiteY26" fmla="*/ 42623 h 247539"/>
                <a:gd name="connsiteX27" fmla="*/ 34426 w 259015"/>
                <a:gd name="connsiteY27" fmla="*/ 42623 h 247539"/>
                <a:gd name="connsiteX28" fmla="*/ 37705 w 259015"/>
                <a:gd name="connsiteY28" fmla="*/ 39344 h 247539"/>
                <a:gd name="connsiteX29" fmla="*/ 39344 w 259015"/>
                <a:gd name="connsiteY29" fmla="*/ 34426 h 247539"/>
                <a:gd name="connsiteX30" fmla="*/ 37705 w 259015"/>
                <a:gd name="connsiteY30" fmla="*/ 31147 h 247539"/>
                <a:gd name="connsiteX31" fmla="*/ 37705 w 259015"/>
                <a:gd name="connsiteY31" fmla="*/ 29508 h 247539"/>
                <a:gd name="connsiteX32" fmla="*/ 40983 w 259015"/>
                <a:gd name="connsiteY32" fmla="*/ 27869 h 247539"/>
                <a:gd name="connsiteX33" fmla="*/ 45901 w 259015"/>
                <a:gd name="connsiteY33" fmla="*/ 27869 h 247539"/>
                <a:gd name="connsiteX34" fmla="*/ 47541 w 259015"/>
                <a:gd name="connsiteY34" fmla="*/ 24590 h 247539"/>
                <a:gd name="connsiteX35" fmla="*/ 52458 w 259015"/>
                <a:gd name="connsiteY35" fmla="*/ 24590 h 247539"/>
                <a:gd name="connsiteX36" fmla="*/ 55737 w 259015"/>
                <a:gd name="connsiteY36" fmla="*/ 21311 h 247539"/>
                <a:gd name="connsiteX37" fmla="*/ 59016 w 259015"/>
                <a:gd name="connsiteY37" fmla="*/ 19672 h 247539"/>
                <a:gd name="connsiteX38" fmla="*/ 62295 w 259015"/>
                <a:gd name="connsiteY38" fmla="*/ 19672 h 247539"/>
                <a:gd name="connsiteX39" fmla="*/ 67213 w 259015"/>
                <a:gd name="connsiteY39" fmla="*/ 16393 h 247539"/>
                <a:gd name="connsiteX40" fmla="*/ 70491 w 259015"/>
                <a:gd name="connsiteY40" fmla="*/ 14754 h 247539"/>
                <a:gd name="connsiteX41" fmla="*/ 72131 w 259015"/>
                <a:gd name="connsiteY41" fmla="*/ 11475 h 247539"/>
                <a:gd name="connsiteX42" fmla="*/ 72131 w 259015"/>
                <a:gd name="connsiteY42" fmla="*/ 6557 h 247539"/>
                <a:gd name="connsiteX43" fmla="*/ 75410 w 259015"/>
                <a:gd name="connsiteY43" fmla="*/ 3279 h 247539"/>
                <a:gd name="connsiteX44" fmla="*/ 78688 w 259015"/>
                <a:gd name="connsiteY44" fmla="*/ 0 h 247539"/>
                <a:gd name="connsiteX45" fmla="*/ 80327 w 259015"/>
                <a:gd name="connsiteY45" fmla="*/ 3279 h 247539"/>
                <a:gd name="connsiteX46" fmla="*/ 81967 w 259015"/>
                <a:gd name="connsiteY46" fmla="*/ 8197 h 247539"/>
                <a:gd name="connsiteX47" fmla="*/ 83606 w 259015"/>
                <a:gd name="connsiteY47" fmla="*/ 11475 h 247539"/>
                <a:gd name="connsiteX48" fmla="*/ 86885 w 259015"/>
                <a:gd name="connsiteY48" fmla="*/ 14754 h 247539"/>
                <a:gd name="connsiteX49" fmla="*/ 88524 w 259015"/>
                <a:gd name="connsiteY49" fmla="*/ 19672 h 247539"/>
                <a:gd name="connsiteX50" fmla="*/ 90164 w 259015"/>
                <a:gd name="connsiteY50" fmla="*/ 22951 h 247539"/>
                <a:gd name="connsiteX51" fmla="*/ 91803 w 259015"/>
                <a:gd name="connsiteY51" fmla="*/ 26229 h 247539"/>
                <a:gd name="connsiteX52" fmla="*/ 91803 w 259015"/>
                <a:gd name="connsiteY52" fmla="*/ 29508 h 247539"/>
                <a:gd name="connsiteX53" fmla="*/ 93442 w 259015"/>
                <a:gd name="connsiteY53" fmla="*/ 34426 h 247539"/>
                <a:gd name="connsiteX54" fmla="*/ 95081 w 259015"/>
                <a:gd name="connsiteY54" fmla="*/ 37705 h 247539"/>
                <a:gd name="connsiteX55" fmla="*/ 96721 w 259015"/>
                <a:gd name="connsiteY55" fmla="*/ 40983 h 247539"/>
                <a:gd name="connsiteX56" fmla="*/ 98360 w 259015"/>
                <a:gd name="connsiteY56" fmla="*/ 44262 h 247539"/>
                <a:gd name="connsiteX57" fmla="*/ 98360 w 259015"/>
                <a:gd name="connsiteY57" fmla="*/ 49180 h 247539"/>
                <a:gd name="connsiteX58" fmla="*/ 100000 w 259015"/>
                <a:gd name="connsiteY58" fmla="*/ 52459 h 247539"/>
                <a:gd name="connsiteX59" fmla="*/ 101639 w 259015"/>
                <a:gd name="connsiteY59" fmla="*/ 55737 h 247539"/>
                <a:gd name="connsiteX60" fmla="*/ 101639 w 259015"/>
                <a:gd name="connsiteY60" fmla="*/ 60655 h 247539"/>
                <a:gd name="connsiteX61" fmla="*/ 101639 w 259015"/>
                <a:gd name="connsiteY61" fmla="*/ 60655 h 247539"/>
                <a:gd name="connsiteX62" fmla="*/ 101639 w 259015"/>
                <a:gd name="connsiteY62" fmla="*/ 63934 h 247539"/>
                <a:gd name="connsiteX63" fmla="*/ 103278 w 259015"/>
                <a:gd name="connsiteY63" fmla="*/ 68852 h 247539"/>
                <a:gd name="connsiteX64" fmla="*/ 104917 w 259015"/>
                <a:gd name="connsiteY64" fmla="*/ 72131 h 247539"/>
                <a:gd name="connsiteX65" fmla="*/ 104917 w 259015"/>
                <a:gd name="connsiteY65" fmla="*/ 75410 h 247539"/>
                <a:gd name="connsiteX66" fmla="*/ 104917 w 259015"/>
                <a:gd name="connsiteY66" fmla="*/ 80327 h 247539"/>
                <a:gd name="connsiteX67" fmla="*/ 106557 w 259015"/>
                <a:gd name="connsiteY67" fmla="*/ 83606 h 247539"/>
                <a:gd name="connsiteX68" fmla="*/ 106557 w 259015"/>
                <a:gd name="connsiteY68" fmla="*/ 86885 h 247539"/>
                <a:gd name="connsiteX69" fmla="*/ 108196 w 259015"/>
                <a:gd name="connsiteY69" fmla="*/ 91803 h 247539"/>
                <a:gd name="connsiteX70" fmla="*/ 111475 w 259015"/>
                <a:gd name="connsiteY70" fmla="*/ 95082 h 247539"/>
                <a:gd name="connsiteX71" fmla="*/ 113114 w 259015"/>
                <a:gd name="connsiteY71" fmla="*/ 98360 h 247539"/>
                <a:gd name="connsiteX72" fmla="*/ 114754 w 259015"/>
                <a:gd name="connsiteY72" fmla="*/ 103278 h 247539"/>
                <a:gd name="connsiteX73" fmla="*/ 113114 w 259015"/>
                <a:gd name="connsiteY73" fmla="*/ 104917 h 247539"/>
                <a:gd name="connsiteX74" fmla="*/ 116393 w 259015"/>
                <a:gd name="connsiteY74" fmla="*/ 109836 h 247539"/>
                <a:gd name="connsiteX75" fmla="*/ 121311 w 259015"/>
                <a:gd name="connsiteY75" fmla="*/ 111475 h 247539"/>
                <a:gd name="connsiteX76" fmla="*/ 121311 w 259015"/>
                <a:gd name="connsiteY76" fmla="*/ 114754 h 247539"/>
                <a:gd name="connsiteX77" fmla="*/ 124590 w 259015"/>
                <a:gd name="connsiteY77" fmla="*/ 118032 h 247539"/>
                <a:gd name="connsiteX78" fmla="*/ 124590 w 259015"/>
                <a:gd name="connsiteY78" fmla="*/ 121311 h 247539"/>
                <a:gd name="connsiteX79" fmla="*/ 124590 w 259015"/>
                <a:gd name="connsiteY79" fmla="*/ 126229 h 247539"/>
                <a:gd name="connsiteX80" fmla="*/ 127868 w 259015"/>
                <a:gd name="connsiteY80" fmla="*/ 129508 h 247539"/>
                <a:gd name="connsiteX81" fmla="*/ 129508 w 259015"/>
                <a:gd name="connsiteY81" fmla="*/ 127868 h 247539"/>
                <a:gd name="connsiteX82" fmla="*/ 131147 w 259015"/>
                <a:gd name="connsiteY82" fmla="*/ 124590 h 247539"/>
                <a:gd name="connsiteX83" fmla="*/ 127868 w 259015"/>
                <a:gd name="connsiteY83" fmla="*/ 119672 h 247539"/>
                <a:gd name="connsiteX84" fmla="*/ 127868 w 259015"/>
                <a:gd name="connsiteY84" fmla="*/ 116393 h 247539"/>
                <a:gd name="connsiteX85" fmla="*/ 127868 w 259015"/>
                <a:gd name="connsiteY85" fmla="*/ 113114 h 247539"/>
                <a:gd name="connsiteX86" fmla="*/ 132786 w 259015"/>
                <a:gd name="connsiteY86" fmla="*/ 111475 h 247539"/>
                <a:gd name="connsiteX87" fmla="*/ 136065 w 259015"/>
                <a:gd name="connsiteY87" fmla="*/ 114754 h 247539"/>
                <a:gd name="connsiteX88" fmla="*/ 139344 w 259015"/>
                <a:gd name="connsiteY88" fmla="*/ 118032 h 247539"/>
                <a:gd name="connsiteX89" fmla="*/ 137704 w 259015"/>
                <a:gd name="connsiteY89" fmla="*/ 121311 h 247539"/>
                <a:gd name="connsiteX90" fmla="*/ 139344 w 259015"/>
                <a:gd name="connsiteY90" fmla="*/ 124590 h 247539"/>
                <a:gd name="connsiteX91" fmla="*/ 139344 w 259015"/>
                <a:gd name="connsiteY91" fmla="*/ 127868 h 247539"/>
                <a:gd name="connsiteX92" fmla="*/ 142622 w 259015"/>
                <a:gd name="connsiteY92" fmla="*/ 132786 h 247539"/>
                <a:gd name="connsiteX93" fmla="*/ 145901 w 259015"/>
                <a:gd name="connsiteY93" fmla="*/ 134426 h 247539"/>
                <a:gd name="connsiteX94" fmla="*/ 149180 w 259015"/>
                <a:gd name="connsiteY94" fmla="*/ 134426 h 247539"/>
                <a:gd name="connsiteX95" fmla="*/ 154098 w 259015"/>
                <a:gd name="connsiteY95" fmla="*/ 132786 h 247539"/>
                <a:gd name="connsiteX96" fmla="*/ 154098 w 259015"/>
                <a:gd name="connsiteY96" fmla="*/ 132786 h 247539"/>
                <a:gd name="connsiteX97" fmla="*/ 155737 w 259015"/>
                <a:gd name="connsiteY97" fmla="*/ 132786 h 247539"/>
                <a:gd name="connsiteX98" fmla="*/ 157376 w 259015"/>
                <a:gd name="connsiteY98" fmla="*/ 132786 h 247539"/>
                <a:gd name="connsiteX99" fmla="*/ 159015 w 259015"/>
                <a:gd name="connsiteY99" fmla="*/ 134426 h 247539"/>
                <a:gd name="connsiteX100" fmla="*/ 162294 w 259015"/>
                <a:gd name="connsiteY100" fmla="*/ 137704 h 247539"/>
                <a:gd name="connsiteX101" fmla="*/ 165573 w 259015"/>
                <a:gd name="connsiteY101" fmla="*/ 140983 h 247539"/>
                <a:gd name="connsiteX102" fmla="*/ 167212 w 259015"/>
                <a:gd name="connsiteY102" fmla="*/ 145901 h 247539"/>
                <a:gd name="connsiteX103" fmla="*/ 170491 w 259015"/>
                <a:gd name="connsiteY103" fmla="*/ 145901 h 247539"/>
                <a:gd name="connsiteX104" fmla="*/ 175409 w 259015"/>
                <a:gd name="connsiteY104" fmla="*/ 147540 h 247539"/>
                <a:gd name="connsiteX105" fmla="*/ 178688 w 259015"/>
                <a:gd name="connsiteY105" fmla="*/ 147540 h 247539"/>
                <a:gd name="connsiteX106" fmla="*/ 181966 w 259015"/>
                <a:gd name="connsiteY106" fmla="*/ 149180 h 247539"/>
                <a:gd name="connsiteX107" fmla="*/ 185245 w 259015"/>
                <a:gd name="connsiteY107" fmla="*/ 152458 h 247539"/>
                <a:gd name="connsiteX108" fmla="*/ 185245 w 259015"/>
                <a:gd name="connsiteY108" fmla="*/ 154098 h 247539"/>
                <a:gd name="connsiteX109" fmla="*/ 188524 w 259015"/>
                <a:gd name="connsiteY109" fmla="*/ 157376 h 247539"/>
                <a:gd name="connsiteX110" fmla="*/ 190163 w 259015"/>
                <a:gd name="connsiteY110" fmla="*/ 160655 h 247539"/>
                <a:gd name="connsiteX111" fmla="*/ 193442 w 259015"/>
                <a:gd name="connsiteY111" fmla="*/ 163934 h 247539"/>
                <a:gd name="connsiteX112" fmla="*/ 195081 w 259015"/>
                <a:gd name="connsiteY112" fmla="*/ 168852 h 247539"/>
                <a:gd name="connsiteX113" fmla="*/ 198360 w 259015"/>
                <a:gd name="connsiteY113" fmla="*/ 172130 h 247539"/>
                <a:gd name="connsiteX114" fmla="*/ 198360 w 259015"/>
                <a:gd name="connsiteY114" fmla="*/ 172130 h 247539"/>
                <a:gd name="connsiteX115" fmla="*/ 201638 w 259015"/>
                <a:gd name="connsiteY115" fmla="*/ 177048 h 247539"/>
                <a:gd name="connsiteX116" fmla="*/ 204917 w 259015"/>
                <a:gd name="connsiteY116" fmla="*/ 180327 h 247539"/>
                <a:gd name="connsiteX117" fmla="*/ 208195 w 259015"/>
                <a:gd name="connsiteY117" fmla="*/ 181966 h 247539"/>
                <a:gd name="connsiteX118" fmla="*/ 209835 w 259015"/>
                <a:gd name="connsiteY118" fmla="*/ 181966 h 247539"/>
                <a:gd name="connsiteX119" fmla="*/ 214753 w 259015"/>
                <a:gd name="connsiteY119" fmla="*/ 185245 h 247539"/>
                <a:gd name="connsiteX120" fmla="*/ 216392 w 259015"/>
                <a:gd name="connsiteY120" fmla="*/ 188524 h 247539"/>
                <a:gd name="connsiteX121" fmla="*/ 219671 w 259015"/>
                <a:gd name="connsiteY121" fmla="*/ 191802 h 247539"/>
                <a:gd name="connsiteX122" fmla="*/ 224589 w 259015"/>
                <a:gd name="connsiteY122" fmla="*/ 195081 h 247539"/>
                <a:gd name="connsiteX123" fmla="*/ 222950 w 259015"/>
                <a:gd name="connsiteY123" fmla="*/ 191802 h 247539"/>
                <a:gd name="connsiteX124" fmla="*/ 226228 w 259015"/>
                <a:gd name="connsiteY124" fmla="*/ 195081 h 247539"/>
                <a:gd name="connsiteX125" fmla="*/ 226228 w 259015"/>
                <a:gd name="connsiteY125" fmla="*/ 199999 h 247539"/>
                <a:gd name="connsiteX126" fmla="*/ 227868 w 259015"/>
                <a:gd name="connsiteY126" fmla="*/ 203278 h 247539"/>
                <a:gd name="connsiteX127" fmla="*/ 229507 w 259015"/>
                <a:gd name="connsiteY127" fmla="*/ 206557 h 247539"/>
                <a:gd name="connsiteX128" fmla="*/ 229507 w 259015"/>
                <a:gd name="connsiteY128" fmla="*/ 209835 h 247539"/>
                <a:gd name="connsiteX129" fmla="*/ 232786 w 259015"/>
                <a:gd name="connsiteY129" fmla="*/ 213114 h 247539"/>
                <a:gd name="connsiteX130" fmla="*/ 237704 w 259015"/>
                <a:gd name="connsiteY130" fmla="*/ 213114 h 247539"/>
                <a:gd name="connsiteX131" fmla="*/ 240982 w 259015"/>
                <a:gd name="connsiteY131" fmla="*/ 216392 h 247539"/>
                <a:gd name="connsiteX132" fmla="*/ 244261 w 259015"/>
                <a:gd name="connsiteY132" fmla="*/ 219671 h 247539"/>
                <a:gd name="connsiteX133" fmla="*/ 245901 w 259015"/>
                <a:gd name="connsiteY133" fmla="*/ 222950 h 247539"/>
                <a:gd name="connsiteX134" fmla="*/ 249179 w 259015"/>
                <a:gd name="connsiteY134" fmla="*/ 227868 h 247539"/>
                <a:gd name="connsiteX135" fmla="*/ 249179 w 259015"/>
                <a:gd name="connsiteY135" fmla="*/ 227868 h 247539"/>
                <a:gd name="connsiteX136" fmla="*/ 252458 w 259015"/>
                <a:gd name="connsiteY136" fmla="*/ 229507 h 247539"/>
                <a:gd name="connsiteX137" fmla="*/ 255737 w 259015"/>
                <a:gd name="connsiteY137" fmla="*/ 226229 h 247539"/>
                <a:gd name="connsiteX138" fmla="*/ 259015 w 259015"/>
                <a:gd name="connsiteY138" fmla="*/ 229507 h 247539"/>
                <a:gd name="connsiteX139" fmla="*/ 259015 w 259015"/>
                <a:gd name="connsiteY139" fmla="*/ 232786 h 247539"/>
                <a:gd name="connsiteX140" fmla="*/ 257376 w 259015"/>
                <a:gd name="connsiteY140" fmla="*/ 234425 h 247539"/>
                <a:gd name="connsiteX141" fmla="*/ 252458 w 259015"/>
                <a:gd name="connsiteY141" fmla="*/ 237704 h 247539"/>
                <a:gd name="connsiteX142" fmla="*/ 249179 w 259015"/>
                <a:gd name="connsiteY142" fmla="*/ 240982 h 247539"/>
                <a:gd name="connsiteX143" fmla="*/ 247540 w 259015"/>
                <a:gd name="connsiteY143" fmla="*/ 244261 h 247539"/>
                <a:gd name="connsiteX144" fmla="*/ 245901 w 259015"/>
                <a:gd name="connsiteY144" fmla="*/ 247540 h 247539"/>
                <a:gd name="connsiteX145" fmla="*/ 240982 w 259015"/>
                <a:gd name="connsiteY145" fmla="*/ 247540 h 247539"/>
                <a:gd name="connsiteX146" fmla="*/ 239343 w 259015"/>
                <a:gd name="connsiteY146" fmla="*/ 244261 h 247539"/>
                <a:gd name="connsiteX147" fmla="*/ 236064 w 259015"/>
                <a:gd name="connsiteY147" fmla="*/ 240982 h 247539"/>
                <a:gd name="connsiteX148" fmla="*/ 232786 w 259015"/>
                <a:gd name="connsiteY148" fmla="*/ 244261 h 247539"/>
                <a:gd name="connsiteX149" fmla="*/ 229507 w 259015"/>
                <a:gd name="connsiteY149" fmla="*/ 240982 h 247539"/>
                <a:gd name="connsiteX150" fmla="*/ 227868 w 259015"/>
                <a:gd name="connsiteY150" fmla="*/ 239343 h 247539"/>
                <a:gd name="connsiteX151" fmla="*/ 226228 w 259015"/>
                <a:gd name="connsiteY151" fmla="*/ 237704 h 247539"/>
                <a:gd name="connsiteX152" fmla="*/ 224589 w 259015"/>
                <a:gd name="connsiteY152" fmla="*/ 232786 h 247539"/>
                <a:gd name="connsiteX153" fmla="*/ 221310 w 259015"/>
                <a:gd name="connsiteY153" fmla="*/ 229507 h 247539"/>
                <a:gd name="connsiteX154" fmla="*/ 216392 w 259015"/>
                <a:gd name="connsiteY154" fmla="*/ 227868 h 247539"/>
                <a:gd name="connsiteX155" fmla="*/ 213114 w 259015"/>
                <a:gd name="connsiteY155" fmla="*/ 224589 h 247539"/>
                <a:gd name="connsiteX156" fmla="*/ 211474 w 259015"/>
                <a:gd name="connsiteY156" fmla="*/ 219671 h 247539"/>
                <a:gd name="connsiteX157" fmla="*/ 209835 w 259015"/>
                <a:gd name="connsiteY157" fmla="*/ 216392 h 247539"/>
                <a:gd name="connsiteX158" fmla="*/ 209835 w 259015"/>
                <a:gd name="connsiteY158" fmla="*/ 216392 h 247539"/>
                <a:gd name="connsiteX159" fmla="*/ 208195 w 259015"/>
                <a:gd name="connsiteY159" fmla="*/ 213114 h 247539"/>
                <a:gd name="connsiteX160" fmla="*/ 204917 w 259015"/>
                <a:gd name="connsiteY160" fmla="*/ 208196 h 247539"/>
                <a:gd name="connsiteX161" fmla="*/ 201638 w 259015"/>
                <a:gd name="connsiteY161" fmla="*/ 204917 h 247539"/>
                <a:gd name="connsiteX162" fmla="*/ 196720 w 259015"/>
                <a:gd name="connsiteY162" fmla="*/ 203278 h 247539"/>
                <a:gd name="connsiteX163" fmla="*/ 193442 w 259015"/>
                <a:gd name="connsiteY163" fmla="*/ 199999 h 247539"/>
                <a:gd name="connsiteX164" fmla="*/ 190163 w 259015"/>
                <a:gd name="connsiteY164" fmla="*/ 196720 h 247539"/>
                <a:gd name="connsiteX165" fmla="*/ 185245 w 259015"/>
                <a:gd name="connsiteY165" fmla="*/ 195081 h 247539"/>
                <a:gd name="connsiteX166" fmla="*/ 183605 w 259015"/>
                <a:gd name="connsiteY166" fmla="*/ 190163 h 247539"/>
                <a:gd name="connsiteX167" fmla="*/ 181966 w 259015"/>
                <a:gd name="connsiteY167" fmla="*/ 186884 h 247539"/>
                <a:gd name="connsiteX168" fmla="*/ 180327 w 259015"/>
                <a:gd name="connsiteY168" fmla="*/ 183606 h 247539"/>
                <a:gd name="connsiteX169" fmla="*/ 177048 w 259015"/>
                <a:gd name="connsiteY169" fmla="*/ 178688 h 247539"/>
                <a:gd name="connsiteX170" fmla="*/ 173770 w 259015"/>
                <a:gd name="connsiteY170" fmla="*/ 175409 h 247539"/>
                <a:gd name="connsiteX171" fmla="*/ 170491 w 259015"/>
                <a:gd name="connsiteY171" fmla="*/ 172130 h 247539"/>
                <a:gd name="connsiteX172" fmla="*/ 170491 w 259015"/>
                <a:gd name="connsiteY172" fmla="*/ 172130 h 247539"/>
                <a:gd name="connsiteX173" fmla="*/ 167212 w 259015"/>
                <a:gd name="connsiteY173" fmla="*/ 168852 h 247539"/>
                <a:gd name="connsiteX174" fmla="*/ 162294 w 259015"/>
                <a:gd name="connsiteY174" fmla="*/ 167212 h 247539"/>
                <a:gd name="connsiteX175" fmla="*/ 159015 w 259015"/>
                <a:gd name="connsiteY175" fmla="*/ 167212 h 247539"/>
                <a:gd name="connsiteX176" fmla="*/ 155737 w 259015"/>
                <a:gd name="connsiteY176" fmla="*/ 163934 h 247539"/>
                <a:gd name="connsiteX177" fmla="*/ 150819 w 259015"/>
                <a:gd name="connsiteY177" fmla="*/ 160655 h 247539"/>
                <a:gd name="connsiteX178" fmla="*/ 147540 w 259015"/>
                <a:gd name="connsiteY178" fmla="*/ 157376 h 247539"/>
                <a:gd name="connsiteX179" fmla="*/ 145901 w 259015"/>
                <a:gd name="connsiteY179" fmla="*/ 157376 h 247539"/>
                <a:gd name="connsiteX180" fmla="*/ 142622 w 259015"/>
                <a:gd name="connsiteY180" fmla="*/ 155737 h 247539"/>
                <a:gd name="connsiteX181" fmla="*/ 139344 w 259015"/>
                <a:gd name="connsiteY181" fmla="*/ 155737 h 247539"/>
                <a:gd name="connsiteX182" fmla="*/ 137704 w 259015"/>
                <a:gd name="connsiteY182" fmla="*/ 155737 h 247539"/>
                <a:gd name="connsiteX183" fmla="*/ 132786 w 259015"/>
                <a:gd name="connsiteY183" fmla="*/ 157376 h 247539"/>
                <a:gd name="connsiteX184" fmla="*/ 129508 w 259015"/>
                <a:gd name="connsiteY184" fmla="*/ 154098 h 247539"/>
                <a:gd name="connsiteX185" fmla="*/ 126229 w 259015"/>
                <a:gd name="connsiteY185" fmla="*/ 154098 h 247539"/>
                <a:gd name="connsiteX186" fmla="*/ 122950 w 259015"/>
                <a:gd name="connsiteY186" fmla="*/ 154098 h 247539"/>
                <a:gd name="connsiteX187" fmla="*/ 118032 w 259015"/>
                <a:gd name="connsiteY187" fmla="*/ 152458 h 247539"/>
                <a:gd name="connsiteX188" fmla="*/ 114754 w 259015"/>
                <a:gd name="connsiteY188" fmla="*/ 154098 h 247539"/>
                <a:gd name="connsiteX189" fmla="*/ 113114 w 259015"/>
                <a:gd name="connsiteY189" fmla="*/ 155737 h 247539"/>
                <a:gd name="connsiteX190" fmla="*/ 109835 w 259015"/>
                <a:gd name="connsiteY190" fmla="*/ 155737 h 247539"/>
                <a:gd name="connsiteX191" fmla="*/ 108196 w 259015"/>
                <a:gd name="connsiteY191" fmla="*/ 157376 h 247539"/>
                <a:gd name="connsiteX192" fmla="*/ 106557 w 259015"/>
                <a:gd name="connsiteY192" fmla="*/ 155737 h 247539"/>
                <a:gd name="connsiteX193" fmla="*/ 106557 w 259015"/>
                <a:gd name="connsiteY193" fmla="*/ 150819 h 247539"/>
                <a:gd name="connsiteX194" fmla="*/ 104917 w 259015"/>
                <a:gd name="connsiteY194" fmla="*/ 150819 h 247539"/>
                <a:gd name="connsiteX195" fmla="*/ 103278 w 259015"/>
                <a:gd name="connsiteY195" fmla="*/ 149180 h 247539"/>
                <a:gd name="connsiteX196" fmla="*/ 100000 w 259015"/>
                <a:gd name="connsiteY196" fmla="*/ 147540 h 247539"/>
                <a:gd name="connsiteX197" fmla="*/ 100000 w 259015"/>
                <a:gd name="connsiteY197" fmla="*/ 149180 h 247539"/>
                <a:gd name="connsiteX198" fmla="*/ 98360 w 259015"/>
                <a:gd name="connsiteY198" fmla="*/ 152458 h 247539"/>
                <a:gd name="connsiteX199" fmla="*/ 95081 w 259015"/>
                <a:gd name="connsiteY199" fmla="*/ 154098 h 247539"/>
                <a:gd name="connsiteX200" fmla="*/ 90164 w 259015"/>
                <a:gd name="connsiteY200" fmla="*/ 155737 h 247539"/>
                <a:gd name="connsiteX201" fmla="*/ 88524 w 259015"/>
                <a:gd name="connsiteY201" fmla="*/ 155737 h 247539"/>
                <a:gd name="connsiteX202" fmla="*/ 85245 w 259015"/>
                <a:gd name="connsiteY202" fmla="*/ 157376 h 247539"/>
                <a:gd name="connsiteX203" fmla="*/ 81967 w 259015"/>
                <a:gd name="connsiteY203" fmla="*/ 157376 h 247539"/>
                <a:gd name="connsiteX204" fmla="*/ 78688 w 259015"/>
                <a:gd name="connsiteY204" fmla="*/ 157376 h 247539"/>
                <a:gd name="connsiteX205" fmla="*/ 73770 w 259015"/>
                <a:gd name="connsiteY205" fmla="*/ 154098 h 247539"/>
                <a:gd name="connsiteX206" fmla="*/ 72131 w 259015"/>
                <a:gd name="connsiteY206" fmla="*/ 150819 h 247539"/>
                <a:gd name="connsiteX207" fmla="*/ 70491 w 259015"/>
                <a:gd name="connsiteY207" fmla="*/ 145901 h 247539"/>
                <a:gd name="connsiteX208" fmla="*/ 67213 w 259015"/>
                <a:gd name="connsiteY208" fmla="*/ 145901 h 247539"/>
                <a:gd name="connsiteX209" fmla="*/ 63934 w 259015"/>
                <a:gd name="connsiteY209" fmla="*/ 145901 h 247539"/>
                <a:gd name="connsiteX210" fmla="*/ 59016 w 259015"/>
                <a:gd name="connsiteY210" fmla="*/ 140983 h 247539"/>
                <a:gd name="connsiteX211" fmla="*/ 57377 w 259015"/>
                <a:gd name="connsiteY211" fmla="*/ 137704 h 247539"/>
                <a:gd name="connsiteX212" fmla="*/ 55737 w 259015"/>
                <a:gd name="connsiteY212" fmla="*/ 140983 h 247539"/>
                <a:gd name="connsiteX213" fmla="*/ 54098 w 259015"/>
                <a:gd name="connsiteY213" fmla="*/ 144262 h 247539"/>
                <a:gd name="connsiteX214" fmla="*/ 52458 w 259015"/>
                <a:gd name="connsiteY214" fmla="*/ 149180 h 247539"/>
                <a:gd name="connsiteX215" fmla="*/ 52458 w 259015"/>
                <a:gd name="connsiteY215" fmla="*/ 149180 h 247539"/>
                <a:gd name="connsiteX216" fmla="*/ 50820 w 259015"/>
                <a:gd name="connsiteY216" fmla="*/ 154098 h 247539"/>
                <a:gd name="connsiteX217" fmla="*/ 50820 w 259015"/>
                <a:gd name="connsiteY217" fmla="*/ 157376 h 247539"/>
                <a:gd name="connsiteX218" fmla="*/ 49180 w 259015"/>
                <a:gd name="connsiteY218" fmla="*/ 160655 h 247539"/>
                <a:gd name="connsiteX219" fmla="*/ 47541 w 259015"/>
                <a:gd name="connsiteY219" fmla="*/ 163934 h 247539"/>
                <a:gd name="connsiteX220" fmla="*/ 45901 w 259015"/>
                <a:gd name="connsiteY220" fmla="*/ 167212 h 247539"/>
                <a:gd name="connsiteX221" fmla="*/ 45901 w 259015"/>
                <a:gd name="connsiteY221" fmla="*/ 172130 h 247539"/>
                <a:gd name="connsiteX222" fmla="*/ 44262 w 259015"/>
                <a:gd name="connsiteY222" fmla="*/ 172130 h 247539"/>
                <a:gd name="connsiteX223" fmla="*/ 42623 w 259015"/>
                <a:gd name="connsiteY223" fmla="*/ 168852 h 247539"/>
                <a:gd name="connsiteX224" fmla="*/ 39344 w 259015"/>
                <a:gd name="connsiteY224" fmla="*/ 163934 h 247539"/>
                <a:gd name="connsiteX225" fmla="*/ 37705 w 259015"/>
                <a:gd name="connsiteY225" fmla="*/ 160655 h 247539"/>
                <a:gd name="connsiteX226" fmla="*/ 36065 w 259015"/>
                <a:gd name="connsiteY226" fmla="*/ 159016 h 247539"/>
                <a:gd name="connsiteX227" fmla="*/ 32787 w 259015"/>
                <a:gd name="connsiteY227" fmla="*/ 157376 h 247539"/>
                <a:gd name="connsiteX228" fmla="*/ 29508 w 259015"/>
                <a:gd name="connsiteY228" fmla="*/ 157376 h 247539"/>
                <a:gd name="connsiteX229" fmla="*/ 26229 w 259015"/>
                <a:gd name="connsiteY229" fmla="*/ 160655 h 247539"/>
                <a:gd name="connsiteX230" fmla="*/ 24590 w 259015"/>
                <a:gd name="connsiteY230" fmla="*/ 163934 h 247539"/>
                <a:gd name="connsiteX231" fmla="*/ 19672 w 259015"/>
                <a:gd name="connsiteY231" fmla="*/ 162294 h 247539"/>
                <a:gd name="connsiteX232" fmla="*/ 16393 w 259015"/>
                <a:gd name="connsiteY232" fmla="*/ 162294 h 247539"/>
                <a:gd name="connsiteX233" fmla="*/ 13114 w 259015"/>
                <a:gd name="connsiteY233" fmla="*/ 162294 h 247539"/>
                <a:gd name="connsiteX234" fmla="*/ 9836 w 259015"/>
                <a:gd name="connsiteY234" fmla="*/ 162294 h 247539"/>
                <a:gd name="connsiteX235" fmla="*/ 4918 w 259015"/>
                <a:gd name="connsiteY235" fmla="*/ 163934 h 247539"/>
                <a:gd name="connsiteX236" fmla="*/ 4918 w 259015"/>
                <a:gd name="connsiteY236" fmla="*/ 165573 h 247539"/>
                <a:gd name="connsiteX237" fmla="*/ 4918 w 259015"/>
                <a:gd name="connsiteY237" fmla="*/ 163934 h 247539"/>
                <a:gd name="connsiteX238" fmla="*/ 4918 w 259015"/>
                <a:gd name="connsiteY238" fmla="*/ 159016 h 247539"/>
                <a:gd name="connsiteX239" fmla="*/ 4918 w 259015"/>
                <a:gd name="connsiteY239" fmla="*/ 155737 h 247539"/>
                <a:gd name="connsiteX240" fmla="*/ 3278 w 259015"/>
                <a:gd name="connsiteY240" fmla="*/ 150819 h 247539"/>
                <a:gd name="connsiteX241" fmla="*/ 3278 w 259015"/>
                <a:gd name="connsiteY241" fmla="*/ 147540 h 247539"/>
                <a:gd name="connsiteX242" fmla="*/ 3278 w 259015"/>
                <a:gd name="connsiteY242" fmla="*/ 144262 h 247539"/>
                <a:gd name="connsiteX243" fmla="*/ 1639 w 259015"/>
                <a:gd name="connsiteY243" fmla="*/ 139344 h 247539"/>
                <a:gd name="connsiteX244" fmla="*/ 1639 w 259015"/>
                <a:gd name="connsiteY244" fmla="*/ 136065 h 247539"/>
                <a:gd name="connsiteX245" fmla="*/ 1639 w 259015"/>
                <a:gd name="connsiteY245" fmla="*/ 132786 h 247539"/>
                <a:gd name="connsiteX246" fmla="*/ 1639 w 259015"/>
                <a:gd name="connsiteY246" fmla="*/ 127868 h 247539"/>
                <a:gd name="connsiteX247" fmla="*/ 0 w 259015"/>
                <a:gd name="connsiteY247" fmla="*/ 126229 h 24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</a:cxnLst>
              <a:rect l="l" t="t" r="r" b="b"/>
              <a:pathLst>
                <a:path w="259015" h="247539">
                  <a:moveTo>
                    <a:pt x="0" y="126229"/>
                  </a:moveTo>
                  <a:lnTo>
                    <a:pt x="3278" y="122950"/>
                  </a:lnTo>
                  <a:lnTo>
                    <a:pt x="4918" y="119672"/>
                  </a:lnTo>
                  <a:lnTo>
                    <a:pt x="4918" y="116393"/>
                  </a:lnTo>
                  <a:lnTo>
                    <a:pt x="8197" y="113114"/>
                  </a:lnTo>
                  <a:lnTo>
                    <a:pt x="8197" y="108196"/>
                  </a:lnTo>
                  <a:lnTo>
                    <a:pt x="8197" y="104917"/>
                  </a:lnTo>
                  <a:lnTo>
                    <a:pt x="8197" y="101639"/>
                  </a:lnTo>
                  <a:lnTo>
                    <a:pt x="11475" y="96721"/>
                  </a:lnTo>
                  <a:lnTo>
                    <a:pt x="13114" y="93442"/>
                  </a:lnTo>
                  <a:lnTo>
                    <a:pt x="14754" y="88524"/>
                  </a:lnTo>
                  <a:lnTo>
                    <a:pt x="14754" y="85245"/>
                  </a:lnTo>
                  <a:lnTo>
                    <a:pt x="16393" y="81967"/>
                  </a:lnTo>
                  <a:lnTo>
                    <a:pt x="18033" y="78688"/>
                  </a:lnTo>
                  <a:lnTo>
                    <a:pt x="18033" y="73770"/>
                  </a:lnTo>
                  <a:lnTo>
                    <a:pt x="18033" y="70492"/>
                  </a:lnTo>
                  <a:lnTo>
                    <a:pt x="16393" y="67213"/>
                  </a:lnTo>
                  <a:lnTo>
                    <a:pt x="16393" y="62295"/>
                  </a:lnTo>
                  <a:lnTo>
                    <a:pt x="16393" y="59016"/>
                  </a:lnTo>
                  <a:lnTo>
                    <a:pt x="19672" y="55737"/>
                  </a:lnTo>
                  <a:lnTo>
                    <a:pt x="19672" y="50820"/>
                  </a:lnTo>
                  <a:lnTo>
                    <a:pt x="19672" y="47541"/>
                  </a:lnTo>
                  <a:lnTo>
                    <a:pt x="19672" y="44262"/>
                  </a:lnTo>
                  <a:lnTo>
                    <a:pt x="22951" y="42623"/>
                  </a:lnTo>
                  <a:lnTo>
                    <a:pt x="26229" y="42623"/>
                  </a:lnTo>
                  <a:lnTo>
                    <a:pt x="31147" y="40983"/>
                  </a:lnTo>
                  <a:lnTo>
                    <a:pt x="34426" y="42623"/>
                  </a:lnTo>
                  <a:lnTo>
                    <a:pt x="34426" y="42623"/>
                  </a:lnTo>
                  <a:lnTo>
                    <a:pt x="37705" y="39344"/>
                  </a:lnTo>
                  <a:lnTo>
                    <a:pt x="39344" y="34426"/>
                  </a:lnTo>
                  <a:lnTo>
                    <a:pt x="37705" y="31147"/>
                  </a:lnTo>
                  <a:lnTo>
                    <a:pt x="37705" y="29508"/>
                  </a:lnTo>
                  <a:lnTo>
                    <a:pt x="40983" y="27869"/>
                  </a:lnTo>
                  <a:lnTo>
                    <a:pt x="45901" y="27869"/>
                  </a:lnTo>
                  <a:lnTo>
                    <a:pt x="47541" y="24590"/>
                  </a:lnTo>
                  <a:lnTo>
                    <a:pt x="52458" y="24590"/>
                  </a:lnTo>
                  <a:lnTo>
                    <a:pt x="55737" y="21311"/>
                  </a:lnTo>
                  <a:lnTo>
                    <a:pt x="59016" y="19672"/>
                  </a:lnTo>
                  <a:lnTo>
                    <a:pt x="62295" y="19672"/>
                  </a:lnTo>
                  <a:lnTo>
                    <a:pt x="67213" y="16393"/>
                  </a:lnTo>
                  <a:lnTo>
                    <a:pt x="70491" y="14754"/>
                  </a:lnTo>
                  <a:lnTo>
                    <a:pt x="72131" y="11475"/>
                  </a:lnTo>
                  <a:lnTo>
                    <a:pt x="72131" y="6557"/>
                  </a:lnTo>
                  <a:lnTo>
                    <a:pt x="75410" y="3279"/>
                  </a:lnTo>
                  <a:lnTo>
                    <a:pt x="78688" y="0"/>
                  </a:lnTo>
                  <a:lnTo>
                    <a:pt x="80327" y="3279"/>
                  </a:lnTo>
                  <a:lnTo>
                    <a:pt x="81967" y="8197"/>
                  </a:lnTo>
                  <a:lnTo>
                    <a:pt x="83606" y="11475"/>
                  </a:lnTo>
                  <a:lnTo>
                    <a:pt x="86885" y="14754"/>
                  </a:lnTo>
                  <a:lnTo>
                    <a:pt x="88524" y="19672"/>
                  </a:lnTo>
                  <a:lnTo>
                    <a:pt x="90164" y="22951"/>
                  </a:lnTo>
                  <a:lnTo>
                    <a:pt x="91803" y="26229"/>
                  </a:lnTo>
                  <a:lnTo>
                    <a:pt x="91803" y="29508"/>
                  </a:lnTo>
                  <a:lnTo>
                    <a:pt x="93442" y="34426"/>
                  </a:lnTo>
                  <a:lnTo>
                    <a:pt x="95081" y="37705"/>
                  </a:lnTo>
                  <a:lnTo>
                    <a:pt x="96721" y="40983"/>
                  </a:lnTo>
                  <a:lnTo>
                    <a:pt x="98360" y="44262"/>
                  </a:lnTo>
                  <a:lnTo>
                    <a:pt x="98360" y="49180"/>
                  </a:lnTo>
                  <a:lnTo>
                    <a:pt x="100000" y="52459"/>
                  </a:lnTo>
                  <a:lnTo>
                    <a:pt x="101639" y="55737"/>
                  </a:lnTo>
                  <a:lnTo>
                    <a:pt x="101639" y="60655"/>
                  </a:lnTo>
                  <a:lnTo>
                    <a:pt x="101639" y="60655"/>
                  </a:lnTo>
                  <a:lnTo>
                    <a:pt x="101639" y="63934"/>
                  </a:lnTo>
                  <a:lnTo>
                    <a:pt x="103278" y="68852"/>
                  </a:lnTo>
                  <a:lnTo>
                    <a:pt x="104917" y="72131"/>
                  </a:lnTo>
                  <a:lnTo>
                    <a:pt x="104917" y="75410"/>
                  </a:lnTo>
                  <a:lnTo>
                    <a:pt x="104917" y="80327"/>
                  </a:lnTo>
                  <a:lnTo>
                    <a:pt x="106557" y="83606"/>
                  </a:lnTo>
                  <a:lnTo>
                    <a:pt x="106557" y="86885"/>
                  </a:lnTo>
                  <a:lnTo>
                    <a:pt x="108196" y="91803"/>
                  </a:lnTo>
                  <a:lnTo>
                    <a:pt x="111475" y="95082"/>
                  </a:lnTo>
                  <a:lnTo>
                    <a:pt x="113114" y="98360"/>
                  </a:lnTo>
                  <a:lnTo>
                    <a:pt x="114754" y="103278"/>
                  </a:lnTo>
                  <a:lnTo>
                    <a:pt x="113114" y="104917"/>
                  </a:lnTo>
                  <a:lnTo>
                    <a:pt x="116393" y="109836"/>
                  </a:lnTo>
                  <a:lnTo>
                    <a:pt x="121311" y="111475"/>
                  </a:lnTo>
                  <a:lnTo>
                    <a:pt x="121311" y="114754"/>
                  </a:lnTo>
                  <a:lnTo>
                    <a:pt x="124590" y="118032"/>
                  </a:lnTo>
                  <a:lnTo>
                    <a:pt x="124590" y="121311"/>
                  </a:lnTo>
                  <a:lnTo>
                    <a:pt x="124590" y="126229"/>
                  </a:lnTo>
                  <a:lnTo>
                    <a:pt x="127868" y="129508"/>
                  </a:lnTo>
                  <a:lnTo>
                    <a:pt x="129508" y="127868"/>
                  </a:lnTo>
                  <a:lnTo>
                    <a:pt x="131147" y="124590"/>
                  </a:lnTo>
                  <a:lnTo>
                    <a:pt x="127868" y="119672"/>
                  </a:lnTo>
                  <a:lnTo>
                    <a:pt x="127868" y="116393"/>
                  </a:lnTo>
                  <a:lnTo>
                    <a:pt x="127868" y="113114"/>
                  </a:lnTo>
                  <a:lnTo>
                    <a:pt x="132786" y="111475"/>
                  </a:lnTo>
                  <a:lnTo>
                    <a:pt x="136065" y="114754"/>
                  </a:lnTo>
                  <a:lnTo>
                    <a:pt x="139344" y="118032"/>
                  </a:lnTo>
                  <a:lnTo>
                    <a:pt x="137704" y="121311"/>
                  </a:lnTo>
                  <a:lnTo>
                    <a:pt x="139344" y="124590"/>
                  </a:lnTo>
                  <a:lnTo>
                    <a:pt x="139344" y="127868"/>
                  </a:lnTo>
                  <a:lnTo>
                    <a:pt x="142622" y="132786"/>
                  </a:lnTo>
                  <a:lnTo>
                    <a:pt x="145901" y="134426"/>
                  </a:lnTo>
                  <a:lnTo>
                    <a:pt x="149180" y="134426"/>
                  </a:lnTo>
                  <a:lnTo>
                    <a:pt x="154098" y="132786"/>
                  </a:lnTo>
                  <a:lnTo>
                    <a:pt x="154098" y="132786"/>
                  </a:lnTo>
                  <a:lnTo>
                    <a:pt x="155737" y="132786"/>
                  </a:lnTo>
                  <a:lnTo>
                    <a:pt x="157376" y="132786"/>
                  </a:lnTo>
                  <a:lnTo>
                    <a:pt x="159015" y="134426"/>
                  </a:lnTo>
                  <a:lnTo>
                    <a:pt x="162294" y="137704"/>
                  </a:lnTo>
                  <a:lnTo>
                    <a:pt x="165573" y="140983"/>
                  </a:lnTo>
                  <a:lnTo>
                    <a:pt x="167212" y="145901"/>
                  </a:lnTo>
                  <a:lnTo>
                    <a:pt x="170491" y="145901"/>
                  </a:lnTo>
                  <a:lnTo>
                    <a:pt x="175409" y="147540"/>
                  </a:lnTo>
                  <a:lnTo>
                    <a:pt x="178688" y="147540"/>
                  </a:lnTo>
                  <a:lnTo>
                    <a:pt x="181966" y="149180"/>
                  </a:lnTo>
                  <a:lnTo>
                    <a:pt x="185245" y="152458"/>
                  </a:lnTo>
                  <a:lnTo>
                    <a:pt x="185245" y="154098"/>
                  </a:lnTo>
                  <a:lnTo>
                    <a:pt x="188524" y="157376"/>
                  </a:lnTo>
                  <a:lnTo>
                    <a:pt x="190163" y="160655"/>
                  </a:lnTo>
                  <a:lnTo>
                    <a:pt x="193442" y="163934"/>
                  </a:lnTo>
                  <a:lnTo>
                    <a:pt x="195081" y="168852"/>
                  </a:lnTo>
                  <a:lnTo>
                    <a:pt x="198360" y="172130"/>
                  </a:lnTo>
                  <a:lnTo>
                    <a:pt x="198360" y="172130"/>
                  </a:lnTo>
                  <a:lnTo>
                    <a:pt x="201638" y="177048"/>
                  </a:lnTo>
                  <a:lnTo>
                    <a:pt x="204917" y="180327"/>
                  </a:lnTo>
                  <a:lnTo>
                    <a:pt x="208195" y="181966"/>
                  </a:lnTo>
                  <a:lnTo>
                    <a:pt x="209835" y="181966"/>
                  </a:lnTo>
                  <a:lnTo>
                    <a:pt x="214753" y="185245"/>
                  </a:lnTo>
                  <a:lnTo>
                    <a:pt x="216392" y="188524"/>
                  </a:lnTo>
                  <a:lnTo>
                    <a:pt x="219671" y="191802"/>
                  </a:lnTo>
                  <a:lnTo>
                    <a:pt x="224589" y="195081"/>
                  </a:lnTo>
                  <a:lnTo>
                    <a:pt x="222950" y="191802"/>
                  </a:lnTo>
                  <a:lnTo>
                    <a:pt x="226228" y="195081"/>
                  </a:lnTo>
                  <a:lnTo>
                    <a:pt x="226228" y="199999"/>
                  </a:lnTo>
                  <a:lnTo>
                    <a:pt x="227868" y="203278"/>
                  </a:lnTo>
                  <a:lnTo>
                    <a:pt x="229507" y="206557"/>
                  </a:lnTo>
                  <a:lnTo>
                    <a:pt x="229507" y="209835"/>
                  </a:lnTo>
                  <a:lnTo>
                    <a:pt x="232786" y="213114"/>
                  </a:lnTo>
                  <a:lnTo>
                    <a:pt x="237704" y="213114"/>
                  </a:lnTo>
                  <a:lnTo>
                    <a:pt x="240982" y="216392"/>
                  </a:lnTo>
                  <a:lnTo>
                    <a:pt x="244261" y="219671"/>
                  </a:lnTo>
                  <a:lnTo>
                    <a:pt x="245901" y="222950"/>
                  </a:lnTo>
                  <a:lnTo>
                    <a:pt x="249179" y="227868"/>
                  </a:lnTo>
                  <a:lnTo>
                    <a:pt x="249179" y="227868"/>
                  </a:lnTo>
                  <a:lnTo>
                    <a:pt x="252458" y="229507"/>
                  </a:lnTo>
                  <a:lnTo>
                    <a:pt x="255737" y="226229"/>
                  </a:lnTo>
                  <a:lnTo>
                    <a:pt x="259015" y="229507"/>
                  </a:lnTo>
                  <a:lnTo>
                    <a:pt x="259015" y="232786"/>
                  </a:lnTo>
                  <a:lnTo>
                    <a:pt x="257376" y="234425"/>
                  </a:lnTo>
                  <a:lnTo>
                    <a:pt x="252458" y="237704"/>
                  </a:lnTo>
                  <a:lnTo>
                    <a:pt x="249179" y="240982"/>
                  </a:lnTo>
                  <a:lnTo>
                    <a:pt x="247540" y="244261"/>
                  </a:lnTo>
                  <a:lnTo>
                    <a:pt x="245901" y="247540"/>
                  </a:lnTo>
                  <a:lnTo>
                    <a:pt x="240982" y="247540"/>
                  </a:lnTo>
                  <a:lnTo>
                    <a:pt x="239343" y="244261"/>
                  </a:lnTo>
                  <a:lnTo>
                    <a:pt x="236064" y="240982"/>
                  </a:lnTo>
                  <a:lnTo>
                    <a:pt x="232786" y="244261"/>
                  </a:lnTo>
                  <a:lnTo>
                    <a:pt x="229507" y="240982"/>
                  </a:lnTo>
                  <a:lnTo>
                    <a:pt x="227868" y="239343"/>
                  </a:lnTo>
                  <a:lnTo>
                    <a:pt x="226228" y="237704"/>
                  </a:lnTo>
                  <a:lnTo>
                    <a:pt x="224589" y="232786"/>
                  </a:lnTo>
                  <a:lnTo>
                    <a:pt x="221310" y="229507"/>
                  </a:lnTo>
                  <a:lnTo>
                    <a:pt x="216392" y="227868"/>
                  </a:lnTo>
                  <a:lnTo>
                    <a:pt x="213114" y="224589"/>
                  </a:lnTo>
                  <a:lnTo>
                    <a:pt x="211474" y="219671"/>
                  </a:lnTo>
                  <a:lnTo>
                    <a:pt x="209835" y="216392"/>
                  </a:lnTo>
                  <a:lnTo>
                    <a:pt x="209835" y="216392"/>
                  </a:lnTo>
                  <a:lnTo>
                    <a:pt x="208195" y="213114"/>
                  </a:lnTo>
                  <a:lnTo>
                    <a:pt x="204917" y="208196"/>
                  </a:lnTo>
                  <a:lnTo>
                    <a:pt x="201638" y="204917"/>
                  </a:lnTo>
                  <a:lnTo>
                    <a:pt x="196720" y="203278"/>
                  </a:lnTo>
                  <a:lnTo>
                    <a:pt x="193442" y="199999"/>
                  </a:lnTo>
                  <a:lnTo>
                    <a:pt x="190163" y="196720"/>
                  </a:lnTo>
                  <a:lnTo>
                    <a:pt x="185245" y="195081"/>
                  </a:lnTo>
                  <a:lnTo>
                    <a:pt x="183605" y="190163"/>
                  </a:lnTo>
                  <a:lnTo>
                    <a:pt x="181966" y="186884"/>
                  </a:lnTo>
                  <a:lnTo>
                    <a:pt x="180327" y="183606"/>
                  </a:lnTo>
                  <a:lnTo>
                    <a:pt x="177048" y="178688"/>
                  </a:lnTo>
                  <a:lnTo>
                    <a:pt x="173770" y="175409"/>
                  </a:lnTo>
                  <a:lnTo>
                    <a:pt x="170491" y="172130"/>
                  </a:lnTo>
                  <a:lnTo>
                    <a:pt x="170491" y="172130"/>
                  </a:lnTo>
                  <a:lnTo>
                    <a:pt x="167212" y="168852"/>
                  </a:lnTo>
                  <a:lnTo>
                    <a:pt x="162294" y="167212"/>
                  </a:lnTo>
                  <a:lnTo>
                    <a:pt x="159015" y="167212"/>
                  </a:lnTo>
                  <a:lnTo>
                    <a:pt x="155737" y="163934"/>
                  </a:lnTo>
                  <a:lnTo>
                    <a:pt x="150819" y="160655"/>
                  </a:lnTo>
                  <a:lnTo>
                    <a:pt x="147540" y="157376"/>
                  </a:lnTo>
                  <a:lnTo>
                    <a:pt x="145901" y="157376"/>
                  </a:lnTo>
                  <a:lnTo>
                    <a:pt x="142622" y="155737"/>
                  </a:lnTo>
                  <a:lnTo>
                    <a:pt x="139344" y="155737"/>
                  </a:lnTo>
                  <a:lnTo>
                    <a:pt x="137704" y="155737"/>
                  </a:lnTo>
                  <a:lnTo>
                    <a:pt x="132786" y="157376"/>
                  </a:lnTo>
                  <a:lnTo>
                    <a:pt x="129508" y="154098"/>
                  </a:lnTo>
                  <a:lnTo>
                    <a:pt x="126229" y="154098"/>
                  </a:lnTo>
                  <a:lnTo>
                    <a:pt x="122950" y="154098"/>
                  </a:lnTo>
                  <a:lnTo>
                    <a:pt x="118032" y="152458"/>
                  </a:lnTo>
                  <a:lnTo>
                    <a:pt x="114754" y="154098"/>
                  </a:lnTo>
                  <a:lnTo>
                    <a:pt x="113114" y="155737"/>
                  </a:lnTo>
                  <a:lnTo>
                    <a:pt x="109835" y="155737"/>
                  </a:lnTo>
                  <a:lnTo>
                    <a:pt x="108196" y="157376"/>
                  </a:lnTo>
                  <a:lnTo>
                    <a:pt x="106557" y="155737"/>
                  </a:lnTo>
                  <a:lnTo>
                    <a:pt x="106557" y="150819"/>
                  </a:lnTo>
                  <a:lnTo>
                    <a:pt x="104917" y="150819"/>
                  </a:lnTo>
                  <a:lnTo>
                    <a:pt x="103278" y="149180"/>
                  </a:lnTo>
                  <a:lnTo>
                    <a:pt x="100000" y="147540"/>
                  </a:lnTo>
                  <a:lnTo>
                    <a:pt x="100000" y="149180"/>
                  </a:lnTo>
                  <a:lnTo>
                    <a:pt x="98360" y="152458"/>
                  </a:lnTo>
                  <a:lnTo>
                    <a:pt x="95081" y="154098"/>
                  </a:lnTo>
                  <a:lnTo>
                    <a:pt x="90164" y="155737"/>
                  </a:lnTo>
                  <a:lnTo>
                    <a:pt x="88524" y="155737"/>
                  </a:lnTo>
                  <a:lnTo>
                    <a:pt x="85245" y="157376"/>
                  </a:lnTo>
                  <a:lnTo>
                    <a:pt x="81967" y="157376"/>
                  </a:lnTo>
                  <a:lnTo>
                    <a:pt x="78688" y="157376"/>
                  </a:lnTo>
                  <a:lnTo>
                    <a:pt x="73770" y="154098"/>
                  </a:lnTo>
                  <a:lnTo>
                    <a:pt x="72131" y="150819"/>
                  </a:lnTo>
                  <a:lnTo>
                    <a:pt x="70491" y="145901"/>
                  </a:lnTo>
                  <a:lnTo>
                    <a:pt x="67213" y="145901"/>
                  </a:lnTo>
                  <a:lnTo>
                    <a:pt x="63934" y="145901"/>
                  </a:lnTo>
                  <a:lnTo>
                    <a:pt x="59016" y="140983"/>
                  </a:lnTo>
                  <a:lnTo>
                    <a:pt x="57377" y="137704"/>
                  </a:lnTo>
                  <a:lnTo>
                    <a:pt x="55737" y="140983"/>
                  </a:lnTo>
                  <a:lnTo>
                    <a:pt x="54098" y="144262"/>
                  </a:lnTo>
                  <a:lnTo>
                    <a:pt x="52458" y="149180"/>
                  </a:lnTo>
                  <a:lnTo>
                    <a:pt x="52458" y="149180"/>
                  </a:lnTo>
                  <a:lnTo>
                    <a:pt x="50820" y="154098"/>
                  </a:lnTo>
                  <a:lnTo>
                    <a:pt x="50820" y="157376"/>
                  </a:lnTo>
                  <a:lnTo>
                    <a:pt x="49180" y="160655"/>
                  </a:lnTo>
                  <a:lnTo>
                    <a:pt x="47541" y="163934"/>
                  </a:lnTo>
                  <a:lnTo>
                    <a:pt x="45901" y="167212"/>
                  </a:lnTo>
                  <a:lnTo>
                    <a:pt x="45901" y="172130"/>
                  </a:lnTo>
                  <a:lnTo>
                    <a:pt x="44262" y="172130"/>
                  </a:lnTo>
                  <a:lnTo>
                    <a:pt x="42623" y="168852"/>
                  </a:lnTo>
                  <a:lnTo>
                    <a:pt x="39344" y="163934"/>
                  </a:lnTo>
                  <a:lnTo>
                    <a:pt x="37705" y="160655"/>
                  </a:lnTo>
                  <a:lnTo>
                    <a:pt x="36065" y="159016"/>
                  </a:lnTo>
                  <a:lnTo>
                    <a:pt x="32787" y="157376"/>
                  </a:lnTo>
                  <a:lnTo>
                    <a:pt x="29508" y="157376"/>
                  </a:lnTo>
                  <a:lnTo>
                    <a:pt x="26229" y="160655"/>
                  </a:lnTo>
                  <a:lnTo>
                    <a:pt x="24590" y="163934"/>
                  </a:lnTo>
                  <a:lnTo>
                    <a:pt x="19672" y="162294"/>
                  </a:lnTo>
                  <a:lnTo>
                    <a:pt x="16393" y="162294"/>
                  </a:lnTo>
                  <a:lnTo>
                    <a:pt x="13114" y="162294"/>
                  </a:lnTo>
                  <a:lnTo>
                    <a:pt x="9836" y="162294"/>
                  </a:lnTo>
                  <a:lnTo>
                    <a:pt x="4918" y="163934"/>
                  </a:lnTo>
                  <a:lnTo>
                    <a:pt x="4918" y="165573"/>
                  </a:lnTo>
                  <a:lnTo>
                    <a:pt x="4918" y="163934"/>
                  </a:lnTo>
                  <a:lnTo>
                    <a:pt x="4918" y="159016"/>
                  </a:lnTo>
                  <a:lnTo>
                    <a:pt x="4918" y="155737"/>
                  </a:lnTo>
                  <a:lnTo>
                    <a:pt x="3278" y="150819"/>
                  </a:lnTo>
                  <a:lnTo>
                    <a:pt x="3278" y="147540"/>
                  </a:lnTo>
                  <a:lnTo>
                    <a:pt x="3278" y="144262"/>
                  </a:lnTo>
                  <a:lnTo>
                    <a:pt x="1639" y="139344"/>
                  </a:lnTo>
                  <a:lnTo>
                    <a:pt x="1639" y="136065"/>
                  </a:lnTo>
                  <a:lnTo>
                    <a:pt x="1639" y="132786"/>
                  </a:lnTo>
                  <a:lnTo>
                    <a:pt x="1639" y="127868"/>
                  </a:lnTo>
                  <a:lnTo>
                    <a:pt x="0" y="1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89" name="Freeform 4188">
              <a:extLst>
                <a:ext uri="{FF2B5EF4-FFF2-40B4-BE49-F238E27FC236}">
                  <a16:creationId xmlns:a16="http://schemas.microsoft.com/office/drawing/2014/main" id="{89FA5377-726C-9340-BAEE-BBE89BB4402A}"/>
                </a:ext>
              </a:extLst>
            </p:cNvPr>
            <p:cNvSpPr/>
            <p:nvPr/>
          </p:nvSpPr>
          <p:spPr>
            <a:xfrm>
              <a:off x="1696020" y="2998508"/>
              <a:ext cx="26229" cy="73770"/>
            </a:xfrm>
            <a:custGeom>
              <a:avLst/>
              <a:gdLst>
                <a:gd name="connsiteX0" fmla="*/ 0 w 26229"/>
                <a:gd name="connsiteY0" fmla="*/ 73770 h 73770"/>
                <a:gd name="connsiteX1" fmla="*/ 0 w 26229"/>
                <a:gd name="connsiteY1" fmla="*/ 68852 h 73770"/>
                <a:gd name="connsiteX2" fmla="*/ 0 w 26229"/>
                <a:gd name="connsiteY2" fmla="*/ 65573 h 73770"/>
                <a:gd name="connsiteX3" fmla="*/ 0 w 26229"/>
                <a:gd name="connsiteY3" fmla="*/ 60656 h 73770"/>
                <a:gd name="connsiteX4" fmla="*/ 3279 w 26229"/>
                <a:gd name="connsiteY4" fmla="*/ 57377 h 73770"/>
                <a:gd name="connsiteX5" fmla="*/ 4918 w 26229"/>
                <a:gd name="connsiteY5" fmla="*/ 52459 h 73770"/>
                <a:gd name="connsiteX6" fmla="*/ 4918 w 26229"/>
                <a:gd name="connsiteY6" fmla="*/ 49180 h 73770"/>
                <a:gd name="connsiteX7" fmla="*/ 1639 w 26229"/>
                <a:gd name="connsiteY7" fmla="*/ 44262 h 73770"/>
                <a:gd name="connsiteX8" fmla="*/ 1639 w 26229"/>
                <a:gd name="connsiteY8" fmla="*/ 40983 h 73770"/>
                <a:gd name="connsiteX9" fmla="*/ 4918 w 26229"/>
                <a:gd name="connsiteY9" fmla="*/ 44262 h 73770"/>
                <a:gd name="connsiteX10" fmla="*/ 8197 w 26229"/>
                <a:gd name="connsiteY10" fmla="*/ 39344 h 73770"/>
                <a:gd name="connsiteX11" fmla="*/ 8197 w 26229"/>
                <a:gd name="connsiteY11" fmla="*/ 36066 h 73770"/>
                <a:gd name="connsiteX12" fmla="*/ 9836 w 26229"/>
                <a:gd name="connsiteY12" fmla="*/ 32787 h 73770"/>
                <a:gd name="connsiteX13" fmla="*/ 9836 w 26229"/>
                <a:gd name="connsiteY13" fmla="*/ 27869 h 73770"/>
                <a:gd name="connsiteX14" fmla="*/ 13115 w 26229"/>
                <a:gd name="connsiteY14" fmla="*/ 24590 h 73770"/>
                <a:gd name="connsiteX15" fmla="*/ 13115 w 26229"/>
                <a:gd name="connsiteY15" fmla="*/ 22951 h 73770"/>
                <a:gd name="connsiteX16" fmla="*/ 11475 w 26229"/>
                <a:gd name="connsiteY16" fmla="*/ 19672 h 73770"/>
                <a:gd name="connsiteX17" fmla="*/ 13115 w 26229"/>
                <a:gd name="connsiteY17" fmla="*/ 16393 h 73770"/>
                <a:gd name="connsiteX18" fmla="*/ 11475 w 26229"/>
                <a:gd name="connsiteY18" fmla="*/ 13115 h 73770"/>
                <a:gd name="connsiteX19" fmla="*/ 11475 w 26229"/>
                <a:gd name="connsiteY19" fmla="*/ 9836 h 73770"/>
                <a:gd name="connsiteX20" fmla="*/ 14754 w 26229"/>
                <a:gd name="connsiteY20" fmla="*/ 6557 h 73770"/>
                <a:gd name="connsiteX21" fmla="*/ 14754 w 26229"/>
                <a:gd name="connsiteY21" fmla="*/ 3279 h 73770"/>
                <a:gd name="connsiteX22" fmla="*/ 18033 w 26229"/>
                <a:gd name="connsiteY22" fmla="*/ 6557 h 73770"/>
                <a:gd name="connsiteX23" fmla="*/ 21311 w 26229"/>
                <a:gd name="connsiteY23" fmla="*/ 4918 h 73770"/>
                <a:gd name="connsiteX24" fmla="*/ 22951 w 26229"/>
                <a:gd name="connsiteY24" fmla="*/ 0 h 73770"/>
                <a:gd name="connsiteX25" fmla="*/ 26229 w 26229"/>
                <a:gd name="connsiteY25" fmla="*/ 1639 h 73770"/>
                <a:gd name="connsiteX26" fmla="*/ 26229 w 26229"/>
                <a:gd name="connsiteY26" fmla="*/ 6557 h 73770"/>
                <a:gd name="connsiteX27" fmla="*/ 24590 w 26229"/>
                <a:gd name="connsiteY27" fmla="*/ 9836 h 73770"/>
                <a:gd name="connsiteX28" fmla="*/ 21311 w 26229"/>
                <a:gd name="connsiteY28" fmla="*/ 13115 h 73770"/>
                <a:gd name="connsiteX29" fmla="*/ 18033 w 26229"/>
                <a:gd name="connsiteY29" fmla="*/ 18033 h 73770"/>
                <a:gd name="connsiteX30" fmla="*/ 18033 w 26229"/>
                <a:gd name="connsiteY30" fmla="*/ 19672 h 73770"/>
                <a:gd name="connsiteX31" fmla="*/ 16393 w 26229"/>
                <a:gd name="connsiteY31" fmla="*/ 24590 h 73770"/>
                <a:gd name="connsiteX32" fmla="*/ 14754 w 26229"/>
                <a:gd name="connsiteY32" fmla="*/ 27869 h 73770"/>
                <a:gd name="connsiteX33" fmla="*/ 13115 w 26229"/>
                <a:gd name="connsiteY33" fmla="*/ 31148 h 73770"/>
                <a:gd name="connsiteX34" fmla="*/ 11475 w 26229"/>
                <a:gd name="connsiteY34" fmla="*/ 36066 h 73770"/>
                <a:gd name="connsiteX35" fmla="*/ 9836 w 26229"/>
                <a:gd name="connsiteY35" fmla="*/ 39344 h 73770"/>
                <a:gd name="connsiteX36" fmla="*/ 8197 w 26229"/>
                <a:gd name="connsiteY36" fmla="*/ 42623 h 73770"/>
                <a:gd name="connsiteX37" fmla="*/ 8197 w 26229"/>
                <a:gd name="connsiteY37" fmla="*/ 47541 h 73770"/>
                <a:gd name="connsiteX38" fmla="*/ 6557 w 26229"/>
                <a:gd name="connsiteY38" fmla="*/ 50820 h 73770"/>
                <a:gd name="connsiteX39" fmla="*/ 4918 w 26229"/>
                <a:gd name="connsiteY39" fmla="*/ 54098 h 73770"/>
                <a:gd name="connsiteX40" fmla="*/ 3279 w 26229"/>
                <a:gd name="connsiteY40" fmla="*/ 59016 h 73770"/>
                <a:gd name="connsiteX41" fmla="*/ 3279 w 26229"/>
                <a:gd name="connsiteY41" fmla="*/ 62295 h 73770"/>
                <a:gd name="connsiteX42" fmla="*/ 1639 w 26229"/>
                <a:gd name="connsiteY42" fmla="*/ 65573 h 73770"/>
                <a:gd name="connsiteX43" fmla="*/ 1639 w 26229"/>
                <a:gd name="connsiteY43" fmla="*/ 70492 h 73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6229" h="73770">
                  <a:moveTo>
                    <a:pt x="0" y="73770"/>
                  </a:moveTo>
                  <a:lnTo>
                    <a:pt x="0" y="68852"/>
                  </a:lnTo>
                  <a:lnTo>
                    <a:pt x="0" y="65573"/>
                  </a:lnTo>
                  <a:lnTo>
                    <a:pt x="0" y="60656"/>
                  </a:lnTo>
                  <a:lnTo>
                    <a:pt x="3279" y="57377"/>
                  </a:lnTo>
                  <a:lnTo>
                    <a:pt x="4918" y="52459"/>
                  </a:lnTo>
                  <a:lnTo>
                    <a:pt x="4918" y="49180"/>
                  </a:lnTo>
                  <a:lnTo>
                    <a:pt x="1639" y="44262"/>
                  </a:lnTo>
                  <a:lnTo>
                    <a:pt x="1639" y="40983"/>
                  </a:lnTo>
                  <a:lnTo>
                    <a:pt x="4918" y="44262"/>
                  </a:lnTo>
                  <a:lnTo>
                    <a:pt x="8197" y="39344"/>
                  </a:lnTo>
                  <a:lnTo>
                    <a:pt x="8197" y="36066"/>
                  </a:lnTo>
                  <a:lnTo>
                    <a:pt x="9836" y="32787"/>
                  </a:lnTo>
                  <a:lnTo>
                    <a:pt x="9836" y="27869"/>
                  </a:lnTo>
                  <a:lnTo>
                    <a:pt x="13115" y="24590"/>
                  </a:lnTo>
                  <a:lnTo>
                    <a:pt x="13115" y="22951"/>
                  </a:lnTo>
                  <a:lnTo>
                    <a:pt x="11475" y="19672"/>
                  </a:lnTo>
                  <a:lnTo>
                    <a:pt x="13115" y="16393"/>
                  </a:lnTo>
                  <a:lnTo>
                    <a:pt x="11475" y="13115"/>
                  </a:lnTo>
                  <a:lnTo>
                    <a:pt x="11475" y="9836"/>
                  </a:lnTo>
                  <a:lnTo>
                    <a:pt x="14754" y="6557"/>
                  </a:lnTo>
                  <a:lnTo>
                    <a:pt x="14754" y="3279"/>
                  </a:lnTo>
                  <a:lnTo>
                    <a:pt x="18033" y="6557"/>
                  </a:lnTo>
                  <a:lnTo>
                    <a:pt x="21311" y="4918"/>
                  </a:lnTo>
                  <a:lnTo>
                    <a:pt x="22951" y="0"/>
                  </a:lnTo>
                  <a:lnTo>
                    <a:pt x="26229" y="1639"/>
                  </a:lnTo>
                  <a:lnTo>
                    <a:pt x="26229" y="6557"/>
                  </a:lnTo>
                  <a:lnTo>
                    <a:pt x="24590" y="9836"/>
                  </a:lnTo>
                  <a:lnTo>
                    <a:pt x="21311" y="13115"/>
                  </a:lnTo>
                  <a:lnTo>
                    <a:pt x="18033" y="18033"/>
                  </a:lnTo>
                  <a:lnTo>
                    <a:pt x="18033" y="19672"/>
                  </a:lnTo>
                  <a:lnTo>
                    <a:pt x="16393" y="24590"/>
                  </a:lnTo>
                  <a:lnTo>
                    <a:pt x="14754" y="27869"/>
                  </a:lnTo>
                  <a:lnTo>
                    <a:pt x="13115" y="31148"/>
                  </a:lnTo>
                  <a:lnTo>
                    <a:pt x="11475" y="36066"/>
                  </a:lnTo>
                  <a:lnTo>
                    <a:pt x="9836" y="39344"/>
                  </a:lnTo>
                  <a:lnTo>
                    <a:pt x="8197" y="42623"/>
                  </a:lnTo>
                  <a:lnTo>
                    <a:pt x="8197" y="47541"/>
                  </a:lnTo>
                  <a:lnTo>
                    <a:pt x="6557" y="50820"/>
                  </a:lnTo>
                  <a:lnTo>
                    <a:pt x="4918" y="54098"/>
                  </a:lnTo>
                  <a:lnTo>
                    <a:pt x="3279" y="59016"/>
                  </a:lnTo>
                  <a:lnTo>
                    <a:pt x="3279" y="62295"/>
                  </a:lnTo>
                  <a:lnTo>
                    <a:pt x="1639" y="65573"/>
                  </a:lnTo>
                  <a:lnTo>
                    <a:pt x="1639" y="7049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90" name="Freeform 4189">
              <a:extLst>
                <a:ext uri="{FF2B5EF4-FFF2-40B4-BE49-F238E27FC236}">
                  <a16:creationId xmlns:a16="http://schemas.microsoft.com/office/drawing/2014/main" id="{B4DCC076-E465-6147-89AE-58E125DC4020}"/>
                </a:ext>
              </a:extLst>
            </p:cNvPr>
            <p:cNvSpPr/>
            <p:nvPr/>
          </p:nvSpPr>
          <p:spPr>
            <a:xfrm>
              <a:off x="2073067" y="3587030"/>
              <a:ext cx="42622" cy="47540"/>
            </a:xfrm>
            <a:custGeom>
              <a:avLst/>
              <a:gdLst>
                <a:gd name="connsiteX0" fmla="*/ 1639 w 42622"/>
                <a:gd name="connsiteY0" fmla="*/ 19672 h 47540"/>
                <a:gd name="connsiteX1" fmla="*/ 3279 w 42622"/>
                <a:gd name="connsiteY1" fmla="*/ 22951 h 47540"/>
                <a:gd name="connsiteX2" fmla="*/ 3279 w 42622"/>
                <a:gd name="connsiteY2" fmla="*/ 26229 h 47540"/>
                <a:gd name="connsiteX3" fmla="*/ 4918 w 42622"/>
                <a:gd name="connsiteY3" fmla="*/ 29508 h 47540"/>
                <a:gd name="connsiteX4" fmla="*/ 4918 w 42622"/>
                <a:gd name="connsiteY4" fmla="*/ 32787 h 47540"/>
                <a:gd name="connsiteX5" fmla="*/ 8197 w 42622"/>
                <a:gd name="connsiteY5" fmla="*/ 37705 h 47540"/>
                <a:gd name="connsiteX6" fmla="*/ 11475 w 42622"/>
                <a:gd name="connsiteY6" fmla="*/ 39344 h 47540"/>
                <a:gd name="connsiteX7" fmla="*/ 16393 w 42622"/>
                <a:gd name="connsiteY7" fmla="*/ 42623 h 47540"/>
                <a:gd name="connsiteX8" fmla="*/ 19672 w 42622"/>
                <a:gd name="connsiteY8" fmla="*/ 42623 h 47540"/>
                <a:gd name="connsiteX9" fmla="*/ 22951 w 42622"/>
                <a:gd name="connsiteY9" fmla="*/ 44262 h 47540"/>
                <a:gd name="connsiteX10" fmla="*/ 26229 w 42622"/>
                <a:gd name="connsiteY10" fmla="*/ 45901 h 47540"/>
                <a:gd name="connsiteX11" fmla="*/ 29508 w 42622"/>
                <a:gd name="connsiteY11" fmla="*/ 45901 h 47540"/>
                <a:gd name="connsiteX12" fmla="*/ 32787 w 42622"/>
                <a:gd name="connsiteY12" fmla="*/ 45901 h 47540"/>
                <a:gd name="connsiteX13" fmla="*/ 34426 w 42622"/>
                <a:gd name="connsiteY13" fmla="*/ 47541 h 47540"/>
                <a:gd name="connsiteX14" fmla="*/ 39344 w 42622"/>
                <a:gd name="connsiteY14" fmla="*/ 47541 h 47540"/>
                <a:gd name="connsiteX15" fmla="*/ 42623 w 42622"/>
                <a:gd name="connsiteY15" fmla="*/ 45901 h 47540"/>
                <a:gd name="connsiteX16" fmla="*/ 42623 w 42622"/>
                <a:gd name="connsiteY16" fmla="*/ 44262 h 47540"/>
                <a:gd name="connsiteX17" fmla="*/ 42623 w 42622"/>
                <a:gd name="connsiteY17" fmla="*/ 42623 h 47540"/>
                <a:gd name="connsiteX18" fmla="*/ 42623 w 42622"/>
                <a:gd name="connsiteY18" fmla="*/ 39344 h 47540"/>
                <a:gd name="connsiteX19" fmla="*/ 39344 w 42622"/>
                <a:gd name="connsiteY19" fmla="*/ 36065 h 47540"/>
                <a:gd name="connsiteX20" fmla="*/ 39344 w 42622"/>
                <a:gd name="connsiteY20" fmla="*/ 34426 h 47540"/>
                <a:gd name="connsiteX21" fmla="*/ 37705 w 42622"/>
                <a:gd name="connsiteY21" fmla="*/ 31147 h 47540"/>
                <a:gd name="connsiteX22" fmla="*/ 34426 w 42622"/>
                <a:gd name="connsiteY22" fmla="*/ 26229 h 47540"/>
                <a:gd name="connsiteX23" fmla="*/ 34426 w 42622"/>
                <a:gd name="connsiteY23" fmla="*/ 26229 h 47540"/>
                <a:gd name="connsiteX24" fmla="*/ 32787 w 42622"/>
                <a:gd name="connsiteY24" fmla="*/ 22951 h 47540"/>
                <a:gd name="connsiteX25" fmla="*/ 31147 w 42622"/>
                <a:gd name="connsiteY25" fmla="*/ 21311 h 47540"/>
                <a:gd name="connsiteX26" fmla="*/ 29508 w 42622"/>
                <a:gd name="connsiteY26" fmla="*/ 18033 h 47540"/>
                <a:gd name="connsiteX27" fmla="*/ 26229 w 42622"/>
                <a:gd name="connsiteY27" fmla="*/ 14754 h 47540"/>
                <a:gd name="connsiteX28" fmla="*/ 24590 w 42622"/>
                <a:gd name="connsiteY28" fmla="*/ 13115 h 47540"/>
                <a:gd name="connsiteX29" fmla="*/ 21311 w 42622"/>
                <a:gd name="connsiteY29" fmla="*/ 11475 h 47540"/>
                <a:gd name="connsiteX30" fmla="*/ 18033 w 42622"/>
                <a:gd name="connsiteY30" fmla="*/ 8197 h 47540"/>
                <a:gd name="connsiteX31" fmla="*/ 14754 w 42622"/>
                <a:gd name="connsiteY31" fmla="*/ 4918 h 47540"/>
                <a:gd name="connsiteX32" fmla="*/ 11475 w 42622"/>
                <a:gd name="connsiteY32" fmla="*/ 3279 h 47540"/>
                <a:gd name="connsiteX33" fmla="*/ 11475 w 42622"/>
                <a:gd name="connsiteY33" fmla="*/ 3279 h 47540"/>
                <a:gd name="connsiteX34" fmla="*/ 6557 w 42622"/>
                <a:gd name="connsiteY34" fmla="*/ 0 h 47540"/>
                <a:gd name="connsiteX35" fmla="*/ 3279 w 42622"/>
                <a:gd name="connsiteY35" fmla="*/ 1639 h 47540"/>
                <a:gd name="connsiteX36" fmla="*/ 1639 w 42622"/>
                <a:gd name="connsiteY36" fmla="*/ 4918 h 47540"/>
                <a:gd name="connsiteX37" fmla="*/ 0 w 42622"/>
                <a:gd name="connsiteY37" fmla="*/ 8197 h 47540"/>
                <a:gd name="connsiteX38" fmla="*/ 1639 w 42622"/>
                <a:gd name="connsiteY38" fmla="*/ 11475 h 47540"/>
                <a:gd name="connsiteX39" fmla="*/ 1639 w 42622"/>
                <a:gd name="connsiteY39" fmla="*/ 16393 h 4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2622" h="47540">
                  <a:moveTo>
                    <a:pt x="1639" y="19672"/>
                  </a:moveTo>
                  <a:lnTo>
                    <a:pt x="3279" y="22951"/>
                  </a:lnTo>
                  <a:lnTo>
                    <a:pt x="3279" y="26229"/>
                  </a:lnTo>
                  <a:lnTo>
                    <a:pt x="4918" y="29508"/>
                  </a:lnTo>
                  <a:lnTo>
                    <a:pt x="4918" y="32787"/>
                  </a:lnTo>
                  <a:lnTo>
                    <a:pt x="8197" y="37705"/>
                  </a:lnTo>
                  <a:lnTo>
                    <a:pt x="11475" y="39344"/>
                  </a:lnTo>
                  <a:lnTo>
                    <a:pt x="16393" y="42623"/>
                  </a:lnTo>
                  <a:lnTo>
                    <a:pt x="19672" y="42623"/>
                  </a:lnTo>
                  <a:lnTo>
                    <a:pt x="22951" y="44262"/>
                  </a:lnTo>
                  <a:lnTo>
                    <a:pt x="26229" y="45901"/>
                  </a:lnTo>
                  <a:lnTo>
                    <a:pt x="29508" y="45901"/>
                  </a:lnTo>
                  <a:lnTo>
                    <a:pt x="32787" y="45901"/>
                  </a:lnTo>
                  <a:lnTo>
                    <a:pt x="34426" y="47541"/>
                  </a:lnTo>
                  <a:lnTo>
                    <a:pt x="39344" y="47541"/>
                  </a:lnTo>
                  <a:lnTo>
                    <a:pt x="42623" y="45901"/>
                  </a:lnTo>
                  <a:lnTo>
                    <a:pt x="42623" y="44262"/>
                  </a:lnTo>
                  <a:lnTo>
                    <a:pt x="42623" y="42623"/>
                  </a:lnTo>
                  <a:lnTo>
                    <a:pt x="42623" y="39344"/>
                  </a:lnTo>
                  <a:lnTo>
                    <a:pt x="39344" y="36065"/>
                  </a:lnTo>
                  <a:lnTo>
                    <a:pt x="39344" y="34426"/>
                  </a:lnTo>
                  <a:lnTo>
                    <a:pt x="37705" y="31147"/>
                  </a:lnTo>
                  <a:lnTo>
                    <a:pt x="34426" y="26229"/>
                  </a:lnTo>
                  <a:lnTo>
                    <a:pt x="34426" y="26229"/>
                  </a:lnTo>
                  <a:lnTo>
                    <a:pt x="32787" y="22951"/>
                  </a:lnTo>
                  <a:lnTo>
                    <a:pt x="31147" y="21311"/>
                  </a:lnTo>
                  <a:lnTo>
                    <a:pt x="29508" y="18033"/>
                  </a:lnTo>
                  <a:lnTo>
                    <a:pt x="26229" y="14754"/>
                  </a:lnTo>
                  <a:lnTo>
                    <a:pt x="24590" y="13115"/>
                  </a:lnTo>
                  <a:lnTo>
                    <a:pt x="21311" y="11475"/>
                  </a:lnTo>
                  <a:lnTo>
                    <a:pt x="18033" y="8197"/>
                  </a:lnTo>
                  <a:lnTo>
                    <a:pt x="14754" y="4918"/>
                  </a:lnTo>
                  <a:lnTo>
                    <a:pt x="11475" y="3279"/>
                  </a:lnTo>
                  <a:lnTo>
                    <a:pt x="11475" y="3279"/>
                  </a:lnTo>
                  <a:lnTo>
                    <a:pt x="6557" y="0"/>
                  </a:lnTo>
                  <a:lnTo>
                    <a:pt x="3279" y="1639"/>
                  </a:lnTo>
                  <a:lnTo>
                    <a:pt x="1639" y="4918"/>
                  </a:lnTo>
                  <a:lnTo>
                    <a:pt x="0" y="8197"/>
                  </a:lnTo>
                  <a:lnTo>
                    <a:pt x="1639" y="11475"/>
                  </a:lnTo>
                  <a:lnTo>
                    <a:pt x="1639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91" name="Freeform 4190">
              <a:extLst>
                <a:ext uri="{FF2B5EF4-FFF2-40B4-BE49-F238E27FC236}">
                  <a16:creationId xmlns:a16="http://schemas.microsoft.com/office/drawing/2014/main" id="{FFF8D117-7198-0643-B4DB-08C4246CFECE}"/>
                </a:ext>
              </a:extLst>
            </p:cNvPr>
            <p:cNvSpPr/>
            <p:nvPr/>
          </p:nvSpPr>
          <p:spPr>
            <a:xfrm>
              <a:off x="6051737" y="1724744"/>
              <a:ext cx="36065" cy="18032"/>
            </a:xfrm>
            <a:custGeom>
              <a:avLst/>
              <a:gdLst>
                <a:gd name="connsiteX0" fmla="*/ 0 w 36065"/>
                <a:gd name="connsiteY0" fmla="*/ 16393 h 18032"/>
                <a:gd name="connsiteX1" fmla="*/ 1639 w 36065"/>
                <a:gd name="connsiteY1" fmla="*/ 16393 h 18032"/>
                <a:gd name="connsiteX2" fmla="*/ 4918 w 36065"/>
                <a:gd name="connsiteY2" fmla="*/ 14754 h 18032"/>
                <a:gd name="connsiteX3" fmla="*/ 8197 w 36065"/>
                <a:gd name="connsiteY3" fmla="*/ 13115 h 18032"/>
                <a:gd name="connsiteX4" fmla="*/ 13115 w 36065"/>
                <a:gd name="connsiteY4" fmla="*/ 11475 h 18032"/>
                <a:gd name="connsiteX5" fmla="*/ 16393 w 36065"/>
                <a:gd name="connsiteY5" fmla="*/ 8197 h 18032"/>
                <a:gd name="connsiteX6" fmla="*/ 19672 w 36065"/>
                <a:gd name="connsiteY6" fmla="*/ 4918 h 18032"/>
                <a:gd name="connsiteX7" fmla="*/ 19672 w 36065"/>
                <a:gd name="connsiteY7" fmla="*/ 4918 h 18032"/>
                <a:gd name="connsiteX8" fmla="*/ 22951 w 36065"/>
                <a:gd name="connsiteY8" fmla="*/ 0 h 18032"/>
                <a:gd name="connsiteX9" fmla="*/ 22951 w 36065"/>
                <a:gd name="connsiteY9" fmla="*/ 0 h 18032"/>
                <a:gd name="connsiteX10" fmla="*/ 26229 w 36065"/>
                <a:gd name="connsiteY10" fmla="*/ 1639 h 18032"/>
                <a:gd name="connsiteX11" fmla="*/ 31148 w 36065"/>
                <a:gd name="connsiteY11" fmla="*/ 1639 h 18032"/>
                <a:gd name="connsiteX12" fmla="*/ 34426 w 36065"/>
                <a:gd name="connsiteY12" fmla="*/ 1639 h 18032"/>
                <a:gd name="connsiteX13" fmla="*/ 36066 w 36065"/>
                <a:gd name="connsiteY13" fmla="*/ 1639 h 18032"/>
                <a:gd name="connsiteX14" fmla="*/ 31148 w 36065"/>
                <a:gd name="connsiteY14" fmla="*/ 4918 h 18032"/>
                <a:gd name="connsiteX15" fmla="*/ 27869 w 36065"/>
                <a:gd name="connsiteY15" fmla="*/ 6557 h 18032"/>
                <a:gd name="connsiteX16" fmla="*/ 24590 w 36065"/>
                <a:gd name="connsiteY16" fmla="*/ 6557 h 18032"/>
                <a:gd name="connsiteX17" fmla="*/ 22951 w 36065"/>
                <a:gd name="connsiteY17" fmla="*/ 6557 h 18032"/>
                <a:gd name="connsiteX18" fmla="*/ 21312 w 36065"/>
                <a:gd name="connsiteY18" fmla="*/ 9836 h 18032"/>
                <a:gd name="connsiteX19" fmla="*/ 18033 w 36065"/>
                <a:gd name="connsiteY19" fmla="*/ 11475 h 18032"/>
                <a:gd name="connsiteX20" fmla="*/ 16393 w 36065"/>
                <a:gd name="connsiteY20" fmla="*/ 11475 h 18032"/>
                <a:gd name="connsiteX21" fmla="*/ 13115 w 36065"/>
                <a:gd name="connsiteY21" fmla="*/ 14754 h 18032"/>
                <a:gd name="connsiteX22" fmla="*/ 9836 w 36065"/>
                <a:gd name="connsiteY22" fmla="*/ 16393 h 18032"/>
                <a:gd name="connsiteX23" fmla="*/ 6558 w 36065"/>
                <a:gd name="connsiteY23" fmla="*/ 18033 h 18032"/>
                <a:gd name="connsiteX24" fmla="*/ 1639 w 36065"/>
                <a:gd name="connsiteY24" fmla="*/ 18033 h 18032"/>
                <a:gd name="connsiteX25" fmla="*/ 0 w 36065"/>
                <a:gd name="connsiteY25" fmla="*/ 18033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6065" h="18032">
                  <a:moveTo>
                    <a:pt x="0" y="16393"/>
                  </a:moveTo>
                  <a:lnTo>
                    <a:pt x="1639" y="16393"/>
                  </a:lnTo>
                  <a:lnTo>
                    <a:pt x="4918" y="14754"/>
                  </a:lnTo>
                  <a:lnTo>
                    <a:pt x="8197" y="13115"/>
                  </a:lnTo>
                  <a:lnTo>
                    <a:pt x="13115" y="11475"/>
                  </a:lnTo>
                  <a:lnTo>
                    <a:pt x="16393" y="8197"/>
                  </a:lnTo>
                  <a:lnTo>
                    <a:pt x="19672" y="4918"/>
                  </a:lnTo>
                  <a:lnTo>
                    <a:pt x="19672" y="4918"/>
                  </a:lnTo>
                  <a:lnTo>
                    <a:pt x="22951" y="0"/>
                  </a:lnTo>
                  <a:lnTo>
                    <a:pt x="22951" y="0"/>
                  </a:lnTo>
                  <a:lnTo>
                    <a:pt x="26229" y="1639"/>
                  </a:lnTo>
                  <a:lnTo>
                    <a:pt x="31148" y="1639"/>
                  </a:lnTo>
                  <a:lnTo>
                    <a:pt x="34426" y="1639"/>
                  </a:lnTo>
                  <a:lnTo>
                    <a:pt x="36066" y="1639"/>
                  </a:lnTo>
                  <a:lnTo>
                    <a:pt x="31148" y="4918"/>
                  </a:lnTo>
                  <a:lnTo>
                    <a:pt x="27869" y="6557"/>
                  </a:lnTo>
                  <a:lnTo>
                    <a:pt x="24590" y="6557"/>
                  </a:lnTo>
                  <a:lnTo>
                    <a:pt x="22951" y="6557"/>
                  </a:lnTo>
                  <a:lnTo>
                    <a:pt x="21312" y="9836"/>
                  </a:lnTo>
                  <a:lnTo>
                    <a:pt x="18033" y="11475"/>
                  </a:lnTo>
                  <a:lnTo>
                    <a:pt x="16393" y="11475"/>
                  </a:lnTo>
                  <a:lnTo>
                    <a:pt x="13115" y="14754"/>
                  </a:lnTo>
                  <a:lnTo>
                    <a:pt x="9836" y="16393"/>
                  </a:lnTo>
                  <a:lnTo>
                    <a:pt x="6558" y="18033"/>
                  </a:lnTo>
                  <a:lnTo>
                    <a:pt x="1639" y="18033"/>
                  </a:lnTo>
                  <a:lnTo>
                    <a:pt x="0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92" name="Freeform 4191">
              <a:extLst>
                <a:ext uri="{FF2B5EF4-FFF2-40B4-BE49-F238E27FC236}">
                  <a16:creationId xmlns:a16="http://schemas.microsoft.com/office/drawing/2014/main" id="{1DA4C6C6-76BE-7545-AA8D-EFF276B4E81E}"/>
                </a:ext>
              </a:extLst>
            </p:cNvPr>
            <p:cNvSpPr/>
            <p:nvPr/>
          </p:nvSpPr>
          <p:spPr>
            <a:xfrm>
              <a:off x="510779" y="1585400"/>
              <a:ext cx="26229" cy="18032"/>
            </a:xfrm>
            <a:custGeom>
              <a:avLst/>
              <a:gdLst>
                <a:gd name="connsiteX0" fmla="*/ 4918 w 26229"/>
                <a:gd name="connsiteY0" fmla="*/ 1639 h 18032"/>
                <a:gd name="connsiteX1" fmla="*/ 3279 w 26229"/>
                <a:gd name="connsiteY1" fmla="*/ 3279 h 18032"/>
                <a:gd name="connsiteX2" fmla="*/ 0 w 26229"/>
                <a:gd name="connsiteY2" fmla="*/ 4918 h 18032"/>
                <a:gd name="connsiteX3" fmla="*/ 1639 w 26229"/>
                <a:gd name="connsiteY3" fmla="*/ 9836 h 18032"/>
                <a:gd name="connsiteX4" fmla="*/ 6557 w 26229"/>
                <a:gd name="connsiteY4" fmla="*/ 9836 h 18032"/>
                <a:gd name="connsiteX5" fmla="*/ 9836 w 26229"/>
                <a:gd name="connsiteY5" fmla="*/ 11475 h 18032"/>
                <a:gd name="connsiteX6" fmla="*/ 13115 w 26229"/>
                <a:gd name="connsiteY6" fmla="*/ 14754 h 18032"/>
                <a:gd name="connsiteX7" fmla="*/ 9836 w 26229"/>
                <a:gd name="connsiteY7" fmla="*/ 18033 h 18032"/>
                <a:gd name="connsiteX8" fmla="*/ 9836 w 26229"/>
                <a:gd name="connsiteY8" fmla="*/ 18033 h 18032"/>
                <a:gd name="connsiteX9" fmla="*/ 13115 w 26229"/>
                <a:gd name="connsiteY9" fmla="*/ 16393 h 18032"/>
                <a:gd name="connsiteX10" fmla="*/ 16393 w 26229"/>
                <a:gd name="connsiteY10" fmla="*/ 14754 h 18032"/>
                <a:gd name="connsiteX11" fmla="*/ 18033 w 26229"/>
                <a:gd name="connsiteY11" fmla="*/ 11475 h 18032"/>
                <a:gd name="connsiteX12" fmla="*/ 21311 w 26229"/>
                <a:gd name="connsiteY12" fmla="*/ 11475 h 18032"/>
                <a:gd name="connsiteX13" fmla="*/ 24590 w 26229"/>
                <a:gd name="connsiteY13" fmla="*/ 9836 h 18032"/>
                <a:gd name="connsiteX14" fmla="*/ 26229 w 26229"/>
                <a:gd name="connsiteY14" fmla="*/ 6557 h 18032"/>
                <a:gd name="connsiteX15" fmla="*/ 22951 w 26229"/>
                <a:gd name="connsiteY15" fmla="*/ 4918 h 18032"/>
                <a:gd name="connsiteX16" fmla="*/ 19672 w 26229"/>
                <a:gd name="connsiteY16" fmla="*/ 3279 h 18032"/>
                <a:gd name="connsiteX17" fmla="*/ 14754 w 26229"/>
                <a:gd name="connsiteY17" fmla="*/ 1639 h 18032"/>
                <a:gd name="connsiteX18" fmla="*/ 13115 w 26229"/>
                <a:gd name="connsiteY18" fmla="*/ 0 h 18032"/>
                <a:gd name="connsiteX19" fmla="*/ 9836 w 26229"/>
                <a:gd name="connsiteY19" fmla="*/ 1639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6229" h="18032">
                  <a:moveTo>
                    <a:pt x="4918" y="1639"/>
                  </a:moveTo>
                  <a:lnTo>
                    <a:pt x="3279" y="3279"/>
                  </a:lnTo>
                  <a:lnTo>
                    <a:pt x="0" y="4918"/>
                  </a:lnTo>
                  <a:lnTo>
                    <a:pt x="1639" y="9836"/>
                  </a:lnTo>
                  <a:lnTo>
                    <a:pt x="6557" y="9836"/>
                  </a:lnTo>
                  <a:lnTo>
                    <a:pt x="9836" y="11475"/>
                  </a:lnTo>
                  <a:lnTo>
                    <a:pt x="13115" y="14754"/>
                  </a:lnTo>
                  <a:lnTo>
                    <a:pt x="9836" y="18033"/>
                  </a:lnTo>
                  <a:lnTo>
                    <a:pt x="9836" y="18033"/>
                  </a:lnTo>
                  <a:lnTo>
                    <a:pt x="13115" y="16393"/>
                  </a:lnTo>
                  <a:lnTo>
                    <a:pt x="16393" y="14754"/>
                  </a:lnTo>
                  <a:lnTo>
                    <a:pt x="18033" y="11475"/>
                  </a:lnTo>
                  <a:lnTo>
                    <a:pt x="21311" y="11475"/>
                  </a:lnTo>
                  <a:lnTo>
                    <a:pt x="24590" y="9836"/>
                  </a:lnTo>
                  <a:lnTo>
                    <a:pt x="26229" y="6557"/>
                  </a:lnTo>
                  <a:lnTo>
                    <a:pt x="22951" y="4918"/>
                  </a:lnTo>
                  <a:lnTo>
                    <a:pt x="19672" y="3279"/>
                  </a:lnTo>
                  <a:lnTo>
                    <a:pt x="14754" y="1639"/>
                  </a:lnTo>
                  <a:lnTo>
                    <a:pt x="13115" y="0"/>
                  </a:lnTo>
                  <a:lnTo>
                    <a:pt x="9836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93" name="Freeform 4192">
              <a:extLst>
                <a:ext uri="{FF2B5EF4-FFF2-40B4-BE49-F238E27FC236}">
                  <a16:creationId xmlns:a16="http://schemas.microsoft.com/office/drawing/2014/main" id="{DDB636D3-6884-E94B-ADE1-B1A330BEA947}"/>
                </a:ext>
              </a:extLst>
            </p:cNvPr>
            <p:cNvSpPr/>
            <p:nvPr/>
          </p:nvSpPr>
          <p:spPr>
            <a:xfrm>
              <a:off x="607500" y="1516548"/>
              <a:ext cx="83606" cy="19671"/>
            </a:xfrm>
            <a:custGeom>
              <a:avLst/>
              <a:gdLst>
                <a:gd name="connsiteX0" fmla="*/ 0 w 83606"/>
                <a:gd name="connsiteY0" fmla="*/ 18033 h 19671"/>
                <a:gd name="connsiteX1" fmla="*/ 3279 w 83606"/>
                <a:gd name="connsiteY1" fmla="*/ 19672 h 19671"/>
                <a:gd name="connsiteX2" fmla="*/ 6557 w 83606"/>
                <a:gd name="connsiteY2" fmla="*/ 18033 h 19671"/>
                <a:gd name="connsiteX3" fmla="*/ 11475 w 83606"/>
                <a:gd name="connsiteY3" fmla="*/ 18033 h 19671"/>
                <a:gd name="connsiteX4" fmla="*/ 14754 w 83606"/>
                <a:gd name="connsiteY4" fmla="*/ 18033 h 19671"/>
                <a:gd name="connsiteX5" fmla="*/ 18033 w 83606"/>
                <a:gd name="connsiteY5" fmla="*/ 16393 h 19671"/>
                <a:gd name="connsiteX6" fmla="*/ 22951 w 83606"/>
                <a:gd name="connsiteY6" fmla="*/ 14754 h 19671"/>
                <a:gd name="connsiteX7" fmla="*/ 26229 w 83606"/>
                <a:gd name="connsiteY7" fmla="*/ 14754 h 19671"/>
                <a:gd name="connsiteX8" fmla="*/ 29508 w 83606"/>
                <a:gd name="connsiteY8" fmla="*/ 14754 h 19671"/>
                <a:gd name="connsiteX9" fmla="*/ 34426 w 83606"/>
                <a:gd name="connsiteY9" fmla="*/ 14754 h 19671"/>
                <a:gd name="connsiteX10" fmla="*/ 37705 w 83606"/>
                <a:gd name="connsiteY10" fmla="*/ 14754 h 19671"/>
                <a:gd name="connsiteX11" fmla="*/ 40983 w 83606"/>
                <a:gd name="connsiteY11" fmla="*/ 14754 h 19671"/>
                <a:gd name="connsiteX12" fmla="*/ 45901 w 83606"/>
                <a:gd name="connsiteY12" fmla="*/ 14754 h 19671"/>
                <a:gd name="connsiteX13" fmla="*/ 49180 w 83606"/>
                <a:gd name="connsiteY13" fmla="*/ 13115 h 19671"/>
                <a:gd name="connsiteX14" fmla="*/ 45901 w 83606"/>
                <a:gd name="connsiteY14" fmla="*/ 13115 h 19671"/>
                <a:gd name="connsiteX15" fmla="*/ 49180 w 83606"/>
                <a:gd name="connsiteY15" fmla="*/ 11475 h 19671"/>
                <a:gd name="connsiteX16" fmla="*/ 52459 w 83606"/>
                <a:gd name="connsiteY16" fmla="*/ 9836 h 19671"/>
                <a:gd name="connsiteX17" fmla="*/ 57377 w 83606"/>
                <a:gd name="connsiteY17" fmla="*/ 6557 h 19671"/>
                <a:gd name="connsiteX18" fmla="*/ 60655 w 83606"/>
                <a:gd name="connsiteY18" fmla="*/ 4918 h 19671"/>
                <a:gd name="connsiteX19" fmla="*/ 63934 w 83606"/>
                <a:gd name="connsiteY19" fmla="*/ 4918 h 19671"/>
                <a:gd name="connsiteX20" fmla="*/ 68852 w 83606"/>
                <a:gd name="connsiteY20" fmla="*/ 4918 h 19671"/>
                <a:gd name="connsiteX21" fmla="*/ 72131 w 83606"/>
                <a:gd name="connsiteY21" fmla="*/ 4918 h 19671"/>
                <a:gd name="connsiteX22" fmla="*/ 75409 w 83606"/>
                <a:gd name="connsiteY22" fmla="*/ 3279 h 19671"/>
                <a:gd name="connsiteX23" fmla="*/ 80327 w 83606"/>
                <a:gd name="connsiteY23" fmla="*/ 1639 h 19671"/>
                <a:gd name="connsiteX24" fmla="*/ 83606 w 83606"/>
                <a:gd name="connsiteY24" fmla="*/ 0 h 19671"/>
                <a:gd name="connsiteX25" fmla="*/ 80327 w 83606"/>
                <a:gd name="connsiteY25" fmla="*/ 0 h 19671"/>
                <a:gd name="connsiteX26" fmla="*/ 75409 w 83606"/>
                <a:gd name="connsiteY26" fmla="*/ 0 h 19671"/>
                <a:gd name="connsiteX27" fmla="*/ 72131 w 83606"/>
                <a:gd name="connsiteY27" fmla="*/ 0 h 19671"/>
                <a:gd name="connsiteX28" fmla="*/ 67213 w 83606"/>
                <a:gd name="connsiteY28" fmla="*/ 0 h 19671"/>
                <a:gd name="connsiteX29" fmla="*/ 63934 w 83606"/>
                <a:gd name="connsiteY29" fmla="*/ 0 h 19671"/>
                <a:gd name="connsiteX30" fmla="*/ 60655 w 83606"/>
                <a:gd name="connsiteY30" fmla="*/ 0 h 19671"/>
                <a:gd name="connsiteX31" fmla="*/ 57377 w 83606"/>
                <a:gd name="connsiteY31" fmla="*/ 0 h 19671"/>
                <a:gd name="connsiteX32" fmla="*/ 52459 w 83606"/>
                <a:gd name="connsiteY32" fmla="*/ 1639 h 19671"/>
                <a:gd name="connsiteX33" fmla="*/ 49180 w 83606"/>
                <a:gd name="connsiteY33" fmla="*/ 3279 h 19671"/>
                <a:gd name="connsiteX34" fmla="*/ 44262 w 83606"/>
                <a:gd name="connsiteY34" fmla="*/ 4918 h 19671"/>
                <a:gd name="connsiteX35" fmla="*/ 40983 w 83606"/>
                <a:gd name="connsiteY35" fmla="*/ 4918 h 19671"/>
                <a:gd name="connsiteX36" fmla="*/ 37705 w 83606"/>
                <a:gd name="connsiteY36" fmla="*/ 4918 h 19671"/>
                <a:gd name="connsiteX37" fmla="*/ 34426 w 83606"/>
                <a:gd name="connsiteY37" fmla="*/ 6557 h 19671"/>
                <a:gd name="connsiteX38" fmla="*/ 29508 w 83606"/>
                <a:gd name="connsiteY38" fmla="*/ 6557 h 19671"/>
                <a:gd name="connsiteX39" fmla="*/ 26229 w 83606"/>
                <a:gd name="connsiteY39" fmla="*/ 6557 h 19671"/>
                <a:gd name="connsiteX40" fmla="*/ 22951 w 83606"/>
                <a:gd name="connsiteY40" fmla="*/ 6557 h 19671"/>
                <a:gd name="connsiteX41" fmla="*/ 18033 w 83606"/>
                <a:gd name="connsiteY41" fmla="*/ 8197 h 19671"/>
                <a:gd name="connsiteX42" fmla="*/ 14754 w 83606"/>
                <a:gd name="connsiteY42" fmla="*/ 8197 h 19671"/>
                <a:gd name="connsiteX43" fmla="*/ 11475 w 83606"/>
                <a:gd name="connsiteY43" fmla="*/ 9836 h 19671"/>
                <a:gd name="connsiteX44" fmla="*/ 6557 w 83606"/>
                <a:gd name="connsiteY44" fmla="*/ 11475 h 19671"/>
                <a:gd name="connsiteX45" fmla="*/ 3279 w 83606"/>
                <a:gd name="connsiteY45" fmla="*/ 14754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83606" h="19671">
                  <a:moveTo>
                    <a:pt x="0" y="18033"/>
                  </a:moveTo>
                  <a:lnTo>
                    <a:pt x="3279" y="19672"/>
                  </a:lnTo>
                  <a:lnTo>
                    <a:pt x="6557" y="18033"/>
                  </a:lnTo>
                  <a:lnTo>
                    <a:pt x="11475" y="18033"/>
                  </a:lnTo>
                  <a:lnTo>
                    <a:pt x="14754" y="18033"/>
                  </a:lnTo>
                  <a:lnTo>
                    <a:pt x="18033" y="16393"/>
                  </a:lnTo>
                  <a:lnTo>
                    <a:pt x="22951" y="14754"/>
                  </a:lnTo>
                  <a:lnTo>
                    <a:pt x="26229" y="14754"/>
                  </a:lnTo>
                  <a:lnTo>
                    <a:pt x="29508" y="14754"/>
                  </a:lnTo>
                  <a:lnTo>
                    <a:pt x="34426" y="14754"/>
                  </a:lnTo>
                  <a:lnTo>
                    <a:pt x="37705" y="14754"/>
                  </a:lnTo>
                  <a:lnTo>
                    <a:pt x="40983" y="14754"/>
                  </a:lnTo>
                  <a:lnTo>
                    <a:pt x="45901" y="14754"/>
                  </a:lnTo>
                  <a:lnTo>
                    <a:pt x="49180" y="13115"/>
                  </a:lnTo>
                  <a:lnTo>
                    <a:pt x="45901" y="13115"/>
                  </a:lnTo>
                  <a:lnTo>
                    <a:pt x="49180" y="11475"/>
                  </a:lnTo>
                  <a:lnTo>
                    <a:pt x="52459" y="9836"/>
                  </a:lnTo>
                  <a:lnTo>
                    <a:pt x="57377" y="6557"/>
                  </a:lnTo>
                  <a:lnTo>
                    <a:pt x="60655" y="4918"/>
                  </a:lnTo>
                  <a:lnTo>
                    <a:pt x="63934" y="4918"/>
                  </a:lnTo>
                  <a:lnTo>
                    <a:pt x="68852" y="4918"/>
                  </a:lnTo>
                  <a:lnTo>
                    <a:pt x="72131" y="4918"/>
                  </a:lnTo>
                  <a:lnTo>
                    <a:pt x="75409" y="3279"/>
                  </a:lnTo>
                  <a:lnTo>
                    <a:pt x="80327" y="1639"/>
                  </a:lnTo>
                  <a:lnTo>
                    <a:pt x="83606" y="0"/>
                  </a:lnTo>
                  <a:lnTo>
                    <a:pt x="80327" y="0"/>
                  </a:lnTo>
                  <a:lnTo>
                    <a:pt x="75409" y="0"/>
                  </a:lnTo>
                  <a:lnTo>
                    <a:pt x="72131" y="0"/>
                  </a:lnTo>
                  <a:lnTo>
                    <a:pt x="67213" y="0"/>
                  </a:lnTo>
                  <a:lnTo>
                    <a:pt x="63934" y="0"/>
                  </a:lnTo>
                  <a:lnTo>
                    <a:pt x="60655" y="0"/>
                  </a:lnTo>
                  <a:lnTo>
                    <a:pt x="57377" y="0"/>
                  </a:lnTo>
                  <a:lnTo>
                    <a:pt x="52459" y="1639"/>
                  </a:lnTo>
                  <a:lnTo>
                    <a:pt x="49180" y="3279"/>
                  </a:lnTo>
                  <a:lnTo>
                    <a:pt x="44262" y="4918"/>
                  </a:lnTo>
                  <a:lnTo>
                    <a:pt x="40983" y="4918"/>
                  </a:lnTo>
                  <a:lnTo>
                    <a:pt x="37705" y="4918"/>
                  </a:lnTo>
                  <a:lnTo>
                    <a:pt x="34426" y="6557"/>
                  </a:lnTo>
                  <a:lnTo>
                    <a:pt x="29508" y="6557"/>
                  </a:lnTo>
                  <a:lnTo>
                    <a:pt x="26229" y="6557"/>
                  </a:lnTo>
                  <a:lnTo>
                    <a:pt x="22951" y="6557"/>
                  </a:lnTo>
                  <a:lnTo>
                    <a:pt x="18033" y="8197"/>
                  </a:lnTo>
                  <a:lnTo>
                    <a:pt x="14754" y="8197"/>
                  </a:lnTo>
                  <a:lnTo>
                    <a:pt x="11475" y="9836"/>
                  </a:lnTo>
                  <a:lnTo>
                    <a:pt x="6557" y="11475"/>
                  </a:lnTo>
                  <a:lnTo>
                    <a:pt x="3279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94" name="Freeform 4193">
              <a:extLst>
                <a:ext uri="{FF2B5EF4-FFF2-40B4-BE49-F238E27FC236}">
                  <a16:creationId xmlns:a16="http://schemas.microsoft.com/office/drawing/2014/main" id="{3C57E07E-E96C-9247-B4F4-E108A1AE180D}"/>
                </a:ext>
              </a:extLst>
            </p:cNvPr>
            <p:cNvSpPr/>
            <p:nvPr/>
          </p:nvSpPr>
          <p:spPr>
            <a:xfrm>
              <a:off x="9671393" y="3124737"/>
              <a:ext cx="26229" cy="19671"/>
            </a:xfrm>
            <a:custGeom>
              <a:avLst/>
              <a:gdLst>
                <a:gd name="connsiteX0" fmla="*/ 0 w 26229"/>
                <a:gd name="connsiteY0" fmla="*/ 6557 h 19671"/>
                <a:gd name="connsiteX1" fmla="*/ 1640 w 26229"/>
                <a:gd name="connsiteY1" fmla="*/ 3279 h 19671"/>
                <a:gd name="connsiteX2" fmla="*/ 3279 w 26229"/>
                <a:gd name="connsiteY2" fmla="*/ 3279 h 19671"/>
                <a:gd name="connsiteX3" fmla="*/ 6558 w 26229"/>
                <a:gd name="connsiteY3" fmla="*/ 4918 h 19671"/>
                <a:gd name="connsiteX4" fmla="*/ 3279 w 26229"/>
                <a:gd name="connsiteY4" fmla="*/ 8197 h 19671"/>
                <a:gd name="connsiteX5" fmla="*/ 6558 w 26229"/>
                <a:gd name="connsiteY5" fmla="*/ 11475 h 19671"/>
                <a:gd name="connsiteX6" fmla="*/ 9837 w 26229"/>
                <a:gd name="connsiteY6" fmla="*/ 11475 h 19671"/>
                <a:gd name="connsiteX7" fmla="*/ 13115 w 26229"/>
                <a:gd name="connsiteY7" fmla="*/ 13114 h 19671"/>
                <a:gd name="connsiteX8" fmla="*/ 14754 w 26229"/>
                <a:gd name="connsiteY8" fmla="*/ 13114 h 19671"/>
                <a:gd name="connsiteX9" fmla="*/ 18033 w 26229"/>
                <a:gd name="connsiteY9" fmla="*/ 14754 h 19671"/>
                <a:gd name="connsiteX10" fmla="*/ 16393 w 26229"/>
                <a:gd name="connsiteY10" fmla="*/ 9836 h 19671"/>
                <a:gd name="connsiteX11" fmla="*/ 19672 w 26229"/>
                <a:gd name="connsiteY11" fmla="*/ 11475 h 19671"/>
                <a:gd name="connsiteX12" fmla="*/ 19672 w 26229"/>
                <a:gd name="connsiteY12" fmla="*/ 8197 h 19671"/>
                <a:gd name="connsiteX13" fmla="*/ 16393 w 26229"/>
                <a:gd name="connsiteY13" fmla="*/ 6557 h 19671"/>
                <a:gd name="connsiteX14" fmla="*/ 13115 w 26229"/>
                <a:gd name="connsiteY14" fmla="*/ 8197 h 19671"/>
                <a:gd name="connsiteX15" fmla="*/ 16393 w 26229"/>
                <a:gd name="connsiteY15" fmla="*/ 4918 h 19671"/>
                <a:gd name="connsiteX16" fmla="*/ 13115 w 26229"/>
                <a:gd name="connsiteY16" fmla="*/ 3279 h 19671"/>
                <a:gd name="connsiteX17" fmla="*/ 14754 w 26229"/>
                <a:gd name="connsiteY17" fmla="*/ 0 h 19671"/>
                <a:gd name="connsiteX18" fmla="*/ 16393 w 26229"/>
                <a:gd name="connsiteY18" fmla="*/ 0 h 19671"/>
                <a:gd name="connsiteX19" fmla="*/ 18033 w 26229"/>
                <a:gd name="connsiteY19" fmla="*/ 0 h 19671"/>
                <a:gd name="connsiteX20" fmla="*/ 19672 w 26229"/>
                <a:gd name="connsiteY20" fmla="*/ 1639 h 19671"/>
                <a:gd name="connsiteX21" fmla="*/ 22951 w 26229"/>
                <a:gd name="connsiteY21" fmla="*/ 3279 h 19671"/>
                <a:gd name="connsiteX22" fmla="*/ 24590 w 26229"/>
                <a:gd name="connsiteY22" fmla="*/ 6557 h 19671"/>
                <a:gd name="connsiteX23" fmla="*/ 24590 w 26229"/>
                <a:gd name="connsiteY23" fmla="*/ 9836 h 19671"/>
                <a:gd name="connsiteX24" fmla="*/ 26230 w 26229"/>
                <a:gd name="connsiteY24" fmla="*/ 14754 h 19671"/>
                <a:gd name="connsiteX25" fmla="*/ 26230 w 26229"/>
                <a:gd name="connsiteY25" fmla="*/ 18033 h 19671"/>
                <a:gd name="connsiteX26" fmla="*/ 22951 w 26229"/>
                <a:gd name="connsiteY26" fmla="*/ 19672 h 19671"/>
                <a:gd name="connsiteX27" fmla="*/ 18033 w 26229"/>
                <a:gd name="connsiteY27" fmla="*/ 19672 h 19671"/>
                <a:gd name="connsiteX28" fmla="*/ 14754 w 26229"/>
                <a:gd name="connsiteY28" fmla="*/ 19672 h 19671"/>
                <a:gd name="connsiteX29" fmla="*/ 11476 w 26229"/>
                <a:gd name="connsiteY29" fmla="*/ 19672 h 19671"/>
                <a:gd name="connsiteX30" fmla="*/ 8197 w 26229"/>
                <a:gd name="connsiteY30" fmla="*/ 19672 h 19671"/>
                <a:gd name="connsiteX31" fmla="*/ 3279 w 26229"/>
                <a:gd name="connsiteY31" fmla="*/ 19672 h 19671"/>
                <a:gd name="connsiteX32" fmla="*/ 0 w 26229"/>
                <a:gd name="connsiteY32" fmla="*/ 18033 h 19671"/>
                <a:gd name="connsiteX33" fmla="*/ 3279 w 26229"/>
                <a:gd name="connsiteY33" fmla="*/ 18033 h 19671"/>
                <a:gd name="connsiteX34" fmla="*/ 3279 w 26229"/>
                <a:gd name="connsiteY34" fmla="*/ 18033 h 19671"/>
                <a:gd name="connsiteX35" fmla="*/ 6558 w 26229"/>
                <a:gd name="connsiteY35" fmla="*/ 16393 h 19671"/>
                <a:gd name="connsiteX36" fmla="*/ 8197 w 26229"/>
                <a:gd name="connsiteY36" fmla="*/ 11475 h 19671"/>
                <a:gd name="connsiteX37" fmla="*/ 8197 w 26229"/>
                <a:gd name="connsiteY37" fmla="*/ 11475 h 19671"/>
                <a:gd name="connsiteX38" fmla="*/ 3279 w 26229"/>
                <a:gd name="connsiteY38" fmla="*/ 13114 h 19671"/>
                <a:gd name="connsiteX39" fmla="*/ 1640 w 26229"/>
                <a:gd name="connsiteY39" fmla="*/ 14754 h 19671"/>
                <a:gd name="connsiteX40" fmla="*/ 0 w 26229"/>
                <a:gd name="connsiteY40" fmla="*/ 11475 h 19671"/>
                <a:gd name="connsiteX41" fmla="*/ 0 w 26229"/>
                <a:gd name="connsiteY41" fmla="*/ 6557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6229" h="19671">
                  <a:moveTo>
                    <a:pt x="0" y="6557"/>
                  </a:moveTo>
                  <a:lnTo>
                    <a:pt x="1640" y="3279"/>
                  </a:lnTo>
                  <a:lnTo>
                    <a:pt x="3279" y="3279"/>
                  </a:lnTo>
                  <a:lnTo>
                    <a:pt x="6558" y="4918"/>
                  </a:lnTo>
                  <a:lnTo>
                    <a:pt x="3279" y="8197"/>
                  </a:lnTo>
                  <a:lnTo>
                    <a:pt x="6558" y="11475"/>
                  </a:lnTo>
                  <a:lnTo>
                    <a:pt x="9837" y="11475"/>
                  </a:lnTo>
                  <a:lnTo>
                    <a:pt x="13115" y="13114"/>
                  </a:lnTo>
                  <a:lnTo>
                    <a:pt x="14754" y="13114"/>
                  </a:lnTo>
                  <a:lnTo>
                    <a:pt x="18033" y="14754"/>
                  </a:lnTo>
                  <a:lnTo>
                    <a:pt x="16393" y="9836"/>
                  </a:lnTo>
                  <a:lnTo>
                    <a:pt x="19672" y="11475"/>
                  </a:lnTo>
                  <a:lnTo>
                    <a:pt x="19672" y="8197"/>
                  </a:lnTo>
                  <a:lnTo>
                    <a:pt x="16393" y="6557"/>
                  </a:lnTo>
                  <a:lnTo>
                    <a:pt x="13115" y="8197"/>
                  </a:lnTo>
                  <a:lnTo>
                    <a:pt x="16393" y="4918"/>
                  </a:lnTo>
                  <a:lnTo>
                    <a:pt x="13115" y="3279"/>
                  </a:lnTo>
                  <a:lnTo>
                    <a:pt x="14754" y="0"/>
                  </a:lnTo>
                  <a:lnTo>
                    <a:pt x="16393" y="0"/>
                  </a:lnTo>
                  <a:lnTo>
                    <a:pt x="18033" y="0"/>
                  </a:lnTo>
                  <a:lnTo>
                    <a:pt x="19672" y="1639"/>
                  </a:lnTo>
                  <a:lnTo>
                    <a:pt x="22951" y="3279"/>
                  </a:lnTo>
                  <a:lnTo>
                    <a:pt x="24590" y="6557"/>
                  </a:lnTo>
                  <a:lnTo>
                    <a:pt x="24590" y="9836"/>
                  </a:lnTo>
                  <a:lnTo>
                    <a:pt x="26230" y="14754"/>
                  </a:lnTo>
                  <a:lnTo>
                    <a:pt x="26230" y="18033"/>
                  </a:lnTo>
                  <a:lnTo>
                    <a:pt x="22951" y="19672"/>
                  </a:lnTo>
                  <a:lnTo>
                    <a:pt x="18033" y="19672"/>
                  </a:lnTo>
                  <a:lnTo>
                    <a:pt x="14754" y="19672"/>
                  </a:lnTo>
                  <a:lnTo>
                    <a:pt x="11476" y="19672"/>
                  </a:lnTo>
                  <a:lnTo>
                    <a:pt x="8197" y="19672"/>
                  </a:lnTo>
                  <a:lnTo>
                    <a:pt x="3279" y="19672"/>
                  </a:lnTo>
                  <a:lnTo>
                    <a:pt x="0" y="18033"/>
                  </a:lnTo>
                  <a:lnTo>
                    <a:pt x="3279" y="18033"/>
                  </a:lnTo>
                  <a:lnTo>
                    <a:pt x="3279" y="18033"/>
                  </a:lnTo>
                  <a:lnTo>
                    <a:pt x="6558" y="16393"/>
                  </a:lnTo>
                  <a:lnTo>
                    <a:pt x="8197" y="11475"/>
                  </a:lnTo>
                  <a:lnTo>
                    <a:pt x="8197" y="11475"/>
                  </a:lnTo>
                  <a:lnTo>
                    <a:pt x="3279" y="13114"/>
                  </a:lnTo>
                  <a:lnTo>
                    <a:pt x="1640" y="14754"/>
                  </a:lnTo>
                  <a:lnTo>
                    <a:pt x="0" y="11475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95" name="Freeform 4194">
              <a:extLst>
                <a:ext uri="{FF2B5EF4-FFF2-40B4-BE49-F238E27FC236}">
                  <a16:creationId xmlns:a16="http://schemas.microsoft.com/office/drawing/2014/main" id="{2C1FEFF6-A55D-7C44-BB9E-0A633701BB5E}"/>
                </a:ext>
              </a:extLst>
            </p:cNvPr>
            <p:cNvSpPr/>
            <p:nvPr/>
          </p:nvSpPr>
          <p:spPr>
            <a:xfrm>
              <a:off x="9661557" y="3142770"/>
              <a:ext cx="1638" cy="3278"/>
            </a:xfrm>
            <a:custGeom>
              <a:avLst/>
              <a:gdLst>
                <a:gd name="connsiteX0" fmla="*/ 0 w 1638"/>
                <a:gd name="connsiteY0" fmla="*/ 0 h 3278"/>
                <a:gd name="connsiteX1" fmla="*/ 0 w 1638"/>
                <a:gd name="connsiteY1" fmla="*/ 0 h 3278"/>
                <a:gd name="connsiteX2" fmla="*/ 0 w 1638"/>
                <a:gd name="connsiteY2" fmla="*/ 0 h 3278"/>
                <a:gd name="connsiteX3" fmla="*/ 1639 w 1638"/>
                <a:gd name="connsiteY3" fmla="*/ 0 h 3278"/>
                <a:gd name="connsiteX4" fmla="*/ 0 w 1638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8" h="327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96" name="Freeform 4195">
              <a:extLst>
                <a:ext uri="{FF2B5EF4-FFF2-40B4-BE49-F238E27FC236}">
                  <a16:creationId xmlns:a16="http://schemas.microsoft.com/office/drawing/2014/main" id="{B36420F6-A8BC-1040-8002-CD3EFB109928}"/>
                </a:ext>
              </a:extLst>
            </p:cNvPr>
            <p:cNvSpPr/>
            <p:nvPr/>
          </p:nvSpPr>
          <p:spPr>
            <a:xfrm>
              <a:off x="5592723" y="1814907"/>
              <a:ext cx="22951" cy="13114"/>
            </a:xfrm>
            <a:custGeom>
              <a:avLst/>
              <a:gdLst>
                <a:gd name="connsiteX0" fmla="*/ 6558 w 22951"/>
                <a:gd name="connsiteY0" fmla="*/ 4918 h 13114"/>
                <a:gd name="connsiteX1" fmla="*/ 8197 w 22951"/>
                <a:gd name="connsiteY1" fmla="*/ 3279 h 13114"/>
                <a:gd name="connsiteX2" fmla="*/ 9836 w 22951"/>
                <a:gd name="connsiteY2" fmla="*/ 3279 h 13114"/>
                <a:gd name="connsiteX3" fmla="*/ 13115 w 22951"/>
                <a:gd name="connsiteY3" fmla="*/ 0 h 13114"/>
                <a:gd name="connsiteX4" fmla="*/ 16393 w 22951"/>
                <a:gd name="connsiteY4" fmla="*/ 0 h 13114"/>
                <a:gd name="connsiteX5" fmla="*/ 19672 w 22951"/>
                <a:gd name="connsiteY5" fmla="*/ 0 h 13114"/>
                <a:gd name="connsiteX6" fmla="*/ 21312 w 22951"/>
                <a:gd name="connsiteY6" fmla="*/ 0 h 13114"/>
                <a:gd name="connsiteX7" fmla="*/ 22951 w 22951"/>
                <a:gd name="connsiteY7" fmla="*/ 3279 h 13114"/>
                <a:gd name="connsiteX8" fmla="*/ 22951 w 22951"/>
                <a:gd name="connsiteY8" fmla="*/ 3279 h 13114"/>
                <a:gd name="connsiteX9" fmla="*/ 22951 w 22951"/>
                <a:gd name="connsiteY9" fmla="*/ 4918 h 13114"/>
                <a:gd name="connsiteX10" fmla="*/ 21312 w 22951"/>
                <a:gd name="connsiteY10" fmla="*/ 4918 h 13114"/>
                <a:gd name="connsiteX11" fmla="*/ 18033 w 22951"/>
                <a:gd name="connsiteY11" fmla="*/ 6557 h 13114"/>
                <a:gd name="connsiteX12" fmla="*/ 14754 w 22951"/>
                <a:gd name="connsiteY12" fmla="*/ 8197 h 13114"/>
                <a:gd name="connsiteX13" fmla="*/ 11476 w 22951"/>
                <a:gd name="connsiteY13" fmla="*/ 13115 h 13114"/>
                <a:gd name="connsiteX14" fmla="*/ 8197 w 22951"/>
                <a:gd name="connsiteY14" fmla="*/ 13115 h 13114"/>
                <a:gd name="connsiteX15" fmla="*/ 4918 w 22951"/>
                <a:gd name="connsiteY15" fmla="*/ 11475 h 13114"/>
                <a:gd name="connsiteX16" fmla="*/ 1639 w 22951"/>
                <a:gd name="connsiteY16" fmla="*/ 9836 h 13114"/>
                <a:gd name="connsiteX17" fmla="*/ 0 w 22951"/>
                <a:gd name="connsiteY17" fmla="*/ 9836 h 13114"/>
                <a:gd name="connsiteX18" fmla="*/ 1639 w 22951"/>
                <a:gd name="connsiteY18" fmla="*/ 6557 h 13114"/>
                <a:gd name="connsiteX19" fmla="*/ 6558 w 22951"/>
                <a:gd name="connsiteY19" fmla="*/ 4918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951" h="13114">
                  <a:moveTo>
                    <a:pt x="6558" y="4918"/>
                  </a:moveTo>
                  <a:lnTo>
                    <a:pt x="8197" y="3279"/>
                  </a:lnTo>
                  <a:lnTo>
                    <a:pt x="9836" y="3279"/>
                  </a:lnTo>
                  <a:lnTo>
                    <a:pt x="13115" y="0"/>
                  </a:lnTo>
                  <a:lnTo>
                    <a:pt x="16393" y="0"/>
                  </a:lnTo>
                  <a:lnTo>
                    <a:pt x="19672" y="0"/>
                  </a:lnTo>
                  <a:lnTo>
                    <a:pt x="21312" y="0"/>
                  </a:lnTo>
                  <a:lnTo>
                    <a:pt x="22951" y="3279"/>
                  </a:lnTo>
                  <a:lnTo>
                    <a:pt x="22951" y="3279"/>
                  </a:lnTo>
                  <a:lnTo>
                    <a:pt x="22951" y="4918"/>
                  </a:lnTo>
                  <a:lnTo>
                    <a:pt x="21312" y="4918"/>
                  </a:lnTo>
                  <a:lnTo>
                    <a:pt x="18033" y="6557"/>
                  </a:lnTo>
                  <a:lnTo>
                    <a:pt x="14754" y="8197"/>
                  </a:lnTo>
                  <a:lnTo>
                    <a:pt x="11476" y="13115"/>
                  </a:lnTo>
                  <a:lnTo>
                    <a:pt x="8197" y="13115"/>
                  </a:lnTo>
                  <a:lnTo>
                    <a:pt x="4918" y="11475"/>
                  </a:lnTo>
                  <a:lnTo>
                    <a:pt x="1639" y="9836"/>
                  </a:lnTo>
                  <a:lnTo>
                    <a:pt x="0" y="9836"/>
                  </a:lnTo>
                  <a:lnTo>
                    <a:pt x="1639" y="6557"/>
                  </a:lnTo>
                  <a:lnTo>
                    <a:pt x="655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97" name="Freeform 4196">
              <a:extLst>
                <a:ext uri="{FF2B5EF4-FFF2-40B4-BE49-F238E27FC236}">
                  <a16:creationId xmlns:a16="http://schemas.microsoft.com/office/drawing/2014/main" id="{51F84460-B724-5D4D-B444-539225A62E73}"/>
                </a:ext>
              </a:extLst>
            </p:cNvPr>
            <p:cNvSpPr/>
            <p:nvPr/>
          </p:nvSpPr>
          <p:spPr>
            <a:xfrm>
              <a:off x="6645177" y="2728018"/>
              <a:ext cx="11475" cy="16393"/>
            </a:xfrm>
            <a:custGeom>
              <a:avLst/>
              <a:gdLst>
                <a:gd name="connsiteX0" fmla="*/ 0 w 11475"/>
                <a:gd name="connsiteY0" fmla="*/ 11476 h 16393"/>
                <a:gd name="connsiteX1" fmla="*/ 1639 w 11475"/>
                <a:gd name="connsiteY1" fmla="*/ 11476 h 16393"/>
                <a:gd name="connsiteX2" fmla="*/ 4918 w 11475"/>
                <a:gd name="connsiteY2" fmla="*/ 8197 h 16393"/>
                <a:gd name="connsiteX3" fmla="*/ 6557 w 11475"/>
                <a:gd name="connsiteY3" fmla="*/ 3279 h 16393"/>
                <a:gd name="connsiteX4" fmla="*/ 9836 w 11475"/>
                <a:gd name="connsiteY4" fmla="*/ 0 h 16393"/>
                <a:gd name="connsiteX5" fmla="*/ 11476 w 11475"/>
                <a:gd name="connsiteY5" fmla="*/ 1639 h 16393"/>
                <a:gd name="connsiteX6" fmla="*/ 11476 w 11475"/>
                <a:gd name="connsiteY6" fmla="*/ 3279 h 16393"/>
                <a:gd name="connsiteX7" fmla="*/ 9836 w 11475"/>
                <a:gd name="connsiteY7" fmla="*/ 4918 h 16393"/>
                <a:gd name="connsiteX8" fmla="*/ 6557 w 11475"/>
                <a:gd name="connsiteY8" fmla="*/ 8197 h 16393"/>
                <a:gd name="connsiteX9" fmla="*/ 4918 w 11475"/>
                <a:gd name="connsiteY9" fmla="*/ 11476 h 16393"/>
                <a:gd name="connsiteX10" fmla="*/ 3279 w 11475"/>
                <a:gd name="connsiteY10" fmla="*/ 16393 h 16393"/>
                <a:gd name="connsiteX11" fmla="*/ 1639 w 11475"/>
                <a:gd name="connsiteY11" fmla="*/ 16393 h 16393"/>
                <a:gd name="connsiteX12" fmla="*/ 1639 w 11475"/>
                <a:gd name="connsiteY12" fmla="*/ 14754 h 16393"/>
                <a:gd name="connsiteX13" fmla="*/ 1639 w 11475"/>
                <a:gd name="connsiteY13" fmla="*/ 14754 h 16393"/>
                <a:gd name="connsiteX14" fmla="*/ 1639 w 11475"/>
                <a:gd name="connsiteY14" fmla="*/ 14754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475" h="16393">
                  <a:moveTo>
                    <a:pt x="0" y="11476"/>
                  </a:moveTo>
                  <a:lnTo>
                    <a:pt x="1639" y="11476"/>
                  </a:lnTo>
                  <a:lnTo>
                    <a:pt x="4918" y="8197"/>
                  </a:lnTo>
                  <a:lnTo>
                    <a:pt x="6557" y="3279"/>
                  </a:lnTo>
                  <a:lnTo>
                    <a:pt x="9836" y="0"/>
                  </a:lnTo>
                  <a:lnTo>
                    <a:pt x="11476" y="1639"/>
                  </a:lnTo>
                  <a:lnTo>
                    <a:pt x="11476" y="3279"/>
                  </a:lnTo>
                  <a:lnTo>
                    <a:pt x="9836" y="4918"/>
                  </a:lnTo>
                  <a:lnTo>
                    <a:pt x="6557" y="8197"/>
                  </a:lnTo>
                  <a:lnTo>
                    <a:pt x="4918" y="11476"/>
                  </a:lnTo>
                  <a:lnTo>
                    <a:pt x="3279" y="16393"/>
                  </a:lnTo>
                  <a:lnTo>
                    <a:pt x="1639" y="16393"/>
                  </a:lnTo>
                  <a:lnTo>
                    <a:pt x="1639" y="14754"/>
                  </a:lnTo>
                  <a:lnTo>
                    <a:pt x="1639" y="14754"/>
                  </a:lnTo>
                  <a:lnTo>
                    <a:pt x="1639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98" name="Freeform 4197">
              <a:extLst>
                <a:ext uri="{FF2B5EF4-FFF2-40B4-BE49-F238E27FC236}">
                  <a16:creationId xmlns:a16="http://schemas.microsoft.com/office/drawing/2014/main" id="{F8A5A7CB-C7B5-6C4E-BCA8-BE460F46DB49}"/>
                </a:ext>
              </a:extLst>
            </p:cNvPr>
            <p:cNvSpPr/>
            <p:nvPr/>
          </p:nvSpPr>
          <p:spPr>
            <a:xfrm>
              <a:off x="7002553" y="3503424"/>
              <a:ext cx="3278" cy="4918"/>
            </a:xfrm>
            <a:custGeom>
              <a:avLst/>
              <a:gdLst>
                <a:gd name="connsiteX0" fmla="*/ 3279 w 3278"/>
                <a:gd name="connsiteY0" fmla="*/ 4918 h 4918"/>
                <a:gd name="connsiteX1" fmla="*/ 3279 w 3278"/>
                <a:gd name="connsiteY1" fmla="*/ 3279 h 4918"/>
                <a:gd name="connsiteX2" fmla="*/ 3279 w 3278"/>
                <a:gd name="connsiteY2" fmla="*/ 0 h 4918"/>
                <a:gd name="connsiteX3" fmla="*/ 0 w 3278"/>
                <a:gd name="connsiteY3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3279" y="4918"/>
                  </a:moveTo>
                  <a:lnTo>
                    <a:pt x="3279" y="3279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99" name="Freeform 4198">
              <a:extLst>
                <a:ext uri="{FF2B5EF4-FFF2-40B4-BE49-F238E27FC236}">
                  <a16:creationId xmlns:a16="http://schemas.microsoft.com/office/drawing/2014/main" id="{96BDE41D-46B8-7246-B986-543A0E26987C}"/>
                </a:ext>
              </a:extLst>
            </p:cNvPr>
            <p:cNvSpPr/>
            <p:nvPr/>
          </p:nvSpPr>
          <p:spPr>
            <a:xfrm>
              <a:off x="7368125" y="3583752"/>
              <a:ext cx="6557" cy="3278"/>
            </a:xfrm>
            <a:custGeom>
              <a:avLst/>
              <a:gdLst>
                <a:gd name="connsiteX0" fmla="*/ 6557 w 6557"/>
                <a:gd name="connsiteY0" fmla="*/ 3279 h 3278"/>
                <a:gd name="connsiteX1" fmla="*/ 6557 w 6557"/>
                <a:gd name="connsiteY1" fmla="*/ 0 h 3278"/>
                <a:gd name="connsiteX2" fmla="*/ 3278 w 6557"/>
                <a:gd name="connsiteY2" fmla="*/ 0 h 3278"/>
                <a:gd name="connsiteX3" fmla="*/ 0 w 6557"/>
                <a:gd name="connsiteY3" fmla="*/ 0 h 3278"/>
                <a:gd name="connsiteX4" fmla="*/ 3278 w 6557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6557" y="3279"/>
                  </a:moveTo>
                  <a:lnTo>
                    <a:pt x="6557" y="0"/>
                  </a:lnTo>
                  <a:lnTo>
                    <a:pt x="3278" y="0"/>
                  </a:lnTo>
                  <a:lnTo>
                    <a:pt x="0" y="0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00" name="Freeform 4199">
              <a:extLst>
                <a:ext uri="{FF2B5EF4-FFF2-40B4-BE49-F238E27FC236}">
                  <a16:creationId xmlns:a16="http://schemas.microsoft.com/office/drawing/2014/main" id="{4C1B5DE7-F66A-8745-9947-A8CDD5DEE4DA}"/>
                </a:ext>
              </a:extLst>
            </p:cNvPr>
            <p:cNvSpPr/>
            <p:nvPr/>
          </p:nvSpPr>
          <p:spPr>
            <a:xfrm>
              <a:off x="984548" y="2834575"/>
              <a:ext cx="3278" cy="11475"/>
            </a:xfrm>
            <a:custGeom>
              <a:avLst/>
              <a:gdLst>
                <a:gd name="connsiteX0" fmla="*/ 3279 w 3278"/>
                <a:gd name="connsiteY0" fmla="*/ 0 h 11475"/>
                <a:gd name="connsiteX1" fmla="*/ 0 w 3278"/>
                <a:gd name="connsiteY1" fmla="*/ 3279 h 11475"/>
                <a:gd name="connsiteX2" fmla="*/ 0 w 3278"/>
                <a:gd name="connsiteY2" fmla="*/ 6557 h 11475"/>
                <a:gd name="connsiteX3" fmla="*/ 1639 w 3278"/>
                <a:gd name="connsiteY3" fmla="*/ 11476 h 11475"/>
                <a:gd name="connsiteX4" fmla="*/ 3279 w 3278"/>
                <a:gd name="connsiteY4" fmla="*/ 6557 h 11475"/>
                <a:gd name="connsiteX5" fmla="*/ 1639 w 3278"/>
                <a:gd name="connsiteY5" fmla="*/ 327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8" h="11475">
                  <a:moveTo>
                    <a:pt x="3279" y="0"/>
                  </a:moveTo>
                  <a:lnTo>
                    <a:pt x="0" y="3279"/>
                  </a:lnTo>
                  <a:lnTo>
                    <a:pt x="0" y="6557"/>
                  </a:lnTo>
                  <a:lnTo>
                    <a:pt x="1639" y="11476"/>
                  </a:lnTo>
                  <a:lnTo>
                    <a:pt x="3279" y="6557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01" name="Freeform 4200">
              <a:extLst>
                <a:ext uri="{FF2B5EF4-FFF2-40B4-BE49-F238E27FC236}">
                  <a16:creationId xmlns:a16="http://schemas.microsoft.com/office/drawing/2014/main" id="{671FD602-025C-114B-B1A1-A6292E0D0ABD}"/>
                </a:ext>
              </a:extLst>
            </p:cNvPr>
            <p:cNvSpPr/>
            <p:nvPr/>
          </p:nvSpPr>
          <p:spPr>
            <a:xfrm>
              <a:off x="1082908" y="2870640"/>
              <a:ext cx="8196" cy="14753"/>
            </a:xfrm>
            <a:custGeom>
              <a:avLst/>
              <a:gdLst>
                <a:gd name="connsiteX0" fmla="*/ 8197 w 8196"/>
                <a:gd name="connsiteY0" fmla="*/ 0 h 14753"/>
                <a:gd name="connsiteX1" fmla="*/ 6557 w 8196"/>
                <a:gd name="connsiteY1" fmla="*/ 0 h 14753"/>
                <a:gd name="connsiteX2" fmla="*/ 4918 w 8196"/>
                <a:gd name="connsiteY2" fmla="*/ 3279 h 14753"/>
                <a:gd name="connsiteX3" fmla="*/ 3279 w 8196"/>
                <a:gd name="connsiteY3" fmla="*/ 8197 h 14753"/>
                <a:gd name="connsiteX4" fmla="*/ 0 w 8196"/>
                <a:gd name="connsiteY4" fmla="*/ 11475 h 14753"/>
                <a:gd name="connsiteX5" fmla="*/ 4918 w 8196"/>
                <a:gd name="connsiteY5" fmla="*/ 14754 h 14753"/>
                <a:gd name="connsiteX6" fmla="*/ 6557 w 8196"/>
                <a:gd name="connsiteY6" fmla="*/ 9836 h 14753"/>
                <a:gd name="connsiteX7" fmla="*/ 8197 w 8196"/>
                <a:gd name="connsiteY7" fmla="*/ 6557 h 14753"/>
                <a:gd name="connsiteX8" fmla="*/ 8197 w 8196"/>
                <a:gd name="connsiteY8" fmla="*/ 3279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14753">
                  <a:moveTo>
                    <a:pt x="8197" y="0"/>
                  </a:moveTo>
                  <a:lnTo>
                    <a:pt x="6557" y="0"/>
                  </a:lnTo>
                  <a:lnTo>
                    <a:pt x="4918" y="3279"/>
                  </a:lnTo>
                  <a:lnTo>
                    <a:pt x="3279" y="8197"/>
                  </a:lnTo>
                  <a:lnTo>
                    <a:pt x="0" y="11475"/>
                  </a:lnTo>
                  <a:lnTo>
                    <a:pt x="4918" y="14754"/>
                  </a:lnTo>
                  <a:lnTo>
                    <a:pt x="6557" y="9836"/>
                  </a:lnTo>
                  <a:lnTo>
                    <a:pt x="8197" y="6557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02" name="Freeform 4201">
              <a:extLst>
                <a:ext uri="{FF2B5EF4-FFF2-40B4-BE49-F238E27FC236}">
                  <a16:creationId xmlns:a16="http://schemas.microsoft.com/office/drawing/2014/main" id="{79AE2A11-19DA-1441-ADCA-FDAE2141CF32}"/>
                </a:ext>
              </a:extLst>
            </p:cNvPr>
            <p:cNvSpPr/>
            <p:nvPr/>
          </p:nvSpPr>
          <p:spPr>
            <a:xfrm>
              <a:off x="1156678" y="2718182"/>
              <a:ext cx="3278" cy="6557"/>
            </a:xfrm>
            <a:custGeom>
              <a:avLst/>
              <a:gdLst>
                <a:gd name="connsiteX0" fmla="*/ 3279 w 3278"/>
                <a:gd name="connsiteY0" fmla="*/ 6557 h 6557"/>
                <a:gd name="connsiteX1" fmla="*/ 3279 w 3278"/>
                <a:gd name="connsiteY1" fmla="*/ 4918 h 6557"/>
                <a:gd name="connsiteX2" fmla="*/ 0 w 3278"/>
                <a:gd name="connsiteY2" fmla="*/ 0 h 6557"/>
                <a:gd name="connsiteX3" fmla="*/ 0 w 3278"/>
                <a:gd name="connsiteY3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6557">
                  <a:moveTo>
                    <a:pt x="3279" y="6557"/>
                  </a:moveTo>
                  <a:lnTo>
                    <a:pt x="3279" y="4918"/>
                  </a:lnTo>
                  <a:lnTo>
                    <a:pt x="0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03" name="Freeform 4202">
              <a:extLst>
                <a:ext uri="{FF2B5EF4-FFF2-40B4-BE49-F238E27FC236}">
                  <a16:creationId xmlns:a16="http://schemas.microsoft.com/office/drawing/2014/main" id="{E86BBDD5-A96B-734E-A96B-67D5CE77A946}"/>
                </a:ext>
              </a:extLst>
            </p:cNvPr>
            <p:cNvSpPr/>
            <p:nvPr/>
          </p:nvSpPr>
          <p:spPr>
            <a:xfrm>
              <a:off x="1158317" y="3006705"/>
              <a:ext cx="9835" cy="31147"/>
            </a:xfrm>
            <a:custGeom>
              <a:avLst/>
              <a:gdLst>
                <a:gd name="connsiteX0" fmla="*/ 0 w 9835"/>
                <a:gd name="connsiteY0" fmla="*/ 19672 h 31147"/>
                <a:gd name="connsiteX1" fmla="*/ 0 w 9835"/>
                <a:gd name="connsiteY1" fmla="*/ 22951 h 31147"/>
                <a:gd name="connsiteX2" fmla="*/ 4918 w 9835"/>
                <a:gd name="connsiteY2" fmla="*/ 22951 h 31147"/>
                <a:gd name="connsiteX3" fmla="*/ 3279 w 9835"/>
                <a:gd name="connsiteY3" fmla="*/ 27869 h 31147"/>
                <a:gd name="connsiteX4" fmla="*/ 6557 w 9835"/>
                <a:gd name="connsiteY4" fmla="*/ 31148 h 31147"/>
                <a:gd name="connsiteX5" fmla="*/ 4918 w 9835"/>
                <a:gd name="connsiteY5" fmla="*/ 27869 h 31147"/>
                <a:gd name="connsiteX6" fmla="*/ 4918 w 9835"/>
                <a:gd name="connsiteY6" fmla="*/ 22951 h 31147"/>
                <a:gd name="connsiteX7" fmla="*/ 3279 w 9835"/>
                <a:gd name="connsiteY7" fmla="*/ 19672 h 31147"/>
                <a:gd name="connsiteX8" fmla="*/ 4918 w 9835"/>
                <a:gd name="connsiteY8" fmla="*/ 16393 h 31147"/>
                <a:gd name="connsiteX9" fmla="*/ 6557 w 9835"/>
                <a:gd name="connsiteY9" fmla="*/ 11476 h 31147"/>
                <a:gd name="connsiteX10" fmla="*/ 8197 w 9835"/>
                <a:gd name="connsiteY10" fmla="*/ 8197 h 31147"/>
                <a:gd name="connsiteX11" fmla="*/ 9836 w 9835"/>
                <a:gd name="connsiteY11" fmla="*/ 4918 h 31147"/>
                <a:gd name="connsiteX12" fmla="*/ 9836 w 9835"/>
                <a:gd name="connsiteY12" fmla="*/ 0 h 31147"/>
                <a:gd name="connsiteX13" fmla="*/ 8197 w 9835"/>
                <a:gd name="connsiteY13" fmla="*/ 4918 h 31147"/>
                <a:gd name="connsiteX14" fmla="*/ 6557 w 9835"/>
                <a:gd name="connsiteY14" fmla="*/ 8197 h 31147"/>
                <a:gd name="connsiteX15" fmla="*/ 4918 w 9835"/>
                <a:gd name="connsiteY15" fmla="*/ 11476 h 31147"/>
                <a:gd name="connsiteX16" fmla="*/ 3279 w 9835"/>
                <a:gd name="connsiteY16" fmla="*/ 16393 h 3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835" h="31147">
                  <a:moveTo>
                    <a:pt x="0" y="19672"/>
                  </a:moveTo>
                  <a:lnTo>
                    <a:pt x="0" y="22951"/>
                  </a:lnTo>
                  <a:lnTo>
                    <a:pt x="4918" y="22951"/>
                  </a:lnTo>
                  <a:lnTo>
                    <a:pt x="3279" y="27869"/>
                  </a:lnTo>
                  <a:lnTo>
                    <a:pt x="6557" y="31148"/>
                  </a:lnTo>
                  <a:lnTo>
                    <a:pt x="4918" y="27869"/>
                  </a:lnTo>
                  <a:lnTo>
                    <a:pt x="4918" y="22951"/>
                  </a:lnTo>
                  <a:lnTo>
                    <a:pt x="3279" y="19672"/>
                  </a:lnTo>
                  <a:lnTo>
                    <a:pt x="4918" y="16393"/>
                  </a:lnTo>
                  <a:lnTo>
                    <a:pt x="6557" y="11476"/>
                  </a:lnTo>
                  <a:lnTo>
                    <a:pt x="8197" y="8197"/>
                  </a:lnTo>
                  <a:lnTo>
                    <a:pt x="9836" y="4918"/>
                  </a:lnTo>
                  <a:lnTo>
                    <a:pt x="9836" y="0"/>
                  </a:lnTo>
                  <a:lnTo>
                    <a:pt x="8197" y="4918"/>
                  </a:lnTo>
                  <a:lnTo>
                    <a:pt x="6557" y="8197"/>
                  </a:lnTo>
                  <a:lnTo>
                    <a:pt x="4918" y="11476"/>
                  </a:lnTo>
                  <a:lnTo>
                    <a:pt x="3279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04" name="Freeform 4203">
              <a:extLst>
                <a:ext uri="{FF2B5EF4-FFF2-40B4-BE49-F238E27FC236}">
                  <a16:creationId xmlns:a16="http://schemas.microsoft.com/office/drawing/2014/main" id="{9D5FE460-7923-1144-93C7-397468E5852D}"/>
                </a:ext>
              </a:extLst>
            </p:cNvPr>
            <p:cNvSpPr/>
            <p:nvPr/>
          </p:nvSpPr>
          <p:spPr>
            <a:xfrm>
              <a:off x="1164875" y="2818181"/>
              <a:ext cx="11475" cy="22950"/>
            </a:xfrm>
            <a:custGeom>
              <a:avLst/>
              <a:gdLst>
                <a:gd name="connsiteX0" fmla="*/ 11475 w 11475"/>
                <a:gd name="connsiteY0" fmla="*/ 22951 h 22950"/>
                <a:gd name="connsiteX1" fmla="*/ 11475 w 11475"/>
                <a:gd name="connsiteY1" fmla="*/ 22951 h 22950"/>
                <a:gd name="connsiteX2" fmla="*/ 11475 w 11475"/>
                <a:gd name="connsiteY2" fmla="*/ 18033 h 22950"/>
                <a:gd name="connsiteX3" fmla="*/ 11475 w 11475"/>
                <a:gd name="connsiteY3" fmla="*/ 14754 h 22950"/>
                <a:gd name="connsiteX4" fmla="*/ 11475 w 11475"/>
                <a:gd name="connsiteY4" fmla="*/ 11476 h 22950"/>
                <a:gd name="connsiteX5" fmla="*/ 8197 w 11475"/>
                <a:gd name="connsiteY5" fmla="*/ 8197 h 22950"/>
                <a:gd name="connsiteX6" fmla="*/ 8197 w 11475"/>
                <a:gd name="connsiteY6" fmla="*/ 4918 h 22950"/>
                <a:gd name="connsiteX7" fmla="*/ 6557 w 11475"/>
                <a:gd name="connsiteY7" fmla="*/ 0 h 22950"/>
                <a:gd name="connsiteX8" fmla="*/ 1639 w 11475"/>
                <a:gd name="connsiteY8" fmla="*/ 0 h 22950"/>
                <a:gd name="connsiteX9" fmla="*/ 0 w 11475"/>
                <a:gd name="connsiteY9" fmla="*/ 4918 h 22950"/>
                <a:gd name="connsiteX10" fmla="*/ 1639 w 11475"/>
                <a:gd name="connsiteY10" fmla="*/ 8197 h 22950"/>
                <a:gd name="connsiteX11" fmla="*/ 3279 w 11475"/>
                <a:gd name="connsiteY11" fmla="*/ 11476 h 22950"/>
                <a:gd name="connsiteX12" fmla="*/ 4918 w 11475"/>
                <a:gd name="connsiteY12" fmla="*/ 16393 h 22950"/>
                <a:gd name="connsiteX13" fmla="*/ 8197 w 11475"/>
                <a:gd name="connsiteY13" fmla="*/ 19672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475" h="22950">
                  <a:moveTo>
                    <a:pt x="11475" y="22951"/>
                  </a:moveTo>
                  <a:lnTo>
                    <a:pt x="11475" y="22951"/>
                  </a:lnTo>
                  <a:lnTo>
                    <a:pt x="11475" y="18033"/>
                  </a:lnTo>
                  <a:lnTo>
                    <a:pt x="11475" y="14754"/>
                  </a:lnTo>
                  <a:lnTo>
                    <a:pt x="11475" y="11476"/>
                  </a:lnTo>
                  <a:lnTo>
                    <a:pt x="8197" y="8197"/>
                  </a:lnTo>
                  <a:lnTo>
                    <a:pt x="8197" y="4918"/>
                  </a:lnTo>
                  <a:lnTo>
                    <a:pt x="6557" y="0"/>
                  </a:lnTo>
                  <a:lnTo>
                    <a:pt x="1639" y="0"/>
                  </a:lnTo>
                  <a:lnTo>
                    <a:pt x="0" y="4918"/>
                  </a:lnTo>
                  <a:lnTo>
                    <a:pt x="1639" y="8197"/>
                  </a:lnTo>
                  <a:lnTo>
                    <a:pt x="3279" y="11476"/>
                  </a:lnTo>
                  <a:lnTo>
                    <a:pt x="4918" y="16393"/>
                  </a:lnTo>
                  <a:lnTo>
                    <a:pt x="8197" y="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05" name="Freeform 4204">
              <a:extLst>
                <a:ext uri="{FF2B5EF4-FFF2-40B4-BE49-F238E27FC236}">
                  <a16:creationId xmlns:a16="http://schemas.microsoft.com/office/drawing/2014/main" id="{03EA04CA-549A-E347-8785-830AB9EDFBC7}"/>
                </a:ext>
              </a:extLst>
            </p:cNvPr>
            <p:cNvSpPr/>
            <p:nvPr/>
          </p:nvSpPr>
          <p:spPr>
            <a:xfrm>
              <a:off x="1166514" y="3039492"/>
              <a:ext cx="9835" cy="6557"/>
            </a:xfrm>
            <a:custGeom>
              <a:avLst/>
              <a:gdLst>
                <a:gd name="connsiteX0" fmla="*/ 0 w 9835"/>
                <a:gd name="connsiteY0" fmla="*/ 0 h 6557"/>
                <a:gd name="connsiteX1" fmla="*/ 1639 w 9835"/>
                <a:gd name="connsiteY1" fmla="*/ 1639 h 6557"/>
                <a:gd name="connsiteX2" fmla="*/ 6557 w 9835"/>
                <a:gd name="connsiteY2" fmla="*/ 6557 h 6557"/>
                <a:gd name="connsiteX3" fmla="*/ 9836 w 9835"/>
                <a:gd name="connsiteY3" fmla="*/ 6557 h 6557"/>
                <a:gd name="connsiteX4" fmla="*/ 8197 w 9835"/>
                <a:gd name="connsiteY4" fmla="*/ 3279 h 6557"/>
                <a:gd name="connsiteX5" fmla="*/ 3279 w 9835"/>
                <a:gd name="connsiteY5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5" h="6557">
                  <a:moveTo>
                    <a:pt x="0" y="0"/>
                  </a:moveTo>
                  <a:lnTo>
                    <a:pt x="1639" y="1639"/>
                  </a:lnTo>
                  <a:lnTo>
                    <a:pt x="6557" y="6557"/>
                  </a:lnTo>
                  <a:lnTo>
                    <a:pt x="9836" y="6557"/>
                  </a:lnTo>
                  <a:lnTo>
                    <a:pt x="8197" y="327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06" name="Freeform 4205">
              <a:extLst>
                <a:ext uri="{FF2B5EF4-FFF2-40B4-BE49-F238E27FC236}">
                  <a16:creationId xmlns:a16="http://schemas.microsoft.com/office/drawing/2014/main" id="{1FCB44A5-3471-B746-88C3-C0B67B15068C}"/>
                </a:ext>
              </a:extLst>
            </p:cNvPr>
            <p:cNvSpPr/>
            <p:nvPr/>
          </p:nvSpPr>
          <p:spPr>
            <a:xfrm>
              <a:off x="1196022" y="2831296"/>
              <a:ext cx="16393" cy="21311"/>
            </a:xfrm>
            <a:custGeom>
              <a:avLst/>
              <a:gdLst>
                <a:gd name="connsiteX0" fmla="*/ 8197 w 16393"/>
                <a:gd name="connsiteY0" fmla="*/ 21311 h 21311"/>
                <a:gd name="connsiteX1" fmla="*/ 9836 w 16393"/>
                <a:gd name="connsiteY1" fmla="*/ 19672 h 21311"/>
                <a:gd name="connsiteX2" fmla="*/ 13115 w 16393"/>
                <a:gd name="connsiteY2" fmla="*/ 14754 h 21311"/>
                <a:gd name="connsiteX3" fmla="*/ 14754 w 16393"/>
                <a:gd name="connsiteY3" fmla="*/ 11475 h 21311"/>
                <a:gd name="connsiteX4" fmla="*/ 16393 w 16393"/>
                <a:gd name="connsiteY4" fmla="*/ 8197 h 21311"/>
                <a:gd name="connsiteX5" fmla="*/ 14754 w 16393"/>
                <a:gd name="connsiteY5" fmla="*/ 3279 h 21311"/>
                <a:gd name="connsiteX6" fmla="*/ 16393 w 16393"/>
                <a:gd name="connsiteY6" fmla="*/ 0 h 21311"/>
                <a:gd name="connsiteX7" fmla="*/ 13115 w 16393"/>
                <a:gd name="connsiteY7" fmla="*/ 1639 h 21311"/>
                <a:gd name="connsiteX8" fmla="*/ 9836 w 16393"/>
                <a:gd name="connsiteY8" fmla="*/ 3279 h 21311"/>
                <a:gd name="connsiteX9" fmla="*/ 6557 w 16393"/>
                <a:gd name="connsiteY9" fmla="*/ 6557 h 21311"/>
                <a:gd name="connsiteX10" fmla="*/ 4918 w 16393"/>
                <a:gd name="connsiteY10" fmla="*/ 9836 h 21311"/>
                <a:gd name="connsiteX11" fmla="*/ 3279 w 16393"/>
                <a:gd name="connsiteY11" fmla="*/ 14754 h 21311"/>
                <a:gd name="connsiteX12" fmla="*/ 0 w 16393"/>
                <a:gd name="connsiteY12" fmla="*/ 18033 h 21311"/>
                <a:gd name="connsiteX13" fmla="*/ 4918 w 16393"/>
                <a:gd name="connsiteY13" fmla="*/ 19672 h 2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393" h="21311">
                  <a:moveTo>
                    <a:pt x="8197" y="21311"/>
                  </a:moveTo>
                  <a:lnTo>
                    <a:pt x="9836" y="19672"/>
                  </a:lnTo>
                  <a:lnTo>
                    <a:pt x="13115" y="14754"/>
                  </a:lnTo>
                  <a:lnTo>
                    <a:pt x="14754" y="11475"/>
                  </a:lnTo>
                  <a:lnTo>
                    <a:pt x="16393" y="8197"/>
                  </a:lnTo>
                  <a:lnTo>
                    <a:pt x="14754" y="3279"/>
                  </a:lnTo>
                  <a:lnTo>
                    <a:pt x="16393" y="0"/>
                  </a:lnTo>
                  <a:lnTo>
                    <a:pt x="13115" y="1639"/>
                  </a:lnTo>
                  <a:lnTo>
                    <a:pt x="9836" y="3279"/>
                  </a:lnTo>
                  <a:lnTo>
                    <a:pt x="6557" y="6557"/>
                  </a:lnTo>
                  <a:lnTo>
                    <a:pt x="4918" y="9836"/>
                  </a:lnTo>
                  <a:lnTo>
                    <a:pt x="3279" y="14754"/>
                  </a:lnTo>
                  <a:lnTo>
                    <a:pt x="0" y="18033"/>
                  </a:lnTo>
                  <a:lnTo>
                    <a:pt x="4918" y="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07" name="Freeform 4206">
              <a:extLst>
                <a:ext uri="{FF2B5EF4-FFF2-40B4-BE49-F238E27FC236}">
                  <a16:creationId xmlns:a16="http://schemas.microsoft.com/office/drawing/2014/main" id="{CAF57B35-D4E6-4B4F-A56A-2C190D966056}"/>
                </a:ext>
              </a:extLst>
            </p:cNvPr>
            <p:cNvSpPr/>
            <p:nvPr/>
          </p:nvSpPr>
          <p:spPr>
            <a:xfrm>
              <a:off x="1210776" y="2972279"/>
              <a:ext cx="6557" cy="9835"/>
            </a:xfrm>
            <a:custGeom>
              <a:avLst/>
              <a:gdLst>
                <a:gd name="connsiteX0" fmla="*/ 6557 w 6557"/>
                <a:gd name="connsiteY0" fmla="*/ 0 h 9835"/>
                <a:gd name="connsiteX1" fmla="*/ 6557 w 6557"/>
                <a:gd name="connsiteY1" fmla="*/ 0 h 9835"/>
                <a:gd name="connsiteX2" fmla="*/ 1639 w 6557"/>
                <a:gd name="connsiteY2" fmla="*/ 1639 h 9835"/>
                <a:gd name="connsiteX3" fmla="*/ 0 w 6557"/>
                <a:gd name="connsiteY3" fmla="*/ 4918 h 9835"/>
                <a:gd name="connsiteX4" fmla="*/ 0 w 6557"/>
                <a:gd name="connsiteY4" fmla="*/ 9836 h 9835"/>
                <a:gd name="connsiteX5" fmla="*/ 1639 w 6557"/>
                <a:gd name="connsiteY5" fmla="*/ 4918 h 9835"/>
                <a:gd name="connsiteX6" fmla="*/ 6557 w 6557"/>
                <a:gd name="connsiteY6" fmla="*/ 3279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57" h="9835">
                  <a:moveTo>
                    <a:pt x="6557" y="0"/>
                  </a:moveTo>
                  <a:lnTo>
                    <a:pt x="6557" y="0"/>
                  </a:lnTo>
                  <a:lnTo>
                    <a:pt x="1639" y="1639"/>
                  </a:lnTo>
                  <a:lnTo>
                    <a:pt x="0" y="4918"/>
                  </a:lnTo>
                  <a:lnTo>
                    <a:pt x="0" y="9836"/>
                  </a:lnTo>
                  <a:lnTo>
                    <a:pt x="1639" y="4918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08" name="Freeform 4207">
              <a:extLst>
                <a:ext uri="{FF2B5EF4-FFF2-40B4-BE49-F238E27FC236}">
                  <a16:creationId xmlns:a16="http://schemas.microsoft.com/office/drawing/2014/main" id="{BD6577D8-B923-C049-B2AE-0ADCE802F51F}"/>
                </a:ext>
              </a:extLst>
            </p:cNvPr>
            <p:cNvSpPr/>
            <p:nvPr/>
          </p:nvSpPr>
          <p:spPr>
            <a:xfrm>
              <a:off x="1220612" y="3013262"/>
              <a:ext cx="4918" cy="11475"/>
            </a:xfrm>
            <a:custGeom>
              <a:avLst/>
              <a:gdLst>
                <a:gd name="connsiteX0" fmla="*/ 0 w 4918"/>
                <a:gd name="connsiteY0" fmla="*/ 0 h 11475"/>
                <a:gd name="connsiteX1" fmla="*/ 0 w 4918"/>
                <a:gd name="connsiteY1" fmla="*/ 4918 h 11475"/>
                <a:gd name="connsiteX2" fmla="*/ 0 w 4918"/>
                <a:gd name="connsiteY2" fmla="*/ 8197 h 11475"/>
                <a:gd name="connsiteX3" fmla="*/ 1639 w 4918"/>
                <a:gd name="connsiteY3" fmla="*/ 11475 h 11475"/>
                <a:gd name="connsiteX4" fmla="*/ 4918 w 4918"/>
                <a:gd name="connsiteY4" fmla="*/ 8197 h 11475"/>
                <a:gd name="connsiteX5" fmla="*/ 3279 w 4918"/>
                <a:gd name="connsiteY5" fmla="*/ 4918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8" h="11475">
                  <a:moveTo>
                    <a:pt x="0" y="0"/>
                  </a:moveTo>
                  <a:lnTo>
                    <a:pt x="0" y="4918"/>
                  </a:lnTo>
                  <a:lnTo>
                    <a:pt x="0" y="8197"/>
                  </a:lnTo>
                  <a:lnTo>
                    <a:pt x="1639" y="11475"/>
                  </a:lnTo>
                  <a:lnTo>
                    <a:pt x="4918" y="8197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09" name="Freeform 4208">
              <a:extLst>
                <a:ext uri="{FF2B5EF4-FFF2-40B4-BE49-F238E27FC236}">
                  <a16:creationId xmlns:a16="http://schemas.microsoft.com/office/drawing/2014/main" id="{89C4D9FD-C4F5-8343-86CD-7768E7B05D17}"/>
                </a:ext>
              </a:extLst>
            </p:cNvPr>
            <p:cNvSpPr/>
            <p:nvPr/>
          </p:nvSpPr>
          <p:spPr>
            <a:xfrm>
              <a:off x="1243563" y="3049328"/>
              <a:ext cx="3278" cy="8196"/>
            </a:xfrm>
            <a:custGeom>
              <a:avLst/>
              <a:gdLst>
                <a:gd name="connsiteX0" fmla="*/ 3279 w 3278"/>
                <a:gd name="connsiteY0" fmla="*/ 8197 h 8196"/>
                <a:gd name="connsiteX1" fmla="*/ 3279 w 3278"/>
                <a:gd name="connsiteY1" fmla="*/ 4918 h 8196"/>
                <a:gd name="connsiteX2" fmla="*/ 0 w 3278"/>
                <a:gd name="connsiteY2" fmla="*/ 0 h 8196"/>
                <a:gd name="connsiteX3" fmla="*/ 0 w 3278"/>
                <a:gd name="connsiteY3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8196">
                  <a:moveTo>
                    <a:pt x="3279" y="8197"/>
                  </a:moveTo>
                  <a:lnTo>
                    <a:pt x="3279" y="4918"/>
                  </a:lnTo>
                  <a:lnTo>
                    <a:pt x="0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10" name="Freeform 4209">
              <a:extLst>
                <a:ext uri="{FF2B5EF4-FFF2-40B4-BE49-F238E27FC236}">
                  <a16:creationId xmlns:a16="http://schemas.microsoft.com/office/drawing/2014/main" id="{9818F488-0095-9746-B6C6-333C4EE88BD0}"/>
                </a:ext>
              </a:extLst>
            </p:cNvPr>
            <p:cNvSpPr/>
            <p:nvPr/>
          </p:nvSpPr>
          <p:spPr>
            <a:xfrm>
              <a:off x="1310776" y="3014902"/>
              <a:ext cx="4918" cy="11475"/>
            </a:xfrm>
            <a:custGeom>
              <a:avLst/>
              <a:gdLst>
                <a:gd name="connsiteX0" fmla="*/ 3279 w 4918"/>
                <a:gd name="connsiteY0" fmla="*/ 3279 h 11475"/>
                <a:gd name="connsiteX1" fmla="*/ 3279 w 4918"/>
                <a:gd name="connsiteY1" fmla="*/ 8197 h 11475"/>
                <a:gd name="connsiteX2" fmla="*/ 4918 w 4918"/>
                <a:gd name="connsiteY2" fmla="*/ 11476 h 11475"/>
                <a:gd name="connsiteX3" fmla="*/ 4918 w 4918"/>
                <a:gd name="connsiteY3" fmla="*/ 8197 h 11475"/>
                <a:gd name="connsiteX4" fmla="*/ 3279 w 4918"/>
                <a:gd name="connsiteY4" fmla="*/ 3279 h 11475"/>
                <a:gd name="connsiteX5" fmla="*/ 0 w 4918"/>
                <a:gd name="connsiteY5" fmla="*/ 0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8" h="11475">
                  <a:moveTo>
                    <a:pt x="3279" y="3279"/>
                  </a:moveTo>
                  <a:lnTo>
                    <a:pt x="3279" y="8197"/>
                  </a:lnTo>
                  <a:lnTo>
                    <a:pt x="4918" y="11476"/>
                  </a:lnTo>
                  <a:lnTo>
                    <a:pt x="4918" y="8197"/>
                  </a:lnTo>
                  <a:lnTo>
                    <a:pt x="3279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11" name="Freeform 4210">
              <a:extLst>
                <a:ext uri="{FF2B5EF4-FFF2-40B4-BE49-F238E27FC236}">
                  <a16:creationId xmlns:a16="http://schemas.microsoft.com/office/drawing/2014/main" id="{1B6CA14F-EB30-444B-B51A-AADD212CAFA2}"/>
                </a:ext>
              </a:extLst>
            </p:cNvPr>
            <p:cNvSpPr/>
            <p:nvPr/>
          </p:nvSpPr>
          <p:spPr>
            <a:xfrm>
              <a:off x="1315694" y="3016541"/>
              <a:ext cx="3278" cy="8196"/>
            </a:xfrm>
            <a:custGeom>
              <a:avLst/>
              <a:gdLst>
                <a:gd name="connsiteX0" fmla="*/ 1639 w 3278"/>
                <a:gd name="connsiteY0" fmla="*/ 0 h 8196"/>
                <a:gd name="connsiteX1" fmla="*/ 0 w 3278"/>
                <a:gd name="connsiteY1" fmla="*/ 3279 h 8196"/>
                <a:gd name="connsiteX2" fmla="*/ 3279 w 3278"/>
                <a:gd name="connsiteY2" fmla="*/ 8197 h 8196"/>
                <a:gd name="connsiteX3" fmla="*/ 3279 w 3278"/>
                <a:gd name="connsiteY3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8196">
                  <a:moveTo>
                    <a:pt x="1639" y="0"/>
                  </a:moveTo>
                  <a:lnTo>
                    <a:pt x="0" y="3279"/>
                  </a:lnTo>
                  <a:lnTo>
                    <a:pt x="3279" y="8197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12" name="Freeform 4211">
              <a:extLst>
                <a:ext uri="{FF2B5EF4-FFF2-40B4-BE49-F238E27FC236}">
                  <a16:creationId xmlns:a16="http://schemas.microsoft.com/office/drawing/2014/main" id="{5BFC926F-E6DA-5047-8D1D-A6879966D688}"/>
                </a:ext>
              </a:extLst>
            </p:cNvPr>
            <p:cNvSpPr/>
            <p:nvPr/>
          </p:nvSpPr>
          <p:spPr>
            <a:xfrm>
              <a:off x="7395993" y="3052606"/>
              <a:ext cx="8196" cy="4918"/>
            </a:xfrm>
            <a:custGeom>
              <a:avLst/>
              <a:gdLst>
                <a:gd name="connsiteX0" fmla="*/ 3279 w 8196"/>
                <a:gd name="connsiteY0" fmla="*/ 4918 h 4918"/>
                <a:gd name="connsiteX1" fmla="*/ 3279 w 8196"/>
                <a:gd name="connsiteY1" fmla="*/ 4918 h 4918"/>
                <a:gd name="connsiteX2" fmla="*/ 6558 w 8196"/>
                <a:gd name="connsiteY2" fmla="*/ 4918 h 4918"/>
                <a:gd name="connsiteX3" fmla="*/ 8197 w 8196"/>
                <a:gd name="connsiteY3" fmla="*/ 4918 h 4918"/>
                <a:gd name="connsiteX4" fmla="*/ 8197 w 8196"/>
                <a:gd name="connsiteY4" fmla="*/ 1639 h 4918"/>
                <a:gd name="connsiteX5" fmla="*/ 4918 w 8196"/>
                <a:gd name="connsiteY5" fmla="*/ 0 h 4918"/>
                <a:gd name="connsiteX6" fmla="*/ 3279 w 8196"/>
                <a:gd name="connsiteY6" fmla="*/ 0 h 4918"/>
                <a:gd name="connsiteX7" fmla="*/ 0 w 8196"/>
                <a:gd name="connsiteY7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96" h="4918">
                  <a:moveTo>
                    <a:pt x="3279" y="4918"/>
                  </a:moveTo>
                  <a:lnTo>
                    <a:pt x="3279" y="4918"/>
                  </a:lnTo>
                  <a:lnTo>
                    <a:pt x="6558" y="4918"/>
                  </a:lnTo>
                  <a:lnTo>
                    <a:pt x="8197" y="4918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13" name="Freeform 4212">
              <a:extLst>
                <a:ext uri="{FF2B5EF4-FFF2-40B4-BE49-F238E27FC236}">
                  <a16:creationId xmlns:a16="http://schemas.microsoft.com/office/drawing/2014/main" id="{41659A2F-238B-B747-8EAB-209C89C14496}"/>
                </a:ext>
              </a:extLst>
            </p:cNvPr>
            <p:cNvSpPr/>
            <p:nvPr/>
          </p:nvSpPr>
          <p:spPr>
            <a:xfrm>
              <a:off x="4025517" y="4464075"/>
              <a:ext cx="1638" cy="3278"/>
            </a:xfrm>
            <a:custGeom>
              <a:avLst/>
              <a:gdLst>
                <a:gd name="connsiteX0" fmla="*/ 0 w 1638"/>
                <a:gd name="connsiteY0" fmla="*/ 0 h 3278"/>
                <a:gd name="connsiteX1" fmla="*/ 1639 w 1638"/>
                <a:gd name="connsiteY1" fmla="*/ 3279 h 3278"/>
                <a:gd name="connsiteX2" fmla="*/ 1639 w 163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0" y="0"/>
                  </a:moveTo>
                  <a:lnTo>
                    <a:pt x="1639" y="327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14" name="Freeform 4213">
              <a:extLst>
                <a:ext uri="{FF2B5EF4-FFF2-40B4-BE49-F238E27FC236}">
                  <a16:creationId xmlns:a16="http://schemas.microsoft.com/office/drawing/2014/main" id="{2F984E6B-777B-2540-8F0C-0E223A7C0FBB}"/>
                </a:ext>
              </a:extLst>
            </p:cNvPr>
            <p:cNvSpPr/>
            <p:nvPr/>
          </p:nvSpPr>
          <p:spPr>
            <a:xfrm>
              <a:off x="5822230" y="2496871"/>
              <a:ext cx="3278" cy="4918"/>
            </a:xfrm>
            <a:custGeom>
              <a:avLst/>
              <a:gdLst>
                <a:gd name="connsiteX0" fmla="*/ 1639 w 3278"/>
                <a:gd name="connsiteY0" fmla="*/ 4918 h 4918"/>
                <a:gd name="connsiteX1" fmla="*/ 0 w 3278"/>
                <a:gd name="connsiteY1" fmla="*/ 0 h 4918"/>
                <a:gd name="connsiteX2" fmla="*/ 3279 w 3278"/>
                <a:gd name="connsiteY2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1639" y="4918"/>
                  </a:move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15" name="Freeform 4214">
              <a:extLst>
                <a:ext uri="{FF2B5EF4-FFF2-40B4-BE49-F238E27FC236}">
                  <a16:creationId xmlns:a16="http://schemas.microsoft.com/office/drawing/2014/main" id="{82CBEE22-DDFA-F24A-9887-FB6FA4F39A25}"/>
                </a:ext>
              </a:extLst>
            </p:cNvPr>
            <p:cNvSpPr/>
            <p:nvPr/>
          </p:nvSpPr>
          <p:spPr>
            <a:xfrm>
              <a:off x="6499276" y="1301795"/>
              <a:ext cx="11475" cy="8196"/>
            </a:xfrm>
            <a:custGeom>
              <a:avLst/>
              <a:gdLst>
                <a:gd name="connsiteX0" fmla="*/ 6557 w 11475"/>
                <a:gd name="connsiteY0" fmla="*/ 8197 h 8196"/>
                <a:gd name="connsiteX1" fmla="*/ 6557 w 11475"/>
                <a:gd name="connsiteY1" fmla="*/ 8197 h 8196"/>
                <a:gd name="connsiteX2" fmla="*/ 11475 w 11475"/>
                <a:gd name="connsiteY2" fmla="*/ 8197 h 8196"/>
                <a:gd name="connsiteX3" fmla="*/ 9836 w 11475"/>
                <a:gd name="connsiteY3" fmla="*/ 4918 h 8196"/>
                <a:gd name="connsiteX4" fmla="*/ 6557 w 11475"/>
                <a:gd name="connsiteY4" fmla="*/ 0 h 8196"/>
                <a:gd name="connsiteX5" fmla="*/ 3278 w 11475"/>
                <a:gd name="connsiteY5" fmla="*/ 1639 h 8196"/>
                <a:gd name="connsiteX6" fmla="*/ 0 w 11475"/>
                <a:gd name="connsiteY6" fmla="*/ 1639 h 8196"/>
                <a:gd name="connsiteX7" fmla="*/ 3278 w 11475"/>
                <a:gd name="connsiteY7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8196">
                  <a:moveTo>
                    <a:pt x="6557" y="8197"/>
                  </a:moveTo>
                  <a:lnTo>
                    <a:pt x="6557" y="8197"/>
                  </a:lnTo>
                  <a:lnTo>
                    <a:pt x="11475" y="8197"/>
                  </a:lnTo>
                  <a:lnTo>
                    <a:pt x="9836" y="4918"/>
                  </a:lnTo>
                  <a:lnTo>
                    <a:pt x="6557" y="0"/>
                  </a:lnTo>
                  <a:lnTo>
                    <a:pt x="3278" y="1639"/>
                  </a:lnTo>
                  <a:lnTo>
                    <a:pt x="0" y="1639"/>
                  </a:lnTo>
                  <a:lnTo>
                    <a:pt x="327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16" name="Freeform 4215">
              <a:extLst>
                <a:ext uri="{FF2B5EF4-FFF2-40B4-BE49-F238E27FC236}">
                  <a16:creationId xmlns:a16="http://schemas.microsoft.com/office/drawing/2014/main" id="{8BC3ACC6-AD41-F44E-816D-427CA54D0793}"/>
                </a:ext>
              </a:extLst>
            </p:cNvPr>
            <p:cNvSpPr/>
            <p:nvPr/>
          </p:nvSpPr>
          <p:spPr>
            <a:xfrm>
              <a:off x="6510751" y="1306713"/>
              <a:ext cx="4918" cy="1639"/>
            </a:xfrm>
            <a:custGeom>
              <a:avLst/>
              <a:gdLst>
                <a:gd name="connsiteX0" fmla="*/ 4918 w 4918"/>
                <a:gd name="connsiteY0" fmla="*/ 1639 h 1639"/>
                <a:gd name="connsiteX1" fmla="*/ 4918 w 4918"/>
                <a:gd name="connsiteY1" fmla="*/ 0 h 1639"/>
                <a:gd name="connsiteX2" fmla="*/ 0 w 491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4918" y="1639"/>
                  </a:move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17" name="Freeform 4216">
              <a:extLst>
                <a:ext uri="{FF2B5EF4-FFF2-40B4-BE49-F238E27FC236}">
                  <a16:creationId xmlns:a16="http://schemas.microsoft.com/office/drawing/2014/main" id="{55EEEC33-0018-5047-BEBE-3C475817A2A9}"/>
                </a:ext>
              </a:extLst>
            </p:cNvPr>
            <p:cNvSpPr/>
            <p:nvPr/>
          </p:nvSpPr>
          <p:spPr>
            <a:xfrm>
              <a:off x="6512391" y="1301795"/>
              <a:ext cx="8196" cy="1639"/>
            </a:xfrm>
            <a:custGeom>
              <a:avLst/>
              <a:gdLst>
                <a:gd name="connsiteX0" fmla="*/ 8197 w 8196"/>
                <a:gd name="connsiteY0" fmla="*/ 0 h 1639"/>
                <a:gd name="connsiteX1" fmla="*/ 6557 w 8196"/>
                <a:gd name="connsiteY1" fmla="*/ 0 h 1639"/>
                <a:gd name="connsiteX2" fmla="*/ 3279 w 8196"/>
                <a:gd name="connsiteY2" fmla="*/ 0 h 1639"/>
                <a:gd name="connsiteX3" fmla="*/ 0 w 8196"/>
                <a:gd name="connsiteY3" fmla="*/ 1639 h 1639"/>
                <a:gd name="connsiteX4" fmla="*/ 3279 w 8196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8197" y="0"/>
                  </a:moveTo>
                  <a:lnTo>
                    <a:pt x="655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18" name="Freeform 4217">
              <a:extLst>
                <a:ext uri="{FF2B5EF4-FFF2-40B4-BE49-F238E27FC236}">
                  <a16:creationId xmlns:a16="http://schemas.microsoft.com/office/drawing/2014/main" id="{01BDD467-3891-9445-8560-BAD252C7ED3D}"/>
                </a:ext>
              </a:extLst>
            </p:cNvPr>
            <p:cNvSpPr/>
            <p:nvPr/>
          </p:nvSpPr>
          <p:spPr>
            <a:xfrm>
              <a:off x="6633702" y="1318188"/>
              <a:ext cx="16393" cy="1639"/>
            </a:xfrm>
            <a:custGeom>
              <a:avLst/>
              <a:gdLst>
                <a:gd name="connsiteX0" fmla="*/ 0 w 16393"/>
                <a:gd name="connsiteY0" fmla="*/ 0 h 1639"/>
                <a:gd name="connsiteX1" fmla="*/ 0 w 16393"/>
                <a:gd name="connsiteY1" fmla="*/ 1639 h 1639"/>
                <a:gd name="connsiteX2" fmla="*/ 0 w 16393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1639">
                  <a:moveTo>
                    <a:pt x="0" y="0"/>
                  </a:moveTo>
                  <a:lnTo>
                    <a:pt x="0" y="163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19" name="Freeform 4218">
              <a:extLst>
                <a:ext uri="{FF2B5EF4-FFF2-40B4-BE49-F238E27FC236}">
                  <a16:creationId xmlns:a16="http://schemas.microsoft.com/office/drawing/2014/main" id="{54E5DAC8-671C-5145-A67C-1A8C950904CE}"/>
                </a:ext>
              </a:extLst>
            </p:cNvPr>
            <p:cNvSpPr/>
            <p:nvPr/>
          </p:nvSpPr>
          <p:spPr>
            <a:xfrm>
              <a:off x="6633702" y="1319828"/>
              <a:ext cx="16393" cy="6557"/>
            </a:xfrm>
            <a:custGeom>
              <a:avLst/>
              <a:gdLst>
                <a:gd name="connsiteX0" fmla="*/ 0 w 16393"/>
                <a:gd name="connsiteY0" fmla="*/ 3279 h 6557"/>
                <a:gd name="connsiteX1" fmla="*/ 4918 w 16393"/>
                <a:gd name="connsiteY1" fmla="*/ 3279 h 6557"/>
                <a:gd name="connsiteX2" fmla="*/ 8197 w 16393"/>
                <a:gd name="connsiteY2" fmla="*/ 6557 h 6557"/>
                <a:gd name="connsiteX3" fmla="*/ 11476 w 16393"/>
                <a:gd name="connsiteY3" fmla="*/ 6557 h 6557"/>
                <a:gd name="connsiteX4" fmla="*/ 16393 w 16393"/>
                <a:gd name="connsiteY4" fmla="*/ 6557 h 6557"/>
                <a:gd name="connsiteX5" fmla="*/ 13115 w 16393"/>
                <a:gd name="connsiteY5" fmla="*/ 3279 h 6557"/>
                <a:gd name="connsiteX6" fmla="*/ 9836 w 16393"/>
                <a:gd name="connsiteY6" fmla="*/ 0 h 6557"/>
                <a:gd name="connsiteX7" fmla="*/ 6558 w 16393"/>
                <a:gd name="connsiteY7" fmla="*/ 0 h 6557"/>
                <a:gd name="connsiteX8" fmla="*/ 8197 w 16393"/>
                <a:gd name="connsiteY8" fmla="*/ 3279 h 6557"/>
                <a:gd name="connsiteX9" fmla="*/ 4918 w 16393"/>
                <a:gd name="connsiteY9" fmla="*/ 3279 h 6557"/>
                <a:gd name="connsiteX10" fmla="*/ 0 w 16393"/>
                <a:gd name="connsiteY10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93" h="6557">
                  <a:moveTo>
                    <a:pt x="0" y="3279"/>
                  </a:moveTo>
                  <a:lnTo>
                    <a:pt x="4918" y="3279"/>
                  </a:lnTo>
                  <a:lnTo>
                    <a:pt x="8197" y="6557"/>
                  </a:lnTo>
                  <a:lnTo>
                    <a:pt x="11476" y="6557"/>
                  </a:lnTo>
                  <a:lnTo>
                    <a:pt x="16393" y="6557"/>
                  </a:lnTo>
                  <a:lnTo>
                    <a:pt x="13115" y="3279"/>
                  </a:lnTo>
                  <a:lnTo>
                    <a:pt x="9836" y="0"/>
                  </a:lnTo>
                  <a:lnTo>
                    <a:pt x="6558" y="0"/>
                  </a:lnTo>
                  <a:lnTo>
                    <a:pt x="8197" y="3279"/>
                  </a:lnTo>
                  <a:lnTo>
                    <a:pt x="4918" y="327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20" name="Freeform 4219">
              <a:extLst>
                <a:ext uri="{FF2B5EF4-FFF2-40B4-BE49-F238E27FC236}">
                  <a16:creationId xmlns:a16="http://schemas.microsoft.com/office/drawing/2014/main" id="{796F927B-FE83-A14E-8CD2-245F307A7B2D}"/>
                </a:ext>
              </a:extLst>
            </p:cNvPr>
            <p:cNvSpPr/>
            <p:nvPr/>
          </p:nvSpPr>
          <p:spPr>
            <a:xfrm>
              <a:off x="6636981" y="1309992"/>
              <a:ext cx="3278" cy="4917"/>
            </a:xfrm>
            <a:custGeom>
              <a:avLst/>
              <a:gdLst>
                <a:gd name="connsiteX0" fmla="*/ 1639 w 3278"/>
                <a:gd name="connsiteY0" fmla="*/ 0 h 4917"/>
                <a:gd name="connsiteX1" fmla="*/ 0 w 3278"/>
                <a:gd name="connsiteY1" fmla="*/ 1639 h 4917"/>
                <a:gd name="connsiteX2" fmla="*/ 3279 w 3278"/>
                <a:gd name="connsiteY2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7">
                  <a:moveTo>
                    <a:pt x="1639" y="0"/>
                  </a:moveTo>
                  <a:lnTo>
                    <a:pt x="0" y="1639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21" name="Freeform 4220">
              <a:extLst>
                <a:ext uri="{FF2B5EF4-FFF2-40B4-BE49-F238E27FC236}">
                  <a16:creationId xmlns:a16="http://schemas.microsoft.com/office/drawing/2014/main" id="{AA8DDE28-A7A6-7347-A063-A1E28EF885CB}"/>
                </a:ext>
              </a:extLst>
            </p:cNvPr>
            <p:cNvSpPr/>
            <p:nvPr/>
          </p:nvSpPr>
          <p:spPr>
            <a:xfrm>
              <a:off x="8864840" y="993600"/>
              <a:ext cx="16393" cy="1639"/>
            </a:xfrm>
            <a:custGeom>
              <a:avLst/>
              <a:gdLst>
                <a:gd name="connsiteX0" fmla="*/ 0 w 16393"/>
                <a:gd name="connsiteY0" fmla="*/ 0 h 1639"/>
                <a:gd name="connsiteX1" fmla="*/ 4918 w 16393"/>
                <a:gd name="connsiteY1" fmla="*/ 0 h 1639"/>
                <a:gd name="connsiteX2" fmla="*/ 8197 w 16393"/>
                <a:gd name="connsiteY2" fmla="*/ 1639 h 1639"/>
                <a:gd name="connsiteX3" fmla="*/ 11475 w 16393"/>
                <a:gd name="connsiteY3" fmla="*/ 1639 h 1639"/>
                <a:gd name="connsiteX4" fmla="*/ 16393 w 16393"/>
                <a:gd name="connsiteY4" fmla="*/ 1639 h 1639"/>
                <a:gd name="connsiteX5" fmla="*/ 13114 w 16393"/>
                <a:gd name="connsiteY5" fmla="*/ 0 h 1639"/>
                <a:gd name="connsiteX6" fmla="*/ 8197 w 16393"/>
                <a:gd name="connsiteY6" fmla="*/ 0 h 1639"/>
                <a:gd name="connsiteX7" fmla="*/ 4918 w 16393"/>
                <a:gd name="connsiteY7" fmla="*/ 0 h 1639"/>
                <a:gd name="connsiteX8" fmla="*/ 1639 w 16393"/>
                <a:gd name="connsiteY8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93" h="1639">
                  <a:moveTo>
                    <a:pt x="0" y="0"/>
                  </a:moveTo>
                  <a:lnTo>
                    <a:pt x="4918" y="0"/>
                  </a:lnTo>
                  <a:lnTo>
                    <a:pt x="8197" y="1639"/>
                  </a:lnTo>
                  <a:lnTo>
                    <a:pt x="11475" y="1639"/>
                  </a:lnTo>
                  <a:lnTo>
                    <a:pt x="16393" y="1639"/>
                  </a:lnTo>
                  <a:lnTo>
                    <a:pt x="13114" y="0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22" name="Freeform 4221">
              <a:extLst>
                <a:ext uri="{FF2B5EF4-FFF2-40B4-BE49-F238E27FC236}">
                  <a16:creationId xmlns:a16="http://schemas.microsoft.com/office/drawing/2014/main" id="{152154F2-48F4-C743-915A-1AAD4AE9D913}"/>
                </a:ext>
              </a:extLst>
            </p:cNvPr>
            <p:cNvSpPr/>
            <p:nvPr/>
          </p:nvSpPr>
          <p:spPr>
            <a:xfrm>
              <a:off x="8927134" y="1013272"/>
              <a:ext cx="8196" cy="1639"/>
            </a:xfrm>
            <a:custGeom>
              <a:avLst/>
              <a:gdLst>
                <a:gd name="connsiteX0" fmla="*/ 4918 w 8196"/>
                <a:gd name="connsiteY0" fmla="*/ 1639 h 1639"/>
                <a:gd name="connsiteX1" fmla="*/ 8197 w 8196"/>
                <a:gd name="connsiteY1" fmla="*/ 1639 h 1639"/>
                <a:gd name="connsiteX2" fmla="*/ 4918 w 8196"/>
                <a:gd name="connsiteY2" fmla="*/ 0 h 1639"/>
                <a:gd name="connsiteX3" fmla="*/ 0 w 8196"/>
                <a:gd name="connsiteY3" fmla="*/ 1639 h 1639"/>
                <a:gd name="connsiteX4" fmla="*/ 4918 w 8196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4918" y="1639"/>
                  </a:moveTo>
                  <a:lnTo>
                    <a:pt x="8197" y="1639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23" name="Freeform 4222">
              <a:extLst>
                <a:ext uri="{FF2B5EF4-FFF2-40B4-BE49-F238E27FC236}">
                  <a16:creationId xmlns:a16="http://schemas.microsoft.com/office/drawing/2014/main" id="{6AAF6E8D-CEAE-024D-9A03-22B919D782B5}"/>
                </a:ext>
              </a:extLst>
            </p:cNvPr>
            <p:cNvSpPr/>
            <p:nvPr/>
          </p:nvSpPr>
          <p:spPr>
            <a:xfrm>
              <a:off x="8938610" y="1016550"/>
              <a:ext cx="6556" cy="16393"/>
            </a:xfrm>
            <a:custGeom>
              <a:avLst/>
              <a:gdLst>
                <a:gd name="connsiteX0" fmla="*/ 6557 w 6556"/>
                <a:gd name="connsiteY0" fmla="*/ 0 h 16393"/>
                <a:gd name="connsiteX1" fmla="*/ 3278 w 6556"/>
                <a:gd name="connsiteY1" fmla="*/ 0 h 16393"/>
                <a:gd name="connsiteX2" fmla="*/ 0 w 6556"/>
                <a:gd name="connsiteY2" fmla="*/ 0 h 16393"/>
                <a:gd name="connsiteX3" fmla="*/ 3278 w 6556"/>
                <a:gd name="connsiteY3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6" h="16393">
                  <a:moveTo>
                    <a:pt x="6557" y="0"/>
                  </a:moveTo>
                  <a:lnTo>
                    <a:pt x="3278" y="0"/>
                  </a:lnTo>
                  <a:lnTo>
                    <a:pt x="0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24" name="Freeform 4223">
              <a:extLst>
                <a:ext uri="{FF2B5EF4-FFF2-40B4-BE49-F238E27FC236}">
                  <a16:creationId xmlns:a16="http://schemas.microsoft.com/office/drawing/2014/main" id="{36535759-57EE-604B-B4A1-FBEC7210FD96}"/>
                </a:ext>
              </a:extLst>
            </p:cNvPr>
            <p:cNvSpPr/>
            <p:nvPr/>
          </p:nvSpPr>
          <p:spPr>
            <a:xfrm>
              <a:off x="8977953" y="913272"/>
              <a:ext cx="26229" cy="16393"/>
            </a:xfrm>
            <a:custGeom>
              <a:avLst/>
              <a:gdLst>
                <a:gd name="connsiteX0" fmla="*/ 14754 w 26229"/>
                <a:gd name="connsiteY0" fmla="*/ 16393 h 16393"/>
                <a:gd name="connsiteX1" fmla="*/ 19672 w 26229"/>
                <a:gd name="connsiteY1" fmla="*/ 16393 h 16393"/>
                <a:gd name="connsiteX2" fmla="*/ 22951 w 26229"/>
                <a:gd name="connsiteY2" fmla="*/ 16393 h 16393"/>
                <a:gd name="connsiteX3" fmla="*/ 26230 w 26229"/>
                <a:gd name="connsiteY3" fmla="*/ 14754 h 16393"/>
                <a:gd name="connsiteX4" fmla="*/ 22951 w 26229"/>
                <a:gd name="connsiteY4" fmla="*/ 11475 h 16393"/>
                <a:gd name="connsiteX5" fmla="*/ 22951 w 26229"/>
                <a:gd name="connsiteY5" fmla="*/ 8197 h 16393"/>
                <a:gd name="connsiteX6" fmla="*/ 19672 w 26229"/>
                <a:gd name="connsiteY6" fmla="*/ 6557 h 16393"/>
                <a:gd name="connsiteX7" fmla="*/ 14754 w 26229"/>
                <a:gd name="connsiteY7" fmla="*/ 6557 h 16393"/>
                <a:gd name="connsiteX8" fmla="*/ 11476 w 26229"/>
                <a:gd name="connsiteY8" fmla="*/ 4918 h 16393"/>
                <a:gd name="connsiteX9" fmla="*/ 6558 w 26229"/>
                <a:gd name="connsiteY9" fmla="*/ 3279 h 16393"/>
                <a:gd name="connsiteX10" fmla="*/ 3279 w 26229"/>
                <a:gd name="connsiteY10" fmla="*/ 1639 h 16393"/>
                <a:gd name="connsiteX11" fmla="*/ 0 w 26229"/>
                <a:gd name="connsiteY11" fmla="*/ 0 h 16393"/>
                <a:gd name="connsiteX12" fmla="*/ 1640 w 26229"/>
                <a:gd name="connsiteY12" fmla="*/ 3279 h 16393"/>
                <a:gd name="connsiteX13" fmla="*/ 4918 w 26229"/>
                <a:gd name="connsiteY13" fmla="*/ 8197 h 16393"/>
                <a:gd name="connsiteX14" fmla="*/ 9837 w 26229"/>
                <a:gd name="connsiteY14" fmla="*/ 9836 h 16393"/>
                <a:gd name="connsiteX15" fmla="*/ 11476 w 26229"/>
                <a:gd name="connsiteY15" fmla="*/ 13115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229" h="16393">
                  <a:moveTo>
                    <a:pt x="14754" y="16393"/>
                  </a:moveTo>
                  <a:lnTo>
                    <a:pt x="19672" y="16393"/>
                  </a:lnTo>
                  <a:lnTo>
                    <a:pt x="22951" y="16393"/>
                  </a:lnTo>
                  <a:lnTo>
                    <a:pt x="26230" y="14754"/>
                  </a:lnTo>
                  <a:lnTo>
                    <a:pt x="22951" y="11475"/>
                  </a:lnTo>
                  <a:lnTo>
                    <a:pt x="22951" y="8197"/>
                  </a:lnTo>
                  <a:lnTo>
                    <a:pt x="19672" y="6557"/>
                  </a:lnTo>
                  <a:lnTo>
                    <a:pt x="14754" y="6557"/>
                  </a:lnTo>
                  <a:lnTo>
                    <a:pt x="11476" y="4918"/>
                  </a:lnTo>
                  <a:lnTo>
                    <a:pt x="6558" y="3279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1640" y="3279"/>
                  </a:lnTo>
                  <a:lnTo>
                    <a:pt x="4918" y="8197"/>
                  </a:lnTo>
                  <a:lnTo>
                    <a:pt x="9837" y="9836"/>
                  </a:lnTo>
                  <a:lnTo>
                    <a:pt x="11476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25" name="Freeform 4224">
              <a:extLst>
                <a:ext uri="{FF2B5EF4-FFF2-40B4-BE49-F238E27FC236}">
                  <a16:creationId xmlns:a16="http://schemas.microsoft.com/office/drawing/2014/main" id="{8627DA49-25AD-8E49-B718-2467010B774F}"/>
                </a:ext>
              </a:extLst>
            </p:cNvPr>
            <p:cNvSpPr/>
            <p:nvPr/>
          </p:nvSpPr>
          <p:spPr>
            <a:xfrm>
              <a:off x="6961569" y="3378835"/>
              <a:ext cx="16393" cy="13114"/>
            </a:xfrm>
            <a:custGeom>
              <a:avLst/>
              <a:gdLst>
                <a:gd name="connsiteX0" fmla="*/ 16393 w 16393"/>
                <a:gd name="connsiteY0" fmla="*/ 13114 h 13114"/>
                <a:gd name="connsiteX1" fmla="*/ 16393 w 16393"/>
                <a:gd name="connsiteY1" fmla="*/ 9836 h 13114"/>
                <a:gd name="connsiteX2" fmla="*/ 14754 w 16393"/>
                <a:gd name="connsiteY2" fmla="*/ 4918 h 13114"/>
                <a:gd name="connsiteX3" fmla="*/ 11476 w 16393"/>
                <a:gd name="connsiteY3" fmla="*/ 1639 h 13114"/>
                <a:gd name="connsiteX4" fmla="*/ 11476 w 16393"/>
                <a:gd name="connsiteY4" fmla="*/ 6557 h 13114"/>
                <a:gd name="connsiteX5" fmla="*/ 6558 w 16393"/>
                <a:gd name="connsiteY5" fmla="*/ 4918 h 13114"/>
                <a:gd name="connsiteX6" fmla="*/ 3279 w 16393"/>
                <a:gd name="connsiteY6" fmla="*/ 1639 h 13114"/>
                <a:gd name="connsiteX7" fmla="*/ 0 w 16393"/>
                <a:gd name="connsiteY7" fmla="*/ 0 h 13114"/>
                <a:gd name="connsiteX8" fmla="*/ 3279 w 16393"/>
                <a:gd name="connsiteY8" fmla="*/ 3279 h 13114"/>
                <a:gd name="connsiteX9" fmla="*/ 6558 w 16393"/>
                <a:gd name="connsiteY9" fmla="*/ 6557 h 13114"/>
                <a:gd name="connsiteX10" fmla="*/ 9836 w 16393"/>
                <a:gd name="connsiteY10" fmla="*/ 8197 h 13114"/>
                <a:gd name="connsiteX11" fmla="*/ 14754 w 16393"/>
                <a:gd name="connsiteY11" fmla="*/ 819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93" h="13114">
                  <a:moveTo>
                    <a:pt x="16393" y="13114"/>
                  </a:moveTo>
                  <a:lnTo>
                    <a:pt x="16393" y="9836"/>
                  </a:lnTo>
                  <a:lnTo>
                    <a:pt x="14754" y="4918"/>
                  </a:lnTo>
                  <a:lnTo>
                    <a:pt x="11476" y="1639"/>
                  </a:lnTo>
                  <a:lnTo>
                    <a:pt x="11476" y="6557"/>
                  </a:lnTo>
                  <a:lnTo>
                    <a:pt x="6558" y="4918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3279" y="3279"/>
                  </a:lnTo>
                  <a:lnTo>
                    <a:pt x="6558" y="6557"/>
                  </a:lnTo>
                  <a:lnTo>
                    <a:pt x="9836" y="8197"/>
                  </a:lnTo>
                  <a:lnTo>
                    <a:pt x="14754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26" name="Freeform 4225">
              <a:extLst>
                <a:ext uri="{FF2B5EF4-FFF2-40B4-BE49-F238E27FC236}">
                  <a16:creationId xmlns:a16="http://schemas.microsoft.com/office/drawing/2014/main" id="{ADEE07AC-B95E-8148-9583-DA9C25D4270C}"/>
                </a:ext>
              </a:extLst>
            </p:cNvPr>
            <p:cNvSpPr/>
            <p:nvPr/>
          </p:nvSpPr>
          <p:spPr>
            <a:xfrm>
              <a:off x="6964848" y="3372277"/>
              <a:ext cx="3278" cy="6557"/>
            </a:xfrm>
            <a:custGeom>
              <a:avLst/>
              <a:gdLst>
                <a:gd name="connsiteX0" fmla="*/ 1639 w 3278"/>
                <a:gd name="connsiteY0" fmla="*/ 0 h 6557"/>
                <a:gd name="connsiteX1" fmla="*/ 3279 w 3278"/>
                <a:gd name="connsiteY1" fmla="*/ 1639 h 6557"/>
                <a:gd name="connsiteX2" fmla="*/ 0 w 3278"/>
                <a:gd name="connsiteY2" fmla="*/ 4918 h 6557"/>
                <a:gd name="connsiteX3" fmla="*/ 3279 w 3278"/>
                <a:gd name="connsiteY3" fmla="*/ 6557 h 6557"/>
                <a:gd name="connsiteX4" fmla="*/ 3279 w 3278"/>
                <a:gd name="connsiteY4" fmla="*/ 3279 h 6557"/>
                <a:gd name="connsiteX5" fmla="*/ 3279 w 3278"/>
                <a:gd name="connsiteY5" fmla="*/ 1639 h 6557"/>
                <a:gd name="connsiteX6" fmla="*/ 3279 w 3278"/>
                <a:gd name="connsiteY6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78" h="6557">
                  <a:moveTo>
                    <a:pt x="1639" y="0"/>
                  </a:moveTo>
                  <a:lnTo>
                    <a:pt x="3279" y="1639"/>
                  </a:lnTo>
                  <a:lnTo>
                    <a:pt x="0" y="4918"/>
                  </a:lnTo>
                  <a:lnTo>
                    <a:pt x="3279" y="6557"/>
                  </a:lnTo>
                  <a:lnTo>
                    <a:pt x="3279" y="3279"/>
                  </a:lnTo>
                  <a:lnTo>
                    <a:pt x="3279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27" name="Freeform 4226">
              <a:extLst>
                <a:ext uri="{FF2B5EF4-FFF2-40B4-BE49-F238E27FC236}">
                  <a16:creationId xmlns:a16="http://schemas.microsoft.com/office/drawing/2014/main" id="{04BBD04F-570E-CF46-89E5-F3C0CFC5506F}"/>
                </a:ext>
              </a:extLst>
            </p:cNvPr>
            <p:cNvSpPr/>
            <p:nvPr/>
          </p:nvSpPr>
          <p:spPr>
            <a:xfrm>
              <a:off x="7225502" y="2914902"/>
              <a:ext cx="8196" cy="3278"/>
            </a:xfrm>
            <a:custGeom>
              <a:avLst/>
              <a:gdLst>
                <a:gd name="connsiteX0" fmla="*/ 0 w 8196"/>
                <a:gd name="connsiteY0" fmla="*/ 3279 h 3278"/>
                <a:gd name="connsiteX1" fmla="*/ 1639 w 8196"/>
                <a:gd name="connsiteY1" fmla="*/ 1639 h 3278"/>
                <a:gd name="connsiteX2" fmla="*/ 3279 w 8196"/>
                <a:gd name="connsiteY2" fmla="*/ 3279 h 3278"/>
                <a:gd name="connsiteX3" fmla="*/ 8197 w 8196"/>
                <a:gd name="connsiteY3" fmla="*/ 1639 h 3278"/>
                <a:gd name="connsiteX4" fmla="*/ 6557 w 8196"/>
                <a:gd name="connsiteY4" fmla="*/ 1639 h 3278"/>
                <a:gd name="connsiteX5" fmla="*/ 3279 w 8196"/>
                <a:gd name="connsiteY5" fmla="*/ 0 h 3278"/>
                <a:gd name="connsiteX6" fmla="*/ 1639 w 8196"/>
                <a:gd name="connsiteY6" fmla="*/ 1639 h 3278"/>
                <a:gd name="connsiteX7" fmla="*/ 0 w 8196"/>
                <a:gd name="connsiteY7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96" h="3278">
                  <a:moveTo>
                    <a:pt x="0" y="3279"/>
                  </a:moveTo>
                  <a:lnTo>
                    <a:pt x="1639" y="1639"/>
                  </a:lnTo>
                  <a:lnTo>
                    <a:pt x="3279" y="3279"/>
                  </a:lnTo>
                  <a:lnTo>
                    <a:pt x="8197" y="1639"/>
                  </a:lnTo>
                  <a:lnTo>
                    <a:pt x="6557" y="1639"/>
                  </a:lnTo>
                  <a:lnTo>
                    <a:pt x="3279" y="0"/>
                  </a:lnTo>
                  <a:lnTo>
                    <a:pt x="1639" y="163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28" name="Freeform 4227">
              <a:extLst>
                <a:ext uri="{FF2B5EF4-FFF2-40B4-BE49-F238E27FC236}">
                  <a16:creationId xmlns:a16="http://schemas.microsoft.com/office/drawing/2014/main" id="{E9BCFA69-8151-8B49-B47E-5A12B1327605}"/>
                </a:ext>
              </a:extLst>
            </p:cNvPr>
            <p:cNvSpPr/>
            <p:nvPr/>
          </p:nvSpPr>
          <p:spPr>
            <a:xfrm>
              <a:off x="8781233" y="3090311"/>
              <a:ext cx="6557" cy="3278"/>
            </a:xfrm>
            <a:custGeom>
              <a:avLst/>
              <a:gdLst>
                <a:gd name="connsiteX0" fmla="*/ 3279 w 6557"/>
                <a:gd name="connsiteY0" fmla="*/ 1639 h 3278"/>
                <a:gd name="connsiteX1" fmla="*/ 0 w 6557"/>
                <a:gd name="connsiteY1" fmla="*/ 0 h 3278"/>
                <a:gd name="connsiteX2" fmla="*/ 3279 w 6557"/>
                <a:gd name="connsiteY2" fmla="*/ 3279 h 3278"/>
                <a:gd name="connsiteX3" fmla="*/ 6558 w 655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3279" y="1639"/>
                  </a:moveTo>
                  <a:lnTo>
                    <a:pt x="0" y="0"/>
                  </a:lnTo>
                  <a:lnTo>
                    <a:pt x="3279" y="3279"/>
                  </a:lnTo>
                  <a:lnTo>
                    <a:pt x="655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29" name="Freeform 4228">
              <a:extLst>
                <a:ext uri="{FF2B5EF4-FFF2-40B4-BE49-F238E27FC236}">
                  <a16:creationId xmlns:a16="http://schemas.microsoft.com/office/drawing/2014/main" id="{047B6C95-8C3E-3D40-A619-2E0EDA7D3468}"/>
                </a:ext>
              </a:extLst>
            </p:cNvPr>
            <p:cNvSpPr/>
            <p:nvPr/>
          </p:nvSpPr>
          <p:spPr>
            <a:xfrm>
              <a:off x="8786151" y="3113262"/>
              <a:ext cx="8196" cy="8196"/>
            </a:xfrm>
            <a:custGeom>
              <a:avLst/>
              <a:gdLst>
                <a:gd name="connsiteX0" fmla="*/ 0 w 8196"/>
                <a:gd name="connsiteY0" fmla="*/ 1639 h 8196"/>
                <a:gd name="connsiteX1" fmla="*/ 0 w 8196"/>
                <a:gd name="connsiteY1" fmla="*/ 4918 h 8196"/>
                <a:gd name="connsiteX2" fmla="*/ 3279 w 8196"/>
                <a:gd name="connsiteY2" fmla="*/ 8197 h 8196"/>
                <a:gd name="connsiteX3" fmla="*/ 3279 w 8196"/>
                <a:gd name="connsiteY3" fmla="*/ 8197 h 8196"/>
                <a:gd name="connsiteX4" fmla="*/ 3279 w 8196"/>
                <a:gd name="connsiteY4" fmla="*/ 3279 h 8196"/>
                <a:gd name="connsiteX5" fmla="*/ 4919 w 8196"/>
                <a:gd name="connsiteY5" fmla="*/ 3279 h 8196"/>
                <a:gd name="connsiteX6" fmla="*/ 8197 w 8196"/>
                <a:gd name="connsiteY6" fmla="*/ 3279 h 8196"/>
                <a:gd name="connsiteX7" fmla="*/ 6558 w 8196"/>
                <a:gd name="connsiteY7" fmla="*/ 0 h 8196"/>
                <a:gd name="connsiteX8" fmla="*/ 3279 w 8196"/>
                <a:gd name="connsiteY8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96" h="8196">
                  <a:moveTo>
                    <a:pt x="0" y="1639"/>
                  </a:moveTo>
                  <a:lnTo>
                    <a:pt x="0" y="4918"/>
                  </a:lnTo>
                  <a:lnTo>
                    <a:pt x="3279" y="8197"/>
                  </a:lnTo>
                  <a:lnTo>
                    <a:pt x="3279" y="8197"/>
                  </a:lnTo>
                  <a:lnTo>
                    <a:pt x="3279" y="3279"/>
                  </a:lnTo>
                  <a:lnTo>
                    <a:pt x="4919" y="3279"/>
                  </a:lnTo>
                  <a:lnTo>
                    <a:pt x="8197" y="3279"/>
                  </a:lnTo>
                  <a:lnTo>
                    <a:pt x="6558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30" name="Freeform 4229">
              <a:extLst>
                <a:ext uri="{FF2B5EF4-FFF2-40B4-BE49-F238E27FC236}">
                  <a16:creationId xmlns:a16="http://schemas.microsoft.com/office/drawing/2014/main" id="{CA324EF7-FFB1-8E4B-A996-1FF45C975319}"/>
                </a:ext>
              </a:extLst>
            </p:cNvPr>
            <p:cNvSpPr/>
            <p:nvPr/>
          </p:nvSpPr>
          <p:spPr>
            <a:xfrm>
              <a:off x="8789430" y="3108344"/>
              <a:ext cx="3278" cy="3278"/>
            </a:xfrm>
            <a:custGeom>
              <a:avLst/>
              <a:gdLst>
                <a:gd name="connsiteX0" fmla="*/ 0 w 3278"/>
                <a:gd name="connsiteY0" fmla="*/ 0 h 3278"/>
                <a:gd name="connsiteX1" fmla="*/ 3279 w 3278"/>
                <a:gd name="connsiteY1" fmla="*/ 3279 h 3278"/>
                <a:gd name="connsiteX2" fmla="*/ 3279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0"/>
                  </a:moveTo>
                  <a:lnTo>
                    <a:pt x="3279" y="327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31" name="Freeform 4230">
              <a:extLst>
                <a:ext uri="{FF2B5EF4-FFF2-40B4-BE49-F238E27FC236}">
                  <a16:creationId xmlns:a16="http://schemas.microsoft.com/office/drawing/2014/main" id="{9493C8D6-895F-EF46-BDC8-DC5AE7BFAB08}"/>
                </a:ext>
              </a:extLst>
            </p:cNvPr>
            <p:cNvSpPr/>
            <p:nvPr/>
          </p:nvSpPr>
          <p:spPr>
            <a:xfrm>
              <a:off x="8791069" y="3118180"/>
              <a:ext cx="13114" cy="34426"/>
            </a:xfrm>
            <a:custGeom>
              <a:avLst/>
              <a:gdLst>
                <a:gd name="connsiteX0" fmla="*/ 0 w 13114"/>
                <a:gd name="connsiteY0" fmla="*/ 4918 h 34426"/>
                <a:gd name="connsiteX1" fmla="*/ 0 w 13114"/>
                <a:gd name="connsiteY1" fmla="*/ 6557 h 34426"/>
                <a:gd name="connsiteX2" fmla="*/ 0 w 13114"/>
                <a:gd name="connsiteY2" fmla="*/ 6557 h 34426"/>
                <a:gd name="connsiteX3" fmla="*/ 4918 w 13114"/>
                <a:gd name="connsiteY3" fmla="*/ 9836 h 34426"/>
                <a:gd name="connsiteX4" fmla="*/ 4918 w 13114"/>
                <a:gd name="connsiteY4" fmla="*/ 13115 h 34426"/>
                <a:gd name="connsiteX5" fmla="*/ 6557 w 13114"/>
                <a:gd name="connsiteY5" fmla="*/ 16393 h 34426"/>
                <a:gd name="connsiteX6" fmla="*/ 6557 w 13114"/>
                <a:gd name="connsiteY6" fmla="*/ 19672 h 34426"/>
                <a:gd name="connsiteX7" fmla="*/ 4918 w 13114"/>
                <a:gd name="connsiteY7" fmla="*/ 24590 h 34426"/>
                <a:gd name="connsiteX8" fmla="*/ 4918 w 13114"/>
                <a:gd name="connsiteY8" fmla="*/ 27869 h 34426"/>
                <a:gd name="connsiteX9" fmla="*/ 4918 w 13114"/>
                <a:gd name="connsiteY9" fmla="*/ 27869 h 34426"/>
                <a:gd name="connsiteX10" fmla="*/ 4918 w 13114"/>
                <a:gd name="connsiteY10" fmla="*/ 31148 h 34426"/>
                <a:gd name="connsiteX11" fmla="*/ 8197 w 13114"/>
                <a:gd name="connsiteY11" fmla="*/ 29508 h 34426"/>
                <a:gd name="connsiteX12" fmla="*/ 6557 w 13114"/>
                <a:gd name="connsiteY12" fmla="*/ 32787 h 34426"/>
                <a:gd name="connsiteX13" fmla="*/ 8197 w 13114"/>
                <a:gd name="connsiteY13" fmla="*/ 34426 h 34426"/>
                <a:gd name="connsiteX14" fmla="*/ 11475 w 13114"/>
                <a:gd name="connsiteY14" fmla="*/ 29508 h 34426"/>
                <a:gd name="connsiteX15" fmla="*/ 13114 w 13114"/>
                <a:gd name="connsiteY15" fmla="*/ 26229 h 34426"/>
                <a:gd name="connsiteX16" fmla="*/ 13114 w 13114"/>
                <a:gd name="connsiteY16" fmla="*/ 22951 h 34426"/>
                <a:gd name="connsiteX17" fmla="*/ 13114 w 13114"/>
                <a:gd name="connsiteY17" fmla="*/ 18033 h 34426"/>
                <a:gd name="connsiteX18" fmla="*/ 13114 w 13114"/>
                <a:gd name="connsiteY18" fmla="*/ 18033 h 34426"/>
                <a:gd name="connsiteX19" fmla="*/ 13114 w 13114"/>
                <a:gd name="connsiteY19" fmla="*/ 14754 h 34426"/>
                <a:gd name="connsiteX20" fmla="*/ 11475 w 13114"/>
                <a:gd name="connsiteY20" fmla="*/ 9836 h 34426"/>
                <a:gd name="connsiteX21" fmla="*/ 8197 w 13114"/>
                <a:gd name="connsiteY21" fmla="*/ 6557 h 34426"/>
                <a:gd name="connsiteX22" fmla="*/ 4918 w 13114"/>
                <a:gd name="connsiteY22" fmla="*/ 3279 h 34426"/>
                <a:gd name="connsiteX23" fmla="*/ 3278 w 13114"/>
                <a:gd name="connsiteY23" fmla="*/ 0 h 34426"/>
                <a:gd name="connsiteX24" fmla="*/ 3278 w 13114"/>
                <a:gd name="connsiteY24" fmla="*/ 0 h 34426"/>
                <a:gd name="connsiteX25" fmla="*/ 0 w 13114"/>
                <a:gd name="connsiteY25" fmla="*/ 0 h 34426"/>
                <a:gd name="connsiteX26" fmla="*/ 0 w 13114"/>
                <a:gd name="connsiteY26" fmla="*/ 3279 h 3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3114" h="34426">
                  <a:moveTo>
                    <a:pt x="0" y="4918"/>
                  </a:moveTo>
                  <a:lnTo>
                    <a:pt x="0" y="6557"/>
                  </a:lnTo>
                  <a:lnTo>
                    <a:pt x="0" y="6557"/>
                  </a:lnTo>
                  <a:lnTo>
                    <a:pt x="4918" y="9836"/>
                  </a:lnTo>
                  <a:lnTo>
                    <a:pt x="4918" y="13115"/>
                  </a:lnTo>
                  <a:lnTo>
                    <a:pt x="6557" y="16393"/>
                  </a:lnTo>
                  <a:lnTo>
                    <a:pt x="6557" y="19672"/>
                  </a:lnTo>
                  <a:lnTo>
                    <a:pt x="4918" y="24590"/>
                  </a:lnTo>
                  <a:lnTo>
                    <a:pt x="4918" y="27869"/>
                  </a:lnTo>
                  <a:lnTo>
                    <a:pt x="4918" y="27869"/>
                  </a:lnTo>
                  <a:lnTo>
                    <a:pt x="4918" y="31148"/>
                  </a:lnTo>
                  <a:lnTo>
                    <a:pt x="8197" y="29508"/>
                  </a:lnTo>
                  <a:lnTo>
                    <a:pt x="6557" y="32787"/>
                  </a:lnTo>
                  <a:lnTo>
                    <a:pt x="8197" y="34426"/>
                  </a:lnTo>
                  <a:lnTo>
                    <a:pt x="11475" y="29508"/>
                  </a:lnTo>
                  <a:lnTo>
                    <a:pt x="13114" y="26229"/>
                  </a:lnTo>
                  <a:lnTo>
                    <a:pt x="13114" y="22951"/>
                  </a:lnTo>
                  <a:lnTo>
                    <a:pt x="13114" y="18033"/>
                  </a:lnTo>
                  <a:lnTo>
                    <a:pt x="13114" y="18033"/>
                  </a:lnTo>
                  <a:lnTo>
                    <a:pt x="13114" y="14754"/>
                  </a:lnTo>
                  <a:lnTo>
                    <a:pt x="11475" y="9836"/>
                  </a:lnTo>
                  <a:lnTo>
                    <a:pt x="8197" y="6557"/>
                  </a:lnTo>
                  <a:lnTo>
                    <a:pt x="4918" y="3279"/>
                  </a:lnTo>
                  <a:lnTo>
                    <a:pt x="3278" y="0"/>
                  </a:lnTo>
                  <a:lnTo>
                    <a:pt x="3278" y="0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32" name="Freeform 4231">
              <a:extLst>
                <a:ext uri="{FF2B5EF4-FFF2-40B4-BE49-F238E27FC236}">
                  <a16:creationId xmlns:a16="http://schemas.microsoft.com/office/drawing/2014/main" id="{19F08516-F65F-274C-A291-81EF31325478}"/>
                </a:ext>
              </a:extLst>
            </p:cNvPr>
            <p:cNvSpPr/>
            <p:nvPr/>
          </p:nvSpPr>
          <p:spPr>
            <a:xfrm>
              <a:off x="8792708" y="3146049"/>
              <a:ext cx="1638" cy="6557"/>
            </a:xfrm>
            <a:custGeom>
              <a:avLst/>
              <a:gdLst>
                <a:gd name="connsiteX0" fmla="*/ 0 w 1638"/>
                <a:gd name="connsiteY0" fmla="*/ 3279 h 6557"/>
                <a:gd name="connsiteX1" fmla="*/ 0 w 1638"/>
                <a:gd name="connsiteY1" fmla="*/ 3279 h 6557"/>
                <a:gd name="connsiteX2" fmla="*/ 0 w 1638"/>
                <a:gd name="connsiteY2" fmla="*/ 6557 h 6557"/>
                <a:gd name="connsiteX3" fmla="*/ 1639 w 1638"/>
                <a:gd name="connsiteY3" fmla="*/ 3279 h 6557"/>
                <a:gd name="connsiteX4" fmla="*/ 1639 w 1638"/>
                <a:gd name="connsiteY4" fmla="*/ 0 h 6557"/>
                <a:gd name="connsiteX5" fmla="*/ 1639 w 1638"/>
                <a:gd name="connsiteY5" fmla="*/ 0 h 6557"/>
                <a:gd name="connsiteX6" fmla="*/ 0 w 1638"/>
                <a:gd name="connsiteY6" fmla="*/ 0 h 6557"/>
                <a:gd name="connsiteX7" fmla="*/ 0 w 1638"/>
                <a:gd name="connsiteY7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8" h="6557">
                  <a:moveTo>
                    <a:pt x="0" y="3279"/>
                  </a:moveTo>
                  <a:lnTo>
                    <a:pt x="0" y="3279"/>
                  </a:lnTo>
                  <a:lnTo>
                    <a:pt x="0" y="6557"/>
                  </a:lnTo>
                  <a:lnTo>
                    <a:pt x="1639" y="3279"/>
                  </a:lnTo>
                  <a:lnTo>
                    <a:pt x="1639" y="0"/>
                  </a:lnTo>
                  <a:lnTo>
                    <a:pt x="1639" y="0"/>
                  </a:lnTo>
                  <a:lnTo>
                    <a:pt x="0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33" name="Freeform 4232">
              <a:extLst>
                <a:ext uri="{FF2B5EF4-FFF2-40B4-BE49-F238E27FC236}">
                  <a16:creationId xmlns:a16="http://schemas.microsoft.com/office/drawing/2014/main" id="{F85FC1B9-F3A1-9D48-B734-54D529C40465}"/>
                </a:ext>
              </a:extLst>
            </p:cNvPr>
            <p:cNvSpPr/>
            <p:nvPr/>
          </p:nvSpPr>
          <p:spPr>
            <a:xfrm>
              <a:off x="8794347" y="3132934"/>
              <a:ext cx="1639" cy="4917"/>
            </a:xfrm>
            <a:custGeom>
              <a:avLst/>
              <a:gdLst>
                <a:gd name="connsiteX0" fmla="*/ 1640 w 1639"/>
                <a:gd name="connsiteY0" fmla="*/ 0 h 4917"/>
                <a:gd name="connsiteX1" fmla="*/ 0 w 1639"/>
                <a:gd name="connsiteY1" fmla="*/ 1639 h 4917"/>
                <a:gd name="connsiteX2" fmla="*/ 1640 w 1639"/>
                <a:gd name="connsiteY2" fmla="*/ 4918 h 4917"/>
                <a:gd name="connsiteX3" fmla="*/ 1640 w 1639"/>
                <a:gd name="connsiteY3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9" h="4917">
                  <a:moveTo>
                    <a:pt x="1640" y="0"/>
                  </a:moveTo>
                  <a:lnTo>
                    <a:pt x="0" y="1639"/>
                  </a:lnTo>
                  <a:lnTo>
                    <a:pt x="1640" y="4918"/>
                  </a:lnTo>
                  <a:lnTo>
                    <a:pt x="164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34" name="Freeform 4233">
              <a:extLst>
                <a:ext uri="{FF2B5EF4-FFF2-40B4-BE49-F238E27FC236}">
                  <a16:creationId xmlns:a16="http://schemas.microsoft.com/office/drawing/2014/main" id="{E3FB3ACB-9A31-C944-BA5E-82C575245BEC}"/>
                </a:ext>
              </a:extLst>
            </p:cNvPr>
            <p:cNvSpPr/>
            <p:nvPr/>
          </p:nvSpPr>
          <p:spPr>
            <a:xfrm>
              <a:off x="8810741" y="3128016"/>
              <a:ext cx="4918" cy="19671"/>
            </a:xfrm>
            <a:custGeom>
              <a:avLst/>
              <a:gdLst>
                <a:gd name="connsiteX0" fmla="*/ 1640 w 4918"/>
                <a:gd name="connsiteY0" fmla="*/ 19672 h 19671"/>
                <a:gd name="connsiteX1" fmla="*/ 1640 w 4918"/>
                <a:gd name="connsiteY1" fmla="*/ 19672 h 19671"/>
                <a:gd name="connsiteX2" fmla="*/ 4919 w 4918"/>
                <a:gd name="connsiteY2" fmla="*/ 16393 h 19671"/>
                <a:gd name="connsiteX3" fmla="*/ 4919 w 4918"/>
                <a:gd name="connsiteY3" fmla="*/ 11475 h 19671"/>
                <a:gd name="connsiteX4" fmla="*/ 4919 w 4918"/>
                <a:gd name="connsiteY4" fmla="*/ 8197 h 19671"/>
                <a:gd name="connsiteX5" fmla="*/ 3279 w 4918"/>
                <a:gd name="connsiteY5" fmla="*/ 4918 h 19671"/>
                <a:gd name="connsiteX6" fmla="*/ 0 w 4918"/>
                <a:gd name="connsiteY6" fmla="*/ 0 h 19671"/>
                <a:gd name="connsiteX7" fmla="*/ 1640 w 4918"/>
                <a:gd name="connsiteY7" fmla="*/ 4918 h 19671"/>
                <a:gd name="connsiteX8" fmla="*/ 1640 w 4918"/>
                <a:gd name="connsiteY8" fmla="*/ 8197 h 19671"/>
                <a:gd name="connsiteX9" fmla="*/ 1640 w 4918"/>
                <a:gd name="connsiteY9" fmla="*/ 11475 h 19671"/>
                <a:gd name="connsiteX10" fmla="*/ 1640 w 4918"/>
                <a:gd name="connsiteY10" fmla="*/ 16393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18" h="19671">
                  <a:moveTo>
                    <a:pt x="1640" y="19672"/>
                  </a:moveTo>
                  <a:lnTo>
                    <a:pt x="1640" y="19672"/>
                  </a:lnTo>
                  <a:lnTo>
                    <a:pt x="4919" y="16393"/>
                  </a:lnTo>
                  <a:lnTo>
                    <a:pt x="4919" y="11475"/>
                  </a:lnTo>
                  <a:lnTo>
                    <a:pt x="4919" y="8197"/>
                  </a:lnTo>
                  <a:lnTo>
                    <a:pt x="3279" y="4918"/>
                  </a:lnTo>
                  <a:lnTo>
                    <a:pt x="0" y="0"/>
                  </a:lnTo>
                  <a:lnTo>
                    <a:pt x="1640" y="4918"/>
                  </a:lnTo>
                  <a:lnTo>
                    <a:pt x="1640" y="8197"/>
                  </a:lnTo>
                  <a:lnTo>
                    <a:pt x="1640" y="11475"/>
                  </a:lnTo>
                  <a:lnTo>
                    <a:pt x="1640" y="1639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35" name="Freeform 4234">
              <a:extLst>
                <a:ext uri="{FF2B5EF4-FFF2-40B4-BE49-F238E27FC236}">
                  <a16:creationId xmlns:a16="http://schemas.microsoft.com/office/drawing/2014/main" id="{4A4EE1DC-A597-D34F-BDB1-65ED53BFBFC7}"/>
                </a:ext>
              </a:extLst>
            </p:cNvPr>
            <p:cNvSpPr/>
            <p:nvPr/>
          </p:nvSpPr>
          <p:spPr>
            <a:xfrm>
              <a:off x="8823856" y="3124737"/>
              <a:ext cx="6556" cy="11475"/>
            </a:xfrm>
            <a:custGeom>
              <a:avLst/>
              <a:gdLst>
                <a:gd name="connsiteX0" fmla="*/ 4918 w 6556"/>
                <a:gd name="connsiteY0" fmla="*/ 11475 h 11475"/>
                <a:gd name="connsiteX1" fmla="*/ 6557 w 6556"/>
                <a:gd name="connsiteY1" fmla="*/ 11475 h 11475"/>
                <a:gd name="connsiteX2" fmla="*/ 6557 w 6556"/>
                <a:gd name="connsiteY2" fmla="*/ 6557 h 11475"/>
                <a:gd name="connsiteX3" fmla="*/ 3278 w 6556"/>
                <a:gd name="connsiteY3" fmla="*/ 3279 h 11475"/>
                <a:gd name="connsiteX4" fmla="*/ 0 w 6556"/>
                <a:gd name="connsiteY4" fmla="*/ 0 h 11475"/>
                <a:gd name="connsiteX5" fmla="*/ 0 w 6556"/>
                <a:gd name="connsiteY5" fmla="*/ 3279 h 11475"/>
                <a:gd name="connsiteX6" fmla="*/ 1639 w 6556"/>
                <a:gd name="connsiteY6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56" h="11475">
                  <a:moveTo>
                    <a:pt x="4918" y="11475"/>
                  </a:moveTo>
                  <a:lnTo>
                    <a:pt x="6557" y="11475"/>
                  </a:lnTo>
                  <a:lnTo>
                    <a:pt x="6557" y="6557"/>
                  </a:lnTo>
                  <a:lnTo>
                    <a:pt x="3278" y="3279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163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36" name="Freeform 4235">
              <a:extLst>
                <a:ext uri="{FF2B5EF4-FFF2-40B4-BE49-F238E27FC236}">
                  <a16:creationId xmlns:a16="http://schemas.microsoft.com/office/drawing/2014/main" id="{7B3BB63E-C186-8A49-B799-1EF52E41D170}"/>
                </a:ext>
              </a:extLst>
            </p:cNvPr>
            <p:cNvSpPr/>
            <p:nvPr/>
          </p:nvSpPr>
          <p:spPr>
            <a:xfrm>
              <a:off x="8843527" y="3155885"/>
              <a:ext cx="1639" cy="6557"/>
            </a:xfrm>
            <a:custGeom>
              <a:avLst/>
              <a:gdLst>
                <a:gd name="connsiteX0" fmla="*/ 1640 w 1639"/>
                <a:gd name="connsiteY0" fmla="*/ 0 h 6557"/>
                <a:gd name="connsiteX1" fmla="*/ 0 w 1639"/>
                <a:gd name="connsiteY1" fmla="*/ 0 h 6557"/>
                <a:gd name="connsiteX2" fmla="*/ 0 w 1639"/>
                <a:gd name="connsiteY2" fmla="*/ 3279 h 6557"/>
                <a:gd name="connsiteX3" fmla="*/ 1640 w 1639"/>
                <a:gd name="connsiteY3" fmla="*/ 6557 h 6557"/>
                <a:gd name="connsiteX4" fmla="*/ 1640 w 1639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9" h="6557">
                  <a:moveTo>
                    <a:pt x="1640" y="0"/>
                  </a:moveTo>
                  <a:lnTo>
                    <a:pt x="0" y="0"/>
                  </a:lnTo>
                  <a:lnTo>
                    <a:pt x="0" y="3279"/>
                  </a:lnTo>
                  <a:lnTo>
                    <a:pt x="1640" y="6557"/>
                  </a:lnTo>
                  <a:lnTo>
                    <a:pt x="164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37" name="Freeform 4236">
              <a:extLst>
                <a:ext uri="{FF2B5EF4-FFF2-40B4-BE49-F238E27FC236}">
                  <a16:creationId xmlns:a16="http://schemas.microsoft.com/office/drawing/2014/main" id="{BFB800FE-649C-FD43-B88F-35CB6432D53B}"/>
                </a:ext>
              </a:extLst>
            </p:cNvPr>
            <p:cNvSpPr/>
            <p:nvPr/>
          </p:nvSpPr>
          <p:spPr>
            <a:xfrm>
              <a:off x="8845167" y="3164081"/>
              <a:ext cx="4917" cy="9836"/>
            </a:xfrm>
            <a:custGeom>
              <a:avLst/>
              <a:gdLst>
                <a:gd name="connsiteX0" fmla="*/ 3279 w 4917"/>
                <a:gd name="connsiteY0" fmla="*/ 9836 h 9836"/>
                <a:gd name="connsiteX1" fmla="*/ 4918 w 4917"/>
                <a:gd name="connsiteY1" fmla="*/ 9836 h 9836"/>
                <a:gd name="connsiteX2" fmla="*/ 4918 w 4917"/>
                <a:gd name="connsiteY2" fmla="*/ 4918 h 9836"/>
                <a:gd name="connsiteX3" fmla="*/ 3279 w 4917"/>
                <a:gd name="connsiteY3" fmla="*/ 1639 h 9836"/>
                <a:gd name="connsiteX4" fmla="*/ 0 w 4917"/>
                <a:gd name="connsiteY4" fmla="*/ 0 h 9836"/>
                <a:gd name="connsiteX5" fmla="*/ 0 w 4917"/>
                <a:gd name="connsiteY5" fmla="*/ 3279 h 9836"/>
                <a:gd name="connsiteX6" fmla="*/ 1639 w 4917"/>
                <a:gd name="connsiteY6" fmla="*/ 655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17" h="9836">
                  <a:moveTo>
                    <a:pt x="3279" y="9836"/>
                  </a:moveTo>
                  <a:lnTo>
                    <a:pt x="4918" y="9836"/>
                  </a:lnTo>
                  <a:lnTo>
                    <a:pt x="4918" y="4918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0" y="3279"/>
                  </a:lnTo>
                  <a:lnTo>
                    <a:pt x="163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38" name="Freeform 4237">
              <a:extLst>
                <a:ext uri="{FF2B5EF4-FFF2-40B4-BE49-F238E27FC236}">
                  <a16:creationId xmlns:a16="http://schemas.microsoft.com/office/drawing/2014/main" id="{F11BBE46-3222-B945-8430-88BA0E224637}"/>
                </a:ext>
              </a:extLst>
            </p:cNvPr>
            <p:cNvSpPr/>
            <p:nvPr/>
          </p:nvSpPr>
          <p:spPr>
            <a:xfrm>
              <a:off x="7225502" y="2916541"/>
              <a:ext cx="1639" cy="1639"/>
            </a:xfrm>
            <a:custGeom>
              <a:avLst/>
              <a:gdLst>
                <a:gd name="connsiteX0" fmla="*/ 0 w 1639"/>
                <a:gd name="connsiteY0" fmla="*/ 1639 h 1639"/>
                <a:gd name="connsiteX1" fmla="*/ 0 w 1639"/>
                <a:gd name="connsiteY1" fmla="*/ 0 h 1639"/>
                <a:gd name="connsiteX2" fmla="*/ 1639 w 1639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1639">
                  <a:moveTo>
                    <a:pt x="0" y="1639"/>
                  </a:moveTo>
                  <a:lnTo>
                    <a:pt x="0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39" name="Freeform 4238">
              <a:extLst>
                <a:ext uri="{FF2B5EF4-FFF2-40B4-BE49-F238E27FC236}">
                  <a16:creationId xmlns:a16="http://schemas.microsoft.com/office/drawing/2014/main" id="{3A4D1D6E-7741-6741-A1ED-9C3F6A4099FB}"/>
                </a:ext>
              </a:extLst>
            </p:cNvPr>
            <p:cNvSpPr/>
            <p:nvPr/>
          </p:nvSpPr>
          <p:spPr>
            <a:xfrm>
              <a:off x="9610738" y="5247678"/>
              <a:ext cx="6556" cy="27868"/>
            </a:xfrm>
            <a:custGeom>
              <a:avLst/>
              <a:gdLst>
                <a:gd name="connsiteX0" fmla="*/ 6557 w 6556"/>
                <a:gd name="connsiteY0" fmla="*/ 27868 h 27868"/>
                <a:gd name="connsiteX1" fmla="*/ 6557 w 6556"/>
                <a:gd name="connsiteY1" fmla="*/ 26229 h 27868"/>
                <a:gd name="connsiteX2" fmla="*/ 6557 w 6556"/>
                <a:gd name="connsiteY2" fmla="*/ 22951 h 27868"/>
                <a:gd name="connsiteX3" fmla="*/ 4918 w 6556"/>
                <a:gd name="connsiteY3" fmla="*/ 18033 h 27868"/>
                <a:gd name="connsiteX4" fmla="*/ 4918 w 6556"/>
                <a:gd name="connsiteY4" fmla="*/ 14754 h 27868"/>
                <a:gd name="connsiteX5" fmla="*/ 4918 w 6556"/>
                <a:gd name="connsiteY5" fmla="*/ 11475 h 27868"/>
                <a:gd name="connsiteX6" fmla="*/ 3278 w 6556"/>
                <a:gd name="connsiteY6" fmla="*/ 6557 h 27868"/>
                <a:gd name="connsiteX7" fmla="*/ 3278 w 6556"/>
                <a:gd name="connsiteY7" fmla="*/ 3278 h 27868"/>
                <a:gd name="connsiteX8" fmla="*/ 4918 w 6556"/>
                <a:gd name="connsiteY8" fmla="*/ 0 h 27868"/>
                <a:gd name="connsiteX9" fmla="*/ 0 w 6556"/>
                <a:gd name="connsiteY9" fmla="*/ 1639 h 27868"/>
                <a:gd name="connsiteX10" fmla="*/ 0 w 6556"/>
                <a:gd name="connsiteY10" fmla="*/ 6557 h 27868"/>
                <a:gd name="connsiteX11" fmla="*/ 0 w 6556"/>
                <a:gd name="connsiteY11" fmla="*/ 9836 h 27868"/>
                <a:gd name="connsiteX12" fmla="*/ 0 w 6556"/>
                <a:gd name="connsiteY12" fmla="*/ 13114 h 27868"/>
                <a:gd name="connsiteX13" fmla="*/ 1639 w 6556"/>
                <a:gd name="connsiteY13" fmla="*/ 16393 h 27868"/>
                <a:gd name="connsiteX14" fmla="*/ 3278 w 6556"/>
                <a:gd name="connsiteY14" fmla="*/ 21311 h 27868"/>
                <a:gd name="connsiteX15" fmla="*/ 4918 w 6556"/>
                <a:gd name="connsiteY15" fmla="*/ 24590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556" h="27868">
                  <a:moveTo>
                    <a:pt x="6557" y="27868"/>
                  </a:moveTo>
                  <a:lnTo>
                    <a:pt x="6557" y="26229"/>
                  </a:lnTo>
                  <a:lnTo>
                    <a:pt x="6557" y="22951"/>
                  </a:lnTo>
                  <a:lnTo>
                    <a:pt x="4918" y="18033"/>
                  </a:lnTo>
                  <a:lnTo>
                    <a:pt x="4918" y="14754"/>
                  </a:lnTo>
                  <a:lnTo>
                    <a:pt x="4918" y="11475"/>
                  </a:lnTo>
                  <a:lnTo>
                    <a:pt x="3278" y="6557"/>
                  </a:lnTo>
                  <a:lnTo>
                    <a:pt x="3278" y="3278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0" y="6557"/>
                  </a:lnTo>
                  <a:lnTo>
                    <a:pt x="0" y="9836"/>
                  </a:lnTo>
                  <a:lnTo>
                    <a:pt x="0" y="13114"/>
                  </a:lnTo>
                  <a:lnTo>
                    <a:pt x="1639" y="16393"/>
                  </a:lnTo>
                  <a:lnTo>
                    <a:pt x="3278" y="21311"/>
                  </a:lnTo>
                  <a:lnTo>
                    <a:pt x="4918" y="2459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40" name="Freeform 4239">
              <a:extLst>
                <a:ext uri="{FF2B5EF4-FFF2-40B4-BE49-F238E27FC236}">
                  <a16:creationId xmlns:a16="http://schemas.microsoft.com/office/drawing/2014/main" id="{64BE7BF7-B913-954C-B370-70AFF6A93C14}"/>
                </a:ext>
              </a:extLst>
            </p:cNvPr>
            <p:cNvSpPr/>
            <p:nvPr/>
          </p:nvSpPr>
          <p:spPr>
            <a:xfrm>
              <a:off x="9618935" y="5226367"/>
              <a:ext cx="4917" cy="11475"/>
            </a:xfrm>
            <a:custGeom>
              <a:avLst/>
              <a:gdLst>
                <a:gd name="connsiteX0" fmla="*/ 0 w 4917"/>
                <a:gd name="connsiteY0" fmla="*/ 11476 h 11475"/>
                <a:gd name="connsiteX1" fmla="*/ 1639 w 4917"/>
                <a:gd name="connsiteY1" fmla="*/ 11476 h 11475"/>
                <a:gd name="connsiteX2" fmla="*/ 1639 w 4917"/>
                <a:gd name="connsiteY2" fmla="*/ 6558 h 11475"/>
                <a:gd name="connsiteX3" fmla="*/ 3278 w 4917"/>
                <a:gd name="connsiteY3" fmla="*/ 3279 h 11475"/>
                <a:gd name="connsiteX4" fmla="*/ 4918 w 4917"/>
                <a:gd name="connsiteY4" fmla="*/ 0 h 11475"/>
                <a:gd name="connsiteX5" fmla="*/ 3278 w 4917"/>
                <a:gd name="connsiteY5" fmla="*/ 3279 h 11475"/>
                <a:gd name="connsiteX6" fmla="*/ 1639 w 4917"/>
                <a:gd name="connsiteY6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17" h="11475">
                  <a:moveTo>
                    <a:pt x="0" y="11476"/>
                  </a:moveTo>
                  <a:lnTo>
                    <a:pt x="1639" y="11476"/>
                  </a:lnTo>
                  <a:lnTo>
                    <a:pt x="1639" y="6558"/>
                  </a:lnTo>
                  <a:lnTo>
                    <a:pt x="3278" y="3279"/>
                  </a:lnTo>
                  <a:lnTo>
                    <a:pt x="4918" y="0"/>
                  </a:lnTo>
                  <a:lnTo>
                    <a:pt x="3278" y="3279"/>
                  </a:lnTo>
                  <a:lnTo>
                    <a:pt x="163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41" name="Freeform 4240">
              <a:extLst>
                <a:ext uri="{FF2B5EF4-FFF2-40B4-BE49-F238E27FC236}">
                  <a16:creationId xmlns:a16="http://schemas.microsoft.com/office/drawing/2014/main" id="{CA4B50B8-7724-3440-B04F-FBADA0A15F9A}"/>
                </a:ext>
              </a:extLst>
            </p:cNvPr>
            <p:cNvSpPr/>
            <p:nvPr/>
          </p:nvSpPr>
          <p:spPr>
            <a:xfrm>
              <a:off x="9623852" y="5218170"/>
              <a:ext cx="1638" cy="6557"/>
            </a:xfrm>
            <a:custGeom>
              <a:avLst/>
              <a:gdLst>
                <a:gd name="connsiteX0" fmla="*/ 0 w 1638"/>
                <a:gd name="connsiteY0" fmla="*/ 6558 h 6557"/>
                <a:gd name="connsiteX1" fmla="*/ 1639 w 1638"/>
                <a:gd name="connsiteY1" fmla="*/ 3279 h 6557"/>
                <a:gd name="connsiteX2" fmla="*/ 1639 w 1638"/>
                <a:gd name="connsiteY2" fmla="*/ 0 h 6557"/>
                <a:gd name="connsiteX3" fmla="*/ 1639 w 1638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8" h="6557">
                  <a:moveTo>
                    <a:pt x="0" y="6558"/>
                  </a:moveTo>
                  <a:lnTo>
                    <a:pt x="1639" y="3279"/>
                  </a:lnTo>
                  <a:lnTo>
                    <a:pt x="1639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42" name="Freeform 4241">
              <a:extLst>
                <a:ext uri="{FF2B5EF4-FFF2-40B4-BE49-F238E27FC236}">
                  <a16:creationId xmlns:a16="http://schemas.microsoft.com/office/drawing/2014/main" id="{B7384475-CC3B-9444-8AE9-4824517287FE}"/>
                </a:ext>
              </a:extLst>
            </p:cNvPr>
            <p:cNvSpPr/>
            <p:nvPr/>
          </p:nvSpPr>
          <p:spPr>
            <a:xfrm>
              <a:off x="9738606" y="5036204"/>
              <a:ext cx="4917" cy="8196"/>
            </a:xfrm>
            <a:custGeom>
              <a:avLst/>
              <a:gdLst>
                <a:gd name="connsiteX0" fmla="*/ 1639 w 4917"/>
                <a:gd name="connsiteY0" fmla="*/ 8197 h 8196"/>
                <a:gd name="connsiteX1" fmla="*/ 4918 w 4917"/>
                <a:gd name="connsiteY1" fmla="*/ 3278 h 8196"/>
                <a:gd name="connsiteX2" fmla="*/ 3279 w 4917"/>
                <a:gd name="connsiteY2" fmla="*/ 0 h 8196"/>
                <a:gd name="connsiteX3" fmla="*/ 0 w 4917"/>
                <a:gd name="connsiteY3" fmla="*/ 327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8196">
                  <a:moveTo>
                    <a:pt x="1639" y="8197"/>
                  </a:moveTo>
                  <a:lnTo>
                    <a:pt x="4918" y="3278"/>
                  </a:lnTo>
                  <a:lnTo>
                    <a:pt x="3279" y="0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43" name="Freeform 4242">
              <a:extLst>
                <a:ext uri="{FF2B5EF4-FFF2-40B4-BE49-F238E27FC236}">
                  <a16:creationId xmlns:a16="http://schemas.microsoft.com/office/drawing/2014/main" id="{DC21C621-2629-BA4C-9FD6-4B19831DF300}"/>
                </a:ext>
              </a:extLst>
            </p:cNvPr>
            <p:cNvSpPr/>
            <p:nvPr/>
          </p:nvSpPr>
          <p:spPr>
            <a:xfrm>
              <a:off x="9748442" y="5023089"/>
              <a:ext cx="16393" cy="3278"/>
            </a:xfrm>
            <a:custGeom>
              <a:avLst/>
              <a:gdLst>
                <a:gd name="connsiteX0" fmla="*/ 0 w 16393"/>
                <a:gd name="connsiteY0" fmla="*/ 3279 h 3278"/>
                <a:gd name="connsiteX1" fmla="*/ 0 w 16393"/>
                <a:gd name="connsiteY1" fmla="*/ 3279 h 3278"/>
                <a:gd name="connsiteX2" fmla="*/ 0 w 16393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3278">
                  <a:moveTo>
                    <a:pt x="0" y="3279"/>
                  </a:moveTo>
                  <a:lnTo>
                    <a:pt x="0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44" name="Freeform 4243">
              <a:extLst>
                <a:ext uri="{FF2B5EF4-FFF2-40B4-BE49-F238E27FC236}">
                  <a16:creationId xmlns:a16="http://schemas.microsoft.com/office/drawing/2014/main" id="{DC9E4CDF-607A-CD47-AC7E-D947B8823555}"/>
                </a:ext>
              </a:extLst>
            </p:cNvPr>
            <p:cNvSpPr/>
            <p:nvPr/>
          </p:nvSpPr>
          <p:spPr>
            <a:xfrm>
              <a:off x="9797622" y="5021450"/>
              <a:ext cx="4917" cy="3278"/>
            </a:xfrm>
            <a:custGeom>
              <a:avLst/>
              <a:gdLst>
                <a:gd name="connsiteX0" fmla="*/ 4918 w 4917"/>
                <a:gd name="connsiteY0" fmla="*/ 3279 h 3278"/>
                <a:gd name="connsiteX1" fmla="*/ 4918 w 4917"/>
                <a:gd name="connsiteY1" fmla="*/ 1639 h 3278"/>
                <a:gd name="connsiteX2" fmla="*/ 0 w 4917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4918" y="3279"/>
                  </a:moveTo>
                  <a:lnTo>
                    <a:pt x="4918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45" name="Freeform 4244">
              <a:extLst>
                <a:ext uri="{FF2B5EF4-FFF2-40B4-BE49-F238E27FC236}">
                  <a16:creationId xmlns:a16="http://schemas.microsoft.com/office/drawing/2014/main" id="{31BC5257-8EB0-A144-9C13-42D491D7AA98}"/>
                </a:ext>
              </a:extLst>
            </p:cNvPr>
            <p:cNvSpPr/>
            <p:nvPr/>
          </p:nvSpPr>
          <p:spPr>
            <a:xfrm>
              <a:off x="10114013" y="4796861"/>
              <a:ext cx="1639" cy="1639"/>
            </a:xfrm>
            <a:custGeom>
              <a:avLst/>
              <a:gdLst>
                <a:gd name="connsiteX0" fmla="*/ 0 w 1639"/>
                <a:gd name="connsiteY0" fmla="*/ 1639 h 1639"/>
                <a:gd name="connsiteX1" fmla="*/ 1640 w 1639"/>
                <a:gd name="connsiteY1" fmla="*/ 1639 h 1639"/>
                <a:gd name="connsiteX2" fmla="*/ 1640 w 1639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1639">
                  <a:moveTo>
                    <a:pt x="0" y="1639"/>
                  </a:moveTo>
                  <a:lnTo>
                    <a:pt x="1640" y="1639"/>
                  </a:lnTo>
                  <a:lnTo>
                    <a:pt x="164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46" name="Freeform 4245">
              <a:extLst>
                <a:ext uri="{FF2B5EF4-FFF2-40B4-BE49-F238E27FC236}">
                  <a16:creationId xmlns:a16="http://schemas.microsoft.com/office/drawing/2014/main" id="{C766F157-00B6-DB4F-A6CF-08FBA3D57888}"/>
                </a:ext>
              </a:extLst>
            </p:cNvPr>
            <p:cNvSpPr/>
            <p:nvPr/>
          </p:nvSpPr>
          <p:spPr>
            <a:xfrm>
              <a:off x="10122210" y="4796861"/>
              <a:ext cx="6557" cy="6557"/>
            </a:xfrm>
            <a:custGeom>
              <a:avLst/>
              <a:gdLst>
                <a:gd name="connsiteX0" fmla="*/ 3279 w 6557"/>
                <a:gd name="connsiteY0" fmla="*/ 6557 h 6557"/>
                <a:gd name="connsiteX1" fmla="*/ 3279 w 6557"/>
                <a:gd name="connsiteY1" fmla="*/ 6557 h 6557"/>
                <a:gd name="connsiteX2" fmla="*/ 6558 w 6557"/>
                <a:gd name="connsiteY2" fmla="*/ 3278 h 6557"/>
                <a:gd name="connsiteX3" fmla="*/ 3279 w 6557"/>
                <a:gd name="connsiteY3" fmla="*/ 0 h 6557"/>
                <a:gd name="connsiteX4" fmla="*/ 0 w 6557"/>
                <a:gd name="connsiteY4" fmla="*/ 327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6557">
                  <a:moveTo>
                    <a:pt x="3279" y="6557"/>
                  </a:moveTo>
                  <a:lnTo>
                    <a:pt x="3279" y="6557"/>
                  </a:lnTo>
                  <a:lnTo>
                    <a:pt x="6558" y="3278"/>
                  </a:lnTo>
                  <a:lnTo>
                    <a:pt x="3279" y="0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47" name="Freeform 4246">
              <a:extLst>
                <a:ext uri="{FF2B5EF4-FFF2-40B4-BE49-F238E27FC236}">
                  <a16:creationId xmlns:a16="http://schemas.microsoft.com/office/drawing/2014/main" id="{66C62198-514E-AC4C-9EF9-B8F115723D93}"/>
                </a:ext>
              </a:extLst>
            </p:cNvPr>
            <p:cNvSpPr/>
            <p:nvPr/>
          </p:nvSpPr>
          <p:spPr>
            <a:xfrm>
              <a:off x="10141882" y="4782107"/>
              <a:ext cx="1639" cy="3278"/>
            </a:xfrm>
            <a:custGeom>
              <a:avLst/>
              <a:gdLst>
                <a:gd name="connsiteX0" fmla="*/ 1640 w 1639"/>
                <a:gd name="connsiteY0" fmla="*/ 3278 h 3278"/>
                <a:gd name="connsiteX1" fmla="*/ 1640 w 1639"/>
                <a:gd name="connsiteY1" fmla="*/ 3278 h 3278"/>
                <a:gd name="connsiteX2" fmla="*/ 0 w 1639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1640" y="3278"/>
                  </a:moveTo>
                  <a:lnTo>
                    <a:pt x="1640" y="3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48" name="Freeform 4247">
              <a:extLst>
                <a:ext uri="{FF2B5EF4-FFF2-40B4-BE49-F238E27FC236}">
                  <a16:creationId xmlns:a16="http://schemas.microsoft.com/office/drawing/2014/main" id="{FD5CE3D0-B196-1441-9C93-C435FBCF563B}"/>
                </a:ext>
              </a:extLst>
            </p:cNvPr>
            <p:cNvSpPr/>
            <p:nvPr/>
          </p:nvSpPr>
          <p:spPr>
            <a:xfrm>
              <a:off x="10151719" y="4760795"/>
              <a:ext cx="4917" cy="8196"/>
            </a:xfrm>
            <a:custGeom>
              <a:avLst/>
              <a:gdLst>
                <a:gd name="connsiteX0" fmla="*/ 0 w 4917"/>
                <a:gd name="connsiteY0" fmla="*/ 6557 h 8196"/>
                <a:gd name="connsiteX1" fmla="*/ 1639 w 4917"/>
                <a:gd name="connsiteY1" fmla="*/ 8197 h 8196"/>
                <a:gd name="connsiteX2" fmla="*/ 3278 w 4917"/>
                <a:gd name="connsiteY2" fmla="*/ 4918 h 8196"/>
                <a:gd name="connsiteX3" fmla="*/ 4918 w 4917"/>
                <a:gd name="connsiteY3" fmla="*/ 1639 h 8196"/>
                <a:gd name="connsiteX4" fmla="*/ 1639 w 4917"/>
                <a:gd name="connsiteY4" fmla="*/ 0 h 8196"/>
                <a:gd name="connsiteX5" fmla="*/ 1639 w 4917"/>
                <a:gd name="connsiteY5" fmla="*/ 3279 h 8196"/>
                <a:gd name="connsiteX6" fmla="*/ 1639 w 4917"/>
                <a:gd name="connsiteY6" fmla="*/ 3279 h 8196"/>
                <a:gd name="connsiteX7" fmla="*/ 0 w 4917"/>
                <a:gd name="connsiteY7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17" h="8196">
                  <a:moveTo>
                    <a:pt x="0" y="6557"/>
                  </a:moveTo>
                  <a:lnTo>
                    <a:pt x="1639" y="8197"/>
                  </a:lnTo>
                  <a:lnTo>
                    <a:pt x="3278" y="4918"/>
                  </a:lnTo>
                  <a:lnTo>
                    <a:pt x="4918" y="1639"/>
                  </a:lnTo>
                  <a:lnTo>
                    <a:pt x="1639" y="0"/>
                  </a:lnTo>
                  <a:lnTo>
                    <a:pt x="1639" y="3279"/>
                  </a:lnTo>
                  <a:lnTo>
                    <a:pt x="1639" y="3279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49" name="Freeform 4248">
              <a:extLst>
                <a:ext uri="{FF2B5EF4-FFF2-40B4-BE49-F238E27FC236}">
                  <a16:creationId xmlns:a16="http://schemas.microsoft.com/office/drawing/2014/main" id="{0177C833-2197-B14F-B575-C44784070A62}"/>
                </a:ext>
              </a:extLst>
            </p:cNvPr>
            <p:cNvSpPr/>
            <p:nvPr/>
          </p:nvSpPr>
          <p:spPr>
            <a:xfrm>
              <a:off x="10318931" y="4775549"/>
              <a:ext cx="1639" cy="6557"/>
            </a:xfrm>
            <a:custGeom>
              <a:avLst/>
              <a:gdLst>
                <a:gd name="connsiteX0" fmla="*/ 1640 w 1639"/>
                <a:gd name="connsiteY0" fmla="*/ 6558 h 6557"/>
                <a:gd name="connsiteX1" fmla="*/ 1640 w 1639"/>
                <a:gd name="connsiteY1" fmla="*/ 3279 h 6557"/>
                <a:gd name="connsiteX2" fmla="*/ 0 w 1639"/>
                <a:gd name="connsiteY2" fmla="*/ 0 h 6557"/>
                <a:gd name="connsiteX3" fmla="*/ 0 w 1639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9" h="6557">
                  <a:moveTo>
                    <a:pt x="1640" y="6558"/>
                  </a:moveTo>
                  <a:lnTo>
                    <a:pt x="1640" y="3279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50" name="Freeform 4249">
              <a:extLst>
                <a:ext uri="{FF2B5EF4-FFF2-40B4-BE49-F238E27FC236}">
                  <a16:creationId xmlns:a16="http://schemas.microsoft.com/office/drawing/2014/main" id="{E441F358-1197-2043-9912-3D2C91CB9C5B}"/>
                </a:ext>
              </a:extLst>
            </p:cNvPr>
            <p:cNvSpPr/>
            <p:nvPr/>
          </p:nvSpPr>
          <p:spPr>
            <a:xfrm>
              <a:off x="10338603" y="5693578"/>
              <a:ext cx="57376" cy="19672"/>
            </a:xfrm>
            <a:custGeom>
              <a:avLst/>
              <a:gdLst>
                <a:gd name="connsiteX0" fmla="*/ 29508 w 57376"/>
                <a:gd name="connsiteY0" fmla="*/ 19672 h 19672"/>
                <a:gd name="connsiteX1" fmla="*/ 32787 w 57376"/>
                <a:gd name="connsiteY1" fmla="*/ 19672 h 19672"/>
                <a:gd name="connsiteX2" fmla="*/ 36066 w 57376"/>
                <a:gd name="connsiteY2" fmla="*/ 18033 h 19672"/>
                <a:gd name="connsiteX3" fmla="*/ 37705 w 57376"/>
                <a:gd name="connsiteY3" fmla="*/ 14754 h 19672"/>
                <a:gd name="connsiteX4" fmla="*/ 40983 w 57376"/>
                <a:gd name="connsiteY4" fmla="*/ 13115 h 19672"/>
                <a:gd name="connsiteX5" fmla="*/ 44262 w 57376"/>
                <a:gd name="connsiteY5" fmla="*/ 11476 h 19672"/>
                <a:gd name="connsiteX6" fmla="*/ 49180 w 57376"/>
                <a:gd name="connsiteY6" fmla="*/ 11476 h 19672"/>
                <a:gd name="connsiteX7" fmla="*/ 52459 w 57376"/>
                <a:gd name="connsiteY7" fmla="*/ 13115 h 19672"/>
                <a:gd name="connsiteX8" fmla="*/ 55738 w 57376"/>
                <a:gd name="connsiteY8" fmla="*/ 11476 h 19672"/>
                <a:gd name="connsiteX9" fmla="*/ 57377 w 57376"/>
                <a:gd name="connsiteY9" fmla="*/ 8197 h 19672"/>
                <a:gd name="connsiteX10" fmla="*/ 54098 w 57376"/>
                <a:gd name="connsiteY10" fmla="*/ 4918 h 19672"/>
                <a:gd name="connsiteX11" fmla="*/ 49180 w 57376"/>
                <a:gd name="connsiteY11" fmla="*/ 8197 h 19672"/>
                <a:gd name="connsiteX12" fmla="*/ 45901 w 57376"/>
                <a:gd name="connsiteY12" fmla="*/ 6558 h 19672"/>
                <a:gd name="connsiteX13" fmla="*/ 42623 w 57376"/>
                <a:gd name="connsiteY13" fmla="*/ 6558 h 19672"/>
                <a:gd name="connsiteX14" fmla="*/ 44262 w 57376"/>
                <a:gd name="connsiteY14" fmla="*/ 1639 h 19672"/>
                <a:gd name="connsiteX15" fmla="*/ 40983 w 57376"/>
                <a:gd name="connsiteY15" fmla="*/ 0 h 19672"/>
                <a:gd name="connsiteX16" fmla="*/ 37705 w 57376"/>
                <a:gd name="connsiteY16" fmla="*/ 0 h 19672"/>
                <a:gd name="connsiteX17" fmla="*/ 32787 w 57376"/>
                <a:gd name="connsiteY17" fmla="*/ 0 h 19672"/>
                <a:gd name="connsiteX18" fmla="*/ 29508 w 57376"/>
                <a:gd name="connsiteY18" fmla="*/ 1639 h 19672"/>
                <a:gd name="connsiteX19" fmla="*/ 24590 w 57376"/>
                <a:gd name="connsiteY19" fmla="*/ 1639 h 19672"/>
                <a:gd name="connsiteX20" fmla="*/ 21311 w 57376"/>
                <a:gd name="connsiteY20" fmla="*/ 3279 h 19672"/>
                <a:gd name="connsiteX21" fmla="*/ 18033 w 57376"/>
                <a:gd name="connsiteY21" fmla="*/ 3279 h 19672"/>
                <a:gd name="connsiteX22" fmla="*/ 14754 w 57376"/>
                <a:gd name="connsiteY22" fmla="*/ 4918 h 19672"/>
                <a:gd name="connsiteX23" fmla="*/ 9837 w 57376"/>
                <a:gd name="connsiteY23" fmla="*/ 4918 h 19672"/>
                <a:gd name="connsiteX24" fmla="*/ 6558 w 57376"/>
                <a:gd name="connsiteY24" fmla="*/ 6558 h 19672"/>
                <a:gd name="connsiteX25" fmla="*/ 3279 w 57376"/>
                <a:gd name="connsiteY25" fmla="*/ 8197 h 19672"/>
                <a:gd name="connsiteX26" fmla="*/ 1640 w 57376"/>
                <a:gd name="connsiteY26" fmla="*/ 11476 h 19672"/>
                <a:gd name="connsiteX27" fmla="*/ 0 w 57376"/>
                <a:gd name="connsiteY27" fmla="*/ 14754 h 19672"/>
                <a:gd name="connsiteX28" fmla="*/ 3279 w 57376"/>
                <a:gd name="connsiteY28" fmla="*/ 19672 h 19672"/>
                <a:gd name="connsiteX29" fmla="*/ 6558 w 57376"/>
                <a:gd name="connsiteY29" fmla="*/ 19672 h 19672"/>
                <a:gd name="connsiteX30" fmla="*/ 9837 w 57376"/>
                <a:gd name="connsiteY30" fmla="*/ 19672 h 19672"/>
                <a:gd name="connsiteX31" fmla="*/ 14754 w 57376"/>
                <a:gd name="connsiteY31" fmla="*/ 18033 h 19672"/>
                <a:gd name="connsiteX32" fmla="*/ 18033 w 57376"/>
                <a:gd name="connsiteY32" fmla="*/ 19672 h 19672"/>
                <a:gd name="connsiteX33" fmla="*/ 21311 w 57376"/>
                <a:gd name="connsiteY33" fmla="*/ 16393 h 19672"/>
                <a:gd name="connsiteX34" fmla="*/ 24590 w 57376"/>
                <a:gd name="connsiteY34" fmla="*/ 18033 h 19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7376" h="19672">
                  <a:moveTo>
                    <a:pt x="29508" y="19672"/>
                  </a:moveTo>
                  <a:lnTo>
                    <a:pt x="32787" y="19672"/>
                  </a:lnTo>
                  <a:lnTo>
                    <a:pt x="36066" y="18033"/>
                  </a:lnTo>
                  <a:lnTo>
                    <a:pt x="37705" y="14754"/>
                  </a:lnTo>
                  <a:lnTo>
                    <a:pt x="40983" y="13115"/>
                  </a:lnTo>
                  <a:lnTo>
                    <a:pt x="44262" y="11476"/>
                  </a:lnTo>
                  <a:lnTo>
                    <a:pt x="49180" y="11476"/>
                  </a:lnTo>
                  <a:lnTo>
                    <a:pt x="52459" y="13115"/>
                  </a:lnTo>
                  <a:lnTo>
                    <a:pt x="55738" y="11476"/>
                  </a:lnTo>
                  <a:lnTo>
                    <a:pt x="57377" y="8197"/>
                  </a:lnTo>
                  <a:lnTo>
                    <a:pt x="54098" y="4918"/>
                  </a:lnTo>
                  <a:lnTo>
                    <a:pt x="49180" y="8197"/>
                  </a:lnTo>
                  <a:lnTo>
                    <a:pt x="45901" y="6558"/>
                  </a:lnTo>
                  <a:lnTo>
                    <a:pt x="42623" y="6558"/>
                  </a:lnTo>
                  <a:lnTo>
                    <a:pt x="44262" y="1639"/>
                  </a:lnTo>
                  <a:lnTo>
                    <a:pt x="40983" y="0"/>
                  </a:lnTo>
                  <a:lnTo>
                    <a:pt x="37705" y="0"/>
                  </a:lnTo>
                  <a:lnTo>
                    <a:pt x="32787" y="0"/>
                  </a:lnTo>
                  <a:lnTo>
                    <a:pt x="29508" y="1639"/>
                  </a:lnTo>
                  <a:lnTo>
                    <a:pt x="24590" y="1639"/>
                  </a:lnTo>
                  <a:lnTo>
                    <a:pt x="21311" y="3279"/>
                  </a:lnTo>
                  <a:lnTo>
                    <a:pt x="18033" y="3279"/>
                  </a:lnTo>
                  <a:lnTo>
                    <a:pt x="14754" y="4918"/>
                  </a:lnTo>
                  <a:lnTo>
                    <a:pt x="9837" y="4918"/>
                  </a:lnTo>
                  <a:lnTo>
                    <a:pt x="6558" y="6558"/>
                  </a:lnTo>
                  <a:lnTo>
                    <a:pt x="3279" y="8197"/>
                  </a:lnTo>
                  <a:lnTo>
                    <a:pt x="1640" y="11476"/>
                  </a:lnTo>
                  <a:lnTo>
                    <a:pt x="0" y="14754"/>
                  </a:lnTo>
                  <a:lnTo>
                    <a:pt x="3279" y="19672"/>
                  </a:lnTo>
                  <a:lnTo>
                    <a:pt x="6558" y="19672"/>
                  </a:lnTo>
                  <a:lnTo>
                    <a:pt x="9837" y="19672"/>
                  </a:lnTo>
                  <a:lnTo>
                    <a:pt x="14754" y="18033"/>
                  </a:lnTo>
                  <a:lnTo>
                    <a:pt x="18033" y="19672"/>
                  </a:lnTo>
                  <a:lnTo>
                    <a:pt x="21311" y="16393"/>
                  </a:lnTo>
                  <a:lnTo>
                    <a:pt x="24590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51" name="Freeform 4250">
              <a:extLst>
                <a:ext uri="{FF2B5EF4-FFF2-40B4-BE49-F238E27FC236}">
                  <a16:creationId xmlns:a16="http://schemas.microsoft.com/office/drawing/2014/main" id="{45914A5E-E360-9341-B02B-E0FCF523F461}"/>
                </a:ext>
              </a:extLst>
            </p:cNvPr>
            <p:cNvSpPr/>
            <p:nvPr/>
          </p:nvSpPr>
          <p:spPr>
            <a:xfrm>
              <a:off x="10340243" y="5667349"/>
              <a:ext cx="1638" cy="3278"/>
            </a:xfrm>
            <a:custGeom>
              <a:avLst/>
              <a:gdLst>
                <a:gd name="connsiteX0" fmla="*/ 1639 w 1638"/>
                <a:gd name="connsiteY0" fmla="*/ 3278 h 3278"/>
                <a:gd name="connsiteX1" fmla="*/ 1639 w 1638"/>
                <a:gd name="connsiteY1" fmla="*/ 3278 h 3278"/>
                <a:gd name="connsiteX2" fmla="*/ 0 w 163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3278">
                  <a:moveTo>
                    <a:pt x="1639" y="3278"/>
                  </a:moveTo>
                  <a:lnTo>
                    <a:pt x="1639" y="3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52" name="Freeform 4251">
              <a:extLst>
                <a:ext uri="{FF2B5EF4-FFF2-40B4-BE49-F238E27FC236}">
                  <a16:creationId xmlns:a16="http://schemas.microsoft.com/office/drawing/2014/main" id="{638483EF-825F-174A-81F7-0DC22E9253AF}"/>
                </a:ext>
              </a:extLst>
            </p:cNvPr>
            <p:cNvSpPr/>
            <p:nvPr/>
          </p:nvSpPr>
          <p:spPr>
            <a:xfrm>
              <a:off x="10510733" y="5868987"/>
              <a:ext cx="18033" cy="22950"/>
            </a:xfrm>
            <a:custGeom>
              <a:avLst/>
              <a:gdLst>
                <a:gd name="connsiteX0" fmla="*/ 3279 w 18033"/>
                <a:gd name="connsiteY0" fmla="*/ 18033 h 22950"/>
                <a:gd name="connsiteX1" fmla="*/ 1640 w 18033"/>
                <a:gd name="connsiteY1" fmla="*/ 19672 h 22950"/>
                <a:gd name="connsiteX2" fmla="*/ 0 w 18033"/>
                <a:gd name="connsiteY2" fmla="*/ 22951 h 22950"/>
                <a:gd name="connsiteX3" fmla="*/ 3279 w 18033"/>
                <a:gd name="connsiteY3" fmla="*/ 22951 h 22950"/>
                <a:gd name="connsiteX4" fmla="*/ 8197 w 18033"/>
                <a:gd name="connsiteY4" fmla="*/ 19672 h 22950"/>
                <a:gd name="connsiteX5" fmla="*/ 11476 w 18033"/>
                <a:gd name="connsiteY5" fmla="*/ 18033 h 22950"/>
                <a:gd name="connsiteX6" fmla="*/ 13114 w 18033"/>
                <a:gd name="connsiteY6" fmla="*/ 16393 h 22950"/>
                <a:gd name="connsiteX7" fmla="*/ 13114 w 18033"/>
                <a:gd name="connsiteY7" fmla="*/ 11476 h 22950"/>
                <a:gd name="connsiteX8" fmla="*/ 16393 w 18033"/>
                <a:gd name="connsiteY8" fmla="*/ 8197 h 22950"/>
                <a:gd name="connsiteX9" fmla="*/ 18033 w 18033"/>
                <a:gd name="connsiteY9" fmla="*/ 4918 h 22950"/>
                <a:gd name="connsiteX10" fmla="*/ 18033 w 18033"/>
                <a:gd name="connsiteY10" fmla="*/ 0 h 22950"/>
                <a:gd name="connsiteX11" fmla="*/ 14754 w 18033"/>
                <a:gd name="connsiteY11" fmla="*/ 0 h 22950"/>
                <a:gd name="connsiteX12" fmla="*/ 11476 w 18033"/>
                <a:gd name="connsiteY12" fmla="*/ 3279 h 22950"/>
                <a:gd name="connsiteX13" fmla="*/ 8197 w 18033"/>
                <a:gd name="connsiteY13" fmla="*/ 6557 h 22950"/>
                <a:gd name="connsiteX14" fmla="*/ 6558 w 18033"/>
                <a:gd name="connsiteY14" fmla="*/ 9836 h 22950"/>
                <a:gd name="connsiteX15" fmla="*/ 3279 w 18033"/>
                <a:gd name="connsiteY15" fmla="*/ 14754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33" h="22950">
                  <a:moveTo>
                    <a:pt x="3279" y="18033"/>
                  </a:moveTo>
                  <a:lnTo>
                    <a:pt x="1640" y="19672"/>
                  </a:lnTo>
                  <a:lnTo>
                    <a:pt x="0" y="22951"/>
                  </a:lnTo>
                  <a:lnTo>
                    <a:pt x="3279" y="22951"/>
                  </a:lnTo>
                  <a:lnTo>
                    <a:pt x="8197" y="19672"/>
                  </a:lnTo>
                  <a:lnTo>
                    <a:pt x="11476" y="18033"/>
                  </a:lnTo>
                  <a:lnTo>
                    <a:pt x="13114" y="16393"/>
                  </a:lnTo>
                  <a:lnTo>
                    <a:pt x="13114" y="11476"/>
                  </a:lnTo>
                  <a:lnTo>
                    <a:pt x="16393" y="8197"/>
                  </a:lnTo>
                  <a:lnTo>
                    <a:pt x="18033" y="4918"/>
                  </a:lnTo>
                  <a:lnTo>
                    <a:pt x="18033" y="0"/>
                  </a:lnTo>
                  <a:lnTo>
                    <a:pt x="14754" y="0"/>
                  </a:lnTo>
                  <a:lnTo>
                    <a:pt x="11476" y="3279"/>
                  </a:lnTo>
                  <a:lnTo>
                    <a:pt x="8197" y="6557"/>
                  </a:lnTo>
                  <a:lnTo>
                    <a:pt x="6558" y="9836"/>
                  </a:lnTo>
                  <a:lnTo>
                    <a:pt x="3279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53" name="Freeform 4252">
              <a:extLst>
                <a:ext uri="{FF2B5EF4-FFF2-40B4-BE49-F238E27FC236}">
                  <a16:creationId xmlns:a16="http://schemas.microsoft.com/office/drawing/2014/main" id="{7B4E6873-E94A-3444-B766-39320E5924F0}"/>
                </a:ext>
              </a:extLst>
            </p:cNvPr>
            <p:cNvSpPr/>
            <p:nvPr/>
          </p:nvSpPr>
          <p:spPr>
            <a:xfrm>
              <a:off x="10530405" y="5905053"/>
              <a:ext cx="4917" cy="8196"/>
            </a:xfrm>
            <a:custGeom>
              <a:avLst/>
              <a:gdLst>
                <a:gd name="connsiteX0" fmla="*/ 0 w 4917"/>
                <a:gd name="connsiteY0" fmla="*/ 8197 h 8196"/>
                <a:gd name="connsiteX1" fmla="*/ 0 w 4917"/>
                <a:gd name="connsiteY1" fmla="*/ 8197 h 8196"/>
                <a:gd name="connsiteX2" fmla="*/ 3279 w 4917"/>
                <a:gd name="connsiteY2" fmla="*/ 3278 h 8196"/>
                <a:gd name="connsiteX3" fmla="*/ 4918 w 4917"/>
                <a:gd name="connsiteY3" fmla="*/ 0 h 8196"/>
                <a:gd name="connsiteX4" fmla="*/ 0 w 4917"/>
                <a:gd name="connsiteY4" fmla="*/ 327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8196">
                  <a:moveTo>
                    <a:pt x="0" y="8197"/>
                  </a:moveTo>
                  <a:lnTo>
                    <a:pt x="0" y="8197"/>
                  </a:lnTo>
                  <a:lnTo>
                    <a:pt x="3279" y="3278"/>
                  </a:lnTo>
                  <a:lnTo>
                    <a:pt x="4918" y="0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54" name="Freeform 4253">
              <a:extLst>
                <a:ext uri="{FF2B5EF4-FFF2-40B4-BE49-F238E27FC236}">
                  <a16:creationId xmlns:a16="http://schemas.microsoft.com/office/drawing/2014/main" id="{0C4D63B9-6F01-EF4E-A44D-AEDD3C9136DC}"/>
                </a:ext>
              </a:extLst>
            </p:cNvPr>
            <p:cNvSpPr/>
            <p:nvPr/>
          </p:nvSpPr>
          <p:spPr>
            <a:xfrm>
              <a:off x="10532044" y="5914888"/>
              <a:ext cx="4918" cy="3278"/>
            </a:xfrm>
            <a:custGeom>
              <a:avLst/>
              <a:gdLst>
                <a:gd name="connsiteX0" fmla="*/ 0 w 4918"/>
                <a:gd name="connsiteY0" fmla="*/ 3279 h 3278"/>
                <a:gd name="connsiteX1" fmla="*/ 1640 w 4918"/>
                <a:gd name="connsiteY1" fmla="*/ 3279 h 3278"/>
                <a:gd name="connsiteX2" fmla="*/ 4919 w 4918"/>
                <a:gd name="connsiteY2" fmla="*/ 1639 h 3278"/>
                <a:gd name="connsiteX3" fmla="*/ 1640 w 491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3278">
                  <a:moveTo>
                    <a:pt x="0" y="3279"/>
                  </a:moveTo>
                  <a:lnTo>
                    <a:pt x="1640" y="3279"/>
                  </a:lnTo>
                  <a:lnTo>
                    <a:pt x="4919" y="1639"/>
                  </a:lnTo>
                  <a:lnTo>
                    <a:pt x="164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55" name="Freeform 4254">
              <a:extLst>
                <a:ext uri="{FF2B5EF4-FFF2-40B4-BE49-F238E27FC236}">
                  <a16:creationId xmlns:a16="http://schemas.microsoft.com/office/drawing/2014/main" id="{4132E1FE-C919-754B-B267-D91AC3F1E2DD}"/>
                </a:ext>
              </a:extLst>
            </p:cNvPr>
            <p:cNvSpPr/>
            <p:nvPr/>
          </p:nvSpPr>
          <p:spPr>
            <a:xfrm>
              <a:off x="10579585" y="4726369"/>
              <a:ext cx="4917" cy="8196"/>
            </a:xfrm>
            <a:custGeom>
              <a:avLst/>
              <a:gdLst>
                <a:gd name="connsiteX0" fmla="*/ 0 w 4917"/>
                <a:gd name="connsiteY0" fmla="*/ 8197 h 8196"/>
                <a:gd name="connsiteX1" fmla="*/ 3279 w 4917"/>
                <a:gd name="connsiteY1" fmla="*/ 4918 h 8196"/>
                <a:gd name="connsiteX2" fmla="*/ 4918 w 4917"/>
                <a:gd name="connsiteY2" fmla="*/ 1639 h 8196"/>
                <a:gd name="connsiteX3" fmla="*/ 1639 w 4917"/>
                <a:gd name="connsiteY3" fmla="*/ 0 h 8196"/>
                <a:gd name="connsiteX4" fmla="*/ 0 w 4917"/>
                <a:gd name="connsiteY4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8196">
                  <a:moveTo>
                    <a:pt x="0" y="8197"/>
                  </a:moveTo>
                  <a:lnTo>
                    <a:pt x="3279" y="4918"/>
                  </a:lnTo>
                  <a:lnTo>
                    <a:pt x="4918" y="1639"/>
                  </a:ln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56" name="Freeform 4255">
              <a:extLst>
                <a:ext uri="{FF2B5EF4-FFF2-40B4-BE49-F238E27FC236}">
                  <a16:creationId xmlns:a16="http://schemas.microsoft.com/office/drawing/2014/main" id="{5167FFD3-1DEE-2143-96CD-10D7F803FA66}"/>
                </a:ext>
              </a:extLst>
            </p:cNvPr>
            <p:cNvSpPr/>
            <p:nvPr/>
          </p:nvSpPr>
          <p:spPr>
            <a:xfrm>
              <a:off x="10584503" y="4724730"/>
              <a:ext cx="22951" cy="27868"/>
            </a:xfrm>
            <a:custGeom>
              <a:avLst/>
              <a:gdLst>
                <a:gd name="connsiteX0" fmla="*/ 0 w 22951"/>
                <a:gd name="connsiteY0" fmla="*/ 24590 h 27868"/>
                <a:gd name="connsiteX1" fmla="*/ 3279 w 22951"/>
                <a:gd name="connsiteY1" fmla="*/ 24590 h 27868"/>
                <a:gd name="connsiteX2" fmla="*/ 8197 w 22951"/>
                <a:gd name="connsiteY2" fmla="*/ 26229 h 27868"/>
                <a:gd name="connsiteX3" fmla="*/ 11476 w 22951"/>
                <a:gd name="connsiteY3" fmla="*/ 27868 h 27868"/>
                <a:gd name="connsiteX4" fmla="*/ 14754 w 22951"/>
                <a:gd name="connsiteY4" fmla="*/ 27868 h 27868"/>
                <a:gd name="connsiteX5" fmla="*/ 18033 w 22951"/>
                <a:gd name="connsiteY5" fmla="*/ 27868 h 27868"/>
                <a:gd name="connsiteX6" fmla="*/ 22951 w 22951"/>
                <a:gd name="connsiteY6" fmla="*/ 26229 h 27868"/>
                <a:gd name="connsiteX7" fmla="*/ 22951 w 22951"/>
                <a:gd name="connsiteY7" fmla="*/ 21311 h 27868"/>
                <a:gd name="connsiteX8" fmla="*/ 19672 w 22951"/>
                <a:gd name="connsiteY8" fmla="*/ 24590 h 27868"/>
                <a:gd name="connsiteX9" fmla="*/ 16393 w 22951"/>
                <a:gd name="connsiteY9" fmla="*/ 21311 h 27868"/>
                <a:gd name="connsiteX10" fmla="*/ 14754 w 22951"/>
                <a:gd name="connsiteY10" fmla="*/ 18032 h 27868"/>
                <a:gd name="connsiteX11" fmla="*/ 18033 w 22951"/>
                <a:gd name="connsiteY11" fmla="*/ 16393 h 27868"/>
                <a:gd name="connsiteX12" fmla="*/ 16393 w 22951"/>
                <a:gd name="connsiteY12" fmla="*/ 13114 h 27868"/>
                <a:gd name="connsiteX13" fmla="*/ 21311 w 22951"/>
                <a:gd name="connsiteY13" fmla="*/ 11475 h 27868"/>
                <a:gd name="connsiteX14" fmla="*/ 22951 w 22951"/>
                <a:gd name="connsiteY14" fmla="*/ 6557 h 27868"/>
                <a:gd name="connsiteX15" fmla="*/ 19672 w 22951"/>
                <a:gd name="connsiteY15" fmla="*/ 6557 h 27868"/>
                <a:gd name="connsiteX16" fmla="*/ 16393 w 22951"/>
                <a:gd name="connsiteY16" fmla="*/ 8197 h 27868"/>
                <a:gd name="connsiteX17" fmla="*/ 14754 w 22951"/>
                <a:gd name="connsiteY17" fmla="*/ 4918 h 27868"/>
                <a:gd name="connsiteX18" fmla="*/ 16393 w 22951"/>
                <a:gd name="connsiteY18" fmla="*/ 0 h 27868"/>
                <a:gd name="connsiteX19" fmla="*/ 13114 w 22951"/>
                <a:gd name="connsiteY19" fmla="*/ 1639 h 27868"/>
                <a:gd name="connsiteX20" fmla="*/ 13114 w 22951"/>
                <a:gd name="connsiteY20" fmla="*/ 6557 h 27868"/>
                <a:gd name="connsiteX21" fmla="*/ 8197 w 22951"/>
                <a:gd name="connsiteY21" fmla="*/ 6557 h 27868"/>
                <a:gd name="connsiteX22" fmla="*/ 4918 w 22951"/>
                <a:gd name="connsiteY22" fmla="*/ 6557 h 27868"/>
                <a:gd name="connsiteX23" fmla="*/ 4918 w 22951"/>
                <a:gd name="connsiteY23" fmla="*/ 11475 h 27868"/>
                <a:gd name="connsiteX24" fmla="*/ 3279 w 22951"/>
                <a:gd name="connsiteY24" fmla="*/ 14754 h 27868"/>
                <a:gd name="connsiteX25" fmla="*/ 3279 w 22951"/>
                <a:gd name="connsiteY25" fmla="*/ 18032 h 27868"/>
                <a:gd name="connsiteX26" fmla="*/ 1640 w 22951"/>
                <a:gd name="connsiteY26" fmla="*/ 22951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2951" h="27868">
                  <a:moveTo>
                    <a:pt x="0" y="24590"/>
                  </a:moveTo>
                  <a:lnTo>
                    <a:pt x="3279" y="24590"/>
                  </a:lnTo>
                  <a:lnTo>
                    <a:pt x="8197" y="26229"/>
                  </a:lnTo>
                  <a:lnTo>
                    <a:pt x="11476" y="27868"/>
                  </a:lnTo>
                  <a:lnTo>
                    <a:pt x="14754" y="27868"/>
                  </a:lnTo>
                  <a:lnTo>
                    <a:pt x="18033" y="27868"/>
                  </a:lnTo>
                  <a:lnTo>
                    <a:pt x="22951" y="26229"/>
                  </a:lnTo>
                  <a:lnTo>
                    <a:pt x="22951" y="21311"/>
                  </a:lnTo>
                  <a:lnTo>
                    <a:pt x="19672" y="24590"/>
                  </a:lnTo>
                  <a:lnTo>
                    <a:pt x="16393" y="21311"/>
                  </a:lnTo>
                  <a:lnTo>
                    <a:pt x="14754" y="18032"/>
                  </a:lnTo>
                  <a:lnTo>
                    <a:pt x="18033" y="16393"/>
                  </a:lnTo>
                  <a:lnTo>
                    <a:pt x="16393" y="13114"/>
                  </a:lnTo>
                  <a:lnTo>
                    <a:pt x="21311" y="11475"/>
                  </a:lnTo>
                  <a:lnTo>
                    <a:pt x="22951" y="6557"/>
                  </a:lnTo>
                  <a:lnTo>
                    <a:pt x="19672" y="6557"/>
                  </a:lnTo>
                  <a:lnTo>
                    <a:pt x="16393" y="8197"/>
                  </a:lnTo>
                  <a:lnTo>
                    <a:pt x="14754" y="4918"/>
                  </a:lnTo>
                  <a:lnTo>
                    <a:pt x="16393" y="0"/>
                  </a:lnTo>
                  <a:lnTo>
                    <a:pt x="13114" y="1639"/>
                  </a:lnTo>
                  <a:lnTo>
                    <a:pt x="13114" y="6557"/>
                  </a:lnTo>
                  <a:lnTo>
                    <a:pt x="8197" y="6557"/>
                  </a:lnTo>
                  <a:lnTo>
                    <a:pt x="4918" y="6557"/>
                  </a:lnTo>
                  <a:lnTo>
                    <a:pt x="4918" y="11475"/>
                  </a:lnTo>
                  <a:lnTo>
                    <a:pt x="3279" y="14754"/>
                  </a:lnTo>
                  <a:lnTo>
                    <a:pt x="3279" y="18032"/>
                  </a:lnTo>
                  <a:lnTo>
                    <a:pt x="1640" y="2295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57" name="Freeform 4256">
              <a:extLst>
                <a:ext uri="{FF2B5EF4-FFF2-40B4-BE49-F238E27FC236}">
                  <a16:creationId xmlns:a16="http://schemas.microsoft.com/office/drawing/2014/main" id="{A86F1293-E570-C54E-9CA4-1E50D7C7FA23}"/>
                </a:ext>
              </a:extLst>
            </p:cNvPr>
            <p:cNvSpPr/>
            <p:nvPr/>
          </p:nvSpPr>
          <p:spPr>
            <a:xfrm>
              <a:off x="10589421" y="4650960"/>
              <a:ext cx="4918" cy="4917"/>
            </a:xfrm>
            <a:custGeom>
              <a:avLst/>
              <a:gdLst>
                <a:gd name="connsiteX0" fmla="*/ 0 w 4918"/>
                <a:gd name="connsiteY0" fmla="*/ 4918 h 4917"/>
                <a:gd name="connsiteX1" fmla="*/ 1640 w 4918"/>
                <a:gd name="connsiteY1" fmla="*/ 3278 h 4917"/>
                <a:gd name="connsiteX2" fmla="*/ 4919 w 4918"/>
                <a:gd name="connsiteY2" fmla="*/ 0 h 4917"/>
                <a:gd name="connsiteX3" fmla="*/ 1640 w 4918"/>
                <a:gd name="connsiteY3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" h="4917">
                  <a:moveTo>
                    <a:pt x="0" y="4918"/>
                  </a:moveTo>
                  <a:lnTo>
                    <a:pt x="1640" y="3278"/>
                  </a:lnTo>
                  <a:lnTo>
                    <a:pt x="4919" y="0"/>
                  </a:lnTo>
                  <a:lnTo>
                    <a:pt x="164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58" name="Freeform 4257">
              <a:extLst>
                <a:ext uri="{FF2B5EF4-FFF2-40B4-BE49-F238E27FC236}">
                  <a16:creationId xmlns:a16="http://schemas.microsoft.com/office/drawing/2014/main" id="{298F84E7-F4B6-0F47-AC3C-1A457C4A9E49}"/>
                </a:ext>
              </a:extLst>
            </p:cNvPr>
            <p:cNvSpPr/>
            <p:nvPr/>
          </p:nvSpPr>
          <p:spPr>
            <a:xfrm>
              <a:off x="10592700" y="5818167"/>
              <a:ext cx="6557" cy="4918"/>
            </a:xfrm>
            <a:custGeom>
              <a:avLst/>
              <a:gdLst>
                <a:gd name="connsiteX0" fmla="*/ 6558 w 6557"/>
                <a:gd name="connsiteY0" fmla="*/ 4918 h 4918"/>
                <a:gd name="connsiteX1" fmla="*/ 6558 w 6557"/>
                <a:gd name="connsiteY1" fmla="*/ 4918 h 4918"/>
                <a:gd name="connsiteX2" fmla="*/ 6558 w 6557"/>
                <a:gd name="connsiteY2" fmla="*/ 0 h 4918"/>
                <a:gd name="connsiteX3" fmla="*/ 3279 w 6557"/>
                <a:gd name="connsiteY3" fmla="*/ 1639 h 4918"/>
                <a:gd name="connsiteX4" fmla="*/ 0 w 6557"/>
                <a:gd name="connsiteY4" fmla="*/ 4918 h 4918"/>
                <a:gd name="connsiteX5" fmla="*/ 3279 w 6557"/>
                <a:gd name="connsiteY5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4918">
                  <a:moveTo>
                    <a:pt x="6558" y="4918"/>
                  </a:moveTo>
                  <a:lnTo>
                    <a:pt x="6558" y="4918"/>
                  </a:lnTo>
                  <a:lnTo>
                    <a:pt x="6558" y="0"/>
                  </a:lnTo>
                  <a:lnTo>
                    <a:pt x="3279" y="1639"/>
                  </a:lnTo>
                  <a:lnTo>
                    <a:pt x="0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59" name="Freeform 4258">
              <a:extLst>
                <a:ext uri="{FF2B5EF4-FFF2-40B4-BE49-F238E27FC236}">
                  <a16:creationId xmlns:a16="http://schemas.microsoft.com/office/drawing/2014/main" id="{B06120C6-B83E-2C44-AD1C-83AB1D271DFA}"/>
                </a:ext>
              </a:extLst>
            </p:cNvPr>
            <p:cNvSpPr/>
            <p:nvPr/>
          </p:nvSpPr>
          <p:spPr>
            <a:xfrm>
              <a:off x="10597618" y="4811615"/>
              <a:ext cx="3278" cy="9836"/>
            </a:xfrm>
            <a:custGeom>
              <a:avLst/>
              <a:gdLst>
                <a:gd name="connsiteX0" fmla="*/ 3279 w 3278"/>
                <a:gd name="connsiteY0" fmla="*/ 9836 h 9836"/>
                <a:gd name="connsiteX1" fmla="*/ 3279 w 3278"/>
                <a:gd name="connsiteY1" fmla="*/ 8197 h 9836"/>
                <a:gd name="connsiteX2" fmla="*/ 3279 w 3278"/>
                <a:gd name="connsiteY2" fmla="*/ 4918 h 9836"/>
                <a:gd name="connsiteX3" fmla="*/ 3279 w 3278"/>
                <a:gd name="connsiteY3" fmla="*/ 0 h 9836"/>
                <a:gd name="connsiteX4" fmla="*/ 0 w 3278"/>
                <a:gd name="connsiteY4" fmla="*/ 1639 h 9836"/>
                <a:gd name="connsiteX5" fmla="*/ 0 w 3278"/>
                <a:gd name="connsiteY5" fmla="*/ 4918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8" h="9836">
                  <a:moveTo>
                    <a:pt x="3279" y="9836"/>
                  </a:moveTo>
                  <a:lnTo>
                    <a:pt x="3279" y="8197"/>
                  </a:lnTo>
                  <a:lnTo>
                    <a:pt x="3279" y="4918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60" name="Freeform 4259">
              <a:extLst>
                <a:ext uri="{FF2B5EF4-FFF2-40B4-BE49-F238E27FC236}">
                  <a16:creationId xmlns:a16="http://schemas.microsoft.com/office/drawing/2014/main" id="{24D8116E-8809-C14F-9E21-6704964CF851}"/>
                </a:ext>
              </a:extLst>
            </p:cNvPr>
            <p:cNvSpPr/>
            <p:nvPr/>
          </p:nvSpPr>
          <p:spPr>
            <a:xfrm>
              <a:off x="10602537" y="5813250"/>
              <a:ext cx="3277" cy="4917"/>
            </a:xfrm>
            <a:custGeom>
              <a:avLst/>
              <a:gdLst>
                <a:gd name="connsiteX0" fmla="*/ 0 w 3277"/>
                <a:gd name="connsiteY0" fmla="*/ 4918 h 4917"/>
                <a:gd name="connsiteX1" fmla="*/ 1639 w 3277"/>
                <a:gd name="connsiteY1" fmla="*/ 3278 h 4917"/>
                <a:gd name="connsiteX2" fmla="*/ 3278 w 3277"/>
                <a:gd name="connsiteY2" fmla="*/ 0 h 4917"/>
                <a:gd name="connsiteX3" fmla="*/ 0 w 3277"/>
                <a:gd name="connsiteY3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7" h="4917">
                  <a:moveTo>
                    <a:pt x="0" y="4918"/>
                  </a:moveTo>
                  <a:lnTo>
                    <a:pt x="1639" y="3278"/>
                  </a:lnTo>
                  <a:lnTo>
                    <a:pt x="327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61" name="Freeform 4260">
              <a:extLst>
                <a:ext uri="{FF2B5EF4-FFF2-40B4-BE49-F238E27FC236}">
                  <a16:creationId xmlns:a16="http://schemas.microsoft.com/office/drawing/2014/main" id="{457211D7-5827-9C45-9724-9FDEDCA89BD5}"/>
                </a:ext>
              </a:extLst>
            </p:cNvPr>
            <p:cNvSpPr/>
            <p:nvPr/>
          </p:nvSpPr>
          <p:spPr>
            <a:xfrm>
              <a:off x="10651717" y="5908331"/>
              <a:ext cx="4917" cy="4918"/>
            </a:xfrm>
            <a:custGeom>
              <a:avLst/>
              <a:gdLst>
                <a:gd name="connsiteX0" fmla="*/ 0 w 4917"/>
                <a:gd name="connsiteY0" fmla="*/ 4918 h 4918"/>
                <a:gd name="connsiteX1" fmla="*/ 1639 w 4917"/>
                <a:gd name="connsiteY1" fmla="*/ 3279 h 4918"/>
                <a:gd name="connsiteX2" fmla="*/ 4918 w 4917"/>
                <a:gd name="connsiteY2" fmla="*/ 0 h 4918"/>
                <a:gd name="connsiteX3" fmla="*/ 0 w 4917"/>
                <a:gd name="connsiteY3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8">
                  <a:moveTo>
                    <a:pt x="0" y="4918"/>
                  </a:moveTo>
                  <a:lnTo>
                    <a:pt x="1639" y="3279"/>
                  </a:ln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62" name="Freeform 4261">
              <a:extLst>
                <a:ext uri="{FF2B5EF4-FFF2-40B4-BE49-F238E27FC236}">
                  <a16:creationId xmlns:a16="http://schemas.microsoft.com/office/drawing/2014/main" id="{B8E5B312-557C-CE4C-A958-C85E57CC68EB}"/>
                </a:ext>
              </a:extLst>
            </p:cNvPr>
            <p:cNvSpPr/>
            <p:nvPr/>
          </p:nvSpPr>
          <p:spPr>
            <a:xfrm>
              <a:off x="10651717" y="5900134"/>
              <a:ext cx="14753" cy="8196"/>
            </a:xfrm>
            <a:custGeom>
              <a:avLst/>
              <a:gdLst>
                <a:gd name="connsiteX0" fmla="*/ 8197 w 14753"/>
                <a:gd name="connsiteY0" fmla="*/ 8197 h 8196"/>
                <a:gd name="connsiteX1" fmla="*/ 11475 w 14753"/>
                <a:gd name="connsiteY1" fmla="*/ 8197 h 8196"/>
                <a:gd name="connsiteX2" fmla="*/ 14753 w 14753"/>
                <a:gd name="connsiteY2" fmla="*/ 3279 h 8196"/>
                <a:gd name="connsiteX3" fmla="*/ 11475 w 14753"/>
                <a:gd name="connsiteY3" fmla="*/ 0 h 8196"/>
                <a:gd name="connsiteX4" fmla="*/ 8197 w 14753"/>
                <a:gd name="connsiteY4" fmla="*/ 1639 h 8196"/>
                <a:gd name="connsiteX5" fmla="*/ 3278 w 14753"/>
                <a:gd name="connsiteY5" fmla="*/ 1639 h 8196"/>
                <a:gd name="connsiteX6" fmla="*/ 0 w 14753"/>
                <a:gd name="connsiteY6" fmla="*/ 3279 h 8196"/>
                <a:gd name="connsiteX7" fmla="*/ 0 w 14753"/>
                <a:gd name="connsiteY7" fmla="*/ 6557 h 8196"/>
                <a:gd name="connsiteX8" fmla="*/ 4918 w 14753"/>
                <a:gd name="connsiteY8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3" h="8196">
                  <a:moveTo>
                    <a:pt x="8197" y="8197"/>
                  </a:moveTo>
                  <a:lnTo>
                    <a:pt x="11475" y="8197"/>
                  </a:lnTo>
                  <a:lnTo>
                    <a:pt x="14753" y="3279"/>
                  </a:lnTo>
                  <a:lnTo>
                    <a:pt x="11475" y="0"/>
                  </a:lnTo>
                  <a:lnTo>
                    <a:pt x="8197" y="1639"/>
                  </a:lnTo>
                  <a:lnTo>
                    <a:pt x="3278" y="1639"/>
                  </a:lnTo>
                  <a:lnTo>
                    <a:pt x="0" y="3279"/>
                  </a:lnTo>
                  <a:lnTo>
                    <a:pt x="0" y="6557"/>
                  </a:lnTo>
                  <a:lnTo>
                    <a:pt x="491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63" name="Freeform 4262">
              <a:extLst>
                <a:ext uri="{FF2B5EF4-FFF2-40B4-BE49-F238E27FC236}">
                  <a16:creationId xmlns:a16="http://schemas.microsoft.com/office/drawing/2014/main" id="{E8CB5BC5-72BC-7D4B-91D1-3A13636FF53E}"/>
                </a:ext>
              </a:extLst>
            </p:cNvPr>
            <p:cNvSpPr/>
            <p:nvPr/>
          </p:nvSpPr>
          <p:spPr>
            <a:xfrm>
              <a:off x="10656634" y="5875544"/>
              <a:ext cx="14753" cy="22950"/>
            </a:xfrm>
            <a:custGeom>
              <a:avLst/>
              <a:gdLst>
                <a:gd name="connsiteX0" fmla="*/ 0 w 14753"/>
                <a:gd name="connsiteY0" fmla="*/ 11476 h 22950"/>
                <a:gd name="connsiteX1" fmla="*/ 0 w 14753"/>
                <a:gd name="connsiteY1" fmla="*/ 14754 h 22950"/>
                <a:gd name="connsiteX2" fmla="*/ 0 w 14753"/>
                <a:gd name="connsiteY2" fmla="*/ 18033 h 22950"/>
                <a:gd name="connsiteX3" fmla="*/ 0 w 14753"/>
                <a:gd name="connsiteY3" fmla="*/ 22951 h 22950"/>
                <a:gd name="connsiteX4" fmla="*/ 3279 w 14753"/>
                <a:gd name="connsiteY4" fmla="*/ 22951 h 22950"/>
                <a:gd name="connsiteX5" fmla="*/ 6557 w 14753"/>
                <a:gd name="connsiteY5" fmla="*/ 21312 h 22950"/>
                <a:gd name="connsiteX6" fmla="*/ 9836 w 14753"/>
                <a:gd name="connsiteY6" fmla="*/ 18033 h 22950"/>
                <a:gd name="connsiteX7" fmla="*/ 11476 w 14753"/>
                <a:gd name="connsiteY7" fmla="*/ 14754 h 22950"/>
                <a:gd name="connsiteX8" fmla="*/ 13114 w 14753"/>
                <a:gd name="connsiteY8" fmla="*/ 11476 h 22950"/>
                <a:gd name="connsiteX9" fmla="*/ 14753 w 14753"/>
                <a:gd name="connsiteY9" fmla="*/ 9836 h 22950"/>
                <a:gd name="connsiteX10" fmla="*/ 11476 w 14753"/>
                <a:gd name="connsiteY10" fmla="*/ 8197 h 22950"/>
                <a:gd name="connsiteX11" fmla="*/ 9836 w 14753"/>
                <a:gd name="connsiteY11" fmla="*/ 3279 h 22950"/>
                <a:gd name="connsiteX12" fmla="*/ 6557 w 14753"/>
                <a:gd name="connsiteY12" fmla="*/ 0 h 22950"/>
                <a:gd name="connsiteX13" fmla="*/ 3279 w 14753"/>
                <a:gd name="connsiteY13" fmla="*/ 3279 h 22950"/>
                <a:gd name="connsiteX14" fmla="*/ 1639 w 14753"/>
                <a:gd name="connsiteY14" fmla="*/ 8197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53" h="22950">
                  <a:moveTo>
                    <a:pt x="0" y="11476"/>
                  </a:moveTo>
                  <a:lnTo>
                    <a:pt x="0" y="14754"/>
                  </a:lnTo>
                  <a:lnTo>
                    <a:pt x="0" y="18033"/>
                  </a:lnTo>
                  <a:lnTo>
                    <a:pt x="0" y="22951"/>
                  </a:lnTo>
                  <a:lnTo>
                    <a:pt x="3279" y="22951"/>
                  </a:lnTo>
                  <a:lnTo>
                    <a:pt x="6557" y="21312"/>
                  </a:lnTo>
                  <a:lnTo>
                    <a:pt x="9836" y="18033"/>
                  </a:lnTo>
                  <a:lnTo>
                    <a:pt x="11476" y="14754"/>
                  </a:lnTo>
                  <a:lnTo>
                    <a:pt x="13114" y="11476"/>
                  </a:lnTo>
                  <a:lnTo>
                    <a:pt x="14753" y="9836"/>
                  </a:lnTo>
                  <a:lnTo>
                    <a:pt x="11476" y="8197"/>
                  </a:lnTo>
                  <a:lnTo>
                    <a:pt x="9836" y="3279"/>
                  </a:lnTo>
                  <a:lnTo>
                    <a:pt x="6557" y="0"/>
                  </a:lnTo>
                  <a:lnTo>
                    <a:pt x="3279" y="3279"/>
                  </a:lnTo>
                  <a:lnTo>
                    <a:pt x="163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64" name="Freeform 4263">
              <a:extLst>
                <a:ext uri="{FF2B5EF4-FFF2-40B4-BE49-F238E27FC236}">
                  <a16:creationId xmlns:a16="http://schemas.microsoft.com/office/drawing/2014/main" id="{A874C8E6-A879-5C44-A61B-AF3C04E011C9}"/>
                </a:ext>
              </a:extLst>
            </p:cNvPr>
            <p:cNvSpPr/>
            <p:nvPr/>
          </p:nvSpPr>
          <p:spPr>
            <a:xfrm>
              <a:off x="10673028" y="4846041"/>
              <a:ext cx="24590" cy="16393"/>
            </a:xfrm>
            <a:custGeom>
              <a:avLst/>
              <a:gdLst>
                <a:gd name="connsiteX0" fmla="*/ 0 w 24590"/>
                <a:gd name="connsiteY0" fmla="*/ 16393 h 16393"/>
                <a:gd name="connsiteX1" fmla="*/ 3279 w 24590"/>
                <a:gd name="connsiteY1" fmla="*/ 13114 h 16393"/>
                <a:gd name="connsiteX2" fmla="*/ 6557 w 24590"/>
                <a:gd name="connsiteY2" fmla="*/ 14754 h 16393"/>
                <a:gd name="connsiteX3" fmla="*/ 9836 w 24590"/>
                <a:gd name="connsiteY3" fmla="*/ 9836 h 16393"/>
                <a:gd name="connsiteX4" fmla="*/ 14753 w 24590"/>
                <a:gd name="connsiteY4" fmla="*/ 9836 h 16393"/>
                <a:gd name="connsiteX5" fmla="*/ 16393 w 24590"/>
                <a:gd name="connsiteY5" fmla="*/ 4918 h 16393"/>
                <a:gd name="connsiteX6" fmla="*/ 19672 w 24590"/>
                <a:gd name="connsiteY6" fmla="*/ 6557 h 16393"/>
                <a:gd name="connsiteX7" fmla="*/ 24590 w 24590"/>
                <a:gd name="connsiteY7" fmla="*/ 6557 h 16393"/>
                <a:gd name="connsiteX8" fmla="*/ 21311 w 24590"/>
                <a:gd name="connsiteY8" fmla="*/ 1639 h 16393"/>
                <a:gd name="connsiteX9" fmla="*/ 18032 w 24590"/>
                <a:gd name="connsiteY9" fmla="*/ 0 h 16393"/>
                <a:gd name="connsiteX10" fmla="*/ 14753 w 24590"/>
                <a:gd name="connsiteY10" fmla="*/ 1639 h 16393"/>
                <a:gd name="connsiteX11" fmla="*/ 9836 w 24590"/>
                <a:gd name="connsiteY11" fmla="*/ 3278 h 16393"/>
                <a:gd name="connsiteX12" fmla="*/ 6557 w 24590"/>
                <a:gd name="connsiteY12" fmla="*/ 4918 h 16393"/>
                <a:gd name="connsiteX13" fmla="*/ 3279 w 24590"/>
                <a:gd name="connsiteY13" fmla="*/ 8197 h 16393"/>
                <a:gd name="connsiteX14" fmla="*/ 1639 w 24590"/>
                <a:gd name="connsiteY14" fmla="*/ 13114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590" h="16393">
                  <a:moveTo>
                    <a:pt x="0" y="16393"/>
                  </a:moveTo>
                  <a:lnTo>
                    <a:pt x="3279" y="13114"/>
                  </a:lnTo>
                  <a:lnTo>
                    <a:pt x="6557" y="14754"/>
                  </a:lnTo>
                  <a:lnTo>
                    <a:pt x="9836" y="9836"/>
                  </a:lnTo>
                  <a:lnTo>
                    <a:pt x="14753" y="9836"/>
                  </a:lnTo>
                  <a:lnTo>
                    <a:pt x="16393" y="4918"/>
                  </a:lnTo>
                  <a:lnTo>
                    <a:pt x="19672" y="6557"/>
                  </a:lnTo>
                  <a:lnTo>
                    <a:pt x="24590" y="6557"/>
                  </a:lnTo>
                  <a:lnTo>
                    <a:pt x="21311" y="1639"/>
                  </a:lnTo>
                  <a:lnTo>
                    <a:pt x="18032" y="0"/>
                  </a:lnTo>
                  <a:lnTo>
                    <a:pt x="14753" y="1639"/>
                  </a:lnTo>
                  <a:lnTo>
                    <a:pt x="9836" y="3278"/>
                  </a:lnTo>
                  <a:lnTo>
                    <a:pt x="6557" y="4918"/>
                  </a:lnTo>
                  <a:lnTo>
                    <a:pt x="3279" y="8197"/>
                  </a:lnTo>
                  <a:lnTo>
                    <a:pt x="1639" y="1311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65" name="Freeform 4264">
              <a:extLst>
                <a:ext uri="{FF2B5EF4-FFF2-40B4-BE49-F238E27FC236}">
                  <a16:creationId xmlns:a16="http://schemas.microsoft.com/office/drawing/2014/main" id="{96E15671-56B3-5647-A2A7-DE7AAD601D87}"/>
                </a:ext>
              </a:extLst>
            </p:cNvPr>
            <p:cNvSpPr/>
            <p:nvPr/>
          </p:nvSpPr>
          <p:spPr>
            <a:xfrm>
              <a:off x="10681225" y="4873909"/>
              <a:ext cx="6556" cy="4918"/>
            </a:xfrm>
            <a:custGeom>
              <a:avLst/>
              <a:gdLst>
                <a:gd name="connsiteX0" fmla="*/ 0 w 6556"/>
                <a:gd name="connsiteY0" fmla="*/ 4918 h 4918"/>
                <a:gd name="connsiteX1" fmla="*/ 1639 w 6556"/>
                <a:gd name="connsiteY1" fmla="*/ 3279 h 4918"/>
                <a:gd name="connsiteX2" fmla="*/ 6557 w 6556"/>
                <a:gd name="connsiteY2" fmla="*/ 3279 h 4918"/>
                <a:gd name="connsiteX3" fmla="*/ 4918 w 6556"/>
                <a:gd name="connsiteY3" fmla="*/ 0 h 4918"/>
                <a:gd name="connsiteX4" fmla="*/ 1639 w 6556"/>
                <a:gd name="connsiteY4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6" h="4918">
                  <a:moveTo>
                    <a:pt x="0" y="4918"/>
                  </a:moveTo>
                  <a:lnTo>
                    <a:pt x="1639" y="3279"/>
                  </a:lnTo>
                  <a:lnTo>
                    <a:pt x="6557" y="3279"/>
                  </a:lnTo>
                  <a:lnTo>
                    <a:pt x="4918" y="0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66" name="Freeform 4265">
              <a:extLst>
                <a:ext uri="{FF2B5EF4-FFF2-40B4-BE49-F238E27FC236}">
                  <a16:creationId xmlns:a16="http://schemas.microsoft.com/office/drawing/2014/main" id="{342D1683-1762-EA43-9DEC-5098A29C8284}"/>
                </a:ext>
              </a:extLst>
            </p:cNvPr>
            <p:cNvSpPr/>
            <p:nvPr/>
          </p:nvSpPr>
          <p:spPr>
            <a:xfrm>
              <a:off x="10273029" y="4778828"/>
              <a:ext cx="3278" cy="6557"/>
            </a:xfrm>
            <a:custGeom>
              <a:avLst/>
              <a:gdLst>
                <a:gd name="connsiteX0" fmla="*/ 3279 w 3278"/>
                <a:gd name="connsiteY0" fmla="*/ 6557 h 6557"/>
                <a:gd name="connsiteX1" fmla="*/ 0 w 3278"/>
                <a:gd name="connsiteY1" fmla="*/ 3279 h 6557"/>
                <a:gd name="connsiteX2" fmla="*/ 1640 w 3278"/>
                <a:gd name="connsiteY2" fmla="*/ 0 h 6557"/>
                <a:gd name="connsiteX3" fmla="*/ 3279 w 3278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6557">
                  <a:moveTo>
                    <a:pt x="3279" y="6557"/>
                  </a:moveTo>
                  <a:lnTo>
                    <a:pt x="0" y="3279"/>
                  </a:lnTo>
                  <a:lnTo>
                    <a:pt x="1640" y="0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67" name="Freeform 4266">
              <a:extLst>
                <a:ext uri="{FF2B5EF4-FFF2-40B4-BE49-F238E27FC236}">
                  <a16:creationId xmlns:a16="http://schemas.microsoft.com/office/drawing/2014/main" id="{8FA9411A-1FA7-044F-BFD3-DF57AAFD6804}"/>
                </a:ext>
              </a:extLst>
            </p:cNvPr>
            <p:cNvSpPr/>
            <p:nvPr/>
          </p:nvSpPr>
          <p:spPr>
            <a:xfrm>
              <a:off x="7266486" y="2965722"/>
              <a:ext cx="6557" cy="18032"/>
            </a:xfrm>
            <a:custGeom>
              <a:avLst/>
              <a:gdLst>
                <a:gd name="connsiteX0" fmla="*/ 0 w 6557"/>
                <a:gd name="connsiteY0" fmla="*/ 1639 h 18032"/>
                <a:gd name="connsiteX1" fmla="*/ 0 w 6557"/>
                <a:gd name="connsiteY1" fmla="*/ 3279 h 18032"/>
                <a:gd name="connsiteX2" fmla="*/ 1639 w 6557"/>
                <a:gd name="connsiteY2" fmla="*/ 6557 h 18032"/>
                <a:gd name="connsiteX3" fmla="*/ 1639 w 6557"/>
                <a:gd name="connsiteY3" fmla="*/ 11476 h 18032"/>
                <a:gd name="connsiteX4" fmla="*/ 4918 w 6557"/>
                <a:gd name="connsiteY4" fmla="*/ 14754 h 18032"/>
                <a:gd name="connsiteX5" fmla="*/ 6557 w 6557"/>
                <a:gd name="connsiteY5" fmla="*/ 18033 h 18032"/>
                <a:gd name="connsiteX6" fmla="*/ 6557 w 6557"/>
                <a:gd name="connsiteY6" fmla="*/ 14754 h 18032"/>
                <a:gd name="connsiteX7" fmla="*/ 6557 w 6557"/>
                <a:gd name="connsiteY7" fmla="*/ 11476 h 18032"/>
                <a:gd name="connsiteX8" fmla="*/ 6557 w 6557"/>
                <a:gd name="connsiteY8" fmla="*/ 6557 h 18032"/>
                <a:gd name="connsiteX9" fmla="*/ 6557 w 6557"/>
                <a:gd name="connsiteY9" fmla="*/ 3279 h 18032"/>
                <a:gd name="connsiteX10" fmla="*/ 6557 w 6557"/>
                <a:gd name="connsiteY10" fmla="*/ 3279 h 18032"/>
                <a:gd name="connsiteX11" fmla="*/ 3279 w 6557"/>
                <a:gd name="connsiteY11" fmla="*/ 0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57" h="18032">
                  <a:moveTo>
                    <a:pt x="0" y="1639"/>
                  </a:moveTo>
                  <a:lnTo>
                    <a:pt x="0" y="3279"/>
                  </a:lnTo>
                  <a:lnTo>
                    <a:pt x="1639" y="6557"/>
                  </a:lnTo>
                  <a:lnTo>
                    <a:pt x="1639" y="11476"/>
                  </a:lnTo>
                  <a:lnTo>
                    <a:pt x="4918" y="14754"/>
                  </a:lnTo>
                  <a:lnTo>
                    <a:pt x="6557" y="18033"/>
                  </a:lnTo>
                  <a:lnTo>
                    <a:pt x="6557" y="14754"/>
                  </a:lnTo>
                  <a:lnTo>
                    <a:pt x="6557" y="11476"/>
                  </a:lnTo>
                  <a:lnTo>
                    <a:pt x="6557" y="6557"/>
                  </a:lnTo>
                  <a:lnTo>
                    <a:pt x="6557" y="3279"/>
                  </a:lnTo>
                  <a:lnTo>
                    <a:pt x="6557" y="327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68" name="Freeform 4267">
              <a:extLst>
                <a:ext uri="{FF2B5EF4-FFF2-40B4-BE49-F238E27FC236}">
                  <a16:creationId xmlns:a16="http://schemas.microsoft.com/office/drawing/2014/main" id="{453BEFEE-AFA9-4E49-8D8D-F968D25D4CD6}"/>
                </a:ext>
              </a:extLst>
            </p:cNvPr>
            <p:cNvSpPr/>
            <p:nvPr/>
          </p:nvSpPr>
          <p:spPr>
            <a:xfrm>
              <a:off x="6310753" y="2347692"/>
              <a:ext cx="8196" cy="6557"/>
            </a:xfrm>
            <a:custGeom>
              <a:avLst/>
              <a:gdLst>
                <a:gd name="connsiteX0" fmla="*/ 0 w 8196"/>
                <a:gd name="connsiteY0" fmla="*/ 6557 h 6557"/>
                <a:gd name="connsiteX1" fmla="*/ 0 w 8196"/>
                <a:gd name="connsiteY1" fmla="*/ 1639 h 6557"/>
                <a:gd name="connsiteX2" fmla="*/ 3278 w 8196"/>
                <a:gd name="connsiteY2" fmla="*/ 0 h 6557"/>
                <a:gd name="connsiteX3" fmla="*/ 6557 w 8196"/>
                <a:gd name="connsiteY3" fmla="*/ 0 h 6557"/>
                <a:gd name="connsiteX4" fmla="*/ 8197 w 8196"/>
                <a:gd name="connsiteY4" fmla="*/ 3279 h 6557"/>
                <a:gd name="connsiteX5" fmla="*/ 4918 w 8196"/>
                <a:gd name="connsiteY5" fmla="*/ 4918 h 6557"/>
                <a:gd name="connsiteX6" fmla="*/ 1639 w 8196"/>
                <a:gd name="connsiteY6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6557">
                  <a:moveTo>
                    <a:pt x="0" y="6557"/>
                  </a:moveTo>
                  <a:lnTo>
                    <a:pt x="0" y="1639"/>
                  </a:lnTo>
                  <a:lnTo>
                    <a:pt x="3278" y="0"/>
                  </a:lnTo>
                  <a:lnTo>
                    <a:pt x="6557" y="0"/>
                  </a:lnTo>
                  <a:lnTo>
                    <a:pt x="8197" y="3279"/>
                  </a:lnTo>
                  <a:lnTo>
                    <a:pt x="4918" y="4918"/>
                  </a:lnTo>
                  <a:lnTo>
                    <a:pt x="163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69" name="Freeform 4268">
              <a:extLst>
                <a:ext uri="{FF2B5EF4-FFF2-40B4-BE49-F238E27FC236}">
                  <a16:creationId xmlns:a16="http://schemas.microsoft.com/office/drawing/2014/main" id="{5E9DC68C-F121-7B4C-BA74-01FC010010D5}"/>
                </a:ext>
              </a:extLst>
            </p:cNvPr>
            <p:cNvSpPr/>
            <p:nvPr/>
          </p:nvSpPr>
          <p:spPr>
            <a:xfrm>
              <a:off x="6374687" y="2329659"/>
              <a:ext cx="3278" cy="3278"/>
            </a:xfrm>
            <a:custGeom>
              <a:avLst/>
              <a:gdLst>
                <a:gd name="connsiteX0" fmla="*/ 1639 w 3278"/>
                <a:gd name="connsiteY0" fmla="*/ 3279 h 3278"/>
                <a:gd name="connsiteX1" fmla="*/ 0 w 3278"/>
                <a:gd name="connsiteY1" fmla="*/ 0 h 3278"/>
                <a:gd name="connsiteX2" fmla="*/ 3279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1639" y="3279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70" name="Freeform 4269">
              <a:extLst>
                <a:ext uri="{FF2B5EF4-FFF2-40B4-BE49-F238E27FC236}">
                  <a16:creationId xmlns:a16="http://schemas.microsoft.com/office/drawing/2014/main" id="{E9BEFAED-CA94-BD43-B5F0-0B560EA93B6D}"/>
                </a:ext>
              </a:extLst>
            </p:cNvPr>
            <p:cNvSpPr/>
            <p:nvPr/>
          </p:nvSpPr>
          <p:spPr>
            <a:xfrm>
              <a:off x="-120364" y="1773924"/>
              <a:ext cx="72130" cy="31147"/>
            </a:xfrm>
            <a:custGeom>
              <a:avLst/>
              <a:gdLst>
                <a:gd name="connsiteX0" fmla="*/ 72131 w 72130"/>
                <a:gd name="connsiteY0" fmla="*/ 1639 h 31147"/>
                <a:gd name="connsiteX1" fmla="*/ 72131 w 72130"/>
                <a:gd name="connsiteY1" fmla="*/ 1639 h 31147"/>
                <a:gd name="connsiteX2" fmla="*/ 67213 w 72130"/>
                <a:gd name="connsiteY2" fmla="*/ 0 h 31147"/>
                <a:gd name="connsiteX3" fmla="*/ 63934 w 72130"/>
                <a:gd name="connsiteY3" fmla="*/ 0 h 31147"/>
                <a:gd name="connsiteX4" fmla="*/ 60655 w 72130"/>
                <a:gd name="connsiteY4" fmla="*/ 1639 h 31147"/>
                <a:gd name="connsiteX5" fmla="*/ 55737 w 72130"/>
                <a:gd name="connsiteY5" fmla="*/ 1639 h 31147"/>
                <a:gd name="connsiteX6" fmla="*/ 52459 w 72130"/>
                <a:gd name="connsiteY6" fmla="*/ 3279 h 31147"/>
                <a:gd name="connsiteX7" fmla="*/ 49180 w 72130"/>
                <a:gd name="connsiteY7" fmla="*/ 4918 h 31147"/>
                <a:gd name="connsiteX8" fmla="*/ 44262 w 72130"/>
                <a:gd name="connsiteY8" fmla="*/ 8197 h 31147"/>
                <a:gd name="connsiteX9" fmla="*/ 42623 w 72130"/>
                <a:gd name="connsiteY9" fmla="*/ 13115 h 31147"/>
                <a:gd name="connsiteX10" fmla="*/ 37705 w 72130"/>
                <a:gd name="connsiteY10" fmla="*/ 13115 h 31147"/>
                <a:gd name="connsiteX11" fmla="*/ 34426 w 72130"/>
                <a:gd name="connsiteY11" fmla="*/ 11475 h 31147"/>
                <a:gd name="connsiteX12" fmla="*/ 29508 w 72130"/>
                <a:gd name="connsiteY12" fmla="*/ 14754 h 31147"/>
                <a:gd name="connsiteX13" fmla="*/ 26229 w 72130"/>
                <a:gd name="connsiteY13" fmla="*/ 16393 h 31147"/>
                <a:gd name="connsiteX14" fmla="*/ 22951 w 72130"/>
                <a:gd name="connsiteY14" fmla="*/ 18033 h 31147"/>
                <a:gd name="connsiteX15" fmla="*/ 18033 w 72130"/>
                <a:gd name="connsiteY15" fmla="*/ 21311 h 31147"/>
                <a:gd name="connsiteX16" fmla="*/ 14754 w 72130"/>
                <a:gd name="connsiteY16" fmla="*/ 22951 h 31147"/>
                <a:gd name="connsiteX17" fmla="*/ 11475 w 72130"/>
                <a:gd name="connsiteY17" fmla="*/ 26229 h 31147"/>
                <a:gd name="connsiteX18" fmla="*/ 6557 w 72130"/>
                <a:gd name="connsiteY18" fmla="*/ 26229 h 31147"/>
                <a:gd name="connsiteX19" fmla="*/ 3279 w 72130"/>
                <a:gd name="connsiteY19" fmla="*/ 29508 h 31147"/>
                <a:gd name="connsiteX20" fmla="*/ 0 w 72130"/>
                <a:gd name="connsiteY20" fmla="*/ 31148 h 31147"/>
                <a:gd name="connsiteX21" fmla="*/ 3279 w 72130"/>
                <a:gd name="connsiteY21" fmla="*/ 29508 h 31147"/>
                <a:gd name="connsiteX22" fmla="*/ 6557 w 72130"/>
                <a:gd name="connsiteY22" fmla="*/ 27869 h 31147"/>
                <a:gd name="connsiteX23" fmla="*/ 11475 w 72130"/>
                <a:gd name="connsiteY23" fmla="*/ 26229 h 31147"/>
                <a:gd name="connsiteX24" fmla="*/ 14754 w 72130"/>
                <a:gd name="connsiteY24" fmla="*/ 24590 h 31147"/>
                <a:gd name="connsiteX25" fmla="*/ 19672 w 72130"/>
                <a:gd name="connsiteY25" fmla="*/ 24590 h 31147"/>
                <a:gd name="connsiteX26" fmla="*/ 22951 w 72130"/>
                <a:gd name="connsiteY26" fmla="*/ 22951 h 31147"/>
                <a:gd name="connsiteX27" fmla="*/ 26229 w 72130"/>
                <a:gd name="connsiteY27" fmla="*/ 21311 h 31147"/>
                <a:gd name="connsiteX28" fmla="*/ 29508 w 72130"/>
                <a:gd name="connsiteY28" fmla="*/ 21311 h 31147"/>
                <a:gd name="connsiteX29" fmla="*/ 34426 w 72130"/>
                <a:gd name="connsiteY29" fmla="*/ 18033 h 31147"/>
                <a:gd name="connsiteX30" fmla="*/ 37705 w 72130"/>
                <a:gd name="connsiteY30" fmla="*/ 16393 h 31147"/>
                <a:gd name="connsiteX31" fmla="*/ 40983 w 72130"/>
                <a:gd name="connsiteY31" fmla="*/ 14754 h 31147"/>
                <a:gd name="connsiteX32" fmla="*/ 45901 w 72130"/>
                <a:gd name="connsiteY32" fmla="*/ 13115 h 31147"/>
                <a:gd name="connsiteX33" fmla="*/ 49180 w 72130"/>
                <a:gd name="connsiteY33" fmla="*/ 11475 h 31147"/>
                <a:gd name="connsiteX34" fmla="*/ 52459 w 72130"/>
                <a:gd name="connsiteY34" fmla="*/ 11475 h 31147"/>
                <a:gd name="connsiteX35" fmla="*/ 57377 w 72130"/>
                <a:gd name="connsiteY35" fmla="*/ 9836 h 31147"/>
                <a:gd name="connsiteX36" fmla="*/ 60655 w 72130"/>
                <a:gd name="connsiteY36" fmla="*/ 8197 h 31147"/>
                <a:gd name="connsiteX37" fmla="*/ 63934 w 72130"/>
                <a:gd name="connsiteY37" fmla="*/ 8197 h 31147"/>
                <a:gd name="connsiteX38" fmla="*/ 68852 w 72130"/>
                <a:gd name="connsiteY38" fmla="*/ 4918 h 3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2130" h="31147">
                  <a:moveTo>
                    <a:pt x="72131" y="1639"/>
                  </a:moveTo>
                  <a:lnTo>
                    <a:pt x="72131" y="1639"/>
                  </a:lnTo>
                  <a:lnTo>
                    <a:pt x="67213" y="0"/>
                  </a:lnTo>
                  <a:lnTo>
                    <a:pt x="63934" y="0"/>
                  </a:lnTo>
                  <a:lnTo>
                    <a:pt x="60655" y="1639"/>
                  </a:lnTo>
                  <a:lnTo>
                    <a:pt x="55737" y="1639"/>
                  </a:lnTo>
                  <a:lnTo>
                    <a:pt x="52459" y="3279"/>
                  </a:lnTo>
                  <a:lnTo>
                    <a:pt x="49180" y="4918"/>
                  </a:lnTo>
                  <a:lnTo>
                    <a:pt x="44262" y="8197"/>
                  </a:lnTo>
                  <a:lnTo>
                    <a:pt x="42623" y="13115"/>
                  </a:lnTo>
                  <a:lnTo>
                    <a:pt x="37705" y="13115"/>
                  </a:lnTo>
                  <a:lnTo>
                    <a:pt x="34426" y="11475"/>
                  </a:lnTo>
                  <a:lnTo>
                    <a:pt x="29508" y="14754"/>
                  </a:lnTo>
                  <a:lnTo>
                    <a:pt x="26229" y="16393"/>
                  </a:lnTo>
                  <a:lnTo>
                    <a:pt x="22951" y="18033"/>
                  </a:lnTo>
                  <a:lnTo>
                    <a:pt x="18033" y="21311"/>
                  </a:lnTo>
                  <a:lnTo>
                    <a:pt x="14754" y="22951"/>
                  </a:lnTo>
                  <a:lnTo>
                    <a:pt x="11475" y="26229"/>
                  </a:lnTo>
                  <a:lnTo>
                    <a:pt x="6557" y="26229"/>
                  </a:lnTo>
                  <a:lnTo>
                    <a:pt x="3279" y="29508"/>
                  </a:lnTo>
                  <a:lnTo>
                    <a:pt x="0" y="31148"/>
                  </a:lnTo>
                  <a:lnTo>
                    <a:pt x="3279" y="29508"/>
                  </a:lnTo>
                  <a:lnTo>
                    <a:pt x="6557" y="27869"/>
                  </a:lnTo>
                  <a:lnTo>
                    <a:pt x="11475" y="26229"/>
                  </a:lnTo>
                  <a:lnTo>
                    <a:pt x="14754" y="24590"/>
                  </a:lnTo>
                  <a:lnTo>
                    <a:pt x="19672" y="24590"/>
                  </a:lnTo>
                  <a:lnTo>
                    <a:pt x="22951" y="22951"/>
                  </a:lnTo>
                  <a:lnTo>
                    <a:pt x="26229" y="21311"/>
                  </a:lnTo>
                  <a:lnTo>
                    <a:pt x="29508" y="21311"/>
                  </a:lnTo>
                  <a:lnTo>
                    <a:pt x="34426" y="18033"/>
                  </a:lnTo>
                  <a:lnTo>
                    <a:pt x="37705" y="16393"/>
                  </a:lnTo>
                  <a:lnTo>
                    <a:pt x="40983" y="14754"/>
                  </a:lnTo>
                  <a:lnTo>
                    <a:pt x="45901" y="13115"/>
                  </a:lnTo>
                  <a:lnTo>
                    <a:pt x="49180" y="11475"/>
                  </a:lnTo>
                  <a:lnTo>
                    <a:pt x="52459" y="11475"/>
                  </a:lnTo>
                  <a:lnTo>
                    <a:pt x="57377" y="9836"/>
                  </a:lnTo>
                  <a:lnTo>
                    <a:pt x="60655" y="8197"/>
                  </a:lnTo>
                  <a:lnTo>
                    <a:pt x="63934" y="8197"/>
                  </a:lnTo>
                  <a:lnTo>
                    <a:pt x="68852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71" name="Freeform 4270">
              <a:extLst>
                <a:ext uri="{FF2B5EF4-FFF2-40B4-BE49-F238E27FC236}">
                  <a16:creationId xmlns:a16="http://schemas.microsoft.com/office/drawing/2014/main" id="{99E6B8C6-9329-7945-BFA3-8AAC42F79B8D}"/>
                </a:ext>
              </a:extLst>
            </p:cNvPr>
            <p:cNvSpPr/>
            <p:nvPr/>
          </p:nvSpPr>
          <p:spPr>
            <a:xfrm>
              <a:off x="-58070" y="1754252"/>
              <a:ext cx="78688" cy="32786"/>
            </a:xfrm>
            <a:custGeom>
              <a:avLst/>
              <a:gdLst>
                <a:gd name="connsiteX0" fmla="*/ 3279 w 78688"/>
                <a:gd name="connsiteY0" fmla="*/ 32787 h 32786"/>
                <a:gd name="connsiteX1" fmla="*/ 4918 w 78688"/>
                <a:gd name="connsiteY1" fmla="*/ 31147 h 32786"/>
                <a:gd name="connsiteX2" fmla="*/ 8197 w 78688"/>
                <a:gd name="connsiteY2" fmla="*/ 32787 h 32786"/>
                <a:gd name="connsiteX3" fmla="*/ 11475 w 78688"/>
                <a:gd name="connsiteY3" fmla="*/ 29508 h 32786"/>
                <a:gd name="connsiteX4" fmla="*/ 14754 w 78688"/>
                <a:gd name="connsiteY4" fmla="*/ 27869 h 32786"/>
                <a:gd name="connsiteX5" fmla="*/ 19672 w 78688"/>
                <a:gd name="connsiteY5" fmla="*/ 27869 h 32786"/>
                <a:gd name="connsiteX6" fmla="*/ 22951 w 78688"/>
                <a:gd name="connsiteY6" fmla="*/ 26229 h 32786"/>
                <a:gd name="connsiteX7" fmla="*/ 27869 w 78688"/>
                <a:gd name="connsiteY7" fmla="*/ 26229 h 32786"/>
                <a:gd name="connsiteX8" fmla="*/ 31147 w 78688"/>
                <a:gd name="connsiteY8" fmla="*/ 24590 h 32786"/>
                <a:gd name="connsiteX9" fmla="*/ 34426 w 78688"/>
                <a:gd name="connsiteY9" fmla="*/ 24590 h 32786"/>
                <a:gd name="connsiteX10" fmla="*/ 37705 w 78688"/>
                <a:gd name="connsiteY10" fmla="*/ 22951 h 32786"/>
                <a:gd name="connsiteX11" fmla="*/ 42623 w 78688"/>
                <a:gd name="connsiteY11" fmla="*/ 24590 h 32786"/>
                <a:gd name="connsiteX12" fmla="*/ 45901 w 78688"/>
                <a:gd name="connsiteY12" fmla="*/ 22951 h 32786"/>
                <a:gd name="connsiteX13" fmla="*/ 49180 w 78688"/>
                <a:gd name="connsiteY13" fmla="*/ 19672 h 32786"/>
                <a:gd name="connsiteX14" fmla="*/ 54098 w 78688"/>
                <a:gd name="connsiteY14" fmla="*/ 18033 h 32786"/>
                <a:gd name="connsiteX15" fmla="*/ 57377 w 78688"/>
                <a:gd name="connsiteY15" fmla="*/ 16393 h 32786"/>
                <a:gd name="connsiteX16" fmla="*/ 60655 w 78688"/>
                <a:gd name="connsiteY16" fmla="*/ 16393 h 32786"/>
                <a:gd name="connsiteX17" fmla="*/ 63934 w 78688"/>
                <a:gd name="connsiteY17" fmla="*/ 14754 h 32786"/>
                <a:gd name="connsiteX18" fmla="*/ 67213 w 78688"/>
                <a:gd name="connsiteY18" fmla="*/ 11475 h 32786"/>
                <a:gd name="connsiteX19" fmla="*/ 63934 w 78688"/>
                <a:gd name="connsiteY19" fmla="*/ 13115 h 32786"/>
                <a:gd name="connsiteX20" fmla="*/ 59016 w 78688"/>
                <a:gd name="connsiteY20" fmla="*/ 13115 h 32786"/>
                <a:gd name="connsiteX21" fmla="*/ 63934 w 78688"/>
                <a:gd name="connsiteY21" fmla="*/ 11475 h 32786"/>
                <a:gd name="connsiteX22" fmla="*/ 67213 w 78688"/>
                <a:gd name="connsiteY22" fmla="*/ 9836 h 32786"/>
                <a:gd name="connsiteX23" fmla="*/ 70491 w 78688"/>
                <a:gd name="connsiteY23" fmla="*/ 8197 h 32786"/>
                <a:gd name="connsiteX24" fmla="*/ 75409 w 78688"/>
                <a:gd name="connsiteY24" fmla="*/ 6557 h 32786"/>
                <a:gd name="connsiteX25" fmla="*/ 78688 w 78688"/>
                <a:gd name="connsiteY25" fmla="*/ 4918 h 32786"/>
                <a:gd name="connsiteX26" fmla="*/ 78688 w 78688"/>
                <a:gd name="connsiteY26" fmla="*/ 1639 h 32786"/>
                <a:gd name="connsiteX27" fmla="*/ 75409 w 78688"/>
                <a:gd name="connsiteY27" fmla="*/ 3279 h 32786"/>
                <a:gd name="connsiteX28" fmla="*/ 72131 w 78688"/>
                <a:gd name="connsiteY28" fmla="*/ 4918 h 32786"/>
                <a:gd name="connsiteX29" fmla="*/ 67213 w 78688"/>
                <a:gd name="connsiteY29" fmla="*/ 6557 h 32786"/>
                <a:gd name="connsiteX30" fmla="*/ 63934 w 78688"/>
                <a:gd name="connsiteY30" fmla="*/ 8197 h 32786"/>
                <a:gd name="connsiteX31" fmla="*/ 67213 w 78688"/>
                <a:gd name="connsiteY31" fmla="*/ 4918 h 32786"/>
                <a:gd name="connsiteX32" fmla="*/ 70491 w 78688"/>
                <a:gd name="connsiteY32" fmla="*/ 0 h 32786"/>
                <a:gd name="connsiteX33" fmla="*/ 67213 w 78688"/>
                <a:gd name="connsiteY33" fmla="*/ 0 h 32786"/>
                <a:gd name="connsiteX34" fmla="*/ 62295 w 78688"/>
                <a:gd name="connsiteY34" fmla="*/ 1639 h 32786"/>
                <a:gd name="connsiteX35" fmla="*/ 59016 w 78688"/>
                <a:gd name="connsiteY35" fmla="*/ 3279 h 32786"/>
                <a:gd name="connsiteX36" fmla="*/ 54098 w 78688"/>
                <a:gd name="connsiteY36" fmla="*/ 3279 h 32786"/>
                <a:gd name="connsiteX37" fmla="*/ 50819 w 78688"/>
                <a:gd name="connsiteY37" fmla="*/ 4918 h 32786"/>
                <a:gd name="connsiteX38" fmla="*/ 47541 w 78688"/>
                <a:gd name="connsiteY38" fmla="*/ 6557 h 32786"/>
                <a:gd name="connsiteX39" fmla="*/ 47541 w 78688"/>
                <a:gd name="connsiteY39" fmla="*/ 11475 h 32786"/>
                <a:gd name="connsiteX40" fmla="*/ 50819 w 78688"/>
                <a:gd name="connsiteY40" fmla="*/ 11475 h 32786"/>
                <a:gd name="connsiteX41" fmla="*/ 55737 w 78688"/>
                <a:gd name="connsiteY41" fmla="*/ 13115 h 32786"/>
                <a:gd name="connsiteX42" fmla="*/ 50819 w 78688"/>
                <a:gd name="connsiteY42" fmla="*/ 14754 h 32786"/>
                <a:gd name="connsiteX43" fmla="*/ 47541 w 78688"/>
                <a:gd name="connsiteY43" fmla="*/ 13115 h 32786"/>
                <a:gd name="connsiteX44" fmla="*/ 44262 w 78688"/>
                <a:gd name="connsiteY44" fmla="*/ 13115 h 32786"/>
                <a:gd name="connsiteX45" fmla="*/ 40983 w 78688"/>
                <a:gd name="connsiteY45" fmla="*/ 16393 h 32786"/>
                <a:gd name="connsiteX46" fmla="*/ 36065 w 78688"/>
                <a:gd name="connsiteY46" fmla="*/ 16393 h 32786"/>
                <a:gd name="connsiteX47" fmla="*/ 37705 w 78688"/>
                <a:gd name="connsiteY47" fmla="*/ 21311 h 32786"/>
                <a:gd name="connsiteX48" fmla="*/ 32787 w 78688"/>
                <a:gd name="connsiteY48" fmla="*/ 21311 h 32786"/>
                <a:gd name="connsiteX49" fmla="*/ 29508 w 78688"/>
                <a:gd name="connsiteY49" fmla="*/ 22951 h 32786"/>
                <a:gd name="connsiteX50" fmla="*/ 26229 w 78688"/>
                <a:gd name="connsiteY50" fmla="*/ 22951 h 32786"/>
                <a:gd name="connsiteX51" fmla="*/ 21311 w 78688"/>
                <a:gd name="connsiteY51" fmla="*/ 24590 h 32786"/>
                <a:gd name="connsiteX52" fmla="*/ 18033 w 78688"/>
                <a:gd name="connsiteY52" fmla="*/ 24590 h 32786"/>
                <a:gd name="connsiteX53" fmla="*/ 14754 w 78688"/>
                <a:gd name="connsiteY53" fmla="*/ 26229 h 32786"/>
                <a:gd name="connsiteX54" fmla="*/ 11475 w 78688"/>
                <a:gd name="connsiteY54" fmla="*/ 27869 h 32786"/>
                <a:gd name="connsiteX55" fmla="*/ 6557 w 78688"/>
                <a:gd name="connsiteY55" fmla="*/ 27869 h 32786"/>
                <a:gd name="connsiteX56" fmla="*/ 3279 w 78688"/>
                <a:gd name="connsiteY56" fmla="*/ 27869 h 32786"/>
                <a:gd name="connsiteX57" fmla="*/ 0 w 78688"/>
                <a:gd name="connsiteY57" fmla="*/ 31147 h 3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78688" h="32786">
                  <a:moveTo>
                    <a:pt x="3279" y="32787"/>
                  </a:moveTo>
                  <a:lnTo>
                    <a:pt x="4918" y="31147"/>
                  </a:lnTo>
                  <a:lnTo>
                    <a:pt x="8197" y="32787"/>
                  </a:lnTo>
                  <a:lnTo>
                    <a:pt x="11475" y="29508"/>
                  </a:lnTo>
                  <a:lnTo>
                    <a:pt x="14754" y="27869"/>
                  </a:lnTo>
                  <a:lnTo>
                    <a:pt x="19672" y="27869"/>
                  </a:lnTo>
                  <a:lnTo>
                    <a:pt x="22951" y="26229"/>
                  </a:lnTo>
                  <a:lnTo>
                    <a:pt x="27869" y="26229"/>
                  </a:lnTo>
                  <a:lnTo>
                    <a:pt x="31147" y="24590"/>
                  </a:lnTo>
                  <a:lnTo>
                    <a:pt x="34426" y="24590"/>
                  </a:lnTo>
                  <a:lnTo>
                    <a:pt x="37705" y="22951"/>
                  </a:lnTo>
                  <a:lnTo>
                    <a:pt x="42623" y="24590"/>
                  </a:lnTo>
                  <a:lnTo>
                    <a:pt x="45901" y="22951"/>
                  </a:lnTo>
                  <a:lnTo>
                    <a:pt x="49180" y="19672"/>
                  </a:lnTo>
                  <a:lnTo>
                    <a:pt x="54098" y="18033"/>
                  </a:lnTo>
                  <a:lnTo>
                    <a:pt x="57377" y="16393"/>
                  </a:lnTo>
                  <a:lnTo>
                    <a:pt x="60655" y="16393"/>
                  </a:lnTo>
                  <a:lnTo>
                    <a:pt x="63934" y="14754"/>
                  </a:lnTo>
                  <a:lnTo>
                    <a:pt x="67213" y="11475"/>
                  </a:lnTo>
                  <a:lnTo>
                    <a:pt x="63934" y="13115"/>
                  </a:lnTo>
                  <a:lnTo>
                    <a:pt x="59016" y="13115"/>
                  </a:lnTo>
                  <a:lnTo>
                    <a:pt x="63934" y="11475"/>
                  </a:lnTo>
                  <a:lnTo>
                    <a:pt x="67213" y="9836"/>
                  </a:lnTo>
                  <a:lnTo>
                    <a:pt x="70491" y="8197"/>
                  </a:lnTo>
                  <a:lnTo>
                    <a:pt x="75409" y="6557"/>
                  </a:lnTo>
                  <a:lnTo>
                    <a:pt x="78688" y="4918"/>
                  </a:lnTo>
                  <a:lnTo>
                    <a:pt x="78688" y="1639"/>
                  </a:lnTo>
                  <a:lnTo>
                    <a:pt x="75409" y="3279"/>
                  </a:lnTo>
                  <a:lnTo>
                    <a:pt x="72131" y="4918"/>
                  </a:lnTo>
                  <a:lnTo>
                    <a:pt x="67213" y="6557"/>
                  </a:lnTo>
                  <a:lnTo>
                    <a:pt x="63934" y="8197"/>
                  </a:lnTo>
                  <a:lnTo>
                    <a:pt x="67213" y="4918"/>
                  </a:lnTo>
                  <a:lnTo>
                    <a:pt x="70491" y="0"/>
                  </a:lnTo>
                  <a:lnTo>
                    <a:pt x="67213" y="0"/>
                  </a:lnTo>
                  <a:lnTo>
                    <a:pt x="62295" y="1639"/>
                  </a:lnTo>
                  <a:lnTo>
                    <a:pt x="59016" y="3279"/>
                  </a:lnTo>
                  <a:lnTo>
                    <a:pt x="54098" y="3279"/>
                  </a:lnTo>
                  <a:lnTo>
                    <a:pt x="50819" y="4918"/>
                  </a:lnTo>
                  <a:lnTo>
                    <a:pt x="47541" y="6557"/>
                  </a:lnTo>
                  <a:lnTo>
                    <a:pt x="47541" y="11475"/>
                  </a:lnTo>
                  <a:lnTo>
                    <a:pt x="50819" y="11475"/>
                  </a:lnTo>
                  <a:lnTo>
                    <a:pt x="55737" y="13115"/>
                  </a:lnTo>
                  <a:lnTo>
                    <a:pt x="50819" y="14754"/>
                  </a:lnTo>
                  <a:lnTo>
                    <a:pt x="47541" y="13115"/>
                  </a:lnTo>
                  <a:lnTo>
                    <a:pt x="44262" y="13115"/>
                  </a:lnTo>
                  <a:lnTo>
                    <a:pt x="40983" y="16393"/>
                  </a:lnTo>
                  <a:lnTo>
                    <a:pt x="36065" y="16393"/>
                  </a:lnTo>
                  <a:lnTo>
                    <a:pt x="37705" y="21311"/>
                  </a:lnTo>
                  <a:lnTo>
                    <a:pt x="32787" y="21311"/>
                  </a:lnTo>
                  <a:lnTo>
                    <a:pt x="29508" y="22951"/>
                  </a:lnTo>
                  <a:lnTo>
                    <a:pt x="26229" y="22951"/>
                  </a:lnTo>
                  <a:lnTo>
                    <a:pt x="21311" y="24590"/>
                  </a:lnTo>
                  <a:lnTo>
                    <a:pt x="18033" y="24590"/>
                  </a:lnTo>
                  <a:lnTo>
                    <a:pt x="14754" y="26229"/>
                  </a:lnTo>
                  <a:lnTo>
                    <a:pt x="11475" y="27869"/>
                  </a:lnTo>
                  <a:lnTo>
                    <a:pt x="6557" y="27869"/>
                  </a:lnTo>
                  <a:lnTo>
                    <a:pt x="3279" y="27869"/>
                  </a:lnTo>
                  <a:lnTo>
                    <a:pt x="0" y="3114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72" name="Freeform 4271">
              <a:extLst>
                <a:ext uri="{FF2B5EF4-FFF2-40B4-BE49-F238E27FC236}">
                  <a16:creationId xmlns:a16="http://schemas.microsoft.com/office/drawing/2014/main" id="{BE942F1C-87DB-894B-8551-D6578E58F716}"/>
                </a:ext>
              </a:extLst>
            </p:cNvPr>
            <p:cNvSpPr/>
            <p:nvPr/>
          </p:nvSpPr>
          <p:spPr>
            <a:xfrm>
              <a:off x="12421" y="1762449"/>
              <a:ext cx="9836" cy="4918"/>
            </a:xfrm>
            <a:custGeom>
              <a:avLst/>
              <a:gdLst>
                <a:gd name="connsiteX0" fmla="*/ 0 w 9836"/>
                <a:gd name="connsiteY0" fmla="*/ 4918 h 4918"/>
                <a:gd name="connsiteX1" fmla="*/ 1639 w 9836"/>
                <a:gd name="connsiteY1" fmla="*/ 4918 h 4918"/>
                <a:gd name="connsiteX2" fmla="*/ 6557 w 9836"/>
                <a:gd name="connsiteY2" fmla="*/ 1639 h 4918"/>
                <a:gd name="connsiteX3" fmla="*/ 9836 w 9836"/>
                <a:gd name="connsiteY3" fmla="*/ 0 h 4918"/>
                <a:gd name="connsiteX4" fmla="*/ 6557 w 9836"/>
                <a:gd name="connsiteY4" fmla="*/ 0 h 4918"/>
                <a:gd name="connsiteX5" fmla="*/ 1639 w 9836"/>
                <a:gd name="connsiteY5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6" h="4918">
                  <a:moveTo>
                    <a:pt x="0" y="4918"/>
                  </a:moveTo>
                  <a:lnTo>
                    <a:pt x="1639" y="4918"/>
                  </a:lnTo>
                  <a:lnTo>
                    <a:pt x="6557" y="1639"/>
                  </a:lnTo>
                  <a:lnTo>
                    <a:pt x="9836" y="0"/>
                  </a:lnTo>
                  <a:lnTo>
                    <a:pt x="6557" y="0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73" name="Freeform 4272">
              <a:extLst>
                <a:ext uri="{FF2B5EF4-FFF2-40B4-BE49-F238E27FC236}">
                  <a16:creationId xmlns:a16="http://schemas.microsoft.com/office/drawing/2014/main" id="{F52EE98A-4A77-A14F-B996-6913C4147EB8}"/>
                </a:ext>
              </a:extLst>
            </p:cNvPr>
            <p:cNvSpPr/>
            <p:nvPr/>
          </p:nvSpPr>
          <p:spPr>
            <a:xfrm>
              <a:off x="33732" y="1746055"/>
              <a:ext cx="16393" cy="8196"/>
            </a:xfrm>
            <a:custGeom>
              <a:avLst/>
              <a:gdLst>
                <a:gd name="connsiteX0" fmla="*/ 4918 w 16393"/>
                <a:gd name="connsiteY0" fmla="*/ 8197 h 8196"/>
                <a:gd name="connsiteX1" fmla="*/ 4918 w 16393"/>
                <a:gd name="connsiteY1" fmla="*/ 8197 h 8196"/>
                <a:gd name="connsiteX2" fmla="*/ 8197 w 16393"/>
                <a:gd name="connsiteY2" fmla="*/ 6557 h 8196"/>
                <a:gd name="connsiteX3" fmla="*/ 13115 w 16393"/>
                <a:gd name="connsiteY3" fmla="*/ 4918 h 8196"/>
                <a:gd name="connsiteX4" fmla="*/ 16393 w 16393"/>
                <a:gd name="connsiteY4" fmla="*/ 3279 h 8196"/>
                <a:gd name="connsiteX5" fmla="*/ 13115 w 16393"/>
                <a:gd name="connsiteY5" fmla="*/ 4918 h 8196"/>
                <a:gd name="connsiteX6" fmla="*/ 13115 w 16393"/>
                <a:gd name="connsiteY6" fmla="*/ 0 h 8196"/>
                <a:gd name="connsiteX7" fmla="*/ 9836 w 16393"/>
                <a:gd name="connsiteY7" fmla="*/ 0 h 8196"/>
                <a:gd name="connsiteX8" fmla="*/ 6557 w 16393"/>
                <a:gd name="connsiteY8" fmla="*/ 1639 h 8196"/>
                <a:gd name="connsiteX9" fmla="*/ 1639 w 16393"/>
                <a:gd name="connsiteY9" fmla="*/ 3279 h 8196"/>
                <a:gd name="connsiteX10" fmla="*/ 0 w 16393"/>
                <a:gd name="connsiteY10" fmla="*/ 819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93" h="8196">
                  <a:moveTo>
                    <a:pt x="4918" y="8197"/>
                  </a:moveTo>
                  <a:lnTo>
                    <a:pt x="4918" y="8197"/>
                  </a:lnTo>
                  <a:lnTo>
                    <a:pt x="8197" y="6557"/>
                  </a:lnTo>
                  <a:lnTo>
                    <a:pt x="13115" y="4918"/>
                  </a:lnTo>
                  <a:lnTo>
                    <a:pt x="16393" y="3279"/>
                  </a:lnTo>
                  <a:lnTo>
                    <a:pt x="13115" y="4918"/>
                  </a:lnTo>
                  <a:lnTo>
                    <a:pt x="13115" y="0"/>
                  </a:lnTo>
                  <a:lnTo>
                    <a:pt x="9836" y="0"/>
                  </a:lnTo>
                  <a:lnTo>
                    <a:pt x="6557" y="1639"/>
                  </a:lnTo>
                  <a:lnTo>
                    <a:pt x="1639" y="3279"/>
                  </a:lnTo>
                  <a:lnTo>
                    <a:pt x="0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74" name="Freeform 4273">
              <a:extLst>
                <a:ext uri="{FF2B5EF4-FFF2-40B4-BE49-F238E27FC236}">
                  <a16:creationId xmlns:a16="http://schemas.microsoft.com/office/drawing/2014/main" id="{C7D6B92C-AB99-0348-AAC3-F2F13AFA04AC}"/>
                </a:ext>
              </a:extLst>
            </p:cNvPr>
            <p:cNvSpPr/>
            <p:nvPr/>
          </p:nvSpPr>
          <p:spPr>
            <a:xfrm>
              <a:off x="53404" y="1742777"/>
              <a:ext cx="9836" cy="8196"/>
            </a:xfrm>
            <a:custGeom>
              <a:avLst/>
              <a:gdLst>
                <a:gd name="connsiteX0" fmla="*/ 0 w 9836"/>
                <a:gd name="connsiteY0" fmla="*/ 8197 h 8196"/>
                <a:gd name="connsiteX1" fmla="*/ 1639 w 9836"/>
                <a:gd name="connsiteY1" fmla="*/ 6557 h 8196"/>
                <a:gd name="connsiteX2" fmla="*/ 4918 w 9836"/>
                <a:gd name="connsiteY2" fmla="*/ 3279 h 8196"/>
                <a:gd name="connsiteX3" fmla="*/ 9836 w 9836"/>
                <a:gd name="connsiteY3" fmla="*/ 0 h 8196"/>
                <a:gd name="connsiteX4" fmla="*/ 4918 w 9836"/>
                <a:gd name="connsiteY4" fmla="*/ 0 h 8196"/>
                <a:gd name="connsiteX5" fmla="*/ 1639 w 9836"/>
                <a:gd name="connsiteY5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6" h="8196">
                  <a:moveTo>
                    <a:pt x="0" y="8197"/>
                  </a:moveTo>
                  <a:lnTo>
                    <a:pt x="1639" y="6557"/>
                  </a:lnTo>
                  <a:lnTo>
                    <a:pt x="4918" y="3279"/>
                  </a:lnTo>
                  <a:lnTo>
                    <a:pt x="9836" y="0"/>
                  </a:lnTo>
                  <a:lnTo>
                    <a:pt x="4918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75" name="Freeform 4274">
              <a:extLst>
                <a:ext uri="{FF2B5EF4-FFF2-40B4-BE49-F238E27FC236}">
                  <a16:creationId xmlns:a16="http://schemas.microsoft.com/office/drawing/2014/main" id="{4A2A2420-15D4-3F4A-907B-A841C997F5D4}"/>
                </a:ext>
              </a:extLst>
            </p:cNvPr>
            <p:cNvSpPr/>
            <p:nvPr/>
          </p:nvSpPr>
          <p:spPr>
            <a:xfrm>
              <a:off x="55044" y="1750973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76" name="Freeform 4275">
              <a:extLst>
                <a:ext uri="{FF2B5EF4-FFF2-40B4-BE49-F238E27FC236}">
                  <a16:creationId xmlns:a16="http://schemas.microsoft.com/office/drawing/2014/main" id="{FFFD5DB0-10F5-8945-8E1C-0F570384F10F}"/>
                </a:ext>
              </a:extLst>
            </p:cNvPr>
            <p:cNvSpPr/>
            <p:nvPr/>
          </p:nvSpPr>
          <p:spPr>
            <a:xfrm>
              <a:off x="64880" y="1750973"/>
              <a:ext cx="8196" cy="1639"/>
            </a:xfrm>
            <a:custGeom>
              <a:avLst/>
              <a:gdLst>
                <a:gd name="connsiteX0" fmla="*/ 8197 w 8196"/>
                <a:gd name="connsiteY0" fmla="*/ 0 h 1639"/>
                <a:gd name="connsiteX1" fmla="*/ 3279 w 8196"/>
                <a:gd name="connsiteY1" fmla="*/ 0 h 1639"/>
                <a:gd name="connsiteX2" fmla="*/ 0 w 8196"/>
                <a:gd name="connsiteY2" fmla="*/ 1639 h 1639"/>
                <a:gd name="connsiteX3" fmla="*/ 3279 w 8196"/>
                <a:gd name="connsiteY3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8197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77" name="Freeform 4276">
              <a:extLst>
                <a:ext uri="{FF2B5EF4-FFF2-40B4-BE49-F238E27FC236}">
                  <a16:creationId xmlns:a16="http://schemas.microsoft.com/office/drawing/2014/main" id="{5765CF06-2D70-7A45-8113-726B283E81BD}"/>
                </a:ext>
              </a:extLst>
            </p:cNvPr>
            <p:cNvSpPr/>
            <p:nvPr/>
          </p:nvSpPr>
          <p:spPr>
            <a:xfrm>
              <a:off x="996023" y="2619822"/>
              <a:ext cx="6557" cy="6557"/>
            </a:xfrm>
            <a:custGeom>
              <a:avLst/>
              <a:gdLst>
                <a:gd name="connsiteX0" fmla="*/ 6557 w 6557"/>
                <a:gd name="connsiteY0" fmla="*/ 4918 h 6557"/>
                <a:gd name="connsiteX1" fmla="*/ 6557 w 6557"/>
                <a:gd name="connsiteY1" fmla="*/ 3279 h 6557"/>
                <a:gd name="connsiteX2" fmla="*/ 6557 w 6557"/>
                <a:gd name="connsiteY2" fmla="*/ 0 h 6557"/>
                <a:gd name="connsiteX3" fmla="*/ 3279 w 6557"/>
                <a:gd name="connsiteY3" fmla="*/ 0 h 6557"/>
                <a:gd name="connsiteX4" fmla="*/ 0 w 6557"/>
                <a:gd name="connsiteY4" fmla="*/ 1639 h 6557"/>
                <a:gd name="connsiteX5" fmla="*/ 3279 w 6557"/>
                <a:gd name="connsiteY5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6557">
                  <a:moveTo>
                    <a:pt x="6557" y="4918"/>
                  </a:moveTo>
                  <a:lnTo>
                    <a:pt x="6557" y="3279"/>
                  </a:lnTo>
                  <a:lnTo>
                    <a:pt x="655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78" name="Freeform 4277">
              <a:extLst>
                <a:ext uri="{FF2B5EF4-FFF2-40B4-BE49-F238E27FC236}">
                  <a16:creationId xmlns:a16="http://schemas.microsoft.com/office/drawing/2014/main" id="{C8659EDE-1466-7648-8BE6-542A2E0A3E4D}"/>
                </a:ext>
              </a:extLst>
            </p:cNvPr>
            <p:cNvSpPr/>
            <p:nvPr/>
          </p:nvSpPr>
          <p:spPr>
            <a:xfrm>
              <a:off x="1009138" y="2618182"/>
              <a:ext cx="11475" cy="4918"/>
            </a:xfrm>
            <a:custGeom>
              <a:avLst/>
              <a:gdLst>
                <a:gd name="connsiteX0" fmla="*/ 0 w 11475"/>
                <a:gd name="connsiteY0" fmla="*/ 0 h 4918"/>
                <a:gd name="connsiteX1" fmla="*/ 0 w 11475"/>
                <a:gd name="connsiteY1" fmla="*/ 1639 h 4918"/>
                <a:gd name="connsiteX2" fmla="*/ 0 w 11475"/>
                <a:gd name="connsiteY2" fmla="*/ 4918 h 4918"/>
                <a:gd name="connsiteX3" fmla="*/ 4918 w 11475"/>
                <a:gd name="connsiteY3" fmla="*/ 4918 h 4918"/>
                <a:gd name="connsiteX4" fmla="*/ 8197 w 11475"/>
                <a:gd name="connsiteY4" fmla="*/ 3279 h 4918"/>
                <a:gd name="connsiteX5" fmla="*/ 11475 w 11475"/>
                <a:gd name="connsiteY5" fmla="*/ 1639 h 4918"/>
                <a:gd name="connsiteX6" fmla="*/ 8197 w 11475"/>
                <a:gd name="connsiteY6" fmla="*/ 1639 h 4918"/>
                <a:gd name="connsiteX7" fmla="*/ 4918 w 11475"/>
                <a:gd name="connsiteY7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4918">
                  <a:moveTo>
                    <a:pt x="0" y="0"/>
                  </a:moveTo>
                  <a:lnTo>
                    <a:pt x="0" y="1639"/>
                  </a:lnTo>
                  <a:lnTo>
                    <a:pt x="0" y="4918"/>
                  </a:lnTo>
                  <a:lnTo>
                    <a:pt x="4918" y="4918"/>
                  </a:lnTo>
                  <a:lnTo>
                    <a:pt x="8197" y="3279"/>
                  </a:lnTo>
                  <a:lnTo>
                    <a:pt x="11475" y="1639"/>
                  </a:lnTo>
                  <a:lnTo>
                    <a:pt x="8197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79" name="Freeform 4278">
              <a:extLst>
                <a:ext uri="{FF2B5EF4-FFF2-40B4-BE49-F238E27FC236}">
                  <a16:creationId xmlns:a16="http://schemas.microsoft.com/office/drawing/2014/main" id="{C0FA36C6-FB83-D94B-9E96-EFA89BF74037}"/>
                </a:ext>
              </a:extLst>
            </p:cNvPr>
            <p:cNvSpPr/>
            <p:nvPr/>
          </p:nvSpPr>
          <p:spPr>
            <a:xfrm>
              <a:off x="1037006" y="2665723"/>
              <a:ext cx="4917" cy="8196"/>
            </a:xfrm>
            <a:custGeom>
              <a:avLst/>
              <a:gdLst>
                <a:gd name="connsiteX0" fmla="*/ 1639 w 4917"/>
                <a:gd name="connsiteY0" fmla="*/ 0 h 8196"/>
                <a:gd name="connsiteX1" fmla="*/ 0 w 4917"/>
                <a:gd name="connsiteY1" fmla="*/ 0 h 8196"/>
                <a:gd name="connsiteX2" fmla="*/ 1639 w 4917"/>
                <a:gd name="connsiteY2" fmla="*/ 4918 h 8196"/>
                <a:gd name="connsiteX3" fmla="*/ 4918 w 4917"/>
                <a:gd name="connsiteY3" fmla="*/ 8197 h 8196"/>
                <a:gd name="connsiteX4" fmla="*/ 4918 w 4917"/>
                <a:gd name="connsiteY4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8196">
                  <a:moveTo>
                    <a:pt x="1639" y="0"/>
                  </a:moveTo>
                  <a:lnTo>
                    <a:pt x="0" y="0"/>
                  </a:lnTo>
                  <a:lnTo>
                    <a:pt x="1639" y="4918"/>
                  </a:lnTo>
                  <a:lnTo>
                    <a:pt x="4918" y="8197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80" name="Freeform 4279">
              <a:extLst>
                <a:ext uri="{FF2B5EF4-FFF2-40B4-BE49-F238E27FC236}">
                  <a16:creationId xmlns:a16="http://schemas.microsoft.com/office/drawing/2014/main" id="{8611C674-7227-7C4B-881C-3BDE6E1458AE}"/>
                </a:ext>
              </a:extLst>
            </p:cNvPr>
            <p:cNvSpPr/>
            <p:nvPr/>
          </p:nvSpPr>
          <p:spPr>
            <a:xfrm>
              <a:off x="1045203" y="2644412"/>
              <a:ext cx="9835" cy="6557"/>
            </a:xfrm>
            <a:custGeom>
              <a:avLst/>
              <a:gdLst>
                <a:gd name="connsiteX0" fmla="*/ 0 w 9835"/>
                <a:gd name="connsiteY0" fmla="*/ 0 h 6557"/>
                <a:gd name="connsiteX1" fmla="*/ 3279 w 9835"/>
                <a:gd name="connsiteY1" fmla="*/ 3279 h 6557"/>
                <a:gd name="connsiteX2" fmla="*/ 4918 w 9835"/>
                <a:gd name="connsiteY2" fmla="*/ 6557 h 6557"/>
                <a:gd name="connsiteX3" fmla="*/ 9836 w 9835"/>
                <a:gd name="connsiteY3" fmla="*/ 6557 h 6557"/>
                <a:gd name="connsiteX4" fmla="*/ 8197 w 9835"/>
                <a:gd name="connsiteY4" fmla="*/ 3279 h 6557"/>
                <a:gd name="connsiteX5" fmla="*/ 4918 w 9835"/>
                <a:gd name="connsiteY5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5" h="6557">
                  <a:moveTo>
                    <a:pt x="0" y="0"/>
                  </a:moveTo>
                  <a:lnTo>
                    <a:pt x="3279" y="3279"/>
                  </a:lnTo>
                  <a:lnTo>
                    <a:pt x="4918" y="6557"/>
                  </a:lnTo>
                  <a:lnTo>
                    <a:pt x="9836" y="6557"/>
                  </a:lnTo>
                  <a:lnTo>
                    <a:pt x="8197" y="327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81" name="Freeform 4280">
              <a:extLst>
                <a:ext uri="{FF2B5EF4-FFF2-40B4-BE49-F238E27FC236}">
                  <a16:creationId xmlns:a16="http://schemas.microsoft.com/office/drawing/2014/main" id="{A861E1CA-3B8B-604D-90FD-35C45A42D98E}"/>
                </a:ext>
              </a:extLst>
            </p:cNvPr>
            <p:cNvSpPr/>
            <p:nvPr/>
          </p:nvSpPr>
          <p:spPr>
            <a:xfrm>
              <a:off x="7776320" y="4990302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0 w 3278"/>
                <a:gd name="connsiteY1" fmla="*/ 0 h 1639"/>
                <a:gd name="connsiteX2" fmla="*/ 3279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82" name="Freeform 4281">
              <a:extLst>
                <a:ext uri="{FF2B5EF4-FFF2-40B4-BE49-F238E27FC236}">
                  <a16:creationId xmlns:a16="http://schemas.microsoft.com/office/drawing/2014/main" id="{026FD3ED-A949-ED4C-BA96-DF20D6D3B3A8}"/>
                </a:ext>
              </a:extLst>
            </p:cNvPr>
            <p:cNvSpPr/>
            <p:nvPr/>
          </p:nvSpPr>
          <p:spPr>
            <a:xfrm>
              <a:off x="1076350" y="2195233"/>
              <a:ext cx="3278" cy="16393"/>
            </a:xfrm>
            <a:custGeom>
              <a:avLst/>
              <a:gdLst>
                <a:gd name="connsiteX0" fmla="*/ 0 w 3278"/>
                <a:gd name="connsiteY0" fmla="*/ 0 h 16393"/>
                <a:gd name="connsiteX1" fmla="*/ 1639 w 3278"/>
                <a:gd name="connsiteY1" fmla="*/ 0 h 16393"/>
                <a:gd name="connsiteX2" fmla="*/ 3279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0" y="0"/>
                  </a:moveTo>
                  <a:lnTo>
                    <a:pt x="1639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83" name="Freeform 4282">
              <a:extLst>
                <a:ext uri="{FF2B5EF4-FFF2-40B4-BE49-F238E27FC236}">
                  <a16:creationId xmlns:a16="http://schemas.microsoft.com/office/drawing/2014/main" id="{769DFFA6-B0A4-664D-97C2-B65E205D02A8}"/>
                </a:ext>
              </a:extLst>
            </p:cNvPr>
            <p:cNvSpPr/>
            <p:nvPr/>
          </p:nvSpPr>
          <p:spPr>
            <a:xfrm>
              <a:off x="1743560" y="2895230"/>
              <a:ext cx="14754" cy="22950"/>
            </a:xfrm>
            <a:custGeom>
              <a:avLst/>
              <a:gdLst>
                <a:gd name="connsiteX0" fmla="*/ 6557 w 14754"/>
                <a:gd name="connsiteY0" fmla="*/ 11475 h 22950"/>
                <a:gd name="connsiteX1" fmla="*/ 9836 w 14754"/>
                <a:gd name="connsiteY1" fmla="*/ 8197 h 22950"/>
                <a:gd name="connsiteX2" fmla="*/ 13115 w 14754"/>
                <a:gd name="connsiteY2" fmla="*/ 3279 h 22950"/>
                <a:gd name="connsiteX3" fmla="*/ 14754 w 14754"/>
                <a:gd name="connsiteY3" fmla="*/ 0 h 22950"/>
                <a:gd name="connsiteX4" fmla="*/ 11475 w 14754"/>
                <a:gd name="connsiteY4" fmla="*/ 3279 h 22950"/>
                <a:gd name="connsiteX5" fmla="*/ 8197 w 14754"/>
                <a:gd name="connsiteY5" fmla="*/ 8197 h 22950"/>
                <a:gd name="connsiteX6" fmla="*/ 4918 w 14754"/>
                <a:gd name="connsiteY6" fmla="*/ 11475 h 22950"/>
                <a:gd name="connsiteX7" fmla="*/ 3279 w 14754"/>
                <a:gd name="connsiteY7" fmla="*/ 14754 h 22950"/>
                <a:gd name="connsiteX8" fmla="*/ 0 w 14754"/>
                <a:gd name="connsiteY8" fmla="*/ 19672 h 22950"/>
                <a:gd name="connsiteX9" fmla="*/ 0 w 14754"/>
                <a:gd name="connsiteY9" fmla="*/ 22951 h 22950"/>
                <a:gd name="connsiteX10" fmla="*/ 1639 w 14754"/>
                <a:gd name="connsiteY10" fmla="*/ 19672 h 22950"/>
                <a:gd name="connsiteX11" fmla="*/ 4918 w 14754"/>
                <a:gd name="connsiteY11" fmla="*/ 14754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54" h="22950">
                  <a:moveTo>
                    <a:pt x="6557" y="11475"/>
                  </a:moveTo>
                  <a:lnTo>
                    <a:pt x="9836" y="8197"/>
                  </a:lnTo>
                  <a:lnTo>
                    <a:pt x="13115" y="3279"/>
                  </a:lnTo>
                  <a:lnTo>
                    <a:pt x="14754" y="0"/>
                  </a:lnTo>
                  <a:lnTo>
                    <a:pt x="11475" y="3279"/>
                  </a:lnTo>
                  <a:lnTo>
                    <a:pt x="8197" y="8197"/>
                  </a:lnTo>
                  <a:lnTo>
                    <a:pt x="4918" y="11475"/>
                  </a:lnTo>
                  <a:lnTo>
                    <a:pt x="3279" y="14754"/>
                  </a:lnTo>
                  <a:lnTo>
                    <a:pt x="0" y="19672"/>
                  </a:lnTo>
                  <a:lnTo>
                    <a:pt x="0" y="22951"/>
                  </a:lnTo>
                  <a:lnTo>
                    <a:pt x="1639" y="19672"/>
                  </a:lnTo>
                  <a:lnTo>
                    <a:pt x="4918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84" name="Freeform 4283">
              <a:extLst>
                <a:ext uri="{FF2B5EF4-FFF2-40B4-BE49-F238E27FC236}">
                  <a16:creationId xmlns:a16="http://schemas.microsoft.com/office/drawing/2014/main" id="{6209E035-7E2F-DB40-84DE-6FAB52727B95}"/>
                </a:ext>
              </a:extLst>
            </p:cNvPr>
            <p:cNvSpPr/>
            <p:nvPr/>
          </p:nvSpPr>
          <p:spPr>
            <a:xfrm>
              <a:off x="1774708" y="2870640"/>
              <a:ext cx="14754" cy="9835"/>
            </a:xfrm>
            <a:custGeom>
              <a:avLst/>
              <a:gdLst>
                <a:gd name="connsiteX0" fmla="*/ 0 w 14754"/>
                <a:gd name="connsiteY0" fmla="*/ 8197 h 9835"/>
                <a:gd name="connsiteX1" fmla="*/ 0 w 14754"/>
                <a:gd name="connsiteY1" fmla="*/ 9836 h 9835"/>
                <a:gd name="connsiteX2" fmla="*/ 3279 w 14754"/>
                <a:gd name="connsiteY2" fmla="*/ 8197 h 9835"/>
                <a:gd name="connsiteX3" fmla="*/ 8197 w 14754"/>
                <a:gd name="connsiteY3" fmla="*/ 4918 h 9835"/>
                <a:gd name="connsiteX4" fmla="*/ 11476 w 14754"/>
                <a:gd name="connsiteY4" fmla="*/ 3279 h 9835"/>
                <a:gd name="connsiteX5" fmla="*/ 14754 w 14754"/>
                <a:gd name="connsiteY5" fmla="*/ 0 h 9835"/>
                <a:gd name="connsiteX6" fmla="*/ 11476 w 14754"/>
                <a:gd name="connsiteY6" fmla="*/ 1639 h 9835"/>
                <a:gd name="connsiteX7" fmla="*/ 8197 w 14754"/>
                <a:gd name="connsiteY7" fmla="*/ 3279 h 9835"/>
                <a:gd name="connsiteX8" fmla="*/ 3279 w 14754"/>
                <a:gd name="connsiteY8" fmla="*/ 6557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4" h="9835">
                  <a:moveTo>
                    <a:pt x="0" y="8197"/>
                  </a:moveTo>
                  <a:lnTo>
                    <a:pt x="0" y="9836"/>
                  </a:lnTo>
                  <a:lnTo>
                    <a:pt x="3279" y="8197"/>
                  </a:lnTo>
                  <a:lnTo>
                    <a:pt x="8197" y="4918"/>
                  </a:lnTo>
                  <a:lnTo>
                    <a:pt x="11476" y="3279"/>
                  </a:lnTo>
                  <a:lnTo>
                    <a:pt x="14754" y="0"/>
                  </a:lnTo>
                  <a:lnTo>
                    <a:pt x="11476" y="1639"/>
                  </a:lnTo>
                  <a:lnTo>
                    <a:pt x="8197" y="3279"/>
                  </a:lnTo>
                  <a:lnTo>
                    <a:pt x="327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85" name="Freeform 4284">
              <a:extLst>
                <a:ext uri="{FF2B5EF4-FFF2-40B4-BE49-F238E27FC236}">
                  <a16:creationId xmlns:a16="http://schemas.microsoft.com/office/drawing/2014/main" id="{177408C1-B3FF-3441-9822-AAB7007EA13B}"/>
                </a:ext>
              </a:extLst>
            </p:cNvPr>
            <p:cNvSpPr/>
            <p:nvPr/>
          </p:nvSpPr>
          <p:spPr>
            <a:xfrm>
              <a:off x="1848478" y="2828017"/>
              <a:ext cx="14754" cy="9836"/>
            </a:xfrm>
            <a:custGeom>
              <a:avLst/>
              <a:gdLst>
                <a:gd name="connsiteX0" fmla="*/ 9836 w 14754"/>
                <a:gd name="connsiteY0" fmla="*/ 1639 h 9836"/>
                <a:gd name="connsiteX1" fmla="*/ 6557 w 14754"/>
                <a:gd name="connsiteY1" fmla="*/ 3279 h 9836"/>
                <a:gd name="connsiteX2" fmla="*/ 3279 w 14754"/>
                <a:gd name="connsiteY2" fmla="*/ 6557 h 9836"/>
                <a:gd name="connsiteX3" fmla="*/ 0 w 14754"/>
                <a:gd name="connsiteY3" fmla="*/ 9836 h 9836"/>
                <a:gd name="connsiteX4" fmla="*/ 3279 w 14754"/>
                <a:gd name="connsiteY4" fmla="*/ 6557 h 9836"/>
                <a:gd name="connsiteX5" fmla="*/ 6557 w 14754"/>
                <a:gd name="connsiteY5" fmla="*/ 4918 h 9836"/>
                <a:gd name="connsiteX6" fmla="*/ 11476 w 14754"/>
                <a:gd name="connsiteY6" fmla="*/ 3279 h 9836"/>
                <a:gd name="connsiteX7" fmla="*/ 14754 w 14754"/>
                <a:gd name="connsiteY7" fmla="*/ 0 h 9836"/>
                <a:gd name="connsiteX8" fmla="*/ 9836 w 14754"/>
                <a:gd name="connsiteY8" fmla="*/ 1639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4" h="9836">
                  <a:moveTo>
                    <a:pt x="9836" y="1639"/>
                  </a:moveTo>
                  <a:lnTo>
                    <a:pt x="6557" y="3279"/>
                  </a:lnTo>
                  <a:lnTo>
                    <a:pt x="3279" y="6557"/>
                  </a:lnTo>
                  <a:lnTo>
                    <a:pt x="0" y="9836"/>
                  </a:lnTo>
                  <a:lnTo>
                    <a:pt x="3279" y="6557"/>
                  </a:lnTo>
                  <a:lnTo>
                    <a:pt x="6557" y="4918"/>
                  </a:lnTo>
                  <a:lnTo>
                    <a:pt x="11476" y="3279"/>
                  </a:lnTo>
                  <a:lnTo>
                    <a:pt x="14754" y="0"/>
                  </a:lnTo>
                  <a:lnTo>
                    <a:pt x="9836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86" name="Freeform 4285">
              <a:extLst>
                <a:ext uri="{FF2B5EF4-FFF2-40B4-BE49-F238E27FC236}">
                  <a16:creationId xmlns:a16="http://schemas.microsoft.com/office/drawing/2014/main" id="{58389A0F-ED88-844E-A7E5-B75080E89DE4}"/>
                </a:ext>
              </a:extLst>
            </p:cNvPr>
            <p:cNvSpPr/>
            <p:nvPr/>
          </p:nvSpPr>
          <p:spPr>
            <a:xfrm>
              <a:off x="1966510" y="2814903"/>
              <a:ext cx="11475" cy="6557"/>
            </a:xfrm>
            <a:custGeom>
              <a:avLst/>
              <a:gdLst>
                <a:gd name="connsiteX0" fmla="*/ 11475 w 11475"/>
                <a:gd name="connsiteY0" fmla="*/ 3279 h 6557"/>
                <a:gd name="connsiteX1" fmla="*/ 11475 w 11475"/>
                <a:gd name="connsiteY1" fmla="*/ 1639 h 6557"/>
                <a:gd name="connsiteX2" fmla="*/ 8197 w 11475"/>
                <a:gd name="connsiteY2" fmla="*/ 0 h 6557"/>
                <a:gd name="connsiteX3" fmla="*/ 4918 w 11475"/>
                <a:gd name="connsiteY3" fmla="*/ 0 h 6557"/>
                <a:gd name="connsiteX4" fmla="*/ 0 w 11475"/>
                <a:gd name="connsiteY4" fmla="*/ 1639 h 6557"/>
                <a:gd name="connsiteX5" fmla="*/ 4918 w 11475"/>
                <a:gd name="connsiteY5" fmla="*/ 4918 h 6557"/>
                <a:gd name="connsiteX6" fmla="*/ 8197 w 11475"/>
                <a:gd name="connsiteY6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6557">
                  <a:moveTo>
                    <a:pt x="11475" y="3279"/>
                  </a:moveTo>
                  <a:lnTo>
                    <a:pt x="11475" y="1639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4918" y="4918"/>
                  </a:lnTo>
                  <a:lnTo>
                    <a:pt x="8197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87" name="Freeform 4286">
              <a:extLst>
                <a:ext uri="{FF2B5EF4-FFF2-40B4-BE49-F238E27FC236}">
                  <a16:creationId xmlns:a16="http://schemas.microsoft.com/office/drawing/2014/main" id="{7B11EFED-9FB8-8349-8A94-32A512BF9F51}"/>
                </a:ext>
              </a:extLst>
            </p:cNvPr>
            <p:cNvSpPr/>
            <p:nvPr/>
          </p:nvSpPr>
          <p:spPr>
            <a:xfrm>
              <a:off x="1991100" y="2828017"/>
              <a:ext cx="4917" cy="4918"/>
            </a:xfrm>
            <a:custGeom>
              <a:avLst/>
              <a:gdLst>
                <a:gd name="connsiteX0" fmla="*/ 4918 w 4917"/>
                <a:gd name="connsiteY0" fmla="*/ 3279 h 4918"/>
                <a:gd name="connsiteX1" fmla="*/ 4918 w 4917"/>
                <a:gd name="connsiteY1" fmla="*/ 0 h 4918"/>
                <a:gd name="connsiteX2" fmla="*/ 1639 w 4917"/>
                <a:gd name="connsiteY2" fmla="*/ 0 h 4918"/>
                <a:gd name="connsiteX3" fmla="*/ 0 w 4917"/>
                <a:gd name="connsiteY3" fmla="*/ 3279 h 4918"/>
                <a:gd name="connsiteX4" fmla="*/ 3279 w 4917"/>
                <a:gd name="connsiteY4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4918">
                  <a:moveTo>
                    <a:pt x="4918" y="3279"/>
                  </a:moveTo>
                  <a:lnTo>
                    <a:pt x="4918" y="0"/>
                  </a:lnTo>
                  <a:lnTo>
                    <a:pt x="1639" y="0"/>
                  </a:lnTo>
                  <a:lnTo>
                    <a:pt x="0" y="3279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88" name="Freeform 4287">
              <a:extLst>
                <a:ext uri="{FF2B5EF4-FFF2-40B4-BE49-F238E27FC236}">
                  <a16:creationId xmlns:a16="http://schemas.microsoft.com/office/drawing/2014/main" id="{57ACF444-DB66-5445-868D-AC438384D100}"/>
                </a:ext>
              </a:extLst>
            </p:cNvPr>
            <p:cNvSpPr/>
            <p:nvPr/>
          </p:nvSpPr>
          <p:spPr>
            <a:xfrm>
              <a:off x="2073067" y="2793591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0 w 3278"/>
                <a:gd name="connsiteY1" fmla="*/ 1639 h 3278"/>
                <a:gd name="connsiteX2" fmla="*/ 327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89" name="Freeform 4288">
              <a:extLst>
                <a:ext uri="{FF2B5EF4-FFF2-40B4-BE49-F238E27FC236}">
                  <a16:creationId xmlns:a16="http://schemas.microsoft.com/office/drawing/2014/main" id="{6E62D18A-DC6C-E84A-BB08-3A16564E9F5A}"/>
                </a:ext>
              </a:extLst>
            </p:cNvPr>
            <p:cNvSpPr/>
            <p:nvPr/>
          </p:nvSpPr>
          <p:spPr>
            <a:xfrm>
              <a:off x="2215689" y="2805067"/>
              <a:ext cx="1639" cy="6557"/>
            </a:xfrm>
            <a:custGeom>
              <a:avLst/>
              <a:gdLst>
                <a:gd name="connsiteX0" fmla="*/ 1639 w 1639"/>
                <a:gd name="connsiteY0" fmla="*/ 6557 h 6557"/>
                <a:gd name="connsiteX1" fmla="*/ 0 w 1639"/>
                <a:gd name="connsiteY1" fmla="*/ 6557 h 6557"/>
                <a:gd name="connsiteX2" fmla="*/ 0 w 1639"/>
                <a:gd name="connsiteY2" fmla="*/ 3279 h 6557"/>
                <a:gd name="connsiteX3" fmla="*/ 0 w 1639"/>
                <a:gd name="connsiteY3" fmla="*/ 0 h 6557"/>
                <a:gd name="connsiteX4" fmla="*/ 0 w 1639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9" h="6557">
                  <a:moveTo>
                    <a:pt x="1639" y="6557"/>
                  </a:moveTo>
                  <a:lnTo>
                    <a:pt x="0" y="6557"/>
                  </a:lnTo>
                  <a:lnTo>
                    <a:pt x="0" y="3279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90" name="Freeform 4289">
              <a:extLst>
                <a:ext uri="{FF2B5EF4-FFF2-40B4-BE49-F238E27FC236}">
                  <a16:creationId xmlns:a16="http://schemas.microsoft.com/office/drawing/2014/main" id="{F4F0936C-8CCB-AE4E-9F8B-38152816F52D}"/>
                </a:ext>
              </a:extLst>
            </p:cNvPr>
            <p:cNvSpPr/>
            <p:nvPr/>
          </p:nvSpPr>
          <p:spPr>
            <a:xfrm>
              <a:off x="2225525" y="2809985"/>
              <a:ext cx="14754" cy="6557"/>
            </a:xfrm>
            <a:custGeom>
              <a:avLst/>
              <a:gdLst>
                <a:gd name="connsiteX0" fmla="*/ 0 w 14754"/>
                <a:gd name="connsiteY0" fmla="*/ 4918 h 6557"/>
                <a:gd name="connsiteX1" fmla="*/ 3279 w 14754"/>
                <a:gd name="connsiteY1" fmla="*/ 4918 h 6557"/>
                <a:gd name="connsiteX2" fmla="*/ 6557 w 14754"/>
                <a:gd name="connsiteY2" fmla="*/ 3279 h 6557"/>
                <a:gd name="connsiteX3" fmla="*/ 11476 w 14754"/>
                <a:gd name="connsiteY3" fmla="*/ 1639 h 6557"/>
                <a:gd name="connsiteX4" fmla="*/ 14754 w 14754"/>
                <a:gd name="connsiteY4" fmla="*/ 0 h 6557"/>
                <a:gd name="connsiteX5" fmla="*/ 11476 w 14754"/>
                <a:gd name="connsiteY5" fmla="*/ 3279 h 6557"/>
                <a:gd name="connsiteX6" fmla="*/ 6557 w 14754"/>
                <a:gd name="connsiteY6" fmla="*/ 3279 h 6557"/>
                <a:gd name="connsiteX7" fmla="*/ 3279 w 14754"/>
                <a:gd name="connsiteY7" fmla="*/ 6557 h 6557"/>
                <a:gd name="connsiteX8" fmla="*/ 0 w 14754"/>
                <a:gd name="connsiteY8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4" h="6557">
                  <a:moveTo>
                    <a:pt x="0" y="4918"/>
                  </a:moveTo>
                  <a:lnTo>
                    <a:pt x="3279" y="4918"/>
                  </a:lnTo>
                  <a:lnTo>
                    <a:pt x="6557" y="3279"/>
                  </a:lnTo>
                  <a:lnTo>
                    <a:pt x="11476" y="1639"/>
                  </a:lnTo>
                  <a:lnTo>
                    <a:pt x="14754" y="0"/>
                  </a:lnTo>
                  <a:lnTo>
                    <a:pt x="11476" y="3279"/>
                  </a:lnTo>
                  <a:lnTo>
                    <a:pt x="6557" y="3279"/>
                  </a:lnTo>
                  <a:lnTo>
                    <a:pt x="3279" y="6557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91" name="Freeform 4290">
              <a:extLst>
                <a:ext uri="{FF2B5EF4-FFF2-40B4-BE49-F238E27FC236}">
                  <a16:creationId xmlns:a16="http://schemas.microsoft.com/office/drawing/2014/main" id="{82B5FC43-8EAC-464B-9F79-3E480DAC6727}"/>
                </a:ext>
              </a:extLst>
            </p:cNvPr>
            <p:cNvSpPr/>
            <p:nvPr/>
          </p:nvSpPr>
          <p:spPr>
            <a:xfrm>
              <a:off x="2302574" y="2939492"/>
              <a:ext cx="16393" cy="3278"/>
            </a:xfrm>
            <a:custGeom>
              <a:avLst/>
              <a:gdLst>
                <a:gd name="connsiteX0" fmla="*/ 0 w 16393"/>
                <a:gd name="connsiteY0" fmla="*/ 0 h 3278"/>
                <a:gd name="connsiteX1" fmla="*/ 0 w 16393"/>
                <a:gd name="connsiteY1" fmla="*/ 3279 h 3278"/>
                <a:gd name="connsiteX2" fmla="*/ 0 w 16393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3278">
                  <a:moveTo>
                    <a:pt x="0" y="0"/>
                  </a:moveTo>
                  <a:lnTo>
                    <a:pt x="0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92" name="Freeform 4291">
              <a:extLst>
                <a:ext uri="{FF2B5EF4-FFF2-40B4-BE49-F238E27FC236}">
                  <a16:creationId xmlns:a16="http://schemas.microsoft.com/office/drawing/2014/main" id="{A9404375-B186-4F4D-B470-0704F37F5071}"/>
                </a:ext>
              </a:extLst>
            </p:cNvPr>
            <p:cNvSpPr/>
            <p:nvPr/>
          </p:nvSpPr>
          <p:spPr>
            <a:xfrm>
              <a:off x="2302574" y="2950968"/>
              <a:ext cx="4917" cy="3278"/>
            </a:xfrm>
            <a:custGeom>
              <a:avLst/>
              <a:gdLst>
                <a:gd name="connsiteX0" fmla="*/ 0 w 4917"/>
                <a:gd name="connsiteY0" fmla="*/ 1639 h 3278"/>
                <a:gd name="connsiteX1" fmla="*/ 4918 w 4917"/>
                <a:gd name="connsiteY1" fmla="*/ 3279 h 3278"/>
                <a:gd name="connsiteX2" fmla="*/ 0 w 4917"/>
                <a:gd name="connsiteY2" fmla="*/ 3279 h 3278"/>
                <a:gd name="connsiteX3" fmla="*/ 0 w 4917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3278">
                  <a:moveTo>
                    <a:pt x="0" y="1639"/>
                  </a:moveTo>
                  <a:lnTo>
                    <a:pt x="4918" y="3279"/>
                  </a:lnTo>
                  <a:lnTo>
                    <a:pt x="0" y="327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93" name="Freeform 4292">
              <a:extLst>
                <a:ext uri="{FF2B5EF4-FFF2-40B4-BE49-F238E27FC236}">
                  <a16:creationId xmlns:a16="http://schemas.microsoft.com/office/drawing/2014/main" id="{1D3DFB0D-3EEF-5C49-9C9D-2BAF725FCF60}"/>
                </a:ext>
              </a:extLst>
            </p:cNvPr>
            <p:cNvSpPr/>
            <p:nvPr/>
          </p:nvSpPr>
          <p:spPr>
            <a:xfrm>
              <a:off x="2305853" y="2944410"/>
              <a:ext cx="1639" cy="8196"/>
            </a:xfrm>
            <a:custGeom>
              <a:avLst/>
              <a:gdLst>
                <a:gd name="connsiteX0" fmla="*/ 0 w 1639"/>
                <a:gd name="connsiteY0" fmla="*/ 8197 h 8196"/>
                <a:gd name="connsiteX1" fmla="*/ 0 w 1639"/>
                <a:gd name="connsiteY1" fmla="*/ 4918 h 8196"/>
                <a:gd name="connsiteX2" fmla="*/ 0 w 1639"/>
                <a:gd name="connsiteY2" fmla="*/ 0 h 8196"/>
                <a:gd name="connsiteX3" fmla="*/ 1639 w 1639"/>
                <a:gd name="connsiteY3" fmla="*/ 4918 h 8196"/>
                <a:gd name="connsiteX4" fmla="*/ 1639 w 1639"/>
                <a:gd name="connsiteY4" fmla="*/ 819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9" h="8196">
                  <a:moveTo>
                    <a:pt x="0" y="8197"/>
                  </a:moveTo>
                  <a:lnTo>
                    <a:pt x="0" y="4918"/>
                  </a:lnTo>
                  <a:lnTo>
                    <a:pt x="0" y="0"/>
                  </a:lnTo>
                  <a:lnTo>
                    <a:pt x="1639" y="4918"/>
                  </a:lnTo>
                  <a:lnTo>
                    <a:pt x="163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94" name="Freeform 4293">
              <a:extLst>
                <a:ext uri="{FF2B5EF4-FFF2-40B4-BE49-F238E27FC236}">
                  <a16:creationId xmlns:a16="http://schemas.microsoft.com/office/drawing/2014/main" id="{C94E036C-D0B9-6841-AA9E-DF3A98244360}"/>
                </a:ext>
              </a:extLst>
            </p:cNvPr>
            <p:cNvSpPr/>
            <p:nvPr/>
          </p:nvSpPr>
          <p:spPr>
            <a:xfrm>
              <a:off x="2312410" y="2950968"/>
              <a:ext cx="16393" cy="16393"/>
            </a:xfrm>
            <a:custGeom>
              <a:avLst/>
              <a:gdLst>
                <a:gd name="connsiteX0" fmla="*/ 0 w 16393"/>
                <a:gd name="connsiteY0" fmla="*/ 0 h 16393"/>
                <a:gd name="connsiteX1" fmla="*/ 0 w 16393"/>
                <a:gd name="connsiteY1" fmla="*/ 0 h 16393"/>
                <a:gd name="connsiteX2" fmla="*/ 0 w 16393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3" h="163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95" name="Freeform 4294">
              <a:extLst>
                <a:ext uri="{FF2B5EF4-FFF2-40B4-BE49-F238E27FC236}">
                  <a16:creationId xmlns:a16="http://schemas.microsoft.com/office/drawing/2014/main" id="{74C15A08-CA4A-7C4B-B65C-1CCD136084CC}"/>
                </a:ext>
              </a:extLst>
            </p:cNvPr>
            <p:cNvSpPr/>
            <p:nvPr/>
          </p:nvSpPr>
          <p:spPr>
            <a:xfrm>
              <a:off x="2312410" y="2944410"/>
              <a:ext cx="8196" cy="6557"/>
            </a:xfrm>
            <a:custGeom>
              <a:avLst/>
              <a:gdLst>
                <a:gd name="connsiteX0" fmla="*/ 0 w 8196"/>
                <a:gd name="connsiteY0" fmla="*/ 6557 h 6557"/>
                <a:gd name="connsiteX1" fmla="*/ 1639 w 8196"/>
                <a:gd name="connsiteY1" fmla="*/ 3279 h 6557"/>
                <a:gd name="connsiteX2" fmla="*/ 4918 w 8196"/>
                <a:gd name="connsiteY2" fmla="*/ 0 h 6557"/>
                <a:gd name="connsiteX3" fmla="*/ 8197 w 8196"/>
                <a:gd name="connsiteY3" fmla="*/ 0 h 6557"/>
                <a:gd name="connsiteX4" fmla="*/ 3279 w 8196"/>
                <a:gd name="connsiteY4" fmla="*/ 1639 h 6557"/>
                <a:gd name="connsiteX5" fmla="*/ 1639 w 8196"/>
                <a:gd name="connsiteY5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6557">
                  <a:moveTo>
                    <a:pt x="0" y="6557"/>
                  </a:moveTo>
                  <a:lnTo>
                    <a:pt x="1639" y="3279"/>
                  </a:lnTo>
                  <a:lnTo>
                    <a:pt x="4918" y="0"/>
                  </a:lnTo>
                  <a:lnTo>
                    <a:pt x="8197" y="0"/>
                  </a:lnTo>
                  <a:lnTo>
                    <a:pt x="3279" y="1639"/>
                  </a:lnTo>
                  <a:lnTo>
                    <a:pt x="163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96" name="Freeform 4295">
              <a:extLst>
                <a:ext uri="{FF2B5EF4-FFF2-40B4-BE49-F238E27FC236}">
                  <a16:creationId xmlns:a16="http://schemas.microsoft.com/office/drawing/2014/main" id="{C7E44F65-CF46-FB43-969C-4A5F42F632E4}"/>
                </a:ext>
              </a:extLst>
            </p:cNvPr>
            <p:cNvSpPr/>
            <p:nvPr/>
          </p:nvSpPr>
          <p:spPr>
            <a:xfrm>
              <a:off x="2351754" y="3005066"/>
              <a:ext cx="13114" cy="14753"/>
            </a:xfrm>
            <a:custGeom>
              <a:avLst/>
              <a:gdLst>
                <a:gd name="connsiteX0" fmla="*/ 13114 w 13114"/>
                <a:gd name="connsiteY0" fmla="*/ 0 h 14753"/>
                <a:gd name="connsiteX1" fmla="*/ 13114 w 13114"/>
                <a:gd name="connsiteY1" fmla="*/ 0 h 14753"/>
                <a:gd name="connsiteX2" fmla="*/ 9836 w 13114"/>
                <a:gd name="connsiteY2" fmla="*/ 4918 h 14753"/>
                <a:gd name="connsiteX3" fmla="*/ 6557 w 13114"/>
                <a:gd name="connsiteY3" fmla="*/ 8197 h 14753"/>
                <a:gd name="connsiteX4" fmla="*/ 3279 w 13114"/>
                <a:gd name="connsiteY4" fmla="*/ 11475 h 14753"/>
                <a:gd name="connsiteX5" fmla="*/ 0 w 13114"/>
                <a:gd name="connsiteY5" fmla="*/ 14754 h 14753"/>
                <a:gd name="connsiteX6" fmla="*/ 3279 w 13114"/>
                <a:gd name="connsiteY6" fmla="*/ 11475 h 14753"/>
                <a:gd name="connsiteX7" fmla="*/ 4918 w 13114"/>
                <a:gd name="connsiteY7" fmla="*/ 6557 h 14753"/>
                <a:gd name="connsiteX8" fmla="*/ 8197 w 13114"/>
                <a:gd name="connsiteY8" fmla="*/ 4918 h 14753"/>
                <a:gd name="connsiteX9" fmla="*/ 9836 w 13114"/>
                <a:gd name="connsiteY9" fmla="*/ 1639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14" h="14753">
                  <a:moveTo>
                    <a:pt x="13114" y="0"/>
                  </a:moveTo>
                  <a:lnTo>
                    <a:pt x="13114" y="0"/>
                  </a:lnTo>
                  <a:lnTo>
                    <a:pt x="9836" y="4918"/>
                  </a:lnTo>
                  <a:lnTo>
                    <a:pt x="6557" y="8197"/>
                  </a:lnTo>
                  <a:lnTo>
                    <a:pt x="3279" y="11475"/>
                  </a:lnTo>
                  <a:lnTo>
                    <a:pt x="0" y="14754"/>
                  </a:lnTo>
                  <a:lnTo>
                    <a:pt x="3279" y="11475"/>
                  </a:lnTo>
                  <a:lnTo>
                    <a:pt x="4918" y="6557"/>
                  </a:lnTo>
                  <a:lnTo>
                    <a:pt x="8197" y="4918"/>
                  </a:lnTo>
                  <a:lnTo>
                    <a:pt x="9836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97" name="Freeform 4296">
              <a:extLst>
                <a:ext uri="{FF2B5EF4-FFF2-40B4-BE49-F238E27FC236}">
                  <a16:creationId xmlns:a16="http://schemas.microsoft.com/office/drawing/2014/main" id="{D0C30EC9-06F8-F445-99CF-91BE35369855}"/>
                </a:ext>
              </a:extLst>
            </p:cNvPr>
            <p:cNvSpPr/>
            <p:nvPr/>
          </p:nvSpPr>
          <p:spPr>
            <a:xfrm>
              <a:off x="2371426" y="2757526"/>
              <a:ext cx="4918" cy="6557"/>
            </a:xfrm>
            <a:custGeom>
              <a:avLst/>
              <a:gdLst>
                <a:gd name="connsiteX0" fmla="*/ 4918 w 4918"/>
                <a:gd name="connsiteY0" fmla="*/ 0 h 6557"/>
                <a:gd name="connsiteX1" fmla="*/ 4918 w 4918"/>
                <a:gd name="connsiteY1" fmla="*/ 0 h 6557"/>
                <a:gd name="connsiteX2" fmla="*/ 1639 w 4918"/>
                <a:gd name="connsiteY2" fmla="*/ 3279 h 6557"/>
                <a:gd name="connsiteX3" fmla="*/ 0 w 4918"/>
                <a:gd name="connsiteY3" fmla="*/ 6557 h 6557"/>
                <a:gd name="connsiteX4" fmla="*/ 1639 w 4918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6557">
                  <a:moveTo>
                    <a:pt x="4918" y="0"/>
                  </a:moveTo>
                  <a:lnTo>
                    <a:pt x="4918" y="0"/>
                  </a:lnTo>
                  <a:lnTo>
                    <a:pt x="1639" y="3279"/>
                  </a:lnTo>
                  <a:lnTo>
                    <a:pt x="0" y="6557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98" name="Freeform 4297">
              <a:extLst>
                <a:ext uri="{FF2B5EF4-FFF2-40B4-BE49-F238E27FC236}">
                  <a16:creationId xmlns:a16="http://schemas.microsoft.com/office/drawing/2014/main" id="{A801E64B-052F-6F4B-8697-9933DFD5FD2D}"/>
                </a:ext>
              </a:extLst>
            </p:cNvPr>
            <p:cNvSpPr/>
            <p:nvPr/>
          </p:nvSpPr>
          <p:spPr>
            <a:xfrm>
              <a:off x="2374705" y="2860804"/>
              <a:ext cx="4918" cy="14753"/>
            </a:xfrm>
            <a:custGeom>
              <a:avLst/>
              <a:gdLst>
                <a:gd name="connsiteX0" fmla="*/ 1639 w 4918"/>
                <a:gd name="connsiteY0" fmla="*/ 11475 h 14753"/>
                <a:gd name="connsiteX1" fmla="*/ 1639 w 4918"/>
                <a:gd name="connsiteY1" fmla="*/ 14754 h 14753"/>
                <a:gd name="connsiteX2" fmla="*/ 0 w 4918"/>
                <a:gd name="connsiteY2" fmla="*/ 11475 h 14753"/>
                <a:gd name="connsiteX3" fmla="*/ 0 w 4918"/>
                <a:gd name="connsiteY3" fmla="*/ 8197 h 14753"/>
                <a:gd name="connsiteX4" fmla="*/ 0 w 4918"/>
                <a:gd name="connsiteY4" fmla="*/ 4918 h 14753"/>
                <a:gd name="connsiteX5" fmla="*/ 3279 w 4918"/>
                <a:gd name="connsiteY5" fmla="*/ 0 h 14753"/>
                <a:gd name="connsiteX6" fmla="*/ 4918 w 4918"/>
                <a:gd name="connsiteY6" fmla="*/ 4918 h 14753"/>
                <a:gd name="connsiteX7" fmla="*/ 3279 w 4918"/>
                <a:gd name="connsiteY7" fmla="*/ 8197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18" h="14753">
                  <a:moveTo>
                    <a:pt x="1639" y="11475"/>
                  </a:moveTo>
                  <a:lnTo>
                    <a:pt x="1639" y="14754"/>
                  </a:lnTo>
                  <a:lnTo>
                    <a:pt x="0" y="11475"/>
                  </a:lnTo>
                  <a:lnTo>
                    <a:pt x="0" y="8197"/>
                  </a:lnTo>
                  <a:lnTo>
                    <a:pt x="0" y="4918"/>
                  </a:lnTo>
                  <a:lnTo>
                    <a:pt x="3279" y="0"/>
                  </a:lnTo>
                  <a:lnTo>
                    <a:pt x="4918" y="4918"/>
                  </a:lnTo>
                  <a:lnTo>
                    <a:pt x="3279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99" name="Freeform 4298">
              <a:extLst>
                <a:ext uri="{FF2B5EF4-FFF2-40B4-BE49-F238E27FC236}">
                  <a16:creationId xmlns:a16="http://schemas.microsoft.com/office/drawing/2014/main" id="{C3E07CBB-FA8D-4143-885B-1C4B85ABA7F1}"/>
                </a:ext>
              </a:extLst>
            </p:cNvPr>
            <p:cNvSpPr/>
            <p:nvPr/>
          </p:nvSpPr>
          <p:spPr>
            <a:xfrm>
              <a:off x="2379623" y="2893591"/>
              <a:ext cx="3278" cy="26229"/>
            </a:xfrm>
            <a:custGeom>
              <a:avLst/>
              <a:gdLst>
                <a:gd name="connsiteX0" fmla="*/ 0 w 3278"/>
                <a:gd name="connsiteY0" fmla="*/ 0 h 26229"/>
                <a:gd name="connsiteX1" fmla="*/ 1639 w 3278"/>
                <a:gd name="connsiteY1" fmla="*/ 0 h 26229"/>
                <a:gd name="connsiteX2" fmla="*/ 1639 w 3278"/>
                <a:gd name="connsiteY2" fmla="*/ 3279 h 26229"/>
                <a:gd name="connsiteX3" fmla="*/ 1639 w 3278"/>
                <a:gd name="connsiteY3" fmla="*/ 8197 h 26229"/>
                <a:gd name="connsiteX4" fmla="*/ 3279 w 3278"/>
                <a:gd name="connsiteY4" fmla="*/ 11475 h 26229"/>
                <a:gd name="connsiteX5" fmla="*/ 3279 w 3278"/>
                <a:gd name="connsiteY5" fmla="*/ 14754 h 26229"/>
                <a:gd name="connsiteX6" fmla="*/ 3279 w 3278"/>
                <a:gd name="connsiteY6" fmla="*/ 19672 h 26229"/>
                <a:gd name="connsiteX7" fmla="*/ 3279 w 3278"/>
                <a:gd name="connsiteY7" fmla="*/ 22951 h 26229"/>
                <a:gd name="connsiteX8" fmla="*/ 3279 w 3278"/>
                <a:gd name="connsiteY8" fmla="*/ 26229 h 26229"/>
                <a:gd name="connsiteX9" fmla="*/ 3279 w 3278"/>
                <a:gd name="connsiteY9" fmla="*/ 22951 h 26229"/>
                <a:gd name="connsiteX10" fmla="*/ 1639 w 3278"/>
                <a:gd name="connsiteY10" fmla="*/ 19672 h 26229"/>
                <a:gd name="connsiteX11" fmla="*/ 1639 w 3278"/>
                <a:gd name="connsiteY11" fmla="*/ 14754 h 26229"/>
                <a:gd name="connsiteX12" fmla="*/ 1639 w 3278"/>
                <a:gd name="connsiteY12" fmla="*/ 11475 h 26229"/>
                <a:gd name="connsiteX13" fmla="*/ 1639 w 3278"/>
                <a:gd name="connsiteY13" fmla="*/ 8197 h 26229"/>
                <a:gd name="connsiteX14" fmla="*/ 0 w 3278"/>
                <a:gd name="connsiteY14" fmla="*/ 3279 h 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78" h="26229">
                  <a:moveTo>
                    <a:pt x="0" y="0"/>
                  </a:moveTo>
                  <a:lnTo>
                    <a:pt x="1639" y="0"/>
                  </a:lnTo>
                  <a:lnTo>
                    <a:pt x="1639" y="3279"/>
                  </a:lnTo>
                  <a:lnTo>
                    <a:pt x="1639" y="8197"/>
                  </a:lnTo>
                  <a:lnTo>
                    <a:pt x="3279" y="11475"/>
                  </a:lnTo>
                  <a:lnTo>
                    <a:pt x="3279" y="14754"/>
                  </a:lnTo>
                  <a:lnTo>
                    <a:pt x="3279" y="19672"/>
                  </a:lnTo>
                  <a:lnTo>
                    <a:pt x="3279" y="22951"/>
                  </a:lnTo>
                  <a:lnTo>
                    <a:pt x="3279" y="26229"/>
                  </a:lnTo>
                  <a:lnTo>
                    <a:pt x="3279" y="22951"/>
                  </a:lnTo>
                  <a:lnTo>
                    <a:pt x="1639" y="19672"/>
                  </a:lnTo>
                  <a:lnTo>
                    <a:pt x="1639" y="14754"/>
                  </a:lnTo>
                  <a:lnTo>
                    <a:pt x="1639" y="11475"/>
                  </a:lnTo>
                  <a:lnTo>
                    <a:pt x="1639" y="8197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00" name="Freeform 4299">
              <a:extLst>
                <a:ext uri="{FF2B5EF4-FFF2-40B4-BE49-F238E27FC236}">
                  <a16:creationId xmlns:a16="http://schemas.microsoft.com/office/drawing/2014/main" id="{6363C8E6-7EDB-7941-B649-201B97A6B0A9}"/>
                </a:ext>
              </a:extLst>
            </p:cNvPr>
            <p:cNvSpPr/>
            <p:nvPr/>
          </p:nvSpPr>
          <p:spPr>
            <a:xfrm>
              <a:off x="2618966" y="2573920"/>
              <a:ext cx="3278" cy="3278"/>
            </a:xfrm>
            <a:custGeom>
              <a:avLst/>
              <a:gdLst>
                <a:gd name="connsiteX0" fmla="*/ 0 w 3278"/>
                <a:gd name="connsiteY0" fmla="*/ 3279 h 3278"/>
                <a:gd name="connsiteX1" fmla="*/ 3279 w 3278"/>
                <a:gd name="connsiteY1" fmla="*/ 0 h 3278"/>
                <a:gd name="connsiteX2" fmla="*/ 3279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0" y="3279"/>
                  </a:moveTo>
                  <a:lnTo>
                    <a:pt x="3279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01" name="Freeform 4300">
              <a:extLst>
                <a:ext uri="{FF2B5EF4-FFF2-40B4-BE49-F238E27FC236}">
                  <a16:creationId xmlns:a16="http://schemas.microsoft.com/office/drawing/2014/main" id="{0C54FC60-210D-1240-89DE-09F606A694A4}"/>
                </a:ext>
              </a:extLst>
            </p:cNvPr>
            <p:cNvSpPr/>
            <p:nvPr/>
          </p:nvSpPr>
          <p:spPr>
            <a:xfrm>
              <a:off x="2636999" y="2544412"/>
              <a:ext cx="14753" cy="22950"/>
            </a:xfrm>
            <a:custGeom>
              <a:avLst/>
              <a:gdLst>
                <a:gd name="connsiteX0" fmla="*/ 6557 w 14753"/>
                <a:gd name="connsiteY0" fmla="*/ 22951 h 22950"/>
                <a:gd name="connsiteX1" fmla="*/ 4918 w 14753"/>
                <a:gd name="connsiteY1" fmla="*/ 22951 h 22950"/>
                <a:gd name="connsiteX2" fmla="*/ 0 w 14753"/>
                <a:gd name="connsiteY2" fmla="*/ 22951 h 22950"/>
                <a:gd name="connsiteX3" fmla="*/ 4918 w 14753"/>
                <a:gd name="connsiteY3" fmla="*/ 21311 h 22950"/>
                <a:gd name="connsiteX4" fmla="*/ 8197 w 14753"/>
                <a:gd name="connsiteY4" fmla="*/ 19672 h 22950"/>
                <a:gd name="connsiteX5" fmla="*/ 9836 w 14753"/>
                <a:gd name="connsiteY5" fmla="*/ 14754 h 22950"/>
                <a:gd name="connsiteX6" fmla="*/ 11475 w 14753"/>
                <a:gd name="connsiteY6" fmla="*/ 11475 h 22950"/>
                <a:gd name="connsiteX7" fmla="*/ 13115 w 14753"/>
                <a:gd name="connsiteY7" fmla="*/ 8197 h 22950"/>
                <a:gd name="connsiteX8" fmla="*/ 13115 w 14753"/>
                <a:gd name="connsiteY8" fmla="*/ 4918 h 22950"/>
                <a:gd name="connsiteX9" fmla="*/ 14754 w 14753"/>
                <a:gd name="connsiteY9" fmla="*/ 0 h 22950"/>
                <a:gd name="connsiteX10" fmla="*/ 14754 w 14753"/>
                <a:gd name="connsiteY10" fmla="*/ 3279 h 22950"/>
                <a:gd name="connsiteX11" fmla="*/ 13115 w 14753"/>
                <a:gd name="connsiteY11" fmla="*/ 8197 h 22950"/>
                <a:gd name="connsiteX12" fmla="*/ 11475 w 14753"/>
                <a:gd name="connsiteY12" fmla="*/ 11475 h 22950"/>
                <a:gd name="connsiteX13" fmla="*/ 9836 w 14753"/>
                <a:gd name="connsiteY13" fmla="*/ 14754 h 22950"/>
                <a:gd name="connsiteX14" fmla="*/ 9836 w 14753"/>
                <a:gd name="connsiteY14" fmla="*/ 19672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53" h="22950">
                  <a:moveTo>
                    <a:pt x="6557" y="22951"/>
                  </a:moveTo>
                  <a:lnTo>
                    <a:pt x="4918" y="22951"/>
                  </a:lnTo>
                  <a:lnTo>
                    <a:pt x="0" y="22951"/>
                  </a:lnTo>
                  <a:lnTo>
                    <a:pt x="4918" y="21311"/>
                  </a:lnTo>
                  <a:lnTo>
                    <a:pt x="8197" y="19672"/>
                  </a:lnTo>
                  <a:lnTo>
                    <a:pt x="9836" y="14754"/>
                  </a:lnTo>
                  <a:lnTo>
                    <a:pt x="11475" y="11475"/>
                  </a:lnTo>
                  <a:lnTo>
                    <a:pt x="13115" y="8197"/>
                  </a:lnTo>
                  <a:lnTo>
                    <a:pt x="13115" y="4918"/>
                  </a:lnTo>
                  <a:lnTo>
                    <a:pt x="14754" y="0"/>
                  </a:lnTo>
                  <a:lnTo>
                    <a:pt x="14754" y="3279"/>
                  </a:lnTo>
                  <a:lnTo>
                    <a:pt x="13115" y="8197"/>
                  </a:lnTo>
                  <a:lnTo>
                    <a:pt x="11475" y="11475"/>
                  </a:lnTo>
                  <a:lnTo>
                    <a:pt x="9836" y="14754"/>
                  </a:lnTo>
                  <a:lnTo>
                    <a:pt x="9836" y="196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02" name="Freeform 4301">
              <a:extLst>
                <a:ext uri="{FF2B5EF4-FFF2-40B4-BE49-F238E27FC236}">
                  <a16:creationId xmlns:a16="http://schemas.microsoft.com/office/drawing/2014/main" id="{48B6D67A-F3B8-6649-93C9-194145A42B65}"/>
                </a:ext>
              </a:extLst>
            </p:cNvPr>
            <p:cNvSpPr/>
            <p:nvPr/>
          </p:nvSpPr>
          <p:spPr>
            <a:xfrm>
              <a:off x="2764867" y="2329659"/>
              <a:ext cx="6557" cy="4917"/>
            </a:xfrm>
            <a:custGeom>
              <a:avLst/>
              <a:gdLst>
                <a:gd name="connsiteX0" fmla="*/ 6557 w 6557"/>
                <a:gd name="connsiteY0" fmla="*/ 0 h 4917"/>
                <a:gd name="connsiteX1" fmla="*/ 3279 w 6557"/>
                <a:gd name="connsiteY1" fmla="*/ 3279 h 4917"/>
                <a:gd name="connsiteX2" fmla="*/ 0 w 6557"/>
                <a:gd name="connsiteY2" fmla="*/ 4918 h 4917"/>
                <a:gd name="connsiteX3" fmla="*/ 1639 w 6557"/>
                <a:gd name="connsiteY3" fmla="*/ 1639 h 4917"/>
                <a:gd name="connsiteX4" fmla="*/ 6557 w 6557"/>
                <a:gd name="connsiteY4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4917">
                  <a:moveTo>
                    <a:pt x="6557" y="0"/>
                  </a:moveTo>
                  <a:lnTo>
                    <a:pt x="3279" y="3279"/>
                  </a:lnTo>
                  <a:lnTo>
                    <a:pt x="0" y="4918"/>
                  </a:lnTo>
                  <a:lnTo>
                    <a:pt x="1639" y="1639"/>
                  </a:lnTo>
                  <a:lnTo>
                    <a:pt x="65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03" name="Freeform 4302">
              <a:extLst>
                <a:ext uri="{FF2B5EF4-FFF2-40B4-BE49-F238E27FC236}">
                  <a16:creationId xmlns:a16="http://schemas.microsoft.com/office/drawing/2014/main" id="{61C2CB3B-7813-984A-9E94-7D4E344BF12A}"/>
                </a:ext>
              </a:extLst>
            </p:cNvPr>
            <p:cNvSpPr/>
            <p:nvPr/>
          </p:nvSpPr>
          <p:spPr>
            <a:xfrm>
              <a:off x="2773064" y="2306708"/>
              <a:ext cx="81966" cy="26229"/>
            </a:xfrm>
            <a:custGeom>
              <a:avLst/>
              <a:gdLst>
                <a:gd name="connsiteX0" fmla="*/ 22951 w 81966"/>
                <a:gd name="connsiteY0" fmla="*/ 21311 h 26229"/>
                <a:gd name="connsiteX1" fmla="*/ 19672 w 81966"/>
                <a:gd name="connsiteY1" fmla="*/ 22951 h 26229"/>
                <a:gd name="connsiteX2" fmla="*/ 14754 w 81966"/>
                <a:gd name="connsiteY2" fmla="*/ 22951 h 26229"/>
                <a:gd name="connsiteX3" fmla="*/ 11475 w 81966"/>
                <a:gd name="connsiteY3" fmla="*/ 24590 h 26229"/>
                <a:gd name="connsiteX4" fmla="*/ 14754 w 81966"/>
                <a:gd name="connsiteY4" fmla="*/ 24590 h 26229"/>
                <a:gd name="connsiteX5" fmla="*/ 11475 w 81966"/>
                <a:gd name="connsiteY5" fmla="*/ 24590 h 26229"/>
                <a:gd name="connsiteX6" fmla="*/ 8197 w 81966"/>
                <a:gd name="connsiteY6" fmla="*/ 24590 h 26229"/>
                <a:gd name="connsiteX7" fmla="*/ 3279 w 81966"/>
                <a:gd name="connsiteY7" fmla="*/ 26229 h 26229"/>
                <a:gd name="connsiteX8" fmla="*/ 6557 w 81966"/>
                <a:gd name="connsiteY8" fmla="*/ 24590 h 26229"/>
                <a:gd name="connsiteX9" fmla="*/ 3279 w 81966"/>
                <a:gd name="connsiteY9" fmla="*/ 24590 h 26229"/>
                <a:gd name="connsiteX10" fmla="*/ 0 w 81966"/>
                <a:gd name="connsiteY10" fmla="*/ 22951 h 26229"/>
                <a:gd name="connsiteX11" fmla="*/ 3279 w 81966"/>
                <a:gd name="connsiteY11" fmla="*/ 19672 h 26229"/>
                <a:gd name="connsiteX12" fmla="*/ 6557 w 81966"/>
                <a:gd name="connsiteY12" fmla="*/ 16393 h 26229"/>
                <a:gd name="connsiteX13" fmla="*/ 9836 w 81966"/>
                <a:gd name="connsiteY13" fmla="*/ 16393 h 26229"/>
                <a:gd name="connsiteX14" fmla="*/ 14754 w 81966"/>
                <a:gd name="connsiteY14" fmla="*/ 16393 h 26229"/>
                <a:gd name="connsiteX15" fmla="*/ 18033 w 81966"/>
                <a:gd name="connsiteY15" fmla="*/ 11475 h 26229"/>
                <a:gd name="connsiteX16" fmla="*/ 21311 w 81966"/>
                <a:gd name="connsiteY16" fmla="*/ 11475 h 26229"/>
                <a:gd name="connsiteX17" fmla="*/ 26229 w 81966"/>
                <a:gd name="connsiteY17" fmla="*/ 9836 h 26229"/>
                <a:gd name="connsiteX18" fmla="*/ 29508 w 81966"/>
                <a:gd name="connsiteY18" fmla="*/ 9836 h 26229"/>
                <a:gd name="connsiteX19" fmla="*/ 32787 w 81966"/>
                <a:gd name="connsiteY19" fmla="*/ 11475 h 26229"/>
                <a:gd name="connsiteX20" fmla="*/ 36065 w 81966"/>
                <a:gd name="connsiteY20" fmla="*/ 8197 h 26229"/>
                <a:gd name="connsiteX21" fmla="*/ 40983 w 81966"/>
                <a:gd name="connsiteY21" fmla="*/ 8197 h 26229"/>
                <a:gd name="connsiteX22" fmla="*/ 44262 w 81966"/>
                <a:gd name="connsiteY22" fmla="*/ 8197 h 26229"/>
                <a:gd name="connsiteX23" fmla="*/ 47541 w 81966"/>
                <a:gd name="connsiteY23" fmla="*/ 8197 h 26229"/>
                <a:gd name="connsiteX24" fmla="*/ 52459 w 81966"/>
                <a:gd name="connsiteY24" fmla="*/ 8197 h 26229"/>
                <a:gd name="connsiteX25" fmla="*/ 55737 w 81966"/>
                <a:gd name="connsiteY25" fmla="*/ 8197 h 26229"/>
                <a:gd name="connsiteX26" fmla="*/ 59016 w 81966"/>
                <a:gd name="connsiteY26" fmla="*/ 4918 h 26229"/>
                <a:gd name="connsiteX27" fmla="*/ 63934 w 81966"/>
                <a:gd name="connsiteY27" fmla="*/ 3279 h 26229"/>
                <a:gd name="connsiteX28" fmla="*/ 67213 w 81966"/>
                <a:gd name="connsiteY28" fmla="*/ 1639 h 26229"/>
                <a:gd name="connsiteX29" fmla="*/ 70492 w 81966"/>
                <a:gd name="connsiteY29" fmla="*/ 0 h 26229"/>
                <a:gd name="connsiteX30" fmla="*/ 67213 w 81966"/>
                <a:gd name="connsiteY30" fmla="*/ 1639 h 26229"/>
                <a:gd name="connsiteX31" fmla="*/ 63934 w 81966"/>
                <a:gd name="connsiteY31" fmla="*/ 4918 h 26229"/>
                <a:gd name="connsiteX32" fmla="*/ 59016 w 81966"/>
                <a:gd name="connsiteY32" fmla="*/ 8197 h 26229"/>
                <a:gd name="connsiteX33" fmla="*/ 55737 w 81966"/>
                <a:gd name="connsiteY33" fmla="*/ 9836 h 26229"/>
                <a:gd name="connsiteX34" fmla="*/ 59016 w 81966"/>
                <a:gd name="connsiteY34" fmla="*/ 11475 h 26229"/>
                <a:gd name="connsiteX35" fmla="*/ 63934 w 81966"/>
                <a:gd name="connsiteY35" fmla="*/ 8197 h 26229"/>
                <a:gd name="connsiteX36" fmla="*/ 67213 w 81966"/>
                <a:gd name="connsiteY36" fmla="*/ 4918 h 26229"/>
                <a:gd name="connsiteX37" fmla="*/ 70492 w 81966"/>
                <a:gd name="connsiteY37" fmla="*/ 4918 h 26229"/>
                <a:gd name="connsiteX38" fmla="*/ 73770 w 81966"/>
                <a:gd name="connsiteY38" fmla="*/ 6557 h 26229"/>
                <a:gd name="connsiteX39" fmla="*/ 78688 w 81966"/>
                <a:gd name="connsiteY39" fmla="*/ 4918 h 26229"/>
                <a:gd name="connsiteX40" fmla="*/ 81967 w 81966"/>
                <a:gd name="connsiteY40" fmla="*/ 3279 h 26229"/>
                <a:gd name="connsiteX41" fmla="*/ 78688 w 81966"/>
                <a:gd name="connsiteY41" fmla="*/ 6557 h 26229"/>
                <a:gd name="connsiteX42" fmla="*/ 73770 w 81966"/>
                <a:gd name="connsiteY42" fmla="*/ 8197 h 26229"/>
                <a:gd name="connsiteX43" fmla="*/ 70492 w 81966"/>
                <a:gd name="connsiteY43" fmla="*/ 8197 h 26229"/>
                <a:gd name="connsiteX44" fmla="*/ 67213 w 81966"/>
                <a:gd name="connsiteY44" fmla="*/ 11475 h 26229"/>
                <a:gd name="connsiteX45" fmla="*/ 63934 w 81966"/>
                <a:gd name="connsiteY45" fmla="*/ 13115 h 26229"/>
                <a:gd name="connsiteX46" fmla="*/ 59016 w 81966"/>
                <a:gd name="connsiteY46" fmla="*/ 13115 h 26229"/>
                <a:gd name="connsiteX47" fmla="*/ 55737 w 81966"/>
                <a:gd name="connsiteY47" fmla="*/ 14754 h 26229"/>
                <a:gd name="connsiteX48" fmla="*/ 50819 w 81966"/>
                <a:gd name="connsiteY48" fmla="*/ 16393 h 26229"/>
                <a:gd name="connsiteX49" fmla="*/ 47541 w 81966"/>
                <a:gd name="connsiteY49" fmla="*/ 16393 h 26229"/>
                <a:gd name="connsiteX50" fmla="*/ 44262 w 81966"/>
                <a:gd name="connsiteY50" fmla="*/ 18033 h 26229"/>
                <a:gd name="connsiteX51" fmla="*/ 40983 w 81966"/>
                <a:gd name="connsiteY51" fmla="*/ 18033 h 26229"/>
                <a:gd name="connsiteX52" fmla="*/ 36065 w 81966"/>
                <a:gd name="connsiteY52" fmla="*/ 19672 h 26229"/>
                <a:gd name="connsiteX53" fmla="*/ 32787 w 81966"/>
                <a:gd name="connsiteY53" fmla="*/ 19672 h 26229"/>
                <a:gd name="connsiteX54" fmla="*/ 29508 w 81966"/>
                <a:gd name="connsiteY54" fmla="*/ 19672 h 26229"/>
                <a:gd name="connsiteX55" fmla="*/ 26229 w 81966"/>
                <a:gd name="connsiteY55" fmla="*/ 21311 h 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81966" h="26229">
                  <a:moveTo>
                    <a:pt x="22951" y="21311"/>
                  </a:moveTo>
                  <a:lnTo>
                    <a:pt x="19672" y="22951"/>
                  </a:lnTo>
                  <a:lnTo>
                    <a:pt x="14754" y="22951"/>
                  </a:lnTo>
                  <a:lnTo>
                    <a:pt x="11475" y="24590"/>
                  </a:lnTo>
                  <a:lnTo>
                    <a:pt x="14754" y="24590"/>
                  </a:lnTo>
                  <a:lnTo>
                    <a:pt x="11475" y="24590"/>
                  </a:lnTo>
                  <a:lnTo>
                    <a:pt x="8197" y="24590"/>
                  </a:lnTo>
                  <a:lnTo>
                    <a:pt x="3279" y="26229"/>
                  </a:lnTo>
                  <a:lnTo>
                    <a:pt x="6557" y="24590"/>
                  </a:lnTo>
                  <a:lnTo>
                    <a:pt x="3279" y="24590"/>
                  </a:lnTo>
                  <a:lnTo>
                    <a:pt x="0" y="22951"/>
                  </a:lnTo>
                  <a:lnTo>
                    <a:pt x="3279" y="19672"/>
                  </a:lnTo>
                  <a:lnTo>
                    <a:pt x="6557" y="16393"/>
                  </a:lnTo>
                  <a:lnTo>
                    <a:pt x="9836" y="16393"/>
                  </a:lnTo>
                  <a:lnTo>
                    <a:pt x="14754" y="16393"/>
                  </a:lnTo>
                  <a:lnTo>
                    <a:pt x="18033" y="11475"/>
                  </a:lnTo>
                  <a:lnTo>
                    <a:pt x="21311" y="11475"/>
                  </a:lnTo>
                  <a:lnTo>
                    <a:pt x="26229" y="9836"/>
                  </a:lnTo>
                  <a:lnTo>
                    <a:pt x="29508" y="9836"/>
                  </a:lnTo>
                  <a:lnTo>
                    <a:pt x="32787" y="11475"/>
                  </a:lnTo>
                  <a:lnTo>
                    <a:pt x="36065" y="8197"/>
                  </a:lnTo>
                  <a:lnTo>
                    <a:pt x="40983" y="8197"/>
                  </a:lnTo>
                  <a:lnTo>
                    <a:pt x="44262" y="8197"/>
                  </a:lnTo>
                  <a:lnTo>
                    <a:pt x="47541" y="8197"/>
                  </a:lnTo>
                  <a:lnTo>
                    <a:pt x="52459" y="8197"/>
                  </a:lnTo>
                  <a:lnTo>
                    <a:pt x="55737" y="8197"/>
                  </a:lnTo>
                  <a:lnTo>
                    <a:pt x="59016" y="4918"/>
                  </a:lnTo>
                  <a:lnTo>
                    <a:pt x="63934" y="3279"/>
                  </a:lnTo>
                  <a:lnTo>
                    <a:pt x="67213" y="1639"/>
                  </a:lnTo>
                  <a:lnTo>
                    <a:pt x="70492" y="0"/>
                  </a:lnTo>
                  <a:lnTo>
                    <a:pt x="67213" y="1639"/>
                  </a:lnTo>
                  <a:lnTo>
                    <a:pt x="63934" y="4918"/>
                  </a:lnTo>
                  <a:lnTo>
                    <a:pt x="59016" y="8197"/>
                  </a:lnTo>
                  <a:lnTo>
                    <a:pt x="55737" y="9836"/>
                  </a:lnTo>
                  <a:lnTo>
                    <a:pt x="59016" y="11475"/>
                  </a:lnTo>
                  <a:lnTo>
                    <a:pt x="63934" y="8197"/>
                  </a:lnTo>
                  <a:lnTo>
                    <a:pt x="67213" y="4918"/>
                  </a:lnTo>
                  <a:lnTo>
                    <a:pt x="70492" y="4918"/>
                  </a:lnTo>
                  <a:lnTo>
                    <a:pt x="73770" y="6557"/>
                  </a:lnTo>
                  <a:lnTo>
                    <a:pt x="78688" y="4918"/>
                  </a:lnTo>
                  <a:lnTo>
                    <a:pt x="81967" y="3279"/>
                  </a:lnTo>
                  <a:lnTo>
                    <a:pt x="78688" y="6557"/>
                  </a:lnTo>
                  <a:lnTo>
                    <a:pt x="73770" y="8197"/>
                  </a:lnTo>
                  <a:lnTo>
                    <a:pt x="70492" y="8197"/>
                  </a:lnTo>
                  <a:lnTo>
                    <a:pt x="67213" y="11475"/>
                  </a:lnTo>
                  <a:lnTo>
                    <a:pt x="63934" y="13115"/>
                  </a:lnTo>
                  <a:lnTo>
                    <a:pt x="59016" y="13115"/>
                  </a:lnTo>
                  <a:lnTo>
                    <a:pt x="55737" y="14754"/>
                  </a:lnTo>
                  <a:lnTo>
                    <a:pt x="50819" y="16393"/>
                  </a:lnTo>
                  <a:lnTo>
                    <a:pt x="47541" y="16393"/>
                  </a:lnTo>
                  <a:lnTo>
                    <a:pt x="44262" y="18033"/>
                  </a:lnTo>
                  <a:lnTo>
                    <a:pt x="40983" y="18033"/>
                  </a:lnTo>
                  <a:lnTo>
                    <a:pt x="36065" y="19672"/>
                  </a:lnTo>
                  <a:lnTo>
                    <a:pt x="32787" y="19672"/>
                  </a:lnTo>
                  <a:lnTo>
                    <a:pt x="29508" y="19672"/>
                  </a:lnTo>
                  <a:lnTo>
                    <a:pt x="26229" y="2131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04" name="Freeform 4303">
              <a:extLst>
                <a:ext uri="{FF2B5EF4-FFF2-40B4-BE49-F238E27FC236}">
                  <a16:creationId xmlns:a16="http://schemas.microsoft.com/office/drawing/2014/main" id="{F90EB1E7-E7C4-CE42-BFAF-502F7D74E29A}"/>
                </a:ext>
              </a:extLst>
            </p:cNvPr>
            <p:cNvSpPr/>
            <p:nvPr/>
          </p:nvSpPr>
          <p:spPr>
            <a:xfrm>
              <a:off x="11432041" y="1621466"/>
              <a:ext cx="8196" cy="4918"/>
            </a:xfrm>
            <a:custGeom>
              <a:avLst/>
              <a:gdLst>
                <a:gd name="connsiteX0" fmla="*/ 8197 w 8196"/>
                <a:gd name="connsiteY0" fmla="*/ 4918 h 4918"/>
                <a:gd name="connsiteX1" fmla="*/ 8197 w 8196"/>
                <a:gd name="connsiteY1" fmla="*/ 1639 h 4918"/>
                <a:gd name="connsiteX2" fmla="*/ 3279 w 8196"/>
                <a:gd name="connsiteY2" fmla="*/ 0 h 4918"/>
                <a:gd name="connsiteX3" fmla="*/ 0 w 8196"/>
                <a:gd name="connsiteY3" fmla="*/ 1639 h 4918"/>
                <a:gd name="connsiteX4" fmla="*/ 3279 w 8196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8197" y="4918"/>
                  </a:moveTo>
                  <a:lnTo>
                    <a:pt x="8197" y="163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05" name="Freeform 4304">
              <a:extLst>
                <a:ext uri="{FF2B5EF4-FFF2-40B4-BE49-F238E27FC236}">
                  <a16:creationId xmlns:a16="http://schemas.microsoft.com/office/drawing/2014/main" id="{83AAC7A8-0601-7943-8A89-890C93CD87EF}"/>
                </a:ext>
              </a:extLst>
            </p:cNvPr>
            <p:cNvSpPr/>
            <p:nvPr/>
          </p:nvSpPr>
          <p:spPr>
            <a:xfrm>
              <a:off x="10823847" y="4590304"/>
              <a:ext cx="6556" cy="6557"/>
            </a:xfrm>
            <a:custGeom>
              <a:avLst/>
              <a:gdLst>
                <a:gd name="connsiteX0" fmla="*/ 1639 w 6556"/>
                <a:gd name="connsiteY0" fmla="*/ 6557 h 6557"/>
                <a:gd name="connsiteX1" fmla="*/ 6557 w 6556"/>
                <a:gd name="connsiteY1" fmla="*/ 3279 h 6557"/>
                <a:gd name="connsiteX2" fmla="*/ 3278 w 6556"/>
                <a:gd name="connsiteY2" fmla="*/ 0 h 6557"/>
                <a:gd name="connsiteX3" fmla="*/ 0 w 6556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6" h="6557">
                  <a:moveTo>
                    <a:pt x="1639" y="6557"/>
                  </a:moveTo>
                  <a:lnTo>
                    <a:pt x="6557" y="3279"/>
                  </a:lnTo>
                  <a:lnTo>
                    <a:pt x="327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06" name="Freeform 4305">
              <a:extLst>
                <a:ext uri="{FF2B5EF4-FFF2-40B4-BE49-F238E27FC236}">
                  <a16:creationId xmlns:a16="http://schemas.microsoft.com/office/drawing/2014/main" id="{2EBD6C36-6951-3840-ACB8-46A0E7BCD4E4}"/>
                </a:ext>
              </a:extLst>
            </p:cNvPr>
            <p:cNvSpPr/>
            <p:nvPr/>
          </p:nvSpPr>
          <p:spPr>
            <a:xfrm>
              <a:off x="10825486" y="4567354"/>
              <a:ext cx="4917" cy="4917"/>
            </a:xfrm>
            <a:custGeom>
              <a:avLst/>
              <a:gdLst>
                <a:gd name="connsiteX0" fmla="*/ 1639 w 4917"/>
                <a:gd name="connsiteY0" fmla="*/ 4918 h 4917"/>
                <a:gd name="connsiteX1" fmla="*/ 3279 w 4917"/>
                <a:gd name="connsiteY1" fmla="*/ 4918 h 4917"/>
                <a:gd name="connsiteX2" fmla="*/ 4918 w 4917"/>
                <a:gd name="connsiteY2" fmla="*/ 0 h 4917"/>
                <a:gd name="connsiteX3" fmla="*/ 0 w 4917"/>
                <a:gd name="connsiteY3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7">
                  <a:moveTo>
                    <a:pt x="1639" y="4918"/>
                  </a:moveTo>
                  <a:lnTo>
                    <a:pt x="3279" y="4918"/>
                  </a:ln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07" name="Freeform 4306">
              <a:extLst>
                <a:ext uri="{FF2B5EF4-FFF2-40B4-BE49-F238E27FC236}">
                  <a16:creationId xmlns:a16="http://schemas.microsoft.com/office/drawing/2014/main" id="{9A5AC767-AC4B-1A4B-AFCB-F0A0D7384CA7}"/>
                </a:ext>
              </a:extLst>
            </p:cNvPr>
            <p:cNvSpPr/>
            <p:nvPr/>
          </p:nvSpPr>
          <p:spPr>
            <a:xfrm>
              <a:off x="10830404" y="4568993"/>
              <a:ext cx="3278" cy="6557"/>
            </a:xfrm>
            <a:custGeom>
              <a:avLst/>
              <a:gdLst>
                <a:gd name="connsiteX0" fmla="*/ 1640 w 3278"/>
                <a:gd name="connsiteY0" fmla="*/ 6557 h 6557"/>
                <a:gd name="connsiteX1" fmla="*/ 3279 w 3278"/>
                <a:gd name="connsiteY1" fmla="*/ 4918 h 6557"/>
                <a:gd name="connsiteX2" fmla="*/ 3279 w 3278"/>
                <a:gd name="connsiteY2" fmla="*/ 0 h 6557"/>
                <a:gd name="connsiteX3" fmla="*/ 0 w 3278"/>
                <a:gd name="connsiteY3" fmla="*/ 327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6557">
                  <a:moveTo>
                    <a:pt x="1640" y="6557"/>
                  </a:moveTo>
                  <a:lnTo>
                    <a:pt x="3279" y="4918"/>
                  </a:lnTo>
                  <a:lnTo>
                    <a:pt x="3279" y="0"/>
                  </a:lnTo>
                  <a:lnTo>
                    <a:pt x="0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08" name="Freeform 4307">
              <a:extLst>
                <a:ext uri="{FF2B5EF4-FFF2-40B4-BE49-F238E27FC236}">
                  <a16:creationId xmlns:a16="http://schemas.microsoft.com/office/drawing/2014/main" id="{D22676C5-CF95-5D42-B8FE-612B4721313B}"/>
                </a:ext>
              </a:extLst>
            </p:cNvPr>
            <p:cNvSpPr/>
            <p:nvPr/>
          </p:nvSpPr>
          <p:spPr>
            <a:xfrm>
              <a:off x="10874666" y="4495223"/>
              <a:ext cx="16393" cy="13114"/>
            </a:xfrm>
            <a:custGeom>
              <a:avLst/>
              <a:gdLst>
                <a:gd name="connsiteX0" fmla="*/ 16393 w 16393"/>
                <a:gd name="connsiteY0" fmla="*/ 13114 h 13114"/>
                <a:gd name="connsiteX1" fmla="*/ 16393 w 16393"/>
                <a:gd name="connsiteY1" fmla="*/ 8197 h 13114"/>
                <a:gd name="connsiteX2" fmla="*/ 11476 w 16393"/>
                <a:gd name="connsiteY2" fmla="*/ 6557 h 13114"/>
                <a:gd name="connsiteX3" fmla="*/ 8197 w 16393"/>
                <a:gd name="connsiteY3" fmla="*/ 3278 h 13114"/>
                <a:gd name="connsiteX4" fmla="*/ 4918 w 16393"/>
                <a:gd name="connsiteY4" fmla="*/ 1639 h 13114"/>
                <a:gd name="connsiteX5" fmla="*/ 0 w 16393"/>
                <a:gd name="connsiteY5" fmla="*/ 0 h 13114"/>
                <a:gd name="connsiteX6" fmla="*/ 4918 w 16393"/>
                <a:gd name="connsiteY6" fmla="*/ 3278 h 13114"/>
                <a:gd name="connsiteX7" fmla="*/ 8197 w 16393"/>
                <a:gd name="connsiteY7" fmla="*/ 6557 h 13114"/>
                <a:gd name="connsiteX8" fmla="*/ 11476 w 16393"/>
                <a:gd name="connsiteY8" fmla="*/ 819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93" h="13114">
                  <a:moveTo>
                    <a:pt x="16393" y="13114"/>
                  </a:moveTo>
                  <a:lnTo>
                    <a:pt x="16393" y="8197"/>
                  </a:lnTo>
                  <a:lnTo>
                    <a:pt x="11476" y="6557"/>
                  </a:lnTo>
                  <a:lnTo>
                    <a:pt x="8197" y="3278"/>
                  </a:lnTo>
                  <a:lnTo>
                    <a:pt x="4918" y="1639"/>
                  </a:lnTo>
                  <a:lnTo>
                    <a:pt x="0" y="0"/>
                  </a:lnTo>
                  <a:lnTo>
                    <a:pt x="4918" y="3278"/>
                  </a:lnTo>
                  <a:lnTo>
                    <a:pt x="8197" y="6557"/>
                  </a:lnTo>
                  <a:lnTo>
                    <a:pt x="11476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09" name="Freeform 4308">
              <a:extLst>
                <a:ext uri="{FF2B5EF4-FFF2-40B4-BE49-F238E27FC236}">
                  <a16:creationId xmlns:a16="http://schemas.microsoft.com/office/drawing/2014/main" id="{A0097EB0-9E99-FB46-8C1D-E32BF16F6D5E}"/>
                </a:ext>
              </a:extLst>
            </p:cNvPr>
            <p:cNvSpPr/>
            <p:nvPr/>
          </p:nvSpPr>
          <p:spPr>
            <a:xfrm>
              <a:off x="10881224" y="4491944"/>
              <a:ext cx="9835" cy="4917"/>
            </a:xfrm>
            <a:custGeom>
              <a:avLst/>
              <a:gdLst>
                <a:gd name="connsiteX0" fmla="*/ 8197 w 9835"/>
                <a:gd name="connsiteY0" fmla="*/ 4918 h 4917"/>
                <a:gd name="connsiteX1" fmla="*/ 9836 w 9835"/>
                <a:gd name="connsiteY1" fmla="*/ 3279 h 4917"/>
                <a:gd name="connsiteX2" fmla="*/ 8197 w 9835"/>
                <a:gd name="connsiteY2" fmla="*/ 0 h 4917"/>
                <a:gd name="connsiteX3" fmla="*/ 3278 w 9835"/>
                <a:gd name="connsiteY3" fmla="*/ 0 h 4917"/>
                <a:gd name="connsiteX4" fmla="*/ 0 w 9835"/>
                <a:gd name="connsiteY4" fmla="*/ 1639 h 4917"/>
                <a:gd name="connsiteX5" fmla="*/ 3278 w 9835"/>
                <a:gd name="connsiteY5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5" h="4917">
                  <a:moveTo>
                    <a:pt x="8197" y="4918"/>
                  </a:moveTo>
                  <a:lnTo>
                    <a:pt x="9836" y="3279"/>
                  </a:lnTo>
                  <a:lnTo>
                    <a:pt x="8197" y="0"/>
                  </a:lnTo>
                  <a:lnTo>
                    <a:pt x="3278" y="0"/>
                  </a:lnTo>
                  <a:lnTo>
                    <a:pt x="0" y="1639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10" name="Freeform 4309">
              <a:extLst>
                <a:ext uri="{FF2B5EF4-FFF2-40B4-BE49-F238E27FC236}">
                  <a16:creationId xmlns:a16="http://schemas.microsoft.com/office/drawing/2014/main" id="{3D5C556C-BDB9-9D44-921D-80806F746F5E}"/>
                </a:ext>
              </a:extLst>
            </p:cNvPr>
            <p:cNvSpPr/>
            <p:nvPr/>
          </p:nvSpPr>
          <p:spPr>
            <a:xfrm>
              <a:off x="10889421" y="4491944"/>
              <a:ext cx="4917" cy="3278"/>
            </a:xfrm>
            <a:custGeom>
              <a:avLst/>
              <a:gdLst>
                <a:gd name="connsiteX0" fmla="*/ 4918 w 4917"/>
                <a:gd name="connsiteY0" fmla="*/ 3279 h 3278"/>
                <a:gd name="connsiteX1" fmla="*/ 4918 w 4917"/>
                <a:gd name="connsiteY1" fmla="*/ 0 h 3278"/>
                <a:gd name="connsiteX2" fmla="*/ 0 w 4917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4918" y="3279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11" name="Freeform 4310">
              <a:extLst>
                <a:ext uri="{FF2B5EF4-FFF2-40B4-BE49-F238E27FC236}">
                  <a16:creationId xmlns:a16="http://schemas.microsoft.com/office/drawing/2014/main" id="{37055D04-DF5F-E743-B870-00401FEFA5E7}"/>
                </a:ext>
              </a:extLst>
            </p:cNvPr>
            <p:cNvSpPr/>
            <p:nvPr/>
          </p:nvSpPr>
          <p:spPr>
            <a:xfrm>
              <a:off x="10892698" y="4477190"/>
              <a:ext cx="3278" cy="3278"/>
            </a:xfrm>
            <a:custGeom>
              <a:avLst/>
              <a:gdLst>
                <a:gd name="connsiteX0" fmla="*/ 3279 w 3278"/>
                <a:gd name="connsiteY0" fmla="*/ 3278 h 3278"/>
                <a:gd name="connsiteX1" fmla="*/ 3279 w 3278"/>
                <a:gd name="connsiteY1" fmla="*/ 0 h 3278"/>
                <a:gd name="connsiteX2" fmla="*/ 0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8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12" name="Freeform 4311">
              <a:extLst>
                <a:ext uri="{FF2B5EF4-FFF2-40B4-BE49-F238E27FC236}">
                  <a16:creationId xmlns:a16="http://schemas.microsoft.com/office/drawing/2014/main" id="{DF2FE8BA-383E-B046-9353-02D8D7145897}"/>
                </a:ext>
              </a:extLst>
            </p:cNvPr>
            <p:cNvSpPr/>
            <p:nvPr/>
          </p:nvSpPr>
          <p:spPr>
            <a:xfrm>
              <a:off x="2317328" y="3029656"/>
              <a:ext cx="3278" cy="4918"/>
            </a:xfrm>
            <a:custGeom>
              <a:avLst/>
              <a:gdLst>
                <a:gd name="connsiteX0" fmla="*/ 0 w 3278"/>
                <a:gd name="connsiteY0" fmla="*/ 0 h 4918"/>
                <a:gd name="connsiteX1" fmla="*/ 3279 w 3278"/>
                <a:gd name="connsiteY1" fmla="*/ 4918 h 4918"/>
                <a:gd name="connsiteX2" fmla="*/ 0 w 3278"/>
                <a:gd name="connsiteY2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0" y="0"/>
                  </a:moveTo>
                  <a:lnTo>
                    <a:pt x="3279" y="49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13" name="Freeform 4312">
              <a:extLst>
                <a:ext uri="{FF2B5EF4-FFF2-40B4-BE49-F238E27FC236}">
                  <a16:creationId xmlns:a16="http://schemas.microsoft.com/office/drawing/2014/main" id="{5E41F4EC-E9CF-4C48-B8D6-9A55F882682A}"/>
                </a:ext>
              </a:extLst>
            </p:cNvPr>
            <p:cNvSpPr/>
            <p:nvPr/>
          </p:nvSpPr>
          <p:spPr>
            <a:xfrm>
              <a:off x="2332082" y="3029656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14" name="Freeform 4313">
              <a:extLst>
                <a:ext uri="{FF2B5EF4-FFF2-40B4-BE49-F238E27FC236}">
                  <a16:creationId xmlns:a16="http://schemas.microsoft.com/office/drawing/2014/main" id="{014AF16E-E955-3241-8F26-C6A86D1CD2A4}"/>
                </a:ext>
              </a:extLst>
            </p:cNvPr>
            <p:cNvSpPr/>
            <p:nvPr/>
          </p:nvSpPr>
          <p:spPr>
            <a:xfrm>
              <a:off x="2882900" y="2287036"/>
              <a:ext cx="4918" cy="6557"/>
            </a:xfrm>
            <a:custGeom>
              <a:avLst/>
              <a:gdLst>
                <a:gd name="connsiteX0" fmla="*/ 4918 w 4918"/>
                <a:gd name="connsiteY0" fmla="*/ 0 h 6557"/>
                <a:gd name="connsiteX1" fmla="*/ 3279 w 4918"/>
                <a:gd name="connsiteY1" fmla="*/ 3279 h 6557"/>
                <a:gd name="connsiteX2" fmla="*/ 0 w 4918"/>
                <a:gd name="connsiteY2" fmla="*/ 6557 h 6557"/>
                <a:gd name="connsiteX3" fmla="*/ 0 w 4918"/>
                <a:gd name="connsiteY3" fmla="*/ 3279 h 6557"/>
                <a:gd name="connsiteX4" fmla="*/ 3279 w 4918"/>
                <a:gd name="connsiteY4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6557">
                  <a:moveTo>
                    <a:pt x="4918" y="0"/>
                  </a:moveTo>
                  <a:lnTo>
                    <a:pt x="3279" y="3279"/>
                  </a:lnTo>
                  <a:lnTo>
                    <a:pt x="0" y="6557"/>
                  </a:lnTo>
                  <a:lnTo>
                    <a:pt x="0" y="327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15" name="Freeform 4314">
              <a:extLst>
                <a:ext uri="{FF2B5EF4-FFF2-40B4-BE49-F238E27FC236}">
                  <a16:creationId xmlns:a16="http://schemas.microsoft.com/office/drawing/2014/main" id="{2C643748-8D9E-6442-893A-E7502E51BBCF}"/>
                </a:ext>
              </a:extLst>
            </p:cNvPr>
            <p:cNvSpPr/>
            <p:nvPr/>
          </p:nvSpPr>
          <p:spPr>
            <a:xfrm>
              <a:off x="2897653" y="2293594"/>
              <a:ext cx="11475" cy="4918"/>
            </a:xfrm>
            <a:custGeom>
              <a:avLst/>
              <a:gdLst>
                <a:gd name="connsiteX0" fmla="*/ 11476 w 11475"/>
                <a:gd name="connsiteY0" fmla="*/ 0 h 4918"/>
                <a:gd name="connsiteX1" fmla="*/ 11476 w 11475"/>
                <a:gd name="connsiteY1" fmla="*/ 3279 h 4918"/>
                <a:gd name="connsiteX2" fmla="*/ 6557 w 11475"/>
                <a:gd name="connsiteY2" fmla="*/ 4918 h 4918"/>
                <a:gd name="connsiteX3" fmla="*/ 3279 w 11475"/>
                <a:gd name="connsiteY3" fmla="*/ 4918 h 4918"/>
                <a:gd name="connsiteX4" fmla="*/ 0 w 11475"/>
                <a:gd name="connsiteY4" fmla="*/ 4918 h 4918"/>
                <a:gd name="connsiteX5" fmla="*/ 3279 w 11475"/>
                <a:gd name="connsiteY5" fmla="*/ 3279 h 4918"/>
                <a:gd name="connsiteX6" fmla="*/ 6557 w 11475"/>
                <a:gd name="connsiteY6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4918">
                  <a:moveTo>
                    <a:pt x="11476" y="0"/>
                  </a:moveTo>
                  <a:lnTo>
                    <a:pt x="11476" y="3279"/>
                  </a:lnTo>
                  <a:lnTo>
                    <a:pt x="6557" y="4918"/>
                  </a:lnTo>
                  <a:lnTo>
                    <a:pt x="3279" y="4918"/>
                  </a:lnTo>
                  <a:lnTo>
                    <a:pt x="0" y="4918"/>
                  </a:lnTo>
                  <a:lnTo>
                    <a:pt x="3279" y="3279"/>
                  </a:lnTo>
                  <a:lnTo>
                    <a:pt x="65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16" name="Freeform 4315">
              <a:extLst>
                <a:ext uri="{FF2B5EF4-FFF2-40B4-BE49-F238E27FC236}">
                  <a16:creationId xmlns:a16="http://schemas.microsoft.com/office/drawing/2014/main" id="{5D3F8FFE-9524-BC41-9A53-DE5DBC2C5F7A}"/>
                </a:ext>
              </a:extLst>
            </p:cNvPr>
            <p:cNvSpPr/>
            <p:nvPr/>
          </p:nvSpPr>
          <p:spPr>
            <a:xfrm>
              <a:off x="2917326" y="2296872"/>
              <a:ext cx="9835" cy="6557"/>
            </a:xfrm>
            <a:custGeom>
              <a:avLst/>
              <a:gdLst>
                <a:gd name="connsiteX0" fmla="*/ 8197 w 9835"/>
                <a:gd name="connsiteY0" fmla="*/ 6557 h 6557"/>
                <a:gd name="connsiteX1" fmla="*/ 3279 w 9835"/>
                <a:gd name="connsiteY1" fmla="*/ 6557 h 6557"/>
                <a:gd name="connsiteX2" fmla="*/ 0 w 9835"/>
                <a:gd name="connsiteY2" fmla="*/ 4918 h 6557"/>
                <a:gd name="connsiteX3" fmla="*/ 3279 w 9835"/>
                <a:gd name="connsiteY3" fmla="*/ 4918 h 6557"/>
                <a:gd name="connsiteX4" fmla="*/ 8197 w 9835"/>
                <a:gd name="connsiteY4" fmla="*/ 3279 h 6557"/>
                <a:gd name="connsiteX5" fmla="*/ 8197 w 9835"/>
                <a:gd name="connsiteY5" fmla="*/ 0 h 6557"/>
                <a:gd name="connsiteX6" fmla="*/ 9836 w 9835"/>
                <a:gd name="connsiteY6" fmla="*/ 3279 h 6557"/>
                <a:gd name="connsiteX7" fmla="*/ 8197 w 9835"/>
                <a:gd name="connsiteY7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5" h="6557">
                  <a:moveTo>
                    <a:pt x="8197" y="6557"/>
                  </a:moveTo>
                  <a:lnTo>
                    <a:pt x="3279" y="6557"/>
                  </a:lnTo>
                  <a:lnTo>
                    <a:pt x="0" y="4918"/>
                  </a:lnTo>
                  <a:lnTo>
                    <a:pt x="3279" y="4918"/>
                  </a:lnTo>
                  <a:lnTo>
                    <a:pt x="8197" y="3279"/>
                  </a:lnTo>
                  <a:lnTo>
                    <a:pt x="8197" y="0"/>
                  </a:lnTo>
                  <a:lnTo>
                    <a:pt x="9836" y="3279"/>
                  </a:lnTo>
                  <a:lnTo>
                    <a:pt x="8197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17" name="Freeform 4316">
              <a:extLst>
                <a:ext uri="{FF2B5EF4-FFF2-40B4-BE49-F238E27FC236}">
                  <a16:creationId xmlns:a16="http://schemas.microsoft.com/office/drawing/2014/main" id="{67A3C957-F63D-E94A-B7D8-D224F72D4948}"/>
                </a:ext>
              </a:extLst>
            </p:cNvPr>
            <p:cNvSpPr/>
            <p:nvPr/>
          </p:nvSpPr>
          <p:spPr>
            <a:xfrm>
              <a:off x="3010768" y="2167365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0 w 3278"/>
                <a:gd name="connsiteY1" fmla="*/ 3279 h 3278"/>
                <a:gd name="connsiteX2" fmla="*/ 1639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0" y="327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18" name="Freeform 4317">
              <a:extLst>
                <a:ext uri="{FF2B5EF4-FFF2-40B4-BE49-F238E27FC236}">
                  <a16:creationId xmlns:a16="http://schemas.microsoft.com/office/drawing/2014/main" id="{61F94FF5-98FB-9946-A0B9-2D56E9BD3FCC}"/>
                </a:ext>
              </a:extLst>
            </p:cNvPr>
            <p:cNvSpPr/>
            <p:nvPr/>
          </p:nvSpPr>
          <p:spPr>
            <a:xfrm>
              <a:off x="3015686" y="2170643"/>
              <a:ext cx="4917" cy="4918"/>
            </a:xfrm>
            <a:custGeom>
              <a:avLst/>
              <a:gdLst>
                <a:gd name="connsiteX0" fmla="*/ 4918 w 4917"/>
                <a:gd name="connsiteY0" fmla="*/ 0 h 4918"/>
                <a:gd name="connsiteX1" fmla="*/ 4918 w 4917"/>
                <a:gd name="connsiteY1" fmla="*/ 3279 h 4918"/>
                <a:gd name="connsiteX2" fmla="*/ 0 w 4917"/>
                <a:gd name="connsiteY2" fmla="*/ 4918 h 4918"/>
                <a:gd name="connsiteX3" fmla="*/ 3279 w 4917"/>
                <a:gd name="connsiteY3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8">
                  <a:moveTo>
                    <a:pt x="4918" y="0"/>
                  </a:moveTo>
                  <a:lnTo>
                    <a:pt x="4918" y="3279"/>
                  </a:lnTo>
                  <a:lnTo>
                    <a:pt x="0" y="4918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19" name="Freeform 4318">
              <a:extLst>
                <a:ext uri="{FF2B5EF4-FFF2-40B4-BE49-F238E27FC236}">
                  <a16:creationId xmlns:a16="http://schemas.microsoft.com/office/drawing/2014/main" id="{8389928E-792F-4541-BA35-5F80A5FFA9BD}"/>
                </a:ext>
              </a:extLst>
            </p:cNvPr>
            <p:cNvSpPr/>
            <p:nvPr/>
          </p:nvSpPr>
          <p:spPr>
            <a:xfrm>
              <a:off x="3023883" y="2173922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20" name="Freeform 4319">
              <a:extLst>
                <a:ext uri="{FF2B5EF4-FFF2-40B4-BE49-F238E27FC236}">
                  <a16:creationId xmlns:a16="http://schemas.microsoft.com/office/drawing/2014/main" id="{876D482E-7017-B841-8F91-8F8427F03E02}"/>
                </a:ext>
              </a:extLst>
            </p:cNvPr>
            <p:cNvSpPr/>
            <p:nvPr/>
          </p:nvSpPr>
          <p:spPr>
            <a:xfrm>
              <a:off x="3028800" y="2164086"/>
              <a:ext cx="9836" cy="8196"/>
            </a:xfrm>
            <a:custGeom>
              <a:avLst/>
              <a:gdLst>
                <a:gd name="connsiteX0" fmla="*/ 8197 w 9836"/>
                <a:gd name="connsiteY0" fmla="*/ 0 h 8196"/>
                <a:gd name="connsiteX1" fmla="*/ 9836 w 9836"/>
                <a:gd name="connsiteY1" fmla="*/ 3279 h 8196"/>
                <a:gd name="connsiteX2" fmla="*/ 4918 w 9836"/>
                <a:gd name="connsiteY2" fmla="*/ 6557 h 8196"/>
                <a:gd name="connsiteX3" fmla="*/ 1639 w 9836"/>
                <a:gd name="connsiteY3" fmla="*/ 8197 h 8196"/>
                <a:gd name="connsiteX4" fmla="*/ 0 w 9836"/>
                <a:gd name="connsiteY4" fmla="*/ 4918 h 8196"/>
                <a:gd name="connsiteX5" fmla="*/ 3279 w 9836"/>
                <a:gd name="connsiteY5" fmla="*/ 1639 h 8196"/>
                <a:gd name="connsiteX6" fmla="*/ 6557 w 9836"/>
                <a:gd name="connsiteY6" fmla="*/ 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8196">
                  <a:moveTo>
                    <a:pt x="8197" y="0"/>
                  </a:moveTo>
                  <a:lnTo>
                    <a:pt x="9836" y="3279"/>
                  </a:lnTo>
                  <a:lnTo>
                    <a:pt x="4918" y="6557"/>
                  </a:lnTo>
                  <a:lnTo>
                    <a:pt x="1639" y="8197"/>
                  </a:lnTo>
                  <a:lnTo>
                    <a:pt x="0" y="4918"/>
                  </a:lnTo>
                  <a:lnTo>
                    <a:pt x="3279" y="1639"/>
                  </a:lnTo>
                  <a:lnTo>
                    <a:pt x="65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21" name="Freeform 4320">
              <a:extLst>
                <a:ext uri="{FF2B5EF4-FFF2-40B4-BE49-F238E27FC236}">
                  <a16:creationId xmlns:a16="http://schemas.microsoft.com/office/drawing/2014/main" id="{1F977182-8F50-F648-BD0D-685D265DC736}"/>
                </a:ext>
              </a:extLst>
            </p:cNvPr>
            <p:cNvSpPr/>
            <p:nvPr/>
          </p:nvSpPr>
          <p:spPr>
            <a:xfrm>
              <a:off x="2381262" y="2126381"/>
              <a:ext cx="21311" cy="19671"/>
            </a:xfrm>
            <a:custGeom>
              <a:avLst/>
              <a:gdLst>
                <a:gd name="connsiteX0" fmla="*/ 3279 w 21311"/>
                <a:gd name="connsiteY0" fmla="*/ 13115 h 19671"/>
                <a:gd name="connsiteX1" fmla="*/ 0 w 21311"/>
                <a:gd name="connsiteY1" fmla="*/ 16393 h 19671"/>
                <a:gd name="connsiteX2" fmla="*/ 3279 w 21311"/>
                <a:gd name="connsiteY2" fmla="*/ 19672 h 19671"/>
                <a:gd name="connsiteX3" fmla="*/ 6557 w 21311"/>
                <a:gd name="connsiteY3" fmla="*/ 16393 h 19671"/>
                <a:gd name="connsiteX4" fmla="*/ 9836 w 21311"/>
                <a:gd name="connsiteY4" fmla="*/ 13115 h 19671"/>
                <a:gd name="connsiteX5" fmla="*/ 13115 w 21311"/>
                <a:gd name="connsiteY5" fmla="*/ 9836 h 19671"/>
                <a:gd name="connsiteX6" fmla="*/ 16393 w 21311"/>
                <a:gd name="connsiteY6" fmla="*/ 8197 h 19671"/>
                <a:gd name="connsiteX7" fmla="*/ 18033 w 21311"/>
                <a:gd name="connsiteY7" fmla="*/ 4918 h 19671"/>
                <a:gd name="connsiteX8" fmla="*/ 21311 w 21311"/>
                <a:gd name="connsiteY8" fmla="*/ 0 h 19671"/>
                <a:gd name="connsiteX9" fmla="*/ 18033 w 21311"/>
                <a:gd name="connsiteY9" fmla="*/ 1639 h 19671"/>
                <a:gd name="connsiteX10" fmla="*/ 14754 w 21311"/>
                <a:gd name="connsiteY10" fmla="*/ 4918 h 19671"/>
                <a:gd name="connsiteX11" fmla="*/ 9836 w 21311"/>
                <a:gd name="connsiteY11" fmla="*/ 6557 h 19671"/>
                <a:gd name="connsiteX12" fmla="*/ 6557 w 21311"/>
                <a:gd name="connsiteY12" fmla="*/ 11475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311" h="19671">
                  <a:moveTo>
                    <a:pt x="3279" y="13115"/>
                  </a:moveTo>
                  <a:lnTo>
                    <a:pt x="0" y="16393"/>
                  </a:lnTo>
                  <a:lnTo>
                    <a:pt x="3279" y="19672"/>
                  </a:lnTo>
                  <a:lnTo>
                    <a:pt x="6557" y="16393"/>
                  </a:lnTo>
                  <a:lnTo>
                    <a:pt x="9836" y="13115"/>
                  </a:lnTo>
                  <a:lnTo>
                    <a:pt x="13115" y="9836"/>
                  </a:lnTo>
                  <a:lnTo>
                    <a:pt x="16393" y="8197"/>
                  </a:lnTo>
                  <a:lnTo>
                    <a:pt x="18033" y="4918"/>
                  </a:lnTo>
                  <a:lnTo>
                    <a:pt x="21311" y="0"/>
                  </a:lnTo>
                  <a:lnTo>
                    <a:pt x="18033" y="1639"/>
                  </a:lnTo>
                  <a:lnTo>
                    <a:pt x="14754" y="4918"/>
                  </a:lnTo>
                  <a:lnTo>
                    <a:pt x="9836" y="6557"/>
                  </a:lnTo>
                  <a:lnTo>
                    <a:pt x="6557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22" name="Freeform 4321">
              <a:extLst>
                <a:ext uri="{FF2B5EF4-FFF2-40B4-BE49-F238E27FC236}">
                  <a16:creationId xmlns:a16="http://schemas.microsoft.com/office/drawing/2014/main" id="{D4546810-7E4C-5C42-9DD7-6FE186AEDE0D}"/>
                </a:ext>
              </a:extLst>
            </p:cNvPr>
            <p:cNvSpPr/>
            <p:nvPr/>
          </p:nvSpPr>
          <p:spPr>
            <a:xfrm>
              <a:off x="2382902" y="2001792"/>
              <a:ext cx="29508" cy="16393"/>
            </a:xfrm>
            <a:custGeom>
              <a:avLst/>
              <a:gdLst>
                <a:gd name="connsiteX0" fmla="*/ 29508 w 29508"/>
                <a:gd name="connsiteY0" fmla="*/ 1639 h 16393"/>
                <a:gd name="connsiteX1" fmla="*/ 29508 w 29508"/>
                <a:gd name="connsiteY1" fmla="*/ 0 h 16393"/>
                <a:gd name="connsiteX2" fmla="*/ 26229 w 29508"/>
                <a:gd name="connsiteY2" fmla="*/ 1639 h 16393"/>
                <a:gd name="connsiteX3" fmla="*/ 22951 w 29508"/>
                <a:gd name="connsiteY3" fmla="*/ 3279 h 16393"/>
                <a:gd name="connsiteX4" fmla="*/ 19672 w 29508"/>
                <a:gd name="connsiteY4" fmla="*/ 4918 h 16393"/>
                <a:gd name="connsiteX5" fmla="*/ 14754 w 29508"/>
                <a:gd name="connsiteY5" fmla="*/ 6557 h 16393"/>
                <a:gd name="connsiteX6" fmla="*/ 11475 w 29508"/>
                <a:gd name="connsiteY6" fmla="*/ 6557 h 16393"/>
                <a:gd name="connsiteX7" fmla="*/ 6557 w 29508"/>
                <a:gd name="connsiteY7" fmla="*/ 8197 h 16393"/>
                <a:gd name="connsiteX8" fmla="*/ 3279 w 29508"/>
                <a:gd name="connsiteY8" fmla="*/ 9836 h 16393"/>
                <a:gd name="connsiteX9" fmla="*/ 0 w 29508"/>
                <a:gd name="connsiteY9" fmla="*/ 11475 h 16393"/>
                <a:gd name="connsiteX10" fmla="*/ 0 w 29508"/>
                <a:gd name="connsiteY10" fmla="*/ 16393 h 16393"/>
                <a:gd name="connsiteX11" fmla="*/ 3279 w 29508"/>
                <a:gd name="connsiteY11" fmla="*/ 14754 h 16393"/>
                <a:gd name="connsiteX12" fmla="*/ 8197 w 29508"/>
                <a:gd name="connsiteY12" fmla="*/ 11475 h 16393"/>
                <a:gd name="connsiteX13" fmla="*/ 11475 w 29508"/>
                <a:gd name="connsiteY13" fmla="*/ 9836 h 16393"/>
                <a:gd name="connsiteX14" fmla="*/ 14754 w 29508"/>
                <a:gd name="connsiteY14" fmla="*/ 9836 h 16393"/>
                <a:gd name="connsiteX15" fmla="*/ 19672 w 29508"/>
                <a:gd name="connsiteY15" fmla="*/ 8197 h 16393"/>
                <a:gd name="connsiteX16" fmla="*/ 22951 w 29508"/>
                <a:gd name="connsiteY16" fmla="*/ 6557 h 16393"/>
                <a:gd name="connsiteX17" fmla="*/ 26229 w 29508"/>
                <a:gd name="connsiteY17" fmla="*/ 3279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508" h="16393">
                  <a:moveTo>
                    <a:pt x="29508" y="1639"/>
                  </a:moveTo>
                  <a:lnTo>
                    <a:pt x="29508" y="0"/>
                  </a:lnTo>
                  <a:lnTo>
                    <a:pt x="26229" y="1639"/>
                  </a:lnTo>
                  <a:lnTo>
                    <a:pt x="22951" y="3279"/>
                  </a:lnTo>
                  <a:lnTo>
                    <a:pt x="19672" y="4918"/>
                  </a:lnTo>
                  <a:lnTo>
                    <a:pt x="14754" y="6557"/>
                  </a:lnTo>
                  <a:lnTo>
                    <a:pt x="11475" y="6557"/>
                  </a:lnTo>
                  <a:lnTo>
                    <a:pt x="6557" y="8197"/>
                  </a:lnTo>
                  <a:lnTo>
                    <a:pt x="3279" y="9836"/>
                  </a:lnTo>
                  <a:lnTo>
                    <a:pt x="0" y="11475"/>
                  </a:lnTo>
                  <a:lnTo>
                    <a:pt x="0" y="16393"/>
                  </a:lnTo>
                  <a:lnTo>
                    <a:pt x="3279" y="14754"/>
                  </a:lnTo>
                  <a:lnTo>
                    <a:pt x="8197" y="11475"/>
                  </a:lnTo>
                  <a:lnTo>
                    <a:pt x="11475" y="9836"/>
                  </a:lnTo>
                  <a:lnTo>
                    <a:pt x="14754" y="9836"/>
                  </a:lnTo>
                  <a:lnTo>
                    <a:pt x="19672" y="8197"/>
                  </a:lnTo>
                  <a:lnTo>
                    <a:pt x="22951" y="6557"/>
                  </a:lnTo>
                  <a:lnTo>
                    <a:pt x="2622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23" name="Freeform 4322">
              <a:extLst>
                <a:ext uri="{FF2B5EF4-FFF2-40B4-BE49-F238E27FC236}">
                  <a16:creationId xmlns:a16="http://schemas.microsoft.com/office/drawing/2014/main" id="{E2E8ECE3-C1BB-9548-AE7B-E58D2688F165}"/>
                </a:ext>
              </a:extLst>
            </p:cNvPr>
            <p:cNvSpPr/>
            <p:nvPr/>
          </p:nvSpPr>
          <p:spPr>
            <a:xfrm>
              <a:off x="2387820" y="2032939"/>
              <a:ext cx="32786" cy="21311"/>
            </a:xfrm>
            <a:custGeom>
              <a:avLst/>
              <a:gdLst>
                <a:gd name="connsiteX0" fmla="*/ 24590 w 32786"/>
                <a:gd name="connsiteY0" fmla="*/ 6557 h 21311"/>
                <a:gd name="connsiteX1" fmla="*/ 24590 w 32786"/>
                <a:gd name="connsiteY1" fmla="*/ 3279 h 21311"/>
                <a:gd name="connsiteX2" fmla="*/ 27869 w 32786"/>
                <a:gd name="connsiteY2" fmla="*/ 3279 h 21311"/>
                <a:gd name="connsiteX3" fmla="*/ 31147 w 32786"/>
                <a:gd name="connsiteY3" fmla="*/ 3279 h 21311"/>
                <a:gd name="connsiteX4" fmla="*/ 32787 w 32786"/>
                <a:gd name="connsiteY4" fmla="*/ 0 h 21311"/>
                <a:gd name="connsiteX5" fmla="*/ 29508 w 32786"/>
                <a:gd name="connsiteY5" fmla="*/ 0 h 21311"/>
                <a:gd name="connsiteX6" fmla="*/ 24590 w 32786"/>
                <a:gd name="connsiteY6" fmla="*/ 0 h 21311"/>
                <a:gd name="connsiteX7" fmla="*/ 21311 w 32786"/>
                <a:gd name="connsiteY7" fmla="*/ 0 h 21311"/>
                <a:gd name="connsiteX8" fmla="*/ 18033 w 32786"/>
                <a:gd name="connsiteY8" fmla="*/ 1639 h 21311"/>
                <a:gd name="connsiteX9" fmla="*/ 14754 w 32786"/>
                <a:gd name="connsiteY9" fmla="*/ 3279 h 21311"/>
                <a:gd name="connsiteX10" fmla="*/ 11475 w 32786"/>
                <a:gd name="connsiteY10" fmla="*/ 3279 h 21311"/>
                <a:gd name="connsiteX11" fmla="*/ 6557 w 32786"/>
                <a:gd name="connsiteY11" fmla="*/ 6557 h 21311"/>
                <a:gd name="connsiteX12" fmla="*/ 3279 w 32786"/>
                <a:gd name="connsiteY12" fmla="*/ 8197 h 21311"/>
                <a:gd name="connsiteX13" fmla="*/ 0 w 32786"/>
                <a:gd name="connsiteY13" fmla="*/ 11475 h 21311"/>
                <a:gd name="connsiteX14" fmla="*/ 1639 w 32786"/>
                <a:gd name="connsiteY14" fmla="*/ 14754 h 21311"/>
                <a:gd name="connsiteX15" fmla="*/ 4918 w 32786"/>
                <a:gd name="connsiteY15" fmla="*/ 14754 h 21311"/>
                <a:gd name="connsiteX16" fmla="*/ 1639 w 32786"/>
                <a:gd name="connsiteY16" fmla="*/ 16393 h 21311"/>
                <a:gd name="connsiteX17" fmla="*/ 1639 w 32786"/>
                <a:gd name="connsiteY17" fmla="*/ 21311 h 21311"/>
                <a:gd name="connsiteX18" fmla="*/ 4918 w 32786"/>
                <a:gd name="connsiteY18" fmla="*/ 18033 h 21311"/>
                <a:gd name="connsiteX19" fmla="*/ 9836 w 32786"/>
                <a:gd name="connsiteY19" fmla="*/ 14754 h 21311"/>
                <a:gd name="connsiteX20" fmla="*/ 13115 w 32786"/>
                <a:gd name="connsiteY20" fmla="*/ 11475 h 21311"/>
                <a:gd name="connsiteX21" fmla="*/ 16393 w 32786"/>
                <a:gd name="connsiteY21" fmla="*/ 9836 h 21311"/>
                <a:gd name="connsiteX22" fmla="*/ 21311 w 32786"/>
                <a:gd name="connsiteY22" fmla="*/ 8197 h 2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786" h="21311">
                  <a:moveTo>
                    <a:pt x="24590" y="6557"/>
                  </a:moveTo>
                  <a:lnTo>
                    <a:pt x="24590" y="3279"/>
                  </a:lnTo>
                  <a:lnTo>
                    <a:pt x="27869" y="3279"/>
                  </a:lnTo>
                  <a:lnTo>
                    <a:pt x="31147" y="3279"/>
                  </a:lnTo>
                  <a:lnTo>
                    <a:pt x="32787" y="0"/>
                  </a:lnTo>
                  <a:lnTo>
                    <a:pt x="29508" y="0"/>
                  </a:lnTo>
                  <a:lnTo>
                    <a:pt x="24590" y="0"/>
                  </a:lnTo>
                  <a:lnTo>
                    <a:pt x="21311" y="0"/>
                  </a:lnTo>
                  <a:lnTo>
                    <a:pt x="18033" y="1639"/>
                  </a:lnTo>
                  <a:lnTo>
                    <a:pt x="14754" y="3279"/>
                  </a:lnTo>
                  <a:lnTo>
                    <a:pt x="11475" y="3279"/>
                  </a:lnTo>
                  <a:lnTo>
                    <a:pt x="6557" y="6557"/>
                  </a:lnTo>
                  <a:lnTo>
                    <a:pt x="3279" y="8197"/>
                  </a:lnTo>
                  <a:lnTo>
                    <a:pt x="0" y="11475"/>
                  </a:lnTo>
                  <a:lnTo>
                    <a:pt x="1639" y="14754"/>
                  </a:lnTo>
                  <a:lnTo>
                    <a:pt x="4918" y="14754"/>
                  </a:lnTo>
                  <a:lnTo>
                    <a:pt x="1639" y="16393"/>
                  </a:lnTo>
                  <a:lnTo>
                    <a:pt x="1639" y="21311"/>
                  </a:lnTo>
                  <a:lnTo>
                    <a:pt x="4918" y="18033"/>
                  </a:lnTo>
                  <a:lnTo>
                    <a:pt x="9836" y="14754"/>
                  </a:lnTo>
                  <a:lnTo>
                    <a:pt x="13115" y="11475"/>
                  </a:lnTo>
                  <a:lnTo>
                    <a:pt x="16393" y="9836"/>
                  </a:lnTo>
                  <a:lnTo>
                    <a:pt x="21311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24" name="Freeform 4323">
              <a:extLst>
                <a:ext uri="{FF2B5EF4-FFF2-40B4-BE49-F238E27FC236}">
                  <a16:creationId xmlns:a16="http://schemas.microsoft.com/office/drawing/2014/main" id="{29C97CFA-9F79-C546-B5A2-31FC8997117F}"/>
                </a:ext>
              </a:extLst>
            </p:cNvPr>
            <p:cNvSpPr/>
            <p:nvPr/>
          </p:nvSpPr>
          <p:spPr>
            <a:xfrm>
              <a:off x="2458311" y="2106709"/>
              <a:ext cx="4917" cy="8196"/>
            </a:xfrm>
            <a:custGeom>
              <a:avLst/>
              <a:gdLst>
                <a:gd name="connsiteX0" fmla="*/ 4918 w 4917"/>
                <a:gd name="connsiteY0" fmla="*/ 1639 h 8196"/>
                <a:gd name="connsiteX1" fmla="*/ 4918 w 4917"/>
                <a:gd name="connsiteY1" fmla="*/ 0 h 8196"/>
                <a:gd name="connsiteX2" fmla="*/ 1639 w 4917"/>
                <a:gd name="connsiteY2" fmla="*/ 3279 h 8196"/>
                <a:gd name="connsiteX3" fmla="*/ 0 w 4917"/>
                <a:gd name="connsiteY3" fmla="*/ 8197 h 8196"/>
                <a:gd name="connsiteX4" fmla="*/ 4918 w 4917"/>
                <a:gd name="connsiteY4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8196">
                  <a:moveTo>
                    <a:pt x="4918" y="1639"/>
                  </a:moveTo>
                  <a:lnTo>
                    <a:pt x="4918" y="0"/>
                  </a:lnTo>
                  <a:lnTo>
                    <a:pt x="1639" y="3279"/>
                  </a:lnTo>
                  <a:lnTo>
                    <a:pt x="0" y="8197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25" name="Freeform 4324">
              <a:extLst>
                <a:ext uri="{FF2B5EF4-FFF2-40B4-BE49-F238E27FC236}">
                  <a16:creationId xmlns:a16="http://schemas.microsoft.com/office/drawing/2014/main" id="{6E5DC728-85B3-CA41-AB3C-7810BD266867}"/>
                </a:ext>
              </a:extLst>
            </p:cNvPr>
            <p:cNvSpPr/>
            <p:nvPr/>
          </p:nvSpPr>
          <p:spPr>
            <a:xfrm>
              <a:off x="2528803" y="2091955"/>
              <a:ext cx="8196" cy="8196"/>
            </a:xfrm>
            <a:custGeom>
              <a:avLst/>
              <a:gdLst>
                <a:gd name="connsiteX0" fmla="*/ 6557 w 8196"/>
                <a:gd name="connsiteY0" fmla="*/ 0 h 8196"/>
                <a:gd name="connsiteX1" fmla="*/ 6557 w 8196"/>
                <a:gd name="connsiteY1" fmla="*/ 0 h 8196"/>
                <a:gd name="connsiteX2" fmla="*/ 3279 w 8196"/>
                <a:gd name="connsiteY2" fmla="*/ 3279 h 8196"/>
                <a:gd name="connsiteX3" fmla="*/ 0 w 8196"/>
                <a:gd name="connsiteY3" fmla="*/ 6557 h 8196"/>
                <a:gd name="connsiteX4" fmla="*/ 3279 w 8196"/>
                <a:gd name="connsiteY4" fmla="*/ 6557 h 8196"/>
                <a:gd name="connsiteX5" fmla="*/ 6557 w 8196"/>
                <a:gd name="connsiteY5" fmla="*/ 8197 h 8196"/>
                <a:gd name="connsiteX6" fmla="*/ 8197 w 8196"/>
                <a:gd name="connsiteY6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8196">
                  <a:moveTo>
                    <a:pt x="6557" y="0"/>
                  </a:moveTo>
                  <a:lnTo>
                    <a:pt x="6557" y="0"/>
                  </a:lnTo>
                  <a:lnTo>
                    <a:pt x="3279" y="3279"/>
                  </a:lnTo>
                  <a:lnTo>
                    <a:pt x="0" y="6557"/>
                  </a:lnTo>
                  <a:lnTo>
                    <a:pt x="3279" y="6557"/>
                  </a:lnTo>
                  <a:lnTo>
                    <a:pt x="6557" y="8197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26" name="Freeform 4325">
              <a:extLst>
                <a:ext uri="{FF2B5EF4-FFF2-40B4-BE49-F238E27FC236}">
                  <a16:creationId xmlns:a16="http://schemas.microsoft.com/office/drawing/2014/main" id="{7FCC639E-8E22-A547-944B-C540CF0EE2E4}"/>
                </a:ext>
              </a:extLst>
            </p:cNvPr>
            <p:cNvSpPr/>
            <p:nvPr/>
          </p:nvSpPr>
          <p:spPr>
            <a:xfrm>
              <a:off x="2499295" y="2103431"/>
              <a:ext cx="3278" cy="4918"/>
            </a:xfrm>
            <a:custGeom>
              <a:avLst/>
              <a:gdLst>
                <a:gd name="connsiteX0" fmla="*/ 3279 w 3278"/>
                <a:gd name="connsiteY0" fmla="*/ 1639 h 4918"/>
                <a:gd name="connsiteX1" fmla="*/ 0 w 3278"/>
                <a:gd name="connsiteY1" fmla="*/ 4918 h 4918"/>
                <a:gd name="connsiteX2" fmla="*/ 3279 w 3278"/>
                <a:gd name="connsiteY2" fmla="*/ 0 h 4918"/>
                <a:gd name="connsiteX3" fmla="*/ 3279 w 3278"/>
                <a:gd name="connsiteY3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3279" y="1639"/>
                  </a:moveTo>
                  <a:lnTo>
                    <a:pt x="0" y="4918"/>
                  </a:lnTo>
                  <a:lnTo>
                    <a:pt x="3279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27" name="Freeform 4326">
              <a:extLst>
                <a:ext uri="{FF2B5EF4-FFF2-40B4-BE49-F238E27FC236}">
                  <a16:creationId xmlns:a16="http://schemas.microsoft.com/office/drawing/2014/main" id="{19CED1B2-329F-5649-AB50-D3CB02398EA6}"/>
                </a:ext>
              </a:extLst>
            </p:cNvPr>
            <p:cNvSpPr/>
            <p:nvPr/>
          </p:nvSpPr>
          <p:spPr>
            <a:xfrm>
              <a:off x="2387820" y="2032939"/>
              <a:ext cx="32786" cy="21311"/>
            </a:xfrm>
            <a:custGeom>
              <a:avLst/>
              <a:gdLst>
                <a:gd name="connsiteX0" fmla="*/ 24590 w 32786"/>
                <a:gd name="connsiteY0" fmla="*/ 6557 h 21311"/>
                <a:gd name="connsiteX1" fmla="*/ 24590 w 32786"/>
                <a:gd name="connsiteY1" fmla="*/ 3279 h 21311"/>
                <a:gd name="connsiteX2" fmla="*/ 27869 w 32786"/>
                <a:gd name="connsiteY2" fmla="*/ 3279 h 21311"/>
                <a:gd name="connsiteX3" fmla="*/ 31147 w 32786"/>
                <a:gd name="connsiteY3" fmla="*/ 3279 h 21311"/>
                <a:gd name="connsiteX4" fmla="*/ 32787 w 32786"/>
                <a:gd name="connsiteY4" fmla="*/ 0 h 21311"/>
                <a:gd name="connsiteX5" fmla="*/ 29508 w 32786"/>
                <a:gd name="connsiteY5" fmla="*/ 0 h 21311"/>
                <a:gd name="connsiteX6" fmla="*/ 24590 w 32786"/>
                <a:gd name="connsiteY6" fmla="*/ 0 h 21311"/>
                <a:gd name="connsiteX7" fmla="*/ 21311 w 32786"/>
                <a:gd name="connsiteY7" fmla="*/ 0 h 21311"/>
                <a:gd name="connsiteX8" fmla="*/ 18033 w 32786"/>
                <a:gd name="connsiteY8" fmla="*/ 1639 h 21311"/>
                <a:gd name="connsiteX9" fmla="*/ 14754 w 32786"/>
                <a:gd name="connsiteY9" fmla="*/ 3279 h 21311"/>
                <a:gd name="connsiteX10" fmla="*/ 11475 w 32786"/>
                <a:gd name="connsiteY10" fmla="*/ 3279 h 21311"/>
                <a:gd name="connsiteX11" fmla="*/ 6557 w 32786"/>
                <a:gd name="connsiteY11" fmla="*/ 6557 h 21311"/>
                <a:gd name="connsiteX12" fmla="*/ 3279 w 32786"/>
                <a:gd name="connsiteY12" fmla="*/ 8197 h 21311"/>
                <a:gd name="connsiteX13" fmla="*/ 0 w 32786"/>
                <a:gd name="connsiteY13" fmla="*/ 11475 h 21311"/>
                <a:gd name="connsiteX14" fmla="*/ 1639 w 32786"/>
                <a:gd name="connsiteY14" fmla="*/ 14754 h 21311"/>
                <a:gd name="connsiteX15" fmla="*/ 4918 w 32786"/>
                <a:gd name="connsiteY15" fmla="*/ 14754 h 21311"/>
                <a:gd name="connsiteX16" fmla="*/ 1639 w 32786"/>
                <a:gd name="connsiteY16" fmla="*/ 16393 h 21311"/>
                <a:gd name="connsiteX17" fmla="*/ 1639 w 32786"/>
                <a:gd name="connsiteY17" fmla="*/ 21311 h 21311"/>
                <a:gd name="connsiteX18" fmla="*/ 4918 w 32786"/>
                <a:gd name="connsiteY18" fmla="*/ 18033 h 21311"/>
                <a:gd name="connsiteX19" fmla="*/ 9836 w 32786"/>
                <a:gd name="connsiteY19" fmla="*/ 14754 h 21311"/>
                <a:gd name="connsiteX20" fmla="*/ 13115 w 32786"/>
                <a:gd name="connsiteY20" fmla="*/ 11475 h 21311"/>
                <a:gd name="connsiteX21" fmla="*/ 16393 w 32786"/>
                <a:gd name="connsiteY21" fmla="*/ 9836 h 21311"/>
                <a:gd name="connsiteX22" fmla="*/ 21311 w 32786"/>
                <a:gd name="connsiteY22" fmla="*/ 8197 h 2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786" h="21311">
                  <a:moveTo>
                    <a:pt x="24590" y="6557"/>
                  </a:moveTo>
                  <a:lnTo>
                    <a:pt x="24590" y="3279"/>
                  </a:lnTo>
                  <a:lnTo>
                    <a:pt x="27869" y="3279"/>
                  </a:lnTo>
                  <a:lnTo>
                    <a:pt x="31147" y="3279"/>
                  </a:lnTo>
                  <a:lnTo>
                    <a:pt x="32787" y="0"/>
                  </a:lnTo>
                  <a:lnTo>
                    <a:pt x="29508" y="0"/>
                  </a:lnTo>
                  <a:lnTo>
                    <a:pt x="24590" y="0"/>
                  </a:lnTo>
                  <a:lnTo>
                    <a:pt x="21311" y="0"/>
                  </a:lnTo>
                  <a:lnTo>
                    <a:pt x="18033" y="1639"/>
                  </a:lnTo>
                  <a:lnTo>
                    <a:pt x="14754" y="3279"/>
                  </a:lnTo>
                  <a:lnTo>
                    <a:pt x="11475" y="3279"/>
                  </a:lnTo>
                  <a:lnTo>
                    <a:pt x="6557" y="6557"/>
                  </a:lnTo>
                  <a:lnTo>
                    <a:pt x="3279" y="8197"/>
                  </a:lnTo>
                  <a:lnTo>
                    <a:pt x="0" y="11475"/>
                  </a:lnTo>
                  <a:lnTo>
                    <a:pt x="1639" y="14754"/>
                  </a:lnTo>
                  <a:lnTo>
                    <a:pt x="4918" y="14754"/>
                  </a:lnTo>
                  <a:lnTo>
                    <a:pt x="1639" y="16393"/>
                  </a:lnTo>
                  <a:lnTo>
                    <a:pt x="1639" y="21311"/>
                  </a:lnTo>
                  <a:lnTo>
                    <a:pt x="4918" y="18033"/>
                  </a:lnTo>
                  <a:lnTo>
                    <a:pt x="9836" y="14754"/>
                  </a:lnTo>
                  <a:lnTo>
                    <a:pt x="13115" y="11475"/>
                  </a:lnTo>
                  <a:lnTo>
                    <a:pt x="16393" y="9836"/>
                  </a:lnTo>
                  <a:lnTo>
                    <a:pt x="21311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28" name="Freeform 4327">
              <a:extLst>
                <a:ext uri="{FF2B5EF4-FFF2-40B4-BE49-F238E27FC236}">
                  <a16:creationId xmlns:a16="http://schemas.microsoft.com/office/drawing/2014/main" id="{9FDA2FED-9B5C-9540-8CF2-85A6B7257F4E}"/>
                </a:ext>
              </a:extLst>
            </p:cNvPr>
            <p:cNvSpPr/>
            <p:nvPr/>
          </p:nvSpPr>
          <p:spPr>
            <a:xfrm>
              <a:off x="2382902" y="2001792"/>
              <a:ext cx="29508" cy="16393"/>
            </a:xfrm>
            <a:custGeom>
              <a:avLst/>
              <a:gdLst>
                <a:gd name="connsiteX0" fmla="*/ 29508 w 29508"/>
                <a:gd name="connsiteY0" fmla="*/ 1639 h 16393"/>
                <a:gd name="connsiteX1" fmla="*/ 29508 w 29508"/>
                <a:gd name="connsiteY1" fmla="*/ 0 h 16393"/>
                <a:gd name="connsiteX2" fmla="*/ 26229 w 29508"/>
                <a:gd name="connsiteY2" fmla="*/ 1639 h 16393"/>
                <a:gd name="connsiteX3" fmla="*/ 22951 w 29508"/>
                <a:gd name="connsiteY3" fmla="*/ 3279 h 16393"/>
                <a:gd name="connsiteX4" fmla="*/ 19672 w 29508"/>
                <a:gd name="connsiteY4" fmla="*/ 4918 h 16393"/>
                <a:gd name="connsiteX5" fmla="*/ 14754 w 29508"/>
                <a:gd name="connsiteY5" fmla="*/ 6557 h 16393"/>
                <a:gd name="connsiteX6" fmla="*/ 11475 w 29508"/>
                <a:gd name="connsiteY6" fmla="*/ 6557 h 16393"/>
                <a:gd name="connsiteX7" fmla="*/ 6557 w 29508"/>
                <a:gd name="connsiteY7" fmla="*/ 8197 h 16393"/>
                <a:gd name="connsiteX8" fmla="*/ 3279 w 29508"/>
                <a:gd name="connsiteY8" fmla="*/ 9836 h 16393"/>
                <a:gd name="connsiteX9" fmla="*/ 0 w 29508"/>
                <a:gd name="connsiteY9" fmla="*/ 11475 h 16393"/>
                <a:gd name="connsiteX10" fmla="*/ 0 w 29508"/>
                <a:gd name="connsiteY10" fmla="*/ 16393 h 16393"/>
                <a:gd name="connsiteX11" fmla="*/ 3279 w 29508"/>
                <a:gd name="connsiteY11" fmla="*/ 14754 h 16393"/>
                <a:gd name="connsiteX12" fmla="*/ 8197 w 29508"/>
                <a:gd name="connsiteY12" fmla="*/ 11475 h 16393"/>
                <a:gd name="connsiteX13" fmla="*/ 11475 w 29508"/>
                <a:gd name="connsiteY13" fmla="*/ 9836 h 16393"/>
                <a:gd name="connsiteX14" fmla="*/ 14754 w 29508"/>
                <a:gd name="connsiteY14" fmla="*/ 9836 h 16393"/>
                <a:gd name="connsiteX15" fmla="*/ 19672 w 29508"/>
                <a:gd name="connsiteY15" fmla="*/ 8197 h 16393"/>
                <a:gd name="connsiteX16" fmla="*/ 22951 w 29508"/>
                <a:gd name="connsiteY16" fmla="*/ 6557 h 16393"/>
                <a:gd name="connsiteX17" fmla="*/ 26229 w 29508"/>
                <a:gd name="connsiteY17" fmla="*/ 3279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508" h="16393">
                  <a:moveTo>
                    <a:pt x="29508" y="1639"/>
                  </a:moveTo>
                  <a:lnTo>
                    <a:pt x="29508" y="0"/>
                  </a:lnTo>
                  <a:lnTo>
                    <a:pt x="26229" y="1639"/>
                  </a:lnTo>
                  <a:lnTo>
                    <a:pt x="22951" y="3279"/>
                  </a:lnTo>
                  <a:lnTo>
                    <a:pt x="19672" y="4918"/>
                  </a:lnTo>
                  <a:lnTo>
                    <a:pt x="14754" y="6557"/>
                  </a:lnTo>
                  <a:lnTo>
                    <a:pt x="11475" y="6557"/>
                  </a:lnTo>
                  <a:lnTo>
                    <a:pt x="6557" y="8197"/>
                  </a:lnTo>
                  <a:lnTo>
                    <a:pt x="3279" y="9836"/>
                  </a:lnTo>
                  <a:lnTo>
                    <a:pt x="0" y="11475"/>
                  </a:lnTo>
                  <a:lnTo>
                    <a:pt x="0" y="16393"/>
                  </a:lnTo>
                  <a:lnTo>
                    <a:pt x="3279" y="14754"/>
                  </a:lnTo>
                  <a:lnTo>
                    <a:pt x="8197" y="11475"/>
                  </a:lnTo>
                  <a:lnTo>
                    <a:pt x="11475" y="9836"/>
                  </a:lnTo>
                  <a:lnTo>
                    <a:pt x="14754" y="9836"/>
                  </a:lnTo>
                  <a:lnTo>
                    <a:pt x="19672" y="8197"/>
                  </a:lnTo>
                  <a:lnTo>
                    <a:pt x="22951" y="6557"/>
                  </a:lnTo>
                  <a:lnTo>
                    <a:pt x="2622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29" name="Freeform 4328">
              <a:extLst>
                <a:ext uri="{FF2B5EF4-FFF2-40B4-BE49-F238E27FC236}">
                  <a16:creationId xmlns:a16="http://schemas.microsoft.com/office/drawing/2014/main" id="{DBF81E6B-ECB1-8444-954D-77BA440BE47E}"/>
                </a:ext>
              </a:extLst>
            </p:cNvPr>
            <p:cNvSpPr/>
            <p:nvPr/>
          </p:nvSpPr>
          <p:spPr>
            <a:xfrm>
              <a:off x="2528803" y="2091955"/>
              <a:ext cx="8196" cy="8196"/>
            </a:xfrm>
            <a:custGeom>
              <a:avLst/>
              <a:gdLst>
                <a:gd name="connsiteX0" fmla="*/ 6557 w 8196"/>
                <a:gd name="connsiteY0" fmla="*/ 0 h 8196"/>
                <a:gd name="connsiteX1" fmla="*/ 6557 w 8196"/>
                <a:gd name="connsiteY1" fmla="*/ 0 h 8196"/>
                <a:gd name="connsiteX2" fmla="*/ 3279 w 8196"/>
                <a:gd name="connsiteY2" fmla="*/ 3279 h 8196"/>
                <a:gd name="connsiteX3" fmla="*/ 0 w 8196"/>
                <a:gd name="connsiteY3" fmla="*/ 6557 h 8196"/>
                <a:gd name="connsiteX4" fmla="*/ 3279 w 8196"/>
                <a:gd name="connsiteY4" fmla="*/ 6557 h 8196"/>
                <a:gd name="connsiteX5" fmla="*/ 6557 w 8196"/>
                <a:gd name="connsiteY5" fmla="*/ 8197 h 8196"/>
                <a:gd name="connsiteX6" fmla="*/ 8197 w 8196"/>
                <a:gd name="connsiteY6" fmla="*/ 327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8196">
                  <a:moveTo>
                    <a:pt x="6557" y="0"/>
                  </a:moveTo>
                  <a:lnTo>
                    <a:pt x="6557" y="0"/>
                  </a:lnTo>
                  <a:lnTo>
                    <a:pt x="3279" y="3279"/>
                  </a:lnTo>
                  <a:lnTo>
                    <a:pt x="0" y="6557"/>
                  </a:lnTo>
                  <a:lnTo>
                    <a:pt x="3279" y="6557"/>
                  </a:lnTo>
                  <a:lnTo>
                    <a:pt x="6557" y="8197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30" name="Freeform 4329">
              <a:extLst>
                <a:ext uri="{FF2B5EF4-FFF2-40B4-BE49-F238E27FC236}">
                  <a16:creationId xmlns:a16="http://schemas.microsoft.com/office/drawing/2014/main" id="{72D4E766-113F-0B4B-8159-C949689F81F7}"/>
                </a:ext>
              </a:extLst>
            </p:cNvPr>
            <p:cNvSpPr/>
            <p:nvPr/>
          </p:nvSpPr>
          <p:spPr>
            <a:xfrm>
              <a:off x="2458311" y="2106709"/>
              <a:ext cx="4917" cy="8196"/>
            </a:xfrm>
            <a:custGeom>
              <a:avLst/>
              <a:gdLst>
                <a:gd name="connsiteX0" fmla="*/ 4918 w 4917"/>
                <a:gd name="connsiteY0" fmla="*/ 1639 h 8196"/>
                <a:gd name="connsiteX1" fmla="*/ 4918 w 4917"/>
                <a:gd name="connsiteY1" fmla="*/ 0 h 8196"/>
                <a:gd name="connsiteX2" fmla="*/ 1639 w 4917"/>
                <a:gd name="connsiteY2" fmla="*/ 3279 h 8196"/>
                <a:gd name="connsiteX3" fmla="*/ 0 w 4917"/>
                <a:gd name="connsiteY3" fmla="*/ 8197 h 8196"/>
                <a:gd name="connsiteX4" fmla="*/ 4918 w 4917"/>
                <a:gd name="connsiteY4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8196">
                  <a:moveTo>
                    <a:pt x="4918" y="1639"/>
                  </a:moveTo>
                  <a:lnTo>
                    <a:pt x="4918" y="0"/>
                  </a:lnTo>
                  <a:lnTo>
                    <a:pt x="1639" y="3279"/>
                  </a:lnTo>
                  <a:lnTo>
                    <a:pt x="0" y="8197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31" name="Freeform 4330">
              <a:extLst>
                <a:ext uri="{FF2B5EF4-FFF2-40B4-BE49-F238E27FC236}">
                  <a16:creationId xmlns:a16="http://schemas.microsoft.com/office/drawing/2014/main" id="{D4632C12-69AA-D249-9428-8C10DAC1A940}"/>
                </a:ext>
              </a:extLst>
            </p:cNvPr>
            <p:cNvSpPr/>
            <p:nvPr/>
          </p:nvSpPr>
          <p:spPr>
            <a:xfrm>
              <a:off x="2381262" y="2126381"/>
              <a:ext cx="21311" cy="19671"/>
            </a:xfrm>
            <a:custGeom>
              <a:avLst/>
              <a:gdLst>
                <a:gd name="connsiteX0" fmla="*/ 3279 w 21311"/>
                <a:gd name="connsiteY0" fmla="*/ 13115 h 19671"/>
                <a:gd name="connsiteX1" fmla="*/ 0 w 21311"/>
                <a:gd name="connsiteY1" fmla="*/ 16393 h 19671"/>
                <a:gd name="connsiteX2" fmla="*/ 3279 w 21311"/>
                <a:gd name="connsiteY2" fmla="*/ 19672 h 19671"/>
                <a:gd name="connsiteX3" fmla="*/ 6557 w 21311"/>
                <a:gd name="connsiteY3" fmla="*/ 16393 h 19671"/>
                <a:gd name="connsiteX4" fmla="*/ 9836 w 21311"/>
                <a:gd name="connsiteY4" fmla="*/ 13115 h 19671"/>
                <a:gd name="connsiteX5" fmla="*/ 13115 w 21311"/>
                <a:gd name="connsiteY5" fmla="*/ 9836 h 19671"/>
                <a:gd name="connsiteX6" fmla="*/ 16393 w 21311"/>
                <a:gd name="connsiteY6" fmla="*/ 8197 h 19671"/>
                <a:gd name="connsiteX7" fmla="*/ 18033 w 21311"/>
                <a:gd name="connsiteY7" fmla="*/ 4918 h 19671"/>
                <a:gd name="connsiteX8" fmla="*/ 21311 w 21311"/>
                <a:gd name="connsiteY8" fmla="*/ 0 h 19671"/>
                <a:gd name="connsiteX9" fmla="*/ 18033 w 21311"/>
                <a:gd name="connsiteY9" fmla="*/ 1639 h 19671"/>
                <a:gd name="connsiteX10" fmla="*/ 14754 w 21311"/>
                <a:gd name="connsiteY10" fmla="*/ 4918 h 19671"/>
                <a:gd name="connsiteX11" fmla="*/ 9836 w 21311"/>
                <a:gd name="connsiteY11" fmla="*/ 6557 h 19671"/>
                <a:gd name="connsiteX12" fmla="*/ 6557 w 21311"/>
                <a:gd name="connsiteY12" fmla="*/ 11475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311" h="19671">
                  <a:moveTo>
                    <a:pt x="3279" y="13115"/>
                  </a:moveTo>
                  <a:lnTo>
                    <a:pt x="0" y="16393"/>
                  </a:lnTo>
                  <a:lnTo>
                    <a:pt x="3279" y="19672"/>
                  </a:lnTo>
                  <a:lnTo>
                    <a:pt x="6557" y="16393"/>
                  </a:lnTo>
                  <a:lnTo>
                    <a:pt x="9836" y="13115"/>
                  </a:lnTo>
                  <a:lnTo>
                    <a:pt x="13115" y="9836"/>
                  </a:lnTo>
                  <a:lnTo>
                    <a:pt x="16393" y="8197"/>
                  </a:lnTo>
                  <a:lnTo>
                    <a:pt x="18033" y="4918"/>
                  </a:lnTo>
                  <a:lnTo>
                    <a:pt x="21311" y="0"/>
                  </a:lnTo>
                  <a:lnTo>
                    <a:pt x="18033" y="1639"/>
                  </a:lnTo>
                  <a:lnTo>
                    <a:pt x="14754" y="4918"/>
                  </a:lnTo>
                  <a:lnTo>
                    <a:pt x="9836" y="6557"/>
                  </a:lnTo>
                  <a:lnTo>
                    <a:pt x="6557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32" name="Freeform 4331">
              <a:extLst>
                <a:ext uri="{FF2B5EF4-FFF2-40B4-BE49-F238E27FC236}">
                  <a16:creationId xmlns:a16="http://schemas.microsoft.com/office/drawing/2014/main" id="{94BA8E3B-F438-D747-B8E6-C5D5103C5A74}"/>
                </a:ext>
              </a:extLst>
            </p:cNvPr>
            <p:cNvSpPr/>
            <p:nvPr/>
          </p:nvSpPr>
          <p:spPr>
            <a:xfrm>
              <a:off x="3686175" y="860813"/>
              <a:ext cx="27868" cy="4918"/>
            </a:xfrm>
            <a:custGeom>
              <a:avLst/>
              <a:gdLst>
                <a:gd name="connsiteX0" fmla="*/ 8197 w 27868"/>
                <a:gd name="connsiteY0" fmla="*/ 0 h 4918"/>
                <a:gd name="connsiteX1" fmla="*/ 4918 w 27868"/>
                <a:gd name="connsiteY1" fmla="*/ 0 h 4918"/>
                <a:gd name="connsiteX2" fmla="*/ 0 w 27868"/>
                <a:gd name="connsiteY2" fmla="*/ 1639 h 4918"/>
                <a:gd name="connsiteX3" fmla="*/ 4918 w 27868"/>
                <a:gd name="connsiteY3" fmla="*/ 3279 h 4918"/>
                <a:gd name="connsiteX4" fmla="*/ 8197 w 27868"/>
                <a:gd name="connsiteY4" fmla="*/ 4918 h 4918"/>
                <a:gd name="connsiteX5" fmla="*/ 13115 w 27868"/>
                <a:gd name="connsiteY5" fmla="*/ 3279 h 4918"/>
                <a:gd name="connsiteX6" fmla="*/ 16393 w 27868"/>
                <a:gd name="connsiteY6" fmla="*/ 3279 h 4918"/>
                <a:gd name="connsiteX7" fmla="*/ 19672 w 27868"/>
                <a:gd name="connsiteY7" fmla="*/ 3279 h 4918"/>
                <a:gd name="connsiteX8" fmla="*/ 22951 w 27868"/>
                <a:gd name="connsiteY8" fmla="*/ 3279 h 4918"/>
                <a:gd name="connsiteX9" fmla="*/ 27869 w 27868"/>
                <a:gd name="connsiteY9" fmla="*/ 1639 h 4918"/>
                <a:gd name="connsiteX10" fmla="*/ 22951 w 27868"/>
                <a:gd name="connsiteY10" fmla="*/ 1639 h 4918"/>
                <a:gd name="connsiteX11" fmla="*/ 19672 w 27868"/>
                <a:gd name="connsiteY11" fmla="*/ 0 h 4918"/>
                <a:gd name="connsiteX12" fmla="*/ 16393 w 27868"/>
                <a:gd name="connsiteY12" fmla="*/ 0 h 4918"/>
                <a:gd name="connsiteX13" fmla="*/ 11475 w 27868"/>
                <a:gd name="connsiteY13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868" h="4918">
                  <a:moveTo>
                    <a:pt x="8197" y="0"/>
                  </a:moveTo>
                  <a:lnTo>
                    <a:pt x="4918" y="0"/>
                  </a:lnTo>
                  <a:lnTo>
                    <a:pt x="0" y="1639"/>
                  </a:lnTo>
                  <a:lnTo>
                    <a:pt x="4918" y="3279"/>
                  </a:lnTo>
                  <a:lnTo>
                    <a:pt x="8197" y="4918"/>
                  </a:lnTo>
                  <a:lnTo>
                    <a:pt x="13115" y="3279"/>
                  </a:lnTo>
                  <a:lnTo>
                    <a:pt x="16393" y="3279"/>
                  </a:lnTo>
                  <a:lnTo>
                    <a:pt x="19672" y="3279"/>
                  </a:lnTo>
                  <a:lnTo>
                    <a:pt x="22951" y="3279"/>
                  </a:lnTo>
                  <a:lnTo>
                    <a:pt x="27869" y="1639"/>
                  </a:lnTo>
                  <a:lnTo>
                    <a:pt x="22951" y="1639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1475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33" name="Freeform 4332">
              <a:extLst>
                <a:ext uri="{FF2B5EF4-FFF2-40B4-BE49-F238E27FC236}">
                  <a16:creationId xmlns:a16="http://schemas.microsoft.com/office/drawing/2014/main" id="{A1016769-1F07-504E-AFBB-65A41D399D7E}"/>
                </a:ext>
              </a:extLst>
            </p:cNvPr>
            <p:cNvSpPr/>
            <p:nvPr/>
          </p:nvSpPr>
          <p:spPr>
            <a:xfrm>
              <a:off x="3714043" y="893600"/>
              <a:ext cx="6557" cy="1639"/>
            </a:xfrm>
            <a:custGeom>
              <a:avLst/>
              <a:gdLst>
                <a:gd name="connsiteX0" fmla="*/ 1639 w 6557"/>
                <a:gd name="connsiteY0" fmla="*/ 1639 h 1639"/>
                <a:gd name="connsiteX1" fmla="*/ 6557 w 6557"/>
                <a:gd name="connsiteY1" fmla="*/ 0 h 1639"/>
                <a:gd name="connsiteX2" fmla="*/ 4918 w 6557"/>
                <a:gd name="connsiteY2" fmla="*/ 0 h 1639"/>
                <a:gd name="connsiteX3" fmla="*/ 0 w 6557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1639">
                  <a:moveTo>
                    <a:pt x="1639" y="1639"/>
                  </a:moveTo>
                  <a:lnTo>
                    <a:pt x="6557" y="0"/>
                  </a:ln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34" name="Freeform 4333">
              <a:extLst>
                <a:ext uri="{FF2B5EF4-FFF2-40B4-BE49-F238E27FC236}">
                  <a16:creationId xmlns:a16="http://schemas.microsoft.com/office/drawing/2014/main" id="{50998392-34E9-1846-AB12-29441124D592}"/>
                </a:ext>
              </a:extLst>
            </p:cNvPr>
            <p:cNvSpPr/>
            <p:nvPr/>
          </p:nvSpPr>
          <p:spPr>
            <a:xfrm>
              <a:off x="3718961" y="859174"/>
              <a:ext cx="27868" cy="3278"/>
            </a:xfrm>
            <a:custGeom>
              <a:avLst/>
              <a:gdLst>
                <a:gd name="connsiteX0" fmla="*/ 0 w 27868"/>
                <a:gd name="connsiteY0" fmla="*/ 1639 h 3278"/>
                <a:gd name="connsiteX1" fmla="*/ 0 w 27868"/>
                <a:gd name="connsiteY1" fmla="*/ 1639 h 3278"/>
                <a:gd name="connsiteX2" fmla="*/ 3279 w 27868"/>
                <a:gd name="connsiteY2" fmla="*/ 3279 h 3278"/>
                <a:gd name="connsiteX3" fmla="*/ 6557 w 27868"/>
                <a:gd name="connsiteY3" fmla="*/ 3279 h 3278"/>
                <a:gd name="connsiteX4" fmla="*/ 11475 w 27868"/>
                <a:gd name="connsiteY4" fmla="*/ 3279 h 3278"/>
                <a:gd name="connsiteX5" fmla="*/ 16393 w 27868"/>
                <a:gd name="connsiteY5" fmla="*/ 3279 h 3278"/>
                <a:gd name="connsiteX6" fmla="*/ 19672 w 27868"/>
                <a:gd name="connsiteY6" fmla="*/ 3279 h 3278"/>
                <a:gd name="connsiteX7" fmla="*/ 22951 w 27868"/>
                <a:gd name="connsiteY7" fmla="*/ 3279 h 3278"/>
                <a:gd name="connsiteX8" fmla="*/ 27869 w 27868"/>
                <a:gd name="connsiteY8" fmla="*/ 1639 h 3278"/>
                <a:gd name="connsiteX9" fmla="*/ 22951 w 27868"/>
                <a:gd name="connsiteY9" fmla="*/ 1639 h 3278"/>
                <a:gd name="connsiteX10" fmla="*/ 19672 w 27868"/>
                <a:gd name="connsiteY10" fmla="*/ 1639 h 3278"/>
                <a:gd name="connsiteX11" fmla="*/ 14754 w 27868"/>
                <a:gd name="connsiteY11" fmla="*/ 1639 h 3278"/>
                <a:gd name="connsiteX12" fmla="*/ 11475 w 27868"/>
                <a:gd name="connsiteY12" fmla="*/ 1639 h 3278"/>
                <a:gd name="connsiteX13" fmla="*/ 8197 w 27868"/>
                <a:gd name="connsiteY13" fmla="*/ 1639 h 3278"/>
                <a:gd name="connsiteX14" fmla="*/ 3279 w 27868"/>
                <a:gd name="connsiteY14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868" h="3278">
                  <a:moveTo>
                    <a:pt x="0" y="1639"/>
                  </a:moveTo>
                  <a:lnTo>
                    <a:pt x="0" y="1639"/>
                  </a:lnTo>
                  <a:lnTo>
                    <a:pt x="3279" y="3279"/>
                  </a:lnTo>
                  <a:lnTo>
                    <a:pt x="6557" y="3279"/>
                  </a:lnTo>
                  <a:lnTo>
                    <a:pt x="11475" y="3279"/>
                  </a:lnTo>
                  <a:lnTo>
                    <a:pt x="16393" y="3279"/>
                  </a:lnTo>
                  <a:lnTo>
                    <a:pt x="19672" y="3279"/>
                  </a:lnTo>
                  <a:lnTo>
                    <a:pt x="22951" y="3279"/>
                  </a:lnTo>
                  <a:lnTo>
                    <a:pt x="27869" y="1639"/>
                  </a:lnTo>
                  <a:lnTo>
                    <a:pt x="22951" y="1639"/>
                  </a:lnTo>
                  <a:lnTo>
                    <a:pt x="19672" y="1639"/>
                  </a:lnTo>
                  <a:lnTo>
                    <a:pt x="14754" y="1639"/>
                  </a:lnTo>
                  <a:lnTo>
                    <a:pt x="11475" y="1639"/>
                  </a:lnTo>
                  <a:lnTo>
                    <a:pt x="8197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35" name="Freeform 4334">
              <a:extLst>
                <a:ext uri="{FF2B5EF4-FFF2-40B4-BE49-F238E27FC236}">
                  <a16:creationId xmlns:a16="http://schemas.microsoft.com/office/drawing/2014/main" id="{BA5491AD-A19D-404E-ADDD-DBC24BA92D8D}"/>
                </a:ext>
              </a:extLst>
            </p:cNvPr>
            <p:cNvSpPr/>
            <p:nvPr/>
          </p:nvSpPr>
          <p:spPr>
            <a:xfrm>
              <a:off x="3720601" y="888682"/>
              <a:ext cx="13114" cy="1639"/>
            </a:xfrm>
            <a:custGeom>
              <a:avLst/>
              <a:gdLst>
                <a:gd name="connsiteX0" fmla="*/ 0 w 13114"/>
                <a:gd name="connsiteY0" fmla="*/ 1639 h 1639"/>
                <a:gd name="connsiteX1" fmla="*/ 4918 w 13114"/>
                <a:gd name="connsiteY1" fmla="*/ 1639 h 1639"/>
                <a:gd name="connsiteX2" fmla="*/ 8197 w 13114"/>
                <a:gd name="connsiteY2" fmla="*/ 1639 h 1639"/>
                <a:gd name="connsiteX3" fmla="*/ 13114 w 13114"/>
                <a:gd name="connsiteY3" fmla="*/ 1639 h 1639"/>
                <a:gd name="connsiteX4" fmla="*/ 9836 w 13114"/>
                <a:gd name="connsiteY4" fmla="*/ 0 h 1639"/>
                <a:gd name="connsiteX5" fmla="*/ 4918 w 13114"/>
                <a:gd name="connsiteY5" fmla="*/ 0 h 1639"/>
                <a:gd name="connsiteX6" fmla="*/ 1639 w 13114"/>
                <a:gd name="connsiteY6" fmla="*/ 0 h 1639"/>
                <a:gd name="connsiteX7" fmla="*/ 1639 w 13114"/>
                <a:gd name="connsiteY7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4" h="1639">
                  <a:moveTo>
                    <a:pt x="0" y="1639"/>
                  </a:moveTo>
                  <a:lnTo>
                    <a:pt x="4918" y="1639"/>
                  </a:lnTo>
                  <a:lnTo>
                    <a:pt x="8197" y="1639"/>
                  </a:lnTo>
                  <a:lnTo>
                    <a:pt x="13114" y="1639"/>
                  </a:lnTo>
                  <a:lnTo>
                    <a:pt x="9836" y="0"/>
                  </a:lnTo>
                  <a:lnTo>
                    <a:pt x="4918" y="0"/>
                  </a:lnTo>
                  <a:lnTo>
                    <a:pt x="1639" y="0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36" name="Freeform 4335">
              <a:extLst>
                <a:ext uri="{FF2B5EF4-FFF2-40B4-BE49-F238E27FC236}">
                  <a16:creationId xmlns:a16="http://schemas.microsoft.com/office/drawing/2014/main" id="{F3827EE6-82D9-664A-B438-BD5C1D5C4FAA}"/>
                </a:ext>
              </a:extLst>
            </p:cNvPr>
            <p:cNvSpPr/>
            <p:nvPr/>
          </p:nvSpPr>
          <p:spPr>
            <a:xfrm>
              <a:off x="3832075" y="854256"/>
              <a:ext cx="8196" cy="1639"/>
            </a:xfrm>
            <a:custGeom>
              <a:avLst/>
              <a:gdLst>
                <a:gd name="connsiteX0" fmla="*/ 0 w 8196"/>
                <a:gd name="connsiteY0" fmla="*/ 1639 h 1639"/>
                <a:gd name="connsiteX1" fmla="*/ 3279 w 8196"/>
                <a:gd name="connsiteY1" fmla="*/ 1639 h 1639"/>
                <a:gd name="connsiteX2" fmla="*/ 8197 w 8196"/>
                <a:gd name="connsiteY2" fmla="*/ 0 h 1639"/>
                <a:gd name="connsiteX3" fmla="*/ 3279 w 8196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0" y="1639"/>
                  </a:moveTo>
                  <a:lnTo>
                    <a:pt x="3279" y="1639"/>
                  </a:lnTo>
                  <a:lnTo>
                    <a:pt x="819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37" name="Freeform 4336">
              <a:extLst>
                <a:ext uri="{FF2B5EF4-FFF2-40B4-BE49-F238E27FC236}">
                  <a16:creationId xmlns:a16="http://schemas.microsoft.com/office/drawing/2014/main" id="{B3421A58-BABB-774E-A81E-5218B3B5E90D}"/>
                </a:ext>
              </a:extLst>
            </p:cNvPr>
            <p:cNvSpPr/>
            <p:nvPr/>
          </p:nvSpPr>
          <p:spPr>
            <a:xfrm>
              <a:off x="3836993" y="857535"/>
              <a:ext cx="8196" cy="1639"/>
            </a:xfrm>
            <a:custGeom>
              <a:avLst/>
              <a:gdLst>
                <a:gd name="connsiteX0" fmla="*/ 0 w 8196"/>
                <a:gd name="connsiteY0" fmla="*/ 1639 h 1639"/>
                <a:gd name="connsiteX1" fmla="*/ 3279 w 8196"/>
                <a:gd name="connsiteY1" fmla="*/ 1639 h 1639"/>
                <a:gd name="connsiteX2" fmla="*/ 8197 w 8196"/>
                <a:gd name="connsiteY2" fmla="*/ 1639 h 1639"/>
                <a:gd name="connsiteX3" fmla="*/ 8197 w 8196"/>
                <a:gd name="connsiteY3" fmla="*/ 0 h 1639"/>
                <a:gd name="connsiteX4" fmla="*/ 3279 w 8196"/>
                <a:gd name="connsiteY4" fmla="*/ 0 h 1639"/>
                <a:gd name="connsiteX5" fmla="*/ 0 w 8196"/>
                <a:gd name="connsiteY5" fmla="*/ 1639 h 1639"/>
                <a:gd name="connsiteX6" fmla="*/ 0 w 8196"/>
                <a:gd name="connsiteY6" fmla="*/ 1639 h 1639"/>
                <a:gd name="connsiteX7" fmla="*/ 4918 w 8196"/>
                <a:gd name="connsiteY7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96" h="1639">
                  <a:moveTo>
                    <a:pt x="0" y="1639"/>
                  </a:moveTo>
                  <a:lnTo>
                    <a:pt x="3279" y="1639"/>
                  </a:lnTo>
                  <a:lnTo>
                    <a:pt x="8197" y="1639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0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38" name="Freeform 4337">
              <a:extLst>
                <a:ext uri="{FF2B5EF4-FFF2-40B4-BE49-F238E27FC236}">
                  <a16:creationId xmlns:a16="http://schemas.microsoft.com/office/drawing/2014/main" id="{597359E2-B0A5-034C-B9EF-BFAD434250B0}"/>
                </a:ext>
              </a:extLst>
            </p:cNvPr>
            <p:cNvSpPr/>
            <p:nvPr/>
          </p:nvSpPr>
          <p:spPr>
            <a:xfrm>
              <a:off x="3910764" y="1283762"/>
              <a:ext cx="8196" cy="4917"/>
            </a:xfrm>
            <a:custGeom>
              <a:avLst/>
              <a:gdLst>
                <a:gd name="connsiteX0" fmla="*/ 0 w 8196"/>
                <a:gd name="connsiteY0" fmla="*/ 3279 h 4917"/>
                <a:gd name="connsiteX1" fmla="*/ 1639 w 8196"/>
                <a:gd name="connsiteY1" fmla="*/ 4918 h 4917"/>
                <a:gd name="connsiteX2" fmla="*/ 6557 w 8196"/>
                <a:gd name="connsiteY2" fmla="*/ 4918 h 4917"/>
                <a:gd name="connsiteX3" fmla="*/ 8197 w 8196"/>
                <a:gd name="connsiteY3" fmla="*/ 0 h 4917"/>
                <a:gd name="connsiteX4" fmla="*/ 3278 w 8196"/>
                <a:gd name="connsiteY4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7">
                  <a:moveTo>
                    <a:pt x="0" y="3279"/>
                  </a:moveTo>
                  <a:lnTo>
                    <a:pt x="1639" y="4918"/>
                  </a:lnTo>
                  <a:lnTo>
                    <a:pt x="6557" y="4918"/>
                  </a:lnTo>
                  <a:lnTo>
                    <a:pt x="8197" y="0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39" name="Freeform 4338">
              <a:extLst>
                <a:ext uri="{FF2B5EF4-FFF2-40B4-BE49-F238E27FC236}">
                  <a16:creationId xmlns:a16="http://schemas.microsoft.com/office/drawing/2014/main" id="{8BF33886-DFDD-844D-B321-211C9B523BCA}"/>
                </a:ext>
              </a:extLst>
            </p:cNvPr>
            <p:cNvSpPr/>
            <p:nvPr/>
          </p:nvSpPr>
          <p:spPr>
            <a:xfrm>
              <a:off x="3912403" y="1290320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3279 h 3278"/>
                <a:gd name="connsiteX2" fmla="*/ 3279 w 3278"/>
                <a:gd name="connsiteY2" fmla="*/ 0 h 3278"/>
                <a:gd name="connsiteX3" fmla="*/ 0 w 3278"/>
                <a:gd name="connsiteY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3279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40" name="Freeform 4339">
              <a:extLst>
                <a:ext uri="{FF2B5EF4-FFF2-40B4-BE49-F238E27FC236}">
                  <a16:creationId xmlns:a16="http://schemas.microsoft.com/office/drawing/2014/main" id="{A0143A98-E83B-0F44-898C-3DE82A4F4FB0}"/>
                </a:ext>
              </a:extLst>
            </p:cNvPr>
            <p:cNvSpPr/>
            <p:nvPr/>
          </p:nvSpPr>
          <p:spPr>
            <a:xfrm>
              <a:off x="3918961" y="903436"/>
              <a:ext cx="4917" cy="1639"/>
            </a:xfrm>
            <a:custGeom>
              <a:avLst/>
              <a:gdLst>
                <a:gd name="connsiteX0" fmla="*/ 4918 w 4917"/>
                <a:gd name="connsiteY0" fmla="*/ 0 h 1639"/>
                <a:gd name="connsiteX1" fmla="*/ 4918 w 4917"/>
                <a:gd name="connsiteY1" fmla="*/ 0 h 1639"/>
                <a:gd name="connsiteX2" fmla="*/ 0 w 4917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4918" y="0"/>
                  </a:move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41" name="Freeform 4340">
              <a:extLst>
                <a:ext uri="{FF2B5EF4-FFF2-40B4-BE49-F238E27FC236}">
                  <a16:creationId xmlns:a16="http://schemas.microsoft.com/office/drawing/2014/main" id="{2D6BD7CF-EFD4-694E-9340-F91046B78F3D}"/>
                </a:ext>
              </a:extLst>
            </p:cNvPr>
            <p:cNvSpPr/>
            <p:nvPr/>
          </p:nvSpPr>
          <p:spPr>
            <a:xfrm>
              <a:off x="3925518" y="1301795"/>
              <a:ext cx="3278" cy="3278"/>
            </a:xfrm>
            <a:custGeom>
              <a:avLst/>
              <a:gdLst>
                <a:gd name="connsiteX0" fmla="*/ 3278 w 3278"/>
                <a:gd name="connsiteY0" fmla="*/ 1639 h 3278"/>
                <a:gd name="connsiteX1" fmla="*/ 3278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8" y="1639"/>
                  </a:moveTo>
                  <a:lnTo>
                    <a:pt x="327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42" name="Freeform 4341">
              <a:extLst>
                <a:ext uri="{FF2B5EF4-FFF2-40B4-BE49-F238E27FC236}">
                  <a16:creationId xmlns:a16="http://schemas.microsoft.com/office/drawing/2014/main" id="{ED7801CC-37FE-8B4F-99C6-3CFEE4C17971}"/>
                </a:ext>
              </a:extLst>
            </p:cNvPr>
            <p:cNvSpPr/>
            <p:nvPr/>
          </p:nvSpPr>
          <p:spPr>
            <a:xfrm>
              <a:off x="3927157" y="759175"/>
              <a:ext cx="8196" cy="3278"/>
            </a:xfrm>
            <a:custGeom>
              <a:avLst/>
              <a:gdLst>
                <a:gd name="connsiteX0" fmla="*/ 0 w 8196"/>
                <a:gd name="connsiteY0" fmla="*/ 1639 h 3278"/>
                <a:gd name="connsiteX1" fmla="*/ 3278 w 8196"/>
                <a:gd name="connsiteY1" fmla="*/ 3279 h 3278"/>
                <a:gd name="connsiteX2" fmla="*/ 8197 w 8196"/>
                <a:gd name="connsiteY2" fmla="*/ 1639 h 3278"/>
                <a:gd name="connsiteX3" fmla="*/ 4918 w 8196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0" y="1639"/>
                  </a:moveTo>
                  <a:lnTo>
                    <a:pt x="3278" y="3279"/>
                  </a:lnTo>
                  <a:lnTo>
                    <a:pt x="8197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43" name="Freeform 4342">
              <a:extLst>
                <a:ext uri="{FF2B5EF4-FFF2-40B4-BE49-F238E27FC236}">
                  <a16:creationId xmlns:a16="http://schemas.microsoft.com/office/drawing/2014/main" id="{09EB5DFB-E2C3-5343-AA05-35E242E3BCA3}"/>
                </a:ext>
              </a:extLst>
            </p:cNvPr>
            <p:cNvSpPr/>
            <p:nvPr/>
          </p:nvSpPr>
          <p:spPr>
            <a:xfrm>
              <a:off x="3928796" y="1241139"/>
              <a:ext cx="6557" cy="1639"/>
            </a:xfrm>
            <a:custGeom>
              <a:avLst/>
              <a:gdLst>
                <a:gd name="connsiteX0" fmla="*/ 0 w 6557"/>
                <a:gd name="connsiteY0" fmla="*/ 1639 h 1639"/>
                <a:gd name="connsiteX1" fmla="*/ 0 w 6557"/>
                <a:gd name="connsiteY1" fmla="*/ 1639 h 1639"/>
                <a:gd name="connsiteX2" fmla="*/ 3279 w 6557"/>
                <a:gd name="connsiteY2" fmla="*/ 1639 h 1639"/>
                <a:gd name="connsiteX3" fmla="*/ 6558 w 6557"/>
                <a:gd name="connsiteY3" fmla="*/ 0 h 1639"/>
                <a:gd name="connsiteX4" fmla="*/ 3279 w 6557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1639">
                  <a:moveTo>
                    <a:pt x="0" y="1639"/>
                  </a:moveTo>
                  <a:lnTo>
                    <a:pt x="0" y="1639"/>
                  </a:lnTo>
                  <a:lnTo>
                    <a:pt x="3279" y="1639"/>
                  </a:lnTo>
                  <a:lnTo>
                    <a:pt x="6558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44" name="Freeform 4343">
              <a:extLst>
                <a:ext uri="{FF2B5EF4-FFF2-40B4-BE49-F238E27FC236}">
                  <a16:creationId xmlns:a16="http://schemas.microsoft.com/office/drawing/2014/main" id="{4B92CFA0-BBB9-D24A-A726-ADB90954EB0B}"/>
                </a:ext>
              </a:extLst>
            </p:cNvPr>
            <p:cNvSpPr/>
            <p:nvPr/>
          </p:nvSpPr>
          <p:spPr>
            <a:xfrm>
              <a:off x="3933714" y="1334582"/>
              <a:ext cx="8196" cy="3278"/>
            </a:xfrm>
            <a:custGeom>
              <a:avLst/>
              <a:gdLst>
                <a:gd name="connsiteX0" fmla="*/ 6557 w 8196"/>
                <a:gd name="connsiteY0" fmla="*/ 1639 h 3278"/>
                <a:gd name="connsiteX1" fmla="*/ 8197 w 8196"/>
                <a:gd name="connsiteY1" fmla="*/ 1639 h 3278"/>
                <a:gd name="connsiteX2" fmla="*/ 3278 w 8196"/>
                <a:gd name="connsiteY2" fmla="*/ 0 h 3278"/>
                <a:gd name="connsiteX3" fmla="*/ 0 w 8196"/>
                <a:gd name="connsiteY3" fmla="*/ 3279 h 3278"/>
                <a:gd name="connsiteX4" fmla="*/ 3278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6557" y="1639"/>
                  </a:moveTo>
                  <a:lnTo>
                    <a:pt x="8197" y="1639"/>
                  </a:lnTo>
                  <a:lnTo>
                    <a:pt x="3278" y="0"/>
                  </a:lnTo>
                  <a:lnTo>
                    <a:pt x="0" y="3279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45" name="Freeform 4344">
              <a:extLst>
                <a:ext uri="{FF2B5EF4-FFF2-40B4-BE49-F238E27FC236}">
                  <a16:creationId xmlns:a16="http://schemas.microsoft.com/office/drawing/2014/main" id="{043A0E06-6E74-9649-AE9D-FBD808EBF257}"/>
                </a:ext>
              </a:extLst>
            </p:cNvPr>
            <p:cNvSpPr/>
            <p:nvPr/>
          </p:nvSpPr>
          <p:spPr>
            <a:xfrm>
              <a:off x="3935354" y="1383762"/>
              <a:ext cx="3278" cy="1639"/>
            </a:xfrm>
            <a:custGeom>
              <a:avLst/>
              <a:gdLst>
                <a:gd name="connsiteX0" fmla="*/ 3278 w 3278"/>
                <a:gd name="connsiteY0" fmla="*/ 1639 h 1639"/>
                <a:gd name="connsiteX1" fmla="*/ 3278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8" y="1639"/>
                  </a:moveTo>
                  <a:lnTo>
                    <a:pt x="327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46" name="Freeform 4345">
              <a:extLst>
                <a:ext uri="{FF2B5EF4-FFF2-40B4-BE49-F238E27FC236}">
                  <a16:creationId xmlns:a16="http://schemas.microsoft.com/office/drawing/2014/main" id="{0E843CCA-6287-3E4E-BAD3-912EF8124607}"/>
                </a:ext>
              </a:extLst>
            </p:cNvPr>
            <p:cNvSpPr/>
            <p:nvPr/>
          </p:nvSpPr>
          <p:spPr>
            <a:xfrm>
              <a:off x="3935354" y="1380483"/>
              <a:ext cx="1638" cy="4918"/>
            </a:xfrm>
            <a:custGeom>
              <a:avLst/>
              <a:gdLst>
                <a:gd name="connsiteX0" fmla="*/ 1639 w 1638"/>
                <a:gd name="connsiteY0" fmla="*/ 0 h 4918"/>
                <a:gd name="connsiteX1" fmla="*/ 0 w 1638"/>
                <a:gd name="connsiteY1" fmla="*/ 0 h 4918"/>
                <a:gd name="connsiteX2" fmla="*/ 0 w 1638"/>
                <a:gd name="connsiteY2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" h="4918">
                  <a:moveTo>
                    <a:pt x="1639" y="0"/>
                  </a:moveTo>
                  <a:lnTo>
                    <a:pt x="0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47" name="Freeform 4346">
              <a:extLst>
                <a:ext uri="{FF2B5EF4-FFF2-40B4-BE49-F238E27FC236}">
                  <a16:creationId xmlns:a16="http://schemas.microsoft.com/office/drawing/2014/main" id="{6F62EC80-A311-2849-91DF-5298FE47606C}"/>
                </a:ext>
              </a:extLst>
            </p:cNvPr>
            <p:cNvSpPr/>
            <p:nvPr/>
          </p:nvSpPr>
          <p:spPr>
            <a:xfrm>
              <a:off x="3936993" y="1326385"/>
              <a:ext cx="14754" cy="8196"/>
            </a:xfrm>
            <a:custGeom>
              <a:avLst/>
              <a:gdLst>
                <a:gd name="connsiteX0" fmla="*/ 14754 w 14754"/>
                <a:gd name="connsiteY0" fmla="*/ 0 h 8196"/>
                <a:gd name="connsiteX1" fmla="*/ 14754 w 14754"/>
                <a:gd name="connsiteY1" fmla="*/ 0 h 8196"/>
                <a:gd name="connsiteX2" fmla="*/ 11476 w 14754"/>
                <a:gd name="connsiteY2" fmla="*/ 0 h 8196"/>
                <a:gd name="connsiteX3" fmla="*/ 8197 w 14754"/>
                <a:gd name="connsiteY3" fmla="*/ 3279 h 8196"/>
                <a:gd name="connsiteX4" fmla="*/ 3279 w 14754"/>
                <a:gd name="connsiteY4" fmla="*/ 4918 h 8196"/>
                <a:gd name="connsiteX5" fmla="*/ 0 w 14754"/>
                <a:gd name="connsiteY5" fmla="*/ 8197 h 8196"/>
                <a:gd name="connsiteX6" fmla="*/ 3279 w 14754"/>
                <a:gd name="connsiteY6" fmla="*/ 8197 h 8196"/>
                <a:gd name="connsiteX7" fmla="*/ 6558 w 14754"/>
                <a:gd name="connsiteY7" fmla="*/ 6557 h 8196"/>
                <a:gd name="connsiteX8" fmla="*/ 11476 w 14754"/>
                <a:gd name="connsiteY8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4" h="8196">
                  <a:moveTo>
                    <a:pt x="14754" y="0"/>
                  </a:moveTo>
                  <a:lnTo>
                    <a:pt x="14754" y="0"/>
                  </a:lnTo>
                  <a:lnTo>
                    <a:pt x="11476" y="0"/>
                  </a:lnTo>
                  <a:lnTo>
                    <a:pt x="8197" y="3279"/>
                  </a:lnTo>
                  <a:lnTo>
                    <a:pt x="3279" y="4918"/>
                  </a:lnTo>
                  <a:lnTo>
                    <a:pt x="0" y="8197"/>
                  </a:lnTo>
                  <a:lnTo>
                    <a:pt x="3279" y="8197"/>
                  </a:lnTo>
                  <a:lnTo>
                    <a:pt x="6558" y="6557"/>
                  </a:lnTo>
                  <a:lnTo>
                    <a:pt x="11476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48" name="Freeform 4347">
              <a:extLst>
                <a:ext uri="{FF2B5EF4-FFF2-40B4-BE49-F238E27FC236}">
                  <a16:creationId xmlns:a16="http://schemas.microsoft.com/office/drawing/2014/main" id="{953D44B2-7FA5-874F-A6F5-CDAFE60D68D1}"/>
                </a:ext>
              </a:extLst>
            </p:cNvPr>
            <p:cNvSpPr/>
            <p:nvPr/>
          </p:nvSpPr>
          <p:spPr>
            <a:xfrm>
              <a:off x="3940272" y="1380483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327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49" name="Freeform 4348">
              <a:extLst>
                <a:ext uri="{FF2B5EF4-FFF2-40B4-BE49-F238E27FC236}">
                  <a16:creationId xmlns:a16="http://schemas.microsoft.com/office/drawing/2014/main" id="{0860992D-C3BD-0B42-84AD-435764430D60}"/>
                </a:ext>
              </a:extLst>
            </p:cNvPr>
            <p:cNvSpPr/>
            <p:nvPr/>
          </p:nvSpPr>
          <p:spPr>
            <a:xfrm>
              <a:off x="3941911" y="1326385"/>
              <a:ext cx="18032" cy="14754"/>
            </a:xfrm>
            <a:custGeom>
              <a:avLst/>
              <a:gdLst>
                <a:gd name="connsiteX0" fmla="*/ 18033 w 18032"/>
                <a:gd name="connsiteY0" fmla="*/ 1639 h 14754"/>
                <a:gd name="connsiteX1" fmla="*/ 18033 w 18032"/>
                <a:gd name="connsiteY1" fmla="*/ 0 h 14754"/>
                <a:gd name="connsiteX2" fmla="*/ 13114 w 18032"/>
                <a:gd name="connsiteY2" fmla="*/ 0 h 14754"/>
                <a:gd name="connsiteX3" fmla="*/ 9836 w 18032"/>
                <a:gd name="connsiteY3" fmla="*/ 3279 h 14754"/>
                <a:gd name="connsiteX4" fmla="*/ 6557 w 18032"/>
                <a:gd name="connsiteY4" fmla="*/ 8197 h 14754"/>
                <a:gd name="connsiteX5" fmla="*/ 3278 w 18032"/>
                <a:gd name="connsiteY5" fmla="*/ 11475 h 14754"/>
                <a:gd name="connsiteX6" fmla="*/ 0 w 18032"/>
                <a:gd name="connsiteY6" fmla="*/ 14754 h 14754"/>
                <a:gd name="connsiteX7" fmla="*/ 3278 w 18032"/>
                <a:gd name="connsiteY7" fmla="*/ 13115 h 14754"/>
                <a:gd name="connsiteX8" fmla="*/ 6557 w 18032"/>
                <a:gd name="connsiteY8" fmla="*/ 9836 h 14754"/>
                <a:gd name="connsiteX9" fmla="*/ 11475 w 18032"/>
                <a:gd name="connsiteY9" fmla="*/ 6557 h 14754"/>
                <a:gd name="connsiteX10" fmla="*/ 14754 w 18032"/>
                <a:gd name="connsiteY10" fmla="*/ 4918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032" h="14754">
                  <a:moveTo>
                    <a:pt x="18033" y="1639"/>
                  </a:moveTo>
                  <a:lnTo>
                    <a:pt x="18033" y="0"/>
                  </a:lnTo>
                  <a:lnTo>
                    <a:pt x="13114" y="0"/>
                  </a:lnTo>
                  <a:lnTo>
                    <a:pt x="9836" y="3279"/>
                  </a:lnTo>
                  <a:lnTo>
                    <a:pt x="6557" y="8197"/>
                  </a:lnTo>
                  <a:lnTo>
                    <a:pt x="3278" y="11475"/>
                  </a:lnTo>
                  <a:lnTo>
                    <a:pt x="0" y="14754"/>
                  </a:lnTo>
                  <a:lnTo>
                    <a:pt x="3278" y="13115"/>
                  </a:lnTo>
                  <a:lnTo>
                    <a:pt x="6557" y="9836"/>
                  </a:lnTo>
                  <a:lnTo>
                    <a:pt x="11475" y="6557"/>
                  </a:lnTo>
                  <a:lnTo>
                    <a:pt x="14754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50" name="Freeform 4349">
              <a:extLst>
                <a:ext uri="{FF2B5EF4-FFF2-40B4-BE49-F238E27FC236}">
                  <a16:creationId xmlns:a16="http://schemas.microsoft.com/office/drawing/2014/main" id="{558A639F-E228-6C44-A684-11C514DE4CF3}"/>
                </a:ext>
              </a:extLst>
            </p:cNvPr>
            <p:cNvSpPr/>
            <p:nvPr/>
          </p:nvSpPr>
          <p:spPr>
            <a:xfrm>
              <a:off x="3950108" y="1418188"/>
              <a:ext cx="3278" cy="3278"/>
            </a:xfrm>
            <a:custGeom>
              <a:avLst/>
              <a:gdLst>
                <a:gd name="connsiteX0" fmla="*/ 3278 w 3278"/>
                <a:gd name="connsiteY0" fmla="*/ 0 h 3278"/>
                <a:gd name="connsiteX1" fmla="*/ 3278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8" y="0"/>
                  </a:moveTo>
                  <a:lnTo>
                    <a:pt x="327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51" name="Freeform 4350">
              <a:extLst>
                <a:ext uri="{FF2B5EF4-FFF2-40B4-BE49-F238E27FC236}">
                  <a16:creationId xmlns:a16="http://schemas.microsoft.com/office/drawing/2014/main" id="{41CC0F0F-31BB-964E-91B6-7AF831EC898A}"/>
                </a:ext>
              </a:extLst>
            </p:cNvPr>
            <p:cNvSpPr/>
            <p:nvPr/>
          </p:nvSpPr>
          <p:spPr>
            <a:xfrm>
              <a:off x="3950108" y="1431303"/>
              <a:ext cx="4917" cy="1639"/>
            </a:xfrm>
            <a:custGeom>
              <a:avLst/>
              <a:gdLst>
                <a:gd name="connsiteX0" fmla="*/ 4918 w 4917"/>
                <a:gd name="connsiteY0" fmla="*/ 0 h 1639"/>
                <a:gd name="connsiteX1" fmla="*/ 4918 w 4917"/>
                <a:gd name="connsiteY1" fmla="*/ 0 h 1639"/>
                <a:gd name="connsiteX2" fmla="*/ 0 w 4917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4918" y="0"/>
                  </a:move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52" name="Freeform 4351">
              <a:extLst>
                <a:ext uri="{FF2B5EF4-FFF2-40B4-BE49-F238E27FC236}">
                  <a16:creationId xmlns:a16="http://schemas.microsoft.com/office/drawing/2014/main" id="{E0346242-D43F-8347-A96C-864909F8ED2B}"/>
                </a:ext>
              </a:extLst>
            </p:cNvPr>
            <p:cNvSpPr/>
            <p:nvPr/>
          </p:nvSpPr>
          <p:spPr>
            <a:xfrm>
              <a:off x="3956665" y="1441139"/>
              <a:ext cx="3278" cy="16393"/>
            </a:xfrm>
            <a:custGeom>
              <a:avLst/>
              <a:gdLst>
                <a:gd name="connsiteX0" fmla="*/ 3279 w 3278"/>
                <a:gd name="connsiteY0" fmla="*/ 0 h 16393"/>
                <a:gd name="connsiteX1" fmla="*/ 3279 w 3278"/>
                <a:gd name="connsiteY1" fmla="*/ 0 h 16393"/>
                <a:gd name="connsiteX2" fmla="*/ 0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3279" y="0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53" name="Freeform 4352">
              <a:extLst>
                <a:ext uri="{FF2B5EF4-FFF2-40B4-BE49-F238E27FC236}">
                  <a16:creationId xmlns:a16="http://schemas.microsoft.com/office/drawing/2014/main" id="{CCE0F11F-DA38-3644-899E-632DC51C4D86}"/>
                </a:ext>
              </a:extLst>
            </p:cNvPr>
            <p:cNvSpPr/>
            <p:nvPr/>
          </p:nvSpPr>
          <p:spPr>
            <a:xfrm>
              <a:off x="3959944" y="1455893"/>
              <a:ext cx="3278" cy="1639"/>
            </a:xfrm>
            <a:custGeom>
              <a:avLst/>
              <a:gdLst>
                <a:gd name="connsiteX0" fmla="*/ 3278 w 3278"/>
                <a:gd name="connsiteY0" fmla="*/ 0 h 1639"/>
                <a:gd name="connsiteX1" fmla="*/ 3278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8" y="0"/>
                  </a:moveTo>
                  <a:lnTo>
                    <a:pt x="327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54" name="Freeform 4353">
              <a:extLst>
                <a:ext uri="{FF2B5EF4-FFF2-40B4-BE49-F238E27FC236}">
                  <a16:creationId xmlns:a16="http://schemas.microsoft.com/office/drawing/2014/main" id="{FF9D7FF2-253A-2042-A06E-EDDB3CBE43BB}"/>
                </a:ext>
              </a:extLst>
            </p:cNvPr>
            <p:cNvSpPr/>
            <p:nvPr/>
          </p:nvSpPr>
          <p:spPr>
            <a:xfrm>
              <a:off x="3964862" y="1452614"/>
              <a:ext cx="6557" cy="1639"/>
            </a:xfrm>
            <a:custGeom>
              <a:avLst/>
              <a:gdLst>
                <a:gd name="connsiteX0" fmla="*/ 6557 w 6557"/>
                <a:gd name="connsiteY0" fmla="*/ 1639 h 1639"/>
                <a:gd name="connsiteX1" fmla="*/ 6557 w 6557"/>
                <a:gd name="connsiteY1" fmla="*/ 0 h 1639"/>
                <a:gd name="connsiteX2" fmla="*/ 3279 w 6557"/>
                <a:gd name="connsiteY2" fmla="*/ 0 h 1639"/>
                <a:gd name="connsiteX3" fmla="*/ 0 w 6557"/>
                <a:gd name="connsiteY3" fmla="*/ 1639 h 1639"/>
                <a:gd name="connsiteX4" fmla="*/ 3279 w 6557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1639">
                  <a:moveTo>
                    <a:pt x="6557" y="1639"/>
                  </a:moveTo>
                  <a:lnTo>
                    <a:pt x="655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55" name="Freeform 4354">
              <a:extLst>
                <a:ext uri="{FF2B5EF4-FFF2-40B4-BE49-F238E27FC236}">
                  <a16:creationId xmlns:a16="http://schemas.microsoft.com/office/drawing/2014/main" id="{C4ABA22D-CBD7-E14B-B8A8-D5A6456F132A}"/>
                </a:ext>
              </a:extLst>
            </p:cNvPr>
            <p:cNvSpPr/>
            <p:nvPr/>
          </p:nvSpPr>
          <p:spPr>
            <a:xfrm>
              <a:off x="3971419" y="1473925"/>
              <a:ext cx="14753" cy="6557"/>
            </a:xfrm>
            <a:custGeom>
              <a:avLst/>
              <a:gdLst>
                <a:gd name="connsiteX0" fmla="*/ 14754 w 14753"/>
                <a:gd name="connsiteY0" fmla="*/ 1639 h 6557"/>
                <a:gd name="connsiteX1" fmla="*/ 11476 w 14753"/>
                <a:gd name="connsiteY1" fmla="*/ 1639 h 6557"/>
                <a:gd name="connsiteX2" fmla="*/ 8197 w 14753"/>
                <a:gd name="connsiteY2" fmla="*/ 0 h 6557"/>
                <a:gd name="connsiteX3" fmla="*/ 4918 w 14753"/>
                <a:gd name="connsiteY3" fmla="*/ 1639 h 6557"/>
                <a:gd name="connsiteX4" fmla="*/ 0 w 14753"/>
                <a:gd name="connsiteY4" fmla="*/ 1639 h 6557"/>
                <a:gd name="connsiteX5" fmla="*/ 3279 w 14753"/>
                <a:gd name="connsiteY5" fmla="*/ 6557 h 6557"/>
                <a:gd name="connsiteX6" fmla="*/ 8197 w 14753"/>
                <a:gd name="connsiteY6" fmla="*/ 6557 h 6557"/>
                <a:gd name="connsiteX7" fmla="*/ 11476 w 14753"/>
                <a:gd name="connsiteY7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3" h="6557">
                  <a:moveTo>
                    <a:pt x="14754" y="1639"/>
                  </a:moveTo>
                  <a:lnTo>
                    <a:pt x="11476" y="1639"/>
                  </a:lnTo>
                  <a:lnTo>
                    <a:pt x="8197" y="0"/>
                  </a:lnTo>
                  <a:lnTo>
                    <a:pt x="4918" y="1639"/>
                  </a:lnTo>
                  <a:lnTo>
                    <a:pt x="0" y="1639"/>
                  </a:lnTo>
                  <a:lnTo>
                    <a:pt x="3279" y="6557"/>
                  </a:lnTo>
                  <a:lnTo>
                    <a:pt x="8197" y="6557"/>
                  </a:lnTo>
                  <a:lnTo>
                    <a:pt x="11476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56" name="Freeform 4355">
              <a:extLst>
                <a:ext uri="{FF2B5EF4-FFF2-40B4-BE49-F238E27FC236}">
                  <a16:creationId xmlns:a16="http://schemas.microsoft.com/office/drawing/2014/main" id="{352B4801-3FE1-E04F-ABA3-C944A5596AC6}"/>
                </a:ext>
              </a:extLst>
            </p:cNvPr>
            <p:cNvSpPr/>
            <p:nvPr/>
          </p:nvSpPr>
          <p:spPr>
            <a:xfrm>
              <a:off x="3973058" y="1464089"/>
              <a:ext cx="8196" cy="1639"/>
            </a:xfrm>
            <a:custGeom>
              <a:avLst/>
              <a:gdLst>
                <a:gd name="connsiteX0" fmla="*/ 3279 w 8196"/>
                <a:gd name="connsiteY0" fmla="*/ 0 h 1639"/>
                <a:gd name="connsiteX1" fmla="*/ 3279 w 8196"/>
                <a:gd name="connsiteY1" fmla="*/ 0 h 1639"/>
                <a:gd name="connsiteX2" fmla="*/ 0 w 8196"/>
                <a:gd name="connsiteY2" fmla="*/ 1639 h 1639"/>
                <a:gd name="connsiteX3" fmla="*/ 3279 w 8196"/>
                <a:gd name="connsiteY3" fmla="*/ 1639 h 1639"/>
                <a:gd name="connsiteX4" fmla="*/ 8197 w 8196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3279" y="0"/>
                  </a:moveTo>
                  <a:lnTo>
                    <a:pt x="3279" y="0"/>
                  </a:lnTo>
                  <a:lnTo>
                    <a:pt x="0" y="1639"/>
                  </a:lnTo>
                  <a:lnTo>
                    <a:pt x="3279" y="1639"/>
                  </a:lnTo>
                  <a:lnTo>
                    <a:pt x="819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57" name="Freeform 4356">
              <a:extLst>
                <a:ext uri="{FF2B5EF4-FFF2-40B4-BE49-F238E27FC236}">
                  <a16:creationId xmlns:a16="http://schemas.microsoft.com/office/drawing/2014/main" id="{7E575693-FF06-1145-84A7-E0412065F639}"/>
                </a:ext>
              </a:extLst>
            </p:cNvPr>
            <p:cNvSpPr/>
            <p:nvPr/>
          </p:nvSpPr>
          <p:spPr>
            <a:xfrm>
              <a:off x="3977976" y="1019829"/>
              <a:ext cx="16393" cy="4918"/>
            </a:xfrm>
            <a:custGeom>
              <a:avLst/>
              <a:gdLst>
                <a:gd name="connsiteX0" fmla="*/ 16393 w 16393"/>
                <a:gd name="connsiteY0" fmla="*/ 0 h 4918"/>
                <a:gd name="connsiteX1" fmla="*/ 16393 w 16393"/>
                <a:gd name="connsiteY1" fmla="*/ 0 h 4918"/>
                <a:gd name="connsiteX2" fmla="*/ 13115 w 16393"/>
                <a:gd name="connsiteY2" fmla="*/ 0 h 4918"/>
                <a:gd name="connsiteX3" fmla="*/ 8197 w 16393"/>
                <a:gd name="connsiteY3" fmla="*/ 0 h 4918"/>
                <a:gd name="connsiteX4" fmla="*/ 4918 w 16393"/>
                <a:gd name="connsiteY4" fmla="*/ 1639 h 4918"/>
                <a:gd name="connsiteX5" fmla="*/ 0 w 16393"/>
                <a:gd name="connsiteY5" fmla="*/ 4918 h 4918"/>
                <a:gd name="connsiteX6" fmla="*/ 4918 w 16393"/>
                <a:gd name="connsiteY6" fmla="*/ 3279 h 4918"/>
                <a:gd name="connsiteX7" fmla="*/ 8197 w 16393"/>
                <a:gd name="connsiteY7" fmla="*/ 3279 h 4918"/>
                <a:gd name="connsiteX8" fmla="*/ 11476 w 16393"/>
                <a:gd name="connsiteY8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93" h="4918">
                  <a:moveTo>
                    <a:pt x="16393" y="0"/>
                  </a:moveTo>
                  <a:lnTo>
                    <a:pt x="16393" y="0"/>
                  </a:lnTo>
                  <a:lnTo>
                    <a:pt x="13115" y="0"/>
                  </a:lnTo>
                  <a:lnTo>
                    <a:pt x="8197" y="0"/>
                  </a:lnTo>
                  <a:lnTo>
                    <a:pt x="4918" y="1639"/>
                  </a:lnTo>
                  <a:lnTo>
                    <a:pt x="0" y="4918"/>
                  </a:lnTo>
                  <a:lnTo>
                    <a:pt x="4918" y="3279"/>
                  </a:lnTo>
                  <a:lnTo>
                    <a:pt x="8197" y="3279"/>
                  </a:lnTo>
                  <a:lnTo>
                    <a:pt x="11476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58" name="Freeform 4357">
              <a:extLst>
                <a:ext uri="{FF2B5EF4-FFF2-40B4-BE49-F238E27FC236}">
                  <a16:creationId xmlns:a16="http://schemas.microsoft.com/office/drawing/2014/main" id="{86947D70-0AE2-774E-A296-26F4576BD8E3}"/>
                </a:ext>
              </a:extLst>
            </p:cNvPr>
            <p:cNvSpPr/>
            <p:nvPr/>
          </p:nvSpPr>
          <p:spPr>
            <a:xfrm>
              <a:off x="3979616" y="1026386"/>
              <a:ext cx="8196" cy="1639"/>
            </a:xfrm>
            <a:custGeom>
              <a:avLst/>
              <a:gdLst>
                <a:gd name="connsiteX0" fmla="*/ 3279 w 8196"/>
                <a:gd name="connsiteY0" fmla="*/ 1639 h 1639"/>
                <a:gd name="connsiteX1" fmla="*/ 4918 w 8196"/>
                <a:gd name="connsiteY1" fmla="*/ 1639 h 1639"/>
                <a:gd name="connsiteX2" fmla="*/ 8197 w 8196"/>
                <a:gd name="connsiteY2" fmla="*/ 0 h 1639"/>
                <a:gd name="connsiteX3" fmla="*/ 4918 w 8196"/>
                <a:gd name="connsiteY3" fmla="*/ 0 h 1639"/>
                <a:gd name="connsiteX4" fmla="*/ 0 w 8196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3279" y="1639"/>
                  </a:moveTo>
                  <a:lnTo>
                    <a:pt x="4918" y="1639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59" name="Freeform 4358">
              <a:extLst>
                <a:ext uri="{FF2B5EF4-FFF2-40B4-BE49-F238E27FC236}">
                  <a16:creationId xmlns:a16="http://schemas.microsoft.com/office/drawing/2014/main" id="{67D1A1BD-18D0-7348-B009-CCB701E30953}"/>
                </a:ext>
              </a:extLst>
            </p:cNvPr>
            <p:cNvSpPr/>
            <p:nvPr/>
          </p:nvSpPr>
          <p:spPr>
            <a:xfrm>
              <a:off x="3981255" y="987042"/>
              <a:ext cx="14753" cy="3278"/>
            </a:xfrm>
            <a:custGeom>
              <a:avLst/>
              <a:gdLst>
                <a:gd name="connsiteX0" fmla="*/ 11476 w 14753"/>
                <a:gd name="connsiteY0" fmla="*/ 0 h 3278"/>
                <a:gd name="connsiteX1" fmla="*/ 8197 w 14753"/>
                <a:gd name="connsiteY1" fmla="*/ 1639 h 3278"/>
                <a:gd name="connsiteX2" fmla="*/ 4918 w 14753"/>
                <a:gd name="connsiteY2" fmla="*/ 1639 h 3278"/>
                <a:gd name="connsiteX3" fmla="*/ 0 w 14753"/>
                <a:gd name="connsiteY3" fmla="*/ 3279 h 3278"/>
                <a:gd name="connsiteX4" fmla="*/ 4918 w 14753"/>
                <a:gd name="connsiteY4" fmla="*/ 3279 h 3278"/>
                <a:gd name="connsiteX5" fmla="*/ 8197 w 14753"/>
                <a:gd name="connsiteY5" fmla="*/ 3279 h 3278"/>
                <a:gd name="connsiteX6" fmla="*/ 11476 w 14753"/>
                <a:gd name="connsiteY6" fmla="*/ 1639 h 3278"/>
                <a:gd name="connsiteX7" fmla="*/ 14754 w 14753"/>
                <a:gd name="connsiteY7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3" h="3278">
                  <a:moveTo>
                    <a:pt x="11476" y="0"/>
                  </a:moveTo>
                  <a:lnTo>
                    <a:pt x="8197" y="1639"/>
                  </a:lnTo>
                  <a:lnTo>
                    <a:pt x="4918" y="1639"/>
                  </a:lnTo>
                  <a:lnTo>
                    <a:pt x="0" y="3279"/>
                  </a:lnTo>
                  <a:lnTo>
                    <a:pt x="4918" y="3279"/>
                  </a:lnTo>
                  <a:lnTo>
                    <a:pt x="8197" y="3279"/>
                  </a:lnTo>
                  <a:lnTo>
                    <a:pt x="11476" y="1639"/>
                  </a:lnTo>
                  <a:lnTo>
                    <a:pt x="14754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60" name="Freeform 4359">
              <a:extLst>
                <a:ext uri="{FF2B5EF4-FFF2-40B4-BE49-F238E27FC236}">
                  <a16:creationId xmlns:a16="http://schemas.microsoft.com/office/drawing/2014/main" id="{8D308483-0F84-954C-A0AF-153E2AB4F8D6}"/>
                </a:ext>
              </a:extLst>
            </p:cNvPr>
            <p:cNvSpPr/>
            <p:nvPr/>
          </p:nvSpPr>
          <p:spPr>
            <a:xfrm>
              <a:off x="3982895" y="1034583"/>
              <a:ext cx="19671" cy="8196"/>
            </a:xfrm>
            <a:custGeom>
              <a:avLst/>
              <a:gdLst>
                <a:gd name="connsiteX0" fmla="*/ 19672 w 19671"/>
                <a:gd name="connsiteY0" fmla="*/ 0 h 8196"/>
                <a:gd name="connsiteX1" fmla="*/ 14754 w 19671"/>
                <a:gd name="connsiteY1" fmla="*/ 0 h 8196"/>
                <a:gd name="connsiteX2" fmla="*/ 11475 w 19671"/>
                <a:gd name="connsiteY2" fmla="*/ 1639 h 8196"/>
                <a:gd name="connsiteX3" fmla="*/ 6557 w 19671"/>
                <a:gd name="connsiteY3" fmla="*/ 3279 h 8196"/>
                <a:gd name="connsiteX4" fmla="*/ 3278 w 19671"/>
                <a:gd name="connsiteY4" fmla="*/ 3279 h 8196"/>
                <a:gd name="connsiteX5" fmla="*/ 0 w 19671"/>
                <a:gd name="connsiteY5" fmla="*/ 4918 h 8196"/>
                <a:gd name="connsiteX6" fmla="*/ 3278 w 19671"/>
                <a:gd name="connsiteY6" fmla="*/ 8197 h 8196"/>
                <a:gd name="connsiteX7" fmla="*/ 8197 w 19671"/>
                <a:gd name="connsiteY7" fmla="*/ 6557 h 8196"/>
                <a:gd name="connsiteX8" fmla="*/ 11475 w 19671"/>
                <a:gd name="connsiteY8" fmla="*/ 3279 h 8196"/>
                <a:gd name="connsiteX9" fmla="*/ 14754 w 19671"/>
                <a:gd name="connsiteY9" fmla="*/ 163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1" h="8196">
                  <a:moveTo>
                    <a:pt x="19672" y="0"/>
                  </a:moveTo>
                  <a:lnTo>
                    <a:pt x="14754" y="0"/>
                  </a:lnTo>
                  <a:lnTo>
                    <a:pt x="11475" y="1639"/>
                  </a:lnTo>
                  <a:lnTo>
                    <a:pt x="6557" y="3279"/>
                  </a:lnTo>
                  <a:lnTo>
                    <a:pt x="3278" y="3279"/>
                  </a:lnTo>
                  <a:lnTo>
                    <a:pt x="0" y="4918"/>
                  </a:lnTo>
                  <a:lnTo>
                    <a:pt x="3278" y="8197"/>
                  </a:lnTo>
                  <a:lnTo>
                    <a:pt x="8197" y="6557"/>
                  </a:lnTo>
                  <a:lnTo>
                    <a:pt x="11475" y="3279"/>
                  </a:lnTo>
                  <a:lnTo>
                    <a:pt x="14754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61" name="Freeform 4360">
              <a:extLst>
                <a:ext uri="{FF2B5EF4-FFF2-40B4-BE49-F238E27FC236}">
                  <a16:creationId xmlns:a16="http://schemas.microsoft.com/office/drawing/2014/main" id="{ED35E3E7-8E16-7F4A-AEDA-404FD7FF2CEB}"/>
                </a:ext>
              </a:extLst>
            </p:cNvPr>
            <p:cNvSpPr/>
            <p:nvPr/>
          </p:nvSpPr>
          <p:spPr>
            <a:xfrm>
              <a:off x="3984534" y="1029665"/>
              <a:ext cx="4917" cy="16393"/>
            </a:xfrm>
            <a:custGeom>
              <a:avLst/>
              <a:gdLst>
                <a:gd name="connsiteX0" fmla="*/ 1639 w 4917"/>
                <a:gd name="connsiteY0" fmla="*/ 0 h 16393"/>
                <a:gd name="connsiteX1" fmla="*/ 0 w 4917"/>
                <a:gd name="connsiteY1" fmla="*/ 0 h 16393"/>
                <a:gd name="connsiteX2" fmla="*/ 4918 w 4917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3">
                  <a:moveTo>
                    <a:pt x="1639" y="0"/>
                  </a:moveTo>
                  <a:lnTo>
                    <a:pt x="0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62" name="Freeform 4361">
              <a:extLst>
                <a:ext uri="{FF2B5EF4-FFF2-40B4-BE49-F238E27FC236}">
                  <a16:creationId xmlns:a16="http://schemas.microsoft.com/office/drawing/2014/main" id="{2BDD2B4E-D8CC-D34A-9C57-71E41B1589FC}"/>
                </a:ext>
              </a:extLst>
            </p:cNvPr>
            <p:cNvSpPr/>
            <p:nvPr/>
          </p:nvSpPr>
          <p:spPr>
            <a:xfrm>
              <a:off x="3986173" y="993600"/>
              <a:ext cx="4918" cy="16393"/>
            </a:xfrm>
            <a:custGeom>
              <a:avLst/>
              <a:gdLst>
                <a:gd name="connsiteX0" fmla="*/ 0 w 4918"/>
                <a:gd name="connsiteY0" fmla="*/ 0 h 16393"/>
                <a:gd name="connsiteX1" fmla="*/ 0 w 4918"/>
                <a:gd name="connsiteY1" fmla="*/ 0 h 16393"/>
                <a:gd name="connsiteX2" fmla="*/ 4918 w 491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3">
                  <a:moveTo>
                    <a:pt x="0" y="0"/>
                  </a:moveTo>
                  <a:lnTo>
                    <a:pt x="0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63" name="Freeform 4362">
              <a:extLst>
                <a:ext uri="{FF2B5EF4-FFF2-40B4-BE49-F238E27FC236}">
                  <a16:creationId xmlns:a16="http://schemas.microsoft.com/office/drawing/2014/main" id="{89C5CACB-A20D-3D46-BB3B-4BECCDCFDA9F}"/>
                </a:ext>
              </a:extLst>
            </p:cNvPr>
            <p:cNvSpPr/>
            <p:nvPr/>
          </p:nvSpPr>
          <p:spPr>
            <a:xfrm>
              <a:off x="3986173" y="983764"/>
              <a:ext cx="4918" cy="16393"/>
            </a:xfrm>
            <a:custGeom>
              <a:avLst/>
              <a:gdLst>
                <a:gd name="connsiteX0" fmla="*/ 4918 w 4918"/>
                <a:gd name="connsiteY0" fmla="*/ 0 h 16393"/>
                <a:gd name="connsiteX1" fmla="*/ 3279 w 4918"/>
                <a:gd name="connsiteY1" fmla="*/ 0 h 16393"/>
                <a:gd name="connsiteX2" fmla="*/ 0 w 491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3">
                  <a:moveTo>
                    <a:pt x="4918" y="0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64" name="Freeform 4363">
              <a:extLst>
                <a:ext uri="{FF2B5EF4-FFF2-40B4-BE49-F238E27FC236}">
                  <a16:creationId xmlns:a16="http://schemas.microsoft.com/office/drawing/2014/main" id="{87B1B3EA-F5CB-A247-8CDF-39415B0577CA}"/>
                </a:ext>
              </a:extLst>
            </p:cNvPr>
            <p:cNvSpPr/>
            <p:nvPr/>
          </p:nvSpPr>
          <p:spPr>
            <a:xfrm>
              <a:off x="3986173" y="957534"/>
              <a:ext cx="24590" cy="3278"/>
            </a:xfrm>
            <a:custGeom>
              <a:avLst/>
              <a:gdLst>
                <a:gd name="connsiteX0" fmla="*/ 4918 w 24590"/>
                <a:gd name="connsiteY0" fmla="*/ 1639 h 3278"/>
                <a:gd name="connsiteX1" fmla="*/ 3279 w 24590"/>
                <a:gd name="connsiteY1" fmla="*/ 1639 h 3278"/>
                <a:gd name="connsiteX2" fmla="*/ 0 w 24590"/>
                <a:gd name="connsiteY2" fmla="*/ 3279 h 3278"/>
                <a:gd name="connsiteX3" fmla="*/ 4918 w 24590"/>
                <a:gd name="connsiteY3" fmla="*/ 1639 h 3278"/>
                <a:gd name="connsiteX4" fmla="*/ 8197 w 24590"/>
                <a:gd name="connsiteY4" fmla="*/ 3279 h 3278"/>
                <a:gd name="connsiteX5" fmla="*/ 13115 w 24590"/>
                <a:gd name="connsiteY5" fmla="*/ 1639 h 3278"/>
                <a:gd name="connsiteX6" fmla="*/ 16393 w 24590"/>
                <a:gd name="connsiteY6" fmla="*/ 1639 h 3278"/>
                <a:gd name="connsiteX7" fmla="*/ 21312 w 24590"/>
                <a:gd name="connsiteY7" fmla="*/ 1639 h 3278"/>
                <a:gd name="connsiteX8" fmla="*/ 24590 w 24590"/>
                <a:gd name="connsiteY8" fmla="*/ 0 h 3278"/>
                <a:gd name="connsiteX9" fmla="*/ 19672 w 24590"/>
                <a:gd name="connsiteY9" fmla="*/ 0 h 3278"/>
                <a:gd name="connsiteX10" fmla="*/ 16393 w 24590"/>
                <a:gd name="connsiteY10" fmla="*/ 0 h 3278"/>
                <a:gd name="connsiteX11" fmla="*/ 13115 w 24590"/>
                <a:gd name="connsiteY11" fmla="*/ 1639 h 3278"/>
                <a:gd name="connsiteX12" fmla="*/ 8197 w 24590"/>
                <a:gd name="connsiteY1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590" h="3278">
                  <a:moveTo>
                    <a:pt x="4918" y="1639"/>
                  </a:moveTo>
                  <a:lnTo>
                    <a:pt x="3279" y="1639"/>
                  </a:lnTo>
                  <a:lnTo>
                    <a:pt x="0" y="3279"/>
                  </a:lnTo>
                  <a:lnTo>
                    <a:pt x="4918" y="1639"/>
                  </a:lnTo>
                  <a:lnTo>
                    <a:pt x="8197" y="3279"/>
                  </a:lnTo>
                  <a:lnTo>
                    <a:pt x="13115" y="1639"/>
                  </a:lnTo>
                  <a:lnTo>
                    <a:pt x="16393" y="1639"/>
                  </a:lnTo>
                  <a:lnTo>
                    <a:pt x="21312" y="1639"/>
                  </a:lnTo>
                  <a:lnTo>
                    <a:pt x="24590" y="0"/>
                  </a:lnTo>
                  <a:lnTo>
                    <a:pt x="19672" y="0"/>
                  </a:lnTo>
                  <a:lnTo>
                    <a:pt x="16393" y="0"/>
                  </a:lnTo>
                  <a:lnTo>
                    <a:pt x="13115" y="1639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65" name="Freeform 4364">
              <a:extLst>
                <a:ext uri="{FF2B5EF4-FFF2-40B4-BE49-F238E27FC236}">
                  <a16:creationId xmlns:a16="http://schemas.microsoft.com/office/drawing/2014/main" id="{77271173-5B5D-0F43-ACAF-1546AD3A34AC}"/>
                </a:ext>
              </a:extLst>
            </p:cNvPr>
            <p:cNvSpPr/>
            <p:nvPr/>
          </p:nvSpPr>
          <p:spPr>
            <a:xfrm>
              <a:off x="3987812" y="1018190"/>
              <a:ext cx="22950" cy="8196"/>
            </a:xfrm>
            <a:custGeom>
              <a:avLst/>
              <a:gdLst>
                <a:gd name="connsiteX0" fmla="*/ 19672 w 22950"/>
                <a:gd name="connsiteY0" fmla="*/ 0 h 8196"/>
                <a:gd name="connsiteX1" fmla="*/ 16393 w 22950"/>
                <a:gd name="connsiteY1" fmla="*/ 1639 h 8196"/>
                <a:gd name="connsiteX2" fmla="*/ 11476 w 22950"/>
                <a:gd name="connsiteY2" fmla="*/ 1639 h 8196"/>
                <a:gd name="connsiteX3" fmla="*/ 8197 w 22950"/>
                <a:gd name="connsiteY3" fmla="*/ 1639 h 8196"/>
                <a:gd name="connsiteX4" fmla="*/ 3279 w 22950"/>
                <a:gd name="connsiteY4" fmla="*/ 4918 h 8196"/>
                <a:gd name="connsiteX5" fmla="*/ 0 w 22950"/>
                <a:gd name="connsiteY5" fmla="*/ 6557 h 8196"/>
                <a:gd name="connsiteX6" fmla="*/ 3279 w 22950"/>
                <a:gd name="connsiteY6" fmla="*/ 6557 h 8196"/>
                <a:gd name="connsiteX7" fmla="*/ 8197 w 22950"/>
                <a:gd name="connsiteY7" fmla="*/ 8197 h 8196"/>
                <a:gd name="connsiteX8" fmla="*/ 11476 w 22950"/>
                <a:gd name="connsiteY8" fmla="*/ 6557 h 8196"/>
                <a:gd name="connsiteX9" fmla="*/ 14754 w 22950"/>
                <a:gd name="connsiteY9" fmla="*/ 4918 h 8196"/>
                <a:gd name="connsiteX10" fmla="*/ 19672 w 22950"/>
                <a:gd name="connsiteY10" fmla="*/ 3279 h 8196"/>
                <a:gd name="connsiteX11" fmla="*/ 22951 w 22950"/>
                <a:gd name="connsiteY11" fmla="*/ 1639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950" h="8196">
                  <a:moveTo>
                    <a:pt x="19672" y="0"/>
                  </a:moveTo>
                  <a:lnTo>
                    <a:pt x="16393" y="1639"/>
                  </a:lnTo>
                  <a:lnTo>
                    <a:pt x="11476" y="1639"/>
                  </a:lnTo>
                  <a:lnTo>
                    <a:pt x="8197" y="1639"/>
                  </a:lnTo>
                  <a:lnTo>
                    <a:pt x="3279" y="4918"/>
                  </a:lnTo>
                  <a:lnTo>
                    <a:pt x="0" y="6557"/>
                  </a:lnTo>
                  <a:lnTo>
                    <a:pt x="3279" y="6557"/>
                  </a:lnTo>
                  <a:lnTo>
                    <a:pt x="8197" y="8197"/>
                  </a:lnTo>
                  <a:lnTo>
                    <a:pt x="11476" y="6557"/>
                  </a:lnTo>
                  <a:lnTo>
                    <a:pt x="14754" y="4918"/>
                  </a:lnTo>
                  <a:lnTo>
                    <a:pt x="19672" y="3279"/>
                  </a:lnTo>
                  <a:lnTo>
                    <a:pt x="22951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66" name="Freeform 4365">
              <a:extLst>
                <a:ext uri="{FF2B5EF4-FFF2-40B4-BE49-F238E27FC236}">
                  <a16:creationId xmlns:a16="http://schemas.microsoft.com/office/drawing/2014/main" id="{8008CB9C-A893-8D4A-8C21-E048524EFCB1}"/>
                </a:ext>
              </a:extLst>
            </p:cNvPr>
            <p:cNvSpPr/>
            <p:nvPr/>
          </p:nvSpPr>
          <p:spPr>
            <a:xfrm>
              <a:off x="3987812" y="1003436"/>
              <a:ext cx="11475" cy="4918"/>
            </a:xfrm>
            <a:custGeom>
              <a:avLst/>
              <a:gdLst>
                <a:gd name="connsiteX0" fmla="*/ 11476 w 11475"/>
                <a:gd name="connsiteY0" fmla="*/ 0 h 4918"/>
                <a:gd name="connsiteX1" fmla="*/ 8197 w 11475"/>
                <a:gd name="connsiteY1" fmla="*/ 0 h 4918"/>
                <a:gd name="connsiteX2" fmla="*/ 4918 w 11475"/>
                <a:gd name="connsiteY2" fmla="*/ 3279 h 4918"/>
                <a:gd name="connsiteX3" fmla="*/ 0 w 11475"/>
                <a:gd name="connsiteY3" fmla="*/ 4918 h 4918"/>
                <a:gd name="connsiteX4" fmla="*/ 4918 w 11475"/>
                <a:gd name="connsiteY4" fmla="*/ 4918 h 4918"/>
                <a:gd name="connsiteX5" fmla="*/ 8197 w 11475"/>
                <a:gd name="connsiteY5" fmla="*/ 1639 h 4918"/>
                <a:gd name="connsiteX6" fmla="*/ 11476 w 11475"/>
                <a:gd name="connsiteY6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4918">
                  <a:moveTo>
                    <a:pt x="11476" y="0"/>
                  </a:moveTo>
                  <a:lnTo>
                    <a:pt x="8197" y="0"/>
                  </a:lnTo>
                  <a:lnTo>
                    <a:pt x="4918" y="3279"/>
                  </a:lnTo>
                  <a:lnTo>
                    <a:pt x="0" y="4918"/>
                  </a:lnTo>
                  <a:lnTo>
                    <a:pt x="4918" y="4918"/>
                  </a:lnTo>
                  <a:lnTo>
                    <a:pt x="8197" y="1639"/>
                  </a:lnTo>
                  <a:lnTo>
                    <a:pt x="11476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67" name="Freeform 4366">
              <a:extLst>
                <a:ext uri="{FF2B5EF4-FFF2-40B4-BE49-F238E27FC236}">
                  <a16:creationId xmlns:a16="http://schemas.microsoft.com/office/drawing/2014/main" id="{AED0532A-9C0C-B741-9AF1-B241A24CE8FA}"/>
                </a:ext>
              </a:extLst>
            </p:cNvPr>
            <p:cNvSpPr/>
            <p:nvPr/>
          </p:nvSpPr>
          <p:spPr>
            <a:xfrm>
              <a:off x="3991091" y="990321"/>
              <a:ext cx="8196" cy="3278"/>
            </a:xfrm>
            <a:custGeom>
              <a:avLst/>
              <a:gdLst>
                <a:gd name="connsiteX0" fmla="*/ 0 w 8196"/>
                <a:gd name="connsiteY0" fmla="*/ 3279 h 3278"/>
                <a:gd name="connsiteX1" fmla="*/ 4918 w 8196"/>
                <a:gd name="connsiteY1" fmla="*/ 1639 h 3278"/>
                <a:gd name="connsiteX2" fmla="*/ 8197 w 8196"/>
                <a:gd name="connsiteY2" fmla="*/ 0 h 3278"/>
                <a:gd name="connsiteX3" fmla="*/ 4918 w 8196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0" y="3279"/>
                  </a:moveTo>
                  <a:lnTo>
                    <a:pt x="4918" y="1639"/>
                  </a:lnTo>
                  <a:lnTo>
                    <a:pt x="8197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68" name="Freeform 4367">
              <a:extLst>
                <a:ext uri="{FF2B5EF4-FFF2-40B4-BE49-F238E27FC236}">
                  <a16:creationId xmlns:a16="http://schemas.microsoft.com/office/drawing/2014/main" id="{D16E8293-AC0C-D64F-8DBD-297D9BA417A6}"/>
                </a:ext>
              </a:extLst>
            </p:cNvPr>
            <p:cNvSpPr/>
            <p:nvPr/>
          </p:nvSpPr>
          <p:spPr>
            <a:xfrm>
              <a:off x="3992731" y="980485"/>
              <a:ext cx="14753" cy="3278"/>
            </a:xfrm>
            <a:custGeom>
              <a:avLst/>
              <a:gdLst>
                <a:gd name="connsiteX0" fmla="*/ 6557 w 14753"/>
                <a:gd name="connsiteY0" fmla="*/ 3279 h 3278"/>
                <a:gd name="connsiteX1" fmla="*/ 8197 w 14753"/>
                <a:gd name="connsiteY1" fmla="*/ 3279 h 3278"/>
                <a:gd name="connsiteX2" fmla="*/ 11475 w 14753"/>
                <a:gd name="connsiteY2" fmla="*/ 3279 h 3278"/>
                <a:gd name="connsiteX3" fmla="*/ 14754 w 14753"/>
                <a:gd name="connsiteY3" fmla="*/ 1639 h 3278"/>
                <a:gd name="connsiteX4" fmla="*/ 11475 w 14753"/>
                <a:gd name="connsiteY4" fmla="*/ 0 h 3278"/>
                <a:gd name="connsiteX5" fmla="*/ 8197 w 14753"/>
                <a:gd name="connsiteY5" fmla="*/ 0 h 3278"/>
                <a:gd name="connsiteX6" fmla="*/ 3278 w 14753"/>
                <a:gd name="connsiteY6" fmla="*/ 0 h 3278"/>
                <a:gd name="connsiteX7" fmla="*/ 0 w 14753"/>
                <a:gd name="connsiteY7" fmla="*/ 3279 h 3278"/>
                <a:gd name="connsiteX8" fmla="*/ 3278 w 14753"/>
                <a:gd name="connsiteY8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3" h="3278">
                  <a:moveTo>
                    <a:pt x="6557" y="3279"/>
                  </a:moveTo>
                  <a:lnTo>
                    <a:pt x="8197" y="3279"/>
                  </a:lnTo>
                  <a:lnTo>
                    <a:pt x="11475" y="3279"/>
                  </a:lnTo>
                  <a:lnTo>
                    <a:pt x="14754" y="1639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3278" y="0"/>
                  </a:lnTo>
                  <a:lnTo>
                    <a:pt x="0" y="3279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69" name="Freeform 4368">
              <a:extLst>
                <a:ext uri="{FF2B5EF4-FFF2-40B4-BE49-F238E27FC236}">
                  <a16:creationId xmlns:a16="http://schemas.microsoft.com/office/drawing/2014/main" id="{5B550753-5116-474A-B4F3-E056131FA5EA}"/>
                </a:ext>
              </a:extLst>
            </p:cNvPr>
            <p:cNvSpPr/>
            <p:nvPr/>
          </p:nvSpPr>
          <p:spPr>
            <a:xfrm>
              <a:off x="3994370" y="998518"/>
              <a:ext cx="6557" cy="3278"/>
            </a:xfrm>
            <a:custGeom>
              <a:avLst/>
              <a:gdLst>
                <a:gd name="connsiteX0" fmla="*/ 6558 w 6557"/>
                <a:gd name="connsiteY0" fmla="*/ 0 h 3278"/>
                <a:gd name="connsiteX1" fmla="*/ 3279 w 6557"/>
                <a:gd name="connsiteY1" fmla="*/ 0 h 3278"/>
                <a:gd name="connsiteX2" fmla="*/ 0 w 6557"/>
                <a:gd name="connsiteY2" fmla="*/ 3279 h 3278"/>
                <a:gd name="connsiteX3" fmla="*/ 3279 w 655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6558" y="0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70" name="Freeform 4369">
              <a:extLst>
                <a:ext uri="{FF2B5EF4-FFF2-40B4-BE49-F238E27FC236}">
                  <a16:creationId xmlns:a16="http://schemas.microsoft.com/office/drawing/2014/main" id="{0849CCE3-77CF-5449-996C-79AF75A9282C}"/>
                </a:ext>
              </a:extLst>
            </p:cNvPr>
            <p:cNvSpPr/>
            <p:nvPr/>
          </p:nvSpPr>
          <p:spPr>
            <a:xfrm>
              <a:off x="3997648" y="985403"/>
              <a:ext cx="3278" cy="16393"/>
            </a:xfrm>
            <a:custGeom>
              <a:avLst/>
              <a:gdLst>
                <a:gd name="connsiteX0" fmla="*/ 0 w 3278"/>
                <a:gd name="connsiteY0" fmla="*/ 0 h 16393"/>
                <a:gd name="connsiteX1" fmla="*/ 0 w 3278"/>
                <a:gd name="connsiteY1" fmla="*/ 0 h 16393"/>
                <a:gd name="connsiteX2" fmla="*/ 3279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0" y="0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71" name="Freeform 4370">
              <a:extLst>
                <a:ext uri="{FF2B5EF4-FFF2-40B4-BE49-F238E27FC236}">
                  <a16:creationId xmlns:a16="http://schemas.microsoft.com/office/drawing/2014/main" id="{98E0D924-D34F-8644-B991-30597D422AD8}"/>
                </a:ext>
              </a:extLst>
            </p:cNvPr>
            <p:cNvSpPr/>
            <p:nvPr/>
          </p:nvSpPr>
          <p:spPr>
            <a:xfrm>
              <a:off x="3997648" y="1026386"/>
              <a:ext cx="8196" cy="1639"/>
            </a:xfrm>
            <a:custGeom>
              <a:avLst/>
              <a:gdLst>
                <a:gd name="connsiteX0" fmla="*/ 8197 w 8196"/>
                <a:gd name="connsiteY0" fmla="*/ 0 h 1639"/>
                <a:gd name="connsiteX1" fmla="*/ 4918 w 8196"/>
                <a:gd name="connsiteY1" fmla="*/ 0 h 1639"/>
                <a:gd name="connsiteX2" fmla="*/ 0 w 8196"/>
                <a:gd name="connsiteY2" fmla="*/ 1639 h 1639"/>
                <a:gd name="connsiteX3" fmla="*/ 4918 w 8196"/>
                <a:gd name="connsiteY3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8197" y="0"/>
                  </a:moveTo>
                  <a:lnTo>
                    <a:pt x="4918" y="0"/>
                  </a:lnTo>
                  <a:lnTo>
                    <a:pt x="0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72" name="Freeform 4371">
              <a:extLst>
                <a:ext uri="{FF2B5EF4-FFF2-40B4-BE49-F238E27FC236}">
                  <a16:creationId xmlns:a16="http://schemas.microsoft.com/office/drawing/2014/main" id="{210D5BC8-E123-D541-B3D7-4DAE7FAB4885}"/>
                </a:ext>
              </a:extLst>
            </p:cNvPr>
            <p:cNvSpPr/>
            <p:nvPr/>
          </p:nvSpPr>
          <p:spPr>
            <a:xfrm>
              <a:off x="3999288" y="1016550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8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73" name="Freeform 4372">
              <a:extLst>
                <a:ext uri="{FF2B5EF4-FFF2-40B4-BE49-F238E27FC236}">
                  <a16:creationId xmlns:a16="http://schemas.microsoft.com/office/drawing/2014/main" id="{022A1A2C-8B3D-CB49-9D33-903D359F1ADB}"/>
                </a:ext>
              </a:extLst>
            </p:cNvPr>
            <p:cNvSpPr/>
            <p:nvPr/>
          </p:nvSpPr>
          <p:spPr>
            <a:xfrm>
              <a:off x="3999288" y="955895"/>
              <a:ext cx="3278" cy="1639"/>
            </a:xfrm>
            <a:custGeom>
              <a:avLst/>
              <a:gdLst>
                <a:gd name="connsiteX0" fmla="*/ 3278 w 3278"/>
                <a:gd name="connsiteY0" fmla="*/ 0 h 1639"/>
                <a:gd name="connsiteX1" fmla="*/ 0 w 3278"/>
                <a:gd name="connsiteY1" fmla="*/ 1639 h 1639"/>
                <a:gd name="connsiteX2" fmla="*/ 3278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8" y="0"/>
                  </a:moveTo>
                  <a:lnTo>
                    <a:pt x="0" y="1639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74" name="Freeform 4373">
              <a:extLst>
                <a:ext uri="{FF2B5EF4-FFF2-40B4-BE49-F238E27FC236}">
                  <a16:creationId xmlns:a16="http://schemas.microsoft.com/office/drawing/2014/main" id="{801FF0B6-4CB5-C346-80A4-F4771B69FE4C}"/>
                </a:ext>
              </a:extLst>
            </p:cNvPr>
            <p:cNvSpPr/>
            <p:nvPr/>
          </p:nvSpPr>
          <p:spPr>
            <a:xfrm>
              <a:off x="3999288" y="1009993"/>
              <a:ext cx="11475" cy="4918"/>
            </a:xfrm>
            <a:custGeom>
              <a:avLst/>
              <a:gdLst>
                <a:gd name="connsiteX0" fmla="*/ 6557 w 11475"/>
                <a:gd name="connsiteY0" fmla="*/ 4918 h 4918"/>
                <a:gd name="connsiteX1" fmla="*/ 11475 w 11475"/>
                <a:gd name="connsiteY1" fmla="*/ 1639 h 4918"/>
                <a:gd name="connsiteX2" fmla="*/ 6557 w 11475"/>
                <a:gd name="connsiteY2" fmla="*/ 1639 h 4918"/>
                <a:gd name="connsiteX3" fmla="*/ 3278 w 11475"/>
                <a:gd name="connsiteY3" fmla="*/ 0 h 4918"/>
                <a:gd name="connsiteX4" fmla="*/ 0 w 11475"/>
                <a:gd name="connsiteY4" fmla="*/ 3279 h 4918"/>
                <a:gd name="connsiteX5" fmla="*/ 3278 w 11475"/>
                <a:gd name="connsiteY5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4918">
                  <a:moveTo>
                    <a:pt x="6557" y="4918"/>
                  </a:moveTo>
                  <a:lnTo>
                    <a:pt x="11475" y="1639"/>
                  </a:lnTo>
                  <a:lnTo>
                    <a:pt x="6557" y="1639"/>
                  </a:lnTo>
                  <a:lnTo>
                    <a:pt x="3278" y="0"/>
                  </a:lnTo>
                  <a:lnTo>
                    <a:pt x="0" y="3279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75" name="Freeform 4374">
              <a:extLst>
                <a:ext uri="{FF2B5EF4-FFF2-40B4-BE49-F238E27FC236}">
                  <a16:creationId xmlns:a16="http://schemas.microsoft.com/office/drawing/2014/main" id="{40E4C0CD-FA6D-2A44-AC5A-F589A66320FE}"/>
                </a:ext>
              </a:extLst>
            </p:cNvPr>
            <p:cNvSpPr/>
            <p:nvPr/>
          </p:nvSpPr>
          <p:spPr>
            <a:xfrm>
              <a:off x="4000927" y="991960"/>
              <a:ext cx="11475" cy="4918"/>
            </a:xfrm>
            <a:custGeom>
              <a:avLst/>
              <a:gdLst>
                <a:gd name="connsiteX0" fmla="*/ 3278 w 11475"/>
                <a:gd name="connsiteY0" fmla="*/ 0 h 4918"/>
                <a:gd name="connsiteX1" fmla="*/ 0 w 11475"/>
                <a:gd name="connsiteY1" fmla="*/ 0 h 4918"/>
                <a:gd name="connsiteX2" fmla="*/ 3278 w 11475"/>
                <a:gd name="connsiteY2" fmla="*/ 1639 h 4918"/>
                <a:gd name="connsiteX3" fmla="*/ 8197 w 11475"/>
                <a:gd name="connsiteY3" fmla="*/ 3279 h 4918"/>
                <a:gd name="connsiteX4" fmla="*/ 11475 w 11475"/>
                <a:gd name="connsiteY4" fmla="*/ 4918 h 4918"/>
                <a:gd name="connsiteX5" fmla="*/ 8197 w 11475"/>
                <a:gd name="connsiteY5" fmla="*/ 1639 h 4918"/>
                <a:gd name="connsiteX6" fmla="*/ 4918 w 11475"/>
                <a:gd name="connsiteY6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4918">
                  <a:moveTo>
                    <a:pt x="3278" y="0"/>
                  </a:moveTo>
                  <a:lnTo>
                    <a:pt x="0" y="0"/>
                  </a:lnTo>
                  <a:lnTo>
                    <a:pt x="3278" y="1639"/>
                  </a:lnTo>
                  <a:lnTo>
                    <a:pt x="8197" y="3279"/>
                  </a:lnTo>
                  <a:lnTo>
                    <a:pt x="11475" y="4918"/>
                  </a:lnTo>
                  <a:lnTo>
                    <a:pt x="8197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76" name="Freeform 4375">
              <a:extLst>
                <a:ext uri="{FF2B5EF4-FFF2-40B4-BE49-F238E27FC236}">
                  <a16:creationId xmlns:a16="http://schemas.microsoft.com/office/drawing/2014/main" id="{4576A01C-E217-C84A-B13D-EFB5F3659443}"/>
                </a:ext>
              </a:extLst>
            </p:cNvPr>
            <p:cNvSpPr/>
            <p:nvPr/>
          </p:nvSpPr>
          <p:spPr>
            <a:xfrm>
              <a:off x="4002566" y="995239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77" name="Freeform 4376">
              <a:extLst>
                <a:ext uri="{FF2B5EF4-FFF2-40B4-BE49-F238E27FC236}">
                  <a16:creationId xmlns:a16="http://schemas.microsoft.com/office/drawing/2014/main" id="{BF88240A-DD46-FB4A-9C35-6F606CBCB5CD}"/>
                </a:ext>
              </a:extLst>
            </p:cNvPr>
            <p:cNvSpPr/>
            <p:nvPr/>
          </p:nvSpPr>
          <p:spPr>
            <a:xfrm>
              <a:off x="4002566" y="1023108"/>
              <a:ext cx="6557" cy="3278"/>
            </a:xfrm>
            <a:custGeom>
              <a:avLst/>
              <a:gdLst>
                <a:gd name="connsiteX0" fmla="*/ 6558 w 6557"/>
                <a:gd name="connsiteY0" fmla="*/ 0 h 3278"/>
                <a:gd name="connsiteX1" fmla="*/ 3279 w 6557"/>
                <a:gd name="connsiteY1" fmla="*/ 0 h 3278"/>
                <a:gd name="connsiteX2" fmla="*/ 0 w 6557"/>
                <a:gd name="connsiteY2" fmla="*/ 3279 h 3278"/>
                <a:gd name="connsiteX3" fmla="*/ 3279 w 655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3278">
                  <a:moveTo>
                    <a:pt x="6558" y="0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78" name="Freeform 4377">
              <a:extLst>
                <a:ext uri="{FF2B5EF4-FFF2-40B4-BE49-F238E27FC236}">
                  <a16:creationId xmlns:a16="http://schemas.microsoft.com/office/drawing/2014/main" id="{B3C964F5-6A94-A14A-99F5-CFBFB753FC90}"/>
                </a:ext>
              </a:extLst>
            </p:cNvPr>
            <p:cNvSpPr/>
            <p:nvPr/>
          </p:nvSpPr>
          <p:spPr>
            <a:xfrm>
              <a:off x="4009124" y="996878"/>
              <a:ext cx="8196" cy="4917"/>
            </a:xfrm>
            <a:custGeom>
              <a:avLst/>
              <a:gdLst>
                <a:gd name="connsiteX0" fmla="*/ 0 w 8196"/>
                <a:gd name="connsiteY0" fmla="*/ 4918 h 4917"/>
                <a:gd name="connsiteX1" fmla="*/ 3278 w 8196"/>
                <a:gd name="connsiteY1" fmla="*/ 3279 h 4917"/>
                <a:gd name="connsiteX2" fmla="*/ 8197 w 8196"/>
                <a:gd name="connsiteY2" fmla="*/ 0 h 4917"/>
                <a:gd name="connsiteX3" fmla="*/ 3278 w 8196"/>
                <a:gd name="connsiteY3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4917">
                  <a:moveTo>
                    <a:pt x="0" y="4918"/>
                  </a:moveTo>
                  <a:lnTo>
                    <a:pt x="3278" y="3279"/>
                  </a:lnTo>
                  <a:lnTo>
                    <a:pt x="8197" y="0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79" name="Freeform 4378">
              <a:extLst>
                <a:ext uri="{FF2B5EF4-FFF2-40B4-BE49-F238E27FC236}">
                  <a16:creationId xmlns:a16="http://schemas.microsoft.com/office/drawing/2014/main" id="{0542DAE8-3856-E74A-B20A-855ECC78D020}"/>
                </a:ext>
              </a:extLst>
            </p:cNvPr>
            <p:cNvSpPr/>
            <p:nvPr/>
          </p:nvSpPr>
          <p:spPr>
            <a:xfrm>
              <a:off x="4015681" y="1470647"/>
              <a:ext cx="19671" cy="6557"/>
            </a:xfrm>
            <a:custGeom>
              <a:avLst/>
              <a:gdLst>
                <a:gd name="connsiteX0" fmla="*/ 18033 w 19671"/>
                <a:gd name="connsiteY0" fmla="*/ 1639 h 6557"/>
                <a:gd name="connsiteX1" fmla="*/ 19672 w 19671"/>
                <a:gd name="connsiteY1" fmla="*/ 0 h 6557"/>
                <a:gd name="connsiteX2" fmla="*/ 14754 w 19671"/>
                <a:gd name="connsiteY2" fmla="*/ 0 h 6557"/>
                <a:gd name="connsiteX3" fmla="*/ 11475 w 19671"/>
                <a:gd name="connsiteY3" fmla="*/ 1639 h 6557"/>
                <a:gd name="connsiteX4" fmla="*/ 8197 w 19671"/>
                <a:gd name="connsiteY4" fmla="*/ 3279 h 6557"/>
                <a:gd name="connsiteX5" fmla="*/ 3278 w 19671"/>
                <a:gd name="connsiteY5" fmla="*/ 3279 h 6557"/>
                <a:gd name="connsiteX6" fmla="*/ 0 w 19671"/>
                <a:gd name="connsiteY6" fmla="*/ 6557 h 6557"/>
                <a:gd name="connsiteX7" fmla="*/ 3278 w 19671"/>
                <a:gd name="connsiteY7" fmla="*/ 4918 h 6557"/>
                <a:gd name="connsiteX8" fmla="*/ 6557 w 19671"/>
                <a:gd name="connsiteY8" fmla="*/ 4918 h 6557"/>
                <a:gd name="connsiteX9" fmla="*/ 11475 w 19671"/>
                <a:gd name="connsiteY9" fmla="*/ 3279 h 6557"/>
                <a:gd name="connsiteX10" fmla="*/ 14754 w 19671"/>
                <a:gd name="connsiteY10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71" h="6557">
                  <a:moveTo>
                    <a:pt x="18033" y="1639"/>
                  </a:moveTo>
                  <a:lnTo>
                    <a:pt x="19672" y="0"/>
                  </a:lnTo>
                  <a:lnTo>
                    <a:pt x="14754" y="0"/>
                  </a:lnTo>
                  <a:lnTo>
                    <a:pt x="11475" y="1639"/>
                  </a:lnTo>
                  <a:lnTo>
                    <a:pt x="8197" y="3279"/>
                  </a:lnTo>
                  <a:lnTo>
                    <a:pt x="3278" y="3279"/>
                  </a:lnTo>
                  <a:lnTo>
                    <a:pt x="0" y="6557"/>
                  </a:lnTo>
                  <a:lnTo>
                    <a:pt x="3278" y="4918"/>
                  </a:lnTo>
                  <a:lnTo>
                    <a:pt x="6557" y="4918"/>
                  </a:lnTo>
                  <a:lnTo>
                    <a:pt x="11475" y="3279"/>
                  </a:lnTo>
                  <a:lnTo>
                    <a:pt x="14754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80" name="Freeform 4379">
              <a:extLst>
                <a:ext uri="{FF2B5EF4-FFF2-40B4-BE49-F238E27FC236}">
                  <a16:creationId xmlns:a16="http://schemas.microsoft.com/office/drawing/2014/main" id="{29E29E47-53E7-574C-867B-4AE0A80A044C}"/>
                </a:ext>
              </a:extLst>
            </p:cNvPr>
            <p:cNvSpPr/>
            <p:nvPr/>
          </p:nvSpPr>
          <p:spPr>
            <a:xfrm>
              <a:off x="4022239" y="1477204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4918 w 8196"/>
                <a:gd name="connsiteY1" fmla="*/ 0 h 3278"/>
                <a:gd name="connsiteX2" fmla="*/ 0 w 8196"/>
                <a:gd name="connsiteY2" fmla="*/ 3279 h 3278"/>
                <a:gd name="connsiteX3" fmla="*/ 4918 w 8196"/>
                <a:gd name="connsiteY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4918" y="0"/>
                  </a:lnTo>
                  <a:lnTo>
                    <a:pt x="0" y="327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81" name="Freeform 4380">
              <a:extLst>
                <a:ext uri="{FF2B5EF4-FFF2-40B4-BE49-F238E27FC236}">
                  <a16:creationId xmlns:a16="http://schemas.microsoft.com/office/drawing/2014/main" id="{C1878D8E-1B2A-2845-A7AF-EE29DA618135}"/>
                </a:ext>
              </a:extLst>
            </p:cNvPr>
            <p:cNvSpPr/>
            <p:nvPr/>
          </p:nvSpPr>
          <p:spPr>
            <a:xfrm>
              <a:off x="4032075" y="1478843"/>
              <a:ext cx="8196" cy="3278"/>
            </a:xfrm>
            <a:custGeom>
              <a:avLst/>
              <a:gdLst>
                <a:gd name="connsiteX0" fmla="*/ 8197 w 8196"/>
                <a:gd name="connsiteY0" fmla="*/ 0 h 3278"/>
                <a:gd name="connsiteX1" fmla="*/ 3278 w 8196"/>
                <a:gd name="connsiteY1" fmla="*/ 1639 h 3278"/>
                <a:gd name="connsiteX2" fmla="*/ 0 w 8196"/>
                <a:gd name="connsiteY2" fmla="*/ 3279 h 3278"/>
                <a:gd name="connsiteX3" fmla="*/ 3278 w 8196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8197" y="0"/>
                  </a:moveTo>
                  <a:lnTo>
                    <a:pt x="3278" y="1639"/>
                  </a:lnTo>
                  <a:lnTo>
                    <a:pt x="0" y="3279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82" name="Freeform 4381">
              <a:extLst>
                <a:ext uri="{FF2B5EF4-FFF2-40B4-BE49-F238E27FC236}">
                  <a16:creationId xmlns:a16="http://schemas.microsoft.com/office/drawing/2014/main" id="{0E4A3E19-1FE0-AE4D-B778-E6B5EAF83747}"/>
                </a:ext>
              </a:extLst>
            </p:cNvPr>
            <p:cNvSpPr/>
            <p:nvPr/>
          </p:nvSpPr>
          <p:spPr>
            <a:xfrm>
              <a:off x="4043550" y="1123107"/>
              <a:ext cx="21311" cy="14754"/>
            </a:xfrm>
            <a:custGeom>
              <a:avLst/>
              <a:gdLst>
                <a:gd name="connsiteX0" fmla="*/ 14754 w 21311"/>
                <a:gd name="connsiteY0" fmla="*/ 0 h 14754"/>
                <a:gd name="connsiteX1" fmla="*/ 11476 w 21311"/>
                <a:gd name="connsiteY1" fmla="*/ 0 h 14754"/>
                <a:gd name="connsiteX2" fmla="*/ 6558 w 21311"/>
                <a:gd name="connsiteY2" fmla="*/ 1639 h 14754"/>
                <a:gd name="connsiteX3" fmla="*/ 11476 w 21311"/>
                <a:gd name="connsiteY3" fmla="*/ 1639 h 14754"/>
                <a:gd name="connsiteX4" fmla="*/ 8197 w 21311"/>
                <a:gd name="connsiteY4" fmla="*/ 4918 h 14754"/>
                <a:gd name="connsiteX5" fmla="*/ 3279 w 21311"/>
                <a:gd name="connsiteY5" fmla="*/ 6557 h 14754"/>
                <a:gd name="connsiteX6" fmla="*/ 0 w 21311"/>
                <a:gd name="connsiteY6" fmla="*/ 8197 h 14754"/>
                <a:gd name="connsiteX7" fmla="*/ 0 w 21311"/>
                <a:gd name="connsiteY7" fmla="*/ 13115 h 14754"/>
                <a:gd name="connsiteX8" fmla="*/ 4918 w 21311"/>
                <a:gd name="connsiteY8" fmla="*/ 14754 h 14754"/>
                <a:gd name="connsiteX9" fmla="*/ 8197 w 21311"/>
                <a:gd name="connsiteY9" fmla="*/ 14754 h 14754"/>
                <a:gd name="connsiteX10" fmla="*/ 9836 w 21311"/>
                <a:gd name="connsiteY10" fmla="*/ 9836 h 14754"/>
                <a:gd name="connsiteX11" fmla="*/ 14754 w 21311"/>
                <a:gd name="connsiteY11" fmla="*/ 6557 h 14754"/>
                <a:gd name="connsiteX12" fmla="*/ 18033 w 21311"/>
                <a:gd name="connsiteY12" fmla="*/ 6557 h 14754"/>
                <a:gd name="connsiteX13" fmla="*/ 21312 w 21311"/>
                <a:gd name="connsiteY13" fmla="*/ 4918 h 14754"/>
                <a:gd name="connsiteX14" fmla="*/ 18033 w 21311"/>
                <a:gd name="connsiteY14" fmla="*/ 1639 h 1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311" h="14754">
                  <a:moveTo>
                    <a:pt x="14754" y="0"/>
                  </a:moveTo>
                  <a:lnTo>
                    <a:pt x="11476" y="0"/>
                  </a:lnTo>
                  <a:lnTo>
                    <a:pt x="6558" y="1639"/>
                  </a:lnTo>
                  <a:lnTo>
                    <a:pt x="11476" y="1639"/>
                  </a:lnTo>
                  <a:lnTo>
                    <a:pt x="8197" y="4918"/>
                  </a:lnTo>
                  <a:lnTo>
                    <a:pt x="3279" y="6557"/>
                  </a:lnTo>
                  <a:lnTo>
                    <a:pt x="0" y="8197"/>
                  </a:lnTo>
                  <a:lnTo>
                    <a:pt x="0" y="13115"/>
                  </a:lnTo>
                  <a:lnTo>
                    <a:pt x="4918" y="14754"/>
                  </a:lnTo>
                  <a:lnTo>
                    <a:pt x="8197" y="14754"/>
                  </a:lnTo>
                  <a:lnTo>
                    <a:pt x="9836" y="9836"/>
                  </a:lnTo>
                  <a:lnTo>
                    <a:pt x="14754" y="6557"/>
                  </a:lnTo>
                  <a:lnTo>
                    <a:pt x="18033" y="6557"/>
                  </a:lnTo>
                  <a:lnTo>
                    <a:pt x="21312" y="4918"/>
                  </a:lnTo>
                  <a:lnTo>
                    <a:pt x="18033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83" name="Freeform 4382">
              <a:extLst>
                <a:ext uri="{FF2B5EF4-FFF2-40B4-BE49-F238E27FC236}">
                  <a16:creationId xmlns:a16="http://schemas.microsoft.com/office/drawing/2014/main" id="{E9E13F37-F51E-7747-A6E8-FC39881B2D63}"/>
                </a:ext>
              </a:extLst>
            </p:cNvPr>
            <p:cNvSpPr/>
            <p:nvPr/>
          </p:nvSpPr>
          <p:spPr>
            <a:xfrm>
              <a:off x="4048468" y="1493597"/>
              <a:ext cx="9836" cy="6557"/>
            </a:xfrm>
            <a:custGeom>
              <a:avLst/>
              <a:gdLst>
                <a:gd name="connsiteX0" fmla="*/ 9836 w 9836"/>
                <a:gd name="connsiteY0" fmla="*/ 0 h 6557"/>
                <a:gd name="connsiteX1" fmla="*/ 8197 w 9836"/>
                <a:gd name="connsiteY1" fmla="*/ 0 h 6557"/>
                <a:gd name="connsiteX2" fmla="*/ 3278 w 9836"/>
                <a:gd name="connsiteY2" fmla="*/ 0 h 6557"/>
                <a:gd name="connsiteX3" fmla="*/ 1639 w 9836"/>
                <a:gd name="connsiteY3" fmla="*/ 3279 h 6557"/>
                <a:gd name="connsiteX4" fmla="*/ 0 w 9836"/>
                <a:gd name="connsiteY4" fmla="*/ 6557 h 6557"/>
                <a:gd name="connsiteX5" fmla="*/ 3278 w 9836"/>
                <a:gd name="connsiteY5" fmla="*/ 4918 h 6557"/>
                <a:gd name="connsiteX6" fmla="*/ 8197 w 9836"/>
                <a:gd name="connsiteY6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6557">
                  <a:moveTo>
                    <a:pt x="9836" y="0"/>
                  </a:moveTo>
                  <a:lnTo>
                    <a:pt x="8197" y="0"/>
                  </a:lnTo>
                  <a:lnTo>
                    <a:pt x="3278" y="0"/>
                  </a:lnTo>
                  <a:lnTo>
                    <a:pt x="1639" y="3279"/>
                  </a:lnTo>
                  <a:lnTo>
                    <a:pt x="0" y="6557"/>
                  </a:lnTo>
                  <a:lnTo>
                    <a:pt x="3278" y="4918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84" name="Freeform 4383">
              <a:extLst>
                <a:ext uri="{FF2B5EF4-FFF2-40B4-BE49-F238E27FC236}">
                  <a16:creationId xmlns:a16="http://schemas.microsoft.com/office/drawing/2014/main" id="{CC9C8CAF-017D-3C45-B270-4F0DADBCE17B}"/>
                </a:ext>
              </a:extLst>
            </p:cNvPr>
            <p:cNvSpPr/>
            <p:nvPr/>
          </p:nvSpPr>
          <p:spPr>
            <a:xfrm>
              <a:off x="4050107" y="1085402"/>
              <a:ext cx="11475" cy="3278"/>
            </a:xfrm>
            <a:custGeom>
              <a:avLst/>
              <a:gdLst>
                <a:gd name="connsiteX0" fmla="*/ 3278 w 11475"/>
                <a:gd name="connsiteY0" fmla="*/ 0 h 3278"/>
                <a:gd name="connsiteX1" fmla="*/ 0 w 11475"/>
                <a:gd name="connsiteY1" fmla="*/ 0 h 3278"/>
                <a:gd name="connsiteX2" fmla="*/ 0 w 11475"/>
                <a:gd name="connsiteY2" fmla="*/ 3279 h 3278"/>
                <a:gd name="connsiteX3" fmla="*/ 3278 w 11475"/>
                <a:gd name="connsiteY3" fmla="*/ 3279 h 3278"/>
                <a:gd name="connsiteX4" fmla="*/ 8197 w 11475"/>
                <a:gd name="connsiteY4" fmla="*/ 3279 h 3278"/>
                <a:gd name="connsiteX5" fmla="*/ 11475 w 11475"/>
                <a:gd name="connsiteY5" fmla="*/ 1639 h 3278"/>
                <a:gd name="connsiteX6" fmla="*/ 8197 w 11475"/>
                <a:gd name="connsiteY6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3278" y="0"/>
                  </a:moveTo>
                  <a:lnTo>
                    <a:pt x="0" y="0"/>
                  </a:lnTo>
                  <a:lnTo>
                    <a:pt x="0" y="3279"/>
                  </a:lnTo>
                  <a:lnTo>
                    <a:pt x="3278" y="3279"/>
                  </a:lnTo>
                  <a:lnTo>
                    <a:pt x="8197" y="3279"/>
                  </a:lnTo>
                  <a:lnTo>
                    <a:pt x="11475" y="1639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85" name="Freeform 4384">
              <a:extLst>
                <a:ext uri="{FF2B5EF4-FFF2-40B4-BE49-F238E27FC236}">
                  <a16:creationId xmlns:a16="http://schemas.microsoft.com/office/drawing/2014/main" id="{C0BBFDEE-CE19-264C-9B36-EE138D5544A4}"/>
                </a:ext>
              </a:extLst>
            </p:cNvPr>
            <p:cNvSpPr/>
            <p:nvPr/>
          </p:nvSpPr>
          <p:spPr>
            <a:xfrm>
              <a:off x="4051746" y="1093599"/>
              <a:ext cx="8196" cy="3278"/>
            </a:xfrm>
            <a:custGeom>
              <a:avLst/>
              <a:gdLst>
                <a:gd name="connsiteX0" fmla="*/ 8197 w 8196"/>
                <a:gd name="connsiteY0" fmla="*/ 3279 h 3278"/>
                <a:gd name="connsiteX1" fmla="*/ 8197 w 8196"/>
                <a:gd name="connsiteY1" fmla="*/ 1639 h 3278"/>
                <a:gd name="connsiteX2" fmla="*/ 3279 w 8196"/>
                <a:gd name="connsiteY2" fmla="*/ 0 h 3278"/>
                <a:gd name="connsiteX3" fmla="*/ 0 w 8196"/>
                <a:gd name="connsiteY3" fmla="*/ 0 h 3278"/>
                <a:gd name="connsiteX4" fmla="*/ 3279 w 8196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3279"/>
                  </a:moveTo>
                  <a:lnTo>
                    <a:pt x="8197" y="163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86" name="Freeform 4385">
              <a:extLst>
                <a:ext uri="{FF2B5EF4-FFF2-40B4-BE49-F238E27FC236}">
                  <a16:creationId xmlns:a16="http://schemas.microsoft.com/office/drawing/2014/main" id="{EB2F2F37-0E1D-BD4F-AC8F-566937EE9432}"/>
                </a:ext>
              </a:extLst>
            </p:cNvPr>
            <p:cNvSpPr/>
            <p:nvPr/>
          </p:nvSpPr>
          <p:spPr>
            <a:xfrm>
              <a:off x="4053386" y="1100157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87" name="Freeform 4386">
              <a:extLst>
                <a:ext uri="{FF2B5EF4-FFF2-40B4-BE49-F238E27FC236}">
                  <a16:creationId xmlns:a16="http://schemas.microsoft.com/office/drawing/2014/main" id="{4C59D780-8F84-5444-88DB-B06F29AACA59}"/>
                </a:ext>
              </a:extLst>
            </p:cNvPr>
            <p:cNvSpPr/>
            <p:nvPr/>
          </p:nvSpPr>
          <p:spPr>
            <a:xfrm>
              <a:off x="4056665" y="1100157"/>
              <a:ext cx="6557" cy="1639"/>
            </a:xfrm>
            <a:custGeom>
              <a:avLst/>
              <a:gdLst>
                <a:gd name="connsiteX0" fmla="*/ 6557 w 6557"/>
                <a:gd name="connsiteY0" fmla="*/ 1639 h 1639"/>
                <a:gd name="connsiteX1" fmla="*/ 6557 w 6557"/>
                <a:gd name="connsiteY1" fmla="*/ 1639 h 1639"/>
                <a:gd name="connsiteX2" fmla="*/ 3278 w 6557"/>
                <a:gd name="connsiteY2" fmla="*/ 0 h 1639"/>
                <a:gd name="connsiteX3" fmla="*/ 0 w 6557"/>
                <a:gd name="connsiteY3" fmla="*/ 0 h 1639"/>
                <a:gd name="connsiteX4" fmla="*/ 3278 w 6557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1639">
                  <a:moveTo>
                    <a:pt x="6557" y="1639"/>
                  </a:moveTo>
                  <a:lnTo>
                    <a:pt x="6557" y="1639"/>
                  </a:lnTo>
                  <a:lnTo>
                    <a:pt x="3278" y="0"/>
                  </a:lnTo>
                  <a:lnTo>
                    <a:pt x="0" y="0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88" name="Freeform 4387">
              <a:extLst>
                <a:ext uri="{FF2B5EF4-FFF2-40B4-BE49-F238E27FC236}">
                  <a16:creationId xmlns:a16="http://schemas.microsoft.com/office/drawing/2014/main" id="{227FC8AA-E5EF-D44B-9772-54A7738C360B}"/>
                </a:ext>
              </a:extLst>
            </p:cNvPr>
            <p:cNvSpPr/>
            <p:nvPr/>
          </p:nvSpPr>
          <p:spPr>
            <a:xfrm>
              <a:off x="4058304" y="1490319"/>
              <a:ext cx="8196" cy="4917"/>
            </a:xfrm>
            <a:custGeom>
              <a:avLst/>
              <a:gdLst>
                <a:gd name="connsiteX0" fmla="*/ 8197 w 8196"/>
                <a:gd name="connsiteY0" fmla="*/ 0 h 4917"/>
                <a:gd name="connsiteX1" fmla="*/ 8197 w 8196"/>
                <a:gd name="connsiteY1" fmla="*/ 0 h 4917"/>
                <a:gd name="connsiteX2" fmla="*/ 3278 w 8196"/>
                <a:gd name="connsiteY2" fmla="*/ 3279 h 4917"/>
                <a:gd name="connsiteX3" fmla="*/ 0 w 8196"/>
                <a:gd name="connsiteY3" fmla="*/ 4918 h 4917"/>
                <a:gd name="connsiteX4" fmla="*/ 3278 w 8196"/>
                <a:gd name="connsiteY4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7">
                  <a:moveTo>
                    <a:pt x="8197" y="0"/>
                  </a:moveTo>
                  <a:lnTo>
                    <a:pt x="8197" y="0"/>
                  </a:lnTo>
                  <a:lnTo>
                    <a:pt x="3278" y="3279"/>
                  </a:lnTo>
                  <a:lnTo>
                    <a:pt x="0" y="4918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89" name="Freeform 4388">
              <a:extLst>
                <a:ext uri="{FF2B5EF4-FFF2-40B4-BE49-F238E27FC236}">
                  <a16:creationId xmlns:a16="http://schemas.microsoft.com/office/drawing/2014/main" id="{FE1C7D9A-B64F-9343-B004-71B0EB37E744}"/>
                </a:ext>
              </a:extLst>
            </p:cNvPr>
            <p:cNvSpPr/>
            <p:nvPr/>
          </p:nvSpPr>
          <p:spPr>
            <a:xfrm>
              <a:off x="4059943" y="1490319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327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0" name="Freeform 4389">
              <a:extLst>
                <a:ext uri="{FF2B5EF4-FFF2-40B4-BE49-F238E27FC236}">
                  <a16:creationId xmlns:a16="http://schemas.microsoft.com/office/drawing/2014/main" id="{55BC7917-4460-8B40-A868-3A64D414030F}"/>
                </a:ext>
              </a:extLst>
            </p:cNvPr>
            <p:cNvSpPr/>
            <p:nvPr/>
          </p:nvSpPr>
          <p:spPr>
            <a:xfrm>
              <a:off x="4073058" y="1501794"/>
              <a:ext cx="9836" cy="6557"/>
            </a:xfrm>
            <a:custGeom>
              <a:avLst/>
              <a:gdLst>
                <a:gd name="connsiteX0" fmla="*/ 0 w 9836"/>
                <a:gd name="connsiteY0" fmla="*/ 6557 h 6557"/>
                <a:gd name="connsiteX1" fmla="*/ 0 w 9836"/>
                <a:gd name="connsiteY1" fmla="*/ 6557 h 6557"/>
                <a:gd name="connsiteX2" fmla="*/ 1639 w 9836"/>
                <a:gd name="connsiteY2" fmla="*/ 6557 h 6557"/>
                <a:gd name="connsiteX3" fmla="*/ 3278 w 9836"/>
                <a:gd name="connsiteY3" fmla="*/ 6557 h 6557"/>
                <a:gd name="connsiteX4" fmla="*/ 3278 w 9836"/>
                <a:gd name="connsiteY4" fmla="*/ 6557 h 6557"/>
                <a:gd name="connsiteX5" fmla="*/ 4918 w 9836"/>
                <a:gd name="connsiteY5" fmla="*/ 6557 h 6557"/>
                <a:gd name="connsiteX6" fmla="*/ 9836 w 9836"/>
                <a:gd name="connsiteY6" fmla="*/ 4918 h 6557"/>
                <a:gd name="connsiteX7" fmla="*/ 6557 w 9836"/>
                <a:gd name="connsiteY7" fmla="*/ 0 h 6557"/>
                <a:gd name="connsiteX8" fmla="*/ 1639 w 9836"/>
                <a:gd name="connsiteY8" fmla="*/ 163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36" h="6557">
                  <a:moveTo>
                    <a:pt x="0" y="6557"/>
                  </a:moveTo>
                  <a:lnTo>
                    <a:pt x="0" y="6557"/>
                  </a:lnTo>
                  <a:lnTo>
                    <a:pt x="1639" y="6557"/>
                  </a:lnTo>
                  <a:lnTo>
                    <a:pt x="3278" y="6557"/>
                  </a:lnTo>
                  <a:lnTo>
                    <a:pt x="3278" y="6557"/>
                  </a:lnTo>
                  <a:lnTo>
                    <a:pt x="4918" y="6557"/>
                  </a:lnTo>
                  <a:lnTo>
                    <a:pt x="9836" y="4918"/>
                  </a:lnTo>
                  <a:lnTo>
                    <a:pt x="6557" y="0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1" name="Freeform 4390">
              <a:extLst>
                <a:ext uri="{FF2B5EF4-FFF2-40B4-BE49-F238E27FC236}">
                  <a16:creationId xmlns:a16="http://schemas.microsoft.com/office/drawing/2014/main" id="{95F3E3EC-42CB-9B4F-A38B-7E146A4650E7}"/>
                </a:ext>
              </a:extLst>
            </p:cNvPr>
            <p:cNvSpPr/>
            <p:nvPr/>
          </p:nvSpPr>
          <p:spPr>
            <a:xfrm>
              <a:off x="4076336" y="1506712"/>
              <a:ext cx="11475" cy="6557"/>
            </a:xfrm>
            <a:custGeom>
              <a:avLst/>
              <a:gdLst>
                <a:gd name="connsiteX0" fmla="*/ 3279 w 11475"/>
                <a:gd name="connsiteY0" fmla="*/ 1639 h 6557"/>
                <a:gd name="connsiteX1" fmla="*/ 0 w 11475"/>
                <a:gd name="connsiteY1" fmla="*/ 3279 h 6557"/>
                <a:gd name="connsiteX2" fmla="*/ 3279 w 11475"/>
                <a:gd name="connsiteY2" fmla="*/ 6557 h 6557"/>
                <a:gd name="connsiteX3" fmla="*/ 6558 w 11475"/>
                <a:gd name="connsiteY3" fmla="*/ 1639 h 6557"/>
                <a:gd name="connsiteX4" fmla="*/ 9836 w 11475"/>
                <a:gd name="connsiteY4" fmla="*/ 1639 h 6557"/>
                <a:gd name="connsiteX5" fmla="*/ 11476 w 11475"/>
                <a:gd name="connsiteY5" fmla="*/ 1639 h 6557"/>
                <a:gd name="connsiteX6" fmla="*/ 8197 w 11475"/>
                <a:gd name="connsiteY6" fmla="*/ 0 h 6557"/>
                <a:gd name="connsiteX7" fmla="*/ 3279 w 11475"/>
                <a:gd name="connsiteY7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6557">
                  <a:moveTo>
                    <a:pt x="3279" y="1639"/>
                  </a:moveTo>
                  <a:lnTo>
                    <a:pt x="0" y="3279"/>
                  </a:lnTo>
                  <a:lnTo>
                    <a:pt x="3279" y="6557"/>
                  </a:lnTo>
                  <a:lnTo>
                    <a:pt x="6558" y="1639"/>
                  </a:lnTo>
                  <a:lnTo>
                    <a:pt x="9836" y="1639"/>
                  </a:lnTo>
                  <a:lnTo>
                    <a:pt x="11476" y="1639"/>
                  </a:lnTo>
                  <a:lnTo>
                    <a:pt x="819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2" name="Freeform 4391">
              <a:extLst>
                <a:ext uri="{FF2B5EF4-FFF2-40B4-BE49-F238E27FC236}">
                  <a16:creationId xmlns:a16="http://schemas.microsoft.com/office/drawing/2014/main" id="{1D7BFF1F-2E6C-EA44-821C-967C86FD04D5}"/>
                </a:ext>
              </a:extLst>
            </p:cNvPr>
            <p:cNvSpPr/>
            <p:nvPr/>
          </p:nvSpPr>
          <p:spPr>
            <a:xfrm>
              <a:off x="4081255" y="1508351"/>
              <a:ext cx="14753" cy="8196"/>
            </a:xfrm>
            <a:custGeom>
              <a:avLst/>
              <a:gdLst>
                <a:gd name="connsiteX0" fmla="*/ 6557 w 14753"/>
                <a:gd name="connsiteY0" fmla="*/ 8197 h 8196"/>
                <a:gd name="connsiteX1" fmla="*/ 6557 w 14753"/>
                <a:gd name="connsiteY1" fmla="*/ 8197 h 8196"/>
                <a:gd name="connsiteX2" fmla="*/ 11475 w 14753"/>
                <a:gd name="connsiteY2" fmla="*/ 6557 h 8196"/>
                <a:gd name="connsiteX3" fmla="*/ 14754 w 14753"/>
                <a:gd name="connsiteY3" fmla="*/ 4918 h 8196"/>
                <a:gd name="connsiteX4" fmla="*/ 11475 w 14753"/>
                <a:gd name="connsiteY4" fmla="*/ 1639 h 8196"/>
                <a:gd name="connsiteX5" fmla="*/ 6557 w 14753"/>
                <a:gd name="connsiteY5" fmla="*/ 0 h 8196"/>
                <a:gd name="connsiteX6" fmla="*/ 3278 w 14753"/>
                <a:gd name="connsiteY6" fmla="*/ 3279 h 8196"/>
                <a:gd name="connsiteX7" fmla="*/ 0 w 14753"/>
                <a:gd name="connsiteY7" fmla="*/ 6557 h 8196"/>
                <a:gd name="connsiteX8" fmla="*/ 4918 w 14753"/>
                <a:gd name="connsiteY8" fmla="*/ 6557 h 8196"/>
                <a:gd name="connsiteX9" fmla="*/ 8197 w 14753"/>
                <a:gd name="connsiteY9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53" h="8196">
                  <a:moveTo>
                    <a:pt x="6557" y="8197"/>
                  </a:moveTo>
                  <a:lnTo>
                    <a:pt x="6557" y="8197"/>
                  </a:lnTo>
                  <a:lnTo>
                    <a:pt x="11475" y="6557"/>
                  </a:lnTo>
                  <a:lnTo>
                    <a:pt x="14754" y="4918"/>
                  </a:lnTo>
                  <a:lnTo>
                    <a:pt x="11475" y="1639"/>
                  </a:lnTo>
                  <a:lnTo>
                    <a:pt x="6557" y="0"/>
                  </a:lnTo>
                  <a:lnTo>
                    <a:pt x="3278" y="3279"/>
                  </a:lnTo>
                  <a:lnTo>
                    <a:pt x="0" y="6557"/>
                  </a:lnTo>
                  <a:lnTo>
                    <a:pt x="4918" y="6557"/>
                  </a:lnTo>
                  <a:lnTo>
                    <a:pt x="819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3" name="Freeform 4392">
              <a:extLst>
                <a:ext uri="{FF2B5EF4-FFF2-40B4-BE49-F238E27FC236}">
                  <a16:creationId xmlns:a16="http://schemas.microsoft.com/office/drawing/2014/main" id="{AF3D38B7-A568-234B-8732-22DEC799D379}"/>
                </a:ext>
              </a:extLst>
            </p:cNvPr>
            <p:cNvSpPr/>
            <p:nvPr/>
          </p:nvSpPr>
          <p:spPr>
            <a:xfrm>
              <a:off x="4082894" y="1501794"/>
              <a:ext cx="3278" cy="3278"/>
            </a:xfrm>
            <a:custGeom>
              <a:avLst/>
              <a:gdLst>
                <a:gd name="connsiteX0" fmla="*/ 1639 w 3278"/>
                <a:gd name="connsiteY0" fmla="*/ 0 h 3278"/>
                <a:gd name="connsiteX1" fmla="*/ 0 w 3278"/>
                <a:gd name="connsiteY1" fmla="*/ 0 h 3278"/>
                <a:gd name="connsiteX2" fmla="*/ 3278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1639" y="0"/>
                  </a:moveTo>
                  <a:lnTo>
                    <a:pt x="0" y="0"/>
                  </a:lnTo>
                  <a:lnTo>
                    <a:pt x="327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4" name="Freeform 4393">
              <a:extLst>
                <a:ext uri="{FF2B5EF4-FFF2-40B4-BE49-F238E27FC236}">
                  <a16:creationId xmlns:a16="http://schemas.microsoft.com/office/drawing/2014/main" id="{005B4F40-4CC9-814B-BE90-B05CE7D2D8C0}"/>
                </a:ext>
              </a:extLst>
            </p:cNvPr>
            <p:cNvSpPr/>
            <p:nvPr/>
          </p:nvSpPr>
          <p:spPr>
            <a:xfrm>
              <a:off x="4104205" y="1506712"/>
              <a:ext cx="3278" cy="3278"/>
            </a:xfrm>
            <a:custGeom>
              <a:avLst/>
              <a:gdLst>
                <a:gd name="connsiteX0" fmla="*/ 0 w 3278"/>
                <a:gd name="connsiteY0" fmla="*/ 1639 h 3278"/>
                <a:gd name="connsiteX1" fmla="*/ 0 w 3278"/>
                <a:gd name="connsiteY1" fmla="*/ 3279 h 3278"/>
                <a:gd name="connsiteX2" fmla="*/ 3279 w 3278"/>
                <a:gd name="connsiteY2" fmla="*/ 1639 h 3278"/>
                <a:gd name="connsiteX3" fmla="*/ 3279 w 327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3278">
                  <a:moveTo>
                    <a:pt x="0" y="1639"/>
                  </a:moveTo>
                  <a:lnTo>
                    <a:pt x="0" y="3279"/>
                  </a:lnTo>
                  <a:lnTo>
                    <a:pt x="3279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5" name="Freeform 4394">
              <a:extLst>
                <a:ext uri="{FF2B5EF4-FFF2-40B4-BE49-F238E27FC236}">
                  <a16:creationId xmlns:a16="http://schemas.microsoft.com/office/drawing/2014/main" id="{F320C521-DFC5-9545-B0B1-A10C3783CD3B}"/>
                </a:ext>
              </a:extLst>
            </p:cNvPr>
            <p:cNvSpPr/>
            <p:nvPr/>
          </p:nvSpPr>
          <p:spPr>
            <a:xfrm>
              <a:off x="4105845" y="1508351"/>
              <a:ext cx="3278" cy="3278"/>
            </a:xfrm>
            <a:custGeom>
              <a:avLst/>
              <a:gdLst>
                <a:gd name="connsiteX0" fmla="*/ 3278 w 3278"/>
                <a:gd name="connsiteY0" fmla="*/ 0 h 3278"/>
                <a:gd name="connsiteX1" fmla="*/ 0 w 3278"/>
                <a:gd name="connsiteY1" fmla="*/ 3279 h 3278"/>
                <a:gd name="connsiteX2" fmla="*/ 3278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8" y="0"/>
                  </a:moveTo>
                  <a:lnTo>
                    <a:pt x="0" y="3279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6" name="Freeform 4395">
              <a:extLst>
                <a:ext uri="{FF2B5EF4-FFF2-40B4-BE49-F238E27FC236}">
                  <a16:creationId xmlns:a16="http://schemas.microsoft.com/office/drawing/2014/main" id="{09D4A9A9-254B-FA45-8C23-446EFA9F92BC}"/>
                </a:ext>
              </a:extLst>
            </p:cNvPr>
            <p:cNvSpPr/>
            <p:nvPr/>
          </p:nvSpPr>
          <p:spPr>
            <a:xfrm>
              <a:off x="4133713" y="1472286"/>
              <a:ext cx="8196" cy="1639"/>
            </a:xfrm>
            <a:custGeom>
              <a:avLst/>
              <a:gdLst>
                <a:gd name="connsiteX0" fmla="*/ 0 w 8196"/>
                <a:gd name="connsiteY0" fmla="*/ 0 h 1639"/>
                <a:gd name="connsiteX1" fmla="*/ 1639 w 8196"/>
                <a:gd name="connsiteY1" fmla="*/ 0 h 1639"/>
                <a:gd name="connsiteX2" fmla="*/ 4918 w 8196"/>
                <a:gd name="connsiteY2" fmla="*/ 1639 h 1639"/>
                <a:gd name="connsiteX3" fmla="*/ 8197 w 8196"/>
                <a:gd name="connsiteY3" fmla="*/ 0 h 1639"/>
                <a:gd name="connsiteX4" fmla="*/ 4918 w 8196"/>
                <a:gd name="connsiteY4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0" y="0"/>
                  </a:moveTo>
                  <a:lnTo>
                    <a:pt x="1639" y="0"/>
                  </a:lnTo>
                  <a:lnTo>
                    <a:pt x="4918" y="1639"/>
                  </a:lnTo>
                  <a:lnTo>
                    <a:pt x="8197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7" name="Freeform 4396">
              <a:extLst>
                <a:ext uri="{FF2B5EF4-FFF2-40B4-BE49-F238E27FC236}">
                  <a16:creationId xmlns:a16="http://schemas.microsoft.com/office/drawing/2014/main" id="{8A8FCEE8-D984-8344-BA0B-6E4A9A33FA85}"/>
                </a:ext>
              </a:extLst>
            </p:cNvPr>
            <p:cNvSpPr/>
            <p:nvPr/>
          </p:nvSpPr>
          <p:spPr>
            <a:xfrm>
              <a:off x="4179615" y="1405073"/>
              <a:ext cx="4917" cy="3278"/>
            </a:xfrm>
            <a:custGeom>
              <a:avLst/>
              <a:gdLst>
                <a:gd name="connsiteX0" fmla="*/ 3278 w 4917"/>
                <a:gd name="connsiteY0" fmla="*/ 3279 h 3278"/>
                <a:gd name="connsiteX1" fmla="*/ 4918 w 4917"/>
                <a:gd name="connsiteY1" fmla="*/ 0 h 3278"/>
                <a:gd name="connsiteX2" fmla="*/ 0 w 4917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3278" y="3279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8" name="Freeform 4397">
              <a:extLst>
                <a:ext uri="{FF2B5EF4-FFF2-40B4-BE49-F238E27FC236}">
                  <a16:creationId xmlns:a16="http://schemas.microsoft.com/office/drawing/2014/main" id="{7C3518A2-ECE0-8746-9384-5A661244C0B3}"/>
                </a:ext>
              </a:extLst>
            </p:cNvPr>
            <p:cNvSpPr/>
            <p:nvPr/>
          </p:nvSpPr>
          <p:spPr>
            <a:xfrm>
              <a:off x="4205844" y="1387040"/>
              <a:ext cx="4917" cy="6557"/>
            </a:xfrm>
            <a:custGeom>
              <a:avLst/>
              <a:gdLst>
                <a:gd name="connsiteX0" fmla="*/ 0 w 4917"/>
                <a:gd name="connsiteY0" fmla="*/ 6557 h 6557"/>
                <a:gd name="connsiteX1" fmla="*/ 3278 w 4917"/>
                <a:gd name="connsiteY1" fmla="*/ 4918 h 6557"/>
                <a:gd name="connsiteX2" fmla="*/ 4918 w 4917"/>
                <a:gd name="connsiteY2" fmla="*/ 0 h 6557"/>
                <a:gd name="connsiteX3" fmla="*/ 1639 w 4917"/>
                <a:gd name="connsiteY3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6557">
                  <a:moveTo>
                    <a:pt x="0" y="6557"/>
                  </a:moveTo>
                  <a:lnTo>
                    <a:pt x="3278" y="4918"/>
                  </a:lnTo>
                  <a:lnTo>
                    <a:pt x="4918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9" name="Freeform 4398">
              <a:extLst>
                <a:ext uri="{FF2B5EF4-FFF2-40B4-BE49-F238E27FC236}">
                  <a16:creationId xmlns:a16="http://schemas.microsoft.com/office/drawing/2014/main" id="{B72F2A59-211C-BA4C-B824-2358260216E7}"/>
                </a:ext>
              </a:extLst>
            </p:cNvPr>
            <p:cNvSpPr/>
            <p:nvPr/>
          </p:nvSpPr>
          <p:spPr>
            <a:xfrm>
              <a:off x="4217320" y="1380483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0" name="Freeform 4399">
              <a:extLst>
                <a:ext uri="{FF2B5EF4-FFF2-40B4-BE49-F238E27FC236}">
                  <a16:creationId xmlns:a16="http://schemas.microsoft.com/office/drawing/2014/main" id="{17118C12-CE54-B449-85DF-82EB5DA11E85}"/>
                </a:ext>
              </a:extLst>
            </p:cNvPr>
            <p:cNvSpPr/>
            <p:nvPr/>
          </p:nvSpPr>
          <p:spPr>
            <a:xfrm>
              <a:off x="4235352" y="1337860"/>
              <a:ext cx="4917" cy="16393"/>
            </a:xfrm>
            <a:custGeom>
              <a:avLst/>
              <a:gdLst>
                <a:gd name="connsiteX0" fmla="*/ 4918 w 4917"/>
                <a:gd name="connsiteY0" fmla="*/ 0 h 16393"/>
                <a:gd name="connsiteX1" fmla="*/ 4918 w 4917"/>
                <a:gd name="connsiteY1" fmla="*/ 0 h 16393"/>
                <a:gd name="connsiteX2" fmla="*/ 0 w 4917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3">
                  <a:moveTo>
                    <a:pt x="4918" y="0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1" name="Freeform 4400">
              <a:extLst>
                <a:ext uri="{FF2B5EF4-FFF2-40B4-BE49-F238E27FC236}">
                  <a16:creationId xmlns:a16="http://schemas.microsoft.com/office/drawing/2014/main" id="{64EE2567-F404-9D4B-B68A-F0CE771D3722}"/>
                </a:ext>
              </a:extLst>
            </p:cNvPr>
            <p:cNvSpPr/>
            <p:nvPr/>
          </p:nvSpPr>
          <p:spPr>
            <a:xfrm>
              <a:off x="4243549" y="1337860"/>
              <a:ext cx="11475" cy="3278"/>
            </a:xfrm>
            <a:custGeom>
              <a:avLst/>
              <a:gdLst>
                <a:gd name="connsiteX0" fmla="*/ 0 w 11475"/>
                <a:gd name="connsiteY0" fmla="*/ 3279 h 3278"/>
                <a:gd name="connsiteX1" fmla="*/ 0 w 11475"/>
                <a:gd name="connsiteY1" fmla="*/ 3279 h 3278"/>
                <a:gd name="connsiteX2" fmla="*/ 3279 w 11475"/>
                <a:gd name="connsiteY2" fmla="*/ 3279 h 3278"/>
                <a:gd name="connsiteX3" fmla="*/ 8197 w 11475"/>
                <a:gd name="connsiteY3" fmla="*/ 3279 h 3278"/>
                <a:gd name="connsiteX4" fmla="*/ 11476 w 11475"/>
                <a:gd name="connsiteY4" fmla="*/ 3279 h 3278"/>
                <a:gd name="connsiteX5" fmla="*/ 11476 w 11475"/>
                <a:gd name="connsiteY5" fmla="*/ 0 h 3278"/>
                <a:gd name="connsiteX6" fmla="*/ 6557 w 11475"/>
                <a:gd name="connsiteY6" fmla="*/ 0 h 3278"/>
                <a:gd name="connsiteX7" fmla="*/ 3279 w 11475"/>
                <a:gd name="connsiteY7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3278">
                  <a:moveTo>
                    <a:pt x="0" y="3279"/>
                  </a:moveTo>
                  <a:lnTo>
                    <a:pt x="0" y="3279"/>
                  </a:lnTo>
                  <a:lnTo>
                    <a:pt x="3279" y="3279"/>
                  </a:lnTo>
                  <a:lnTo>
                    <a:pt x="8197" y="3279"/>
                  </a:lnTo>
                  <a:lnTo>
                    <a:pt x="11476" y="3279"/>
                  </a:lnTo>
                  <a:lnTo>
                    <a:pt x="11476" y="0"/>
                  </a:lnTo>
                  <a:lnTo>
                    <a:pt x="655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2" name="Freeform 4401">
              <a:extLst>
                <a:ext uri="{FF2B5EF4-FFF2-40B4-BE49-F238E27FC236}">
                  <a16:creationId xmlns:a16="http://schemas.microsoft.com/office/drawing/2014/main" id="{6E44E618-77FB-AC40-BE2A-BCFB7CBB16A1}"/>
                </a:ext>
              </a:extLst>
            </p:cNvPr>
            <p:cNvSpPr/>
            <p:nvPr/>
          </p:nvSpPr>
          <p:spPr>
            <a:xfrm>
              <a:off x="4259942" y="1313270"/>
              <a:ext cx="13114" cy="18032"/>
            </a:xfrm>
            <a:custGeom>
              <a:avLst/>
              <a:gdLst>
                <a:gd name="connsiteX0" fmla="*/ 11476 w 13114"/>
                <a:gd name="connsiteY0" fmla="*/ 18033 h 18032"/>
                <a:gd name="connsiteX1" fmla="*/ 13114 w 13114"/>
                <a:gd name="connsiteY1" fmla="*/ 18033 h 18032"/>
                <a:gd name="connsiteX2" fmla="*/ 9836 w 13114"/>
                <a:gd name="connsiteY2" fmla="*/ 14754 h 18032"/>
                <a:gd name="connsiteX3" fmla="*/ 6557 w 13114"/>
                <a:gd name="connsiteY3" fmla="*/ 13115 h 18032"/>
                <a:gd name="connsiteX4" fmla="*/ 9836 w 13114"/>
                <a:gd name="connsiteY4" fmla="*/ 9836 h 18032"/>
                <a:gd name="connsiteX5" fmla="*/ 9836 w 13114"/>
                <a:gd name="connsiteY5" fmla="*/ 6557 h 18032"/>
                <a:gd name="connsiteX6" fmla="*/ 8197 w 13114"/>
                <a:gd name="connsiteY6" fmla="*/ 3279 h 18032"/>
                <a:gd name="connsiteX7" fmla="*/ 3279 w 13114"/>
                <a:gd name="connsiteY7" fmla="*/ 0 h 18032"/>
                <a:gd name="connsiteX8" fmla="*/ 0 w 13114"/>
                <a:gd name="connsiteY8" fmla="*/ 1639 h 18032"/>
                <a:gd name="connsiteX9" fmla="*/ 1639 w 13114"/>
                <a:gd name="connsiteY9" fmla="*/ 4918 h 18032"/>
                <a:gd name="connsiteX10" fmla="*/ 4918 w 13114"/>
                <a:gd name="connsiteY10" fmla="*/ 9836 h 18032"/>
                <a:gd name="connsiteX11" fmla="*/ 3279 w 13114"/>
                <a:gd name="connsiteY11" fmla="*/ 13115 h 18032"/>
                <a:gd name="connsiteX12" fmla="*/ 4918 w 13114"/>
                <a:gd name="connsiteY12" fmla="*/ 16393 h 18032"/>
                <a:gd name="connsiteX13" fmla="*/ 8197 w 13114"/>
                <a:gd name="connsiteY13" fmla="*/ 18033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14" h="18032">
                  <a:moveTo>
                    <a:pt x="11476" y="18033"/>
                  </a:moveTo>
                  <a:lnTo>
                    <a:pt x="13114" y="18033"/>
                  </a:lnTo>
                  <a:lnTo>
                    <a:pt x="9836" y="14754"/>
                  </a:lnTo>
                  <a:lnTo>
                    <a:pt x="6557" y="13115"/>
                  </a:lnTo>
                  <a:lnTo>
                    <a:pt x="9836" y="9836"/>
                  </a:lnTo>
                  <a:lnTo>
                    <a:pt x="9836" y="6557"/>
                  </a:lnTo>
                  <a:lnTo>
                    <a:pt x="8197" y="327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1639" y="4918"/>
                  </a:lnTo>
                  <a:lnTo>
                    <a:pt x="4918" y="9836"/>
                  </a:lnTo>
                  <a:lnTo>
                    <a:pt x="3279" y="13115"/>
                  </a:lnTo>
                  <a:lnTo>
                    <a:pt x="4918" y="16393"/>
                  </a:lnTo>
                  <a:lnTo>
                    <a:pt x="8197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3" name="Freeform 4402">
              <a:extLst>
                <a:ext uri="{FF2B5EF4-FFF2-40B4-BE49-F238E27FC236}">
                  <a16:creationId xmlns:a16="http://schemas.microsoft.com/office/drawing/2014/main" id="{114DBA0F-0527-6C40-BA8F-8B3E5A41DB89}"/>
                </a:ext>
              </a:extLst>
            </p:cNvPr>
            <p:cNvSpPr/>
            <p:nvPr/>
          </p:nvSpPr>
          <p:spPr>
            <a:xfrm>
              <a:off x="4287811" y="714912"/>
              <a:ext cx="42622" cy="8196"/>
            </a:xfrm>
            <a:custGeom>
              <a:avLst/>
              <a:gdLst>
                <a:gd name="connsiteX0" fmla="*/ 42622 w 42622"/>
                <a:gd name="connsiteY0" fmla="*/ 8197 h 8196"/>
                <a:gd name="connsiteX1" fmla="*/ 42622 w 42622"/>
                <a:gd name="connsiteY1" fmla="*/ 8197 h 8196"/>
                <a:gd name="connsiteX2" fmla="*/ 39344 w 42622"/>
                <a:gd name="connsiteY2" fmla="*/ 6557 h 8196"/>
                <a:gd name="connsiteX3" fmla="*/ 34426 w 42622"/>
                <a:gd name="connsiteY3" fmla="*/ 4918 h 8196"/>
                <a:gd name="connsiteX4" fmla="*/ 31147 w 42622"/>
                <a:gd name="connsiteY4" fmla="*/ 4918 h 8196"/>
                <a:gd name="connsiteX5" fmla="*/ 26229 w 42622"/>
                <a:gd name="connsiteY5" fmla="*/ 3279 h 8196"/>
                <a:gd name="connsiteX6" fmla="*/ 22951 w 42622"/>
                <a:gd name="connsiteY6" fmla="*/ 3279 h 8196"/>
                <a:gd name="connsiteX7" fmla="*/ 18032 w 42622"/>
                <a:gd name="connsiteY7" fmla="*/ 0 h 8196"/>
                <a:gd name="connsiteX8" fmla="*/ 14754 w 42622"/>
                <a:gd name="connsiteY8" fmla="*/ 0 h 8196"/>
                <a:gd name="connsiteX9" fmla="*/ 9836 w 42622"/>
                <a:gd name="connsiteY9" fmla="*/ 0 h 8196"/>
                <a:gd name="connsiteX10" fmla="*/ 6557 w 42622"/>
                <a:gd name="connsiteY10" fmla="*/ 0 h 8196"/>
                <a:gd name="connsiteX11" fmla="*/ 3278 w 42622"/>
                <a:gd name="connsiteY11" fmla="*/ 0 h 8196"/>
                <a:gd name="connsiteX12" fmla="*/ 0 w 42622"/>
                <a:gd name="connsiteY12" fmla="*/ 3279 h 8196"/>
                <a:gd name="connsiteX13" fmla="*/ 3278 w 42622"/>
                <a:gd name="connsiteY13" fmla="*/ 4918 h 8196"/>
                <a:gd name="connsiteX14" fmla="*/ 6557 w 42622"/>
                <a:gd name="connsiteY14" fmla="*/ 6557 h 8196"/>
                <a:gd name="connsiteX15" fmla="*/ 9836 w 42622"/>
                <a:gd name="connsiteY15" fmla="*/ 6557 h 8196"/>
                <a:gd name="connsiteX16" fmla="*/ 14754 w 42622"/>
                <a:gd name="connsiteY16" fmla="*/ 6557 h 8196"/>
                <a:gd name="connsiteX17" fmla="*/ 18032 w 42622"/>
                <a:gd name="connsiteY17" fmla="*/ 8197 h 8196"/>
                <a:gd name="connsiteX18" fmla="*/ 22951 w 42622"/>
                <a:gd name="connsiteY18" fmla="*/ 8197 h 8196"/>
                <a:gd name="connsiteX19" fmla="*/ 26229 w 42622"/>
                <a:gd name="connsiteY19" fmla="*/ 8197 h 8196"/>
                <a:gd name="connsiteX20" fmla="*/ 31147 w 42622"/>
                <a:gd name="connsiteY20" fmla="*/ 8197 h 8196"/>
                <a:gd name="connsiteX21" fmla="*/ 34426 w 42622"/>
                <a:gd name="connsiteY21" fmla="*/ 8197 h 8196"/>
                <a:gd name="connsiteX22" fmla="*/ 39344 w 42622"/>
                <a:gd name="connsiteY22" fmla="*/ 819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2622" h="8196">
                  <a:moveTo>
                    <a:pt x="42622" y="8197"/>
                  </a:moveTo>
                  <a:lnTo>
                    <a:pt x="42622" y="8197"/>
                  </a:lnTo>
                  <a:lnTo>
                    <a:pt x="39344" y="6557"/>
                  </a:lnTo>
                  <a:lnTo>
                    <a:pt x="34426" y="4918"/>
                  </a:lnTo>
                  <a:lnTo>
                    <a:pt x="31147" y="4918"/>
                  </a:lnTo>
                  <a:lnTo>
                    <a:pt x="26229" y="3279"/>
                  </a:lnTo>
                  <a:lnTo>
                    <a:pt x="22951" y="3279"/>
                  </a:lnTo>
                  <a:lnTo>
                    <a:pt x="18032" y="0"/>
                  </a:lnTo>
                  <a:lnTo>
                    <a:pt x="14754" y="0"/>
                  </a:lnTo>
                  <a:lnTo>
                    <a:pt x="9836" y="0"/>
                  </a:lnTo>
                  <a:lnTo>
                    <a:pt x="6557" y="0"/>
                  </a:lnTo>
                  <a:lnTo>
                    <a:pt x="3278" y="0"/>
                  </a:lnTo>
                  <a:lnTo>
                    <a:pt x="0" y="3279"/>
                  </a:lnTo>
                  <a:lnTo>
                    <a:pt x="3278" y="4918"/>
                  </a:lnTo>
                  <a:lnTo>
                    <a:pt x="6557" y="6557"/>
                  </a:lnTo>
                  <a:lnTo>
                    <a:pt x="9836" y="6557"/>
                  </a:lnTo>
                  <a:lnTo>
                    <a:pt x="14754" y="6557"/>
                  </a:lnTo>
                  <a:lnTo>
                    <a:pt x="18032" y="8197"/>
                  </a:lnTo>
                  <a:lnTo>
                    <a:pt x="22951" y="8197"/>
                  </a:lnTo>
                  <a:lnTo>
                    <a:pt x="26229" y="8197"/>
                  </a:lnTo>
                  <a:lnTo>
                    <a:pt x="31147" y="8197"/>
                  </a:lnTo>
                  <a:lnTo>
                    <a:pt x="34426" y="8197"/>
                  </a:lnTo>
                  <a:lnTo>
                    <a:pt x="39344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4" name="Freeform 4403">
              <a:extLst>
                <a:ext uri="{FF2B5EF4-FFF2-40B4-BE49-F238E27FC236}">
                  <a16:creationId xmlns:a16="http://schemas.microsoft.com/office/drawing/2014/main" id="{7807F78B-E9FB-0D43-862A-5FC28F2E9BB2}"/>
                </a:ext>
              </a:extLst>
            </p:cNvPr>
            <p:cNvSpPr/>
            <p:nvPr/>
          </p:nvSpPr>
          <p:spPr>
            <a:xfrm>
              <a:off x="4297647" y="1296877"/>
              <a:ext cx="8196" cy="1639"/>
            </a:xfrm>
            <a:custGeom>
              <a:avLst/>
              <a:gdLst>
                <a:gd name="connsiteX0" fmla="*/ 4918 w 8196"/>
                <a:gd name="connsiteY0" fmla="*/ 1639 h 1639"/>
                <a:gd name="connsiteX1" fmla="*/ 8197 w 8196"/>
                <a:gd name="connsiteY1" fmla="*/ 0 h 1639"/>
                <a:gd name="connsiteX2" fmla="*/ 4918 w 8196"/>
                <a:gd name="connsiteY2" fmla="*/ 0 h 1639"/>
                <a:gd name="connsiteX3" fmla="*/ 0 w 8196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4918" y="1639"/>
                  </a:moveTo>
                  <a:lnTo>
                    <a:pt x="8197" y="0"/>
                  </a:ln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5" name="Freeform 4404">
              <a:extLst>
                <a:ext uri="{FF2B5EF4-FFF2-40B4-BE49-F238E27FC236}">
                  <a16:creationId xmlns:a16="http://schemas.microsoft.com/office/drawing/2014/main" id="{21ED8123-8071-6842-B2CE-409BBCB7870E}"/>
                </a:ext>
              </a:extLst>
            </p:cNvPr>
            <p:cNvSpPr/>
            <p:nvPr/>
          </p:nvSpPr>
          <p:spPr>
            <a:xfrm>
              <a:off x="4314040" y="714912"/>
              <a:ext cx="8196" cy="3278"/>
            </a:xfrm>
            <a:custGeom>
              <a:avLst/>
              <a:gdLst>
                <a:gd name="connsiteX0" fmla="*/ 0 w 8196"/>
                <a:gd name="connsiteY0" fmla="*/ 1639 h 3278"/>
                <a:gd name="connsiteX1" fmla="*/ 3279 w 8196"/>
                <a:gd name="connsiteY1" fmla="*/ 3279 h 3278"/>
                <a:gd name="connsiteX2" fmla="*/ 8197 w 8196"/>
                <a:gd name="connsiteY2" fmla="*/ 1639 h 3278"/>
                <a:gd name="connsiteX3" fmla="*/ 3279 w 8196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3278">
                  <a:moveTo>
                    <a:pt x="0" y="1639"/>
                  </a:moveTo>
                  <a:lnTo>
                    <a:pt x="3279" y="3279"/>
                  </a:lnTo>
                  <a:lnTo>
                    <a:pt x="8197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6" name="Freeform 4405">
              <a:extLst>
                <a:ext uri="{FF2B5EF4-FFF2-40B4-BE49-F238E27FC236}">
                  <a16:creationId xmlns:a16="http://schemas.microsoft.com/office/drawing/2014/main" id="{99513348-9FA6-4347-85BD-229E7DB47F28}"/>
                </a:ext>
              </a:extLst>
            </p:cNvPr>
            <p:cNvSpPr/>
            <p:nvPr/>
          </p:nvSpPr>
          <p:spPr>
            <a:xfrm>
              <a:off x="4356663" y="1275566"/>
              <a:ext cx="19672" cy="13114"/>
            </a:xfrm>
            <a:custGeom>
              <a:avLst/>
              <a:gdLst>
                <a:gd name="connsiteX0" fmla="*/ 3279 w 19672"/>
                <a:gd name="connsiteY0" fmla="*/ 13115 h 13114"/>
                <a:gd name="connsiteX1" fmla="*/ 6557 w 19672"/>
                <a:gd name="connsiteY1" fmla="*/ 8197 h 13114"/>
                <a:gd name="connsiteX2" fmla="*/ 11476 w 19672"/>
                <a:gd name="connsiteY2" fmla="*/ 9836 h 13114"/>
                <a:gd name="connsiteX3" fmla="*/ 14754 w 19672"/>
                <a:gd name="connsiteY3" fmla="*/ 9836 h 13114"/>
                <a:gd name="connsiteX4" fmla="*/ 18033 w 19672"/>
                <a:gd name="connsiteY4" fmla="*/ 8197 h 13114"/>
                <a:gd name="connsiteX5" fmla="*/ 16393 w 19672"/>
                <a:gd name="connsiteY5" fmla="*/ 4918 h 13114"/>
                <a:gd name="connsiteX6" fmla="*/ 19672 w 19672"/>
                <a:gd name="connsiteY6" fmla="*/ 4918 h 13114"/>
                <a:gd name="connsiteX7" fmla="*/ 16393 w 19672"/>
                <a:gd name="connsiteY7" fmla="*/ 1639 h 13114"/>
                <a:gd name="connsiteX8" fmla="*/ 11476 w 19672"/>
                <a:gd name="connsiteY8" fmla="*/ 0 h 13114"/>
                <a:gd name="connsiteX9" fmla="*/ 8197 w 19672"/>
                <a:gd name="connsiteY9" fmla="*/ 0 h 13114"/>
                <a:gd name="connsiteX10" fmla="*/ 4918 w 19672"/>
                <a:gd name="connsiteY10" fmla="*/ 3279 h 13114"/>
                <a:gd name="connsiteX11" fmla="*/ 0 w 19672"/>
                <a:gd name="connsiteY11" fmla="*/ 4918 h 13114"/>
                <a:gd name="connsiteX12" fmla="*/ 0 w 19672"/>
                <a:gd name="connsiteY12" fmla="*/ 8197 h 13114"/>
                <a:gd name="connsiteX13" fmla="*/ 0 w 19672"/>
                <a:gd name="connsiteY13" fmla="*/ 11475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2" h="13114">
                  <a:moveTo>
                    <a:pt x="3279" y="13115"/>
                  </a:moveTo>
                  <a:lnTo>
                    <a:pt x="6557" y="8197"/>
                  </a:lnTo>
                  <a:lnTo>
                    <a:pt x="11476" y="9836"/>
                  </a:lnTo>
                  <a:lnTo>
                    <a:pt x="14754" y="9836"/>
                  </a:lnTo>
                  <a:lnTo>
                    <a:pt x="18033" y="8197"/>
                  </a:lnTo>
                  <a:lnTo>
                    <a:pt x="16393" y="4918"/>
                  </a:lnTo>
                  <a:lnTo>
                    <a:pt x="19672" y="4918"/>
                  </a:lnTo>
                  <a:lnTo>
                    <a:pt x="16393" y="1639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4918" y="3279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0" y="114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7" name="Freeform 4406">
              <a:extLst>
                <a:ext uri="{FF2B5EF4-FFF2-40B4-BE49-F238E27FC236}">
                  <a16:creationId xmlns:a16="http://schemas.microsoft.com/office/drawing/2014/main" id="{8E675BEC-1C1A-C249-978D-8B940A34BA17}"/>
                </a:ext>
              </a:extLst>
            </p:cNvPr>
            <p:cNvSpPr/>
            <p:nvPr/>
          </p:nvSpPr>
          <p:spPr>
            <a:xfrm>
              <a:off x="4376335" y="701798"/>
              <a:ext cx="8196" cy="1639"/>
            </a:xfrm>
            <a:custGeom>
              <a:avLst/>
              <a:gdLst>
                <a:gd name="connsiteX0" fmla="*/ 0 w 8196"/>
                <a:gd name="connsiteY0" fmla="*/ 0 h 1639"/>
                <a:gd name="connsiteX1" fmla="*/ 3278 w 8196"/>
                <a:gd name="connsiteY1" fmla="*/ 1639 h 1639"/>
                <a:gd name="connsiteX2" fmla="*/ 8197 w 8196"/>
                <a:gd name="connsiteY2" fmla="*/ 0 h 1639"/>
                <a:gd name="connsiteX3" fmla="*/ 3278 w 8196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0" y="0"/>
                  </a:moveTo>
                  <a:lnTo>
                    <a:pt x="3278" y="1639"/>
                  </a:lnTo>
                  <a:lnTo>
                    <a:pt x="819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8" name="Freeform 4407">
              <a:extLst>
                <a:ext uri="{FF2B5EF4-FFF2-40B4-BE49-F238E27FC236}">
                  <a16:creationId xmlns:a16="http://schemas.microsoft.com/office/drawing/2014/main" id="{E6C18182-3092-294A-AD6E-1C505248F9B4}"/>
                </a:ext>
              </a:extLst>
            </p:cNvPr>
            <p:cNvSpPr/>
            <p:nvPr/>
          </p:nvSpPr>
          <p:spPr>
            <a:xfrm>
              <a:off x="4377975" y="1282123"/>
              <a:ext cx="8196" cy="4918"/>
            </a:xfrm>
            <a:custGeom>
              <a:avLst/>
              <a:gdLst>
                <a:gd name="connsiteX0" fmla="*/ 3278 w 8196"/>
                <a:gd name="connsiteY0" fmla="*/ 4918 h 4918"/>
                <a:gd name="connsiteX1" fmla="*/ 8197 w 8196"/>
                <a:gd name="connsiteY1" fmla="*/ 1639 h 4918"/>
                <a:gd name="connsiteX2" fmla="*/ 3278 w 8196"/>
                <a:gd name="connsiteY2" fmla="*/ 0 h 4918"/>
                <a:gd name="connsiteX3" fmla="*/ 0 w 8196"/>
                <a:gd name="connsiteY3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4918">
                  <a:moveTo>
                    <a:pt x="3278" y="4918"/>
                  </a:moveTo>
                  <a:lnTo>
                    <a:pt x="8197" y="1639"/>
                  </a:lnTo>
                  <a:lnTo>
                    <a:pt x="327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9" name="Freeform 4408">
              <a:extLst>
                <a:ext uri="{FF2B5EF4-FFF2-40B4-BE49-F238E27FC236}">
                  <a16:creationId xmlns:a16="http://schemas.microsoft.com/office/drawing/2014/main" id="{D25F7DAB-2C37-054E-AB9A-A514DAFCBF9C}"/>
                </a:ext>
              </a:extLst>
            </p:cNvPr>
            <p:cNvSpPr/>
            <p:nvPr/>
          </p:nvSpPr>
          <p:spPr>
            <a:xfrm>
              <a:off x="4389450" y="1275566"/>
              <a:ext cx="3278" cy="4917"/>
            </a:xfrm>
            <a:custGeom>
              <a:avLst/>
              <a:gdLst>
                <a:gd name="connsiteX0" fmla="*/ 0 w 3278"/>
                <a:gd name="connsiteY0" fmla="*/ 4918 h 4917"/>
                <a:gd name="connsiteX1" fmla="*/ 1639 w 3278"/>
                <a:gd name="connsiteY1" fmla="*/ 4918 h 4917"/>
                <a:gd name="connsiteX2" fmla="*/ 3279 w 3278"/>
                <a:gd name="connsiteY2" fmla="*/ 0 h 4917"/>
                <a:gd name="connsiteX3" fmla="*/ 0 w 3278"/>
                <a:gd name="connsiteY3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7">
                  <a:moveTo>
                    <a:pt x="0" y="4918"/>
                  </a:moveTo>
                  <a:lnTo>
                    <a:pt x="1639" y="4918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10" name="Freeform 4409">
              <a:extLst>
                <a:ext uri="{FF2B5EF4-FFF2-40B4-BE49-F238E27FC236}">
                  <a16:creationId xmlns:a16="http://schemas.microsoft.com/office/drawing/2014/main" id="{F7B8ADB9-B3AB-AB49-8304-D543EF16F294}"/>
                </a:ext>
              </a:extLst>
            </p:cNvPr>
            <p:cNvSpPr/>
            <p:nvPr/>
          </p:nvSpPr>
          <p:spPr>
            <a:xfrm>
              <a:off x="4394368" y="1273926"/>
              <a:ext cx="8196" cy="4918"/>
            </a:xfrm>
            <a:custGeom>
              <a:avLst/>
              <a:gdLst>
                <a:gd name="connsiteX0" fmla="*/ 0 w 8196"/>
                <a:gd name="connsiteY0" fmla="*/ 4918 h 4918"/>
                <a:gd name="connsiteX1" fmla="*/ 0 w 8196"/>
                <a:gd name="connsiteY1" fmla="*/ 4918 h 4918"/>
                <a:gd name="connsiteX2" fmla="*/ 3278 w 8196"/>
                <a:gd name="connsiteY2" fmla="*/ 1639 h 4918"/>
                <a:gd name="connsiteX3" fmla="*/ 8197 w 8196"/>
                <a:gd name="connsiteY3" fmla="*/ 0 h 4918"/>
                <a:gd name="connsiteX4" fmla="*/ 4918 w 8196"/>
                <a:gd name="connsiteY4" fmla="*/ 0 h 4918"/>
                <a:gd name="connsiteX5" fmla="*/ 0 w 8196"/>
                <a:gd name="connsiteY5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4918">
                  <a:moveTo>
                    <a:pt x="0" y="4918"/>
                  </a:moveTo>
                  <a:lnTo>
                    <a:pt x="0" y="4918"/>
                  </a:lnTo>
                  <a:lnTo>
                    <a:pt x="3278" y="1639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11" name="Freeform 4410">
              <a:extLst>
                <a:ext uri="{FF2B5EF4-FFF2-40B4-BE49-F238E27FC236}">
                  <a16:creationId xmlns:a16="http://schemas.microsoft.com/office/drawing/2014/main" id="{B56B9453-A895-EB4E-B949-67A3B2A3BB5C}"/>
                </a:ext>
              </a:extLst>
            </p:cNvPr>
            <p:cNvSpPr/>
            <p:nvPr/>
          </p:nvSpPr>
          <p:spPr>
            <a:xfrm>
              <a:off x="4400925" y="708355"/>
              <a:ext cx="11475" cy="3278"/>
            </a:xfrm>
            <a:custGeom>
              <a:avLst/>
              <a:gdLst>
                <a:gd name="connsiteX0" fmla="*/ 6557 w 11475"/>
                <a:gd name="connsiteY0" fmla="*/ 3279 h 3278"/>
                <a:gd name="connsiteX1" fmla="*/ 8197 w 11475"/>
                <a:gd name="connsiteY1" fmla="*/ 3279 h 3278"/>
                <a:gd name="connsiteX2" fmla="*/ 11475 w 11475"/>
                <a:gd name="connsiteY2" fmla="*/ 1639 h 3278"/>
                <a:gd name="connsiteX3" fmla="*/ 8197 w 11475"/>
                <a:gd name="connsiteY3" fmla="*/ 0 h 3278"/>
                <a:gd name="connsiteX4" fmla="*/ 3278 w 11475"/>
                <a:gd name="connsiteY4" fmla="*/ 0 h 3278"/>
                <a:gd name="connsiteX5" fmla="*/ 0 w 11475"/>
                <a:gd name="connsiteY5" fmla="*/ 1639 h 3278"/>
                <a:gd name="connsiteX6" fmla="*/ 3278 w 11475"/>
                <a:gd name="connsiteY6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6557" y="3279"/>
                  </a:moveTo>
                  <a:lnTo>
                    <a:pt x="8197" y="3279"/>
                  </a:lnTo>
                  <a:lnTo>
                    <a:pt x="11475" y="1639"/>
                  </a:lnTo>
                  <a:lnTo>
                    <a:pt x="8197" y="0"/>
                  </a:lnTo>
                  <a:lnTo>
                    <a:pt x="3278" y="0"/>
                  </a:lnTo>
                  <a:lnTo>
                    <a:pt x="0" y="1639"/>
                  </a:lnTo>
                  <a:lnTo>
                    <a:pt x="327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12" name="Freeform 4411">
              <a:extLst>
                <a:ext uri="{FF2B5EF4-FFF2-40B4-BE49-F238E27FC236}">
                  <a16:creationId xmlns:a16="http://schemas.microsoft.com/office/drawing/2014/main" id="{7F723F91-EC18-3243-A21F-17FD66F3CA66}"/>
                </a:ext>
              </a:extLst>
            </p:cNvPr>
            <p:cNvSpPr/>
            <p:nvPr/>
          </p:nvSpPr>
          <p:spPr>
            <a:xfrm>
              <a:off x="4417319" y="700158"/>
              <a:ext cx="16393" cy="1639"/>
            </a:xfrm>
            <a:custGeom>
              <a:avLst/>
              <a:gdLst>
                <a:gd name="connsiteX0" fmla="*/ 0 w 16393"/>
                <a:gd name="connsiteY0" fmla="*/ 1639 h 1639"/>
                <a:gd name="connsiteX1" fmla="*/ 0 w 16393"/>
                <a:gd name="connsiteY1" fmla="*/ 1639 h 1639"/>
                <a:gd name="connsiteX2" fmla="*/ 4918 w 16393"/>
                <a:gd name="connsiteY2" fmla="*/ 1639 h 1639"/>
                <a:gd name="connsiteX3" fmla="*/ 8197 w 16393"/>
                <a:gd name="connsiteY3" fmla="*/ 1639 h 1639"/>
                <a:gd name="connsiteX4" fmla="*/ 13114 w 16393"/>
                <a:gd name="connsiteY4" fmla="*/ 1639 h 1639"/>
                <a:gd name="connsiteX5" fmla="*/ 16393 w 16393"/>
                <a:gd name="connsiteY5" fmla="*/ 1639 h 1639"/>
                <a:gd name="connsiteX6" fmla="*/ 11475 w 16393"/>
                <a:gd name="connsiteY6" fmla="*/ 0 h 1639"/>
                <a:gd name="connsiteX7" fmla="*/ 8197 w 16393"/>
                <a:gd name="connsiteY7" fmla="*/ 0 h 1639"/>
                <a:gd name="connsiteX8" fmla="*/ 3278 w 16393"/>
                <a:gd name="connsiteY8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93" h="1639">
                  <a:moveTo>
                    <a:pt x="0" y="1639"/>
                  </a:moveTo>
                  <a:lnTo>
                    <a:pt x="0" y="1639"/>
                  </a:lnTo>
                  <a:lnTo>
                    <a:pt x="4918" y="1639"/>
                  </a:lnTo>
                  <a:lnTo>
                    <a:pt x="8197" y="1639"/>
                  </a:lnTo>
                  <a:lnTo>
                    <a:pt x="13114" y="1639"/>
                  </a:lnTo>
                  <a:lnTo>
                    <a:pt x="16393" y="1639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327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13" name="Freeform 4412">
              <a:extLst>
                <a:ext uri="{FF2B5EF4-FFF2-40B4-BE49-F238E27FC236}">
                  <a16:creationId xmlns:a16="http://schemas.microsoft.com/office/drawing/2014/main" id="{AD4F64B8-C89A-B640-9C39-522801D71294}"/>
                </a:ext>
              </a:extLst>
            </p:cNvPr>
            <p:cNvSpPr/>
            <p:nvPr/>
          </p:nvSpPr>
          <p:spPr>
            <a:xfrm>
              <a:off x="4443548" y="698519"/>
              <a:ext cx="18032" cy="3278"/>
            </a:xfrm>
            <a:custGeom>
              <a:avLst/>
              <a:gdLst>
                <a:gd name="connsiteX0" fmla="*/ 8197 w 18032"/>
                <a:gd name="connsiteY0" fmla="*/ 3279 h 3278"/>
                <a:gd name="connsiteX1" fmla="*/ 9836 w 18032"/>
                <a:gd name="connsiteY1" fmla="*/ 3279 h 3278"/>
                <a:gd name="connsiteX2" fmla="*/ 13114 w 18032"/>
                <a:gd name="connsiteY2" fmla="*/ 3279 h 3278"/>
                <a:gd name="connsiteX3" fmla="*/ 18032 w 18032"/>
                <a:gd name="connsiteY3" fmla="*/ 3279 h 3278"/>
                <a:gd name="connsiteX4" fmla="*/ 13114 w 18032"/>
                <a:gd name="connsiteY4" fmla="*/ 1639 h 3278"/>
                <a:gd name="connsiteX5" fmla="*/ 8197 w 18032"/>
                <a:gd name="connsiteY5" fmla="*/ 0 h 3278"/>
                <a:gd name="connsiteX6" fmla="*/ 4918 w 18032"/>
                <a:gd name="connsiteY6" fmla="*/ 0 h 3278"/>
                <a:gd name="connsiteX7" fmla="*/ 0 w 18032"/>
                <a:gd name="connsiteY7" fmla="*/ 0 h 3278"/>
                <a:gd name="connsiteX8" fmla="*/ 4918 w 18032"/>
                <a:gd name="connsiteY8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32" h="3278">
                  <a:moveTo>
                    <a:pt x="8197" y="3279"/>
                  </a:moveTo>
                  <a:lnTo>
                    <a:pt x="9836" y="3279"/>
                  </a:lnTo>
                  <a:lnTo>
                    <a:pt x="13114" y="3279"/>
                  </a:lnTo>
                  <a:lnTo>
                    <a:pt x="18032" y="3279"/>
                  </a:lnTo>
                  <a:lnTo>
                    <a:pt x="13114" y="1639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14" name="Freeform 4413">
              <a:extLst>
                <a:ext uri="{FF2B5EF4-FFF2-40B4-BE49-F238E27FC236}">
                  <a16:creationId xmlns:a16="http://schemas.microsoft.com/office/drawing/2014/main" id="{7BC2EA18-7B89-7640-A5B7-BD319237A4D5}"/>
                </a:ext>
              </a:extLst>
            </p:cNvPr>
            <p:cNvSpPr/>
            <p:nvPr/>
          </p:nvSpPr>
          <p:spPr>
            <a:xfrm>
              <a:off x="4566499" y="1187041"/>
              <a:ext cx="3278" cy="1639"/>
            </a:xfrm>
            <a:custGeom>
              <a:avLst/>
              <a:gdLst>
                <a:gd name="connsiteX0" fmla="*/ 3278 w 3278"/>
                <a:gd name="connsiteY0" fmla="*/ 0 h 1639"/>
                <a:gd name="connsiteX1" fmla="*/ 3278 w 3278"/>
                <a:gd name="connsiteY1" fmla="*/ 0 h 1639"/>
                <a:gd name="connsiteX2" fmla="*/ 0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8" y="0"/>
                  </a:moveTo>
                  <a:lnTo>
                    <a:pt x="327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15" name="Freeform 4414">
              <a:extLst>
                <a:ext uri="{FF2B5EF4-FFF2-40B4-BE49-F238E27FC236}">
                  <a16:creationId xmlns:a16="http://schemas.microsoft.com/office/drawing/2014/main" id="{A3DF3467-216B-0B43-93FD-845E7820B199}"/>
                </a:ext>
              </a:extLst>
            </p:cNvPr>
            <p:cNvSpPr/>
            <p:nvPr/>
          </p:nvSpPr>
          <p:spPr>
            <a:xfrm>
              <a:off x="4577974" y="690322"/>
              <a:ext cx="11475" cy="1639"/>
            </a:xfrm>
            <a:custGeom>
              <a:avLst/>
              <a:gdLst>
                <a:gd name="connsiteX0" fmla="*/ 0 w 11475"/>
                <a:gd name="connsiteY0" fmla="*/ 1639 h 1639"/>
                <a:gd name="connsiteX1" fmla="*/ 3279 w 11475"/>
                <a:gd name="connsiteY1" fmla="*/ 1639 h 1639"/>
                <a:gd name="connsiteX2" fmla="*/ 8197 w 11475"/>
                <a:gd name="connsiteY2" fmla="*/ 1639 h 1639"/>
                <a:gd name="connsiteX3" fmla="*/ 11476 w 11475"/>
                <a:gd name="connsiteY3" fmla="*/ 1639 h 1639"/>
                <a:gd name="connsiteX4" fmla="*/ 6557 w 11475"/>
                <a:gd name="connsiteY4" fmla="*/ 0 h 1639"/>
                <a:gd name="connsiteX5" fmla="*/ 3279 w 11475"/>
                <a:gd name="connsiteY5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1639">
                  <a:moveTo>
                    <a:pt x="0" y="1639"/>
                  </a:moveTo>
                  <a:lnTo>
                    <a:pt x="3279" y="1639"/>
                  </a:lnTo>
                  <a:lnTo>
                    <a:pt x="8197" y="1639"/>
                  </a:lnTo>
                  <a:lnTo>
                    <a:pt x="11476" y="1639"/>
                  </a:lnTo>
                  <a:lnTo>
                    <a:pt x="655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16" name="Freeform 4415">
              <a:extLst>
                <a:ext uri="{FF2B5EF4-FFF2-40B4-BE49-F238E27FC236}">
                  <a16:creationId xmlns:a16="http://schemas.microsoft.com/office/drawing/2014/main" id="{47E80E5B-3F7C-9940-9FEA-DE88B70C2C83}"/>
                </a:ext>
              </a:extLst>
            </p:cNvPr>
            <p:cNvSpPr/>
            <p:nvPr/>
          </p:nvSpPr>
          <p:spPr>
            <a:xfrm>
              <a:off x="4581252" y="691962"/>
              <a:ext cx="32786" cy="4918"/>
            </a:xfrm>
            <a:custGeom>
              <a:avLst/>
              <a:gdLst>
                <a:gd name="connsiteX0" fmla="*/ 32787 w 32786"/>
                <a:gd name="connsiteY0" fmla="*/ 4918 h 4918"/>
                <a:gd name="connsiteX1" fmla="*/ 29508 w 32786"/>
                <a:gd name="connsiteY1" fmla="*/ 3279 h 4918"/>
                <a:gd name="connsiteX2" fmla="*/ 24590 w 32786"/>
                <a:gd name="connsiteY2" fmla="*/ 3279 h 4918"/>
                <a:gd name="connsiteX3" fmla="*/ 21311 w 32786"/>
                <a:gd name="connsiteY3" fmla="*/ 3279 h 4918"/>
                <a:gd name="connsiteX4" fmla="*/ 16393 w 32786"/>
                <a:gd name="connsiteY4" fmla="*/ 1639 h 4918"/>
                <a:gd name="connsiteX5" fmla="*/ 13114 w 32786"/>
                <a:gd name="connsiteY5" fmla="*/ 0 h 4918"/>
                <a:gd name="connsiteX6" fmla="*/ 8197 w 32786"/>
                <a:gd name="connsiteY6" fmla="*/ 0 h 4918"/>
                <a:gd name="connsiteX7" fmla="*/ 3278 w 32786"/>
                <a:gd name="connsiteY7" fmla="*/ 0 h 4918"/>
                <a:gd name="connsiteX8" fmla="*/ 0 w 32786"/>
                <a:gd name="connsiteY8" fmla="*/ 1639 h 4918"/>
                <a:gd name="connsiteX9" fmla="*/ 3278 w 32786"/>
                <a:gd name="connsiteY9" fmla="*/ 1639 h 4918"/>
                <a:gd name="connsiteX10" fmla="*/ 8197 w 32786"/>
                <a:gd name="connsiteY10" fmla="*/ 3279 h 4918"/>
                <a:gd name="connsiteX11" fmla="*/ 11475 w 32786"/>
                <a:gd name="connsiteY11" fmla="*/ 3279 h 4918"/>
                <a:gd name="connsiteX12" fmla="*/ 16393 w 32786"/>
                <a:gd name="connsiteY12" fmla="*/ 4918 h 4918"/>
                <a:gd name="connsiteX13" fmla="*/ 19672 w 32786"/>
                <a:gd name="connsiteY13" fmla="*/ 4918 h 4918"/>
                <a:gd name="connsiteX14" fmla="*/ 24590 w 32786"/>
                <a:gd name="connsiteY14" fmla="*/ 4918 h 4918"/>
                <a:gd name="connsiteX15" fmla="*/ 27868 w 32786"/>
                <a:gd name="connsiteY15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786" h="4918">
                  <a:moveTo>
                    <a:pt x="32787" y="4918"/>
                  </a:moveTo>
                  <a:lnTo>
                    <a:pt x="29508" y="3279"/>
                  </a:lnTo>
                  <a:lnTo>
                    <a:pt x="24590" y="3279"/>
                  </a:lnTo>
                  <a:lnTo>
                    <a:pt x="21311" y="3279"/>
                  </a:lnTo>
                  <a:lnTo>
                    <a:pt x="16393" y="1639"/>
                  </a:lnTo>
                  <a:lnTo>
                    <a:pt x="13114" y="0"/>
                  </a:lnTo>
                  <a:lnTo>
                    <a:pt x="8197" y="0"/>
                  </a:lnTo>
                  <a:lnTo>
                    <a:pt x="3278" y="0"/>
                  </a:lnTo>
                  <a:lnTo>
                    <a:pt x="0" y="1639"/>
                  </a:lnTo>
                  <a:lnTo>
                    <a:pt x="3278" y="1639"/>
                  </a:lnTo>
                  <a:lnTo>
                    <a:pt x="8197" y="3279"/>
                  </a:lnTo>
                  <a:lnTo>
                    <a:pt x="11475" y="3279"/>
                  </a:lnTo>
                  <a:lnTo>
                    <a:pt x="16393" y="4918"/>
                  </a:lnTo>
                  <a:lnTo>
                    <a:pt x="19672" y="4918"/>
                  </a:lnTo>
                  <a:lnTo>
                    <a:pt x="24590" y="4918"/>
                  </a:lnTo>
                  <a:lnTo>
                    <a:pt x="2786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17" name="Freeform 4416">
              <a:extLst>
                <a:ext uri="{FF2B5EF4-FFF2-40B4-BE49-F238E27FC236}">
                  <a16:creationId xmlns:a16="http://schemas.microsoft.com/office/drawing/2014/main" id="{3BA7D025-0E84-4843-9B33-074CE29EB896}"/>
                </a:ext>
              </a:extLst>
            </p:cNvPr>
            <p:cNvSpPr/>
            <p:nvPr/>
          </p:nvSpPr>
          <p:spPr>
            <a:xfrm>
              <a:off x="4602564" y="691962"/>
              <a:ext cx="24590" cy="4918"/>
            </a:xfrm>
            <a:custGeom>
              <a:avLst/>
              <a:gdLst>
                <a:gd name="connsiteX0" fmla="*/ 16393 w 24590"/>
                <a:gd name="connsiteY0" fmla="*/ 4918 h 4918"/>
                <a:gd name="connsiteX1" fmla="*/ 21312 w 24590"/>
                <a:gd name="connsiteY1" fmla="*/ 4918 h 4918"/>
                <a:gd name="connsiteX2" fmla="*/ 24590 w 24590"/>
                <a:gd name="connsiteY2" fmla="*/ 3279 h 4918"/>
                <a:gd name="connsiteX3" fmla="*/ 21312 w 24590"/>
                <a:gd name="connsiteY3" fmla="*/ 1639 h 4918"/>
                <a:gd name="connsiteX4" fmla="*/ 16393 w 24590"/>
                <a:gd name="connsiteY4" fmla="*/ 1639 h 4918"/>
                <a:gd name="connsiteX5" fmla="*/ 11476 w 24590"/>
                <a:gd name="connsiteY5" fmla="*/ 1639 h 4918"/>
                <a:gd name="connsiteX6" fmla="*/ 8197 w 24590"/>
                <a:gd name="connsiteY6" fmla="*/ 0 h 4918"/>
                <a:gd name="connsiteX7" fmla="*/ 3279 w 24590"/>
                <a:gd name="connsiteY7" fmla="*/ 0 h 4918"/>
                <a:gd name="connsiteX8" fmla="*/ 0 w 24590"/>
                <a:gd name="connsiteY8" fmla="*/ 1639 h 4918"/>
                <a:gd name="connsiteX9" fmla="*/ 3279 w 24590"/>
                <a:gd name="connsiteY9" fmla="*/ 3279 h 4918"/>
                <a:gd name="connsiteX10" fmla="*/ 8197 w 24590"/>
                <a:gd name="connsiteY10" fmla="*/ 3279 h 4918"/>
                <a:gd name="connsiteX11" fmla="*/ 13115 w 24590"/>
                <a:gd name="connsiteY11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590" h="4918">
                  <a:moveTo>
                    <a:pt x="16393" y="4918"/>
                  </a:moveTo>
                  <a:lnTo>
                    <a:pt x="21312" y="4918"/>
                  </a:lnTo>
                  <a:lnTo>
                    <a:pt x="24590" y="3279"/>
                  </a:lnTo>
                  <a:lnTo>
                    <a:pt x="21312" y="1639"/>
                  </a:lnTo>
                  <a:lnTo>
                    <a:pt x="16393" y="1639"/>
                  </a:lnTo>
                  <a:lnTo>
                    <a:pt x="11476" y="1639"/>
                  </a:lnTo>
                  <a:lnTo>
                    <a:pt x="819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3279"/>
                  </a:lnTo>
                  <a:lnTo>
                    <a:pt x="8197" y="3279"/>
                  </a:lnTo>
                  <a:lnTo>
                    <a:pt x="13115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18" name="Freeform 4417">
              <a:extLst>
                <a:ext uri="{FF2B5EF4-FFF2-40B4-BE49-F238E27FC236}">
                  <a16:creationId xmlns:a16="http://schemas.microsoft.com/office/drawing/2014/main" id="{5C7F8BCE-A96B-0140-A94E-0AE1CB5A9CA2}"/>
                </a:ext>
              </a:extLst>
            </p:cNvPr>
            <p:cNvSpPr/>
            <p:nvPr/>
          </p:nvSpPr>
          <p:spPr>
            <a:xfrm>
              <a:off x="4604203" y="688683"/>
              <a:ext cx="39343" cy="4918"/>
            </a:xfrm>
            <a:custGeom>
              <a:avLst/>
              <a:gdLst>
                <a:gd name="connsiteX0" fmla="*/ 32787 w 39343"/>
                <a:gd name="connsiteY0" fmla="*/ 4918 h 4918"/>
                <a:gd name="connsiteX1" fmla="*/ 34426 w 39343"/>
                <a:gd name="connsiteY1" fmla="*/ 4918 h 4918"/>
                <a:gd name="connsiteX2" fmla="*/ 39344 w 39343"/>
                <a:gd name="connsiteY2" fmla="*/ 4918 h 4918"/>
                <a:gd name="connsiteX3" fmla="*/ 36066 w 39343"/>
                <a:gd name="connsiteY3" fmla="*/ 3279 h 4918"/>
                <a:gd name="connsiteX4" fmla="*/ 31147 w 39343"/>
                <a:gd name="connsiteY4" fmla="*/ 3279 h 4918"/>
                <a:gd name="connsiteX5" fmla="*/ 27869 w 39343"/>
                <a:gd name="connsiteY5" fmla="*/ 3279 h 4918"/>
                <a:gd name="connsiteX6" fmla="*/ 22951 w 39343"/>
                <a:gd name="connsiteY6" fmla="*/ 3279 h 4918"/>
                <a:gd name="connsiteX7" fmla="*/ 19672 w 39343"/>
                <a:gd name="connsiteY7" fmla="*/ 1639 h 4918"/>
                <a:gd name="connsiteX8" fmla="*/ 16393 w 39343"/>
                <a:gd name="connsiteY8" fmla="*/ 0 h 4918"/>
                <a:gd name="connsiteX9" fmla="*/ 11476 w 39343"/>
                <a:gd name="connsiteY9" fmla="*/ 0 h 4918"/>
                <a:gd name="connsiteX10" fmla="*/ 6557 w 39343"/>
                <a:gd name="connsiteY10" fmla="*/ 0 h 4918"/>
                <a:gd name="connsiteX11" fmla="*/ 3279 w 39343"/>
                <a:gd name="connsiteY11" fmla="*/ 0 h 4918"/>
                <a:gd name="connsiteX12" fmla="*/ 0 w 39343"/>
                <a:gd name="connsiteY12" fmla="*/ 1639 h 4918"/>
                <a:gd name="connsiteX13" fmla="*/ 4918 w 39343"/>
                <a:gd name="connsiteY13" fmla="*/ 1639 h 4918"/>
                <a:gd name="connsiteX14" fmla="*/ 8197 w 39343"/>
                <a:gd name="connsiteY14" fmla="*/ 1639 h 4918"/>
                <a:gd name="connsiteX15" fmla="*/ 13114 w 39343"/>
                <a:gd name="connsiteY15" fmla="*/ 3279 h 4918"/>
                <a:gd name="connsiteX16" fmla="*/ 16393 w 39343"/>
                <a:gd name="connsiteY16" fmla="*/ 3279 h 4918"/>
                <a:gd name="connsiteX17" fmla="*/ 21311 w 39343"/>
                <a:gd name="connsiteY17" fmla="*/ 4918 h 4918"/>
                <a:gd name="connsiteX18" fmla="*/ 24590 w 39343"/>
                <a:gd name="connsiteY18" fmla="*/ 4918 h 4918"/>
                <a:gd name="connsiteX19" fmla="*/ 27869 w 39343"/>
                <a:gd name="connsiteY19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9343" h="4918">
                  <a:moveTo>
                    <a:pt x="32787" y="4918"/>
                  </a:moveTo>
                  <a:lnTo>
                    <a:pt x="34426" y="4918"/>
                  </a:lnTo>
                  <a:lnTo>
                    <a:pt x="39344" y="4918"/>
                  </a:lnTo>
                  <a:lnTo>
                    <a:pt x="36066" y="3279"/>
                  </a:lnTo>
                  <a:lnTo>
                    <a:pt x="31147" y="3279"/>
                  </a:lnTo>
                  <a:lnTo>
                    <a:pt x="27869" y="3279"/>
                  </a:lnTo>
                  <a:lnTo>
                    <a:pt x="22951" y="3279"/>
                  </a:lnTo>
                  <a:lnTo>
                    <a:pt x="19672" y="1639"/>
                  </a:lnTo>
                  <a:lnTo>
                    <a:pt x="16393" y="0"/>
                  </a:lnTo>
                  <a:lnTo>
                    <a:pt x="11476" y="0"/>
                  </a:lnTo>
                  <a:lnTo>
                    <a:pt x="655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4918" y="1639"/>
                  </a:lnTo>
                  <a:lnTo>
                    <a:pt x="8197" y="1639"/>
                  </a:lnTo>
                  <a:lnTo>
                    <a:pt x="13114" y="3279"/>
                  </a:lnTo>
                  <a:lnTo>
                    <a:pt x="16393" y="3279"/>
                  </a:lnTo>
                  <a:lnTo>
                    <a:pt x="21311" y="4918"/>
                  </a:lnTo>
                  <a:lnTo>
                    <a:pt x="24590" y="4918"/>
                  </a:lnTo>
                  <a:lnTo>
                    <a:pt x="2786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19" name="Freeform 4418">
              <a:extLst>
                <a:ext uri="{FF2B5EF4-FFF2-40B4-BE49-F238E27FC236}">
                  <a16:creationId xmlns:a16="http://schemas.microsoft.com/office/drawing/2014/main" id="{06653C06-0125-5042-B467-234257F468BF}"/>
                </a:ext>
              </a:extLst>
            </p:cNvPr>
            <p:cNvSpPr/>
            <p:nvPr/>
          </p:nvSpPr>
          <p:spPr>
            <a:xfrm>
              <a:off x="4618957" y="1185402"/>
              <a:ext cx="8196" cy="4917"/>
            </a:xfrm>
            <a:custGeom>
              <a:avLst/>
              <a:gdLst>
                <a:gd name="connsiteX0" fmla="*/ 0 w 8196"/>
                <a:gd name="connsiteY0" fmla="*/ 3279 h 4917"/>
                <a:gd name="connsiteX1" fmla="*/ 3279 w 8196"/>
                <a:gd name="connsiteY1" fmla="*/ 4918 h 4917"/>
                <a:gd name="connsiteX2" fmla="*/ 8197 w 8196"/>
                <a:gd name="connsiteY2" fmla="*/ 3279 h 4917"/>
                <a:gd name="connsiteX3" fmla="*/ 3279 w 8196"/>
                <a:gd name="connsiteY3" fmla="*/ 0 h 4917"/>
                <a:gd name="connsiteX4" fmla="*/ 1639 w 8196"/>
                <a:gd name="connsiteY4" fmla="*/ 163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7">
                  <a:moveTo>
                    <a:pt x="0" y="3279"/>
                  </a:moveTo>
                  <a:lnTo>
                    <a:pt x="3279" y="4918"/>
                  </a:lnTo>
                  <a:lnTo>
                    <a:pt x="8197" y="3279"/>
                  </a:lnTo>
                  <a:lnTo>
                    <a:pt x="3279" y="0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20" name="Freeform 4419">
              <a:extLst>
                <a:ext uri="{FF2B5EF4-FFF2-40B4-BE49-F238E27FC236}">
                  <a16:creationId xmlns:a16="http://schemas.microsoft.com/office/drawing/2014/main" id="{6FEF1451-C8D5-E44E-B25C-74B776002790}"/>
                </a:ext>
              </a:extLst>
            </p:cNvPr>
            <p:cNvSpPr/>
            <p:nvPr/>
          </p:nvSpPr>
          <p:spPr>
            <a:xfrm>
              <a:off x="4627154" y="687044"/>
              <a:ext cx="11475" cy="3278"/>
            </a:xfrm>
            <a:custGeom>
              <a:avLst/>
              <a:gdLst>
                <a:gd name="connsiteX0" fmla="*/ 0 w 11475"/>
                <a:gd name="connsiteY0" fmla="*/ 1639 h 3278"/>
                <a:gd name="connsiteX1" fmla="*/ 0 w 11475"/>
                <a:gd name="connsiteY1" fmla="*/ 1639 h 3278"/>
                <a:gd name="connsiteX2" fmla="*/ 3279 w 11475"/>
                <a:gd name="connsiteY2" fmla="*/ 1639 h 3278"/>
                <a:gd name="connsiteX3" fmla="*/ 8197 w 11475"/>
                <a:gd name="connsiteY3" fmla="*/ 3279 h 3278"/>
                <a:gd name="connsiteX4" fmla="*/ 11476 w 11475"/>
                <a:gd name="connsiteY4" fmla="*/ 0 h 3278"/>
                <a:gd name="connsiteX5" fmla="*/ 8197 w 11475"/>
                <a:gd name="connsiteY5" fmla="*/ 0 h 3278"/>
                <a:gd name="connsiteX6" fmla="*/ 3279 w 11475"/>
                <a:gd name="connsiteY6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0" y="1639"/>
                  </a:moveTo>
                  <a:lnTo>
                    <a:pt x="0" y="1639"/>
                  </a:lnTo>
                  <a:lnTo>
                    <a:pt x="3279" y="1639"/>
                  </a:lnTo>
                  <a:lnTo>
                    <a:pt x="8197" y="3279"/>
                  </a:lnTo>
                  <a:lnTo>
                    <a:pt x="11476" y="0"/>
                  </a:lnTo>
                  <a:lnTo>
                    <a:pt x="819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21" name="Freeform 4420">
              <a:extLst>
                <a:ext uri="{FF2B5EF4-FFF2-40B4-BE49-F238E27FC236}">
                  <a16:creationId xmlns:a16="http://schemas.microsoft.com/office/drawing/2014/main" id="{F69F6F01-339C-E944-B2F6-E4315B2FCA47}"/>
                </a:ext>
              </a:extLst>
            </p:cNvPr>
            <p:cNvSpPr/>
            <p:nvPr/>
          </p:nvSpPr>
          <p:spPr>
            <a:xfrm>
              <a:off x="3836993" y="857535"/>
              <a:ext cx="8196" cy="1639"/>
            </a:xfrm>
            <a:custGeom>
              <a:avLst/>
              <a:gdLst>
                <a:gd name="connsiteX0" fmla="*/ 0 w 8196"/>
                <a:gd name="connsiteY0" fmla="*/ 1639 h 1639"/>
                <a:gd name="connsiteX1" fmla="*/ 3279 w 8196"/>
                <a:gd name="connsiteY1" fmla="*/ 0 h 1639"/>
                <a:gd name="connsiteX2" fmla="*/ 8197 w 8196"/>
                <a:gd name="connsiteY2" fmla="*/ 0 h 1639"/>
                <a:gd name="connsiteX3" fmla="*/ 8197 w 8196"/>
                <a:gd name="connsiteY3" fmla="*/ 1639 h 1639"/>
                <a:gd name="connsiteX4" fmla="*/ 3279 w 8196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0" y="1639"/>
                  </a:moveTo>
                  <a:lnTo>
                    <a:pt x="3279" y="0"/>
                  </a:lnTo>
                  <a:lnTo>
                    <a:pt x="8197" y="0"/>
                  </a:lnTo>
                  <a:lnTo>
                    <a:pt x="8197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22" name="Freeform 4421">
              <a:extLst>
                <a:ext uri="{FF2B5EF4-FFF2-40B4-BE49-F238E27FC236}">
                  <a16:creationId xmlns:a16="http://schemas.microsoft.com/office/drawing/2014/main" id="{17B3955E-4CB7-1A42-9793-0E4A2273AAE7}"/>
                </a:ext>
              </a:extLst>
            </p:cNvPr>
            <p:cNvSpPr/>
            <p:nvPr/>
          </p:nvSpPr>
          <p:spPr>
            <a:xfrm>
              <a:off x="3836993" y="859174"/>
              <a:ext cx="4918" cy="16393"/>
            </a:xfrm>
            <a:custGeom>
              <a:avLst/>
              <a:gdLst>
                <a:gd name="connsiteX0" fmla="*/ 0 w 4918"/>
                <a:gd name="connsiteY0" fmla="*/ 0 h 16393"/>
                <a:gd name="connsiteX1" fmla="*/ 4918 w 4918"/>
                <a:gd name="connsiteY1" fmla="*/ 0 h 16393"/>
                <a:gd name="connsiteX2" fmla="*/ 0 w 491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3">
                  <a:moveTo>
                    <a:pt x="0" y="0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23" name="Freeform 4422">
              <a:extLst>
                <a:ext uri="{FF2B5EF4-FFF2-40B4-BE49-F238E27FC236}">
                  <a16:creationId xmlns:a16="http://schemas.microsoft.com/office/drawing/2014/main" id="{3F474AC2-7B85-9D4D-8BFB-F734BF13F0CD}"/>
                </a:ext>
              </a:extLst>
            </p:cNvPr>
            <p:cNvSpPr/>
            <p:nvPr/>
          </p:nvSpPr>
          <p:spPr>
            <a:xfrm>
              <a:off x="3936993" y="1203435"/>
              <a:ext cx="4918" cy="3278"/>
            </a:xfrm>
            <a:custGeom>
              <a:avLst/>
              <a:gdLst>
                <a:gd name="connsiteX0" fmla="*/ 1639 w 4918"/>
                <a:gd name="connsiteY0" fmla="*/ 3279 h 3278"/>
                <a:gd name="connsiteX1" fmla="*/ 0 w 4918"/>
                <a:gd name="connsiteY1" fmla="*/ 0 h 3278"/>
                <a:gd name="connsiteX2" fmla="*/ 4918 w 491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3278">
                  <a:moveTo>
                    <a:pt x="1639" y="3279"/>
                  </a:moveTo>
                  <a:lnTo>
                    <a:pt x="0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24" name="Freeform 4423">
              <a:extLst>
                <a:ext uri="{FF2B5EF4-FFF2-40B4-BE49-F238E27FC236}">
                  <a16:creationId xmlns:a16="http://schemas.microsoft.com/office/drawing/2014/main" id="{1CECAA61-360B-E341-87E0-ED93D07EC2B8}"/>
                </a:ext>
              </a:extLst>
            </p:cNvPr>
            <p:cNvSpPr/>
            <p:nvPr/>
          </p:nvSpPr>
          <p:spPr>
            <a:xfrm>
              <a:off x="3927157" y="1236222"/>
              <a:ext cx="18032" cy="4917"/>
            </a:xfrm>
            <a:custGeom>
              <a:avLst/>
              <a:gdLst>
                <a:gd name="connsiteX0" fmla="*/ 18032 w 18032"/>
                <a:gd name="connsiteY0" fmla="*/ 0 h 4917"/>
                <a:gd name="connsiteX1" fmla="*/ 14754 w 18032"/>
                <a:gd name="connsiteY1" fmla="*/ 1639 h 4917"/>
                <a:gd name="connsiteX2" fmla="*/ 11475 w 18032"/>
                <a:gd name="connsiteY2" fmla="*/ 1639 h 4917"/>
                <a:gd name="connsiteX3" fmla="*/ 6557 w 18032"/>
                <a:gd name="connsiteY3" fmla="*/ 3279 h 4917"/>
                <a:gd name="connsiteX4" fmla="*/ 3278 w 18032"/>
                <a:gd name="connsiteY4" fmla="*/ 3279 h 4917"/>
                <a:gd name="connsiteX5" fmla="*/ 0 w 18032"/>
                <a:gd name="connsiteY5" fmla="*/ 4918 h 4917"/>
                <a:gd name="connsiteX6" fmla="*/ 3278 w 18032"/>
                <a:gd name="connsiteY6" fmla="*/ 1639 h 4917"/>
                <a:gd name="connsiteX7" fmla="*/ 8197 w 18032"/>
                <a:gd name="connsiteY7" fmla="*/ 1639 h 4917"/>
                <a:gd name="connsiteX8" fmla="*/ 11475 w 18032"/>
                <a:gd name="connsiteY8" fmla="*/ 1639 h 4917"/>
                <a:gd name="connsiteX9" fmla="*/ 14754 w 18032"/>
                <a:gd name="connsiteY9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032" h="4917">
                  <a:moveTo>
                    <a:pt x="18032" y="0"/>
                  </a:moveTo>
                  <a:lnTo>
                    <a:pt x="14754" y="1639"/>
                  </a:lnTo>
                  <a:lnTo>
                    <a:pt x="11475" y="1639"/>
                  </a:lnTo>
                  <a:lnTo>
                    <a:pt x="6557" y="3279"/>
                  </a:lnTo>
                  <a:lnTo>
                    <a:pt x="3278" y="3279"/>
                  </a:lnTo>
                  <a:lnTo>
                    <a:pt x="0" y="4918"/>
                  </a:lnTo>
                  <a:lnTo>
                    <a:pt x="3278" y="1639"/>
                  </a:lnTo>
                  <a:lnTo>
                    <a:pt x="8197" y="1639"/>
                  </a:lnTo>
                  <a:lnTo>
                    <a:pt x="11475" y="1639"/>
                  </a:lnTo>
                  <a:lnTo>
                    <a:pt x="14754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25" name="Freeform 4424">
              <a:extLst>
                <a:ext uri="{FF2B5EF4-FFF2-40B4-BE49-F238E27FC236}">
                  <a16:creationId xmlns:a16="http://schemas.microsoft.com/office/drawing/2014/main" id="{B1FE9CC3-805E-EF47-958A-97687500A48C}"/>
                </a:ext>
              </a:extLst>
            </p:cNvPr>
            <p:cNvSpPr/>
            <p:nvPr/>
          </p:nvSpPr>
          <p:spPr>
            <a:xfrm>
              <a:off x="3953386" y="1385401"/>
              <a:ext cx="9836" cy="4918"/>
            </a:xfrm>
            <a:custGeom>
              <a:avLst/>
              <a:gdLst>
                <a:gd name="connsiteX0" fmla="*/ 0 w 9836"/>
                <a:gd name="connsiteY0" fmla="*/ 4918 h 4918"/>
                <a:gd name="connsiteX1" fmla="*/ 3279 w 9836"/>
                <a:gd name="connsiteY1" fmla="*/ 3279 h 4918"/>
                <a:gd name="connsiteX2" fmla="*/ 6558 w 9836"/>
                <a:gd name="connsiteY2" fmla="*/ 1639 h 4918"/>
                <a:gd name="connsiteX3" fmla="*/ 9836 w 9836"/>
                <a:gd name="connsiteY3" fmla="*/ 0 h 4918"/>
                <a:gd name="connsiteX4" fmla="*/ 6558 w 9836"/>
                <a:gd name="connsiteY4" fmla="*/ 3279 h 4918"/>
                <a:gd name="connsiteX5" fmla="*/ 3279 w 9836"/>
                <a:gd name="connsiteY5" fmla="*/ 3279 h 4918"/>
                <a:gd name="connsiteX6" fmla="*/ 1639 w 9836"/>
                <a:gd name="connsiteY6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4918">
                  <a:moveTo>
                    <a:pt x="0" y="4918"/>
                  </a:moveTo>
                  <a:lnTo>
                    <a:pt x="3279" y="3279"/>
                  </a:lnTo>
                  <a:lnTo>
                    <a:pt x="6558" y="1639"/>
                  </a:lnTo>
                  <a:lnTo>
                    <a:pt x="9836" y="0"/>
                  </a:lnTo>
                  <a:lnTo>
                    <a:pt x="6558" y="3279"/>
                  </a:lnTo>
                  <a:lnTo>
                    <a:pt x="3279" y="3279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26" name="Freeform 4425">
              <a:extLst>
                <a:ext uri="{FF2B5EF4-FFF2-40B4-BE49-F238E27FC236}">
                  <a16:creationId xmlns:a16="http://schemas.microsoft.com/office/drawing/2014/main" id="{EFF34638-BAC3-4741-ADE9-7A848E69DE0B}"/>
                </a:ext>
              </a:extLst>
            </p:cNvPr>
            <p:cNvSpPr/>
            <p:nvPr/>
          </p:nvSpPr>
          <p:spPr>
            <a:xfrm>
              <a:off x="4059943" y="1119829"/>
              <a:ext cx="1639" cy="16393"/>
            </a:xfrm>
            <a:custGeom>
              <a:avLst/>
              <a:gdLst>
                <a:gd name="connsiteX0" fmla="*/ 0 w 1639"/>
                <a:gd name="connsiteY0" fmla="*/ 0 h 16393"/>
                <a:gd name="connsiteX1" fmla="*/ 1639 w 1639"/>
                <a:gd name="connsiteY1" fmla="*/ 0 h 16393"/>
                <a:gd name="connsiteX2" fmla="*/ 0 w 1639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16393">
                  <a:moveTo>
                    <a:pt x="0" y="0"/>
                  </a:moveTo>
                  <a:lnTo>
                    <a:pt x="163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27" name="Freeform 4426">
              <a:extLst>
                <a:ext uri="{FF2B5EF4-FFF2-40B4-BE49-F238E27FC236}">
                  <a16:creationId xmlns:a16="http://schemas.microsoft.com/office/drawing/2014/main" id="{658EB3E6-D9D8-0D4E-86A0-0D5F2AAC1EDC}"/>
                </a:ext>
              </a:extLst>
            </p:cNvPr>
            <p:cNvSpPr/>
            <p:nvPr/>
          </p:nvSpPr>
          <p:spPr>
            <a:xfrm>
              <a:off x="4086173" y="1501794"/>
              <a:ext cx="27868" cy="9835"/>
            </a:xfrm>
            <a:custGeom>
              <a:avLst/>
              <a:gdLst>
                <a:gd name="connsiteX0" fmla="*/ 4918 w 27868"/>
                <a:gd name="connsiteY0" fmla="*/ 6557 h 9835"/>
                <a:gd name="connsiteX1" fmla="*/ 8197 w 27868"/>
                <a:gd name="connsiteY1" fmla="*/ 4918 h 9835"/>
                <a:gd name="connsiteX2" fmla="*/ 4918 w 27868"/>
                <a:gd name="connsiteY2" fmla="*/ 4918 h 9835"/>
                <a:gd name="connsiteX3" fmla="*/ 0 w 27868"/>
                <a:gd name="connsiteY3" fmla="*/ 1639 h 9835"/>
                <a:gd name="connsiteX4" fmla="*/ 4918 w 27868"/>
                <a:gd name="connsiteY4" fmla="*/ 0 h 9835"/>
                <a:gd name="connsiteX5" fmla="*/ 8197 w 27868"/>
                <a:gd name="connsiteY5" fmla="*/ 0 h 9835"/>
                <a:gd name="connsiteX6" fmla="*/ 8197 w 27868"/>
                <a:gd name="connsiteY6" fmla="*/ 0 h 9835"/>
                <a:gd name="connsiteX7" fmla="*/ 11476 w 27868"/>
                <a:gd name="connsiteY7" fmla="*/ 0 h 9835"/>
                <a:gd name="connsiteX8" fmla="*/ 14754 w 27868"/>
                <a:gd name="connsiteY8" fmla="*/ 1639 h 9835"/>
                <a:gd name="connsiteX9" fmla="*/ 19672 w 27868"/>
                <a:gd name="connsiteY9" fmla="*/ 1639 h 9835"/>
                <a:gd name="connsiteX10" fmla="*/ 22951 w 27868"/>
                <a:gd name="connsiteY10" fmla="*/ 3279 h 9835"/>
                <a:gd name="connsiteX11" fmla="*/ 27869 w 27868"/>
                <a:gd name="connsiteY11" fmla="*/ 3279 h 9835"/>
                <a:gd name="connsiteX12" fmla="*/ 27869 w 27868"/>
                <a:gd name="connsiteY12" fmla="*/ 6557 h 9835"/>
                <a:gd name="connsiteX13" fmla="*/ 24590 w 27868"/>
                <a:gd name="connsiteY13" fmla="*/ 6557 h 9835"/>
                <a:gd name="connsiteX14" fmla="*/ 21312 w 27868"/>
                <a:gd name="connsiteY14" fmla="*/ 4918 h 9835"/>
                <a:gd name="connsiteX15" fmla="*/ 16393 w 27868"/>
                <a:gd name="connsiteY15" fmla="*/ 3279 h 9835"/>
                <a:gd name="connsiteX16" fmla="*/ 16393 w 27868"/>
                <a:gd name="connsiteY16" fmla="*/ 6557 h 9835"/>
                <a:gd name="connsiteX17" fmla="*/ 13115 w 27868"/>
                <a:gd name="connsiteY17" fmla="*/ 9836 h 9835"/>
                <a:gd name="connsiteX18" fmla="*/ 9836 w 27868"/>
                <a:gd name="connsiteY18" fmla="*/ 8197 h 9835"/>
                <a:gd name="connsiteX19" fmla="*/ 4918 w 27868"/>
                <a:gd name="connsiteY19" fmla="*/ 6557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868" h="9835">
                  <a:moveTo>
                    <a:pt x="4918" y="6557"/>
                  </a:moveTo>
                  <a:lnTo>
                    <a:pt x="8197" y="4918"/>
                  </a:lnTo>
                  <a:lnTo>
                    <a:pt x="4918" y="4918"/>
                  </a:lnTo>
                  <a:lnTo>
                    <a:pt x="0" y="1639"/>
                  </a:lnTo>
                  <a:lnTo>
                    <a:pt x="4918" y="0"/>
                  </a:lnTo>
                  <a:lnTo>
                    <a:pt x="8197" y="0"/>
                  </a:lnTo>
                  <a:lnTo>
                    <a:pt x="8197" y="0"/>
                  </a:lnTo>
                  <a:lnTo>
                    <a:pt x="11476" y="0"/>
                  </a:lnTo>
                  <a:lnTo>
                    <a:pt x="14754" y="1639"/>
                  </a:lnTo>
                  <a:lnTo>
                    <a:pt x="19672" y="1639"/>
                  </a:lnTo>
                  <a:lnTo>
                    <a:pt x="22951" y="3279"/>
                  </a:lnTo>
                  <a:lnTo>
                    <a:pt x="27869" y="3279"/>
                  </a:lnTo>
                  <a:lnTo>
                    <a:pt x="27869" y="6557"/>
                  </a:lnTo>
                  <a:lnTo>
                    <a:pt x="24590" y="6557"/>
                  </a:lnTo>
                  <a:lnTo>
                    <a:pt x="21312" y="4918"/>
                  </a:lnTo>
                  <a:lnTo>
                    <a:pt x="16393" y="3279"/>
                  </a:lnTo>
                  <a:lnTo>
                    <a:pt x="16393" y="6557"/>
                  </a:lnTo>
                  <a:lnTo>
                    <a:pt x="13115" y="9836"/>
                  </a:lnTo>
                  <a:lnTo>
                    <a:pt x="9836" y="8197"/>
                  </a:lnTo>
                  <a:lnTo>
                    <a:pt x="4918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28" name="Freeform 4427">
              <a:extLst>
                <a:ext uri="{FF2B5EF4-FFF2-40B4-BE49-F238E27FC236}">
                  <a16:creationId xmlns:a16="http://schemas.microsoft.com/office/drawing/2014/main" id="{970AD81D-5838-DA4A-9A29-1C56F1390E33}"/>
                </a:ext>
              </a:extLst>
            </p:cNvPr>
            <p:cNvSpPr/>
            <p:nvPr/>
          </p:nvSpPr>
          <p:spPr>
            <a:xfrm>
              <a:off x="4179615" y="1395237"/>
              <a:ext cx="13114" cy="4918"/>
            </a:xfrm>
            <a:custGeom>
              <a:avLst/>
              <a:gdLst>
                <a:gd name="connsiteX0" fmla="*/ 0 w 13114"/>
                <a:gd name="connsiteY0" fmla="*/ 4918 h 4918"/>
                <a:gd name="connsiteX1" fmla="*/ 1639 w 13114"/>
                <a:gd name="connsiteY1" fmla="*/ 1639 h 4918"/>
                <a:gd name="connsiteX2" fmla="*/ 4918 w 13114"/>
                <a:gd name="connsiteY2" fmla="*/ 0 h 4918"/>
                <a:gd name="connsiteX3" fmla="*/ 8197 w 13114"/>
                <a:gd name="connsiteY3" fmla="*/ 1639 h 4918"/>
                <a:gd name="connsiteX4" fmla="*/ 11475 w 13114"/>
                <a:gd name="connsiteY4" fmla="*/ 1639 h 4918"/>
                <a:gd name="connsiteX5" fmla="*/ 13114 w 13114"/>
                <a:gd name="connsiteY5" fmla="*/ 1639 h 4918"/>
                <a:gd name="connsiteX6" fmla="*/ 8197 w 13114"/>
                <a:gd name="connsiteY6" fmla="*/ 3279 h 4918"/>
                <a:gd name="connsiteX7" fmla="*/ 4918 w 13114"/>
                <a:gd name="connsiteY7" fmla="*/ 4918 h 4918"/>
                <a:gd name="connsiteX8" fmla="*/ 1639 w 13114"/>
                <a:gd name="connsiteY8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14" h="4918">
                  <a:moveTo>
                    <a:pt x="0" y="4918"/>
                  </a:moveTo>
                  <a:lnTo>
                    <a:pt x="1639" y="1639"/>
                  </a:lnTo>
                  <a:lnTo>
                    <a:pt x="4918" y="0"/>
                  </a:lnTo>
                  <a:lnTo>
                    <a:pt x="8197" y="1639"/>
                  </a:lnTo>
                  <a:lnTo>
                    <a:pt x="11475" y="1639"/>
                  </a:lnTo>
                  <a:lnTo>
                    <a:pt x="13114" y="1639"/>
                  </a:lnTo>
                  <a:lnTo>
                    <a:pt x="8197" y="3279"/>
                  </a:lnTo>
                  <a:lnTo>
                    <a:pt x="4918" y="4918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29" name="Freeform 4428">
              <a:extLst>
                <a:ext uri="{FF2B5EF4-FFF2-40B4-BE49-F238E27FC236}">
                  <a16:creationId xmlns:a16="http://schemas.microsoft.com/office/drawing/2014/main" id="{BF8A483E-542B-2345-A251-218F718B166F}"/>
                </a:ext>
              </a:extLst>
            </p:cNvPr>
            <p:cNvSpPr/>
            <p:nvPr/>
          </p:nvSpPr>
          <p:spPr>
            <a:xfrm>
              <a:off x="4207483" y="1365729"/>
              <a:ext cx="8196" cy="4917"/>
            </a:xfrm>
            <a:custGeom>
              <a:avLst/>
              <a:gdLst>
                <a:gd name="connsiteX0" fmla="*/ 0 w 8196"/>
                <a:gd name="connsiteY0" fmla="*/ 4918 h 4917"/>
                <a:gd name="connsiteX1" fmla="*/ 0 w 8196"/>
                <a:gd name="connsiteY1" fmla="*/ 3279 h 4917"/>
                <a:gd name="connsiteX2" fmla="*/ 4918 w 8196"/>
                <a:gd name="connsiteY2" fmla="*/ 0 h 4917"/>
                <a:gd name="connsiteX3" fmla="*/ 8197 w 8196"/>
                <a:gd name="connsiteY3" fmla="*/ 4918 h 4917"/>
                <a:gd name="connsiteX4" fmla="*/ 6558 w 8196"/>
                <a:gd name="connsiteY4" fmla="*/ 3279 h 4917"/>
                <a:gd name="connsiteX5" fmla="*/ 3279 w 8196"/>
                <a:gd name="connsiteY5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4917">
                  <a:moveTo>
                    <a:pt x="0" y="4918"/>
                  </a:moveTo>
                  <a:lnTo>
                    <a:pt x="0" y="3279"/>
                  </a:lnTo>
                  <a:lnTo>
                    <a:pt x="4918" y="0"/>
                  </a:lnTo>
                  <a:lnTo>
                    <a:pt x="8197" y="4918"/>
                  </a:lnTo>
                  <a:lnTo>
                    <a:pt x="6558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30" name="Freeform 4429">
              <a:extLst>
                <a:ext uri="{FF2B5EF4-FFF2-40B4-BE49-F238E27FC236}">
                  <a16:creationId xmlns:a16="http://schemas.microsoft.com/office/drawing/2014/main" id="{BCE1B89C-783D-2247-AFB2-A5CE4A68BB13}"/>
                </a:ext>
              </a:extLst>
            </p:cNvPr>
            <p:cNvSpPr/>
            <p:nvPr/>
          </p:nvSpPr>
          <p:spPr>
            <a:xfrm>
              <a:off x="4515679" y="698519"/>
              <a:ext cx="16393" cy="16393"/>
            </a:xfrm>
            <a:custGeom>
              <a:avLst/>
              <a:gdLst>
                <a:gd name="connsiteX0" fmla="*/ 0 w 16393"/>
                <a:gd name="connsiteY0" fmla="*/ 0 h 16393"/>
                <a:gd name="connsiteX1" fmla="*/ 4918 w 16393"/>
                <a:gd name="connsiteY1" fmla="*/ 0 h 16393"/>
                <a:gd name="connsiteX2" fmla="*/ 9836 w 16393"/>
                <a:gd name="connsiteY2" fmla="*/ 0 h 16393"/>
                <a:gd name="connsiteX3" fmla="*/ 13114 w 16393"/>
                <a:gd name="connsiteY3" fmla="*/ 0 h 16393"/>
                <a:gd name="connsiteX4" fmla="*/ 16393 w 16393"/>
                <a:gd name="connsiteY4" fmla="*/ 0 h 16393"/>
                <a:gd name="connsiteX5" fmla="*/ 13114 w 16393"/>
                <a:gd name="connsiteY5" fmla="*/ 0 h 16393"/>
                <a:gd name="connsiteX6" fmla="*/ 8197 w 16393"/>
                <a:gd name="connsiteY6" fmla="*/ 0 h 16393"/>
                <a:gd name="connsiteX7" fmla="*/ 4918 w 16393"/>
                <a:gd name="connsiteY7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3" h="16393">
                  <a:moveTo>
                    <a:pt x="0" y="0"/>
                  </a:moveTo>
                  <a:lnTo>
                    <a:pt x="4918" y="0"/>
                  </a:lnTo>
                  <a:lnTo>
                    <a:pt x="9836" y="0"/>
                  </a:lnTo>
                  <a:lnTo>
                    <a:pt x="13114" y="0"/>
                  </a:lnTo>
                  <a:lnTo>
                    <a:pt x="16393" y="0"/>
                  </a:lnTo>
                  <a:lnTo>
                    <a:pt x="13114" y="0"/>
                  </a:lnTo>
                  <a:lnTo>
                    <a:pt x="8197" y="0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31" name="Freeform 4430">
              <a:extLst>
                <a:ext uri="{FF2B5EF4-FFF2-40B4-BE49-F238E27FC236}">
                  <a16:creationId xmlns:a16="http://schemas.microsoft.com/office/drawing/2014/main" id="{9E51FF2D-77BA-9346-9551-143E96CF3A2E}"/>
                </a:ext>
              </a:extLst>
            </p:cNvPr>
            <p:cNvSpPr/>
            <p:nvPr/>
          </p:nvSpPr>
          <p:spPr>
            <a:xfrm>
              <a:off x="7366485" y="2937853"/>
              <a:ext cx="8196" cy="3278"/>
            </a:xfrm>
            <a:custGeom>
              <a:avLst/>
              <a:gdLst>
                <a:gd name="connsiteX0" fmla="*/ 3279 w 8196"/>
                <a:gd name="connsiteY0" fmla="*/ 3279 h 3278"/>
                <a:gd name="connsiteX1" fmla="*/ 4918 w 8196"/>
                <a:gd name="connsiteY1" fmla="*/ 1639 h 3278"/>
                <a:gd name="connsiteX2" fmla="*/ 4918 w 8196"/>
                <a:gd name="connsiteY2" fmla="*/ 1639 h 3278"/>
                <a:gd name="connsiteX3" fmla="*/ 4918 w 8196"/>
                <a:gd name="connsiteY3" fmla="*/ 1639 h 3278"/>
                <a:gd name="connsiteX4" fmla="*/ 8197 w 8196"/>
                <a:gd name="connsiteY4" fmla="*/ 1639 h 3278"/>
                <a:gd name="connsiteX5" fmla="*/ 3279 w 8196"/>
                <a:gd name="connsiteY5" fmla="*/ 0 h 3278"/>
                <a:gd name="connsiteX6" fmla="*/ 0 w 8196"/>
                <a:gd name="connsiteY6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3278">
                  <a:moveTo>
                    <a:pt x="3279" y="3279"/>
                  </a:moveTo>
                  <a:lnTo>
                    <a:pt x="4918" y="1639"/>
                  </a:lnTo>
                  <a:lnTo>
                    <a:pt x="4918" y="1639"/>
                  </a:lnTo>
                  <a:lnTo>
                    <a:pt x="4918" y="1639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32" name="Freeform 4431">
              <a:extLst>
                <a:ext uri="{FF2B5EF4-FFF2-40B4-BE49-F238E27FC236}">
                  <a16:creationId xmlns:a16="http://schemas.microsoft.com/office/drawing/2014/main" id="{5C4F623D-A740-C641-97AB-9C737E5F31B2}"/>
                </a:ext>
              </a:extLst>
            </p:cNvPr>
            <p:cNvSpPr/>
            <p:nvPr/>
          </p:nvSpPr>
          <p:spPr>
            <a:xfrm>
              <a:off x="7395993" y="2950968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33" name="Freeform 4432">
              <a:extLst>
                <a:ext uri="{FF2B5EF4-FFF2-40B4-BE49-F238E27FC236}">
                  <a16:creationId xmlns:a16="http://schemas.microsoft.com/office/drawing/2014/main" id="{095AA9C5-BAF0-9A40-8F28-C18CFFC8A96E}"/>
                </a:ext>
              </a:extLst>
            </p:cNvPr>
            <p:cNvSpPr/>
            <p:nvPr/>
          </p:nvSpPr>
          <p:spPr>
            <a:xfrm>
              <a:off x="7445173" y="2931296"/>
              <a:ext cx="36065" cy="19671"/>
            </a:xfrm>
            <a:custGeom>
              <a:avLst/>
              <a:gdLst>
                <a:gd name="connsiteX0" fmla="*/ 19672 w 36065"/>
                <a:gd name="connsiteY0" fmla="*/ 3279 h 19671"/>
                <a:gd name="connsiteX1" fmla="*/ 18033 w 36065"/>
                <a:gd name="connsiteY1" fmla="*/ 4918 h 19671"/>
                <a:gd name="connsiteX2" fmla="*/ 16393 w 36065"/>
                <a:gd name="connsiteY2" fmla="*/ 9836 h 19671"/>
                <a:gd name="connsiteX3" fmla="*/ 11476 w 36065"/>
                <a:gd name="connsiteY3" fmla="*/ 11475 h 19671"/>
                <a:gd name="connsiteX4" fmla="*/ 8197 w 36065"/>
                <a:gd name="connsiteY4" fmla="*/ 13115 h 19671"/>
                <a:gd name="connsiteX5" fmla="*/ 3279 w 36065"/>
                <a:gd name="connsiteY5" fmla="*/ 14754 h 19671"/>
                <a:gd name="connsiteX6" fmla="*/ 0 w 36065"/>
                <a:gd name="connsiteY6" fmla="*/ 14754 h 19671"/>
                <a:gd name="connsiteX7" fmla="*/ 0 w 36065"/>
                <a:gd name="connsiteY7" fmla="*/ 19672 h 19671"/>
                <a:gd name="connsiteX8" fmla="*/ 4918 w 36065"/>
                <a:gd name="connsiteY8" fmla="*/ 18033 h 19671"/>
                <a:gd name="connsiteX9" fmla="*/ 8197 w 36065"/>
                <a:gd name="connsiteY9" fmla="*/ 18033 h 19671"/>
                <a:gd name="connsiteX10" fmla="*/ 13115 w 36065"/>
                <a:gd name="connsiteY10" fmla="*/ 14754 h 19671"/>
                <a:gd name="connsiteX11" fmla="*/ 16393 w 36065"/>
                <a:gd name="connsiteY11" fmla="*/ 13115 h 19671"/>
                <a:gd name="connsiteX12" fmla="*/ 19672 w 36065"/>
                <a:gd name="connsiteY12" fmla="*/ 13115 h 19671"/>
                <a:gd name="connsiteX13" fmla="*/ 24590 w 36065"/>
                <a:gd name="connsiteY13" fmla="*/ 13115 h 19671"/>
                <a:gd name="connsiteX14" fmla="*/ 27869 w 36065"/>
                <a:gd name="connsiteY14" fmla="*/ 9836 h 19671"/>
                <a:gd name="connsiteX15" fmla="*/ 31148 w 36065"/>
                <a:gd name="connsiteY15" fmla="*/ 6557 h 19671"/>
                <a:gd name="connsiteX16" fmla="*/ 32787 w 36065"/>
                <a:gd name="connsiteY16" fmla="*/ 3279 h 19671"/>
                <a:gd name="connsiteX17" fmla="*/ 36066 w 36065"/>
                <a:gd name="connsiteY17" fmla="*/ 1639 h 19671"/>
                <a:gd name="connsiteX18" fmla="*/ 34426 w 36065"/>
                <a:gd name="connsiteY18" fmla="*/ 0 h 19671"/>
                <a:gd name="connsiteX19" fmla="*/ 31148 w 36065"/>
                <a:gd name="connsiteY19" fmla="*/ 0 h 19671"/>
                <a:gd name="connsiteX20" fmla="*/ 27869 w 36065"/>
                <a:gd name="connsiteY20" fmla="*/ 0 h 19671"/>
                <a:gd name="connsiteX21" fmla="*/ 22951 w 36065"/>
                <a:gd name="connsiteY21" fmla="*/ 3279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6065" h="19671">
                  <a:moveTo>
                    <a:pt x="19672" y="3279"/>
                  </a:moveTo>
                  <a:lnTo>
                    <a:pt x="18033" y="4918"/>
                  </a:lnTo>
                  <a:lnTo>
                    <a:pt x="16393" y="9836"/>
                  </a:lnTo>
                  <a:lnTo>
                    <a:pt x="11476" y="11475"/>
                  </a:lnTo>
                  <a:lnTo>
                    <a:pt x="8197" y="13115"/>
                  </a:lnTo>
                  <a:lnTo>
                    <a:pt x="3279" y="14754"/>
                  </a:lnTo>
                  <a:lnTo>
                    <a:pt x="0" y="14754"/>
                  </a:lnTo>
                  <a:lnTo>
                    <a:pt x="0" y="19672"/>
                  </a:lnTo>
                  <a:lnTo>
                    <a:pt x="4918" y="18033"/>
                  </a:lnTo>
                  <a:lnTo>
                    <a:pt x="8197" y="18033"/>
                  </a:lnTo>
                  <a:lnTo>
                    <a:pt x="13115" y="14754"/>
                  </a:lnTo>
                  <a:lnTo>
                    <a:pt x="16393" y="13115"/>
                  </a:lnTo>
                  <a:lnTo>
                    <a:pt x="19672" y="13115"/>
                  </a:lnTo>
                  <a:lnTo>
                    <a:pt x="24590" y="13115"/>
                  </a:lnTo>
                  <a:lnTo>
                    <a:pt x="27869" y="9836"/>
                  </a:lnTo>
                  <a:lnTo>
                    <a:pt x="31148" y="6557"/>
                  </a:lnTo>
                  <a:lnTo>
                    <a:pt x="32787" y="3279"/>
                  </a:lnTo>
                  <a:lnTo>
                    <a:pt x="36066" y="1639"/>
                  </a:lnTo>
                  <a:lnTo>
                    <a:pt x="34426" y="0"/>
                  </a:lnTo>
                  <a:lnTo>
                    <a:pt x="31148" y="0"/>
                  </a:lnTo>
                  <a:lnTo>
                    <a:pt x="27869" y="0"/>
                  </a:lnTo>
                  <a:lnTo>
                    <a:pt x="22951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34" name="Freeform 4433">
              <a:extLst>
                <a:ext uri="{FF2B5EF4-FFF2-40B4-BE49-F238E27FC236}">
                  <a16:creationId xmlns:a16="http://schemas.microsoft.com/office/drawing/2014/main" id="{4B298985-8DE2-D047-8B4D-D59B20CE91E3}"/>
                </a:ext>
              </a:extLst>
            </p:cNvPr>
            <p:cNvSpPr/>
            <p:nvPr/>
          </p:nvSpPr>
          <p:spPr>
            <a:xfrm>
              <a:off x="7458288" y="2936214"/>
              <a:ext cx="3278" cy="4917"/>
            </a:xfrm>
            <a:custGeom>
              <a:avLst/>
              <a:gdLst>
                <a:gd name="connsiteX0" fmla="*/ 0 w 3278"/>
                <a:gd name="connsiteY0" fmla="*/ 4918 h 4917"/>
                <a:gd name="connsiteX1" fmla="*/ 3278 w 3278"/>
                <a:gd name="connsiteY1" fmla="*/ 1639 h 4917"/>
                <a:gd name="connsiteX2" fmla="*/ 0 w 3278"/>
                <a:gd name="connsiteY2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7">
                  <a:moveTo>
                    <a:pt x="0" y="4918"/>
                  </a:moveTo>
                  <a:lnTo>
                    <a:pt x="3278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35" name="Freeform 4434">
              <a:extLst>
                <a:ext uri="{FF2B5EF4-FFF2-40B4-BE49-F238E27FC236}">
                  <a16:creationId xmlns:a16="http://schemas.microsoft.com/office/drawing/2014/main" id="{30F70E7F-C961-A446-8DD8-B4BD7D25624A}"/>
                </a:ext>
              </a:extLst>
            </p:cNvPr>
            <p:cNvSpPr/>
            <p:nvPr/>
          </p:nvSpPr>
          <p:spPr>
            <a:xfrm>
              <a:off x="7594353" y="3209983"/>
              <a:ext cx="11475" cy="22950"/>
            </a:xfrm>
            <a:custGeom>
              <a:avLst/>
              <a:gdLst>
                <a:gd name="connsiteX0" fmla="*/ 1639 w 11475"/>
                <a:gd name="connsiteY0" fmla="*/ 22951 h 22950"/>
                <a:gd name="connsiteX1" fmla="*/ 1639 w 11475"/>
                <a:gd name="connsiteY1" fmla="*/ 21311 h 22950"/>
                <a:gd name="connsiteX2" fmla="*/ 4918 w 11475"/>
                <a:gd name="connsiteY2" fmla="*/ 18033 h 22950"/>
                <a:gd name="connsiteX3" fmla="*/ 6557 w 11475"/>
                <a:gd name="connsiteY3" fmla="*/ 13115 h 22950"/>
                <a:gd name="connsiteX4" fmla="*/ 8197 w 11475"/>
                <a:gd name="connsiteY4" fmla="*/ 9836 h 22950"/>
                <a:gd name="connsiteX5" fmla="*/ 11476 w 11475"/>
                <a:gd name="connsiteY5" fmla="*/ 6557 h 22950"/>
                <a:gd name="connsiteX6" fmla="*/ 9836 w 11475"/>
                <a:gd name="connsiteY6" fmla="*/ 3279 h 22950"/>
                <a:gd name="connsiteX7" fmla="*/ 8197 w 11475"/>
                <a:gd name="connsiteY7" fmla="*/ 0 h 22950"/>
                <a:gd name="connsiteX8" fmla="*/ 6557 w 11475"/>
                <a:gd name="connsiteY8" fmla="*/ 3279 h 22950"/>
                <a:gd name="connsiteX9" fmla="*/ 4918 w 11475"/>
                <a:gd name="connsiteY9" fmla="*/ 6557 h 22950"/>
                <a:gd name="connsiteX10" fmla="*/ 1639 w 11475"/>
                <a:gd name="connsiteY10" fmla="*/ 11475 h 22950"/>
                <a:gd name="connsiteX11" fmla="*/ 0 w 11475"/>
                <a:gd name="connsiteY11" fmla="*/ 14754 h 22950"/>
                <a:gd name="connsiteX12" fmla="*/ 0 w 11475"/>
                <a:gd name="connsiteY12" fmla="*/ 18033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75" h="22950">
                  <a:moveTo>
                    <a:pt x="1639" y="22951"/>
                  </a:moveTo>
                  <a:lnTo>
                    <a:pt x="1639" y="21311"/>
                  </a:lnTo>
                  <a:lnTo>
                    <a:pt x="4918" y="18033"/>
                  </a:lnTo>
                  <a:lnTo>
                    <a:pt x="6557" y="13115"/>
                  </a:lnTo>
                  <a:lnTo>
                    <a:pt x="8197" y="9836"/>
                  </a:lnTo>
                  <a:lnTo>
                    <a:pt x="11476" y="6557"/>
                  </a:lnTo>
                  <a:lnTo>
                    <a:pt x="9836" y="3279"/>
                  </a:lnTo>
                  <a:lnTo>
                    <a:pt x="8197" y="0"/>
                  </a:lnTo>
                  <a:lnTo>
                    <a:pt x="6557" y="3279"/>
                  </a:lnTo>
                  <a:lnTo>
                    <a:pt x="4918" y="6557"/>
                  </a:lnTo>
                  <a:lnTo>
                    <a:pt x="1639" y="11475"/>
                  </a:lnTo>
                  <a:lnTo>
                    <a:pt x="0" y="14754"/>
                  </a:lnTo>
                  <a:lnTo>
                    <a:pt x="0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36" name="Freeform 4435">
              <a:extLst>
                <a:ext uri="{FF2B5EF4-FFF2-40B4-BE49-F238E27FC236}">
                  <a16:creationId xmlns:a16="http://schemas.microsoft.com/office/drawing/2014/main" id="{51A59C83-3B06-654B-B5C9-943D58FF68D4}"/>
                </a:ext>
              </a:extLst>
            </p:cNvPr>
            <p:cNvSpPr/>
            <p:nvPr/>
          </p:nvSpPr>
          <p:spPr>
            <a:xfrm>
              <a:off x="7477960" y="2959164"/>
              <a:ext cx="14754" cy="32786"/>
            </a:xfrm>
            <a:custGeom>
              <a:avLst/>
              <a:gdLst>
                <a:gd name="connsiteX0" fmla="*/ 0 w 14754"/>
                <a:gd name="connsiteY0" fmla="*/ 13115 h 32786"/>
                <a:gd name="connsiteX1" fmla="*/ 0 w 14754"/>
                <a:gd name="connsiteY1" fmla="*/ 11475 h 32786"/>
                <a:gd name="connsiteX2" fmla="*/ 1639 w 14754"/>
                <a:gd name="connsiteY2" fmla="*/ 8197 h 32786"/>
                <a:gd name="connsiteX3" fmla="*/ 3279 w 14754"/>
                <a:gd name="connsiteY3" fmla="*/ 4918 h 32786"/>
                <a:gd name="connsiteX4" fmla="*/ 6558 w 14754"/>
                <a:gd name="connsiteY4" fmla="*/ 6557 h 32786"/>
                <a:gd name="connsiteX5" fmla="*/ 9836 w 14754"/>
                <a:gd name="connsiteY5" fmla="*/ 3279 h 32786"/>
                <a:gd name="connsiteX6" fmla="*/ 8197 w 14754"/>
                <a:gd name="connsiteY6" fmla="*/ 0 h 32786"/>
                <a:gd name="connsiteX7" fmla="*/ 8197 w 14754"/>
                <a:gd name="connsiteY7" fmla="*/ 0 h 32786"/>
                <a:gd name="connsiteX8" fmla="*/ 11476 w 14754"/>
                <a:gd name="connsiteY8" fmla="*/ 1639 h 32786"/>
                <a:gd name="connsiteX9" fmla="*/ 14754 w 14754"/>
                <a:gd name="connsiteY9" fmla="*/ 6557 h 32786"/>
                <a:gd name="connsiteX10" fmla="*/ 14754 w 14754"/>
                <a:gd name="connsiteY10" fmla="*/ 9836 h 32786"/>
                <a:gd name="connsiteX11" fmla="*/ 9836 w 14754"/>
                <a:gd name="connsiteY11" fmla="*/ 9836 h 32786"/>
                <a:gd name="connsiteX12" fmla="*/ 13115 w 14754"/>
                <a:gd name="connsiteY12" fmla="*/ 13115 h 32786"/>
                <a:gd name="connsiteX13" fmla="*/ 11476 w 14754"/>
                <a:gd name="connsiteY13" fmla="*/ 16393 h 32786"/>
                <a:gd name="connsiteX14" fmla="*/ 13115 w 14754"/>
                <a:gd name="connsiteY14" fmla="*/ 19672 h 32786"/>
                <a:gd name="connsiteX15" fmla="*/ 11476 w 14754"/>
                <a:gd name="connsiteY15" fmla="*/ 24590 h 32786"/>
                <a:gd name="connsiteX16" fmla="*/ 8197 w 14754"/>
                <a:gd name="connsiteY16" fmla="*/ 27869 h 32786"/>
                <a:gd name="connsiteX17" fmla="*/ 8197 w 14754"/>
                <a:gd name="connsiteY17" fmla="*/ 31147 h 32786"/>
                <a:gd name="connsiteX18" fmla="*/ 8197 w 14754"/>
                <a:gd name="connsiteY18" fmla="*/ 32787 h 32786"/>
                <a:gd name="connsiteX19" fmla="*/ 4918 w 14754"/>
                <a:gd name="connsiteY19" fmla="*/ 31147 h 32786"/>
                <a:gd name="connsiteX20" fmla="*/ 3279 w 14754"/>
                <a:gd name="connsiteY20" fmla="*/ 29508 h 32786"/>
                <a:gd name="connsiteX21" fmla="*/ 3279 w 14754"/>
                <a:gd name="connsiteY21" fmla="*/ 24590 h 32786"/>
                <a:gd name="connsiteX22" fmla="*/ 3279 w 14754"/>
                <a:gd name="connsiteY22" fmla="*/ 21311 h 32786"/>
                <a:gd name="connsiteX23" fmla="*/ 3279 w 14754"/>
                <a:gd name="connsiteY23" fmla="*/ 18033 h 32786"/>
                <a:gd name="connsiteX24" fmla="*/ 3279 w 14754"/>
                <a:gd name="connsiteY24" fmla="*/ 13115 h 3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754" h="32786">
                  <a:moveTo>
                    <a:pt x="0" y="13115"/>
                  </a:moveTo>
                  <a:lnTo>
                    <a:pt x="0" y="11475"/>
                  </a:lnTo>
                  <a:lnTo>
                    <a:pt x="1639" y="8197"/>
                  </a:lnTo>
                  <a:lnTo>
                    <a:pt x="3279" y="4918"/>
                  </a:lnTo>
                  <a:lnTo>
                    <a:pt x="6558" y="6557"/>
                  </a:lnTo>
                  <a:lnTo>
                    <a:pt x="9836" y="3279"/>
                  </a:lnTo>
                  <a:lnTo>
                    <a:pt x="8197" y="0"/>
                  </a:lnTo>
                  <a:lnTo>
                    <a:pt x="8197" y="0"/>
                  </a:lnTo>
                  <a:lnTo>
                    <a:pt x="11476" y="1639"/>
                  </a:lnTo>
                  <a:lnTo>
                    <a:pt x="14754" y="6557"/>
                  </a:lnTo>
                  <a:lnTo>
                    <a:pt x="14754" y="9836"/>
                  </a:lnTo>
                  <a:lnTo>
                    <a:pt x="9836" y="9836"/>
                  </a:lnTo>
                  <a:lnTo>
                    <a:pt x="13115" y="13115"/>
                  </a:lnTo>
                  <a:lnTo>
                    <a:pt x="11476" y="16393"/>
                  </a:lnTo>
                  <a:lnTo>
                    <a:pt x="13115" y="19672"/>
                  </a:lnTo>
                  <a:lnTo>
                    <a:pt x="11476" y="24590"/>
                  </a:lnTo>
                  <a:lnTo>
                    <a:pt x="8197" y="27869"/>
                  </a:lnTo>
                  <a:lnTo>
                    <a:pt x="8197" y="31147"/>
                  </a:lnTo>
                  <a:lnTo>
                    <a:pt x="8197" y="32787"/>
                  </a:lnTo>
                  <a:lnTo>
                    <a:pt x="4918" y="31147"/>
                  </a:lnTo>
                  <a:lnTo>
                    <a:pt x="3279" y="29508"/>
                  </a:lnTo>
                  <a:lnTo>
                    <a:pt x="3279" y="24590"/>
                  </a:lnTo>
                  <a:lnTo>
                    <a:pt x="3279" y="21311"/>
                  </a:lnTo>
                  <a:lnTo>
                    <a:pt x="3279" y="18033"/>
                  </a:lnTo>
                  <a:lnTo>
                    <a:pt x="3279" y="13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37" name="Freeform 4436">
              <a:extLst>
                <a:ext uri="{FF2B5EF4-FFF2-40B4-BE49-F238E27FC236}">
                  <a16:creationId xmlns:a16="http://schemas.microsoft.com/office/drawing/2014/main" id="{82E415D9-4878-9546-A0B8-2CEDD6D17763}"/>
                </a:ext>
              </a:extLst>
            </p:cNvPr>
            <p:cNvSpPr/>
            <p:nvPr/>
          </p:nvSpPr>
          <p:spPr>
            <a:xfrm>
              <a:off x="1589463" y="1134583"/>
              <a:ext cx="11475" cy="3278"/>
            </a:xfrm>
            <a:custGeom>
              <a:avLst/>
              <a:gdLst>
                <a:gd name="connsiteX0" fmla="*/ 4918 w 11475"/>
                <a:gd name="connsiteY0" fmla="*/ 3279 h 3278"/>
                <a:gd name="connsiteX1" fmla="*/ 8197 w 11475"/>
                <a:gd name="connsiteY1" fmla="*/ 1639 h 3278"/>
                <a:gd name="connsiteX2" fmla="*/ 11475 w 11475"/>
                <a:gd name="connsiteY2" fmla="*/ 0 h 3278"/>
                <a:gd name="connsiteX3" fmla="*/ 8197 w 11475"/>
                <a:gd name="connsiteY3" fmla="*/ 0 h 3278"/>
                <a:gd name="connsiteX4" fmla="*/ 4918 w 11475"/>
                <a:gd name="connsiteY4" fmla="*/ 0 h 3278"/>
                <a:gd name="connsiteX5" fmla="*/ 0 w 11475"/>
                <a:gd name="connsiteY5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3278">
                  <a:moveTo>
                    <a:pt x="4918" y="3279"/>
                  </a:moveTo>
                  <a:lnTo>
                    <a:pt x="8197" y="1639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38" name="Freeform 4437">
              <a:extLst>
                <a:ext uri="{FF2B5EF4-FFF2-40B4-BE49-F238E27FC236}">
                  <a16:creationId xmlns:a16="http://schemas.microsoft.com/office/drawing/2014/main" id="{39BDEAAB-247F-E84C-975E-7EF4EC735926}"/>
                </a:ext>
              </a:extLst>
            </p:cNvPr>
            <p:cNvSpPr/>
            <p:nvPr/>
          </p:nvSpPr>
          <p:spPr>
            <a:xfrm>
              <a:off x="1684544" y="1139501"/>
              <a:ext cx="4917" cy="1639"/>
            </a:xfrm>
            <a:custGeom>
              <a:avLst/>
              <a:gdLst>
                <a:gd name="connsiteX0" fmla="*/ 4918 w 4917"/>
                <a:gd name="connsiteY0" fmla="*/ 1639 h 1639"/>
                <a:gd name="connsiteX1" fmla="*/ 4918 w 4917"/>
                <a:gd name="connsiteY1" fmla="*/ 0 h 1639"/>
                <a:gd name="connsiteX2" fmla="*/ 0 w 4917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4918" y="1639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39" name="Freeform 4438">
              <a:extLst>
                <a:ext uri="{FF2B5EF4-FFF2-40B4-BE49-F238E27FC236}">
                  <a16:creationId xmlns:a16="http://schemas.microsoft.com/office/drawing/2014/main" id="{4603D38C-1FA6-ED4E-BE0E-6B0A7EC86769}"/>
                </a:ext>
              </a:extLst>
            </p:cNvPr>
            <p:cNvSpPr/>
            <p:nvPr/>
          </p:nvSpPr>
          <p:spPr>
            <a:xfrm>
              <a:off x="1686184" y="1142779"/>
              <a:ext cx="3278" cy="3278"/>
            </a:xfrm>
            <a:custGeom>
              <a:avLst/>
              <a:gdLst>
                <a:gd name="connsiteX0" fmla="*/ 3279 w 3278"/>
                <a:gd name="connsiteY0" fmla="*/ 3279 h 3278"/>
                <a:gd name="connsiteX1" fmla="*/ 3279 w 3278"/>
                <a:gd name="connsiteY1" fmla="*/ 0 h 3278"/>
                <a:gd name="connsiteX2" fmla="*/ 0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3279"/>
                  </a:moveTo>
                  <a:lnTo>
                    <a:pt x="327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40" name="Freeform 4439">
              <a:extLst>
                <a:ext uri="{FF2B5EF4-FFF2-40B4-BE49-F238E27FC236}">
                  <a16:creationId xmlns:a16="http://schemas.microsoft.com/office/drawing/2014/main" id="{6FD460CA-7C6D-764F-B890-FFD3BD828666}"/>
                </a:ext>
              </a:extLst>
            </p:cNvPr>
            <p:cNvSpPr/>
            <p:nvPr/>
          </p:nvSpPr>
          <p:spPr>
            <a:xfrm>
              <a:off x="1694380" y="1132943"/>
              <a:ext cx="8196" cy="3278"/>
            </a:xfrm>
            <a:custGeom>
              <a:avLst/>
              <a:gdLst>
                <a:gd name="connsiteX0" fmla="*/ 0 w 8196"/>
                <a:gd name="connsiteY0" fmla="*/ 3279 h 3278"/>
                <a:gd name="connsiteX1" fmla="*/ 0 w 8196"/>
                <a:gd name="connsiteY1" fmla="*/ 3279 h 3278"/>
                <a:gd name="connsiteX2" fmla="*/ 4918 w 8196"/>
                <a:gd name="connsiteY2" fmla="*/ 3279 h 3278"/>
                <a:gd name="connsiteX3" fmla="*/ 8197 w 8196"/>
                <a:gd name="connsiteY3" fmla="*/ 0 h 3278"/>
                <a:gd name="connsiteX4" fmla="*/ 4918 w 8196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0" y="3279"/>
                  </a:moveTo>
                  <a:lnTo>
                    <a:pt x="0" y="3279"/>
                  </a:lnTo>
                  <a:lnTo>
                    <a:pt x="4918" y="3279"/>
                  </a:lnTo>
                  <a:lnTo>
                    <a:pt x="8197" y="0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41" name="Freeform 4440">
              <a:extLst>
                <a:ext uri="{FF2B5EF4-FFF2-40B4-BE49-F238E27FC236}">
                  <a16:creationId xmlns:a16="http://schemas.microsoft.com/office/drawing/2014/main" id="{CF4D99EB-8818-0445-A6A3-E9A60AB43F0C}"/>
                </a:ext>
              </a:extLst>
            </p:cNvPr>
            <p:cNvSpPr/>
            <p:nvPr/>
          </p:nvSpPr>
          <p:spPr>
            <a:xfrm>
              <a:off x="1737003" y="1134583"/>
              <a:ext cx="3278" cy="1639"/>
            </a:xfrm>
            <a:custGeom>
              <a:avLst/>
              <a:gdLst>
                <a:gd name="connsiteX0" fmla="*/ 0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0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42" name="Freeform 4441">
              <a:extLst>
                <a:ext uri="{FF2B5EF4-FFF2-40B4-BE49-F238E27FC236}">
                  <a16:creationId xmlns:a16="http://schemas.microsoft.com/office/drawing/2014/main" id="{78BEEA6C-2785-1146-A195-0F7C4716D113}"/>
                </a:ext>
              </a:extLst>
            </p:cNvPr>
            <p:cNvSpPr/>
            <p:nvPr/>
          </p:nvSpPr>
          <p:spPr>
            <a:xfrm>
              <a:off x="1738642" y="1134583"/>
              <a:ext cx="4918" cy="1639"/>
            </a:xfrm>
            <a:custGeom>
              <a:avLst/>
              <a:gdLst>
                <a:gd name="connsiteX0" fmla="*/ 0 w 4918"/>
                <a:gd name="connsiteY0" fmla="*/ 1639 h 1639"/>
                <a:gd name="connsiteX1" fmla="*/ 0 w 4918"/>
                <a:gd name="connsiteY1" fmla="*/ 1639 h 1639"/>
                <a:gd name="connsiteX2" fmla="*/ 4918 w 491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0" y="1639"/>
                  </a:move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43" name="Freeform 4442">
              <a:extLst>
                <a:ext uri="{FF2B5EF4-FFF2-40B4-BE49-F238E27FC236}">
                  <a16:creationId xmlns:a16="http://schemas.microsoft.com/office/drawing/2014/main" id="{FE5C8C4F-02A4-4D4B-B3FB-183187C8530F}"/>
                </a:ext>
              </a:extLst>
            </p:cNvPr>
            <p:cNvSpPr/>
            <p:nvPr/>
          </p:nvSpPr>
          <p:spPr>
            <a:xfrm>
              <a:off x="1818970" y="1137861"/>
              <a:ext cx="4917" cy="3278"/>
            </a:xfrm>
            <a:custGeom>
              <a:avLst/>
              <a:gdLst>
                <a:gd name="connsiteX0" fmla="*/ 0 w 4917"/>
                <a:gd name="connsiteY0" fmla="*/ 3279 h 3278"/>
                <a:gd name="connsiteX1" fmla="*/ 0 w 4917"/>
                <a:gd name="connsiteY1" fmla="*/ 3279 h 3278"/>
                <a:gd name="connsiteX2" fmla="*/ 4918 w 4917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0" y="3279"/>
                  </a:moveTo>
                  <a:lnTo>
                    <a:pt x="0" y="327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44" name="Freeform 4443">
              <a:extLst>
                <a:ext uri="{FF2B5EF4-FFF2-40B4-BE49-F238E27FC236}">
                  <a16:creationId xmlns:a16="http://schemas.microsoft.com/office/drawing/2014/main" id="{0E319CF9-10B9-9241-BC28-52AD9D4B132D}"/>
                </a:ext>
              </a:extLst>
            </p:cNvPr>
            <p:cNvSpPr/>
            <p:nvPr/>
          </p:nvSpPr>
          <p:spPr>
            <a:xfrm>
              <a:off x="1827167" y="1134583"/>
              <a:ext cx="4917" cy="1639"/>
            </a:xfrm>
            <a:custGeom>
              <a:avLst/>
              <a:gdLst>
                <a:gd name="connsiteX0" fmla="*/ 0 w 4917"/>
                <a:gd name="connsiteY0" fmla="*/ 1639 h 1639"/>
                <a:gd name="connsiteX1" fmla="*/ 0 w 4917"/>
                <a:gd name="connsiteY1" fmla="*/ 1639 h 1639"/>
                <a:gd name="connsiteX2" fmla="*/ 4918 w 4917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1639">
                  <a:moveTo>
                    <a:pt x="0" y="1639"/>
                  </a:move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45" name="Freeform 4444">
              <a:extLst>
                <a:ext uri="{FF2B5EF4-FFF2-40B4-BE49-F238E27FC236}">
                  <a16:creationId xmlns:a16="http://schemas.microsoft.com/office/drawing/2014/main" id="{EED0594A-CB03-B144-AA7D-FBEE3C1DB869}"/>
                </a:ext>
              </a:extLst>
            </p:cNvPr>
            <p:cNvSpPr/>
            <p:nvPr/>
          </p:nvSpPr>
          <p:spPr>
            <a:xfrm>
              <a:off x="1941920" y="1096878"/>
              <a:ext cx="8196" cy="3278"/>
            </a:xfrm>
            <a:custGeom>
              <a:avLst/>
              <a:gdLst>
                <a:gd name="connsiteX0" fmla="*/ 8197 w 8196"/>
                <a:gd name="connsiteY0" fmla="*/ 1639 h 3278"/>
                <a:gd name="connsiteX1" fmla="*/ 6557 w 8196"/>
                <a:gd name="connsiteY1" fmla="*/ 0 h 3278"/>
                <a:gd name="connsiteX2" fmla="*/ 3279 w 8196"/>
                <a:gd name="connsiteY2" fmla="*/ 1639 h 3278"/>
                <a:gd name="connsiteX3" fmla="*/ 0 w 8196"/>
                <a:gd name="connsiteY3" fmla="*/ 3279 h 3278"/>
                <a:gd name="connsiteX4" fmla="*/ 3279 w 8196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8197" y="1639"/>
                  </a:moveTo>
                  <a:lnTo>
                    <a:pt x="6557" y="0"/>
                  </a:lnTo>
                  <a:lnTo>
                    <a:pt x="3279" y="1639"/>
                  </a:lnTo>
                  <a:lnTo>
                    <a:pt x="0" y="327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46" name="Freeform 4445">
              <a:extLst>
                <a:ext uri="{FF2B5EF4-FFF2-40B4-BE49-F238E27FC236}">
                  <a16:creationId xmlns:a16="http://schemas.microsoft.com/office/drawing/2014/main" id="{9AF89579-10E6-9642-80F5-FD295F7A1147}"/>
                </a:ext>
              </a:extLst>
            </p:cNvPr>
            <p:cNvSpPr/>
            <p:nvPr/>
          </p:nvSpPr>
          <p:spPr>
            <a:xfrm>
              <a:off x="1718970" y="1134583"/>
              <a:ext cx="101638" cy="34426"/>
            </a:xfrm>
            <a:custGeom>
              <a:avLst/>
              <a:gdLst>
                <a:gd name="connsiteX0" fmla="*/ 29508 w 101638"/>
                <a:gd name="connsiteY0" fmla="*/ 29508 h 34426"/>
                <a:gd name="connsiteX1" fmla="*/ 26229 w 101638"/>
                <a:gd name="connsiteY1" fmla="*/ 27869 h 34426"/>
                <a:gd name="connsiteX2" fmla="*/ 22951 w 101638"/>
                <a:gd name="connsiteY2" fmla="*/ 29508 h 34426"/>
                <a:gd name="connsiteX3" fmla="*/ 26229 w 101638"/>
                <a:gd name="connsiteY3" fmla="*/ 26229 h 34426"/>
                <a:gd name="connsiteX4" fmla="*/ 26229 w 101638"/>
                <a:gd name="connsiteY4" fmla="*/ 21311 h 34426"/>
                <a:gd name="connsiteX5" fmla="*/ 29508 w 101638"/>
                <a:gd name="connsiteY5" fmla="*/ 19672 h 34426"/>
                <a:gd name="connsiteX6" fmla="*/ 34426 w 101638"/>
                <a:gd name="connsiteY6" fmla="*/ 19672 h 34426"/>
                <a:gd name="connsiteX7" fmla="*/ 37705 w 101638"/>
                <a:gd name="connsiteY7" fmla="*/ 19672 h 34426"/>
                <a:gd name="connsiteX8" fmla="*/ 40983 w 101638"/>
                <a:gd name="connsiteY8" fmla="*/ 18033 h 34426"/>
                <a:gd name="connsiteX9" fmla="*/ 45901 w 101638"/>
                <a:gd name="connsiteY9" fmla="*/ 16393 h 34426"/>
                <a:gd name="connsiteX10" fmla="*/ 40983 w 101638"/>
                <a:gd name="connsiteY10" fmla="*/ 19672 h 34426"/>
                <a:gd name="connsiteX11" fmla="*/ 45901 w 101638"/>
                <a:gd name="connsiteY11" fmla="*/ 18033 h 34426"/>
                <a:gd name="connsiteX12" fmla="*/ 49180 w 101638"/>
                <a:gd name="connsiteY12" fmla="*/ 16393 h 34426"/>
                <a:gd name="connsiteX13" fmla="*/ 52459 w 101638"/>
                <a:gd name="connsiteY13" fmla="*/ 14754 h 34426"/>
                <a:gd name="connsiteX14" fmla="*/ 55737 w 101638"/>
                <a:gd name="connsiteY14" fmla="*/ 13115 h 34426"/>
                <a:gd name="connsiteX15" fmla="*/ 60655 w 101638"/>
                <a:gd name="connsiteY15" fmla="*/ 13115 h 34426"/>
                <a:gd name="connsiteX16" fmla="*/ 63934 w 101638"/>
                <a:gd name="connsiteY16" fmla="*/ 11475 h 34426"/>
                <a:gd name="connsiteX17" fmla="*/ 67213 w 101638"/>
                <a:gd name="connsiteY17" fmla="*/ 11475 h 34426"/>
                <a:gd name="connsiteX18" fmla="*/ 72131 w 101638"/>
                <a:gd name="connsiteY18" fmla="*/ 9836 h 34426"/>
                <a:gd name="connsiteX19" fmla="*/ 75410 w 101638"/>
                <a:gd name="connsiteY19" fmla="*/ 6557 h 34426"/>
                <a:gd name="connsiteX20" fmla="*/ 80327 w 101638"/>
                <a:gd name="connsiteY20" fmla="*/ 4918 h 34426"/>
                <a:gd name="connsiteX21" fmla="*/ 83606 w 101638"/>
                <a:gd name="connsiteY21" fmla="*/ 6557 h 34426"/>
                <a:gd name="connsiteX22" fmla="*/ 80327 w 101638"/>
                <a:gd name="connsiteY22" fmla="*/ 9836 h 34426"/>
                <a:gd name="connsiteX23" fmla="*/ 83606 w 101638"/>
                <a:gd name="connsiteY23" fmla="*/ 8197 h 34426"/>
                <a:gd name="connsiteX24" fmla="*/ 86885 w 101638"/>
                <a:gd name="connsiteY24" fmla="*/ 6557 h 34426"/>
                <a:gd name="connsiteX25" fmla="*/ 91803 w 101638"/>
                <a:gd name="connsiteY25" fmla="*/ 4918 h 34426"/>
                <a:gd name="connsiteX26" fmla="*/ 88524 w 101638"/>
                <a:gd name="connsiteY26" fmla="*/ 8197 h 34426"/>
                <a:gd name="connsiteX27" fmla="*/ 85245 w 101638"/>
                <a:gd name="connsiteY27" fmla="*/ 9836 h 34426"/>
                <a:gd name="connsiteX28" fmla="*/ 81967 w 101638"/>
                <a:gd name="connsiteY28" fmla="*/ 11475 h 34426"/>
                <a:gd name="connsiteX29" fmla="*/ 85245 w 101638"/>
                <a:gd name="connsiteY29" fmla="*/ 9836 h 34426"/>
                <a:gd name="connsiteX30" fmla="*/ 88524 w 101638"/>
                <a:gd name="connsiteY30" fmla="*/ 8197 h 34426"/>
                <a:gd name="connsiteX31" fmla="*/ 93442 w 101638"/>
                <a:gd name="connsiteY31" fmla="*/ 6557 h 34426"/>
                <a:gd name="connsiteX32" fmla="*/ 95082 w 101638"/>
                <a:gd name="connsiteY32" fmla="*/ 3279 h 34426"/>
                <a:gd name="connsiteX33" fmla="*/ 93442 w 101638"/>
                <a:gd name="connsiteY33" fmla="*/ 6557 h 34426"/>
                <a:gd name="connsiteX34" fmla="*/ 90164 w 101638"/>
                <a:gd name="connsiteY34" fmla="*/ 9836 h 34426"/>
                <a:gd name="connsiteX35" fmla="*/ 93442 w 101638"/>
                <a:gd name="connsiteY35" fmla="*/ 8197 h 34426"/>
                <a:gd name="connsiteX36" fmla="*/ 98360 w 101638"/>
                <a:gd name="connsiteY36" fmla="*/ 4918 h 34426"/>
                <a:gd name="connsiteX37" fmla="*/ 98360 w 101638"/>
                <a:gd name="connsiteY37" fmla="*/ 1639 h 34426"/>
                <a:gd name="connsiteX38" fmla="*/ 101639 w 101638"/>
                <a:gd name="connsiteY38" fmla="*/ 0 h 34426"/>
                <a:gd name="connsiteX39" fmla="*/ 100000 w 101638"/>
                <a:gd name="connsiteY39" fmla="*/ 0 h 34426"/>
                <a:gd name="connsiteX40" fmla="*/ 96721 w 101638"/>
                <a:gd name="connsiteY40" fmla="*/ 0 h 34426"/>
                <a:gd name="connsiteX41" fmla="*/ 91803 w 101638"/>
                <a:gd name="connsiteY41" fmla="*/ 1639 h 34426"/>
                <a:gd name="connsiteX42" fmla="*/ 88524 w 101638"/>
                <a:gd name="connsiteY42" fmla="*/ 1639 h 34426"/>
                <a:gd name="connsiteX43" fmla="*/ 85245 w 101638"/>
                <a:gd name="connsiteY43" fmla="*/ 1639 h 34426"/>
                <a:gd name="connsiteX44" fmla="*/ 80327 w 101638"/>
                <a:gd name="connsiteY44" fmla="*/ 1639 h 34426"/>
                <a:gd name="connsiteX45" fmla="*/ 77049 w 101638"/>
                <a:gd name="connsiteY45" fmla="*/ 3279 h 34426"/>
                <a:gd name="connsiteX46" fmla="*/ 72131 w 101638"/>
                <a:gd name="connsiteY46" fmla="*/ 3279 h 34426"/>
                <a:gd name="connsiteX47" fmla="*/ 68852 w 101638"/>
                <a:gd name="connsiteY47" fmla="*/ 4918 h 34426"/>
                <a:gd name="connsiteX48" fmla="*/ 65573 w 101638"/>
                <a:gd name="connsiteY48" fmla="*/ 8197 h 34426"/>
                <a:gd name="connsiteX49" fmla="*/ 60655 w 101638"/>
                <a:gd name="connsiteY49" fmla="*/ 9836 h 34426"/>
                <a:gd name="connsiteX50" fmla="*/ 57377 w 101638"/>
                <a:gd name="connsiteY50" fmla="*/ 11475 h 34426"/>
                <a:gd name="connsiteX51" fmla="*/ 52459 w 101638"/>
                <a:gd name="connsiteY51" fmla="*/ 11475 h 34426"/>
                <a:gd name="connsiteX52" fmla="*/ 49180 w 101638"/>
                <a:gd name="connsiteY52" fmla="*/ 13115 h 34426"/>
                <a:gd name="connsiteX53" fmla="*/ 45901 w 101638"/>
                <a:gd name="connsiteY53" fmla="*/ 14754 h 34426"/>
                <a:gd name="connsiteX54" fmla="*/ 42623 w 101638"/>
                <a:gd name="connsiteY54" fmla="*/ 13115 h 34426"/>
                <a:gd name="connsiteX55" fmla="*/ 37705 w 101638"/>
                <a:gd name="connsiteY55" fmla="*/ 14754 h 34426"/>
                <a:gd name="connsiteX56" fmla="*/ 34426 w 101638"/>
                <a:gd name="connsiteY56" fmla="*/ 16393 h 34426"/>
                <a:gd name="connsiteX57" fmla="*/ 31147 w 101638"/>
                <a:gd name="connsiteY57" fmla="*/ 18033 h 34426"/>
                <a:gd name="connsiteX58" fmla="*/ 27869 w 101638"/>
                <a:gd name="connsiteY58" fmla="*/ 19672 h 34426"/>
                <a:gd name="connsiteX59" fmla="*/ 22951 w 101638"/>
                <a:gd name="connsiteY59" fmla="*/ 22951 h 34426"/>
                <a:gd name="connsiteX60" fmla="*/ 26229 w 101638"/>
                <a:gd name="connsiteY60" fmla="*/ 19672 h 34426"/>
                <a:gd name="connsiteX61" fmla="*/ 22951 w 101638"/>
                <a:gd name="connsiteY61" fmla="*/ 21311 h 34426"/>
                <a:gd name="connsiteX62" fmla="*/ 19672 w 101638"/>
                <a:gd name="connsiteY62" fmla="*/ 21311 h 34426"/>
                <a:gd name="connsiteX63" fmla="*/ 14754 w 101638"/>
                <a:gd name="connsiteY63" fmla="*/ 22951 h 34426"/>
                <a:gd name="connsiteX64" fmla="*/ 11475 w 101638"/>
                <a:gd name="connsiteY64" fmla="*/ 26229 h 34426"/>
                <a:gd name="connsiteX65" fmla="*/ 8197 w 101638"/>
                <a:gd name="connsiteY65" fmla="*/ 26229 h 34426"/>
                <a:gd name="connsiteX66" fmla="*/ 4918 w 101638"/>
                <a:gd name="connsiteY66" fmla="*/ 26229 h 34426"/>
                <a:gd name="connsiteX67" fmla="*/ 0 w 101638"/>
                <a:gd name="connsiteY67" fmla="*/ 29508 h 34426"/>
                <a:gd name="connsiteX68" fmla="*/ 0 w 101638"/>
                <a:gd name="connsiteY68" fmla="*/ 32787 h 34426"/>
                <a:gd name="connsiteX69" fmla="*/ 4918 w 101638"/>
                <a:gd name="connsiteY69" fmla="*/ 34426 h 34426"/>
                <a:gd name="connsiteX70" fmla="*/ 8197 w 101638"/>
                <a:gd name="connsiteY70" fmla="*/ 34426 h 34426"/>
                <a:gd name="connsiteX71" fmla="*/ 4918 w 101638"/>
                <a:gd name="connsiteY71" fmla="*/ 32787 h 34426"/>
                <a:gd name="connsiteX72" fmla="*/ 3279 w 101638"/>
                <a:gd name="connsiteY72" fmla="*/ 29508 h 34426"/>
                <a:gd name="connsiteX73" fmla="*/ 6557 w 101638"/>
                <a:gd name="connsiteY73" fmla="*/ 27869 h 34426"/>
                <a:gd name="connsiteX74" fmla="*/ 9836 w 101638"/>
                <a:gd name="connsiteY74" fmla="*/ 29508 h 34426"/>
                <a:gd name="connsiteX75" fmla="*/ 14754 w 101638"/>
                <a:gd name="connsiteY75" fmla="*/ 29508 h 34426"/>
                <a:gd name="connsiteX76" fmla="*/ 18033 w 101638"/>
                <a:gd name="connsiteY76" fmla="*/ 29508 h 34426"/>
                <a:gd name="connsiteX77" fmla="*/ 21311 w 101638"/>
                <a:gd name="connsiteY77" fmla="*/ 29508 h 34426"/>
                <a:gd name="connsiteX78" fmla="*/ 26229 w 101638"/>
                <a:gd name="connsiteY78" fmla="*/ 29508 h 3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101638" h="34426">
                  <a:moveTo>
                    <a:pt x="29508" y="29508"/>
                  </a:moveTo>
                  <a:lnTo>
                    <a:pt x="26229" y="27869"/>
                  </a:lnTo>
                  <a:lnTo>
                    <a:pt x="22951" y="29508"/>
                  </a:lnTo>
                  <a:lnTo>
                    <a:pt x="26229" y="26229"/>
                  </a:lnTo>
                  <a:lnTo>
                    <a:pt x="26229" y="21311"/>
                  </a:lnTo>
                  <a:lnTo>
                    <a:pt x="29508" y="19672"/>
                  </a:lnTo>
                  <a:lnTo>
                    <a:pt x="34426" y="19672"/>
                  </a:lnTo>
                  <a:lnTo>
                    <a:pt x="37705" y="19672"/>
                  </a:lnTo>
                  <a:lnTo>
                    <a:pt x="40983" y="18033"/>
                  </a:lnTo>
                  <a:lnTo>
                    <a:pt x="45901" y="16393"/>
                  </a:lnTo>
                  <a:lnTo>
                    <a:pt x="40983" y="19672"/>
                  </a:lnTo>
                  <a:lnTo>
                    <a:pt x="45901" y="18033"/>
                  </a:lnTo>
                  <a:lnTo>
                    <a:pt x="49180" y="16393"/>
                  </a:lnTo>
                  <a:lnTo>
                    <a:pt x="52459" y="14754"/>
                  </a:lnTo>
                  <a:lnTo>
                    <a:pt x="55737" y="13115"/>
                  </a:lnTo>
                  <a:lnTo>
                    <a:pt x="60655" y="13115"/>
                  </a:lnTo>
                  <a:lnTo>
                    <a:pt x="63934" y="11475"/>
                  </a:lnTo>
                  <a:lnTo>
                    <a:pt x="67213" y="11475"/>
                  </a:lnTo>
                  <a:lnTo>
                    <a:pt x="72131" y="9836"/>
                  </a:lnTo>
                  <a:lnTo>
                    <a:pt x="75410" y="6557"/>
                  </a:lnTo>
                  <a:lnTo>
                    <a:pt x="80327" y="4918"/>
                  </a:lnTo>
                  <a:lnTo>
                    <a:pt x="83606" y="6557"/>
                  </a:lnTo>
                  <a:lnTo>
                    <a:pt x="80327" y="9836"/>
                  </a:lnTo>
                  <a:lnTo>
                    <a:pt x="83606" y="8197"/>
                  </a:lnTo>
                  <a:lnTo>
                    <a:pt x="86885" y="6557"/>
                  </a:lnTo>
                  <a:lnTo>
                    <a:pt x="91803" y="4918"/>
                  </a:lnTo>
                  <a:lnTo>
                    <a:pt x="88524" y="8197"/>
                  </a:lnTo>
                  <a:lnTo>
                    <a:pt x="85245" y="9836"/>
                  </a:lnTo>
                  <a:lnTo>
                    <a:pt x="81967" y="11475"/>
                  </a:lnTo>
                  <a:lnTo>
                    <a:pt x="85245" y="9836"/>
                  </a:lnTo>
                  <a:lnTo>
                    <a:pt x="88524" y="8197"/>
                  </a:lnTo>
                  <a:lnTo>
                    <a:pt x="93442" y="6557"/>
                  </a:lnTo>
                  <a:lnTo>
                    <a:pt x="95082" y="3279"/>
                  </a:lnTo>
                  <a:lnTo>
                    <a:pt x="93442" y="6557"/>
                  </a:lnTo>
                  <a:lnTo>
                    <a:pt x="90164" y="9836"/>
                  </a:lnTo>
                  <a:lnTo>
                    <a:pt x="93442" y="8197"/>
                  </a:lnTo>
                  <a:lnTo>
                    <a:pt x="98360" y="4918"/>
                  </a:lnTo>
                  <a:lnTo>
                    <a:pt x="98360" y="1639"/>
                  </a:lnTo>
                  <a:lnTo>
                    <a:pt x="101639" y="0"/>
                  </a:lnTo>
                  <a:lnTo>
                    <a:pt x="100000" y="0"/>
                  </a:lnTo>
                  <a:lnTo>
                    <a:pt x="96721" y="0"/>
                  </a:lnTo>
                  <a:lnTo>
                    <a:pt x="91803" y="1639"/>
                  </a:lnTo>
                  <a:lnTo>
                    <a:pt x="88524" y="1639"/>
                  </a:lnTo>
                  <a:lnTo>
                    <a:pt x="85245" y="1639"/>
                  </a:lnTo>
                  <a:lnTo>
                    <a:pt x="80327" y="1639"/>
                  </a:lnTo>
                  <a:lnTo>
                    <a:pt x="77049" y="3279"/>
                  </a:lnTo>
                  <a:lnTo>
                    <a:pt x="72131" y="3279"/>
                  </a:lnTo>
                  <a:lnTo>
                    <a:pt x="68852" y="4918"/>
                  </a:lnTo>
                  <a:lnTo>
                    <a:pt x="65573" y="8197"/>
                  </a:lnTo>
                  <a:lnTo>
                    <a:pt x="60655" y="9836"/>
                  </a:lnTo>
                  <a:lnTo>
                    <a:pt x="57377" y="11475"/>
                  </a:lnTo>
                  <a:lnTo>
                    <a:pt x="52459" y="11475"/>
                  </a:lnTo>
                  <a:lnTo>
                    <a:pt x="49180" y="13115"/>
                  </a:lnTo>
                  <a:lnTo>
                    <a:pt x="45901" y="14754"/>
                  </a:lnTo>
                  <a:lnTo>
                    <a:pt x="42623" y="13115"/>
                  </a:lnTo>
                  <a:lnTo>
                    <a:pt x="37705" y="14754"/>
                  </a:lnTo>
                  <a:lnTo>
                    <a:pt x="34426" y="16393"/>
                  </a:lnTo>
                  <a:lnTo>
                    <a:pt x="31147" y="18033"/>
                  </a:lnTo>
                  <a:lnTo>
                    <a:pt x="27869" y="19672"/>
                  </a:lnTo>
                  <a:lnTo>
                    <a:pt x="22951" y="22951"/>
                  </a:lnTo>
                  <a:lnTo>
                    <a:pt x="26229" y="19672"/>
                  </a:lnTo>
                  <a:lnTo>
                    <a:pt x="22951" y="21311"/>
                  </a:lnTo>
                  <a:lnTo>
                    <a:pt x="19672" y="21311"/>
                  </a:lnTo>
                  <a:lnTo>
                    <a:pt x="14754" y="22951"/>
                  </a:lnTo>
                  <a:lnTo>
                    <a:pt x="11475" y="26229"/>
                  </a:lnTo>
                  <a:lnTo>
                    <a:pt x="8197" y="26229"/>
                  </a:lnTo>
                  <a:lnTo>
                    <a:pt x="4918" y="26229"/>
                  </a:lnTo>
                  <a:lnTo>
                    <a:pt x="0" y="29508"/>
                  </a:lnTo>
                  <a:lnTo>
                    <a:pt x="0" y="32787"/>
                  </a:lnTo>
                  <a:lnTo>
                    <a:pt x="4918" y="34426"/>
                  </a:lnTo>
                  <a:lnTo>
                    <a:pt x="8197" y="34426"/>
                  </a:lnTo>
                  <a:lnTo>
                    <a:pt x="4918" y="32787"/>
                  </a:lnTo>
                  <a:lnTo>
                    <a:pt x="3279" y="29508"/>
                  </a:lnTo>
                  <a:lnTo>
                    <a:pt x="6557" y="27869"/>
                  </a:lnTo>
                  <a:lnTo>
                    <a:pt x="9836" y="29508"/>
                  </a:lnTo>
                  <a:lnTo>
                    <a:pt x="14754" y="29508"/>
                  </a:lnTo>
                  <a:lnTo>
                    <a:pt x="18033" y="29508"/>
                  </a:lnTo>
                  <a:lnTo>
                    <a:pt x="21311" y="29508"/>
                  </a:lnTo>
                  <a:lnTo>
                    <a:pt x="26229" y="2950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47" name="Freeform 4446">
              <a:extLst>
                <a:ext uri="{FF2B5EF4-FFF2-40B4-BE49-F238E27FC236}">
                  <a16:creationId xmlns:a16="http://schemas.microsoft.com/office/drawing/2014/main" id="{3CC9E4D5-31B9-EB42-A697-CDB5CF1F4CAE}"/>
                </a:ext>
              </a:extLst>
            </p:cNvPr>
            <p:cNvSpPr/>
            <p:nvPr/>
          </p:nvSpPr>
          <p:spPr>
            <a:xfrm>
              <a:off x="1656676" y="1132943"/>
              <a:ext cx="88524" cy="36065"/>
            </a:xfrm>
            <a:custGeom>
              <a:avLst/>
              <a:gdLst>
                <a:gd name="connsiteX0" fmla="*/ 0 w 88524"/>
                <a:gd name="connsiteY0" fmla="*/ 26229 h 36065"/>
                <a:gd name="connsiteX1" fmla="*/ 0 w 88524"/>
                <a:gd name="connsiteY1" fmla="*/ 24590 h 36065"/>
                <a:gd name="connsiteX2" fmla="*/ 4918 w 88524"/>
                <a:gd name="connsiteY2" fmla="*/ 24590 h 36065"/>
                <a:gd name="connsiteX3" fmla="*/ 6557 w 88524"/>
                <a:gd name="connsiteY3" fmla="*/ 24590 h 36065"/>
                <a:gd name="connsiteX4" fmla="*/ 9836 w 88524"/>
                <a:gd name="connsiteY4" fmla="*/ 24590 h 36065"/>
                <a:gd name="connsiteX5" fmla="*/ 13115 w 88524"/>
                <a:gd name="connsiteY5" fmla="*/ 24590 h 36065"/>
                <a:gd name="connsiteX6" fmla="*/ 11475 w 88524"/>
                <a:gd name="connsiteY6" fmla="*/ 24590 h 36065"/>
                <a:gd name="connsiteX7" fmla="*/ 8197 w 88524"/>
                <a:gd name="connsiteY7" fmla="*/ 24590 h 36065"/>
                <a:gd name="connsiteX8" fmla="*/ 6557 w 88524"/>
                <a:gd name="connsiteY8" fmla="*/ 19672 h 36065"/>
                <a:gd name="connsiteX9" fmla="*/ 9836 w 88524"/>
                <a:gd name="connsiteY9" fmla="*/ 16393 h 36065"/>
                <a:gd name="connsiteX10" fmla="*/ 14754 w 88524"/>
                <a:gd name="connsiteY10" fmla="*/ 16393 h 36065"/>
                <a:gd name="connsiteX11" fmla="*/ 16393 w 88524"/>
                <a:gd name="connsiteY11" fmla="*/ 19672 h 36065"/>
                <a:gd name="connsiteX12" fmla="*/ 21311 w 88524"/>
                <a:gd name="connsiteY12" fmla="*/ 19672 h 36065"/>
                <a:gd name="connsiteX13" fmla="*/ 16393 w 88524"/>
                <a:gd name="connsiteY13" fmla="*/ 18033 h 36065"/>
                <a:gd name="connsiteX14" fmla="*/ 16393 w 88524"/>
                <a:gd name="connsiteY14" fmla="*/ 14754 h 36065"/>
                <a:gd name="connsiteX15" fmla="*/ 19672 w 88524"/>
                <a:gd name="connsiteY15" fmla="*/ 13115 h 36065"/>
                <a:gd name="connsiteX16" fmla="*/ 22951 w 88524"/>
                <a:gd name="connsiteY16" fmla="*/ 14754 h 36065"/>
                <a:gd name="connsiteX17" fmla="*/ 27869 w 88524"/>
                <a:gd name="connsiteY17" fmla="*/ 11475 h 36065"/>
                <a:gd name="connsiteX18" fmla="*/ 31147 w 88524"/>
                <a:gd name="connsiteY18" fmla="*/ 13115 h 36065"/>
                <a:gd name="connsiteX19" fmla="*/ 34426 w 88524"/>
                <a:gd name="connsiteY19" fmla="*/ 14754 h 36065"/>
                <a:gd name="connsiteX20" fmla="*/ 37705 w 88524"/>
                <a:gd name="connsiteY20" fmla="*/ 11475 h 36065"/>
                <a:gd name="connsiteX21" fmla="*/ 40983 w 88524"/>
                <a:gd name="connsiteY21" fmla="*/ 8197 h 36065"/>
                <a:gd name="connsiteX22" fmla="*/ 44262 w 88524"/>
                <a:gd name="connsiteY22" fmla="*/ 6557 h 36065"/>
                <a:gd name="connsiteX23" fmla="*/ 47541 w 88524"/>
                <a:gd name="connsiteY23" fmla="*/ 6557 h 36065"/>
                <a:gd name="connsiteX24" fmla="*/ 50820 w 88524"/>
                <a:gd name="connsiteY24" fmla="*/ 6557 h 36065"/>
                <a:gd name="connsiteX25" fmla="*/ 54098 w 88524"/>
                <a:gd name="connsiteY25" fmla="*/ 6557 h 36065"/>
                <a:gd name="connsiteX26" fmla="*/ 57377 w 88524"/>
                <a:gd name="connsiteY26" fmla="*/ 6557 h 36065"/>
                <a:gd name="connsiteX27" fmla="*/ 62295 w 88524"/>
                <a:gd name="connsiteY27" fmla="*/ 8197 h 36065"/>
                <a:gd name="connsiteX28" fmla="*/ 65573 w 88524"/>
                <a:gd name="connsiteY28" fmla="*/ 4918 h 36065"/>
                <a:gd name="connsiteX29" fmla="*/ 68852 w 88524"/>
                <a:gd name="connsiteY29" fmla="*/ 3279 h 36065"/>
                <a:gd name="connsiteX30" fmla="*/ 73770 w 88524"/>
                <a:gd name="connsiteY30" fmla="*/ 1639 h 36065"/>
                <a:gd name="connsiteX31" fmla="*/ 77049 w 88524"/>
                <a:gd name="connsiteY31" fmla="*/ 0 h 36065"/>
                <a:gd name="connsiteX32" fmla="*/ 80328 w 88524"/>
                <a:gd name="connsiteY32" fmla="*/ 1639 h 36065"/>
                <a:gd name="connsiteX33" fmla="*/ 77049 w 88524"/>
                <a:gd name="connsiteY33" fmla="*/ 3279 h 36065"/>
                <a:gd name="connsiteX34" fmla="*/ 80328 w 88524"/>
                <a:gd name="connsiteY34" fmla="*/ 6557 h 36065"/>
                <a:gd name="connsiteX35" fmla="*/ 83606 w 88524"/>
                <a:gd name="connsiteY35" fmla="*/ 4918 h 36065"/>
                <a:gd name="connsiteX36" fmla="*/ 88524 w 88524"/>
                <a:gd name="connsiteY36" fmla="*/ 3279 h 36065"/>
                <a:gd name="connsiteX37" fmla="*/ 83606 w 88524"/>
                <a:gd name="connsiteY37" fmla="*/ 6557 h 36065"/>
                <a:gd name="connsiteX38" fmla="*/ 80328 w 88524"/>
                <a:gd name="connsiteY38" fmla="*/ 8197 h 36065"/>
                <a:gd name="connsiteX39" fmla="*/ 77049 w 88524"/>
                <a:gd name="connsiteY39" fmla="*/ 9836 h 36065"/>
                <a:gd name="connsiteX40" fmla="*/ 72131 w 88524"/>
                <a:gd name="connsiteY40" fmla="*/ 9836 h 36065"/>
                <a:gd name="connsiteX41" fmla="*/ 68852 w 88524"/>
                <a:gd name="connsiteY41" fmla="*/ 11475 h 36065"/>
                <a:gd name="connsiteX42" fmla="*/ 63934 w 88524"/>
                <a:gd name="connsiteY42" fmla="*/ 13115 h 36065"/>
                <a:gd name="connsiteX43" fmla="*/ 60656 w 88524"/>
                <a:gd name="connsiteY43" fmla="*/ 14754 h 36065"/>
                <a:gd name="connsiteX44" fmla="*/ 57377 w 88524"/>
                <a:gd name="connsiteY44" fmla="*/ 18033 h 36065"/>
                <a:gd name="connsiteX45" fmla="*/ 52459 w 88524"/>
                <a:gd name="connsiteY45" fmla="*/ 19672 h 36065"/>
                <a:gd name="connsiteX46" fmla="*/ 49180 w 88524"/>
                <a:gd name="connsiteY46" fmla="*/ 19672 h 36065"/>
                <a:gd name="connsiteX47" fmla="*/ 45901 w 88524"/>
                <a:gd name="connsiteY47" fmla="*/ 21311 h 36065"/>
                <a:gd name="connsiteX48" fmla="*/ 40983 w 88524"/>
                <a:gd name="connsiteY48" fmla="*/ 22951 h 36065"/>
                <a:gd name="connsiteX49" fmla="*/ 37705 w 88524"/>
                <a:gd name="connsiteY49" fmla="*/ 24590 h 36065"/>
                <a:gd name="connsiteX50" fmla="*/ 36065 w 88524"/>
                <a:gd name="connsiteY50" fmla="*/ 24590 h 36065"/>
                <a:gd name="connsiteX51" fmla="*/ 36065 w 88524"/>
                <a:gd name="connsiteY51" fmla="*/ 27869 h 36065"/>
                <a:gd name="connsiteX52" fmla="*/ 34426 w 88524"/>
                <a:gd name="connsiteY52" fmla="*/ 32787 h 36065"/>
                <a:gd name="connsiteX53" fmla="*/ 34426 w 88524"/>
                <a:gd name="connsiteY53" fmla="*/ 36065 h 36065"/>
                <a:gd name="connsiteX54" fmla="*/ 31147 w 88524"/>
                <a:gd name="connsiteY54" fmla="*/ 32787 h 36065"/>
                <a:gd name="connsiteX55" fmla="*/ 31147 w 88524"/>
                <a:gd name="connsiteY55" fmla="*/ 29508 h 36065"/>
                <a:gd name="connsiteX56" fmla="*/ 32787 w 88524"/>
                <a:gd name="connsiteY56" fmla="*/ 26229 h 36065"/>
                <a:gd name="connsiteX57" fmla="*/ 31147 w 88524"/>
                <a:gd name="connsiteY57" fmla="*/ 24590 h 36065"/>
                <a:gd name="connsiteX58" fmla="*/ 29508 w 88524"/>
                <a:gd name="connsiteY58" fmla="*/ 26229 h 36065"/>
                <a:gd name="connsiteX59" fmla="*/ 26229 w 88524"/>
                <a:gd name="connsiteY59" fmla="*/ 27869 h 36065"/>
                <a:gd name="connsiteX60" fmla="*/ 21311 w 88524"/>
                <a:gd name="connsiteY60" fmla="*/ 27869 h 36065"/>
                <a:gd name="connsiteX61" fmla="*/ 18033 w 88524"/>
                <a:gd name="connsiteY61" fmla="*/ 27869 h 36065"/>
                <a:gd name="connsiteX62" fmla="*/ 13115 w 88524"/>
                <a:gd name="connsiteY62" fmla="*/ 24590 h 36065"/>
                <a:gd name="connsiteX63" fmla="*/ 13115 w 88524"/>
                <a:gd name="connsiteY63" fmla="*/ 26229 h 36065"/>
                <a:gd name="connsiteX64" fmla="*/ 9836 w 88524"/>
                <a:gd name="connsiteY64" fmla="*/ 26229 h 36065"/>
                <a:gd name="connsiteX65" fmla="*/ 6557 w 88524"/>
                <a:gd name="connsiteY65" fmla="*/ 27869 h 36065"/>
                <a:gd name="connsiteX66" fmla="*/ 1639 w 88524"/>
                <a:gd name="connsiteY66" fmla="*/ 27869 h 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88524" h="36065">
                  <a:moveTo>
                    <a:pt x="0" y="26229"/>
                  </a:moveTo>
                  <a:lnTo>
                    <a:pt x="0" y="24590"/>
                  </a:lnTo>
                  <a:lnTo>
                    <a:pt x="4918" y="24590"/>
                  </a:lnTo>
                  <a:lnTo>
                    <a:pt x="6557" y="24590"/>
                  </a:lnTo>
                  <a:lnTo>
                    <a:pt x="9836" y="24590"/>
                  </a:lnTo>
                  <a:lnTo>
                    <a:pt x="13115" y="24590"/>
                  </a:lnTo>
                  <a:lnTo>
                    <a:pt x="11475" y="24590"/>
                  </a:lnTo>
                  <a:lnTo>
                    <a:pt x="8197" y="24590"/>
                  </a:lnTo>
                  <a:lnTo>
                    <a:pt x="6557" y="19672"/>
                  </a:lnTo>
                  <a:lnTo>
                    <a:pt x="9836" y="16393"/>
                  </a:lnTo>
                  <a:lnTo>
                    <a:pt x="14754" y="16393"/>
                  </a:lnTo>
                  <a:lnTo>
                    <a:pt x="16393" y="19672"/>
                  </a:lnTo>
                  <a:lnTo>
                    <a:pt x="21311" y="19672"/>
                  </a:lnTo>
                  <a:lnTo>
                    <a:pt x="16393" y="18033"/>
                  </a:lnTo>
                  <a:lnTo>
                    <a:pt x="16393" y="14754"/>
                  </a:lnTo>
                  <a:lnTo>
                    <a:pt x="19672" y="13115"/>
                  </a:lnTo>
                  <a:lnTo>
                    <a:pt x="22951" y="14754"/>
                  </a:lnTo>
                  <a:lnTo>
                    <a:pt x="27869" y="11475"/>
                  </a:lnTo>
                  <a:lnTo>
                    <a:pt x="31147" y="13115"/>
                  </a:lnTo>
                  <a:lnTo>
                    <a:pt x="34426" y="14754"/>
                  </a:lnTo>
                  <a:lnTo>
                    <a:pt x="37705" y="11475"/>
                  </a:lnTo>
                  <a:lnTo>
                    <a:pt x="40983" y="8197"/>
                  </a:lnTo>
                  <a:lnTo>
                    <a:pt x="44262" y="6557"/>
                  </a:lnTo>
                  <a:lnTo>
                    <a:pt x="47541" y="6557"/>
                  </a:lnTo>
                  <a:lnTo>
                    <a:pt x="50820" y="6557"/>
                  </a:lnTo>
                  <a:lnTo>
                    <a:pt x="54098" y="6557"/>
                  </a:lnTo>
                  <a:lnTo>
                    <a:pt x="57377" y="6557"/>
                  </a:lnTo>
                  <a:lnTo>
                    <a:pt x="62295" y="8197"/>
                  </a:lnTo>
                  <a:lnTo>
                    <a:pt x="65573" y="4918"/>
                  </a:lnTo>
                  <a:lnTo>
                    <a:pt x="68852" y="3279"/>
                  </a:lnTo>
                  <a:lnTo>
                    <a:pt x="73770" y="1639"/>
                  </a:lnTo>
                  <a:lnTo>
                    <a:pt x="77049" y="0"/>
                  </a:lnTo>
                  <a:lnTo>
                    <a:pt x="80328" y="1639"/>
                  </a:lnTo>
                  <a:lnTo>
                    <a:pt x="77049" y="3279"/>
                  </a:lnTo>
                  <a:lnTo>
                    <a:pt x="80328" y="6557"/>
                  </a:lnTo>
                  <a:lnTo>
                    <a:pt x="83606" y="4918"/>
                  </a:lnTo>
                  <a:lnTo>
                    <a:pt x="88524" y="3279"/>
                  </a:lnTo>
                  <a:lnTo>
                    <a:pt x="83606" y="6557"/>
                  </a:lnTo>
                  <a:lnTo>
                    <a:pt x="80328" y="8197"/>
                  </a:lnTo>
                  <a:lnTo>
                    <a:pt x="77049" y="9836"/>
                  </a:lnTo>
                  <a:lnTo>
                    <a:pt x="72131" y="9836"/>
                  </a:lnTo>
                  <a:lnTo>
                    <a:pt x="68852" y="11475"/>
                  </a:lnTo>
                  <a:lnTo>
                    <a:pt x="63934" y="13115"/>
                  </a:lnTo>
                  <a:lnTo>
                    <a:pt x="60656" y="14754"/>
                  </a:lnTo>
                  <a:lnTo>
                    <a:pt x="57377" y="18033"/>
                  </a:lnTo>
                  <a:lnTo>
                    <a:pt x="52459" y="19672"/>
                  </a:lnTo>
                  <a:lnTo>
                    <a:pt x="49180" y="19672"/>
                  </a:lnTo>
                  <a:lnTo>
                    <a:pt x="45901" y="21311"/>
                  </a:lnTo>
                  <a:lnTo>
                    <a:pt x="40983" y="22951"/>
                  </a:lnTo>
                  <a:lnTo>
                    <a:pt x="37705" y="24590"/>
                  </a:lnTo>
                  <a:lnTo>
                    <a:pt x="36065" y="24590"/>
                  </a:lnTo>
                  <a:lnTo>
                    <a:pt x="36065" y="27869"/>
                  </a:lnTo>
                  <a:lnTo>
                    <a:pt x="34426" y="32787"/>
                  </a:lnTo>
                  <a:lnTo>
                    <a:pt x="34426" y="36065"/>
                  </a:lnTo>
                  <a:lnTo>
                    <a:pt x="31147" y="32787"/>
                  </a:lnTo>
                  <a:lnTo>
                    <a:pt x="31147" y="29508"/>
                  </a:lnTo>
                  <a:lnTo>
                    <a:pt x="32787" y="26229"/>
                  </a:lnTo>
                  <a:lnTo>
                    <a:pt x="31147" y="24590"/>
                  </a:lnTo>
                  <a:lnTo>
                    <a:pt x="29508" y="26229"/>
                  </a:lnTo>
                  <a:lnTo>
                    <a:pt x="26229" y="27869"/>
                  </a:lnTo>
                  <a:lnTo>
                    <a:pt x="21311" y="27869"/>
                  </a:lnTo>
                  <a:lnTo>
                    <a:pt x="18033" y="27869"/>
                  </a:lnTo>
                  <a:lnTo>
                    <a:pt x="13115" y="24590"/>
                  </a:lnTo>
                  <a:lnTo>
                    <a:pt x="13115" y="26229"/>
                  </a:lnTo>
                  <a:lnTo>
                    <a:pt x="9836" y="26229"/>
                  </a:lnTo>
                  <a:lnTo>
                    <a:pt x="6557" y="27869"/>
                  </a:lnTo>
                  <a:lnTo>
                    <a:pt x="1639" y="2786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48" name="Freeform 4447">
              <a:extLst>
                <a:ext uri="{FF2B5EF4-FFF2-40B4-BE49-F238E27FC236}">
                  <a16:creationId xmlns:a16="http://schemas.microsoft.com/office/drawing/2014/main" id="{47CC54FE-E593-C546-9467-867797C6FA1C}"/>
                </a:ext>
              </a:extLst>
            </p:cNvPr>
            <p:cNvSpPr/>
            <p:nvPr/>
          </p:nvSpPr>
          <p:spPr>
            <a:xfrm>
              <a:off x="2023887" y="1113271"/>
              <a:ext cx="6557" cy="1639"/>
            </a:xfrm>
            <a:custGeom>
              <a:avLst/>
              <a:gdLst>
                <a:gd name="connsiteX0" fmla="*/ 0 w 6557"/>
                <a:gd name="connsiteY0" fmla="*/ 1639 h 1639"/>
                <a:gd name="connsiteX1" fmla="*/ 3279 w 6557"/>
                <a:gd name="connsiteY1" fmla="*/ 1639 h 1639"/>
                <a:gd name="connsiteX2" fmla="*/ 6557 w 6557"/>
                <a:gd name="connsiteY2" fmla="*/ 0 h 1639"/>
                <a:gd name="connsiteX3" fmla="*/ 3279 w 6557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1639">
                  <a:moveTo>
                    <a:pt x="0" y="1639"/>
                  </a:moveTo>
                  <a:lnTo>
                    <a:pt x="3279" y="1639"/>
                  </a:lnTo>
                  <a:lnTo>
                    <a:pt x="655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49" name="Freeform 4448">
              <a:extLst>
                <a:ext uri="{FF2B5EF4-FFF2-40B4-BE49-F238E27FC236}">
                  <a16:creationId xmlns:a16="http://schemas.microsoft.com/office/drawing/2014/main" id="{C0D40BB0-B456-4047-95B5-121E098BA635}"/>
                </a:ext>
              </a:extLst>
            </p:cNvPr>
            <p:cNvSpPr/>
            <p:nvPr/>
          </p:nvSpPr>
          <p:spPr>
            <a:xfrm>
              <a:off x="2738638" y="1787039"/>
              <a:ext cx="39344" cy="22950"/>
            </a:xfrm>
            <a:custGeom>
              <a:avLst/>
              <a:gdLst>
                <a:gd name="connsiteX0" fmla="*/ 34426 w 39344"/>
                <a:gd name="connsiteY0" fmla="*/ 3279 h 22950"/>
                <a:gd name="connsiteX1" fmla="*/ 32787 w 39344"/>
                <a:gd name="connsiteY1" fmla="*/ 1639 h 22950"/>
                <a:gd name="connsiteX2" fmla="*/ 29508 w 39344"/>
                <a:gd name="connsiteY2" fmla="*/ 1639 h 22950"/>
                <a:gd name="connsiteX3" fmla="*/ 24590 w 39344"/>
                <a:gd name="connsiteY3" fmla="*/ 0 h 22950"/>
                <a:gd name="connsiteX4" fmla="*/ 21311 w 39344"/>
                <a:gd name="connsiteY4" fmla="*/ 1639 h 22950"/>
                <a:gd name="connsiteX5" fmla="*/ 18033 w 39344"/>
                <a:gd name="connsiteY5" fmla="*/ 1639 h 22950"/>
                <a:gd name="connsiteX6" fmla="*/ 14754 w 39344"/>
                <a:gd name="connsiteY6" fmla="*/ 1639 h 22950"/>
                <a:gd name="connsiteX7" fmla="*/ 9836 w 39344"/>
                <a:gd name="connsiteY7" fmla="*/ 3279 h 22950"/>
                <a:gd name="connsiteX8" fmla="*/ 6557 w 39344"/>
                <a:gd name="connsiteY8" fmla="*/ 3279 h 22950"/>
                <a:gd name="connsiteX9" fmla="*/ 1639 w 39344"/>
                <a:gd name="connsiteY9" fmla="*/ 6557 h 22950"/>
                <a:gd name="connsiteX10" fmla="*/ 0 w 39344"/>
                <a:gd name="connsiteY10" fmla="*/ 9836 h 22950"/>
                <a:gd name="connsiteX11" fmla="*/ 3279 w 39344"/>
                <a:gd name="connsiteY11" fmla="*/ 13115 h 22950"/>
                <a:gd name="connsiteX12" fmla="*/ 6557 w 39344"/>
                <a:gd name="connsiteY12" fmla="*/ 13115 h 22950"/>
                <a:gd name="connsiteX13" fmla="*/ 11475 w 39344"/>
                <a:gd name="connsiteY13" fmla="*/ 14754 h 22950"/>
                <a:gd name="connsiteX14" fmla="*/ 14754 w 39344"/>
                <a:gd name="connsiteY14" fmla="*/ 16393 h 22950"/>
                <a:gd name="connsiteX15" fmla="*/ 18033 w 39344"/>
                <a:gd name="connsiteY15" fmla="*/ 16393 h 22950"/>
                <a:gd name="connsiteX16" fmla="*/ 22951 w 39344"/>
                <a:gd name="connsiteY16" fmla="*/ 18033 h 22950"/>
                <a:gd name="connsiteX17" fmla="*/ 26229 w 39344"/>
                <a:gd name="connsiteY17" fmla="*/ 19672 h 22950"/>
                <a:gd name="connsiteX18" fmla="*/ 29508 w 39344"/>
                <a:gd name="connsiteY18" fmla="*/ 21311 h 22950"/>
                <a:gd name="connsiteX19" fmla="*/ 32787 w 39344"/>
                <a:gd name="connsiteY19" fmla="*/ 22951 h 22950"/>
                <a:gd name="connsiteX20" fmla="*/ 37705 w 39344"/>
                <a:gd name="connsiteY20" fmla="*/ 21311 h 22950"/>
                <a:gd name="connsiteX21" fmla="*/ 37705 w 39344"/>
                <a:gd name="connsiteY21" fmla="*/ 18033 h 22950"/>
                <a:gd name="connsiteX22" fmla="*/ 39344 w 39344"/>
                <a:gd name="connsiteY22" fmla="*/ 13115 h 22950"/>
                <a:gd name="connsiteX23" fmla="*/ 37705 w 39344"/>
                <a:gd name="connsiteY23" fmla="*/ 9836 h 22950"/>
                <a:gd name="connsiteX24" fmla="*/ 36065 w 39344"/>
                <a:gd name="connsiteY24" fmla="*/ 6557 h 2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344" h="22950">
                  <a:moveTo>
                    <a:pt x="34426" y="3279"/>
                  </a:moveTo>
                  <a:lnTo>
                    <a:pt x="32787" y="1639"/>
                  </a:lnTo>
                  <a:lnTo>
                    <a:pt x="29508" y="1639"/>
                  </a:lnTo>
                  <a:lnTo>
                    <a:pt x="24590" y="0"/>
                  </a:lnTo>
                  <a:lnTo>
                    <a:pt x="21311" y="1639"/>
                  </a:lnTo>
                  <a:lnTo>
                    <a:pt x="18033" y="1639"/>
                  </a:lnTo>
                  <a:lnTo>
                    <a:pt x="14754" y="1639"/>
                  </a:lnTo>
                  <a:lnTo>
                    <a:pt x="9836" y="3279"/>
                  </a:lnTo>
                  <a:lnTo>
                    <a:pt x="6557" y="3279"/>
                  </a:lnTo>
                  <a:lnTo>
                    <a:pt x="1639" y="6557"/>
                  </a:lnTo>
                  <a:lnTo>
                    <a:pt x="0" y="9836"/>
                  </a:lnTo>
                  <a:lnTo>
                    <a:pt x="3279" y="13115"/>
                  </a:lnTo>
                  <a:lnTo>
                    <a:pt x="6557" y="13115"/>
                  </a:lnTo>
                  <a:lnTo>
                    <a:pt x="11475" y="14754"/>
                  </a:lnTo>
                  <a:lnTo>
                    <a:pt x="14754" y="16393"/>
                  </a:lnTo>
                  <a:lnTo>
                    <a:pt x="18033" y="16393"/>
                  </a:lnTo>
                  <a:lnTo>
                    <a:pt x="22951" y="18033"/>
                  </a:lnTo>
                  <a:lnTo>
                    <a:pt x="26229" y="19672"/>
                  </a:lnTo>
                  <a:lnTo>
                    <a:pt x="29508" y="21311"/>
                  </a:lnTo>
                  <a:lnTo>
                    <a:pt x="32787" y="22951"/>
                  </a:lnTo>
                  <a:lnTo>
                    <a:pt x="37705" y="21311"/>
                  </a:lnTo>
                  <a:lnTo>
                    <a:pt x="37705" y="18033"/>
                  </a:lnTo>
                  <a:lnTo>
                    <a:pt x="39344" y="13115"/>
                  </a:lnTo>
                  <a:lnTo>
                    <a:pt x="37705" y="9836"/>
                  </a:lnTo>
                  <a:lnTo>
                    <a:pt x="36065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50" name="Freeform 4449">
              <a:extLst>
                <a:ext uri="{FF2B5EF4-FFF2-40B4-BE49-F238E27FC236}">
                  <a16:creationId xmlns:a16="http://schemas.microsoft.com/office/drawing/2014/main" id="{0169DEEF-00B1-A145-AB29-9695E3EE25B5}"/>
                </a:ext>
              </a:extLst>
            </p:cNvPr>
            <p:cNvSpPr/>
            <p:nvPr/>
          </p:nvSpPr>
          <p:spPr>
            <a:xfrm>
              <a:off x="2792736" y="1834579"/>
              <a:ext cx="14753" cy="8196"/>
            </a:xfrm>
            <a:custGeom>
              <a:avLst/>
              <a:gdLst>
                <a:gd name="connsiteX0" fmla="*/ 14754 w 14753"/>
                <a:gd name="connsiteY0" fmla="*/ 0 h 8196"/>
                <a:gd name="connsiteX1" fmla="*/ 13115 w 14753"/>
                <a:gd name="connsiteY1" fmla="*/ 0 h 8196"/>
                <a:gd name="connsiteX2" fmla="*/ 8197 w 14753"/>
                <a:gd name="connsiteY2" fmla="*/ 1639 h 8196"/>
                <a:gd name="connsiteX3" fmla="*/ 4918 w 14753"/>
                <a:gd name="connsiteY3" fmla="*/ 3279 h 8196"/>
                <a:gd name="connsiteX4" fmla="*/ 0 w 14753"/>
                <a:gd name="connsiteY4" fmla="*/ 4918 h 8196"/>
                <a:gd name="connsiteX5" fmla="*/ 0 w 14753"/>
                <a:gd name="connsiteY5" fmla="*/ 8197 h 8196"/>
                <a:gd name="connsiteX6" fmla="*/ 3279 w 14753"/>
                <a:gd name="connsiteY6" fmla="*/ 8197 h 8196"/>
                <a:gd name="connsiteX7" fmla="*/ 6557 w 14753"/>
                <a:gd name="connsiteY7" fmla="*/ 8197 h 8196"/>
                <a:gd name="connsiteX8" fmla="*/ 11475 w 14753"/>
                <a:gd name="connsiteY8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3" h="8196">
                  <a:moveTo>
                    <a:pt x="14754" y="0"/>
                  </a:moveTo>
                  <a:lnTo>
                    <a:pt x="13115" y="0"/>
                  </a:lnTo>
                  <a:lnTo>
                    <a:pt x="8197" y="1639"/>
                  </a:lnTo>
                  <a:lnTo>
                    <a:pt x="4918" y="3279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3279" y="8197"/>
                  </a:lnTo>
                  <a:lnTo>
                    <a:pt x="6557" y="8197"/>
                  </a:lnTo>
                  <a:lnTo>
                    <a:pt x="11475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51" name="Freeform 4450">
              <a:extLst>
                <a:ext uri="{FF2B5EF4-FFF2-40B4-BE49-F238E27FC236}">
                  <a16:creationId xmlns:a16="http://schemas.microsoft.com/office/drawing/2014/main" id="{9F74E1C9-9A04-6E4A-9EE7-E627FD7E8491}"/>
                </a:ext>
              </a:extLst>
            </p:cNvPr>
            <p:cNvSpPr/>
            <p:nvPr/>
          </p:nvSpPr>
          <p:spPr>
            <a:xfrm>
              <a:off x="2809129" y="1790317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1639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52" name="Freeform 4451">
              <a:extLst>
                <a:ext uri="{FF2B5EF4-FFF2-40B4-BE49-F238E27FC236}">
                  <a16:creationId xmlns:a16="http://schemas.microsoft.com/office/drawing/2014/main" id="{AB753BAE-E05A-4C44-83A4-70E2CA6314B8}"/>
                </a:ext>
              </a:extLst>
            </p:cNvPr>
            <p:cNvSpPr/>
            <p:nvPr/>
          </p:nvSpPr>
          <p:spPr>
            <a:xfrm>
              <a:off x="2810769" y="1782121"/>
              <a:ext cx="3278" cy="3278"/>
            </a:xfrm>
            <a:custGeom>
              <a:avLst/>
              <a:gdLst>
                <a:gd name="connsiteX0" fmla="*/ 0 w 3278"/>
                <a:gd name="connsiteY0" fmla="*/ 3279 h 3278"/>
                <a:gd name="connsiteX1" fmla="*/ 3279 w 3278"/>
                <a:gd name="connsiteY1" fmla="*/ 3279 h 3278"/>
                <a:gd name="connsiteX2" fmla="*/ 1639 w 3278"/>
                <a:gd name="connsiteY2" fmla="*/ 0 h 3278"/>
                <a:gd name="connsiteX3" fmla="*/ 0 w 3278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3278">
                  <a:moveTo>
                    <a:pt x="0" y="3279"/>
                  </a:moveTo>
                  <a:lnTo>
                    <a:pt x="3279" y="3279"/>
                  </a:lnTo>
                  <a:lnTo>
                    <a:pt x="163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53" name="Freeform 4452">
              <a:extLst>
                <a:ext uri="{FF2B5EF4-FFF2-40B4-BE49-F238E27FC236}">
                  <a16:creationId xmlns:a16="http://schemas.microsoft.com/office/drawing/2014/main" id="{0B8E3990-37D7-B24A-B358-EEEE3F0DA6CC}"/>
                </a:ext>
              </a:extLst>
            </p:cNvPr>
            <p:cNvSpPr/>
            <p:nvPr/>
          </p:nvSpPr>
          <p:spPr>
            <a:xfrm>
              <a:off x="2873063" y="1647695"/>
              <a:ext cx="47540" cy="31147"/>
            </a:xfrm>
            <a:custGeom>
              <a:avLst/>
              <a:gdLst>
                <a:gd name="connsiteX0" fmla="*/ 0 w 47540"/>
                <a:gd name="connsiteY0" fmla="*/ 27869 h 31147"/>
                <a:gd name="connsiteX1" fmla="*/ 4918 w 47540"/>
                <a:gd name="connsiteY1" fmla="*/ 29508 h 31147"/>
                <a:gd name="connsiteX2" fmla="*/ 8197 w 47540"/>
                <a:gd name="connsiteY2" fmla="*/ 27869 h 31147"/>
                <a:gd name="connsiteX3" fmla="*/ 11476 w 47540"/>
                <a:gd name="connsiteY3" fmla="*/ 24590 h 31147"/>
                <a:gd name="connsiteX4" fmla="*/ 16393 w 47540"/>
                <a:gd name="connsiteY4" fmla="*/ 21311 h 31147"/>
                <a:gd name="connsiteX5" fmla="*/ 19672 w 47540"/>
                <a:gd name="connsiteY5" fmla="*/ 19672 h 31147"/>
                <a:gd name="connsiteX6" fmla="*/ 18033 w 47540"/>
                <a:gd name="connsiteY6" fmla="*/ 22951 h 31147"/>
                <a:gd name="connsiteX7" fmla="*/ 14754 w 47540"/>
                <a:gd name="connsiteY7" fmla="*/ 26229 h 31147"/>
                <a:gd name="connsiteX8" fmla="*/ 9836 w 47540"/>
                <a:gd name="connsiteY8" fmla="*/ 29508 h 31147"/>
                <a:gd name="connsiteX9" fmla="*/ 6557 w 47540"/>
                <a:gd name="connsiteY9" fmla="*/ 31147 h 31147"/>
                <a:gd name="connsiteX10" fmla="*/ 9836 w 47540"/>
                <a:gd name="connsiteY10" fmla="*/ 29508 h 31147"/>
                <a:gd name="connsiteX11" fmla="*/ 13115 w 47540"/>
                <a:gd name="connsiteY11" fmla="*/ 29508 h 31147"/>
                <a:gd name="connsiteX12" fmla="*/ 18033 w 47540"/>
                <a:gd name="connsiteY12" fmla="*/ 29508 h 31147"/>
                <a:gd name="connsiteX13" fmla="*/ 21311 w 47540"/>
                <a:gd name="connsiteY13" fmla="*/ 26229 h 31147"/>
                <a:gd name="connsiteX14" fmla="*/ 24590 w 47540"/>
                <a:gd name="connsiteY14" fmla="*/ 22951 h 31147"/>
                <a:gd name="connsiteX15" fmla="*/ 29508 w 47540"/>
                <a:gd name="connsiteY15" fmla="*/ 19672 h 31147"/>
                <a:gd name="connsiteX16" fmla="*/ 32787 w 47540"/>
                <a:gd name="connsiteY16" fmla="*/ 16393 h 31147"/>
                <a:gd name="connsiteX17" fmla="*/ 32787 w 47540"/>
                <a:gd name="connsiteY17" fmla="*/ 19672 h 31147"/>
                <a:gd name="connsiteX18" fmla="*/ 27869 w 47540"/>
                <a:gd name="connsiteY18" fmla="*/ 24590 h 31147"/>
                <a:gd name="connsiteX19" fmla="*/ 24590 w 47540"/>
                <a:gd name="connsiteY19" fmla="*/ 27869 h 31147"/>
                <a:gd name="connsiteX20" fmla="*/ 27869 w 47540"/>
                <a:gd name="connsiteY20" fmla="*/ 24590 h 31147"/>
                <a:gd name="connsiteX21" fmla="*/ 32787 w 47540"/>
                <a:gd name="connsiteY21" fmla="*/ 21311 h 31147"/>
                <a:gd name="connsiteX22" fmla="*/ 36066 w 47540"/>
                <a:gd name="connsiteY22" fmla="*/ 18033 h 31147"/>
                <a:gd name="connsiteX23" fmla="*/ 37705 w 47540"/>
                <a:gd name="connsiteY23" fmla="*/ 13115 h 31147"/>
                <a:gd name="connsiteX24" fmla="*/ 42623 w 47540"/>
                <a:gd name="connsiteY24" fmla="*/ 9836 h 31147"/>
                <a:gd name="connsiteX25" fmla="*/ 40983 w 47540"/>
                <a:gd name="connsiteY25" fmla="*/ 13115 h 31147"/>
                <a:gd name="connsiteX26" fmla="*/ 37705 w 47540"/>
                <a:gd name="connsiteY26" fmla="*/ 16393 h 31147"/>
                <a:gd name="connsiteX27" fmla="*/ 34426 w 47540"/>
                <a:gd name="connsiteY27" fmla="*/ 19672 h 31147"/>
                <a:gd name="connsiteX28" fmla="*/ 31148 w 47540"/>
                <a:gd name="connsiteY28" fmla="*/ 24590 h 31147"/>
                <a:gd name="connsiteX29" fmla="*/ 26229 w 47540"/>
                <a:gd name="connsiteY29" fmla="*/ 27869 h 31147"/>
                <a:gd name="connsiteX30" fmla="*/ 31148 w 47540"/>
                <a:gd name="connsiteY30" fmla="*/ 24590 h 31147"/>
                <a:gd name="connsiteX31" fmla="*/ 34426 w 47540"/>
                <a:gd name="connsiteY31" fmla="*/ 21311 h 31147"/>
                <a:gd name="connsiteX32" fmla="*/ 37705 w 47540"/>
                <a:gd name="connsiteY32" fmla="*/ 18033 h 31147"/>
                <a:gd name="connsiteX33" fmla="*/ 40983 w 47540"/>
                <a:gd name="connsiteY33" fmla="*/ 14754 h 31147"/>
                <a:gd name="connsiteX34" fmla="*/ 45901 w 47540"/>
                <a:gd name="connsiteY34" fmla="*/ 11475 h 31147"/>
                <a:gd name="connsiteX35" fmla="*/ 47541 w 47540"/>
                <a:gd name="connsiteY35" fmla="*/ 8197 h 31147"/>
                <a:gd name="connsiteX36" fmla="*/ 44262 w 47540"/>
                <a:gd name="connsiteY36" fmla="*/ 4918 h 31147"/>
                <a:gd name="connsiteX37" fmla="*/ 44262 w 47540"/>
                <a:gd name="connsiteY37" fmla="*/ 1639 h 31147"/>
                <a:gd name="connsiteX38" fmla="*/ 40983 w 47540"/>
                <a:gd name="connsiteY38" fmla="*/ 0 h 31147"/>
                <a:gd name="connsiteX39" fmla="*/ 37705 w 47540"/>
                <a:gd name="connsiteY39" fmla="*/ 3279 h 31147"/>
                <a:gd name="connsiteX40" fmla="*/ 34426 w 47540"/>
                <a:gd name="connsiteY40" fmla="*/ 6557 h 31147"/>
                <a:gd name="connsiteX41" fmla="*/ 31148 w 47540"/>
                <a:gd name="connsiteY41" fmla="*/ 11475 h 31147"/>
                <a:gd name="connsiteX42" fmla="*/ 27869 w 47540"/>
                <a:gd name="connsiteY42" fmla="*/ 14754 h 31147"/>
                <a:gd name="connsiteX43" fmla="*/ 24590 w 47540"/>
                <a:gd name="connsiteY43" fmla="*/ 16393 h 31147"/>
                <a:gd name="connsiteX44" fmla="*/ 19672 w 47540"/>
                <a:gd name="connsiteY44" fmla="*/ 18033 h 31147"/>
                <a:gd name="connsiteX45" fmla="*/ 24590 w 47540"/>
                <a:gd name="connsiteY45" fmla="*/ 14754 h 31147"/>
                <a:gd name="connsiteX46" fmla="*/ 27869 w 47540"/>
                <a:gd name="connsiteY46" fmla="*/ 11475 h 31147"/>
                <a:gd name="connsiteX47" fmla="*/ 31148 w 47540"/>
                <a:gd name="connsiteY47" fmla="*/ 8197 h 31147"/>
                <a:gd name="connsiteX48" fmla="*/ 34426 w 47540"/>
                <a:gd name="connsiteY48" fmla="*/ 3279 h 31147"/>
                <a:gd name="connsiteX49" fmla="*/ 29508 w 47540"/>
                <a:gd name="connsiteY49" fmla="*/ 6557 h 31147"/>
                <a:gd name="connsiteX50" fmla="*/ 26229 w 47540"/>
                <a:gd name="connsiteY50" fmla="*/ 11475 h 31147"/>
                <a:gd name="connsiteX51" fmla="*/ 22951 w 47540"/>
                <a:gd name="connsiteY51" fmla="*/ 14754 h 31147"/>
                <a:gd name="connsiteX52" fmla="*/ 19672 w 47540"/>
                <a:gd name="connsiteY52" fmla="*/ 16393 h 31147"/>
                <a:gd name="connsiteX53" fmla="*/ 16393 w 47540"/>
                <a:gd name="connsiteY53" fmla="*/ 18033 h 31147"/>
                <a:gd name="connsiteX54" fmla="*/ 11476 w 47540"/>
                <a:gd name="connsiteY54" fmla="*/ 21311 h 31147"/>
                <a:gd name="connsiteX55" fmla="*/ 8197 w 47540"/>
                <a:gd name="connsiteY55" fmla="*/ 22951 h 31147"/>
                <a:gd name="connsiteX56" fmla="*/ 4918 w 47540"/>
                <a:gd name="connsiteY56" fmla="*/ 24590 h 31147"/>
                <a:gd name="connsiteX57" fmla="*/ 1639 w 47540"/>
                <a:gd name="connsiteY57" fmla="*/ 26229 h 3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7540" h="31147">
                  <a:moveTo>
                    <a:pt x="0" y="27869"/>
                  </a:moveTo>
                  <a:lnTo>
                    <a:pt x="4918" y="29508"/>
                  </a:lnTo>
                  <a:lnTo>
                    <a:pt x="8197" y="27869"/>
                  </a:lnTo>
                  <a:lnTo>
                    <a:pt x="11476" y="24590"/>
                  </a:lnTo>
                  <a:lnTo>
                    <a:pt x="16393" y="21311"/>
                  </a:lnTo>
                  <a:lnTo>
                    <a:pt x="19672" y="19672"/>
                  </a:lnTo>
                  <a:lnTo>
                    <a:pt x="18033" y="22951"/>
                  </a:lnTo>
                  <a:lnTo>
                    <a:pt x="14754" y="26229"/>
                  </a:lnTo>
                  <a:lnTo>
                    <a:pt x="9836" y="29508"/>
                  </a:lnTo>
                  <a:lnTo>
                    <a:pt x="6557" y="31147"/>
                  </a:lnTo>
                  <a:lnTo>
                    <a:pt x="9836" y="29508"/>
                  </a:lnTo>
                  <a:lnTo>
                    <a:pt x="13115" y="29508"/>
                  </a:lnTo>
                  <a:lnTo>
                    <a:pt x="18033" y="29508"/>
                  </a:lnTo>
                  <a:lnTo>
                    <a:pt x="21311" y="26229"/>
                  </a:lnTo>
                  <a:lnTo>
                    <a:pt x="24590" y="22951"/>
                  </a:lnTo>
                  <a:lnTo>
                    <a:pt x="29508" y="19672"/>
                  </a:lnTo>
                  <a:lnTo>
                    <a:pt x="32787" y="16393"/>
                  </a:lnTo>
                  <a:lnTo>
                    <a:pt x="32787" y="19672"/>
                  </a:lnTo>
                  <a:lnTo>
                    <a:pt x="27869" y="24590"/>
                  </a:lnTo>
                  <a:lnTo>
                    <a:pt x="24590" y="27869"/>
                  </a:lnTo>
                  <a:lnTo>
                    <a:pt x="27869" y="24590"/>
                  </a:lnTo>
                  <a:lnTo>
                    <a:pt x="32787" y="21311"/>
                  </a:lnTo>
                  <a:lnTo>
                    <a:pt x="36066" y="18033"/>
                  </a:lnTo>
                  <a:lnTo>
                    <a:pt x="37705" y="13115"/>
                  </a:lnTo>
                  <a:lnTo>
                    <a:pt x="42623" y="9836"/>
                  </a:lnTo>
                  <a:lnTo>
                    <a:pt x="40983" y="13115"/>
                  </a:lnTo>
                  <a:lnTo>
                    <a:pt x="37705" y="16393"/>
                  </a:lnTo>
                  <a:lnTo>
                    <a:pt x="34426" y="19672"/>
                  </a:lnTo>
                  <a:lnTo>
                    <a:pt x="31148" y="24590"/>
                  </a:lnTo>
                  <a:lnTo>
                    <a:pt x="26229" y="27869"/>
                  </a:lnTo>
                  <a:lnTo>
                    <a:pt x="31148" y="24590"/>
                  </a:lnTo>
                  <a:lnTo>
                    <a:pt x="34426" y="21311"/>
                  </a:lnTo>
                  <a:lnTo>
                    <a:pt x="37705" y="18033"/>
                  </a:lnTo>
                  <a:lnTo>
                    <a:pt x="40983" y="14754"/>
                  </a:lnTo>
                  <a:lnTo>
                    <a:pt x="45901" y="11475"/>
                  </a:lnTo>
                  <a:lnTo>
                    <a:pt x="47541" y="8197"/>
                  </a:lnTo>
                  <a:lnTo>
                    <a:pt x="44262" y="4918"/>
                  </a:lnTo>
                  <a:lnTo>
                    <a:pt x="44262" y="1639"/>
                  </a:lnTo>
                  <a:lnTo>
                    <a:pt x="40983" y="0"/>
                  </a:lnTo>
                  <a:lnTo>
                    <a:pt x="37705" y="3279"/>
                  </a:lnTo>
                  <a:lnTo>
                    <a:pt x="34426" y="6557"/>
                  </a:lnTo>
                  <a:lnTo>
                    <a:pt x="31148" y="11475"/>
                  </a:lnTo>
                  <a:lnTo>
                    <a:pt x="27869" y="14754"/>
                  </a:lnTo>
                  <a:lnTo>
                    <a:pt x="24590" y="16393"/>
                  </a:lnTo>
                  <a:lnTo>
                    <a:pt x="19672" y="18033"/>
                  </a:lnTo>
                  <a:lnTo>
                    <a:pt x="24590" y="14754"/>
                  </a:lnTo>
                  <a:lnTo>
                    <a:pt x="27869" y="11475"/>
                  </a:lnTo>
                  <a:lnTo>
                    <a:pt x="31148" y="8197"/>
                  </a:lnTo>
                  <a:lnTo>
                    <a:pt x="34426" y="3279"/>
                  </a:lnTo>
                  <a:lnTo>
                    <a:pt x="29508" y="6557"/>
                  </a:lnTo>
                  <a:lnTo>
                    <a:pt x="26229" y="11475"/>
                  </a:lnTo>
                  <a:lnTo>
                    <a:pt x="22951" y="14754"/>
                  </a:lnTo>
                  <a:lnTo>
                    <a:pt x="19672" y="16393"/>
                  </a:lnTo>
                  <a:lnTo>
                    <a:pt x="16393" y="18033"/>
                  </a:lnTo>
                  <a:lnTo>
                    <a:pt x="11476" y="21311"/>
                  </a:lnTo>
                  <a:lnTo>
                    <a:pt x="8197" y="22951"/>
                  </a:lnTo>
                  <a:lnTo>
                    <a:pt x="4918" y="24590"/>
                  </a:lnTo>
                  <a:lnTo>
                    <a:pt x="1639" y="262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54" name="Freeform 4453">
              <a:extLst>
                <a:ext uri="{FF2B5EF4-FFF2-40B4-BE49-F238E27FC236}">
                  <a16:creationId xmlns:a16="http://schemas.microsoft.com/office/drawing/2014/main" id="{A6A5DCF3-7434-F842-97DF-F9F1989E94B2}"/>
                </a:ext>
              </a:extLst>
            </p:cNvPr>
            <p:cNvSpPr/>
            <p:nvPr/>
          </p:nvSpPr>
          <p:spPr>
            <a:xfrm>
              <a:off x="2881260" y="1650974"/>
              <a:ext cx="22950" cy="13114"/>
            </a:xfrm>
            <a:custGeom>
              <a:avLst/>
              <a:gdLst>
                <a:gd name="connsiteX0" fmla="*/ 0 w 22950"/>
                <a:gd name="connsiteY0" fmla="*/ 13115 h 13114"/>
                <a:gd name="connsiteX1" fmla="*/ 3279 w 22950"/>
                <a:gd name="connsiteY1" fmla="*/ 11475 h 13114"/>
                <a:gd name="connsiteX2" fmla="*/ 8197 w 22950"/>
                <a:gd name="connsiteY2" fmla="*/ 9836 h 13114"/>
                <a:gd name="connsiteX3" fmla="*/ 11476 w 22950"/>
                <a:gd name="connsiteY3" fmla="*/ 8197 h 13114"/>
                <a:gd name="connsiteX4" fmla="*/ 14754 w 22950"/>
                <a:gd name="connsiteY4" fmla="*/ 6557 h 13114"/>
                <a:gd name="connsiteX5" fmla="*/ 18033 w 22950"/>
                <a:gd name="connsiteY5" fmla="*/ 3279 h 13114"/>
                <a:gd name="connsiteX6" fmla="*/ 22951 w 22950"/>
                <a:gd name="connsiteY6" fmla="*/ 0 h 13114"/>
                <a:gd name="connsiteX7" fmla="*/ 18033 w 22950"/>
                <a:gd name="connsiteY7" fmla="*/ 1639 h 13114"/>
                <a:gd name="connsiteX8" fmla="*/ 14754 w 22950"/>
                <a:gd name="connsiteY8" fmla="*/ 4918 h 13114"/>
                <a:gd name="connsiteX9" fmla="*/ 11476 w 22950"/>
                <a:gd name="connsiteY9" fmla="*/ 4918 h 13114"/>
                <a:gd name="connsiteX10" fmla="*/ 8197 w 22950"/>
                <a:gd name="connsiteY10" fmla="*/ 6557 h 13114"/>
                <a:gd name="connsiteX11" fmla="*/ 3279 w 22950"/>
                <a:gd name="connsiteY11" fmla="*/ 6557 h 13114"/>
                <a:gd name="connsiteX12" fmla="*/ 3279 w 22950"/>
                <a:gd name="connsiteY12" fmla="*/ 8197 h 13114"/>
                <a:gd name="connsiteX13" fmla="*/ 0 w 22950"/>
                <a:gd name="connsiteY13" fmla="*/ 9836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13114">
                  <a:moveTo>
                    <a:pt x="0" y="13115"/>
                  </a:moveTo>
                  <a:lnTo>
                    <a:pt x="3279" y="11475"/>
                  </a:lnTo>
                  <a:lnTo>
                    <a:pt x="8197" y="9836"/>
                  </a:lnTo>
                  <a:lnTo>
                    <a:pt x="11476" y="8197"/>
                  </a:lnTo>
                  <a:lnTo>
                    <a:pt x="14754" y="6557"/>
                  </a:lnTo>
                  <a:lnTo>
                    <a:pt x="18033" y="3279"/>
                  </a:lnTo>
                  <a:lnTo>
                    <a:pt x="22951" y="0"/>
                  </a:lnTo>
                  <a:lnTo>
                    <a:pt x="18033" y="1639"/>
                  </a:lnTo>
                  <a:lnTo>
                    <a:pt x="14754" y="4918"/>
                  </a:lnTo>
                  <a:lnTo>
                    <a:pt x="11476" y="4918"/>
                  </a:lnTo>
                  <a:lnTo>
                    <a:pt x="8197" y="6557"/>
                  </a:lnTo>
                  <a:lnTo>
                    <a:pt x="3279" y="6557"/>
                  </a:lnTo>
                  <a:lnTo>
                    <a:pt x="3279" y="8197"/>
                  </a:lnTo>
                  <a:lnTo>
                    <a:pt x="0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55" name="Freeform 4454">
              <a:extLst>
                <a:ext uri="{FF2B5EF4-FFF2-40B4-BE49-F238E27FC236}">
                  <a16:creationId xmlns:a16="http://schemas.microsoft.com/office/drawing/2014/main" id="{C46ACF52-6CBB-1940-AF09-A7B59B4EE253}"/>
                </a:ext>
              </a:extLst>
            </p:cNvPr>
            <p:cNvSpPr/>
            <p:nvPr/>
          </p:nvSpPr>
          <p:spPr>
            <a:xfrm>
              <a:off x="2899293" y="1636220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0 w 3278"/>
                <a:gd name="connsiteY1" fmla="*/ 0 h 3278"/>
                <a:gd name="connsiteX2" fmla="*/ 0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56" name="Freeform 4455">
              <a:extLst>
                <a:ext uri="{FF2B5EF4-FFF2-40B4-BE49-F238E27FC236}">
                  <a16:creationId xmlns:a16="http://schemas.microsoft.com/office/drawing/2014/main" id="{B1C44AA7-A061-514B-9F45-174566F05231}"/>
                </a:ext>
              </a:extLst>
            </p:cNvPr>
            <p:cNvSpPr/>
            <p:nvPr/>
          </p:nvSpPr>
          <p:spPr>
            <a:xfrm>
              <a:off x="2899293" y="1669006"/>
              <a:ext cx="9836" cy="11475"/>
            </a:xfrm>
            <a:custGeom>
              <a:avLst/>
              <a:gdLst>
                <a:gd name="connsiteX0" fmla="*/ 9836 w 9836"/>
                <a:gd name="connsiteY0" fmla="*/ 0 h 11475"/>
                <a:gd name="connsiteX1" fmla="*/ 8197 w 9836"/>
                <a:gd name="connsiteY1" fmla="*/ 3279 h 11475"/>
                <a:gd name="connsiteX2" fmla="*/ 3279 w 9836"/>
                <a:gd name="connsiteY2" fmla="*/ 6557 h 11475"/>
                <a:gd name="connsiteX3" fmla="*/ 0 w 9836"/>
                <a:gd name="connsiteY3" fmla="*/ 11475 h 11475"/>
                <a:gd name="connsiteX4" fmla="*/ 4918 w 9836"/>
                <a:gd name="connsiteY4" fmla="*/ 8197 h 11475"/>
                <a:gd name="connsiteX5" fmla="*/ 8197 w 9836"/>
                <a:gd name="connsiteY5" fmla="*/ 3279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6" h="11475">
                  <a:moveTo>
                    <a:pt x="9836" y="0"/>
                  </a:moveTo>
                  <a:lnTo>
                    <a:pt x="8197" y="3279"/>
                  </a:lnTo>
                  <a:lnTo>
                    <a:pt x="3279" y="6557"/>
                  </a:lnTo>
                  <a:lnTo>
                    <a:pt x="0" y="11475"/>
                  </a:lnTo>
                  <a:lnTo>
                    <a:pt x="4918" y="8197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57" name="Freeform 4456">
              <a:extLst>
                <a:ext uri="{FF2B5EF4-FFF2-40B4-BE49-F238E27FC236}">
                  <a16:creationId xmlns:a16="http://schemas.microsoft.com/office/drawing/2014/main" id="{DE9D17C2-ECB7-5641-887D-5CF772847D14}"/>
                </a:ext>
              </a:extLst>
            </p:cNvPr>
            <p:cNvSpPr/>
            <p:nvPr/>
          </p:nvSpPr>
          <p:spPr>
            <a:xfrm>
              <a:off x="2900932" y="1632941"/>
              <a:ext cx="4917" cy="3278"/>
            </a:xfrm>
            <a:custGeom>
              <a:avLst/>
              <a:gdLst>
                <a:gd name="connsiteX0" fmla="*/ 4918 w 4917"/>
                <a:gd name="connsiteY0" fmla="*/ 0 h 3278"/>
                <a:gd name="connsiteX1" fmla="*/ 4918 w 4917"/>
                <a:gd name="connsiteY1" fmla="*/ 0 h 3278"/>
                <a:gd name="connsiteX2" fmla="*/ 0 w 4917"/>
                <a:gd name="connsiteY2" fmla="*/ 3279 h 3278"/>
                <a:gd name="connsiteX3" fmla="*/ 4918 w 4917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3278">
                  <a:moveTo>
                    <a:pt x="4918" y="0"/>
                  </a:moveTo>
                  <a:lnTo>
                    <a:pt x="4918" y="0"/>
                  </a:lnTo>
                  <a:lnTo>
                    <a:pt x="0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58" name="Freeform 4457">
              <a:extLst>
                <a:ext uri="{FF2B5EF4-FFF2-40B4-BE49-F238E27FC236}">
                  <a16:creationId xmlns:a16="http://schemas.microsoft.com/office/drawing/2014/main" id="{715C882D-4C8B-8549-A7AF-78D009BA90C2}"/>
                </a:ext>
              </a:extLst>
            </p:cNvPr>
            <p:cNvSpPr/>
            <p:nvPr/>
          </p:nvSpPr>
          <p:spPr>
            <a:xfrm>
              <a:off x="2914047" y="1654252"/>
              <a:ext cx="14754" cy="13114"/>
            </a:xfrm>
            <a:custGeom>
              <a:avLst/>
              <a:gdLst>
                <a:gd name="connsiteX0" fmla="*/ 14754 w 14754"/>
                <a:gd name="connsiteY0" fmla="*/ 0 h 13114"/>
                <a:gd name="connsiteX1" fmla="*/ 13115 w 14754"/>
                <a:gd name="connsiteY1" fmla="*/ 0 h 13114"/>
                <a:gd name="connsiteX2" fmla="*/ 9836 w 14754"/>
                <a:gd name="connsiteY2" fmla="*/ 1639 h 13114"/>
                <a:gd name="connsiteX3" fmla="*/ 6557 w 14754"/>
                <a:gd name="connsiteY3" fmla="*/ 4918 h 13114"/>
                <a:gd name="connsiteX4" fmla="*/ 3279 w 14754"/>
                <a:gd name="connsiteY4" fmla="*/ 8197 h 13114"/>
                <a:gd name="connsiteX5" fmla="*/ 0 w 14754"/>
                <a:gd name="connsiteY5" fmla="*/ 13115 h 13114"/>
                <a:gd name="connsiteX6" fmla="*/ 3279 w 14754"/>
                <a:gd name="connsiteY6" fmla="*/ 11476 h 13114"/>
                <a:gd name="connsiteX7" fmla="*/ 6557 w 14754"/>
                <a:gd name="connsiteY7" fmla="*/ 9836 h 13114"/>
                <a:gd name="connsiteX8" fmla="*/ 9836 w 14754"/>
                <a:gd name="connsiteY8" fmla="*/ 8197 h 13114"/>
                <a:gd name="connsiteX9" fmla="*/ 13115 w 14754"/>
                <a:gd name="connsiteY9" fmla="*/ 4918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54" h="13114">
                  <a:moveTo>
                    <a:pt x="14754" y="0"/>
                  </a:moveTo>
                  <a:lnTo>
                    <a:pt x="13115" y="0"/>
                  </a:lnTo>
                  <a:lnTo>
                    <a:pt x="9836" y="1639"/>
                  </a:lnTo>
                  <a:lnTo>
                    <a:pt x="6557" y="4918"/>
                  </a:lnTo>
                  <a:lnTo>
                    <a:pt x="3279" y="8197"/>
                  </a:lnTo>
                  <a:lnTo>
                    <a:pt x="0" y="13115"/>
                  </a:lnTo>
                  <a:lnTo>
                    <a:pt x="3279" y="11476"/>
                  </a:lnTo>
                  <a:lnTo>
                    <a:pt x="6557" y="9836"/>
                  </a:lnTo>
                  <a:lnTo>
                    <a:pt x="9836" y="8197"/>
                  </a:lnTo>
                  <a:lnTo>
                    <a:pt x="13115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59" name="Freeform 4458">
              <a:extLst>
                <a:ext uri="{FF2B5EF4-FFF2-40B4-BE49-F238E27FC236}">
                  <a16:creationId xmlns:a16="http://schemas.microsoft.com/office/drawing/2014/main" id="{F9577830-F22C-0749-AA4C-CF55EA10C5DE}"/>
                </a:ext>
              </a:extLst>
            </p:cNvPr>
            <p:cNvSpPr/>
            <p:nvPr/>
          </p:nvSpPr>
          <p:spPr>
            <a:xfrm>
              <a:off x="2922243" y="1605072"/>
              <a:ext cx="1639" cy="4918"/>
            </a:xfrm>
            <a:custGeom>
              <a:avLst/>
              <a:gdLst>
                <a:gd name="connsiteX0" fmla="*/ 0 w 1639"/>
                <a:gd name="connsiteY0" fmla="*/ 3279 h 4918"/>
                <a:gd name="connsiteX1" fmla="*/ 1639 w 1639"/>
                <a:gd name="connsiteY1" fmla="*/ 4918 h 4918"/>
                <a:gd name="connsiteX2" fmla="*/ 1639 w 1639"/>
                <a:gd name="connsiteY2" fmla="*/ 0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4918">
                  <a:moveTo>
                    <a:pt x="0" y="3279"/>
                  </a:moveTo>
                  <a:lnTo>
                    <a:pt x="1639" y="4918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60" name="Freeform 4459">
              <a:extLst>
                <a:ext uri="{FF2B5EF4-FFF2-40B4-BE49-F238E27FC236}">
                  <a16:creationId xmlns:a16="http://schemas.microsoft.com/office/drawing/2014/main" id="{98FE409B-AC53-B942-A84F-7AFC621A193A}"/>
                </a:ext>
              </a:extLst>
            </p:cNvPr>
            <p:cNvSpPr/>
            <p:nvPr/>
          </p:nvSpPr>
          <p:spPr>
            <a:xfrm>
              <a:off x="2968145" y="1513269"/>
              <a:ext cx="6557" cy="4917"/>
            </a:xfrm>
            <a:custGeom>
              <a:avLst/>
              <a:gdLst>
                <a:gd name="connsiteX0" fmla="*/ 4918 w 6557"/>
                <a:gd name="connsiteY0" fmla="*/ 3279 h 4917"/>
                <a:gd name="connsiteX1" fmla="*/ 4918 w 6557"/>
                <a:gd name="connsiteY1" fmla="*/ 3279 h 4917"/>
                <a:gd name="connsiteX2" fmla="*/ 6557 w 6557"/>
                <a:gd name="connsiteY2" fmla="*/ 0 h 4917"/>
                <a:gd name="connsiteX3" fmla="*/ 6557 w 6557"/>
                <a:gd name="connsiteY3" fmla="*/ 0 h 4917"/>
                <a:gd name="connsiteX4" fmla="*/ 3279 w 6557"/>
                <a:gd name="connsiteY4" fmla="*/ 0 h 4917"/>
                <a:gd name="connsiteX5" fmla="*/ 0 w 6557"/>
                <a:gd name="connsiteY5" fmla="*/ 491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7" h="4917">
                  <a:moveTo>
                    <a:pt x="4918" y="3279"/>
                  </a:moveTo>
                  <a:lnTo>
                    <a:pt x="4918" y="3279"/>
                  </a:lnTo>
                  <a:lnTo>
                    <a:pt x="6557" y="0"/>
                  </a:lnTo>
                  <a:lnTo>
                    <a:pt x="6557" y="0"/>
                  </a:lnTo>
                  <a:lnTo>
                    <a:pt x="3279" y="0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61" name="Freeform 4460">
              <a:extLst>
                <a:ext uri="{FF2B5EF4-FFF2-40B4-BE49-F238E27FC236}">
                  <a16:creationId xmlns:a16="http://schemas.microsoft.com/office/drawing/2014/main" id="{5E0FEF6A-B1FF-784D-A19E-33890F64B54A}"/>
                </a:ext>
              </a:extLst>
            </p:cNvPr>
            <p:cNvSpPr/>
            <p:nvPr/>
          </p:nvSpPr>
          <p:spPr>
            <a:xfrm>
              <a:off x="3282898" y="1542778"/>
              <a:ext cx="8196" cy="8196"/>
            </a:xfrm>
            <a:custGeom>
              <a:avLst/>
              <a:gdLst>
                <a:gd name="connsiteX0" fmla="*/ 8197 w 8196"/>
                <a:gd name="connsiteY0" fmla="*/ 0 h 8196"/>
                <a:gd name="connsiteX1" fmla="*/ 6557 w 8196"/>
                <a:gd name="connsiteY1" fmla="*/ 0 h 8196"/>
                <a:gd name="connsiteX2" fmla="*/ 3279 w 8196"/>
                <a:gd name="connsiteY2" fmla="*/ 0 h 8196"/>
                <a:gd name="connsiteX3" fmla="*/ 3279 w 8196"/>
                <a:gd name="connsiteY3" fmla="*/ 3279 h 8196"/>
                <a:gd name="connsiteX4" fmla="*/ 0 w 8196"/>
                <a:gd name="connsiteY4" fmla="*/ 8197 h 8196"/>
                <a:gd name="connsiteX5" fmla="*/ 3279 w 8196"/>
                <a:gd name="connsiteY5" fmla="*/ 8197 h 8196"/>
                <a:gd name="connsiteX6" fmla="*/ 6557 w 8196"/>
                <a:gd name="connsiteY6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8196">
                  <a:moveTo>
                    <a:pt x="8197" y="0"/>
                  </a:moveTo>
                  <a:lnTo>
                    <a:pt x="6557" y="0"/>
                  </a:lnTo>
                  <a:lnTo>
                    <a:pt x="3279" y="0"/>
                  </a:lnTo>
                  <a:lnTo>
                    <a:pt x="3279" y="3279"/>
                  </a:lnTo>
                  <a:lnTo>
                    <a:pt x="0" y="8197"/>
                  </a:lnTo>
                  <a:lnTo>
                    <a:pt x="3279" y="8197"/>
                  </a:lnTo>
                  <a:lnTo>
                    <a:pt x="655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62" name="Freeform 4461">
              <a:extLst>
                <a:ext uri="{FF2B5EF4-FFF2-40B4-BE49-F238E27FC236}">
                  <a16:creationId xmlns:a16="http://schemas.microsoft.com/office/drawing/2014/main" id="{37169D99-B4E2-A744-96AB-5F82BD27A0EA}"/>
                </a:ext>
              </a:extLst>
            </p:cNvPr>
            <p:cNvSpPr/>
            <p:nvPr/>
          </p:nvSpPr>
          <p:spPr>
            <a:xfrm>
              <a:off x="3653388" y="1228025"/>
              <a:ext cx="4918" cy="1639"/>
            </a:xfrm>
            <a:custGeom>
              <a:avLst/>
              <a:gdLst>
                <a:gd name="connsiteX0" fmla="*/ 1639 w 4918"/>
                <a:gd name="connsiteY0" fmla="*/ 0 h 1639"/>
                <a:gd name="connsiteX1" fmla="*/ 0 w 4918"/>
                <a:gd name="connsiteY1" fmla="*/ 1639 h 1639"/>
                <a:gd name="connsiteX2" fmla="*/ 4918 w 491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1639" y="0"/>
                  </a:move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63" name="Freeform 4462">
              <a:extLst>
                <a:ext uri="{FF2B5EF4-FFF2-40B4-BE49-F238E27FC236}">
                  <a16:creationId xmlns:a16="http://schemas.microsoft.com/office/drawing/2014/main" id="{F9548776-6D0A-9C48-9F7F-51E790409198}"/>
                </a:ext>
              </a:extLst>
            </p:cNvPr>
            <p:cNvSpPr/>
            <p:nvPr/>
          </p:nvSpPr>
          <p:spPr>
            <a:xfrm>
              <a:off x="3656666" y="1229664"/>
              <a:ext cx="3278" cy="3278"/>
            </a:xfrm>
            <a:custGeom>
              <a:avLst/>
              <a:gdLst>
                <a:gd name="connsiteX0" fmla="*/ 3279 w 3278"/>
                <a:gd name="connsiteY0" fmla="*/ 1639 h 3278"/>
                <a:gd name="connsiteX1" fmla="*/ 0 w 3278"/>
                <a:gd name="connsiteY1" fmla="*/ 0 h 3278"/>
                <a:gd name="connsiteX2" fmla="*/ 327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1639"/>
                  </a:moveTo>
                  <a:lnTo>
                    <a:pt x="0" y="0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64" name="Freeform 4463">
              <a:extLst>
                <a:ext uri="{FF2B5EF4-FFF2-40B4-BE49-F238E27FC236}">
                  <a16:creationId xmlns:a16="http://schemas.microsoft.com/office/drawing/2014/main" id="{C58FD2AE-D54D-0B4B-8292-0DFBD1876021}"/>
                </a:ext>
              </a:extLst>
            </p:cNvPr>
            <p:cNvSpPr/>
            <p:nvPr/>
          </p:nvSpPr>
          <p:spPr>
            <a:xfrm>
              <a:off x="3658306" y="1260812"/>
              <a:ext cx="4918" cy="1639"/>
            </a:xfrm>
            <a:custGeom>
              <a:avLst/>
              <a:gdLst>
                <a:gd name="connsiteX0" fmla="*/ 4918 w 4918"/>
                <a:gd name="connsiteY0" fmla="*/ 0 h 1639"/>
                <a:gd name="connsiteX1" fmla="*/ 4918 w 4918"/>
                <a:gd name="connsiteY1" fmla="*/ 0 h 1639"/>
                <a:gd name="connsiteX2" fmla="*/ 0 w 491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4918" y="0"/>
                  </a:move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65" name="Freeform 4464">
              <a:extLst>
                <a:ext uri="{FF2B5EF4-FFF2-40B4-BE49-F238E27FC236}">
                  <a16:creationId xmlns:a16="http://schemas.microsoft.com/office/drawing/2014/main" id="{71284171-17B0-2C4C-A226-0FEEDE774D97}"/>
                </a:ext>
              </a:extLst>
            </p:cNvPr>
            <p:cNvSpPr/>
            <p:nvPr/>
          </p:nvSpPr>
          <p:spPr>
            <a:xfrm>
              <a:off x="3661584" y="1226386"/>
              <a:ext cx="14753" cy="4917"/>
            </a:xfrm>
            <a:custGeom>
              <a:avLst/>
              <a:gdLst>
                <a:gd name="connsiteX0" fmla="*/ 0 w 14753"/>
                <a:gd name="connsiteY0" fmla="*/ 4918 h 4917"/>
                <a:gd name="connsiteX1" fmla="*/ 0 w 14753"/>
                <a:gd name="connsiteY1" fmla="*/ 4918 h 4917"/>
                <a:gd name="connsiteX2" fmla="*/ 4918 w 14753"/>
                <a:gd name="connsiteY2" fmla="*/ 4918 h 4917"/>
                <a:gd name="connsiteX3" fmla="*/ 8197 w 14753"/>
                <a:gd name="connsiteY3" fmla="*/ 3279 h 4917"/>
                <a:gd name="connsiteX4" fmla="*/ 11475 w 14753"/>
                <a:gd name="connsiteY4" fmla="*/ 1639 h 4917"/>
                <a:gd name="connsiteX5" fmla="*/ 14754 w 14753"/>
                <a:gd name="connsiteY5" fmla="*/ 0 h 4917"/>
                <a:gd name="connsiteX6" fmla="*/ 11475 w 14753"/>
                <a:gd name="connsiteY6" fmla="*/ 0 h 4917"/>
                <a:gd name="connsiteX7" fmla="*/ 8197 w 14753"/>
                <a:gd name="connsiteY7" fmla="*/ 1639 h 4917"/>
                <a:gd name="connsiteX8" fmla="*/ 3279 w 14753"/>
                <a:gd name="connsiteY8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3" h="4917">
                  <a:moveTo>
                    <a:pt x="0" y="4918"/>
                  </a:moveTo>
                  <a:lnTo>
                    <a:pt x="0" y="4918"/>
                  </a:lnTo>
                  <a:lnTo>
                    <a:pt x="4918" y="4918"/>
                  </a:lnTo>
                  <a:lnTo>
                    <a:pt x="8197" y="3279"/>
                  </a:lnTo>
                  <a:lnTo>
                    <a:pt x="11475" y="1639"/>
                  </a:lnTo>
                  <a:lnTo>
                    <a:pt x="14754" y="0"/>
                  </a:lnTo>
                  <a:lnTo>
                    <a:pt x="11475" y="0"/>
                  </a:lnTo>
                  <a:lnTo>
                    <a:pt x="8197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66" name="Freeform 4465">
              <a:extLst>
                <a:ext uri="{FF2B5EF4-FFF2-40B4-BE49-F238E27FC236}">
                  <a16:creationId xmlns:a16="http://schemas.microsoft.com/office/drawing/2014/main" id="{EDD51EA4-357E-3541-AF3D-5F06B2CAF617}"/>
                </a:ext>
              </a:extLst>
            </p:cNvPr>
            <p:cNvSpPr/>
            <p:nvPr/>
          </p:nvSpPr>
          <p:spPr>
            <a:xfrm>
              <a:off x="3673060" y="1224746"/>
              <a:ext cx="4918" cy="16393"/>
            </a:xfrm>
            <a:custGeom>
              <a:avLst/>
              <a:gdLst>
                <a:gd name="connsiteX0" fmla="*/ 4918 w 4918"/>
                <a:gd name="connsiteY0" fmla="*/ 0 h 16393"/>
                <a:gd name="connsiteX1" fmla="*/ 4918 w 4918"/>
                <a:gd name="connsiteY1" fmla="*/ 0 h 16393"/>
                <a:gd name="connsiteX2" fmla="*/ 0 w 491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3">
                  <a:moveTo>
                    <a:pt x="4918" y="0"/>
                  </a:move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67" name="Freeform 4466">
              <a:extLst>
                <a:ext uri="{FF2B5EF4-FFF2-40B4-BE49-F238E27FC236}">
                  <a16:creationId xmlns:a16="http://schemas.microsoft.com/office/drawing/2014/main" id="{B033648F-FAC3-4D46-8851-25C98B0449B2}"/>
                </a:ext>
              </a:extLst>
            </p:cNvPr>
            <p:cNvSpPr/>
            <p:nvPr/>
          </p:nvSpPr>
          <p:spPr>
            <a:xfrm>
              <a:off x="3676338" y="818191"/>
              <a:ext cx="9836" cy="3278"/>
            </a:xfrm>
            <a:custGeom>
              <a:avLst/>
              <a:gdLst>
                <a:gd name="connsiteX0" fmla="*/ 4918 w 9836"/>
                <a:gd name="connsiteY0" fmla="*/ 0 h 3278"/>
                <a:gd name="connsiteX1" fmla="*/ 0 w 9836"/>
                <a:gd name="connsiteY1" fmla="*/ 1639 h 3278"/>
                <a:gd name="connsiteX2" fmla="*/ 4918 w 9836"/>
                <a:gd name="connsiteY2" fmla="*/ 3279 h 3278"/>
                <a:gd name="connsiteX3" fmla="*/ 9836 w 9836"/>
                <a:gd name="connsiteY3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36" h="3278">
                  <a:moveTo>
                    <a:pt x="4918" y="0"/>
                  </a:moveTo>
                  <a:lnTo>
                    <a:pt x="0" y="1639"/>
                  </a:lnTo>
                  <a:lnTo>
                    <a:pt x="4918" y="3279"/>
                  </a:lnTo>
                  <a:lnTo>
                    <a:pt x="9836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68" name="Freeform 4467">
              <a:extLst>
                <a:ext uri="{FF2B5EF4-FFF2-40B4-BE49-F238E27FC236}">
                  <a16:creationId xmlns:a16="http://schemas.microsoft.com/office/drawing/2014/main" id="{5F7D6D9A-F1C8-3944-AFC4-26F1916684B4}"/>
                </a:ext>
              </a:extLst>
            </p:cNvPr>
            <p:cNvSpPr/>
            <p:nvPr/>
          </p:nvSpPr>
          <p:spPr>
            <a:xfrm>
              <a:off x="2022248" y="1114911"/>
              <a:ext cx="8196" cy="3278"/>
            </a:xfrm>
            <a:custGeom>
              <a:avLst/>
              <a:gdLst>
                <a:gd name="connsiteX0" fmla="*/ 3279 w 8196"/>
                <a:gd name="connsiteY0" fmla="*/ 3279 h 3278"/>
                <a:gd name="connsiteX1" fmla="*/ 0 w 8196"/>
                <a:gd name="connsiteY1" fmla="*/ 1639 h 3278"/>
                <a:gd name="connsiteX2" fmla="*/ 3279 w 8196"/>
                <a:gd name="connsiteY2" fmla="*/ 0 h 3278"/>
                <a:gd name="connsiteX3" fmla="*/ 8197 w 8196"/>
                <a:gd name="connsiteY3" fmla="*/ 0 h 3278"/>
                <a:gd name="connsiteX4" fmla="*/ 4918 w 8196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278">
                  <a:moveTo>
                    <a:pt x="3279" y="3279"/>
                  </a:moveTo>
                  <a:lnTo>
                    <a:pt x="0" y="1639"/>
                  </a:lnTo>
                  <a:lnTo>
                    <a:pt x="3279" y="0"/>
                  </a:lnTo>
                  <a:lnTo>
                    <a:pt x="8197" y="0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69" name="Freeform 4468">
              <a:extLst>
                <a:ext uri="{FF2B5EF4-FFF2-40B4-BE49-F238E27FC236}">
                  <a16:creationId xmlns:a16="http://schemas.microsoft.com/office/drawing/2014/main" id="{770A38E5-F048-2145-9519-73B417D81162}"/>
                </a:ext>
              </a:extLst>
            </p:cNvPr>
            <p:cNvSpPr/>
            <p:nvPr/>
          </p:nvSpPr>
          <p:spPr>
            <a:xfrm>
              <a:off x="3459946" y="1513269"/>
              <a:ext cx="8196" cy="6557"/>
            </a:xfrm>
            <a:custGeom>
              <a:avLst/>
              <a:gdLst>
                <a:gd name="connsiteX0" fmla="*/ 0 w 8196"/>
                <a:gd name="connsiteY0" fmla="*/ 4918 h 6557"/>
                <a:gd name="connsiteX1" fmla="*/ 0 w 8196"/>
                <a:gd name="connsiteY1" fmla="*/ 4918 h 6557"/>
                <a:gd name="connsiteX2" fmla="*/ 3279 w 8196"/>
                <a:gd name="connsiteY2" fmla="*/ 1639 h 6557"/>
                <a:gd name="connsiteX3" fmla="*/ 6557 w 8196"/>
                <a:gd name="connsiteY3" fmla="*/ 0 h 6557"/>
                <a:gd name="connsiteX4" fmla="*/ 8197 w 8196"/>
                <a:gd name="connsiteY4" fmla="*/ 4918 h 6557"/>
                <a:gd name="connsiteX5" fmla="*/ 3279 w 8196"/>
                <a:gd name="connsiteY5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6557">
                  <a:moveTo>
                    <a:pt x="0" y="4918"/>
                  </a:moveTo>
                  <a:lnTo>
                    <a:pt x="0" y="4918"/>
                  </a:lnTo>
                  <a:lnTo>
                    <a:pt x="3279" y="1639"/>
                  </a:lnTo>
                  <a:lnTo>
                    <a:pt x="6557" y="0"/>
                  </a:lnTo>
                  <a:lnTo>
                    <a:pt x="8197" y="4918"/>
                  </a:lnTo>
                  <a:lnTo>
                    <a:pt x="327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70" name="Freeform 4469">
              <a:extLst>
                <a:ext uri="{FF2B5EF4-FFF2-40B4-BE49-F238E27FC236}">
                  <a16:creationId xmlns:a16="http://schemas.microsoft.com/office/drawing/2014/main" id="{FF0DF82E-1A84-0B4D-83EB-69962F1D1A3B}"/>
                </a:ext>
              </a:extLst>
            </p:cNvPr>
            <p:cNvSpPr/>
            <p:nvPr/>
          </p:nvSpPr>
          <p:spPr>
            <a:xfrm>
              <a:off x="3730437" y="698519"/>
              <a:ext cx="8196" cy="1639"/>
            </a:xfrm>
            <a:custGeom>
              <a:avLst/>
              <a:gdLst>
                <a:gd name="connsiteX0" fmla="*/ 0 w 8196"/>
                <a:gd name="connsiteY0" fmla="*/ 1639 h 1639"/>
                <a:gd name="connsiteX1" fmla="*/ 4918 w 8196"/>
                <a:gd name="connsiteY1" fmla="*/ 0 h 1639"/>
                <a:gd name="connsiteX2" fmla="*/ 8197 w 8196"/>
                <a:gd name="connsiteY2" fmla="*/ 0 h 1639"/>
                <a:gd name="connsiteX3" fmla="*/ 4918 w 8196"/>
                <a:gd name="connsiteY3" fmla="*/ 0 h 1639"/>
                <a:gd name="connsiteX4" fmla="*/ 0 w 8196"/>
                <a:gd name="connsiteY4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1639">
                  <a:moveTo>
                    <a:pt x="0" y="1639"/>
                  </a:moveTo>
                  <a:lnTo>
                    <a:pt x="4918" y="0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71" name="Freeform 4470">
              <a:extLst>
                <a:ext uri="{FF2B5EF4-FFF2-40B4-BE49-F238E27FC236}">
                  <a16:creationId xmlns:a16="http://schemas.microsoft.com/office/drawing/2014/main" id="{4ECFC08D-9412-E842-8769-F6EAD5FBAF53}"/>
                </a:ext>
              </a:extLst>
            </p:cNvPr>
            <p:cNvSpPr/>
            <p:nvPr/>
          </p:nvSpPr>
          <p:spPr>
            <a:xfrm>
              <a:off x="5777968" y="2626379"/>
              <a:ext cx="11475" cy="11475"/>
            </a:xfrm>
            <a:custGeom>
              <a:avLst/>
              <a:gdLst>
                <a:gd name="connsiteX0" fmla="*/ 6557 w 11475"/>
                <a:gd name="connsiteY0" fmla="*/ 11475 h 11475"/>
                <a:gd name="connsiteX1" fmla="*/ 4918 w 11475"/>
                <a:gd name="connsiteY1" fmla="*/ 8197 h 11475"/>
                <a:gd name="connsiteX2" fmla="*/ 0 w 11475"/>
                <a:gd name="connsiteY2" fmla="*/ 8197 h 11475"/>
                <a:gd name="connsiteX3" fmla="*/ 0 w 11475"/>
                <a:gd name="connsiteY3" fmla="*/ 4918 h 11475"/>
                <a:gd name="connsiteX4" fmla="*/ 0 w 11475"/>
                <a:gd name="connsiteY4" fmla="*/ 0 h 11475"/>
                <a:gd name="connsiteX5" fmla="*/ 4918 w 11475"/>
                <a:gd name="connsiteY5" fmla="*/ 0 h 11475"/>
                <a:gd name="connsiteX6" fmla="*/ 8197 w 11475"/>
                <a:gd name="connsiteY6" fmla="*/ 0 h 11475"/>
                <a:gd name="connsiteX7" fmla="*/ 11475 w 11475"/>
                <a:gd name="connsiteY7" fmla="*/ 3279 h 11475"/>
                <a:gd name="connsiteX8" fmla="*/ 9836 w 11475"/>
                <a:gd name="connsiteY8" fmla="*/ 6557 h 11475"/>
                <a:gd name="connsiteX9" fmla="*/ 6557 w 11475"/>
                <a:gd name="connsiteY9" fmla="*/ 9836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5" h="11475">
                  <a:moveTo>
                    <a:pt x="6557" y="11475"/>
                  </a:moveTo>
                  <a:lnTo>
                    <a:pt x="4918" y="8197"/>
                  </a:lnTo>
                  <a:lnTo>
                    <a:pt x="0" y="8197"/>
                  </a:lnTo>
                  <a:lnTo>
                    <a:pt x="0" y="4918"/>
                  </a:lnTo>
                  <a:lnTo>
                    <a:pt x="0" y="0"/>
                  </a:lnTo>
                  <a:lnTo>
                    <a:pt x="4918" y="0"/>
                  </a:lnTo>
                  <a:lnTo>
                    <a:pt x="8197" y="0"/>
                  </a:lnTo>
                  <a:lnTo>
                    <a:pt x="11475" y="3279"/>
                  </a:lnTo>
                  <a:lnTo>
                    <a:pt x="9836" y="6557"/>
                  </a:lnTo>
                  <a:lnTo>
                    <a:pt x="6557" y="98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72" name="Freeform 4471">
              <a:extLst>
                <a:ext uri="{FF2B5EF4-FFF2-40B4-BE49-F238E27FC236}">
                  <a16:creationId xmlns:a16="http://schemas.microsoft.com/office/drawing/2014/main" id="{63A869BA-B98E-3240-9D9D-C6BBFECACAA7}"/>
                </a:ext>
              </a:extLst>
            </p:cNvPr>
            <p:cNvSpPr/>
            <p:nvPr/>
          </p:nvSpPr>
          <p:spPr>
            <a:xfrm>
              <a:off x="6423867" y="1142779"/>
              <a:ext cx="8196" cy="1639"/>
            </a:xfrm>
            <a:custGeom>
              <a:avLst/>
              <a:gdLst>
                <a:gd name="connsiteX0" fmla="*/ 4918 w 8196"/>
                <a:gd name="connsiteY0" fmla="*/ 0 h 1639"/>
                <a:gd name="connsiteX1" fmla="*/ 0 w 8196"/>
                <a:gd name="connsiteY1" fmla="*/ 1639 h 1639"/>
                <a:gd name="connsiteX2" fmla="*/ 4918 w 8196"/>
                <a:gd name="connsiteY2" fmla="*/ 1639 h 1639"/>
                <a:gd name="connsiteX3" fmla="*/ 8197 w 8196"/>
                <a:gd name="connsiteY3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4918" y="0"/>
                  </a:moveTo>
                  <a:lnTo>
                    <a:pt x="0" y="1639"/>
                  </a:lnTo>
                  <a:lnTo>
                    <a:pt x="4918" y="1639"/>
                  </a:lnTo>
                  <a:lnTo>
                    <a:pt x="819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73" name="Freeform 4472">
              <a:extLst>
                <a:ext uri="{FF2B5EF4-FFF2-40B4-BE49-F238E27FC236}">
                  <a16:creationId xmlns:a16="http://schemas.microsoft.com/office/drawing/2014/main" id="{A3B039C9-6937-C840-86FC-32EE6D8DC23C}"/>
                </a:ext>
              </a:extLst>
            </p:cNvPr>
            <p:cNvSpPr/>
            <p:nvPr/>
          </p:nvSpPr>
          <p:spPr>
            <a:xfrm>
              <a:off x="6371408" y="1139501"/>
              <a:ext cx="8196" cy="1639"/>
            </a:xfrm>
            <a:custGeom>
              <a:avLst/>
              <a:gdLst>
                <a:gd name="connsiteX0" fmla="*/ 8197 w 8196"/>
                <a:gd name="connsiteY0" fmla="*/ 0 h 1639"/>
                <a:gd name="connsiteX1" fmla="*/ 4918 w 8196"/>
                <a:gd name="connsiteY1" fmla="*/ 1639 h 1639"/>
                <a:gd name="connsiteX2" fmla="*/ 0 w 8196"/>
                <a:gd name="connsiteY2" fmla="*/ 1639 h 1639"/>
                <a:gd name="connsiteX3" fmla="*/ 4918 w 8196"/>
                <a:gd name="connsiteY3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1639">
                  <a:moveTo>
                    <a:pt x="8197" y="0"/>
                  </a:moveTo>
                  <a:lnTo>
                    <a:pt x="4918" y="1639"/>
                  </a:lnTo>
                  <a:lnTo>
                    <a:pt x="0" y="163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74" name="Freeform 4473">
              <a:extLst>
                <a:ext uri="{FF2B5EF4-FFF2-40B4-BE49-F238E27FC236}">
                  <a16:creationId xmlns:a16="http://schemas.microsoft.com/office/drawing/2014/main" id="{85776C68-A1CD-AB46-8C0D-387ADC0BBEB2}"/>
                </a:ext>
              </a:extLst>
            </p:cNvPr>
            <p:cNvSpPr/>
            <p:nvPr/>
          </p:nvSpPr>
          <p:spPr>
            <a:xfrm>
              <a:off x="6532063" y="2093595"/>
              <a:ext cx="11475" cy="3278"/>
            </a:xfrm>
            <a:custGeom>
              <a:avLst/>
              <a:gdLst>
                <a:gd name="connsiteX0" fmla="*/ 11475 w 11475"/>
                <a:gd name="connsiteY0" fmla="*/ 3279 h 3278"/>
                <a:gd name="connsiteX1" fmla="*/ 6557 w 11475"/>
                <a:gd name="connsiteY1" fmla="*/ 1639 h 3278"/>
                <a:gd name="connsiteX2" fmla="*/ 3278 w 11475"/>
                <a:gd name="connsiteY2" fmla="*/ 1639 h 3278"/>
                <a:gd name="connsiteX3" fmla="*/ 0 w 11475"/>
                <a:gd name="connsiteY3" fmla="*/ 1639 h 3278"/>
                <a:gd name="connsiteX4" fmla="*/ 3278 w 11475"/>
                <a:gd name="connsiteY4" fmla="*/ 1639 h 3278"/>
                <a:gd name="connsiteX5" fmla="*/ 6557 w 11475"/>
                <a:gd name="connsiteY5" fmla="*/ 0 h 3278"/>
                <a:gd name="connsiteX6" fmla="*/ 11475 w 11475"/>
                <a:gd name="connsiteY6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3278">
                  <a:moveTo>
                    <a:pt x="11475" y="3279"/>
                  </a:moveTo>
                  <a:lnTo>
                    <a:pt x="6557" y="1639"/>
                  </a:lnTo>
                  <a:lnTo>
                    <a:pt x="3278" y="1639"/>
                  </a:lnTo>
                  <a:lnTo>
                    <a:pt x="0" y="1639"/>
                  </a:lnTo>
                  <a:lnTo>
                    <a:pt x="3278" y="1639"/>
                  </a:lnTo>
                  <a:lnTo>
                    <a:pt x="6557" y="0"/>
                  </a:lnTo>
                  <a:lnTo>
                    <a:pt x="11475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75" name="Freeform 4474">
              <a:extLst>
                <a:ext uri="{FF2B5EF4-FFF2-40B4-BE49-F238E27FC236}">
                  <a16:creationId xmlns:a16="http://schemas.microsoft.com/office/drawing/2014/main" id="{57054E2D-A779-9940-BE9B-F0303952B4DC}"/>
                </a:ext>
              </a:extLst>
            </p:cNvPr>
            <p:cNvSpPr/>
            <p:nvPr/>
          </p:nvSpPr>
          <p:spPr>
            <a:xfrm>
              <a:off x="6666488" y="2885394"/>
              <a:ext cx="3278" cy="4918"/>
            </a:xfrm>
            <a:custGeom>
              <a:avLst/>
              <a:gdLst>
                <a:gd name="connsiteX0" fmla="*/ 0 w 3278"/>
                <a:gd name="connsiteY0" fmla="*/ 0 h 4918"/>
                <a:gd name="connsiteX1" fmla="*/ 0 w 3278"/>
                <a:gd name="connsiteY1" fmla="*/ 4918 h 4918"/>
                <a:gd name="connsiteX2" fmla="*/ 3279 w 3278"/>
                <a:gd name="connsiteY2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4918">
                  <a:moveTo>
                    <a:pt x="0" y="0"/>
                  </a:moveTo>
                  <a:lnTo>
                    <a:pt x="0" y="4918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76" name="Freeform 4475">
              <a:extLst>
                <a:ext uri="{FF2B5EF4-FFF2-40B4-BE49-F238E27FC236}">
                  <a16:creationId xmlns:a16="http://schemas.microsoft.com/office/drawing/2014/main" id="{60ACC60E-A2DD-8B4F-913A-8351D9113FD7}"/>
                </a:ext>
              </a:extLst>
            </p:cNvPr>
            <p:cNvSpPr/>
            <p:nvPr/>
          </p:nvSpPr>
          <p:spPr>
            <a:xfrm>
              <a:off x="6995995" y="3441129"/>
              <a:ext cx="1639" cy="6557"/>
            </a:xfrm>
            <a:custGeom>
              <a:avLst/>
              <a:gdLst>
                <a:gd name="connsiteX0" fmla="*/ 0 w 1639"/>
                <a:gd name="connsiteY0" fmla="*/ 6557 h 6557"/>
                <a:gd name="connsiteX1" fmla="*/ 1639 w 1639"/>
                <a:gd name="connsiteY1" fmla="*/ 6557 h 6557"/>
                <a:gd name="connsiteX2" fmla="*/ 1639 w 1639"/>
                <a:gd name="connsiteY2" fmla="*/ 3279 h 6557"/>
                <a:gd name="connsiteX3" fmla="*/ 1639 w 1639"/>
                <a:gd name="connsiteY3" fmla="*/ 0 h 6557"/>
                <a:gd name="connsiteX4" fmla="*/ 0 w 1639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9" h="6557">
                  <a:moveTo>
                    <a:pt x="0" y="6557"/>
                  </a:moveTo>
                  <a:lnTo>
                    <a:pt x="1639" y="6557"/>
                  </a:lnTo>
                  <a:lnTo>
                    <a:pt x="1639" y="3279"/>
                  </a:lnTo>
                  <a:lnTo>
                    <a:pt x="1639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77" name="Freeform 4476">
              <a:extLst>
                <a:ext uri="{FF2B5EF4-FFF2-40B4-BE49-F238E27FC236}">
                  <a16:creationId xmlns:a16="http://schemas.microsoft.com/office/drawing/2014/main" id="{686FEB16-CC8C-0A4D-94A7-AEEB57C02673}"/>
                </a:ext>
              </a:extLst>
            </p:cNvPr>
            <p:cNvSpPr/>
            <p:nvPr/>
          </p:nvSpPr>
          <p:spPr>
            <a:xfrm>
              <a:off x="7163208" y="2800149"/>
              <a:ext cx="11475" cy="14753"/>
            </a:xfrm>
            <a:custGeom>
              <a:avLst/>
              <a:gdLst>
                <a:gd name="connsiteX0" fmla="*/ 3278 w 11475"/>
                <a:gd name="connsiteY0" fmla="*/ 0 h 14753"/>
                <a:gd name="connsiteX1" fmla="*/ 4918 w 11475"/>
                <a:gd name="connsiteY1" fmla="*/ 1639 h 14753"/>
                <a:gd name="connsiteX2" fmla="*/ 0 w 11475"/>
                <a:gd name="connsiteY2" fmla="*/ 3279 h 14753"/>
                <a:gd name="connsiteX3" fmla="*/ 0 w 11475"/>
                <a:gd name="connsiteY3" fmla="*/ 6557 h 14753"/>
                <a:gd name="connsiteX4" fmla="*/ 1639 w 11475"/>
                <a:gd name="connsiteY4" fmla="*/ 9836 h 14753"/>
                <a:gd name="connsiteX5" fmla="*/ 4918 w 11475"/>
                <a:gd name="connsiteY5" fmla="*/ 14754 h 14753"/>
                <a:gd name="connsiteX6" fmla="*/ 4918 w 11475"/>
                <a:gd name="connsiteY6" fmla="*/ 14754 h 14753"/>
                <a:gd name="connsiteX7" fmla="*/ 8197 w 11475"/>
                <a:gd name="connsiteY7" fmla="*/ 14754 h 14753"/>
                <a:gd name="connsiteX8" fmla="*/ 11475 w 11475"/>
                <a:gd name="connsiteY8" fmla="*/ 11475 h 14753"/>
                <a:gd name="connsiteX9" fmla="*/ 11475 w 11475"/>
                <a:gd name="connsiteY9" fmla="*/ 9836 h 14753"/>
                <a:gd name="connsiteX10" fmla="*/ 9836 w 11475"/>
                <a:gd name="connsiteY10" fmla="*/ 6557 h 14753"/>
                <a:gd name="connsiteX11" fmla="*/ 6557 w 11475"/>
                <a:gd name="connsiteY11" fmla="*/ 3279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75" h="14753">
                  <a:moveTo>
                    <a:pt x="3278" y="0"/>
                  </a:moveTo>
                  <a:lnTo>
                    <a:pt x="4918" y="1639"/>
                  </a:lnTo>
                  <a:lnTo>
                    <a:pt x="0" y="3279"/>
                  </a:lnTo>
                  <a:lnTo>
                    <a:pt x="0" y="6557"/>
                  </a:lnTo>
                  <a:lnTo>
                    <a:pt x="1639" y="9836"/>
                  </a:lnTo>
                  <a:lnTo>
                    <a:pt x="4918" y="14754"/>
                  </a:lnTo>
                  <a:lnTo>
                    <a:pt x="4918" y="14754"/>
                  </a:lnTo>
                  <a:lnTo>
                    <a:pt x="8197" y="14754"/>
                  </a:lnTo>
                  <a:lnTo>
                    <a:pt x="11475" y="11475"/>
                  </a:lnTo>
                  <a:lnTo>
                    <a:pt x="11475" y="9836"/>
                  </a:lnTo>
                  <a:lnTo>
                    <a:pt x="9836" y="6557"/>
                  </a:lnTo>
                  <a:lnTo>
                    <a:pt x="655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78" name="Freeform 4477">
              <a:extLst>
                <a:ext uri="{FF2B5EF4-FFF2-40B4-BE49-F238E27FC236}">
                  <a16:creationId xmlns:a16="http://schemas.microsoft.com/office/drawing/2014/main" id="{BE5A67DE-B4C9-4846-AF91-F483EE1778BD}"/>
                </a:ext>
              </a:extLst>
            </p:cNvPr>
            <p:cNvSpPr/>
            <p:nvPr/>
          </p:nvSpPr>
          <p:spPr>
            <a:xfrm>
              <a:off x="6677964" y="2816542"/>
              <a:ext cx="1639" cy="1639"/>
            </a:xfrm>
            <a:custGeom>
              <a:avLst/>
              <a:gdLst>
                <a:gd name="connsiteX0" fmla="*/ 0 w 1639"/>
                <a:gd name="connsiteY0" fmla="*/ 1639 h 1639"/>
                <a:gd name="connsiteX1" fmla="*/ 0 w 1639"/>
                <a:gd name="connsiteY1" fmla="*/ 0 h 1639"/>
                <a:gd name="connsiteX2" fmla="*/ 1639 w 1639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1639">
                  <a:moveTo>
                    <a:pt x="0" y="1639"/>
                  </a:moveTo>
                  <a:lnTo>
                    <a:pt x="0" y="0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79" name="Freeform 4478">
              <a:extLst>
                <a:ext uri="{FF2B5EF4-FFF2-40B4-BE49-F238E27FC236}">
                  <a16:creationId xmlns:a16="http://schemas.microsoft.com/office/drawing/2014/main" id="{41AD3693-642F-E640-B674-5C2586F36EFC}"/>
                </a:ext>
              </a:extLst>
            </p:cNvPr>
            <p:cNvSpPr/>
            <p:nvPr/>
          </p:nvSpPr>
          <p:spPr>
            <a:xfrm>
              <a:off x="6966487" y="3372277"/>
              <a:ext cx="1639" cy="1639"/>
            </a:xfrm>
            <a:custGeom>
              <a:avLst/>
              <a:gdLst>
                <a:gd name="connsiteX0" fmla="*/ 0 w 1639"/>
                <a:gd name="connsiteY0" fmla="*/ 0 h 1639"/>
                <a:gd name="connsiteX1" fmla="*/ 1639 w 1639"/>
                <a:gd name="connsiteY1" fmla="*/ 1639 h 1639"/>
                <a:gd name="connsiteX2" fmla="*/ 1639 w 1639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1639">
                  <a:moveTo>
                    <a:pt x="0" y="0"/>
                  </a:moveTo>
                  <a:lnTo>
                    <a:pt x="1639" y="1639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80" name="Freeform 4479">
              <a:extLst>
                <a:ext uri="{FF2B5EF4-FFF2-40B4-BE49-F238E27FC236}">
                  <a16:creationId xmlns:a16="http://schemas.microsoft.com/office/drawing/2014/main" id="{1441B974-8032-F34F-895B-CD9CFFFBDC03}"/>
                </a:ext>
              </a:extLst>
            </p:cNvPr>
            <p:cNvSpPr/>
            <p:nvPr/>
          </p:nvSpPr>
          <p:spPr>
            <a:xfrm>
              <a:off x="6964848" y="3373917"/>
              <a:ext cx="3278" cy="4918"/>
            </a:xfrm>
            <a:custGeom>
              <a:avLst/>
              <a:gdLst>
                <a:gd name="connsiteX0" fmla="*/ 3279 w 3278"/>
                <a:gd name="connsiteY0" fmla="*/ 0 h 4918"/>
                <a:gd name="connsiteX1" fmla="*/ 3279 w 3278"/>
                <a:gd name="connsiteY1" fmla="*/ 1639 h 4918"/>
                <a:gd name="connsiteX2" fmla="*/ 3279 w 3278"/>
                <a:gd name="connsiteY2" fmla="*/ 4918 h 4918"/>
                <a:gd name="connsiteX3" fmla="*/ 0 w 3278"/>
                <a:gd name="connsiteY3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" h="4918">
                  <a:moveTo>
                    <a:pt x="3279" y="0"/>
                  </a:moveTo>
                  <a:lnTo>
                    <a:pt x="3279" y="1639"/>
                  </a:lnTo>
                  <a:lnTo>
                    <a:pt x="3279" y="4918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81" name="Freeform 4480">
              <a:extLst>
                <a:ext uri="{FF2B5EF4-FFF2-40B4-BE49-F238E27FC236}">
                  <a16:creationId xmlns:a16="http://schemas.microsoft.com/office/drawing/2014/main" id="{D6B93CEB-CBFC-3F42-AEC1-B128903C6A6A}"/>
                </a:ext>
              </a:extLst>
            </p:cNvPr>
            <p:cNvSpPr/>
            <p:nvPr/>
          </p:nvSpPr>
          <p:spPr>
            <a:xfrm>
              <a:off x="7184519" y="2337856"/>
              <a:ext cx="16393" cy="3278"/>
            </a:xfrm>
            <a:custGeom>
              <a:avLst/>
              <a:gdLst>
                <a:gd name="connsiteX0" fmla="*/ 0 w 16393"/>
                <a:gd name="connsiteY0" fmla="*/ 3279 h 3278"/>
                <a:gd name="connsiteX1" fmla="*/ 0 w 16393"/>
                <a:gd name="connsiteY1" fmla="*/ 3279 h 3278"/>
                <a:gd name="connsiteX2" fmla="*/ 0 w 16393"/>
                <a:gd name="connsiteY2" fmla="*/ 3279 h 3278"/>
                <a:gd name="connsiteX3" fmla="*/ 0 w 16393"/>
                <a:gd name="connsiteY3" fmla="*/ 1639 h 3278"/>
                <a:gd name="connsiteX4" fmla="*/ 0 w 16393"/>
                <a:gd name="connsiteY4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93" h="3278">
                  <a:moveTo>
                    <a:pt x="0" y="3279"/>
                  </a:moveTo>
                  <a:lnTo>
                    <a:pt x="0" y="3279"/>
                  </a:lnTo>
                  <a:lnTo>
                    <a:pt x="0" y="3279"/>
                  </a:lnTo>
                  <a:lnTo>
                    <a:pt x="0" y="16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82" name="Freeform 4481">
              <a:extLst>
                <a:ext uri="{FF2B5EF4-FFF2-40B4-BE49-F238E27FC236}">
                  <a16:creationId xmlns:a16="http://schemas.microsoft.com/office/drawing/2014/main" id="{3682AF86-41B3-A143-A7E5-B4D9689F4951}"/>
                </a:ext>
              </a:extLst>
            </p:cNvPr>
            <p:cNvSpPr/>
            <p:nvPr/>
          </p:nvSpPr>
          <p:spPr>
            <a:xfrm>
              <a:off x="7227142" y="2914902"/>
              <a:ext cx="6557" cy="3278"/>
            </a:xfrm>
            <a:custGeom>
              <a:avLst/>
              <a:gdLst>
                <a:gd name="connsiteX0" fmla="*/ 0 w 6557"/>
                <a:gd name="connsiteY0" fmla="*/ 1639 h 3278"/>
                <a:gd name="connsiteX1" fmla="*/ 1639 w 6557"/>
                <a:gd name="connsiteY1" fmla="*/ 0 h 3278"/>
                <a:gd name="connsiteX2" fmla="*/ 4918 w 6557"/>
                <a:gd name="connsiteY2" fmla="*/ 1639 h 3278"/>
                <a:gd name="connsiteX3" fmla="*/ 6557 w 6557"/>
                <a:gd name="connsiteY3" fmla="*/ 1639 h 3278"/>
                <a:gd name="connsiteX4" fmla="*/ 1639 w 6557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0" y="1639"/>
                  </a:moveTo>
                  <a:lnTo>
                    <a:pt x="1639" y="0"/>
                  </a:lnTo>
                  <a:lnTo>
                    <a:pt x="4918" y="1639"/>
                  </a:lnTo>
                  <a:lnTo>
                    <a:pt x="6557" y="1639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83" name="Freeform 4482">
              <a:extLst>
                <a:ext uri="{FF2B5EF4-FFF2-40B4-BE49-F238E27FC236}">
                  <a16:creationId xmlns:a16="http://schemas.microsoft.com/office/drawing/2014/main" id="{F651243F-1DB6-7A4C-B2C6-D9134CF2AF8D}"/>
                </a:ext>
              </a:extLst>
            </p:cNvPr>
            <p:cNvSpPr/>
            <p:nvPr/>
          </p:nvSpPr>
          <p:spPr>
            <a:xfrm>
              <a:off x="11454992" y="3814898"/>
              <a:ext cx="8196" cy="8196"/>
            </a:xfrm>
            <a:custGeom>
              <a:avLst/>
              <a:gdLst>
                <a:gd name="connsiteX0" fmla="*/ 3278 w 8196"/>
                <a:gd name="connsiteY0" fmla="*/ 8197 h 8196"/>
                <a:gd name="connsiteX1" fmla="*/ 6557 w 8196"/>
                <a:gd name="connsiteY1" fmla="*/ 8197 h 8196"/>
                <a:gd name="connsiteX2" fmla="*/ 8197 w 8196"/>
                <a:gd name="connsiteY2" fmla="*/ 3278 h 8196"/>
                <a:gd name="connsiteX3" fmla="*/ 3278 w 8196"/>
                <a:gd name="connsiteY3" fmla="*/ 0 h 8196"/>
                <a:gd name="connsiteX4" fmla="*/ 0 w 8196"/>
                <a:gd name="connsiteY4" fmla="*/ 0 h 8196"/>
                <a:gd name="connsiteX5" fmla="*/ 1639 w 8196"/>
                <a:gd name="connsiteY5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6" h="8196">
                  <a:moveTo>
                    <a:pt x="3278" y="8197"/>
                  </a:moveTo>
                  <a:lnTo>
                    <a:pt x="6557" y="8197"/>
                  </a:lnTo>
                  <a:lnTo>
                    <a:pt x="8197" y="3278"/>
                  </a:lnTo>
                  <a:lnTo>
                    <a:pt x="3278" y="0"/>
                  </a:lnTo>
                  <a:lnTo>
                    <a:pt x="0" y="0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84" name="Freeform 4483">
              <a:extLst>
                <a:ext uri="{FF2B5EF4-FFF2-40B4-BE49-F238E27FC236}">
                  <a16:creationId xmlns:a16="http://schemas.microsoft.com/office/drawing/2014/main" id="{B50321DB-BB29-E043-8AA8-5E5F8EE77258}"/>
                </a:ext>
              </a:extLst>
            </p:cNvPr>
            <p:cNvSpPr/>
            <p:nvPr/>
          </p:nvSpPr>
          <p:spPr>
            <a:xfrm>
              <a:off x="11643515" y="3885390"/>
              <a:ext cx="4917" cy="4917"/>
            </a:xfrm>
            <a:custGeom>
              <a:avLst/>
              <a:gdLst>
                <a:gd name="connsiteX0" fmla="*/ 3278 w 4917"/>
                <a:gd name="connsiteY0" fmla="*/ 4918 h 4917"/>
                <a:gd name="connsiteX1" fmla="*/ 4918 w 4917"/>
                <a:gd name="connsiteY1" fmla="*/ 3279 h 4917"/>
                <a:gd name="connsiteX2" fmla="*/ 3278 w 4917"/>
                <a:gd name="connsiteY2" fmla="*/ 0 h 4917"/>
                <a:gd name="connsiteX3" fmla="*/ 0 w 4917"/>
                <a:gd name="connsiteY3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7" h="4917">
                  <a:moveTo>
                    <a:pt x="3278" y="4918"/>
                  </a:moveTo>
                  <a:lnTo>
                    <a:pt x="4918" y="3279"/>
                  </a:lnTo>
                  <a:lnTo>
                    <a:pt x="327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85" name="Freeform 4484">
              <a:extLst>
                <a:ext uri="{FF2B5EF4-FFF2-40B4-BE49-F238E27FC236}">
                  <a16:creationId xmlns:a16="http://schemas.microsoft.com/office/drawing/2014/main" id="{7C915DB6-10DF-624A-AFD4-5895852FCA6C}"/>
                </a:ext>
              </a:extLst>
            </p:cNvPr>
            <p:cNvSpPr/>
            <p:nvPr/>
          </p:nvSpPr>
          <p:spPr>
            <a:xfrm>
              <a:off x="3466503" y="1654252"/>
              <a:ext cx="11475" cy="4918"/>
            </a:xfrm>
            <a:custGeom>
              <a:avLst/>
              <a:gdLst>
                <a:gd name="connsiteX0" fmla="*/ 6557 w 11475"/>
                <a:gd name="connsiteY0" fmla="*/ 1639 h 4918"/>
                <a:gd name="connsiteX1" fmla="*/ 3279 w 11475"/>
                <a:gd name="connsiteY1" fmla="*/ 1639 h 4918"/>
                <a:gd name="connsiteX2" fmla="*/ 0 w 11475"/>
                <a:gd name="connsiteY2" fmla="*/ 0 h 4918"/>
                <a:gd name="connsiteX3" fmla="*/ 3279 w 11475"/>
                <a:gd name="connsiteY3" fmla="*/ 3279 h 4918"/>
                <a:gd name="connsiteX4" fmla="*/ 6557 w 11475"/>
                <a:gd name="connsiteY4" fmla="*/ 4918 h 4918"/>
                <a:gd name="connsiteX5" fmla="*/ 11475 w 11475"/>
                <a:gd name="connsiteY5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4918">
                  <a:moveTo>
                    <a:pt x="6557" y="1639"/>
                  </a:moveTo>
                  <a:lnTo>
                    <a:pt x="3279" y="1639"/>
                  </a:lnTo>
                  <a:lnTo>
                    <a:pt x="0" y="0"/>
                  </a:lnTo>
                  <a:lnTo>
                    <a:pt x="3279" y="3279"/>
                  </a:lnTo>
                  <a:lnTo>
                    <a:pt x="6557" y="4918"/>
                  </a:lnTo>
                  <a:lnTo>
                    <a:pt x="11475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86" name="Freeform 4485">
              <a:extLst>
                <a:ext uri="{FF2B5EF4-FFF2-40B4-BE49-F238E27FC236}">
                  <a16:creationId xmlns:a16="http://schemas.microsoft.com/office/drawing/2014/main" id="{22875538-7C0A-ED4C-99F0-9672CC0D218A}"/>
                </a:ext>
              </a:extLst>
            </p:cNvPr>
            <p:cNvSpPr/>
            <p:nvPr/>
          </p:nvSpPr>
          <p:spPr>
            <a:xfrm>
              <a:off x="3473061" y="1649334"/>
              <a:ext cx="11475" cy="4917"/>
            </a:xfrm>
            <a:custGeom>
              <a:avLst/>
              <a:gdLst>
                <a:gd name="connsiteX0" fmla="*/ 3279 w 11475"/>
                <a:gd name="connsiteY0" fmla="*/ 0 h 4917"/>
                <a:gd name="connsiteX1" fmla="*/ 0 w 11475"/>
                <a:gd name="connsiteY1" fmla="*/ 1639 h 4917"/>
                <a:gd name="connsiteX2" fmla="*/ 3279 w 11475"/>
                <a:gd name="connsiteY2" fmla="*/ 4918 h 4917"/>
                <a:gd name="connsiteX3" fmla="*/ 6557 w 11475"/>
                <a:gd name="connsiteY3" fmla="*/ 3279 h 4917"/>
                <a:gd name="connsiteX4" fmla="*/ 11475 w 11475"/>
                <a:gd name="connsiteY4" fmla="*/ 4918 h 4917"/>
                <a:gd name="connsiteX5" fmla="*/ 8197 w 11475"/>
                <a:gd name="connsiteY5" fmla="*/ 0 h 4917"/>
                <a:gd name="connsiteX6" fmla="*/ 3279 w 11475"/>
                <a:gd name="connsiteY6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4917">
                  <a:moveTo>
                    <a:pt x="3279" y="0"/>
                  </a:moveTo>
                  <a:lnTo>
                    <a:pt x="0" y="1639"/>
                  </a:lnTo>
                  <a:lnTo>
                    <a:pt x="3279" y="4918"/>
                  </a:lnTo>
                  <a:lnTo>
                    <a:pt x="6557" y="3279"/>
                  </a:lnTo>
                  <a:lnTo>
                    <a:pt x="11475" y="4918"/>
                  </a:lnTo>
                  <a:lnTo>
                    <a:pt x="8197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87" name="Freeform 4486">
              <a:extLst>
                <a:ext uri="{FF2B5EF4-FFF2-40B4-BE49-F238E27FC236}">
                  <a16:creationId xmlns:a16="http://schemas.microsoft.com/office/drawing/2014/main" id="{24727969-5EF4-1548-8933-3CDC04F263C0}"/>
                </a:ext>
              </a:extLst>
            </p:cNvPr>
            <p:cNvSpPr/>
            <p:nvPr/>
          </p:nvSpPr>
          <p:spPr>
            <a:xfrm>
              <a:off x="3477979" y="1632941"/>
              <a:ext cx="11475" cy="13114"/>
            </a:xfrm>
            <a:custGeom>
              <a:avLst/>
              <a:gdLst>
                <a:gd name="connsiteX0" fmla="*/ 11475 w 11475"/>
                <a:gd name="connsiteY0" fmla="*/ 1639 h 13114"/>
                <a:gd name="connsiteX1" fmla="*/ 11475 w 11475"/>
                <a:gd name="connsiteY1" fmla="*/ 0 h 13114"/>
                <a:gd name="connsiteX2" fmla="*/ 8197 w 11475"/>
                <a:gd name="connsiteY2" fmla="*/ 0 h 13114"/>
                <a:gd name="connsiteX3" fmla="*/ 4918 w 11475"/>
                <a:gd name="connsiteY3" fmla="*/ 1639 h 13114"/>
                <a:gd name="connsiteX4" fmla="*/ 1639 w 11475"/>
                <a:gd name="connsiteY4" fmla="*/ 4918 h 13114"/>
                <a:gd name="connsiteX5" fmla="*/ 0 w 11475"/>
                <a:gd name="connsiteY5" fmla="*/ 9836 h 13114"/>
                <a:gd name="connsiteX6" fmla="*/ 3279 w 11475"/>
                <a:gd name="connsiteY6" fmla="*/ 13114 h 13114"/>
                <a:gd name="connsiteX7" fmla="*/ 6557 w 11475"/>
                <a:gd name="connsiteY7" fmla="*/ 9836 h 13114"/>
                <a:gd name="connsiteX8" fmla="*/ 8197 w 11475"/>
                <a:gd name="connsiteY8" fmla="*/ 6557 h 13114"/>
                <a:gd name="connsiteX9" fmla="*/ 4918 w 11475"/>
                <a:gd name="connsiteY9" fmla="*/ 6557 h 13114"/>
                <a:gd name="connsiteX10" fmla="*/ 8197 w 11475"/>
                <a:gd name="connsiteY10" fmla="*/ 4918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75" h="13114">
                  <a:moveTo>
                    <a:pt x="11475" y="1639"/>
                  </a:moveTo>
                  <a:lnTo>
                    <a:pt x="11475" y="0"/>
                  </a:lnTo>
                  <a:lnTo>
                    <a:pt x="8197" y="0"/>
                  </a:lnTo>
                  <a:lnTo>
                    <a:pt x="4918" y="1639"/>
                  </a:lnTo>
                  <a:lnTo>
                    <a:pt x="1639" y="4918"/>
                  </a:lnTo>
                  <a:lnTo>
                    <a:pt x="0" y="9836"/>
                  </a:lnTo>
                  <a:lnTo>
                    <a:pt x="3279" y="13114"/>
                  </a:lnTo>
                  <a:lnTo>
                    <a:pt x="6557" y="9836"/>
                  </a:lnTo>
                  <a:lnTo>
                    <a:pt x="8197" y="6557"/>
                  </a:lnTo>
                  <a:lnTo>
                    <a:pt x="4918" y="6557"/>
                  </a:lnTo>
                  <a:lnTo>
                    <a:pt x="819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88" name="Freeform 4487">
              <a:extLst>
                <a:ext uri="{FF2B5EF4-FFF2-40B4-BE49-F238E27FC236}">
                  <a16:creationId xmlns:a16="http://schemas.microsoft.com/office/drawing/2014/main" id="{57376DD7-F8B0-E741-A65B-21803870DC9F}"/>
                </a:ext>
              </a:extLst>
            </p:cNvPr>
            <p:cNvSpPr/>
            <p:nvPr/>
          </p:nvSpPr>
          <p:spPr>
            <a:xfrm>
              <a:off x="3477979" y="1664088"/>
              <a:ext cx="8196" cy="8196"/>
            </a:xfrm>
            <a:custGeom>
              <a:avLst/>
              <a:gdLst>
                <a:gd name="connsiteX0" fmla="*/ 6557 w 8196"/>
                <a:gd name="connsiteY0" fmla="*/ 0 h 8196"/>
                <a:gd name="connsiteX1" fmla="*/ 1639 w 8196"/>
                <a:gd name="connsiteY1" fmla="*/ 3279 h 8196"/>
                <a:gd name="connsiteX2" fmla="*/ 0 w 8196"/>
                <a:gd name="connsiteY2" fmla="*/ 6557 h 8196"/>
                <a:gd name="connsiteX3" fmla="*/ 4918 w 8196"/>
                <a:gd name="connsiteY3" fmla="*/ 8197 h 8196"/>
                <a:gd name="connsiteX4" fmla="*/ 8197 w 8196"/>
                <a:gd name="connsiteY4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8196">
                  <a:moveTo>
                    <a:pt x="6557" y="0"/>
                  </a:moveTo>
                  <a:lnTo>
                    <a:pt x="1639" y="3279"/>
                  </a:lnTo>
                  <a:lnTo>
                    <a:pt x="0" y="6557"/>
                  </a:lnTo>
                  <a:lnTo>
                    <a:pt x="4918" y="8197"/>
                  </a:lnTo>
                  <a:lnTo>
                    <a:pt x="819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89" name="Freeform 4488">
              <a:extLst>
                <a:ext uri="{FF2B5EF4-FFF2-40B4-BE49-F238E27FC236}">
                  <a16:creationId xmlns:a16="http://schemas.microsoft.com/office/drawing/2014/main" id="{68527FB9-41DE-614E-90A5-57422178C62B}"/>
                </a:ext>
              </a:extLst>
            </p:cNvPr>
            <p:cNvSpPr/>
            <p:nvPr/>
          </p:nvSpPr>
          <p:spPr>
            <a:xfrm>
              <a:off x="3481257" y="1606712"/>
              <a:ext cx="8196" cy="4918"/>
            </a:xfrm>
            <a:custGeom>
              <a:avLst/>
              <a:gdLst>
                <a:gd name="connsiteX0" fmla="*/ 1639 w 8196"/>
                <a:gd name="connsiteY0" fmla="*/ 4918 h 4918"/>
                <a:gd name="connsiteX1" fmla="*/ 4918 w 8196"/>
                <a:gd name="connsiteY1" fmla="*/ 4918 h 4918"/>
                <a:gd name="connsiteX2" fmla="*/ 8197 w 8196"/>
                <a:gd name="connsiteY2" fmla="*/ 1639 h 4918"/>
                <a:gd name="connsiteX3" fmla="*/ 4918 w 8196"/>
                <a:gd name="connsiteY3" fmla="*/ 0 h 4918"/>
                <a:gd name="connsiteX4" fmla="*/ 0 w 8196"/>
                <a:gd name="connsiteY4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1639" y="4918"/>
                  </a:moveTo>
                  <a:lnTo>
                    <a:pt x="4918" y="4918"/>
                  </a:lnTo>
                  <a:lnTo>
                    <a:pt x="8197" y="1639"/>
                  </a:ln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90" name="Freeform 4489">
              <a:extLst>
                <a:ext uri="{FF2B5EF4-FFF2-40B4-BE49-F238E27FC236}">
                  <a16:creationId xmlns:a16="http://schemas.microsoft.com/office/drawing/2014/main" id="{DBEBBCEF-D606-7442-8C38-98B6C36B17F5}"/>
                </a:ext>
              </a:extLst>
            </p:cNvPr>
            <p:cNvSpPr/>
            <p:nvPr/>
          </p:nvSpPr>
          <p:spPr>
            <a:xfrm>
              <a:off x="3484536" y="1593597"/>
              <a:ext cx="8196" cy="4918"/>
            </a:xfrm>
            <a:custGeom>
              <a:avLst/>
              <a:gdLst>
                <a:gd name="connsiteX0" fmla="*/ 8197 w 8196"/>
                <a:gd name="connsiteY0" fmla="*/ 1639 h 4918"/>
                <a:gd name="connsiteX1" fmla="*/ 4918 w 8196"/>
                <a:gd name="connsiteY1" fmla="*/ 0 h 4918"/>
                <a:gd name="connsiteX2" fmla="*/ 0 w 8196"/>
                <a:gd name="connsiteY2" fmla="*/ 3279 h 4918"/>
                <a:gd name="connsiteX3" fmla="*/ 3279 w 8196"/>
                <a:gd name="connsiteY3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4918">
                  <a:moveTo>
                    <a:pt x="8197" y="1639"/>
                  </a:moveTo>
                  <a:lnTo>
                    <a:pt x="4918" y="0"/>
                  </a:lnTo>
                  <a:lnTo>
                    <a:pt x="0" y="3279"/>
                  </a:lnTo>
                  <a:lnTo>
                    <a:pt x="327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91" name="Freeform 4490">
              <a:extLst>
                <a:ext uri="{FF2B5EF4-FFF2-40B4-BE49-F238E27FC236}">
                  <a16:creationId xmlns:a16="http://schemas.microsoft.com/office/drawing/2014/main" id="{0BD9FCFE-3231-9143-95F6-1258AF3FF169}"/>
                </a:ext>
              </a:extLst>
            </p:cNvPr>
            <p:cNvSpPr/>
            <p:nvPr/>
          </p:nvSpPr>
          <p:spPr>
            <a:xfrm>
              <a:off x="3486175" y="1613269"/>
              <a:ext cx="3278" cy="16393"/>
            </a:xfrm>
            <a:custGeom>
              <a:avLst/>
              <a:gdLst>
                <a:gd name="connsiteX0" fmla="*/ 0 w 3278"/>
                <a:gd name="connsiteY0" fmla="*/ 0 h 16393"/>
                <a:gd name="connsiteX1" fmla="*/ 0 w 3278"/>
                <a:gd name="connsiteY1" fmla="*/ 0 h 16393"/>
                <a:gd name="connsiteX2" fmla="*/ 3279 w 3278"/>
                <a:gd name="connsiteY2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3">
                  <a:moveTo>
                    <a:pt x="0" y="0"/>
                  </a:moveTo>
                  <a:lnTo>
                    <a:pt x="0" y="0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92" name="Freeform 4491">
              <a:extLst>
                <a:ext uri="{FF2B5EF4-FFF2-40B4-BE49-F238E27FC236}">
                  <a16:creationId xmlns:a16="http://schemas.microsoft.com/office/drawing/2014/main" id="{3C4C5EB6-C6EB-114B-8AB2-6075584C88C0}"/>
                </a:ext>
              </a:extLst>
            </p:cNvPr>
            <p:cNvSpPr/>
            <p:nvPr/>
          </p:nvSpPr>
          <p:spPr>
            <a:xfrm>
              <a:off x="3486175" y="1608351"/>
              <a:ext cx="6557" cy="3278"/>
            </a:xfrm>
            <a:custGeom>
              <a:avLst/>
              <a:gdLst>
                <a:gd name="connsiteX0" fmla="*/ 0 w 6557"/>
                <a:gd name="connsiteY0" fmla="*/ 3279 h 3278"/>
                <a:gd name="connsiteX1" fmla="*/ 3279 w 6557"/>
                <a:gd name="connsiteY1" fmla="*/ 3279 h 3278"/>
                <a:gd name="connsiteX2" fmla="*/ 6557 w 6557"/>
                <a:gd name="connsiteY2" fmla="*/ 0 h 3278"/>
                <a:gd name="connsiteX3" fmla="*/ 6557 w 6557"/>
                <a:gd name="connsiteY3" fmla="*/ 0 h 3278"/>
                <a:gd name="connsiteX4" fmla="*/ 1639 w 6557"/>
                <a:gd name="connsiteY4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3278">
                  <a:moveTo>
                    <a:pt x="0" y="3279"/>
                  </a:moveTo>
                  <a:lnTo>
                    <a:pt x="3279" y="3279"/>
                  </a:lnTo>
                  <a:lnTo>
                    <a:pt x="6557" y="0"/>
                  </a:lnTo>
                  <a:lnTo>
                    <a:pt x="6557" y="0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93" name="Freeform 4492">
              <a:extLst>
                <a:ext uri="{FF2B5EF4-FFF2-40B4-BE49-F238E27FC236}">
                  <a16:creationId xmlns:a16="http://schemas.microsoft.com/office/drawing/2014/main" id="{7FCD0FFA-45A6-174B-B35E-921A6A34A6B3}"/>
                </a:ext>
              </a:extLst>
            </p:cNvPr>
            <p:cNvSpPr/>
            <p:nvPr/>
          </p:nvSpPr>
          <p:spPr>
            <a:xfrm>
              <a:off x="3489454" y="1596875"/>
              <a:ext cx="8196" cy="4918"/>
            </a:xfrm>
            <a:custGeom>
              <a:avLst/>
              <a:gdLst>
                <a:gd name="connsiteX0" fmla="*/ 8197 w 8196"/>
                <a:gd name="connsiteY0" fmla="*/ 1639 h 4918"/>
                <a:gd name="connsiteX1" fmla="*/ 8197 w 8196"/>
                <a:gd name="connsiteY1" fmla="*/ 0 h 4918"/>
                <a:gd name="connsiteX2" fmla="*/ 4918 w 8196"/>
                <a:gd name="connsiteY2" fmla="*/ 0 h 4918"/>
                <a:gd name="connsiteX3" fmla="*/ 0 w 8196"/>
                <a:gd name="connsiteY3" fmla="*/ 3279 h 4918"/>
                <a:gd name="connsiteX4" fmla="*/ 4918 w 8196"/>
                <a:gd name="connsiteY4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8197" y="1639"/>
                  </a:moveTo>
                  <a:lnTo>
                    <a:pt x="8197" y="0"/>
                  </a:lnTo>
                  <a:lnTo>
                    <a:pt x="4918" y="0"/>
                  </a:lnTo>
                  <a:lnTo>
                    <a:pt x="0" y="3279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94" name="Freeform 4493">
              <a:extLst>
                <a:ext uri="{FF2B5EF4-FFF2-40B4-BE49-F238E27FC236}">
                  <a16:creationId xmlns:a16="http://schemas.microsoft.com/office/drawing/2014/main" id="{D7DF8D49-5411-DE4F-99BC-EF7990463040}"/>
                </a:ext>
              </a:extLst>
            </p:cNvPr>
            <p:cNvSpPr/>
            <p:nvPr/>
          </p:nvSpPr>
          <p:spPr>
            <a:xfrm>
              <a:off x="3550110" y="1716547"/>
              <a:ext cx="11475" cy="6557"/>
            </a:xfrm>
            <a:custGeom>
              <a:avLst/>
              <a:gdLst>
                <a:gd name="connsiteX0" fmla="*/ 11475 w 11475"/>
                <a:gd name="connsiteY0" fmla="*/ 0 h 6557"/>
                <a:gd name="connsiteX1" fmla="*/ 8197 w 11475"/>
                <a:gd name="connsiteY1" fmla="*/ 1639 h 6557"/>
                <a:gd name="connsiteX2" fmla="*/ 4918 w 11475"/>
                <a:gd name="connsiteY2" fmla="*/ 1639 h 6557"/>
                <a:gd name="connsiteX3" fmla="*/ 0 w 11475"/>
                <a:gd name="connsiteY3" fmla="*/ 4918 h 6557"/>
                <a:gd name="connsiteX4" fmla="*/ 4918 w 11475"/>
                <a:gd name="connsiteY4" fmla="*/ 6557 h 6557"/>
                <a:gd name="connsiteX5" fmla="*/ 8197 w 11475"/>
                <a:gd name="connsiteY5" fmla="*/ 6557 h 6557"/>
                <a:gd name="connsiteX6" fmla="*/ 11475 w 11475"/>
                <a:gd name="connsiteY6" fmla="*/ 3279 h 6557"/>
                <a:gd name="connsiteX7" fmla="*/ 8197 w 11475"/>
                <a:gd name="connsiteY7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6557">
                  <a:moveTo>
                    <a:pt x="11475" y="0"/>
                  </a:moveTo>
                  <a:lnTo>
                    <a:pt x="8197" y="1639"/>
                  </a:lnTo>
                  <a:lnTo>
                    <a:pt x="4918" y="1639"/>
                  </a:lnTo>
                  <a:lnTo>
                    <a:pt x="0" y="4918"/>
                  </a:lnTo>
                  <a:lnTo>
                    <a:pt x="4918" y="6557"/>
                  </a:lnTo>
                  <a:lnTo>
                    <a:pt x="8197" y="6557"/>
                  </a:lnTo>
                  <a:lnTo>
                    <a:pt x="11475" y="3279"/>
                  </a:lnTo>
                  <a:lnTo>
                    <a:pt x="8197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95" name="Freeform 4494">
              <a:extLst>
                <a:ext uri="{FF2B5EF4-FFF2-40B4-BE49-F238E27FC236}">
                  <a16:creationId xmlns:a16="http://schemas.microsoft.com/office/drawing/2014/main" id="{A68DD6FE-4A49-1549-B3D9-BDE431534CD5}"/>
                </a:ext>
              </a:extLst>
            </p:cNvPr>
            <p:cNvSpPr/>
            <p:nvPr/>
          </p:nvSpPr>
          <p:spPr>
            <a:xfrm>
              <a:off x="3573060" y="1731301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0" y="1639"/>
                  </a:lnTo>
                  <a:lnTo>
                    <a:pt x="3279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96" name="Freeform 4495">
              <a:extLst>
                <a:ext uri="{FF2B5EF4-FFF2-40B4-BE49-F238E27FC236}">
                  <a16:creationId xmlns:a16="http://schemas.microsoft.com/office/drawing/2014/main" id="{4389AF31-D681-D243-A83D-1D2A51C54343}"/>
                </a:ext>
              </a:extLst>
            </p:cNvPr>
            <p:cNvSpPr/>
            <p:nvPr/>
          </p:nvSpPr>
          <p:spPr>
            <a:xfrm>
              <a:off x="2979620" y="2052611"/>
              <a:ext cx="11475" cy="6557"/>
            </a:xfrm>
            <a:custGeom>
              <a:avLst/>
              <a:gdLst>
                <a:gd name="connsiteX0" fmla="*/ 11476 w 11475"/>
                <a:gd name="connsiteY0" fmla="*/ 0 h 6557"/>
                <a:gd name="connsiteX1" fmla="*/ 8197 w 11475"/>
                <a:gd name="connsiteY1" fmla="*/ 3279 h 6557"/>
                <a:gd name="connsiteX2" fmla="*/ 3279 w 11475"/>
                <a:gd name="connsiteY2" fmla="*/ 4918 h 6557"/>
                <a:gd name="connsiteX3" fmla="*/ 0 w 11475"/>
                <a:gd name="connsiteY3" fmla="*/ 6557 h 6557"/>
                <a:gd name="connsiteX4" fmla="*/ 3279 w 11475"/>
                <a:gd name="connsiteY4" fmla="*/ 3279 h 6557"/>
                <a:gd name="connsiteX5" fmla="*/ 8197 w 11475"/>
                <a:gd name="connsiteY5" fmla="*/ 1639 h 6557"/>
                <a:gd name="connsiteX6" fmla="*/ 11476 w 11475"/>
                <a:gd name="connsiteY6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6557">
                  <a:moveTo>
                    <a:pt x="11476" y="0"/>
                  </a:moveTo>
                  <a:lnTo>
                    <a:pt x="8197" y="3279"/>
                  </a:lnTo>
                  <a:lnTo>
                    <a:pt x="3279" y="4918"/>
                  </a:lnTo>
                  <a:lnTo>
                    <a:pt x="0" y="6557"/>
                  </a:lnTo>
                  <a:lnTo>
                    <a:pt x="3279" y="3279"/>
                  </a:lnTo>
                  <a:lnTo>
                    <a:pt x="8197" y="1639"/>
                  </a:lnTo>
                  <a:lnTo>
                    <a:pt x="11476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97" name="Freeform 4496">
              <a:extLst>
                <a:ext uri="{FF2B5EF4-FFF2-40B4-BE49-F238E27FC236}">
                  <a16:creationId xmlns:a16="http://schemas.microsoft.com/office/drawing/2014/main" id="{A798BD5A-8235-0545-9E35-D10FCF29BB03}"/>
                </a:ext>
              </a:extLst>
            </p:cNvPr>
            <p:cNvSpPr/>
            <p:nvPr/>
          </p:nvSpPr>
          <p:spPr>
            <a:xfrm>
              <a:off x="3002571" y="2047693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0 w 3278"/>
                <a:gd name="connsiteY1" fmla="*/ 3279 h 3278"/>
                <a:gd name="connsiteX2" fmla="*/ 1639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0" y="327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98" name="Freeform 4497">
              <a:extLst>
                <a:ext uri="{FF2B5EF4-FFF2-40B4-BE49-F238E27FC236}">
                  <a16:creationId xmlns:a16="http://schemas.microsoft.com/office/drawing/2014/main" id="{2EF3948C-B249-254F-8162-CD777377AFCE}"/>
                </a:ext>
              </a:extLst>
            </p:cNvPr>
            <p:cNvSpPr/>
            <p:nvPr/>
          </p:nvSpPr>
          <p:spPr>
            <a:xfrm>
              <a:off x="3010768" y="2034579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0 w 3278"/>
                <a:gd name="connsiteY1" fmla="*/ 1639 h 1639"/>
                <a:gd name="connsiteX2" fmla="*/ 3279 w 3278"/>
                <a:gd name="connsiteY2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0" y="163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99" name="Freeform 4498">
              <a:extLst>
                <a:ext uri="{FF2B5EF4-FFF2-40B4-BE49-F238E27FC236}">
                  <a16:creationId xmlns:a16="http://schemas.microsoft.com/office/drawing/2014/main" id="{A6C10E36-DF33-8344-BBB5-D3911E2D1BF8}"/>
                </a:ext>
              </a:extLst>
            </p:cNvPr>
            <p:cNvSpPr/>
            <p:nvPr/>
          </p:nvSpPr>
          <p:spPr>
            <a:xfrm>
              <a:off x="3040276" y="2014906"/>
              <a:ext cx="4917" cy="3278"/>
            </a:xfrm>
            <a:custGeom>
              <a:avLst/>
              <a:gdLst>
                <a:gd name="connsiteX0" fmla="*/ 4918 w 4917"/>
                <a:gd name="connsiteY0" fmla="*/ 0 h 3278"/>
                <a:gd name="connsiteX1" fmla="*/ 0 w 4917"/>
                <a:gd name="connsiteY1" fmla="*/ 3279 h 3278"/>
                <a:gd name="connsiteX2" fmla="*/ 3279 w 4917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3278">
                  <a:moveTo>
                    <a:pt x="4918" y="0"/>
                  </a:moveTo>
                  <a:lnTo>
                    <a:pt x="0" y="327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00" name="Freeform 4499">
              <a:extLst>
                <a:ext uri="{FF2B5EF4-FFF2-40B4-BE49-F238E27FC236}">
                  <a16:creationId xmlns:a16="http://schemas.microsoft.com/office/drawing/2014/main" id="{66EF5F56-F9C1-6644-AC56-918ACD488B2F}"/>
                </a:ext>
              </a:extLst>
            </p:cNvPr>
            <p:cNvSpPr/>
            <p:nvPr/>
          </p:nvSpPr>
          <p:spPr>
            <a:xfrm>
              <a:off x="3084538" y="2131299"/>
              <a:ext cx="1639" cy="3278"/>
            </a:xfrm>
            <a:custGeom>
              <a:avLst/>
              <a:gdLst>
                <a:gd name="connsiteX0" fmla="*/ 0 w 1639"/>
                <a:gd name="connsiteY0" fmla="*/ 0 h 3278"/>
                <a:gd name="connsiteX1" fmla="*/ 1639 w 1639"/>
                <a:gd name="connsiteY1" fmla="*/ 0 h 3278"/>
                <a:gd name="connsiteX2" fmla="*/ 1639 w 1639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3278">
                  <a:moveTo>
                    <a:pt x="0" y="0"/>
                  </a:moveTo>
                  <a:lnTo>
                    <a:pt x="1639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01" name="Freeform 4500">
              <a:extLst>
                <a:ext uri="{FF2B5EF4-FFF2-40B4-BE49-F238E27FC236}">
                  <a16:creationId xmlns:a16="http://schemas.microsoft.com/office/drawing/2014/main" id="{63BB8D10-6563-D14C-893C-DC16DF12F697}"/>
                </a:ext>
              </a:extLst>
            </p:cNvPr>
            <p:cNvSpPr/>
            <p:nvPr/>
          </p:nvSpPr>
          <p:spPr>
            <a:xfrm>
              <a:off x="3089456" y="2141135"/>
              <a:ext cx="1639" cy="4917"/>
            </a:xfrm>
            <a:custGeom>
              <a:avLst/>
              <a:gdLst>
                <a:gd name="connsiteX0" fmla="*/ 1639 w 1639"/>
                <a:gd name="connsiteY0" fmla="*/ 0 h 4917"/>
                <a:gd name="connsiteX1" fmla="*/ 0 w 1639"/>
                <a:gd name="connsiteY1" fmla="*/ 4918 h 4917"/>
                <a:gd name="connsiteX2" fmla="*/ 1639 w 1639"/>
                <a:gd name="connsiteY2" fmla="*/ 0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4917">
                  <a:moveTo>
                    <a:pt x="1639" y="0"/>
                  </a:moveTo>
                  <a:lnTo>
                    <a:pt x="0" y="4918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02" name="Freeform 4501">
              <a:extLst>
                <a:ext uri="{FF2B5EF4-FFF2-40B4-BE49-F238E27FC236}">
                  <a16:creationId xmlns:a16="http://schemas.microsoft.com/office/drawing/2014/main" id="{560971D8-6C84-C944-B46E-6ECDDC675AF7}"/>
                </a:ext>
              </a:extLst>
            </p:cNvPr>
            <p:cNvSpPr/>
            <p:nvPr/>
          </p:nvSpPr>
          <p:spPr>
            <a:xfrm>
              <a:off x="3089456" y="2147693"/>
              <a:ext cx="4917" cy="6557"/>
            </a:xfrm>
            <a:custGeom>
              <a:avLst/>
              <a:gdLst>
                <a:gd name="connsiteX0" fmla="*/ 4918 w 4917"/>
                <a:gd name="connsiteY0" fmla="*/ 0 h 6557"/>
                <a:gd name="connsiteX1" fmla="*/ 3279 w 4917"/>
                <a:gd name="connsiteY1" fmla="*/ 4918 h 6557"/>
                <a:gd name="connsiteX2" fmla="*/ 0 w 4917"/>
                <a:gd name="connsiteY2" fmla="*/ 6557 h 6557"/>
                <a:gd name="connsiteX3" fmla="*/ 0 w 4917"/>
                <a:gd name="connsiteY3" fmla="*/ 3279 h 6557"/>
                <a:gd name="connsiteX4" fmla="*/ 4918 w 4917"/>
                <a:gd name="connsiteY4" fmla="*/ 0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" h="6557">
                  <a:moveTo>
                    <a:pt x="4918" y="0"/>
                  </a:moveTo>
                  <a:lnTo>
                    <a:pt x="3279" y="4918"/>
                  </a:lnTo>
                  <a:lnTo>
                    <a:pt x="0" y="6557"/>
                  </a:lnTo>
                  <a:lnTo>
                    <a:pt x="0" y="3279"/>
                  </a:lnTo>
                  <a:lnTo>
                    <a:pt x="4918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03" name="Freeform 4502">
              <a:extLst>
                <a:ext uri="{FF2B5EF4-FFF2-40B4-BE49-F238E27FC236}">
                  <a16:creationId xmlns:a16="http://schemas.microsoft.com/office/drawing/2014/main" id="{05007EAD-419D-2F4D-A5B2-03460680FFD1}"/>
                </a:ext>
              </a:extLst>
            </p:cNvPr>
            <p:cNvSpPr/>
            <p:nvPr/>
          </p:nvSpPr>
          <p:spPr>
            <a:xfrm>
              <a:off x="3102571" y="2167365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0 w 3278"/>
                <a:gd name="connsiteY1" fmla="*/ 3279 h 3278"/>
                <a:gd name="connsiteX2" fmla="*/ 3279 w 3278"/>
                <a:gd name="connsiteY2" fmla="*/ 0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0" y="3279"/>
                  </a:lnTo>
                  <a:lnTo>
                    <a:pt x="327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04" name="Freeform 4503">
              <a:extLst>
                <a:ext uri="{FF2B5EF4-FFF2-40B4-BE49-F238E27FC236}">
                  <a16:creationId xmlns:a16="http://schemas.microsoft.com/office/drawing/2014/main" id="{5A917740-B5C4-C64A-B947-96D2A3687BEE}"/>
                </a:ext>
              </a:extLst>
            </p:cNvPr>
            <p:cNvSpPr/>
            <p:nvPr/>
          </p:nvSpPr>
          <p:spPr>
            <a:xfrm>
              <a:off x="2440279" y="1973923"/>
              <a:ext cx="11475" cy="4918"/>
            </a:xfrm>
            <a:custGeom>
              <a:avLst/>
              <a:gdLst>
                <a:gd name="connsiteX0" fmla="*/ 11475 w 11475"/>
                <a:gd name="connsiteY0" fmla="*/ 0 h 4918"/>
                <a:gd name="connsiteX1" fmla="*/ 11475 w 11475"/>
                <a:gd name="connsiteY1" fmla="*/ 0 h 4918"/>
                <a:gd name="connsiteX2" fmla="*/ 8197 w 11475"/>
                <a:gd name="connsiteY2" fmla="*/ 0 h 4918"/>
                <a:gd name="connsiteX3" fmla="*/ 4918 w 11475"/>
                <a:gd name="connsiteY3" fmla="*/ 0 h 4918"/>
                <a:gd name="connsiteX4" fmla="*/ 0 w 11475"/>
                <a:gd name="connsiteY4" fmla="*/ 1639 h 4918"/>
                <a:gd name="connsiteX5" fmla="*/ 0 w 11475"/>
                <a:gd name="connsiteY5" fmla="*/ 4918 h 4918"/>
                <a:gd name="connsiteX6" fmla="*/ 4918 w 11475"/>
                <a:gd name="connsiteY6" fmla="*/ 3279 h 4918"/>
                <a:gd name="connsiteX7" fmla="*/ 8197 w 11475"/>
                <a:gd name="connsiteY7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4918">
                  <a:moveTo>
                    <a:pt x="11475" y="0"/>
                  </a:moveTo>
                  <a:lnTo>
                    <a:pt x="11475" y="0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4918" y="3279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05" name="Freeform 4504">
              <a:extLst>
                <a:ext uri="{FF2B5EF4-FFF2-40B4-BE49-F238E27FC236}">
                  <a16:creationId xmlns:a16="http://schemas.microsoft.com/office/drawing/2014/main" id="{DE01B5A8-311C-4C42-A291-D583FA16F71D}"/>
                </a:ext>
              </a:extLst>
            </p:cNvPr>
            <p:cNvSpPr/>
            <p:nvPr/>
          </p:nvSpPr>
          <p:spPr>
            <a:xfrm>
              <a:off x="2451754" y="1973923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0 w 3278"/>
                <a:gd name="connsiteY1" fmla="*/ 0 h 3278"/>
                <a:gd name="connsiteX2" fmla="*/ 163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06" name="Freeform 4505">
              <a:extLst>
                <a:ext uri="{FF2B5EF4-FFF2-40B4-BE49-F238E27FC236}">
                  <a16:creationId xmlns:a16="http://schemas.microsoft.com/office/drawing/2014/main" id="{46DFEDFA-4B8D-4544-90F3-4865EC7CDCEE}"/>
                </a:ext>
              </a:extLst>
            </p:cNvPr>
            <p:cNvSpPr/>
            <p:nvPr/>
          </p:nvSpPr>
          <p:spPr>
            <a:xfrm>
              <a:off x="2491098" y="2018185"/>
              <a:ext cx="8196" cy="4917"/>
            </a:xfrm>
            <a:custGeom>
              <a:avLst/>
              <a:gdLst>
                <a:gd name="connsiteX0" fmla="*/ 8197 w 8196"/>
                <a:gd name="connsiteY0" fmla="*/ 0 h 4917"/>
                <a:gd name="connsiteX1" fmla="*/ 4918 w 8196"/>
                <a:gd name="connsiteY1" fmla="*/ 0 h 4917"/>
                <a:gd name="connsiteX2" fmla="*/ 0 w 8196"/>
                <a:gd name="connsiteY2" fmla="*/ 4918 h 4917"/>
                <a:gd name="connsiteX3" fmla="*/ 3279 w 8196"/>
                <a:gd name="connsiteY3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4917">
                  <a:moveTo>
                    <a:pt x="8197" y="0"/>
                  </a:moveTo>
                  <a:lnTo>
                    <a:pt x="4918" y="0"/>
                  </a:lnTo>
                  <a:lnTo>
                    <a:pt x="0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07" name="Freeform 4506">
              <a:extLst>
                <a:ext uri="{FF2B5EF4-FFF2-40B4-BE49-F238E27FC236}">
                  <a16:creationId xmlns:a16="http://schemas.microsoft.com/office/drawing/2014/main" id="{7006ADD6-06E1-0C4C-B2F0-7050ECF6E970}"/>
                </a:ext>
              </a:extLst>
            </p:cNvPr>
            <p:cNvSpPr/>
            <p:nvPr/>
          </p:nvSpPr>
          <p:spPr>
            <a:xfrm>
              <a:off x="2520606" y="2075562"/>
              <a:ext cx="4918" cy="6557"/>
            </a:xfrm>
            <a:custGeom>
              <a:avLst/>
              <a:gdLst>
                <a:gd name="connsiteX0" fmla="*/ 3279 w 4918"/>
                <a:gd name="connsiteY0" fmla="*/ 3279 h 6557"/>
                <a:gd name="connsiteX1" fmla="*/ 4918 w 4918"/>
                <a:gd name="connsiteY1" fmla="*/ 0 h 6557"/>
                <a:gd name="connsiteX2" fmla="*/ 1639 w 4918"/>
                <a:gd name="connsiteY2" fmla="*/ 0 h 6557"/>
                <a:gd name="connsiteX3" fmla="*/ 0 w 4918"/>
                <a:gd name="connsiteY3" fmla="*/ 3279 h 6557"/>
                <a:gd name="connsiteX4" fmla="*/ 3279 w 4918"/>
                <a:gd name="connsiteY4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6557">
                  <a:moveTo>
                    <a:pt x="3279" y="3279"/>
                  </a:moveTo>
                  <a:lnTo>
                    <a:pt x="4918" y="0"/>
                  </a:lnTo>
                  <a:lnTo>
                    <a:pt x="1639" y="0"/>
                  </a:lnTo>
                  <a:lnTo>
                    <a:pt x="0" y="3279"/>
                  </a:lnTo>
                  <a:lnTo>
                    <a:pt x="327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08" name="Freeform 4507">
              <a:extLst>
                <a:ext uri="{FF2B5EF4-FFF2-40B4-BE49-F238E27FC236}">
                  <a16:creationId xmlns:a16="http://schemas.microsoft.com/office/drawing/2014/main" id="{409576BD-2883-4C49-946D-463B0FEEAFBA}"/>
                </a:ext>
              </a:extLst>
            </p:cNvPr>
            <p:cNvSpPr/>
            <p:nvPr/>
          </p:nvSpPr>
          <p:spPr>
            <a:xfrm>
              <a:off x="2522245" y="2083759"/>
              <a:ext cx="9836" cy="8196"/>
            </a:xfrm>
            <a:custGeom>
              <a:avLst/>
              <a:gdLst>
                <a:gd name="connsiteX0" fmla="*/ 3279 w 9836"/>
                <a:gd name="connsiteY0" fmla="*/ 8197 h 8196"/>
                <a:gd name="connsiteX1" fmla="*/ 8197 w 9836"/>
                <a:gd name="connsiteY1" fmla="*/ 6557 h 8196"/>
                <a:gd name="connsiteX2" fmla="*/ 9836 w 9836"/>
                <a:gd name="connsiteY2" fmla="*/ 3279 h 8196"/>
                <a:gd name="connsiteX3" fmla="*/ 6557 w 9836"/>
                <a:gd name="connsiteY3" fmla="*/ 0 h 8196"/>
                <a:gd name="connsiteX4" fmla="*/ 3279 w 9836"/>
                <a:gd name="connsiteY4" fmla="*/ 0 h 8196"/>
                <a:gd name="connsiteX5" fmla="*/ 0 w 9836"/>
                <a:gd name="connsiteY5" fmla="*/ 3279 h 8196"/>
                <a:gd name="connsiteX6" fmla="*/ 1639 w 9836"/>
                <a:gd name="connsiteY6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8196">
                  <a:moveTo>
                    <a:pt x="3279" y="8197"/>
                  </a:moveTo>
                  <a:lnTo>
                    <a:pt x="8197" y="6557"/>
                  </a:lnTo>
                  <a:lnTo>
                    <a:pt x="9836" y="3279"/>
                  </a:lnTo>
                  <a:lnTo>
                    <a:pt x="6557" y="0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163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09" name="Freeform 4508">
              <a:extLst>
                <a:ext uri="{FF2B5EF4-FFF2-40B4-BE49-F238E27FC236}">
                  <a16:creationId xmlns:a16="http://schemas.microsoft.com/office/drawing/2014/main" id="{38497E74-BF45-0740-B3F8-4B8094FB64CA}"/>
                </a:ext>
              </a:extLst>
            </p:cNvPr>
            <p:cNvSpPr/>
            <p:nvPr/>
          </p:nvSpPr>
          <p:spPr>
            <a:xfrm>
              <a:off x="2535360" y="2096873"/>
              <a:ext cx="8196" cy="4918"/>
            </a:xfrm>
            <a:custGeom>
              <a:avLst/>
              <a:gdLst>
                <a:gd name="connsiteX0" fmla="*/ 8197 w 8196"/>
                <a:gd name="connsiteY0" fmla="*/ 0 h 4918"/>
                <a:gd name="connsiteX1" fmla="*/ 4918 w 8196"/>
                <a:gd name="connsiteY1" fmla="*/ 0 h 4918"/>
                <a:gd name="connsiteX2" fmla="*/ 0 w 8196"/>
                <a:gd name="connsiteY2" fmla="*/ 4918 h 4918"/>
                <a:gd name="connsiteX3" fmla="*/ 4918 w 8196"/>
                <a:gd name="connsiteY3" fmla="*/ 4918 h 4918"/>
                <a:gd name="connsiteX4" fmla="*/ 8197 w 8196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8197" y="0"/>
                  </a:moveTo>
                  <a:lnTo>
                    <a:pt x="4918" y="0"/>
                  </a:lnTo>
                  <a:lnTo>
                    <a:pt x="0" y="4918"/>
                  </a:lnTo>
                  <a:lnTo>
                    <a:pt x="4918" y="4918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10" name="Freeform 4509">
              <a:extLst>
                <a:ext uri="{FF2B5EF4-FFF2-40B4-BE49-F238E27FC236}">
                  <a16:creationId xmlns:a16="http://schemas.microsoft.com/office/drawing/2014/main" id="{1CDCB020-D90B-4B48-B107-E624AD8B406F}"/>
                </a:ext>
              </a:extLst>
            </p:cNvPr>
            <p:cNvSpPr/>
            <p:nvPr/>
          </p:nvSpPr>
          <p:spPr>
            <a:xfrm>
              <a:off x="2545196" y="2096873"/>
              <a:ext cx="54098" cy="19672"/>
            </a:xfrm>
            <a:custGeom>
              <a:avLst/>
              <a:gdLst>
                <a:gd name="connsiteX0" fmla="*/ 39344 w 54098"/>
                <a:gd name="connsiteY0" fmla="*/ 19672 h 19672"/>
                <a:gd name="connsiteX1" fmla="*/ 44262 w 54098"/>
                <a:gd name="connsiteY1" fmla="*/ 18033 h 19672"/>
                <a:gd name="connsiteX2" fmla="*/ 47541 w 54098"/>
                <a:gd name="connsiteY2" fmla="*/ 14754 h 19672"/>
                <a:gd name="connsiteX3" fmla="*/ 50820 w 54098"/>
                <a:gd name="connsiteY3" fmla="*/ 11476 h 19672"/>
                <a:gd name="connsiteX4" fmla="*/ 54098 w 54098"/>
                <a:gd name="connsiteY4" fmla="*/ 8197 h 19672"/>
                <a:gd name="connsiteX5" fmla="*/ 50820 w 54098"/>
                <a:gd name="connsiteY5" fmla="*/ 8197 h 19672"/>
                <a:gd name="connsiteX6" fmla="*/ 54098 w 54098"/>
                <a:gd name="connsiteY6" fmla="*/ 4918 h 19672"/>
                <a:gd name="connsiteX7" fmla="*/ 50820 w 54098"/>
                <a:gd name="connsiteY7" fmla="*/ 6557 h 19672"/>
                <a:gd name="connsiteX8" fmla="*/ 47541 w 54098"/>
                <a:gd name="connsiteY8" fmla="*/ 9836 h 19672"/>
                <a:gd name="connsiteX9" fmla="*/ 47541 w 54098"/>
                <a:gd name="connsiteY9" fmla="*/ 6557 h 19672"/>
                <a:gd name="connsiteX10" fmla="*/ 47541 w 54098"/>
                <a:gd name="connsiteY10" fmla="*/ 1639 h 19672"/>
                <a:gd name="connsiteX11" fmla="*/ 42623 w 54098"/>
                <a:gd name="connsiteY11" fmla="*/ 0 h 19672"/>
                <a:gd name="connsiteX12" fmla="*/ 39344 w 54098"/>
                <a:gd name="connsiteY12" fmla="*/ 3279 h 19672"/>
                <a:gd name="connsiteX13" fmla="*/ 36066 w 54098"/>
                <a:gd name="connsiteY13" fmla="*/ 6557 h 19672"/>
                <a:gd name="connsiteX14" fmla="*/ 34426 w 54098"/>
                <a:gd name="connsiteY14" fmla="*/ 3279 h 19672"/>
                <a:gd name="connsiteX15" fmla="*/ 31148 w 54098"/>
                <a:gd name="connsiteY15" fmla="*/ 0 h 19672"/>
                <a:gd name="connsiteX16" fmla="*/ 27869 w 54098"/>
                <a:gd name="connsiteY16" fmla="*/ 1639 h 19672"/>
                <a:gd name="connsiteX17" fmla="*/ 24590 w 54098"/>
                <a:gd name="connsiteY17" fmla="*/ 3279 h 19672"/>
                <a:gd name="connsiteX18" fmla="*/ 22951 w 54098"/>
                <a:gd name="connsiteY18" fmla="*/ 6557 h 19672"/>
                <a:gd name="connsiteX19" fmla="*/ 19672 w 54098"/>
                <a:gd name="connsiteY19" fmla="*/ 6557 h 19672"/>
                <a:gd name="connsiteX20" fmla="*/ 16393 w 54098"/>
                <a:gd name="connsiteY20" fmla="*/ 6557 h 19672"/>
                <a:gd name="connsiteX21" fmla="*/ 14754 w 54098"/>
                <a:gd name="connsiteY21" fmla="*/ 3279 h 19672"/>
                <a:gd name="connsiteX22" fmla="*/ 9836 w 54098"/>
                <a:gd name="connsiteY22" fmla="*/ 1639 h 19672"/>
                <a:gd name="connsiteX23" fmla="*/ 6557 w 54098"/>
                <a:gd name="connsiteY23" fmla="*/ 1639 h 19672"/>
                <a:gd name="connsiteX24" fmla="*/ 3279 w 54098"/>
                <a:gd name="connsiteY24" fmla="*/ 1639 h 19672"/>
                <a:gd name="connsiteX25" fmla="*/ 0 w 54098"/>
                <a:gd name="connsiteY25" fmla="*/ 4918 h 19672"/>
                <a:gd name="connsiteX26" fmla="*/ 3279 w 54098"/>
                <a:gd name="connsiteY26" fmla="*/ 4918 h 19672"/>
                <a:gd name="connsiteX27" fmla="*/ 6557 w 54098"/>
                <a:gd name="connsiteY27" fmla="*/ 6557 h 19672"/>
                <a:gd name="connsiteX28" fmla="*/ 11476 w 54098"/>
                <a:gd name="connsiteY28" fmla="*/ 8197 h 19672"/>
                <a:gd name="connsiteX29" fmla="*/ 14754 w 54098"/>
                <a:gd name="connsiteY29" fmla="*/ 8197 h 19672"/>
                <a:gd name="connsiteX30" fmla="*/ 18033 w 54098"/>
                <a:gd name="connsiteY30" fmla="*/ 9836 h 19672"/>
                <a:gd name="connsiteX31" fmla="*/ 22951 w 54098"/>
                <a:gd name="connsiteY31" fmla="*/ 13115 h 19672"/>
                <a:gd name="connsiteX32" fmla="*/ 26229 w 54098"/>
                <a:gd name="connsiteY32" fmla="*/ 13115 h 19672"/>
                <a:gd name="connsiteX33" fmla="*/ 29508 w 54098"/>
                <a:gd name="connsiteY33" fmla="*/ 14754 h 19672"/>
                <a:gd name="connsiteX34" fmla="*/ 34426 w 54098"/>
                <a:gd name="connsiteY34" fmla="*/ 18033 h 19672"/>
                <a:gd name="connsiteX35" fmla="*/ 37705 w 54098"/>
                <a:gd name="connsiteY35" fmla="*/ 16393 h 19672"/>
                <a:gd name="connsiteX36" fmla="*/ 40983 w 54098"/>
                <a:gd name="connsiteY36" fmla="*/ 14754 h 19672"/>
                <a:gd name="connsiteX37" fmla="*/ 44262 w 54098"/>
                <a:gd name="connsiteY37" fmla="*/ 13115 h 19672"/>
                <a:gd name="connsiteX38" fmla="*/ 40983 w 54098"/>
                <a:gd name="connsiteY38" fmla="*/ 16393 h 19672"/>
                <a:gd name="connsiteX39" fmla="*/ 37705 w 54098"/>
                <a:gd name="connsiteY39" fmla="*/ 18033 h 19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4098" h="19672">
                  <a:moveTo>
                    <a:pt x="39344" y="19672"/>
                  </a:moveTo>
                  <a:lnTo>
                    <a:pt x="44262" y="18033"/>
                  </a:lnTo>
                  <a:lnTo>
                    <a:pt x="47541" y="14754"/>
                  </a:lnTo>
                  <a:lnTo>
                    <a:pt x="50820" y="11476"/>
                  </a:lnTo>
                  <a:lnTo>
                    <a:pt x="54098" y="8197"/>
                  </a:lnTo>
                  <a:lnTo>
                    <a:pt x="50820" y="8197"/>
                  </a:lnTo>
                  <a:lnTo>
                    <a:pt x="54098" y="4918"/>
                  </a:lnTo>
                  <a:lnTo>
                    <a:pt x="50820" y="6557"/>
                  </a:lnTo>
                  <a:lnTo>
                    <a:pt x="47541" y="9836"/>
                  </a:lnTo>
                  <a:lnTo>
                    <a:pt x="47541" y="6557"/>
                  </a:lnTo>
                  <a:lnTo>
                    <a:pt x="47541" y="1639"/>
                  </a:lnTo>
                  <a:lnTo>
                    <a:pt x="42623" y="0"/>
                  </a:lnTo>
                  <a:lnTo>
                    <a:pt x="39344" y="3279"/>
                  </a:lnTo>
                  <a:lnTo>
                    <a:pt x="36066" y="6557"/>
                  </a:lnTo>
                  <a:lnTo>
                    <a:pt x="34426" y="3279"/>
                  </a:lnTo>
                  <a:lnTo>
                    <a:pt x="31148" y="0"/>
                  </a:lnTo>
                  <a:lnTo>
                    <a:pt x="27869" y="1639"/>
                  </a:lnTo>
                  <a:lnTo>
                    <a:pt x="24590" y="3279"/>
                  </a:lnTo>
                  <a:lnTo>
                    <a:pt x="22951" y="6557"/>
                  </a:lnTo>
                  <a:lnTo>
                    <a:pt x="19672" y="6557"/>
                  </a:lnTo>
                  <a:lnTo>
                    <a:pt x="16393" y="6557"/>
                  </a:lnTo>
                  <a:lnTo>
                    <a:pt x="14754" y="3279"/>
                  </a:lnTo>
                  <a:lnTo>
                    <a:pt x="9836" y="1639"/>
                  </a:lnTo>
                  <a:lnTo>
                    <a:pt x="6557" y="1639"/>
                  </a:lnTo>
                  <a:lnTo>
                    <a:pt x="3279" y="1639"/>
                  </a:lnTo>
                  <a:lnTo>
                    <a:pt x="0" y="4918"/>
                  </a:lnTo>
                  <a:lnTo>
                    <a:pt x="3279" y="4918"/>
                  </a:lnTo>
                  <a:lnTo>
                    <a:pt x="6557" y="6557"/>
                  </a:lnTo>
                  <a:lnTo>
                    <a:pt x="11476" y="8197"/>
                  </a:lnTo>
                  <a:lnTo>
                    <a:pt x="14754" y="8197"/>
                  </a:lnTo>
                  <a:lnTo>
                    <a:pt x="18033" y="9836"/>
                  </a:lnTo>
                  <a:lnTo>
                    <a:pt x="22951" y="13115"/>
                  </a:lnTo>
                  <a:lnTo>
                    <a:pt x="26229" y="13115"/>
                  </a:lnTo>
                  <a:lnTo>
                    <a:pt x="29508" y="14754"/>
                  </a:lnTo>
                  <a:lnTo>
                    <a:pt x="34426" y="18033"/>
                  </a:lnTo>
                  <a:lnTo>
                    <a:pt x="37705" y="16393"/>
                  </a:lnTo>
                  <a:lnTo>
                    <a:pt x="40983" y="14754"/>
                  </a:lnTo>
                  <a:lnTo>
                    <a:pt x="44262" y="13115"/>
                  </a:lnTo>
                  <a:lnTo>
                    <a:pt x="40983" y="16393"/>
                  </a:lnTo>
                  <a:lnTo>
                    <a:pt x="37705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11" name="Freeform 4510">
              <a:extLst>
                <a:ext uri="{FF2B5EF4-FFF2-40B4-BE49-F238E27FC236}">
                  <a16:creationId xmlns:a16="http://schemas.microsoft.com/office/drawing/2014/main" id="{48079A01-6A18-6C43-8B79-388ED0F56470}"/>
                </a:ext>
              </a:extLst>
            </p:cNvPr>
            <p:cNvSpPr/>
            <p:nvPr/>
          </p:nvSpPr>
          <p:spPr>
            <a:xfrm>
              <a:off x="2491098" y="2018185"/>
              <a:ext cx="8196" cy="4917"/>
            </a:xfrm>
            <a:custGeom>
              <a:avLst/>
              <a:gdLst>
                <a:gd name="connsiteX0" fmla="*/ 8197 w 8196"/>
                <a:gd name="connsiteY0" fmla="*/ 0 h 4917"/>
                <a:gd name="connsiteX1" fmla="*/ 4918 w 8196"/>
                <a:gd name="connsiteY1" fmla="*/ 0 h 4917"/>
                <a:gd name="connsiteX2" fmla="*/ 0 w 8196"/>
                <a:gd name="connsiteY2" fmla="*/ 4918 h 4917"/>
                <a:gd name="connsiteX3" fmla="*/ 3279 w 8196"/>
                <a:gd name="connsiteY3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6" h="4917">
                  <a:moveTo>
                    <a:pt x="8197" y="0"/>
                  </a:moveTo>
                  <a:lnTo>
                    <a:pt x="4918" y="0"/>
                  </a:lnTo>
                  <a:lnTo>
                    <a:pt x="0" y="4918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12" name="Freeform 4511">
              <a:extLst>
                <a:ext uri="{FF2B5EF4-FFF2-40B4-BE49-F238E27FC236}">
                  <a16:creationId xmlns:a16="http://schemas.microsoft.com/office/drawing/2014/main" id="{88C2002B-BB2B-AE43-B8C7-0438E268BE05}"/>
                </a:ext>
              </a:extLst>
            </p:cNvPr>
            <p:cNvSpPr/>
            <p:nvPr/>
          </p:nvSpPr>
          <p:spPr>
            <a:xfrm>
              <a:off x="2522245" y="2083759"/>
              <a:ext cx="9836" cy="8196"/>
            </a:xfrm>
            <a:custGeom>
              <a:avLst/>
              <a:gdLst>
                <a:gd name="connsiteX0" fmla="*/ 3279 w 9836"/>
                <a:gd name="connsiteY0" fmla="*/ 8197 h 8196"/>
                <a:gd name="connsiteX1" fmla="*/ 8197 w 9836"/>
                <a:gd name="connsiteY1" fmla="*/ 6557 h 8196"/>
                <a:gd name="connsiteX2" fmla="*/ 9836 w 9836"/>
                <a:gd name="connsiteY2" fmla="*/ 3279 h 8196"/>
                <a:gd name="connsiteX3" fmla="*/ 6557 w 9836"/>
                <a:gd name="connsiteY3" fmla="*/ 0 h 8196"/>
                <a:gd name="connsiteX4" fmla="*/ 3279 w 9836"/>
                <a:gd name="connsiteY4" fmla="*/ 0 h 8196"/>
                <a:gd name="connsiteX5" fmla="*/ 0 w 9836"/>
                <a:gd name="connsiteY5" fmla="*/ 3279 h 8196"/>
                <a:gd name="connsiteX6" fmla="*/ 1639 w 9836"/>
                <a:gd name="connsiteY6" fmla="*/ 6557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6" h="8196">
                  <a:moveTo>
                    <a:pt x="3279" y="8197"/>
                  </a:moveTo>
                  <a:lnTo>
                    <a:pt x="8197" y="6557"/>
                  </a:lnTo>
                  <a:lnTo>
                    <a:pt x="9836" y="3279"/>
                  </a:lnTo>
                  <a:lnTo>
                    <a:pt x="6557" y="0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1639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13" name="Freeform 4512">
              <a:extLst>
                <a:ext uri="{FF2B5EF4-FFF2-40B4-BE49-F238E27FC236}">
                  <a16:creationId xmlns:a16="http://schemas.microsoft.com/office/drawing/2014/main" id="{93A84A1C-1BCB-8B44-9624-EC7E535DFA7E}"/>
                </a:ext>
              </a:extLst>
            </p:cNvPr>
            <p:cNvSpPr/>
            <p:nvPr/>
          </p:nvSpPr>
          <p:spPr>
            <a:xfrm>
              <a:off x="2535360" y="2096873"/>
              <a:ext cx="8196" cy="4918"/>
            </a:xfrm>
            <a:custGeom>
              <a:avLst/>
              <a:gdLst>
                <a:gd name="connsiteX0" fmla="*/ 8197 w 8196"/>
                <a:gd name="connsiteY0" fmla="*/ 0 h 4918"/>
                <a:gd name="connsiteX1" fmla="*/ 4918 w 8196"/>
                <a:gd name="connsiteY1" fmla="*/ 0 h 4918"/>
                <a:gd name="connsiteX2" fmla="*/ 0 w 8196"/>
                <a:gd name="connsiteY2" fmla="*/ 4918 h 4918"/>
                <a:gd name="connsiteX3" fmla="*/ 4918 w 8196"/>
                <a:gd name="connsiteY3" fmla="*/ 4918 h 4918"/>
                <a:gd name="connsiteX4" fmla="*/ 8197 w 8196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8197" y="0"/>
                  </a:moveTo>
                  <a:lnTo>
                    <a:pt x="4918" y="0"/>
                  </a:lnTo>
                  <a:lnTo>
                    <a:pt x="0" y="4918"/>
                  </a:lnTo>
                  <a:lnTo>
                    <a:pt x="4918" y="4918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14" name="Freeform 4513">
              <a:extLst>
                <a:ext uri="{FF2B5EF4-FFF2-40B4-BE49-F238E27FC236}">
                  <a16:creationId xmlns:a16="http://schemas.microsoft.com/office/drawing/2014/main" id="{65F67A9B-2EE8-CE49-829D-F97C312FBDE8}"/>
                </a:ext>
              </a:extLst>
            </p:cNvPr>
            <p:cNvSpPr/>
            <p:nvPr/>
          </p:nvSpPr>
          <p:spPr>
            <a:xfrm>
              <a:off x="2545196" y="2096873"/>
              <a:ext cx="54098" cy="19672"/>
            </a:xfrm>
            <a:custGeom>
              <a:avLst/>
              <a:gdLst>
                <a:gd name="connsiteX0" fmla="*/ 39344 w 54098"/>
                <a:gd name="connsiteY0" fmla="*/ 19672 h 19672"/>
                <a:gd name="connsiteX1" fmla="*/ 44262 w 54098"/>
                <a:gd name="connsiteY1" fmla="*/ 18033 h 19672"/>
                <a:gd name="connsiteX2" fmla="*/ 47541 w 54098"/>
                <a:gd name="connsiteY2" fmla="*/ 14754 h 19672"/>
                <a:gd name="connsiteX3" fmla="*/ 50820 w 54098"/>
                <a:gd name="connsiteY3" fmla="*/ 11476 h 19672"/>
                <a:gd name="connsiteX4" fmla="*/ 54098 w 54098"/>
                <a:gd name="connsiteY4" fmla="*/ 8197 h 19672"/>
                <a:gd name="connsiteX5" fmla="*/ 50820 w 54098"/>
                <a:gd name="connsiteY5" fmla="*/ 8197 h 19672"/>
                <a:gd name="connsiteX6" fmla="*/ 54098 w 54098"/>
                <a:gd name="connsiteY6" fmla="*/ 4918 h 19672"/>
                <a:gd name="connsiteX7" fmla="*/ 50820 w 54098"/>
                <a:gd name="connsiteY7" fmla="*/ 6557 h 19672"/>
                <a:gd name="connsiteX8" fmla="*/ 47541 w 54098"/>
                <a:gd name="connsiteY8" fmla="*/ 9836 h 19672"/>
                <a:gd name="connsiteX9" fmla="*/ 47541 w 54098"/>
                <a:gd name="connsiteY9" fmla="*/ 6557 h 19672"/>
                <a:gd name="connsiteX10" fmla="*/ 47541 w 54098"/>
                <a:gd name="connsiteY10" fmla="*/ 1639 h 19672"/>
                <a:gd name="connsiteX11" fmla="*/ 42623 w 54098"/>
                <a:gd name="connsiteY11" fmla="*/ 0 h 19672"/>
                <a:gd name="connsiteX12" fmla="*/ 39344 w 54098"/>
                <a:gd name="connsiteY12" fmla="*/ 3279 h 19672"/>
                <a:gd name="connsiteX13" fmla="*/ 36066 w 54098"/>
                <a:gd name="connsiteY13" fmla="*/ 6557 h 19672"/>
                <a:gd name="connsiteX14" fmla="*/ 34426 w 54098"/>
                <a:gd name="connsiteY14" fmla="*/ 3279 h 19672"/>
                <a:gd name="connsiteX15" fmla="*/ 31148 w 54098"/>
                <a:gd name="connsiteY15" fmla="*/ 0 h 19672"/>
                <a:gd name="connsiteX16" fmla="*/ 27869 w 54098"/>
                <a:gd name="connsiteY16" fmla="*/ 1639 h 19672"/>
                <a:gd name="connsiteX17" fmla="*/ 24590 w 54098"/>
                <a:gd name="connsiteY17" fmla="*/ 3279 h 19672"/>
                <a:gd name="connsiteX18" fmla="*/ 22951 w 54098"/>
                <a:gd name="connsiteY18" fmla="*/ 6557 h 19672"/>
                <a:gd name="connsiteX19" fmla="*/ 19672 w 54098"/>
                <a:gd name="connsiteY19" fmla="*/ 6557 h 19672"/>
                <a:gd name="connsiteX20" fmla="*/ 16393 w 54098"/>
                <a:gd name="connsiteY20" fmla="*/ 6557 h 19672"/>
                <a:gd name="connsiteX21" fmla="*/ 14754 w 54098"/>
                <a:gd name="connsiteY21" fmla="*/ 3279 h 19672"/>
                <a:gd name="connsiteX22" fmla="*/ 9836 w 54098"/>
                <a:gd name="connsiteY22" fmla="*/ 1639 h 19672"/>
                <a:gd name="connsiteX23" fmla="*/ 6557 w 54098"/>
                <a:gd name="connsiteY23" fmla="*/ 1639 h 19672"/>
                <a:gd name="connsiteX24" fmla="*/ 3279 w 54098"/>
                <a:gd name="connsiteY24" fmla="*/ 1639 h 19672"/>
                <a:gd name="connsiteX25" fmla="*/ 0 w 54098"/>
                <a:gd name="connsiteY25" fmla="*/ 4918 h 19672"/>
                <a:gd name="connsiteX26" fmla="*/ 3279 w 54098"/>
                <a:gd name="connsiteY26" fmla="*/ 4918 h 19672"/>
                <a:gd name="connsiteX27" fmla="*/ 6557 w 54098"/>
                <a:gd name="connsiteY27" fmla="*/ 6557 h 19672"/>
                <a:gd name="connsiteX28" fmla="*/ 11476 w 54098"/>
                <a:gd name="connsiteY28" fmla="*/ 8197 h 19672"/>
                <a:gd name="connsiteX29" fmla="*/ 14754 w 54098"/>
                <a:gd name="connsiteY29" fmla="*/ 8197 h 19672"/>
                <a:gd name="connsiteX30" fmla="*/ 18033 w 54098"/>
                <a:gd name="connsiteY30" fmla="*/ 9836 h 19672"/>
                <a:gd name="connsiteX31" fmla="*/ 22951 w 54098"/>
                <a:gd name="connsiteY31" fmla="*/ 13115 h 19672"/>
                <a:gd name="connsiteX32" fmla="*/ 26229 w 54098"/>
                <a:gd name="connsiteY32" fmla="*/ 13115 h 19672"/>
                <a:gd name="connsiteX33" fmla="*/ 29508 w 54098"/>
                <a:gd name="connsiteY33" fmla="*/ 14754 h 19672"/>
                <a:gd name="connsiteX34" fmla="*/ 34426 w 54098"/>
                <a:gd name="connsiteY34" fmla="*/ 18033 h 19672"/>
                <a:gd name="connsiteX35" fmla="*/ 37705 w 54098"/>
                <a:gd name="connsiteY35" fmla="*/ 16393 h 19672"/>
                <a:gd name="connsiteX36" fmla="*/ 40983 w 54098"/>
                <a:gd name="connsiteY36" fmla="*/ 14754 h 19672"/>
                <a:gd name="connsiteX37" fmla="*/ 44262 w 54098"/>
                <a:gd name="connsiteY37" fmla="*/ 13115 h 19672"/>
                <a:gd name="connsiteX38" fmla="*/ 40983 w 54098"/>
                <a:gd name="connsiteY38" fmla="*/ 16393 h 19672"/>
                <a:gd name="connsiteX39" fmla="*/ 37705 w 54098"/>
                <a:gd name="connsiteY39" fmla="*/ 18033 h 19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4098" h="19672">
                  <a:moveTo>
                    <a:pt x="39344" y="19672"/>
                  </a:moveTo>
                  <a:lnTo>
                    <a:pt x="44262" y="18033"/>
                  </a:lnTo>
                  <a:lnTo>
                    <a:pt x="47541" y="14754"/>
                  </a:lnTo>
                  <a:lnTo>
                    <a:pt x="50820" y="11476"/>
                  </a:lnTo>
                  <a:lnTo>
                    <a:pt x="54098" y="8197"/>
                  </a:lnTo>
                  <a:lnTo>
                    <a:pt x="50820" y="8197"/>
                  </a:lnTo>
                  <a:lnTo>
                    <a:pt x="54098" y="4918"/>
                  </a:lnTo>
                  <a:lnTo>
                    <a:pt x="50820" y="6557"/>
                  </a:lnTo>
                  <a:lnTo>
                    <a:pt x="47541" y="9836"/>
                  </a:lnTo>
                  <a:lnTo>
                    <a:pt x="47541" y="6557"/>
                  </a:lnTo>
                  <a:lnTo>
                    <a:pt x="47541" y="1639"/>
                  </a:lnTo>
                  <a:lnTo>
                    <a:pt x="42623" y="0"/>
                  </a:lnTo>
                  <a:lnTo>
                    <a:pt x="39344" y="3279"/>
                  </a:lnTo>
                  <a:lnTo>
                    <a:pt x="36066" y="6557"/>
                  </a:lnTo>
                  <a:lnTo>
                    <a:pt x="34426" y="3279"/>
                  </a:lnTo>
                  <a:lnTo>
                    <a:pt x="31148" y="0"/>
                  </a:lnTo>
                  <a:lnTo>
                    <a:pt x="27869" y="1639"/>
                  </a:lnTo>
                  <a:lnTo>
                    <a:pt x="24590" y="3279"/>
                  </a:lnTo>
                  <a:lnTo>
                    <a:pt x="22951" y="6557"/>
                  </a:lnTo>
                  <a:lnTo>
                    <a:pt x="19672" y="6557"/>
                  </a:lnTo>
                  <a:lnTo>
                    <a:pt x="16393" y="6557"/>
                  </a:lnTo>
                  <a:lnTo>
                    <a:pt x="14754" y="3279"/>
                  </a:lnTo>
                  <a:lnTo>
                    <a:pt x="9836" y="1639"/>
                  </a:lnTo>
                  <a:lnTo>
                    <a:pt x="6557" y="1639"/>
                  </a:lnTo>
                  <a:lnTo>
                    <a:pt x="3279" y="1639"/>
                  </a:lnTo>
                  <a:lnTo>
                    <a:pt x="0" y="4918"/>
                  </a:lnTo>
                  <a:lnTo>
                    <a:pt x="3279" y="4918"/>
                  </a:lnTo>
                  <a:lnTo>
                    <a:pt x="6557" y="6557"/>
                  </a:lnTo>
                  <a:lnTo>
                    <a:pt x="11476" y="8197"/>
                  </a:lnTo>
                  <a:lnTo>
                    <a:pt x="14754" y="8197"/>
                  </a:lnTo>
                  <a:lnTo>
                    <a:pt x="18033" y="9836"/>
                  </a:lnTo>
                  <a:lnTo>
                    <a:pt x="22951" y="13115"/>
                  </a:lnTo>
                  <a:lnTo>
                    <a:pt x="26229" y="13115"/>
                  </a:lnTo>
                  <a:lnTo>
                    <a:pt x="29508" y="14754"/>
                  </a:lnTo>
                  <a:lnTo>
                    <a:pt x="34426" y="18033"/>
                  </a:lnTo>
                  <a:lnTo>
                    <a:pt x="37705" y="16393"/>
                  </a:lnTo>
                  <a:lnTo>
                    <a:pt x="40983" y="14754"/>
                  </a:lnTo>
                  <a:lnTo>
                    <a:pt x="44262" y="13115"/>
                  </a:lnTo>
                  <a:lnTo>
                    <a:pt x="40983" y="16393"/>
                  </a:lnTo>
                  <a:lnTo>
                    <a:pt x="37705" y="180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15" name="Freeform 4514">
              <a:extLst>
                <a:ext uri="{FF2B5EF4-FFF2-40B4-BE49-F238E27FC236}">
                  <a16:creationId xmlns:a16="http://schemas.microsoft.com/office/drawing/2014/main" id="{CF4A1488-9BEA-194C-93DA-5E5256E5D502}"/>
                </a:ext>
              </a:extLst>
            </p:cNvPr>
            <p:cNvSpPr/>
            <p:nvPr/>
          </p:nvSpPr>
          <p:spPr>
            <a:xfrm>
              <a:off x="2440279" y="1973923"/>
              <a:ext cx="11475" cy="4918"/>
            </a:xfrm>
            <a:custGeom>
              <a:avLst/>
              <a:gdLst>
                <a:gd name="connsiteX0" fmla="*/ 11475 w 11475"/>
                <a:gd name="connsiteY0" fmla="*/ 0 h 4918"/>
                <a:gd name="connsiteX1" fmla="*/ 11475 w 11475"/>
                <a:gd name="connsiteY1" fmla="*/ 0 h 4918"/>
                <a:gd name="connsiteX2" fmla="*/ 8197 w 11475"/>
                <a:gd name="connsiteY2" fmla="*/ 0 h 4918"/>
                <a:gd name="connsiteX3" fmla="*/ 4918 w 11475"/>
                <a:gd name="connsiteY3" fmla="*/ 0 h 4918"/>
                <a:gd name="connsiteX4" fmla="*/ 0 w 11475"/>
                <a:gd name="connsiteY4" fmla="*/ 1639 h 4918"/>
                <a:gd name="connsiteX5" fmla="*/ 0 w 11475"/>
                <a:gd name="connsiteY5" fmla="*/ 4918 h 4918"/>
                <a:gd name="connsiteX6" fmla="*/ 4918 w 11475"/>
                <a:gd name="connsiteY6" fmla="*/ 3279 h 4918"/>
                <a:gd name="connsiteX7" fmla="*/ 8197 w 11475"/>
                <a:gd name="connsiteY7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75" h="4918">
                  <a:moveTo>
                    <a:pt x="11475" y="0"/>
                  </a:moveTo>
                  <a:lnTo>
                    <a:pt x="11475" y="0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1639"/>
                  </a:lnTo>
                  <a:lnTo>
                    <a:pt x="0" y="4918"/>
                  </a:lnTo>
                  <a:lnTo>
                    <a:pt x="4918" y="3279"/>
                  </a:lnTo>
                  <a:lnTo>
                    <a:pt x="8197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16" name="Freeform 4515">
              <a:extLst>
                <a:ext uri="{FF2B5EF4-FFF2-40B4-BE49-F238E27FC236}">
                  <a16:creationId xmlns:a16="http://schemas.microsoft.com/office/drawing/2014/main" id="{3A95D462-CDA2-274F-BBB1-9B4F75ADB32C}"/>
                </a:ext>
              </a:extLst>
            </p:cNvPr>
            <p:cNvSpPr/>
            <p:nvPr/>
          </p:nvSpPr>
          <p:spPr>
            <a:xfrm>
              <a:off x="2451754" y="1973923"/>
              <a:ext cx="3278" cy="3278"/>
            </a:xfrm>
            <a:custGeom>
              <a:avLst/>
              <a:gdLst>
                <a:gd name="connsiteX0" fmla="*/ 3279 w 3278"/>
                <a:gd name="connsiteY0" fmla="*/ 0 h 3278"/>
                <a:gd name="connsiteX1" fmla="*/ 0 w 3278"/>
                <a:gd name="connsiteY1" fmla="*/ 0 h 3278"/>
                <a:gd name="connsiteX2" fmla="*/ 1639 w 3278"/>
                <a:gd name="connsiteY2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8" h="3278">
                  <a:moveTo>
                    <a:pt x="3279" y="0"/>
                  </a:moveTo>
                  <a:lnTo>
                    <a:pt x="0" y="0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17" name="Freeform 4516">
              <a:extLst>
                <a:ext uri="{FF2B5EF4-FFF2-40B4-BE49-F238E27FC236}">
                  <a16:creationId xmlns:a16="http://schemas.microsoft.com/office/drawing/2014/main" id="{38D473B5-8D5E-DC4E-8A37-290244C3B184}"/>
                </a:ext>
              </a:extLst>
            </p:cNvPr>
            <p:cNvSpPr/>
            <p:nvPr/>
          </p:nvSpPr>
          <p:spPr>
            <a:xfrm>
              <a:off x="7500911" y="4326371"/>
              <a:ext cx="6557" cy="6557"/>
            </a:xfrm>
            <a:custGeom>
              <a:avLst/>
              <a:gdLst>
                <a:gd name="connsiteX0" fmla="*/ 6557 w 6557"/>
                <a:gd name="connsiteY0" fmla="*/ 6557 h 6557"/>
                <a:gd name="connsiteX1" fmla="*/ 6557 w 6557"/>
                <a:gd name="connsiteY1" fmla="*/ 3279 h 6557"/>
                <a:gd name="connsiteX2" fmla="*/ 4918 w 6557"/>
                <a:gd name="connsiteY2" fmla="*/ 0 h 6557"/>
                <a:gd name="connsiteX3" fmla="*/ 0 w 6557"/>
                <a:gd name="connsiteY3" fmla="*/ 0 h 6557"/>
                <a:gd name="connsiteX4" fmla="*/ 4918 w 6557"/>
                <a:gd name="connsiteY4" fmla="*/ 3279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7" h="6557">
                  <a:moveTo>
                    <a:pt x="6557" y="6557"/>
                  </a:moveTo>
                  <a:lnTo>
                    <a:pt x="6557" y="3279"/>
                  </a:lnTo>
                  <a:lnTo>
                    <a:pt x="4918" y="0"/>
                  </a:lnTo>
                  <a:lnTo>
                    <a:pt x="0" y="0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18" name="Freeform 4517">
              <a:extLst>
                <a:ext uri="{FF2B5EF4-FFF2-40B4-BE49-F238E27FC236}">
                  <a16:creationId xmlns:a16="http://schemas.microsoft.com/office/drawing/2014/main" id="{0F3476F9-B74C-9145-B378-D365F72D9218}"/>
                </a:ext>
              </a:extLst>
            </p:cNvPr>
            <p:cNvSpPr/>
            <p:nvPr/>
          </p:nvSpPr>
          <p:spPr>
            <a:xfrm>
              <a:off x="5194364" y="2537855"/>
              <a:ext cx="1639" cy="3278"/>
            </a:xfrm>
            <a:custGeom>
              <a:avLst/>
              <a:gdLst>
                <a:gd name="connsiteX0" fmla="*/ 0 w 1639"/>
                <a:gd name="connsiteY0" fmla="*/ 0 h 3278"/>
                <a:gd name="connsiteX1" fmla="*/ 1639 w 1639"/>
                <a:gd name="connsiteY1" fmla="*/ 0 h 3278"/>
                <a:gd name="connsiteX2" fmla="*/ 1639 w 1639"/>
                <a:gd name="connsiteY2" fmla="*/ 3279 h 3278"/>
                <a:gd name="connsiteX3" fmla="*/ 0 w 1639"/>
                <a:gd name="connsiteY3" fmla="*/ 163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9" h="3278">
                  <a:moveTo>
                    <a:pt x="0" y="0"/>
                  </a:moveTo>
                  <a:lnTo>
                    <a:pt x="1639" y="0"/>
                  </a:lnTo>
                  <a:lnTo>
                    <a:pt x="1639" y="3279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19" name="Freeform 4518">
              <a:extLst>
                <a:ext uri="{FF2B5EF4-FFF2-40B4-BE49-F238E27FC236}">
                  <a16:creationId xmlns:a16="http://schemas.microsoft.com/office/drawing/2014/main" id="{658A6370-0689-9C47-878A-445AAB5A1D2B}"/>
                </a:ext>
              </a:extLst>
            </p:cNvPr>
            <p:cNvSpPr/>
            <p:nvPr/>
          </p:nvSpPr>
          <p:spPr>
            <a:xfrm>
              <a:off x="5281249" y="2562445"/>
              <a:ext cx="1639" cy="3278"/>
            </a:xfrm>
            <a:custGeom>
              <a:avLst/>
              <a:gdLst>
                <a:gd name="connsiteX0" fmla="*/ 0 w 1639"/>
                <a:gd name="connsiteY0" fmla="*/ 3279 h 3278"/>
                <a:gd name="connsiteX1" fmla="*/ 0 w 1639"/>
                <a:gd name="connsiteY1" fmla="*/ 0 h 3278"/>
                <a:gd name="connsiteX2" fmla="*/ 1639 w 1639"/>
                <a:gd name="connsiteY2" fmla="*/ 3279 h 3278"/>
                <a:gd name="connsiteX3" fmla="*/ 1639 w 1639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9" h="3278">
                  <a:moveTo>
                    <a:pt x="0" y="3279"/>
                  </a:moveTo>
                  <a:lnTo>
                    <a:pt x="0" y="0"/>
                  </a:lnTo>
                  <a:lnTo>
                    <a:pt x="1639" y="3279"/>
                  </a:lnTo>
                  <a:lnTo>
                    <a:pt x="163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0" name="Freeform 4519">
              <a:extLst>
                <a:ext uri="{FF2B5EF4-FFF2-40B4-BE49-F238E27FC236}">
                  <a16:creationId xmlns:a16="http://schemas.microsoft.com/office/drawing/2014/main" id="{B333E318-96CE-9B48-AD6C-E944F59BD18E}"/>
                </a:ext>
              </a:extLst>
            </p:cNvPr>
            <p:cNvSpPr/>
            <p:nvPr/>
          </p:nvSpPr>
          <p:spPr>
            <a:xfrm>
              <a:off x="6155016" y="816551"/>
              <a:ext cx="11475" cy="6557"/>
            </a:xfrm>
            <a:custGeom>
              <a:avLst/>
              <a:gdLst>
                <a:gd name="connsiteX0" fmla="*/ 8197 w 11475"/>
                <a:gd name="connsiteY0" fmla="*/ 6557 h 6557"/>
                <a:gd name="connsiteX1" fmla="*/ 11475 w 11475"/>
                <a:gd name="connsiteY1" fmla="*/ 3279 h 6557"/>
                <a:gd name="connsiteX2" fmla="*/ 8197 w 11475"/>
                <a:gd name="connsiteY2" fmla="*/ 1639 h 6557"/>
                <a:gd name="connsiteX3" fmla="*/ 3278 w 11475"/>
                <a:gd name="connsiteY3" fmla="*/ 0 h 6557"/>
                <a:gd name="connsiteX4" fmla="*/ 0 w 11475"/>
                <a:gd name="connsiteY4" fmla="*/ 3279 h 6557"/>
                <a:gd name="connsiteX5" fmla="*/ 3278 w 11475"/>
                <a:gd name="connsiteY5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6557">
                  <a:moveTo>
                    <a:pt x="8197" y="6557"/>
                  </a:moveTo>
                  <a:lnTo>
                    <a:pt x="11475" y="3279"/>
                  </a:lnTo>
                  <a:lnTo>
                    <a:pt x="8197" y="1639"/>
                  </a:lnTo>
                  <a:lnTo>
                    <a:pt x="3278" y="0"/>
                  </a:lnTo>
                  <a:lnTo>
                    <a:pt x="0" y="3279"/>
                  </a:lnTo>
                  <a:lnTo>
                    <a:pt x="327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1" name="Freeform 4520">
              <a:extLst>
                <a:ext uri="{FF2B5EF4-FFF2-40B4-BE49-F238E27FC236}">
                  <a16:creationId xmlns:a16="http://schemas.microsoft.com/office/drawing/2014/main" id="{A2B0A1CE-865D-D24B-9D98-C2887B57ACDA}"/>
                </a:ext>
              </a:extLst>
            </p:cNvPr>
            <p:cNvSpPr/>
            <p:nvPr/>
          </p:nvSpPr>
          <p:spPr>
            <a:xfrm>
              <a:off x="6176327" y="773929"/>
              <a:ext cx="6557" cy="1639"/>
            </a:xfrm>
            <a:custGeom>
              <a:avLst/>
              <a:gdLst>
                <a:gd name="connsiteX0" fmla="*/ 3279 w 6557"/>
                <a:gd name="connsiteY0" fmla="*/ 0 h 1639"/>
                <a:gd name="connsiteX1" fmla="*/ 0 w 6557"/>
                <a:gd name="connsiteY1" fmla="*/ 1639 h 1639"/>
                <a:gd name="connsiteX2" fmla="*/ 3279 w 6557"/>
                <a:gd name="connsiteY2" fmla="*/ 1639 h 1639"/>
                <a:gd name="connsiteX3" fmla="*/ 6557 w 6557"/>
                <a:gd name="connsiteY3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" h="1639">
                  <a:moveTo>
                    <a:pt x="3279" y="0"/>
                  </a:moveTo>
                  <a:lnTo>
                    <a:pt x="0" y="1639"/>
                  </a:lnTo>
                  <a:lnTo>
                    <a:pt x="3279" y="1639"/>
                  </a:lnTo>
                  <a:lnTo>
                    <a:pt x="6557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2" name="Freeform 4521">
              <a:extLst>
                <a:ext uri="{FF2B5EF4-FFF2-40B4-BE49-F238E27FC236}">
                  <a16:creationId xmlns:a16="http://schemas.microsoft.com/office/drawing/2014/main" id="{AB489C9B-6BD0-6B47-A165-BB906065BD69}"/>
                </a:ext>
              </a:extLst>
            </p:cNvPr>
            <p:cNvSpPr/>
            <p:nvPr/>
          </p:nvSpPr>
          <p:spPr>
            <a:xfrm>
              <a:off x="6191081" y="811633"/>
              <a:ext cx="39344" cy="4918"/>
            </a:xfrm>
            <a:custGeom>
              <a:avLst/>
              <a:gdLst>
                <a:gd name="connsiteX0" fmla="*/ 3279 w 39344"/>
                <a:gd name="connsiteY0" fmla="*/ 4918 h 4918"/>
                <a:gd name="connsiteX1" fmla="*/ 4918 w 39344"/>
                <a:gd name="connsiteY1" fmla="*/ 4918 h 4918"/>
                <a:gd name="connsiteX2" fmla="*/ 8197 w 39344"/>
                <a:gd name="connsiteY2" fmla="*/ 3279 h 4918"/>
                <a:gd name="connsiteX3" fmla="*/ 11476 w 39344"/>
                <a:gd name="connsiteY3" fmla="*/ 3279 h 4918"/>
                <a:gd name="connsiteX4" fmla="*/ 16393 w 39344"/>
                <a:gd name="connsiteY4" fmla="*/ 3279 h 4918"/>
                <a:gd name="connsiteX5" fmla="*/ 19672 w 39344"/>
                <a:gd name="connsiteY5" fmla="*/ 1639 h 4918"/>
                <a:gd name="connsiteX6" fmla="*/ 22951 w 39344"/>
                <a:gd name="connsiteY6" fmla="*/ 1639 h 4918"/>
                <a:gd name="connsiteX7" fmla="*/ 27869 w 39344"/>
                <a:gd name="connsiteY7" fmla="*/ 3279 h 4918"/>
                <a:gd name="connsiteX8" fmla="*/ 31148 w 39344"/>
                <a:gd name="connsiteY8" fmla="*/ 3279 h 4918"/>
                <a:gd name="connsiteX9" fmla="*/ 36066 w 39344"/>
                <a:gd name="connsiteY9" fmla="*/ 3279 h 4918"/>
                <a:gd name="connsiteX10" fmla="*/ 39344 w 39344"/>
                <a:gd name="connsiteY10" fmla="*/ 1639 h 4918"/>
                <a:gd name="connsiteX11" fmla="*/ 36066 w 39344"/>
                <a:gd name="connsiteY11" fmla="*/ 1639 h 4918"/>
                <a:gd name="connsiteX12" fmla="*/ 31148 w 39344"/>
                <a:gd name="connsiteY12" fmla="*/ 1639 h 4918"/>
                <a:gd name="connsiteX13" fmla="*/ 27869 w 39344"/>
                <a:gd name="connsiteY13" fmla="*/ 1639 h 4918"/>
                <a:gd name="connsiteX14" fmla="*/ 22951 w 39344"/>
                <a:gd name="connsiteY14" fmla="*/ 0 h 4918"/>
                <a:gd name="connsiteX15" fmla="*/ 19672 w 39344"/>
                <a:gd name="connsiteY15" fmla="*/ 0 h 4918"/>
                <a:gd name="connsiteX16" fmla="*/ 14754 w 39344"/>
                <a:gd name="connsiteY16" fmla="*/ 0 h 4918"/>
                <a:gd name="connsiteX17" fmla="*/ 11476 w 39344"/>
                <a:gd name="connsiteY17" fmla="*/ 0 h 4918"/>
                <a:gd name="connsiteX18" fmla="*/ 8197 w 39344"/>
                <a:gd name="connsiteY18" fmla="*/ 1639 h 4918"/>
                <a:gd name="connsiteX19" fmla="*/ 3279 w 39344"/>
                <a:gd name="connsiteY19" fmla="*/ 1639 h 4918"/>
                <a:gd name="connsiteX20" fmla="*/ 0 w 39344"/>
                <a:gd name="connsiteY20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44" h="4918">
                  <a:moveTo>
                    <a:pt x="3279" y="4918"/>
                  </a:moveTo>
                  <a:lnTo>
                    <a:pt x="4918" y="4918"/>
                  </a:lnTo>
                  <a:lnTo>
                    <a:pt x="8197" y="3279"/>
                  </a:lnTo>
                  <a:lnTo>
                    <a:pt x="11476" y="3279"/>
                  </a:lnTo>
                  <a:lnTo>
                    <a:pt x="16393" y="3279"/>
                  </a:lnTo>
                  <a:lnTo>
                    <a:pt x="19672" y="1639"/>
                  </a:lnTo>
                  <a:lnTo>
                    <a:pt x="22951" y="1639"/>
                  </a:lnTo>
                  <a:lnTo>
                    <a:pt x="27869" y="3279"/>
                  </a:lnTo>
                  <a:lnTo>
                    <a:pt x="31148" y="3279"/>
                  </a:lnTo>
                  <a:lnTo>
                    <a:pt x="36066" y="3279"/>
                  </a:lnTo>
                  <a:lnTo>
                    <a:pt x="39344" y="1639"/>
                  </a:lnTo>
                  <a:lnTo>
                    <a:pt x="36066" y="1639"/>
                  </a:lnTo>
                  <a:lnTo>
                    <a:pt x="31148" y="1639"/>
                  </a:lnTo>
                  <a:lnTo>
                    <a:pt x="27869" y="1639"/>
                  </a:lnTo>
                  <a:lnTo>
                    <a:pt x="22951" y="0"/>
                  </a:lnTo>
                  <a:lnTo>
                    <a:pt x="19672" y="0"/>
                  </a:lnTo>
                  <a:lnTo>
                    <a:pt x="14754" y="0"/>
                  </a:lnTo>
                  <a:lnTo>
                    <a:pt x="11476" y="0"/>
                  </a:lnTo>
                  <a:lnTo>
                    <a:pt x="8197" y="1639"/>
                  </a:lnTo>
                  <a:lnTo>
                    <a:pt x="3279" y="1639"/>
                  </a:lnTo>
                  <a:lnTo>
                    <a:pt x="0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3" name="Freeform 4522">
              <a:extLst>
                <a:ext uri="{FF2B5EF4-FFF2-40B4-BE49-F238E27FC236}">
                  <a16:creationId xmlns:a16="http://schemas.microsoft.com/office/drawing/2014/main" id="{8D1B4051-8F7A-C44B-8C03-86F94D889883}"/>
                </a:ext>
              </a:extLst>
            </p:cNvPr>
            <p:cNvSpPr/>
            <p:nvPr/>
          </p:nvSpPr>
          <p:spPr>
            <a:xfrm>
              <a:off x="6268130" y="772289"/>
              <a:ext cx="47540" cy="4918"/>
            </a:xfrm>
            <a:custGeom>
              <a:avLst/>
              <a:gdLst>
                <a:gd name="connsiteX0" fmla="*/ 0 w 47540"/>
                <a:gd name="connsiteY0" fmla="*/ 4918 h 4918"/>
                <a:gd name="connsiteX1" fmla="*/ 1639 w 47540"/>
                <a:gd name="connsiteY1" fmla="*/ 4918 h 4918"/>
                <a:gd name="connsiteX2" fmla="*/ 4918 w 47540"/>
                <a:gd name="connsiteY2" fmla="*/ 4918 h 4918"/>
                <a:gd name="connsiteX3" fmla="*/ 8197 w 47540"/>
                <a:gd name="connsiteY3" fmla="*/ 4918 h 4918"/>
                <a:gd name="connsiteX4" fmla="*/ 13114 w 47540"/>
                <a:gd name="connsiteY4" fmla="*/ 3279 h 4918"/>
                <a:gd name="connsiteX5" fmla="*/ 16393 w 47540"/>
                <a:gd name="connsiteY5" fmla="*/ 3279 h 4918"/>
                <a:gd name="connsiteX6" fmla="*/ 21311 w 47540"/>
                <a:gd name="connsiteY6" fmla="*/ 3279 h 4918"/>
                <a:gd name="connsiteX7" fmla="*/ 24590 w 47540"/>
                <a:gd name="connsiteY7" fmla="*/ 3279 h 4918"/>
                <a:gd name="connsiteX8" fmla="*/ 27869 w 47540"/>
                <a:gd name="connsiteY8" fmla="*/ 3279 h 4918"/>
                <a:gd name="connsiteX9" fmla="*/ 32787 w 47540"/>
                <a:gd name="connsiteY9" fmla="*/ 1639 h 4918"/>
                <a:gd name="connsiteX10" fmla="*/ 36066 w 47540"/>
                <a:gd name="connsiteY10" fmla="*/ 1639 h 4918"/>
                <a:gd name="connsiteX11" fmla="*/ 40983 w 47540"/>
                <a:gd name="connsiteY11" fmla="*/ 1639 h 4918"/>
                <a:gd name="connsiteX12" fmla="*/ 44262 w 47540"/>
                <a:gd name="connsiteY12" fmla="*/ 1639 h 4918"/>
                <a:gd name="connsiteX13" fmla="*/ 47541 w 47540"/>
                <a:gd name="connsiteY13" fmla="*/ 0 h 4918"/>
                <a:gd name="connsiteX14" fmla="*/ 44262 w 47540"/>
                <a:gd name="connsiteY14" fmla="*/ 0 h 4918"/>
                <a:gd name="connsiteX15" fmla="*/ 39344 w 47540"/>
                <a:gd name="connsiteY15" fmla="*/ 0 h 4918"/>
                <a:gd name="connsiteX16" fmla="*/ 36066 w 47540"/>
                <a:gd name="connsiteY16" fmla="*/ 0 h 4918"/>
                <a:gd name="connsiteX17" fmla="*/ 32787 w 47540"/>
                <a:gd name="connsiteY17" fmla="*/ 0 h 4918"/>
                <a:gd name="connsiteX18" fmla="*/ 27869 w 47540"/>
                <a:gd name="connsiteY18" fmla="*/ 1639 h 4918"/>
                <a:gd name="connsiteX19" fmla="*/ 24590 w 47540"/>
                <a:gd name="connsiteY19" fmla="*/ 1639 h 4918"/>
                <a:gd name="connsiteX20" fmla="*/ 19672 w 47540"/>
                <a:gd name="connsiteY20" fmla="*/ 1639 h 4918"/>
                <a:gd name="connsiteX21" fmla="*/ 16393 w 47540"/>
                <a:gd name="connsiteY21" fmla="*/ 1639 h 4918"/>
                <a:gd name="connsiteX22" fmla="*/ 11476 w 47540"/>
                <a:gd name="connsiteY22" fmla="*/ 3279 h 4918"/>
                <a:gd name="connsiteX23" fmla="*/ 8197 w 47540"/>
                <a:gd name="connsiteY23" fmla="*/ 3279 h 4918"/>
                <a:gd name="connsiteX24" fmla="*/ 4918 w 47540"/>
                <a:gd name="connsiteY2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540" h="4918">
                  <a:moveTo>
                    <a:pt x="0" y="4918"/>
                  </a:moveTo>
                  <a:lnTo>
                    <a:pt x="1639" y="4918"/>
                  </a:lnTo>
                  <a:lnTo>
                    <a:pt x="4918" y="4918"/>
                  </a:lnTo>
                  <a:lnTo>
                    <a:pt x="8197" y="4918"/>
                  </a:lnTo>
                  <a:lnTo>
                    <a:pt x="13114" y="3279"/>
                  </a:lnTo>
                  <a:lnTo>
                    <a:pt x="16393" y="3279"/>
                  </a:lnTo>
                  <a:lnTo>
                    <a:pt x="21311" y="3279"/>
                  </a:lnTo>
                  <a:lnTo>
                    <a:pt x="24590" y="3279"/>
                  </a:lnTo>
                  <a:lnTo>
                    <a:pt x="27869" y="3279"/>
                  </a:lnTo>
                  <a:lnTo>
                    <a:pt x="32787" y="1639"/>
                  </a:lnTo>
                  <a:lnTo>
                    <a:pt x="36066" y="1639"/>
                  </a:lnTo>
                  <a:lnTo>
                    <a:pt x="40983" y="1639"/>
                  </a:lnTo>
                  <a:lnTo>
                    <a:pt x="44262" y="1639"/>
                  </a:lnTo>
                  <a:lnTo>
                    <a:pt x="47541" y="0"/>
                  </a:lnTo>
                  <a:lnTo>
                    <a:pt x="44262" y="0"/>
                  </a:lnTo>
                  <a:lnTo>
                    <a:pt x="39344" y="0"/>
                  </a:lnTo>
                  <a:lnTo>
                    <a:pt x="36066" y="0"/>
                  </a:lnTo>
                  <a:lnTo>
                    <a:pt x="32787" y="0"/>
                  </a:lnTo>
                  <a:lnTo>
                    <a:pt x="27869" y="1639"/>
                  </a:lnTo>
                  <a:lnTo>
                    <a:pt x="24590" y="1639"/>
                  </a:lnTo>
                  <a:lnTo>
                    <a:pt x="19672" y="1639"/>
                  </a:lnTo>
                  <a:lnTo>
                    <a:pt x="16393" y="1639"/>
                  </a:lnTo>
                  <a:lnTo>
                    <a:pt x="11476" y="3279"/>
                  </a:lnTo>
                  <a:lnTo>
                    <a:pt x="8197" y="3279"/>
                  </a:lnTo>
                  <a:lnTo>
                    <a:pt x="4918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4" name="Freeform 4523">
              <a:extLst>
                <a:ext uri="{FF2B5EF4-FFF2-40B4-BE49-F238E27FC236}">
                  <a16:creationId xmlns:a16="http://schemas.microsoft.com/office/drawing/2014/main" id="{549168E6-53C7-A548-A664-54982CB0FE5B}"/>
                </a:ext>
              </a:extLst>
            </p:cNvPr>
            <p:cNvSpPr/>
            <p:nvPr/>
          </p:nvSpPr>
          <p:spPr>
            <a:xfrm>
              <a:off x="6302556" y="1124747"/>
              <a:ext cx="9836" cy="4918"/>
            </a:xfrm>
            <a:custGeom>
              <a:avLst/>
              <a:gdLst>
                <a:gd name="connsiteX0" fmla="*/ 4918 w 9836"/>
                <a:gd name="connsiteY0" fmla="*/ 0 h 4918"/>
                <a:gd name="connsiteX1" fmla="*/ 1639 w 9836"/>
                <a:gd name="connsiteY1" fmla="*/ 0 h 4918"/>
                <a:gd name="connsiteX2" fmla="*/ 0 w 9836"/>
                <a:gd name="connsiteY2" fmla="*/ 3279 h 4918"/>
                <a:gd name="connsiteX3" fmla="*/ 3278 w 9836"/>
                <a:gd name="connsiteY3" fmla="*/ 4918 h 4918"/>
                <a:gd name="connsiteX4" fmla="*/ 4918 w 9836"/>
                <a:gd name="connsiteY4" fmla="*/ 3279 h 4918"/>
                <a:gd name="connsiteX5" fmla="*/ 9836 w 9836"/>
                <a:gd name="connsiteY5" fmla="*/ 1639 h 4918"/>
                <a:gd name="connsiteX6" fmla="*/ 4918 w 9836"/>
                <a:gd name="connsiteY6" fmla="*/ 1639 h 4918"/>
                <a:gd name="connsiteX7" fmla="*/ 4918 w 9836"/>
                <a:gd name="connsiteY7" fmla="*/ 163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6" h="4918">
                  <a:moveTo>
                    <a:pt x="4918" y="0"/>
                  </a:moveTo>
                  <a:lnTo>
                    <a:pt x="1639" y="0"/>
                  </a:lnTo>
                  <a:lnTo>
                    <a:pt x="0" y="3279"/>
                  </a:lnTo>
                  <a:lnTo>
                    <a:pt x="3278" y="4918"/>
                  </a:lnTo>
                  <a:lnTo>
                    <a:pt x="4918" y="3279"/>
                  </a:lnTo>
                  <a:lnTo>
                    <a:pt x="9836" y="1639"/>
                  </a:lnTo>
                  <a:lnTo>
                    <a:pt x="4918" y="1639"/>
                  </a:lnTo>
                  <a:lnTo>
                    <a:pt x="4918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5" name="Freeform 4524">
              <a:extLst>
                <a:ext uri="{FF2B5EF4-FFF2-40B4-BE49-F238E27FC236}">
                  <a16:creationId xmlns:a16="http://schemas.microsoft.com/office/drawing/2014/main" id="{36840DAA-3E44-D148-BD5A-5DCEB0F66939}"/>
                </a:ext>
              </a:extLst>
            </p:cNvPr>
            <p:cNvSpPr/>
            <p:nvPr/>
          </p:nvSpPr>
          <p:spPr>
            <a:xfrm>
              <a:off x="6894357" y="3421457"/>
              <a:ext cx="19671" cy="13114"/>
            </a:xfrm>
            <a:custGeom>
              <a:avLst/>
              <a:gdLst>
                <a:gd name="connsiteX0" fmla="*/ 1639 w 19671"/>
                <a:gd name="connsiteY0" fmla="*/ 0 h 13114"/>
                <a:gd name="connsiteX1" fmla="*/ 3278 w 19671"/>
                <a:gd name="connsiteY1" fmla="*/ 1639 h 13114"/>
                <a:gd name="connsiteX2" fmla="*/ 1639 w 19671"/>
                <a:gd name="connsiteY2" fmla="*/ 3279 h 13114"/>
                <a:gd name="connsiteX3" fmla="*/ 3278 w 19671"/>
                <a:gd name="connsiteY3" fmla="*/ 6557 h 13114"/>
                <a:gd name="connsiteX4" fmla="*/ 3278 w 19671"/>
                <a:gd name="connsiteY4" fmla="*/ 9836 h 13114"/>
                <a:gd name="connsiteX5" fmla="*/ 0 w 19671"/>
                <a:gd name="connsiteY5" fmla="*/ 8197 h 13114"/>
                <a:gd name="connsiteX6" fmla="*/ 3278 w 19671"/>
                <a:gd name="connsiteY6" fmla="*/ 11475 h 13114"/>
                <a:gd name="connsiteX7" fmla="*/ 3278 w 19671"/>
                <a:gd name="connsiteY7" fmla="*/ 13115 h 13114"/>
                <a:gd name="connsiteX8" fmla="*/ 8197 w 19671"/>
                <a:gd name="connsiteY8" fmla="*/ 11475 h 13114"/>
                <a:gd name="connsiteX9" fmla="*/ 11475 w 19671"/>
                <a:gd name="connsiteY9" fmla="*/ 13115 h 13114"/>
                <a:gd name="connsiteX10" fmla="*/ 14754 w 19671"/>
                <a:gd name="connsiteY10" fmla="*/ 13115 h 13114"/>
                <a:gd name="connsiteX11" fmla="*/ 19672 w 19671"/>
                <a:gd name="connsiteY11" fmla="*/ 13115 h 13114"/>
                <a:gd name="connsiteX12" fmla="*/ 16393 w 19671"/>
                <a:gd name="connsiteY12" fmla="*/ 9836 h 13114"/>
                <a:gd name="connsiteX13" fmla="*/ 11475 w 19671"/>
                <a:gd name="connsiteY13" fmla="*/ 11475 h 13114"/>
                <a:gd name="connsiteX14" fmla="*/ 8197 w 19671"/>
                <a:gd name="connsiteY14" fmla="*/ 9836 h 13114"/>
                <a:gd name="connsiteX15" fmla="*/ 8197 w 19671"/>
                <a:gd name="connsiteY15" fmla="*/ 4918 h 13114"/>
                <a:gd name="connsiteX16" fmla="*/ 6557 w 19671"/>
                <a:gd name="connsiteY16" fmla="*/ 1639 h 13114"/>
                <a:gd name="connsiteX17" fmla="*/ 1639 w 19671"/>
                <a:gd name="connsiteY17" fmla="*/ 0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671" h="13114">
                  <a:moveTo>
                    <a:pt x="1639" y="0"/>
                  </a:moveTo>
                  <a:lnTo>
                    <a:pt x="3278" y="1639"/>
                  </a:lnTo>
                  <a:lnTo>
                    <a:pt x="1639" y="3279"/>
                  </a:lnTo>
                  <a:lnTo>
                    <a:pt x="3278" y="6557"/>
                  </a:lnTo>
                  <a:lnTo>
                    <a:pt x="3278" y="9836"/>
                  </a:lnTo>
                  <a:lnTo>
                    <a:pt x="0" y="8197"/>
                  </a:lnTo>
                  <a:lnTo>
                    <a:pt x="3278" y="11475"/>
                  </a:lnTo>
                  <a:lnTo>
                    <a:pt x="3278" y="13115"/>
                  </a:lnTo>
                  <a:lnTo>
                    <a:pt x="8197" y="11475"/>
                  </a:lnTo>
                  <a:lnTo>
                    <a:pt x="11475" y="13115"/>
                  </a:lnTo>
                  <a:lnTo>
                    <a:pt x="14754" y="13115"/>
                  </a:lnTo>
                  <a:lnTo>
                    <a:pt x="19672" y="13115"/>
                  </a:lnTo>
                  <a:lnTo>
                    <a:pt x="16393" y="9836"/>
                  </a:lnTo>
                  <a:lnTo>
                    <a:pt x="11475" y="11475"/>
                  </a:lnTo>
                  <a:lnTo>
                    <a:pt x="8197" y="9836"/>
                  </a:lnTo>
                  <a:lnTo>
                    <a:pt x="8197" y="4918"/>
                  </a:lnTo>
                  <a:lnTo>
                    <a:pt x="6557" y="1639"/>
                  </a:lnTo>
                  <a:lnTo>
                    <a:pt x="163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6" name="Freeform 4525">
              <a:extLst>
                <a:ext uri="{FF2B5EF4-FFF2-40B4-BE49-F238E27FC236}">
                  <a16:creationId xmlns:a16="http://schemas.microsoft.com/office/drawing/2014/main" id="{8348C235-068F-604C-B941-0841A9D8EFC7}"/>
                </a:ext>
              </a:extLst>
            </p:cNvPr>
            <p:cNvSpPr/>
            <p:nvPr/>
          </p:nvSpPr>
          <p:spPr>
            <a:xfrm>
              <a:off x="6895996" y="3413261"/>
              <a:ext cx="4918" cy="1639"/>
            </a:xfrm>
            <a:custGeom>
              <a:avLst/>
              <a:gdLst>
                <a:gd name="connsiteX0" fmla="*/ 0 w 4918"/>
                <a:gd name="connsiteY0" fmla="*/ 1639 h 1639"/>
                <a:gd name="connsiteX1" fmla="*/ 4918 w 4918"/>
                <a:gd name="connsiteY1" fmla="*/ 0 h 1639"/>
                <a:gd name="connsiteX2" fmla="*/ 0 w 4918"/>
                <a:gd name="connsiteY2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8" h="1639">
                  <a:moveTo>
                    <a:pt x="0" y="1639"/>
                  </a:moveTo>
                  <a:lnTo>
                    <a:pt x="4918" y="0"/>
                  </a:lnTo>
                  <a:lnTo>
                    <a:pt x="0" y="16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7" name="Freeform 4526">
              <a:extLst>
                <a:ext uri="{FF2B5EF4-FFF2-40B4-BE49-F238E27FC236}">
                  <a16:creationId xmlns:a16="http://schemas.microsoft.com/office/drawing/2014/main" id="{11BC5F25-4CB0-9C4F-BBF8-1F188B48F6F8}"/>
                </a:ext>
              </a:extLst>
            </p:cNvPr>
            <p:cNvSpPr/>
            <p:nvPr/>
          </p:nvSpPr>
          <p:spPr>
            <a:xfrm>
              <a:off x="3577978" y="6850949"/>
              <a:ext cx="8196" cy="9836"/>
            </a:xfrm>
            <a:custGeom>
              <a:avLst/>
              <a:gdLst>
                <a:gd name="connsiteX0" fmla="*/ 0 w 8196"/>
                <a:gd name="connsiteY0" fmla="*/ 9836 h 9836"/>
                <a:gd name="connsiteX1" fmla="*/ 1639 w 8196"/>
                <a:gd name="connsiteY1" fmla="*/ 9836 h 9836"/>
                <a:gd name="connsiteX2" fmla="*/ 4918 w 8196"/>
                <a:gd name="connsiteY2" fmla="*/ 6557 h 9836"/>
                <a:gd name="connsiteX3" fmla="*/ 8197 w 8196"/>
                <a:gd name="connsiteY3" fmla="*/ 4918 h 9836"/>
                <a:gd name="connsiteX4" fmla="*/ 8197 w 8196"/>
                <a:gd name="connsiteY4" fmla="*/ 0 h 9836"/>
                <a:gd name="connsiteX5" fmla="*/ 3279 w 8196"/>
                <a:gd name="connsiteY5" fmla="*/ 1639 h 9836"/>
                <a:gd name="connsiteX6" fmla="*/ 1639 w 8196"/>
                <a:gd name="connsiteY6" fmla="*/ 4918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9836">
                  <a:moveTo>
                    <a:pt x="0" y="9836"/>
                  </a:moveTo>
                  <a:lnTo>
                    <a:pt x="1639" y="9836"/>
                  </a:lnTo>
                  <a:lnTo>
                    <a:pt x="4918" y="6557"/>
                  </a:lnTo>
                  <a:lnTo>
                    <a:pt x="8197" y="4918"/>
                  </a:lnTo>
                  <a:lnTo>
                    <a:pt x="8197" y="0"/>
                  </a:lnTo>
                  <a:lnTo>
                    <a:pt x="3279" y="1639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8" name="Freeform 4527">
              <a:extLst>
                <a:ext uri="{FF2B5EF4-FFF2-40B4-BE49-F238E27FC236}">
                  <a16:creationId xmlns:a16="http://schemas.microsoft.com/office/drawing/2014/main" id="{72079F08-E2E3-C940-8A26-158FCBD8C702}"/>
                </a:ext>
              </a:extLst>
            </p:cNvPr>
            <p:cNvSpPr/>
            <p:nvPr/>
          </p:nvSpPr>
          <p:spPr>
            <a:xfrm>
              <a:off x="3607486" y="6844392"/>
              <a:ext cx="8196" cy="4917"/>
            </a:xfrm>
            <a:custGeom>
              <a:avLst/>
              <a:gdLst>
                <a:gd name="connsiteX0" fmla="*/ 3279 w 8196"/>
                <a:gd name="connsiteY0" fmla="*/ 4918 h 4917"/>
                <a:gd name="connsiteX1" fmla="*/ 6557 w 8196"/>
                <a:gd name="connsiteY1" fmla="*/ 4918 h 4917"/>
                <a:gd name="connsiteX2" fmla="*/ 8197 w 8196"/>
                <a:gd name="connsiteY2" fmla="*/ 0 h 4917"/>
                <a:gd name="connsiteX3" fmla="*/ 4918 w 8196"/>
                <a:gd name="connsiteY3" fmla="*/ 0 h 4917"/>
                <a:gd name="connsiteX4" fmla="*/ 0 w 8196"/>
                <a:gd name="connsiteY4" fmla="*/ 3279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7">
                  <a:moveTo>
                    <a:pt x="3279" y="4918"/>
                  </a:moveTo>
                  <a:lnTo>
                    <a:pt x="6557" y="4918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9" name="Freeform 4528">
              <a:extLst>
                <a:ext uri="{FF2B5EF4-FFF2-40B4-BE49-F238E27FC236}">
                  <a16:creationId xmlns:a16="http://schemas.microsoft.com/office/drawing/2014/main" id="{C60CD69C-CB90-A640-987D-D4D9B44CC957}"/>
                </a:ext>
              </a:extLst>
            </p:cNvPr>
            <p:cNvSpPr/>
            <p:nvPr/>
          </p:nvSpPr>
          <p:spPr>
            <a:xfrm>
              <a:off x="3615683" y="6834556"/>
              <a:ext cx="36065" cy="13114"/>
            </a:xfrm>
            <a:custGeom>
              <a:avLst/>
              <a:gdLst>
                <a:gd name="connsiteX0" fmla="*/ 32787 w 36065"/>
                <a:gd name="connsiteY0" fmla="*/ 6557 h 13114"/>
                <a:gd name="connsiteX1" fmla="*/ 31148 w 36065"/>
                <a:gd name="connsiteY1" fmla="*/ 4918 h 13114"/>
                <a:gd name="connsiteX2" fmla="*/ 29508 w 36065"/>
                <a:gd name="connsiteY2" fmla="*/ 1639 h 13114"/>
                <a:gd name="connsiteX3" fmla="*/ 24590 w 36065"/>
                <a:gd name="connsiteY3" fmla="*/ 1639 h 13114"/>
                <a:gd name="connsiteX4" fmla="*/ 21311 w 36065"/>
                <a:gd name="connsiteY4" fmla="*/ 3279 h 13114"/>
                <a:gd name="connsiteX5" fmla="*/ 18033 w 36065"/>
                <a:gd name="connsiteY5" fmla="*/ 3279 h 13114"/>
                <a:gd name="connsiteX6" fmla="*/ 13115 w 36065"/>
                <a:gd name="connsiteY6" fmla="*/ 3279 h 13114"/>
                <a:gd name="connsiteX7" fmla="*/ 9836 w 36065"/>
                <a:gd name="connsiteY7" fmla="*/ 1639 h 13114"/>
                <a:gd name="connsiteX8" fmla="*/ 6557 w 36065"/>
                <a:gd name="connsiteY8" fmla="*/ 0 h 13114"/>
                <a:gd name="connsiteX9" fmla="*/ 6557 w 36065"/>
                <a:gd name="connsiteY9" fmla="*/ 3279 h 13114"/>
                <a:gd name="connsiteX10" fmla="*/ 3279 w 36065"/>
                <a:gd name="connsiteY10" fmla="*/ 6557 h 13114"/>
                <a:gd name="connsiteX11" fmla="*/ 0 w 36065"/>
                <a:gd name="connsiteY11" fmla="*/ 8197 h 13114"/>
                <a:gd name="connsiteX12" fmla="*/ 3279 w 36065"/>
                <a:gd name="connsiteY12" fmla="*/ 8197 h 13114"/>
                <a:gd name="connsiteX13" fmla="*/ 6557 w 36065"/>
                <a:gd name="connsiteY13" fmla="*/ 8197 h 13114"/>
                <a:gd name="connsiteX14" fmla="*/ 11475 w 36065"/>
                <a:gd name="connsiteY14" fmla="*/ 8197 h 13114"/>
                <a:gd name="connsiteX15" fmla="*/ 14754 w 36065"/>
                <a:gd name="connsiteY15" fmla="*/ 6557 h 13114"/>
                <a:gd name="connsiteX16" fmla="*/ 19672 w 36065"/>
                <a:gd name="connsiteY16" fmla="*/ 6557 h 13114"/>
                <a:gd name="connsiteX17" fmla="*/ 22951 w 36065"/>
                <a:gd name="connsiteY17" fmla="*/ 9836 h 13114"/>
                <a:gd name="connsiteX18" fmla="*/ 27869 w 36065"/>
                <a:gd name="connsiteY18" fmla="*/ 13115 h 13114"/>
                <a:gd name="connsiteX19" fmla="*/ 31148 w 36065"/>
                <a:gd name="connsiteY19" fmla="*/ 11476 h 13114"/>
                <a:gd name="connsiteX20" fmla="*/ 34426 w 36065"/>
                <a:gd name="connsiteY20" fmla="*/ 9836 h 13114"/>
                <a:gd name="connsiteX21" fmla="*/ 36065 w 36065"/>
                <a:gd name="connsiteY21" fmla="*/ 6557 h 1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6065" h="13114">
                  <a:moveTo>
                    <a:pt x="32787" y="6557"/>
                  </a:moveTo>
                  <a:lnTo>
                    <a:pt x="31148" y="4918"/>
                  </a:lnTo>
                  <a:lnTo>
                    <a:pt x="29508" y="1639"/>
                  </a:lnTo>
                  <a:lnTo>
                    <a:pt x="24590" y="1639"/>
                  </a:lnTo>
                  <a:lnTo>
                    <a:pt x="21311" y="3279"/>
                  </a:lnTo>
                  <a:lnTo>
                    <a:pt x="18033" y="3279"/>
                  </a:lnTo>
                  <a:lnTo>
                    <a:pt x="13115" y="3279"/>
                  </a:lnTo>
                  <a:lnTo>
                    <a:pt x="9836" y="1639"/>
                  </a:lnTo>
                  <a:lnTo>
                    <a:pt x="6557" y="0"/>
                  </a:lnTo>
                  <a:lnTo>
                    <a:pt x="6557" y="3279"/>
                  </a:lnTo>
                  <a:lnTo>
                    <a:pt x="3279" y="6557"/>
                  </a:lnTo>
                  <a:lnTo>
                    <a:pt x="0" y="8197"/>
                  </a:lnTo>
                  <a:lnTo>
                    <a:pt x="3279" y="8197"/>
                  </a:lnTo>
                  <a:lnTo>
                    <a:pt x="6557" y="8197"/>
                  </a:lnTo>
                  <a:lnTo>
                    <a:pt x="11475" y="8197"/>
                  </a:lnTo>
                  <a:lnTo>
                    <a:pt x="14754" y="6557"/>
                  </a:lnTo>
                  <a:lnTo>
                    <a:pt x="19672" y="6557"/>
                  </a:lnTo>
                  <a:lnTo>
                    <a:pt x="22951" y="9836"/>
                  </a:lnTo>
                  <a:lnTo>
                    <a:pt x="27869" y="13115"/>
                  </a:lnTo>
                  <a:lnTo>
                    <a:pt x="31148" y="11476"/>
                  </a:lnTo>
                  <a:lnTo>
                    <a:pt x="34426" y="9836"/>
                  </a:lnTo>
                  <a:lnTo>
                    <a:pt x="36065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30" name="Freeform 4529">
              <a:extLst>
                <a:ext uri="{FF2B5EF4-FFF2-40B4-BE49-F238E27FC236}">
                  <a16:creationId xmlns:a16="http://schemas.microsoft.com/office/drawing/2014/main" id="{92DE0FBB-1AC7-454A-A5FD-920FDCF5F0FF}"/>
                </a:ext>
              </a:extLst>
            </p:cNvPr>
            <p:cNvSpPr/>
            <p:nvPr/>
          </p:nvSpPr>
          <p:spPr>
            <a:xfrm>
              <a:off x="3633716" y="6850949"/>
              <a:ext cx="8196" cy="6557"/>
            </a:xfrm>
            <a:custGeom>
              <a:avLst/>
              <a:gdLst>
                <a:gd name="connsiteX0" fmla="*/ 6557 w 8196"/>
                <a:gd name="connsiteY0" fmla="*/ 6557 h 6557"/>
                <a:gd name="connsiteX1" fmla="*/ 6557 w 8196"/>
                <a:gd name="connsiteY1" fmla="*/ 4918 h 6557"/>
                <a:gd name="connsiteX2" fmla="*/ 3279 w 8196"/>
                <a:gd name="connsiteY2" fmla="*/ 1639 h 6557"/>
                <a:gd name="connsiteX3" fmla="*/ 8197 w 8196"/>
                <a:gd name="connsiteY3" fmla="*/ 1639 h 6557"/>
                <a:gd name="connsiteX4" fmla="*/ 3279 w 8196"/>
                <a:gd name="connsiteY4" fmla="*/ 0 h 6557"/>
                <a:gd name="connsiteX5" fmla="*/ 0 w 8196"/>
                <a:gd name="connsiteY5" fmla="*/ 1639 h 6557"/>
                <a:gd name="connsiteX6" fmla="*/ 1639 w 8196"/>
                <a:gd name="connsiteY6" fmla="*/ 4918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96" h="6557">
                  <a:moveTo>
                    <a:pt x="6557" y="6557"/>
                  </a:moveTo>
                  <a:lnTo>
                    <a:pt x="6557" y="4918"/>
                  </a:lnTo>
                  <a:lnTo>
                    <a:pt x="3279" y="1639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1639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31" name="Freeform 4530">
              <a:extLst>
                <a:ext uri="{FF2B5EF4-FFF2-40B4-BE49-F238E27FC236}">
                  <a16:creationId xmlns:a16="http://schemas.microsoft.com/office/drawing/2014/main" id="{8207D3A5-73FB-C54C-9BDF-E67EDE961171}"/>
                </a:ext>
              </a:extLst>
            </p:cNvPr>
            <p:cNvSpPr/>
            <p:nvPr/>
          </p:nvSpPr>
          <p:spPr>
            <a:xfrm>
              <a:off x="3650109" y="6834556"/>
              <a:ext cx="8196" cy="4918"/>
            </a:xfrm>
            <a:custGeom>
              <a:avLst/>
              <a:gdLst>
                <a:gd name="connsiteX0" fmla="*/ 6557 w 8196"/>
                <a:gd name="connsiteY0" fmla="*/ 4918 h 4918"/>
                <a:gd name="connsiteX1" fmla="*/ 8197 w 8196"/>
                <a:gd name="connsiteY1" fmla="*/ 1639 h 4918"/>
                <a:gd name="connsiteX2" fmla="*/ 3279 w 8196"/>
                <a:gd name="connsiteY2" fmla="*/ 0 h 4918"/>
                <a:gd name="connsiteX3" fmla="*/ 0 w 8196"/>
                <a:gd name="connsiteY3" fmla="*/ 3279 h 4918"/>
                <a:gd name="connsiteX4" fmla="*/ 3279 w 8196"/>
                <a:gd name="connsiteY4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4918">
                  <a:moveTo>
                    <a:pt x="6557" y="4918"/>
                  </a:moveTo>
                  <a:lnTo>
                    <a:pt x="8197" y="1639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32" name="Freeform 4531">
              <a:extLst>
                <a:ext uri="{FF2B5EF4-FFF2-40B4-BE49-F238E27FC236}">
                  <a16:creationId xmlns:a16="http://schemas.microsoft.com/office/drawing/2014/main" id="{68080AC9-3A27-2B49-B80C-884E6BA175BC}"/>
                </a:ext>
              </a:extLst>
            </p:cNvPr>
            <p:cNvSpPr/>
            <p:nvPr/>
          </p:nvSpPr>
          <p:spPr>
            <a:xfrm>
              <a:off x="3653388" y="6829638"/>
              <a:ext cx="11475" cy="4917"/>
            </a:xfrm>
            <a:custGeom>
              <a:avLst/>
              <a:gdLst>
                <a:gd name="connsiteX0" fmla="*/ 8197 w 11475"/>
                <a:gd name="connsiteY0" fmla="*/ 4918 h 4917"/>
                <a:gd name="connsiteX1" fmla="*/ 11475 w 11475"/>
                <a:gd name="connsiteY1" fmla="*/ 3278 h 4917"/>
                <a:gd name="connsiteX2" fmla="*/ 8197 w 11475"/>
                <a:gd name="connsiteY2" fmla="*/ 1639 h 4917"/>
                <a:gd name="connsiteX3" fmla="*/ 3279 w 11475"/>
                <a:gd name="connsiteY3" fmla="*/ 0 h 4917"/>
                <a:gd name="connsiteX4" fmla="*/ 0 w 11475"/>
                <a:gd name="connsiteY4" fmla="*/ 1639 h 4917"/>
                <a:gd name="connsiteX5" fmla="*/ 4918 w 11475"/>
                <a:gd name="connsiteY5" fmla="*/ 3278 h 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75" h="4917">
                  <a:moveTo>
                    <a:pt x="8197" y="4918"/>
                  </a:moveTo>
                  <a:lnTo>
                    <a:pt x="11475" y="3278"/>
                  </a:lnTo>
                  <a:lnTo>
                    <a:pt x="8197" y="1639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4918" y="327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33" name="Freeform 4532">
              <a:extLst>
                <a:ext uri="{FF2B5EF4-FFF2-40B4-BE49-F238E27FC236}">
                  <a16:creationId xmlns:a16="http://schemas.microsoft.com/office/drawing/2014/main" id="{DBEE4582-5FF9-0C4A-B56E-7307BF078484}"/>
                </a:ext>
              </a:extLst>
            </p:cNvPr>
            <p:cNvSpPr/>
            <p:nvPr/>
          </p:nvSpPr>
          <p:spPr>
            <a:xfrm>
              <a:off x="3666503" y="6826359"/>
              <a:ext cx="11475" cy="4918"/>
            </a:xfrm>
            <a:custGeom>
              <a:avLst/>
              <a:gdLst>
                <a:gd name="connsiteX0" fmla="*/ 6557 w 11475"/>
                <a:gd name="connsiteY0" fmla="*/ 4918 h 4918"/>
                <a:gd name="connsiteX1" fmla="*/ 6557 w 11475"/>
                <a:gd name="connsiteY1" fmla="*/ 3279 h 4918"/>
                <a:gd name="connsiteX2" fmla="*/ 11475 w 11475"/>
                <a:gd name="connsiteY2" fmla="*/ 1639 h 4918"/>
                <a:gd name="connsiteX3" fmla="*/ 6557 w 11475"/>
                <a:gd name="connsiteY3" fmla="*/ 0 h 4918"/>
                <a:gd name="connsiteX4" fmla="*/ 3279 w 11475"/>
                <a:gd name="connsiteY4" fmla="*/ 0 h 4918"/>
                <a:gd name="connsiteX5" fmla="*/ 0 w 11475"/>
                <a:gd name="connsiteY5" fmla="*/ 1639 h 4918"/>
                <a:gd name="connsiteX6" fmla="*/ 3279 w 11475"/>
                <a:gd name="connsiteY6" fmla="*/ 3279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75" h="4918">
                  <a:moveTo>
                    <a:pt x="6557" y="4918"/>
                  </a:moveTo>
                  <a:lnTo>
                    <a:pt x="6557" y="3279"/>
                  </a:lnTo>
                  <a:lnTo>
                    <a:pt x="11475" y="1639"/>
                  </a:lnTo>
                  <a:lnTo>
                    <a:pt x="6557" y="0"/>
                  </a:lnTo>
                  <a:lnTo>
                    <a:pt x="3279" y="0"/>
                  </a:lnTo>
                  <a:lnTo>
                    <a:pt x="0" y="163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34" name="Freeform 4533">
              <a:extLst>
                <a:ext uri="{FF2B5EF4-FFF2-40B4-BE49-F238E27FC236}">
                  <a16:creationId xmlns:a16="http://schemas.microsoft.com/office/drawing/2014/main" id="{D4BFD729-A8A9-C642-B9DB-A44F4900548D}"/>
                </a:ext>
              </a:extLst>
            </p:cNvPr>
            <p:cNvSpPr/>
            <p:nvPr/>
          </p:nvSpPr>
          <p:spPr>
            <a:xfrm>
              <a:off x="3673060" y="6811605"/>
              <a:ext cx="32786" cy="14753"/>
            </a:xfrm>
            <a:custGeom>
              <a:avLst/>
              <a:gdLst>
                <a:gd name="connsiteX0" fmla="*/ 11475 w 32786"/>
                <a:gd name="connsiteY0" fmla="*/ 14754 h 14753"/>
                <a:gd name="connsiteX1" fmla="*/ 14754 w 32786"/>
                <a:gd name="connsiteY1" fmla="*/ 13114 h 14753"/>
                <a:gd name="connsiteX2" fmla="*/ 11475 w 32786"/>
                <a:gd name="connsiteY2" fmla="*/ 9836 h 14753"/>
                <a:gd name="connsiteX3" fmla="*/ 14754 w 32786"/>
                <a:gd name="connsiteY3" fmla="*/ 8197 h 14753"/>
                <a:gd name="connsiteX4" fmla="*/ 16393 w 32786"/>
                <a:gd name="connsiteY4" fmla="*/ 11476 h 14753"/>
                <a:gd name="connsiteX5" fmla="*/ 21311 w 32786"/>
                <a:gd name="connsiteY5" fmla="*/ 11476 h 14753"/>
                <a:gd name="connsiteX6" fmla="*/ 22951 w 32786"/>
                <a:gd name="connsiteY6" fmla="*/ 8197 h 14753"/>
                <a:gd name="connsiteX7" fmla="*/ 26229 w 32786"/>
                <a:gd name="connsiteY7" fmla="*/ 8197 h 14753"/>
                <a:gd name="connsiteX8" fmla="*/ 29508 w 32786"/>
                <a:gd name="connsiteY8" fmla="*/ 6557 h 14753"/>
                <a:gd name="connsiteX9" fmla="*/ 32787 w 32786"/>
                <a:gd name="connsiteY9" fmla="*/ 4918 h 14753"/>
                <a:gd name="connsiteX10" fmla="*/ 31148 w 32786"/>
                <a:gd name="connsiteY10" fmla="*/ 0 h 14753"/>
                <a:gd name="connsiteX11" fmla="*/ 26229 w 32786"/>
                <a:gd name="connsiteY11" fmla="*/ 3279 h 14753"/>
                <a:gd name="connsiteX12" fmla="*/ 22951 w 32786"/>
                <a:gd name="connsiteY12" fmla="*/ 1639 h 14753"/>
                <a:gd name="connsiteX13" fmla="*/ 19672 w 32786"/>
                <a:gd name="connsiteY13" fmla="*/ 1639 h 14753"/>
                <a:gd name="connsiteX14" fmla="*/ 16393 w 32786"/>
                <a:gd name="connsiteY14" fmla="*/ 3279 h 14753"/>
                <a:gd name="connsiteX15" fmla="*/ 11475 w 32786"/>
                <a:gd name="connsiteY15" fmla="*/ 3279 h 14753"/>
                <a:gd name="connsiteX16" fmla="*/ 6557 w 32786"/>
                <a:gd name="connsiteY16" fmla="*/ 3279 h 14753"/>
                <a:gd name="connsiteX17" fmla="*/ 3279 w 32786"/>
                <a:gd name="connsiteY17" fmla="*/ 6557 h 14753"/>
                <a:gd name="connsiteX18" fmla="*/ 0 w 32786"/>
                <a:gd name="connsiteY18" fmla="*/ 9836 h 14753"/>
                <a:gd name="connsiteX19" fmla="*/ 0 w 32786"/>
                <a:gd name="connsiteY19" fmla="*/ 14754 h 14753"/>
                <a:gd name="connsiteX20" fmla="*/ 3279 w 32786"/>
                <a:gd name="connsiteY20" fmla="*/ 14754 h 14753"/>
                <a:gd name="connsiteX21" fmla="*/ 6557 w 32786"/>
                <a:gd name="connsiteY21" fmla="*/ 14754 h 1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786" h="14753">
                  <a:moveTo>
                    <a:pt x="11475" y="14754"/>
                  </a:moveTo>
                  <a:lnTo>
                    <a:pt x="14754" y="13114"/>
                  </a:lnTo>
                  <a:lnTo>
                    <a:pt x="11475" y="9836"/>
                  </a:lnTo>
                  <a:lnTo>
                    <a:pt x="14754" y="8197"/>
                  </a:lnTo>
                  <a:lnTo>
                    <a:pt x="16393" y="11476"/>
                  </a:lnTo>
                  <a:lnTo>
                    <a:pt x="21311" y="11476"/>
                  </a:lnTo>
                  <a:lnTo>
                    <a:pt x="22951" y="8197"/>
                  </a:lnTo>
                  <a:lnTo>
                    <a:pt x="26229" y="8197"/>
                  </a:lnTo>
                  <a:lnTo>
                    <a:pt x="29508" y="6557"/>
                  </a:lnTo>
                  <a:lnTo>
                    <a:pt x="32787" y="4918"/>
                  </a:lnTo>
                  <a:lnTo>
                    <a:pt x="31148" y="0"/>
                  </a:lnTo>
                  <a:lnTo>
                    <a:pt x="26229" y="3279"/>
                  </a:lnTo>
                  <a:lnTo>
                    <a:pt x="22951" y="1639"/>
                  </a:lnTo>
                  <a:lnTo>
                    <a:pt x="19672" y="1639"/>
                  </a:lnTo>
                  <a:lnTo>
                    <a:pt x="16393" y="3279"/>
                  </a:lnTo>
                  <a:lnTo>
                    <a:pt x="11475" y="3279"/>
                  </a:lnTo>
                  <a:lnTo>
                    <a:pt x="6557" y="3279"/>
                  </a:lnTo>
                  <a:lnTo>
                    <a:pt x="3279" y="6557"/>
                  </a:lnTo>
                  <a:lnTo>
                    <a:pt x="0" y="9836"/>
                  </a:lnTo>
                  <a:lnTo>
                    <a:pt x="0" y="14754"/>
                  </a:lnTo>
                  <a:lnTo>
                    <a:pt x="3279" y="14754"/>
                  </a:lnTo>
                  <a:lnTo>
                    <a:pt x="6557" y="147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35" name="Freeform 4534">
              <a:extLst>
                <a:ext uri="{FF2B5EF4-FFF2-40B4-BE49-F238E27FC236}">
                  <a16:creationId xmlns:a16="http://schemas.microsoft.com/office/drawing/2014/main" id="{AC40921D-944F-A141-89C0-24241D0E3E88}"/>
                </a:ext>
              </a:extLst>
            </p:cNvPr>
            <p:cNvSpPr/>
            <p:nvPr/>
          </p:nvSpPr>
          <p:spPr>
            <a:xfrm>
              <a:off x="3756666" y="6778819"/>
              <a:ext cx="22950" cy="9836"/>
            </a:xfrm>
            <a:custGeom>
              <a:avLst/>
              <a:gdLst>
                <a:gd name="connsiteX0" fmla="*/ 9836 w 22950"/>
                <a:gd name="connsiteY0" fmla="*/ 9836 h 9836"/>
                <a:gd name="connsiteX1" fmla="*/ 11475 w 22950"/>
                <a:gd name="connsiteY1" fmla="*/ 6557 h 9836"/>
                <a:gd name="connsiteX2" fmla="*/ 16393 w 22950"/>
                <a:gd name="connsiteY2" fmla="*/ 4918 h 9836"/>
                <a:gd name="connsiteX3" fmla="*/ 19672 w 22950"/>
                <a:gd name="connsiteY3" fmla="*/ 3279 h 9836"/>
                <a:gd name="connsiteX4" fmla="*/ 22951 w 22950"/>
                <a:gd name="connsiteY4" fmla="*/ 1639 h 9836"/>
                <a:gd name="connsiteX5" fmla="*/ 19672 w 22950"/>
                <a:gd name="connsiteY5" fmla="*/ 1639 h 9836"/>
                <a:gd name="connsiteX6" fmla="*/ 16393 w 22950"/>
                <a:gd name="connsiteY6" fmla="*/ 1639 h 9836"/>
                <a:gd name="connsiteX7" fmla="*/ 11475 w 22950"/>
                <a:gd name="connsiteY7" fmla="*/ 1639 h 9836"/>
                <a:gd name="connsiteX8" fmla="*/ 8197 w 22950"/>
                <a:gd name="connsiteY8" fmla="*/ 1639 h 9836"/>
                <a:gd name="connsiteX9" fmla="*/ 3279 w 22950"/>
                <a:gd name="connsiteY9" fmla="*/ 1639 h 9836"/>
                <a:gd name="connsiteX10" fmla="*/ 0 w 22950"/>
                <a:gd name="connsiteY10" fmla="*/ 0 h 9836"/>
                <a:gd name="connsiteX11" fmla="*/ 1639 w 22950"/>
                <a:gd name="connsiteY11" fmla="*/ 4918 h 9836"/>
                <a:gd name="connsiteX12" fmla="*/ 4918 w 22950"/>
                <a:gd name="connsiteY12" fmla="*/ 8197 h 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50" h="9836">
                  <a:moveTo>
                    <a:pt x="9836" y="9836"/>
                  </a:moveTo>
                  <a:lnTo>
                    <a:pt x="11475" y="6557"/>
                  </a:lnTo>
                  <a:lnTo>
                    <a:pt x="16393" y="4918"/>
                  </a:lnTo>
                  <a:lnTo>
                    <a:pt x="19672" y="3279"/>
                  </a:lnTo>
                  <a:lnTo>
                    <a:pt x="22951" y="1639"/>
                  </a:lnTo>
                  <a:lnTo>
                    <a:pt x="19672" y="1639"/>
                  </a:lnTo>
                  <a:lnTo>
                    <a:pt x="16393" y="1639"/>
                  </a:lnTo>
                  <a:lnTo>
                    <a:pt x="11475" y="1639"/>
                  </a:lnTo>
                  <a:lnTo>
                    <a:pt x="8197" y="1639"/>
                  </a:lnTo>
                  <a:lnTo>
                    <a:pt x="3279" y="1639"/>
                  </a:lnTo>
                  <a:lnTo>
                    <a:pt x="0" y="0"/>
                  </a:lnTo>
                  <a:lnTo>
                    <a:pt x="1639" y="4918"/>
                  </a:lnTo>
                  <a:lnTo>
                    <a:pt x="4918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36" name="Freeform 4535">
              <a:extLst>
                <a:ext uri="{FF2B5EF4-FFF2-40B4-BE49-F238E27FC236}">
                  <a16:creationId xmlns:a16="http://schemas.microsoft.com/office/drawing/2014/main" id="{86A46C39-F7F8-AB45-86E0-41DDAAF69958}"/>
                </a:ext>
              </a:extLst>
            </p:cNvPr>
            <p:cNvSpPr/>
            <p:nvPr/>
          </p:nvSpPr>
          <p:spPr>
            <a:xfrm>
              <a:off x="3759945" y="6855868"/>
              <a:ext cx="16393" cy="6557"/>
            </a:xfrm>
            <a:custGeom>
              <a:avLst/>
              <a:gdLst>
                <a:gd name="connsiteX0" fmla="*/ 11475 w 16393"/>
                <a:gd name="connsiteY0" fmla="*/ 6557 h 6557"/>
                <a:gd name="connsiteX1" fmla="*/ 13115 w 16393"/>
                <a:gd name="connsiteY1" fmla="*/ 6557 h 6557"/>
                <a:gd name="connsiteX2" fmla="*/ 16393 w 16393"/>
                <a:gd name="connsiteY2" fmla="*/ 4918 h 6557"/>
                <a:gd name="connsiteX3" fmla="*/ 16393 w 16393"/>
                <a:gd name="connsiteY3" fmla="*/ 1639 h 6557"/>
                <a:gd name="connsiteX4" fmla="*/ 11475 w 16393"/>
                <a:gd name="connsiteY4" fmla="*/ 0 h 6557"/>
                <a:gd name="connsiteX5" fmla="*/ 8197 w 16393"/>
                <a:gd name="connsiteY5" fmla="*/ 0 h 6557"/>
                <a:gd name="connsiteX6" fmla="*/ 4918 w 16393"/>
                <a:gd name="connsiteY6" fmla="*/ 0 h 6557"/>
                <a:gd name="connsiteX7" fmla="*/ 0 w 16393"/>
                <a:gd name="connsiteY7" fmla="*/ 3278 h 6557"/>
                <a:gd name="connsiteX8" fmla="*/ 4918 w 16393"/>
                <a:gd name="connsiteY8" fmla="*/ 4918 h 6557"/>
                <a:gd name="connsiteX9" fmla="*/ 8197 w 16393"/>
                <a:gd name="connsiteY9" fmla="*/ 6557 h 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393" h="6557">
                  <a:moveTo>
                    <a:pt x="11475" y="6557"/>
                  </a:moveTo>
                  <a:lnTo>
                    <a:pt x="13115" y="6557"/>
                  </a:lnTo>
                  <a:lnTo>
                    <a:pt x="16393" y="4918"/>
                  </a:lnTo>
                  <a:lnTo>
                    <a:pt x="16393" y="1639"/>
                  </a:lnTo>
                  <a:lnTo>
                    <a:pt x="11475" y="0"/>
                  </a:lnTo>
                  <a:lnTo>
                    <a:pt x="8197" y="0"/>
                  </a:lnTo>
                  <a:lnTo>
                    <a:pt x="4918" y="0"/>
                  </a:lnTo>
                  <a:lnTo>
                    <a:pt x="0" y="3278"/>
                  </a:lnTo>
                  <a:lnTo>
                    <a:pt x="4918" y="4918"/>
                  </a:lnTo>
                  <a:lnTo>
                    <a:pt x="8197" y="65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37" name="Freeform 4536">
              <a:extLst>
                <a:ext uri="{FF2B5EF4-FFF2-40B4-BE49-F238E27FC236}">
                  <a16:creationId xmlns:a16="http://schemas.microsoft.com/office/drawing/2014/main" id="{6BDD6886-AD46-7945-98E6-7F265C79BC11}"/>
                </a:ext>
              </a:extLst>
            </p:cNvPr>
            <p:cNvSpPr/>
            <p:nvPr/>
          </p:nvSpPr>
          <p:spPr>
            <a:xfrm>
              <a:off x="3797649" y="6783737"/>
              <a:ext cx="4918" cy="3278"/>
            </a:xfrm>
            <a:custGeom>
              <a:avLst/>
              <a:gdLst>
                <a:gd name="connsiteX0" fmla="*/ 4918 w 4918"/>
                <a:gd name="connsiteY0" fmla="*/ 3279 h 3278"/>
                <a:gd name="connsiteX1" fmla="*/ 4918 w 4918"/>
                <a:gd name="connsiteY1" fmla="*/ 3279 h 3278"/>
                <a:gd name="connsiteX2" fmla="*/ 3279 w 4918"/>
                <a:gd name="connsiteY2" fmla="*/ 0 h 3278"/>
                <a:gd name="connsiteX3" fmla="*/ 0 w 4918"/>
                <a:gd name="connsiteY3" fmla="*/ 0 h 3278"/>
                <a:gd name="connsiteX4" fmla="*/ 0 w 4918"/>
                <a:gd name="connsiteY4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" h="3278">
                  <a:moveTo>
                    <a:pt x="4918" y="3279"/>
                  </a:moveTo>
                  <a:lnTo>
                    <a:pt x="4918" y="3279"/>
                  </a:lnTo>
                  <a:lnTo>
                    <a:pt x="3279" y="0"/>
                  </a:lnTo>
                  <a:lnTo>
                    <a:pt x="0" y="0"/>
                  </a:lnTo>
                  <a:lnTo>
                    <a:pt x="0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38" name="Freeform 4537">
              <a:extLst>
                <a:ext uri="{FF2B5EF4-FFF2-40B4-BE49-F238E27FC236}">
                  <a16:creationId xmlns:a16="http://schemas.microsoft.com/office/drawing/2014/main" id="{21439964-71BD-6D4E-99B9-CC7BA7A04D2F}"/>
                </a:ext>
              </a:extLst>
            </p:cNvPr>
            <p:cNvSpPr/>
            <p:nvPr/>
          </p:nvSpPr>
          <p:spPr>
            <a:xfrm>
              <a:off x="10156637" y="6980457"/>
              <a:ext cx="6556" cy="8196"/>
            </a:xfrm>
            <a:custGeom>
              <a:avLst/>
              <a:gdLst>
                <a:gd name="connsiteX0" fmla="*/ 6557 w 6556"/>
                <a:gd name="connsiteY0" fmla="*/ 3279 h 8196"/>
                <a:gd name="connsiteX1" fmla="*/ 6557 w 6556"/>
                <a:gd name="connsiteY1" fmla="*/ 0 h 8196"/>
                <a:gd name="connsiteX2" fmla="*/ 3279 w 6556"/>
                <a:gd name="connsiteY2" fmla="*/ 1639 h 8196"/>
                <a:gd name="connsiteX3" fmla="*/ 0 w 6556"/>
                <a:gd name="connsiteY3" fmla="*/ 4918 h 8196"/>
                <a:gd name="connsiteX4" fmla="*/ 0 w 6556"/>
                <a:gd name="connsiteY4" fmla="*/ 8197 h 8196"/>
                <a:gd name="connsiteX5" fmla="*/ 3279 w 6556"/>
                <a:gd name="connsiteY5" fmla="*/ 8197 h 8196"/>
                <a:gd name="connsiteX6" fmla="*/ 4918 w 6556"/>
                <a:gd name="connsiteY6" fmla="*/ 4918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56" h="8196">
                  <a:moveTo>
                    <a:pt x="6557" y="3279"/>
                  </a:moveTo>
                  <a:lnTo>
                    <a:pt x="6557" y="0"/>
                  </a:lnTo>
                  <a:lnTo>
                    <a:pt x="3279" y="1639"/>
                  </a:lnTo>
                  <a:lnTo>
                    <a:pt x="0" y="4918"/>
                  </a:lnTo>
                  <a:lnTo>
                    <a:pt x="0" y="8197"/>
                  </a:lnTo>
                  <a:lnTo>
                    <a:pt x="3279" y="8197"/>
                  </a:lnTo>
                  <a:lnTo>
                    <a:pt x="4918" y="49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39" name="Freeform 4538">
              <a:extLst>
                <a:ext uri="{FF2B5EF4-FFF2-40B4-BE49-F238E27FC236}">
                  <a16:creationId xmlns:a16="http://schemas.microsoft.com/office/drawing/2014/main" id="{BE10A5A6-9042-FB4D-B318-056BF3571EC5}"/>
                </a:ext>
              </a:extLst>
            </p:cNvPr>
            <p:cNvSpPr/>
            <p:nvPr/>
          </p:nvSpPr>
          <p:spPr>
            <a:xfrm>
              <a:off x="10156637" y="6996850"/>
              <a:ext cx="6556" cy="3278"/>
            </a:xfrm>
            <a:custGeom>
              <a:avLst/>
              <a:gdLst>
                <a:gd name="connsiteX0" fmla="*/ 6557 w 6556"/>
                <a:gd name="connsiteY0" fmla="*/ 0 h 3278"/>
                <a:gd name="connsiteX1" fmla="*/ 3279 w 6556"/>
                <a:gd name="connsiteY1" fmla="*/ 0 h 3278"/>
                <a:gd name="connsiteX2" fmla="*/ 0 w 6556"/>
                <a:gd name="connsiteY2" fmla="*/ 3279 h 3278"/>
                <a:gd name="connsiteX3" fmla="*/ 3279 w 6556"/>
                <a:gd name="connsiteY3" fmla="*/ 3279 h 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6" h="3278">
                  <a:moveTo>
                    <a:pt x="6557" y="0"/>
                  </a:moveTo>
                  <a:lnTo>
                    <a:pt x="3279" y="0"/>
                  </a:lnTo>
                  <a:lnTo>
                    <a:pt x="0" y="3279"/>
                  </a:lnTo>
                  <a:lnTo>
                    <a:pt x="3279" y="327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40" name="Freeform 4539">
              <a:extLst>
                <a:ext uri="{FF2B5EF4-FFF2-40B4-BE49-F238E27FC236}">
                  <a16:creationId xmlns:a16="http://schemas.microsoft.com/office/drawing/2014/main" id="{E7F89EFC-5FD3-F349-857F-E2506BB5A5CF}"/>
                </a:ext>
              </a:extLst>
            </p:cNvPr>
            <p:cNvSpPr/>
            <p:nvPr/>
          </p:nvSpPr>
          <p:spPr>
            <a:xfrm>
              <a:off x="10163194" y="7023080"/>
              <a:ext cx="13115" cy="11475"/>
            </a:xfrm>
            <a:custGeom>
              <a:avLst/>
              <a:gdLst>
                <a:gd name="connsiteX0" fmla="*/ 9837 w 13115"/>
                <a:gd name="connsiteY0" fmla="*/ 4918 h 11475"/>
                <a:gd name="connsiteX1" fmla="*/ 13115 w 13115"/>
                <a:gd name="connsiteY1" fmla="*/ 1639 h 11475"/>
                <a:gd name="connsiteX2" fmla="*/ 8197 w 13115"/>
                <a:gd name="connsiteY2" fmla="*/ 0 h 11475"/>
                <a:gd name="connsiteX3" fmla="*/ 6558 w 13115"/>
                <a:gd name="connsiteY3" fmla="*/ 4918 h 11475"/>
                <a:gd name="connsiteX4" fmla="*/ 1640 w 13115"/>
                <a:gd name="connsiteY4" fmla="*/ 6557 h 11475"/>
                <a:gd name="connsiteX5" fmla="*/ 0 w 13115"/>
                <a:gd name="connsiteY5" fmla="*/ 11476 h 11475"/>
                <a:gd name="connsiteX6" fmla="*/ 3279 w 13115"/>
                <a:gd name="connsiteY6" fmla="*/ 9836 h 11475"/>
                <a:gd name="connsiteX7" fmla="*/ 6558 w 13115"/>
                <a:gd name="connsiteY7" fmla="*/ 8197 h 1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5" h="11475">
                  <a:moveTo>
                    <a:pt x="9837" y="4918"/>
                  </a:moveTo>
                  <a:lnTo>
                    <a:pt x="13115" y="1639"/>
                  </a:lnTo>
                  <a:lnTo>
                    <a:pt x="8197" y="0"/>
                  </a:lnTo>
                  <a:lnTo>
                    <a:pt x="6558" y="4918"/>
                  </a:lnTo>
                  <a:lnTo>
                    <a:pt x="1640" y="6557"/>
                  </a:lnTo>
                  <a:lnTo>
                    <a:pt x="0" y="11476"/>
                  </a:lnTo>
                  <a:lnTo>
                    <a:pt x="3279" y="9836"/>
                  </a:lnTo>
                  <a:lnTo>
                    <a:pt x="6558" y="819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41" name="Freeform 4540">
              <a:extLst>
                <a:ext uri="{FF2B5EF4-FFF2-40B4-BE49-F238E27FC236}">
                  <a16:creationId xmlns:a16="http://schemas.microsoft.com/office/drawing/2014/main" id="{13EA1CA2-5C62-234C-B278-22D527F3EB41}"/>
                </a:ext>
              </a:extLst>
            </p:cNvPr>
            <p:cNvSpPr/>
            <p:nvPr/>
          </p:nvSpPr>
          <p:spPr>
            <a:xfrm>
              <a:off x="-330200" y="-565409"/>
              <a:ext cx="16393" cy="16393"/>
            </a:xfrm>
            <a:custGeom>
              <a:avLst/>
              <a:gdLst/>
              <a:ahLst/>
              <a:cxnLst/>
              <a:rect l="l" t="t" r="r" b="b"/>
              <a:pathLst>
                <a:path w="16393" h="16393"/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42" name="Freeform 4541">
              <a:extLst>
                <a:ext uri="{FF2B5EF4-FFF2-40B4-BE49-F238E27FC236}">
                  <a16:creationId xmlns:a16="http://schemas.microsoft.com/office/drawing/2014/main" id="{9B498845-4913-0349-A6EE-6DD6760B51B0}"/>
                </a:ext>
              </a:extLst>
            </p:cNvPr>
            <p:cNvSpPr/>
            <p:nvPr/>
          </p:nvSpPr>
          <p:spPr>
            <a:xfrm>
              <a:off x="9222215" y="3826373"/>
              <a:ext cx="167212" cy="237703"/>
            </a:xfrm>
            <a:custGeom>
              <a:avLst/>
              <a:gdLst>
                <a:gd name="connsiteX0" fmla="*/ 167213 w 167212"/>
                <a:gd name="connsiteY0" fmla="*/ 224589 h 237703"/>
                <a:gd name="connsiteX1" fmla="*/ 165573 w 167212"/>
                <a:gd name="connsiteY1" fmla="*/ 221310 h 237703"/>
                <a:gd name="connsiteX2" fmla="*/ 163934 w 167212"/>
                <a:gd name="connsiteY2" fmla="*/ 216393 h 237703"/>
                <a:gd name="connsiteX3" fmla="*/ 160655 w 167212"/>
                <a:gd name="connsiteY3" fmla="*/ 213114 h 237703"/>
                <a:gd name="connsiteX4" fmla="*/ 160655 w 167212"/>
                <a:gd name="connsiteY4" fmla="*/ 208196 h 237703"/>
                <a:gd name="connsiteX5" fmla="*/ 159016 w 167212"/>
                <a:gd name="connsiteY5" fmla="*/ 204917 h 237703"/>
                <a:gd name="connsiteX6" fmla="*/ 155737 w 167212"/>
                <a:gd name="connsiteY6" fmla="*/ 199999 h 237703"/>
                <a:gd name="connsiteX7" fmla="*/ 155737 w 167212"/>
                <a:gd name="connsiteY7" fmla="*/ 196720 h 237703"/>
                <a:gd name="connsiteX8" fmla="*/ 154097 w 167212"/>
                <a:gd name="connsiteY8" fmla="*/ 193442 h 237703"/>
                <a:gd name="connsiteX9" fmla="*/ 150819 w 167212"/>
                <a:gd name="connsiteY9" fmla="*/ 188524 h 237703"/>
                <a:gd name="connsiteX10" fmla="*/ 149179 w 167212"/>
                <a:gd name="connsiteY10" fmla="*/ 185245 h 237703"/>
                <a:gd name="connsiteX11" fmla="*/ 147540 w 167212"/>
                <a:gd name="connsiteY11" fmla="*/ 180327 h 237703"/>
                <a:gd name="connsiteX12" fmla="*/ 144261 w 167212"/>
                <a:gd name="connsiteY12" fmla="*/ 178688 h 237703"/>
                <a:gd name="connsiteX13" fmla="*/ 140983 w 167212"/>
                <a:gd name="connsiteY13" fmla="*/ 178688 h 237703"/>
                <a:gd name="connsiteX14" fmla="*/ 139344 w 167212"/>
                <a:gd name="connsiteY14" fmla="*/ 175409 h 237703"/>
                <a:gd name="connsiteX15" fmla="*/ 136065 w 167212"/>
                <a:gd name="connsiteY15" fmla="*/ 172130 h 237703"/>
                <a:gd name="connsiteX16" fmla="*/ 134426 w 167212"/>
                <a:gd name="connsiteY16" fmla="*/ 167213 h 237703"/>
                <a:gd name="connsiteX17" fmla="*/ 134426 w 167212"/>
                <a:gd name="connsiteY17" fmla="*/ 163934 h 237703"/>
                <a:gd name="connsiteX18" fmla="*/ 134426 w 167212"/>
                <a:gd name="connsiteY18" fmla="*/ 160655 h 237703"/>
                <a:gd name="connsiteX19" fmla="*/ 134426 w 167212"/>
                <a:gd name="connsiteY19" fmla="*/ 155737 h 237703"/>
                <a:gd name="connsiteX20" fmla="*/ 134426 w 167212"/>
                <a:gd name="connsiteY20" fmla="*/ 152459 h 237703"/>
                <a:gd name="connsiteX21" fmla="*/ 132786 w 167212"/>
                <a:gd name="connsiteY21" fmla="*/ 149180 h 237703"/>
                <a:gd name="connsiteX22" fmla="*/ 132786 w 167212"/>
                <a:gd name="connsiteY22" fmla="*/ 145901 h 237703"/>
                <a:gd name="connsiteX23" fmla="*/ 134426 w 167212"/>
                <a:gd name="connsiteY23" fmla="*/ 140983 h 237703"/>
                <a:gd name="connsiteX24" fmla="*/ 132786 w 167212"/>
                <a:gd name="connsiteY24" fmla="*/ 139344 h 237703"/>
                <a:gd name="connsiteX25" fmla="*/ 129507 w 167212"/>
                <a:gd name="connsiteY25" fmla="*/ 134426 h 237703"/>
                <a:gd name="connsiteX26" fmla="*/ 129507 w 167212"/>
                <a:gd name="connsiteY26" fmla="*/ 131147 h 237703"/>
                <a:gd name="connsiteX27" fmla="*/ 131147 w 167212"/>
                <a:gd name="connsiteY27" fmla="*/ 127869 h 237703"/>
                <a:gd name="connsiteX28" fmla="*/ 131147 w 167212"/>
                <a:gd name="connsiteY28" fmla="*/ 122950 h 237703"/>
                <a:gd name="connsiteX29" fmla="*/ 131147 w 167212"/>
                <a:gd name="connsiteY29" fmla="*/ 119672 h 237703"/>
                <a:gd name="connsiteX30" fmla="*/ 131147 w 167212"/>
                <a:gd name="connsiteY30" fmla="*/ 116393 h 237703"/>
                <a:gd name="connsiteX31" fmla="*/ 132786 w 167212"/>
                <a:gd name="connsiteY31" fmla="*/ 111475 h 237703"/>
                <a:gd name="connsiteX32" fmla="*/ 132786 w 167212"/>
                <a:gd name="connsiteY32" fmla="*/ 108196 h 237703"/>
                <a:gd name="connsiteX33" fmla="*/ 134426 w 167212"/>
                <a:gd name="connsiteY33" fmla="*/ 104917 h 237703"/>
                <a:gd name="connsiteX34" fmla="*/ 132786 w 167212"/>
                <a:gd name="connsiteY34" fmla="*/ 101639 h 237703"/>
                <a:gd name="connsiteX35" fmla="*/ 132786 w 167212"/>
                <a:gd name="connsiteY35" fmla="*/ 96721 h 237703"/>
                <a:gd name="connsiteX36" fmla="*/ 132786 w 167212"/>
                <a:gd name="connsiteY36" fmla="*/ 93442 h 237703"/>
                <a:gd name="connsiteX37" fmla="*/ 131147 w 167212"/>
                <a:gd name="connsiteY37" fmla="*/ 90164 h 237703"/>
                <a:gd name="connsiteX38" fmla="*/ 131147 w 167212"/>
                <a:gd name="connsiteY38" fmla="*/ 85246 h 237703"/>
                <a:gd name="connsiteX39" fmla="*/ 129507 w 167212"/>
                <a:gd name="connsiteY39" fmla="*/ 81967 h 237703"/>
                <a:gd name="connsiteX40" fmla="*/ 127868 w 167212"/>
                <a:gd name="connsiteY40" fmla="*/ 78688 h 237703"/>
                <a:gd name="connsiteX41" fmla="*/ 126229 w 167212"/>
                <a:gd name="connsiteY41" fmla="*/ 75410 h 237703"/>
                <a:gd name="connsiteX42" fmla="*/ 124589 w 167212"/>
                <a:gd name="connsiteY42" fmla="*/ 70492 h 237703"/>
                <a:gd name="connsiteX43" fmla="*/ 122950 w 167212"/>
                <a:gd name="connsiteY43" fmla="*/ 67213 h 237703"/>
                <a:gd name="connsiteX44" fmla="*/ 121310 w 167212"/>
                <a:gd name="connsiteY44" fmla="*/ 63934 h 237703"/>
                <a:gd name="connsiteX45" fmla="*/ 118032 w 167212"/>
                <a:gd name="connsiteY45" fmla="*/ 59016 h 237703"/>
                <a:gd name="connsiteX46" fmla="*/ 116393 w 167212"/>
                <a:gd name="connsiteY46" fmla="*/ 55737 h 237703"/>
                <a:gd name="connsiteX47" fmla="*/ 111475 w 167212"/>
                <a:gd name="connsiteY47" fmla="*/ 52459 h 237703"/>
                <a:gd name="connsiteX48" fmla="*/ 108196 w 167212"/>
                <a:gd name="connsiteY48" fmla="*/ 50820 h 237703"/>
                <a:gd name="connsiteX49" fmla="*/ 104917 w 167212"/>
                <a:gd name="connsiteY49" fmla="*/ 47541 h 237703"/>
                <a:gd name="connsiteX50" fmla="*/ 101639 w 167212"/>
                <a:gd name="connsiteY50" fmla="*/ 44262 h 237703"/>
                <a:gd name="connsiteX51" fmla="*/ 98360 w 167212"/>
                <a:gd name="connsiteY51" fmla="*/ 40983 h 237703"/>
                <a:gd name="connsiteX52" fmla="*/ 95081 w 167212"/>
                <a:gd name="connsiteY52" fmla="*/ 37705 h 237703"/>
                <a:gd name="connsiteX53" fmla="*/ 91802 w 167212"/>
                <a:gd name="connsiteY53" fmla="*/ 34426 h 237703"/>
                <a:gd name="connsiteX54" fmla="*/ 90164 w 167212"/>
                <a:gd name="connsiteY54" fmla="*/ 31147 h 237703"/>
                <a:gd name="connsiteX55" fmla="*/ 88524 w 167212"/>
                <a:gd name="connsiteY55" fmla="*/ 26229 h 237703"/>
                <a:gd name="connsiteX56" fmla="*/ 85246 w 167212"/>
                <a:gd name="connsiteY56" fmla="*/ 22951 h 237703"/>
                <a:gd name="connsiteX57" fmla="*/ 81967 w 167212"/>
                <a:gd name="connsiteY57" fmla="*/ 21312 h 237703"/>
                <a:gd name="connsiteX58" fmla="*/ 80327 w 167212"/>
                <a:gd name="connsiteY58" fmla="*/ 22951 h 237703"/>
                <a:gd name="connsiteX59" fmla="*/ 77049 w 167212"/>
                <a:gd name="connsiteY59" fmla="*/ 21312 h 237703"/>
                <a:gd name="connsiteX60" fmla="*/ 77049 w 167212"/>
                <a:gd name="connsiteY60" fmla="*/ 21312 h 237703"/>
                <a:gd name="connsiteX61" fmla="*/ 75409 w 167212"/>
                <a:gd name="connsiteY61" fmla="*/ 22951 h 237703"/>
                <a:gd name="connsiteX62" fmla="*/ 77049 w 167212"/>
                <a:gd name="connsiteY62" fmla="*/ 26229 h 237703"/>
                <a:gd name="connsiteX63" fmla="*/ 72130 w 167212"/>
                <a:gd name="connsiteY63" fmla="*/ 29508 h 237703"/>
                <a:gd name="connsiteX64" fmla="*/ 72130 w 167212"/>
                <a:gd name="connsiteY64" fmla="*/ 31147 h 237703"/>
                <a:gd name="connsiteX65" fmla="*/ 70491 w 167212"/>
                <a:gd name="connsiteY65" fmla="*/ 34426 h 237703"/>
                <a:gd name="connsiteX66" fmla="*/ 70491 w 167212"/>
                <a:gd name="connsiteY66" fmla="*/ 39344 h 237703"/>
                <a:gd name="connsiteX67" fmla="*/ 70491 w 167212"/>
                <a:gd name="connsiteY67" fmla="*/ 39344 h 237703"/>
                <a:gd name="connsiteX68" fmla="*/ 65573 w 167212"/>
                <a:gd name="connsiteY68" fmla="*/ 42623 h 237703"/>
                <a:gd name="connsiteX69" fmla="*/ 62295 w 167212"/>
                <a:gd name="connsiteY69" fmla="*/ 40983 h 237703"/>
                <a:gd name="connsiteX70" fmla="*/ 60656 w 167212"/>
                <a:gd name="connsiteY70" fmla="*/ 39344 h 237703"/>
                <a:gd name="connsiteX71" fmla="*/ 57377 w 167212"/>
                <a:gd name="connsiteY71" fmla="*/ 36066 h 237703"/>
                <a:gd name="connsiteX72" fmla="*/ 54098 w 167212"/>
                <a:gd name="connsiteY72" fmla="*/ 36066 h 237703"/>
                <a:gd name="connsiteX73" fmla="*/ 52459 w 167212"/>
                <a:gd name="connsiteY73" fmla="*/ 37705 h 237703"/>
                <a:gd name="connsiteX74" fmla="*/ 49180 w 167212"/>
                <a:gd name="connsiteY74" fmla="*/ 39344 h 237703"/>
                <a:gd name="connsiteX75" fmla="*/ 45901 w 167212"/>
                <a:gd name="connsiteY75" fmla="*/ 42623 h 237703"/>
                <a:gd name="connsiteX76" fmla="*/ 44262 w 167212"/>
                <a:gd name="connsiteY76" fmla="*/ 45902 h 237703"/>
                <a:gd name="connsiteX77" fmla="*/ 39343 w 167212"/>
                <a:gd name="connsiteY77" fmla="*/ 45902 h 237703"/>
                <a:gd name="connsiteX78" fmla="*/ 36066 w 167212"/>
                <a:gd name="connsiteY78" fmla="*/ 42623 h 237703"/>
                <a:gd name="connsiteX79" fmla="*/ 34426 w 167212"/>
                <a:gd name="connsiteY79" fmla="*/ 40983 h 237703"/>
                <a:gd name="connsiteX80" fmla="*/ 34426 w 167212"/>
                <a:gd name="connsiteY80" fmla="*/ 39344 h 237703"/>
                <a:gd name="connsiteX81" fmla="*/ 36066 w 167212"/>
                <a:gd name="connsiteY81" fmla="*/ 36066 h 237703"/>
                <a:gd name="connsiteX82" fmla="*/ 39343 w 167212"/>
                <a:gd name="connsiteY82" fmla="*/ 31147 h 237703"/>
                <a:gd name="connsiteX83" fmla="*/ 39343 w 167212"/>
                <a:gd name="connsiteY83" fmla="*/ 27869 h 237703"/>
                <a:gd name="connsiteX84" fmla="*/ 37705 w 167212"/>
                <a:gd name="connsiteY84" fmla="*/ 24590 h 237703"/>
                <a:gd name="connsiteX85" fmla="*/ 36066 w 167212"/>
                <a:gd name="connsiteY85" fmla="*/ 19672 h 237703"/>
                <a:gd name="connsiteX86" fmla="*/ 32787 w 167212"/>
                <a:gd name="connsiteY86" fmla="*/ 21312 h 237703"/>
                <a:gd name="connsiteX87" fmla="*/ 27869 w 167212"/>
                <a:gd name="connsiteY87" fmla="*/ 18033 h 237703"/>
                <a:gd name="connsiteX88" fmla="*/ 27869 w 167212"/>
                <a:gd name="connsiteY88" fmla="*/ 18033 h 237703"/>
                <a:gd name="connsiteX89" fmla="*/ 27869 w 167212"/>
                <a:gd name="connsiteY89" fmla="*/ 14754 h 237703"/>
                <a:gd name="connsiteX90" fmla="*/ 26229 w 167212"/>
                <a:gd name="connsiteY90" fmla="*/ 11476 h 237703"/>
                <a:gd name="connsiteX91" fmla="*/ 22950 w 167212"/>
                <a:gd name="connsiteY91" fmla="*/ 9836 h 237703"/>
                <a:gd name="connsiteX92" fmla="*/ 22950 w 167212"/>
                <a:gd name="connsiteY92" fmla="*/ 9836 h 237703"/>
                <a:gd name="connsiteX93" fmla="*/ 18032 w 167212"/>
                <a:gd name="connsiteY93" fmla="*/ 11476 h 237703"/>
                <a:gd name="connsiteX94" fmla="*/ 14753 w 167212"/>
                <a:gd name="connsiteY94" fmla="*/ 8197 h 237703"/>
                <a:gd name="connsiteX95" fmla="*/ 11476 w 167212"/>
                <a:gd name="connsiteY95" fmla="*/ 8197 h 237703"/>
                <a:gd name="connsiteX96" fmla="*/ 9836 w 167212"/>
                <a:gd name="connsiteY96" fmla="*/ 6557 h 237703"/>
                <a:gd name="connsiteX97" fmla="*/ 8197 w 167212"/>
                <a:gd name="connsiteY97" fmla="*/ 6557 h 237703"/>
                <a:gd name="connsiteX98" fmla="*/ 8197 w 167212"/>
                <a:gd name="connsiteY98" fmla="*/ 1639 h 237703"/>
                <a:gd name="connsiteX99" fmla="*/ 6557 w 167212"/>
                <a:gd name="connsiteY99" fmla="*/ 0 h 237703"/>
                <a:gd name="connsiteX100" fmla="*/ 3279 w 167212"/>
                <a:gd name="connsiteY100" fmla="*/ 0 h 237703"/>
                <a:gd name="connsiteX101" fmla="*/ 1639 w 167212"/>
                <a:gd name="connsiteY101" fmla="*/ 1639 h 237703"/>
                <a:gd name="connsiteX102" fmla="*/ 1639 w 167212"/>
                <a:gd name="connsiteY102" fmla="*/ 4918 h 237703"/>
                <a:gd name="connsiteX103" fmla="*/ 1639 w 167212"/>
                <a:gd name="connsiteY103" fmla="*/ 8197 h 237703"/>
                <a:gd name="connsiteX104" fmla="*/ 0 w 167212"/>
                <a:gd name="connsiteY104" fmla="*/ 11476 h 237703"/>
                <a:gd name="connsiteX105" fmla="*/ 1639 w 167212"/>
                <a:gd name="connsiteY105" fmla="*/ 16393 h 237703"/>
                <a:gd name="connsiteX106" fmla="*/ 3279 w 167212"/>
                <a:gd name="connsiteY106" fmla="*/ 19672 h 237703"/>
                <a:gd name="connsiteX107" fmla="*/ 3279 w 167212"/>
                <a:gd name="connsiteY107" fmla="*/ 19672 h 237703"/>
                <a:gd name="connsiteX108" fmla="*/ 6557 w 167212"/>
                <a:gd name="connsiteY108" fmla="*/ 24590 h 237703"/>
                <a:gd name="connsiteX109" fmla="*/ 8197 w 167212"/>
                <a:gd name="connsiteY109" fmla="*/ 27869 h 237703"/>
                <a:gd name="connsiteX110" fmla="*/ 9836 w 167212"/>
                <a:gd name="connsiteY110" fmla="*/ 31147 h 237703"/>
                <a:gd name="connsiteX111" fmla="*/ 9836 w 167212"/>
                <a:gd name="connsiteY111" fmla="*/ 34426 h 237703"/>
                <a:gd name="connsiteX112" fmla="*/ 11476 w 167212"/>
                <a:gd name="connsiteY112" fmla="*/ 39344 h 237703"/>
                <a:gd name="connsiteX113" fmla="*/ 11476 w 167212"/>
                <a:gd name="connsiteY113" fmla="*/ 42623 h 237703"/>
                <a:gd name="connsiteX114" fmla="*/ 9836 w 167212"/>
                <a:gd name="connsiteY114" fmla="*/ 45902 h 237703"/>
                <a:gd name="connsiteX115" fmla="*/ 9836 w 167212"/>
                <a:gd name="connsiteY115" fmla="*/ 50820 h 237703"/>
                <a:gd name="connsiteX116" fmla="*/ 11476 w 167212"/>
                <a:gd name="connsiteY116" fmla="*/ 50820 h 237703"/>
                <a:gd name="connsiteX117" fmla="*/ 11476 w 167212"/>
                <a:gd name="connsiteY117" fmla="*/ 54098 h 237703"/>
                <a:gd name="connsiteX118" fmla="*/ 11476 w 167212"/>
                <a:gd name="connsiteY118" fmla="*/ 59016 h 237703"/>
                <a:gd name="connsiteX119" fmla="*/ 14753 w 167212"/>
                <a:gd name="connsiteY119" fmla="*/ 62295 h 237703"/>
                <a:gd name="connsiteX120" fmla="*/ 14753 w 167212"/>
                <a:gd name="connsiteY120" fmla="*/ 65573 h 237703"/>
                <a:gd name="connsiteX121" fmla="*/ 13114 w 167212"/>
                <a:gd name="connsiteY121" fmla="*/ 70492 h 237703"/>
                <a:gd name="connsiteX122" fmla="*/ 11476 w 167212"/>
                <a:gd name="connsiteY122" fmla="*/ 72131 h 237703"/>
                <a:gd name="connsiteX123" fmla="*/ 13114 w 167212"/>
                <a:gd name="connsiteY123" fmla="*/ 75410 h 237703"/>
                <a:gd name="connsiteX124" fmla="*/ 16393 w 167212"/>
                <a:gd name="connsiteY124" fmla="*/ 78688 h 237703"/>
                <a:gd name="connsiteX125" fmla="*/ 21311 w 167212"/>
                <a:gd name="connsiteY125" fmla="*/ 81967 h 237703"/>
                <a:gd name="connsiteX126" fmla="*/ 22950 w 167212"/>
                <a:gd name="connsiteY126" fmla="*/ 85246 h 237703"/>
                <a:gd name="connsiteX127" fmla="*/ 21311 w 167212"/>
                <a:gd name="connsiteY127" fmla="*/ 90164 h 237703"/>
                <a:gd name="connsiteX128" fmla="*/ 21311 w 167212"/>
                <a:gd name="connsiteY128" fmla="*/ 93442 h 237703"/>
                <a:gd name="connsiteX129" fmla="*/ 22950 w 167212"/>
                <a:gd name="connsiteY129" fmla="*/ 96721 h 237703"/>
                <a:gd name="connsiteX130" fmla="*/ 21311 w 167212"/>
                <a:gd name="connsiteY130" fmla="*/ 101639 h 237703"/>
                <a:gd name="connsiteX131" fmla="*/ 21311 w 167212"/>
                <a:gd name="connsiteY131" fmla="*/ 104917 h 237703"/>
                <a:gd name="connsiteX132" fmla="*/ 22950 w 167212"/>
                <a:gd name="connsiteY132" fmla="*/ 108196 h 237703"/>
                <a:gd name="connsiteX133" fmla="*/ 24590 w 167212"/>
                <a:gd name="connsiteY133" fmla="*/ 111475 h 237703"/>
                <a:gd name="connsiteX134" fmla="*/ 27869 w 167212"/>
                <a:gd name="connsiteY134" fmla="*/ 114754 h 237703"/>
                <a:gd name="connsiteX135" fmla="*/ 29508 w 167212"/>
                <a:gd name="connsiteY135" fmla="*/ 118032 h 237703"/>
                <a:gd name="connsiteX136" fmla="*/ 32787 w 167212"/>
                <a:gd name="connsiteY136" fmla="*/ 118032 h 237703"/>
                <a:gd name="connsiteX137" fmla="*/ 31147 w 167212"/>
                <a:gd name="connsiteY137" fmla="*/ 119672 h 237703"/>
                <a:gd name="connsiteX138" fmla="*/ 26229 w 167212"/>
                <a:gd name="connsiteY138" fmla="*/ 122950 h 237703"/>
                <a:gd name="connsiteX139" fmla="*/ 29508 w 167212"/>
                <a:gd name="connsiteY139" fmla="*/ 126229 h 237703"/>
                <a:gd name="connsiteX140" fmla="*/ 32787 w 167212"/>
                <a:gd name="connsiteY140" fmla="*/ 126229 h 237703"/>
                <a:gd name="connsiteX141" fmla="*/ 34426 w 167212"/>
                <a:gd name="connsiteY141" fmla="*/ 129508 h 237703"/>
                <a:gd name="connsiteX142" fmla="*/ 37705 w 167212"/>
                <a:gd name="connsiteY142" fmla="*/ 134426 h 237703"/>
                <a:gd name="connsiteX143" fmla="*/ 40983 w 167212"/>
                <a:gd name="connsiteY143" fmla="*/ 137704 h 237703"/>
                <a:gd name="connsiteX144" fmla="*/ 42622 w 167212"/>
                <a:gd name="connsiteY144" fmla="*/ 140983 h 237703"/>
                <a:gd name="connsiteX145" fmla="*/ 44262 w 167212"/>
                <a:gd name="connsiteY145" fmla="*/ 144262 h 237703"/>
                <a:gd name="connsiteX146" fmla="*/ 47540 w 167212"/>
                <a:gd name="connsiteY146" fmla="*/ 149180 h 237703"/>
                <a:gd name="connsiteX147" fmla="*/ 50819 w 167212"/>
                <a:gd name="connsiteY147" fmla="*/ 152459 h 237703"/>
                <a:gd name="connsiteX148" fmla="*/ 50819 w 167212"/>
                <a:gd name="connsiteY148" fmla="*/ 155737 h 237703"/>
                <a:gd name="connsiteX149" fmla="*/ 54098 w 167212"/>
                <a:gd name="connsiteY149" fmla="*/ 160655 h 237703"/>
                <a:gd name="connsiteX150" fmla="*/ 54098 w 167212"/>
                <a:gd name="connsiteY150" fmla="*/ 163934 h 237703"/>
                <a:gd name="connsiteX151" fmla="*/ 50819 w 167212"/>
                <a:gd name="connsiteY151" fmla="*/ 167213 h 237703"/>
                <a:gd name="connsiteX152" fmla="*/ 54098 w 167212"/>
                <a:gd name="connsiteY152" fmla="*/ 170491 h 237703"/>
                <a:gd name="connsiteX153" fmla="*/ 57377 w 167212"/>
                <a:gd name="connsiteY153" fmla="*/ 173770 h 237703"/>
                <a:gd name="connsiteX154" fmla="*/ 59016 w 167212"/>
                <a:gd name="connsiteY154" fmla="*/ 177049 h 237703"/>
                <a:gd name="connsiteX155" fmla="*/ 63934 w 167212"/>
                <a:gd name="connsiteY155" fmla="*/ 180327 h 237703"/>
                <a:gd name="connsiteX156" fmla="*/ 67212 w 167212"/>
                <a:gd name="connsiteY156" fmla="*/ 181966 h 237703"/>
                <a:gd name="connsiteX157" fmla="*/ 67212 w 167212"/>
                <a:gd name="connsiteY157" fmla="*/ 181966 h 237703"/>
                <a:gd name="connsiteX158" fmla="*/ 70491 w 167212"/>
                <a:gd name="connsiteY158" fmla="*/ 181966 h 237703"/>
                <a:gd name="connsiteX159" fmla="*/ 72130 w 167212"/>
                <a:gd name="connsiteY159" fmla="*/ 185245 h 237703"/>
                <a:gd name="connsiteX160" fmla="*/ 73770 w 167212"/>
                <a:gd name="connsiteY160" fmla="*/ 190163 h 237703"/>
                <a:gd name="connsiteX161" fmla="*/ 78688 w 167212"/>
                <a:gd name="connsiteY161" fmla="*/ 190163 h 237703"/>
                <a:gd name="connsiteX162" fmla="*/ 81967 w 167212"/>
                <a:gd name="connsiteY162" fmla="*/ 195081 h 237703"/>
                <a:gd name="connsiteX163" fmla="*/ 85246 w 167212"/>
                <a:gd name="connsiteY163" fmla="*/ 198360 h 237703"/>
                <a:gd name="connsiteX164" fmla="*/ 90164 w 167212"/>
                <a:gd name="connsiteY164" fmla="*/ 199999 h 237703"/>
                <a:gd name="connsiteX165" fmla="*/ 93442 w 167212"/>
                <a:gd name="connsiteY165" fmla="*/ 201639 h 237703"/>
                <a:gd name="connsiteX166" fmla="*/ 98360 w 167212"/>
                <a:gd name="connsiteY166" fmla="*/ 203278 h 237703"/>
                <a:gd name="connsiteX167" fmla="*/ 98360 w 167212"/>
                <a:gd name="connsiteY167" fmla="*/ 203278 h 237703"/>
                <a:gd name="connsiteX168" fmla="*/ 99999 w 167212"/>
                <a:gd name="connsiteY168" fmla="*/ 206557 h 237703"/>
                <a:gd name="connsiteX169" fmla="*/ 103278 w 167212"/>
                <a:gd name="connsiteY169" fmla="*/ 209835 h 237703"/>
                <a:gd name="connsiteX170" fmla="*/ 106557 w 167212"/>
                <a:gd name="connsiteY170" fmla="*/ 213114 h 237703"/>
                <a:gd name="connsiteX171" fmla="*/ 109836 w 167212"/>
                <a:gd name="connsiteY171" fmla="*/ 214753 h 237703"/>
                <a:gd name="connsiteX172" fmla="*/ 113114 w 167212"/>
                <a:gd name="connsiteY172" fmla="*/ 216393 h 237703"/>
                <a:gd name="connsiteX173" fmla="*/ 118032 w 167212"/>
                <a:gd name="connsiteY173" fmla="*/ 219671 h 237703"/>
                <a:gd name="connsiteX174" fmla="*/ 121310 w 167212"/>
                <a:gd name="connsiteY174" fmla="*/ 221310 h 237703"/>
                <a:gd name="connsiteX175" fmla="*/ 124589 w 167212"/>
                <a:gd name="connsiteY175" fmla="*/ 224589 h 237703"/>
                <a:gd name="connsiteX176" fmla="*/ 126229 w 167212"/>
                <a:gd name="connsiteY176" fmla="*/ 224589 h 237703"/>
                <a:gd name="connsiteX177" fmla="*/ 129507 w 167212"/>
                <a:gd name="connsiteY177" fmla="*/ 226229 h 237703"/>
                <a:gd name="connsiteX178" fmla="*/ 132786 w 167212"/>
                <a:gd name="connsiteY178" fmla="*/ 229507 h 237703"/>
                <a:gd name="connsiteX179" fmla="*/ 134426 w 167212"/>
                <a:gd name="connsiteY179" fmla="*/ 232786 h 237703"/>
                <a:gd name="connsiteX180" fmla="*/ 136065 w 167212"/>
                <a:gd name="connsiteY180" fmla="*/ 237704 h 237703"/>
                <a:gd name="connsiteX181" fmla="*/ 139344 w 167212"/>
                <a:gd name="connsiteY181" fmla="*/ 236064 h 237703"/>
                <a:gd name="connsiteX182" fmla="*/ 144261 w 167212"/>
                <a:gd name="connsiteY182" fmla="*/ 232786 h 237703"/>
                <a:gd name="connsiteX183" fmla="*/ 147540 w 167212"/>
                <a:gd name="connsiteY183" fmla="*/ 231147 h 237703"/>
                <a:gd name="connsiteX184" fmla="*/ 147540 w 167212"/>
                <a:gd name="connsiteY184" fmla="*/ 231147 h 237703"/>
                <a:gd name="connsiteX185" fmla="*/ 150819 w 167212"/>
                <a:gd name="connsiteY185" fmla="*/ 231147 h 237703"/>
                <a:gd name="connsiteX186" fmla="*/ 155737 w 167212"/>
                <a:gd name="connsiteY186" fmla="*/ 232786 h 237703"/>
                <a:gd name="connsiteX187" fmla="*/ 157376 w 167212"/>
                <a:gd name="connsiteY187" fmla="*/ 229507 h 237703"/>
                <a:gd name="connsiteX188" fmla="*/ 155737 w 167212"/>
                <a:gd name="connsiteY188" fmla="*/ 224589 h 237703"/>
                <a:gd name="connsiteX189" fmla="*/ 155737 w 167212"/>
                <a:gd name="connsiteY189" fmla="*/ 222950 h 237703"/>
                <a:gd name="connsiteX190" fmla="*/ 157376 w 167212"/>
                <a:gd name="connsiteY190" fmla="*/ 227868 h 237703"/>
                <a:gd name="connsiteX191" fmla="*/ 162294 w 167212"/>
                <a:gd name="connsiteY191" fmla="*/ 227868 h 237703"/>
                <a:gd name="connsiteX192" fmla="*/ 159016 w 167212"/>
                <a:gd name="connsiteY192" fmla="*/ 231147 h 237703"/>
                <a:gd name="connsiteX193" fmla="*/ 160655 w 167212"/>
                <a:gd name="connsiteY193" fmla="*/ 234425 h 237703"/>
                <a:gd name="connsiteX194" fmla="*/ 165573 w 167212"/>
                <a:gd name="connsiteY194" fmla="*/ 236064 h 237703"/>
                <a:gd name="connsiteX195" fmla="*/ 167213 w 167212"/>
                <a:gd name="connsiteY195" fmla="*/ 232786 h 237703"/>
                <a:gd name="connsiteX196" fmla="*/ 167213 w 167212"/>
                <a:gd name="connsiteY196" fmla="*/ 229507 h 23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</a:cxnLst>
              <a:rect l="l" t="t" r="r" b="b"/>
              <a:pathLst>
                <a:path w="167212" h="237703">
                  <a:moveTo>
                    <a:pt x="167213" y="224589"/>
                  </a:moveTo>
                  <a:lnTo>
                    <a:pt x="165573" y="221310"/>
                  </a:lnTo>
                  <a:lnTo>
                    <a:pt x="163934" y="216393"/>
                  </a:lnTo>
                  <a:lnTo>
                    <a:pt x="160655" y="213114"/>
                  </a:lnTo>
                  <a:lnTo>
                    <a:pt x="160655" y="208196"/>
                  </a:lnTo>
                  <a:lnTo>
                    <a:pt x="159016" y="204917"/>
                  </a:lnTo>
                  <a:lnTo>
                    <a:pt x="155737" y="199999"/>
                  </a:lnTo>
                  <a:lnTo>
                    <a:pt x="155737" y="196720"/>
                  </a:lnTo>
                  <a:lnTo>
                    <a:pt x="154097" y="193442"/>
                  </a:lnTo>
                  <a:lnTo>
                    <a:pt x="150819" y="188524"/>
                  </a:lnTo>
                  <a:lnTo>
                    <a:pt x="149179" y="185245"/>
                  </a:lnTo>
                  <a:lnTo>
                    <a:pt x="147540" y="180327"/>
                  </a:lnTo>
                  <a:lnTo>
                    <a:pt x="144261" y="178688"/>
                  </a:lnTo>
                  <a:lnTo>
                    <a:pt x="140983" y="178688"/>
                  </a:lnTo>
                  <a:lnTo>
                    <a:pt x="139344" y="175409"/>
                  </a:lnTo>
                  <a:lnTo>
                    <a:pt x="136065" y="172130"/>
                  </a:lnTo>
                  <a:lnTo>
                    <a:pt x="134426" y="167213"/>
                  </a:lnTo>
                  <a:lnTo>
                    <a:pt x="134426" y="163934"/>
                  </a:lnTo>
                  <a:lnTo>
                    <a:pt x="134426" y="160655"/>
                  </a:lnTo>
                  <a:lnTo>
                    <a:pt x="134426" y="155737"/>
                  </a:lnTo>
                  <a:lnTo>
                    <a:pt x="134426" y="152459"/>
                  </a:lnTo>
                  <a:lnTo>
                    <a:pt x="132786" y="149180"/>
                  </a:lnTo>
                  <a:lnTo>
                    <a:pt x="132786" y="145901"/>
                  </a:lnTo>
                  <a:lnTo>
                    <a:pt x="134426" y="140983"/>
                  </a:lnTo>
                  <a:lnTo>
                    <a:pt x="132786" y="139344"/>
                  </a:lnTo>
                  <a:lnTo>
                    <a:pt x="129507" y="134426"/>
                  </a:lnTo>
                  <a:lnTo>
                    <a:pt x="129507" y="131147"/>
                  </a:lnTo>
                  <a:lnTo>
                    <a:pt x="131147" y="127869"/>
                  </a:lnTo>
                  <a:lnTo>
                    <a:pt x="131147" y="122950"/>
                  </a:lnTo>
                  <a:lnTo>
                    <a:pt x="131147" y="119672"/>
                  </a:lnTo>
                  <a:lnTo>
                    <a:pt x="131147" y="116393"/>
                  </a:lnTo>
                  <a:lnTo>
                    <a:pt x="132786" y="111475"/>
                  </a:lnTo>
                  <a:lnTo>
                    <a:pt x="132786" y="108196"/>
                  </a:lnTo>
                  <a:lnTo>
                    <a:pt x="134426" y="104917"/>
                  </a:lnTo>
                  <a:lnTo>
                    <a:pt x="132786" y="101639"/>
                  </a:lnTo>
                  <a:lnTo>
                    <a:pt x="132786" y="96721"/>
                  </a:lnTo>
                  <a:lnTo>
                    <a:pt x="132786" y="93442"/>
                  </a:lnTo>
                  <a:lnTo>
                    <a:pt x="131147" y="90164"/>
                  </a:lnTo>
                  <a:lnTo>
                    <a:pt x="131147" y="85246"/>
                  </a:lnTo>
                  <a:lnTo>
                    <a:pt x="129507" y="81967"/>
                  </a:lnTo>
                  <a:lnTo>
                    <a:pt x="127868" y="78688"/>
                  </a:lnTo>
                  <a:lnTo>
                    <a:pt x="126229" y="75410"/>
                  </a:lnTo>
                  <a:lnTo>
                    <a:pt x="124589" y="70492"/>
                  </a:lnTo>
                  <a:lnTo>
                    <a:pt x="122950" y="67213"/>
                  </a:lnTo>
                  <a:lnTo>
                    <a:pt x="121310" y="63934"/>
                  </a:lnTo>
                  <a:lnTo>
                    <a:pt x="118032" y="59016"/>
                  </a:lnTo>
                  <a:lnTo>
                    <a:pt x="116393" y="55737"/>
                  </a:lnTo>
                  <a:lnTo>
                    <a:pt x="111475" y="52459"/>
                  </a:lnTo>
                  <a:lnTo>
                    <a:pt x="108196" y="50820"/>
                  </a:lnTo>
                  <a:lnTo>
                    <a:pt x="104917" y="47541"/>
                  </a:lnTo>
                  <a:lnTo>
                    <a:pt x="101639" y="44262"/>
                  </a:lnTo>
                  <a:lnTo>
                    <a:pt x="98360" y="40983"/>
                  </a:lnTo>
                  <a:lnTo>
                    <a:pt x="95081" y="37705"/>
                  </a:lnTo>
                  <a:lnTo>
                    <a:pt x="91802" y="34426"/>
                  </a:lnTo>
                  <a:lnTo>
                    <a:pt x="90164" y="31147"/>
                  </a:lnTo>
                  <a:lnTo>
                    <a:pt x="88524" y="26229"/>
                  </a:lnTo>
                  <a:lnTo>
                    <a:pt x="85246" y="22951"/>
                  </a:lnTo>
                  <a:lnTo>
                    <a:pt x="81967" y="21312"/>
                  </a:lnTo>
                  <a:lnTo>
                    <a:pt x="80327" y="22951"/>
                  </a:lnTo>
                  <a:lnTo>
                    <a:pt x="77049" y="21312"/>
                  </a:lnTo>
                  <a:lnTo>
                    <a:pt x="77049" y="21312"/>
                  </a:lnTo>
                  <a:lnTo>
                    <a:pt x="75409" y="22951"/>
                  </a:lnTo>
                  <a:lnTo>
                    <a:pt x="77049" y="26229"/>
                  </a:lnTo>
                  <a:lnTo>
                    <a:pt x="72130" y="29508"/>
                  </a:lnTo>
                  <a:lnTo>
                    <a:pt x="72130" y="31147"/>
                  </a:lnTo>
                  <a:lnTo>
                    <a:pt x="70491" y="34426"/>
                  </a:lnTo>
                  <a:lnTo>
                    <a:pt x="70491" y="39344"/>
                  </a:lnTo>
                  <a:lnTo>
                    <a:pt x="70491" y="39344"/>
                  </a:lnTo>
                  <a:lnTo>
                    <a:pt x="65573" y="42623"/>
                  </a:lnTo>
                  <a:lnTo>
                    <a:pt x="62295" y="40983"/>
                  </a:lnTo>
                  <a:lnTo>
                    <a:pt x="60656" y="39344"/>
                  </a:lnTo>
                  <a:lnTo>
                    <a:pt x="57377" y="36066"/>
                  </a:lnTo>
                  <a:lnTo>
                    <a:pt x="54098" y="36066"/>
                  </a:lnTo>
                  <a:lnTo>
                    <a:pt x="52459" y="37705"/>
                  </a:lnTo>
                  <a:lnTo>
                    <a:pt x="49180" y="39344"/>
                  </a:lnTo>
                  <a:lnTo>
                    <a:pt x="45901" y="42623"/>
                  </a:lnTo>
                  <a:lnTo>
                    <a:pt x="44262" y="45902"/>
                  </a:lnTo>
                  <a:lnTo>
                    <a:pt x="39343" y="45902"/>
                  </a:lnTo>
                  <a:lnTo>
                    <a:pt x="36066" y="42623"/>
                  </a:lnTo>
                  <a:lnTo>
                    <a:pt x="34426" y="40983"/>
                  </a:lnTo>
                  <a:lnTo>
                    <a:pt x="34426" y="39344"/>
                  </a:lnTo>
                  <a:lnTo>
                    <a:pt x="36066" y="36066"/>
                  </a:lnTo>
                  <a:lnTo>
                    <a:pt x="39343" y="31147"/>
                  </a:lnTo>
                  <a:lnTo>
                    <a:pt x="39343" y="27869"/>
                  </a:lnTo>
                  <a:lnTo>
                    <a:pt x="37705" y="24590"/>
                  </a:lnTo>
                  <a:lnTo>
                    <a:pt x="36066" y="19672"/>
                  </a:lnTo>
                  <a:lnTo>
                    <a:pt x="32787" y="21312"/>
                  </a:lnTo>
                  <a:lnTo>
                    <a:pt x="27869" y="18033"/>
                  </a:lnTo>
                  <a:lnTo>
                    <a:pt x="27869" y="18033"/>
                  </a:lnTo>
                  <a:lnTo>
                    <a:pt x="27869" y="14754"/>
                  </a:lnTo>
                  <a:lnTo>
                    <a:pt x="26229" y="11476"/>
                  </a:lnTo>
                  <a:lnTo>
                    <a:pt x="22950" y="9836"/>
                  </a:lnTo>
                  <a:lnTo>
                    <a:pt x="22950" y="9836"/>
                  </a:lnTo>
                  <a:lnTo>
                    <a:pt x="18032" y="11476"/>
                  </a:lnTo>
                  <a:lnTo>
                    <a:pt x="14753" y="8197"/>
                  </a:lnTo>
                  <a:lnTo>
                    <a:pt x="11476" y="8197"/>
                  </a:lnTo>
                  <a:lnTo>
                    <a:pt x="9836" y="6557"/>
                  </a:lnTo>
                  <a:lnTo>
                    <a:pt x="8197" y="6557"/>
                  </a:lnTo>
                  <a:lnTo>
                    <a:pt x="8197" y="1639"/>
                  </a:lnTo>
                  <a:lnTo>
                    <a:pt x="6557" y="0"/>
                  </a:lnTo>
                  <a:lnTo>
                    <a:pt x="3279" y="0"/>
                  </a:lnTo>
                  <a:lnTo>
                    <a:pt x="1639" y="1639"/>
                  </a:lnTo>
                  <a:lnTo>
                    <a:pt x="1639" y="4918"/>
                  </a:lnTo>
                  <a:lnTo>
                    <a:pt x="1639" y="8197"/>
                  </a:lnTo>
                  <a:lnTo>
                    <a:pt x="0" y="11476"/>
                  </a:lnTo>
                  <a:lnTo>
                    <a:pt x="1639" y="16393"/>
                  </a:lnTo>
                  <a:lnTo>
                    <a:pt x="3279" y="19672"/>
                  </a:lnTo>
                  <a:lnTo>
                    <a:pt x="3279" y="19672"/>
                  </a:lnTo>
                  <a:lnTo>
                    <a:pt x="6557" y="24590"/>
                  </a:lnTo>
                  <a:lnTo>
                    <a:pt x="8197" y="27869"/>
                  </a:lnTo>
                  <a:lnTo>
                    <a:pt x="9836" y="31147"/>
                  </a:lnTo>
                  <a:lnTo>
                    <a:pt x="9836" y="34426"/>
                  </a:lnTo>
                  <a:lnTo>
                    <a:pt x="11476" y="39344"/>
                  </a:lnTo>
                  <a:lnTo>
                    <a:pt x="11476" y="42623"/>
                  </a:lnTo>
                  <a:lnTo>
                    <a:pt x="9836" y="45902"/>
                  </a:lnTo>
                  <a:lnTo>
                    <a:pt x="9836" y="50820"/>
                  </a:lnTo>
                  <a:lnTo>
                    <a:pt x="11476" y="50820"/>
                  </a:lnTo>
                  <a:lnTo>
                    <a:pt x="11476" y="54098"/>
                  </a:lnTo>
                  <a:lnTo>
                    <a:pt x="11476" y="59016"/>
                  </a:lnTo>
                  <a:lnTo>
                    <a:pt x="14753" y="62295"/>
                  </a:lnTo>
                  <a:lnTo>
                    <a:pt x="14753" y="65573"/>
                  </a:lnTo>
                  <a:lnTo>
                    <a:pt x="13114" y="70492"/>
                  </a:lnTo>
                  <a:lnTo>
                    <a:pt x="11476" y="72131"/>
                  </a:lnTo>
                  <a:lnTo>
                    <a:pt x="13114" y="75410"/>
                  </a:lnTo>
                  <a:lnTo>
                    <a:pt x="16393" y="78688"/>
                  </a:lnTo>
                  <a:lnTo>
                    <a:pt x="21311" y="81967"/>
                  </a:lnTo>
                  <a:lnTo>
                    <a:pt x="22950" y="85246"/>
                  </a:lnTo>
                  <a:lnTo>
                    <a:pt x="21311" y="90164"/>
                  </a:lnTo>
                  <a:lnTo>
                    <a:pt x="21311" y="93442"/>
                  </a:lnTo>
                  <a:lnTo>
                    <a:pt x="22950" y="96721"/>
                  </a:lnTo>
                  <a:lnTo>
                    <a:pt x="21311" y="101639"/>
                  </a:lnTo>
                  <a:lnTo>
                    <a:pt x="21311" y="104917"/>
                  </a:lnTo>
                  <a:lnTo>
                    <a:pt x="22950" y="108196"/>
                  </a:lnTo>
                  <a:lnTo>
                    <a:pt x="24590" y="111475"/>
                  </a:lnTo>
                  <a:lnTo>
                    <a:pt x="27869" y="114754"/>
                  </a:lnTo>
                  <a:lnTo>
                    <a:pt x="29508" y="118032"/>
                  </a:lnTo>
                  <a:lnTo>
                    <a:pt x="32787" y="118032"/>
                  </a:lnTo>
                  <a:lnTo>
                    <a:pt x="31147" y="119672"/>
                  </a:lnTo>
                  <a:lnTo>
                    <a:pt x="26229" y="122950"/>
                  </a:lnTo>
                  <a:lnTo>
                    <a:pt x="29508" y="126229"/>
                  </a:lnTo>
                  <a:lnTo>
                    <a:pt x="32787" y="126229"/>
                  </a:lnTo>
                  <a:lnTo>
                    <a:pt x="34426" y="129508"/>
                  </a:lnTo>
                  <a:lnTo>
                    <a:pt x="37705" y="134426"/>
                  </a:lnTo>
                  <a:lnTo>
                    <a:pt x="40983" y="137704"/>
                  </a:lnTo>
                  <a:lnTo>
                    <a:pt x="42622" y="140983"/>
                  </a:lnTo>
                  <a:lnTo>
                    <a:pt x="44262" y="144262"/>
                  </a:lnTo>
                  <a:lnTo>
                    <a:pt x="47540" y="149180"/>
                  </a:lnTo>
                  <a:lnTo>
                    <a:pt x="50819" y="152459"/>
                  </a:lnTo>
                  <a:lnTo>
                    <a:pt x="50819" y="155737"/>
                  </a:lnTo>
                  <a:lnTo>
                    <a:pt x="54098" y="160655"/>
                  </a:lnTo>
                  <a:lnTo>
                    <a:pt x="54098" y="163934"/>
                  </a:lnTo>
                  <a:lnTo>
                    <a:pt x="50819" y="167213"/>
                  </a:lnTo>
                  <a:lnTo>
                    <a:pt x="54098" y="170491"/>
                  </a:lnTo>
                  <a:lnTo>
                    <a:pt x="57377" y="173770"/>
                  </a:lnTo>
                  <a:lnTo>
                    <a:pt x="59016" y="177049"/>
                  </a:lnTo>
                  <a:lnTo>
                    <a:pt x="63934" y="180327"/>
                  </a:lnTo>
                  <a:lnTo>
                    <a:pt x="67212" y="181966"/>
                  </a:lnTo>
                  <a:lnTo>
                    <a:pt x="67212" y="181966"/>
                  </a:lnTo>
                  <a:lnTo>
                    <a:pt x="70491" y="181966"/>
                  </a:lnTo>
                  <a:lnTo>
                    <a:pt x="72130" y="185245"/>
                  </a:lnTo>
                  <a:lnTo>
                    <a:pt x="73770" y="190163"/>
                  </a:lnTo>
                  <a:lnTo>
                    <a:pt x="78688" y="190163"/>
                  </a:lnTo>
                  <a:lnTo>
                    <a:pt x="81967" y="195081"/>
                  </a:lnTo>
                  <a:lnTo>
                    <a:pt x="85246" y="198360"/>
                  </a:lnTo>
                  <a:lnTo>
                    <a:pt x="90164" y="199999"/>
                  </a:lnTo>
                  <a:lnTo>
                    <a:pt x="93442" y="201639"/>
                  </a:lnTo>
                  <a:lnTo>
                    <a:pt x="98360" y="203278"/>
                  </a:lnTo>
                  <a:lnTo>
                    <a:pt x="98360" y="203278"/>
                  </a:lnTo>
                  <a:lnTo>
                    <a:pt x="99999" y="206557"/>
                  </a:lnTo>
                  <a:lnTo>
                    <a:pt x="103278" y="209835"/>
                  </a:lnTo>
                  <a:lnTo>
                    <a:pt x="106557" y="213114"/>
                  </a:lnTo>
                  <a:lnTo>
                    <a:pt x="109836" y="214753"/>
                  </a:lnTo>
                  <a:lnTo>
                    <a:pt x="113114" y="216393"/>
                  </a:lnTo>
                  <a:lnTo>
                    <a:pt x="118032" y="219671"/>
                  </a:lnTo>
                  <a:lnTo>
                    <a:pt x="121310" y="221310"/>
                  </a:lnTo>
                  <a:lnTo>
                    <a:pt x="124589" y="224589"/>
                  </a:lnTo>
                  <a:lnTo>
                    <a:pt x="126229" y="224589"/>
                  </a:lnTo>
                  <a:lnTo>
                    <a:pt x="129507" y="226229"/>
                  </a:lnTo>
                  <a:lnTo>
                    <a:pt x="132786" y="229507"/>
                  </a:lnTo>
                  <a:lnTo>
                    <a:pt x="134426" y="232786"/>
                  </a:lnTo>
                  <a:lnTo>
                    <a:pt x="136065" y="237704"/>
                  </a:lnTo>
                  <a:lnTo>
                    <a:pt x="139344" y="236064"/>
                  </a:lnTo>
                  <a:lnTo>
                    <a:pt x="144261" y="232786"/>
                  </a:lnTo>
                  <a:lnTo>
                    <a:pt x="147540" y="231147"/>
                  </a:lnTo>
                  <a:lnTo>
                    <a:pt x="147540" y="231147"/>
                  </a:lnTo>
                  <a:lnTo>
                    <a:pt x="150819" y="231147"/>
                  </a:lnTo>
                  <a:lnTo>
                    <a:pt x="155737" y="232786"/>
                  </a:lnTo>
                  <a:lnTo>
                    <a:pt x="157376" y="229507"/>
                  </a:lnTo>
                  <a:lnTo>
                    <a:pt x="155737" y="224589"/>
                  </a:lnTo>
                  <a:lnTo>
                    <a:pt x="155737" y="222950"/>
                  </a:lnTo>
                  <a:lnTo>
                    <a:pt x="157376" y="227868"/>
                  </a:lnTo>
                  <a:lnTo>
                    <a:pt x="162294" y="227868"/>
                  </a:lnTo>
                  <a:lnTo>
                    <a:pt x="159016" y="231147"/>
                  </a:lnTo>
                  <a:lnTo>
                    <a:pt x="160655" y="234425"/>
                  </a:lnTo>
                  <a:lnTo>
                    <a:pt x="165573" y="236064"/>
                  </a:lnTo>
                  <a:lnTo>
                    <a:pt x="167213" y="232786"/>
                  </a:lnTo>
                  <a:lnTo>
                    <a:pt x="167213" y="22950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543" name="Graphic 4">
            <a:extLst>
              <a:ext uri="{FF2B5EF4-FFF2-40B4-BE49-F238E27FC236}">
                <a16:creationId xmlns:a16="http://schemas.microsoft.com/office/drawing/2014/main" id="{ABA95A3F-280A-754E-ADDF-95105F1804CC}"/>
              </a:ext>
            </a:extLst>
          </p:cNvPr>
          <p:cNvGrpSpPr/>
          <p:nvPr/>
        </p:nvGrpSpPr>
        <p:grpSpPr>
          <a:xfrm>
            <a:off x="1837003" y="1231303"/>
            <a:ext cx="7147508" cy="3622934"/>
            <a:chOff x="1837003" y="1231303"/>
            <a:chExt cx="7147508" cy="3622934"/>
          </a:xfrm>
          <a:solidFill>
            <a:schemeClr val="bg1"/>
          </a:solidFill>
        </p:grpSpPr>
        <p:sp>
          <p:nvSpPr>
            <p:cNvPr id="4544" name="Freeform 4543">
              <a:extLst>
                <a:ext uri="{FF2B5EF4-FFF2-40B4-BE49-F238E27FC236}">
                  <a16:creationId xmlns:a16="http://schemas.microsoft.com/office/drawing/2014/main" id="{9BD38F8C-C423-9546-A1DE-1A75648BB6CE}"/>
                </a:ext>
              </a:extLst>
            </p:cNvPr>
            <p:cNvSpPr/>
            <p:nvPr/>
          </p:nvSpPr>
          <p:spPr>
            <a:xfrm>
              <a:off x="6564850" y="2083759"/>
              <a:ext cx="62294" cy="44262"/>
            </a:xfrm>
            <a:custGeom>
              <a:avLst/>
              <a:gdLst>
                <a:gd name="connsiteX0" fmla="*/ 0 w 62294"/>
                <a:gd name="connsiteY0" fmla="*/ 3279 h 44262"/>
                <a:gd name="connsiteX1" fmla="*/ 3278 w 62294"/>
                <a:gd name="connsiteY1" fmla="*/ 6557 h 44262"/>
                <a:gd name="connsiteX2" fmla="*/ 6557 w 62294"/>
                <a:gd name="connsiteY2" fmla="*/ 6557 h 44262"/>
                <a:gd name="connsiteX3" fmla="*/ 8197 w 62294"/>
                <a:gd name="connsiteY3" fmla="*/ 9836 h 44262"/>
                <a:gd name="connsiteX4" fmla="*/ 11475 w 62294"/>
                <a:gd name="connsiteY4" fmla="*/ 11475 h 44262"/>
                <a:gd name="connsiteX5" fmla="*/ 11475 w 62294"/>
                <a:gd name="connsiteY5" fmla="*/ 9836 h 44262"/>
                <a:gd name="connsiteX6" fmla="*/ 14754 w 62294"/>
                <a:gd name="connsiteY6" fmla="*/ 11475 h 44262"/>
                <a:gd name="connsiteX7" fmla="*/ 16393 w 62294"/>
                <a:gd name="connsiteY7" fmla="*/ 14754 h 44262"/>
                <a:gd name="connsiteX8" fmla="*/ 16393 w 62294"/>
                <a:gd name="connsiteY8" fmla="*/ 11475 h 44262"/>
                <a:gd name="connsiteX9" fmla="*/ 19672 w 62294"/>
                <a:gd name="connsiteY9" fmla="*/ 13114 h 44262"/>
                <a:gd name="connsiteX10" fmla="*/ 24590 w 62294"/>
                <a:gd name="connsiteY10" fmla="*/ 11475 h 44262"/>
                <a:gd name="connsiteX11" fmla="*/ 26229 w 62294"/>
                <a:gd name="connsiteY11" fmla="*/ 14754 h 44262"/>
                <a:gd name="connsiteX12" fmla="*/ 27868 w 62294"/>
                <a:gd name="connsiteY12" fmla="*/ 16393 h 44262"/>
                <a:gd name="connsiteX13" fmla="*/ 31147 w 62294"/>
                <a:gd name="connsiteY13" fmla="*/ 16393 h 44262"/>
                <a:gd name="connsiteX14" fmla="*/ 32787 w 62294"/>
                <a:gd name="connsiteY14" fmla="*/ 14754 h 44262"/>
                <a:gd name="connsiteX15" fmla="*/ 32787 w 62294"/>
                <a:gd name="connsiteY15" fmla="*/ 18033 h 44262"/>
                <a:gd name="connsiteX16" fmla="*/ 29508 w 62294"/>
                <a:gd name="connsiteY16" fmla="*/ 21311 h 44262"/>
                <a:gd name="connsiteX17" fmla="*/ 29508 w 62294"/>
                <a:gd name="connsiteY17" fmla="*/ 22951 h 44262"/>
                <a:gd name="connsiteX18" fmla="*/ 32787 w 62294"/>
                <a:gd name="connsiteY18" fmla="*/ 19672 h 44262"/>
                <a:gd name="connsiteX19" fmla="*/ 37705 w 62294"/>
                <a:gd name="connsiteY19" fmla="*/ 18033 h 44262"/>
                <a:gd name="connsiteX20" fmla="*/ 36065 w 62294"/>
                <a:gd name="connsiteY20" fmla="*/ 21311 h 44262"/>
                <a:gd name="connsiteX21" fmla="*/ 39344 w 62294"/>
                <a:gd name="connsiteY21" fmla="*/ 22951 h 44262"/>
                <a:gd name="connsiteX22" fmla="*/ 42623 w 62294"/>
                <a:gd name="connsiteY22" fmla="*/ 24590 h 44262"/>
                <a:gd name="connsiteX23" fmla="*/ 45901 w 62294"/>
                <a:gd name="connsiteY23" fmla="*/ 27869 h 44262"/>
                <a:gd name="connsiteX24" fmla="*/ 49180 w 62294"/>
                <a:gd name="connsiteY24" fmla="*/ 29508 h 44262"/>
                <a:gd name="connsiteX25" fmla="*/ 52458 w 62294"/>
                <a:gd name="connsiteY25" fmla="*/ 32787 h 44262"/>
                <a:gd name="connsiteX26" fmla="*/ 52458 w 62294"/>
                <a:gd name="connsiteY26" fmla="*/ 36065 h 44262"/>
                <a:gd name="connsiteX27" fmla="*/ 52458 w 62294"/>
                <a:gd name="connsiteY27" fmla="*/ 40983 h 44262"/>
                <a:gd name="connsiteX28" fmla="*/ 55737 w 62294"/>
                <a:gd name="connsiteY28" fmla="*/ 40983 h 44262"/>
                <a:gd name="connsiteX29" fmla="*/ 59016 w 62294"/>
                <a:gd name="connsiteY29" fmla="*/ 42623 h 44262"/>
                <a:gd name="connsiteX30" fmla="*/ 62295 w 62294"/>
                <a:gd name="connsiteY30" fmla="*/ 44262 h 44262"/>
                <a:gd name="connsiteX31" fmla="*/ 60655 w 62294"/>
                <a:gd name="connsiteY31" fmla="*/ 40983 h 44262"/>
                <a:gd name="connsiteX32" fmla="*/ 57377 w 62294"/>
                <a:gd name="connsiteY32" fmla="*/ 37705 h 44262"/>
                <a:gd name="connsiteX33" fmla="*/ 54098 w 62294"/>
                <a:gd name="connsiteY33" fmla="*/ 34426 h 44262"/>
                <a:gd name="connsiteX34" fmla="*/ 50820 w 62294"/>
                <a:gd name="connsiteY34" fmla="*/ 29508 h 44262"/>
                <a:gd name="connsiteX35" fmla="*/ 47541 w 62294"/>
                <a:gd name="connsiteY35" fmla="*/ 26229 h 44262"/>
                <a:gd name="connsiteX36" fmla="*/ 45901 w 62294"/>
                <a:gd name="connsiteY36" fmla="*/ 22951 h 44262"/>
                <a:gd name="connsiteX37" fmla="*/ 44262 w 62294"/>
                <a:gd name="connsiteY37" fmla="*/ 19672 h 44262"/>
                <a:gd name="connsiteX38" fmla="*/ 40983 w 62294"/>
                <a:gd name="connsiteY38" fmla="*/ 16393 h 44262"/>
                <a:gd name="connsiteX39" fmla="*/ 39344 w 62294"/>
                <a:gd name="connsiteY39" fmla="*/ 13114 h 44262"/>
                <a:gd name="connsiteX40" fmla="*/ 36065 w 62294"/>
                <a:gd name="connsiteY40" fmla="*/ 11475 h 44262"/>
                <a:gd name="connsiteX41" fmla="*/ 37705 w 62294"/>
                <a:gd name="connsiteY41" fmla="*/ 6557 h 44262"/>
                <a:gd name="connsiteX42" fmla="*/ 34426 w 62294"/>
                <a:gd name="connsiteY42" fmla="*/ 4918 h 44262"/>
                <a:gd name="connsiteX43" fmla="*/ 32787 w 62294"/>
                <a:gd name="connsiteY43" fmla="*/ 8197 h 44262"/>
                <a:gd name="connsiteX44" fmla="*/ 32787 w 62294"/>
                <a:gd name="connsiteY44" fmla="*/ 13114 h 44262"/>
                <a:gd name="connsiteX45" fmla="*/ 31147 w 62294"/>
                <a:gd name="connsiteY45" fmla="*/ 13114 h 44262"/>
                <a:gd name="connsiteX46" fmla="*/ 27868 w 62294"/>
                <a:gd name="connsiteY46" fmla="*/ 14754 h 44262"/>
                <a:gd name="connsiteX47" fmla="*/ 26229 w 62294"/>
                <a:gd name="connsiteY47" fmla="*/ 9836 h 44262"/>
                <a:gd name="connsiteX48" fmla="*/ 26229 w 62294"/>
                <a:gd name="connsiteY48" fmla="*/ 9836 h 44262"/>
                <a:gd name="connsiteX49" fmla="*/ 31147 w 62294"/>
                <a:gd name="connsiteY49" fmla="*/ 8197 h 44262"/>
                <a:gd name="connsiteX50" fmla="*/ 31147 w 62294"/>
                <a:gd name="connsiteY50" fmla="*/ 4918 h 44262"/>
                <a:gd name="connsiteX51" fmla="*/ 26229 w 62294"/>
                <a:gd name="connsiteY51" fmla="*/ 6557 h 44262"/>
                <a:gd name="connsiteX52" fmla="*/ 22951 w 62294"/>
                <a:gd name="connsiteY52" fmla="*/ 4918 h 44262"/>
                <a:gd name="connsiteX53" fmla="*/ 22951 w 62294"/>
                <a:gd name="connsiteY53" fmla="*/ 8197 h 44262"/>
                <a:gd name="connsiteX54" fmla="*/ 19672 w 62294"/>
                <a:gd name="connsiteY54" fmla="*/ 4918 h 44262"/>
                <a:gd name="connsiteX55" fmla="*/ 16393 w 62294"/>
                <a:gd name="connsiteY55" fmla="*/ 0 h 44262"/>
                <a:gd name="connsiteX56" fmla="*/ 18033 w 62294"/>
                <a:gd name="connsiteY56" fmla="*/ 4918 h 44262"/>
                <a:gd name="connsiteX57" fmla="*/ 13114 w 62294"/>
                <a:gd name="connsiteY57" fmla="*/ 6557 h 44262"/>
                <a:gd name="connsiteX58" fmla="*/ 9836 w 62294"/>
                <a:gd name="connsiteY58" fmla="*/ 3279 h 44262"/>
                <a:gd name="connsiteX59" fmla="*/ 6557 w 62294"/>
                <a:gd name="connsiteY59" fmla="*/ 3279 h 44262"/>
                <a:gd name="connsiteX60" fmla="*/ 1639 w 62294"/>
                <a:gd name="connsiteY60" fmla="*/ 1639 h 44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62294" h="44262">
                  <a:moveTo>
                    <a:pt x="0" y="3279"/>
                  </a:moveTo>
                  <a:lnTo>
                    <a:pt x="3278" y="6557"/>
                  </a:lnTo>
                  <a:lnTo>
                    <a:pt x="6557" y="6557"/>
                  </a:lnTo>
                  <a:lnTo>
                    <a:pt x="8197" y="9836"/>
                  </a:lnTo>
                  <a:lnTo>
                    <a:pt x="11475" y="11475"/>
                  </a:lnTo>
                  <a:lnTo>
                    <a:pt x="11475" y="9836"/>
                  </a:lnTo>
                  <a:lnTo>
                    <a:pt x="14754" y="11475"/>
                  </a:lnTo>
                  <a:lnTo>
                    <a:pt x="16393" y="14754"/>
                  </a:lnTo>
                  <a:lnTo>
                    <a:pt x="16393" y="11475"/>
                  </a:lnTo>
                  <a:lnTo>
                    <a:pt x="19672" y="13114"/>
                  </a:lnTo>
                  <a:lnTo>
                    <a:pt x="24590" y="11475"/>
                  </a:lnTo>
                  <a:lnTo>
                    <a:pt x="26229" y="14754"/>
                  </a:lnTo>
                  <a:lnTo>
                    <a:pt x="27868" y="16393"/>
                  </a:lnTo>
                  <a:lnTo>
                    <a:pt x="31147" y="16393"/>
                  </a:lnTo>
                  <a:lnTo>
                    <a:pt x="32787" y="14754"/>
                  </a:lnTo>
                  <a:lnTo>
                    <a:pt x="32787" y="18033"/>
                  </a:lnTo>
                  <a:lnTo>
                    <a:pt x="29508" y="21311"/>
                  </a:lnTo>
                  <a:lnTo>
                    <a:pt x="29508" y="22951"/>
                  </a:lnTo>
                  <a:lnTo>
                    <a:pt x="32787" y="19672"/>
                  </a:lnTo>
                  <a:lnTo>
                    <a:pt x="37705" y="18033"/>
                  </a:lnTo>
                  <a:lnTo>
                    <a:pt x="36065" y="21311"/>
                  </a:lnTo>
                  <a:lnTo>
                    <a:pt x="39344" y="22951"/>
                  </a:lnTo>
                  <a:lnTo>
                    <a:pt x="42623" y="24590"/>
                  </a:lnTo>
                  <a:lnTo>
                    <a:pt x="45901" y="27869"/>
                  </a:lnTo>
                  <a:lnTo>
                    <a:pt x="49180" y="29508"/>
                  </a:lnTo>
                  <a:lnTo>
                    <a:pt x="52458" y="32787"/>
                  </a:lnTo>
                  <a:lnTo>
                    <a:pt x="52458" y="36065"/>
                  </a:lnTo>
                  <a:lnTo>
                    <a:pt x="52458" y="40983"/>
                  </a:lnTo>
                  <a:lnTo>
                    <a:pt x="55737" y="40983"/>
                  </a:lnTo>
                  <a:lnTo>
                    <a:pt x="59016" y="42623"/>
                  </a:lnTo>
                  <a:lnTo>
                    <a:pt x="62295" y="44262"/>
                  </a:lnTo>
                  <a:lnTo>
                    <a:pt x="60655" y="40983"/>
                  </a:lnTo>
                  <a:lnTo>
                    <a:pt x="57377" y="37705"/>
                  </a:lnTo>
                  <a:lnTo>
                    <a:pt x="54098" y="34426"/>
                  </a:lnTo>
                  <a:lnTo>
                    <a:pt x="50820" y="29508"/>
                  </a:lnTo>
                  <a:lnTo>
                    <a:pt x="47541" y="26229"/>
                  </a:lnTo>
                  <a:lnTo>
                    <a:pt x="45901" y="22951"/>
                  </a:lnTo>
                  <a:lnTo>
                    <a:pt x="44262" y="19672"/>
                  </a:lnTo>
                  <a:lnTo>
                    <a:pt x="40983" y="16393"/>
                  </a:lnTo>
                  <a:lnTo>
                    <a:pt x="39344" y="13114"/>
                  </a:lnTo>
                  <a:lnTo>
                    <a:pt x="36065" y="11475"/>
                  </a:lnTo>
                  <a:lnTo>
                    <a:pt x="37705" y="6557"/>
                  </a:lnTo>
                  <a:lnTo>
                    <a:pt x="34426" y="4918"/>
                  </a:lnTo>
                  <a:lnTo>
                    <a:pt x="32787" y="8197"/>
                  </a:lnTo>
                  <a:lnTo>
                    <a:pt x="32787" y="13114"/>
                  </a:lnTo>
                  <a:lnTo>
                    <a:pt x="31147" y="13114"/>
                  </a:lnTo>
                  <a:lnTo>
                    <a:pt x="27868" y="14754"/>
                  </a:lnTo>
                  <a:lnTo>
                    <a:pt x="26229" y="9836"/>
                  </a:lnTo>
                  <a:lnTo>
                    <a:pt x="26229" y="9836"/>
                  </a:lnTo>
                  <a:lnTo>
                    <a:pt x="31147" y="8197"/>
                  </a:lnTo>
                  <a:lnTo>
                    <a:pt x="31147" y="4918"/>
                  </a:lnTo>
                  <a:lnTo>
                    <a:pt x="26229" y="6557"/>
                  </a:lnTo>
                  <a:lnTo>
                    <a:pt x="22951" y="4918"/>
                  </a:lnTo>
                  <a:lnTo>
                    <a:pt x="22951" y="8197"/>
                  </a:lnTo>
                  <a:lnTo>
                    <a:pt x="19672" y="4918"/>
                  </a:lnTo>
                  <a:lnTo>
                    <a:pt x="16393" y="0"/>
                  </a:lnTo>
                  <a:lnTo>
                    <a:pt x="18033" y="4918"/>
                  </a:lnTo>
                  <a:lnTo>
                    <a:pt x="13114" y="6557"/>
                  </a:lnTo>
                  <a:lnTo>
                    <a:pt x="9836" y="3279"/>
                  </a:lnTo>
                  <a:lnTo>
                    <a:pt x="6557" y="3279"/>
                  </a:lnTo>
                  <a:lnTo>
                    <a:pt x="1639" y="1639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45" name="Freeform 4544">
              <a:extLst>
                <a:ext uri="{FF2B5EF4-FFF2-40B4-BE49-F238E27FC236}">
                  <a16:creationId xmlns:a16="http://schemas.microsoft.com/office/drawing/2014/main" id="{6509154C-9060-9643-8A6B-D440DD857759}"/>
                </a:ext>
              </a:extLst>
            </p:cNvPr>
            <p:cNvSpPr/>
            <p:nvPr/>
          </p:nvSpPr>
          <p:spPr>
            <a:xfrm>
              <a:off x="2258312" y="1967366"/>
              <a:ext cx="388523" cy="319670"/>
            </a:xfrm>
            <a:custGeom>
              <a:avLst/>
              <a:gdLst>
                <a:gd name="connsiteX0" fmla="*/ 0 w 388523"/>
                <a:gd name="connsiteY0" fmla="*/ 95082 h 319670"/>
                <a:gd name="connsiteX1" fmla="*/ 1639 w 388523"/>
                <a:gd name="connsiteY1" fmla="*/ 95082 h 319670"/>
                <a:gd name="connsiteX2" fmla="*/ 4918 w 388523"/>
                <a:gd name="connsiteY2" fmla="*/ 93442 h 319670"/>
                <a:gd name="connsiteX3" fmla="*/ 8197 w 388523"/>
                <a:gd name="connsiteY3" fmla="*/ 90164 h 319670"/>
                <a:gd name="connsiteX4" fmla="*/ 13115 w 388523"/>
                <a:gd name="connsiteY4" fmla="*/ 88524 h 319670"/>
                <a:gd name="connsiteX5" fmla="*/ 16393 w 388523"/>
                <a:gd name="connsiteY5" fmla="*/ 86885 h 319670"/>
                <a:gd name="connsiteX6" fmla="*/ 19672 w 388523"/>
                <a:gd name="connsiteY6" fmla="*/ 85245 h 319670"/>
                <a:gd name="connsiteX7" fmla="*/ 24590 w 388523"/>
                <a:gd name="connsiteY7" fmla="*/ 83606 h 319670"/>
                <a:gd name="connsiteX8" fmla="*/ 27869 w 388523"/>
                <a:gd name="connsiteY8" fmla="*/ 80327 h 319670"/>
                <a:gd name="connsiteX9" fmla="*/ 31148 w 388523"/>
                <a:gd name="connsiteY9" fmla="*/ 78688 h 319670"/>
                <a:gd name="connsiteX10" fmla="*/ 34426 w 388523"/>
                <a:gd name="connsiteY10" fmla="*/ 77049 h 319670"/>
                <a:gd name="connsiteX11" fmla="*/ 39344 w 388523"/>
                <a:gd name="connsiteY11" fmla="*/ 73770 h 319670"/>
                <a:gd name="connsiteX12" fmla="*/ 42623 w 388523"/>
                <a:gd name="connsiteY12" fmla="*/ 72131 h 319670"/>
                <a:gd name="connsiteX13" fmla="*/ 45901 w 388523"/>
                <a:gd name="connsiteY13" fmla="*/ 68852 h 319670"/>
                <a:gd name="connsiteX14" fmla="*/ 50820 w 388523"/>
                <a:gd name="connsiteY14" fmla="*/ 67213 h 319670"/>
                <a:gd name="connsiteX15" fmla="*/ 54098 w 388523"/>
                <a:gd name="connsiteY15" fmla="*/ 65573 h 319670"/>
                <a:gd name="connsiteX16" fmla="*/ 57377 w 388523"/>
                <a:gd name="connsiteY16" fmla="*/ 62295 h 319670"/>
                <a:gd name="connsiteX17" fmla="*/ 62295 w 388523"/>
                <a:gd name="connsiteY17" fmla="*/ 60655 h 319670"/>
                <a:gd name="connsiteX18" fmla="*/ 65573 w 388523"/>
                <a:gd name="connsiteY18" fmla="*/ 59016 h 319670"/>
                <a:gd name="connsiteX19" fmla="*/ 68852 w 388523"/>
                <a:gd name="connsiteY19" fmla="*/ 57377 h 319670"/>
                <a:gd name="connsiteX20" fmla="*/ 73770 w 388523"/>
                <a:gd name="connsiteY20" fmla="*/ 55737 h 319670"/>
                <a:gd name="connsiteX21" fmla="*/ 77049 w 388523"/>
                <a:gd name="connsiteY21" fmla="*/ 54098 h 319670"/>
                <a:gd name="connsiteX22" fmla="*/ 80328 w 388523"/>
                <a:gd name="connsiteY22" fmla="*/ 54098 h 319670"/>
                <a:gd name="connsiteX23" fmla="*/ 85246 w 388523"/>
                <a:gd name="connsiteY23" fmla="*/ 52459 h 319670"/>
                <a:gd name="connsiteX24" fmla="*/ 88524 w 388523"/>
                <a:gd name="connsiteY24" fmla="*/ 52459 h 319670"/>
                <a:gd name="connsiteX25" fmla="*/ 91803 w 388523"/>
                <a:gd name="connsiteY25" fmla="*/ 50820 h 319670"/>
                <a:gd name="connsiteX26" fmla="*/ 96721 w 388523"/>
                <a:gd name="connsiteY26" fmla="*/ 49180 h 319670"/>
                <a:gd name="connsiteX27" fmla="*/ 98360 w 388523"/>
                <a:gd name="connsiteY27" fmla="*/ 49180 h 319670"/>
                <a:gd name="connsiteX28" fmla="*/ 103278 w 388523"/>
                <a:gd name="connsiteY28" fmla="*/ 47541 h 319670"/>
                <a:gd name="connsiteX29" fmla="*/ 106557 w 388523"/>
                <a:gd name="connsiteY29" fmla="*/ 45901 h 319670"/>
                <a:gd name="connsiteX30" fmla="*/ 109836 w 388523"/>
                <a:gd name="connsiteY30" fmla="*/ 44262 h 319670"/>
                <a:gd name="connsiteX31" fmla="*/ 113114 w 388523"/>
                <a:gd name="connsiteY31" fmla="*/ 42623 h 319670"/>
                <a:gd name="connsiteX32" fmla="*/ 114754 w 388523"/>
                <a:gd name="connsiteY32" fmla="*/ 42623 h 319670"/>
                <a:gd name="connsiteX33" fmla="*/ 118032 w 388523"/>
                <a:gd name="connsiteY33" fmla="*/ 40983 h 319670"/>
                <a:gd name="connsiteX34" fmla="*/ 121311 w 388523"/>
                <a:gd name="connsiteY34" fmla="*/ 39344 h 319670"/>
                <a:gd name="connsiteX35" fmla="*/ 124590 w 388523"/>
                <a:gd name="connsiteY35" fmla="*/ 36065 h 319670"/>
                <a:gd name="connsiteX36" fmla="*/ 129508 w 388523"/>
                <a:gd name="connsiteY36" fmla="*/ 32787 h 319670"/>
                <a:gd name="connsiteX37" fmla="*/ 132786 w 388523"/>
                <a:gd name="connsiteY37" fmla="*/ 29508 h 319670"/>
                <a:gd name="connsiteX38" fmla="*/ 134426 w 388523"/>
                <a:gd name="connsiteY38" fmla="*/ 26229 h 319670"/>
                <a:gd name="connsiteX39" fmla="*/ 137704 w 388523"/>
                <a:gd name="connsiteY39" fmla="*/ 22951 h 319670"/>
                <a:gd name="connsiteX40" fmla="*/ 140983 w 388523"/>
                <a:gd name="connsiteY40" fmla="*/ 21311 h 319670"/>
                <a:gd name="connsiteX41" fmla="*/ 145901 w 388523"/>
                <a:gd name="connsiteY41" fmla="*/ 19672 h 319670"/>
                <a:gd name="connsiteX42" fmla="*/ 149180 w 388523"/>
                <a:gd name="connsiteY42" fmla="*/ 19672 h 319670"/>
                <a:gd name="connsiteX43" fmla="*/ 152458 w 388523"/>
                <a:gd name="connsiteY43" fmla="*/ 19672 h 319670"/>
                <a:gd name="connsiteX44" fmla="*/ 149180 w 388523"/>
                <a:gd name="connsiteY44" fmla="*/ 22951 h 319670"/>
                <a:gd name="connsiteX45" fmla="*/ 145901 w 388523"/>
                <a:gd name="connsiteY45" fmla="*/ 26229 h 319670"/>
                <a:gd name="connsiteX46" fmla="*/ 142623 w 388523"/>
                <a:gd name="connsiteY46" fmla="*/ 29508 h 319670"/>
                <a:gd name="connsiteX47" fmla="*/ 147540 w 388523"/>
                <a:gd name="connsiteY47" fmla="*/ 27869 h 319670"/>
                <a:gd name="connsiteX48" fmla="*/ 150819 w 388523"/>
                <a:gd name="connsiteY48" fmla="*/ 26229 h 319670"/>
                <a:gd name="connsiteX49" fmla="*/ 154098 w 388523"/>
                <a:gd name="connsiteY49" fmla="*/ 22951 h 319670"/>
                <a:gd name="connsiteX50" fmla="*/ 157376 w 388523"/>
                <a:gd name="connsiteY50" fmla="*/ 19672 h 319670"/>
                <a:gd name="connsiteX51" fmla="*/ 160655 w 388523"/>
                <a:gd name="connsiteY51" fmla="*/ 16393 h 319670"/>
                <a:gd name="connsiteX52" fmla="*/ 163934 w 388523"/>
                <a:gd name="connsiteY52" fmla="*/ 13115 h 319670"/>
                <a:gd name="connsiteX53" fmla="*/ 165573 w 388523"/>
                <a:gd name="connsiteY53" fmla="*/ 9836 h 319670"/>
                <a:gd name="connsiteX54" fmla="*/ 170491 w 388523"/>
                <a:gd name="connsiteY54" fmla="*/ 6557 h 319670"/>
                <a:gd name="connsiteX55" fmla="*/ 173770 w 388523"/>
                <a:gd name="connsiteY55" fmla="*/ 9836 h 319670"/>
                <a:gd name="connsiteX56" fmla="*/ 170491 w 388523"/>
                <a:gd name="connsiteY56" fmla="*/ 13115 h 319670"/>
                <a:gd name="connsiteX57" fmla="*/ 167213 w 388523"/>
                <a:gd name="connsiteY57" fmla="*/ 14754 h 319670"/>
                <a:gd name="connsiteX58" fmla="*/ 163934 w 388523"/>
                <a:gd name="connsiteY58" fmla="*/ 18033 h 319670"/>
                <a:gd name="connsiteX59" fmla="*/ 159016 w 388523"/>
                <a:gd name="connsiteY59" fmla="*/ 19672 h 319670"/>
                <a:gd name="connsiteX60" fmla="*/ 157376 w 388523"/>
                <a:gd name="connsiteY60" fmla="*/ 24590 h 319670"/>
                <a:gd name="connsiteX61" fmla="*/ 160655 w 388523"/>
                <a:gd name="connsiteY61" fmla="*/ 22951 h 319670"/>
                <a:gd name="connsiteX62" fmla="*/ 163934 w 388523"/>
                <a:gd name="connsiteY62" fmla="*/ 18033 h 319670"/>
                <a:gd name="connsiteX63" fmla="*/ 168852 w 388523"/>
                <a:gd name="connsiteY63" fmla="*/ 18033 h 319670"/>
                <a:gd name="connsiteX64" fmla="*/ 172130 w 388523"/>
                <a:gd name="connsiteY64" fmla="*/ 18033 h 319670"/>
                <a:gd name="connsiteX65" fmla="*/ 175409 w 388523"/>
                <a:gd name="connsiteY65" fmla="*/ 14754 h 319670"/>
                <a:gd name="connsiteX66" fmla="*/ 180327 w 388523"/>
                <a:gd name="connsiteY66" fmla="*/ 11475 h 319670"/>
                <a:gd name="connsiteX67" fmla="*/ 180327 w 388523"/>
                <a:gd name="connsiteY67" fmla="*/ 8197 h 319670"/>
                <a:gd name="connsiteX68" fmla="*/ 178688 w 388523"/>
                <a:gd name="connsiteY68" fmla="*/ 3279 h 319670"/>
                <a:gd name="connsiteX69" fmla="*/ 180327 w 388523"/>
                <a:gd name="connsiteY69" fmla="*/ 0 h 319670"/>
                <a:gd name="connsiteX70" fmla="*/ 181966 w 388523"/>
                <a:gd name="connsiteY70" fmla="*/ 1639 h 319670"/>
                <a:gd name="connsiteX71" fmla="*/ 185245 w 388523"/>
                <a:gd name="connsiteY71" fmla="*/ 0 h 319670"/>
                <a:gd name="connsiteX72" fmla="*/ 190163 w 388523"/>
                <a:gd name="connsiteY72" fmla="*/ 1639 h 319670"/>
                <a:gd name="connsiteX73" fmla="*/ 193442 w 388523"/>
                <a:gd name="connsiteY73" fmla="*/ 3279 h 319670"/>
                <a:gd name="connsiteX74" fmla="*/ 196720 w 388523"/>
                <a:gd name="connsiteY74" fmla="*/ 3279 h 319670"/>
                <a:gd name="connsiteX75" fmla="*/ 199999 w 388523"/>
                <a:gd name="connsiteY75" fmla="*/ 6557 h 319670"/>
                <a:gd name="connsiteX76" fmla="*/ 204917 w 388523"/>
                <a:gd name="connsiteY76" fmla="*/ 6557 h 319670"/>
                <a:gd name="connsiteX77" fmla="*/ 208196 w 388523"/>
                <a:gd name="connsiteY77" fmla="*/ 9836 h 319670"/>
                <a:gd name="connsiteX78" fmla="*/ 211475 w 388523"/>
                <a:gd name="connsiteY78" fmla="*/ 9836 h 319670"/>
                <a:gd name="connsiteX79" fmla="*/ 214753 w 388523"/>
                <a:gd name="connsiteY79" fmla="*/ 9836 h 319670"/>
                <a:gd name="connsiteX80" fmla="*/ 219671 w 388523"/>
                <a:gd name="connsiteY80" fmla="*/ 8197 h 319670"/>
                <a:gd name="connsiteX81" fmla="*/ 222950 w 388523"/>
                <a:gd name="connsiteY81" fmla="*/ 9836 h 319670"/>
                <a:gd name="connsiteX82" fmla="*/ 226229 w 388523"/>
                <a:gd name="connsiteY82" fmla="*/ 9836 h 319670"/>
                <a:gd name="connsiteX83" fmla="*/ 231147 w 388523"/>
                <a:gd name="connsiteY83" fmla="*/ 11475 h 319670"/>
                <a:gd name="connsiteX84" fmla="*/ 234425 w 388523"/>
                <a:gd name="connsiteY84" fmla="*/ 9836 h 319670"/>
                <a:gd name="connsiteX85" fmla="*/ 237704 w 388523"/>
                <a:gd name="connsiteY85" fmla="*/ 11475 h 319670"/>
                <a:gd name="connsiteX86" fmla="*/ 237704 w 388523"/>
                <a:gd name="connsiteY86" fmla="*/ 14754 h 319670"/>
                <a:gd name="connsiteX87" fmla="*/ 237704 w 388523"/>
                <a:gd name="connsiteY87" fmla="*/ 18033 h 319670"/>
                <a:gd name="connsiteX88" fmla="*/ 237704 w 388523"/>
                <a:gd name="connsiteY88" fmla="*/ 22951 h 319670"/>
                <a:gd name="connsiteX89" fmla="*/ 237704 w 388523"/>
                <a:gd name="connsiteY89" fmla="*/ 26229 h 319670"/>
                <a:gd name="connsiteX90" fmla="*/ 236065 w 388523"/>
                <a:gd name="connsiteY90" fmla="*/ 29508 h 319670"/>
                <a:gd name="connsiteX91" fmla="*/ 236065 w 388523"/>
                <a:gd name="connsiteY91" fmla="*/ 32787 h 319670"/>
                <a:gd name="connsiteX92" fmla="*/ 236065 w 388523"/>
                <a:gd name="connsiteY92" fmla="*/ 37705 h 319670"/>
                <a:gd name="connsiteX93" fmla="*/ 237704 w 388523"/>
                <a:gd name="connsiteY93" fmla="*/ 40983 h 319670"/>
                <a:gd name="connsiteX94" fmla="*/ 240983 w 388523"/>
                <a:gd name="connsiteY94" fmla="*/ 44262 h 319670"/>
                <a:gd name="connsiteX95" fmla="*/ 245901 w 388523"/>
                <a:gd name="connsiteY95" fmla="*/ 45901 h 319670"/>
                <a:gd name="connsiteX96" fmla="*/ 249179 w 388523"/>
                <a:gd name="connsiteY96" fmla="*/ 45901 h 319670"/>
                <a:gd name="connsiteX97" fmla="*/ 254097 w 388523"/>
                <a:gd name="connsiteY97" fmla="*/ 45901 h 319670"/>
                <a:gd name="connsiteX98" fmla="*/ 257376 w 388523"/>
                <a:gd name="connsiteY98" fmla="*/ 44262 h 319670"/>
                <a:gd name="connsiteX99" fmla="*/ 260655 w 388523"/>
                <a:gd name="connsiteY99" fmla="*/ 44262 h 319670"/>
                <a:gd name="connsiteX100" fmla="*/ 263933 w 388523"/>
                <a:gd name="connsiteY100" fmla="*/ 44262 h 319670"/>
                <a:gd name="connsiteX101" fmla="*/ 268851 w 388523"/>
                <a:gd name="connsiteY101" fmla="*/ 44262 h 319670"/>
                <a:gd name="connsiteX102" fmla="*/ 272130 w 388523"/>
                <a:gd name="connsiteY102" fmla="*/ 44262 h 319670"/>
                <a:gd name="connsiteX103" fmla="*/ 270491 w 388523"/>
                <a:gd name="connsiteY103" fmla="*/ 47541 h 319670"/>
                <a:gd name="connsiteX104" fmla="*/ 268851 w 388523"/>
                <a:gd name="connsiteY104" fmla="*/ 52459 h 319670"/>
                <a:gd name="connsiteX105" fmla="*/ 263933 w 388523"/>
                <a:gd name="connsiteY105" fmla="*/ 54098 h 319670"/>
                <a:gd name="connsiteX106" fmla="*/ 262294 w 388523"/>
                <a:gd name="connsiteY106" fmla="*/ 57377 h 319670"/>
                <a:gd name="connsiteX107" fmla="*/ 260655 w 388523"/>
                <a:gd name="connsiteY107" fmla="*/ 60655 h 319670"/>
                <a:gd name="connsiteX108" fmla="*/ 263933 w 388523"/>
                <a:gd name="connsiteY108" fmla="*/ 63934 h 319670"/>
                <a:gd name="connsiteX109" fmla="*/ 267212 w 388523"/>
                <a:gd name="connsiteY109" fmla="*/ 67213 h 319670"/>
                <a:gd name="connsiteX110" fmla="*/ 268851 w 388523"/>
                <a:gd name="connsiteY110" fmla="*/ 70492 h 319670"/>
                <a:gd name="connsiteX111" fmla="*/ 267212 w 388523"/>
                <a:gd name="connsiteY111" fmla="*/ 73770 h 319670"/>
                <a:gd name="connsiteX112" fmla="*/ 262294 w 388523"/>
                <a:gd name="connsiteY112" fmla="*/ 77049 h 319670"/>
                <a:gd name="connsiteX113" fmla="*/ 260655 w 388523"/>
                <a:gd name="connsiteY113" fmla="*/ 81967 h 319670"/>
                <a:gd name="connsiteX114" fmla="*/ 257376 w 388523"/>
                <a:gd name="connsiteY114" fmla="*/ 83606 h 319670"/>
                <a:gd name="connsiteX115" fmla="*/ 259015 w 388523"/>
                <a:gd name="connsiteY115" fmla="*/ 88524 h 319670"/>
                <a:gd name="connsiteX116" fmla="*/ 262294 w 388523"/>
                <a:gd name="connsiteY116" fmla="*/ 88524 h 319670"/>
                <a:gd name="connsiteX117" fmla="*/ 267212 w 388523"/>
                <a:gd name="connsiteY117" fmla="*/ 88524 h 319670"/>
                <a:gd name="connsiteX118" fmla="*/ 267212 w 388523"/>
                <a:gd name="connsiteY118" fmla="*/ 91803 h 319670"/>
                <a:gd name="connsiteX119" fmla="*/ 263933 w 388523"/>
                <a:gd name="connsiteY119" fmla="*/ 91803 h 319670"/>
                <a:gd name="connsiteX120" fmla="*/ 259015 w 388523"/>
                <a:gd name="connsiteY120" fmla="*/ 95082 h 319670"/>
                <a:gd name="connsiteX121" fmla="*/ 257376 w 388523"/>
                <a:gd name="connsiteY121" fmla="*/ 98360 h 319670"/>
                <a:gd name="connsiteX122" fmla="*/ 260655 w 388523"/>
                <a:gd name="connsiteY122" fmla="*/ 96721 h 319670"/>
                <a:gd name="connsiteX123" fmla="*/ 259015 w 388523"/>
                <a:gd name="connsiteY123" fmla="*/ 100000 h 319670"/>
                <a:gd name="connsiteX124" fmla="*/ 255737 w 388523"/>
                <a:gd name="connsiteY124" fmla="*/ 103278 h 319670"/>
                <a:gd name="connsiteX125" fmla="*/ 254097 w 388523"/>
                <a:gd name="connsiteY125" fmla="*/ 106557 h 319670"/>
                <a:gd name="connsiteX126" fmla="*/ 257376 w 388523"/>
                <a:gd name="connsiteY126" fmla="*/ 106557 h 319670"/>
                <a:gd name="connsiteX127" fmla="*/ 259015 w 388523"/>
                <a:gd name="connsiteY127" fmla="*/ 106557 h 319670"/>
                <a:gd name="connsiteX128" fmla="*/ 260655 w 388523"/>
                <a:gd name="connsiteY128" fmla="*/ 106557 h 319670"/>
                <a:gd name="connsiteX129" fmla="*/ 263933 w 388523"/>
                <a:gd name="connsiteY129" fmla="*/ 106557 h 319670"/>
                <a:gd name="connsiteX130" fmla="*/ 268851 w 388523"/>
                <a:gd name="connsiteY130" fmla="*/ 104917 h 319670"/>
                <a:gd name="connsiteX131" fmla="*/ 268851 w 388523"/>
                <a:gd name="connsiteY131" fmla="*/ 109836 h 319670"/>
                <a:gd name="connsiteX132" fmla="*/ 265573 w 388523"/>
                <a:gd name="connsiteY132" fmla="*/ 113114 h 319670"/>
                <a:gd name="connsiteX133" fmla="*/ 268851 w 388523"/>
                <a:gd name="connsiteY133" fmla="*/ 114754 h 319670"/>
                <a:gd name="connsiteX134" fmla="*/ 273769 w 388523"/>
                <a:gd name="connsiteY134" fmla="*/ 114754 h 319670"/>
                <a:gd name="connsiteX135" fmla="*/ 277048 w 388523"/>
                <a:gd name="connsiteY135" fmla="*/ 116393 h 319670"/>
                <a:gd name="connsiteX136" fmla="*/ 280327 w 388523"/>
                <a:gd name="connsiteY136" fmla="*/ 116393 h 319670"/>
                <a:gd name="connsiteX137" fmla="*/ 281966 w 388523"/>
                <a:gd name="connsiteY137" fmla="*/ 116393 h 319670"/>
                <a:gd name="connsiteX138" fmla="*/ 285245 w 388523"/>
                <a:gd name="connsiteY138" fmla="*/ 118032 h 319670"/>
                <a:gd name="connsiteX139" fmla="*/ 288523 w 388523"/>
                <a:gd name="connsiteY139" fmla="*/ 119672 h 319670"/>
                <a:gd name="connsiteX140" fmla="*/ 293441 w 388523"/>
                <a:gd name="connsiteY140" fmla="*/ 119672 h 319670"/>
                <a:gd name="connsiteX141" fmla="*/ 296720 w 388523"/>
                <a:gd name="connsiteY141" fmla="*/ 121311 h 319670"/>
                <a:gd name="connsiteX142" fmla="*/ 299999 w 388523"/>
                <a:gd name="connsiteY142" fmla="*/ 121311 h 319670"/>
                <a:gd name="connsiteX143" fmla="*/ 304917 w 388523"/>
                <a:gd name="connsiteY143" fmla="*/ 121311 h 319670"/>
                <a:gd name="connsiteX144" fmla="*/ 308195 w 388523"/>
                <a:gd name="connsiteY144" fmla="*/ 121311 h 319670"/>
                <a:gd name="connsiteX145" fmla="*/ 311474 w 388523"/>
                <a:gd name="connsiteY145" fmla="*/ 119672 h 319670"/>
                <a:gd name="connsiteX146" fmla="*/ 314753 w 388523"/>
                <a:gd name="connsiteY146" fmla="*/ 121311 h 319670"/>
                <a:gd name="connsiteX147" fmla="*/ 319671 w 388523"/>
                <a:gd name="connsiteY147" fmla="*/ 119672 h 319670"/>
                <a:gd name="connsiteX148" fmla="*/ 322950 w 388523"/>
                <a:gd name="connsiteY148" fmla="*/ 121311 h 319670"/>
                <a:gd name="connsiteX149" fmla="*/ 326228 w 388523"/>
                <a:gd name="connsiteY149" fmla="*/ 122950 h 319670"/>
                <a:gd name="connsiteX150" fmla="*/ 331146 w 388523"/>
                <a:gd name="connsiteY150" fmla="*/ 122950 h 319670"/>
                <a:gd name="connsiteX151" fmla="*/ 334425 w 388523"/>
                <a:gd name="connsiteY151" fmla="*/ 124590 h 319670"/>
                <a:gd name="connsiteX152" fmla="*/ 337703 w 388523"/>
                <a:gd name="connsiteY152" fmla="*/ 124590 h 319670"/>
                <a:gd name="connsiteX153" fmla="*/ 340982 w 388523"/>
                <a:gd name="connsiteY153" fmla="*/ 124590 h 319670"/>
                <a:gd name="connsiteX154" fmla="*/ 339343 w 388523"/>
                <a:gd name="connsiteY154" fmla="*/ 127868 h 319670"/>
                <a:gd name="connsiteX155" fmla="*/ 342622 w 388523"/>
                <a:gd name="connsiteY155" fmla="*/ 126229 h 319670"/>
                <a:gd name="connsiteX156" fmla="*/ 347540 w 388523"/>
                <a:gd name="connsiteY156" fmla="*/ 124590 h 319670"/>
                <a:gd name="connsiteX157" fmla="*/ 342622 w 388523"/>
                <a:gd name="connsiteY157" fmla="*/ 127868 h 319670"/>
                <a:gd name="connsiteX158" fmla="*/ 347540 w 388523"/>
                <a:gd name="connsiteY158" fmla="*/ 127868 h 319670"/>
                <a:gd name="connsiteX159" fmla="*/ 345900 w 388523"/>
                <a:gd name="connsiteY159" fmla="*/ 129508 h 319670"/>
                <a:gd name="connsiteX160" fmla="*/ 342622 w 388523"/>
                <a:gd name="connsiteY160" fmla="*/ 131147 h 319670"/>
                <a:gd name="connsiteX161" fmla="*/ 345900 w 388523"/>
                <a:gd name="connsiteY161" fmla="*/ 129508 h 319670"/>
                <a:gd name="connsiteX162" fmla="*/ 349179 w 388523"/>
                <a:gd name="connsiteY162" fmla="*/ 129508 h 319670"/>
                <a:gd name="connsiteX163" fmla="*/ 352457 w 388523"/>
                <a:gd name="connsiteY163" fmla="*/ 129508 h 319670"/>
                <a:gd name="connsiteX164" fmla="*/ 357375 w 388523"/>
                <a:gd name="connsiteY164" fmla="*/ 131147 h 319670"/>
                <a:gd name="connsiteX165" fmla="*/ 360654 w 388523"/>
                <a:gd name="connsiteY165" fmla="*/ 127868 h 319670"/>
                <a:gd name="connsiteX166" fmla="*/ 359015 w 388523"/>
                <a:gd name="connsiteY166" fmla="*/ 132786 h 319670"/>
                <a:gd name="connsiteX167" fmla="*/ 362294 w 388523"/>
                <a:gd name="connsiteY167" fmla="*/ 131147 h 319670"/>
                <a:gd name="connsiteX168" fmla="*/ 365572 w 388523"/>
                <a:gd name="connsiteY168" fmla="*/ 131147 h 319670"/>
                <a:gd name="connsiteX169" fmla="*/ 368851 w 388523"/>
                <a:gd name="connsiteY169" fmla="*/ 132786 h 319670"/>
                <a:gd name="connsiteX170" fmla="*/ 373769 w 388523"/>
                <a:gd name="connsiteY170" fmla="*/ 136065 h 319670"/>
                <a:gd name="connsiteX171" fmla="*/ 373769 w 388523"/>
                <a:gd name="connsiteY171" fmla="*/ 139344 h 319670"/>
                <a:gd name="connsiteX172" fmla="*/ 373769 w 388523"/>
                <a:gd name="connsiteY172" fmla="*/ 142622 h 319670"/>
                <a:gd name="connsiteX173" fmla="*/ 373769 w 388523"/>
                <a:gd name="connsiteY173" fmla="*/ 145901 h 319670"/>
                <a:gd name="connsiteX174" fmla="*/ 378687 w 388523"/>
                <a:gd name="connsiteY174" fmla="*/ 145901 h 319670"/>
                <a:gd name="connsiteX175" fmla="*/ 378687 w 388523"/>
                <a:gd name="connsiteY175" fmla="*/ 149180 h 319670"/>
                <a:gd name="connsiteX176" fmla="*/ 377047 w 388523"/>
                <a:gd name="connsiteY176" fmla="*/ 152458 h 319670"/>
                <a:gd name="connsiteX177" fmla="*/ 377047 w 388523"/>
                <a:gd name="connsiteY177" fmla="*/ 157376 h 319670"/>
                <a:gd name="connsiteX178" fmla="*/ 381966 w 388523"/>
                <a:gd name="connsiteY178" fmla="*/ 157376 h 319670"/>
                <a:gd name="connsiteX179" fmla="*/ 385244 w 388523"/>
                <a:gd name="connsiteY179" fmla="*/ 154098 h 319670"/>
                <a:gd name="connsiteX180" fmla="*/ 385244 w 388523"/>
                <a:gd name="connsiteY180" fmla="*/ 159016 h 319670"/>
                <a:gd name="connsiteX181" fmla="*/ 381966 w 388523"/>
                <a:gd name="connsiteY181" fmla="*/ 160655 h 319670"/>
                <a:gd name="connsiteX182" fmla="*/ 383605 w 388523"/>
                <a:gd name="connsiteY182" fmla="*/ 163934 h 319670"/>
                <a:gd name="connsiteX183" fmla="*/ 383605 w 388523"/>
                <a:gd name="connsiteY183" fmla="*/ 165573 h 319670"/>
                <a:gd name="connsiteX184" fmla="*/ 383605 w 388523"/>
                <a:gd name="connsiteY184" fmla="*/ 167212 h 319670"/>
                <a:gd name="connsiteX185" fmla="*/ 380326 w 388523"/>
                <a:gd name="connsiteY185" fmla="*/ 167212 h 319670"/>
                <a:gd name="connsiteX186" fmla="*/ 381966 w 388523"/>
                <a:gd name="connsiteY186" fmla="*/ 170491 h 319670"/>
                <a:gd name="connsiteX187" fmla="*/ 381966 w 388523"/>
                <a:gd name="connsiteY187" fmla="*/ 170491 h 319670"/>
                <a:gd name="connsiteX188" fmla="*/ 381966 w 388523"/>
                <a:gd name="connsiteY188" fmla="*/ 170491 h 319670"/>
                <a:gd name="connsiteX189" fmla="*/ 383605 w 388523"/>
                <a:gd name="connsiteY189" fmla="*/ 172130 h 319670"/>
                <a:gd name="connsiteX190" fmla="*/ 385244 w 388523"/>
                <a:gd name="connsiteY190" fmla="*/ 175409 h 319670"/>
                <a:gd name="connsiteX191" fmla="*/ 385244 w 388523"/>
                <a:gd name="connsiteY191" fmla="*/ 180327 h 319670"/>
                <a:gd name="connsiteX192" fmla="*/ 388523 w 388523"/>
                <a:gd name="connsiteY192" fmla="*/ 177048 h 319670"/>
                <a:gd name="connsiteX193" fmla="*/ 388523 w 388523"/>
                <a:gd name="connsiteY193" fmla="*/ 177048 h 319670"/>
                <a:gd name="connsiteX194" fmla="*/ 386884 w 388523"/>
                <a:gd name="connsiteY194" fmla="*/ 181966 h 319670"/>
                <a:gd name="connsiteX195" fmla="*/ 383605 w 388523"/>
                <a:gd name="connsiteY195" fmla="*/ 181966 h 319670"/>
                <a:gd name="connsiteX196" fmla="*/ 380326 w 388523"/>
                <a:gd name="connsiteY196" fmla="*/ 178688 h 319670"/>
                <a:gd name="connsiteX197" fmla="*/ 378687 w 388523"/>
                <a:gd name="connsiteY197" fmla="*/ 178688 h 319670"/>
                <a:gd name="connsiteX198" fmla="*/ 375408 w 388523"/>
                <a:gd name="connsiteY198" fmla="*/ 180327 h 319670"/>
                <a:gd name="connsiteX199" fmla="*/ 373769 w 388523"/>
                <a:gd name="connsiteY199" fmla="*/ 183606 h 319670"/>
                <a:gd name="connsiteX200" fmla="*/ 375408 w 388523"/>
                <a:gd name="connsiteY200" fmla="*/ 185245 h 319670"/>
                <a:gd name="connsiteX201" fmla="*/ 373769 w 388523"/>
                <a:gd name="connsiteY201" fmla="*/ 186884 h 319670"/>
                <a:gd name="connsiteX202" fmla="*/ 373769 w 388523"/>
                <a:gd name="connsiteY202" fmla="*/ 190163 h 319670"/>
                <a:gd name="connsiteX203" fmla="*/ 372130 w 388523"/>
                <a:gd name="connsiteY203" fmla="*/ 191802 h 319670"/>
                <a:gd name="connsiteX204" fmla="*/ 368851 w 388523"/>
                <a:gd name="connsiteY204" fmla="*/ 195081 h 319670"/>
                <a:gd name="connsiteX205" fmla="*/ 365572 w 388523"/>
                <a:gd name="connsiteY205" fmla="*/ 193442 h 319670"/>
                <a:gd name="connsiteX206" fmla="*/ 360654 w 388523"/>
                <a:gd name="connsiteY206" fmla="*/ 193442 h 319670"/>
                <a:gd name="connsiteX207" fmla="*/ 357375 w 388523"/>
                <a:gd name="connsiteY207" fmla="*/ 191802 h 319670"/>
                <a:gd name="connsiteX208" fmla="*/ 354097 w 388523"/>
                <a:gd name="connsiteY208" fmla="*/ 190163 h 319670"/>
                <a:gd name="connsiteX209" fmla="*/ 354097 w 388523"/>
                <a:gd name="connsiteY209" fmla="*/ 185245 h 319670"/>
                <a:gd name="connsiteX210" fmla="*/ 349179 w 388523"/>
                <a:gd name="connsiteY210" fmla="*/ 185245 h 319670"/>
                <a:gd name="connsiteX211" fmla="*/ 345900 w 388523"/>
                <a:gd name="connsiteY211" fmla="*/ 185245 h 319670"/>
                <a:gd name="connsiteX212" fmla="*/ 342622 w 388523"/>
                <a:gd name="connsiteY212" fmla="*/ 188524 h 319670"/>
                <a:gd name="connsiteX213" fmla="*/ 344261 w 388523"/>
                <a:gd name="connsiteY213" fmla="*/ 185245 h 319670"/>
                <a:gd name="connsiteX214" fmla="*/ 345900 w 388523"/>
                <a:gd name="connsiteY214" fmla="*/ 181966 h 319670"/>
                <a:gd name="connsiteX215" fmla="*/ 342622 w 388523"/>
                <a:gd name="connsiteY215" fmla="*/ 180327 h 319670"/>
                <a:gd name="connsiteX216" fmla="*/ 339343 w 388523"/>
                <a:gd name="connsiteY216" fmla="*/ 181966 h 319670"/>
                <a:gd name="connsiteX217" fmla="*/ 342622 w 388523"/>
                <a:gd name="connsiteY217" fmla="*/ 178688 h 319670"/>
                <a:gd name="connsiteX218" fmla="*/ 344261 w 388523"/>
                <a:gd name="connsiteY218" fmla="*/ 175409 h 319670"/>
                <a:gd name="connsiteX219" fmla="*/ 340982 w 388523"/>
                <a:gd name="connsiteY219" fmla="*/ 175409 h 319670"/>
                <a:gd name="connsiteX220" fmla="*/ 339343 w 388523"/>
                <a:gd name="connsiteY220" fmla="*/ 172130 h 319670"/>
                <a:gd name="connsiteX221" fmla="*/ 337703 w 388523"/>
                <a:gd name="connsiteY221" fmla="*/ 172130 h 319670"/>
                <a:gd name="connsiteX222" fmla="*/ 337703 w 388523"/>
                <a:gd name="connsiteY222" fmla="*/ 172130 h 319670"/>
                <a:gd name="connsiteX223" fmla="*/ 339343 w 388523"/>
                <a:gd name="connsiteY223" fmla="*/ 168852 h 319670"/>
                <a:gd name="connsiteX224" fmla="*/ 337703 w 388523"/>
                <a:gd name="connsiteY224" fmla="*/ 163934 h 319670"/>
                <a:gd name="connsiteX225" fmla="*/ 334425 w 388523"/>
                <a:gd name="connsiteY225" fmla="*/ 162294 h 319670"/>
                <a:gd name="connsiteX226" fmla="*/ 331146 w 388523"/>
                <a:gd name="connsiteY226" fmla="*/ 160655 h 319670"/>
                <a:gd name="connsiteX227" fmla="*/ 327867 w 388523"/>
                <a:gd name="connsiteY227" fmla="*/ 160655 h 319670"/>
                <a:gd name="connsiteX228" fmla="*/ 329507 w 388523"/>
                <a:gd name="connsiteY228" fmla="*/ 163934 h 319670"/>
                <a:gd name="connsiteX229" fmla="*/ 331146 w 388523"/>
                <a:gd name="connsiteY229" fmla="*/ 168852 h 319670"/>
                <a:gd name="connsiteX230" fmla="*/ 331146 w 388523"/>
                <a:gd name="connsiteY230" fmla="*/ 172130 h 319670"/>
                <a:gd name="connsiteX231" fmla="*/ 332785 w 388523"/>
                <a:gd name="connsiteY231" fmla="*/ 175409 h 319670"/>
                <a:gd name="connsiteX232" fmla="*/ 332785 w 388523"/>
                <a:gd name="connsiteY232" fmla="*/ 178688 h 319670"/>
                <a:gd name="connsiteX233" fmla="*/ 332785 w 388523"/>
                <a:gd name="connsiteY233" fmla="*/ 183606 h 319670"/>
                <a:gd name="connsiteX234" fmla="*/ 331146 w 388523"/>
                <a:gd name="connsiteY234" fmla="*/ 186884 h 319670"/>
                <a:gd name="connsiteX235" fmla="*/ 327867 w 388523"/>
                <a:gd name="connsiteY235" fmla="*/ 190163 h 319670"/>
                <a:gd name="connsiteX236" fmla="*/ 324589 w 388523"/>
                <a:gd name="connsiteY236" fmla="*/ 193442 h 319670"/>
                <a:gd name="connsiteX237" fmla="*/ 319671 w 388523"/>
                <a:gd name="connsiteY237" fmla="*/ 196720 h 319670"/>
                <a:gd name="connsiteX238" fmla="*/ 316392 w 388523"/>
                <a:gd name="connsiteY238" fmla="*/ 199999 h 319670"/>
                <a:gd name="connsiteX239" fmla="*/ 313113 w 388523"/>
                <a:gd name="connsiteY239" fmla="*/ 201638 h 319670"/>
                <a:gd name="connsiteX240" fmla="*/ 309835 w 388523"/>
                <a:gd name="connsiteY240" fmla="*/ 206557 h 319670"/>
                <a:gd name="connsiteX241" fmla="*/ 306556 w 388523"/>
                <a:gd name="connsiteY241" fmla="*/ 209835 h 319670"/>
                <a:gd name="connsiteX242" fmla="*/ 303277 w 388523"/>
                <a:gd name="connsiteY242" fmla="*/ 213114 h 319670"/>
                <a:gd name="connsiteX243" fmla="*/ 301638 w 388523"/>
                <a:gd name="connsiteY243" fmla="*/ 218032 h 319670"/>
                <a:gd name="connsiteX244" fmla="*/ 299999 w 388523"/>
                <a:gd name="connsiteY244" fmla="*/ 221310 h 319670"/>
                <a:gd name="connsiteX245" fmla="*/ 298360 w 388523"/>
                <a:gd name="connsiteY245" fmla="*/ 224589 h 319670"/>
                <a:gd name="connsiteX246" fmla="*/ 296720 w 388523"/>
                <a:gd name="connsiteY246" fmla="*/ 227868 h 319670"/>
                <a:gd name="connsiteX247" fmla="*/ 295081 w 388523"/>
                <a:gd name="connsiteY247" fmla="*/ 232786 h 319670"/>
                <a:gd name="connsiteX248" fmla="*/ 295081 w 388523"/>
                <a:gd name="connsiteY248" fmla="*/ 236064 h 319670"/>
                <a:gd name="connsiteX249" fmla="*/ 291802 w 388523"/>
                <a:gd name="connsiteY249" fmla="*/ 239343 h 319670"/>
                <a:gd name="connsiteX250" fmla="*/ 290163 w 388523"/>
                <a:gd name="connsiteY250" fmla="*/ 244261 h 319670"/>
                <a:gd name="connsiteX251" fmla="*/ 286884 w 388523"/>
                <a:gd name="connsiteY251" fmla="*/ 245901 h 319670"/>
                <a:gd name="connsiteX252" fmla="*/ 281966 w 388523"/>
                <a:gd name="connsiteY252" fmla="*/ 249179 h 319670"/>
                <a:gd name="connsiteX253" fmla="*/ 278687 w 388523"/>
                <a:gd name="connsiteY253" fmla="*/ 249179 h 319670"/>
                <a:gd name="connsiteX254" fmla="*/ 275409 w 388523"/>
                <a:gd name="connsiteY254" fmla="*/ 252458 h 319670"/>
                <a:gd name="connsiteX255" fmla="*/ 270491 w 388523"/>
                <a:gd name="connsiteY255" fmla="*/ 255737 h 319670"/>
                <a:gd name="connsiteX256" fmla="*/ 267212 w 388523"/>
                <a:gd name="connsiteY256" fmla="*/ 255737 h 319670"/>
                <a:gd name="connsiteX257" fmla="*/ 263933 w 388523"/>
                <a:gd name="connsiteY257" fmla="*/ 257376 h 319670"/>
                <a:gd name="connsiteX258" fmla="*/ 260655 w 388523"/>
                <a:gd name="connsiteY258" fmla="*/ 259015 h 319670"/>
                <a:gd name="connsiteX259" fmla="*/ 259015 w 388523"/>
                <a:gd name="connsiteY259" fmla="*/ 257376 h 319670"/>
                <a:gd name="connsiteX260" fmla="*/ 259015 w 388523"/>
                <a:gd name="connsiteY260" fmla="*/ 254097 h 319670"/>
                <a:gd name="connsiteX261" fmla="*/ 260655 w 388523"/>
                <a:gd name="connsiteY261" fmla="*/ 250819 h 319670"/>
                <a:gd name="connsiteX262" fmla="*/ 260655 w 388523"/>
                <a:gd name="connsiteY262" fmla="*/ 245901 h 319670"/>
                <a:gd name="connsiteX263" fmla="*/ 262294 w 388523"/>
                <a:gd name="connsiteY263" fmla="*/ 242622 h 319670"/>
                <a:gd name="connsiteX264" fmla="*/ 263933 w 388523"/>
                <a:gd name="connsiteY264" fmla="*/ 239343 h 319670"/>
                <a:gd name="connsiteX265" fmla="*/ 263933 w 388523"/>
                <a:gd name="connsiteY265" fmla="*/ 236064 h 319670"/>
                <a:gd name="connsiteX266" fmla="*/ 263933 w 388523"/>
                <a:gd name="connsiteY266" fmla="*/ 231147 h 319670"/>
                <a:gd name="connsiteX267" fmla="*/ 265573 w 388523"/>
                <a:gd name="connsiteY267" fmla="*/ 227868 h 319670"/>
                <a:gd name="connsiteX268" fmla="*/ 267212 w 388523"/>
                <a:gd name="connsiteY268" fmla="*/ 224589 h 319670"/>
                <a:gd name="connsiteX269" fmla="*/ 267212 w 388523"/>
                <a:gd name="connsiteY269" fmla="*/ 219671 h 319670"/>
                <a:gd name="connsiteX270" fmla="*/ 267212 w 388523"/>
                <a:gd name="connsiteY270" fmla="*/ 216392 h 319670"/>
                <a:gd name="connsiteX271" fmla="*/ 262294 w 388523"/>
                <a:gd name="connsiteY271" fmla="*/ 213114 h 319670"/>
                <a:gd name="connsiteX272" fmla="*/ 259015 w 388523"/>
                <a:gd name="connsiteY272" fmla="*/ 213114 h 319670"/>
                <a:gd name="connsiteX273" fmla="*/ 255737 w 388523"/>
                <a:gd name="connsiteY273" fmla="*/ 214753 h 319670"/>
                <a:gd name="connsiteX274" fmla="*/ 250819 w 388523"/>
                <a:gd name="connsiteY274" fmla="*/ 216392 h 319670"/>
                <a:gd name="connsiteX275" fmla="*/ 247540 w 388523"/>
                <a:gd name="connsiteY275" fmla="*/ 216392 h 319670"/>
                <a:gd name="connsiteX276" fmla="*/ 244261 w 388523"/>
                <a:gd name="connsiteY276" fmla="*/ 219671 h 319670"/>
                <a:gd name="connsiteX277" fmla="*/ 240983 w 388523"/>
                <a:gd name="connsiteY277" fmla="*/ 224589 h 319670"/>
                <a:gd name="connsiteX278" fmla="*/ 236065 w 388523"/>
                <a:gd name="connsiteY278" fmla="*/ 227868 h 319670"/>
                <a:gd name="connsiteX279" fmla="*/ 232786 w 388523"/>
                <a:gd name="connsiteY279" fmla="*/ 227868 h 319670"/>
                <a:gd name="connsiteX280" fmla="*/ 229507 w 388523"/>
                <a:gd name="connsiteY280" fmla="*/ 231147 h 319670"/>
                <a:gd name="connsiteX281" fmla="*/ 224589 w 388523"/>
                <a:gd name="connsiteY281" fmla="*/ 232786 h 319670"/>
                <a:gd name="connsiteX282" fmla="*/ 221310 w 388523"/>
                <a:gd name="connsiteY282" fmla="*/ 231147 h 319670"/>
                <a:gd name="connsiteX283" fmla="*/ 221310 w 388523"/>
                <a:gd name="connsiteY283" fmla="*/ 231147 h 319670"/>
                <a:gd name="connsiteX284" fmla="*/ 219671 w 388523"/>
                <a:gd name="connsiteY284" fmla="*/ 227868 h 319670"/>
                <a:gd name="connsiteX285" fmla="*/ 221310 w 388523"/>
                <a:gd name="connsiteY285" fmla="*/ 222950 h 319670"/>
                <a:gd name="connsiteX286" fmla="*/ 224589 w 388523"/>
                <a:gd name="connsiteY286" fmla="*/ 219671 h 319670"/>
                <a:gd name="connsiteX287" fmla="*/ 227868 w 388523"/>
                <a:gd name="connsiteY287" fmla="*/ 216392 h 319670"/>
                <a:gd name="connsiteX288" fmla="*/ 231147 w 388523"/>
                <a:gd name="connsiteY288" fmla="*/ 214753 h 319670"/>
                <a:gd name="connsiteX289" fmla="*/ 236065 w 388523"/>
                <a:gd name="connsiteY289" fmla="*/ 213114 h 319670"/>
                <a:gd name="connsiteX290" fmla="*/ 239343 w 388523"/>
                <a:gd name="connsiteY290" fmla="*/ 211474 h 319670"/>
                <a:gd name="connsiteX291" fmla="*/ 240983 w 388523"/>
                <a:gd name="connsiteY291" fmla="*/ 208196 h 319670"/>
                <a:gd name="connsiteX292" fmla="*/ 244261 w 388523"/>
                <a:gd name="connsiteY292" fmla="*/ 203278 h 319670"/>
                <a:gd name="connsiteX293" fmla="*/ 249179 w 388523"/>
                <a:gd name="connsiteY293" fmla="*/ 203278 h 319670"/>
                <a:gd name="connsiteX294" fmla="*/ 252458 w 388523"/>
                <a:gd name="connsiteY294" fmla="*/ 201638 h 319670"/>
                <a:gd name="connsiteX295" fmla="*/ 254097 w 388523"/>
                <a:gd name="connsiteY295" fmla="*/ 198360 h 319670"/>
                <a:gd name="connsiteX296" fmla="*/ 255737 w 388523"/>
                <a:gd name="connsiteY296" fmla="*/ 195081 h 319670"/>
                <a:gd name="connsiteX297" fmla="*/ 257376 w 388523"/>
                <a:gd name="connsiteY297" fmla="*/ 191802 h 319670"/>
                <a:gd name="connsiteX298" fmla="*/ 260655 w 388523"/>
                <a:gd name="connsiteY298" fmla="*/ 186884 h 319670"/>
                <a:gd name="connsiteX299" fmla="*/ 262294 w 388523"/>
                <a:gd name="connsiteY299" fmla="*/ 183606 h 319670"/>
                <a:gd name="connsiteX300" fmla="*/ 263933 w 388523"/>
                <a:gd name="connsiteY300" fmla="*/ 180327 h 319670"/>
                <a:gd name="connsiteX301" fmla="*/ 262294 w 388523"/>
                <a:gd name="connsiteY301" fmla="*/ 175409 h 319670"/>
                <a:gd name="connsiteX302" fmla="*/ 260655 w 388523"/>
                <a:gd name="connsiteY302" fmla="*/ 172130 h 319670"/>
                <a:gd name="connsiteX303" fmla="*/ 265573 w 388523"/>
                <a:gd name="connsiteY303" fmla="*/ 168852 h 319670"/>
                <a:gd name="connsiteX304" fmla="*/ 268851 w 388523"/>
                <a:gd name="connsiteY304" fmla="*/ 168852 h 319670"/>
                <a:gd name="connsiteX305" fmla="*/ 267212 w 388523"/>
                <a:gd name="connsiteY305" fmla="*/ 163934 h 319670"/>
                <a:gd name="connsiteX306" fmla="*/ 268851 w 388523"/>
                <a:gd name="connsiteY306" fmla="*/ 160655 h 319670"/>
                <a:gd name="connsiteX307" fmla="*/ 267212 w 388523"/>
                <a:gd name="connsiteY307" fmla="*/ 157376 h 319670"/>
                <a:gd name="connsiteX308" fmla="*/ 263933 w 388523"/>
                <a:gd name="connsiteY308" fmla="*/ 155737 h 319670"/>
                <a:gd name="connsiteX309" fmla="*/ 259015 w 388523"/>
                <a:gd name="connsiteY309" fmla="*/ 154098 h 319670"/>
                <a:gd name="connsiteX310" fmla="*/ 255737 w 388523"/>
                <a:gd name="connsiteY310" fmla="*/ 152458 h 319670"/>
                <a:gd name="connsiteX311" fmla="*/ 252458 w 388523"/>
                <a:gd name="connsiteY311" fmla="*/ 150819 h 319670"/>
                <a:gd name="connsiteX312" fmla="*/ 249179 w 388523"/>
                <a:gd name="connsiteY312" fmla="*/ 149180 h 319670"/>
                <a:gd name="connsiteX313" fmla="*/ 247540 w 388523"/>
                <a:gd name="connsiteY313" fmla="*/ 144262 h 319670"/>
                <a:gd name="connsiteX314" fmla="*/ 244261 w 388523"/>
                <a:gd name="connsiteY314" fmla="*/ 142622 h 319670"/>
                <a:gd name="connsiteX315" fmla="*/ 242622 w 388523"/>
                <a:gd name="connsiteY315" fmla="*/ 144262 h 319670"/>
                <a:gd name="connsiteX316" fmla="*/ 239343 w 388523"/>
                <a:gd name="connsiteY316" fmla="*/ 144262 h 319670"/>
                <a:gd name="connsiteX317" fmla="*/ 234425 w 388523"/>
                <a:gd name="connsiteY317" fmla="*/ 139344 h 319670"/>
                <a:gd name="connsiteX318" fmla="*/ 231147 w 388523"/>
                <a:gd name="connsiteY318" fmla="*/ 137704 h 319670"/>
                <a:gd name="connsiteX319" fmla="*/ 227868 w 388523"/>
                <a:gd name="connsiteY319" fmla="*/ 139344 h 319670"/>
                <a:gd name="connsiteX320" fmla="*/ 224589 w 388523"/>
                <a:gd name="connsiteY320" fmla="*/ 139344 h 319670"/>
                <a:gd name="connsiteX321" fmla="*/ 221310 w 388523"/>
                <a:gd name="connsiteY321" fmla="*/ 142622 h 319670"/>
                <a:gd name="connsiteX322" fmla="*/ 221310 w 388523"/>
                <a:gd name="connsiteY322" fmla="*/ 144262 h 319670"/>
                <a:gd name="connsiteX323" fmla="*/ 216393 w 388523"/>
                <a:gd name="connsiteY323" fmla="*/ 145901 h 319670"/>
                <a:gd name="connsiteX324" fmla="*/ 214753 w 388523"/>
                <a:gd name="connsiteY324" fmla="*/ 149180 h 319670"/>
                <a:gd name="connsiteX325" fmla="*/ 216393 w 388523"/>
                <a:gd name="connsiteY325" fmla="*/ 154098 h 319670"/>
                <a:gd name="connsiteX326" fmla="*/ 219671 w 388523"/>
                <a:gd name="connsiteY326" fmla="*/ 154098 h 319670"/>
                <a:gd name="connsiteX327" fmla="*/ 214753 w 388523"/>
                <a:gd name="connsiteY327" fmla="*/ 155737 h 319670"/>
                <a:gd name="connsiteX328" fmla="*/ 214753 w 388523"/>
                <a:gd name="connsiteY328" fmla="*/ 155737 h 319670"/>
                <a:gd name="connsiteX329" fmla="*/ 211475 w 388523"/>
                <a:gd name="connsiteY329" fmla="*/ 155737 h 319670"/>
                <a:gd name="connsiteX330" fmla="*/ 208196 w 388523"/>
                <a:gd name="connsiteY330" fmla="*/ 157376 h 319670"/>
                <a:gd name="connsiteX331" fmla="*/ 203278 w 388523"/>
                <a:gd name="connsiteY331" fmla="*/ 159016 h 319670"/>
                <a:gd name="connsiteX332" fmla="*/ 199999 w 388523"/>
                <a:gd name="connsiteY332" fmla="*/ 160655 h 319670"/>
                <a:gd name="connsiteX333" fmla="*/ 198360 w 388523"/>
                <a:gd name="connsiteY333" fmla="*/ 163934 h 319670"/>
                <a:gd name="connsiteX334" fmla="*/ 196720 w 388523"/>
                <a:gd name="connsiteY334" fmla="*/ 168852 h 319670"/>
                <a:gd name="connsiteX335" fmla="*/ 195081 w 388523"/>
                <a:gd name="connsiteY335" fmla="*/ 172130 h 319670"/>
                <a:gd name="connsiteX336" fmla="*/ 191803 w 388523"/>
                <a:gd name="connsiteY336" fmla="*/ 175409 h 319670"/>
                <a:gd name="connsiteX337" fmla="*/ 188524 w 388523"/>
                <a:gd name="connsiteY337" fmla="*/ 178688 h 319670"/>
                <a:gd name="connsiteX338" fmla="*/ 183606 w 388523"/>
                <a:gd name="connsiteY338" fmla="*/ 181966 h 319670"/>
                <a:gd name="connsiteX339" fmla="*/ 188524 w 388523"/>
                <a:gd name="connsiteY339" fmla="*/ 177048 h 319670"/>
                <a:gd name="connsiteX340" fmla="*/ 188524 w 388523"/>
                <a:gd name="connsiteY340" fmla="*/ 173770 h 319670"/>
                <a:gd name="connsiteX341" fmla="*/ 185245 w 388523"/>
                <a:gd name="connsiteY341" fmla="*/ 177048 h 319670"/>
                <a:gd name="connsiteX342" fmla="*/ 181966 w 388523"/>
                <a:gd name="connsiteY342" fmla="*/ 180327 h 319670"/>
                <a:gd name="connsiteX343" fmla="*/ 185245 w 388523"/>
                <a:gd name="connsiteY343" fmla="*/ 175409 h 319670"/>
                <a:gd name="connsiteX344" fmla="*/ 186885 w 388523"/>
                <a:gd name="connsiteY344" fmla="*/ 172130 h 319670"/>
                <a:gd name="connsiteX345" fmla="*/ 186885 w 388523"/>
                <a:gd name="connsiteY345" fmla="*/ 170491 h 319670"/>
                <a:gd name="connsiteX346" fmla="*/ 190163 w 388523"/>
                <a:gd name="connsiteY346" fmla="*/ 167212 h 319670"/>
                <a:gd name="connsiteX347" fmla="*/ 191803 w 388523"/>
                <a:gd name="connsiteY347" fmla="*/ 163934 h 319670"/>
                <a:gd name="connsiteX348" fmla="*/ 188524 w 388523"/>
                <a:gd name="connsiteY348" fmla="*/ 165573 h 319670"/>
                <a:gd name="connsiteX349" fmla="*/ 185245 w 388523"/>
                <a:gd name="connsiteY349" fmla="*/ 168852 h 319670"/>
                <a:gd name="connsiteX350" fmla="*/ 180327 w 388523"/>
                <a:gd name="connsiteY350" fmla="*/ 172130 h 319670"/>
                <a:gd name="connsiteX351" fmla="*/ 177048 w 388523"/>
                <a:gd name="connsiteY351" fmla="*/ 173770 h 319670"/>
                <a:gd name="connsiteX352" fmla="*/ 173770 w 388523"/>
                <a:gd name="connsiteY352" fmla="*/ 175409 h 319670"/>
                <a:gd name="connsiteX353" fmla="*/ 170491 w 388523"/>
                <a:gd name="connsiteY353" fmla="*/ 175409 h 319670"/>
                <a:gd name="connsiteX354" fmla="*/ 167213 w 388523"/>
                <a:gd name="connsiteY354" fmla="*/ 178688 h 319670"/>
                <a:gd name="connsiteX355" fmla="*/ 165573 w 388523"/>
                <a:gd name="connsiteY355" fmla="*/ 183606 h 319670"/>
                <a:gd name="connsiteX356" fmla="*/ 162294 w 388523"/>
                <a:gd name="connsiteY356" fmla="*/ 183606 h 319670"/>
                <a:gd name="connsiteX357" fmla="*/ 157376 w 388523"/>
                <a:gd name="connsiteY357" fmla="*/ 186884 h 319670"/>
                <a:gd name="connsiteX358" fmla="*/ 157376 w 388523"/>
                <a:gd name="connsiteY358" fmla="*/ 190163 h 319670"/>
                <a:gd name="connsiteX359" fmla="*/ 154098 w 388523"/>
                <a:gd name="connsiteY359" fmla="*/ 193442 h 319670"/>
                <a:gd name="connsiteX360" fmla="*/ 152458 w 388523"/>
                <a:gd name="connsiteY360" fmla="*/ 198360 h 319670"/>
                <a:gd name="connsiteX361" fmla="*/ 149180 w 388523"/>
                <a:gd name="connsiteY361" fmla="*/ 201638 h 319670"/>
                <a:gd name="connsiteX362" fmla="*/ 145901 w 388523"/>
                <a:gd name="connsiteY362" fmla="*/ 204917 h 319670"/>
                <a:gd name="connsiteX363" fmla="*/ 142623 w 388523"/>
                <a:gd name="connsiteY363" fmla="*/ 208196 h 319670"/>
                <a:gd name="connsiteX364" fmla="*/ 137704 w 388523"/>
                <a:gd name="connsiteY364" fmla="*/ 211474 h 319670"/>
                <a:gd name="connsiteX365" fmla="*/ 136065 w 388523"/>
                <a:gd name="connsiteY365" fmla="*/ 214753 h 319670"/>
                <a:gd name="connsiteX366" fmla="*/ 136065 w 388523"/>
                <a:gd name="connsiteY366" fmla="*/ 218032 h 319670"/>
                <a:gd name="connsiteX367" fmla="*/ 134426 w 388523"/>
                <a:gd name="connsiteY367" fmla="*/ 222950 h 319670"/>
                <a:gd name="connsiteX368" fmla="*/ 132786 w 388523"/>
                <a:gd name="connsiteY368" fmla="*/ 226229 h 319670"/>
                <a:gd name="connsiteX369" fmla="*/ 129508 w 388523"/>
                <a:gd name="connsiteY369" fmla="*/ 229507 h 319670"/>
                <a:gd name="connsiteX370" fmla="*/ 126229 w 388523"/>
                <a:gd name="connsiteY370" fmla="*/ 232786 h 319670"/>
                <a:gd name="connsiteX371" fmla="*/ 126229 w 388523"/>
                <a:gd name="connsiteY371" fmla="*/ 236064 h 319670"/>
                <a:gd name="connsiteX372" fmla="*/ 126229 w 388523"/>
                <a:gd name="connsiteY372" fmla="*/ 240982 h 319670"/>
                <a:gd name="connsiteX373" fmla="*/ 126229 w 388523"/>
                <a:gd name="connsiteY373" fmla="*/ 244261 h 319670"/>
                <a:gd name="connsiteX374" fmla="*/ 129508 w 388523"/>
                <a:gd name="connsiteY374" fmla="*/ 247540 h 319670"/>
                <a:gd name="connsiteX375" fmla="*/ 127868 w 388523"/>
                <a:gd name="connsiteY375" fmla="*/ 249179 h 319670"/>
                <a:gd name="connsiteX376" fmla="*/ 126229 w 388523"/>
                <a:gd name="connsiteY376" fmla="*/ 252458 h 319670"/>
                <a:gd name="connsiteX377" fmla="*/ 126229 w 388523"/>
                <a:gd name="connsiteY377" fmla="*/ 255737 h 319670"/>
                <a:gd name="connsiteX378" fmla="*/ 126229 w 388523"/>
                <a:gd name="connsiteY378" fmla="*/ 259015 h 319670"/>
                <a:gd name="connsiteX379" fmla="*/ 124590 w 388523"/>
                <a:gd name="connsiteY379" fmla="*/ 263933 h 319670"/>
                <a:gd name="connsiteX380" fmla="*/ 122950 w 388523"/>
                <a:gd name="connsiteY380" fmla="*/ 267212 h 319670"/>
                <a:gd name="connsiteX381" fmla="*/ 121311 w 388523"/>
                <a:gd name="connsiteY381" fmla="*/ 270491 h 319670"/>
                <a:gd name="connsiteX382" fmla="*/ 119672 w 388523"/>
                <a:gd name="connsiteY382" fmla="*/ 273769 h 319670"/>
                <a:gd name="connsiteX383" fmla="*/ 118032 w 388523"/>
                <a:gd name="connsiteY383" fmla="*/ 278687 h 319670"/>
                <a:gd name="connsiteX384" fmla="*/ 114754 w 388523"/>
                <a:gd name="connsiteY384" fmla="*/ 281966 h 319670"/>
                <a:gd name="connsiteX385" fmla="*/ 111475 w 388523"/>
                <a:gd name="connsiteY385" fmla="*/ 285244 h 319670"/>
                <a:gd name="connsiteX386" fmla="*/ 108196 w 388523"/>
                <a:gd name="connsiteY386" fmla="*/ 290163 h 319670"/>
                <a:gd name="connsiteX387" fmla="*/ 104918 w 388523"/>
                <a:gd name="connsiteY387" fmla="*/ 293441 h 319670"/>
                <a:gd name="connsiteX388" fmla="*/ 101639 w 388523"/>
                <a:gd name="connsiteY388" fmla="*/ 296720 h 319670"/>
                <a:gd name="connsiteX389" fmla="*/ 98360 w 388523"/>
                <a:gd name="connsiteY389" fmla="*/ 299999 h 319670"/>
                <a:gd name="connsiteX390" fmla="*/ 95082 w 388523"/>
                <a:gd name="connsiteY390" fmla="*/ 303277 h 319670"/>
                <a:gd name="connsiteX391" fmla="*/ 91803 w 388523"/>
                <a:gd name="connsiteY391" fmla="*/ 306556 h 319670"/>
                <a:gd name="connsiteX392" fmla="*/ 86885 w 388523"/>
                <a:gd name="connsiteY392" fmla="*/ 309835 h 319670"/>
                <a:gd name="connsiteX393" fmla="*/ 83606 w 388523"/>
                <a:gd name="connsiteY393" fmla="*/ 313113 h 319670"/>
                <a:gd name="connsiteX394" fmla="*/ 81967 w 388523"/>
                <a:gd name="connsiteY394" fmla="*/ 313113 h 319670"/>
                <a:gd name="connsiteX395" fmla="*/ 77049 w 388523"/>
                <a:gd name="connsiteY395" fmla="*/ 314753 h 319670"/>
                <a:gd name="connsiteX396" fmla="*/ 73770 w 388523"/>
                <a:gd name="connsiteY396" fmla="*/ 316392 h 319670"/>
                <a:gd name="connsiteX397" fmla="*/ 70492 w 388523"/>
                <a:gd name="connsiteY397" fmla="*/ 318031 h 319670"/>
                <a:gd name="connsiteX398" fmla="*/ 65573 w 388523"/>
                <a:gd name="connsiteY398" fmla="*/ 319671 h 319670"/>
                <a:gd name="connsiteX399" fmla="*/ 62295 w 388523"/>
                <a:gd name="connsiteY399" fmla="*/ 319671 h 319670"/>
                <a:gd name="connsiteX400" fmla="*/ 59016 w 388523"/>
                <a:gd name="connsiteY400" fmla="*/ 318031 h 319670"/>
                <a:gd name="connsiteX401" fmla="*/ 55738 w 388523"/>
                <a:gd name="connsiteY401" fmla="*/ 314753 h 319670"/>
                <a:gd name="connsiteX402" fmla="*/ 55738 w 388523"/>
                <a:gd name="connsiteY402" fmla="*/ 311474 h 319670"/>
                <a:gd name="connsiteX403" fmla="*/ 55738 w 388523"/>
                <a:gd name="connsiteY403" fmla="*/ 308195 h 319670"/>
                <a:gd name="connsiteX404" fmla="*/ 55738 w 388523"/>
                <a:gd name="connsiteY404" fmla="*/ 304917 h 319670"/>
                <a:gd name="connsiteX405" fmla="*/ 57377 w 388523"/>
                <a:gd name="connsiteY405" fmla="*/ 299999 h 319670"/>
                <a:gd name="connsiteX406" fmla="*/ 55738 w 388523"/>
                <a:gd name="connsiteY406" fmla="*/ 296720 h 319670"/>
                <a:gd name="connsiteX407" fmla="*/ 55738 w 388523"/>
                <a:gd name="connsiteY407" fmla="*/ 293441 h 319670"/>
                <a:gd name="connsiteX408" fmla="*/ 57377 w 388523"/>
                <a:gd name="connsiteY408" fmla="*/ 288523 h 319670"/>
                <a:gd name="connsiteX409" fmla="*/ 59016 w 388523"/>
                <a:gd name="connsiteY409" fmla="*/ 285244 h 319670"/>
                <a:gd name="connsiteX410" fmla="*/ 60656 w 388523"/>
                <a:gd name="connsiteY410" fmla="*/ 281966 h 319670"/>
                <a:gd name="connsiteX411" fmla="*/ 62295 w 388523"/>
                <a:gd name="connsiteY411" fmla="*/ 280327 h 319670"/>
                <a:gd name="connsiteX412" fmla="*/ 63934 w 388523"/>
                <a:gd name="connsiteY412" fmla="*/ 275409 h 319670"/>
                <a:gd name="connsiteX413" fmla="*/ 65573 w 388523"/>
                <a:gd name="connsiteY413" fmla="*/ 272130 h 319670"/>
                <a:gd name="connsiteX414" fmla="*/ 67213 w 388523"/>
                <a:gd name="connsiteY414" fmla="*/ 268851 h 319670"/>
                <a:gd name="connsiteX415" fmla="*/ 67213 w 388523"/>
                <a:gd name="connsiteY415" fmla="*/ 265573 h 319670"/>
                <a:gd name="connsiteX416" fmla="*/ 68852 w 388523"/>
                <a:gd name="connsiteY416" fmla="*/ 260654 h 319670"/>
                <a:gd name="connsiteX417" fmla="*/ 68852 w 388523"/>
                <a:gd name="connsiteY417" fmla="*/ 257376 h 319670"/>
                <a:gd name="connsiteX418" fmla="*/ 70492 w 388523"/>
                <a:gd name="connsiteY418" fmla="*/ 254097 h 319670"/>
                <a:gd name="connsiteX419" fmla="*/ 72131 w 388523"/>
                <a:gd name="connsiteY419" fmla="*/ 249179 h 319670"/>
                <a:gd name="connsiteX420" fmla="*/ 73770 w 388523"/>
                <a:gd name="connsiteY420" fmla="*/ 245901 h 319670"/>
                <a:gd name="connsiteX421" fmla="*/ 77049 w 388523"/>
                <a:gd name="connsiteY421" fmla="*/ 242622 h 319670"/>
                <a:gd name="connsiteX422" fmla="*/ 80328 w 388523"/>
                <a:gd name="connsiteY422" fmla="*/ 239343 h 319670"/>
                <a:gd name="connsiteX423" fmla="*/ 81967 w 388523"/>
                <a:gd name="connsiteY423" fmla="*/ 234425 h 319670"/>
                <a:gd name="connsiteX424" fmla="*/ 85246 w 388523"/>
                <a:gd name="connsiteY424" fmla="*/ 231147 h 319670"/>
                <a:gd name="connsiteX425" fmla="*/ 88524 w 388523"/>
                <a:gd name="connsiteY425" fmla="*/ 227868 h 319670"/>
                <a:gd name="connsiteX426" fmla="*/ 90164 w 388523"/>
                <a:gd name="connsiteY426" fmla="*/ 224589 h 319670"/>
                <a:gd name="connsiteX427" fmla="*/ 91803 w 388523"/>
                <a:gd name="connsiteY427" fmla="*/ 219671 h 319670"/>
                <a:gd name="connsiteX428" fmla="*/ 93442 w 388523"/>
                <a:gd name="connsiteY428" fmla="*/ 216392 h 319670"/>
                <a:gd name="connsiteX429" fmla="*/ 96721 w 388523"/>
                <a:gd name="connsiteY429" fmla="*/ 213114 h 319670"/>
                <a:gd name="connsiteX430" fmla="*/ 101639 w 388523"/>
                <a:gd name="connsiteY430" fmla="*/ 209835 h 319670"/>
                <a:gd name="connsiteX431" fmla="*/ 104918 w 388523"/>
                <a:gd name="connsiteY431" fmla="*/ 206557 h 319670"/>
                <a:gd name="connsiteX432" fmla="*/ 106557 w 388523"/>
                <a:gd name="connsiteY432" fmla="*/ 203278 h 319670"/>
                <a:gd name="connsiteX433" fmla="*/ 108196 w 388523"/>
                <a:gd name="connsiteY433" fmla="*/ 199999 h 319670"/>
                <a:gd name="connsiteX434" fmla="*/ 109836 w 388523"/>
                <a:gd name="connsiteY434" fmla="*/ 196720 h 319670"/>
                <a:gd name="connsiteX435" fmla="*/ 113114 w 388523"/>
                <a:gd name="connsiteY435" fmla="*/ 191802 h 319670"/>
                <a:gd name="connsiteX436" fmla="*/ 116393 w 388523"/>
                <a:gd name="connsiteY436" fmla="*/ 188524 h 319670"/>
                <a:gd name="connsiteX437" fmla="*/ 121311 w 388523"/>
                <a:gd name="connsiteY437" fmla="*/ 185245 h 319670"/>
                <a:gd name="connsiteX438" fmla="*/ 122950 w 388523"/>
                <a:gd name="connsiteY438" fmla="*/ 180327 h 319670"/>
                <a:gd name="connsiteX439" fmla="*/ 121311 w 388523"/>
                <a:gd name="connsiteY439" fmla="*/ 177048 h 319670"/>
                <a:gd name="connsiteX440" fmla="*/ 116393 w 388523"/>
                <a:gd name="connsiteY440" fmla="*/ 178688 h 319670"/>
                <a:gd name="connsiteX441" fmla="*/ 113114 w 388523"/>
                <a:gd name="connsiteY441" fmla="*/ 180327 h 319670"/>
                <a:gd name="connsiteX442" fmla="*/ 109836 w 388523"/>
                <a:gd name="connsiteY442" fmla="*/ 183606 h 319670"/>
                <a:gd name="connsiteX443" fmla="*/ 106557 w 388523"/>
                <a:gd name="connsiteY443" fmla="*/ 186884 h 319670"/>
                <a:gd name="connsiteX444" fmla="*/ 103278 w 388523"/>
                <a:gd name="connsiteY444" fmla="*/ 188524 h 319670"/>
                <a:gd name="connsiteX445" fmla="*/ 98360 w 388523"/>
                <a:gd name="connsiteY445" fmla="*/ 190163 h 319670"/>
                <a:gd name="connsiteX446" fmla="*/ 95082 w 388523"/>
                <a:gd name="connsiteY446" fmla="*/ 191802 h 319670"/>
                <a:gd name="connsiteX447" fmla="*/ 96721 w 388523"/>
                <a:gd name="connsiteY447" fmla="*/ 188524 h 319670"/>
                <a:gd name="connsiteX448" fmla="*/ 98360 w 388523"/>
                <a:gd name="connsiteY448" fmla="*/ 185245 h 319670"/>
                <a:gd name="connsiteX449" fmla="*/ 103278 w 388523"/>
                <a:gd name="connsiteY449" fmla="*/ 181966 h 319670"/>
                <a:gd name="connsiteX450" fmla="*/ 106557 w 388523"/>
                <a:gd name="connsiteY450" fmla="*/ 178688 h 319670"/>
                <a:gd name="connsiteX451" fmla="*/ 109836 w 388523"/>
                <a:gd name="connsiteY451" fmla="*/ 175409 h 319670"/>
                <a:gd name="connsiteX452" fmla="*/ 113114 w 388523"/>
                <a:gd name="connsiteY452" fmla="*/ 173770 h 319670"/>
                <a:gd name="connsiteX453" fmla="*/ 116393 w 388523"/>
                <a:gd name="connsiteY453" fmla="*/ 172130 h 319670"/>
                <a:gd name="connsiteX454" fmla="*/ 118032 w 388523"/>
                <a:gd name="connsiteY454" fmla="*/ 172130 h 319670"/>
                <a:gd name="connsiteX455" fmla="*/ 119672 w 388523"/>
                <a:gd name="connsiteY455" fmla="*/ 167212 h 319670"/>
                <a:gd name="connsiteX456" fmla="*/ 121311 w 388523"/>
                <a:gd name="connsiteY456" fmla="*/ 165573 h 319670"/>
                <a:gd name="connsiteX457" fmla="*/ 124590 w 388523"/>
                <a:gd name="connsiteY457" fmla="*/ 163934 h 319670"/>
                <a:gd name="connsiteX458" fmla="*/ 127868 w 388523"/>
                <a:gd name="connsiteY458" fmla="*/ 160655 h 319670"/>
                <a:gd name="connsiteX459" fmla="*/ 131147 w 388523"/>
                <a:gd name="connsiteY459" fmla="*/ 157376 h 319670"/>
                <a:gd name="connsiteX460" fmla="*/ 136065 w 388523"/>
                <a:gd name="connsiteY460" fmla="*/ 154098 h 319670"/>
                <a:gd name="connsiteX461" fmla="*/ 139344 w 388523"/>
                <a:gd name="connsiteY461" fmla="*/ 150819 h 319670"/>
                <a:gd name="connsiteX462" fmla="*/ 142623 w 388523"/>
                <a:gd name="connsiteY462" fmla="*/ 147540 h 319670"/>
                <a:gd name="connsiteX463" fmla="*/ 147540 w 388523"/>
                <a:gd name="connsiteY463" fmla="*/ 144262 h 319670"/>
                <a:gd name="connsiteX464" fmla="*/ 150819 w 388523"/>
                <a:gd name="connsiteY464" fmla="*/ 140983 h 319670"/>
                <a:gd name="connsiteX465" fmla="*/ 154098 w 388523"/>
                <a:gd name="connsiteY465" fmla="*/ 137704 h 319670"/>
                <a:gd name="connsiteX466" fmla="*/ 157376 w 388523"/>
                <a:gd name="connsiteY466" fmla="*/ 134426 h 319670"/>
                <a:gd name="connsiteX467" fmla="*/ 155737 w 388523"/>
                <a:gd name="connsiteY467" fmla="*/ 139344 h 319670"/>
                <a:gd name="connsiteX468" fmla="*/ 154098 w 388523"/>
                <a:gd name="connsiteY468" fmla="*/ 142622 h 319670"/>
                <a:gd name="connsiteX469" fmla="*/ 157376 w 388523"/>
                <a:gd name="connsiteY469" fmla="*/ 140983 h 319670"/>
                <a:gd name="connsiteX470" fmla="*/ 160655 w 388523"/>
                <a:gd name="connsiteY470" fmla="*/ 137704 h 319670"/>
                <a:gd name="connsiteX471" fmla="*/ 165573 w 388523"/>
                <a:gd name="connsiteY471" fmla="*/ 134426 h 319670"/>
                <a:gd name="connsiteX472" fmla="*/ 168852 w 388523"/>
                <a:gd name="connsiteY472" fmla="*/ 134426 h 319670"/>
                <a:gd name="connsiteX473" fmla="*/ 172130 w 388523"/>
                <a:gd name="connsiteY473" fmla="*/ 134426 h 319670"/>
                <a:gd name="connsiteX474" fmla="*/ 168852 w 388523"/>
                <a:gd name="connsiteY474" fmla="*/ 137704 h 319670"/>
                <a:gd name="connsiteX475" fmla="*/ 165573 w 388523"/>
                <a:gd name="connsiteY475" fmla="*/ 140983 h 319670"/>
                <a:gd name="connsiteX476" fmla="*/ 162294 w 388523"/>
                <a:gd name="connsiteY476" fmla="*/ 144262 h 319670"/>
                <a:gd name="connsiteX477" fmla="*/ 167213 w 388523"/>
                <a:gd name="connsiteY477" fmla="*/ 144262 h 319670"/>
                <a:gd name="connsiteX478" fmla="*/ 170491 w 388523"/>
                <a:gd name="connsiteY478" fmla="*/ 139344 h 319670"/>
                <a:gd name="connsiteX479" fmla="*/ 173770 w 388523"/>
                <a:gd name="connsiteY479" fmla="*/ 139344 h 319670"/>
                <a:gd name="connsiteX480" fmla="*/ 177048 w 388523"/>
                <a:gd name="connsiteY480" fmla="*/ 137704 h 319670"/>
                <a:gd name="connsiteX481" fmla="*/ 178688 w 388523"/>
                <a:gd name="connsiteY481" fmla="*/ 134426 h 319670"/>
                <a:gd name="connsiteX482" fmla="*/ 183606 w 388523"/>
                <a:gd name="connsiteY482" fmla="*/ 131147 h 319670"/>
                <a:gd name="connsiteX483" fmla="*/ 186885 w 388523"/>
                <a:gd name="connsiteY483" fmla="*/ 131147 h 319670"/>
                <a:gd name="connsiteX484" fmla="*/ 190163 w 388523"/>
                <a:gd name="connsiteY484" fmla="*/ 129508 h 319670"/>
                <a:gd name="connsiteX485" fmla="*/ 193442 w 388523"/>
                <a:gd name="connsiteY485" fmla="*/ 131147 h 319670"/>
                <a:gd name="connsiteX486" fmla="*/ 198360 w 388523"/>
                <a:gd name="connsiteY486" fmla="*/ 129508 h 319670"/>
                <a:gd name="connsiteX487" fmla="*/ 201638 w 388523"/>
                <a:gd name="connsiteY487" fmla="*/ 129508 h 319670"/>
                <a:gd name="connsiteX488" fmla="*/ 204917 w 388523"/>
                <a:gd name="connsiteY488" fmla="*/ 129508 h 319670"/>
                <a:gd name="connsiteX489" fmla="*/ 209835 w 388523"/>
                <a:gd name="connsiteY489" fmla="*/ 126229 h 319670"/>
                <a:gd name="connsiteX490" fmla="*/ 213114 w 388523"/>
                <a:gd name="connsiteY490" fmla="*/ 124590 h 319670"/>
                <a:gd name="connsiteX491" fmla="*/ 216393 w 388523"/>
                <a:gd name="connsiteY491" fmla="*/ 124590 h 319670"/>
                <a:gd name="connsiteX492" fmla="*/ 221310 w 388523"/>
                <a:gd name="connsiteY492" fmla="*/ 126229 h 319670"/>
                <a:gd name="connsiteX493" fmla="*/ 224589 w 388523"/>
                <a:gd name="connsiteY493" fmla="*/ 126229 h 319670"/>
                <a:gd name="connsiteX494" fmla="*/ 227868 w 388523"/>
                <a:gd name="connsiteY494" fmla="*/ 127868 h 319670"/>
                <a:gd name="connsiteX495" fmla="*/ 229507 w 388523"/>
                <a:gd name="connsiteY495" fmla="*/ 131147 h 319670"/>
                <a:gd name="connsiteX496" fmla="*/ 231147 w 388523"/>
                <a:gd name="connsiteY496" fmla="*/ 134426 h 319670"/>
                <a:gd name="connsiteX497" fmla="*/ 236065 w 388523"/>
                <a:gd name="connsiteY497" fmla="*/ 134426 h 319670"/>
                <a:gd name="connsiteX498" fmla="*/ 236065 w 388523"/>
                <a:gd name="connsiteY498" fmla="*/ 131147 h 319670"/>
                <a:gd name="connsiteX499" fmla="*/ 239343 w 388523"/>
                <a:gd name="connsiteY499" fmla="*/ 127868 h 319670"/>
                <a:gd name="connsiteX500" fmla="*/ 242622 w 388523"/>
                <a:gd name="connsiteY500" fmla="*/ 127868 h 319670"/>
                <a:gd name="connsiteX501" fmla="*/ 247540 w 388523"/>
                <a:gd name="connsiteY501" fmla="*/ 127868 h 319670"/>
                <a:gd name="connsiteX502" fmla="*/ 250819 w 388523"/>
                <a:gd name="connsiteY502" fmla="*/ 129508 h 319670"/>
                <a:gd name="connsiteX503" fmla="*/ 254097 w 388523"/>
                <a:gd name="connsiteY503" fmla="*/ 129508 h 319670"/>
                <a:gd name="connsiteX504" fmla="*/ 259015 w 388523"/>
                <a:gd name="connsiteY504" fmla="*/ 129508 h 319670"/>
                <a:gd name="connsiteX505" fmla="*/ 262294 w 388523"/>
                <a:gd name="connsiteY505" fmla="*/ 131147 h 319670"/>
                <a:gd name="connsiteX506" fmla="*/ 265573 w 388523"/>
                <a:gd name="connsiteY506" fmla="*/ 127868 h 319670"/>
                <a:gd name="connsiteX507" fmla="*/ 262294 w 388523"/>
                <a:gd name="connsiteY507" fmla="*/ 124590 h 319670"/>
                <a:gd name="connsiteX508" fmla="*/ 260655 w 388523"/>
                <a:gd name="connsiteY508" fmla="*/ 121311 h 319670"/>
                <a:gd name="connsiteX509" fmla="*/ 257376 w 388523"/>
                <a:gd name="connsiteY509" fmla="*/ 119672 h 319670"/>
                <a:gd name="connsiteX510" fmla="*/ 260655 w 388523"/>
                <a:gd name="connsiteY510" fmla="*/ 118032 h 319670"/>
                <a:gd name="connsiteX511" fmla="*/ 262294 w 388523"/>
                <a:gd name="connsiteY511" fmla="*/ 114754 h 319670"/>
                <a:gd name="connsiteX512" fmla="*/ 262294 w 388523"/>
                <a:gd name="connsiteY512" fmla="*/ 111475 h 319670"/>
                <a:gd name="connsiteX513" fmla="*/ 260655 w 388523"/>
                <a:gd name="connsiteY513" fmla="*/ 106557 h 319670"/>
                <a:gd name="connsiteX514" fmla="*/ 259015 w 388523"/>
                <a:gd name="connsiteY514" fmla="*/ 106557 h 319670"/>
                <a:gd name="connsiteX515" fmla="*/ 257376 w 388523"/>
                <a:gd name="connsiteY515" fmla="*/ 108196 h 319670"/>
                <a:gd name="connsiteX516" fmla="*/ 254097 w 388523"/>
                <a:gd name="connsiteY516" fmla="*/ 109836 h 319670"/>
                <a:gd name="connsiteX517" fmla="*/ 249179 w 388523"/>
                <a:gd name="connsiteY517" fmla="*/ 108196 h 319670"/>
                <a:gd name="connsiteX518" fmla="*/ 245901 w 388523"/>
                <a:gd name="connsiteY518" fmla="*/ 108196 h 319670"/>
                <a:gd name="connsiteX519" fmla="*/ 240983 w 388523"/>
                <a:gd name="connsiteY519" fmla="*/ 108196 h 319670"/>
                <a:gd name="connsiteX520" fmla="*/ 237704 w 388523"/>
                <a:gd name="connsiteY520" fmla="*/ 108196 h 319670"/>
                <a:gd name="connsiteX521" fmla="*/ 239343 w 388523"/>
                <a:gd name="connsiteY521" fmla="*/ 104917 h 319670"/>
                <a:gd name="connsiteX522" fmla="*/ 240983 w 388523"/>
                <a:gd name="connsiteY522" fmla="*/ 101639 h 319670"/>
                <a:gd name="connsiteX523" fmla="*/ 242622 w 388523"/>
                <a:gd name="connsiteY523" fmla="*/ 96721 h 319670"/>
                <a:gd name="connsiteX524" fmla="*/ 244261 w 388523"/>
                <a:gd name="connsiteY524" fmla="*/ 95082 h 319670"/>
                <a:gd name="connsiteX525" fmla="*/ 240983 w 388523"/>
                <a:gd name="connsiteY525" fmla="*/ 95082 h 319670"/>
                <a:gd name="connsiteX526" fmla="*/ 236065 w 388523"/>
                <a:gd name="connsiteY526" fmla="*/ 95082 h 319670"/>
                <a:gd name="connsiteX527" fmla="*/ 232786 w 388523"/>
                <a:gd name="connsiteY527" fmla="*/ 96721 h 319670"/>
                <a:gd name="connsiteX528" fmla="*/ 229507 w 388523"/>
                <a:gd name="connsiteY528" fmla="*/ 98360 h 319670"/>
                <a:gd name="connsiteX529" fmla="*/ 226229 w 388523"/>
                <a:gd name="connsiteY529" fmla="*/ 100000 h 319670"/>
                <a:gd name="connsiteX530" fmla="*/ 221310 w 388523"/>
                <a:gd name="connsiteY530" fmla="*/ 100000 h 319670"/>
                <a:gd name="connsiteX531" fmla="*/ 218032 w 388523"/>
                <a:gd name="connsiteY531" fmla="*/ 98360 h 319670"/>
                <a:gd name="connsiteX532" fmla="*/ 214753 w 388523"/>
                <a:gd name="connsiteY532" fmla="*/ 98360 h 319670"/>
                <a:gd name="connsiteX533" fmla="*/ 209835 w 388523"/>
                <a:gd name="connsiteY533" fmla="*/ 98360 h 319670"/>
                <a:gd name="connsiteX534" fmla="*/ 206557 w 388523"/>
                <a:gd name="connsiteY534" fmla="*/ 100000 h 319670"/>
                <a:gd name="connsiteX535" fmla="*/ 203278 w 388523"/>
                <a:gd name="connsiteY535" fmla="*/ 100000 h 319670"/>
                <a:gd name="connsiteX536" fmla="*/ 198360 w 388523"/>
                <a:gd name="connsiteY536" fmla="*/ 101639 h 319670"/>
                <a:gd name="connsiteX537" fmla="*/ 195081 w 388523"/>
                <a:gd name="connsiteY537" fmla="*/ 103278 h 319670"/>
                <a:gd name="connsiteX538" fmla="*/ 191803 w 388523"/>
                <a:gd name="connsiteY538" fmla="*/ 104917 h 319670"/>
                <a:gd name="connsiteX539" fmla="*/ 188524 w 388523"/>
                <a:gd name="connsiteY539" fmla="*/ 104917 h 319670"/>
                <a:gd name="connsiteX540" fmla="*/ 183606 w 388523"/>
                <a:gd name="connsiteY540" fmla="*/ 108196 h 319670"/>
                <a:gd name="connsiteX541" fmla="*/ 181966 w 388523"/>
                <a:gd name="connsiteY541" fmla="*/ 108196 h 319670"/>
                <a:gd name="connsiteX542" fmla="*/ 180327 w 388523"/>
                <a:gd name="connsiteY542" fmla="*/ 109836 h 319670"/>
                <a:gd name="connsiteX543" fmla="*/ 177048 w 388523"/>
                <a:gd name="connsiteY543" fmla="*/ 108196 h 319670"/>
                <a:gd name="connsiteX544" fmla="*/ 173770 w 388523"/>
                <a:gd name="connsiteY544" fmla="*/ 108196 h 319670"/>
                <a:gd name="connsiteX545" fmla="*/ 168852 w 388523"/>
                <a:gd name="connsiteY545" fmla="*/ 104917 h 319670"/>
                <a:gd name="connsiteX546" fmla="*/ 165573 w 388523"/>
                <a:gd name="connsiteY546" fmla="*/ 106557 h 319670"/>
                <a:gd name="connsiteX547" fmla="*/ 160655 w 388523"/>
                <a:gd name="connsiteY547" fmla="*/ 106557 h 319670"/>
                <a:gd name="connsiteX548" fmla="*/ 157376 w 388523"/>
                <a:gd name="connsiteY548" fmla="*/ 104917 h 319670"/>
                <a:gd name="connsiteX549" fmla="*/ 155737 w 388523"/>
                <a:gd name="connsiteY549" fmla="*/ 100000 h 319670"/>
                <a:gd name="connsiteX550" fmla="*/ 154098 w 388523"/>
                <a:gd name="connsiteY550" fmla="*/ 96721 h 319670"/>
                <a:gd name="connsiteX551" fmla="*/ 152458 w 388523"/>
                <a:gd name="connsiteY551" fmla="*/ 93442 h 319670"/>
                <a:gd name="connsiteX552" fmla="*/ 149180 w 388523"/>
                <a:gd name="connsiteY552" fmla="*/ 90164 h 319670"/>
                <a:gd name="connsiteX553" fmla="*/ 144262 w 388523"/>
                <a:gd name="connsiteY553" fmla="*/ 90164 h 319670"/>
                <a:gd name="connsiteX554" fmla="*/ 140983 w 388523"/>
                <a:gd name="connsiteY554" fmla="*/ 88524 h 319670"/>
                <a:gd name="connsiteX555" fmla="*/ 137704 w 388523"/>
                <a:gd name="connsiteY555" fmla="*/ 90164 h 319670"/>
                <a:gd name="connsiteX556" fmla="*/ 134426 w 388523"/>
                <a:gd name="connsiteY556" fmla="*/ 91803 h 319670"/>
                <a:gd name="connsiteX557" fmla="*/ 137704 w 388523"/>
                <a:gd name="connsiteY557" fmla="*/ 88524 h 319670"/>
                <a:gd name="connsiteX558" fmla="*/ 132786 w 388523"/>
                <a:gd name="connsiteY558" fmla="*/ 90164 h 319670"/>
                <a:gd name="connsiteX559" fmla="*/ 129508 w 388523"/>
                <a:gd name="connsiteY559" fmla="*/ 91803 h 319670"/>
                <a:gd name="connsiteX560" fmla="*/ 126229 w 388523"/>
                <a:gd name="connsiteY560" fmla="*/ 95082 h 319670"/>
                <a:gd name="connsiteX561" fmla="*/ 127868 w 388523"/>
                <a:gd name="connsiteY561" fmla="*/ 90164 h 319670"/>
                <a:gd name="connsiteX562" fmla="*/ 129508 w 388523"/>
                <a:gd name="connsiteY562" fmla="*/ 86885 h 319670"/>
                <a:gd name="connsiteX563" fmla="*/ 129508 w 388523"/>
                <a:gd name="connsiteY563" fmla="*/ 83606 h 319670"/>
                <a:gd name="connsiteX564" fmla="*/ 127868 w 388523"/>
                <a:gd name="connsiteY564" fmla="*/ 80327 h 319670"/>
                <a:gd name="connsiteX565" fmla="*/ 127868 w 388523"/>
                <a:gd name="connsiteY565" fmla="*/ 75410 h 319670"/>
                <a:gd name="connsiteX566" fmla="*/ 124590 w 388523"/>
                <a:gd name="connsiteY566" fmla="*/ 78688 h 319670"/>
                <a:gd name="connsiteX567" fmla="*/ 119672 w 388523"/>
                <a:gd name="connsiteY567" fmla="*/ 80327 h 319670"/>
                <a:gd name="connsiteX568" fmla="*/ 116393 w 388523"/>
                <a:gd name="connsiteY568" fmla="*/ 81967 h 319670"/>
                <a:gd name="connsiteX569" fmla="*/ 113114 w 388523"/>
                <a:gd name="connsiteY569" fmla="*/ 85245 h 319670"/>
                <a:gd name="connsiteX570" fmla="*/ 109836 w 388523"/>
                <a:gd name="connsiteY570" fmla="*/ 86885 h 319670"/>
                <a:gd name="connsiteX571" fmla="*/ 104918 w 388523"/>
                <a:gd name="connsiteY571" fmla="*/ 86885 h 319670"/>
                <a:gd name="connsiteX572" fmla="*/ 101639 w 388523"/>
                <a:gd name="connsiteY572" fmla="*/ 90164 h 319670"/>
                <a:gd name="connsiteX573" fmla="*/ 96721 w 388523"/>
                <a:gd name="connsiteY573" fmla="*/ 91803 h 319670"/>
                <a:gd name="connsiteX574" fmla="*/ 93442 w 388523"/>
                <a:gd name="connsiteY574" fmla="*/ 91803 h 319670"/>
                <a:gd name="connsiteX575" fmla="*/ 90164 w 388523"/>
                <a:gd name="connsiteY575" fmla="*/ 91803 h 319670"/>
                <a:gd name="connsiteX576" fmla="*/ 86885 w 388523"/>
                <a:gd name="connsiteY576" fmla="*/ 93442 h 319670"/>
                <a:gd name="connsiteX577" fmla="*/ 81967 w 388523"/>
                <a:gd name="connsiteY577" fmla="*/ 93442 h 319670"/>
                <a:gd name="connsiteX578" fmla="*/ 78688 w 388523"/>
                <a:gd name="connsiteY578" fmla="*/ 93442 h 319670"/>
                <a:gd name="connsiteX579" fmla="*/ 75410 w 388523"/>
                <a:gd name="connsiteY579" fmla="*/ 96721 h 319670"/>
                <a:gd name="connsiteX580" fmla="*/ 70492 w 388523"/>
                <a:gd name="connsiteY580" fmla="*/ 98360 h 319670"/>
                <a:gd name="connsiteX581" fmla="*/ 70492 w 388523"/>
                <a:gd name="connsiteY581" fmla="*/ 100000 h 319670"/>
                <a:gd name="connsiteX582" fmla="*/ 65573 w 388523"/>
                <a:gd name="connsiteY582" fmla="*/ 100000 h 319670"/>
                <a:gd name="connsiteX583" fmla="*/ 62295 w 388523"/>
                <a:gd name="connsiteY583" fmla="*/ 101639 h 319670"/>
                <a:gd name="connsiteX584" fmla="*/ 57377 w 388523"/>
                <a:gd name="connsiteY584" fmla="*/ 101639 h 319670"/>
                <a:gd name="connsiteX585" fmla="*/ 54098 w 388523"/>
                <a:gd name="connsiteY585" fmla="*/ 103278 h 319670"/>
                <a:gd name="connsiteX586" fmla="*/ 52459 w 388523"/>
                <a:gd name="connsiteY586" fmla="*/ 104917 h 319670"/>
                <a:gd name="connsiteX587" fmla="*/ 49180 w 388523"/>
                <a:gd name="connsiteY587" fmla="*/ 103278 h 319670"/>
                <a:gd name="connsiteX588" fmla="*/ 45901 w 388523"/>
                <a:gd name="connsiteY588" fmla="*/ 100000 h 319670"/>
                <a:gd name="connsiteX589" fmla="*/ 40983 w 388523"/>
                <a:gd name="connsiteY589" fmla="*/ 101639 h 319670"/>
                <a:gd name="connsiteX590" fmla="*/ 37705 w 388523"/>
                <a:gd name="connsiteY590" fmla="*/ 101639 h 319670"/>
                <a:gd name="connsiteX591" fmla="*/ 42623 w 388523"/>
                <a:gd name="connsiteY591" fmla="*/ 98360 h 319670"/>
                <a:gd name="connsiteX592" fmla="*/ 44262 w 388523"/>
                <a:gd name="connsiteY592" fmla="*/ 95082 h 319670"/>
                <a:gd name="connsiteX593" fmla="*/ 47541 w 388523"/>
                <a:gd name="connsiteY593" fmla="*/ 91803 h 319670"/>
                <a:gd name="connsiteX594" fmla="*/ 49180 w 388523"/>
                <a:gd name="connsiteY594" fmla="*/ 88524 h 319670"/>
                <a:gd name="connsiteX595" fmla="*/ 45901 w 388523"/>
                <a:gd name="connsiteY595" fmla="*/ 88524 h 319670"/>
                <a:gd name="connsiteX596" fmla="*/ 40983 w 388523"/>
                <a:gd name="connsiteY596" fmla="*/ 88524 h 319670"/>
                <a:gd name="connsiteX597" fmla="*/ 37705 w 388523"/>
                <a:gd name="connsiteY597" fmla="*/ 90164 h 319670"/>
                <a:gd name="connsiteX598" fmla="*/ 34426 w 388523"/>
                <a:gd name="connsiteY598" fmla="*/ 90164 h 319670"/>
                <a:gd name="connsiteX599" fmla="*/ 29508 w 388523"/>
                <a:gd name="connsiteY599" fmla="*/ 93442 h 319670"/>
                <a:gd name="connsiteX600" fmla="*/ 26229 w 388523"/>
                <a:gd name="connsiteY600" fmla="*/ 93442 h 319670"/>
                <a:gd name="connsiteX601" fmla="*/ 22951 w 388523"/>
                <a:gd name="connsiteY601" fmla="*/ 95082 h 319670"/>
                <a:gd name="connsiteX602" fmla="*/ 19672 w 388523"/>
                <a:gd name="connsiteY602" fmla="*/ 96721 h 319670"/>
                <a:gd name="connsiteX603" fmla="*/ 14754 w 388523"/>
                <a:gd name="connsiteY603" fmla="*/ 96721 h 319670"/>
                <a:gd name="connsiteX604" fmla="*/ 11476 w 388523"/>
                <a:gd name="connsiteY604" fmla="*/ 98360 h 319670"/>
                <a:gd name="connsiteX605" fmla="*/ 8197 w 388523"/>
                <a:gd name="connsiteY605" fmla="*/ 98360 h 319670"/>
                <a:gd name="connsiteX606" fmla="*/ 4918 w 388523"/>
                <a:gd name="connsiteY606" fmla="*/ 100000 h 319670"/>
                <a:gd name="connsiteX607" fmla="*/ 0 w 388523"/>
                <a:gd name="connsiteY607" fmla="*/ 95082 h 319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388523" h="319670">
                  <a:moveTo>
                    <a:pt x="0" y="95082"/>
                  </a:moveTo>
                  <a:lnTo>
                    <a:pt x="1639" y="95082"/>
                  </a:lnTo>
                  <a:lnTo>
                    <a:pt x="4918" y="93442"/>
                  </a:lnTo>
                  <a:lnTo>
                    <a:pt x="8197" y="90164"/>
                  </a:lnTo>
                  <a:lnTo>
                    <a:pt x="13115" y="88524"/>
                  </a:lnTo>
                  <a:lnTo>
                    <a:pt x="16393" y="86885"/>
                  </a:lnTo>
                  <a:lnTo>
                    <a:pt x="19672" y="85245"/>
                  </a:lnTo>
                  <a:lnTo>
                    <a:pt x="24590" y="83606"/>
                  </a:lnTo>
                  <a:lnTo>
                    <a:pt x="27869" y="80327"/>
                  </a:lnTo>
                  <a:lnTo>
                    <a:pt x="31148" y="78688"/>
                  </a:lnTo>
                  <a:lnTo>
                    <a:pt x="34426" y="77049"/>
                  </a:lnTo>
                  <a:lnTo>
                    <a:pt x="39344" y="73770"/>
                  </a:lnTo>
                  <a:lnTo>
                    <a:pt x="42623" y="72131"/>
                  </a:lnTo>
                  <a:lnTo>
                    <a:pt x="45901" y="68852"/>
                  </a:lnTo>
                  <a:lnTo>
                    <a:pt x="50820" y="67213"/>
                  </a:lnTo>
                  <a:lnTo>
                    <a:pt x="54098" y="65573"/>
                  </a:lnTo>
                  <a:lnTo>
                    <a:pt x="57377" y="62295"/>
                  </a:lnTo>
                  <a:lnTo>
                    <a:pt x="62295" y="60655"/>
                  </a:lnTo>
                  <a:lnTo>
                    <a:pt x="65573" y="59016"/>
                  </a:lnTo>
                  <a:lnTo>
                    <a:pt x="68852" y="57377"/>
                  </a:lnTo>
                  <a:lnTo>
                    <a:pt x="73770" y="55737"/>
                  </a:lnTo>
                  <a:lnTo>
                    <a:pt x="77049" y="54098"/>
                  </a:lnTo>
                  <a:lnTo>
                    <a:pt x="80328" y="54098"/>
                  </a:lnTo>
                  <a:lnTo>
                    <a:pt x="85246" y="52459"/>
                  </a:lnTo>
                  <a:lnTo>
                    <a:pt x="88524" y="52459"/>
                  </a:lnTo>
                  <a:lnTo>
                    <a:pt x="91803" y="50820"/>
                  </a:lnTo>
                  <a:lnTo>
                    <a:pt x="96721" y="49180"/>
                  </a:lnTo>
                  <a:lnTo>
                    <a:pt x="98360" y="49180"/>
                  </a:lnTo>
                  <a:lnTo>
                    <a:pt x="103278" y="47541"/>
                  </a:lnTo>
                  <a:lnTo>
                    <a:pt x="106557" y="45901"/>
                  </a:lnTo>
                  <a:lnTo>
                    <a:pt x="109836" y="44262"/>
                  </a:lnTo>
                  <a:lnTo>
                    <a:pt x="113114" y="42623"/>
                  </a:lnTo>
                  <a:lnTo>
                    <a:pt x="114754" y="42623"/>
                  </a:lnTo>
                  <a:lnTo>
                    <a:pt x="118032" y="40983"/>
                  </a:lnTo>
                  <a:lnTo>
                    <a:pt x="121311" y="39344"/>
                  </a:lnTo>
                  <a:lnTo>
                    <a:pt x="124590" y="36065"/>
                  </a:lnTo>
                  <a:lnTo>
                    <a:pt x="129508" y="32787"/>
                  </a:lnTo>
                  <a:lnTo>
                    <a:pt x="132786" y="29508"/>
                  </a:lnTo>
                  <a:lnTo>
                    <a:pt x="134426" y="26229"/>
                  </a:lnTo>
                  <a:lnTo>
                    <a:pt x="137704" y="22951"/>
                  </a:lnTo>
                  <a:lnTo>
                    <a:pt x="140983" y="21311"/>
                  </a:lnTo>
                  <a:lnTo>
                    <a:pt x="145901" y="19672"/>
                  </a:lnTo>
                  <a:lnTo>
                    <a:pt x="149180" y="19672"/>
                  </a:lnTo>
                  <a:lnTo>
                    <a:pt x="152458" y="19672"/>
                  </a:lnTo>
                  <a:lnTo>
                    <a:pt x="149180" y="22951"/>
                  </a:lnTo>
                  <a:lnTo>
                    <a:pt x="145901" y="26229"/>
                  </a:lnTo>
                  <a:lnTo>
                    <a:pt x="142623" y="29508"/>
                  </a:lnTo>
                  <a:lnTo>
                    <a:pt x="147540" y="27869"/>
                  </a:lnTo>
                  <a:lnTo>
                    <a:pt x="150819" y="26229"/>
                  </a:lnTo>
                  <a:lnTo>
                    <a:pt x="154098" y="22951"/>
                  </a:lnTo>
                  <a:lnTo>
                    <a:pt x="157376" y="19672"/>
                  </a:lnTo>
                  <a:lnTo>
                    <a:pt x="160655" y="16393"/>
                  </a:lnTo>
                  <a:lnTo>
                    <a:pt x="163934" y="13115"/>
                  </a:lnTo>
                  <a:lnTo>
                    <a:pt x="165573" y="9836"/>
                  </a:lnTo>
                  <a:lnTo>
                    <a:pt x="170491" y="6557"/>
                  </a:lnTo>
                  <a:lnTo>
                    <a:pt x="173770" y="9836"/>
                  </a:lnTo>
                  <a:lnTo>
                    <a:pt x="170491" y="13115"/>
                  </a:lnTo>
                  <a:lnTo>
                    <a:pt x="167213" y="14754"/>
                  </a:lnTo>
                  <a:lnTo>
                    <a:pt x="163934" y="18033"/>
                  </a:lnTo>
                  <a:lnTo>
                    <a:pt x="159016" y="19672"/>
                  </a:lnTo>
                  <a:lnTo>
                    <a:pt x="157376" y="24590"/>
                  </a:lnTo>
                  <a:lnTo>
                    <a:pt x="160655" y="22951"/>
                  </a:lnTo>
                  <a:lnTo>
                    <a:pt x="163934" y="18033"/>
                  </a:lnTo>
                  <a:lnTo>
                    <a:pt x="168852" y="18033"/>
                  </a:lnTo>
                  <a:lnTo>
                    <a:pt x="172130" y="18033"/>
                  </a:lnTo>
                  <a:lnTo>
                    <a:pt x="175409" y="14754"/>
                  </a:lnTo>
                  <a:lnTo>
                    <a:pt x="180327" y="11475"/>
                  </a:lnTo>
                  <a:lnTo>
                    <a:pt x="180327" y="8197"/>
                  </a:lnTo>
                  <a:lnTo>
                    <a:pt x="178688" y="3279"/>
                  </a:lnTo>
                  <a:lnTo>
                    <a:pt x="180327" y="0"/>
                  </a:lnTo>
                  <a:lnTo>
                    <a:pt x="181966" y="1639"/>
                  </a:lnTo>
                  <a:lnTo>
                    <a:pt x="185245" y="0"/>
                  </a:lnTo>
                  <a:lnTo>
                    <a:pt x="190163" y="1639"/>
                  </a:lnTo>
                  <a:lnTo>
                    <a:pt x="193442" y="3279"/>
                  </a:lnTo>
                  <a:lnTo>
                    <a:pt x="196720" y="3279"/>
                  </a:lnTo>
                  <a:lnTo>
                    <a:pt x="199999" y="6557"/>
                  </a:lnTo>
                  <a:lnTo>
                    <a:pt x="204917" y="6557"/>
                  </a:lnTo>
                  <a:lnTo>
                    <a:pt x="208196" y="9836"/>
                  </a:lnTo>
                  <a:lnTo>
                    <a:pt x="211475" y="9836"/>
                  </a:lnTo>
                  <a:lnTo>
                    <a:pt x="214753" y="9836"/>
                  </a:lnTo>
                  <a:lnTo>
                    <a:pt x="219671" y="8197"/>
                  </a:lnTo>
                  <a:lnTo>
                    <a:pt x="222950" y="9836"/>
                  </a:lnTo>
                  <a:lnTo>
                    <a:pt x="226229" y="9836"/>
                  </a:lnTo>
                  <a:lnTo>
                    <a:pt x="231147" y="11475"/>
                  </a:lnTo>
                  <a:lnTo>
                    <a:pt x="234425" y="9836"/>
                  </a:lnTo>
                  <a:lnTo>
                    <a:pt x="237704" y="11475"/>
                  </a:lnTo>
                  <a:lnTo>
                    <a:pt x="237704" y="14754"/>
                  </a:lnTo>
                  <a:lnTo>
                    <a:pt x="237704" y="18033"/>
                  </a:lnTo>
                  <a:lnTo>
                    <a:pt x="237704" y="22951"/>
                  </a:lnTo>
                  <a:lnTo>
                    <a:pt x="237704" y="26229"/>
                  </a:lnTo>
                  <a:lnTo>
                    <a:pt x="236065" y="29508"/>
                  </a:lnTo>
                  <a:lnTo>
                    <a:pt x="236065" y="32787"/>
                  </a:lnTo>
                  <a:lnTo>
                    <a:pt x="236065" y="37705"/>
                  </a:lnTo>
                  <a:lnTo>
                    <a:pt x="237704" y="40983"/>
                  </a:lnTo>
                  <a:lnTo>
                    <a:pt x="240983" y="44262"/>
                  </a:lnTo>
                  <a:lnTo>
                    <a:pt x="245901" y="45901"/>
                  </a:lnTo>
                  <a:lnTo>
                    <a:pt x="249179" y="45901"/>
                  </a:lnTo>
                  <a:lnTo>
                    <a:pt x="254097" y="45901"/>
                  </a:lnTo>
                  <a:lnTo>
                    <a:pt x="257376" y="44262"/>
                  </a:lnTo>
                  <a:lnTo>
                    <a:pt x="260655" y="44262"/>
                  </a:lnTo>
                  <a:lnTo>
                    <a:pt x="263933" y="44262"/>
                  </a:lnTo>
                  <a:lnTo>
                    <a:pt x="268851" y="44262"/>
                  </a:lnTo>
                  <a:lnTo>
                    <a:pt x="272130" y="44262"/>
                  </a:lnTo>
                  <a:lnTo>
                    <a:pt x="270491" y="47541"/>
                  </a:lnTo>
                  <a:lnTo>
                    <a:pt x="268851" y="52459"/>
                  </a:lnTo>
                  <a:lnTo>
                    <a:pt x="263933" y="54098"/>
                  </a:lnTo>
                  <a:lnTo>
                    <a:pt x="262294" y="57377"/>
                  </a:lnTo>
                  <a:lnTo>
                    <a:pt x="260655" y="60655"/>
                  </a:lnTo>
                  <a:lnTo>
                    <a:pt x="263933" y="63934"/>
                  </a:lnTo>
                  <a:lnTo>
                    <a:pt x="267212" y="67213"/>
                  </a:lnTo>
                  <a:lnTo>
                    <a:pt x="268851" y="70492"/>
                  </a:lnTo>
                  <a:lnTo>
                    <a:pt x="267212" y="73770"/>
                  </a:lnTo>
                  <a:lnTo>
                    <a:pt x="262294" y="77049"/>
                  </a:lnTo>
                  <a:lnTo>
                    <a:pt x="260655" y="81967"/>
                  </a:lnTo>
                  <a:lnTo>
                    <a:pt x="257376" y="83606"/>
                  </a:lnTo>
                  <a:lnTo>
                    <a:pt x="259015" y="88524"/>
                  </a:lnTo>
                  <a:lnTo>
                    <a:pt x="262294" y="88524"/>
                  </a:lnTo>
                  <a:lnTo>
                    <a:pt x="267212" y="88524"/>
                  </a:lnTo>
                  <a:lnTo>
                    <a:pt x="267212" y="91803"/>
                  </a:lnTo>
                  <a:lnTo>
                    <a:pt x="263933" y="91803"/>
                  </a:lnTo>
                  <a:lnTo>
                    <a:pt x="259015" y="95082"/>
                  </a:lnTo>
                  <a:lnTo>
                    <a:pt x="257376" y="98360"/>
                  </a:lnTo>
                  <a:lnTo>
                    <a:pt x="260655" y="96721"/>
                  </a:lnTo>
                  <a:lnTo>
                    <a:pt x="259015" y="100000"/>
                  </a:lnTo>
                  <a:lnTo>
                    <a:pt x="255737" y="103278"/>
                  </a:lnTo>
                  <a:lnTo>
                    <a:pt x="254097" y="106557"/>
                  </a:lnTo>
                  <a:lnTo>
                    <a:pt x="257376" y="106557"/>
                  </a:lnTo>
                  <a:lnTo>
                    <a:pt x="259015" y="106557"/>
                  </a:lnTo>
                  <a:lnTo>
                    <a:pt x="260655" y="106557"/>
                  </a:lnTo>
                  <a:lnTo>
                    <a:pt x="263933" y="106557"/>
                  </a:lnTo>
                  <a:lnTo>
                    <a:pt x="268851" y="104917"/>
                  </a:lnTo>
                  <a:lnTo>
                    <a:pt x="268851" y="109836"/>
                  </a:lnTo>
                  <a:lnTo>
                    <a:pt x="265573" y="113114"/>
                  </a:lnTo>
                  <a:lnTo>
                    <a:pt x="268851" y="114754"/>
                  </a:lnTo>
                  <a:lnTo>
                    <a:pt x="273769" y="114754"/>
                  </a:lnTo>
                  <a:lnTo>
                    <a:pt x="277048" y="116393"/>
                  </a:lnTo>
                  <a:lnTo>
                    <a:pt x="280327" y="116393"/>
                  </a:lnTo>
                  <a:lnTo>
                    <a:pt x="281966" y="116393"/>
                  </a:lnTo>
                  <a:lnTo>
                    <a:pt x="285245" y="118032"/>
                  </a:lnTo>
                  <a:lnTo>
                    <a:pt x="288523" y="119672"/>
                  </a:lnTo>
                  <a:lnTo>
                    <a:pt x="293441" y="119672"/>
                  </a:lnTo>
                  <a:lnTo>
                    <a:pt x="296720" y="121311"/>
                  </a:lnTo>
                  <a:lnTo>
                    <a:pt x="299999" y="121311"/>
                  </a:lnTo>
                  <a:lnTo>
                    <a:pt x="304917" y="121311"/>
                  </a:lnTo>
                  <a:lnTo>
                    <a:pt x="308195" y="121311"/>
                  </a:lnTo>
                  <a:lnTo>
                    <a:pt x="311474" y="119672"/>
                  </a:lnTo>
                  <a:lnTo>
                    <a:pt x="314753" y="121311"/>
                  </a:lnTo>
                  <a:lnTo>
                    <a:pt x="319671" y="119672"/>
                  </a:lnTo>
                  <a:lnTo>
                    <a:pt x="322950" y="121311"/>
                  </a:lnTo>
                  <a:lnTo>
                    <a:pt x="326228" y="122950"/>
                  </a:lnTo>
                  <a:lnTo>
                    <a:pt x="331146" y="122950"/>
                  </a:lnTo>
                  <a:lnTo>
                    <a:pt x="334425" y="124590"/>
                  </a:lnTo>
                  <a:lnTo>
                    <a:pt x="337703" y="124590"/>
                  </a:lnTo>
                  <a:lnTo>
                    <a:pt x="340982" y="124590"/>
                  </a:lnTo>
                  <a:lnTo>
                    <a:pt x="339343" y="127868"/>
                  </a:lnTo>
                  <a:lnTo>
                    <a:pt x="342622" y="126229"/>
                  </a:lnTo>
                  <a:lnTo>
                    <a:pt x="347540" y="124590"/>
                  </a:lnTo>
                  <a:lnTo>
                    <a:pt x="342622" y="127868"/>
                  </a:lnTo>
                  <a:lnTo>
                    <a:pt x="347540" y="127868"/>
                  </a:lnTo>
                  <a:lnTo>
                    <a:pt x="345900" y="129508"/>
                  </a:lnTo>
                  <a:lnTo>
                    <a:pt x="342622" y="131147"/>
                  </a:lnTo>
                  <a:lnTo>
                    <a:pt x="345900" y="129508"/>
                  </a:lnTo>
                  <a:lnTo>
                    <a:pt x="349179" y="129508"/>
                  </a:lnTo>
                  <a:lnTo>
                    <a:pt x="352457" y="129508"/>
                  </a:lnTo>
                  <a:lnTo>
                    <a:pt x="357375" y="131147"/>
                  </a:lnTo>
                  <a:lnTo>
                    <a:pt x="360654" y="127868"/>
                  </a:lnTo>
                  <a:lnTo>
                    <a:pt x="359015" y="132786"/>
                  </a:lnTo>
                  <a:lnTo>
                    <a:pt x="362294" y="131147"/>
                  </a:lnTo>
                  <a:lnTo>
                    <a:pt x="365572" y="131147"/>
                  </a:lnTo>
                  <a:lnTo>
                    <a:pt x="368851" y="132786"/>
                  </a:lnTo>
                  <a:lnTo>
                    <a:pt x="373769" y="136065"/>
                  </a:lnTo>
                  <a:lnTo>
                    <a:pt x="373769" y="139344"/>
                  </a:lnTo>
                  <a:lnTo>
                    <a:pt x="373769" y="142622"/>
                  </a:lnTo>
                  <a:lnTo>
                    <a:pt x="373769" y="145901"/>
                  </a:lnTo>
                  <a:lnTo>
                    <a:pt x="378687" y="145901"/>
                  </a:lnTo>
                  <a:lnTo>
                    <a:pt x="378687" y="149180"/>
                  </a:lnTo>
                  <a:lnTo>
                    <a:pt x="377047" y="152458"/>
                  </a:lnTo>
                  <a:lnTo>
                    <a:pt x="377047" y="157376"/>
                  </a:lnTo>
                  <a:lnTo>
                    <a:pt x="381966" y="157376"/>
                  </a:lnTo>
                  <a:lnTo>
                    <a:pt x="385244" y="154098"/>
                  </a:lnTo>
                  <a:lnTo>
                    <a:pt x="385244" y="159016"/>
                  </a:lnTo>
                  <a:lnTo>
                    <a:pt x="381966" y="160655"/>
                  </a:lnTo>
                  <a:lnTo>
                    <a:pt x="383605" y="163934"/>
                  </a:lnTo>
                  <a:lnTo>
                    <a:pt x="383605" y="165573"/>
                  </a:lnTo>
                  <a:lnTo>
                    <a:pt x="383605" y="167212"/>
                  </a:lnTo>
                  <a:lnTo>
                    <a:pt x="380326" y="167212"/>
                  </a:lnTo>
                  <a:lnTo>
                    <a:pt x="381966" y="170491"/>
                  </a:lnTo>
                  <a:lnTo>
                    <a:pt x="381966" y="170491"/>
                  </a:lnTo>
                  <a:lnTo>
                    <a:pt x="381966" y="170491"/>
                  </a:lnTo>
                  <a:lnTo>
                    <a:pt x="383605" y="172130"/>
                  </a:lnTo>
                  <a:lnTo>
                    <a:pt x="385244" y="175409"/>
                  </a:lnTo>
                  <a:lnTo>
                    <a:pt x="385244" y="180327"/>
                  </a:lnTo>
                  <a:lnTo>
                    <a:pt x="388523" y="177048"/>
                  </a:lnTo>
                  <a:lnTo>
                    <a:pt x="388523" y="177048"/>
                  </a:lnTo>
                  <a:lnTo>
                    <a:pt x="386884" y="181966"/>
                  </a:lnTo>
                  <a:lnTo>
                    <a:pt x="383605" y="181966"/>
                  </a:lnTo>
                  <a:lnTo>
                    <a:pt x="380326" y="178688"/>
                  </a:lnTo>
                  <a:lnTo>
                    <a:pt x="378687" y="178688"/>
                  </a:lnTo>
                  <a:lnTo>
                    <a:pt x="375408" y="180327"/>
                  </a:lnTo>
                  <a:lnTo>
                    <a:pt x="373769" y="183606"/>
                  </a:lnTo>
                  <a:lnTo>
                    <a:pt x="375408" y="185245"/>
                  </a:lnTo>
                  <a:lnTo>
                    <a:pt x="373769" y="186884"/>
                  </a:lnTo>
                  <a:lnTo>
                    <a:pt x="373769" y="190163"/>
                  </a:lnTo>
                  <a:lnTo>
                    <a:pt x="372130" y="191802"/>
                  </a:lnTo>
                  <a:lnTo>
                    <a:pt x="368851" y="195081"/>
                  </a:lnTo>
                  <a:lnTo>
                    <a:pt x="365572" y="193442"/>
                  </a:lnTo>
                  <a:lnTo>
                    <a:pt x="360654" y="193442"/>
                  </a:lnTo>
                  <a:lnTo>
                    <a:pt x="357375" y="191802"/>
                  </a:lnTo>
                  <a:lnTo>
                    <a:pt x="354097" y="190163"/>
                  </a:lnTo>
                  <a:lnTo>
                    <a:pt x="354097" y="185245"/>
                  </a:lnTo>
                  <a:lnTo>
                    <a:pt x="349179" y="185245"/>
                  </a:lnTo>
                  <a:lnTo>
                    <a:pt x="345900" y="185245"/>
                  </a:lnTo>
                  <a:lnTo>
                    <a:pt x="342622" y="188524"/>
                  </a:lnTo>
                  <a:lnTo>
                    <a:pt x="344261" y="185245"/>
                  </a:lnTo>
                  <a:lnTo>
                    <a:pt x="345900" y="181966"/>
                  </a:lnTo>
                  <a:lnTo>
                    <a:pt x="342622" y="180327"/>
                  </a:lnTo>
                  <a:lnTo>
                    <a:pt x="339343" y="181966"/>
                  </a:lnTo>
                  <a:lnTo>
                    <a:pt x="342622" y="178688"/>
                  </a:lnTo>
                  <a:lnTo>
                    <a:pt x="344261" y="175409"/>
                  </a:lnTo>
                  <a:lnTo>
                    <a:pt x="340982" y="175409"/>
                  </a:lnTo>
                  <a:lnTo>
                    <a:pt x="339343" y="172130"/>
                  </a:lnTo>
                  <a:lnTo>
                    <a:pt x="337703" y="172130"/>
                  </a:lnTo>
                  <a:lnTo>
                    <a:pt x="337703" y="172130"/>
                  </a:lnTo>
                  <a:lnTo>
                    <a:pt x="339343" y="168852"/>
                  </a:lnTo>
                  <a:lnTo>
                    <a:pt x="337703" y="163934"/>
                  </a:lnTo>
                  <a:lnTo>
                    <a:pt x="334425" y="162294"/>
                  </a:lnTo>
                  <a:lnTo>
                    <a:pt x="331146" y="160655"/>
                  </a:lnTo>
                  <a:lnTo>
                    <a:pt x="327867" y="160655"/>
                  </a:lnTo>
                  <a:lnTo>
                    <a:pt x="329507" y="163934"/>
                  </a:lnTo>
                  <a:lnTo>
                    <a:pt x="331146" y="168852"/>
                  </a:lnTo>
                  <a:lnTo>
                    <a:pt x="331146" y="172130"/>
                  </a:lnTo>
                  <a:lnTo>
                    <a:pt x="332785" y="175409"/>
                  </a:lnTo>
                  <a:lnTo>
                    <a:pt x="332785" y="178688"/>
                  </a:lnTo>
                  <a:lnTo>
                    <a:pt x="332785" y="183606"/>
                  </a:lnTo>
                  <a:lnTo>
                    <a:pt x="331146" y="186884"/>
                  </a:lnTo>
                  <a:lnTo>
                    <a:pt x="327867" y="190163"/>
                  </a:lnTo>
                  <a:lnTo>
                    <a:pt x="324589" y="193442"/>
                  </a:lnTo>
                  <a:lnTo>
                    <a:pt x="319671" y="196720"/>
                  </a:lnTo>
                  <a:lnTo>
                    <a:pt x="316392" y="199999"/>
                  </a:lnTo>
                  <a:lnTo>
                    <a:pt x="313113" y="201638"/>
                  </a:lnTo>
                  <a:lnTo>
                    <a:pt x="309835" y="206557"/>
                  </a:lnTo>
                  <a:lnTo>
                    <a:pt x="306556" y="209835"/>
                  </a:lnTo>
                  <a:lnTo>
                    <a:pt x="303277" y="213114"/>
                  </a:lnTo>
                  <a:lnTo>
                    <a:pt x="301638" y="218032"/>
                  </a:lnTo>
                  <a:lnTo>
                    <a:pt x="299999" y="221310"/>
                  </a:lnTo>
                  <a:lnTo>
                    <a:pt x="298360" y="224589"/>
                  </a:lnTo>
                  <a:lnTo>
                    <a:pt x="296720" y="227868"/>
                  </a:lnTo>
                  <a:lnTo>
                    <a:pt x="295081" y="232786"/>
                  </a:lnTo>
                  <a:lnTo>
                    <a:pt x="295081" y="236064"/>
                  </a:lnTo>
                  <a:lnTo>
                    <a:pt x="291802" y="239343"/>
                  </a:lnTo>
                  <a:lnTo>
                    <a:pt x="290163" y="244261"/>
                  </a:lnTo>
                  <a:lnTo>
                    <a:pt x="286884" y="245901"/>
                  </a:lnTo>
                  <a:lnTo>
                    <a:pt x="281966" y="249179"/>
                  </a:lnTo>
                  <a:lnTo>
                    <a:pt x="278687" y="249179"/>
                  </a:lnTo>
                  <a:lnTo>
                    <a:pt x="275409" y="252458"/>
                  </a:lnTo>
                  <a:lnTo>
                    <a:pt x="270491" y="255737"/>
                  </a:lnTo>
                  <a:lnTo>
                    <a:pt x="267212" y="255737"/>
                  </a:lnTo>
                  <a:lnTo>
                    <a:pt x="263933" y="257376"/>
                  </a:lnTo>
                  <a:lnTo>
                    <a:pt x="260655" y="259015"/>
                  </a:lnTo>
                  <a:lnTo>
                    <a:pt x="259015" y="257376"/>
                  </a:lnTo>
                  <a:lnTo>
                    <a:pt x="259015" y="254097"/>
                  </a:lnTo>
                  <a:lnTo>
                    <a:pt x="260655" y="250819"/>
                  </a:lnTo>
                  <a:lnTo>
                    <a:pt x="260655" y="245901"/>
                  </a:lnTo>
                  <a:lnTo>
                    <a:pt x="262294" y="242622"/>
                  </a:lnTo>
                  <a:lnTo>
                    <a:pt x="263933" y="239343"/>
                  </a:lnTo>
                  <a:lnTo>
                    <a:pt x="263933" y="236064"/>
                  </a:lnTo>
                  <a:lnTo>
                    <a:pt x="263933" y="231147"/>
                  </a:lnTo>
                  <a:lnTo>
                    <a:pt x="265573" y="227868"/>
                  </a:lnTo>
                  <a:lnTo>
                    <a:pt x="267212" y="224589"/>
                  </a:lnTo>
                  <a:lnTo>
                    <a:pt x="267212" y="219671"/>
                  </a:lnTo>
                  <a:lnTo>
                    <a:pt x="267212" y="216392"/>
                  </a:lnTo>
                  <a:lnTo>
                    <a:pt x="262294" y="213114"/>
                  </a:lnTo>
                  <a:lnTo>
                    <a:pt x="259015" y="213114"/>
                  </a:lnTo>
                  <a:lnTo>
                    <a:pt x="255737" y="214753"/>
                  </a:lnTo>
                  <a:lnTo>
                    <a:pt x="250819" y="216392"/>
                  </a:lnTo>
                  <a:lnTo>
                    <a:pt x="247540" y="216392"/>
                  </a:lnTo>
                  <a:lnTo>
                    <a:pt x="244261" y="219671"/>
                  </a:lnTo>
                  <a:lnTo>
                    <a:pt x="240983" y="224589"/>
                  </a:lnTo>
                  <a:lnTo>
                    <a:pt x="236065" y="227868"/>
                  </a:lnTo>
                  <a:lnTo>
                    <a:pt x="232786" y="227868"/>
                  </a:lnTo>
                  <a:lnTo>
                    <a:pt x="229507" y="231147"/>
                  </a:lnTo>
                  <a:lnTo>
                    <a:pt x="224589" y="232786"/>
                  </a:lnTo>
                  <a:lnTo>
                    <a:pt x="221310" y="231147"/>
                  </a:lnTo>
                  <a:lnTo>
                    <a:pt x="221310" y="231147"/>
                  </a:lnTo>
                  <a:lnTo>
                    <a:pt x="219671" y="227868"/>
                  </a:lnTo>
                  <a:lnTo>
                    <a:pt x="221310" y="222950"/>
                  </a:lnTo>
                  <a:lnTo>
                    <a:pt x="224589" y="219671"/>
                  </a:lnTo>
                  <a:lnTo>
                    <a:pt x="227868" y="216392"/>
                  </a:lnTo>
                  <a:lnTo>
                    <a:pt x="231147" y="214753"/>
                  </a:lnTo>
                  <a:lnTo>
                    <a:pt x="236065" y="213114"/>
                  </a:lnTo>
                  <a:lnTo>
                    <a:pt x="239343" y="211474"/>
                  </a:lnTo>
                  <a:lnTo>
                    <a:pt x="240983" y="208196"/>
                  </a:lnTo>
                  <a:lnTo>
                    <a:pt x="244261" y="203278"/>
                  </a:lnTo>
                  <a:lnTo>
                    <a:pt x="249179" y="203278"/>
                  </a:lnTo>
                  <a:lnTo>
                    <a:pt x="252458" y="201638"/>
                  </a:lnTo>
                  <a:lnTo>
                    <a:pt x="254097" y="198360"/>
                  </a:lnTo>
                  <a:lnTo>
                    <a:pt x="255737" y="195081"/>
                  </a:lnTo>
                  <a:lnTo>
                    <a:pt x="257376" y="191802"/>
                  </a:lnTo>
                  <a:lnTo>
                    <a:pt x="260655" y="186884"/>
                  </a:lnTo>
                  <a:lnTo>
                    <a:pt x="262294" y="183606"/>
                  </a:lnTo>
                  <a:lnTo>
                    <a:pt x="263933" y="180327"/>
                  </a:lnTo>
                  <a:lnTo>
                    <a:pt x="262294" y="175409"/>
                  </a:lnTo>
                  <a:lnTo>
                    <a:pt x="260655" y="172130"/>
                  </a:lnTo>
                  <a:lnTo>
                    <a:pt x="265573" y="168852"/>
                  </a:lnTo>
                  <a:lnTo>
                    <a:pt x="268851" y="168852"/>
                  </a:lnTo>
                  <a:lnTo>
                    <a:pt x="267212" y="163934"/>
                  </a:lnTo>
                  <a:lnTo>
                    <a:pt x="268851" y="160655"/>
                  </a:lnTo>
                  <a:lnTo>
                    <a:pt x="267212" y="157376"/>
                  </a:lnTo>
                  <a:lnTo>
                    <a:pt x="263933" y="155737"/>
                  </a:lnTo>
                  <a:lnTo>
                    <a:pt x="259015" y="154098"/>
                  </a:lnTo>
                  <a:lnTo>
                    <a:pt x="255737" y="152458"/>
                  </a:lnTo>
                  <a:lnTo>
                    <a:pt x="252458" y="150819"/>
                  </a:lnTo>
                  <a:lnTo>
                    <a:pt x="249179" y="149180"/>
                  </a:lnTo>
                  <a:lnTo>
                    <a:pt x="247540" y="144262"/>
                  </a:lnTo>
                  <a:lnTo>
                    <a:pt x="244261" y="142622"/>
                  </a:lnTo>
                  <a:lnTo>
                    <a:pt x="242622" y="144262"/>
                  </a:lnTo>
                  <a:lnTo>
                    <a:pt x="239343" y="144262"/>
                  </a:lnTo>
                  <a:lnTo>
                    <a:pt x="234425" y="139344"/>
                  </a:lnTo>
                  <a:lnTo>
                    <a:pt x="231147" y="137704"/>
                  </a:lnTo>
                  <a:lnTo>
                    <a:pt x="227868" y="139344"/>
                  </a:lnTo>
                  <a:lnTo>
                    <a:pt x="224589" y="139344"/>
                  </a:lnTo>
                  <a:lnTo>
                    <a:pt x="221310" y="142622"/>
                  </a:lnTo>
                  <a:lnTo>
                    <a:pt x="221310" y="144262"/>
                  </a:lnTo>
                  <a:lnTo>
                    <a:pt x="216393" y="145901"/>
                  </a:lnTo>
                  <a:lnTo>
                    <a:pt x="214753" y="149180"/>
                  </a:lnTo>
                  <a:lnTo>
                    <a:pt x="216393" y="154098"/>
                  </a:lnTo>
                  <a:lnTo>
                    <a:pt x="219671" y="154098"/>
                  </a:lnTo>
                  <a:lnTo>
                    <a:pt x="214753" y="155737"/>
                  </a:lnTo>
                  <a:lnTo>
                    <a:pt x="214753" y="155737"/>
                  </a:lnTo>
                  <a:lnTo>
                    <a:pt x="211475" y="155737"/>
                  </a:lnTo>
                  <a:lnTo>
                    <a:pt x="208196" y="157376"/>
                  </a:lnTo>
                  <a:lnTo>
                    <a:pt x="203278" y="159016"/>
                  </a:lnTo>
                  <a:lnTo>
                    <a:pt x="199999" y="160655"/>
                  </a:lnTo>
                  <a:lnTo>
                    <a:pt x="198360" y="163934"/>
                  </a:lnTo>
                  <a:lnTo>
                    <a:pt x="196720" y="168852"/>
                  </a:lnTo>
                  <a:lnTo>
                    <a:pt x="195081" y="172130"/>
                  </a:lnTo>
                  <a:lnTo>
                    <a:pt x="191803" y="175409"/>
                  </a:lnTo>
                  <a:lnTo>
                    <a:pt x="188524" y="178688"/>
                  </a:lnTo>
                  <a:lnTo>
                    <a:pt x="183606" y="181966"/>
                  </a:lnTo>
                  <a:lnTo>
                    <a:pt x="188524" y="177048"/>
                  </a:lnTo>
                  <a:lnTo>
                    <a:pt x="188524" y="173770"/>
                  </a:lnTo>
                  <a:lnTo>
                    <a:pt x="185245" y="177048"/>
                  </a:lnTo>
                  <a:lnTo>
                    <a:pt x="181966" y="180327"/>
                  </a:lnTo>
                  <a:lnTo>
                    <a:pt x="185245" y="175409"/>
                  </a:lnTo>
                  <a:lnTo>
                    <a:pt x="186885" y="172130"/>
                  </a:lnTo>
                  <a:lnTo>
                    <a:pt x="186885" y="170491"/>
                  </a:lnTo>
                  <a:lnTo>
                    <a:pt x="190163" y="167212"/>
                  </a:lnTo>
                  <a:lnTo>
                    <a:pt x="191803" y="163934"/>
                  </a:lnTo>
                  <a:lnTo>
                    <a:pt x="188524" y="165573"/>
                  </a:lnTo>
                  <a:lnTo>
                    <a:pt x="185245" y="168852"/>
                  </a:lnTo>
                  <a:lnTo>
                    <a:pt x="180327" y="172130"/>
                  </a:lnTo>
                  <a:lnTo>
                    <a:pt x="177048" y="173770"/>
                  </a:lnTo>
                  <a:lnTo>
                    <a:pt x="173770" y="175409"/>
                  </a:lnTo>
                  <a:lnTo>
                    <a:pt x="170491" y="175409"/>
                  </a:lnTo>
                  <a:lnTo>
                    <a:pt x="167213" y="178688"/>
                  </a:lnTo>
                  <a:lnTo>
                    <a:pt x="165573" y="183606"/>
                  </a:lnTo>
                  <a:lnTo>
                    <a:pt x="162294" y="183606"/>
                  </a:lnTo>
                  <a:lnTo>
                    <a:pt x="157376" y="186884"/>
                  </a:lnTo>
                  <a:lnTo>
                    <a:pt x="157376" y="190163"/>
                  </a:lnTo>
                  <a:lnTo>
                    <a:pt x="154098" y="193442"/>
                  </a:lnTo>
                  <a:lnTo>
                    <a:pt x="152458" y="198360"/>
                  </a:lnTo>
                  <a:lnTo>
                    <a:pt x="149180" y="201638"/>
                  </a:lnTo>
                  <a:lnTo>
                    <a:pt x="145901" y="204917"/>
                  </a:lnTo>
                  <a:lnTo>
                    <a:pt x="142623" y="208196"/>
                  </a:lnTo>
                  <a:lnTo>
                    <a:pt x="137704" y="211474"/>
                  </a:lnTo>
                  <a:lnTo>
                    <a:pt x="136065" y="214753"/>
                  </a:lnTo>
                  <a:lnTo>
                    <a:pt x="136065" y="218032"/>
                  </a:lnTo>
                  <a:lnTo>
                    <a:pt x="134426" y="222950"/>
                  </a:lnTo>
                  <a:lnTo>
                    <a:pt x="132786" y="226229"/>
                  </a:lnTo>
                  <a:lnTo>
                    <a:pt x="129508" y="229507"/>
                  </a:lnTo>
                  <a:lnTo>
                    <a:pt x="126229" y="232786"/>
                  </a:lnTo>
                  <a:lnTo>
                    <a:pt x="126229" y="236064"/>
                  </a:lnTo>
                  <a:lnTo>
                    <a:pt x="126229" y="240982"/>
                  </a:lnTo>
                  <a:lnTo>
                    <a:pt x="126229" y="244261"/>
                  </a:lnTo>
                  <a:lnTo>
                    <a:pt x="129508" y="247540"/>
                  </a:lnTo>
                  <a:lnTo>
                    <a:pt x="127868" y="249179"/>
                  </a:lnTo>
                  <a:lnTo>
                    <a:pt x="126229" y="252458"/>
                  </a:lnTo>
                  <a:lnTo>
                    <a:pt x="126229" y="255737"/>
                  </a:lnTo>
                  <a:lnTo>
                    <a:pt x="126229" y="259015"/>
                  </a:lnTo>
                  <a:lnTo>
                    <a:pt x="124590" y="263933"/>
                  </a:lnTo>
                  <a:lnTo>
                    <a:pt x="122950" y="267212"/>
                  </a:lnTo>
                  <a:lnTo>
                    <a:pt x="121311" y="270491"/>
                  </a:lnTo>
                  <a:lnTo>
                    <a:pt x="119672" y="273769"/>
                  </a:lnTo>
                  <a:lnTo>
                    <a:pt x="118032" y="278687"/>
                  </a:lnTo>
                  <a:lnTo>
                    <a:pt x="114754" y="281966"/>
                  </a:lnTo>
                  <a:lnTo>
                    <a:pt x="111475" y="285244"/>
                  </a:lnTo>
                  <a:lnTo>
                    <a:pt x="108196" y="290163"/>
                  </a:lnTo>
                  <a:lnTo>
                    <a:pt x="104918" y="293441"/>
                  </a:lnTo>
                  <a:lnTo>
                    <a:pt x="101639" y="296720"/>
                  </a:lnTo>
                  <a:lnTo>
                    <a:pt x="98360" y="299999"/>
                  </a:lnTo>
                  <a:lnTo>
                    <a:pt x="95082" y="303277"/>
                  </a:lnTo>
                  <a:lnTo>
                    <a:pt x="91803" y="306556"/>
                  </a:lnTo>
                  <a:lnTo>
                    <a:pt x="86885" y="309835"/>
                  </a:lnTo>
                  <a:lnTo>
                    <a:pt x="83606" y="313113"/>
                  </a:lnTo>
                  <a:lnTo>
                    <a:pt x="81967" y="313113"/>
                  </a:lnTo>
                  <a:lnTo>
                    <a:pt x="77049" y="314753"/>
                  </a:lnTo>
                  <a:lnTo>
                    <a:pt x="73770" y="316392"/>
                  </a:lnTo>
                  <a:lnTo>
                    <a:pt x="70492" y="318031"/>
                  </a:lnTo>
                  <a:lnTo>
                    <a:pt x="65573" y="319671"/>
                  </a:lnTo>
                  <a:lnTo>
                    <a:pt x="62295" y="319671"/>
                  </a:lnTo>
                  <a:lnTo>
                    <a:pt x="59016" y="318031"/>
                  </a:lnTo>
                  <a:lnTo>
                    <a:pt x="55738" y="314753"/>
                  </a:lnTo>
                  <a:lnTo>
                    <a:pt x="55738" y="311474"/>
                  </a:lnTo>
                  <a:lnTo>
                    <a:pt x="55738" y="308195"/>
                  </a:lnTo>
                  <a:lnTo>
                    <a:pt x="55738" y="304917"/>
                  </a:lnTo>
                  <a:lnTo>
                    <a:pt x="57377" y="299999"/>
                  </a:lnTo>
                  <a:lnTo>
                    <a:pt x="55738" y="296720"/>
                  </a:lnTo>
                  <a:lnTo>
                    <a:pt x="55738" y="293441"/>
                  </a:lnTo>
                  <a:lnTo>
                    <a:pt x="57377" y="288523"/>
                  </a:lnTo>
                  <a:lnTo>
                    <a:pt x="59016" y="285244"/>
                  </a:lnTo>
                  <a:lnTo>
                    <a:pt x="60656" y="281966"/>
                  </a:lnTo>
                  <a:lnTo>
                    <a:pt x="62295" y="280327"/>
                  </a:lnTo>
                  <a:lnTo>
                    <a:pt x="63934" y="275409"/>
                  </a:lnTo>
                  <a:lnTo>
                    <a:pt x="65573" y="272130"/>
                  </a:lnTo>
                  <a:lnTo>
                    <a:pt x="67213" y="268851"/>
                  </a:lnTo>
                  <a:lnTo>
                    <a:pt x="67213" y="265573"/>
                  </a:lnTo>
                  <a:lnTo>
                    <a:pt x="68852" y="260654"/>
                  </a:lnTo>
                  <a:lnTo>
                    <a:pt x="68852" y="257376"/>
                  </a:lnTo>
                  <a:lnTo>
                    <a:pt x="70492" y="254097"/>
                  </a:lnTo>
                  <a:lnTo>
                    <a:pt x="72131" y="249179"/>
                  </a:lnTo>
                  <a:lnTo>
                    <a:pt x="73770" y="245901"/>
                  </a:lnTo>
                  <a:lnTo>
                    <a:pt x="77049" y="242622"/>
                  </a:lnTo>
                  <a:lnTo>
                    <a:pt x="80328" y="239343"/>
                  </a:lnTo>
                  <a:lnTo>
                    <a:pt x="81967" y="234425"/>
                  </a:lnTo>
                  <a:lnTo>
                    <a:pt x="85246" y="231147"/>
                  </a:lnTo>
                  <a:lnTo>
                    <a:pt x="88524" y="227868"/>
                  </a:lnTo>
                  <a:lnTo>
                    <a:pt x="90164" y="224589"/>
                  </a:lnTo>
                  <a:lnTo>
                    <a:pt x="91803" y="219671"/>
                  </a:lnTo>
                  <a:lnTo>
                    <a:pt x="93442" y="216392"/>
                  </a:lnTo>
                  <a:lnTo>
                    <a:pt x="96721" y="213114"/>
                  </a:lnTo>
                  <a:lnTo>
                    <a:pt x="101639" y="209835"/>
                  </a:lnTo>
                  <a:lnTo>
                    <a:pt x="104918" y="206557"/>
                  </a:lnTo>
                  <a:lnTo>
                    <a:pt x="106557" y="203278"/>
                  </a:lnTo>
                  <a:lnTo>
                    <a:pt x="108196" y="199999"/>
                  </a:lnTo>
                  <a:lnTo>
                    <a:pt x="109836" y="196720"/>
                  </a:lnTo>
                  <a:lnTo>
                    <a:pt x="113114" y="191802"/>
                  </a:lnTo>
                  <a:lnTo>
                    <a:pt x="116393" y="188524"/>
                  </a:lnTo>
                  <a:lnTo>
                    <a:pt x="121311" y="185245"/>
                  </a:lnTo>
                  <a:lnTo>
                    <a:pt x="122950" y="180327"/>
                  </a:lnTo>
                  <a:lnTo>
                    <a:pt x="121311" y="177048"/>
                  </a:lnTo>
                  <a:lnTo>
                    <a:pt x="116393" y="178688"/>
                  </a:lnTo>
                  <a:lnTo>
                    <a:pt x="113114" y="180327"/>
                  </a:lnTo>
                  <a:lnTo>
                    <a:pt x="109836" y="183606"/>
                  </a:lnTo>
                  <a:lnTo>
                    <a:pt x="106557" y="186884"/>
                  </a:lnTo>
                  <a:lnTo>
                    <a:pt x="103278" y="188524"/>
                  </a:lnTo>
                  <a:lnTo>
                    <a:pt x="98360" y="190163"/>
                  </a:lnTo>
                  <a:lnTo>
                    <a:pt x="95082" y="191802"/>
                  </a:lnTo>
                  <a:lnTo>
                    <a:pt x="96721" y="188524"/>
                  </a:lnTo>
                  <a:lnTo>
                    <a:pt x="98360" y="185245"/>
                  </a:lnTo>
                  <a:lnTo>
                    <a:pt x="103278" y="181966"/>
                  </a:lnTo>
                  <a:lnTo>
                    <a:pt x="106557" y="178688"/>
                  </a:lnTo>
                  <a:lnTo>
                    <a:pt x="109836" y="175409"/>
                  </a:lnTo>
                  <a:lnTo>
                    <a:pt x="113114" y="173770"/>
                  </a:lnTo>
                  <a:lnTo>
                    <a:pt x="116393" y="172130"/>
                  </a:lnTo>
                  <a:lnTo>
                    <a:pt x="118032" y="172130"/>
                  </a:lnTo>
                  <a:lnTo>
                    <a:pt x="119672" y="167212"/>
                  </a:lnTo>
                  <a:lnTo>
                    <a:pt x="121311" y="165573"/>
                  </a:lnTo>
                  <a:lnTo>
                    <a:pt x="124590" y="163934"/>
                  </a:lnTo>
                  <a:lnTo>
                    <a:pt x="127868" y="160655"/>
                  </a:lnTo>
                  <a:lnTo>
                    <a:pt x="131147" y="157376"/>
                  </a:lnTo>
                  <a:lnTo>
                    <a:pt x="136065" y="154098"/>
                  </a:lnTo>
                  <a:lnTo>
                    <a:pt x="139344" y="150819"/>
                  </a:lnTo>
                  <a:lnTo>
                    <a:pt x="142623" y="147540"/>
                  </a:lnTo>
                  <a:lnTo>
                    <a:pt x="147540" y="144262"/>
                  </a:lnTo>
                  <a:lnTo>
                    <a:pt x="150819" y="140983"/>
                  </a:lnTo>
                  <a:lnTo>
                    <a:pt x="154098" y="137704"/>
                  </a:lnTo>
                  <a:lnTo>
                    <a:pt x="157376" y="134426"/>
                  </a:lnTo>
                  <a:lnTo>
                    <a:pt x="155737" y="139344"/>
                  </a:lnTo>
                  <a:lnTo>
                    <a:pt x="154098" y="142622"/>
                  </a:lnTo>
                  <a:lnTo>
                    <a:pt x="157376" y="140983"/>
                  </a:lnTo>
                  <a:lnTo>
                    <a:pt x="160655" y="137704"/>
                  </a:lnTo>
                  <a:lnTo>
                    <a:pt x="165573" y="134426"/>
                  </a:lnTo>
                  <a:lnTo>
                    <a:pt x="168852" y="134426"/>
                  </a:lnTo>
                  <a:lnTo>
                    <a:pt x="172130" y="134426"/>
                  </a:lnTo>
                  <a:lnTo>
                    <a:pt x="168852" y="137704"/>
                  </a:lnTo>
                  <a:lnTo>
                    <a:pt x="165573" y="140983"/>
                  </a:lnTo>
                  <a:lnTo>
                    <a:pt x="162294" y="144262"/>
                  </a:lnTo>
                  <a:lnTo>
                    <a:pt x="167213" y="144262"/>
                  </a:lnTo>
                  <a:lnTo>
                    <a:pt x="170491" y="139344"/>
                  </a:lnTo>
                  <a:lnTo>
                    <a:pt x="173770" y="139344"/>
                  </a:lnTo>
                  <a:lnTo>
                    <a:pt x="177048" y="137704"/>
                  </a:lnTo>
                  <a:lnTo>
                    <a:pt x="178688" y="134426"/>
                  </a:lnTo>
                  <a:lnTo>
                    <a:pt x="183606" y="131147"/>
                  </a:lnTo>
                  <a:lnTo>
                    <a:pt x="186885" y="131147"/>
                  </a:lnTo>
                  <a:lnTo>
                    <a:pt x="190163" y="129508"/>
                  </a:lnTo>
                  <a:lnTo>
                    <a:pt x="193442" y="131147"/>
                  </a:lnTo>
                  <a:lnTo>
                    <a:pt x="198360" y="129508"/>
                  </a:lnTo>
                  <a:lnTo>
                    <a:pt x="201638" y="129508"/>
                  </a:lnTo>
                  <a:lnTo>
                    <a:pt x="204917" y="129508"/>
                  </a:lnTo>
                  <a:lnTo>
                    <a:pt x="209835" y="126229"/>
                  </a:lnTo>
                  <a:lnTo>
                    <a:pt x="213114" y="124590"/>
                  </a:lnTo>
                  <a:lnTo>
                    <a:pt x="216393" y="124590"/>
                  </a:lnTo>
                  <a:lnTo>
                    <a:pt x="221310" y="126229"/>
                  </a:lnTo>
                  <a:lnTo>
                    <a:pt x="224589" y="126229"/>
                  </a:lnTo>
                  <a:lnTo>
                    <a:pt x="227868" y="127868"/>
                  </a:lnTo>
                  <a:lnTo>
                    <a:pt x="229507" y="131147"/>
                  </a:lnTo>
                  <a:lnTo>
                    <a:pt x="231147" y="134426"/>
                  </a:lnTo>
                  <a:lnTo>
                    <a:pt x="236065" y="134426"/>
                  </a:lnTo>
                  <a:lnTo>
                    <a:pt x="236065" y="131147"/>
                  </a:lnTo>
                  <a:lnTo>
                    <a:pt x="239343" y="127868"/>
                  </a:lnTo>
                  <a:lnTo>
                    <a:pt x="242622" y="127868"/>
                  </a:lnTo>
                  <a:lnTo>
                    <a:pt x="247540" y="127868"/>
                  </a:lnTo>
                  <a:lnTo>
                    <a:pt x="250819" y="129508"/>
                  </a:lnTo>
                  <a:lnTo>
                    <a:pt x="254097" y="129508"/>
                  </a:lnTo>
                  <a:lnTo>
                    <a:pt x="259015" y="129508"/>
                  </a:lnTo>
                  <a:lnTo>
                    <a:pt x="262294" y="131147"/>
                  </a:lnTo>
                  <a:lnTo>
                    <a:pt x="265573" y="127868"/>
                  </a:lnTo>
                  <a:lnTo>
                    <a:pt x="262294" y="124590"/>
                  </a:lnTo>
                  <a:lnTo>
                    <a:pt x="260655" y="121311"/>
                  </a:lnTo>
                  <a:lnTo>
                    <a:pt x="257376" y="119672"/>
                  </a:lnTo>
                  <a:lnTo>
                    <a:pt x="260655" y="118032"/>
                  </a:lnTo>
                  <a:lnTo>
                    <a:pt x="262294" y="114754"/>
                  </a:lnTo>
                  <a:lnTo>
                    <a:pt x="262294" y="111475"/>
                  </a:lnTo>
                  <a:lnTo>
                    <a:pt x="260655" y="106557"/>
                  </a:lnTo>
                  <a:lnTo>
                    <a:pt x="259015" y="106557"/>
                  </a:lnTo>
                  <a:lnTo>
                    <a:pt x="257376" y="108196"/>
                  </a:lnTo>
                  <a:lnTo>
                    <a:pt x="254097" y="109836"/>
                  </a:lnTo>
                  <a:lnTo>
                    <a:pt x="249179" y="108196"/>
                  </a:lnTo>
                  <a:lnTo>
                    <a:pt x="245901" y="108196"/>
                  </a:lnTo>
                  <a:lnTo>
                    <a:pt x="240983" y="108196"/>
                  </a:lnTo>
                  <a:lnTo>
                    <a:pt x="237704" y="108196"/>
                  </a:lnTo>
                  <a:lnTo>
                    <a:pt x="239343" y="104917"/>
                  </a:lnTo>
                  <a:lnTo>
                    <a:pt x="240983" y="101639"/>
                  </a:lnTo>
                  <a:lnTo>
                    <a:pt x="242622" y="96721"/>
                  </a:lnTo>
                  <a:lnTo>
                    <a:pt x="244261" y="95082"/>
                  </a:lnTo>
                  <a:lnTo>
                    <a:pt x="240983" y="95082"/>
                  </a:lnTo>
                  <a:lnTo>
                    <a:pt x="236065" y="95082"/>
                  </a:lnTo>
                  <a:lnTo>
                    <a:pt x="232786" y="96721"/>
                  </a:lnTo>
                  <a:lnTo>
                    <a:pt x="229507" y="98360"/>
                  </a:lnTo>
                  <a:lnTo>
                    <a:pt x="226229" y="100000"/>
                  </a:lnTo>
                  <a:lnTo>
                    <a:pt x="221310" y="100000"/>
                  </a:lnTo>
                  <a:lnTo>
                    <a:pt x="218032" y="98360"/>
                  </a:lnTo>
                  <a:lnTo>
                    <a:pt x="214753" y="98360"/>
                  </a:lnTo>
                  <a:lnTo>
                    <a:pt x="209835" y="98360"/>
                  </a:lnTo>
                  <a:lnTo>
                    <a:pt x="206557" y="100000"/>
                  </a:lnTo>
                  <a:lnTo>
                    <a:pt x="203278" y="100000"/>
                  </a:lnTo>
                  <a:lnTo>
                    <a:pt x="198360" y="101639"/>
                  </a:lnTo>
                  <a:lnTo>
                    <a:pt x="195081" y="103278"/>
                  </a:lnTo>
                  <a:lnTo>
                    <a:pt x="191803" y="104917"/>
                  </a:lnTo>
                  <a:lnTo>
                    <a:pt x="188524" y="104917"/>
                  </a:lnTo>
                  <a:lnTo>
                    <a:pt x="183606" y="108196"/>
                  </a:lnTo>
                  <a:lnTo>
                    <a:pt x="181966" y="108196"/>
                  </a:lnTo>
                  <a:lnTo>
                    <a:pt x="180327" y="109836"/>
                  </a:lnTo>
                  <a:lnTo>
                    <a:pt x="177048" y="108196"/>
                  </a:lnTo>
                  <a:lnTo>
                    <a:pt x="173770" y="108196"/>
                  </a:lnTo>
                  <a:lnTo>
                    <a:pt x="168852" y="104917"/>
                  </a:lnTo>
                  <a:lnTo>
                    <a:pt x="165573" y="106557"/>
                  </a:lnTo>
                  <a:lnTo>
                    <a:pt x="160655" y="106557"/>
                  </a:lnTo>
                  <a:lnTo>
                    <a:pt x="157376" y="104917"/>
                  </a:lnTo>
                  <a:lnTo>
                    <a:pt x="155737" y="100000"/>
                  </a:lnTo>
                  <a:lnTo>
                    <a:pt x="154098" y="96721"/>
                  </a:lnTo>
                  <a:lnTo>
                    <a:pt x="152458" y="93442"/>
                  </a:lnTo>
                  <a:lnTo>
                    <a:pt x="149180" y="90164"/>
                  </a:lnTo>
                  <a:lnTo>
                    <a:pt x="144262" y="90164"/>
                  </a:lnTo>
                  <a:lnTo>
                    <a:pt x="140983" y="88524"/>
                  </a:lnTo>
                  <a:lnTo>
                    <a:pt x="137704" y="90164"/>
                  </a:lnTo>
                  <a:lnTo>
                    <a:pt x="134426" y="91803"/>
                  </a:lnTo>
                  <a:lnTo>
                    <a:pt x="137704" y="88524"/>
                  </a:lnTo>
                  <a:lnTo>
                    <a:pt x="132786" y="90164"/>
                  </a:lnTo>
                  <a:lnTo>
                    <a:pt x="129508" y="91803"/>
                  </a:lnTo>
                  <a:lnTo>
                    <a:pt x="126229" y="95082"/>
                  </a:lnTo>
                  <a:lnTo>
                    <a:pt x="127868" y="90164"/>
                  </a:lnTo>
                  <a:lnTo>
                    <a:pt x="129508" y="86885"/>
                  </a:lnTo>
                  <a:lnTo>
                    <a:pt x="129508" y="83606"/>
                  </a:lnTo>
                  <a:lnTo>
                    <a:pt x="127868" y="80327"/>
                  </a:lnTo>
                  <a:lnTo>
                    <a:pt x="127868" y="75410"/>
                  </a:lnTo>
                  <a:lnTo>
                    <a:pt x="124590" y="78688"/>
                  </a:lnTo>
                  <a:lnTo>
                    <a:pt x="119672" y="80327"/>
                  </a:lnTo>
                  <a:lnTo>
                    <a:pt x="116393" y="81967"/>
                  </a:lnTo>
                  <a:lnTo>
                    <a:pt x="113114" y="85245"/>
                  </a:lnTo>
                  <a:lnTo>
                    <a:pt x="109836" y="86885"/>
                  </a:lnTo>
                  <a:lnTo>
                    <a:pt x="104918" y="86885"/>
                  </a:lnTo>
                  <a:lnTo>
                    <a:pt x="101639" y="90164"/>
                  </a:lnTo>
                  <a:lnTo>
                    <a:pt x="96721" y="91803"/>
                  </a:lnTo>
                  <a:lnTo>
                    <a:pt x="93442" y="91803"/>
                  </a:lnTo>
                  <a:lnTo>
                    <a:pt x="90164" y="91803"/>
                  </a:lnTo>
                  <a:lnTo>
                    <a:pt x="86885" y="93442"/>
                  </a:lnTo>
                  <a:lnTo>
                    <a:pt x="81967" y="93442"/>
                  </a:lnTo>
                  <a:lnTo>
                    <a:pt x="78688" y="93442"/>
                  </a:lnTo>
                  <a:lnTo>
                    <a:pt x="75410" y="96721"/>
                  </a:lnTo>
                  <a:lnTo>
                    <a:pt x="70492" y="98360"/>
                  </a:lnTo>
                  <a:lnTo>
                    <a:pt x="70492" y="100000"/>
                  </a:lnTo>
                  <a:lnTo>
                    <a:pt x="65573" y="100000"/>
                  </a:lnTo>
                  <a:lnTo>
                    <a:pt x="62295" y="101639"/>
                  </a:lnTo>
                  <a:lnTo>
                    <a:pt x="57377" y="101639"/>
                  </a:lnTo>
                  <a:lnTo>
                    <a:pt x="54098" y="103278"/>
                  </a:lnTo>
                  <a:lnTo>
                    <a:pt x="52459" y="104917"/>
                  </a:lnTo>
                  <a:lnTo>
                    <a:pt x="49180" y="103278"/>
                  </a:lnTo>
                  <a:lnTo>
                    <a:pt x="45901" y="100000"/>
                  </a:lnTo>
                  <a:lnTo>
                    <a:pt x="40983" y="101639"/>
                  </a:lnTo>
                  <a:lnTo>
                    <a:pt x="37705" y="101639"/>
                  </a:lnTo>
                  <a:lnTo>
                    <a:pt x="42623" y="98360"/>
                  </a:lnTo>
                  <a:lnTo>
                    <a:pt x="44262" y="95082"/>
                  </a:lnTo>
                  <a:lnTo>
                    <a:pt x="47541" y="91803"/>
                  </a:lnTo>
                  <a:lnTo>
                    <a:pt x="49180" y="88524"/>
                  </a:lnTo>
                  <a:lnTo>
                    <a:pt x="45901" y="88524"/>
                  </a:lnTo>
                  <a:lnTo>
                    <a:pt x="40983" y="88524"/>
                  </a:lnTo>
                  <a:lnTo>
                    <a:pt x="37705" y="90164"/>
                  </a:lnTo>
                  <a:lnTo>
                    <a:pt x="34426" y="90164"/>
                  </a:lnTo>
                  <a:lnTo>
                    <a:pt x="29508" y="93442"/>
                  </a:lnTo>
                  <a:lnTo>
                    <a:pt x="26229" y="93442"/>
                  </a:lnTo>
                  <a:lnTo>
                    <a:pt x="22951" y="95082"/>
                  </a:lnTo>
                  <a:lnTo>
                    <a:pt x="19672" y="96721"/>
                  </a:lnTo>
                  <a:lnTo>
                    <a:pt x="14754" y="96721"/>
                  </a:lnTo>
                  <a:lnTo>
                    <a:pt x="11476" y="98360"/>
                  </a:lnTo>
                  <a:lnTo>
                    <a:pt x="8197" y="98360"/>
                  </a:lnTo>
                  <a:lnTo>
                    <a:pt x="4918" y="100000"/>
                  </a:lnTo>
                  <a:lnTo>
                    <a:pt x="0" y="95082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46" name="Freeform 4545">
              <a:extLst>
                <a:ext uri="{FF2B5EF4-FFF2-40B4-BE49-F238E27FC236}">
                  <a16:creationId xmlns:a16="http://schemas.microsoft.com/office/drawing/2014/main" id="{05B43FF9-3101-9848-A05A-569609542E5F}"/>
                </a:ext>
              </a:extLst>
            </p:cNvPr>
            <p:cNvSpPr/>
            <p:nvPr/>
          </p:nvSpPr>
          <p:spPr>
            <a:xfrm>
              <a:off x="2458311" y="2223102"/>
              <a:ext cx="183605" cy="73770"/>
            </a:xfrm>
            <a:custGeom>
              <a:avLst/>
              <a:gdLst>
                <a:gd name="connsiteX0" fmla="*/ 0 w 183605"/>
                <a:gd name="connsiteY0" fmla="*/ 60655 h 73770"/>
                <a:gd name="connsiteX1" fmla="*/ 0 w 183605"/>
                <a:gd name="connsiteY1" fmla="*/ 59016 h 73770"/>
                <a:gd name="connsiteX2" fmla="*/ 3279 w 183605"/>
                <a:gd name="connsiteY2" fmla="*/ 54098 h 73770"/>
                <a:gd name="connsiteX3" fmla="*/ 6557 w 183605"/>
                <a:gd name="connsiteY3" fmla="*/ 52459 h 73770"/>
                <a:gd name="connsiteX4" fmla="*/ 9836 w 183605"/>
                <a:gd name="connsiteY4" fmla="*/ 50819 h 73770"/>
                <a:gd name="connsiteX5" fmla="*/ 14754 w 183605"/>
                <a:gd name="connsiteY5" fmla="*/ 45901 h 73770"/>
                <a:gd name="connsiteX6" fmla="*/ 16393 w 183605"/>
                <a:gd name="connsiteY6" fmla="*/ 42623 h 73770"/>
                <a:gd name="connsiteX7" fmla="*/ 18033 w 183605"/>
                <a:gd name="connsiteY7" fmla="*/ 39344 h 73770"/>
                <a:gd name="connsiteX8" fmla="*/ 21311 w 183605"/>
                <a:gd name="connsiteY8" fmla="*/ 34426 h 73770"/>
                <a:gd name="connsiteX9" fmla="*/ 24590 w 183605"/>
                <a:gd name="connsiteY9" fmla="*/ 32787 h 73770"/>
                <a:gd name="connsiteX10" fmla="*/ 24590 w 183605"/>
                <a:gd name="connsiteY10" fmla="*/ 32787 h 73770"/>
                <a:gd name="connsiteX11" fmla="*/ 21311 w 183605"/>
                <a:gd name="connsiteY11" fmla="*/ 37705 h 73770"/>
                <a:gd name="connsiteX12" fmla="*/ 19672 w 183605"/>
                <a:gd name="connsiteY12" fmla="*/ 40983 h 73770"/>
                <a:gd name="connsiteX13" fmla="*/ 18033 w 183605"/>
                <a:gd name="connsiteY13" fmla="*/ 44262 h 73770"/>
                <a:gd name="connsiteX14" fmla="*/ 21311 w 183605"/>
                <a:gd name="connsiteY14" fmla="*/ 45901 h 73770"/>
                <a:gd name="connsiteX15" fmla="*/ 26229 w 183605"/>
                <a:gd name="connsiteY15" fmla="*/ 47541 h 73770"/>
                <a:gd name="connsiteX16" fmla="*/ 29508 w 183605"/>
                <a:gd name="connsiteY16" fmla="*/ 45901 h 73770"/>
                <a:gd name="connsiteX17" fmla="*/ 32787 w 183605"/>
                <a:gd name="connsiteY17" fmla="*/ 45901 h 73770"/>
                <a:gd name="connsiteX18" fmla="*/ 36065 w 183605"/>
                <a:gd name="connsiteY18" fmla="*/ 49180 h 73770"/>
                <a:gd name="connsiteX19" fmla="*/ 40983 w 183605"/>
                <a:gd name="connsiteY19" fmla="*/ 45901 h 73770"/>
                <a:gd name="connsiteX20" fmla="*/ 44262 w 183605"/>
                <a:gd name="connsiteY20" fmla="*/ 42623 h 73770"/>
                <a:gd name="connsiteX21" fmla="*/ 47541 w 183605"/>
                <a:gd name="connsiteY21" fmla="*/ 40983 h 73770"/>
                <a:gd name="connsiteX22" fmla="*/ 50819 w 183605"/>
                <a:gd name="connsiteY22" fmla="*/ 39344 h 73770"/>
                <a:gd name="connsiteX23" fmla="*/ 55737 w 183605"/>
                <a:gd name="connsiteY23" fmla="*/ 37705 h 73770"/>
                <a:gd name="connsiteX24" fmla="*/ 59016 w 183605"/>
                <a:gd name="connsiteY24" fmla="*/ 36065 h 73770"/>
                <a:gd name="connsiteX25" fmla="*/ 62295 w 183605"/>
                <a:gd name="connsiteY25" fmla="*/ 36065 h 73770"/>
                <a:gd name="connsiteX26" fmla="*/ 65573 w 183605"/>
                <a:gd name="connsiteY26" fmla="*/ 32787 h 73770"/>
                <a:gd name="connsiteX27" fmla="*/ 70491 w 183605"/>
                <a:gd name="connsiteY27" fmla="*/ 29508 h 73770"/>
                <a:gd name="connsiteX28" fmla="*/ 73770 w 183605"/>
                <a:gd name="connsiteY28" fmla="*/ 27869 h 73770"/>
                <a:gd name="connsiteX29" fmla="*/ 77049 w 183605"/>
                <a:gd name="connsiteY29" fmla="*/ 26229 h 73770"/>
                <a:gd name="connsiteX30" fmla="*/ 81967 w 183605"/>
                <a:gd name="connsiteY30" fmla="*/ 22951 h 73770"/>
                <a:gd name="connsiteX31" fmla="*/ 85245 w 183605"/>
                <a:gd name="connsiteY31" fmla="*/ 21311 h 73770"/>
                <a:gd name="connsiteX32" fmla="*/ 88524 w 183605"/>
                <a:gd name="connsiteY32" fmla="*/ 19672 h 73770"/>
                <a:gd name="connsiteX33" fmla="*/ 91803 w 183605"/>
                <a:gd name="connsiteY33" fmla="*/ 18033 h 73770"/>
                <a:gd name="connsiteX34" fmla="*/ 96721 w 183605"/>
                <a:gd name="connsiteY34" fmla="*/ 18033 h 73770"/>
                <a:gd name="connsiteX35" fmla="*/ 99999 w 183605"/>
                <a:gd name="connsiteY35" fmla="*/ 18033 h 73770"/>
                <a:gd name="connsiteX36" fmla="*/ 103278 w 183605"/>
                <a:gd name="connsiteY36" fmla="*/ 18033 h 73770"/>
                <a:gd name="connsiteX37" fmla="*/ 108196 w 183605"/>
                <a:gd name="connsiteY37" fmla="*/ 18033 h 73770"/>
                <a:gd name="connsiteX38" fmla="*/ 111475 w 183605"/>
                <a:gd name="connsiteY38" fmla="*/ 19672 h 73770"/>
                <a:gd name="connsiteX39" fmla="*/ 114754 w 183605"/>
                <a:gd name="connsiteY39" fmla="*/ 21311 h 73770"/>
                <a:gd name="connsiteX40" fmla="*/ 119671 w 183605"/>
                <a:gd name="connsiteY40" fmla="*/ 21311 h 73770"/>
                <a:gd name="connsiteX41" fmla="*/ 122950 w 183605"/>
                <a:gd name="connsiteY41" fmla="*/ 21311 h 73770"/>
                <a:gd name="connsiteX42" fmla="*/ 126229 w 183605"/>
                <a:gd name="connsiteY42" fmla="*/ 22951 h 73770"/>
                <a:gd name="connsiteX43" fmla="*/ 131147 w 183605"/>
                <a:gd name="connsiteY43" fmla="*/ 22951 h 73770"/>
                <a:gd name="connsiteX44" fmla="*/ 134426 w 183605"/>
                <a:gd name="connsiteY44" fmla="*/ 22951 h 73770"/>
                <a:gd name="connsiteX45" fmla="*/ 131147 w 183605"/>
                <a:gd name="connsiteY45" fmla="*/ 22951 h 73770"/>
                <a:gd name="connsiteX46" fmla="*/ 126229 w 183605"/>
                <a:gd name="connsiteY46" fmla="*/ 21311 h 73770"/>
                <a:gd name="connsiteX47" fmla="*/ 122950 w 183605"/>
                <a:gd name="connsiteY47" fmla="*/ 21311 h 73770"/>
                <a:gd name="connsiteX48" fmla="*/ 126229 w 183605"/>
                <a:gd name="connsiteY48" fmla="*/ 18033 h 73770"/>
                <a:gd name="connsiteX49" fmla="*/ 129508 w 183605"/>
                <a:gd name="connsiteY49" fmla="*/ 14754 h 73770"/>
                <a:gd name="connsiteX50" fmla="*/ 134426 w 183605"/>
                <a:gd name="connsiteY50" fmla="*/ 13114 h 73770"/>
                <a:gd name="connsiteX51" fmla="*/ 137704 w 183605"/>
                <a:gd name="connsiteY51" fmla="*/ 13114 h 73770"/>
                <a:gd name="connsiteX52" fmla="*/ 140983 w 183605"/>
                <a:gd name="connsiteY52" fmla="*/ 11475 h 73770"/>
                <a:gd name="connsiteX53" fmla="*/ 144261 w 183605"/>
                <a:gd name="connsiteY53" fmla="*/ 11475 h 73770"/>
                <a:gd name="connsiteX54" fmla="*/ 147540 w 183605"/>
                <a:gd name="connsiteY54" fmla="*/ 11475 h 73770"/>
                <a:gd name="connsiteX55" fmla="*/ 152458 w 183605"/>
                <a:gd name="connsiteY55" fmla="*/ 9836 h 73770"/>
                <a:gd name="connsiteX56" fmla="*/ 155737 w 183605"/>
                <a:gd name="connsiteY56" fmla="*/ 9836 h 73770"/>
                <a:gd name="connsiteX57" fmla="*/ 157376 w 183605"/>
                <a:gd name="connsiteY57" fmla="*/ 9836 h 73770"/>
                <a:gd name="connsiteX58" fmla="*/ 160655 w 183605"/>
                <a:gd name="connsiteY58" fmla="*/ 9836 h 73770"/>
                <a:gd name="connsiteX59" fmla="*/ 163934 w 183605"/>
                <a:gd name="connsiteY59" fmla="*/ 9836 h 73770"/>
                <a:gd name="connsiteX60" fmla="*/ 167212 w 183605"/>
                <a:gd name="connsiteY60" fmla="*/ 8197 h 73770"/>
                <a:gd name="connsiteX61" fmla="*/ 172130 w 183605"/>
                <a:gd name="connsiteY61" fmla="*/ 9836 h 73770"/>
                <a:gd name="connsiteX62" fmla="*/ 175409 w 183605"/>
                <a:gd name="connsiteY62" fmla="*/ 8197 h 73770"/>
                <a:gd name="connsiteX63" fmla="*/ 178688 w 183605"/>
                <a:gd name="connsiteY63" fmla="*/ 8197 h 73770"/>
                <a:gd name="connsiteX64" fmla="*/ 180327 w 183605"/>
                <a:gd name="connsiteY64" fmla="*/ 8197 h 73770"/>
                <a:gd name="connsiteX65" fmla="*/ 177048 w 183605"/>
                <a:gd name="connsiteY65" fmla="*/ 3279 h 73770"/>
                <a:gd name="connsiteX66" fmla="*/ 177048 w 183605"/>
                <a:gd name="connsiteY66" fmla="*/ 0 h 73770"/>
                <a:gd name="connsiteX67" fmla="*/ 178688 w 183605"/>
                <a:gd name="connsiteY67" fmla="*/ 0 h 73770"/>
                <a:gd name="connsiteX68" fmla="*/ 181966 w 183605"/>
                <a:gd name="connsiteY68" fmla="*/ 0 h 73770"/>
                <a:gd name="connsiteX69" fmla="*/ 183606 w 183605"/>
                <a:gd name="connsiteY69" fmla="*/ 1639 h 73770"/>
                <a:gd name="connsiteX70" fmla="*/ 181966 w 183605"/>
                <a:gd name="connsiteY70" fmla="*/ 6557 h 73770"/>
                <a:gd name="connsiteX71" fmla="*/ 180327 w 183605"/>
                <a:gd name="connsiteY71" fmla="*/ 9836 h 73770"/>
                <a:gd name="connsiteX72" fmla="*/ 178688 w 183605"/>
                <a:gd name="connsiteY72" fmla="*/ 13114 h 73770"/>
                <a:gd name="connsiteX73" fmla="*/ 175409 w 183605"/>
                <a:gd name="connsiteY73" fmla="*/ 14754 h 73770"/>
                <a:gd name="connsiteX74" fmla="*/ 172130 w 183605"/>
                <a:gd name="connsiteY74" fmla="*/ 18033 h 73770"/>
                <a:gd name="connsiteX75" fmla="*/ 167212 w 183605"/>
                <a:gd name="connsiteY75" fmla="*/ 21311 h 73770"/>
                <a:gd name="connsiteX76" fmla="*/ 163934 w 183605"/>
                <a:gd name="connsiteY76" fmla="*/ 22951 h 73770"/>
                <a:gd name="connsiteX77" fmla="*/ 160655 w 183605"/>
                <a:gd name="connsiteY77" fmla="*/ 24590 h 73770"/>
                <a:gd name="connsiteX78" fmla="*/ 155737 w 183605"/>
                <a:gd name="connsiteY78" fmla="*/ 26229 h 73770"/>
                <a:gd name="connsiteX79" fmla="*/ 152458 w 183605"/>
                <a:gd name="connsiteY79" fmla="*/ 29508 h 73770"/>
                <a:gd name="connsiteX80" fmla="*/ 149180 w 183605"/>
                <a:gd name="connsiteY80" fmla="*/ 31147 h 73770"/>
                <a:gd name="connsiteX81" fmla="*/ 145901 w 183605"/>
                <a:gd name="connsiteY81" fmla="*/ 32787 h 73770"/>
                <a:gd name="connsiteX82" fmla="*/ 140983 w 183605"/>
                <a:gd name="connsiteY82" fmla="*/ 34426 h 73770"/>
                <a:gd name="connsiteX83" fmla="*/ 139344 w 183605"/>
                <a:gd name="connsiteY83" fmla="*/ 36065 h 73770"/>
                <a:gd name="connsiteX84" fmla="*/ 136065 w 183605"/>
                <a:gd name="connsiteY84" fmla="*/ 37705 h 73770"/>
                <a:gd name="connsiteX85" fmla="*/ 131147 w 183605"/>
                <a:gd name="connsiteY85" fmla="*/ 37705 h 73770"/>
                <a:gd name="connsiteX86" fmla="*/ 129508 w 183605"/>
                <a:gd name="connsiteY86" fmla="*/ 39344 h 73770"/>
                <a:gd name="connsiteX87" fmla="*/ 126229 w 183605"/>
                <a:gd name="connsiteY87" fmla="*/ 40983 h 73770"/>
                <a:gd name="connsiteX88" fmla="*/ 124589 w 183605"/>
                <a:gd name="connsiteY88" fmla="*/ 40983 h 73770"/>
                <a:gd name="connsiteX89" fmla="*/ 121311 w 183605"/>
                <a:gd name="connsiteY89" fmla="*/ 42623 h 73770"/>
                <a:gd name="connsiteX90" fmla="*/ 118032 w 183605"/>
                <a:gd name="connsiteY90" fmla="*/ 44262 h 73770"/>
                <a:gd name="connsiteX91" fmla="*/ 114754 w 183605"/>
                <a:gd name="connsiteY91" fmla="*/ 45901 h 73770"/>
                <a:gd name="connsiteX92" fmla="*/ 109836 w 183605"/>
                <a:gd name="connsiteY92" fmla="*/ 47541 h 73770"/>
                <a:gd name="connsiteX93" fmla="*/ 108196 w 183605"/>
                <a:gd name="connsiteY93" fmla="*/ 47541 h 73770"/>
                <a:gd name="connsiteX94" fmla="*/ 103278 w 183605"/>
                <a:gd name="connsiteY94" fmla="*/ 49180 h 73770"/>
                <a:gd name="connsiteX95" fmla="*/ 99999 w 183605"/>
                <a:gd name="connsiteY95" fmla="*/ 50819 h 73770"/>
                <a:gd name="connsiteX96" fmla="*/ 96721 w 183605"/>
                <a:gd name="connsiteY96" fmla="*/ 50819 h 73770"/>
                <a:gd name="connsiteX97" fmla="*/ 91803 w 183605"/>
                <a:gd name="connsiteY97" fmla="*/ 52459 h 73770"/>
                <a:gd name="connsiteX98" fmla="*/ 88524 w 183605"/>
                <a:gd name="connsiteY98" fmla="*/ 54098 h 73770"/>
                <a:gd name="connsiteX99" fmla="*/ 85245 w 183605"/>
                <a:gd name="connsiteY99" fmla="*/ 55737 h 73770"/>
                <a:gd name="connsiteX100" fmla="*/ 81967 w 183605"/>
                <a:gd name="connsiteY100" fmla="*/ 57377 h 73770"/>
                <a:gd name="connsiteX101" fmla="*/ 77049 w 183605"/>
                <a:gd name="connsiteY101" fmla="*/ 57377 h 73770"/>
                <a:gd name="connsiteX102" fmla="*/ 73770 w 183605"/>
                <a:gd name="connsiteY102" fmla="*/ 59016 h 73770"/>
                <a:gd name="connsiteX103" fmla="*/ 70491 w 183605"/>
                <a:gd name="connsiteY103" fmla="*/ 60655 h 73770"/>
                <a:gd name="connsiteX104" fmla="*/ 67213 w 183605"/>
                <a:gd name="connsiteY104" fmla="*/ 63934 h 73770"/>
                <a:gd name="connsiteX105" fmla="*/ 62295 w 183605"/>
                <a:gd name="connsiteY105" fmla="*/ 65573 h 73770"/>
                <a:gd name="connsiteX106" fmla="*/ 59016 w 183605"/>
                <a:gd name="connsiteY106" fmla="*/ 68852 h 73770"/>
                <a:gd name="connsiteX107" fmla="*/ 55737 w 183605"/>
                <a:gd name="connsiteY107" fmla="*/ 68852 h 73770"/>
                <a:gd name="connsiteX108" fmla="*/ 50819 w 183605"/>
                <a:gd name="connsiteY108" fmla="*/ 68852 h 73770"/>
                <a:gd name="connsiteX109" fmla="*/ 47541 w 183605"/>
                <a:gd name="connsiteY109" fmla="*/ 68852 h 73770"/>
                <a:gd name="connsiteX110" fmla="*/ 44262 w 183605"/>
                <a:gd name="connsiteY110" fmla="*/ 68852 h 73770"/>
                <a:gd name="connsiteX111" fmla="*/ 39344 w 183605"/>
                <a:gd name="connsiteY111" fmla="*/ 70491 h 73770"/>
                <a:gd name="connsiteX112" fmla="*/ 36065 w 183605"/>
                <a:gd name="connsiteY112" fmla="*/ 72131 h 73770"/>
                <a:gd name="connsiteX113" fmla="*/ 32787 w 183605"/>
                <a:gd name="connsiteY113" fmla="*/ 72131 h 73770"/>
                <a:gd name="connsiteX114" fmla="*/ 29508 w 183605"/>
                <a:gd name="connsiteY114" fmla="*/ 73770 h 73770"/>
                <a:gd name="connsiteX115" fmla="*/ 24590 w 183605"/>
                <a:gd name="connsiteY115" fmla="*/ 72131 h 73770"/>
                <a:gd name="connsiteX116" fmla="*/ 21311 w 183605"/>
                <a:gd name="connsiteY116" fmla="*/ 70491 h 73770"/>
                <a:gd name="connsiteX117" fmla="*/ 18033 w 183605"/>
                <a:gd name="connsiteY117" fmla="*/ 70491 h 73770"/>
                <a:gd name="connsiteX118" fmla="*/ 14754 w 183605"/>
                <a:gd name="connsiteY118" fmla="*/ 72131 h 73770"/>
                <a:gd name="connsiteX119" fmla="*/ 9836 w 183605"/>
                <a:gd name="connsiteY119" fmla="*/ 70491 h 73770"/>
                <a:gd name="connsiteX120" fmla="*/ 14754 w 183605"/>
                <a:gd name="connsiteY120" fmla="*/ 68852 h 73770"/>
                <a:gd name="connsiteX121" fmla="*/ 18033 w 183605"/>
                <a:gd name="connsiteY121" fmla="*/ 68852 h 73770"/>
                <a:gd name="connsiteX122" fmla="*/ 21311 w 183605"/>
                <a:gd name="connsiteY122" fmla="*/ 68852 h 73770"/>
                <a:gd name="connsiteX123" fmla="*/ 18033 w 183605"/>
                <a:gd name="connsiteY123" fmla="*/ 67213 h 73770"/>
                <a:gd name="connsiteX124" fmla="*/ 14754 w 183605"/>
                <a:gd name="connsiteY124" fmla="*/ 67213 h 73770"/>
                <a:gd name="connsiteX125" fmla="*/ 11475 w 183605"/>
                <a:gd name="connsiteY125" fmla="*/ 63934 h 73770"/>
                <a:gd name="connsiteX126" fmla="*/ 6557 w 183605"/>
                <a:gd name="connsiteY126" fmla="*/ 62295 h 73770"/>
                <a:gd name="connsiteX127" fmla="*/ 3279 w 183605"/>
                <a:gd name="connsiteY127" fmla="*/ 60655 h 73770"/>
                <a:gd name="connsiteX128" fmla="*/ 0 w 183605"/>
                <a:gd name="connsiteY128" fmla="*/ 60655 h 73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183605" h="73770">
                  <a:moveTo>
                    <a:pt x="0" y="60655"/>
                  </a:moveTo>
                  <a:lnTo>
                    <a:pt x="0" y="59016"/>
                  </a:lnTo>
                  <a:lnTo>
                    <a:pt x="3279" y="54098"/>
                  </a:lnTo>
                  <a:lnTo>
                    <a:pt x="6557" y="52459"/>
                  </a:lnTo>
                  <a:lnTo>
                    <a:pt x="9836" y="50819"/>
                  </a:lnTo>
                  <a:lnTo>
                    <a:pt x="14754" y="45901"/>
                  </a:lnTo>
                  <a:lnTo>
                    <a:pt x="16393" y="42623"/>
                  </a:lnTo>
                  <a:lnTo>
                    <a:pt x="18033" y="39344"/>
                  </a:lnTo>
                  <a:lnTo>
                    <a:pt x="21311" y="34426"/>
                  </a:lnTo>
                  <a:lnTo>
                    <a:pt x="24590" y="32787"/>
                  </a:lnTo>
                  <a:lnTo>
                    <a:pt x="24590" y="32787"/>
                  </a:lnTo>
                  <a:lnTo>
                    <a:pt x="21311" y="37705"/>
                  </a:lnTo>
                  <a:lnTo>
                    <a:pt x="19672" y="40983"/>
                  </a:lnTo>
                  <a:lnTo>
                    <a:pt x="18033" y="44262"/>
                  </a:lnTo>
                  <a:lnTo>
                    <a:pt x="21311" y="45901"/>
                  </a:lnTo>
                  <a:lnTo>
                    <a:pt x="26229" y="47541"/>
                  </a:lnTo>
                  <a:lnTo>
                    <a:pt x="29508" y="45901"/>
                  </a:lnTo>
                  <a:lnTo>
                    <a:pt x="32787" y="45901"/>
                  </a:lnTo>
                  <a:lnTo>
                    <a:pt x="36065" y="49180"/>
                  </a:lnTo>
                  <a:lnTo>
                    <a:pt x="40983" y="45901"/>
                  </a:lnTo>
                  <a:lnTo>
                    <a:pt x="44262" y="42623"/>
                  </a:lnTo>
                  <a:lnTo>
                    <a:pt x="47541" y="40983"/>
                  </a:lnTo>
                  <a:lnTo>
                    <a:pt x="50819" y="39344"/>
                  </a:lnTo>
                  <a:lnTo>
                    <a:pt x="55737" y="37705"/>
                  </a:lnTo>
                  <a:lnTo>
                    <a:pt x="59016" y="36065"/>
                  </a:lnTo>
                  <a:lnTo>
                    <a:pt x="62295" y="36065"/>
                  </a:lnTo>
                  <a:lnTo>
                    <a:pt x="65573" y="32787"/>
                  </a:lnTo>
                  <a:lnTo>
                    <a:pt x="70491" y="29508"/>
                  </a:lnTo>
                  <a:lnTo>
                    <a:pt x="73770" y="27869"/>
                  </a:lnTo>
                  <a:lnTo>
                    <a:pt x="77049" y="26229"/>
                  </a:lnTo>
                  <a:lnTo>
                    <a:pt x="81967" y="22951"/>
                  </a:lnTo>
                  <a:lnTo>
                    <a:pt x="85245" y="21311"/>
                  </a:lnTo>
                  <a:lnTo>
                    <a:pt x="88524" y="19672"/>
                  </a:lnTo>
                  <a:lnTo>
                    <a:pt x="91803" y="18033"/>
                  </a:lnTo>
                  <a:lnTo>
                    <a:pt x="96721" y="18033"/>
                  </a:lnTo>
                  <a:lnTo>
                    <a:pt x="99999" y="18033"/>
                  </a:lnTo>
                  <a:lnTo>
                    <a:pt x="103278" y="18033"/>
                  </a:lnTo>
                  <a:lnTo>
                    <a:pt x="108196" y="18033"/>
                  </a:lnTo>
                  <a:lnTo>
                    <a:pt x="111475" y="19672"/>
                  </a:lnTo>
                  <a:lnTo>
                    <a:pt x="114754" y="21311"/>
                  </a:lnTo>
                  <a:lnTo>
                    <a:pt x="119671" y="21311"/>
                  </a:lnTo>
                  <a:lnTo>
                    <a:pt x="122950" y="21311"/>
                  </a:lnTo>
                  <a:lnTo>
                    <a:pt x="126229" y="22951"/>
                  </a:lnTo>
                  <a:lnTo>
                    <a:pt x="131147" y="22951"/>
                  </a:lnTo>
                  <a:lnTo>
                    <a:pt x="134426" y="22951"/>
                  </a:lnTo>
                  <a:lnTo>
                    <a:pt x="131147" y="22951"/>
                  </a:lnTo>
                  <a:lnTo>
                    <a:pt x="126229" y="21311"/>
                  </a:lnTo>
                  <a:lnTo>
                    <a:pt x="122950" y="21311"/>
                  </a:lnTo>
                  <a:lnTo>
                    <a:pt x="126229" y="18033"/>
                  </a:lnTo>
                  <a:lnTo>
                    <a:pt x="129508" y="14754"/>
                  </a:lnTo>
                  <a:lnTo>
                    <a:pt x="134426" y="13114"/>
                  </a:lnTo>
                  <a:lnTo>
                    <a:pt x="137704" y="13114"/>
                  </a:lnTo>
                  <a:lnTo>
                    <a:pt x="140983" y="11475"/>
                  </a:lnTo>
                  <a:lnTo>
                    <a:pt x="144261" y="11475"/>
                  </a:lnTo>
                  <a:lnTo>
                    <a:pt x="147540" y="11475"/>
                  </a:lnTo>
                  <a:lnTo>
                    <a:pt x="152458" y="9836"/>
                  </a:lnTo>
                  <a:lnTo>
                    <a:pt x="155737" y="9836"/>
                  </a:lnTo>
                  <a:lnTo>
                    <a:pt x="157376" y="9836"/>
                  </a:lnTo>
                  <a:lnTo>
                    <a:pt x="160655" y="9836"/>
                  </a:lnTo>
                  <a:lnTo>
                    <a:pt x="163934" y="9836"/>
                  </a:lnTo>
                  <a:lnTo>
                    <a:pt x="167212" y="8197"/>
                  </a:lnTo>
                  <a:lnTo>
                    <a:pt x="172130" y="9836"/>
                  </a:lnTo>
                  <a:lnTo>
                    <a:pt x="175409" y="8197"/>
                  </a:lnTo>
                  <a:lnTo>
                    <a:pt x="178688" y="8197"/>
                  </a:lnTo>
                  <a:lnTo>
                    <a:pt x="180327" y="8197"/>
                  </a:lnTo>
                  <a:lnTo>
                    <a:pt x="177048" y="3279"/>
                  </a:lnTo>
                  <a:lnTo>
                    <a:pt x="177048" y="0"/>
                  </a:lnTo>
                  <a:lnTo>
                    <a:pt x="178688" y="0"/>
                  </a:lnTo>
                  <a:lnTo>
                    <a:pt x="181966" y="0"/>
                  </a:lnTo>
                  <a:lnTo>
                    <a:pt x="183606" y="1639"/>
                  </a:lnTo>
                  <a:lnTo>
                    <a:pt x="181966" y="6557"/>
                  </a:lnTo>
                  <a:lnTo>
                    <a:pt x="180327" y="9836"/>
                  </a:lnTo>
                  <a:lnTo>
                    <a:pt x="178688" y="13114"/>
                  </a:lnTo>
                  <a:lnTo>
                    <a:pt x="175409" y="14754"/>
                  </a:lnTo>
                  <a:lnTo>
                    <a:pt x="172130" y="18033"/>
                  </a:lnTo>
                  <a:lnTo>
                    <a:pt x="167212" y="21311"/>
                  </a:lnTo>
                  <a:lnTo>
                    <a:pt x="163934" y="22951"/>
                  </a:lnTo>
                  <a:lnTo>
                    <a:pt x="160655" y="24590"/>
                  </a:lnTo>
                  <a:lnTo>
                    <a:pt x="155737" y="26229"/>
                  </a:lnTo>
                  <a:lnTo>
                    <a:pt x="152458" y="29508"/>
                  </a:lnTo>
                  <a:lnTo>
                    <a:pt x="149180" y="31147"/>
                  </a:lnTo>
                  <a:lnTo>
                    <a:pt x="145901" y="32787"/>
                  </a:lnTo>
                  <a:lnTo>
                    <a:pt x="140983" y="34426"/>
                  </a:lnTo>
                  <a:lnTo>
                    <a:pt x="139344" y="36065"/>
                  </a:lnTo>
                  <a:lnTo>
                    <a:pt x="136065" y="37705"/>
                  </a:lnTo>
                  <a:lnTo>
                    <a:pt x="131147" y="37705"/>
                  </a:lnTo>
                  <a:lnTo>
                    <a:pt x="129508" y="39344"/>
                  </a:lnTo>
                  <a:lnTo>
                    <a:pt x="126229" y="40983"/>
                  </a:lnTo>
                  <a:lnTo>
                    <a:pt x="124589" y="40983"/>
                  </a:lnTo>
                  <a:lnTo>
                    <a:pt x="121311" y="42623"/>
                  </a:lnTo>
                  <a:lnTo>
                    <a:pt x="118032" y="44262"/>
                  </a:lnTo>
                  <a:lnTo>
                    <a:pt x="114754" y="45901"/>
                  </a:lnTo>
                  <a:lnTo>
                    <a:pt x="109836" y="47541"/>
                  </a:lnTo>
                  <a:lnTo>
                    <a:pt x="108196" y="47541"/>
                  </a:lnTo>
                  <a:lnTo>
                    <a:pt x="103278" y="49180"/>
                  </a:lnTo>
                  <a:lnTo>
                    <a:pt x="99999" y="50819"/>
                  </a:lnTo>
                  <a:lnTo>
                    <a:pt x="96721" y="50819"/>
                  </a:lnTo>
                  <a:lnTo>
                    <a:pt x="91803" y="52459"/>
                  </a:lnTo>
                  <a:lnTo>
                    <a:pt x="88524" y="54098"/>
                  </a:lnTo>
                  <a:lnTo>
                    <a:pt x="85245" y="55737"/>
                  </a:lnTo>
                  <a:lnTo>
                    <a:pt x="81967" y="57377"/>
                  </a:lnTo>
                  <a:lnTo>
                    <a:pt x="77049" y="57377"/>
                  </a:lnTo>
                  <a:lnTo>
                    <a:pt x="73770" y="59016"/>
                  </a:lnTo>
                  <a:lnTo>
                    <a:pt x="70491" y="60655"/>
                  </a:lnTo>
                  <a:lnTo>
                    <a:pt x="67213" y="63934"/>
                  </a:lnTo>
                  <a:lnTo>
                    <a:pt x="62295" y="65573"/>
                  </a:lnTo>
                  <a:lnTo>
                    <a:pt x="59016" y="68852"/>
                  </a:lnTo>
                  <a:lnTo>
                    <a:pt x="55737" y="68852"/>
                  </a:lnTo>
                  <a:lnTo>
                    <a:pt x="50819" y="68852"/>
                  </a:lnTo>
                  <a:lnTo>
                    <a:pt x="47541" y="68852"/>
                  </a:lnTo>
                  <a:lnTo>
                    <a:pt x="44262" y="68852"/>
                  </a:lnTo>
                  <a:lnTo>
                    <a:pt x="39344" y="70491"/>
                  </a:lnTo>
                  <a:lnTo>
                    <a:pt x="36065" y="72131"/>
                  </a:lnTo>
                  <a:lnTo>
                    <a:pt x="32787" y="72131"/>
                  </a:lnTo>
                  <a:lnTo>
                    <a:pt x="29508" y="73770"/>
                  </a:lnTo>
                  <a:lnTo>
                    <a:pt x="24590" y="72131"/>
                  </a:lnTo>
                  <a:lnTo>
                    <a:pt x="21311" y="70491"/>
                  </a:lnTo>
                  <a:lnTo>
                    <a:pt x="18033" y="70491"/>
                  </a:lnTo>
                  <a:lnTo>
                    <a:pt x="14754" y="72131"/>
                  </a:lnTo>
                  <a:lnTo>
                    <a:pt x="9836" y="70491"/>
                  </a:lnTo>
                  <a:lnTo>
                    <a:pt x="14754" y="68852"/>
                  </a:lnTo>
                  <a:lnTo>
                    <a:pt x="18033" y="68852"/>
                  </a:lnTo>
                  <a:lnTo>
                    <a:pt x="21311" y="68852"/>
                  </a:lnTo>
                  <a:lnTo>
                    <a:pt x="18033" y="67213"/>
                  </a:lnTo>
                  <a:lnTo>
                    <a:pt x="14754" y="67213"/>
                  </a:lnTo>
                  <a:lnTo>
                    <a:pt x="11475" y="63934"/>
                  </a:lnTo>
                  <a:lnTo>
                    <a:pt x="6557" y="62295"/>
                  </a:lnTo>
                  <a:lnTo>
                    <a:pt x="3279" y="60655"/>
                  </a:lnTo>
                  <a:lnTo>
                    <a:pt x="0" y="60655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47" name="Freeform 4546">
              <a:extLst>
                <a:ext uri="{FF2B5EF4-FFF2-40B4-BE49-F238E27FC236}">
                  <a16:creationId xmlns:a16="http://schemas.microsoft.com/office/drawing/2014/main" id="{6E07A9C1-E74B-9746-A39E-88D8D8DF5BF2}"/>
                </a:ext>
              </a:extLst>
            </p:cNvPr>
            <p:cNvSpPr/>
            <p:nvPr/>
          </p:nvSpPr>
          <p:spPr>
            <a:xfrm>
              <a:off x="2482901" y="2239496"/>
              <a:ext cx="24590" cy="18032"/>
            </a:xfrm>
            <a:custGeom>
              <a:avLst/>
              <a:gdLst>
                <a:gd name="connsiteX0" fmla="*/ 0 w 24590"/>
                <a:gd name="connsiteY0" fmla="*/ 16393 h 18032"/>
                <a:gd name="connsiteX1" fmla="*/ 3279 w 24590"/>
                <a:gd name="connsiteY1" fmla="*/ 14754 h 18032"/>
                <a:gd name="connsiteX2" fmla="*/ 6557 w 24590"/>
                <a:gd name="connsiteY2" fmla="*/ 13114 h 18032"/>
                <a:gd name="connsiteX3" fmla="*/ 9836 w 24590"/>
                <a:gd name="connsiteY3" fmla="*/ 9836 h 18032"/>
                <a:gd name="connsiteX4" fmla="*/ 11475 w 24590"/>
                <a:gd name="connsiteY4" fmla="*/ 6557 h 18032"/>
                <a:gd name="connsiteX5" fmla="*/ 14754 w 24590"/>
                <a:gd name="connsiteY5" fmla="*/ 1639 h 18032"/>
                <a:gd name="connsiteX6" fmla="*/ 18033 w 24590"/>
                <a:gd name="connsiteY6" fmla="*/ 0 h 18032"/>
                <a:gd name="connsiteX7" fmla="*/ 19672 w 24590"/>
                <a:gd name="connsiteY7" fmla="*/ 3279 h 18032"/>
                <a:gd name="connsiteX8" fmla="*/ 18033 w 24590"/>
                <a:gd name="connsiteY8" fmla="*/ 6557 h 18032"/>
                <a:gd name="connsiteX9" fmla="*/ 19672 w 24590"/>
                <a:gd name="connsiteY9" fmla="*/ 8197 h 18032"/>
                <a:gd name="connsiteX10" fmla="*/ 24590 w 24590"/>
                <a:gd name="connsiteY10" fmla="*/ 9836 h 18032"/>
                <a:gd name="connsiteX11" fmla="*/ 24590 w 24590"/>
                <a:gd name="connsiteY11" fmla="*/ 13114 h 18032"/>
                <a:gd name="connsiteX12" fmla="*/ 22951 w 24590"/>
                <a:gd name="connsiteY12" fmla="*/ 14754 h 18032"/>
                <a:gd name="connsiteX13" fmla="*/ 19672 w 24590"/>
                <a:gd name="connsiteY13" fmla="*/ 16393 h 18032"/>
                <a:gd name="connsiteX14" fmla="*/ 16393 w 24590"/>
                <a:gd name="connsiteY14" fmla="*/ 18033 h 18032"/>
                <a:gd name="connsiteX15" fmla="*/ 11475 w 24590"/>
                <a:gd name="connsiteY15" fmla="*/ 18033 h 18032"/>
                <a:gd name="connsiteX16" fmla="*/ 8197 w 24590"/>
                <a:gd name="connsiteY16" fmla="*/ 16393 h 18032"/>
                <a:gd name="connsiteX17" fmla="*/ 3279 w 24590"/>
                <a:gd name="connsiteY17" fmla="*/ 16393 h 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590" h="18032">
                  <a:moveTo>
                    <a:pt x="0" y="16393"/>
                  </a:moveTo>
                  <a:lnTo>
                    <a:pt x="3279" y="14754"/>
                  </a:lnTo>
                  <a:lnTo>
                    <a:pt x="6557" y="13114"/>
                  </a:lnTo>
                  <a:lnTo>
                    <a:pt x="9836" y="9836"/>
                  </a:lnTo>
                  <a:lnTo>
                    <a:pt x="11475" y="6557"/>
                  </a:lnTo>
                  <a:lnTo>
                    <a:pt x="14754" y="1639"/>
                  </a:lnTo>
                  <a:lnTo>
                    <a:pt x="18033" y="0"/>
                  </a:lnTo>
                  <a:lnTo>
                    <a:pt x="19672" y="3279"/>
                  </a:lnTo>
                  <a:lnTo>
                    <a:pt x="18033" y="6557"/>
                  </a:lnTo>
                  <a:lnTo>
                    <a:pt x="19672" y="8197"/>
                  </a:lnTo>
                  <a:lnTo>
                    <a:pt x="24590" y="9836"/>
                  </a:lnTo>
                  <a:lnTo>
                    <a:pt x="24590" y="13114"/>
                  </a:lnTo>
                  <a:lnTo>
                    <a:pt x="22951" y="14754"/>
                  </a:lnTo>
                  <a:lnTo>
                    <a:pt x="19672" y="16393"/>
                  </a:lnTo>
                  <a:lnTo>
                    <a:pt x="16393" y="18033"/>
                  </a:lnTo>
                  <a:lnTo>
                    <a:pt x="11475" y="18033"/>
                  </a:lnTo>
                  <a:lnTo>
                    <a:pt x="8197" y="16393"/>
                  </a:lnTo>
                  <a:lnTo>
                    <a:pt x="3279" y="16393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48" name="Freeform 4547">
              <a:extLst>
                <a:ext uri="{FF2B5EF4-FFF2-40B4-BE49-F238E27FC236}">
                  <a16:creationId xmlns:a16="http://schemas.microsoft.com/office/drawing/2014/main" id="{1BF9443D-7E43-E148-9CE8-6EE5BB54FAF7}"/>
                </a:ext>
              </a:extLst>
            </p:cNvPr>
            <p:cNvSpPr/>
            <p:nvPr/>
          </p:nvSpPr>
          <p:spPr>
            <a:xfrm>
              <a:off x="2615688" y="2160807"/>
              <a:ext cx="160655" cy="57376"/>
            </a:xfrm>
            <a:custGeom>
              <a:avLst/>
              <a:gdLst>
                <a:gd name="connsiteX0" fmla="*/ 24590 w 160655"/>
                <a:gd name="connsiteY0" fmla="*/ 54098 h 57376"/>
                <a:gd name="connsiteX1" fmla="*/ 21311 w 160655"/>
                <a:gd name="connsiteY1" fmla="*/ 54098 h 57376"/>
                <a:gd name="connsiteX2" fmla="*/ 16393 w 160655"/>
                <a:gd name="connsiteY2" fmla="*/ 55737 h 57376"/>
                <a:gd name="connsiteX3" fmla="*/ 13115 w 160655"/>
                <a:gd name="connsiteY3" fmla="*/ 57377 h 57376"/>
                <a:gd name="connsiteX4" fmla="*/ 9836 w 160655"/>
                <a:gd name="connsiteY4" fmla="*/ 57377 h 57376"/>
                <a:gd name="connsiteX5" fmla="*/ 4918 w 160655"/>
                <a:gd name="connsiteY5" fmla="*/ 57377 h 57376"/>
                <a:gd name="connsiteX6" fmla="*/ 1639 w 160655"/>
                <a:gd name="connsiteY6" fmla="*/ 55737 h 57376"/>
                <a:gd name="connsiteX7" fmla="*/ 0 w 160655"/>
                <a:gd name="connsiteY7" fmla="*/ 50819 h 57376"/>
                <a:gd name="connsiteX8" fmla="*/ 4918 w 160655"/>
                <a:gd name="connsiteY8" fmla="*/ 49180 h 57376"/>
                <a:gd name="connsiteX9" fmla="*/ 8197 w 160655"/>
                <a:gd name="connsiteY9" fmla="*/ 45901 h 57376"/>
                <a:gd name="connsiteX10" fmla="*/ 11475 w 160655"/>
                <a:gd name="connsiteY10" fmla="*/ 42623 h 57376"/>
                <a:gd name="connsiteX11" fmla="*/ 14754 w 160655"/>
                <a:gd name="connsiteY11" fmla="*/ 39344 h 57376"/>
                <a:gd name="connsiteX12" fmla="*/ 18033 w 160655"/>
                <a:gd name="connsiteY12" fmla="*/ 37705 h 57376"/>
                <a:gd name="connsiteX13" fmla="*/ 21311 w 160655"/>
                <a:gd name="connsiteY13" fmla="*/ 36065 h 57376"/>
                <a:gd name="connsiteX14" fmla="*/ 26229 w 160655"/>
                <a:gd name="connsiteY14" fmla="*/ 34426 h 57376"/>
                <a:gd name="connsiteX15" fmla="*/ 29508 w 160655"/>
                <a:gd name="connsiteY15" fmla="*/ 32787 h 57376"/>
                <a:gd name="connsiteX16" fmla="*/ 32787 w 160655"/>
                <a:gd name="connsiteY16" fmla="*/ 29508 h 57376"/>
                <a:gd name="connsiteX17" fmla="*/ 37705 w 160655"/>
                <a:gd name="connsiteY17" fmla="*/ 29508 h 57376"/>
                <a:gd name="connsiteX18" fmla="*/ 40983 w 160655"/>
                <a:gd name="connsiteY18" fmla="*/ 27869 h 57376"/>
                <a:gd name="connsiteX19" fmla="*/ 44262 w 160655"/>
                <a:gd name="connsiteY19" fmla="*/ 27869 h 57376"/>
                <a:gd name="connsiteX20" fmla="*/ 49180 w 160655"/>
                <a:gd name="connsiteY20" fmla="*/ 27869 h 57376"/>
                <a:gd name="connsiteX21" fmla="*/ 52459 w 160655"/>
                <a:gd name="connsiteY21" fmla="*/ 26229 h 57376"/>
                <a:gd name="connsiteX22" fmla="*/ 55738 w 160655"/>
                <a:gd name="connsiteY22" fmla="*/ 26229 h 57376"/>
                <a:gd name="connsiteX23" fmla="*/ 60655 w 160655"/>
                <a:gd name="connsiteY23" fmla="*/ 24590 h 57376"/>
                <a:gd name="connsiteX24" fmla="*/ 63934 w 160655"/>
                <a:gd name="connsiteY24" fmla="*/ 24590 h 57376"/>
                <a:gd name="connsiteX25" fmla="*/ 67213 w 160655"/>
                <a:gd name="connsiteY25" fmla="*/ 24590 h 57376"/>
                <a:gd name="connsiteX26" fmla="*/ 72131 w 160655"/>
                <a:gd name="connsiteY26" fmla="*/ 22951 h 57376"/>
                <a:gd name="connsiteX27" fmla="*/ 75410 w 160655"/>
                <a:gd name="connsiteY27" fmla="*/ 22951 h 57376"/>
                <a:gd name="connsiteX28" fmla="*/ 78688 w 160655"/>
                <a:gd name="connsiteY28" fmla="*/ 22951 h 57376"/>
                <a:gd name="connsiteX29" fmla="*/ 81967 w 160655"/>
                <a:gd name="connsiteY29" fmla="*/ 21311 h 57376"/>
                <a:gd name="connsiteX30" fmla="*/ 86885 w 160655"/>
                <a:gd name="connsiteY30" fmla="*/ 21311 h 57376"/>
                <a:gd name="connsiteX31" fmla="*/ 90164 w 160655"/>
                <a:gd name="connsiteY31" fmla="*/ 21311 h 57376"/>
                <a:gd name="connsiteX32" fmla="*/ 93442 w 160655"/>
                <a:gd name="connsiteY32" fmla="*/ 24590 h 57376"/>
                <a:gd name="connsiteX33" fmla="*/ 98360 w 160655"/>
                <a:gd name="connsiteY33" fmla="*/ 24590 h 57376"/>
                <a:gd name="connsiteX34" fmla="*/ 101639 w 160655"/>
                <a:gd name="connsiteY34" fmla="*/ 24590 h 57376"/>
                <a:gd name="connsiteX35" fmla="*/ 101639 w 160655"/>
                <a:gd name="connsiteY35" fmla="*/ 27869 h 57376"/>
                <a:gd name="connsiteX36" fmla="*/ 104918 w 160655"/>
                <a:gd name="connsiteY36" fmla="*/ 27869 h 57376"/>
                <a:gd name="connsiteX37" fmla="*/ 108196 w 160655"/>
                <a:gd name="connsiteY37" fmla="*/ 26229 h 57376"/>
                <a:gd name="connsiteX38" fmla="*/ 113114 w 160655"/>
                <a:gd name="connsiteY38" fmla="*/ 24590 h 57376"/>
                <a:gd name="connsiteX39" fmla="*/ 108196 w 160655"/>
                <a:gd name="connsiteY39" fmla="*/ 24590 h 57376"/>
                <a:gd name="connsiteX40" fmla="*/ 113114 w 160655"/>
                <a:gd name="connsiteY40" fmla="*/ 21311 h 57376"/>
                <a:gd name="connsiteX41" fmla="*/ 116393 w 160655"/>
                <a:gd name="connsiteY41" fmla="*/ 18033 h 57376"/>
                <a:gd name="connsiteX42" fmla="*/ 113114 w 160655"/>
                <a:gd name="connsiteY42" fmla="*/ 19672 h 57376"/>
                <a:gd name="connsiteX43" fmla="*/ 108196 w 160655"/>
                <a:gd name="connsiteY43" fmla="*/ 19672 h 57376"/>
                <a:gd name="connsiteX44" fmla="*/ 108196 w 160655"/>
                <a:gd name="connsiteY44" fmla="*/ 16393 h 57376"/>
                <a:gd name="connsiteX45" fmla="*/ 104918 w 160655"/>
                <a:gd name="connsiteY45" fmla="*/ 16393 h 57376"/>
                <a:gd name="connsiteX46" fmla="*/ 101639 w 160655"/>
                <a:gd name="connsiteY46" fmla="*/ 16393 h 57376"/>
                <a:gd name="connsiteX47" fmla="*/ 98360 w 160655"/>
                <a:gd name="connsiteY47" fmla="*/ 16393 h 57376"/>
                <a:gd name="connsiteX48" fmla="*/ 93442 w 160655"/>
                <a:gd name="connsiteY48" fmla="*/ 18033 h 57376"/>
                <a:gd name="connsiteX49" fmla="*/ 91803 w 160655"/>
                <a:gd name="connsiteY49" fmla="*/ 18033 h 57376"/>
                <a:gd name="connsiteX50" fmla="*/ 95082 w 160655"/>
                <a:gd name="connsiteY50" fmla="*/ 16393 h 57376"/>
                <a:gd name="connsiteX51" fmla="*/ 98360 w 160655"/>
                <a:gd name="connsiteY51" fmla="*/ 14754 h 57376"/>
                <a:gd name="connsiteX52" fmla="*/ 103278 w 160655"/>
                <a:gd name="connsiteY52" fmla="*/ 14754 h 57376"/>
                <a:gd name="connsiteX53" fmla="*/ 106557 w 160655"/>
                <a:gd name="connsiteY53" fmla="*/ 14754 h 57376"/>
                <a:gd name="connsiteX54" fmla="*/ 109836 w 160655"/>
                <a:gd name="connsiteY54" fmla="*/ 13115 h 57376"/>
                <a:gd name="connsiteX55" fmla="*/ 114754 w 160655"/>
                <a:gd name="connsiteY55" fmla="*/ 14754 h 57376"/>
                <a:gd name="connsiteX56" fmla="*/ 109836 w 160655"/>
                <a:gd name="connsiteY56" fmla="*/ 18033 h 57376"/>
                <a:gd name="connsiteX57" fmla="*/ 114754 w 160655"/>
                <a:gd name="connsiteY57" fmla="*/ 18033 h 57376"/>
                <a:gd name="connsiteX58" fmla="*/ 118032 w 160655"/>
                <a:gd name="connsiteY58" fmla="*/ 14754 h 57376"/>
                <a:gd name="connsiteX59" fmla="*/ 121311 w 160655"/>
                <a:gd name="connsiteY59" fmla="*/ 13115 h 57376"/>
                <a:gd name="connsiteX60" fmla="*/ 124590 w 160655"/>
                <a:gd name="connsiteY60" fmla="*/ 13115 h 57376"/>
                <a:gd name="connsiteX61" fmla="*/ 129508 w 160655"/>
                <a:gd name="connsiteY61" fmla="*/ 13115 h 57376"/>
                <a:gd name="connsiteX62" fmla="*/ 132786 w 160655"/>
                <a:gd name="connsiteY62" fmla="*/ 11475 h 57376"/>
                <a:gd name="connsiteX63" fmla="*/ 136065 w 160655"/>
                <a:gd name="connsiteY63" fmla="*/ 9836 h 57376"/>
                <a:gd name="connsiteX64" fmla="*/ 140983 w 160655"/>
                <a:gd name="connsiteY64" fmla="*/ 8197 h 57376"/>
                <a:gd name="connsiteX65" fmla="*/ 144262 w 160655"/>
                <a:gd name="connsiteY65" fmla="*/ 8197 h 57376"/>
                <a:gd name="connsiteX66" fmla="*/ 147540 w 160655"/>
                <a:gd name="connsiteY66" fmla="*/ 6557 h 57376"/>
                <a:gd name="connsiteX67" fmla="*/ 152458 w 160655"/>
                <a:gd name="connsiteY67" fmla="*/ 4918 h 57376"/>
                <a:gd name="connsiteX68" fmla="*/ 155737 w 160655"/>
                <a:gd name="connsiteY68" fmla="*/ 3279 h 57376"/>
                <a:gd name="connsiteX69" fmla="*/ 159016 w 160655"/>
                <a:gd name="connsiteY69" fmla="*/ 0 h 57376"/>
                <a:gd name="connsiteX70" fmla="*/ 160655 w 160655"/>
                <a:gd name="connsiteY70" fmla="*/ 0 h 57376"/>
                <a:gd name="connsiteX71" fmla="*/ 157376 w 160655"/>
                <a:gd name="connsiteY71" fmla="*/ 4918 h 57376"/>
                <a:gd name="connsiteX72" fmla="*/ 152458 w 160655"/>
                <a:gd name="connsiteY72" fmla="*/ 6557 h 57376"/>
                <a:gd name="connsiteX73" fmla="*/ 149180 w 160655"/>
                <a:gd name="connsiteY73" fmla="*/ 9836 h 57376"/>
                <a:gd name="connsiteX74" fmla="*/ 144262 w 160655"/>
                <a:gd name="connsiteY74" fmla="*/ 11475 h 57376"/>
                <a:gd name="connsiteX75" fmla="*/ 140983 w 160655"/>
                <a:gd name="connsiteY75" fmla="*/ 13115 h 57376"/>
                <a:gd name="connsiteX76" fmla="*/ 137704 w 160655"/>
                <a:gd name="connsiteY76" fmla="*/ 14754 h 57376"/>
                <a:gd name="connsiteX77" fmla="*/ 134426 w 160655"/>
                <a:gd name="connsiteY77" fmla="*/ 16393 h 57376"/>
                <a:gd name="connsiteX78" fmla="*/ 134426 w 160655"/>
                <a:gd name="connsiteY78" fmla="*/ 21311 h 57376"/>
                <a:gd name="connsiteX79" fmla="*/ 137704 w 160655"/>
                <a:gd name="connsiteY79" fmla="*/ 19672 h 57376"/>
                <a:gd name="connsiteX80" fmla="*/ 136065 w 160655"/>
                <a:gd name="connsiteY80" fmla="*/ 22951 h 57376"/>
                <a:gd name="connsiteX81" fmla="*/ 140983 w 160655"/>
                <a:gd name="connsiteY81" fmla="*/ 22951 h 57376"/>
                <a:gd name="connsiteX82" fmla="*/ 140983 w 160655"/>
                <a:gd name="connsiteY82" fmla="*/ 21311 h 57376"/>
                <a:gd name="connsiteX83" fmla="*/ 137704 w 160655"/>
                <a:gd name="connsiteY83" fmla="*/ 24590 h 57376"/>
                <a:gd name="connsiteX84" fmla="*/ 134426 w 160655"/>
                <a:gd name="connsiteY84" fmla="*/ 27869 h 57376"/>
                <a:gd name="connsiteX85" fmla="*/ 131147 w 160655"/>
                <a:gd name="connsiteY85" fmla="*/ 31147 h 57376"/>
                <a:gd name="connsiteX86" fmla="*/ 131147 w 160655"/>
                <a:gd name="connsiteY86" fmla="*/ 36065 h 57376"/>
                <a:gd name="connsiteX87" fmla="*/ 129508 w 160655"/>
                <a:gd name="connsiteY87" fmla="*/ 39344 h 57376"/>
                <a:gd name="connsiteX88" fmla="*/ 126229 w 160655"/>
                <a:gd name="connsiteY88" fmla="*/ 42623 h 57376"/>
                <a:gd name="connsiteX89" fmla="*/ 121311 w 160655"/>
                <a:gd name="connsiteY89" fmla="*/ 42623 h 57376"/>
                <a:gd name="connsiteX90" fmla="*/ 118032 w 160655"/>
                <a:gd name="connsiteY90" fmla="*/ 44262 h 57376"/>
                <a:gd name="connsiteX91" fmla="*/ 116393 w 160655"/>
                <a:gd name="connsiteY91" fmla="*/ 45901 h 57376"/>
                <a:gd name="connsiteX92" fmla="*/ 113114 w 160655"/>
                <a:gd name="connsiteY92" fmla="*/ 47541 h 57376"/>
                <a:gd name="connsiteX93" fmla="*/ 108196 w 160655"/>
                <a:gd name="connsiteY93" fmla="*/ 49180 h 57376"/>
                <a:gd name="connsiteX94" fmla="*/ 104918 w 160655"/>
                <a:gd name="connsiteY94" fmla="*/ 50819 h 57376"/>
                <a:gd name="connsiteX95" fmla="*/ 101639 w 160655"/>
                <a:gd name="connsiteY95" fmla="*/ 52459 h 57376"/>
                <a:gd name="connsiteX96" fmla="*/ 98360 w 160655"/>
                <a:gd name="connsiteY96" fmla="*/ 54098 h 57376"/>
                <a:gd name="connsiteX97" fmla="*/ 95082 w 160655"/>
                <a:gd name="connsiteY97" fmla="*/ 54098 h 57376"/>
                <a:gd name="connsiteX98" fmla="*/ 90164 w 160655"/>
                <a:gd name="connsiteY98" fmla="*/ 52459 h 57376"/>
                <a:gd name="connsiteX99" fmla="*/ 86885 w 160655"/>
                <a:gd name="connsiteY99" fmla="*/ 52459 h 57376"/>
                <a:gd name="connsiteX100" fmla="*/ 83606 w 160655"/>
                <a:gd name="connsiteY100" fmla="*/ 52459 h 57376"/>
                <a:gd name="connsiteX101" fmla="*/ 78688 w 160655"/>
                <a:gd name="connsiteY101" fmla="*/ 54098 h 57376"/>
                <a:gd name="connsiteX102" fmla="*/ 75410 w 160655"/>
                <a:gd name="connsiteY102" fmla="*/ 55737 h 57376"/>
                <a:gd name="connsiteX103" fmla="*/ 72131 w 160655"/>
                <a:gd name="connsiteY103" fmla="*/ 50819 h 57376"/>
                <a:gd name="connsiteX104" fmla="*/ 67213 w 160655"/>
                <a:gd name="connsiteY104" fmla="*/ 50819 h 57376"/>
                <a:gd name="connsiteX105" fmla="*/ 63934 w 160655"/>
                <a:gd name="connsiteY105" fmla="*/ 49180 h 57376"/>
                <a:gd name="connsiteX106" fmla="*/ 60655 w 160655"/>
                <a:gd name="connsiteY106" fmla="*/ 49180 h 57376"/>
                <a:gd name="connsiteX107" fmla="*/ 57377 w 160655"/>
                <a:gd name="connsiteY107" fmla="*/ 49180 h 57376"/>
                <a:gd name="connsiteX108" fmla="*/ 52459 w 160655"/>
                <a:gd name="connsiteY108" fmla="*/ 49180 h 57376"/>
                <a:gd name="connsiteX109" fmla="*/ 49180 w 160655"/>
                <a:gd name="connsiteY109" fmla="*/ 49180 h 57376"/>
                <a:gd name="connsiteX110" fmla="*/ 45901 w 160655"/>
                <a:gd name="connsiteY110" fmla="*/ 49180 h 57376"/>
                <a:gd name="connsiteX111" fmla="*/ 40983 w 160655"/>
                <a:gd name="connsiteY111" fmla="*/ 49180 h 57376"/>
                <a:gd name="connsiteX112" fmla="*/ 37705 w 160655"/>
                <a:gd name="connsiteY112" fmla="*/ 50819 h 57376"/>
                <a:gd name="connsiteX113" fmla="*/ 34426 w 160655"/>
                <a:gd name="connsiteY113" fmla="*/ 50819 h 57376"/>
                <a:gd name="connsiteX114" fmla="*/ 29508 w 160655"/>
                <a:gd name="connsiteY114" fmla="*/ 52459 h 57376"/>
                <a:gd name="connsiteX115" fmla="*/ 26229 w 160655"/>
                <a:gd name="connsiteY115" fmla="*/ 54098 h 57376"/>
                <a:gd name="connsiteX116" fmla="*/ 24590 w 160655"/>
                <a:gd name="connsiteY116" fmla="*/ 54098 h 5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160655" h="57376">
                  <a:moveTo>
                    <a:pt x="24590" y="54098"/>
                  </a:moveTo>
                  <a:lnTo>
                    <a:pt x="21311" y="54098"/>
                  </a:lnTo>
                  <a:lnTo>
                    <a:pt x="16393" y="55737"/>
                  </a:lnTo>
                  <a:lnTo>
                    <a:pt x="13115" y="57377"/>
                  </a:lnTo>
                  <a:lnTo>
                    <a:pt x="9836" y="57377"/>
                  </a:lnTo>
                  <a:lnTo>
                    <a:pt x="4918" y="57377"/>
                  </a:lnTo>
                  <a:lnTo>
                    <a:pt x="1639" y="55737"/>
                  </a:lnTo>
                  <a:lnTo>
                    <a:pt x="0" y="50819"/>
                  </a:lnTo>
                  <a:lnTo>
                    <a:pt x="4918" y="49180"/>
                  </a:lnTo>
                  <a:lnTo>
                    <a:pt x="8197" y="45901"/>
                  </a:lnTo>
                  <a:lnTo>
                    <a:pt x="11475" y="42623"/>
                  </a:lnTo>
                  <a:lnTo>
                    <a:pt x="14754" y="39344"/>
                  </a:lnTo>
                  <a:lnTo>
                    <a:pt x="18033" y="37705"/>
                  </a:lnTo>
                  <a:lnTo>
                    <a:pt x="21311" y="36065"/>
                  </a:lnTo>
                  <a:lnTo>
                    <a:pt x="26229" y="34426"/>
                  </a:lnTo>
                  <a:lnTo>
                    <a:pt x="29508" y="32787"/>
                  </a:lnTo>
                  <a:lnTo>
                    <a:pt x="32787" y="29508"/>
                  </a:lnTo>
                  <a:lnTo>
                    <a:pt x="37705" y="29508"/>
                  </a:lnTo>
                  <a:lnTo>
                    <a:pt x="40983" y="27869"/>
                  </a:lnTo>
                  <a:lnTo>
                    <a:pt x="44262" y="27869"/>
                  </a:lnTo>
                  <a:lnTo>
                    <a:pt x="49180" y="27869"/>
                  </a:lnTo>
                  <a:lnTo>
                    <a:pt x="52459" y="26229"/>
                  </a:lnTo>
                  <a:lnTo>
                    <a:pt x="55738" y="26229"/>
                  </a:lnTo>
                  <a:lnTo>
                    <a:pt x="60655" y="24590"/>
                  </a:lnTo>
                  <a:lnTo>
                    <a:pt x="63934" y="24590"/>
                  </a:lnTo>
                  <a:lnTo>
                    <a:pt x="67213" y="24590"/>
                  </a:lnTo>
                  <a:lnTo>
                    <a:pt x="72131" y="22951"/>
                  </a:lnTo>
                  <a:lnTo>
                    <a:pt x="75410" y="22951"/>
                  </a:lnTo>
                  <a:lnTo>
                    <a:pt x="78688" y="22951"/>
                  </a:lnTo>
                  <a:lnTo>
                    <a:pt x="81967" y="21311"/>
                  </a:lnTo>
                  <a:lnTo>
                    <a:pt x="86885" y="21311"/>
                  </a:lnTo>
                  <a:lnTo>
                    <a:pt x="90164" y="21311"/>
                  </a:lnTo>
                  <a:lnTo>
                    <a:pt x="93442" y="24590"/>
                  </a:lnTo>
                  <a:lnTo>
                    <a:pt x="98360" y="24590"/>
                  </a:lnTo>
                  <a:lnTo>
                    <a:pt x="101639" y="24590"/>
                  </a:lnTo>
                  <a:lnTo>
                    <a:pt x="101639" y="27869"/>
                  </a:lnTo>
                  <a:lnTo>
                    <a:pt x="104918" y="27869"/>
                  </a:lnTo>
                  <a:lnTo>
                    <a:pt x="108196" y="26229"/>
                  </a:lnTo>
                  <a:lnTo>
                    <a:pt x="113114" y="24590"/>
                  </a:lnTo>
                  <a:lnTo>
                    <a:pt x="108196" y="24590"/>
                  </a:lnTo>
                  <a:lnTo>
                    <a:pt x="113114" y="21311"/>
                  </a:lnTo>
                  <a:lnTo>
                    <a:pt x="116393" y="18033"/>
                  </a:lnTo>
                  <a:lnTo>
                    <a:pt x="113114" y="19672"/>
                  </a:lnTo>
                  <a:lnTo>
                    <a:pt x="108196" y="19672"/>
                  </a:lnTo>
                  <a:lnTo>
                    <a:pt x="108196" y="16393"/>
                  </a:lnTo>
                  <a:lnTo>
                    <a:pt x="104918" y="16393"/>
                  </a:lnTo>
                  <a:lnTo>
                    <a:pt x="101639" y="16393"/>
                  </a:lnTo>
                  <a:lnTo>
                    <a:pt x="98360" y="16393"/>
                  </a:lnTo>
                  <a:lnTo>
                    <a:pt x="93442" y="18033"/>
                  </a:lnTo>
                  <a:lnTo>
                    <a:pt x="91803" y="18033"/>
                  </a:lnTo>
                  <a:lnTo>
                    <a:pt x="95082" y="16393"/>
                  </a:lnTo>
                  <a:lnTo>
                    <a:pt x="98360" y="14754"/>
                  </a:lnTo>
                  <a:lnTo>
                    <a:pt x="103278" y="14754"/>
                  </a:lnTo>
                  <a:lnTo>
                    <a:pt x="106557" y="14754"/>
                  </a:lnTo>
                  <a:lnTo>
                    <a:pt x="109836" y="13115"/>
                  </a:lnTo>
                  <a:lnTo>
                    <a:pt x="114754" y="14754"/>
                  </a:lnTo>
                  <a:lnTo>
                    <a:pt x="109836" y="18033"/>
                  </a:lnTo>
                  <a:lnTo>
                    <a:pt x="114754" y="18033"/>
                  </a:lnTo>
                  <a:lnTo>
                    <a:pt x="118032" y="14754"/>
                  </a:lnTo>
                  <a:lnTo>
                    <a:pt x="121311" y="13115"/>
                  </a:lnTo>
                  <a:lnTo>
                    <a:pt x="124590" y="13115"/>
                  </a:lnTo>
                  <a:lnTo>
                    <a:pt x="129508" y="13115"/>
                  </a:lnTo>
                  <a:lnTo>
                    <a:pt x="132786" y="11475"/>
                  </a:lnTo>
                  <a:lnTo>
                    <a:pt x="136065" y="9836"/>
                  </a:lnTo>
                  <a:lnTo>
                    <a:pt x="140983" y="8197"/>
                  </a:lnTo>
                  <a:lnTo>
                    <a:pt x="144262" y="8197"/>
                  </a:lnTo>
                  <a:lnTo>
                    <a:pt x="147540" y="6557"/>
                  </a:lnTo>
                  <a:lnTo>
                    <a:pt x="152458" y="4918"/>
                  </a:lnTo>
                  <a:lnTo>
                    <a:pt x="155737" y="3279"/>
                  </a:lnTo>
                  <a:lnTo>
                    <a:pt x="159016" y="0"/>
                  </a:lnTo>
                  <a:lnTo>
                    <a:pt x="160655" y="0"/>
                  </a:lnTo>
                  <a:lnTo>
                    <a:pt x="157376" y="4918"/>
                  </a:lnTo>
                  <a:lnTo>
                    <a:pt x="152458" y="6557"/>
                  </a:lnTo>
                  <a:lnTo>
                    <a:pt x="149180" y="9836"/>
                  </a:lnTo>
                  <a:lnTo>
                    <a:pt x="144262" y="11475"/>
                  </a:lnTo>
                  <a:lnTo>
                    <a:pt x="140983" y="13115"/>
                  </a:lnTo>
                  <a:lnTo>
                    <a:pt x="137704" y="14754"/>
                  </a:lnTo>
                  <a:lnTo>
                    <a:pt x="134426" y="16393"/>
                  </a:lnTo>
                  <a:lnTo>
                    <a:pt x="134426" y="21311"/>
                  </a:lnTo>
                  <a:lnTo>
                    <a:pt x="137704" y="19672"/>
                  </a:lnTo>
                  <a:lnTo>
                    <a:pt x="136065" y="22951"/>
                  </a:lnTo>
                  <a:lnTo>
                    <a:pt x="140983" y="22951"/>
                  </a:lnTo>
                  <a:lnTo>
                    <a:pt x="140983" y="21311"/>
                  </a:lnTo>
                  <a:lnTo>
                    <a:pt x="137704" y="24590"/>
                  </a:lnTo>
                  <a:lnTo>
                    <a:pt x="134426" y="27869"/>
                  </a:lnTo>
                  <a:lnTo>
                    <a:pt x="131147" y="31147"/>
                  </a:lnTo>
                  <a:lnTo>
                    <a:pt x="131147" y="36065"/>
                  </a:lnTo>
                  <a:lnTo>
                    <a:pt x="129508" y="39344"/>
                  </a:lnTo>
                  <a:lnTo>
                    <a:pt x="126229" y="42623"/>
                  </a:lnTo>
                  <a:lnTo>
                    <a:pt x="121311" y="42623"/>
                  </a:lnTo>
                  <a:lnTo>
                    <a:pt x="118032" y="44262"/>
                  </a:lnTo>
                  <a:lnTo>
                    <a:pt x="116393" y="45901"/>
                  </a:lnTo>
                  <a:lnTo>
                    <a:pt x="113114" y="47541"/>
                  </a:lnTo>
                  <a:lnTo>
                    <a:pt x="108196" y="49180"/>
                  </a:lnTo>
                  <a:lnTo>
                    <a:pt x="104918" y="50819"/>
                  </a:lnTo>
                  <a:lnTo>
                    <a:pt x="101639" y="52459"/>
                  </a:lnTo>
                  <a:lnTo>
                    <a:pt x="98360" y="54098"/>
                  </a:lnTo>
                  <a:lnTo>
                    <a:pt x="95082" y="54098"/>
                  </a:lnTo>
                  <a:lnTo>
                    <a:pt x="90164" y="52459"/>
                  </a:lnTo>
                  <a:lnTo>
                    <a:pt x="86885" y="52459"/>
                  </a:lnTo>
                  <a:lnTo>
                    <a:pt x="83606" y="52459"/>
                  </a:lnTo>
                  <a:lnTo>
                    <a:pt x="78688" y="54098"/>
                  </a:lnTo>
                  <a:lnTo>
                    <a:pt x="75410" y="55737"/>
                  </a:lnTo>
                  <a:lnTo>
                    <a:pt x="72131" y="50819"/>
                  </a:lnTo>
                  <a:lnTo>
                    <a:pt x="67213" y="50819"/>
                  </a:lnTo>
                  <a:lnTo>
                    <a:pt x="63934" y="49180"/>
                  </a:lnTo>
                  <a:lnTo>
                    <a:pt x="60655" y="49180"/>
                  </a:lnTo>
                  <a:lnTo>
                    <a:pt x="57377" y="49180"/>
                  </a:lnTo>
                  <a:lnTo>
                    <a:pt x="52459" y="49180"/>
                  </a:lnTo>
                  <a:lnTo>
                    <a:pt x="49180" y="49180"/>
                  </a:lnTo>
                  <a:lnTo>
                    <a:pt x="45901" y="49180"/>
                  </a:lnTo>
                  <a:lnTo>
                    <a:pt x="40983" y="49180"/>
                  </a:lnTo>
                  <a:lnTo>
                    <a:pt x="37705" y="50819"/>
                  </a:lnTo>
                  <a:lnTo>
                    <a:pt x="34426" y="50819"/>
                  </a:lnTo>
                  <a:lnTo>
                    <a:pt x="29508" y="52459"/>
                  </a:lnTo>
                  <a:lnTo>
                    <a:pt x="26229" y="54098"/>
                  </a:lnTo>
                  <a:lnTo>
                    <a:pt x="24590" y="54098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49" name="Freeform 4548">
              <a:extLst>
                <a:ext uri="{FF2B5EF4-FFF2-40B4-BE49-F238E27FC236}">
                  <a16:creationId xmlns:a16="http://schemas.microsoft.com/office/drawing/2014/main" id="{A4566CE2-58A2-CA4B-89ED-C4AC11F88156}"/>
                </a:ext>
              </a:extLst>
            </p:cNvPr>
            <p:cNvSpPr/>
            <p:nvPr/>
          </p:nvSpPr>
          <p:spPr>
            <a:xfrm>
              <a:off x="7464846" y="2064086"/>
              <a:ext cx="45901" cy="27868"/>
            </a:xfrm>
            <a:custGeom>
              <a:avLst/>
              <a:gdLst>
                <a:gd name="connsiteX0" fmla="*/ 31147 w 45901"/>
                <a:gd name="connsiteY0" fmla="*/ 27869 h 27868"/>
                <a:gd name="connsiteX1" fmla="*/ 36066 w 45901"/>
                <a:gd name="connsiteY1" fmla="*/ 27869 h 27868"/>
                <a:gd name="connsiteX2" fmla="*/ 36066 w 45901"/>
                <a:gd name="connsiteY2" fmla="*/ 27869 h 27868"/>
                <a:gd name="connsiteX3" fmla="*/ 36066 w 45901"/>
                <a:gd name="connsiteY3" fmla="*/ 27869 h 27868"/>
                <a:gd name="connsiteX4" fmla="*/ 37705 w 45901"/>
                <a:gd name="connsiteY4" fmla="*/ 24590 h 27868"/>
                <a:gd name="connsiteX5" fmla="*/ 42623 w 45901"/>
                <a:gd name="connsiteY5" fmla="*/ 22951 h 27868"/>
                <a:gd name="connsiteX6" fmla="*/ 45901 w 45901"/>
                <a:gd name="connsiteY6" fmla="*/ 21311 h 27868"/>
                <a:gd name="connsiteX7" fmla="*/ 45901 w 45901"/>
                <a:gd name="connsiteY7" fmla="*/ 16393 h 27868"/>
                <a:gd name="connsiteX8" fmla="*/ 44262 w 45901"/>
                <a:gd name="connsiteY8" fmla="*/ 13115 h 27868"/>
                <a:gd name="connsiteX9" fmla="*/ 44262 w 45901"/>
                <a:gd name="connsiteY9" fmla="*/ 8197 h 27868"/>
                <a:gd name="connsiteX10" fmla="*/ 42623 w 45901"/>
                <a:gd name="connsiteY10" fmla="*/ 13115 h 27868"/>
                <a:gd name="connsiteX11" fmla="*/ 39344 w 45901"/>
                <a:gd name="connsiteY11" fmla="*/ 13115 h 27868"/>
                <a:gd name="connsiteX12" fmla="*/ 34426 w 45901"/>
                <a:gd name="connsiteY12" fmla="*/ 13115 h 27868"/>
                <a:gd name="connsiteX13" fmla="*/ 31147 w 45901"/>
                <a:gd name="connsiteY13" fmla="*/ 11476 h 27868"/>
                <a:gd name="connsiteX14" fmla="*/ 27869 w 45901"/>
                <a:gd name="connsiteY14" fmla="*/ 8197 h 27868"/>
                <a:gd name="connsiteX15" fmla="*/ 26229 w 45901"/>
                <a:gd name="connsiteY15" fmla="*/ 3279 h 27868"/>
                <a:gd name="connsiteX16" fmla="*/ 24590 w 45901"/>
                <a:gd name="connsiteY16" fmla="*/ 0 h 27868"/>
                <a:gd name="connsiteX17" fmla="*/ 21311 w 45901"/>
                <a:gd name="connsiteY17" fmla="*/ 0 h 27868"/>
                <a:gd name="connsiteX18" fmla="*/ 18033 w 45901"/>
                <a:gd name="connsiteY18" fmla="*/ 0 h 27868"/>
                <a:gd name="connsiteX19" fmla="*/ 21311 w 45901"/>
                <a:gd name="connsiteY19" fmla="*/ 1639 h 27868"/>
                <a:gd name="connsiteX20" fmla="*/ 24590 w 45901"/>
                <a:gd name="connsiteY20" fmla="*/ 4918 h 27868"/>
                <a:gd name="connsiteX21" fmla="*/ 21311 w 45901"/>
                <a:gd name="connsiteY21" fmla="*/ 8197 h 27868"/>
                <a:gd name="connsiteX22" fmla="*/ 18033 w 45901"/>
                <a:gd name="connsiteY22" fmla="*/ 8197 h 27868"/>
                <a:gd name="connsiteX23" fmla="*/ 14754 w 45901"/>
                <a:gd name="connsiteY23" fmla="*/ 9836 h 27868"/>
                <a:gd name="connsiteX24" fmla="*/ 11476 w 45901"/>
                <a:gd name="connsiteY24" fmla="*/ 4918 h 27868"/>
                <a:gd name="connsiteX25" fmla="*/ 8197 w 45901"/>
                <a:gd name="connsiteY25" fmla="*/ 1639 h 27868"/>
                <a:gd name="connsiteX26" fmla="*/ 4918 w 45901"/>
                <a:gd name="connsiteY26" fmla="*/ 4918 h 27868"/>
                <a:gd name="connsiteX27" fmla="*/ 0 w 45901"/>
                <a:gd name="connsiteY27" fmla="*/ 8197 h 27868"/>
                <a:gd name="connsiteX28" fmla="*/ 1639 w 45901"/>
                <a:gd name="connsiteY28" fmla="*/ 13115 h 27868"/>
                <a:gd name="connsiteX29" fmla="*/ 4918 w 45901"/>
                <a:gd name="connsiteY29" fmla="*/ 16393 h 27868"/>
                <a:gd name="connsiteX30" fmla="*/ 9836 w 45901"/>
                <a:gd name="connsiteY30" fmla="*/ 16393 h 27868"/>
                <a:gd name="connsiteX31" fmla="*/ 13114 w 45901"/>
                <a:gd name="connsiteY31" fmla="*/ 14754 h 27868"/>
                <a:gd name="connsiteX32" fmla="*/ 16393 w 45901"/>
                <a:gd name="connsiteY32" fmla="*/ 16393 h 27868"/>
                <a:gd name="connsiteX33" fmla="*/ 21311 w 45901"/>
                <a:gd name="connsiteY33" fmla="*/ 19672 h 27868"/>
                <a:gd name="connsiteX34" fmla="*/ 24590 w 45901"/>
                <a:gd name="connsiteY34" fmla="*/ 18033 h 27868"/>
                <a:gd name="connsiteX35" fmla="*/ 29508 w 45901"/>
                <a:gd name="connsiteY35" fmla="*/ 19672 h 27868"/>
                <a:gd name="connsiteX36" fmla="*/ 32787 w 45901"/>
                <a:gd name="connsiteY36" fmla="*/ 22951 h 27868"/>
                <a:gd name="connsiteX37" fmla="*/ 31147 w 45901"/>
                <a:gd name="connsiteY37" fmla="*/ 27869 h 2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5901" h="27868">
                  <a:moveTo>
                    <a:pt x="31147" y="27869"/>
                  </a:moveTo>
                  <a:lnTo>
                    <a:pt x="36066" y="27869"/>
                  </a:lnTo>
                  <a:lnTo>
                    <a:pt x="36066" y="27869"/>
                  </a:lnTo>
                  <a:lnTo>
                    <a:pt x="36066" y="27869"/>
                  </a:lnTo>
                  <a:lnTo>
                    <a:pt x="37705" y="24590"/>
                  </a:lnTo>
                  <a:lnTo>
                    <a:pt x="42623" y="22951"/>
                  </a:lnTo>
                  <a:lnTo>
                    <a:pt x="45901" y="21311"/>
                  </a:lnTo>
                  <a:lnTo>
                    <a:pt x="45901" y="16393"/>
                  </a:lnTo>
                  <a:lnTo>
                    <a:pt x="44262" y="13115"/>
                  </a:lnTo>
                  <a:lnTo>
                    <a:pt x="44262" y="8197"/>
                  </a:lnTo>
                  <a:lnTo>
                    <a:pt x="42623" y="13115"/>
                  </a:lnTo>
                  <a:lnTo>
                    <a:pt x="39344" y="13115"/>
                  </a:lnTo>
                  <a:lnTo>
                    <a:pt x="34426" y="13115"/>
                  </a:lnTo>
                  <a:lnTo>
                    <a:pt x="31147" y="11476"/>
                  </a:lnTo>
                  <a:lnTo>
                    <a:pt x="27869" y="8197"/>
                  </a:lnTo>
                  <a:lnTo>
                    <a:pt x="26229" y="3279"/>
                  </a:lnTo>
                  <a:lnTo>
                    <a:pt x="24590" y="0"/>
                  </a:lnTo>
                  <a:lnTo>
                    <a:pt x="21311" y="0"/>
                  </a:lnTo>
                  <a:lnTo>
                    <a:pt x="18033" y="0"/>
                  </a:lnTo>
                  <a:lnTo>
                    <a:pt x="21311" y="1639"/>
                  </a:lnTo>
                  <a:lnTo>
                    <a:pt x="24590" y="4918"/>
                  </a:lnTo>
                  <a:lnTo>
                    <a:pt x="21311" y="8197"/>
                  </a:lnTo>
                  <a:lnTo>
                    <a:pt x="18033" y="8197"/>
                  </a:lnTo>
                  <a:lnTo>
                    <a:pt x="14754" y="9836"/>
                  </a:lnTo>
                  <a:lnTo>
                    <a:pt x="11476" y="4918"/>
                  </a:lnTo>
                  <a:lnTo>
                    <a:pt x="8197" y="1639"/>
                  </a:lnTo>
                  <a:lnTo>
                    <a:pt x="4918" y="4918"/>
                  </a:lnTo>
                  <a:lnTo>
                    <a:pt x="0" y="8197"/>
                  </a:lnTo>
                  <a:lnTo>
                    <a:pt x="1639" y="13115"/>
                  </a:lnTo>
                  <a:lnTo>
                    <a:pt x="4918" y="16393"/>
                  </a:lnTo>
                  <a:lnTo>
                    <a:pt x="9836" y="16393"/>
                  </a:lnTo>
                  <a:lnTo>
                    <a:pt x="13114" y="14754"/>
                  </a:lnTo>
                  <a:lnTo>
                    <a:pt x="16393" y="16393"/>
                  </a:lnTo>
                  <a:lnTo>
                    <a:pt x="21311" y="19672"/>
                  </a:lnTo>
                  <a:lnTo>
                    <a:pt x="24590" y="18033"/>
                  </a:lnTo>
                  <a:lnTo>
                    <a:pt x="29508" y="19672"/>
                  </a:lnTo>
                  <a:lnTo>
                    <a:pt x="32787" y="22951"/>
                  </a:lnTo>
                  <a:lnTo>
                    <a:pt x="31147" y="27869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50" name="Freeform 4549">
              <a:extLst>
                <a:ext uri="{FF2B5EF4-FFF2-40B4-BE49-F238E27FC236}">
                  <a16:creationId xmlns:a16="http://schemas.microsoft.com/office/drawing/2014/main" id="{86F0912E-2838-5541-BCF2-EFD9B5A84F07}"/>
                </a:ext>
              </a:extLst>
            </p:cNvPr>
            <p:cNvSpPr/>
            <p:nvPr/>
          </p:nvSpPr>
          <p:spPr>
            <a:xfrm>
              <a:off x="7422223" y="2082119"/>
              <a:ext cx="93442" cy="106556"/>
            </a:xfrm>
            <a:custGeom>
              <a:avLst/>
              <a:gdLst>
                <a:gd name="connsiteX0" fmla="*/ 73770 w 93442"/>
                <a:gd name="connsiteY0" fmla="*/ 9836 h 106556"/>
                <a:gd name="connsiteX1" fmla="*/ 77049 w 93442"/>
                <a:gd name="connsiteY1" fmla="*/ 13115 h 106556"/>
                <a:gd name="connsiteX2" fmla="*/ 77049 w 93442"/>
                <a:gd name="connsiteY2" fmla="*/ 16393 h 106556"/>
                <a:gd name="connsiteX3" fmla="*/ 75410 w 93442"/>
                <a:gd name="connsiteY3" fmla="*/ 21311 h 106556"/>
                <a:gd name="connsiteX4" fmla="*/ 73770 w 93442"/>
                <a:gd name="connsiteY4" fmla="*/ 24590 h 106556"/>
                <a:gd name="connsiteX5" fmla="*/ 75410 w 93442"/>
                <a:gd name="connsiteY5" fmla="*/ 29508 h 106556"/>
                <a:gd name="connsiteX6" fmla="*/ 75410 w 93442"/>
                <a:gd name="connsiteY6" fmla="*/ 32787 h 106556"/>
                <a:gd name="connsiteX7" fmla="*/ 77049 w 93442"/>
                <a:gd name="connsiteY7" fmla="*/ 36065 h 106556"/>
                <a:gd name="connsiteX8" fmla="*/ 78688 w 93442"/>
                <a:gd name="connsiteY8" fmla="*/ 39344 h 106556"/>
                <a:gd name="connsiteX9" fmla="*/ 81967 w 93442"/>
                <a:gd name="connsiteY9" fmla="*/ 42623 h 106556"/>
                <a:gd name="connsiteX10" fmla="*/ 85246 w 93442"/>
                <a:gd name="connsiteY10" fmla="*/ 47541 h 106556"/>
                <a:gd name="connsiteX11" fmla="*/ 86885 w 93442"/>
                <a:gd name="connsiteY11" fmla="*/ 50820 h 106556"/>
                <a:gd name="connsiteX12" fmla="*/ 88524 w 93442"/>
                <a:gd name="connsiteY12" fmla="*/ 55737 h 106556"/>
                <a:gd name="connsiteX13" fmla="*/ 88524 w 93442"/>
                <a:gd name="connsiteY13" fmla="*/ 57377 h 106556"/>
                <a:gd name="connsiteX14" fmla="*/ 90164 w 93442"/>
                <a:gd name="connsiteY14" fmla="*/ 60655 h 106556"/>
                <a:gd name="connsiteX15" fmla="*/ 93442 w 93442"/>
                <a:gd name="connsiteY15" fmla="*/ 65573 h 106556"/>
                <a:gd name="connsiteX16" fmla="*/ 93442 w 93442"/>
                <a:gd name="connsiteY16" fmla="*/ 68852 h 106556"/>
                <a:gd name="connsiteX17" fmla="*/ 91803 w 93442"/>
                <a:gd name="connsiteY17" fmla="*/ 73770 h 106556"/>
                <a:gd name="connsiteX18" fmla="*/ 88524 w 93442"/>
                <a:gd name="connsiteY18" fmla="*/ 77049 h 106556"/>
                <a:gd name="connsiteX19" fmla="*/ 86885 w 93442"/>
                <a:gd name="connsiteY19" fmla="*/ 80327 h 106556"/>
                <a:gd name="connsiteX20" fmla="*/ 86885 w 93442"/>
                <a:gd name="connsiteY20" fmla="*/ 85245 h 106556"/>
                <a:gd name="connsiteX21" fmla="*/ 83606 w 93442"/>
                <a:gd name="connsiteY21" fmla="*/ 88524 h 106556"/>
                <a:gd name="connsiteX22" fmla="*/ 80327 w 93442"/>
                <a:gd name="connsiteY22" fmla="*/ 91803 h 106556"/>
                <a:gd name="connsiteX23" fmla="*/ 78688 w 93442"/>
                <a:gd name="connsiteY23" fmla="*/ 95082 h 106556"/>
                <a:gd name="connsiteX24" fmla="*/ 73770 w 93442"/>
                <a:gd name="connsiteY24" fmla="*/ 98360 h 106556"/>
                <a:gd name="connsiteX25" fmla="*/ 70492 w 93442"/>
                <a:gd name="connsiteY25" fmla="*/ 101639 h 106556"/>
                <a:gd name="connsiteX26" fmla="*/ 70492 w 93442"/>
                <a:gd name="connsiteY26" fmla="*/ 101639 h 106556"/>
                <a:gd name="connsiteX27" fmla="*/ 67213 w 93442"/>
                <a:gd name="connsiteY27" fmla="*/ 103278 h 106556"/>
                <a:gd name="connsiteX28" fmla="*/ 63934 w 93442"/>
                <a:gd name="connsiteY28" fmla="*/ 103278 h 106556"/>
                <a:gd name="connsiteX29" fmla="*/ 60656 w 93442"/>
                <a:gd name="connsiteY29" fmla="*/ 103278 h 106556"/>
                <a:gd name="connsiteX30" fmla="*/ 55737 w 93442"/>
                <a:gd name="connsiteY30" fmla="*/ 106557 h 106556"/>
                <a:gd name="connsiteX31" fmla="*/ 54098 w 93442"/>
                <a:gd name="connsiteY31" fmla="*/ 101639 h 106556"/>
                <a:gd name="connsiteX32" fmla="*/ 50820 w 93442"/>
                <a:gd name="connsiteY32" fmla="*/ 103278 h 106556"/>
                <a:gd name="connsiteX33" fmla="*/ 47541 w 93442"/>
                <a:gd name="connsiteY33" fmla="*/ 104917 h 106556"/>
                <a:gd name="connsiteX34" fmla="*/ 42623 w 93442"/>
                <a:gd name="connsiteY34" fmla="*/ 103278 h 106556"/>
                <a:gd name="connsiteX35" fmla="*/ 42623 w 93442"/>
                <a:gd name="connsiteY35" fmla="*/ 103278 h 106556"/>
                <a:gd name="connsiteX36" fmla="*/ 39344 w 93442"/>
                <a:gd name="connsiteY36" fmla="*/ 103278 h 106556"/>
                <a:gd name="connsiteX37" fmla="*/ 34426 w 93442"/>
                <a:gd name="connsiteY37" fmla="*/ 101639 h 106556"/>
                <a:gd name="connsiteX38" fmla="*/ 31147 w 93442"/>
                <a:gd name="connsiteY38" fmla="*/ 100000 h 106556"/>
                <a:gd name="connsiteX39" fmla="*/ 27869 w 93442"/>
                <a:gd name="connsiteY39" fmla="*/ 98360 h 106556"/>
                <a:gd name="connsiteX40" fmla="*/ 22951 w 93442"/>
                <a:gd name="connsiteY40" fmla="*/ 96721 h 106556"/>
                <a:gd name="connsiteX41" fmla="*/ 19672 w 93442"/>
                <a:gd name="connsiteY41" fmla="*/ 96721 h 106556"/>
                <a:gd name="connsiteX42" fmla="*/ 16393 w 93442"/>
                <a:gd name="connsiteY42" fmla="*/ 95082 h 106556"/>
                <a:gd name="connsiteX43" fmla="*/ 11476 w 93442"/>
                <a:gd name="connsiteY43" fmla="*/ 91803 h 106556"/>
                <a:gd name="connsiteX44" fmla="*/ 8197 w 93442"/>
                <a:gd name="connsiteY44" fmla="*/ 88524 h 106556"/>
                <a:gd name="connsiteX45" fmla="*/ 4918 w 93442"/>
                <a:gd name="connsiteY45" fmla="*/ 85245 h 106556"/>
                <a:gd name="connsiteX46" fmla="*/ 3279 w 93442"/>
                <a:gd name="connsiteY46" fmla="*/ 80327 h 106556"/>
                <a:gd name="connsiteX47" fmla="*/ 3279 w 93442"/>
                <a:gd name="connsiteY47" fmla="*/ 77049 h 106556"/>
                <a:gd name="connsiteX48" fmla="*/ 3279 w 93442"/>
                <a:gd name="connsiteY48" fmla="*/ 73770 h 106556"/>
                <a:gd name="connsiteX49" fmla="*/ 1639 w 93442"/>
                <a:gd name="connsiteY49" fmla="*/ 68852 h 106556"/>
                <a:gd name="connsiteX50" fmla="*/ 0 w 93442"/>
                <a:gd name="connsiteY50" fmla="*/ 65573 h 106556"/>
                <a:gd name="connsiteX51" fmla="*/ 0 w 93442"/>
                <a:gd name="connsiteY51" fmla="*/ 62295 h 106556"/>
                <a:gd name="connsiteX52" fmla="*/ 0 w 93442"/>
                <a:gd name="connsiteY52" fmla="*/ 57377 h 106556"/>
                <a:gd name="connsiteX53" fmla="*/ 0 w 93442"/>
                <a:gd name="connsiteY53" fmla="*/ 55737 h 106556"/>
                <a:gd name="connsiteX54" fmla="*/ 1639 w 93442"/>
                <a:gd name="connsiteY54" fmla="*/ 52459 h 106556"/>
                <a:gd name="connsiteX55" fmla="*/ 1639 w 93442"/>
                <a:gd name="connsiteY55" fmla="*/ 49180 h 106556"/>
                <a:gd name="connsiteX56" fmla="*/ 1639 w 93442"/>
                <a:gd name="connsiteY56" fmla="*/ 44262 h 106556"/>
                <a:gd name="connsiteX57" fmla="*/ 3279 w 93442"/>
                <a:gd name="connsiteY57" fmla="*/ 40983 h 106556"/>
                <a:gd name="connsiteX58" fmla="*/ 4918 w 93442"/>
                <a:gd name="connsiteY58" fmla="*/ 37705 h 106556"/>
                <a:gd name="connsiteX59" fmla="*/ 4918 w 93442"/>
                <a:gd name="connsiteY59" fmla="*/ 32787 h 106556"/>
                <a:gd name="connsiteX60" fmla="*/ 4918 w 93442"/>
                <a:gd name="connsiteY60" fmla="*/ 29508 h 106556"/>
                <a:gd name="connsiteX61" fmla="*/ 4918 w 93442"/>
                <a:gd name="connsiteY61" fmla="*/ 26229 h 106556"/>
                <a:gd name="connsiteX62" fmla="*/ 6557 w 93442"/>
                <a:gd name="connsiteY62" fmla="*/ 21311 h 106556"/>
                <a:gd name="connsiteX63" fmla="*/ 8197 w 93442"/>
                <a:gd name="connsiteY63" fmla="*/ 18033 h 106556"/>
                <a:gd name="connsiteX64" fmla="*/ 11476 w 93442"/>
                <a:gd name="connsiteY64" fmla="*/ 18033 h 106556"/>
                <a:gd name="connsiteX65" fmla="*/ 14754 w 93442"/>
                <a:gd name="connsiteY65" fmla="*/ 14754 h 106556"/>
                <a:gd name="connsiteX66" fmla="*/ 16393 w 93442"/>
                <a:gd name="connsiteY66" fmla="*/ 14754 h 106556"/>
                <a:gd name="connsiteX67" fmla="*/ 19672 w 93442"/>
                <a:gd name="connsiteY67" fmla="*/ 16393 h 106556"/>
                <a:gd name="connsiteX68" fmla="*/ 22951 w 93442"/>
                <a:gd name="connsiteY68" fmla="*/ 14754 h 106556"/>
                <a:gd name="connsiteX69" fmla="*/ 27869 w 93442"/>
                <a:gd name="connsiteY69" fmla="*/ 18033 h 106556"/>
                <a:gd name="connsiteX70" fmla="*/ 26229 w 93442"/>
                <a:gd name="connsiteY70" fmla="*/ 21311 h 106556"/>
                <a:gd name="connsiteX71" fmla="*/ 26229 w 93442"/>
                <a:gd name="connsiteY71" fmla="*/ 24590 h 106556"/>
                <a:gd name="connsiteX72" fmla="*/ 29508 w 93442"/>
                <a:gd name="connsiteY72" fmla="*/ 22951 h 106556"/>
                <a:gd name="connsiteX73" fmla="*/ 34426 w 93442"/>
                <a:gd name="connsiteY73" fmla="*/ 22951 h 106556"/>
                <a:gd name="connsiteX74" fmla="*/ 36066 w 93442"/>
                <a:gd name="connsiteY74" fmla="*/ 19672 h 106556"/>
                <a:gd name="connsiteX75" fmla="*/ 34426 w 93442"/>
                <a:gd name="connsiteY75" fmla="*/ 14754 h 106556"/>
                <a:gd name="connsiteX76" fmla="*/ 36066 w 93442"/>
                <a:gd name="connsiteY76" fmla="*/ 11475 h 106556"/>
                <a:gd name="connsiteX77" fmla="*/ 34426 w 93442"/>
                <a:gd name="connsiteY77" fmla="*/ 8197 h 106556"/>
                <a:gd name="connsiteX78" fmla="*/ 31147 w 93442"/>
                <a:gd name="connsiteY78" fmla="*/ 3279 h 106556"/>
                <a:gd name="connsiteX79" fmla="*/ 27869 w 93442"/>
                <a:gd name="connsiteY79" fmla="*/ 0 h 106556"/>
                <a:gd name="connsiteX80" fmla="*/ 32787 w 93442"/>
                <a:gd name="connsiteY80" fmla="*/ 0 h 106556"/>
                <a:gd name="connsiteX81" fmla="*/ 36066 w 93442"/>
                <a:gd name="connsiteY81" fmla="*/ 0 h 106556"/>
                <a:gd name="connsiteX82" fmla="*/ 39344 w 93442"/>
                <a:gd name="connsiteY82" fmla="*/ 3279 h 106556"/>
                <a:gd name="connsiteX83" fmla="*/ 40983 w 93442"/>
                <a:gd name="connsiteY83" fmla="*/ 8197 h 106556"/>
                <a:gd name="connsiteX84" fmla="*/ 42623 w 93442"/>
                <a:gd name="connsiteY84" fmla="*/ 11475 h 106556"/>
                <a:gd name="connsiteX85" fmla="*/ 47541 w 93442"/>
                <a:gd name="connsiteY85" fmla="*/ 8197 h 106556"/>
                <a:gd name="connsiteX86" fmla="*/ 50820 w 93442"/>
                <a:gd name="connsiteY86" fmla="*/ 6557 h 106556"/>
                <a:gd name="connsiteX87" fmla="*/ 55737 w 93442"/>
                <a:gd name="connsiteY87" fmla="*/ 8197 h 106556"/>
                <a:gd name="connsiteX88" fmla="*/ 59016 w 93442"/>
                <a:gd name="connsiteY88" fmla="*/ 8197 h 106556"/>
                <a:gd name="connsiteX89" fmla="*/ 62295 w 93442"/>
                <a:gd name="connsiteY89" fmla="*/ 8197 h 106556"/>
                <a:gd name="connsiteX90" fmla="*/ 67213 w 93442"/>
                <a:gd name="connsiteY90" fmla="*/ 9836 h 106556"/>
                <a:gd name="connsiteX91" fmla="*/ 70492 w 93442"/>
                <a:gd name="connsiteY91" fmla="*/ 11475 h 106556"/>
                <a:gd name="connsiteX92" fmla="*/ 73770 w 93442"/>
                <a:gd name="connsiteY92" fmla="*/ 9836 h 10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93442" h="106556">
                  <a:moveTo>
                    <a:pt x="73770" y="9836"/>
                  </a:moveTo>
                  <a:lnTo>
                    <a:pt x="77049" y="13115"/>
                  </a:lnTo>
                  <a:lnTo>
                    <a:pt x="77049" y="16393"/>
                  </a:lnTo>
                  <a:lnTo>
                    <a:pt x="75410" y="21311"/>
                  </a:lnTo>
                  <a:lnTo>
                    <a:pt x="73770" y="24590"/>
                  </a:lnTo>
                  <a:lnTo>
                    <a:pt x="75410" y="29508"/>
                  </a:lnTo>
                  <a:lnTo>
                    <a:pt x="75410" y="32787"/>
                  </a:lnTo>
                  <a:lnTo>
                    <a:pt x="77049" y="36065"/>
                  </a:lnTo>
                  <a:lnTo>
                    <a:pt x="78688" y="39344"/>
                  </a:lnTo>
                  <a:lnTo>
                    <a:pt x="81967" y="42623"/>
                  </a:lnTo>
                  <a:lnTo>
                    <a:pt x="85246" y="47541"/>
                  </a:lnTo>
                  <a:lnTo>
                    <a:pt x="86885" y="50820"/>
                  </a:lnTo>
                  <a:lnTo>
                    <a:pt x="88524" y="55737"/>
                  </a:lnTo>
                  <a:lnTo>
                    <a:pt x="88524" y="57377"/>
                  </a:lnTo>
                  <a:lnTo>
                    <a:pt x="90164" y="60655"/>
                  </a:lnTo>
                  <a:lnTo>
                    <a:pt x="93442" y="65573"/>
                  </a:lnTo>
                  <a:lnTo>
                    <a:pt x="93442" y="68852"/>
                  </a:lnTo>
                  <a:lnTo>
                    <a:pt x="91803" y="73770"/>
                  </a:lnTo>
                  <a:lnTo>
                    <a:pt x="88524" y="77049"/>
                  </a:lnTo>
                  <a:lnTo>
                    <a:pt x="86885" y="80327"/>
                  </a:lnTo>
                  <a:lnTo>
                    <a:pt x="86885" y="85245"/>
                  </a:lnTo>
                  <a:lnTo>
                    <a:pt x="83606" y="88524"/>
                  </a:lnTo>
                  <a:lnTo>
                    <a:pt x="80327" y="91803"/>
                  </a:lnTo>
                  <a:lnTo>
                    <a:pt x="78688" y="95082"/>
                  </a:lnTo>
                  <a:lnTo>
                    <a:pt x="73770" y="98360"/>
                  </a:lnTo>
                  <a:lnTo>
                    <a:pt x="70492" y="101639"/>
                  </a:lnTo>
                  <a:lnTo>
                    <a:pt x="70492" y="101639"/>
                  </a:lnTo>
                  <a:lnTo>
                    <a:pt x="67213" y="103278"/>
                  </a:lnTo>
                  <a:lnTo>
                    <a:pt x="63934" y="103278"/>
                  </a:lnTo>
                  <a:lnTo>
                    <a:pt x="60656" y="103278"/>
                  </a:lnTo>
                  <a:lnTo>
                    <a:pt x="55737" y="106557"/>
                  </a:lnTo>
                  <a:lnTo>
                    <a:pt x="54098" y="101639"/>
                  </a:lnTo>
                  <a:lnTo>
                    <a:pt x="50820" y="103278"/>
                  </a:lnTo>
                  <a:lnTo>
                    <a:pt x="47541" y="104917"/>
                  </a:lnTo>
                  <a:lnTo>
                    <a:pt x="42623" y="103278"/>
                  </a:lnTo>
                  <a:lnTo>
                    <a:pt x="42623" y="103278"/>
                  </a:lnTo>
                  <a:lnTo>
                    <a:pt x="39344" y="103278"/>
                  </a:lnTo>
                  <a:lnTo>
                    <a:pt x="34426" y="101639"/>
                  </a:lnTo>
                  <a:lnTo>
                    <a:pt x="31147" y="100000"/>
                  </a:lnTo>
                  <a:lnTo>
                    <a:pt x="27869" y="98360"/>
                  </a:lnTo>
                  <a:lnTo>
                    <a:pt x="22951" y="96721"/>
                  </a:lnTo>
                  <a:lnTo>
                    <a:pt x="19672" y="96721"/>
                  </a:lnTo>
                  <a:lnTo>
                    <a:pt x="16393" y="95082"/>
                  </a:lnTo>
                  <a:lnTo>
                    <a:pt x="11476" y="91803"/>
                  </a:lnTo>
                  <a:lnTo>
                    <a:pt x="8197" y="88524"/>
                  </a:lnTo>
                  <a:lnTo>
                    <a:pt x="4918" y="85245"/>
                  </a:lnTo>
                  <a:lnTo>
                    <a:pt x="3279" y="80327"/>
                  </a:lnTo>
                  <a:lnTo>
                    <a:pt x="3279" y="77049"/>
                  </a:lnTo>
                  <a:lnTo>
                    <a:pt x="3279" y="73770"/>
                  </a:lnTo>
                  <a:lnTo>
                    <a:pt x="1639" y="68852"/>
                  </a:lnTo>
                  <a:lnTo>
                    <a:pt x="0" y="65573"/>
                  </a:lnTo>
                  <a:lnTo>
                    <a:pt x="0" y="62295"/>
                  </a:lnTo>
                  <a:lnTo>
                    <a:pt x="0" y="57377"/>
                  </a:lnTo>
                  <a:lnTo>
                    <a:pt x="0" y="55737"/>
                  </a:lnTo>
                  <a:lnTo>
                    <a:pt x="1639" y="52459"/>
                  </a:lnTo>
                  <a:lnTo>
                    <a:pt x="1639" y="49180"/>
                  </a:lnTo>
                  <a:lnTo>
                    <a:pt x="1639" y="44262"/>
                  </a:lnTo>
                  <a:lnTo>
                    <a:pt x="3279" y="40983"/>
                  </a:lnTo>
                  <a:lnTo>
                    <a:pt x="4918" y="37705"/>
                  </a:lnTo>
                  <a:lnTo>
                    <a:pt x="4918" y="32787"/>
                  </a:lnTo>
                  <a:lnTo>
                    <a:pt x="4918" y="29508"/>
                  </a:lnTo>
                  <a:lnTo>
                    <a:pt x="4918" y="26229"/>
                  </a:lnTo>
                  <a:lnTo>
                    <a:pt x="6557" y="21311"/>
                  </a:lnTo>
                  <a:lnTo>
                    <a:pt x="8197" y="18033"/>
                  </a:lnTo>
                  <a:lnTo>
                    <a:pt x="11476" y="18033"/>
                  </a:lnTo>
                  <a:lnTo>
                    <a:pt x="14754" y="14754"/>
                  </a:lnTo>
                  <a:lnTo>
                    <a:pt x="16393" y="14754"/>
                  </a:lnTo>
                  <a:lnTo>
                    <a:pt x="19672" y="16393"/>
                  </a:lnTo>
                  <a:lnTo>
                    <a:pt x="22951" y="14754"/>
                  </a:lnTo>
                  <a:lnTo>
                    <a:pt x="27869" y="18033"/>
                  </a:lnTo>
                  <a:lnTo>
                    <a:pt x="26229" y="21311"/>
                  </a:lnTo>
                  <a:lnTo>
                    <a:pt x="26229" y="24590"/>
                  </a:lnTo>
                  <a:lnTo>
                    <a:pt x="29508" y="22951"/>
                  </a:lnTo>
                  <a:lnTo>
                    <a:pt x="34426" y="22951"/>
                  </a:lnTo>
                  <a:lnTo>
                    <a:pt x="36066" y="19672"/>
                  </a:lnTo>
                  <a:lnTo>
                    <a:pt x="34426" y="14754"/>
                  </a:lnTo>
                  <a:lnTo>
                    <a:pt x="36066" y="11475"/>
                  </a:lnTo>
                  <a:lnTo>
                    <a:pt x="34426" y="8197"/>
                  </a:lnTo>
                  <a:lnTo>
                    <a:pt x="31147" y="3279"/>
                  </a:lnTo>
                  <a:lnTo>
                    <a:pt x="27869" y="0"/>
                  </a:lnTo>
                  <a:lnTo>
                    <a:pt x="32787" y="0"/>
                  </a:lnTo>
                  <a:lnTo>
                    <a:pt x="36066" y="0"/>
                  </a:lnTo>
                  <a:lnTo>
                    <a:pt x="39344" y="3279"/>
                  </a:lnTo>
                  <a:lnTo>
                    <a:pt x="40983" y="8197"/>
                  </a:lnTo>
                  <a:lnTo>
                    <a:pt x="42623" y="11475"/>
                  </a:lnTo>
                  <a:lnTo>
                    <a:pt x="47541" y="8197"/>
                  </a:lnTo>
                  <a:lnTo>
                    <a:pt x="50820" y="6557"/>
                  </a:lnTo>
                  <a:lnTo>
                    <a:pt x="55737" y="8197"/>
                  </a:lnTo>
                  <a:lnTo>
                    <a:pt x="59016" y="8197"/>
                  </a:lnTo>
                  <a:lnTo>
                    <a:pt x="62295" y="8197"/>
                  </a:lnTo>
                  <a:lnTo>
                    <a:pt x="67213" y="9836"/>
                  </a:lnTo>
                  <a:lnTo>
                    <a:pt x="70492" y="11475"/>
                  </a:lnTo>
                  <a:lnTo>
                    <a:pt x="73770" y="9836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51" name="Freeform 4550">
              <a:extLst>
                <a:ext uri="{FF2B5EF4-FFF2-40B4-BE49-F238E27FC236}">
                  <a16:creationId xmlns:a16="http://schemas.microsoft.com/office/drawing/2014/main" id="{2B5DE7BC-CD4A-484B-83C2-254708C07461}"/>
                </a:ext>
              </a:extLst>
            </p:cNvPr>
            <p:cNvSpPr/>
            <p:nvPr/>
          </p:nvSpPr>
          <p:spPr>
            <a:xfrm>
              <a:off x="7936974" y="2060808"/>
              <a:ext cx="185244" cy="80327"/>
            </a:xfrm>
            <a:custGeom>
              <a:avLst/>
              <a:gdLst>
                <a:gd name="connsiteX0" fmla="*/ 32787 w 185244"/>
                <a:gd name="connsiteY0" fmla="*/ 78688 h 80327"/>
                <a:gd name="connsiteX1" fmla="*/ 31148 w 185244"/>
                <a:gd name="connsiteY1" fmla="*/ 80328 h 80327"/>
                <a:gd name="connsiteX2" fmla="*/ 31148 w 185244"/>
                <a:gd name="connsiteY2" fmla="*/ 80328 h 80327"/>
                <a:gd name="connsiteX3" fmla="*/ 27869 w 185244"/>
                <a:gd name="connsiteY3" fmla="*/ 78688 h 80327"/>
                <a:gd name="connsiteX4" fmla="*/ 27869 w 185244"/>
                <a:gd name="connsiteY4" fmla="*/ 75410 h 80327"/>
                <a:gd name="connsiteX5" fmla="*/ 26229 w 185244"/>
                <a:gd name="connsiteY5" fmla="*/ 72131 h 80327"/>
                <a:gd name="connsiteX6" fmla="*/ 22951 w 185244"/>
                <a:gd name="connsiteY6" fmla="*/ 68852 h 80327"/>
                <a:gd name="connsiteX7" fmla="*/ 19672 w 185244"/>
                <a:gd name="connsiteY7" fmla="*/ 67213 h 80327"/>
                <a:gd name="connsiteX8" fmla="*/ 16393 w 185244"/>
                <a:gd name="connsiteY8" fmla="*/ 63934 h 80327"/>
                <a:gd name="connsiteX9" fmla="*/ 11476 w 185244"/>
                <a:gd name="connsiteY9" fmla="*/ 60655 h 80327"/>
                <a:gd name="connsiteX10" fmla="*/ 8197 w 185244"/>
                <a:gd name="connsiteY10" fmla="*/ 57377 h 80327"/>
                <a:gd name="connsiteX11" fmla="*/ 4918 w 185244"/>
                <a:gd name="connsiteY11" fmla="*/ 54098 h 80327"/>
                <a:gd name="connsiteX12" fmla="*/ 1639 w 185244"/>
                <a:gd name="connsiteY12" fmla="*/ 54098 h 80327"/>
                <a:gd name="connsiteX13" fmla="*/ 0 w 185244"/>
                <a:gd name="connsiteY13" fmla="*/ 50820 h 80327"/>
                <a:gd name="connsiteX14" fmla="*/ 3279 w 185244"/>
                <a:gd name="connsiteY14" fmla="*/ 45901 h 80327"/>
                <a:gd name="connsiteX15" fmla="*/ 0 w 185244"/>
                <a:gd name="connsiteY15" fmla="*/ 42623 h 80327"/>
                <a:gd name="connsiteX16" fmla="*/ 3279 w 185244"/>
                <a:gd name="connsiteY16" fmla="*/ 42623 h 80327"/>
                <a:gd name="connsiteX17" fmla="*/ 3279 w 185244"/>
                <a:gd name="connsiteY17" fmla="*/ 39344 h 80327"/>
                <a:gd name="connsiteX18" fmla="*/ 6558 w 185244"/>
                <a:gd name="connsiteY18" fmla="*/ 36065 h 80327"/>
                <a:gd name="connsiteX19" fmla="*/ 4918 w 185244"/>
                <a:gd name="connsiteY19" fmla="*/ 34426 h 80327"/>
                <a:gd name="connsiteX20" fmla="*/ 3279 w 185244"/>
                <a:gd name="connsiteY20" fmla="*/ 34426 h 80327"/>
                <a:gd name="connsiteX21" fmla="*/ 0 w 185244"/>
                <a:gd name="connsiteY21" fmla="*/ 29508 h 80327"/>
                <a:gd name="connsiteX22" fmla="*/ 0 w 185244"/>
                <a:gd name="connsiteY22" fmla="*/ 29508 h 80327"/>
                <a:gd name="connsiteX23" fmla="*/ 1639 w 185244"/>
                <a:gd name="connsiteY23" fmla="*/ 27869 h 80327"/>
                <a:gd name="connsiteX24" fmla="*/ 4918 w 185244"/>
                <a:gd name="connsiteY24" fmla="*/ 27869 h 80327"/>
                <a:gd name="connsiteX25" fmla="*/ 8197 w 185244"/>
                <a:gd name="connsiteY25" fmla="*/ 26229 h 80327"/>
                <a:gd name="connsiteX26" fmla="*/ 13115 w 185244"/>
                <a:gd name="connsiteY26" fmla="*/ 26229 h 80327"/>
                <a:gd name="connsiteX27" fmla="*/ 9836 w 185244"/>
                <a:gd name="connsiteY27" fmla="*/ 22951 h 80327"/>
                <a:gd name="connsiteX28" fmla="*/ 11476 w 185244"/>
                <a:gd name="connsiteY28" fmla="*/ 18033 h 80327"/>
                <a:gd name="connsiteX29" fmla="*/ 14754 w 185244"/>
                <a:gd name="connsiteY29" fmla="*/ 16393 h 80327"/>
                <a:gd name="connsiteX30" fmla="*/ 18033 w 185244"/>
                <a:gd name="connsiteY30" fmla="*/ 14754 h 80327"/>
                <a:gd name="connsiteX31" fmla="*/ 21312 w 185244"/>
                <a:gd name="connsiteY31" fmla="*/ 11475 h 80327"/>
                <a:gd name="connsiteX32" fmla="*/ 24590 w 185244"/>
                <a:gd name="connsiteY32" fmla="*/ 9836 h 80327"/>
                <a:gd name="connsiteX33" fmla="*/ 24590 w 185244"/>
                <a:gd name="connsiteY33" fmla="*/ 6557 h 80327"/>
                <a:gd name="connsiteX34" fmla="*/ 26229 w 185244"/>
                <a:gd name="connsiteY34" fmla="*/ 1639 h 80327"/>
                <a:gd name="connsiteX35" fmla="*/ 29508 w 185244"/>
                <a:gd name="connsiteY35" fmla="*/ 1639 h 80327"/>
                <a:gd name="connsiteX36" fmla="*/ 32787 w 185244"/>
                <a:gd name="connsiteY36" fmla="*/ 1639 h 80327"/>
                <a:gd name="connsiteX37" fmla="*/ 37705 w 185244"/>
                <a:gd name="connsiteY37" fmla="*/ 0 h 80327"/>
                <a:gd name="connsiteX38" fmla="*/ 39344 w 185244"/>
                <a:gd name="connsiteY38" fmla="*/ 1639 h 80327"/>
                <a:gd name="connsiteX39" fmla="*/ 39344 w 185244"/>
                <a:gd name="connsiteY39" fmla="*/ 1639 h 80327"/>
                <a:gd name="connsiteX40" fmla="*/ 42623 w 185244"/>
                <a:gd name="connsiteY40" fmla="*/ 1639 h 80327"/>
                <a:gd name="connsiteX41" fmla="*/ 47541 w 185244"/>
                <a:gd name="connsiteY41" fmla="*/ 3279 h 80327"/>
                <a:gd name="connsiteX42" fmla="*/ 50820 w 185244"/>
                <a:gd name="connsiteY42" fmla="*/ 4918 h 80327"/>
                <a:gd name="connsiteX43" fmla="*/ 54098 w 185244"/>
                <a:gd name="connsiteY43" fmla="*/ 4918 h 80327"/>
                <a:gd name="connsiteX44" fmla="*/ 59016 w 185244"/>
                <a:gd name="connsiteY44" fmla="*/ 3279 h 80327"/>
                <a:gd name="connsiteX45" fmla="*/ 62295 w 185244"/>
                <a:gd name="connsiteY45" fmla="*/ 1639 h 80327"/>
                <a:gd name="connsiteX46" fmla="*/ 65573 w 185244"/>
                <a:gd name="connsiteY46" fmla="*/ 1639 h 80327"/>
                <a:gd name="connsiteX47" fmla="*/ 70492 w 185244"/>
                <a:gd name="connsiteY47" fmla="*/ 0 h 80327"/>
                <a:gd name="connsiteX48" fmla="*/ 73770 w 185244"/>
                <a:gd name="connsiteY48" fmla="*/ 1639 h 80327"/>
                <a:gd name="connsiteX49" fmla="*/ 77049 w 185244"/>
                <a:gd name="connsiteY49" fmla="*/ 0 h 80327"/>
                <a:gd name="connsiteX50" fmla="*/ 81967 w 185244"/>
                <a:gd name="connsiteY50" fmla="*/ 1639 h 80327"/>
                <a:gd name="connsiteX51" fmla="*/ 85246 w 185244"/>
                <a:gd name="connsiteY51" fmla="*/ 3279 h 80327"/>
                <a:gd name="connsiteX52" fmla="*/ 86885 w 185244"/>
                <a:gd name="connsiteY52" fmla="*/ 8197 h 80327"/>
                <a:gd name="connsiteX53" fmla="*/ 88525 w 185244"/>
                <a:gd name="connsiteY53" fmla="*/ 8197 h 80327"/>
                <a:gd name="connsiteX54" fmla="*/ 91803 w 185244"/>
                <a:gd name="connsiteY54" fmla="*/ 8197 h 80327"/>
                <a:gd name="connsiteX55" fmla="*/ 95082 w 185244"/>
                <a:gd name="connsiteY55" fmla="*/ 6557 h 80327"/>
                <a:gd name="connsiteX56" fmla="*/ 100000 w 185244"/>
                <a:gd name="connsiteY56" fmla="*/ 8197 h 80327"/>
                <a:gd name="connsiteX57" fmla="*/ 103279 w 185244"/>
                <a:gd name="connsiteY57" fmla="*/ 9836 h 80327"/>
                <a:gd name="connsiteX58" fmla="*/ 106557 w 185244"/>
                <a:gd name="connsiteY58" fmla="*/ 9836 h 80327"/>
                <a:gd name="connsiteX59" fmla="*/ 103279 w 185244"/>
                <a:gd name="connsiteY59" fmla="*/ 6557 h 80327"/>
                <a:gd name="connsiteX60" fmla="*/ 108196 w 185244"/>
                <a:gd name="connsiteY60" fmla="*/ 8197 h 80327"/>
                <a:gd name="connsiteX61" fmla="*/ 111475 w 185244"/>
                <a:gd name="connsiteY61" fmla="*/ 8197 h 80327"/>
                <a:gd name="connsiteX62" fmla="*/ 114754 w 185244"/>
                <a:gd name="connsiteY62" fmla="*/ 11475 h 80327"/>
                <a:gd name="connsiteX63" fmla="*/ 119672 w 185244"/>
                <a:gd name="connsiteY63" fmla="*/ 9836 h 80327"/>
                <a:gd name="connsiteX64" fmla="*/ 122950 w 185244"/>
                <a:gd name="connsiteY64" fmla="*/ 8197 h 80327"/>
                <a:gd name="connsiteX65" fmla="*/ 126229 w 185244"/>
                <a:gd name="connsiteY65" fmla="*/ 8197 h 80327"/>
                <a:gd name="connsiteX66" fmla="*/ 126229 w 185244"/>
                <a:gd name="connsiteY66" fmla="*/ 8197 h 80327"/>
                <a:gd name="connsiteX67" fmla="*/ 131147 w 185244"/>
                <a:gd name="connsiteY67" fmla="*/ 6557 h 80327"/>
                <a:gd name="connsiteX68" fmla="*/ 134426 w 185244"/>
                <a:gd name="connsiteY68" fmla="*/ 8197 h 80327"/>
                <a:gd name="connsiteX69" fmla="*/ 137705 w 185244"/>
                <a:gd name="connsiteY69" fmla="*/ 8197 h 80327"/>
                <a:gd name="connsiteX70" fmla="*/ 142623 w 185244"/>
                <a:gd name="connsiteY70" fmla="*/ 8197 h 80327"/>
                <a:gd name="connsiteX71" fmla="*/ 145901 w 185244"/>
                <a:gd name="connsiteY71" fmla="*/ 9836 h 80327"/>
                <a:gd name="connsiteX72" fmla="*/ 149180 w 185244"/>
                <a:gd name="connsiteY72" fmla="*/ 9836 h 80327"/>
                <a:gd name="connsiteX73" fmla="*/ 152458 w 185244"/>
                <a:gd name="connsiteY73" fmla="*/ 13115 h 80327"/>
                <a:gd name="connsiteX74" fmla="*/ 157377 w 185244"/>
                <a:gd name="connsiteY74" fmla="*/ 14754 h 80327"/>
                <a:gd name="connsiteX75" fmla="*/ 155737 w 185244"/>
                <a:gd name="connsiteY75" fmla="*/ 11475 h 80327"/>
                <a:gd name="connsiteX76" fmla="*/ 155737 w 185244"/>
                <a:gd name="connsiteY76" fmla="*/ 6557 h 80327"/>
                <a:gd name="connsiteX77" fmla="*/ 160655 w 185244"/>
                <a:gd name="connsiteY77" fmla="*/ 6557 h 80327"/>
                <a:gd name="connsiteX78" fmla="*/ 162295 w 185244"/>
                <a:gd name="connsiteY78" fmla="*/ 3279 h 80327"/>
                <a:gd name="connsiteX79" fmla="*/ 167213 w 185244"/>
                <a:gd name="connsiteY79" fmla="*/ 4918 h 80327"/>
                <a:gd name="connsiteX80" fmla="*/ 170491 w 185244"/>
                <a:gd name="connsiteY80" fmla="*/ 6557 h 80327"/>
                <a:gd name="connsiteX81" fmla="*/ 173770 w 185244"/>
                <a:gd name="connsiteY81" fmla="*/ 8197 h 80327"/>
                <a:gd name="connsiteX82" fmla="*/ 170491 w 185244"/>
                <a:gd name="connsiteY82" fmla="*/ 4918 h 80327"/>
                <a:gd name="connsiteX83" fmla="*/ 167213 w 185244"/>
                <a:gd name="connsiteY83" fmla="*/ 1639 h 80327"/>
                <a:gd name="connsiteX84" fmla="*/ 172130 w 185244"/>
                <a:gd name="connsiteY84" fmla="*/ 1639 h 80327"/>
                <a:gd name="connsiteX85" fmla="*/ 175409 w 185244"/>
                <a:gd name="connsiteY85" fmla="*/ 0 h 80327"/>
                <a:gd name="connsiteX86" fmla="*/ 178688 w 185244"/>
                <a:gd name="connsiteY86" fmla="*/ 0 h 80327"/>
                <a:gd name="connsiteX87" fmla="*/ 183606 w 185244"/>
                <a:gd name="connsiteY87" fmla="*/ 3279 h 80327"/>
                <a:gd name="connsiteX88" fmla="*/ 185245 w 185244"/>
                <a:gd name="connsiteY88" fmla="*/ 8197 h 80327"/>
                <a:gd name="connsiteX89" fmla="*/ 185245 w 185244"/>
                <a:gd name="connsiteY89" fmla="*/ 9836 h 80327"/>
                <a:gd name="connsiteX90" fmla="*/ 181967 w 185244"/>
                <a:gd name="connsiteY90" fmla="*/ 9836 h 80327"/>
                <a:gd name="connsiteX91" fmla="*/ 180327 w 185244"/>
                <a:gd name="connsiteY91" fmla="*/ 11475 h 80327"/>
                <a:gd name="connsiteX92" fmla="*/ 181967 w 185244"/>
                <a:gd name="connsiteY92" fmla="*/ 14754 h 80327"/>
                <a:gd name="connsiteX93" fmla="*/ 180327 w 185244"/>
                <a:gd name="connsiteY93" fmla="*/ 18033 h 80327"/>
                <a:gd name="connsiteX94" fmla="*/ 177048 w 185244"/>
                <a:gd name="connsiteY94" fmla="*/ 19672 h 80327"/>
                <a:gd name="connsiteX95" fmla="*/ 172130 w 185244"/>
                <a:gd name="connsiteY95" fmla="*/ 19672 h 80327"/>
                <a:gd name="connsiteX96" fmla="*/ 168851 w 185244"/>
                <a:gd name="connsiteY96" fmla="*/ 19672 h 80327"/>
                <a:gd name="connsiteX97" fmla="*/ 165574 w 185244"/>
                <a:gd name="connsiteY97" fmla="*/ 18033 h 80327"/>
                <a:gd name="connsiteX98" fmla="*/ 160655 w 185244"/>
                <a:gd name="connsiteY98" fmla="*/ 19672 h 80327"/>
                <a:gd name="connsiteX99" fmla="*/ 162295 w 185244"/>
                <a:gd name="connsiteY99" fmla="*/ 22951 h 80327"/>
                <a:gd name="connsiteX100" fmla="*/ 159016 w 185244"/>
                <a:gd name="connsiteY100" fmla="*/ 19672 h 80327"/>
                <a:gd name="connsiteX101" fmla="*/ 155737 w 185244"/>
                <a:gd name="connsiteY101" fmla="*/ 21311 h 80327"/>
                <a:gd name="connsiteX102" fmla="*/ 154098 w 185244"/>
                <a:gd name="connsiteY102" fmla="*/ 21311 h 80327"/>
                <a:gd name="connsiteX103" fmla="*/ 149180 w 185244"/>
                <a:gd name="connsiteY103" fmla="*/ 21311 h 80327"/>
                <a:gd name="connsiteX104" fmla="*/ 145901 w 185244"/>
                <a:gd name="connsiteY104" fmla="*/ 19672 h 80327"/>
                <a:gd name="connsiteX105" fmla="*/ 142623 w 185244"/>
                <a:gd name="connsiteY105" fmla="*/ 18033 h 80327"/>
                <a:gd name="connsiteX106" fmla="*/ 139344 w 185244"/>
                <a:gd name="connsiteY106" fmla="*/ 18033 h 80327"/>
                <a:gd name="connsiteX107" fmla="*/ 134426 w 185244"/>
                <a:gd name="connsiteY107" fmla="*/ 18033 h 80327"/>
                <a:gd name="connsiteX108" fmla="*/ 131147 w 185244"/>
                <a:gd name="connsiteY108" fmla="*/ 16393 h 80327"/>
                <a:gd name="connsiteX109" fmla="*/ 127868 w 185244"/>
                <a:gd name="connsiteY109" fmla="*/ 14754 h 80327"/>
                <a:gd name="connsiteX110" fmla="*/ 122950 w 185244"/>
                <a:gd name="connsiteY110" fmla="*/ 14754 h 80327"/>
                <a:gd name="connsiteX111" fmla="*/ 119672 w 185244"/>
                <a:gd name="connsiteY111" fmla="*/ 16393 h 80327"/>
                <a:gd name="connsiteX112" fmla="*/ 116393 w 185244"/>
                <a:gd name="connsiteY112" fmla="*/ 14754 h 80327"/>
                <a:gd name="connsiteX113" fmla="*/ 113115 w 185244"/>
                <a:gd name="connsiteY113" fmla="*/ 16393 h 80327"/>
                <a:gd name="connsiteX114" fmla="*/ 109836 w 185244"/>
                <a:gd name="connsiteY114" fmla="*/ 14754 h 80327"/>
                <a:gd name="connsiteX115" fmla="*/ 106557 w 185244"/>
                <a:gd name="connsiteY115" fmla="*/ 14754 h 80327"/>
                <a:gd name="connsiteX116" fmla="*/ 103279 w 185244"/>
                <a:gd name="connsiteY116" fmla="*/ 13115 h 80327"/>
                <a:gd name="connsiteX117" fmla="*/ 98360 w 185244"/>
                <a:gd name="connsiteY117" fmla="*/ 13115 h 80327"/>
                <a:gd name="connsiteX118" fmla="*/ 95082 w 185244"/>
                <a:gd name="connsiteY118" fmla="*/ 13115 h 80327"/>
                <a:gd name="connsiteX119" fmla="*/ 91803 w 185244"/>
                <a:gd name="connsiteY119" fmla="*/ 11475 h 80327"/>
                <a:gd name="connsiteX120" fmla="*/ 86885 w 185244"/>
                <a:gd name="connsiteY120" fmla="*/ 11475 h 80327"/>
                <a:gd name="connsiteX121" fmla="*/ 83606 w 185244"/>
                <a:gd name="connsiteY121" fmla="*/ 13115 h 80327"/>
                <a:gd name="connsiteX122" fmla="*/ 80328 w 185244"/>
                <a:gd name="connsiteY122" fmla="*/ 13115 h 80327"/>
                <a:gd name="connsiteX123" fmla="*/ 77049 w 185244"/>
                <a:gd name="connsiteY123" fmla="*/ 13115 h 80327"/>
                <a:gd name="connsiteX124" fmla="*/ 73770 w 185244"/>
                <a:gd name="connsiteY124" fmla="*/ 13115 h 80327"/>
                <a:gd name="connsiteX125" fmla="*/ 68852 w 185244"/>
                <a:gd name="connsiteY125" fmla="*/ 13115 h 80327"/>
                <a:gd name="connsiteX126" fmla="*/ 65573 w 185244"/>
                <a:gd name="connsiteY126" fmla="*/ 14754 h 80327"/>
                <a:gd name="connsiteX127" fmla="*/ 62295 w 185244"/>
                <a:gd name="connsiteY127" fmla="*/ 13115 h 80327"/>
                <a:gd name="connsiteX128" fmla="*/ 57377 w 185244"/>
                <a:gd name="connsiteY128" fmla="*/ 9836 h 80327"/>
                <a:gd name="connsiteX129" fmla="*/ 59016 w 185244"/>
                <a:gd name="connsiteY129" fmla="*/ 6557 h 80327"/>
                <a:gd name="connsiteX130" fmla="*/ 55738 w 185244"/>
                <a:gd name="connsiteY130" fmla="*/ 8197 h 80327"/>
                <a:gd name="connsiteX131" fmla="*/ 57377 w 185244"/>
                <a:gd name="connsiteY131" fmla="*/ 11475 h 80327"/>
                <a:gd name="connsiteX132" fmla="*/ 55738 w 185244"/>
                <a:gd name="connsiteY132" fmla="*/ 14754 h 80327"/>
                <a:gd name="connsiteX133" fmla="*/ 50820 w 185244"/>
                <a:gd name="connsiteY133" fmla="*/ 14754 h 80327"/>
                <a:gd name="connsiteX134" fmla="*/ 49180 w 185244"/>
                <a:gd name="connsiteY134" fmla="*/ 18033 h 80327"/>
                <a:gd name="connsiteX135" fmla="*/ 45902 w 185244"/>
                <a:gd name="connsiteY135" fmla="*/ 14754 h 80327"/>
                <a:gd name="connsiteX136" fmla="*/ 44262 w 185244"/>
                <a:gd name="connsiteY136" fmla="*/ 19672 h 80327"/>
                <a:gd name="connsiteX137" fmla="*/ 44262 w 185244"/>
                <a:gd name="connsiteY137" fmla="*/ 19672 h 80327"/>
                <a:gd name="connsiteX138" fmla="*/ 39344 w 185244"/>
                <a:gd name="connsiteY138" fmla="*/ 21311 h 80327"/>
                <a:gd name="connsiteX139" fmla="*/ 40983 w 185244"/>
                <a:gd name="connsiteY139" fmla="*/ 24590 h 80327"/>
                <a:gd name="connsiteX140" fmla="*/ 39344 w 185244"/>
                <a:gd name="connsiteY140" fmla="*/ 27869 h 80327"/>
                <a:gd name="connsiteX141" fmla="*/ 39344 w 185244"/>
                <a:gd name="connsiteY141" fmla="*/ 32787 h 80327"/>
                <a:gd name="connsiteX142" fmla="*/ 36066 w 185244"/>
                <a:gd name="connsiteY142" fmla="*/ 34426 h 80327"/>
                <a:gd name="connsiteX143" fmla="*/ 31148 w 185244"/>
                <a:gd name="connsiteY143" fmla="*/ 36065 h 80327"/>
                <a:gd name="connsiteX144" fmla="*/ 27869 w 185244"/>
                <a:gd name="connsiteY144" fmla="*/ 34426 h 80327"/>
                <a:gd name="connsiteX145" fmla="*/ 24590 w 185244"/>
                <a:gd name="connsiteY145" fmla="*/ 37705 h 80327"/>
                <a:gd name="connsiteX146" fmla="*/ 26229 w 185244"/>
                <a:gd name="connsiteY146" fmla="*/ 42623 h 80327"/>
                <a:gd name="connsiteX147" fmla="*/ 26229 w 185244"/>
                <a:gd name="connsiteY147" fmla="*/ 45901 h 80327"/>
                <a:gd name="connsiteX148" fmla="*/ 27869 w 185244"/>
                <a:gd name="connsiteY148" fmla="*/ 49180 h 80327"/>
                <a:gd name="connsiteX149" fmla="*/ 27869 w 185244"/>
                <a:gd name="connsiteY149" fmla="*/ 54098 h 80327"/>
                <a:gd name="connsiteX150" fmla="*/ 24590 w 185244"/>
                <a:gd name="connsiteY150" fmla="*/ 55738 h 80327"/>
                <a:gd name="connsiteX151" fmla="*/ 26229 w 185244"/>
                <a:gd name="connsiteY151" fmla="*/ 60655 h 80327"/>
                <a:gd name="connsiteX152" fmla="*/ 26229 w 185244"/>
                <a:gd name="connsiteY152" fmla="*/ 63934 h 80327"/>
                <a:gd name="connsiteX153" fmla="*/ 29508 w 185244"/>
                <a:gd name="connsiteY153" fmla="*/ 63934 h 80327"/>
                <a:gd name="connsiteX154" fmla="*/ 29508 w 185244"/>
                <a:gd name="connsiteY154" fmla="*/ 67213 h 80327"/>
                <a:gd name="connsiteX155" fmla="*/ 31148 w 185244"/>
                <a:gd name="connsiteY155" fmla="*/ 70492 h 80327"/>
                <a:gd name="connsiteX156" fmla="*/ 32787 w 185244"/>
                <a:gd name="connsiteY156" fmla="*/ 75410 h 80327"/>
                <a:gd name="connsiteX157" fmla="*/ 32787 w 185244"/>
                <a:gd name="connsiteY157" fmla="*/ 78688 h 80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</a:cxnLst>
              <a:rect l="l" t="t" r="r" b="b"/>
              <a:pathLst>
                <a:path w="185244" h="80327">
                  <a:moveTo>
                    <a:pt x="32787" y="78688"/>
                  </a:moveTo>
                  <a:lnTo>
                    <a:pt x="31148" y="80328"/>
                  </a:lnTo>
                  <a:lnTo>
                    <a:pt x="31148" y="80328"/>
                  </a:lnTo>
                  <a:lnTo>
                    <a:pt x="27869" y="78688"/>
                  </a:lnTo>
                  <a:lnTo>
                    <a:pt x="27869" y="75410"/>
                  </a:lnTo>
                  <a:lnTo>
                    <a:pt x="26229" y="72131"/>
                  </a:lnTo>
                  <a:lnTo>
                    <a:pt x="22951" y="68852"/>
                  </a:lnTo>
                  <a:lnTo>
                    <a:pt x="19672" y="67213"/>
                  </a:lnTo>
                  <a:lnTo>
                    <a:pt x="16393" y="63934"/>
                  </a:lnTo>
                  <a:lnTo>
                    <a:pt x="11476" y="60655"/>
                  </a:lnTo>
                  <a:lnTo>
                    <a:pt x="8197" y="57377"/>
                  </a:lnTo>
                  <a:lnTo>
                    <a:pt x="4918" y="54098"/>
                  </a:lnTo>
                  <a:lnTo>
                    <a:pt x="1639" y="54098"/>
                  </a:lnTo>
                  <a:lnTo>
                    <a:pt x="0" y="50820"/>
                  </a:lnTo>
                  <a:lnTo>
                    <a:pt x="3279" y="45901"/>
                  </a:lnTo>
                  <a:lnTo>
                    <a:pt x="0" y="42623"/>
                  </a:lnTo>
                  <a:lnTo>
                    <a:pt x="3279" y="42623"/>
                  </a:lnTo>
                  <a:lnTo>
                    <a:pt x="3279" y="39344"/>
                  </a:lnTo>
                  <a:lnTo>
                    <a:pt x="6558" y="36065"/>
                  </a:lnTo>
                  <a:lnTo>
                    <a:pt x="4918" y="34426"/>
                  </a:lnTo>
                  <a:lnTo>
                    <a:pt x="3279" y="34426"/>
                  </a:lnTo>
                  <a:lnTo>
                    <a:pt x="0" y="29508"/>
                  </a:lnTo>
                  <a:lnTo>
                    <a:pt x="0" y="29508"/>
                  </a:lnTo>
                  <a:lnTo>
                    <a:pt x="1639" y="27869"/>
                  </a:lnTo>
                  <a:lnTo>
                    <a:pt x="4918" y="27869"/>
                  </a:lnTo>
                  <a:lnTo>
                    <a:pt x="8197" y="26229"/>
                  </a:lnTo>
                  <a:lnTo>
                    <a:pt x="13115" y="26229"/>
                  </a:lnTo>
                  <a:lnTo>
                    <a:pt x="9836" y="22951"/>
                  </a:lnTo>
                  <a:lnTo>
                    <a:pt x="11476" y="18033"/>
                  </a:lnTo>
                  <a:lnTo>
                    <a:pt x="14754" y="16393"/>
                  </a:lnTo>
                  <a:lnTo>
                    <a:pt x="18033" y="14754"/>
                  </a:lnTo>
                  <a:lnTo>
                    <a:pt x="21312" y="11475"/>
                  </a:lnTo>
                  <a:lnTo>
                    <a:pt x="24590" y="9836"/>
                  </a:lnTo>
                  <a:lnTo>
                    <a:pt x="24590" y="6557"/>
                  </a:lnTo>
                  <a:lnTo>
                    <a:pt x="26229" y="1639"/>
                  </a:lnTo>
                  <a:lnTo>
                    <a:pt x="29508" y="1639"/>
                  </a:lnTo>
                  <a:lnTo>
                    <a:pt x="32787" y="1639"/>
                  </a:lnTo>
                  <a:lnTo>
                    <a:pt x="37705" y="0"/>
                  </a:lnTo>
                  <a:lnTo>
                    <a:pt x="39344" y="1639"/>
                  </a:lnTo>
                  <a:lnTo>
                    <a:pt x="39344" y="1639"/>
                  </a:lnTo>
                  <a:lnTo>
                    <a:pt x="42623" y="1639"/>
                  </a:lnTo>
                  <a:lnTo>
                    <a:pt x="47541" y="3279"/>
                  </a:lnTo>
                  <a:lnTo>
                    <a:pt x="50820" y="4918"/>
                  </a:lnTo>
                  <a:lnTo>
                    <a:pt x="54098" y="4918"/>
                  </a:lnTo>
                  <a:lnTo>
                    <a:pt x="59016" y="3279"/>
                  </a:lnTo>
                  <a:lnTo>
                    <a:pt x="62295" y="1639"/>
                  </a:lnTo>
                  <a:lnTo>
                    <a:pt x="65573" y="1639"/>
                  </a:lnTo>
                  <a:lnTo>
                    <a:pt x="70492" y="0"/>
                  </a:lnTo>
                  <a:lnTo>
                    <a:pt x="73770" y="1639"/>
                  </a:lnTo>
                  <a:lnTo>
                    <a:pt x="77049" y="0"/>
                  </a:lnTo>
                  <a:lnTo>
                    <a:pt x="81967" y="1639"/>
                  </a:lnTo>
                  <a:lnTo>
                    <a:pt x="85246" y="3279"/>
                  </a:lnTo>
                  <a:lnTo>
                    <a:pt x="86885" y="8197"/>
                  </a:lnTo>
                  <a:lnTo>
                    <a:pt x="88525" y="8197"/>
                  </a:lnTo>
                  <a:lnTo>
                    <a:pt x="91803" y="8197"/>
                  </a:lnTo>
                  <a:lnTo>
                    <a:pt x="95082" y="6557"/>
                  </a:lnTo>
                  <a:lnTo>
                    <a:pt x="100000" y="8197"/>
                  </a:lnTo>
                  <a:lnTo>
                    <a:pt x="103279" y="9836"/>
                  </a:lnTo>
                  <a:lnTo>
                    <a:pt x="106557" y="9836"/>
                  </a:lnTo>
                  <a:lnTo>
                    <a:pt x="103279" y="6557"/>
                  </a:lnTo>
                  <a:lnTo>
                    <a:pt x="108196" y="8197"/>
                  </a:lnTo>
                  <a:lnTo>
                    <a:pt x="111475" y="8197"/>
                  </a:lnTo>
                  <a:lnTo>
                    <a:pt x="114754" y="11475"/>
                  </a:lnTo>
                  <a:lnTo>
                    <a:pt x="119672" y="9836"/>
                  </a:lnTo>
                  <a:lnTo>
                    <a:pt x="122950" y="8197"/>
                  </a:lnTo>
                  <a:lnTo>
                    <a:pt x="126229" y="8197"/>
                  </a:lnTo>
                  <a:lnTo>
                    <a:pt x="126229" y="8197"/>
                  </a:lnTo>
                  <a:lnTo>
                    <a:pt x="131147" y="6557"/>
                  </a:lnTo>
                  <a:lnTo>
                    <a:pt x="134426" y="8197"/>
                  </a:lnTo>
                  <a:lnTo>
                    <a:pt x="137705" y="8197"/>
                  </a:lnTo>
                  <a:lnTo>
                    <a:pt x="142623" y="8197"/>
                  </a:lnTo>
                  <a:lnTo>
                    <a:pt x="145901" y="9836"/>
                  </a:lnTo>
                  <a:lnTo>
                    <a:pt x="149180" y="9836"/>
                  </a:lnTo>
                  <a:lnTo>
                    <a:pt x="152458" y="13115"/>
                  </a:lnTo>
                  <a:lnTo>
                    <a:pt x="157377" y="14754"/>
                  </a:lnTo>
                  <a:lnTo>
                    <a:pt x="155737" y="11475"/>
                  </a:lnTo>
                  <a:lnTo>
                    <a:pt x="155737" y="6557"/>
                  </a:lnTo>
                  <a:lnTo>
                    <a:pt x="160655" y="6557"/>
                  </a:lnTo>
                  <a:lnTo>
                    <a:pt x="162295" y="3279"/>
                  </a:lnTo>
                  <a:lnTo>
                    <a:pt x="167213" y="4918"/>
                  </a:lnTo>
                  <a:lnTo>
                    <a:pt x="170491" y="6557"/>
                  </a:lnTo>
                  <a:lnTo>
                    <a:pt x="173770" y="8197"/>
                  </a:lnTo>
                  <a:lnTo>
                    <a:pt x="170491" y="4918"/>
                  </a:lnTo>
                  <a:lnTo>
                    <a:pt x="167213" y="1639"/>
                  </a:lnTo>
                  <a:lnTo>
                    <a:pt x="172130" y="1639"/>
                  </a:lnTo>
                  <a:lnTo>
                    <a:pt x="175409" y="0"/>
                  </a:lnTo>
                  <a:lnTo>
                    <a:pt x="178688" y="0"/>
                  </a:lnTo>
                  <a:lnTo>
                    <a:pt x="183606" y="3279"/>
                  </a:lnTo>
                  <a:lnTo>
                    <a:pt x="185245" y="8197"/>
                  </a:lnTo>
                  <a:lnTo>
                    <a:pt x="185245" y="9836"/>
                  </a:lnTo>
                  <a:lnTo>
                    <a:pt x="181967" y="9836"/>
                  </a:lnTo>
                  <a:lnTo>
                    <a:pt x="180327" y="11475"/>
                  </a:lnTo>
                  <a:lnTo>
                    <a:pt x="181967" y="14754"/>
                  </a:lnTo>
                  <a:lnTo>
                    <a:pt x="180327" y="18033"/>
                  </a:lnTo>
                  <a:lnTo>
                    <a:pt x="177048" y="19672"/>
                  </a:lnTo>
                  <a:lnTo>
                    <a:pt x="172130" y="19672"/>
                  </a:lnTo>
                  <a:lnTo>
                    <a:pt x="168851" y="19672"/>
                  </a:lnTo>
                  <a:lnTo>
                    <a:pt x="165574" y="18033"/>
                  </a:lnTo>
                  <a:lnTo>
                    <a:pt x="160655" y="19672"/>
                  </a:lnTo>
                  <a:lnTo>
                    <a:pt x="162295" y="22951"/>
                  </a:lnTo>
                  <a:lnTo>
                    <a:pt x="159016" y="19672"/>
                  </a:lnTo>
                  <a:lnTo>
                    <a:pt x="155737" y="21311"/>
                  </a:lnTo>
                  <a:lnTo>
                    <a:pt x="154098" y="21311"/>
                  </a:lnTo>
                  <a:lnTo>
                    <a:pt x="149180" y="21311"/>
                  </a:lnTo>
                  <a:lnTo>
                    <a:pt x="145901" y="19672"/>
                  </a:lnTo>
                  <a:lnTo>
                    <a:pt x="142623" y="18033"/>
                  </a:lnTo>
                  <a:lnTo>
                    <a:pt x="139344" y="18033"/>
                  </a:lnTo>
                  <a:lnTo>
                    <a:pt x="134426" y="18033"/>
                  </a:lnTo>
                  <a:lnTo>
                    <a:pt x="131147" y="16393"/>
                  </a:lnTo>
                  <a:lnTo>
                    <a:pt x="127868" y="14754"/>
                  </a:lnTo>
                  <a:lnTo>
                    <a:pt x="122950" y="14754"/>
                  </a:lnTo>
                  <a:lnTo>
                    <a:pt x="119672" y="16393"/>
                  </a:lnTo>
                  <a:lnTo>
                    <a:pt x="116393" y="14754"/>
                  </a:lnTo>
                  <a:lnTo>
                    <a:pt x="113115" y="16393"/>
                  </a:lnTo>
                  <a:lnTo>
                    <a:pt x="109836" y="14754"/>
                  </a:lnTo>
                  <a:lnTo>
                    <a:pt x="106557" y="14754"/>
                  </a:lnTo>
                  <a:lnTo>
                    <a:pt x="103279" y="13115"/>
                  </a:lnTo>
                  <a:lnTo>
                    <a:pt x="98360" y="13115"/>
                  </a:lnTo>
                  <a:lnTo>
                    <a:pt x="95082" y="13115"/>
                  </a:lnTo>
                  <a:lnTo>
                    <a:pt x="91803" y="11475"/>
                  </a:lnTo>
                  <a:lnTo>
                    <a:pt x="86885" y="11475"/>
                  </a:lnTo>
                  <a:lnTo>
                    <a:pt x="83606" y="13115"/>
                  </a:lnTo>
                  <a:lnTo>
                    <a:pt x="80328" y="13115"/>
                  </a:lnTo>
                  <a:lnTo>
                    <a:pt x="77049" y="13115"/>
                  </a:lnTo>
                  <a:lnTo>
                    <a:pt x="73770" y="13115"/>
                  </a:lnTo>
                  <a:lnTo>
                    <a:pt x="68852" y="13115"/>
                  </a:lnTo>
                  <a:lnTo>
                    <a:pt x="65573" y="14754"/>
                  </a:lnTo>
                  <a:lnTo>
                    <a:pt x="62295" y="13115"/>
                  </a:lnTo>
                  <a:lnTo>
                    <a:pt x="57377" y="9836"/>
                  </a:lnTo>
                  <a:lnTo>
                    <a:pt x="59016" y="6557"/>
                  </a:lnTo>
                  <a:lnTo>
                    <a:pt x="55738" y="8197"/>
                  </a:lnTo>
                  <a:lnTo>
                    <a:pt x="57377" y="11475"/>
                  </a:lnTo>
                  <a:lnTo>
                    <a:pt x="55738" y="14754"/>
                  </a:lnTo>
                  <a:lnTo>
                    <a:pt x="50820" y="14754"/>
                  </a:lnTo>
                  <a:lnTo>
                    <a:pt x="49180" y="18033"/>
                  </a:lnTo>
                  <a:lnTo>
                    <a:pt x="45902" y="14754"/>
                  </a:lnTo>
                  <a:lnTo>
                    <a:pt x="44262" y="19672"/>
                  </a:lnTo>
                  <a:lnTo>
                    <a:pt x="44262" y="19672"/>
                  </a:lnTo>
                  <a:lnTo>
                    <a:pt x="39344" y="21311"/>
                  </a:lnTo>
                  <a:lnTo>
                    <a:pt x="40983" y="24590"/>
                  </a:lnTo>
                  <a:lnTo>
                    <a:pt x="39344" y="27869"/>
                  </a:lnTo>
                  <a:lnTo>
                    <a:pt x="39344" y="32787"/>
                  </a:lnTo>
                  <a:lnTo>
                    <a:pt x="36066" y="34426"/>
                  </a:lnTo>
                  <a:lnTo>
                    <a:pt x="31148" y="36065"/>
                  </a:lnTo>
                  <a:lnTo>
                    <a:pt x="27869" y="34426"/>
                  </a:lnTo>
                  <a:lnTo>
                    <a:pt x="24590" y="37705"/>
                  </a:lnTo>
                  <a:lnTo>
                    <a:pt x="26229" y="42623"/>
                  </a:lnTo>
                  <a:lnTo>
                    <a:pt x="26229" y="45901"/>
                  </a:lnTo>
                  <a:lnTo>
                    <a:pt x="27869" y="49180"/>
                  </a:lnTo>
                  <a:lnTo>
                    <a:pt x="27869" y="54098"/>
                  </a:lnTo>
                  <a:lnTo>
                    <a:pt x="24590" y="55738"/>
                  </a:lnTo>
                  <a:lnTo>
                    <a:pt x="26229" y="60655"/>
                  </a:lnTo>
                  <a:lnTo>
                    <a:pt x="26229" y="63934"/>
                  </a:lnTo>
                  <a:lnTo>
                    <a:pt x="29508" y="63934"/>
                  </a:lnTo>
                  <a:lnTo>
                    <a:pt x="29508" y="67213"/>
                  </a:lnTo>
                  <a:lnTo>
                    <a:pt x="31148" y="70492"/>
                  </a:lnTo>
                  <a:lnTo>
                    <a:pt x="32787" y="75410"/>
                  </a:lnTo>
                  <a:lnTo>
                    <a:pt x="32787" y="78688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52" name="Freeform 4551">
              <a:extLst>
                <a:ext uri="{FF2B5EF4-FFF2-40B4-BE49-F238E27FC236}">
                  <a16:creationId xmlns:a16="http://schemas.microsoft.com/office/drawing/2014/main" id="{BD07FE60-F86C-5447-993C-6DFEB8D68532}"/>
                </a:ext>
              </a:extLst>
            </p:cNvPr>
            <p:cNvSpPr/>
            <p:nvPr/>
          </p:nvSpPr>
          <p:spPr>
            <a:xfrm>
              <a:off x="8853364" y="1680482"/>
              <a:ext cx="131146" cy="181966"/>
            </a:xfrm>
            <a:custGeom>
              <a:avLst/>
              <a:gdLst>
                <a:gd name="connsiteX0" fmla="*/ 45901 w 131146"/>
                <a:gd name="connsiteY0" fmla="*/ 178688 h 181966"/>
                <a:gd name="connsiteX1" fmla="*/ 45901 w 131146"/>
                <a:gd name="connsiteY1" fmla="*/ 178688 h 181966"/>
                <a:gd name="connsiteX2" fmla="*/ 49180 w 131146"/>
                <a:gd name="connsiteY2" fmla="*/ 177048 h 181966"/>
                <a:gd name="connsiteX3" fmla="*/ 52459 w 131146"/>
                <a:gd name="connsiteY3" fmla="*/ 175409 h 181966"/>
                <a:gd name="connsiteX4" fmla="*/ 57377 w 131146"/>
                <a:gd name="connsiteY4" fmla="*/ 175409 h 181966"/>
                <a:gd name="connsiteX5" fmla="*/ 60656 w 131146"/>
                <a:gd name="connsiteY5" fmla="*/ 173770 h 181966"/>
                <a:gd name="connsiteX6" fmla="*/ 63934 w 131146"/>
                <a:gd name="connsiteY6" fmla="*/ 172130 h 181966"/>
                <a:gd name="connsiteX7" fmla="*/ 68852 w 131146"/>
                <a:gd name="connsiteY7" fmla="*/ 170491 h 181966"/>
                <a:gd name="connsiteX8" fmla="*/ 72130 w 131146"/>
                <a:gd name="connsiteY8" fmla="*/ 167212 h 181966"/>
                <a:gd name="connsiteX9" fmla="*/ 72130 w 131146"/>
                <a:gd name="connsiteY9" fmla="*/ 163934 h 181966"/>
                <a:gd name="connsiteX10" fmla="*/ 73770 w 131146"/>
                <a:gd name="connsiteY10" fmla="*/ 159016 h 181966"/>
                <a:gd name="connsiteX11" fmla="*/ 73770 w 131146"/>
                <a:gd name="connsiteY11" fmla="*/ 155737 h 181966"/>
                <a:gd name="connsiteX12" fmla="*/ 72130 w 131146"/>
                <a:gd name="connsiteY12" fmla="*/ 152458 h 181966"/>
                <a:gd name="connsiteX13" fmla="*/ 70491 w 131146"/>
                <a:gd name="connsiteY13" fmla="*/ 149180 h 181966"/>
                <a:gd name="connsiteX14" fmla="*/ 68852 w 131146"/>
                <a:gd name="connsiteY14" fmla="*/ 145901 h 181966"/>
                <a:gd name="connsiteX15" fmla="*/ 70491 w 131146"/>
                <a:gd name="connsiteY15" fmla="*/ 144262 h 181966"/>
                <a:gd name="connsiteX16" fmla="*/ 75409 w 131146"/>
                <a:gd name="connsiteY16" fmla="*/ 142622 h 181966"/>
                <a:gd name="connsiteX17" fmla="*/ 77049 w 131146"/>
                <a:gd name="connsiteY17" fmla="*/ 142622 h 181966"/>
                <a:gd name="connsiteX18" fmla="*/ 80327 w 131146"/>
                <a:gd name="connsiteY18" fmla="*/ 144262 h 181966"/>
                <a:gd name="connsiteX19" fmla="*/ 85246 w 131146"/>
                <a:gd name="connsiteY19" fmla="*/ 145901 h 181966"/>
                <a:gd name="connsiteX20" fmla="*/ 86885 w 131146"/>
                <a:gd name="connsiteY20" fmla="*/ 144262 h 181966"/>
                <a:gd name="connsiteX21" fmla="*/ 85246 w 131146"/>
                <a:gd name="connsiteY21" fmla="*/ 140983 h 181966"/>
                <a:gd name="connsiteX22" fmla="*/ 88524 w 131146"/>
                <a:gd name="connsiteY22" fmla="*/ 136065 h 181966"/>
                <a:gd name="connsiteX23" fmla="*/ 93442 w 131146"/>
                <a:gd name="connsiteY23" fmla="*/ 134426 h 181966"/>
                <a:gd name="connsiteX24" fmla="*/ 96720 w 131146"/>
                <a:gd name="connsiteY24" fmla="*/ 132786 h 181966"/>
                <a:gd name="connsiteX25" fmla="*/ 99999 w 131146"/>
                <a:gd name="connsiteY25" fmla="*/ 129508 h 181966"/>
                <a:gd name="connsiteX26" fmla="*/ 103278 w 131146"/>
                <a:gd name="connsiteY26" fmla="*/ 129508 h 181966"/>
                <a:gd name="connsiteX27" fmla="*/ 108196 w 131146"/>
                <a:gd name="connsiteY27" fmla="*/ 129508 h 181966"/>
                <a:gd name="connsiteX28" fmla="*/ 111475 w 131146"/>
                <a:gd name="connsiteY28" fmla="*/ 126229 h 181966"/>
                <a:gd name="connsiteX29" fmla="*/ 113114 w 131146"/>
                <a:gd name="connsiteY29" fmla="*/ 122950 h 181966"/>
                <a:gd name="connsiteX30" fmla="*/ 116393 w 131146"/>
                <a:gd name="connsiteY30" fmla="*/ 119672 h 181966"/>
                <a:gd name="connsiteX31" fmla="*/ 118032 w 131146"/>
                <a:gd name="connsiteY31" fmla="*/ 114754 h 181966"/>
                <a:gd name="connsiteX32" fmla="*/ 116393 w 131146"/>
                <a:gd name="connsiteY32" fmla="*/ 111475 h 181966"/>
                <a:gd name="connsiteX33" fmla="*/ 119671 w 131146"/>
                <a:gd name="connsiteY33" fmla="*/ 108196 h 181966"/>
                <a:gd name="connsiteX34" fmla="*/ 121310 w 131146"/>
                <a:gd name="connsiteY34" fmla="*/ 104917 h 181966"/>
                <a:gd name="connsiteX35" fmla="*/ 126229 w 131146"/>
                <a:gd name="connsiteY35" fmla="*/ 104917 h 181966"/>
                <a:gd name="connsiteX36" fmla="*/ 129507 w 131146"/>
                <a:gd name="connsiteY36" fmla="*/ 103278 h 181966"/>
                <a:gd name="connsiteX37" fmla="*/ 129507 w 131146"/>
                <a:gd name="connsiteY37" fmla="*/ 98360 h 181966"/>
                <a:gd name="connsiteX38" fmla="*/ 127868 w 131146"/>
                <a:gd name="connsiteY38" fmla="*/ 96721 h 181966"/>
                <a:gd name="connsiteX39" fmla="*/ 124589 w 131146"/>
                <a:gd name="connsiteY39" fmla="*/ 93442 h 181966"/>
                <a:gd name="connsiteX40" fmla="*/ 121310 w 131146"/>
                <a:gd name="connsiteY40" fmla="*/ 91803 h 181966"/>
                <a:gd name="connsiteX41" fmla="*/ 116393 w 131146"/>
                <a:gd name="connsiteY41" fmla="*/ 93442 h 181966"/>
                <a:gd name="connsiteX42" fmla="*/ 113114 w 131146"/>
                <a:gd name="connsiteY42" fmla="*/ 93442 h 181966"/>
                <a:gd name="connsiteX43" fmla="*/ 114754 w 131146"/>
                <a:gd name="connsiteY43" fmla="*/ 90164 h 181966"/>
                <a:gd name="connsiteX44" fmla="*/ 114754 w 131146"/>
                <a:gd name="connsiteY44" fmla="*/ 86885 h 181966"/>
                <a:gd name="connsiteX45" fmla="*/ 114754 w 131146"/>
                <a:gd name="connsiteY45" fmla="*/ 81967 h 181966"/>
                <a:gd name="connsiteX46" fmla="*/ 118032 w 131146"/>
                <a:gd name="connsiteY46" fmla="*/ 80327 h 181966"/>
                <a:gd name="connsiteX47" fmla="*/ 122950 w 131146"/>
                <a:gd name="connsiteY47" fmla="*/ 83606 h 181966"/>
                <a:gd name="connsiteX48" fmla="*/ 124589 w 131146"/>
                <a:gd name="connsiteY48" fmla="*/ 86885 h 181966"/>
                <a:gd name="connsiteX49" fmla="*/ 126229 w 131146"/>
                <a:gd name="connsiteY49" fmla="*/ 90164 h 181966"/>
                <a:gd name="connsiteX50" fmla="*/ 131147 w 131146"/>
                <a:gd name="connsiteY50" fmla="*/ 88524 h 181966"/>
                <a:gd name="connsiteX51" fmla="*/ 127868 w 131146"/>
                <a:gd name="connsiteY51" fmla="*/ 83606 h 181966"/>
                <a:gd name="connsiteX52" fmla="*/ 126229 w 131146"/>
                <a:gd name="connsiteY52" fmla="*/ 80327 h 181966"/>
                <a:gd name="connsiteX53" fmla="*/ 127868 w 131146"/>
                <a:gd name="connsiteY53" fmla="*/ 77049 h 181966"/>
                <a:gd name="connsiteX54" fmla="*/ 129507 w 131146"/>
                <a:gd name="connsiteY54" fmla="*/ 73770 h 181966"/>
                <a:gd name="connsiteX55" fmla="*/ 129507 w 131146"/>
                <a:gd name="connsiteY55" fmla="*/ 70492 h 181966"/>
                <a:gd name="connsiteX56" fmla="*/ 126229 w 131146"/>
                <a:gd name="connsiteY56" fmla="*/ 65573 h 181966"/>
                <a:gd name="connsiteX57" fmla="*/ 122950 w 131146"/>
                <a:gd name="connsiteY57" fmla="*/ 62295 h 181966"/>
                <a:gd name="connsiteX58" fmla="*/ 121310 w 131146"/>
                <a:gd name="connsiteY58" fmla="*/ 59016 h 181966"/>
                <a:gd name="connsiteX59" fmla="*/ 119671 w 131146"/>
                <a:gd name="connsiteY59" fmla="*/ 55737 h 181966"/>
                <a:gd name="connsiteX60" fmla="*/ 118032 w 131146"/>
                <a:gd name="connsiteY60" fmla="*/ 52459 h 181966"/>
                <a:gd name="connsiteX61" fmla="*/ 116393 w 131146"/>
                <a:gd name="connsiteY61" fmla="*/ 47541 h 181966"/>
                <a:gd name="connsiteX62" fmla="*/ 116393 w 131146"/>
                <a:gd name="connsiteY62" fmla="*/ 44262 h 181966"/>
                <a:gd name="connsiteX63" fmla="*/ 114754 w 131146"/>
                <a:gd name="connsiteY63" fmla="*/ 40983 h 181966"/>
                <a:gd name="connsiteX64" fmla="*/ 114754 w 131146"/>
                <a:gd name="connsiteY64" fmla="*/ 36065 h 181966"/>
                <a:gd name="connsiteX65" fmla="*/ 111475 w 131146"/>
                <a:gd name="connsiteY65" fmla="*/ 32787 h 181966"/>
                <a:gd name="connsiteX66" fmla="*/ 111475 w 131146"/>
                <a:gd name="connsiteY66" fmla="*/ 29508 h 181966"/>
                <a:gd name="connsiteX67" fmla="*/ 108196 w 131146"/>
                <a:gd name="connsiteY67" fmla="*/ 26229 h 181966"/>
                <a:gd name="connsiteX68" fmla="*/ 108196 w 131146"/>
                <a:gd name="connsiteY68" fmla="*/ 22951 h 181966"/>
                <a:gd name="connsiteX69" fmla="*/ 104917 w 131146"/>
                <a:gd name="connsiteY69" fmla="*/ 18033 h 181966"/>
                <a:gd name="connsiteX70" fmla="*/ 103278 w 131146"/>
                <a:gd name="connsiteY70" fmla="*/ 14754 h 181966"/>
                <a:gd name="connsiteX71" fmla="*/ 103278 w 131146"/>
                <a:gd name="connsiteY71" fmla="*/ 11475 h 181966"/>
                <a:gd name="connsiteX72" fmla="*/ 101639 w 131146"/>
                <a:gd name="connsiteY72" fmla="*/ 6557 h 181966"/>
                <a:gd name="connsiteX73" fmla="*/ 98360 w 131146"/>
                <a:gd name="connsiteY73" fmla="*/ 3279 h 181966"/>
                <a:gd name="connsiteX74" fmla="*/ 96720 w 131146"/>
                <a:gd name="connsiteY74" fmla="*/ 1639 h 181966"/>
                <a:gd name="connsiteX75" fmla="*/ 93442 w 131146"/>
                <a:gd name="connsiteY75" fmla="*/ 0 h 181966"/>
                <a:gd name="connsiteX76" fmla="*/ 88524 w 131146"/>
                <a:gd name="connsiteY76" fmla="*/ 0 h 181966"/>
                <a:gd name="connsiteX77" fmla="*/ 91802 w 131146"/>
                <a:gd name="connsiteY77" fmla="*/ 1639 h 181966"/>
                <a:gd name="connsiteX78" fmla="*/ 88524 w 131146"/>
                <a:gd name="connsiteY78" fmla="*/ 1639 h 181966"/>
                <a:gd name="connsiteX79" fmla="*/ 85246 w 131146"/>
                <a:gd name="connsiteY79" fmla="*/ 3279 h 181966"/>
                <a:gd name="connsiteX80" fmla="*/ 83606 w 131146"/>
                <a:gd name="connsiteY80" fmla="*/ 6557 h 181966"/>
                <a:gd name="connsiteX81" fmla="*/ 80327 w 131146"/>
                <a:gd name="connsiteY81" fmla="*/ 9836 h 181966"/>
                <a:gd name="connsiteX82" fmla="*/ 81967 w 131146"/>
                <a:gd name="connsiteY82" fmla="*/ 13115 h 181966"/>
                <a:gd name="connsiteX83" fmla="*/ 85246 w 131146"/>
                <a:gd name="connsiteY83" fmla="*/ 18033 h 181966"/>
                <a:gd name="connsiteX84" fmla="*/ 88524 w 131146"/>
                <a:gd name="connsiteY84" fmla="*/ 21311 h 181966"/>
                <a:gd name="connsiteX85" fmla="*/ 90164 w 131146"/>
                <a:gd name="connsiteY85" fmla="*/ 24590 h 181966"/>
                <a:gd name="connsiteX86" fmla="*/ 90164 w 131146"/>
                <a:gd name="connsiteY86" fmla="*/ 29508 h 181966"/>
                <a:gd name="connsiteX87" fmla="*/ 88524 w 131146"/>
                <a:gd name="connsiteY87" fmla="*/ 32787 h 181966"/>
                <a:gd name="connsiteX88" fmla="*/ 88524 w 131146"/>
                <a:gd name="connsiteY88" fmla="*/ 36065 h 181966"/>
                <a:gd name="connsiteX89" fmla="*/ 88524 w 131146"/>
                <a:gd name="connsiteY89" fmla="*/ 40983 h 181966"/>
                <a:gd name="connsiteX90" fmla="*/ 90164 w 131146"/>
                <a:gd name="connsiteY90" fmla="*/ 44262 h 181966"/>
                <a:gd name="connsiteX91" fmla="*/ 90164 w 131146"/>
                <a:gd name="connsiteY91" fmla="*/ 47541 h 181966"/>
                <a:gd name="connsiteX92" fmla="*/ 90164 w 131146"/>
                <a:gd name="connsiteY92" fmla="*/ 52459 h 181966"/>
                <a:gd name="connsiteX93" fmla="*/ 88524 w 131146"/>
                <a:gd name="connsiteY93" fmla="*/ 54098 h 181966"/>
                <a:gd name="connsiteX94" fmla="*/ 90164 w 131146"/>
                <a:gd name="connsiteY94" fmla="*/ 57377 h 181966"/>
                <a:gd name="connsiteX95" fmla="*/ 90164 w 131146"/>
                <a:gd name="connsiteY95" fmla="*/ 62295 h 181966"/>
                <a:gd name="connsiteX96" fmla="*/ 90164 w 131146"/>
                <a:gd name="connsiteY96" fmla="*/ 65573 h 181966"/>
                <a:gd name="connsiteX97" fmla="*/ 88524 w 131146"/>
                <a:gd name="connsiteY97" fmla="*/ 68852 h 181966"/>
                <a:gd name="connsiteX98" fmla="*/ 90164 w 131146"/>
                <a:gd name="connsiteY98" fmla="*/ 73770 h 181966"/>
                <a:gd name="connsiteX99" fmla="*/ 90164 w 131146"/>
                <a:gd name="connsiteY99" fmla="*/ 77049 h 181966"/>
                <a:gd name="connsiteX100" fmla="*/ 90164 w 131146"/>
                <a:gd name="connsiteY100" fmla="*/ 80327 h 181966"/>
                <a:gd name="connsiteX101" fmla="*/ 86885 w 131146"/>
                <a:gd name="connsiteY101" fmla="*/ 83606 h 181966"/>
                <a:gd name="connsiteX102" fmla="*/ 81967 w 131146"/>
                <a:gd name="connsiteY102" fmla="*/ 88524 h 181966"/>
                <a:gd name="connsiteX103" fmla="*/ 80327 w 131146"/>
                <a:gd name="connsiteY103" fmla="*/ 91803 h 181966"/>
                <a:gd name="connsiteX104" fmla="*/ 80327 w 131146"/>
                <a:gd name="connsiteY104" fmla="*/ 95082 h 181966"/>
                <a:gd name="connsiteX105" fmla="*/ 81967 w 131146"/>
                <a:gd name="connsiteY105" fmla="*/ 100000 h 181966"/>
                <a:gd name="connsiteX106" fmla="*/ 77049 w 131146"/>
                <a:gd name="connsiteY106" fmla="*/ 101639 h 181966"/>
                <a:gd name="connsiteX107" fmla="*/ 73770 w 131146"/>
                <a:gd name="connsiteY107" fmla="*/ 104917 h 181966"/>
                <a:gd name="connsiteX108" fmla="*/ 70491 w 131146"/>
                <a:gd name="connsiteY108" fmla="*/ 108196 h 181966"/>
                <a:gd name="connsiteX109" fmla="*/ 68852 w 131146"/>
                <a:gd name="connsiteY109" fmla="*/ 111475 h 181966"/>
                <a:gd name="connsiteX110" fmla="*/ 68852 w 131146"/>
                <a:gd name="connsiteY110" fmla="*/ 116393 h 181966"/>
                <a:gd name="connsiteX111" fmla="*/ 72130 w 131146"/>
                <a:gd name="connsiteY111" fmla="*/ 118032 h 181966"/>
                <a:gd name="connsiteX112" fmla="*/ 70491 w 131146"/>
                <a:gd name="connsiteY112" fmla="*/ 121311 h 181966"/>
                <a:gd name="connsiteX113" fmla="*/ 68852 w 131146"/>
                <a:gd name="connsiteY113" fmla="*/ 124590 h 181966"/>
                <a:gd name="connsiteX114" fmla="*/ 68852 w 131146"/>
                <a:gd name="connsiteY114" fmla="*/ 129508 h 181966"/>
                <a:gd name="connsiteX115" fmla="*/ 63934 w 131146"/>
                <a:gd name="connsiteY115" fmla="*/ 132786 h 181966"/>
                <a:gd name="connsiteX116" fmla="*/ 60656 w 131146"/>
                <a:gd name="connsiteY116" fmla="*/ 134426 h 181966"/>
                <a:gd name="connsiteX117" fmla="*/ 57377 w 131146"/>
                <a:gd name="connsiteY117" fmla="*/ 136065 h 181966"/>
                <a:gd name="connsiteX118" fmla="*/ 54098 w 131146"/>
                <a:gd name="connsiteY118" fmla="*/ 139344 h 181966"/>
                <a:gd name="connsiteX119" fmla="*/ 52459 w 131146"/>
                <a:gd name="connsiteY119" fmla="*/ 142622 h 181966"/>
                <a:gd name="connsiteX120" fmla="*/ 52459 w 131146"/>
                <a:gd name="connsiteY120" fmla="*/ 145901 h 181966"/>
                <a:gd name="connsiteX121" fmla="*/ 52459 w 131146"/>
                <a:gd name="connsiteY121" fmla="*/ 150819 h 181966"/>
                <a:gd name="connsiteX122" fmla="*/ 50819 w 131146"/>
                <a:gd name="connsiteY122" fmla="*/ 154098 h 181966"/>
                <a:gd name="connsiteX123" fmla="*/ 47540 w 131146"/>
                <a:gd name="connsiteY123" fmla="*/ 157376 h 181966"/>
                <a:gd name="connsiteX124" fmla="*/ 44262 w 131146"/>
                <a:gd name="connsiteY124" fmla="*/ 159016 h 181966"/>
                <a:gd name="connsiteX125" fmla="*/ 40983 w 131146"/>
                <a:gd name="connsiteY125" fmla="*/ 163934 h 181966"/>
                <a:gd name="connsiteX126" fmla="*/ 37705 w 131146"/>
                <a:gd name="connsiteY126" fmla="*/ 163934 h 181966"/>
                <a:gd name="connsiteX127" fmla="*/ 36066 w 131146"/>
                <a:gd name="connsiteY127" fmla="*/ 165573 h 181966"/>
                <a:gd name="connsiteX128" fmla="*/ 32787 w 131146"/>
                <a:gd name="connsiteY128" fmla="*/ 163934 h 181966"/>
                <a:gd name="connsiteX129" fmla="*/ 29508 w 131146"/>
                <a:gd name="connsiteY129" fmla="*/ 163934 h 181966"/>
                <a:gd name="connsiteX130" fmla="*/ 26229 w 131146"/>
                <a:gd name="connsiteY130" fmla="*/ 168852 h 181966"/>
                <a:gd name="connsiteX131" fmla="*/ 22950 w 131146"/>
                <a:gd name="connsiteY131" fmla="*/ 167212 h 181966"/>
                <a:gd name="connsiteX132" fmla="*/ 18032 w 131146"/>
                <a:gd name="connsiteY132" fmla="*/ 168852 h 181966"/>
                <a:gd name="connsiteX133" fmla="*/ 14753 w 131146"/>
                <a:gd name="connsiteY133" fmla="*/ 168852 h 181966"/>
                <a:gd name="connsiteX134" fmla="*/ 11476 w 131146"/>
                <a:gd name="connsiteY134" fmla="*/ 168852 h 181966"/>
                <a:gd name="connsiteX135" fmla="*/ 8197 w 131146"/>
                <a:gd name="connsiteY135" fmla="*/ 168852 h 181966"/>
                <a:gd name="connsiteX136" fmla="*/ 3279 w 131146"/>
                <a:gd name="connsiteY136" fmla="*/ 170491 h 181966"/>
                <a:gd name="connsiteX137" fmla="*/ 0 w 131146"/>
                <a:gd name="connsiteY137" fmla="*/ 172130 h 181966"/>
                <a:gd name="connsiteX138" fmla="*/ 3279 w 131146"/>
                <a:gd name="connsiteY138" fmla="*/ 173770 h 181966"/>
                <a:gd name="connsiteX139" fmla="*/ 8197 w 131146"/>
                <a:gd name="connsiteY139" fmla="*/ 175409 h 181966"/>
                <a:gd name="connsiteX140" fmla="*/ 11476 w 131146"/>
                <a:gd name="connsiteY140" fmla="*/ 177048 h 181966"/>
                <a:gd name="connsiteX141" fmla="*/ 14753 w 131146"/>
                <a:gd name="connsiteY141" fmla="*/ 178688 h 181966"/>
                <a:gd name="connsiteX142" fmla="*/ 19672 w 131146"/>
                <a:gd name="connsiteY142" fmla="*/ 178688 h 181966"/>
                <a:gd name="connsiteX143" fmla="*/ 22950 w 131146"/>
                <a:gd name="connsiteY143" fmla="*/ 180327 h 181966"/>
                <a:gd name="connsiteX144" fmla="*/ 26229 w 131146"/>
                <a:gd name="connsiteY144" fmla="*/ 180327 h 181966"/>
                <a:gd name="connsiteX145" fmla="*/ 29508 w 131146"/>
                <a:gd name="connsiteY145" fmla="*/ 181966 h 181966"/>
                <a:gd name="connsiteX146" fmla="*/ 34426 w 131146"/>
                <a:gd name="connsiteY146" fmla="*/ 180327 h 181966"/>
                <a:gd name="connsiteX147" fmla="*/ 37705 w 131146"/>
                <a:gd name="connsiteY147" fmla="*/ 181966 h 181966"/>
                <a:gd name="connsiteX148" fmla="*/ 40983 w 131146"/>
                <a:gd name="connsiteY148" fmla="*/ 180327 h 181966"/>
                <a:gd name="connsiteX149" fmla="*/ 45901 w 131146"/>
                <a:gd name="connsiteY149" fmla="*/ 178688 h 181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31146" h="181966">
                  <a:moveTo>
                    <a:pt x="45901" y="178688"/>
                  </a:moveTo>
                  <a:lnTo>
                    <a:pt x="45901" y="178688"/>
                  </a:lnTo>
                  <a:lnTo>
                    <a:pt x="49180" y="177048"/>
                  </a:lnTo>
                  <a:lnTo>
                    <a:pt x="52459" y="175409"/>
                  </a:lnTo>
                  <a:lnTo>
                    <a:pt x="57377" y="175409"/>
                  </a:lnTo>
                  <a:lnTo>
                    <a:pt x="60656" y="173770"/>
                  </a:lnTo>
                  <a:lnTo>
                    <a:pt x="63934" y="172130"/>
                  </a:lnTo>
                  <a:lnTo>
                    <a:pt x="68852" y="170491"/>
                  </a:lnTo>
                  <a:lnTo>
                    <a:pt x="72130" y="167212"/>
                  </a:lnTo>
                  <a:lnTo>
                    <a:pt x="72130" y="163934"/>
                  </a:lnTo>
                  <a:lnTo>
                    <a:pt x="73770" y="159016"/>
                  </a:lnTo>
                  <a:lnTo>
                    <a:pt x="73770" y="155737"/>
                  </a:lnTo>
                  <a:lnTo>
                    <a:pt x="72130" y="152458"/>
                  </a:lnTo>
                  <a:lnTo>
                    <a:pt x="70491" y="149180"/>
                  </a:lnTo>
                  <a:lnTo>
                    <a:pt x="68852" y="145901"/>
                  </a:lnTo>
                  <a:lnTo>
                    <a:pt x="70491" y="144262"/>
                  </a:lnTo>
                  <a:lnTo>
                    <a:pt x="75409" y="142622"/>
                  </a:lnTo>
                  <a:lnTo>
                    <a:pt x="77049" y="142622"/>
                  </a:lnTo>
                  <a:lnTo>
                    <a:pt x="80327" y="144262"/>
                  </a:lnTo>
                  <a:lnTo>
                    <a:pt x="85246" y="145901"/>
                  </a:lnTo>
                  <a:lnTo>
                    <a:pt x="86885" y="144262"/>
                  </a:lnTo>
                  <a:lnTo>
                    <a:pt x="85246" y="140983"/>
                  </a:lnTo>
                  <a:lnTo>
                    <a:pt x="88524" y="136065"/>
                  </a:lnTo>
                  <a:lnTo>
                    <a:pt x="93442" y="134426"/>
                  </a:lnTo>
                  <a:lnTo>
                    <a:pt x="96720" y="132786"/>
                  </a:lnTo>
                  <a:lnTo>
                    <a:pt x="99999" y="129508"/>
                  </a:lnTo>
                  <a:lnTo>
                    <a:pt x="103278" y="129508"/>
                  </a:lnTo>
                  <a:lnTo>
                    <a:pt x="108196" y="129508"/>
                  </a:lnTo>
                  <a:lnTo>
                    <a:pt x="111475" y="126229"/>
                  </a:lnTo>
                  <a:lnTo>
                    <a:pt x="113114" y="122950"/>
                  </a:lnTo>
                  <a:lnTo>
                    <a:pt x="116393" y="119672"/>
                  </a:lnTo>
                  <a:lnTo>
                    <a:pt x="118032" y="114754"/>
                  </a:lnTo>
                  <a:lnTo>
                    <a:pt x="116393" y="111475"/>
                  </a:lnTo>
                  <a:lnTo>
                    <a:pt x="119671" y="108196"/>
                  </a:lnTo>
                  <a:lnTo>
                    <a:pt x="121310" y="104917"/>
                  </a:lnTo>
                  <a:lnTo>
                    <a:pt x="126229" y="104917"/>
                  </a:lnTo>
                  <a:lnTo>
                    <a:pt x="129507" y="103278"/>
                  </a:lnTo>
                  <a:lnTo>
                    <a:pt x="129507" y="98360"/>
                  </a:lnTo>
                  <a:lnTo>
                    <a:pt x="127868" y="96721"/>
                  </a:lnTo>
                  <a:lnTo>
                    <a:pt x="124589" y="93442"/>
                  </a:lnTo>
                  <a:lnTo>
                    <a:pt x="121310" y="91803"/>
                  </a:lnTo>
                  <a:lnTo>
                    <a:pt x="116393" y="93442"/>
                  </a:lnTo>
                  <a:lnTo>
                    <a:pt x="113114" y="93442"/>
                  </a:lnTo>
                  <a:lnTo>
                    <a:pt x="114754" y="90164"/>
                  </a:lnTo>
                  <a:lnTo>
                    <a:pt x="114754" y="86885"/>
                  </a:lnTo>
                  <a:lnTo>
                    <a:pt x="114754" y="81967"/>
                  </a:lnTo>
                  <a:lnTo>
                    <a:pt x="118032" y="80327"/>
                  </a:lnTo>
                  <a:lnTo>
                    <a:pt x="122950" y="83606"/>
                  </a:lnTo>
                  <a:lnTo>
                    <a:pt x="124589" y="86885"/>
                  </a:lnTo>
                  <a:lnTo>
                    <a:pt x="126229" y="90164"/>
                  </a:lnTo>
                  <a:lnTo>
                    <a:pt x="131147" y="88524"/>
                  </a:lnTo>
                  <a:lnTo>
                    <a:pt x="127868" y="83606"/>
                  </a:lnTo>
                  <a:lnTo>
                    <a:pt x="126229" y="80327"/>
                  </a:lnTo>
                  <a:lnTo>
                    <a:pt x="127868" y="77049"/>
                  </a:lnTo>
                  <a:lnTo>
                    <a:pt x="129507" y="73770"/>
                  </a:lnTo>
                  <a:lnTo>
                    <a:pt x="129507" y="70492"/>
                  </a:lnTo>
                  <a:lnTo>
                    <a:pt x="126229" y="65573"/>
                  </a:lnTo>
                  <a:lnTo>
                    <a:pt x="122950" y="62295"/>
                  </a:lnTo>
                  <a:lnTo>
                    <a:pt x="121310" y="59016"/>
                  </a:lnTo>
                  <a:lnTo>
                    <a:pt x="119671" y="55737"/>
                  </a:lnTo>
                  <a:lnTo>
                    <a:pt x="118032" y="52459"/>
                  </a:lnTo>
                  <a:lnTo>
                    <a:pt x="116393" y="47541"/>
                  </a:lnTo>
                  <a:lnTo>
                    <a:pt x="116393" y="44262"/>
                  </a:lnTo>
                  <a:lnTo>
                    <a:pt x="114754" y="40983"/>
                  </a:lnTo>
                  <a:lnTo>
                    <a:pt x="114754" y="36065"/>
                  </a:lnTo>
                  <a:lnTo>
                    <a:pt x="111475" y="32787"/>
                  </a:lnTo>
                  <a:lnTo>
                    <a:pt x="111475" y="29508"/>
                  </a:lnTo>
                  <a:lnTo>
                    <a:pt x="108196" y="26229"/>
                  </a:lnTo>
                  <a:lnTo>
                    <a:pt x="108196" y="22951"/>
                  </a:lnTo>
                  <a:lnTo>
                    <a:pt x="104917" y="18033"/>
                  </a:lnTo>
                  <a:lnTo>
                    <a:pt x="103278" y="14754"/>
                  </a:lnTo>
                  <a:lnTo>
                    <a:pt x="103278" y="11475"/>
                  </a:lnTo>
                  <a:lnTo>
                    <a:pt x="101639" y="6557"/>
                  </a:lnTo>
                  <a:lnTo>
                    <a:pt x="98360" y="3279"/>
                  </a:lnTo>
                  <a:lnTo>
                    <a:pt x="96720" y="1639"/>
                  </a:lnTo>
                  <a:lnTo>
                    <a:pt x="93442" y="0"/>
                  </a:lnTo>
                  <a:lnTo>
                    <a:pt x="88524" y="0"/>
                  </a:lnTo>
                  <a:lnTo>
                    <a:pt x="91802" y="1639"/>
                  </a:lnTo>
                  <a:lnTo>
                    <a:pt x="88524" y="1639"/>
                  </a:lnTo>
                  <a:lnTo>
                    <a:pt x="85246" y="3279"/>
                  </a:lnTo>
                  <a:lnTo>
                    <a:pt x="83606" y="6557"/>
                  </a:lnTo>
                  <a:lnTo>
                    <a:pt x="80327" y="9836"/>
                  </a:lnTo>
                  <a:lnTo>
                    <a:pt x="81967" y="13115"/>
                  </a:lnTo>
                  <a:lnTo>
                    <a:pt x="85246" y="18033"/>
                  </a:lnTo>
                  <a:lnTo>
                    <a:pt x="88524" y="21311"/>
                  </a:lnTo>
                  <a:lnTo>
                    <a:pt x="90164" y="24590"/>
                  </a:lnTo>
                  <a:lnTo>
                    <a:pt x="90164" y="29508"/>
                  </a:lnTo>
                  <a:lnTo>
                    <a:pt x="88524" y="32787"/>
                  </a:lnTo>
                  <a:lnTo>
                    <a:pt x="88524" y="36065"/>
                  </a:lnTo>
                  <a:lnTo>
                    <a:pt x="88524" y="40983"/>
                  </a:lnTo>
                  <a:lnTo>
                    <a:pt x="90164" y="44262"/>
                  </a:lnTo>
                  <a:lnTo>
                    <a:pt x="90164" y="47541"/>
                  </a:lnTo>
                  <a:lnTo>
                    <a:pt x="90164" y="52459"/>
                  </a:lnTo>
                  <a:lnTo>
                    <a:pt x="88524" y="54098"/>
                  </a:lnTo>
                  <a:lnTo>
                    <a:pt x="90164" y="57377"/>
                  </a:lnTo>
                  <a:lnTo>
                    <a:pt x="90164" y="62295"/>
                  </a:lnTo>
                  <a:lnTo>
                    <a:pt x="90164" y="65573"/>
                  </a:lnTo>
                  <a:lnTo>
                    <a:pt x="88524" y="68852"/>
                  </a:lnTo>
                  <a:lnTo>
                    <a:pt x="90164" y="73770"/>
                  </a:lnTo>
                  <a:lnTo>
                    <a:pt x="90164" y="77049"/>
                  </a:lnTo>
                  <a:lnTo>
                    <a:pt x="90164" y="80327"/>
                  </a:lnTo>
                  <a:lnTo>
                    <a:pt x="86885" y="83606"/>
                  </a:lnTo>
                  <a:lnTo>
                    <a:pt x="81967" y="88524"/>
                  </a:lnTo>
                  <a:lnTo>
                    <a:pt x="80327" y="91803"/>
                  </a:lnTo>
                  <a:lnTo>
                    <a:pt x="80327" y="95082"/>
                  </a:lnTo>
                  <a:lnTo>
                    <a:pt x="81967" y="100000"/>
                  </a:lnTo>
                  <a:lnTo>
                    <a:pt x="77049" y="101639"/>
                  </a:lnTo>
                  <a:lnTo>
                    <a:pt x="73770" y="104917"/>
                  </a:lnTo>
                  <a:lnTo>
                    <a:pt x="70491" y="108196"/>
                  </a:lnTo>
                  <a:lnTo>
                    <a:pt x="68852" y="111475"/>
                  </a:lnTo>
                  <a:lnTo>
                    <a:pt x="68852" y="116393"/>
                  </a:lnTo>
                  <a:lnTo>
                    <a:pt x="72130" y="118032"/>
                  </a:lnTo>
                  <a:lnTo>
                    <a:pt x="70491" y="121311"/>
                  </a:lnTo>
                  <a:lnTo>
                    <a:pt x="68852" y="124590"/>
                  </a:lnTo>
                  <a:lnTo>
                    <a:pt x="68852" y="129508"/>
                  </a:lnTo>
                  <a:lnTo>
                    <a:pt x="63934" y="132786"/>
                  </a:lnTo>
                  <a:lnTo>
                    <a:pt x="60656" y="134426"/>
                  </a:lnTo>
                  <a:lnTo>
                    <a:pt x="57377" y="136065"/>
                  </a:lnTo>
                  <a:lnTo>
                    <a:pt x="54098" y="139344"/>
                  </a:lnTo>
                  <a:lnTo>
                    <a:pt x="52459" y="142622"/>
                  </a:lnTo>
                  <a:lnTo>
                    <a:pt x="52459" y="145901"/>
                  </a:lnTo>
                  <a:lnTo>
                    <a:pt x="52459" y="150819"/>
                  </a:lnTo>
                  <a:lnTo>
                    <a:pt x="50819" y="154098"/>
                  </a:lnTo>
                  <a:lnTo>
                    <a:pt x="47540" y="157376"/>
                  </a:lnTo>
                  <a:lnTo>
                    <a:pt x="44262" y="159016"/>
                  </a:lnTo>
                  <a:lnTo>
                    <a:pt x="40983" y="163934"/>
                  </a:lnTo>
                  <a:lnTo>
                    <a:pt x="37705" y="163934"/>
                  </a:lnTo>
                  <a:lnTo>
                    <a:pt x="36066" y="165573"/>
                  </a:lnTo>
                  <a:lnTo>
                    <a:pt x="32787" y="163934"/>
                  </a:lnTo>
                  <a:lnTo>
                    <a:pt x="29508" y="163934"/>
                  </a:lnTo>
                  <a:lnTo>
                    <a:pt x="26229" y="168852"/>
                  </a:lnTo>
                  <a:lnTo>
                    <a:pt x="22950" y="167212"/>
                  </a:lnTo>
                  <a:lnTo>
                    <a:pt x="18032" y="168852"/>
                  </a:lnTo>
                  <a:lnTo>
                    <a:pt x="14753" y="168852"/>
                  </a:lnTo>
                  <a:lnTo>
                    <a:pt x="11476" y="168852"/>
                  </a:lnTo>
                  <a:lnTo>
                    <a:pt x="8197" y="168852"/>
                  </a:lnTo>
                  <a:lnTo>
                    <a:pt x="3279" y="170491"/>
                  </a:lnTo>
                  <a:lnTo>
                    <a:pt x="0" y="172130"/>
                  </a:lnTo>
                  <a:lnTo>
                    <a:pt x="3279" y="173770"/>
                  </a:lnTo>
                  <a:lnTo>
                    <a:pt x="8197" y="175409"/>
                  </a:lnTo>
                  <a:lnTo>
                    <a:pt x="11476" y="177048"/>
                  </a:lnTo>
                  <a:lnTo>
                    <a:pt x="14753" y="178688"/>
                  </a:lnTo>
                  <a:lnTo>
                    <a:pt x="19672" y="178688"/>
                  </a:lnTo>
                  <a:lnTo>
                    <a:pt x="22950" y="180327"/>
                  </a:lnTo>
                  <a:lnTo>
                    <a:pt x="26229" y="180327"/>
                  </a:lnTo>
                  <a:lnTo>
                    <a:pt x="29508" y="181966"/>
                  </a:lnTo>
                  <a:lnTo>
                    <a:pt x="34426" y="180327"/>
                  </a:lnTo>
                  <a:lnTo>
                    <a:pt x="37705" y="181966"/>
                  </a:lnTo>
                  <a:lnTo>
                    <a:pt x="40983" y="180327"/>
                  </a:lnTo>
                  <a:lnTo>
                    <a:pt x="45901" y="178688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53" name="Freeform 4552">
              <a:extLst>
                <a:ext uri="{FF2B5EF4-FFF2-40B4-BE49-F238E27FC236}">
                  <a16:creationId xmlns:a16="http://schemas.microsoft.com/office/drawing/2014/main" id="{9C458241-21BB-464F-9D5C-59839A7F0589}"/>
                </a:ext>
              </a:extLst>
            </p:cNvPr>
            <p:cNvSpPr/>
            <p:nvPr/>
          </p:nvSpPr>
          <p:spPr>
            <a:xfrm>
              <a:off x="7268125" y="2298512"/>
              <a:ext cx="21311" cy="19671"/>
            </a:xfrm>
            <a:custGeom>
              <a:avLst/>
              <a:gdLst>
                <a:gd name="connsiteX0" fmla="*/ 1639 w 21311"/>
                <a:gd name="connsiteY0" fmla="*/ 9836 h 19671"/>
                <a:gd name="connsiteX1" fmla="*/ 3279 w 21311"/>
                <a:gd name="connsiteY1" fmla="*/ 11475 h 19671"/>
                <a:gd name="connsiteX2" fmla="*/ 4918 w 21311"/>
                <a:gd name="connsiteY2" fmla="*/ 14754 h 19671"/>
                <a:gd name="connsiteX3" fmla="*/ 8197 w 21311"/>
                <a:gd name="connsiteY3" fmla="*/ 19672 h 19671"/>
                <a:gd name="connsiteX4" fmla="*/ 11476 w 21311"/>
                <a:gd name="connsiteY4" fmla="*/ 19672 h 19671"/>
                <a:gd name="connsiteX5" fmla="*/ 14754 w 21311"/>
                <a:gd name="connsiteY5" fmla="*/ 19672 h 19671"/>
                <a:gd name="connsiteX6" fmla="*/ 19672 w 21311"/>
                <a:gd name="connsiteY6" fmla="*/ 18033 h 19671"/>
                <a:gd name="connsiteX7" fmla="*/ 21311 w 21311"/>
                <a:gd name="connsiteY7" fmla="*/ 13115 h 19671"/>
                <a:gd name="connsiteX8" fmla="*/ 21311 w 21311"/>
                <a:gd name="connsiteY8" fmla="*/ 8197 h 19671"/>
                <a:gd name="connsiteX9" fmla="*/ 18033 w 21311"/>
                <a:gd name="connsiteY9" fmla="*/ 4918 h 19671"/>
                <a:gd name="connsiteX10" fmla="*/ 14754 w 21311"/>
                <a:gd name="connsiteY10" fmla="*/ 8197 h 19671"/>
                <a:gd name="connsiteX11" fmla="*/ 9836 w 21311"/>
                <a:gd name="connsiteY11" fmla="*/ 6557 h 19671"/>
                <a:gd name="connsiteX12" fmla="*/ 6557 w 21311"/>
                <a:gd name="connsiteY12" fmla="*/ 3279 h 19671"/>
                <a:gd name="connsiteX13" fmla="*/ 3279 w 21311"/>
                <a:gd name="connsiteY13" fmla="*/ 0 h 19671"/>
                <a:gd name="connsiteX14" fmla="*/ 0 w 21311"/>
                <a:gd name="connsiteY14" fmla="*/ 3279 h 19671"/>
                <a:gd name="connsiteX15" fmla="*/ 0 w 21311"/>
                <a:gd name="connsiteY15" fmla="*/ 6557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311" h="19671">
                  <a:moveTo>
                    <a:pt x="1639" y="9836"/>
                  </a:moveTo>
                  <a:lnTo>
                    <a:pt x="3279" y="11475"/>
                  </a:lnTo>
                  <a:lnTo>
                    <a:pt x="4918" y="14754"/>
                  </a:lnTo>
                  <a:lnTo>
                    <a:pt x="8197" y="19672"/>
                  </a:lnTo>
                  <a:lnTo>
                    <a:pt x="11476" y="19672"/>
                  </a:lnTo>
                  <a:lnTo>
                    <a:pt x="14754" y="19672"/>
                  </a:lnTo>
                  <a:lnTo>
                    <a:pt x="19672" y="18033"/>
                  </a:lnTo>
                  <a:lnTo>
                    <a:pt x="21311" y="13115"/>
                  </a:lnTo>
                  <a:lnTo>
                    <a:pt x="21311" y="8197"/>
                  </a:lnTo>
                  <a:lnTo>
                    <a:pt x="18033" y="4918"/>
                  </a:lnTo>
                  <a:lnTo>
                    <a:pt x="14754" y="8197"/>
                  </a:lnTo>
                  <a:lnTo>
                    <a:pt x="9836" y="6557"/>
                  </a:lnTo>
                  <a:lnTo>
                    <a:pt x="6557" y="3279"/>
                  </a:lnTo>
                  <a:lnTo>
                    <a:pt x="3279" y="0"/>
                  </a:lnTo>
                  <a:lnTo>
                    <a:pt x="0" y="3279"/>
                  </a:lnTo>
                  <a:lnTo>
                    <a:pt x="0" y="6557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54" name="Freeform 4553">
              <a:extLst>
                <a:ext uri="{FF2B5EF4-FFF2-40B4-BE49-F238E27FC236}">
                  <a16:creationId xmlns:a16="http://schemas.microsoft.com/office/drawing/2014/main" id="{B52E9349-16E0-B745-8D16-B5FA77F24491}"/>
                </a:ext>
              </a:extLst>
            </p:cNvPr>
            <p:cNvSpPr/>
            <p:nvPr/>
          </p:nvSpPr>
          <p:spPr>
            <a:xfrm>
              <a:off x="1837003" y="1231303"/>
              <a:ext cx="239343" cy="85245"/>
            </a:xfrm>
            <a:custGeom>
              <a:avLst/>
              <a:gdLst>
                <a:gd name="connsiteX0" fmla="*/ 127868 w 239343"/>
                <a:gd name="connsiteY0" fmla="*/ 54098 h 85245"/>
                <a:gd name="connsiteX1" fmla="*/ 126229 w 239343"/>
                <a:gd name="connsiteY1" fmla="*/ 57377 h 85245"/>
                <a:gd name="connsiteX2" fmla="*/ 129508 w 239343"/>
                <a:gd name="connsiteY2" fmla="*/ 60656 h 85245"/>
                <a:gd name="connsiteX3" fmla="*/ 134426 w 239343"/>
                <a:gd name="connsiteY3" fmla="*/ 60656 h 85245"/>
                <a:gd name="connsiteX4" fmla="*/ 132786 w 239343"/>
                <a:gd name="connsiteY4" fmla="*/ 63934 h 85245"/>
                <a:gd name="connsiteX5" fmla="*/ 127868 w 239343"/>
                <a:gd name="connsiteY5" fmla="*/ 65573 h 85245"/>
                <a:gd name="connsiteX6" fmla="*/ 124590 w 239343"/>
                <a:gd name="connsiteY6" fmla="*/ 65573 h 85245"/>
                <a:gd name="connsiteX7" fmla="*/ 121311 w 239343"/>
                <a:gd name="connsiteY7" fmla="*/ 65573 h 85245"/>
                <a:gd name="connsiteX8" fmla="*/ 118032 w 239343"/>
                <a:gd name="connsiteY8" fmla="*/ 67213 h 85245"/>
                <a:gd name="connsiteX9" fmla="*/ 114754 w 239343"/>
                <a:gd name="connsiteY9" fmla="*/ 68852 h 85245"/>
                <a:gd name="connsiteX10" fmla="*/ 109836 w 239343"/>
                <a:gd name="connsiteY10" fmla="*/ 70492 h 85245"/>
                <a:gd name="connsiteX11" fmla="*/ 106557 w 239343"/>
                <a:gd name="connsiteY11" fmla="*/ 70492 h 85245"/>
                <a:gd name="connsiteX12" fmla="*/ 103278 w 239343"/>
                <a:gd name="connsiteY12" fmla="*/ 72131 h 85245"/>
                <a:gd name="connsiteX13" fmla="*/ 98360 w 239343"/>
                <a:gd name="connsiteY13" fmla="*/ 73770 h 85245"/>
                <a:gd name="connsiteX14" fmla="*/ 95082 w 239343"/>
                <a:gd name="connsiteY14" fmla="*/ 75409 h 85245"/>
                <a:gd name="connsiteX15" fmla="*/ 91803 w 239343"/>
                <a:gd name="connsiteY15" fmla="*/ 77049 h 85245"/>
                <a:gd name="connsiteX16" fmla="*/ 86885 w 239343"/>
                <a:gd name="connsiteY16" fmla="*/ 78688 h 85245"/>
                <a:gd name="connsiteX17" fmla="*/ 83606 w 239343"/>
                <a:gd name="connsiteY17" fmla="*/ 78688 h 85245"/>
                <a:gd name="connsiteX18" fmla="*/ 80328 w 239343"/>
                <a:gd name="connsiteY18" fmla="*/ 78688 h 85245"/>
                <a:gd name="connsiteX19" fmla="*/ 75410 w 239343"/>
                <a:gd name="connsiteY19" fmla="*/ 80328 h 85245"/>
                <a:gd name="connsiteX20" fmla="*/ 72131 w 239343"/>
                <a:gd name="connsiteY20" fmla="*/ 81967 h 85245"/>
                <a:gd name="connsiteX21" fmla="*/ 68852 w 239343"/>
                <a:gd name="connsiteY21" fmla="*/ 81967 h 85245"/>
                <a:gd name="connsiteX22" fmla="*/ 63934 w 239343"/>
                <a:gd name="connsiteY22" fmla="*/ 85246 h 85245"/>
                <a:gd name="connsiteX23" fmla="*/ 60655 w 239343"/>
                <a:gd name="connsiteY23" fmla="*/ 85246 h 85245"/>
                <a:gd name="connsiteX24" fmla="*/ 57377 w 239343"/>
                <a:gd name="connsiteY24" fmla="*/ 85246 h 85245"/>
                <a:gd name="connsiteX25" fmla="*/ 55738 w 239343"/>
                <a:gd name="connsiteY25" fmla="*/ 85246 h 85245"/>
                <a:gd name="connsiteX26" fmla="*/ 55738 w 239343"/>
                <a:gd name="connsiteY26" fmla="*/ 81967 h 85245"/>
                <a:gd name="connsiteX27" fmla="*/ 59016 w 239343"/>
                <a:gd name="connsiteY27" fmla="*/ 80328 h 85245"/>
                <a:gd name="connsiteX28" fmla="*/ 63934 w 239343"/>
                <a:gd name="connsiteY28" fmla="*/ 80328 h 85245"/>
                <a:gd name="connsiteX29" fmla="*/ 67213 w 239343"/>
                <a:gd name="connsiteY29" fmla="*/ 78688 h 85245"/>
                <a:gd name="connsiteX30" fmla="*/ 70492 w 239343"/>
                <a:gd name="connsiteY30" fmla="*/ 78688 h 85245"/>
                <a:gd name="connsiteX31" fmla="*/ 75410 w 239343"/>
                <a:gd name="connsiteY31" fmla="*/ 77049 h 85245"/>
                <a:gd name="connsiteX32" fmla="*/ 78688 w 239343"/>
                <a:gd name="connsiteY32" fmla="*/ 73770 h 85245"/>
                <a:gd name="connsiteX33" fmla="*/ 81967 w 239343"/>
                <a:gd name="connsiteY33" fmla="*/ 73770 h 85245"/>
                <a:gd name="connsiteX34" fmla="*/ 86885 w 239343"/>
                <a:gd name="connsiteY34" fmla="*/ 72131 h 85245"/>
                <a:gd name="connsiteX35" fmla="*/ 90164 w 239343"/>
                <a:gd name="connsiteY35" fmla="*/ 70492 h 85245"/>
                <a:gd name="connsiteX36" fmla="*/ 93442 w 239343"/>
                <a:gd name="connsiteY36" fmla="*/ 68852 h 85245"/>
                <a:gd name="connsiteX37" fmla="*/ 98360 w 239343"/>
                <a:gd name="connsiteY37" fmla="*/ 68852 h 85245"/>
                <a:gd name="connsiteX38" fmla="*/ 101639 w 239343"/>
                <a:gd name="connsiteY38" fmla="*/ 65573 h 85245"/>
                <a:gd name="connsiteX39" fmla="*/ 106557 w 239343"/>
                <a:gd name="connsiteY39" fmla="*/ 63934 h 85245"/>
                <a:gd name="connsiteX40" fmla="*/ 109836 w 239343"/>
                <a:gd name="connsiteY40" fmla="*/ 62295 h 85245"/>
                <a:gd name="connsiteX41" fmla="*/ 113114 w 239343"/>
                <a:gd name="connsiteY41" fmla="*/ 60656 h 85245"/>
                <a:gd name="connsiteX42" fmla="*/ 116393 w 239343"/>
                <a:gd name="connsiteY42" fmla="*/ 55737 h 85245"/>
                <a:gd name="connsiteX43" fmla="*/ 111475 w 239343"/>
                <a:gd name="connsiteY43" fmla="*/ 55737 h 85245"/>
                <a:gd name="connsiteX44" fmla="*/ 108196 w 239343"/>
                <a:gd name="connsiteY44" fmla="*/ 54098 h 85245"/>
                <a:gd name="connsiteX45" fmla="*/ 104918 w 239343"/>
                <a:gd name="connsiteY45" fmla="*/ 55737 h 85245"/>
                <a:gd name="connsiteX46" fmla="*/ 101639 w 239343"/>
                <a:gd name="connsiteY46" fmla="*/ 55737 h 85245"/>
                <a:gd name="connsiteX47" fmla="*/ 96721 w 239343"/>
                <a:gd name="connsiteY47" fmla="*/ 57377 h 85245"/>
                <a:gd name="connsiteX48" fmla="*/ 93442 w 239343"/>
                <a:gd name="connsiteY48" fmla="*/ 57377 h 85245"/>
                <a:gd name="connsiteX49" fmla="*/ 90164 w 239343"/>
                <a:gd name="connsiteY49" fmla="*/ 59016 h 85245"/>
                <a:gd name="connsiteX50" fmla="*/ 85245 w 239343"/>
                <a:gd name="connsiteY50" fmla="*/ 60656 h 85245"/>
                <a:gd name="connsiteX51" fmla="*/ 81967 w 239343"/>
                <a:gd name="connsiteY51" fmla="*/ 62295 h 85245"/>
                <a:gd name="connsiteX52" fmla="*/ 77049 w 239343"/>
                <a:gd name="connsiteY52" fmla="*/ 62295 h 85245"/>
                <a:gd name="connsiteX53" fmla="*/ 73770 w 239343"/>
                <a:gd name="connsiteY53" fmla="*/ 63934 h 85245"/>
                <a:gd name="connsiteX54" fmla="*/ 70492 w 239343"/>
                <a:gd name="connsiteY54" fmla="*/ 67213 h 85245"/>
                <a:gd name="connsiteX55" fmla="*/ 65573 w 239343"/>
                <a:gd name="connsiteY55" fmla="*/ 68852 h 85245"/>
                <a:gd name="connsiteX56" fmla="*/ 62295 w 239343"/>
                <a:gd name="connsiteY56" fmla="*/ 72131 h 85245"/>
                <a:gd name="connsiteX57" fmla="*/ 59016 w 239343"/>
                <a:gd name="connsiteY57" fmla="*/ 75409 h 85245"/>
                <a:gd name="connsiteX58" fmla="*/ 54098 w 239343"/>
                <a:gd name="connsiteY58" fmla="*/ 77049 h 85245"/>
                <a:gd name="connsiteX59" fmla="*/ 50820 w 239343"/>
                <a:gd name="connsiteY59" fmla="*/ 78688 h 85245"/>
                <a:gd name="connsiteX60" fmla="*/ 47541 w 239343"/>
                <a:gd name="connsiteY60" fmla="*/ 78688 h 85245"/>
                <a:gd name="connsiteX61" fmla="*/ 44262 w 239343"/>
                <a:gd name="connsiteY61" fmla="*/ 78688 h 85245"/>
                <a:gd name="connsiteX62" fmla="*/ 39344 w 239343"/>
                <a:gd name="connsiteY62" fmla="*/ 80328 h 85245"/>
                <a:gd name="connsiteX63" fmla="*/ 36065 w 239343"/>
                <a:gd name="connsiteY63" fmla="*/ 78688 h 85245"/>
                <a:gd name="connsiteX64" fmla="*/ 31148 w 239343"/>
                <a:gd name="connsiteY64" fmla="*/ 78688 h 85245"/>
                <a:gd name="connsiteX65" fmla="*/ 27869 w 239343"/>
                <a:gd name="connsiteY65" fmla="*/ 77049 h 85245"/>
                <a:gd name="connsiteX66" fmla="*/ 24590 w 239343"/>
                <a:gd name="connsiteY66" fmla="*/ 77049 h 85245"/>
                <a:gd name="connsiteX67" fmla="*/ 19672 w 239343"/>
                <a:gd name="connsiteY67" fmla="*/ 75409 h 85245"/>
                <a:gd name="connsiteX68" fmla="*/ 16393 w 239343"/>
                <a:gd name="connsiteY68" fmla="*/ 75409 h 85245"/>
                <a:gd name="connsiteX69" fmla="*/ 13115 w 239343"/>
                <a:gd name="connsiteY69" fmla="*/ 75409 h 85245"/>
                <a:gd name="connsiteX70" fmla="*/ 9836 w 239343"/>
                <a:gd name="connsiteY70" fmla="*/ 73770 h 85245"/>
                <a:gd name="connsiteX71" fmla="*/ 8197 w 239343"/>
                <a:gd name="connsiteY71" fmla="*/ 72131 h 85245"/>
                <a:gd name="connsiteX72" fmla="*/ 11475 w 239343"/>
                <a:gd name="connsiteY72" fmla="*/ 70492 h 85245"/>
                <a:gd name="connsiteX73" fmla="*/ 14754 w 239343"/>
                <a:gd name="connsiteY73" fmla="*/ 70492 h 85245"/>
                <a:gd name="connsiteX74" fmla="*/ 19672 w 239343"/>
                <a:gd name="connsiteY74" fmla="*/ 70492 h 85245"/>
                <a:gd name="connsiteX75" fmla="*/ 22951 w 239343"/>
                <a:gd name="connsiteY75" fmla="*/ 70492 h 85245"/>
                <a:gd name="connsiteX76" fmla="*/ 27869 w 239343"/>
                <a:gd name="connsiteY76" fmla="*/ 68852 h 85245"/>
                <a:gd name="connsiteX77" fmla="*/ 31148 w 239343"/>
                <a:gd name="connsiteY77" fmla="*/ 67213 h 85245"/>
                <a:gd name="connsiteX78" fmla="*/ 34426 w 239343"/>
                <a:gd name="connsiteY78" fmla="*/ 67213 h 85245"/>
                <a:gd name="connsiteX79" fmla="*/ 39344 w 239343"/>
                <a:gd name="connsiteY79" fmla="*/ 63934 h 85245"/>
                <a:gd name="connsiteX80" fmla="*/ 37705 w 239343"/>
                <a:gd name="connsiteY80" fmla="*/ 60656 h 85245"/>
                <a:gd name="connsiteX81" fmla="*/ 42623 w 239343"/>
                <a:gd name="connsiteY81" fmla="*/ 59016 h 85245"/>
                <a:gd name="connsiteX82" fmla="*/ 45901 w 239343"/>
                <a:gd name="connsiteY82" fmla="*/ 57377 h 85245"/>
                <a:gd name="connsiteX83" fmla="*/ 49180 w 239343"/>
                <a:gd name="connsiteY83" fmla="*/ 57377 h 85245"/>
                <a:gd name="connsiteX84" fmla="*/ 54098 w 239343"/>
                <a:gd name="connsiteY84" fmla="*/ 55737 h 85245"/>
                <a:gd name="connsiteX85" fmla="*/ 57377 w 239343"/>
                <a:gd name="connsiteY85" fmla="*/ 54098 h 85245"/>
                <a:gd name="connsiteX86" fmla="*/ 60655 w 239343"/>
                <a:gd name="connsiteY86" fmla="*/ 54098 h 85245"/>
                <a:gd name="connsiteX87" fmla="*/ 65573 w 239343"/>
                <a:gd name="connsiteY87" fmla="*/ 52459 h 85245"/>
                <a:gd name="connsiteX88" fmla="*/ 68852 w 239343"/>
                <a:gd name="connsiteY88" fmla="*/ 49180 h 85245"/>
                <a:gd name="connsiteX89" fmla="*/ 73770 w 239343"/>
                <a:gd name="connsiteY89" fmla="*/ 47541 h 85245"/>
                <a:gd name="connsiteX90" fmla="*/ 70492 w 239343"/>
                <a:gd name="connsiteY90" fmla="*/ 44262 h 85245"/>
                <a:gd name="connsiteX91" fmla="*/ 67213 w 239343"/>
                <a:gd name="connsiteY91" fmla="*/ 42623 h 85245"/>
                <a:gd name="connsiteX92" fmla="*/ 63934 w 239343"/>
                <a:gd name="connsiteY92" fmla="*/ 40983 h 85245"/>
                <a:gd name="connsiteX93" fmla="*/ 67213 w 239343"/>
                <a:gd name="connsiteY93" fmla="*/ 40983 h 85245"/>
                <a:gd name="connsiteX94" fmla="*/ 70492 w 239343"/>
                <a:gd name="connsiteY94" fmla="*/ 40983 h 85245"/>
                <a:gd name="connsiteX95" fmla="*/ 75410 w 239343"/>
                <a:gd name="connsiteY95" fmla="*/ 39344 h 85245"/>
                <a:gd name="connsiteX96" fmla="*/ 78688 w 239343"/>
                <a:gd name="connsiteY96" fmla="*/ 39344 h 85245"/>
                <a:gd name="connsiteX97" fmla="*/ 81967 w 239343"/>
                <a:gd name="connsiteY97" fmla="*/ 40983 h 85245"/>
                <a:gd name="connsiteX98" fmla="*/ 86885 w 239343"/>
                <a:gd name="connsiteY98" fmla="*/ 40983 h 85245"/>
                <a:gd name="connsiteX99" fmla="*/ 90164 w 239343"/>
                <a:gd name="connsiteY99" fmla="*/ 42623 h 85245"/>
                <a:gd name="connsiteX100" fmla="*/ 93442 w 239343"/>
                <a:gd name="connsiteY100" fmla="*/ 42623 h 85245"/>
                <a:gd name="connsiteX101" fmla="*/ 98360 w 239343"/>
                <a:gd name="connsiteY101" fmla="*/ 42623 h 85245"/>
                <a:gd name="connsiteX102" fmla="*/ 101639 w 239343"/>
                <a:gd name="connsiteY102" fmla="*/ 42623 h 85245"/>
                <a:gd name="connsiteX103" fmla="*/ 104918 w 239343"/>
                <a:gd name="connsiteY103" fmla="*/ 40983 h 85245"/>
                <a:gd name="connsiteX104" fmla="*/ 108196 w 239343"/>
                <a:gd name="connsiteY104" fmla="*/ 39344 h 85245"/>
                <a:gd name="connsiteX105" fmla="*/ 104918 w 239343"/>
                <a:gd name="connsiteY105" fmla="*/ 36065 h 85245"/>
                <a:gd name="connsiteX106" fmla="*/ 103278 w 239343"/>
                <a:gd name="connsiteY106" fmla="*/ 32787 h 85245"/>
                <a:gd name="connsiteX107" fmla="*/ 98360 w 239343"/>
                <a:gd name="connsiteY107" fmla="*/ 29508 h 85245"/>
                <a:gd name="connsiteX108" fmla="*/ 95082 w 239343"/>
                <a:gd name="connsiteY108" fmla="*/ 29508 h 85245"/>
                <a:gd name="connsiteX109" fmla="*/ 91803 w 239343"/>
                <a:gd name="connsiteY109" fmla="*/ 29508 h 85245"/>
                <a:gd name="connsiteX110" fmla="*/ 86885 w 239343"/>
                <a:gd name="connsiteY110" fmla="*/ 29508 h 85245"/>
                <a:gd name="connsiteX111" fmla="*/ 83606 w 239343"/>
                <a:gd name="connsiteY111" fmla="*/ 29508 h 85245"/>
                <a:gd name="connsiteX112" fmla="*/ 80328 w 239343"/>
                <a:gd name="connsiteY112" fmla="*/ 29508 h 85245"/>
                <a:gd name="connsiteX113" fmla="*/ 77049 w 239343"/>
                <a:gd name="connsiteY113" fmla="*/ 29508 h 85245"/>
                <a:gd name="connsiteX114" fmla="*/ 72131 w 239343"/>
                <a:gd name="connsiteY114" fmla="*/ 29508 h 85245"/>
                <a:gd name="connsiteX115" fmla="*/ 68852 w 239343"/>
                <a:gd name="connsiteY115" fmla="*/ 29508 h 85245"/>
                <a:gd name="connsiteX116" fmla="*/ 63934 w 239343"/>
                <a:gd name="connsiteY116" fmla="*/ 34426 h 85245"/>
                <a:gd name="connsiteX117" fmla="*/ 60655 w 239343"/>
                <a:gd name="connsiteY117" fmla="*/ 36065 h 85245"/>
                <a:gd name="connsiteX118" fmla="*/ 57377 w 239343"/>
                <a:gd name="connsiteY118" fmla="*/ 37705 h 85245"/>
                <a:gd name="connsiteX119" fmla="*/ 57377 w 239343"/>
                <a:gd name="connsiteY119" fmla="*/ 34426 h 85245"/>
                <a:gd name="connsiteX120" fmla="*/ 52459 w 239343"/>
                <a:gd name="connsiteY120" fmla="*/ 32787 h 85245"/>
                <a:gd name="connsiteX121" fmla="*/ 49180 w 239343"/>
                <a:gd name="connsiteY121" fmla="*/ 34426 h 85245"/>
                <a:gd name="connsiteX122" fmla="*/ 44262 w 239343"/>
                <a:gd name="connsiteY122" fmla="*/ 34426 h 85245"/>
                <a:gd name="connsiteX123" fmla="*/ 40983 w 239343"/>
                <a:gd name="connsiteY123" fmla="*/ 34426 h 85245"/>
                <a:gd name="connsiteX124" fmla="*/ 37705 w 239343"/>
                <a:gd name="connsiteY124" fmla="*/ 36065 h 85245"/>
                <a:gd name="connsiteX125" fmla="*/ 32787 w 239343"/>
                <a:gd name="connsiteY125" fmla="*/ 36065 h 85245"/>
                <a:gd name="connsiteX126" fmla="*/ 29508 w 239343"/>
                <a:gd name="connsiteY126" fmla="*/ 32787 h 85245"/>
                <a:gd name="connsiteX127" fmla="*/ 26229 w 239343"/>
                <a:gd name="connsiteY127" fmla="*/ 32787 h 85245"/>
                <a:gd name="connsiteX128" fmla="*/ 21311 w 239343"/>
                <a:gd name="connsiteY128" fmla="*/ 34426 h 85245"/>
                <a:gd name="connsiteX129" fmla="*/ 18033 w 239343"/>
                <a:gd name="connsiteY129" fmla="*/ 34426 h 85245"/>
                <a:gd name="connsiteX130" fmla="*/ 14754 w 239343"/>
                <a:gd name="connsiteY130" fmla="*/ 37705 h 85245"/>
                <a:gd name="connsiteX131" fmla="*/ 9836 w 239343"/>
                <a:gd name="connsiteY131" fmla="*/ 40983 h 85245"/>
                <a:gd name="connsiteX132" fmla="*/ 6557 w 239343"/>
                <a:gd name="connsiteY132" fmla="*/ 39344 h 85245"/>
                <a:gd name="connsiteX133" fmla="*/ 3279 w 239343"/>
                <a:gd name="connsiteY133" fmla="*/ 42623 h 85245"/>
                <a:gd name="connsiteX134" fmla="*/ 0 w 239343"/>
                <a:gd name="connsiteY134" fmla="*/ 37705 h 85245"/>
                <a:gd name="connsiteX135" fmla="*/ 1639 w 239343"/>
                <a:gd name="connsiteY135" fmla="*/ 34426 h 85245"/>
                <a:gd name="connsiteX136" fmla="*/ 4918 w 239343"/>
                <a:gd name="connsiteY136" fmla="*/ 31147 h 85245"/>
                <a:gd name="connsiteX137" fmla="*/ 9836 w 239343"/>
                <a:gd name="connsiteY137" fmla="*/ 29508 h 85245"/>
                <a:gd name="connsiteX138" fmla="*/ 13115 w 239343"/>
                <a:gd name="connsiteY138" fmla="*/ 27869 h 85245"/>
                <a:gd name="connsiteX139" fmla="*/ 16393 w 239343"/>
                <a:gd name="connsiteY139" fmla="*/ 29508 h 85245"/>
                <a:gd name="connsiteX140" fmla="*/ 21311 w 239343"/>
                <a:gd name="connsiteY140" fmla="*/ 29508 h 85245"/>
                <a:gd name="connsiteX141" fmla="*/ 24590 w 239343"/>
                <a:gd name="connsiteY141" fmla="*/ 31147 h 85245"/>
                <a:gd name="connsiteX142" fmla="*/ 27869 w 239343"/>
                <a:gd name="connsiteY142" fmla="*/ 27869 h 85245"/>
                <a:gd name="connsiteX143" fmla="*/ 32787 w 239343"/>
                <a:gd name="connsiteY143" fmla="*/ 26229 h 85245"/>
                <a:gd name="connsiteX144" fmla="*/ 36065 w 239343"/>
                <a:gd name="connsiteY144" fmla="*/ 26229 h 85245"/>
                <a:gd name="connsiteX145" fmla="*/ 40983 w 239343"/>
                <a:gd name="connsiteY145" fmla="*/ 27869 h 85245"/>
                <a:gd name="connsiteX146" fmla="*/ 44262 w 239343"/>
                <a:gd name="connsiteY146" fmla="*/ 26229 h 85245"/>
                <a:gd name="connsiteX147" fmla="*/ 47541 w 239343"/>
                <a:gd name="connsiteY147" fmla="*/ 26229 h 85245"/>
                <a:gd name="connsiteX148" fmla="*/ 50820 w 239343"/>
                <a:gd name="connsiteY148" fmla="*/ 24590 h 85245"/>
                <a:gd name="connsiteX149" fmla="*/ 55738 w 239343"/>
                <a:gd name="connsiteY149" fmla="*/ 24590 h 85245"/>
                <a:gd name="connsiteX150" fmla="*/ 59016 w 239343"/>
                <a:gd name="connsiteY150" fmla="*/ 24590 h 85245"/>
                <a:gd name="connsiteX151" fmla="*/ 62295 w 239343"/>
                <a:gd name="connsiteY151" fmla="*/ 22951 h 85245"/>
                <a:gd name="connsiteX152" fmla="*/ 67213 w 239343"/>
                <a:gd name="connsiteY152" fmla="*/ 22951 h 85245"/>
                <a:gd name="connsiteX153" fmla="*/ 70492 w 239343"/>
                <a:gd name="connsiteY153" fmla="*/ 21311 h 85245"/>
                <a:gd name="connsiteX154" fmla="*/ 73770 w 239343"/>
                <a:gd name="connsiteY154" fmla="*/ 19672 h 85245"/>
                <a:gd name="connsiteX155" fmla="*/ 78688 w 239343"/>
                <a:gd name="connsiteY155" fmla="*/ 21311 h 85245"/>
                <a:gd name="connsiteX156" fmla="*/ 81967 w 239343"/>
                <a:gd name="connsiteY156" fmla="*/ 19672 h 85245"/>
                <a:gd name="connsiteX157" fmla="*/ 85245 w 239343"/>
                <a:gd name="connsiteY157" fmla="*/ 19672 h 85245"/>
                <a:gd name="connsiteX158" fmla="*/ 90164 w 239343"/>
                <a:gd name="connsiteY158" fmla="*/ 19672 h 85245"/>
                <a:gd name="connsiteX159" fmla="*/ 93442 w 239343"/>
                <a:gd name="connsiteY159" fmla="*/ 19672 h 85245"/>
                <a:gd name="connsiteX160" fmla="*/ 96721 w 239343"/>
                <a:gd name="connsiteY160" fmla="*/ 16393 h 85245"/>
                <a:gd name="connsiteX161" fmla="*/ 101639 w 239343"/>
                <a:gd name="connsiteY161" fmla="*/ 16393 h 85245"/>
                <a:gd name="connsiteX162" fmla="*/ 104918 w 239343"/>
                <a:gd name="connsiteY162" fmla="*/ 16393 h 85245"/>
                <a:gd name="connsiteX163" fmla="*/ 108196 w 239343"/>
                <a:gd name="connsiteY163" fmla="*/ 16393 h 85245"/>
                <a:gd name="connsiteX164" fmla="*/ 111475 w 239343"/>
                <a:gd name="connsiteY164" fmla="*/ 16393 h 85245"/>
                <a:gd name="connsiteX165" fmla="*/ 116393 w 239343"/>
                <a:gd name="connsiteY165" fmla="*/ 14754 h 85245"/>
                <a:gd name="connsiteX166" fmla="*/ 119672 w 239343"/>
                <a:gd name="connsiteY166" fmla="*/ 14754 h 85245"/>
                <a:gd name="connsiteX167" fmla="*/ 122950 w 239343"/>
                <a:gd name="connsiteY167" fmla="*/ 13115 h 85245"/>
                <a:gd name="connsiteX168" fmla="*/ 127868 w 239343"/>
                <a:gd name="connsiteY168" fmla="*/ 13115 h 85245"/>
                <a:gd name="connsiteX169" fmla="*/ 131147 w 239343"/>
                <a:gd name="connsiteY169" fmla="*/ 11475 h 85245"/>
                <a:gd name="connsiteX170" fmla="*/ 134426 w 239343"/>
                <a:gd name="connsiteY170" fmla="*/ 11475 h 85245"/>
                <a:gd name="connsiteX171" fmla="*/ 139344 w 239343"/>
                <a:gd name="connsiteY171" fmla="*/ 9836 h 85245"/>
                <a:gd name="connsiteX172" fmla="*/ 142622 w 239343"/>
                <a:gd name="connsiteY172" fmla="*/ 8197 h 85245"/>
                <a:gd name="connsiteX173" fmla="*/ 147540 w 239343"/>
                <a:gd name="connsiteY173" fmla="*/ 6557 h 85245"/>
                <a:gd name="connsiteX174" fmla="*/ 150819 w 239343"/>
                <a:gd name="connsiteY174" fmla="*/ 6557 h 85245"/>
                <a:gd name="connsiteX175" fmla="*/ 154098 w 239343"/>
                <a:gd name="connsiteY175" fmla="*/ 6557 h 85245"/>
                <a:gd name="connsiteX176" fmla="*/ 159016 w 239343"/>
                <a:gd name="connsiteY176" fmla="*/ 4918 h 85245"/>
                <a:gd name="connsiteX177" fmla="*/ 162294 w 239343"/>
                <a:gd name="connsiteY177" fmla="*/ 4918 h 85245"/>
                <a:gd name="connsiteX178" fmla="*/ 165573 w 239343"/>
                <a:gd name="connsiteY178" fmla="*/ 3279 h 85245"/>
                <a:gd name="connsiteX179" fmla="*/ 170491 w 239343"/>
                <a:gd name="connsiteY179" fmla="*/ 3279 h 85245"/>
                <a:gd name="connsiteX180" fmla="*/ 173770 w 239343"/>
                <a:gd name="connsiteY180" fmla="*/ 3279 h 85245"/>
                <a:gd name="connsiteX181" fmla="*/ 177048 w 239343"/>
                <a:gd name="connsiteY181" fmla="*/ 3279 h 85245"/>
                <a:gd name="connsiteX182" fmla="*/ 181966 w 239343"/>
                <a:gd name="connsiteY182" fmla="*/ 1639 h 85245"/>
                <a:gd name="connsiteX183" fmla="*/ 185245 w 239343"/>
                <a:gd name="connsiteY183" fmla="*/ 1639 h 85245"/>
                <a:gd name="connsiteX184" fmla="*/ 185245 w 239343"/>
                <a:gd name="connsiteY184" fmla="*/ 0 h 85245"/>
                <a:gd name="connsiteX185" fmla="*/ 190163 w 239343"/>
                <a:gd name="connsiteY185" fmla="*/ 0 h 85245"/>
                <a:gd name="connsiteX186" fmla="*/ 193442 w 239343"/>
                <a:gd name="connsiteY186" fmla="*/ 0 h 85245"/>
                <a:gd name="connsiteX187" fmla="*/ 196720 w 239343"/>
                <a:gd name="connsiteY187" fmla="*/ 3279 h 85245"/>
                <a:gd name="connsiteX188" fmla="*/ 201638 w 239343"/>
                <a:gd name="connsiteY188" fmla="*/ 1639 h 85245"/>
                <a:gd name="connsiteX189" fmla="*/ 196720 w 239343"/>
                <a:gd name="connsiteY189" fmla="*/ 3279 h 85245"/>
                <a:gd name="connsiteX190" fmla="*/ 201638 w 239343"/>
                <a:gd name="connsiteY190" fmla="*/ 3279 h 85245"/>
                <a:gd name="connsiteX191" fmla="*/ 204917 w 239343"/>
                <a:gd name="connsiteY191" fmla="*/ 3279 h 85245"/>
                <a:gd name="connsiteX192" fmla="*/ 208196 w 239343"/>
                <a:gd name="connsiteY192" fmla="*/ 4918 h 85245"/>
                <a:gd name="connsiteX193" fmla="*/ 204917 w 239343"/>
                <a:gd name="connsiteY193" fmla="*/ 6557 h 85245"/>
                <a:gd name="connsiteX194" fmla="*/ 199999 w 239343"/>
                <a:gd name="connsiteY194" fmla="*/ 8197 h 85245"/>
                <a:gd name="connsiteX195" fmla="*/ 196720 w 239343"/>
                <a:gd name="connsiteY195" fmla="*/ 8197 h 85245"/>
                <a:gd name="connsiteX196" fmla="*/ 193442 w 239343"/>
                <a:gd name="connsiteY196" fmla="*/ 9836 h 85245"/>
                <a:gd name="connsiteX197" fmla="*/ 188524 w 239343"/>
                <a:gd name="connsiteY197" fmla="*/ 11475 h 85245"/>
                <a:gd name="connsiteX198" fmla="*/ 185245 w 239343"/>
                <a:gd name="connsiteY198" fmla="*/ 11475 h 85245"/>
                <a:gd name="connsiteX199" fmla="*/ 181966 w 239343"/>
                <a:gd name="connsiteY199" fmla="*/ 13115 h 85245"/>
                <a:gd name="connsiteX200" fmla="*/ 177048 w 239343"/>
                <a:gd name="connsiteY200" fmla="*/ 14754 h 85245"/>
                <a:gd name="connsiteX201" fmla="*/ 173770 w 239343"/>
                <a:gd name="connsiteY201" fmla="*/ 14754 h 85245"/>
                <a:gd name="connsiteX202" fmla="*/ 170491 w 239343"/>
                <a:gd name="connsiteY202" fmla="*/ 14754 h 85245"/>
                <a:gd name="connsiteX203" fmla="*/ 167212 w 239343"/>
                <a:gd name="connsiteY203" fmla="*/ 14754 h 85245"/>
                <a:gd name="connsiteX204" fmla="*/ 163934 w 239343"/>
                <a:gd name="connsiteY204" fmla="*/ 18033 h 85245"/>
                <a:gd name="connsiteX205" fmla="*/ 159016 w 239343"/>
                <a:gd name="connsiteY205" fmla="*/ 19672 h 85245"/>
                <a:gd name="connsiteX206" fmla="*/ 155737 w 239343"/>
                <a:gd name="connsiteY206" fmla="*/ 19672 h 85245"/>
                <a:gd name="connsiteX207" fmla="*/ 150819 w 239343"/>
                <a:gd name="connsiteY207" fmla="*/ 22951 h 85245"/>
                <a:gd name="connsiteX208" fmla="*/ 147540 w 239343"/>
                <a:gd name="connsiteY208" fmla="*/ 22951 h 85245"/>
                <a:gd name="connsiteX209" fmla="*/ 150819 w 239343"/>
                <a:gd name="connsiteY209" fmla="*/ 26229 h 85245"/>
                <a:gd name="connsiteX210" fmla="*/ 155737 w 239343"/>
                <a:gd name="connsiteY210" fmla="*/ 24590 h 85245"/>
                <a:gd name="connsiteX211" fmla="*/ 159016 w 239343"/>
                <a:gd name="connsiteY211" fmla="*/ 24590 h 85245"/>
                <a:gd name="connsiteX212" fmla="*/ 159016 w 239343"/>
                <a:gd name="connsiteY212" fmla="*/ 24590 h 85245"/>
                <a:gd name="connsiteX213" fmla="*/ 163934 w 239343"/>
                <a:gd name="connsiteY213" fmla="*/ 26229 h 85245"/>
                <a:gd name="connsiteX214" fmla="*/ 167212 w 239343"/>
                <a:gd name="connsiteY214" fmla="*/ 26229 h 85245"/>
                <a:gd name="connsiteX215" fmla="*/ 163934 w 239343"/>
                <a:gd name="connsiteY215" fmla="*/ 27869 h 85245"/>
                <a:gd name="connsiteX216" fmla="*/ 167212 w 239343"/>
                <a:gd name="connsiteY216" fmla="*/ 27869 h 85245"/>
                <a:gd name="connsiteX217" fmla="*/ 170491 w 239343"/>
                <a:gd name="connsiteY217" fmla="*/ 27869 h 85245"/>
                <a:gd name="connsiteX218" fmla="*/ 173770 w 239343"/>
                <a:gd name="connsiteY218" fmla="*/ 26229 h 85245"/>
                <a:gd name="connsiteX219" fmla="*/ 178688 w 239343"/>
                <a:gd name="connsiteY219" fmla="*/ 27869 h 85245"/>
                <a:gd name="connsiteX220" fmla="*/ 181966 w 239343"/>
                <a:gd name="connsiteY220" fmla="*/ 27869 h 85245"/>
                <a:gd name="connsiteX221" fmla="*/ 186885 w 239343"/>
                <a:gd name="connsiteY221" fmla="*/ 27869 h 85245"/>
                <a:gd name="connsiteX222" fmla="*/ 190163 w 239343"/>
                <a:gd name="connsiteY222" fmla="*/ 27869 h 85245"/>
                <a:gd name="connsiteX223" fmla="*/ 193442 w 239343"/>
                <a:gd name="connsiteY223" fmla="*/ 27869 h 85245"/>
                <a:gd name="connsiteX224" fmla="*/ 196720 w 239343"/>
                <a:gd name="connsiteY224" fmla="*/ 26229 h 85245"/>
                <a:gd name="connsiteX225" fmla="*/ 201638 w 239343"/>
                <a:gd name="connsiteY225" fmla="*/ 26229 h 85245"/>
                <a:gd name="connsiteX226" fmla="*/ 204917 w 239343"/>
                <a:gd name="connsiteY226" fmla="*/ 26229 h 85245"/>
                <a:gd name="connsiteX227" fmla="*/ 208196 w 239343"/>
                <a:gd name="connsiteY227" fmla="*/ 24590 h 85245"/>
                <a:gd name="connsiteX228" fmla="*/ 213114 w 239343"/>
                <a:gd name="connsiteY228" fmla="*/ 22951 h 85245"/>
                <a:gd name="connsiteX229" fmla="*/ 216392 w 239343"/>
                <a:gd name="connsiteY229" fmla="*/ 22951 h 85245"/>
                <a:gd name="connsiteX230" fmla="*/ 213114 w 239343"/>
                <a:gd name="connsiteY230" fmla="*/ 22951 h 85245"/>
                <a:gd name="connsiteX231" fmla="*/ 216392 w 239343"/>
                <a:gd name="connsiteY231" fmla="*/ 19672 h 85245"/>
                <a:gd name="connsiteX232" fmla="*/ 221310 w 239343"/>
                <a:gd name="connsiteY232" fmla="*/ 18033 h 85245"/>
                <a:gd name="connsiteX233" fmla="*/ 224589 w 239343"/>
                <a:gd name="connsiteY233" fmla="*/ 18033 h 85245"/>
                <a:gd name="connsiteX234" fmla="*/ 227868 w 239343"/>
                <a:gd name="connsiteY234" fmla="*/ 16393 h 85245"/>
                <a:gd name="connsiteX235" fmla="*/ 231147 w 239343"/>
                <a:gd name="connsiteY235" fmla="*/ 16393 h 85245"/>
                <a:gd name="connsiteX236" fmla="*/ 236065 w 239343"/>
                <a:gd name="connsiteY236" fmla="*/ 14754 h 85245"/>
                <a:gd name="connsiteX237" fmla="*/ 239343 w 239343"/>
                <a:gd name="connsiteY237" fmla="*/ 14754 h 85245"/>
                <a:gd name="connsiteX238" fmla="*/ 236065 w 239343"/>
                <a:gd name="connsiteY238" fmla="*/ 14754 h 85245"/>
                <a:gd name="connsiteX239" fmla="*/ 239343 w 239343"/>
                <a:gd name="connsiteY239" fmla="*/ 16393 h 85245"/>
                <a:gd name="connsiteX240" fmla="*/ 236065 w 239343"/>
                <a:gd name="connsiteY240" fmla="*/ 16393 h 85245"/>
                <a:gd name="connsiteX241" fmla="*/ 231147 w 239343"/>
                <a:gd name="connsiteY241" fmla="*/ 19672 h 85245"/>
                <a:gd name="connsiteX242" fmla="*/ 227868 w 239343"/>
                <a:gd name="connsiteY242" fmla="*/ 21311 h 85245"/>
                <a:gd name="connsiteX243" fmla="*/ 224589 w 239343"/>
                <a:gd name="connsiteY243" fmla="*/ 21311 h 85245"/>
                <a:gd name="connsiteX244" fmla="*/ 227868 w 239343"/>
                <a:gd name="connsiteY244" fmla="*/ 22951 h 85245"/>
                <a:gd name="connsiteX245" fmla="*/ 231147 w 239343"/>
                <a:gd name="connsiteY245" fmla="*/ 21311 h 85245"/>
                <a:gd name="connsiteX246" fmla="*/ 236065 w 239343"/>
                <a:gd name="connsiteY246" fmla="*/ 21311 h 85245"/>
                <a:gd name="connsiteX247" fmla="*/ 232786 w 239343"/>
                <a:gd name="connsiteY247" fmla="*/ 22951 h 85245"/>
                <a:gd name="connsiteX248" fmla="*/ 227868 w 239343"/>
                <a:gd name="connsiteY248" fmla="*/ 24590 h 85245"/>
                <a:gd name="connsiteX249" fmla="*/ 224589 w 239343"/>
                <a:gd name="connsiteY249" fmla="*/ 27869 h 85245"/>
                <a:gd name="connsiteX250" fmla="*/ 221310 w 239343"/>
                <a:gd name="connsiteY250" fmla="*/ 31147 h 85245"/>
                <a:gd name="connsiteX251" fmla="*/ 218032 w 239343"/>
                <a:gd name="connsiteY251" fmla="*/ 31147 h 85245"/>
                <a:gd name="connsiteX252" fmla="*/ 213114 w 239343"/>
                <a:gd name="connsiteY252" fmla="*/ 34426 h 85245"/>
                <a:gd name="connsiteX253" fmla="*/ 209835 w 239343"/>
                <a:gd name="connsiteY253" fmla="*/ 34426 h 85245"/>
                <a:gd name="connsiteX254" fmla="*/ 204917 w 239343"/>
                <a:gd name="connsiteY254" fmla="*/ 36065 h 85245"/>
                <a:gd name="connsiteX255" fmla="*/ 209835 w 239343"/>
                <a:gd name="connsiteY255" fmla="*/ 37705 h 85245"/>
                <a:gd name="connsiteX256" fmla="*/ 204917 w 239343"/>
                <a:gd name="connsiteY256" fmla="*/ 39344 h 85245"/>
                <a:gd name="connsiteX257" fmla="*/ 201638 w 239343"/>
                <a:gd name="connsiteY257" fmla="*/ 39344 h 85245"/>
                <a:gd name="connsiteX258" fmla="*/ 198360 w 239343"/>
                <a:gd name="connsiteY258" fmla="*/ 40983 h 85245"/>
                <a:gd name="connsiteX259" fmla="*/ 195081 w 239343"/>
                <a:gd name="connsiteY259" fmla="*/ 42623 h 85245"/>
                <a:gd name="connsiteX260" fmla="*/ 190163 w 239343"/>
                <a:gd name="connsiteY260" fmla="*/ 44262 h 85245"/>
                <a:gd name="connsiteX261" fmla="*/ 195081 w 239343"/>
                <a:gd name="connsiteY261" fmla="*/ 47541 h 85245"/>
                <a:gd name="connsiteX262" fmla="*/ 198360 w 239343"/>
                <a:gd name="connsiteY262" fmla="*/ 45901 h 85245"/>
                <a:gd name="connsiteX263" fmla="*/ 201638 w 239343"/>
                <a:gd name="connsiteY263" fmla="*/ 45901 h 85245"/>
                <a:gd name="connsiteX264" fmla="*/ 198360 w 239343"/>
                <a:gd name="connsiteY264" fmla="*/ 45901 h 85245"/>
                <a:gd name="connsiteX265" fmla="*/ 195081 w 239343"/>
                <a:gd name="connsiteY265" fmla="*/ 47541 h 85245"/>
                <a:gd name="connsiteX266" fmla="*/ 198360 w 239343"/>
                <a:gd name="connsiteY266" fmla="*/ 49180 h 85245"/>
                <a:gd name="connsiteX267" fmla="*/ 195081 w 239343"/>
                <a:gd name="connsiteY267" fmla="*/ 49180 h 85245"/>
                <a:gd name="connsiteX268" fmla="*/ 190163 w 239343"/>
                <a:gd name="connsiteY268" fmla="*/ 50819 h 85245"/>
                <a:gd name="connsiteX269" fmla="*/ 186885 w 239343"/>
                <a:gd name="connsiteY269" fmla="*/ 52459 h 85245"/>
                <a:gd name="connsiteX270" fmla="*/ 185245 w 239343"/>
                <a:gd name="connsiteY270" fmla="*/ 52459 h 85245"/>
                <a:gd name="connsiteX271" fmla="*/ 181966 w 239343"/>
                <a:gd name="connsiteY271" fmla="*/ 52459 h 85245"/>
                <a:gd name="connsiteX272" fmla="*/ 178688 w 239343"/>
                <a:gd name="connsiteY272" fmla="*/ 52459 h 85245"/>
                <a:gd name="connsiteX273" fmla="*/ 173770 w 239343"/>
                <a:gd name="connsiteY273" fmla="*/ 52459 h 85245"/>
                <a:gd name="connsiteX274" fmla="*/ 170491 w 239343"/>
                <a:gd name="connsiteY274" fmla="*/ 54098 h 85245"/>
                <a:gd name="connsiteX275" fmla="*/ 167212 w 239343"/>
                <a:gd name="connsiteY275" fmla="*/ 50819 h 85245"/>
                <a:gd name="connsiteX276" fmla="*/ 163934 w 239343"/>
                <a:gd name="connsiteY276" fmla="*/ 47541 h 85245"/>
                <a:gd name="connsiteX277" fmla="*/ 159016 w 239343"/>
                <a:gd name="connsiteY277" fmla="*/ 47541 h 85245"/>
                <a:gd name="connsiteX278" fmla="*/ 155737 w 239343"/>
                <a:gd name="connsiteY278" fmla="*/ 49180 h 85245"/>
                <a:gd name="connsiteX279" fmla="*/ 152458 w 239343"/>
                <a:gd name="connsiteY279" fmla="*/ 47541 h 85245"/>
                <a:gd name="connsiteX280" fmla="*/ 147540 w 239343"/>
                <a:gd name="connsiteY280" fmla="*/ 47541 h 85245"/>
                <a:gd name="connsiteX281" fmla="*/ 144262 w 239343"/>
                <a:gd name="connsiteY281" fmla="*/ 47541 h 85245"/>
                <a:gd name="connsiteX282" fmla="*/ 140983 w 239343"/>
                <a:gd name="connsiteY282" fmla="*/ 49180 h 85245"/>
                <a:gd name="connsiteX283" fmla="*/ 144262 w 239343"/>
                <a:gd name="connsiteY283" fmla="*/ 50819 h 85245"/>
                <a:gd name="connsiteX284" fmla="*/ 140983 w 239343"/>
                <a:gd name="connsiteY284" fmla="*/ 52459 h 85245"/>
                <a:gd name="connsiteX285" fmla="*/ 136065 w 239343"/>
                <a:gd name="connsiteY285" fmla="*/ 52459 h 85245"/>
                <a:gd name="connsiteX286" fmla="*/ 132786 w 239343"/>
                <a:gd name="connsiteY286" fmla="*/ 54098 h 85245"/>
                <a:gd name="connsiteX287" fmla="*/ 129508 w 239343"/>
                <a:gd name="connsiteY287" fmla="*/ 54098 h 85245"/>
                <a:gd name="connsiteX288" fmla="*/ 127868 w 239343"/>
                <a:gd name="connsiteY288" fmla="*/ 54098 h 85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</a:cxnLst>
              <a:rect l="l" t="t" r="r" b="b"/>
              <a:pathLst>
                <a:path w="239343" h="85245">
                  <a:moveTo>
                    <a:pt x="127868" y="54098"/>
                  </a:moveTo>
                  <a:lnTo>
                    <a:pt x="126229" y="57377"/>
                  </a:lnTo>
                  <a:lnTo>
                    <a:pt x="129508" y="60656"/>
                  </a:lnTo>
                  <a:lnTo>
                    <a:pt x="134426" y="60656"/>
                  </a:lnTo>
                  <a:lnTo>
                    <a:pt x="132786" y="63934"/>
                  </a:lnTo>
                  <a:lnTo>
                    <a:pt x="127868" y="65573"/>
                  </a:lnTo>
                  <a:lnTo>
                    <a:pt x="124590" y="65573"/>
                  </a:lnTo>
                  <a:lnTo>
                    <a:pt x="121311" y="65573"/>
                  </a:lnTo>
                  <a:lnTo>
                    <a:pt x="118032" y="67213"/>
                  </a:lnTo>
                  <a:lnTo>
                    <a:pt x="114754" y="68852"/>
                  </a:lnTo>
                  <a:lnTo>
                    <a:pt x="109836" y="70492"/>
                  </a:lnTo>
                  <a:lnTo>
                    <a:pt x="106557" y="70492"/>
                  </a:lnTo>
                  <a:lnTo>
                    <a:pt x="103278" y="72131"/>
                  </a:lnTo>
                  <a:lnTo>
                    <a:pt x="98360" y="73770"/>
                  </a:lnTo>
                  <a:lnTo>
                    <a:pt x="95082" y="75409"/>
                  </a:lnTo>
                  <a:lnTo>
                    <a:pt x="91803" y="77049"/>
                  </a:lnTo>
                  <a:lnTo>
                    <a:pt x="86885" y="78688"/>
                  </a:lnTo>
                  <a:lnTo>
                    <a:pt x="83606" y="78688"/>
                  </a:lnTo>
                  <a:lnTo>
                    <a:pt x="80328" y="78688"/>
                  </a:lnTo>
                  <a:lnTo>
                    <a:pt x="75410" y="80328"/>
                  </a:lnTo>
                  <a:lnTo>
                    <a:pt x="72131" y="81967"/>
                  </a:lnTo>
                  <a:lnTo>
                    <a:pt x="68852" y="81967"/>
                  </a:lnTo>
                  <a:lnTo>
                    <a:pt x="63934" y="85246"/>
                  </a:lnTo>
                  <a:lnTo>
                    <a:pt x="60655" y="85246"/>
                  </a:lnTo>
                  <a:lnTo>
                    <a:pt x="57377" y="85246"/>
                  </a:lnTo>
                  <a:lnTo>
                    <a:pt x="55738" y="85246"/>
                  </a:lnTo>
                  <a:lnTo>
                    <a:pt x="55738" y="81967"/>
                  </a:lnTo>
                  <a:lnTo>
                    <a:pt x="59016" y="80328"/>
                  </a:lnTo>
                  <a:lnTo>
                    <a:pt x="63934" y="80328"/>
                  </a:lnTo>
                  <a:lnTo>
                    <a:pt x="67213" y="78688"/>
                  </a:lnTo>
                  <a:lnTo>
                    <a:pt x="70492" y="78688"/>
                  </a:lnTo>
                  <a:lnTo>
                    <a:pt x="75410" y="77049"/>
                  </a:lnTo>
                  <a:lnTo>
                    <a:pt x="78688" y="73770"/>
                  </a:lnTo>
                  <a:lnTo>
                    <a:pt x="81967" y="73770"/>
                  </a:lnTo>
                  <a:lnTo>
                    <a:pt x="86885" y="72131"/>
                  </a:lnTo>
                  <a:lnTo>
                    <a:pt x="90164" y="70492"/>
                  </a:lnTo>
                  <a:lnTo>
                    <a:pt x="93442" y="68852"/>
                  </a:lnTo>
                  <a:lnTo>
                    <a:pt x="98360" y="68852"/>
                  </a:lnTo>
                  <a:lnTo>
                    <a:pt x="101639" y="65573"/>
                  </a:lnTo>
                  <a:lnTo>
                    <a:pt x="106557" y="63934"/>
                  </a:lnTo>
                  <a:lnTo>
                    <a:pt x="109836" y="62295"/>
                  </a:lnTo>
                  <a:lnTo>
                    <a:pt x="113114" y="60656"/>
                  </a:lnTo>
                  <a:lnTo>
                    <a:pt x="116393" y="55737"/>
                  </a:lnTo>
                  <a:lnTo>
                    <a:pt x="111475" y="55737"/>
                  </a:lnTo>
                  <a:lnTo>
                    <a:pt x="108196" y="54098"/>
                  </a:lnTo>
                  <a:lnTo>
                    <a:pt x="104918" y="55737"/>
                  </a:lnTo>
                  <a:lnTo>
                    <a:pt x="101639" y="55737"/>
                  </a:lnTo>
                  <a:lnTo>
                    <a:pt x="96721" y="57377"/>
                  </a:lnTo>
                  <a:lnTo>
                    <a:pt x="93442" y="57377"/>
                  </a:lnTo>
                  <a:lnTo>
                    <a:pt x="90164" y="59016"/>
                  </a:lnTo>
                  <a:lnTo>
                    <a:pt x="85245" y="60656"/>
                  </a:lnTo>
                  <a:lnTo>
                    <a:pt x="81967" y="62295"/>
                  </a:lnTo>
                  <a:lnTo>
                    <a:pt x="77049" y="62295"/>
                  </a:lnTo>
                  <a:lnTo>
                    <a:pt x="73770" y="63934"/>
                  </a:lnTo>
                  <a:lnTo>
                    <a:pt x="70492" y="67213"/>
                  </a:lnTo>
                  <a:lnTo>
                    <a:pt x="65573" y="68852"/>
                  </a:lnTo>
                  <a:lnTo>
                    <a:pt x="62295" y="72131"/>
                  </a:lnTo>
                  <a:lnTo>
                    <a:pt x="59016" y="75409"/>
                  </a:lnTo>
                  <a:lnTo>
                    <a:pt x="54098" y="77049"/>
                  </a:lnTo>
                  <a:lnTo>
                    <a:pt x="50820" y="78688"/>
                  </a:lnTo>
                  <a:lnTo>
                    <a:pt x="47541" y="78688"/>
                  </a:lnTo>
                  <a:lnTo>
                    <a:pt x="44262" y="78688"/>
                  </a:lnTo>
                  <a:lnTo>
                    <a:pt x="39344" y="80328"/>
                  </a:lnTo>
                  <a:lnTo>
                    <a:pt x="36065" y="78688"/>
                  </a:lnTo>
                  <a:lnTo>
                    <a:pt x="31148" y="78688"/>
                  </a:lnTo>
                  <a:lnTo>
                    <a:pt x="27869" y="77049"/>
                  </a:lnTo>
                  <a:lnTo>
                    <a:pt x="24590" y="77049"/>
                  </a:lnTo>
                  <a:lnTo>
                    <a:pt x="19672" y="75409"/>
                  </a:lnTo>
                  <a:lnTo>
                    <a:pt x="16393" y="75409"/>
                  </a:lnTo>
                  <a:lnTo>
                    <a:pt x="13115" y="75409"/>
                  </a:lnTo>
                  <a:lnTo>
                    <a:pt x="9836" y="73770"/>
                  </a:lnTo>
                  <a:lnTo>
                    <a:pt x="8197" y="72131"/>
                  </a:lnTo>
                  <a:lnTo>
                    <a:pt x="11475" y="70492"/>
                  </a:lnTo>
                  <a:lnTo>
                    <a:pt x="14754" y="70492"/>
                  </a:lnTo>
                  <a:lnTo>
                    <a:pt x="19672" y="70492"/>
                  </a:lnTo>
                  <a:lnTo>
                    <a:pt x="22951" y="70492"/>
                  </a:lnTo>
                  <a:lnTo>
                    <a:pt x="27869" y="68852"/>
                  </a:lnTo>
                  <a:lnTo>
                    <a:pt x="31148" y="67213"/>
                  </a:lnTo>
                  <a:lnTo>
                    <a:pt x="34426" y="67213"/>
                  </a:lnTo>
                  <a:lnTo>
                    <a:pt x="39344" y="63934"/>
                  </a:lnTo>
                  <a:lnTo>
                    <a:pt x="37705" y="60656"/>
                  </a:lnTo>
                  <a:lnTo>
                    <a:pt x="42623" y="59016"/>
                  </a:lnTo>
                  <a:lnTo>
                    <a:pt x="45901" y="57377"/>
                  </a:lnTo>
                  <a:lnTo>
                    <a:pt x="49180" y="57377"/>
                  </a:lnTo>
                  <a:lnTo>
                    <a:pt x="54098" y="55737"/>
                  </a:lnTo>
                  <a:lnTo>
                    <a:pt x="57377" y="54098"/>
                  </a:lnTo>
                  <a:lnTo>
                    <a:pt x="60655" y="54098"/>
                  </a:lnTo>
                  <a:lnTo>
                    <a:pt x="65573" y="52459"/>
                  </a:lnTo>
                  <a:lnTo>
                    <a:pt x="68852" y="49180"/>
                  </a:lnTo>
                  <a:lnTo>
                    <a:pt x="73770" y="47541"/>
                  </a:lnTo>
                  <a:lnTo>
                    <a:pt x="70492" y="44262"/>
                  </a:lnTo>
                  <a:lnTo>
                    <a:pt x="67213" y="42623"/>
                  </a:lnTo>
                  <a:lnTo>
                    <a:pt x="63934" y="40983"/>
                  </a:lnTo>
                  <a:lnTo>
                    <a:pt x="67213" y="40983"/>
                  </a:lnTo>
                  <a:lnTo>
                    <a:pt x="70492" y="40983"/>
                  </a:lnTo>
                  <a:lnTo>
                    <a:pt x="75410" y="39344"/>
                  </a:lnTo>
                  <a:lnTo>
                    <a:pt x="78688" y="39344"/>
                  </a:lnTo>
                  <a:lnTo>
                    <a:pt x="81967" y="40983"/>
                  </a:lnTo>
                  <a:lnTo>
                    <a:pt x="86885" y="40983"/>
                  </a:lnTo>
                  <a:lnTo>
                    <a:pt x="90164" y="42623"/>
                  </a:lnTo>
                  <a:lnTo>
                    <a:pt x="93442" y="42623"/>
                  </a:lnTo>
                  <a:lnTo>
                    <a:pt x="98360" y="42623"/>
                  </a:lnTo>
                  <a:lnTo>
                    <a:pt x="101639" y="42623"/>
                  </a:lnTo>
                  <a:lnTo>
                    <a:pt x="104918" y="40983"/>
                  </a:lnTo>
                  <a:lnTo>
                    <a:pt x="108196" y="39344"/>
                  </a:lnTo>
                  <a:lnTo>
                    <a:pt x="104918" y="36065"/>
                  </a:lnTo>
                  <a:lnTo>
                    <a:pt x="103278" y="32787"/>
                  </a:lnTo>
                  <a:lnTo>
                    <a:pt x="98360" y="29508"/>
                  </a:lnTo>
                  <a:lnTo>
                    <a:pt x="95082" y="29508"/>
                  </a:lnTo>
                  <a:lnTo>
                    <a:pt x="91803" y="29508"/>
                  </a:lnTo>
                  <a:lnTo>
                    <a:pt x="86885" y="29508"/>
                  </a:lnTo>
                  <a:lnTo>
                    <a:pt x="83606" y="29508"/>
                  </a:lnTo>
                  <a:lnTo>
                    <a:pt x="80328" y="29508"/>
                  </a:lnTo>
                  <a:lnTo>
                    <a:pt x="77049" y="29508"/>
                  </a:lnTo>
                  <a:lnTo>
                    <a:pt x="72131" y="29508"/>
                  </a:lnTo>
                  <a:lnTo>
                    <a:pt x="68852" y="29508"/>
                  </a:lnTo>
                  <a:lnTo>
                    <a:pt x="63934" y="34426"/>
                  </a:lnTo>
                  <a:lnTo>
                    <a:pt x="60655" y="36065"/>
                  </a:lnTo>
                  <a:lnTo>
                    <a:pt x="57377" y="37705"/>
                  </a:lnTo>
                  <a:lnTo>
                    <a:pt x="57377" y="34426"/>
                  </a:lnTo>
                  <a:lnTo>
                    <a:pt x="52459" y="32787"/>
                  </a:lnTo>
                  <a:lnTo>
                    <a:pt x="49180" y="34426"/>
                  </a:lnTo>
                  <a:lnTo>
                    <a:pt x="44262" y="34426"/>
                  </a:lnTo>
                  <a:lnTo>
                    <a:pt x="40983" y="34426"/>
                  </a:lnTo>
                  <a:lnTo>
                    <a:pt x="37705" y="36065"/>
                  </a:lnTo>
                  <a:lnTo>
                    <a:pt x="32787" y="36065"/>
                  </a:lnTo>
                  <a:lnTo>
                    <a:pt x="29508" y="32787"/>
                  </a:lnTo>
                  <a:lnTo>
                    <a:pt x="26229" y="32787"/>
                  </a:lnTo>
                  <a:lnTo>
                    <a:pt x="21311" y="34426"/>
                  </a:lnTo>
                  <a:lnTo>
                    <a:pt x="18033" y="34426"/>
                  </a:lnTo>
                  <a:lnTo>
                    <a:pt x="14754" y="37705"/>
                  </a:lnTo>
                  <a:lnTo>
                    <a:pt x="9836" y="40983"/>
                  </a:lnTo>
                  <a:lnTo>
                    <a:pt x="6557" y="39344"/>
                  </a:lnTo>
                  <a:lnTo>
                    <a:pt x="3279" y="42623"/>
                  </a:lnTo>
                  <a:lnTo>
                    <a:pt x="0" y="37705"/>
                  </a:lnTo>
                  <a:lnTo>
                    <a:pt x="1639" y="34426"/>
                  </a:lnTo>
                  <a:lnTo>
                    <a:pt x="4918" y="31147"/>
                  </a:lnTo>
                  <a:lnTo>
                    <a:pt x="9836" y="29508"/>
                  </a:lnTo>
                  <a:lnTo>
                    <a:pt x="13115" y="27869"/>
                  </a:lnTo>
                  <a:lnTo>
                    <a:pt x="16393" y="29508"/>
                  </a:lnTo>
                  <a:lnTo>
                    <a:pt x="21311" y="29508"/>
                  </a:lnTo>
                  <a:lnTo>
                    <a:pt x="24590" y="31147"/>
                  </a:lnTo>
                  <a:lnTo>
                    <a:pt x="27869" y="27869"/>
                  </a:lnTo>
                  <a:lnTo>
                    <a:pt x="32787" y="26229"/>
                  </a:lnTo>
                  <a:lnTo>
                    <a:pt x="36065" y="26229"/>
                  </a:lnTo>
                  <a:lnTo>
                    <a:pt x="40983" y="27869"/>
                  </a:lnTo>
                  <a:lnTo>
                    <a:pt x="44262" y="26229"/>
                  </a:lnTo>
                  <a:lnTo>
                    <a:pt x="47541" y="26229"/>
                  </a:lnTo>
                  <a:lnTo>
                    <a:pt x="50820" y="24590"/>
                  </a:lnTo>
                  <a:lnTo>
                    <a:pt x="55738" y="24590"/>
                  </a:lnTo>
                  <a:lnTo>
                    <a:pt x="59016" y="24590"/>
                  </a:lnTo>
                  <a:lnTo>
                    <a:pt x="62295" y="22951"/>
                  </a:lnTo>
                  <a:lnTo>
                    <a:pt x="67213" y="22951"/>
                  </a:lnTo>
                  <a:lnTo>
                    <a:pt x="70492" y="21311"/>
                  </a:lnTo>
                  <a:lnTo>
                    <a:pt x="73770" y="19672"/>
                  </a:lnTo>
                  <a:lnTo>
                    <a:pt x="78688" y="21311"/>
                  </a:lnTo>
                  <a:lnTo>
                    <a:pt x="81967" y="19672"/>
                  </a:lnTo>
                  <a:lnTo>
                    <a:pt x="85245" y="19672"/>
                  </a:lnTo>
                  <a:lnTo>
                    <a:pt x="90164" y="19672"/>
                  </a:lnTo>
                  <a:lnTo>
                    <a:pt x="93442" y="19672"/>
                  </a:lnTo>
                  <a:lnTo>
                    <a:pt x="96721" y="16393"/>
                  </a:lnTo>
                  <a:lnTo>
                    <a:pt x="101639" y="16393"/>
                  </a:lnTo>
                  <a:lnTo>
                    <a:pt x="104918" y="16393"/>
                  </a:lnTo>
                  <a:lnTo>
                    <a:pt x="108196" y="16393"/>
                  </a:lnTo>
                  <a:lnTo>
                    <a:pt x="111475" y="16393"/>
                  </a:lnTo>
                  <a:lnTo>
                    <a:pt x="116393" y="14754"/>
                  </a:lnTo>
                  <a:lnTo>
                    <a:pt x="119672" y="14754"/>
                  </a:lnTo>
                  <a:lnTo>
                    <a:pt x="122950" y="13115"/>
                  </a:lnTo>
                  <a:lnTo>
                    <a:pt x="127868" y="13115"/>
                  </a:lnTo>
                  <a:lnTo>
                    <a:pt x="131147" y="11475"/>
                  </a:lnTo>
                  <a:lnTo>
                    <a:pt x="134426" y="11475"/>
                  </a:lnTo>
                  <a:lnTo>
                    <a:pt x="139344" y="9836"/>
                  </a:lnTo>
                  <a:lnTo>
                    <a:pt x="142622" y="8197"/>
                  </a:lnTo>
                  <a:lnTo>
                    <a:pt x="147540" y="6557"/>
                  </a:lnTo>
                  <a:lnTo>
                    <a:pt x="150819" y="6557"/>
                  </a:lnTo>
                  <a:lnTo>
                    <a:pt x="154098" y="6557"/>
                  </a:lnTo>
                  <a:lnTo>
                    <a:pt x="159016" y="4918"/>
                  </a:lnTo>
                  <a:lnTo>
                    <a:pt x="162294" y="4918"/>
                  </a:lnTo>
                  <a:lnTo>
                    <a:pt x="165573" y="3279"/>
                  </a:lnTo>
                  <a:lnTo>
                    <a:pt x="170491" y="3279"/>
                  </a:lnTo>
                  <a:lnTo>
                    <a:pt x="173770" y="3279"/>
                  </a:lnTo>
                  <a:lnTo>
                    <a:pt x="177048" y="3279"/>
                  </a:lnTo>
                  <a:lnTo>
                    <a:pt x="181966" y="1639"/>
                  </a:lnTo>
                  <a:lnTo>
                    <a:pt x="185245" y="1639"/>
                  </a:lnTo>
                  <a:lnTo>
                    <a:pt x="185245" y="0"/>
                  </a:lnTo>
                  <a:lnTo>
                    <a:pt x="190163" y="0"/>
                  </a:lnTo>
                  <a:lnTo>
                    <a:pt x="193442" y="0"/>
                  </a:lnTo>
                  <a:lnTo>
                    <a:pt x="196720" y="3279"/>
                  </a:lnTo>
                  <a:lnTo>
                    <a:pt x="201638" y="1639"/>
                  </a:lnTo>
                  <a:lnTo>
                    <a:pt x="196720" y="3279"/>
                  </a:lnTo>
                  <a:lnTo>
                    <a:pt x="201638" y="3279"/>
                  </a:lnTo>
                  <a:lnTo>
                    <a:pt x="204917" y="3279"/>
                  </a:lnTo>
                  <a:lnTo>
                    <a:pt x="208196" y="4918"/>
                  </a:lnTo>
                  <a:lnTo>
                    <a:pt x="204917" y="6557"/>
                  </a:lnTo>
                  <a:lnTo>
                    <a:pt x="199999" y="8197"/>
                  </a:lnTo>
                  <a:lnTo>
                    <a:pt x="196720" y="8197"/>
                  </a:lnTo>
                  <a:lnTo>
                    <a:pt x="193442" y="9836"/>
                  </a:lnTo>
                  <a:lnTo>
                    <a:pt x="188524" y="11475"/>
                  </a:lnTo>
                  <a:lnTo>
                    <a:pt x="185245" y="11475"/>
                  </a:lnTo>
                  <a:lnTo>
                    <a:pt x="181966" y="13115"/>
                  </a:lnTo>
                  <a:lnTo>
                    <a:pt x="177048" y="14754"/>
                  </a:lnTo>
                  <a:lnTo>
                    <a:pt x="173770" y="14754"/>
                  </a:lnTo>
                  <a:lnTo>
                    <a:pt x="170491" y="14754"/>
                  </a:lnTo>
                  <a:lnTo>
                    <a:pt x="167212" y="14754"/>
                  </a:lnTo>
                  <a:lnTo>
                    <a:pt x="163934" y="18033"/>
                  </a:lnTo>
                  <a:lnTo>
                    <a:pt x="159016" y="19672"/>
                  </a:lnTo>
                  <a:lnTo>
                    <a:pt x="155737" y="19672"/>
                  </a:lnTo>
                  <a:lnTo>
                    <a:pt x="150819" y="22951"/>
                  </a:lnTo>
                  <a:lnTo>
                    <a:pt x="147540" y="22951"/>
                  </a:lnTo>
                  <a:lnTo>
                    <a:pt x="150819" y="26229"/>
                  </a:lnTo>
                  <a:lnTo>
                    <a:pt x="155737" y="24590"/>
                  </a:lnTo>
                  <a:lnTo>
                    <a:pt x="159016" y="24590"/>
                  </a:lnTo>
                  <a:lnTo>
                    <a:pt x="159016" y="24590"/>
                  </a:lnTo>
                  <a:lnTo>
                    <a:pt x="163934" y="26229"/>
                  </a:lnTo>
                  <a:lnTo>
                    <a:pt x="167212" y="26229"/>
                  </a:lnTo>
                  <a:lnTo>
                    <a:pt x="163934" y="27869"/>
                  </a:lnTo>
                  <a:lnTo>
                    <a:pt x="167212" y="27869"/>
                  </a:lnTo>
                  <a:lnTo>
                    <a:pt x="170491" y="27869"/>
                  </a:lnTo>
                  <a:lnTo>
                    <a:pt x="173770" y="26229"/>
                  </a:lnTo>
                  <a:lnTo>
                    <a:pt x="178688" y="27869"/>
                  </a:lnTo>
                  <a:lnTo>
                    <a:pt x="181966" y="27869"/>
                  </a:lnTo>
                  <a:lnTo>
                    <a:pt x="186885" y="27869"/>
                  </a:lnTo>
                  <a:lnTo>
                    <a:pt x="190163" y="27869"/>
                  </a:lnTo>
                  <a:lnTo>
                    <a:pt x="193442" y="27869"/>
                  </a:lnTo>
                  <a:lnTo>
                    <a:pt x="196720" y="26229"/>
                  </a:lnTo>
                  <a:lnTo>
                    <a:pt x="201638" y="26229"/>
                  </a:lnTo>
                  <a:lnTo>
                    <a:pt x="204917" y="26229"/>
                  </a:lnTo>
                  <a:lnTo>
                    <a:pt x="208196" y="24590"/>
                  </a:lnTo>
                  <a:lnTo>
                    <a:pt x="213114" y="22951"/>
                  </a:lnTo>
                  <a:lnTo>
                    <a:pt x="216392" y="22951"/>
                  </a:lnTo>
                  <a:lnTo>
                    <a:pt x="213114" y="22951"/>
                  </a:lnTo>
                  <a:lnTo>
                    <a:pt x="216392" y="19672"/>
                  </a:lnTo>
                  <a:lnTo>
                    <a:pt x="221310" y="18033"/>
                  </a:lnTo>
                  <a:lnTo>
                    <a:pt x="224589" y="18033"/>
                  </a:lnTo>
                  <a:lnTo>
                    <a:pt x="227868" y="16393"/>
                  </a:lnTo>
                  <a:lnTo>
                    <a:pt x="231147" y="16393"/>
                  </a:lnTo>
                  <a:lnTo>
                    <a:pt x="236065" y="14754"/>
                  </a:lnTo>
                  <a:lnTo>
                    <a:pt x="239343" y="14754"/>
                  </a:lnTo>
                  <a:lnTo>
                    <a:pt x="236065" y="14754"/>
                  </a:lnTo>
                  <a:lnTo>
                    <a:pt x="239343" y="16393"/>
                  </a:lnTo>
                  <a:lnTo>
                    <a:pt x="236065" y="16393"/>
                  </a:lnTo>
                  <a:lnTo>
                    <a:pt x="231147" y="19672"/>
                  </a:lnTo>
                  <a:lnTo>
                    <a:pt x="227868" y="21311"/>
                  </a:lnTo>
                  <a:lnTo>
                    <a:pt x="224589" y="21311"/>
                  </a:lnTo>
                  <a:lnTo>
                    <a:pt x="227868" y="22951"/>
                  </a:lnTo>
                  <a:lnTo>
                    <a:pt x="231147" y="21311"/>
                  </a:lnTo>
                  <a:lnTo>
                    <a:pt x="236065" y="21311"/>
                  </a:lnTo>
                  <a:lnTo>
                    <a:pt x="232786" y="22951"/>
                  </a:lnTo>
                  <a:lnTo>
                    <a:pt x="227868" y="24590"/>
                  </a:lnTo>
                  <a:lnTo>
                    <a:pt x="224589" y="27869"/>
                  </a:lnTo>
                  <a:lnTo>
                    <a:pt x="221310" y="31147"/>
                  </a:lnTo>
                  <a:lnTo>
                    <a:pt x="218032" y="31147"/>
                  </a:lnTo>
                  <a:lnTo>
                    <a:pt x="213114" y="34426"/>
                  </a:lnTo>
                  <a:lnTo>
                    <a:pt x="209835" y="34426"/>
                  </a:lnTo>
                  <a:lnTo>
                    <a:pt x="204917" y="36065"/>
                  </a:lnTo>
                  <a:lnTo>
                    <a:pt x="209835" y="37705"/>
                  </a:lnTo>
                  <a:lnTo>
                    <a:pt x="204917" y="39344"/>
                  </a:lnTo>
                  <a:lnTo>
                    <a:pt x="201638" y="39344"/>
                  </a:lnTo>
                  <a:lnTo>
                    <a:pt x="198360" y="40983"/>
                  </a:lnTo>
                  <a:lnTo>
                    <a:pt x="195081" y="42623"/>
                  </a:lnTo>
                  <a:lnTo>
                    <a:pt x="190163" y="44262"/>
                  </a:lnTo>
                  <a:lnTo>
                    <a:pt x="195081" y="47541"/>
                  </a:lnTo>
                  <a:lnTo>
                    <a:pt x="198360" y="45901"/>
                  </a:lnTo>
                  <a:lnTo>
                    <a:pt x="201638" y="45901"/>
                  </a:lnTo>
                  <a:lnTo>
                    <a:pt x="198360" y="45901"/>
                  </a:lnTo>
                  <a:lnTo>
                    <a:pt x="195081" y="47541"/>
                  </a:lnTo>
                  <a:lnTo>
                    <a:pt x="198360" y="49180"/>
                  </a:lnTo>
                  <a:lnTo>
                    <a:pt x="195081" y="49180"/>
                  </a:lnTo>
                  <a:lnTo>
                    <a:pt x="190163" y="50819"/>
                  </a:lnTo>
                  <a:lnTo>
                    <a:pt x="186885" y="52459"/>
                  </a:lnTo>
                  <a:lnTo>
                    <a:pt x="185245" y="52459"/>
                  </a:lnTo>
                  <a:lnTo>
                    <a:pt x="181966" y="52459"/>
                  </a:lnTo>
                  <a:lnTo>
                    <a:pt x="178688" y="52459"/>
                  </a:lnTo>
                  <a:lnTo>
                    <a:pt x="173770" y="52459"/>
                  </a:lnTo>
                  <a:lnTo>
                    <a:pt x="170491" y="54098"/>
                  </a:lnTo>
                  <a:lnTo>
                    <a:pt x="167212" y="50819"/>
                  </a:lnTo>
                  <a:lnTo>
                    <a:pt x="163934" y="47541"/>
                  </a:lnTo>
                  <a:lnTo>
                    <a:pt x="159016" y="47541"/>
                  </a:lnTo>
                  <a:lnTo>
                    <a:pt x="155737" y="49180"/>
                  </a:lnTo>
                  <a:lnTo>
                    <a:pt x="152458" y="47541"/>
                  </a:lnTo>
                  <a:lnTo>
                    <a:pt x="147540" y="47541"/>
                  </a:lnTo>
                  <a:lnTo>
                    <a:pt x="144262" y="47541"/>
                  </a:lnTo>
                  <a:lnTo>
                    <a:pt x="140983" y="49180"/>
                  </a:lnTo>
                  <a:lnTo>
                    <a:pt x="144262" y="50819"/>
                  </a:lnTo>
                  <a:lnTo>
                    <a:pt x="140983" y="52459"/>
                  </a:lnTo>
                  <a:lnTo>
                    <a:pt x="136065" y="52459"/>
                  </a:lnTo>
                  <a:lnTo>
                    <a:pt x="132786" y="54098"/>
                  </a:lnTo>
                  <a:lnTo>
                    <a:pt x="129508" y="54098"/>
                  </a:lnTo>
                  <a:lnTo>
                    <a:pt x="127868" y="54098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55" name="Freeform 4554">
              <a:extLst>
                <a:ext uri="{FF2B5EF4-FFF2-40B4-BE49-F238E27FC236}">
                  <a16:creationId xmlns:a16="http://schemas.microsoft.com/office/drawing/2014/main" id="{637AF797-F99B-404D-A961-16783B5E68F3}"/>
                </a:ext>
              </a:extLst>
            </p:cNvPr>
            <p:cNvSpPr/>
            <p:nvPr/>
          </p:nvSpPr>
          <p:spPr>
            <a:xfrm>
              <a:off x="1864871" y="1391959"/>
              <a:ext cx="319670" cy="83606"/>
            </a:xfrm>
            <a:custGeom>
              <a:avLst/>
              <a:gdLst>
                <a:gd name="connsiteX0" fmla="*/ 45901 w 319670"/>
                <a:gd name="connsiteY0" fmla="*/ 83606 h 83606"/>
                <a:gd name="connsiteX1" fmla="*/ 40983 w 319670"/>
                <a:gd name="connsiteY1" fmla="*/ 83606 h 83606"/>
                <a:gd name="connsiteX2" fmla="*/ 39344 w 319670"/>
                <a:gd name="connsiteY2" fmla="*/ 83606 h 83606"/>
                <a:gd name="connsiteX3" fmla="*/ 36066 w 319670"/>
                <a:gd name="connsiteY3" fmla="*/ 83606 h 83606"/>
                <a:gd name="connsiteX4" fmla="*/ 32787 w 319670"/>
                <a:gd name="connsiteY4" fmla="*/ 81967 h 83606"/>
                <a:gd name="connsiteX5" fmla="*/ 27869 w 319670"/>
                <a:gd name="connsiteY5" fmla="*/ 80328 h 83606"/>
                <a:gd name="connsiteX6" fmla="*/ 26229 w 319670"/>
                <a:gd name="connsiteY6" fmla="*/ 77049 h 83606"/>
                <a:gd name="connsiteX7" fmla="*/ 22951 w 319670"/>
                <a:gd name="connsiteY7" fmla="*/ 77049 h 83606"/>
                <a:gd name="connsiteX8" fmla="*/ 19672 w 319670"/>
                <a:gd name="connsiteY8" fmla="*/ 75409 h 83606"/>
                <a:gd name="connsiteX9" fmla="*/ 14754 w 319670"/>
                <a:gd name="connsiteY9" fmla="*/ 75409 h 83606"/>
                <a:gd name="connsiteX10" fmla="*/ 11476 w 319670"/>
                <a:gd name="connsiteY10" fmla="*/ 75409 h 83606"/>
                <a:gd name="connsiteX11" fmla="*/ 8197 w 319670"/>
                <a:gd name="connsiteY11" fmla="*/ 75409 h 83606"/>
                <a:gd name="connsiteX12" fmla="*/ 6557 w 319670"/>
                <a:gd name="connsiteY12" fmla="*/ 73770 h 83606"/>
                <a:gd name="connsiteX13" fmla="*/ 4918 w 319670"/>
                <a:gd name="connsiteY13" fmla="*/ 70491 h 83606"/>
                <a:gd name="connsiteX14" fmla="*/ 4918 w 319670"/>
                <a:gd name="connsiteY14" fmla="*/ 67213 h 83606"/>
                <a:gd name="connsiteX15" fmla="*/ 0 w 319670"/>
                <a:gd name="connsiteY15" fmla="*/ 65573 h 83606"/>
                <a:gd name="connsiteX16" fmla="*/ 3279 w 319670"/>
                <a:gd name="connsiteY16" fmla="*/ 65573 h 83606"/>
                <a:gd name="connsiteX17" fmla="*/ 4918 w 319670"/>
                <a:gd name="connsiteY17" fmla="*/ 65573 h 83606"/>
                <a:gd name="connsiteX18" fmla="*/ 8197 w 319670"/>
                <a:gd name="connsiteY18" fmla="*/ 68852 h 83606"/>
                <a:gd name="connsiteX19" fmla="*/ 13115 w 319670"/>
                <a:gd name="connsiteY19" fmla="*/ 72131 h 83606"/>
                <a:gd name="connsiteX20" fmla="*/ 16393 w 319670"/>
                <a:gd name="connsiteY20" fmla="*/ 70491 h 83606"/>
                <a:gd name="connsiteX21" fmla="*/ 19672 w 319670"/>
                <a:gd name="connsiteY21" fmla="*/ 68852 h 83606"/>
                <a:gd name="connsiteX22" fmla="*/ 22951 w 319670"/>
                <a:gd name="connsiteY22" fmla="*/ 68852 h 83606"/>
                <a:gd name="connsiteX23" fmla="*/ 27869 w 319670"/>
                <a:gd name="connsiteY23" fmla="*/ 68852 h 83606"/>
                <a:gd name="connsiteX24" fmla="*/ 29508 w 319670"/>
                <a:gd name="connsiteY24" fmla="*/ 63934 h 83606"/>
                <a:gd name="connsiteX25" fmla="*/ 34426 w 319670"/>
                <a:gd name="connsiteY25" fmla="*/ 63934 h 83606"/>
                <a:gd name="connsiteX26" fmla="*/ 37705 w 319670"/>
                <a:gd name="connsiteY26" fmla="*/ 65573 h 83606"/>
                <a:gd name="connsiteX27" fmla="*/ 40983 w 319670"/>
                <a:gd name="connsiteY27" fmla="*/ 65573 h 83606"/>
                <a:gd name="connsiteX28" fmla="*/ 45901 w 319670"/>
                <a:gd name="connsiteY28" fmla="*/ 68852 h 83606"/>
                <a:gd name="connsiteX29" fmla="*/ 49180 w 319670"/>
                <a:gd name="connsiteY29" fmla="*/ 67213 h 83606"/>
                <a:gd name="connsiteX30" fmla="*/ 52459 w 319670"/>
                <a:gd name="connsiteY30" fmla="*/ 67213 h 83606"/>
                <a:gd name="connsiteX31" fmla="*/ 55738 w 319670"/>
                <a:gd name="connsiteY31" fmla="*/ 65573 h 83606"/>
                <a:gd name="connsiteX32" fmla="*/ 54098 w 319670"/>
                <a:gd name="connsiteY32" fmla="*/ 62295 h 83606"/>
                <a:gd name="connsiteX33" fmla="*/ 59016 w 319670"/>
                <a:gd name="connsiteY33" fmla="*/ 60655 h 83606"/>
                <a:gd name="connsiteX34" fmla="*/ 62295 w 319670"/>
                <a:gd name="connsiteY34" fmla="*/ 60655 h 83606"/>
                <a:gd name="connsiteX35" fmla="*/ 65573 w 319670"/>
                <a:gd name="connsiteY35" fmla="*/ 59016 h 83606"/>
                <a:gd name="connsiteX36" fmla="*/ 68852 w 319670"/>
                <a:gd name="connsiteY36" fmla="*/ 55737 h 83606"/>
                <a:gd name="connsiteX37" fmla="*/ 73770 w 319670"/>
                <a:gd name="connsiteY37" fmla="*/ 52459 h 83606"/>
                <a:gd name="connsiteX38" fmla="*/ 77049 w 319670"/>
                <a:gd name="connsiteY38" fmla="*/ 50819 h 83606"/>
                <a:gd name="connsiteX39" fmla="*/ 80328 w 319670"/>
                <a:gd name="connsiteY39" fmla="*/ 49180 h 83606"/>
                <a:gd name="connsiteX40" fmla="*/ 83606 w 319670"/>
                <a:gd name="connsiteY40" fmla="*/ 47541 h 83606"/>
                <a:gd name="connsiteX41" fmla="*/ 88524 w 319670"/>
                <a:gd name="connsiteY41" fmla="*/ 45901 h 83606"/>
                <a:gd name="connsiteX42" fmla="*/ 91803 w 319670"/>
                <a:gd name="connsiteY42" fmla="*/ 47541 h 83606"/>
                <a:gd name="connsiteX43" fmla="*/ 95082 w 319670"/>
                <a:gd name="connsiteY43" fmla="*/ 47541 h 83606"/>
                <a:gd name="connsiteX44" fmla="*/ 100000 w 319670"/>
                <a:gd name="connsiteY44" fmla="*/ 47541 h 83606"/>
                <a:gd name="connsiteX45" fmla="*/ 103278 w 319670"/>
                <a:gd name="connsiteY45" fmla="*/ 45901 h 83606"/>
                <a:gd name="connsiteX46" fmla="*/ 106557 w 319670"/>
                <a:gd name="connsiteY46" fmla="*/ 45901 h 83606"/>
                <a:gd name="connsiteX47" fmla="*/ 111475 w 319670"/>
                <a:gd name="connsiteY47" fmla="*/ 44262 h 83606"/>
                <a:gd name="connsiteX48" fmla="*/ 114754 w 319670"/>
                <a:gd name="connsiteY48" fmla="*/ 42623 h 83606"/>
                <a:gd name="connsiteX49" fmla="*/ 114754 w 319670"/>
                <a:gd name="connsiteY49" fmla="*/ 39344 h 83606"/>
                <a:gd name="connsiteX50" fmla="*/ 111475 w 319670"/>
                <a:gd name="connsiteY50" fmla="*/ 34426 h 83606"/>
                <a:gd name="connsiteX51" fmla="*/ 113114 w 319670"/>
                <a:gd name="connsiteY51" fmla="*/ 31147 h 83606"/>
                <a:gd name="connsiteX52" fmla="*/ 111475 w 319670"/>
                <a:gd name="connsiteY52" fmla="*/ 27869 h 83606"/>
                <a:gd name="connsiteX53" fmla="*/ 108196 w 319670"/>
                <a:gd name="connsiteY53" fmla="*/ 27869 h 83606"/>
                <a:gd name="connsiteX54" fmla="*/ 111475 w 319670"/>
                <a:gd name="connsiteY54" fmla="*/ 26229 h 83606"/>
                <a:gd name="connsiteX55" fmla="*/ 114754 w 319670"/>
                <a:gd name="connsiteY55" fmla="*/ 21311 h 83606"/>
                <a:gd name="connsiteX56" fmla="*/ 114754 w 319670"/>
                <a:gd name="connsiteY56" fmla="*/ 18033 h 83606"/>
                <a:gd name="connsiteX57" fmla="*/ 111475 w 319670"/>
                <a:gd name="connsiteY57" fmla="*/ 18033 h 83606"/>
                <a:gd name="connsiteX58" fmla="*/ 106557 w 319670"/>
                <a:gd name="connsiteY58" fmla="*/ 16393 h 83606"/>
                <a:gd name="connsiteX59" fmla="*/ 104918 w 319670"/>
                <a:gd name="connsiteY59" fmla="*/ 13115 h 83606"/>
                <a:gd name="connsiteX60" fmla="*/ 103278 w 319670"/>
                <a:gd name="connsiteY60" fmla="*/ 8197 h 83606"/>
                <a:gd name="connsiteX61" fmla="*/ 108196 w 319670"/>
                <a:gd name="connsiteY61" fmla="*/ 6557 h 83606"/>
                <a:gd name="connsiteX62" fmla="*/ 109836 w 319670"/>
                <a:gd name="connsiteY62" fmla="*/ 6557 h 83606"/>
                <a:gd name="connsiteX63" fmla="*/ 109836 w 319670"/>
                <a:gd name="connsiteY63" fmla="*/ 6557 h 83606"/>
                <a:gd name="connsiteX64" fmla="*/ 111475 w 319670"/>
                <a:gd name="connsiteY64" fmla="*/ 11475 h 83606"/>
                <a:gd name="connsiteX65" fmla="*/ 116393 w 319670"/>
                <a:gd name="connsiteY65" fmla="*/ 11475 h 83606"/>
                <a:gd name="connsiteX66" fmla="*/ 119672 w 319670"/>
                <a:gd name="connsiteY66" fmla="*/ 13115 h 83606"/>
                <a:gd name="connsiteX67" fmla="*/ 122950 w 319670"/>
                <a:gd name="connsiteY67" fmla="*/ 14754 h 83606"/>
                <a:gd name="connsiteX68" fmla="*/ 126229 w 319670"/>
                <a:gd name="connsiteY68" fmla="*/ 18033 h 83606"/>
                <a:gd name="connsiteX69" fmla="*/ 129508 w 319670"/>
                <a:gd name="connsiteY69" fmla="*/ 19672 h 83606"/>
                <a:gd name="connsiteX70" fmla="*/ 132786 w 319670"/>
                <a:gd name="connsiteY70" fmla="*/ 22951 h 83606"/>
                <a:gd name="connsiteX71" fmla="*/ 136065 w 319670"/>
                <a:gd name="connsiteY71" fmla="*/ 22951 h 83606"/>
                <a:gd name="connsiteX72" fmla="*/ 140983 w 319670"/>
                <a:gd name="connsiteY72" fmla="*/ 22951 h 83606"/>
                <a:gd name="connsiteX73" fmla="*/ 144262 w 319670"/>
                <a:gd name="connsiteY73" fmla="*/ 21311 h 83606"/>
                <a:gd name="connsiteX74" fmla="*/ 145901 w 319670"/>
                <a:gd name="connsiteY74" fmla="*/ 21311 h 83606"/>
                <a:gd name="connsiteX75" fmla="*/ 144262 w 319670"/>
                <a:gd name="connsiteY75" fmla="*/ 24590 h 83606"/>
                <a:gd name="connsiteX76" fmla="*/ 147540 w 319670"/>
                <a:gd name="connsiteY76" fmla="*/ 26229 h 83606"/>
                <a:gd name="connsiteX77" fmla="*/ 149180 w 319670"/>
                <a:gd name="connsiteY77" fmla="*/ 29508 h 83606"/>
                <a:gd name="connsiteX78" fmla="*/ 150819 w 319670"/>
                <a:gd name="connsiteY78" fmla="*/ 34426 h 83606"/>
                <a:gd name="connsiteX79" fmla="*/ 154098 w 319670"/>
                <a:gd name="connsiteY79" fmla="*/ 37705 h 83606"/>
                <a:gd name="connsiteX80" fmla="*/ 157376 w 319670"/>
                <a:gd name="connsiteY80" fmla="*/ 36065 h 83606"/>
                <a:gd name="connsiteX81" fmla="*/ 160655 w 319670"/>
                <a:gd name="connsiteY81" fmla="*/ 37705 h 83606"/>
                <a:gd name="connsiteX82" fmla="*/ 165573 w 319670"/>
                <a:gd name="connsiteY82" fmla="*/ 36065 h 83606"/>
                <a:gd name="connsiteX83" fmla="*/ 168852 w 319670"/>
                <a:gd name="connsiteY83" fmla="*/ 36065 h 83606"/>
                <a:gd name="connsiteX84" fmla="*/ 173770 w 319670"/>
                <a:gd name="connsiteY84" fmla="*/ 36065 h 83606"/>
                <a:gd name="connsiteX85" fmla="*/ 177048 w 319670"/>
                <a:gd name="connsiteY85" fmla="*/ 36065 h 83606"/>
                <a:gd name="connsiteX86" fmla="*/ 180327 w 319670"/>
                <a:gd name="connsiteY86" fmla="*/ 34426 h 83606"/>
                <a:gd name="connsiteX87" fmla="*/ 185245 w 319670"/>
                <a:gd name="connsiteY87" fmla="*/ 34426 h 83606"/>
                <a:gd name="connsiteX88" fmla="*/ 188524 w 319670"/>
                <a:gd name="connsiteY88" fmla="*/ 34426 h 83606"/>
                <a:gd name="connsiteX89" fmla="*/ 193442 w 319670"/>
                <a:gd name="connsiteY89" fmla="*/ 32787 h 83606"/>
                <a:gd name="connsiteX90" fmla="*/ 196720 w 319670"/>
                <a:gd name="connsiteY90" fmla="*/ 31147 h 83606"/>
                <a:gd name="connsiteX91" fmla="*/ 199999 w 319670"/>
                <a:gd name="connsiteY91" fmla="*/ 29508 h 83606"/>
                <a:gd name="connsiteX92" fmla="*/ 204917 w 319670"/>
                <a:gd name="connsiteY92" fmla="*/ 27869 h 83606"/>
                <a:gd name="connsiteX93" fmla="*/ 208196 w 319670"/>
                <a:gd name="connsiteY93" fmla="*/ 26229 h 83606"/>
                <a:gd name="connsiteX94" fmla="*/ 211475 w 319670"/>
                <a:gd name="connsiteY94" fmla="*/ 24590 h 83606"/>
                <a:gd name="connsiteX95" fmla="*/ 216393 w 319670"/>
                <a:gd name="connsiteY95" fmla="*/ 24590 h 83606"/>
                <a:gd name="connsiteX96" fmla="*/ 219671 w 319670"/>
                <a:gd name="connsiteY96" fmla="*/ 22951 h 83606"/>
                <a:gd name="connsiteX97" fmla="*/ 222950 w 319670"/>
                <a:gd name="connsiteY97" fmla="*/ 21311 h 83606"/>
                <a:gd name="connsiteX98" fmla="*/ 227868 w 319670"/>
                <a:gd name="connsiteY98" fmla="*/ 18033 h 83606"/>
                <a:gd name="connsiteX99" fmla="*/ 231147 w 319670"/>
                <a:gd name="connsiteY99" fmla="*/ 16393 h 83606"/>
                <a:gd name="connsiteX100" fmla="*/ 234425 w 319670"/>
                <a:gd name="connsiteY100" fmla="*/ 14754 h 83606"/>
                <a:gd name="connsiteX101" fmla="*/ 239343 w 319670"/>
                <a:gd name="connsiteY101" fmla="*/ 11475 h 83606"/>
                <a:gd name="connsiteX102" fmla="*/ 242622 w 319670"/>
                <a:gd name="connsiteY102" fmla="*/ 9836 h 83606"/>
                <a:gd name="connsiteX103" fmla="*/ 245901 w 319670"/>
                <a:gd name="connsiteY103" fmla="*/ 8197 h 83606"/>
                <a:gd name="connsiteX104" fmla="*/ 250819 w 319670"/>
                <a:gd name="connsiteY104" fmla="*/ 6557 h 83606"/>
                <a:gd name="connsiteX105" fmla="*/ 254097 w 319670"/>
                <a:gd name="connsiteY105" fmla="*/ 4918 h 83606"/>
                <a:gd name="connsiteX106" fmla="*/ 257376 w 319670"/>
                <a:gd name="connsiteY106" fmla="*/ 3279 h 83606"/>
                <a:gd name="connsiteX107" fmla="*/ 262294 w 319670"/>
                <a:gd name="connsiteY107" fmla="*/ 3279 h 83606"/>
                <a:gd name="connsiteX108" fmla="*/ 265573 w 319670"/>
                <a:gd name="connsiteY108" fmla="*/ 1639 h 83606"/>
                <a:gd name="connsiteX109" fmla="*/ 268851 w 319670"/>
                <a:gd name="connsiteY109" fmla="*/ 1639 h 83606"/>
                <a:gd name="connsiteX110" fmla="*/ 273769 w 319670"/>
                <a:gd name="connsiteY110" fmla="*/ 0 h 83606"/>
                <a:gd name="connsiteX111" fmla="*/ 277048 w 319670"/>
                <a:gd name="connsiteY111" fmla="*/ 0 h 83606"/>
                <a:gd name="connsiteX112" fmla="*/ 278687 w 319670"/>
                <a:gd name="connsiteY112" fmla="*/ 0 h 83606"/>
                <a:gd name="connsiteX113" fmla="*/ 281966 w 319670"/>
                <a:gd name="connsiteY113" fmla="*/ 0 h 83606"/>
                <a:gd name="connsiteX114" fmla="*/ 286884 w 319670"/>
                <a:gd name="connsiteY114" fmla="*/ 0 h 83606"/>
                <a:gd name="connsiteX115" fmla="*/ 290163 w 319670"/>
                <a:gd name="connsiteY115" fmla="*/ 0 h 83606"/>
                <a:gd name="connsiteX116" fmla="*/ 293441 w 319670"/>
                <a:gd name="connsiteY116" fmla="*/ 0 h 83606"/>
                <a:gd name="connsiteX117" fmla="*/ 295081 w 319670"/>
                <a:gd name="connsiteY117" fmla="*/ 1639 h 83606"/>
                <a:gd name="connsiteX118" fmla="*/ 298360 w 319670"/>
                <a:gd name="connsiteY118" fmla="*/ 0 h 83606"/>
                <a:gd name="connsiteX119" fmla="*/ 301638 w 319670"/>
                <a:gd name="connsiteY119" fmla="*/ 1639 h 83606"/>
                <a:gd name="connsiteX120" fmla="*/ 306556 w 319670"/>
                <a:gd name="connsiteY120" fmla="*/ 3279 h 83606"/>
                <a:gd name="connsiteX121" fmla="*/ 309835 w 319670"/>
                <a:gd name="connsiteY121" fmla="*/ 3279 h 83606"/>
                <a:gd name="connsiteX122" fmla="*/ 313113 w 319670"/>
                <a:gd name="connsiteY122" fmla="*/ 3279 h 83606"/>
                <a:gd name="connsiteX123" fmla="*/ 314753 w 319670"/>
                <a:gd name="connsiteY123" fmla="*/ 4918 h 83606"/>
                <a:gd name="connsiteX124" fmla="*/ 319671 w 319670"/>
                <a:gd name="connsiteY124" fmla="*/ 4918 h 83606"/>
                <a:gd name="connsiteX125" fmla="*/ 314753 w 319670"/>
                <a:gd name="connsiteY125" fmla="*/ 6557 h 83606"/>
                <a:gd name="connsiteX126" fmla="*/ 311474 w 319670"/>
                <a:gd name="connsiteY126" fmla="*/ 8197 h 83606"/>
                <a:gd name="connsiteX127" fmla="*/ 316392 w 319670"/>
                <a:gd name="connsiteY127" fmla="*/ 8197 h 83606"/>
                <a:gd name="connsiteX128" fmla="*/ 319671 w 319670"/>
                <a:gd name="connsiteY128" fmla="*/ 6557 h 83606"/>
                <a:gd name="connsiteX129" fmla="*/ 316392 w 319670"/>
                <a:gd name="connsiteY129" fmla="*/ 9836 h 83606"/>
                <a:gd name="connsiteX130" fmla="*/ 311474 w 319670"/>
                <a:gd name="connsiteY130" fmla="*/ 11475 h 83606"/>
                <a:gd name="connsiteX131" fmla="*/ 308195 w 319670"/>
                <a:gd name="connsiteY131" fmla="*/ 11475 h 83606"/>
                <a:gd name="connsiteX132" fmla="*/ 304917 w 319670"/>
                <a:gd name="connsiteY132" fmla="*/ 13115 h 83606"/>
                <a:gd name="connsiteX133" fmla="*/ 299999 w 319670"/>
                <a:gd name="connsiteY133" fmla="*/ 14754 h 83606"/>
                <a:gd name="connsiteX134" fmla="*/ 304917 w 319670"/>
                <a:gd name="connsiteY134" fmla="*/ 13115 h 83606"/>
                <a:gd name="connsiteX135" fmla="*/ 308195 w 319670"/>
                <a:gd name="connsiteY135" fmla="*/ 9836 h 83606"/>
                <a:gd name="connsiteX136" fmla="*/ 303277 w 319670"/>
                <a:gd name="connsiteY136" fmla="*/ 8197 h 83606"/>
                <a:gd name="connsiteX137" fmla="*/ 299999 w 319670"/>
                <a:gd name="connsiteY137" fmla="*/ 8197 h 83606"/>
                <a:gd name="connsiteX138" fmla="*/ 296720 w 319670"/>
                <a:gd name="connsiteY138" fmla="*/ 6557 h 83606"/>
                <a:gd name="connsiteX139" fmla="*/ 293441 w 319670"/>
                <a:gd name="connsiteY139" fmla="*/ 4918 h 83606"/>
                <a:gd name="connsiteX140" fmla="*/ 288523 w 319670"/>
                <a:gd name="connsiteY140" fmla="*/ 4918 h 83606"/>
                <a:gd name="connsiteX141" fmla="*/ 286884 w 319670"/>
                <a:gd name="connsiteY141" fmla="*/ 4918 h 83606"/>
                <a:gd name="connsiteX142" fmla="*/ 283605 w 319670"/>
                <a:gd name="connsiteY142" fmla="*/ 4918 h 83606"/>
                <a:gd name="connsiteX143" fmla="*/ 280327 w 319670"/>
                <a:gd name="connsiteY143" fmla="*/ 4918 h 83606"/>
                <a:gd name="connsiteX144" fmla="*/ 277048 w 319670"/>
                <a:gd name="connsiteY144" fmla="*/ 4918 h 83606"/>
                <a:gd name="connsiteX145" fmla="*/ 272130 w 319670"/>
                <a:gd name="connsiteY145" fmla="*/ 4918 h 83606"/>
                <a:gd name="connsiteX146" fmla="*/ 268851 w 319670"/>
                <a:gd name="connsiteY146" fmla="*/ 6557 h 83606"/>
                <a:gd name="connsiteX147" fmla="*/ 263933 w 319670"/>
                <a:gd name="connsiteY147" fmla="*/ 6557 h 83606"/>
                <a:gd name="connsiteX148" fmla="*/ 260655 w 319670"/>
                <a:gd name="connsiteY148" fmla="*/ 8197 h 83606"/>
                <a:gd name="connsiteX149" fmla="*/ 257376 w 319670"/>
                <a:gd name="connsiteY149" fmla="*/ 8197 h 83606"/>
                <a:gd name="connsiteX150" fmla="*/ 252458 w 319670"/>
                <a:gd name="connsiteY150" fmla="*/ 9836 h 83606"/>
                <a:gd name="connsiteX151" fmla="*/ 249179 w 319670"/>
                <a:gd name="connsiteY151" fmla="*/ 9836 h 83606"/>
                <a:gd name="connsiteX152" fmla="*/ 245901 w 319670"/>
                <a:gd name="connsiteY152" fmla="*/ 11475 h 83606"/>
                <a:gd name="connsiteX153" fmla="*/ 240983 w 319670"/>
                <a:gd name="connsiteY153" fmla="*/ 11475 h 83606"/>
                <a:gd name="connsiteX154" fmla="*/ 237704 w 319670"/>
                <a:gd name="connsiteY154" fmla="*/ 13115 h 83606"/>
                <a:gd name="connsiteX155" fmla="*/ 232786 w 319670"/>
                <a:gd name="connsiteY155" fmla="*/ 16393 h 83606"/>
                <a:gd name="connsiteX156" fmla="*/ 229507 w 319670"/>
                <a:gd name="connsiteY156" fmla="*/ 18033 h 83606"/>
                <a:gd name="connsiteX157" fmla="*/ 226229 w 319670"/>
                <a:gd name="connsiteY157" fmla="*/ 19672 h 83606"/>
                <a:gd name="connsiteX158" fmla="*/ 222950 w 319670"/>
                <a:gd name="connsiteY158" fmla="*/ 22951 h 83606"/>
                <a:gd name="connsiteX159" fmla="*/ 226229 w 319670"/>
                <a:gd name="connsiteY159" fmla="*/ 21311 h 83606"/>
                <a:gd name="connsiteX160" fmla="*/ 229507 w 319670"/>
                <a:gd name="connsiteY160" fmla="*/ 19672 h 83606"/>
                <a:gd name="connsiteX161" fmla="*/ 232786 w 319670"/>
                <a:gd name="connsiteY161" fmla="*/ 18033 h 83606"/>
                <a:gd name="connsiteX162" fmla="*/ 237704 w 319670"/>
                <a:gd name="connsiteY162" fmla="*/ 16393 h 83606"/>
                <a:gd name="connsiteX163" fmla="*/ 240983 w 319670"/>
                <a:gd name="connsiteY163" fmla="*/ 14754 h 83606"/>
                <a:gd name="connsiteX164" fmla="*/ 245901 w 319670"/>
                <a:gd name="connsiteY164" fmla="*/ 13115 h 83606"/>
                <a:gd name="connsiteX165" fmla="*/ 249179 w 319670"/>
                <a:gd name="connsiteY165" fmla="*/ 13115 h 83606"/>
                <a:gd name="connsiteX166" fmla="*/ 252458 w 319670"/>
                <a:gd name="connsiteY166" fmla="*/ 11475 h 83606"/>
                <a:gd name="connsiteX167" fmla="*/ 255737 w 319670"/>
                <a:gd name="connsiteY167" fmla="*/ 11475 h 83606"/>
                <a:gd name="connsiteX168" fmla="*/ 260655 w 319670"/>
                <a:gd name="connsiteY168" fmla="*/ 11475 h 83606"/>
                <a:gd name="connsiteX169" fmla="*/ 263933 w 319670"/>
                <a:gd name="connsiteY169" fmla="*/ 11475 h 83606"/>
                <a:gd name="connsiteX170" fmla="*/ 267212 w 319670"/>
                <a:gd name="connsiteY170" fmla="*/ 11475 h 83606"/>
                <a:gd name="connsiteX171" fmla="*/ 272130 w 319670"/>
                <a:gd name="connsiteY171" fmla="*/ 8197 h 83606"/>
                <a:gd name="connsiteX172" fmla="*/ 275409 w 319670"/>
                <a:gd name="connsiteY172" fmla="*/ 6557 h 83606"/>
                <a:gd name="connsiteX173" fmla="*/ 278687 w 319670"/>
                <a:gd name="connsiteY173" fmla="*/ 6557 h 83606"/>
                <a:gd name="connsiteX174" fmla="*/ 283605 w 319670"/>
                <a:gd name="connsiteY174" fmla="*/ 6557 h 83606"/>
                <a:gd name="connsiteX175" fmla="*/ 286884 w 319670"/>
                <a:gd name="connsiteY175" fmla="*/ 6557 h 83606"/>
                <a:gd name="connsiteX176" fmla="*/ 290163 w 319670"/>
                <a:gd name="connsiteY176" fmla="*/ 8197 h 83606"/>
                <a:gd name="connsiteX177" fmla="*/ 286884 w 319670"/>
                <a:gd name="connsiteY177" fmla="*/ 8197 h 83606"/>
                <a:gd name="connsiteX178" fmla="*/ 283605 w 319670"/>
                <a:gd name="connsiteY178" fmla="*/ 8197 h 83606"/>
                <a:gd name="connsiteX179" fmla="*/ 280327 w 319670"/>
                <a:gd name="connsiteY179" fmla="*/ 8197 h 83606"/>
                <a:gd name="connsiteX180" fmla="*/ 275409 w 319670"/>
                <a:gd name="connsiteY180" fmla="*/ 8197 h 83606"/>
                <a:gd name="connsiteX181" fmla="*/ 272130 w 319670"/>
                <a:gd name="connsiteY181" fmla="*/ 9836 h 83606"/>
                <a:gd name="connsiteX182" fmla="*/ 275409 w 319670"/>
                <a:gd name="connsiteY182" fmla="*/ 9836 h 83606"/>
                <a:gd name="connsiteX183" fmla="*/ 280327 w 319670"/>
                <a:gd name="connsiteY183" fmla="*/ 9836 h 83606"/>
                <a:gd name="connsiteX184" fmla="*/ 283605 w 319670"/>
                <a:gd name="connsiteY184" fmla="*/ 9836 h 83606"/>
                <a:gd name="connsiteX185" fmla="*/ 286884 w 319670"/>
                <a:gd name="connsiteY185" fmla="*/ 9836 h 83606"/>
                <a:gd name="connsiteX186" fmla="*/ 291802 w 319670"/>
                <a:gd name="connsiteY186" fmla="*/ 11475 h 83606"/>
                <a:gd name="connsiteX187" fmla="*/ 286884 w 319670"/>
                <a:gd name="connsiteY187" fmla="*/ 13115 h 83606"/>
                <a:gd name="connsiteX188" fmla="*/ 283605 w 319670"/>
                <a:gd name="connsiteY188" fmla="*/ 14754 h 83606"/>
                <a:gd name="connsiteX189" fmla="*/ 280327 w 319670"/>
                <a:gd name="connsiteY189" fmla="*/ 14754 h 83606"/>
                <a:gd name="connsiteX190" fmla="*/ 278687 w 319670"/>
                <a:gd name="connsiteY190" fmla="*/ 14754 h 83606"/>
                <a:gd name="connsiteX191" fmla="*/ 273769 w 319670"/>
                <a:gd name="connsiteY191" fmla="*/ 16393 h 83606"/>
                <a:gd name="connsiteX192" fmla="*/ 270491 w 319670"/>
                <a:gd name="connsiteY192" fmla="*/ 14754 h 83606"/>
                <a:gd name="connsiteX193" fmla="*/ 267212 w 319670"/>
                <a:gd name="connsiteY193" fmla="*/ 16393 h 83606"/>
                <a:gd name="connsiteX194" fmla="*/ 262294 w 319670"/>
                <a:gd name="connsiteY194" fmla="*/ 16393 h 83606"/>
                <a:gd name="connsiteX195" fmla="*/ 259015 w 319670"/>
                <a:gd name="connsiteY195" fmla="*/ 16393 h 83606"/>
                <a:gd name="connsiteX196" fmla="*/ 255737 w 319670"/>
                <a:gd name="connsiteY196" fmla="*/ 16393 h 83606"/>
                <a:gd name="connsiteX197" fmla="*/ 259015 w 319670"/>
                <a:gd name="connsiteY197" fmla="*/ 18033 h 83606"/>
                <a:gd name="connsiteX198" fmla="*/ 262294 w 319670"/>
                <a:gd name="connsiteY198" fmla="*/ 16393 h 83606"/>
                <a:gd name="connsiteX199" fmla="*/ 267212 w 319670"/>
                <a:gd name="connsiteY199" fmla="*/ 16393 h 83606"/>
                <a:gd name="connsiteX200" fmla="*/ 262294 w 319670"/>
                <a:gd name="connsiteY200" fmla="*/ 18033 h 83606"/>
                <a:gd name="connsiteX201" fmla="*/ 259015 w 319670"/>
                <a:gd name="connsiteY201" fmla="*/ 18033 h 83606"/>
                <a:gd name="connsiteX202" fmla="*/ 255737 w 319670"/>
                <a:gd name="connsiteY202" fmla="*/ 19672 h 83606"/>
                <a:gd name="connsiteX203" fmla="*/ 259015 w 319670"/>
                <a:gd name="connsiteY203" fmla="*/ 19672 h 83606"/>
                <a:gd name="connsiteX204" fmla="*/ 262294 w 319670"/>
                <a:gd name="connsiteY204" fmla="*/ 18033 h 83606"/>
                <a:gd name="connsiteX205" fmla="*/ 267212 w 319670"/>
                <a:gd name="connsiteY205" fmla="*/ 16393 h 83606"/>
                <a:gd name="connsiteX206" fmla="*/ 270491 w 319670"/>
                <a:gd name="connsiteY206" fmla="*/ 18033 h 83606"/>
                <a:gd name="connsiteX207" fmla="*/ 273769 w 319670"/>
                <a:gd name="connsiteY207" fmla="*/ 16393 h 83606"/>
                <a:gd name="connsiteX208" fmla="*/ 278687 w 319670"/>
                <a:gd name="connsiteY208" fmla="*/ 16393 h 83606"/>
                <a:gd name="connsiteX209" fmla="*/ 281966 w 319670"/>
                <a:gd name="connsiteY209" fmla="*/ 16393 h 83606"/>
                <a:gd name="connsiteX210" fmla="*/ 277048 w 319670"/>
                <a:gd name="connsiteY210" fmla="*/ 18033 h 83606"/>
                <a:gd name="connsiteX211" fmla="*/ 275409 w 319670"/>
                <a:gd name="connsiteY211" fmla="*/ 18033 h 83606"/>
                <a:gd name="connsiteX212" fmla="*/ 270491 w 319670"/>
                <a:gd name="connsiteY212" fmla="*/ 19672 h 83606"/>
                <a:gd name="connsiteX213" fmla="*/ 267212 w 319670"/>
                <a:gd name="connsiteY213" fmla="*/ 19672 h 83606"/>
                <a:gd name="connsiteX214" fmla="*/ 263933 w 319670"/>
                <a:gd name="connsiteY214" fmla="*/ 21311 h 83606"/>
                <a:gd name="connsiteX215" fmla="*/ 259015 w 319670"/>
                <a:gd name="connsiteY215" fmla="*/ 22951 h 83606"/>
                <a:gd name="connsiteX216" fmla="*/ 263933 w 319670"/>
                <a:gd name="connsiteY216" fmla="*/ 21311 h 83606"/>
                <a:gd name="connsiteX217" fmla="*/ 267212 w 319670"/>
                <a:gd name="connsiteY217" fmla="*/ 22951 h 83606"/>
                <a:gd name="connsiteX218" fmla="*/ 262294 w 319670"/>
                <a:gd name="connsiteY218" fmla="*/ 22951 h 83606"/>
                <a:gd name="connsiteX219" fmla="*/ 259015 w 319670"/>
                <a:gd name="connsiteY219" fmla="*/ 22951 h 83606"/>
                <a:gd name="connsiteX220" fmla="*/ 255737 w 319670"/>
                <a:gd name="connsiteY220" fmla="*/ 22951 h 83606"/>
                <a:gd name="connsiteX221" fmla="*/ 250819 w 319670"/>
                <a:gd name="connsiteY221" fmla="*/ 21311 h 83606"/>
                <a:gd name="connsiteX222" fmla="*/ 247540 w 319670"/>
                <a:gd name="connsiteY222" fmla="*/ 21311 h 83606"/>
                <a:gd name="connsiteX223" fmla="*/ 244261 w 319670"/>
                <a:gd name="connsiteY223" fmla="*/ 21311 h 83606"/>
                <a:gd name="connsiteX224" fmla="*/ 240983 w 319670"/>
                <a:gd name="connsiteY224" fmla="*/ 22951 h 83606"/>
                <a:gd name="connsiteX225" fmla="*/ 236065 w 319670"/>
                <a:gd name="connsiteY225" fmla="*/ 24590 h 83606"/>
                <a:gd name="connsiteX226" fmla="*/ 232786 w 319670"/>
                <a:gd name="connsiteY226" fmla="*/ 26229 h 83606"/>
                <a:gd name="connsiteX227" fmla="*/ 229507 w 319670"/>
                <a:gd name="connsiteY227" fmla="*/ 27869 h 83606"/>
                <a:gd name="connsiteX228" fmla="*/ 232786 w 319670"/>
                <a:gd name="connsiteY228" fmla="*/ 26229 h 83606"/>
                <a:gd name="connsiteX229" fmla="*/ 229507 w 319670"/>
                <a:gd name="connsiteY229" fmla="*/ 27869 h 83606"/>
                <a:gd name="connsiteX230" fmla="*/ 224589 w 319670"/>
                <a:gd name="connsiteY230" fmla="*/ 29508 h 83606"/>
                <a:gd name="connsiteX231" fmla="*/ 221310 w 319670"/>
                <a:gd name="connsiteY231" fmla="*/ 31147 h 83606"/>
                <a:gd name="connsiteX232" fmla="*/ 216393 w 319670"/>
                <a:gd name="connsiteY232" fmla="*/ 32787 h 83606"/>
                <a:gd name="connsiteX233" fmla="*/ 213114 w 319670"/>
                <a:gd name="connsiteY233" fmla="*/ 34426 h 83606"/>
                <a:gd name="connsiteX234" fmla="*/ 209835 w 319670"/>
                <a:gd name="connsiteY234" fmla="*/ 36065 h 83606"/>
                <a:gd name="connsiteX235" fmla="*/ 213114 w 319670"/>
                <a:gd name="connsiteY235" fmla="*/ 34426 h 83606"/>
                <a:gd name="connsiteX236" fmla="*/ 218032 w 319670"/>
                <a:gd name="connsiteY236" fmla="*/ 34426 h 83606"/>
                <a:gd name="connsiteX237" fmla="*/ 213114 w 319670"/>
                <a:gd name="connsiteY237" fmla="*/ 36065 h 83606"/>
                <a:gd name="connsiteX238" fmla="*/ 209835 w 319670"/>
                <a:gd name="connsiteY238" fmla="*/ 37705 h 83606"/>
                <a:gd name="connsiteX239" fmla="*/ 206557 w 319670"/>
                <a:gd name="connsiteY239" fmla="*/ 39344 h 83606"/>
                <a:gd name="connsiteX240" fmla="*/ 203278 w 319670"/>
                <a:gd name="connsiteY240" fmla="*/ 40983 h 83606"/>
                <a:gd name="connsiteX241" fmla="*/ 198360 w 319670"/>
                <a:gd name="connsiteY241" fmla="*/ 42623 h 83606"/>
                <a:gd name="connsiteX242" fmla="*/ 195081 w 319670"/>
                <a:gd name="connsiteY242" fmla="*/ 44262 h 83606"/>
                <a:gd name="connsiteX243" fmla="*/ 190163 w 319670"/>
                <a:gd name="connsiteY243" fmla="*/ 45901 h 83606"/>
                <a:gd name="connsiteX244" fmla="*/ 186885 w 319670"/>
                <a:gd name="connsiteY244" fmla="*/ 47541 h 83606"/>
                <a:gd name="connsiteX245" fmla="*/ 183606 w 319670"/>
                <a:gd name="connsiteY245" fmla="*/ 49180 h 83606"/>
                <a:gd name="connsiteX246" fmla="*/ 180327 w 319670"/>
                <a:gd name="connsiteY246" fmla="*/ 52459 h 83606"/>
                <a:gd name="connsiteX247" fmla="*/ 175409 w 319670"/>
                <a:gd name="connsiteY247" fmla="*/ 54098 h 83606"/>
                <a:gd name="connsiteX248" fmla="*/ 172130 w 319670"/>
                <a:gd name="connsiteY248" fmla="*/ 55737 h 83606"/>
                <a:gd name="connsiteX249" fmla="*/ 167213 w 319670"/>
                <a:gd name="connsiteY249" fmla="*/ 55737 h 83606"/>
                <a:gd name="connsiteX250" fmla="*/ 163934 w 319670"/>
                <a:gd name="connsiteY250" fmla="*/ 57377 h 83606"/>
                <a:gd name="connsiteX251" fmla="*/ 160655 w 319670"/>
                <a:gd name="connsiteY251" fmla="*/ 59016 h 83606"/>
                <a:gd name="connsiteX252" fmla="*/ 155737 w 319670"/>
                <a:gd name="connsiteY252" fmla="*/ 59016 h 83606"/>
                <a:gd name="connsiteX253" fmla="*/ 155737 w 319670"/>
                <a:gd name="connsiteY253" fmla="*/ 59016 h 83606"/>
                <a:gd name="connsiteX254" fmla="*/ 150819 w 319670"/>
                <a:gd name="connsiteY254" fmla="*/ 60655 h 83606"/>
                <a:gd name="connsiteX255" fmla="*/ 147540 w 319670"/>
                <a:gd name="connsiteY255" fmla="*/ 60655 h 83606"/>
                <a:gd name="connsiteX256" fmla="*/ 145901 w 319670"/>
                <a:gd name="connsiteY256" fmla="*/ 59016 h 83606"/>
                <a:gd name="connsiteX257" fmla="*/ 142623 w 319670"/>
                <a:gd name="connsiteY257" fmla="*/ 59016 h 83606"/>
                <a:gd name="connsiteX258" fmla="*/ 139344 w 319670"/>
                <a:gd name="connsiteY258" fmla="*/ 59016 h 83606"/>
                <a:gd name="connsiteX259" fmla="*/ 134426 w 319670"/>
                <a:gd name="connsiteY259" fmla="*/ 62295 h 83606"/>
                <a:gd name="connsiteX260" fmla="*/ 131147 w 319670"/>
                <a:gd name="connsiteY260" fmla="*/ 62295 h 83606"/>
                <a:gd name="connsiteX261" fmla="*/ 126229 w 319670"/>
                <a:gd name="connsiteY261" fmla="*/ 63934 h 83606"/>
                <a:gd name="connsiteX262" fmla="*/ 122950 w 319670"/>
                <a:gd name="connsiteY262" fmla="*/ 65573 h 83606"/>
                <a:gd name="connsiteX263" fmla="*/ 119672 w 319670"/>
                <a:gd name="connsiteY263" fmla="*/ 67213 h 83606"/>
                <a:gd name="connsiteX264" fmla="*/ 116393 w 319670"/>
                <a:gd name="connsiteY264" fmla="*/ 70491 h 83606"/>
                <a:gd name="connsiteX265" fmla="*/ 116393 w 319670"/>
                <a:gd name="connsiteY265" fmla="*/ 73770 h 83606"/>
                <a:gd name="connsiteX266" fmla="*/ 113114 w 319670"/>
                <a:gd name="connsiteY266" fmla="*/ 75409 h 83606"/>
                <a:gd name="connsiteX267" fmla="*/ 108196 w 319670"/>
                <a:gd name="connsiteY267" fmla="*/ 77049 h 83606"/>
                <a:gd name="connsiteX268" fmla="*/ 104918 w 319670"/>
                <a:gd name="connsiteY268" fmla="*/ 77049 h 83606"/>
                <a:gd name="connsiteX269" fmla="*/ 101639 w 319670"/>
                <a:gd name="connsiteY269" fmla="*/ 78688 h 83606"/>
                <a:gd name="connsiteX270" fmla="*/ 96721 w 319670"/>
                <a:gd name="connsiteY270" fmla="*/ 77049 h 83606"/>
                <a:gd name="connsiteX271" fmla="*/ 93442 w 319670"/>
                <a:gd name="connsiteY271" fmla="*/ 77049 h 83606"/>
                <a:gd name="connsiteX272" fmla="*/ 90164 w 319670"/>
                <a:gd name="connsiteY272" fmla="*/ 78688 h 83606"/>
                <a:gd name="connsiteX273" fmla="*/ 85246 w 319670"/>
                <a:gd name="connsiteY273" fmla="*/ 80328 h 83606"/>
                <a:gd name="connsiteX274" fmla="*/ 81967 w 319670"/>
                <a:gd name="connsiteY274" fmla="*/ 80328 h 83606"/>
                <a:gd name="connsiteX275" fmla="*/ 78688 w 319670"/>
                <a:gd name="connsiteY275" fmla="*/ 80328 h 83606"/>
                <a:gd name="connsiteX276" fmla="*/ 73770 w 319670"/>
                <a:gd name="connsiteY276" fmla="*/ 80328 h 83606"/>
                <a:gd name="connsiteX277" fmla="*/ 70492 w 319670"/>
                <a:gd name="connsiteY277" fmla="*/ 81967 h 83606"/>
                <a:gd name="connsiteX278" fmla="*/ 67213 w 319670"/>
                <a:gd name="connsiteY278" fmla="*/ 81967 h 83606"/>
                <a:gd name="connsiteX279" fmla="*/ 63934 w 319670"/>
                <a:gd name="connsiteY279" fmla="*/ 81967 h 83606"/>
                <a:gd name="connsiteX280" fmla="*/ 60656 w 319670"/>
                <a:gd name="connsiteY280" fmla="*/ 83606 h 83606"/>
                <a:gd name="connsiteX281" fmla="*/ 57377 w 319670"/>
                <a:gd name="connsiteY281" fmla="*/ 83606 h 83606"/>
                <a:gd name="connsiteX282" fmla="*/ 52459 w 319670"/>
                <a:gd name="connsiteY282" fmla="*/ 83606 h 83606"/>
                <a:gd name="connsiteX283" fmla="*/ 49180 w 319670"/>
                <a:gd name="connsiteY283" fmla="*/ 83606 h 83606"/>
                <a:gd name="connsiteX284" fmla="*/ 45901 w 319670"/>
                <a:gd name="connsiteY284" fmla="*/ 83606 h 83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</a:cxnLst>
              <a:rect l="l" t="t" r="r" b="b"/>
              <a:pathLst>
                <a:path w="319670" h="83606">
                  <a:moveTo>
                    <a:pt x="45901" y="83606"/>
                  </a:moveTo>
                  <a:lnTo>
                    <a:pt x="40983" y="83606"/>
                  </a:lnTo>
                  <a:lnTo>
                    <a:pt x="39344" y="83606"/>
                  </a:lnTo>
                  <a:lnTo>
                    <a:pt x="36066" y="83606"/>
                  </a:lnTo>
                  <a:lnTo>
                    <a:pt x="32787" y="81967"/>
                  </a:lnTo>
                  <a:lnTo>
                    <a:pt x="27869" y="80328"/>
                  </a:lnTo>
                  <a:lnTo>
                    <a:pt x="26229" y="77049"/>
                  </a:lnTo>
                  <a:lnTo>
                    <a:pt x="22951" y="77049"/>
                  </a:lnTo>
                  <a:lnTo>
                    <a:pt x="19672" y="75409"/>
                  </a:lnTo>
                  <a:lnTo>
                    <a:pt x="14754" y="75409"/>
                  </a:lnTo>
                  <a:lnTo>
                    <a:pt x="11476" y="75409"/>
                  </a:lnTo>
                  <a:lnTo>
                    <a:pt x="8197" y="75409"/>
                  </a:lnTo>
                  <a:lnTo>
                    <a:pt x="6557" y="73770"/>
                  </a:lnTo>
                  <a:lnTo>
                    <a:pt x="4918" y="70491"/>
                  </a:lnTo>
                  <a:lnTo>
                    <a:pt x="4918" y="67213"/>
                  </a:lnTo>
                  <a:lnTo>
                    <a:pt x="0" y="65573"/>
                  </a:lnTo>
                  <a:lnTo>
                    <a:pt x="3279" y="65573"/>
                  </a:lnTo>
                  <a:lnTo>
                    <a:pt x="4918" y="65573"/>
                  </a:lnTo>
                  <a:lnTo>
                    <a:pt x="8197" y="68852"/>
                  </a:lnTo>
                  <a:lnTo>
                    <a:pt x="13115" y="72131"/>
                  </a:lnTo>
                  <a:lnTo>
                    <a:pt x="16393" y="70491"/>
                  </a:lnTo>
                  <a:lnTo>
                    <a:pt x="19672" y="68852"/>
                  </a:lnTo>
                  <a:lnTo>
                    <a:pt x="22951" y="68852"/>
                  </a:lnTo>
                  <a:lnTo>
                    <a:pt x="27869" y="68852"/>
                  </a:lnTo>
                  <a:lnTo>
                    <a:pt x="29508" y="63934"/>
                  </a:lnTo>
                  <a:lnTo>
                    <a:pt x="34426" y="63934"/>
                  </a:lnTo>
                  <a:lnTo>
                    <a:pt x="37705" y="65573"/>
                  </a:lnTo>
                  <a:lnTo>
                    <a:pt x="40983" y="65573"/>
                  </a:lnTo>
                  <a:lnTo>
                    <a:pt x="45901" y="68852"/>
                  </a:lnTo>
                  <a:lnTo>
                    <a:pt x="49180" y="67213"/>
                  </a:lnTo>
                  <a:lnTo>
                    <a:pt x="52459" y="67213"/>
                  </a:lnTo>
                  <a:lnTo>
                    <a:pt x="55738" y="65573"/>
                  </a:lnTo>
                  <a:lnTo>
                    <a:pt x="54098" y="62295"/>
                  </a:lnTo>
                  <a:lnTo>
                    <a:pt x="59016" y="60655"/>
                  </a:lnTo>
                  <a:lnTo>
                    <a:pt x="62295" y="60655"/>
                  </a:lnTo>
                  <a:lnTo>
                    <a:pt x="65573" y="59016"/>
                  </a:lnTo>
                  <a:lnTo>
                    <a:pt x="68852" y="55737"/>
                  </a:lnTo>
                  <a:lnTo>
                    <a:pt x="73770" y="52459"/>
                  </a:lnTo>
                  <a:lnTo>
                    <a:pt x="77049" y="50819"/>
                  </a:lnTo>
                  <a:lnTo>
                    <a:pt x="80328" y="49180"/>
                  </a:lnTo>
                  <a:lnTo>
                    <a:pt x="83606" y="47541"/>
                  </a:lnTo>
                  <a:lnTo>
                    <a:pt x="88524" y="45901"/>
                  </a:lnTo>
                  <a:lnTo>
                    <a:pt x="91803" y="47541"/>
                  </a:lnTo>
                  <a:lnTo>
                    <a:pt x="95082" y="47541"/>
                  </a:lnTo>
                  <a:lnTo>
                    <a:pt x="100000" y="47541"/>
                  </a:lnTo>
                  <a:lnTo>
                    <a:pt x="103278" y="45901"/>
                  </a:lnTo>
                  <a:lnTo>
                    <a:pt x="106557" y="45901"/>
                  </a:lnTo>
                  <a:lnTo>
                    <a:pt x="111475" y="44262"/>
                  </a:lnTo>
                  <a:lnTo>
                    <a:pt x="114754" y="42623"/>
                  </a:lnTo>
                  <a:lnTo>
                    <a:pt x="114754" y="39344"/>
                  </a:lnTo>
                  <a:lnTo>
                    <a:pt x="111475" y="34426"/>
                  </a:lnTo>
                  <a:lnTo>
                    <a:pt x="113114" y="31147"/>
                  </a:lnTo>
                  <a:lnTo>
                    <a:pt x="111475" y="27869"/>
                  </a:lnTo>
                  <a:lnTo>
                    <a:pt x="108196" y="27869"/>
                  </a:lnTo>
                  <a:lnTo>
                    <a:pt x="111475" y="26229"/>
                  </a:lnTo>
                  <a:lnTo>
                    <a:pt x="114754" y="21311"/>
                  </a:lnTo>
                  <a:lnTo>
                    <a:pt x="114754" y="18033"/>
                  </a:lnTo>
                  <a:lnTo>
                    <a:pt x="111475" y="18033"/>
                  </a:lnTo>
                  <a:lnTo>
                    <a:pt x="106557" y="16393"/>
                  </a:lnTo>
                  <a:lnTo>
                    <a:pt x="104918" y="13115"/>
                  </a:lnTo>
                  <a:lnTo>
                    <a:pt x="103278" y="8197"/>
                  </a:lnTo>
                  <a:lnTo>
                    <a:pt x="108196" y="6557"/>
                  </a:lnTo>
                  <a:lnTo>
                    <a:pt x="109836" y="6557"/>
                  </a:lnTo>
                  <a:lnTo>
                    <a:pt x="109836" y="6557"/>
                  </a:lnTo>
                  <a:lnTo>
                    <a:pt x="111475" y="11475"/>
                  </a:lnTo>
                  <a:lnTo>
                    <a:pt x="116393" y="11475"/>
                  </a:lnTo>
                  <a:lnTo>
                    <a:pt x="119672" y="13115"/>
                  </a:lnTo>
                  <a:lnTo>
                    <a:pt x="122950" y="14754"/>
                  </a:lnTo>
                  <a:lnTo>
                    <a:pt x="126229" y="18033"/>
                  </a:lnTo>
                  <a:lnTo>
                    <a:pt x="129508" y="19672"/>
                  </a:lnTo>
                  <a:lnTo>
                    <a:pt x="132786" y="22951"/>
                  </a:lnTo>
                  <a:lnTo>
                    <a:pt x="136065" y="22951"/>
                  </a:lnTo>
                  <a:lnTo>
                    <a:pt x="140983" y="22951"/>
                  </a:lnTo>
                  <a:lnTo>
                    <a:pt x="144262" y="21311"/>
                  </a:lnTo>
                  <a:lnTo>
                    <a:pt x="145901" y="21311"/>
                  </a:lnTo>
                  <a:lnTo>
                    <a:pt x="144262" y="24590"/>
                  </a:lnTo>
                  <a:lnTo>
                    <a:pt x="147540" y="26229"/>
                  </a:lnTo>
                  <a:lnTo>
                    <a:pt x="149180" y="29508"/>
                  </a:lnTo>
                  <a:lnTo>
                    <a:pt x="150819" y="34426"/>
                  </a:lnTo>
                  <a:lnTo>
                    <a:pt x="154098" y="37705"/>
                  </a:lnTo>
                  <a:lnTo>
                    <a:pt x="157376" y="36065"/>
                  </a:lnTo>
                  <a:lnTo>
                    <a:pt x="160655" y="37705"/>
                  </a:lnTo>
                  <a:lnTo>
                    <a:pt x="165573" y="36065"/>
                  </a:lnTo>
                  <a:lnTo>
                    <a:pt x="168852" y="36065"/>
                  </a:lnTo>
                  <a:lnTo>
                    <a:pt x="173770" y="36065"/>
                  </a:lnTo>
                  <a:lnTo>
                    <a:pt x="177048" y="36065"/>
                  </a:lnTo>
                  <a:lnTo>
                    <a:pt x="180327" y="34426"/>
                  </a:lnTo>
                  <a:lnTo>
                    <a:pt x="185245" y="34426"/>
                  </a:lnTo>
                  <a:lnTo>
                    <a:pt x="188524" y="34426"/>
                  </a:lnTo>
                  <a:lnTo>
                    <a:pt x="193442" y="32787"/>
                  </a:lnTo>
                  <a:lnTo>
                    <a:pt x="196720" y="31147"/>
                  </a:lnTo>
                  <a:lnTo>
                    <a:pt x="199999" y="29508"/>
                  </a:lnTo>
                  <a:lnTo>
                    <a:pt x="204917" y="27869"/>
                  </a:lnTo>
                  <a:lnTo>
                    <a:pt x="208196" y="26229"/>
                  </a:lnTo>
                  <a:lnTo>
                    <a:pt x="211475" y="24590"/>
                  </a:lnTo>
                  <a:lnTo>
                    <a:pt x="216393" y="24590"/>
                  </a:lnTo>
                  <a:lnTo>
                    <a:pt x="219671" y="22951"/>
                  </a:lnTo>
                  <a:lnTo>
                    <a:pt x="222950" y="21311"/>
                  </a:lnTo>
                  <a:lnTo>
                    <a:pt x="227868" y="18033"/>
                  </a:lnTo>
                  <a:lnTo>
                    <a:pt x="231147" y="16393"/>
                  </a:lnTo>
                  <a:lnTo>
                    <a:pt x="234425" y="14754"/>
                  </a:lnTo>
                  <a:lnTo>
                    <a:pt x="239343" y="11475"/>
                  </a:lnTo>
                  <a:lnTo>
                    <a:pt x="242622" y="9836"/>
                  </a:lnTo>
                  <a:lnTo>
                    <a:pt x="245901" y="8197"/>
                  </a:lnTo>
                  <a:lnTo>
                    <a:pt x="250819" y="6557"/>
                  </a:lnTo>
                  <a:lnTo>
                    <a:pt x="254097" y="4918"/>
                  </a:lnTo>
                  <a:lnTo>
                    <a:pt x="257376" y="3279"/>
                  </a:lnTo>
                  <a:lnTo>
                    <a:pt x="262294" y="3279"/>
                  </a:lnTo>
                  <a:lnTo>
                    <a:pt x="265573" y="1639"/>
                  </a:lnTo>
                  <a:lnTo>
                    <a:pt x="268851" y="1639"/>
                  </a:lnTo>
                  <a:lnTo>
                    <a:pt x="273769" y="0"/>
                  </a:lnTo>
                  <a:lnTo>
                    <a:pt x="277048" y="0"/>
                  </a:lnTo>
                  <a:lnTo>
                    <a:pt x="278687" y="0"/>
                  </a:lnTo>
                  <a:lnTo>
                    <a:pt x="281966" y="0"/>
                  </a:lnTo>
                  <a:lnTo>
                    <a:pt x="286884" y="0"/>
                  </a:lnTo>
                  <a:lnTo>
                    <a:pt x="290163" y="0"/>
                  </a:lnTo>
                  <a:lnTo>
                    <a:pt x="293441" y="0"/>
                  </a:lnTo>
                  <a:lnTo>
                    <a:pt x="295081" y="1639"/>
                  </a:lnTo>
                  <a:lnTo>
                    <a:pt x="298360" y="0"/>
                  </a:lnTo>
                  <a:lnTo>
                    <a:pt x="301638" y="1639"/>
                  </a:lnTo>
                  <a:lnTo>
                    <a:pt x="306556" y="3279"/>
                  </a:lnTo>
                  <a:lnTo>
                    <a:pt x="309835" y="3279"/>
                  </a:lnTo>
                  <a:lnTo>
                    <a:pt x="313113" y="3279"/>
                  </a:lnTo>
                  <a:lnTo>
                    <a:pt x="314753" y="4918"/>
                  </a:lnTo>
                  <a:lnTo>
                    <a:pt x="319671" y="4918"/>
                  </a:lnTo>
                  <a:lnTo>
                    <a:pt x="314753" y="6557"/>
                  </a:lnTo>
                  <a:lnTo>
                    <a:pt x="311474" y="8197"/>
                  </a:lnTo>
                  <a:lnTo>
                    <a:pt x="316392" y="8197"/>
                  </a:lnTo>
                  <a:lnTo>
                    <a:pt x="319671" y="6557"/>
                  </a:lnTo>
                  <a:lnTo>
                    <a:pt x="316392" y="9836"/>
                  </a:lnTo>
                  <a:lnTo>
                    <a:pt x="311474" y="11475"/>
                  </a:lnTo>
                  <a:lnTo>
                    <a:pt x="308195" y="11475"/>
                  </a:lnTo>
                  <a:lnTo>
                    <a:pt x="304917" y="13115"/>
                  </a:lnTo>
                  <a:lnTo>
                    <a:pt x="299999" y="14754"/>
                  </a:lnTo>
                  <a:lnTo>
                    <a:pt x="304917" y="13115"/>
                  </a:lnTo>
                  <a:lnTo>
                    <a:pt x="308195" y="9836"/>
                  </a:lnTo>
                  <a:lnTo>
                    <a:pt x="303277" y="8197"/>
                  </a:lnTo>
                  <a:lnTo>
                    <a:pt x="299999" y="8197"/>
                  </a:lnTo>
                  <a:lnTo>
                    <a:pt x="296720" y="6557"/>
                  </a:lnTo>
                  <a:lnTo>
                    <a:pt x="293441" y="4918"/>
                  </a:lnTo>
                  <a:lnTo>
                    <a:pt x="288523" y="4918"/>
                  </a:lnTo>
                  <a:lnTo>
                    <a:pt x="286884" y="4918"/>
                  </a:lnTo>
                  <a:lnTo>
                    <a:pt x="283605" y="4918"/>
                  </a:lnTo>
                  <a:lnTo>
                    <a:pt x="280327" y="4918"/>
                  </a:lnTo>
                  <a:lnTo>
                    <a:pt x="277048" y="4918"/>
                  </a:lnTo>
                  <a:lnTo>
                    <a:pt x="272130" y="4918"/>
                  </a:lnTo>
                  <a:lnTo>
                    <a:pt x="268851" y="6557"/>
                  </a:lnTo>
                  <a:lnTo>
                    <a:pt x="263933" y="6557"/>
                  </a:lnTo>
                  <a:lnTo>
                    <a:pt x="260655" y="8197"/>
                  </a:lnTo>
                  <a:lnTo>
                    <a:pt x="257376" y="8197"/>
                  </a:lnTo>
                  <a:lnTo>
                    <a:pt x="252458" y="9836"/>
                  </a:lnTo>
                  <a:lnTo>
                    <a:pt x="249179" y="9836"/>
                  </a:lnTo>
                  <a:lnTo>
                    <a:pt x="245901" y="11475"/>
                  </a:lnTo>
                  <a:lnTo>
                    <a:pt x="240983" y="11475"/>
                  </a:lnTo>
                  <a:lnTo>
                    <a:pt x="237704" y="13115"/>
                  </a:lnTo>
                  <a:lnTo>
                    <a:pt x="232786" y="16393"/>
                  </a:lnTo>
                  <a:lnTo>
                    <a:pt x="229507" y="18033"/>
                  </a:lnTo>
                  <a:lnTo>
                    <a:pt x="226229" y="19672"/>
                  </a:lnTo>
                  <a:lnTo>
                    <a:pt x="222950" y="22951"/>
                  </a:lnTo>
                  <a:lnTo>
                    <a:pt x="226229" y="21311"/>
                  </a:lnTo>
                  <a:lnTo>
                    <a:pt x="229507" y="19672"/>
                  </a:lnTo>
                  <a:lnTo>
                    <a:pt x="232786" y="18033"/>
                  </a:lnTo>
                  <a:lnTo>
                    <a:pt x="237704" y="16393"/>
                  </a:lnTo>
                  <a:lnTo>
                    <a:pt x="240983" y="14754"/>
                  </a:lnTo>
                  <a:lnTo>
                    <a:pt x="245901" y="13115"/>
                  </a:lnTo>
                  <a:lnTo>
                    <a:pt x="249179" y="13115"/>
                  </a:lnTo>
                  <a:lnTo>
                    <a:pt x="252458" y="11475"/>
                  </a:lnTo>
                  <a:lnTo>
                    <a:pt x="255737" y="11475"/>
                  </a:lnTo>
                  <a:lnTo>
                    <a:pt x="260655" y="11475"/>
                  </a:lnTo>
                  <a:lnTo>
                    <a:pt x="263933" y="11475"/>
                  </a:lnTo>
                  <a:lnTo>
                    <a:pt x="267212" y="11475"/>
                  </a:lnTo>
                  <a:lnTo>
                    <a:pt x="272130" y="8197"/>
                  </a:lnTo>
                  <a:lnTo>
                    <a:pt x="275409" y="6557"/>
                  </a:lnTo>
                  <a:lnTo>
                    <a:pt x="278687" y="6557"/>
                  </a:lnTo>
                  <a:lnTo>
                    <a:pt x="283605" y="6557"/>
                  </a:lnTo>
                  <a:lnTo>
                    <a:pt x="286884" y="6557"/>
                  </a:lnTo>
                  <a:lnTo>
                    <a:pt x="290163" y="8197"/>
                  </a:lnTo>
                  <a:lnTo>
                    <a:pt x="286884" y="8197"/>
                  </a:lnTo>
                  <a:lnTo>
                    <a:pt x="283605" y="8197"/>
                  </a:lnTo>
                  <a:lnTo>
                    <a:pt x="280327" y="8197"/>
                  </a:lnTo>
                  <a:lnTo>
                    <a:pt x="275409" y="8197"/>
                  </a:lnTo>
                  <a:lnTo>
                    <a:pt x="272130" y="9836"/>
                  </a:lnTo>
                  <a:lnTo>
                    <a:pt x="275409" y="9836"/>
                  </a:lnTo>
                  <a:lnTo>
                    <a:pt x="280327" y="9836"/>
                  </a:lnTo>
                  <a:lnTo>
                    <a:pt x="283605" y="9836"/>
                  </a:lnTo>
                  <a:lnTo>
                    <a:pt x="286884" y="9836"/>
                  </a:lnTo>
                  <a:lnTo>
                    <a:pt x="291802" y="11475"/>
                  </a:lnTo>
                  <a:lnTo>
                    <a:pt x="286884" y="13115"/>
                  </a:lnTo>
                  <a:lnTo>
                    <a:pt x="283605" y="14754"/>
                  </a:lnTo>
                  <a:lnTo>
                    <a:pt x="280327" y="14754"/>
                  </a:lnTo>
                  <a:lnTo>
                    <a:pt x="278687" y="14754"/>
                  </a:lnTo>
                  <a:lnTo>
                    <a:pt x="273769" y="16393"/>
                  </a:lnTo>
                  <a:lnTo>
                    <a:pt x="270491" y="14754"/>
                  </a:lnTo>
                  <a:lnTo>
                    <a:pt x="267212" y="16393"/>
                  </a:lnTo>
                  <a:lnTo>
                    <a:pt x="262294" y="16393"/>
                  </a:lnTo>
                  <a:lnTo>
                    <a:pt x="259015" y="16393"/>
                  </a:lnTo>
                  <a:lnTo>
                    <a:pt x="255737" y="16393"/>
                  </a:lnTo>
                  <a:lnTo>
                    <a:pt x="259015" y="18033"/>
                  </a:lnTo>
                  <a:lnTo>
                    <a:pt x="262294" y="16393"/>
                  </a:lnTo>
                  <a:lnTo>
                    <a:pt x="267212" y="16393"/>
                  </a:lnTo>
                  <a:lnTo>
                    <a:pt x="262294" y="18033"/>
                  </a:lnTo>
                  <a:lnTo>
                    <a:pt x="259015" y="18033"/>
                  </a:lnTo>
                  <a:lnTo>
                    <a:pt x="255737" y="19672"/>
                  </a:lnTo>
                  <a:lnTo>
                    <a:pt x="259015" y="19672"/>
                  </a:lnTo>
                  <a:lnTo>
                    <a:pt x="262294" y="18033"/>
                  </a:lnTo>
                  <a:lnTo>
                    <a:pt x="267212" y="16393"/>
                  </a:lnTo>
                  <a:lnTo>
                    <a:pt x="270491" y="18033"/>
                  </a:lnTo>
                  <a:lnTo>
                    <a:pt x="273769" y="16393"/>
                  </a:lnTo>
                  <a:lnTo>
                    <a:pt x="278687" y="16393"/>
                  </a:lnTo>
                  <a:lnTo>
                    <a:pt x="281966" y="16393"/>
                  </a:lnTo>
                  <a:lnTo>
                    <a:pt x="277048" y="18033"/>
                  </a:lnTo>
                  <a:lnTo>
                    <a:pt x="275409" y="18033"/>
                  </a:lnTo>
                  <a:lnTo>
                    <a:pt x="270491" y="19672"/>
                  </a:lnTo>
                  <a:lnTo>
                    <a:pt x="267212" y="19672"/>
                  </a:lnTo>
                  <a:lnTo>
                    <a:pt x="263933" y="21311"/>
                  </a:lnTo>
                  <a:lnTo>
                    <a:pt x="259015" y="22951"/>
                  </a:lnTo>
                  <a:lnTo>
                    <a:pt x="263933" y="21311"/>
                  </a:lnTo>
                  <a:lnTo>
                    <a:pt x="267212" y="22951"/>
                  </a:lnTo>
                  <a:lnTo>
                    <a:pt x="262294" y="22951"/>
                  </a:lnTo>
                  <a:lnTo>
                    <a:pt x="259015" y="22951"/>
                  </a:lnTo>
                  <a:lnTo>
                    <a:pt x="255737" y="22951"/>
                  </a:lnTo>
                  <a:lnTo>
                    <a:pt x="250819" y="21311"/>
                  </a:lnTo>
                  <a:lnTo>
                    <a:pt x="247540" y="21311"/>
                  </a:lnTo>
                  <a:lnTo>
                    <a:pt x="244261" y="21311"/>
                  </a:lnTo>
                  <a:lnTo>
                    <a:pt x="240983" y="22951"/>
                  </a:lnTo>
                  <a:lnTo>
                    <a:pt x="236065" y="24590"/>
                  </a:lnTo>
                  <a:lnTo>
                    <a:pt x="232786" y="26229"/>
                  </a:lnTo>
                  <a:lnTo>
                    <a:pt x="229507" y="27869"/>
                  </a:lnTo>
                  <a:lnTo>
                    <a:pt x="232786" y="26229"/>
                  </a:lnTo>
                  <a:lnTo>
                    <a:pt x="229507" y="27869"/>
                  </a:lnTo>
                  <a:lnTo>
                    <a:pt x="224589" y="29508"/>
                  </a:lnTo>
                  <a:lnTo>
                    <a:pt x="221310" y="31147"/>
                  </a:lnTo>
                  <a:lnTo>
                    <a:pt x="216393" y="32787"/>
                  </a:lnTo>
                  <a:lnTo>
                    <a:pt x="213114" y="34426"/>
                  </a:lnTo>
                  <a:lnTo>
                    <a:pt x="209835" y="36065"/>
                  </a:lnTo>
                  <a:lnTo>
                    <a:pt x="213114" y="34426"/>
                  </a:lnTo>
                  <a:lnTo>
                    <a:pt x="218032" y="34426"/>
                  </a:lnTo>
                  <a:lnTo>
                    <a:pt x="213114" y="36065"/>
                  </a:lnTo>
                  <a:lnTo>
                    <a:pt x="209835" y="37705"/>
                  </a:lnTo>
                  <a:lnTo>
                    <a:pt x="206557" y="39344"/>
                  </a:lnTo>
                  <a:lnTo>
                    <a:pt x="203278" y="40983"/>
                  </a:lnTo>
                  <a:lnTo>
                    <a:pt x="198360" y="42623"/>
                  </a:lnTo>
                  <a:lnTo>
                    <a:pt x="195081" y="44262"/>
                  </a:lnTo>
                  <a:lnTo>
                    <a:pt x="190163" y="45901"/>
                  </a:lnTo>
                  <a:lnTo>
                    <a:pt x="186885" y="47541"/>
                  </a:lnTo>
                  <a:lnTo>
                    <a:pt x="183606" y="49180"/>
                  </a:lnTo>
                  <a:lnTo>
                    <a:pt x="180327" y="52459"/>
                  </a:lnTo>
                  <a:lnTo>
                    <a:pt x="175409" y="54098"/>
                  </a:lnTo>
                  <a:lnTo>
                    <a:pt x="172130" y="55737"/>
                  </a:lnTo>
                  <a:lnTo>
                    <a:pt x="167213" y="55737"/>
                  </a:lnTo>
                  <a:lnTo>
                    <a:pt x="163934" y="57377"/>
                  </a:lnTo>
                  <a:lnTo>
                    <a:pt x="160655" y="59016"/>
                  </a:lnTo>
                  <a:lnTo>
                    <a:pt x="155737" y="59016"/>
                  </a:lnTo>
                  <a:lnTo>
                    <a:pt x="155737" y="59016"/>
                  </a:lnTo>
                  <a:lnTo>
                    <a:pt x="150819" y="60655"/>
                  </a:lnTo>
                  <a:lnTo>
                    <a:pt x="147540" y="60655"/>
                  </a:lnTo>
                  <a:lnTo>
                    <a:pt x="145901" y="59016"/>
                  </a:lnTo>
                  <a:lnTo>
                    <a:pt x="142623" y="59016"/>
                  </a:lnTo>
                  <a:lnTo>
                    <a:pt x="139344" y="59016"/>
                  </a:lnTo>
                  <a:lnTo>
                    <a:pt x="134426" y="62295"/>
                  </a:lnTo>
                  <a:lnTo>
                    <a:pt x="131147" y="62295"/>
                  </a:lnTo>
                  <a:lnTo>
                    <a:pt x="126229" y="63934"/>
                  </a:lnTo>
                  <a:lnTo>
                    <a:pt x="122950" y="65573"/>
                  </a:lnTo>
                  <a:lnTo>
                    <a:pt x="119672" y="67213"/>
                  </a:lnTo>
                  <a:lnTo>
                    <a:pt x="116393" y="70491"/>
                  </a:lnTo>
                  <a:lnTo>
                    <a:pt x="116393" y="73770"/>
                  </a:lnTo>
                  <a:lnTo>
                    <a:pt x="113114" y="75409"/>
                  </a:lnTo>
                  <a:lnTo>
                    <a:pt x="108196" y="77049"/>
                  </a:lnTo>
                  <a:lnTo>
                    <a:pt x="104918" y="77049"/>
                  </a:lnTo>
                  <a:lnTo>
                    <a:pt x="101639" y="78688"/>
                  </a:lnTo>
                  <a:lnTo>
                    <a:pt x="96721" y="77049"/>
                  </a:lnTo>
                  <a:lnTo>
                    <a:pt x="93442" y="77049"/>
                  </a:lnTo>
                  <a:lnTo>
                    <a:pt x="90164" y="78688"/>
                  </a:lnTo>
                  <a:lnTo>
                    <a:pt x="85246" y="80328"/>
                  </a:lnTo>
                  <a:lnTo>
                    <a:pt x="81967" y="80328"/>
                  </a:lnTo>
                  <a:lnTo>
                    <a:pt x="78688" y="80328"/>
                  </a:lnTo>
                  <a:lnTo>
                    <a:pt x="73770" y="80328"/>
                  </a:lnTo>
                  <a:lnTo>
                    <a:pt x="70492" y="81967"/>
                  </a:lnTo>
                  <a:lnTo>
                    <a:pt x="67213" y="81967"/>
                  </a:lnTo>
                  <a:lnTo>
                    <a:pt x="63934" y="81967"/>
                  </a:lnTo>
                  <a:lnTo>
                    <a:pt x="60656" y="83606"/>
                  </a:lnTo>
                  <a:lnTo>
                    <a:pt x="57377" y="83606"/>
                  </a:lnTo>
                  <a:lnTo>
                    <a:pt x="52459" y="83606"/>
                  </a:lnTo>
                  <a:lnTo>
                    <a:pt x="49180" y="83606"/>
                  </a:lnTo>
                  <a:lnTo>
                    <a:pt x="45901" y="83606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56" name="Freeform 4555">
              <a:extLst>
                <a:ext uri="{FF2B5EF4-FFF2-40B4-BE49-F238E27FC236}">
                  <a16:creationId xmlns:a16="http://schemas.microsoft.com/office/drawing/2014/main" id="{44B396C5-309B-EC46-8443-1451BF8E8013}"/>
                </a:ext>
              </a:extLst>
            </p:cNvPr>
            <p:cNvSpPr/>
            <p:nvPr/>
          </p:nvSpPr>
          <p:spPr>
            <a:xfrm>
              <a:off x="2179624" y="1759170"/>
              <a:ext cx="62294" cy="149179"/>
            </a:xfrm>
            <a:custGeom>
              <a:avLst/>
              <a:gdLst>
                <a:gd name="connsiteX0" fmla="*/ 60655 w 62294"/>
                <a:gd name="connsiteY0" fmla="*/ 6557 h 149179"/>
                <a:gd name="connsiteX1" fmla="*/ 57377 w 62294"/>
                <a:gd name="connsiteY1" fmla="*/ 8197 h 149179"/>
                <a:gd name="connsiteX2" fmla="*/ 54098 w 62294"/>
                <a:gd name="connsiteY2" fmla="*/ 4918 h 149179"/>
                <a:gd name="connsiteX3" fmla="*/ 49180 w 62294"/>
                <a:gd name="connsiteY3" fmla="*/ 3279 h 149179"/>
                <a:gd name="connsiteX4" fmla="*/ 45901 w 62294"/>
                <a:gd name="connsiteY4" fmla="*/ 1639 h 149179"/>
                <a:gd name="connsiteX5" fmla="*/ 42623 w 62294"/>
                <a:gd name="connsiteY5" fmla="*/ 1639 h 149179"/>
                <a:gd name="connsiteX6" fmla="*/ 39344 w 62294"/>
                <a:gd name="connsiteY6" fmla="*/ 1639 h 149179"/>
                <a:gd name="connsiteX7" fmla="*/ 34426 w 62294"/>
                <a:gd name="connsiteY7" fmla="*/ 0 h 149179"/>
                <a:gd name="connsiteX8" fmla="*/ 31147 w 62294"/>
                <a:gd name="connsiteY8" fmla="*/ 1639 h 149179"/>
                <a:gd name="connsiteX9" fmla="*/ 29508 w 62294"/>
                <a:gd name="connsiteY9" fmla="*/ 1639 h 149179"/>
                <a:gd name="connsiteX10" fmla="*/ 26229 w 62294"/>
                <a:gd name="connsiteY10" fmla="*/ 4918 h 149179"/>
                <a:gd name="connsiteX11" fmla="*/ 22951 w 62294"/>
                <a:gd name="connsiteY11" fmla="*/ 8197 h 149179"/>
                <a:gd name="connsiteX12" fmla="*/ 19672 w 62294"/>
                <a:gd name="connsiteY12" fmla="*/ 11475 h 149179"/>
                <a:gd name="connsiteX13" fmla="*/ 16393 w 62294"/>
                <a:gd name="connsiteY13" fmla="*/ 14754 h 149179"/>
                <a:gd name="connsiteX14" fmla="*/ 13114 w 62294"/>
                <a:gd name="connsiteY14" fmla="*/ 19672 h 149179"/>
                <a:gd name="connsiteX15" fmla="*/ 8197 w 62294"/>
                <a:gd name="connsiteY15" fmla="*/ 21311 h 149179"/>
                <a:gd name="connsiteX16" fmla="*/ 4918 w 62294"/>
                <a:gd name="connsiteY16" fmla="*/ 22951 h 149179"/>
                <a:gd name="connsiteX17" fmla="*/ 1639 w 62294"/>
                <a:gd name="connsiteY17" fmla="*/ 27869 h 149179"/>
                <a:gd name="connsiteX18" fmla="*/ 0 w 62294"/>
                <a:gd name="connsiteY18" fmla="*/ 31147 h 149179"/>
                <a:gd name="connsiteX19" fmla="*/ 3279 w 62294"/>
                <a:gd name="connsiteY19" fmla="*/ 34426 h 149179"/>
                <a:gd name="connsiteX20" fmla="*/ 6557 w 62294"/>
                <a:gd name="connsiteY20" fmla="*/ 34426 h 149179"/>
                <a:gd name="connsiteX21" fmla="*/ 11475 w 62294"/>
                <a:gd name="connsiteY21" fmla="*/ 34426 h 149179"/>
                <a:gd name="connsiteX22" fmla="*/ 14754 w 62294"/>
                <a:gd name="connsiteY22" fmla="*/ 36065 h 149179"/>
                <a:gd name="connsiteX23" fmla="*/ 18033 w 62294"/>
                <a:gd name="connsiteY23" fmla="*/ 36065 h 149179"/>
                <a:gd name="connsiteX24" fmla="*/ 19672 w 62294"/>
                <a:gd name="connsiteY24" fmla="*/ 36065 h 149179"/>
                <a:gd name="connsiteX25" fmla="*/ 16393 w 62294"/>
                <a:gd name="connsiteY25" fmla="*/ 37705 h 149179"/>
                <a:gd name="connsiteX26" fmla="*/ 11475 w 62294"/>
                <a:gd name="connsiteY26" fmla="*/ 39344 h 149179"/>
                <a:gd name="connsiteX27" fmla="*/ 8197 w 62294"/>
                <a:gd name="connsiteY27" fmla="*/ 40983 h 149179"/>
                <a:gd name="connsiteX28" fmla="*/ 4918 w 62294"/>
                <a:gd name="connsiteY28" fmla="*/ 40983 h 149179"/>
                <a:gd name="connsiteX29" fmla="*/ 1639 w 62294"/>
                <a:gd name="connsiteY29" fmla="*/ 44262 h 149179"/>
                <a:gd name="connsiteX30" fmla="*/ 1639 w 62294"/>
                <a:gd name="connsiteY30" fmla="*/ 49180 h 149179"/>
                <a:gd name="connsiteX31" fmla="*/ 1639 w 62294"/>
                <a:gd name="connsiteY31" fmla="*/ 52459 h 149179"/>
                <a:gd name="connsiteX32" fmla="*/ 3279 w 62294"/>
                <a:gd name="connsiteY32" fmla="*/ 55737 h 149179"/>
                <a:gd name="connsiteX33" fmla="*/ 4918 w 62294"/>
                <a:gd name="connsiteY33" fmla="*/ 60655 h 149179"/>
                <a:gd name="connsiteX34" fmla="*/ 3279 w 62294"/>
                <a:gd name="connsiteY34" fmla="*/ 63934 h 149179"/>
                <a:gd name="connsiteX35" fmla="*/ 8197 w 62294"/>
                <a:gd name="connsiteY35" fmla="*/ 67213 h 149179"/>
                <a:gd name="connsiteX36" fmla="*/ 8197 w 62294"/>
                <a:gd name="connsiteY36" fmla="*/ 70492 h 149179"/>
                <a:gd name="connsiteX37" fmla="*/ 6557 w 62294"/>
                <a:gd name="connsiteY37" fmla="*/ 75409 h 149179"/>
                <a:gd name="connsiteX38" fmla="*/ 8197 w 62294"/>
                <a:gd name="connsiteY38" fmla="*/ 78688 h 149179"/>
                <a:gd name="connsiteX39" fmla="*/ 4918 w 62294"/>
                <a:gd name="connsiteY39" fmla="*/ 81967 h 149179"/>
                <a:gd name="connsiteX40" fmla="*/ 9836 w 62294"/>
                <a:gd name="connsiteY40" fmla="*/ 85245 h 149179"/>
                <a:gd name="connsiteX41" fmla="*/ 13114 w 62294"/>
                <a:gd name="connsiteY41" fmla="*/ 83606 h 149179"/>
                <a:gd name="connsiteX42" fmla="*/ 16393 w 62294"/>
                <a:gd name="connsiteY42" fmla="*/ 80327 h 149179"/>
                <a:gd name="connsiteX43" fmla="*/ 18033 w 62294"/>
                <a:gd name="connsiteY43" fmla="*/ 75409 h 149179"/>
                <a:gd name="connsiteX44" fmla="*/ 21311 w 62294"/>
                <a:gd name="connsiteY44" fmla="*/ 73770 h 149179"/>
                <a:gd name="connsiteX45" fmla="*/ 26229 w 62294"/>
                <a:gd name="connsiteY45" fmla="*/ 75409 h 149179"/>
                <a:gd name="connsiteX46" fmla="*/ 24590 w 62294"/>
                <a:gd name="connsiteY46" fmla="*/ 78688 h 149179"/>
                <a:gd name="connsiteX47" fmla="*/ 19672 w 62294"/>
                <a:gd name="connsiteY47" fmla="*/ 80327 h 149179"/>
                <a:gd name="connsiteX48" fmla="*/ 24590 w 62294"/>
                <a:gd name="connsiteY48" fmla="*/ 80327 h 149179"/>
                <a:gd name="connsiteX49" fmla="*/ 27869 w 62294"/>
                <a:gd name="connsiteY49" fmla="*/ 78688 h 149179"/>
                <a:gd name="connsiteX50" fmla="*/ 29508 w 62294"/>
                <a:gd name="connsiteY50" fmla="*/ 81967 h 149179"/>
                <a:gd name="connsiteX51" fmla="*/ 29508 w 62294"/>
                <a:gd name="connsiteY51" fmla="*/ 86885 h 149179"/>
                <a:gd name="connsiteX52" fmla="*/ 26229 w 62294"/>
                <a:gd name="connsiteY52" fmla="*/ 90164 h 149179"/>
                <a:gd name="connsiteX53" fmla="*/ 22951 w 62294"/>
                <a:gd name="connsiteY53" fmla="*/ 93442 h 149179"/>
                <a:gd name="connsiteX54" fmla="*/ 19672 w 62294"/>
                <a:gd name="connsiteY54" fmla="*/ 96721 h 149179"/>
                <a:gd name="connsiteX55" fmla="*/ 18033 w 62294"/>
                <a:gd name="connsiteY55" fmla="*/ 101639 h 149179"/>
                <a:gd name="connsiteX56" fmla="*/ 22951 w 62294"/>
                <a:gd name="connsiteY56" fmla="*/ 101639 h 149179"/>
                <a:gd name="connsiteX57" fmla="*/ 24590 w 62294"/>
                <a:gd name="connsiteY57" fmla="*/ 98360 h 149179"/>
                <a:gd name="connsiteX58" fmla="*/ 29508 w 62294"/>
                <a:gd name="connsiteY58" fmla="*/ 95082 h 149179"/>
                <a:gd name="connsiteX59" fmla="*/ 32787 w 62294"/>
                <a:gd name="connsiteY59" fmla="*/ 93442 h 149179"/>
                <a:gd name="connsiteX60" fmla="*/ 36065 w 62294"/>
                <a:gd name="connsiteY60" fmla="*/ 91803 h 149179"/>
                <a:gd name="connsiteX61" fmla="*/ 37705 w 62294"/>
                <a:gd name="connsiteY61" fmla="*/ 95082 h 149179"/>
                <a:gd name="connsiteX62" fmla="*/ 37705 w 62294"/>
                <a:gd name="connsiteY62" fmla="*/ 99999 h 149179"/>
                <a:gd name="connsiteX63" fmla="*/ 32787 w 62294"/>
                <a:gd name="connsiteY63" fmla="*/ 101639 h 149179"/>
                <a:gd name="connsiteX64" fmla="*/ 29508 w 62294"/>
                <a:gd name="connsiteY64" fmla="*/ 104917 h 149179"/>
                <a:gd name="connsiteX65" fmla="*/ 26229 w 62294"/>
                <a:gd name="connsiteY65" fmla="*/ 108196 h 149179"/>
                <a:gd name="connsiteX66" fmla="*/ 22951 w 62294"/>
                <a:gd name="connsiteY66" fmla="*/ 111475 h 149179"/>
                <a:gd name="connsiteX67" fmla="*/ 19672 w 62294"/>
                <a:gd name="connsiteY67" fmla="*/ 114754 h 149179"/>
                <a:gd name="connsiteX68" fmla="*/ 22951 w 62294"/>
                <a:gd name="connsiteY68" fmla="*/ 113114 h 149179"/>
                <a:gd name="connsiteX69" fmla="*/ 27869 w 62294"/>
                <a:gd name="connsiteY69" fmla="*/ 111475 h 149179"/>
                <a:gd name="connsiteX70" fmla="*/ 31147 w 62294"/>
                <a:gd name="connsiteY70" fmla="*/ 108196 h 149179"/>
                <a:gd name="connsiteX71" fmla="*/ 34426 w 62294"/>
                <a:gd name="connsiteY71" fmla="*/ 108196 h 149179"/>
                <a:gd name="connsiteX72" fmla="*/ 32787 w 62294"/>
                <a:gd name="connsiteY72" fmla="*/ 111475 h 149179"/>
                <a:gd name="connsiteX73" fmla="*/ 27869 w 62294"/>
                <a:gd name="connsiteY73" fmla="*/ 113114 h 149179"/>
                <a:gd name="connsiteX74" fmla="*/ 24590 w 62294"/>
                <a:gd name="connsiteY74" fmla="*/ 114754 h 149179"/>
                <a:gd name="connsiteX75" fmla="*/ 19672 w 62294"/>
                <a:gd name="connsiteY75" fmla="*/ 118032 h 149179"/>
                <a:gd name="connsiteX76" fmla="*/ 18033 w 62294"/>
                <a:gd name="connsiteY76" fmla="*/ 122950 h 149179"/>
                <a:gd name="connsiteX77" fmla="*/ 13114 w 62294"/>
                <a:gd name="connsiteY77" fmla="*/ 126229 h 149179"/>
                <a:gd name="connsiteX78" fmla="*/ 11475 w 62294"/>
                <a:gd name="connsiteY78" fmla="*/ 129508 h 149179"/>
                <a:gd name="connsiteX79" fmla="*/ 8197 w 62294"/>
                <a:gd name="connsiteY79" fmla="*/ 132786 h 149179"/>
                <a:gd name="connsiteX80" fmla="*/ 6557 w 62294"/>
                <a:gd name="connsiteY80" fmla="*/ 137704 h 149179"/>
                <a:gd name="connsiteX81" fmla="*/ 4918 w 62294"/>
                <a:gd name="connsiteY81" fmla="*/ 140983 h 149179"/>
                <a:gd name="connsiteX82" fmla="*/ 3279 w 62294"/>
                <a:gd name="connsiteY82" fmla="*/ 144262 h 149179"/>
                <a:gd name="connsiteX83" fmla="*/ 4918 w 62294"/>
                <a:gd name="connsiteY83" fmla="*/ 149179 h 149179"/>
                <a:gd name="connsiteX84" fmla="*/ 4918 w 62294"/>
                <a:gd name="connsiteY84" fmla="*/ 149179 h 149179"/>
                <a:gd name="connsiteX85" fmla="*/ 9836 w 62294"/>
                <a:gd name="connsiteY85" fmla="*/ 149179 h 149179"/>
                <a:gd name="connsiteX86" fmla="*/ 13114 w 62294"/>
                <a:gd name="connsiteY86" fmla="*/ 147540 h 149179"/>
                <a:gd name="connsiteX87" fmla="*/ 14754 w 62294"/>
                <a:gd name="connsiteY87" fmla="*/ 142622 h 149179"/>
                <a:gd name="connsiteX88" fmla="*/ 18033 w 62294"/>
                <a:gd name="connsiteY88" fmla="*/ 139344 h 149179"/>
                <a:gd name="connsiteX89" fmla="*/ 21311 w 62294"/>
                <a:gd name="connsiteY89" fmla="*/ 136065 h 149179"/>
                <a:gd name="connsiteX90" fmla="*/ 24590 w 62294"/>
                <a:gd name="connsiteY90" fmla="*/ 139344 h 149179"/>
                <a:gd name="connsiteX91" fmla="*/ 27869 w 62294"/>
                <a:gd name="connsiteY91" fmla="*/ 139344 h 149179"/>
                <a:gd name="connsiteX92" fmla="*/ 27869 w 62294"/>
                <a:gd name="connsiteY92" fmla="*/ 134426 h 149179"/>
                <a:gd name="connsiteX93" fmla="*/ 31147 w 62294"/>
                <a:gd name="connsiteY93" fmla="*/ 131147 h 149179"/>
                <a:gd name="connsiteX94" fmla="*/ 32787 w 62294"/>
                <a:gd name="connsiteY94" fmla="*/ 127868 h 149179"/>
                <a:gd name="connsiteX95" fmla="*/ 34426 w 62294"/>
                <a:gd name="connsiteY95" fmla="*/ 122950 h 149179"/>
                <a:gd name="connsiteX96" fmla="*/ 36065 w 62294"/>
                <a:gd name="connsiteY96" fmla="*/ 119672 h 149179"/>
                <a:gd name="connsiteX97" fmla="*/ 39344 w 62294"/>
                <a:gd name="connsiteY97" fmla="*/ 118032 h 149179"/>
                <a:gd name="connsiteX98" fmla="*/ 42623 w 62294"/>
                <a:gd name="connsiteY98" fmla="*/ 114754 h 149179"/>
                <a:gd name="connsiteX99" fmla="*/ 44262 w 62294"/>
                <a:gd name="connsiteY99" fmla="*/ 109836 h 149179"/>
                <a:gd name="connsiteX100" fmla="*/ 42623 w 62294"/>
                <a:gd name="connsiteY100" fmla="*/ 106557 h 149179"/>
                <a:gd name="connsiteX101" fmla="*/ 42623 w 62294"/>
                <a:gd name="connsiteY101" fmla="*/ 103278 h 149179"/>
                <a:gd name="connsiteX102" fmla="*/ 42623 w 62294"/>
                <a:gd name="connsiteY102" fmla="*/ 98360 h 149179"/>
                <a:gd name="connsiteX103" fmla="*/ 42623 w 62294"/>
                <a:gd name="connsiteY103" fmla="*/ 95082 h 149179"/>
                <a:gd name="connsiteX104" fmla="*/ 42623 w 62294"/>
                <a:gd name="connsiteY104" fmla="*/ 91803 h 149179"/>
                <a:gd name="connsiteX105" fmla="*/ 44262 w 62294"/>
                <a:gd name="connsiteY105" fmla="*/ 90164 h 149179"/>
                <a:gd name="connsiteX106" fmla="*/ 44262 w 62294"/>
                <a:gd name="connsiteY106" fmla="*/ 86885 h 149179"/>
                <a:gd name="connsiteX107" fmla="*/ 45901 w 62294"/>
                <a:gd name="connsiteY107" fmla="*/ 81967 h 149179"/>
                <a:gd name="connsiteX108" fmla="*/ 44262 w 62294"/>
                <a:gd name="connsiteY108" fmla="*/ 78688 h 149179"/>
                <a:gd name="connsiteX109" fmla="*/ 44262 w 62294"/>
                <a:gd name="connsiteY109" fmla="*/ 75409 h 149179"/>
                <a:gd name="connsiteX110" fmla="*/ 44262 w 62294"/>
                <a:gd name="connsiteY110" fmla="*/ 70492 h 149179"/>
                <a:gd name="connsiteX111" fmla="*/ 47541 w 62294"/>
                <a:gd name="connsiteY111" fmla="*/ 68852 h 149179"/>
                <a:gd name="connsiteX112" fmla="*/ 49180 w 62294"/>
                <a:gd name="connsiteY112" fmla="*/ 65573 h 149179"/>
                <a:gd name="connsiteX113" fmla="*/ 49180 w 62294"/>
                <a:gd name="connsiteY113" fmla="*/ 60655 h 149179"/>
                <a:gd name="connsiteX114" fmla="*/ 50819 w 62294"/>
                <a:gd name="connsiteY114" fmla="*/ 57377 h 149179"/>
                <a:gd name="connsiteX115" fmla="*/ 50819 w 62294"/>
                <a:gd name="connsiteY115" fmla="*/ 54098 h 149179"/>
                <a:gd name="connsiteX116" fmla="*/ 52459 w 62294"/>
                <a:gd name="connsiteY116" fmla="*/ 49180 h 149179"/>
                <a:gd name="connsiteX117" fmla="*/ 50819 w 62294"/>
                <a:gd name="connsiteY117" fmla="*/ 45901 h 149179"/>
                <a:gd name="connsiteX118" fmla="*/ 52459 w 62294"/>
                <a:gd name="connsiteY118" fmla="*/ 42623 h 149179"/>
                <a:gd name="connsiteX119" fmla="*/ 55737 w 62294"/>
                <a:gd name="connsiteY119" fmla="*/ 37705 h 149179"/>
                <a:gd name="connsiteX120" fmla="*/ 57377 w 62294"/>
                <a:gd name="connsiteY120" fmla="*/ 37705 h 149179"/>
                <a:gd name="connsiteX121" fmla="*/ 57377 w 62294"/>
                <a:gd name="connsiteY121" fmla="*/ 34426 h 149179"/>
                <a:gd name="connsiteX122" fmla="*/ 59016 w 62294"/>
                <a:gd name="connsiteY122" fmla="*/ 29508 h 149179"/>
                <a:gd name="connsiteX123" fmla="*/ 57377 w 62294"/>
                <a:gd name="connsiteY123" fmla="*/ 26229 h 149179"/>
                <a:gd name="connsiteX124" fmla="*/ 59016 w 62294"/>
                <a:gd name="connsiteY124" fmla="*/ 22951 h 149179"/>
                <a:gd name="connsiteX125" fmla="*/ 59016 w 62294"/>
                <a:gd name="connsiteY125" fmla="*/ 18033 h 149179"/>
                <a:gd name="connsiteX126" fmla="*/ 59016 w 62294"/>
                <a:gd name="connsiteY126" fmla="*/ 14754 h 149179"/>
                <a:gd name="connsiteX127" fmla="*/ 59016 w 62294"/>
                <a:gd name="connsiteY127" fmla="*/ 11475 h 149179"/>
                <a:gd name="connsiteX128" fmla="*/ 62295 w 62294"/>
                <a:gd name="connsiteY128" fmla="*/ 8197 h 149179"/>
                <a:gd name="connsiteX129" fmla="*/ 60655 w 62294"/>
                <a:gd name="connsiteY129" fmla="*/ 6557 h 149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62294" h="149179">
                  <a:moveTo>
                    <a:pt x="60655" y="6557"/>
                  </a:moveTo>
                  <a:lnTo>
                    <a:pt x="57377" y="8197"/>
                  </a:lnTo>
                  <a:lnTo>
                    <a:pt x="54098" y="4918"/>
                  </a:lnTo>
                  <a:lnTo>
                    <a:pt x="49180" y="3279"/>
                  </a:lnTo>
                  <a:lnTo>
                    <a:pt x="45901" y="1639"/>
                  </a:lnTo>
                  <a:lnTo>
                    <a:pt x="42623" y="1639"/>
                  </a:lnTo>
                  <a:lnTo>
                    <a:pt x="39344" y="1639"/>
                  </a:lnTo>
                  <a:lnTo>
                    <a:pt x="34426" y="0"/>
                  </a:lnTo>
                  <a:lnTo>
                    <a:pt x="31147" y="1639"/>
                  </a:lnTo>
                  <a:lnTo>
                    <a:pt x="29508" y="1639"/>
                  </a:lnTo>
                  <a:lnTo>
                    <a:pt x="26229" y="4918"/>
                  </a:lnTo>
                  <a:lnTo>
                    <a:pt x="22951" y="8197"/>
                  </a:lnTo>
                  <a:lnTo>
                    <a:pt x="19672" y="11475"/>
                  </a:lnTo>
                  <a:lnTo>
                    <a:pt x="16393" y="14754"/>
                  </a:lnTo>
                  <a:lnTo>
                    <a:pt x="13114" y="19672"/>
                  </a:lnTo>
                  <a:lnTo>
                    <a:pt x="8197" y="21311"/>
                  </a:lnTo>
                  <a:lnTo>
                    <a:pt x="4918" y="22951"/>
                  </a:lnTo>
                  <a:lnTo>
                    <a:pt x="1639" y="27869"/>
                  </a:lnTo>
                  <a:lnTo>
                    <a:pt x="0" y="31147"/>
                  </a:lnTo>
                  <a:lnTo>
                    <a:pt x="3279" y="34426"/>
                  </a:lnTo>
                  <a:lnTo>
                    <a:pt x="6557" y="34426"/>
                  </a:lnTo>
                  <a:lnTo>
                    <a:pt x="11475" y="34426"/>
                  </a:lnTo>
                  <a:lnTo>
                    <a:pt x="14754" y="36065"/>
                  </a:lnTo>
                  <a:lnTo>
                    <a:pt x="18033" y="36065"/>
                  </a:lnTo>
                  <a:lnTo>
                    <a:pt x="19672" y="36065"/>
                  </a:lnTo>
                  <a:lnTo>
                    <a:pt x="16393" y="37705"/>
                  </a:lnTo>
                  <a:lnTo>
                    <a:pt x="11475" y="39344"/>
                  </a:lnTo>
                  <a:lnTo>
                    <a:pt x="8197" y="40983"/>
                  </a:lnTo>
                  <a:lnTo>
                    <a:pt x="4918" y="40983"/>
                  </a:lnTo>
                  <a:lnTo>
                    <a:pt x="1639" y="44262"/>
                  </a:lnTo>
                  <a:lnTo>
                    <a:pt x="1639" y="49180"/>
                  </a:lnTo>
                  <a:lnTo>
                    <a:pt x="1639" y="52459"/>
                  </a:lnTo>
                  <a:lnTo>
                    <a:pt x="3279" y="55737"/>
                  </a:lnTo>
                  <a:lnTo>
                    <a:pt x="4918" y="60655"/>
                  </a:lnTo>
                  <a:lnTo>
                    <a:pt x="3279" y="63934"/>
                  </a:lnTo>
                  <a:lnTo>
                    <a:pt x="8197" y="67213"/>
                  </a:lnTo>
                  <a:lnTo>
                    <a:pt x="8197" y="70492"/>
                  </a:lnTo>
                  <a:lnTo>
                    <a:pt x="6557" y="75409"/>
                  </a:lnTo>
                  <a:lnTo>
                    <a:pt x="8197" y="78688"/>
                  </a:lnTo>
                  <a:lnTo>
                    <a:pt x="4918" y="81967"/>
                  </a:lnTo>
                  <a:lnTo>
                    <a:pt x="9836" y="85245"/>
                  </a:lnTo>
                  <a:lnTo>
                    <a:pt x="13114" y="83606"/>
                  </a:lnTo>
                  <a:lnTo>
                    <a:pt x="16393" y="80327"/>
                  </a:lnTo>
                  <a:lnTo>
                    <a:pt x="18033" y="75409"/>
                  </a:lnTo>
                  <a:lnTo>
                    <a:pt x="21311" y="73770"/>
                  </a:lnTo>
                  <a:lnTo>
                    <a:pt x="26229" y="75409"/>
                  </a:lnTo>
                  <a:lnTo>
                    <a:pt x="24590" y="78688"/>
                  </a:lnTo>
                  <a:lnTo>
                    <a:pt x="19672" y="80327"/>
                  </a:lnTo>
                  <a:lnTo>
                    <a:pt x="24590" y="80327"/>
                  </a:lnTo>
                  <a:lnTo>
                    <a:pt x="27869" y="78688"/>
                  </a:lnTo>
                  <a:lnTo>
                    <a:pt x="29508" y="81967"/>
                  </a:lnTo>
                  <a:lnTo>
                    <a:pt x="29508" y="86885"/>
                  </a:lnTo>
                  <a:lnTo>
                    <a:pt x="26229" y="90164"/>
                  </a:lnTo>
                  <a:lnTo>
                    <a:pt x="22951" y="93442"/>
                  </a:lnTo>
                  <a:lnTo>
                    <a:pt x="19672" y="96721"/>
                  </a:lnTo>
                  <a:lnTo>
                    <a:pt x="18033" y="101639"/>
                  </a:lnTo>
                  <a:lnTo>
                    <a:pt x="22951" y="101639"/>
                  </a:lnTo>
                  <a:lnTo>
                    <a:pt x="24590" y="98360"/>
                  </a:lnTo>
                  <a:lnTo>
                    <a:pt x="29508" y="95082"/>
                  </a:lnTo>
                  <a:lnTo>
                    <a:pt x="32787" y="93442"/>
                  </a:lnTo>
                  <a:lnTo>
                    <a:pt x="36065" y="91803"/>
                  </a:lnTo>
                  <a:lnTo>
                    <a:pt x="37705" y="95082"/>
                  </a:lnTo>
                  <a:lnTo>
                    <a:pt x="37705" y="99999"/>
                  </a:lnTo>
                  <a:lnTo>
                    <a:pt x="32787" y="101639"/>
                  </a:lnTo>
                  <a:lnTo>
                    <a:pt x="29508" y="104917"/>
                  </a:lnTo>
                  <a:lnTo>
                    <a:pt x="26229" y="108196"/>
                  </a:lnTo>
                  <a:lnTo>
                    <a:pt x="22951" y="111475"/>
                  </a:lnTo>
                  <a:lnTo>
                    <a:pt x="19672" y="114754"/>
                  </a:lnTo>
                  <a:lnTo>
                    <a:pt x="22951" y="113114"/>
                  </a:lnTo>
                  <a:lnTo>
                    <a:pt x="27869" y="111475"/>
                  </a:lnTo>
                  <a:lnTo>
                    <a:pt x="31147" y="108196"/>
                  </a:lnTo>
                  <a:lnTo>
                    <a:pt x="34426" y="108196"/>
                  </a:lnTo>
                  <a:lnTo>
                    <a:pt x="32787" y="111475"/>
                  </a:lnTo>
                  <a:lnTo>
                    <a:pt x="27869" y="113114"/>
                  </a:lnTo>
                  <a:lnTo>
                    <a:pt x="24590" y="114754"/>
                  </a:lnTo>
                  <a:lnTo>
                    <a:pt x="19672" y="118032"/>
                  </a:lnTo>
                  <a:lnTo>
                    <a:pt x="18033" y="122950"/>
                  </a:lnTo>
                  <a:lnTo>
                    <a:pt x="13114" y="126229"/>
                  </a:lnTo>
                  <a:lnTo>
                    <a:pt x="11475" y="129508"/>
                  </a:lnTo>
                  <a:lnTo>
                    <a:pt x="8197" y="132786"/>
                  </a:lnTo>
                  <a:lnTo>
                    <a:pt x="6557" y="137704"/>
                  </a:lnTo>
                  <a:lnTo>
                    <a:pt x="4918" y="140983"/>
                  </a:lnTo>
                  <a:lnTo>
                    <a:pt x="3279" y="144262"/>
                  </a:lnTo>
                  <a:lnTo>
                    <a:pt x="4918" y="149179"/>
                  </a:lnTo>
                  <a:lnTo>
                    <a:pt x="4918" y="149179"/>
                  </a:lnTo>
                  <a:lnTo>
                    <a:pt x="9836" y="149179"/>
                  </a:lnTo>
                  <a:lnTo>
                    <a:pt x="13114" y="147540"/>
                  </a:lnTo>
                  <a:lnTo>
                    <a:pt x="14754" y="142622"/>
                  </a:lnTo>
                  <a:lnTo>
                    <a:pt x="18033" y="139344"/>
                  </a:lnTo>
                  <a:lnTo>
                    <a:pt x="21311" y="136065"/>
                  </a:lnTo>
                  <a:lnTo>
                    <a:pt x="24590" y="139344"/>
                  </a:lnTo>
                  <a:lnTo>
                    <a:pt x="27869" y="139344"/>
                  </a:lnTo>
                  <a:lnTo>
                    <a:pt x="27869" y="134426"/>
                  </a:lnTo>
                  <a:lnTo>
                    <a:pt x="31147" y="131147"/>
                  </a:lnTo>
                  <a:lnTo>
                    <a:pt x="32787" y="127868"/>
                  </a:lnTo>
                  <a:lnTo>
                    <a:pt x="34426" y="122950"/>
                  </a:lnTo>
                  <a:lnTo>
                    <a:pt x="36065" y="119672"/>
                  </a:lnTo>
                  <a:lnTo>
                    <a:pt x="39344" y="118032"/>
                  </a:lnTo>
                  <a:lnTo>
                    <a:pt x="42623" y="114754"/>
                  </a:lnTo>
                  <a:lnTo>
                    <a:pt x="44262" y="109836"/>
                  </a:lnTo>
                  <a:lnTo>
                    <a:pt x="42623" y="106557"/>
                  </a:lnTo>
                  <a:lnTo>
                    <a:pt x="42623" y="103278"/>
                  </a:lnTo>
                  <a:lnTo>
                    <a:pt x="42623" y="98360"/>
                  </a:lnTo>
                  <a:lnTo>
                    <a:pt x="42623" y="95082"/>
                  </a:lnTo>
                  <a:lnTo>
                    <a:pt x="42623" y="91803"/>
                  </a:lnTo>
                  <a:lnTo>
                    <a:pt x="44262" y="90164"/>
                  </a:lnTo>
                  <a:lnTo>
                    <a:pt x="44262" y="86885"/>
                  </a:lnTo>
                  <a:lnTo>
                    <a:pt x="45901" y="81967"/>
                  </a:lnTo>
                  <a:lnTo>
                    <a:pt x="44262" y="78688"/>
                  </a:lnTo>
                  <a:lnTo>
                    <a:pt x="44262" y="75409"/>
                  </a:lnTo>
                  <a:lnTo>
                    <a:pt x="44262" y="70492"/>
                  </a:lnTo>
                  <a:lnTo>
                    <a:pt x="47541" y="68852"/>
                  </a:lnTo>
                  <a:lnTo>
                    <a:pt x="49180" y="65573"/>
                  </a:lnTo>
                  <a:lnTo>
                    <a:pt x="49180" y="60655"/>
                  </a:lnTo>
                  <a:lnTo>
                    <a:pt x="50819" y="57377"/>
                  </a:lnTo>
                  <a:lnTo>
                    <a:pt x="50819" y="54098"/>
                  </a:lnTo>
                  <a:lnTo>
                    <a:pt x="52459" y="49180"/>
                  </a:lnTo>
                  <a:lnTo>
                    <a:pt x="50819" y="45901"/>
                  </a:lnTo>
                  <a:lnTo>
                    <a:pt x="52459" y="42623"/>
                  </a:lnTo>
                  <a:lnTo>
                    <a:pt x="55737" y="37705"/>
                  </a:lnTo>
                  <a:lnTo>
                    <a:pt x="57377" y="37705"/>
                  </a:lnTo>
                  <a:lnTo>
                    <a:pt x="57377" y="34426"/>
                  </a:lnTo>
                  <a:lnTo>
                    <a:pt x="59016" y="29508"/>
                  </a:lnTo>
                  <a:lnTo>
                    <a:pt x="57377" y="26229"/>
                  </a:lnTo>
                  <a:lnTo>
                    <a:pt x="59016" y="22951"/>
                  </a:lnTo>
                  <a:lnTo>
                    <a:pt x="59016" y="18033"/>
                  </a:lnTo>
                  <a:lnTo>
                    <a:pt x="59016" y="14754"/>
                  </a:lnTo>
                  <a:lnTo>
                    <a:pt x="59016" y="11475"/>
                  </a:lnTo>
                  <a:lnTo>
                    <a:pt x="62295" y="8197"/>
                  </a:lnTo>
                  <a:lnTo>
                    <a:pt x="60655" y="6557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57" name="Freeform 4556">
              <a:extLst>
                <a:ext uri="{FF2B5EF4-FFF2-40B4-BE49-F238E27FC236}">
                  <a16:creationId xmlns:a16="http://schemas.microsoft.com/office/drawing/2014/main" id="{42DE489B-BCB7-8D47-9A04-8C38C8E63775}"/>
                </a:ext>
              </a:extLst>
            </p:cNvPr>
            <p:cNvSpPr/>
            <p:nvPr/>
          </p:nvSpPr>
          <p:spPr>
            <a:xfrm>
              <a:off x="7464846" y="2062447"/>
              <a:ext cx="47540" cy="29508"/>
            </a:xfrm>
            <a:custGeom>
              <a:avLst/>
              <a:gdLst>
                <a:gd name="connsiteX0" fmla="*/ 31147 w 47540"/>
                <a:gd name="connsiteY0" fmla="*/ 27869 h 29508"/>
                <a:gd name="connsiteX1" fmla="*/ 32787 w 47540"/>
                <a:gd name="connsiteY1" fmla="*/ 26229 h 29508"/>
                <a:gd name="connsiteX2" fmla="*/ 32787 w 47540"/>
                <a:gd name="connsiteY2" fmla="*/ 26229 h 29508"/>
                <a:gd name="connsiteX3" fmla="*/ 32787 w 47540"/>
                <a:gd name="connsiteY3" fmla="*/ 24590 h 29508"/>
                <a:gd name="connsiteX4" fmla="*/ 32787 w 47540"/>
                <a:gd name="connsiteY4" fmla="*/ 22951 h 29508"/>
                <a:gd name="connsiteX5" fmla="*/ 31147 w 47540"/>
                <a:gd name="connsiteY5" fmla="*/ 21311 h 29508"/>
                <a:gd name="connsiteX6" fmla="*/ 29508 w 47540"/>
                <a:gd name="connsiteY6" fmla="*/ 19672 h 29508"/>
                <a:gd name="connsiteX7" fmla="*/ 27869 w 47540"/>
                <a:gd name="connsiteY7" fmla="*/ 18033 h 29508"/>
                <a:gd name="connsiteX8" fmla="*/ 27869 w 47540"/>
                <a:gd name="connsiteY8" fmla="*/ 18033 h 29508"/>
                <a:gd name="connsiteX9" fmla="*/ 27869 w 47540"/>
                <a:gd name="connsiteY9" fmla="*/ 18033 h 29508"/>
                <a:gd name="connsiteX10" fmla="*/ 26229 w 47540"/>
                <a:gd name="connsiteY10" fmla="*/ 18033 h 29508"/>
                <a:gd name="connsiteX11" fmla="*/ 26229 w 47540"/>
                <a:gd name="connsiteY11" fmla="*/ 19672 h 29508"/>
                <a:gd name="connsiteX12" fmla="*/ 24590 w 47540"/>
                <a:gd name="connsiteY12" fmla="*/ 19672 h 29508"/>
                <a:gd name="connsiteX13" fmla="*/ 22951 w 47540"/>
                <a:gd name="connsiteY13" fmla="*/ 19672 h 29508"/>
                <a:gd name="connsiteX14" fmla="*/ 22951 w 47540"/>
                <a:gd name="connsiteY14" fmla="*/ 21311 h 29508"/>
                <a:gd name="connsiteX15" fmla="*/ 21311 w 47540"/>
                <a:gd name="connsiteY15" fmla="*/ 19672 h 29508"/>
                <a:gd name="connsiteX16" fmla="*/ 19672 w 47540"/>
                <a:gd name="connsiteY16" fmla="*/ 19672 h 29508"/>
                <a:gd name="connsiteX17" fmla="*/ 18033 w 47540"/>
                <a:gd name="connsiteY17" fmla="*/ 18033 h 29508"/>
                <a:gd name="connsiteX18" fmla="*/ 16393 w 47540"/>
                <a:gd name="connsiteY18" fmla="*/ 16393 h 29508"/>
                <a:gd name="connsiteX19" fmla="*/ 14754 w 47540"/>
                <a:gd name="connsiteY19" fmla="*/ 16393 h 29508"/>
                <a:gd name="connsiteX20" fmla="*/ 13114 w 47540"/>
                <a:gd name="connsiteY20" fmla="*/ 16393 h 29508"/>
                <a:gd name="connsiteX21" fmla="*/ 13114 w 47540"/>
                <a:gd name="connsiteY21" fmla="*/ 16393 h 29508"/>
                <a:gd name="connsiteX22" fmla="*/ 11476 w 47540"/>
                <a:gd name="connsiteY22" fmla="*/ 16393 h 29508"/>
                <a:gd name="connsiteX23" fmla="*/ 9836 w 47540"/>
                <a:gd name="connsiteY23" fmla="*/ 16393 h 29508"/>
                <a:gd name="connsiteX24" fmla="*/ 8197 w 47540"/>
                <a:gd name="connsiteY24" fmla="*/ 18033 h 29508"/>
                <a:gd name="connsiteX25" fmla="*/ 6557 w 47540"/>
                <a:gd name="connsiteY25" fmla="*/ 18033 h 29508"/>
                <a:gd name="connsiteX26" fmla="*/ 4918 w 47540"/>
                <a:gd name="connsiteY26" fmla="*/ 16393 h 29508"/>
                <a:gd name="connsiteX27" fmla="*/ 3279 w 47540"/>
                <a:gd name="connsiteY27" fmla="*/ 14754 h 29508"/>
                <a:gd name="connsiteX28" fmla="*/ 1639 w 47540"/>
                <a:gd name="connsiteY28" fmla="*/ 13115 h 29508"/>
                <a:gd name="connsiteX29" fmla="*/ 0 w 47540"/>
                <a:gd name="connsiteY29" fmla="*/ 13115 h 29508"/>
                <a:gd name="connsiteX30" fmla="*/ 0 w 47540"/>
                <a:gd name="connsiteY30" fmla="*/ 9836 h 29508"/>
                <a:gd name="connsiteX31" fmla="*/ 0 w 47540"/>
                <a:gd name="connsiteY31" fmla="*/ 9836 h 29508"/>
                <a:gd name="connsiteX32" fmla="*/ 1639 w 47540"/>
                <a:gd name="connsiteY32" fmla="*/ 8197 h 29508"/>
                <a:gd name="connsiteX33" fmla="*/ 3279 w 47540"/>
                <a:gd name="connsiteY33" fmla="*/ 6557 h 29508"/>
                <a:gd name="connsiteX34" fmla="*/ 4918 w 47540"/>
                <a:gd name="connsiteY34" fmla="*/ 6557 h 29508"/>
                <a:gd name="connsiteX35" fmla="*/ 6557 w 47540"/>
                <a:gd name="connsiteY35" fmla="*/ 4918 h 29508"/>
                <a:gd name="connsiteX36" fmla="*/ 6557 w 47540"/>
                <a:gd name="connsiteY36" fmla="*/ 3279 h 29508"/>
                <a:gd name="connsiteX37" fmla="*/ 8197 w 47540"/>
                <a:gd name="connsiteY37" fmla="*/ 3279 h 29508"/>
                <a:gd name="connsiteX38" fmla="*/ 11476 w 47540"/>
                <a:gd name="connsiteY38" fmla="*/ 4918 h 29508"/>
                <a:gd name="connsiteX39" fmla="*/ 13114 w 47540"/>
                <a:gd name="connsiteY39" fmla="*/ 6557 h 29508"/>
                <a:gd name="connsiteX40" fmla="*/ 13114 w 47540"/>
                <a:gd name="connsiteY40" fmla="*/ 9836 h 29508"/>
                <a:gd name="connsiteX41" fmla="*/ 13114 w 47540"/>
                <a:gd name="connsiteY41" fmla="*/ 9836 h 29508"/>
                <a:gd name="connsiteX42" fmla="*/ 14754 w 47540"/>
                <a:gd name="connsiteY42" fmla="*/ 11475 h 29508"/>
                <a:gd name="connsiteX43" fmla="*/ 14754 w 47540"/>
                <a:gd name="connsiteY43" fmla="*/ 13115 h 29508"/>
                <a:gd name="connsiteX44" fmla="*/ 16393 w 47540"/>
                <a:gd name="connsiteY44" fmla="*/ 13115 h 29508"/>
                <a:gd name="connsiteX45" fmla="*/ 16393 w 47540"/>
                <a:gd name="connsiteY45" fmla="*/ 11475 h 29508"/>
                <a:gd name="connsiteX46" fmla="*/ 16393 w 47540"/>
                <a:gd name="connsiteY46" fmla="*/ 9836 h 29508"/>
                <a:gd name="connsiteX47" fmla="*/ 16393 w 47540"/>
                <a:gd name="connsiteY47" fmla="*/ 8197 h 29508"/>
                <a:gd name="connsiteX48" fmla="*/ 14754 w 47540"/>
                <a:gd name="connsiteY48" fmla="*/ 6557 h 29508"/>
                <a:gd name="connsiteX49" fmla="*/ 16393 w 47540"/>
                <a:gd name="connsiteY49" fmla="*/ 6557 h 29508"/>
                <a:gd name="connsiteX50" fmla="*/ 18033 w 47540"/>
                <a:gd name="connsiteY50" fmla="*/ 8197 h 29508"/>
                <a:gd name="connsiteX51" fmla="*/ 19672 w 47540"/>
                <a:gd name="connsiteY51" fmla="*/ 9836 h 29508"/>
                <a:gd name="connsiteX52" fmla="*/ 22951 w 47540"/>
                <a:gd name="connsiteY52" fmla="*/ 9836 h 29508"/>
                <a:gd name="connsiteX53" fmla="*/ 22951 w 47540"/>
                <a:gd name="connsiteY53" fmla="*/ 8197 h 29508"/>
                <a:gd name="connsiteX54" fmla="*/ 24590 w 47540"/>
                <a:gd name="connsiteY54" fmla="*/ 6557 h 29508"/>
                <a:gd name="connsiteX55" fmla="*/ 26229 w 47540"/>
                <a:gd name="connsiteY55" fmla="*/ 6557 h 29508"/>
                <a:gd name="connsiteX56" fmla="*/ 26229 w 47540"/>
                <a:gd name="connsiteY56" fmla="*/ 4918 h 29508"/>
                <a:gd name="connsiteX57" fmla="*/ 24590 w 47540"/>
                <a:gd name="connsiteY57" fmla="*/ 4918 h 29508"/>
                <a:gd name="connsiteX58" fmla="*/ 21311 w 47540"/>
                <a:gd name="connsiteY58" fmla="*/ 3279 h 29508"/>
                <a:gd name="connsiteX59" fmla="*/ 19672 w 47540"/>
                <a:gd name="connsiteY59" fmla="*/ 3279 h 29508"/>
                <a:gd name="connsiteX60" fmla="*/ 16393 w 47540"/>
                <a:gd name="connsiteY60" fmla="*/ 1639 h 29508"/>
                <a:gd name="connsiteX61" fmla="*/ 16393 w 47540"/>
                <a:gd name="connsiteY61" fmla="*/ 0 h 29508"/>
                <a:gd name="connsiteX62" fmla="*/ 18033 w 47540"/>
                <a:gd name="connsiteY62" fmla="*/ 0 h 29508"/>
                <a:gd name="connsiteX63" fmla="*/ 19672 w 47540"/>
                <a:gd name="connsiteY63" fmla="*/ 0 h 29508"/>
                <a:gd name="connsiteX64" fmla="*/ 21311 w 47540"/>
                <a:gd name="connsiteY64" fmla="*/ 1639 h 29508"/>
                <a:gd name="connsiteX65" fmla="*/ 22951 w 47540"/>
                <a:gd name="connsiteY65" fmla="*/ 1639 h 29508"/>
                <a:gd name="connsiteX66" fmla="*/ 24590 w 47540"/>
                <a:gd name="connsiteY66" fmla="*/ 1639 h 29508"/>
                <a:gd name="connsiteX67" fmla="*/ 26229 w 47540"/>
                <a:gd name="connsiteY67" fmla="*/ 1639 h 29508"/>
                <a:gd name="connsiteX68" fmla="*/ 26229 w 47540"/>
                <a:gd name="connsiteY68" fmla="*/ 3279 h 29508"/>
                <a:gd name="connsiteX69" fmla="*/ 26229 w 47540"/>
                <a:gd name="connsiteY69" fmla="*/ 4918 h 29508"/>
                <a:gd name="connsiteX70" fmla="*/ 26229 w 47540"/>
                <a:gd name="connsiteY70" fmla="*/ 6557 h 29508"/>
                <a:gd name="connsiteX71" fmla="*/ 27869 w 47540"/>
                <a:gd name="connsiteY71" fmla="*/ 8197 h 29508"/>
                <a:gd name="connsiteX72" fmla="*/ 27869 w 47540"/>
                <a:gd name="connsiteY72" fmla="*/ 9836 h 29508"/>
                <a:gd name="connsiteX73" fmla="*/ 29508 w 47540"/>
                <a:gd name="connsiteY73" fmla="*/ 9836 h 29508"/>
                <a:gd name="connsiteX74" fmla="*/ 31147 w 47540"/>
                <a:gd name="connsiteY74" fmla="*/ 13115 h 29508"/>
                <a:gd name="connsiteX75" fmla="*/ 31147 w 47540"/>
                <a:gd name="connsiteY75" fmla="*/ 13115 h 29508"/>
                <a:gd name="connsiteX76" fmla="*/ 32787 w 47540"/>
                <a:gd name="connsiteY76" fmla="*/ 13115 h 29508"/>
                <a:gd name="connsiteX77" fmla="*/ 34426 w 47540"/>
                <a:gd name="connsiteY77" fmla="*/ 13115 h 29508"/>
                <a:gd name="connsiteX78" fmla="*/ 37705 w 47540"/>
                <a:gd name="connsiteY78" fmla="*/ 13115 h 29508"/>
                <a:gd name="connsiteX79" fmla="*/ 39344 w 47540"/>
                <a:gd name="connsiteY79" fmla="*/ 13115 h 29508"/>
                <a:gd name="connsiteX80" fmla="*/ 40983 w 47540"/>
                <a:gd name="connsiteY80" fmla="*/ 13115 h 29508"/>
                <a:gd name="connsiteX81" fmla="*/ 42623 w 47540"/>
                <a:gd name="connsiteY81" fmla="*/ 13115 h 29508"/>
                <a:gd name="connsiteX82" fmla="*/ 44262 w 47540"/>
                <a:gd name="connsiteY82" fmla="*/ 13115 h 29508"/>
                <a:gd name="connsiteX83" fmla="*/ 44262 w 47540"/>
                <a:gd name="connsiteY83" fmla="*/ 13115 h 29508"/>
                <a:gd name="connsiteX84" fmla="*/ 45901 w 47540"/>
                <a:gd name="connsiteY84" fmla="*/ 13115 h 29508"/>
                <a:gd name="connsiteX85" fmla="*/ 45901 w 47540"/>
                <a:gd name="connsiteY85" fmla="*/ 14754 h 29508"/>
                <a:gd name="connsiteX86" fmla="*/ 47541 w 47540"/>
                <a:gd name="connsiteY86" fmla="*/ 16393 h 29508"/>
                <a:gd name="connsiteX87" fmla="*/ 47541 w 47540"/>
                <a:gd name="connsiteY87" fmla="*/ 19672 h 29508"/>
                <a:gd name="connsiteX88" fmla="*/ 47541 w 47540"/>
                <a:gd name="connsiteY88" fmla="*/ 21311 h 29508"/>
                <a:gd name="connsiteX89" fmla="*/ 45901 w 47540"/>
                <a:gd name="connsiteY89" fmla="*/ 22951 h 29508"/>
                <a:gd name="connsiteX90" fmla="*/ 44262 w 47540"/>
                <a:gd name="connsiteY90" fmla="*/ 22951 h 29508"/>
                <a:gd name="connsiteX91" fmla="*/ 44262 w 47540"/>
                <a:gd name="connsiteY91" fmla="*/ 22951 h 29508"/>
                <a:gd name="connsiteX92" fmla="*/ 42623 w 47540"/>
                <a:gd name="connsiteY92" fmla="*/ 24590 h 29508"/>
                <a:gd name="connsiteX93" fmla="*/ 40983 w 47540"/>
                <a:gd name="connsiteY93" fmla="*/ 24590 h 29508"/>
                <a:gd name="connsiteX94" fmla="*/ 39344 w 47540"/>
                <a:gd name="connsiteY94" fmla="*/ 24590 h 29508"/>
                <a:gd name="connsiteX95" fmla="*/ 37705 w 47540"/>
                <a:gd name="connsiteY95" fmla="*/ 26229 h 29508"/>
                <a:gd name="connsiteX96" fmla="*/ 37705 w 47540"/>
                <a:gd name="connsiteY96" fmla="*/ 27869 h 29508"/>
                <a:gd name="connsiteX97" fmla="*/ 36066 w 47540"/>
                <a:gd name="connsiteY97" fmla="*/ 26229 h 29508"/>
                <a:gd name="connsiteX98" fmla="*/ 34426 w 47540"/>
                <a:gd name="connsiteY98" fmla="*/ 27869 h 29508"/>
                <a:gd name="connsiteX99" fmla="*/ 34426 w 47540"/>
                <a:gd name="connsiteY99" fmla="*/ 27869 h 29508"/>
                <a:gd name="connsiteX100" fmla="*/ 34426 w 47540"/>
                <a:gd name="connsiteY100" fmla="*/ 29508 h 29508"/>
                <a:gd name="connsiteX101" fmla="*/ 34426 w 47540"/>
                <a:gd name="connsiteY101" fmla="*/ 29508 h 29508"/>
                <a:gd name="connsiteX102" fmla="*/ 31147 w 47540"/>
                <a:gd name="connsiteY102" fmla="*/ 27869 h 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7540" h="29508">
                  <a:moveTo>
                    <a:pt x="31147" y="27869"/>
                  </a:moveTo>
                  <a:lnTo>
                    <a:pt x="32787" y="26229"/>
                  </a:lnTo>
                  <a:lnTo>
                    <a:pt x="32787" y="26229"/>
                  </a:lnTo>
                  <a:lnTo>
                    <a:pt x="32787" y="24590"/>
                  </a:lnTo>
                  <a:lnTo>
                    <a:pt x="32787" y="22951"/>
                  </a:lnTo>
                  <a:lnTo>
                    <a:pt x="31147" y="21311"/>
                  </a:lnTo>
                  <a:lnTo>
                    <a:pt x="29508" y="19672"/>
                  </a:lnTo>
                  <a:lnTo>
                    <a:pt x="27869" y="18033"/>
                  </a:lnTo>
                  <a:lnTo>
                    <a:pt x="27869" y="18033"/>
                  </a:lnTo>
                  <a:lnTo>
                    <a:pt x="27869" y="18033"/>
                  </a:lnTo>
                  <a:lnTo>
                    <a:pt x="26229" y="18033"/>
                  </a:lnTo>
                  <a:lnTo>
                    <a:pt x="26229" y="19672"/>
                  </a:lnTo>
                  <a:lnTo>
                    <a:pt x="24590" y="19672"/>
                  </a:lnTo>
                  <a:lnTo>
                    <a:pt x="22951" y="19672"/>
                  </a:lnTo>
                  <a:lnTo>
                    <a:pt x="22951" y="21311"/>
                  </a:lnTo>
                  <a:lnTo>
                    <a:pt x="21311" y="19672"/>
                  </a:lnTo>
                  <a:lnTo>
                    <a:pt x="19672" y="19672"/>
                  </a:lnTo>
                  <a:lnTo>
                    <a:pt x="18033" y="18033"/>
                  </a:lnTo>
                  <a:lnTo>
                    <a:pt x="16393" y="16393"/>
                  </a:lnTo>
                  <a:lnTo>
                    <a:pt x="14754" y="16393"/>
                  </a:lnTo>
                  <a:lnTo>
                    <a:pt x="13114" y="16393"/>
                  </a:lnTo>
                  <a:lnTo>
                    <a:pt x="13114" y="16393"/>
                  </a:lnTo>
                  <a:lnTo>
                    <a:pt x="11476" y="16393"/>
                  </a:lnTo>
                  <a:lnTo>
                    <a:pt x="9836" y="16393"/>
                  </a:lnTo>
                  <a:lnTo>
                    <a:pt x="8197" y="18033"/>
                  </a:lnTo>
                  <a:lnTo>
                    <a:pt x="6557" y="18033"/>
                  </a:lnTo>
                  <a:lnTo>
                    <a:pt x="4918" y="16393"/>
                  </a:lnTo>
                  <a:lnTo>
                    <a:pt x="3279" y="14754"/>
                  </a:lnTo>
                  <a:lnTo>
                    <a:pt x="1639" y="13115"/>
                  </a:lnTo>
                  <a:lnTo>
                    <a:pt x="0" y="13115"/>
                  </a:lnTo>
                  <a:lnTo>
                    <a:pt x="0" y="9836"/>
                  </a:lnTo>
                  <a:lnTo>
                    <a:pt x="0" y="9836"/>
                  </a:lnTo>
                  <a:lnTo>
                    <a:pt x="1639" y="8197"/>
                  </a:lnTo>
                  <a:lnTo>
                    <a:pt x="3279" y="6557"/>
                  </a:lnTo>
                  <a:lnTo>
                    <a:pt x="4918" y="6557"/>
                  </a:lnTo>
                  <a:lnTo>
                    <a:pt x="6557" y="4918"/>
                  </a:lnTo>
                  <a:lnTo>
                    <a:pt x="6557" y="3279"/>
                  </a:lnTo>
                  <a:lnTo>
                    <a:pt x="8197" y="3279"/>
                  </a:lnTo>
                  <a:lnTo>
                    <a:pt x="11476" y="4918"/>
                  </a:lnTo>
                  <a:lnTo>
                    <a:pt x="13114" y="6557"/>
                  </a:lnTo>
                  <a:lnTo>
                    <a:pt x="13114" y="9836"/>
                  </a:lnTo>
                  <a:lnTo>
                    <a:pt x="13114" y="9836"/>
                  </a:lnTo>
                  <a:lnTo>
                    <a:pt x="14754" y="11475"/>
                  </a:lnTo>
                  <a:lnTo>
                    <a:pt x="14754" y="13115"/>
                  </a:lnTo>
                  <a:lnTo>
                    <a:pt x="16393" y="13115"/>
                  </a:lnTo>
                  <a:lnTo>
                    <a:pt x="16393" y="11475"/>
                  </a:lnTo>
                  <a:lnTo>
                    <a:pt x="16393" y="9836"/>
                  </a:lnTo>
                  <a:lnTo>
                    <a:pt x="16393" y="8197"/>
                  </a:lnTo>
                  <a:lnTo>
                    <a:pt x="14754" y="6557"/>
                  </a:lnTo>
                  <a:lnTo>
                    <a:pt x="16393" y="6557"/>
                  </a:lnTo>
                  <a:lnTo>
                    <a:pt x="18033" y="8197"/>
                  </a:lnTo>
                  <a:lnTo>
                    <a:pt x="19672" y="9836"/>
                  </a:lnTo>
                  <a:lnTo>
                    <a:pt x="22951" y="9836"/>
                  </a:lnTo>
                  <a:lnTo>
                    <a:pt x="22951" y="8197"/>
                  </a:lnTo>
                  <a:lnTo>
                    <a:pt x="24590" y="6557"/>
                  </a:lnTo>
                  <a:lnTo>
                    <a:pt x="26229" y="6557"/>
                  </a:lnTo>
                  <a:lnTo>
                    <a:pt x="26229" y="4918"/>
                  </a:lnTo>
                  <a:lnTo>
                    <a:pt x="24590" y="4918"/>
                  </a:lnTo>
                  <a:lnTo>
                    <a:pt x="21311" y="3279"/>
                  </a:lnTo>
                  <a:lnTo>
                    <a:pt x="19672" y="3279"/>
                  </a:lnTo>
                  <a:lnTo>
                    <a:pt x="16393" y="1639"/>
                  </a:lnTo>
                  <a:lnTo>
                    <a:pt x="16393" y="0"/>
                  </a:lnTo>
                  <a:lnTo>
                    <a:pt x="18033" y="0"/>
                  </a:lnTo>
                  <a:lnTo>
                    <a:pt x="19672" y="0"/>
                  </a:lnTo>
                  <a:lnTo>
                    <a:pt x="21311" y="1639"/>
                  </a:lnTo>
                  <a:lnTo>
                    <a:pt x="22951" y="1639"/>
                  </a:lnTo>
                  <a:lnTo>
                    <a:pt x="24590" y="1639"/>
                  </a:lnTo>
                  <a:lnTo>
                    <a:pt x="26229" y="1639"/>
                  </a:lnTo>
                  <a:lnTo>
                    <a:pt x="26229" y="3279"/>
                  </a:lnTo>
                  <a:lnTo>
                    <a:pt x="26229" y="4918"/>
                  </a:lnTo>
                  <a:lnTo>
                    <a:pt x="26229" y="6557"/>
                  </a:lnTo>
                  <a:lnTo>
                    <a:pt x="27869" y="8197"/>
                  </a:lnTo>
                  <a:lnTo>
                    <a:pt x="27869" y="9836"/>
                  </a:lnTo>
                  <a:lnTo>
                    <a:pt x="29508" y="9836"/>
                  </a:lnTo>
                  <a:lnTo>
                    <a:pt x="31147" y="13115"/>
                  </a:lnTo>
                  <a:lnTo>
                    <a:pt x="31147" y="13115"/>
                  </a:lnTo>
                  <a:lnTo>
                    <a:pt x="32787" y="13115"/>
                  </a:lnTo>
                  <a:lnTo>
                    <a:pt x="34426" y="13115"/>
                  </a:lnTo>
                  <a:lnTo>
                    <a:pt x="37705" y="13115"/>
                  </a:lnTo>
                  <a:lnTo>
                    <a:pt x="39344" y="13115"/>
                  </a:lnTo>
                  <a:lnTo>
                    <a:pt x="40983" y="13115"/>
                  </a:lnTo>
                  <a:lnTo>
                    <a:pt x="42623" y="13115"/>
                  </a:lnTo>
                  <a:lnTo>
                    <a:pt x="44262" y="13115"/>
                  </a:lnTo>
                  <a:lnTo>
                    <a:pt x="44262" y="13115"/>
                  </a:lnTo>
                  <a:lnTo>
                    <a:pt x="45901" y="13115"/>
                  </a:lnTo>
                  <a:lnTo>
                    <a:pt x="45901" y="14754"/>
                  </a:lnTo>
                  <a:lnTo>
                    <a:pt x="47541" y="16393"/>
                  </a:lnTo>
                  <a:lnTo>
                    <a:pt x="47541" y="19672"/>
                  </a:lnTo>
                  <a:lnTo>
                    <a:pt x="47541" y="21311"/>
                  </a:lnTo>
                  <a:lnTo>
                    <a:pt x="45901" y="22951"/>
                  </a:lnTo>
                  <a:lnTo>
                    <a:pt x="44262" y="22951"/>
                  </a:lnTo>
                  <a:lnTo>
                    <a:pt x="44262" y="22951"/>
                  </a:lnTo>
                  <a:lnTo>
                    <a:pt x="42623" y="24590"/>
                  </a:lnTo>
                  <a:lnTo>
                    <a:pt x="40983" y="24590"/>
                  </a:lnTo>
                  <a:lnTo>
                    <a:pt x="39344" y="24590"/>
                  </a:lnTo>
                  <a:lnTo>
                    <a:pt x="37705" y="26229"/>
                  </a:lnTo>
                  <a:lnTo>
                    <a:pt x="37705" y="27869"/>
                  </a:lnTo>
                  <a:lnTo>
                    <a:pt x="36066" y="26229"/>
                  </a:lnTo>
                  <a:lnTo>
                    <a:pt x="34426" y="27869"/>
                  </a:lnTo>
                  <a:lnTo>
                    <a:pt x="34426" y="27869"/>
                  </a:lnTo>
                  <a:lnTo>
                    <a:pt x="34426" y="29508"/>
                  </a:lnTo>
                  <a:lnTo>
                    <a:pt x="34426" y="29508"/>
                  </a:lnTo>
                  <a:lnTo>
                    <a:pt x="31147" y="27869"/>
                  </a:lnTo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58" name="Freeform 4557">
              <a:extLst>
                <a:ext uri="{FF2B5EF4-FFF2-40B4-BE49-F238E27FC236}">
                  <a16:creationId xmlns:a16="http://schemas.microsoft.com/office/drawing/2014/main" id="{86D89314-98B1-6E45-9D77-C15DB7A1F4E3}"/>
                </a:ext>
              </a:extLst>
            </p:cNvPr>
            <p:cNvSpPr/>
            <p:nvPr/>
          </p:nvSpPr>
          <p:spPr>
            <a:xfrm>
              <a:off x="7023864" y="2049332"/>
              <a:ext cx="316391" cy="459014"/>
            </a:xfrm>
            <a:custGeom>
              <a:avLst/>
              <a:gdLst>
                <a:gd name="connsiteX0" fmla="*/ 245901 w 316391"/>
                <a:gd name="connsiteY0" fmla="*/ 78688 h 459014"/>
                <a:gd name="connsiteX1" fmla="*/ 244261 w 316391"/>
                <a:gd name="connsiteY1" fmla="*/ 80327 h 459014"/>
                <a:gd name="connsiteX2" fmla="*/ 242622 w 316391"/>
                <a:gd name="connsiteY2" fmla="*/ 80327 h 459014"/>
                <a:gd name="connsiteX3" fmla="*/ 242622 w 316391"/>
                <a:gd name="connsiteY3" fmla="*/ 80327 h 459014"/>
                <a:gd name="connsiteX4" fmla="*/ 240982 w 316391"/>
                <a:gd name="connsiteY4" fmla="*/ 80327 h 459014"/>
                <a:gd name="connsiteX5" fmla="*/ 239343 w 316391"/>
                <a:gd name="connsiteY5" fmla="*/ 81967 h 459014"/>
                <a:gd name="connsiteX6" fmla="*/ 239343 w 316391"/>
                <a:gd name="connsiteY6" fmla="*/ 81967 h 459014"/>
                <a:gd name="connsiteX7" fmla="*/ 237704 w 316391"/>
                <a:gd name="connsiteY7" fmla="*/ 81967 h 459014"/>
                <a:gd name="connsiteX8" fmla="*/ 236064 w 316391"/>
                <a:gd name="connsiteY8" fmla="*/ 81967 h 459014"/>
                <a:gd name="connsiteX9" fmla="*/ 236064 w 316391"/>
                <a:gd name="connsiteY9" fmla="*/ 81967 h 459014"/>
                <a:gd name="connsiteX10" fmla="*/ 236064 w 316391"/>
                <a:gd name="connsiteY10" fmla="*/ 83606 h 459014"/>
                <a:gd name="connsiteX11" fmla="*/ 236064 w 316391"/>
                <a:gd name="connsiteY11" fmla="*/ 83606 h 459014"/>
                <a:gd name="connsiteX12" fmla="*/ 234425 w 316391"/>
                <a:gd name="connsiteY12" fmla="*/ 83606 h 459014"/>
                <a:gd name="connsiteX13" fmla="*/ 232786 w 316391"/>
                <a:gd name="connsiteY13" fmla="*/ 81967 h 459014"/>
                <a:gd name="connsiteX14" fmla="*/ 232786 w 316391"/>
                <a:gd name="connsiteY14" fmla="*/ 81967 h 459014"/>
                <a:gd name="connsiteX15" fmla="*/ 231147 w 316391"/>
                <a:gd name="connsiteY15" fmla="*/ 81967 h 459014"/>
                <a:gd name="connsiteX16" fmla="*/ 229507 w 316391"/>
                <a:gd name="connsiteY16" fmla="*/ 80327 h 459014"/>
                <a:gd name="connsiteX17" fmla="*/ 227868 w 316391"/>
                <a:gd name="connsiteY17" fmla="*/ 80327 h 459014"/>
                <a:gd name="connsiteX18" fmla="*/ 224589 w 316391"/>
                <a:gd name="connsiteY18" fmla="*/ 80327 h 459014"/>
                <a:gd name="connsiteX19" fmla="*/ 224589 w 316391"/>
                <a:gd name="connsiteY19" fmla="*/ 80327 h 459014"/>
                <a:gd name="connsiteX20" fmla="*/ 222950 w 316391"/>
                <a:gd name="connsiteY20" fmla="*/ 80327 h 459014"/>
                <a:gd name="connsiteX21" fmla="*/ 219671 w 316391"/>
                <a:gd name="connsiteY21" fmla="*/ 80327 h 459014"/>
                <a:gd name="connsiteX22" fmla="*/ 218032 w 316391"/>
                <a:gd name="connsiteY22" fmla="*/ 80327 h 459014"/>
                <a:gd name="connsiteX23" fmla="*/ 216392 w 316391"/>
                <a:gd name="connsiteY23" fmla="*/ 80327 h 459014"/>
                <a:gd name="connsiteX24" fmla="*/ 214753 w 316391"/>
                <a:gd name="connsiteY24" fmla="*/ 80327 h 459014"/>
                <a:gd name="connsiteX25" fmla="*/ 213114 w 316391"/>
                <a:gd name="connsiteY25" fmla="*/ 80327 h 459014"/>
                <a:gd name="connsiteX26" fmla="*/ 211474 w 316391"/>
                <a:gd name="connsiteY26" fmla="*/ 80327 h 459014"/>
                <a:gd name="connsiteX27" fmla="*/ 209835 w 316391"/>
                <a:gd name="connsiteY27" fmla="*/ 80327 h 459014"/>
                <a:gd name="connsiteX28" fmla="*/ 208195 w 316391"/>
                <a:gd name="connsiteY28" fmla="*/ 80327 h 459014"/>
                <a:gd name="connsiteX29" fmla="*/ 206557 w 316391"/>
                <a:gd name="connsiteY29" fmla="*/ 80327 h 459014"/>
                <a:gd name="connsiteX30" fmla="*/ 204917 w 316391"/>
                <a:gd name="connsiteY30" fmla="*/ 78688 h 459014"/>
                <a:gd name="connsiteX31" fmla="*/ 203278 w 316391"/>
                <a:gd name="connsiteY31" fmla="*/ 78688 h 459014"/>
                <a:gd name="connsiteX32" fmla="*/ 201638 w 316391"/>
                <a:gd name="connsiteY32" fmla="*/ 78688 h 459014"/>
                <a:gd name="connsiteX33" fmla="*/ 198360 w 316391"/>
                <a:gd name="connsiteY33" fmla="*/ 77049 h 459014"/>
                <a:gd name="connsiteX34" fmla="*/ 196720 w 316391"/>
                <a:gd name="connsiteY34" fmla="*/ 77049 h 459014"/>
                <a:gd name="connsiteX35" fmla="*/ 195081 w 316391"/>
                <a:gd name="connsiteY35" fmla="*/ 77049 h 459014"/>
                <a:gd name="connsiteX36" fmla="*/ 193442 w 316391"/>
                <a:gd name="connsiteY36" fmla="*/ 77049 h 459014"/>
                <a:gd name="connsiteX37" fmla="*/ 191802 w 316391"/>
                <a:gd name="connsiteY37" fmla="*/ 77049 h 459014"/>
                <a:gd name="connsiteX38" fmla="*/ 191802 w 316391"/>
                <a:gd name="connsiteY38" fmla="*/ 77049 h 459014"/>
                <a:gd name="connsiteX39" fmla="*/ 190163 w 316391"/>
                <a:gd name="connsiteY39" fmla="*/ 77049 h 459014"/>
                <a:gd name="connsiteX40" fmla="*/ 188524 w 316391"/>
                <a:gd name="connsiteY40" fmla="*/ 77049 h 459014"/>
                <a:gd name="connsiteX41" fmla="*/ 186884 w 316391"/>
                <a:gd name="connsiteY41" fmla="*/ 77049 h 459014"/>
                <a:gd name="connsiteX42" fmla="*/ 185245 w 316391"/>
                <a:gd name="connsiteY42" fmla="*/ 77049 h 459014"/>
                <a:gd name="connsiteX43" fmla="*/ 183605 w 316391"/>
                <a:gd name="connsiteY43" fmla="*/ 77049 h 459014"/>
                <a:gd name="connsiteX44" fmla="*/ 181966 w 316391"/>
                <a:gd name="connsiteY44" fmla="*/ 77049 h 459014"/>
                <a:gd name="connsiteX45" fmla="*/ 180327 w 316391"/>
                <a:gd name="connsiteY45" fmla="*/ 75410 h 459014"/>
                <a:gd name="connsiteX46" fmla="*/ 178688 w 316391"/>
                <a:gd name="connsiteY46" fmla="*/ 75410 h 459014"/>
                <a:gd name="connsiteX47" fmla="*/ 178688 w 316391"/>
                <a:gd name="connsiteY47" fmla="*/ 75410 h 459014"/>
                <a:gd name="connsiteX48" fmla="*/ 177048 w 316391"/>
                <a:gd name="connsiteY48" fmla="*/ 75410 h 459014"/>
                <a:gd name="connsiteX49" fmla="*/ 177048 w 316391"/>
                <a:gd name="connsiteY49" fmla="*/ 75410 h 459014"/>
                <a:gd name="connsiteX50" fmla="*/ 175409 w 316391"/>
                <a:gd name="connsiteY50" fmla="*/ 75410 h 459014"/>
                <a:gd name="connsiteX51" fmla="*/ 175409 w 316391"/>
                <a:gd name="connsiteY51" fmla="*/ 75410 h 459014"/>
                <a:gd name="connsiteX52" fmla="*/ 175409 w 316391"/>
                <a:gd name="connsiteY52" fmla="*/ 75410 h 459014"/>
                <a:gd name="connsiteX53" fmla="*/ 175409 w 316391"/>
                <a:gd name="connsiteY53" fmla="*/ 75410 h 459014"/>
                <a:gd name="connsiteX54" fmla="*/ 175409 w 316391"/>
                <a:gd name="connsiteY54" fmla="*/ 75410 h 459014"/>
                <a:gd name="connsiteX55" fmla="*/ 175409 w 316391"/>
                <a:gd name="connsiteY55" fmla="*/ 75410 h 459014"/>
                <a:gd name="connsiteX56" fmla="*/ 173770 w 316391"/>
                <a:gd name="connsiteY56" fmla="*/ 75410 h 459014"/>
                <a:gd name="connsiteX57" fmla="*/ 173770 w 316391"/>
                <a:gd name="connsiteY57" fmla="*/ 73770 h 459014"/>
                <a:gd name="connsiteX58" fmla="*/ 173770 w 316391"/>
                <a:gd name="connsiteY58" fmla="*/ 73770 h 459014"/>
                <a:gd name="connsiteX59" fmla="*/ 173770 w 316391"/>
                <a:gd name="connsiteY59" fmla="*/ 73770 h 459014"/>
                <a:gd name="connsiteX60" fmla="*/ 173770 w 316391"/>
                <a:gd name="connsiteY60" fmla="*/ 73770 h 459014"/>
                <a:gd name="connsiteX61" fmla="*/ 172130 w 316391"/>
                <a:gd name="connsiteY61" fmla="*/ 73770 h 459014"/>
                <a:gd name="connsiteX62" fmla="*/ 172130 w 316391"/>
                <a:gd name="connsiteY62" fmla="*/ 73770 h 459014"/>
                <a:gd name="connsiteX63" fmla="*/ 172130 w 316391"/>
                <a:gd name="connsiteY63" fmla="*/ 73770 h 459014"/>
                <a:gd name="connsiteX64" fmla="*/ 172130 w 316391"/>
                <a:gd name="connsiteY64" fmla="*/ 73770 h 459014"/>
                <a:gd name="connsiteX65" fmla="*/ 172130 w 316391"/>
                <a:gd name="connsiteY65" fmla="*/ 73770 h 459014"/>
                <a:gd name="connsiteX66" fmla="*/ 170491 w 316391"/>
                <a:gd name="connsiteY66" fmla="*/ 73770 h 459014"/>
                <a:gd name="connsiteX67" fmla="*/ 170491 w 316391"/>
                <a:gd name="connsiteY67" fmla="*/ 73770 h 459014"/>
                <a:gd name="connsiteX68" fmla="*/ 170491 w 316391"/>
                <a:gd name="connsiteY68" fmla="*/ 73770 h 459014"/>
                <a:gd name="connsiteX69" fmla="*/ 168851 w 316391"/>
                <a:gd name="connsiteY69" fmla="*/ 73770 h 459014"/>
                <a:gd name="connsiteX70" fmla="*/ 168851 w 316391"/>
                <a:gd name="connsiteY70" fmla="*/ 73770 h 459014"/>
                <a:gd name="connsiteX71" fmla="*/ 168851 w 316391"/>
                <a:gd name="connsiteY71" fmla="*/ 73770 h 459014"/>
                <a:gd name="connsiteX72" fmla="*/ 168851 w 316391"/>
                <a:gd name="connsiteY72" fmla="*/ 72131 h 459014"/>
                <a:gd name="connsiteX73" fmla="*/ 168851 w 316391"/>
                <a:gd name="connsiteY73" fmla="*/ 72131 h 459014"/>
                <a:gd name="connsiteX74" fmla="*/ 168851 w 316391"/>
                <a:gd name="connsiteY74" fmla="*/ 72131 h 459014"/>
                <a:gd name="connsiteX75" fmla="*/ 168851 w 316391"/>
                <a:gd name="connsiteY75" fmla="*/ 72131 h 459014"/>
                <a:gd name="connsiteX76" fmla="*/ 168851 w 316391"/>
                <a:gd name="connsiteY76" fmla="*/ 72131 h 459014"/>
                <a:gd name="connsiteX77" fmla="*/ 168851 w 316391"/>
                <a:gd name="connsiteY77" fmla="*/ 72131 h 459014"/>
                <a:gd name="connsiteX78" fmla="*/ 168851 w 316391"/>
                <a:gd name="connsiteY78" fmla="*/ 72131 h 459014"/>
                <a:gd name="connsiteX79" fmla="*/ 168851 w 316391"/>
                <a:gd name="connsiteY79" fmla="*/ 72131 h 459014"/>
                <a:gd name="connsiteX80" fmla="*/ 168851 w 316391"/>
                <a:gd name="connsiteY80" fmla="*/ 72131 h 459014"/>
                <a:gd name="connsiteX81" fmla="*/ 167212 w 316391"/>
                <a:gd name="connsiteY81" fmla="*/ 72131 h 459014"/>
                <a:gd name="connsiteX82" fmla="*/ 167212 w 316391"/>
                <a:gd name="connsiteY82" fmla="*/ 72131 h 459014"/>
                <a:gd name="connsiteX83" fmla="*/ 167212 w 316391"/>
                <a:gd name="connsiteY83" fmla="*/ 72131 h 459014"/>
                <a:gd name="connsiteX84" fmla="*/ 167212 w 316391"/>
                <a:gd name="connsiteY84" fmla="*/ 72131 h 459014"/>
                <a:gd name="connsiteX85" fmla="*/ 167212 w 316391"/>
                <a:gd name="connsiteY85" fmla="*/ 72131 h 459014"/>
                <a:gd name="connsiteX86" fmla="*/ 167212 w 316391"/>
                <a:gd name="connsiteY86" fmla="*/ 73770 h 459014"/>
                <a:gd name="connsiteX87" fmla="*/ 167212 w 316391"/>
                <a:gd name="connsiteY87" fmla="*/ 73770 h 459014"/>
                <a:gd name="connsiteX88" fmla="*/ 167212 w 316391"/>
                <a:gd name="connsiteY88" fmla="*/ 73770 h 459014"/>
                <a:gd name="connsiteX89" fmla="*/ 167212 w 316391"/>
                <a:gd name="connsiteY89" fmla="*/ 73770 h 459014"/>
                <a:gd name="connsiteX90" fmla="*/ 167212 w 316391"/>
                <a:gd name="connsiteY90" fmla="*/ 73770 h 459014"/>
                <a:gd name="connsiteX91" fmla="*/ 165573 w 316391"/>
                <a:gd name="connsiteY91" fmla="*/ 73770 h 459014"/>
                <a:gd name="connsiteX92" fmla="*/ 165573 w 316391"/>
                <a:gd name="connsiteY92" fmla="*/ 73770 h 459014"/>
                <a:gd name="connsiteX93" fmla="*/ 165573 w 316391"/>
                <a:gd name="connsiteY93" fmla="*/ 73770 h 459014"/>
                <a:gd name="connsiteX94" fmla="*/ 165573 w 316391"/>
                <a:gd name="connsiteY94" fmla="*/ 73770 h 459014"/>
                <a:gd name="connsiteX95" fmla="*/ 165573 w 316391"/>
                <a:gd name="connsiteY95" fmla="*/ 73770 h 459014"/>
                <a:gd name="connsiteX96" fmla="*/ 163934 w 316391"/>
                <a:gd name="connsiteY96" fmla="*/ 75410 h 459014"/>
                <a:gd name="connsiteX97" fmla="*/ 163934 w 316391"/>
                <a:gd name="connsiteY97" fmla="*/ 75410 h 459014"/>
                <a:gd name="connsiteX98" fmla="*/ 163934 w 316391"/>
                <a:gd name="connsiteY98" fmla="*/ 75410 h 459014"/>
                <a:gd name="connsiteX99" fmla="*/ 163934 w 316391"/>
                <a:gd name="connsiteY99" fmla="*/ 75410 h 459014"/>
                <a:gd name="connsiteX100" fmla="*/ 163934 w 316391"/>
                <a:gd name="connsiteY100" fmla="*/ 75410 h 459014"/>
                <a:gd name="connsiteX101" fmla="*/ 163934 w 316391"/>
                <a:gd name="connsiteY101" fmla="*/ 77049 h 459014"/>
                <a:gd name="connsiteX102" fmla="*/ 163934 w 316391"/>
                <a:gd name="connsiteY102" fmla="*/ 77049 h 459014"/>
                <a:gd name="connsiteX103" fmla="*/ 163934 w 316391"/>
                <a:gd name="connsiteY103" fmla="*/ 77049 h 459014"/>
                <a:gd name="connsiteX104" fmla="*/ 163934 w 316391"/>
                <a:gd name="connsiteY104" fmla="*/ 77049 h 459014"/>
                <a:gd name="connsiteX105" fmla="*/ 162294 w 316391"/>
                <a:gd name="connsiteY105" fmla="*/ 77049 h 459014"/>
                <a:gd name="connsiteX106" fmla="*/ 162294 w 316391"/>
                <a:gd name="connsiteY106" fmla="*/ 77049 h 459014"/>
                <a:gd name="connsiteX107" fmla="*/ 162294 w 316391"/>
                <a:gd name="connsiteY107" fmla="*/ 77049 h 459014"/>
                <a:gd name="connsiteX108" fmla="*/ 162294 w 316391"/>
                <a:gd name="connsiteY108" fmla="*/ 77049 h 459014"/>
                <a:gd name="connsiteX109" fmla="*/ 160655 w 316391"/>
                <a:gd name="connsiteY109" fmla="*/ 77049 h 459014"/>
                <a:gd name="connsiteX110" fmla="*/ 160655 w 316391"/>
                <a:gd name="connsiteY110" fmla="*/ 77049 h 459014"/>
                <a:gd name="connsiteX111" fmla="*/ 160655 w 316391"/>
                <a:gd name="connsiteY111" fmla="*/ 77049 h 459014"/>
                <a:gd name="connsiteX112" fmla="*/ 160655 w 316391"/>
                <a:gd name="connsiteY112" fmla="*/ 77049 h 459014"/>
                <a:gd name="connsiteX113" fmla="*/ 159015 w 316391"/>
                <a:gd name="connsiteY113" fmla="*/ 77049 h 459014"/>
                <a:gd name="connsiteX114" fmla="*/ 159015 w 316391"/>
                <a:gd name="connsiteY114" fmla="*/ 77049 h 459014"/>
                <a:gd name="connsiteX115" fmla="*/ 159015 w 316391"/>
                <a:gd name="connsiteY115" fmla="*/ 77049 h 459014"/>
                <a:gd name="connsiteX116" fmla="*/ 159015 w 316391"/>
                <a:gd name="connsiteY116" fmla="*/ 75410 h 459014"/>
                <a:gd name="connsiteX117" fmla="*/ 159015 w 316391"/>
                <a:gd name="connsiteY117" fmla="*/ 75410 h 459014"/>
                <a:gd name="connsiteX118" fmla="*/ 157376 w 316391"/>
                <a:gd name="connsiteY118" fmla="*/ 75410 h 459014"/>
                <a:gd name="connsiteX119" fmla="*/ 157376 w 316391"/>
                <a:gd name="connsiteY119" fmla="*/ 75410 h 459014"/>
                <a:gd name="connsiteX120" fmla="*/ 157376 w 316391"/>
                <a:gd name="connsiteY120" fmla="*/ 75410 h 459014"/>
                <a:gd name="connsiteX121" fmla="*/ 157376 w 316391"/>
                <a:gd name="connsiteY121" fmla="*/ 73770 h 459014"/>
                <a:gd name="connsiteX122" fmla="*/ 157376 w 316391"/>
                <a:gd name="connsiteY122" fmla="*/ 73770 h 459014"/>
                <a:gd name="connsiteX123" fmla="*/ 157376 w 316391"/>
                <a:gd name="connsiteY123" fmla="*/ 73770 h 459014"/>
                <a:gd name="connsiteX124" fmla="*/ 157376 w 316391"/>
                <a:gd name="connsiteY124" fmla="*/ 73770 h 459014"/>
                <a:gd name="connsiteX125" fmla="*/ 157376 w 316391"/>
                <a:gd name="connsiteY125" fmla="*/ 73770 h 459014"/>
                <a:gd name="connsiteX126" fmla="*/ 157376 w 316391"/>
                <a:gd name="connsiteY126" fmla="*/ 73770 h 459014"/>
                <a:gd name="connsiteX127" fmla="*/ 157376 w 316391"/>
                <a:gd name="connsiteY127" fmla="*/ 75410 h 459014"/>
                <a:gd name="connsiteX128" fmla="*/ 157376 w 316391"/>
                <a:gd name="connsiteY128" fmla="*/ 75410 h 459014"/>
                <a:gd name="connsiteX129" fmla="*/ 157376 w 316391"/>
                <a:gd name="connsiteY129" fmla="*/ 75410 h 459014"/>
                <a:gd name="connsiteX130" fmla="*/ 157376 w 316391"/>
                <a:gd name="connsiteY130" fmla="*/ 75410 h 459014"/>
                <a:gd name="connsiteX131" fmla="*/ 157376 w 316391"/>
                <a:gd name="connsiteY131" fmla="*/ 77049 h 459014"/>
                <a:gd name="connsiteX132" fmla="*/ 157376 w 316391"/>
                <a:gd name="connsiteY132" fmla="*/ 77049 h 459014"/>
                <a:gd name="connsiteX133" fmla="*/ 155737 w 316391"/>
                <a:gd name="connsiteY133" fmla="*/ 77049 h 459014"/>
                <a:gd name="connsiteX134" fmla="*/ 155737 w 316391"/>
                <a:gd name="connsiteY134" fmla="*/ 77049 h 459014"/>
                <a:gd name="connsiteX135" fmla="*/ 155737 w 316391"/>
                <a:gd name="connsiteY135" fmla="*/ 77049 h 459014"/>
                <a:gd name="connsiteX136" fmla="*/ 155737 w 316391"/>
                <a:gd name="connsiteY136" fmla="*/ 77049 h 459014"/>
                <a:gd name="connsiteX137" fmla="*/ 155737 w 316391"/>
                <a:gd name="connsiteY137" fmla="*/ 78688 h 459014"/>
                <a:gd name="connsiteX138" fmla="*/ 155737 w 316391"/>
                <a:gd name="connsiteY138" fmla="*/ 78688 h 459014"/>
                <a:gd name="connsiteX139" fmla="*/ 155737 w 316391"/>
                <a:gd name="connsiteY139" fmla="*/ 78688 h 459014"/>
                <a:gd name="connsiteX140" fmla="*/ 155737 w 316391"/>
                <a:gd name="connsiteY140" fmla="*/ 78688 h 459014"/>
                <a:gd name="connsiteX141" fmla="*/ 155737 w 316391"/>
                <a:gd name="connsiteY141" fmla="*/ 78688 h 459014"/>
                <a:gd name="connsiteX142" fmla="*/ 154098 w 316391"/>
                <a:gd name="connsiteY142" fmla="*/ 80327 h 459014"/>
                <a:gd name="connsiteX143" fmla="*/ 154098 w 316391"/>
                <a:gd name="connsiteY143" fmla="*/ 80327 h 459014"/>
                <a:gd name="connsiteX144" fmla="*/ 154098 w 316391"/>
                <a:gd name="connsiteY144" fmla="*/ 80327 h 459014"/>
                <a:gd name="connsiteX145" fmla="*/ 154098 w 316391"/>
                <a:gd name="connsiteY145" fmla="*/ 80327 h 459014"/>
                <a:gd name="connsiteX146" fmla="*/ 154098 w 316391"/>
                <a:gd name="connsiteY146" fmla="*/ 80327 h 459014"/>
                <a:gd name="connsiteX147" fmla="*/ 154098 w 316391"/>
                <a:gd name="connsiteY147" fmla="*/ 80327 h 459014"/>
                <a:gd name="connsiteX148" fmla="*/ 154098 w 316391"/>
                <a:gd name="connsiteY148" fmla="*/ 80327 h 459014"/>
                <a:gd name="connsiteX149" fmla="*/ 154098 w 316391"/>
                <a:gd name="connsiteY149" fmla="*/ 81967 h 459014"/>
                <a:gd name="connsiteX150" fmla="*/ 154098 w 316391"/>
                <a:gd name="connsiteY150" fmla="*/ 81967 h 459014"/>
                <a:gd name="connsiteX151" fmla="*/ 154098 w 316391"/>
                <a:gd name="connsiteY151" fmla="*/ 81967 h 459014"/>
                <a:gd name="connsiteX152" fmla="*/ 154098 w 316391"/>
                <a:gd name="connsiteY152" fmla="*/ 81967 h 459014"/>
                <a:gd name="connsiteX153" fmla="*/ 154098 w 316391"/>
                <a:gd name="connsiteY153" fmla="*/ 81967 h 459014"/>
                <a:gd name="connsiteX154" fmla="*/ 154098 w 316391"/>
                <a:gd name="connsiteY154" fmla="*/ 81967 h 459014"/>
                <a:gd name="connsiteX155" fmla="*/ 154098 w 316391"/>
                <a:gd name="connsiteY155" fmla="*/ 83606 h 459014"/>
                <a:gd name="connsiteX156" fmla="*/ 154098 w 316391"/>
                <a:gd name="connsiteY156" fmla="*/ 83606 h 459014"/>
                <a:gd name="connsiteX157" fmla="*/ 152458 w 316391"/>
                <a:gd name="connsiteY157" fmla="*/ 83606 h 459014"/>
                <a:gd name="connsiteX158" fmla="*/ 152458 w 316391"/>
                <a:gd name="connsiteY158" fmla="*/ 83606 h 459014"/>
                <a:gd name="connsiteX159" fmla="*/ 152458 w 316391"/>
                <a:gd name="connsiteY159" fmla="*/ 83606 h 459014"/>
                <a:gd name="connsiteX160" fmla="*/ 152458 w 316391"/>
                <a:gd name="connsiteY160" fmla="*/ 83606 h 459014"/>
                <a:gd name="connsiteX161" fmla="*/ 154098 w 316391"/>
                <a:gd name="connsiteY161" fmla="*/ 83606 h 459014"/>
                <a:gd name="connsiteX162" fmla="*/ 154098 w 316391"/>
                <a:gd name="connsiteY162" fmla="*/ 85245 h 459014"/>
                <a:gd name="connsiteX163" fmla="*/ 154098 w 316391"/>
                <a:gd name="connsiteY163" fmla="*/ 85245 h 459014"/>
                <a:gd name="connsiteX164" fmla="*/ 154098 w 316391"/>
                <a:gd name="connsiteY164" fmla="*/ 85245 h 459014"/>
                <a:gd name="connsiteX165" fmla="*/ 154098 w 316391"/>
                <a:gd name="connsiteY165" fmla="*/ 85245 h 459014"/>
                <a:gd name="connsiteX166" fmla="*/ 154098 w 316391"/>
                <a:gd name="connsiteY166" fmla="*/ 85245 h 459014"/>
                <a:gd name="connsiteX167" fmla="*/ 154098 w 316391"/>
                <a:gd name="connsiteY167" fmla="*/ 86885 h 459014"/>
                <a:gd name="connsiteX168" fmla="*/ 154098 w 316391"/>
                <a:gd name="connsiteY168" fmla="*/ 86885 h 459014"/>
                <a:gd name="connsiteX169" fmla="*/ 154098 w 316391"/>
                <a:gd name="connsiteY169" fmla="*/ 86885 h 459014"/>
                <a:gd name="connsiteX170" fmla="*/ 154098 w 316391"/>
                <a:gd name="connsiteY170" fmla="*/ 86885 h 459014"/>
                <a:gd name="connsiteX171" fmla="*/ 154098 w 316391"/>
                <a:gd name="connsiteY171" fmla="*/ 86885 h 459014"/>
                <a:gd name="connsiteX172" fmla="*/ 154098 w 316391"/>
                <a:gd name="connsiteY172" fmla="*/ 88524 h 459014"/>
                <a:gd name="connsiteX173" fmla="*/ 154098 w 316391"/>
                <a:gd name="connsiteY173" fmla="*/ 88524 h 459014"/>
                <a:gd name="connsiteX174" fmla="*/ 155737 w 316391"/>
                <a:gd name="connsiteY174" fmla="*/ 88524 h 459014"/>
                <a:gd name="connsiteX175" fmla="*/ 155737 w 316391"/>
                <a:gd name="connsiteY175" fmla="*/ 88524 h 459014"/>
                <a:gd name="connsiteX176" fmla="*/ 155737 w 316391"/>
                <a:gd name="connsiteY176" fmla="*/ 90164 h 459014"/>
                <a:gd name="connsiteX177" fmla="*/ 155737 w 316391"/>
                <a:gd name="connsiteY177" fmla="*/ 90164 h 459014"/>
                <a:gd name="connsiteX178" fmla="*/ 155737 w 316391"/>
                <a:gd name="connsiteY178" fmla="*/ 90164 h 459014"/>
                <a:gd name="connsiteX179" fmla="*/ 155737 w 316391"/>
                <a:gd name="connsiteY179" fmla="*/ 90164 h 459014"/>
                <a:gd name="connsiteX180" fmla="*/ 154098 w 316391"/>
                <a:gd name="connsiteY180" fmla="*/ 90164 h 459014"/>
                <a:gd name="connsiteX181" fmla="*/ 154098 w 316391"/>
                <a:gd name="connsiteY181" fmla="*/ 90164 h 459014"/>
                <a:gd name="connsiteX182" fmla="*/ 154098 w 316391"/>
                <a:gd name="connsiteY182" fmla="*/ 90164 h 459014"/>
                <a:gd name="connsiteX183" fmla="*/ 154098 w 316391"/>
                <a:gd name="connsiteY183" fmla="*/ 88524 h 459014"/>
                <a:gd name="connsiteX184" fmla="*/ 154098 w 316391"/>
                <a:gd name="connsiteY184" fmla="*/ 88524 h 459014"/>
                <a:gd name="connsiteX185" fmla="*/ 152458 w 316391"/>
                <a:gd name="connsiteY185" fmla="*/ 88524 h 459014"/>
                <a:gd name="connsiteX186" fmla="*/ 152458 w 316391"/>
                <a:gd name="connsiteY186" fmla="*/ 88524 h 459014"/>
                <a:gd name="connsiteX187" fmla="*/ 152458 w 316391"/>
                <a:gd name="connsiteY187" fmla="*/ 88524 h 459014"/>
                <a:gd name="connsiteX188" fmla="*/ 152458 w 316391"/>
                <a:gd name="connsiteY188" fmla="*/ 88524 h 459014"/>
                <a:gd name="connsiteX189" fmla="*/ 150819 w 316391"/>
                <a:gd name="connsiteY189" fmla="*/ 88524 h 459014"/>
                <a:gd name="connsiteX190" fmla="*/ 150819 w 316391"/>
                <a:gd name="connsiteY190" fmla="*/ 88524 h 459014"/>
                <a:gd name="connsiteX191" fmla="*/ 150819 w 316391"/>
                <a:gd name="connsiteY191" fmla="*/ 88524 h 459014"/>
                <a:gd name="connsiteX192" fmla="*/ 150819 w 316391"/>
                <a:gd name="connsiteY192" fmla="*/ 88524 h 459014"/>
                <a:gd name="connsiteX193" fmla="*/ 150819 w 316391"/>
                <a:gd name="connsiteY193" fmla="*/ 88524 h 459014"/>
                <a:gd name="connsiteX194" fmla="*/ 150819 w 316391"/>
                <a:gd name="connsiteY194" fmla="*/ 88524 h 459014"/>
                <a:gd name="connsiteX195" fmla="*/ 149180 w 316391"/>
                <a:gd name="connsiteY195" fmla="*/ 90164 h 459014"/>
                <a:gd name="connsiteX196" fmla="*/ 149180 w 316391"/>
                <a:gd name="connsiteY196" fmla="*/ 90164 h 459014"/>
                <a:gd name="connsiteX197" fmla="*/ 149180 w 316391"/>
                <a:gd name="connsiteY197" fmla="*/ 90164 h 459014"/>
                <a:gd name="connsiteX198" fmla="*/ 149180 w 316391"/>
                <a:gd name="connsiteY198" fmla="*/ 90164 h 459014"/>
                <a:gd name="connsiteX199" fmla="*/ 149180 w 316391"/>
                <a:gd name="connsiteY199" fmla="*/ 90164 h 459014"/>
                <a:gd name="connsiteX200" fmla="*/ 149180 w 316391"/>
                <a:gd name="connsiteY200" fmla="*/ 91803 h 459014"/>
                <a:gd name="connsiteX201" fmla="*/ 147540 w 316391"/>
                <a:gd name="connsiteY201" fmla="*/ 91803 h 459014"/>
                <a:gd name="connsiteX202" fmla="*/ 147540 w 316391"/>
                <a:gd name="connsiteY202" fmla="*/ 91803 h 459014"/>
                <a:gd name="connsiteX203" fmla="*/ 147540 w 316391"/>
                <a:gd name="connsiteY203" fmla="*/ 91803 h 459014"/>
                <a:gd name="connsiteX204" fmla="*/ 147540 w 316391"/>
                <a:gd name="connsiteY204" fmla="*/ 91803 h 459014"/>
                <a:gd name="connsiteX205" fmla="*/ 147540 w 316391"/>
                <a:gd name="connsiteY205" fmla="*/ 91803 h 459014"/>
                <a:gd name="connsiteX206" fmla="*/ 147540 w 316391"/>
                <a:gd name="connsiteY206" fmla="*/ 91803 h 459014"/>
                <a:gd name="connsiteX207" fmla="*/ 147540 w 316391"/>
                <a:gd name="connsiteY207" fmla="*/ 91803 h 459014"/>
                <a:gd name="connsiteX208" fmla="*/ 147540 w 316391"/>
                <a:gd name="connsiteY208" fmla="*/ 91803 h 459014"/>
                <a:gd name="connsiteX209" fmla="*/ 145901 w 316391"/>
                <a:gd name="connsiteY209" fmla="*/ 91803 h 459014"/>
                <a:gd name="connsiteX210" fmla="*/ 145901 w 316391"/>
                <a:gd name="connsiteY210" fmla="*/ 91803 h 459014"/>
                <a:gd name="connsiteX211" fmla="*/ 145901 w 316391"/>
                <a:gd name="connsiteY211" fmla="*/ 91803 h 459014"/>
                <a:gd name="connsiteX212" fmla="*/ 145901 w 316391"/>
                <a:gd name="connsiteY212" fmla="*/ 91803 h 459014"/>
                <a:gd name="connsiteX213" fmla="*/ 145901 w 316391"/>
                <a:gd name="connsiteY213" fmla="*/ 91803 h 459014"/>
                <a:gd name="connsiteX214" fmla="*/ 145901 w 316391"/>
                <a:gd name="connsiteY214" fmla="*/ 91803 h 459014"/>
                <a:gd name="connsiteX215" fmla="*/ 144261 w 316391"/>
                <a:gd name="connsiteY215" fmla="*/ 91803 h 459014"/>
                <a:gd name="connsiteX216" fmla="*/ 144261 w 316391"/>
                <a:gd name="connsiteY216" fmla="*/ 91803 h 459014"/>
                <a:gd name="connsiteX217" fmla="*/ 144261 w 316391"/>
                <a:gd name="connsiteY217" fmla="*/ 91803 h 459014"/>
                <a:gd name="connsiteX218" fmla="*/ 144261 w 316391"/>
                <a:gd name="connsiteY218" fmla="*/ 91803 h 459014"/>
                <a:gd name="connsiteX219" fmla="*/ 144261 w 316391"/>
                <a:gd name="connsiteY219" fmla="*/ 91803 h 459014"/>
                <a:gd name="connsiteX220" fmla="*/ 144261 w 316391"/>
                <a:gd name="connsiteY220" fmla="*/ 93442 h 459014"/>
                <a:gd name="connsiteX221" fmla="*/ 144261 w 316391"/>
                <a:gd name="connsiteY221" fmla="*/ 93442 h 459014"/>
                <a:gd name="connsiteX222" fmla="*/ 144261 w 316391"/>
                <a:gd name="connsiteY222" fmla="*/ 93442 h 459014"/>
                <a:gd name="connsiteX223" fmla="*/ 144261 w 316391"/>
                <a:gd name="connsiteY223" fmla="*/ 93442 h 459014"/>
                <a:gd name="connsiteX224" fmla="*/ 145901 w 316391"/>
                <a:gd name="connsiteY224" fmla="*/ 93442 h 459014"/>
                <a:gd name="connsiteX225" fmla="*/ 145901 w 316391"/>
                <a:gd name="connsiteY225" fmla="*/ 93442 h 459014"/>
                <a:gd name="connsiteX226" fmla="*/ 145901 w 316391"/>
                <a:gd name="connsiteY226" fmla="*/ 93442 h 459014"/>
                <a:gd name="connsiteX227" fmla="*/ 145901 w 316391"/>
                <a:gd name="connsiteY227" fmla="*/ 93442 h 459014"/>
                <a:gd name="connsiteX228" fmla="*/ 145901 w 316391"/>
                <a:gd name="connsiteY228" fmla="*/ 93442 h 459014"/>
                <a:gd name="connsiteX229" fmla="*/ 145901 w 316391"/>
                <a:gd name="connsiteY229" fmla="*/ 93442 h 459014"/>
                <a:gd name="connsiteX230" fmla="*/ 145901 w 316391"/>
                <a:gd name="connsiteY230" fmla="*/ 95082 h 459014"/>
                <a:gd name="connsiteX231" fmla="*/ 145901 w 316391"/>
                <a:gd name="connsiteY231" fmla="*/ 95082 h 459014"/>
                <a:gd name="connsiteX232" fmla="*/ 145901 w 316391"/>
                <a:gd name="connsiteY232" fmla="*/ 95082 h 459014"/>
                <a:gd name="connsiteX233" fmla="*/ 145901 w 316391"/>
                <a:gd name="connsiteY233" fmla="*/ 95082 h 459014"/>
                <a:gd name="connsiteX234" fmla="*/ 145901 w 316391"/>
                <a:gd name="connsiteY234" fmla="*/ 95082 h 459014"/>
                <a:gd name="connsiteX235" fmla="*/ 145901 w 316391"/>
                <a:gd name="connsiteY235" fmla="*/ 95082 h 459014"/>
                <a:gd name="connsiteX236" fmla="*/ 145901 w 316391"/>
                <a:gd name="connsiteY236" fmla="*/ 96721 h 459014"/>
                <a:gd name="connsiteX237" fmla="*/ 145901 w 316391"/>
                <a:gd name="connsiteY237" fmla="*/ 96721 h 459014"/>
                <a:gd name="connsiteX238" fmla="*/ 145901 w 316391"/>
                <a:gd name="connsiteY238" fmla="*/ 96721 h 459014"/>
                <a:gd name="connsiteX239" fmla="*/ 145901 w 316391"/>
                <a:gd name="connsiteY239" fmla="*/ 96721 h 459014"/>
                <a:gd name="connsiteX240" fmla="*/ 145901 w 316391"/>
                <a:gd name="connsiteY240" fmla="*/ 98360 h 459014"/>
                <a:gd name="connsiteX241" fmla="*/ 145901 w 316391"/>
                <a:gd name="connsiteY241" fmla="*/ 98360 h 459014"/>
                <a:gd name="connsiteX242" fmla="*/ 145901 w 316391"/>
                <a:gd name="connsiteY242" fmla="*/ 98360 h 459014"/>
                <a:gd name="connsiteX243" fmla="*/ 147540 w 316391"/>
                <a:gd name="connsiteY243" fmla="*/ 98360 h 459014"/>
                <a:gd name="connsiteX244" fmla="*/ 147540 w 316391"/>
                <a:gd name="connsiteY244" fmla="*/ 98360 h 459014"/>
                <a:gd name="connsiteX245" fmla="*/ 147540 w 316391"/>
                <a:gd name="connsiteY245" fmla="*/ 98360 h 459014"/>
                <a:gd name="connsiteX246" fmla="*/ 147540 w 316391"/>
                <a:gd name="connsiteY246" fmla="*/ 98360 h 459014"/>
                <a:gd name="connsiteX247" fmla="*/ 149180 w 316391"/>
                <a:gd name="connsiteY247" fmla="*/ 100000 h 459014"/>
                <a:gd name="connsiteX248" fmla="*/ 149180 w 316391"/>
                <a:gd name="connsiteY248" fmla="*/ 100000 h 459014"/>
                <a:gd name="connsiteX249" fmla="*/ 150819 w 316391"/>
                <a:gd name="connsiteY249" fmla="*/ 100000 h 459014"/>
                <a:gd name="connsiteX250" fmla="*/ 150819 w 316391"/>
                <a:gd name="connsiteY250" fmla="*/ 100000 h 459014"/>
                <a:gd name="connsiteX251" fmla="*/ 150819 w 316391"/>
                <a:gd name="connsiteY251" fmla="*/ 100000 h 459014"/>
                <a:gd name="connsiteX252" fmla="*/ 150819 w 316391"/>
                <a:gd name="connsiteY252" fmla="*/ 100000 h 459014"/>
                <a:gd name="connsiteX253" fmla="*/ 150819 w 316391"/>
                <a:gd name="connsiteY253" fmla="*/ 100000 h 459014"/>
                <a:gd name="connsiteX254" fmla="*/ 150819 w 316391"/>
                <a:gd name="connsiteY254" fmla="*/ 100000 h 459014"/>
                <a:gd name="connsiteX255" fmla="*/ 150819 w 316391"/>
                <a:gd name="connsiteY255" fmla="*/ 100000 h 459014"/>
                <a:gd name="connsiteX256" fmla="*/ 152458 w 316391"/>
                <a:gd name="connsiteY256" fmla="*/ 100000 h 459014"/>
                <a:gd name="connsiteX257" fmla="*/ 152458 w 316391"/>
                <a:gd name="connsiteY257" fmla="*/ 101639 h 459014"/>
                <a:gd name="connsiteX258" fmla="*/ 152458 w 316391"/>
                <a:gd name="connsiteY258" fmla="*/ 101639 h 459014"/>
                <a:gd name="connsiteX259" fmla="*/ 152458 w 316391"/>
                <a:gd name="connsiteY259" fmla="*/ 101639 h 459014"/>
                <a:gd name="connsiteX260" fmla="*/ 154098 w 316391"/>
                <a:gd name="connsiteY260" fmla="*/ 101639 h 459014"/>
                <a:gd name="connsiteX261" fmla="*/ 154098 w 316391"/>
                <a:gd name="connsiteY261" fmla="*/ 101639 h 459014"/>
                <a:gd name="connsiteX262" fmla="*/ 155737 w 316391"/>
                <a:gd name="connsiteY262" fmla="*/ 101639 h 459014"/>
                <a:gd name="connsiteX263" fmla="*/ 155737 w 316391"/>
                <a:gd name="connsiteY263" fmla="*/ 101639 h 459014"/>
                <a:gd name="connsiteX264" fmla="*/ 155737 w 316391"/>
                <a:gd name="connsiteY264" fmla="*/ 101639 h 459014"/>
                <a:gd name="connsiteX265" fmla="*/ 155737 w 316391"/>
                <a:gd name="connsiteY265" fmla="*/ 103278 h 459014"/>
                <a:gd name="connsiteX266" fmla="*/ 155737 w 316391"/>
                <a:gd name="connsiteY266" fmla="*/ 103278 h 459014"/>
                <a:gd name="connsiteX267" fmla="*/ 155737 w 316391"/>
                <a:gd name="connsiteY267" fmla="*/ 103278 h 459014"/>
                <a:gd name="connsiteX268" fmla="*/ 157376 w 316391"/>
                <a:gd name="connsiteY268" fmla="*/ 103278 h 459014"/>
                <a:gd name="connsiteX269" fmla="*/ 157376 w 316391"/>
                <a:gd name="connsiteY269" fmla="*/ 103278 h 459014"/>
                <a:gd name="connsiteX270" fmla="*/ 157376 w 316391"/>
                <a:gd name="connsiteY270" fmla="*/ 103278 h 459014"/>
                <a:gd name="connsiteX271" fmla="*/ 157376 w 316391"/>
                <a:gd name="connsiteY271" fmla="*/ 104917 h 459014"/>
                <a:gd name="connsiteX272" fmla="*/ 157376 w 316391"/>
                <a:gd name="connsiteY272" fmla="*/ 104917 h 459014"/>
                <a:gd name="connsiteX273" fmla="*/ 157376 w 316391"/>
                <a:gd name="connsiteY273" fmla="*/ 104917 h 459014"/>
                <a:gd name="connsiteX274" fmla="*/ 157376 w 316391"/>
                <a:gd name="connsiteY274" fmla="*/ 104917 h 459014"/>
                <a:gd name="connsiteX275" fmla="*/ 157376 w 316391"/>
                <a:gd name="connsiteY275" fmla="*/ 104917 h 459014"/>
                <a:gd name="connsiteX276" fmla="*/ 157376 w 316391"/>
                <a:gd name="connsiteY276" fmla="*/ 104917 h 459014"/>
                <a:gd name="connsiteX277" fmla="*/ 157376 w 316391"/>
                <a:gd name="connsiteY277" fmla="*/ 106557 h 459014"/>
                <a:gd name="connsiteX278" fmla="*/ 159015 w 316391"/>
                <a:gd name="connsiteY278" fmla="*/ 106557 h 459014"/>
                <a:gd name="connsiteX279" fmla="*/ 159015 w 316391"/>
                <a:gd name="connsiteY279" fmla="*/ 106557 h 459014"/>
                <a:gd name="connsiteX280" fmla="*/ 159015 w 316391"/>
                <a:gd name="connsiteY280" fmla="*/ 106557 h 459014"/>
                <a:gd name="connsiteX281" fmla="*/ 159015 w 316391"/>
                <a:gd name="connsiteY281" fmla="*/ 108196 h 459014"/>
                <a:gd name="connsiteX282" fmla="*/ 159015 w 316391"/>
                <a:gd name="connsiteY282" fmla="*/ 108196 h 459014"/>
                <a:gd name="connsiteX283" fmla="*/ 159015 w 316391"/>
                <a:gd name="connsiteY283" fmla="*/ 108196 h 459014"/>
                <a:gd name="connsiteX284" fmla="*/ 159015 w 316391"/>
                <a:gd name="connsiteY284" fmla="*/ 108196 h 459014"/>
                <a:gd name="connsiteX285" fmla="*/ 160655 w 316391"/>
                <a:gd name="connsiteY285" fmla="*/ 108196 h 459014"/>
                <a:gd name="connsiteX286" fmla="*/ 160655 w 316391"/>
                <a:gd name="connsiteY286" fmla="*/ 108196 h 459014"/>
                <a:gd name="connsiteX287" fmla="*/ 160655 w 316391"/>
                <a:gd name="connsiteY287" fmla="*/ 108196 h 459014"/>
                <a:gd name="connsiteX288" fmla="*/ 160655 w 316391"/>
                <a:gd name="connsiteY288" fmla="*/ 108196 h 459014"/>
                <a:gd name="connsiteX289" fmla="*/ 160655 w 316391"/>
                <a:gd name="connsiteY289" fmla="*/ 108196 h 459014"/>
                <a:gd name="connsiteX290" fmla="*/ 160655 w 316391"/>
                <a:gd name="connsiteY290" fmla="*/ 108196 h 459014"/>
                <a:gd name="connsiteX291" fmla="*/ 162294 w 316391"/>
                <a:gd name="connsiteY291" fmla="*/ 108196 h 459014"/>
                <a:gd name="connsiteX292" fmla="*/ 162294 w 316391"/>
                <a:gd name="connsiteY292" fmla="*/ 108196 h 459014"/>
                <a:gd name="connsiteX293" fmla="*/ 162294 w 316391"/>
                <a:gd name="connsiteY293" fmla="*/ 108196 h 459014"/>
                <a:gd name="connsiteX294" fmla="*/ 162294 w 316391"/>
                <a:gd name="connsiteY294" fmla="*/ 108196 h 459014"/>
                <a:gd name="connsiteX295" fmla="*/ 163934 w 316391"/>
                <a:gd name="connsiteY295" fmla="*/ 108196 h 459014"/>
                <a:gd name="connsiteX296" fmla="*/ 163934 w 316391"/>
                <a:gd name="connsiteY296" fmla="*/ 108196 h 459014"/>
                <a:gd name="connsiteX297" fmla="*/ 163934 w 316391"/>
                <a:gd name="connsiteY297" fmla="*/ 108196 h 459014"/>
                <a:gd name="connsiteX298" fmla="*/ 163934 w 316391"/>
                <a:gd name="connsiteY298" fmla="*/ 108196 h 459014"/>
                <a:gd name="connsiteX299" fmla="*/ 163934 w 316391"/>
                <a:gd name="connsiteY299" fmla="*/ 108196 h 459014"/>
                <a:gd name="connsiteX300" fmla="*/ 165573 w 316391"/>
                <a:gd name="connsiteY300" fmla="*/ 108196 h 459014"/>
                <a:gd name="connsiteX301" fmla="*/ 165573 w 316391"/>
                <a:gd name="connsiteY301" fmla="*/ 108196 h 459014"/>
                <a:gd name="connsiteX302" fmla="*/ 165573 w 316391"/>
                <a:gd name="connsiteY302" fmla="*/ 109836 h 459014"/>
                <a:gd name="connsiteX303" fmla="*/ 165573 w 316391"/>
                <a:gd name="connsiteY303" fmla="*/ 109836 h 459014"/>
                <a:gd name="connsiteX304" fmla="*/ 167212 w 316391"/>
                <a:gd name="connsiteY304" fmla="*/ 109836 h 459014"/>
                <a:gd name="connsiteX305" fmla="*/ 167212 w 316391"/>
                <a:gd name="connsiteY305" fmla="*/ 109836 h 459014"/>
                <a:gd name="connsiteX306" fmla="*/ 167212 w 316391"/>
                <a:gd name="connsiteY306" fmla="*/ 109836 h 459014"/>
                <a:gd name="connsiteX307" fmla="*/ 168851 w 316391"/>
                <a:gd name="connsiteY307" fmla="*/ 109836 h 459014"/>
                <a:gd name="connsiteX308" fmla="*/ 168851 w 316391"/>
                <a:gd name="connsiteY308" fmla="*/ 111475 h 459014"/>
                <a:gd name="connsiteX309" fmla="*/ 168851 w 316391"/>
                <a:gd name="connsiteY309" fmla="*/ 111475 h 459014"/>
                <a:gd name="connsiteX310" fmla="*/ 168851 w 316391"/>
                <a:gd name="connsiteY310" fmla="*/ 111475 h 459014"/>
                <a:gd name="connsiteX311" fmla="*/ 168851 w 316391"/>
                <a:gd name="connsiteY311" fmla="*/ 111475 h 459014"/>
                <a:gd name="connsiteX312" fmla="*/ 168851 w 316391"/>
                <a:gd name="connsiteY312" fmla="*/ 111475 h 459014"/>
                <a:gd name="connsiteX313" fmla="*/ 168851 w 316391"/>
                <a:gd name="connsiteY313" fmla="*/ 111475 h 459014"/>
                <a:gd name="connsiteX314" fmla="*/ 168851 w 316391"/>
                <a:gd name="connsiteY314" fmla="*/ 111475 h 459014"/>
                <a:gd name="connsiteX315" fmla="*/ 168851 w 316391"/>
                <a:gd name="connsiteY315" fmla="*/ 111475 h 459014"/>
                <a:gd name="connsiteX316" fmla="*/ 168851 w 316391"/>
                <a:gd name="connsiteY316" fmla="*/ 111475 h 459014"/>
                <a:gd name="connsiteX317" fmla="*/ 168851 w 316391"/>
                <a:gd name="connsiteY317" fmla="*/ 111475 h 459014"/>
                <a:gd name="connsiteX318" fmla="*/ 168851 w 316391"/>
                <a:gd name="connsiteY318" fmla="*/ 111475 h 459014"/>
                <a:gd name="connsiteX319" fmla="*/ 168851 w 316391"/>
                <a:gd name="connsiteY319" fmla="*/ 111475 h 459014"/>
                <a:gd name="connsiteX320" fmla="*/ 167212 w 316391"/>
                <a:gd name="connsiteY320" fmla="*/ 111475 h 459014"/>
                <a:gd name="connsiteX321" fmla="*/ 167212 w 316391"/>
                <a:gd name="connsiteY321" fmla="*/ 111475 h 459014"/>
                <a:gd name="connsiteX322" fmla="*/ 167212 w 316391"/>
                <a:gd name="connsiteY322" fmla="*/ 111475 h 459014"/>
                <a:gd name="connsiteX323" fmla="*/ 167212 w 316391"/>
                <a:gd name="connsiteY323" fmla="*/ 111475 h 459014"/>
                <a:gd name="connsiteX324" fmla="*/ 167212 w 316391"/>
                <a:gd name="connsiteY324" fmla="*/ 111475 h 459014"/>
                <a:gd name="connsiteX325" fmla="*/ 165573 w 316391"/>
                <a:gd name="connsiteY325" fmla="*/ 111475 h 459014"/>
                <a:gd name="connsiteX326" fmla="*/ 165573 w 316391"/>
                <a:gd name="connsiteY326" fmla="*/ 111475 h 459014"/>
                <a:gd name="connsiteX327" fmla="*/ 165573 w 316391"/>
                <a:gd name="connsiteY327" fmla="*/ 111475 h 459014"/>
                <a:gd name="connsiteX328" fmla="*/ 165573 w 316391"/>
                <a:gd name="connsiteY328" fmla="*/ 111475 h 459014"/>
                <a:gd name="connsiteX329" fmla="*/ 165573 w 316391"/>
                <a:gd name="connsiteY329" fmla="*/ 111475 h 459014"/>
                <a:gd name="connsiteX330" fmla="*/ 165573 w 316391"/>
                <a:gd name="connsiteY330" fmla="*/ 111475 h 459014"/>
                <a:gd name="connsiteX331" fmla="*/ 165573 w 316391"/>
                <a:gd name="connsiteY331" fmla="*/ 111475 h 459014"/>
                <a:gd name="connsiteX332" fmla="*/ 165573 w 316391"/>
                <a:gd name="connsiteY332" fmla="*/ 111475 h 459014"/>
                <a:gd name="connsiteX333" fmla="*/ 165573 w 316391"/>
                <a:gd name="connsiteY333" fmla="*/ 111475 h 459014"/>
                <a:gd name="connsiteX334" fmla="*/ 165573 w 316391"/>
                <a:gd name="connsiteY334" fmla="*/ 111475 h 459014"/>
                <a:gd name="connsiteX335" fmla="*/ 163934 w 316391"/>
                <a:gd name="connsiteY335" fmla="*/ 111475 h 459014"/>
                <a:gd name="connsiteX336" fmla="*/ 163934 w 316391"/>
                <a:gd name="connsiteY336" fmla="*/ 111475 h 459014"/>
                <a:gd name="connsiteX337" fmla="*/ 163934 w 316391"/>
                <a:gd name="connsiteY337" fmla="*/ 111475 h 459014"/>
                <a:gd name="connsiteX338" fmla="*/ 163934 w 316391"/>
                <a:gd name="connsiteY338" fmla="*/ 111475 h 459014"/>
                <a:gd name="connsiteX339" fmla="*/ 163934 w 316391"/>
                <a:gd name="connsiteY339" fmla="*/ 111475 h 459014"/>
                <a:gd name="connsiteX340" fmla="*/ 163934 w 316391"/>
                <a:gd name="connsiteY340" fmla="*/ 111475 h 459014"/>
                <a:gd name="connsiteX341" fmla="*/ 163934 w 316391"/>
                <a:gd name="connsiteY341" fmla="*/ 111475 h 459014"/>
                <a:gd name="connsiteX342" fmla="*/ 162294 w 316391"/>
                <a:gd name="connsiteY342" fmla="*/ 111475 h 459014"/>
                <a:gd name="connsiteX343" fmla="*/ 162294 w 316391"/>
                <a:gd name="connsiteY343" fmla="*/ 111475 h 459014"/>
                <a:gd name="connsiteX344" fmla="*/ 162294 w 316391"/>
                <a:gd name="connsiteY344" fmla="*/ 111475 h 459014"/>
                <a:gd name="connsiteX345" fmla="*/ 162294 w 316391"/>
                <a:gd name="connsiteY345" fmla="*/ 111475 h 459014"/>
                <a:gd name="connsiteX346" fmla="*/ 162294 w 316391"/>
                <a:gd name="connsiteY346" fmla="*/ 111475 h 459014"/>
                <a:gd name="connsiteX347" fmla="*/ 162294 w 316391"/>
                <a:gd name="connsiteY347" fmla="*/ 109836 h 459014"/>
                <a:gd name="connsiteX348" fmla="*/ 162294 w 316391"/>
                <a:gd name="connsiteY348" fmla="*/ 109836 h 459014"/>
                <a:gd name="connsiteX349" fmla="*/ 162294 w 316391"/>
                <a:gd name="connsiteY349" fmla="*/ 109836 h 459014"/>
                <a:gd name="connsiteX350" fmla="*/ 162294 w 316391"/>
                <a:gd name="connsiteY350" fmla="*/ 109836 h 459014"/>
                <a:gd name="connsiteX351" fmla="*/ 162294 w 316391"/>
                <a:gd name="connsiteY351" fmla="*/ 109836 h 459014"/>
                <a:gd name="connsiteX352" fmla="*/ 160655 w 316391"/>
                <a:gd name="connsiteY352" fmla="*/ 109836 h 459014"/>
                <a:gd name="connsiteX353" fmla="*/ 160655 w 316391"/>
                <a:gd name="connsiteY353" fmla="*/ 109836 h 459014"/>
                <a:gd name="connsiteX354" fmla="*/ 160655 w 316391"/>
                <a:gd name="connsiteY354" fmla="*/ 109836 h 459014"/>
                <a:gd name="connsiteX355" fmla="*/ 160655 w 316391"/>
                <a:gd name="connsiteY355" fmla="*/ 109836 h 459014"/>
                <a:gd name="connsiteX356" fmla="*/ 160655 w 316391"/>
                <a:gd name="connsiteY356" fmla="*/ 109836 h 459014"/>
                <a:gd name="connsiteX357" fmla="*/ 160655 w 316391"/>
                <a:gd name="connsiteY357" fmla="*/ 109836 h 459014"/>
                <a:gd name="connsiteX358" fmla="*/ 159015 w 316391"/>
                <a:gd name="connsiteY358" fmla="*/ 111475 h 459014"/>
                <a:gd name="connsiteX359" fmla="*/ 159015 w 316391"/>
                <a:gd name="connsiteY359" fmla="*/ 111475 h 459014"/>
                <a:gd name="connsiteX360" fmla="*/ 159015 w 316391"/>
                <a:gd name="connsiteY360" fmla="*/ 111475 h 459014"/>
                <a:gd name="connsiteX361" fmla="*/ 159015 w 316391"/>
                <a:gd name="connsiteY361" fmla="*/ 111475 h 459014"/>
                <a:gd name="connsiteX362" fmla="*/ 159015 w 316391"/>
                <a:gd name="connsiteY362" fmla="*/ 111475 h 459014"/>
                <a:gd name="connsiteX363" fmla="*/ 159015 w 316391"/>
                <a:gd name="connsiteY363" fmla="*/ 111475 h 459014"/>
                <a:gd name="connsiteX364" fmla="*/ 159015 w 316391"/>
                <a:gd name="connsiteY364" fmla="*/ 111475 h 459014"/>
                <a:gd name="connsiteX365" fmla="*/ 159015 w 316391"/>
                <a:gd name="connsiteY365" fmla="*/ 111475 h 459014"/>
                <a:gd name="connsiteX366" fmla="*/ 157376 w 316391"/>
                <a:gd name="connsiteY366" fmla="*/ 113114 h 459014"/>
                <a:gd name="connsiteX367" fmla="*/ 157376 w 316391"/>
                <a:gd name="connsiteY367" fmla="*/ 113114 h 459014"/>
                <a:gd name="connsiteX368" fmla="*/ 157376 w 316391"/>
                <a:gd name="connsiteY368" fmla="*/ 113114 h 459014"/>
                <a:gd name="connsiteX369" fmla="*/ 157376 w 316391"/>
                <a:gd name="connsiteY369" fmla="*/ 113114 h 459014"/>
                <a:gd name="connsiteX370" fmla="*/ 155737 w 316391"/>
                <a:gd name="connsiteY370" fmla="*/ 113114 h 459014"/>
                <a:gd name="connsiteX371" fmla="*/ 155737 w 316391"/>
                <a:gd name="connsiteY371" fmla="*/ 113114 h 459014"/>
                <a:gd name="connsiteX372" fmla="*/ 155737 w 316391"/>
                <a:gd name="connsiteY372" fmla="*/ 113114 h 459014"/>
                <a:gd name="connsiteX373" fmla="*/ 155737 w 316391"/>
                <a:gd name="connsiteY373" fmla="*/ 113114 h 459014"/>
                <a:gd name="connsiteX374" fmla="*/ 154098 w 316391"/>
                <a:gd name="connsiteY374" fmla="*/ 113114 h 459014"/>
                <a:gd name="connsiteX375" fmla="*/ 154098 w 316391"/>
                <a:gd name="connsiteY375" fmla="*/ 113114 h 459014"/>
                <a:gd name="connsiteX376" fmla="*/ 152458 w 316391"/>
                <a:gd name="connsiteY376" fmla="*/ 113114 h 459014"/>
                <a:gd name="connsiteX377" fmla="*/ 152458 w 316391"/>
                <a:gd name="connsiteY377" fmla="*/ 113114 h 459014"/>
                <a:gd name="connsiteX378" fmla="*/ 152458 w 316391"/>
                <a:gd name="connsiteY378" fmla="*/ 113114 h 459014"/>
                <a:gd name="connsiteX379" fmla="*/ 150819 w 316391"/>
                <a:gd name="connsiteY379" fmla="*/ 111475 h 459014"/>
                <a:gd name="connsiteX380" fmla="*/ 150819 w 316391"/>
                <a:gd name="connsiteY380" fmla="*/ 111475 h 459014"/>
                <a:gd name="connsiteX381" fmla="*/ 150819 w 316391"/>
                <a:gd name="connsiteY381" fmla="*/ 111475 h 459014"/>
                <a:gd name="connsiteX382" fmla="*/ 150819 w 316391"/>
                <a:gd name="connsiteY382" fmla="*/ 111475 h 459014"/>
                <a:gd name="connsiteX383" fmla="*/ 149180 w 316391"/>
                <a:gd name="connsiteY383" fmla="*/ 111475 h 459014"/>
                <a:gd name="connsiteX384" fmla="*/ 149180 w 316391"/>
                <a:gd name="connsiteY384" fmla="*/ 111475 h 459014"/>
                <a:gd name="connsiteX385" fmla="*/ 149180 w 316391"/>
                <a:gd name="connsiteY385" fmla="*/ 111475 h 459014"/>
                <a:gd name="connsiteX386" fmla="*/ 149180 w 316391"/>
                <a:gd name="connsiteY386" fmla="*/ 111475 h 459014"/>
                <a:gd name="connsiteX387" fmla="*/ 149180 w 316391"/>
                <a:gd name="connsiteY387" fmla="*/ 111475 h 459014"/>
                <a:gd name="connsiteX388" fmla="*/ 150819 w 316391"/>
                <a:gd name="connsiteY388" fmla="*/ 111475 h 459014"/>
                <a:gd name="connsiteX389" fmla="*/ 150819 w 316391"/>
                <a:gd name="connsiteY389" fmla="*/ 109836 h 459014"/>
                <a:gd name="connsiteX390" fmla="*/ 150819 w 316391"/>
                <a:gd name="connsiteY390" fmla="*/ 109836 h 459014"/>
                <a:gd name="connsiteX391" fmla="*/ 149180 w 316391"/>
                <a:gd name="connsiteY391" fmla="*/ 109836 h 459014"/>
                <a:gd name="connsiteX392" fmla="*/ 149180 w 316391"/>
                <a:gd name="connsiteY392" fmla="*/ 109836 h 459014"/>
                <a:gd name="connsiteX393" fmla="*/ 149180 w 316391"/>
                <a:gd name="connsiteY393" fmla="*/ 109836 h 459014"/>
                <a:gd name="connsiteX394" fmla="*/ 149180 w 316391"/>
                <a:gd name="connsiteY394" fmla="*/ 109836 h 459014"/>
                <a:gd name="connsiteX395" fmla="*/ 149180 w 316391"/>
                <a:gd name="connsiteY395" fmla="*/ 109836 h 459014"/>
                <a:gd name="connsiteX396" fmla="*/ 147540 w 316391"/>
                <a:gd name="connsiteY396" fmla="*/ 109836 h 459014"/>
                <a:gd name="connsiteX397" fmla="*/ 147540 w 316391"/>
                <a:gd name="connsiteY397" fmla="*/ 109836 h 459014"/>
                <a:gd name="connsiteX398" fmla="*/ 147540 w 316391"/>
                <a:gd name="connsiteY398" fmla="*/ 109836 h 459014"/>
                <a:gd name="connsiteX399" fmla="*/ 147540 w 316391"/>
                <a:gd name="connsiteY399" fmla="*/ 109836 h 459014"/>
                <a:gd name="connsiteX400" fmla="*/ 147540 w 316391"/>
                <a:gd name="connsiteY400" fmla="*/ 108196 h 459014"/>
                <a:gd name="connsiteX401" fmla="*/ 147540 w 316391"/>
                <a:gd name="connsiteY401" fmla="*/ 108196 h 459014"/>
                <a:gd name="connsiteX402" fmla="*/ 145901 w 316391"/>
                <a:gd name="connsiteY402" fmla="*/ 108196 h 459014"/>
                <a:gd name="connsiteX403" fmla="*/ 145901 w 316391"/>
                <a:gd name="connsiteY403" fmla="*/ 108196 h 459014"/>
                <a:gd name="connsiteX404" fmla="*/ 145901 w 316391"/>
                <a:gd name="connsiteY404" fmla="*/ 108196 h 459014"/>
                <a:gd name="connsiteX405" fmla="*/ 145901 w 316391"/>
                <a:gd name="connsiteY405" fmla="*/ 108196 h 459014"/>
                <a:gd name="connsiteX406" fmla="*/ 145901 w 316391"/>
                <a:gd name="connsiteY406" fmla="*/ 108196 h 459014"/>
                <a:gd name="connsiteX407" fmla="*/ 145901 w 316391"/>
                <a:gd name="connsiteY407" fmla="*/ 108196 h 459014"/>
                <a:gd name="connsiteX408" fmla="*/ 145901 w 316391"/>
                <a:gd name="connsiteY408" fmla="*/ 108196 h 459014"/>
                <a:gd name="connsiteX409" fmla="*/ 144261 w 316391"/>
                <a:gd name="connsiteY409" fmla="*/ 108196 h 459014"/>
                <a:gd name="connsiteX410" fmla="*/ 144261 w 316391"/>
                <a:gd name="connsiteY410" fmla="*/ 106557 h 459014"/>
                <a:gd name="connsiteX411" fmla="*/ 144261 w 316391"/>
                <a:gd name="connsiteY411" fmla="*/ 106557 h 459014"/>
                <a:gd name="connsiteX412" fmla="*/ 144261 w 316391"/>
                <a:gd name="connsiteY412" fmla="*/ 106557 h 459014"/>
                <a:gd name="connsiteX413" fmla="*/ 144261 w 316391"/>
                <a:gd name="connsiteY413" fmla="*/ 106557 h 459014"/>
                <a:gd name="connsiteX414" fmla="*/ 144261 w 316391"/>
                <a:gd name="connsiteY414" fmla="*/ 106557 h 459014"/>
                <a:gd name="connsiteX415" fmla="*/ 144261 w 316391"/>
                <a:gd name="connsiteY415" fmla="*/ 106557 h 459014"/>
                <a:gd name="connsiteX416" fmla="*/ 142622 w 316391"/>
                <a:gd name="connsiteY416" fmla="*/ 106557 h 459014"/>
                <a:gd name="connsiteX417" fmla="*/ 142622 w 316391"/>
                <a:gd name="connsiteY417" fmla="*/ 106557 h 459014"/>
                <a:gd name="connsiteX418" fmla="*/ 142622 w 316391"/>
                <a:gd name="connsiteY418" fmla="*/ 106557 h 459014"/>
                <a:gd name="connsiteX419" fmla="*/ 142622 w 316391"/>
                <a:gd name="connsiteY419" fmla="*/ 106557 h 459014"/>
                <a:gd name="connsiteX420" fmla="*/ 140983 w 316391"/>
                <a:gd name="connsiteY420" fmla="*/ 106557 h 459014"/>
                <a:gd name="connsiteX421" fmla="*/ 140983 w 316391"/>
                <a:gd name="connsiteY421" fmla="*/ 106557 h 459014"/>
                <a:gd name="connsiteX422" fmla="*/ 140983 w 316391"/>
                <a:gd name="connsiteY422" fmla="*/ 106557 h 459014"/>
                <a:gd name="connsiteX423" fmla="*/ 140983 w 316391"/>
                <a:gd name="connsiteY423" fmla="*/ 106557 h 459014"/>
                <a:gd name="connsiteX424" fmla="*/ 140983 w 316391"/>
                <a:gd name="connsiteY424" fmla="*/ 108196 h 459014"/>
                <a:gd name="connsiteX425" fmla="*/ 140983 w 316391"/>
                <a:gd name="connsiteY425" fmla="*/ 108196 h 459014"/>
                <a:gd name="connsiteX426" fmla="*/ 140983 w 316391"/>
                <a:gd name="connsiteY426" fmla="*/ 108196 h 459014"/>
                <a:gd name="connsiteX427" fmla="*/ 140983 w 316391"/>
                <a:gd name="connsiteY427" fmla="*/ 108196 h 459014"/>
                <a:gd name="connsiteX428" fmla="*/ 140983 w 316391"/>
                <a:gd name="connsiteY428" fmla="*/ 108196 h 459014"/>
                <a:gd name="connsiteX429" fmla="*/ 140983 w 316391"/>
                <a:gd name="connsiteY429" fmla="*/ 108196 h 459014"/>
                <a:gd name="connsiteX430" fmla="*/ 139344 w 316391"/>
                <a:gd name="connsiteY430" fmla="*/ 108196 h 459014"/>
                <a:gd name="connsiteX431" fmla="*/ 139344 w 316391"/>
                <a:gd name="connsiteY431" fmla="*/ 108196 h 459014"/>
                <a:gd name="connsiteX432" fmla="*/ 139344 w 316391"/>
                <a:gd name="connsiteY432" fmla="*/ 108196 h 459014"/>
                <a:gd name="connsiteX433" fmla="*/ 139344 w 316391"/>
                <a:gd name="connsiteY433" fmla="*/ 108196 h 459014"/>
                <a:gd name="connsiteX434" fmla="*/ 139344 w 316391"/>
                <a:gd name="connsiteY434" fmla="*/ 108196 h 459014"/>
                <a:gd name="connsiteX435" fmla="*/ 139344 w 316391"/>
                <a:gd name="connsiteY435" fmla="*/ 108196 h 459014"/>
                <a:gd name="connsiteX436" fmla="*/ 139344 w 316391"/>
                <a:gd name="connsiteY436" fmla="*/ 108196 h 459014"/>
                <a:gd name="connsiteX437" fmla="*/ 137704 w 316391"/>
                <a:gd name="connsiteY437" fmla="*/ 108196 h 459014"/>
                <a:gd name="connsiteX438" fmla="*/ 137704 w 316391"/>
                <a:gd name="connsiteY438" fmla="*/ 108196 h 459014"/>
                <a:gd name="connsiteX439" fmla="*/ 137704 w 316391"/>
                <a:gd name="connsiteY439" fmla="*/ 108196 h 459014"/>
                <a:gd name="connsiteX440" fmla="*/ 137704 w 316391"/>
                <a:gd name="connsiteY440" fmla="*/ 108196 h 459014"/>
                <a:gd name="connsiteX441" fmla="*/ 137704 w 316391"/>
                <a:gd name="connsiteY441" fmla="*/ 108196 h 459014"/>
                <a:gd name="connsiteX442" fmla="*/ 136065 w 316391"/>
                <a:gd name="connsiteY442" fmla="*/ 108196 h 459014"/>
                <a:gd name="connsiteX443" fmla="*/ 136065 w 316391"/>
                <a:gd name="connsiteY443" fmla="*/ 108196 h 459014"/>
                <a:gd name="connsiteX444" fmla="*/ 136065 w 316391"/>
                <a:gd name="connsiteY444" fmla="*/ 108196 h 459014"/>
                <a:gd name="connsiteX445" fmla="*/ 136065 w 316391"/>
                <a:gd name="connsiteY445" fmla="*/ 106557 h 459014"/>
                <a:gd name="connsiteX446" fmla="*/ 136065 w 316391"/>
                <a:gd name="connsiteY446" fmla="*/ 106557 h 459014"/>
                <a:gd name="connsiteX447" fmla="*/ 134425 w 316391"/>
                <a:gd name="connsiteY447" fmla="*/ 106557 h 459014"/>
                <a:gd name="connsiteX448" fmla="*/ 134425 w 316391"/>
                <a:gd name="connsiteY448" fmla="*/ 106557 h 459014"/>
                <a:gd name="connsiteX449" fmla="*/ 134425 w 316391"/>
                <a:gd name="connsiteY449" fmla="*/ 106557 h 459014"/>
                <a:gd name="connsiteX450" fmla="*/ 134425 w 316391"/>
                <a:gd name="connsiteY450" fmla="*/ 106557 h 459014"/>
                <a:gd name="connsiteX451" fmla="*/ 134425 w 316391"/>
                <a:gd name="connsiteY451" fmla="*/ 106557 h 459014"/>
                <a:gd name="connsiteX452" fmla="*/ 134425 w 316391"/>
                <a:gd name="connsiteY452" fmla="*/ 106557 h 459014"/>
                <a:gd name="connsiteX453" fmla="*/ 134425 w 316391"/>
                <a:gd name="connsiteY453" fmla="*/ 106557 h 459014"/>
                <a:gd name="connsiteX454" fmla="*/ 134425 w 316391"/>
                <a:gd name="connsiteY454" fmla="*/ 106557 h 459014"/>
                <a:gd name="connsiteX455" fmla="*/ 132786 w 316391"/>
                <a:gd name="connsiteY455" fmla="*/ 106557 h 459014"/>
                <a:gd name="connsiteX456" fmla="*/ 132786 w 316391"/>
                <a:gd name="connsiteY456" fmla="*/ 106557 h 459014"/>
                <a:gd name="connsiteX457" fmla="*/ 132786 w 316391"/>
                <a:gd name="connsiteY457" fmla="*/ 106557 h 459014"/>
                <a:gd name="connsiteX458" fmla="*/ 132786 w 316391"/>
                <a:gd name="connsiteY458" fmla="*/ 106557 h 459014"/>
                <a:gd name="connsiteX459" fmla="*/ 131147 w 316391"/>
                <a:gd name="connsiteY459" fmla="*/ 106557 h 459014"/>
                <a:gd name="connsiteX460" fmla="*/ 131147 w 316391"/>
                <a:gd name="connsiteY460" fmla="*/ 106557 h 459014"/>
                <a:gd name="connsiteX461" fmla="*/ 131147 w 316391"/>
                <a:gd name="connsiteY461" fmla="*/ 106557 h 459014"/>
                <a:gd name="connsiteX462" fmla="*/ 131147 w 316391"/>
                <a:gd name="connsiteY462" fmla="*/ 106557 h 459014"/>
                <a:gd name="connsiteX463" fmla="*/ 131147 w 316391"/>
                <a:gd name="connsiteY463" fmla="*/ 106557 h 459014"/>
                <a:gd name="connsiteX464" fmla="*/ 131147 w 316391"/>
                <a:gd name="connsiteY464" fmla="*/ 106557 h 459014"/>
                <a:gd name="connsiteX465" fmla="*/ 131147 w 316391"/>
                <a:gd name="connsiteY465" fmla="*/ 106557 h 459014"/>
                <a:gd name="connsiteX466" fmla="*/ 129508 w 316391"/>
                <a:gd name="connsiteY466" fmla="*/ 106557 h 459014"/>
                <a:gd name="connsiteX467" fmla="*/ 129508 w 316391"/>
                <a:gd name="connsiteY467" fmla="*/ 106557 h 459014"/>
                <a:gd name="connsiteX468" fmla="*/ 129508 w 316391"/>
                <a:gd name="connsiteY468" fmla="*/ 106557 h 459014"/>
                <a:gd name="connsiteX469" fmla="*/ 129508 w 316391"/>
                <a:gd name="connsiteY469" fmla="*/ 106557 h 459014"/>
                <a:gd name="connsiteX470" fmla="*/ 129508 w 316391"/>
                <a:gd name="connsiteY470" fmla="*/ 106557 h 459014"/>
                <a:gd name="connsiteX471" fmla="*/ 127868 w 316391"/>
                <a:gd name="connsiteY471" fmla="*/ 106557 h 459014"/>
                <a:gd name="connsiteX472" fmla="*/ 127868 w 316391"/>
                <a:gd name="connsiteY472" fmla="*/ 106557 h 459014"/>
                <a:gd name="connsiteX473" fmla="*/ 127868 w 316391"/>
                <a:gd name="connsiteY473" fmla="*/ 106557 h 459014"/>
                <a:gd name="connsiteX474" fmla="*/ 127868 w 316391"/>
                <a:gd name="connsiteY474" fmla="*/ 106557 h 459014"/>
                <a:gd name="connsiteX475" fmla="*/ 126229 w 316391"/>
                <a:gd name="connsiteY475" fmla="*/ 106557 h 459014"/>
                <a:gd name="connsiteX476" fmla="*/ 126229 w 316391"/>
                <a:gd name="connsiteY476" fmla="*/ 106557 h 459014"/>
                <a:gd name="connsiteX477" fmla="*/ 124590 w 316391"/>
                <a:gd name="connsiteY477" fmla="*/ 106557 h 459014"/>
                <a:gd name="connsiteX478" fmla="*/ 124590 w 316391"/>
                <a:gd name="connsiteY478" fmla="*/ 106557 h 459014"/>
                <a:gd name="connsiteX479" fmla="*/ 124590 w 316391"/>
                <a:gd name="connsiteY479" fmla="*/ 104917 h 459014"/>
                <a:gd name="connsiteX480" fmla="*/ 124590 w 316391"/>
                <a:gd name="connsiteY480" fmla="*/ 106557 h 459014"/>
                <a:gd name="connsiteX481" fmla="*/ 124590 w 316391"/>
                <a:gd name="connsiteY481" fmla="*/ 106557 h 459014"/>
                <a:gd name="connsiteX482" fmla="*/ 124590 w 316391"/>
                <a:gd name="connsiteY482" fmla="*/ 106557 h 459014"/>
                <a:gd name="connsiteX483" fmla="*/ 124590 w 316391"/>
                <a:gd name="connsiteY483" fmla="*/ 106557 h 459014"/>
                <a:gd name="connsiteX484" fmla="*/ 124590 w 316391"/>
                <a:gd name="connsiteY484" fmla="*/ 106557 h 459014"/>
                <a:gd name="connsiteX485" fmla="*/ 124590 w 316391"/>
                <a:gd name="connsiteY485" fmla="*/ 108196 h 459014"/>
                <a:gd name="connsiteX486" fmla="*/ 124590 w 316391"/>
                <a:gd name="connsiteY486" fmla="*/ 108196 h 459014"/>
                <a:gd name="connsiteX487" fmla="*/ 124590 w 316391"/>
                <a:gd name="connsiteY487" fmla="*/ 108196 h 459014"/>
                <a:gd name="connsiteX488" fmla="*/ 124590 w 316391"/>
                <a:gd name="connsiteY488" fmla="*/ 108196 h 459014"/>
                <a:gd name="connsiteX489" fmla="*/ 124590 w 316391"/>
                <a:gd name="connsiteY489" fmla="*/ 108196 h 459014"/>
                <a:gd name="connsiteX490" fmla="*/ 124590 w 316391"/>
                <a:gd name="connsiteY490" fmla="*/ 108196 h 459014"/>
                <a:gd name="connsiteX491" fmla="*/ 124590 w 316391"/>
                <a:gd name="connsiteY491" fmla="*/ 108196 h 459014"/>
                <a:gd name="connsiteX492" fmla="*/ 124590 w 316391"/>
                <a:gd name="connsiteY492" fmla="*/ 109836 h 459014"/>
                <a:gd name="connsiteX493" fmla="*/ 124590 w 316391"/>
                <a:gd name="connsiteY493" fmla="*/ 109836 h 459014"/>
                <a:gd name="connsiteX494" fmla="*/ 124590 w 316391"/>
                <a:gd name="connsiteY494" fmla="*/ 109836 h 459014"/>
                <a:gd name="connsiteX495" fmla="*/ 124590 w 316391"/>
                <a:gd name="connsiteY495" fmla="*/ 109836 h 459014"/>
                <a:gd name="connsiteX496" fmla="*/ 124590 w 316391"/>
                <a:gd name="connsiteY496" fmla="*/ 109836 h 459014"/>
                <a:gd name="connsiteX497" fmla="*/ 124590 w 316391"/>
                <a:gd name="connsiteY497" fmla="*/ 109836 h 459014"/>
                <a:gd name="connsiteX498" fmla="*/ 124590 w 316391"/>
                <a:gd name="connsiteY498" fmla="*/ 109836 h 459014"/>
                <a:gd name="connsiteX499" fmla="*/ 122950 w 316391"/>
                <a:gd name="connsiteY499" fmla="*/ 109836 h 459014"/>
                <a:gd name="connsiteX500" fmla="*/ 122950 w 316391"/>
                <a:gd name="connsiteY500" fmla="*/ 109836 h 459014"/>
                <a:gd name="connsiteX501" fmla="*/ 122950 w 316391"/>
                <a:gd name="connsiteY501" fmla="*/ 109836 h 459014"/>
                <a:gd name="connsiteX502" fmla="*/ 122950 w 316391"/>
                <a:gd name="connsiteY502" fmla="*/ 109836 h 459014"/>
                <a:gd name="connsiteX503" fmla="*/ 122950 w 316391"/>
                <a:gd name="connsiteY503" fmla="*/ 109836 h 459014"/>
                <a:gd name="connsiteX504" fmla="*/ 122950 w 316391"/>
                <a:gd name="connsiteY504" fmla="*/ 109836 h 459014"/>
                <a:gd name="connsiteX505" fmla="*/ 122950 w 316391"/>
                <a:gd name="connsiteY505" fmla="*/ 109836 h 459014"/>
                <a:gd name="connsiteX506" fmla="*/ 122950 w 316391"/>
                <a:gd name="connsiteY506" fmla="*/ 109836 h 459014"/>
                <a:gd name="connsiteX507" fmla="*/ 122950 w 316391"/>
                <a:gd name="connsiteY507" fmla="*/ 109836 h 459014"/>
                <a:gd name="connsiteX508" fmla="*/ 122950 w 316391"/>
                <a:gd name="connsiteY508" fmla="*/ 109836 h 459014"/>
                <a:gd name="connsiteX509" fmla="*/ 122950 w 316391"/>
                <a:gd name="connsiteY509" fmla="*/ 109836 h 459014"/>
                <a:gd name="connsiteX510" fmla="*/ 122950 w 316391"/>
                <a:gd name="connsiteY510" fmla="*/ 111475 h 459014"/>
                <a:gd name="connsiteX511" fmla="*/ 122950 w 316391"/>
                <a:gd name="connsiteY511" fmla="*/ 111475 h 459014"/>
                <a:gd name="connsiteX512" fmla="*/ 122950 w 316391"/>
                <a:gd name="connsiteY512" fmla="*/ 111475 h 459014"/>
                <a:gd name="connsiteX513" fmla="*/ 122950 w 316391"/>
                <a:gd name="connsiteY513" fmla="*/ 113114 h 459014"/>
                <a:gd name="connsiteX514" fmla="*/ 122950 w 316391"/>
                <a:gd name="connsiteY514" fmla="*/ 113114 h 459014"/>
                <a:gd name="connsiteX515" fmla="*/ 122950 w 316391"/>
                <a:gd name="connsiteY515" fmla="*/ 113114 h 459014"/>
                <a:gd name="connsiteX516" fmla="*/ 122950 w 316391"/>
                <a:gd name="connsiteY516" fmla="*/ 113114 h 459014"/>
                <a:gd name="connsiteX517" fmla="*/ 124590 w 316391"/>
                <a:gd name="connsiteY517" fmla="*/ 114754 h 459014"/>
                <a:gd name="connsiteX518" fmla="*/ 124590 w 316391"/>
                <a:gd name="connsiteY518" fmla="*/ 114754 h 459014"/>
                <a:gd name="connsiteX519" fmla="*/ 124590 w 316391"/>
                <a:gd name="connsiteY519" fmla="*/ 114754 h 459014"/>
                <a:gd name="connsiteX520" fmla="*/ 124590 w 316391"/>
                <a:gd name="connsiteY520" fmla="*/ 114754 h 459014"/>
                <a:gd name="connsiteX521" fmla="*/ 124590 w 316391"/>
                <a:gd name="connsiteY521" fmla="*/ 116393 h 459014"/>
                <a:gd name="connsiteX522" fmla="*/ 124590 w 316391"/>
                <a:gd name="connsiteY522" fmla="*/ 116393 h 459014"/>
                <a:gd name="connsiteX523" fmla="*/ 124590 w 316391"/>
                <a:gd name="connsiteY523" fmla="*/ 116393 h 459014"/>
                <a:gd name="connsiteX524" fmla="*/ 124590 w 316391"/>
                <a:gd name="connsiteY524" fmla="*/ 116393 h 459014"/>
                <a:gd name="connsiteX525" fmla="*/ 124590 w 316391"/>
                <a:gd name="connsiteY525" fmla="*/ 116393 h 459014"/>
                <a:gd name="connsiteX526" fmla="*/ 124590 w 316391"/>
                <a:gd name="connsiteY526" fmla="*/ 118032 h 459014"/>
                <a:gd name="connsiteX527" fmla="*/ 124590 w 316391"/>
                <a:gd name="connsiteY527" fmla="*/ 118032 h 459014"/>
                <a:gd name="connsiteX528" fmla="*/ 124590 w 316391"/>
                <a:gd name="connsiteY528" fmla="*/ 118032 h 459014"/>
                <a:gd name="connsiteX529" fmla="*/ 124590 w 316391"/>
                <a:gd name="connsiteY529" fmla="*/ 118032 h 459014"/>
                <a:gd name="connsiteX530" fmla="*/ 124590 w 316391"/>
                <a:gd name="connsiteY530" fmla="*/ 118032 h 459014"/>
                <a:gd name="connsiteX531" fmla="*/ 126229 w 316391"/>
                <a:gd name="connsiteY531" fmla="*/ 119672 h 459014"/>
                <a:gd name="connsiteX532" fmla="*/ 126229 w 316391"/>
                <a:gd name="connsiteY532" fmla="*/ 119672 h 459014"/>
                <a:gd name="connsiteX533" fmla="*/ 126229 w 316391"/>
                <a:gd name="connsiteY533" fmla="*/ 119672 h 459014"/>
                <a:gd name="connsiteX534" fmla="*/ 126229 w 316391"/>
                <a:gd name="connsiteY534" fmla="*/ 119672 h 459014"/>
                <a:gd name="connsiteX535" fmla="*/ 127868 w 316391"/>
                <a:gd name="connsiteY535" fmla="*/ 119672 h 459014"/>
                <a:gd name="connsiteX536" fmla="*/ 127868 w 316391"/>
                <a:gd name="connsiteY536" fmla="*/ 119672 h 459014"/>
                <a:gd name="connsiteX537" fmla="*/ 127868 w 316391"/>
                <a:gd name="connsiteY537" fmla="*/ 121311 h 459014"/>
                <a:gd name="connsiteX538" fmla="*/ 129508 w 316391"/>
                <a:gd name="connsiteY538" fmla="*/ 121311 h 459014"/>
                <a:gd name="connsiteX539" fmla="*/ 129508 w 316391"/>
                <a:gd name="connsiteY539" fmla="*/ 121311 h 459014"/>
                <a:gd name="connsiteX540" fmla="*/ 129508 w 316391"/>
                <a:gd name="connsiteY540" fmla="*/ 121311 h 459014"/>
                <a:gd name="connsiteX541" fmla="*/ 129508 w 316391"/>
                <a:gd name="connsiteY541" fmla="*/ 121311 h 459014"/>
                <a:gd name="connsiteX542" fmla="*/ 131147 w 316391"/>
                <a:gd name="connsiteY542" fmla="*/ 121311 h 459014"/>
                <a:gd name="connsiteX543" fmla="*/ 131147 w 316391"/>
                <a:gd name="connsiteY543" fmla="*/ 121311 h 459014"/>
                <a:gd name="connsiteX544" fmla="*/ 131147 w 316391"/>
                <a:gd name="connsiteY544" fmla="*/ 121311 h 459014"/>
                <a:gd name="connsiteX545" fmla="*/ 131147 w 316391"/>
                <a:gd name="connsiteY545" fmla="*/ 121311 h 459014"/>
                <a:gd name="connsiteX546" fmla="*/ 131147 w 316391"/>
                <a:gd name="connsiteY546" fmla="*/ 121311 h 459014"/>
                <a:gd name="connsiteX547" fmla="*/ 132786 w 316391"/>
                <a:gd name="connsiteY547" fmla="*/ 121311 h 459014"/>
                <a:gd name="connsiteX548" fmla="*/ 132786 w 316391"/>
                <a:gd name="connsiteY548" fmla="*/ 121311 h 459014"/>
                <a:gd name="connsiteX549" fmla="*/ 132786 w 316391"/>
                <a:gd name="connsiteY549" fmla="*/ 121311 h 459014"/>
                <a:gd name="connsiteX550" fmla="*/ 132786 w 316391"/>
                <a:gd name="connsiteY550" fmla="*/ 121311 h 459014"/>
                <a:gd name="connsiteX551" fmla="*/ 132786 w 316391"/>
                <a:gd name="connsiteY551" fmla="*/ 121311 h 459014"/>
                <a:gd name="connsiteX552" fmla="*/ 134425 w 316391"/>
                <a:gd name="connsiteY552" fmla="*/ 121311 h 459014"/>
                <a:gd name="connsiteX553" fmla="*/ 134425 w 316391"/>
                <a:gd name="connsiteY553" fmla="*/ 121311 h 459014"/>
                <a:gd name="connsiteX554" fmla="*/ 134425 w 316391"/>
                <a:gd name="connsiteY554" fmla="*/ 121311 h 459014"/>
                <a:gd name="connsiteX555" fmla="*/ 134425 w 316391"/>
                <a:gd name="connsiteY555" fmla="*/ 121311 h 459014"/>
                <a:gd name="connsiteX556" fmla="*/ 136065 w 316391"/>
                <a:gd name="connsiteY556" fmla="*/ 122950 h 459014"/>
                <a:gd name="connsiteX557" fmla="*/ 137704 w 316391"/>
                <a:gd name="connsiteY557" fmla="*/ 122950 h 459014"/>
                <a:gd name="connsiteX558" fmla="*/ 137704 w 316391"/>
                <a:gd name="connsiteY558" fmla="*/ 122950 h 459014"/>
                <a:gd name="connsiteX559" fmla="*/ 137704 w 316391"/>
                <a:gd name="connsiteY559" fmla="*/ 122950 h 459014"/>
                <a:gd name="connsiteX560" fmla="*/ 137704 w 316391"/>
                <a:gd name="connsiteY560" fmla="*/ 122950 h 459014"/>
                <a:gd name="connsiteX561" fmla="*/ 137704 w 316391"/>
                <a:gd name="connsiteY561" fmla="*/ 122950 h 459014"/>
                <a:gd name="connsiteX562" fmla="*/ 137704 w 316391"/>
                <a:gd name="connsiteY562" fmla="*/ 122950 h 459014"/>
                <a:gd name="connsiteX563" fmla="*/ 139344 w 316391"/>
                <a:gd name="connsiteY563" fmla="*/ 122950 h 459014"/>
                <a:gd name="connsiteX564" fmla="*/ 139344 w 316391"/>
                <a:gd name="connsiteY564" fmla="*/ 122950 h 459014"/>
                <a:gd name="connsiteX565" fmla="*/ 139344 w 316391"/>
                <a:gd name="connsiteY565" fmla="*/ 122950 h 459014"/>
                <a:gd name="connsiteX566" fmla="*/ 139344 w 316391"/>
                <a:gd name="connsiteY566" fmla="*/ 122950 h 459014"/>
                <a:gd name="connsiteX567" fmla="*/ 139344 w 316391"/>
                <a:gd name="connsiteY567" fmla="*/ 122950 h 459014"/>
                <a:gd name="connsiteX568" fmla="*/ 139344 w 316391"/>
                <a:gd name="connsiteY568" fmla="*/ 122950 h 459014"/>
                <a:gd name="connsiteX569" fmla="*/ 140983 w 316391"/>
                <a:gd name="connsiteY569" fmla="*/ 122950 h 459014"/>
                <a:gd name="connsiteX570" fmla="*/ 140983 w 316391"/>
                <a:gd name="connsiteY570" fmla="*/ 122950 h 459014"/>
                <a:gd name="connsiteX571" fmla="*/ 142622 w 316391"/>
                <a:gd name="connsiteY571" fmla="*/ 122950 h 459014"/>
                <a:gd name="connsiteX572" fmla="*/ 142622 w 316391"/>
                <a:gd name="connsiteY572" fmla="*/ 122950 h 459014"/>
                <a:gd name="connsiteX573" fmla="*/ 142622 w 316391"/>
                <a:gd name="connsiteY573" fmla="*/ 122950 h 459014"/>
                <a:gd name="connsiteX574" fmla="*/ 142622 w 316391"/>
                <a:gd name="connsiteY574" fmla="*/ 122950 h 459014"/>
                <a:gd name="connsiteX575" fmla="*/ 142622 w 316391"/>
                <a:gd name="connsiteY575" fmla="*/ 122950 h 459014"/>
                <a:gd name="connsiteX576" fmla="*/ 144261 w 316391"/>
                <a:gd name="connsiteY576" fmla="*/ 124590 h 459014"/>
                <a:gd name="connsiteX577" fmla="*/ 145901 w 316391"/>
                <a:gd name="connsiteY577" fmla="*/ 126229 h 459014"/>
                <a:gd name="connsiteX578" fmla="*/ 147540 w 316391"/>
                <a:gd name="connsiteY578" fmla="*/ 126229 h 459014"/>
                <a:gd name="connsiteX579" fmla="*/ 147540 w 316391"/>
                <a:gd name="connsiteY579" fmla="*/ 126229 h 459014"/>
                <a:gd name="connsiteX580" fmla="*/ 147540 w 316391"/>
                <a:gd name="connsiteY580" fmla="*/ 126229 h 459014"/>
                <a:gd name="connsiteX581" fmla="*/ 147540 w 316391"/>
                <a:gd name="connsiteY581" fmla="*/ 126229 h 459014"/>
                <a:gd name="connsiteX582" fmla="*/ 147540 w 316391"/>
                <a:gd name="connsiteY582" fmla="*/ 127868 h 459014"/>
                <a:gd name="connsiteX583" fmla="*/ 147540 w 316391"/>
                <a:gd name="connsiteY583" fmla="*/ 127868 h 459014"/>
                <a:gd name="connsiteX584" fmla="*/ 147540 w 316391"/>
                <a:gd name="connsiteY584" fmla="*/ 127868 h 459014"/>
                <a:gd name="connsiteX585" fmla="*/ 147540 w 316391"/>
                <a:gd name="connsiteY585" fmla="*/ 129508 h 459014"/>
                <a:gd name="connsiteX586" fmla="*/ 147540 w 316391"/>
                <a:gd name="connsiteY586" fmla="*/ 129508 h 459014"/>
                <a:gd name="connsiteX587" fmla="*/ 147540 w 316391"/>
                <a:gd name="connsiteY587" fmla="*/ 129508 h 459014"/>
                <a:gd name="connsiteX588" fmla="*/ 149180 w 316391"/>
                <a:gd name="connsiteY588" fmla="*/ 129508 h 459014"/>
                <a:gd name="connsiteX589" fmla="*/ 149180 w 316391"/>
                <a:gd name="connsiteY589" fmla="*/ 129508 h 459014"/>
                <a:gd name="connsiteX590" fmla="*/ 149180 w 316391"/>
                <a:gd name="connsiteY590" fmla="*/ 131147 h 459014"/>
                <a:gd name="connsiteX591" fmla="*/ 149180 w 316391"/>
                <a:gd name="connsiteY591" fmla="*/ 131147 h 459014"/>
                <a:gd name="connsiteX592" fmla="*/ 149180 w 316391"/>
                <a:gd name="connsiteY592" fmla="*/ 131147 h 459014"/>
                <a:gd name="connsiteX593" fmla="*/ 149180 w 316391"/>
                <a:gd name="connsiteY593" fmla="*/ 131147 h 459014"/>
                <a:gd name="connsiteX594" fmla="*/ 149180 w 316391"/>
                <a:gd name="connsiteY594" fmla="*/ 131147 h 459014"/>
                <a:gd name="connsiteX595" fmla="*/ 149180 w 316391"/>
                <a:gd name="connsiteY595" fmla="*/ 132786 h 459014"/>
                <a:gd name="connsiteX596" fmla="*/ 149180 w 316391"/>
                <a:gd name="connsiteY596" fmla="*/ 132786 h 459014"/>
                <a:gd name="connsiteX597" fmla="*/ 149180 w 316391"/>
                <a:gd name="connsiteY597" fmla="*/ 132786 h 459014"/>
                <a:gd name="connsiteX598" fmla="*/ 149180 w 316391"/>
                <a:gd name="connsiteY598" fmla="*/ 132786 h 459014"/>
                <a:gd name="connsiteX599" fmla="*/ 149180 w 316391"/>
                <a:gd name="connsiteY599" fmla="*/ 132786 h 459014"/>
                <a:gd name="connsiteX600" fmla="*/ 149180 w 316391"/>
                <a:gd name="connsiteY600" fmla="*/ 132786 h 459014"/>
                <a:gd name="connsiteX601" fmla="*/ 149180 w 316391"/>
                <a:gd name="connsiteY601" fmla="*/ 132786 h 459014"/>
                <a:gd name="connsiteX602" fmla="*/ 149180 w 316391"/>
                <a:gd name="connsiteY602" fmla="*/ 134426 h 459014"/>
                <a:gd name="connsiteX603" fmla="*/ 149180 w 316391"/>
                <a:gd name="connsiteY603" fmla="*/ 134426 h 459014"/>
                <a:gd name="connsiteX604" fmla="*/ 150819 w 316391"/>
                <a:gd name="connsiteY604" fmla="*/ 134426 h 459014"/>
                <a:gd name="connsiteX605" fmla="*/ 150819 w 316391"/>
                <a:gd name="connsiteY605" fmla="*/ 134426 h 459014"/>
                <a:gd name="connsiteX606" fmla="*/ 150819 w 316391"/>
                <a:gd name="connsiteY606" fmla="*/ 134426 h 459014"/>
                <a:gd name="connsiteX607" fmla="*/ 150819 w 316391"/>
                <a:gd name="connsiteY607" fmla="*/ 134426 h 459014"/>
                <a:gd name="connsiteX608" fmla="*/ 150819 w 316391"/>
                <a:gd name="connsiteY608" fmla="*/ 134426 h 459014"/>
                <a:gd name="connsiteX609" fmla="*/ 150819 w 316391"/>
                <a:gd name="connsiteY609" fmla="*/ 134426 h 459014"/>
                <a:gd name="connsiteX610" fmla="*/ 150819 w 316391"/>
                <a:gd name="connsiteY610" fmla="*/ 134426 h 459014"/>
                <a:gd name="connsiteX611" fmla="*/ 152458 w 316391"/>
                <a:gd name="connsiteY611" fmla="*/ 134426 h 459014"/>
                <a:gd name="connsiteX612" fmla="*/ 152458 w 316391"/>
                <a:gd name="connsiteY612" fmla="*/ 136065 h 459014"/>
                <a:gd name="connsiteX613" fmla="*/ 152458 w 316391"/>
                <a:gd name="connsiteY613" fmla="*/ 136065 h 459014"/>
                <a:gd name="connsiteX614" fmla="*/ 152458 w 316391"/>
                <a:gd name="connsiteY614" fmla="*/ 136065 h 459014"/>
                <a:gd name="connsiteX615" fmla="*/ 152458 w 316391"/>
                <a:gd name="connsiteY615" fmla="*/ 136065 h 459014"/>
                <a:gd name="connsiteX616" fmla="*/ 152458 w 316391"/>
                <a:gd name="connsiteY616" fmla="*/ 137704 h 459014"/>
                <a:gd name="connsiteX617" fmla="*/ 154098 w 316391"/>
                <a:gd name="connsiteY617" fmla="*/ 137704 h 459014"/>
                <a:gd name="connsiteX618" fmla="*/ 154098 w 316391"/>
                <a:gd name="connsiteY618" fmla="*/ 137704 h 459014"/>
                <a:gd name="connsiteX619" fmla="*/ 154098 w 316391"/>
                <a:gd name="connsiteY619" fmla="*/ 137704 h 459014"/>
                <a:gd name="connsiteX620" fmla="*/ 154098 w 316391"/>
                <a:gd name="connsiteY620" fmla="*/ 137704 h 459014"/>
                <a:gd name="connsiteX621" fmla="*/ 154098 w 316391"/>
                <a:gd name="connsiteY621" fmla="*/ 137704 h 459014"/>
                <a:gd name="connsiteX622" fmla="*/ 154098 w 316391"/>
                <a:gd name="connsiteY622" fmla="*/ 139344 h 459014"/>
                <a:gd name="connsiteX623" fmla="*/ 154098 w 316391"/>
                <a:gd name="connsiteY623" fmla="*/ 139344 h 459014"/>
                <a:gd name="connsiteX624" fmla="*/ 154098 w 316391"/>
                <a:gd name="connsiteY624" fmla="*/ 139344 h 459014"/>
                <a:gd name="connsiteX625" fmla="*/ 155737 w 316391"/>
                <a:gd name="connsiteY625" fmla="*/ 139344 h 459014"/>
                <a:gd name="connsiteX626" fmla="*/ 155737 w 316391"/>
                <a:gd name="connsiteY626" fmla="*/ 140983 h 459014"/>
                <a:gd name="connsiteX627" fmla="*/ 155737 w 316391"/>
                <a:gd name="connsiteY627" fmla="*/ 140983 h 459014"/>
                <a:gd name="connsiteX628" fmla="*/ 155737 w 316391"/>
                <a:gd name="connsiteY628" fmla="*/ 140983 h 459014"/>
                <a:gd name="connsiteX629" fmla="*/ 157376 w 316391"/>
                <a:gd name="connsiteY629" fmla="*/ 142622 h 459014"/>
                <a:gd name="connsiteX630" fmla="*/ 157376 w 316391"/>
                <a:gd name="connsiteY630" fmla="*/ 142622 h 459014"/>
                <a:gd name="connsiteX631" fmla="*/ 157376 w 316391"/>
                <a:gd name="connsiteY631" fmla="*/ 144262 h 459014"/>
                <a:gd name="connsiteX632" fmla="*/ 157376 w 316391"/>
                <a:gd name="connsiteY632" fmla="*/ 144262 h 459014"/>
                <a:gd name="connsiteX633" fmla="*/ 157376 w 316391"/>
                <a:gd name="connsiteY633" fmla="*/ 144262 h 459014"/>
                <a:gd name="connsiteX634" fmla="*/ 159015 w 316391"/>
                <a:gd name="connsiteY634" fmla="*/ 144262 h 459014"/>
                <a:gd name="connsiteX635" fmla="*/ 159015 w 316391"/>
                <a:gd name="connsiteY635" fmla="*/ 145901 h 459014"/>
                <a:gd name="connsiteX636" fmla="*/ 159015 w 316391"/>
                <a:gd name="connsiteY636" fmla="*/ 145901 h 459014"/>
                <a:gd name="connsiteX637" fmla="*/ 159015 w 316391"/>
                <a:gd name="connsiteY637" fmla="*/ 145901 h 459014"/>
                <a:gd name="connsiteX638" fmla="*/ 159015 w 316391"/>
                <a:gd name="connsiteY638" fmla="*/ 145901 h 459014"/>
                <a:gd name="connsiteX639" fmla="*/ 159015 w 316391"/>
                <a:gd name="connsiteY639" fmla="*/ 145901 h 459014"/>
                <a:gd name="connsiteX640" fmla="*/ 159015 w 316391"/>
                <a:gd name="connsiteY640" fmla="*/ 145901 h 459014"/>
                <a:gd name="connsiteX641" fmla="*/ 159015 w 316391"/>
                <a:gd name="connsiteY641" fmla="*/ 145901 h 459014"/>
                <a:gd name="connsiteX642" fmla="*/ 160655 w 316391"/>
                <a:gd name="connsiteY642" fmla="*/ 147540 h 459014"/>
                <a:gd name="connsiteX643" fmla="*/ 160655 w 316391"/>
                <a:gd name="connsiteY643" fmla="*/ 147540 h 459014"/>
                <a:gd name="connsiteX644" fmla="*/ 160655 w 316391"/>
                <a:gd name="connsiteY644" fmla="*/ 149180 h 459014"/>
                <a:gd name="connsiteX645" fmla="*/ 160655 w 316391"/>
                <a:gd name="connsiteY645" fmla="*/ 149180 h 459014"/>
                <a:gd name="connsiteX646" fmla="*/ 162294 w 316391"/>
                <a:gd name="connsiteY646" fmla="*/ 149180 h 459014"/>
                <a:gd name="connsiteX647" fmla="*/ 162294 w 316391"/>
                <a:gd name="connsiteY647" fmla="*/ 150819 h 459014"/>
                <a:gd name="connsiteX648" fmla="*/ 162294 w 316391"/>
                <a:gd name="connsiteY648" fmla="*/ 150819 h 459014"/>
                <a:gd name="connsiteX649" fmla="*/ 162294 w 316391"/>
                <a:gd name="connsiteY649" fmla="*/ 150819 h 459014"/>
                <a:gd name="connsiteX650" fmla="*/ 162294 w 316391"/>
                <a:gd name="connsiteY650" fmla="*/ 150819 h 459014"/>
                <a:gd name="connsiteX651" fmla="*/ 162294 w 316391"/>
                <a:gd name="connsiteY651" fmla="*/ 150819 h 459014"/>
                <a:gd name="connsiteX652" fmla="*/ 163934 w 316391"/>
                <a:gd name="connsiteY652" fmla="*/ 150819 h 459014"/>
                <a:gd name="connsiteX653" fmla="*/ 163934 w 316391"/>
                <a:gd name="connsiteY653" fmla="*/ 150819 h 459014"/>
                <a:gd name="connsiteX654" fmla="*/ 163934 w 316391"/>
                <a:gd name="connsiteY654" fmla="*/ 150819 h 459014"/>
                <a:gd name="connsiteX655" fmla="*/ 163934 w 316391"/>
                <a:gd name="connsiteY655" fmla="*/ 150819 h 459014"/>
                <a:gd name="connsiteX656" fmla="*/ 163934 w 316391"/>
                <a:gd name="connsiteY656" fmla="*/ 150819 h 459014"/>
                <a:gd name="connsiteX657" fmla="*/ 163934 w 316391"/>
                <a:gd name="connsiteY657" fmla="*/ 150819 h 459014"/>
                <a:gd name="connsiteX658" fmla="*/ 163934 w 316391"/>
                <a:gd name="connsiteY658" fmla="*/ 150819 h 459014"/>
                <a:gd name="connsiteX659" fmla="*/ 165573 w 316391"/>
                <a:gd name="connsiteY659" fmla="*/ 150819 h 459014"/>
                <a:gd name="connsiteX660" fmla="*/ 165573 w 316391"/>
                <a:gd name="connsiteY660" fmla="*/ 150819 h 459014"/>
                <a:gd name="connsiteX661" fmla="*/ 165573 w 316391"/>
                <a:gd name="connsiteY661" fmla="*/ 152458 h 459014"/>
                <a:gd name="connsiteX662" fmla="*/ 165573 w 316391"/>
                <a:gd name="connsiteY662" fmla="*/ 152458 h 459014"/>
                <a:gd name="connsiteX663" fmla="*/ 165573 w 316391"/>
                <a:gd name="connsiteY663" fmla="*/ 152458 h 459014"/>
                <a:gd name="connsiteX664" fmla="*/ 165573 w 316391"/>
                <a:gd name="connsiteY664" fmla="*/ 152458 h 459014"/>
                <a:gd name="connsiteX665" fmla="*/ 165573 w 316391"/>
                <a:gd name="connsiteY665" fmla="*/ 152458 h 459014"/>
                <a:gd name="connsiteX666" fmla="*/ 165573 w 316391"/>
                <a:gd name="connsiteY666" fmla="*/ 152458 h 459014"/>
                <a:gd name="connsiteX667" fmla="*/ 165573 w 316391"/>
                <a:gd name="connsiteY667" fmla="*/ 152458 h 459014"/>
                <a:gd name="connsiteX668" fmla="*/ 167212 w 316391"/>
                <a:gd name="connsiteY668" fmla="*/ 152458 h 459014"/>
                <a:gd name="connsiteX669" fmla="*/ 167212 w 316391"/>
                <a:gd name="connsiteY669" fmla="*/ 154098 h 459014"/>
                <a:gd name="connsiteX670" fmla="*/ 167212 w 316391"/>
                <a:gd name="connsiteY670" fmla="*/ 154098 h 459014"/>
                <a:gd name="connsiteX671" fmla="*/ 167212 w 316391"/>
                <a:gd name="connsiteY671" fmla="*/ 154098 h 459014"/>
                <a:gd name="connsiteX672" fmla="*/ 167212 w 316391"/>
                <a:gd name="connsiteY672" fmla="*/ 154098 h 459014"/>
                <a:gd name="connsiteX673" fmla="*/ 167212 w 316391"/>
                <a:gd name="connsiteY673" fmla="*/ 154098 h 459014"/>
                <a:gd name="connsiteX674" fmla="*/ 167212 w 316391"/>
                <a:gd name="connsiteY674" fmla="*/ 154098 h 459014"/>
                <a:gd name="connsiteX675" fmla="*/ 167212 w 316391"/>
                <a:gd name="connsiteY675" fmla="*/ 155737 h 459014"/>
                <a:gd name="connsiteX676" fmla="*/ 167212 w 316391"/>
                <a:gd name="connsiteY676" fmla="*/ 155737 h 459014"/>
                <a:gd name="connsiteX677" fmla="*/ 168851 w 316391"/>
                <a:gd name="connsiteY677" fmla="*/ 155737 h 459014"/>
                <a:gd name="connsiteX678" fmla="*/ 168851 w 316391"/>
                <a:gd name="connsiteY678" fmla="*/ 155737 h 459014"/>
                <a:gd name="connsiteX679" fmla="*/ 168851 w 316391"/>
                <a:gd name="connsiteY679" fmla="*/ 157376 h 459014"/>
                <a:gd name="connsiteX680" fmla="*/ 168851 w 316391"/>
                <a:gd name="connsiteY680" fmla="*/ 157376 h 459014"/>
                <a:gd name="connsiteX681" fmla="*/ 168851 w 316391"/>
                <a:gd name="connsiteY681" fmla="*/ 157376 h 459014"/>
                <a:gd name="connsiteX682" fmla="*/ 168851 w 316391"/>
                <a:gd name="connsiteY682" fmla="*/ 157376 h 459014"/>
                <a:gd name="connsiteX683" fmla="*/ 168851 w 316391"/>
                <a:gd name="connsiteY683" fmla="*/ 157376 h 459014"/>
                <a:gd name="connsiteX684" fmla="*/ 168851 w 316391"/>
                <a:gd name="connsiteY684" fmla="*/ 157376 h 459014"/>
                <a:gd name="connsiteX685" fmla="*/ 168851 w 316391"/>
                <a:gd name="connsiteY685" fmla="*/ 157376 h 459014"/>
                <a:gd name="connsiteX686" fmla="*/ 168851 w 316391"/>
                <a:gd name="connsiteY686" fmla="*/ 157376 h 459014"/>
                <a:gd name="connsiteX687" fmla="*/ 170491 w 316391"/>
                <a:gd name="connsiteY687" fmla="*/ 159016 h 459014"/>
                <a:gd name="connsiteX688" fmla="*/ 170491 w 316391"/>
                <a:gd name="connsiteY688" fmla="*/ 159016 h 459014"/>
                <a:gd name="connsiteX689" fmla="*/ 170491 w 316391"/>
                <a:gd name="connsiteY689" fmla="*/ 159016 h 459014"/>
                <a:gd name="connsiteX690" fmla="*/ 170491 w 316391"/>
                <a:gd name="connsiteY690" fmla="*/ 159016 h 459014"/>
                <a:gd name="connsiteX691" fmla="*/ 170491 w 316391"/>
                <a:gd name="connsiteY691" fmla="*/ 159016 h 459014"/>
                <a:gd name="connsiteX692" fmla="*/ 170491 w 316391"/>
                <a:gd name="connsiteY692" fmla="*/ 159016 h 459014"/>
                <a:gd name="connsiteX693" fmla="*/ 170491 w 316391"/>
                <a:gd name="connsiteY693" fmla="*/ 160655 h 459014"/>
                <a:gd name="connsiteX694" fmla="*/ 170491 w 316391"/>
                <a:gd name="connsiteY694" fmla="*/ 160655 h 459014"/>
                <a:gd name="connsiteX695" fmla="*/ 170491 w 316391"/>
                <a:gd name="connsiteY695" fmla="*/ 160655 h 459014"/>
                <a:gd name="connsiteX696" fmla="*/ 170491 w 316391"/>
                <a:gd name="connsiteY696" fmla="*/ 160655 h 459014"/>
                <a:gd name="connsiteX697" fmla="*/ 170491 w 316391"/>
                <a:gd name="connsiteY697" fmla="*/ 162294 h 459014"/>
                <a:gd name="connsiteX698" fmla="*/ 170491 w 316391"/>
                <a:gd name="connsiteY698" fmla="*/ 162294 h 459014"/>
                <a:gd name="connsiteX699" fmla="*/ 170491 w 316391"/>
                <a:gd name="connsiteY699" fmla="*/ 162294 h 459014"/>
                <a:gd name="connsiteX700" fmla="*/ 170491 w 316391"/>
                <a:gd name="connsiteY700" fmla="*/ 163934 h 459014"/>
                <a:gd name="connsiteX701" fmla="*/ 170491 w 316391"/>
                <a:gd name="connsiteY701" fmla="*/ 163934 h 459014"/>
                <a:gd name="connsiteX702" fmla="*/ 170491 w 316391"/>
                <a:gd name="connsiteY702" fmla="*/ 163934 h 459014"/>
                <a:gd name="connsiteX703" fmla="*/ 170491 w 316391"/>
                <a:gd name="connsiteY703" fmla="*/ 165573 h 459014"/>
                <a:gd name="connsiteX704" fmla="*/ 170491 w 316391"/>
                <a:gd name="connsiteY704" fmla="*/ 165573 h 459014"/>
                <a:gd name="connsiteX705" fmla="*/ 170491 w 316391"/>
                <a:gd name="connsiteY705" fmla="*/ 165573 h 459014"/>
                <a:gd name="connsiteX706" fmla="*/ 170491 w 316391"/>
                <a:gd name="connsiteY706" fmla="*/ 165573 h 459014"/>
                <a:gd name="connsiteX707" fmla="*/ 170491 w 316391"/>
                <a:gd name="connsiteY707" fmla="*/ 167212 h 459014"/>
                <a:gd name="connsiteX708" fmla="*/ 170491 w 316391"/>
                <a:gd name="connsiteY708" fmla="*/ 167212 h 459014"/>
                <a:gd name="connsiteX709" fmla="*/ 170491 w 316391"/>
                <a:gd name="connsiteY709" fmla="*/ 168852 h 459014"/>
                <a:gd name="connsiteX710" fmla="*/ 170491 w 316391"/>
                <a:gd name="connsiteY710" fmla="*/ 168852 h 459014"/>
                <a:gd name="connsiteX711" fmla="*/ 170491 w 316391"/>
                <a:gd name="connsiteY711" fmla="*/ 168852 h 459014"/>
                <a:gd name="connsiteX712" fmla="*/ 170491 w 316391"/>
                <a:gd name="connsiteY712" fmla="*/ 170491 h 459014"/>
                <a:gd name="connsiteX713" fmla="*/ 170491 w 316391"/>
                <a:gd name="connsiteY713" fmla="*/ 170491 h 459014"/>
                <a:gd name="connsiteX714" fmla="*/ 170491 w 316391"/>
                <a:gd name="connsiteY714" fmla="*/ 170491 h 459014"/>
                <a:gd name="connsiteX715" fmla="*/ 170491 w 316391"/>
                <a:gd name="connsiteY715" fmla="*/ 170491 h 459014"/>
                <a:gd name="connsiteX716" fmla="*/ 170491 w 316391"/>
                <a:gd name="connsiteY716" fmla="*/ 170491 h 459014"/>
                <a:gd name="connsiteX717" fmla="*/ 170491 w 316391"/>
                <a:gd name="connsiteY717" fmla="*/ 170491 h 459014"/>
                <a:gd name="connsiteX718" fmla="*/ 170491 w 316391"/>
                <a:gd name="connsiteY718" fmla="*/ 170491 h 459014"/>
                <a:gd name="connsiteX719" fmla="*/ 172130 w 316391"/>
                <a:gd name="connsiteY719" fmla="*/ 172130 h 459014"/>
                <a:gd name="connsiteX720" fmla="*/ 172130 w 316391"/>
                <a:gd name="connsiteY720" fmla="*/ 172130 h 459014"/>
                <a:gd name="connsiteX721" fmla="*/ 172130 w 316391"/>
                <a:gd name="connsiteY721" fmla="*/ 170491 h 459014"/>
                <a:gd name="connsiteX722" fmla="*/ 172130 w 316391"/>
                <a:gd name="connsiteY722" fmla="*/ 170491 h 459014"/>
                <a:gd name="connsiteX723" fmla="*/ 172130 w 316391"/>
                <a:gd name="connsiteY723" fmla="*/ 170491 h 459014"/>
                <a:gd name="connsiteX724" fmla="*/ 172130 w 316391"/>
                <a:gd name="connsiteY724" fmla="*/ 170491 h 459014"/>
                <a:gd name="connsiteX725" fmla="*/ 173770 w 316391"/>
                <a:gd name="connsiteY725" fmla="*/ 170491 h 459014"/>
                <a:gd name="connsiteX726" fmla="*/ 173770 w 316391"/>
                <a:gd name="connsiteY726" fmla="*/ 170491 h 459014"/>
                <a:gd name="connsiteX727" fmla="*/ 173770 w 316391"/>
                <a:gd name="connsiteY727" fmla="*/ 170491 h 459014"/>
                <a:gd name="connsiteX728" fmla="*/ 173770 w 316391"/>
                <a:gd name="connsiteY728" fmla="*/ 170491 h 459014"/>
                <a:gd name="connsiteX729" fmla="*/ 175409 w 316391"/>
                <a:gd name="connsiteY729" fmla="*/ 170491 h 459014"/>
                <a:gd name="connsiteX730" fmla="*/ 175409 w 316391"/>
                <a:gd name="connsiteY730" fmla="*/ 170491 h 459014"/>
                <a:gd name="connsiteX731" fmla="*/ 175409 w 316391"/>
                <a:gd name="connsiteY731" fmla="*/ 170491 h 459014"/>
                <a:gd name="connsiteX732" fmla="*/ 175409 w 316391"/>
                <a:gd name="connsiteY732" fmla="*/ 170491 h 459014"/>
                <a:gd name="connsiteX733" fmla="*/ 175409 w 316391"/>
                <a:gd name="connsiteY733" fmla="*/ 170491 h 459014"/>
                <a:gd name="connsiteX734" fmla="*/ 175409 w 316391"/>
                <a:gd name="connsiteY734" fmla="*/ 170491 h 459014"/>
                <a:gd name="connsiteX735" fmla="*/ 175409 w 316391"/>
                <a:gd name="connsiteY735" fmla="*/ 170491 h 459014"/>
                <a:gd name="connsiteX736" fmla="*/ 177048 w 316391"/>
                <a:gd name="connsiteY736" fmla="*/ 170491 h 459014"/>
                <a:gd name="connsiteX737" fmla="*/ 177048 w 316391"/>
                <a:gd name="connsiteY737" fmla="*/ 170491 h 459014"/>
                <a:gd name="connsiteX738" fmla="*/ 177048 w 316391"/>
                <a:gd name="connsiteY738" fmla="*/ 170491 h 459014"/>
                <a:gd name="connsiteX739" fmla="*/ 177048 w 316391"/>
                <a:gd name="connsiteY739" fmla="*/ 170491 h 459014"/>
                <a:gd name="connsiteX740" fmla="*/ 178688 w 316391"/>
                <a:gd name="connsiteY740" fmla="*/ 170491 h 459014"/>
                <a:gd name="connsiteX741" fmla="*/ 178688 w 316391"/>
                <a:gd name="connsiteY741" fmla="*/ 170491 h 459014"/>
                <a:gd name="connsiteX742" fmla="*/ 178688 w 316391"/>
                <a:gd name="connsiteY742" fmla="*/ 170491 h 459014"/>
                <a:gd name="connsiteX743" fmla="*/ 178688 w 316391"/>
                <a:gd name="connsiteY743" fmla="*/ 170491 h 459014"/>
                <a:gd name="connsiteX744" fmla="*/ 178688 w 316391"/>
                <a:gd name="connsiteY744" fmla="*/ 170491 h 459014"/>
                <a:gd name="connsiteX745" fmla="*/ 178688 w 316391"/>
                <a:gd name="connsiteY745" fmla="*/ 170491 h 459014"/>
                <a:gd name="connsiteX746" fmla="*/ 178688 w 316391"/>
                <a:gd name="connsiteY746" fmla="*/ 170491 h 459014"/>
                <a:gd name="connsiteX747" fmla="*/ 178688 w 316391"/>
                <a:gd name="connsiteY747" fmla="*/ 170491 h 459014"/>
                <a:gd name="connsiteX748" fmla="*/ 180327 w 316391"/>
                <a:gd name="connsiteY748" fmla="*/ 170491 h 459014"/>
                <a:gd name="connsiteX749" fmla="*/ 180327 w 316391"/>
                <a:gd name="connsiteY749" fmla="*/ 170491 h 459014"/>
                <a:gd name="connsiteX750" fmla="*/ 180327 w 316391"/>
                <a:gd name="connsiteY750" fmla="*/ 170491 h 459014"/>
                <a:gd name="connsiteX751" fmla="*/ 181966 w 316391"/>
                <a:gd name="connsiteY751" fmla="*/ 170491 h 459014"/>
                <a:gd name="connsiteX752" fmla="*/ 181966 w 316391"/>
                <a:gd name="connsiteY752" fmla="*/ 170491 h 459014"/>
                <a:gd name="connsiteX753" fmla="*/ 181966 w 316391"/>
                <a:gd name="connsiteY753" fmla="*/ 170491 h 459014"/>
                <a:gd name="connsiteX754" fmla="*/ 181966 w 316391"/>
                <a:gd name="connsiteY754" fmla="*/ 170491 h 459014"/>
                <a:gd name="connsiteX755" fmla="*/ 181966 w 316391"/>
                <a:gd name="connsiteY755" fmla="*/ 170491 h 459014"/>
                <a:gd name="connsiteX756" fmla="*/ 183605 w 316391"/>
                <a:gd name="connsiteY756" fmla="*/ 170491 h 459014"/>
                <a:gd name="connsiteX757" fmla="*/ 183605 w 316391"/>
                <a:gd name="connsiteY757" fmla="*/ 170491 h 459014"/>
                <a:gd name="connsiteX758" fmla="*/ 183605 w 316391"/>
                <a:gd name="connsiteY758" fmla="*/ 170491 h 459014"/>
                <a:gd name="connsiteX759" fmla="*/ 183605 w 316391"/>
                <a:gd name="connsiteY759" fmla="*/ 170491 h 459014"/>
                <a:gd name="connsiteX760" fmla="*/ 183605 w 316391"/>
                <a:gd name="connsiteY760" fmla="*/ 170491 h 459014"/>
                <a:gd name="connsiteX761" fmla="*/ 185245 w 316391"/>
                <a:gd name="connsiteY761" fmla="*/ 170491 h 459014"/>
                <a:gd name="connsiteX762" fmla="*/ 185245 w 316391"/>
                <a:gd name="connsiteY762" fmla="*/ 170491 h 459014"/>
                <a:gd name="connsiteX763" fmla="*/ 185245 w 316391"/>
                <a:gd name="connsiteY763" fmla="*/ 170491 h 459014"/>
                <a:gd name="connsiteX764" fmla="*/ 185245 w 316391"/>
                <a:gd name="connsiteY764" fmla="*/ 172130 h 459014"/>
                <a:gd name="connsiteX765" fmla="*/ 185245 w 316391"/>
                <a:gd name="connsiteY765" fmla="*/ 172130 h 459014"/>
                <a:gd name="connsiteX766" fmla="*/ 185245 w 316391"/>
                <a:gd name="connsiteY766" fmla="*/ 172130 h 459014"/>
                <a:gd name="connsiteX767" fmla="*/ 185245 w 316391"/>
                <a:gd name="connsiteY767" fmla="*/ 173770 h 459014"/>
                <a:gd name="connsiteX768" fmla="*/ 185245 w 316391"/>
                <a:gd name="connsiteY768" fmla="*/ 173770 h 459014"/>
                <a:gd name="connsiteX769" fmla="*/ 185245 w 316391"/>
                <a:gd name="connsiteY769" fmla="*/ 173770 h 459014"/>
                <a:gd name="connsiteX770" fmla="*/ 185245 w 316391"/>
                <a:gd name="connsiteY770" fmla="*/ 173770 h 459014"/>
                <a:gd name="connsiteX771" fmla="*/ 185245 w 316391"/>
                <a:gd name="connsiteY771" fmla="*/ 173770 h 459014"/>
                <a:gd name="connsiteX772" fmla="*/ 185245 w 316391"/>
                <a:gd name="connsiteY772" fmla="*/ 173770 h 459014"/>
                <a:gd name="connsiteX773" fmla="*/ 186884 w 316391"/>
                <a:gd name="connsiteY773" fmla="*/ 173770 h 459014"/>
                <a:gd name="connsiteX774" fmla="*/ 186884 w 316391"/>
                <a:gd name="connsiteY774" fmla="*/ 173770 h 459014"/>
                <a:gd name="connsiteX775" fmla="*/ 188524 w 316391"/>
                <a:gd name="connsiteY775" fmla="*/ 175409 h 459014"/>
                <a:gd name="connsiteX776" fmla="*/ 188524 w 316391"/>
                <a:gd name="connsiteY776" fmla="*/ 175409 h 459014"/>
                <a:gd name="connsiteX777" fmla="*/ 188524 w 316391"/>
                <a:gd name="connsiteY777" fmla="*/ 177048 h 459014"/>
                <a:gd name="connsiteX778" fmla="*/ 190163 w 316391"/>
                <a:gd name="connsiteY778" fmla="*/ 177048 h 459014"/>
                <a:gd name="connsiteX779" fmla="*/ 190163 w 316391"/>
                <a:gd name="connsiteY779" fmla="*/ 177048 h 459014"/>
                <a:gd name="connsiteX780" fmla="*/ 190163 w 316391"/>
                <a:gd name="connsiteY780" fmla="*/ 178688 h 459014"/>
                <a:gd name="connsiteX781" fmla="*/ 190163 w 316391"/>
                <a:gd name="connsiteY781" fmla="*/ 178688 h 459014"/>
                <a:gd name="connsiteX782" fmla="*/ 190163 w 316391"/>
                <a:gd name="connsiteY782" fmla="*/ 178688 h 459014"/>
                <a:gd name="connsiteX783" fmla="*/ 190163 w 316391"/>
                <a:gd name="connsiteY783" fmla="*/ 178688 h 459014"/>
                <a:gd name="connsiteX784" fmla="*/ 190163 w 316391"/>
                <a:gd name="connsiteY784" fmla="*/ 178688 h 459014"/>
                <a:gd name="connsiteX785" fmla="*/ 190163 w 316391"/>
                <a:gd name="connsiteY785" fmla="*/ 180327 h 459014"/>
                <a:gd name="connsiteX786" fmla="*/ 191802 w 316391"/>
                <a:gd name="connsiteY786" fmla="*/ 180327 h 459014"/>
                <a:gd name="connsiteX787" fmla="*/ 191802 w 316391"/>
                <a:gd name="connsiteY787" fmla="*/ 180327 h 459014"/>
                <a:gd name="connsiteX788" fmla="*/ 191802 w 316391"/>
                <a:gd name="connsiteY788" fmla="*/ 180327 h 459014"/>
                <a:gd name="connsiteX789" fmla="*/ 191802 w 316391"/>
                <a:gd name="connsiteY789" fmla="*/ 180327 h 459014"/>
                <a:gd name="connsiteX790" fmla="*/ 191802 w 316391"/>
                <a:gd name="connsiteY790" fmla="*/ 181966 h 459014"/>
                <a:gd name="connsiteX791" fmla="*/ 191802 w 316391"/>
                <a:gd name="connsiteY791" fmla="*/ 181966 h 459014"/>
                <a:gd name="connsiteX792" fmla="*/ 191802 w 316391"/>
                <a:gd name="connsiteY792" fmla="*/ 181966 h 459014"/>
                <a:gd name="connsiteX793" fmla="*/ 191802 w 316391"/>
                <a:gd name="connsiteY793" fmla="*/ 181966 h 459014"/>
                <a:gd name="connsiteX794" fmla="*/ 193442 w 316391"/>
                <a:gd name="connsiteY794" fmla="*/ 181966 h 459014"/>
                <a:gd name="connsiteX795" fmla="*/ 193442 w 316391"/>
                <a:gd name="connsiteY795" fmla="*/ 181966 h 459014"/>
                <a:gd name="connsiteX796" fmla="*/ 193442 w 316391"/>
                <a:gd name="connsiteY796" fmla="*/ 181966 h 459014"/>
                <a:gd name="connsiteX797" fmla="*/ 193442 w 316391"/>
                <a:gd name="connsiteY797" fmla="*/ 183606 h 459014"/>
                <a:gd name="connsiteX798" fmla="*/ 195081 w 316391"/>
                <a:gd name="connsiteY798" fmla="*/ 183606 h 459014"/>
                <a:gd name="connsiteX799" fmla="*/ 195081 w 316391"/>
                <a:gd name="connsiteY799" fmla="*/ 183606 h 459014"/>
                <a:gd name="connsiteX800" fmla="*/ 195081 w 316391"/>
                <a:gd name="connsiteY800" fmla="*/ 185245 h 459014"/>
                <a:gd name="connsiteX801" fmla="*/ 195081 w 316391"/>
                <a:gd name="connsiteY801" fmla="*/ 185245 h 459014"/>
                <a:gd name="connsiteX802" fmla="*/ 195081 w 316391"/>
                <a:gd name="connsiteY802" fmla="*/ 185245 h 459014"/>
                <a:gd name="connsiteX803" fmla="*/ 195081 w 316391"/>
                <a:gd name="connsiteY803" fmla="*/ 185245 h 459014"/>
                <a:gd name="connsiteX804" fmla="*/ 195081 w 316391"/>
                <a:gd name="connsiteY804" fmla="*/ 185245 h 459014"/>
                <a:gd name="connsiteX805" fmla="*/ 196720 w 316391"/>
                <a:gd name="connsiteY805" fmla="*/ 185245 h 459014"/>
                <a:gd name="connsiteX806" fmla="*/ 196720 w 316391"/>
                <a:gd name="connsiteY806" fmla="*/ 185245 h 459014"/>
                <a:gd name="connsiteX807" fmla="*/ 196720 w 316391"/>
                <a:gd name="connsiteY807" fmla="*/ 185245 h 459014"/>
                <a:gd name="connsiteX808" fmla="*/ 196720 w 316391"/>
                <a:gd name="connsiteY808" fmla="*/ 185245 h 459014"/>
                <a:gd name="connsiteX809" fmla="*/ 198360 w 316391"/>
                <a:gd name="connsiteY809" fmla="*/ 185245 h 459014"/>
                <a:gd name="connsiteX810" fmla="*/ 198360 w 316391"/>
                <a:gd name="connsiteY810" fmla="*/ 185245 h 459014"/>
                <a:gd name="connsiteX811" fmla="*/ 198360 w 316391"/>
                <a:gd name="connsiteY811" fmla="*/ 183606 h 459014"/>
                <a:gd name="connsiteX812" fmla="*/ 198360 w 316391"/>
                <a:gd name="connsiteY812" fmla="*/ 183606 h 459014"/>
                <a:gd name="connsiteX813" fmla="*/ 198360 w 316391"/>
                <a:gd name="connsiteY813" fmla="*/ 183606 h 459014"/>
                <a:gd name="connsiteX814" fmla="*/ 198360 w 316391"/>
                <a:gd name="connsiteY814" fmla="*/ 183606 h 459014"/>
                <a:gd name="connsiteX815" fmla="*/ 199999 w 316391"/>
                <a:gd name="connsiteY815" fmla="*/ 183606 h 459014"/>
                <a:gd name="connsiteX816" fmla="*/ 199999 w 316391"/>
                <a:gd name="connsiteY816" fmla="*/ 183606 h 459014"/>
                <a:gd name="connsiteX817" fmla="*/ 199999 w 316391"/>
                <a:gd name="connsiteY817" fmla="*/ 183606 h 459014"/>
                <a:gd name="connsiteX818" fmla="*/ 201638 w 316391"/>
                <a:gd name="connsiteY818" fmla="*/ 183606 h 459014"/>
                <a:gd name="connsiteX819" fmla="*/ 201638 w 316391"/>
                <a:gd name="connsiteY819" fmla="*/ 183606 h 459014"/>
                <a:gd name="connsiteX820" fmla="*/ 201638 w 316391"/>
                <a:gd name="connsiteY820" fmla="*/ 183606 h 459014"/>
                <a:gd name="connsiteX821" fmla="*/ 201638 w 316391"/>
                <a:gd name="connsiteY821" fmla="*/ 183606 h 459014"/>
                <a:gd name="connsiteX822" fmla="*/ 201638 w 316391"/>
                <a:gd name="connsiteY822" fmla="*/ 183606 h 459014"/>
                <a:gd name="connsiteX823" fmla="*/ 203278 w 316391"/>
                <a:gd name="connsiteY823" fmla="*/ 183606 h 459014"/>
                <a:gd name="connsiteX824" fmla="*/ 203278 w 316391"/>
                <a:gd name="connsiteY824" fmla="*/ 183606 h 459014"/>
                <a:gd name="connsiteX825" fmla="*/ 204917 w 316391"/>
                <a:gd name="connsiteY825" fmla="*/ 183606 h 459014"/>
                <a:gd name="connsiteX826" fmla="*/ 204917 w 316391"/>
                <a:gd name="connsiteY826" fmla="*/ 183606 h 459014"/>
                <a:gd name="connsiteX827" fmla="*/ 204917 w 316391"/>
                <a:gd name="connsiteY827" fmla="*/ 183606 h 459014"/>
                <a:gd name="connsiteX828" fmla="*/ 204917 w 316391"/>
                <a:gd name="connsiteY828" fmla="*/ 183606 h 459014"/>
                <a:gd name="connsiteX829" fmla="*/ 204917 w 316391"/>
                <a:gd name="connsiteY829" fmla="*/ 183606 h 459014"/>
                <a:gd name="connsiteX830" fmla="*/ 204917 w 316391"/>
                <a:gd name="connsiteY830" fmla="*/ 183606 h 459014"/>
                <a:gd name="connsiteX831" fmla="*/ 204917 w 316391"/>
                <a:gd name="connsiteY831" fmla="*/ 183606 h 459014"/>
                <a:gd name="connsiteX832" fmla="*/ 206557 w 316391"/>
                <a:gd name="connsiteY832" fmla="*/ 183606 h 459014"/>
                <a:gd name="connsiteX833" fmla="*/ 206557 w 316391"/>
                <a:gd name="connsiteY833" fmla="*/ 185245 h 459014"/>
                <a:gd name="connsiteX834" fmla="*/ 206557 w 316391"/>
                <a:gd name="connsiteY834" fmla="*/ 185245 h 459014"/>
                <a:gd name="connsiteX835" fmla="*/ 208195 w 316391"/>
                <a:gd name="connsiteY835" fmla="*/ 185245 h 459014"/>
                <a:gd name="connsiteX836" fmla="*/ 208195 w 316391"/>
                <a:gd name="connsiteY836" fmla="*/ 185245 h 459014"/>
                <a:gd name="connsiteX837" fmla="*/ 208195 w 316391"/>
                <a:gd name="connsiteY837" fmla="*/ 186884 h 459014"/>
                <a:gd name="connsiteX838" fmla="*/ 208195 w 316391"/>
                <a:gd name="connsiteY838" fmla="*/ 186884 h 459014"/>
                <a:gd name="connsiteX839" fmla="*/ 209835 w 316391"/>
                <a:gd name="connsiteY839" fmla="*/ 186884 h 459014"/>
                <a:gd name="connsiteX840" fmla="*/ 209835 w 316391"/>
                <a:gd name="connsiteY840" fmla="*/ 186884 h 459014"/>
                <a:gd name="connsiteX841" fmla="*/ 209835 w 316391"/>
                <a:gd name="connsiteY841" fmla="*/ 186884 h 459014"/>
                <a:gd name="connsiteX842" fmla="*/ 209835 w 316391"/>
                <a:gd name="connsiteY842" fmla="*/ 186884 h 459014"/>
                <a:gd name="connsiteX843" fmla="*/ 209835 w 316391"/>
                <a:gd name="connsiteY843" fmla="*/ 186884 h 459014"/>
                <a:gd name="connsiteX844" fmla="*/ 209835 w 316391"/>
                <a:gd name="connsiteY844" fmla="*/ 186884 h 459014"/>
                <a:gd name="connsiteX845" fmla="*/ 209835 w 316391"/>
                <a:gd name="connsiteY845" fmla="*/ 186884 h 459014"/>
                <a:gd name="connsiteX846" fmla="*/ 209835 w 316391"/>
                <a:gd name="connsiteY846" fmla="*/ 185245 h 459014"/>
                <a:gd name="connsiteX847" fmla="*/ 209835 w 316391"/>
                <a:gd name="connsiteY847" fmla="*/ 185245 h 459014"/>
                <a:gd name="connsiteX848" fmla="*/ 209835 w 316391"/>
                <a:gd name="connsiteY848" fmla="*/ 185245 h 459014"/>
                <a:gd name="connsiteX849" fmla="*/ 209835 w 316391"/>
                <a:gd name="connsiteY849" fmla="*/ 185245 h 459014"/>
                <a:gd name="connsiteX850" fmla="*/ 209835 w 316391"/>
                <a:gd name="connsiteY850" fmla="*/ 185245 h 459014"/>
                <a:gd name="connsiteX851" fmla="*/ 211474 w 316391"/>
                <a:gd name="connsiteY851" fmla="*/ 185245 h 459014"/>
                <a:gd name="connsiteX852" fmla="*/ 211474 w 316391"/>
                <a:gd name="connsiteY852" fmla="*/ 185245 h 459014"/>
                <a:gd name="connsiteX853" fmla="*/ 211474 w 316391"/>
                <a:gd name="connsiteY853" fmla="*/ 185245 h 459014"/>
                <a:gd name="connsiteX854" fmla="*/ 211474 w 316391"/>
                <a:gd name="connsiteY854" fmla="*/ 185245 h 459014"/>
                <a:gd name="connsiteX855" fmla="*/ 213114 w 316391"/>
                <a:gd name="connsiteY855" fmla="*/ 185245 h 459014"/>
                <a:gd name="connsiteX856" fmla="*/ 213114 w 316391"/>
                <a:gd name="connsiteY856" fmla="*/ 185245 h 459014"/>
                <a:gd name="connsiteX857" fmla="*/ 213114 w 316391"/>
                <a:gd name="connsiteY857" fmla="*/ 185245 h 459014"/>
                <a:gd name="connsiteX858" fmla="*/ 214753 w 316391"/>
                <a:gd name="connsiteY858" fmla="*/ 185245 h 459014"/>
                <a:gd name="connsiteX859" fmla="*/ 214753 w 316391"/>
                <a:gd name="connsiteY859" fmla="*/ 185245 h 459014"/>
                <a:gd name="connsiteX860" fmla="*/ 214753 w 316391"/>
                <a:gd name="connsiteY860" fmla="*/ 185245 h 459014"/>
                <a:gd name="connsiteX861" fmla="*/ 214753 w 316391"/>
                <a:gd name="connsiteY861" fmla="*/ 185245 h 459014"/>
                <a:gd name="connsiteX862" fmla="*/ 214753 w 316391"/>
                <a:gd name="connsiteY862" fmla="*/ 185245 h 459014"/>
                <a:gd name="connsiteX863" fmla="*/ 216392 w 316391"/>
                <a:gd name="connsiteY863" fmla="*/ 185245 h 459014"/>
                <a:gd name="connsiteX864" fmla="*/ 216392 w 316391"/>
                <a:gd name="connsiteY864" fmla="*/ 185245 h 459014"/>
                <a:gd name="connsiteX865" fmla="*/ 218032 w 316391"/>
                <a:gd name="connsiteY865" fmla="*/ 185245 h 459014"/>
                <a:gd name="connsiteX866" fmla="*/ 218032 w 316391"/>
                <a:gd name="connsiteY866" fmla="*/ 186884 h 459014"/>
                <a:gd name="connsiteX867" fmla="*/ 218032 w 316391"/>
                <a:gd name="connsiteY867" fmla="*/ 186884 h 459014"/>
                <a:gd name="connsiteX868" fmla="*/ 219671 w 316391"/>
                <a:gd name="connsiteY868" fmla="*/ 186884 h 459014"/>
                <a:gd name="connsiteX869" fmla="*/ 219671 w 316391"/>
                <a:gd name="connsiteY869" fmla="*/ 186884 h 459014"/>
                <a:gd name="connsiteX870" fmla="*/ 221310 w 316391"/>
                <a:gd name="connsiteY870" fmla="*/ 186884 h 459014"/>
                <a:gd name="connsiteX871" fmla="*/ 221310 w 316391"/>
                <a:gd name="connsiteY871" fmla="*/ 186884 h 459014"/>
                <a:gd name="connsiteX872" fmla="*/ 221310 w 316391"/>
                <a:gd name="connsiteY872" fmla="*/ 186884 h 459014"/>
                <a:gd name="connsiteX873" fmla="*/ 221310 w 316391"/>
                <a:gd name="connsiteY873" fmla="*/ 188524 h 459014"/>
                <a:gd name="connsiteX874" fmla="*/ 221310 w 316391"/>
                <a:gd name="connsiteY874" fmla="*/ 188524 h 459014"/>
                <a:gd name="connsiteX875" fmla="*/ 221310 w 316391"/>
                <a:gd name="connsiteY875" fmla="*/ 188524 h 459014"/>
                <a:gd name="connsiteX876" fmla="*/ 221310 w 316391"/>
                <a:gd name="connsiteY876" fmla="*/ 188524 h 459014"/>
                <a:gd name="connsiteX877" fmla="*/ 221310 w 316391"/>
                <a:gd name="connsiteY877" fmla="*/ 188524 h 459014"/>
                <a:gd name="connsiteX878" fmla="*/ 221310 w 316391"/>
                <a:gd name="connsiteY878" fmla="*/ 188524 h 459014"/>
                <a:gd name="connsiteX879" fmla="*/ 221310 w 316391"/>
                <a:gd name="connsiteY879" fmla="*/ 188524 h 459014"/>
                <a:gd name="connsiteX880" fmla="*/ 221310 w 316391"/>
                <a:gd name="connsiteY880" fmla="*/ 188524 h 459014"/>
                <a:gd name="connsiteX881" fmla="*/ 221310 w 316391"/>
                <a:gd name="connsiteY881" fmla="*/ 188524 h 459014"/>
                <a:gd name="connsiteX882" fmla="*/ 222950 w 316391"/>
                <a:gd name="connsiteY882" fmla="*/ 188524 h 459014"/>
                <a:gd name="connsiteX883" fmla="*/ 222950 w 316391"/>
                <a:gd name="connsiteY883" fmla="*/ 188524 h 459014"/>
                <a:gd name="connsiteX884" fmla="*/ 222950 w 316391"/>
                <a:gd name="connsiteY884" fmla="*/ 188524 h 459014"/>
                <a:gd name="connsiteX885" fmla="*/ 222950 w 316391"/>
                <a:gd name="connsiteY885" fmla="*/ 188524 h 459014"/>
                <a:gd name="connsiteX886" fmla="*/ 222950 w 316391"/>
                <a:gd name="connsiteY886" fmla="*/ 188524 h 459014"/>
                <a:gd name="connsiteX887" fmla="*/ 222950 w 316391"/>
                <a:gd name="connsiteY887" fmla="*/ 188524 h 459014"/>
                <a:gd name="connsiteX888" fmla="*/ 224589 w 316391"/>
                <a:gd name="connsiteY888" fmla="*/ 188524 h 459014"/>
                <a:gd name="connsiteX889" fmla="*/ 224589 w 316391"/>
                <a:gd name="connsiteY889" fmla="*/ 188524 h 459014"/>
                <a:gd name="connsiteX890" fmla="*/ 224589 w 316391"/>
                <a:gd name="connsiteY890" fmla="*/ 190163 h 459014"/>
                <a:gd name="connsiteX891" fmla="*/ 224589 w 316391"/>
                <a:gd name="connsiteY891" fmla="*/ 190163 h 459014"/>
                <a:gd name="connsiteX892" fmla="*/ 224589 w 316391"/>
                <a:gd name="connsiteY892" fmla="*/ 190163 h 459014"/>
                <a:gd name="connsiteX893" fmla="*/ 224589 w 316391"/>
                <a:gd name="connsiteY893" fmla="*/ 190163 h 459014"/>
                <a:gd name="connsiteX894" fmla="*/ 226228 w 316391"/>
                <a:gd name="connsiteY894" fmla="*/ 190163 h 459014"/>
                <a:gd name="connsiteX895" fmla="*/ 226228 w 316391"/>
                <a:gd name="connsiteY895" fmla="*/ 190163 h 459014"/>
                <a:gd name="connsiteX896" fmla="*/ 226228 w 316391"/>
                <a:gd name="connsiteY896" fmla="*/ 190163 h 459014"/>
                <a:gd name="connsiteX897" fmla="*/ 226228 w 316391"/>
                <a:gd name="connsiteY897" fmla="*/ 190163 h 459014"/>
                <a:gd name="connsiteX898" fmla="*/ 226228 w 316391"/>
                <a:gd name="connsiteY898" fmla="*/ 191802 h 459014"/>
                <a:gd name="connsiteX899" fmla="*/ 226228 w 316391"/>
                <a:gd name="connsiteY899" fmla="*/ 191802 h 459014"/>
                <a:gd name="connsiteX900" fmla="*/ 226228 w 316391"/>
                <a:gd name="connsiteY900" fmla="*/ 191802 h 459014"/>
                <a:gd name="connsiteX901" fmla="*/ 226228 w 316391"/>
                <a:gd name="connsiteY901" fmla="*/ 191802 h 459014"/>
                <a:gd name="connsiteX902" fmla="*/ 226228 w 316391"/>
                <a:gd name="connsiteY902" fmla="*/ 191802 h 459014"/>
                <a:gd name="connsiteX903" fmla="*/ 226228 w 316391"/>
                <a:gd name="connsiteY903" fmla="*/ 193442 h 459014"/>
                <a:gd name="connsiteX904" fmla="*/ 226228 w 316391"/>
                <a:gd name="connsiteY904" fmla="*/ 193442 h 459014"/>
                <a:gd name="connsiteX905" fmla="*/ 226228 w 316391"/>
                <a:gd name="connsiteY905" fmla="*/ 193442 h 459014"/>
                <a:gd name="connsiteX906" fmla="*/ 226228 w 316391"/>
                <a:gd name="connsiteY906" fmla="*/ 195081 h 459014"/>
                <a:gd name="connsiteX907" fmla="*/ 226228 w 316391"/>
                <a:gd name="connsiteY907" fmla="*/ 195081 h 459014"/>
                <a:gd name="connsiteX908" fmla="*/ 226228 w 316391"/>
                <a:gd name="connsiteY908" fmla="*/ 195081 h 459014"/>
                <a:gd name="connsiteX909" fmla="*/ 226228 w 316391"/>
                <a:gd name="connsiteY909" fmla="*/ 195081 h 459014"/>
                <a:gd name="connsiteX910" fmla="*/ 226228 w 316391"/>
                <a:gd name="connsiteY910" fmla="*/ 196720 h 459014"/>
                <a:gd name="connsiteX911" fmla="*/ 226228 w 316391"/>
                <a:gd name="connsiteY911" fmla="*/ 196720 h 459014"/>
                <a:gd name="connsiteX912" fmla="*/ 226228 w 316391"/>
                <a:gd name="connsiteY912" fmla="*/ 195081 h 459014"/>
                <a:gd name="connsiteX913" fmla="*/ 226228 w 316391"/>
                <a:gd name="connsiteY913" fmla="*/ 195081 h 459014"/>
                <a:gd name="connsiteX914" fmla="*/ 224589 w 316391"/>
                <a:gd name="connsiteY914" fmla="*/ 195081 h 459014"/>
                <a:gd name="connsiteX915" fmla="*/ 224589 w 316391"/>
                <a:gd name="connsiteY915" fmla="*/ 195081 h 459014"/>
                <a:gd name="connsiteX916" fmla="*/ 224589 w 316391"/>
                <a:gd name="connsiteY916" fmla="*/ 193442 h 459014"/>
                <a:gd name="connsiteX917" fmla="*/ 224589 w 316391"/>
                <a:gd name="connsiteY917" fmla="*/ 193442 h 459014"/>
                <a:gd name="connsiteX918" fmla="*/ 224589 w 316391"/>
                <a:gd name="connsiteY918" fmla="*/ 193442 h 459014"/>
                <a:gd name="connsiteX919" fmla="*/ 222950 w 316391"/>
                <a:gd name="connsiteY919" fmla="*/ 193442 h 459014"/>
                <a:gd name="connsiteX920" fmla="*/ 222950 w 316391"/>
                <a:gd name="connsiteY920" fmla="*/ 193442 h 459014"/>
                <a:gd name="connsiteX921" fmla="*/ 222950 w 316391"/>
                <a:gd name="connsiteY921" fmla="*/ 191802 h 459014"/>
                <a:gd name="connsiteX922" fmla="*/ 222950 w 316391"/>
                <a:gd name="connsiteY922" fmla="*/ 191802 h 459014"/>
                <a:gd name="connsiteX923" fmla="*/ 222950 w 316391"/>
                <a:gd name="connsiteY923" fmla="*/ 191802 h 459014"/>
                <a:gd name="connsiteX924" fmla="*/ 221310 w 316391"/>
                <a:gd name="connsiteY924" fmla="*/ 191802 h 459014"/>
                <a:gd name="connsiteX925" fmla="*/ 221310 w 316391"/>
                <a:gd name="connsiteY925" fmla="*/ 191802 h 459014"/>
                <a:gd name="connsiteX926" fmla="*/ 221310 w 316391"/>
                <a:gd name="connsiteY926" fmla="*/ 191802 h 459014"/>
                <a:gd name="connsiteX927" fmla="*/ 221310 w 316391"/>
                <a:gd name="connsiteY927" fmla="*/ 191802 h 459014"/>
                <a:gd name="connsiteX928" fmla="*/ 221310 w 316391"/>
                <a:gd name="connsiteY928" fmla="*/ 191802 h 459014"/>
                <a:gd name="connsiteX929" fmla="*/ 219671 w 316391"/>
                <a:gd name="connsiteY929" fmla="*/ 190163 h 459014"/>
                <a:gd name="connsiteX930" fmla="*/ 219671 w 316391"/>
                <a:gd name="connsiteY930" fmla="*/ 190163 h 459014"/>
                <a:gd name="connsiteX931" fmla="*/ 219671 w 316391"/>
                <a:gd name="connsiteY931" fmla="*/ 190163 h 459014"/>
                <a:gd name="connsiteX932" fmla="*/ 219671 w 316391"/>
                <a:gd name="connsiteY932" fmla="*/ 190163 h 459014"/>
                <a:gd name="connsiteX933" fmla="*/ 219671 w 316391"/>
                <a:gd name="connsiteY933" fmla="*/ 190163 h 459014"/>
                <a:gd name="connsiteX934" fmla="*/ 219671 w 316391"/>
                <a:gd name="connsiteY934" fmla="*/ 188524 h 459014"/>
                <a:gd name="connsiteX935" fmla="*/ 219671 w 316391"/>
                <a:gd name="connsiteY935" fmla="*/ 188524 h 459014"/>
                <a:gd name="connsiteX936" fmla="*/ 219671 w 316391"/>
                <a:gd name="connsiteY936" fmla="*/ 188524 h 459014"/>
                <a:gd name="connsiteX937" fmla="*/ 219671 w 316391"/>
                <a:gd name="connsiteY937" fmla="*/ 188524 h 459014"/>
                <a:gd name="connsiteX938" fmla="*/ 219671 w 316391"/>
                <a:gd name="connsiteY938" fmla="*/ 188524 h 459014"/>
                <a:gd name="connsiteX939" fmla="*/ 219671 w 316391"/>
                <a:gd name="connsiteY939" fmla="*/ 188524 h 459014"/>
                <a:gd name="connsiteX940" fmla="*/ 219671 w 316391"/>
                <a:gd name="connsiteY940" fmla="*/ 190163 h 459014"/>
                <a:gd name="connsiteX941" fmla="*/ 219671 w 316391"/>
                <a:gd name="connsiteY941" fmla="*/ 190163 h 459014"/>
                <a:gd name="connsiteX942" fmla="*/ 219671 w 316391"/>
                <a:gd name="connsiteY942" fmla="*/ 190163 h 459014"/>
                <a:gd name="connsiteX943" fmla="*/ 219671 w 316391"/>
                <a:gd name="connsiteY943" fmla="*/ 190163 h 459014"/>
                <a:gd name="connsiteX944" fmla="*/ 219671 w 316391"/>
                <a:gd name="connsiteY944" fmla="*/ 190163 h 459014"/>
                <a:gd name="connsiteX945" fmla="*/ 219671 w 316391"/>
                <a:gd name="connsiteY945" fmla="*/ 191802 h 459014"/>
                <a:gd name="connsiteX946" fmla="*/ 221310 w 316391"/>
                <a:gd name="connsiteY946" fmla="*/ 191802 h 459014"/>
                <a:gd name="connsiteX947" fmla="*/ 221310 w 316391"/>
                <a:gd name="connsiteY947" fmla="*/ 191802 h 459014"/>
                <a:gd name="connsiteX948" fmla="*/ 222950 w 316391"/>
                <a:gd name="connsiteY948" fmla="*/ 191802 h 459014"/>
                <a:gd name="connsiteX949" fmla="*/ 222950 w 316391"/>
                <a:gd name="connsiteY949" fmla="*/ 191802 h 459014"/>
                <a:gd name="connsiteX950" fmla="*/ 222950 w 316391"/>
                <a:gd name="connsiteY950" fmla="*/ 193442 h 459014"/>
                <a:gd name="connsiteX951" fmla="*/ 222950 w 316391"/>
                <a:gd name="connsiteY951" fmla="*/ 193442 h 459014"/>
                <a:gd name="connsiteX952" fmla="*/ 222950 w 316391"/>
                <a:gd name="connsiteY952" fmla="*/ 193442 h 459014"/>
                <a:gd name="connsiteX953" fmla="*/ 222950 w 316391"/>
                <a:gd name="connsiteY953" fmla="*/ 193442 h 459014"/>
                <a:gd name="connsiteX954" fmla="*/ 224589 w 316391"/>
                <a:gd name="connsiteY954" fmla="*/ 195081 h 459014"/>
                <a:gd name="connsiteX955" fmla="*/ 224589 w 316391"/>
                <a:gd name="connsiteY955" fmla="*/ 195081 h 459014"/>
                <a:gd name="connsiteX956" fmla="*/ 224589 w 316391"/>
                <a:gd name="connsiteY956" fmla="*/ 195081 h 459014"/>
                <a:gd name="connsiteX957" fmla="*/ 224589 w 316391"/>
                <a:gd name="connsiteY957" fmla="*/ 195081 h 459014"/>
                <a:gd name="connsiteX958" fmla="*/ 224589 w 316391"/>
                <a:gd name="connsiteY958" fmla="*/ 195081 h 459014"/>
                <a:gd name="connsiteX959" fmla="*/ 224589 w 316391"/>
                <a:gd name="connsiteY959" fmla="*/ 196720 h 459014"/>
                <a:gd name="connsiteX960" fmla="*/ 224589 w 316391"/>
                <a:gd name="connsiteY960" fmla="*/ 196720 h 459014"/>
                <a:gd name="connsiteX961" fmla="*/ 224589 w 316391"/>
                <a:gd name="connsiteY961" fmla="*/ 198360 h 459014"/>
                <a:gd name="connsiteX962" fmla="*/ 224589 w 316391"/>
                <a:gd name="connsiteY962" fmla="*/ 199999 h 459014"/>
                <a:gd name="connsiteX963" fmla="*/ 224589 w 316391"/>
                <a:gd name="connsiteY963" fmla="*/ 199999 h 459014"/>
                <a:gd name="connsiteX964" fmla="*/ 224589 w 316391"/>
                <a:gd name="connsiteY964" fmla="*/ 199999 h 459014"/>
                <a:gd name="connsiteX965" fmla="*/ 224589 w 316391"/>
                <a:gd name="connsiteY965" fmla="*/ 199999 h 459014"/>
                <a:gd name="connsiteX966" fmla="*/ 224589 w 316391"/>
                <a:gd name="connsiteY966" fmla="*/ 201638 h 459014"/>
                <a:gd name="connsiteX967" fmla="*/ 224589 w 316391"/>
                <a:gd name="connsiteY967" fmla="*/ 201638 h 459014"/>
                <a:gd name="connsiteX968" fmla="*/ 224589 w 316391"/>
                <a:gd name="connsiteY968" fmla="*/ 201638 h 459014"/>
                <a:gd name="connsiteX969" fmla="*/ 224589 w 316391"/>
                <a:gd name="connsiteY969" fmla="*/ 201638 h 459014"/>
                <a:gd name="connsiteX970" fmla="*/ 224589 w 316391"/>
                <a:gd name="connsiteY970" fmla="*/ 201638 h 459014"/>
                <a:gd name="connsiteX971" fmla="*/ 224589 w 316391"/>
                <a:gd name="connsiteY971" fmla="*/ 201638 h 459014"/>
                <a:gd name="connsiteX972" fmla="*/ 224589 w 316391"/>
                <a:gd name="connsiteY972" fmla="*/ 203278 h 459014"/>
                <a:gd name="connsiteX973" fmla="*/ 224589 w 316391"/>
                <a:gd name="connsiteY973" fmla="*/ 203278 h 459014"/>
                <a:gd name="connsiteX974" fmla="*/ 224589 w 316391"/>
                <a:gd name="connsiteY974" fmla="*/ 203278 h 459014"/>
                <a:gd name="connsiteX975" fmla="*/ 224589 w 316391"/>
                <a:gd name="connsiteY975" fmla="*/ 203278 h 459014"/>
                <a:gd name="connsiteX976" fmla="*/ 224589 w 316391"/>
                <a:gd name="connsiteY976" fmla="*/ 203278 h 459014"/>
                <a:gd name="connsiteX977" fmla="*/ 222950 w 316391"/>
                <a:gd name="connsiteY977" fmla="*/ 203278 h 459014"/>
                <a:gd name="connsiteX978" fmla="*/ 222950 w 316391"/>
                <a:gd name="connsiteY978" fmla="*/ 204917 h 459014"/>
                <a:gd name="connsiteX979" fmla="*/ 222950 w 316391"/>
                <a:gd name="connsiteY979" fmla="*/ 204917 h 459014"/>
                <a:gd name="connsiteX980" fmla="*/ 222950 w 316391"/>
                <a:gd name="connsiteY980" fmla="*/ 204917 h 459014"/>
                <a:gd name="connsiteX981" fmla="*/ 222950 w 316391"/>
                <a:gd name="connsiteY981" fmla="*/ 206557 h 459014"/>
                <a:gd name="connsiteX982" fmla="*/ 222950 w 316391"/>
                <a:gd name="connsiteY982" fmla="*/ 206557 h 459014"/>
                <a:gd name="connsiteX983" fmla="*/ 222950 w 316391"/>
                <a:gd name="connsiteY983" fmla="*/ 206557 h 459014"/>
                <a:gd name="connsiteX984" fmla="*/ 222950 w 316391"/>
                <a:gd name="connsiteY984" fmla="*/ 206557 h 459014"/>
                <a:gd name="connsiteX985" fmla="*/ 222950 w 316391"/>
                <a:gd name="connsiteY985" fmla="*/ 206557 h 459014"/>
                <a:gd name="connsiteX986" fmla="*/ 222950 w 316391"/>
                <a:gd name="connsiteY986" fmla="*/ 208196 h 459014"/>
                <a:gd name="connsiteX987" fmla="*/ 222950 w 316391"/>
                <a:gd name="connsiteY987" fmla="*/ 208196 h 459014"/>
                <a:gd name="connsiteX988" fmla="*/ 222950 w 316391"/>
                <a:gd name="connsiteY988" fmla="*/ 208196 h 459014"/>
                <a:gd name="connsiteX989" fmla="*/ 222950 w 316391"/>
                <a:gd name="connsiteY989" fmla="*/ 209835 h 459014"/>
                <a:gd name="connsiteX990" fmla="*/ 222950 w 316391"/>
                <a:gd name="connsiteY990" fmla="*/ 209835 h 459014"/>
                <a:gd name="connsiteX991" fmla="*/ 222950 w 316391"/>
                <a:gd name="connsiteY991" fmla="*/ 209835 h 459014"/>
                <a:gd name="connsiteX992" fmla="*/ 222950 w 316391"/>
                <a:gd name="connsiteY992" fmla="*/ 209835 h 459014"/>
                <a:gd name="connsiteX993" fmla="*/ 221310 w 316391"/>
                <a:gd name="connsiteY993" fmla="*/ 209835 h 459014"/>
                <a:gd name="connsiteX994" fmla="*/ 221310 w 316391"/>
                <a:gd name="connsiteY994" fmla="*/ 211474 h 459014"/>
                <a:gd name="connsiteX995" fmla="*/ 221310 w 316391"/>
                <a:gd name="connsiteY995" fmla="*/ 211474 h 459014"/>
                <a:gd name="connsiteX996" fmla="*/ 221310 w 316391"/>
                <a:gd name="connsiteY996" fmla="*/ 211474 h 459014"/>
                <a:gd name="connsiteX997" fmla="*/ 221310 w 316391"/>
                <a:gd name="connsiteY997" fmla="*/ 211474 h 459014"/>
                <a:gd name="connsiteX998" fmla="*/ 221310 w 316391"/>
                <a:gd name="connsiteY998" fmla="*/ 211474 h 459014"/>
                <a:gd name="connsiteX999" fmla="*/ 221310 w 316391"/>
                <a:gd name="connsiteY999" fmla="*/ 211474 h 459014"/>
                <a:gd name="connsiteX1000" fmla="*/ 221310 w 316391"/>
                <a:gd name="connsiteY1000" fmla="*/ 211474 h 459014"/>
                <a:gd name="connsiteX1001" fmla="*/ 221310 w 316391"/>
                <a:gd name="connsiteY1001" fmla="*/ 213114 h 459014"/>
                <a:gd name="connsiteX1002" fmla="*/ 221310 w 316391"/>
                <a:gd name="connsiteY1002" fmla="*/ 213114 h 459014"/>
                <a:gd name="connsiteX1003" fmla="*/ 219671 w 316391"/>
                <a:gd name="connsiteY1003" fmla="*/ 213114 h 459014"/>
                <a:gd name="connsiteX1004" fmla="*/ 219671 w 316391"/>
                <a:gd name="connsiteY1004" fmla="*/ 213114 h 459014"/>
                <a:gd name="connsiteX1005" fmla="*/ 219671 w 316391"/>
                <a:gd name="connsiteY1005" fmla="*/ 213114 h 459014"/>
                <a:gd name="connsiteX1006" fmla="*/ 219671 w 316391"/>
                <a:gd name="connsiteY1006" fmla="*/ 213114 h 459014"/>
                <a:gd name="connsiteX1007" fmla="*/ 219671 w 316391"/>
                <a:gd name="connsiteY1007" fmla="*/ 213114 h 459014"/>
                <a:gd name="connsiteX1008" fmla="*/ 219671 w 316391"/>
                <a:gd name="connsiteY1008" fmla="*/ 214753 h 459014"/>
                <a:gd name="connsiteX1009" fmla="*/ 219671 w 316391"/>
                <a:gd name="connsiteY1009" fmla="*/ 214753 h 459014"/>
                <a:gd name="connsiteX1010" fmla="*/ 219671 w 316391"/>
                <a:gd name="connsiteY1010" fmla="*/ 214753 h 459014"/>
                <a:gd name="connsiteX1011" fmla="*/ 219671 w 316391"/>
                <a:gd name="connsiteY1011" fmla="*/ 214753 h 459014"/>
                <a:gd name="connsiteX1012" fmla="*/ 219671 w 316391"/>
                <a:gd name="connsiteY1012" fmla="*/ 216392 h 459014"/>
                <a:gd name="connsiteX1013" fmla="*/ 219671 w 316391"/>
                <a:gd name="connsiteY1013" fmla="*/ 216392 h 459014"/>
                <a:gd name="connsiteX1014" fmla="*/ 219671 w 316391"/>
                <a:gd name="connsiteY1014" fmla="*/ 216392 h 459014"/>
                <a:gd name="connsiteX1015" fmla="*/ 219671 w 316391"/>
                <a:gd name="connsiteY1015" fmla="*/ 216392 h 459014"/>
                <a:gd name="connsiteX1016" fmla="*/ 219671 w 316391"/>
                <a:gd name="connsiteY1016" fmla="*/ 216392 h 459014"/>
                <a:gd name="connsiteX1017" fmla="*/ 219671 w 316391"/>
                <a:gd name="connsiteY1017" fmla="*/ 218032 h 459014"/>
                <a:gd name="connsiteX1018" fmla="*/ 219671 w 316391"/>
                <a:gd name="connsiteY1018" fmla="*/ 218032 h 459014"/>
                <a:gd name="connsiteX1019" fmla="*/ 219671 w 316391"/>
                <a:gd name="connsiteY1019" fmla="*/ 218032 h 459014"/>
                <a:gd name="connsiteX1020" fmla="*/ 219671 w 316391"/>
                <a:gd name="connsiteY1020" fmla="*/ 218032 h 459014"/>
                <a:gd name="connsiteX1021" fmla="*/ 219671 w 316391"/>
                <a:gd name="connsiteY1021" fmla="*/ 219671 h 459014"/>
                <a:gd name="connsiteX1022" fmla="*/ 221310 w 316391"/>
                <a:gd name="connsiteY1022" fmla="*/ 219671 h 459014"/>
                <a:gd name="connsiteX1023" fmla="*/ 221310 w 316391"/>
                <a:gd name="connsiteY1023" fmla="*/ 219671 h 459014"/>
                <a:gd name="connsiteX1024" fmla="*/ 219671 w 316391"/>
                <a:gd name="connsiteY1024" fmla="*/ 219671 h 459014"/>
                <a:gd name="connsiteX1025" fmla="*/ 219671 w 316391"/>
                <a:gd name="connsiteY1025" fmla="*/ 219671 h 459014"/>
                <a:gd name="connsiteX1026" fmla="*/ 219671 w 316391"/>
                <a:gd name="connsiteY1026" fmla="*/ 219671 h 459014"/>
                <a:gd name="connsiteX1027" fmla="*/ 221310 w 316391"/>
                <a:gd name="connsiteY1027" fmla="*/ 221310 h 459014"/>
                <a:gd name="connsiteX1028" fmla="*/ 221310 w 316391"/>
                <a:gd name="connsiteY1028" fmla="*/ 221310 h 459014"/>
                <a:gd name="connsiteX1029" fmla="*/ 221310 w 316391"/>
                <a:gd name="connsiteY1029" fmla="*/ 221310 h 459014"/>
                <a:gd name="connsiteX1030" fmla="*/ 221310 w 316391"/>
                <a:gd name="connsiteY1030" fmla="*/ 222950 h 459014"/>
                <a:gd name="connsiteX1031" fmla="*/ 221310 w 316391"/>
                <a:gd name="connsiteY1031" fmla="*/ 222950 h 459014"/>
                <a:gd name="connsiteX1032" fmla="*/ 221310 w 316391"/>
                <a:gd name="connsiteY1032" fmla="*/ 222950 h 459014"/>
                <a:gd name="connsiteX1033" fmla="*/ 222950 w 316391"/>
                <a:gd name="connsiteY1033" fmla="*/ 222950 h 459014"/>
                <a:gd name="connsiteX1034" fmla="*/ 222950 w 316391"/>
                <a:gd name="connsiteY1034" fmla="*/ 222950 h 459014"/>
                <a:gd name="connsiteX1035" fmla="*/ 222950 w 316391"/>
                <a:gd name="connsiteY1035" fmla="*/ 222950 h 459014"/>
                <a:gd name="connsiteX1036" fmla="*/ 222950 w 316391"/>
                <a:gd name="connsiteY1036" fmla="*/ 222950 h 459014"/>
                <a:gd name="connsiteX1037" fmla="*/ 222950 w 316391"/>
                <a:gd name="connsiteY1037" fmla="*/ 222950 h 459014"/>
                <a:gd name="connsiteX1038" fmla="*/ 222950 w 316391"/>
                <a:gd name="connsiteY1038" fmla="*/ 224589 h 459014"/>
                <a:gd name="connsiteX1039" fmla="*/ 222950 w 316391"/>
                <a:gd name="connsiteY1039" fmla="*/ 224589 h 459014"/>
                <a:gd name="connsiteX1040" fmla="*/ 222950 w 316391"/>
                <a:gd name="connsiteY1040" fmla="*/ 224589 h 459014"/>
                <a:gd name="connsiteX1041" fmla="*/ 222950 w 316391"/>
                <a:gd name="connsiteY1041" fmla="*/ 224589 h 459014"/>
                <a:gd name="connsiteX1042" fmla="*/ 222950 w 316391"/>
                <a:gd name="connsiteY1042" fmla="*/ 224589 h 459014"/>
                <a:gd name="connsiteX1043" fmla="*/ 224589 w 316391"/>
                <a:gd name="connsiteY1043" fmla="*/ 226229 h 459014"/>
                <a:gd name="connsiteX1044" fmla="*/ 224589 w 316391"/>
                <a:gd name="connsiteY1044" fmla="*/ 226229 h 459014"/>
                <a:gd name="connsiteX1045" fmla="*/ 224589 w 316391"/>
                <a:gd name="connsiteY1045" fmla="*/ 226229 h 459014"/>
                <a:gd name="connsiteX1046" fmla="*/ 224589 w 316391"/>
                <a:gd name="connsiteY1046" fmla="*/ 226229 h 459014"/>
                <a:gd name="connsiteX1047" fmla="*/ 222950 w 316391"/>
                <a:gd name="connsiteY1047" fmla="*/ 227868 h 459014"/>
                <a:gd name="connsiteX1048" fmla="*/ 222950 w 316391"/>
                <a:gd name="connsiteY1048" fmla="*/ 227868 h 459014"/>
                <a:gd name="connsiteX1049" fmla="*/ 222950 w 316391"/>
                <a:gd name="connsiteY1049" fmla="*/ 227868 h 459014"/>
                <a:gd name="connsiteX1050" fmla="*/ 222950 w 316391"/>
                <a:gd name="connsiteY1050" fmla="*/ 227868 h 459014"/>
                <a:gd name="connsiteX1051" fmla="*/ 222950 w 316391"/>
                <a:gd name="connsiteY1051" fmla="*/ 227868 h 459014"/>
                <a:gd name="connsiteX1052" fmla="*/ 222950 w 316391"/>
                <a:gd name="connsiteY1052" fmla="*/ 229507 h 459014"/>
                <a:gd name="connsiteX1053" fmla="*/ 222950 w 316391"/>
                <a:gd name="connsiteY1053" fmla="*/ 229507 h 459014"/>
                <a:gd name="connsiteX1054" fmla="*/ 222950 w 316391"/>
                <a:gd name="connsiteY1054" fmla="*/ 229507 h 459014"/>
                <a:gd name="connsiteX1055" fmla="*/ 222950 w 316391"/>
                <a:gd name="connsiteY1055" fmla="*/ 229507 h 459014"/>
                <a:gd name="connsiteX1056" fmla="*/ 222950 w 316391"/>
                <a:gd name="connsiteY1056" fmla="*/ 229507 h 459014"/>
                <a:gd name="connsiteX1057" fmla="*/ 222950 w 316391"/>
                <a:gd name="connsiteY1057" fmla="*/ 231147 h 459014"/>
                <a:gd name="connsiteX1058" fmla="*/ 222950 w 316391"/>
                <a:gd name="connsiteY1058" fmla="*/ 231147 h 459014"/>
                <a:gd name="connsiteX1059" fmla="*/ 222950 w 316391"/>
                <a:gd name="connsiteY1059" fmla="*/ 231147 h 459014"/>
                <a:gd name="connsiteX1060" fmla="*/ 222950 w 316391"/>
                <a:gd name="connsiteY1060" fmla="*/ 231147 h 459014"/>
                <a:gd name="connsiteX1061" fmla="*/ 222950 w 316391"/>
                <a:gd name="connsiteY1061" fmla="*/ 232786 h 459014"/>
                <a:gd name="connsiteX1062" fmla="*/ 222950 w 316391"/>
                <a:gd name="connsiteY1062" fmla="*/ 232786 h 459014"/>
                <a:gd name="connsiteX1063" fmla="*/ 222950 w 316391"/>
                <a:gd name="connsiteY1063" fmla="*/ 232786 h 459014"/>
                <a:gd name="connsiteX1064" fmla="*/ 222950 w 316391"/>
                <a:gd name="connsiteY1064" fmla="*/ 232786 h 459014"/>
                <a:gd name="connsiteX1065" fmla="*/ 224589 w 316391"/>
                <a:gd name="connsiteY1065" fmla="*/ 232786 h 459014"/>
                <a:gd name="connsiteX1066" fmla="*/ 224589 w 316391"/>
                <a:gd name="connsiteY1066" fmla="*/ 232786 h 459014"/>
                <a:gd name="connsiteX1067" fmla="*/ 224589 w 316391"/>
                <a:gd name="connsiteY1067" fmla="*/ 232786 h 459014"/>
                <a:gd name="connsiteX1068" fmla="*/ 226228 w 316391"/>
                <a:gd name="connsiteY1068" fmla="*/ 234425 h 459014"/>
                <a:gd name="connsiteX1069" fmla="*/ 226228 w 316391"/>
                <a:gd name="connsiteY1069" fmla="*/ 234425 h 459014"/>
                <a:gd name="connsiteX1070" fmla="*/ 226228 w 316391"/>
                <a:gd name="connsiteY1070" fmla="*/ 234425 h 459014"/>
                <a:gd name="connsiteX1071" fmla="*/ 226228 w 316391"/>
                <a:gd name="connsiteY1071" fmla="*/ 234425 h 459014"/>
                <a:gd name="connsiteX1072" fmla="*/ 226228 w 316391"/>
                <a:gd name="connsiteY1072" fmla="*/ 234425 h 459014"/>
                <a:gd name="connsiteX1073" fmla="*/ 226228 w 316391"/>
                <a:gd name="connsiteY1073" fmla="*/ 234425 h 459014"/>
                <a:gd name="connsiteX1074" fmla="*/ 226228 w 316391"/>
                <a:gd name="connsiteY1074" fmla="*/ 234425 h 459014"/>
                <a:gd name="connsiteX1075" fmla="*/ 227868 w 316391"/>
                <a:gd name="connsiteY1075" fmla="*/ 234425 h 459014"/>
                <a:gd name="connsiteX1076" fmla="*/ 227868 w 316391"/>
                <a:gd name="connsiteY1076" fmla="*/ 236064 h 459014"/>
                <a:gd name="connsiteX1077" fmla="*/ 227868 w 316391"/>
                <a:gd name="connsiteY1077" fmla="*/ 236064 h 459014"/>
                <a:gd name="connsiteX1078" fmla="*/ 227868 w 316391"/>
                <a:gd name="connsiteY1078" fmla="*/ 236064 h 459014"/>
                <a:gd name="connsiteX1079" fmla="*/ 227868 w 316391"/>
                <a:gd name="connsiteY1079" fmla="*/ 236064 h 459014"/>
                <a:gd name="connsiteX1080" fmla="*/ 227868 w 316391"/>
                <a:gd name="connsiteY1080" fmla="*/ 236064 h 459014"/>
                <a:gd name="connsiteX1081" fmla="*/ 229507 w 316391"/>
                <a:gd name="connsiteY1081" fmla="*/ 236064 h 459014"/>
                <a:gd name="connsiteX1082" fmla="*/ 229507 w 316391"/>
                <a:gd name="connsiteY1082" fmla="*/ 236064 h 459014"/>
                <a:gd name="connsiteX1083" fmla="*/ 229507 w 316391"/>
                <a:gd name="connsiteY1083" fmla="*/ 236064 h 459014"/>
                <a:gd name="connsiteX1084" fmla="*/ 229507 w 316391"/>
                <a:gd name="connsiteY1084" fmla="*/ 236064 h 459014"/>
                <a:gd name="connsiteX1085" fmla="*/ 229507 w 316391"/>
                <a:gd name="connsiteY1085" fmla="*/ 237704 h 459014"/>
                <a:gd name="connsiteX1086" fmla="*/ 229507 w 316391"/>
                <a:gd name="connsiteY1086" fmla="*/ 237704 h 459014"/>
                <a:gd name="connsiteX1087" fmla="*/ 229507 w 316391"/>
                <a:gd name="connsiteY1087" fmla="*/ 237704 h 459014"/>
                <a:gd name="connsiteX1088" fmla="*/ 229507 w 316391"/>
                <a:gd name="connsiteY1088" fmla="*/ 237704 h 459014"/>
                <a:gd name="connsiteX1089" fmla="*/ 229507 w 316391"/>
                <a:gd name="connsiteY1089" fmla="*/ 239343 h 459014"/>
                <a:gd name="connsiteX1090" fmla="*/ 229507 w 316391"/>
                <a:gd name="connsiteY1090" fmla="*/ 239343 h 459014"/>
                <a:gd name="connsiteX1091" fmla="*/ 229507 w 316391"/>
                <a:gd name="connsiteY1091" fmla="*/ 239343 h 459014"/>
                <a:gd name="connsiteX1092" fmla="*/ 229507 w 316391"/>
                <a:gd name="connsiteY1092" fmla="*/ 239343 h 459014"/>
                <a:gd name="connsiteX1093" fmla="*/ 229507 w 316391"/>
                <a:gd name="connsiteY1093" fmla="*/ 240982 h 459014"/>
                <a:gd name="connsiteX1094" fmla="*/ 229507 w 316391"/>
                <a:gd name="connsiteY1094" fmla="*/ 240982 h 459014"/>
                <a:gd name="connsiteX1095" fmla="*/ 229507 w 316391"/>
                <a:gd name="connsiteY1095" fmla="*/ 240982 h 459014"/>
                <a:gd name="connsiteX1096" fmla="*/ 229507 w 316391"/>
                <a:gd name="connsiteY1096" fmla="*/ 240982 h 459014"/>
                <a:gd name="connsiteX1097" fmla="*/ 229507 w 316391"/>
                <a:gd name="connsiteY1097" fmla="*/ 240982 h 459014"/>
                <a:gd name="connsiteX1098" fmla="*/ 229507 w 316391"/>
                <a:gd name="connsiteY1098" fmla="*/ 240982 h 459014"/>
                <a:gd name="connsiteX1099" fmla="*/ 229507 w 316391"/>
                <a:gd name="connsiteY1099" fmla="*/ 242622 h 459014"/>
                <a:gd name="connsiteX1100" fmla="*/ 229507 w 316391"/>
                <a:gd name="connsiteY1100" fmla="*/ 242622 h 459014"/>
                <a:gd name="connsiteX1101" fmla="*/ 229507 w 316391"/>
                <a:gd name="connsiteY1101" fmla="*/ 242622 h 459014"/>
                <a:gd name="connsiteX1102" fmla="*/ 229507 w 316391"/>
                <a:gd name="connsiteY1102" fmla="*/ 242622 h 459014"/>
                <a:gd name="connsiteX1103" fmla="*/ 231147 w 316391"/>
                <a:gd name="connsiteY1103" fmla="*/ 242622 h 459014"/>
                <a:gd name="connsiteX1104" fmla="*/ 231147 w 316391"/>
                <a:gd name="connsiteY1104" fmla="*/ 242622 h 459014"/>
                <a:gd name="connsiteX1105" fmla="*/ 231147 w 316391"/>
                <a:gd name="connsiteY1105" fmla="*/ 242622 h 459014"/>
                <a:gd name="connsiteX1106" fmla="*/ 231147 w 316391"/>
                <a:gd name="connsiteY1106" fmla="*/ 244261 h 459014"/>
                <a:gd name="connsiteX1107" fmla="*/ 232786 w 316391"/>
                <a:gd name="connsiteY1107" fmla="*/ 244261 h 459014"/>
                <a:gd name="connsiteX1108" fmla="*/ 232786 w 316391"/>
                <a:gd name="connsiteY1108" fmla="*/ 244261 h 459014"/>
                <a:gd name="connsiteX1109" fmla="*/ 232786 w 316391"/>
                <a:gd name="connsiteY1109" fmla="*/ 244261 h 459014"/>
                <a:gd name="connsiteX1110" fmla="*/ 232786 w 316391"/>
                <a:gd name="connsiteY1110" fmla="*/ 244261 h 459014"/>
                <a:gd name="connsiteX1111" fmla="*/ 232786 w 316391"/>
                <a:gd name="connsiteY1111" fmla="*/ 245901 h 459014"/>
                <a:gd name="connsiteX1112" fmla="*/ 232786 w 316391"/>
                <a:gd name="connsiteY1112" fmla="*/ 245901 h 459014"/>
                <a:gd name="connsiteX1113" fmla="*/ 234425 w 316391"/>
                <a:gd name="connsiteY1113" fmla="*/ 245901 h 459014"/>
                <a:gd name="connsiteX1114" fmla="*/ 234425 w 316391"/>
                <a:gd name="connsiteY1114" fmla="*/ 245901 h 459014"/>
                <a:gd name="connsiteX1115" fmla="*/ 234425 w 316391"/>
                <a:gd name="connsiteY1115" fmla="*/ 245901 h 459014"/>
                <a:gd name="connsiteX1116" fmla="*/ 236064 w 316391"/>
                <a:gd name="connsiteY1116" fmla="*/ 245901 h 459014"/>
                <a:gd name="connsiteX1117" fmla="*/ 236064 w 316391"/>
                <a:gd name="connsiteY1117" fmla="*/ 245901 h 459014"/>
                <a:gd name="connsiteX1118" fmla="*/ 236064 w 316391"/>
                <a:gd name="connsiteY1118" fmla="*/ 247540 h 459014"/>
                <a:gd name="connsiteX1119" fmla="*/ 236064 w 316391"/>
                <a:gd name="connsiteY1119" fmla="*/ 247540 h 459014"/>
                <a:gd name="connsiteX1120" fmla="*/ 236064 w 316391"/>
                <a:gd name="connsiteY1120" fmla="*/ 247540 h 459014"/>
                <a:gd name="connsiteX1121" fmla="*/ 236064 w 316391"/>
                <a:gd name="connsiteY1121" fmla="*/ 247540 h 459014"/>
                <a:gd name="connsiteX1122" fmla="*/ 236064 w 316391"/>
                <a:gd name="connsiteY1122" fmla="*/ 247540 h 459014"/>
                <a:gd name="connsiteX1123" fmla="*/ 237704 w 316391"/>
                <a:gd name="connsiteY1123" fmla="*/ 247540 h 459014"/>
                <a:gd name="connsiteX1124" fmla="*/ 237704 w 316391"/>
                <a:gd name="connsiteY1124" fmla="*/ 249179 h 459014"/>
                <a:gd name="connsiteX1125" fmla="*/ 237704 w 316391"/>
                <a:gd name="connsiteY1125" fmla="*/ 249179 h 459014"/>
                <a:gd name="connsiteX1126" fmla="*/ 237704 w 316391"/>
                <a:gd name="connsiteY1126" fmla="*/ 249179 h 459014"/>
                <a:gd name="connsiteX1127" fmla="*/ 237704 w 316391"/>
                <a:gd name="connsiteY1127" fmla="*/ 249179 h 459014"/>
                <a:gd name="connsiteX1128" fmla="*/ 237704 w 316391"/>
                <a:gd name="connsiteY1128" fmla="*/ 249179 h 459014"/>
                <a:gd name="connsiteX1129" fmla="*/ 237704 w 316391"/>
                <a:gd name="connsiteY1129" fmla="*/ 249179 h 459014"/>
                <a:gd name="connsiteX1130" fmla="*/ 237704 w 316391"/>
                <a:gd name="connsiteY1130" fmla="*/ 250819 h 459014"/>
                <a:gd name="connsiteX1131" fmla="*/ 239343 w 316391"/>
                <a:gd name="connsiteY1131" fmla="*/ 250819 h 459014"/>
                <a:gd name="connsiteX1132" fmla="*/ 239343 w 316391"/>
                <a:gd name="connsiteY1132" fmla="*/ 250819 h 459014"/>
                <a:gd name="connsiteX1133" fmla="*/ 239343 w 316391"/>
                <a:gd name="connsiteY1133" fmla="*/ 250819 h 459014"/>
                <a:gd name="connsiteX1134" fmla="*/ 239343 w 316391"/>
                <a:gd name="connsiteY1134" fmla="*/ 250819 h 459014"/>
                <a:gd name="connsiteX1135" fmla="*/ 239343 w 316391"/>
                <a:gd name="connsiteY1135" fmla="*/ 250819 h 459014"/>
                <a:gd name="connsiteX1136" fmla="*/ 239343 w 316391"/>
                <a:gd name="connsiteY1136" fmla="*/ 250819 h 459014"/>
                <a:gd name="connsiteX1137" fmla="*/ 239343 w 316391"/>
                <a:gd name="connsiteY1137" fmla="*/ 252458 h 459014"/>
                <a:gd name="connsiteX1138" fmla="*/ 239343 w 316391"/>
                <a:gd name="connsiteY1138" fmla="*/ 252458 h 459014"/>
                <a:gd name="connsiteX1139" fmla="*/ 239343 w 316391"/>
                <a:gd name="connsiteY1139" fmla="*/ 252458 h 459014"/>
                <a:gd name="connsiteX1140" fmla="*/ 239343 w 316391"/>
                <a:gd name="connsiteY1140" fmla="*/ 252458 h 459014"/>
                <a:gd name="connsiteX1141" fmla="*/ 239343 w 316391"/>
                <a:gd name="connsiteY1141" fmla="*/ 252458 h 459014"/>
                <a:gd name="connsiteX1142" fmla="*/ 239343 w 316391"/>
                <a:gd name="connsiteY1142" fmla="*/ 252458 h 459014"/>
                <a:gd name="connsiteX1143" fmla="*/ 239343 w 316391"/>
                <a:gd name="connsiteY1143" fmla="*/ 254097 h 459014"/>
                <a:gd name="connsiteX1144" fmla="*/ 240982 w 316391"/>
                <a:gd name="connsiteY1144" fmla="*/ 254097 h 459014"/>
                <a:gd name="connsiteX1145" fmla="*/ 240982 w 316391"/>
                <a:gd name="connsiteY1145" fmla="*/ 254097 h 459014"/>
                <a:gd name="connsiteX1146" fmla="*/ 240982 w 316391"/>
                <a:gd name="connsiteY1146" fmla="*/ 254097 h 459014"/>
                <a:gd name="connsiteX1147" fmla="*/ 240982 w 316391"/>
                <a:gd name="connsiteY1147" fmla="*/ 255737 h 459014"/>
                <a:gd name="connsiteX1148" fmla="*/ 240982 w 316391"/>
                <a:gd name="connsiteY1148" fmla="*/ 255737 h 459014"/>
                <a:gd name="connsiteX1149" fmla="*/ 242622 w 316391"/>
                <a:gd name="connsiteY1149" fmla="*/ 257376 h 459014"/>
                <a:gd name="connsiteX1150" fmla="*/ 242622 w 316391"/>
                <a:gd name="connsiteY1150" fmla="*/ 257376 h 459014"/>
                <a:gd name="connsiteX1151" fmla="*/ 242622 w 316391"/>
                <a:gd name="connsiteY1151" fmla="*/ 257376 h 459014"/>
                <a:gd name="connsiteX1152" fmla="*/ 242622 w 316391"/>
                <a:gd name="connsiteY1152" fmla="*/ 257376 h 459014"/>
                <a:gd name="connsiteX1153" fmla="*/ 242622 w 316391"/>
                <a:gd name="connsiteY1153" fmla="*/ 257376 h 459014"/>
                <a:gd name="connsiteX1154" fmla="*/ 242622 w 316391"/>
                <a:gd name="connsiteY1154" fmla="*/ 259015 h 459014"/>
                <a:gd name="connsiteX1155" fmla="*/ 242622 w 316391"/>
                <a:gd name="connsiteY1155" fmla="*/ 259015 h 459014"/>
                <a:gd name="connsiteX1156" fmla="*/ 242622 w 316391"/>
                <a:gd name="connsiteY1156" fmla="*/ 259015 h 459014"/>
                <a:gd name="connsiteX1157" fmla="*/ 242622 w 316391"/>
                <a:gd name="connsiteY1157" fmla="*/ 260654 h 459014"/>
                <a:gd name="connsiteX1158" fmla="*/ 242622 w 316391"/>
                <a:gd name="connsiteY1158" fmla="*/ 260654 h 459014"/>
                <a:gd name="connsiteX1159" fmla="*/ 242622 w 316391"/>
                <a:gd name="connsiteY1159" fmla="*/ 260654 h 459014"/>
                <a:gd name="connsiteX1160" fmla="*/ 242622 w 316391"/>
                <a:gd name="connsiteY1160" fmla="*/ 260654 h 459014"/>
                <a:gd name="connsiteX1161" fmla="*/ 242622 w 316391"/>
                <a:gd name="connsiteY1161" fmla="*/ 260654 h 459014"/>
                <a:gd name="connsiteX1162" fmla="*/ 242622 w 316391"/>
                <a:gd name="connsiteY1162" fmla="*/ 260654 h 459014"/>
                <a:gd name="connsiteX1163" fmla="*/ 242622 w 316391"/>
                <a:gd name="connsiteY1163" fmla="*/ 262294 h 459014"/>
                <a:gd name="connsiteX1164" fmla="*/ 242622 w 316391"/>
                <a:gd name="connsiteY1164" fmla="*/ 262294 h 459014"/>
                <a:gd name="connsiteX1165" fmla="*/ 242622 w 316391"/>
                <a:gd name="connsiteY1165" fmla="*/ 262294 h 459014"/>
                <a:gd name="connsiteX1166" fmla="*/ 244261 w 316391"/>
                <a:gd name="connsiteY1166" fmla="*/ 262294 h 459014"/>
                <a:gd name="connsiteX1167" fmla="*/ 244261 w 316391"/>
                <a:gd name="connsiteY1167" fmla="*/ 262294 h 459014"/>
                <a:gd name="connsiteX1168" fmla="*/ 244261 w 316391"/>
                <a:gd name="connsiteY1168" fmla="*/ 262294 h 459014"/>
                <a:gd name="connsiteX1169" fmla="*/ 244261 w 316391"/>
                <a:gd name="connsiteY1169" fmla="*/ 262294 h 459014"/>
                <a:gd name="connsiteX1170" fmla="*/ 244261 w 316391"/>
                <a:gd name="connsiteY1170" fmla="*/ 262294 h 459014"/>
                <a:gd name="connsiteX1171" fmla="*/ 244261 w 316391"/>
                <a:gd name="connsiteY1171" fmla="*/ 262294 h 459014"/>
                <a:gd name="connsiteX1172" fmla="*/ 244261 w 316391"/>
                <a:gd name="connsiteY1172" fmla="*/ 262294 h 459014"/>
                <a:gd name="connsiteX1173" fmla="*/ 244261 w 316391"/>
                <a:gd name="connsiteY1173" fmla="*/ 262294 h 459014"/>
                <a:gd name="connsiteX1174" fmla="*/ 245901 w 316391"/>
                <a:gd name="connsiteY1174" fmla="*/ 262294 h 459014"/>
                <a:gd name="connsiteX1175" fmla="*/ 245901 w 316391"/>
                <a:gd name="connsiteY1175" fmla="*/ 263933 h 459014"/>
                <a:gd name="connsiteX1176" fmla="*/ 245901 w 316391"/>
                <a:gd name="connsiteY1176" fmla="*/ 263933 h 459014"/>
                <a:gd name="connsiteX1177" fmla="*/ 245901 w 316391"/>
                <a:gd name="connsiteY1177" fmla="*/ 263933 h 459014"/>
                <a:gd name="connsiteX1178" fmla="*/ 245901 w 316391"/>
                <a:gd name="connsiteY1178" fmla="*/ 263933 h 459014"/>
                <a:gd name="connsiteX1179" fmla="*/ 245901 w 316391"/>
                <a:gd name="connsiteY1179" fmla="*/ 263933 h 459014"/>
                <a:gd name="connsiteX1180" fmla="*/ 245901 w 316391"/>
                <a:gd name="connsiteY1180" fmla="*/ 263933 h 459014"/>
                <a:gd name="connsiteX1181" fmla="*/ 247540 w 316391"/>
                <a:gd name="connsiteY1181" fmla="*/ 265573 h 459014"/>
                <a:gd name="connsiteX1182" fmla="*/ 247540 w 316391"/>
                <a:gd name="connsiteY1182" fmla="*/ 265573 h 459014"/>
                <a:gd name="connsiteX1183" fmla="*/ 247540 w 316391"/>
                <a:gd name="connsiteY1183" fmla="*/ 265573 h 459014"/>
                <a:gd name="connsiteX1184" fmla="*/ 247540 w 316391"/>
                <a:gd name="connsiteY1184" fmla="*/ 267212 h 459014"/>
                <a:gd name="connsiteX1185" fmla="*/ 247540 w 316391"/>
                <a:gd name="connsiteY1185" fmla="*/ 267212 h 459014"/>
                <a:gd name="connsiteX1186" fmla="*/ 247540 w 316391"/>
                <a:gd name="connsiteY1186" fmla="*/ 267212 h 459014"/>
                <a:gd name="connsiteX1187" fmla="*/ 245901 w 316391"/>
                <a:gd name="connsiteY1187" fmla="*/ 268851 h 459014"/>
                <a:gd name="connsiteX1188" fmla="*/ 245901 w 316391"/>
                <a:gd name="connsiteY1188" fmla="*/ 268851 h 459014"/>
                <a:gd name="connsiteX1189" fmla="*/ 245901 w 316391"/>
                <a:gd name="connsiteY1189" fmla="*/ 268851 h 459014"/>
                <a:gd name="connsiteX1190" fmla="*/ 245901 w 316391"/>
                <a:gd name="connsiteY1190" fmla="*/ 268851 h 459014"/>
                <a:gd name="connsiteX1191" fmla="*/ 245901 w 316391"/>
                <a:gd name="connsiteY1191" fmla="*/ 268851 h 459014"/>
                <a:gd name="connsiteX1192" fmla="*/ 245901 w 316391"/>
                <a:gd name="connsiteY1192" fmla="*/ 270491 h 459014"/>
                <a:gd name="connsiteX1193" fmla="*/ 245901 w 316391"/>
                <a:gd name="connsiteY1193" fmla="*/ 270491 h 459014"/>
                <a:gd name="connsiteX1194" fmla="*/ 245901 w 316391"/>
                <a:gd name="connsiteY1194" fmla="*/ 270491 h 459014"/>
                <a:gd name="connsiteX1195" fmla="*/ 245901 w 316391"/>
                <a:gd name="connsiteY1195" fmla="*/ 270491 h 459014"/>
                <a:gd name="connsiteX1196" fmla="*/ 245901 w 316391"/>
                <a:gd name="connsiteY1196" fmla="*/ 270491 h 459014"/>
                <a:gd name="connsiteX1197" fmla="*/ 245901 w 316391"/>
                <a:gd name="connsiteY1197" fmla="*/ 272130 h 459014"/>
                <a:gd name="connsiteX1198" fmla="*/ 245901 w 316391"/>
                <a:gd name="connsiteY1198" fmla="*/ 272130 h 459014"/>
                <a:gd name="connsiteX1199" fmla="*/ 245901 w 316391"/>
                <a:gd name="connsiteY1199" fmla="*/ 272130 h 459014"/>
                <a:gd name="connsiteX1200" fmla="*/ 245901 w 316391"/>
                <a:gd name="connsiteY1200" fmla="*/ 273769 h 459014"/>
                <a:gd name="connsiteX1201" fmla="*/ 245901 w 316391"/>
                <a:gd name="connsiteY1201" fmla="*/ 273769 h 459014"/>
                <a:gd name="connsiteX1202" fmla="*/ 245901 w 316391"/>
                <a:gd name="connsiteY1202" fmla="*/ 275409 h 459014"/>
                <a:gd name="connsiteX1203" fmla="*/ 245901 w 316391"/>
                <a:gd name="connsiteY1203" fmla="*/ 275409 h 459014"/>
                <a:gd name="connsiteX1204" fmla="*/ 245901 w 316391"/>
                <a:gd name="connsiteY1204" fmla="*/ 275409 h 459014"/>
                <a:gd name="connsiteX1205" fmla="*/ 245901 w 316391"/>
                <a:gd name="connsiteY1205" fmla="*/ 275409 h 459014"/>
                <a:gd name="connsiteX1206" fmla="*/ 245901 w 316391"/>
                <a:gd name="connsiteY1206" fmla="*/ 275409 h 459014"/>
                <a:gd name="connsiteX1207" fmla="*/ 245901 w 316391"/>
                <a:gd name="connsiteY1207" fmla="*/ 275409 h 459014"/>
                <a:gd name="connsiteX1208" fmla="*/ 245901 w 316391"/>
                <a:gd name="connsiteY1208" fmla="*/ 275409 h 459014"/>
                <a:gd name="connsiteX1209" fmla="*/ 245901 w 316391"/>
                <a:gd name="connsiteY1209" fmla="*/ 277048 h 459014"/>
                <a:gd name="connsiteX1210" fmla="*/ 245901 w 316391"/>
                <a:gd name="connsiteY1210" fmla="*/ 277048 h 459014"/>
                <a:gd name="connsiteX1211" fmla="*/ 245901 w 316391"/>
                <a:gd name="connsiteY1211" fmla="*/ 277048 h 459014"/>
                <a:gd name="connsiteX1212" fmla="*/ 245901 w 316391"/>
                <a:gd name="connsiteY1212" fmla="*/ 277048 h 459014"/>
                <a:gd name="connsiteX1213" fmla="*/ 245901 w 316391"/>
                <a:gd name="connsiteY1213" fmla="*/ 277048 h 459014"/>
                <a:gd name="connsiteX1214" fmla="*/ 245901 w 316391"/>
                <a:gd name="connsiteY1214" fmla="*/ 278687 h 459014"/>
                <a:gd name="connsiteX1215" fmla="*/ 245901 w 316391"/>
                <a:gd name="connsiteY1215" fmla="*/ 278687 h 459014"/>
                <a:gd name="connsiteX1216" fmla="*/ 245901 w 316391"/>
                <a:gd name="connsiteY1216" fmla="*/ 278687 h 459014"/>
                <a:gd name="connsiteX1217" fmla="*/ 245901 w 316391"/>
                <a:gd name="connsiteY1217" fmla="*/ 278687 h 459014"/>
                <a:gd name="connsiteX1218" fmla="*/ 245901 w 316391"/>
                <a:gd name="connsiteY1218" fmla="*/ 278687 h 459014"/>
                <a:gd name="connsiteX1219" fmla="*/ 245901 w 316391"/>
                <a:gd name="connsiteY1219" fmla="*/ 278687 h 459014"/>
                <a:gd name="connsiteX1220" fmla="*/ 247540 w 316391"/>
                <a:gd name="connsiteY1220" fmla="*/ 278687 h 459014"/>
                <a:gd name="connsiteX1221" fmla="*/ 247540 w 316391"/>
                <a:gd name="connsiteY1221" fmla="*/ 278687 h 459014"/>
                <a:gd name="connsiteX1222" fmla="*/ 247540 w 316391"/>
                <a:gd name="connsiteY1222" fmla="*/ 278687 h 459014"/>
                <a:gd name="connsiteX1223" fmla="*/ 247540 w 316391"/>
                <a:gd name="connsiteY1223" fmla="*/ 280327 h 459014"/>
                <a:gd name="connsiteX1224" fmla="*/ 247540 w 316391"/>
                <a:gd name="connsiteY1224" fmla="*/ 280327 h 459014"/>
                <a:gd name="connsiteX1225" fmla="*/ 247540 w 316391"/>
                <a:gd name="connsiteY1225" fmla="*/ 280327 h 459014"/>
                <a:gd name="connsiteX1226" fmla="*/ 245901 w 316391"/>
                <a:gd name="connsiteY1226" fmla="*/ 280327 h 459014"/>
                <a:gd name="connsiteX1227" fmla="*/ 245901 w 316391"/>
                <a:gd name="connsiteY1227" fmla="*/ 280327 h 459014"/>
                <a:gd name="connsiteX1228" fmla="*/ 245901 w 316391"/>
                <a:gd name="connsiteY1228" fmla="*/ 281966 h 459014"/>
                <a:gd name="connsiteX1229" fmla="*/ 245901 w 316391"/>
                <a:gd name="connsiteY1229" fmla="*/ 281966 h 459014"/>
                <a:gd name="connsiteX1230" fmla="*/ 245901 w 316391"/>
                <a:gd name="connsiteY1230" fmla="*/ 281966 h 459014"/>
                <a:gd name="connsiteX1231" fmla="*/ 245901 w 316391"/>
                <a:gd name="connsiteY1231" fmla="*/ 281966 h 459014"/>
                <a:gd name="connsiteX1232" fmla="*/ 245901 w 316391"/>
                <a:gd name="connsiteY1232" fmla="*/ 281966 h 459014"/>
                <a:gd name="connsiteX1233" fmla="*/ 245901 w 316391"/>
                <a:gd name="connsiteY1233" fmla="*/ 283605 h 459014"/>
                <a:gd name="connsiteX1234" fmla="*/ 245901 w 316391"/>
                <a:gd name="connsiteY1234" fmla="*/ 283605 h 459014"/>
                <a:gd name="connsiteX1235" fmla="*/ 245901 w 316391"/>
                <a:gd name="connsiteY1235" fmla="*/ 283605 h 459014"/>
                <a:gd name="connsiteX1236" fmla="*/ 245901 w 316391"/>
                <a:gd name="connsiteY1236" fmla="*/ 283605 h 459014"/>
                <a:gd name="connsiteX1237" fmla="*/ 244261 w 316391"/>
                <a:gd name="connsiteY1237" fmla="*/ 283605 h 459014"/>
                <a:gd name="connsiteX1238" fmla="*/ 244261 w 316391"/>
                <a:gd name="connsiteY1238" fmla="*/ 283605 h 459014"/>
                <a:gd name="connsiteX1239" fmla="*/ 244261 w 316391"/>
                <a:gd name="connsiteY1239" fmla="*/ 285244 h 459014"/>
                <a:gd name="connsiteX1240" fmla="*/ 244261 w 316391"/>
                <a:gd name="connsiteY1240" fmla="*/ 285244 h 459014"/>
                <a:gd name="connsiteX1241" fmla="*/ 244261 w 316391"/>
                <a:gd name="connsiteY1241" fmla="*/ 285244 h 459014"/>
                <a:gd name="connsiteX1242" fmla="*/ 244261 w 316391"/>
                <a:gd name="connsiteY1242" fmla="*/ 286884 h 459014"/>
                <a:gd name="connsiteX1243" fmla="*/ 244261 w 316391"/>
                <a:gd name="connsiteY1243" fmla="*/ 286884 h 459014"/>
                <a:gd name="connsiteX1244" fmla="*/ 244261 w 316391"/>
                <a:gd name="connsiteY1244" fmla="*/ 286884 h 459014"/>
                <a:gd name="connsiteX1245" fmla="*/ 244261 w 316391"/>
                <a:gd name="connsiteY1245" fmla="*/ 288523 h 459014"/>
                <a:gd name="connsiteX1246" fmla="*/ 244261 w 316391"/>
                <a:gd name="connsiteY1246" fmla="*/ 288523 h 459014"/>
                <a:gd name="connsiteX1247" fmla="*/ 244261 w 316391"/>
                <a:gd name="connsiteY1247" fmla="*/ 288523 h 459014"/>
                <a:gd name="connsiteX1248" fmla="*/ 244261 w 316391"/>
                <a:gd name="connsiteY1248" fmla="*/ 288523 h 459014"/>
                <a:gd name="connsiteX1249" fmla="*/ 244261 w 316391"/>
                <a:gd name="connsiteY1249" fmla="*/ 288523 h 459014"/>
                <a:gd name="connsiteX1250" fmla="*/ 244261 w 316391"/>
                <a:gd name="connsiteY1250" fmla="*/ 288523 h 459014"/>
                <a:gd name="connsiteX1251" fmla="*/ 244261 w 316391"/>
                <a:gd name="connsiteY1251" fmla="*/ 290163 h 459014"/>
                <a:gd name="connsiteX1252" fmla="*/ 244261 w 316391"/>
                <a:gd name="connsiteY1252" fmla="*/ 290163 h 459014"/>
                <a:gd name="connsiteX1253" fmla="*/ 244261 w 316391"/>
                <a:gd name="connsiteY1253" fmla="*/ 290163 h 459014"/>
                <a:gd name="connsiteX1254" fmla="*/ 244261 w 316391"/>
                <a:gd name="connsiteY1254" fmla="*/ 290163 h 459014"/>
                <a:gd name="connsiteX1255" fmla="*/ 244261 w 316391"/>
                <a:gd name="connsiteY1255" fmla="*/ 290163 h 459014"/>
                <a:gd name="connsiteX1256" fmla="*/ 244261 w 316391"/>
                <a:gd name="connsiteY1256" fmla="*/ 291802 h 459014"/>
                <a:gd name="connsiteX1257" fmla="*/ 244261 w 316391"/>
                <a:gd name="connsiteY1257" fmla="*/ 291802 h 459014"/>
                <a:gd name="connsiteX1258" fmla="*/ 244261 w 316391"/>
                <a:gd name="connsiteY1258" fmla="*/ 291802 h 459014"/>
                <a:gd name="connsiteX1259" fmla="*/ 244261 w 316391"/>
                <a:gd name="connsiteY1259" fmla="*/ 291802 h 459014"/>
                <a:gd name="connsiteX1260" fmla="*/ 244261 w 316391"/>
                <a:gd name="connsiteY1260" fmla="*/ 291802 h 459014"/>
                <a:gd name="connsiteX1261" fmla="*/ 244261 w 316391"/>
                <a:gd name="connsiteY1261" fmla="*/ 291802 h 459014"/>
                <a:gd name="connsiteX1262" fmla="*/ 244261 w 316391"/>
                <a:gd name="connsiteY1262" fmla="*/ 291802 h 459014"/>
                <a:gd name="connsiteX1263" fmla="*/ 244261 w 316391"/>
                <a:gd name="connsiteY1263" fmla="*/ 293441 h 459014"/>
                <a:gd name="connsiteX1264" fmla="*/ 244261 w 316391"/>
                <a:gd name="connsiteY1264" fmla="*/ 293441 h 459014"/>
                <a:gd name="connsiteX1265" fmla="*/ 244261 w 316391"/>
                <a:gd name="connsiteY1265" fmla="*/ 293441 h 459014"/>
                <a:gd name="connsiteX1266" fmla="*/ 244261 w 316391"/>
                <a:gd name="connsiteY1266" fmla="*/ 293441 h 459014"/>
                <a:gd name="connsiteX1267" fmla="*/ 244261 w 316391"/>
                <a:gd name="connsiteY1267" fmla="*/ 295081 h 459014"/>
                <a:gd name="connsiteX1268" fmla="*/ 244261 w 316391"/>
                <a:gd name="connsiteY1268" fmla="*/ 295081 h 459014"/>
                <a:gd name="connsiteX1269" fmla="*/ 244261 w 316391"/>
                <a:gd name="connsiteY1269" fmla="*/ 295081 h 459014"/>
                <a:gd name="connsiteX1270" fmla="*/ 244261 w 316391"/>
                <a:gd name="connsiteY1270" fmla="*/ 295081 h 459014"/>
                <a:gd name="connsiteX1271" fmla="*/ 244261 w 316391"/>
                <a:gd name="connsiteY1271" fmla="*/ 295081 h 459014"/>
                <a:gd name="connsiteX1272" fmla="*/ 244261 w 316391"/>
                <a:gd name="connsiteY1272" fmla="*/ 295081 h 459014"/>
                <a:gd name="connsiteX1273" fmla="*/ 244261 w 316391"/>
                <a:gd name="connsiteY1273" fmla="*/ 295081 h 459014"/>
                <a:gd name="connsiteX1274" fmla="*/ 244261 w 316391"/>
                <a:gd name="connsiteY1274" fmla="*/ 296720 h 459014"/>
                <a:gd name="connsiteX1275" fmla="*/ 244261 w 316391"/>
                <a:gd name="connsiteY1275" fmla="*/ 296720 h 459014"/>
                <a:gd name="connsiteX1276" fmla="*/ 244261 w 316391"/>
                <a:gd name="connsiteY1276" fmla="*/ 296720 h 459014"/>
                <a:gd name="connsiteX1277" fmla="*/ 244261 w 316391"/>
                <a:gd name="connsiteY1277" fmla="*/ 296720 h 459014"/>
                <a:gd name="connsiteX1278" fmla="*/ 244261 w 316391"/>
                <a:gd name="connsiteY1278" fmla="*/ 296720 h 459014"/>
                <a:gd name="connsiteX1279" fmla="*/ 245901 w 316391"/>
                <a:gd name="connsiteY1279" fmla="*/ 296720 h 459014"/>
                <a:gd name="connsiteX1280" fmla="*/ 245901 w 316391"/>
                <a:gd name="connsiteY1280" fmla="*/ 298359 h 459014"/>
                <a:gd name="connsiteX1281" fmla="*/ 245901 w 316391"/>
                <a:gd name="connsiteY1281" fmla="*/ 298359 h 459014"/>
                <a:gd name="connsiteX1282" fmla="*/ 245901 w 316391"/>
                <a:gd name="connsiteY1282" fmla="*/ 298359 h 459014"/>
                <a:gd name="connsiteX1283" fmla="*/ 245901 w 316391"/>
                <a:gd name="connsiteY1283" fmla="*/ 298359 h 459014"/>
                <a:gd name="connsiteX1284" fmla="*/ 245901 w 316391"/>
                <a:gd name="connsiteY1284" fmla="*/ 298359 h 459014"/>
                <a:gd name="connsiteX1285" fmla="*/ 245901 w 316391"/>
                <a:gd name="connsiteY1285" fmla="*/ 298359 h 459014"/>
                <a:gd name="connsiteX1286" fmla="*/ 245901 w 316391"/>
                <a:gd name="connsiteY1286" fmla="*/ 298359 h 459014"/>
                <a:gd name="connsiteX1287" fmla="*/ 245901 w 316391"/>
                <a:gd name="connsiteY1287" fmla="*/ 298359 h 459014"/>
                <a:gd name="connsiteX1288" fmla="*/ 245901 w 316391"/>
                <a:gd name="connsiteY1288" fmla="*/ 298359 h 459014"/>
                <a:gd name="connsiteX1289" fmla="*/ 245901 w 316391"/>
                <a:gd name="connsiteY1289" fmla="*/ 298359 h 459014"/>
                <a:gd name="connsiteX1290" fmla="*/ 245901 w 316391"/>
                <a:gd name="connsiteY1290" fmla="*/ 298359 h 459014"/>
                <a:gd name="connsiteX1291" fmla="*/ 245901 w 316391"/>
                <a:gd name="connsiteY1291" fmla="*/ 298359 h 459014"/>
                <a:gd name="connsiteX1292" fmla="*/ 245901 w 316391"/>
                <a:gd name="connsiteY1292" fmla="*/ 298359 h 459014"/>
                <a:gd name="connsiteX1293" fmla="*/ 245901 w 316391"/>
                <a:gd name="connsiteY1293" fmla="*/ 299999 h 459014"/>
                <a:gd name="connsiteX1294" fmla="*/ 245901 w 316391"/>
                <a:gd name="connsiteY1294" fmla="*/ 299999 h 459014"/>
                <a:gd name="connsiteX1295" fmla="*/ 245901 w 316391"/>
                <a:gd name="connsiteY1295" fmla="*/ 299999 h 459014"/>
                <a:gd name="connsiteX1296" fmla="*/ 245901 w 316391"/>
                <a:gd name="connsiteY1296" fmla="*/ 299999 h 459014"/>
                <a:gd name="connsiteX1297" fmla="*/ 245901 w 316391"/>
                <a:gd name="connsiteY1297" fmla="*/ 299999 h 459014"/>
                <a:gd name="connsiteX1298" fmla="*/ 245901 w 316391"/>
                <a:gd name="connsiteY1298" fmla="*/ 299999 h 459014"/>
                <a:gd name="connsiteX1299" fmla="*/ 245901 w 316391"/>
                <a:gd name="connsiteY1299" fmla="*/ 299999 h 459014"/>
                <a:gd name="connsiteX1300" fmla="*/ 245901 w 316391"/>
                <a:gd name="connsiteY1300" fmla="*/ 299999 h 459014"/>
                <a:gd name="connsiteX1301" fmla="*/ 245901 w 316391"/>
                <a:gd name="connsiteY1301" fmla="*/ 299999 h 459014"/>
                <a:gd name="connsiteX1302" fmla="*/ 245901 w 316391"/>
                <a:gd name="connsiteY1302" fmla="*/ 299999 h 459014"/>
                <a:gd name="connsiteX1303" fmla="*/ 247540 w 316391"/>
                <a:gd name="connsiteY1303" fmla="*/ 299999 h 459014"/>
                <a:gd name="connsiteX1304" fmla="*/ 247540 w 316391"/>
                <a:gd name="connsiteY1304" fmla="*/ 299999 h 459014"/>
                <a:gd name="connsiteX1305" fmla="*/ 247540 w 316391"/>
                <a:gd name="connsiteY1305" fmla="*/ 299999 h 459014"/>
                <a:gd name="connsiteX1306" fmla="*/ 247540 w 316391"/>
                <a:gd name="connsiteY1306" fmla="*/ 301638 h 459014"/>
                <a:gd name="connsiteX1307" fmla="*/ 247540 w 316391"/>
                <a:gd name="connsiteY1307" fmla="*/ 301638 h 459014"/>
                <a:gd name="connsiteX1308" fmla="*/ 247540 w 316391"/>
                <a:gd name="connsiteY1308" fmla="*/ 301638 h 459014"/>
                <a:gd name="connsiteX1309" fmla="*/ 247540 w 316391"/>
                <a:gd name="connsiteY1309" fmla="*/ 301638 h 459014"/>
                <a:gd name="connsiteX1310" fmla="*/ 247540 w 316391"/>
                <a:gd name="connsiteY1310" fmla="*/ 301638 h 459014"/>
                <a:gd name="connsiteX1311" fmla="*/ 247540 w 316391"/>
                <a:gd name="connsiteY1311" fmla="*/ 303277 h 459014"/>
                <a:gd name="connsiteX1312" fmla="*/ 247540 w 316391"/>
                <a:gd name="connsiteY1312" fmla="*/ 304917 h 459014"/>
                <a:gd name="connsiteX1313" fmla="*/ 247540 w 316391"/>
                <a:gd name="connsiteY1313" fmla="*/ 304917 h 459014"/>
                <a:gd name="connsiteX1314" fmla="*/ 247540 w 316391"/>
                <a:gd name="connsiteY1314" fmla="*/ 304917 h 459014"/>
                <a:gd name="connsiteX1315" fmla="*/ 247540 w 316391"/>
                <a:gd name="connsiteY1315" fmla="*/ 304917 h 459014"/>
                <a:gd name="connsiteX1316" fmla="*/ 247540 w 316391"/>
                <a:gd name="connsiteY1316" fmla="*/ 304917 h 459014"/>
                <a:gd name="connsiteX1317" fmla="*/ 247540 w 316391"/>
                <a:gd name="connsiteY1317" fmla="*/ 306556 h 459014"/>
                <a:gd name="connsiteX1318" fmla="*/ 247540 w 316391"/>
                <a:gd name="connsiteY1318" fmla="*/ 306556 h 459014"/>
                <a:gd name="connsiteX1319" fmla="*/ 247540 w 316391"/>
                <a:gd name="connsiteY1319" fmla="*/ 306556 h 459014"/>
                <a:gd name="connsiteX1320" fmla="*/ 247540 w 316391"/>
                <a:gd name="connsiteY1320" fmla="*/ 306556 h 459014"/>
                <a:gd name="connsiteX1321" fmla="*/ 247540 w 316391"/>
                <a:gd name="connsiteY1321" fmla="*/ 308195 h 459014"/>
                <a:gd name="connsiteX1322" fmla="*/ 247540 w 316391"/>
                <a:gd name="connsiteY1322" fmla="*/ 308195 h 459014"/>
                <a:gd name="connsiteX1323" fmla="*/ 249179 w 316391"/>
                <a:gd name="connsiteY1323" fmla="*/ 308195 h 459014"/>
                <a:gd name="connsiteX1324" fmla="*/ 249179 w 316391"/>
                <a:gd name="connsiteY1324" fmla="*/ 308195 h 459014"/>
                <a:gd name="connsiteX1325" fmla="*/ 249179 w 316391"/>
                <a:gd name="connsiteY1325" fmla="*/ 308195 h 459014"/>
                <a:gd name="connsiteX1326" fmla="*/ 249179 w 316391"/>
                <a:gd name="connsiteY1326" fmla="*/ 308195 h 459014"/>
                <a:gd name="connsiteX1327" fmla="*/ 249179 w 316391"/>
                <a:gd name="connsiteY1327" fmla="*/ 308195 h 459014"/>
                <a:gd name="connsiteX1328" fmla="*/ 249179 w 316391"/>
                <a:gd name="connsiteY1328" fmla="*/ 308195 h 459014"/>
                <a:gd name="connsiteX1329" fmla="*/ 249179 w 316391"/>
                <a:gd name="connsiteY1329" fmla="*/ 308195 h 459014"/>
                <a:gd name="connsiteX1330" fmla="*/ 249179 w 316391"/>
                <a:gd name="connsiteY1330" fmla="*/ 308195 h 459014"/>
                <a:gd name="connsiteX1331" fmla="*/ 249179 w 316391"/>
                <a:gd name="connsiteY1331" fmla="*/ 308195 h 459014"/>
                <a:gd name="connsiteX1332" fmla="*/ 249179 w 316391"/>
                <a:gd name="connsiteY1332" fmla="*/ 308195 h 459014"/>
                <a:gd name="connsiteX1333" fmla="*/ 250818 w 316391"/>
                <a:gd name="connsiteY1333" fmla="*/ 309835 h 459014"/>
                <a:gd name="connsiteX1334" fmla="*/ 250818 w 316391"/>
                <a:gd name="connsiteY1334" fmla="*/ 309835 h 459014"/>
                <a:gd name="connsiteX1335" fmla="*/ 250818 w 316391"/>
                <a:gd name="connsiteY1335" fmla="*/ 309835 h 459014"/>
                <a:gd name="connsiteX1336" fmla="*/ 250818 w 316391"/>
                <a:gd name="connsiteY1336" fmla="*/ 309835 h 459014"/>
                <a:gd name="connsiteX1337" fmla="*/ 250818 w 316391"/>
                <a:gd name="connsiteY1337" fmla="*/ 309835 h 459014"/>
                <a:gd name="connsiteX1338" fmla="*/ 250818 w 316391"/>
                <a:gd name="connsiteY1338" fmla="*/ 309835 h 459014"/>
                <a:gd name="connsiteX1339" fmla="*/ 252458 w 316391"/>
                <a:gd name="connsiteY1339" fmla="*/ 309835 h 459014"/>
                <a:gd name="connsiteX1340" fmla="*/ 252458 w 316391"/>
                <a:gd name="connsiteY1340" fmla="*/ 311474 h 459014"/>
                <a:gd name="connsiteX1341" fmla="*/ 252458 w 316391"/>
                <a:gd name="connsiteY1341" fmla="*/ 311474 h 459014"/>
                <a:gd name="connsiteX1342" fmla="*/ 252458 w 316391"/>
                <a:gd name="connsiteY1342" fmla="*/ 311474 h 459014"/>
                <a:gd name="connsiteX1343" fmla="*/ 252458 w 316391"/>
                <a:gd name="connsiteY1343" fmla="*/ 311474 h 459014"/>
                <a:gd name="connsiteX1344" fmla="*/ 252458 w 316391"/>
                <a:gd name="connsiteY1344" fmla="*/ 311474 h 459014"/>
                <a:gd name="connsiteX1345" fmla="*/ 254097 w 316391"/>
                <a:gd name="connsiteY1345" fmla="*/ 311474 h 459014"/>
                <a:gd name="connsiteX1346" fmla="*/ 254097 w 316391"/>
                <a:gd name="connsiteY1346" fmla="*/ 311474 h 459014"/>
                <a:gd name="connsiteX1347" fmla="*/ 254097 w 316391"/>
                <a:gd name="connsiteY1347" fmla="*/ 313113 h 459014"/>
                <a:gd name="connsiteX1348" fmla="*/ 254097 w 316391"/>
                <a:gd name="connsiteY1348" fmla="*/ 313113 h 459014"/>
                <a:gd name="connsiteX1349" fmla="*/ 254097 w 316391"/>
                <a:gd name="connsiteY1349" fmla="*/ 313113 h 459014"/>
                <a:gd name="connsiteX1350" fmla="*/ 254097 w 316391"/>
                <a:gd name="connsiteY1350" fmla="*/ 313113 h 459014"/>
                <a:gd name="connsiteX1351" fmla="*/ 254097 w 316391"/>
                <a:gd name="connsiteY1351" fmla="*/ 313113 h 459014"/>
                <a:gd name="connsiteX1352" fmla="*/ 254097 w 316391"/>
                <a:gd name="connsiteY1352" fmla="*/ 314753 h 459014"/>
                <a:gd name="connsiteX1353" fmla="*/ 254097 w 316391"/>
                <a:gd name="connsiteY1353" fmla="*/ 314753 h 459014"/>
                <a:gd name="connsiteX1354" fmla="*/ 255737 w 316391"/>
                <a:gd name="connsiteY1354" fmla="*/ 314753 h 459014"/>
                <a:gd name="connsiteX1355" fmla="*/ 255737 w 316391"/>
                <a:gd name="connsiteY1355" fmla="*/ 314753 h 459014"/>
                <a:gd name="connsiteX1356" fmla="*/ 255737 w 316391"/>
                <a:gd name="connsiteY1356" fmla="*/ 314753 h 459014"/>
                <a:gd name="connsiteX1357" fmla="*/ 255737 w 316391"/>
                <a:gd name="connsiteY1357" fmla="*/ 314753 h 459014"/>
                <a:gd name="connsiteX1358" fmla="*/ 255737 w 316391"/>
                <a:gd name="connsiteY1358" fmla="*/ 314753 h 459014"/>
                <a:gd name="connsiteX1359" fmla="*/ 255737 w 316391"/>
                <a:gd name="connsiteY1359" fmla="*/ 314753 h 459014"/>
                <a:gd name="connsiteX1360" fmla="*/ 255737 w 316391"/>
                <a:gd name="connsiteY1360" fmla="*/ 314753 h 459014"/>
                <a:gd name="connsiteX1361" fmla="*/ 255737 w 316391"/>
                <a:gd name="connsiteY1361" fmla="*/ 313113 h 459014"/>
                <a:gd name="connsiteX1362" fmla="*/ 254097 w 316391"/>
                <a:gd name="connsiteY1362" fmla="*/ 313113 h 459014"/>
                <a:gd name="connsiteX1363" fmla="*/ 254097 w 316391"/>
                <a:gd name="connsiteY1363" fmla="*/ 311474 h 459014"/>
                <a:gd name="connsiteX1364" fmla="*/ 254097 w 316391"/>
                <a:gd name="connsiteY1364" fmla="*/ 309835 h 459014"/>
                <a:gd name="connsiteX1365" fmla="*/ 254097 w 316391"/>
                <a:gd name="connsiteY1365" fmla="*/ 309835 h 459014"/>
                <a:gd name="connsiteX1366" fmla="*/ 254097 w 316391"/>
                <a:gd name="connsiteY1366" fmla="*/ 309835 h 459014"/>
                <a:gd name="connsiteX1367" fmla="*/ 254097 w 316391"/>
                <a:gd name="connsiteY1367" fmla="*/ 309835 h 459014"/>
                <a:gd name="connsiteX1368" fmla="*/ 252458 w 316391"/>
                <a:gd name="connsiteY1368" fmla="*/ 309835 h 459014"/>
                <a:gd name="connsiteX1369" fmla="*/ 252458 w 316391"/>
                <a:gd name="connsiteY1369" fmla="*/ 308195 h 459014"/>
                <a:gd name="connsiteX1370" fmla="*/ 252458 w 316391"/>
                <a:gd name="connsiteY1370" fmla="*/ 308195 h 459014"/>
                <a:gd name="connsiteX1371" fmla="*/ 252458 w 316391"/>
                <a:gd name="connsiteY1371" fmla="*/ 308195 h 459014"/>
                <a:gd name="connsiteX1372" fmla="*/ 252458 w 316391"/>
                <a:gd name="connsiteY1372" fmla="*/ 308195 h 459014"/>
                <a:gd name="connsiteX1373" fmla="*/ 252458 w 316391"/>
                <a:gd name="connsiteY1373" fmla="*/ 308195 h 459014"/>
                <a:gd name="connsiteX1374" fmla="*/ 252458 w 316391"/>
                <a:gd name="connsiteY1374" fmla="*/ 308195 h 459014"/>
                <a:gd name="connsiteX1375" fmla="*/ 252458 w 316391"/>
                <a:gd name="connsiteY1375" fmla="*/ 308195 h 459014"/>
                <a:gd name="connsiteX1376" fmla="*/ 252458 w 316391"/>
                <a:gd name="connsiteY1376" fmla="*/ 308195 h 459014"/>
                <a:gd name="connsiteX1377" fmla="*/ 252458 w 316391"/>
                <a:gd name="connsiteY1377" fmla="*/ 308195 h 459014"/>
                <a:gd name="connsiteX1378" fmla="*/ 254097 w 316391"/>
                <a:gd name="connsiteY1378" fmla="*/ 308195 h 459014"/>
                <a:gd name="connsiteX1379" fmla="*/ 254097 w 316391"/>
                <a:gd name="connsiteY1379" fmla="*/ 306556 h 459014"/>
                <a:gd name="connsiteX1380" fmla="*/ 254097 w 316391"/>
                <a:gd name="connsiteY1380" fmla="*/ 306556 h 459014"/>
                <a:gd name="connsiteX1381" fmla="*/ 254097 w 316391"/>
                <a:gd name="connsiteY1381" fmla="*/ 308195 h 459014"/>
                <a:gd name="connsiteX1382" fmla="*/ 254097 w 316391"/>
                <a:gd name="connsiteY1382" fmla="*/ 308195 h 459014"/>
                <a:gd name="connsiteX1383" fmla="*/ 254097 w 316391"/>
                <a:gd name="connsiteY1383" fmla="*/ 308195 h 459014"/>
                <a:gd name="connsiteX1384" fmla="*/ 254097 w 316391"/>
                <a:gd name="connsiteY1384" fmla="*/ 308195 h 459014"/>
                <a:gd name="connsiteX1385" fmla="*/ 254097 w 316391"/>
                <a:gd name="connsiteY1385" fmla="*/ 308195 h 459014"/>
                <a:gd name="connsiteX1386" fmla="*/ 254097 w 316391"/>
                <a:gd name="connsiteY1386" fmla="*/ 308195 h 459014"/>
                <a:gd name="connsiteX1387" fmla="*/ 254097 w 316391"/>
                <a:gd name="connsiteY1387" fmla="*/ 308195 h 459014"/>
                <a:gd name="connsiteX1388" fmla="*/ 254097 w 316391"/>
                <a:gd name="connsiteY1388" fmla="*/ 309835 h 459014"/>
                <a:gd name="connsiteX1389" fmla="*/ 254097 w 316391"/>
                <a:gd name="connsiteY1389" fmla="*/ 309835 h 459014"/>
                <a:gd name="connsiteX1390" fmla="*/ 254097 w 316391"/>
                <a:gd name="connsiteY1390" fmla="*/ 309835 h 459014"/>
                <a:gd name="connsiteX1391" fmla="*/ 254097 w 316391"/>
                <a:gd name="connsiteY1391" fmla="*/ 308195 h 459014"/>
                <a:gd name="connsiteX1392" fmla="*/ 254097 w 316391"/>
                <a:gd name="connsiteY1392" fmla="*/ 308195 h 459014"/>
                <a:gd name="connsiteX1393" fmla="*/ 254097 w 316391"/>
                <a:gd name="connsiteY1393" fmla="*/ 308195 h 459014"/>
                <a:gd name="connsiteX1394" fmla="*/ 254097 w 316391"/>
                <a:gd name="connsiteY1394" fmla="*/ 308195 h 459014"/>
                <a:gd name="connsiteX1395" fmla="*/ 254097 w 316391"/>
                <a:gd name="connsiteY1395" fmla="*/ 309835 h 459014"/>
                <a:gd name="connsiteX1396" fmla="*/ 254097 w 316391"/>
                <a:gd name="connsiteY1396" fmla="*/ 309835 h 459014"/>
                <a:gd name="connsiteX1397" fmla="*/ 255737 w 316391"/>
                <a:gd name="connsiteY1397" fmla="*/ 309835 h 459014"/>
                <a:gd name="connsiteX1398" fmla="*/ 255737 w 316391"/>
                <a:gd name="connsiteY1398" fmla="*/ 309835 h 459014"/>
                <a:gd name="connsiteX1399" fmla="*/ 255737 w 316391"/>
                <a:gd name="connsiteY1399" fmla="*/ 309835 h 459014"/>
                <a:gd name="connsiteX1400" fmla="*/ 255737 w 316391"/>
                <a:gd name="connsiteY1400" fmla="*/ 309835 h 459014"/>
                <a:gd name="connsiteX1401" fmla="*/ 255737 w 316391"/>
                <a:gd name="connsiteY1401" fmla="*/ 309835 h 459014"/>
                <a:gd name="connsiteX1402" fmla="*/ 255737 w 316391"/>
                <a:gd name="connsiteY1402" fmla="*/ 309835 h 459014"/>
                <a:gd name="connsiteX1403" fmla="*/ 255737 w 316391"/>
                <a:gd name="connsiteY1403" fmla="*/ 309835 h 459014"/>
                <a:gd name="connsiteX1404" fmla="*/ 257376 w 316391"/>
                <a:gd name="connsiteY1404" fmla="*/ 309835 h 459014"/>
                <a:gd name="connsiteX1405" fmla="*/ 257376 w 316391"/>
                <a:gd name="connsiteY1405" fmla="*/ 309835 h 459014"/>
                <a:gd name="connsiteX1406" fmla="*/ 257376 w 316391"/>
                <a:gd name="connsiteY1406" fmla="*/ 308195 h 459014"/>
                <a:gd name="connsiteX1407" fmla="*/ 257376 w 316391"/>
                <a:gd name="connsiteY1407" fmla="*/ 308195 h 459014"/>
                <a:gd name="connsiteX1408" fmla="*/ 257376 w 316391"/>
                <a:gd name="connsiteY1408" fmla="*/ 308195 h 459014"/>
                <a:gd name="connsiteX1409" fmla="*/ 257376 w 316391"/>
                <a:gd name="connsiteY1409" fmla="*/ 308195 h 459014"/>
                <a:gd name="connsiteX1410" fmla="*/ 257376 w 316391"/>
                <a:gd name="connsiteY1410" fmla="*/ 308195 h 459014"/>
                <a:gd name="connsiteX1411" fmla="*/ 257376 w 316391"/>
                <a:gd name="connsiteY1411" fmla="*/ 308195 h 459014"/>
                <a:gd name="connsiteX1412" fmla="*/ 257376 w 316391"/>
                <a:gd name="connsiteY1412" fmla="*/ 309835 h 459014"/>
                <a:gd name="connsiteX1413" fmla="*/ 257376 w 316391"/>
                <a:gd name="connsiteY1413" fmla="*/ 309835 h 459014"/>
                <a:gd name="connsiteX1414" fmla="*/ 257376 w 316391"/>
                <a:gd name="connsiteY1414" fmla="*/ 308195 h 459014"/>
                <a:gd name="connsiteX1415" fmla="*/ 257376 w 316391"/>
                <a:gd name="connsiteY1415" fmla="*/ 308195 h 459014"/>
                <a:gd name="connsiteX1416" fmla="*/ 259015 w 316391"/>
                <a:gd name="connsiteY1416" fmla="*/ 308195 h 459014"/>
                <a:gd name="connsiteX1417" fmla="*/ 259015 w 316391"/>
                <a:gd name="connsiteY1417" fmla="*/ 308195 h 459014"/>
                <a:gd name="connsiteX1418" fmla="*/ 259015 w 316391"/>
                <a:gd name="connsiteY1418" fmla="*/ 308195 h 459014"/>
                <a:gd name="connsiteX1419" fmla="*/ 259015 w 316391"/>
                <a:gd name="connsiteY1419" fmla="*/ 308195 h 459014"/>
                <a:gd name="connsiteX1420" fmla="*/ 259015 w 316391"/>
                <a:gd name="connsiteY1420" fmla="*/ 309835 h 459014"/>
                <a:gd name="connsiteX1421" fmla="*/ 259015 w 316391"/>
                <a:gd name="connsiteY1421" fmla="*/ 309835 h 459014"/>
                <a:gd name="connsiteX1422" fmla="*/ 259015 w 316391"/>
                <a:gd name="connsiteY1422" fmla="*/ 309835 h 459014"/>
                <a:gd name="connsiteX1423" fmla="*/ 259015 w 316391"/>
                <a:gd name="connsiteY1423" fmla="*/ 309835 h 459014"/>
                <a:gd name="connsiteX1424" fmla="*/ 259015 w 316391"/>
                <a:gd name="connsiteY1424" fmla="*/ 309835 h 459014"/>
                <a:gd name="connsiteX1425" fmla="*/ 259015 w 316391"/>
                <a:gd name="connsiteY1425" fmla="*/ 309835 h 459014"/>
                <a:gd name="connsiteX1426" fmla="*/ 260654 w 316391"/>
                <a:gd name="connsiteY1426" fmla="*/ 309835 h 459014"/>
                <a:gd name="connsiteX1427" fmla="*/ 260654 w 316391"/>
                <a:gd name="connsiteY1427" fmla="*/ 309835 h 459014"/>
                <a:gd name="connsiteX1428" fmla="*/ 260654 w 316391"/>
                <a:gd name="connsiteY1428" fmla="*/ 309835 h 459014"/>
                <a:gd name="connsiteX1429" fmla="*/ 260654 w 316391"/>
                <a:gd name="connsiteY1429" fmla="*/ 309835 h 459014"/>
                <a:gd name="connsiteX1430" fmla="*/ 260654 w 316391"/>
                <a:gd name="connsiteY1430" fmla="*/ 309835 h 459014"/>
                <a:gd name="connsiteX1431" fmla="*/ 260654 w 316391"/>
                <a:gd name="connsiteY1431" fmla="*/ 309835 h 459014"/>
                <a:gd name="connsiteX1432" fmla="*/ 260654 w 316391"/>
                <a:gd name="connsiteY1432" fmla="*/ 309835 h 459014"/>
                <a:gd name="connsiteX1433" fmla="*/ 260654 w 316391"/>
                <a:gd name="connsiteY1433" fmla="*/ 309835 h 459014"/>
                <a:gd name="connsiteX1434" fmla="*/ 260654 w 316391"/>
                <a:gd name="connsiteY1434" fmla="*/ 309835 h 459014"/>
                <a:gd name="connsiteX1435" fmla="*/ 260654 w 316391"/>
                <a:gd name="connsiteY1435" fmla="*/ 308195 h 459014"/>
                <a:gd name="connsiteX1436" fmla="*/ 260654 w 316391"/>
                <a:gd name="connsiteY1436" fmla="*/ 308195 h 459014"/>
                <a:gd name="connsiteX1437" fmla="*/ 262294 w 316391"/>
                <a:gd name="connsiteY1437" fmla="*/ 308195 h 459014"/>
                <a:gd name="connsiteX1438" fmla="*/ 262294 w 316391"/>
                <a:gd name="connsiteY1438" fmla="*/ 308195 h 459014"/>
                <a:gd name="connsiteX1439" fmla="*/ 262294 w 316391"/>
                <a:gd name="connsiteY1439" fmla="*/ 308195 h 459014"/>
                <a:gd name="connsiteX1440" fmla="*/ 262294 w 316391"/>
                <a:gd name="connsiteY1440" fmla="*/ 308195 h 459014"/>
                <a:gd name="connsiteX1441" fmla="*/ 262294 w 316391"/>
                <a:gd name="connsiteY1441" fmla="*/ 308195 h 459014"/>
                <a:gd name="connsiteX1442" fmla="*/ 262294 w 316391"/>
                <a:gd name="connsiteY1442" fmla="*/ 308195 h 459014"/>
                <a:gd name="connsiteX1443" fmla="*/ 262294 w 316391"/>
                <a:gd name="connsiteY1443" fmla="*/ 308195 h 459014"/>
                <a:gd name="connsiteX1444" fmla="*/ 263933 w 316391"/>
                <a:gd name="connsiteY1444" fmla="*/ 308195 h 459014"/>
                <a:gd name="connsiteX1445" fmla="*/ 263933 w 316391"/>
                <a:gd name="connsiteY1445" fmla="*/ 308195 h 459014"/>
                <a:gd name="connsiteX1446" fmla="*/ 263933 w 316391"/>
                <a:gd name="connsiteY1446" fmla="*/ 308195 h 459014"/>
                <a:gd name="connsiteX1447" fmla="*/ 263933 w 316391"/>
                <a:gd name="connsiteY1447" fmla="*/ 308195 h 459014"/>
                <a:gd name="connsiteX1448" fmla="*/ 263933 w 316391"/>
                <a:gd name="connsiteY1448" fmla="*/ 309835 h 459014"/>
                <a:gd name="connsiteX1449" fmla="*/ 263933 w 316391"/>
                <a:gd name="connsiteY1449" fmla="*/ 309835 h 459014"/>
                <a:gd name="connsiteX1450" fmla="*/ 265572 w 316391"/>
                <a:gd name="connsiteY1450" fmla="*/ 309835 h 459014"/>
                <a:gd name="connsiteX1451" fmla="*/ 265572 w 316391"/>
                <a:gd name="connsiteY1451" fmla="*/ 309835 h 459014"/>
                <a:gd name="connsiteX1452" fmla="*/ 265572 w 316391"/>
                <a:gd name="connsiteY1452" fmla="*/ 309835 h 459014"/>
                <a:gd name="connsiteX1453" fmla="*/ 265572 w 316391"/>
                <a:gd name="connsiteY1453" fmla="*/ 309835 h 459014"/>
                <a:gd name="connsiteX1454" fmla="*/ 265572 w 316391"/>
                <a:gd name="connsiteY1454" fmla="*/ 309835 h 459014"/>
                <a:gd name="connsiteX1455" fmla="*/ 265572 w 316391"/>
                <a:gd name="connsiteY1455" fmla="*/ 309835 h 459014"/>
                <a:gd name="connsiteX1456" fmla="*/ 267212 w 316391"/>
                <a:gd name="connsiteY1456" fmla="*/ 309835 h 459014"/>
                <a:gd name="connsiteX1457" fmla="*/ 267212 w 316391"/>
                <a:gd name="connsiteY1457" fmla="*/ 309835 h 459014"/>
                <a:gd name="connsiteX1458" fmla="*/ 267212 w 316391"/>
                <a:gd name="connsiteY1458" fmla="*/ 309835 h 459014"/>
                <a:gd name="connsiteX1459" fmla="*/ 267212 w 316391"/>
                <a:gd name="connsiteY1459" fmla="*/ 309835 h 459014"/>
                <a:gd name="connsiteX1460" fmla="*/ 267212 w 316391"/>
                <a:gd name="connsiteY1460" fmla="*/ 309835 h 459014"/>
                <a:gd name="connsiteX1461" fmla="*/ 268851 w 316391"/>
                <a:gd name="connsiteY1461" fmla="*/ 309835 h 459014"/>
                <a:gd name="connsiteX1462" fmla="*/ 268851 w 316391"/>
                <a:gd name="connsiteY1462" fmla="*/ 309835 h 459014"/>
                <a:gd name="connsiteX1463" fmla="*/ 268851 w 316391"/>
                <a:gd name="connsiteY1463" fmla="*/ 309835 h 459014"/>
                <a:gd name="connsiteX1464" fmla="*/ 268851 w 316391"/>
                <a:gd name="connsiteY1464" fmla="*/ 309835 h 459014"/>
                <a:gd name="connsiteX1465" fmla="*/ 268851 w 316391"/>
                <a:gd name="connsiteY1465" fmla="*/ 309835 h 459014"/>
                <a:gd name="connsiteX1466" fmla="*/ 270491 w 316391"/>
                <a:gd name="connsiteY1466" fmla="*/ 309835 h 459014"/>
                <a:gd name="connsiteX1467" fmla="*/ 270491 w 316391"/>
                <a:gd name="connsiteY1467" fmla="*/ 309835 h 459014"/>
                <a:gd name="connsiteX1468" fmla="*/ 270491 w 316391"/>
                <a:gd name="connsiteY1468" fmla="*/ 309835 h 459014"/>
                <a:gd name="connsiteX1469" fmla="*/ 270491 w 316391"/>
                <a:gd name="connsiteY1469" fmla="*/ 309835 h 459014"/>
                <a:gd name="connsiteX1470" fmla="*/ 270491 w 316391"/>
                <a:gd name="connsiteY1470" fmla="*/ 309835 h 459014"/>
                <a:gd name="connsiteX1471" fmla="*/ 270491 w 316391"/>
                <a:gd name="connsiteY1471" fmla="*/ 309835 h 459014"/>
                <a:gd name="connsiteX1472" fmla="*/ 270491 w 316391"/>
                <a:gd name="connsiteY1472" fmla="*/ 309835 h 459014"/>
                <a:gd name="connsiteX1473" fmla="*/ 270491 w 316391"/>
                <a:gd name="connsiteY1473" fmla="*/ 309835 h 459014"/>
                <a:gd name="connsiteX1474" fmla="*/ 270491 w 316391"/>
                <a:gd name="connsiteY1474" fmla="*/ 309835 h 459014"/>
                <a:gd name="connsiteX1475" fmla="*/ 270491 w 316391"/>
                <a:gd name="connsiteY1475" fmla="*/ 309835 h 459014"/>
                <a:gd name="connsiteX1476" fmla="*/ 270491 w 316391"/>
                <a:gd name="connsiteY1476" fmla="*/ 309835 h 459014"/>
                <a:gd name="connsiteX1477" fmla="*/ 270491 w 316391"/>
                <a:gd name="connsiteY1477" fmla="*/ 309835 h 459014"/>
                <a:gd name="connsiteX1478" fmla="*/ 270491 w 316391"/>
                <a:gd name="connsiteY1478" fmla="*/ 309835 h 459014"/>
                <a:gd name="connsiteX1479" fmla="*/ 270491 w 316391"/>
                <a:gd name="connsiteY1479" fmla="*/ 309835 h 459014"/>
                <a:gd name="connsiteX1480" fmla="*/ 270491 w 316391"/>
                <a:gd name="connsiteY1480" fmla="*/ 309835 h 459014"/>
                <a:gd name="connsiteX1481" fmla="*/ 270491 w 316391"/>
                <a:gd name="connsiteY1481" fmla="*/ 309835 h 459014"/>
                <a:gd name="connsiteX1482" fmla="*/ 272130 w 316391"/>
                <a:gd name="connsiteY1482" fmla="*/ 309835 h 459014"/>
                <a:gd name="connsiteX1483" fmla="*/ 272130 w 316391"/>
                <a:gd name="connsiteY1483" fmla="*/ 309835 h 459014"/>
                <a:gd name="connsiteX1484" fmla="*/ 272130 w 316391"/>
                <a:gd name="connsiteY1484" fmla="*/ 309835 h 459014"/>
                <a:gd name="connsiteX1485" fmla="*/ 272130 w 316391"/>
                <a:gd name="connsiteY1485" fmla="*/ 309835 h 459014"/>
                <a:gd name="connsiteX1486" fmla="*/ 272130 w 316391"/>
                <a:gd name="connsiteY1486" fmla="*/ 309835 h 459014"/>
                <a:gd name="connsiteX1487" fmla="*/ 272130 w 316391"/>
                <a:gd name="connsiteY1487" fmla="*/ 309835 h 459014"/>
                <a:gd name="connsiteX1488" fmla="*/ 272130 w 316391"/>
                <a:gd name="connsiteY1488" fmla="*/ 309835 h 459014"/>
                <a:gd name="connsiteX1489" fmla="*/ 272130 w 316391"/>
                <a:gd name="connsiteY1489" fmla="*/ 309835 h 459014"/>
                <a:gd name="connsiteX1490" fmla="*/ 272130 w 316391"/>
                <a:gd name="connsiteY1490" fmla="*/ 309835 h 459014"/>
                <a:gd name="connsiteX1491" fmla="*/ 273769 w 316391"/>
                <a:gd name="connsiteY1491" fmla="*/ 309835 h 459014"/>
                <a:gd name="connsiteX1492" fmla="*/ 273769 w 316391"/>
                <a:gd name="connsiteY1492" fmla="*/ 309835 h 459014"/>
                <a:gd name="connsiteX1493" fmla="*/ 273769 w 316391"/>
                <a:gd name="connsiteY1493" fmla="*/ 309835 h 459014"/>
                <a:gd name="connsiteX1494" fmla="*/ 272130 w 316391"/>
                <a:gd name="connsiteY1494" fmla="*/ 309835 h 459014"/>
                <a:gd name="connsiteX1495" fmla="*/ 272130 w 316391"/>
                <a:gd name="connsiteY1495" fmla="*/ 309835 h 459014"/>
                <a:gd name="connsiteX1496" fmla="*/ 272130 w 316391"/>
                <a:gd name="connsiteY1496" fmla="*/ 311474 h 459014"/>
                <a:gd name="connsiteX1497" fmla="*/ 273769 w 316391"/>
                <a:gd name="connsiteY1497" fmla="*/ 311474 h 459014"/>
                <a:gd name="connsiteX1498" fmla="*/ 273769 w 316391"/>
                <a:gd name="connsiteY1498" fmla="*/ 311474 h 459014"/>
                <a:gd name="connsiteX1499" fmla="*/ 273769 w 316391"/>
                <a:gd name="connsiteY1499" fmla="*/ 311474 h 459014"/>
                <a:gd name="connsiteX1500" fmla="*/ 273769 w 316391"/>
                <a:gd name="connsiteY1500" fmla="*/ 311474 h 459014"/>
                <a:gd name="connsiteX1501" fmla="*/ 275408 w 316391"/>
                <a:gd name="connsiteY1501" fmla="*/ 311474 h 459014"/>
                <a:gd name="connsiteX1502" fmla="*/ 275408 w 316391"/>
                <a:gd name="connsiteY1502" fmla="*/ 311474 h 459014"/>
                <a:gd name="connsiteX1503" fmla="*/ 275408 w 316391"/>
                <a:gd name="connsiteY1503" fmla="*/ 311474 h 459014"/>
                <a:gd name="connsiteX1504" fmla="*/ 275408 w 316391"/>
                <a:gd name="connsiteY1504" fmla="*/ 311474 h 459014"/>
                <a:gd name="connsiteX1505" fmla="*/ 275408 w 316391"/>
                <a:gd name="connsiteY1505" fmla="*/ 311474 h 459014"/>
                <a:gd name="connsiteX1506" fmla="*/ 275408 w 316391"/>
                <a:gd name="connsiteY1506" fmla="*/ 311474 h 459014"/>
                <a:gd name="connsiteX1507" fmla="*/ 275408 w 316391"/>
                <a:gd name="connsiteY1507" fmla="*/ 311474 h 459014"/>
                <a:gd name="connsiteX1508" fmla="*/ 275408 w 316391"/>
                <a:gd name="connsiteY1508" fmla="*/ 313113 h 459014"/>
                <a:gd name="connsiteX1509" fmla="*/ 275408 w 316391"/>
                <a:gd name="connsiteY1509" fmla="*/ 313113 h 459014"/>
                <a:gd name="connsiteX1510" fmla="*/ 275408 w 316391"/>
                <a:gd name="connsiteY1510" fmla="*/ 313113 h 459014"/>
                <a:gd name="connsiteX1511" fmla="*/ 275408 w 316391"/>
                <a:gd name="connsiteY1511" fmla="*/ 313113 h 459014"/>
                <a:gd name="connsiteX1512" fmla="*/ 275408 w 316391"/>
                <a:gd name="connsiteY1512" fmla="*/ 313113 h 459014"/>
                <a:gd name="connsiteX1513" fmla="*/ 275408 w 316391"/>
                <a:gd name="connsiteY1513" fmla="*/ 313113 h 459014"/>
                <a:gd name="connsiteX1514" fmla="*/ 275408 w 316391"/>
                <a:gd name="connsiteY1514" fmla="*/ 313113 h 459014"/>
                <a:gd name="connsiteX1515" fmla="*/ 275408 w 316391"/>
                <a:gd name="connsiteY1515" fmla="*/ 313113 h 459014"/>
                <a:gd name="connsiteX1516" fmla="*/ 275408 w 316391"/>
                <a:gd name="connsiteY1516" fmla="*/ 314753 h 459014"/>
                <a:gd name="connsiteX1517" fmla="*/ 275408 w 316391"/>
                <a:gd name="connsiteY1517" fmla="*/ 314753 h 459014"/>
                <a:gd name="connsiteX1518" fmla="*/ 275408 w 316391"/>
                <a:gd name="connsiteY1518" fmla="*/ 314753 h 459014"/>
                <a:gd name="connsiteX1519" fmla="*/ 273769 w 316391"/>
                <a:gd name="connsiteY1519" fmla="*/ 314753 h 459014"/>
                <a:gd name="connsiteX1520" fmla="*/ 273769 w 316391"/>
                <a:gd name="connsiteY1520" fmla="*/ 314753 h 459014"/>
                <a:gd name="connsiteX1521" fmla="*/ 273769 w 316391"/>
                <a:gd name="connsiteY1521" fmla="*/ 316392 h 459014"/>
                <a:gd name="connsiteX1522" fmla="*/ 273769 w 316391"/>
                <a:gd name="connsiteY1522" fmla="*/ 316392 h 459014"/>
                <a:gd name="connsiteX1523" fmla="*/ 273769 w 316391"/>
                <a:gd name="connsiteY1523" fmla="*/ 316392 h 459014"/>
                <a:gd name="connsiteX1524" fmla="*/ 273769 w 316391"/>
                <a:gd name="connsiteY1524" fmla="*/ 316392 h 459014"/>
                <a:gd name="connsiteX1525" fmla="*/ 273769 w 316391"/>
                <a:gd name="connsiteY1525" fmla="*/ 316392 h 459014"/>
                <a:gd name="connsiteX1526" fmla="*/ 273769 w 316391"/>
                <a:gd name="connsiteY1526" fmla="*/ 316392 h 459014"/>
                <a:gd name="connsiteX1527" fmla="*/ 273769 w 316391"/>
                <a:gd name="connsiteY1527" fmla="*/ 316392 h 459014"/>
                <a:gd name="connsiteX1528" fmla="*/ 273769 w 316391"/>
                <a:gd name="connsiteY1528" fmla="*/ 316392 h 459014"/>
                <a:gd name="connsiteX1529" fmla="*/ 273769 w 316391"/>
                <a:gd name="connsiteY1529" fmla="*/ 318031 h 459014"/>
                <a:gd name="connsiteX1530" fmla="*/ 273769 w 316391"/>
                <a:gd name="connsiteY1530" fmla="*/ 318031 h 459014"/>
                <a:gd name="connsiteX1531" fmla="*/ 273769 w 316391"/>
                <a:gd name="connsiteY1531" fmla="*/ 318031 h 459014"/>
                <a:gd name="connsiteX1532" fmla="*/ 273769 w 316391"/>
                <a:gd name="connsiteY1532" fmla="*/ 318031 h 459014"/>
                <a:gd name="connsiteX1533" fmla="*/ 273769 w 316391"/>
                <a:gd name="connsiteY1533" fmla="*/ 318031 h 459014"/>
                <a:gd name="connsiteX1534" fmla="*/ 273769 w 316391"/>
                <a:gd name="connsiteY1534" fmla="*/ 318031 h 459014"/>
                <a:gd name="connsiteX1535" fmla="*/ 273769 w 316391"/>
                <a:gd name="connsiteY1535" fmla="*/ 319671 h 459014"/>
                <a:gd name="connsiteX1536" fmla="*/ 273769 w 316391"/>
                <a:gd name="connsiteY1536" fmla="*/ 319671 h 459014"/>
                <a:gd name="connsiteX1537" fmla="*/ 273769 w 316391"/>
                <a:gd name="connsiteY1537" fmla="*/ 319671 h 459014"/>
                <a:gd name="connsiteX1538" fmla="*/ 273769 w 316391"/>
                <a:gd name="connsiteY1538" fmla="*/ 319671 h 459014"/>
                <a:gd name="connsiteX1539" fmla="*/ 273769 w 316391"/>
                <a:gd name="connsiteY1539" fmla="*/ 319671 h 459014"/>
                <a:gd name="connsiteX1540" fmla="*/ 273769 w 316391"/>
                <a:gd name="connsiteY1540" fmla="*/ 319671 h 459014"/>
                <a:gd name="connsiteX1541" fmla="*/ 273769 w 316391"/>
                <a:gd name="connsiteY1541" fmla="*/ 319671 h 459014"/>
                <a:gd name="connsiteX1542" fmla="*/ 273769 w 316391"/>
                <a:gd name="connsiteY1542" fmla="*/ 318031 h 459014"/>
                <a:gd name="connsiteX1543" fmla="*/ 273769 w 316391"/>
                <a:gd name="connsiteY1543" fmla="*/ 318031 h 459014"/>
                <a:gd name="connsiteX1544" fmla="*/ 273769 w 316391"/>
                <a:gd name="connsiteY1544" fmla="*/ 318031 h 459014"/>
                <a:gd name="connsiteX1545" fmla="*/ 273769 w 316391"/>
                <a:gd name="connsiteY1545" fmla="*/ 318031 h 459014"/>
                <a:gd name="connsiteX1546" fmla="*/ 273769 w 316391"/>
                <a:gd name="connsiteY1546" fmla="*/ 318031 h 459014"/>
                <a:gd name="connsiteX1547" fmla="*/ 273769 w 316391"/>
                <a:gd name="connsiteY1547" fmla="*/ 319671 h 459014"/>
                <a:gd name="connsiteX1548" fmla="*/ 273769 w 316391"/>
                <a:gd name="connsiteY1548" fmla="*/ 319671 h 459014"/>
                <a:gd name="connsiteX1549" fmla="*/ 273769 w 316391"/>
                <a:gd name="connsiteY1549" fmla="*/ 319671 h 459014"/>
                <a:gd name="connsiteX1550" fmla="*/ 273769 w 316391"/>
                <a:gd name="connsiteY1550" fmla="*/ 319671 h 459014"/>
                <a:gd name="connsiteX1551" fmla="*/ 273769 w 316391"/>
                <a:gd name="connsiteY1551" fmla="*/ 321310 h 459014"/>
                <a:gd name="connsiteX1552" fmla="*/ 273769 w 316391"/>
                <a:gd name="connsiteY1552" fmla="*/ 321310 h 459014"/>
                <a:gd name="connsiteX1553" fmla="*/ 273769 w 316391"/>
                <a:gd name="connsiteY1553" fmla="*/ 321310 h 459014"/>
                <a:gd name="connsiteX1554" fmla="*/ 275408 w 316391"/>
                <a:gd name="connsiteY1554" fmla="*/ 321310 h 459014"/>
                <a:gd name="connsiteX1555" fmla="*/ 275408 w 316391"/>
                <a:gd name="connsiteY1555" fmla="*/ 321310 h 459014"/>
                <a:gd name="connsiteX1556" fmla="*/ 275408 w 316391"/>
                <a:gd name="connsiteY1556" fmla="*/ 321310 h 459014"/>
                <a:gd name="connsiteX1557" fmla="*/ 275408 w 316391"/>
                <a:gd name="connsiteY1557" fmla="*/ 322949 h 459014"/>
                <a:gd name="connsiteX1558" fmla="*/ 275408 w 316391"/>
                <a:gd name="connsiteY1558" fmla="*/ 322949 h 459014"/>
                <a:gd name="connsiteX1559" fmla="*/ 275408 w 316391"/>
                <a:gd name="connsiteY1559" fmla="*/ 322949 h 459014"/>
                <a:gd name="connsiteX1560" fmla="*/ 275408 w 316391"/>
                <a:gd name="connsiteY1560" fmla="*/ 322949 h 459014"/>
                <a:gd name="connsiteX1561" fmla="*/ 277048 w 316391"/>
                <a:gd name="connsiteY1561" fmla="*/ 322949 h 459014"/>
                <a:gd name="connsiteX1562" fmla="*/ 277048 w 316391"/>
                <a:gd name="connsiteY1562" fmla="*/ 322949 h 459014"/>
                <a:gd name="connsiteX1563" fmla="*/ 277048 w 316391"/>
                <a:gd name="connsiteY1563" fmla="*/ 322949 h 459014"/>
                <a:gd name="connsiteX1564" fmla="*/ 277048 w 316391"/>
                <a:gd name="connsiteY1564" fmla="*/ 322949 h 459014"/>
                <a:gd name="connsiteX1565" fmla="*/ 277048 w 316391"/>
                <a:gd name="connsiteY1565" fmla="*/ 322949 h 459014"/>
                <a:gd name="connsiteX1566" fmla="*/ 277048 w 316391"/>
                <a:gd name="connsiteY1566" fmla="*/ 322949 h 459014"/>
                <a:gd name="connsiteX1567" fmla="*/ 277048 w 316391"/>
                <a:gd name="connsiteY1567" fmla="*/ 324589 h 459014"/>
                <a:gd name="connsiteX1568" fmla="*/ 278687 w 316391"/>
                <a:gd name="connsiteY1568" fmla="*/ 324589 h 459014"/>
                <a:gd name="connsiteX1569" fmla="*/ 278687 w 316391"/>
                <a:gd name="connsiteY1569" fmla="*/ 324589 h 459014"/>
                <a:gd name="connsiteX1570" fmla="*/ 278687 w 316391"/>
                <a:gd name="connsiteY1570" fmla="*/ 324589 h 459014"/>
                <a:gd name="connsiteX1571" fmla="*/ 278687 w 316391"/>
                <a:gd name="connsiteY1571" fmla="*/ 324589 h 459014"/>
                <a:gd name="connsiteX1572" fmla="*/ 278687 w 316391"/>
                <a:gd name="connsiteY1572" fmla="*/ 322949 h 459014"/>
                <a:gd name="connsiteX1573" fmla="*/ 278687 w 316391"/>
                <a:gd name="connsiteY1573" fmla="*/ 322949 h 459014"/>
                <a:gd name="connsiteX1574" fmla="*/ 278687 w 316391"/>
                <a:gd name="connsiteY1574" fmla="*/ 322949 h 459014"/>
                <a:gd name="connsiteX1575" fmla="*/ 278687 w 316391"/>
                <a:gd name="connsiteY1575" fmla="*/ 322949 h 459014"/>
                <a:gd name="connsiteX1576" fmla="*/ 278687 w 316391"/>
                <a:gd name="connsiteY1576" fmla="*/ 322949 h 459014"/>
                <a:gd name="connsiteX1577" fmla="*/ 278687 w 316391"/>
                <a:gd name="connsiteY1577" fmla="*/ 322949 h 459014"/>
                <a:gd name="connsiteX1578" fmla="*/ 277048 w 316391"/>
                <a:gd name="connsiteY1578" fmla="*/ 322949 h 459014"/>
                <a:gd name="connsiteX1579" fmla="*/ 277048 w 316391"/>
                <a:gd name="connsiteY1579" fmla="*/ 322949 h 459014"/>
                <a:gd name="connsiteX1580" fmla="*/ 277048 w 316391"/>
                <a:gd name="connsiteY1580" fmla="*/ 322949 h 459014"/>
                <a:gd name="connsiteX1581" fmla="*/ 277048 w 316391"/>
                <a:gd name="connsiteY1581" fmla="*/ 321310 h 459014"/>
                <a:gd name="connsiteX1582" fmla="*/ 277048 w 316391"/>
                <a:gd name="connsiteY1582" fmla="*/ 321310 h 459014"/>
                <a:gd name="connsiteX1583" fmla="*/ 277048 w 316391"/>
                <a:gd name="connsiteY1583" fmla="*/ 321310 h 459014"/>
                <a:gd name="connsiteX1584" fmla="*/ 277048 w 316391"/>
                <a:gd name="connsiteY1584" fmla="*/ 321310 h 459014"/>
                <a:gd name="connsiteX1585" fmla="*/ 278687 w 316391"/>
                <a:gd name="connsiteY1585" fmla="*/ 322949 h 459014"/>
                <a:gd name="connsiteX1586" fmla="*/ 278687 w 316391"/>
                <a:gd name="connsiteY1586" fmla="*/ 322949 h 459014"/>
                <a:gd name="connsiteX1587" fmla="*/ 278687 w 316391"/>
                <a:gd name="connsiteY1587" fmla="*/ 322949 h 459014"/>
                <a:gd name="connsiteX1588" fmla="*/ 278687 w 316391"/>
                <a:gd name="connsiteY1588" fmla="*/ 322949 h 459014"/>
                <a:gd name="connsiteX1589" fmla="*/ 278687 w 316391"/>
                <a:gd name="connsiteY1589" fmla="*/ 322949 h 459014"/>
                <a:gd name="connsiteX1590" fmla="*/ 278687 w 316391"/>
                <a:gd name="connsiteY1590" fmla="*/ 322949 h 459014"/>
                <a:gd name="connsiteX1591" fmla="*/ 278687 w 316391"/>
                <a:gd name="connsiteY1591" fmla="*/ 322949 h 459014"/>
                <a:gd name="connsiteX1592" fmla="*/ 278687 w 316391"/>
                <a:gd name="connsiteY1592" fmla="*/ 322949 h 459014"/>
                <a:gd name="connsiteX1593" fmla="*/ 278687 w 316391"/>
                <a:gd name="connsiteY1593" fmla="*/ 322949 h 459014"/>
                <a:gd name="connsiteX1594" fmla="*/ 278687 w 316391"/>
                <a:gd name="connsiteY1594" fmla="*/ 322949 h 459014"/>
                <a:gd name="connsiteX1595" fmla="*/ 278687 w 316391"/>
                <a:gd name="connsiteY1595" fmla="*/ 322949 h 459014"/>
                <a:gd name="connsiteX1596" fmla="*/ 278687 w 316391"/>
                <a:gd name="connsiteY1596" fmla="*/ 322949 h 459014"/>
                <a:gd name="connsiteX1597" fmla="*/ 278687 w 316391"/>
                <a:gd name="connsiteY1597" fmla="*/ 322949 h 459014"/>
                <a:gd name="connsiteX1598" fmla="*/ 278687 w 316391"/>
                <a:gd name="connsiteY1598" fmla="*/ 322949 h 459014"/>
                <a:gd name="connsiteX1599" fmla="*/ 278687 w 316391"/>
                <a:gd name="connsiteY1599" fmla="*/ 322949 h 459014"/>
                <a:gd name="connsiteX1600" fmla="*/ 278687 w 316391"/>
                <a:gd name="connsiteY1600" fmla="*/ 322949 h 459014"/>
                <a:gd name="connsiteX1601" fmla="*/ 278687 w 316391"/>
                <a:gd name="connsiteY1601" fmla="*/ 322949 h 459014"/>
                <a:gd name="connsiteX1602" fmla="*/ 278687 w 316391"/>
                <a:gd name="connsiteY1602" fmla="*/ 322949 h 459014"/>
                <a:gd name="connsiteX1603" fmla="*/ 278687 w 316391"/>
                <a:gd name="connsiteY1603" fmla="*/ 322949 h 459014"/>
                <a:gd name="connsiteX1604" fmla="*/ 280327 w 316391"/>
                <a:gd name="connsiteY1604" fmla="*/ 322949 h 459014"/>
                <a:gd name="connsiteX1605" fmla="*/ 280327 w 316391"/>
                <a:gd name="connsiteY1605" fmla="*/ 322949 h 459014"/>
                <a:gd name="connsiteX1606" fmla="*/ 280327 w 316391"/>
                <a:gd name="connsiteY1606" fmla="*/ 322949 h 459014"/>
                <a:gd name="connsiteX1607" fmla="*/ 280327 w 316391"/>
                <a:gd name="connsiteY1607" fmla="*/ 322949 h 459014"/>
                <a:gd name="connsiteX1608" fmla="*/ 280327 w 316391"/>
                <a:gd name="connsiteY1608" fmla="*/ 322949 h 459014"/>
                <a:gd name="connsiteX1609" fmla="*/ 280327 w 316391"/>
                <a:gd name="connsiteY1609" fmla="*/ 322949 h 459014"/>
                <a:gd name="connsiteX1610" fmla="*/ 280327 w 316391"/>
                <a:gd name="connsiteY1610" fmla="*/ 322949 h 459014"/>
                <a:gd name="connsiteX1611" fmla="*/ 280327 w 316391"/>
                <a:gd name="connsiteY1611" fmla="*/ 324589 h 459014"/>
                <a:gd name="connsiteX1612" fmla="*/ 280327 w 316391"/>
                <a:gd name="connsiteY1612" fmla="*/ 324589 h 459014"/>
                <a:gd name="connsiteX1613" fmla="*/ 280327 w 316391"/>
                <a:gd name="connsiteY1613" fmla="*/ 324589 h 459014"/>
                <a:gd name="connsiteX1614" fmla="*/ 280327 w 316391"/>
                <a:gd name="connsiteY1614" fmla="*/ 324589 h 459014"/>
                <a:gd name="connsiteX1615" fmla="*/ 280327 w 316391"/>
                <a:gd name="connsiteY1615" fmla="*/ 324589 h 459014"/>
                <a:gd name="connsiteX1616" fmla="*/ 280327 w 316391"/>
                <a:gd name="connsiteY1616" fmla="*/ 324589 h 459014"/>
                <a:gd name="connsiteX1617" fmla="*/ 280327 w 316391"/>
                <a:gd name="connsiteY1617" fmla="*/ 324589 h 459014"/>
                <a:gd name="connsiteX1618" fmla="*/ 280327 w 316391"/>
                <a:gd name="connsiteY1618" fmla="*/ 324589 h 459014"/>
                <a:gd name="connsiteX1619" fmla="*/ 280327 w 316391"/>
                <a:gd name="connsiteY1619" fmla="*/ 324589 h 459014"/>
                <a:gd name="connsiteX1620" fmla="*/ 280327 w 316391"/>
                <a:gd name="connsiteY1620" fmla="*/ 324589 h 459014"/>
                <a:gd name="connsiteX1621" fmla="*/ 280327 w 316391"/>
                <a:gd name="connsiteY1621" fmla="*/ 324589 h 459014"/>
                <a:gd name="connsiteX1622" fmla="*/ 280327 w 316391"/>
                <a:gd name="connsiteY1622" fmla="*/ 324589 h 459014"/>
                <a:gd name="connsiteX1623" fmla="*/ 280327 w 316391"/>
                <a:gd name="connsiteY1623" fmla="*/ 324589 h 459014"/>
                <a:gd name="connsiteX1624" fmla="*/ 281966 w 316391"/>
                <a:gd name="connsiteY1624" fmla="*/ 324589 h 459014"/>
                <a:gd name="connsiteX1625" fmla="*/ 281966 w 316391"/>
                <a:gd name="connsiteY1625" fmla="*/ 324589 h 459014"/>
                <a:gd name="connsiteX1626" fmla="*/ 281966 w 316391"/>
                <a:gd name="connsiteY1626" fmla="*/ 324589 h 459014"/>
                <a:gd name="connsiteX1627" fmla="*/ 281966 w 316391"/>
                <a:gd name="connsiteY1627" fmla="*/ 324589 h 459014"/>
                <a:gd name="connsiteX1628" fmla="*/ 281966 w 316391"/>
                <a:gd name="connsiteY1628" fmla="*/ 324589 h 459014"/>
                <a:gd name="connsiteX1629" fmla="*/ 280327 w 316391"/>
                <a:gd name="connsiteY1629" fmla="*/ 324589 h 459014"/>
                <a:gd name="connsiteX1630" fmla="*/ 280327 w 316391"/>
                <a:gd name="connsiteY1630" fmla="*/ 324589 h 459014"/>
                <a:gd name="connsiteX1631" fmla="*/ 280327 w 316391"/>
                <a:gd name="connsiteY1631" fmla="*/ 324589 h 459014"/>
                <a:gd name="connsiteX1632" fmla="*/ 280327 w 316391"/>
                <a:gd name="connsiteY1632" fmla="*/ 322949 h 459014"/>
                <a:gd name="connsiteX1633" fmla="*/ 281966 w 316391"/>
                <a:gd name="connsiteY1633" fmla="*/ 322949 h 459014"/>
                <a:gd name="connsiteX1634" fmla="*/ 281966 w 316391"/>
                <a:gd name="connsiteY1634" fmla="*/ 324589 h 459014"/>
                <a:gd name="connsiteX1635" fmla="*/ 281966 w 316391"/>
                <a:gd name="connsiteY1635" fmla="*/ 324589 h 459014"/>
                <a:gd name="connsiteX1636" fmla="*/ 281966 w 316391"/>
                <a:gd name="connsiteY1636" fmla="*/ 324589 h 459014"/>
                <a:gd name="connsiteX1637" fmla="*/ 281966 w 316391"/>
                <a:gd name="connsiteY1637" fmla="*/ 324589 h 459014"/>
                <a:gd name="connsiteX1638" fmla="*/ 281966 w 316391"/>
                <a:gd name="connsiteY1638" fmla="*/ 324589 h 459014"/>
                <a:gd name="connsiteX1639" fmla="*/ 281966 w 316391"/>
                <a:gd name="connsiteY1639" fmla="*/ 324589 h 459014"/>
                <a:gd name="connsiteX1640" fmla="*/ 281966 w 316391"/>
                <a:gd name="connsiteY1640" fmla="*/ 324589 h 459014"/>
                <a:gd name="connsiteX1641" fmla="*/ 281966 w 316391"/>
                <a:gd name="connsiteY1641" fmla="*/ 324589 h 459014"/>
                <a:gd name="connsiteX1642" fmla="*/ 281966 w 316391"/>
                <a:gd name="connsiteY1642" fmla="*/ 324589 h 459014"/>
                <a:gd name="connsiteX1643" fmla="*/ 280327 w 316391"/>
                <a:gd name="connsiteY1643" fmla="*/ 326228 h 459014"/>
                <a:gd name="connsiteX1644" fmla="*/ 280327 w 316391"/>
                <a:gd name="connsiteY1644" fmla="*/ 326228 h 459014"/>
                <a:gd name="connsiteX1645" fmla="*/ 280327 w 316391"/>
                <a:gd name="connsiteY1645" fmla="*/ 326228 h 459014"/>
                <a:gd name="connsiteX1646" fmla="*/ 281966 w 316391"/>
                <a:gd name="connsiteY1646" fmla="*/ 326228 h 459014"/>
                <a:gd name="connsiteX1647" fmla="*/ 281966 w 316391"/>
                <a:gd name="connsiteY1647" fmla="*/ 326228 h 459014"/>
                <a:gd name="connsiteX1648" fmla="*/ 281966 w 316391"/>
                <a:gd name="connsiteY1648" fmla="*/ 326228 h 459014"/>
                <a:gd name="connsiteX1649" fmla="*/ 281966 w 316391"/>
                <a:gd name="connsiteY1649" fmla="*/ 326228 h 459014"/>
                <a:gd name="connsiteX1650" fmla="*/ 280327 w 316391"/>
                <a:gd name="connsiteY1650" fmla="*/ 326228 h 459014"/>
                <a:gd name="connsiteX1651" fmla="*/ 280327 w 316391"/>
                <a:gd name="connsiteY1651" fmla="*/ 326228 h 459014"/>
                <a:gd name="connsiteX1652" fmla="*/ 280327 w 316391"/>
                <a:gd name="connsiteY1652" fmla="*/ 326228 h 459014"/>
                <a:gd name="connsiteX1653" fmla="*/ 280327 w 316391"/>
                <a:gd name="connsiteY1653" fmla="*/ 326228 h 459014"/>
                <a:gd name="connsiteX1654" fmla="*/ 280327 w 316391"/>
                <a:gd name="connsiteY1654" fmla="*/ 326228 h 459014"/>
                <a:gd name="connsiteX1655" fmla="*/ 280327 w 316391"/>
                <a:gd name="connsiteY1655" fmla="*/ 326228 h 459014"/>
                <a:gd name="connsiteX1656" fmla="*/ 280327 w 316391"/>
                <a:gd name="connsiteY1656" fmla="*/ 326228 h 459014"/>
                <a:gd name="connsiteX1657" fmla="*/ 280327 w 316391"/>
                <a:gd name="connsiteY1657" fmla="*/ 326228 h 459014"/>
                <a:gd name="connsiteX1658" fmla="*/ 280327 w 316391"/>
                <a:gd name="connsiteY1658" fmla="*/ 326228 h 459014"/>
                <a:gd name="connsiteX1659" fmla="*/ 280327 w 316391"/>
                <a:gd name="connsiteY1659" fmla="*/ 326228 h 459014"/>
                <a:gd name="connsiteX1660" fmla="*/ 280327 w 316391"/>
                <a:gd name="connsiteY1660" fmla="*/ 326228 h 459014"/>
                <a:gd name="connsiteX1661" fmla="*/ 280327 w 316391"/>
                <a:gd name="connsiteY1661" fmla="*/ 326228 h 459014"/>
                <a:gd name="connsiteX1662" fmla="*/ 280327 w 316391"/>
                <a:gd name="connsiteY1662" fmla="*/ 326228 h 459014"/>
                <a:gd name="connsiteX1663" fmla="*/ 280327 w 316391"/>
                <a:gd name="connsiteY1663" fmla="*/ 324589 h 459014"/>
                <a:gd name="connsiteX1664" fmla="*/ 280327 w 316391"/>
                <a:gd name="connsiteY1664" fmla="*/ 324589 h 459014"/>
                <a:gd name="connsiteX1665" fmla="*/ 280327 w 316391"/>
                <a:gd name="connsiteY1665" fmla="*/ 326228 h 459014"/>
                <a:gd name="connsiteX1666" fmla="*/ 280327 w 316391"/>
                <a:gd name="connsiteY1666" fmla="*/ 326228 h 459014"/>
                <a:gd name="connsiteX1667" fmla="*/ 280327 w 316391"/>
                <a:gd name="connsiteY1667" fmla="*/ 326228 h 459014"/>
                <a:gd name="connsiteX1668" fmla="*/ 280327 w 316391"/>
                <a:gd name="connsiteY1668" fmla="*/ 326228 h 459014"/>
                <a:gd name="connsiteX1669" fmla="*/ 280327 w 316391"/>
                <a:gd name="connsiteY1669" fmla="*/ 326228 h 459014"/>
                <a:gd name="connsiteX1670" fmla="*/ 280327 w 316391"/>
                <a:gd name="connsiteY1670" fmla="*/ 326228 h 459014"/>
                <a:gd name="connsiteX1671" fmla="*/ 280327 w 316391"/>
                <a:gd name="connsiteY1671" fmla="*/ 326228 h 459014"/>
                <a:gd name="connsiteX1672" fmla="*/ 280327 w 316391"/>
                <a:gd name="connsiteY1672" fmla="*/ 326228 h 459014"/>
                <a:gd name="connsiteX1673" fmla="*/ 280327 w 316391"/>
                <a:gd name="connsiteY1673" fmla="*/ 326228 h 459014"/>
                <a:gd name="connsiteX1674" fmla="*/ 280327 w 316391"/>
                <a:gd name="connsiteY1674" fmla="*/ 326228 h 459014"/>
                <a:gd name="connsiteX1675" fmla="*/ 280327 w 316391"/>
                <a:gd name="connsiteY1675" fmla="*/ 327867 h 459014"/>
                <a:gd name="connsiteX1676" fmla="*/ 280327 w 316391"/>
                <a:gd name="connsiteY1676" fmla="*/ 327867 h 459014"/>
                <a:gd name="connsiteX1677" fmla="*/ 280327 w 316391"/>
                <a:gd name="connsiteY1677" fmla="*/ 327867 h 459014"/>
                <a:gd name="connsiteX1678" fmla="*/ 280327 w 316391"/>
                <a:gd name="connsiteY1678" fmla="*/ 327867 h 459014"/>
                <a:gd name="connsiteX1679" fmla="*/ 280327 w 316391"/>
                <a:gd name="connsiteY1679" fmla="*/ 327867 h 459014"/>
                <a:gd name="connsiteX1680" fmla="*/ 280327 w 316391"/>
                <a:gd name="connsiteY1680" fmla="*/ 327867 h 459014"/>
                <a:gd name="connsiteX1681" fmla="*/ 281966 w 316391"/>
                <a:gd name="connsiteY1681" fmla="*/ 327867 h 459014"/>
                <a:gd name="connsiteX1682" fmla="*/ 281966 w 316391"/>
                <a:gd name="connsiteY1682" fmla="*/ 327867 h 459014"/>
                <a:gd name="connsiteX1683" fmla="*/ 281966 w 316391"/>
                <a:gd name="connsiteY1683" fmla="*/ 327867 h 459014"/>
                <a:gd name="connsiteX1684" fmla="*/ 281966 w 316391"/>
                <a:gd name="connsiteY1684" fmla="*/ 327867 h 459014"/>
                <a:gd name="connsiteX1685" fmla="*/ 281966 w 316391"/>
                <a:gd name="connsiteY1685" fmla="*/ 327867 h 459014"/>
                <a:gd name="connsiteX1686" fmla="*/ 281966 w 316391"/>
                <a:gd name="connsiteY1686" fmla="*/ 327867 h 459014"/>
                <a:gd name="connsiteX1687" fmla="*/ 281966 w 316391"/>
                <a:gd name="connsiteY1687" fmla="*/ 327867 h 459014"/>
                <a:gd name="connsiteX1688" fmla="*/ 281966 w 316391"/>
                <a:gd name="connsiteY1688" fmla="*/ 326228 h 459014"/>
                <a:gd name="connsiteX1689" fmla="*/ 281966 w 316391"/>
                <a:gd name="connsiteY1689" fmla="*/ 326228 h 459014"/>
                <a:gd name="connsiteX1690" fmla="*/ 281966 w 316391"/>
                <a:gd name="connsiteY1690" fmla="*/ 326228 h 459014"/>
                <a:gd name="connsiteX1691" fmla="*/ 281966 w 316391"/>
                <a:gd name="connsiteY1691" fmla="*/ 326228 h 459014"/>
                <a:gd name="connsiteX1692" fmla="*/ 281966 w 316391"/>
                <a:gd name="connsiteY1692" fmla="*/ 326228 h 459014"/>
                <a:gd name="connsiteX1693" fmla="*/ 281966 w 316391"/>
                <a:gd name="connsiteY1693" fmla="*/ 326228 h 459014"/>
                <a:gd name="connsiteX1694" fmla="*/ 281966 w 316391"/>
                <a:gd name="connsiteY1694" fmla="*/ 326228 h 459014"/>
                <a:gd name="connsiteX1695" fmla="*/ 281966 w 316391"/>
                <a:gd name="connsiteY1695" fmla="*/ 326228 h 459014"/>
                <a:gd name="connsiteX1696" fmla="*/ 283605 w 316391"/>
                <a:gd name="connsiteY1696" fmla="*/ 326228 h 459014"/>
                <a:gd name="connsiteX1697" fmla="*/ 283605 w 316391"/>
                <a:gd name="connsiteY1697" fmla="*/ 326228 h 459014"/>
                <a:gd name="connsiteX1698" fmla="*/ 283605 w 316391"/>
                <a:gd name="connsiteY1698" fmla="*/ 326228 h 459014"/>
                <a:gd name="connsiteX1699" fmla="*/ 283605 w 316391"/>
                <a:gd name="connsiteY1699" fmla="*/ 326228 h 459014"/>
                <a:gd name="connsiteX1700" fmla="*/ 283605 w 316391"/>
                <a:gd name="connsiteY1700" fmla="*/ 326228 h 459014"/>
                <a:gd name="connsiteX1701" fmla="*/ 283605 w 316391"/>
                <a:gd name="connsiteY1701" fmla="*/ 327867 h 459014"/>
                <a:gd name="connsiteX1702" fmla="*/ 283605 w 316391"/>
                <a:gd name="connsiteY1702" fmla="*/ 327867 h 459014"/>
                <a:gd name="connsiteX1703" fmla="*/ 283605 w 316391"/>
                <a:gd name="connsiteY1703" fmla="*/ 327867 h 459014"/>
                <a:gd name="connsiteX1704" fmla="*/ 283605 w 316391"/>
                <a:gd name="connsiteY1704" fmla="*/ 327867 h 459014"/>
                <a:gd name="connsiteX1705" fmla="*/ 283605 w 316391"/>
                <a:gd name="connsiteY1705" fmla="*/ 327867 h 459014"/>
                <a:gd name="connsiteX1706" fmla="*/ 285245 w 316391"/>
                <a:gd name="connsiteY1706" fmla="*/ 326228 h 459014"/>
                <a:gd name="connsiteX1707" fmla="*/ 285245 w 316391"/>
                <a:gd name="connsiteY1707" fmla="*/ 326228 h 459014"/>
                <a:gd name="connsiteX1708" fmla="*/ 285245 w 316391"/>
                <a:gd name="connsiteY1708" fmla="*/ 326228 h 459014"/>
                <a:gd name="connsiteX1709" fmla="*/ 285245 w 316391"/>
                <a:gd name="connsiteY1709" fmla="*/ 326228 h 459014"/>
                <a:gd name="connsiteX1710" fmla="*/ 285245 w 316391"/>
                <a:gd name="connsiteY1710" fmla="*/ 327867 h 459014"/>
                <a:gd name="connsiteX1711" fmla="*/ 285245 w 316391"/>
                <a:gd name="connsiteY1711" fmla="*/ 327867 h 459014"/>
                <a:gd name="connsiteX1712" fmla="*/ 285245 w 316391"/>
                <a:gd name="connsiteY1712" fmla="*/ 327867 h 459014"/>
                <a:gd name="connsiteX1713" fmla="*/ 285245 w 316391"/>
                <a:gd name="connsiteY1713" fmla="*/ 327867 h 459014"/>
                <a:gd name="connsiteX1714" fmla="*/ 285245 w 316391"/>
                <a:gd name="connsiteY1714" fmla="*/ 327867 h 459014"/>
                <a:gd name="connsiteX1715" fmla="*/ 285245 w 316391"/>
                <a:gd name="connsiteY1715" fmla="*/ 327867 h 459014"/>
                <a:gd name="connsiteX1716" fmla="*/ 285245 w 316391"/>
                <a:gd name="connsiteY1716" fmla="*/ 327867 h 459014"/>
                <a:gd name="connsiteX1717" fmla="*/ 285245 w 316391"/>
                <a:gd name="connsiteY1717" fmla="*/ 327867 h 459014"/>
                <a:gd name="connsiteX1718" fmla="*/ 285245 w 316391"/>
                <a:gd name="connsiteY1718" fmla="*/ 327867 h 459014"/>
                <a:gd name="connsiteX1719" fmla="*/ 285245 w 316391"/>
                <a:gd name="connsiteY1719" fmla="*/ 327867 h 459014"/>
                <a:gd name="connsiteX1720" fmla="*/ 285245 w 316391"/>
                <a:gd name="connsiteY1720" fmla="*/ 327867 h 459014"/>
                <a:gd name="connsiteX1721" fmla="*/ 285245 w 316391"/>
                <a:gd name="connsiteY1721" fmla="*/ 327867 h 459014"/>
                <a:gd name="connsiteX1722" fmla="*/ 285245 w 316391"/>
                <a:gd name="connsiteY1722" fmla="*/ 327867 h 459014"/>
                <a:gd name="connsiteX1723" fmla="*/ 283605 w 316391"/>
                <a:gd name="connsiteY1723" fmla="*/ 327867 h 459014"/>
                <a:gd name="connsiteX1724" fmla="*/ 283605 w 316391"/>
                <a:gd name="connsiteY1724" fmla="*/ 327867 h 459014"/>
                <a:gd name="connsiteX1725" fmla="*/ 283605 w 316391"/>
                <a:gd name="connsiteY1725" fmla="*/ 327867 h 459014"/>
                <a:gd name="connsiteX1726" fmla="*/ 283605 w 316391"/>
                <a:gd name="connsiteY1726" fmla="*/ 327867 h 459014"/>
                <a:gd name="connsiteX1727" fmla="*/ 283605 w 316391"/>
                <a:gd name="connsiteY1727" fmla="*/ 327867 h 459014"/>
                <a:gd name="connsiteX1728" fmla="*/ 283605 w 316391"/>
                <a:gd name="connsiteY1728" fmla="*/ 327867 h 459014"/>
                <a:gd name="connsiteX1729" fmla="*/ 283605 w 316391"/>
                <a:gd name="connsiteY1729" fmla="*/ 327867 h 459014"/>
                <a:gd name="connsiteX1730" fmla="*/ 283605 w 316391"/>
                <a:gd name="connsiteY1730" fmla="*/ 327867 h 459014"/>
                <a:gd name="connsiteX1731" fmla="*/ 283605 w 316391"/>
                <a:gd name="connsiteY1731" fmla="*/ 327867 h 459014"/>
                <a:gd name="connsiteX1732" fmla="*/ 283605 w 316391"/>
                <a:gd name="connsiteY1732" fmla="*/ 327867 h 459014"/>
                <a:gd name="connsiteX1733" fmla="*/ 283605 w 316391"/>
                <a:gd name="connsiteY1733" fmla="*/ 327867 h 459014"/>
                <a:gd name="connsiteX1734" fmla="*/ 283605 w 316391"/>
                <a:gd name="connsiteY1734" fmla="*/ 327867 h 459014"/>
                <a:gd name="connsiteX1735" fmla="*/ 283605 w 316391"/>
                <a:gd name="connsiteY1735" fmla="*/ 329507 h 459014"/>
                <a:gd name="connsiteX1736" fmla="*/ 283605 w 316391"/>
                <a:gd name="connsiteY1736" fmla="*/ 329507 h 459014"/>
                <a:gd name="connsiteX1737" fmla="*/ 283605 w 316391"/>
                <a:gd name="connsiteY1737" fmla="*/ 329507 h 459014"/>
                <a:gd name="connsiteX1738" fmla="*/ 283605 w 316391"/>
                <a:gd name="connsiteY1738" fmla="*/ 329507 h 459014"/>
                <a:gd name="connsiteX1739" fmla="*/ 283605 w 316391"/>
                <a:gd name="connsiteY1739" fmla="*/ 329507 h 459014"/>
                <a:gd name="connsiteX1740" fmla="*/ 281966 w 316391"/>
                <a:gd name="connsiteY1740" fmla="*/ 327867 h 459014"/>
                <a:gd name="connsiteX1741" fmla="*/ 281966 w 316391"/>
                <a:gd name="connsiteY1741" fmla="*/ 327867 h 459014"/>
                <a:gd name="connsiteX1742" fmla="*/ 281966 w 316391"/>
                <a:gd name="connsiteY1742" fmla="*/ 327867 h 459014"/>
                <a:gd name="connsiteX1743" fmla="*/ 281966 w 316391"/>
                <a:gd name="connsiteY1743" fmla="*/ 327867 h 459014"/>
                <a:gd name="connsiteX1744" fmla="*/ 281966 w 316391"/>
                <a:gd name="connsiteY1744" fmla="*/ 327867 h 459014"/>
                <a:gd name="connsiteX1745" fmla="*/ 281966 w 316391"/>
                <a:gd name="connsiteY1745" fmla="*/ 327867 h 459014"/>
                <a:gd name="connsiteX1746" fmla="*/ 281966 w 316391"/>
                <a:gd name="connsiteY1746" fmla="*/ 327867 h 459014"/>
                <a:gd name="connsiteX1747" fmla="*/ 281966 w 316391"/>
                <a:gd name="connsiteY1747" fmla="*/ 327867 h 459014"/>
                <a:gd name="connsiteX1748" fmla="*/ 281966 w 316391"/>
                <a:gd name="connsiteY1748" fmla="*/ 327867 h 459014"/>
                <a:gd name="connsiteX1749" fmla="*/ 281966 w 316391"/>
                <a:gd name="connsiteY1749" fmla="*/ 327867 h 459014"/>
                <a:gd name="connsiteX1750" fmla="*/ 280327 w 316391"/>
                <a:gd name="connsiteY1750" fmla="*/ 327867 h 459014"/>
                <a:gd name="connsiteX1751" fmla="*/ 280327 w 316391"/>
                <a:gd name="connsiteY1751" fmla="*/ 327867 h 459014"/>
                <a:gd name="connsiteX1752" fmla="*/ 280327 w 316391"/>
                <a:gd name="connsiteY1752" fmla="*/ 327867 h 459014"/>
                <a:gd name="connsiteX1753" fmla="*/ 280327 w 316391"/>
                <a:gd name="connsiteY1753" fmla="*/ 327867 h 459014"/>
                <a:gd name="connsiteX1754" fmla="*/ 280327 w 316391"/>
                <a:gd name="connsiteY1754" fmla="*/ 329507 h 459014"/>
                <a:gd name="connsiteX1755" fmla="*/ 280327 w 316391"/>
                <a:gd name="connsiteY1755" fmla="*/ 329507 h 459014"/>
                <a:gd name="connsiteX1756" fmla="*/ 280327 w 316391"/>
                <a:gd name="connsiteY1756" fmla="*/ 329507 h 459014"/>
                <a:gd name="connsiteX1757" fmla="*/ 280327 w 316391"/>
                <a:gd name="connsiteY1757" fmla="*/ 329507 h 459014"/>
                <a:gd name="connsiteX1758" fmla="*/ 280327 w 316391"/>
                <a:gd name="connsiteY1758" fmla="*/ 329507 h 459014"/>
                <a:gd name="connsiteX1759" fmla="*/ 280327 w 316391"/>
                <a:gd name="connsiteY1759" fmla="*/ 329507 h 459014"/>
                <a:gd name="connsiteX1760" fmla="*/ 280327 w 316391"/>
                <a:gd name="connsiteY1760" fmla="*/ 329507 h 459014"/>
                <a:gd name="connsiteX1761" fmla="*/ 280327 w 316391"/>
                <a:gd name="connsiteY1761" fmla="*/ 331146 h 459014"/>
                <a:gd name="connsiteX1762" fmla="*/ 278687 w 316391"/>
                <a:gd name="connsiteY1762" fmla="*/ 329507 h 459014"/>
                <a:gd name="connsiteX1763" fmla="*/ 278687 w 316391"/>
                <a:gd name="connsiteY1763" fmla="*/ 329507 h 459014"/>
                <a:gd name="connsiteX1764" fmla="*/ 278687 w 316391"/>
                <a:gd name="connsiteY1764" fmla="*/ 329507 h 459014"/>
                <a:gd name="connsiteX1765" fmla="*/ 278687 w 316391"/>
                <a:gd name="connsiteY1765" fmla="*/ 329507 h 459014"/>
                <a:gd name="connsiteX1766" fmla="*/ 278687 w 316391"/>
                <a:gd name="connsiteY1766" fmla="*/ 329507 h 459014"/>
                <a:gd name="connsiteX1767" fmla="*/ 280327 w 316391"/>
                <a:gd name="connsiteY1767" fmla="*/ 329507 h 459014"/>
                <a:gd name="connsiteX1768" fmla="*/ 278687 w 316391"/>
                <a:gd name="connsiteY1768" fmla="*/ 329507 h 459014"/>
                <a:gd name="connsiteX1769" fmla="*/ 278687 w 316391"/>
                <a:gd name="connsiteY1769" fmla="*/ 329507 h 459014"/>
                <a:gd name="connsiteX1770" fmla="*/ 280327 w 316391"/>
                <a:gd name="connsiteY1770" fmla="*/ 329507 h 459014"/>
                <a:gd name="connsiteX1771" fmla="*/ 280327 w 316391"/>
                <a:gd name="connsiteY1771" fmla="*/ 329507 h 459014"/>
                <a:gd name="connsiteX1772" fmla="*/ 280327 w 316391"/>
                <a:gd name="connsiteY1772" fmla="*/ 327867 h 459014"/>
                <a:gd name="connsiteX1773" fmla="*/ 280327 w 316391"/>
                <a:gd name="connsiteY1773" fmla="*/ 327867 h 459014"/>
                <a:gd name="connsiteX1774" fmla="*/ 280327 w 316391"/>
                <a:gd name="connsiteY1774" fmla="*/ 327867 h 459014"/>
                <a:gd name="connsiteX1775" fmla="*/ 280327 w 316391"/>
                <a:gd name="connsiteY1775" fmla="*/ 327867 h 459014"/>
                <a:gd name="connsiteX1776" fmla="*/ 280327 w 316391"/>
                <a:gd name="connsiteY1776" fmla="*/ 326228 h 459014"/>
                <a:gd name="connsiteX1777" fmla="*/ 280327 w 316391"/>
                <a:gd name="connsiteY1777" fmla="*/ 326228 h 459014"/>
                <a:gd name="connsiteX1778" fmla="*/ 280327 w 316391"/>
                <a:gd name="connsiteY1778" fmla="*/ 326228 h 459014"/>
                <a:gd name="connsiteX1779" fmla="*/ 278687 w 316391"/>
                <a:gd name="connsiteY1779" fmla="*/ 326228 h 459014"/>
                <a:gd name="connsiteX1780" fmla="*/ 278687 w 316391"/>
                <a:gd name="connsiteY1780" fmla="*/ 326228 h 459014"/>
                <a:gd name="connsiteX1781" fmla="*/ 278687 w 316391"/>
                <a:gd name="connsiteY1781" fmla="*/ 326228 h 459014"/>
                <a:gd name="connsiteX1782" fmla="*/ 278687 w 316391"/>
                <a:gd name="connsiteY1782" fmla="*/ 326228 h 459014"/>
                <a:gd name="connsiteX1783" fmla="*/ 278687 w 316391"/>
                <a:gd name="connsiteY1783" fmla="*/ 326228 h 459014"/>
                <a:gd name="connsiteX1784" fmla="*/ 278687 w 316391"/>
                <a:gd name="connsiteY1784" fmla="*/ 326228 h 459014"/>
                <a:gd name="connsiteX1785" fmla="*/ 278687 w 316391"/>
                <a:gd name="connsiteY1785" fmla="*/ 326228 h 459014"/>
                <a:gd name="connsiteX1786" fmla="*/ 278687 w 316391"/>
                <a:gd name="connsiteY1786" fmla="*/ 326228 h 459014"/>
                <a:gd name="connsiteX1787" fmla="*/ 278687 w 316391"/>
                <a:gd name="connsiteY1787" fmla="*/ 326228 h 459014"/>
                <a:gd name="connsiteX1788" fmla="*/ 278687 w 316391"/>
                <a:gd name="connsiteY1788" fmla="*/ 324589 h 459014"/>
                <a:gd name="connsiteX1789" fmla="*/ 278687 w 316391"/>
                <a:gd name="connsiteY1789" fmla="*/ 324589 h 459014"/>
                <a:gd name="connsiteX1790" fmla="*/ 278687 w 316391"/>
                <a:gd name="connsiteY1790" fmla="*/ 324589 h 459014"/>
                <a:gd name="connsiteX1791" fmla="*/ 278687 w 316391"/>
                <a:gd name="connsiteY1791" fmla="*/ 324589 h 459014"/>
                <a:gd name="connsiteX1792" fmla="*/ 278687 w 316391"/>
                <a:gd name="connsiteY1792" fmla="*/ 324589 h 459014"/>
                <a:gd name="connsiteX1793" fmla="*/ 278687 w 316391"/>
                <a:gd name="connsiteY1793" fmla="*/ 324589 h 459014"/>
                <a:gd name="connsiteX1794" fmla="*/ 278687 w 316391"/>
                <a:gd name="connsiteY1794" fmla="*/ 324589 h 459014"/>
                <a:gd name="connsiteX1795" fmla="*/ 278687 w 316391"/>
                <a:gd name="connsiteY1795" fmla="*/ 326228 h 459014"/>
                <a:gd name="connsiteX1796" fmla="*/ 278687 w 316391"/>
                <a:gd name="connsiteY1796" fmla="*/ 326228 h 459014"/>
                <a:gd name="connsiteX1797" fmla="*/ 278687 w 316391"/>
                <a:gd name="connsiteY1797" fmla="*/ 326228 h 459014"/>
                <a:gd name="connsiteX1798" fmla="*/ 278687 w 316391"/>
                <a:gd name="connsiteY1798" fmla="*/ 326228 h 459014"/>
                <a:gd name="connsiteX1799" fmla="*/ 278687 w 316391"/>
                <a:gd name="connsiteY1799" fmla="*/ 324589 h 459014"/>
                <a:gd name="connsiteX1800" fmla="*/ 278687 w 316391"/>
                <a:gd name="connsiteY1800" fmla="*/ 324589 h 459014"/>
                <a:gd name="connsiteX1801" fmla="*/ 277048 w 316391"/>
                <a:gd name="connsiteY1801" fmla="*/ 324589 h 459014"/>
                <a:gd name="connsiteX1802" fmla="*/ 277048 w 316391"/>
                <a:gd name="connsiteY1802" fmla="*/ 324589 h 459014"/>
                <a:gd name="connsiteX1803" fmla="*/ 277048 w 316391"/>
                <a:gd name="connsiteY1803" fmla="*/ 324589 h 459014"/>
                <a:gd name="connsiteX1804" fmla="*/ 277048 w 316391"/>
                <a:gd name="connsiteY1804" fmla="*/ 324589 h 459014"/>
                <a:gd name="connsiteX1805" fmla="*/ 277048 w 316391"/>
                <a:gd name="connsiteY1805" fmla="*/ 324589 h 459014"/>
                <a:gd name="connsiteX1806" fmla="*/ 277048 w 316391"/>
                <a:gd name="connsiteY1806" fmla="*/ 324589 h 459014"/>
                <a:gd name="connsiteX1807" fmla="*/ 277048 w 316391"/>
                <a:gd name="connsiteY1807" fmla="*/ 324589 h 459014"/>
                <a:gd name="connsiteX1808" fmla="*/ 277048 w 316391"/>
                <a:gd name="connsiteY1808" fmla="*/ 326228 h 459014"/>
                <a:gd name="connsiteX1809" fmla="*/ 277048 w 316391"/>
                <a:gd name="connsiteY1809" fmla="*/ 326228 h 459014"/>
                <a:gd name="connsiteX1810" fmla="*/ 277048 w 316391"/>
                <a:gd name="connsiteY1810" fmla="*/ 326228 h 459014"/>
                <a:gd name="connsiteX1811" fmla="*/ 277048 w 316391"/>
                <a:gd name="connsiteY1811" fmla="*/ 326228 h 459014"/>
                <a:gd name="connsiteX1812" fmla="*/ 277048 w 316391"/>
                <a:gd name="connsiteY1812" fmla="*/ 326228 h 459014"/>
                <a:gd name="connsiteX1813" fmla="*/ 277048 w 316391"/>
                <a:gd name="connsiteY1813" fmla="*/ 326228 h 459014"/>
                <a:gd name="connsiteX1814" fmla="*/ 277048 w 316391"/>
                <a:gd name="connsiteY1814" fmla="*/ 327867 h 459014"/>
                <a:gd name="connsiteX1815" fmla="*/ 277048 w 316391"/>
                <a:gd name="connsiteY1815" fmla="*/ 327867 h 459014"/>
                <a:gd name="connsiteX1816" fmla="*/ 278687 w 316391"/>
                <a:gd name="connsiteY1816" fmla="*/ 327867 h 459014"/>
                <a:gd name="connsiteX1817" fmla="*/ 278687 w 316391"/>
                <a:gd name="connsiteY1817" fmla="*/ 327867 h 459014"/>
                <a:gd name="connsiteX1818" fmla="*/ 278687 w 316391"/>
                <a:gd name="connsiteY1818" fmla="*/ 327867 h 459014"/>
                <a:gd name="connsiteX1819" fmla="*/ 278687 w 316391"/>
                <a:gd name="connsiteY1819" fmla="*/ 327867 h 459014"/>
                <a:gd name="connsiteX1820" fmla="*/ 277048 w 316391"/>
                <a:gd name="connsiteY1820" fmla="*/ 327867 h 459014"/>
                <a:gd name="connsiteX1821" fmla="*/ 277048 w 316391"/>
                <a:gd name="connsiteY1821" fmla="*/ 327867 h 459014"/>
                <a:gd name="connsiteX1822" fmla="*/ 277048 w 316391"/>
                <a:gd name="connsiteY1822" fmla="*/ 327867 h 459014"/>
                <a:gd name="connsiteX1823" fmla="*/ 277048 w 316391"/>
                <a:gd name="connsiteY1823" fmla="*/ 327867 h 459014"/>
                <a:gd name="connsiteX1824" fmla="*/ 277048 w 316391"/>
                <a:gd name="connsiteY1824" fmla="*/ 327867 h 459014"/>
                <a:gd name="connsiteX1825" fmla="*/ 277048 w 316391"/>
                <a:gd name="connsiteY1825" fmla="*/ 327867 h 459014"/>
                <a:gd name="connsiteX1826" fmla="*/ 277048 w 316391"/>
                <a:gd name="connsiteY1826" fmla="*/ 327867 h 459014"/>
                <a:gd name="connsiteX1827" fmla="*/ 277048 w 316391"/>
                <a:gd name="connsiteY1827" fmla="*/ 327867 h 459014"/>
                <a:gd name="connsiteX1828" fmla="*/ 275408 w 316391"/>
                <a:gd name="connsiteY1828" fmla="*/ 327867 h 459014"/>
                <a:gd name="connsiteX1829" fmla="*/ 275408 w 316391"/>
                <a:gd name="connsiteY1829" fmla="*/ 327867 h 459014"/>
                <a:gd name="connsiteX1830" fmla="*/ 275408 w 316391"/>
                <a:gd name="connsiteY1830" fmla="*/ 327867 h 459014"/>
                <a:gd name="connsiteX1831" fmla="*/ 275408 w 316391"/>
                <a:gd name="connsiteY1831" fmla="*/ 327867 h 459014"/>
                <a:gd name="connsiteX1832" fmla="*/ 273769 w 316391"/>
                <a:gd name="connsiteY1832" fmla="*/ 327867 h 459014"/>
                <a:gd name="connsiteX1833" fmla="*/ 273769 w 316391"/>
                <a:gd name="connsiteY1833" fmla="*/ 327867 h 459014"/>
                <a:gd name="connsiteX1834" fmla="*/ 273769 w 316391"/>
                <a:gd name="connsiteY1834" fmla="*/ 327867 h 459014"/>
                <a:gd name="connsiteX1835" fmla="*/ 273769 w 316391"/>
                <a:gd name="connsiteY1835" fmla="*/ 327867 h 459014"/>
                <a:gd name="connsiteX1836" fmla="*/ 273769 w 316391"/>
                <a:gd name="connsiteY1836" fmla="*/ 327867 h 459014"/>
                <a:gd name="connsiteX1837" fmla="*/ 272130 w 316391"/>
                <a:gd name="connsiteY1837" fmla="*/ 327867 h 459014"/>
                <a:gd name="connsiteX1838" fmla="*/ 272130 w 316391"/>
                <a:gd name="connsiteY1838" fmla="*/ 327867 h 459014"/>
                <a:gd name="connsiteX1839" fmla="*/ 270491 w 316391"/>
                <a:gd name="connsiteY1839" fmla="*/ 327867 h 459014"/>
                <a:gd name="connsiteX1840" fmla="*/ 270491 w 316391"/>
                <a:gd name="connsiteY1840" fmla="*/ 327867 h 459014"/>
                <a:gd name="connsiteX1841" fmla="*/ 270491 w 316391"/>
                <a:gd name="connsiteY1841" fmla="*/ 327867 h 459014"/>
                <a:gd name="connsiteX1842" fmla="*/ 270491 w 316391"/>
                <a:gd name="connsiteY1842" fmla="*/ 327867 h 459014"/>
                <a:gd name="connsiteX1843" fmla="*/ 270491 w 316391"/>
                <a:gd name="connsiteY1843" fmla="*/ 327867 h 459014"/>
                <a:gd name="connsiteX1844" fmla="*/ 268851 w 316391"/>
                <a:gd name="connsiteY1844" fmla="*/ 327867 h 459014"/>
                <a:gd name="connsiteX1845" fmla="*/ 268851 w 316391"/>
                <a:gd name="connsiteY1845" fmla="*/ 327867 h 459014"/>
                <a:gd name="connsiteX1846" fmla="*/ 268851 w 316391"/>
                <a:gd name="connsiteY1846" fmla="*/ 327867 h 459014"/>
                <a:gd name="connsiteX1847" fmla="*/ 268851 w 316391"/>
                <a:gd name="connsiteY1847" fmla="*/ 327867 h 459014"/>
                <a:gd name="connsiteX1848" fmla="*/ 268851 w 316391"/>
                <a:gd name="connsiteY1848" fmla="*/ 327867 h 459014"/>
                <a:gd name="connsiteX1849" fmla="*/ 268851 w 316391"/>
                <a:gd name="connsiteY1849" fmla="*/ 327867 h 459014"/>
                <a:gd name="connsiteX1850" fmla="*/ 268851 w 316391"/>
                <a:gd name="connsiteY1850" fmla="*/ 327867 h 459014"/>
                <a:gd name="connsiteX1851" fmla="*/ 268851 w 316391"/>
                <a:gd name="connsiteY1851" fmla="*/ 327867 h 459014"/>
                <a:gd name="connsiteX1852" fmla="*/ 268851 w 316391"/>
                <a:gd name="connsiteY1852" fmla="*/ 327867 h 459014"/>
                <a:gd name="connsiteX1853" fmla="*/ 268851 w 316391"/>
                <a:gd name="connsiteY1853" fmla="*/ 327867 h 459014"/>
                <a:gd name="connsiteX1854" fmla="*/ 268851 w 316391"/>
                <a:gd name="connsiteY1854" fmla="*/ 326228 h 459014"/>
                <a:gd name="connsiteX1855" fmla="*/ 268851 w 316391"/>
                <a:gd name="connsiteY1855" fmla="*/ 326228 h 459014"/>
                <a:gd name="connsiteX1856" fmla="*/ 268851 w 316391"/>
                <a:gd name="connsiteY1856" fmla="*/ 326228 h 459014"/>
                <a:gd name="connsiteX1857" fmla="*/ 268851 w 316391"/>
                <a:gd name="connsiteY1857" fmla="*/ 326228 h 459014"/>
                <a:gd name="connsiteX1858" fmla="*/ 268851 w 316391"/>
                <a:gd name="connsiteY1858" fmla="*/ 326228 h 459014"/>
                <a:gd name="connsiteX1859" fmla="*/ 268851 w 316391"/>
                <a:gd name="connsiteY1859" fmla="*/ 326228 h 459014"/>
                <a:gd name="connsiteX1860" fmla="*/ 268851 w 316391"/>
                <a:gd name="connsiteY1860" fmla="*/ 326228 h 459014"/>
                <a:gd name="connsiteX1861" fmla="*/ 268851 w 316391"/>
                <a:gd name="connsiteY1861" fmla="*/ 326228 h 459014"/>
                <a:gd name="connsiteX1862" fmla="*/ 268851 w 316391"/>
                <a:gd name="connsiteY1862" fmla="*/ 326228 h 459014"/>
                <a:gd name="connsiteX1863" fmla="*/ 268851 w 316391"/>
                <a:gd name="connsiteY1863" fmla="*/ 324589 h 459014"/>
                <a:gd name="connsiteX1864" fmla="*/ 268851 w 316391"/>
                <a:gd name="connsiteY1864" fmla="*/ 324589 h 459014"/>
                <a:gd name="connsiteX1865" fmla="*/ 268851 w 316391"/>
                <a:gd name="connsiteY1865" fmla="*/ 324589 h 459014"/>
                <a:gd name="connsiteX1866" fmla="*/ 268851 w 316391"/>
                <a:gd name="connsiteY1866" fmla="*/ 324589 h 459014"/>
                <a:gd name="connsiteX1867" fmla="*/ 268851 w 316391"/>
                <a:gd name="connsiteY1867" fmla="*/ 324589 h 459014"/>
                <a:gd name="connsiteX1868" fmla="*/ 270491 w 316391"/>
                <a:gd name="connsiteY1868" fmla="*/ 324589 h 459014"/>
                <a:gd name="connsiteX1869" fmla="*/ 270491 w 316391"/>
                <a:gd name="connsiteY1869" fmla="*/ 324589 h 459014"/>
                <a:gd name="connsiteX1870" fmla="*/ 270491 w 316391"/>
                <a:gd name="connsiteY1870" fmla="*/ 324589 h 459014"/>
                <a:gd name="connsiteX1871" fmla="*/ 270491 w 316391"/>
                <a:gd name="connsiteY1871" fmla="*/ 322949 h 459014"/>
                <a:gd name="connsiteX1872" fmla="*/ 270491 w 316391"/>
                <a:gd name="connsiteY1872" fmla="*/ 322949 h 459014"/>
                <a:gd name="connsiteX1873" fmla="*/ 270491 w 316391"/>
                <a:gd name="connsiteY1873" fmla="*/ 322949 h 459014"/>
                <a:gd name="connsiteX1874" fmla="*/ 270491 w 316391"/>
                <a:gd name="connsiteY1874" fmla="*/ 322949 h 459014"/>
                <a:gd name="connsiteX1875" fmla="*/ 270491 w 316391"/>
                <a:gd name="connsiteY1875" fmla="*/ 322949 h 459014"/>
                <a:gd name="connsiteX1876" fmla="*/ 270491 w 316391"/>
                <a:gd name="connsiteY1876" fmla="*/ 322949 h 459014"/>
                <a:gd name="connsiteX1877" fmla="*/ 270491 w 316391"/>
                <a:gd name="connsiteY1877" fmla="*/ 322949 h 459014"/>
                <a:gd name="connsiteX1878" fmla="*/ 270491 w 316391"/>
                <a:gd name="connsiteY1878" fmla="*/ 322949 h 459014"/>
                <a:gd name="connsiteX1879" fmla="*/ 270491 w 316391"/>
                <a:gd name="connsiteY1879" fmla="*/ 322949 h 459014"/>
                <a:gd name="connsiteX1880" fmla="*/ 270491 w 316391"/>
                <a:gd name="connsiteY1880" fmla="*/ 322949 h 459014"/>
                <a:gd name="connsiteX1881" fmla="*/ 270491 w 316391"/>
                <a:gd name="connsiteY1881" fmla="*/ 322949 h 459014"/>
                <a:gd name="connsiteX1882" fmla="*/ 270491 w 316391"/>
                <a:gd name="connsiteY1882" fmla="*/ 322949 h 459014"/>
                <a:gd name="connsiteX1883" fmla="*/ 270491 w 316391"/>
                <a:gd name="connsiteY1883" fmla="*/ 322949 h 459014"/>
                <a:gd name="connsiteX1884" fmla="*/ 270491 w 316391"/>
                <a:gd name="connsiteY1884" fmla="*/ 321310 h 459014"/>
                <a:gd name="connsiteX1885" fmla="*/ 270491 w 316391"/>
                <a:gd name="connsiteY1885" fmla="*/ 321310 h 459014"/>
                <a:gd name="connsiteX1886" fmla="*/ 270491 w 316391"/>
                <a:gd name="connsiteY1886" fmla="*/ 321310 h 459014"/>
                <a:gd name="connsiteX1887" fmla="*/ 270491 w 316391"/>
                <a:gd name="connsiteY1887" fmla="*/ 321310 h 459014"/>
                <a:gd name="connsiteX1888" fmla="*/ 270491 w 316391"/>
                <a:gd name="connsiteY1888" fmla="*/ 321310 h 459014"/>
                <a:gd name="connsiteX1889" fmla="*/ 268851 w 316391"/>
                <a:gd name="connsiteY1889" fmla="*/ 321310 h 459014"/>
                <a:gd name="connsiteX1890" fmla="*/ 268851 w 316391"/>
                <a:gd name="connsiteY1890" fmla="*/ 321310 h 459014"/>
                <a:gd name="connsiteX1891" fmla="*/ 268851 w 316391"/>
                <a:gd name="connsiteY1891" fmla="*/ 322949 h 459014"/>
                <a:gd name="connsiteX1892" fmla="*/ 268851 w 316391"/>
                <a:gd name="connsiteY1892" fmla="*/ 322949 h 459014"/>
                <a:gd name="connsiteX1893" fmla="*/ 268851 w 316391"/>
                <a:gd name="connsiteY1893" fmla="*/ 322949 h 459014"/>
                <a:gd name="connsiteX1894" fmla="*/ 268851 w 316391"/>
                <a:gd name="connsiteY1894" fmla="*/ 324589 h 459014"/>
                <a:gd name="connsiteX1895" fmla="*/ 268851 w 316391"/>
                <a:gd name="connsiteY1895" fmla="*/ 324589 h 459014"/>
                <a:gd name="connsiteX1896" fmla="*/ 268851 w 316391"/>
                <a:gd name="connsiteY1896" fmla="*/ 324589 h 459014"/>
                <a:gd name="connsiteX1897" fmla="*/ 268851 w 316391"/>
                <a:gd name="connsiteY1897" fmla="*/ 326228 h 459014"/>
                <a:gd name="connsiteX1898" fmla="*/ 268851 w 316391"/>
                <a:gd name="connsiteY1898" fmla="*/ 326228 h 459014"/>
                <a:gd name="connsiteX1899" fmla="*/ 268851 w 316391"/>
                <a:gd name="connsiteY1899" fmla="*/ 326228 h 459014"/>
                <a:gd name="connsiteX1900" fmla="*/ 267212 w 316391"/>
                <a:gd name="connsiteY1900" fmla="*/ 326228 h 459014"/>
                <a:gd name="connsiteX1901" fmla="*/ 267212 w 316391"/>
                <a:gd name="connsiteY1901" fmla="*/ 327867 h 459014"/>
                <a:gd name="connsiteX1902" fmla="*/ 267212 w 316391"/>
                <a:gd name="connsiteY1902" fmla="*/ 327867 h 459014"/>
                <a:gd name="connsiteX1903" fmla="*/ 267212 w 316391"/>
                <a:gd name="connsiteY1903" fmla="*/ 327867 h 459014"/>
                <a:gd name="connsiteX1904" fmla="*/ 267212 w 316391"/>
                <a:gd name="connsiteY1904" fmla="*/ 327867 h 459014"/>
                <a:gd name="connsiteX1905" fmla="*/ 267212 w 316391"/>
                <a:gd name="connsiteY1905" fmla="*/ 329507 h 459014"/>
                <a:gd name="connsiteX1906" fmla="*/ 265572 w 316391"/>
                <a:gd name="connsiteY1906" fmla="*/ 329507 h 459014"/>
                <a:gd name="connsiteX1907" fmla="*/ 265572 w 316391"/>
                <a:gd name="connsiteY1907" fmla="*/ 329507 h 459014"/>
                <a:gd name="connsiteX1908" fmla="*/ 265572 w 316391"/>
                <a:gd name="connsiteY1908" fmla="*/ 331146 h 459014"/>
                <a:gd name="connsiteX1909" fmla="*/ 265572 w 316391"/>
                <a:gd name="connsiteY1909" fmla="*/ 331146 h 459014"/>
                <a:gd name="connsiteX1910" fmla="*/ 265572 w 316391"/>
                <a:gd name="connsiteY1910" fmla="*/ 332785 h 459014"/>
                <a:gd name="connsiteX1911" fmla="*/ 265572 w 316391"/>
                <a:gd name="connsiteY1911" fmla="*/ 332785 h 459014"/>
                <a:gd name="connsiteX1912" fmla="*/ 263933 w 316391"/>
                <a:gd name="connsiteY1912" fmla="*/ 332785 h 459014"/>
                <a:gd name="connsiteX1913" fmla="*/ 263933 w 316391"/>
                <a:gd name="connsiteY1913" fmla="*/ 332785 h 459014"/>
                <a:gd name="connsiteX1914" fmla="*/ 263933 w 316391"/>
                <a:gd name="connsiteY1914" fmla="*/ 332785 h 459014"/>
                <a:gd name="connsiteX1915" fmla="*/ 263933 w 316391"/>
                <a:gd name="connsiteY1915" fmla="*/ 332785 h 459014"/>
                <a:gd name="connsiteX1916" fmla="*/ 265572 w 316391"/>
                <a:gd name="connsiteY1916" fmla="*/ 334425 h 459014"/>
                <a:gd name="connsiteX1917" fmla="*/ 265572 w 316391"/>
                <a:gd name="connsiteY1917" fmla="*/ 334425 h 459014"/>
                <a:gd name="connsiteX1918" fmla="*/ 265572 w 316391"/>
                <a:gd name="connsiteY1918" fmla="*/ 334425 h 459014"/>
                <a:gd name="connsiteX1919" fmla="*/ 267212 w 316391"/>
                <a:gd name="connsiteY1919" fmla="*/ 336064 h 459014"/>
                <a:gd name="connsiteX1920" fmla="*/ 267212 w 316391"/>
                <a:gd name="connsiteY1920" fmla="*/ 337703 h 459014"/>
                <a:gd name="connsiteX1921" fmla="*/ 267212 w 316391"/>
                <a:gd name="connsiteY1921" fmla="*/ 337703 h 459014"/>
                <a:gd name="connsiteX1922" fmla="*/ 267212 w 316391"/>
                <a:gd name="connsiteY1922" fmla="*/ 337703 h 459014"/>
                <a:gd name="connsiteX1923" fmla="*/ 267212 w 316391"/>
                <a:gd name="connsiteY1923" fmla="*/ 339343 h 459014"/>
                <a:gd name="connsiteX1924" fmla="*/ 267212 w 316391"/>
                <a:gd name="connsiteY1924" fmla="*/ 339343 h 459014"/>
                <a:gd name="connsiteX1925" fmla="*/ 267212 w 316391"/>
                <a:gd name="connsiteY1925" fmla="*/ 339343 h 459014"/>
                <a:gd name="connsiteX1926" fmla="*/ 268851 w 316391"/>
                <a:gd name="connsiteY1926" fmla="*/ 340982 h 459014"/>
                <a:gd name="connsiteX1927" fmla="*/ 268851 w 316391"/>
                <a:gd name="connsiteY1927" fmla="*/ 340982 h 459014"/>
                <a:gd name="connsiteX1928" fmla="*/ 268851 w 316391"/>
                <a:gd name="connsiteY1928" fmla="*/ 340982 h 459014"/>
                <a:gd name="connsiteX1929" fmla="*/ 268851 w 316391"/>
                <a:gd name="connsiteY1929" fmla="*/ 340982 h 459014"/>
                <a:gd name="connsiteX1930" fmla="*/ 268851 w 316391"/>
                <a:gd name="connsiteY1930" fmla="*/ 340982 h 459014"/>
                <a:gd name="connsiteX1931" fmla="*/ 268851 w 316391"/>
                <a:gd name="connsiteY1931" fmla="*/ 340982 h 459014"/>
                <a:gd name="connsiteX1932" fmla="*/ 268851 w 316391"/>
                <a:gd name="connsiteY1932" fmla="*/ 340982 h 459014"/>
                <a:gd name="connsiteX1933" fmla="*/ 268851 w 316391"/>
                <a:gd name="connsiteY1933" fmla="*/ 342621 h 459014"/>
                <a:gd name="connsiteX1934" fmla="*/ 268851 w 316391"/>
                <a:gd name="connsiteY1934" fmla="*/ 342621 h 459014"/>
                <a:gd name="connsiteX1935" fmla="*/ 268851 w 316391"/>
                <a:gd name="connsiteY1935" fmla="*/ 342621 h 459014"/>
                <a:gd name="connsiteX1936" fmla="*/ 268851 w 316391"/>
                <a:gd name="connsiteY1936" fmla="*/ 342621 h 459014"/>
                <a:gd name="connsiteX1937" fmla="*/ 268851 w 316391"/>
                <a:gd name="connsiteY1937" fmla="*/ 342621 h 459014"/>
                <a:gd name="connsiteX1938" fmla="*/ 268851 w 316391"/>
                <a:gd name="connsiteY1938" fmla="*/ 342621 h 459014"/>
                <a:gd name="connsiteX1939" fmla="*/ 268851 w 316391"/>
                <a:gd name="connsiteY1939" fmla="*/ 342621 h 459014"/>
                <a:gd name="connsiteX1940" fmla="*/ 270491 w 316391"/>
                <a:gd name="connsiteY1940" fmla="*/ 342621 h 459014"/>
                <a:gd name="connsiteX1941" fmla="*/ 270491 w 316391"/>
                <a:gd name="connsiteY1941" fmla="*/ 342621 h 459014"/>
                <a:gd name="connsiteX1942" fmla="*/ 270491 w 316391"/>
                <a:gd name="connsiteY1942" fmla="*/ 342621 h 459014"/>
                <a:gd name="connsiteX1943" fmla="*/ 270491 w 316391"/>
                <a:gd name="connsiteY1943" fmla="*/ 342621 h 459014"/>
                <a:gd name="connsiteX1944" fmla="*/ 270491 w 316391"/>
                <a:gd name="connsiteY1944" fmla="*/ 342621 h 459014"/>
                <a:gd name="connsiteX1945" fmla="*/ 268851 w 316391"/>
                <a:gd name="connsiteY1945" fmla="*/ 342621 h 459014"/>
                <a:gd name="connsiteX1946" fmla="*/ 268851 w 316391"/>
                <a:gd name="connsiteY1946" fmla="*/ 342621 h 459014"/>
                <a:gd name="connsiteX1947" fmla="*/ 268851 w 316391"/>
                <a:gd name="connsiteY1947" fmla="*/ 342621 h 459014"/>
                <a:gd name="connsiteX1948" fmla="*/ 268851 w 316391"/>
                <a:gd name="connsiteY1948" fmla="*/ 340982 h 459014"/>
                <a:gd name="connsiteX1949" fmla="*/ 268851 w 316391"/>
                <a:gd name="connsiteY1949" fmla="*/ 340982 h 459014"/>
                <a:gd name="connsiteX1950" fmla="*/ 268851 w 316391"/>
                <a:gd name="connsiteY1950" fmla="*/ 340982 h 459014"/>
                <a:gd name="connsiteX1951" fmla="*/ 268851 w 316391"/>
                <a:gd name="connsiteY1951" fmla="*/ 340982 h 459014"/>
                <a:gd name="connsiteX1952" fmla="*/ 268851 w 316391"/>
                <a:gd name="connsiteY1952" fmla="*/ 340982 h 459014"/>
                <a:gd name="connsiteX1953" fmla="*/ 268851 w 316391"/>
                <a:gd name="connsiteY1953" fmla="*/ 340982 h 459014"/>
                <a:gd name="connsiteX1954" fmla="*/ 268851 w 316391"/>
                <a:gd name="connsiteY1954" fmla="*/ 340982 h 459014"/>
                <a:gd name="connsiteX1955" fmla="*/ 268851 w 316391"/>
                <a:gd name="connsiteY1955" fmla="*/ 340982 h 459014"/>
                <a:gd name="connsiteX1956" fmla="*/ 268851 w 316391"/>
                <a:gd name="connsiteY1956" fmla="*/ 339343 h 459014"/>
                <a:gd name="connsiteX1957" fmla="*/ 268851 w 316391"/>
                <a:gd name="connsiteY1957" fmla="*/ 339343 h 459014"/>
                <a:gd name="connsiteX1958" fmla="*/ 268851 w 316391"/>
                <a:gd name="connsiteY1958" fmla="*/ 339343 h 459014"/>
                <a:gd name="connsiteX1959" fmla="*/ 268851 w 316391"/>
                <a:gd name="connsiteY1959" fmla="*/ 339343 h 459014"/>
                <a:gd name="connsiteX1960" fmla="*/ 268851 w 316391"/>
                <a:gd name="connsiteY1960" fmla="*/ 339343 h 459014"/>
                <a:gd name="connsiteX1961" fmla="*/ 268851 w 316391"/>
                <a:gd name="connsiteY1961" fmla="*/ 337703 h 459014"/>
                <a:gd name="connsiteX1962" fmla="*/ 268851 w 316391"/>
                <a:gd name="connsiteY1962" fmla="*/ 337703 h 459014"/>
                <a:gd name="connsiteX1963" fmla="*/ 270491 w 316391"/>
                <a:gd name="connsiteY1963" fmla="*/ 337703 h 459014"/>
                <a:gd name="connsiteX1964" fmla="*/ 270491 w 316391"/>
                <a:gd name="connsiteY1964" fmla="*/ 337703 h 459014"/>
                <a:gd name="connsiteX1965" fmla="*/ 270491 w 316391"/>
                <a:gd name="connsiteY1965" fmla="*/ 337703 h 459014"/>
                <a:gd name="connsiteX1966" fmla="*/ 270491 w 316391"/>
                <a:gd name="connsiteY1966" fmla="*/ 337703 h 459014"/>
                <a:gd name="connsiteX1967" fmla="*/ 270491 w 316391"/>
                <a:gd name="connsiteY1967" fmla="*/ 337703 h 459014"/>
                <a:gd name="connsiteX1968" fmla="*/ 268851 w 316391"/>
                <a:gd name="connsiteY1968" fmla="*/ 337703 h 459014"/>
                <a:gd name="connsiteX1969" fmla="*/ 268851 w 316391"/>
                <a:gd name="connsiteY1969" fmla="*/ 337703 h 459014"/>
                <a:gd name="connsiteX1970" fmla="*/ 268851 w 316391"/>
                <a:gd name="connsiteY1970" fmla="*/ 336064 h 459014"/>
                <a:gd name="connsiteX1971" fmla="*/ 268851 w 316391"/>
                <a:gd name="connsiteY1971" fmla="*/ 336064 h 459014"/>
                <a:gd name="connsiteX1972" fmla="*/ 268851 w 316391"/>
                <a:gd name="connsiteY1972" fmla="*/ 336064 h 459014"/>
                <a:gd name="connsiteX1973" fmla="*/ 267212 w 316391"/>
                <a:gd name="connsiteY1973" fmla="*/ 336064 h 459014"/>
                <a:gd name="connsiteX1974" fmla="*/ 267212 w 316391"/>
                <a:gd name="connsiteY1974" fmla="*/ 336064 h 459014"/>
                <a:gd name="connsiteX1975" fmla="*/ 267212 w 316391"/>
                <a:gd name="connsiteY1975" fmla="*/ 336064 h 459014"/>
                <a:gd name="connsiteX1976" fmla="*/ 267212 w 316391"/>
                <a:gd name="connsiteY1976" fmla="*/ 336064 h 459014"/>
                <a:gd name="connsiteX1977" fmla="*/ 267212 w 316391"/>
                <a:gd name="connsiteY1977" fmla="*/ 336064 h 459014"/>
                <a:gd name="connsiteX1978" fmla="*/ 268851 w 316391"/>
                <a:gd name="connsiteY1978" fmla="*/ 336064 h 459014"/>
                <a:gd name="connsiteX1979" fmla="*/ 268851 w 316391"/>
                <a:gd name="connsiteY1979" fmla="*/ 336064 h 459014"/>
                <a:gd name="connsiteX1980" fmla="*/ 268851 w 316391"/>
                <a:gd name="connsiteY1980" fmla="*/ 336064 h 459014"/>
                <a:gd name="connsiteX1981" fmla="*/ 268851 w 316391"/>
                <a:gd name="connsiteY1981" fmla="*/ 336064 h 459014"/>
                <a:gd name="connsiteX1982" fmla="*/ 268851 w 316391"/>
                <a:gd name="connsiteY1982" fmla="*/ 336064 h 459014"/>
                <a:gd name="connsiteX1983" fmla="*/ 268851 w 316391"/>
                <a:gd name="connsiteY1983" fmla="*/ 336064 h 459014"/>
                <a:gd name="connsiteX1984" fmla="*/ 268851 w 316391"/>
                <a:gd name="connsiteY1984" fmla="*/ 336064 h 459014"/>
                <a:gd name="connsiteX1985" fmla="*/ 270491 w 316391"/>
                <a:gd name="connsiteY1985" fmla="*/ 336064 h 459014"/>
                <a:gd name="connsiteX1986" fmla="*/ 270491 w 316391"/>
                <a:gd name="connsiteY1986" fmla="*/ 336064 h 459014"/>
                <a:gd name="connsiteX1987" fmla="*/ 270491 w 316391"/>
                <a:gd name="connsiteY1987" fmla="*/ 336064 h 459014"/>
                <a:gd name="connsiteX1988" fmla="*/ 270491 w 316391"/>
                <a:gd name="connsiteY1988" fmla="*/ 336064 h 459014"/>
                <a:gd name="connsiteX1989" fmla="*/ 270491 w 316391"/>
                <a:gd name="connsiteY1989" fmla="*/ 336064 h 459014"/>
                <a:gd name="connsiteX1990" fmla="*/ 270491 w 316391"/>
                <a:gd name="connsiteY1990" fmla="*/ 336064 h 459014"/>
                <a:gd name="connsiteX1991" fmla="*/ 272130 w 316391"/>
                <a:gd name="connsiteY1991" fmla="*/ 336064 h 459014"/>
                <a:gd name="connsiteX1992" fmla="*/ 272130 w 316391"/>
                <a:gd name="connsiteY1992" fmla="*/ 336064 h 459014"/>
                <a:gd name="connsiteX1993" fmla="*/ 272130 w 316391"/>
                <a:gd name="connsiteY1993" fmla="*/ 336064 h 459014"/>
                <a:gd name="connsiteX1994" fmla="*/ 272130 w 316391"/>
                <a:gd name="connsiteY1994" fmla="*/ 336064 h 459014"/>
                <a:gd name="connsiteX1995" fmla="*/ 272130 w 316391"/>
                <a:gd name="connsiteY1995" fmla="*/ 336064 h 459014"/>
                <a:gd name="connsiteX1996" fmla="*/ 272130 w 316391"/>
                <a:gd name="connsiteY1996" fmla="*/ 337703 h 459014"/>
                <a:gd name="connsiteX1997" fmla="*/ 273769 w 316391"/>
                <a:gd name="connsiteY1997" fmla="*/ 337703 h 459014"/>
                <a:gd name="connsiteX1998" fmla="*/ 273769 w 316391"/>
                <a:gd name="connsiteY1998" fmla="*/ 337703 h 459014"/>
                <a:gd name="connsiteX1999" fmla="*/ 273769 w 316391"/>
                <a:gd name="connsiteY1999" fmla="*/ 337703 h 459014"/>
                <a:gd name="connsiteX2000" fmla="*/ 273769 w 316391"/>
                <a:gd name="connsiteY2000" fmla="*/ 337703 h 459014"/>
                <a:gd name="connsiteX2001" fmla="*/ 273769 w 316391"/>
                <a:gd name="connsiteY2001" fmla="*/ 337703 h 459014"/>
                <a:gd name="connsiteX2002" fmla="*/ 273769 w 316391"/>
                <a:gd name="connsiteY2002" fmla="*/ 337703 h 459014"/>
                <a:gd name="connsiteX2003" fmla="*/ 273769 w 316391"/>
                <a:gd name="connsiteY2003" fmla="*/ 336064 h 459014"/>
                <a:gd name="connsiteX2004" fmla="*/ 275408 w 316391"/>
                <a:gd name="connsiteY2004" fmla="*/ 336064 h 459014"/>
                <a:gd name="connsiteX2005" fmla="*/ 275408 w 316391"/>
                <a:gd name="connsiteY2005" fmla="*/ 337703 h 459014"/>
                <a:gd name="connsiteX2006" fmla="*/ 275408 w 316391"/>
                <a:gd name="connsiteY2006" fmla="*/ 337703 h 459014"/>
                <a:gd name="connsiteX2007" fmla="*/ 275408 w 316391"/>
                <a:gd name="connsiteY2007" fmla="*/ 337703 h 459014"/>
                <a:gd name="connsiteX2008" fmla="*/ 275408 w 316391"/>
                <a:gd name="connsiteY2008" fmla="*/ 336064 h 459014"/>
                <a:gd name="connsiteX2009" fmla="*/ 275408 w 316391"/>
                <a:gd name="connsiteY2009" fmla="*/ 336064 h 459014"/>
                <a:gd name="connsiteX2010" fmla="*/ 275408 w 316391"/>
                <a:gd name="connsiteY2010" fmla="*/ 336064 h 459014"/>
                <a:gd name="connsiteX2011" fmla="*/ 277048 w 316391"/>
                <a:gd name="connsiteY2011" fmla="*/ 336064 h 459014"/>
                <a:gd name="connsiteX2012" fmla="*/ 277048 w 316391"/>
                <a:gd name="connsiteY2012" fmla="*/ 336064 h 459014"/>
                <a:gd name="connsiteX2013" fmla="*/ 277048 w 316391"/>
                <a:gd name="connsiteY2013" fmla="*/ 336064 h 459014"/>
                <a:gd name="connsiteX2014" fmla="*/ 275408 w 316391"/>
                <a:gd name="connsiteY2014" fmla="*/ 337703 h 459014"/>
                <a:gd name="connsiteX2015" fmla="*/ 275408 w 316391"/>
                <a:gd name="connsiteY2015" fmla="*/ 337703 h 459014"/>
                <a:gd name="connsiteX2016" fmla="*/ 275408 w 316391"/>
                <a:gd name="connsiteY2016" fmla="*/ 337703 h 459014"/>
                <a:gd name="connsiteX2017" fmla="*/ 275408 w 316391"/>
                <a:gd name="connsiteY2017" fmla="*/ 337703 h 459014"/>
                <a:gd name="connsiteX2018" fmla="*/ 277048 w 316391"/>
                <a:gd name="connsiteY2018" fmla="*/ 337703 h 459014"/>
                <a:gd name="connsiteX2019" fmla="*/ 277048 w 316391"/>
                <a:gd name="connsiteY2019" fmla="*/ 337703 h 459014"/>
                <a:gd name="connsiteX2020" fmla="*/ 277048 w 316391"/>
                <a:gd name="connsiteY2020" fmla="*/ 337703 h 459014"/>
                <a:gd name="connsiteX2021" fmla="*/ 277048 w 316391"/>
                <a:gd name="connsiteY2021" fmla="*/ 337703 h 459014"/>
                <a:gd name="connsiteX2022" fmla="*/ 277048 w 316391"/>
                <a:gd name="connsiteY2022" fmla="*/ 337703 h 459014"/>
                <a:gd name="connsiteX2023" fmla="*/ 277048 w 316391"/>
                <a:gd name="connsiteY2023" fmla="*/ 337703 h 459014"/>
                <a:gd name="connsiteX2024" fmla="*/ 277048 w 316391"/>
                <a:gd name="connsiteY2024" fmla="*/ 337703 h 459014"/>
                <a:gd name="connsiteX2025" fmla="*/ 277048 w 316391"/>
                <a:gd name="connsiteY2025" fmla="*/ 337703 h 459014"/>
                <a:gd name="connsiteX2026" fmla="*/ 277048 w 316391"/>
                <a:gd name="connsiteY2026" fmla="*/ 337703 h 459014"/>
                <a:gd name="connsiteX2027" fmla="*/ 277048 w 316391"/>
                <a:gd name="connsiteY2027" fmla="*/ 337703 h 459014"/>
                <a:gd name="connsiteX2028" fmla="*/ 277048 w 316391"/>
                <a:gd name="connsiteY2028" fmla="*/ 337703 h 459014"/>
                <a:gd name="connsiteX2029" fmla="*/ 277048 w 316391"/>
                <a:gd name="connsiteY2029" fmla="*/ 337703 h 459014"/>
                <a:gd name="connsiteX2030" fmla="*/ 277048 w 316391"/>
                <a:gd name="connsiteY2030" fmla="*/ 337703 h 459014"/>
                <a:gd name="connsiteX2031" fmla="*/ 277048 w 316391"/>
                <a:gd name="connsiteY2031" fmla="*/ 337703 h 459014"/>
                <a:gd name="connsiteX2032" fmla="*/ 277048 w 316391"/>
                <a:gd name="connsiteY2032" fmla="*/ 337703 h 459014"/>
                <a:gd name="connsiteX2033" fmla="*/ 277048 w 316391"/>
                <a:gd name="connsiteY2033" fmla="*/ 337703 h 459014"/>
                <a:gd name="connsiteX2034" fmla="*/ 277048 w 316391"/>
                <a:gd name="connsiteY2034" fmla="*/ 337703 h 459014"/>
                <a:gd name="connsiteX2035" fmla="*/ 277048 w 316391"/>
                <a:gd name="connsiteY2035" fmla="*/ 337703 h 459014"/>
                <a:gd name="connsiteX2036" fmla="*/ 278687 w 316391"/>
                <a:gd name="connsiteY2036" fmla="*/ 337703 h 459014"/>
                <a:gd name="connsiteX2037" fmla="*/ 278687 w 316391"/>
                <a:gd name="connsiteY2037" fmla="*/ 337703 h 459014"/>
                <a:gd name="connsiteX2038" fmla="*/ 278687 w 316391"/>
                <a:gd name="connsiteY2038" fmla="*/ 337703 h 459014"/>
                <a:gd name="connsiteX2039" fmla="*/ 278687 w 316391"/>
                <a:gd name="connsiteY2039" fmla="*/ 337703 h 459014"/>
                <a:gd name="connsiteX2040" fmla="*/ 278687 w 316391"/>
                <a:gd name="connsiteY2040" fmla="*/ 337703 h 459014"/>
                <a:gd name="connsiteX2041" fmla="*/ 278687 w 316391"/>
                <a:gd name="connsiteY2041" fmla="*/ 337703 h 459014"/>
                <a:gd name="connsiteX2042" fmla="*/ 278687 w 316391"/>
                <a:gd name="connsiteY2042" fmla="*/ 337703 h 459014"/>
                <a:gd name="connsiteX2043" fmla="*/ 278687 w 316391"/>
                <a:gd name="connsiteY2043" fmla="*/ 337703 h 459014"/>
                <a:gd name="connsiteX2044" fmla="*/ 278687 w 316391"/>
                <a:gd name="connsiteY2044" fmla="*/ 337703 h 459014"/>
                <a:gd name="connsiteX2045" fmla="*/ 278687 w 316391"/>
                <a:gd name="connsiteY2045" fmla="*/ 339343 h 459014"/>
                <a:gd name="connsiteX2046" fmla="*/ 278687 w 316391"/>
                <a:gd name="connsiteY2046" fmla="*/ 339343 h 459014"/>
                <a:gd name="connsiteX2047" fmla="*/ 278687 w 316391"/>
                <a:gd name="connsiteY2047" fmla="*/ 339343 h 459014"/>
                <a:gd name="connsiteX2048" fmla="*/ 280327 w 316391"/>
                <a:gd name="connsiteY2048" fmla="*/ 339343 h 459014"/>
                <a:gd name="connsiteX2049" fmla="*/ 280327 w 316391"/>
                <a:gd name="connsiteY2049" fmla="*/ 339343 h 459014"/>
                <a:gd name="connsiteX2050" fmla="*/ 280327 w 316391"/>
                <a:gd name="connsiteY2050" fmla="*/ 339343 h 459014"/>
                <a:gd name="connsiteX2051" fmla="*/ 280327 w 316391"/>
                <a:gd name="connsiteY2051" fmla="*/ 339343 h 459014"/>
                <a:gd name="connsiteX2052" fmla="*/ 280327 w 316391"/>
                <a:gd name="connsiteY2052" fmla="*/ 339343 h 459014"/>
                <a:gd name="connsiteX2053" fmla="*/ 280327 w 316391"/>
                <a:gd name="connsiteY2053" fmla="*/ 339343 h 459014"/>
                <a:gd name="connsiteX2054" fmla="*/ 280327 w 316391"/>
                <a:gd name="connsiteY2054" fmla="*/ 339343 h 459014"/>
                <a:gd name="connsiteX2055" fmla="*/ 280327 w 316391"/>
                <a:gd name="connsiteY2055" fmla="*/ 339343 h 459014"/>
                <a:gd name="connsiteX2056" fmla="*/ 280327 w 316391"/>
                <a:gd name="connsiteY2056" fmla="*/ 339343 h 459014"/>
                <a:gd name="connsiteX2057" fmla="*/ 280327 w 316391"/>
                <a:gd name="connsiteY2057" fmla="*/ 339343 h 459014"/>
                <a:gd name="connsiteX2058" fmla="*/ 280327 w 316391"/>
                <a:gd name="connsiteY2058" fmla="*/ 339343 h 459014"/>
                <a:gd name="connsiteX2059" fmla="*/ 280327 w 316391"/>
                <a:gd name="connsiteY2059" fmla="*/ 339343 h 459014"/>
                <a:gd name="connsiteX2060" fmla="*/ 280327 w 316391"/>
                <a:gd name="connsiteY2060" fmla="*/ 339343 h 459014"/>
                <a:gd name="connsiteX2061" fmla="*/ 280327 w 316391"/>
                <a:gd name="connsiteY2061" fmla="*/ 339343 h 459014"/>
                <a:gd name="connsiteX2062" fmla="*/ 280327 w 316391"/>
                <a:gd name="connsiteY2062" fmla="*/ 339343 h 459014"/>
                <a:gd name="connsiteX2063" fmla="*/ 280327 w 316391"/>
                <a:gd name="connsiteY2063" fmla="*/ 339343 h 459014"/>
                <a:gd name="connsiteX2064" fmla="*/ 280327 w 316391"/>
                <a:gd name="connsiteY2064" fmla="*/ 339343 h 459014"/>
                <a:gd name="connsiteX2065" fmla="*/ 281966 w 316391"/>
                <a:gd name="connsiteY2065" fmla="*/ 339343 h 459014"/>
                <a:gd name="connsiteX2066" fmla="*/ 281966 w 316391"/>
                <a:gd name="connsiteY2066" fmla="*/ 339343 h 459014"/>
                <a:gd name="connsiteX2067" fmla="*/ 281966 w 316391"/>
                <a:gd name="connsiteY2067" fmla="*/ 339343 h 459014"/>
                <a:gd name="connsiteX2068" fmla="*/ 281966 w 316391"/>
                <a:gd name="connsiteY2068" fmla="*/ 339343 h 459014"/>
                <a:gd name="connsiteX2069" fmla="*/ 281966 w 316391"/>
                <a:gd name="connsiteY2069" fmla="*/ 339343 h 459014"/>
                <a:gd name="connsiteX2070" fmla="*/ 281966 w 316391"/>
                <a:gd name="connsiteY2070" fmla="*/ 339343 h 459014"/>
                <a:gd name="connsiteX2071" fmla="*/ 281966 w 316391"/>
                <a:gd name="connsiteY2071" fmla="*/ 339343 h 459014"/>
                <a:gd name="connsiteX2072" fmla="*/ 281966 w 316391"/>
                <a:gd name="connsiteY2072" fmla="*/ 339343 h 459014"/>
                <a:gd name="connsiteX2073" fmla="*/ 281966 w 316391"/>
                <a:gd name="connsiteY2073" fmla="*/ 340982 h 459014"/>
                <a:gd name="connsiteX2074" fmla="*/ 281966 w 316391"/>
                <a:gd name="connsiteY2074" fmla="*/ 340982 h 459014"/>
                <a:gd name="connsiteX2075" fmla="*/ 281966 w 316391"/>
                <a:gd name="connsiteY2075" fmla="*/ 340982 h 459014"/>
                <a:gd name="connsiteX2076" fmla="*/ 281966 w 316391"/>
                <a:gd name="connsiteY2076" fmla="*/ 340982 h 459014"/>
                <a:gd name="connsiteX2077" fmla="*/ 281966 w 316391"/>
                <a:gd name="connsiteY2077" fmla="*/ 340982 h 459014"/>
                <a:gd name="connsiteX2078" fmla="*/ 281966 w 316391"/>
                <a:gd name="connsiteY2078" fmla="*/ 340982 h 459014"/>
                <a:gd name="connsiteX2079" fmla="*/ 281966 w 316391"/>
                <a:gd name="connsiteY2079" fmla="*/ 340982 h 459014"/>
                <a:gd name="connsiteX2080" fmla="*/ 281966 w 316391"/>
                <a:gd name="connsiteY2080" fmla="*/ 340982 h 459014"/>
                <a:gd name="connsiteX2081" fmla="*/ 281966 w 316391"/>
                <a:gd name="connsiteY2081" fmla="*/ 340982 h 459014"/>
                <a:gd name="connsiteX2082" fmla="*/ 281966 w 316391"/>
                <a:gd name="connsiteY2082" fmla="*/ 340982 h 459014"/>
                <a:gd name="connsiteX2083" fmla="*/ 281966 w 316391"/>
                <a:gd name="connsiteY2083" fmla="*/ 340982 h 459014"/>
                <a:gd name="connsiteX2084" fmla="*/ 281966 w 316391"/>
                <a:gd name="connsiteY2084" fmla="*/ 340982 h 459014"/>
                <a:gd name="connsiteX2085" fmla="*/ 283605 w 316391"/>
                <a:gd name="connsiteY2085" fmla="*/ 340982 h 459014"/>
                <a:gd name="connsiteX2086" fmla="*/ 283605 w 316391"/>
                <a:gd name="connsiteY2086" fmla="*/ 340982 h 459014"/>
                <a:gd name="connsiteX2087" fmla="*/ 283605 w 316391"/>
                <a:gd name="connsiteY2087" fmla="*/ 340982 h 459014"/>
                <a:gd name="connsiteX2088" fmla="*/ 283605 w 316391"/>
                <a:gd name="connsiteY2088" fmla="*/ 340982 h 459014"/>
                <a:gd name="connsiteX2089" fmla="*/ 283605 w 316391"/>
                <a:gd name="connsiteY2089" fmla="*/ 340982 h 459014"/>
                <a:gd name="connsiteX2090" fmla="*/ 283605 w 316391"/>
                <a:gd name="connsiteY2090" fmla="*/ 340982 h 459014"/>
                <a:gd name="connsiteX2091" fmla="*/ 281966 w 316391"/>
                <a:gd name="connsiteY2091" fmla="*/ 340982 h 459014"/>
                <a:gd name="connsiteX2092" fmla="*/ 281966 w 316391"/>
                <a:gd name="connsiteY2092" fmla="*/ 342621 h 459014"/>
                <a:gd name="connsiteX2093" fmla="*/ 281966 w 316391"/>
                <a:gd name="connsiteY2093" fmla="*/ 342621 h 459014"/>
                <a:gd name="connsiteX2094" fmla="*/ 281966 w 316391"/>
                <a:gd name="connsiteY2094" fmla="*/ 342621 h 459014"/>
                <a:gd name="connsiteX2095" fmla="*/ 283605 w 316391"/>
                <a:gd name="connsiteY2095" fmla="*/ 342621 h 459014"/>
                <a:gd name="connsiteX2096" fmla="*/ 283605 w 316391"/>
                <a:gd name="connsiteY2096" fmla="*/ 342621 h 459014"/>
                <a:gd name="connsiteX2097" fmla="*/ 283605 w 316391"/>
                <a:gd name="connsiteY2097" fmla="*/ 342621 h 459014"/>
                <a:gd name="connsiteX2098" fmla="*/ 283605 w 316391"/>
                <a:gd name="connsiteY2098" fmla="*/ 342621 h 459014"/>
                <a:gd name="connsiteX2099" fmla="*/ 283605 w 316391"/>
                <a:gd name="connsiteY2099" fmla="*/ 342621 h 459014"/>
                <a:gd name="connsiteX2100" fmla="*/ 283605 w 316391"/>
                <a:gd name="connsiteY2100" fmla="*/ 342621 h 459014"/>
                <a:gd name="connsiteX2101" fmla="*/ 283605 w 316391"/>
                <a:gd name="connsiteY2101" fmla="*/ 342621 h 459014"/>
                <a:gd name="connsiteX2102" fmla="*/ 283605 w 316391"/>
                <a:gd name="connsiteY2102" fmla="*/ 344261 h 459014"/>
                <a:gd name="connsiteX2103" fmla="*/ 283605 w 316391"/>
                <a:gd name="connsiteY2103" fmla="*/ 344261 h 459014"/>
                <a:gd name="connsiteX2104" fmla="*/ 283605 w 316391"/>
                <a:gd name="connsiteY2104" fmla="*/ 344261 h 459014"/>
                <a:gd name="connsiteX2105" fmla="*/ 283605 w 316391"/>
                <a:gd name="connsiteY2105" fmla="*/ 344261 h 459014"/>
                <a:gd name="connsiteX2106" fmla="*/ 283605 w 316391"/>
                <a:gd name="connsiteY2106" fmla="*/ 344261 h 459014"/>
                <a:gd name="connsiteX2107" fmla="*/ 283605 w 316391"/>
                <a:gd name="connsiteY2107" fmla="*/ 344261 h 459014"/>
                <a:gd name="connsiteX2108" fmla="*/ 283605 w 316391"/>
                <a:gd name="connsiteY2108" fmla="*/ 344261 h 459014"/>
                <a:gd name="connsiteX2109" fmla="*/ 283605 w 316391"/>
                <a:gd name="connsiteY2109" fmla="*/ 342621 h 459014"/>
                <a:gd name="connsiteX2110" fmla="*/ 283605 w 316391"/>
                <a:gd name="connsiteY2110" fmla="*/ 342621 h 459014"/>
                <a:gd name="connsiteX2111" fmla="*/ 283605 w 316391"/>
                <a:gd name="connsiteY2111" fmla="*/ 342621 h 459014"/>
                <a:gd name="connsiteX2112" fmla="*/ 283605 w 316391"/>
                <a:gd name="connsiteY2112" fmla="*/ 342621 h 459014"/>
                <a:gd name="connsiteX2113" fmla="*/ 283605 w 316391"/>
                <a:gd name="connsiteY2113" fmla="*/ 342621 h 459014"/>
                <a:gd name="connsiteX2114" fmla="*/ 283605 w 316391"/>
                <a:gd name="connsiteY2114" fmla="*/ 342621 h 459014"/>
                <a:gd name="connsiteX2115" fmla="*/ 283605 w 316391"/>
                <a:gd name="connsiteY2115" fmla="*/ 342621 h 459014"/>
                <a:gd name="connsiteX2116" fmla="*/ 285245 w 316391"/>
                <a:gd name="connsiteY2116" fmla="*/ 342621 h 459014"/>
                <a:gd name="connsiteX2117" fmla="*/ 285245 w 316391"/>
                <a:gd name="connsiteY2117" fmla="*/ 342621 h 459014"/>
                <a:gd name="connsiteX2118" fmla="*/ 285245 w 316391"/>
                <a:gd name="connsiteY2118" fmla="*/ 342621 h 459014"/>
                <a:gd name="connsiteX2119" fmla="*/ 285245 w 316391"/>
                <a:gd name="connsiteY2119" fmla="*/ 342621 h 459014"/>
                <a:gd name="connsiteX2120" fmla="*/ 285245 w 316391"/>
                <a:gd name="connsiteY2120" fmla="*/ 344261 h 459014"/>
                <a:gd name="connsiteX2121" fmla="*/ 283605 w 316391"/>
                <a:gd name="connsiteY2121" fmla="*/ 344261 h 459014"/>
                <a:gd name="connsiteX2122" fmla="*/ 283605 w 316391"/>
                <a:gd name="connsiteY2122" fmla="*/ 344261 h 459014"/>
                <a:gd name="connsiteX2123" fmla="*/ 283605 w 316391"/>
                <a:gd name="connsiteY2123" fmla="*/ 344261 h 459014"/>
                <a:gd name="connsiteX2124" fmla="*/ 285245 w 316391"/>
                <a:gd name="connsiteY2124" fmla="*/ 344261 h 459014"/>
                <a:gd name="connsiteX2125" fmla="*/ 285245 w 316391"/>
                <a:gd name="connsiteY2125" fmla="*/ 344261 h 459014"/>
                <a:gd name="connsiteX2126" fmla="*/ 285245 w 316391"/>
                <a:gd name="connsiteY2126" fmla="*/ 344261 h 459014"/>
                <a:gd name="connsiteX2127" fmla="*/ 285245 w 316391"/>
                <a:gd name="connsiteY2127" fmla="*/ 344261 h 459014"/>
                <a:gd name="connsiteX2128" fmla="*/ 285245 w 316391"/>
                <a:gd name="connsiteY2128" fmla="*/ 344261 h 459014"/>
                <a:gd name="connsiteX2129" fmla="*/ 285245 w 316391"/>
                <a:gd name="connsiteY2129" fmla="*/ 344261 h 459014"/>
                <a:gd name="connsiteX2130" fmla="*/ 285245 w 316391"/>
                <a:gd name="connsiteY2130" fmla="*/ 345900 h 459014"/>
                <a:gd name="connsiteX2131" fmla="*/ 285245 w 316391"/>
                <a:gd name="connsiteY2131" fmla="*/ 345900 h 459014"/>
                <a:gd name="connsiteX2132" fmla="*/ 286884 w 316391"/>
                <a:gd name="connsiteY2132" fmla="*/ 345900 h 459014"/>
                <a:gd name="connsiteX2133" fmla="*/ 286884 w 316391"/>
                <a:gd name="connsiteY2133" fmla="*/ 345900 h 459014"/>
                <a:gd name="connsiteX2134" fmla="*/ 286884 w 316391"/>
                <a:gd name="connsiteY2134" fmla="*/ 347539 h 459014"/>
                <a:gd name="connsiteX2135" fmla="*/ 286884 w 316391"/>
                <a:gd name="connsiteY2135" fmla="*/ 347539 h 459014"/>
                <a:gd name="connsiteX2136" fmla="*/ 286884 w 316391"/>
                <a:gd name="connsiteY2136" fmla="*/ 347539 h 459014"/>
                <a:gd name="connsiteX2137" fmla="*/ 286884 w 316391"/>
                <a:gd name="connsiteY2137" fmla="*/ 347539 h 459014"/>
                <a:gd name="connsiteX2138" fmla="*/ 286884 w 316391"/>
                <a:gd name="connsiteY2138" fmla="*/ 347539 h 459014"/>
                <a:gd name="connsiteX2139" fmla="*/ 286884 w 316391"/>
                <a:gd name="connsiteY2139" fmla="*/ 347539 h 459014"/>
                <a:gd name="connsiteX2140" fmla="*/ 288523 w 316391"/>
                <a:gd name="connsiteY2140" fmla="*/ 349179 h 459014"/>
                <a:gd name="connsiteX2141" fmla="*/ 288523 w 316391"/>
                <a:gd name="connsiteY2141" fmla="*/ 349179 h 459014"/>
                <a:gd name="connsiteX2142" fmla="*/ 288523 w 316391"/>
                <a:gd name="connsiteY2142" fmla="*/ 349179 h 459014"/>
                <a:gd name="connsiteX2143" fmla="*/ 288523 w 316391"/>
                <a:gd name="connsiteY2143" fmla="*/ 349179 h 459014"/>
                <a:gd name="connsiteX2144" fmla="*/ 288523 w 316391"/>
                <a:gd name="connsiteY2144" fmla="*/ 349179 h 459014"/>
                <a:gd name="connsiteX2145" fmla="*/ 288523 w 316391"/>
                <a:gd name="connsiteY2145" fmla="*/ 349179 h 459014"/>
                <a:gd name="connsiteX2146" fmla="*/ 288523 w 316391"/>
                <a:gd name="connsiteY2146" fmla="*/ 347539 h 459014"/>
                <a:gd name="connsiteX2147" fmla="*/ 288523 w 316391"/>
                <a:gd name="connsiteY2147" fmla="*/ 347539 h 459014"/>
                <a:gd name="connsiteX2148" fmla="*/ 288523 w 316391"/>
                <a:gd name="connsiteY2148" fmla="*/ 347539 h 459014"/>
                <a:gd name="connsiteX2149" fmla="*/ 288523 w 316391"/>
                <a:gd name="connsiteY2149" fmla="*/ 347539 h 459014"/>
                <a:gd name="connsiteX2150" fmla="*/ 288523 w 316391"/>
                <a:gd name="connsiteY2150" fmla="*/ 347539 h 459014"/>
                <a:gd name="connsiteX2151" fmla="*/ 288523 w 316391"/>
                <a:gd name="connsiteY2151" fmla="*/ 345900 h 459014"/>
                <a:gd name="connsiteX2152" fmla="*/ 288523 w 316391"/>
                <a:gd name="connsiteY2152" fmla="*/ 345900 h 459014"/>
                <a:gd name="connsiteX2153" fmla="*/ 288523 w 316391"/>
                <a:gd name="connsiteY2153" fmla="*/ 345900 h 459014"/>
                <a:gd name="connsiteX2154" fmla="*/ 288523 w 316391"/>
                <a:gd name="connsiteY2154" fmla="*/ 345900 h 459014"/>
                <a:gd name="connsiteX2155" fmla="*/ 288523 w 316391"/>
                <a:gd name="connsiteY2155" fmla="*/ 344261 h 459014"/>
                <a:gd name="connsiteX2156" fmla="*/ 288523 w 316391"/>
                <a:gd name="connsiteY2156" fmla="*/ 344261 h 459014"/>
                <a:gd name="connsiteX2157" fmla="*/ 286884 w 316391"/>
                <a:gd name="connsiteY2157" fmla="*/ 344261 h 459014"/>
                <a:gd name="connsiteX2158" fmla="*/ 286884 w 316391"/>
                <a:gd name="connsiteY2158" fmla="*/ 344261 h 459014"/>
                <a:gd name="connsiteX2159" fmla="*/ 286884 w 316391"/>
                <a:gd name="connsiteY2159" fmla="*/ 344261 h 459014"/>
                <a:gd name="connsiteX2160" fmla="*/ 286884 w 316391"/>
                <a:gd name="connsiteY2160" fmla="*/ 344261 h 459014"/>
                <a:gd name="connsiteX2161" fmla="*/ 286884 w 316391"/>
                <a:gd name="connsiteY2161" fmla="*/ 344261 h 459014"/>
                <a:gd name="connsiteX2162" fmla="*/ 286884 w 316391"/>
                <a:gd name="connsiteY2162" fmla="*/ 344261 h 459014"/>
                <a:gd name="connsiteX2163" fmla="*/ 286884 w 316391"/>
                <a:gd name="connsiteY2163" fmla="*/ 344261 h 459014"/>
                <a:gd name="connsiteX2164" fmla="*/ 286884 w 316391"/>
                <a:gd name="connsiteY2164" fmla="*/ 344261 h 459014"/>
                <a:gd name="connsiteX2165" fmla="*/ 286884 w 316391"/>
                <a:gd name="connsiteY2165" fmla="*/ 344261 h 459014"/>
                <a:gd name="connsiteX2166" fmla="*/ 286884 w 316391"/>
                <a:gd name="connsiteY2166" fmla="*/ 344261 h 459014"/>
                <a:gd name="connsiteX2167" fmla="*/ 286884 w 316391"/>
                <a:gd name="connsiteY2167" fmla="*/ 344261 h 459014"/>
                <a:gd name="connsiteX2168" fmla="*/ 288523 w 316391"/>
                <a:gd name="connsiteY2168" fmla="*/ 344261 h 459014"/>
                <a:gd name="connsiteX2169" fmla="*/ 288523 w 316391"/>
                <a:gd name="connsiteY2169" fmla="*/ 344261 h 459014"/>
                <a:gd name="connsiteX2170" fmla="*/ 288523 w 316391"/>
                <a:gd name="connsiteY2170" fmla="*/ 344261 h 459014"/>
                <a:gd name="connsiteX2171" fmla="*/ 288523 w 316391"/>
                <a:gd name="connsiteY2171" fmla="*/ 344261 h 459014"/>
                <a:gd name="connsiteX2172" fmla="*/ 288523 w 316391"/>
                <a:gd name="connsiteY2172" fmla="*/ 344261 h 459014"/>
                <a:gd name="connsiteX2173" fmla="*/ 288523 w 316391"/>
                <a:gd name="connsiteY2173" fmla="*/ 344261 h 459014"/>
                <a:gd name="connsiteX2174" fmla="*/ 288523 w 316391"/>
                <a:gd name="connsiteY2174" fmla="*/ 344261 h 459014"/>
                <a:gd name="connsiteX2175" fmla="*/ 288523 w 316391"/>
                <a:gd name="connsiteY2175" fmla="*/ 344261 h 459014"/>
                <a:gd name="connsiteX2176" fmla="*/ 288523 w 316391"/>
                <a:gd name="connsiteY2176" fmla="*/ 344261 h 459014"/>
                <a:gd name="connsiteX2177" fmla="*/ 288523 w 316391"/>
                <a:gd name="connsiteY2177" fmla="*/ 344261 h 459014"/>
                <a:gd name="connsiteX2178" fmla="*/ 288523 w 316391"/>
                <a:gd name="connsiteY2178" fmla="*/ 345900 h 459014"/>
                <a:gd name="connsiteX2179" fmla="*/ 288523 w 316391"/>
                <a:gd name="connsiteY2179" fmla="*/ 345900 h 459014"/>
                <a:gd name="connsiteX2180" fmla="*/ 288523 w 316391"/>
                <a:gd name="connsiteY2180" fmla="*/ 345900 h 459014"/>
                <a:gd name="connsiteX2181" fmla="*/ 288523 w 316391"/>
                <a:gd name="connsiteY2181" fmla="*/ 345900 h 459014"/>
                <a:gd name="connsiteX2182" fmla="*/ 288523 w 316391"/>
                <a:gd name="connsiteY2182" fmla="*/ 345900 h 459014"/>
                <a:gd name="connsiteX2183" fmla="*/ 288523 w 316391"/>
                <a:gd name="connsiteY2183" fmla="*/ 345900 h 459014"/>
                <a:gd name="connsiteX2184" fmla="*/ 290162 w 316391"/>
                <a:gd name="connsiteY2184" fmla="*/ 345900 h 459014"/>
                <a:gd name="connsiteX2185" fmla="*/ 290162 w 316391"/>
                <a:gd name="connsiteY2185" fmla="*/ 345900 h 459014"/>
                <a:gd name="connsiteX2186" fmla="*/ 290162 w 316391"/>
                <a:gd name="connsiteY2186" fmla="*/ 345900 h 459014"/>
                <a:gd name="connsiteX2187" fmla="*/ 288523 w 316391"/>
                <a:gd name="connsiteY2187" fmla="*/ 345900 h 459014"/>
                <a:gd name="connsiteX2188" fmla="*/ 288523 w 316391"/>
                <a:gd name="connsiteY2188" fmla="*/ 345900 h 459014"/>
                <a:gd name="connsiteX2189" fmla="*/ 288523 w 316391"/>
                <a:gd name="connsiteY2189" fmla="*/ 345900 h 459014"/>
                <a:gd name="connsiteX2190" fmla="*/ 288523 w 316391"/>
                <a:gd name="connsiteY2190" fmla="*/ 345900 h 459014"/>
                <a:gd name="connsiteX2191" fmla="*/ 288523 w 316391"/>
                <a:gd name="connsiteY2191" fmla="*/ 345900 h 459014"/>
                <a:gd name="connsiteX2192" fmla="*/ 288523 w 316391"/>
                <a:gd name="connsiteY2192" fmla="*/ 345900 h 459014"/>
                <a:gd name="connsiteX2193" fmla="*/ 288523 w 316391"/>
                <a:gd name="connsiteY2193" fmla="*/ 345900 h 459014"/>
                <a:gd name="connsiteX2194" fmla="*/ 288523 w 316391"/>
                <a:gd name="connsiteY2194" fmla="*/ 347539 h 459014"/>
                <a:gd name="connsiteX2195" fmla="*/ 288523 w 316391"/>
                <a:gd name="connsiteY2195" fmla="*/ 347539 h 459014"/>
                <a:gd name="connsiteX2196" fmla="*/ 288523 w 316391"/>
                <a:gd name="connsiteY2196" fmla="*/ 347539 h 459014"/>
                <a:gd name="connsiteX2197" fmla="*/ 288523 w 316391"/>
                <a:gd name="connsiteY2197" fmla="*/ 347539 h 459014"/>
                <a:gd name="connsiteX2198" fmla="*/ 288523 w 316391"/>
                <a:gd name="connsiteY2198" fmla="*/ 349179 h 459014"/>
                <a:gd name="connsiteX2199" fmla="*/ 288523 w 316391"/>
                <a:gd name="connsiteY2199" fmla="*/ 349179 h 459014"/>
                <a:gd name="connsiteX2200" fmla="*/ 288523 w 316391"/>
                <a:gd name="connsiteY2200" fmla="*/ 349179 h 459014"/>
                <a:gd name="connsiteX2201" fmla="*/ 290162 w 316391"/>
                <a:gd name="connsiteY2201" fmla="*/ 349179 h 459014"/>
                <a:gd name="connsiteX2202" fmla="*/ 290162 w 316391"/>
                <a:gd name="connsiteY2202" fmla="*/ 349179 h 459014"/>
                <a:gd name="connsiteX2203" fmla="*/ 290162 w 316391"/>
                <a:gd name="connsiteY2203" fmla="*/ 349179 h 459014"/>
                <a:gd name="connsiteX2204" fmla="*/ 290162 w 316391"/>
                <a:gd name="connsiteY2204" fmla="*/ 349179 h 459014"/>
                <a:gd name="connsiteX2205" fmla="*/ 290162 w 316391"/>
                <a:gd name="connsiteY2205" fmla="*/ 350818 h 459014"/>
                <a:gd name="connsiteX2206" fmla="*/ 290162 w 316391"/>
                <a:gd name="connsiteY2206" fmla="*/ 350818 h 459014"/>
                <a:gd name="connsiteX2207" fmla="*/ 290162 w 316391"/>
                <a:gd name="connsiteY2207" fmla="*/ 350818 h 459014"/>
                <a:gd name="connsiteX2208" fmla="*/ 290162 w 316391"/>
                <a:gd name="connsiteY2208" fmla="*/ 350818 h 459014"/>
                <a:gd name="connsiteX2209" fmla="*/ 290162 w 316391"/>
                <a:gd name="connsiteY2209" fmla="*/ 350818 h 459014"/>
                <a:gd name="connsiteX2210" fmla="*/ 290162 w 316391"/>
                <a:gd name="connsiteY2210" fmla="*/ 350818 h 459014"/>
                <a:gd name="connsiteX2211" fmla="*/ 291802 w 316391"/>
                <a:gd name="connsiteY2211" fmla="*/ 350818 h 459014"/>
                <a:gd name="connsiteX2212" fmla="*/ 291802 w 316391"/>
                <a:gd name="connsiteY2212" fmla="*/ 350818 h 459014"/>
                <a:gd name="connsiteX2213" fmla="*/ 291802 w 316391"/>
                <a:gd name="connsiteY2213" fmla="*/ 350818 h 459014"/>
                <a:gd name="connsiteX2214" fmla="*/ 291802 w 316391"/>
                <a:gd name="connsiteY2214" fmla="*/ 350818 h 459014"/>
                <a:gd name="connsiteX2215" fmla="*/ 291802 w 316391"/>
                <a:gd name="connsiteY2215" fmla="*/ 350818 h 459014"/>
                <a:gd name="connsiteX2216" fmla="*/ 291802 w 316391"/>
                <a:gd name="connsiteY2216" fmla="*/ 350818 h 459014"/>
                <a:gd name="connsiteX2217" fmla="*/ 291802 w 316391"/>
                <a:gd name="connsiteY2217" fmla="*/ 350818 h 459014"/>
                <a:gd name="connsiteX2218" fmla="*/ 291802 w 316391"/>
                <a:gd name="connsiteY2218" fmla="*/ 350818 h 459014"/>
                <a:gd name="connsiteX2219" fmla="*/ 291802 w 316391"/>
                <a:gd name="connsiteY2219" fmla="*/ 350818 h 459014"/>
                <a:gd name="connsiteX2220" fmla="*/ 291802 w 316391"/>
                <a:gd name="connsiteY2220" fmla="*/ 350818 h 459014"/>
                <a:gd name="connsiteX2221" fmla="*/ 291802 w 316391"/>
                <a:gd name="connsiteY2221" fmla="*/ 350818 h 459014"/>
                <a:gd name="connsiteX2222" fmla="*/ 293441 w 316391"/>
                <a:gd name="connsiteY2222" fmla="*/ 350818 h 459014"/>
                <a:gd name="connsiteX2223" fmla="*/ 293441 w 316391"/>
                <a:gd name="connsiteY2223" fmla="*/ 350818 h 459014"/>
                <a:gd name="connsiteX2224" fmla="*/ 293441 w 316391"/>
                <a:gd name="connsiteY2224" fmla="*/ 350818 h 459014"/>
                <a:gd name="connsiteX2225" fmla="*/ 293441 w 316391"/>
                <a:gd name="connsiteY2225" fmla="*/ 350818 h 459014"/>
                <a:gd name="connsiteX2226" fmla="*/ 293441 w 316391"/>
                <a:gd name="connsiteY2226" fmla="*/ 350818 h 459014"/>
                <a:gd name="connsiteX2227" fmla="*/ 293441 w 316391"/>
                <a:gd name="connsiteY2227" fmla="*/ 350818 h 459014"/>
                <a:gd name="connsiteX2228" fmla="*/ 293441 w 316391"/>
                <a:gd name="connsiteY2228" fmla="*/ 350818 h 459014"/>
                <a:gd name="connsiteX2229" fmla="*/ 293441 w 316391"/>
                <a:gd name="connsiteY2229" fmla="*/ 350818 h 459014"/>
                <a:gd name="connsiteX2230" fmla="*/ 293441 w 316391"/>
                <a:gd name="connsiteY2230" fmla="*/ 350818 h 459014"/>
                <a:gd name="connsiteX2231" fmla="*/ 293441 w 316391"/>
                <a:gd name="connsiteY2231" fmla="*/ 350818 h 459014"/>
                <a:gd name="connsiteX2232" fmla="*/ 293441 w 316391"/>
                <a:gd name="connsiteY2232" fmla="*/ 350818 h 459014"/>
                <a:gd name="connsiteX2233" fmla="*/ 293441 w 316391"/>
                <a:gd name="connsiteY2233" fmla="*/ 350818 h 459014"/>
                <a:gd name="connsiteX2234" fmla="*/ 295081 w 316391"/>
                <a:gd name="connsiteY2234" fmla="*/ 350818 h 459014"/>
                <a:gd name="connsiteX2235" fmla="*/ 295081 w 316391"/>
                <a:gd name="connsiteY2235" fmla="*/ 350818 h 459014"/>
                <a:gd name="connsiteX2236" fmla="*/ 295081 w 316391"/>
                <a:gd name="connsiteY2236" fmla="*/ 350818 h 459014"/>
                <a:gd name="connsiteX2237" fmla="*/ 295081 w 316391"/>
                <a:gd name="connsiteY2237" fmla="*/ 350818 h 459014"/>
                <a:gd name="connsiteX2238" fmla="*/ 295081 w 316391"/>
                <a:gd name="connsiteY2238" fmla="*/ 350818 h 459014"/>
                <a:gd name="connsiteX2239" fmla="*/ 295081 w 316391"/>
                <a:gd name="connsiteY2239" fmla="*/ 352457 h 459014"/>
                <a:gd name="connsiteX2240" fmla="*/ 295081 w 316391"/>
                <a:gd name="connsiteY2240" fmla="*/ 352457 h 459014"/>
                <a:gd name="connsiteX2241" fmla="*/ 295081 w 316391"/>
                <a:gd name="connsiteY2241" fmla="*/ 352457 h 459014"/>
                <a:gd name="connsiteX2242" fmla="*/ 295081 w 316391"/>
                <a:gd name="connsiteY2242" fmla="*/ 352457 h 459014"/>
                <a:gd name="connsiteX2243" fmla="*/ 295081 w 316391"/>
                <a:gd name="connsiteY2243" fmla="*/ 352457 h 459014"/>
                <a:gd name="connsiteX2244" fmla="*/ 295081 w 316391"/>
                <a:gd name="connsiteY2244" fmla="*/ 352457 h 459014"/>
                <a:gd name="connsiteX2245" fmla="*/ 296720 w 316391"/>
                <a:gd name="connsiteY2245" fmla="*/ 352457 h 459014"/>
                <a:gd name="connsiteX2246" fmla="*/ 296720 w 316391"/>
                <a:gd name="connsiteY2246" fmla="*/ 354097 h 459014"/>
                <a:gd name="connsiteX2247" fmla="*/ 296720 w 316391"/>
                <a:gd name="connsiteY2247" fmla="*/ 354097 h 459014"/>
                <a:gd name="connsiteX2248" fmla="*/ 296720 w 316391"/>
                <a:gd name="connsiteY2248" fmla="*/ 354097 h 459014"/>
                <a:gd name="connsiteX2249" fmla="*/ 296720 w 316391"/>
                <a:gd name="connsiteY2249" fmla="*/ 354097 h 459014"/>
                <a:gd name="connsiteX2250" fmla="*/ 298359 w 316391"/>
                <a:gd name="connsiteY2250" fmla="*/ 354097 h 459014"/>
                <a:gd name="connsiteX2251" fmla="*/ 298359 w 316391"/>
                <a:gd name="connsiteY2251" fmla="*/ 354097 h 459014"/>
                <a:gd name="connsiteX2252" fmla="*/ 298359 w 316391"/>
                <a:gd name="connsiteY2252" fmla="*/ 355736 h 459014"/>
                <a:gd name="connsiteX2253" fmla="*/ 298359 w 316391"/>
                <a:gd name="connsiteY2253" fmla="*/ 355736 h 459014"/>
                <a:gd name="connsiteX2254" fmla="*/ 298359 w 316391"/>
                <a:gd name="connsiteY2254" fmla="*/ 355736 h 459014"/>
                <a:gd name="connsiteX2255" fmla="*/ 298359 w 316391"/>
                <a:gd name="connsiteY2255" fmla="*/ 355736 h 459014"/>
                <a:gd name="connsiteX2256" fmla="*/ 298359 w 316391"/>
                <a:gd name="connsiteY2256" fmla="*/ 355736 h 459014"/>
                <a:gd name="connsiteX2257" fmla="*/ 298359 w 316391"/>
                <a:gd name="connsiteY2257" fmla="*/ 355736 h 459014"/>
                <a:gd name="connsiteX2258" fmla="*/ 299998 w 316391"/>
                <a:gd name="connsiteY2258" fmla="*/ 355736 h 459014"/>
                <a:gd name="connsiteX2259" fmla="*/ 299998 w 316391"/>
                <a:gd name="connsiteY2259" fmla="*/ 355736 h 459014"/>
                <a:gd name="connsiteX2260" fmla="*/ 299998 w 316391"/>
                <a:gd name="connsiteY2260" fmla="*/ 355736 h 459014"/>
                <a:gd name="connsiteX2261" fmla="*/ 299998 w 316391"/>
                <a:gd name="connsiteY2261" fmla="*/ 355736 h 459014"/>
                <a:gd name="connsiteX2262" fmla="*/ 299998 w 316391"/>
                <a:gd name="connsiteY2262" fmla="*/ 355736 h 459014"/>
                <a:gd name="connsiteX2263" fmla="*/ 299998 w 316391"/>
                <a:gd name="connsiteY2263" fmla="*/ 355736 h 459014"/>
                <a:gd name="connsiteX2264" fmla="*/ 299998 w 316391"/>
                <a:gd name="connsiteY2264" fmla="*/ 355736 h 459014"/>
                <a:gd name="connsiteX2265" fmla="*/ 299998 w 316391"/>
                <a:gd name="connsiteY2265" fmla="*/ 355736 h 459014"/>
                <a:gd name="connsiteX2266" fmla="*/ 299998 w 316391"/>
                <a:gd name="connsiteY2266" fmla="*/ 355736 h 459014"/>
                <a:gd name="connsiteX2267" fmla="*/ 299998 w 316391"/>
                <a:gd name="connsiteY2267" fmla="*/ 355736 h 459014"/>
                <a:gd name="connsiteX2268" fmla="*/ 299998 w 316391"/>
                <a:gd name="connsiteY2268" fmla="*/ 355736 h 459014"/>
                <a:gd name="connsiteX2269" fmla="*/ 299998 w 316391"/>
                <a:gd name="connsiteY2269" fmla="*/ 355736 h 459014"/>
                <a:gd name="connsiteX2270" fmla="*/ 299998 w 316391"/>
                <a:gd name="connsiteY2270" fmla="*/ 355736 h 459014"/>
                <a:gd name="connsiteX2271" fmla="*/ 299998 w 316391"/>
                <a:gd name="connsiteY2271" fmla="*/ 355736 h 459014"/>
                <a:gd name="connsiteX2272" fmla="*/ 299998 w 316391"/>
                <a:gd name="connsiteY2272" fmla="*/ 357375 h 459014"/>
                <a:gd name="connsiteX2273" fmla="*/ 299998 w 316391"/>
                <a:gd name="connsiteY2273" fmla="*/ 357375 h 459014"/>
                <a:gd name="connsiteX2274" fmla="*/ 299998 w 316391"/>
                <a:gd name="connsiteY2274" fmla="*/ 357375 h 459014"/>
                <a:gd name="connsiteX2275" fmla="*/ 299998 w 316391"/>
                <a:gd name="connsiteY2275" fmla="*/ 357375 h 459014"/>
                <a:gd name="connsiteX2276" fmla="*/ 299998 w 316391"/>
                <a:gd name="connsiteY2276" fmla="*/ 357375 h 459014"/>
                <a:gd name="connsiteX2277" fmla="*/ 299998 w 316391"/>
                <a:gd name="connsiteY2277" fmla="*/ 357375 h 459014"/>
                <a:gd name="connsiteX2278" fmla="*/ 299998 w 316391"/>
                <a:gd name="connsiteY2278" fmla="*/ 357375 h 459014"/>
                <a:gd name="connsiteX2279" fmla="*/ 299998 w 316391"/>
                <a:gd name="connsiteY2279" fmla="*/ 359015 h 459014"/>
                <a:gd name="connsiteX2280" fmla="*/ 299998 w 316391"/>
                <a:gd name="connsiteY2280" fmla="*/ 359015 h 459014"/>
                <a:gd name="connsiteX2281" fmla="*/ 298359 w 316391"/>
                <a:gd name="connsiteY2281" fmla="*/ 359015 h 459014"/>
                <a:gd name="connsiteX2282" fmla="*/ 298359 w 316391"/>
                <a:gd name="connsiteY2282" fmla="*/ 359015 h 459014"/>
                <a:gd name="connsiteX2283" fmla="*/ 299998 w 316391"/>
                <a:gd name="connsiteY2283" fmla="*/ 360654 h 459014"/>
                <a:gd name="connsiteX2284" fmla="*/ 299998 w 316391"/>
                <a:gd name="connsiteY2284" fmla="*/ 360654 h 459014"/>
                <a:gd name="connsiteX2285" fmla="*/ 299998 w 316391"/>
                <a:gd name="connsiteY2285" fmla="*/ 360654 h 459014"/>
                <a:gd name="connsiteX2286" fmla="*/ 298359 w 316391"/>
                <a:gd name="connsiteY2286" fmla="*/ 360654 h 459014"/>
                <a:gd name="connsiteX2287" fmla="*/ 298359 w 316391"/>
                <a:gd name="connsiteY2287" fmla="*/ 360654 h 459014"/>
                <a:gd name="connsiteX2288" fmla="*/ 298359 w 316391"/>
                <a:gd name="connsiteY2288" fmla="*/ 360654 h 459014"/>
                <a:gd name="connsiteX2289" fmla="*/ 298359 w 316391"/>
                <a:gd name="connsiteY2289" fmla="*/ 362294 h 459014"/>
                <a:gd name="connsiteX2290" fmla="*/ 298359 w 316391"/>
                <a:gd name="connsiteY2290" fmla="*/ 362294 h 459014"/>
                <a:gd name="connsiteX2291" fmla="*/ 298359 w 316391"/>
                <a:gd name="connsiteY2291" fmla="*/ 362294 h 459014"/>
                <a:gd name="connsiteX2292" fmla="*/ 299998 w 316391"/>
                <a:gd name="connsiteY2292" fmla="*/ 362294 h 459014"/>
                <a:gd name="connsiteX2293" fmla="*/ 299998 w 316391"/>
                <a:gd name="connsiteY2293" fmla="*/ 362294 h 459014"/>
                <a:gd name="connsiteX2294" fmla="*/ 299998 w 316391"/>
                <a:gd name="connsiteY2294" fmla="*/ 362294 h 459014"/>
                <a:gd name="connsiteX2295" fmla="*/ 298359 w 316391"/>
                <a:gd name="connsiteY2295" fmla="*/ 363933 h 459014"/>
                <a:gd name="connsiteX2296" fmla="*/ 298359 w 316391"/>
                <a:gd name="connsiteY2296" fmla="*/ 363933 h 459014"/>
                <a:gd name="connsiteX2297" fmla="*/ 298359 w 316391"/>
                <a:gd name="connsiteY2297" fmla="*/ 363933 h 459014"/>
                <a:gd name="connsiteX2298" fmla="*/ 298359 w 316391"/>
                <a:gd name="connsiteY2298" fmla="*/ 363933 h 459014"/>
                <a:gd name="connsiteX2299" fmla="*/ 298359 w 316391"/>
                <a:gd name="connsiteY2299" fmla="*/ 363933 h 459014"/>
                <a:gd name="connsiteX2300" fmla="*/ 298359 w 316391"/>
                <a:gd name="connsiteY2300" fmla="*/ 363933 h 459014"/>
                <a:gd name="connsiteX2301" fmla="*/ 298359 w 316391"/>
                <a:gd name="connsiteY2301" fmla="*/ 363933 h 459014"/>
                <a:gd name="connsiteX2302" fmla="*/ 298359 w 316391"/>
                <a:gd name="connsiteY2302" fmla="*/ 365572 h 459014"/>
                <a:gd name="connsiteX2303" fmla="*/ 298359 w 316391"/>
                <a:gd name="connsiteY2303" fmla="*/ 365572 h 459014"/>
                <a:gd name="connsiteX2304" fmla="*/ 298359 w 316391"/>
                <a:gd name="connsiteY2304" fmla="*/ 365572 h 459014"/>
                <a:gd name="connsiteX2305" fmla="*/ 298359 w 316391"/>
                <a:gd name="connsiteY2305" fmla="*/ 367211 h 459014"/>
                <a:gd name="connsiteX2306" fmla="*/ 298359 w 316391"/>
                <a:gd name="connsiteY2306" fmla="*/ 367211 h 459014"/>
                <a:gd name="connsiteX2307" fmla="*/ 298359 w 316391"/>
                <a:gd name="connsiteY2307" fmla="*/ 367211 h 459014"/>
                <a:gd name="connsiteX2308" fmla="*/ 298359 w 316391"/>
                <a:gd name="connsiteY2308" fmla="*/ 367211 h 459014"/>
                <a:gd name="connsiteX2309" fmla="*/ 298359 w 316391"/>
                <a:gd name="connsiteY2309" fmla="*/ 367211 h 459014"/>
                <a:gd name="connsiteX2310" fmla="*/ 298359 w 316391"/>
                <a:gd name="connsiteY2310" fmla="*/ 368851 h 459014"/>
                <a:gd name="connsiteX2311" fmla="*/ 298359 w 316391"/>
                <a:gd name="connsiteY2311" fmla="*/ 368851 h 459014"/>
                <a:gd name="connsiteX2312" fmla="*/ 298359 w 316391"/>
                <a:gd name="connsiteY2312" fmla="*/ 368851 h 459014"/>
                <a:gd name="connsiteX2313" fmla="*/ 298359 w 316391"/>
                <a:gd name="connsiteY2313" fmla="*/ 370490 h 459014"/>
                <a:gd name="connsiteX2314" fmla="*/ 298359 w 316391"/>
                <a:gd name="connsiteY2314" fmla="*/ 370490 h 459014"/>
                <a:gd name="connsiteX2315" fmla="*/ 296720 w 316391"/>
                <a:gd name="connsiteY2315" fmla="*/ 370490 h 459014"/>
                <a:gd name="connsiteX2316" fmla="*/ 296720 w 316391"/>
                <a:gd name="connsiteY2316" fmla="*/ 370490 h 459014"/>
                <a:gd name="connsiteX2317" fmla="*/ 296720 w 316391"/>
                <a:gd name="connsiteY2317" fmla="*/ 370490 h 459014"/>
                <a:gd name="connsiteX2318" fmla="*/ 296720 w 316391"/>
                <a:gd name="connsiteY2318" fmla="*/ 372129 h 459014"/>
                <a:gd name="connsiteX2319" fmla="*/ 296720 w 316391"/>
                <a:gd name="connsiteY2319" fmla="*/ 372129 h 459014"/>
                <a:gd name="connsiteX2320" fmla="*/ 296720 w 316391"/>
                <a:gd name="connsiteY2320" fmla="*/ 372129 h 459014"/>
                <a:gd name="connsiteX2321" fmla="*/ 298359 w 316391"/>
                <a:gd name="connsiteY2321" fmla="*/ 373769 h 459014"/>
                <a:gd name="connsiteX2322" fmla="*/ 298359 w 316391"/>
                <a:gd name="connsiteY2322" fmla="*/ 373769 h 459014"/>
                <a:gd name="connsiteX2323" fmla="*/ 298359 w 316391"/>
                <a:gd name="connsiteY2323" fmla="*/ 373769 h 459014"/>
                <a:gd name="connsiteX2324" fmla="*/ 298359 w 316391"/>
                <a:gd name="connsiteY2324" fmla="*/ 375408 h 459014"/>
                <a:gd name="connsiteX2325" fmla="*/ 298359 w 316391"/>
                <a:gd name="connsiteY2325" fmla="*/ 375408 h 459014"/>
                <a:gd name="connsiteX2326" fmla="*/ 298359 w 316391"/>
                <a:gd name="connsiteY2326" fmla="*/ 375408 h 459014"/>
                <a:gd name="connsiteX2327" fmla="*/ 298359 w 316391"/>
                <a:gd name="connsiteY2327" fmla="*/ 375408 h 459014"/>
                <a:gd name="connsiteX2328" fmla="*/ 298359 w 316391"/>
                <a:gd name="connsiteY2328" fmla="*/ 375408 h 459014"/>
                <a:gd name="connsiteX2329" fmla="*/ 298359 w 316391"/>
                <a:gd name="connsiteY2329" fmla="*/ 377047 h 459014"/>
                <a:gd name="connsiteX2330" fmla="*/ 298359 w 316391"/>
                <a:gd name="connsiteY2330" fmla="*/ 377047 h 459014"/>
                <a:gd name="connsiteX2331" fmla="*/ 298359 w 316391"/>
                <a:gd name="connsiteY2331" fmla="*/ 377047 h 459014"/>
                <a:gd name="connsiteX2332" fmla="*/ 298359 w 316391"/>
                <a:gd name="connsiteY2332" fmla="*/ 377047 h 459014"/>
                <a:gd name="connsiteX2333" fmla="*/ 298359 w 316391"/>
                <a:gd name="connsiteY2333" fmla="*/ 377047 h 459014"/>
                <a:gd name="connsiteX2334" fmla="*/ 298359 w 316391"/>
                <a:gd name="connsiteY2334" fmla="*/ 378687 h 459014"/>
                <a:gd name="connsiteX2335" fmla="*/ 298359 w 316391"/>
                <a:gd name="connsiteY2335" fmla="*/ 378687 h 459014"/>
                <a:gd name="connsiteX2336" fmla="*/ 298359 w 316391"/>
                <a:gd name="connsiteY2336" fmla="*/ 378687 h 459014"/>
                <a:gd name="connsiteX2337" fmla="*/ 298359 w 316391"/>
                <a:gd name="connsiteY2337" fmla="*/ 378687 h 459014"/>
                <a:gd name="connsiteX2338" fmla="*/ 299998 w 316391"/>
                <a:gd name="connsiteY2338" fmla="*/ 378687 h 459014"/>
                <a:gd name="connsiteX2339" fmla="*/ 299998 w 316391"/>
                <a:gd name="connsiteY2339" fmla="*/ 378687 h 459014"/>
                <a:gd name="connsiteX2340" fmla="*/ 299998 w 316391"/>
                <a:gd name="connsiteY2340" fmla="*/ 380326 h 459014"/>
                <a:gd name="connsiteX2341" fmla="*/ 299998 w 316391"/>
                <a:gd name="connsiteY2341" fmla="*/ 380326 h 459014"/>
                <a:gd name="connsiteX2342" fmla="*/ 299998 w 316391"/>
                <a:gd name="connsiteY2342" fmla="*/ 380326 h 459014"/>
                <a:gd name="connsiteX2343" fmla="*/ 299998 w 316391"/>
                <a:gd name="connsiteY2343" fmla="*/ 381966 h 459014"/>
                <a:gd name="connsiteX2344" fmla="*/ 299998 w 316391"/>
                <a:gd name="connsiteY2344" fmla="*/ 381966 h 459014"/>
                <a:gd name="connsiteX2345" fmla="*/ 299998 w 316391"/>
                <a:gd name="connsiteY2345" fmla="*/ 383605 h 459014"/>
                <a:gd name="connsiteX2346" fmla="*/ 299998 w 316391"/>
                <a:gd name="connsiteY2346" fmla="*/ 383605 h 459014"/>
                <a:gd name="connsiteX2347" fmla="*/ 299998 w 316391"/>
                <a:gd name="connsiteY2347" fmla="*/ 383605 h 459014"/>
                <a:gd name="connsiteX2348" fmla="*/ 299998 w 316391"/>
                <a:gd name="connsiteY2348" fmla="*/ 385244 h 459014"/>
                <a:gd name="connsiteX2349" fmla="*/ 299998 w 316391"/>
                <a:gd name="connsiteY2349" fmla="*/ 385244 h 459014"/>
                <a:gd name="connsiteX2350" fmla="*/ 301638 w 316391"/>
                <a:gd name="connsiteY2350" fmla="*/ 385244 h 459014"/>
                <a:gd name="connsiteX2351" fmla="*/ 301638 w 316391"/>
                <a:gd name="connsiteY2351" fmla="*/ 385244 h 459014"/>
                <a:gd name="connsiteX2352" fmla="*/ 301638 w 316391"/>
                <a:gd name="connsiteY2352" fmla="*/ 385244 h 459014"/>
                <a:gd name="connsiteX2353" fmla="*/ 301638 w 316391"/>
                <a:gd name="connsiteY2353" fmla="*/ 386884 h 459014"/>
                <a:gd name="connsiteX2354" fmla="*/ 301638 w 316391"/>
                <a:gd name="connsiteY2354" fmla="*/ 386884 h 459014"/>
                <a:gd name="connsiteX2355" fmla="*/ 301638 w 316391"/>
                <a:gd name="connsiteY2355" fmla="*/ 386884 h 459014"/>
                <a:gd name="connsiteX2356" fmla="*/ 301638 w 316391"/>
                <a:gd name="connsiteY2356" fmla="*/ 388523 h 459014"/>
                <a:gd name="connsiteX2357" fmla="*/ 301638 w 316391"/>
                <a:gd name="connsiteY2357" fmla="*/ 388523 h 459014"/>
                <a:gd name="connsiteX2358" fmla="*/ 301638 w 316391"/>
                <a:gd name="connsiteY2358" fmla="*/ 390162 h 459014"/>
                <a:gd name="connsiteX2359" fmla="*/ 301638 w 316391"/>
                <a:gd name="connsiteY2359" fmla="*/ 390162 h 459014"/>
                <a:gd name="connsiteX2360" fmla="*/ 299998 w 316391"/>
                <a:gd name="connsiteY2360" fmla="*/ 391801 h 459014"/>
                <a:gd name="connsiteX2361" fmla="*/ 299998 w 316391"/>
                <a:gd name="connsiteY2361" fmla="*/ 391801 h 459014"/>
                <a:gd name="connsiteX2362" fmla="*/ 299998 w 316391"/>
                <a:gd name="connsiteY2362" fmla="*/ 391801 h 459014"/>
                <a:gd name="connsiteX2363" fmla="*/ 299998 w 316391"/>
                <a:gd name="connsiteY2363" fmla="*/ 391801 h 459014"/>
                <a:gd name="connsiteX2364" fmla="*/ 299998 w 316391"/>
                <a:gd name="connsiteY2364" fmla="*/ 393441 h 459014"/>
                <a:gd name="connsiteX2365" fmla="*/ 299998 w 316391"/>
                <a:gd name="connsiteY2365" fmla="*/ 393441 h 459014"/>
                <a:gd name="connsiteX2366" fmla="*/ 299998 w 316391"/>
                <a:gd name="connsiteY2366" fmla="*/ 393441 h 459014"/>
                <a:gd name="connsiteX2367" fmla="*/ 299998 w 316391"/>
                <a:gd name="connsiteY2367" fmla="*/ 393441 h 459014"/>
                <a:gd name="connsiteX2368" fmla="*/ 299998 w 316391"/>
                <a:gd name="connsiteY2368" fmla="*/ 395080 h 459014"/>
                <a:gd name="connsiteX2369" fmla="*/ 299998 w 316391"/>
                <a:gd name="connsiteY2369" fmla="*/ 395080 h 459014"/>
                <a:gd name="connsiteX2370" fmla="*/ 299998 w 316391"/>
                <a:gd name="connsiteY2370" fmla="*/ 395080 h 459014"/>
                <a:gd name="connsiteX2371" fmla="*/ 299998 w 316391"/>
                <a:gd name="connsiteY2371" fmla="*/ 395080 h 459014"/>
                <a:gd name="connsiteX2372" fmla="*/ 299998 w 316391"/>
                <a:gd name="connsiteY2372" fmla="*/ 395080 h 459014"/>
                <a:gd name="connsiteX2373" fmla="*/ 301638 w 316391"/>
                <a:gd name="connsiteY2373" fmla="*/ 396719 h 459014"/>
                <a:gd name="connsiteX2374" fmla="*/ 301638 w 316391"/>
                <a:gd name="connsiteY2374" fmla="*/ 396719 h 459014"/>
                <a:gd name="connsiteX2375" fmla="*/ 301638 w 316391"/>
                <a:gd name="connsiteY2375" fmla="*/ 396719 h 459014"/>
                <a:gd name="connsiteX2376" fmla="*/ 301638 w 316391"/>
                <a:gd name="connsiteY2376" fmla="*/ 398359 h 459014"/>
                <a:gd name="connsiteX2377" fmla="*/ 301638 w 316391"/>
                <a:gd name="connsiteY2377" fmla="*/ 398359 h 459014"/>
                <a:gd name="connsiteX2378" fmla="*/ 301638 w 316391"/>
                <a:gd name="connsiteY2378" fmla="*/ 399998 h 459014"/>
                <a:gd name="connsiteX2379" fmla="*/ 301638 w 316391"/>
                <a:gd name="connsiteY2379" fmla="*/ 399998 h 459014"/>
                <a:gd name="connsiteX2380" fmla="*/ 301638 w 316391"/>
                <a:gd name="connsiteY2380" fmla="*/ 399998 h 459014"/>
                <a:gd name="connsiteX2381" fmla="*/ 301638 w 316391"/>
                <a:gd name="connsiteY2381" fmla="*/ 401637 h 459014"/>
                <a:gd name="connsiteX2382" fmla="*/ 301638 w 316391"/>
                <a:gd name="connsiteY2382" fmla="*/ 401637 h 459014"/>
                <a:gd name="connsiteX2383" fmla="*/ 301638 w 316391"/>
                <a:gd name="connsiteY2383" fmla="*/ 403277 h 459014"/>
                <a:gd name="connsiteX2384" fmla="*/ 301638 w 316391"/>
                <a:gd name="connsiteY2384" fmla="*/ 403277 h 459014"/>
                <a:gd name="connsiteX2385" fmla="*/ 301638 w 316391"/>
                <a:gd name="connsiteY2385" fmla="*/ 403277 h 459014"/>
                <a:gd name="connsiteX2386" fmla="*/ 301638 w 316391"/>
                <a:gd name="connsiteY2386" fmla="*/ 403277 h 459014"/>
                <a:gd name="connsiteX2387" fmla="*/ 301638 w 316391"/>
                <a:gd name="connsiteY2387" fmla="*/ 404916 h 459014"/>
                <a:gd name="connsiteX2388" fmla="*/ 301638 w 316391"/>
                <a:gd name="connsiteY2388" fmla="*/ 404916 h 459014"/>
                <a:gd name="connsiteX2389" fmla="*/ 301638 w 316391"/>
                <a:gd name="connsiteY2389" fmla="*/ 404916 h 459014"/>
                <a:gd name="connsiteX2390" fmla="*/ 301638 w 316391"/>
                <a:gd name="connsiteY2390" fmla="*/ 404916 h 459014"/>
                <a:gd name="connsiteX2391" fmla="*/ 301638 w 316391"/>
                <a:gd name="connsiteY2391" fmla="*/ 404916 h 459014"/>
                <a:gd name="connsiteX2392" fmla="*/ 303277 w 316391"/>
                <a:gd name="connsiteY2392" fmla="*/ 406556 h 459014"/>
                <a:gd name="connsiteX2393" fmla="*/ 303277 w 316391"/>
                <a:gd name="connsiteY2393" fmla="*/ 408195 h 459014"/>
                <a:gd name="connsiteX2394" fmla="*/ 303277 w 316391"/>
                <a:gd name="connsiteY2394" fmla="*/ 408195 h 459014"/>
                <a:gd name="connsiteX2395" fmla="*/ 303277 w 316391"/>
                <a:gd name="connsiteY2395" fmla="*/ 408195 h 459014"/>
                <a:gd name="connsiteX2396" fmla="*/ 303277 w 316391"/>
                <a:gd name="connsiteY2396" fmla="*/ 408195 h 459014"/>
                <a:gd name="connsiteX2397" fmla="*/ 303277 w 316391"/>
                <a:gd name="connsiteY2397" fmla="*/ 409834 h 459014"/>
                <a:gd name="connsiteX2398" fmla="*/ 303277 w 316391"/>
                <a:gd name="connsiteY2398" fmla="*/ 409834 h 459014"/>
                <a:gd name="connsiteX2399" fmla="*/ 304917 w 316391"/>
                <a:gd name="connsiteY2399" fmla="*/ 409834 h 459014"/>
                <a:gd name="connsiteX2400" fmla="*/ 304917 w 316391"/>
                <a:gd name="connsiteY2400" fmla="*/ 411474 h 459014"/>
                <a:gd name="connsiteX2401" fmla="*/ 304917 w 316391"/>
                <a:gd name="connsiteY2401" fmla="*/ 411474 h 459014"/>
                <a:gd name="connsiteX2402" fmla="*/ 304917 w 316391"/>
                <a:gd name="connsiteY2402" fmla="*/ 411474 h 459014"/>
                <a:gd name="connsiteX2403" fmla="*/ 304917 w 316391"/>
                <a:gd name="connsiteY2403" fmla="*/ 413113 h 459014"/>
                <a:gd name="connsiteX2404" fmla="*/ 304917 w 316391"/>
                <a:gd name="connsiteY2404" fmla="*/ 413113 h 459014"/>
                <a:gd name="connsiteX2405" fmla="*/ 304917 w 316391"/>
                <a:gd name="connsiteY2405" fmla="*/ 413113 h 459014"/>
                <a:gd name="connsiteX2406" fmla="*/ 304917 w 316391"/>
                <a:gd name="connsiteY2406" fmla="*/ 413113 h 459014"/>
                <a:gd name="connsiteX2407" fmla="*/ 304917 w 316391"/>
                <a:gd name="connsiteY2407" fmla="*/ 413113 h 459014"/>
                <a:gd name="connsiteX2408" fmla="*/ 304917 w 316391"/>
                <a:gd name="connsiteY2408" fmla="*/ 413113 h 459014"/>
                <a:gd name="connsiteX2409" fmla="*/ 304917 w 316391"/>
                <a:gd name="connsiteY2409" fmla="*/ 414752 h 459014"/>
                <a:gd name="connsiteX2410" fmla="*/ 304917 w 316391"/>
                <a:gd name="connsiteY2410" fmla="*/ 414752 h 459014"/>
                <a:gd name="connsiteX2411" fmla="*/ 304917 w 316391"/>
                <a:gd name="connsiteY2411" fmla="*/ 414752 h 459014"/>
                <a:gd name="connsiteX2412" fmla="*/ 304917 w 316391"/>
                <a:gd name="connsiteY2412" fmla="*/ 414752 h 459014"/>
                <a:gd name="connsiteX2413" fmla="*/ 304917 w 316391"/>
                <a:gd name="connsiteY2413" fmla="*/ 414752 h 459014"/>
                <a:gd name="connsiteX2414" fmla="*/ 304917 w 316391"/>
                <a:gd name="connsiteY2414" fmla="*/ 414752 h 459014"/>
                <a:gd name="connsiteX2415" fmla="*/ 306556 w 316391"/>
                <a:gd name="connsiteY2415" fmla="*/ 416391 h 459014"/>
                <a:gd name="connsiteX2416" fmla="*/ 306556 w 316391"/>
                <a:gd name="connsiteY2416" fmla="*/ 416391 h 459014"/>
                <a:gd name="connsiteX2417" fmla="*/ 306556 w 316391"/>
                <a:gd name="connsiteY2417" fmla="*/ 418031 h 459014"/>
                <a:gd name="connsiteX2418" fmla="*/ 306556 w 316391"/>
                <a:gd name="connsiteY2418" fmla="*/ 418031 h 459014"/>
                <a:gd name="connsiteX2419" fmla="*/ 306556 w 316391"/>
                <a:gd name="connsiteY2419" fmla="*/ 418031 h 459014"/>
                <a:gd name="connsiteX2420" fmla="*/ 308195 w 316391"/>
                <a:gd name="connsiteY2420" fmla="*/ 418031 h 459014"/>
                <a:gd name="connsiteX2421" fmla="*/ 308195 w 316391"/>
                <a:gd name="connsiteY2421" fmla="*/ 419670 h 459014"/>
                <a:gd name="connsiteX2422" fmla="*/ 308195 w 316391"/>
                <a:gd name="connsiteY2422" fmla="*/ 419670 h 459014"/>
                <a:gd name="connsiteX2423" fmla="*/ 308195 w 316391"/>
                <a:gd name="connsiteY2423" fmla="*/ 419670 h 459014"/>
                <a:gd name="connsiteX2424" fmla="*/ 308195 w 316391"/>
                <a:gd name="connsiteY2424" fmla="*/ 419670 h 459014"/>
                <a:gd name="connsiteX2425" fmla="*/ 308195 w 316391"/>
                <a:gd name="connsiteY2425" fmla="*/ 421309 h 459014"/>
                <a:gd name="connsiteX2426" fmla="*/ 308195 w 316391"/>
                <a:gd name="connsiteY2426" fmla="*/ 421309 h 459014"/>
                <a:gd name="connsiteX2427" fmla="*/ 308195 w 316391"/>
                <a:gd name="connsiteY2427" fmla="*/ 421309 h 459014"/>
                <a:gd name="connsiteX2428" fmla="*/ 308195 w 316391"/>
                <a:gd name="connsiteY2428" fmla="*/ 422949 h 459014"/>
                <a:gd name="connsiteX2429" fmla="*/ 308195 w 316391"/>
                <a:gd name="connsiteY2429" fmla="*/ 422949 h 459014"/>
                <a:gd name="connsiteX2430" fmla="*/ 308195 w 316391"/>
                <a:gd name="connsiteY2430" fmla="*/ 422949 h 459014"/>
                <a:gd name="connsiteX2431" fmla="*/ 308195 w 316391"/>
                <a:gd name="connsiteY2431" fmla="*/ 422949 h 459014"/>
                <a:gd name="connsiteX2432" fmla="*/ 308195 w 316391"/>
                <a:gd name="connsiteY2432" fmla="*/ 424588 h 459014"/>
                <a:gd name="connsiteX2433" fmla="*/ 308195 w 316391"/>
                <a:gd name="connsiteY2433" fmla="*/ 424588 h 459014"/>
                <a:gd name="connsiteX2434" fmla="*/ 308195 w 316391"/>
                <a:gd name="connsiteY2434" fmla="*/ 424588 h 459014"/>
                <a:gd name="connsiteX2435" fmla="*/ 308195 w 316391"/>
                <a:gd name="connsiteY2435" fmla="*/ 426228 h 459014"/>
                <a:gd name="connsiteX2436" fmla="*/ 309835 w 316391"/>
                <a:gd name="connsiteY2436" fmla="*/ 426228 h 459014"/>
                <a:gd name="connsiteX2437" fmla="*/ 309835 w 316391"/>
                <a:gd name="connsiteY2437" fmla="*/ 426228 h 459014"/>
                <a:gd name="connsiteX2438" fmla="*/ 309835 w 316391"/>
                <a:gd name="connsiteY2438" fmla="*/ 426228 h 459014"/>
                <a:gd name="connsiteX2439" fmla="*/ 309835 w 316391"/>
                <a:gd name="connsiteY2439" fmla="*/ 427867 h 459014"/>
                <a:gd name="connsiteX2440" fmla="*/ 309835 w 316391"/>
                <a:gd name="connsiteY2440" fmla="*/ 427867 h 459014"/>
                <a:gd name="connsiteX2441" fmla="*/ 309835 w 316391"/>
                <a:gd name="connsiteY2441" fmla="*/ 427867 h 459014"/>
                <a:gd name="connsiteX2442" fmla="*/ 309835 w 316391"/>
                <a:gd name="connsiteY2442" fmla="*/ 427867 h 459014"/>
                <a:gd name="connsiteX2443" fmla="*/ 309835 w 316391"/>
                <a:gd name="connsiteY2443" fmla="*/ 429506 h 459014"/>
                <a:gd name="connsiteX2444" fmla="*/ 309835 w 316391"/>
                <a:gd name="connsiteY2444" fmla="*/ 429506 h 459014"/>
                <a:gd name="connsiteX2445" fmla="*/ 309835 w 316391"/>
                <a:gd name="connsiteY2445" fmla="*/ 429506 h 459014"/>
                <a:gd name="connsiteX2446" fmla="*/ 311474 w 316391"/>
                <a:gd name="connsiteY2446" fmla="*/ 429506 h 459014"/>
                <a:gd name="connsiteX2447" fmla="*/ 309835 w 316391"/>
                <a:gd name="connsiteY2447" fmla="*/ 429506 h 459014"/>
                <a:gd name="connsiteX2448" fmla="*/ 309835 w 316391"/>
                <a:gd name="connsiteY2448" fmla="*/ 429506 h 459014"/>
                <a:gd name="connsiteX2449" fmla="*/ 309835 w 316391"/>
                <a:gd name="connsiteY2449" fmla="*/ 429506 h 459014"/>
                <a:gd name="connsiteX2450" fmla="*/ 311474 w 316391"/>
                <a:gd name="connsiteY2450" fmla="*/ 429506 h 459014"/>
                <a:gd name="connsiteX2451" fmla="*/ 311474 w 316391"/>
                <a:gd name="connsiteY2451" fmla="*/ 431146 h 459014"/>
                <a:gd name="connsiteX2452" fmla="*/ 311474 w 316391"/>
                <a:gd name="connsiteY2452" fmla="*/ 431146 h 459014"/>
                <a:gd name="connsiteX2453" fmla="*/ 311474 w 316391"/>
                <a:gd name="connsiteY2453" fmla="*/ 431146 h 459014"/>
                <a:gd name="connsiteX2454" fmla="*/ 311474 w 316391"/>
                <a:gd name="connsiteY2454" fmla="*/ 431146 h 459014"/>
                <a:gd name="connsiteX2455" fmla="*/ 311474 w 316391"/>
                <a:gd name="connsiteY2455" fmla="*/ 431146 h 459014"/>
                <a:gd name="connsiteX2456" fmla="*/ 311474 w 316391"/>
                <a:gd name="connsiteY2456" fmla="*/ 431146 h 459014"/>
                <a:gd name="connsiteX2457" fmla="*/ 311474 w 316391"/>
                <a:gd name="connsiteY2457" fmla="*/ 432785 h 459014"/>
                <a:gd name="connsiteX2458" fmla="*/ 311474 w 316391"/>
                <a:gd name="connsiteY2458" fmla="*/ 432785 h 459014"/>
                <a:gd name="connsiteX2459" fmla="*/ 311474 w 316391"/>
                <a:gd name="connsiteY2459" fmla="*/ 432785 h 459014"/>
                <a:gd name="connsiteX2460" fmla="*/ 311474 w 316391"/>
                <a:gd name="connsiteY2460" fmla="*/ 434424 h 459014"/>
                <a:gd name="connsiteX2461" fmla="*/ 313113 w 316391"/>
                <a:gd name="connsiteY2461" fmla="*/ 434424 h 459014"/>
                <a:gd name="connsiteX2462" fmla="*/ 313113 w 316391"/>
                <a:gd name="connsiteY2462" fmla="*/ 434424 h 459014"/>
                <a:gd name="connsiteX2463" fmla="*/ 313113 w 316391"/>
                <a:gd name="connsiteY2463" fmla="*/ 436064 h 459014"/>
                <a:gd name="connsiteX2464" fmla="*/ 313113 w 316391"/>
                <a:gd name="connsiteY2464" fmla="*/ 436064 h 459014"/>
                <a:gd name="connsiteX2465" fmla="*/ 313113 w 316391"/>
                <a:gd name="connsiteY2465" fmla="*/ 436064 h 459014"/>
                <a:gd name="connsiteX2466" fmla="*/ 313113 w 316391"/>
                <a:gd name="connsiteY2466" fmla="*/ 436064 h 459014"/>
                <a:gd name="connsiteX2467" fmla="*/ 313113 w 316391"/>
                <a:gd name="connsiteY2467" fmla="*/ 437703 h 459014"/>
                <a:gd name="connsiteX2468" fmla="*/ 314752 w 316391"/>
                <a:gd name="connsiteY2468" fmla="*/ 437703 h 459014"/>
                <a:gd name="connsiteX2469" fmla="*/ 314752 w 316391"/>
                <a:gd name="connsiteY2469" fmla="*/ 437703 h 459014"/>
                <a:gd name="connsiteX2470" fmla="*/ 314752 w 316391"/>
                <a:gd name="connsiteY2470" fmla="*/ 437703 h 459014"/>
                <a:gd name="connsiteX2471" fmla="*/ 314752 w 316391"/>
                <a:gd name="connsiteY2471" fmla="*/ 437703 h 459014"/>
                <a:gd name="connsiteX2472" fmla="*/ 314752 w 316391"/>
                <a:gd name="connsiteY2472" fmla="*/ 437703 h 459014"/>
                <a:gd name="connsiteX2473" fmla="*/ 314752 w 316391"/>
                <a:gd name="connsiteY2473" fmla="*/ 439342 h 459014"/>
                <a:gd name="connsiteX2474" fmla="*/ 314752 w 316391"/>
                <a:gd name="connsiteY2474" fmla="*/ 439342 h 459014"/>
                <a:gd name="connsiteX2475" fmla="*/ 314752 w 316391"/>
                <a:gd name="connsiteY2475" fmla="*/ 439342 h 459014"/>
                <a:gd name="connsiteX2476" fmla="*/ 314752 w 316391"/>
                <a:gd name="connsiteY2476" fmla="*/ 439342 h 459014"/>
                <a:gd name="connsiteX2477" fmla="*/ 314752 w 316391"/>
                <a:gd name="connsiteY2477" fmla="*/ 440981 h 459014"/>
                <a:gd name="connsiteX2478" fmla="*/ 314752 w 316391"/>
                <a:gd name="connsiteY2478" fmla="*/ 440981 h 459014"/>
                <a:gd name="connsiteX2479" fmla="*/ 314752 w 316391"/>
                <a:gd name="connsiteY2479" fmla="*/ 440981 h 459014"/>
                <a:gd name="connsiteX2480" fmla="*/ 314752 w 316391"/>
                <a:gd name="connsiteY2480" fmla="*/ 440981 h 459014"/>
                <a:gd name="connsiteX2481" fmla="*/ 314752 w 316391"/>
                <a:gd name="connsiteY2481" fmla="*/ 440981 h 459014"/>
                <a:gd name="connsiteX2482" fmla="*/ 314752 w 316391"/>
                <a:gd name="connsiteY2482" fmla="*/ 440981 h 459014"/>
                <a:gd name="connsiteX2483" fmla="*/ 314752 w 316391"/>
                <a:gd name="connsiteY2483" fmla="*/ 440981 h 459014"/>
                <a:gd name="connsiteX2484" fmla="*/ 314752 w 316391"/>
                <a:gd name="connsiteY2484" fmla="*/ 440981 h 459014"/>
                <a:gd name="connsiteX2485" fmla="*/ 314752 w 316391"/>
                <a:gd name="connsiteY2485" fmla="*/ 440981 h 459014"/>
                <a:gd name="connsiteX2486" fmla="*/ 316392 w 316391"/>
                <a:gd name="connsiteY2486" fmla="*/ 442621 h 459014"/>
                <a:gd name="connsiteX2487" fmla="*/ 316392 w 316391"/>
                <a:gd name="connsiteY2487" fmla="*/ 442621 h 459014"/>
                <a:gd name="connsiteX2488" fmla="*/ 316392 w 316391"/>
                <a:gd name="connsiteY2488" fmla="*/ 442621 h 459014"/>
                <a:gd name="connsiteX2489" fmla="*/ 316392 w 316391"/>
                <a:gd name="connsiteY2489" fmla="*/ 442621 h 459014"/>
                <a:gd name="connsiteX2490" fmla="*/ 316392 w 316391"/>
                <a:gd name="connsiteY2490" fmla="*/ 442621 h 459014"/>
                <a:gd name="connsiteX2491" fmla="*/ 316392 w 316391"/>
                <a:gd name="connsiteY2491" fmla="*/ 444260 h 459014"/>
                <a:gd name="connsiteX2492" fmla="*/ 316392 w 316391"/>
                <a:gd name="connsiteY2492" fmla="*/ 444260 h 459014"/>
                <a:gd name="connsiteX2493" fmla="*/ 316392 w 316391"/>
                <a:gd name="connsiteY2493" fmla="*/ 444260 h 459014"/>
                <a:gd name="connsiteX2494" fmla="*/ 316392 w 316391"/>
                <a:gd name="connsiteY2494" fmla="*/ 445900 h 459014"/>
                <a:gd name="connsiteX2495" fmla="*/ 316392 w 316391"/>
                <a:gd name="connsiteY2495" fmla="*/ 445900 h 459014"/>
                <a:gd name="connsiteX2496" fmla="*/ 316392 w 316391"/>
                <a:gd name="connsiteY2496" fmla="*/ 445900 h 459014"/>
                <a:gd name="connsiteX2497" fmla="*/ 316392 w 316391"/>
                <a:gd name="connsiteY2497" fmla="*/ 445900 h 459014"/>
                <a:gd name="connsiteX2498" fmla="*/ 316392 w 316391"/>
                <a:gd name="connsiteY2498" fmla="*/ 447539 h 459014"/>
                <a:gd name="connsiteX2499" fmla="*/ 316392 w 316391"/>
                <a:gd name="connsiteY2499" fmla="*/ 447539 h 459014"/>
                <a:gd name="connsiteX2500" fmla="*/ 316392 w 316391"/>
                <a:gd name="connsiteY2500" fmla="*/ 447539 h 459014"/>
                <a:gd name="connsiteX2501" fmla="*/ 316392 w 316391"/>
                <a:gd name="connsiteY2501" fmla="*/ 447539 h 459014"/>
                <a:gd name="connsiteX2502" fmla="*/ 316392 w 316391"/>
                <a:gd name="connsiteY2502" fmla="*/ 447539 h 459014"/>
                <a:gd name="connsiteX2503" fmla="*/ 316392 w 316391"/>
                <a:gd name="connsiteY2503" fmla="*/ 449178 h 459014"/>
                <a:gd name="connsiteX2504" fmla="*/ 316392 w 316391"/>
                <a:gd name="connsiteY2504" fmla="*/ 449178 h 459014"/>
                <a:gd name="connsiteX2505" fmla="*/ 314752 w 316391"/>
                <a:gd name="connsiteY2505" fmla="*/ 449178 h 459014"/>
                <a:gd name="connsiteX2506" fmla="*/ 314752 w 316391"/>
                <a:gd name="connsiteY2506" fmla="*/ 449178 h 459014"/>
                <a:gd name="connsiteX2507" fmla="*/ 314752 w 316391"/>
                <a:gd name="connsiteY2507" fmla="*/ 449178 h 459014"/>
                <a:gd name="connsiteX2508" fmla="*/ 314752 w 316391"/>
                <a:gd name="connsiteY2508" fmla="*/ 449178 h 459014"/>
                <a:gd name="connsiteX2509" fmla="*/ 314752 w 316391"/>
                <a:gd name="connsiteY2509" fmla="*/ 449178 h 459014"/>
                <a:gd name="connsiteX2510" fmla="*/ 314752 w 316391"/>
                <a:gd name="connsiteY2510" fmla="*/ 449178 h 459014"/>
                <a:gd name="connsiteX2511" fmla="*/ 313113 w 316391"/>
                <a:gd name="connsiteY2511" fmla="*/ 449178 h 459014"/>
                <a:gd name="connsiteX2512" fmla="*/ 313113 w 316391"/>
                <a:gd name="connsiteY2512" fmla="*/ 449178 h 459014"/>
                <a:gd name="connsiteX2513" fmla="*/ 313113 w 316391"/>
                <a:gd name="connsiteY2513" fmla="*/ 449178 h 459014"/>
                <a:gd name="connsiteX2514" fmla="*/ 313113 w 316391"/>
                <a:gd name="connsiteY2514" fmla="*/ 449178 h 459014"/>
                <a:gd name="connsiteX2515" fmla="*/ 311474 w 316391"/>
                <a:gd name="connsiteY2515" fmla="*/ 449178 h 459014"/>
                <a:gd name="connsiteX2516" fmla="*/ 311474 w 316391"/>
                <a:gd name="connsiteY2516" fmla="*/ 449178 h 459014"/>
                <a:gd name="connsiteX2517" fmla="*/ 309835 w 316391"/>
                <a:gd name="connsiteY2517" fmla="*/ 449178 h 459014"/>
                <a:gd name="connsiteX2518" fmla="*/ 309835 w 316391"/>
                <a:gd name="connsiteY2518" fmla="*/ 449178 h 459014"/>
                <a:gd name="connsiteX2519" fmla="*/ 309835 w 316391"/>
                <a:gd name="connsiteY2519" fmla="*/ 449178 h 459014"/>
                <a:gd name="connsiteX2520" fmla="*/ 308195 w 316391"/>
                <a:gd name="connsiteY2520" fmla="*/ 449178 h 459014"/>
                <a:gd name="connsiteX2521" fmla="*/ 308195 w 316391"/>
                <a:gd name="connsiteY2521" fmla="*/ 449178 h 459014"/>
                <a:gd name="connsiteX2522" fmla="*/ 308195 w 316391"/>
                <a:gd name="connsiteY2522" fmla="*/ 449178 h 459014"/>
                <a:gd name="connsiteX2523" fmla="*/ 308195 w 316391"/>
                <a:gd name="connsiteY2523" fmla="*/ 449178 h 459014"/>
                <a:gd name="connsiteX2524" fmla="*/ 308195 w 316391"/>
                <a:gd name="connsiteY2524" fmla="*/ 449178 h 459014"/>
                <a:gd name="connsiteX2525" fmla="*/ 306556 w 316391"/>
                <a:gd name="connsiteY2525" fmla="*/ 449178 h 459014"/>
                <a:gd name="connsiteX2526" fmla="*/ 306556 w 316391"/>
                <a:gd name="connsiteY2526" fmla="*/ 449178 h 459014"/>
                <a:gd name="connsiteX2527" fmla="*/ 306556 w 316391"/>
                <a:gd name="connsiteY2527" fmla="*/ 449178 h 459014"/>
                <a:gd name="connsiteX2528" fmla="*/ 306556 w 316391"/>
                <a:gd name="connsiteY2528" fmla="*/ 449178 h 459014"/>
                <a:gd name="connsiteX2529" fmla="*/ 304917 w 316391"/>
                <a:gd name="connsiteY2529" fmla="*/ 449178 h 459014"/>
                <a:gd name="connsiteX2530" fmla="*/ 304917 w 316391"/>
                <a:gd name="connsiteY2530" fmla="*/ 449178 h 459014"/>
                <a:gd name="connsiteX2531" fmla="*/ 304917 w 316391"/>
                <a:gd name="connsiteY2531" fmla="*/ 449178 h 459014"/>
                <a:gd name="connsiteX2532" fmla="*/ 304917 w 316391"/>
                <a:gd name="connsiteY2532" fmla="*/ 449178 h 459014"/>
                <a:gd name="connsiteX2533" fmla="*/ 304917 w 316391"/>
                <a:gd name="connsiteY2533" fmla="*/ 447539 h 459014"/>
                <a:gd name="connsiteX2534" fmla="*/ 303277 w 316391"/>
                <a:gd name="connsiteY2534" fmla="*/ 447539 h 459014"/>
                <a:gd name="connsiteX2535" fmla="*/ 303277 w 316391"/>
                <a:gd name="connsiteY2535" fmla="*/ 447539 h 459014"/>
                <a:gd name="connsiteX2536" fmla="*/ 303277 w 316391"/>
                <a:gd name="connsiteY2536" fmla="*/ 447539 h 459014"/>
                <a:gd name="connsiteX2537" fmla="*/ 303277 w 316391"/>
                <a:gd name="connsiteY2537" fmla="*/ 447539 h 459014"/>
                <a:gd name="connsiteX2538" fmla="*/ 303277 w 316391"/>
                <a:gd name="connsiteY2538" fmla="*/ 447539 h 459014"/>
                <a:gd name="connsiteX2539" fmla="*/ 303277 w 316391"/>
                <a:gd name="connsiteY2539" fmla="*/ 447539 h 459014"/>
                <a:gd name="connsiteX2540" fmla="*/ 303277 w 316391"/>
                <a:gd name="connsiteY2540" fmla="*/ 447539 h 459014"/>
                <a:gd name="connsiteX2541" fmla="*/ 303277 w 316391"/>
                <a:gd name="connsiteY2541" fmla="*/ 447539 h 459014"/>
                <a:gd name="connsiteX2542" fmla="*/ 303277 w 316391"/>
                <a:gd name="connsiteY2542" fmla="*/ 447539 h 459014"/>
                <a:gd name="connsiteX2543" fmla="*/ 303277 w 316391"/>
                <a:gd name="connsiteY2543" fmla="*/ 445900 h 459014"/>
                <a:gd name="connsiteX2544" fmla="*/ 303277 w 316391"/>
                <a:gd name="connsiteY2544" fmla="*/ 445900 h 459014"/>
                <a:gd name="connsiteX2545" fmla="*/ 301638 w 316391"/>
                <a:gd name="connsiteY2545" fmla="*/ 445900 h 459014"/>
                <a:gd name="connsiteX2546" fmla="*/ 301638 w 316391"/>
                <a:gd name="connsiteY2546" fmla="*/ 445900 h 459014"/>
                <a:gd name="connsiteX2547" fmla="*/ 301638 w 316391"/>
                <a:gd name="connsiteY2547" fmla="*/ 445900 h 459014"/>
                <a:gd name="connsiteX2548" fmla="*/ 301638 w 316391"/>
                <a:gd name="connsiteY2548" fmla="*/ 445900 h 459014"/>
                <a:gd name="connsiteX2549" fmla="*/ 301638 w 316391"/>
                <a:gd name="connsiteY2549" fmla="*/ 445900 h 459014"/>
                <a:gd name="connsiteX2550" fmla="*/ 301638 w 316391"/>
                <a:gd name="connsiteY2550" fmla="*/ 445900 h 459014"/>
                <a:gd name="connsiteX2551" fmla="*/ 301638 w 316391"/>
                <a:gd name="connsiteY2551" fmla="*/ 445900 h 459014"/>
                <a:gd name="connsiteX2552" fmla="*/ 301638 w 316391"/>
                <a:gd name="connsiteY2552" fmla="*/ 445900 h 459014"/>
                <a:gd name="connsiteX2553" fmla="*/ 303277 w 316391"/>
                <a:gd name="connsiteY2553" fmla="*/ 445900 h 459014"/>
                <a:gd name="connsiteX2554" fmla="*/ 303277 w 316391"/>
                <a:gd name="connsiteY2554" fmla="*/ 445900 h 459014"/>
                <a:gd name="connsiteX2555" fmla="*/ 303277 w 316391"/>
                <a:gd name="connsiteY2555" fmla="*/ 445900 h 459014"/>
                <a:gd name="connsiteX2556" fmla="*/ 304917 w 316391"/>
                <a:gd name="connsiteY2556" fmla="*/ 445900 h 459014"/>
                <a:gd name="connsiteX2557" fmla="*/ 304917 w 316391"/>
                <a:gd name="connsiteY2557" fmla="*/ 445900 h 459014"/>
                <a:gd name="connsiteX2558" fmla="*/ 304917 w 316391"/>
                <a:gd name="connsiteY2558" fmla="*/ 445900 h 459014"/>
                <a:gd name="connsiteX2559" fmla="*/ 304917 w 316391"/>
                <a:gd name="connsiteY2559" fmla="*/ 445900 h 459014"/>
                <a:gd name="connsiteX2560" fmla="*/ 306556 w 316391"/>
                <a:gd name="connsiteY2560" fmla="*/ 445900 h 459014"/>
                <a:gd name="connsiteX2561" fmla="*/ 306556 w 316391"/>
                <a:gd name="connsiteY2561" fmla="*/ 445900 h 459014"/>
                <a:gd name="connsiteX2562" fmla="*/ 306556 w 316391"/>
                <a:gd name="connsiteY2562" fmla="*/ 445900 h 459014"/>
                <a:gd name="connsiteX2563" fmla="*/ 306556 w 316391"/>
                <a:gd name="connsiteY2563" fmla="*/ 445900 h 459014"/>
                <a:gd name="connsiteX2564" fmla="*/ 306556 w 316391"/>
                <a:gd name="connsiteY2564" fmla="*/ 445900 h 459014"/>
                <a:gd name="connsiteX2565" fmla="*/ 308195 w 316391"/>
                <a:gd name="connsiteY2565" fmla="*/ 445900 h 459014"/>
                <a:gd name="connsiteX2566" fmla="*/ 308195 w 316391"/>
                <a:gd name="connsiteY2566" fmla="*/ 445900 h 459014"/>
                <a:gd name="connsiteX2567" fmla="*/ 308195 w 316391"/>
                <a:gd name="connsiteY2567" fmla="*/ 445900 h 459014"/>
                <a:gd name="connsiteX2568" fmla="*/ 309835 w 316391"/>
                <a:gd name="connsiteY2568" fmla="*/ 445900 h 459014"/>
                <a:gd name="connsiteX2569" fmla="*/ 309835 w 316391"/>
                <a:gd name="connsiteY2569" fmla="*/ 445900 h 459014"/>
                <a:gd name="connsiteX2570" fmla="*/ 309835 w 316391"/>
                <a:gd name="connsiteY2570" fmla="*/ 445900 h 459014"/>
                <a:gd name="connsiteX2571" fmla="*/ 309835 w 316391"/>
                <a:gd name="connsiteY2571" fmla="*/ 445900 h 459014"/>
                <a:gd name="connsiteX2572" fmla="*/ 309835 w 316391"/>
                <a:gd name="connsiteY2572" fmla="*/ 445900 h 459014"/>
                <a:gd name="connsiteX2573" fmla="*/ 311474 w 316391"/>
                <a:gd name="connsiteY2573" fmla="*/ 445900 h 459014"/>
                <a:gd name="connsiteX2574" fmla="*/ 311474 w 316391"/>
                <a:gd name="connsiteY2574" fmla="*/ 445900 h 459014"/>
                <a:gd name="connsiteX2575" fmla="*/ 311474 w 316391"/>
                <a:gd name="connsiteY2575" fmla="*/ 445900 h 459014"/>
                <a:gd name="connsiteX2576" fmla="*/ 313113 w 316391"/>
                <a:gd name="connsiteY2576" fmla="*/ 445900 h 459014"/>
                <a:gd name="connsiteX2577" fmla="*/ 313113 w 316391"/>
                <a:gd name="connsiteY2577" fmla="*/ 444260 h 459014"/>
                <a:gd name="connsiteX2578" fmla="*/ 313113 w 316391"/>
                <a:gd name="connsiteY2578" fmla="*/ 444260 h 459014"/>
                <a:gd name="connsiteX2579" fmla="*/ 314752 w 316391"/>
                <a:gd name="connsiteY2579" fmla="*/ 444260 h 459014"/>
                <a:gd name="connsiteX2580" fmla="*/ 314752 w 316391"/>
                <a:gd name="connsiteY2580" fmla="*/ 444260 h 459014"/>
                <a:gd name="connsiteX2581" fmla="*/ 314752 w 316391"/>
                <a:gd name="connsiteY2581" fmla="*/ 444260 h 459014"/>
                <a:gd name="connsiteX2582" fmla="*/ 314752 w 316391"/>
                <a:gd name="connsiteY2582" fmla="*/ 444260 h 459014"/>
                <a:gd name="connsiteX2583" fmla="*/ 314752 w 316391"/>
                <a:gd name="connsiteY2583" fmla="*/ 444260 h 459014"/>
                <a:gd name="connsiteX2584" fmla="*/ 314752 w 316391"/>
                <a:gd name="connsiteY2584" fmla="*/ 444260 h 459014"/>
                <a:gd name="connsiteX2585" fmla="*/ 314752 w 316391"/>
                <a:gd name="connsiteY2585" fmla="*/ 444260 h 459014"/>
                <a:gd name="connsiteX2586" fmla="*/ 314752 w 316391"/>
                <a:gd name="connsiteY2586" fmla="*/ 444260 h 459014"/>
                <a:gd name="connsiteX2587" fmla="*/ 314752 w 316391"/>
                <a:gd name="connsiteY2587" fmla="*/ 444260 h 459014"/>
                <a:gd name="connsiteX2588" fmla="*/ 316392 w 316391"/>
                <a:gd name="connsiteY2588" fmla="*/ 442621 h 459014"/>
                <a:gd name="connsiteX2589" fmla="*/ 314752 w 316391"/>
                <a:gd name="connsiteY2589" fmla="*/ 442621 h 459014"/>
                <a:gd name="connsiteX2590" fmla="*/ 314752 w 316391"/>
                <a:gd name="connsiteY2590" fmla="*/ 442621 h 459014"/>
                <a:gd name="connsiteX2591" fmla="*/ 314752 w 316391"/>
                <a:gd name="connsiteY2591" fmla="*/ 442621 h 459014"/>
                <a:gd name="connsiteX2592" fmla="*/ 314752 w 316391"/>
                <a:gd name="connsiteY2592" fmla="*/ 442621 h 459014"/>
                <a:gd name="connsiteX2593" fmla="*/ 314752 w 316391"/>
                <a:gd name="connsiteY2593" fmla="*/ 442621 h 459014"/>
                <a:gd name="connsiteX2594" fmla="*/ 314752 w 316391"/>
                <a:gd name="connsiteY2594" fmla="*/ 444260 h 459014"/>
                <a:gd name="connsiteX2595" fmla="*/ 314752 w 316391"/>
                <a:gd name="connsiteY2595" fmla="*/ 444260 h 459014"/>
                <a:gd name="connsiteX2596" fmla="*/ 314752 w 316391"/>
                <a:gd name="connsiteY2596" fmla="*/ 444260 h 459014"/>
                <a:gd name="connsiteX2597" fmla="*/ 314752 w 316391"/>
                <a:gd name="connsiteY2597" fmla="*/ 444260 h 459014"/>
                <a:gd name="connsiteX2598" fmla="*/ 313113 w 316391"/>
                <a:gd name="connsiteY2598" fmla="*/ 444260 h 459014"/>
                <a:gd name="connsiteX2599" fmla="*/ 313113 w 316391"/>
                <a:gd name="connsiteY2599" fmla="*/ 444260 h 459014"/>
                <a:gd name="connsiteX2600" fmla="*/ 313113 w 316391"/>
                <a:gd name="connsiteY2600" fmla="*/ 444260 h 459014"/>
                <a:gd name="connsiteX2601" fmla="*/ 311474 w 316391"/>
                <a:gd name="connsiteY2601" fmla="*/ 444260 h 459014"/>
                <a:gd name="connsiteX2602" fmla="*/ 311474 w 316391"/>
                <a:gd name="connsiteY2602" fmla="*/ 444260 h 459014"/>
                <a:gd name="connsiteX2603" fmla="*/ 311474 w 316391"/>
                <a:gd name="connsiteY2603" fmla="*/ 444260 h 459014"/>
                <a:gd name="connsiteX2604" fmla="*/ 309835 w 316391"/>
                <a:gd name="connsiteY2604" fmla="*/ 444260 h 459014"/>
                <a:gd name="connsiteX2605" fmla="*/ 309835 w 316391"/>
                <a:gd name="connsiteY2605" fmla="*/ 444260 h 459014"/>
                <a:gd name="connsiteX2606" fmla="*/ 309835 w 316391"/>
                <a:gd name="connsiteY2606" fmla="*/ 444260 h 459014"/>
                <a:gd name="connsiteX2607" fmla="*/ 308195 w 316391"/>
                <a:gd name="connsiteY2607" fmla="*/ 444260 h 459014"/>
                <a:gd name="connsiteX2608" fmla="*/ 308195 w 316391"/>
                <a:gd name="connsiteY2608" fmla="*/ 444260 h 459014"/>
                <a:gd name="connsiteX2609" fmla="*/ 308195 w 316391"/>
                <a:gd name="connsiteY2609" fmla="*/ 444260 h 459014"/>
                <a:gd name="connsiteX2610" fmla="*/ 308195 w 316391"/>
                <a:gd name="connsiteY2610" fmla="*/ 444260 h 459014"/>
                <a:gd name="connsiteX2611" fmla="*/ 306556 w 316391"/>
                <a:gd name="connsiteY2611" fmla="*/ 444260 h 459014"/>
                <a:gd name="connsiteX2612" fmla="*/ 306556 w 316391"/>
                <a:gd name="connsiteY2612" fmla="*/ 444260 h 459014"/>
                <a:gd name="connsiteX2613" fmla="*/ 306556 w 316391"/>
                <a:gd name="connsiteY2613" fmla="*/ 444260 h 459014"/>
                <a:gd name="connsiteX2614" fmla="*/ 306556 w 316391"/>
                <a:gd name="connsiteY2614" fmla="*/ 444260 h 459014"/>
                <a:gd name="connsiteX2615" fmla="*/ 304917 w 316391"/>
                <a:gd name="connsiteY2615" fmla="*/ 444260 h 459014"/>
                <a:gd name="connsiteX2616" fmla="*/ 304917 w 316391"/>
                <a:gd name="connsiteY2616" fmla="*/ 444260 h 459014"/>
                <a:gd name="connsiteX2617" fmla="*/ 304917 w 316391"/>
                <a:gd name="connsiteY2617" fmla="*/ 444260 h 459014"/>
                <a:gd name="connsiteX2618" fmla="*/ 304917 w 316391"/>
                <a:gd name="connsiteY2618" fmla="*/ 444260 h 459014"/>
                <a:gd name="connsiteX2619" fmla="*/ 304917 w 316391"/>
                <a:gd name="connsiteY2619" fmla="*/ 444260 h 459014"/>
                <a:gd name="connsiteX2620" fmla="*/ 303277 w 316391"/>
                <a:gd name="connsiteY2620" fmla="*/ 444260 h 459014"/>
                <a:gd name="connsiteX2621" fmla="*/ 303277 w 316391"/>
                <a:gd name="connsiteY2621" fmla="*/ 444260 h 459014"/>
                <a:gd name="connsiteX2622" fmla="*/ 303277 w 316391"/>
                <a:gd name="connsiteY2622" fmla="*/ 444260 h 459014"/>
                <a:gd name="connsiteX2623" fmla="*/ 303277 w 316391"/>
                <a:gd name="connsiteY2623" fmla="*/ 444260 h 459014"/>
                <a:gd name="connsiteX2624" fmla="*/ 301638 w 316391"/>
                <a:gd name="connsiteY2624" fmla="*/ 444260 h 459014"/>
                <a:gd name="connsiteX2625" fmla="*/ 301638 w 316391"/>
                <a:gd name="connsiteY2625" fmla="*/ 445900 h 459014"/>
                <a:gd name="connsiteX2626" fmla="*/ 301638 w 316391"/>
                <a:gd name="connsiteY2626" fmla="*/ 445900 h 459014"/>
                <a:gd name="connsiteX2627" fmla="*/ 299998 w 316391"/>
                <a:gd name="connsiteY2627" fmla="*/ 445900 h 459014"/>
                <a:gd name="connsiteX2628" fmla="*/ 299998 w 316391"/>
                <a:gd name="connsiteY2628" fmla="*/ 445900 h 459014"/>
                <a:gd name="connsiteX2629" fmla="*/ 298359 w 316391"/>
                <a:gd name="connsiteY2629" fmla="*/ 445900 h 459014"/>
                <a:gd name="connsiteX2630" fmla="*/ 298359 w 316391"/>
                <a:gd name="connsiteY2630" fmla="*/ 445900 h 459014"/>
                <a:gd name="connsiteX2631" fmla="*/ 298359 w 316391"/>
                <a:gd name="connsiteY2631" fmla="*/ 445900 h 459014"/>
                <a:gd name="connsiteX2632" fmla="*/ 298359 w 316391"/>
                <a:gd name="connsiteY2632" fmla="*/ 445900 h 459014"/>
                <a:gd name="connsiteX2633" fmla="*/ 296720 w 316391"/>
                <a:gd name="connsiteY2633" fmla="*/ 445900 h 459014"/>
                <a:gd name="connsiteX2634" fmla="*/ 296720 w 316391"/>
                <a:gd name="connsiteY2634" fmla="*/ 445900 h 459014"/>
                <a:gd name="connsiteX2635" fmla="*/ 295081 w 316391"/>
                <a:gd name="connsiteY2635" fmla="*/ 445900 h 459014"/>
                <a:gd name="connsiteX2636" fmla="*/ 295081 w 316391"/>
                <a:gd name="connsiteY2636" fmla="*/ 445900 h 459014"/>
                <a:gd name="connsiteX2637" fmla="*/ 295081 w 316391"/>
                <a:gd name="connsiteY2637" fmla="*/ 445900 h 459014"/>
                <a:gd name="connsiteX2638" fmla="*/ 295081 w 316391"/>
                <a:gd name="connsiteY2638" fmla="*/ 445900 h 459014"/>
                <a:gd name="connsiteX2639" fmla="*/ 293441 w 316391"/>
                <a:gd name="connsiteY2639" fmla="*/ 445900 h 459014"/>
                <a:gd name="connsiteX2640" fmla="*/ 293441 w 316391"/>
                <a:gd name="connsiteY2640" fmla="*/ 445900 h 459014"/>
                <a:gd name="connsiteX2641" fmla="*/ 291802 w 316391"/>
                <a:gd name="connsiteY2641" fmla="*/ 445900 h 459014"/>
                <a:gd name="connsiteX2642" fmla="*/ 291802 w 316391"/>
                <a:gd name="connsiteY2642" fmla="*/ 445900 h 459014"/>
                <a:gd name="connsiteX2643" fmla="*/ 290162 w 316391"/>
                <a:gd name="connsiteY2643" fmla="*/ 447539 h 459014"/>
                <a:gd name="connsiteX2644" fmla="*/ 290162 w 316391"/>
                <a:gd name="connsiteY2644" fmla="*/ 447539 h 459014"/>
                <a:gd name="connsiteX2645" fmla="*/ 290162 w 316391"/>
                <a:gd name="connsiteY2645" fmla="*/ 447539 h 459014"/>
                <a:gd name="connsiteX2646" fmla="*/ 290162 w 316391"/>
                <a:gd name="connsiteY2646" fmla="*/ 447539 h 459014"/>
                <a:gd name="connsiteX2647" fmla="*/ 288523 w 316391"/>
                <a:gd name="connsiteY2647" fmla="*/ 447539 h 459014"/>
                <a:gd name="connsiteX2648" fmla="*/ 288523 w 316391"/>
                <a:gd name="connsiteY2648" fmla="*/ 447539 h 459014"/>
                <a:gd name="connsiteX2649" fmla="*/ 288523 w 316391"/>
                <a:gd name="connsiteY2649" fmla="*/ 447539 h 459014"/>
                <a:gd name="connsiteX2650" fmla="*/ 286884 w 316391"/>
                <a:gd name="connsiteY2650" fmla="*/ 447539 h 459014"/>
                <a:gd name="connsiteX2651" fmla="*/ 286884 w 316391"/>
                <a:gd name="connsiteY2651" fmla="*/ 447539 h 459014"/>
                <a:gd name="connsiteX2652" fmla="*/ 286884 w 316391"/>
                <a:gd name="connsiteY2652" fmla="*/ 447539 h 459014"/>
                <a:gd name="connsiteX2653" fmla="*/ 285245 w 316391"/>
                <a:gd name="connsiteY2653" fmla="*/ 447539 h 459014"/>
                <a:gd name="connsiteX2654" fmla="*/ 285245 w 316391"/>
                <a:gd name="connsiteY2654" fmla="*/ 447539 h 459014"/>
                <a:gd name="connsiteX2655" fmla="*/ 285245 w 316391"/>
                <a:gd name="connsiteY2655" fmla="*/ 447539 h 459014"/>
                <a:gd name="connsiteX2656" fmla="*/ 285245 w 316391"/>
                <a:gd name="connsiteY2656" fmla="*/ 447539 h 459014"/>
                <a:gd name="connsiteX2657" fmla="*/ 285245 w 316391"/>
                <a:gd name="connsiteY2657" fmla="*/ 447539 h 459014"/>
                <a:gd name="connsiteX2658" fmla="*/ 283605 w 316391"/>
                <a:gd name="connsiteY2658" fmla="*/ 447539 h 459014"/>
                <a:gd name="connsiteX2659" fmla="*/ 283605 w 316391"/>
                <a:gd name="connsiteY2659" fmla="*/ 447539 h 459014"/>
                <a:gd name="connsiteX2660" fmla="*/ 283605 w 316391"/>
                <a:gd name="connsiteY2660" fmla="*/ 449178 h 459014"/>
                <a:gd name="connsiteX2661" fmla="*/ 283605 w 316391"/>
                <a:gd name="connsiteY2661" fmla="*/ 449178 h 459014"/>
                <a:gd name="connsiteX2662" fmla="*/ 283605 w 316391"/>
                <a:gd name="connsiteY2662" fmla="*/ 449178 h 459014"/>
                <a:gd name="connsiteX2663" fmla="*/ 281966 w 316391"/>
                <a:gd name="connsiteY2663" fmla="*/ 449178 h 459014"/>
                <a:gd name="connsiteX2664" fmla="*/ 281966 w 316391"/>
                <a:gd name="connsiteY2664" fmla="*/ 449178 h 459014"/>
                <a:gd name="connsiteX2665" fmla="*/ 281966 w 316391"/>
                <a:gd name="connsiteY2665" fmla="*/ 449178 h 459014"/>
                <a:gd name="connsiteX2666" fmla="*/ 281966 w 316391"/>
                <a:gd name="connsiteY2666" fmla="*/ 449178 h 459014"/>
                <a:gd name="connsiteX2667" fmla="*/ 280327 w 316391"/>
                <a:gd name="connsiteY2667" fmla="*/ 449178 h 459014"/>
                <a:gd name="connsiteX2668" fmla="*/ 280327 w 316391"/>
                <a:gd name="connsiteY2668" fmla="*/ 449178 h 459014"/>
                <a:gd name="connsiteX2669" fmla="*/ 280327 w 316391"/>
                <a:gd name="connsiteY2669" fmla="*/ 449178 h 459014"/>
                <a:gd name="connsiteX2670" fmla="*/ 280327 w 316391"/>
                <a:gd name="connsiteY2670" fmla="*/ 449178 h 459014"/>
                <a:gd name="connsiteX2671" fmla="*/ 280327 w 316391"/>
                <a:gd name="connsiteY2671" fmla="*/ 449178 h 459014"/>
                <a:gd name="connsiteX2672" fmla="*/ 280327 w 316391"/>
                <a:gd name="connsiteY2672" fmla="*/ 449178 h 459014"/>
                <a:gd name="connsiteX2673" fmla="*/ 280327 w 316391"/>
                <a:gd name="connsiteY2673" fmla="*/ 449178 h 459014"/>
                <a:gd name="connsiteX2674" fmla="*/ 278687 w 316391"/>
                <a:gd name="connsiteY2674" fmla="*/ 450818 h 459014"/>
                <a:gd name="connsiteX2675" fmla="*/ 278687 w 316391"/>
                <a:gd name="connsiteY2675" fmla="*/ 450818 h 459014"/>
                <a:gd name="connsiteX2676" fmla="*/ 278687 w 316391"/>
                <a:gd name="connsiteY2676" fmla="*/ 450818 h 459014"/>
                <a:gd name="connsiteX2677" fmla="*/ 277048 w 316391"/>
                <a:gd name="connsiteY2677" fmla="*/ 450818 h 459014"/>
                <a:gd name="connsiteX2678" fmla="*/ 277048 w 316391"/>
                <a:gd name="connsiteY2678" fmla="*/ 450818 h 459014"/>
                <a:gd name="connsiteX2679" fmla="*/ 277048 w 316391"/>
                <a:gd name="connsiteY2679" fmla="*/ 450818 h 459014"/>
                <a:gd name="connsiteX2680" fmla="*/ 277048 w 316391"/>
                <a:gd name="connsiteY2680" fmla="*/ 450818 h 459014"/>
                <a:gd name="connsiteX2681" fmla="*/ 277048 w 316391"/>
                <a:gd name="connsiteY2681" fmla="*/ 450818 h 459014"/>
                <a:gd name="connsiteX2682" fmla="*/ 277048 w 316391"/>
                <a:gd name="connsiteY2682" fmla="*/ 450818 h 459014"/>
                <a:gd name="connsiteX2683" fmla="*/ 275408 w 316391"/>
                <a:gd name="connsiteY2683" fmla="*/ 450818 h 459014"/>
                <a:gd name="connsiteX2684" fmla="*/ 275408 w 316391"/>
                <a:gd name="connsiteY2684" fmla="*/ 450818 h 459014"/>
                <a:gd name="connsiteX2685" fmla="*/ 273769 w 316391"/>
                <a:gd name="connsiteY2685" fmla="*/ 450818 h 459014"/>
                <a:gd name="connsiteX2686" fmla="*/ 273769 w 316391"/>
                <a:gd name="connsiteY2686" fmla="*/ 452457 h 459014"/>
                <a:gd name="connsiteX2687" fmla="*/ 273769 w 316391"/>
                <a:gd name="connsiteY2687" fmla="*/ 452457 h 459014"/>
                <a:gd name="connsiteX2688" fmla="*/ 272130 w 316391"/>
                <a:gd name="connsiteY2688" fmla="*/ 452457 h 459014"/>
                <a:gd name="connsiteX2689" fmla="*/ 272130 w 316391"/>
                <a:gd name="connsiteY2689" fmla="*/ 452457 h 459014"/>
                <a:gd name="connsiteX2690" fmla="*/ 272130 w 316391"/>
                <a:gd name="connsiteY2690" fmla="*/ 452457 h 459014"/>
                <a:gd name="connsiteX2691" fmla="*/ 272130 w 316391"/>
                <a:gd name="connsiteY2691" fmla="*/ 452457 h 459014"/>
                <a:gd name="connsiteX2692" fmla="*/ 272130 w 316391"/>
                <a:gd name="connsiteY2692" fmla="*/ 452457 h 459014"/>
                <a:gd name="connsiteX2693" fmla="*/ 270491 w 316391"/>
                <a:gd name="connsiteY2693" fmla="*/ 452457 h 459014"/>
                <a:gd name="connsiteX2694" fmla="*/ 270491 w 316391"/>
                <a:gd name="connsiteY2694" fmla="*/ 452457 h 459014"/>
                <a:gd name="connsiteX2695" fmla="*/ 270491 w 316391"/>
                <a:gd name="connsiteY2695" fmla="*/ 452457 h 459014"/>
                <a:gd name="connsiteX2696" fmla="*/ 270491 w 316391"/>
                <a:gd name="connsiteY2696" fmla="*/ 452457 h 459014"/>
                <a:gd name="connsiteX2697" fmla="*/ 270491 w 316391"/>
                <a:gd name="connsiteY2697" fmla="*/ 452457 h 459014"/>
                <a:gd name="connsiteX2698" fmla="*/ 270491 w 316391"/>
                <a:gd name="connsiteY2698" fmla="*/ 452457 h 459014"/>
                <a:gd name="connsiteX2699" fmla="*/ 268851 w 316391"/>
                <a:gd name="connsiteY2699" fmla="*/ 452457 h 459014"/>
                <a:gd name="connsiteX2700" fmla="*/ 268851 w 316391"/>
                <a:gd name="connsiteY2700" fmla="*/ 452457 h 459014"/>
                <a:gd name="connsiteX2701" fmla="*/ 268851 w 316391"/>
                <a:gd name="connsiteY2701" fmla="*/ 452457 h 459014"/>
                <a:gd name="connsiteX2702" fmla="*/ 267212 w 316391"/>
                <a:gd name="connsiteY2702" fmla="*/ 452457 h 459014"/>
                <a:gd name="connsiteX2703" fmla="*/ 267212 w 316391"/>
                <a:gd name="connsiteY2703" fmla="*/ 452457 h 459014"/>
                <a:gd name="connsiteX2704" fmla="*/ 267212 w 316391"/>
                <a:gd name="connsiteY2704" fmla="*/ 452457 h 459014"/>
                <a:gd name="connsiteX2705" fmla="*/ 267212 w 316391"/>
                <a:gd name="connsiteY2705" fmla="*/ 454096 h 459014"/>
                <a:gd name="connsiteX2706" fmla="*/ 267212 w 316391"/>
                <a:gd name="connsiteY2706" fmla="*/ 454096 h 459014"/>
                <a:gd name="connsiteX2707" fmla="*/ 263933 w 316391"/>
                <a:gd name="connsiteY2707" fmla="*/ 454096 h 459014"/>
                <a:gd name="connsiteX2708" fmla="*/ 263933 w 316391"/>
                <a:gd name="connsiteY2708" fmla="*/ 454096 h 459014"/>
                <a:gd name="connsiteX2709" fmla="*/ 263933 w 316391"/>
                <a:gd name="connsiteY2709" fmla="*/ 454096 h 459014"/>
                <a:gd name="connsiteX2710" fmla="*/ 262294 w 316391"/>
                <a:gd name="connsiteY2710" fmla="*/ 454096 h 459014"/>
                <a:gd name="connsiteX2711" fmla="*/ 262294 w 316391"/>
                <a:gd name="connsiteY2711" fmla="*/ 454096 h 459014"/>
                <a:gd name="connsiteX2712" fmla="*/ 262294 w 316391"/>
                <a:gd name="connsiteY2712" fmla="*/ 454096 h 459014"/>
                <a:gd name="connsiteX2713" fmla="*/ 262294 w 316391"/>
                <a:gd name="connsiteY2713" fmla="*/ 454096 h 459014"/>
                <a:gd name="connsiteX2714" fmla="*/ 262294 w 316391"/>
                <a:gd name="connsiteY2714" fmla="*/ 454096 h 459014"/>
                <a:gd name="connsiteX2715" fmla="*/ 260654 w 316391"/>
                <a:gd name="connsiteY2715" fmla="*/ 454096 h 459014"/>
                <a:gd name="connsiteX2716" fmla="*/ 260654 w 316391"/>
                <a:gd name="connsiteY2716" fmla="*/ 454096 h 459014"/>
                <a:gd name="connsiteX2717" fmla="*/ 260654 w 316391"/>
                <a:gd name="connsiteY2717" fmla="*/ 454096 h 459014"/>
                <a:gd name="connsiteX2718" fmla="*/ 260654 w 316391"/>
                <a:gd name="connsiteY2718" fmla="*/ 454096 h 459014"/>
                <a:gd name="connsiteX2719" fmla="*/ 260654 w 316391"/>
                <a:gd name="connsiteY2719" fmla="*/ 454096 h 459014"/>
                <a:gd name="connsiteX2720" fmla="*/ 257376 w 316391"/>
                <a:gd name="connsiteY2720" fmla="*/ 455736 h 459014"/>
                <a:gd name="connsiteX2721" fmla="*/ 257376 w 316391"/>
                <a:gd name="connsiteY2721" fmla="*/ 455736 h 459014"/>
                <a:gd name="connsiteX2722" fmla="*/ 257376 w 316391"/>
                <a:gd name="connsiteY2722" fmla="*/ 455736 h 459014"/>
                <a:gd name="connsiteX2723" fmla="*/ 257376 w 316391"/>
                <a:gd name="connsiteY2723" fmla="*/ 455736 h 459014"/>
                <a:gd name="connsiteX2724" fmla="*/ 257376 w 316391"/>
                <a:gd name="connsiteY2724" fmla="*/ 455736 h 459014"/>
                <a:gd name="connsiteX2725" fmla="*/ 257376 w 316391"/>
                <a:gd name="connsiteY2725" fmla="*/ 455736 h 459014"/>
                <a:gd name="connsiteX2726" fmla="*/ 257376 w 316391"/>
                <a:gd name="connsiteY2726" fmla="*/ 455736 h 459014"/>
                <a:gd name="connsiteX2727" fmla="*/ 255737 w 316391"/>
                <a:gd name="connsiteY2727" fmla="*/ 455736 h 459014"/>
                <a:gd name="connsiteX2728" fmla="*/ 255737 w 316391"/>
                <a:gd name="connsiteY2728" fmla="*/ 455736 h 459014"/>
                <a:gd name="connsiteX2729" fmla="*/ 255737 w 316391"/>
                <a:gd name="connsiteY2729" fmla="*/ 455736 h 459014"/>
                <a:gd name="connsiteX2730" fmla="*/ 255737 w 316391"/>
                <a:gd name="connsiteY2730" fmla="*/ 455736 h 459014"/>
                <a:gd name="connsiteX2731" fmla="*/ 255737 w 316391"/>
                <a:gd name="connsiteY2731" fmla="*/ 455736 h 459014"/>
                <a:gd name="connsiteX2732" fmla="*/ 255737 w 316391"/>
                <a:gd name="connsiteY2732" fmla="*/ 455736 h 459014"/>
                <a:gd name="connsiteX2733" fmla="*/ 254097 w 316391"/>
                <a:gd name="connsiteY2733" fmla="*/ 455736 h 459014"/>
                <a:gd name="connsiteX2734" fmla="*/ 254097 w 316391"/>
                <a:gd name="connsiteY2734" fmla="*/ 455736 h 459014"/>
                <a:gd name="connsiteX2735" fmla="*/ 252458 w 316391"/>
                <a:gd name="connsiteY2735" fmla="*/ 455736 h 459014"/>
                <a:gd name="connsiteX2736" fmla="*/ 252458 w 316391"/>
                <a:gd name="connsiteY2736" fmla="*/ 457375 h 459014"/>
                <a:gd name="connsiteX2737" fmla="*/ 252458 w 316391"/>
                <a:gd name="connsiteY2737" fmla="*/ 457375 h 459014"/>
                <a:gd name="connsiteX2738" fmla="*/ 252458 w 316391"/>
                <a:gd name="connsiteY2738" fmla="*/ 457375 h 459014"/>
                <a:gd name="connsiteX2739" fmla="*/ 250818 w 316391"/>
                <a:gd name="connsiteY2739" fmla="*/ 457375 h 459014"/>
                <a:gd name="connsiteX2740" fmla="*/ 250818 w 316391"/>
                <a:gd name="connsiteY2740" fmla="*/ 457375 h 459014"/>
                <a:gd name="connsiteX2741" fmla="*/ 250818 w 316391"/>
                <a:gd name="connsiteY2741" fmla="*/ 457375 h 459014"/>
                <a:gd name="connsiteX2742" fmla="*/ 250818 w 316391"/>
                <a:gd name="connsiteY2742" fmla="*/ 457375 h 459014"/>
                <a:gd name="connsiteX2743" fmla="*/ 250818 w 316391"/>
                <a:gd name="connsiteY2743" fmla="*/ 457375 h 459014"/>
                <a:gd name="connsiteX2744" fmla="*/ 249179 w 316391"/>
                <a:gd name="connsiteY2744" fmla="*/ 457375 h 459014"/>
                <a:gd name="connsiteX2745" fmla="*/ 249179 w 316391"/>
                <a:gd name="connsiteY2745" fmla="*/ 457375 h 459014"/>
                <a:gd name="connsiteX2746" fmla="*/ 249179 w 316391"/>
                <a:gd name="connsiteY2746" fmla="*/ 459014 h 459014"/>
                <a:gd name="connsiteX2747" fmla="*/ 247540 w 316391"/>
                <a:gd name="connsiteY2747" fmla="*/ 459014 h 459014"/>
                <a:gd name="connsiteX2748" fmla="*/ 247540 w 316391"/>
                <a:gd name="connsiteY2748" fmla="*/ 459014 h 459014"/>
                <a:gd name="connsiteX2749" fmla="*/ 247540 w 316391"/>
                <a:gd name="connsiteY2749" fmla="*/ 459014 h 459014"/>
                <a:gd name="connsiteX2750" fmla="*/ 247540 w 316391"/>
                <a:gd name="connsiteY2750" fmla="*/ 459014 h 459014"/>
                <a:gd name="connsiteX2751" fmla="*/ 245901 w 316391"/>
                <a:gd name="connsiteY2751" fmla="*/ 459014 h 459014"/>
                <a:gd name="connsiteX2752" fmla="*/ 245901 w 316391"/>
                <a:gd name="connsiteY2752" fmla="*/ 459014 h 459014"/>
                <a:gd name="connsiteX2753" fmla="*/ 245901 w 316391"/>
                <a:gd name="connsiteY2753" fmla="*/ 459014 h 459014"/>
                <a:gd name="connsiteX2754" fmla="*/ 244261 w 316391"/>
                <a:gd name="connsiteY2754" fmla="*/ 459014 h 459014"/>
                <a:gd name="connsiteX2755" fmla="*/ 244261 w 316391"/>
                <a:gd name="connsiteY2755" fmla="*/ 459014 h 459014"/>
                <a:gd name="connsiteX2756" fmla="*/ 244261 w 316391"/>
                <a:gd name="connsiteY2756" fmla="*/ 459014 h 459014"/>
                <a:gd name="connsiteX2757" fmla="*/ 242622 w 316391"/>
                <a:gd name="connsiteY2757" fmla="*/ 459014 h 459014"/>
                <a:gd name="connsiteX2758" fmla="*/ 242622 w 316391"/>
                <a:gd name="connsiteY2758" fmla="*/ 459014 h 459014"/>
                <a:gd name="connsiteX2759" fmla="*/ 242622 w 316391"/>
                <a:gd name="connsiteY2759" fmla="*/ 459014 h 459014"/>
                <a:gd name="connsiteX2760" fmla="*/ 242622 w 316391"/>
                <a:gd name="connsiteY2760" fmla="*/ 459014 h 459014"/>
                <a:gd name="connsiteX2761" fmla="*/ 240982 w 316391"/>
                <a:gd name="connsiteY2761" fmla="*/ 459014 h 459014"/>
                <a:gd name="connsiteX2762" fmla="*/ 240982 w 316391"/>
                <a:gd name="connsiteY2762" fmla="*/ 459014 h 459014"/>
                <a:gd name="connsiteX2763" fmla="*/ 240982 w 316391"/>
                <a:gd name="connsiteY2763" fmla="*/ 459014 h 459014"/>
                <a:gd name="connsiteX2764" fmla="*/ 240982 w 316391"/>
                <a:gd name="connsiteY2764" fmla="*/ 459014 h 459014"/>
                <a:gd name="connsiteX2765" fmla="*/ 240982 w 316391"/>
                <a:gd name="connsiteY2765" fmla="*/ 459014 h 459014"/>
                <a:gd name="connsiteX2766" fmla="*/ 239343 w 316391"/>
                <a:gd name="connsiteY2766" fmla="*/ 459014 h 459014"/>
                <a:gd name="connsiteX2767" fmla="*/ 239343 w 316391"/>
                <a:gd name="connsiteY2767" fmla="*/ 459014 h 459014"/>
                <a:gd name="connsiteX2768" fmla="*/ 239343 w 316391"/>
                <a:gd name="connsiteY2768" fmla="*/ 457375 h 459014"/>
                <a:gd name="connsiteX2769" fmla="*/ 239343 w 316391"/>
                <a:gd name="connsiteY2769" fmla="*/ 457375 h 459014"/>
                <a:gd name="connsiteX2770" fmla="*/ 237704 w 316391"/>
                <a:gd name="connsiteY2770" fmla="*/ 457375 h 459014"/>
                <a:gd name="connsiteX2771" fmla="*/ 237704 w 316391"/>
                <a:gd name="connsiteY2771" fmla="*/ 457375 h 459014"/>
                <a:gd name="connsiteX2772" fmla="*/ 237704 w 316391"/>
                <a:gd name="connsiteY2772" fmla="*/ 457375 h 459014"/>
                <a:gd name="connsiteX2773" fmla="*/ 237704 w 316391"/>
                <a:gd name="connsiteY2773" fmla="*/ 457375 h 459014"/>
                <a:gd name="connsiteX2774" fmla="*/ 236064 w 316391"/>
                <a:gd name="connsiteY2774" fmla="*/ 457375 h 459014"/>
                <a:gd name="connsiteX2775" fmla="*/ 236064 w 316391"/>
                <a:gd name="connsiteY2775" fmla="*/ 457375 h 459014"/>
                <a:gd name="connsiteX2776" fmla="*/ 236064 w 316391"/>
                <a:gd name="connsiteY2776" fmla="*/ 457375 h 459014"/>
                <a:gd name="connsiteX2777" fmla="*/ 236064 w 316391"/>
                <a:gd name="connsiteY2777" fmla="*/ 457375 h 459014"/>
                <a:gd name="connsiteX2778" fmla="*/ 234425 w 316391"/>
                <a:gd name="connsiteY2778" fmla="*/ 457375 h 459014"/>
                <a:gd name="connsiteX2779" fmla="*/ 234425 w 316391"/>
                <a:gd name="connsiteY2779" fmla="*/ 457375 h 459014"/>
                <a:gd name="connsiteX2780" fmla="*/ 234425 w 316391"/>
                <a:gd name="connsiteY2780" fmla="*/ 457375 h 459014"/>
                <a:gd name="connsiteX2781" fmla="*/ 234425 w 316391"/>
                <a:gd name="connsiteY2781" fmla="*/ 457375 h 459014"/>
                <a:gd name="connsiteX2782" fmla="*/ 234425 w 316391"/>
                <a:gd name="connsiteY2782" fmla="*/ 457375 h 459014"/>
                <a:gd name="connsiteX2783" fmla="*/ 232786 w 316391"/>
                <a:gd name="connsiteY2783" fmla="*/ 457375 h 459014"/>
                <a:gd name="connsiteX2784" fmla="*/ 232786 w 316391"/>
                <a:gd name="connsiteY2784" fmla="*/ 457375 h 459014"/>
                <a:gd name="connsiteX2785" fmla="*/ 232786 w 316391"/>
                <a:gd name="connsiteY2785" fmla="*/ 457375 h 459014"/>
                <a:gd name="connsiteX2786" fmla="*/ 232786 w 316391"/>
                <a:gd name="connsiteY2786" fmla="*/ 457375 h 459014"/>
                <a:gd name="connsiteX2787" fmla="*/ 231147 w 316391"/>
                <a:gd name="connsiteY2787" fmla="*/ 457375 h 459014"/>
                <a:gd name="connsiteX2788" fmla="*/ 229507 w 316391"/>
                <a:gd name="connsiteY2788" fmla="*/ 455736 h 459014"/>
                <a:gd name="connsiteX2789" fmla="*/ 229507 w 316391"/>
                <a:gd name="connsiteY2789" fmla="*/ 455736 h 459014"/>
                <a:gd name="connsiteX2790" fmla="*/ 229507 w 316391"/>
                <a:gd name="connsiteY2790" fmla="*/ 455736 h 459014"/>
                <a:gd name="connsiteX2791" fmla="*/ 227868 w 316391"/>
                <a:gd name="connsiteY2791" fmla="*/ 455736 h 459014"/>
                <a:gd name="connsiteX2792" fmla="*/ 227868 w 316391"/>
                <a:gd name="connsiteY2792" fmla="*/ 455736 h 459014"/>
                <a:gd name="connsiteX2793" fmla="*/ 227868 w 316391"/>
                <a:gd name="connsiteY2793" fmla="*/ 455736 h 459014"/>
                <a:gd name="connsiteX2794" fmla="*/ 226228 w 316391"/>
                <a:gd name="connsiteY2794" fmla="*/ 455736 h 459014"/>
                <a:gd name="connsiteX2795" fmla="*/ 226228 w 316391"/>
                <a:gd name="connsiteY2795" fmla="*/ 455736 h 459014"/>
                <a:gd name="connsiteX2796" fmla="*/ 224589 w 316391"/>
                <a:gd name="connsiteY2796" fmla="*/ 455736 h 459014"/>
                <a:gd name="connsiteX2797" fmla="*/ 224589 w 316391"/>
                <a:gd name="connsiteY2797" fmla="*/ 455736 h 459014"/>
                <a:gd name="connsiteX2798" fmla="*/ 224589 w 316391"/>
                <a:gd name="connsiteY2798" fmla="*/ 454096 h 459014"/>
                <a:gd name="connsiteX2799" fmla="*/ 224589 w 316391"/>
                <a:gd name="connsiteY2799" fmla="*/ 454096 h 459014"/>
                <a:gd name="connsiteX2800" fmla="*/ 224589 w 316391"/>
                <a:gd name="connsiteY2800" fmla="*/ 454096 h 459014"/>
                <a:gd name="connsiteX2801" fmla="*/ 224589 w 316391"/>
                <a:gd name="connsiteY2801" fmla="*/ 454096 h 459014"/>
                <a:gd name="connsiteX2802" fmla="*/ 222950 w 316391"/>
                <a:gd name="connsiteY2802" fmla="*/ 454096 h 459014"/>
                <a:gd name="connsiteX2803" fmla="*/ 222950 w 316391"/>
                <a:gd name="connsiteY2803" fmla="*/ 454096 h 459014"/>
                <a:gd name="connsiteX2804" fmla="*/ 221310 w 316391"/>
                <a:gd name="connsiteY2804" fmla="*/ 454096 h 459014"/>
                <a:gd name="connsiteX2805" fmla="*/ 221310 w 316391"/>
                <a:gd name="connsiteY2805" fmla="*/ 454096 h 459014"/>
                <a:gd name="connsiteX2806" fmla="*/ 219671 w 316391"/>
                <a:gd name="connsiteY2806" fmla="*/ 454096 h 459014"/>
                <a:gd name="connsiteX2807" fmla="*/ 219671 w 316391"/>
                <a:gd name="connsiteY2807" fmla="*/ 454096 h 459014"/>
                <a:gd name="connsiteX2808" fmla="*/ 219671 w 316391"/>
                <a:gd name="connsiteY2808" fmla="*/ 454096 h 459014"/>
                <a:gd name="connsiteX2809" fmla="*/ 219671 w 316391"/>
                <a:gd name="connsiteY2809" fmla="*/ 454096 h 459014"/>
                <a:gd name="connsiteX2810" fmla="*/ 219671 w 316391"/>
                <a:gd name="connsiteY2810" fmla="*/ 454096 h 459014"/>
                <a:gd name="connsiteX2811" fmla="*/ 218032 w 316391"/>
                <a:gd name="connsiteY2811" fmla="*/ 454096 h 459014"/>
                <a:gd name="connsiteX2812" fmla="*/ 218032 w 316391"/>
                <a:gd name="connsiteY2812" fmla="*/ 454096 h 459014"/>
                <a:gd name="connsiteX2813" fmla="*/ 218032 w 316391"/>
                <a:gd name="connsiteY2813" fmla="*/ 454096 h 459014"/>
                <a:gd name="connsiteX2814" fmla="*/ 216392 w 316391"/>
                <a:gd name="connsiteY2814" fmla="*/ 454096 h 459014"/>
                <a:gd name="connsiteX2815" fmla="*/ 216392 w 316391"/>
                <a:gd name="connsiteY2815" fmla="*/ 454096 h 459014"/>
                <a:gd name="connsiteX2816" fmla="*/ 214753 w 316391"/>
                <a:gd name="connsiteY2816" fmla="*/ 452457 h 459014"/>
                <a:gd name="connsiteX2817" fmla="*/ 214753 w 316391"/>
                <a:gd name="connsiteY2817" fmla="*/ 452457 h 459014"/>
                <a:gd name="connsiteX2818" fmla="*/ 214753 w 316391"/>
                <a:gd name="connsiteY2818" fmla="*/ 452457 h 459014"/>
                <a:gd name="connsiteX2819" fmla="*/ 214753 w 316391"/>
                <a:gd name="connsiteY2819" fmla="*/ 452457 h 459014"/>
                <a:gd name="connsiteX2820" fmla="*/ 214753 w 316391"/>
                <a:gd name="connsiteY2820" fmla="*/ 452457 h 459014"/>
                <a:gd name="connsiteX2821" fmla="*/ 213114 w 316391"/>
                <a:gd name="connsiteY2821" fmla="*/ 452457 h 459014"/>
                <a:gd name="connsiteX2822" fmla="*/ 213114 w 316391"/>
                <a:gd name="connsiteY2822" fmla="*/ 452457 h 459014"/>
                <a:gd name="connsiteX2823" fmla="*/ 213114 w 316391"/>
                <a:gd name="connsiteY2823" fmla="*/ 452457 h 459014"/>
                <a:gd name="connsiteX2824" fmla="*/ 213114 w 316391"/>
                <a:gd name="connsiteY2824" fmla="*/ 452457 h 459014"/>
                <a:gd name="connsiteX2825" fmla="*/ 213114 w 316391"/>
                <a:gd name="connsiteY2825" fmla="*/ 452457 h 459014"/>
                <a:gd name="connsiteX2826" fmla="*/ 211474 w 316391"/>
                <a:gd name="connsiteY2826" fmla="*/ 452457 h 459014"/>
                <a:gd name="connsiteX2827" fmla="*/ 211474 w 316391"/>
                <a:gd name="connsiteY2827" fmla="*/ 452457 h 459014"/>
                <a:gd name="connsiteX2828" fmla="*/ 211474 w 316391"/>
                <a:gd name="connsiteY2828" fmla="*/ 452457 h 459014"/>
                <a:gd name="connsiteX2829" fmla="*/ 211474 w 316391"/>
                <a:gd name="connsiteY2829" fmla="*/ 452457 h 459014"/>
                <a:gd name="connsiteX2830" fmla="*/ 209835 w 316391"/>
                <a:gd name="connsiteY2830" fmla="*/ 450818 h 459014"/>
                <a:gd name="connsiteX2831" fmla="*/ 209835 w 316391"/>
                <a:gd name="connsiteY2831" fmla="*/ 450818 h 459014"/>
                <a:gd name="connsiteX2832" fmla="*/ 208195 w 316391"/>
                <a:gd name="connsiteY2832" fmla="*/ 450818 h 459014"/>
                <a:gd name="connsiteX2833" fmla="*/ 208195 w 316391"/>
                <a:gd name="connsiteY2833" fmla="*/ 450818 h 459014"/>
                <a:gd name="connsiteX2834" fmla="*/ 208195 w 316391"/>
                <a:gd name="connsiteY2834" fmla="*/ 450818 h 459014"/>
                <a:gd name="connsiteX2835" fmla="*/ 206557 w 316391"/>
                <a:gd name="connsiteY2835" fmla="*/ 450818 h 459014"/>
                <a:gd name="connsiteX2836" fmla="*/ 206557 w 316391"/>
                <a:gd name="connsiteY2836" fmla="*/ 450818 h 459014"/>
                <a:gd name="connsiteX2837" fmla="*/ 206557 w 316391"/>
                <a:gd name="connsiteY2837" fmla="*/ 450818 h 459014"/>
                <a:gd name="connsiteX2838" fmla="*/ 204917 w 316391"/>
                <a:gd name="connsiteY2838" fmla="*/ 449178 h 459014"/>
                <a:gd name="connsiteX2839" fmla="*/ 204917 w 316391"/>
                <a:gd name="connsiteY2839" fmla="*/ 449178 h 459014"/>
                <a:gd name="connsiteX2840" fmla="*/ 204917 w 316391"/>
                <a:gd name="connsiteY2840" fmla="*/ 449178 h 459014"/>
                <a:gd name="connsiteX2841" fmla="*/ 204917 w 316391"/>
                <a:gd name="connsiteY2841" fmla="*/ 449178 h 459014"/>
                <a:gd name="connsiteX2842" fmla="*/ 204917 w 316391"/>
                <a:gd name="connsiteY2842" fmla="*/ 449178 h 459014"/>
                <a:gd name="connsiteX2843" fmla="*/ 204917 w 316391"/>
                <a:gd name="connsiteY2843" fmla="*/ 447539 h 459014"/>
                <a:gd name="connsiteX2844" fmla="*/ 204917 w 316391"/>
                <a:gd name="connsiteY2844" fmla="*/ 447539 h 459014"/>
                <a:gd name="connsiteX2845" fmla="*/ 203278 w 316391"/>
                <a:gd name="connsiteY2845" fmla="*/ 447539 h 459014"/>
                <a:gd name="connsiteX2846" fmla="*/ 203278 w 316391"/>
                <a:gd name="connsiteY2846" fmla="*/ 447539 h 459014"/>
                <a:gd name="connsiteX2847" fmla="*/ 203278 w 316391"/>
                <a:gd name="connsiteY2847" fmla="*/ 447539 h 459014"/>
                <a:gd name="connsiteX2848" fmla="*/ 203278 w 316391"/>
                <a:gd name="connsiteY2848" fmla="*/ 447539 h 459014"/>
                <a:gd name="connsiteX2849" fmla="*/ 203278 w 316391"/>
                <a:gd name="connsiteY2849" fmla="*/ 447539 h 459014"/>
                <a:gd name="connsiteX2850" fmla="*/ 201638 w 316391"/>
                <a:gd name="connsiteY2850" fmla="*/ 447539 h 459014"/>
                <a:gd name="connsiteX2851" fmla="*/ 201638 w 316391"/>
                <a:gd name="connsiteY2851" fmla="*/ 447539 h 459014"/>
                <a:gd name="connsiteX2852" fmla="*/ 201638 w 316391"/>
                <a:gd name="connsiteY2852" fmla="*/ 447539 h 459014"/>
                <a:gd name="connsiteX2853" fmla="*/ 199999 w 316391"/>
                <a:gd name="connsiteY2853" fmla="*/ 445900 h 459014"/>
                <a:gd name="connsiteX2854" fmla="*/ 199999 w 316391"/>
                <a:gd name="connsiteY2854" fmla="*/ 445900 h 459014"/>
                <a:gd name="connsiteX2855" fmla="*/ 199999 w 316391"/>
                <a:gd name="connsiteY2855" fmla="*/ 445900 h 459014"/>
                <a:gd name="connsiteX2856" fmla="*/ 199999 w 316391"/>
                <a:gd name="connsiteY2856" fmla="*/ 445900 h 459014"/>
                <a:gd name="connsiteX2857" fmla="*/ 199999 w 316391"/>
                <a:gd name="connsiteY2857" fmla="*/ 445900 h 459014"/>
                <a:gd name="connsiteX2858" fmla="*/ 198360 w 316391"/>
                <a:gd name="connsiteY2858" fmla="*/ 444260 h 459014"/>
                <a:gd name="connsiteX2859" fmla="*/ 198360 w 316391"/>
                <a:gd name="connsiteY2859" fmla="*/ 444260 h 459014"/>
                <a:gd name="connsiteX2860" fmla="*/ 196720 w 316391"/>
                <a:gd name="connsiteY2860" fmla="*/ 444260 h 459014"/>
                <a:gd name="connsiteX2861" fmla="*/ 196720 w 316391"/>
                <a:gd name="connsiteY2861" fmla="*/ 444260 h 459014"/>
                <a:gd name="connsiteX2862" fmla="*/ 196720 w 316391"/>
                <a:gd name="connsiteY2862" fmla="*/ 444260 h 459014"/>
                <a:gd name="connsiteX2863" fmla="*/ 195081 w 316391"/>
                <a:gd name="connsiteY2863" fmla="*/ 444260 h 459014"/>
                <a:gd name="connsiteX2864" fmla="*/ 195081 w 316391"/>
                <a:gd name="connsiteY2864" fmla="*/ 442621 h 459014"/>
                <a:gd name="connsiteX2865" fmla="*/ 195081 w 316391"/>
                <a:gd name="connsiteY2865" fmla="*/ 442621 h 459014"/>
                <a:gd name="connsiteX2866" fmla="*/ 195081 w 316391"/>
                <a:gd name="connsiteY2866" fmla="*/ 442621 h 459014"/>
                <a:gd name="connsiteX2867" fmla="*/ 193442 w 316391"/>
                <a:gd name="connsiteY2867" fmla="*/ 442621 h 459014"/>
                <a:gd name="connsiteX2868" fmla="*/ 193442 w 316391"/>
                <a:gd name="connsiteY2868" fmla="*/ 442621 h 459014"/>
                <a:gd name="connsiteX2869" fmla="*/ 193442 w 316391"/>
                <a:gd name="connsiteY2869" fmla="*/ 442621 h 459014"/>
                <a:gd name="connsiteX2870" fmla="*/ 193442 w 316391"/>
                <a:gd name="connsiteY2870" fmla="*/ 442621 h 459014"/>
                <a:gd name="connsiteX2871" fmla="*/ 193442 w 316391"/>
                <a:gd name="connsiteY2871" fmla="*/ 442621 h 459014"/>
                <a:gd name="connsiteX2872" fmla="*/ 191802 w 316391"/>
                <a:gd name="connsiteY2872" fmla="*/ 440981 h 459014"/>
                <a:gd name="connsiteX2873" fmla="*/ 191802 w 316391"/>
                <a:gd name="connsiteY2873" fmla="*/ 440981 h 459014"/>
                <a:gd name="connsiteX2874" fmla="*/ 191802 w 316391"/>
                <a:gd name="connsiteY2874" fmla="*/ 440981 h 459014"/>
                <a:gd name="connsiteX2875" fmla="*/ 190163 w 316391"/>
                <a:gd name="connsiteY2875" fmla="*/ 440981 h 459014"/>
                <a:gd name="connsiteX2876" fmla="*/ 188524 w 316391"/>
                <a:gd name="connsiteY2876" fmla="*/ 439342 h 459014"/>
                <a:gd name="connsiteX2877" fmla="*/ 188524 w 316391"/>
                <a:gd name="connsiteY2877" fmla="*/ 439342 h 459014"/>
                <a:gd name="connsiteX2878" fmla="*/ 188524 w 316391"/>
                <a:gd name="connsiteY2878" fmla="*/ 439342 h 459014"/>
                <a:gd name="connsiteX2879" fmla="*/ 188524 w 316391"/>
                <a:gd name="connsiteY2879" fmla="*/ 439342 h 459014"/>
                <a:gd name="connsiteX2880" fmla="*/ 186884 w 316391"/>
                <a:gd name="connsiteY2880" fmla="*/ 439342 h 459014"/>
                <a:gd name="connsiteX2881" fmla="*/ 186884 w 316391"/>
                <a:gd name="connsiteY2881" fmla="*/ 439342 h 459014"/>
                <a:gd name="connsiteX2882" fmla="*/ 186884 w 316391"/>
                <a:gd name="connsiteY2882" fmla="*/ 437703 h 459014"/>
                <a:gd name="connsiteX2883" fmla="*/ 186884 w 316391"/>
                <a:gd name="connsiteY2883" fmla="*/ 437703 h 459014"/>
                <a:gd name="connsiteX2884" fmla="*/ 186884 w 316391"/>
                <a:gd name="connsiteY2884" fmla="*/ 437703 h 459014"/>
                <a:gd name="connsiteX2885" fmla="*/ 186884 w 316391"/>
                <a:gd name="connsiteY2885" fmla="*/ 437703 h 459014"/>
                <a:gd name="connsiteX2886" fmla="*/ 186884 w 316391"/>
                <a:gd name="connsiteY2886" fmla="*/ 437703 h 459014"/>
                <a:gd name="connsiteX2887" fmla="*/ 186884 w 316391"/>
                <a:gd name="connsiteY2887" fmla="*/ 437703 h 459014"/>
                <a:gd name="connsiteX2888" fmla="*/ 185245 w 316391"/>
                <a:gd name="connsiteY2888" fmla="*/ 437703 h 459014"/>
                <a:gd name="connsiteX2889" fmla="*/ 185245 w 316391"/>
                <a:gd name="connsiteY2889" fmla="*/ 437703 h 459014"/>
                <a:gd name="connsiteX2890" fmla="*/ 183605 w 316391"/>
                <a:gd name="connsiteY2890" fmla="*/ 436064 h 459014"/>
                <a:gd name="connsiteX2891" fmla="*/ 183605 w 316391"/>
                <a:gd name="connsiteY2891" fmla="*/ 436064 h 459014"/>
                <a:gd name="connsiteX2892" fmla="*/ 183605 w 316391"/>
                <a:gd name="connsiteY2892" fmla="*/ 436064 h 459014"/>
                <a:gd name="connsiteX2893" fmla="*/ 183605 w 316391"/>
                <a:gd name="connsiteY2893" fmla="*/ 436064 h 459014"/>
                <a:gd name="connsiteX2894" fmla="*/ 181966 w 316391"/>
                <a:gd name="connsiteY2894" fmla="*/ 436064 h 459014"/>
                <a:gd name="connsiteX2895" fmla="*/ 181966 w 316391"/>
                <a:gd name="connsiteY2895" fmla="*/ 434424 h 459014"/>
                <a:gd name="connsiteX2896" fmla="*/ 181966 w 316391"/>
                <a:gd name="connsiteY2896" fmla="*/ 434424 h 459014"/>
                <a:gd name="connsiteX2897" fmla="*/ 181966 w 316391"/>
                <a:gd name="connsiteY2897" fmla="*/ 434424 h 459014"/>
                <a:gd name="connsiteX2898" fmla="*/ 181966 w 316391"/>
                <a:gd name="connsiteY2898" fmla="*/ 434424 h 459014"/>
                <a:gd name="connsiteX2899" fmla="*/ 181966 w 316391"/>
                <a:gd name="connsiteY2899" fmla="*/ 434424 h 459014"/>
                <a:gd name="connsiteX2900" fmla="*/ 181966 w 316391"/>
                <a:gd name="connsiteY2900" fmla="*/ 434424 h 459014"/>
                <a:gd name="connsiteX2901" fmla="*/ 181966 w 316391"/>
                <a:gd name="connsiteY2901" fmla="*/ 434424 h 459014"/>
                <a:gd name="connsiteX2902" fmla="*/ 180327 w 316391"/>
                <a:gd name="connsiteY2902" fmla="*/ 434424 h 459014"/>
                <a:gd name="connsiteX2903" fmla="*/ 180327 w 316391"/>
                <a:gd name="connsiteY2903" fmla="*/ 432785 h 459014"/>
                <a:gd name="connsiteX2904" fmla="*/ 180327 w 316391"/>
                <a:gd name="connsiteY2904" fmla="*/ 432785 h 459014"/>
                <a:gd name="connsiteX2905" fmla="*/ 180327 w 316391"/>
                <a:gd name="connsiteY2905" fmla="*/ 432785 h 459014"/>
                <a:gd name="connsiteX2906" fmla="*/ 180327 w 316391"/>
                <a:gd name="connsiteY2906" fmla="*/ 432785 h 459014"/>
                <a:gd name="connsiteX2907" fmla="*/ 180327 w 316391"/>
                <a:gd name="connsiteY2907" fmla="*/ 432785 h 459014"/>
                <a:gd name="connsiteX2908" fmla="*/ 180327 w 316391"/>
                <a:gd name="connsiteY2908" fmla="*/ 431146 h 459014"/>
                <a:gd name="connsiteX2909" fmla="*/ 180327 w 316391"/>
                <a:gd name="connsiteY2909" fmla="*/ 431146 h 459014"/>
                <a:gd name="connsiteX2910" fmla="*/ 180327 w 316391"/>
                <a:gd name="connsiteY2910" fmla="*/ 431146 h 459014"/>
                <a:gd name="connsiteX2911" fmla="*/ 180327 w 316391"/>
                <a:gd name="connsiteY2911" fmla="*/ 431146 h 459014"/>
                <a:gd name="connsiteX2912" fmla="*/ 178688 w 316391"/>
                <a:gd name="connsiteY2912" fmla="*/ 431146 h 459014"/>
                <a:gd name="connsiteX2913" fmla="*/ 178688 w 316391"/>
                <a:gd name="connsiteY2913" fmla="*/ 431146 h 459014"/>
                <a:gd name="connsiteX2914" fmla="*/ 178688 w 316391"/>
                <a:gd name="connsiteY2914" fmla="*/ 429506 h 459014"/>
                <a:gd name="connsiteX2915" fmla="*/ 178688 w 316391"/>
                <a:gd name="connsiteY2915" fmla="*/ 429506 h 459014"/>
                <a:gd name="connsiteX2916" fmla="*/ 178688 w 316391"/>
                <a:gd name="connsiteY2916" fmla="*/ 427867 h 459014"/>
                <a:gd name="connsiteX2917" fmla="*/ 177048 w 316391"/>
                <a:gd name="connsiteY2917" fmla="*/ 427867 h 459014"/>
                <a:gd name="connsiteX2918" fmla="*/ 177048 w 316391"/>
                <a:gd name="connsiteY2918" fmla="*/ 427867 h 459014"/>
                <a:gd name="connsiteX2919" fmla="*/ 177048 w 316391"/>
                <a:gd name="connsiteY2919" fmla="*/ 426228 h 459014"/>
                <a:gd name="connsiteX2920" fmla="*/ 177048 w 316391"/>
                <a:gd name="connsiteY2920" fmla="*/ 426228 h 459014"/>
                <a:gd name="connsiteX2921" fmla="*/ 177048 w 316391"/>
                <a:gd name="connsiteY2921" fmla="*/ 426228 h 459014"/>
                <a:gd name="connsiteX2922" fmla="*/ 177048 w 316391"/>
                <a:gd name="connsiteY2922" fmla="*/ 426228 h 459014"/>
                <a:gd name="connsiteX2923" fmla="*/ 177048 w 316391"/>
                <a:gd name="connsiteY2923" fmla="*/ 426228 h 459014"/>
                <a:gd name="connsiteX2924" fmla="*/ 177048 w 316391"/>
                <a:gd name="connsiteY2924" fmla="*/ 424588 h 459014"/>
                <a:gd name="connsiteX2925" fmla="*/ 177048 w 316391"/>
                <a:gd name="connsiteY2925" fmla="*/ 424588 h 459014"/>
                <a:gd name="connsiteX2926" fmla="*/ 177048 w 316391"/>
                <a:gd name="connsiteY2926" fmla="*/ 424588 h 459014"/>
                <a:gd name="connsiteX2927" fmla="*/ 177048 w 316391"/>
                <a:gd name="connsiteY2927" fmla="*/ 424588 h 459014"/>
                <a:gd name="connsiteX2928" fmla="*/ 175409 w 316391"/>
                <a:gd name="connsiteY2928" fmla="*/ 424588 h 459014"/>
                <a:gd name="connsiteX2929" fmla="*/ 175409 w 316391"/>
                <a:gd name="connsiteY2929" fmla="*/ 422949 h 459014"/>
                <a:gd name="connsiteX2930" fmla="*/ 175409 w 316391"/>
                <a:gd name="connsiteY2930" fmla="*/ 422949 h 459014"/>
                <a:gd name="connsiteX2931" fmla="*/ 175409 w 316391"/>
                <a:gd name="connsiteY2931" fmla="*/ 422949 h 459014"/>
                <a:gd name="connsiteX2932" fmla="*/ 175409 w 316391"/>
                <a:gd name="connsiteY2932" fmla="*/ 422949 h 459014"/>
                <a:gd name="connsiteX2933" fmla="*/ 173770 w 316391"/>
                <a:gd name="connsiteY2933" fmla="*/ 422949 h 459014"/>
                <a:gd name="connsiteX2934" fmla="*/ 173770 w 316391"/>
                <a:gd name="connsiteY2934" fmla="*/ 422949 h 459014"/>
                <a:gd name="connsiteX2935" fmla="*/ 173770 w 316391"/>
                <a:gd name="connsiteY2935" fmla="*/ 422949 h 459014"/>
                <a:gd name="connsiteX2936" fmla="*/ 173770 w 316391"/>
                <a:gd name="connsiteY2936" fmla="*/ 422949 h 459014"/>
                <a:gd name="connsiteX2937" fmla="*/ 173770 w 316391"/>
                <a:gd name="connsiteY2937" fmla="*/ 422949 h 459014"/>
                <a:gd name="connsiteX2938" fmla="*/ 172130 w 316391"/>
                <a:gd name="connsiteY2938" fmla="*/ 422949 h 459014"/>
                <a:gd name="connsiteX2939" fmla="*/ 172130 w 316391"/>
                <a:gd name="connsiteY2939" fmla="*/ 422949 h 459014"/>
                <a:gd name="connsiteX2940" fmla="*/ 172130 w 316391"/>
                <a:gd name="connsiteY2940" fmla="*/ 422949 h 459014"/>
                <a:gd name="connsiteX2941" fmla="*/ 170491 w 316391"/>
                <a:gd name="connsiteY2941" fmla="*/ 422949 h 459014"/>
                <a:gd name="connsiteX2942" fmla="*/ 170491 w 316391"/>
                <a:gd name="connsiteY2942" fmla="*/ 422949 h 459014"/>
                <a:gd name="connsiteX2943" fmla="*/ 170491 w 316391"/>
                <a:gd name="connsiteY2943" fmla="*/ 422949 h 459014"/>
                <a:gd name="connsiteX2944" fmla="*/ 168851 w 316391"/>
                <a:gd name="connsiteY2944" fmla="*/ 422949 h 459014"/>
                <a:gd name="connsiteX2945" fmla="*/ 168851 w 316391"/>
                <a:gd name="connsiteY2945" fmla="*/ 422949 h 459014"/>
                <a:gd name="connsiteX2946" fmla="*/ 168851 w 316391"/>
                <a:gd name="connsiteY2946" fmla="*/ 421309 h 459014"/>
                <a:gd name="connsiteX2947" fmla="*/ 168851 w 316391"/>
                <a:gd name="connsiteY2947" fmla="*/ 421309 h 459014"/>
                <a:gd name="connsiteX2948" fmla="*/ 168851 w 316391"/>
                <a:gd name="connsiteY2948" fmla="*/ 421309 h 459014"/>
                <a:gd name="connsiteX2949" fmla="*/ 167212 w 316391"/>
                <a:gd name="connsiteY2949" fmla="*/ 421309 h 459014"/>
                <a:gd name="connsiteX2950" fmla="*/ 167212 w 316391"/>
                <a:gd name="connsiteY2950" fmla="*/ 421309 h 459014"/>
                <a:gd name="connsiteX2951" fmla="*/ 167212 w 316391"/>
                <a:gd name="connsiteY2951" fmla="*/ 421309 h 459014"/>
                <a:gd name="connsiteX2952" fmla="*/ 165573 w 316391"/>
                <a:gd name="connsiteY2952" fmla="*/ 421309 h 459014"/>
                <a:gd name="connsiteX2953" fmla="*/ 165573 w 316391"/>
                <a:gd name="connsiteY2953" fmla="*/ 421309 h 459014"/>
                <a:gd name="connsiteX2954" fmla="*/ 165573 w 316391"/>
                <a:gd name="connsiteY2954" fmla="*/ 421309 h 459014"/>
                <a:gd name="connsiteX2955" fmla="*/ 165573 w 316391"/>
                <a:gd name="connsiteY2955" fmla="*/ 421309 h 459014"/>
                <a:gd name="connsiteX2956" fmla="*/ 165573 w 316391"/>
                <a:gd name="connsiteY2956" fmla="*/ 421309 h 459014"/>
                <a:gd name="connsiteX2957" fmla="*/ 165573 w 316391"/>
                <a:gd name="connsiteY2957" fmla="*/ 419670 h 459014"/>
                <a:gd name="connsiteX2958" fmla="*/ 165573 w 316391"/>
                <a:gd name="connsiteY2958" fmla="*/ 419670 h 459014"/>
                <a:gd name="connsiteX2959" fmla="*/ 165573 w 316391"/>
                <a:gd name="connsiteY2959" fmla="*/ 419670 h 459014"/>
                <a:gd name="connsiteX2960" fmla="*/ 167212 w 316391"/>
                <a:gd name="connsiteY2960" fmla="*/ 421309 h 459014"/>
                <a:gd name="connsiteX2961" fmla="*/ 165573 w 316391"/>
                <a:gd name="connsiteY2961" fmla="*/ 419670 h 459014"/>
                <a:gd name="connsiteX2962" fmla="*/ 165573 w 316391"/>
                <a:gd name="connsiteY2962" fmla="*/ 419670 h 459014"/>
                <a:gd name="connsiteX2963" fmla="*/ 165573 w 316391"/>
                <a:gd name="connsiteY2963" fmla="*/ 419670 h 459014"/>
                <a:gd name="connsiteX2964" fmla="*/ 165573 w 316391"/>
                <a:gd name="connsiteY2964" fmla="*/ 419670 h 459014"/>
                <a:gd name="connsiteX2965" fmla="*/ 165573 w 316391"/>
                <a:gd name="connsiteY2965" fmla="*/ 419670 h 459014"/>
                <a:gd name="connsiteX2966" fmla="*/ 165573 w 316391"/>
                <a:gd name="connsiteY2966" fmla="*/ 419670 h 459014"/>
                <a:gd name="connsiteX2967" fmla="*/ 165573 w 316391"/>
                <a:gd name="connsiteY2967" fmla="*/ 419670 h 459014"/>
                <a:gd name="connsiteX2968" fmla="*/ 163934 w 316391"/>
                <a:gd name="connsiteY2968" fmla="*/ 419670 h 459014"/>
                <a:gd name="connsiteX2969" fmla="*/ 163934 w 316391"/>
                <a:gd name="connsiteY2969" fmla="*/ 419670 h 459014"/>
                <a:gd name="connsiteX2970" fmla="*/ 163934 w 316391"/>
                <a:gd name="connsiteY2970" fmla="*/ 419670 h 459014"/>
                <a:gd name="connsiteX2971" fmla="*/ 163934 w 316391"/>
                <a:gd name="connsiteY2971" fmla="*/ 419670 h 459014"/>
                <a:gd name="connsiteX2972" fmla="*/ 163934 w 316391"/>
                <a:gd name="connsiteY2972" fmla="*/ 419670 h 459014"/>
                <a:gd name="connsiteX2973" fmla="*/ 163934 w 316391"/>
                <a:gd name="connsiteY2973" fmla="*/ 421309 h 459014"/>
                <a:gd name="connsiteX2974" fmla="*/ 162294 w 316391"/>
                <a:gd name="connsiteY2974" fmla="*/ 421309 h 459014"/>
                <a:gd name="connsiteX2975" fmla="*/ 162294 w 316391"/>
                <a:gd name="connsiteY2975" fmla="*/ 421309 h 459014"/>
                <a:gd name="connsiteX2976" fmla="*/ 160655 w 316391"/>
                <a:gd name="connsiteY2976" fmla="*/ 421309 h 459014"/>
                <a:gd name="connsiteX2977" fmla="*/ 160655 w 316391"/>
                <a:gd name="connsiteY2977" fmla="*/ 419670 h 459014"/>
                <a:gd name="connsiteX2978" fmla="*/ 160655 w 316391"/>
                <a:gd name="connsiteY2978" fmla="*/ 419670 h 459014"/>
                <a:gd name="connsiteX2979" fmla="*/ 159015 w 316391"/>
                <a:gd name="connsiteY2979" fmla="*/ 419670 h 459014"/>
                <a:gd name="connsiteX2980" fmla="*/ 159015 w 316391"/>
                <a:gd name="connsiteY2980" fmla="*/ 419670 h 459014"/>
                <a:gd name="connsiteX2981" fmla="*/ 159015 w 316391"/>
                <a:gd name="connsiteY2981" fmla="*/ 419670 h 459014"/>
                <a:gd name="connsiteX2982" fmla="*/ 159015 w 316391"/>
                <a:gd name="connsiteY2982" fmla="*/ 419670 h 459014"/>
                <a:gd name="connsiteX2983" fmla="*/ 157376 w 316391"/>
                <a:gd name="connsiteY2983" fmla="*/ 419670 h 459014"/>
                <a:gd name="connsiteX2984" fmla="*/ 157376 w 316391"/>
                <a:gd name="connsiteY2984" fmla="*/ 419670 h 459014"/>
                <a:gd name="connsiteX2985" fmla="*/ 157376 w 316391"/>
                <a:gd name="connsiteY2985" fmla="*/ 419670 h 459014"/>
                <a:gd name="connsiteX2986" fmla="*/ 157376 w 316391"/>
                <a:gd name="connsiteY2986" fmla="*/ 419670 h 459014"/>
                <a:gd name="connsiteX2987" fmla="*/ 155737 w 316391"/>
                <a:gd name="connsiteY2987" fmla="*/ 419670 h 459014"/>
                <a:gd name="connsiteX2988" fmla="*/ 155737 w 316391"/>
                <a:gd name="connsiteY2988" fmla="*/ 419670 h 459014"/>
                <a:gd name="connsiteX2989" fmla="*/ 155737 w 316391"/>
                <a:gd name="connsiteY2989" fmla="*/ 419670 h 459014"/>
                <a:gd name="connsiteX2990" fmla="*/ 155737 w 316391"/>
                <a:gd name="connsiteY2990" fmla="*/ 419670 h 459014"/>
                <a:gd name="connsiteX2991" fmla="*/ 154098 w 316391"/>
                <a:gd name="connsiteY2991" fmla="*/ 419670 h 459014"/>
                <a:gd name="connsiteX2992" fmla="*/ 154098 w 316391"/>
                <a:gd name="connsiteY2992" fmla="*/ 419670 h 459014"/>
                <a:gd name="connsiteX2993" fmla="*/ 154098 w 316391"/>
                <a:gd name="connsiteY2993" fmla="*/ 419670 h 459014"/>
                <a:gd name="connsiteX2994" fmla="*/ 150819 w 316391"/>
                <a:gd name="connsiteY2994" fmla="*/ 419670 h 459014"/>
                <a:gd name="connsiteX2995" fmla="*/ 150819 w 316391"/>
                <a:gd name="connsiteY2995" fmla="*/ 419670 h 459014"/>
                <a:gd name="connsiteX2996" fmla="*/ 149180 w 316391"/>
                <a:gd name="connsiteY2996" fmla="*/ 419670 h 459014"/>
                <a:gd name="connsiteX2997" fmla="*/ 149180 w 316391"/>
                <a:gd name="connsiteY2997" fmla="*/ 419670 h 459014"/>
                <a:gd name="connsiteX2998" fmla="*/ 149180 w 316391"/>
                <a:gd name="connsiteY2998" fmla="*/ 419670 h 459014"/>
                <a:gd name="connsiteX2999" fmla="*/ 147540 w 316391"/>
                <a:gd name="connsiteY2999" fmla="*/ 419670 h 459014"/>
                <a:gd name="connsiteX3000" fmla="*/ 147540 w 316391"/>
                <a:gd name="connsiteY3000" fmla="*/ 419670 h 459014"/>
                <a:gd name="connsiteX3001" fmla="*/ 147540 w 316391"/>
                <a:gd name="connsiteY3001" fmla="*/ 419670 h 459014"/>
                <a:gd name="connsiteX3002" fmla="*/ 145901 w 316391"/>
                <a:gd name="connsiteY3002" fmla="*/ 418031 h 459014"/>
                <a:gd name="connsiteX3003" fmla="*/ 145901 w 316391"/>
                <a:gd name="connsiteY3003" fmla="*/ 418031 h 459014"/>
                <a:gd name="connsiteX3004" fmla="*/ 144261 w 316391"/>
                <a:gd name="connsiteY3004" fmla="*/ 418031 h 459014"/>
                <a:gd name="connsiteX3005" fmla="*/ 144261 w 316391"/>
                <a:gd name="connsiteY3005" fmla="*/ 418031 h 459014"/>
                <a:gd name="connsiteX3006" fmla="*/ 144261 w 316391"/>
                <a:gd name="connsiteY3006" fmla="*/ 418031 h 459014"/>
                <a:gd name="connsiteX3007" fmla="*/ 142622 w 316391"/>
                <a:gd name="connsiteY3007" fmla="*/ 418031 h 459014"/>
                <a:gd name="connsiteX3008" fmla="*/ 140983 w 316391"/>
                <a:gd name="connsiteY3008" fmla="*/ 416391 h 459014"/>
                <a:gd name="connsiteX3009" fmla="*/ 140983 w 316391"/>
                <a:gd name="connsiteY3009" fmla="*/ 416391 h 459014"/>
                <a:gd name="connsiteX3010" fmla="*/ 139344 w 316391"/>
                <a:gd name="connsiteY3010" fmla="*/ 416391 h 459014"/>
                <a:gd name="connsiteX3011" fmla="*/ 139344 w 316391"/>
                <a:gd name="connsiteY3011" fmla="*/ 416391 h 459014"/>
                <a:gd name="connsiteX3012" fmla="*/ 139344 w 316391"/>
                <a:gd name="connsiteY3012" fmla="*/ 414752 h 459014"/>
                <a:gd name="connsiteX3013" fmla="*/ 137704 w 316391"/>
                <a:gd name="connsiteY3013" fmla="*/ 414752 h 459014"/>
                <a:gd name="connsiteX3014" fmla="*/ 137704 w 316391"/>
                <a:gd name="connsiteY3014" fmla="*/ 414752 h 459014"/>
                <a:gd name="connsiteX3015" fmla="*/ 137704 w 316391"/>
                <a:gd name="connsiteY3015" fmla="*/ 414752 h 459014"/>
                <a:gd name="connsiteX3016" fmla="*/ 137704 w 316391"/>
                <a:gd name="connsiteY3016" fmla="*/ 414752 h 459014"/>
                <a:gd name="connsiteX3017" fmla="*/ 136065 w 316391"/>
                <a:gd name="connsiteY3017" fmla="*/ 414752 h 459014"/>
                <a:gd name="connsiteX3018" fmla="*/ 136065 w 316391"/>
                <a:gd name="connsiteY3018" fmla="*/ 413113 h 459014"/>
                <a:gd name="connsiteX3019" fmla="*/ 136065 w 316391"/>
                <a:gd name="connsiteY3019" fmla="*/ 413113 h 459014"/>
                <a:gd name="connsiteX3020" fmla="*/ 136065 w 316391"/>
                <a:gd name="connsiteY3020" fmla="*/ 413113 h 459014"/>
                <a:gd name="connsiteX3021" fmla="*/ 136065 w 316391"/>
                <a:gd name="connsiteY3021" fmla="*/ 413113 h 459014"/>
                <a:gd name="connsiteX3022" fmla="*/ 136065 w 316391"/>
                <a:gd name="connsiteY3022" fmla="*/ 413113 h 459014"/>
                <a:gd name="connsiteX3023" fmla="*/ 134425 w 316391"/>
                <a:gd name="connsiteY3023" fmla="*/ 413113 h 459014"/>
                <a:gd name="connsiteX3024" fmla="*/ 134425 w 316391"/>
                <a:gd name="connsiteY3024" fmla="*/ 413113 h 459014"/>
                <a:gd name="connsiteX3025" fmla="*/ 134425 w 316391"/>
                <a:gd name="connsiteY3025" fmla="*/ 413113 h 459014"/>
                <a:gd name="connsiteX3026" fmla="*/ 134425 w 316391"/>
                <a:gd name="connsiteY3026" fmla="*/ 413113 h 459014"/>
                <a:gd name="connsiteX3027" fmla="*/ 132786 w 316391"/>
                <a:gd name="connsiteY3027" fmla="*/ 411474 h 459014"/>
                <a:gd name="connsiteX3028" fmla="*/ 132786 w 316391"/>
                <a:gd name="connsiteY3028" fmla="*/ 411474 h 459014"/>
                <a:gd name="connsiteX3029" fmla="*/ 132786 w 316391"/>
                <a:gd name="connsiteY3029" fmla="*/ 411474 h 459014"/>
                <a:gd name="connsiteX3030" fmla="*/ 132786 w 316391"/>
                <a:gd name="connsiteY3030" fmla="*/ 409834 h 459014"/>
                <a:gd name="connsiteX3031" fmla="*/ 132786 w 316391"/>
                <a:gd name="connsiteY3031" fmla="*/ 409834 h 459014"/>
                <a:gd name="connsiteX3032" fmla="*/ 131147 w 316391"/>
                <a:gd name="connsiteY3032" fmla="*/ 409834 h 459014"/>
                <a:gd name="connsiteX3033" fmla="*/ 131147 w 316391"/>
                <a:gd name="connsiteY3033" fmla="*/ 408195 h 459014"/>
                <a:gd name="connsiteX3034" fmla="*/ 131147 w 316391"/>
                <a:gd name="connsiteY3034" fmla="*/ 408195 h 459014"/>
                <a:gd name="connsiteX3035" fmla="*/ 131147 w 316391"/>
                <a:gd name="connsiteY3035" fmla="*/ 408195 h 459014"/>
                <a:gd name="connsiteX3036" fmla="*/ 131147 w 316391"/>
                <a:gd name="connsiteY3036" fmla="*/ 408195 h 459014"/>
                <a:gd name="connsiteX3037" fmla="*/ 131147 w 316391"/>
                <a:gd name="connsiteY3037" fmla="*/ 408195 h 459014"/>
                <a:gd name="connsiteX3038" fmla="*/ 129508 w 316391"/>
                <a:gd name="connsiteY3038" fmla="*/ 408195 h 459014"/>
                <a:gd name="connsiteX3039" fmla="*/ 129508 w 316391"/>
                <a:gd name="connsiteY3039" fmla="*/ 406556 h 459014"/>
                <a:gd name="connsiteX3040" fmla="*/ 129508 w 316391"/>
                <a:gd name="connsiteY3040" fmla="*/ 406556 h 459014"/>
                <a:gd name="connsiteX3041" fmla="*/ 129508 w 316391"/>
                <a:gd name="connsiteY3041" fmla="*/ 406556 h 459014"/>
                <a:gd name="connsiteX3042" fmla="*/ 129508 w 316391"/>
                <a:gd name="connsiteY3042" fmla="*/ 406556 h 459014"/>
                <a:gd name="connsiteX3043" fmla="*/ 129508 w 316391"/>
                <a:gd name="connsiteY3043" fmla="*/ 406556 h 459014"/>
                <a:gd name="connsiteX3044" fmla="*/ 129508 w 316391"/>
                <a:gd name="connsiteY3044" fmla="*/ 404916 h 459014"/>
                <a:gd name="connsiteX3045" fmla="*/ 129508 w 316391"/>
                <a:gd name="connsiteY3045" fmla="*/ 404916 h 459014"/>
                <a:gd name="connsiteX3046" fmla="*/ 129508 w 316391"/>
                <a:gd name="connsiteY3046" fmla="*/ 404916 h 459014"/>
                <a:gd name="connsiteX3047" fmla="*/ 129508 w 316391"/>
                <a:gd name="connsiteY3047" fmla="*/ 404916 h 459014"/>
                <a:gd name="connsiteX3048" fmla="*/ 129508 w 316391"/>
                <a:gd name="connsiteY3048" fmla="*/ 404916 h 459014"/>
                <a:gd name="connsiteX3049" fmla="*/ 129508 w 316391"/>
                <a:gd name="connsiteY3049" fmla="*/ 404916 h 459014"/>
                <a:gd name="connsiteX3050" fmla="*/ 129508 w 316391"/>
                <a:gd name="connsiteY3050" fmla="*/ 403277 h 459014"/>
                <a:gd name="connsiteX3051" fmla="*/ 129508 w 316391"/>
                <a:gd name="connsiteY3051" fmla="*/ 403277 h 459014"/>
                <a:gd name="connsiteX3052" fmla="*/ 127868 w 316391"/>
                <a:gd name="connsiteY3052" fmla="*/ 403277 h 459014"/>
                <a:gd name="connsiteX3053" fmla="*/ 127868 w 316391"/>
                <a:gd name="connsiteY3053" fmla="*/ 403277 h 459014"/>
                <a:gd name="connsiteX3054" fmla="*/ 127868 w 316391"/>
                <a:gd name="connsiteY3054" fmla="*/ 403277 h 459014"/>
                <a:gd name="connsiteX3055" fmla="*/ 127868 w 316391"/>
                <a:gd name="connsiteY3055" fmla="*/ 401637 h 459014"/>
                <a:gd name="connsiteX3056" fmla="*/ 127868 w 316391"/>
                <a:gd name="connsiteY3056" fmla="*/ 401637 h 459014"/>
                <a:gd name="connsiteX3057" fmla="*/ 127868 w 316391"/>
                <a:gd name="connsiteY3057" fmla="*/ 401637 h 459014"/>
                <a:gd name="connsiteX3058" fmla="*/ 126229 w 316391"/>
                <a:gd name="connsiteY3058" fmla="*/ 399998 h 459014"/>
                <a:gd name="connsiteX3059" fmla="*/ 126229 w 316391"/>
                <a:gd name="connsiteY3059" fmla="*/ 399998 h 459014"/>
                <a:gd name="connsiteX3060" fmla="*/ 126229 w 316391"/>
                <a:gd name="connsiteY3060" fmla="*/ 399998 h 459014"/>
                <a:gd name="connsiteX3061" fmla="*/ 126229 w 316391"/>
                <a:gd name="connsiteY3061" fmla="*/ 399998 h 459014"/>
                <a:gd name="connsiteX3062" fmla="*/ 126229 w 316391"/>
                <a:gd name="connsiteY3062" fmla="*/ 398359 h 459014"/>
                <a:gd name="connsiteX3063" fmla="*/ 126229 w 316391"/>
                <a:gd name="connsiteY3063" fmla="*/ 398359 h 459014"/>
                <a:gd name="connsiteX3064" fmla="*/ 126229 w 316391"/>
                <a:gd name="connsiteY3064" fmla="*/ 398359 h 459014"/>
                <a:gd name="connsiteX3065" fmla="*/ 126229 w 316391"/>
                <a:gd name="connsiteY3065" fmla="*/ 396719 h 459014"/>
                <a:gd name="connsiteX3066" fmla="*/ 126229 w 316391"/>
                <a:gd name="connsiteY3066" fmla="*/ 396719 h 459014"/>
                <a:gd name="connsiteX3067" fmla="*/ 126229 w 316391"/>
                <a:gd name="connsiteY3067" fmla="*/ 396719 h 459014"/>
                <a:gd name="connsiteX3068" fmla="*/ 126229 w 316391"/>
                <a:gd name="connsiteY3068" fmla="*/ 396719 h 459014"/>
                <a:gd name="connsiteX3069" fmla="*/ 126229 w 316391"/>
                <a:gd name="connsiteY3069" fmla="*/ 396719 h 459014"/>
                <a:gd name="connsiteX3070" fmla="*/ 124590 w 316391"/>
                <a:gd name="connsiteY3070" fmla="*/ 395080 h 459014"/>
                <a:gd name="connsiteX3071" fmla="*/ 124590 w 316391"/>
                <a:gd name="connsiteY3071" fmla="*/ 395080 h 459014"/>
                <a:gd name="connsiteX3072" fmla="*/ 124590 w 316391"/>
                <a:gd name="connsiteY3072" fmla="*/ 395080 h 459014"/>
                <a:gd name="connsiteX3073" fmla="*/ 124590 w 316391"/>
                <a:gd name="connsiteY3073" fmla="*/ 395080 h 459014"/>
                <a:gd name="connsiteX3074" fmla="*/ 124590 w 316391"/>
                <a:gd name="connsiteY3074" fmla="*/ 395080 h 459014"/>
                <a:gd name="connsiteX3075" fmla="*/ 124590 w 316391"/>
                <a:gd name="connsiteY3075" fmla="*/ 395080 h 459014"/>
                <a:gd name="connsiteX3076" fmla="*/ 124590 w 316391"/>
                <a:gd name="connsiteY3076" fmla="*/ 393441 h 459014"/>
                <a:gd name="connsiteX3077" fmla="*/ 124590 w 316391"/>
                <a:gd name="connsiteY3077" fmla="*/ 393441 h 459014"/>
                <a:gd name="connsiteX3078" fmla="*/ 124590 w 316391"/>
                <a:gd name="connsiteY3078" fmla="*/ 393441 h 459014"/>
                <a:gd name="connsiteX3079" fmla="*/ 124590 w 316391"/>
                <a:gd name="connsiteY3079" fmla="*/ 393441 h 459014"/>
                <a:gd name="connsiteX3080" fmla="*/ 124590 w 316391"/>
                <a:gd name="connsiteY3080" fmla="*/ 393441 h 459014"/>
                <a:gd name="connsiteX3081" fmla="*/ 124590 w 316391"/>
                <a:gd name="connsiteY3081" fmla="*/ 393441 h 459014"/>
                <a:gd name="connsiteX3082" fmla="*/ 124590 w 316391"/>
                <a:gd name="connsiteY3082" fmla="*/ 391801 h 459014"/>
                <a:gd name="connsiteX3083" fmla="*/ 124590 w 316391"/>
                <a:gd name="connsiteY3083" fmla="*/ 391801 h 459014"/>
                <a:gd name="connsiteX3084" fmla="*/ 124590 w 316391"/>
                <a:gd name="connsiteY3084" fmla="*/ 391801 h 459014"/>
                <a:gd name="connsiteX3085" fmla="*/ 124590 w 316391"/>
                <a:gd name="connsiteY3085" fmla="*/ 390162 h 459014"/>
                <a:gd name="connsiteX3086" fmla="*/ 124590 w 316391"/>
                <a:gd name="connsiteY3086" fmla="*/ 390162 h 459014"/>
                <a:gd name="connsiteX3087" fmla="*/ 124590 w 316391"/>
                <a:gd name="connsiteY3087" fmla="*/ 390162 h 459014"/>
                <a:gd name="connsiteX3088" fmla="*/ 124590 w 316391"/>
                <a:gd name="connsiteY3088" fmla="*/ 390162 h 459014"/>
                <a:gd name="connsiteX3089" fmla="*/ 122950 w 316391"/>
                <a:gd name="connsiteY3089" fmla="*/ 388523 h 459014"/>
                <a:gd name="connsiteX3090" fmla="*/ 122950 w 316391"/>
                <a:gd name="connsiteY3090" fmla="*/ 388523 h 459014"/>
                <a:gd name="connsiteX3091" fmla="*/ 122950 w 316391"/>
                <a:gd name="connsiteY3091" fmla="*/ 388523 h 459014"/>
                <a:gd name="connsiteX3092" fmla="*/ 122950 w 316391"/>
                <a:gd name="connsiteY3092" fmla="*/ 388523 h 459014"/>
                <a:gd name="connsiteX3093" fmla="*/ 122950 w 316391"/>
                <a:gd name="connsiteY3093" fmla="*/ 388523 h 459014"/>
                <a:gd name="connsiteX3094" fmla="*/ 122950 w 316391"/>
                <a:gd name="connsiteY3094" fmla="*/ 386884 h 459014"/>
                <a:gd name="connsiteX3095" fmla="*/ 122950 w 316391"/>
                <a:gd name="connsiteY3095" fmla="*/ 386884 h 459014"/>
                <a:gd name="connsiteX3096" fmla="*/ 122950 w 316391"/>
                <a:gd name="connsiteY3096" fmla="*/ 385244 h 459014"/>
                <a:gd name="connsiteX3097" fmla="*/ 122950 w 316391"/>
                <a:gd name="connsiteY3097" fmla="*/ 385244 h 459014"/>
                <a:gd name="connsiteX3098" fmla="*/ 122950 w 316391"/>
                <a:gd name="connsiteY3098" fmla="*/ 385244 h 459014"/>
                <a:gd name="connsiteX3099" fmla="*/ 121311 w 316391"/>
                <a:gd name="connsiteY3099" fmla="*/ 385244 h 459014"/>
                <a:gd name="connsiteX3100" fmla="*/ 121311 w 316391"/>
                <a:gd name="connsiteY3100" fmla="*/ 385244 h 459014"/>
                <a:gd name="connsiteX3101" fmla="*/ 121311 w 316391"/>
                <a:gd name="connsiteY3101" fmla="*/ 385244 h 459014"/>
                <a:gd name="connsiteX3102" fmla="*/ 121311 w 316391"/>
                <a:gd name="connsiteY3102" fmla="*/ 383605 h 459014"/>
                <a:gd name="connsiteX3103" fmla="*/ 121311 w 316391"/>
                <a:gd name="connsiteY3103" fmla="*/ 383605 h 459014"/>
                <a:gd name="connsiteX3104" fmla="*/ 121311 w 316391"/>
                <a:gd name="connsiteY3104" fmla="*/ 383605 h 459014"/>
                <a:gd name="connsiteX3105" fmla="*/ 121311 w 316391"/>
                <a:gd name="connsiteY3105" fmla="*/ 383605 h 459014"/>
                <a:gd name="connsiteX3106" fmla="*/ 121311 w 316391"/>
                <a:gd name="connsiteY3106" fmla="*/ 383605 h 459014"/>
                <a:gd name="connsiteX3107" fmla="*/ 121311 w 316391"/>
                <a:gd name="connsiteY3107" fmla="*/ 381966 h 459014"/>
                <a:gd name="connsiteX3108" fmla="*/ 121311 w 316391"/>
                <a:gd name="connsiteY3108" fmla="*/ 381966 h 459014"/>
                <a:gd name="connsiteX3109" fmla="*/ 121311 w 316391"/>
                <a:gd name="connsiteY3109" fmla="*/ 380326 h 459014"/>
                <a:gd name="connsiteX3110" fmla="*/ 121311 w 316391"/>
                <a:gd name="connsiteY3110" fmla="*/ 380326 h 459014"/>
                <a:gd name="connsiteX3111" fmla="*/ 121311 w 316391"/>
                <a:gd name="connsiteY3111" fmla="*/ 378687 h 459014"/>
                <a:gd name="connsiteX3112" fmla="*/ 121311 w 316391"/>
                <a:gd name="connsiteY3112" fmla="*/ 377047 h 459014"/>
                <a:gd name="connsiteX3113" fmla="*/ 121311 w 316391"/>
                <a:gd name="connsiteY3113" fmla="*/ 377047 h 459014"/>
                <a:gd name="connsiteX3114" fmla="*/ 121311 w 316391"/>
                <a:gd name="connsiteY3114" fmla="*/ 377047 h 459014"/>
                <a:gd name="connsiteX3115" fmla="*/ 121311 w 316391"/>
                <a:gd name="connsiteY3115" fmla="*/ 377047 h 459014"/>
                <a:gd name="connsiteX3116" fmla="*/ 121311 w 316391"/>
                <a:gd name="connsiteY3116" fmla="*/ 377047 h 459014"/>
                <a:gd name="connsiteX3117" fmla="*/ 121311 w 316391"/>
                <a:gd name="connsiteY3117" fmla="*/ 375408 h 459014"/>
                <a:gd name="connsiteX3118" fmla="*/ 121311 w 316391"/>
                <a:gd name="connsiteY3118" fmla="*/ 375408 h 459014"/>
                <a:gd name="connsiteX3119" fmla="*/ 121311 w 316391"/>
                <a:gd name="connsiteY3119" fmla="*/ 375408 h 459014"/>
                <a:gd name="connsiteX3120" fmla="*/ 121311 w 316391"/>
                <a:gd name="connsiteY3120" fmla="*/ 375408 h 459014"/>
                <a:gd name="connsiteX3121" fmla="*/ 121311 w 316391"/>
                <a:gd name="connsiteY3121" fmla="*/ 373769 h 459014"/>
                <a:gd name="connsiteX3122" fmla="*/ 121311 w 316391"/>
                <a:gd name="connsiteY3122" fmla="*/ 373769 h 459014"/>
                <a:gd name="connsiteX3123" fmla="*/ 121311 w 316391"/>
                <a:gd name="connsiteY3123" fmla="*/ 373769 h 459014"/>
                <a:gd name="connsiteX3124" fmla="*/ 119671 w 316391"/>
                <a:gd name="connsiteY3124" fmla="*/ 372129 h 459014"/>
                <a:gd name="connsiteX3125" fmla="*/ 119671 w 316391"/>
                <a:gd name="connsiteY3125" fmla="*/ 372129 h 459014"/>
                <a:gd name="connsiteX3126" fmla="*/ 119671 w 316391"/>
                <a:gd name="connsiteY3126" fmla="*/ 372129 h 459014"/>
                <a:gd name="connsiteX3127" fmla="*/ 119671 w 316391"/>
                <a:gd name="connsiteY3127" fmla="*/ 372129 h 459014"/>
                <a:gd name="connsiteX3128" fmla="*/ 119671 w 316391"/>
                <a:gd name="connsiteY3128" fmla="*/ 372129 h 459014"/>
                <a:gd name="connsiteX3129" fmla="*/ 119671 w 316391"/>
                <a:gd name="connsiteY3129" fmla="*/ 370490 h 459014"/>
                <a:gd name="connsiteX3130" fmla="*/ 119671 w 316391"/>
                <a:gd name="connsiteY3130" fmla="*/ 370490 h 459014"/>
                <a:gd name="connsiteX3131" fmla="*/ 119671 w 316391"/>
                <a:gd name="connsiteY3131" fmla="*/ 368851 h 459014"/>
                <a:gd name="connsiteX3132" fmla="*/ 119671 w 316391"/>
                <a:gd name="connsiteY3132" fmla="*/ 368851 h 459014"/>
                <a:gd name="connsiteX3133" fmla="*/ 119671 w 316391"/>
                <a:gd name="connsiteY3133" fmla="*/ 368851 h 459014"/>
                <a:gd name="connsiteX3134" fmla="*/ 119671 w 316391"/>
                <a:gd name="connsiteY3134" fmla="*/ 368851 h 459014"/>
                <a:gd name="connsiteX3135" fmla="*/ 119671 w 316391"/>
                <a:gd name="connsiteY3135" fmla="*/ 367211 h 459014"/>
                <a:gd name="connsiteX3136" fmla="*/ 119671 w 316391"/>
                <a:gd name="connsiteY3136" fmla="*/ 367211 h 459014"/>
                <a:gd name="connsiteX3137" fmla="*/ 119671 w 316391"/>
                <a:gd name="connsiteY3137" fmla="*/ 367211 h 459014"/>
                <a:gd name="connsiteX3138" fmla="*/ 119671 w 316391"/>
                <a:gd name="connsiteY3138" fmla="*/ 367211 h 459014"/>
                <a:gd name="connsiteX3139" fmla="*/ 119671 w 316391"/>
                <a:gd name="connsiteY3139" fmla="*/ 367211 h 459014"/>
                <a:gd name="connsiteX3140" fmla="*/ 119671 w 316391"/>
                <a:gd name="connsiteY3140" fmla="*/ 367211 h 459014"/>
                <a:gd name="connsiteX3141" fmla="*/ 119671 w 316391"/>
                <a:gd name="connsiteY3141" fmla="*/ 365572 h 459014"/>
                <a:gd name="connsiteX3142" fmla="*/ 119671 w 316391"/>
                <a:gd name="connsiteY3142" fmla="*/ 365572 h 459014"/>
                <a:gd name="connsiteX3143" fmla="*/ 119671 w 316391"/>
                <a:gd name="connsiteY3143" fmla="*/ 365572 h 459014"/>
                <a:gd name="connsiteX3144" fmla="*/ 119671 w 316391"/>
                <a:gd name="connsiteY3144" fmla="*/ 365572 h 459014"/>
                <a:gd name="connsiteX3145" fmla="*/ 118032 w 316391"/>
                <a:gd name="connsiteY3145" fmla="*/ 365572 h 459014"/>
                <a:gd name="connsiteX3146" fmla="*/ 118032 w 316391"/>
                <a:gd name="connsiteY3146" fmla="*/ 363933 h 459014"/>
                <a:gd name="connsiteX3147" fmla="*/ 118032 w 316391"/>
                <a:gd name="connsiteY3147" fmla="*/ 363933 h 459014"/>
                <a:gd name="connsiteX3148" fmla="*/ 118032 w 316391"/>
                <a:gd name="connsiteY3148" fmla="*/ 363933 h 459014"/>
                <a:gd name="connsiteX3149" fmla="*/ 118032 w 316391"/>
                <a:gd name="connsiteY3149" fmla="*/ 363933 h 459014"/>
                <a:gd name="connsiteX3150" fmla="*/ 118032 w 316391"/>
                <a:gd name="connsiteY3150" fmla="*/ 363933 h 459014"/>
                <a:gd name="connsiteX3151" fmla="*/ 118032 w 316391"/>
                <a:gd name="connsiteY3151" fmla="*/ 363933 h 459014"/>
                <a:gd name="connsiteX3152" fmla="*/ 118032 w 316391"/>
                <a:gd name="connsiteY3152" fmla="*/ 363933 h 459014"/>
                <a:gd name="connsiteX3153" fmla="*/ 118032 w 316391"/>
                <a:gd name="connsiteY3153" fmla="*/ 362294 h 459014"/>
                <a:gd name="connsiteX3154" fmla="*/ 118032 w 316391"/>
                <a:gd name="connsiteY3154" fmla="*/ 362294 h 459014"/>
                <a:gd name="connsiteX3155" fmla="*/ 118032 w 316391"/>
                <a:gd name="connsiteY3155" fmla="*/ 362294 h 459014"/>
                <a:gd name="connsiteX3156" fmla="*/ 118032 w 316391"/>
                <a:gd name="connsiteY3156" fmla="*/ 362294 h 459014"/>
                <a:gd name="connsiteX3157" fmla="*/ 118032 w 316391"/>
                <a:gd name="connsiteY3157" fmla="*/ 362294 h 459014"/>
                <a:gd name="connsiteX3158" fmla="*/ 116393 w 316391"/>
                <a:gd name="connsiteY3158" fmla="*/ 360654 h 459014"/>
                <a:gd name="connsiteX3159" fmla="*/ 116393 w 316391"/>
                <a:gd name="connsiteY3159" fmla="*/ 360654 h 459014"/>
                <a:gd name="connsiteX3160" fmla="*/ 116393 w 316391"/>
                <a:gd name="connsiteY3160" fmla="*/ 360654 h 459014"/>
                <a:gd name="connsiteX3161" fmla="*/ 116393 w 316391"/>
                <a:gd name="connsiteY3161" fmla="*/ 360654 h 459014"/>
                <a:gd name="connsiteX3162" fmla="*/ 116393 w 316391"/>
                <a:gd name="connsiteY3162" fmla="*/ 360654 h 459014"/>
                <a:gd name="connsiteX3163" fmla="*/ 116393 w 316391"/>
                <a:gd name="connsiteY3163" fmla="*/ 359015 h 459014"/>
                <a:gd name="connsiteX3164" fmla="*/ 116393 w 316391"/>
                <a:gd name="connsiteY3164" fmla="*/ 359015 h 459014"/>
                <a:gd name="connsiteX3165" fmla="*/ 118032 w 316391"/>
                <a:gd name="connsiteY3165" fmla="*/ 359015 h 459014"/>
                <a:gd name="connsiteX3166" fmla="*/ 118032 w 316391"/>
                <a:gd name="connsiteY3166" fmla="*/ 359015 h 459014"/>
                <a:gd name="connsiteX3167" fmla="*/ 118032 w 316391"/>
                <a:gd name="connsiteY3167" fmla="*/ 359015 h 459014"/>
                <a:gd name="connsiteX3168" fmla="*/ 118032 w 316391"/>
                <a:gd name="connsiteY3168" fmla="*/ 359015 h 459014"/>
                <a:gd name="connsiteX3169" fmla="*/ 118032 w 316391"/>
                <a:gd name="connsiteY3169" fmla="*/ 359015 h 459014"/>
                <a:gd name="connsiteX3170" fmla="*/ 118032 w 316391"/>
                <a:gd name="connsiteY3170" fmla="*/ 357375 h 459014"/>
                <a:gd name="connsiteX3171" fmla="*/ 118032 w 316391"/>
                <a:gd name="connsiteY3171" fmla="*/ 357375 h 459014"/>
                <a:gd name="connsiteX3172" fmla="*/ 119671 w 316391"/>
                <a:gd name="connsiteY3172" fmla="*/ 357375 h 459014"/>
                <a:gd name="connsiteX3173" fmla="*/ 119671 w 316391"/>
                <a:gd name="connsiteY3173" fmla="*/ 357375 h 459014"/>
                <a:gd name="connsiteX3174" fmla="*/ 119671 w 316391"/>
                <a:gd name="connsiteY3174" fmla="*/ 357375 h 459014"/>
                <a:gd name="connsiteX3175" fmla="*/ 119671 w 316391"/>
                <a:gd name="connsiteY3175" fmla="*/ 355736 h 459014"/>
                <a:gd name="connsiteX3176" fmla="*/ 119671 w 316391"/>
                <a:gd name="connsiteY3176" fmla="*/ 355736 h 459014"/>
                <a:gd name="connsiteX3177" fmla="*/ 119671 w 316391"/>
                <a:gd name="connsiteY3177" fmla="*/ 355736 h 459014"/>
                <a:gd name="connsiteX3178" fmla="*/ 119671 w 316391"/>
                <a:gd name="connsiteY3178" fmla="*/ 355736 h 459014"/>
                <a:gd name="connsiteX3179" fmla="*/ 119671 w 316391"/>
                <a:gd name="connsiteY3179" fmla="*/ 355736 h 459014"/>
                <a:gd name="connsiteX3180" fmla="*/ 119671 w 316391"/>
                <a:gd name="connsiteY3180" fmla="*/ 354097 h 459014"/>
                <a:gd name="connsiteX3181" fmla="*/ 119671 w 316391"/>
                <a:gd name="connsiteY3181" fmla="*/ 354097 h 459014"/>
                <a:gd name="connsiteX3182" fmla="*/ 119671 w 316391"/>
                <a:gd name="connsiteY3182" fmla="*/ 354097 h 459014"/>
                <a:gd name="connsiteX3183" fmla="*/ 119671 w 316391"/>
                <a:gd name="connsiteY3183" fmla="*/ 354097 h 459014"/>
                <a:gd name="connsiteX3184" fmla="*/ 119671 w 316391"/>
                <a:gd name="connsiteY3184" fmla="*/ 354097 h 459014"/>
                <a:gd name="connsiteX3185" fmla="*/ 119671 w 316391"/>
                <a:gd name="connsiteY3185" fmla="*/ 352457 h 459014"/>
                <a:gd name="connsiteX3186" fmla="*/ 119671 w 316391"/>
                <a:gd name="connsiteY3186" fmla="*/ 352457 h 459014"/>
                <a:gd name="connsiteX3187" fmla="*/ 119671 w 316391"/>
                <a:gd name="connsiteY3187" fmla="*/ 352457 h 459014"/>
                <a:gd name="connsiteX3188" fmla="*/ 119671 w 316391"/>
                <a:gd name="connsiteY3188" fmla="*/ 352457 h 459014"/>
                <a:gd name="connsiteX3189" fmla="*/ 119671 w 316391"/>
                <a:gd name="connsiteY3189" fmla="*/ 350818 h 459014"/>
                <a:gd name="connsiteX3190" fmla="*/ 119671 w 316391"/>
                <a:gd name="connsiteY3190" fmla="*/ 350818 h 459014"/>
                <a:gd name="connsiteX3191" fmla="*/ 119671 w 316391"/>
                <a:gd name="connsiteY3191" fmla="*/ 350818 h 459014"/>
                <a:gd name="connsiteX3192" fmla="*/ 119671 w 316391"/>
                <a:gd name="connsiteY3192" fmla="*/ 350818 h 459014"/>
                <a:gd name="connsiteX3193" fmla="*/ 119671 w 316391"/>
                <a:gd name="connsiteY3193" fmla="*/ 350818 h 459014"/>
                <a:gd name="connsiteX3194" fmla="*/ 119671 w 316391"/>
                <a:gd name="connsiteY3194" fmla="*/ 350818 h 459014"/>
                <a:gd name="connsiteX3195" fmla="*/ 119671 w 316391"/>
                <a:gd name="connsiteY3195" fmla="*/ 350818 h 459014"/>
                <a:gd name="connsiteX3196" fmla="*/ 118032 w 316391"/>
                <a:gd name="connsiteY3196" fmla="*/ 349179 h 459014"/>
                <a:gd name="connsiteX3197" fmla="*/ 119671 w 316391"/>
                <a:gd name="connsiteY3197" fmla="*/ 349179 h 459014"/>
                <a:gd name="connsiteX3198" fmla="*/ 119671 w 316391"/>
                <a:gd name="connsiteY3198" fmla="*/ 349179 h 459014"/>
                <a:gd name="connsiteX3199" fmla="*/ 119671 w 316391"/>
                <a:gd name="connsiteY3199" fmla="*/ 349179 h 459014"/>
                <a:gd name="connsiteX3200" fmla="*/ 119671 w 316391"/>
                <a:gd name="connsiteY3200" fmla="*/ 349179 h 459014"/>
                <a:gd name="connsiteX3201" fmla="*/ 119671 w 316391"/>
                <a:gd name="connsiteY3201" fmla="*/ 349179 h 459014"/>
                <a:gd name="connsiteX3202" fmla="*/ 118032 w 316391"/>
                <a:gd name="connsiteY3202" fmla="*/ 347539 h 459014"/>
                <a:gd name="connsiteX3203" fmla="*/ 118032 w 316391"/>
                <a:gd name="connsiteY3203" fmla="*/ 347539 h 459014"/>
                <a:gd name="connsiteX3204" fmla="*/ 118032 w 316391"/>
                <a:gd name="connsiteY3204" fmla="*/ 347539 h 459014"/>
                <a:gd name="connsiteX3205" fmla="*/ 119671 w 316391"/>
                <a:gd name="connsiteY3205" fmla="*/ 347539 h 459014"/>
                <a:gd name="connsiteX3206" fmla="*/ 119671 w 316391"/>
                <a:gd name="connsiteY3206" fmla="*/ 347539 h 459014"/>
                <a:gd name="connsiteX3207" fmla="*/ 119671 w 316391"/>
                <a:gd name="connsiteY3207" fmla="*/ 347539 h 459014"/>
                <a:gd name="connsiteX3208" fmla="*/ 119671 w 316391"/>
                <a:gd name="connsiteY3208" fmla="*/ 345900 h 459014"/>
                <a:gd name="connsiteX3209" fmla="*/ 119671 w 316391"/>
                <a:gd name="connsiteY3209" fmla="*/ 345900 h 459014"/>
                <a:gd name="connsiteX3210" fmla="*/ 119671 w 316391"/>
                <a:gd name="connsiteY3210" fmla="*/ 345900 h 459014"/>
                <a:gd name="connsiteX3211" fmla="*/ 119671 w 316391"/>
                <a:gd name="connsiteY3211" fmla="*/ 345900 h 459014"/>
                <a:gd name="connsiteX3212" fmla="*/ 119671 w 316391"/>
                <a:gd name="connsiteY3212" fmla="*/ 344261 h 459014"/>
                <a:gd name="connsiteX3213" fmla="*/ 119671 w 316391"/>
                <a:gd name="connsiteY3213" fmla="*/ 344261 h 459014"/>
                <a:gd name="connsiteX3214" fmla="*/ 119671 w 316391"/>
                <a:gd name="connsiteY3214" fmla="*/ 344261 h 459014"/>
                <a:gd name="connsiteX3215" fmla="*/ 119671 w 316391"/>
                <a:gd name="connsiteY3215" fmla="*/ 344261 h 459014"/>
                <a:gd name="connsiteX3216" fmla="*/ 119671 w 316391"/>
                <a:gd name="connsiteY3216" fmla="*/ 344261 h 459014"/>
                <a:gd name="connsiteX3217" fmla="*/ 121311 w 316391"/>
                <a:gd name="connsiteY3217" fmla="*/ 344261 h 459014"/>
                <a:gd name="connsiteX3218" fmla="*/ 121311 w 316391"/>
                <a:gd name="connsiteY3218" fmla="*/ 344261 h 459014"/>
                <a:gd name="connsiteX3219" fmla="*/ 121311 w 316391"/>
                <a:gd name="connsiteY3219" fmla="*/ 344261 h 459014"/>
                <a:gd name="connsiteX3220" fmla="*/ 121311 w 316391"/>
                <a:gd name="connsiteY3220" fmla="*/ 344261 h 459014"/>
                <a:gd name="connsiteX3221" fmla="*/ 122950 w 316391"/>
                <a:gd name="connsiteY3221" fmla="*/ 344261 h 459014"/>
                <a:gd name="connsiteX3222" fmla="*/ 122950 w 316391"/>
                <a:gd name="connsiteY3222" fmla="*/ 345900 h 459014"/>
                <a:gd name="connsiteX3223" fmla="*/ 122950 w 316391"/>
                <a:gd name="connsiteY3223" fmla="*/ 345900 h 459014"/>
                <a:gd name="connsiteX3224" fmla="*/ 122950 w 316391"/>
                <a:gd name="connsiteY3224" fmla="*/ 345900 h 459014"/>
                <a:gd name="connsiteX3225" fmla="*/ 122950 w 316391"/>
                <a:gd name="connsiteY3225" fmla="*/ 345900 h 459014"/>
                <a:gd name="connsiteX3226" fmla="*/ 122950 w 316391"/>
                <a:gd name="connsiteY3226" fmla="*/ 345900 h 459014"/>
                <a:gd name="connsiteX3227" fmla="*/ 122950 w 316391"/>
                <a:gd name="connsiteY3227" fmla="*/ 347539 h 459014"/>
                <a:gd name="connsiteX3228" fmla="*/ 122950 w 316391"/>
                <a:gd name="connsiteY3228" fmla="*/ 347539 h 459014"/>
                <a:gd name="connsiteX3229" fmla="*/ 122950 w 316391"/>
                <a:gd name="connsiteY3229" fmla="*/ 347539 h 459014"/>
                <a:gd name="connsiteX3230" fmla="*/ 122950 w 316391"/>
                <a:gd name="connsiteY3230" fmla="*/ 347539 h 459014"/>
                <a:gd name="connsiteX3231" fmla="*/ 122950 w 316391"/>
                <a:gd name="connsiteY3231" fmla="*/ 347539 h 459014"/>
                <a:gd name="connsiteX3232" fmla="*/ 122950 w 316391"/>
                <a:gd name="connsiteY3232" fmla="*/ 347539 h 459014"/>
                <a:gd name="connsiteX3233" fmla="*/ 122950 w 316391"/>
                <a:gd name="connsiteY3233" fmla="*/ 347539 h 459014"/>
                <a:gd name="connsiteX3234" fmla="*/ 122950 w 316391"/>
                <a:gd name="connsiteY3234" fmla="*/ 347539 h 459014"/>
                <a:gd name="connsiteX3235" fmla="*/ 124590 w 316391"/>
                <a:gd name="connsiteY3235" fmla="*/ 347539 h 459014"/>
                <a:gd name="connsiteX3236" fmla="*/ 124590 w 316391"/>
                <a:gd name="connsiteY3236" fmla="*/ 347539 h 459014"/>
                <a:gd name="connsiteX3237" fmla="*/ 124590 w 316391"/>
                <a:gd name="connsiteY3237" fmla="*/ 347539 h 459014"/>
                <a:gd name="connsiteX3238" fmla="*/ 124590 w 316391"/>
                <a:gd name="connsiteY3238" fmla="*/ 347539 h 459014"/>
                <a:gd name="connsiteX3239" fmla="*/ 124590 w 316391"/>
                <a:gd name="connsiteY3239" fmla="*/ 347539 h 459014"/>
                <a:gd name="connsiteX3240" fmla="*/ 124590 w 316391"/>
                <a:gd name="connsiteY3240" fmla="*/ 347539 h 459014"/>
                <a:gd name="connsiteX3241" fmla="*/ 124590 w 316391"/>
                <a:gd name="connsiteY3241" fmla="*/ 347539 h 459014"/>
                <a:gd name="connsiteX3242" fmla="*/ 126229 w 316391"/>
                <a:gd name="connsiteY3242" fmla="*/ 347539 h 459014"/>
                <a:gd name="connsiteX3243" fmla="*/ 126229 w 316391"/>
                <a:gd name="connsiteY3243" fmla="*/ 347539 h 459014"/>
                <a:gd name="connsiteX3244" fmla="*/ 126229 w 316391"/>
                <a:gd name="connsiteY3244" fmla="*/ 349179 h 459014"/>
                <a:gd name="connsiteX3245" fmla="*/ 126229 w 316391"/>
                <a:gd name="connsiteY3245" fmla="*/ 349179 h 459014"/>
                <a:gd name="connsiteX3246" fmla="*/ 126229 w 316391"/>
                <a:gd name="connsiteY3246" fmla="*/ 349179 h 459014"/>
                <a:gd name="connsiteX3247" fmla="*/ 126229 w 316391"/>
                <a:gd name="connsiteY3247" fmla="*/ 349179 h 459014"/>
                <a:gd name="connsiteX3248" fmla="*/ 126229 w 316391"/>
                <a:gd name="connsiteY3248" fmla="*/ 349179 h 459014"/>
                <a:gd name="connsiteX3249" fmla="*/ 126229 w 316391"/>
                <a:gd name="connsiteY3249" fmla="*/ 349179 h 459014"/>
                <a:gd name="connsiteX3250" fmla="*/ 126229 w 316391"/>
                <a:gd name="connsiteY3250" fmla="*/ 350818 h 459014"/>
                <a:gd name="connsiteX3251" fmla="*/ 126229 w 316391"/>
                <a:gd name="connsiteY3251" fmla="*/ 350818 h 459014"/>
                <a:gd name="connsiteX3252" fmla="*/ 126229 w 316391"/>
                <a:gd name="connsiteY3252" fmla="*/ 350818 h 459014"/>
                <a:gd name="connsiteX3253" fmla="*/ 126229 w 316391"/>
                <a:gd name="connsiteY3253" fmla="*/ 350818 h 459014"/>
                <a:gd name="connsiteX3254" fmla="*/ 126229 w 316391"/>
                <a:gd name="connsiteY3254" fmla="*/ 350818 h 459014"/>
                <a:gd name="connsiteX3255" fmla="*/ 126229 w 316391"/>
                <a:gd name="connsiteY3255" fmla="*/ 350818 h 459014"/>
                <a:gd name="connsiteX3256" fmla="*/ 126229 w 316391"/>
                <a:gd name="connsiteY3256" fmla="*/ 350818 h 459014"/>
                <a:gd name="connsiteX3257" fmla="*/ 126229 w 316391"/>
                <a:gd name="connsiteY3257" fmla="*/ 352457 h 459014"/>
                <a:gd name="connsiteX3258" fmla="*/ 126229 w 316391"/>
                <a:gd name="connsiteY3258" fmla="*/ 352457 h 459014"/>
                <a:gd name="connsiteX3259" fmla="*/ 126229 w 316391"/>
                <a:gd name="connsiteY3259" fmla="*/ 352457 h 459014"/>
                <a:gd name="connsiteX3260" fmla="*/ 126229 w 316391"/>
                <a:gd name="connsiteY3260" fmla="*/ 352457 h 459014"/>
                <a:gd name="connsiteX3261" fmla="*/ 124590 w 316391"/>
                <a:gd name="connsiteY3261" fmla="*/ 352457 h 459014"/>
                <a:gd name="connsiteX3262" fmla="*/ 124590 w 316391"/>
                <a:gd name="connsiteY3262" fmla="*/ 352457 h 459014"/>
                <a:gd name="connsiteX3263" fmla="*/ 124590 w 316391"/>
                <a:gd name="connsiteY3263" fmla="*/ 352457 h 459014"/>
                <a:gd name="connsiteX3264" fmla="*/ 124590 w 316391"/>
                <a:gd name="connsiteY3264" fmla="*/ 352457 h 459014"/>
                <a:gd name="connsiteX3265" fmla="*/ 124590 w 316391"/>
                <a:gd name="connsiteY3265" fmla="*/ 352457 h 459014"/>
                <a:gd name="connsiteX3266" fmla="*/ 124590 w 316391"/>
                <a:gd name="connsiteY3266" fmla="*/ 352457 h 459014"/>
                <a:gd name="connsiteX3267" fmla="*/ 124590 w 316391"/>
                <a:gd name="connsiteY3267" fmla="*/ 352457 h 459014"/>
                <a:gd name="connsiteX3268" fmla="*/ 124590 w 316391"/>
                <a:gd name="connsiteY3268" fmla="*/ 352457 h 459014"/>
                <a:gd name="connsiteX3269" fmla="*/ 124590 w 316391"/>
                <a:gd name="connsiteY3269" fmla="*/ 354097 h 459014"/>
                <a:gd name="connsiteX3270" fmla="*/ 124590 w 316391"/>
                <a:gd name="connsiteY3270" fmla="*/ 354097 h 459014"/>
                <a:gd name="connsiteX3271" fmla="*/ 124590 w 316391"/>
                <a:gd name="connsiteY3271" fmla="*/ 354097 h 459014"/>
                <a:gd name="connsiteX3272" fmla="*/ 124590 w 316391"/>
                <a:gd name="connsiteY3272" fmla="*/ 354097 h 459014"/>
                <a:gd name="connsiteX3273" fmla="*/ 124590 w 316391"/>
                <a:gd name="connsiteY3273" fmla="*/ 354097 h 459014"/>
                <a:gd name="connsiteX3274" fmla="*/ 124590 w 316391"/>
                <a:gd name="connsiteY3274" fmla="*/ 354097 h 459014"/>
                <a:gd name="connsiteX3275" fmla="*/ 124590 w 316391"/>
                <a:gd name="connsiteY3275" fmla="*/ 354097 h 459014"/>
                <a:gd name="connsiteX3276" fmla="*/ 124590 w 316391"/>
                <a:gd name="connsiteY3276" fmla="*/ 354097 h 459014"/>
                <a:gd name="connsiteX3277" fmla="*/ 124590 w 316391"/>
                <a:gd name="connsiteY3277" fmla="*/ 354097 h 459014"/>
                <a:gd name="connsiteX3278" fmla="*/ 126229 w 316391"/>
                <a:gd name="connsiteY3278" fmla="*/ 354097 h 459014"/>
                <a:gd name="connsiteX3279" fmla="*/ 126229 w 316391"/>
                <a:gd name="connsiteY3279" fmla="*/ 354097 h 459014"/>
                <a:gd name="connsiteX3280" fmla="*/ 127868 w 316391"/>
                <a:gd name="connsiteY3280" fmla="*/ 354097 h 459014"/>
                <a:gd name="connsiteX3281" fmla="*/ 127868 w 316391"/>
                <a:gd name="connsiteY3281" fmla="*/ 354097 h 459014"/>
                <a:gd name="connsiteX3282" fmla="*/ 127868 w 316391"/>
                <a:gd name="connsiteY3282" fmla="*/ 354097 h 459014"/>
                <a:gd name="connsiteX3283" fmla="*/ 127868 w 316391"/>
                <a:gd name="connsiteY3283" fmla="*/ 352457 h 459014"/>
                <a:gd name="connsiteX3284" fmla="*/ 129508 w 316391"/>
                <a:gd name="connsiteY3284" fmla="*/ 352457 h 459014"/>
                <a:gd name="connsiteX3285" fmla="*/ 129508 w 316391"/>
                <a:gd name="connsiteY3285" fmla="*/ 352457 h 459014"/>
                <a:gd name="connsiteX3286" fmla="*/ 129508 w 316391"/>
                <a:gd name="connsiteY3286" fmla="*/ 352457 h 459014"/>
                <a:gd name="connsiteX3287" fmla="*/ 129508 w 316391"/>
                <a:gd name="connsiteY3287" fmla="*/ 350818 h 459014"/>
                <a:gd name="connsiteX3288" fmla="*/ 129508 w 316391"/>
                <a:gd name="connsiteY3288" fmla="*/ 350818 h 459014"/>
                <a:gd name="connsiteX3289" fmla="*/ 129508 w 316391"/>
                <a:gd name="connsiteY3289" fmla="*/ 350818 h 459014"/>
                <a:gd name="connsiteX3290" fmla="*/ 129508 w 316391"/>
                <a:gd name="connsiteY3290" fmla="*/ 350818 h 459014"/>
                <a:gd name="connsiteX3291" fmla="*/ 129508 w 316391"/>
                <a:gd name="connsiteY3291" fmla="*/ 349179 h 459014"/>
                <a:gd name="connsiteX3292" fmla="*/ 129508 w 316391"/>
                <a:gd name="connsiteY3292" fmla="*/ 349179 h 459014"/>
                <a:gd name="connsiteX3293" fmla="*/ 129508 w 316391"/>
                <a:gd name="connsiteY3293" fmla="*/ 349179 h 459014"/>
                <a:gd name="connsiteX3294" fmla="*/ 129508 w 316391"/>
                <a:gd name="connsiteY3294" fmla="*/ 349179 h 459014"/>
                <a:gd name="connsiteX3295" fmla="*/ 129508 w 316391"/>
                <a:gd name="connsiteY3295" fmla="*/ 349179 h 459014"/>
                <a:gd name="connsiteX3296" fmla="*/ 129508 w 316391"/>
                <a:gd name="connsiteY3296" fmla="*/ 349179 h 459014"/>
                <a:gd name="connsiteX3297" fmla="*/ 129508 w 316391"/>
                <a:gd name="connsiteY3297" fmla="*/ 347539 h 459014"/>
                <a:gd name="connsiteX3298" fmla="*/ 129508 w 316391"/>
                <a:gd name="connsiteY3298" fmla="*/ 347539 h 459014"/>
                <a:gd name="connsiteX3299" fmla="*/ 129508 w 316391"/>
                <a:gd name="connsiteY3299" fmla="*/ 347539 h 459014"/>
                <a:gd name="connsiteX3300" fmla="*/ 129508 w 316391"/>
                <a:gd name="connsiteY3300" fmla="*/ 347539 h 459014"/>
                <a:gd name="connsiteX3301" fmla="*/ 129508 w 316391"/>
                <a:gd name="connsiteY3301" fmla="*/ 347539 h 459014"/>
                <a:gd name="connsiteX3302" fmla="*/ 129508 w 316391"/>
                <a:gd name="connsiteY3302" fmla="*/ 345900 h 459014"/>
                <a:gd name="connsiteX3303" fmla="*/ 129508 w 316391"/>
                <a:gd name="connsiteY3303" fmla="*/ 345900 h 459014"/>
                <a:gd name="connsiteX3304" fmla="*/ 129508 w 316391"/>
                <a:gd name="connsiteY3304" fmla="*/ 345900 h 459014"/>
                <a:gd name="connsiteX3305" fmla="*/ 129508 w 316391"/>
                <a:gd name="connsiteY3305" fmla="*/ 344261 h 459014"/>
                <a:gd name="connsiteX3306" fmla="*/ 129508 w 316391"/>
                <a:gd name="connsiteY3306" fmla="*/ 344261 h 459014"/>
                <a:gd name="connsiteX3307" fmla="*/ 129508 w 316391"/>
                <a:gd name="connsiteY3307" fmla="*/ 344261 h 459014"/>
                <a:gd name="connsiteX3308" fmla="*/ 129508 w 316391"/>
                <a:gd name="connsiteY3308" fmla="*/ 344261 h 459014"/>
                <a:gd name="connsiteX3309" fmla="*/ 129508 w 316391"/>
                <a:gd name="connsiteY3309" fmla="*/ 344261 h 459014"/>
                <a:gd name="connsiteX3310" fmla="*/ 129508 w 316391"/>
                <a:gd name="connsiteY3310" fmla="*/ 344261 h 459014"/>
                <a:gd name="connsiteX3311" fmla="*/ 129508 w 316391"/>
                <a:gd name="connsiteY3311" fmla="*/ 344261 h 459014"/>
                <a:gd name="connsiteX3312" fmla="*/ 129508 w 316391"/>
                <a:gd name="connsiteY3312" fmla="*/ 342621 h 459014"/>
                <a:gd name="connsiteX3313" fmla="*/ 129508 w 316391"/>
                <a:gd name="connsiteY3313" fmla="*/ 342621 h 459014"/>
                <a:gd name="connsiteX3314" fmla="*/ 129508 w 316391"/>
                <a:gd name="connsiteY3314" fmla="*/ 340982 h 459014"/>
                <a:gd name="connsiteX3315" fmla="*/ 129508 w 316391"/>
                <a:gd name="connsiteY3315" fmla="*/ 339343 h 459014"/>
                <a:gd name="connsiteX3316" fmla="*/ 129508 w 316391"/>
                <a:gd name="connsiteY3316" fmla="*/ 339343 h 459014"/>
                <a:gd name="connsiteX3317" fmla="*/ 129508 w 316391"/>
                <a:gd name="connsiteY3317" fmla="*/ 339343 h 459014"/>
                <a:gd name="connsiteX3318" fmla="*/ 129508 w 316391"/>
                <a:gd name="connsiteY3318" fmla="*/ 339343 h 459014"/>
                <a:gd name="connsiteX3319" fmla="*/ 129508 w 316391"/>
                <a:gd name="connsiteY3319" fmla="*/ 337703 h 459014"/>
                <a:gd name="connsiteX3320" fmla="*/ 129508 w 316391"/>
                <a:gd name="connsiteY3320" fmla="*/ 337703 h 459014"/>
                <a:gd name="connsiteX3321" fmla="*/ 129508 w 316391"/>
                <a:gd name="connsiteY3321" fmla="*/ 337703 h 459014"/>
                <a:gd name="connsiteX3322" fmla="*/ 129508 w 316391"/>
                <a:gd name="connsiteY3322" fmla="*/ 337703 h 459014"/>
                <a:gd name="connsiteX3323" fmla="*/ 129508 w 316391"/>
                <a:gd name="connsiteY3323" fmla="*/ 337703 h 459014"/>
                <a:gd name="connsiteX3324" fmla="*/ 131147 w 316391"/>
                <a:gd name="connsiteY3324" fmla="*/ 337703 h 459014"/>
                <a:gd name="connsiteX3325" fmla="*/ 131147 w 316391"/>
                <a:gd name="connsiteY3325" fmla="*/ 337703 h 459014"/>
                <a:gd name="connsiteX3326" fmla="*/ 131147 w 316391"/>
                <a:gd name="connsiteY3326" fmla="*/ 337703 h 459014"/>
                <a:gd name="connsiteX3327" fmla="*/ 131147 w 316391"/>
                <a:gd name="connsiteY3327" fmla="*/ 337703 h 459014"/>
                <a:gd name="connsiteX3328" fmla="*/ 132786 w 316391"/>
                <a:gd name="connsiteY3328" fmla="*/ 339343 h 459014"/>
                <a:gd name="connsiteX3329" fmla="*/ 132786 w 316391"/>
                <a:gd name="connsiteY3329" fmla="*/ 339343 h 459014"/>
                <a:gd name="connsiteX3330" fmla="*/ 132786 w 316391"/>
                <a:gd name="connsiteY3330" fmla="*/ 339343 h 459014"/>
                <a:gd name="connsiteX3331" fmla="*/ 132786 w 316391"/>
                <a:gd name="connsiteY3331" fmla="*/ 339343 h 459014"/>
                <a:gd name="connsiteX3332" fmla="*/ 132786 w 316391"/>
                <a:gd name="connsiteY3332" fmla="*/ 339343 h 459014"/>
                <a:gd name="connsiteX3333" fmla="*/ 132786 w 316391"/>
                <a:gd name="connsiteY3333" fmla="*/ 339343 h 459014"/>
                <a:gd name="connsiteX3334" fmla="*/ 132786 w 316391"/>
                <a:gd name="connsiteY3334" fmla="*/ 340982 h 459014"/>
                <a:gd name="connsiteX3335" fmla="*/ 132786 w 316391"/>
                <a:gd name="connsiteY3335" fmla="*/ 340982 h 459014"/>
                <a:gd name="connsiteX3336" fmla="*/ 134425 w 316391"/>
                <a:gd name="connsiteY3336" fmla="*/ 340982 h 459014"/>
                <a:gd name="connsiteX3337" fmla="*/ 134425 w 316391"/>
                <a:gd name="connsiteY3337" fmla="*/ 340982 h 459014"/>
                <a:gd name="connsiteX3338" fmla="*/ 134425 w 316391"/>
                <a:gd name="connsiteY3338" fmla="*/ 340982 h 459014"/>
                <a:gd name="connsiteX3339" fmla="*/ 134425 w 316391"/>
                <a:gd name="connsiteY3339" fmla="*/ 340982 h 459014"/>
                <a:gd name="connsiteX3340" fmla="*/ 134425 w 316391"/>
                <a:gd name="connsiteY3340" fmla="*/ 339343 h 459014"/>
                <a:gd name="connsiteX3341" fmla="*/ 134425 w 316391"/>
                <a:gd name="connsiteY3341" fmla="*/ 339343 h 459014"/>
                <a:gd name="connsiteX3342" fmla="*/ 132786 w 316391"/>
                <a:gd name="connsiteY3342" fmla="*/ 339343 h 459014"/>
                <a:gd name="connsiteX3343" fmla="*/ 132786 w 316391"/>
                <a:gd name="connsiteY3343" fmla="*/ 339343 h 459014"/>
                <a:gd name="connsiteX3344" fmla="*/ 132786 w 316391"/>
                <a:gd name="connsiteY3344" fmla="*/ 339343 h 459014"/>
                <a:gd name="connsiteX3345" fmla="*/ 132786 w 316391"/>
                <a:gd name="connsiteY3345" fmla="*/ 337703 h 459014"/>
                <a:gd name="connsiteX3346" fmla="*/ 132786 w 316391"/>
                <a:gd name="connsiteY3346" fmla="*/ 337703 h 459014"/>
                <a:gd name="connsiteX3347" fmla="*/ 132786 w 316391"/>
                <a:gd name="connsiteY3347" fmla="*/ 337703 h 459014"/>
                <a:gd name="connsiteX3348" fmla="*/ 132786 w 316391"/>
                <a:gd name="connsiteY3348" fmla="*/ 337703 h 459014"/>
                <a:gd name="connsiteX3349" fmla="*/ 134425 w 316391"/>
                <a:gd name="connsiteY3349" fmla="*/ 337703 h 459014"/>
                <a:gd name="connsiteX3350" fmla="*/ 134425 w 316391"/>
                <a:gd name="connsiteY3350" fmla="*/ 339343 h 459014"/>
                <a:gd name="connsiteX3351" fmla="*/ 134425 w 316391"/>
                <a:gd name="connsiteY3351" fmla="*/ 339343 h 459014"/>
                <a:gd name="connsiteX3352" fmla="*/ 134425 w 316391"/>
                <a:gd name="connsiteY3352" fmla="*/ 339343 h 459014"/>
                <a:gd name="connsiteX3353" fmla="*/ 134425 w 316391"/>
                <a:gd name="connsiteY3353" fmla="*/ 339343 h 459014"/>
                <a:gd name="connsiteX3354" fmla="*/ 134425 w 316391"/>
                <a:gd name="connsiteY3354" fmla="*/ 339343 h 459014"/>
                <a:gd name="connsiteX3355" fmla="*/ 134425 w 316391"/>
                <a:gd name="connsiteY3355" fmla="*/ 337703 h 459014"/>
                <a:gd name="connsiteX3356" fmla="*/ 134425 w 316391"/>
                <a:gd name="connsiteY3356" fmla="*/ 337703 h 459014"/>
                <a:gd name="connsiteX3357" fmla="*/ 134425 w 316391"/>
                <a:gd name="connsiteY3357" fmla="*/ 337703 h 459014"/>
                <a:gd name="connsiteX3358" fmla="*/ 134425 w 316391"/>
                <a:gd name="connsiteY3358" fmla="*/ 337703 h 459014"/>
                <a:gd name="connsiteX3359" fmla="*/ 134425 w 316391"/>
                <a:gd name="connsiteY3359" fmla="*/ 337703 h 459014"/>
                <a:gd name="connsiteX3360" fmla="*/ 134425 w 316391"/>
                <a:gd name="connsiteY3360" fmla="*/ 337703 h 459014"/>
                <a:gd name="connsiteX3361" fmla="*/ 134425 w 316391"/>
                <a:gd name="connsiteY3361" fmla="*/ 336064 h 459014"/>
                <a:gd name="connsiteX3362" fmla="*/ 134425 w 316391"/>
                <a:gd name="connsiteY3362" fmla="*/ 336064 h 459014"/>
                <a:gd name="connsiteX3363" fmla="*/ 134425 w 316391"/>
                <a:gd name="connsiteY3363" fmla="*/ 336064 h 459014"/>
                <a:gd name="connsiteX3364" fmla="*/ 134425 w 316391"/>
                <a:gd name="connsiteY3364" fmla="*/ 336064 h 459014"/>
                <a:gd name="connsiteX3365" fmla="*/ 134425 w 316391"/>
                <a:gd name="connsiteY3365" fmla="*/ 336064 h 459014"/>
                <a:gd name="connsiteX3366" fmla="*/ 134425 w 316391"/>
                <a:gd name="connsiteY3366" fmla="*/ 336064 h 459014"/>
                <a:gd name="connsiteX3367" fmla="*/ 134425 w 316391"/>
                <a:gd name="connsiteY3367" fmla="*/ 336064 h 459014"/>
                <a:gd name="connsiteX3368" fmla="*/ 132786 w 316391"/>
                <a:gd name="connsiteY3368" fmla="*/ 336064 h 459014"/>
                <a:gd name="connsiteX3369" fmla="*/ 132786 w 316391"/>
                <a:gd name="connsiteY3369" fmla="*/ 334425 h 459014"/>
                <a:gd name="connsiteX3370" fmla="*/ 132786 w 316391"/>
                <a:gd name="connsiteY3370" fmla="*/ 334425 h 459014"/>
                <a:gd name="connsiteX3371" fmla="*/ 131147 w 316391"/>
                <a:gd name="connsiteY3371" fmla="*/ 334425 h 459014"/>
                <a:gd name="connsiteX3372" fmla="*/ 131147 w 316391"/>
                <a:gd name="connsiteY3372" fmla="*/ 334425 h 459014"/>
                <a:gd name="connsiteX3373" fmla="*/ 131147 w 316391"/>
                <a:gd name="connsiteY3373" fmla="*/ 332785 h 459014"/>
                <a:gd name="connsiteX3374" fmla="*/ 131147 w 316391"/>
                <a:gd name="connsiteY3374" fmla="*/ 332785 h 459014"/>
                <a:gd name="connsiteX3375" fmla="*/ 129508 w 316391"/>
                <a:gd name="connsiteY3375" fmla="*/ 332785 h 459014"/>
                <a:gd name="connsiteX3376" fmla="*/ 129508 w 316391"/>
                <a:gd name="connsiteY3376" fmla="*/ 332785 h 459014"/>
                <a:gd name="connsiteX3377" fmla="*/ 129508 w 316391"/>
                <a:gd name="connsiteY3377" fmla="*/ 332785 h 459014"/>
                <a:gd name="connsiteX3378" fmla="*/ 129508 w 316391"/>
                <a:gd name="connsiteY3378" fmla="*/ 331146 h 459014"/>
                <a:gd name="connsiteX3379" fmla="*/ 129508 w 316391"/>
                <a:gd name="connsiteY3379" fmla="*/ 331146 h 459014"/>
                <a:gd name="connsiteX3380" fmla="*/ 129508 w 316391"/>
                <a:gd name="connsiteY3380" fmla="*/ 331146 h 459014"/>
                <a:gd name="connsiteX3381" fmla="*/ 129508 w 316391"/>
                <a:gd name="connsiteY3381" fmla="*/ 331146 h 459014"/>
                <a:gd name="connsiteX3382" fmla="*/ 129508 w 316391"/>
                <a:gd name="connsiteY3382" fmla="*/ 331146 h 459014"/>
                <a:gd name="connsiteX3383" fmla="*/ 129508 w 316391"/>
                <a:gd name="connsiteY3383" fmla="*/ 329507 h 459014"/>
                <a:gd name="connsiteX3384" fmla="*/ 129508 w 316391"/>
                <a:gd name="connsiteY3384" fmla="*/ 329507 h 459014"/>
                <a:gd name="connsiteX3385" fmla="*/ 129508 w 316391"/>
                <a:gd name="connsiteY3385" fmla="*/ 329507 h 459014"/>
                <a:gd name="connsiteX3386" fmla="*/ 129508 w 316391"/>
                <a:gd name="connsiteY3386" fmla="*/ 329507 h 459014"/>
                <a:gd name="connsiteX3387" fmla="*/ 129508 w 316391"/>
                <a:gd name="connsiteY3387" fmla="*/ 329507 h 459014"/>
                <a:gd name="connsiteX3388" fmla="*/ 129508 w 316391"/>
                <a:gd name="connsiteY3388" fmla="*/ 329507 h 459014"/>
                <a:gd name="connsiteX3389" fmla="*/ 129508 w 316391"/>
                <a:gd name="connsiteY3389" fmla="*/ 329507 h 459014"/>
                <a:gd name="connsiteX3390" fmla="*/ 129508 w 316391"/>
                <a:gd name="connsiteY3390" fmla="*/ 327867 h 459014"/>
                <a:gd name="connsiteX3391" fmla="*/ 129508 w 316391"/>
                <a:gd name="connsiteY3391" fmla="*/ 327867 h 459014"/>
                <a:gd name="connsiteX3392" fmla="*/ 129508 w 316391"/>
                <a:gd name="connsiteY3392" fmla="*/ 327867 h 459014"/>
                <a:gd name="connsiteX3393" fmla="*/ 129508 w 316391"/>
                <a:gd name="connsiteY3393" fmla="*/ 327867 h 459014"/>
                <a:gd name="connsiteX3394" fmla="*/ 129508 w 316391"/>
                <a:gd name="connsiteY3394" fmla="*/ 327867 h 459014"/>
                <a:gd name="connsiteX3395" fmla="*/ 129508 w 316391"/>
                <a:gd name="connsiteY3395" fmla="*/ 326228 h 459014"/>
                <a:gd name="connsiteX3396" fmla="*/ 129508 w 316391"/>
                <a:gd name="connsiteY3396" fmla="*/ 326228 h 459014"/>
                <a:gd name="connsiteX3397" fmla="*/ 129508 w 316391"/>
                <a:gd name="connsiteY3397" fmla="*/ 326228 h 459014"/>
                <a:gd name="connsiteX3398" fmla="*/ 129508 w 316391"/>
                <a:gd name="connsiteY3398" fmla="*/ 326228 h 459014"/>
                <a:gd name="connsiteX3399" fmla="*/ 129508 w 316391"/>
                <a:gd name="connsiteY3399" fmla="*/ 326228 h 459014"/>
                <a:gd name="connsiteX3400" fmla="*/ 129508 w 316391"/>
                <a:gd name="connsiteY3400" fmla="*/ 326228 h 459014"/>
                <a:gd name="connsiteX3401" fmla="*/ 129508 w 316391"/>
                <a:gd name="connsiteY3401" fmla="*/ 324589 h 459014"/>
                <a:gd name="connsiteX3402" fmla="*/ 129508 w 316391"/>
                <a:gd name="connsiteY3402" fmla="*/ 324589 h 459014"/>
                <a:gd name="connsiteX3403" fmla="*/ 129508 w 316391"/>
                <a:gd name="connsiteY3403" fmla="*/ 324589 h 459014"/>
                <a:gd name="connsiteX3404" fmla="*/ 129508 w 316391"/>
                <a:gd name="connsiteY3404" fmla="*/ 324589 h 459014"/>
                <a:gd name="connsiteX3405" fmla="*/ 129508 w 316391"/>
                <a:gd name="connsiteY3405" fmla="*/ 324589 h 459014"/>
                <a:gd name="connsiteX3406" fmla="*/ 129508 w 316391"/>
                <a:gd name="connsiteY3406" fmla="*/ 324589 h 459014"/>
                <a:gd name="connsiteX3407" fmla="*/ 129508 w 316391"/>
                <a:gd name="connsiteY3407" fmla="*/ 324589 h 459014"/>
                <a:gd name="connsiteX3408" fmla="*/ 131147 w 316391"/>
                <a:gd name="connsiteY3408" fmla="*/ 324589 h 459014"/>
                <a:gd name="connsiteX3409" fmla="*/ 131147 w 316391"/>
                <a:gd name="connsiteY3409" fmla="*/ 322949 h 459014"/>
                <a:gd name="connsiteX3410" fmla="*/ 131147 w 316391"/>
                <a:gd name="connsiteY3410" fmla="*/ 322949 h 459014"/>
                <a:gd name="connsiteX3411" fmla="*/ 131147 w 316391"/>
                <a:gd name="connsiteY3411" fmla="*/ 322949 h 459014"/>
                <a:gd name="connsiteX3412" fmla="*/ 131147 w 316391"/>
                <a:gd name="connsiteY3412" fmla="*/ 322949 h 459014"/>
                <a:gd name="connsiteX3413" fmla="*/ 131147 w 316391"/>
                <a:gd name="connsiteY3413" fmla="*/ 322949 h 459014"/>
                <a:gd name="connsiteX3414" fmla="*/ 131147 w 316391"/>
                <a:gd name="connsiteY3414" fmla="*/ 322949 h 459014"/>
                <a:gd name="connsiteX3415" fmla="*/ 131147 w 316391"/>
                <a:gd name="connsiteY3415" fmla="*/ 322949 h 459014"/>
                <a:gd name="connsiteX3416" fmla="*/ 131147 w 316391"/>
                <a:gd name="connsiteY3416" fmla="*/ 322949 h 459014"/>
                <a:gd name="connsiteX3417" fmla="*/ 131147 w 316391"/>
                <a:gd name="connsiteY3417" fmla="*/ 322949 h 459014"/>
                <a:gd name="connsiteX3418" fmla="*/ 132786 w 316391"/>
                <a:gd name="connsiteY3418" fmla="*/ 322949 h 459014"/>
                <a:gd name="connsiteX3419" fmla="*/ 132786 w 316391"/>
                <a:gd name="connsiteY3419" fmla="*/ 321310 h 459014"/>
                <a:gd name="connsiteX3420" fmla="*/ 132786 w 316391"/>
                <a:gd name="connsiteY3420" fmla="*/ 321310 h 459014"/>
                <a:gd name="connsiteX3421" fmla="*/ 132786 w 316391"/>
                <a:gd name="connsiteY3421" fmla="*/ 321310 h 459014"/>
                <a:gd name="connsiteX3422" fmla="*/ 131147 w 316391"/>
                <a:gd name="connsiteY3422" fmla="*/ 321310 h 459014"/>
                <a:gd name="connsiteX3423" fmla="*/ 131147 w 316391"/>
                <a:gd name="connsiteY3423" fmla="*/ 319671 h 459014"/>
                <a:gd name="connsiteX3424" fmla="*/ 131147 w 316391"/>
                <a:gd name="connsiteY3424" fmla="*/ 319671 h 459014"/>
                <a:gd name="connsiteX3425" fmla="*/ 131147 w 316391"/>
                <a:gd name="connsiteY3425" fmla="*/ 319671 h 459014"/>
                <a:gd name="connsiteX3426" fmla="*/ 131147 w 316391"/>
                <a:gd name="connsiteY3426" fmla="*/ 319671 h 459014"/>
                <a:gd name="connsiteX3427" fmla="*/ 131147 w 316391"/>
                <a:gd name="connsiteY3427" fmla="*/ 319671 h 459014"/>
                <a:gd name="connsiteX3428" fmla="*/ 131147 w 316391"/>
                <a:gd name="connsiteY3428" fmla="*/ 318031 h 459014"/>
                <a:gd name="connsiteX3429" fmla="*/ 131147 w 316391"/>
                <a:gd name="connsiteY3429" fmla="*/ 318031 h 459014"/>
                <a:gd name="connsiteX3430" fmla="*/ 131147 w 316391"/>
                <a:gd name="connsiteY3430" fmla="*/ 318031 h 459014"/>
                <a:gd name="connsiteX3431" fmla="*/ 131147 w 316391"/>
                <a:gd name="connsiteY3431" fmla="*/ 318031 h 459014"/>
                <a:gd name="connsiteX3432" fmla="*/ 131147 w 316391"/>
                <a:gd name="connsiteY3432" fmla="*/ 318031 h 459014"/>
                <a:gd name="connsiteX3433" fmla="*/ 131147 w 316391"/>
                <a:gd name="connsiteY3433" fmla="*/ 316392 h 459014"/>
                <a:gd name="connsiteX3434" fmla="*/ 131147 w 316391"/>
                <a:gd name="connsiteY3434" fmla="*/ 316392 h 459014"/>
                <a:gd name="connsiteX3435" fmla="*/ 131147 w 316391"/>
                <a:gd name="connsiteY3435" fmla="*/ 316392 h 459014"/>
                <a:gd name="connsiteX3436" fmla="*/ 131147 w 316391"/>
                <a:gd name="connsiteY3436" fmla="*/ 316392 h 459014"/>
                <a:gd name="connsiteX3437" fmla="*/ 131147 w 316391"/>
                <a:gd name="connsiteY3437" fmla="*/ 316392 h 459014"/>
                <a:gd name="connsiteX3438" fmla="*/ 131147 w 316391"/>
                <a:gd name="connsiteY3438" fmla="*/ 316392 h 459014"/>
                <a:gd name="connsiteX3439" fmla="*/ 131147 w 316391"/>
                <a:gd name="connsiteY3439" fmla="*/ 316392 h 459014"/>
                <a:gd name="connsiteX3440" fmla="*/ 131147 w 316391"/>
                <a:gd name="connsiteY3440" fmla="*/ 316392 h 459014"/>
                <a:gd name="connsiteX3441" fmla="*/ 131147 w 316391"/>
                <a:gd name="connsiteY3441" fmla="*/ 316392 h 459014"/>
                <a:gd name="connsiteX3442" fmla="*/ 131147 w 316391"/>
                <a:gd name="connsiteY3442" fmla="*/ 314753 h 459014"/>
                <a:gd name="connsiteX3443" fmla="*/ 131147 w 316391"/>
                <a:gd name="connsiteY3443" fmla="*/ 314753 h 459014"/>
                <a:gd name="connsiteX3444" fmla="*/ 131147 w 316391"/>
                <a:gd name="connsiteY3444" fmla="*/ 314753 h 459014"/>
                <a:gd name="connsiteX3445" fmla="*/ 131147 w 316391"/>
                <a:gd name="connsiteY3445" fmla="*/ 314753 h 459014"/>
                <a:gd name="connsiteX3446" fmla="*/ 131147 w 316391"/>
                <a:gd name="connsiteY3446" fmla="*/ 314753 h 459014"/>
                <a:gd name="connsiteX3447" fmla="*/ 131147 w 316391"/>
                <a:gd name="connsiteY3447" fmla="*/ 313113 h 459014"/>
                <a:gd name="connsiteX3448" fmla="*/ 131147 w 316391"/>
                <a:gd name="connsiteY3448" fmla="*/ 313113 h 459014"/>
                <a:gd name="connsiteX3449" fmla="*/ 131147 w 316391"/>
                <a:gd name="connsiteY3449" fmla="*/ 313113 h 459014"/>
                <a:gd name="connsiteX3450" fmla="*/ 131147 w 316391"/>
                <a:gd name="connsiteY3450" fmla="*/ 313113 h 459014"/>
                <a:gd name="connsiteX3451" fmla="*/ 131147 w 316391"/>
                <a:gd name="connsiteY3451" fmla="*/ 313113 h 459014"/>
                <a:gd name="connsiteX3452" fmla="*/ 131147 w 316391"/>
                <a:gd name="connsiteY3452" fmla="*/ 313113 h 459014"/>
                <a:gd name="connsiteX3453" fmla="*/ 131147 w 316391"/>
                <a:gd name="connsiteY3453" fmla="*/ 313113 h 459014"/>
                <a:gd name="connsiteX3454" fmla="*/ 131147 w 316391"/>
                <a:gd name="connsiteY3454" fmla="*/ 311474 h 459014"/>
                <a:gd name="connsiteX3455" fmla="*/ 131147 w 316391"/>
                <a:gd name="connsiteY3455" fmla="*/ 311474 h 459014"/>
                <a:gd name="connsiteX3456" fmla="*/ 131147 w 316391"/>
                <a:gd name="connsiteY3456" fmla="*/ 311474 h 459014"/>
                <a:gd name="connsiteX3457" fmla="*/ 131147 w 316391"/>
                <a:gd name="connsiteY3457" fmla="*/ 311474 h 459014"/>
                <a:gd name="connsiteX3458" fmla="*/ 131147 w 316391"/>
                <a:gd name="connsiteY3458" fmla="*/ 309835 h 459014"/>
                <a:gd name="connsiteX3459" fmla="*/ 131147 w 316391"/>
                <a:gd name="connsiteY3459" fmla="*/ 309835 h 459014"/>
                <a:gd name="connsiteX3460" fmla="*/ 132786 w 316391"/>
                <a:gd name="connsiteY3460" fmla="*/ 309835 h 459014"/>
                <a:gd name="connsiteX3461" fmla="*/ 132786 w 316391"/>
                <a:gd name="connsiteY3461" fmla="*/ 309835 h 459014"/>
                <a:gd name="connsiteX3462" fmla="*/ 132786 w 316391"/>
                <a:gd name="connsiteY3462" fmla="*/ 309835 h 459014"/>
                <a:gd name="connsiteX3463" fmla="*/ 132786 w 316391"/>
                <a:gd name="connsiteY3463" fmla="*/ 309835 h 459014"/>
                <a:gd name="connsiteX3464" fmla="*/ 131147 w 316391"/>
                <a:gd name="connsiteY3464" fmla="*/ 309835 h 459014"/>
                <a:gd name="connsiteX3465" fmla="*/ 131147 w 316391"/>
                <a:gd name="connsiteY3465" fmla="*/ 309835 h 459014"/>
                <a:gd name="connsiteX3466" fmla="*/ 131147 w 316391"/>
                <a:gd name="connsiteY3466" fmla="*/ 308195 h 459014"/>
                <a:gd name="connsiteX3467" fmla="*/ 131147 w 316391"/>
                <a:gd name="connsiteY3467" fmla="*/ 308195 h 459014"/>
                <a:gd name="connsiteX3468" fmla="*/ 131147 w 316391"/>
                <a:gd name="connsiteY3468" fmla="*/ 308195 h 459014"/>
                <a:gd name="connsiteX3469" fmla="*/ 129508 w 316391"/>
                <a:gd name="connsiteY3469" fmla="*/ 306556 h 459014"/>
                <a:gd name="connsiteX3470" fmla="*/ 129508 w 316391"/>
                <a:gd name="connsiteY3470" fmla="*/ 306556 h 459014"/>
                <a:gd name="connsiteX3471" fmla="*/ 129508 w 316391"/>
                <a:gd name="connsiteY3471" fmla="*/ 306556 h 459014"/>
                <a:gd name="connsiteX3472" fmla="*/ 129508 w 316391"/>
                <a:gd name="connsiteY3472" fmla="*/ 306556 h 459014"/>
                <a:gd name="connsiteX3473" fmla="*/ 129508 w 316391"/>
                <a:gd name="connsiteY3473" fmla="*/ 306556 h 459014"/>
                <a:gd name="connsiteX3474" fmla="*/ 129508 w 316391"/>
                <a:gd name="connsiteY3474" fmla="*/ 306556 h 459014"/>
                <a:gd name="connsiteX3475" fmla="*/ 131147 w 316391"/>
                <a:gd name="connsiteY3475" fmla="*/ 304917 h 459014"/>
                <a:gd name="connsiteX3476" fmla="*/ 131147 w 316391"/>
                <a:gd name="connsiteY3476" fmla="*/ 304917 h 459014"/>
                <a:gd name="connsiteX3477" fmla="*/ 131147 w 316391"/>
                <a:gd name="connsiteY3477" fmla="*/ 304917 h 459014"/>
                <a:gd name="connsiteX3478" fmla="*/ 131147 w 316391"/>
                <a:gd name="connsiteY3478" fmla="*/ 304917 h 459014"/>
                <a:gd name="connsiteX3479" fmla="*/ 131147 w 316391"/>
                <a:gd name="connsiteY3479" fmla="*/ 304917 h 459014"/>
                <a:gd name="connsiteX3480" fmla="*/ 131147 w 316391"/>
                <a:gd name="connsiteY3480" fmla="*/ 304917 h 459014"/>
                <a:gd name="connsiteX3481" fmla="*/ 131147 w 316391"/>
                <a:gd name="connsiteY3481" fmla="*/ 304917 h 459014"/>
                <a:gd name="connsiteX3482" fmla="*/ 131147 w 316391"/>
                <a:gd name="connsiteY3482" fmla="*/ 304917 h 459014"/>
                <a:gd name="connsiteX3483" fmla="*/ 132786 w 316391"/>
                <a:gd name="connsiteY3483" fmla="*/ 304917 h 459014"/>
                <a:gd name="connsiteX3484" fmla="*/ 131147 w 316391"/>
                <a:gd name="connsiteY3484" fmla="*/ 304917 h 459014"/>
                <a:gd name="connsiteX3485" fmla="*/ 131147 w 316391"/>
                <a:gd name="connsiteY3485" fmla="*/ 304917 h 459014"/>
                <a:gd name="connsiteX3486" fmla="*/ 131147 w 316391"/>
                <a:gd name="connsiteY3486" fmla="*/ 303277 h 459014"/>
                <a:gd name="connsiteX3487" fmla="*/ 131147 w 316391"/>
                <a:gd name="connsiteY3487" fmla="*/ 303277 h 459014"/>
                <a:gd name="connsiteX3488" fmla="*/ 131147 w 316391"/>
                <a:gd name="connsiteY3488" fmla="*/ 303277 h 459014"/>
                <a:gd name="connsiteX3489" fmla="*/ 131147 w 316391"/>
                <a:gd name="connsiteY3489" fmla="*/ 301638 h 459014"/>
                <a:gd name="connsiteX3490" fmla="*/ 131147 w 316391"/>
                <a:gd name="connsiteY3490" fmla="*/ 301638 h 459014"/>
                <a:gd name="connsiteX3491" fmla="*/ 131147 w 316391"/>
                <a:gd name="connsiteY3491" fmla="*/ 301638 h 459014"/>
                <a:gd name="connsiteX3492" fmla="*/ 131147 w 316391"/>
                <a:gd name="connsiteY3492" fmla="*/ 301638 h 459014"/>
                <a:gd name="connsiteX3493" fmla="*/ 132786 w 316391"/>
                <a:gd name="connsiteY3493" fmla="*/ 301638 h 459014"/>
                <a:gd name="connsiteX3494" fmla="*/ 132786 w 316391"/>
                <a:gd name="connsiteY3494" fmla="*/ 301638 h 459014"/>
                <a:gd name="connsiteX3495" fmla="*/ 132786 w 316391"/>
                <a:gd name="connsiteY3495" fmla="*/ 299999 h 459014"/>
                <a:gd name="connsiteX3496" fmla="*/ 132786 w 316391"/>
                <a:gd name="connsiteY3496" fmla="*/ 299999 h 459014"/>
                <a:gd name="connsiteX3497" fmla="*/ 132786 w 316391"/>
                <a:gd name="connsiteY3497" fmla="*/ 299999 h 459014"/>
                <a:gd name="connsiteX3498" fmla="*/ 132786 w 316391"/>
                <a:gd name="connsiteY3498" fmla="*/ 299999 h 459014"/>
                <a:gd name="connsiteX3499" fmla="*/ 134425 w 316391"/>
                <a:gd name="connsiteY3499" fmla="*/ 299999 h 459014"/>
                <a:gd name="connsiteX3500" fmla="*/ 134425 w 316391"/>
                <a:gd name="connsiteY3500" fmla="*/ 299999 h 459014"/>
                <a:gd name="connsiteX3501" fmla="*/ 134425 w 316391"/>
                <a:gd name="connsiteY3501" fmla="*/ 299999 h 459014"/>
                <a:gd name="connsiteX3502" fmla="*/ 134425 w 316391"/>
                <a:gd name="connsiteY3502" fmla="*/ 299999 h 459014"/>
                <a:gd name="connsiteX3503" fmla="*/ 134425 w 316391"/>
                <a:gd name="connsiteY3503" fmla="*/ 299999 h 459014"/>
                <a:gd name="connsiteX3504" fmla="*/ 134425 w 316391"/>
                <a:gd name="connsiteY3504" fmla="*/ 298359 h 459014"/>
                <a:gd name="connsiteX3505" fmla="*/ 134425 w 316391"/>
                <a:gd name="connsiteY3505" fmla="*/ 298359 h 459014"/>
                <a:gd name="connsiteX3506" fmla="*/ 136065 w 316391"/>
                <a:gd name="connsiteY3506" fmla="*/ 298359 h 459014"/>
                <a:gd name="connsiteX3507" fmla="*/ 136065 w 316391"/>
                <a:gd name="connsiteY3507" fmla="*/ 298359 h 459014"/>
                <a:gd name="connsiteX3508" fmla="*/ 136065 w 316391"/>
                <a:gd name="connsiteY3508" fmla="*/ 298359 h 459014"/>
                <a:gd name="connsiteX3509" fmla="*/ 137704 w 316391"/>
                <a:gd name="connsiteY3509" fmla="*/ 298359 h 459014"/>
                <a:gd name="connsiteX3510" fmla="*/ 137704 w 316391"/>
                <a:gd name="connsiteY3510" fmla="*/ 298359 h 459014"/>
                <a:gd name="connsiteX3511" fmla="*/ 137704 w 316391"/>
                <a:gd name="connsiteY3511" fmla="*/ 298359 h 459014"/>
                <a:gd name="connsiteX3512" fmla="*/ 137704 w 316391"/>
                <a:gd name="connsiteY3512" fmla="*/ 298359 h 459014"/>
                <a:gd name="connsiteX3513" fmla="*/ 137704 w 316391"/>
                <a:gd name="connsiteY3513" fmla="*/ 298359 h 459014"/>
                <a:gd name="connsiteX3514" fmla="*/ 137704 w 316391"/>
                <a:gd name="connsiteY3514" fmla="*/ 298359 h 459014"/>
                <a:gd name="connsiteX3515" fmla="*/ 137704 w 316391"/>
                <a:gd name="connsiteY3515" fmla="*/ 298359 h 459014"/>
                <a:gd name="connsiteX3516" fmla="*/ 137704 w 316391"/>
                <a:gd name="connsiteY3516" fmla="*/ 296720 h 459014"/>
                <a:gd name="connsiteX3517" fmla="*/ 139344 w 316391"/>
                <a:gd name="connsiteY3517" fmla="*/ 296720 h 459014"/>
                <a:gd name="connsiteX3518" fmla="*/ 139344 w 316391"/>
                <a:gd name="connsiteY3518" fmla="*/ 296720 h 459014"/>
                <a:gd name="connsiteX3519" fmla="*/ 139344 w 316391"/>
                <a:gd name="connsiteY3519" fmla="*/ 296720 h 459014"/>
                <a:gd name="connsiteX3520" fmla="*/ 139344 w 316391"/>
                <a:gd name="connsiteY3520" fmla="*/ 296720 h 459014"/>
                <a:gd name="connsiteX3521" fmla="*/ 139344 w 316391"/>
                <a:gd name="connsiteY3521" fmla="*/ 296720 h 459014"/>
                <a:gd name="connsiteX3522" fmla="*/ 140983 w 316391"/>
                <a:gd name="connsiteY3522" fmla="*/ 296720 h 459014"/>
                <a:gd name="connsiteX3523" fmla="*/ 140983 w 316391"/>
                <a:gd name="connsiteY3523" fmla="*/ 296720 h 459014"/>
                <a:gd name="connsiteX3524" fmla="*/ 140983 w 316391"/>
                <a:gd name="connsiteY3524" fmla="*/ 296720 h 459014"/>
                <a:gd name="connsiteX3525" fmla="*/ 140983 w 316391"/>
                <a:gd name="connsiteY3525" fmla="*/ 296720 h 459014"/>
                <a:gd name="connsiteX3526" fmla="*/ 140983 w 316391"/>
                <a:gd name="connsiteY3526" fmla="*/ 296720 h 459014"/>
                <a:gd name="connsiteX3527" fmla="*/ 140983 w 316391"/>
                <a:gd name="connsiteY3527" fmla="*/ 296720 h 459014"/>
                <a:gd name="connsiteX3528" fmla="*/ 140983 w 316391"/>
                <a:gd name="connsiteY3528" fmla="*/ 296720 h 459014"/>
                <a:gd name="connsiteX3529" fmla="*/ 142622 w 316391"/>
                <a:gd name="connsiteY3529" fmla="*/ 296720 h 459014"/>
                <a:gd name="connsiteX3530" fmla="*/ 142622 w 316391"/>
                <a:gd name="connsiteY3530" fmla="*/ 296720 h 459014"/>
                <a:gd name="connsiteX3531" fmla="*/ 142622 w 316391"/>
                <a:gd name="connsiteY3531" fmla="*/ 296720 h 459014"/>
                <a:gd name="connsiteX3532" fmla="*/ 142622 w 316391"/>
                <a:gd name="connsiteY3532" fmla="*/ 296720 h 459014"/>
                <a:gd name="connsiteX3533" fmla="*/ 142622 w 316391"/>
                <a:gd name="connsiteY3533" fmla="*/ 295081 h 459014"/>
                <a:gd name="connsiteX3534" fmla="*/ 142622 w 316391"/>
                <a:gd name="connsiteY3534" fmla="*/ 295081 h 459014"/>
                <a:gd name="connsiteX3535" fmla="*/ 142622 w 316391"/>
                <a:gd name="connsiteY3535" fmla="*/ 295081 h 459014"/>
                <a:gd name="connsiteX3536" fmla="*/ 142622 w 316391"/>
                <a:gd name="connsiteY3536" fmla="*/ 295081 h 459014"/>
                <a:gd name="connsiteX3537" fmla="*/ 142622 w 316391"/>
                <a:gd name="connsiteY3537" fmla="*/ 295081 h 459014"/>
                <a:gd name="connsiteX3538" fmla="*/ 142622 w 316391"/>
                <a:gd name="connsiteY3538" fmla="*/ 295081 h 459014"/>
                <a:gd name="connsiteX3539" fmla="*/ 142622 w 316391"/>
                <a:gd name="connsiteY3539" fmla="*/ 295081 h 459014"/>
                <a:gd name="connsiteX3540" fmla="*/ 142622 w 316391"/>
                <a:gd name="connsiteY3540" fmla="*/ 293441 h 459014"/>
                <a:gd name="connsiteX3541" fmla="*/ 142622 w 316391"/>
                <a:gd name="connsiteY3541" fmla="*/ 293441 h 459014"/>
                <a:gd name="connsiteX3542" fmla="*/ 142622 w 316391"/>
                <a:gd name="connsiteY3542" fmla="*/ 293441 h 459014"/>
                <a:gd name="connsiteX3543" fmla="*/ 142622 w 316391"/>
                <a:gd name="connsiteY3543" fmla="*/ 293441 h 459014"/>
                <a:gd name="connsiteX3544" fmla="*/ 142622 w 316391"/>
                <a:gd name="connsiteY3544" fmla="*/ 293441 h 459014"/>
                <a:gd name="connsiteX3545" fmla="*/ 142622 w 316391"/>
                <a:gd name="connsiteY3545" fmla="*/ 293441 h 459014"/>
                <a:gd name="connsiteX3546" fmla="*/ 144261 w 316391"/>
                <a:gd name="connsiteY3546" fmla="*/ 293441 h 459014"/>
                <a:gd name="connsiteX3547" fmla="*/ 144261 w 316391"/>
                <a:gd name="connsiteY3547" fmla="*/ 293441 h 459014"/>
                <a:gd name="connsiteX3548" fmla="*/ 144261 w 316391"/>
                <a:gd name="connsiteY3548" fmla="*/ 293441 h 459014"/>
                <a:gd name="connsiteX3549" fmla="*/ 144261 w 316391"/>
                <a:gd name="connsiteY3549" fmla="*/ 293441 h 459014"/>
                <a:gd name="connsiteX3550" fmla="*/ 144261 w 316391"/>
                <a:gd name="connsiteY3550" fmla="*/ 293441 h 459014"/>
                <a:gd name="connsiteX3551" fmla="*/ 144261 w 316391"/>
                <a:gd name="connsiteY3551" fmla="*/ 293441 h 459014"/>
                <a:gd name="connsiteX3552" fmla="*/ 144261 w 316391"/>
                <a:gd name="connsiteY3552" fmla="*/ 293441 h 459014"/>
                <a:gd name="connsiteX3553" fmla="*/ 145901 w 316391"/>
                <a:gd name="connsiteY3553" fmla="*/ 293441 h 459014"/>
                <a:gd name="connsiteX3554" fmla="*/ 145901 w 316391"/>
                <a:gd name="connsiteY3554" fmla="*/ 293441 h 459014"/>
                <a:gd name="connsiteX3555" fmla="*/ 145901 w 316391"/>
                <a:gd name="connsiteY3555" fmla="*/ 293441 h 459014"/>
                <a:gd name="connsiteX3556" fmla="*/ 145901 w 316391"/>
                <a:gd name="connsiteY3556" fmla="*/ 293441 h 459014"/>
                <a:gd name="connsiteX3557" fmla="*/ 147540 w 316391"/>
                <a:gd name="connsiteY3557" fmla="*/ 293441 h 459014"/>
                <a:gd name="connsiteX3558" fmla="*/ 147540 w 316391"/>
                <a:gd name="connsiteY3558" fmla="*/ 293441 h 459014"/>
                <a:gd name="connsiteX3559" fmla="*/ 147540 w 316391"/>
                <a:gd name="connsiteY3559" fmla="*/ 293441 h 459014"/>
                <a:gd name="connsiteX3560" fmla="*/ 147540 w 316391"/>
                <a:gd name="connsiteY3560" fmla="*/ 295081 h 459014"/>
                <a:gd name="connsiteX3561" fmla="*/ 147540 w 316391"/>
                <a:gd name="connsiteY3561" fmla="*/ 295081 h 459014"/>
                <a:gd name="connsiteX3562" fmla="*/ 147540 w 316391"/>
                <a:gd name="connsiteY3562" fmla="*/ 295081 h 459014"/>
                <a:gd name="connsiteX3563" fmla="*/ 147540 w 316391"/>
                <a:gd name="connsiteY3563" fmla="*/ 295081 h 459014"/>
                <a:gd name="connsiteX3564" fmla="*/ 147540 w 316391"/>
                <a:gd name="connsiteY3564" fmla="*/ 295081 h 459014"/>
                <a:gd name="connsiteX3565" fmla="*/ 147540 w 316391"/>
                <a:gd name="connsiteY3565" fmla="*/ 295081 h 459014"/>
                <a:gd name="connsiteX3566" fmla="*/ 147540 w 316391"/>
                <a:gd name="connsiteY3566" fmla="*/ 295081 h 459014"/>
                <a:gd name="connsiteX3567" fmla="*/ 147540 w 316391"/>
                <a:gd name="connsiteY3567" fmla="*/ 295081 h 459014"/>
                <a:gd name="connsiteX3568" fmla="*/ 149180 w 316391"/>
                <a:gd name="connsiteY3568" fmla="*/ 295081 h 459014"/>
                <a:gd name="connsiteX3569" fmla="*/ 149180 w 316391"/>
                <a:gd name="connsiteY3569" fmla="*/ 295081 h 459014"/>
                <a:gd name="connsiteX3570" fmla="*/ 149180 w 316391"/>
                <a:gd name="connsiteY3570" fmla="*/ 295081 h 459014"/>
                <a:gd name="connsiteX3571" fmla="*/ 149180 w 316391"/>
                <a:gd name="connsiteY3571" fmla="*/ 295081 h 459014"/>
                <a:gd name="connsiteX3572" fmla="*/ 149180 w 316391"/>
                <a:gd name="connsiteY3572" fmla="*/ 293441 h 459014"/>
                <a:gd name="connsiteX3573" fmla="*/ 149180 w 316391"/>
                <a:gd name="connsiteY3573" fmla="*/ 293441 h 459014"/>
                <a:gd name="connsiteX3574" fmla="*/ 149180 w 316391"/>
                <a:gd name="connsiteY3574" fmla="*/ 293441 h 459014"/>
                <a:gd name="connsiteX3575" fmla="*/ 150819 w 316391"/>
                <a:gd name="connsiteY3575" fmla="*/ 293441 h 459014"/>
                <a:gd name="connsiteX3576" fmla="*/ 150819 w 316391"/>
                <a:gd name="connsiteY3576" fmla="*/ 293441 h 459014"/>
                <a:gd name="connsiteX3577" fmla="*/ 150819 w 316391"/>
                <a:gd name="connsiteY3577" fmla="*/ 293441 h 459014"/>
                <a:gd name="connsiteX3578" fmla="*/ 150819 w 316391"/>
                <a:gd name="connsiteY3578" fmla="*/ 293441 h 459014"/>
                <a:gd name="connsiteX3579" fmla="*/ 150819 w 316391"/>
                <a:gd name="connsiteY3579" fmla="*/ 293441 h 459014"/>
                <a:gd name="connsiteX3580" fmla="*/ 150819 w 316391"/>
                <a:gd name="connsiteY3580" fmla="*/ 293441 h 459014"/>
                <a:gd name="connsiteX3581" fmla="*/ 152458 w 316391"/>
                <a:gd name="connsiteY3581" fmla="*/ 293441 h 459014"/>
                <a:gd name="connsiteX3582" fmla="*/ 152458 w 316391"/>
                <a:gd name="connsiteY3582" fmla="*/ 293441 h 459014"/>
                <a:gd name="connsiteX3583" fmla="*/ 152458 w 316391"/>
                <a:gd name="connsiteY3583" fmla="*/ 293441 h 459014"/>
                <a:gd name="connsiteX3584" fmla="*/ 152458 w 316391"/>
                <a:gd name="connsiteY3584" fmla="*/ 293441 h 459014"/>
                <a:gd name="connsiteX3585" fmla="*/ 152458 w 316391"/>
                <a:gd name="connsiteY3585" fmla="*/ 293441 h 459014"/>
                <a:gd name="connsiteX3586" fmla="*/ 154098 w 316391"/>
                <a:gd name="connsiteY3586" fmla="*/ 293441 h 459014"/>
                <a:gd name="connsiteX3587" fmla="*/ 154098 w 316391"/>
                <a:gd name="connsiteY3587" fmla="*/ 293441 h 459014"/>
                <a:gd name="connsiteX3588" fmla="*/ 154098 w 316391"/>
                <a:gd name="connsiteY3588" fmla="*/ 293441 h 459014"/>
                <a:gd name="connsiteX3589" fmla="*/ 154098 w 316391"/>
                <a:gd name="connsiteY3589" fmla="*/ 293441 h 459014"/>
                <a:gd name="connsiteX3590" fmla="*/ 154098 w 316391"/>
                <a:gd name="connsiteY3590" fmla="*/ 293441 h 459014"/>
                <a:gd name="connsiteX3591" fmla="*/ 155737 w 316391"/>
                <a:gd name="connsiteY3591" fmla="*/ 293441 h 459014"/>
                <a:gd name="connsiteX3592" fmla="*/ 155737 w 316391"/>
                <a:gd name="connsiteY3592" fmla="*/ 293441 h 459014"/>
                <a:gd name="connsiteX3593" fmla="*/ 155737 w 316391"/>
                <a:gd name="connsiteY3593" fmla="*/ 295081 h 459014"/>
                <a:gd name="connsiteX3594" fmla="*/ 155737 w 316391"/>
                <a:gd name="connsiteY3594" fmla="*/ 295081 h 459014"/>
                <a:gd name="connsiteX3595" fmla="*/ 157376 w 316391"/>
                <a:gd name="connsiteY3595" fmla="*/ 295081 h 459014"/>
                <a:gd name="connsiteX3596" fmla="*/ 157376 w 316391"/>
                <a:gd name="connsiteY3596" fmla="*/ 295081 h 459014"/>
                <a:gd name="connsiteX3597" fmla="*/ 157376 w 316391"/>
                <a:gd name="connsiteY3597" fmla="*/ 295081 h 459014"/>
                <a:gd name="connsiteX3598" fmla="*/ 159015 w 316391"/>
                <a:gd name="connsiteY3598" fmla="*/ 295081 h 459014"/>
                <a:gd name="connsiteX3599" fmla="*/ 159015 w 316391"/>
                <a:gd name="connsiteY3599" fmla="*/ 295081 h 459014"/>
                <a:gd name="connsiteX3600" fmla="*/ 159015 w 316391"/>
                <a:gd name="connsiteY3600" fmla="*/ 295081 h 459014"/>
                <a:gd name="connsiteX3601" fmla="*/ 159015 w 316391"/>
                <a:gd name="connsiteY3601" fmla="*/ 295081 h 459014"/>
                <a:gd name="connsiteX3602" fmla="*/ 159015 w 316391"/>
                <a:gd name="connsiteY3602" fmla="*/ 295081 h 459014"/>
                <a:gd name="connsiteX3603" fmla="*/ 159015 w 316391"/>
                <a:gd name="connsiteY3603" fmla="*/ 295081 h 459014"/>
                <a:gd name="connsiteX3604" fmla="*/ 159015 w 316391"/>
                <a:gd name="connsiteY3604" fmla="*/ 295081 h 459014"/>
                <a:gd name="connsiteX3605" fmla="*/ 160655 w 316391"/>
                <a:gd name="connsiteY3605" fmla="*/ 295081 h 459014"/>
                <a:gd name="connsiteX3606" fmla="*/ 160655 w 316391"/>
                <a:gd name="connsiteY3606" fmla="*/ 296720 h 459014"/>
                <a:gd name="connsiteX3607" fmla="*/ 160655 w 316391"/>
                <a:gd name="connsiteY3607" fmla="*/ 296720 h 459014"/>
                <a:gd name="connsiteX3608" fmla="*/ 160655 w 316391"/>
                <a:gd name="connsiteY3608" fmla="*/ 296720 h 459014"/>
                <a:gd name="connsiteX3609" fmla="*/ 160655 w 316391"/>
                <a:gd name="connsiteY3609" fmla="*/ 296720 h 459014"/>
                <a:gd name="connsiteX3610" fmla="*/ 162294 w 316391"/>
                <a:gd name="connsiteY3610" fmla="*/ 298359 h 459014"/>
                <a:gd name="connsiteX3611" fmla="*/ 162294 w 316391"/>
                <a:gd name="connsiteY3611" fmla="*/ 298359 h 459014"/>
                <a:gd name="connsiteX3612" fmla="*/ 162294 w 316391"/>
                <a:gd name="connsiteY3612" fmla="*/ 298359 h 459014"/>
                <a:gd name="connsiteX3613" fmla="*/ 162294 w 316391"/>
                <a:gd name="connsiteY3613" fmla="*/ 298359 h 459014"/>
                <a:gd name="connsiteX3614" fmla="*/ 162294 w 316391"/>
                <a:gd name="connsiteY3614" fmla="*/ 298359 h 459014"/>
                <a:gd name="connsiteX3615" fmla="*/ 162294 w 316391"/>
                <a:gd name="connsiteY3615" fmla="*/ 298359 h 459014"/>
                <a:gd name="connsiteX3616" fmla="*/ 162294 w 316391"/>
                <a:gd name="connsiteY3616" fmla="*/ 298359 h 459014"/>
                <a:gd name="connsiteX3617" fmla="*/ 162294 w 316391"/>
                <a:gd name="connsiteY3617" fmla="*/ 298359 h 459014"/>
                <a:gd name="connsiteX3618" fmla="*/ 162294 w 316391"/>
                <a:gd name="connsiteY3618" fmla="*/ 298359 h 459014"/>
                <a:gd name="connsiteX3619" fmla="*/ 162294 w 316391"/>
                <a:gd name="connsiteY3619" fmla="*/ 298359 h 459014"/>
                <a:gd name="connsiteX3620" fmla="*/ 162294 w 316391"/>
                <a:gd name="connsiteY3620" fmla="*/ 298359 h 459014"/>
                <a:gd name="connsiteX3621" fmla="*/ 162294 w 316391"/>
                <a:gd name="connsiteY3621" fmla="*/ 298359 h 459014"/>
                <a:gd name="connsiteX3622" fmla="*/ 162294 w 316391"/>
                <a:gd name="connsiteY3622" fmla="*/ 298359 h 459014"/>
                <a:gd name="connsiteX3623" fmla="*/ 162294 w 316391"/>
                <a:gd name="connsiteY3623" fmla="*/ 296720 h 459014"/>
                <a:gd name="connsiteX3624" fmla="*/ 160655 w 316391"/>
                <a:gd name="connsiteY3624" fmla="*/ 296720 h 459014"/>
                <a:gd name="connsiteX3625" fmla="*/ 160655 w 316391"/>
                <a:gd name="connsiteY3625" fmla="*/ 295081 h 459014"/>
                <a:gd name="connsiteX3626" fmla="*/ 160655 w 316391"/>
                <a:gd name="connsiteY3626" fmla="*/ 295081 h 459014"/>
                <a:gd name="connsiteX3627" fmla="*/ 160655 w 316391"/>
                <a:gd name="connsiteY3627" fmla="*/ 295081 h 459014"/>
                <a:gd name="connsiteX3628" fmla="*/ 160655 w 316391"/>
                <a:gd name="connsiteY3628" fmla="*/ 295081 h 459014"/>
                <a:gd name="connsiteX3629" fmla="*/ 160655 w 316391"/>
                <a:gd name="connsiteY3629" fmla="*/ 293441 h 459014"/>
                <a:gd name="connsiteX3630" fmla="*/ 160655 w 316391"/>
                <a:gd name="connsiteY3630" fmla="*/ 293441 h 459014"/>
                <a:gd name="connsiteX3631" fmla="*/ 160655 w 316391"/>
                <a:gd name="connsiteY3631" fmla="*/ 293441 h 459014"/>
                <a:gd name="connsiteX3632" fmla="*/ 160655 w 316391"/>
                <a:gd name="connsiteY3632" fmla="*/ 293441 h 459014"/>
                <a:gd name="connsiteX3633" fmla="*/ 160655 w 316391"/>
                <a:gd name="connsiteY3633" fmla="*/ 293441 h 459014"/>
                <a:gd name="connsiteX3634" fmla="*/ 160655 w 316391"/>
                <a:gd name="connsiteY3634" fmla="*/ 291802 h 459014"/>
                <a:gd name="connsiteX3635" fmla="*/ 160655 w 316391"/>
                <a:gd name="connsiteY3635" fmla="*/ 291802 h 459014"/>
                <a:gd name="connsiteX3636" fmla="*/ 160655 w 316391"/>
                <a:gd name="connsiteY3636" fmla="*/ 291802 h 459014"/>
                <a:gd name="connsiteX3637" fmla="*/ 160655 w 316391"/>
                <a:gd name="connsiteY3637" fmla="*/ 291802 h 459014"/>
                <a:gd name="connsiteX3638" fmla="*/ 160655 w 316391"/>
                <a:gd name="connsiteY3638" fmla="*/ 291802 h 459014"/>
                <a:gd name="connsiteX3639" fmla="*/ 160655 w 316391"/>
                <a:gd name="connsiteY3639" fmla="*/ 291802 h 459014"/>
                <a:gd name="connsiteX3640" fmla="*/ 160655 w 316391"/>
                <a:gd name="connsiteY3640" fmla="*/ 291802 h 459014"/>
                <a:gd name="connsiteX3641" fmla="*/ 159015 w 316391"/>
                <a:gd name="connsiteY3641" fmla="*/ 291802 h 459014"/>
                <a:gd name="connsiteX3642" fmla="*/ 159015 w 316391"/>
                <a:gd name="connsiteY3642" fmla="*/ 291802 h 459014"/>
                <a:gd name="connsiteX3643" fmla="*/ 157376 w 316391"/>
                <a:gd name="connsiteY3643" fmla="*/ 290163 h 459014"/>
                <a:gd name="connsiteX3644" fmla="*/ 157376 w 316391"/>
                <a:gd name="connsiteY3644" fmla="*/ 290163 h 459014"/>
                <a:gd name="connsiteX3645" fmla="*/ 157376 w 316391"/>
                <a:gd name="connsiteY3645" fmla="*/ 290163 h 459014"/>
                <a:gd name="connsiteX3646" fmla="*/ 157376 w 316391"/>
                <a:gd name="connsiteY3646" fmla="*/ 290163 h 459014"/>
                <a:gd name="connsiteX3647" fmla="*/ 157376 w 316391"/>
                <a:gd name="connsiteY3647" fmla="*/ 288523 h 459014"/>
                <a:gd name="connsiteX3648" fmla="*/ 155737 w 316391"/>
                <a:gd name="connsiteY3648" fmla="*/ 288523 h 459014"/>
                <a:gd name="connsiteX3649" fmla="*/ 155737 w 316391"/>
                <a:gd name="connsiteY3649" fmla="*/ 288523 h 459014"/>
                <a:gd name="connsiteX3650" fmla="*/ 155737 w 316391"/>
                <a:gd name="connsiteY3650" fmla="*/ 288523 h 459014"/>
                <a:gd name="connsiteX3651" fmla="*/ 155737 w 316391"/>
                <a:gd name="connsiteY3651" fmla="*/ 286884 h 459014"/>
                <a:gd name="connsiteX3652" fmla="*/ 155737 w 316391"/>
                <a:gd name="connsiteY3652" fmla="*/ 286884 h 459014"/>
                <a:gd name="connsiteX3653" fmla="*/ 154098 w 316391"/>
                <a:gd name="connsiteY3653" fmla="*/ 286884 h 459014"/>
                <a:gd name="connsiteX3654" fmla="*/ 154098 w 316391"/>
                <a:gd name="connsiteY3654" fmla="*/ 286884 h 459014"/>
                <a:gd name="connsiteX3655" fmla="*/ 154098 w 316391"/>
                <a:gd name="connsiteY3655" fmla="*/ 286884 h 459014"/>
                <a:gd name="connsiteX3656" fmla="*/ 154098 w 316391"/>
                <a:gd name="connsiteY3656" fmla="*/ 286884 h 459014"/>
                <a:gd name="connsiteX3657" fmla="*/ 154098 w 316391"/>
                <a:gd name="connsiteY3657" fmla="*/ 286884 h 459014"/>
                <a:gd name="connsiteX3658" fmla="*/ 154098 w 316391"/>
                <a:gd name="connsiteY3658" fmla="*/ 286884 h 459014"/>
                <a:gd name="connsiteX3659" fmla="*/ 152458 w 316391"/>
                <a:gd name="connsiteY3659" fmla="*/ 286884 h 459014"/>
                <a:gd name="connsiteX3660" fmla="*/ 152458 w 316391"/>
                <a:gd name="connsiteY3660" fmla="*/ 286884 h 459014"/>
                <a:gd name="connsiteX3661" fmla="*/ 152458 w 316391"/>
                <a:gd name="connsiteY3661" fmla="*/ 286884 h 459014"/>
                <a:gd name="connsiteX3662" fmla="*/ 152458 w 316391"/>
                <a:gd name="connsiteY3662" fmla="*/ 286884 h 459014"/>
                <a:gd name="connsiteX3663" fmla="*/ 152458 w 316391"/>
                <a:gd name="connsiteY3663" fmla="*/ 286884 h 459014"/>
                <a:gd name="connsiteX3664" fmla="*/ 150819 w 316391"/>
                <a:gd name="connsiteY3664" fmla="*/ 286884 h 459014"/>
                <a:gd name="connsiteX3665" fmla="*/ 150819 w 316391"/>
                <a:gd name="connsiteY3665" fmla="*/ 286884 h 459014"/>
                <a:gd name="connsiteX3666" fmla="*/ 150819 w 316391"/>
                <a:gd name="connsiteY3666" fmla="*/ 286884 h 459014"/>
                <a:gd name="connsiteX3667" fmla="*/ 150819 w 316391"/>
                <a:gd name="connsiteY3667" fmla="*/ 286884 h 459014"/>
                <a:gd name="connsiteX3668" fmla="*/ 150819 w 316391"/>
                <a:gd name="connsiteY3668" fmla="*/ 285244 h 459014"/>
                <a:gd name="connsiteX3669" fmla="*/ 150819 w 316391"/>
                <a:gd name="connsiteY3669" fmla="*/ 285244 h 459014"/>
                <a:gd name="connsiteX3670" fmla="*/ 150819 w 316391"/>
                <a:gd name="connsiteY3670" fmla="*/ 285244 h 459014"/>
                <a:gd name="connsiteX3671" fmla="*/ 149180 w 316391"/>
                <a:gd name="connsiteY3671" fmla="*/ 285244 h 459014"/>
                <a:gd name="connsiteX3672" fmla="*/ 149180 w 316391"/>
                <a:gd name="connsiteY3672" fmla="*/ 285244 h 459014"/>
                <a:gd name="connsiteX3673" fmla="*/ 149180 w 316391"/>
                <a:gd name="connsiteY3673" fmla="*/ 285244 h 459014"/>
                <a:gd name="connsiteX3674" fmla="*/ 149180 w 316391"/>
                <a:gd name="connsiteY3674" fmla="*/ 285244 h 459014"/>
                <a:gd name="connsiteX3675" fmla="*/ 149180 w 316391"/>
                <a:gd name="connsiteY3675" fmla="*/ 283605 h 459014"/>
                <a:gd name="connsiteX3676" fmla="*/ 149180 w 316391"/>
                <a:gd name="connsiteY3676" fmla="*/ 283605 h 459014"/>
                <a:gd name="connsiteX3677" fmla="*/ 149180 w 316391"/>
                <a:gd name="connsiteY3677" fmla="*/ 283605 h 459014"/>
                <a:gd name="connsiteX3678" fmla="*/ 149180 w 316391"/>
                <a:gd name="connsiteY3678" fmla="*/ 283605 h 459014"/>
                <a:gd name="connsiteX3679" fmla="*/ 147540 w 316391"/>
                <a:gd name="connsiteY3679" fmla="*/ 283605 h 459014"/>
                <a:gd name="connsiteX3680" fmla="*/ 147540 w 316391"/>
                <a:gd name="connsiteY3680" fmla="*/ 283605 h 459014"/>
                <a:gd name="connsiteX3681" fmla="*/ 147540 w 316391"/>
                <a:gd name="connsiteY3681" fmla="*/ 283605 h 459014"/>
                <a:gd name="connsiteX3682" fmla="*/ 147540 w 316391"/>
                <a:gd name="connsiteY3682" fmla="*/ 283605 h 459014"/>
                <a:gd name="connsiteX3683" fmla="*/ 147540 w 316391"/>
                <a:gd name="connsiteY3683" fmla="*/ 283605 h 459014"/>
                <a:gd name="connsiteX3684" fmla="*/ 147540 w 316391"/>
                <a:gd name="connsiteY3684" fmla="*/ 283605 h 459014"/>
                <a:gd name="connsiteX3685" fmla="*/ 147540 w 316391"/>
                <a:gd name="connsiteY3685" fmla="*/ 283605 h 459014"/>
                <a:gd name="connsiteX3686" fmla="*/ 145901 w 316391"/>
                <a:gd name="connsiteY3686" fmla="*/ 283605 h 459014"/>
                <a:gd name="connsiteX3687" fmla="*/ 145901 w 316391"/>
                <a:gd name="connsiteY3687" fmla="*/ 283605 h 459014"/>
                <a:gd name="connsiteX3688" fmla="*/ 144261 w 316391"/>
                <a:gd name="connsiteY3688" fmla="*/ 283605 h 459014"/>
                <a:gd name="connsiteX3689" fmla="*/ 144261 w 316391"/>
                <a:gd name="connsiteY3689" fmla="*/ 283605 h 459014"/>
                <a:gd name="connsiteX3690" fmla="*/ 144261 w 316391"/>
                <a:gd name="connsiteY3690" fmla="*/ 283605 h 459014"/>
                <a:gd name="connsiteX3691" fmla="*/ 144261 w 316391"/>
                <a:gd name="connsiteY3691" fmla="*/ 283605 h 459014"/>
                <a:gd name="connsiteX3692" fmla="*/ 142622 w 316391"/>
                <a:gd name="connsiteY3692" fmla="*/ 283605 h 459014"/>
                <a:gd name="connsiteX3693" fmla="*/ 142622 w 316391"/>
                <a:gd name="connsiteY3693" fmla="*/ 283605 h 459014"/>
                <a:gd name="connsiteX3694" fmla="*/ 142622 w 316391"/>
                <a:gd name="connsiteY3694" fmla="*/ 283605 h 459014"/>
                <a:gd name="connsiteX3695" fmla="*/ 142622 w 316391"/>
                <a:gd name="connsiteY3695" fmla="*/ 283605 h 459014"/>
                <a:gd name="connsiteX3696" fmla="*/ 140983 w 316391"/>
                <a:gd name="connsiteY3696" fmla="*/ 283605 h 459014"/>
                <a:gd name="connsiteX3697" fmla="*/ 140983 w 316391"/>
                <a:gd name="connsiteY3697" fmla="*/ 283605 h 459014"/>
                <a:gd name="connsiteX3698" fmla="*/ 140983 w 316391"/>
                <a:gd name="connsiteY3698" fmla="*/ 285244 h 459014"/>
                <a:gd name="connsiteX3699" fmla="*/ 140983 w 316391"/>
                <a:gd name="connsiteY3699" fmla="*/ 285244 h 459014"/>
                <a:gd name="connsiteX3700" fmla="*/ 139344 w 316391"/>
                <a:gd name="connsiteY3700" fmla="*/ 285244 h 459014"/>
                <a:gd name="connsiteX3701" fmla="*/ 139344 w 316391"/>
                <a:gd name="connsiteY3701" fmla="*/ 283605 h 459014"/>
                <a:gd name="connsiteX3702" fmla="*/ 139344 w 316391"/>
                <a:gd name="connsiteY3702" fmla="*/ 283605 h 459014"/>
                <a:gd name="connsiteX3703" fmla="*/ 139344 w 316391"/>
                <a:gd name="connsiteY3703" fmla="*/ 283605 h 459014"/>
                <a:gd name="connsiteX3704" fmla="*/ 139344 w 316391"/>
                <a:gd name="connsiteY3704" fmla="*/ 283605 h 459014"/>
                <a:gd name="connsiteX3705" fmla="*/ 137704 w 316391"/>
                <a:gd name="connsiteY3705" fmla="*/ 283605 h 459014"/>
                <a:gd name="connsiteX3706" fmla="*/ 137704 w 316391"/>
                <a:gd name="connsiteY3706" fmla="*/ 283605 h 459014"/>
                <a:gd name="connsiteX3707" fmla="*/ 137704 w 316391"/>
                <a:gd name="connsiteY3707" fmla="*/ 283605 h 459014"/>
                <a:gd name="connsiteX3708" fmla="*/ 136065 w 316391"/>
                <a:gd name="connsiteY3708" fmla="*/ 283605 h 459014"/>
                <a:gd name="connsiteX3709" fmla="*/ 136065 w 316391"/>
                <a:gd name="connsiteY3709" fmla="*/ 283605 h 459014"/>
                <a:gd name="connsiteX3710" fmla="*/ 136065 w 316391"/>
                <a:gd name="connsiteY3710" fmla="*/ 283605 h 459014"/>
                <a:gd name="connsiteX3711" fmla="*/ 134425 w 316391"/>
                <a:gd name="connsiteY3711" fmla="*/ 283605 h 459014"/>
                <a:gd name="connsiteX3712" fmla="*/ 134425 w 316391"/>
                <a:gd name="connsiteY3712" fmla="*/ 283605 h 459014"/>
                <a:gd name="connsiteX3713" fmla="*/ 134425 w 316391"/>
                <a:gd name="connsiteY3713" fmla="*/ 283605 h 459014"/>
                <a:gd name="connsiteX3714" fmla="*/ 134425 w 316391"/>
                <a:gd name="connsiteY3714" fmla="*/ 281966 h 459014"/>
                <a:gd name="connsiteX3715" fmla="*/ 134425 w 316391"/>
                <a:gd name="connsiteY3715" fmla="*/ 281966 h 459014"/>
                <a:gd name="connsiteX3716" fmla="*/ 134425 w 316391"/>
                <a:gd name="connsiteY3716" fmla="*/ 281966 h 459014"/>
                <a:gd name="connsiteX3717" fmla="*/ 132786 w 316391"/>
                <a:gd name="connsiteY3717" fmla="*/ 281966 h 459014"/>
                <a:gd name="connsiteX3718" fmla="*/ 132786 w 316391"/>
                <a:gd name="connsiteY3718" fmla="*/ 281966 h 459014"/>
                <a:gd name="connsiteX3719" fmla="*/ 132786 w 316391"/>
                <a:gd name="connsiteY3719" fmla="*/ 281966 h 459014"/>
                <a:gd name="connsiteX3720" fmla="*/ 132786 w 316391"/>
                <a:gd name="connsiteY3720" fmla="*/ 281966 h 459014"/>
                <a:gd name="connsiteX3721" fmla="*/ 132786 w 316391"/>
                <a:gd name="connsiteY3721" fmla="*/ 281966 h 459014"/>
                <a:gd name="connsiteX3722" fmla="*/ 131147 w 316391"/>
                <a:gd name="connsiteY3722" fmla="*/ 281966 h 459014"/>
                <a:gd name="connsiteX3723" fmla="*/ 131147 w 316391"/>
                <a:gd name="connsiteY3723" fmla="*/ 281966 h 459014"/>
                <a:gd name="connsiteX3724" fmla="*/ 131147 w 316391"/>
                <a:gd name="connsiteY3724" fmla="*/ 281966 h 459014"/>
                <a:gd name="connsiteX3725" fmla="*/ 131147 w 316391"/>
                <a:gd name="connsiteY3725" fmla="*/ 281966 h 459014"/>
                <a:gd name="connsiteX3726" fmla="*/ 131147 w 316391"/>
                <a:gd name="connsiteY3726" fmla="*/ 281966 h 459014"/>
                <a:gd name="connsiteX3727" fmla="*/ 131147 w 316391"/>
                <a:gd name="connsiteY3727" fmla="*/ 281966 h 459014"/>
                <a:gd name="connsiteX3728" fmla="*/ 129508 w 316391"/>
                <a:gd name="connsiteY3728" fmla="*/ 281966 h 459014"/>
                <a:gd name="connsiteX3729" fmla="*/ 129508 w 316391"/>
                <a:gd name="connsiteY3729" fmla="*/ 280327 h 459014"/>
                <a:gd name="connsiteX3730" fmla="*/ 129508 w 316391"/>
                <a:gd name="connsiteY3730" fmla="*/ 280327 h 459014"/>
                <a:gd name="connsiteX3731" fmla="*/ 129508 w 316391"/>
                <a:gd name="connsiteY3731" fmla="*/ 280327 h 459014"/>
                <a:gd name="connsiteX3732" fmla="*/ 129508 w 316391"/>
                <a:gd name="connsiteY3732" fmla="*/ 280327 h 459014"/>
                <a:gd name="connsiteX3733" fmla="*/ 127868 w 316391"/>
                <a:gd name="connsiteY3733" fmla="*/ 278687 h 459014"/>
                <a:gd name="connsiteX3734" fmla="*/ 127868 w 316391"/>
                <a:gd name="connsiteY3734" fmla="*/ 278687 h 459014"/>
                <a:gd name="connsiteX3735" fmla="*/ 127868 w 316391"/>
                <a:gd name="connsiteY3735" fmla="*/ 278687 h 459014"/>
                <a:gd name="connsiteX3736" fmla="*/ 127868 w 316391"/>
                <a:gd name="connsiteY3736" fmla="*/ 278687 h 459014"/>
                <a:gd name="connsiteX3737" fmla="*/ 127868 w 316391"/>
                <a:gd name="connsiteY3737" fmla="*/ 278687 h 459014"/>
                <a:gd name="connsiteX3738" fmla="*/ 127868 w 316391"/>
                <a:gd name="connsiteY3738" fmla="*/ 278687 h 459014"/>
                <a:gd name="connsiteX3739" fmla="*/ 127868 w 316391"/>
                <a:gd name="connsiteY3739" fmla="*/ 277048 h 459014"/>
                <a:gd name="connsiteX3740" fmla="*/ 127868 w 316391"/>
                <a:gd name="connsiteY3740" fmla="*/ 277048 h 459014"/>
                <a:gd name="connsiteX3741" fmla="*/ 127868 w 316391"/>
                <a:gd name="connsiteY3741" fmla="*/ 275409 h 459014"/>
                <a:gd name="connsiteX3742" fmla="*/ 129508 w 316391"/>
                <a:gd name="connsiteY3742" fmla="*/ 275409 h 459014"/>
                <a:gd name="connsiteX3743" fmla="*/ 129508 w 316391"/>
                <a:gd name="connsiteY3743" fmla="*/ 275409 h 459014"/>
                <a:gd name="connsiteX3744" fmla="*/ 129508 w 316391"/>
                <a:gd name="connsiteY3744" fmla="*/ 275409 h 459014"/>
                <a:gd name="connsiteX3745" fmla="*/ 129508 w 316391"/>
                <a:gd name="connsiteY3745" fmla="*/ 275409 h 459014"/>
                <a:gd name="connsiteX3746" fmla="*/ 127868 w 316391"/>
                <a:gd name="connsiteY3746" fmla="*/ 275409 h 459014"/>
                <a:gd name="connsiteX3747" fmla="*/ 127868 w 316391"/>
                <a:gd name="connsiteY3747" fmla="*/ 275409 h 459014"/>
                <a:gd name="connsiteX3748" fmla="*/ 127868 w 316391"/>
                <a:gd name="connsiteY3748" fmla="*/ 273769 h 459014"/>
                <a:gd name="connsiteX3749" fmla="*/ 127868 w 316391"/>
                <a:gd name="connsiteY3749" fmla="*/ 273769 h 459014"/>
                <a:gd name="connsiteX3750" fmla="*/ 126229 w 316391"/>
                <a:gd name="connsiteY3750" fmla="*/ 273769 h 459014"/>
                <a:gd name="connsiteX3751" fmla="*/ 126229 w 316391"/>
                <a:gd name="connsiteY3751" fmla="*/ 273769 h 459014"/>
                <a:gd name="connsiteX3752" fmla="*/ 126229 w 316391"/>
                <a:gd name="connsiteY3752" fmla="*/ 272130 h 459014"/>
                <a:gd name="connsiteX3753" fmla="*/ 126229 w 316391"/>
                <a:gd name="connsiteY3753" fmla="*/ 272130 h 459014"/>
                <a:gd name="connsiteX3754" fmla="*/ 124590 w 316391"/>
                <a:gd name="connsiteY3754" fmla="*/ 272130 h 459014"/>
                <a:gd name="connsiteX3755" fmla="*/ 124590 w 316391"/>
                <a:gd name="connsiteY3755" fmla="*/ 272130 h 459014"/>
                <a:gd name="connsiteX3756" fmla="*/ 124590 w 316391"/>
                <a:gd name="connsiteY3756" fmla="*/ 272130 h 459014"/>
                <a:gd name="connsiteX3757" fmla="*/ 124590 w 316391"/>
                <a:gd name="connsiteY3757" fmla="*/ 272130 h 459014"/>
                <a:gd name="connsiteX3758" fmla="*/ 124590 w 316391"/>
                <a:gd name="connsiteY3758" fmla="*/ 272130 h 459014"/>
                <a:gd name="connsiteX3759" fmla="*/ 122950 w 316391"/>
                <a:gd name="connsiteY3759" fmla="*/ 272130 h 459014"/>
                <a:gd name="connsiteX3760" fmla="*/ 122950 w 316391"/>
                <a:gd name="connsiteY3760" fmla="*/ 272130 h 459014"/>
                <a:gd name="connsiteX3761" fmla="*/ 122950 w 316391"/>
                <a:gd name="connsiteY3761" fmla="*/ 272130 h 459014"/>
                <a:gd name="connsiteX3762" fmla="*/ 122950 w 316391"/>
                <a:gd name="connsiteY3762" fmla="*/ 270491 h 459014"/>
                <a:gd name="connsiteX3763" fmla="*/ 122950 w 316391"/>
                <a:gd name="connsiteY3763" fmla="*/ 270491 h 459014"/>
                <a:gd name="connsiteX3764" fmla="*/ 121311 w 316391"/>
                <a:gd name="connsiteY3764" fmla="*/ 270491 h 459014"/>
                <a:gd name="connsiteX3765" fmla="*/ 121311 w 316391"/>
                <a:gd name="connsiteY3765" fmla="*/ 270491 h 459014"/>
                <a:gd name="connsiteX3766" fmla="*/ 121311 w 316391"/>
                <a:gd name="connsiteY3766" fmla="*/ 270491 h 459014"/>
                <a:gd name="connsiteX3767" fmla="*/ 121311 w 316391"/>
                <a:gd name="connsiteY3767" fmla="*/ 270491 h 459014"/>
                <a:gd name="connsiteX3768" fmla="*/ 121311 w 316391"/>
                <a:gd name="connsiteY3768" fmla="*/ 270491 h 459014"/>
                <a:gd name="connsiteX3769" fmla="*/ 121311 w 316391"/>
                <a:gd name="connsiteY3769" fmla="*/ 268851 h 459014"/>
                <a:gd name="connsiteX3770" fmla="*/ 121311 w 316391"/>
                <a:gd name="connsiteY3770" fmla="*/ 268851 h 459014"/>
                <a:gd name="connsiteX3771" fmla="*/ 119671 w 316391"/>
                <a:gd name="connsiteY3771" fmla="*/ 268851 h 459014"/>
                <a:gd name="connsiteX3772" fmla="*/ 119671 w 316391"/>
                <a:gd name="connsiteY3772" fmla="*/ 268851 h 459014"/>
                <a:gd name="connsiteX3773" fmla="*/ 119671 w 316391"/>
                <a:gd name="connsiteY3773" fmla="*/ 268851 h 459014"/>
                <a:gd name="connsiteX3774" fmla="*/ 119671 w 316391"/>
                <a:gd name="connsiteY3774" fmla="*/ 267212 h 459014"/>
                <a:gd name="connsiteX3775" fmla="*/ 119671 w 316391"/>
                <a:gd name="connsiteY3775" fmla="*/ 267212 h 459014"/>
                <a:gd name="connsiteX3776" fmla="*/ 118032 w 316391"/>
                <a:gd name="connsiteY3776" fmla="*/ 267212 h 459014"/>
                <a:gd name="connsiteX3777" fmla="*/ 118032 w 316391"/>
                <a:gd name="connsiteY3777" fmla="*/ 267212 h 459014"/>
                <a:gd name="connsiteX3778" fmla="*/ 118032 w 316391"/>
                <a:gd name="connsiteY3778" fmla="*/ 267212 h 459014"/>
                <a:gd name="connsiteX3779" fmla="*/ 118032 w 316391"/>
                <a:gd name="connsiteY3779" fmla="*/ 267212 h 459014"/>
                <a:gd name="connsiteX3780" fmla="*/ 118032 w 316391"/>
                <a:gd name="connsiteY3780" fmla="*/ 267212 h 459014"/>
                <a:gd name="connsiteX3781" fmla="*/ 118032 w 316391"/>
                <a:gd name="connsiteY3781" fmla="*/ 267212 h 459014"/>
                <a:gd name="connsiteX3782" fmla="*/ 118032 w 316391"/>
                <a:gd name="connsiteY3782" fmla="*/ 267212 h 459014"/>
                <a:gd name="connsiteX3783" fmla="*/ 116393 w 316391"/>
                <a:gd name="connsiteY3783" fmla="*/ 265573 h 459014"/>
                <a:gd name="connsiteX3784" fmla="*/ 116393 w 316391"/>
                <a:gd name="connsiteY3784" fmla="*/ 265573 h 459014"/>
                <a:gd name="connsiteX3785" fmla="*/ 116393 w 316391"/>
                <a:gd name="connsiteY3785" fmla="*/ 265573 h 459014"/>
                <a:gd name="connsiteX3786" fmla="*/ 116393 w 316391"/>
                <a:gd name="connsiteY3786" fmla="*/ 263933 h 459014"/>
                <a:gd name="connsiteX3787" fmla="*/ 116393 w 316391"/>
                <a:gd name="connsiteY3787" fmla="*/ 263933 h 459014"/>
                <a:gd name="connsiteX3788" fmla="*/ 116393 w 316391"/>
                <a:gd name="connsiteY3788" fmla="*/ 263933 h 459014"/>
                <a:gd name="connsiteX3789" fmla="*/ 114754 w 316391"/>
                <a:gd name="connsiteY3789" fmla="*/ 263933 h 459014"/>
                <a:gd name="connsiteX3790" fmla="*/ 114754 w 316391"/>
                <a:gd name="connsiteY3790" fmla="*/ 263933 h 459014"/>
                <a:gd name="connsiteX3791" fmla="*/ 114754 w 316391"/>
                <a:gd name="connsiteY3791" fmla="*/ 263933 h 459014"/>
                <a:gd name="connsiteX3792" fmla="*/ 114754 w 316391"/>
                <a:gd name="connsiteY3792" fmla="*/ 262294 h 459014"/>
                <a:gd name="connsiteX3793" fmla="*/ 113114 w 316391"/>
                <a:gd name="connsiteY3793" fmla="*/ 260654 h 459014"/>
                <a:gd name="connsiteX3794" fmla="*/ 113114 w 316391"/>
                <a:gd name="connsiteY3794" fmla="*/ 260654 h 459014"/>
                <a:gd name="connsiteX3795" fmla="*/ 113114 w 316391"/>
                <a:gd name="connsiteY3795" fmla="*/ 259015 h 459014"/>
                <a:gd name="connsiteX3796" fmla="*/ 113114 w 316391"/>
                <a:gd name="connsiteY3796" fmla="*/ 259015 h 459014"/>
                <a:gd name="connsiteX3797" fmla="*/ 113114 w 316391"/>
                <a:gd name="connsiteY3797" fmla="*/ 259015 h 459014"/>
                <a:gd name="connsiteX3798" fmla="*/ 113114 w 316391"/>
                <a:gd name="connsiteY3798" fmla="*/ 259015 h 459014"/>
                <a:gd name="connsiteX3799" fmla="*/ 113114 w 316391"/>
                <a:gd name="connsiteY3799" fmla="*/ 259015 h 459014"/>
                <a:gd name="connsiteX3800" fmla="*/ 111475 w 316391"/>
                <a:gd name="connsiteY3800" fmla="*/ 257376 h 459014"/>
                <a:gd name="connsiteX3801" fmla="*/ 111475 w 316391"/>
                <a:gd name="connsiteY3801" fmla="*/ 257376 h 459014"/>
                <a:gd name="connsiteX3802" fmla="*/ 111475 w 316391"/>
                <a:gd name="connsiteY3802" fmla="*/ 257376 h 459014"/>
                <a:gd name="connsiteX3803" fmla="*/ 111475 w 316391"/>
                <a:gd name="connsiteY3803" fmla="*/ 257376 h 459014"/>
                <a:gd name="connsiteX3804" fmla="*/ 111475 w 316391"/>
                <a:gd name="connsiteY3804" fmla="*/ 257376 h 459014"/>
                <a:gd name="connsiteX3805" fmla="*/ 111475 w 316391"/>
                <a:gd name="connsiteY3805" fmla="*/ 257376 h 459014"/>
                <a:gd name="connsiteX3806" fmla="*/ 111475 w 316391"/>
                <a:gd name="connsiteY3806" fmla="*/ 257376 h 459014"/>
                <a:gd name="connsiteX3807" fmla="*/ 111475 w 316391"/>
                <a:gd name="connsiteY3807" fmla="*/ 255737 h 459014"/>
                <a:gd name="connsiteX3808" fmla="*/ 111475 w 316391"/>
                <a:gd name="connsiteY3808" fmla="*/ 255737 h 459014"/>
                <a:gd name="connsiteX3809" fmla="*/ 111475 w 316391"/>
                <a:gd name="connsiteY3809" fmla="*/ 255737 h 459014"/>
                <a:gd name="connsiteX3810" fmla="*/ 111475 w 316391"/>
                <a:gd name="connsiteY3810" fmla="*/ 255737 h 459014"/>
                <a:gd name="connsiteX3811" fmla="*/ 111475 w 316391"/>
                <a:gd name="connsiteY3811" fmla="*/ 255737 h 459014"/>
                <a:gd name="connsiteX3812" fmla="*/ 111475 w 316391"/>
                <a:gd name="connsiteY3812" fmla="*/ 254097 h 459014"/>
                <a:gd name="connsiteX3813" fmla="*/ 111475 w 316391"/>
                <a:gd name="connsiteY3813" fmla="*/ 254097 h 459014"/>
                <a:gd name="connsiteX3814" fmla="*/ 111475 w 316391"/>
                <a:gd name="connsiteY3814" fmla="*/ 254097 h 459014"/>
                <a:gd name="connsiteX3815" fmla="*/ 111475 w 316391"/>
                <a:gd name="connsiteY3815" fmla="*/ 254097 h 459014"/>
                <a:gd name="connsiteX3816" fmla="*/ 111475 w 316391"/>
                <a:gd name="connsiteY3816" fmla="*/ 254097 h 459014"/>
                <a:gd name="connsiteX3817" fmla="*/ 111475 w 316391"/>
                <a:gd name="connsiteY3817" fmla="*/ 254097 h 459014"/>
                <a:gd name="connsiteX3818" fmla="*/ 109835 w 316391"/>
                <a:gd name="connsiteY3818" fmla="*/ 252458 h 459014"/>
                <a:gd name="connsiteX3819" fmla="*/ 109835 w 316391"/>
                <a:gd name="connsiteY3819" fmla="*/ 252458 h 459014"/>
                <a:gd name="connsiteX3820" fmla="*/ 109835 w 316391"/>
                <a:gd name="connsiteY3820" fmla="*/ 252458 h 459014"/>
                <a:gd name="connsiteX3821" fmla="*/ 109835 w 316391"/>
                <a:gd name="connsiteY3821" fmla="*/ 250819 h 459014"/>
                <a:gd name="connsiteX3822" fmla="*/ 109835 w 316391"/>
                <a:gd name="connsiteY3822" fmla="*/ 250819 h 459014"/>
                <a:gd name="connsiteX3823" fmla="*/ 108196 w 316391"/>
                <a:gd name="connsiteY3823" fmla="*/ 250819 h 459014"/>
                <a:gd name="connsiteX3824" fmla="*/ 108196 w 316391"/>
                <a:gd name="connsiteY3824" fmla="*/ 250819 h 459014"/>
                <a:gd name="connsiteX3825" fmla="*/ 108196 w 316391"/>
                <a:gd name="connsiteY3825" fmla="*/ 250819 h 459014"/>
                <a:gd name="connsiteX3826" fmla="*/ 108196 w 316391"/>
                <a:gd name="connsiteY3826" fmla="*/ 250819 h 459014"/>
                <a:gd name="connsiteX3827" fmla="*/ 108196 w 316391"/>
                <a:gd name="connsiteY3827" fmla="*/ 249179 h 459014"/>
                <a:gd name="connsiteX3828" fmla="*/ 108196 w 316391"/>
                <a:gd name="connsiteY3828" fmla="*/ 249179 h 459014"/>
                <a:gd name="connsiteX3829" fmla="*/ 108196 w 316391"/>
                <a:gd name="connsiteY3829" fmla="*/ 249179 h 459014"/>
                <a:gd name="connsiteX3830" fmla="*/ 106557 w 316391"/>
                <a:gd name="connsiteY3830" fmla="*/ 247540 h 459014"/>
                <a:gd name="connsiteX3831" fmla="*/ 106557 w 316391"/>
                <a:gd name="connsiteY3831" fmla="*/ 247540 h 459014"/>
                <a:gd name="connsiteX3832" fmla="*/ 106557 w 316391"/>
                <a:gd name="connsiteY3832" fmla="*/ 247540 h 459014"/>
                <a:gd name="connsiteX3833" fmla="*/ 106557 w 316391"/>
                <a:gd name="connsiteY3833" fmla="*/ 247540 h 459014"/>
                <a:gd name="connsiteX3834" fmla="*/ 106557 w 316391"/>
                <a:gd name="connsiteY3834" fmla="*/ 247540 h 459014"/>
                <a:gd name="connsiteX3835" fmla="*/ 104917 w 316391"/>
                <a:gd name="connsiteY3835" fmla="*/ 247540 h 459014"/>
                <a:gd name="connsiteX3836" fmla="*/ 104917 w 316391"/>
                <a:gd name="connsiteY3836" fmla="*/ 245901 h 459014"/>
                <a:gd name="connsiteX3837" fmla="*/ 104917 w 316391"/>
                <a:gd name="connsiteY3837" fmla="*/ 245901 h 459014"/>
                <a:gd name="connsiteX3838" fmla="*/ 104917 w 316391"/>
                <a:gd name="connsiteY3838" fmla="*/ 245901 h 459014"/>
                <a:gd name="connsiteX3839" fmla="*/ 103278 w 316391"/>
                <a:gd name="connsiteY3839" fmla="*/ 245901 h 459014"/>
                <a:gd name="connsiteX3840" fmla="*/ 103278 w 316391"/>
                <a:gd name="connsiteY3840" fmla="*/ 245901 h 459014"/>
                <a:gd name="connsiteX3841" fmla="*/ 103278 w 316391"/>
                <a:gd name="connsiteY3841" fmla="*/ 244261 h 459014"/>
                <a:gd name="connsiteX3842" fmla="*/ 103278 w 316391"/>
                <a:gd name="connsiteY3842" fmla="*/ 244261 h 459014"/>
                <a:gd name="connsiteX3843" fmla="*/ 103278 w 316391"/>
                <a:gd name="connsiteY3843" fmla="*/ 244261 h 459014"/>
                <a:gd name="connsiteX3844" fmla="*/ 103278 w 316391"/>
                <a:gd name="connsiteY3844" fmla="*/ 244261 h 459014"/>
                <a:gd name="connsiteX3845" fmla="*/ 101639 w 316391"/>
                <a:gd name="connsiteY3845" fmla="*/ 242622 h 459014"/>
                <a:gd name="connsiteX3846" fmla="*/ 101639 w 316391"/>
                <a:gd name="connsiteY3846" fmla="*/ 242622 h 459014"/>
                <a:gd name="connsiteX3847" fmla="*/ 101639 w 316391"/>
                <a:gd name="connsiteY3847" fmla="*/ 242622 h 459014"/>
                <a:gd name="connsiteX3848" fmla="*/ 101639 w 316391"/>
                <a:gd name="connsiteY3848" fmla="*/ 242622 h 459014"/>
                <a:gd name="connsiteX3849" fmla="*/ 101639 w 316391"/>
                <a:gd name="connsiteY3849" fmla="*/ 242622 h 459014"/>
                <a:gd name="connsiteX3850" fmla="*/ 100000 w 316391"/>
                <a:gd name="connsiteY3850" fmla="*/ 242622 h 459014"/>
                <a:gd name="connsiteX3851" fmla="*/ 100000 w 316391"/>
                <a:gd name="connsiteY3851" fmla="*/ 242622 h 459014"/>
                <a:gd name="connsiteX3852" fmla="*/ 100000 w 316391"/>
                <a:gd name="connsiteY3852" fmla="*/ 242622 h 459014"/>
                <a:gd name="connsiteX3853" fmla="*/ 100000 w 316391"/>
                <a:gd name="connsiteY3853" fmla="*/ 240982 h 459014"/>
                <a:gd name="connsiteX3854" fmla="*/ 100000 w 316391"/>
                <a:gd name="connsiteY3854" fmla="*/ 240982 h 459014"/>
                <a:gd name="connsiteX3855" fmla="*/ 100000 w 316391"/>
                <a:gd name="connsiteY3855" fmla="*/ 240982 h 459014"/>
                <a:gd name="connsiteX3856" fmla="*/ 100000 w 316391"/>
                <a:gd name="connsiteY3856" fmla="*/ 239343 h 459014"/>
                <a:gd name="connsiteX3857" fmla="*/ 98360 w 316391"/>
                <a:gd name="connsiteY3857" fmla="*/ 239343 h 459014"/>
                <a:gd name="connsiteX3858" fmla="*/ 98360 w 316391"/>
                <a:gd name="connsiteY3858" fmla="*/ 239343 h 459014"/>
                <a:gd name="connsiteX3859" fmla="*/ 98360 w 316391"/>
                <a:gd name="connsiteY3859" fmla="*/ 239343 h 459014"/>
                <a:gd name="connsiteX3860" fmla="*/ 98360 w 316391"/>
                <a:gd name="connsiteY3860" fmla="*/ 239343 h 459014"/>
                <a:gd name="connsiteX3861" fmla="*/ 98360 w 316391"/>
                <a:gd name="connsiteY3861" fmla="*/ 239343 h 459014"/>
                <a:gd name="connsiteX3862" fmla="*/ 98360 w 316391"/>
                <a:gd name="connsiteY3862" fmla="*/ 239343 h 459014"/>
                <a:gd name="connsiteX3863" fmla="*/ 98360 w 316391"/>
                <a:gd name="connsiteY3863" fmla="*/ 239343 h 459014"/>
                <a:gd name="connsiteX3864" fmla="*/ 98360 w 316391"/>
                <a:gd name="connsiteY3864" fmla="*/ 239343 h 459014"/>
                <a:gd name="connsiteX3865" fmla="*/ 96721 w 316391"/>
                <a:gd name="connsiteY3865" fmla="*/ 237704 h 459014"/>
                <a:gd name="connsiteX3866" fmla="*/ 96721 w 316391"/>
                <a:gd name="connsiteY3866" fmla="*/ 237704 h 459014"/>
                <a:gd name="connsiteX3867" fmla="*/ 96721 w 316391"/>
                <a:gd name="connsiteY3867" fmla="*/ 237704 h 459014"/>
                <a:gd name="connsiteX3868" fmla="*/ 96721 w 316391"/>
                <a:gd name="connsiteY3868" fmla="*/ 237704 h 459014"/>
                <a:gd name="connsiteX3869" fmla="*/ 96721 w 316391"/>
                <a:gd name="connsiteY3869" fmla="*/ 237704 h 459014"/>
                <a:gd name="connsiteX3870" fmla="*/ 96721 w 316391"/>
                <a:gd name="connsiteY3870" fmla="*/ 237704 h 459014"/>
                <a:gd name="connsiteX3871" fmla="*/ 96721 w 316391"/>
                <a:gd name="connsiteY3871" fmla="*/ 237704 h 459014"/>
                <a:gd name="connsiteX3872" fmla="*/ 96721 w 316391"/>
                <a:gd name="connsiteY3872" fmla="*/ 237704 h 459014"/>
                <a:gd name="connsiteX3873" fmla="*/ 95081 w 316391"/>
                <a:gd name="connsiteY3873" fmla="*/ 236064 h 459014"/>
                <a:gd name="connsiteX3874" fmla="*/ 95081 w 316391"/>
                <a:gd name="connsiteY3874" fmla="*/ 236064 h 459014"/>
                <a:gd name="connsiteX3875" fmla="*/ 95081 w 316391"/>
                <a:gd name="connsiteY3875" fmla="*/ 236064 h 459014"/>
                <a:gd name="connsiteX3876" fmla="*/ 95081 w 316391"/>
                <a:gd name="connsiteY3876" fmla="*/ 236064 h 459014"/>
                <a:gd name="connsiteX3877" fmla="*/ 95081 w 316391"/>
                <a:gd name="connsiteY3877" fmla="*/ 236064 h 459014"/>
                <a:gd name="connsiteX3878" fmla="*/ 95081 w 316391"/>
                <a:gd name="connsiteY3878" fmla="*/ 236064 h 459014"/>
                <a:gd name="connsiteX3879" fmla="*/ 95081 w 316391"/>
                <a:gd name="connsiteY3879" fmla="*/ 234425 h 459014"/>
                <a:gd name="connsiteX3880" fmla="*/ 93442 w 316391"/>
                <a:gd name="connsiteY3880" fmla="*/ 234425 h 459014"/>
                <a:gd name="connsiteX3881" fmla="*/ 93442 w 316391"/>
                <a:gd name="connsiteY3881" fmla="*/ 234425 h 459014"/>
                <a:gd name="connsiteX3882" fmla="*/ 93442 w 316391"/>
                <a:gd name="connsiteY3882" fmla="*/ 234425 h 459014"/>
                <a:gd name="connsiteX3883" fmla="*/ 93442 w 316391"/>
                <a:gd name="connsiteY3883" fmla="*/ 232786 h 459014"/>
                <a:gd name="connsiteX3884" fmla="*/ 93442 w 316391"/>
                <a:gd name="connsiteY3884" fmla="*/ 232786 h 459014"/>
                <a:gd name="connsiteX3885" fmla="*/ 91803 w 316391"/>
                <a:gd name="connsiteY3885" fmla="*/ 232786 h 459014"/>
                <a:gd name="connsiteX3886" fmla="*/ 91803 w 316391"/>
                <a:gd name="connsiteY3886" fmla="*/ 231147 h 459014"/>
                <a:gd name="connsiteX3887" fmla="*/ 90164 w 316391"/>
                <a:gd name="connsiteY3887" fmla="*/ 229507 h 459014"/>
                <a:gd name="connsiteX3888" fmla="*/ 90164 w 316391"/>
                <a:gd name="connsiteY3888" fmla="*/ 229507 h 459014"/>
                <a:gd name="connsiteX3889" fmla="*/ 90164 w 316391"/>
                <a:gd name="connsiteY3889" fmla="*/ 229507 h 459014"/>
                <a:gd name="connsiteX3890" fmla="*/ 88524 w 316391"/>
                <a:gd name="connsiteY3890" fmla="*/ 229507 h 459014"/>
                <a:gd name="connsiteX3891" fmla="*/ 88524 w 316391"/>
                <a:gd name="connsiteY3891" fmla="*/ 227868 h 459014"/>
                <a:gd name="connsiteX3892" fmla="*/ 86885 w 316391"/>
                <a:gd name="connsiteY3892" fmla="*/ 227868 h 459014"/>
                <a:gd name="connsiteX3893" fmla="*/ 86885 w 316391"/>
                <a:gd name="connsiteY3893" fmla="*/ 227868 h 459014"/>
                <a:gd name="connsiteX3894" fmla="*/ 86885 w 316391"/>
                <a:gd name="connsiteY3894" fmla="*/ 227868 h 459014"/>
                <a:gd name="connsiteX3895" fmla="*/ 86885 w 316391"/>
                <a:gd name="connsiteY3895" fmla="*/ 226229 h 459014"/>
                <a:gd name="connsiteX3896" fmla="*/ 85245 w 316391"/>
                <a:gd name="connsiteY3896" fmla="*/ 226229 h 459014"/>
                <a:gd name="connsiteX3897" fmla="*/ 85245 w 316391"/>
                <a:gd name="connsiteY3897" fmla="*/ 226229 h 459014"/>
                <a:gd name="connsiteX3898" fmla="*/ 85245 w 316391"/>
                <a:gd name="connsiteY3898" fmla="*/ 226229 h 459014"/>
                <a:gd name="connsiteX3899" fmla="*/ 83606 w 316391"/>
                <a:gd name="connsiteY3899" fmla="*/ 226229 h 459014"/>
                <a:gd name="connsiteX3900" fmla="*/ 83606 w 316391"/>
                <a:gd name="connsiteY3900" fmla="*/ 226229 h 459014"/>
                <a:gd name="connsiteX3901" fmla="*/ 83606 w 316391"/>
                <a:gd name="connsiteY3901" fmla="*/ 226229 h 459014"/>
                <a:gd name="connsiteX3902" fmla="*/ 83606 w 316391"/>
                <a:gd name="connsiteY3902" fmla="*/ 224589 h 459014"/>
                <a:gd name="connsiteX3903" fmla="*/ 83606 w 316391"/>
                <a:gd name="connsiteY3903" fmla="*/ 224589 h 459014"/>
                <a:gd name="connsiteX3904" fmla="*/ 83606 w 316391"/>
                <a:gd name="connsiteY3904" fmla="*/ 224589 h 459014"/>
                <a:gd name="connsiteX3905" fmla="*/ 81967 w 316391"/>
                <a:gd name="connsiteY3905" fmla="*/ 224589 h 459014"/>
                <a:gd name="connsiteX3906" fmla="*/ 81967 w 316391"/>
                <a:gd name="connsiteY3906" fmla="*/ 224589 h 459014"/>
                <a:gd name="connsiteX3907" fmla="*/ 80327 w 316391"/>
                <a:gd name="connsiteY3907" fmla="*/ 224589 h 459014"/>
                <a:gd name="connsiteX3908" fmla="*/ 80327 w 316391"/>
                <a:gd name="connsiteY3908" fmla="*/ 224589 h 459014"/>
                <a:gd name="connsiteX3909" fmla="*/ 80327 w 316391"/>
                <a:gd name="connsiteY3909" fmla="*/ 224589 h 459014"/>
                <a:gd name="connsiteX3910" fmla="*/ 80327 w 316391"/>
                <a:gd name="connsiteY3910" fmla="*/ 224589 h 459014"/>
                <a:gd name="connsiteX3911" fmla="*/ 78688 w 316391"/>
                <a:gd name="connsiteY3911" fmla="*/ 224589 h 459014"/>
                <a:gd name="connsiteX3912" fmla="*/ 78688 w 316391"/>
                <a:gd name="connsiteY3912" fmla="*/ 222950 h 459014"/>
                <a:gd name="connsiteX3913" fmla="*/ 78688 w 316391"/>
                <a:gd name="connsiteY3913" fmla="*/ 222950 h 459014"/>
                <a:gd name="connsiteX3914" fmla="*/ 78688 w 316391"/>
                <a:gd name="connsiteY3914" fmla="*/ 222950 h 459014"/>
                <a:gd name="connsiteX3915" fmla="*/ 78688 w 316391"/>
                <a:gd name="connsiteY3915" fmla="*/ 222950 h 459014"/>
                <a:gd name="connsiteX3916" fmla="*/ 77049 w 316391"/>
                <a:gd name="connsiteY3916" fmla="*/ 222950 h 459014"/>
                <a:gd name="connsiteX3917" fmla="*/ 77049 w 316391"/>
                <a:gd name="connsiteY3917" fmla="*/ 221310 h 459014"/>
                <a:gd name="connsiteX3918" fmla="*/ 77049 w 316391"/>
                <a:gd name="connsiteY3918" fmla="*/ 221310 h 459014"/>
                <a:gd name="connsiteX3919" fmla="*/ 77049 w 316391"/>
                <a:gd name="connsiteY3919" fmla="*/ 219671 h 459014"/>
                <a:gd name="connsiteX3920" fmla="*/ 77049 w 316391"/>
                <a:gd name="connsiteY3920" fmla="*/ 219671 h 459014"/>
                <a:gd name="connsiteX3921" fmla="*/ 77049 w 316391"/>
                <a:gd name="connsiteY3921" fmla="*/ 219671 h 459014"/>
                <a:gd name="connsiteX3922" fmla="*/ 75410 w 316391"/>
                <a:gd name="connsiteY3922" fmla="*/ 219671 h 459014"/>
                <a:gd name="connsiteX3923" fmla="*/ 75410 w 316391"/>
                <a:gd name="connsiteY3923" fmla="*/ 218032 h 459014"/>
                <a:gd name="connsiteX3924" fmla="*/ 75410 w 316391"/>
                <a:gd name="connsiteY3924" fmla="*/ 218032 h 459014"/>
                <a:gd name="connsiteX3925" fmla="*/ 75410 w 316391"/>
                <a:gd name="connsiteY3925" fmla="*/ 216392 h 459014"/>
                <a:gd name="connsiteX3926" fmla="*/ 75410 w 316391"/>
                <a:gd name="connsiteY3926" fmla="*/ 216392 h 459014"/>
                <a:gd name="connsiteX3927" fmla="*/ 73770 w 316391"/>
                <a:gd name="connsiteY3927" fmla="*/ 216392 h 459014"/>
                <a:gd name="connsiteX3928" fmla="*/ 73770 w 316391"/>
                <a:gd name="connsiteY3928" fmla="*/ 216392 h 459014"/>
                <a:gd name="connsiteX3929" fmla="*/ 73770 w 316391"/>
                <a:gd name="connsiteY3929" fmla="*/ 216392 h 459014"/>
                <a:gd name="connsiteX3930" fmla="*/ 73770 w 316391"/>
                <a:gd name="connsiteY3930" fmla="*/ 216392 h 459014"/>
                <a:gd name="connsiteX3931" fmla="*/ 73770 w 316391"/>
                <a:gd name="connsiteY3931" fmla="*/ 216392 h 459014"/>
                <a:gd name="connsiteX3932" fmla="*/ 72131 w 316391"/>
                <a:gd name="connsiteY3932" fmla="*/ 214753 h 459014"/>
                <a:gd name="connsiteX3933" fmla="*/ 72131 w 316391"/>
                <a:gd name="connsiteY3933" fmla="*/ 214753 h 459014"/>
                <a:gd name="connsiteX3934" fmla="*/ 72131 w 316391"/>
                <a:gd name="connsiteY3934" fmla="*/ 214753 h 459014"/>
                <a:gd name="connsiteX3935" fmla="*/ 72131 w 316391"/>
                <a:gd name="connsiteY3935" fmla="*/ 213114 h 459014"/>
                <a:gd name="connsiteX3936" fmla="*/ 70491 w 316391"/>
                <a:gd name="connsiteY3936" fmla="*/ 211474 h 459014"/>
                <a:gd name="connsiteX3937" fmla="*/ 70491 w 316391"/>
                <a:gd name="connsiteY3937" fmla="*/ 211474 h 459014"/>
                <a:gd name="connsiteX3938" fmla="*/ 70491 w 316391"/>
                <a:gd name="connsiteY3938" fmla="*/ 211474 h 459014"/>
                <a:gd name="connsiteX3939" fmla="*/ 70491 w 316391"/>
                <a:gd name="connsiteY3939" fmla="*/ 211474 h 459014"/>
                <a:gd name="connsiteX3940" fmla="*/ 68852 w 316391"/>
                <a:gd name="connsiteY3940" fmla="*/ 209835 h 459014"/>
                <a:gd name="connsiteX3941" fmla="*/ 68852 w 316391"/>
                <a:gd name="connsiteY3941" fmla="*/ 209835 h 459014"/>
                <a:gd name="connsiteX3942" fmla="*/ 68852 w 316391"/>
                <a:gd name="connsiteY3942" fmla="*/ 209835 h 459014"/>
                <a:gd name="connsiteX3943" fmla="*/ 68852 w 316391"/>
                <a:gd name="connsiteY3943" fmla="*/ 209835 h 459014"/>
                <a:gd name="connsiteX3944" fmla="*/ 68852 w 316391"/>
                <a:gd name="connsiteY3944" fmla="*/ 209835 h 459014"/>
                <a:gd name="connsiteX3945" fmla="*/ 68852 w 316391"/>
                <a:gd name="connsiteY3945" fmla="*/ 209835 h 459014"/>
                <a:gd name="connsiteX3946" fmla="*/ 68852 w 316391"/>
                <a:gd name="connsiteY3946" fmla="*/ 208196 h 459014"/>
                <a:gd name="connsiteX3947" fmla="*/ 68852 w 316391"/>
                <a:gd name="connsiteY3947" fmla="*/ 208196 h 459014"/>
                <a:gd name="connsiteX3948" fmla="*/ 67213 w 316391"/>
                <a:gd name="connsiteY3948" fmla="*/ 208196 h 459014"/>
                <a:gd name="connsiteX3949" fmla="*/ 67213 w 316391"/>
                <a:gd name="connsiteY3949" fmla="*/ 208196 h 459014"/>
                <a:gd name="connsiteX3950" fmla="*/ 67213 w 316391"/>
                <a:gd name="connsiteY3950" fmla="*/ 208196 h 459014"/>
                <a:gd name="connsiteX3951" fmla="*/ 67213 w 316391"/>
                <a:gd name="connsiteY3951" fmla="*/ 208196 h 459014"/>
                <a:gd name="connsiteX3952" fmla="*/ 67213 w 316391"/>
                <a:gd name="connsiteY3952" fmla="*/ 208196 h 459014"/>
                <a:gd name="connsiteX3953" fmla="*/ 67213 w 316391"/>
                <a:gd name="connsiteY3953" fmla="*/ 208196 h 459014"/>
                <a:gd name="connsiteX3954" fmla="*/ 67213 w 316391"/>
                <a:gd name="connsiteY3954" fmla="*/ 206557 h 459014"/>
                <a:gd name="connsiteX3955" fmla="*/ 65573 w 316391"/>
                <a:gd name="connsiteY3955" fmla="*/ 206557 h 459014"/>
                <a:gd name="connsiteX3956" fmla="*/ 65573 w 316391"/>
                <a:gd name="connsiteY3956" fmla="*/ 206557 h 459014"/>
                <a:gd name="connsiteX3957" fmla="*/ 65573 w 316391"/>
                <a:gd name="connsiteY3957" fmla="*/ 206557 h 459014"/>
                <a:gd name="connsiteX3958" fmla="*/ 65573 w 316391"/>
                <a:gd name="connsiteY3958" fmla="*/ 206557 h 459014"/>
                <a:gd name="connsiteX3959" fmla="*/ 65573 w 316391"/>
                <a:gd name="connsiteY3959" fmla="*/ 204917 h 459014"/>
                <a:gd name="connsiteX3960" fmla="*/ 63934 w 316391"/>
                <a:gd name="connsiteY3960" fmla="*/ 204917 h 459014"/>
                <a:gd name="connsiteX3961" fmla="*/ 63934 w 316391"/>
                <a:gd name="connsiteY3961" fmla="*/ 204917 h 459014"/>
                <a:gd name="connsiteX3962" fmla="*/ 63934 w 316391"/>
                <a:gd name="connsiteY3962" fmla="*/ 204917 h 459014"/>
                <a:gd name="connsiteX3963" fmla="*/ 63934 w 316391"/>
                <a:gd name="connsiteY3963" fmla="*/ 204917 h 459014"/>
                <a:gd name="connsiteX3964" fmla="*/ 63934 w 316391"/>
                <a:gd name="connsiteY3964" fmla="*/ 204917 h 459014"/>
                <a:gd name="connsiteX3965" fmla="*/ 63934 w 316391"/>
                <a:gd name="connsiteY3965" fmla="*/ 204917 h 459014"/>
                <a:gd name="connsiteX3966" fmla="*/ 62295 w 316391"/>
                <a:gd name="connsiteY3966" fmla="*/ 203278 h 459014"/>
                <a:gd name="connsiteX3967" fmla="*/ 62295 w 316391"/>
                <a:gd name="connsiteY3967" fmla="*/ 203278 h 459014"/>
                <a:gd name="connsiteX3968" fmla="*/ 62295 w 316391"/>
                <a:gd name="connsiteY3968" fmla="*/ 203278 h 459014"/>
                <a:gd name="connsiteX3969" fmla="*/ 62295 w 316391"/>
                <a:gd name="connsiteY3969" fmla="*/ 203278 h 459014"/>
                <a:gd name="connsiteX3970" fmla="*/ 60655 w 316391"/>
                <a:gd name="connsiteY3970" fmla="*/ 203278 h 459014"/>
                <a:gd name="connsiteX3971" fmla="*/ 60655 w 316391"/>
                <a:gd name="connsiteY3971" fmla="*/ 201638 h 459014"/>
                <a:gd name="connsiteX3972" fmla="*/ 60655 w 316391"/>
                <a:gd name="connsiteY3972" fmla="*/ 201638 h 459014"/>
                <a:gd name="connsiteX3973" fmla="*/ 60655 w 316391"/>
                <a:gd name="connsiteY3973" fmla="*/ 201638 h 459014"/>
                <a:gd name="connsiteX3974" fmla="*/ 60655 w 316391"/>
                <a:gd name="connsiteY3974" fmla="*/ 201638 h 459014"/>
                <a:gd name="connsiteX3975" fmla="*/ 59016 w 316391"/>
                <a:gd name="connsiteY3975" fmla="*/ 201638 h 459014"/>
                <a:gd name="connsiteX3976" fmla="*/ 59016 w 316391"/>
                <a:gd name="connsiteY3976" fmla="*/ 201638 h 459014"/>
                <a:gd name="connsiteX3977" fmla="*/ 59016 w 316391"/>
                <a:gd name="connsiteY3977" fmla="*/ 201638 h 459014"/>
                <a:gd name="connsiteX3978" fmla="*/ 59016 w 316391"/>
                <a:gd name="connsiteY3978" fmla="*/ 201638 h 459014"/>
                <a:gd name="connsiteX3979" fmla="*/ 59016 w 316391"/>
                <a:gd name="connsiteY3979" fmla="*/ 199999 h 459014"/>
                <a:gd name="connsiteX3980" fmla="*/ 59016 w 316391"/>
                <a:gd name="connsiteY3980" fmla="*/ 199999 h 459014"/>
                <a:gd name="connsiteX3981" fmla="*/ 59016 w 316391"/>
                <a:gd name="connsiteY3981" fmla="*/ 199999 h 459014"/>
                <a:gd name="connsiteX3982" fmla="*/ 59016 w 316391"/>
                <a:gd name="connsiteY3982" fmla="*/ 199999 h 459014"/>
                <a:gd name="connsiteX3983" fmla="*/ 59016 w 316391"/>
                <a:gd name="connsiteY3983" fmla="*/ 199999 h 459014"/>
                <a:gd name="connsiteX3984" fmla="*/ 59016 w 316391"/>
                <a:gd name="connsiteY3984" fmla="*/ 199999 h 459014"/>
                <a:gd name="connsiteX3985" fmla="*/ 59016 w 316391"/>
                <a:gd name="connsiteY3985" fmla="*/ 199999 h 459014"/>
                <a:gd name="connsiteX3986" fmla="*/ 59016 w 316391"/>
                <a:gd name="connsiteY3986" fmla="*/ 198360 h 459014"/>
                <a:gd name="connsiteX3987" fmla="*/ 59016 w 316391"/>
                <a:gd name="connsiteY3987" fmla="*/ 198360 h 459014"/>
                <a:gd name="connsiteX3988" fmla="*/ 59016 w 316391"/>
                <a:gd name="connsiteY3988" fmla="*/ 198360 h 459014"/>
                <a:gd name="connsiteX3989" fmla="*/ 57377 w 316391"/>
                <a:gd name="connsiteY3989" fmla="*/ 198360 h 459014"/>
                <a:gd name="connsiteX3990" fmla="*/ 57377 w 316391"/>
                <a:gd name="connsiteY3990" fmla="*/ 198360 h 459014"/>
                <a:gd name="connsiteX3991" fmla="*/ 57377 w 316391"/>
                <a:gd name="connsiteY3991" fmla="*/ 198360 h 459014"/>
                <a:gd name="connsiteX3992" fmla="*/ 57377 w 316391"/>
                <a:gd name="connsiteY3992" fmla="*/ 196720 h 459014"/>
                <a:gd name="connsiteX3993" fmla="*/ 57377 w 316391"/>
                <a:gd name="connsiteY3993" fmla="*/ 196720 h 459014"/>
                <a:gd name="connsiteX3994" fmla="*/ 57377 w 316391"/>
                <a:gd name="connsiteY3994" fmla="*/ 196720 h 459014"/>
                <a:gd name="connsiteX3995" fmla="*/ 57377 w 316391"/>
                <a:gd name="connsiteY3995" fmla="*/ 196720 h 459014"/>
                <a:gd name="connsiteX3996" fmla="*/ 55737 w 316391"/>
                <a:gd name="connsiteY3996" fmla="*/ 196720 h 459014"/>
                <a:gd name="connsiteX3997" fmla="*/ 55737 w 316391"/>
                <a:gd name="connsiteY3997" fmla="*/ 195081 h 459014"/>
                <a:gd name="connsiteX3998" fmla="*/ 55737 w 316391"/>
                <a:gd name="connsiteY3998" fmla="*/ 195081 h 459014"/>
                <a:gd name="connsiteX3999" fmla="*/ 55737 w 316391"/>
                <a:gd name="connsiteY3999" fmla="*/ 195081 h 459014"/>
                <a:gd name="connsiteX4000" fmla="*/ 55737 w 316391"/>
                <a:gd name="connsiteY4000" fmla="*/ 195081 h 459014"/>
                <a:gd name="connsiteX4001" fmla="*/ 54098 w 316391"/>
                <a:gd name="connsiteY4001" fmla="*/ 195081 h 459014"/>
                <a:gd name="connsiteX4002" fmla="*/ 54098 w 316391"/>
                <a:gd name="connsiteY4002" fmla="*/ 195081 h 459014"/>
                <a:gd name="connsiteX4003" fmla="*/ 52458 w 316391"/>
                <a:gd name="connsiteY4003" fmla="*/ 195081 h 459014"/>
                <a:gd name="connsiteX4004" fmla="*/ 52458 w 316391"/>
                <a:gd name="connsiteY4004" fmla="*/ 195081 h 459014"/>
                <a:gd name="connsiteX4005" fmla="*/ 52458 w 316391"/>
                <a:gd name="connsiteY4005" fmla="*/ 195081 h 459014"/>
                <a:gd name="connsiteX4006" fmla="*/ 50820 w 316391"/>
                <a:gd name="connsiteY4006" fmla="*/ 193442 h 459014"/>
                <a:gd name="connsiteX4007" fmla="*/ 50820 w 316391"/>
                <a:gd name="connsiteY4007" fmla="*/ 193442 h 459014"/>
                <a:gd name="connsiteX4008" fmla="*/ 50820 w 316391"/>
                <a:gd name="connsiteY4008" fmla="*/ 193442 h 459014"/>
                <a:gd name="connsiteX4009" fmla="*/ 50820 w 316391"/>
                <a:gd name="connsiteY4009" fmla="*/ 193442 h 459014"/>
                <a:gd name="connsiteX4010" fmla="*/ 50820 w 316391"/>
                <a:gd name="connsiteY4010" fmla="*/ 191802 h 459014"/>
                <a:gd name="connsiteX4011" fmla="*/ 50820 w 316391"/>
                <a:gd name="connsiteY4011" fmla="*/ 191802 h 459014"/>
                <a:gd name="connsiteX4012" fmla="*/ 49180 w 316391"/>
                <a:gd name="connsiteY4012" fmla="*/ 191802 h 459014"/>
                <a:gd name="connsiteX4013" fmla="*/ 49180 w 316391"/>
                <a:gd name="connsiteY4013" fmla="*/ 190163 h 459014"/>
                <a:gd name="connsiteX4014" fmla="*/ 49180 w 316391"/>
                <a:gd name="connsiteY4014" fmla="*/ 190163 h 459014"/>
                <a:gd name="connsiteX4015" fmla="*/ 49180 w 316391"/>
                <a:gd name="connsiteY4015" fmla="*/ 190163 h 459014"/>
                <a:gd name="connsiteX4016" fmla="*/ 49180 w 316391"/>
                <a:gd name="connsiteY4016" fmla="*/ 190163 h 459014"/>
                <a:gd name="connsiteX4017" fmla="*/ 49180 w 316391"/>
                <a:gd name="connsiteY4017" fmla="*/ 190163 h 459014"/>
                <a:gd name="connsiteX4018" fmla="*/ 49180 w 316391"/>
                <a:gd name="connsiteY4018" fmla="*/ 188524 h 459014"/>
                <a:gd name="connsiteX4019" fmla="*/ 49180 w 316391"/>
                <a:gd name="connsiteY4019" fmla="*/ 188524 h 459014"/>
                <a:gd name="connsiteX4020" fmla="*/ 49180 w 316391"/>
                <a:gd name="connsiteY4020" fmla="*/ 188524 h 459014"/>
                <a:gd name="connsiteX4021" fmla="*/ 49180 w 316391"/>
                <a:gd name="connsiteY4021" fmla="*/ 188524 h 459014"/>
                <a:gd name="connsiteX4022" fmla="*/ 49180 w 316391"/>
                <a:gd name="connsiteY4022" fmla="*/ 188524 h 459014"/>
                <a:gd name="connsiteX4023" fmla="*/ 49180 w 316391"/>
                <a:gd name="connsiteY4023" fmla="*/ 188524 h 459014"/>
                <a:gd name="connsiteX4024" fmla="*/ 49180 w 316391"/>
                <a:gd name="connsiteY4024" fmla="*/ 186884 h 459014"/>
                <a:gd name="connsiteX4025" fmla="*/ 49180 w 316391"/>
                <a:gd name="connsiteY4025" fmla="*/ 186884 h 459014"/>
                <a:gd name="connsiteX4026" fmla="*/ 49180 w 316391"/>
                <a:gd name="connsiteY4026" fmla="*/ 186884 h 459014"/>
                <a:gd name="connsiteX4027" fmla="*/ 49180 w 316391"/>
                <a:gd name="connsiteY4027" fmla="*/ 186884 h 459014"/>
                <a:gd name="connsiteX4028" fmla="*/ 49180 w 316391"/>
                <a:gd name="connsiteY4028" fmla="*/ 185245 h 459014"/>
                <a:gd name="connsiteX4029" fmla="*/ 49180 w 316391"/>
                <a:gd name="connsiteY4029" fmla="*/ 185245 h 459014"/>
                <a:gd name="connsiteX4030" fmla="*/ 49180 w 316391"/>
                <a:gd name="connsiteY4030" fmla="*/ 185245 h 459014"/>
                <a:gd name="connsiteX4031" fmla="*/ 49180 w 316391"/>
                <a:gd name="connsiteY4031" fmla="*/ 185245 h 459014"/>
                <a:gd name="connsiteX4032" fmla="*/ 49180 w 316391"/>
                <a:gd name="connsiteY4032" fmla="*/ 185245 h 459014"/>
                <a:gd name="connsiteX4033" fmla="*/ 49180 w 316391"/>
                <a:gd name="connsiteY4033" fmla="*/ 185245 h 459014"/>
                <a:gd name="connsiteX4034" fmla="*/ 49180 w 316391"/>
                <a:gd name="connsiteY4034" fmla="*/ 185245 h 459014"/>
                <a:gd name="connsiteX4035" fmla="*/ 49180 w 316391"/>
                <a:gd name="connsiteY4035" fmla="*/ 185245 h 459014"/>
                <a:gd name="connsiteX4036" fmla="*/ 49180 w 316391"/>
                <a:gd name="connsiteY4036" fmla="*/ 185245 h 459014"/>
                <a:gd name="connsiteX4037" fmla="*/ 47541 w 316391"/>
                <a:gd name="connsiteY4037" fmla="*/ 183606 h 459014"/>
                <a:gd name="connsiteX4038" fmla="*/ 47541 w 316391"/>
                <a:gd name="connsiteY4038" fmla="*/ 183606 h 459014"/>
                <a:gd name="connsiteX4039" fmla="*/ 47541 w 316391"/>
                <a:gd name="connsiteY4039" fmla="*/ 183606 h 459014"/>
                <a:gd name="connsiteX4040" fmla="*/ 45901 w 316391"/>
                <a:gd name="connsiteY4040" fmla="*/ 183606 h 459014"/>
                <a:gd name="connsiteX4041" fmla="*/ 45901 w 316391"/>
                <a:gd name="connsiteY4041" fmla="*/ 183606 h 459014"/>
                <a:gd name="connsiteX4042" fmla="*/ 45901 w 316391"/>
                <a:gd name="connsiteY4042" fmla="*/ 181966 h 459014"/>
                <a:gd name="connsiteX4043" fmla="*/ 45901 w 316391"/>
                <a:gd name="connsiteY4043" fmla="*/ 181966 h 459014"/>
                <a:gd name="connsiteX4044" fmla="*/ 45901 w 316391"/>
                <a:gd name="connsiteY4044" fmla="*/ 181966 h 459014"/>
                <a:gd name="connsiteX4045" fmla="*/ 45901 w 316391"/>
                <a:gd name="connsiteY4045" fmla="*/ 181966 h 459014"/>
                <a:gd name="connsiteX4046" fmla="*/ 44262 w 316391"/>
                <a:gd name="connsiteY4046" fmla="*/ 181966 h 459014"/>
                <a:gd name="connsiteX4047" fmla="*/ 44262 w 316391"/>
                <a:gd name="connsiteY4047" fmla="*/ 180327 h 459014"/>
                <a:gd name="connsiteX4048" fmla="*/ 44262 w 316391"/>
                <a:gd name="connsiteY4048" fmla="*/ 180327 h 459014"/>
                <a:gd name="connsiteX4049" fmla="*/ 42623 w 316391"/>
                <a:gd name="connsiteY4049" fmla="*/ 180327 h 459014"/>
                <a:gd name="connsiteX4050" fmla="*/ 42623 w 316391"/>
                <a:gd name="connsiteY4050" fmla="*/ 180327 h 459014"/>
                <a:gd name="connsiteX4051" fmla="*/ 42623 w 316391"/>
                <a:gd name="connsiteY4051" fmla="*/ 180327 h 459014"/>
                <a:gd name="connsiteX4052" fmla="*/ 42623 w 316391"/>
                <a:gd name="connsiteY4052" fmla="*/ 180327 h 459014"/>
                <a:gd name="connsiteX4053" fmla="*/ 42623 w 316391"/>
                <a:gd name="connsiteY4053" fmla="*/ 180327 h 459014"/>
                <a:gd name="connsiteX4054" fmla="*/ 42623 w 316391"/>
                <a:gd name="connsiteY4054" fmla="*/ 180327 h 459014"/>
                <a:gd name="connsiteX4055" fmla="*/ 40983 w 316391"/>
                <a:gd name="connsiteY4055" fmla="*/ 178688 h 459014"/>
                <a:gd name="connsiteX4056" fmla="*/ 40983 w 316391"/>
                <a:gd name="connsiteY4056" fmla="*/ 178688 h 459014"/>
                <a:gd name="connsiteX4057" fmla="*/ 40983 w 316391"/>
                <a:gd name="connsiteY4057" fmla="*/ 178688 h 459014"/>
                <a:gd name="connsiteX4058" fmla="*/ 40983 w 316391"/>
                <a:gd name="connsiteY4058" fmla="*/ 178688 h 459014"/>
                <a:gd name="connsiteX4059" fmla="*/ 39344 w 316391"/>
                <a:gd name="connsiteY4059" fmla="*/ 178688 h 459014"/>
                <a:gd name="connsiteX4060" fmla="*/ 39344 w 316391"/>
                <a:gd name="connsiteY4060" fmla="*/ 178688 h 459014"/>
                <a:gd name="connsiteX4061" fmla="*/ 39344 w 316391"/>
                <a:gd name="connsiteY4061" fmla="*/ 177048 h 459014"/>
                <a:gd name="connsiteX4062" fmla="*/ 39344 w 316391"/>
                <a:gd name="connsiteY4062" fmla="*/ 177048 h 459014"/>
                <a:gd name="connsiteX4063" fmla="*/ 39344 w 316391"/>
                <a:gd name="connsiteY4063" fmla="*/ 177048 h 459014"/>
                <a:gd name="connsiteX4064" fmla="*/ 39344 w 316391"/>
                <a:gd name="connsiteY4064" fmla="*/ 177048 h 459014"/>
                <a:gd name="connsiteX4065" fmla="*/ 39344 w 316391"/>
                <a:gd name="connsiteY4065" fmla="*/ 177048 h 459014"/>
                <a:gd name="connsiteX4066" fmla="*/ 39344 w 316391"/>
                <a:gd name="connsiteY4066" fmla="*/ 177048 h 459014"/>
                <a:gd name="connsiteX4067" fmla="*/ 39344 w 316391"/>
                <a:gd name="connsiteY4067" fmla="*/ 175409 h 459014"/>
                <a:gd name="connsiteX4068" fmla="*/ 39344 w 316391"/>
                <a:gd name="connsiteY4068" fmla="*/ 175409 h 459014"/>
                <a:gd name="connsiteX4069" fmla="*/ 39344 w 316391"/>
                <a:gd name="connsiteY4069" fmla="*/ 175409 h 459014"/>
                <a:gd name="connsiteX4070" fmla="*/ 37705 w 316391"/>
                <a:gd name="connsiteY4070" fmla="*/ 175409 h 459014"/>
                <a:gd name="connsiteX4071" fmla="*/ 37705 w 316391"/>
                <a:gd name="connsiteY4071" fmla="*/ 173770 h 459014"/>
                <a:gd name="connsiteX4072" fmla="*/ 37705 w 316391"/>
                <a:gd name="connsiteY4072" fmla="*/ 173770 h 459014"/>
                <a:gd name="connsiteX4073" fmla="*/ 37705 w 316391"/>
                <a:gd name="connsiteY4073" fmla="*/ 173770 h 459014"/>
                <a:gd name="connsiteX4074" fmla="*/ 37705 w 316391"/>
                <a:gd name="connsiteY4074" fmla="*/ 173770 h 459014"/>
                <a:gd name="connsiteX4075" fmla="*/ 37705 w 316391"/>
                <a:gd name="connsiteY4075" fmla="*/ 173770 h 459014"/>
                <a:gd name="connsiteX4076" fmla="*/ 39344 w 316391"/>
                <a:gd name="connsiteY4076" fmla="*/ 173770 h 459014"/>
                <a:gd name="connsiteX4077" fmla="*/ 39344 w 316391"/>
                <a:gd name="connsiteY4077" fmla="*/ 173770 h 459014"/>
                <a:gd name="connsiteX4078" fmla="*/ 39344 w 316391"/>
                <a:gd name="connsiteY4078" fmla="*/ 173770 h 459014"/>
                <a:gd name="connsiteX4079" fmla="*/ 39344 w 316391"/>
                <a:gd name="connsiteY4079" fmla="*/ 172130 h 459014"/>
                <a:gd name="connsiteX4080" fmla="*/ 39344 w 316391"/>
                <a:gd name="connsiteY4080" fmla="*/ 172130 h 459014"/>
                <a:gd name="connsiteX4081" fmla="*/ 37705 w 316391"/>
                <a:gd name="connsiteY4081" fmla="*/ 172130 h 459014"/>
                <a:gd name="connsiteX4082" fmla="*/ 37705 w 316391"/>
                <a:gd name="connsiteY4082" fmla="*/ 172130 h 459014"/>
                <a:gd name="connsiteX4083" fmla="*/ 37705 w 316391"/>
                <a:gd name="connsiteY4083" fmla="*/ 170491 h 459014"/>
                <a:gd name="connsiteX4084" fmla="*/ 39344 w 316391"/>
                <a:gd name="connsiteY4084" fmla="*/ 170491 h 459014"/>
                <a:gd name="connsiteX4085" fmla="*/ 39344 w 316391"/>
                <a:gd name="connsiteY4085" fmla="*/ 170491 h 459014"/>
                <a:gd name="connsiteX4086" fmla="*/ 39344 w 316391"/>
                <a:gd name="connsiteY4086" fmla="*/ 170491 h 459014"/>
                <a:gd name="connsiteX4087" fmla="*/ 37705 w 316391"/>
                <a:gd name="connsiteY4087" fmla="*/ 170491 h 459014"/>
                <a:gd name="connsiteX4088" fmla="*/ 37705 w 316391"/>
                <a:gd name="connsiteY4088" fmla="*/ 170491 h 459014"/>
                <a:gd name="connsiteX4089" fmla="*/ 37705 w 316391"/>
                <a:gd name="connsiteY4089" fmla="*/ 168852 h 459014"/>
                <a:gd name="connsiteX4090" fmla="*/ 37705 w 316391"/>
                <a:gd name="connsiteY4090" fmla="*/ 168852 h 459014"/>
                <a:gd name="connsiteX4091" fmla="*/ 37705 w 316391"/>
                <a:gd name="connsiteY4091" fmla="*/ 168852 h 459014"/>
                <a:gd name="connsiteX4092" fmla="*/ 37705 w 316391"/>
                <a:gd name="connsiteY4092" fmla="*/ 168852 h 459014"/>
                <a:gd name="connsiteX4093" fmla="*/ 39344 w 316391"/>
                <a:gd name="connsiteY4093" fmla="*/ 168852 h 459014"/>
                <a:gd name="connsiteX4094" fmla="*/ 39344 w 316391"/>
                <a:gd name="connsiteY4094" fmla="*/ 167212 h 459014"/>
                <a:gd name="connsiteX4095" fmla="*/ 39344 w 316391"/>
                <a:gd name="connsiteY4095" fmla="*/ 167212 h 459014"/>
                <a:gd name="connsiteX4096" fmla="*/ 39344 w 316391"/>
                <a:gd name="connsiteY4096" fmla="*/ 167212 h 459014"/>
                <a:gd name="connsiteX4097" fmla="*/ 39344 w 316391"/>
                <a:gd name="connsiteY4097" fmla="*/ 167212 h 459014"/>
                <a:gd name="connsiteX4098" fmla="*/ 39344 w 316391"/>
                <a:gd name="connsiteY4098" fmla="*/ 167212 h 459014"/>
                <a:gd name="connsiteX4099" fmla="*/ 39344 w 316391"/>
                <a:gd name="connsiteY4099" fmla="*/ 167212 h 459014"/>
                <a:gd name="connsiteX4100" fmla="*/ 39344 w 316391"/>
                <a:gd name="connsiteY4100" fmla="*/ 167212 h 459014"/>
                <a:gd name="connsiteX4101" fmla="*/ 40983 w 316391"/>
                <a:gd name="connsiteY4101" fmla="*/ 167212 h 459014"/>
                <a:gd name="connsiteX4102" fmla="*/ 40983 w 316391"/>
                <a:gd name="connsiteY4102" fmla="*/ 165573 h 459014"/>
                <a:gd name="connsiteX4103" fmla="*/ 40983 w 316391"/>
                <a:gd name="connsiteY4103" fmla="*/ 165573 h 459014"/>
                <a:gd name="connsiteX4104" fmla="*/ 40983 w 316391"/>
                <a:gd name="connsiteY4104" fmla="*/ 165573 h 459014"/>
                <a:gd name="connsiteX4105" fmla="*/ 40983 w 316391"/>
                <a:gd name="connsiteY4105" fmla="*/ 165573 h 459014"/>
                <a:gd name="connsiteX4106" fmla="*/ 40983 w 316391"/>
                <a:gd name="connsiteY4106" fmla="*/ 165573 h 459014"/>
                <a:gd name="connsiteX4107" fmla="*/ 40983 w 316391"/>
                <a:gd name="connsiteY4107" fmla="*/ 165573 h 459014"/>
                <a:gd name="connsiteX4108" fmla="*/ 40983 w 316391"/>
                <a:gd name="connsiteY4108" fmla="*/ 163934 h 459014"/>
                <a:gd name="connsiteX4109" fmla="*/ 40983 w 316391"/>
                <a:gd name="connsiteY4109" fmla="*/ 163934 h 459014"/>
                <a:gd name="connsiteX4110" fmla="*/ 40983 w 316391"/>
                <a:gd name="connsiteY4110" fmla="*/ 163934 h 459014"/>
                <a:gd name="connsiteX4111" fmla="*/ 40983 w 316391"/>
                <a:gd name="connsiteY4111" fmla="*/ 163934 h 459014"/>
                <a:gd name="connsiteX4112" fmla="*/ 40983 w 316391"/>
                <a:gd name="connsiteY4112" fmla="*/ 163934 h 459014"/>
                <a:gd name="connsiteX4113" fmla="*/ 40983 w 316391"/>
                <a:gd name="connsiteY4113" fmla="*/ 163934 h 459014"/>
                <a:gd name="connsiteX4114" fmla="*/ 39344 w 316391"/>
                <a:gd name="connsiteY4114" fmla="*/ 163934 h 459014"/>
                <a:gd name="connsiteX4115" fmla="*/ 39344 w 316391"/>
                <a:gd name="connsiteY4115" fmla="*/ 163934 h 459014"/>
                <a:gd name="connsiteX4116" fmla="*/ 39344 w 316391"/>
                <a:gd name="connsiteY4116" fmla="*/ 163934 h 459014"/>
                <a:gd name="connsiteX4117" fmla="*/ 39344 w 316391"/>
                <a:gd name="connsiteY4117" fmla="*/ 163934 h 459014"/>
                <a:gd name="connsiteX4118" fmla="*/ 39344 w 316391"/>
                <a:gd name="connsiteY4118" fmla="*/ 163934 h 459014"/>
                <a:gd name="connsiteX4119" fmla="*/ 39344 w 316391"/>
                <a:gd name="connsiteY4119" fmla="*/ 163934 h 459014"/>
                <a:gd name="connsiteX4120" fmla="*/ 37705 w 316391"/>
                <a:gd name="connsiteY4120" fmla="*/ 165573 h 459014"/>
                <a:gd name="connsiteX4121" fmla="*/ 37705 w 316391"/>
                <a:gd name="connsiteY4121" fmla="*/ 165573 h 459014"/>
                <a:gd name="connsiteX4122" fmla="*/ 37705 w 316391"/>
                <a:gd name="connsiteY4122" fmla="*/ 165573 h 459014"/>
                <a:gd name="connsiteX4123" fmla="*/ 37705 w 316391"/>
                <a:gd name="connsiteY4123" fmla="*/ 165573 h 459014"/>
                <a:gd name="connsiteX4124" fmla="*/ 37705 w 316391"/>
                <a:gd name="connsiteY4124" fmla="*/ 163934 h 459014"/>
                <a:gd name="connsiteX4125" fmla="*/ 37705 w 316391"/>
                <a:gd name="connsiteY4125" fmla="*/ 163934 h 459014"/>
                <a:gd name="connsiteX4126" fmla="*/ 37705 w 316391"/>
                <a:gd name="connsiteY4126" fmla="*/ 163934 h 459014"/>
                <a:gd name="connsiteX4127" fmla="*/ 37705 w 316391"/>
                <a:gd name="connsiteY4127" fmla="*/ 163934 h 459014"/>
                <a:gd name="connsiteX4128" fmla="*/ 37705 w 316391"/>
                <a:gd name="connsiteY4128" fmla="*/ 163934 h 459014"/>
                <a:gd name="connsiteX4129" fmla="*/ 37705 w 316391"/>
                <a:gd name="connsiteY4129" fmla="*/ 162294 h 459014"/>
                <a:gd name="connsiteX4130" fmla="*/ 37705 w 316391"/>
                <a:gd name="connsiteY4130" fmla="*/ 160655 h 459014"/>
                <a:gd name="connsiteX4131" fmla="*/ 37705 w 316391"/>
                <a:gd name="connsiteY4131" fmla="*/ 160655 h 459014"/>
                <a:gd name="connsiteX4132" fmla="*/ 37705 w 316391"/>
                <a:gd name="connsiteY4132" fmla="*/ 160655 h 459014"/>
                <a:gd name="connsiteX4133" fmla="*/ 36065 w 316391"/>
                <a:gd name="connsiteY4133" fmla="*/ 160655 h 459014"/>
                <a:gd name="connsiteX4134" fmla="*/ 36065 w 316391"/>
                <a:gd name="connsiteY4134" fmla="*/ 159016 h 459014"/>
                <a:gd name="connsiteX4135" fmla="*/ 36065 w 316391"/>
                <a:gd name="connsiteY4135" fmla="*/ 157376 h 459014"/>
                <a:gd name="connsiteX4136" fmla="*/ 36065 w 316391"/>
                <a:gd name="connsiteY4136" fmla="*/ 157376 h 459014"/>
                <a:gd name="connsiteX4137" fmla="*/ 36065 w 316391"/>
                <a:gd name="connsiteY4137" fmla="*/ 157376 h 459014"/>
                <a:gd name="connsiteX4138" fmla="*/ 37705 w 316391"/>
                <a:gd name="connsiteY4138" fmla="*/ 157376 h 459014"/>
                <a:gd name="connsiteX4139" fmla="*/ 37705 w 316391"/>
                <a:gd name="connsiteY4139" fmla="*/ 157376 h 459014"/>
                <a:gd name="connsiteX4140" fmla="*/ 37705 w 316391"/>
                <a:gd name="connsiteY4140" fmla="*/ 155737 h 459014"/>
                <a:gd name="connsiteX4141" fmla="*/ 37705 w 316391"/>
                <a:gd name="connsiteY4141" fmla="*/ 155737 h 459014"/>
                <a:gd name="connsiteX4142" fmla="*/ 37705 w 316391"/>
                <a:gd name="connsiteY4142" fmla="*/ 155737 h 459014"/>
                <a:gd name="connsiteX4143" fmla="*/ 37705 w 316391"/>
                <a:gd name="connsiteY4143" fmla="*/ 155737 h 459014"/>
                <a:gd name="connsiteX4144" fmla="*/ 37705 w 316391"/>
                <a:gd name="connsiteY4144" fmla="*/ 154098 h 459014"/>
                <a:gd name="connsiteX4145" fmla="*/ 37705 w 316391"/>
                <a:gd name="connsiteY4145" fmla="*/ 154098 h 459014"/>
                <a:gd name="connsiteX4146" fmla="*/ 37705 w 316391"/>
                <a:gd name="connsiteY4146" fmla="*/ 154098 h 459014"/>
                <a:gd name="connsiteX4147" fmla="*/ 37705 w 316391"/>
                <a:gd name="connsiteY4147" fmla="*/ 154098 h 459014"/>
                <a:gd name="connsiteX4148" fmla="*/ 37705 w 316391"/>
                <a:gd name="connsiteY4148" fmla="*/ 154098 h 459014"/>
                <a:gd name="connsiteX4149" fmla="*/ 37705 w 316391"/>
                <a:gd name="connsiteY4149" fmla="*/ 152458 h 459014"/>
                <a:gd name="connsiteX4150" fmla="*/ 37705 w 316391"/>
                <a:gd name="connsiteY4150" fmla="*/ 152458 h 459014"/>
                <a:gd name="connsiteX4151" fmla="*/ 37705 w 316391"/>
                <a:gd name="connsiteY4151" fmla="*/ 152458 h 459014"/>
                <a:gd name="connsiteX4152" fmla="*/ 37705 w 316391"/>
                <a:gd name="connsiteY4152" fmla="*/ 152458 h 459014"/>
                <a:gd name="connsiteX4153" fmla="*/ 37705 w 316391"/>
                <a:gd name="connsiteY4153" fmla="*/ 150819 h 459014"/>
                <a:gd name="connsiteX4154" fmla="*/ 37705 w 316391"/>
                <a:gd name="connsiteY4154" fmla="*/ 150819 h 459014"/>
                <a:gd name="connsiteX4155" fmla="*/ 37705 w 316391"/>
                <a:gd name="connsiteY4155" fmla="*/ 150819 h 459014"/>
                <a:gd name="connsiteX4156" fmla="*/ 37705 w 316391"/>
                <a:gd name="connsiteY4156" fmla="*/ 150819 h 459014"/>
                <a:gd name="connsiteX4157" fmla="*/ 37705 w 316391"/>
                <a:gd name="connsiteY4157" fmla="*/ 149180 h 459014"/>
                <a:gd name="connsiteX4158" fmla="*/ 37705 w 316391"/>
                <a:gd name="connsiteY4158" fmla="*/ 149180 h 459014"/>
                <a:gd name="connsiteX4159" fmla="*/ 37705 w 316391"/>
                <a:gd name="connsiteY4159" fmla="*/ 147540 h 459014"/>
                <a:gd name="connsiteX4160" fmla="*/ 37705 w 316391"/>
                <a:gd name="connsiteY4160" fmla="*/ 147540 h 459014"/>
                <a:gd name="connsiteX4161" fmla="*/ 37705 w 316391"/>
                <a:gd name="connsiteY4161" fmla="*/ 145901 h 459014"/>
                <a:gd name="connsiteX4162" fmla="*/ 37705 w 316391"/>
                <a:gd name="connsiteY4162" fmla="*/ 144262 h 459014"/>
                <a:gd name="connsiteX4163" fmla="*/ 37705 w 316391"/>
                <a:gd name="connsiteY4163" fmla="*/ 144262 h 459014"/>
                <a:gd name="connsiteX4164" fmla="*/ 37705 w 316391"/>
                <a:gd name="connsiteY4164" fmla="*/ 144262 h 459014"/>
                <a:gd name="connsiteX4165" fmla="*/ 39344 w 316391"/>
                <a:gd name="connsiteY4165" fmla="*/ 142622 h 459014"/>
                <a:gd name="connsiteX4166" fmla="*/ 39344 w 316391"/>
                <a:gd name="connsiteY4166" fmla="*/ 142622 h 459014"/>
                <a:gd name="connsiteX4167" fmla="*/ 39344 w 316391"/>
                <a:gd name="connsiteY4167" fmla="*/ 142622 h 459014"/>
                <a:gd name="connsiteX4168" fmla="*/ 39344 w 316391"/>
                <a:gd name="connsiteY4168" fmla="*/ 142622 h 459014"/>
                <a:gd name="connsiteX4169" fmla="*/ 39344 w 316391"/>
                <a:gd name="connsiteY4169" fmla="*/ 140983 h 459014"/>
                <a:gd name="connsiteX4170" fmla="*/ 39344 w 316391"/>
                <a:gd name="connsiteY4170" fmla="*/ 140983 h 459014"/>
                <a:gd name="connsiteX4171" fmla="*/ 39344 w 316391"/>
                <a:gd name="connsiteY4171" fmla="*/ 140983 h 459014"/>
                <a:gd name="connsiteX4172" fmla="*/ 39344 w 316391"/>
                <a:gd name="connsiteY4172" fmla="*/ 140983 h 459014"/>
                <a:gd name="connsiteX4173" fmla="*/ 39344 w 316391"/>
                <a:gd name="connsiteY4173" fmla="*/ 140983 h 459014"/>
                <a:gd name="connsiteX4174" fmla="*/ 39344 w 316391"/>
                <a:gd name="connsiteY4174" fmla="*/ 140983 h 459014"/>
                <a:gd name="connsiteX4175" fmla="*/ 39344 w 316391"/>
                <a:gd name="connsiteY4175" fmla="*/ 140983 h 459014"/>
                <a:gd name="connsiteX4176" fmla="*/ 40983 w 316391"/>
                <a:gd name="connsiteY4176" fmla="*/ 140983 h 459014"/>
                <a:gd name="connsiteX4177" fmla="*/ 40983 w 316391"/>
                <a:gd name="connsiteY4177" fmla="*/ 139344 h 459014"/>
                <a:gd name="connsiteX4178" fmla="*/ 40983 w 316391"/>
                <a:gd name="connsiteY4178" fmla="*/ 139344 h 459014"/>
                <a:gd name="connsiteX4179" fmla="*/ 40983 w 316391"/>
                <a:gd name="connsiteY4179" fmla="*/ 139344 h 459014"/>
                <a:gd name="connsiteX4180" fmla="*/ 39344 w 316391"/>
                <a:gd name="connsiteY4180" fmla="*/ 139344 h 459014"/>
                <a:gd name="connsiteX4181" fmla="*/ 39344 w 316391"/>
                <a:gd name="connsiteY4181" fmla="*/ 139344 h 459014"/>
                <a:gd name="connsiteX4182" fmla="*/ 39344 w 316391"/>
                <a:gd name="connsiteY4182" fmla="*/ 139344 h 459014"/>
                <a:gd name="connsiteX4183" fmla="*/ 39344 w 316391"/>
                <a:gd name="connsiteY4183" fmla="*/ 139344 h 459014"/>
                <a:gd name="connsiteX4184" fmla="*/ 39344 w 316391"/>
                <a:gd name="connsiteY4184" fmla="*/ 139344 h 459014"/>
                <a:gd name="connsiteX4185" fmla="*/ 37705 w 316391"/>
                <a:gd name="connsiteY4185" fmla="*/ 139344 h 459014"/>
                <a:gd name="connsiteX4186" fmla="*/ 37705 w 316391"/>
                <a:gd name="connsiteY4186" fmla="*/ 139344 h 459014"/>
                <a:gd name="connsiteX4187" fmla="*/ 37705 w 316391"/>
                <a:gd name="connsiteY4187" fmla="*/ 139344 h 459014"/>
                <a:gd name="connsiteX4188" fmla="*/ 37705 w 316391"/>
                <a:gd name="connsiteY4188" fmla="*/ 139344 h 459014"/>
                <a:gd name="connsiteX4189" fmla="*/ 37705 w 316391"/>
                <a:gd name="connsiteY4189" fmla="*/ 139344 h 459014"/>
                <a:gd name="connsiteX4190" fmla="*/ 37705 w 316391"/>
                <a:gd name="connsiteY4190" fmla="*/ 139344 h 459014"/>
                <a:gd name="connsiteX4191" fmla="*/ 36065 w 316391"/>
                <a:gd name="connsiteY4191" fmla="*/ 139344 h 459014"/>
                <a:gd name="connsiteX4192" fmla="*/ 36065 w 316391"/>
                <a:gd name="connsiteY4192" fmla="*/ 139344 h 459014"/>
                <a:gd name="connsiteX4193" fmla="*/ 36065 w 316391"/>
                <a:gd name="connsiteY4193" fmla="*/ 139344 h 459014"/>
                <a:gd name="connsiteX4194" fmla="*/ 36065 w 316391"/>
                <a:gd name="connsiteY4194" fmla="*/ 139344 h 459014"/>
                <a:gd name="connsiteX4195" fmla="*/ 36065 w 316391"/>
                <a:gd name="connsiteY4195" fmla="*/ 139344 h 459014"/>
                <a:gd name="connsiteX4196" fmla="*/ 36065 w 316391"/>
                <a:gd name="connsiteY4196" fmla="*/ 139344 h 459014"/>
                <a:gd name="connsiteX4197" fmla="*/ 34426 w 316391"/>
                <a:gd name="connsiteY4197" fmla="*/ 140983 h 459014"/>
                <a:gd name="connsiteX4198" fmla="*/ 34426 w 316391"/>
                <a:gd name="connsiteY4198" fmla="*/ 140983 h 459014"/>
                <a:gd name="connsiteX4199" fmla="*/ 34426 w 316391"/>
                <a:gd name="connsiteY4199" fmla="*/ 140983 h 459014"/>
                <a:gd name="connsiteX4200" fmla="*/ 36065 w 316391"/>
                <a:gd name="connsiteY4200" fmla="*/ 142622 h 459014"/>
                <a:gd name="connsiteX4201" fmla="*/ 36065 w 316391"/>
                <a:gd name="connsiteY4201" fmla="*/ 142622 h 459014"/>
                <a:gd name="connsiteX4202" fmla="*/ 36065 w 316391"/>
                <a:gd name="connsiteY4202" fmla="*/ 142622 h 459014"/>
                <a:gd name="connsiteX4203" fmla="*/ 36065 w 316391"/>
                <a:gd name="connsiteY4203" fmla="*/ 142622 h 459014"/>
                <a:gd name="connsiteX4204" fmla="*/ 36065 w 316391"/>
                <a:gd name="connsiteY4204" fmla="*/ 142622 h 459014"/>
                <a:gd name="connsiteX4205" fmla="*/ 36065 w 316391"/>
                <a:gd name="connsiteY4205" fmla="*/ 144262 h 459014"/>
                <a:gd name="connsiteX4206" fmla="*/ 36065 w 316391"/>
                <a:gd name="connsiteY4206" fmla="*/ 144262 h 459014"/>
                <a:gd name="connsiteX4207" fmla="*/ 36065 w 316391"/>
                <a:gd name="connsiteY4207" fmla="*/ 144262 h 459014"/>
                <a:gd name="connsiteX4208" fmla="*/ 36065 w 316391"/>
                <a:gd name="connsiteY4208" fmla="*/ 145901 h 459014"/>
                <a:gd name="connsiteX4209" fmla="*/ 36065 w 316391"/>
                <a:gd name="connsiteY4209" fmla="*/ 145901 h 459014"/>
                <a:gd name="connsiteX4210" fmla="*/ 36065 w 316391"/>
                <a:gd name="connsiteY4210" fmla="*/ 145901 h 459014"/>
                <a:gd name="connsiteX4211" fmla="*/ 34426 w 316391"/>
                <a:gd name="connsiteY4211" fmla="*/ 145901 h 459014"/>
                <a:gd name="connsiteX4212" fmla="*/ 34426 w 316391"/>
                <a:gd name="connsiteY4212" fmla="*/ 145901 h 459014"/>
                <a:gd name="connsiteX4213" fmla="*/ 34426 w 316391"/>
                <a:gd name="connsiteY4213" fmla="*/ 147540 h 459014"/>
                <a:gd name="connsiteX4214" fmla="*/ 34426 w 316391"/>
                <a:gd name="connsiteY4214" fmla="*/ 147540 h 459014"/>
                <a:gd name="connsiteX4215" fmla="*/ 36065 w 316391"/>
                <a:gd name="connsiteY4215" fmla="*/ 147540 h 459014"/>
                <a:gd name="connsiteX4216" fmla="*/ 36065 w 316391"/>
                <a:gd name="connsiteY4216" fmla="*/ 147540 h 459014"/>
                <a:gd name="connsiteX4217" fmla="*/ 36065 w 316391"/>
                <a:gd name="connsiteY4217" fmla="*/ 149180 h 459014"/>
                <a:gd name="connsiteX4218" fmla="*/ 36065 w 316391"/>
                <a:gd name="connsiteY4218" fmla="*/ 149180 h 459014"/>
                <a:gd name="connsiteX4219" fmla="*/ 36065 w 316391"/>
                <a:gd name="connsiteY4219" fmla="*/ 149180 h 459014"/>
                <a:gd name="connsiteX4220" fmla="*/ 36065 w 316391"/>
                <a:gd name="connsiteY4220" fmla="*/ 149180 h 459014"/>
                <a:gd name="connsiteX4221" fmla="*/ 34426 w 316391"/>
                <a:gd name="connsiteY4221" fmla="*/ 149180 h 459014"/>
                <a:gd name="connsiteX4222" fmla="*/ 34426 w 316391"/>
                <a:gd name="connsiteY4222" fmla="*/ 149180 h 459014"/>
                <a:gd name="connsiteX4223" fmla="*/ 34426 w 316391"/>
                <a:gd name="connsiteY4223" fmla="*/ 149180 h 459014"/>
                <a:gd name="connsiteX4224" fmla="*/ 34426 w 316391"/>
                <a:gd name="connsiteY4224" fmla="*/ 149180 h 459014"/>
                <a:gd name="connsiteX4225" fmla="*/ 34426 w 316391"/>
                <a:gd name="connsiteY4225" fmla="*/ 149180 h 459014"/>
                <a:gd name="connsiteX4226" fmla="*/ 34426 w 316391"/>
                <a:gd name="connsiteY4226" fmla="*/ 150819 h 459014"/>
                <a:gd name="connsiteX4227" fmla="*/ 34426 w 316391"/>
                <a:gd name="connsiteY4227" fmla="*/ 150819 h 459014"/>
                <a:gd name="connsiteX4228" fmla="*/ 34426 w 316391"/>
                <a:gd name="connsiteY4228" fmla="*/ 150819 h 459014"/>
                <a:gd name="connsiteX4229" fmla="*/ 34426 w 316391"/>
                <a:gd name="connsiteY4229" fmla="*/ 152458 h 459014"/>
                <a:gd name="connsiteX4230" fmla="*/ 34426 w 316391"/>
                <a:gd name="connsiteY4230" fmla="*/ 152458 h 459014"/>
                <a:gd name="connsiteX4231" fmla="*/ 34426 w 316391"/>
                <a:gd name="connsiteY4231" fmla="*/ 154098 h 459014"/>
                <a:gd name="connsiteX4232" fmla="*/ 34426 w 316391"/>
                <a:gd name="connsiteY4232" fmla="*/ 154098 h 459014"/>
                <a:gd name="connsiteX4233" fmla="*/ 34426 w 316391"/>
                <a:gd name="connsiteY4233" fmla="*/ 155737 h 459014"/>
                <a:gd name="connsiteX4234" fmla="*/ 34426 w 316391"/>
                <a:gd name="connsiteY4234" fmla="*/ 155737 h 459014"/>
                <a:gd name="connsiteX4235" fmla="*/ 34426 w 316391"/>
                <a:gd name="connsiteY4235" fmla="*/ 155737 h 459014"/>
                <a:gd name="connsiteX4236" fmla="*/ 34426 w 316391"/>
                <a:gd name="connsiteY4236" fmla="*/ 155737 h 459014"/>
                <a:gd name="connsiteX4237" fmla="*/ 34426 w 316391"/>
                <a:gd name="connsiteY4237" fmla="*/ 155737 h 459014"/>
                <a:gd name="connsiteX4238" fmla="*/ 34426 w 316391"/>
                <a:gd name="connsiteY4238" fmla="*/ 155737 h 459014"/>
                <a:gd name="connsiteX4239" fmla="*/ 34426 w 316391"/>
                <a:gd name="connsiteY4239" fmla="*/ 155737 h 459014"/>
                <a:gd name="connsiteX4240" fmla="*/ 34426 w 316391"/>
                <a:gd name="connsiteY4240" fmla="*/ 155737 h 459014"/>
                <a:gd name="connsiteX4241" fmla="*/ 34426 w 316391"/>
                <a:gd name="connsiteY4241" fmla="*/ 155737 h 459014"/>
                <a:gd name="connsiteX4242" fmla="*/ 32787 w 316391"/>
                <a:gd name="connsiteY4242" fmla="*/ 155737 h 459014"/>
                <a:gd name="connsiteX4243" fmla="*/ 32787 w 316391"/>
                <a:gd name="connsiteY4243" fmla="*/ 155737 h 459014"/>
                <a:gd name="connsiteX4244" fmla="*/ 32787 w 316391"/>
                <a:gd name="connsiteY4244" fmla="*/ 155737 h 459014"/>
                <a:gd name="connsiteX4245" fmla="*/ 32787 w 316391"/>
                <a:gd name="connsiteY4245" fmla="*/ 155737 h 459014"/>
                <a:gd name="connsiteX4246" fmla="*/ 32787 w 316391"/>
                <a:gd name="connsiteY4246" fmla="*/ 155737 h 459014"/>
                <a:gd name="connsiteX4247" fmla="*/ 32787 w 316391"/>
                <a:gd name="connsiteY4247" fmla="*/ 155737 h 459014"/>
                <a:gd name="connsiteX4248" fmla="*/ 32787 w 316391"/>
                <a:gd name="connsiteY4248" fmla="*/ 154098 h 459014"/>
                <a:gd name="connsiteX4249" fmla="*/ 32787 w 316391"/>
                <a:gd name="connsiteY4249" fmla="*/ 154098 h 459014"/>
                <a:gd name="connsiteX4250" fmla="*/ 32787 w 316391"/>
                <a:gd name="connsiteY4250" fmla="*/ 154098 h 459014"/>
                <a:gd name="connsiteX4251" fmla="*/ 32787 w 316391"/>
                <a:gd name="connsiteY4251" fmla="*/ 154098 h 459014"/>
                <a:gd name="connsiteX4252" fmla="*/ 32787 w 316391"/>
                <a:gd name="connsiteY4252" fmla="*/ 154098 h 459014"/>
                <a:gd name="connsiteX4253" fmla="*/ 32787 w 316391"/>
                <a:gd name="connsiteY4253" fmla="*/ 154098 h 459014"/>
                <a:gd name="connsiteX4254" fmla="*/ 32787 w 316391"/>
                <a:gd name="connsiteY4254" fmla="*/ 154098 h 459014"/>
                <a:gd name="connsiteX4255" fmla="*/ 31147 w 316391"/>
                <a:gd name="connsiteY4255" fmla="*/ 154098 h 459014"/>
                <a:gd name="connsiteX4256" fmla="*/ 31147 w 316391"/>
                <a:gd name="connsiteY4256" fmla="*/ 152458 h 459014"/>
                <a:gd name="connsiteX4257" fmla="*/ 31147 w 316391"/>
                <a:gd name="connsiteY4257" fmla="*/ 152458 h 459014"/>
                <a:gd name="connsiteX4258" fmla="*/ 31147 w 316391"/>
                <a:gd name="connsiteY4258" fmla="*/ 152458 h 459014"/>
                <a:gd name="connsiteX4259" fmla="*/ 31147 w 316391"/>
                <a:gd name="connsiteY4259" fmla="*/ 152458 h 459014"/>
                <a:gd name="connsiteX4260" fmla="*/ 31147 w 316391"/>
                <a:gd name="connsiteY4260" fmla="*/ 150819 h 459014"/>
                <a:gd name="connsiteX4261" fmla="*/ 31147 w 316391"/>
                <a:gd name="connsiteY4261" fmla="*/ 150819 h 459014"/>
                <a:gd name="connsiteX4262" fmla="*/ 31147 w 316391"/>
                <a:gd name="connsiteY4262" fmla="*/ 150819 h 459014"/>
                <a:gd name="connsiteX4263" fmla="*/ 31147 w 316391"/>
                <a:gd name="connsiteY4263" fmla="*/ 150819 h 459014"/>
                <a:gd name="connsiteX4264" fmla="*/ 31147 w 316391"/>
                <a:gd name="connsiteY4264" fmla="*/ 152458 h 459014"/>
                <a:gd name="connsiteX4265" fmla="*/ 32787 w 316391"/>
                <a:gd name="connsiteY4265" fmla="*/ 152458 h 459014"/>
                <a:gd name="connsiteX4266" fmla="*/ 32787 w 316391"/>
                <a:gd name="connsiteY4266" fmla="*/ 150819 h 459014"/>
                <a:gd name="connsiteX4267" fmla="*/ 32787 w 316391"/>
                <a:gd name="connsiteY4267" fmla="*/ 150819 h 459014"/>
                <a:gd name="connsiteX4268" fmla="*/ 32787 w 316391"/>
                <a:gd name="connsiteY4268" fmla="*/ 150819 h 459014"/>
                <a:gd name="connsiteX4269" fmla="*/ 32787 w 316391"/>
                <a:gd name="connsiteY4269" fmla="*/ 150819 h 459014"/>
                <a:gd name="connsiteX4270" fmla="*/ 32787 w 316391"/>
                <a:gd name="connsiteY4270" fmla="*/ 150819 h 459014"/>
                <a:gd name="connsiteX4271" fmla="*/ 32787 w 316391"/>
                <a:gd name="connsiteY4271" fmla="*/ 150819 h 459014"/>
                <a:gd name="connsiteX4272" fmla="*/ 32787 w 316391"/>
                <a:gd name="connsiteY4272" fmla="*/ 150819 h 459014"/>
                <a:gd name="connsiteX4273" fmla="*/ 32787 w 316391"/>
                <a:gd name="connsiteY4273" fmla="*/ 149180 h 459014"/>
                <a:gd name="connsiteX4274" fmla="*/ 32787 w 316391"/>
                <a:gd name="connsiteY4274" fmla="*/ 149180 h 459014"/>
                <a:gd name="connsiteX4275" fmla="*/ 32787 w 316391"/>
                <a:gd name="connsiteY4275" fmla="*/ 149180 h 459014"/>
                <a:gd name="connsiteX4276" fmla="*/ 32787 w 316391"/>
                <a:gd name="connsiteY4276" fmla="*/ 149180 h 459014"/>
                <a:gd name="connsiteX4277" fmla="*/ 32787 w 316391"/>
                <a:gd name="connsiteY4277" fmla="*/ 149180 h 459014"/>
                <a:gd name="connsiteX4278" fmla="*/ 34426 w 316391"/>
                <a:gd name="connsiteY4278" fmla="*/ 149180 h 459014"/>
                <a:gd name="connsiteX4279" fmla="*/ 34426 w 316391"/>
                <a:gd name="connsiteY4279" fmla="*/ 147540 h 459014"/>
                <a:gd name="connsiteX4280" fmla="*/ 32787 w 316391"/>
                <a:gd name="connsiteY4280" fmla="*/ 147540 h 459014"/>
                <a:gd name="connsiteX4281" fmla="*/ 32787 w 316391"/>
                <a:gd name="connsiteY4281" fmla="*/ 147540 h 459014"/>
                <a:gd name="connsiteX4282" fmla="*/ 32787 w 316391"/>
                <a:gd name="connsiteY4282" fmla="*/ 147540 h 459014"/>
                <a:gd name="connsiteX4283" fmla="*/ 32787 w 316391"/>
                <a:gd name="connsiteY4283" fmla="*/ 147540 h 459014"/>
                <a:gd name="connsiteX4284" fmla="*/ 32787 w 316391"/>
                <a:gd name="connsiteY4284" fmla="*/ 145901 h 459014"/>
                <a:gd name="connsiteX4285" fmla="*/ 32787 w 316391"/>
                <a:gd name="connsiteY4285" fmla="*/ 145901 h 459014"/>
                <a:gd name="connsiteX4286" fmla="*/ 32787 w 316391"/>
                <a:gd name="connsiteY4286" fmla="*/ 145901 h 459014"/>
                <a:gd name="connsiteX4287" fmla="*/ 32787 w 316391"/>
                <a:gd name="connsiteY4287" fmla="*/ 145901 h 459014"/>
                <a:gd name="connsiteX4288" fmla="*/ 32787 w 316391"/>
                <a:gd name="connsiteY4288" fmla="*/ 145901 h 459014"/>
                <a:gd name="connsiteX4289" fmla="*/ 32787 w 316391"/>
                <a:gd name="connsiteY4289" fmla="*/ 145901 h 459014"/>
                <a:gd name="connsiteX4290" fmla="*/ 34426 w 316391"/>
                <a:gd name="connsiteY4290" fmla="*/ 145901 h 459014"/>
                <a:gd name="connsiteX4291" fmla="*/ 34426 w 316391"/>
                <a:gd name="connsiteY4291" fmla="*/ 144262 h 459014"/>
                <a:gd name="connsiteX4292" fmla="*/ 34426 w 316391"/>
                <a:gd name="connsiteY4292" fmla="*/ 144262 h 459014"/>
                <a:gd name="connsiteX4293" fmla="*/ 34426 w 316391"/>
                <a:gd name="connsiteY4293" fmla="*/ 144262 h 459014"/>
                <a:gd name="connsiteX4294" fmla="*/ 34426 w 316391"/>
                <a:gd name="connsiteY4294" fmla="*/ 144262 h 459014"/>
                <a:gd name="connsiteX4295" fmla="*/ 34426 w 316391"/>
                <a:gd name="connsiteY4295" fmla="*/ 144262 h 459014"/>
                <a:gd name="connsiteX4296" fmla="*/ 34426 w 316391"/>
                <a:gd name="connsiteY4296" fmla="*/ 144262 h 459014"/>
                <a:gd name="connsiteX4297" fmla="*/ 34426 w 316391"/>
                <a:gd name="connsiteY4297" fmla="*/ 144262 h 459014"/>
                <a:gd name="connsiteX4298" fmla="*/ 34426 w 316391"/>
                <a:gd name="connsiteY4298" fmla="*/ 142622 h 459014"/>
                <a:gd name="connsiteX4299" fmla="*/ 34426 w 316391"/>
                <a:gd name="connsiteY4299" fmla="*/ 142622 h 459014"/>
                <a:gd name="connsiteX4300" fmla="*/ 34426 w 316391"/>
                <a:gd name="connsiteY4300" fmla="*/ 142622 h 459014"/>
                <a:gd name="connsiteX4301" fmla="*/ 34426 w 316391"/>
                <a:gd name="connsiteY4301" fmla="*/ 142622 h 459014"/>
                <a:gd name="connsiteX4302" fmla="*/ 32787 w 316391"/>
                <a:gd name="connsiteY4302" fmla="*/ 142622 h 459014"/>
                <a:gd name="connsiteX4303" fmla="*/ 32787 w 316391"/>
                <a:gd name="connsiteY4303" fmla="*/ 142622 h 459014"/>
                <a:gd name="connsiteX4304" fmla="*/ 32787 w 316391"/>
                <a:gd name="connsiteY4304" fmla="*/ 142622 h 459014"/>
                <a:gd name="connsiteX4305" fmla="*/ 32787 w 316391"/>
                <a:gd name="connsiteY4305" fmla="*/ 142622 h 459014"/>
                <a:gd name="connsiteX4306" fmla="*/ 32787 w 316391"/>
                <a:gd name="connsiteY4306" fmla="*/ 142622 h 459014"/>
                <a:gd name="connsiteX4307" fmla="*/ 32787 w 316391"/>
                <a:gd name="connsiteY4307" fmla="*/ 142622 h 459014"/>
                <a:gd name="connsiteX4308" fmla="*/ 32787 w 316391"/>
                <a:gd name="connsiteY4308" fmla="*/ 142622 h 459014"/>
                <a:gd name="connsiteX4309" fmla="*/ 32787 w 316391"/>
                <a:gd name="connsiteY4309" fmla="*/ 142622 h 459014"/>
                <a:gd name="connsiteX4310" fmla="*/ 32787 w 316391"/>
                <a:gd name="connsiteY4310" fmla="*/ 142622 h 459014"/>
                <a:gd name="connsiteX4311" fmla="*/ 32787 w 316391"/>
                <a:gd name="connsiteY4311" fmla="*/ 140983 h 459014"/>
                <a:gd name="connsiteX4312" fmla="*/ 32787 w 316391"/>
                <a:gd name="connsiteY4312" fmla="*/ 140983 h 459014"/>
                <a:gd name="connsiteX4313" fmla="*/ 32787 w 316391"/>
                <a:gd name="connsiteY4313" fmla="*/ 140983 h 459014"/>
                <a:gd name="connsiteX4314" fmla="*/ 32787 w 316391"/>
                <a:gd name="connsiteY4314" fmla="*/ 140983 h 459014"/>
                <a:gd name="connsiteX4315" fmla="*/ 32787 w 316391"/>
                <a:gd name="connsiteY4315" fmla="*/ 140983 h 459014"/>
                <a:gd name="connsiteX4316" fmla="*/ 32787 w 316391"/>
                <a:gd name="connsiteY4316" fmla="*/ 139344 h 459014"/>
                <a:gd name="connsiteX4317" fmla="*/ 31147 w 316391"/>
                <a:gd name="connsiteY4317" fmla="*/ 139344 h 459014"/>
                <a:gd name="connsiteX4318" fmla="*/ 31147 w 316391"/>
                <a:gd name="connsiteY4318" fmla="*/ 139344 h 459014"/>
                <a:gd name="connsiteX4319" fmla="*/ 31147 w 316391"/>
                <a:gd name="connsiteY4319" fmla="*/ 139344 h 459014"/>
                <a:gd name="connsiteX4320" fmla="*/ 31147 w 316391"/>
                <a:gd name="connsiteY4320" fmla="*/ 139344 h 459014"/>
                <a:gd name="connsiteX4321" fmla="*/ 31147 w 316391"/>
                <a:gd name="connsiteY4321" fmla="*/ 139344 h 459014"/>
                <a:gd name="connsiteX4322" fmla="*/ 31147 w 316391"/>
                <a:gd name="connsiteY4322" fmla="*/ 139344 h 459014"/>
                <a:gd name="connsiteX4323" fmla="*/ 31147 w 316391"/>
                <a:gd name="connsiteY4323" fmla="*/ 137704 h 459014"/>
                <a:gd name="connsiteX4324" fmla="*/ 31147 w 316391"/>
                <a:gd name="connsiteY4324" fmla="*/ 137704 h 459014"/>
                <a:gd name="connsiteX4325" fmla="*/ 31147 w 316391"/>
                <a:gd name="connsiteY4325" fmla="*/ 137704 h 459014"/>
                <a:gd name="connsiteX4326" fmla="*/ 29508 w 316391"/>
                <a:gd name="connsiteY4326" fmla="*/ 137704 h 459014"/>
                <a:gd name="connsiteX4327" fmla="*/ 29508 w 316391"/>
                <a:gd name="connsiteY4327" fmla="*/ 137704 h 459014"/>
                <a:gd name="connsiteX4328" fmla="*/ 29508 w 316391"/>
                <a:gd name="connsiteY4328" fmla="*/ 136065 h 459014"/>
                <a:gd name="connsiteX4329" fmla="*/ 29508 w 316391"/>
                <a:gd name="connsiteY4329" fmla="*/ 136065 h 459014"/>
                <a:gd name="connsiteX4330" fmla="*/ 29508 w 316391"/>
                <a:gd name="connsiteY4330" fmla="*/ 136065 h 459014"/>
                <a:gd name="connsiteX4331" fmla="*/ 29508 w 316391"/>
                <a:gd name="connsiteY4331" fmla="*/ 136065 h 459014"/>
                <a:gd name="connsiteX4332" fmla="*/ 29508 w 316391"/>
                <a:gd name="connsiteY4332" fmla="*/ 136065 h 459014"/>
                <a:gd name="connsiteX4333" fmla="*/ 27868 w 316391"/>
                <a:gd name="connsiteY4333" fmla="*/ 136065 h 459014"/>
                <a:gd name="connsiteX4334" fmla="*/ 27868 w 316391"/>
                <a:gd name="connsiteY4334" fmla="*/ 136065 h 459014"/>
                <a:gd name="connsiteX4335" fmla="*/ 27868 w 316391"/>
                <a:gd name="connsiteY4335" fmla="*/ 134426 h 459014"/>
                <a:gd name="connsiteX4336" fmla="*/ 27868 w 316391"/>
                <a:gd name="connsiteY4336" fmla="*/ 134426 h 459014"/>
                <a:gd name="connsiteX4337" fmla="*/ 27868 w 316391"/>
                <a:gd name="connsiteY4337" fmla="*/ 134426 h 459014"/>
                <a:gd name="connsiteX4338" fmla="*/ 27868 w 316391"/>
                <a:gd name="connsiteY4338" fmla="*/ 134426 h 459014"/>
                <a:gd name="connsiteX4339" fmla="*/ 27868 w 316391"/>
                <a:gd name="connsiteY4339" fmla="*/ 134426 h 459014"/>
                <a:gd name="connsiteX4340" fmla="*/ 27868 w 316391"/>
                <a:gd name="connsiteY4340" fmla="*/ 132786 h 459014"/>
                <a:gd name="connsiteX4341" fmla="*/ 27868 w 316391"/>
                <a:gd name="connsiteY4341" fmla="*/ 132786 h 459014"/>
                <a:gd name="connsiteX4342" fmla="*/ 27868 w 316391"/>
                <a:gd name="connsiteY4342" fmla="*/ 132786 h 459014"/>
                <a:gd name="connsiteX4343" fmla="*/ 27868 w 316391"/>
                <a:gd name="connsiteY4343" fmla="*/ 132786 h 459014"/>
                <a:gd name="connsiteX4344" fmla="*/ 27868 w 316391"/>
                <a:gd name="connsiteY4344" fmla="*/ 132786 h 459014"/>
                <a:gd name="connsiteX4345" fmla="*/ 26229 w 316391"/>
                <a:gd name="connsiteY4345" fmla="*/ 132786 h 459014"/>
                <a:gd name="connsiteX4346" fmla="*/ 26229 w 316391"/>
                <a:gd name="connsiteY4346" fmla="*/ 131147 h 459014"/>
                <a:gd name="connsiteX4347" fmla="*/ 24590 w 316391"/>
                <a:gd name="connsiteY4347" fmla="*/ 131147 h 459014"/>
                <a:gd name="connsiteX4348" fmla="*/ 24590 w 316391"/>
                <a:gd name="connsiteY4348" fmla="*/ 131147 h 459014"/>
                <a:gd name="connsiteX4349" fmla="*/ 24590 w 316391"/>
                <a:gd name="connsiteY4349" fmla="*/ 129508 h 459014"/>
                <a:gd name="connsiteX4350" fmla="*/ 24590 w 316391"/>
                <a:gd name="connsiteY4350" fmla="*/ 129508 h 459014"/>
                <a:gd name="connsiteX4351" fmla="*/ 24590 w 316391"/>
                <a:gd name="connsiteY4351" fmla="*/ 129508 h 459014"/>
                <a:gd name="connsiteX4352" fmla="*/ 22951 w 316391"/>
                <a:gd name="connsiteY4352" fmla="*/ 127868 h 459014"/>
                <a:gd name="connsiteX4353" fmla="*/ 22951 w 316391"/>
                <a:gd name="connsiteY4353" fmla="*/ 127868 h 459014"/>
                <a:gd name="connsiteX4354" fmla="*/ 22951 w 316391"/>
                <a:gd name="connsiteY4354" fmla="*/ 127868 h 459014"/>
                <a:gd name="connsiteX4355" fmla="*/ 22951 w 316391"/>
                <a:gd name="connsiteY4355" fmla="*/ 126229 h 459014"/>
                <a:gd name="connsiteX4356" fmla="*/ 22951 w 316391"/>
                <a:gd name="connsiteY4356" fmla="*/ 126229 h 459014"/>
                <a:gd name="connsiteX4357" fmla="*/ 22951 w 316391"/>
                <a:gd name="connsiteY4357" fmla="*/ 126229 h 459014"/>
                <a:gd name="connsiteX4358" fmla="*/ 22951 w 316391"/>
                <a:gd name="connsiteY4358" fmla="*/ 126229 h 459014"/>
                <a:gd name="connsiteX4359" fmla="*/ 21311 w 316391"/>
                <a:gd name="connsiteY4359" fmla="*/ 124590 h 459014"/>
                <a:gd name="connsiteX4360" fmla="*/ 21311 w 316391"/>
                <a:gd name="connsiteY4360" fmla="*/ 124590 h 459014"/>
                <a:gd name="connsiteX4361" fmla="*/ 21311 w 316391"/>
                <a:gd name="connsiteY4361" fmla="*/ 124590 h 459014"/>
                <a:gd name="connsiteX4362" fmla="*/ 21311 w 316391"/>
                <a:gd name="connsiteY4362" fmla="*/ 124590 h 459014"/>
                <a:gd name="connsiteX4363" fmla="*/ 21311 w 316391"/>
                <a:gd name="connsiteY4363" fmla="*/ 124590 h 459014"/>
                <a:gd name="connsiteX4364" fmla="*/ 21311 w 316391"/>
                <a:gd name="connsiteY4364" fmla="*/ 124590 h 459014"/>
                <a:gd name="connsiteX4365" fmla="*/ 21311 w 316391"/>
                <a:gd name="connsiteY4365" fmla="*/ 126229 h 459014"/>
                <a:gd name="connsiteX4366" fmla="*/ 21311 w 316391"/>
                <a:gd name="connsiteY4366" fmla="*/ 126229 h 459014"/>
                <a:gd name="connsiteX4367" fmla="*/ 19672 w 316391"/>
                <a:gd name="connsiteY4367" fmla="*/ 126229 h 459014"/>
                <a:gd name="connsiteX4368" fmla="*/ 19672 w 316391"/>
                <a:gd name="connsiteY4368" fmla="*/ 126229 h 459014"/>
                <a:gd name="connsiteX4369" fmla="*/ 19672 w 316391"/>
                <a:gd name="connsiteY4369" fmla="*/ 126229 h 459014"/>
                <a:gd name="connsiteX4370" fmla="*/ 19672 w 316391"/>
                <a:gd name="connsiteY4370" fmla="*/ 126229 h 459014"/>
                <a:gd name="connsiteX4371" fmla="*/ 19672 w 316391"/>
                <a:gd name="connsiteY4371" fmla="*/ 126229 h 459014"/>
                <a:gd name="connsiteX4372" fmla="*/ 19672 w 316391"/>
                <a:gd name="connsiteY4372" fmla="*/ 126229 h 459014"/>
                <a:gd name="connsiteX4373" fmla="*/ 18033 w 316391"/>
                <a:gd name="connsiteY4373" fmla="*/ 124590 h 459014"/>
                <a:gd name="connsiteX4374" fmla="*/ 18033 w 316391"/>
                <a:gd name="connsiteY4374" fmla="*/ 124590 h 459014"/>
                <a:gd name="connsiteX4375" fmla="*/ 18033 w 316391"/>
                <a:gd name="connsiteY4375" fmla="*/ 124590 h 459014"/>
                <a:gd name="connsiteX4376" fmla="*/ 18033 w 316391"/>
                <a:gd name="connsiteY4376" fmla="*/ 124590 h 459014"/>
                <a:gd name="connsiteX4377" fmla="*/ 18033 w 316391"/>
                <a:gd name="connsiteY4377" fmla="*/ 124590 h 459014"/>
                <a:gd name="connsiteX4378" fmla="*/ 18033 w 316391"/>
                <a:gd name="connsiteY4378" fmla="*/ 124590 h 459014"/>
                <a:gd name="connsiteX4379" fmla="*/ 16393 w 316391"/>
                <a:gd name="connsiteY4379" fmla="*/ 124590 h 459014"/>
                <a:gd name="connsiteX4380" fmla="*/ 16393 w 316391"/>
                <a:gd name="connsiteY4380" fmla="*/ 124590 h 459014"/>
                <a:gd name="connsiteX4381" fmla="*/ 16393 w 316391"/>
                <a:gd name="connsiteY4381" fmla="*/ 122950 h 459014"/>
                <a:gd name="connsiteX4382" fmla="*/ 16393 w 316391"/>
                <a:gd name="connsiteY4382" fmla="*/ 122950 h 459014"/>
                <a:gd name="connsiteX4383" fmla="*/ 16393 w 316391"/>
                <a:gd name="connsiteY4383" fmla="*/ 122950 h 459014"/>
                <a:gd name="connsiteX4384" fmla="*/ 16393 w 316391"/>
                <a:gd name="connsiteY4384" fmla="*/ 122950 h 459014"/>
                <a:gd name="connsiteX4385" fmla="*/ 16393 w 316391"/>
                <a:gd name="connsiteY4385" fmla="*/ 122950 h 459014"/>
                <a:gd name="connsiteX4386" fmla="*/ 14754 w 316391"/>
                <a:gd name="connsiteY4386" fmla="*/ 122950 h 459014"/>
                <a:gd name="connsiteX4387" fmla="*/ 14754 w 316391"/>
                <a:gd name="connsiteY4387" fmla="*/ 121311 h 459014"/>
                <a:gd name="connsiteX4388" fmla="*/ 14754 w 316391"/>
                <a:gd name="connsiteY4388" fmla="*/ 121311 h 459014"/>
                <a:gd name="connsiteX4389" fmla="*/ 14754 w 316391"/>
                <a:gd name="connsiteY4389" fmla="*/ 121311 h 459014"/>
                <a:gd name="connsiteX4390" fmla="*/ 14754 w 316391"/>
                <a:gd name="connsiteY4390" fmla="*/ 121311 h 459014"/>
                <a:gd name="connsiteX4391" fmla="*/ 14754 w 316391"/>
                <a:gd name="connsiteY4391" fmla="*/ 119672 h 459014"/>
                <a:gd name="connsiteX4392" fmla="*/ 14754 w 316391"/>
                <a:gd name="connsiteY4392" fmla="*/ 119672 h 459014"/>
                <a:gd name="connsiteX4393" fmla="*/ 14754 w 316391"/>
                <a:gd name="connsiteY4393" fmla="*/ 119672 h 459014"/>
                <a:gd name="connsiteX4394" fmla="*/ 14754 w 316391"/>
                <a:gd name="connsiteY4394" fmla="*/ 119672 h 459014"/>
                <a:gd name="connsiteX4395" fmla="*/ 14754 w 316391"/>
                <a:gd name="connsiteY4395" fmla="*/ 119672 h 459014"/>
                <a:gd name="connsiteX4396" fmla="*/ 14754 w 316391"/>
                <a:gd name="connsiteY4396" fmla="*/ 119672 h 459014"/>
                <a:gd name="connsiteX4397" fmla="*/ 13114 w 316391"/>
                <a:gd name="connsiteY4397" fmla="*/ 118032 h 459014"/>
                <a:gd name="connsiteX4398" fmla="*/ 13114 w 316391"/>
                <a:gd name="connsiteY4398" fmla="*/ 118032 h 459014"/>
                <a:gd name="connsiteX4399" fmla="*/ 13114 w 316391"/>
                <a:gd name="connsiteY4399" fmla="*/ 118032 h 459014"/>
                <a:gd name="connsiteX4400" fmla="*/ 11475 w 316391"/>
                <a:gd name="connsiteY4400" fmla="*/ 118032 h 459014"/>
                <a:gd name="connsiteX4401" fmla="*/ 11475 w 316391"/>
                <a:gd name="connsiteY4401" fmla="*/ 118032 h 459014"/>
                <a:gd name="connsiteX4402" fmla="*/ 11475 w 316391"/>
                <a:gd name="connsiteY4402" fmla="*/ 118032 h 459014"/>
                <a:gd name="connsiteX4403" fmla="*/ 11475 w 316391"/>
                <a:gd name="connsiteY4403" fmla="*/ 118032 h 459014"/>
                <a:gd name="connsiteX4404" fmla="*/ 9836 w 316391"/>
                <a:gd name="connsiteY4404" fmla="*/ 118032 h 459014"/>
                <a:gd name="connsiteX4405" fmla="*/ 9836 w 316391"/>
                <a:gd name="connsiteY4405" fmla="*/ 118032 h 459014"/>
                <a:gd name="connsiteX4406" fmla="*/ 9836 w 316391"/>
                <a:gd name="connsiteY4406" fmla="*/ 118032 h 459014"/>
                <a:gd name="connsiteX4407" fmla="*/ 9836 w 316391"/>
                <a:gd name="connsiteY4407" fmla="*/ 118032 h 459014"/>
                <a:gd name="connsiteX4408" fmla="*/ 8197 w 316391"/>
                <a:gd name="connsiteY4408" fmla="*/ 118032 h 459014"/>
                <a:gd name="connsiteX4409" fmla="*/ 8197 w 316391"/>
                <a:gd name="connsiteY4409" fmla="*/ 118032 h 459014"/>
                <a:gd name="connsiteX4410" fmla="*/ 8197 w 316391"/>
                <a:gd name="connsiteY4410" fmla="*/ 118032 h 459014"/>
                <a:gd name="connsiteX4411" fmla="*/ 8197 w 316391"/>
                <a:gd name="connsiteY4411" fmla="*/ 118032 h 459014"/>
                <a:gd name="connsiteX4412" fmla="*/ 8197 w 316391"/>
                <a:gd name="connsiteY4412" fmla="*/ 118032 h 459014"/>
                <a:gd name="connsiteX4413" fmla="*/ 6557 w 316391"/>
                <a:gd name="connsiteY4413" fmla="*/ 118032 h 459014"/>
                <a:gd name="connsiteX4414" fmla="*/ 6557 w 316391"/>
                <a:gd name="connsiteY4414" fmla="*/ 118032 h 459014"/>
                <a:gd name="connsiteX4415" fmla="*/ 6557 w 316391"/>
                <a:gd name="connsiteY4415" fmla="*/ 118032 h 459014"/>
                <a:gd name="connsiteX4416" fmla="*/ 6557 w 316391"/>
                <a:gd name="connsiteY4416" fmla="*/ 118032 h 459014"/>
                <a:gd name="connsiteX4417" fmla="*/ 4918 w 316391"/>
                <a:gd name="connsiteY4417" fmla="*/ 118032 h 459014"/>
                <a:gd name="connsiteX4418" fmla="*/ 4918 w 316391"/>
                <a:gd name="connsiteY4418" fmla="*/ 118032 h 459014"/>
                <a:gd name="connsiteX4419" fmla="*/ 4918 w 316391"/>
                <a:gd name="connsiteY4419" fmla="*/ 118032 h 459014"/>
                <a:gd name="connsiteX4420" fmla="*/ 4918 w 316391"/>
                <a:gd name="connsiteY4420" fmla="*/ 118032 h 459014"/>
                <a:gd name="connsiteX4421" fmla="*/ 4918 w 316391"/>
                <a:gd name="connsiteY4421" fmla="*/ 118032 h 459014"/>
                <a:gd name="connsiteX4422" fmla="*/ 4918 w 316391"/>
                <a:gd name="connsiteY4422" fmla="*/ 118032 h 459014"/>
                <a:gd name="connsiteX4423" fmla="*/ 3278 w 316391"/>
                <a:gd name="connsiteY4423" fmla="*/ 116393 h 459014"/>
                <a:gd name="connsiteX4424" fmla="*/ 3278 w 316391"/>
                <a:gd name="connsiteY4424" fmla="*/ 116393 h 459014"/>
                <a:gd name="connsiteX4425" fmla="*/ 3278 w 316391"/>
                <a:gd name="connsiteY4425" fmla="*/ 116393 h 459014"/>
                <a:gd name="connsiteX4426" fmla="*/ 3278 w 316391"/>
                <a:gd name="connsiteY4426" fmla="*/ 116393 h 459014"/>
                <a:gd name="connsiteX4427" fmla="*/ 3278 w 316391"/>
                <a:gd name="connsiteY4427" fmla="*/ 116393 h 459014"/>
                <a:gd name="connsiteX4428" fmla="*/ 1639 w 316391"/>
                <a:gd name="connsiteY4428" fmla="*/ 116393 h 459014"/>
                <a:gd name="connsiteX4429" fmla="*/ 1639 w 316391"/>
                <a:gd name="connsiteY4429" fmla="*/ 116393 h 459014"/>
                <a:gd name="connsiteX4430" fmla="*/ 1639 w 316391"/>
                <a:gd name="connsiteY4430" fmla="*/ 116393 h 459014"/>
                <a:gd name="connsiteX4431" fmla="*/ 1639 w 316391"/>
                <a:gd name="connsiteY4431" fmla="*/ 116393 h 459014"/>
                <a:gd name="connsiteX4432" fmla="*/ 1639 w 316391"/>
                <a:gd name="connsiteY4432" fmla="*/ 114754 h 459014"/>
                <a:gd name="connsiteX4433" fmla="*/ 1639 w 316391"/>
                <a:gd name="connsiteY4433" fmla="*/ 114754 h 459014"/>
                <a:gd name="connsiteX4434" fmla="*/ 1639 w 316391"/>
                <a:gd name="connsiteY4434" fmla="*/ 114754 h 459014"/>
                <a:gd name="connsiteX4435" fmla="*/ 1639 w 316391"/>
                <a:gd name="connsiteY4435" fmla="*/ 114754 h 459014"/>
                <a:gd name="connsiteX4436" fmla="*/ 1639 w 316391"/>
                <a:gd name="connsiteY4436" fmla="*/ 114754 h 459014"/>
                <a:gd name="connsiteX4437" fmla="*/ 1639 w 316391"/>
                <a:gd name="connsiteY4437" fmla="*/ 114754 h 459014"/>
                <a:gd name="connsiteX4438" fmla="*/ 1639 w 316391"/>
                <a:gd name="connsiteY4438" fmla="*/ 113114 h 459014"/>
                <a:gd name="connsiteX4439" fmla="*/ 0 w 316391"/>
                <a:gd name="connsiteY4439" fmla="*/ 113114 h 459014"/>
                <a:gd name="connsiteX4440" fmla="*/ 0 w 316391"/>
                <a:gd name="connsiteY4440" fmla="*/ 113114 h 459014"/>
                <a:gd name="connsiteX4441" fmla="*/ 0 w 316391"/>
                <a:gd name="connsiteY4441" fmla="*/ 111475 h 459014"/>
                <a:gd name="connsiteX4442" fmla="*/ 0 w 316391"/>
                <a:gd name="connsiteY4442" fmla="*/ 111475 h 459014"/>
                <a:gd name="connsiteX4443" fmla="*/ 0 w 316391"/>
                <a:gd name="connsiteY4443" fmla="*/ 111475 h 459014"/>
                <a:gd name="connsiteX4444" fmla="*/ 0 w 316391"/>
                <a:gd name="connsiteY4444" fmla="*/ 111475 h 459014"/>
                <a:gd name="connsiteX4445" fmla="*/ 1639 w 316391"/>
                <a:gd name="connsiteY4445" fmla="*/ 111475 h 459014"/>
                <a:gd name="connsiteX4446" fmla="*/ 1639 w 316391"/>
                <a:gd name="connsiteY4446" fmla="*/ 111475 h 459014"/>
                <a:gd name="connsiteX4447" fmla="*/ 1639 w 316391"/>
                <a:gd name="connsiteY4447" fmla="*/ 111475 h 459014"/>
                <a:gd name="connsiteX4448" fmla="*/ 1639 w 316391"/>
                <a:gd name="connsiteY4448" fmla="*/ 111475 h 459014"/>
                <a:gd name="connsiteX4449" fmla="*/ 1639 w 316391"/>
                <a:gd name="connsiteY4449" fmla="*/ 111475 h 459014"/>
                <a:gd name="connsiteX4450" fmla="*/ 1639 w 316391"/>
                <a:gd name="connsiteY4450" fmla="*/ 111475 h 459014"/>
                <a:gd name="connsiteX4451" fmla="*/ 1639 w 316391"/>
                <a:gd name="connsiteY4451" fmla="*/ 109836 h 459014"/>
                <a:gd name="connsiteX4452" fmla="*/ 1639 w 316391"/>
                <a:gd name="connsiteY4452" fmla="*/ 109836 h 459014"/>
                <a:gd name="connsiteX4453" fmla="*/ 1639 w 316391"/>
                <a:gd name="connsiteY4453" fmla="*/ 109836 h 459014"/>
                <a:gd name="connsiteX4454" fmla="*/ 1639 w 316391"/>
                <a:gd name="connsiteY4454" fmla="*/ 109836 h 459014"/>
                <a:gd name="connsiteX4455" fmla="*/ 1639 w 316391"/>
                <a:gd name="connsiteY4455" fmla="*/ 109836 h 459014"/>
                <a:gd name="connsiteX4456" fmla="*/ 1639 w 316391"/>
                <a:gd name="connsiteY4456" fmla="*/ 109836 h 459014"/>
                <a:gd name="connsiteX4457" fmla="*/ 1639 w 316391"/>
                <a:gd name="connsiteY4457" fmla="*/ 109836 h 459014"/>
                <a:gd name="connsiteX4458" fmla="*/ 1639 w 316391"/>
                <a:gd name="connsiteY4458" fmla="*/ 109836 h 459014"/>
                <a:gd name="connsiteX4459" fmla="*/ 1639 w 316391"/>
                <a:gd name="connsiteY4459" fmla="*/ 108196 h 459014"/>
                <a:gd name="connsiteX4460" fmla="*/ 1639 w 316391"/>
                <a:gd name="connsiteY4460" fmla="*/ 108196 h 459014"/>
                <a:gd name="connsiteX4461" fmla="*/ 1639 w 316391"/>
                <a:gd name="connsiteY4461" fmla="*/ 108196 h 459014"/>
                <a:gd name="connsiteX4462" fmla="*/ 1639 w 316391"/>
                <a:gd name="connsiteY4462" fmla="*/ 108196 h 459014"/>
                <a:gd name="connsiteX4463" fmla="*/ 1639 w 316391"/>
                <a:gd name="connsiteY4463" fmla="*/ 108196 h 459014"/>
                <a:gd name="connsiteX4464" fmla="*/ 1639 w 316391"/>
                <a:gd name="connsiteY4464" fmla="*/ 106557 h 459014"/>
                <a:gd name="connsiteX4465" fmla="*/ 1639 w 316391"/>
                <a:gd name="connsiteY4465" fmla="*/ 106557 h 459014"/>
                <a:gd name="connsiteX4466" fmla="*/ 0 w 316391"/>
                <a:gd name="connsiteY4466" fmla="*/ 106557 h 459014"/>
                <a:gd name="connsiteX4467" fmla="*/ 0 w 316391"/>
                <a:gd name="connsiteY4467" fmla="*/ 106557 h 459014"/>
                <a:gd name="connsiteX4468" fmla="*/ 1639 w 316391"/>
                <a:gd name="connsiteY4468" fmla="*/ 106557 h 459014"/>
                <a:gd name="connsiteX4469" fmla="*/ 1639 w 316391"/>
                <a:gd name="connsiteY4469" fmla="*/ 106557 h 459014"/>
                <a:gd name="connsiteX4470" fmla="*/ 1639 w 316391"/>
                <a:gd name="connsiteY4470" fmla="*/ 106557 h 459014"/>
                <a:gd name="connsiteX4471" fmla="*/ 1639 w 316391"/>
                <a:gd name="connsiteY4471" fmla="*/ 106557 h 459014"/>
                <a:gd name="connsiteX4472" fmla="*/ 1639 w 316391"/>
                <a:gd name="connsiteY4472" fmla="*/ 106557 h 459014"/>
                <a:gd name="connsiteX4473" fmla="*/ 1639 w 316391"/>
                <a:gd name="connsiteY4473" fmla="*/ 106557 h 459014"/>
                <a:gd name="connsiteX4474" fmla="*/ 1639 w 316391"/>
                <a:gd name="connsiteY4474" fmla="*/ 104917 h 459014"/>
                <a:gd name="connsiteX4475" fmla="*/ 1639 w 316391"/>
                <a:gd name="connsiteY4475" fmla="*/ 104917 h 459014"/>
                <a:gd name="connsiteX4476" fmla="*/ 1639 w 316391"/>
                <a:gd name="connsiteY4476" fmla="*/ 104917 h 459014"/>
                <a:gd name="connsiteX4477" fmla="*/ 1639 w 316391"/>
                <a:gd name="connsiteY4477" fmla="*/ 104917 h 459014"/>
                <a:gd name="connsiteX4478" fmla="*/ 1639 w 316391"/>
                <a:gd name="connsiteY4478" fmla="*/ 104917 h 459014"/>
                <a:gd name="connsiteX4479" fmla="*/ 1639 w 316391"/>
                <a:gd name="connsiteY4479" fmla="*/ 104917 h 459014"/>
                <a:gd name="connsiteX4480" fmla="*/ 3278 w 316391"/>
                <a:gd name="connsiteY4480" fmla="*/ 104917 h 459014"/>
                <a:gd name="connsiteX4481" fmla="*/ 3278 w 316391"/>
                <a:gd name="connsiteY4481" fmla="*/ 104917 h 459014"/>
                <a:gd name="connsiteX4482" fmla="*/ 3278 w 316391"/>
                <a:gd name="connsiteY4482" fmla="*/ 104917 h 459014"/>
                <a:gd name="connsiteX4483" fmla="*/ 3278 w 316391"/>
                <a:gd name="connsiteY4483" fmla="*/ 104917 h 459014"/>
                <a:gd name="connsiteX4484" fmla="*/ 4918 w 316391"/>
                <a:gd name="connsiteY4484" fmla="*/ 104917 h 459014"/>
                <a:gd name="connsiteX4485" fmla="*/ 4918 w 316391"/>
                <a:gd name="connsiteY4485" fmla="*/ 104917 h 459014"/>
                <a:gd name="connsiteX4486" fmla="*/ 4918 w 316391"/>
                <a:gd name="connsiteY4486" fmla="*/ 104917 h 459014"/>
                <a:gd name="connsiteX4487" fmla="*/ 4918 w 316391"/>
                <a:gd name="connsiteY4487" fmla="*/ 103278 h 459014"/>
                <a:gd name="connsiteX4488" fmla="*/ 4918 w 316391"/>
                <a:gd name="connsiteY4488" fmla="*/ 103278 h 459014"/>
                <a:gd name="connsiteX4489" fmla="*/ 4918 w 316391"/>
                <a:gd name="connsiteY4489" fmla="*/ 103278 h 459014"/>
                <a:gd name="connsiteX4490" fmla="*/ 4918 w 316391"/>
                <a:gd name="connsiteY4490" fmla="*/ 103278 h 459014"/>
                <a:gd name="connsiteX4491" fmla="*/ 4918 w 316391"/>
                <a:gd name="connsiteY4491" fmla="*/ 101639 h 459014"/>
                <a:gd name="connsiteX4492" fmla="*/ 4918 w 316391"/>
                <a:gd name="connsiteY4492" fmla="*/ 101639 h 459014"/>
                <a:gd name="connsiteX4493" fmla="*/ 4918 w 316391"/>
                <a:gd name="connsiteY4493" fmla="*/ 101639 h 459014"/>
                <a:gd name="connsiteX4494" fmla="*/ 6557 w 316391"/>
                <a:gd name="connsiteY4494" fmla="*/ 101639 h 459014"/>
                <a:gd name="connsiteX4495" fmla="*/ 6557 w 316391"/>
                <a:gd name="connsiteY4495" fmla="*/ 101639 h 459014"/>
                <a:gd name="connsiteX4496" fmla="*/ 6557 w 316391"/>
                <a:gd name="connsiteY4496" fmla="*/ 101639 h 459014"/>
                <a:gd name="connsiteX4497" fmla="*/ 6557 w 316391"/>
                <a:gd name="connsiteY4497" fmla="*/ 101639 h 459014"/>
                <a:gd name="connsiteX4498" fmla="*/ 6557 w 316391"/>
                <a:gd name="connsiteY4498" fmla="*/ 101639 h 459014"/>
                <a:gd name="connsiteX4499" fmla="*/ 6557 w 316391"/>
                <a:gd name="connsiteY4499" fmla="*/ 101639 h 459014"/>
                <a:gd name="connsiteX4500" fmla="*/ 8197 w 316391"/>
                <a:gd name="connsiteY4500" fmla="*/ 101639 h 459014"/>
                <a:gd name="connsiteX4501" fmla="*/ 8197 w 316391"/>
                <a:gd name="connsiteY4501" fmla="*/ 101639 h 459014"/>
                <a:gd name="connsiteX4502" fmla="*/ 8197 w 316391"/>
                <a:gd name="connsiteY4502" fmla="*/ 101639 h 459014"/>
                <a:gd name="connsiteX4503" fmla="*/ 8197 w 316391"/>
                <a:gd name="connsiteY4503" fmla="*/ 101639 h 459014"/>
                <a:gd name="connsiteX4504" fmla="*/ 8197 w 316391"/>
                <a:gd name="connsiteY4504" fmla="*/ 101639 h 459014"/>
                <a:gd name="connsiteX4505" fmla="*/ 8197 w 316391"/>
                <a:gd name="connsiteY4505" fmla="*/ 101639 h 459014"/>
                <a:gd name="connsiteX4506" fmla="*/ 8197 w 316391"/>
                <a:gd name="connsiteY4506" fmla="*/ 100000 h 459014"/>
                <a:gd name="connsiteX4507" fmla="*/ 8197 w 316391"/>
                <a:gd name="connsiteY4507" fmla="*/ 100000 h 459014"/>
                <a:gd name="connsiteX4508" fmla="*/ 8197 w 316391"/>
                <a:gd name="connsiteY4508" fmla="*/ 100000 h 459014"/>
                <a:gd name="connsiteX4509" fmla="*/ 8197 w 316391"/>
                <a:gd name="connsiteY4509" fmla="*/ 100000 h 459014"/>
                <a:gd name="connsiteX4510" fmla="*/ 8197 w 316391"/>
                <a:gd name="connsiteY4510" fmla="*/ 100000 h 459014"/>
                <a:gd name="connsiteX4511" fmla="*/ 8197 w 316391"/>
                <a:gd name="connsiteY4511" fmla="*/ 100000 h 459014"/>
                <a:gd name="connsiteX4512" fmla="*/ 9836 w 316391"/>
                <a:gd name="connsiteY4512" fmla="*/ 98360 h 459014"/>
                <a:gd name="connsiteX4513" fmla="*/ 9836 w 316391"/>
                <a:gd name="connsiteY4513" fmla="*/ 98360 h 459014"/>
                <a:gd name="connsiteX4514" fmla="*/ 9836 w 316391"/>
                <a:gd name="connsiteY4514" fmla="*/ 98360 h 459014"/>
                <a:gd name="connsiteX4515" fmla="*/ 9836 w 316391"/>
                <a:gd name="connsiteY4515" fmla="*/ 98360 h 459014"/>
                <a:gd name="connsiteX4516" fmla="*/ 8197 w 316391"/>
                <a:gd name="connsiteY4516" fmla="*/ 98360 h 459014"/>
                <a:gd name="connsiteX4517" fmla="*/ 8197 w 316391"/>
                <a:gd name="connsiteY4517" fmla="*/ 98360 h 459014"/>
                <a:gd name="connsiteX4518" fmla="*/ 8197 w 316391"/>
                <a:gd name="connsiteY4518" fmla="*/ 96721 h 459014"/>
                <a:gd name="connsiteX4519" fmla="*/ 8197 w 316391"/>
                <a:gd name="connsiteY4519" fmla="*/ 96721 h 459014"/>
                <a:gd name="connsiteX4520" fmla="*/ 8197 w 316391"/>
                <a:gd name="connsiteY4520" fmla="*/ 96721 h 459014"/>
                <a:gd name="connsiteX4521" fmla="*/ 8197 w 316391"/>
                <a:gd name="connsiteY4521" fmla="*/ 96721 h 459014"/>
                <a:gd name="connsiteX4522" fmla="*/ 8197 w 316391"/>
                <a:gd name="connsiteY4522" fmla="*/ 95082 h 459014"/>
                <a:gd name="connsiteX4523" fmla="*/ 8197 w 316391"/>
                <a:gd name="connsiteY4523" fmla="*/ 95082 h 459014"/>
                <a:gd name="connsiteX4524" fmla="*/ 8197 w 316391"/>
                <a:gd name="connsiteY4524" fmla="*/ 95082 h 459014"/>
                <a:gd name="connsiteX4525" fmla="*/ 8197 w 316391"/>
                <a:gd name="connsiteY4525" fmla="*/ 95082 h 459014"/>
                <a:gd name="connsiteX4526" fmla="*/ 8197 w 316391"/>
                <a:gd name="connsiteY4526" fmla="*/ 95082 h 459014"/>
                <a:gd name="connsiteX4527" fmla="*/ 8197 w 316391"/>
                <a:gd name="connsiteY4527" fmla="*/ 95082 h 459014"/>
                <a:gd name="connsiteX4528" fmla="*/ 8197 w 316391"/>
                <a:gd name="connsiteY4528" fmla="*/ 95082 h 459014"/>
                <a:gd name="connsiteX4529" fmla="*/ 8197 w 316391"/>
                <a:gd name="connsiteY4529" fmla="*/ 95082 h 459014"/>
                <a:gd name="connsiteX4530" fmla="*/ 8197 w 316391"/>
                <a:gd name="connsiteY4530" fmla="*/ 95082 h 459014"/>
                <a:gd name="connsiteX4531" fmla="*/ 9836 w 316391"/>
                <a:gd name="connsiteY4531" fmla="*/ 95082 h 459014"/>
                <a:gd name="connsiteX4532" fmla="*/ 9836 w 316391"/>
                <a:gd name="connsiteY4532" fmla="*/ 96721 h 459014"/>
                <a:gd name="connsiteX4533" fmla="*/ 9836 w 316391"/>
                <a:gd name="connsiteY4533" fmla="*/ 96721 h 459014"/>
                <a:gd name="connsiteX4534" fmla="*/ 9836 w 316391"/>
                <a:gd name="connsiteY4534" fmla="*/ 96721 h 459014"/>
                <a:gd name="connsiteX4535" fmla="*/ 9836 w 316391"/>
                <a:gd name="connsiteY4535" fmla="*/ 96721 h 459014"/>
                <a:gd name="connsiteX4536" fmla="*/ 9836 w 316391"/>
                <a:gd name="connsiteY4536" fmla="*/ 96721 h 459014"/>
                <a:gd name="connsiteX4537" fmla="*/ 9836 w 316391"/>
                <a:gd name="connsiteY4537" fmla="*/ 96721 h 459014"/>
                <a:gd name="connsiteX4538" fmla="*/ 9836 w 316391"/>
                <a:gd name="connsiteY4538" fmla="*/ 98360 h 459014"/>
                <a:gd name="connsiteX4539" fmla="*/ 9836 w 316391"/>
                <a:gd name="connsiteY4539" fmla="*/ 98360 h 459014"/>
                <a:gd name="connsiteX4540" fmla="*/ 9836 w 316391"/>
                <a:gd name="connsiteY4540" fmla="*/ 98360 h 459014"/>
                <a:gd name="connsiteX4541" fmla="*/ 9836 w 316391"/>
                <a:gd name="connsiteY4541" fmla="*/ 98360 h 459014"/>
                <a:gd name="connsiteX4542" fmla="*/ 11475 w 316391"/>
                <a:gd name="connsiteY4542" fmla="*/ 98360 h 459014"/>
                <a:gd name="connsiteX4543" fmla="*/ 11475 w 316391"/>
                <a:gd name="connsiteY4543" fmla="*/ 100000 h 459014"/>
                <a:gd name="connsiteX4544" fmla="*/ 11475 w 316391"/>
                <a:gd name="connsiteY4544" fmla="*/ 100000 h 459014"/>
                <a:gd name="connsiteX4545" fmla="*/ 11475 w 316391"/>
                <a:gd name="connsiteY4545" fmla="*/ 100000 h 459014"/>
                <a:gd name="connsiteX4546" fmla="*/ 11475 w 316391"/>
                <a:gd name="connsiteY4546" fmla="*/ 100000 h 459014"/>
                <a:gd name="connsiteX4547" fmla="*/ 11475 w 316391"/>
                <a:gd name="connsiteY4547" fmla="*/ 100000 h 459014"/>
                <a:gd name="connsiteX4548" fmla="*/ 11475 w 316391"/>
                <a:gd name="connsiteY4548" fmla="*/ 100000 h 459014"/>
                <a:gd name="connsiteX4549" fmla="*/ 11475 w 316391"/>
                <a:gd name="connsiteY4549" fmla="*/ 100000 h 459014"/>
                <a:gd name="connsiteX4550" fmla="*/ 11475 w 316391"/>
                <a:gd name="connsiteY4550" fmla="*/ 98360 h 459014"/>
                <a:gd name="connsiteX4551" fmla="*/ 13114 w 316391"/>
                <a:gd name="connsiteY4551" fmla="*/ 98360 h 459014"/>
                <a:gd name="connsiteX4552" fmla="*/ 13114 w 316391"/>
                <a:gd name="connsiteY4552" fmla="*/ 98360 h 459014"/>
                <a:gd name="connsiteX4553" fmla="*/ 13114 w 316391"/>
                <a:gd name="connsiteY4553" fmla="*/ 98360 h 459014"/>
                <a:gd name="connsiteX4554" fmla="*/ 13114 w 316391"/>
                <a:gd name="connsiteY4554" fmla="*/ 98360 h 459014"/>
                <a:gd name="connsiteX4555" fmla="*/ 13114 w 316391"/>
                <a:gd name="connsiteY4555" fmla="*/ 98360 h 459014"/>
                <a:gd name="connsiteX4556" fmla="*/ 13114 w 316391"/>
                <a:gd name="connsiteY4556" fmla="*/ 98360 h 459014"/>
                <a:gd name="connsiteX4557" fmla="*/ 13114 w 316391"/>
                <a:gd name="connsiteY4557" fmla="*/ 96721 h 459014"/>
                <a:gd name="connsiteX4558" fmla="*/ 13114 w 316391"/>
                <a:gd name="connsiteY4558" fmla="*/ 96721 h 459014"/>
                <a:gd name="connsiteX4559" fmla="*/ 13114 w 316391"/>
                <a:gd name="connsiteY4559" fmla="*/ 96721 h 459014"/>
                <a:gd name="connsiteX4560" fmla="*/ 13114 w 316391"/>
                <a:gd name="connsiteY4560" fmla="*/ 96721 h 459014"/>
                <a:gd name="connsiteX4561" fmla="*/ 11475 w 316391"/>
                <a:gd name="connsiteY4561" fmla="*/ 96721 h 459014"/>
                <a:gd name="connsiteX4562" fmla="*/ 11475 w 316391"/>
                <a:gd name="connsiteY4562" fmla="*/ 95082 h 459014"/>
                <a:gd name="connsiteX4563" fmla="*/ 11475 w 316391"/>
                <a:gd name="connsiteY4563" fmla="*/ 95082 h 459014"/>
                <a:gd name="connsiteX4564" fmla="*/ 11475 w 316391"/>
                <a:gd name="connsiteY4564" fmla="*/ 95082 h 459014"/>
                <a:gd name="connsiteX4565" fmla="*/ 11475 w 316391"/>
                <a:gd name="connsiteY4565" fmla="*/ 95082 h 459014"/>
                <a:gd name="connsiteX4566" fmla="*/ 11475 w 316391"/>
                <a:gd name="connsiteY4566" fmla="*/ 93442 h 459014"/>
                <a:gd name="connsiteX4567" fmla="*/ 11475 w 316391"/>
                <a:gd name="connsiteY4567" fmla="*/ 93442 h 459014"/>
                <a:gd name="connsiteX4568" fmla="*/ 11475 w 316391"/>
                <a:gd name="connsiteY4568" fmla="*/ 93442 h 459014"/>
                <a:gd name="connsiteX4569" fmla="*/ 11475 w 316391"/>
                <a:gd name="connsiteY4569" fmla="*/ 93442 h 459014"/>
                <a:gd name="connsiteX4570" fmla="*/ 11475 w 316391"/>
                <a:gd name="connsiteY4570" fmla="*/ 93442 h 459014"/>
                <a:gd name="connsiteX4571" fmla="*/ 11475 w 316391"/>
                <a:gd name="connsiteY4571" fmla="*/ 93442 h 459014"/>
                <a:gd name="connsiteX4572" fmla="*/ 13114 w 316391"/>
                <a:gd name="connsiteY4572" fmla="*/ 93442 h 459014"/>
                <a:gd name="connsiteX4573" fmla="*/ 13114 w 316391"/>
                <a:gd name="connsiteY4573" fmla="*/ 93442 h 459014"/>
                <a:gd name="connsiteX4574" fmla="*/ 13114 w 316391"/>
                <a:gd name="connsiteY4574" fmla="*/ 93442 h 459014"/>
                <a:gd name="connsiteX4575" fmla="*/ 13114 w 316391"/>
                <a:gd name="connsiteY4575" fmla="*/ 95082 h 459014"/>
                <a:gd name="connsiteX4576" fmla="*/ 13114 w 316391"/>
                <a:gd name="connsiteY4576" fmla="*/ 95082 h 459014"/>
                <a:gd name="connsiteX4577" fmla="*/ 13114 w 316391"/>
                <a:gd name="connsiteY4577" fmla="*/ 95082 h 459014"/>
                <a:gd name="connsiteX4578" fmla="*/ 13114 w 316391"/>
                <a:gd name="connsiteY4578" fmla="*/ 95082 h 459014"/>
                <a:gd name="connsiteX4579" fmla="*/ 13114 w 316391"/>
                <a:gd name="connsiteY4579" fmla="*/ 93442 h 459014"/>
                <a:gd name="connsiteX4580" fmla="*/ 13114 w 316391"/>
                <a:gd name="connsiteY4580" fmla="*/ 93442 h 459014"/>
                <a:gd name="connsiteX4581" fmla="*/ 13114 w 316391"/>
                <a:gd name="connsiteY4581" fmla="*/ 93442 h 459014"/>
                <a:gd name="connsiteX4582" fmla="*/ 13114 w 316391"/>
                <a:gd name="connsiteY4582" fmla="*/ 93442 h 459014"/>
                <a:gd name="connsiteX4583" fmla="*/ 13114 w 316391"/>
                <a:gd name="connsiteY4583" fmla="*/ 93442 h 459014"/>
                <a:gd name="connsiteX4584" fmla="*/ 14754 w 316391"/>
                <a:gd name="connsiteY4584" fmla="*/ 93442 h 459014"/>
                <a:gd name="connsiteX4585" fmla="*/ 14754 w 316391"/>
                <a:gd name="connsiteY4585" fmla="*/ 91803 h 459014"/>
                <a:gd name="connsiteX4586" fmla="*/ 14754 w 316391"/>
                <a:gd name="connsiteY4586" fmla="*/ 91803 h 459014"/>
                <a:gd name="connsiteX4587" fmla="*/ 14754 w 316391"/>
                <a:gd name="connsiteY4587" fmla="*/ 91803 h 459014"/>
                <a:gd name="connsiteX4588" fmla="*/ 14754 w 316391"/>
                <a:gd name="connsiteY4588" fmla="*/ 91803 h 459014"/>
                <a:gd name="connsiteX4589" fmla="*/ 14754 w 316391"/>
                <a:gd name="connsiteY4589" fmla="*/ 91803 h 459014"/>
                <a:gd name="connsiteX4590" fmla="*/ 14754 w 316391"/>
                <a:gd name="connsiteY4590" fmla="*/ 91803 h 459014"/>
                <a:gd name="connsiteX4591" fmla="*/ 14754 w 316391"/>
                <a:gd name="connsiteY4591" fmla="*/ 90164 h 459014"/>
                <a:gd name="connsiteX4592" fmla="*/ 14754 w 316391"/>
                <a:gd name="connsiteY4592" fmla="*/ 90164 h 459014"/>
                <a:gd name="connsiteX4593" fmla="*/ 14754 w 316391"/>
                <a:gd name="connsiteY4593" fmla="*/ 90164 h 459014"/>
                <a:gd name="connsiteX4594" fmla="*/ 14754 w 316391"/>
                <a:gd name="connsiteY4594" fmla="*/ 90164 h 459014"/>
                <a:gd name="connsiteX4595" fmla="*/ 14754 w 316391"/>
                <a:gd name="connsiteY4595" fmla="*/ 88524 h 459014"/>
                <a:gd name="connsiteX4596" fmla="*/ 16393 w 316391"/>
                <a:gd name="connsiteY4596" fmla="*/ 88524 h 459014"/>
                <a:gd name="connsiteX4597" fmla="*/ 16393 w 316391"/>
                <a:gd name="connsiteY4597" fmla="*/ 88524 h 459014"/>
                <a:gd name="connsiteX4598" fmla="*/ 16393 w 316391"/>
                <a:gd name="connsiteY4598" fmla="*/ 88524 h 459014"/>
                <a:gd name="connsiteX4599" fmla="*/ 16393 w 316391"/>
                <a:gd name="connsiteY4599" fmla="*/ 88524 h 459014"/>
                <a:gd name="connsiteX4600" fmla="*/ 16393 w 316391"/>
                <a:gd name="connsiteY4600" fmla="*/ 86885 h 459014"/>
                <a:gd name="connsiteX4601" fmla="*/ 16393 w 316391"/>
                <a:gd name="connsiteY4601" fmla="*/ 86885 h 459014"/>
                <a:gd name="connsiteX4602" fmla="*/ 16393 w 316391"/>
                <a:gd name="connsiteY4602" fmla="*/ 86885 h 459014"/>
                <a:gd name="connsiteX4603" fmla="*/ 16393 w 316391"/>
                <a:gd name="connsiteY4603" fmla="*/ 86885 h 459014"/>
                <a:gd name="connsiteX4604" fmla="*/ 16393 w 316391"/>
                <a:gd name="connsiteY4604" fmla="*/ 86885 h 459014"/>
                <a:gd name="connsiteX4605" fmla="*/ 16393 w 316391"/>
                <a:gd name="connsiteY4605" fmla="*/ 85245 h 459014"/>
                <a:gd name="connsiteX4606" fmla="*/ 16393 w 316391"/>
                <a:gd name="connsiteY4606" fmla="*/ 85245 h 459014"/>
                <a:gd name="connsiteX4607" fmla="*/ 16393 w 316391"/>
                <a:gd name="connsiteY4607" fmla="*/ 85245 h 459014"/>
                <a:gd name="connsiteX4608" fmla="*/ 16393 w 316391"/>
                <a:gd name="connsiteY4608" fmla="*/ 83606 h 459014"/>
                <a:gd name="connsiteX4609" fmla="*/ 16393 w 316391"/>
                <a:gd name="connsiteY4609" fmla="*/ 83606 h 459014"/>
                <a:gd name="connsiteX4610" fmla="*/ 16393 w 316391"/>
                <a:gd name="connsiteY4610" fmla="*/ 83606 h 459014"/>
                <a:gd name="connsiteX4611" fmla="*/ 16393 w 316391"/>
                <a:gd name="connsiteY4611" fmla="*/ 83606 h 459014"/>
                <a:gd name="connsiteX4612" fmla="*/ 16393 w 316391"/>
                <a:gd name="connsiteY4612" fmla="*/ 83606 h 459014"/>
                <a:gd name="connsiteX4613" fmla="*/ 16393 w 316391"/>
                <a:gd name="connsiteY4613" fmla="*/ 83606 h 459014"/>
                <a:gd name="connsiteX4614" fmla="*/ 18033 w 316391"/>
                <a:gd name="connsiteY4614" fmla="*/ 83606 h 459014"/>
                <a:gd name="connsiteX4615" fmla="*/ 18033 w 316391"/>
                <a:gd name="connsiteY4615" fmla="*/ 83606 h 459014"/>
                <a:gd name="connsiteX4616" fmla="*/ 18033 w 316391"/>
                <a:gd name="connsiteY4616" fmla="*/ 83606 h 459014"/>
                <a:gd name="connsiteX4617" fmla="*/ 18033 w 316391"/>
                <a:gd name="connsiteY4617" fmla="*/ 83606 h 459014"/>
                <a:gd name="connsiteX4618" fmla="*/ 18033 w 316391"/>
                <a:gd name="connsiteY4618" fmla="*/ 83606 h 459014"/>
                <a:gd name="connsiteX4619" fmla="*/ 19672 w 316391"/>
                <a:gd name="connsiteY4619" fmla="*/ 83606 h 459014"/>
                <a:gd name="connsiteX4620" fmla="*/ 19672 w 316391"/>
                <a:gd name="connsiteY4620" fmla="*/ 83606 h 459014"/>
                <a:gd name="connsiteX4621" fmla="*/ 19672 w 316391"/>
                <a:gd name="connsiteY4621" fmla="*/ 83606 h 459014"/>
                <a:gd name="connsiteX4622" fmla="*/ 19672 w 316391"/>
                <a:gd name="connsiteY4622" fmla="*/ 83606 h 459014"/>
                <a:gd name="connsiteX4623" fmla="*/ 19672 w 316391"/>
                <a:gd name="connsiteY4623" fmla="*/ 81967 h 459014"/>
                <a:gd name="connsiteX4624" fmla="*/ 19672 w 316391"/>
                <a:gd name="connsiteY4624" fmla="*/ 81967 h 459014"/>
                <a:gd name="connsiteX4625" fmla="*/ 19672 w 316391"/>
                <a:gd name="connsiteY4625" fmla="*/ 81967 h 459014"/>
                <a:gd name="connsiteX4626" fmla="*/ 19672 w 316391"/>
                <a:gd name="connsiteY4626" fmla="*/ 81967 h 459014"/>
                <a:gd name="connsiteX4627" fmla="*/ 19672 w 316391"/>
                <a:gd name="connsiteY4627" fmla="*/ 81967 h 459014"/>
                <a:gd name="connsiteX4628" fmla="*/ 19672 w 316391"/>
                <a:gd name="connsiteY4628" fmla="*/ 80327 h 459014"/>
                <a:gd name="connsiteX4629" fmla="*/ 18033 w 316391"/>
                <a:gd name="connsiteY4629" fmla="*/ 80327 h 459014"/>
                <a:gd name="connsiteX4630" fmla="*/ 18033 w 316391"/>
                <a:gd name="connsiteY4630" fmla="*/ 80327 h 459014"/>
                <a:gd name="connsiteX4631" fmla="*/ 18033 w 316391"/>
                <a:gd name="connsiteY4631" fmla="*/ 80327 h 459014"/>
                <a:gd name="connsiteX4632" fmla="*/ 18033 w 316391"/>
                <a:gd name="connsiteY4632" fmla="*/ 80327 h 459014"/>
                <a:gd name="connsiteX4633" fmla="*/ 18033 w 316391"/>
                <a:gd name="connsiteY4633" fmla="*/ 78688 h 459014"/>
                <a:gd name="connsiteX4634" fmla="*/ 18033 w 316391"/>
                <a:gd name="connsiteY4634" fmla="*/ 78688 h 459014"/>
                <a:gd name="connsiteX4635" fmla="*/ 18033 w 316391"/>
                <a:gd name="connsiteY4635" fmla="*/ 78688 h 459014"/>
                <a:gd name="connsiteX4636" fmla="*/ 18033 w 316391"/>
                <a:gd name="connsiteY4636" fmla="*/ 78688 h 459014"/>
                <a:gd name="connsiteX4637" fmla="*/ 19672 w 316391"/>
                <a:gd name="connsiteY4637" fmla="*/ 77049 h 459014"/>
                <a:gd name="connsiteX4638" fmla="*/ 19672 w 316391"/>
                <a:gd name="connsiteY4638" fmla="*/ 77049 h 459014"/>
                <a:gd name="connsiteX4639" fmla="*/ 19672 w 316391"/>
                <a:gd name="connsiteY4639" fmla="*/ 77049 h 459014"/>
                <a:gd name="connsiteX4640" fmla="*/ 19672 w 316391"/>
                <a:gd name="connsiteY4640" fmla="*/ 77049 h 459014"/>
                <a:gd name="connsiteX4641" fmla="*/ 19672 w 316391"/>
                <a:gd name="connsiteY4641" fmla="*/ 77049 h 459014"/>
                <a:gd name="connsiteX4642" fmla="*/ 19672 w 316391"/>
                <a:gd name="connsiteY4642" fmla="*/ 77049 h 459014"/>
                <a:gd name="connsiteX4643" fmla="*/ 19672 w 316391"/>
                <a:gd name="connsiteY4643" fmla="*/ 77049 h 459014"/>
                <a:gd name="connsiteX4644" fmla="*/ 19672 w 316391"/>
                <a:gd name="connsiteY4644" fmla="*/ 75410 h 459014"/>
                <a:gd name="connsiteX4645" fmla="*/ 19672 w 316391"/>
                <a:gd name="connsiteY4645" fmla="*/ 75410 h 459014"/>
                <a:gd name="connsiteX4646" fmla="*/ 19672 w 316391"/>
                <a:gd name="connsiteY4646" fmla="*/ 75410 h 459014"/>
                <a:gd name="connsiteX4647" fmla="*/ 21311 w 316391"/>
                <a:gd name="connsiteY4647" fmla="*/ 75410 h 459014"/>
                <a:gd name="connsiteX4648" fmla="*/ 21311 w 316391"/>
                <a:gd name="connsiteY4648" fmla="*/ 75410 h 459014"/>
                <a:gd name="connsiteX4649" fmla="*/ 21311 w 316391"/>
                <a:gd name="connsiteY4649" fmla="*/ 73770 h 459014"/>
                <a:gd name="connsiteX4650" fmla="*/ 21311 w 316391"/>
                <a:gd name="connsiteY4650" fmla="*/ 73770 h 459014"/>
                <a:gd name="connsiteX4651" fmla="*/ 21311 w 316391"/>
                <a:gd name="connsiteY4651" fmla="*/ 73770 h 459014"/>
                <a:gd name="connsiteX4652" fmla="*/ 21311 w 316391"/>
                <a:gd name="connsiteY4652" fmla="*/ 73770 h 459014"/>
                <a:gd name="connsiteX4653" fmla="*/ 19672 w 316391"/>
                <a:gd name="connsiteY4653" fmla="*/ 73770 h 459014"/>
                <a:gd name="connsiteX4654" fmla="*/ 19672 w 316391"/>
                <a:gd name="connsiteY4654" fmla="*/ 73770 h 459014"/>
                <a:gd name="connsiteX4655" fmla="*/ 19672 w 316391"/>
                <a:gd name="connsiteY4655" fmla="*/ 73770 h 459014"/>
                <a:gd name="connsiteX4656" fmla="*/ 19672 w 316391"/>
                <a:gd name="connsiteY4656" fmla="*/ 73770 h 459014"/>
                <a:gd name="connsiteX4657" fmla="*/ 18033 w 316391"/>
                <a:gd name="connsiteY4657" fmla="*/ 73770 h 459014"/>
                <a:gd name="connsiteX4658" fmla="*/ 18033 w 316391"/>
                <a:gd name="connsiteY4658" fmla="*/ 73770 h 459014"/>
                <a:gd name="connsiteX4659" fmla="*/ 18033 w 316391"/>
                <a:gd name="connsiteY4659" fmla="*/ 73770 h 459014"/>
                <a:gd name="connsiteX4660" fmla="*/ 18033 w 316391"/>
                <a:gd name="connsiteY4660" fmla="*/ 73770 h 459014"/>
                <a:gd name="connsiteX4661" fmla="*/ 18033 w 316391"/>
                <a:gd name="connsiteY4661" fmla="*/ 73770 h 459014"/>
                <a:gd name="connsiteX4662" fmla="*/ 18033 w 316391"/>
                <a:gd name="connsiteY4662" fmla="*/ 73770 h 459014"/>
                <a:gd name="connsiteX4663" fmla="*/ 18033 w 316391"/>
                <a:gd name="connsiteY4663" fmla="*/ 73770 h 459014"/>
                <a:gd name="connsiteX4664" fmla="*/ 18033 w 316391"/>
                <a:gd name="connsiteY4664" fmla="*/ 73770 h 459014"/>
                <a:gd name="connsiteX4665" fmla="*/ 18033 w 316391"/>
                <a:gd name="connsiteY4665" fmla="*/ 73770 h 459014"/>
                <a:gd name="connsiteX4666" fmla="*/ 19672 w 316391"/>
                <a:gd name="connsiteY4666" fmla="*/ 73770 h 459014"/>
                <a:gd name="connsiteX4667" fmla="*/ 19672 w 316391"/>
                <a:gd name="connsiteY4667" fmla="*/ 72131 h 459014"/>
                <a:gd name="connsiteX4668" fmla="*/ 19672 w 316391"/>
                <a:gd name="connsiteY4668" fmla="*/ 72131 h 459014"/>
                <a:gd name="connsiteX4669" fmla="*/ 21311 w 316391"/>
                <a:gd name="connsiteY4669" fmla="*/ 72131 h 459014"/>
                <a:gd name="connsiteX4670" fmla="*/ 21311 w 316391"/>
                <a:gd name="connsiteY4670" fmla="*/ 73770 h 459014"/>
                <a:gd name="connsiteX4671" fmla="*/ 21311 w 316391"/>
                <a:gd name="connsiteY4671" fmla="*/ 73770 h 459014"/>
                <a:gd name="connsiteX4672" fmla="*/ 21311 w 316391"/>
                <a:gd name="connsiteY4672" fmla="*/ 73770 h 459014"/>
                <a:gd name="connsiteX4673" fmla="*/ 21311 w 316391"/>
                <a:gd name="connsiteY4673" fmla="*/ 73770 h 459014"/>
                <a:gd name="connsiteX4674" fmla="*/ 21311 w 316391"/>
                <a:gd name="connsiteY4674" fmla="*/ 73770 h 459014"/>
                <a:gd name="connsiteX4675" fmla="*/ 21311 w 316391"/>
                <a:gd name="connsiteY4675" fmla="*/ 72131 h 459014"/>
                <a:gd name="connsiteX4676" fmla="*/ 21311 w 316391"/>
                <a:gd name="connsiteY4676" fmla="*/ 70492 h 459014"/>
                <a:gd name="connsiteX4677" fmla="*/ 21311 w 316391"/>
                <a:gd name="connsiteY4677" fmla="*/ 70492 h 459014"/>
                <a:gd name="connsiteX4678" fmla="*/ 21311 w 316391"/>
                <a:gd name="connsiteY4678" fmla="*/ 70492 h 459014"/>
                <a:gd name="connsiteX4679" fmla="*/ 21311 w 316391"/>
                <a:gd name="connsiteY4679" fmla="*/ 70492 h 459014"/>
                <a:gd name="connsiteX4680" fmla="*/ 21311 w 316391"/>
                <a:gd name="connsiteY4680" fmla="*/ 70492 h 459014"/>
                <a:gd name="connsiteX4681" fmla="*/ 21311 w 316391"/>
                <a:gd name="connsiteY4681" fmla="*/ 70492 h 459014"/>
                <a:gd name="connsiteX4682" fmla="*/ 21311 w 316391"/>
                <a:gd name="connsiteY4682" fmla="*/ 70492 h 459014"/>
                <a:gd name="connsiteX4683" fmla="*/ 22951 w 316391"/>
                <a:gd name="connsiteY4683" fmla="*/ 70492 h 459014"/>
                <a:gd name="connsiteX4684" fmla="*/ 22951 w 316391"/>
                <a:gd name="connsiteY4684" fmla="*/ 68852 h 459014"/>
                <a:gd name="connsiteX4685" fmla="*/ 22951 w 316391"/>
                <a:gd name="connsiteY4685" fmla="*/ 68852 h 459014"/>
                <a:gd name="connsiteX4686" fmla="*/ 22951 w 316391"/>
                <a:gd name="connsiteY4686" fmla="*/ 68852 h 459014"/>
                <a:gd name="connsiteX4687" fmla="*/ 21311 w 316391"/>
                <a:gd name="connsiteY4687" fmla="*/ 68852 h 459014"/>
                <a:gd name="connsiteX4688" fmla="*/ 21311 w 316391"/>
                <a:gd name="connsiteY4688" fmla="*/ 68852 h 459014"/>
                <a:gd name="connsiteX4689" fmla="*/ 21311 w 316391"/>
                <a:gd name="connsiteY4689" fmla="*/ 68852 h 459014"/>
                <a:gd name="connsiteX4690" fmla="*/ 21311 w 316391"/>
                <a:gd name="connsiteY4690" fmla="*/ 68852 h 459014"/>
                <a:gd name="connsiteX4691" fmla="*/ 21311 w 316391"/>
                <a:gd name="connsiteY4691" fmla="*/ 67213 h 459014"/>
                <a:gd name="connsiteX4692" fmla="*/ 21311 w 316391"/>
                <a:gd name="connsiteY4692" fmla="*/ 67213 h 459014"/>
                <a:gd name="connsiteX4693" fmla="*/ 21311 w 316391"/>
                <a:gd name="connsiteY4693" fmla="*/ 67213 h 459014"/>
                <a:gd name="connsiteX4694" fmla="*/ 21311 w 316391"/>
                <a:gd name="connsiteY4694" fmla="*/ 67213 h 459014"/>
                <a:gd name="connsiteX4695" fmla="*/ 19672 w 316391"/>
                <a:gd name="connsiteY4695" fmla="*/ 67213 h 459014"/>
                <a:gd name="connsiteX4696" fmla="*/ 19672 w 316391"/>
                <a:gd name="connsiteY4696" fmla="*/ 67213 h 459014"/>
                <a:gd name="connsiteX4697" fmla="*/ 19672 w 316391"/>
                <a:gd name="connsiteY4697" fmla="*/ 67213 h 459014"/>
                <a:gd name="connsiteX4698" fmla="*/ 19672 w 316391"/>
                <a:gd name="connsiteY4698" fmla="*/ 65573 h 459014"/>
                <a:gd name="connsiteX4699" fmla="*/ 21311 w 316391"/>
                <a:gd name="connsiteY4699" fmla="*/ 65573 h 459014"/>
                <a:gd name="connsiteX4700" fmla="*/ 21311 w 316391"/>
                <a:gd name="connsiteY4700" fmla="*/ 65573 h 459014"/>
                <a:gd name="connsiteX4701" fmla="*/ 21311 w 316391"/>
                <a:gd name="connsiteY4701" fmla="*/ 65573 h 459014"/>
                <a:gd name="connsiteX4702" fmla="*/ 21311 w 316391"/>
                <a:gd name="connsiteY4702" fmla="*/ 65573 h 459014"/>
                <a:gd name="connsiteX4703" fmla="*/ 21311 w 316391"/>
                <a:gd name="connsiteY4703" fmla="*/ 65573 h 459014"/>
                <a:gd name="connsiteX4704" fmla="*/ 21311 w 316391"/>
                <a:gd name="connsiteY4704" fmla="*/ 65573 h 459014"/>
                <a:gd name="connsiteX4705" fmla="*/ 21311 w 316391"/>
                <a:gd name="connsiteY4705" fmla="*/ 67213 h 459014"/>
                <a:gd name="connsiteX4706" fmla="*/ 21311 w 316391"/>
                <a:gd name="connsiteY4706" fmla="*/ 67213 h 459014"/>
                <a:gd name="connsiteX4707" fmla="*/ 21311 w 316391"/>
                <a:gd name="connsiteY4707" fmla="*/ 67213 h 459014"/>
                <a:gd name="connsiteX4708" fmla="*/ 21311 w 316391"/>
                <a:gd name="connsiteY4708" fmla="*/ 67213 h 459014"/>
                <a:gd name="connsiteX4709" fmla="*/ 21311 w 316391"/>
                <a:gd name="connsiteY4709" fmla="*/ 67213 h 459014"/>
                <a:gd name="connsiteX4710" fmla="*/ 21311 w 316391"/>
                <a:gd name="connsiteY4710" fmla="*/ 67213 h 459014"/>
                <a:gd name="connsiteX4711" fmla="*/ 21311 w 316391"/>
                <a:gd name="connsiteY4711" fmla="*/ 67213 h 459014"/>
                <a:gd name="connsiteX4712" fmla="*/ 21311 w 316391"/>
                <a:gd name="connsiteY4712" fmla="*/ 67213 h 459014"/>
                <a:gd name="connsiteX4713" fmla="*/ 22951 w 316391"/>
                <a:gd name="connsiteY4713" fmla="*/ 68852 h 459014"/>
                <a:gd name="connsiteX4714" fmla="*/ 22951 w 316391"/>
                <a:gd name="connsiteY4714" fmla="*/ 68852 h 459014"/>
                <a:gd name="connsiteX4715" fmla="*/ 22951 w 316391"/>
                <a:gd name="connsiteY4715" fmla="*/ 68852 h 459014"/>
                <a:gd name="connsiteX4716" fmla="*/ 22951 w 316391"/>
                <a:gd name="connsiteY4716" fmla="*/ 67213 h 459014"/>
                <a:gd name="connsiteX4717" fmla="*/ 22951 w 316391"/>
                <a:gd name="connsiteY4717" fmla="*/ 67213 h 459014"/>
                <a:gd name="connsiteX4718" fmla="*/ 22951 w 316391"/>
                <a:gd name="connsiteY4718" fmla="*/ 67213 h 459014"/>
                <a:gd name="connsiteX4719" fmla="*/ 22951 w 316391"/>
                <a:gd name="connsiteY4719" fmla="*/ 67213 h 459014"/>
                <a:gd name="connsiteX4720" fmla="*/ 22951 w 316391"/>
                <a:gd name="connsiteY4720" fmla="*/ 67213 h 459014"/>
                <a:gd name="connsiteX4721" fmla="*/ 22951 w 316391"/>
                <a:gd name="connsiteY4721" fmla="*/ 67213 h 459014"/>
                <a:gd name="connsiteX4722" fmla="*/ 22951 w 316391"/>
                <a:gd name="connsiteY4722" fmla="*/ 67213 h 459014"/>
                <a:gd name="connsiteX4723" fmla="*/ 22951 w 316391"/>
                <a:gd name="connsiteY4723" fmla="*/ 65573 h 459014"/>
                <a:gd name="connsiteX4724" fmla="*/ 22951 w 316391"/>
                <a:gd name="connsiteY4724" fmla="*/ 65573 h 459014"/>
                <a:gd name="connsiteX4725" fmla="*/ 21311 w 316391"/>
                <a:gd name="connsiteY4725" fmla="*/ 63934 h 459014"/>
                <a:gd name="connsiteX4726" fmla="*/ 21311 w 316391"/>
                <a:gd name="connsiteY4726" fmla="*/ 63934 h 459014"/>
                <a:gd name="connsiteX4727" fmla="*/ 21311 w 316391"/>
                <a:gd name="connsiteY4727" fmla="*/ 63934 h 459014"/>
                <a:gd name="connsiteX4728" fmla="*/ 21311 w 316391"/>
                <a:gd name="connsiteY4728" fmla="*/ 63934 h 459014"/>
                <a:gd name="connsiteX4729" fmla="*/ 21311 w 316391"/>
                <a:gd name="connsiteY4729" fmla="*/ 63934 h 459014"/>
                <a:gd name="connsiteX4730" fmla="*/ 21311 w 316391"/>
                <a:gd name="connsiteY4730" fmla="*/ 63934 h 459014"/>
                <a:gd name="connsiteX4731" fmla="*/ 21311 w 316391"/>
                <a:gd name="connsiteY4731" fmla="*/ 63934 h 459014"/>
                <a:gd name="connsiteX4732" fmla="*/ 19672 w 316391"/>
                <a:gd name="connsiteY4732" fmla="*/ 63934 h 459014"/>
                <a:gd name="connsiteX4733" fmla="*/ 19672 w 316391"/>
                <a:gd name="connsiteY4733" fmla="*/ 62295 h 459014"/>
                <a:gd name="connsiteX4734" fmla="*/ 19672 w 316391"/>
                <a:gd name="connsiteY4734" fmla="*/ 62295 h 459014"/>
                <a:gd name="connsiteX4735" fmla="*/ 19672 w 316391"/>
                <a:gd name="connsiteY4735" fmla="*/ 63934 h 459014"/>
                <a:gd name="connsiteX4736" fmla="*/ 19672 w 316391"/>
                <a:gd name="connsiteY4736" fmla="*/ 63934 h 459014"/>
                <a:gd name="connsiteX4737" fmla="*/ 19672 w 316391"/>
                <a:gd name="connsiteY4737" fmla="*/ 62295 h 459014"/>
                <a:gd name="connsiteX4738" fmla="*/ 18033 w 316391"/>
                <a:gd name="connsiteY4738" fmla="*/ 62295 h 459014"/>
                <a:gd name="connsiteX4739" fmla="*/ 18033 w 316391"/>
                <a:gd name="connsiteY4739" fmla="*/ 62295 h 459014"/>
                <a:gd name="connsiteX4740" fmla="*/ 18033 w 316391"/>
                <a:gd name="connsiteY4740" fmla="*/ 62295 h 459014"/>
                <a:gd name="connsiteX4741" fmla="*/ 18033 w 316391"/>
                <a:gd name="connsiteY4741" fmla="*/ 62295 h 459014"/>
                <a:gd name="connsiteX4742" fmla="*/ 18033 w 316391"/>
                <a:gd name="connsiteY4742" fmla="*/ 62295 h 459014"/>
                <a:gd name="connsiteX4743" fmla="*/ 18033 w 316391"/>
                <a:gd name="connsiteY4743" fmla="*/ 62295 h 459014"/>
                <a:gd name="connsiteX4744" fmla="*/ 18033 w 316391"/>
                <a:gd name="connsiteY4744" fmla="*/ 62295 h 459014"/>
                <a:gd name="connsiteX4745" fmla="*/ 18033 w 316391"/>
                <a:gd name="connsiteY4745" fmla="*/ 62295 h 459014"/>
                <a:gd name="connsiteX4746" fmla="*/ 16393 w 316391"/>
                <a:gd name="connsiteY4746" fmla="*/ 62295 h 459014"/>
                <a:gd name="connsiteX4747" fmla="*/ 16393 w 316391"/>
                <a:gd name="connsiteY4747" fmla="*/ 62295 h 459014"/>
                <a:gd name="connsiteX4748" fmla="*/ 16393 w 316391"/>
                <a:gd name="connsiteY4748" fmla="*/ 62295 h 459014"/>
                <a:gd name="connsiteX4749" fmla="*/ 16393 w 316391"/>
                <a:gd name="connsiteY4749" fmla="*/ 60655 h 459014"/>
                <a:gd name="connsiteX4750" fmla="*/ 16393 w 316391"/>
                <a:gd name="connsiteY4750" fmla="*/ 60655 h 459014"/>
                <a:gd name="connsiteX4751" fmla="*/ 16393 w 316391"/>
                <a:gd name="connsiteY4751" fmla="*/ 60655 h 459014"/>
                <a:gd name="connsiteX4752" fmla="*/ 16393 w 316391"/>
                <a:gd name="connsiteY4752" fmla="*/ 60655 h 459014"/>
                <a:gd name="connsiteX4753" fmla="*/ 16393 w 316391"/>
                <a:gd name="connsiteY4753" fmla="*/ 60655 h 459014"/>
                <a:gd name="connsiteX4754" fmla="*/ 16393 w 316391"/>
                <a:gd name="connsiteY4754" fmla="*/ 60655 h 459014"/>
                <a:gd name="connsiteX4755" fmla="*/ 16393 w 316391"/>
                <a:gd name="connsiteY4755" fmla="*/ 60655 h 459014"/>
                <a:gd name="connsiteX4756" fmla="*/ 14754 w 316391"/>
                <a:gd name="connsiteY4756" fmla="*/ 59016 h 459014"/>
                <a:gd name="connsiteX4757" fmla="*/ 14754 w 316391"/>
                <a:gd name="connsiteY4757" fmla="*/ 59016 h 459014"/>
                <a:gd name="connsiteX4758" fmla="*/ 14754 w 316391"/>
                <a:gd name="connsiteY4758" fmla="*/ 59016 h 459014"/>
                <a:gd name="connsiteX4759" fmla="*/ 14754 w 316391"/>
                <a:gd name="connsiteY4759" fmla="*/ 59016 h 459014"/>
                <a:gd name="connsiteX4760" fmla="*/ 14754 w 316391"/>
                <a:gd name="connsiteY4760" fmla="*/ 59016 h 459014"/>
                <a:gd name="connsiteX4761" fmla="*/ 16393 w 316391"/>
                <a:gd name="connsiteY4761" fmla="*/ 59016 h 459014"/>
                <a:gd name="connsiteX4762" fmla="*/ 16393 w 316391"/>
                <a:gd name="connsiteY4762" fmla="*/ 59016 h 459014"/>
                <a:gd name="connsiteX4763" fmla="*/ 16393 w 316391"/>
                <a:gd name="connsiteY4763" fmla="*/ 59016 h 459014"/>
                <a:gd name="connsiteX4764" fmla="*/ 16393 w 316391"/>
                <a:gd name="connsiteY4764" fmla="*/ 59016 h 459014"/>
                <a:gd name="connsiteX4765" fmla="*/ 16393 w 316391"/>
                <a:gd name="connsiteY4765" fmla="*/ 59016 h 459014"/>
                <a:gd name="connsiteX4766" fmla="*/ 16393 w 316391"/>
                <a:gd name="connsiteY4766" fmla="*/ 59016 h 459014"/>
                <a:gd name="connsiteX4767" fmla="*/ 18033 w 316391"/>
                <a:gd name="connsiteY4767" fmla="*/ 59016 h 459014"/>
                <a:gd name="connsiteX4768" fmla="*/ 18033 w 316391"/>
                <a:gd name="connsiteY4768" fmla="*/ 59016 h 459014"/>
                <a:gd name="connsiteX4769" fmla="*/ 18033 w 316391"/>
                <a:gd name="connsiteY4769" fmla="*/ 59016 h 459014"/>
                <a:gd name="connsiteX4770" fmla="*/ 18033 w 316391"/>
                <a:gd name="connsiteY4770" fmla="*/ 59016 h 459014"/>
                <a:gd name="connsiteX4771" fmla="*/ 18033 w 316391"/>
                <a:gd name="connsiteY4771" fmla="*/ 59016 h 459014"/>
                <a:gd name="connsiteX4772" fmla="*/ 18033 w 316391"/>
                <a:gd name="connsiteY4772" fmla="*/ 59016 h 459014"/>
                <a:gd name="connsiteX4773" fmla="*/ 19672 w 316391"/>
                <a:gd name="connsiteY4773" fmla="*/ 59016 h 459014"/>
                <a:gd name="connsiteX4774" fmla="*/ 19672 w 316391"/>
                <a:gd name="connsiteY4774" fmla="*/ 60655 h 459014"/>
                <a:gd name="connsiteX4775" fmla="*/ 19672 w 316391"/>
                <a:gd name="connsiteY4775" fmla="*/ 60655 h 459014"/>
                <a:gd name="connsiteX4776" fmla="*/ 19672 w 316391"/>
                <a:gd name="connsiteY4776" fmla="*/ 60655 h 459014"/>
                <a:gd name="connsiteX4777" fmla="*/ 19672 w 316391"/>
                <a:gd name="connsiteY4777" fmla="*/ 60655 h 459014"/>
                <a:gd name="connsiteX4778" fmla="*/ 19672 w 316391"/>
                <a:gd name="connsiteY4778" fmla="*/ 60655 h 459014"/>
                <a:gd name="connsiteX4779" fmla="*/ 19672 w 316391"/>
                <a:gd name="connsiteY4779" fmla="*/ 60655 h 459014"/>
                <a:gd name="connsiteX4780" fmla="*/ 18033 w 316391"/>
                <a:gd name="connsiteY4780" fmla="*/ 60655 h 459014"/>
                <a:gd name="connsiteX4781" fmla="*/ 18033 w 316391"/>
                <a:gd name="connsiteY4781" fmla="*/ 60655 h 459014"/>
                <a:gd name="connsiteX4782" fmla="*/ 18033 w 316391"/>
                <a:gd name="connsiteY4782" fmla="*/ 60655 h 459014"/>
                <a:gd name="connsiteX4783" fmla="*/ 18033 w 316391"/>
                <a:gd name="connsiteY4783" fmla="*/ 60655 h 459014"/>
                <a:gd name="connsiteX4784" fmla="*/ 18033 w 316391"/>
                <a:gd name="connsiteY4784" fmla="*/ 60655 h 459014"/>
                <a:gd name="connsiteX4785" fmla="*/ 18033 w 316391"/>
                <a:gd name="connsiteY4785" fmla="*/ 60655 h 459014"/>
                <a:gd name="connsiteX4786" fmla="*/ 18033 w 316391"/>
                <a:gd name="connsiteY4786" fmla="*/ 60655 h 459014"/>
                <a:gd name="connsiteX4787" fmla="*/ 18033 w 316391"/>
                <a:gd name="connsiteY4787" fmla="*/ 60655 h 459014"/>
                <a:gd name="connsiteX4788" fmla="*/ 18033 w 316391"/>
                <a:gd name="connsiteY4788" fmla="*/ 62295 h 459014"/>
                <a:gd name="connsiteX4789" fmla="*/ 18033 w 316391"/>
                <a:gd name="connsiteY4789" fmla="*/ 62295 h 459014"/>
                <a:gd name="connsiteX4790" fmla="*/ 18033 w 316391"/>
                <a:gd name="connsiteY4790" fmla="*/ 62295 h 459014"/>
                <a:gd name="connsiteX4791" fmla="*/ 18033 w 316391"/>
                <a:gd name="connsiteY4791" fmla="*/ 62295 h 459014"/>
                <a:gd name="connsiteX4792" fmla="*/ 18033 w 316391"/>
                <a:gd name="connsiteY4792" fmla="*/ 62295 h 459014"/>
                <a:gd name="connsiteX4793" fmla="*/ 19672 w 316391"/>
                <a:gd name="connsiteY4793" fmla="*/ 62295 h 459014"/>
                <a:gd name="connsiteX4794" fmla="*/ 19672 w 316391"/>
                <a:gd name="connsiteY4794" fmla="*/ 62295 h 459014"/>
                <a:gd name="connsiteX4795" fmla="*/ 19672 w 316391"/>
                <a:gd name="connsiteY4795" fmla="*/ 62295 h 459014"/>
                <a:gd name="connsiteX4796" fmla="*/ 21311 w 316391"/>
                <a:gd name="connsiteY4796" fmla="*/ 62295 h 459014"/>
                <a:gd name="connsiteX4797" fmla="*/ 21311 w 316391"/>
                <a:gd name="connsiteY4797" fmla="*/ 62295 h 459014"/>
                <a:gd name="connsiteX4798" fmla="*/ 21311 w 316391"/>
                <a:gd name="connsiteY4798" fmla="*/ 62295 h 459014"/>
                <a:gd name="connsiteX4799" fmla="*/ 21311 w 316391"/>
                <a:gd name="connsiteY4799" fmla="*/ 63934 h 459014"/>
                <a:gd name="connsiteX4800" fmla="*/ 22951 w 316391"/>
                <a:gd name="connsiteY4800" fmla="*/ 63934 h 459014"/>
                <a:gd name="connsiteX4801" fmla="*/ 22951 w 316391"/>
                <a:gd name="connsiteY4801" fmla="*/ 63934 h 459014"/>
                <a:gd name="connsiteX4802" fmla="*/ 22951 w 316391"/>
                <a:gd name="connsiteY4802" fmla="*/ 63934 h 459014"/>
                <a:gd name="connsiteX4803" fmla="*/ 24590 w 316391"/>
                <a:gd name="connsiteY4803" fmla="*/ 65573 h 459014"/>
                <a:gd name="connsiteX4804" fmla="*/ 24590 w 316391"/>
                <a:gd name="connsiteY4804" fmla="*/ 65573 h 459014"/>
                <a:gd name="connsiteX4805" fmla="*/ 24590 w 316391"/>
                <a:gd name="connsiteY4805" fmla="*/ 65573 h 459014"/>
                <a:gd name="connsiteX4806" fmla="*/ 24590 w 316391"/>
                <a:gd name="connsiteY4806" fmla="*/ 65573 h 459014"/>
                <a:gd name="connsiteX4807" fmla="*/ 24590 w 316391"/>
                <a:gd name="connsiteY4807" fmla="*/ 65573 h 459014"/>
                <a:gd name="connsiteX4808" fmla="*/ 24590 w 316391"/>
                <a:gd name="connsiteY4808" fmla="*/ 67213 h 459014"/>
                <a:gd name="connsiteX4809" fmla="*/ 24590 w 316391"/>
                <a:gd name="connsiteY4809" fmla="*/ 67213 h 459014"/>
                <a:gd name="connsiteX4810" fmla="*/ 24590 w 316391"/>
                <a:gd name="connsiteY4810" fmla="*/ 67213 h 459014"/>
                <a:gd name="connsiteX4811" fmla="*/ 24590 w 316391"/>
                <a:gd name="connsiteY4811" fmla="*/ 67213 h 459014"/>
                <a:gd name="connsiteX4812" fmla="*/ 24590 w 316391"/>
                <a:gd name="connsiteY4812" fmla="*/ 67213 h 459014"/>
                <a:gd name="connsiteX4813" fmla="*/ 26229 w 316391"/>
                <a:gd name="connsiteY4813" fmla="*/ 67213 h 459014"/>
                <a:gd name="connsiteX4814" fmla="*/ 26229 w 316391"/>
                <a:gd name="connsiteY4814" fmla="*/ 67213 h 459014"/>
                <a:gd name="connsiteX4815" fmla="*/ 26229 w 316391"/>
                <a:gd name="connsiteY4815" fmla="*/ 67213 h 459014"/>
                <a:gd name="connsiteX4816" fmla="*/ 26229 w 316391"/>
                <a:gd name="connsiteY4816" fmla="*/ 67213 h 459014"/>
                <a:gd name="connsiteX4817" fmla="*/ 26229 w 316391"/>
                <a:gd name="connsiteY4817" fmla="*/ 67213 h 459014"/>
                <a:gd name="connsiteX4818" fmla="*/ 26229 w 316391"/>
                <a:gd name="connsiteY4818" fmla="*/ 67213 h 459014"/>
                <a:gd name="connsiteX4819" fmla="*/ 26229 w 316391"/>
                <a:gd name="connsiteY4819" fmla="*/ 65573 h 459014"/>
                <a:gd name="connsiteX4820" fmla="*/ 24590 w 316391"/>
                <a:gd name="connsiteY4820" fmla="*/ 65573 h 459014"/>
                <a:gd name="connsiteX4821" fmla="*/ 24590 w 316391"/>
                <a:gd name="connsiteY4821" fmla="*/ 65573 h 459014"/>
                <a:gd name="connsiteX4822" fmla="*/ 26229 w 316391"/>
                <a:gd name="connsiteY4822" fmla="*/ 65573 h 459014"/>
                <a:gd name="connsiteX4823" fmla="*/ 26229 w 316391"/>
                <a:gd name="connsiteY4823" fmla="*/ 65573 h 459014"/>
                <a:gd name="connsiteX4824" fmla="*/ 26229 w 316391"/>
                <a:gd name="connsiteY4824" fmla="*/ 63934 h 459014"/>
                <a:gd name="connsiteX4825" fmla="*/ 26229 w 316391"/>
                <a:gd name="connsiteY4825" fmla="*/ 63934 h 459014"/>
                <a:gd name="connsiteX4826" fmla="*/ 26229 w 316391"/>
                <a:gd name="connsiteY4826" fmla="*/ 63934 h 459014"/>
                <a:gd name="connsiteX4827" fmla="*/ 24590 w 316391"/>
                <a:gd name="connsiteY4827" fmla="*/ 63934 h 459014"/>
                <a:gd name="connsiteX4828" fmla="*/ 24590 w 316391"/>
                <a:gd name="connsiteY4828" fmla="*/ 63934 h 459014"/>
                <a:gd name="connsiteX4829" fmla="*/ 24590 w 316391"/>
                <a:gd name="connsiteY4829" fmla="*/ 63934 h 459014"/>
                <a:gd name="connsiteX4830" fmla="*/ 24590 w 316391"/>
                <a:gd name="connsiteY4830" fmla="*/ 63934 h 459014"/>
                <a:gd name="connsiteX4831" fmla="*/ 24590 w 316391"/>
                <a:gd name="connsiteY4831" fmla="*/ 63934 h 459014"/>
                <a:gd name="connsiteX4832" fmla="*/ 24590 w 316391"/>
                <a:gd name="connsiteY4832" fmla="*/ 63934 h 459014"/>
                <a:gd name="connsiteX4833" fmla="*/ 24590 w 316391"/>
                <a:gd name="connsiteY4833" fmla="*/ 63934 h 459014"/>
                <a:gd name="connsiteX4834" fmla="*/ 24590 w 316391"/>
                <a:gd name="connsiteY4834" fmla="*/ 63934 h 459014"/>
                <a:gd name="connsiteX4835" fmla="*/ 22951 w 316391"/>
                <a:gd name="connsiteY4835" fmla="*/ 62295 h 459014"/>
                <a:gd name="connsiteX4836" fmla="*/ 22951 w 316391"/>
                <a:gd name="connsiteY4836" fmla="*/ 62295 h 459014"/>
                <a:gd name="connsiteX4837" fmla="*/ 24590 w 316391"/>
                <a:gd name="connsiteY4837" fmla="*/ 62295 h 459014"/>
                <a:gd name="connsiteX4838" fmla="*/ 24590 w 316391"/>
                <a:gd name="connsiteY4838" fmla="*/ 62295 h 459014"/>
                <a:gd name="connsiteX4839" fmla="*/ 24590 w 316391"/>
                <a:gd name="connsiteY4839" fmla="*/ 62295 h 459014"/>
                <a:gd name="connsiteX4840" fmla="*/ 24590 w 316391"/>
                <a:gd name="connsiteY4840" fmla="*/ 62295 h 459014"/>
                <a:gd name="connsiteX4841" fmla="*/ 24590 w 316391"/>
                <a:gd name="connsiteY4841" fmla="*/ 62295 h 459014"/>
                <a:gd name="connsiteX4842" fmla="*/ 24590 w 316391"/>
                <a:gd name="connsiteY4842" fmla="*/ 62295 h 459014"/>
                <a:gd name="connsiteX4843" fmla="*/ 24590 w 316391"/>
                <a:gd name="connsiteY4843" fmla="*/ 60655 h 459014"/>
                <a:gd name="connsiteX4844" fmla="*/ 24590 w 316391"/>
                <a:gd name="connsiteY4844" fmla="*/ 60655 h 459014"/>
                <a:gd name="connsiteX4845" fmla="*/ 24590 w 316391"/>
                <a:gd name="connsiteY4845" fmla="*/ 60655 h 459014"/>
                <a:gd name="connsiteX4846" fmla="*/ 24590 w 316391"/>
                <a:gd name="connsiteY4846" fmla="*/ 60655 h 459014"/>
                <a:gd name="connsiteX4847" fmla="*/ 24590 w 316391"/>
                <a:gd name="connsiteY4847" fmla="*/ 60655 h 459014"/>
                <a:gd name="connsiteX4848" fmla="*/ 22951 w 316391"/>
                <a:gd name="connsiteY4848" fmla="*/ 60655 h 459014"/>
                <a:gd name="connsiteX4849" fmla="*/ 22951 w 316391"/>
                <a:gd name="connsiteY4849" fmla="*/ 60655 h 459014"/>
                <a:gd name="connsiteX4850" fmla="*/ 22951 w 316391"/>
                <a:gd name="connsiteY4850" fmla="*/ 60655 h 459014"/>
                <a:gd name="connsiteX4851" fmla="*/ 22951 w 316391"/>
                <a:gd name="connsiteY4851" fmla="*/ 60655 h 459014"/>
                <a:gd name="connsiteX4852" fmla="*/ 22951 w 316391"/>
                <a:gd name="connsiteY4852" fmla="*/ 60655 h 459014"/>
                <a:gd name="connsiteX4853" fmla="*/ 22951 w 316391"/>
                <a:gd name="connsiteY4853" fmla="*/ 59016 h 459014"/>
                <a:gd name="connsiteX4854" fmla="*/ 22951 w 316391"/>
                <a:gd name="connsiteY4854" fmla="*/ 59016 h 459014"/>
                <a:gd name="connsiteX4855" fmla="*/ 22951 w 316391"/>
                <a:gd name="connsiteY4855" fmla="*/ 59016 h 459014"/>
                <a:gd name="connsiteX4856" fmla="*/ 22951 w 316391"/>
                <a:gd name="connsiteY4856" fmla="*/ 59016 h 459014"/>
                <a:gd name="connsiteX4857" fmla="*/ 21311 w 316391"/>
                <a:gd name="connsiteY4857" fmla="*/ 59016 h 459014"/>
                <a:gd name="connsiteX4858" fmla="*/ 21311 w 316391"/>
                <a:gd name="connsiteY4858" fmla="*/ 59016 h 459014"/>
                <a:gd name="connsiteX4859" fmla="*/ 21311 w 316391"/>
                <a:gd name="connsiteY4859" fmla="*/ 59016 h 459014"/>
                <a:gd name="connsiteX4860" fmla="*/ 21311 w 316391"/>
                <a:gd name="connsiteY4860" fmla="*/ 59016 h 459014"/>
                <a:gd name="connsiteX4861" fmla="*/ 21311 w 316391"/>
                <a:gd name="connsiteY4861" fmla="*/ 59016 h 459014"/>
                <a:gd name="connsiteX4862" fmla="*/ 21311 w 316391"/>
                <a:gd name="connsiteY4862" fmla="*/ 59016 h 459014"/>
                <a:gd name="connsiteX4863" fmla="*/ 21311 w 316391"/>
                <a:gd name="connsiteY4863" fmla="*/ 59016 h 459014"/>
                <a:gd name="connsiteX4864" fmla="*/ 21311 w 316391"/>
                <a:gd name="connsiteY4864" fmla="*/ 59016 h 459014"/>
                <a:gd name="connsiteX4865" fmla="*/ 21311 w 316391"/>
                <a:gd name="connsiteY4865" fmla="*/ 57377 h 459014"/>
                <a:gd name="connsiteX4866" fmla="*/ 21311 w 316391"/>
                <a:gd name="connsiteY4866" fmla="*/ 57377 h 459014"/>
                <a:gd name="connsiteX4867" fmla="*/ 21311 w 316391"/>
                <a:gd name="connsiteY4867" fmla="*/ 57377 h 459014"/>
                <a:gd name="connsiteX4868" fmla="*/ 21311 w 316391"/>
                <a:gd name="connsiteY4868" fmla="*/ 57377 h 459014"/>
                <a:gd name="connsiteX4869" fmla="*/ 22951 w 316391"/>
                <a:gd name="connsiteY4869" fmla="*/ 57377 h 459014"/>
                <a:gd name="connsiteX4870" fmla="*/ 22951 w 316391"/>
                <a:gd name="connsiteY4870" fmla="*/ 59016 h 459014"/>
                <a:gd name="connsiteX4871" fmla="*/ 22951 w 316391"/>
                <a:gd name="connsiteY4871" fmla="*/ 59016 h 459014"/>
                <a:gd name="connsiteX4872" fmla="*/ 22951 w 316391"/>
                <a:gd name="connsiteY4872" fmla="*/ 59016 h 459014"/>
                <a:gd name="connsiteX4873" fmla="*/ 22951 w 316391"/>
                <a:gd name="connsiteY4873" fmla="*/ 59016 h 459014"/>
                <a:gd name="connsiteX4874" fmla="*/ 24590 w 316391"/>
                <a:gd name="connsiteY4874" fmla="*/ 59016 h 459014"/>
                <a:gd name="connsiteX4875" fmla="*/ 24590 w 316391"/>
                <a:gd name="connsiteY4875" fmla="*/ 59016 h 459014"/>
                <a:gd name="connsiteX4876" fmla="*/ 24590 w 316391"/>
                <a:gd name="connsiteY4876" fmla="*/ 59016 h 459014"/>
                <a:gd name="connsiteX4877" fmla="*/ 24590 w 316391"/>
                <a:gd name="connsiteY4877" fmla="*/ 59016 h 459014"/>
                <a:gd name="connsiteX4878" fmla="*/ 24590 w 316391"/>
                <a:gd name="connsiteY4878" fmla="*/ 59016 h 459014"/>
                <a:gd name="connsiteX4879" fmla="*/ 24590 w 316391"/>
                <a:gd name="connsiteY4879" fmla="*/ 59016 h 459014"/>
                <a:gd name="connsiteX4880" fmla="*/ 24590 w 316391"/>
                <a:gd name="connsiteY4880" fmla="*/ 60655 h 459014"/>
                <a:gd name="connsiteX4881" fmla="*/ 24590 w 316391"/>
                <a:gd name="connsiteY4881" fmla="*/ 60655 h 459014"/>
                <a:gd name="connsiteX4882" fmla="*/ 24590 w 316391"/>
                <a:gd name="connsiteY4882" fmla="*/ 60655 h 459014"/>
                <a:gd name="connsiteX4883" fmla="*/ 26229 w 316391"/>
                <a:gd name="connsiteY4883" fmla="*/ 60655 h 459014"/>
                <a:gd name="connsiteX4884" fmla="*/ 26229 w 316391"/>
                <a:gd name="connsiteY4884" fmla="*/ 60655 h 459014"/>
                <a:gd name="connsiteX4885" fmla="*/ 26229 w 316391"/>
                <a:gd name="connsiteY4885" fmla="*/ 60655 h 459014"/>
                <a:gd name="connsiteX4886" fmla="*/ 26229 w 316391"/>
                <a:gd name="connsiteY4886" fmla="*/ 60655 h 459014"/>
                <a:gd name="connsiteX4887" fmla="*/ 26229 w 316391"/>
                <a:gd name="connsiteY4887" fmla="*/ 60655 h 459014"/>
                <a:gd name="connsiteX4888" fmla="*/ 27868 w 316391"/>
                <a:gd name="connsiteY4888" fmla="*/ 60655 h 459014"/>
                <a:gd name="connsiteX4889" fmla="*/ 27868 w 316391"/>
                <a:gd name="connsiteY4889" fmla="*/ 60655 h 459014"/>
                <a:gd name="connsiteX4890" fmla="*/ 27868 w 316391"/>
                <a:gd name="connsiteY4890" fmla="*/ 62295 h 459014"/>
                <a:gd name="connsiteX4891" fmla="*/ 27868 w 316391"/>
                <a:gd name="connsiteY4891" fmla="*/ 62295 h 459014"/>
                <a:gd name="connsiteX4892" fmla="*/ 27868 w 316391"/>
                <a:gd name="connsiteY4892" fmla="*/ 62295 h 459014"/>
                <a:gd name="connsiteX4893" fmla="*/ 27868 w 316391"/>
                <a:gd name="connsiteY4893" fmla="*/ 60655 h 459014"/>
                <a:gd name="connsiteX4894" fmla="*/ 27868 w 316391"/>
                <a:gd name="connsiteY4894" fmla="*/ 62295 h 459014"/>
                <a:gd name="connsiteX4895" fmla="*/ 29508 w 316391"/>
                <a:gd name="connsiteY4895" fmla="*/ 62295 h 459014"/>
                <a:gd name="connsiteX4896" fmla="*/ 29508 w 316391"/>
                <a:gd name="connsiteY4896" fmla="*/ 62295 h 459014"/>
                <a:gd name="connsiteX4897" fmla="*/ 29508 w 316391"/>
                <a:gd name="connsiteY4897" fmla="*/ 62295 h 459014"/>
                <a:gd name="connsiteX4898" fmla="*/ 29508 w 316391"/>
                <a:gd name="connsiteY4898" fmla="*/ 62295 h 459014"/>
                <a:gd name="connsiteX4899" fmla="*/ 29508 w 316391"/>
                <a:gd name="connsiteY4899" fmla="*/ 63934 h 459014"/>
                <a:gd name="connsiteX4900" fmla="*/ 31147 w 316391"/>
                <a:gd name="connsiteY4900" fmla="*/ 63934 h 459014"/>
                <a:gd name="connsiteX4901" fmla="*/ 31147 w 316391"/>
                <a:gd name="connsiteY4901" fmla="*/ 63934 h 459014"/>
                <a:gd name="connsiteX4902" fmla="*/ 31147 w 316391"/>
                <a:gd name="connsiteY4902" fmla="*/ 63934 h 459014"/>
                <a:gd name="connsiteX4903" fmla="*/ 31147 w 316391"/>
                <a:gd name="connsiteY4903" fmla="*/ 63934 h 459014"/>
                <a:gd name="connsiteX4904" fmla="*/ 31147 w 316391"/>
                <a:gd name="connsiteY4904" fmla="*/ 65573 h 459014"/>
                <a:gd name="connsiteX4905" fmla="*/ 31147 w 316391"/>
                <a:gd name="connsiteY4905" fmla="*/ 65573 h 459014"/>
                <a:gd name="connsiteX4906" fmla="*/ 32787 w 316391"/>
                <a:gd name="connsiteY4906" fmla="*/ 63934 h 459014"/>
                <a:gd name="connsiteX4907" fmla="*/ 32787 w 316391"/>
                <a:gd name="connsiteY4907" fmla="*/ 63934 h 459014"/>
                <a:gd name="connsiteX4908" fmla="*/ 32787 w 316391"/>
                <a:gd name="connsiteY4908" fmla="*/ 63934 h 459014"/>
                <a:gd name="connsiteX4909" fmla="*/ 31147 w 316391"/>
                <a:gd name="connsiteY4909" fmla="*/ 63934 h 459014"/>
                <a:gd name="connsiteX4910" fmla="*/ 31147 w 316391"/>
                <a:gd name="connsiteY4910" fmla="*/ 63934 h 459014"/>
                <a:gd name="connsiteX4911" fmla="*/ 31147 w 316391"/>
                <a:gd name="connsiteY4911" fmla="*/ 63934 h 459014"/>
                <a:gd name="connsiteX4912" fmla="*/ 31147 w 316391"/>
                <a:gd name="connsiteY4912" fmla="*/ 62295 h 459014"/>
                <a:gd name="connsiteX4913" fmla="*/ 31147 w 316391"/>
                <a:gd name="connsiteY4913" fmla="*/ 62295 h 459014"/>
                <a:gd name="connsiteX4914" fmla="*/ 31147 w 316391"/>
                <a:gd name="connsiteY4914" fmla="*/ 62295 h 459014"/>
                <a:gd name="connsiteX4915" fmla="*/ 31147 w 316391"/>
                <a:gd name="connsiteY4915" fmla="*/ 62295 h 459014"/>
                <a:gd name="connsiteX4916" fmla="*/ 31147 w 316391"/>
                <a:gd name="connsiteY4916" fmla="*/ 60655 h 459014"/>
                <a:gd name="connsiteX4917" fmla="*/ 31147 w 316391"/>
                <a:gd name="connsiteY4917" fmla="*/ 60655 h 459014"/>
                <a:gd name="connsiteX4918" fmla="*/ 31147 w 316391"/>
                <a:gd name="connsiteY4918" fmla="*/ 60655 h 459014"/>
                <a:gd name="connsiteX4919" fmla="*/ 31147 w 316391"/>
                <a:gd name="connsiteY4919" fmla="*/ 60655 h 459014"/>
                <a:gd name="connsiteX4920" fmla="*/ 31147 w 316391"/>
                <a:gd name="connsiteY4920" fmla="*/ 60655 h 459014"/>
                <a:gd name="connsiteX4921" fmla="*/ 32787 w 316391"/>
                <a:gd name="connsiteY4921" fmla="*/ 60655 h 459014"/>
                <a:gd name="connsiteX4922" fmla="*/ 32787 w 316391"/>
                <a:gd name="connsiteY4922" fmla="*/ 60655 h 459014"/>
                <a:gd name="connsiteX4923" fmla="*/ 32787 w 316391"/>
                <a:gd name="connsiteY4923" fmla="*/ 60655 h 459014"/>
                <a:gd name="connsiteX4924" fmla="*/ 32787 w 316391"/>
                <a:gd name="connsiteY4924" fmla="*/ 60655 h 459014"/>
                <a:gd name="connsiteX4925" fmla="*/ 32787 w 316391"/>
                <a:gd name="connsiteY4925" fmla="*/ 60655 h 459014"/>
                <a:gd name="connsiteX4926" fmla="*/ 34426 w 316391"/>
                <a:gd name="connsiteY4926" fmla="*/ 60655 h 459014"/>
                <a:gd name="connsiteX4927" fmla="*/ 34426 w 316391"/>
                <a:gd name="connsiteY4927" fmla="*/ 60655 h 459014"/>
                <a:gd name="connsiteX4928" fmla="*/ 34426 w 316391"/>
                <a:gd name="connsiteY4928" fmla="*/ 60655 h 459014"/>
                <a:gd name="connsiteX4929" fmla="*/ 34426 w 316391"/>
                <a:gd name="connsiteY4929" fmla="*/ 60655 h 459014"/>
                <a:gd name="connsiteX4930" fmla="*/ 34426 w 316391"/>
                <a:gd name="connsiteY4930" fmla="*/ 60655 h 459014"/>
                <a:gd name="connsiteX4931" fmla="*/ 34426 w 316391"/>
                <a:gd name="connsiteY4931" fmla="*/ 60655 h 459014"/>
                <a:gd name="connsiteX4932" fmla="*/ 34426 w 316391"/>
                <a:gd name="connsiteY4932" fmla="*/ 60655 h 459014"/>
                <a:gd name="connsiteX4933" fmla="*/ 34426 w 316391"/>
                <a:gd name="connsiteY4933" fmla="*/ 60655 h 459014"/>
                <a:gd name="connsiteX4934" fmla="*/ 34426 w 316391"/>
                <a:gd name="connsiteY4934" fmla="*/ 60655 h 459014"/>
                <a:gd name="connsiteX4935" fmla="*/ 36065 w 316391"/>
                <a:gd name="connsiteY4935" fmla="*/ 59016 h 459014"/>
                <a:gd name="connsiteX4936" fmla="*/ 36065 w 316391"/>
                <a:gd name="connsiteY4936" fmla="*/ 59016 h 459014"/>
                <a:gd name="connsiteX4937" fmla="*/ 36065 w 316391"/>
                <a:gd name="connsiteY4937" fmla="*/ 60655 h 459014"/>
                <a:gd name="connsiteX4938" fmla="*/ 36065 w 316391"/>
                <a:gd name="connsiteY4938" fmla="*/ 60655 h 459014"/>
                <a:gd name="connsiteX4939" fmla="*/ 36065 w 316391"/>
                <a:gd name="connsiteY4939" fmla="*/ 60655 h 459014"/>
                <a:gd name="connsiteX4940" fmla="*/ 37705 w 316391"/>
                <a:gd name="connsiteY4940" fmla="*/ 60655 h 459014"/>
                <a:gd name="connsiteX4941" fmla="*/ 37705 w 316391"/>
                <a:gd name="connsiteY4941" fmla="*/ 60655 h 459014"/>
                <a:gd name="connsiteX4942" fmla="*/ 37705 w 316391"/>
                <a:gd name="connsiteY4942" fmla="*/ 60655 h 459014"/>
                <a:gd name="connsiteX4943" fmla="*/ 37705 w 316391"/>
                <a:gd name="connsiteY4943" fmla="*/ 60655 h 459014"/>
                <a:gd name="connsiteX4944" fmla="*/ 37705 w 316391"/>
                <a:gd name="connsiteY4944" fmla="*/ 60655 h 459014"/>
                <a:gd name="connsiteX4945" fmla="*/ 37705 w 316391"/>
                <a:gd name="connsiteY4945" fmla="*/ 60655 h 459014"/>
                <a:gd name="connsiteX4946" fmla="*/ 37705 w 316391"/>
                <a:gd name="connsiteY4946" fmla="*/ 60655 h 459014"/>
                <a:gd name="connsiteX4947" fmla="*/ 37705 w 316391"/>
                <a:gd name="connsiteY4947" fmla="*/ 60655 h 459014"/>
                <a:gd name="connsiteX4948" fmla="*/ 37705 w 316391"/>
                <a:gd name="connsiteY4948" fmla="*/ 60655 h 459014"/>
                <a:gd name="connsiteX4949" fmla="*/ 37705 w 316391"/>
                <a:gd name="connsiteY4949" fmla="*/ 59016 h 459014"/>
                <a:gd name="connsiteX4950" fmla="*/ 39344 w 316391"/>
                <a:gd name="connsiteY4950" fmla="*/ 59016 h 459014"/>
                <a:gd name="connsiteX4951" fmla="*/ 39344 w 316391"/>
                <a:gd name="connsiteY4951" fmla="*/ 59016 h 459014"/>
                <a:gd name="connsiteX4952" fmla="*/ 39344 w 316391"/>
                <a:gd name="connsiteY4952" fmla="*/ 59016 h 459014"/>
                <a:gd name="connsiteX4953" fmla="*/ 39344 w 316391"/>
                <a:gd name="connsiteY4953" fmla="*/ 59016 h 459014"/>
                <a:gd name="connsiteX4954" fmla="*/ 39344 w 316391"/>
                <a:gd name="connsiteY4954" fmla="*/ 59016 h 459014"/>
                <a:gd name="connsiteX4955" fmla="*/ 39344 w 316391"/>
                <a:gd name="connsiteY4955" fmla="*/ 59016 h 459014"/>
                <a:gd name="connsiteX4956" fmla="*/ 39344 w 316391"/>
                <a:gd name="connsiteY4956" fmla="*/ 59016 h 459014"/>
                <a:gd name="connsiteX4957" fmla="*/ 39344 w 316391"/>
                <a:gd name="connsiteY4957" fmla="*/ 59016 h 459014"/>
                <a:gd name="connsiteX4958" fmla="*/ 40983 w 316391"/>
                <a:gd name="connsiteY4958" fmla="*/ 59016 h 459014"/>
                <a:gd name="connsiteX4959" fmla="*/ 40983 w 316391"/>
                <a:gd name="connsiteY4959" fmla="*/ 60655 h 459014"/>
                <a:gd name="connsiteX4960" fmla="*/ 40983 w 316391"/>
                <a:gd name="connsiteY4960" fmla="*/ 60655 h 459014"/>
                <a:gd name="connsiteX4961" fmla="*/ 40983 w 316391"/>
                <a:gd name="connsiteY4961" fmla="*/ 59016 h 459014"/>
                <a:gd name="connsiteX4962" fmla="*/ 40983 w 316391"/>
                <a:gd name="connsiteY4962" fmla="*/ 59016 h 459014"/>
                <a:gd name="connsiteX4963" fmla="*/ 40983 w 316391"/>
                <a:gd name="connsiteY4963" fmla="*/ 59016 h 459014"/>
                <a:gd name="connsiteX4964" fmla="*/ 40983 w 316391"/>
                <a:gd name="connsiteY4964" fmla="*/ 59016 h 459014"/>
                <a:gd name="connsiteX4965" fmla="*/ 40983 w 316391"/>
                <a:gd name="connsiteY4965" fmla="*/ 59016 h 459014"/>
                <a:gd name="connsiteX4966" fmla="*/ 42623 w 316391"/>
                <a:gd name="connsiteY4966" fmla="*/ 59016 h 459014"/>
                <a:gd name="connsiteX4967" fmla="*/ 42623 w 316391"/>
                <a:gd name="connsiteY4967" fmla="*/ 59016 h 459014"/>
                <a:gd name="connsiteX4968" fmla="*/ 42623 w 316391"/>
                <a:gd name="connsiteY4968" fmla="*/ 59016 h 459014"/>
                <a:gd name="connsiteX4969" fmla="*/ 42623 w 316391"/>
                <a:gd name="connsiteY4969" fmla="*/ 59016 h 459014"/>
                <a:gd name="connsiteX4970" fmla="*/ 42623 w 316391"/>
                <a:gd name="connsiteY4970" fmla="*/ 59016 h 459014"/>
                <a:gd name="connsiteX4971" fmla="*/ 42623 w 316391"/>
                <a:gd name="connsiteY4971" fmla="*/ 59016 h 459014"/>
                <a:gd name="connsiteX4972" fmla="*/ 44262 w 316391"/>
                <a:gd name="connsiteY4972" fmla="*/ 59016 h 459014"/>
                <a:gd name="connsiteX4973" fmla="*/ 44262 w 316391"/>
                <a:gd name="connsiteY4973" fmla="*/ 59016 h 459014"/>
                <a:gd name="connsiteX4974" fmla="*/ 44262 w 316391"/>
                <a:gd name="connsiteY4974" fmla="*/ 60655 h 459014"/>
                <a:gd name="connsiteX4975" fmla="*/ 44262 w 316391"/>
                <a:gd name="connsiteY4975" fmla="*/ 60655 h 459014"/>
                <a:gd name="connsiteX4976" fmla="*/ 44262 w 316391"/>
                <a:gd name="connsiteY4976" fmla="*/ 60655 h 459014"/>
                <a:gd name="connsiteX4977" fmla="*/ 44262 w 316391"/>
                <a:gd name="connsiteY4977" fmla="*/ 60655 h 459014"/>
                <a:gd name="connsiteX4978" fmla="*/ 45901 w 316391"/>
                <a:gd name="connsiteY4978" fmla="*/ 60655 h 459014"/>
                <a:gd name="connsiteX4979" fmla="*/ 45901 w 316391"/>
                <a:gd name="connsiteY4979" fmla="*/ 60655 h 459014"/>
                <a:gd name="connsiteX4980" fmla="*/ 44262 w 316391"/>
                <a:gd name="connsiteY4980" fmla="*/ 60655 h 459014"/>
                <a:gd name="connsiteX4981" fmla="*/ 44262 w 316391"/>
                <a:gd name="connsiteY4981" fmla="*/ 59016 h 459014"/>
                <a:gd name="connsiteX4982" fmla="*/ 44262 w 316391"/>
                <a:gd name="connsiteY4982" fmla="*/ 59016 h 459014"/>
                <a:gd name="connsiteX4983" fmla="*/ 44262 w 316391"/>
                <a:gd name="connsiteY4983" fmla="*/ 59016 h 459014"/>
                <a:gd name="connsiteX4984" fmla="*/ 44262 w 316391"/>
                <a:gd name="connsiteY4984" fmla="*/ 59016 h 459014"/>
                <a:gd name="connsiteX4985" fmla="*/ 44262 w 316391"/>
                <a:gd name="connsiteY4985" fmla="*/ 59016 h 459014"/>
                <a:gd name="connsiteX4986" fmla="*/ 44262 w 316391"/>
                <a:gd name="connsiteY4986" fmla="*/ 57377 h 459014"/>
                <a:gd name="connsiteX4987" fmla="*/ 44262 w 316391"/>
                <a:gd name="connsiteY4987" fmla="*/ 57377 h 459014"/>
                <a:gd name="connsiteX4988" fmla="*/ 44262 w 316391"/>
                <a:gd name="connsiteY4988" fmla="*/ 57377 h 459014"/>
                <a:gd name="connsiteX4989" fmla="*/ 44262 w 316391"/>
                <a:gd name="connsiteY4989" fmla="*/ 57377 h 459014"/>
                <a:gd name="connsiteX4990" fmla="*/ 45901 w 316391"/>
                <a:gd name="connsiteY4990" fmla="*/ 57377 h 459014"/>
                <a:gd name="connsiteX4991" fmla="*/ 45901 w 316391"/>
                <a:gd name="connsiteY4991" fmla="*/ 57377 h 459014"/>
                <a:gd name="connsiteX4992" fmla="*/ 45901 w 316391"/>
                <a:gd name="connsiteY4992" fmla="*/ 57377 h 459014"/>
                <a:gd name="connsiteX4993" fmla="*/ 45901 w 316391"/>
                <a:gd name="connsiteY4993" fmla="*/ 57377 h 459014"/>
                <a:gd name="connsiteX4994" fmla="*/ 45901 w 316391"/>
                <a:gd name="connsiteY4994" fmla="*/ 57377 h 459014"/>
                <a:gd name="connsiteX4995" fmla="*/ 45901 w 316391"/>
                <a:gd name="connsiteY4995" fmla="*/ 57377 h 459014"/>
                <a:gd name="connsiteX4996" fmla="*/ 45901 w 316391"/>
                <a:gd name="connsiteY4996" fmla="*/ 55737 h 459014"/>
                <a:gd name="connsiteX4997" fmla="*/ 45901 w 316391"/>
                <a:gd name="connsiteY4997" fmla="*/ 55737 h 459014"/>
                <a:gd name="connsiteX4998" fmla="*/ 45901 w 316391"/>
                <a:gd name="connsiteY4998" fmla="*/ 55737 h 459014"/>
                <a:gd name="connsiteX4999" fmla="*/ 45901 w 316391"/>
                <a:gd name="connsiteY4999" fmla="*/ 55737 h 459014"/>
                <a:gd name="connsiteX5000" fmla="*/ 45901 w 316391"/>
                <a:gd name="connsiteY5000" fmla="*/ 55737 h 459014"/>
                <a:gd name="connsiteX5001" fmla="*/ 45901 w 316391"/>
                <a:gd name="connsiteY5001" fmla="*/ 55737 h 459014"/>
                <a:gd name="connsiteX5002" fmla="*/ 45901 w 316391"/>
                <a:gd name="connsiteY5002" fmla="*/ 54098 h 459014"/>
                <a:gd name="connsiteX5003" fmla="*/ 45901 w 316391"/>
                <a:gd name="connsiteY5003" fmla="*/ 55737 h 459014"/>
                <a:gd name="connsiteX5004" fmla="*/ 45901 w 316391"/>
                <a:gd name="connsiteY5004" fmla="*/ 54098 h 459014"/>
                <a:gd name="connsiteX5005" fmla="*/ 47541 w 316391"/>
                <a:gd name="connsiteY5005" fmla="*/ 54098 h 459014"/>
                <a:gd name="connsiteX5006" fmla="*/ 47541 w 316391"/>
                <a:gd name="connsiteY5006" fmla="*/ 54098 h 459014"/>
                <a:gd name="connsiteX5007" fmla="*/ 47541 w 316391"/>
                <a:gd name="connsiteY5007" fmla="*/ 54098 h 459014"/>
                <a:gd name="connsiteX5008" fmla="*/ 47541 w 316391"/>
                <a:gd name="connsiteY5008" fmla="*/ 55737 h 459014"/>
                <a:gd name="connsiteX5009" fmla="*/ 49180 w 316391"/>
                <a:gd name="connsiteY5009" fmla="*/ 55737 h 459014"/>
                <a:gd name="connsiteX5010" fmla="*/ 49180 w 316391"/>
                <a:gd name="connsiteY5010" fmla="*/ 55737 h 459014"/>
                <a:gd name="connsiteX5011" fmla="*/ 49180 w 316391"/>
                <a:gd name="connsiteY5011" fmla="*/ 55737 h 459014"/>
                <a:gd name="connsiteX5012" fmla="*/ 49180 w 316391"/>
                <a:gd name="connsiteY5012" fmla="*/ 55737 h 459014"/>
                <a:gd name="connsiteX5013" fmla="*/ 49180 w 316391"/>
                <a:gd name="connsiteY5013" fmla="*/ 55737 h 459014"/>
                <a:gd name="connsiteX5014" fmla="*/ 49180 w 316391"/>
                <a:gd name="connsiteY5014" fmla="*/ 54098 h 459014"/>
                <a:gd name="connsiteX5015" fmla="*/ 49180 w 316391"/>
                <a:gd name="connsiteY5015" fmla="*/ 54098 h 459014"/>
                <a:gd name="connsiteX5016" fmla="*/ 49180 w 316391"/>
                <a:gd name="connsiteY5016" fmla="*/ 54098 h 459014"/>
                <a:gd name="connsiteX5017" fmla="*/ 49180 w 316391"/>
                <a:gd name="connsiteY5017" fmla="*/ 54098 h 459014"/>
                <a:gd name="connsiteX5018" fmla="*/ 49180 w 316391"/>
                <a:gd name="connsiteY5018" fmla="*/ 54098 h 459014"/>
                <a:gd name="connsiteX5019" fmla="*/ 49180 w 316391"/>
                <a:gd name="connsiteY5019" fmla="*/ 54098 h 459014"/>
                <a:gd name="connsiteX5020" fmla="*/ 47541 w 316391"/>
                <a:gd name="connsiteY5020" fmla="*/ 54098 h 459014"/>
                <a:gd name="connsiteX5021" fmla="*/ 47541 w 316391"/>
                <a:gd name="connsiteY5021" fmla="*/ 54098 h 459014"/>
                <a:gd name="connsiteX5022" fmla="*/ 47541 w 316391"/>
                <a:gd name="connsiteY5022" fmla="*/ 54098 h 459014"/>
                <a:gd name="connsiteX5023" fmla="*/ 47541 w 316391"/>
                <a:gd name="connsiteY5023" fmla="*/ 54098 h 459014"/>
                <a:gd name="connsiteX5024" fmla="*/ 47541 w 316391"/>
                <a:gd name="connsiteY5024" fmla="*/ 52459 h 459014"/>
                <a:gd name="connsiteX5025" fmla="*/ 47541 w 316391"/>
                <a:gd name="connsiteY5025" fmla="*/ 52459 h 459014"/>
                <a:gd name="connsiteX5026" fmla="*/ 47541 w 316391"/>
                <a:gd name="connsiteY5026" fmla="*/ 52459 h 459014"/>
                <a:gd name="connsiteX5027" fmla="*/ 49180 w 316391"/>
                <a:gd name="connsiteY5027" fmla="*/ 52459 h 459014"/>
                <a:gd name="connsiteX5028" fmla="*/ 49180 w 316391"/>
                <a:gd name="connsiteY5028" fmla="*/ 54098 h 459014"/>
                <a:gd name="connsiteX5029" fmla="*/ 49180 w 316391"/>
                <a:gd name="connsiteY5029" fmla="*/ 54098 h 459014"/>
                <a:gd name="connsiteX5030" fmla="*/ 49180 w 316391"/>
                <a:gd name="connsiteY5030" fmla="*/ 54098 h 459014"/>
                <a:gd name="connsiteX5031" fmla="*/ 49180 w 316391"/>
                <a:gd name="connsiteY5031" fmla="*/ 52459 h 459014"/>
                <a:gd name="connsiteX5032" fmla="*/ 49180 w 316391"/>
                <a:gd name="connsiteY5032" fmla="*/ 52459 h 459014"/>
                <a:gd name="connsiteX5033" fmla="*/ 49180 w 316391"/>
                <a:gd name="connsiteY5033" fmla="*/ 52459 h 459014"/>
                <a:gd name="connsiteX5034" fmla="*/ 49180 w 316391"/>
                <a:gd name="connsiteY5034" fmla="*/ 52459 h 459014"/>
                <a:gd name="connsiteX5035" fmla="*/ 49180 w 316391"/>
                <a:gd name="connsiteY5035" fmla="*/ 52459 h 459014"/>
                <a:gd name="connsiteX5036" fmla="*/ 49180 w 316391"/>
                <a:gd name="connsiteY5036" fmla="*/ 52459 h 459014"/>
                <a:gd name="connsiteX5037" fmla="*/ 49180 w 316391"/>
                <a:gd name="connsiteY5037" fmla="*/ 52459 h 459014"/>
                <a:gd name="connsiteX5038" fmla="*/ 49180 w 316391"/>
                <a:gd name="connsiteY5038" fmla="*/ 50820 h 459014"/>
                <a:gd name="connsiteX5039" fmla="*/ 49180 w 316391"/>
                <a:gd name="connsiteY5039" fmla="*/ 50820 h 459014"/>
                <a:gd name="connsiteX5040" fmla="*/ 50820 w 316391"/>
                <a:gd name="connsiteY5040" fmla="*/ 50820 h 459014"/>
                <a:gd name="connsiteX5041" fmla="*/ 50820 w 316391"/>
                <a:gd name="connsiteY5041" fmla="*/ 50820 h 459014"/>
                <a:gd name="connsiteX5042" fmla="*/ 50820 w 316391"/>
                <a:gd name="connsiteY5042" fmla="*/ 50820 h 459014"/>
                <a:gd name="connsiteX5043" fmla="*/ 50820 w 316391"/>
                <a:gd name="connsiteY5043" fmla="*/ 50820 h 459014"/>
                <a:gd name="connsiteX5044" fmla="*/ 50820 w 316391"/>
                <a:gd name="connsiteY5044" fmla="*/ 50820 h 459014"/>
                <a:gd name="connsiteX5045" fmla="*/ 52458 w 316391"/>
                <a:gd name="connsiteY5045" fmla="*/ 50820 h 459014"/>
                <a:gd name="connsiteX5046" fmla="*/ 52458 w 316391"/>
                <a:gd name="connsiteY5046" fmla="*/ 50820 h 459014"/>
                <a:gd name="connsiteX5047" fmla="*/ 52458 w 316391"/>
                <a:gd name="connsiteY5047" fmla="*/ 50820 h 459014"/>
                <a:gd name="connsiteX5048" fmla="*/ 52458 w 316391"/>
                <a:gd name="connsiteY5048" fmla="*/ 50820 h 459014"/>
                <a:gd name="connsiteX5049" fmla="*/ 52458 w 316391"/>
                <a:gd name="connsiteY5049" fmla="*/ 49180 h 459014"/>
                <a:gd name="connsiteX5050" fmla="*/ 52458 w 316391"/>
                <a:gd name="connsiteY5050" fmla="*/ 49180 h 459014"/>
                <a:gd name="connsiteX5051" fmla="*/ 52458 w 316391"/>
                <a:gd name="connsiteY5051" fmla="*/ 49180 h 459014"/>
                <a:gd name="connsiteX5052" fmla="*/ 52458 w 316391"/>
                <a:gd name="connsiteY5052" fmla="*/ 49180 h 459014"/>
                <a:gd name="connsiteX5053" fmla="*/ 54098 w 316391"/>
                <a:gd name="connsiteY5053" fmla="*/ 49180 h 459014"/>
                <a:gd name="connsiteX5054" fmla="*/ 54098 w 316391"/>
                <a:gd name="connsiteY5054" fmla="*/ 49180 h 459014"/>
                <a:gd name="connsiteX5055" fmla="*/ 54098 w 316391"/>
                <a:gd name="connsiteY5055" fmla="*/ 49180 h 459014"/>
                <a:gd name="connsiteX5056" fmla="*/ 54098 w 316391"/>
                <a:gd name="connsiteY5056" fmla="*/ 49180 h 459014"/>
                <a:gd name="connsiteX5057" fmla="*/ 55737 w 316391"/>
                <a:gd name="connsiteY5057" fmla="*/ 49180 h 459014"/>
                <a:gd name="connsiteX5058" fmla="*/ 55737 w 316391"/>
                <a:gd name="connsiteY5058" fmla="*/ 49180 h 459014"/>
                <a:gd name="connsiteX5059" fmla="*/ 55737 w 316391"/>
                <a:gd name="connsiteY5059" fmla="*/ 49180 h 459014"/>
                <a:gd name="connsiteX5060" fmla="*/ 55737 w 316391"/>
                <a:gd name="connsiteY5060" fmla="*/ 50820 h 459014"/>
                <a:gd name="connsiteX5061" fmla="*/ 55737 w 316391"/>
                <a:gd name="connsiteY5061" fmla="*/ 50820 h 459014"/>
                <a:gd name="connsiteX5062" fmla="*/ 55737 w 316391"/>
                <a:gd name="connsiteY5062" fmla="*/ 50820 h 459014"/>
                <a:gd name="connsiteX5063" fmla="*/ 55737 w 316391"/>
                <a:gd name="connsiteY5063" fmla="*/ 50820 h 459014"/>
                <a:gd name="connsiteX5064" fmla="*/ 57377 w 316391"/>
                <a:gd name="connsiteY5064" fmla="*/ 52459 h 459014"/>
                <a:gd name="connsiteX5065" fmla="*/ 57377 w 316391"/>
                <a:gd name="connsiteY5065" fmla="*/ 52459 h 459014"/>
                <a:gd name="connsiteX5066" fmla="*/ 57377 w 316391"/>
                <a:gd name="connsiteY5066" fmla="*/ 52459 h 459014"/>
                <a:gd name="connsiteX5067" fmla="*/ 57377 w 316391"/>
                <a:gd name="connsiteY5067" fmla="*/ 52459 h 459014"/>
                <a:gd name="connsiteX5068" fmla="*/ 57377 w 316391"/>
                <a:gd name="connsiteY5068" fmla="*/ 52459 h 459014"/>
                <a:gd name="connsiteX5069" fmla="*/ 59016 w 316391"/>
                <a:gd name="connsiteY5069" fmla="*/ 52459 h 459014"/>
                <a:gd name="connsiteX5070" fmla="*/ 59016 w 316391"/>
                <a:gd name="connsiteY5070" fmla="*/ 52459 h 459014"/>
                <a:gd name="connsiteX5071" fmla="*/ 59016 w 316391"/>
                <a:gd name="connsiteY5071" fmla="*/ 52459 h 459014"/>
                <a:gd name="connsiteX5072" fmla="*/ 59016 w 316391"/>
                <a:gd name="connsiteY5072" fmla="*/ 52459 h 459014"/>
                <a:gd name="connsiteX5073" fmla="*/ 59016 w 316391"/>
                <a:gd name="connsiteY5073" fmla="*/ 52459 h 459014"/>
                <a:gd name="connsiteX5074" fmla="*/ 59016 w 316391"/>
                <a:gd name="connsiteY5074" fmla="*/ 52459 h 459014"/>
                <a:gd name="connsiteX5075" fmla="*/ 59016 w 316391"/>
                <a:gd name="connsiteY5075" fmla="*/ 54098 h 459014"/>
                <a:gd name="connsiteX5076" fmla="*/ 59016 w 316391"/>
                <a:gd name="connsiteY5076" fmla="*/ 54098 h 459014"/>
                <a:gd name="connsiteX5077" fmla="*/ 59016 w 316391"/>
                <a:gd name="connsiteY5077" fmla="*/ 54098 h 459014"/>
                <a:gd name="connsiteX5078" fmla="*/ 59016 w 316391"/>
                <a:gd name="connsiteY5078" fmla="*/ 54098 h 459014"/>
                <a:gd name="connsiteX5079" fmla="*/ 59016 w 316391"/>
                <a:gd name="connsiteY5079" fmla="*/ 54098 h 459014"/>
                <a:gd name="connsiteX5080" fmla="*/ 59016 w 316391"/>
                <a:gd name="connsiteY5080" fmla="*/ 54098 h 459014"/>
                <a:gd name="connsiteX5081" fmla="*/ 59016 w 316391"/>
                <a:gd name="connsiteY5081" fmla="*/ 54098 h 459014"/>
                <a:gd name="connsiteX5082" fmla="*/ 59016 w 316391"/>
                <a:gd name="connsiteY5082" fmla="*/ 55737 h 459014"/>
                <a:gd name="connsiteX5083" fmla="*/ 59016 w 316391"/>
                <a:gd name="connsiteY5083" fmla="*/ 55737 h 459014"/>
                <a:gd name="connsiteX5084" fmla="*/ 60655 w 316391"/>
                <a:gd name="connsiteY5084" fmla="*/ 55737 h 459014"/>
                <a:gd name="connsiteX5085" fmla="*/ 60655 w 316391"/>
                <a:gd name="connsiteY5085" fmla="*/ 55737 h 459014"/>
                <a:gd name="connsiteX5086" fmla="*/ 60655 w 316391"/>
                <a:gd name="connsiteY5086" fmla="*/ 55737 h 459014"/>
                <a:gd name="connsiteX5087" fmla="*/ 60655 w 316391"/>
                <a:gd name="connsiteY5087" fmla="*/ 55737 h 459014"/>
                <a:gd name="connsiteX5088" fmla="*/ 60655 w 316391"/>
                <a:gd name="connsiteY5088" fmla="*/ 55737 h 459014"/>
                <a:gd name="connsiteX5089" fmla="*/ 60655 w 316391"/>
                <a:gd name="connsiteY5089" fmla="*/ 55737 h 459014"/>
                <a:gd name="connsiteX5090" fmla="*/ 60655 w 316391"/>
                <a:gd name="connsiteY5090" fmla="*/ 55737 h 459014"/>
                <a:gd name="connsiteX5091" fmla="*/ 60655 w 316391"/>
                <a:gd name="connsiteY5091" fmla="*/ 55737 h 459014"/>
                <a:gd name="connsiteX5092" fmla="*/ 60655 w 316391"/>
                <a:gd name="connsiteY5092" fmla="*/ 54098 h 459014"/>
                <a:gd name="connsiteX5093" fmla="*/ 60655 w 316391"/>
                <a:gd name="connsiteY5093" fmla="*/ 54098 h 459014"/>
                <a:gd name="connsiteX5094" fmla="*/ 60655 w 316391"/>
                <a:gd name="connsiteY5094" fmla="*/ 54098 h 459014"/>
                <a:gd name="connsiteX5095" fmla="*/ 62295 w 316391"/>
                <a:gd name="connsiteY5095" fmla="*/ 54098 h 459014"/>
                <a:gd name="connsiteX5096" fmla="*/ 62295 w 316391"/>
                <a:gd name="connsiteY5096" fmla="*/ 54098 h 459014"/>
                <a:gd name="connsiteX5097" fmla="*/ 62295 w 316391"/>
                <a:gd name="connsiteY5097" fmla="*/ 54098 h 459014"/>
                <a:gd name="connsiteX5098" fmla="*/ 62295 w 316391"/>
                <a:gd name="connsiteY5098" fmla="*/ 54098 h 459014"/>
                <a:gd name="connsiteX5099" fmla="*/ 62295 w 316391"/>
                <a:gd name="connsiteY5099" fmla="*/ 54098 h 459014"/>
                <a:gd name="connsiteX5100" fmla="*/ 62295 w 316391"/>
                <a:gd name="connsiteY5100" fmla="*/ 54098 h 459014"/>
                <a:gd name="connsiteX5101" fmla="*/ 62295 w 316391"/>
                <a:gd name="connsiteY5101" fmla="*/ 54098 h 459014"/>
                <a:gd name="connsiteX5102" fmla="*/ 62295 w 316391"/>
                <a:gd name="connsiteY5102" fmla="*/ 54098 h 459014"/>
                <a:gd name="connsiteX5103" fmla="*/ 62295 w 316391"/>
                <a:gd name="connsiteY5103" fmla="*/ 55737 h 459014"/>
                <a:gd name="connsiteX5104" fmla="*/ 62295 w 316391"/>
                <a:gd name="connsiteY5104" fmla="*/ 54098 h 459014"/>
                <a:gd name="connsiteX5105" fmla="*/ 62295 w 316391"/>
                <a:gd name="connsiteY5105" fmla="*/ 54098 h 459014"/>
                <a:gd name="connsiteX5106" fmla="*/ 62295 w 316391"/>
                <a:gd name="connsiteY5106" fmla="*/ 54098 h 459014"/>
                <a:gd name="connsiteX5107" fmla="*/ 62295 w 316391"/>
                <a:gd name="connsiteY5107" fmla="*/ 54098 h 459014"/>
                <a:gd name="connsiteX5108" fmla="*/ 62295 w 316391"/>
                <a:gd name="connsiteY5108" fmla="*/ 54098 h 459014"/>
                <a:gd name="connsiteX5109" fmla="*/ 62295 w 316391"/>
                <a:gd name="connsiteY5109" fmla="*/ 54098 h 459014"/>
                <a:gd name="connsiteX5110" fmla="*/ 62295 w 316391"/>
                <a:gd name="connsiteY5110" fmla="*/ 54098 h 459014"/>
                <a:gd name="connsiteX5111" fmla="*/ 62295 w 316391"/>
                <a:gd name="connsiteY5111" fmla="*/ 52459 h 459014"/>
                <a:gd name="connsiteX5112" fmla="*/ 62295 w 316391"/>
                <a:gd name="connsiteY5112" fmla="*/ 52459 h 459014"/>
                <a:gd name="connsiteX5113" fmla="*/ 60655 w 316391"/>
                <a:gd name="connsiteY5113" fmla="*/ 52459 h 459014"/>
                <a:gd name="connsiteX5114" fmla="*/ 60655 w 316391"/>
                <a:gd name="connsiteY5114" fmla="*/ 52459 h 459014"/>
                <a:gd name="connsiteX5115" fmla="*/ 60655 w 316391"/>
                <a:gd name="connsiteY5115" fmla="*/ 52459 h 459014"/>
                <a:gd name="connsiteX5116" fmla="*/ 60655 w 316391"/>
                <a:gd name="connsiteY5116" fmla="*/ 52459 h 459014"/>
                <a:gd name="connsiteX5117" fmla="*/ 60655 w 316391"/>
                <a:gd name="connsiteY5117" fmla="*/ 52459 h 459014"/>
                <a:gd name="connsiteX5118" fmla="*/ 60655 w 316391"/>
                <a:gd name="connsiteY5118" fmla="*/ 52459 h 459014"/>
                <a:gd name="connsiteX5119" fmla="*/ 60655 w 316391"/>
                <a:gd name="connsiteY5119" fmla="*/ 50820 h 459014"/>
                <a:gd name="connsiteX5120" fmla="*/ 60655 w 316391"/>
                <a:gd name="connsiteY5120" fmla="*/ 50820 h 459014"/>
                <a:gd name="connsiteX5121" fmla="*/ 60655 w 316391"/>
                <a:gd name="connsiteY5121" fmla="*/ 50820 h 459014"/>
                <a:gd name="connsiteX5122" fmla="*/ 60655 w 316391"/>
                <a:gd name="connsiteY5122" fmla="*/ 50820 h 459014"/>
                <a:gd name="connsiteX5123" fmla="*/ 60655 w 316391"/>
                <a:gd name="connsiteY5123" fmla="*/ 50820 h 459014"/>
                <a:gd name="connsiteX5124" fmla="*/ 60655 w 316391"/>
                <a:gd name="connsiteY5124" fmla="*/ 50820 h 459014"/>
                <a:gd name="connsiteX5125" fmla="*/ 60655 w 316391"/>
                <a:gd name="connsiteY5125" fmla="*/ 50820 h 459014"/>
                <a:gd name="connsiteX5126" fmla="*/ 60655 w 316391"/>
                <a:gd name="connsiteY5126" fmla="*/ 50820 h 459014"/>
                <a:gd name="connsiteX5127" fmla="*/ 60655 w 316391"/>
                <a:gd name="connsiteY5127" fmla="*/ 49180 h 459014"/>
                <a:gd name="connsiteX5128" fmla="*/ 60655 w 316391"/>
                <a:gd name="connsiteY5128" fmla="*/ 49180 h 459014"/>
                <a:gd name="connsiteX5129" fmla="*/ 59016 w 316391"/>
                <a:gd name="connsiteY5129" fmla="*/ 49180 h 459014"/>
                <a:gd name="connsiteX5130" fmla="*/ 59016 w 316391"/>
                <a:gd name="connsiteY5130" fmla="*/ 49180 h 459014"/>
                <a:gd name="connsiteX5131" fmla="*/ 59016 w 316391"/>
                <a:gd name="connsiteY5131" fmla="*/ 49180 h 459014"/>
                <a:gd name="connsiteX5132" fmla="*/ 59016 w 316391"/>
                <a:gd name="connsiteY5132" fmla="*/ 49180 h 459014"/>
                <a:gd name="connsiteX5133" fmla="*/ 59016 w 316391"/>
                <a:gd name="connsiteY5133" fmla="*/ 49180 h 459014"/>
                <a:gd name="connsiteX5134" fmla="*/ 59016 w 316391"/>
                <a:gd name="connsiteY5134" fmla="*/ 49180 h 459014"/>
                <a:gd name="connsiteX5135" fmla="*/ 59016 w 316391"/>
                <a:gd name="connsiteY5135" fmla="*/ 49180 h 459014"/>
                <a:gd name="connsiteX5136" fmla="*/ 59016 w 316391"/>
                <a:gd name="connsiteY5136" fmla="*/ 49180 h 459014"/>
                <a:gd name="connsiteX5137" fmla="*/ 57377 w 316391"/>
                <a:gd name="connsiteY5137" fmla="*/ 49180 h 459014"/>
                <a:gd name="connsiteX5138" fmla="*/ 57377 w 316391"/>
                <a:gd name="connsiteY5138" fmla="*/ 49180 h 459014"/>
                <a:gd name="connsiteX5139" fmla="*/ 57377 w 316391"/>
                <a:gd name="connsiteY5139" fmla="*/ 49180 h 459014"/>
                <a:gd name="connsiteX5140" fmla="*/ 57377 w 316391"/>
                <a:gd name="connsiteY5140" fmla="*/ 49180 h 459014"/>
                <a:gd name="connsiteX5141" fmla="*/ 57377 w 316391"/>
                <a:gd name="connsiteY5141" fmla="*/ 49180 h 459014"/>
                <a:gd name="connsiteX5142" fmla="*/ 57377 w 316391"/>
                <a:gd name="connsiteY5142" fmla="*/ 49180 h 459014"/>
                <a:gd name="connsiteX5143" fmla="*/ 57377 w 316391"/>
                <a:gd name="connsiteY5143" fmla="*/ 49180 h 459014"/>
                <a:gd name="connsiteX5144" fmla="*/ 57377 w 316391"/>
                <a:gd name="connsiteY5144" fmla="*/ 49180 h 459014"/>
                <a:gd name="connsiteX5145" fmla="*/ 57377 w 316391"/>
                <a:gd name="connsiteY5145" fmla="*/ 49180 h 459014"/>
                <a:gd name="connsiteX5146" fmla="*/ 57377 w 316391"/>
                <a:gd name="connsiteY5146" fmla="*/ 49180 h 459014"/>
                <a:gd name="connsiteX5147" fmla="*/ 57377 w 316391"/>
                <a:gd name="connsiteY5147" fmla="*/ 49180 h 459014"/>
                <a:gd name="connsiteX5148" fmla="*/ 59016 w 316391"/>
                <a:gd name="connsiteY5148" fmla="*/ 49180 h 459014"/>
                <a:gd name="connsiteX5149" fmla="*/ 59016 w 316391"/>
                <a:gd name="connsiteY5149" fmla="*/ 49180 h 459014"/>
                <a:gd name="connsiteX5150" fmla="*/ 59016 w 316391"/>
                <a:gd name="connsiteY5150" fmla="*/ 49180 h 459014"/>
                <a:gd name="connsiteX5151" fmla="*/ 59016 w 316391"/>
                <a:gd name="connsiteY5151" fmla="*/ 47541 h 459014"/>
                <a:gd name="connsiteX5152" fmla="*/ 59016 w 316391"/>
                <a:gd name="connsiteY5152" fmla="*/ 47541 h 459014"/>
                <a:gd name="connsiteX5153" fmla="*/ 59016 w 316391"/>
                <a:gd name="connsiteY5153" fmla="*/ 47541 h 459014"/>
                <a:gd name="connsiteX5154" fmla="*/ 59016 w 316391"/>
                <a:gd name="connsiteY5154" fmla="*/ 47541 h 459014"/>
                <a:gd name="connsiteX5155" fmla="*/ 59016 w 316391"/>
                <a:gd name="connsiteY5155" fmla="*/ 47541 h 459014"/>
                <a:gd name="connsiteX5156" fmla="*/ 59016 w 316391"/>
                <a:gd name="connsiteY5156" fmla="*/ 47541 h 459014"/>
                <a:gd name="connsiteX5157" fmla="*/ 59016 w 316391"/>
                <a:gd name="connsiteY5157" fmla="*/ 45901 h 459014"/>
                <a:gd name="connsiteX5158" fmla="*/ 59016 w 316391"/>
                <a:gd name="connsiteY5158" fmla="*/ 45901 h 459014"/>
                <a:gd name="connsiteX5159" fmla="*/ 57377 w 316391"/>
                <a:gd name="connsiteY5159" fmla="*/ 45901 h 459014"/>
                <a:gd name="connsiteX5160" fmla="*/ 57377 w 316391"/>
                <a:gd name="connsiteY5160" fmla="*/ 45901 h 459014"/>
                <a:gd name="connsiteX5161" fmla="*/ 57377 w 316391"/>
                <a:gd name="connsiteY5161" fmla="*/ 45901 h 459014"/>
                <a:gd name="connsiteX5162" fmla="*/ 55737 w 316391"/>
                <a:gd name="connsiteY5162" fmla="*/ 44262 h 459014"/>
                <a:gd name="connsiteX5163" fmla="*/ 55737 w 316391"/>
                <a:gd name="connsiteY5163" fmla="*/ 44262 h 459014"/>
                <a:gd name="connsiteX5164" fmla="*/ 55737 w 316391"/>
                <a:gd name="connsiteY5164" fmla="*/ 44262 h 459014"/>
                <a:gd name="connsiteX5165" fmla="*/ 55737 w 316391"/>
                <a:gd name="connsiteY5165" fmla="*/ 44262 h 459014"/>
                <a:gd name="connsiteX5166" fmla="*/ 55737 w 316391"/>
                <a:gd name="connsiteY5166" fmla="*/ 44262 h 459014"/>
                <a:gd name="connsiteX5167" fmla="*/ 55737 w 316391"/>
                <a:gd name="connsiteY5167" fmla="*/ 44262 h 459014"/>
                <a:gd name="connsiteX5168" fmla="*/ 55737 w 316391"/>
                <a:gd name="connsiteY5168" fmla="*/ 44262 h 459014"/>
                <a:gd name="connsiteX5169" fmla="*/ 55737 w 316391"/>
                <a:gd name="connsiteY5169" fmla="*/ 44262 h 459014"/>
                <a:gd name="connsiteX5170" fmla="*/ 55737 w 316391"/>
                <a:gd name="connsiteY5170" fmla="*/ 44262 h 459014"/>
                <a:gd name="connsiteX5171" fmla="*/ 55737 w 316391"/>
                <a:gd name="connsiteY5171" fmla="*/ 44262 h 459014"/>
                <a:gd name="connsiteX5172" fmla="*/ 55737 w 316391"/>
                <a:gd name="connsiteY5172" fmla="*/ 44262 h 459014"/>
                <a:gd name="connsiteX5173" fmla="*/ 55737 w 316391"/>
                <a:gd name="connsiteY5173" fmla="*/ 42623 h 459014"/>
                <a:gd name="connsiteX5174" fmla="*/ 55737 w 316391"/>
                <a:gd name="connsiteY5174" fmla="*/ 42623 h 459014"/>
                <a:gd name="connsiteX5175" fmla="*/ 55737 w 316391"/>
                <a:gd name="connsiteY5175" fmla="*/ 42623 h 459014"/>
                <a:gd name="connsiteX5176" fmla="*/ 55737 w 316391"/>
                <a:gd name="connsiteY5176" fmla="*/ 42623 h 459014"/>
                <a:gd name="connsiteX5177" fmla="*/ 57377 w 316391"/>
                <a:gd name="connsiteY5177" fmla="*/ 42623 h 459014"/>
                <a:gd name="connsiteX5178" fmla="*/ 57377 w 316391"/>
                <a:gd name="connsiteY5178" fmla="*/ 42623 h 459014"/>
                <a:gd name="connsiteX5179" fmla="*/ 57377 w 316391"/>
                <a:gd name="connsiteY5179" fmla="*/ 42623 h 459014"/>
                <a:gd name="connsiteX5180" fmla="*/ 57377 w 316391"/>
                <a:gd name="connsiteY5180" fmla="*/ 42623 h 459014"/>
                <a:gd name="connsiteX5181" fmla="*/ 57377 w 316391"/>
                <a:gd name="connsiteY5181" fmla="*/ 42623 h 459014"/>
                <a:gd name="connsiteX5182" fmla="*/ 57377 w 316391"/>
                <a:gd name="connsiteY5182" fmla="*/ 42623 h 459014"/>
                <a:gd name="connsiteX5183" fmla="*/ 57377 w 316391"/>
                <a:gd name="connsiteY5183" fmla="*/ 42623 h 459014"/>
                <a:gd name="connsiteX5184" fmla="*/ 57377 w 316391"/>
                <a:gd name="connsiteY5184" fmla="*/ 42623 h 459014"/>
                <a:gd name="connsiteX5185" fmla="*/ 57377 w 316391"/>
                <a:gd name="connsiteY5185" fmla="*/ 42623 h 459014"/>
                <a:gd name="connsiteX5186" fmla="*/ 59016 w 316391"/>
                <a:gd name="connsiteY5186" fmla="*/ 42623 h 459014"/>
                <a:gd name="connsiteX5187" fmla="*/ 59016 w 316391"/>
                <a:gd name="connsiteY5187" fmla="*/ 42623 h 459014"/>
                <a:gd name="connsiteX5188" fmla="*/ 59016 w 316391"/>
                <a:gd name="connsiteY5188" fmla="*/ 42623 h 459014"/>
                <a:gd name="connsiteX5189" fmla="*/ 60655 w 316391"/>
                <a:gd name="connsiteY5189" fmla="*/ 44262 h 459014"/>
                <a:gd name="connsiteX5190" fmla="*/ 60655 w 316391"/>
                <a:gd name="connsiteY5190" fmla="*/ 44262 h 459014"/>
                <a:gd name="connsiteX5191" fmla="*/ 60655 w 316391"/>
                <a:gd name="connsiteY5191" fmla="*/ 44262 h 459014"/>
                <a:gd name="connsiteX5192" fmla="*/ 60655 w 316391"/>
                <a:gd name="connsiteY5192" fmla="*/ 44262 h 459014"/>
                <a:gd name="connsiteX5193" fmla="*/ 60655 w 316391"/>
                <a:gd name="connsiteY5193" fmla="*/ 44262 h 459014"/>
                <a:gd name="connsiteX5194" fmla="*/ 60655 w 316391"/>
                <a:gd name="connsiteY5194" fmla="*/ 44262 h 459014"/>
                <a:gd name="connsiteX5195" fmla="*/ 60655 w 316391"/>
                <a:gd name="connsiteY5195" fmla="*/ 44262 h 459014"/>
                <a:gd name="connsiteX5196" fmla="*/ 60655 w 316391"/>
                <a:gd name="connsiteY5196" fmla="*/ 44262 h 459014"/>
                <a:gd name="connsiteX5197" fmla="*/ 62295 w 316391"/>
                <a:gd name="connsiteY5197" fmla="*/ 45901 h 459014"/>
                <a:gd name="connsiteX5198" fmla="*/ 62295 w 316391"/>
                <a:gd name="connsiteY5198" fmla="*/ 45901 h 459014"/>
                <a:gd name="connsiteX5199" fmla="*/ 62295 w 316391"/>
                <a:gd name="connsiteY5199" fmla="*/ 45901 h 459014"/>
                <a:gd name="connsiteX5200" fmla="*/ 62295 w 316391"/>
                <a:gd name="connsiteY5200" fmla="*/ 45901 h 459014"/>
                <a:gd name="connsiteX5201" fmla="*/ 62295 w 316391"/>
                <a:gd name="connsiteY5201" fmla="*/ 45901 h 459014"/>
                <a:gd name="connsiteX5202" fmla="*/ 62295 w 316391"/>
                <a:gd name="connsiteY5202" fmla="*/ 44262 h 459014"/>
                <a:gd name="connsiteX5203" fmla="*/ 62295 w 316391"/>
                <a:gd name="connsiteY5203" fmla="*/ 44262 h 459014"/>
                <a:gd name="connsiteX5204" fmla="*/ 62295 w 316391"/>
                <a:gd name="connsiteY5204" fmla="*/ 44262 h 459014"/>
                <a:gd name="connsiteX5205" fmla="*/ 62295 w 316391"/>
                <a:gd name="connsiteY5205" fmla="*/ 44262 h 459014"/>
                <a:gd name="connsiteX5206" fmla="*/ 62295 w 316391"/>
                <a:gd name="connsiteY5206" fmla="*/ 42623 h 459014"/>
                <a:gd name="connsiteX5207" fmla="*/ 62295 w 316391"/>
                <a:gd name="connsiteY5207" fmla="*/ 42623 h 459014"/>
                <a:gd name="connsiteX5208" fmla="*/ 60655 w 316391"/>
                <a:gd name="connsiteY5208" fmla="*/ 42623 h 459014"/>
                <a:gd name="connsiteX5209" fmla="*/ 60655 w 316391"/>
                <a:gd name="connsiteY5209" fmla="*/ 42623 h 459014"/>
                <a:gd name="connsiteX5210" fmla="*/ 60655 w 316391"/>
                <a:gd name="connsiteY5210" fmla="*/ 42623 h 459014"/>
                <a:gd name="connsiteX5211" fmla="*/ 60655 w 316391"/>
                <a:gd name="connsiteY5211" fmla="*/ 42623 h 459014"/>
                <a:gd name="connsiteX5212" fmla="*/ 60655 w 316391"/>
                <a:gd name="connsiteY5212" fmla="*/ 42623 h 459014"/>
                <a:gd name="connsiteX5213" fmla="*/ 60655 w 316391"/>
                <a:gd name="connsiteY5213" fmla="*/ 42623 h 459014"/>
                <a:gd name="connsiteX5214" fmla="*/ 62295 w 316391"/>
                <a:gd name="connsiteY5214" fmla="*/ 42623 h 459014"/>
                <a:gd name="connsiteX5215" fmla="*/ 62295 w 316391"/>
                <a:gd name="connsiteY5215" fmla="*/ 42623 h 459014"/>
                <a:gd name="connsiteX5216" fmla="*/ 62295 w 316391"/>
                <a:gd name="connsiteY5216" fmla="*/ 42623 h 459014"/>
                <a:gd name="connsiteX5217" fmla="*/ 62295 w 316391"/>
                <a:gd name="connsiteY5217" fmla="*/ 42623 h 459014"/>
                <a:gd name="connsiteX5218" fmla="*/ 62295 w 316391"/>
                <a:gd name="connsiteY5218" fmla="*/ 44262 h 459014"/>
                <a:gd name="connsiteX5219" fmla="*/ 62295 w 316391"/>
                <a:gd name="connsiteY5219" fmla="*/ 44262 h 459014"/>
                <a:gd name="connsiteX5220" fmla="*/ 62295 w 316391"/>
                <a:gd name="connsiteY5220" fmla="*/ 44262 h 459014"/>
                <a:gd name="connsiteX5221" fmla="*/ 62295 w 316391"/>
                <a:gd name="connsiteY5221" fmla="*/ 44262 h 459014"/>
                <a:gd name="connsiteX5222" fmla="*/ 63934 w 316391"/>
                <a:gd name="connsiteY5222" fmla="*/ 44262 h 459014"/>
                <a:gd name="connsiteX5223" fmla="*/ 63934 w 316391"/>
                <a:gd name="connsiteY5223" fmla="*/ 44262 h 459014"/>
                <a:gd name="connsiteX5224" fmla="*/ 63934 w 316391"/>
                <a:gd name="connsiteY5224" fmla="*/ 44262 h 459014"/>
                <a:gd name="connsiteX5225" fmla="*/ 63934 w 316391"/>
                <a:gd name="connsiteY5225" fmla="*/ 44262 h 459014"/>
                <a:gd name="connsiteX5226" fmla="*/ 63934 w 316391"/>
                <a:gd name="connsiteY5226" fmla="*/ 44262 h 459014"/>
                <a:gd name="connsiteX5227" fmla="*/ 63934 w 316391"/>
                <a:gd name="connsiteY5227" fmla="*/ 44262 h 459014"/>
                <a:gd name="connsiteX5228" fmla="*/ 63934 w 316391"/>
                <a:gd name="connsiteY5228" fmla="*/ 44262 h 459014"/>
                <a:gd name="connsiteX5229" fmla="*/ 62295 w 316391"/>
                <a:gd name="connsiteY5229" fmla="*/ 42623 h 459014"/>
                <a:gd name="connsiteX5230" fmla="*/ 62295 w 316391"/>
                <a:gd name="connsiteY5230" fmla="*/ 42623 h 459014"/>
                <a:gd name="connsiteX5231" fmla="*/ 62295 w 316391"/>
                <a:gd name="connsiteY5231" fmla="*/ 42623 h 459014"/>
                <a:gd name="connsiteX5232" fmla="*/ 62295 w 316391"/>
                <a:gd name="connsiteY5232" fmla="*/ 42623 h 459014"/>
                <a:gd name="connsiteX5233" fmla="*/ 62295 w 316391"/>
                <a:gd name="connsiteY5233" fmla="*/ 42623 h 459014"/>
                <a:gd name="connsiteX5234" fmla="*/ 62295 w 316391"/>
                <a:gd name="connsiteY5234" fmla="*/ 42623 h 459014"/>
                <a:gd name="connsiteX5235" fmla="*/ 62295 w 316391"/>
                <a:gd name="connsiteY5235" fmla="*/ 42623 h 459014"/>
                <a:gd name="connsiteX5236" fmla="*/ 62295 w 316391"/>
                <a:gd name="connsiteY5236" fmla="*/ 42623 h 459014"/>
                <a:gd name="connsiteX5237" fmla="*/ 62295 w 316391"/>
                <a:gd name="connsiteY5237" fmla="*/ 40983 h 459014"/>
                <a:gd name="connsiteX5238" fmla="*/ 62295 w 316391"/>
                <a:gd name="connsiteY5238" fmla="*/ 42623 h 459014"/>
                <a:gd name="connsiteX5239" fmla="*/ 62295 w 316391"/>
                <a:gd name="connsiteY5239" fmla="*/ 42623 h 459014"/>
                <a:gd name="connsiteX5240" fmla="*/ 62295 w 316391"/>
                <a:gd name="connsiteY5240" fmla="*/ 42623 h 459014"/>
                <a:gd name="connsiteX5241" fmla="*/ 63934 w 316391"/>
                <a:gd name="connsiteY5241" fmla="*/ 42623 h 459014"/>
                <a:gd name="connsiteX5242" fmla="*/ 63934 w 316391"/>
                <a:gd name="connsiteY5242" fmla="*/ 42623 h 459014"/>
                <a:gd name="connsiteX5243" fmla="*/ 63934 w 316391"/>
                <a:gd name="connsiteY5243" fmla="*/ 42623 h 459014"/>
                <a:gd name="connsiteX5244" fmla="*/ 63934 w 316391"/>
                <a:gd name="connsiteY5244" fmla="*/ 42623 h 459014"/>
                <a:gd name="connsiteX5245" fmla="*/ 63934 w 316391"/>
                <a:gd name="connsiteY5245" fmla="*/ 42623 h 459014"/>
                <a:gd name="connsiteX5246" fmla="*/ 63934 w 316391"/>
                <a:gd name="connsiteY5246" fmla="*/ 42623 h 459014"/>
                <a:gd name="connsiteX5247" fmla="*/ 63934 w 316391"/>
                <a:gd name="connsiteY5247" fmla="*/ 42623 h 459014"/>
                <a:gd name="connsiteX5248" fmla="*/ 63934 w 316391"/>
                <a:gd name="connsiteY5248" fmla="*/ 42623 h 459014"/>
                <a:gd name="connsiteX5249" fmla="*/ 63934 w 316391"/>
                <a:gd name="connsiteY5249" fmla="*/ 42623 h 459014"/>
                <a:gd name="connsiteX5250" fmla="*/ 63934 w 316391"/>
                <a:gd name="connsiteY5250" fmla="*/ 40983 h 459014"/>
                <a:gd name="connsiteX5251" fmla="*/ 63934 w 316391"/>
                <a:gd name="connsiteY5251" fmla="*/ 40983 h 459014"/>
                <a:gd name="connsiteX5252" fmla="*/ 63934 w 316391"/>
                <a:gd name="connsiteY5252" fmla="*/ 40983 h 459014"/>
                <a:gd name="connsiteX5253" fmla="*/ 63934 w 316391"/>
                <a:gd name="connsiteY5253" fmla="*/ 40983 h 459014"/>
                <a:gd name="connsiteX5254" fmla="*/ 63934 w 316391"/>
                <a:gd name="connsiteY5254" fmla="*/ 40983 h 459014"/>
                <a:gd name="connsiteX5255" fmla="*/ 63934 w 316391"/>
                <a:gd name="connsiteY5255" fmla="*/ 42623 h 459014"/>
                <a:gd name="connsiteX5256" fmla="*/ 63934 w 316391"/>
                <a:gd name="connsiteY5256" fmla="*/ 42623 h 459014"/>
                <a:gd name="connsiteX5257" fmla="*/ 63934 w 316391"/>
                <a:gd name="connsiteY5257" fmla="*/ 42623 h 459014"/>
                <a:gd name="connsiteX5258" fmla="*/ 65573 w 316391"/>
                <a:gd name="connsiteY5258" fmla="*/ 42623 h 459014"/>
                <a:gd name="connsiteX5259" fmla="*/ 65573 w 316391"/>
                <a:gd name="connsiteY5259" fmla="*/ 42623 h 459014"/>
                <a:gd name="connsiteX5260" fmla="*/ 65573 w 316391"/>
                <a:gd name="connsiteY5260" fmla="*/ 42623 h 459014"/>
                <a:gd name="connsiteX5261" fmla="*/ 65573 w 316391"/>
                <a:gd name="connsiteY5261" fmla="*/ 42623 h 459014"/>
                <a:gd name="connsiteX5262" fmla="*/ 65573 w 316391"/>
                <a:gd name="connsiteY5262" fmla="*/ 42623 h 459014"/>
                <a:gd name="connsiteX5263" fmla="*/ 65573 w 316391"/>
                <a:gd name="connsiteY5263" fmla="*/ 44262 h 459014"/>
                <a:gd name="connsiteX5264" fmla="*/ 65573 w 316391"/>
                <a:gd name="connsiteY5264" fmla="*/ 44262 h 459014"/>
                <a:gd name="connsiteX5265" fmla="*/ 65573 w 316391"/>
                <a:gd name="connsiteY5265" fmla="*/ 44262 h 459014"/>
                <a:gd name="connsiteX5266" fmla="*/ 65573 w 316391"/>
                <a:gd name="connsiteY5266" fmla="*/ 44262 h 459014"/>
                <a:gd name="connsiteX5267" fmla="*/ 65573 w 316391"/>
                <a:gd name="connsiteY5267" fmla="*/ 44262 h 459014"/>
                <a:gd name="connsiteX5268" fmla="*/ 65573 w 316391"/>
                <a:gd name="connsiteY5268" fmla="*/ 44262 h 459014"/>
                <a:gd name="connsiteX5269" fmla="*/ 65573 w 316391"/>
                <a:gd name="connsiteY5269" fmla="*/ 44262 h 459014"/>
                <a:gd name="connsiteX5270" fmla="*/ 65573 w 316391"/>
                <a:gd name="connsiteY5270" fmla="*/ 44262 h 459014"/>
                <a:gd name="connsiteX5271" fmla="*/ 65573 w 316391"/>
                <a:gd name="connsiteY5271" fmla="*/ 42623 h 459014"/>
                <a:gd name="connsiteX5272" fmla="*/ 65573 w 316391"/>
                <a:gd name="connsiteY5272" fmla="*/ 42623 h 459014"/>
                <a:gd name="connsiteX5273" fmla="*/ 65573 w 316391"/>
                <a:gd name="connsiteY5273" fmla="*/ 42623 h 459014"/>
                <a:gd name="connsiteX5274" fmla="*/ 65573 w 316391"/>
                <a:gd name="connsiteY5274" fmla="*/ 42623 h 459014"/>
                <a:gd name="connsiteX5275" fmla="*/ 65573 w 316391"/>
                <a:gd name="connsiteY5275" fmla="*/ 42623 h 459014"/>
                <a:gd name="connsiteX5276" fmla="*/ 65573 w 316391"/>
                <a:gd name="connsiteY5276" fmla="*/ 42623 h 459014"/>
                <a:gd name="connsiteX5277" fmla="*/ 65573 w 316391"/>
                <a:gd name="connsiteY5277" fmla="*/ 42623 h 459014"/>
                <a:gd name="connsiteX5278" fmla="*/ 65573 w 316391"/>
                <a:gd name="connsiteY5278" fmla="*/ 42623 h 459014"/>
                <a:gd name="connsiteX5279" fmla="*/ 65573 w 316391"/>
                <a:gd name="connsiteY5279" fmla="*/ 40983 h 459014"/>
                <a:gd name="connsiteX5280" fmla="*/ 65573 w 316391"/>
                <a:gd name="connsiteY5280" fmla="*/ 40983 h 459014"/>
                <a:gd name="connsiteX5281" fmla="*/ 65573 w 316391"/>
                <a:gd name="connsiteY5281" fmla="*/ 40983 h 459014"/>
                <a:gd name="connsiteX5282" fmla="*/ 65573 w 316391"/>
                <a:gd name="connsiteY5282" fmla="*/ 40983 h 459014"/>
                <a:gd name="connsiteX5283" fmla="*/ 65573 w 316391"/>
                <a:gd name="connsiteY5283" fmla="*/ 40983 h 459014"/>
                <a:gd name="connsiteX5284" fmla="*/ 67213 w 316391"/>
                <a:gd name="connsiteY5284" fmla="*/ 40983 h 459014"/>
                <a:gd name="connsiteX5285" fmla="*/ 67213 w 316391"/>
                <a:gd name="connsiteY5285" fmla="*/ 40983 h 459014"/>
                <a:gd name="connsiteX5286" fmla="*/ 67213 w 316391"/>
                <a:gd name="connsiteY5286" fmla="*/ 40983 h 459014"/>
                <a:gd name="connsiteX5287" fmla="*/ 67213 w 316391"/>
                <a:gd name="connsiteY5287" fmla="*/ 40983 h 459014"/>
                <a:gd name="connsiteX5288" fmla="*/ 67213 w 316391"/>
                <a:gd name="connsiteY5288" fmla="*/ 40983 h 459014"/>
                <a:gd name="connsiteX5289" fmla="*/ 67213 w 316391"/>
                <a:gd name="connsiteY5289" fmla="*/ 40983 h 459014"/>
                <a:gd name="connsiteX5290" fmla="*/ 67213 w 316391"/>
                <a:gd name="connsiteY5290" fmla="*/ 40983 h 459014"/>
                <a:gd name="connsiteX5291" fmla="*/ 68852 w 316391"/>
                <a:gd name="connsiteY5291" fmla="*/ 40983 h 459014"/>
                <a:gd name="connsiteX5292" fmla="*/ 68852 w 316391"/>
                <a:gd name="connsiteY5292" fmla="*/ 39344 h 459014"/>
                <a:gd name="connsiteX5293" fmla="*/ 68852 w 316391"/>
                <a:gd name="connsiteY5293" fmla="*/ 39344 h 459014"/>
                <a:gd name="connsiteX5294" fmla="*/ 68852 w 316391"/>
                <a:gd name="connsiteY5294" fmla="*/ 39344 h 459014"/>
                <a:gd name="connsiteX5295" fmla="*/ 68852 w 316391"/>
                <a:gd name="connsiteY5295" fmla="*/ 39344 h 459014"/>
                <a:gd name="connsiteX5296" fmla="*/ 68852 w 316391"/>
                <a:gd name="connsiteY5296" fmla="*/ 39344 h 459014"/>
                <a:gd name="connsiteX5297" fmla="*/ 68852 w 316391"/>
                <a:gd name="connsiteY5297" fmla="*/ 39344 h 459014"/>
                <a:gd name="connsiteX5298" fmla="*/ 68852 w 316391"/>
                <a:gd name="connsiteY5298" fmla="*/ 39344 h 459014"/>
                <a:gd name="connsiteX5299" fmla="*/ 68852 w 316391"/>
                <a:gd name="connsiteY5299" fmla="*/ 39344 h 459014"/>
                <a:gd name="connsiteX5300" fmla="*/ 70491 w 316391"/>
                <a:gd name="connsiteY5300" fmla="*/ 39344 h 459014"/>
                <a:gd name="connsiteX5301" fmla="*/ 70491 w 316391"/>
                <a:gd name="connsiteY5301" fmla="*/ 39344 h 459014"/>
                <a:gd name="connsiteX5302" fmla="*/ 70491 w 316391"/>
                <a:gd name="connsiteY5302" fmla="*/ 40983 h 459014"/>
                <a:gd name="connsiteX5303" fmla="*/ 70491 w 316391"/>
                <a:gd name="connsiteY5303" fmla="*/ 40983 h 459014"/>
                <a:gd name="connsiteX5304" fmla="*/ 70491 w 316391"/>
                <a:gd name="connsiteY5304" fmla="*/ 40983 h 459014"/>
                <a:gd name="connsiteX5305" fmla="*/ 70491 w 316391"/>
                <a:gd name="connsiteY5305" fmla="*/ 40983 h 459014"/>
                <a:gd name="connsiteX5306" fmla="*/ 70491 w 316391"/>
                <a:gd name="connsiteY5306" fmla="*/ 40983 h 459014"/>
                <a:gd name="connsiteX5307" fmla="*/ 70491 w 316391"/>
                <a:gd name="connsiteY5307" fmla="*/ 40983 h 459014"/>
                <a:gd name="connsiteX5308" fmla="*/ 72131 w 316391"/>
                <a:gd name="connsiteY5308" fmla="*/ 40983 h 459014"/>
                <a:gd name="connsiteX5309" fmla="*/ 72131 w 316391"/>
                <a:gd name="connsiteY5309" fmla="*/ 40983 h 459014"/>
                <a:gd name="connsiteX5310" fmla="*/ 72131 w 316391"/>
                <a:gd name="connsiteY5310" fmla="*/ 40983 h 459014"/>
                <a:gd name="connsiteX5311" fmla="*/ 72131 w 316391"/>
                <a:gd name="connsiteY5311" fmla="*/ 40983 h 459014"/>
                <a:gd name="connsiteX5312" fmla="*/ 72131 w 316391"/>
                <a:gd name="connsiteY5312" fmla="*/ 40983 h 459014"/>
                <a:gd name="connsiteX5313" fmla="*/ 72131 w 316391"/>
                <a:gd name="connsiteY5313" fmla="*/ 39344 h 459014"/>
                <a:gd name="connsiteX5314" fmla="*/ 72131 w 316391"/>
                <a:gd name="connsiteY5314" fmla="*/ 39344 h 459014"/>
                <a:gd name="connsiteX5315" fmla="*/ 70491 w 316391"/>
                <a:gd name="connsiteY5315" fmla="*/ 39344 h 459014"/>
                <a:gd name="connsiteX5316" fmla="*/ 70491 w 316391"/>
                <a:gd name="connsiteY5316" fmla="*/ 39344 h 459014"/>
                <a:gd name="connsiteX5317" fmla="*/ 70491 w 316391"/>
                <a:gd name="connsiteY5317" fmla="*/ 39344 h 459014"/>
                <a:gd name="connsiteX5318" fmla="*/ 70491 w 316391"/>
                <a:gd name="connsiteY5318" fmla="*/ 37705 h 459014"/>
                <a:gd name="connsiteX5319" fmla="*/ 70491 w 316391"/>
                <a:gd name="connsiteY5319" fmla="*/ 37705 h 459014"/>
                <a:gd name="connsiteX5320" fmla="*/ 70491 w 316391"/>
                <a:gd name="connsiteY5320" fmla="*/ 37705 h 459014"/>
                <a:gd name="connsiteX5321" fmla="*/ 70491 w 316391"/>
                <a:gd name="connsiteY5321" fmla="*/ 37705 h 459014"/>
                <a:gd name="connsiteX5322" fmla="*/ 70491 w 316391"/>
                <a:gd name="connsiteY5322" fmla="*/ 37705 h 459014"/>
                <a:gd name="connsiteX5323" fmla="*/ 68852 w 316391"/>
                <a:gd name="connsiteY5323" fmla="*/ 37705 h 459014"/>
                <a:gd name="connsiteX5324" fmla="*/ 68852 w 316391"/>
                <a:gd name="connsiteY5324" fmla="*/ 37705 h 459014"/>
                <a:gd name="connsiteX5325" fmla="*/ 68852 w 316391"/>
                <a:gd name="connsiteY5325" fmla="*/ 37705 h 459014"/>
                <a:gd name="connsiteX5326" fmla="*/ 68852 w 316391"/>
                <a:gd name="connsiteY5326" fmla="*/ 37705 h 459014"/>
                <a:gd name="connsiteX5327" fmla="*/ 68852 w 316391"/>
                <a:gd name="connsiteY5327" fmla="*/ 36065 h 459014"/>
                <a:gd name="connsiteX5328" fmla="*/ 68852 w 316391"/>
                <a:gd name="connsiteY5328" fmla="*/ 36065 h 459014"/>
                <a:gd name="connsiteX5329" fmla="*/ 68852 w 316391"/>
                <a:gd name="connsiteY5329" fmla="*/ 36065 h 459014"/>
                <a:gd name="connsiteX5330" fmla="*/ 68852 w 316391"/>
                <a:gd name="connsiteY5330" fmla="*/ 36065 h 459014"/>
                <a:gd name="connsiteX5331" fmla="*/ 68852 w 316391"/>
                <a:gd name="connsiteY5331" fmla="*/ 36065 h 459014"/>
                <a:gd name="connsiteX5332" fmla="*/ 68852 w 316391"/>
                <a:gd name="connsiteY5332" fmla="*/ 36065 h 459014"/>
                <a:gd name="connsiteX5333" fmla="*/ 68852 w 316391"/>
                <a:gd name="connsiteY5333" fmla="*/ 36065 h 459014"/>
                <a:gd name="connsiteX5334" fmla="*/ 68852 w 316391"/>
                <a:gd name="connsiteY5334" fmla="*/ 36065 h 459014"/>
                <a:gd name="connsiteX5335" fmla="*/ 68852 w 316391"/>
                <a:gd name="connsiteY5335" fmla="*/ 36065 h 459014"/>
                <a:gd name="connsiteX5336" fmla="*/ 68852 w 316391"/>
                <a:gd name="connsiteY5336" fmla="*/ 36065 h 459014"/>
                <a:gd name="connsiteX5337" fmla="*/ 68852 w 316391"/>
                <a:gd name="connsiteY5337" fmla="*/ 36065 h 459014"/>
                <a:gd name="connsiteX5338" fmla="*/ 70491 w 316391"/>
                <a:gd name="connsiteY5338" fmla="*/ 36065 h 459014"/>
                <a:gd name="connsiteX5339" fmla="*/ 70491 w 316391"/>
                <a:gd name="connsiteY5339" fmla="*/ 36065 h 459014"/>
                <a:gd name="connsiteX5340" fmla="*/ 70491 w 316391"/>
                <a:gd name="connsiteY5340" fmla="*/ 34426 h 459014"/>
                <a:gd name="connsiteX5341" fmla="*/ 70491 w 316391"/>
                <a:gd name="connsiteY5341" fmla="*/ 34426 h 459014"/>
                <a:gd name="connsiteX5342" fmla="*/ 70491 w 316391"/>
                <a:gd name="connsiteY5342" fmla="*/ 34426 h 459014"/>
                <a:gd name="connsiteX5343" fmla="*/ 70491 w 316391"/>
                <a:gd name="connsiteY5343" fmla="*/ 34426 h 459014"/>
                <a:gd name="connsiteX5344" fmla="*/ 70491 w 316391"/>
                <a:gd name="connsiteY5344" fmla="*/ 34426 h 459014"/>
                <a:gd name="connsiteX5345" fmla="*/ 70491 w 316391"/>
                <a:gd name="connsiteY5345" fmla="*/ 32787 h 459014"/>
                <a:gd name="connsiteX5346" fmla="*/ 70491 w 316391"/>
                <a:gd name="connsiteY5346" fmla="*/ 32787 h 459014"/>
                <a:gd name="connsiteX5347" fmla="*/ 70491 w 316391"/>
                <a:gd name="connsiteY5347" fmla="*/ 32787 h 459014"/>
                <a:gd name="connsiteX5348" fmla="*/ 72131 w 316391"/>
                <a:gd name="connsiteY5348" fmla="*/ 32787 h 459014"/>
                <a:gd name="connsiteX5349" fmla="*/ 72131 w 316391"/>
                <a:gd name="connsiteY5349" fmla="*/ 32787 h 459014"/>
                <a:gd name="connsiteX5350" fmla="*/ 72131 w 316391"/>
                <a:gd name="connsiteY5350" fmla="*/ 34426 h 459014"/>
                <a:gd name="connsiteX5351" fmla="*/ 72131 w 316391"/>
                <a:gd name="connsiteY5351" fmla="*/ 34426 h 459014"/>
                <a:gd name="connsiteX5352" fmla="*/ 72131 w 316391"/>
                <a:gd name="connsiteY5352" fmla="*/ 34426 h 459014"/>
                <a:gd name="connsiteX5353" fmla="*/ 72131 w 316391"/>
                <a:gd name="connsiteY5353" fmla="*/ 34426 h 459014"/>
                <a:gd name="connsiteX5354" fmla="*/ 72131 w 316391"/>
                <a:gd name="connsiteY5354" fmla="*/ 34426 h 459014"/>
                <a:gd name="connsiteX5355" fmla="*/ 70491 w 316391"/>
                <a:gd name="connsiteY5355" fmla="*/ 34426 h 459014"/>
                <a:gd name="connsiteX5356" fmla="*/ 70491 w 316391"/>
                <a:gd name="connsiteY5356" fmla="*/ 34426 h 459014"/>
                <a:gd name="connsiteX5357" fmla="*/ 70491 w 316391"/>
                <a:gd name="connsiteY5357" fmla="*/ 34426 h 459014"/>
                <a:gd name="connsiteX5358" fmla="*/ 72131 w 316391"/>
                <a:gd name="connsiteY5358" fmla="*/ 34426 h 459014"/>
                <a:gd name="connsiteX5359" fmla="*/ 72131 w 316391"/>
                <a:gd name="connsiteY5359" fmla="*/ 36065 h 459014"/>
                <a:gd name="connsiteX5360" fmla="*/ 72131 w 316391"/>
                <a:gd name="connsiteY5360" fmla="*/ 36065 h 459014"/>
                <a:gd name="connsiteX5361" fmla="*/ 72131 w 316391"/>
                <a:gd name="connsiteY5361" fmla="*/ 36065 h 459014"/>
                <a:gd name="connsiteX5362" fmla="*/ 72131 w 316391"/>
                <a:gd name="connsiteY5362" fmla="*/ 36065 h 459014"/>
                <a:gd name="connsiteX5363" fmla="*/ 72131 w 316391"/>
                <a:gd name="connsiteY5363" fmla="*/ 36065 h 459014"/>
                <a:gd name="connsiteX5364" fmla="*/ 73770 w 316391"/>
                <a:gd name="connsiteY5364" fmla="*/ 36065 h 459014"/>
                <a:gd name="connsiteX5365" fmla="*/ 73770 w 316391"/>
                <a:gd name="connsiteY5365" fmla="*/ 36065 h 459014"/>
                <a:gd name="connsiteX5366" fmla="*/ 73770 w 316391"/>
                <a:gd name="connsiteY5366" fmla="*/ 36065 h 459014"/>
                <a:gd name="connsiteX5367" fmla="*/ 75410 w 316391"/>
                <a:gd name="connsiteY5367" fmla="*/ 36065 h 459014"/>
                <a:gd name="connsiteX5368" fmla="*/ 75410 w 316391"/>
                <a:gd name="connsiteY5368" fmla="*/ 36065 h 459014"/>
                <a:gd name="connsiteX5369" fmla="*/ 75410 w 316391"/>
                <a:gd name="connsiteY5369" fmla="*/ 36065 h 459014"/>
                <a:gd name="connsiteX5370" fmla="*/ 75410 w 316391"/>
                <a:gd name="connsiteY5370" fmla="*/ 36065 h 459014"/>
                <a:gd name="connsiteX5371" fmla="*/ 75410 w 316391"/>
                <a:gd name="connsiteY5371" fmla="*/ 36065 h 459014"/>
                <a:gd name="connsiteX5372" fmla="*/ 75410 w 316391"/>
                <a:gd name="connsiteY5372" fmla="*/ 36065 h 459014"/>
                <a:gd name="connsiteX5373" fmla="*/ 75410 w 316391"/>
                <a:gd name="connsiteY5373" fmla="*/ 36065 h 459014"/>
                <a:gd name="connsiteX5374" fmla="*/ 75410 w 316391"/>
                <a:gd name="connsiteY5374" fmla="*/ 37705 h 459014"/>
                <a:gd name="connsiteX5375" fmla="*/ 77049 w 316391"/>
                <a:gd name="connsiteY5375" fmla="*/ 37705 h 459014"/>
                <a:gd name="connsiteX5376" fmla="*/ 77049 w 316391"/>
                <a:gd name="connsiteY5376" fmla="*/ 37705 h 459014"/>
                <a:gd name="connsiteX5377" fmla="*/ 77049 w 316391"/>
                <a:gd name="connsiteY5377" fmla="*/ 36065 h 459014"/>
                <a:gd name="connsiteX5378" fmla="*/ 77049 w 316391"/>
                <a:gd name="connsiteY5378" fmla="*/ 36065 h 459014"/>
                <a:gd name="connsiteX5379" fmla="*/ 77049 w 316391"/>
                <a:gd name="connsiteY5379" fmla="*/ 36065 h 459014"/>
                <a:gd name="connsiteX5380" fmla="*/ 77049 w 316391"/>
                <a:gd name="connsiteY5380" fmla="*/ 36065 h 459014"/>
                <a:gd name="connsiteX5381" fmla="*/ 77049 w 316391"/>
                <a:gd name="connsiteY5381" fmla="*/ 36065 h 459014"/>
                <a:gd name="connsiteX5382" fmla="*/ 77049 w 316391"/>
                <a:gd name="connsiteY5382" fmla="*/ 36065 h 459014"/>
                <a:gd name="connsiteX5383" fmla="*/ 77049 w 316391"/>
                <a:gd name="connsiteY5383" fmla="*/ 36065 h 459014"/>
                <a:gd name="connsiteX5384" fmla="*/ 75410 w 316391"/>
                <a:gd name="connsiteY5384" fmla="*/ 36065 h 459014"/>
                <a:gd name="connsiteX5385" fmla="*/ 75410 w 316391"/>
                <a:gd name="connsiteY5385" fmla="*/ 34426 h 459014"/>
                <a:gd name="connsiteX5386" fmla="*/ 75410 w 316391"/>
                <a:gd name="connsiteY5386" fmla="*/ 34426 h 459014"/>
                <a:gd name="connsiteX5387" fmla="*/ 73770 w 316391"/>
                <a:gd name="connsiteY5387" fmla="*/ 34426 h 459014"/>
                <a:gd name="connsiteX5388" fmla="*/ 73770 w 316391"/>
                <a:gd name="connsiteY5388" fmla="*/ 34426 h 459014"/>
                <a:gd name="connsiteX5389" fmla="*/ 73770 w 316391"/>
                <a:gd name="connsiteY5389" fmla="*/ 34426 h 459014"/>
                <a:gd name="connsiteX5390" fmla="*/ 73770 w 316391"/>
                <a:gd name="connsiteY5390" fmla="*/ 34426 h 459014"/>
                <a:gd name="connsiteX5391" fmla="*/ 73770 w 316391"/>
                <a:gd name="connsiteY5391" fmla="*/ 32787 h 459014"/>
                <a:gd name="connsiteX5392" fmla="*/ 73770 w 316391"/>
                <a:gd name="connsiteY5392" fmla="*/ 32787 h 459014"/>
                <a:gd name="connsiteX5393" fmla="*/ 73770 w 316391"/>
                <a:gd name="connsiteY5393" fmla="*/ 32787 h 459014"/>
                <a:gd name="connsiteX5394" fmla="*/ 73770 w 316391"/>
                <a:gd name="connsiteY5394" fmla="*/ 32787 h 459014"/>
                <a:gd name="connsiteX5395" fmla="*/ 73770 w 316391"/>
                <a:gd name="connsiteY5395" fmla="*/ 32787 h 459014"/>
                <a:gd name="connsiteX5396" fmla="*/ 73770 w 316391"/>
                <a:gd name="connsiteY5396" fmla="*/ 31147 h 459014"/>
                <a:gd name="connsiteX5397" fmla="*/ 72131 w 316391"/>
                <a:gd name="connsiteY5397" fmla="*/ 31147 h 459014"/>
                <a:gd name="connsiteX5398" fmla="*/ 72131 w 316391"/>
                <a:gd name="connsiteY5398" fmla="*/ 31147 h 459014"/>
                <a:gd name="connsiteX5399" fmla="*/ 72131 w 316391"/>
                <a:gd name="connsiteY5399" fmla="*/ 31147 h 459014"/>
                <a:gd name="connsiteX5400" fmla="*/ 72131 w 316391"/>
                <a:gd name="connsiteY5400" fmla="*/ 31147 h 459014"/>
                <a:gd name="connsiteX5401" fmla="*/ 72131 w 316391"/>
                <a:gd name="connsiteY5401" fmla="*/ 31147 h 459014"/>
                <a:gd name="connsiteX5402" fmla="*/ 72131 w 316391"/>
                <a:gd name="connsiteY5402" fmla="*/ 31147 h 459014"/>
                <a:gd name="connsiteX5403" fmla="*/ 72131 w 316391"/>
                <a:gd name="connsiteY5403" fmla="*/ 31147 h 459014"/>
                <a:gd name="connsiteX5404" fmla="*/ 72131 w 316391"/>
                <a:gd name="connsiteY5404" fmla="*/ 31147 h 459014"/>
                <a:gd name="connsiteX5405" fmla="*/ 72131 w 316391"/>
                <a:gd name="connsiteY5405" fmla="*/ 29508 h 459014"/>
                <a:gd name="connsiteX5406" fmla="*/ 72131 w 316391"/>
                <a:gd name="connsiteY5406" fmla="*/ 29508 h 459014"/>
                <a:gd name="connsiteX5407" fmla="*/ 72131 w 316391"/>
                <a:gd name="connsiteY5407" fmla="*/ 29508 h 459014"/>
                <a:gd name="connsiteX5408" fmla="*/ 72131 w 316391"/>
                <a:gd name="connsiteY5408" fmla="*/ 29508 h 459014"/>
                <a:gd name="connsiteX5409" fmla="*/ 72131 w 316391"/>
                <a:gd name="connsiteY5409" fmla="*/ 29508 h 459014"/>
                <a:gd name="connsiteX5410" fmla="*/ 72131 w 316391"/>
                <a:gd name="connsiteY5410" fmla="*/ 29508 h 459014"/>
                <a:gd name="connsiteX5411" fmla="*/ 72131 w 316391"/>
                <a:gd name="connsiteY5411" fmla="*/ 29508 h 459014"/>
                <a:gd name="connsiteX5412" fmla="*/ 72131 w 316391"/>
                <a:gd name="connsiteY5412" fmla="*/ 29508 h 459014"/>
                <a:gd name="connsiteX5413" fmla="*/ 73770 w 316391"/>
                <a:gd name="connsiteY5413" fmla="*/ 31147 h 459014"/>
                <a:gd name="connsiteX5414" fmla="*/ 73770 w 316391"/>
                <a:gd name="connsiteY5414" fmla="*/ 31147 h 459014"/>
                <a:gd name="connsiteX5415" fmla="*/ 73770 w 316391"/>
                <a:gd name="connsiteY5415" fmla="*/ 31147 h 459014"/>
                <a:gd name="connsiteX5416" fmla="*/ 73770 w 316391"/>
                <a:gd name="connsiteY5416" fmla="*/ 31147 h 459014"/>
                <a:gd name="connsiteX5417" fmla="*/ 73770 w 316391"/>
                <a:gd name="connsiteY5417" fmla="*/ 31147 h 459014"/>
                <a:gd name="connsiteX5418" fmla="*/ 75410 w 316391"/>
                <a:gd name="connsiteY5418" fmla="*/ 31147 h 459014"/>
                <a:gd name="connsiteX5419" fmla="*/ 75410 w 316391"/>
                <a:gd name="connsiteY5419" fmla="*/ 31147 h 459014"/>
                <a:gd name="connsiteX5420" fmla="*/ 75410 w 316391"/>
                <a:gd name="connsiteY5420" fmla="*/ 31147 h 459014"/>
                <a:gd name="connsiteX5421" fmla="*/ 75410 w 316391"/>
                <a:gd name="connsiteY5421" fmla="*/ 31147 h 459014"/>
                <a:gd name="connsiteX5422" fmla="*/ 75410 w 316391"/>
                <a:gd name="connsiteY5422" fmla="*/ 31147 h 459014"/>
                <a:gd name="connsiteX5423" fmla="*/ 75410 w 316391"/>
                <a:gd name="connsiteY5423" fmla="*/ 31147 h 459014"/>
                <a:gd name="connsiteX5424" fmla="*/ 75410 w 316391"/>
                <a:gd name="connsiteY5424" fmla="*/ 29508 h 459014"/>
                <a:gd name="connsiteX5425" fmla="*/ 73770 w 316391"/>
                <a:gd name="connsiteY5425" fmla="*/ 29508 h 459014"/>
                <a:gd name="connsiteX5426" fmla="*/ 73770 w 316391"/>
                <a:gd name="connsiteY5426" fmla="*/ 29508 h 459014"/>
                <a:gd name="connsiteX5427" fmla="*/ 73770 w 316391"/>
                <a:gd name="connsiteY5427" fmla="*/ 29508 h 459014"/>
                <a:gd name="connsiteX5428" fmla="*/ 73770 w 316391"/>
                <a:gd name="connsiteY5428" fmla="*/ 29508 h 459014"/>
                <a:gd name="connsiteX5429" fmla="*/ 73770 w 316391"/>
                <a:gd name="connsiteY5429" fmla="*/ 27869 h 459014"/>
                <a:gd name="connsiteX5430" fmla="*/ 73770 w 316391"/>
                <a:gd name="connsiteY5430" fmla="*/ 27869 h 459014"/>
                <a:gd name="connsiteX5431" fmla="*/ 72131 w 316391"/>
                <a:gd name="connsiteY5431" fmla="*/ 27869 h 459014"/>
                <a:gd name="connsiteX5432" fmla="*/ 72131 w 316391"/>
                <a:gd name="connsiteY5432" fmla="*/ 27869 h 459014"/>
                <a:gd name="connsiteX5433" fmla="*/ 72131 w 316391"/>
                <a:gd name="connsiteY5433" fmla="*/ 27869 h 459014"/>
                <a:gd name="connsiteX5434" fmla="*/ 73770 w 316391"/>
                <a:gd name="connsiteY5434" fmla="*/ 27869 h 459014"/>
                <a:gd name="connsiteX5435" fmla="*/ 73770 w 316391"/>
                <a:gd name="connsiteY5435" fmla="*/ 27869 h 459014"/>
                <a:gd name="connsiteX5436" fmla="*/ 73770 w 316391"/>
                <a:gd name="connsiteY5436" fmla="*/ 27869 h 459014"/>
                <a:gd name="connsiteX5437" fmla="*/ 73770 w 316391"/>
                <a:gd name="connsiteY5437" fmla="*/ 27869 h 459014"/>
                <a:gd name="connsiteX5438" fmla="*/ 73770 w 316391"/>
                <a:gd name="connsiteY5438" fmla="*/ 27869 h 459014"/>
                <a:gd name="connsiteX5439" fmla="*/ 73770 w 316391"/>
                <a:gd name="connsiteY5439" fmla="*/ 27869 h 459014"/>
                <a:gd name="connsiteX5440" fmla="*/ 75410 w 316391"/>
                <a:gd name="connsiteY5440" fmla="*/ 27869 h 459014"/>
                <a:gd name="connsiteX5441" fmla="*/ 75410 w 316391"/>
                <a:gd name="connsiteY5441" fmla="*/ 27869 h 459014"/>
                <a:gd name="connsiteX5442" fmla="*/ 75410 w 316391"/>
                <a:gd name="connsiteY5442" fmla="*/ 27869 h 459014"/>
                <a:gd name="connsiteX5443" fmla="*/ 75410 w 316391"/>
                <a:gd name="connsiteY5443" fmla="*/ 29508 h 459014"/>
                <a:gd name="connsiteX5444" fmla="*/ 75410 w 316391"/>
                <a:gd name="connsiteY5444" fmla="*/ 29508 h 459014"/>
                <a:gd name="connsiteX5445" fmla="*/ 75410 w 316391"/>
                <a:gd name="connsiteY5445" fmla="*/ 29508 h 459014"/>
                <a:gd name="connsiteX5446" fmla="*/ 77049 w 316391"/>
                <a:gd name="connsiteY5446" fmla="*/ 29508 h 459014"/>
                <a:gd name="connsiteX5447" fmla="*/ 77049 w 316391"/>
                <a:gd name="connsiteY5447" fmla="*/ 29508 h 459014"/>
                <a:gd name="connsiteX5448" fmla="*/ 77049 w 316391"/>
                <a:gd name="connsiteY5448" fmla="*/ 31147 h 459014"/>
                <a:gd name="connsiteX5449" fmla="*/ 77049 w 316391"/>
                <a:gd name="connsiteY5449" fmla="*/ 31147 h 459014"/>
                <a:gd name="connsiteX5450" fmla="*/ 77049 w 316391"/>
                <a:gd name="connsiteY5450" fmla="*/ 31147 h 459014"/>
                <a:gd name="connsiteX5451" fmla="*/ 78688 w 316391"/>
                <a:gd name="connsiteY5451" fmla="*/ 31147 h 459014"/>
                <a:gd name="connsiteX5452" fmla="*/ 78688 w 316391"/>
                <a:gd name="connsiteY5452" fmla="*/ 31147 h 459014"/>
                <a:gd name="connsiteX5453" fmla="*/ 78688 w 316391"/>
                <a:gd name="connsiteY5453" fmla="*/ 31147 h 459014"/>
                <a:gd name="connsiteX5454" fmla="*/ 78688 w 316391"/>
                <a:gd name="connsiteY5454" fmla="*/ 31147 h 459014"/>
                <a:gd name="connsiteX5455" fmla="*/ 78688 w 316391"/>
                <a:gd name="connsiteY5455" fmla="*/ 29508 h 459014"/>
                <a:gd name="connsiteX5456" fmla="*/ 78688 w 316391"/>
                <a:gd name="connsiteY5456" fmla="*/ 29508 h 459014"/>
                <a:gd name="connsiteX5457" fmla="*/ 77049 w 316391"/>
                <a:gd name="connsiteY5457" fmla="*/ 29508 h 459014"/>
                <a:gd name="connsiteX5458" fmla="*/ 77049 w 316391"/>
                <a:gd name="connsiteY5458" fmla="*/ 29508 h 459014"/>
                <a:gd name="connsiteX5459" fmla="*/ 77049 w 316391"/>
                <a:gd name="connsiteY5459" fmla="*/ 27869 h 459014"/>
                <a:gd name="connsiteX5460" fmla="*/ 77049 w 316391"/>
                <a:gd name="connsiteY5460" fmla="*/ 27869 h 459014"/>
                <a:gd name="connsiteX5461" fmla="*/ 77049 w 316391"/>
                <a:gd name="connsiteY5461" fmla="*/ 27869 h 459014"/>
                <a:gd name="connsiteX5462" fmla="*/ 75410 w 316391"/>
                <a:gd name="connsiteY5462" fmla="*/ 27869 h 459014"/>
                <a:gd name="connsiteX5463" fmla="*/ 75410 w 316391"/>
                <a:gd name="connsiteY5463" fmla="*/ 27869 h 459014"/>
                <a:gd name="connsiteX5464" fmla="*/ 75410 w 316391"/>
                <a:gd name="connsiteY5464" fmla="*/ 27869 h 459014"/>
                <a:gd name="connsiteX5465" fmla="*/ 75410 w 316391"/>
                <a:gd name="connsiteY5465" fmla="*/ 27869 h 459014"/>
                <a:gd name="connsiteX5466" fmla="*/ 75410 w 316391"/>
                <a:gd name="connsiteY5466" fmla="*/ 27869 h 459014"/>
                <a:gd name="connsiteX5467" fmla="*/ 75410 w 316391"/>
                <a:gd name="connsiteY5467" fmla="*/ 26229 h 459014"/>
                <a:gd name="connsiteX5468" fmla="*/ 75410 w 316391"/>
                <a:gd name="connsiteY5468" fmla="*/ 26229 h 459014"/>
                <a:gd name="connsiteX5469" fmla="*/ 75410 w 316391"/>
                <a:gd name="connsiteY5469" fmla="*/ 26229 h 459014"/>
                <a:gd name="connsiteX5470" fmla="*/ 75410 w 316391"/>
                <a:gd name="connsiteY5470" fmla="*/ 26229 h 459014"/>
                <a:gd name="connsiteX5471" fmla="*/ 75410 w 316391"/>
                <a:gd name="connsiteY5471" fmla="*/ 26229 h 459014"/>
                <a:gd name="connsiteX5472" fmla="*/ 75410 w 316391"/>
                <a:gd name="connsiteY5472" fmla="*/ 26229 h 459014"/>
                <a:gd name="connsiteX5473" fmla="*/ 75410 w 316391"/>
                <a:gd name="connsiteY5473" fmla="*/ 26229 h 459014"/>
                <a:gd name="connsiteX5474" fmla="*/ 73770 w 316391"/>
                <a:gd name="connsiteY5474" fmla="*/ 24590 h 459014"/>
                <a:gd name="connsiteX5475" fmla="*/ 73770 w 316391"/>
                <a:gd name="connsiteY5475" fmla="*/ 24590 h 459014"/>
                <a:gd name="connsiteX5476" fmla="*/ 73770 w 316391"/>
                <a:gd name="connsiteY5476" fmla="*/ 24590 h 459014"/>
                <a:gd name="connsiteX5477" fmla="*/ 73770 w 316391"/>
                <a:gd name="connsiteY5477" fmla="*/ 24590 h 459014"/>
                <a:gd name="connsiteX5478" fmla="*/ 75410 w 316391"/>
                <a:gd name="connsiteY5478" fmla="*/ 24590 h 459014"/>
                <a:gd name="connsiteX5479" fmla="*/ 75410 w 316391"/>
                <a:gd name="connsiteY5479" fmla="*/ 24590 h 459014"/>
                <a:gd name="connsiteX5480" fmla="*/ 75410 w 316391"/>
                <a:gd name="connsiteY5480" fmla="*/ 24590 h 459014"/>
                <a:gd name="connsiteX5481" fmla="*/ 75410 w 316391"/>
                <a:gd name="connsiteY5481" fmla="*/ 26229 h 459014"/>
                <a:gd name="connsiteX5482" fmla="*/ 75410 w 316391"/>
                <a:gd name="connsiteY5482" fmla="*/ 26229 h 459014"/>
                <a:gd name="connsiteX5483" fmla="*/ 75410 w 316391"/>
                <a:gd name="connsiteY5483" fmla="*/ 26229 h 459014"/>
                <a:gd name="connsiteX5484" fmla="*/ 75410 w 316391"/>
                <a:gd name="connsiteY5484" fmla="*/ 26229 h 459014"/>
                <a:gd name="connsiteX5485" fmla="*/ 75410 w 316391"/>
                <a:gd name="connsiteY5485" fmla="*/ 26229 h 459014"/>
                <a:gd name="connsiteX5486" fmla="*/ 75410 w 316391"/>
                <a:gd name="connsiteY5486" fmla="*/ 26229 h 459014"/>
                <a:gd name="connsiteX5487" fmla="*/ 77049 w 316391"/>
                <a:gd name="connsiteY5487" fmla="*/ 26229 h 459014"/>
                <a:gd name="connsiteX5488" fmla="*/ 77049 w 316391"/>
                <a:gd name="connsiteY5488" fmla="*/ 26229 h 459014"/>
                <a:gd name="connsiteX5489" fmla="*/ 77049 w 316391"/>
                <a:gd name="connsiteY5489" fmla="*/ 26229 h 459014"/>
                <a:gd name="connsiteX5490" fmla="*/ 77049 w 316391"/>
                <a:gd name="connsiteY5490" fmla="*/ 26229 h 459014"/>
                <a:gd name="connsiteX5491" fmla="*/ 78688 w 316391"/>
                <a:gd name="connsiteY5491" fmla="*/ 27869 h 459014"/>
                <a:gd name="connsiteX5492" fmla="*/ 78688 w 316391"/>
                <a:gd name="connsiteY5492" fmla="*/ 27869 h 459014"/>
                <a:gd name="connsiteX5493" fmla="*/ 78688 w 316391"/>
                <a:gd name="connsiteY5493" fmla="*/ 27869 h 459014"/>
                <a:gd name="connsiteX5494" fmla="*/ 78688 w 316391"/>
                <a:gd name="connsiteY5494" fmla="*/ 26229 h 459014"/>
                <a:gd name="connsiteX5495" fmla="*/ 78688 w 316391"/>
                <a:gd name="connsiteY5495" fmla="*/ 26229 h 459014"/>
                <a:gd name="connsiteX5496" fmla="*/ 78688 w 316391"/>
                <a:gd name="connsiteY5496" fmla="*/ 26229 h 459014"/>
                <a:gd name="connsiteX5497" fmla="*/ 78688 w 316391"/>
                <a:gd name="connsiteY5497" fmla="*/ 26229 h 459014"/>
                <a:gd name="connsiteX5498" fmla="*/ 77049 w 316391"/>
                <a:gd name="connsiteY5498" fmla="*/ 26229 h 459014"/>
                <a:gd name="connsiteX5499" fmla="*/ 77049 w 316391"/>
                <a:gd name="connsiteY5499" fmla="*/ 26229 h 459014"/>
                <a:gd name="connsiteX5500" fmla="*/ 77049 w 316391"/>
                <a:gd name="connsiteY5500" fmla="*/ 26229 h 459014"/>
                <a:gd name="connsiteX5501" fmla="*/ 77049 w 316391"/>
                <a:gd name="connsiteY5501" fmla="*/ 24590 h 459014"/>
                <a:gd name="connsiteX5502" fmla="*/ 77049 w 316391"/>
                <a:gd name="connsiteY5502" fmla="*/ 24590 h 459014"/>
                <a:gd name="connsiteX5503" fmla="*/ 77049 w 316391"/>
                <a:gd name="connsiteY5503" fmla="*/ 24590 h 459014"/>
                <a:gd name="connsiteX5504" fmla="*/ 75410 w 316391"/>
                <a:gd name="connsiteY5504" fmla="*/ 24590 h 459014"/>
                <a:gd name="connsiteX5505" fmla="*/ 75410 w 316391"/>
                <a:gd name="connsiteY5505" fmla="*/ 24590 h 459014"/>
                <a:gd name="connsiteX5506" fmla="*/ 75410 w 316391"/>
                <a:gd name="connsiteY5506" fmla="*/ 22951 h 459014"/>
                <a:gd name="connsiteX5507" fmla="*/ 75410 w 316391"/>
                <a:gd name="connsiteY5507" fmla="*/ 22951 h 459014"/>
                <a:gd name="connsiteX5508" fmla="*/ 73770 w 316391"/>
                <a:gd name="connsiteY5508" fmla="*/ 22951 h 459014"/>
                <a:gd name="connsiteX5509" fmla="*/ 73770 w 316391"/>
                <a:gd name="connsiteY5509" fmla="*/ 22951 h 459014"/>
                <a:gd name="connsiteX5510" fmla="*/ 73770 w 316391"/>
                <a:gd name="connsiteY5510" fmla="*/ 22951 h 459014"/>
                <a:gd name="connsiteX5511" fmla="*/ 75410 w 316391"/>
                <a:gd name="connsiteY5511" fmla="*/ 22951 h 459014"/>
                <a:gd name="connsiteX5512" fmla="*/ 75410 w 316391"/>
                <a:gd name="connsiteY5512" fmla="*/ 22951 h 459014"/>
                <a:gd name="connsiteX5513" fmla="*/ 75410 w 316391"/>
                <a:gd name="connsiteY5513" fmla="*/ 22951 h 459014"/>
                <a:gd name="connsiteX5514" fmla="*/ 75410 w 316391"/>
                <a:gd name="connsiteY5514" fmla="*/ 22951 h 459014"/>
                <a:gd name="connsiteX5515" fmla="*/ 75410 w 316391"/>
                <a:gd name="connsiteY5515" fmla="*/ 24590 h 459014"/>
                <a:gd name="connsiteX5516" fmla="*/ 77049 w 316391"/>
                <a:gd name="connsiteY5516" fmla="*/ 24590 h 459014"/>
                <a:gd name="connsiteX5517" fmla="*/ 77049 w 316391"/>
                <a:gd name="connsiteY5517" fmla="*/ 24590 h 459014"/>
                <a:gd name="connsiteX5518" fmla="*/ 77049 w 316391"/>
                <a:gd name="connsiteY5518" fmla="*/ 24590 h 459014"/>
                <a:gd name="connsiteX5519" fmla="*/ 77049 w 316391"/>
                <a:gd name="connsiteY5519" fmla="*/ 24590 h 459014"/>
                <a:gd name="connsiteX5520" fmla="*/ 78688 w 316391"/>
                <a:gd name="connsiteY5520" fmla="*/ 24590 h 459014"/>
                <a:gd name="connsiteX5521" fmla="*/ 78688 w 316391"/>
                <a:gd name="connsiteY5521" fmla="*/ 24590 h 459014"/>
                <a:gd name="connsiteX5522" fmla="*/ 78688 w 316391"/>
                <a:gd name="connsiteY5522" fmla="*/ 24590 h 459014"/>
                <a:gd name="connsiteX5523" fmla="*/ 78688 w 316391"/>
                <a:gd name="connsiteY5523" fmla="*/ 24590 h 459014"/>
                <a:gd name="connsiteX5524" fmla="*/ 78688 w 316391"/>
                <a:gd name="connsiteY5524" fmla="*/ 24590 h 459014"/>
                <a:gd name="connsiteX5525" fmla="*/ 78688 w 316391"/>
                <a:gd name="connsiteY5525" fmla="*/ 24590 h 459014"/>
                <a:gd name="connsiteX5526" fmla="*/ 78688 w 316391"/>
                <a:gd name="connsiteY5526" fmla="*/ 24590 h 459014"/>
                <a:gd name="connsiteX5527" fmla="*/ 78688 w 316391"/>
                <a:gd name="connsiteY5527" fmla="*/ 24590 h 459014"/>
                <a:gd name="connsiteX5528" fmla="*/ 78688 w 316391"/>
                <a:gd name="connsiteY5528" fmla="*/ 24590 h 459014"/>
                <a:gd name="connsiteX5529" fmla="*/ 80327 w 316391"/>
                <a:gd name="connsiteY5529" fmla="*/ 24590 h 459014"/>
                <a:gd name="connsiteX5530" fmla="*/ 80327 w 316391"/>
                <a:gd name="connsiteY5530" fmla="*/ 24590 h 459014"/>
                <a:gd name="connsiteX5531" fmla="*/ 80327 w 316391"/>
                <a:gd name="connsiteY5531" fmla="*/ 24590 h 459014"/>
                <a:gd name="connsiteX5532" fmla="*/ 80327 w 316391"/>
                <a:gd name="connsiteY5532" fmla="*/ 24590 h 459014"/>
                <a:gd name="connsiteX5533" fmla="*/ 80327 w 316391"/>
                <a:gd name="connsiteY5533" fmla="*/ 26229 h 459014"/>
                <a:gd name="connsiteX5534" fmla="*/ 80327 w 316391"/>
                <a:gd name="connsiteY5534" fmla="*/ 26229 h 459014"/>
                <a:gd name="connsiteX5535" fmla="*/ 80327 w 316391"/>
                <a:gd name="connsiteY5535" fmla="*/ 26229 h 459014"/>
                <a:gd name="connsiteX5536" fmla="*/ 80327 w 316391"/>
                <a:gd name="connsiteY5536" fmla="*/ 26229 h 459014"/>
                <a:gd name="connsiteX5537" fmla="*/ 80327 w 316391"/>
                <a:gd name="connsiteY5537" fmla="*/ 26229 h 459014"/>
                <a:gd name="connsiteX5538" fmla="*/ 81967 w 316391"/>
                <a:gd name="connsiteY5538" fmla="*/ 26229 h 459014"/>
                <a:gd name="connsiteX5539" fmla="*/ 81967 w 316391"/>
                <a:gd name="connsiteY5539" fmla="*/ 26229 h 459014"/>
                <a:gd name="connsiteX5540" fmla="*/ 81967 w 316391"/>
                <a:gd name="connsiteY5540" fmla="*/ 26229 h 459014"/>
                <a:gd name="connsiteX5541" fmla="*/ 81967 w 316391"/>
                <a:gd name="connsiteY5541" fmla="*/ 26229 h 459014"/>
                <a:gd name="connsiteX5542" fmla="*/ 81967 w 316391"/>
                <a:gd name="connsiteY5542" fmla="*/ 26229 h 459014"/>
                <a:gd name="connsiteX5543" fmla="*/ 81967 w 316391"/>
                <a:gd name="connsiteY5543" fmla="*/ 26229 h 459014"/>
                <a:gd name="connsiteX5544" fmla="*/ 80327 w 316391"/>
                <a:gd name="connsiteY5544" fmla="*/ 24590 h 459014"/>
                <a:gd name="connsiteX5545" fmla="*/ 80327 w 316391"/>
                <a:gd name="connsiteY5545" fmla="*/ 24590 h 459014"/>
                <a:gd name="connsiteX5546" fmla="*/ 80327 w 316391"/>
                <a:gd name="connsiteY5546" fmla="*/ 24590 h 459014"/>
                <a:gd name="connsiteX5547" fmla="*/ 80327 w 316391"/>
                <a:gd name="connsiteY5547" fmla="*/ 24590 h 459014"/>
                <a:gd name="connsiteX5548" fmla="*/ 80327 w 316391"/>
                <a:gd name="connsiteY5548" fmla="*/ 24590 h 459014"/>
                <a:gd name="connsiteX5549" fmla="*/ 80327 w 316391"/>
                <a:gd name="connsiteY5549" fmla="*/ 24590 h 459014"/>
                <a:gd name="connsiteX5550" fmla="*/ 80327 w 316391"/>
                <a:gd name="connsiteY5550" fmla="*/ 22951 h 459014"/>
                <a:gd name="connsiteX5551" fmla="*/ 80327 w 316391"/>
                <a:gd name="connsiteY5551" fmla="*/ 22951 h 459014"/>
                <a:gd name="connsiteX5552" fmla="*/ 80327 w 316391"/>
                <a:gd name="connsiteY5552" fmla="*/ 22951 h 459014"/>
                <a:gd name="connsiteX5553" fmla="*/ 80327 w 316391"/>
                <a:gd name="connsiteY5553" fmla="*/ 22951 h 459014"/>
                <a:gd name="connsiteX5554" fmla="*/ 80327 w 316391"/>
                <a:gd name="connsiteY5554" fmla="*/ 22951 h 459014"/>
                <a:gd name="connsiteX5555" fmla="*/ 80327 w 316391"/>
                <a:gd name="connsiteY5555" fmla="*/ 22951 h 459014"/>
                <a:gd name="connsiteX5556" fmla="*/ 80327 w 316391"/>
                <a:gd name="connsiteY5556" fmla="*/ 22951 h 459014"/>
                <a:gd name="connsiteX5557" fmla="*/ 80327 w 316391"/>
                <a:gd name="connsiteY5557" fmla="*/ 22951 h 459014"/>
                <a:gd name="connsiteX5558" fmla="*/ 80327 w 316391"/>
                <a:gd name="connsiteY5558" fmla="*/ 22951 h 459014"/>
                <a:gd name="connsiteX5559" fmla="*/ 80327 w 316391"/>
                <a:gd name="connsiteY5559" fmla="*/ 22951 h 459014"/>
                <a:gd name="connsiteX5560" fmla="*/ 80327 w 316391"/>
                <a:gd name="connsiteY5560" fmla="*/ 22951 h 459014"/>
                <a:gd name="connsiteX5561" fmla="*/ 80327 w 316391"/>
                <a:gd name="connsiteY5561" fmla="*/ 24590 h 459014"/>
                <a:gd name="connsiteX5562" fmla="*/ 81967 w 316391"/>
                <a:gd name="connsiteY5562" fmla="*/ 24590 h 459014"/>
                <a:gd name="connsiteX5563" fmla="*/ 81967 w 316391"/>
                <a:gd name="connsiteY5563" fmla="*/ 24590 h 459014"/>
                <a:gd name="connsiteX5564" fmla="*/ 81967 w 316391"/>
                <a:gd name="connsiteY5564" fmla="*/ 24590 h 459014"/>
                <a:gd name="connsiteX5565" fmla="*/ 81967 w 316391"/>
                <a:gd name="connsiteY5565" fmla="*/ 24590 h 459014"/>
                <a:gd name="connsiteX5566" fmla="*/ 83606 w 316391"/>
                <a:gd name="connsiteY5566" fmla="*/ 24590 h 459014"/>
                <a:gd name="connsiteX5567" fmla="*/ 83606 w 316391"/>
                <a:gd name="connsiteY5567" fmla="*/ 24590 h 459014"/>
                <a:gd name="connsiteX5568" fmla="*/ 83606 w 316391"/>
                <a:gd name="connsiteY5568" fmla="*/ 24590 h 459014"/>
                <a:gd name="connsiteX5569" fmla="*/ 83606 w 316391"/>
                <a:gd name="connsiteY5569" fmla="*/ 24590 h 459014"/>
                <a:gd name="connsiteX5570" fmla="*/ 83606 w 316391"/>
                <a:gd name="connsiteY5570" fmla="*/ 26229 h 459014"/>
                <a:gd name="connsiteX5571" fmla="*/ 83606 w 316391"/>
                <a:gd name="connsiteY5571" fmla="*/ 26229 h 459014"/>
                <a:gd name="connsiteX5572" fmla="*/ 83606 w 316391"/>
                <a:gd name="connsiteY5572" fmla="*/ 26229 h 459014"/>
                <a:gd name="connsiteX5573" fmla="*/ 85245 w 316391"/>
                <a:gd name="connsiteY5573" fmla="*/ 26229 h 459014"/>
                <a:gd name="connsiteX5574" fmla="*/ 85245 w 316391"/>
                <a:gd name="connsiteY5574" fmla="*/ 26229 h 459014"/>
                <a:gd name="connsiteX5575" fmla="*/ 85245 w 316391"/>
                <a:gd name="connsiteY5575" fmla="*/ 24590 h 459014"/>
                <a:gd name="connsiteX5576" fmla="*/ 85245 w 316391"/>
                <a:gd name="connsiteY5576" fmla="*/ 24590 h 459014"/>
                <a:gd name="connsiteX5577" fmla="*/ 85245 w 316391"/>
                <a:gd name="connsiteY5577" fmla="*/ 24590 h 459014"/>
                <a:gd name="connsiteX5578" fmla="*/ 85245 w 316391"/>
                <a:gd name="connsiteY5578" fmla="*/ 24590 h 459014"/>
                <a:gd name="connsiteX5579" fmla="*/ 85245 w 316391"/>
                <a:gd name="connsiteY5579" fmla="*/ 24590 h 459014"/>
                <a:gd name="connsiteX5580" fmla="*/ 85245 w 316391"/>
                <a:gd name="connsiteY5580" fmla="*/ 24590 h 459014"/>
                <a:gd name="connsiteX5581" fmla="*/ 85245 w 316391"/>
                <a:gd name="connsiteY5581" fmla="*/ 24590 h 459014"/>
                <a:gd name="connsiteX5582" fmla="*/ 85245 w 316391"/>
                <a:gd name="connsiteY5582" fmla="*/ 24590 h 459014"/>
                <a:gd name="connsiteX5583" fmla="*/ 85245 w 316391"/>
                <a:gd name="connsiteY5583" fmla="*/ 24590 h 459014"/>
                <a:gd name="connsiteX5584" fmla="*/ 85245 w 316391"/>
                <a:gd name="connsiteY5584" fmla="*/ 24590 h 459014"/>
                <a:gd name="connsiteX5585" fmla="*/ 85245 w 316391"/>
                <a:gd name="connsiteY5585" fmla="*/ 24590 h 459014"/>
                <a:gd name="connsiteX5586" fmla="*/ 85245 w 316391"/>
                <a:gd name="connsiteY5586" fmla="*/ 24590 h 459014"/>
                <a:gd name="connsiteX5587" fmla="*/ 85245 w 316391"/>
                <a:gd name="connsiteY5587" fmla="*/ 24590 h 459014"/>
                <a:gd name="connsiteX5588" fmla="*/ 85245 w 316391"/>
                <a:gd name="connsiteY5588" fmla="*/ 24590 h 459014"/>
                <a:gd name="connsiteX5589" fmla="*/ 85245 w 316391"/>
                <a:gd name="connsiteY5589" fmla="*/ 22951 h 459014"/>
                <a:gd name="connsiteX5590" fmla="*/ 85245 w 316391"/>
                <a:gd name="connsiteY5590" fmla="*/ 22951 h 459014"/>
                <a:gd name="connsiteX5591" fmla="*/ 85245 w 316391"/>
                <a:gd name="connsiteY5591" fmla="*/ 22951 h 459014"/>
                <a:gd name="connsiteX5592" fmla="*/ 85245 w 316391"/>
                <a:gd name="connsiteY5592" fmla="*/ 22951 h 459014"/>
                <a:gd name="connsiteX5593" fmla="*/ 85245 w 316391"/>
                <a:gd name="connsiteY5593" fmla="*/ 22951 h 459014"/>
                <a:gd name="connsiteX5594" fmla="*/ 85245 w 316391"/>
                <a:gd name="connsiteY5594" fmla="*/ 22951 h 459014"/>
                <a:gd name="connsiteX5595" fmla="*/ 85245 w 316391"/>
                <a:gd name="connsiteY5595" fmla="*/ 22951 h 459014"/>
                <a:gd name="connsiteX5596" fmla="*/ 86885 w 316391"/>
                <a:gd name="connsiteY5596" fmla="*/ 22951 h 459014"/>
                <a:gd name="connsiteX5597" fmla="*/ 86885 w 316391"/>
                <a:gd name="connsiteY5597" fmla="*/ 22951 h 459014"/>
                <a:gd name="connsiteX5598" fmla="*/ 86885 w 316391"/>
                <a:gd name="connsiteY5598" fmla="*/ 24590 h 459014"/>
                <a:gd name="connsiteX5599" fmla="*/ 86885 w 316391"/>
                <a:gd name="connsiteY5599" fmla="*/ 24590 h 459014"/>
                <a:gd name="connsiteX5600" fmla="*/ 86885 w 316391"/>
                <a:gd name="connsiteY5600" fmla="*/ 24590 h 459014"/>
                <a:gd name="connsiteX5601" fmla="*/ 86885 w 316391"/>
                <a:gd name="connsiteY5601" fmla="*/ 24590 h 459014"/>
                <a:gd name="connsiteX5602" fmla="*/ 86885 w 316391"/>
                <a:gd name="connsiteY5602" fmla="*/ 24590 h 459014"/>
                <a:gd name="connsiteX5603" fmla="*/ 86885 w 316391"/>
                <a:gd name="connsiteY5603" fmla="*/ 24590 h 459014"/>
                <a:gd name="connsiteX5604" fmla="*/ 86885 w 316391"/>
                <a:gd name="connsiteY5604" fmla="*/ 24590 h 459014"/>
                <a:gd name="connsiteX5605" fmla="*/ 88524 w 316391"/>
                <a:gd name="connsiteY5605" fmla="*/ 24590 h 459014"/>
                <a:gd name="connsiteX5606" fmla="*/ 88524 w 316391"/>
                <a:gd name="connsiteY5606" fmla="*/ 24590 h 459014"/>
                <a:gd name="connsiteX5607" fmla="*/ 88524 w 316391"/>
                <a:gd name="connsiteY5607" fmla="*/ 24590 h 459014"/>
                <a:gd name="connsiteX5608" fmla="*/ 88524 w 316391"/>
                <a:gd name="connsiteY5608" fmla="*/ 24590 h 459014"/>
                <a:gd name="connsiteX5609" fmla="*/ 88524 w 316391"/>
                <a:gd name="connsiteY5609" fmla="*/ 24590 h 459014"/>
                <a:gd name="connsiteX5610" fmla="*/ 88524 w 316391"/>
                <a:gd name="connsiteY5610" fmla="*/ 24590 h 459014"/>
                <a:gd name="connsiteX5611" fmla="*/ 88524 w 316391"/>
                <a:gd name="connsiteY5611" fmla="*/ 24590 h 459014"/>
                <a:gd name="connsiteX5612" fmla="*/ 88524 w 316391"/>
                <a:gd name="connsiteY5612" fmla="*/ 24590 h 459014"/>
                <a:gd name="connsiteX5613" fmla="*/ 88524 w 316391"/>
                <a:gd name="connsiteY5613" fmla="*/ 24590 h 459014"/>
                <a:gd name="connsiteX5614" fmla="*/ 88524 w 316391"/>
                <a:gd name="connsiteY5614" fmla="*/ 22951 h 459014"/>
                <a:gd name="connsiteX5615" fmla="*/ 88524 w 316391"/>
                <a:gd name="connsiteY5615" fmla="*/ 24590 h 459014"/>
                <a:gd name="connsiteX5616" fmla="*/ 88524 w 316391"/>
                <a:gd name="connsiteY5616" fmla="*/ 24590 h 459014"/>
                <a:gd name="connsiteX5617" fmla="*/ 90164 w 316391"/>
                <a:gd name="connsiteY5617" fmla="*/ 24590 h 459014"/>
                <a:gd name="connsiteX5618" fmla="*/ 90164 w 316391"/>
                <a:gd name="connsiteY5618" fmla="*/ 24590 h 459014"/>
                <a:gd name="connsiteX5619" fmla="*/ 90164 w 316391"/>
                <a:gd name="connsiteY5619" fmla="*/ 24590 h 459014"/>
                <a:gd name="connsiteX5620" fmla="*/ 90164 w 316391"/>
                <a:gd name="connsiteY5620" fmla="*/ 24590 h 459014"/>
                <a:gd name="connsiteX5621" fmla="*/ 90164 w 316391"/>
                <a:gd name="connsiteY5621" fmla="*/ 24590 h 459014"/>
                <a:gd name="connsiteX5622" fmla="*/ 90164 w 316391"/>
                <a:gd name="connsiteY5622" fmla="*/ 24590 h 459014"/>
                <a:gd name="connsiteX5623" fmla="*/ 90164 w 316391"/>
                <a:gd name="connsiteY5623" fmla="*/ 24590 h 459014"/>
                <a:gd name="connsiteX5624" fmla="*/ 90164 w 316391"/>
                <a:gd name="connsiteY5624" fmla="*/ 24590 h 459014"/>
                <a:gd name="connsiteX5625" fmla="*/ 90164 w 316391"/>
                <a:gd name="connsiteY5625" fmla="*/ 22951 h 459014"/>
                <a:gd name="connsiteX5626" fmla="*/ 90164 w 316391"/>
                <a:gd name="connsiteY5626" fmla="*/ 22951 h 459014"/>
                <a:gd name="connsiteX5627" fmla="*/ 90164 w 316391"/>
                <a:gd name="connsiteY5627" fmla="*/ 22951 h 459014"/>
                <a:gd name="connsiteX5628" fmla="*/ 90164 w 316391"/>
                <a:gd name="connsiteY5628" fmla="*/ 22951 h 459014"/>
                <a:gd name="connsiteX5629" fmla="*/ 90164 w 316391"/>
                <a:gd name="connsiteY5629" fmla="*/ 24590 h 459014"/>
                <a:gd name="connsiteX5630" fmla="*/ 91803 w 316391"/>
                <a:gd name="connsiteY5630" fmla="*/ 24590 h 459014"/>
                <a:gd name="connsiteX5631" fmla="*/ 91803 w 316391"/>
                <a:gd name="connsiteY5631" fmla="*/ 24590 h 459014"/>
                <a:gd name="connsiteX5632" fmla="*/ 91803 w 316391"/>
                <a:gd name="connsiteY5632" fmla="*/ 24590 h 459014"/>
                <a:gd name="connsiteX5633" fmla="*/ 91803 w 316391"/>
                <a:gd name="connsiteY5633" fmla="*/ 24590 h 459014"/>
                <a:gd name="connsiteX5634" fmla="*/ 91803 w 316391"/>
                <a:gd name="connsiteY5634" fmla="*/ 24590 h 459014"/>
                <a:gd name="connsiteX5635" fmla="*/ 91803 w 316391"/>
                <a:gd name="connsiteY5635" fmla="*/ 24590 h 459014"/>
                <a:gd name="connsiteX5636" fmla="*/ 91803 w 316391"/>
                <a:gd name="connsiteY5636" fmla="*/ 22951 h 459014"/>
                <a:gd name="connsiteX5637" fmla="*/ 91803 w 316391"/>
                <a:gd name="connsiteY5637" fmla="*/ 22951 h 459014"/>
                <a:gd name="connsiteX5638" fmla="*/ 91803 w 316391"/>
                <a:gd name="connsiteY5638" fmla="*/ 22951 h 459014"/>
                <a:gd name="connsiteX5639" fmla="*/ 91803 w 316391"/>
                <a:gd name="connsiteY5639" fmla="*/ 22951 h 459014"/>
                <a:gd name="connsiteX5640" fmla="*/ 93442 w 316391"/>
                <a:gd name="connsiteY5640" fmla="*/ 22951 h 459014"/>
                <a:gd name="connsiteX5641" fmla="*/ 93442 w 316391"/>
                <a:gd name="connsiteY5641" fmla="*/ 22951 h 459014"/>
                <a:gd name="connsiteX5642" fmla="*/ 93442 w 316391"/>
                <a:gd name="connsiteY5642" fmla="*/ 22951 h 459014"/>
                <a:gd name="connsiteX5643" fmla="*/ 93442 w 316391"/>
                <a:gd name="connsiteY5643" fmla="*/ 22951 h 459014"/>
                <a:gd name="connsiteX5644" fmla="*/ 93442 w 316391"/>
                <a:gd name="connsiteY5644" fmla="*/ 22951 h 459014"/>
                <a:gd name="connsiteX5645" fmla="*/ 93442 w 316391"/>
                <a:gd name="connsiteY5645" fmla="*/ 22951 h 459014"/>
                <a:gd name="connsiteX5646" fmla="*/ 95081 w 316391"/>
                <a:gd name="connsiteY5646" fmla="*/ 22951 h 459014"/>
                <a:gd name="connsiteX5647" fmla="*/ 95081 w 316391"/>
                <a:gd name="connsiteY5647" fmla="*/ 21311 h 459014"/>
                <a:gd name="connsiteX5648" fmla="*/ 95081 w 316391"/>
                <a:gd name="connsiteY5648" fmla="*/ 21311 h 459014"/>
                <a:gd name="connsiteX5649" fmla="*/ 95081 w 316391"/>
                <a:gd name="connsiteY5649" fmla="*/ 21311 h 459014"/>
                <a:gd name="connsiteX5650" fmla="*/ 95081 w 316391"/>
                <a:gd name="connsiteY5650" fmla="*/ 21311 h 459014"/>
                <a:gd name="connsiteX5651" fmla="*/ 95081 w 316391"/>
                <a:gd name="connsiteY5651" fmla="*/ 21311 h 459014"/>
                <a:gd name="connsiteX5652" fmla="*/ 95081 w 316391"/>
                <a:gd name="connsiteY5652" fmla="*/ 21311 h 459014"/>
                <a:gd name="connsiteX5653" fmla="*/ 96721 w 316391"/>
                <a:gd name="connsiteY5653" fmla="*/ 21311 h 459014"/>
                <a:gd name="connsiteX5654" fmla="*/ 96721 w 316391"/>
                <a:gd name="connsiteY5654" fmla="*/ 21311 h 459014"/>
                <a:gd name="connsiteX5655" fmla="*/ 96721 w 316391"/>
                <a:gd name="connsiteY5655" fmla="*/ 21311 h 459014"/>
                <a:gd name="connsiteX5656" fmla="*/ 96721 w 316391"/>
                <a:gd name="connsiteY5656" fmla="*/ 21311 h 459014"/>
                <a:gd name="connsiteX5657" fmla="*/ 96721 w 316391"/>
                <a:gd name="connsiteY5657" fmla="*/ 21311 h 459014"/>
                <a:gd name="connsiteX5658" fmla="*/ 96721 w 316391"/>
                <a:gd name="connsiteY5658" fmla="*/ 21311 h 459014"/>
                <a:gd name="connsiteX5659" fmla="*/ 96721 w 316391"/>
                <a:gd name="connsiteY5659" fmla="*/ 21311 h 459014"/>
                <a:gd name="connsiteX5660" fmla="*/ 96721 w 316391"/>
                <a:gd name="connsiteY5660" fmla="*/ 21311 h 459014"/>
                <a:gd name="connsiteX5661" fmla="*/ 96721 w 316391"/>
                <a:gd name="connsiteY5661" fmla="*/ 21311 h 459014"/>
                <a:gd name="connsiteX5662" fmla="*/ 98360 w 316391"/>
                <a:gd name="connsiteY5662" fmla="*/ 21311 h 459014"/>
                <a:gd name="connsiteX5663" fmla="*/ 98360 w 316391"/>
                <a:gd name="connsiteY5663" fmla="*/ 21311 h 459014"/>
                <a:gd name="connsiteX5664" fmla="*/ 98360 w 316391"/>
                <a:gd name="connsiteY5664" fmla="*/ 21311 h 459014"/>
                <a:gd name="connsiteX5665" fmla="*/ 98360 w 316391"/>
                <a:gd name="connsiteY5665" fmla="*/ 21311 h 459014"/>
                <a:gd name="connsiteX5666" fmla="*/ 98360 w 316391"/>
                <a:gd name="connsiteY5666" fmla="*/ 21311 h 459014"/>
                <a:gd name="connsiteX5667" fmla="*/ 98360 w 316391"/>
                <a:gd name="connsiteY5667" fmla="*/ 19672 h 459014"/>
                <a:gd name="connsiteX5668" fmla="*/ 98360 w 316391"/>
                <a:gd name="connsiteY5668" fmla="*/ 19672 h 459014"/>
                <a:gd name="connsiteX5669" fmla="*/ 100000 w 316391"/>
                <a:gd name="connsiteY5669" fmla="*/ 19672 h 459014"/>
                <a:gd name="connsiteX5670" fmla="*/ 100000 w 316391"/>
                <a:gd name="connsiteY5670" fmla="*/ 19672 h 459014"/>
                <a:gd name="connsiteX5671" fmla="*/ 100000 w 316391"/>
                <a:gd name="connsiteY5671" fmla="*/ 19672 h 459014"/>
                <a:gd name="connsiteX5672" fmla="*/ 100000 w 316391"/>
                <a:gd name="connsiteY5672" fmla="*/ 19672 h 459014"/>
                <a:gd name="connsiteX5673" fmla="*/ 100000 w 316391"/>
                <a:gd name="connsiteY5673" fmla="*/ 18033 h 459014"/>
                <a:gd name="connsiteX5674" fmla="*/ 100000 w 316391"/>
                <a:gd name="connsiteY5674" fmla="*/ 18033 h 459014"/>
                <a:gd name="connsiteX5675" fmla="*/ 100000 w 316391"/>
                <a:gd name="connsiteY5675" fmla="*/ 18033 h 459014"/>
                <a:gd name="connsiteX5676" fmla="*/ 100000 w 316391"/>
                <a:gd name="connsiteY5676" fmla="*/ 18033 h 459014"/>
                <a:gd name="connsiteX5677" fmla="*/ 100000 w 316391"/>
                <a:gd name="connsiteY5677" fmla="*/ 18033 h 459014"/>
                <a:gd name="connsiteX5678" fmla="*/ 100000 w 316391"/>
                <a:gd name="connsiteY5678" fmla="*/ 18033 h 459014"/>
                <a:gd name="connsiteX5679" fmla="*/ 100000 w 316391"/>
                <a:gd name="connsiteY5679" fmla="*/ 18033 h 459014"/>
                <a:gd name="connsiteX5680" fmla="*/ 100000 w 316391"/>
                <a:gd name="connsiteY5680" fmla="*/ 18033 h 459014"/>
                <a:gd name="connsiteX5681" fmla="*/ 101639 w 316391"/>
                <a:gd name="connsiteY5681" fmla="*/ 18033 h 459014"/>
                <a:gd name="connsiteX5682" fmla="*/ 101639 w 316391"/>
                <a:gd name="connsiteY5682" fmla="*/ 18033 h 459014"/>
                <a:gd name="connsiteX5683" fmla="*/ 101639 w 316391"/>
                <a:gd name="connsiteY5683" fmla="*/ 16393 h 459014"/>
                <a:gd name="connsiteX5684" fmla="*/ 101639 w 316391"/>
                <a:gd name="connsiteY5684" fmla="*/ 16393 h 459014"/>
                <a:gd name="connsiteX5685" fmla="*/ 101639 w 316391"/>
                <a:gd name="connsiteY5685" fmla="*/ 16393 h 459014"/>
                <a:gd name="connsiteX5686" fmla="*/ 101639 w 316391"/>
                <a:gd name="connsiteY5686" fmla="*/ 16393 h 459014"/>
                <a:gd name="connsiteX5687" fmla="*/ 101639 w 316391"/>
                <a:gd name="connsiteY5687" fmla="*/ 16393 h 459014"/>
                <a:gd name="connsiteX5688" fmla="*/ 101639 w 316391"/>
                <a:gd name="connsiteY5688" fmla="*/ 16393 h 459014"/>
                <a:gd name="connsiteX5689" fmla="*/ 101639 w 316391"/>
                <a:gd name="connsiteY5689" fmla="*/ 16393 h 459014"/>
                <a:gd name="connsiteX5690" fmla="*/ 103278 w 316391"/>
                <a:gd name="connsiteY5690" fmla="*/ 16393 h 459014"/>
                <a:gd name="connsiteX5691" fmla="*/ 103278 w 316391"/>
                <a:gd name="connsiteY5691" fmla="*/ 14754 h 459014"/>
                <a:gd name="connsiteX5692" fmla="*/ 103278 w 316391"/>
                <a:gd name="connsiteY5692" fmla="*/ 14754 h 459014"/>
                <a:gd name="connsiteX5693" fmla="*/ 103278 w 316391"/>
                <a:gd name="connsiteY5693" fmla="*/ 14754 h 459014"/>
                <a:gd name="connsiteX5694" fmla="*/ 103278 w 316391"/>
                <a:gd name="connsiteY5694" fmla="*/ 14754 h 459014"/>
                <a:gd name="connsiteX5695" fmla="*/ 103278 w 316391"/>
                <a:gd name="connsiteY5695" fmla="*/ 14754 h 459014"/>
                <a:gd name="connsiteX5696" fmla="*/ 103278 w 316391"/>
                <a:gd name="connsiteY5696" fmla="*/ 14754 h 459014"/>
                <a:gd name="connsiteX5697" fmla="*/ 103278 w 316391"/>
                <a:gd name="connsiteY5697" fmla="*/ 14754 h 459014"/>
                <a:gd name="connsiteX5698" fmla="*/ 103278 w 316391"/>
                <a:gd name="connsiteY5698" fmla="*/ 14754 h 459014"/>
                <a:gd name="connsiteX5699" fmla="*/ 104917 w 316391"/>
                <a:gd name="connsiteY5699" fmla="*/ 14754 h 459014"/>
                <a:gd name="connsiteX5700" fmla="*/ 104917 w 316391"/>
                <a:gd name="connsiteY5700" fmla="*/ 14754 h 459014"/>
                <a:gd name="connsiteX5701" fmla="*/ 104917 w 316391"/>
                <a:gd name="connsiteY5701" fmla="*/ 14754 h 459014"/>
                <a:gd name="connsiteX5702" fmla="*/ 104917 w 316391"/>
                <a:gd name="connsiteY5702" fmla="*/ 14754 h 459014"/>
                <a:gd name="connsiteX5703" fmla="*/ 104917 w 316391"/>
                <a:gd name="connsiteY5703" fmla="*/ 16393 h 459014"/>
                <a:gd name="connsiteX5704" fmla="*/ 103278 w 316391"/>
                <a:gd name="connsiteY5704" fmla="*/ 16393 h 459014"/>
                <a:gd name="connsiteX5705" fmla="*/ 103278 w 316391"/>
                <a:gd name="connsiteY5705" fmla="*/ 16393 h 459014"/>
                <a:gd name="connsiteX5706" fmla="*/ 104917 w 316391"/>
                <a:gd name="connsiteY5706" fmla="*/ 16393 h 459014"/>
                <a:gd name="connsiteX5707" fmla="*/ 104917 w 316391"/>
                <a:gd name="connsiteY5707" fmla="*/ 16393 h 459014"/>
                <a:gd name="connsiteX5708" fmla="*/ 104917 w 316391"/>
                <a:gd name="connsiteY5708" fmla="*/ 16393 h 459014"/>
                <a:gd name="connsiteX5709" fmla="*/ 104917 w 316391"/>
                <a:gd name="connsiteY5709" fmla="*/ 16393 h 459014"/>
                <a:gd name="connsiteX5710" fmla="*/ 104917 w 316391"/>
                <a:gd name="connsiteY5710" fmla="*/ 14754 h 459014"/>
                <a:gd name="connsiteX5711" fmla="*/ 106557 w 316391"/>
                <a:gd name="connsiteY5711" fmla="*/ 14754 h 459014"/>
                <a:gd name="connsiteX5712" fmla="*/ 106557 w 316391"/>
                <a:gd name="connsiteY5712" fmla="*/ 14754 h 459014"/>
                <a:gd name="connsiteX5713" fmla="*/ 106557 w 316391"/>
                <a:gd name="connsiteY5713" fmla="*/ 14754 h 459014"/>
                <a:gd name="connsiteX5714" fmla="*/ 106557 w 316391"/>
                <a:gd name="connsiteY5714" fmla="*/ 14754 h 459014"/>
                <a:gd name="connsiteX5715" fmla="*/ 106557 w 316391"/>
                <a:gd name="connsiteY5715" fmla="*/ 14754 h 459014"/>
                <a:gd name="connsiteX5716" fmla="*/ 106557 w 316391"/>
                <a:gd name="connsiteY5716" fmla="*/ 13115 h 459014"/>
                <a:gd name="connsiteX5717" fmla="*/ 106557 w 316391"/>
                <a:gd name="connsiteY5717" fmla="*/ 13115 h 459014"/>
                <a:gd name="connsiteX5718" fmla="*/ 106557 w 316391"/>
                <a:gd name="connsiteY5718" fmla="*/ 13115 h 459014"/>
                <a:gd name="connsiteX5719" fmla="*/ 106557 w 316391"/>
                <a:gd name="connsiteY5719" fmla="*/ 13115 h 459014"/>
                <a:gd name="connsiteX5720" fmla="*/ 108196 w 316391"/>
                <a:gd name="connsiteY5720" fmla="*/ 13115 h 459014"/>
                <a:gd name="connsiteX5721" fmla="*/ 108196 w 316391"/>
                <a:gd name="connsiteY5721" fmla="*/ 13115 h 459014"/>
                <a:gd name="connsiteX5722" fmla="*/ 108196 w 316391"/>
                <a:gd name="connsiteY5722" fmla="*/ 13115 h 459014"/>
                <a:gd name="connsiteX5723" fmla="*/ 108196 w 316391"/>
                <a:gd name="connsiteY5723" fmla="*/ 13115 h 459014"/>
                <a:gd name="connsiteX5724" fmla="*/ 108196 w 316391"/>
                <a:gd name="connsiteY5724" fmla="*/ 11475 h 459014"/>
                <a:gd name="connsiteX5725" fmla="*/ 108196 w 316391"/>
                <a:gd name="connsiteY5725" fmla="*/ 11475 h 459014"/>
                <a:gd name="connsiteX5726" fmla="*/ 108196 w 316391"/>
                <a:gd name="connsiteY5726" fmla="*/ 11475 h 459014"/>
                <a:gd name="connsiteX5727" fmla="*/ 108196 w 316391"/>
                <a:gd name="connsiteY5727" fmla="*/ 11475 h 459014"/>
                <a:gd name="connsiteX5728" fmla="*/ 108196 w 316391"/>
                <a:gd name="connsiteY5728" fmla="*/ 11475 h 459014"/>
                <a:gd name="connsiteX5729" fmla="*/ 108196 w 316391"/>
                <a:gd name="connsiteY5729" fmla="*/ 11475 h 459014"/>
                <a:gd name="connsiteX5730" fmla="*/ 108196 w 316391"/>
                <a:gd name="connsiteY5730" fmla="*/ 11475 h 459014"/>
                <a:gd name="connsiteX5731" fmla="*/ 108196 w 316391"/>
                <a:gd name="connsiteY5731" fmla="*/ 11475 h 459014"/>
                <a:gd name="connsiteX5732" fmla="*/ 108196 w 316391"/>
                <a:gd name="connsiteY5732" fmla="*/ 11475 h 459014"/>
                <a:gd name="connsiteX5733" fmla="*/ 108196 w 316391"/>
                <a:gd name="connsiteY5733" fmla="*/ 11475 h 459014"/>
                <a:gd name="connsiteX5734" fmla="*/ 108196 w 316391"/>
                <a:gd name="connsiteY5734" fmla="*/ 13115 h 459014"/>
                <a:gd name="connsiteX5735" fmla="*/ 109835 w 316391"/>
                <a:gd name="connsiteY5735" fmla="*/ 13115 h 459014"/>
                <a:gd name="connsiteX5736" fmla="*/ 109835 w 316391"/>
                <a:gd name="connsiteY5736" fmla="*/ 13115 h 459014"/>
                <a:gd name="connsiteX5737" fmla="*/ 109835 w 316391"/>
                <a:gd name="connsiteY5737" fmla="*/ 13115 h 459014"/>
                <a:gd name="connsiteX5738" fmla="*/ 109835 w 316391"/>
                <a:gd name="connsiteY5738" fmla="*/ 13115 h 459014"/>
                <a:gd name="connsiteX5739" fmla="*/ 109835 w 316391"/>
                <a:gd name="connsiteY5739" fmla="*/ 11475 h 459014"/>
                <a:gd name="connsiteX5740" fmla="*/ 109835 w 316391"/>
                <a:gd name="connsiteY5740" fmla="*/ 11475 h 459014"/>
                <a:gd name="connsiteX5741" fmla="*/ 109835 w 316391"/>
                <a:gd name="connsiteY5741" fmla="*/ 11475 h 459014"/>
                <a:gd name="connsiteX5742" fmla="*/ 109835 w 316391"/>
                <a:gd name="connsiteY5742" fmla="*/ 11475 h 459014"/>
                <a:gd name="connsiteX5743" fmla="*/ 109835 w 316391"/>
                <a:gd name="connsiteY5743" fmla="*/ 11475 h 459014"/>
                <a:gd name="connsiteX5744" fmla="*/ 109835 w 316391"/>
                <a:gd name="connsiteY5744" fmla="*/ 11475 h 459014"/>
                <a:gd name="connsiteX5745" fmla="*/ 109835 w 316391"/>
                <a:gd name="connsiteY5745" fmla="*/ 9836 h 459014"/>
                <a:gd name="connsiteX5746" fmla="*/ 109835 w 316391"/>
                <a:gd name="connsiteY5746" fmla="*/ 9836 h 459014"/>
                <a:gd name="connsiteX5747" fmla="*/ 109835 w 316391"/>
                <a:gd name="connsiteY5747" fmla="*/ 9836 h 459014"/>
                <a:gd name="connsiteX5748" fmla="*/ 109835 w 316391"/>
                <a:gd name="connsiteY5748" fmla="*/ 9836 h 459014"/>
                <a:gd name="connsiteX5749" fmla="*/ 109835 w 316391"/>
                <a:gd name="connsiteY5749" fmla="*/ 9836 h 459014"/>
                <a:gd name="connsiteX5750" fmla="*/ 109835 w 316391"/>
                <a:gd name="connsiteY5750" fmla="*/ 8197 h 459014"/>
                <a:gd name="connsiteX5751" fmla="*/ 109835 w 316391"/>
                <a:gd name="connsiteY5751" fmla="*/ 8197 h 459014"/>
                <a:gd name="connsiteX5752" fmla="*/ 109835 w 316391"/>
                <a:gd name="connsiteY5752" fmla="*/ 8197 h 459014"/>
                <a:gd name="connsiteX5753" fmla="*/ 109835 w 316391"/>
                <a:gd name="connsiteY5753" fmla="*/ 8197 h 459014"/>
                <a:gd name="connsiteX5754" fmla="*/ 109835 w 316391"/>
                <a:gd name="connsiteY5754" fmla="*/ 9836 h 459014"/>
                <a:gd name="connsiteX5755" fmla="*/ 111475 w 316391"/>
                <a:gd name="connsiteY5755" fmla="*/ 9836 h 459014"/>
                <a:gd name="connsiteX5756" fmla="*/ 111475 w 316391"/>
                <a:gd name="connsiteY5756" fmla="*/ 9836 h 459014"/>
                <a:gd name="connsiteX5757" fmla="*/ 111475 w 316391"/>
                <a:gd name="connsiteY5757" fmla="*/ 9836 h 459014"/>
                <a:gd name="connsiteX5758" fmla="*/ 111475 w 316391"/>
                <a:gd name="connsiteY5758" fmla="*/ 9836 h 459014"/>
                <a:gd name="connsiteX5759" fmla="*/ 111475 w 316391"/>
                <a:gd name="connsiteY5759" fmla="*/ 9836 h 459014"/>
                <a:gd name="connsiteX5760" fmla="*/ 113114 w 316391"/>
                <a:gd name="connsiteY5760" fmla="*/ 9836 h 459014"/>
                <a:gd name="connsiteX5761" fmla="*/ 113114 w 316391"/>
                <a:gd name="connsiteY5761" fmla="*/ 9836 h 459014"/>
                <a:gd name="connsiteX5762" fmla="*/ 113114 w 316391"/>
                <a:gd name="connsiteY5762" fmla="*/ 11475 h 459014"/>
                <a:gd name="connsiteX5763" fmla="*/ 113114 w 316391"/>
                <a:gd name="connsiteY5763" fmla="*/ 11475 h 459014"/>
                <a:gd name="connsiteX5764" fmla="*/ 113114 w 316391"/>
                <a:gd name="connsiteY5764" fmla="*/ 9836 h 459014"/>
                <a:gd name="connsiteX5765" fmla="*/ 113114 w 316391"/>
                <a:gd name="connsiteY5765" fmla="*/ 9836 h 459014"/>
                <a:gd name="connsiteX5766" fmla="*/ 113114 w 316391"/>
                <a:gd name="connsiteY5766" fmla="*/ 9836 h 459014"/>
                <a:gd name="connsiteX5767" fmla="*/ 114754 w 316391"/>
                <a:gd name="connsiteY5767" fmla="*/ 9836 h 459014"/>
                <a:gd name="connsiteX5768" fmla="*/ 114754 w 316391"/>
                <a:gd name="connsiteY5768" fmla="*/ 9836 h 459014"/>
                <a:gd name="connsiteX5769" fmla="*/ 114754 w 316391"/>
                <a:gd name="connsiteY5769" fmla="*/ 9836 h 459014"/>
                <a:gd name="connsiteX5770" fmla="*/ 114754 w 316391"/>
                <a:gd name="connsiteY5770" fmla="*/ 9836 h 459014"/>
                <a:gd name="connsiteX5771" fmla="*/ 114754 w 316391"/>
                <a:gd name="connsiteY5771" fmla="*/ 9836 h 459014"/>
                <a:gd name="connsiteX5772" fmla="*/ 114754 w 316391"/>
                <a:gd name="connsiteY5772" fmla="*/ 9836 h 459014"/>
                <a:gd name="connsiteX5773" fmla="*/ 114754 w 316391"/>
                <a:gd name="connsiteY5773" fmla="*/ 9836 h 459014"/>
                <a:gd name="connsiteX5774" fmla="*/ 116393 w 316391"/>
                <a:gd name="connsiteY5774" fmla="*/ 9836 h 459014"/>
                <a:gd name="connsiteX5775" fmla="*/ 116393 w 316391"/>
                <a:gd name="connsiteY5775" fmla="*/ 9836 h 459014"/>
                <a:gd name="connsiteX5776" fmla="*/ 116393 w 316391"/>
                <a:gd name="connsiteY5776" fmla="*/ 9836 h 459014"/>
                <a:gd name="connsiteX5777" fmla="*/ 114754 w 316391"/>
                <a:gd name="connsiteY5777" fmla="*/ 11475 h 459014"/>
                <a:gd name="connsiteX5778" fmla="*/ 114754 w 316391"/>
                <a:gd name="connsiteY5778" fmla="*/ 11475 h 459014"/>
                <a:gd name="connsiteX5779" fmla="*/ 114754 w 316391"/>
                <a:gd name="connsiteY5779" fmla="*/ 11475 h 459014"/>
                <a:gd name="connsiteX5780" fmla="*/ 114754 w 316391"/>
                <a:gd name="connsiteY5780" fmla="*/ 11475 h 459014"/>
                <a:gd name="connsiteX5781" fmla="*/ 114754 w 316391"/>
                <a:gd name="connsiteY5781" fmla="*/ 11475 h 459014"/>
                <a:gd name="connsiteX5782" fmla="*/ 116393 w 316391"/>
                <a:gd name="connsiteY5782" fmla="*/ 11475 h 459014"/>
                <a:gd name="connsiteX5783" fmla="*/ 116393 w 316391"/>
                <a:gd name="connsiteY5783" fmla="*/ 11475 h 459014"/>
                <a:gd name="connsiteX5784" fmla="*/ 116393 w 316391"/>
                <a:gd name="connsiteY5784" fmla="*/ 11475 h 459014"/>
                <a:gd name="connsiteX5785" fmla="*/ 116393 w 316391"/>
                <a:gd name="connsiteY5785" fmla="*/ 11475 h 459014"/>
                <a:gd name="connsiteX5786" fmla="*/ 116393 w 316391"/>
                <a:gd name="connsiteY5786" fmla="*/ 11475 h 459014"/>
                <a:gd name="connsiteX5787" fmla="*/ 116393 w 316391"/>
                <a:gd name="connsiteY5787" fmla="*/ 11475 h 459014"/>
                <a:gd name="connsiteX5788" fmla="*/ 116393 w 316391"/>
                <a:gd name="connsiteY5788" fmla="*/ 11475 h 459014"/>
                <a:gd name="connsiteX5789" fmla="*/ 116393 w 316391"/>
                <a:gd name="connsiteY5789" fmla="*/ 9836 h 459014"/>
                <a:gd name="connsiteX5790" fmla="*/ 116393 w 316391"/>
                <a:gd name="connsiteY5790" fmla="*/ 9836 h 459014"/>
                <a:gd name="connsiteX5791" fmla="*/ 116393 w 316391"/>
                <a:gd name="connsiteY5791" fmla="*/ 8197 h 459014"/>
                <a:gd name="connsiteX5792" fmla="*/ 116393 w 316391"/>
                <a:gd name="connsiteY5792" fmla="*/ 8197 h 459014"/>
                <a:gd name="connsiteX5793" fmla="*/ 116393 w 316391"/>
                <a:gd name="connsiteY5793" fmla="*/ 8197 h 459014"/>
                <a:gd name="connsiteX5794" fmla="*/ 116393 w 316391"/>
                <a:gd name="connsiteY5794" fmla="*/ 8197 h 459014"/>
                <a:gd name="connsiteX5795" fmla="*/ 116393 w 316391"/>
                <a:gd name="connsiteY5795" fmla="*/ 8197 h 459014"/>
                <a:gd name="connsiteX5796" fmla="*/ 116393 w 316391"/>
                <a:gd name="connsiteY5796" fmla="*/ 8197 h 459014"/>
                <a:gd name="connsiteX5797" fmla="*/ 116393 w 316391"/>
                <a:gd name="connsiteY5797" fmla="*/ 8197 h 459014"/>
                <a:gd name="connsiteX5798" fmla="*/ 116393 w 316391"/>
                <a:gd name="connsiteY5798" fmla="*/ 8197 h 459014"/>
                <a:gd name="connsiteX5799" fmla="*/ 116393 w 316391"/>
                <a:gd name="connsiteY5799" fmla="*/ 8197 h 459014"/>
                <a:gd name="connsiteX5800" fmla="*/ 116393 w 316391"/>
                <a:gd name="connsiteY5800" fmla="*/ 8197 h 459014"/>
                <a:gd name="connsiteX5801" fmla="*/ 118032 w 316391"/>
                <a:gd name="connsiteY5801" fmla="*/ 8197 h 459014"/>
                <a:gd name="connsiteX5802" fmla="*/ 118032 w 316391"/>
                <a:gd name="connsiteY5802" fmla="*/ 8197 h 459014"/>
                <a:gd name="connsiteX5803" fmla="*/ 118032 w 316391"/>
                <a:gd name="connsiteY5803" fmla="*/ 8197 h 459014"/>
                <a:gd name="connsiteX5804" fmla="*/ 119671 w 316391"/>
                <a:gd name="connsiteY5804" fmla="*/ 6557 h 459014"/>
                <a:gd name="connsiteX5805" fmla="*/ 119671 w 316391"/>
                <a:gd name="connsiteY5805" fmla="*/ 6557 h 459014"/>
                <a:gd name="connsiteX5806" fmla="*/ 119671 w 316391"/>
                <a:gd name="connsiteY5806" fmla="*/ 6557 h 459014"/>
                <a:gd name="connsiteX5807" fmla="*/ 119671 w 316391"/>
                <a:gd name="connsiteY5807" fmla="*/ 6557 h 459014"/>
                <a:gd name="connsiteX5808" fmla="*/ 119671 w 316391"/>
                <a:gd name="connsiteY5808" fmla="*/ 6557 h 459014"/>
                <a:gd name="connsiteX5809" fmla="*/ 119671 w 316391"/>
                <a:gd name="connsiteY5809" fmla="*/ 6557 h 459014"/>
                <a:gd name="connsiteX5810" fmla="*/ 121311 w 316391"/>
                <a:gd name="connsiteY5810" fmla="*/ 6557 h 459014"/>
                <a:gd name="connsiteX5811" fmla="*/ 121311 w 316391"/>
                <a:gd name="connsiteY5811" fmla="*/ 6557 h 459014"/>
                <a:gd name="connsiteX5812" fmla="*/ 121311 w 316391"/>
                <a:gd name="connsiteY5812" fmla="*/ 6557 h 459014"/>
                <a:gd name="connsiteX5813" fmla="*/ 121311 w 316391"/>
                <a:gd name="connsiteY5813" fmla="*/ 6557 h 459014"/>
                <a:gd name="connsiteX5814" fmla="*/ 119671 w 316391"/>
                <a:gd name="connsiteY5814" fmla="*/ 8197 h 459014"/>
                <a:gd name="connsiteX5815" fmla="*/ 119671 w 316391"/>
                <a:gd name="connsiteY5815" fmla="*/ 8197 h 459014"/>
                <a:gd name="connsiteX5816" fmla="*/ 119671 w 316391"/>
                <a:gd name="connsiteY5816" fmla="*/ 8197 h 459014"/>
                <a:gd name="connsiteX5817" fmla="*/ 119671 w 316391"/>
                <a:gd name="connsiteY5817" fmla="*/ 8197 h 459014"/>
                <a:gd name="connsiteX5818" fmla="*/ 119671 w 316391"/>
                <a:gd name="connsiteY5818" fmla="*/ 8197 h 459014"/>
                <a:gd name="connsiteX5819" fmla="*/ 121311 w 316391"/>
                <a:gd name="connsiteY5819" fmla="*/ 8197 h 459014"/>
                <a:gd name="connsiteX5820" fmla="*/ 121311 w 316391"/>
                <a:gd name="connsiteY5820" fmla="*/ 8197 h 459014"/>
                <a:gd name="connsiteX5821" fmla="*/ 121311 w 316391"/>
                <a:gd name="connsiteY5821" fmla="*/ 8197 h 459014"/>
                <a:gd name="connsiteX5822" fmla="*/ 121311 w 316391"/>
                <a:gd name="connsiteY5822" fmla="*/ 8197 h 459014"/>
                <a:gd name="connsiteX5823" fmla="*/ 121311 w 316391"/>
                <a:gd name="connsiteY5823" fmla="*/ 8197 h 459014"/>
                <a:gd name="connsiteX5824" fmla="*/ 121311 w 316391"/>
                <a:gd name="connsiteY5824" fmla="*/ 8197 h 459014"/>
                <a:gd name="connsiteX5825" fmla="*/ 121311 w 316391"/>
                <a:gd name="connsiteY5825" fmla="*/ 8197 h 459014"/>
                <a:gd name="connsiteX5826" fmla="*/ 121311 w 316391"/>
                <a:gd name="connsiteY5826" fmla="*/ 6557 h 459014"/>
                <a:gd name="connsiteX5827" fmla="*/ 121311 w 316391"/>
                <a:gd name="connsiteY5827" fmla="*/ 6557 h 459014"/>
                <a:gd name="connsiteX5828" fmla="*/ 121311 w 316391"/>
                <a:gd name="connsiteY5828" fmla="*/ 6557 h 459014"/>
                <a:gd name="connsiteX5829" fmla="*/ 121311 w 316391"/>
                <a:gd name="connsiteY5829" fmla="*/ 6557 h 459014"/>
                <a:gd name="connsiteX5830" fmla="*/ 121311 w 316391"/>
                <a:gd name="connsiteY5830" fmla="*/ 6557 h 459014"/>
                <a:gd name="connsiteX5831" fmla="*/ 121311 w 316391"/>
                <a:gd name="connsiteY5831" fmla="*/ 6557 h 459014"/>
                <a:gd name="connsiteX5832" fmla="*/ 122950 w 316391"/>
                <a:gd name="connsiteY5832" fmla="*/ 4918 h 459014"/>
                <a:gd name="connsiteX5833" fmla="*/ 122950 w 316391"/>
                <a:gd name="connsiteY5833" fmla="*/ 4918 h 459014"/>
                <a:gd name="connsiteX5834" fmla="*/ 122950 w 316391"/>
                <a:gd name="connsiteY5834" fmla="*/ 4918 h 459014"/>
                <a:gd name="connsiteX5835" fmla="*/ 122950 w 316391"/>
                <a:gd name="connsiteY5835" fmla="*/ 4918 h 459014"/>
                <a:gd name="connsiteX5836" fmla="*/ 122950 w 316391"/>
                <a:gd name="connsiteY5836" fmla="*/ 4918 h 459014"/>
                <a:gd name="connsiteX5837" fmla="*/ 122950 w 316391"/>
                <a:gd name="connsiteY5837" fmla="*/ 4918 h 459014"/>
                <a:gd name="connsiteX5838" fmla="*/ 122950 w 316391"/>
                <a:gd name="connsiteY5838" fmla="*/ 4918 h 459014"/>
                <a:gd name="connsiteX5839" fmla="*/ 122950 w 316391"/>
                <a:gd name="connsiteY5839" fmla="*/ 3279 h 459014"/>
                <a:gd name="connsiteX5840" fmla="*/ 122950 w 316391"/>
                <a:gd name="connsiteY5840" fmla="*/ 3279 h 459014"/>
                <a:gd name="connsiteX5841" fmla="*/ 122950 w 316391"/>
                <a:gd name="connsiteY5841" fmla="*/ 3279 h 459014"/>
                <a:gd name="connsiteX5842" fmla="*/ 122950 w 316391"/>
                <a:gd name="connsiteY5842" fmla="*/ 3279 h 459014"/>
                <a:gd name="connsiteX5843" fmla="*/ 122950 w 316391"/>
                <a:gd name="connsiteY5843" fmla="*/ 3279 h 459014"/>
                <a:gd name="connsiteX5844" fmla="*/ 122950 w 316391"/>
                <a:gd name="connsiteY5844" fmla="*/ 3279 h 459014"/>
                <a:gd name="connsiteX5845" fmla="*/ 122950 w 316391"/>
                <a:gd name="connsiteY5845" fmla="*/ 3279 h 459014"/>
                <a:gd name="connsiteX5846" fmla="*/ 124590 w 316391"/>
                <a:gd name="connsiteY5846" fmla="*/ 3279 h 459014"/>
                <a:gd name="connsiteX5847" fmla="*/ 124590 w 316391"/>
                <a:gd name="connsiteY5847" fmla="*/ 3279 h 459014"/>
                <a:gd name="connsiteX5848" fmla="*/ 124590 w 316391"/>
                <a:gd name="connsiteY5848" fmla="*/ 3279 h 459014"/>
                <a:gd name="connsiteX5849" fmla="*/ 124590 w 316391"/>
                <a:gd name="connsiteY5849" fmla="*/ 3279 h 459014"/>
                <a:gd name="connsiteX5850" fmla="*/ 124590 w 316391"/>
                <a:gd name="connsiteY5850" fmla="*/ 3279 h 459014"/>
                <a:gd name="connsiteX5851" fmla="*/ 124590 w 316391"/>
                <a:gd name="connsiteY5851" fmla="*/ 3279 h 459014"/>
                <a:gd name="connsiteX5852" fmla="*/ 124590 w 316391"/>
                <a:gd name="connsiteY5852" fmla="*/ 3279 h 459014"/>
                <a:gd name="connsiteX5853" fmla="*/ 124590 w 316391"/>
                <a:gd name="connsiteY5853" fmla="*/ 3279 h 459014"/>
                <a:gd name="connsiteX5854" fmla="*/ 126229 w 316391"/>
                <a:gd name="connsiteY5854" fmla="*/ 3279 h 459014"/>
                <a:gd name="connsiteX5855" fmla="*/ 126229 w 316391"/>
                <a:gd name="connsiteY5855" fmla="*/ 3279 h 459014"/>
                <a:gd name="connsiteX5856" fmla="*/ 126229 w 316391"/>
                <a:gd name="connsiteY5856" fmla="*/ 3279 h 459014"/>
                <a:gd name="connsiteX5857" fmla="*/ 126229 w 316391"/>
                <a:gd name="connsiteY5857" fmla="*/ 3279 h 459014"/>
                <a:gd name="connsiteX5858" fmla="*/ 126229 w 316391"/>
                <a:gd name="connsiteY5858" fmla="*/ 3279 h 459014"/>
                <a:gd name="connsiteX5859" fmla="*/ 126229 w 316391"/>
                <a:gd name="connsiteY5859" fmla="*/ 3279 h 459014"/>
                <a:gd name="connsiteX5860" fmla="*/ 126229 w 316391"/>
                <a:gd name="connsiteY5860" fmla="*/ 1639 h 459014"/>
                <a:gd name="connsiteX5861" fmla="*/ 126229 w 316391"/>
                <a:gd name="connsiteY5861" fmla="*/ 1639 h 459014"/>
                <a:gd name="connsiteX5862" fmla="*/ 126229 w 316391"/>
                <a:gd name="connsiteY5862" fmla="*/ 1639 h 459014"/>
                <a:gd name="connsiteX5863" fmla="*/ 126229 w 316391"/>
                <a:gd name="connsiteY5863" fmla="*/ 1639 h 459014"/>
                <a:gd name="connsiteX5864" fmla="*/ 127868 w 316391"/>
                <a:gd name="connsiteY5864" fmla="*/ 1639 h 459014"/>
                <a:gd name="connsiteX5865" fmla="*/ 127868 w 316391"/>
                <a:gd name="connsiteY5865" fmla="*/ 1639 h 459014"/>
                <a:gd name="connsiteX5866" fmla="*/ 127868 w 316391"/>
                <a:gd name="connsiteY5866" fmla="*/ 1639 h 459014"/>
                <a:gd name="connsiteX5867" fmla="*/ 129508 w 316391"/>
                <a:gd name="connsiteY5867" fmla="*/ 1639 h 459014"/>
                <a:gd name="connsiteX5868" fmla="*/ 129508 w 316391"/>
                <a:gd name="connsiteY5868" fmla="*/ 1639 h 459014"/>
                <a:gd name="connsiteX5869" fmla="*/ 129508 w 316391"/>
                <a:gd name="connsiteY5869" fmla="*/ 1639 h 459014"/>
                <a:gd name="connsiteX5870" fmla="*/ 131147 w 316391"/>
                <a:gd name="connsiteY5870" fmla="*/ 1639 h 459014"/>
                <a:gd name="connsiteX5871" fmla="*/ 131147 w 316391"/>
                <a:gd name="connsiteY5871" fmla="*/ 1639 h 459014"/>
                <a:gd name="connsiteX5872" fmla="*/ 131147 w 316391"/>
                <a:gd name="connsiteY5872" fmla="*/ 1639 h 459014"/>
                <a:gd name="connsiteX5873" fmla="*/ 131147 w 316391"/>
                <a:gd name="connsiteY5873" fmla="*/ 1639 h 459014"/>
                <a:gd name="connsiteX5874" fmla="*/ 131147 w 316391"/>
                <a:gd name="connsiteY5874" fmla="*/ 1639 h 459014"/>
                <a:gd name="connsiteX5875" fmla="*/ 131147 w 316391"/>
                <a:gd name="connsiteY5875" fmla="*/ 1639 h 459014"/>
                <a:gd name="connsiteX5876" fmla="*/ 132786 w 316391"/>
                <a:gd name="connsiteY5876" fmla="*/ 1639 h 459014"/>
                <a:gd name="connsiteX5877" fmla="*/ 132786 w 316391"/>
                <a:gd name="connsiteY5877" fmla="*/ 0 h 459014"/>
                <a:gd name="connsiteX5878" fmla="*/ 132786 w 316391"/>
                <a:gd name="connsiteY5878" fmla="*/ 0 h 459014"/>
                <a:gd name="connsiteX5879" fmla="*/ 134425 w 316391"/>
                <a:gd name="connsiteY5879" fmla="*/ 0 h 459014"/>
                <a:gd name="connsiteX5880" fmla="*/ 134425 w 316391"/>
                <a:gd name="connsiteY5880" fmla="*/ 0 h 459014"/>
                <a:gd name="connsiteX5881" fmla="*/ 134425 w 316391"/>
                <a:gd name="connsiteY5881" fmla="*/ 0 h 459014"/>
                <a:gd name="connsiteX5882" fmla="*/ 134425 w 316391"/>
                <a:gd name="connsiteY5882" fmla="*/ 0 h 459014"/>
                <a:gd name="connsiteX5883" fmla="*/ 134425 w 316391"/>
                <a:gd name="connsiteY5883" fmla="*/ 0 h 459014"/>
                <a:gd name="connsiteX5884" fmla="*/ 136065 w 316391"/>
                <a:gd name="connsiteY5884" fmla="*/ 0 h 459014"/>
                <a:gd name="connsiteX5885" fmla="*/ 136065 w 316391"/>
                <a:gd name="connsiteY5885" fmla="*/ 0 h 459014"/>
                <a:gd name="connsiteX5886" fmla="*/ 136065 w 316391"/>
                <a:gd name="connsiteY5886" fmla="*/ 0 h 459014"/>
                <a:gd name="connsiteX5887" fmla="*/ 137704 w 316391"/>
                <a:gd name="connsiteY5887" fmla="*/ 0 h 459014"/>
                <a:gd name="connsiteX5888" fmla="*/ 137704 w 316391"/>
                <a:gd name="connsiteY5888" fmla="*/ 0 h 459014"/>
                <a:gd name="connsiteX5889" fmla="*/ 137704 w 316391"/>
                <a:gd name="connsiteY5889" fmla="*/ 0 h 459014"/>
                <a:gd name="connsiteX5890" fmla="*/ 137704 w 316391"/>
                <a:gd name="connsiteY5890" fmla="*/ 0 h 459014"/>
                <a:gd name="connsiteX5891" fmla="*/ 140983 w 316391"/>
                <a:gd name="connsiteY5891" fmla="*/ 1639 h 459014"/>
                <a:gd name="connsiteX5892" fmla="*/ 140983 w 316391"/>
                <a:gd name="connsiteY5892" fmla="*/ 1639 h 459014"/>
                <a:gd name="connsiteX5893" fmla="*/ 142622 w 316391"/>
                <a:gd name="connsiteY5893" fmla="*/ 1639 h 459014"/>
                <a:gd name="connsiteX5894" fmla="*/ 142622 w 316391"/>
                <a:gd name="connsiteY5894" fmla="*/ 1639 h 459014"/>
                <a:gd name="connsiteX5895" fmla="*/ 144261 w 316391"/>
                <a:gd name="connsiteY5895" fmla="*/ 1639 h 459014"/>
                <a:gd name="connsiteX5896" fmla="*/ 144261 w 316391"/>
                <a:gd name="connsiteY5896" fmla="*/ 1639 h 459014"/>
                <a:gd name="connsiteX5897" fmla="*/ 144261 w 316391"/>
                <a:gd name="connsiteY5897" fmla="*/ 1639 h 459014"/>
                <a:gd name="connsiteX5898" fmla="*/ 145901 w 316391"/>
                <a:gd name="connsiteY5898" fmla="*/ 1639 h 459014"/>
                <a:gd name="connsiteX5899" fmla="*/ 145901 w 316391"/>
                <a:gd name="connsiteY5899" fmla="*/ 1639 h 459014"/>
                <a:gd name="connsiteX5900" fmla="*/ 145901 w 316391"/>
                <a:gd name="connsiteY5900" fmla="*/ 1639 h 459014"/>
                <a:gd name="connsiteX5901" fmla="*/ 145901 w 316391"/>
                <a:gd name="connsiteY5901" fmla="*/ 1639 h 459014"/>
                <a:gd name="connsiteX5902" fmla="*/ 147540 w 316391"/>
                <a:gd name="connsiteY5902" fmla="*/ 3279 h 459014"/>
                <a:gd name="connsiteX5903" fmla="*/ 147540 w 316391"/>
                <a:gd name="connsiteY5903" fmla="*/ 3279 h 459014"/>
                <a:gd name="connsiteX5904" fmla="*/ 147540 w 316391"/>
                <a:gd name="connsiteY5904" fmla="*/ 3279 h 459014"/>
                <a:gd name="connsiteX5905" fmla="*/ 147540 w 316391"/>
                <a:gd name="connsiteY5905" fmla="*/ 3279 h 459014"/>
                <a:gd name="connsiteX5906" fmla="*/ 147540 w 316391"/>
                <a:gd name="connsiteY5906" fmla="*/ 4918 h 459014"/>
                <a:gd name="connsiteX5907" fmla="*/ 147540 w 316391"/>
                <a:gd name="connsiteY5907" fmla="*/ 4918 h 459014"/>
                <a:gd name="connsiteX5908" fmla="*/ 147540 w 316391"/>
                <a:gd name="connsiteY5908" fmla="*/ 4918 h 459014"/>
                <a:gd name="connsiteX5909" fmla="*/ 149180 w 316391"/>
                <a:gd name="connsiteY5909" fmla="*/ 4918 h 459014"/>
                <a:gd name="connsiteX5910" fmla="*/ 149180 w 316391"/>
                <a:gd name="connsiteY5910" fmla="*/ 4918 h 459014"/>
                <a:gd name="connsiteX5911" fmla="*/ 149180 w 316391"/>
                <a:gd name="connsiteY5911" fmla="*/ 4918 h 459014"/>
                <a:gd name="connsiteX5912" fmla="*/ 149180 w 316391"/>
                <a:gd name="connsiteY5912" fmla="*/ 4918 h 459014"/>
                <a:gd name="connsiteX5913" fmla="*/ 149180 w 316391"/>
                <a:gd name="connsiteY5913" fmla="*/ 4918 h 459014"/>
                <a:gd name="connsiteX5914" fmla="*/ 149180 w 316391"/>
                <a:gd name="connsiteY5914" fmla="*/ 4918 h 459014"/>
                <a:gd name="connsiteX5915" fmla="*/ 149180 w 316391"/>
                <a:gd name="connsiteY5915" fmla="*/ 4918 h 459014"/>
                <a:gd name="connsiteX5916" fmla="*/ 149180 w 316391"/>
                <a:gd name="connsiteY5916" fmla="*/ 3279 h 459014"/>
                <a:gd name="connsiteX5917" fmla="*/ 149180 w 316391"/>
                <a:gd name="connsiteY5917" fmla="*/ 3279 h 459014"/>
                <a:gd name="connsiteX5918" fmla="*/ 149180 w 316391"/>
                <a:gd name="connsiteY5918" fmla="*/ 3279 h 459014"/>
                <a:gd name="connsiteX5919" fmla="*/ 150819 w 316391"/>
                <a:gd name="connsiteY5919" fmla="*/ 3279 h 459014"/>
                <a:gd name="connsiteX5920" fmla="*/ 150819 w 316391"/>
                <a:gd name="connsiteY5920" fmla="*/ 1639 h 459014"/>
                <a:gd name="connsiteX5921" fmla="*/ 150819 w 316391"/>
                <a:gd name="connsiteY5921" fmla="*/ 1639 h 459014"/>
                <a:gd name="connsiteX5922" fmla="*/ 150819 w 316391"/>
                <a:gd name="connsiteY5922" fmla="*/ 1639 h 459014"/>
                <a:gd name="connsiteX5923" fmla="*/ 150819 w 316391"/>
                <a:gd name="connsiteY5923" fmla="*/ 1639 h 459014"/>
                <a:gd name="connsiteX5924" fmla="*/ 150819 w 316391"/>
                <a:gd name="connsiteY5924" fmla="*/ 1639 h 459014"/>
                <a:gd name="connsiteX5925" fmla="*/ 150819 w 316391"/>
                <a:gd name="connsiteY5925" fmla="*/ 1639 h 459014"/>
                <a:gd name="connsiteX5926" fmla="*/ 150819 w 316391"/>
                <a:gd name="connsiteY5926" fmla="*/ 1639 h 459014"/>
                <a:gd name="connsiteX5927" fmla="*/ 152458 w 316391"/>
                <a:gd name="connsiteY5927" fmla="*/ 1639 h 459014"/>
                <a:gd name="connsiteX5928" fmla="*/ 152458 w 316391"/>
                <a:gd name="connsiteY5928" fmla="*/ 3279 h 459014"/>
                <a:gd name="connsiteX5929" fmla="*/ 152458 w 316391"/>
                <a:gd name="connsiteY5929" fmla="*/ 3279 h 459014"/>
                <a:gd name="connsiteX5930" fmla="*/ 152458 w 316391"/>
                <a:gd name="connsiteY5930" fmla="*/ 3279 h 459014"/>
                <a:gd name="connsiteX5931" fmla="*/ 152458 w 316391"/>
                <a:gd name="connsiteY5931" fmla="*/ 3279 h 459014"/>
                <a:gd name="connsiteX5932" fmla="*/ 152458 w 316391"/>
                <a:gd name="connsiteY5932" fmla="*/ 4918 h 459014"/>
                <a:gd name="connsiteX5933" fmla="*/ 152458 w 316391"/>
                <a:gd name="connsiteY5933" fmla="*/ 4918 h 459014"/>
                <a:gd name="connsiteX5934" fmla="*/ 152458 w 316391"/>
                <a:gd name="connsiteY5934" fmla="*/ 4918 h 459014"/>
                <a:gd name="connsiteX5935" fmla="*/ 152458 w 316391"/>
                <a:gd name="connsiteY5935" fmla="*/ 4918 h 459014"/>
                <a:gd name="connsiteX5936" fmla="*/ 152458 w 316391"/>
                <a:gd name="connsiteY5936" fmla="*/ 4918 h 459014"/>
                <a:gd name="connsiteX5937" fmla="*/ 152458 w 316391"/>
                <a:gd name="connsiteY5937" fmla="*/ 4918 h 459014"/>
                <a:gd name="connsiteX5938" fmla="*/ 152458 w 316391"/>
                <a:gd name="connsiteY5938" fmla="*/ 6557 h 459014"/>
                <a:gd name="connsiteX5939" fmla="*/ 152458 w 316391"/>
                <a:gd name="connsiteY5939" fmla="*/ 6557 h 459014"/>
                <a:gd name="connsiteX5940" fmla="*/ 152458 w 316391"/>
                <a:gd name="connsiteY5940" fmla="*/ 6557 h 459014"/>
                <a:gd name="connsiteX5941" fmla="*/ 154098 w 316391"/>
                <a:gd name="connsiteY5941" fmla="*/ 6557 h 459014"/>
                <a:gd name="connsiteX5942" fmla="*/ 154098 w 316391"/>
                <a:gd name="connsiteY5942" fmla="*/ 6557 h 459014"/>
                <a:gd name="connsiteX5943" fmla="*/ 154098 w 316391"/>
                <a:gd name="connsiteY5943" fmla="*/ 8197 h 459014"/>
                <a:gd name="connsiteX5944" fmla="*/ 155737 w 316391"/>
                <a:gd name="connsiteY5944" fmla="*/ 8197 h 459014"/>
                <a:gd name="connsiteX5945" fmla="*/ 155737 w 316391"/>
                <a:gd name="connsiteY5945" fmla="*/ 8197 h 459014"/>
                <a:gd name="connsiteX5946" fmla="*/ 155737 w 316391"/>
                <a:gd name="connsiteY5946" fmla="*/ 8197 h 459014"/>
                <a:gd name="connsiteX5947" fmla="*/ 155737 w 316391"/>
                <a:gd name="connsiteY5947" fmla="*/ 8197 h 459014"/>
                <a:gd name="connsiteX5948" fmla="*/ 155737 w 316391"/>
                <a:gd name="connsiteY5948" fmla="*/ 8197 h 459014"/>
                <a:gd name="connsiteX5949" fmla="*/ 157376 w 316391"/>
                <a:gd name="connsiteY5949" fmla="*/ 8197 h 459014"/>
                <a:gd name="connsiteX5950" fmla="*/ 157376 w 316391"/>
                <a:gd name="connsiteY5950" fmla="*/ 8197 h 459014"/>
                <a:gd name="connsiteX5951" fmla="*/ 157376 w 316391"/>
                <a:gd name="connsiteY5951" fmla="*/ 8197 h 459014"/>
                <a:gd name="connsiteX5952" fmla="*/ 157376 w 316391"/>
                <a:gd name="connsiteY5952" fmla="*/ 8197 h 459014"/>
                <a:gd name="connsiteX5953" fmla="*/ 157376 w 316391"/>
                <a:gd name="connsiteY5953" fmla="*/ 8197 h 459014"/>
                <a:gd name="connsiteX5954" fmla="*/ 157376 w 316391"/>
                <a:gd name="connsiteY5954" fmla="*/ 8197 h 459014"/>
                <a:gd name="connsiteX5955" fmla="*/ 157376 w 316391"/>
                <a:gd name="connsiteY5955" fmla="*/ 8197 h 459014"/>
                <a:gd name="connsiteX5956" fmla="*/ 159015 w 316391"/>
                <a:gd name="connsiteY5956" fmla="*/ 8197 h 459014"/>
                <a:gd name="connsiteX5957" fmla="*/ 159015 w 316391"/>
                <a:gd name="connsiteY5957" fmla="*/ 8197 h 459014"/>
                <a:gd name="connsiteX5958" fmla="*/ 159015 w 316391"/>
                <a:gd name="connsiteY5958" fmla="*/ 8197 h 459014"/>
                <a:gd name="connsiteX5959" fmla="*/ 159015 w 316391"/>
                <a:gd name="connsiteY5959" fmla="*/ 8197 h 459014"/>
                <a:gd name="connsiteX5960" fmla="*/ 159015 w 316391"/>
                <a:gd name="connsiteY5960" fmla="*/ 8197 h 459014"/>
                <a:gd name="connsiteX5961" fmla="*/ 159015 w 316391"/>
                <a:gd name="connsiteY5961" fmla="*/ 8197 h 459014"/>
                <a:gd name="connsiteX5962" fmla="*/ 160655 w 316391"/>
                <a:gd name="connsiteY5962" fmla="*/ 8197 h 459014"/>
                <a:gd name="connsiteX5963" fmla="*/ 159015 w 316391"/>
                <a:gd name="connsiteY5963" fmla="*/ 8197 h 459014"/>
                <a:gd name="connsiteX5964" fmla="*/ 159015 w 316391"/>
                <a:gd name="connsiteY5964" fmla="*/ 8197 h 459014"/>
                <a:gd name="connsiteX5965" fmla="*/ 159015 w 316391"/>
                <a:gd name="connsiteY5965" fmla="*/ 8197 h 459014"/>
                <a:gd name="connsiteX5966" fmla="*/ 159015 w 316391"/>
                <a:gd name="connsiteY5966" fmla="*/ 8197 h 459014"/>
                <a:gd name="connsiteX5967" fmla="*/ 159015 w 316391"/>
                <a:gd name="connsiteY5967" fmla="*/ 8197 h 459014"/>
                <a:gd name="connsiteX5968" fmla="*/ 159015 w 316391"/>
                <a:gd name="connsiteY5968" fmla="*/ 8197 h 459014"/>
                <a:gd name="connsiteX5969" fmla="*/ 159015 w 316391"/>
                <a:gd name="connsiteY5969" fmla="*/ 8197 h 459014"/>
                <a:gd name="connsiteX5970" fmla="*/ 159015 w 316391"/>
                <a:gd name="connsiteY5970" fmla="*/ 8197 h 459014"/>
                <a:gd name="connsiteX5971" fmla="*/ 159015 w 316391"/>
                <a:gd name="connsiteY5971" fmla="*/ 9836 h 459014"/>
                <a:gd name="connsiteX5972" fmla="*/ 159015 w 316391"/>
                <a:gd name="connsiteY5972" fmla="*/ 9836 h 459014"/>
                <a:gd name="connsiteX5973" fmla="*/ 159015 w 316391"/>
                <a:gd name="connsiteY5973" fmla="*/ 9836 h 459014"/>
                <a:gd name="connsiteX5974" fmla="*/ 159015 w 316391"/>
                <a:gd name="connsiteY5974" fmla="*/ 9836 h 459014"/>
                <a:gd name="connsiteX5975" fmla="*/ 160655 w 316391"/>
                <a:gd name="connsiteY5975" fmla="*/ 9836 h 459014"/>
                <a:gd name="connsiteX5976" fmla="*/ 160655 w 316391"/>
                <a:gd name="connsiteY5976" fmla="*/ 9836 h 459014"/>
                <a:gd name="connsiteX5977" fmla="*/ 160655 w 316391"/>
                <a:gd name="connsiteY5977" fmla="*/ 9836 h 459014"/>
                <a:gd name="connsiteX5978" fmla="*/ 160655 w 316391"/>
                <a:gd name="connsiteY5978" fmla="*/ 9836 h 459014"/>
                <a:gd name="connsiteX5979" fmla="*/ 160655 w 316391"/>
                <a:gd name="connsiteY5979" fmla="*/ 9836 h 459014"/>
                <a:gd name="connsiteX5980" fmla="*/ 162294 w 316391"/>
                <a:gd name="connsiteY5980" fmla="*/ 9836 h 459014"/>
                <a:gd name="connsiteX5981" fmla="*/ 162294 w 316391"/>
                <a:gd name="connsiteY5981" fmla="*/ 9836 h 459014"/>
                <a:gd name="connsiteX5982" fmla="*/ 162294 w 316391"/>
                <a:gd name="connsiteY5982" fmla="*/ 9836 h 459014"/>
                <a:gd name="connsiteX5983" fmla="*/ 162294 w 316391"/>
                <a:gd name="connsiteY5983" fmla="*/ 9836 h 459014"/>
                <a:gd name="connsiteX5984" fmla="*/ 162294 w 316391"/>
                <a:gd name="connsiteY5984" fmla="*/ 8197 h 459014"/>
                <a:gd name="connsiteX5985" fmla="*/ 162294 w 316391"/>
                <a:gd name="connsiteY5985" fmla="*/ 8197 h 459014"/>
                <a:gd name="connsiteX5986" fmla="*/ 162294 w 316391"/>
                <a:gd name="connsiteY5986" fmla="*/ 8197 h 459014"/>
                <a:gd name="connsiteX5987" fmla="*/ 162294 w 316391"/>
                <a:gd name="connsiteY5987" fmla="*/ 8197 h 459014"/>
                <a:gd name="connsiteX5988" fmla="*/ 163934 w 316391"/>
                <a:gd name="connsiteY5988" fmla="*/ 8197 h 459014"/>
                <a:gd name="connsiteX5989" fmla="*/ 163934 w 316391"/>
                <a:gd name="connsiteY5989" fmla="*/ 8197 h 459014"/>
                <a:gd name="connsiteX5990" fmla="*/ 163934 w 316391"/>
                <a:gd name="connsiteY5990" fmla="*/ 6557 h 459014"/>
                <a:gd name="connsiteX5991" fmla="*/ 163934 w 316391"/>
                <a:gd name="connsiteY5991" fmla="*/ 6557 h 459014"/>
                <a:gd name="connsiteX5992" fmla="*/ 163934 w 316391"/>
                <a:gd name="connsiteY5992" fmla="*/ 8197 h 459014"/>
                <a:gd name="connsiteX5993" fmla="*/ 163934 w 316391"/>
                <a:gd name="connsiteY5993" fmla="*/ 8197 h 459014"/>
                <a:gd name="connsiteX5994" fmla="*/ 163934 w 316391"/>
                <a:gd name="connsiteY5994" fmla="*/ 8197 h 459014"/>
                <a:gd name="connsiteX5995" fmla="*/ 163934 w 316391"/>
                <a:gd name="connsiteY5995" fmla="*/ 8197 h 459014"/>
                <a:gd name="connsiteX5996" fmla="*/ 163934 w 316391"/>
                <a:gd name="connsiteY5996" fmla="*/ 8197 h 459014"/>
                <a:gd name="connsiteX5997" fmla="*/ 163934 w 316391"/>
                <a:gd name="connsiteY5997" fmla="*/ 8197 h 459014"/>
                <a:gd name="connsiteX5998" fmla="*/ 163934 w 316391"/>
                <a:gd name="connsiteY5998" fmla="*/ 8197 h 459014"/>
                <a:gd name="connsiteX5999" fmla="*/ 163934 w 316391"/>
                <a:gd name="connsiteY5999" fmla="*/ 9836 h 459014"/>
                <a:gd name="connsiteX6000" fmla="*/ 163934 w 316391"/>
                <a:gd name="connsiteY6000" fmla="*/ 9836 h 459014"/>
                <a:gd name="connsiteX6001" fmla="*/ 163934 w 316391"/>
                <a:gd name="connsiteY6001" fmla="*/ 9836 h 459014"/>
                <a:gd name="connsiteX6002" fmla="*/ 163934 w 316391"/>
                <a:gd name="connsiteY6002" fmla="*/ 9836 h 459014"/>
                <a:gd name="connsiteX6003" fmla="*/ 163934 w 316391"/>
                <a:gd name="connsiteY6003" fmla="*/ 9836 h 459014"/>
                <a:gd name="connsiteX6004" fmla="*/ 163934 w 316391"/>
                <a:gd name="connsiteY6004" fmla="*/ 9836 h 459014"/>
                <a:gd name="connsiteX6005" fmla="*/ 165573 w 316391"/>
                <a:gd name="connsiteY6005" fmla="*/ 9836 h 459014"/>
                <a:gd name="connsiteX6006" fmla="*/ 165573 w 316391"/>
                <a:gd name="connsiteY6006" fmla="*/ 9836 h 459014"/>
                <a:gd name="connsiteX6007" fmla="*/ 165573 w 316391"/>
                <a:gd name="connsiteY6007" fmla="*/ 9836 h 459014"/>
                <a:gd name="connsiteX6008" fmla="*/ 165573 w 316391"/>
                <a:gd name="connsiteY6008" fmla="*/ 11475 h 459014"/>
                <a:gd name="connsiteX6009" fmla="*/ 165573 w 316391"/>
                <a:gd name="connsiteY6009" fmla="*/ 11475 h 459014"/>
                <a:gd name="connsiteX6010" fmla="*/ 165573 w 316391"/>
                <a:gd name="connsiteY6010" fmla="*/ 11475 h 459014"/>
                <a:gd name="connsiteX6011" fmla="*/ 165573 w 316391"/>
                <a:gd name="connsiteY6011" fmla="*/ 11475 h 459014"/>
                <a:gd name="connsiteX6012" fmla="*/ 165573 w 316391"/>
                <a:gd name="connsiteY6012" fmla="*/ 11475 h 459014"/>
                <a:gd name="connsiteX6013" fmla="*/ 165573 w 316391"/>
                <a:gd name="connsiteY6013" fmla="*/ 11475 h 459014"/>
                <a:gd name="connsiteX6014" fmla="*/ 165573 w 316391"/>
                <a:gd name="connsiteY6014" fmla="*/ 11475 h 459014"/>
                <a:gd name="connsiteX6015" fmla="*/ 167212 w 316391"/>
                <a:gd name="connsiteY6015" fmla="*/ 11475 h 459014"/>
                <a:gd name="connsiteX6016" fmla="*/ 167212 w 316391"/>
                <a:gd name="connsiteY6016" fmla="*/ 11475 h 459014"/>
                <a:gd name="connsiteX6017" fmla="*/ 167212 w 316391"/>
                <a:gd name="connsiteY6017" fmla="*/ 11475 h 459014"/>
                <a:gd name="connsiteX6018" fmla="*/ 167212 w 316391"/>
                <a:gd name="connsiteY6018" fmla="*/ 13115 h 459014"/>
                <a:gd name="connsiteX6019" fmla="*/ 167212 w 316391"/>
                <a:gd name="connsiteY6019" fmla="*/ 13115 h 459014"/>
                <a:gd name="connsiteX6020" fmla="*/ 167212 w 316391"/>
                <a:gd name="connsiteY6020" fmla="*/ 13115 h 459014"/>
                <a:gd name="connsiteX6021" fmla="*/ 168851 w 316391"/>
                <a:gd name="connsiteY6021" fmla="*/ 13115 h 459014"/>
                <a:gd name="connsiteX6022" fmla="*/ 168851 w 316391"/>
                <a:gd name="connsiteY6022" fmla="*/ 13115 h 459014"/>
                <a:gd name="connsiteX6023" fmla="*/ 170491 w 316391"/>
                <a:gd name="connsiteY6023" fmla="*/ 13115 h 459014"/>
                <a:gd name="connsiteX6024" fmla="*/ 170491 w 316391"/>
                <a:gd name="connsiteY6024" fmla="*/ 13115 h 459014"/>
                <a:gd name="connsiteX6025" fmla="*/ 170491 w 316391"/>
                <a:gd name="connsiteY6025" fmla="*/ 13115 h 459014"/>
                <a:gd name="connsiteX6026" fmla="*/ 172130 w 316391"/>
                <a:gd name="connsiteY6026" fmla="*/ 13115 h 459014"/>
                <a:gd name="connsiteX6027" fmla="*/ 172130 w 316391"/>
                <a:gd name="connsiteY6027" fmla="*/ 13115 h 459014"/>
                <a:gd name="connsiteX6028" fmla="*/ 172130 w 316391"/>
                <a:gd name="connsiteY6028" fmla="*/ 13115 h 459014"/>
                <a:gd name="connsiteX6029" fmla="*/ 172130 w 316391"/>
                <a:gd name="connsiteY6029" fmla="*/ 13115 h 459014"/>
                <a:gd name="connsiteX6030" fmla="*/ 172130 w 316391"/>
                <a:gd name="connsiteY6030" fmla="*/ 13115 h 459014"/>
                <a:gd name="connsiteX6031" fmla="*/ 172130 w 316391"/>
                <a:gd name="connsiteY6031" fmla="*/ 13115 h 459014"/>
                <a:gd name="connsiteX6032" fmla="*/ 172130 w 316391"/>
                <a:gd name="connsiteY6032" fmla="*/ 13115 h 459014"/>
                <a:gd name="connsiteX6033" fmla="*/ 172130 w 316391"/>
                <a:gd name="connsiteY6033" fmla="*/ 11475 h 459014"/>
                <a:gd name="connsiteX6034" fmla="*/ 172130 w 316391"/>
                <a:gd name="connsiteY6034" fmla="*/ 11475 h 459014"/>
                <a:gd name="connsiteX6035" fmla="*/ 172130 w 316391"/>
                <a:gd name="connsiteY6035" fmla="*/ 11475 h 459014"/>
                <a:gd name="connsiteX6036" fmla="*/ 172130 w 316391"/>
                <a:gd name="connsiteY6036" fmla="*/ 11475 h 459014"/>
                <a:gd name="connsiteX6037" fmla="*/ 172130 w 316391"/>
                <a:gd name="connsiteY6037" fmla="*/ 11475 h 459014"/>
                <a:gd name="connsiteX6038" fmla="*/ 172130 w 316391"/>
                <a:gd name="connsiteY6038" fmla="*/ 11475 h 459014"/>
                <a:gd name="connsiteX6039" fmla="*/ 170491 w 316391"/>
                <a:gd name="connsiteY6039" fmla="*/ 11475 h 459014"/>
                <a:gd name="connsiteX6040" fmla="*/ 170491 w 316391"/>
                <a:gd name="connsiteY6040" fmla="*/ 9836 h 459014"/>
                <a:gd name="connsiteX6041" fmla="*/ 170491 w 316391"/>
                <a:gd name="connsiteY6041" fmla="*/ 9836 h 459014"/>
                <a:gd name="connsiteX6042" fmla="*/ 170491 w 316391"/>
                <a:gd name="connsiteY6042" fmla="*/ 9836 h 459014"/>
                <a:gd name="connsiteX6043" fmla="*/ 170491 w 316391"/>
                <a:gd name="connsiteY6043" fmla="*/ 9836 h 459014"/>
                <a:gd name="connsiteX6044" fmla="*/ 170491 w 316391"/>
                <a:gd name="connsiteY6044" fmla="*/ 9836 h 459014"/>
                <a:gd name="connsiteX6045" fmla="*/ 170491 w 316391"/>
                <a:gd name="connsiteY6045" fmla="*/ 9836 h 459014"/>
                <a:gd name="connsiteX6046" fmla="*/ 170491 w 316391"/>
                <a:gd name="connsiteY6046" fmla="*/ 9836 h 459014"/>
                <a:gd name="connsiteX6047" fmla="*/ 170491 w 316391"/>
                <a:gd name="connsiteY6047" fmla="*/ 9836 h 459014"/>
                <a:gd name="connsiteX6048" fmla="*/ 172130 w 316391"/>
                <a:gd name="connsiteY6048" fmla="*/ 9836 h 459014"/>
                <a:gd name="connsiteX6049" fmla="*/ 172130 w 316391"/>
                <a:gd name="connsiteY6049" fmla="*/ 9836 h 459014"/>
                <a:gd name="connsiteX6050" fmla="*/ 172130 w 316391"/>
                <a:gd name="connsiteY6050" fmla="*/ 9836 h 459014"/>
                <a:gd name="connsiteX6051" fmla="*/ 172130 w 316391"/>
                <a:gd name="connsiteY6051" fmla="*/ 9836 h 459014"/>
                <a:gd name="connsiteX6052" fmla="*/ 172130 w 316391"/>
                <a:gd name="connsiteY6052" fmla="*/ 9836 h 459014"/>
                <a:gd name="connsiteX6053" fmla="*/ 172130 w 316391"/>
                <a:gd name="connsiteY6053" fmla="*/ 9836 h 459014"/>
                <a:gd name="connsiteX6054" fmla="*/ 173770 w 316391"/>
                <a:gd name="connsiteY6054" fmla="*/ 9836 h 459014"/>
                <a:gd name="connsiteX6055" fmla="*/ 173770 w 316391"/>
                <a:gd name="connsiteY6055" fmla="*/ 9836 h 459014"/>
                <a:gd name="connsiteX6056" fmla="*/ 173770 w 316391"/>
                <a:gd name="connsiteY6056" fmla="*/ 9836 h 459014"/>
                <a:gd name="connsiteX6057" fmla="*/ 173770 w 316391"/>
                <a:gd name="connsiteY6057" fmla="*/ 9836 h 459014"/>
                <a:gd name="connsiteX6058" fmla="*/ 173770 w 316391"/>
                <a:gd name="connsiteY6058" fmla="*/ 9836 h 459014"/>
                <a:gd name="connsiteX6059" fmla="*/ 175409 w 316391"/>
                <a:gd name="connsiteY6059" fmla="*/ 9836 h 459014"/>
                <a:gd name="connsiteX6060" fmla="*/ 175409 w 316391"/>
                <a:gd name="connsiteY6060" fmla="*/ 9836 h 459014"/>
                <a:gd name="connsiteX6061" fmla="*/ 175409 w 316391"/>
                <a:gd name="connsiteY6061" fmla="*/ 8197 h 459014"/>
                <a:gd name="connsiteX6062" fmla="*/ 177048 w 316391"/>
                <a:gd name="connsiteY6062" fmla="*/ 8197 h 459014"/>
                <a:gd name="connsiteX6063" fmla="*/ 177048 w 316391"/>
                <a:gd name="connsiteY6063" fmla="*/ 8197 h 459014"/>
                <a:gd name="connsiteX6064" fmla="*/ 177048 w 316391"/>
                <a:gd name="connsiteY6064" fmla="*/ 8197 h 459014"/>
                <a:gd name="connsiteX6065" fmla="*/ 177048 w 316391"/>
                <a:gd name="connsiteY6065" fmla="*/ 8197 h 459014"/>
                <a:gd name="connsiteX6066" fmla="*/ 177048 w 316391"/>
                <a:gd name="connsiteY6066" fmla="*/ 6557 h 459014"/>
                <a:gd name="connsiteX6067" fmla="*/ 177048 w 316391"/>
                <a:gd name="connsiteY6067" fmla="*/ 6557 h 459014"/>
                <a:gd name="connsiteX6068" fmla="*/ 177048 w 316391"/>
                <a:gd name="connsiteY6068" fmla="*/ 6557 h 459014"/>
                <a:gd name="connsiteX6069" fmla="*/ 177048 w 316391"/>
                <a:gd name="connsiteY6069" fmla="*/ 6557 h 459014"/>
                <a:gd name="connsiteX6070" fmla="*/ 177048 w 316391"/>
                <a:gd name="connsiteY6070" fmla="*/ 6557 h 459014"/>
                <a:gd name="connsiteX6071" fmla="*/ 177048 w 316391"/>
                <a:gd name="connsiteY6071" fmla="*/ 6557 h 459014"/>
                <a:gd name="connsiteX6072" fmla="*/ 177048 w 316391"/>
                <a:gd name="connsiteY6072" fmla="*/ 4918 h 459014"/>
                <a:gd name="connsiteX6073" fmla="*/ 177048 w 316391"/>
                <a:gd name="connsiteY6073" fmla="*/ 4918 h 459014"/>
                <a:gd name="connsiteX6074" fmla="*/ 177048 w 316391"/>
                <a:gd name="connsiteY6074" fmla="*/ 4918 h 459014"/>
                <a:gd name="connsiteX6075" fmla="*/ 177048 w 316391"/>
                <a:gd name="connsiteY6075" fmla="*/ 4918 h 459014"/>
                <a:gd name="connsiteX6076" fmla="*/ 178688 w 316391"/>
                <a:gd name="connsiteY6076" fmla="*/ 4918 h 459014"/>
                <a:gd name="connsiteX6077" fmla="*/ 178688 w 316391"/>
                <a:gd name="connsiteY6077" fmla="*/ 4918 h 459014"/>
                <a:gd name="connsiteX6078" fmla="*/ 178688 w 316391"/>
                <a:gd name="connsiteY6078" fmla="*/ 4918 h 459014"/>
                <a:gd name="connsiteX6079" fmla="*/ 178688 w 316391"/>
                <a:gd name="connsiteY6079" fmla="*/ 4918 h 459014"/>
                <a:gd name="connsiteX6080" fmla="*/ 178688 w 316391"/>
                <a:gd name="connsiteY6080" fmla="*/ 4918 h 459014"/>
                <a:gd name="connsiteX6081" fmla="*/ 178688 w 316391"/>
                <a:gd name="connsiteY6081" fmla="*/ 4918 h 459014"/>
                <a:gd name="connsiteX6082" fmla="*/ 180327 w 316391"/>
                <a:gd name="connsiteY6082" fmla="*/ 4918 h 459014"/>
                <a:gd name="connsiteX6083" fmla="*/ 180327 w 316391"/>
                <a:gd name="connsiteY6083" fmla="*/ 4918 h 459014"/>
                <a:gd name="connsiteX6084" fmla="*/ 180327 w 316391"/>
                <a:gd name="connsiteY6084" fmla="*/ 4918 h 459014"/>
                <a:gd name="connsiteX6085" fmla="*/ 181966 w 316391"/>
                <a:gd name="connsiteY6085" fmla="*/ 4918 h 459014"/>
                <a:gd name="connsiteX6086" fmla="*/ 181966 w 316391"/>
                <a:gd name="connsiteY6086" fmla="*/ 4918 h 459014"/>
                <a:gd name="connsiteX6087" fmla="*/ 181966 w 316391"/>
                <a:gd name="connsiteY6087" fmla="*/ 4918 h 459014"/>
                <a:gd name="connsiteX6088" fmla="*/ 181966 w 316391"/>
                <a:gd name="connsiteY6088" fmla="*/ 4918 h 459014"/>
                <a:gd name="connsiteX6089" fmla="*/ 181966 w 316391"/>
                <a:gd name="connsiteY6089" fmla="*/ 6557 h 459014"/>
                <a:gd name="connsiteX6090" fmla="*/ 181966 w 316391"/>
                <a:gd name="connsiteY6090" fmla="*/ 6557 h 459014"/>
                <a:gd name="connsiteX6091" fmla="*/ 181966 w 316391"/>
                <a:gd name="connsiteY6091" fmla="*/ 6557 h 459014"/>
                <a:gd name="connsiteX6092" fmla="*/ 181966 w 316391"/>
                <a:gd name="connsiteY6092" fmla="*/ 6557 h 459014"/>
                <a:gd name="connsiteX6093" fmla="*/ 183605 w 316391"/>
                <a:gd name="connsiteY6093" fmla="*/ 6557 h 459014"/>
                <a:gd name="connsiteX6094" fmla="*/ 183605 w 316391"/>
                <a:gd name="connsiteY6094" fmla="*/ 6557 h 459014"/>
                <a:gd name="connsiteX6095" fmla="*/ 183605 w 316391"/>
                <a:gd name="connsiteY6095" fmla="*/ 6557 h 459014"/>
                <a:gd name="connsiteX6096" fmla="*/ 183605 w 316391"/>
                <a:gd name="connsiteY6096" fmla="*/ 6557 h 459014"/>
                <a:gd name="connsiteX6097" fmla="*/ 185245 w 316391"/>
                <a:gd name="connsiteY6097" fmla="*/ 6557 h 459014"/>
                <a:gd name="connsiteX6098" fmla="*/ 185245 w 316391"/>
                <a:gd name="connsiteY6098" fmla="*/ 6557 h 459014"/>
                <a:gd name="connsiteX6099" fmla="*/ 185245 w 316391"/>
                <a:gd name="connsiteY6099" fmla="*/ 6557 h 459014"/>
                <a:gd name="connsiteX6100" fmla="*/ 185245 w 316391"/>
                <a:gd name="connsiteY6100" fmla="*/ 6557 h 459014"/>
                <a:gd name="connsiteX6101" fmla="*/ 185245 w 316391"/>
                <a:gd name="connsiteY6101" fmla="*/ 6557 h 459014"/>
                <a:gd name="connsiteX6102" fmla="*/ 185245 w 316391"/>
                <a:gd name="connsiteY6102" fmla="*/ 6557 h 459014"/>
                <a:gd name="connsiteX6103" fmla="*/ 186884 w 316391"/>
                <a:gd name="connsiteY6103" fmla="*/ 6557 h 459014"/>
                <a:gd name="connsiteX6104" fmla="*/ 186884 w 316391"/>
                <a:gd name="connsiteY6104" fmla="*/ 6557 h 459014"/>
                <a:gd name="connsiteX6105" fmla="*/ 188524 w 316391"/>
                <a:gd name="connsiteY6105" fmla="*/ 6557 h 459014"/>
                <a:gd name="connsiteX6106" fmla="*/ 188524 w 316391"/>
                <a:gd name="connsiteY6106" fmla="*/ 6557 h 459014"/>
                <a:gd name="connsiteX6107" fmla="*/ 190163 w 316391"/>
                <a:gd name="connsiteY6107" fmla="*/ 6557 h 459014"/>
                <a:gd name="connsiteX6108" fmla="*/ 190163 w 316391"/>
                <a:gd name="connsiteY6108" fmla="*/ 6557 h 459014"/>
                <a:gd name="connsiteX6109" fmla="*/ 190163 w 316391"/>
                <a:gd name="connsiteY6109" fmla="*/ 6557 h 459014"/>
                <a:gd name="connsiteX6110" fmla="*/ 191802 w 316391"/>
                <a:gd name="connsiteY6110" fmla="*/ 6557 h 459014"/>
                <a:gd name="connsiteX6111" fmla="*/ 191802 w 316391"/>
                <a:gd name="connsiteY6111" fmla="*/ 6557 h 459014"/>
                <a:gd name="connsiteX6112" fmla="*/ 193442 w 316391"/>
                <a:gd name="connsiteY6112" fmla="*/ 6557 h 459014"/>
                <a:gd name="connsiteX6113" fmla="*/ 195081 w 316391"/>
                <a:gd name="connsiteY6113" fmla="*/ 8197 h 459014"/>
                <a:gd name="connsiteX6114" fmla="*/ 195081 w 316391"/>
                <a:gd name="connsiteY6114" fmla="*/ 8197 h 459014"/>
                <a:gd name="connsiteX6115" fmla="*/ 196720 w 316391"/>
                <a:gd name="connsiteY6115" fmla="*/ 9836 h 459014"/>
                <a:gd name="connsiteX6116" fmla="*/ 198360 w 316391"/>
                <a:gd name="connsiteY6116" fmla="*/ 9836 h 459014"/>
                <a:gd name="connsiteX6117" fmla="*/ 199999 w 316391"/>
                <a:gd name="connsiteY6117" fmla="*/ 11475 h 459014"/>
                <a:gd name="connsiteX6118" fmla="*/ 201638 w 316391"/>
                <a:gd name="connsiteY6118" fmla="*/ 11475 h 459014"/>
                <a:gd name="connsiteX6119" fmla="*/ 201638 w 316391"/>
                <a:gd name="connsiteY6119" fmla="*/ 13115 h 459014"/>
                <a:gd name="connsiteX6120" fmla="*/ 201638 w 316391"/>
                <a:gd name="connsiteY6120" fmla="*/ 14754 h 459014"/>
                <a:gd name="connsiteX6121" fmla="*/ 203278 w 316391"/>
                <a:gd name="connsiteY6121" fmla="*/ 16393 h 459014"/>
                <a:gd name="connsiteX6122" fmla="*/ 203278 w 316391"/>
                <a:gd name="connsiteY6122" fmla="*/ 18033 h 459014"/>
                <a:gd name="connsiteX6123" fmla="*/ 203278 w 316391"/>
                <a:gd name="connsiteY6123" fmla="*/ 18033 h 459014"/>
                <a:gd name="connsiteX6124" fmla="*/ 204917 w 316391"/>
                <a:gd name="connsiteY6124" fmla="*/ 19672 h 459014"/>
                <a:gd name="connsiteX6125" fmla="*/ 204917 w 316391"/>
                <a:gd name="connsiteY6125" fmla="*/ 21311 h 459014"/>
                <a:gd name="connsiteX6126" fmla="*/ 206557 w 316391"/>
                <a:gd name="connsiteY6126" fmla="*/ 21311 h 459014"/>
                <a:gd name="connsiteX6127" fmla="*/ 206557 w 316391"/>
                <a:gd name="connsiteY6127" fmla="*/ 22951 h 459014"/>
                <a:gd name="connsiteX6128" fmla="*/ 208195 w 316391"/>
                <a:gd name="connsiteY6128" fmla="*/ 24590 h 459014"/>
                <a:gd name="connsiteX6129" fmla="*/ 208195 w 316391"/>
                <a:gd name="connsiteY6129" fmla="*/ 26229 h 459014"/>
                <a:gd name="connsiteX6130" fmla="*/ 209835 w 316391"/>
                <a:gd name="connsiteY6130" fmla="*/ 27869 h 459014"/>
                <a:gd name="connsiteX6131" fmla="*/ 209835 w 316391"/>
                <a:gd name="connsiteY6131" fmla="*/ 29508 h 459014"/>
                <a:gd name="connsiteX6132" fmla="*/ 209835 w 316391"/>
                <a:gd name="connsiteY6132" fmla="*/ 29508 h 459014"/>
                <a:gd name="connsiteX6133" fmla="*/ 211474 w 316391"/>
                <a:gd name="connsiteY6133" fmla="*/ 31147 h 459014"/>
                <a:gd name="connsiteX6134" fmla="*/ 213114 w 316391"/>
                <a:gd name="connsiteY6134" fmla="*/ 32787 h 459014"/>
                <a:gd name="connsiteX6135" fmla="*/ 213114 w 316391"/>
                <a:gd name="connsiteY6135" fmla="*/ 34426 h 459014"/>
                <a:gd name="connsiteX6136" fmla="*/ 213114 w 316391"/>
                <a:gd name="connsiteY6136" fmla="*/ 36065 h 459014"/>
                <a:gd name="connsiteX6137" fmla="*/ 213114 w 316391"/>
                <a:gd name="connsiteY6137" fmla="*/ 37705 h 459014"/>
                <a:gd name="connsiteX6138" fmla="*/ 213114 w 316391"/>
                <a:gd name="connsiteY6138" fmla="*/ 37705 h 459014"/>
                <a:gd name="connsiteX6139" fmla="*/ 214753 w 316391"/>
                <a:gd name="connsiteY6139" fmla="*/ 40983 h 459014"/>
                <a:gd name="connsiteX6140" fmla="*/ 214753 w 316391"/>
                <a:gd name="connsiteY6140" fmla="*/ 42623 h 459014"/>
                <a:gd name="connsiteX6141" fmla="*/ 214753 w 316391"/>
                <a:gd name="connsiteY6141" fmla="*/ 44262 h 459014"/>
                <a:gd name="connsiteX6142" fmla="*/ 214753 w 316391"/>
                <a:gd name="connsiteY6142" fmla="*/ 45901 h 459014"/>
                <a:gd name="connsiteX6143" fmla="*/ 213114 w 316391"/>
                <a:gd name="connsiteY6143" fmla="*/ 45901 h 459014"/>
                <a:gd name="connsiteX6144" fmla="*/ 213114 w 316391"/>
                <a:gd name="connsiteY6144" fmla="*/ 47541 h 459014"/>
                <a:gd name="connsiteX6145" fmla="*/ 213114 w 316391"/>
                <a:gd name="connsiteY6145" fmla="*/ 49180 h 459014"/>
                <a:gd name="connsiteX6146" fmla="*/ 213114 w 316391"/>
                <a:gd name="connsiteY6146" fmla="*/ 50820 h 459014"/>
                <a:gd name="connsiteX6147" fmla="*/ 211474 w 316391"/>
                <a:gd name="connsiteY6147" fmla="*/ 52459 h 459014"/>
                <a:gd name="connsiteX6148" fmla="*/ 211474 w 316391"/>
                <a:gd name="connsiteY6148" fmla="*/ 52459 h 459014"/>
                <a:gd name="connsiteX6149" fmla="*/ 211474 w 316391"/>
                <a:gd name="connsiteY6149" fmla="*/ 54098 h 459014"/>
                <a:gd name="connsiteX6150" fmla="*/ 211474 w 316391"/>
                <a:gd name="connsiteY6150" fmla="*/ 54098 h 459014"/>
                <a:gd name="connsiteX6151" fmla="*/ 209835 w 316391"/>
                <a:gd name="connsiteY6151" fmla="*/ 55737 h 459014"/>
                <a:gd name="connsiteX6152" fmla="*/ 209835 w 316391"/>
                <a:gd name="connsiteY6152" fmla="*/ 57377 h 459014"/>
                <a:gd name="connsiteX6153" fmla="*/ 209835 w 316391"/>
                <a:gd name="connsiteY6153" fmla="*/ 59016 h 459014"/>
                <a:gd name="connsiteX6154" fmla="*/ 211474 w 316391"/>
                <a:gd name="connsiteY6154" fmla="*/ 60655 h 459014"/>
                <a:gd name="connsiteX6155" fmla="*/ 211474 w 316391"/>
                <a:gd name="connsiteY6155" fmla="*/ 60655 h 459014"/>
                <a:gd name="connsiteX6156" fmla="*/ 209835 w 316391"/>
                <a:gd name="connsiteY6156" fmla="*/ 62295 h 459014"/>
                <a:gd name="connsiteX6157" fmla="*/ 209835 w 316391"/>
                <a:gd name="connsiteY6157" fmla="*/ 62295 h 459014"/>
                <a:gd name="connsiteX6158" fmla="*/ 209835 w 316391"/>
                <a:gd name="connsiteY6158" fmla="*/ 62295 h 459014"/>
                <a:gd name="connsiteX6159" fmla="*/ 209835 w 316391"/>
                <a:gd name="connsiteY6159" fmla="*/ 62295 h 459014"/>
                <a:gd name="connsiteX6160" fmla="*/ 209835 w 316391"/>
                <a:gd name="connsiteY6160" fmla="*/ 62295 h 459014"/>
                <a:gd name="connsiteX6161" fmla="*/ 209835 w 316391"/>
                <a:gd name="connsiteY6161" fmla="*/ 63934 h 459014"/>
                <a:gd name="connsiteX6162" fmla="*/ 209835 w 316391"/>
                <a:gd name="connsiteY6162" fmla="*/ 63934 h 459014"/>
                <a:gd name="connsiteX6163" fmla="*/ 209835 w 316391"/>
                <a:gd name="connsiteY6163" fmla="*/ 63934 h 459014"/>
                <a:gd name="connsiteX6164" fmla="*/ 209835 w 316391"/>
                <a:gd name="connsiteY6164" fmla="*/ 63934 h 459014"/>
                <a:gd name="connsiteX6165" fmla="*/ 209835 w 316391"/>
                <a:gd name="connsiteY6165" fmla="*/ 63934 h 459014"/>
                <a:gd name="connsiteX6166" fmla="*/ 209835 w 316391"/>
                <a:gd name="connsiteY6166" fmla="*/ 63934 h 459014"/>
                <a:gd name="connsiteX6167" fmla="*/ 209835 w 316391"/>
                <a:gd name="connsiteY6167" fmla="*/ 65573 h 459014"/>
                <a:gd name="connsiteX6168" fmla="*/ 209835 w 316391"/>
                <a:gd name="connsiteY6168" fmla="*/ 65573 h 459014"/>
                <a:gd name="connsiteX6169" fmla="*/ 209835 w 316391"/>
                <a:gd name="connsiteY6169" fmla="*/ 65573 h 459014"/>
                <a:gd name="connsiteX6170" fmla="*/ 211474 w 316391"/>
                <a:gd name="connsiteY6170" fmla="*/ 65573 h 459014"/>
                <a:gd name="connsiteX6171" fmla="*/ 211474 w 316391"/>
                <a:gd name="connsiteY6171" fmla="*/ 67213 h 459014"/>
                <a:gd name="connsiteX6172" fmla="*/ 213114 w 316391"/>
                <a:gd name="connsiteY6172" fmla="*/ 68852 h 459014"/>
                <a:gd name="connsiteX6173" fmla="*/ 213114 w 316391"/>
                <a:gd name="connsiteY6173" fmla="*/ 70492 h 459014"/>
                <a:gd name="connsiteX6174" fmla="*/ 214753 w 316391"/>
                <a:gd name="connsiteY6174" fmla="*/ 70492 h 459014"/>
                <a:gd name="connsiteX6175" fmla="*/ 214753 w 316391"/>
                <a:gd name="connsiteY6175" fmla="*/ 72131 h 459014"/>
                <a:gd name="connsiteX6176" fmla="*/ 216392 w 316391"/>
                <a:gd name="connsiteY6176" fmla="*/ 73770 h 459014"/>
                <a:gd name="connsiteX6177" fmla="*/ 218032 w 316391"/>
                <a:gd name="connsiteY6177" fmla="*/ 73770 h 459014"/>
                <a:gd name="connsiteX6178" fmla="*/ 219671 w 316391"/>
                <a:gd name="connsiteY6178" fmla="*/ 75410 h 459014"/>
                <a:gd name="connsiteX6179" fmla="*/ 219671 w 316391"/>
                <a:gd name="connsiteY6179" fmla="*/ 73770 h 459014"/>
                <a:gd name="connsiteX6180" fmla="*/ 221310 w 316391"/>
                <a:gd name="connsiteY6180" fmla="*/ 73770 h 459014"/>
                <a:gd name="connsiteX6181" fmla="*/ 221310 w 316391"/>
                <a:gd name="connsiteY6181" fmla="*/ 73770 h 459014"/>
                <a:gd name="connsiteX6182" fmla="*/ 221310 w 316391"/>
                <a:gd name="connsiteY6182" fmla="*/ 73770 h 459014"/>
                <a:gd name="connsiteX6183" fmla="*/ 222950 w 316391"/>
                <a:gd name="connsiteY6183" fmla="*/ 73770 h 459014"/>
                <a:gd name="connsiteX6184" fmla="*/ 222950 w 316391"/>
                <a:gd name="connsiteY6184" fmla="*/ 75410 h 459014"/>
                <a:gd name="connsiteX6185" fmla="*/ 224589 w 316391"/>
                <a:gd name="connsiteY6185" fmla="*/ 75410 h 459014"/>
                <a:gd name="connsiteX6186" fmla="*/ 224589 w 316391"/>
                <a:gd name="connsiteY6186" fmla="*/ 77049 h 459014"/>
                <a:gd name="connsiteX6187" fmla="*/ 226228 w 316391"/>
                <a:gd name="connsiteY6187" fmla="*/ 77049 h 459014"/>
                <a:gd name="connsiteX6188" fmla="*/ 227868 w 316391"/>
                <a:gd name="connsiteY6188" fmla="*/ 77049 h 459014"/>
                <a:gd name="connsiteX6189" fmla="*/ 229507 w 316391"/>
                <a:gd name="connsiteY6189" fmla="*/ 77049 h 459014"/>
                <a:gd name="connsiteX6190" fmla="*/ 231147 w 316391"/>
                <a:gd name="connsiteY6190" fmla="*/ 77049 h 459014"/>
                <a:gd name="connsiteX6191" fmla="*/ 232786 w 316391"/>
                <a:gd name="connsiteY6191" fmla="*/ 77049 h 459014"/>
                <a:gd name="connsiteX6192" fmla="*/ 232786 w 316391"/>
                <a:gd name="connsiteY6192" fmla="*/ 77049 h 459014"/>
                <a:gd name="connsiteX6193" fmla="*/ 234425 w 316391"/>
                <a:gd name="connsiteY6193" fmla="*/ 77049 h 459014"/>
                <a:gd name="connsiteX6194" fmla="*/ 234425 w 316391"/>
                <a:gd name="connsiteY6194" fmla="*/ 77049 h 459014"/>
                <a:gd name="connsiteX6195" fmla="*/ 236064 w 316391"/>
                <a:gd name="connsiteY6195" fmla="*/ 77049 h 459014"/>
                <a:gd name="connsiteX6196" fmla="*/ 239343 w 316391"/>
                <a:gd name="connsiteY6196" fmla="*/ 75410 h 459014"/>
                <a:gd name="connsiteX6197" fmla="*/ 240982 w 316391"/>
                <a:gd name="connsiteY6197" fmla="*/ 75410 h 459014"/>
                <a:gd name="connsiteX6198" fmla="*/ 242622 w 316391"/>
                <a:gd name="connsiteY6198" fmla="*/ 73770 h 459014"/>
                <a:gd name="connsiteX6199" fmla="*/ 242622 w 316391"/>
                <a:gd name="connsiteY6199" fmla="*/ 73770 h 459014"/>
                <a:gd name="connsiteX6200" fmla="*/ 242622 w 316391"/>
                <a:gd name="connsiteY6200" fmla="*/ 73770 h 459014"/>
                <a:gd name="connsiteX6201" fmla="*/ 242622 w 316391"/>
                <a:gd name="connsiteY6201" fmla="*/ 72131 h 459014"/>
                <a:gd name="connsiteX6202" fmla="*/ 242622 w 316391"/>
                <a:gd name="connsiteY6202" fmla="*/ 70492 h 459014"/>
                <a:gd name="connsiteX6203" fmla="*/ 244261 w 316391"/>
                <a:gd name="connsiteY6203" fmla="*/ 70492 h 459014"/>
                <a:gd name="connsiteX6204" fmla="*/ 244261 w 316391"/>
                <a:gd name="connsiteY6204" fmla="*/ 68852 h 459014"/>
                <a:gd name="connsiteX6205" fmla="*/ 244261 w 316391"/>
                <a:gd name="connsiteY6205" fmla="*/ 68852 h 459014"/>
                <a:gd name="connsiteX6206" fmla="*/ 245901 w 316391"/>
                <a:gd name="connsiteY6206" fmla="*/ 68852 h 459014"/>
                <a:gd name="connsiteX6207" fmla="*/ 245901 w 316391"/>
                <a:gd name="connsiteY6207" fmla="*/ 68852 h 459014"/>
                <a:gd name="connsiteX6208" fmla="*/ 245901 w 316391"/>
                <a:gd name="connsiteY6208" fmla="*/ 68852 h 459014"/>
                <a:gd name="connsiteX6209" fmla="*/ 249179 w 316391"/>
                <a:gd name="connsiteY6209" fmla="*/ 68852 h 459014"/>
                <a:gd name="connsiteX6210" fmla="*/ 250818 w 316391"/>
                <a:gd name="connsiteY6210" fmla="*/ 68852 h 459014"/>
                <a:gd name="connsiteX6211" fmla="*/ 252458 w 316391"/>
                <a:gd name="connsiteY6211" fmla="*/ 70492 h 459014"/>
                <a:gd name="connsiteX6212" fmla="*/ 252458 w 316391"/>
                <a:gd name="connsiteY6212" fmla="*/ 72131 h 459014"/>
                <a:gd name="connsiteX6213" fmla="*/ 254097 w 316391"/>
                <a:gd name="connsiteY6213" fmla="*/ 72131 h 459014"/>
                <a:gd name="connsiteX6214" fmla="*/ 252458 w 316391"/>
                <a:gd name="connsiteY6214" fmla="*/ 73770 h 459014"/>
                <a:gd name="connsiteX6215" fmla="*/ 252458 w 316391"/>
                <a:gd name="connsiteY6215" fmla="*/ 73770 h 459014"/>
                <a:gd name="connsiteX6216" fmla="*/ 250818 w 316391"/>
                <a:gd name="connsiteY6216" fmla="*/ 73770 h 459014"/>
                <a:gd name="connsiteX6217" fmla="*/ 250818 w 316391"/>
                <a:gd name="connsiteY6217" fmla="*/ 73770 h 459014"/>
                <a:gd name="connsiteX6218" fmla="*/ 250818 w 316391"/>
                <a:gd name="connsiteY6218" fmla="*/ 75410 h 459014"/>
                <a:gd name="connsiteX6219" fmla="*/ 250818 w 316391"/>
                <a:gd name="connsiteY6219" fmla="*/ 75410 h 459014"/>
                <a:gd name="connsiteX6220" fmla="*/ 252458 w 316391"/>
                <a:gd name="connsiteY6220" fmla="*/ 77049 h 459014"/>
                <a:gd name="connsiteX6221" fmla="*/ 252458 w 316391"/>
                <a:gd name="connsiteY6221" fmla="*/ 77049 h 459014"/>
                <a:gd name="connsiteX6222" fmla="*/ 252458 w 316391"/>
                <a:gd name="connsiteY6222" fmla="*/ 78688 h 459014"/>
                <a:gd name="connsiteX6223" fmla="*/ 254097 w 316391"/>
                <a:gd name="connsiteY6223" fmla="*/ 80327 h 459014"/>
                <a:gd name="connsiteX6224" fmla="*/ 255737 w 316391"/>
                <a:gd name="connsiteY6224" fmla="*/ 81967 h 459014"/>
                <a:gd name="connsiteX6225" fmla="*/ 257376 w 316391"/>
                <a:gd name="connsiteY6225" fmla="*/ 83606 h 459014"/>
                <a:gd name="connsiteX6226" fmla="*/ 257376 w 316391"/>
                <a:gd name="connsiteY6226" fmla="*/ 83606 h 459014"/>
                <a:gd name="connsiteX6227" fmla="*/ 259015 w 316391"/>
                <a:gd name="connsiteY6227" fmla="*/ 85245 h 459014"/>
                <a:gd name="connsiteX6228" fmla="*/ 259015 w 316391"/>
                <a:gd name="connsiteY6228" fmla="*/ 85245 h 459014"/>
                <a:gd name="connsiteX6229" fmla="*/ 260654 w 316391"/>
                <a:gd name="connsiteY6229" fmla="*/ 86885 h 459014"/>
                <a:gd name="connsiteX6230" fmla="*/ 260654 w 316391"/>
                <a:gd name="connsiteY6230" fmla="*/ 86885 h 459014"/>
                <a:gd name="connsiteX6231" fmla="*/ 260654 w 316391"/>
                <a:gd name="connsiteY6231" fmla="*/ 88524 h 459014"/>
                <a:gd name="connsiteX6232" fmla="*/ 260654 w 316391"/>
                <a:gd name="connsiteY6232" fmla="*/ 88524 h 459014"/>
                <a:gd name="connsiteX6233" fmla="*/ 260654 w 316391"/>
                <a:gd name="connsiteY6233" fmla="*/ 90164 h 459014"/>
                <a:gd name="connsiteX6234" fmla="*/ 260654 w 316391"/>
                <a:gd name="connsiteY6234" fmla="*/ 90164 h 459014"/>
                <a:gd name="connsiteX6235" fmla="*/ 260654 w 316391"/>
                <a:gd name="connsiteY6235" fmla="*/ 90164 h 459014"/>
                <a:gd name="connsiteX6236" fmla="*/ 260654 w 316391"/>
                <a:gd name="connsiteY6236" fmla="*/ 91803 h 459014"/>
                <a:gd name="connsiteX6237" fmla="*/ 260654 w 316391"/>
                <a:gd name="connsiteY6237" fmla="*/ 91803 h 459014"/>
                <a:gd name="connsiteX6238" fmla="*/ 259015 w 316391"/>
                <a:gd name="connsiteY6238" fmla="*/ 91803 h 459014"/>
                <a:gd name="connsiteX6239" fmla="*/ 257376 w 316391"/>
                <a:gd name="connsiteY6239" fmla="*/ 91803 h 459014"/>
                <a:gd name="connsiteX6240" fmla="*/ 255737 w 316391"/>
                <a:gd name="connsiteY6240" fmla="*/ 91803 h 459014"/>
                <a:gd name="connsiteX6241" fmla="*/ 254097 w 316391"/>
                <a:gd name="connsiteY6241" fmla="*/ 91803 h 459014"/>
                <a:gd name="connsiteX6242" fmla="*/ 252458 w 316391"/>
                <a:gd name="connsiteY6242" fmla="*/ 90164 h 459014"/>
                <a:gd name="connsiteX6243" fmla="*/ 252458 w 316391"/>
                <a:gd name="connsiteY6243" fmla="*/ 90164 h 459014"/>
                <a:gd name="connsiteX6244" fmla="*/ 250818 w 316391"/>
                <a:gd name="connsiteY6244" fmla="*/ 91803 h 459014"/>
                <a:gd name="connsiteX6245" fmla="*/ 250818 w 316391"/>
                <a:gd name="connsiteY6245" fmla="*/ 91803 h 459014"/>
                <a:gd name="connsiteX6246" fmla="*/ 249179 w 316391"/>
                <a:gd name="connsiteY6246" fmla="*/ 91803 h 459014"/>
                <a:gd name="connsiteX6247" fmla="*/ 247540 w 316391"/>
                <a:gd name="connsiteY6247" fmla="*/ 93442 h 459014"/>
                <a:gd name="connsiteX6248" fmla="*/ 245901 w 316391"/>
                <a:gd name="connsiteY6248" fmla="*/ 93442 h 459014"/>
                <a:gd name="connsiteX6249" fmla="*/ 244261 w 316391"/>
                <a:gd name="connsiteY6249" fmla="*/ 93442 h 459014"/>
                <a:gd name="connsiteX6250" fmla="*/ 242622 w 316391"/>
                <a:gd name="connsiteY6250" fmla="*/ 93442 h 459014"/>
                <a:gd name="connsiteX6251" fmla="*/ 242622 w 316391"/>
                <a:gd name="connsiteY6251" fmla="*/ 93442 h 459014"/>
                <a:gd name="connsiteX6252" fmla="*/ 240982 w 316391"/>
                <a:gd name="connsiteY6252" fmla="*/ 93442 h 459014"/>
                <a:gd name="connsiteX6253" fmla="*/ 240982 w 316391"/>
                <a:gd name="connsiteY6253" fmla="*/ 93442 h 459014"/>
                <a:gd name="connsiteX6254" fmla="*/ 239343 w 316391"/>
                <a:gd name="connsiteY6254" fmla="*/ 93442 h 459014"/>
                <a:gd name="connsiteX6255" fmla="*/ 237704 w 316391"/>
                <a:gd name="connsiteY6255" fmla="*/ 93442 h 459014"/>
                <a:gd name="connsiteX6256" fmla="*/ 237704 w 316391"/>
                <a:gd name="connsiteY6256" fmla="*/ 95082 h 459014"/>
                <a:gd name="connsiteX6257" fmla="*/ 236064 w 316391"/>
                <a:gd name="connsiteY6257" fmla="*/ 95082 h 459014"/>
                <a:gd name="connsiteX6258" fmla="*/ 236064 w 316391"/>
                <a:gd name="connsiteY6258" fmla="*/ 98360 h 459014"/>
                <a:gd name="connsiteX6259" fmla="*/ 234425 w 316391"/>
                <a:gd name="connsiteY6259" fmla="*/ 98360 h 459014"/>
                <a:gd name="connsiteX6260" fmla="*/ 234425 w 316391"/>
                <a:gd name="connsiteY6260" fmla="*/ 98360 h 459014"/>
                <a:gd name="connsiteX6261" fmla="*/ 234425 w 316391"/>
                <a:gd name="connsiteY6261" fmla="*/ 98360 h 459014"/>
                <a:gd name="connsiteX6262" fmla="*/ 234425 w 316391"/>
                <a:gd name="connsiteY6262" fmla="*/ 100000 h 459014"/>
                <a:gd name="connsiteX6263" fmla="*/ 234425 w 316391"/>
                <a:gd name="connsiteY6263" fmla="*/ 101639 h 459014"/>
                <a:gd name="connsiteX6264" fmla="*/ 234425 w 316391"/>
                <a:gd name="connsiteY6264" fmla="*/ 101639 h 459014"/>
                <a:gd name="connsiteX6265" fmla="*/ 234425 w 316391"/>
                <a:gd name="connsiteY6265" fmla="*/ 103278 h 459014"/>
                <a:gd name="connsiteX6266" fmla="*/ 234425 w 316391"/>
                <a:gd name="connsiteY6266" fmla="*/ 103278 h 459014"/>
                <a:gd name="connsiteX6267" fmla="*/ 234425 w 316391"/>
                <a:gd name="connsiteY6267" fmla="*/ 104917 h 459014"/>
                <a:gd name="connsiteX6268" fmla="*/ 234425 w 316391"/>
                <a:gd name="connsiteY6268" fmla="*/ 104917 h 459014"/>
                <a:gd name="connsiteX6269" fmla="*/ 232786 w 316391"/>
                <a:gd name="connsiteY6269" fmla="*/ 106557 h 459014"/>
                <a:gd name="connsiteX6270" fmla="*/ 232786 w 316391"/>
                <a:gd name="connsiteY6270" fmla="*/ 106557 h 459014"/>
                <a:gd name="connsiteX6271" fmla="*/ 232786 w 316391"/>
                <a:gd name="connsiteY6271" fmla="*/ 108196 h 459014"/>
                <a:gd name="connsiteX6272" fmla="*/ 232786 w 316391"/>
                <a:gd name="connsiteY6272" fmla="*/ 108196 h 459014"/>
                <a:gd name="connsiteX6273" fmla="*/ 232786 w 316391"/>
                <a:gd name="connsiteY6273" fmla="*/ 109836 h 459014"/>
                <a:gd name="connsiteX6274" fmla="*/ 232786 w 316391"/>
                <a:gd name="connsiteY6274" fmla="*/ 109836 h 459014"/>
                <a:gd name="connsiteX6275" fmla="*/ 232786 w 316391"/>
                <a:gd name="connsiteY6275" fmla="*/ 111475 h 459014"/>
                <a:gd name="connsiteX6276" fmla="*/ 232786 w 316391"/>
                <a:gd name="connsiteY6276" fmla="*/ 113114 h 459014"/>
                <a:gd name="connsiteX6277" fmla="*/ 231147 w 316391"/>
                <a:gd name="connsiteY6277" fmla="*/ 113114 h 459014"/>
                <a:gd name="connsiteX6278" fmla="*/ 231147 w 316391"/>
                <a:gd name="connsiteY6278" fmla="*/ 114754 h 459014"/>
                <a:gd name="connsiteX6279" fmla="*/ 231147 w 316391"/>
                <a:gd name="connsiteY6279" fmla="*/ 116393 h 459014"/>
                <a:gd name="connsiteX6280" fmla="*/ 229507 w 316391"/>
                <a:gd name="connsiteY6280" fmla="*/ 116393 h 459014"/>
                <a:gd name="connsiteX6281" fmla="*/ 229507 w 316391"/>
                <a:gd name="connsiteY6281" fmla="*/ 116393 h 459014"/>
                <a:gd name="connsiteX6282" fmla="*/ 229507 w 316391"/>
                <a:gd name="connsiteY6282" fmla="*/ 116393 h 459014"/>
                <a:gd name="connsiteX6283" fmla="*/ 227868 w 316391"/>
                <a:gd name="connsiteY6283" fmla="*/ 116393 h 459014"/>
                <a:gd name="connsiteX6284" fmla="*/ 227868 w 316391"/>
                <a:gd name="connsiteY6284" fmla="*/ 114754 h 459014"/>
                <a:gd name="connsiteX6285" fmla="*/ 226228 w 316391"/>
                <a:gd name="connsiteY6285" fmla="*/ 114754 h 459014"/>
                <a:gd name="connsiteX6286" fmla="*/ 226228 w 316391"/>
                <a:gd name="connsiteY6286" fmla="*/ 114754 h 459014"/>
                <a:gd name="connsiteX6287" fmla="*/ 226228 w 316391"/>
                <a:gd name="connsiteY6287" fmla="*/ 114754 h 459014"/>
                <a:gd name="connsiteX6288" fmla="*/ 224589 w 316391"/>
                <a:gd name="connsiteY6288" fmla="*/ 113114 h 459014"/>
                <a:gd name="connsiteX6289" fmla="*/ 224589 w 316391"/>
                <a:gd name="connsiteY6289" fmla="*/ 113114 h 459014"/>
                <a:gd name="connsiteX6290" fmla="*/ 226228 w 316391"/>
                <a:gd name="connsiteY6290" fmla="*/ 111475 h 459014"/>
                <a:gd name="connsiteX6291" fmla="*/ 226228 w 316391"/>
                <a:gd name="connsiteY6291" fmla="*/ 111475 h 459014"/>
                <a:gd name="connsiteX6292" fmla="*/ 226228 w 316391"/>
                <a:gd name="connsiteY6292" fmla="*/ 109836 h 459014"/>
                <a:gd name="connsiteX6293" fmla="*/ 226228 w 316391"/>
                <a:gd name="connsiteY6293" fmla="*/ 108196 h 459014"/>
                <a:gd name="connsiteX6294" fmla="*/ 227868 w 316391"/>
                <a:gd name="connsiteY6294" fmla="*/ 108196 h 459014"/>
                <a:gd name="connsiteX6295" fmla="*/ 227868 w 316391"/>
                <a:gd name="connsiteY6295" fmla="*/ 106557 h 459014"/>
                <a:gd name="connsiteX6296" fmla="*/ 227868 w 316391"/>
                <a:gd name="connsiteY6296" fmla="*/ 104917 h 459014"/>
                <a:gd name="connsiteX6297" fmla="*/ 229507 w 316391"/>
                <a:gd name="connsiteY6297" fmla="*/ 103278 h 459014"/>
                <a:gd name="connsiteX6298" fmla="*/ 229507 w 316391"/>
                <a:gd name="connsiteY6298" fmla="*/ 101639 h 459014"/>
                <a:gd name="connsiteX6299" fmla="*/ 229507 w 316391"/>
                <a:gd name="connsiteY6299" fmla="*/ 101639 h 459014"/>
                <a:gd name="connsiteX6300" fmla="*/ 229507 w 316391"/>
                <a:gd name="connsiteY6300" fmla="*/ 100000 h 459014"/>
                <a:gd name="connsiteX6301" fmla="*/ 231147 w 316391"/>
                <a:gd name="connsiteY6301" fmla="*/ 98360 h 459014"/>
                <a:gd name="connsiteX6302" fmla="*/ 231147 w 316391"/>
                <a:gd name="connsiteY6302" fmla="*/ 98360 h 459014"/>
                <a:gd name="connsiteX6303" fmla="*/ 232786 w 316391"/>
                <a:gd name="connsiteY6303" fmla="*/ 96721 h 459014"/>
                <a:gd name="connsiteX6304" fmla="*/ 232786 w 316391"/>
                <a:gd name="connsiteY6304" fmla="*/ 95082 h 459014"/>
                <a:gd name="connsiteX6305" fmla="*/ 232786 w 316391"/>
                <a:gd name="connsiteY6305" fmla="*/ 95082 h 459014"/>
                <a:gd name="connsiteX6306" fmla="*/ 234425 w 316391"/>
                <a:gd name="connsiteY6306" fmla="*/ 93442 h 459014"/>
                <a:gd name="connsiteX6307" fmla="*/ 234425 w 316391"/>
                <a:gd name="connsiteY6307" fmla="*/ 91803 h 459014"/>
                <a:gd name="connsiteX6308" fmla="*/ 236064 w 316391"/>
                <a:gd name="connsiteY6308" fmla="*/ 91803 h 459014"/>
                <a:gd name="connsiteX6309" fmla="*/ 236064 w 316391"/>
                <a:gd name="connsiteY6309" fmla="*/ 91803 h 459014"/>
                <a:gd name="connsiteX6310" fmla="*/ 236064 w 316391"/>
                <a:gd name="connsiteY6310" fmla="*/ 90164 h 459014"/>
                <a:gd name="connsiteX6311" fmla="*/ 237704 w 316391"/>
                <a:gd name="connsiteY6311" fmla="*/ 90164 h 459014"/>
                <a:gd name="connsiteX6312" fmla="*/ 237704 w 316391"/>
                <a:gd name="connsiteY6312" fmla="*/ 90164 h 459014"/>
                <a:gd name="connsiteX6313" fmla="*/ 239343 w 316391"/>
                <a:gd name="connsiteY6313" fmla="*/ 90164 h 459014"/>
                <a:gd name="connsiteX6314" fmla="*/ 240982 w 316391"/>
                <a:gd name="connsiteY6314" fmla="*/ 90164 h 459014"/>
                <a:gd name="connsiteX6315" fmla="*/ 240982 w 316391"/>
                <a:gd name="connsiteY6315" fmla="*/ 90164 h 459014"/>
                <a:gd name="connsiteX6316" fmla="*/ 242622 w 316391"/>
                <a:gd name="connsiteY6316" fmla="*/ 90164 h 459014"/>
                <a:gd name="connsiteX6317" fmla="*/ 244261 w 316391"/>
                <a:gd name="connsiteY6317" fmla="*/ 90164 h 459014"/>
                <a:gd name="connsiteX6318" fmla="*/ 245901 w 316391"/>
                <a:gd name="connsiteY6318" fmla="*/ 90164 h 459014"/>
                <a:gd name="connsiteX6319" fmla="*/ 245901 w 316391"/>
                <a:gd name="connsiteY6319" fmla="*/ 88524 h 459014"/>
                <a:gd name="connsiteX6320" fmla="*/ 247540 w 316391"/>
                <a:gd name="connsiteY6320" fmla="*/ 88524 h 459014"/>
                <a:gd name="connsiteX6321" fmla="*/ 249179 w 316391"/>
                <a:gd name="connsiteY6321" fmla="*/ 86885 h 459014"/>
                <a:gd name="connsiteX6322" fmla="*/ 249179 w 316391"/>
                <a:gd name="connsiteY6322" fmla="*/ 86885 h 459014"/>
                <a:gd name="connsiteX6323" fmla="*/ 250818 w 316391"/>
                <a:gd name="connsiteY6323" fmla="*/ 85245 h 459014"/>
                <a:gd name="connsiteX6324" fmla="*/ 250818 w 316391"/>
                <a:gd name="connsiteY6324" fmla="*/ 83606 h 459014"/>
                <a:gd name="connsiteX6325" fmla="*/ 249179 w 316391"/>
                <a:gd name="connsiteY6325" fmla="*/ 83606 h 459014"/>
                <a:gd name="connsiteX6326" fmla="*/ 249179 w 316391"/>
                <a:gd name="connsiteY6326" fmla="*/ 81967 h 459014"/>
                <a:gd name="connsiteX6327" fmla="*/ 249179 w 316391"/>
                <a:gd name="connsiteY6327" fmla="*/ 81967 h 459014"/>
                <a:gd name="connsiteX6328" fmla="*/ 247540 w 316391"/>
                <a:gd name="connsiteY6328" fmla="*/ 80327 h 459014"/>
                <a:gd name="connsiteX6329" fmla="*/ 245901 w 316391"/>
                <a:gd name="connsiteY6329" fmla="*/ 78688 h 459014"/>
                <a:gd name="connsiteX6330" fmla="*/ 245901 w 316391"/>
                <a:gd name="connsiteY6330" fmla="*/ 78688 h 45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</a:cxnLst>
              <a:rect l="l" t="t" r="r" b="b"/>
              <a:pathLst>
                <a:path w="316391" h="459014">
                  <a:moveTo>
                    <a:pt x="245901" y="78688"/>
                  </a:moveTo>
                  <a:lnTo>
                    <a:pt x="244261" y="80327"/>
                  </a:lnTo>
                  <a:lnTo>
                    <a:pt x="242622" y="80327"/>
                  </a:lnTo>
                  <a:lnTo>
                    <a:pt x="242622" y="80327"/>
                  </a:lnTo>
                  <a:lnTo>
                    <a:pt x="240982" y="80327"/>
                  </a:lnTo>
                  <a:lnTo>
                    <a:pt x="239343" y="81967"/>
                  </a:lnTo>
                  <a:lnTo>
                    <a:pt x="239343" y="81967"/>
                  </a:lnTo>
                  <a:lnTo>
                    <a:pt x="237704" y="81967"/>
                  </a:lnTo>
                  <a:lnTo>
                    <a:pt x="236064" y="81967"/>
                  </a:lnTo>
                  <a:lnTo>
                    <a:pt x="236064" y="81967"/>
                  </a:lnTo>
                  <a:lnTo>
                    <a:pt x="236064" y="83606"/>
                  </a:lnTo>
                  <a:lnTo>
                    <a:pt x="236064" y="83606"/>
                  </a:lnTo>
                  <a:lnTo>
                    <a:pt x="234425" y="83606"/>
                  </a:lnTo>
                  <a:lnTo>
                    <a:pt x="232786" y="81967"/>
                  </a:lnTo>
                  <a:lnTo>
                    <a:pt x="232786" y="81967"/>
                  </a:lnTo>
                  <a:lnTo>
                    <a:pt x="231147" y="81967"/>
                  </a:lnTo>
                  <a:lnTo>
                    <a:pt x="229507" y="80327"/>
                  </a:lnTo>
                  <a:lnTo>
                    <a:pt x="227868" y="80327"/>
                  </a:lnTo>
                  <a:lnTo>
                    <a:pt x="224589" y="80327"/>
                  </a:lnTo>
                  <a:lnTo>
                    <a:pt x="224589" y="80327"/>
                  </a:lnTo>
                  <a:lnTo>
                    <a:pt x="222950" y="80327"/>
                  </a:lnTo>
                  <a:lnTo>
                    <a:pt x="219671" y="80327"/>
                  </a:lnTo>
                  <a:lnTo>
                    <a:pt x="218032" y="80327"/>
                  </a:lnTo>
                  <a:lnTo>
                    <a:pt x="216392" y="80327"/>
                  </a:lnTo>
                  <a:lnTo>
                    <a:pt x="214753" y="80327"/>
                  </a:lnTo>
                  <a:lnTo>
                    <a:pt x="213114" y="80327"/>
                  </a:lnTo>
                  <a:lnTo>
                    <a:pt x="211474" y="80327"/>
                  </a:lnTo>
                  <a:lnTo>
                    <a:pt x="209835" y="80327"/>
                  </a:lnTo>
                  <a:lnTo>
                    <a:pt x="208195" y="80327"/>
                  </a:lnTo>
                  <a:lnTo>
                    <a:pt x="206557" y="80327"/>
                  </a:lnTo>
                  <a:lnTo>
                    <a:pt x="204917" y="78688"/>
                  </a:lnTo>
                  <a:lnTo>
                    <a:pt x="203278" y="78688"/>
                  </a:lnTo>
                  <a:lnTo>
                    <a:pt x="201638" y="78688"/>
                  </a:lnTo>
                  <a:lnTo>
                    <a:pt x="198360" y="77049"/>
                  </a:lnTo>
                  <a:lnTo>
                    <a:pt x="196720" y="77049"/>
                  </a:lnTo>
                  <a:lnTo>
                    <a:pt x="195081" y="77049"/>
                  </a:lnTo>
                  <a:lnTo>
                    <a:pt x="193442" y="77049"/>
                  </a:lnTo>
                  <a:lnTo>
                    <a:pt x="191802" y="77049"/>
                  </a:lnTo>
                  <a:lnTo>
                    <a:pt x="191802" y="77049"/>
                  </a:lnTo>
                  <a:lnTo>
                    <a:pt x="190163" y="77049"/>
                  </a:lnTo>
                  <a:lnTo>
                    <a:pt x="188524" y="77049"/>
                  </a:lnTo>
                  <a:lnTo>
                    <a:pt x="186884" y="77049"/>
                  </a:lnTo>
                  <a:lnTo>
                    <a:pt x="185245" y="77049"/>
                  </a:lnTo>
                  <a:lnTo>
                    <a:pt x="183605" y="77049"/>
                  </a:lnTo>
                  <a:lnTo>
                    <a:pt x="181966" y="77049"/>
                  </a:lnTo>
                  <a:lnTo>
                    <a:pt x="180327" y="75410"/>
                  </a:lnTo>
                  <a:lnTo>
                    <a:pt x="178688" y="75410"/>
                  </a:lnTo>
                  <a:lnTo>
                    <a:pt x="178688" y="75410"/>
                  </a:lnTo>
                  <a:lnTo>
                    <a:pt x="177048" y="75410"/>
                  </a:lnTo>
                  <a:lnTo>
                    <a:pt x="177048" y="75410"/>
                  </a:lnTo>
                  <a:lnTo>
                    <a:pt x="175409" y="75410"/>
                  </a:lnTo>
                  <a:lnTo>
                    <a:pt x="175409" y="75410"/>
                  </a:lnTo>
                  <a:lnTo>
                    <a:pt x="175409" y="75410"/>
                  </a:lnTo>
                  <a:lnTo>
                    <a:pt x="175409" y="75410"/>
                  </a:lnTo>
                  <a:lnTo>
                    <a:pt x="175409" y="75410"/>
                  </a:lnTo>
                  <a:lnTo>
                    <a:pt x="175409" y="75410"/>
                  </a:lnTo>
                  <a:lnTo>
                    <a:pt x="173770" y="75410"/>
                  </a:lnTo>
                  <a:lnTo>
                    <a:pt x="173770" y="73770"/>
                  </a:lnTo>
                  <a:lnTo>
                    <a:pt x="173770" y="73770"/>
                  </a:lnTo>
                  <a:lnTo>
                    <a:pt x="173770" y="73770"/>
                  </a:lnTo>
                  <a:lnTo>
                    <a:pt x="173770" y="73770"/>
                  </a:lnTo>
                  <a:lnTo>
                    <a:pt x="172130" y="73770"/>
                  </a:lnTo>
                  <a:lnTo>
                    <a:pt x="172130" y="73770"/>
                  </a:lnTo>
                  <a:lnTo>
                    <a:pt x="172130" y="73770"/>
                  </a:lnTo>
                  <a:lnTo>
                    <a:pt x="172130" y="73770"/>
                  </a:lnTo>
                  <a:lnTo>
                    <a:pt x="172130" y="73770"/>
                  </a:lnTo>
                  <a:lnTo>
                    <a:pt x="170491" y="73770"/>
                  </a:lnTo>
                  <a:lnTo>
                    <a:pt x="170491" y="73770"/>
                  </a:lnTo>
                  <a:lnTo>
                    <a:pt x="170491" y="73770"/>
                  </a:lnTo>
                  <a:lnTo>
                    <a:pt x="168851" y="73770"/>
                  </a:lnTo>
                  <a:lnTo>
                    <a:pt x="168851" y="73770"/>
                  </a:lnTo>
                  <a:lnTo>
                    <a:pt x="168851" y="73770"/>
                  </a:lnTo>
                  <a:lnTo>
                    <a:pt x="168851" y="72131"/>
                  </a:lnTo>
                  <a:lnTo>
                    <a:pt x="168851" y="72131"/>
                  </a:lnTo>
                  <a:lnTo>
                    <a:pt x="168851" y="72131"/>
                  </a:lnTo>
                  <a:lnTo>
                    <a:pt x="168851" y="72131"/>
                  </a:lnTo>
                  <a:lnTo>
                    <a:pt x="168851" y="72131"/>
                  </a:lnTo>
                  <a:lnTo>
                    <a:pt x="168851" y="72131"/>
                  </a:lnTo>
                  <a:lnTo>
                    <a:pt x="168851" y="72131"/>
                  </a:lnTo>
                  <a:lnTo>
                    <a:pt x="168851" y="72131"/>
                  </a:lnTo>
                  <a:lnTo>
                    <a:pt x="168851" y="72131"/>
                  </a:lnTo>
                  <a:lnTo>
                    <a:pt x="167212" y="72131"/>
                  </a:lnTo>
                  <a:lnTo>
                    <a:pt x="167212" y="72131"/>
                  </a:lnTo>
                  <a:lnTo>
                    <a:pt x="167212" y="72131"/>
                  </a:lnTo>
                  <a:lnTo>
                    <a:pt x="167212" y="72131"/>
                  </a:lnTo>
                  <a:lnTo>
                    <a:pt x="167212" y="72131"/>
                  </a:lnTo>
                  <a:lnTo>
                    <a:pt x="167212" y="73770"/>
                  </a:lnTo>
                  <a:lnTo>
                    <a:pt x="167212" y="73770"/>
                  </a:lnTo>
                  <a:lnTo>
                    <a:pt x="167212" y="73770"/>
                  </a:lnTo>
                  <a:lnTo>
                    <a:pt x="167212" y="73770"/>
                  </a:lnTo>
                  <a:lnTo>
                    <a:pt x="167212" y="73770"/>
                  </a:lnTo>
                  <a:lnTo>
                    <a:pt x="165573" y="73770"/>
                  </a:lnTo>
                  <a:lnTo>
                    <a:pt x="165573" y="73770"/>
                  </a:lnTo>
                  <a:lnTo>
                    <a:pt x="165573" y="73770"/>
                  </a:lnTo>
                  <a:lnTo>
                    <a:pt x="165573" y="73770"/>
                  </a:lnTo>
                  <a:lnTo>
                    <a:pt x="165573" y="73770"/>
                  </a:lnTo>
                  <a:lnTo>
                    <a:pt x="163934" y="75410"/>
                  </a:lnTo>
                  <a:lnTo>
                    <a:pt x="163934" y="75410"/>
                  </a:lnTo>
                  <a:lnTo>
                    <a:pt x="163934" y="75410"/>
                  </a:lnTo>
                  <a:lnTo>
                    <a:pt x="163934" y="75410"/>
                  </a:lnTo>
                  <a:lnTo>
                    <a:pt x="163934" y="75410"/>
                  </a:lnTo>
                  <a:lnTo>
                    <a:pt x="163934" y="77049"/>
                  </a:lnTo>
                  <a:lnTo>
                    <a:pt x="163934" y="77049"/>
                  </a:lnTo>
                  <a:lnTo>
                    <a:pt x="163934" y="77049"/>
                  </a:lnTo>
                  <a:lnTo>
                    <a:pt x="163934" y="77049"/>
                  </a:lnTo>
                  <a:lnTo>
                    <a:pt x="162294" y="77049"/>
                  </a:lnTo>
                  <a:lnTo>
                    <a:pt x="162294" y="77049"/>
                  </a:lnTo>
                  <a:lnTo>
                    <a:pt x="162294" y="77049"/>
                  </a:lnTo>
                  <a:lnTo>
                    <a:pt x="162294" y="77049"/>
                  </a:lnTo>
                  <a:lnTo>
                    <a:pt x="160655" y="77049"/>
                  </a:lnTo>
                  <a:lnTo>
                    <a:pt x="160655" y="77049"/>
                  </a:lnTo>
                  <a:lnTo>
                    <a:pt x="160655" y="77049"/>
                  </a:lnTo>
                  <a:lnTo>
                    <a:pt x="160655" y="77049"/>
                  </a:lnTo>
                  <a:lnTo>
                    <a:pt x="159015" y="77049"/>
                  </a:lnTo>
                  <a:lnTo>
                    <a:pt x="159015" y="77049"/>
                  </a:lnTo>
                  <a:lnTo>
                    <a:pt x="159015" y="77049"/>
                  </a:lnTo>
                  <a:lnTo>
                    <a:pt x="159015" y="75410"/>
                  </a:lnTo>
                  <a:lnTo>
                    <a:pt x="159015" y="75410"/>
                  </a:lnTo>
                  <a:lnTo>
                    <a:pt x="157376" y="75410"/>
                  </a:lnTo>
                  <a:lnTo>
                    <a:pt x="157376" y="75410"/>
                  </a:lnTo>
                  <a:lnTo>
                    <a:pt x="157376" y="75410"/>
                  </a:lnTo>
                  <a:lnTo>
                    <a:pt x="157376" y="73770"/>
                  </a:lnTo>
                  <a:lnTo>
                    <a:pt x="157376" y="73770"/>
                  </a:lnTo>
                  <a:lnTo>
                    <a:pt x="157376" y="73770"/>
                  </a:lnTo>
                  <a:lnTo>
                    <a:pt x="157376" y="73770"/>
                  </a:lnTo>
                  <a:lnTo>
                    <a:pt x="157376" y="73770"/>
                  </a:lnTo>
                  <a:lnTo>
                    <a:pt x="157376" y="73770"/>
                  </a:lnTo>
                  <a:lnTo>
                    <a:pt x="157376" y="75410"/>
                  </a:lnTo>
                  <a:lnTo>
                    <a:pt x="157376" y="75410"/>
                  </a:lnTo>
                  <a:lnTo>
                    <a:pt x="157376" y="75410"/>
                  </a:lnTo>
                  <a:lnTo>
                    <a:pt x="157376" y="75410"/>
                  </a:lnTo>
                  <a:lnTo>
                    <a:pt x="157376" y="77049"/>
                  </a:lnTo>
                  <a:lnTo>
                    <a:pt x="157376" y="77049"/>
                  </a:lnTo>
                  <a:lnTo>
                    <a:pt x="155737" y="77049"/>
                  </a:lnTo>
                  <a:lnTo>
                    <a:pt x="155737" y="77049"/>
                  </a:lnTo>
                  <a:lnTo>
                    <a:pt x="155737" y="77049"/>
                  </a:lnTo>
                  <a:lnTo>
                    <a:pt x="155737" y="77049"/>
                  </a:lnTo>
                  <a:lnTo>
                    <a:pt x="155737" y="78688"/>
                  </a:lnTo>
                  <a:lnTo>
                    <a:pt x="155737" y="78688"/>
                  </a:lnTo>
                  <a:lnTo>
                    <a:pt x="155737" y="78688"/>
                  </a:lnTo>
                  <a:lnTo>
                    <a:pt x="155737" y="78688"/>
                  </a:lnTo>
                  <a:lnTo>
                    <a:pt x="155737" y="78688"/>
                  </a:lnTo>
                  <a:lnTo>
                    <a:pt x="154098" y="80327"/>
                  </a:lnTo>
                  <a:lnTo>
                    <a:pt x="154098" y="80327"/>
                  </a:lnTo>
                  <a:lnTo>
                    <a:pt x="154098" y="80327"/>
                  </a:lnTo>
                  <a:lnTo>
                    <a:pt x="154098" y="80327"/>
                  </a:lnTo>
                  <a:lnTo>
                    <a:pt x="154098" y="80327"/>
                  </a:lnTo>
                  <a:lnTo>
                    <a:pt x="154098" y="80327"/>
                  </a:lnTo>
                  <a:lnTo>
                    <a:pt x="154098" y="80327"/>
                  </a:lnTo>
                  <a:lnTo>
                    <a:pt x="154098" y="81967"/>
                  </a:lnTo>
                  <a:lnTo>
                    <a:pt x="154098" y="81967"/>
                  </a:lnTo>
                  <a:lnTo>
                    <a:pt x="154098" y="81967"/>
                  </a:lnTo>
                  <a:lnTo>
                    <a:pt x="154098" y="81967"/>
                  </a:lnTo>
                  <a:lnTo>
                    <a:pt x="154098" y="81967"/>
                  </a:lnTo>
                  <a:lnTo>
                    <a:pt x="154098" y="81967"/>
                  </a:lnTo>
                  <a:lnTo>
                    <a:pt x="154098" y="83606"/>
                  </a:lnTo>
                  <a:lnTo>
                    <a:pt x="154098" y="83606"/>
                  </a:lnTo>
                  <a:lnTo>
                    <a:pt x="152458" y="83606"/>
                  </a:lnTo>
                  <a:lnTo>
                    <a:pt x="152458" y="83606"/>
                  </a:lnTo>
                  <a:lnTo>
                    <a:pt x="152458" y="83606"/>
                  </a:lnTo>
                  <a:lnTo>
                    <a:pt x="152458" y="83606"/>
                  </a:lnTo>
                  <a:lnTo>
                    <a:pt x="154098" y="83606"/>
                  </a:lnTo>
                  <a:lnTo>
                    <a:pt x="154098" y="85245"/>
                  </a:lnTo>
                  <a:lnTo>
                    <a:pt x="154098" y="85245"/>
                  </a:lnTo>
                  <a:lnTo>
                    <a:pt x="154098" y="85245"/>
                  </a:lnTo>
                  <a:lnTo>
                    <a:pt x="154098" y="85245"/>
                  </a:lnTo>
                  <a:lnTo>
                    <a:pt x="154098" y="85245"/>
                  </a:lnTo>
                  <a:lnTo>
                    <a:pt x="154098" y="86885"/>
                  </a:lnTo>
                  <a:lnTo>
                    <a:pt x="154098" y="86885"/>
                  </a:lnTo>
                  <a:lnTo>
                    <a:pt x="154098" y="86885"/>
                  </a:lnTo>
                  <a:lnTo>
                    <a:pt x="154098" y="86885"/>
                  </a:lnTo>
                  <a:lnTo>
                    <a:pt x="154098" y="86885"/>
                  </a:lnTo>
                  <a:lnTo>
                    <a:pt x="154098" y="88524"/>
                  </a:lnTo>
                  <a:lnTo>
                    <a:pt x="154098" y="88524"/>
                  </a:lnTo>
                  <a:lnTo>
                    <a:pt x="155737" y="88524"/>
                  </a:lnTo>
                  <a:lnTo>
                    <a:pt x="155737" y="88524"/>
                  </a:lnTo>
                  <a:lnTo>
                    <a:pt x="155737" y="90164"/>
                  </a:lnTo>
                  <a:lnTo>
                    <a:pt x="155737" y="90164"/>
                  </a:lnTo>
                  <a:lnTo>
                    <a:pt x="155737" y="90164"/>
                  </a:lnTo>
                  <a:lnTo>
                    <a:pt x="155737" y="90164"/>
                  </a:lnTo>
                  <a:lnTo>
                    <a:pt x="154098" y="90164"/>
                  </a:lnTo>
                  <a:lnTo>
                    <a:pt x="154098" y="90164"/>
                  </a:lnTo>
                  <a:lnTo>
                    <a:pt x="154098" y="90164"/>
                  </a:lnTo>
                  <a:lnTo>
                    <a:pt x="154098" y="88524"/>
                  </a:lnTo>
                  <a:lnTo>
                    <a:pt x="154098" y="88524"/>
                  </a:lnTo>
                  <a:lnTo>
                    <a:pt x="152458" y="88524"/>
                  </a:lnTo>
                  <a:lnTo>
                    <a:pt x="152458" y="88524"/>
                  </a:lnTo>
                  <a:lnTo>
                    <a:pt x="152458" y="88524"/>
                  </a:lnTo>
                  <a:lnTo>
                    <a:pt x="152458" y="88524"/>
                  </a:lnTo>
                  <a:lnTo>
                    <a:pt x="150819" y="88524"/>
                  </a:lnTo>
                  <a:lnTo>
                    <a:pt x="150819" y="88524"/>
                  </a:lnTo>
                  <a:lnTo>
                    <a:pt x="150819" y="88524"/>
                  </a:lnTo>
                  <a:lnTo>
                    <a:pt x="150819" y="88524"/>
                  </a:lnTo>
                  <a:lnTo>
                    <a:pt x="150819" y="88524"/>
                  </a:lnTo>
                  <a:lnTo>
                    <a:pt x="150819" y="88524"/>
                  </a:lnTo>
                  <a:lnTo>
                    <a:pt x="149180" y="90164"/>
                  </a:lnTo>
                  <a:lnTo>
                    <a:pt x="149180" y="90164"/>
                  </a:lnTo>
                  <a:lnTo>
                    <a:pt x="149180" y="90164"/>
                  </a:lnTo>
                  <a:lnTo>
                    <a:pt x="149180" y="90164"/>
                  </a:lnTo>
                  <a:lnTo>
                    <a:pt x="149180" y="90164"/>
                  </a:lnTo>
                  <a:lnTo>
                    <a:pt x="149180" y="91803"/>
                  </a:lnTo>
                  <a:lnTo>
                    <a:pt x="147540" y="91803"/>
                  </a:lnTo>
                  <a:lnTo>
                    <a:pt x="147540" y="91803"/>
                  </a:lnTo>
                  <a:lnTo>
                    <a:pt x="147540" y="91803"/>
                  </a:lnTo>
                  <a:lnTo>
                    <a:pt x="147540" y="91803"/>
                  </a:lnTo>
                  <a:lnTo>
                    <a:pt x="147540" y="91803"/>
                  </a:lnTo>
                  <a:lnTo>
                    <a:pt x="147540" y="91803"/>
                  </a:lnTo>
                  <a:lnTo>
                    <a:pt x="147540" y="91803"/>
                  </a:lnTo>
                  <a:lnTo>
                    <a:pt x="147540" y="91803"/>
                  </a:lnTo>
                  <a:lnTo>
                    <a:pt x="145901" y="91803"/>
                  </a:lnTo>
                  <a:lnTo>
                    <a:pt x="145901" y="91803"/>
                  </a:lnTo>
                  <a:lnTo>
                    <a:pt x="145901" y="91803"/>
                  </a:lnTo>
                  <a:lnTo>
                    <a:pt x="145901" y="91803"/>
                  </a:lnTo>
                  <a:lnTo>
                    <a:pt x="145901" y="91803"/>
                  </a:lnTo>
                  <a:lnTo>
                    <a:pt x="145901" y="91803"/>
                  </a:lnTo>
                  <a:lnTo>
                    <a:pt x="144261" y="91803"/>
                  </a:lnTo>
                  <a:lnTo>
                    <a:pt x="144261" y="91803"/>
                  </a:lnTo>
                  <a:lnTo>
                    <a:pt x="144261" y="91803"/>
                  </a:lnTo>
                  <a:lnTo>
                    <a:pt x="144261" y="91803"/>
                  </a:lnTo>
                  <a:lnTo>
                    <a:pt x="144261" y="91803"/>
                  </a:lnTo>
                  <a:lnTo>
                    <a:pt x="144261" y="93442"/>
                  </a:lnTo>
                  <a:lnTo>
                    <a:pt x="144261" y="93442"/>
                  </a:lnTo>
                  <a:lnTo>
                    <a:pt x="144261" y="93442"/>
                  </a:lnTo>
                  <a:lnTo>
                    <a:pt x="144261" y="93442"/>
                  </a:lnTo>
                  <a:lnTo>
                    <a:pt x="145901" y="93442"/>
                  </a:lnTo>
                  <a:lnTo>
                    <a:pt x="145901" y="93442"/>
                  </a:lnTo>
                  <a:lnTo>
                    <a:pt x="145901" y="93442"/>
                  </a:lnTo>
                  <a:lnTo>
                    <a:pt x="145901" y="93442"/>
                  </a:lnTo>
                  <a:lnTo>
                    <a:pt x="145901" y="93442"/>
                  </a:lnTo>
                  <a:lnTo>
                    <a:pt x="145901" y="93442"/>
                  </a:lnTo>
                  <a:lnTo>
                    <a:pt x="145901" y="95082"/>
                  </a:lnTo>
                  <a:lnTo>
                    <a:pt x="145901" y="95082"/>
                  </a:lnTo>
                  <a:lnTo>
                    <a:pt x="145901" y="95082"/>
                  </a:lnTo>
                  <a:lnTo>
                    <a:pt x="145901" y="95082"/>
                  </a:lnTo>
                  <a:lnTo>
                    <a:pt x="145901" y="95082"/>
                  </a:lnTo>
                  <a:lnTo>
                    <a:pt x="145901" y="95082"/>
                  </a:lnTo>
                  <a:lnTo>
                    <a:pt x="145901" y="96721"/>
                  </a:lnTo>
                  <a:lnTo>
                    <a:pt x="145901" y="96721"/>
                  </a:lnTo>
                  <a:lnTo>
                    <a:pt x="145901" y="96721"/>
                  </a:lnTo>
                  <a:lnTo>
                    <a:pt x="145901" y="96721"/>
                  </a:lnTo>
                  <a:lnTo>
                    <a:pt x="145901" y="98360"/>
                  </a:lnTo>
                  <a:lnTo>
                    <a:pt x="145901" y="98360"/>
                  </a:lnTo>
                  <a:lnTo>
                    <a:pt x="145901" y="98360"/>
                  </a:lnTo>
                  <a:lnTo>
                    <a:pt x="147540" y="98360"/>
                  </a:lnTo>
                  <a:lnTo>
                    <a:pt x="147540" y="98360"/>
                  </a:lnTo>
                  <a:lnTo>
                    <a:pt x="147540" y="98360"/>
                  </a:lnTo>
                  <a:lnTo>
                    <a:pt x="147540" y="98360"/>
                  </a:lnTo>
                  <a:lnTo>
                    <a:pt x="149180" y="100000"/>
                  </a:lnTo>
                  <a:lnTo>
                    <a:pt x="149180" y="100000"/>
                  </a:lnTo>
                  <a:lnTo>
                    <a:pt x="150819" y="100000"/>
                  </a:lnTo>
                  <a:lnTo>
                    <a:pt x="150819" y="100000"/>
                  </a:lnTo>
                  <a:lnTo>
                    <a:pt x="150819" y="100000"/>
                  </a:lnTo>
                  <a:lnTo>
                    <a:pt x="150819" y="100000"/>
                  </a:lnTo>
                  <a:lnTo>
                    <a:pt x="150819" y="100000"/>
                  </a:lnTo>
                  <a:lnTo>
                    <a:pt x="150819" y="100000"/>
                  </a:lnTo>
                  <a:lnTo>
                    <a:pt x="150819" y="100000"/>
                  </a:lnTo>
                  <a:lnTo>
                    <a:pt x="152458" y="100000"/>
                  </a:lnTo>
                  <a:lnTo>
                    <a:pt x="152458" y="101639"/>
                  </a:lnTo>
                  <a:lnTo>
                    <a:pt x="152458" y="101639"/>
                  </a:lnTo>
                  <a:lnTo>
                    <a:pt x="152458" y="101639"/>
                  </a:lnTo>
                  <a:lnTo>
                    <a:pt x="154098" y="101639"/>
                  </a:lnTo>
                  <a:lnTo>
                    <a:pt x="154098" y="101639"/>
                  </a:lnTo>
                  <a:lnTo>
                    <a:pt x="155737" y="101639"/>
                  </a:lnTo>
                  <a:lnTo>
                    <a:pt x="155737" y="101639"/>
                  </a:lnTo>
                  <a:lnTo>
                    <a:pt x="155737" y="101639"/>
                  </a:lnTo>
                  <a:lnTo>
                    <a:pt x="155737" y="103278"/>
                  </a:lnTo>
                  <a:lnTo>
                    <a:pt x="155737" y="103278"/>
                  </a:lnTo>
                  <a:lnTo>
                    <a:pt x="155737" y="103278"/>
                  </a:lnTo>
                  <a:lnTo>
                    <a:pt x="157376" y="103278"/>
                  </a:lnTo>
                  <a:lnTo>
                    <a:pt x="157376" y="103278"/>
                  </a:lnTo>
                  <a:lnTo>
                    <a:pt x="157376" y="103278"/>
                  </a:lnTo>
                  <a:lnTo>
                    <a:pt x="157376" y="104917"/>
                  </a:lnTo>
                  <a:lnTo>
                    <a:pt x="157376" y="104917"/>
                  </a:lnTo>
                  <a:lnTo>
                    <a:pt x="157376" y="104917"/>
                  </a:lnTo>
                  <a:lnTo>
                    <a:pt x="157376" y="104917"/>
                  </a:lnTo>
                  <a:lnTo>
                    <a:pt x="157376" y="104917"/>
                  </a:lnTo>
                  <a:lnTo>
                    <a:pt x="157376" y="104917"/>
                  </a:lnTo>
                  <a:lnTo>
                    <a:pt x="157376" y="106557"/>
                  </a:lnTo>
                  <a:lnTo>
                    <a:pt x="159015" y="106557"/>
                  </a:lnTo>
                  <a:lnTo>
                    <a:pt x="159015" y="106557"/>
                  </a:lnTo>
                  <a:lnTo>
                    <a:pt x="159015" y="106557"/>
                  </a:lnTo>
                  <a:lnTo>
                    <a:pt x="159015" y="108196"/>
                  </a:lnTo>
                  <a:lnTo>
                    <a:pt x="159015" y="108196"/>
                  </a:lnTo>
                  <a:lnTo>
                    <a:pt x="159015" y="108196"/>
                  </a:lnTo>
                  <a:lnTo>
                    <a:pt x="159015" y="108196"/>
                  </a:lnTo>
                  <a:lnTo>
                    <a:pt x="160655" y="108196"/>
                  </a:lnTo>
                  <a:lnTo>
                    <a:pt x="160655" y="108196"/>
                  </a:lnTo>
                  <a:lnTo>
                    <a:pt x="160655" y="108196"/>
                  </a:lnTo>
                  <a:lnTo>
                    <a:pt x="160655" y="108196"/>
                  </a:lnTo>
                  <a:lnTo>
                    <a:pt x="160655" y="108196"/>
                  </a:lnTo>
                  <a:lnTo>
                    <a:pt x="160655" y="108196"/>
                  </a:lnTo>
                  <a:lnTo>
                    <a:pt x="162294" y="108196"/>
                  </a:lnTo>
                  <a:lnTo>
                    <a:pt x="162294" y="108196"/>
                  </a:lnTo>
                  <a:lnTo>
                    <a:pt x="162294" y="108196"/>
                  </a:lnTo>
                  <a:lnTo>
                    <a:pt x="162294" y="108196"/>
                  </a:lnTo>
                  <a:lnTo>
                    <a:pt x="163934" y="108196"/>
                  </a:lnTo>
                  <a:lnTo>
                    <a:pt x="163934" y="108196"/>
                  </a:lnTo>
                  <a:lnTo>
                    <a:pt x="163934" y="108196"/>
                  </a:lnTo>
                  <a:lnTo>
                    <a:pt x="163934" y="108196"/>
                  </a:lnTo>
                  <a:lnTo>
                    <a:pt x="163934" y="108196"/>
                  </a:lnTo>
                  <a:lnTo>
                    <a:pt x="165573" y="108196"/>
                  </a:lnTo>
                  <a:lnTo>
                    <a:pt x="165573" y="108196"/>
                  </a:lnTo>
                  <a:lnTo>
                    <a:pt x="165573" y="109836"/>
                  </a:lnTo>
                  <a:lnTo>
                    <a:pt x="165573" y="109836"/>
                  </a:lnTo>
                  <a:lnTo>
                    <a:pt x="167212" y="109836"/>
                  </a:lnTo>
                  <a:lnTo>
                    <a:pt x="167212" y="109836"/>
                  </a:lnTo>
                  <a:lnTo>
                    <a:pt x="167212" y="109836"/>
                  </a:lnTo>
                  <a:lnTo>
                    <a:pt x="168851" y="109836"/>
                  </a:lnTo>
                  <a:lnTo>
                    <a:pt x="168851" y="111475"/>
                  </a:lnTo>
                  <a:lnTo>
                    <a:pt x="168851" y="111475"/>
                  </a:lnTo>
                  <a:lnTo>
                    <a:pt x="168851" y="111475"/>
                  </a:lnTo>
                  <a:lnTo>
                    <a:pt x="168851" y="111475"/>
                  </a:lnTo>
                  <a:lnTo>
                    <a:pt x="168851" y="111475"/>
                  </a:lnTo>
                  <a:lnTo>
                    <a:pt x="168851" y="111475"/>
                  </a:lnTo>
                  <a:lnTo>
                    <a:pt x="168851" y="111475"/>
                  </a:lnTo>
                  <a:lnTo>
                    <a:pt x="168851" y="111475"/>
                  </a:lnTo>
                  <a:lnTo>
                    <a:pt x="168851" y="111475"/>
                  </a:lnTo>
                  <a:lnTo>
                    <a:pt x="168851" y="111475"/>
                  </a:lnTo>
                  <a:lnTo>
                    <a:pt x="168851" y="111475"/>
                  </a:lnTo>
                  <a:lnTo>
                    <a:pt x="168851" y="111475"/>
                  </a:lnTo>
                  <a:lnTo>
                    <a:pt x="167212" y="111475"/>
                  </a:lnTo>
                  <a:lnTo>
                    <a:pt x="167212" y="111475"/>
                  </a:lnTo>
                  <a:lnTo>
                    <a:pt x="167212" y="111475"/>
                  </a:lnTo>
                  <a:lnTo>
                    <a:pt x="167212" y="111475"/>
                  </a:lnTo>
                  <a:lnTo>
                    <a:pt x="167212" y="111475"/>
                  </a:lnTo>
                  <a:lnTo>
                    <a:pt x="165573" y="111475"/>
                  </a:lnTo>
                  <a:lnTo>
                    <a:pt x="165573" y="111475"/>
                  </a:lnTo>
                  <a:lnTo>
                    <a:pt x="165573" y="111475"/>
                  </a:lnTo>
                  <a:lnTo>
                    <a:pt x="165573" y="111475"/>
                  </a:lnTo>
                  <a:lnTo>
                    <a:pt x="165573" y="111475"/>
                  </a:lnTo>
                  <a:lnTo>
                    <a:pt x="165573" y="111475"/>
                  </a:lnTo>
                  <a:lnTo>
                    <a:pt x="165573" y="111475"/>
                  </a:lnTo>
                  <a:lnTo>
                    <a:pt x="165573" y="111475"/>
                  </a:lnTo>
                  <a:lnTo>
                    <a:pt x="165573" y="111475"/>
                  </a:lnTo>
                  <a:lnTo>
                    <a:pt x="165573" y="111475"/>
                  </a:lnTo>
                  <a:lnTo>
                    <a:pt x="163934" y="111475"/>
                  </a:lnTo>
                  <a:lnTo>
                    <a:pt x="163934" y="111475"/>
                  </a:lnTo>
                  <a:lnTo>
                    <a:pt x="163934" y="111475"/>
                  </a:lnTo>
                  <a:lnTo>
                    <a:pt x="163934" y="111475"/>
                  </a:lnTo>
                  <a:lnTo>
                    <a:pt x="163934" y="111475"/>
                  </a:lnTo>
                  <a:lnTo>
                    <a:pt x="163934" y="111475"/>
                  </a:lnTo>
                  <a:lnTo>
                    <a:pt x="163934" y="111475"/>
                  </a:lnTo>
                  <a:lnTo>
                    <a:pt x="162294" y="111475"/>
                  </a:lnTo>
                  <a:lnTo>
                    <a:pt x="162294" y="111475"/>
                  </a:lnTo>
                  <a:lnTo>
                    <a:pt x="162294" y="111475"/>
                  </a:lnTo>
                  <a:lnTo>
                    <a:pt x="162294" y="111475"/>
                  </a:lnTo>
                  <a:lnTo>
                    <a:pt x="162294" y="111475"/>
                  </a:lnTo>
                  <a:lnTo>
                    <a:pt x="162294" y="109836"/>
                  </a:lnTo>
                  <a:lnTo>
                    <a:pt x="162294" y="109836"/>
                  </a:lnTo>
                  <a:lnTo>
                    <a:pt x="162294" y="109836"/>
                  </a:lnTo>
                  <a:lnTo>
                    <a:pt x="162294" y="109836"/>
                  </a:lnTo>
                  <a:lnTo>
                    <a:pt x="162294" y="109836"/>
                  </a:lnTo>
                  <a:lnTo>
                    <a:pt x="160655" y="109836"/>
                  </a:lnTo>
                  <a:lnTo>
                    <a:pt x="160655" y="109836"/>
                  </a:lnTo>
                  <a:lnTo>
                    <a:pt x="160655" y="109836"/>
                  </a:lnTo>
                  <a:lnTo>
                    <a:pt x="160655" y="109836"/>
                  </a:lnTo>
                  <a:lnTo>
                    <a:pt x="160655" y="109836"/>
                  </a:lnTo>
                  <a:lnTo>
                    <a:pt x="160655" y="109836"/>
                  </a:lnTo>
                  <a:lnTo>
                    <a:pt x="159015" y="111475"/>
                  </a:lnTo>
                  <a:lnTo>
                    <a:pt x="159015" y="111475"/>
                  </a:lnTo>
                  <a:lnTo>
                    <a:pt x="159015" y="111475"/>
                  </a:lnTo>
                  <a:lnTo>
                    <a:pt x="159015" y="111475"/>
                  </a:lnTo>
                  <a:lnTo>
                    <a:pt x="159015" y="111475"/>
                  </a:lnTo>
                  <a:lnTo>
                    <a:pt x="159015" y="111475"/>
                  </a:lnTo>
                  <a:lnTo>
                    <a:pt x="159015" y="111475"/>
                  </a:lnTo>
                  <a:lnTo>
                    <a:pt x="159015" y="111475"/>
                  </a:lnTo>
                  <a:lnTo>
                    <a:pt x="157376" y="113114"/>
                  </a:lnTo>
                  <a:lnTo>
                    <a:pt x="157376" y="113114"/>
                  </a:lnTo>
                  <a:lnTo>
                    <a:pt x="157376" y="113114"/>
                  </a:lnTo>
                  <a:lnTo>
                    <a:pt x="157376" y="113114"/>
                  </a:lnTo>
                  <a:lnTo>
                    <a:pt x="155737" y="113114"/>
                  </a:lnTo>
                  <a:lnTo>
                    <a:pt x="155737" y="113114"/>
                  </a:lnTo>
                  <a:lnTo>
                    <a:pt x="155737" y="113114"/>
                  </a:lnTo>
                  <a:lnTo>
                    <a:pt x="155737" y="113114"/>
                  </a:lnTo>
                  <a:lnTo>
                    <a:pt x="154098" y="113114"/>
                  </a:lnTo>
                  <a:lnTo>
                    <a:pt x="154098" y="113114"/>
                  </a:lnTo>
                  <a:lnTo>
                    <a:pt x="152458" y="113114"/>
                  </a:lnTo>
                  <a:lnTo>
                    <a:pt x="152458" y="113114"/>
                  </a:lnTo>
                  <a:lnTo>
                    <a:pt x="152458" y="113114"/>
                  </a:lnTo>
                  <a:lnTo>
                    <a:pt x="150819" y="111475"/>
                  </a:lnTo>
                  <a:lnTo>
                    <a:pt x="150819" y="111475"/>
                  </a:lnTo>
                  <a:lnTo>
                    <a:pt x="150819" y="111475"/>
                  </a:lnTo>
                  <a:lnTo>
                    <a:pt x="150819" y="111475"/>
                  </a:lnTo>
                  <a:lnTo>
                    <a:pt x="149180" y="111475"/>
                  </a:lnTo>
                  <a:lnTo>
                    <a:pt x="149180" y="111475"/>
                  </a:lnTo>
                  <a:lnTo>
                    <a:pt x="149180" y="111475"/>
                  </a:lnTo>
                  <a:lnTo>
                    <a:pt x="149180" y="111475"/>
                  </a:lnTo>
                  <a:lnTo>
                    <a:pt x="149180" y="111475"/>
                  </a:lnTo>
                  <a:lnTo>
                    <a:pt x="150819" y="111475"/>
                  </a:lnTo>
                  <a:lnTo>
                    <a:pt x="150819" y="109836"/>
                  </a:lnTo>
                  <a:lnTo>
                    <a:pt x="150819" y="109836"/>
                  </a:lnTo>
                  <a:lnTo>
                    <a:pt x="149180" y="109836"/>
                  </a:lnTo>
                  <a:lnTo>
                    <a:pt x="149180" y="109836"/>
                  </a:lnTo>
                  <a:lnTo>
                    <a:pt x="149180" y="109836"/>
                  </a:lnTo>
                  <a:lnTo>
                    <a:pt x="149180" y="109836"/>
                  </a:lnTo>
                  <a:lnTo>
                    <a:pt x="149180" y="109836"/>
                  </a:lnTo>
                  <a:lnTo>
                    <a:pt x="147540" y="109836"/>
                  </a:lnTo>
                  <a:lnTo>
                    <a:pt x="147540" y="109836"/>
                  </a:lnTo>
                  <a:lnTo>
                    <a:pt x="147540" y="109836"/>
                  </a:lnTo>
                  <a:lnTo>
                    <a:pt x="147540" y="109836"/>
                  </a:lnTo>
                  <a:lnTo>
                    <a:pt x="147540" y="108196"/>
                  </a:lnTo>
                  <a:lnTo>
                    <a:pt x="147540" y="108196"/>
                  </a:lnTo>
                  <a:lnTo>
                    <a:pt x="145901" y="108196"/>
                  </a:lnTo>
                  <a:lnTo>
                    <a:pt x="145901" y="108196"/>
                  </a:lnTo>
                  <a:lnTo>
                    <a:pt x="145901" y="108196"/>
                  </a:lnTo>
                  <a:lnTo>
                    <a:pt x="145901" y="108196"/>
                  </a:lnTo>
                  <a:lnTo>
                    <a:pt x="145901" y="108196"/>
                  </a:lnTo>
                  <a:lnTo>
                    <a:pt x="145901" y="108196"/>
                  </a:lnTo>
                  <a:lnTo>
                    <a:pt x="145901" y="108196"/>
                  </a:lnTo>
                  <a:lnTo>
                    <a:pt x="144261" y="108196"/>
                  </a:lnTo>
                  <a:lnTo>
                    <a:pt x="144261" y="106557"/>
                  </a:lnTo>
                  <a:lnTo>
                    <a:pt x="144261" y="106557"/>
                  </a:lnTo>
                  <a:lnTo>
                    <a:pt x="144261" y="106557"/>
                  </a:lnTo>
                  <a:lnTo>
                    <a:pt x="144261" y="106557"/>
                  </a:lnTo>
                  <a:lnTo>
                    <a:pt x="144261" y="106557"/>
                  </a:lnTo>
                  <a:lnTo>
                    <a:pt x="144261" y="106557"/>
                  </a:lnTo>
                  <a:lnTo>
                    <a:pt x="142622" y="106557"/>
                  </a:lnTo>
                  <a:lnTo>
                    <a:pt x="142622" y="106557"/>
                  </a:lnTo>
                  <a:lnTo>
                    <a:pt x="142622" y="106557"/>
                  </a:lnTo>
                  <a:lnTo>
                    <a:pt x="142622" y="106557"/>
                  </a:lnTo>
                  <a:lnTo>
                    <a:pt x="140983" y="106557"/>
                  </a:lnTo>
                  <a:lnTo>
                    <a:pt x="140983" y="106557"/>
                  </a:lnTo>
                  <a:lnTo>
                    <a:pt x="140983" y="106557"/>
                  </a:lnTo>
                  <a:lnTo>
                    <a:pt x="140983" y="106557"/>
                  </a:lnTo>
                  <a:lnTo>
                    <a:pt x="140983" y="108196"/>
                  </a:lnTo>
                  <a:lnTo>
                    <a:pt x="140983" y="108196"/>
                  </a:lnTo>
                  <a:lnTo>
                    <a:pt x="140983" y="108196"/>
                  </a:lnTo>
                  <a:lnTo>
                    <a:pt x="140983" y="108196"/>
                  </a:lnTo>
                  <a:lnTo>
                    <a:pt x="140983" y="108196"/>
                  </a:lnTo>
                  <a:lnTo>
                    <a:pt x="140983" y="108196"/>
                  </a:lnTo>
                  <a:lnTo>
                    <a:pt x="139344" y="108196"/>
                  </a:lnTo>
                  <a:lnTo>
                    <a:pt x="139344" y="108196"/>
                  </a:lnTo>
                  <a:lnTo>
                    <a:pt x="139344" y="108196"/>
                  </a:lnTo>
                  <a:lnTo>
                    <a:pt x="139344" y="108196"/>
                  </a:lnTo>
                  <a:lnTo>
                    <a:pt x="139344" y="108196"/>
                  </a:lnTo>
                  <a:lnTo>
                    <a:pt x="139344" y="108196"/>
                  </a:lnTo>
                  <a:lnTo>
                    <a:pt x="139344" y="108196"/>
                  </a:lnTo>
                  <a:lnTo>
                    <a:pt x="137704" y="108196"/>
                  </a:lnTo>
                  <a:lnTo>
                    <a:pt x="137704" y="108196"/>
                  </a:lnTo>
                  <a:lnTo>
                    <a:pt x="137704" y="108196"/>
                  </a:lnTo>
                  <a:lnTo>
                    <a:pt x="137704" y="108196"/>
                  </a:lnTo>
                  <a:lnTo>
                    <a:pt x="137704" y="108196"/>
                  </a:lnTo>
                  <a:lnTo>
                    <a:pt x="136065" y="108196"/>
                  </a:lnTo>
                  <a:lnTo>
                    <a:pt x="136065" y="108196"/>
                  </a:lnTo>
                  <a:lnTo>
                    <a:pt x="136065" y="108196"/>
                  </a:lnTo>
                  <a:lnTo>
                    <a:pt x="136065" y="106557"/>
                  </a:lnTo>
                  <a:lnTo>
                    <a:pt x="136065" y="106557"/>
                  </a:lnTo>
                  <a:lnTo>
                    <a:pt x="134425" y="106557"/>
                  </a:lnTo>
                  <a:lnTo>
                    <a:pt x="134425" y="106557"/>
                  </a:lnTo>
                  <a:lnTo>
                    <a:pt x="134425" y="106557"/>
                  </a:lnTo>
                  <a:lnTo>
                    <a:pt x="134425" y="106557"/>
                  </a:lnTo>
                  <a:lnTo>
                    <a:pt x="134425" y="106557"/>
                  </a:lnTo>
                  <a:lnTo>
                    <a:pt x="134425" y="106557"/>
                  </a:lnTo>
                  <a:lnTo>
                    <a:pt x="134425" y="106557"/>
                  </a:lnTo>
                  <a:lnTo>
                    <a:pt x="134425" y="106557"/>
                  </a:lnTo>
                  <a:lnTo>
                    <a:pt x="132786" y="106557"/>
                  </a:lnTo>
                  <a:lnTo>
                    <a:pt x="132786" y="106557"/>
                  </a:lnTo>
                  <a:lnTo>
                    <a:pt x="132786" y="106557"/>
                  </a:lnTo>
                  <a:lnTo>
                    <a:pt x="132786" y="106557"/>
                  </a:lnTo>
                  <a:lnTo>
                    <a:pt x="131147" y="106557"/>
                  </a:lnTo>
                  <a:lnTo>
                    <a:pt x="131147" y="106557"/>
                  </a:lnTo>
                  <a:lnTo>
                    <a:pt x="131147" y="106557"/>
                  </a:lnTo>
                  <a:lnTo>
                    <a:pt x="131147" y="106557"/>
                  </a:lnTo>
                  <a:lnTo>
                    <a:pt x="131147" y="106557"/>
                  </a:lnTo>
                  <a:lnTo>
                    <a:pt x="131147" y="106557"/>
                  </a:lnTo>
                  <a:lnTo>
                    <a:pt x="131147" y="106557"/>
                  </a:lnTo>
                  <a:lnTo>
                    <a:pt x="129508" y="106557"/>
                  </a:lnTo>
                  <a:lnTo>
                    <a:pt x="129508" y="106557"/>
                  </a:lnTo>
                  <a:lnTo>
                    <a:pt x="129508" y="106557"/>
                  </a:lnTo>
                  <a:lnTo>
                    <a:pt x="129508" y="106557"/>
                  </a:lnTo>
                  <a:lnTo>
                    <a:pt x="129508" y="106557"/>
                  </a:lnTo>
                  <a:lnTo>
                    <a:pt x="127868" y="106557"/>
                  </a:lnTo>
                  <a:lnTo>
                    <a:pt x="127868" y="106557"/>
                  </a:lnTo>
                  <a:lnTo>
                    <a:pt x="127868" y="106557"/>
                  </a:lnTo>
                  <a:lnTo>
                    <a:pt x="127868" y="106557"/>
                  </a:lnTo>
                  <a:lnTo>
                    <a:pt x="126229" y="106557"/>
                  </a:lnTo>
                  <a:lnTo>
                    <a:pt x="126229" y="106557"/>
                  </a:lnTo>
                  <a:lnTo>
                    <a:pt x="124590" y="106557"/>
                  </a:lnTo>
                  <a:lnTo>
                    <a:pt x="124590" y="106557"/>
                  </a:lnTo>
                  <a:lnTo>
                    <a:pt x="124590" y="104917"/>
                  </a:lnTo>
                  <a:lnTo>
                    <a:pt x="124590" y="106557"/>
                  </a:lnTo>
                  <a:lnTo>
                    <a:pt x="124590" y="106557"/>
                  </a:lnTo>
                  <a:lnTo>
                    <a:pt x="124590" y="106557"/>
                  </a:lnTo>
                  <a:lnTo>
                    <a:pt x="124590" y="106557"/>
                  </a:lnTo>
                  <a:lnTo>
                    <a:pt x="124590" y="106557"/>
                  </a:lnTo>
                  <a:lnTo>
                    <a:pt x="124590" y="108196"/>
                  </a:lnTo>
                  <a:lnTo>
                    <a:pt x="124590" y="108196"/>
                  </a:lnTo>
                  <a:lnTo>
                    <a:pt x="124590" y="108196"/>
                  </a:lnTo>
                  <a:lnTo>
                    <a:pt x="124590" y="108196"/>
                  </a:lnTo>
                  <a:lnTo>
                    <a:pt x="124590" y="108196"/>
                  </a:lnTo>
                  <a:lnTo>
                    <a:pt x="124590" y="108196"/>
                  </a:lnTo>
                  <a:lnTo>
                    <a:pt x="124590" y="108196"/>
                  </a:lnTo>
                  <a:lnTo>
                    <a:pt x="124590" y="109836"/>
                  </a:lnTo>
                  <a:lnTo>
                    <a:pt x="124590" y="109836"/>
                  </a:lnTo>
                  <a:lnTo>
                    <a:pt x="124590" y="109836"/>
                  </a:lnTo>
                  <a:lnTo>
                    <a:pt x="124590" y="109836"/>
                  </a:lnTo>
                  <a:lnTo>
                    <a:pt x="124590" y="109836"/>
                  </a:lnTo>
                  <a:lnTo>
                    <a:pt x="124590" y="109836"/>
                  </a:lnTo>
                  <a:lnTo>
                    <a:pt x="124590" y="109836"/>
                  </a:lnTo>
                  <a:lnTo>
                    <a:pt x="122950" y="109836"/>
                  </a:lnTo>
                  <a:lnTo>
                    <a:pt x="122950" y="109836"/>
                  </a:lnTo>
                  <a:lnTo>
                    <a:pt x="122950" y="109836"/>
                  </a:lnTo>
                  <a:lnTo>
                    <a:pt x="122950" y="109836"/>
                  </a:lnTo>
                  <a:lnTo>
                    <a:pt x="122950" y="109836"/>
                  </a:lnTo>
                  <a:lnTo>
                    <a:pt x="122950" y="109836"/>
                  </a:lnTo>
                  <a:lnTo>
                    <a:pt x="122950" y="109836"/>
                  </a:lnTo>
                  <a:lnTo>
                    <a:pt x="122950" y="109836"/>
                  </a:lnTo>
                  <a:lnTo>
                    <a:pt x="122950" y="109836"/>
                  </a:lnTo>
                  <a:lnTo>
                    <a:pt x="122950" y="109836"/>
                  </a:lnTo>
                  <a:lnTo>
                    <a:pt x="122950" y="109836"/>
                  </a:lnTo>
                  <a:lnTo>
                    <a:pt x="122950" y="111475"/>
                  </a:lnTo>
                  <a:lnTo>
                    <a:pt x="122950" y="111475"/>
                  </a:lnTo>
                  <a:lnTo>
                    <a:pt x="122950" y="111475"/>
                  </a:lnTo>
                  <a:lnTo>
                    <a:pt x="122950" y="113114"/>
                  </a:lnTo>
                  <a:lnTo>
                    <a:pt x="122950" y="113114"/>
                  </a:lnTo>
                  <a:lnTo>
                    <a:pt x="122950" y="113114"/>
                  </a:lnTo>
                  <a:lnTo>
                    <a:pt x="122950" y="113114"/>
                  </a:lnTo>
                  <a:lnTo>
                    <a:pt x="124590" y="114754"/>
                  </a:lnTo>
                  <a:lnTo>
                    <a:pt x="124590" y="114754"/>
                  </a:lnTo>
                  <a:lnTo>
                    <a:pt x="124590" y="114754"/>
                  </a:lnTo>
                  <a:lnTo>
                    <a:pt x="124590" y="114754"/>
                  </a:lnTo>
                  <a:lnTo>
                    <a:pt x="124590" y="116393"/>
                  </a:lnTo>
                  <a:lnTo>
                    <a:pt x="124590" y="116393"/>
                  </a:lnTo>
                  <a:lnTo>
                    <a:pt x="124590" y="116393"/>
                  </a:lnTo>
                  <a:lnTo>
                    <a:pt x="124590" y="116393"/>
                  </a:lnTo>
                  <a:lnTo>
                    <a:pt x="124590" y="116393"/>
                  </a:lnTo>
                  <a:lnTo>
                    <a:pt x="124590" y="118032"/>
                  </a:lnTo>
                  <a:lnTo>
                    <a:pt x="124590" y="118032"/>
                  </a:lnTo>
                  <a:lnTo>
                    <a:pt x="124590" y="118032"/>
                  </a:lnTo>
                  <a:lnTo>
                    <a:pt x="124590" y="118032"/>
                  </a:lnTo>
                  <a:lnTo>
                    <a:pt x="124590" y="118032"/>
                  </a:lnTo>
                  <a:lnTo>
                    <a:pt x="126229" y="119672"/>
                  </a:lnTo>
                  <a:lnTo>
                    <a:pt x="126229" y="119672"/>
                  </a:lnTo>
                  <a:lnTo>
                    <a:pt x="126229" y="119672"/>
                  </a:lnTo>
                  <a:lnTo>
                    <a:pt x="126229" y="119672"/>
                  </a:lnTo>
                  <a:lnTo>
                    <a:pt x="127868" y="119672"/>
                  </a:lnTo>
                  <a:lnTo>
                    <a:pt x="127868" y="119672"/>
                  </a:lnTo>
                  <a:lnTo>
                    <a:pt x="127868" y="121311"/>
                  </a:lnTo>
                  <a:lnTo>
                    <a:pt x="129508" y="121311"/>
                  </a:lnTo>
                  <a:lnTo>
                    <a:pt x="129508" y="121311"/>
                  </a:lnTo>
                  <a:lnTo>
                    <a:pt x="129508" y="121311"/>
                  </a:lnTo>
                  <a:lnTo>
                    <a:pt x="129508" y="121311"/>
                  </a:lnTo>
                  <a:lnTo>
                    <a:pt x="131147" y="121311"/>
                  </a:lnTo>
                  <a:lnTo>
                    <a:pt x="131147" y="121311"/>
                  </a:lnTo>
                  <a:lnTo>
                    <a:pt x="131147" y="121311"/>
                  </a:lnTo>
                  <a:lnTo>
                    <a:pt x="131147" y="121311"/>
                  </a:lnTo>
                  <a:lnTo>
                    <a:pt x="131147" y="121311"/>
                  </a:lnTo>
                  <a:lnTo>
                    <a:pt x="132786" y="121311"/>
                  </a:lnTo>
                  <a:lnTo>
                    <a:pt x="132786" y="121311"/>
                  </a:lnTo>
                  <a:lnTo>
                    <a:pt x="132786" y="121311"/>
                  </a:lnTo>
                  <a:lnTo>
                    <a:pt x="132786" y="121311"/>
                  </a:lnTo>
                  <a:lnTo>
                    <a:pt x="132786" y="121311"/>
                  </a:lnTo>
                  <a:lnTo>
                    <a:pt x="134425" y="121311"/>
                  </a:lnTo>
                  <a:lnTo>
                    <a:pt x="134425" y="121311"/>
                  </a:lnTo>
                  <a:lnTo>
                    <a:pt x="134425" y="121311"/>
                  </a:lnTo>
                  <a:lnTo>
                    <a:pt x="134425" y="121311"/>
                  </a:lnTo>
                  <a:lnTo>
                    <a:pt x="136065" y="122950"/>
                  </a:lnTo>
                  <a:lnTo>
                    <a:pt x="137704" y="122950"/>
                  </a:lnTo>
                  <a:lnTo>
                    <a:pt x="137704" y="122950"/>
                  </a:lnTo>
                  <a:lnTo>
                    <a:pt x="137704" y="122950"/>
                  </a:lnTo>
                  <a:lnTo>
                    <a:pt x="137704" y="122950"/>
                  </a:lnTo>
                  <a:lnTo>
                    <a:pt x="137704" y="122950"/>
                  </a:lnTo>
                  <a:lnTo>
                    <a:pt x="137704" y="122950"/>
                  </a:lnTo>
                  <a:lnTo>
                    <a:pt x="139344" y="122950"/>
                  </a:lnTo>
                  <a:lnTo>
                    <a:pt x="139344" y="122950"/>
                  </a:lnTo>
                  <a:lnTo>
                    <a:pt x="139344" y="122950"/>
                  </a:lnTo>
                  <a:lnTo>
                    <a:pt x="139344" y="122950"/>
                  </a:lnTo>
                  <a:lnTo>
                    <a:pt x="139344" y="122950"/>
                  </a:lnTo>
                  <a:lnTo>
                    <a:pt x="139344" y="122950"/>
                  </a:lnTo>
                  <a:lnTo>
                    <a:pt x="140983" y="122950"/>
                  </a:lnTo>
                  <a:lnTo>
                    <a:pt x="140983" y="122950"/>
                  </a:lnTo>
                  <a:lnTo>
                    <a:pt x="142622" y="122950"/>
                  </a:lnTo>
                  <a:lnTo>
                    <a:pt x="142622" y="122950"/>
                  </a:lnTo>
                  <a:lnTo>
                    <a:pt x="142622" y="122950"/>
                  </a:lnTo>
                  <a:lnTo>
                    <a:pt x="142622" y="122950"/>
                  </a:lnTo>
                  <a:lnTo>
                    <a:pt x="142622" y="122950"/>
                  </a:lnTo>
                  <a:lnTo>
                    <a:pt x="144261" y="124590"/>
                  </a:lnTo>
                  <a:lnTo>
                    <a:pt x="145901" y="126229"/>
                  </a:lnTo>
                  <a:lnTo>
                    <a:pt x="147540" y="126229"/>
                  </a:lnTo>
                  <a:lnTo>
                    <a:pt x="147540" y="126229"/>
                  </a:lnTo>
                  <a:lnTo>
                    <a:pt x="147540" y="126229"/>
                  </a:lnTo>
                  <a:lnTo>
                    <a:pt x="147540" y="126229"/>
                  </a:lnTo>
                  <a:lnTo>
                    <a:pt x="147540" y="127868"/>
                  </a:lnTo>
                  <a:lnTo>
                    <a:pt x="147540" y="127868"/>
                  </a:lnTo>
                  <a:lnTo>
                    <a:pt x="147540" y="127868"/>
                  </a:lnTo>
                  <a:lnTo>
                    <a:pt x="147540" y="129508"/>
                  </a:lnTo>
                  <a:lnTo>
                    <a:pt x="147540" y="129508"/>
                  </a:lnTo>
                  <a:lnTo>
                    <a:pt x="147540" y="129508"/>
                  </a:lnTo>
                  <a:lnTo>
                    <a:pt x="149180" y="129508"/>
                  </a:lnTo>
                  <a:lnTo>
                    <a:pt x="149180" y="129508"/>
                  </a:lnTo>
                  <a:lnTo>
                    <a:pt x="149180" y="131147"/>
                  </a:lnTo>
                  <a:lnTo>
                    <a:pt x="149180" y="131147"/>
                  </a:lnTo>
                  <a:lnTo>
                    <a:pt x="149180" y="131147"/>
                  </a:lnTo>
                  <a:lnTo>
                    <a:pt x="149180" y="131147"/>
                  </a:lnTo>
                  <a:lnTo>
                    <a:pt x="149180" y="131147"/>
                  </a:lnTo>
                  <a:lnTo>
                    <a:pt x="149180" y="132786"/>
                  </a:lnTo>
                  <a:lnTo>
                    <a:pt x="149180" y="132786"/>
                  </a:lnTo>
                  <a:lnTo>
                    <a:pt x="149180" y="132786"/>
                  </a:lnTo>
                  <a:lnTo>
                    <a:pt x="149180" y="132786"/>
                  </a:lnTo>
                  <a:lnTo>
                    <a:pt x="149180" y="132786"/>
                  </a:lnTo>
                  <a:lnTo>
                    <a:pt x="149180" y="132786"/>
                  </a:lnTo>
                  <a:lnTo>
                    <a:pt x="149180" y="132786"/>
                  </a:lnTo>
                  <a:lnTo>
                    <a:pt x="149180" y="134426"/>
                  </a:lnTo>
                  <a:lnTo>
                    <a:pt x="149180" y="134426"/>
                  </a:lnTo>
                  <a:lnTo>
                    <a:pt x="150819" y="134426"/>
                  </a:lnTo>
                  <a:lnTo>
                    <a:pt x="150819" y="134426"/>
                  </a:lnTo>
                  <a:lnTo>
                    <a:pt x="150819" y="134426"/>
                  </a:lnTo>
                  <a:lnTo>
                    <a:pt x="150819" y="134426"/>
                  </a:lnTo>
                  <a:lnTo>
                    <a:pt x="150819" y="134426"/>
                  </a:lnTo>
                  <a:lnTo>
                    <a:pt x="150819" y="134426"/>
                  </a:lnTo>
                  <a:lnTo>
                    <a:pt x="150819" y="134426"/>
                  </a:lnTo>
                  <a:lnTo>
                    <a:pt x="152458" y="134426"/>
                  </a:lnTo>
                  <a:lnTo>
                    <a:pt x="152458" y="136065"/>
                  </a:lnTo>
                  <a:lnTo>
                    <a:pt x="152458" y="136065"/>
                  </a:lnTo>
                  <a:lnTo>
                    <a:pt x="152458" y="136065"/>
                  </a:lnTo>
                  <a:lnTo>
                    <a:pt x="152458" y="136065"/>
                  </a:lnTo>
                  <a:lnTo>
                    <a:pt x="152458" y="137704"/>
                  </a:lnTo>
                  <a:lnTo>
                    <a:pt x="154098" y="137704"/>
                  </a:lnTo>
                  <a:lnTo>
                    <a:pt x="154098" y="137704"/>
                  </a:lnTo>
                  <a:lnTo>
                    <a:pt x="154098" y="137704"/>
                  </a:lnTo>
                  <a:lnTo>
                    <a:pt x="154098" y="137704"/>
                  </a:lnTo>
                  <a:lnTo>
                    <a:pt x="154098" y="137704"/>
                  </a:lnTo>
                  <a:lnTo>
                    <a:pt x="154098" y="139344"/>
                  </a:lnTo>
                  <a:lnTo>
                    <a:pt x="154098" y="139344"/>
                  </a:lnTo>
                  <a:lnTo>
                    <a:pt x="154098" y="139344"/>
                  </a:lnTo>
                  <a:lnTo>
                    <a:pt x="155737" y="139344"/>
                  </a:lnTo>
                  <a:lnTo>
                    <a:pt x="155737" y="140983"/>
                  </a:lnTo>
                  <a:lnTo>
                    <a:pt x="155737" y="140983"/>
                  </a:lnTo>
                  <a:lnTo>
                    <a:pt x="155737" y="140983"/>
                  </a:lnTo>
                  <a:lnTo>
                    <a:pt x="157376" y="142622"/>
                  </a:lnTo>
                  <a:lnTo>
                    <a:pt x="157376" y="142622"/>
                  </a:lnTo>
                  <a:lnTo>
                    <a:pt x="157376" y="144262"/>
                  </a:lnTo>
                  <a:lnTo>
                    <a:pt x="157376" y="144262"/>
                  </a:lnTo>
                  <a:lnTo>
                    <a:pt x="157376" y="144262"/>
                  </a:lnTo>
                  <a:lnTo>
                    <a:pt x="159015" y="144262"/>
                  </a:lnTo>
                  <a:lnTo>
                    <a:pt x="159015" y="145901"/>
                  </a:lnTo>
                  <a:lnTo>
                    <a:pt x="159015" y="145901"/>
                  </a:lnTo>
                  <a:lnTo>
                    <a:pt x="159015" y="145901"/>
                  </a:lnTo>
                  <a:lnTo>
                    <a:pt x="159015" y="145901"/>
                  </a:lnTo>
                  <a:lnTo>
                    <a:pt x="159015" y="145901"/>
                  </a:lnTo>
                  <a:lnTo>
                    <a:pt x="159015" y="145901"/>
                  </a:lnTo>
                  <a:lnTo>
                    <a:pt x="159015" y="145901"/>
                  </a:lnTo>
                  <a:lnTo>
                    <a:pt x="160655" y="147540"/>
                  </a:lnTo>
                  <a:lnTo>
                    <a:pt x="160655" y="147540"/>
                  </a:lnTo>
                  <a:lnTo>
                    <a:pt x="160655" y="149180"/>
                  </a:lnTo>
                  <a:lnTo>
                    <a:pt x="160655" y="149180"/>
                  </a:lnTo>
                  <a:lnTo>
                    <a:pt x="162294" y="149180"/>
                  </a:lnTo>
                  <a:lnTo>
                    <a:pt x="162294" y="150819"/>
                  </a:lnTo>
                  <a:lnTo>
                    <a:pt x="162294" y="150819"/>
                  </a:lnTo>
                  <a:lnTo>
                    <a:pt x="162294" y="150819"/>
                  </a:lnTo>
                  <a:lnTo>
                    <a:pt x="162294" y="150819"/>
                  </a:lnTo>
                  <a:lnTo>
                    <a:pt x="162294" y="150819"/>
                  </a:lnTo>
                  <a:lnTo>
                    <a:pt x="163934" y="150819"/>
                  </a:lnTo>
                  <a:lnTo>
                    <a:pt x="163934" y="150819"/>
                  </a:lnTo>
                  <a:lnTo>
                    <a:pt x="163934" y="150819"/>
                  </a:lnTo>
                  <a:lnTo>
                    <a:pt x="163934" y="150819"/>
                  </a:lnTo>
                  <a:lnTo>
                    <a:pt x="163934" y="150819"/>
                  </a:lnTo>
                  <a:lnTo>
                    <a:pt x="163934" y="150819"/>
                  </a:lnTo>
                  <a:lnTo>
                    <a:pt x="163934" y="150819"/>
                  </a:lnTo>
                  <a:lnTo>
                    <a:pt x="165573" y="150819"/>
                  </a:lnTo>
                  <a:lnTo>
                    <a:pt x="165573" y="150819"/>
                  </a:lnTo>
                  <a:lnTo>
                    <a:pt x="165573" y="152458"/>
                  </a:lnTo>
                  <a:lnTo>
                    <a:pt x="165573" y="152458"/>
                  </a:lnTo>
                  <a:lnTo>
                    <a:pt x="165573" y="152458"/>
                  </a:lnTo>
                  <a:lnTo>
                    <a:pt x="165573" y="152458"/>
                  </a:lnTo>
                  <a:lnTo>
                    <a:pt x="165573" y="152458"/>
                  </a:lnTo>
                  <a:lnTo>
                    <a:pt x="165573" y="152458"/>
                  </a:lnTo>
                  <a:lnTo>
                    <a:pt x="165573" y="152458"/>
                  </a:lnTo>
                  <a:lnTo>
                    <a:pt x="167212" y="152458"/>
                  </a:lnTo>
                  <a:lnTo>
                    <a:pt x="167212" y="154098"/>
                  </a:lnTo>
                  <a:lnTo>
                    <a:pt x="167212" y="154098"/>
                  </a:lnTo>
                  <a:lnTo>
                    <a:pt x="167212" y="154098"/>
                  </a:lnTo>
                  <a:lnTo>
                    <a:pt x="167212" y="154098"/>
                  </a:lnTo>
                  <a:lnTo>
                    <a:pt x="167212" y="154098"/>
                  </a:lnTo>
                  <a:lnTo>
                    <a:pt x="167212" y="154098"/>
                  </a:lnTo>
                  <a:lnTo>
                    <a:pt x="167212" y="155737"/>
                  </a:lnTo>
                  <a:lnTo>
                    <a:pt x="167212" y="155737"/>
                  </a:lnTo>
                  <a:lnTo>
                    <a:pt x="168851" y="155737"/>
                  </a:lnTo>
                  <a:lnTo>
                    <a:pt x="168851" y="155737"/>
                  </a:lnTo>
                  <a:lnTo>
                    <a:pt x="168851" y="157376"/>
                  </a:lnTo>
                  <a:lnTo>
                    <a:pt x="168851" y="157376"/>
                  </a:lnTo>
                  <a:lnTo>
                    <a:pt x="168851" y="157376"/>
                  </a:lnTo>
                  <a:lnTo>
                    <a:pt x="168851" y="157376"/>
                  </a:lnTo>
                  <a:lnTo>
                    <a:pt x="168851" y="157376"/>
                  </a:lnTo>
                  <a:lnTo>
                    <a:pt x="168851" y="157376"/>
                  </a:lnTo>
                  <a:lnTo>
                    <a:pt x="168851" y="157376"/>
                  </a:lnTo>
                  <a:lnTo>
                    <a:pt x="168851" y="157376"/>
                  </a:lnTo>
                  <a:lnTo>
                    <a:pt x="170491" y="159016"/>
                  </a:lnTo>
                  <a:lnTo>
                    <a:pt x="170491" y="159016"/>
                  </a:lnTo>
                  <a:lnTo>
                    <a:pt x="170491" y="159016"/>
                  </a:lnTo>
                  <a:lnTo>
                    <a:pt x="170491" y="159016"/>
                  </a:lnTo>
                  <a:lnTo>
                    <a:pt x="170491" y="159016"/>
                  </a:lnTo>
                  <a:lnTo>
                    <a:pt x="170491" y="159016"/>
                  </a:lnTo>
                  <a:lnTo>
                    <a:pt x="170491" y="160655"/>
                  </a:lnTo>
                  <a:lnTo>
                    <a:pt x="170491" y="160655"/>
                  </a:lnTo>
                  <a:lnTo>
                    <a:pt x="170491" y="160655"/>
                  </a:lnTo>
                  <a:lnTo>
                    <a:pt x="170491" y="160655"/>
                  </a:lnTo>
                  <a:lnTo>
                    <a:pt x="170491" y="162294"/>
                  </a:lnTo>
                  <a:lnTo>
                    <a:pt x="170491" y="162294"/>
                  </a:lnTo>
                  <a:lnTo>
                    <a:pt x="170491" y="162294"/>
                  </a:lnTo>
                  <a:lnTo>
                    <a:pt x="170491" y="163934"/>
                  </a:lnTo>
                  <a:lnTo>
                    <a:pt x="170491" y="163934"/>
                  </a:lnTo>
                  <a:lnTo>
                    <a:pt x="170491" y="163934"/>
                  </a:lnTo>
                  <a:lnTo>
                    <a:pt x="170491" y="165573"/>
                  </a:lnTo>
                  <a:lnTo>
                    <a:pt x="170491" y="165573"/>
                  </a:lnTo>
                  <a:lnTo>
                    <a:pt x="170491" y="165573"/>
                  </a:lnTo>
                  <a:lnTo>
                    <a:pt x="170491" y="165573"/>
                  </a:lnTo>
                  <a:lnTo>
                    <a:pt x="170491" y="167212"/>
                  </a:lnTo>
                  <a:lnTo>
                    <a:pt x="170491" y="167212"/>
                  </a:lnTo>
                  <a:lnTo>
                    <a:pt x="170491" y="168852"/>
                  </a:lnTo>
                  <a:lnTo>
                    <a:pt x="170491" y="168852"/>
                  </a:lnTo>
                  <a:lnTo>
                    <a:pt x="170491" y="168852"/>
                  </a:lnTo>
                  <a:lnTo>
                    <a:pt x="170491" y="170491"/>
                  </a:lnTo>
                  <a:lnTo>
                    <a:pt x="170491" y="170491"/>
                  </a:lnTo>
                  <a:lnTo>
                    <a:pt x="170491" y="170491"/>
                  </a:lnTo>
                  <a:lnTo>
                    <a:pt x="170491" y="170491"/>
                  </a:lnTo>
                  <a:lnTo>
                    <a:pt x="170491" y="170491"/>
                  </a:lnTo>
                  <a:lnTo>
                    <a:pt x="170491" y="170491"/>
                  </a:lnTo>
                  <a:lnTo>
                    <a:pt x="170491" y="170491"/>
                  </a:lnTo>
                  <a:lnTo>
                    <a:pt x="172130" y="172130"/>
                  </a:lnTo>
                  <a:lnTo>
                    <a:pt x="172130" y="172130"/>
                  </a:lnTo>
                  <a:lnTo>
                    <a:pt x="172130" y="170491"/>
                  </a:lnTo>
                  <a:lnTo>
                    <a:pt x="172130" y="170491"/>
                  </a:lnTo>
                  <a:lnTo>
                    <a:pt x="172130" y="170491"/>
                  </a:lnTo>
                  <a:lnTo>
                    <a:pt x="172130" y="170491"/>
                  </a:lnTo>
                  <a:lnTo>
                    <a:pt x="173770" y="170491"/>
                  </a:lnTo>
                  <a:lnTo>
                    <a:pt x="173770" y="170491"/>
                  </a:lnTo>
                  <a:lnTo>
                    <a:pt x="173770" y="170491"/>
                  </a:lnTo>
                  <a:lnTo>
                    <a:pt x="173770" y="170491"/>
                  </a:lnTo>
                  <a:lnTo>
                    <a:pt x="175409" y="170491"/>
                  </a:lnTo>
                  <a:lnTo>
                    <a:pt x="175409" y="170491"/>
                  </a:lnTo>
                  <a:lnTo>
                    <a:pt x="175409" y="170491"/>
                  </a:lnTo>
                  <a:lnTo>
                    <a:pt x="175409" y="170491"/>
                  </a:lnTo>
                  <a:lnTo>
                    <a:pt x="175409" y="170491"/>
                  </a:lnTo>
                  <a:lnTo>
                    <a:pt x="175409" y="170491"/>
                  </a:lnTo>
                  <a:lnTo>
                    <a:pt x="175409" y="170491"/>
                  </a:lnTo>
                  <a:lnTo>
                    <a:pt x="177048" y="170491"/>
                  </a:lnTo>
                  <a:lnTo>
                    <a:pt x="177048" y="170491"/>
                  </a:lnTo>
                  <a:lnTo>
                    <a:pt x="177048" y="170491"/>
                  </a:lnTo>
                  <a:lnTo>
                    <a:pt x="177048" y="170491"/>
                  </a:lnTo>
                  <a:lnTo>
                    <a:pt x="178688" y="170491"/>
                  </a:lnTo>
                  <a:lnTo>
                    <a:pt x="178688" y="170491"/>
                  </a:lnTo>
                  <a:lnTo>
                    <a:pt x="178688" y="170491"/>
                  </a:lnTo>
                  <a:lnTo>
                    <a:pt x="178688" y="170491"/>
                  </a:lnTo>
                  <a:lnTo>
                    <a:pt x="178688" y="170491"/>
                  </a:lnTo>
                  <a:lnTo>
                    <a:pt x="178688" y="170491"/>
                  </a:lnTo>
                  <a:lnTo>
                    <a:pt x="178688" y="170491"/>
                  </a:lnTo>
                  <a:lnTo>
                    <a:pt x="178688" y="170491"/>
                  </a:lnTo>
                  <a:lnTo>
                    <a:pt x="180327" y="170491"/>
                  </a:lnTo>
                  <a:lnTo>
                    <a:pt x="180327" y="170491"/>
                  </a:lnTo>
                  <a:lnTo>
                    <a:pt x="180327" y="170491"/>
                  </a:lnTo>
                  <a:lnTo>
                    <a:pt x="181966" y="170491"/>
                  </a:lnTo>
                  <a:lnTo>
                    <a:pt x="181966" y="170491"/>
                  </a:lnTo>
                  <a:lnTo>
                    <a:pt x="181966" y="170491"/>
                  </a:lnTo>
                  <a:lnTo>
                    <a:pt x="181966" y="170491"/>
                  </a:lnTo>
                  <a:lnTo>
                    <a:pt x="181966" y="170491"/>
                  </a:lnTo>
                  <a:lnTo>
                    <a:pt x="183605" y="170491"/>
                  </a:lnTo>
                  <a:lnTo>
                    <a:pt x="183605" y="170491"/>
                  </a:lnTo>
                  <a:lnTo>
                    <a:pt x="183605" y="170491"/>
                  </a:lnTo>
                  <a:lnTo>
                    <a:pt x="183605" y="170491"/>
                  </a:lnTo>
                  <a:lnTo>
                    <a:pt x="183605" y="170491"/>
                  </a:lnTo>
                  <a:lnTo>
                    <a:pt x="185245" y="170491"/>
                  </a:lnTo>
                  <a:lnTo>
                    <a:pt x="185245" y="170491"/>
                  </a:lnTo>
                  <a:lnTo>
                    <a:pt x="185245" y="170491"/>
                  </a:lnTo>
                  <a:lnTo>
                    <a:pt x="185245" y="172130"/>
                  </a:lnTo>
                  <a:lnTo>
                    <a:pt x="185245" y="172130"/>
                  </a:lnTo>
                  <a:lnTo>
                    <a:pt x="185245" y="172130"/>
                  </a:lnTo>
                  <a:lnTo>
                    <a:pt x="185245" y="173770"/>
                  </a:lnTo>
                  <a:lnTo>
                    <a:pt x="185245" y="173770"/>
                  </a:lnTo>
                  <a:lnTo>
                    <a:pt x="185245" y="173770"/>
                  </a:lnTo>
                  <a:lnTo>
                    <a:pt x="185245" y="173770"/>
                  </a:lnTo>
                  <a:lnTo>
                    <a:pt x="185245" y="173770"/>
                  </a:lnTo>
                  <a:lnTo>
                    <a:pt x="185245" y="173770"/>
                  </a:lnTo>
                  <a:lnTo>
                    <a:pt x="186884" y="173770"/>
                  </a:lnTo>
                  <a:lnTo>
                    <a:pt x="186884" y="173770"/>
                  </a:lnTo>
                  <a:lnTo>
                    <a:pt x="188524" y="175409"/>
                  </a:lnTo>
                  <a:lnTo>
                    <a:pt x="188524" y="175409"/>
                  </a:lnTo>
                  <a:lnTo>
                    <a:pt x="188524" y="177048"/>
                  </a:lnTo>
                  <a:lnTo>
                    <a:pt x="190163" y="177048"/>
                  </a:lnTo>
                  <a:lnTo>
                    <a:pt x="190163" y="177048"/>
                  </a:lnTo>
                  <a:lnTo>
                    <a:pt x="190163" y="178688"/>
                  </a:lnTo>
                  <a:lnTo>
                    <a:pt x="190163" y="178688"/>
                  </a:lnTo>
                  <a:lnTo>
                    <a:pt x="190163" y="178688"/>
                  </a:lnTo>
                  <a:lnTo>
                    <a:pt x="190163" y="178688"/>
                  </a:lnTo>
                  <a:lnTo>
                    <a:pt x="190163" y="178688"/>
                  </a:lnTo>
                  <a:lnTo>
                    <a:pt x="190163" y="180327"/>
                  </a:lnTo>
                  <a:lnTo>
                    <a:pt x="191802" y="180327"/>
                  </a:lnTo>
                  <a:lnTo>
                    <a:pt x="191802" y="180327"/>
                  </a:lnTo>
                  <a:lnTo>
                    <a:pt x="191802" y="180327"/>
                  </a:lnTo>
                  <a:lnTo>
                    <a:pt x="191802" y="180327"/>
                  </a:lnTo>
                  <a:lnTo>
                    <a:pt x="191802" y="181966"/>
                  </a:lnTo>
                  <a:lnTo>
                    <a:pt x="191802" y="181966"/>
                  </a:lnTo>
                  <a:lnTo>
                    <a:pt x="191802" y="181966"/>
                  </a:lnTo>
                  <a:lnTo>
                    <a:pt x="191802" y="181966"/>
                  </a:lnTo>
                  <a:lnTo>
                    <a:pt x="193442" y="181966"/>
                  </a:lnTo>
                  <a:lnTo>
                    <a:pt x="193442" y="181966"/>
                  </a:lnTo>
                  <a:lnTo>
                    <a:pt x="193442" y="181966"/>
                  </a:lnTo>
                  <a:lnTo>
                    <a:pt x="193442" y="183606"/>
                  </a:lnTo>
                  <a:lnTo>
                    <a:pt x="195081" y="183606"/>
                  </a:lnTo>
                  <a:lnTo>
                    <a:pt x="195081" y="183606"/>
                  </a:lnTo>
                  <a:lnTo>
                    <a:pt x="195081" y="185245"/>
                  </a:lnTo>
                  <a:lnTo>
                    <a:pt x="195081" y="185245"/>
                  </a:lnTo>
                  <a:lnTo>
                    <a:pt x="195081" y="185245"/>
                  </a:lnTo>
                  <a:lnTo>
                    <a:pt x="195081" y="185245"/>
                  </a:lnTo>
                  <a:lnTo>
                    <a:pt x="195081" y="185245"/>
                  </a:lnTo>
                  <a:lnTo>
                    <a:pt x="196720" y="185245"/>
                  </a:lnTo>
                  <a:lnTo>
                    <a:pt x="196720" y="185245"/>
                  </a:lnTo>
                  <a:lnTo>
                    <a:pt x="196720" y="185245"/>
                  </a:lnTo>
                  <a:lnTo>
                    <a:pt x="196720" y="185245"/>
                  </a:lnTo>
                  <a:lnTo>
                    <a:pt x="198360" y="185245"/>
                  </a:lnTo>
                  <a:lnTo>
                    <a:pt x="198360" y="185245"/>
                  </a:lnTo>
                  <a:lnTo>
                    <a:pt x="198360" y="183606"/>
                  </a:lnTo>
                  <a:lnTo>
                    <a:pt x="198360" y="183606"/>
                  </a:lnTo>
                  <a:lnTo>
                    <a:pt x="198360" y="183606"/>
                  </a:lnTo>
                  <a:lnTo>
                    <a:pt x="198360" y="183606"/>
                  </a:lnTo>
                  <a:lnTo>
                    <a:pt x="199999" y="183606"/>
                  </a:lnTo>
                  <a:lnTo>
                    <a:pt x="199999" y="183606"/>
                  </a:lnTo>
                  <a:lnTo>
                    <a:pt x="199999" y="183606"/>
                  </a:lnTo>
                  <a:lnTo>
                    <a:pt x="201638" y="183606"/>
                  </a:lnTo>
                  <a:lnTo>
                    <a:pt x="201638" y="183606"/>
                  </a:lnTo>
                  <a:lnTo>
                    <a:pt x="201638" y="183606"/>
                  </a:lnTo>
                  <a:lnTo>
                    <a:pt x="201638" y="183606"/>
                  </a:lnTo>
                  <a:lnTo>
                    <a:pt x="201638" y="183606"/>
                  </a:lnTo>
                  <a:lnTo>
                    <a:pt x="203278" y="183606"/>
                  </a:lnTo>
                  <a:lnTo>
                    <a:pt x="203278" y="183606"/>
                  </a:lnTo>
                  <a:lnTo>
                    <a:pt x="204917" y="183606"/>
                  </a:lnTo>
                  <a:lnTo>
                    <a:pt x="204917" y="183606"/>
                  </a:lnTo>
                  <a:lnTo>
                    <a:pt x="204917" y="183606"/>
                  </a:lnTo>
                  <a:lnTo>
                    <a:pt x="204917" y="183606"/>
                  </a:lnTo>
                  <a:lnTo>
                    <a:pt x="204917" y="183606"/>
                  </a:lnTo>
                  <a:lnTo>
                    <a:pt x="204917" y="183606"/>
                  </a:lnTo>
                  <a:lnTo>
                    <a:pt x="204917" y="183606"/>
                  </a:lnTo>
                  <a:lnTo>
                    <a:pt x="206557" y="183606"/>
                  </a:lnTo>
                  <a:lnTo>
                    <a:pt x="206557" y="185245"/>
                  </a:lnTo>
                  <a:lnTo>
                    <a:pt x="206557" y="185245"/>
                  </a:lnTo>
                  <a:lnTo>
                    <a:pt x="208195" y="185245"/>
                  </a:lnTo>
                  <a:lnTo>
                    <a:pt x="208195" y="185245"/>
                  </a:lnTo>
                  <a:lnTo>
                    <a:pt x="208195" y="186884"/>
                  </a:lnTo>
                  <a:lnTo>
                    <a:pt x="208195" y="186884"/>
                  </a:lnTo>
                  <a:lnTo>
                    <a:pt x="209835" y="186884"/>
                  </a:lnTo>
                  <a:lnTo>
                    <a:pt x="209835" y="186884"/>
                  </a:lnTo>
                  <a:lnTo>
                    <a:pt x="209835" y="186884"/>
                  </a:lnTo>
                  <a:lnTo>
                    <a:pt x="209835" y="186884"/>
                  </a:lnTo>
                  <a:lnTo>
                    <a:pt x="209835" y="186884"/>
                  </a:lnTo>
                  <a:lnTo>
                    <a:pt x="209835" y="186884"/>
                  </a:lnTo>
                  <a:lnTo>
                    <a:pt x="209835" y="186884"/>
                  </a:lnTo>
                  <a:lnTo>
                    <a:pt x="209835" y="185245"/>
                  </a:lnTo>
                  <a:lnTo>
                    <a:pt x="209835" y="185245"/>
                  </a:lnTo>
                  <a:lnTo>
                    <a:pt x="209835" y="185245"/>
                  </a:lnTo>
                  <a:lnTo>
                    <a:pt x="209835" y="185245"/>
                  </a:lnTo>
                  <a:lnTo>
                    <a:pt x="209835" y="185245"/>
                  </a:lnTo>
                  <a:lnTo>
                    <a:pt x="211474" y="185245"/>
                  </a:lnTo>
                  <a:lnTo>
                    <a:pt x="211474" y="185245"/>
                  </a:lnTo>
                  <a:lnTo>
                    <a:pt x="211474" y="185245"/>
                  </a:lnTo>
                  <a:lnTo>
                    <a:pt x="211474" y="185245"/>
                  </a:lnTo>
                  <a:lnTo>
                    <a:pt x="213114" y="185245"/>
                  </a:lnTo>
                  <a:lnTo>
                    <a:pt x="213114" y="185245"/>
                  </a:lnTo>
                  <a:lnTo>
                    <a:pt x="213114" y="185245"/>
                  </a:lnTo>
                  <a:lnTo>
                    <a:pt x="214753" y="185245"/>
                  </a:lnTo>
                  <a:lnTo>
                    <a:pt x="214753" y="185245"/>
                  </a:lnTo>
                  <a:lnTo>
                    <a:pt x="214753" y="185245"/>
                  </a:lnTo>
                  <a:lnTo>
                    <a:pt x="214753" y="185245"/>
                  </a:lnTo>
                  <a:lnTo>
                    <a:pt x="214753" y="185245"/>
                  </a:lnTo>
                  <a:lnTo>
                    <a:pt x="216392" y="185245"/>
                  </a:lnTo>
                  <a:lnTo>
                    <a:pt x="216392" y="185245"/>
                  </a:lnTo>
                  <a:lnTo>
                    <a:pt x="218032" y="185245"/>
                  </a:lnTo>
                  <a:lnTo>
                    <a:pt x="218032" y="186884"/>
                  </a:lnTo>
                  <a:lnTo>
                    <a:pt x="218032" y="186884"/>
                  </a:lnTo>
                  <a:lnTo>
                    <a:pt x="219671" y="186884"/>
                  </a:lnTo>
                  <a:lnTo>
                    <a:pt x="219671" y="186884"/>
                  </a:lnTo>
                  <a:lnTo>
                    <a:pt x="221310" y="186884"/>
                  </a:lnTo>
                  <a:lnTo>
                    <a:pt x="221310" y="186884"/>
                  </a:lnTo>
                  <a:lnTo>
                    <a:pt x="221310" y="186884"/>
                  </a:lnTo>
                  <a:lnTo>
                    <a:pt x="221310" y="188524"/>
                  </a:lnTo>
                  <a:lnTo>
                    <a:pt x="221310" y="188524"/>
                  </a:lnTo>
                  <a:lnTo>
                    <a:pt x="221310" y="188524"/>
                  </a:lnTo>
                  <a:lnTo>
                    <a:pt x="221310" y="188524"/>
                  </a:lnTo>
                  <a:lnTo>
                    <a:pt x="221310" y="188524"/>
                  </a:lnTo>
                  <a:lnTo>
                    <a:pt x="221310" y="188524"/>
                  </a:lnTo>
                  <a:lnTo>
                    <a:pt x="221310" y="188524"/>
                  </a:lnTo>
                  <a:lnTo>
                    <a:pt x="221310" y="188524"/>
                  </a:lnTo>
                  <a:lnTo>
                    <a:pt x="221310" y="188524"/>
                  </a:lnTo>
                  <a:lnTo>
                    <a:pt x="222950" y="188524"/>
                  </a:lnTo>
                  <a:lnTo>
                    <a:pt x="222950" y="188524"/>
                  </a:lnTo>
                  <a:lnTo>
                    <a:pt x="222950" y="188524"/>
                  </a:lnTo>
                  <a:lnTo>
                    <a:pt x="222950" y="188524"/>
                  </a:lnTo>
                  <a:lnTo>
                    <a:pt x="222950" y="188524"/>
                  </a:lnTo>
                  <a:lnTo>
                    <a:pt x="222950" y="188524"/>
                  </a:lnTo>
                  <a:lnTo>
                    <a:pt x="224589" y="188524"/>
                  </a:lnTo>
                  <a:lnTo>
                    <a:pt x="224589" y="188524"/>
                  </a:lnTo>
                  <a:lnTo>
                    <a:pt x="224589" y="190163"/>
                  </a:lnTo>
                  <a:lnTo>
                    <a:pt x="224589" y="190163"/>
                  </a:lnTo>
                  <a:lnTo>
                    <a:pt x="224589" y="190163"/>
                  </a:lnTo>
                  <a:lnTo>
                    <a:pt x="224589" y="190163"/>
                  </a:lnTo>
                  <a:lnTo>
                    <a:pt x="226228" y="190163"/>
                  </a:lnTo>
                  <a:lnTo>
                    <a:pt x="226228" y="190163"/>
                  </a:lnTo>
                  <a:lnTo>
                    <a:pt x="226228" y="190163"/>
                  </a:lnTo>
                  <a:lnTo>
                    <a:pt x="226228" y="190163"/>
                  </a:lnTo>
                  <a:lnTo>
                    <a:pt x="226228" y="191802"/>
                  </a:lnTo>
                  <a:lnTo>
                    <a:pt x="226228" y="191802"/>
                  </a:lnTo>
                  <a:lnTo>
                    <a:pt x="226228" y="191802"/>
                  </a:lnTo>
                  <a:lnTo>
                    <a:pt x="226228" y="191802"/>
                  </a:lnTo>
                  <a:lnTo>
                    <a:pt x="226228" y="191802"/>
                  </a:lnTo>
                  <a:lnTo>
                    <a:pt x="226228" y="193442"/>
                  </a:lnTo>
                  <a:lnTo>
                    <a:pt x="226228" y="193442"/>
                  </a:lnTo>
                  <a:lnTo>
                    <a:pt x="226228" y="193442"/>
                  </a:lnTo>
                  <a:lnTo>
                    <a:pt x="226228" y="195081"/>
                  </a:lnTo>
                  <a:lnTo>
                    <a:pt x="226228" y="195081"/>
                  </a:lnTo>
                  <a:lnTo>
                    <a:pt x="226228" y="195081"/>
                  </a:lnTo>
                  <a:lnTo>
                    <a:pt x="226228" y="195081"/>
                  </a:lnTo>
                  <a:lnTo>
                    <a:pt x="226228" y="196720"/>
                  </a:lnTo>
                  <a:lnTo>
                    <a:pt x="226228" y="196720"/>
                  </a:lnTo>
                  <a:lnTo>
                    <a:pt x="226228" y="195081"/>
                  </a:lnTo>
                  <a:lnTo>
                    <a:pt x="226228" y="195081"/>
                  </a:lnTo>
                  <a:lnTo>
                    <a:pt x="224589" y="195081"/>
                  </a:lnTo>
                  <a:lnTo>
                    <a:pt x="224589" y="195081"/>
                  </a:lnTo>
                  <a:lnTo>
                    <a:pt x="224589" y="193442"/>
                  </a:lnTo>
                  <a:lnTo>
                    <a:pt x="224589" y="193442"/>
                  </a:lnTo>
                  <a:lnTo>
                    <a:pt x="224589" y="193442"/>
                  </a:lnTo>
                  <a:lnTo>
                    <a:pt x="222950" y="193442"/>
                  </a:lnTo>
                  <a:lnTo>
                    <a:pt x="222950" y="193442"/>
                  </a:lnTo>
                  <a:lnTo>
                    <a:pt x="222950" y="191802"/>
                  </a:lnTo>
                  <a:lnTo>
                    <a:pt x="222950" y="191802"/>
                  </a:lnTo>
                  <a:lnTo>
                    <a:pt x="222950" y="191802"/>
                  </a:lnTo>
                  <a:lnTo>
                    <a:pt x="221310" y="191802"/>
                  </a:lnTo>
                  <a:lnTo>
                    <a:pt x="221310" y="191802"/>
                  </a:lnTo>
                  <a:lnTo>
                    <a:pt x="221310" y="191802"/>
                  </a:lnTo>
                  <a:lnTo>
                    <a:pt x="221310" y="191802"/>
                  </a:lnTo>
                  <a:lnTo>
                    <a:pt x="221310" y="191802"/>
                  </a:lnTo>
                  <a:lnTo>
                    <a:pt x="219671" y="190163"/>
                  </a:lnTo>
                  <a:lnTo>
                    <a:pt x="219671" y="190163"/>
                  </a:lnTo>
                  <a:lnTo>
                    <a:pt x="219671" y="190163"/>
                  </a:lnTo>
                  <a:lnTo>
                    <a:pt x="219671" y="190163"/>
                  </a:lnTo>
                  <a:lnTo>
                    <a:pt x="219671" y="190163"/>
                  </a:lnTo>
                  <a:lnTo>
                    <a:pt x="219671" y="188524"/>
                  </a:lnTo>
                  <a:lnTo>
                    <a:pt x="219671" y="188524"/>
                  </a:lnTo>
                  <a:lnTo>
                    <a:pt x="219671" y="188524"/>
                  </a:lnTo>
                  <a:lnTo>
                    <a:pt x="219671" y="188524"/>
                  </a:lnTo>
                  <a:lnTo>
                    <a:pt x="219671" y="188524"/>
                  </a:lnTo>
                  <a:lnTo>
                    <a:pt x="219671" y="188524"/>
                  </a:lnTo>
                  <a:lnTo>
                    <a:pt x="219671" y="190163"/>
                  </a:lnTo>
                  <a:lnTo>
                    <a:pt x="219671" y="190163"/>
                  </a:lnTo>
                  <a:lnTo>
                    <a:pt x="219671" y="190163"/>
                  </a:lnTo>
                  <a:lnTo>
                    <a:pt x="219671" y="190163"/>
                  </a:lnTo>
                  <a:lnTo>
                    <a:pt x="219671" y="190163"/>
                  </a:lnTo>
                  <a:lnTo>
                    <a:pt x="219671" y="191802"/>
                  </a:lnTo>
                  <a:lnTo>
                    <a:pt x="221310" y="191802"/>
                  </a:lnTo>
                  <a:lnTo>
                    <a:pt x="221310" y="191802"/>
                  </a:lnTo>
                  <a:lnTo>
                    <a:pt x="222950" y="191802"/>
                  </a:lnTo>
                  <a:lnTo>
                    <a:pt x="222950" y="191802"/>
                  </a:lnTo>
                  <a:lnTo>
                    <a:pt x="222950" y="193442"/>
                  </a:lnTo>
                  <a:lnTo>
                    <a:pt x="222950" y="193442"/>
                  </a:lnTo>
                  <a:lnTo>
                    <a:pt x="222950" y="193442"/>
                  </a:lnTo>
                  <a:lnTo>
                    <a:pt x="222950" y="193442"/>
                  </a:lnTo>
                  <a:lnTo>
                    <a:pt x="224589" y="195081"/>
                  </a:lnTo>
                  <a:lnTo>
                    <a:pt x="224589" y="195081"/>
                  </a:lnTo>
                  <a:lnTo>
                    <a:pt x="224589" y="195081"/>
                  </a:lnTo>
                  <a:lnTo>
                    <a:pt x="224589" y="195081"/>
                  </a:lnTo>
                  <a:lnTo>
                    <a:pt x="224589" y="195081"/>
                  </a:lnTo>
                  <a:lnTo>
                    <a:pt x="224589" y="196720"/>
                  </a:lnTo>
                  <a:lnTo>
                    <a:pt x="224589" y="196720"/>
                  </a:lnTo>
                  <a:lnTo>
                    <a:pt x="224589" y="198360"/>
                  </a:lnTo>
                  <a:lnTo>
                    <a:pt x="224589" y="199999"/>
                  </a:lnTo>
                  <a:lnTo>
                    <a:pt x="224589" y="199999"/>
                  </a:lnTo>
                  <a:lnTo>
                    <a:pt x="224589" y="199999"/>
                  </a:lnTo>
                  <a:lnTo>
                    <a:pt x="224589" y="199999"/>
                  </a:lnTo>
                  <a:lnTo>
                    <a:pt x="224589" y="201638"/>
                  </a:lnTo>
                  <a:lnTo>
                    <a:pt x="224589" y="201638"/>
                  </a:lnTo>
                  <a:lnTo>
                    <a:pt x="224589" y="201638"/>
                  </a:lnTo>
                  <a:lnTo>
                    <a:pt x="224589" y="201638"/>
                  </a:lnTo>
                  <a:lnTo>
                    <a:pt x="224589" y="201638"/>
                  </a:lnTo>
                  <a:lnTo>
                    <a:pt x="224589" y="201638"/>
                  </a:lnTo>
                  <a:lnTo>
                    <a:pt x="224589" y="203278"/>
                  </a:lnTo>
                  <a:lnTo>
                    <a:pt x="224589" y="203278"/>
                  </a:lnTo>
                  <a:lnTo>
                    <a:pt x="224589" y="203278"/>
                  </a:lnTo>
                  <a:lnTo>
                    <a:pt x="224589" y="203278"/>
                  </a:lnTo>
                  <a:lnTo>
                    <a:pt x="224589" y="203278"/>
                  </a:lnTo>
                  <a:lnTo>
                    <a:pt x="222950" y="203278"/>
                  </a:lnTo>
                  <a:lnTo>
                    <a:pt x="222950" y="204917"/>
                  </a:lnTo>
                  <a:lnTo>
                    <a:pt x="222950" y="204917"/>
                  </a:lnTo>
                  <a:lnTo>
                    <a:pt x="222950" y="204917"/>
                  </a:lnTo>
                  <a:lnTo>
                    <a:pt x="222950" y="206557"/>
                  </a:lnTo>
                  <a:lnTo>
                    <a:pt x="222950" y="206557"/>
                  </a:lnTo>
                  <a:lnTo>
                    <a:pt x="222950" y="206557"/>
                  </a:lnTo>
                  <a:lnTo>
                    <a:pt x="222950" y="206557"/>
                  </a:lnTo>
                  <a:lnTo>
                    <a:pt x="222950" y="206557"/>
                  </a:lnTo>
                  <a:lnTo>
                    <a:pt x="222950" y="208196"/>
                  </a:lnTo>
                  <a:lnTo>
                    <a:pt x="222950" y="208196"/>
                  </a:lnTo>
                  <a:lnTo>
                    <a:pt x="222950" y="208196"/>
                  </a:lnTo>
                  <a:lnTo>
                    <a:pt x="222950" y="209835"/>
                  </a:lnTo>
                  <a:lnTo>
                    <a:pt x="222950" y="209835"/>
                  </a:lnTo>
                  <a:lnTo>
                    <a:pt x="222950" y="209835"/>
                  </a:lnTo>
                  <a:lnTo>
                    <a:pt x="222950" y="209835"/>
                  </a:lnTo>
                  <a:lnTo>
                    <a:pt x="221310" y="209835"/>
                  </a:lnTo>
                  <a:lnTo>
                    <a:pt x="221310" y="211474"/>
                  </a:lnTo>
                  <a:lnTo>
                    <a:pt x="221310" y="211474"/>
                  </a:lnTo>
                  <a:lnTo>
                    <a:pt x="221310" y="211474"/>
                  </a:lnTo>
                  <a:lnTo>
                    <a:pt x="221310" y="211474"/>
                  </a:lnTo>
                  <a:lnTo>
                    <a:pt x="221310" y="211474"/>
                  </a:lnTo>
                  <a:lnTo>
                    <a:pt x="221310" y="211474"/>
                  </a:lnTo>
                  <a:lnTo>
                    <a:pt x="221310" y="211474"/>
                  </a:lnTo>
                  <a:lnTo>
                    <a:pt x="221310" y="213114"/>
                  </a:lnTo>
                  <a:lnTo>
                    <a:pt x="221310" y="213114"/>
                  </a:lnTo>
                  <a:lnTo>
                    <a:pt x="219671" y="213114"/>
                  </a:lnTo>
                  <a:lnTo>
                    <a:pt x="219671" y="213114"/>
                  </a:lnTo>
                  <a:lnTo>
                    <a:pt x="219671" y="213114"/>
                  </a:lnTo>
                  <a:lnTo>
                    <a:pt x="219671" y="213114"/>
                  </a:lnTo>
                  <a:lnTo>
                    <a:pt x="219671" y="213114"/>
                  </a:lnTo>
                  <a:lnTo>
                    <a:pt x="219671" y="214753"/>
                  </a:lnTo>
                  <a:lnTo>
                    <a:pt x="219671" y="214753"/>
                  </a:lnTo>
                  <a:lnTo>
                    <a:pt x="219671" y="214753"/>
                  </a:lnTo>
                  <a:lnTo>
                    <a:pt x="219671" y="214753"/>
                  </a:lnTo>
                  <a:lnTo>
                    <a:pt x="219671" y="216392"/>
                  </a:lnTo>
                  <a:lnTo>
                    <a:pt x="219671" y="216392"/>
                  </a:lnTo>
                  <a:lnTo>
                    <a:pt x="219671" y="216392"/>
                  </a:lnTo>
                  <a:lnTo>
                    <a:pt x="219671" y="216392"/>
                  </a:lnTo>
                  <a:lnTo>
                    <a:pt x="219671" y="216392"/>
                  </a:lnTo>
                  <a:lnTo>
                    <a:pt x="219671" y="218032"/>
                  </a:lnTo>
                  <a:lnTo>
                    <a:pt x="219671" y="218032"/>
                  </a:lnTo>
                  <a:lnTo>
                    <a:pt x="219671" y="218032"/>
                  </a:lnTo>
                  <a:lnTo>
                    <a:pt x="219671" y="218032"/>
                  </a:lnTo>
                  <a:lnTo>
                    <a:pt x="219671" y="219671"/>
                  </a:lnTo>
                  <a:lnTo>
                    <a:pt x="221310" y="219671"/>
                  </a:lnTo>
                  <a:lnTo>
                    <a:pt x="221310" y="219671"/>
                  </a:lnTo>
                  <a:lnTo>
                    <a:pt x="219671" y="219671"/>
                  </a:lnTo>
                  <a:lnTo>
                    <a:pt x="219671" y="219671"/>
                  </a:lnTo>
                  <a:lnTo>
                    <a:pt x="219671" y="219671"/>
                  </a:lnTo>
                  <a:lnTo>
                    <a:pt x="221310" y="221310"/>
                  </a:lnTo>
                  <a:lnTo>
                    <a:pt x="221310" y="221310"/>
                  </a:lnTo>
                  <a:lnTo>
                    <a:pt x="221310" y="221310"/>
                  </a:lnTo>
                  <a:lnTo>
                    <a:pt x="221310" y="222950"/>
                  </a:lnTo>
                  <a:lnTo>
                    <a:pt x="221310" y="222950"/>
                  </a:lnTo>
                  <a:lnTo>
                    <a:pt x="221310" y="222950"/>
                  </a:lnTo>
                  <a:lnTo>
                    <a:pt x="222950" y="222950"/>
                  </a:lnTo>
                  <a:lnTo>
                    <a:pt x="222950" y="222950"/>
                  </a:lnTo>
                  <a:lnTo>
                    <a:pt x="222950" y="222950"/>
                  </a:lnTo>
                  <a:lnTo>
                    <a:pt x="222950" y="222950"/>
                  </a:lnTo>
                  <a:lnTo>
                    <a:pt x="222950" y="222950"/>
                  </a:lnTo>
                  <a:lnTo>
                    <a:pt x="222950" y="224589"/>
                  </a:lnTo>
                  <a:lnTo>
                    <a:pt x="222950" y="224589"/>
                  </a:lnTo>
                  <a:lnTo>
                    <a:pt x="222950" y="224589"/>
                  </a:lnTo>
                  <a:lnTo>
                    <a:pt x="222950" y="224589"/>
                  </a:lnTo>
                  <a:lnTo>
                    <a:pt x="222950" y="224589"/>
                  </a:lnTo>
                  <a:lnTo>
                    <a:pt x="224589" y="226229"/>
                  </a:lnTo>
                  <a:lnTo>
                    <a:pt x="224589" y="226229"/>
                  </a:lnTo>
                  <a:lnTo>
                    <a:pt x="224589" y="226229"/>
                  </a:lnTo>
                  <a:lnTo>
                    <a:pt x="224589" y="226229"/>
                  </a:lnTo>
                  <a:lnTo>
                    <a:pt x="222950" y="227868"/>
                  </a:lnTo>
                  <a:lnTo>
                    <a:pt x="222950" y="227868"/>
                  </a:lnTo>
                  <a:lnTo>
                    <a:pt x="222950" y="227868"/>
                  </a:lnTo>
                  <a:lnTo>
                    <a:pt x="222950" y="227868"/>
                  </a:lnTo>
                  <a:lnTo>
                    <a:pt x="222950" y="227868"/>
                  </a:lnTo>
                  <a:lnTo>
                    <a:pt x="222950" y="229507"/>
                  </a:lnTo>
                  <a:lnTo>
                    <a:pt x="222950" y="229507"/>
                  </a:lnTo>
                  <a:lnTo>
                    <a:pt x="222950" y="229507"/>
                  </a:lnTo>
                  <a:lnTo>
                    <a:pt x="222950" y="229507"/>
                  </a:lnTo>
                  <a:lnTo>
                    <a:pt x="222950" y="229507"/>
                  </a:lnTo>
                  <a:lnTo>
                    <a:pt x="222950" y="231147"/>
                  </a:lnTo>
                  <a:lnTo>
                    <a:pt x="222950" y="231147"/>
                  </a:lnTo>
                  <a:lnTo>
                    <a:pt x="222950" y="231147"/>
                  </a:lnTo>
                  <a:lnTo>
                    <a:pt x="222950" y="231147"/>
                  </a:lnTo>
                  <a:lnTo>
                    <a:pt x="222950" y="232786"/>
                  </a:lnTo>
                  <a:lnTo>
                    <a:pt x="222950" y="232786"/>
                  </a:lnTo>
                  <a:lnTo>
                    <a:pt x="222950" y="232786"/>
                  </a:lnTo>
                  <a:lnTo>
                    <a:pt x="222950" y="232786"/>
                  </a:lnTo>
                  <a:lnTo>
                    <a:pt x="224589" y="232786"/>
                  </a:lnTo>
                  <a:lnTo>
                    <a:pt x="224589" y="232786"/>
                  </a:lnTo>
                  <a:lnTo>
                    <a:pt x="224589" y="232786"/>
                  </a:lnTo>
                  <a:lnTo>
                    <a:pt x="226228" y="234425"/>
                  </a:lnTo>
                  <a:lnTo>
                    <a:pt x="226228" y="234425"/>
                  </a:lnTo>
                  <a:lnTo>
                    <a:pt x="226228" y="234425"/>
                  </a:lnTo>
                  <a:lnTo>
                    <a:pt x="226228" y="234425"/>
                  </a:lnTo>
                  <a:lnTo>
                    <a:pt x="226228" y="234425"/>
                  </a:lnTo>
                  <a:lnTo>
                    <a:pt x="226228" y="234425"/>
                  </a:lnTo>
                  <a:lnTo>
                    <a:pt x="226228" y="234425"/>
                  </a:lnTo>
                  <a:lnTo>
                    <a:pt x="227868" y="234425"/>
                  </a:lnTo>
                  <a:lnTo>
                    <a:pt x="227868" y="236064"/>
                  </a:lnTo>
                  <a:lnTo>
                    <a:pt x="227868" y="236064"/>
                  </a:lnTo>
                  <a:lnTo>
                    <a:pt x="227868" y="236064"/>
                  </a:lnTo>
                  <a:lnTo>
                    <a:pt x="227868" y="236064"/>
                  </a:lnTo>
                  <a:lnTo>
                    <a:pt x="227868" y="236064"/>
                  </a:lnTo>
                  <a:lnTo>
                    <a:pt x="229507" y="236064"/>
                  </a:lnTo>
                  <a:lnTo>
                    <a:pt x="229507" y="236064"/>
                  </a:lnTo>
                  <a:lnTo>
                    <a:pt x="229507" y="236064"/>
                  </a:lnTo>
                  <a:lnTo>
                    <a:pt x="229507" y="236064"/>
                  </a:lnTo>
                  <a:lnTo>
                    <a:pt x="229507" y="237704"/>
                  </a:lnTo>
                  <a:lnTo>
                    <a:pt x="229507" y="237704"/>
                  </a:lnTo>
                  <a:lnTo>
                    <a:pt x="229507" y="237704"/>
                  </a:lnTo>
                  <a:lnTo>
                    <a:pt x="229507" y="237704"/>
                  </a:lnTo>
                  <a:lnTo>
                    <a:pt x="229507" y="239343"/>
                  </a:lnTo>
                  <a:lnTo>
                    <a:pt x="229507" y="239343"/>
                  </a:lnTo>
                  <a:lnTo>
                    <a:pt x="229507" y="239343"/>
                  </a:lnTo>
                  <a:lnTo>
                    <a:pt x="229507" y="239343"/>
                  </a:lnTo>
                  <a:lnTo>
                    <a:pt x="229507" y="240982"/>
                  </a:lnTo>
                  <a:lnTo>
                    <a:pt x="229507" y="240982"/>
                  </a:lnTo>
                  <a:lnTo>
                    <a:pt x="229507" y="240982"/>
                  </a:lnTo>
                  <a:lnTo>
                    <a:pt x="229507" y="240982"/>
                  </a:lnTo>
                  <a:lnTo>
                    <a:pt x="229507" y="240982"/>
                  </a:lnTo>
                  <a:lnTo>
                    <a:pt x="229507" y="240982"/>
                  </a:lnTo>
                  <a:lnTo>
                    <a:pt x="229507" y="242622"/>
                  </a:lnTo>
                  <a:lnTo>
                    <a:pt x="229507" y="242622"/>
                  </a:lnTo>
                  <a:lnTo>
                    <a:pt x="229507" y="242622"/>
                  </a:lnTo>
                  <a:lnTo>
                    <a:pt x="229507" y="242622"/>
                  </a:lnTo>
                  <a:lnTo>
                    <a:pt x="231147" y="242622"/>
                  </a:lnTo>
                  <a:lnTo>
                    <a:pt x="231147" y="242622"/>
                  </a:lnTo>
                  <a:lnTo>
                    <a:pt x="231147" y="242622"/>
                  </a:lnTo>
                  <a:lnTo>
                    <a:pt x="231147" y="244261"/>
                  </a:lnTo>
                  <a:lnTo>
                    <a:pt x="232786" y="244261"/>
                  </a:lnTo>
                  <a:lnTo>
                    <a:pt x="232786" y="244261"/>
                  </a:lnTo>
                  <a:lnTo>
                    <a:pt x="232786" y="244261"/>
                  </a:lnTo>
                  <a:lnTo>
                    <a:pt x="232786" y="244261"/>
                  </a:lnTo>
                  <a:lnTo>
                    <a:pt x="232786" y="245901"/>
                  </a:lnTo>
                  <a:lnTo>
                    <a:pt x="232786" y="245901"/>
                  </a:lnTo>
                  <a:lnTo>
                    <a:pt x="234425" y="245901"/>
                  </a:lnTo>
                  <a:lnTo>
                    <a:pt x="234425" y="245901"/>
                  </a:lnTo>
                  <a:lnTo>
                    <a:pt x="234425" y="245901"/>
                  </a:lnTo>
                  <a:lnTo>
                    <a:pt x="236064" y="245901"/>
                  </a:lnTo>
                  <a:lnTo>
                    <a:pt x="236064" y="245901"/>
                  </a:lnTo>
                  <a:lnTo>
                    <a:pt x="236064" y="247540"/>
                  </a:lnTo>
                  <a:lnTo>
                    <a:pt x="236064" y="247540"/>
                  </a:lnTo>
                  <a:lnTo>
                    <a:pt x="236064" y="247540"/>
                  </a:lnTo>
                  <a:lnTo>
                    <a:pt x="236064" y="247540"/>
                  </a:lnTo>
                  <a:lnTo>
                    <a:pt x="236064" y="247540"/>
                  </a:lnTo>
                  <a:lnTo>
                    <a:pt x="237704" y="247540"/>
                  </a:lnTo>
                  <a:lnTo>
                    <a:pt x="237704" y="249179"/>
                  </a:lnTo>
                  <a:lnTo>
                    <a:pt x="237704" y="249179"/>
                  </a:lnTo>
                  <a:lnTo>
                    <a:pt x="237704" y="249179"/>
                  </a:lnTo>
                  <a:lnTo>
                    <a:pt x="237704" y="249179"/>
                  </a:lnTo>
                  <a:lnTo>
                    <a:pt x="237704" y="249179"/>
                  </a:lnTo>
                  <a:lnTo>
                    <a:pt x="237704" y="249179"/>
                  </a:lnTo>
                  <a:lnTo>
                    <a:pt x="237704" y="250819"/>
                  </a:lnTo>
                  <a:lnTo>
                    <a:pt x="239343" y="250819"/>
                  </a:lnTo>
                  <a:lnTo>
                    <a:pt x="239343" y="250819"/>
                  </a:lnTo>
                  <a:lnTo>
                    <a:pt x="239343" y="250819"/>
                  </a:lnTo>
                  <a:lnTo>
                    <a:pt x="239343" y="250819"/>
                  </a:lnTo>
                  <a:lnTo>
                    <a:pt x="239343" y="250819"/>
                  </a:lnTo>
                  <a:lnTo>
                    <a:pt x="239343" y="250819"/>
                  </a:lnTo>
                  <a:lnTo>
                    <a:pt x="239343" y="252458"/>
                  </a:lnTo>
                  <a:lnTo>
                    <a:pt x="239343" y="252458"/>
                  </a:lnTo>
                  <a:lnTo>
                    <a:pt x="239343" y="252458"/>
                  </a:lnTo>
                  <a:lnTo>
                    <a:pt x="239343" y="252458"/>
                  </a:lnTo>
                  <a:lnTo>
                    <a:pt x="239343" y="252458"/>
                  </a:lnTo>
                  <a:lnTo>
                    <a:pt x="239343" y="252458"/>
                  </a:lnTo>
                  <a:lnTo>
                    <a:pt x="239343" y="254097"/>
                  </a:lnTo>
                  <a:lnTo>
                    <a:pt x="240982" y="254097"/>
                  </a:lnTo>
                  <a:lnTo>
                    <a:pt x="240982" y="254097"/>
                  </a:lnTo>
                  <a:lnTo>
                    <a:pt x="240982" y="254097"/>
                  </a:lnTo>
                  <a:lnTo>
                    <a:pt x="240982" y="255737"/>
                  </a:lnTo>
                  <a:lnTo>
                    <a:pt x="240982" y="255737"/>
                  </a:lnTo>
                  <a:lnTo>
                    <a:pt x="242622" y="257376"/>
                  </a:lnTo>
                  <a:lnTo>
                    <a:pt x="242622" y="257376"/>
                  </a:lnTo>
                  <a:lnTo>
                    <a:pt x="242622" y="257376"/>
                  </a:lnTo>
                  <a:lnTo>
                    <a:pt x="242622" y="257376"/>
                  </a:lnTo>
                  <a:lnTo>
                    <a:pt x="242622" y="257376"/>
                  </a:lnTo>
                  <a:lnTo>
                    <a:pt x="242622" y="259015"/>
                  </a:lnTo>
                  <a:lnTo>
                    <a:pt x="242622" y="259015"/>
                  </a:lnTo>
                  <a:lnTo>
                    <a:pt x="242622" y="259015"/>
                  </a:lnTo>
                  <a:lnTo>
                    <a:pt x="242622" y="260654"/>
                  </a:lnTo>
                  <a:lnTo>
                    <a:pt x="242622" y="260654"/>
                  </a:lnTo>
                  <a:lnTo>
                    <a:pt x="242622" y="260654"/>
                  </a:lnTo>
                  <a:lnTo>
                    <a:pt x="242622" y="260654"/>
                  </a:lnTo>
                  <a:lnTo>
                    <a:pt x="242622" y="260654"/>
                  </a:lnTo>
                  <a:lnTo>
                    <a:pt x="242622" y="260654"/>
                  </a:lnTo>
                  <a:lnTo>
                    <a:pt x="242622" y="262294"/>
                  </a:lnTo>
                  <a:lnTo>
                    <a:pt x="242622" y="262294"/>
                  </a:lnTo>
                  <a:lnTo>
                    <a:pt x="242622" y="262294"/>
                  </a:lnTo>
                  <a:lnTo>
                    <a:pt x="244261" y="262294"/>
                  </a:lnTo>
                  <a:lnTo>
                    <a:pt x="244261" y="262294"/>
                  </a:lnTo>
                  <a:lnTo>
                    <a:pt x="244261" y="262294"/>
                  </a:lnTo>
                  <a:lnTo>
                    <a:pt x="244261" y="262294"/>
                  </a:lnTo>
                  <a:lnTo>
                    <a:pt x="244261" y="262294"/>
                  </a:lnTo>
                  <a:lnTo>
                    <a:pt x="244261" y="262294"/>
                  </a:lnTo>
                  <a:lnTo>
                    <a:pt x="244261" y="262294"/>
                  </a:lnTo>
                  <a:lnTo>
                    <a:pt x="244261" y="262294"/>
                  </a:lnTo>
                  <a:lnTo>
                    <a:pt x="245901" y="262294"/>
                  </a:lnTo>
                  <a:lnTo>
                    <a:pt x="245901" y="263933"/>
                  </a:lnTo>
                  <a:lnTo>
                    <a:pt x="245901" y="263933"/>
                  </a:lnTo>
                  <a:lnTo>
                    <a:pt x="245901" y="263933"/>
                  </a:lnTo>
                  <a:lnTo>
                    <a:pt x="245901" y="263933"/>
                  </a:lnTo>
                  <a:lnTo>
                    <a:pt x="245901" y="263933"/>
                  </a:lnTo>
                  <a:lnTo>
                    <a:pt x="245901" y="263933"/>
                  </a:lnTo>
                  <a:lnTo>
                    <a:pt x="247540" y="265573"/>
                  </a:lnTo>
                  <a:lnTo>
                    <a:pt x="247540" y="265573"/>
                  </a:lnTo>
                  <a:lnTo>
                    <a:pt x="247540" y="265573"/>
                  </a:lnTo>
                  <a:lnTo>
                    <a:pt x="247540" y="267212"/>
                  </a:lnTo>
                  <a:lnTo>
                    <a:pt x="247540" y="267212"/>
                  </a:lnTo>
                  <a:lnTo>
                    <a:pt x="247540" y="267212"/>
                  </a:lnTo>
                  <a:lnTo>
                    <a:pt x="245901" y="268851"/>
                  </a:lnTo>
                  <a:lnTo>
                    <a:pt x="245901" y="268851"/>
                  </a:lnTo>
                  <a:lnTo>
                    <a:pt x="245901" y="268851"/>
                  </a:lnTo>
                  <a:lnTo>
                    <a:pt x="245901" y="268851"/>
                  </a:lnTo>
                  <a:lnTo>
                    <a:pt x="245901" y="268851"/>
                  </a:lnTo>
                  <a:lnTo>
                    <a:pt x="245901" y="270491"/>
                  </a:lnTo>
                  <a:lnTo>
                    <a:pt x="245901" y="270491"/>
                  </a:lnTo>
                  <a:lnTo>
                    <a:pt x="245901" y="270491"/>
                  </a:lnTo>
                  <a:lnTo>
                    <a:pt x="245901" y="270491"/>
                  </a:lnTo>
                  <a:lnTo>
                    <a:pt x="245901" y="270491"/>
                  </a:lnTo>
                  <a:lnTo>
                    <a:pt x="245901" y="272130"/>
                  </a:lnTo>
                  <a:lnTo>
                    <a:pt x="245901" y="272130"/>
                  </a:lnTo>
                  <a:lnTo>
                    <a:pt x="245901" y="272130"/>
                  </a:lnTo>
                  <a:lnTo>
                    <a:pt x="245901" y="273769"/>
                  </a:lnTo>
                  <a:lnTo>
                    <a:pt x="245901" y="273769"/>
                  </a:lnTo>
                  <a:lnTo>
                    <a:pt x="245901" y="275409"/>
                  </a:lnTo>
                  <a:lnTo>
                    <a:pt x="245901" y="275409"/>
                  </a:lnTo>
                  <a:lnTo>
                    <a:pt x="245901" y="275409"/>
                  </a:lnTo>
                  <a:lnTo>
                    <a:pt x="245901" y="275409"/>
                  </a:lnTo>
                  <a:lnTo>
                    <a:pt x="245901" y="275409"/>
                  </a:lnTo>
                  <a:lnTo>
                    <a:pt x="245901" y="275409"/>
                  </a:lnTo>
                  <a:lnTo>
                    <a:pt x="245901" y="275409"/>
                  </a:lnTo>
                  <a:lnTo>
                    <a:pt x="245901" y="277048"/>
                  </a:lnTo>
                  <a:lnTo>
                    <a:pt x="245901" y="277048"/>
                  </a:lnTo>
                  <a:lnTo>
                    <a:pt x="245901" y="277048"/>
                  </a:lnTo>
                  <a:lnTo>
                    <a:pt x="245901" y="277048"/>
                  </a:lnTo>
                  <a:lnTo>
                    <a:pt x="245901" y="277048"/>
                  </a:lnTo>
                  <a:lnTo>
                    <a:pt x="245901" y="278687"/>
                  </a:lnTo>
                  <a:lnTo>
                    <a:pt x="245901" y="278687"/>
                  </a:lnTo>
                  <a:lnTo>
                    <a:pt x="245901" y="278687"/>
                  </a:lnTo>
                  <a:lnTo>
                    <a:pt x="245901" y="278687"/>
                  </a:lnTo>
                  <a:lnTo>
                    <a:pt x="245901" y="278687"/>
                  </a:lnTo>
                  <a:lnTo>
                    <a:pt x="245901" y="278687"/>
                  </a:lnTo>
                  <a:lnTo>
                    <a:pt x="247540" y="278687"/>
                  </a:lnTo>
                  <a:lnTo>
                    <a:pt x="247540" y="278687"/>
                  </a:lnTo>
                  <a:lnTo>
                    <a:pt x="247540" y="278687"/>
                  </a:lnTo>
                  <a:lnTo>
                    <a:pt x="247540" y="280327"/>
                  </a:lnTo>
                  <a:lnTo>
                    <a:pt x="247540" y="280327"/>
                  </a:lnTo>
                  <a:lnTo>
                    <a:pt x="247540" y="280327"/>
                  </a:lnTo>
                  <a:lnTo>
                    <a:pt x="245901" y="280327"/>
                  </a:lnTo>
                  <a:lnTo>
                    <a:pt x="245901" y="280327"/>
                  </a:lnTo>
                  <a:lnTo>
                    <a:pt x="245901" y="281966"/>
                  </a:lnTo>
                  <a:lnTo>
                    <a:pt x="245901" y="281966"/>
                  </a:lnTo>
                  <a:lnTo>
                    <a:pt x="245901" y="281966"/>
                  </a:lnTo>
                  <a:lnTo>
                    <a:pt x="245901" y="281966"/>
                  </a:lnTo>
                  <a:lnTo>
                    <a:pt x="245901" y="281966"/>
                  </a:lnTo>
                  <a:lnTo>
                    <a:pt x="245901" y="283605"/>
                  </a:lnTo>
                  <a:lnTo>
                    <a:pt x="245901" y="283605"/>
                  </a:lnTo>
                  <a:lnTo>
                    <a:pt x="245901" y="283605"/>
                  </a:lnTo>
                  <a:lnTo>
                    <a:pt x="245901" y="283605"/>
                  </a:lnTo>
                  <a:lnTo>
                    <a:pt x="244261" y="283605"/>
                  </a:lnTo>
                  <a:lnTo>
                    <a:pt x="244261" y="283605"/>
                  </a:lnTo>
                  <a:lnTo>
                    <a:pt x="244261" y="285244"/>
                  </a:lnTo>
                  <a:lnTo>
                    <a:pt x="244261" y="285244"/>
                  </a:lnTo>
                  <a:lnTo>
                    <a:pt x="244261" y="285244"/>
                  </a:lnTo>
                  <a:lnTo>
                    <a:pt x="244261" y="286884"/>
                  </a:lnTo>
                  <a:lnTo>
                    <a:pt x="244261" y="286884"/>
                  </a:lnTo>
                  <a:lnTo>
                    <a:pt x="244261" y="286884"/>
                  </a:lnTo>
                  <a:lnTo>
                    <a:pt x="244261" y="288523"/>
                  </a:lnTo>
                  <a:lnTo>
                    <a:pt x="244261" y="288523"/>
                  </a:lnTo>
                  <a:lnTo>
                    <a:pt x="244261" y="288523"/>
                  </a:lnTo>
                  <a:lnTo>
                    <a:pt x="244261" y="288523"/>
                  </a:lnTo>
                  <a:lnTo>
                    <a:pt x="244261" y="288523"/>
                  </a:lnTo>
                  <a:lnTo>
                    <a:pt x="244261" y="288523"/>
                  </a:lnTo>
                  <a:lnTo>
                    <a:pt x="244261" y="290163"/>
                  </a:lnTo>
                  <a:lnTo>
                    <a:pt x="244261" y="290163"/>
                  </a:lnTo>
                  <a:lnTo>
                    <a:pt x="244261" y="290163"/>
                  </a:lnTo>
                  <a:lnTo>
                    <a:pt x="244261" y="290163"/>
                  </a:lnTo>
                  <a:lnTo>
                    <a:pt x="244261" y="290163"/>
                  </a:lnTo>
                  <a:lnTo>
                    <a:pt x="244261" y="291802"/>
                  </a:lnTo>
                  <a:lnTo>
                    <a:pt x="244261" y="291802"/>
                  </a:lnTo>
                  <a:lnTo>
                    <a:pt x="244261" y="291802"/>
                  </a:lnTo>
                  <a:lnTo>
                    <a:pt x="244261" y="291802"/>
                  </a:lnTo>
                  <a:lnTo>
                    <a:pt x="244261" y="291802"/>
                  </a:lnTo>
                  <a:lnTo>
                    <a:pt x="244261" y="291802"/>
                  </a:lnTo>
                  <a:lnTo>
                    <a:pt x="244261" y="291802"/>
                  </a:lnTo>
                  <a:lnTo>
                    <a:pt x="244261" y="293441"/>
                  </a:lnTo>
                  <a:lnTo>
                    <a:pt x="244261" y="293441"/>
                  </a:lnTo>
                  <a:lnTo>
                    <a:pt x="244261" y="293441"/>
                  </a:lnTo>
                  <a:lnTo>
                    <a:pt x="244261" y="293441"/>
                  </a:lnTo>
                  <a:lnTo>
                    <a:pt x="244261" y="295081"/>
                  </a:lnTo>
                  <a:lnTo>
                    <a:pt x="244261" y="295081"/>
                  </a:lnTo>
                  <a:lnTo>
                    <a:pt x="244261" y="295081"/>
                  </a:lnTo>
                  <a:lnTo>
                    <a:pt x="244261" y="295081"/>
                  </a:lnTo>
                  <a:lnTo>
                    <a:pt x="244261" y="295081"/>
                  </a:lnTo>
                  <a:lnTo>
                    <a:pt x="244261" y="295081"/>
                  </a:lnTo>
                  <a:lnTo>
                    <a:pt x="244261" y="295081"/>
                  </a:lnTo>
                  <a:lnTo>
                    <a:pt x="244261" y="296720"/>
                  </a:lnTo>
                  <a:lnTo>
                    <a:pt x="244261" y="296720"/>
                  </a:lnTo>
                  <a:lnTo>
                    <a:pt x="244261" y="296720"/>
                  </a:lnTo>
                  <a:lnTo>
                    <a:pt x="244261" y="296720"/>
                  </a:lnTo>
                  <a:lnTo>
                    <a:pt x="244261" y="296720"/>
                  </a:lnTo>
                  <a:lnTo>
                    <a:pt x="245901" y="296720"/>
                  </a:lnTo>
                  <a:lnTo>
                    <a:pt x="245901" y="298359"/>
                  </a:lnTo>
                  <a:lnTo>
                    <a:pt x="245901" y="298359"/>
                  </a:lnTo>
                  <a:lnTo>
                    <a:pt x="245901" y="298359"/>
                  </a:lnTo>
                  <a:lnTo>
                    <a:pt x="245901" y="298359"/>
                  </a:lnTo>
                  <a:lnTo>
                    <a:pt x="245901" y="298359"/>
                  </a:lnTo>
                  <a:lnTo>
                    <a:pt x="245901" y="298359"/>
                  </a:lnTo>
                  <a:lnTo>
                    <a:pt x="245901" y="298359"/>
                  </a:lnTo>
                  <a:lnTo>
                    <a:pt x="245901" y="298359"/>
                  </a:lnTo>
                  <a:lnTo>
                    <a:pt x="245901" y="298359"/>
                  </a:lnTo>
                  <a:lnTo>
                    <a:pt x="245901" y="298359"/>
                  </a:lnTo>
                  <a:lnTo>
                    <a:pt x="245901" y="298359"/>
                  </a:lnTo>
                  <a:lnTo>
                    <a:pt x="245901" y="298359"/>
                  </a:lnTo>
                  <a:lnTo>
                    <a:pt x="245901" y="298359"/>
                  </a:lnTo>
                  <a:lnTo>
                    <a:pt x="245901" y="299999"/>
                  </a:lnTo>
                  <a:lnTo>
                    <a:pt x="245901" y="299999"/>
                  </a:lnTo>
                  <a:lnTo>
                    <a:pt x="245901" y="299999"/>
                  </a:lnTo>
                  <a:lnTo>
                    <a:pt x="245901" y="299999"/>
                  </a:lnTo>
                  <a:lnTo>
                    <a:pt x="245901" y="299999"/>
                  </a:lnTo>
                  <a:lnTo>
                    <a:pt x="245901" y="299999"/>
                  </a:lnTo>
                  <a:lnTo>
                    <a:pt x="245901" y="299999"/>
                  </a:lnTo>
                  <a:lnTo>
                    <a:pt x="245901" y="299999"/>
                  </a:lnTo>
                  <a:lnTo>
                    <a:pt x="245901" y="299999"/>
                  </a:lnTo>
                  <a:lnTo>
                    <a:pt x="245901" y="299999"/>
                  </a:lnTo>
                  <a:lnTo>
                    <a:pt x="247540" y="299999"/>
                  </a:lnTo>
                  <a:lnTo>
                    <a:pt x="247540" y="299999"/>
                  </a:lnTo>
                  <a:lnTo>
                    <a:pt x="247540" y="299999"/>
                  </a:lnTo>
                  <a:lnTo>
                    <a:pt x="247540" y="301638"/>
                  </a:lnTo>
                  <a:lnTo>
                    <a:pt x="247540" y="301638"/>
                  </a:lnTo>
                  <a:lnTo>
                    <a:pt x="247540" y="301638"/>
                  </a:lnTo>
                  <a:lnTo>
                    <a:pt x="247540" y="301638"/>
                  </a:lnTo>
                  <a:lnTo>
                    <a:pt x="247540" y="301638"/>
                  </a:lnTo>
                  <a:lnTo>
                    <a:pt x="247540" y="303277"/>
                  </a:lnTo>
                  <a:lnTo>
                    <a:pt x="247540" y="304917"/>
                  </a:lnTo>
                  <a:lnTo>
                    <a:pt x="247540" y="304917"/>
                  </a:lnTo>
                  <a:lnTo>
                    <a:pt x="247540" y="304917"/>
                  </a:lnTo>
                  <a:lnTo>
                    <a:pt x="247540" y="304917"/>
                  </a:lnTo>
                  <a:lnTo>
                    <a:pt x="247540" y="304917"/>
                  </a:lnTo>
                  <a:lnTo>
                    <a:pt x="247540" y="306556"/>
                  </a:lnTo>
                  <a:lnTo>
                    <a:pt x="247540" y="306556"/>
                  </a:lnTo>
                  <a:lnTo>
                    <a:pt x="247540" y="306556"/>
                  </a:lnTo>
                  <a:lnTo>
                    <a:pt x="247540" y="306556"/>
                  </a:lnTo>
                  <a:lnTo>
                    <a:pt x="247540" y="308195"/>
                  </a:lnTo>
                  <a:lnTo>
                    <a:pt x="247540" y="308195"/>
                  </a:lnTo>
                  <a:lnTo>
                    <a:pt x="249179" y="308195"/>
                  </a:lnTo>
                  <a:lnTo>
                    <a:pt x="249179" y="308195"/>
                  </a:lnTo>
                  <a:lnTo>
                    <a:pt x="249179" y="308195"/>
                  </a:lnTo>
                  <a:lnTo>
                    <a:pt x="249179" y="308195"/>
                  </a:lnTo>
                  <a:lnTo>
                    <a:pt x="249179" y="308195"/>
                  </a:lnTo>
                  <a:lnTo>
                    <a:pt x="249179" y="308195"/>
                  </a:lnTo>
                  <a:lnTo>
                    <a:pt x="249179" y="308195"/>
                  </a:lnTo>
                  <a:lnTo>
                    <a:pt x="249179" y="308195"/>
                  </a:lnTo>
                  <a:lnTo>
                    <a:pt x="249179" y="308195"/>
                  </a:lnTo>
                  <a:lnTo>
                    <a:pt x="249179" y="308195"/>
                  </a:lnTo>
                  <a:lnTo>
                    <a:pt x="250818" y="309835"/>
                  </a:lnTo>
                  <a:lnTo>
                    <a:pt x="250818" y="309835"/>
                  </a:lnTo>
                  <a:lnTo>
                    <a:pt x="250818" y="309835"/>
                  </a:lnTo>
                  <a:lnTo>
                    <a:pt x="250818" y="309835"/>
                  </a:lnTo>
                  <a:lnTo>
                    <a:pt x="250818" y="309835"/>
                  </a:lnTo>
                  <a:lnTo>
                    <a:pt x="250818" y="309835"/>
                  </a:lnTo>
                  <a:lnTo>
                    <a:pt x="252458" y="309835"/>
                  </a:lnTo>
                  <a:lnTo>
                    <a:pt x="252458" y="311474"/>
                  </a:lnTo>
                  <a:lnTo>
                    <a:pt x="252458" y="311474"/>
                  </a:lnTo>
                  <a:lnTo>
                    <a:pt x="252458" y="311474"/>
                  </a:lnTo>
                  <a:lnTo>
                    <a:pt x="252458" y="311474"/>
                  </a:lnTo>
                  <a:lnTo>
                    <a:pt x="252458" y="311474"/>
                  </a:lnTo>
                  <a:lnTo>
                    <a:pt x="254097" y="311474"/>
                  </a:lnTo>
                  <a:lnTo>
                    <a:pt x="254097" y="311474"/>
                  </a:lnTo>
                  <a:lnTo>
                    <a:pt x="254097" y="313113"/>
                  </a:lnTo>
                  <a:lnTo>
                    <a:pt x="254097" y="313113"/>
                  </a:lnTo>
                  <a:lnTo>
                    <a:pt x="254097" y="313113"/>
                  </a:lnTo>
                  <a:lnTo>
                    <a:pt x="254097" y="313113"/>
                  </a:lnTo>
                  <a:lnTo>
                    <a:pt x="254097" y="313113"/>
                  </a:lnTo>
                  <a:lnTo>
                    <a:pt x="254097" y="314753"/>
                  </a:lnTo>
                  <a:lnTo>
                    <a:pt x="254097" y="314753"/>
                  </a:lnTo>
                  <a:lnTo>
                    <a:pt x="255737" y="314753"/>
                  </a:lnTo>
                  <a:lnTo>
                    <a:pt x="255737" y="314753"/>
                  </a:lnTo>
                  <a:lnTo>
                    <a:pt x="255737" y="314753"/>
                  </a:lnTo>
                  <a:lnTo>
                    <a:pt x="255737" y="314753"/>
                  </a:lnTo>
                  <a:lnTo>
                    <a:pt x="255737" y="314753"/>
                  </a:lnTo>
                  <a:lnTo>
                    <a:pt x="255737" y="314753"/>
                  </a:lnTo>
                  <a:lnTo>
                    <a:pt x="255737" y="314753"/>
                  </a:lnTo>
                  <a:lnTo>
                    <a:pt x="255737" y="313113"/>
                  </a:lnTo>
                  <a:lnTo>
                    <a:pt x="254097" y="313113"/>
                  </a:lnTo>
                  <a:lnTo>
                    <a:pt x="254097" y="311474"/>
                  </a:lnTo>
                  <a:lnTo>
                    <a:pt x="254097" y="309835"/>
                  </a:lnTo>
                  <a:lnTo>
                    <a:pt x="254097" y="309835"/>
                  </a:lnTo>
                  <a:lnTo>
                    <a:pt x="254097" y="309835"/>
                  </a:lnTo>
                  <a:lnTo>
                    <a:pt x="254097" y="309835"/>
                  </a:lnTo>
                  <a:lnTo>
                    <a:pt x="252458" y="309835"/>
                  </a:lnTo>
                  <a:lnTo>
                    <a:pt x="252458" y="308195"/>
                  </a:lnTo>
                  <a:lnTo>
                    <a:pt x="252458" y="308195"/>
                  </a:lnTo>
                  <a:lnTo>
                    <a:pt x="252458" y="308195"/>
                  </a:lnTo>
                  <a:lnTo>
                    <a:pt x="252458" y="308195"/>
                  </a:lnTo>
                  <a:lnTo>
                    <a:pt x="252458" y="308195"/>
                  </a:lnTo>
                  <a:lnTo>
                    <a:pt x="252458" y="308195"/>
                  </a:lnTo>
                  <a:lnTo>
                    <a:pt x="252458" y="308195"/>
                  </a:lnTo>
                  <a:lnTo>
                    <a:pt x="252458" y="308195"/>
                  </a:lnTo>
                  <a:lnTo>
                    <a:pt x="252458" y="308195"/>
                  </a:lnTo>
                  <a:lnTo>
                    <a:pt x="254097" y="308195"/>
                  </a:lnTo>
                  <a:lnTo>
                    <a:pt x="254097" y="306556"/>
                  </a:lnTo>
                  <a:lnTo>
                    <a:pt x="254097" y="306556"/>
                  </a:lnTo>
                  <a:lnTo>
                    <a:pt x="254097" y="308195"/>
                  </a:lnTo>
                  <a:lnTo>
                    <a:pt x="254097" y="308195"/>
                  </a:lnTo>
                  <a:lnTo>
                    <a:pt x="254097" y="308195"/>
                  </a:lnTo>
                  <a:lnTo>
                    <a:pt x="254097" y="308195"/>
                  </a:lnTo>
                  <a:lnTo>
                    <a:pt x="254097" y="308195"/>
                  </a:lnTo>
                  <a:lnTo>
                    <a:pt x="254097" y="308195"/>
                  </a:lnTo>
                  <a:lnTo>
                    <a:pt x="254097" y="308195"/>
                  </a:lnTo>
                  <a:lnTo>
                    <a:pt x="254097" y="309835"/>
                  </a:lnTo>
                  <a:lnTo>
                    <a:pt x="254097" y="309835"/>
                  </a:lnTo>
                  <a:lnTo>
                    <a:pt x="254097" y="309835"/>
                  </a:lnTo>
                  <a:lnTo>
                    <a:pt x="254097" y="308195"/>
                  </a:lnTo>
                  <a:lnTo>
                    <a:pt x="254097" y="308195"/>
                  </a:lnTo>
                  <a:lnTo>
                    <a:pt x="254097" y="308195"/>
                  </a:lnTo>
                  <a:lnTo>
                    <a:pt x="254097" y="308195"/>
                  </a:lnTo>
                  <a:lnTo>
                    <a:pt x="254097" y="309835"/>
                  </a:lnTo>
                  <a:lnTo>
                    <a:pt x="254097" y="309835"/>
                  </a:lnTo>
                  <a:lnTo>
                    <a:pt x="255737" y="309835"/>
                  </a:lnTo>
                  <a:lnTo>
                    <a:pt x="255737" y="309835"/>
                  </a:lnTo>
                  <a:lnTo>
                    <a:pt x="255737" y="309835"/>
                  </a:lnTo>
                  <a:lnTo>
                    <a:pt x="255737" y="309835"/>
                  </a:lnTo>
                  <a:lnTo>
                    <a:pt x="255737" y="309835"/>
                  </a:lnTo>
                  <a:lnTo>
                    <a:pt x="255737" y="309835"/>
                  </a:lnTo>
                  <a:lnTo>
                    <a:pt x="255737" y="309835"/>
                  </a:lnTo>
                  <a:lnTo>
                    <a:pt x="257376" y="309835"/>
                  </a:lnTo>
                  <a:lnTo>
                    <a:pt x="257376" y="309835"/>
                  </a:lnTo>
                  <a:lnTo>
                    <a:pt x="257376" y="308195"/>
                  </a:lnTo>
                  <a:lnTo>
                    <a:pt x="257376" y="308195"/>
                  </a:lnTo>
                  <a:lnTo>
                    <a:pt x="257376" y="308195"/>
                  </a:lnTo>
                  <a:lnTo>
                    <a:pt x="257376" y="308195"/>
                  </a:lnTo>
                  <a:lnTo>
                    <a:pt x="257376" y="308195"/>
                  </a:lnTo>
                  <a:lnTo>
                    <a:pt x="257376" y="308195"/>
                  </a:lnTo>
                  <a:lnTo>
                    <a:pt x="257376" y="309835"/>
                  </a:lnTo>
                  <a:lnTo>
                    <a:pt x="257376" y="309835"/>
                  </a:lnTo>
                  <a:lnTo>
                    <a:pt x="257376" y="308195"/>
                  </a:lnTo>
                  <a:lnTo>
                    <a:pt x="257376" y="308195"/>
                  </a:lnTo>
                  <a:lnTo>
                    <a:pt x="259015" y="308195"/>
                  </a:lnTo>
                  <a:lnTo>
                    <a:pt x="259015" y="308195"/>
                  </a:lnTo>
                  <a:lnTo>
                    <a:pt x="259015" y="308195"/>
                  </a:lnTo>
                  <a:lnTo>
                    <a:pt x="259015" y="308195"/>
                  </a:lnTo>
                  <a:lnTo>
                    <a:pt x="259015" y="309835"/>
                  </a:lnTo>
                  <a:lnTo>
                    <a:pt x="259015" y="309835"/>
                  </a:lnTo>
                  <a:lnTo>
                    <a:pt x="259015" y="309835"/>
                  </a:lnTo>
                  <a:lnTo>
                    <a:pt x="259015" y="309835"/>
                  </a:lnTo>
                  <a:lnTo>
                    <a:pt x="259015" y="309835"/>
                  </a:lnTo>
                  <a:lnTo>
                    <a:pt x="259015" y="309835"/>
                  </a:lnTo>
                  <a:lnTo>
                    <a:pt x="260654" y="309835"/>
                  </a:lnTo>
                  <a:lnTo>
                    <a:pt x="260654" y="309835"/>
                  </a:lnTo>
                  <a:lnTo>
                    <a:pt x="260654" y="309835"/>
                  </a:lnTo>
                  <a:lnTo>
                    <a:pt x="260654" y="309835"/>
                  </a:lnTo>
                  <a:lnTo>
                    <a:pt x="260654" y="309835"/>
                  </a:lnTo>
                  <a:lnTo>
                    <a:pt x="260654" y="309835"/>
                  </a:lnTo>
                  <a:lnTo>
                    <a:pt x="260654" y="309835"/>
                  </a:lnTo>
                  <a:lnTo>
                    <a:pt x="260654" y="309835"/>
                  </a:lnTo>
                  <a:lnTo>
                    <a:pt x="260654" y="309835"/>
                  </a:lnTo>
                  <a:lnTo>
                    <a:pt x="260654" y="308195"/>
                  </a:lnTo>
                  <a:lnTo>
                    <a:pt x="260654" y="308195"/>
                  </a:lnTo>
                  <a:lnTo>
                    <a:pt x="262294" y="308195"/>
                  </a:lnTo>
                  <a:lnTo>
                    <a:pt x="262294" y="308195"/>
                  </a:lnTo>
                  <a:lnTo>
                    <a:pt x="262294" y="308195"/>
                  </a:lnTo>
                  <a:lnTo>
                    <a:pt x="262294" y="308195"/>
                  </a:lnTo>
                  <a:lnTo>
                    <a:pt x="262294" y="308195"/>
                  </a:lnTo>
                  <a:lnTo>
                    <a:pt x="262294" y="308195"/>
                  </a:lnTo>
                  <a:lnTo>
                    <a:pt x="262294" y="308195"/>
                  </a:lnTo>
                  <a:lnTo>
                    <a:pt x="263933" y="308195"/>
                  </a:lnTo>
                  <a:lnTo>
                    <a:pt x="263933" y="308195"/>
                  </a:lnTo>
                  <a:lnTo>
                    <a:pt x="263933" y="308195"/>
                  </a:lnTo>
                  <a:lnTo>
                    <a:pt x="263933" y="308195"/>
                  </a:lnTo>
                  <a:lnTo>
                    <a:pt x="263933" y="309835"/>
                  </a:lnTo>
                  <a:lnTo>
                    <a:pt x="263933" y="309835"/>
                  </a:lnTo>
                  <a:lnTo>
                    <a:pt x="265572" y="309835"/>
                  </a:lnTo>
                  <a:lnTo>
                    <a:pt x="265572" y="309835"/>
                  </a:lnTo>
                  <a:lnTo>
                    <a:pt x="265572" y="309835"/>
                  </a:lnTo>
                  <a:lnTo>
                    <a:pt x="265572" y="309835"/>
                  </a:lnTo>
                  <a:lnTo>
                    <a:pt x="265572" y="309835"/>
                  </a:lnTo>
                  <a:lnTo>
                    <a:pt x="265572" y="309835"/>
                  </a:lnTo>
                  <a:lnTo>
                    <a:pt x="267212" y="309835"/>
                  </a:lnTo>
                  <a:lnTo>
                    <a:pt x="267212" y="309835"/>
                  </a:lnTo>
                  <a:lnTo>
                    <a:pt x="267212" y="309835"/>
                  </a:lnTo>
                  <a:lnTo>
                    <a:pt x="267212" y="309835"/>
                  </a:lnTo>
                  <a:lnTo>
                    <a:pt x="267212" y="309835"/>
                  </a:lnTo>
                  <a:lnTo>
                    <a:pt x="268851" y="309835"/>
                  </a:lnTo>
                  <a:lnTo>
                    <a:pt x="268851" y="309835"/>
                  </a:lnTo>
                  <a:lnTo>
                    <a:pt x="268851" y="309835"/>
                  </a:lnTo>
                  <a:lnTo>
                    <a:pt x="268851" y="309835"/>
                  </a:lnTo>
                  <a:lnTo>
                    <a:pt x="268851" y="309835"/>
                  </a:lnTo>
                  <a:lnTo>
                    <a:pt x="270491" y="309835"/>
                  </a:lnTo>
                  <a:lnTo>
                    <a:pt x="270491" y="309835"/>
                  </a:lnTo>
                  <a:lnTo>
                    <a:pt x="270491" y="309835"/>
                  </a:lnTo>
                  <a:lnTo>
                    <a:pt x="270491" y="309835"/>
                  </a:lnTo>
                  <a:lnTo>
                    <a:pt x="270491" y="309835"/>
                  </a:lnTo>
                  <a:lnTo>
                    <a:pt x="270491" y="309835"/>
                  </a:lnTo>
                  <a:lnTo>
                    <a:pt x="270491" y="309835"/>
                  </a:lnTo>
                  <a:lnTo>
                    <a:pt x="270491" y="309835"/>
                  </a:lnTo>
                  <a:lnTo>
                    <a:pt x="270491" y="309835"/>
                  </a:lnTo>
                  <a:lnTo>
                    <a:pt x="270491" y="309835"/>
                  </a:lnTo>
                  <a:lnTo>
                    <a:pt x="270491" y="309835"/>
                  </a:lnTo>
                  <a:lnTo>
                    <a:pt x="270491" y="309835"/>
                  </a:lnTo>
                  <a:lnTo>
                    <a:pt x="270491" y="309835"/>
                  </a:lnTo>
                  <a:lnTo>
                    <a:pt x="270491" y="309835"/>
                  </a:lnTo>
                  <a:lnTo>
                    <a:pt x="270491" y="309835"/>
                  </a:lnTo>
                  <a:lnTo>
                    <a:pt x="270491" y="309835"/>
                  </a:lnTo>
                  <a:lnTo>
                    <a:pt x="272130" y="309835"/>
                  </a:lnTo>
                  <a:lnTo>
                    <a:pt x="272130" y="309835"/>
                  </a:lnTo>
                  <a:lnTo>
                    <a:pt x="272130" y="309835"/>
                  </a:lnTo>
                  <a:lnTo>
                    <a:pt x="272130" y="309835"/>
                  </a:lnTo>
                  <a:lnTo>
                    <a:pt x="272130" y="309835"/>
                  </a:lnTo>
                  <a:lnTo>
                    <a:pt x="272130" y="309835"/>
                  </a:lnTo>
                  <a:lnTo>
                    <a:pt x="272130" y="309835"/>
                  </a:lnTo>
                  <a:lnTo>
                    <a:pt x="272130" y="309835"/>
                  </a:lnTo>
                  <a:lnTo>
                    <a:pt x="272130" y="309835"/>
                  </a:lnTo>
                  <a:lnTo>
                    <a:pt x="273769" y="309835"/>
                  </a:lnTo>
                  <a:lnTo>
                    <a:pt x="273769" y="309835"/>
                  </a:lnTo>
                  <a:lnTo>
                    <a:pt x="273769" y="309835"/>
                  </a:lnTo>
                  <a:lnTo>
                    <a:pt x="272130" y="309835"/>
                  </a:lnTo>
                  <a:lnTo>
                    <a:pt x="272130" y="309835"/>
                  </a:lnTo>
                  <a:lnTo>
                    <a:pt x="272130" y="311474"/>
                  </a:lnTo>
                  <a:lnTo>
                    <a:pt x="273769" y="311474"/>
                  </a:lnTo>
                  <a:lnTo>
                    <a:pt x="273769" y="311474"/>
                  </a:lnTo>
                  <a:lnTo>
                    <a:pt x="273769" y="311474"/>
                  </a:lnTo>
                  <a:lnTo>
                    <a:pt x="273769" y="311474"/>
                  </a:lnTo>
                  <a:lnTo>
                    <a:pt x="275408" y="311474"/>
                  </a:lnTo>
                  <a:lnTo>
                    <a:pt x="275408" y="311474"/>
                  </a:lnTo>
                  <a:lnTo>
                    <a:pt x="275408" y="311474"/>
                  </a:lnTo>
                  <a:lnTo>
                    <a:pt x="275408" y="311474"/>
                  </a:lnTo>
                  <a:lnTo>
                    <a:pt x="275408" y="311474"/>
                  </a:lnTo>
                  <a:lnTo>
                    <a:pt x="275408" y="311474"/>
                  </a:lnTo>
                  <a:lnTo>
                    <a:pt x="275408" y="311474"/>
                  </a:lnTo>
                  <a:lnTo>
                    <a:pt x="275408" y="313113"/>
                  </a:lnTo>
                  <a:lnTo>
                    <a:pt x="275408" y="313113"/>
                  </a:lnTo>
                  <a:lnTo>
                    <a:pt x="275408" y="313113"/>
                  </a:lnTo>
                  <a:lnTo>
                    <a:pt x="275408" y="313113"/>
                  </a:lnTo>
                  <a:lnTo>
                    <a:pt x="275408" y="313113"/>
                  </a:lnTo>
                  <a:lnTo>
                    <a:pt x="275408" y="313113"/>
                  </a:lnTo>
                  <a:lnTo>
                    <a:pt x="275408" y="313113"/>
                  </a:lnTo>
                  <a:lnTo>
                    <a:pt x="275408" y="313113"/>
                  </a:lnTo>
                  <a:lnTo>
                    <a:pt x="275408" y="314753"/>
                  </a:lnTo>
                  <a:lnTo>
                    <a:pt x="275408" y="314753"/>
                  </a:lnTo>
                  <a:lnTo>
                    <a:pt x="275408" y="314753"/>
                  </a:lnTo>
                  <a:lnTo>
                    <a:pt x="273769" y="314753"/>
                  </a:lnTo>
                  <a:lnTo>
                    <a:pt x="273769" y="314753"/>
                  </a:lnTo>
                  <a:lnTo>
                    <a:pt x="273769" y="316392"/>
                  </a:lnTo>
                  <a:lnTo>
                    <a:pt x="273769" y="316392"/>
                  </a:lnTo>
                  <a:lnTo>
                    <a:pt x="273769" y="316392"/>
                  </a:lnTo>
                  <a:lnTo>
                    <a:pt x="273769" y="316392"/>
                  </a:lnTo>
                  <a:lnTo>
                    <a:pt x="273769" y="316392"/>
                  </a:lnTo>
                  <a:lnTo>
                    <a:pt x="273769" y="316392"/>
                  </a:lnTo>
                  <a:lnTo>
                    <a:pt x="273769" y="316392"/>
                  </a:lnTo>
                  <a:lnTo>
                    <a:pt x="273769" y="316392"/>
                  </a:lnTo>
                  <a:lnTo>
                    <a:pt x="273769" y="318031"/>
                  </a:lnTo>
                  <a:lnTo>
                    <a:pt x="273769" y="318031"/>
                  </a:lnTo>
                  <a:lnTo>
                    <a:pt x="273769" y="318031"/>
                  </a:lnTo>
                  <a:lnTo>
                    <a:pt x="273769" y="318031"/>
                  </a:lnTo>
                  <a:lnTo>
                    <a:pt x="273769" y="318031"/>
                  </a:lnTo>
                  <a:lnTo>
                    <a:pt x="273769" y="318031"/>
                  </a:lnTo>
                  <a:lnTo>
                    <a:pt x="273769" y="319671"/>
                  </a:lnTo>
                  <a:lnTo>
                    <a:pt x="273769" y="319671"/>
                  </a:lnTo>
                  <a:lnTo>
                    <a:pt x="273769" y="319671"/>
                  </a:lnTo>
                  <a:lnTo>
                    <a:pt x="273769" y="319671"/>
                  </a:lnTo>
                  <a:lnTo>
                    <a:pt x="273769" y="319671"/>
                  </a:lnTo>
                  <a:lnTo>
                    <a:pt x="273769" y="319671"/>
                  </a:lnTo>
                  <a:lnTo>
                    <a:pt x="273769" y="319671"/>
                  </a:lnTo>
                  <a:lnTo>
                    <a:pt x="273769" y="318031"/>
                  </a:lnTo>
                  <a:lnTo>
                    <a:pt x="273769" y="318031"/>
                  </a:lnTo>
                  <a:lnTo>
                    <a:pt x="273769" y="318031"/>
                  </a:lnTo>
                  <a:lnTo>
                    <a:pt x="273769" y="318031"/>
                  </a:lnTo>
                  <a:lnTo>
                    <a:pt x="273769" y="318031"/>
                  </a:lnTo>
                  <a:lnTo>
                    <a:pt x="273769" y="319671"/>
                  </a:lnTo>
                  <a:lnTo>
                    <a:pt x="273769" y="319671"/>
                  </a:lnTo>
                  <a:lnTo>
                    <a:pt x="273769" y="319671"/>
                  </a:lnTo>
                  <a:lnTo>
                    <a:pt x="273769" y="319671"/>
                  </a:lnTo>
                  <a:lnTo>
                    <a:pt x="273769" y="321310"/>
                  </a:lnTo>
                  <a:lnTo>
                    <a:pt x="273769" y="321310"/>
                  </a:lnTo>
                  <a:lnTo>
                    <a:pt x="273769" y="321310"/>
                  </a:lnTo>
                  <a:lnTo>
                    <a:pt x="275408" y="321310"/>
                  </a:lnTo>
                  <a:lnTo>
                    <a:pt x="275408" y="321310"/>
                  </a:lnTo>
                  <a:lnTo>
                    <a:pt x="275408" y="321310"/>
                  </a:lnTo>
                  <a:lnTo>
                    <a:pt x="275408" y="322949"/>
                  </a:lnTo>
                  <a:lnTo>
                    <a:pt x="275408" y="322949"/>
                  </a:lnTo>
                  <a:lnTo>
                    <a:pt x="275408" y="322949"/>
                  </a:lnTo>
                  <a:lnTo>
                    <a:pt x="275408" y="322949"/>
                  </a:lnTo>
                  <a:lnTo>
                    <a:pt x="277048" y="322949"/>
                  </a:lnTo>
                  <a:lnTo>
                    <a:pt x="277048" y="322949"/>
                  </a:lnTo>
                  <a:lnTo>
                    <a:pt x="277048" y="322949"/>
                  </a:lnTo>
                  <a:lnTo>
                    <a:pt x="277048" y="322949"/>
                  </a:lnTo>
                  <a:lnTo>
                    <a:pt x="277048" y="322949"/>
                  </a:lnTo>
                  <a:lnTo>
                    <a:pt x="277048" y="322949"/>
                  </a:lnTo>
                  <a:lnTo>
                    <a:pt x="277048" y="324589"/>
                  </a:lnTo>
                  <a:lnTo>
                    <a:pt x="278687" y="324589"/>
                  </a:lnTo>
                  <a:lnTo>
                    <a:pt x="278687" y="324589"/>
                  </a:lnTo>
                  <a:lnTo>
                    <a:pt x="278687" y="324589"/>
                  </a:lnTo>
                  <a:lnTo>
                    <a:pt x="278687" y="32458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7048" y="322949"/>
                  </a:lnTo>
                  <a:lnTo>
                    <a:pt x="277048" y="322949"/>
                  </a:lnTo>
                  <a:lnTo>
                    <a:pt x="277048" y="322949"/>
                  </a:lnTo>
                  <a:lnTo>
                    <a:pt x="277048" y="321310"/>
                  </a:lnTo>
                  <a:lnTo>
                    <a:pt x="277048" y="321310"/>
                  </a:lnTo>
                  <a:lnTo>
                    <a:pt x="277048" y="321310"/>
                  </a:lnTo>
                  <a:lnTo>
                    <a:pt x="277048" y="321310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78687" y="322949"/>
                  </a:lnTo>
                  <a:lnTo>
                    <a:pt x="280327" y="322949"/>
                  </a:lnTo>
                  <a:lnTo>
                    <a:pt x="280327" y="322949"/>
                  </a:lnTo>
                  <a:lnTo>
                    <a:pt x="280327" y="322949"/>
                  </a:lnTo>
                  <a:lnTo>
                    <a:pt x="280327" y="322949"/>
                  </a:lnTo>
                  <a:lnTo>
                    <a:pt x="280327" y="322949"/>
                  </a:lnTo>
                  <a:lnTo>
                    <a:pt x="280327" y="322949"/>
                  </a:lnTo>
                  <a:lnTo>
                    <a:pt x="280327" y="322949"/>
                  </a:lnTo>
                  <a:lnTo>
                    <a:pt x="280327" y="324589"/>
                  </a:lnTo>
                  <a:lnTo>
                    <a:pt x="280327" y="324589"/>
                  </a:lnTo>
                  <a:lnTo>
                    <a:pt x="280327" y="324589"/>
                  </a:lnTo>
                  <a:lnTo>
                    <a:pt x="280327" y="324589"/>
                  </a:lnTo>
                  <a:lnTo>
                    <a:pt x="280327" y="324589"/>
                  </a:lnTo>
                  <a:lnTo>
                    <a:pt x="280327" y="324589"/>
                  </a:lnTo>
                  <a:lnTo>
                    <a:pt x="280327" y="324589"/>
                  </a:lnTo>
                  <a:lnTo>
                    <a:pt x="280327" y="324589"/>
                  </a:lnTo>
                  <a:lnTo>
                    <a:pt x="280327" y="324589"/>
                  </a:lnTo>
                  <a:lnTo>
                    <a:pt x="280327" y="324589"/>
                  </a:lnTo>
                  <a:lnTo>
                    <a:pt x="280327" y="324589"/>
                  </a:lnTo>
                  <a:lnTo>
                    <a:pt x="280327" y="324589"/>
                  </a:lnTo>
                  <a:lnTo>
                    <a:pt x="280327" y="324589"/>
                  </a:lnTo>
                  <a:lnTo>
                    <a:pt x="281966" y="324589"/>
                  </a:lnTo>
                  <a:lnTo>
                    <a:pt x="281966" y="324589"/>
                  </a:lnTo>
                  <a:lnTo>
                    <a:pt x="281966" y="324589"/>
                  </a:lnTo>
                  <a:lnTo>
                    <a:pt x="281966" y="324589"/>
                  </a:lnTo>
                  <a:lnTo>
                    <a:pt x="281966" y="324589"/>
                  </a:lnTo>
                  <a:lnTo>
                    <a:pt x="280327" y="324589"/>
                  </a:lnTo>
                  <a:lnTo>
                    <a:pt x="280327" y="324589"/>
                  </a:lnTo>
                  <a:lnTo>
                    <a:pt x="280327" y="324589"/>
                  </a:lnTo>
                  <a:lnTo>
                    <a:pt x="280327" y="322949"/>
                  </a:lnTo>
                  <a:lnTo>
                    <a:pt x="281966" y="322949"/>
                  </a:lnTo>
                  <a:lnTo>
                    <a:pt x="281966" y="324589"/>
                  </a:lnTo>
                  <a:lnTo>
                    <a:pt x="281966" y="324589"/>
                  </a:lnTo>
                  <a:lnTo>
                    <a:pt x="281966" y="324589"/>
                  </a:lnTo>
                  <a:lnTo>
                    <a:pt x="281966" y="324589"/>
                  </a:lnTo>
                  <a:lnTo>
                    <a:pt x="281966" y="324589"/>
                  </a:lnTo>
                  <a:lnTo>
                    <a:pt x="281966" y="324589"/>
                  </a:lnTo>
                  <a:lnTo>
                    <a:pt x="281966" y="324589"/>
                  </a:lnTo>
                  <a:lnTo>
                    <a:pt x="281966" y="324589"/>
                  </a:lnTo>
                  <a:lnTo>
                    <a:pt x="281966" y="324589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1966" y="326228"/>
                  </a:lnTo>
                  <a:lnTo>
                    <a:pt x="281966" y="326228"/>
                  </a:lnTo>
                  <a:lnTo>
                    <a:pt x="281966" y="326228"/>
                  </a:lnTo>
                  <a:lnTo>
                    <a:pt x="281966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4589"/>
                  </a:lnTo>
                  <a:lnTo>
                    <a:pt x="280327" y="324589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7867"/>
                  </a:lnTo>
                  <a:lnTo>
                    <a:pt x="280327" y="327867"/>
                  </a:lnTo>
                  <a:lnTo>
                    <a:pt x="280327" y="327867"/>
                  </a:lnTo>
                  <a:lnTo>
                    <a:pt x="280327" y="327867"/>
                  </a:lnTo>
                  <a:lnTo>
                    <a:pt x="280327" y="327867"/>
                  </a:lnTo>
                  <a:lnTo>
                    <a:pt x="280327" y="327867"/>
                  </a:lnTo>
                  <a:lnTo>
                    <a:pt x="281966" y="327867"/>
                  </a:lnTo>
                  <a:lnTo>
                    <a:pt x="281966" y="327867"/>
                  </a:lnTo>
                  <a:lnTo>
                    <a:pt x="281966" y="327867"/>
                  </a:lnTo>
                  <a:lnTo>
                    <a:pt x="281966" y="327867"/>
                  </a:lnTo>
                  <a:lnTo>
                    <a:pt x="281966" y="327867"/>
                  </a:lnTo>
                  <a:lnTo>
                    <a:pt x="281966" y="327867"/>
                  </a:lnTo>
                  <a:lnTo>
                    <a:pt x="281966" y="327867"/>
                  </a:lnTo>
                  <a:lnTo>
                    <a:pt x="281966" y="326228"/>
                  </a:lnTo>
                  <a:lnTo>
                    <a:pt x="281966" y="326228"/>
                  </a:lnTo>
                  <a:lnTo>
                    <a:pt x="281966" y="326228"/>
                  </a:lnTo>
                  <a:lnTo>
                    <a:pt x="281966" y="326228"/>
                  </a:lnTo>
                  <a:lnTo>
                    <a:pt x="281966" y="326228"/>
                  </a:lnTo>
                  <a:lnTo>
                    <a:pt x="281966" y="326228"/>
                  </a:lnTo>
                  <a:lnTo>
                    <a:pt x="281966" y="326228"/>
                  </a:lnTo>
                  <a:lnTo>
                    <a:pt x="281966" y="326228"/>
                  </a:lnTo>
                  <a:lnTo>
                    <a:pt x="283605" y="326228"/>
                  </a:lnTo>
                  <a:lnTo>
                    <a:pt x="283605" y="326228"/>
                  </a:lnTo>
                  <a:lnTo>
                    <a:pt x="283605" y="326228"/>
                  </a:lnTo>
                  <a:lnTo>
                    <a:pt x="283605" y="326228"/>
                  </a:lnTo>
                  <a:lnTo>
                    <a:pt x="283605" y="326228"/>
                  </a:lnTo>
                  <a:lnTo>
                    <a:pt x="283605" y="327867"/>
                  </a:lnTo>
                  <a:lnTo>
                    <a:pt x="283605" y="327867"/>
                  </a:lnTo>
                  <a:lnTo>
                    <a:pt x="283605" y="327867"/>
                  </a:lnTo>
                  <a:lnTo>
                    <a:pt x="283605" y="327867"/>
                  </a:lnTo>
                  <a:lnTo>
                    <a:pt x="283605" y="327867"/>
                  </a:lnTo>
                  <a:lnTo>
                    <a:pt x="285245" y="326228"/>
                  </a:lnTo>
                  <a:lnTo>
                    <a:pt x="285245" y="326228"/>
                  </a:lnTo>
                  <a:lnTo>
                    <a:pt x="285245" y="326228"/>
                  </a:lnTo>
                  <a:lnTo>
                    <a:pt x="285245" y="326228"/>
                  </a:lnTo>
                  <a:lnTo>
                    <a:pt x="285245" y="327867"/>
                  </a:lnTo>
                  <a:lnTo>
                    <a:pt x="285245" y="327867"/>
                  </a:lnTo>
                  <a:lnTo>
                    <a:pt x="285245" y="327867"/>
                  </a:lnTo>
                  <a:lnTo>
                    <a:pt x="285245" y="327867"/>
                  </a:lnTo>
                  <a:lnTo>
                    <a:pt x="285245" y="327867"/>
                  </a:lnTo>
                  <a:lnTo>
                    <a:pt x="285245" y="327867"/>
                  </a:lnTo>
                  <a:lnTo>
                    <a:pt x="285245" y="327867"/>
                  </a:lnTo>
                  <a:lnTo>
                    <a:pt x="285245" y="327867"/>
                  </a:lnTo>
                  <a:lnTo>
                    <a:pt x="285245" y="327867"/>
                  </a:lnTo>
                  <a:lnTo>
                    <a:pt x="285245" y="327867"/>
                  </a:lnTo>
                  <a:lnTo>
                    <a:pt x="285245" y="327867"/>
                  </a:lnTo>
                  <a:lnTo>
                    <a:pt x="285245" y="327867"/>
                  </a:lnTo>
                  <a:lnTo>
                    <a:pt x="285245" y="327867"/>
                  </a:lnTo>
                  <a:lnTo>
                    <a:pt x="283605" y="327867"/>
                  </a:lnTo>
                  <a:lnTo>
                    <a:pt x="283605" y="327867"/>
                  </a:lnTo>
                  <a:lnTo>
                    <a:pt x="283605" y="327867"/>
                  </a:lnTo>
                  <a:lnTo>
                    <a:pt x="283605" y="327867"/>
                  </a:lnTo>
                  <a:lnTo>
                    <a:pt x="283605" y="327867"/>
                  </a:lnTo>
                  <a:lnTo>
                    <a:pt x="283605" y="327867"/>
                  </a:lnTo>
                  <a:lnTo>
                    <a:pt x="283605" y="327867"/>
                  </a:lnTo>
                  <a:lnTo>
                    <a:pt x="283605" y="327867"/>
                  </a:lnTo>
                  <a:lnTo>
                    <a:pt x="283605" y="327867"/>
                  </a:lnTo>
                  <a:lnTo>
                    <a:pt x="283605" y="327867"/>
                  </a:lnTo>
                  <a:lnTo>
                    <a:pt x="283605" y="327867"/>
                  </a:lnTo>
                  <a:lnTo>
                    <a:pt x="283605" y="327867"/>
                  </a:lnTo>
                  <a:lnTo>
                    <a:pt x="283605" y="329507"/>
                  </a:lnTo>
                  <a:lnTo>
                    <a:pt x="283605" y="329507"/>
                  </a:lnTo>
                  <a:lnTo>
                    <a:pt x="283605" y="329507"/>
                  </a:lnTo>
                  <a:lnTo>
                    <a:pt x="283605" y="329507"/>
                  </a:lnTo>
                  <a:lnTo>
                    <a:pt x="283605" y="329507"/>
                  </a:lnTo>
                  <a:lnTo>
                    <a:pt x="281966" y="327867"/>
                  </a:lnTo>
                  <a:lnTo>
                    <a:pt x="281966" y="327867"/>
                  </a:lnTo>
                  <a:lnTo>
                    <a:pt x="281966" y="327867"/>
                  </a:lnTo>
                  <a:lnTo>
                    <a:pt x="281966" y="327867"/>
                  </a:lnTo>
                  <a:lnTo>
                    <a:pt x="281966" y="327867"/>
                  </a:lnTo>
                  <a:lnTo>
                    <a:pt x="281966" y="327867"/>
                  </a:lnTo>
                  <a:lnTo>
                    <a:pt x="281966" y="327867"/>
                  </a:lnTo>
                  <a:lnTo>
                    <a:pt x="281966" y="327867"/>
                  </a:lnTo>
                  <a:lnTo>
                    <a:pt x="281966" y="327867"/>
                  </a:lnTo>
                  <a:lnTo>
                    <a:pt x="281966" y="327867"/>
                  </a:lnTo>
                  <a:lnTo>
                    <a:pt x="280327" y="327867"/>
                  </a:lnTo>
                  <a:lnTo>
                    <a:pt x="280327" y="327867"/>
                  </a:lnTo>
                  <a:lnTo>
                    <a:pt x="280327" y="327867"/>
                  </a:lnTo>
                  <a:lnTo>
                    <a:pt x="280327" y="327867"/>
                  </a:lnTo>
                  <a:lnTo>
                    <a:pt x="280327" y="329507"/>
                  </a:lnTo>
                  <a:lnTo>
                    <a:pt x="280327" y="329507"/>
                  </a:lnTo>
                  <a:lnTo>
                    <a:pt x="280327" y="329507"/>
                  </a:lnTo>
                  <a:lnTo>
                    <a:pt x="280327" y="329507"/>
                  </a:lnTo>
                  <a:lnTo>
                    <a:pt x="280327" y="329507"/>
                  </a:lnTo>
                  <a:lnTo>
                    <a:pt x="280327" y="329507"/>
                  </a:lnTo>
                  <a:lnTo>
                    <a:pt x="280327" y="329507"/>
                  </a:lnTo>
                  <a:lnTo>
                    <a:pt x="280327" y="331146"/>
                  </a:lnTo>
                  <a:lnTo>
                    <a:pt x="278687" y="329507"/>
                  </a:lnTo>
                  <a:lnTo>
                    <a:pt x="278687" y="329507"/>
                  </a:lnTo>
                  <a:lnTo>
                    <a:pt x="278687" y="329507"/>
                  </a:lnTo>
                  <a:lnTo>
                    <a:pt x="278687" y="329507"/>
                  </a:lnTo>
                  <a:lnTo>
                    <a:pt x="278687" y="329507"/>
                  </a:lnTo>
                  <a:lnTo>
                    <a:pt x="280327" y="329507"/>
                  </a:lnTo>
                  <a:lnTo>
                    <a:pt x="278687" y="329507"/>
                  </a:lnTo>
                  <a:lnTo>
                    <a:pt x="278687" y="329507"/>
                  </a:lnTo>
                  <a:lnTo>
                    <a:pt x="280327" y="329507"/>
                  </a:lnTo>
                  <a:lnTo>
                    <a:pt x="280327" y="329507"/>
                  </a:lnTo>
                  <a:lnTo>
                    <a:pt x="280327" y="327867"/>
                  </a:lnTo>
                  <a:lnTo>
                    <a:pt x="280327" y="327867"/>
                  </a:lnTo>
                  <a:lnTo>
                    <a:pt x="280327" y="327867"/>
                  </a:lnTo>
                  <a:lnTo>
                    <a:pt x="280327" y="327867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80327" y="326228"/>
                  </a:lnTo>
                  <a:lnTo>
                    <a:pt x="278687" y="326228"/>
                  </a:lnTo>
                  <a:lnTo>
                    <a:pt x="278687" y="326228"/>
                  </a:lnTo>
                  <a:lnTo>
                    <a:pt x="278687" y="326228"/>
                  </a:lnTo>
                  <a:lnTo>
                    <a:pt x="278687" y="326228"/>
                  </a:lnTo>
                  <a:lnTo>
                    <a:pt x="278687" y="326228"/>
                  </a:lnTo>
                  <a:lnTo>
                    <a:pt x="278687" y="326228"/>
                  </a:lnTo>
                  <a:lnTo>
                    <a:pt x="278687" y="326228"/>
                  </a:lnTo>
                  <a:lnTo>
                    <a:pt x="278687" y="326228"/>
                  </a:lnTo>
                  <a:lnTo>
                    <a:pt x="278687" y="326228"/>
                  </a:lnTo>
                  <a:lnTo>
                    <a:pt x="278687" y="324589"/>
                  </a:lnTo>
                  <a:lnTo>
                    <a:pt x="278687" y="324589"/>
                  </a:lnTo>
                  <a:lnTo>
                    <a:pt x="278687" y="324589"/>
                  </a:lnTo>
                  <a:lnTo>
                    <a:pt x="278687" y="324589"/>
                  </a:lnTo>
                  <a:lnTo>
                    <a:pt x="278687" y="324589"/>
                  </a:lnTo>
                  <a:lnTo>
                    <a:pt x="278687" y="324589"/>
                  </a:lnTo>
                  <a:lnTo>
                    <a:pt x="278687" y="324589"/>
                  </a:lnTo>
                  <a:lnTo>
                    <a:pt x="278687" y="326228"/>
                  </a:lnTo>
                  <a:lnTo>
                    <a:pt x="278687" y="326228"/>
                  </a:lnTo>
                  <a:lnTo>
                    <a:pt x="278687" y="326228"/>
                  </a:lnTo>
                  <a:lnTo>
                    <a:pt x="278687" y="326228"/>
                  </a:lnTo>
                  <a:lnTo>
                    <a:pt x="278687" y="324589"/>
                  </a:lnTo>
                  <a:lnTo>
                    <a:pt x="278687" y="324589"/>
                  </a:lnTo>
                  <a:lnTo>
                    <a:pt x="277048" y="324589"/>
                  </a:lnTo>
                  <a:lnTo>
                    <a:pt x="277048" y="324589"/>
                  </a:lnTo>
                  <a:lnTo>
                    <a:pt x="277048" y="324589"/>
                  </a:lnTo>
                  <a:lnTo>
                    <a:pt x="277048" y="324589"/>
                  </a:lnTo>
                  <a:lnTo>
                    <a:pt x="277048" y="324589"/>
                  </a:lnTo>
                  <a:lnTo>
                    <a:pt x="277048" y="324589"/>
                  </a:lnTo>
                  <a:lnTo>
                    <a:pt x="277048" y="324589"/>
                  </a:lnTo>
                  <a:lnTo>
                    <a:pt x="277048" y="326228"/>
                  </a:lnTo>
                  <a:lnTo>
                    <a:pt x="277048" y="326228"/>
                  </a:lnTo>
                  <a:lnTo>
                    <a:pt x="277048" y="326228"/>
                  </a:lnTo>
                  <a:lnTo>
                    <a:pt x="277048" y="326228"/>
                  </a:lnTo>
                  <a:lnTo>
                    <a:pt x="277048" y="326228"/>
                  </a:lnTo>
                  <a:lnTo>
                    <a:pt x="277048" y="326228"/>
                  </a:lnTo>
                  <a:lnTo>
                    <a:pt x="277048" y="327867"/>
                  </a:lnTo>
                  <a:lnTo>
                    <a:pt x="277048" y="327867"/>
                  </a:lnTo>
                  <a:lnTo>
                    <a:pt x="278687" y="327867"/>
                  </a:lnTo>
                  <a:lnTo>
                    <a:pt x="278687" y="327867"/>
                  </a:lnTo>
                  <a:lnTo>
                    <a:pt x="278687" y="327867"/>
                  </a:lnTo>
                  <a:lnTo>
                    <a:pt x="278687" y="327867"/>
                  </a:lnTo>
                  <a:lnTo>
                    <a:pt x="277048" y="327867"/>
                  </a:lnTo>
                  <a:lnTo>
                    <a:pt x="277048" y="327867"/>
                  </a:lnTo>
                  <a:lnTo>
                    <a:pt x="277048" y="327867"/>
                  </a:lnTo>
                  <a:lnTo>
                    <a:pt x="277048" y="327867"/>
                  </a:lnTo>
                  <a:lnTo>
                    <a:pt x="277048" y="327867"/>
                  </a:lnTo>
                  <a:lnTo>
                    <a:pt x="277048" y="327867"/>
                  </a:lnTo>
                  <a:lnTo>
                    <a:pt x="277048" y="327867"/>
                  </a:lnTo>
                  <a:lnTo>
                    <a:pt x="277048" y="327867"/>
                  </a:lnTo>
                  <a:lnTo>
                    <a:pt x="275408" y="327867"/>
                  </a:lnTo>
                  <a:lnTo>
                    <a:pt x="275408" y="327867"/>
                  </a:lnTo>
                  <a:lnTo>
                    <a:pt x="275408" y="327867"/>
                  </a:lnTo>
                  <a:lnTo>
                    <a:pt x="275408" y="327867"/>
                  </a:lnTo>
                  <a:lnTo>
                    <a:pt x="273769" y="327867"/>
                  </a:lnTo>
                  <a:lnTo>
                    <a:pt x="273769" y="327867"/>
                  </a:lnTo>
                  <a:lnTo>
                    <a:pt x="273769" y="327867"/>
                  </a:lnTo>
                  <a:lnTo>
                    <a:pt x="273769" y="327867"/>
                  </a:lnTo>
                  <a:lnTo>
                    <a:pt x="273769" y="327867"/>
                  </a:lnTo>
                  <a:lnTo>
                    <a:pt x="272130" y="327867"/>
                  </a:lnTo>
                  <a:lnTo>
                    <a:pt x="272130" y="327867"/>
                  </a:lnTo>
                  <a:lnTo>
                    <a:pt x="270491" y="327867"/>
                  </a:lnTo>
                  <a:lnTo>
                    <a:pt x="270491" y="327867"/>
                  </a:lnTo>
                  <a:lnTo>
                    <a:pt x="270491" y="327867"/>
                  </a:lnTo>
                  <a:lnTo>
                    <a:pt x="270491" y="327867"/>
                  </a:lnTo>
                  <a:lnTo>
                    <a:pt x="270491" y="327867"/>
                  </a:lnTo>
                  <a:lnTo>
                    <a:pt x="268851" y="327867"/>
                  </a:lnTo>
                  <a:lnTo>
                    <a:pt x="268851" y="327867"/>
                  </a:lnTo>
                  <a:lnTo>
                    <a:pt x="268851" y="327867"/>
                  </a:lnTo>
                  <a:lnTo>
                    <a:pt x="268851" y="327867"/>
                  </a:lnTo>
                  <a:lnTo>
                    <a:pt x="268851" y="327867"/>
                  </a:lnTo>
                  <a:lnTo>
                    <a:pt x="268851" y="327867"/>
                  </a:lnTo>
                  <a:lnTo>
                    <a:pt x="268851" y="327867"/>
                  </a:lnTo>
                  <a:lnTo>
                    <a:pt x="268851" y="327867"/>
                  </a:lnTo>
                  <a:lnTo>
                    <a:pt x="268851" y="327867"/>
                  </a:lnTo>
                  <a:lnTo>
                    <a:pt x="268851" y="327867"/>
                  </a:lnTo>
                  <a:lnTo>
                    <a:pt x="268851" y="326228"/>
                  </a:lnTo>
                  <a:lnTo>
                    <a:pt x="268851" y="326228"/>
                  </a:lnTo>
                  <a:lnTo>
                    <a:pt x="268851" y="326228"/>
                  </a:lnTo>
                  <a:lnTo>
                    <a:pt x="268851" y="326228"/>
                  </a:lnTo>
                  <a:lnTo>
                    <a:pt x="268851" y="326228"/>
                  </a:lnTo>
                  <a:lnTo>
                    <a:pt x="268851" y="326228"/>
                  </a:lnTo>
                  <a:lnTo>
                    <a:pt x="268851" y="326228"/>
                  </a:lnTo>
                  <a:lnTo>
                    <a:pt x="268851" y="326228"/>
                  </a:lnTo>
                  <a:lnTo>
                    <a:pt x="268851" y="326228"/>
                  </a:lnTo>
                  <a:lnTo>
                    <a:pt x="268851" y="324589"/>
                  </a:lnTo>
                  <a:lnTo>
                    <a:pt x="268851" y="324589"/>
                  </a:lnTo>
                  <a:lnTo>
                    <a:pt x="268851" y="324589"/>
                  </a:lnTo>
                  <a:lnTo>
                    <a:pt x="268851" y="324589"/>
                  </a:lnTo>
                  <a:lnTo>
                    <a:pt x="268851" y="324589"/>
                  </a:lnTo>
                  <a:lnTo>
                    <a:pt x="270491" y="324589"/>
                  </a:lnTo>
                  <a:lnTo>
                    <a:pt x="270491" y="324589"/>
                  </a:lnTo>
                  <a:lnTo>
                    <a:pt x="270491" y="324589"/>
                  </a:lnTo>
                  <a:lnTo>
                    <a:pt x="270491" y="322949"/>
                  </a:lnTo>
                  <a:lnTo>
                    <a:pt x="270491" y="322949"/>
                  </a:lnTo>
                  <a:lnTo>
                    <a:pt x="270491" y="322949"/>
                  </a:lnTo>
                  <a:lnTo>
                    <a:pt x="270491" y="322949"/>
                  </a:lnTo>
                  <a:lnTo>
                    <a:pt x="270491" y="322949"/>
                  </a:lnTo>
                  <a:lnTo>
                    <a:pt x="270491" y="322949"/>
                  </a:lnTo>
                  <a:lnTo>
                    <a:pt x="270491" y="322949"/>
                  </a:lnTo>
                  <a:lnTo>
                    <a:pt x="270491" y="322949"/>
                  </a:lnTo>
                  <a:lnTo>
                    <a:pt x="270491" y="322949"/>
                  </a:lnTo>
                  <a:lnTo>
                    <a:pt x="270491" y="322949"/>
                  </a:lnTo>
                  <a:lnTo>
                    <a:pt x="270491" y="322949"/>
                  </a:lnTo>
                  <a:lnTo>
                    <a:pt x="270491" y="322949"/>
                  </a:lnTo>
                  <a:lnTo>
                    <a:pt x="270491" y="322949"/>
                  </a:lnTo>
                  <a:lnTo>
                    <a:pt x="270491" y="321310"/>
                  </a:lnTo>
                  <a:lnTo>
                    <a:pt x="270491" y="321310"/>
                  </a:lnTo>
                  <a:lnTo>
                    <a:pt x="270491" y="321310"/>
                  </a:lnTo>
                  <a:lnTo>
                    <a:pt x="270491" y="321310"/>
                  </a:lnTo>
                  <a:lnTo>
                    <a:pt x="270491" y="321310"/>
                  </a:lnTo>
                  <a:lnTo>
                    <a:pt x="268851" y="321310"/>
                  </a:lnTo>
                  <a:lnTo>
                    <a:pt x="268851" y="321310"/>
                  </a:lnTo>
                  <a:lnTo>
                    <a:pt x="268851" y="322949"/>
                  </a:lnTo>
                  <a:lnTo>
                    <a:pt x="268851" y="322949"/>
                  </a:lnTo>
                  <a:lnTo>
                    <a:pt x="268851" y="322949"/>
                  </a:lnTo>
                  <a:lnTo>
                    <a:pt x="268851" y="324589"/>
                  </a:lnTo>
                  <a:lnTo>
                    <a:pt x="268851" y="324589"/>
                  </a:lnTo>
                  <a:lnTo>
                    <a:pt x="268851" y="324589"/>
                  </a:lnTo>
                  <a:lnTo>
                    <a:pt x="268851" y="326228"/>
                  </a:lnTo>
                  <a:lnTo>
                    <a:pt x="268851" y="326228"/>
                  </a:lnTo>
                  <a:lnTo>
                    <a:pt x="268851" y="326228"/>
                  </a:lnTo>
                  <a:lnTo>
                    <a:pt x="267212" y="326228"/>
                  </a:lnTo>
                  <a:lnTo>
                    <a:pt x="267212" y="327867"/>
                  </a:lnTo>
                  <a:lnTo>
                    <a:pt x="267212" y="327867"/>
                  </a:lnTo>
                  <a:lnTo>
                    <a:pt x="267212" y="327867"/>
                  </a:lnTo>
                  <a:lnTo>
                    <a:pt x="267212" y="327867"/>
                  </a:lnTo>
                  <a:lnTo>
                    <a:pt x="267212" y="329507"/>
                  </a:lnTo>
                  <a:lnTo>
                    <a:pt x="265572" y="329507"/>
                  </a:lnTo>
                  <a:lnTo>
                    <a:pt x="265572" y="329507"/>
                  </a:lnTo>
                  <a:lnTo>
                    <a:pt x="265572" y="331146"/>
                  </a:lnTo>
                  <a:lnTo>
                    <a:pt x="265572" y="331146"/>
                  </a:lnTo>
                  <a:lnTo>
                    <a:pt x="265572" y="332785"/>
                  </a:lnTo>
                  <a:lnTo>
                    <a:pt x="265572" y="332785"/>
                  </a:lnTo>
                  <a:lnTo>
                    <a:pt x="263933" y="332785"/>
                  </a:lnTo>
                  <a:lnTo>
                    <a:pt x="263933" y="332785"/>
                  </a:lnTo>
                  <a:lnTo>
                    <a:pt x="263933" y="332785"/>
                  </a:lnTo>
                  <a:lnTo>
                    <a:pt x="263933" y="332785"/>
                  </a:lnTo>
                  <a:lnTo>
                    <a:pt x="265572" y="334425"/>
                  </a:lnTo>
                  <a:lnTo>
                    <a:pt x="265572" y="334425"/>
                  </a:lnTo>
                  <a:lnTo>
                    <a:pt x="265572" y="334425"/>
                  </a:lnTo>
                  <a:lnTo>
                    <a:pt x="267212" y="336064"/>
                  </a:lnTo>
                  <a:lnTo>
                    <a:pt x="267212" y="337703"/>
                  </a:lnTo>
                  <a:lnTo>
                    <a:pt x="267212" y="337703"/>
                  </a:lnTo>
                  <a:lnTo>
                    <a:pt x="267212" y="337703"/>
                  </a:lnTo>
                  <a:lnTo>
                    <a:pt x="267212" y="339343"/>
                  </a:lnTo>
                  <a:lnTo>
                    <a:pt x="267212" y="339343"/>
                  </a:lnTo>
                  <a:lnTo>
                    <a:pt x="267212" y="339343"/>
                  </a:lnTo>
                  <a:lnTo>
                    <a:pt x="268851" y="340982"/>
                  </a:lnTo>
                  <a:lnTo>
                    <a:pt x="268851" y="340982"/>
                  </a:lnTo>
                  <a:lnTo>
                    <a:pt x="268851" y="340982"/>
                  </a:lnTo>
                  <a:lnTo>
                    <a:pt x="268851" y="340982"/>
                  </a:lnTo>
                  <a:lnTo>
                    <a:pt x="268851" y="340982"/>
                  </a:lnTo>
                  <a:lnTo>
                    <a:pt x="268851" y="340982"/>
                  </a:lnTo>
                  <a:lnTo>
                    <a:pt x="268851" y="340982"/>
                  </a:lnTo>
                  <a:lnTo>
                    <a:pt x="268851" y="342621"/>
                  </a:lnTo>
                  <a:lnTo>
                    <a:pt x="268851" y="342621"/>
                  </a:lnTo>
                  <a:lnTo>
                    <a:pt x="268851" y="342621"/>
                  </a:lnTo>
                  <a:lnTo>
                    <a:pt x="268851" y="342621"/>
                  </a:lnTo>
                  <a:lnTo>
                    <a:pt x="268851" y="342621"/>
                  </a:lnTo>
                  <a:lnTo>
                    <a:pt x="268851" y="342621"/>
                  </a:lnTo>
                  <a:lnTo>
                    <a:pt x="268851" y="342621"/>
                  </a:lnTo>
                  <a:lnTo>
                    <a:pt x="270491" y="342621"/>
                  </a:lnTo>
                  <a:lnTo>
                    <a:pt x="270491" y="342621"/>
                  </a:lnTo>
                  <a:lnTo>
                    <a:pt x="270491" y="342621"/>
                  </a:lnTo>
                  <a:lnTo>
                    <a:pt x="270491" y="342621"/>
                  </a:lnTo>
                  <a:lnTo>
                    <a:pt x="270491" y="342621"/>
                  </a:lnTo>
                  <a:lnTo>
                    <a:pt x="268851" y="342621"/>
                  </a:lnTo>
                  <a:lnTo>
                    <a:pt x="268851" y="342621"/>
                  </a:lnTo>
                  <a:lnTo>
                    <a:pt x="268851" y="342621"/>
                  </a:lnTo>
                  <a:lnTo>
                    <a:pt x="268851" y="340982"/>
                  </a:lnTo>
                  <a:lnTo>
                    <a:pt x="268851" y="340982"/>
                  </a:lnTo>
                  <a:lnTo>
                    <a:pt x="268851" y="340982"/>
                  </a:lnTo>
                  <a:lnTo>
                    <a:pt x="268851" y="340982"/>
                  </a:lnTo>
                  <a:lnTo>
                    <a:pt x="268851" y="340982"/>
                  </a:lnTo>
                  <a:lnTo>
                    <a:pt x="268851" y="340982"/>
                  </a:lnTo>
                  <a:lnTo>
                    <a:pt x="268851" y="340982"/>
                  </a:lnTo>
                  <a:lnTo>
                    <a:pt x="268851" y="340982"/>
                  </a:lnTo>
                  <a:lnTo>
                    <a:pt x="268851" y="339343"/>
                  </a:lnTo>
                  <a:lnTo>
                    <a:pt x="268851" y="339343"/>
                  </a:lnTo>
                  <a:lnTo>
                    <a:pt x="268851" y="339343"/>
                  </a:lnTo>
                  <a:lnTo>
                    <a:pt x="268851" y="339343"/>
                  </a:lnTo>
                  <a:lnTo>
                    <a:pt x="268851" y="339343"/>
                  </a:lnTo>
                  <a:lnTo>
                    <a:pt x="268851" y="337703"/>
                  </a:lnTo>
                  <a:lnTo>
                    <a:pt x="268851" y="337703"/>
                  </a:lnTo>
                  <a:lnTo>
                    <a:pt x="270491" y="337703"/>
                  </a:lnTo>
                  <a:lnTo>
                    <a:pt x="270491" y="337703"/>
                  </a:lnTo>
                  <a:lnTo>
                    <a:pt x="270491" y="337703"/>
                  </a:lnTo>
                  <a:lnTo>
                    <a:pt x="270491" y="337703"/>
                  </a:lnTo>
                  <a:lnTo>
                    <a:pt x="270491" y="337703"/>
                  </a:lnTo>
                  <a:lnTo>
                    <a:pt x="268851" y="337703"/>
                  </a:lnTo>
                  <a:lnTo>
                    <a:pt x="268851" y="337703"/>
                  </a:lnTo>
                  <a:lnTo>
                    <a:pt x="268851" y="336064"/>
                  </a:lnTo>
                  <a:lnTo>
                    <a:pt x="268851" y="336064"/>
                  </a:lnTo>
                  <a:lnTo>
                    <a:pt x="268851" y="336064"/>
                  </a:lnTo>
                  <a:lnTo>
                    <a:pt x="267212" y="336064"/>
                  </a:lnTo>
                  <a:lnTo>
                    <a:pt x="267212" y="336064"/>
                  </a:lnTo>
                  <a:lnTo>
                    <a:pt x="267212" y="336064"/>
                  </a:lnTo>
                  <a:lnTo>
                    <a:pt x="267212" y="336064"/>
                  </a:lnTo>
                  <a:lnTo>
                    <a:pt x="267212" y="336064"/>
                  </a:lnTo>
                  <a:lnTo>
                    <a:pt x="268851" y="336064"/>
                  </a:lnTo>
                  <a:lnTo>
                    <a:pt x="268851" y="336064"/>
                  </a:lnTo>
                  <a:lnTo>
                    <a:pt x="268851" y="336064"/>
                  </a:lnTo>
                  <a:lnTo>
                    <a:pt x="268851" y="336064"/>
                  </a:lnTo>
                  <a:lnTo>
                    <a:pt x="268851" y="336064"/>
                  </a:lnTo>
                  <a:lnTo>
                    <a:pt x="268851" y="336064"/>
                  </a:lnTo>
                  <a:lnTo>
                    <a:pt x="268851" y="336064"/>
                  </a:lnTo>
                  <a:lnTo>
                    <a:pt x="270491" y="336064"/>
                  </a:lnTo>
                  <a:lnTo>
                    <a:pt x="270491" y="336064"/>
                  </a:lnTo>
                  <a:lnTo>
                    <a:pt x="270491" y="336064"/>
                  </a:lnTo>
                  <a:lnTo>
                    <a:pt x="270491" y="336064"/>
                  </a:lnTo>
                  <a:lnTo>
                    <a:pt x="270491" y="336064"/>
                  </a:lnTo>
                  <a:lnTo>
                    <a:pt x="270491" y="336064"/>
                  </a:lnTo>
                  <a:lnTo>
                    <a:pt x="272130" y="336064"/>
                  </a:lnTo>
                  <a:lnTo>
                    <a:pt x="272130" y="336064"/>
                  </a:lnTo>
                  <a:lnTo>
                    <a:pt x="272130" y="336064"/>
                  </a:lnTo>
                  <a:lnTo>
                    <a:pt x="272130" y="336064"/>
                  </a:lnTo>
                  <a:lnTo>
                    <a:pt x="272130" y="336064"/>
                  </a:lnTo>
                  <a:lnTo>
                    <a:pt x="272130" y="337703"/>
                  </a:lnTo>
                  <a:lnTo>
                    <a:pt x="273769" y="337703"/>
                  </a:lnTo>
                  <a:lnTo>
                    <a:pt x="273769" y="337703"/>
                  </a:lnTo>
                  <a:lnTo>
                    <a:pt x="273769" y="337703"/>
                  </a:lnTo>
                  <a:lnTo>
                    <a:pt x="273769" y="337703"/>
                  </a:lnTo>
                  <a:lnTo>
                    <a:pt x="273769" y="337703"/>
                  </a:lnTo>
                  <a:lnTo>
                    <a:pt x="273769" y="337703"/>
                  </a:lnTo>
                  <a:lnTo>
                    <a:pt x="273769" y="336064"/>
                  </a:lnTo>
                  <a:lnTo>
                    <a:pt x="275408" y="336064"/>
                  </a:lnTo>
                  <a:lnTo>
                    <a:pt x="275408" y="337703"/>
                  </a:lnTo>
                  <a:lnTo>
                    <a:pt x="275408" y="337703"/>
                  </a:lnTo>
                  <a:lnTo>
                    <a:pt x="275408" y="337703"/>
                  </a:lnTo>
                  <a:lnTo>
                    <a:pt x="275408" y="336064"/>
                  </a:lnTo>
                  <a:lnTo>
                    <a:pt x="275408" y="336064"/>
                  </a:lnTo>
                  <a:lnTo>
                    <a:pt x="275408" y="336064"/>
                  </a:lnTo>
                  <a:lnTo>
                    <a:pt x="277048" y="336064"/>
                  </a:lnTo>
                  <a:lnTo>
                    <a:pt x="277048" y="336064"/>
                  </a:lnTo>
                  <a:lnTo>
                    <a:pt x="277048" y="336064"/>
                  </a:lnTo>
                  <a:lnTo>
                    <a:pt x="275408" y="337703"/>
                  </a:lnTo>
                  <a:lnTo>
                    <a:pt x="275408" y="337703"/>
                  </a:lnTo>
                  <a:lnTo>
                    <a:pt x="275408" y="337703"/>
                  </a:lnTo>
                  <a:lnTo>
                    <a:pt x="27540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7048" y="337703"/>
                  </a:lnTo>
                  <a:lnTo>
                    <a:pt x="278687" y="337703"/>
                  </a:lnTo>
                  <a:lnTo>
                    <a:pt x="278687" y="337703"/>
                  </a:lnTo>
                  <a:lnTo>
                    <a:pt x="278687" y="337703"/>
                  </a:lnTo>
                  <a:lnTo>
                    <a:pt x="278687" y="337703"/>
                  </a:lnTo>
                  <a:lnTo>
                    <a:pt x="278687" y="337703"/>
                  </a:lnTo>
                  <a:lnTo>
                    <a:pt x="278687" y="337703"/>
                  </a:lnTo>
                  <a:lnTo>
                    <a:pt x="278687" y="337703"/>
                  </a:lnTo>
                  <a:lnTo>
                    <a:pt x="278687" y="337703"/>
                  </a:lnTo>
                  <a:lnTo>
                    <a:pt x="278687" y="337703"/>
                  </a:lnTo>
                  <a:lnTo>
                    <a:pt x="278687" y="339343"/>
                  </a:lnTo>
                  <a:lnTo>
                    <a:pt x="278687" y="339343"/>
                  </a:lnTo>
                  <a:lnTo>
                    <a:pt x="27868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0327" y="339343"/>
                  </a:lnTo>
                  <a:lnTo>
                    <a:pt x="281966" y="339343"/>
                  </a:lnTo>
                  <a:lnTo>
                    <a:pt x="281966" y="339343"/>
                  </a:lnTo>
                  <a:lnTo>
                    <a:pt x="281966" y="339343"/>
                  </a:lnTo>
                  <a:lnTo>
                    <a:pt x="281966" y="339343"/>
                  </a:lnTo>
                  <a:lnTo>
                    <a:pt x="281966" y="339343"/>
                  </a:lnTo>
                  <a:lnTo>
                    <a:pt x="281966" y="339343"/>
                  </a:lnTo>
                  <a:lnTo>
                    <a:pt x="281966" y="339343"/>
                  </a:lnTo>
                  <a:lnTo>
                    <a:pt x="281966" y="339343"/>
                  </a:lnTo>
                  <a:lnTo>
                    <a:pt x="281966" y="340982"/>
                  </a:lnTo>
                  <a:lnTo>
                    <a:pt x="281966" y="340982"/>
                  </a:lnTo>
                  <a:lnTo>
                    <a:pt x="281966" y="340982"/>
                  </a:lnTo>
                  <a:lnTo>
                    <a:pt x="281966" y="340982"/>
                  </a:lnTo>
                  <a:lnTo>
                    <a:pt x="281966" y="340982"/>
                  </a:lnTo>
                  <a:lnTo>
                    <a:pt x="281966" y="340982"/>
                  </a:lnTo>
                  <a:lnTo>
                    <a:pt x="281966" y="340982"/>
                  </a:lnTo>
                  <a:lnTo>
                    <a:pt x="281966" y="340982"/>
                  </a:lnTo>
                  <a:lnTo>
                    <a:pt x="281966" y="340982"/>
                  </a:lnTo>
                  <a:lnTo>
                    <a:pt x="281966" y="340982"/>
                  </a:lnTo>
                  <a:lnTo>
                    <a:pt x="281966" y="340982"/>
                  </a:lnTo>
                  <a:lnTo>
                    <a:pt x="281966" y="340982"/>
                  </a:lnTo>
                  <a:lnTo>
                    <a:pt x="283605" y="340982"/>
                  </a:lnTo>
                  <a:lnTo>
                    <a:pt x="283605" y="340982"/>
                  </a:lnTo>
                  <a:lnTo>
                    <a:pt x="283605" y="340982"/>
                  </a:lnTo>
                  <a:lnTo>
                    <a:pt x="283605" y="340982"/>
                  </a:lnTo>
                  <a:lnTo>
                    <a:pt x="283605" y="340982"/>
                  </a:lnTo>
                  <a:lnTo>
                    <a:pt x="283605" y="340982"/>
                  </a:lnTo>
                  <a:lnTo>
                    <a:pt x="281966" y="340982"/>
                  </a:lnTo>
                  <a:lnTo>
                    <a:pt x="281966" y="342621"/>
                  </a:lnTo>
                  <a:lnTo>
                    <a:pt x="281966" y="342621"/>
                  </a:lnTo>
                  <a:lnTo>
                    <a:pt x="281966" y="342621"/>
                  </a:lnTo>
                  <a:lnTo>
                    <a:pt x="283605" y="342621"/>
                  </a:lnTo>
                  <a:lnTo>
                    <a:pt x="283605" y="342621"/>
                  </a:lnTo>
                  <a:lnTo>
                    <a:pt x="283605" y="342621"/>
                  </a:lnTo>
                  <a:lnTo>
                    <a:pt x="283605" y="342621"/>
                  </a:lnTo>
                  <a:lnTo>
                    <a:pt x="283605" y="342621"/>
                  </a:lnTo>
                  <a:lnTo>
                    <a:pt x="283605" y="342621"/>
                  </a:lnTo>
                  <a:lnTo>
                    <a:pt x="283605" y="342621"/>
                  </a:lnTo>
                  <a:lnTo>
                    <a:pt x="283605" y="344261"/>
                  </a:lnTo>
                  <a:lnTo>
                    <a:pt x="283605" y="344261"/>
                  </a:lnTo>
                  <a:lnTo>
                    <a:pt x="283605" y="344261"/>
                  </a:lnTo>
                  <a:lnTo>
                    <a:pt x="283605" y="344261"/>
                  </a:lnTo>
                  <a:lnTo>
                    <a:pt x="283605" y="344261"/>
                  </a:lnTo>
                  <a:lnTo>
                    <a:pt x="283605" y="344261"/>
                  </a:lnTo>
                  <a:lnTo>
                    <a:pt x="283605" y="344261"/>
                  </a:lnTo>
                  <a:lnTo>
                    <a:pt x="283605" y="342621"/>
                  </a:lnTo>
                  <a:lnTo>
                    <a:pt x="283605" y="342621"/>
                  </a:lnTo>
                  <a:lnTo>
                    <a:pt x="283605" y="342621"/>
                  </a:lnTo>
                  <a:lnTo>
                    <a:pt x="283605" y="342621"/>
                  </a:lnTo>
                  <a:lnTo>
                    <a:pt x="283605" y="342621"/>
                  </a:lnTo>
                  <a:lnTo>
                    <a:pt x="283605" y="342621"/>
                  </a:lnTo>
                  <a:lnTo>
                    <a:pt x="283605" y="342621"/>
                  </a:lnTo>
                  <a:lnTo>
                    <a:pt x="285245" y="342621"/>
                  </a:lnTo>
                  <a:lnTo>
                    <a:pt x="285245" y="342621"/>
                  </a:lnTo>
                  <a:lnTo>
                    <a:pt x="285245" y="342621"/>
                  </a:lnTo>
                  <a:lnTo>
                    <a:pt x="285245" y="342621"/>
                  </a:lnTo>
                  <a:lnTo>
                    <a:pt x="285245" y="344261"/>
                  </a:lnTo>
                  <a:lnTo>
                    <a:pt x="283605" y="344261"/>
                  </a:lnTo>
                  <a:lnTo>
                    <a:pt x="283605" y="344261"/>
                  </a:lnTo>
                  <a:lnTo>
                    <a:pt x="283605" y="344261"/>
                  </a:lnTo>
                  <a:lnTo>
                    <a:pt x="285245" y="344261"/>
                  </a:lnTo>
                  <a:lnTo>
                    <a:pt x="285245" y="344261"/>
                  </a:lnTo>
                  <a:lnTo>
                    <a:pt x="285245" y="344261"/>
                  </a:lnTo>
                  <a:lnTo>
                    <a:pt x="285245" y="344261"/>
                  </a:lnTo>
                  <a:lnTo>
                    <a:pt x="285245" y="344261"/>
                  </a:lnTo>
                  <a:lnTo>
                    <a:pt x="285245" y="344261"/>
                  </a:lnTo>
                  <a:lnTo>
                    <a:pt x="285245" y="345900"/>
                  </a:lnTo>
                  <a:lnTo>
                    <a:pt x="285245" y="345900"/>
                  </a:lnTo>
                  <a:lnTo>
                    <a:pt x="286884" y="345900"/>
                  </a:lnTo>
                  <a:lnTo>
                    <a:pt x="286884" y="345900"/>
                  </a:lnTo>
                  <a:lnTo>
                    <a:pt x="286884" y="347539"/>
                  </a:lnTo>
                  <a:lnTo>
                    <a:pt x="286884" y="347539"/>
                  </a:lnTo>
                  <a:lnTo>
                    <a:pt x="286884" y="347539"/>
                  </a:lnTo>
                  <a:lnTo>
                    <a:pt x="286884" y="347539"/>
                  </a:lnTo>
                  <a:lnTo>
                    <a:pt x="286884" y="347539"/>
                  </a:lnTo>
                  <a:lnTo>
                    <a:pt x="286884" y="347539"/>
                  </a:lnTo>
                  <a:lnTo>
                    <a:pt x="288523" y="349179"/>
                  </a:lnTo>
                  <a:lnTo>
                    <a:pt x="288523" y="349179"/>
                  </a:lnTo>
                  <a:lnTo>
                    <a:pt x="288523" y="349179"/>
                  </a:lnTo>
                  <a:lnTo>
                    <a:pt x="288523" y="349179"/>
                  </a:lnTo>
                  <a:lnTo>
                    <a:pt x="288523" y="349179"/>
                  </a:lnTo>
                  <a:lnTo>
                    <a:pt x="288523" y="349179"/>
                  </a:lnTo>
                  <a:lnTo>
                    <a:pt x="288523" y="347539"/>
                  </a:lnTo>
                  <a:lnTo>
                    <a:pt x="288523" y="347539"/>
                  </a:lnTo>
                  <a:lnTo>
                    <a:pt x="288523" y="347539"/>
                  </a:lnTo>
                  <a:lnTo>
                    <a:pt x="288523" y="347539"/>
                  </a:lnTo>
                  <a:lnTo>
                    <a:pt x="288523" y="347539"/>
                  </a:lnTo>
                  <a:lnTo>
                    <a:pt x="288523" y="345900"/>
                  </a:lnTo>
                  <a:lnTo>
                    <a:pt x="288523" y="345900"/>
                  </a:lnTo>
                  <a:lnTo>
                    <a:pt x="288523" y="345900"/>
                  </a:lnTo>
                  <a:lnTo>
                    <a:pt x="288523" y="345900"/>
                  </a:lnTo>
                  <a:lnTo>
                    <a:pt x="288523" y="344261"/>
                  </a:lnTo>
                  <a:lnTo>
                    <a:pt x="288523" y="344261"/>
                  </a:lnTo>
                  <a:lnTo>
                    <a:pt x="286884" y="344261"/>
                  </a:lnTo>
                  <a:lnTo>
                    <a:pt x="286884" y="344261"/>
                  </a:lnTo>
                  <a:lnTo>
                    <a:pt x="286884" y="344261"/>
                  </a:lnTo>
                  <a:lnTo>
                    <a:pt x="286884" y="344261"/>
                  </a:lnTo>
                  <a:lnTo>
                    <a:pt x="286884" y="344261"/>
                  </a:lnTo>
                  <a:lnTo>
                    <a:pt x="286884" y="344261"/>
                  </a:lnTo>
                  <a:lnTo>
                    <a:pt x="286884" y="344261"/>
                  </a:lnTo>
                  <a:lnTo>
                    <a:pt x="286884" y="344261"/>
                  </a:lnTo>
                  <a:lnTo>
                    <a:pt x="286884" y="344261"/>
                  </a:lnTo>
                  <a:lnTo>
                    <a:pt x="286884" y="344261"/>
                  </a:lnTo>
                  <a:lnTo>
                    <a:pt x="286884" y="344261"/>
                  </a:lnTo>
                  <a:lnTo>
                    <a:pt x="288523" y="344261"/>
                  </a:lnTo>
                  <a:lnTo>
                    <a:pt x="288523" y="344261"/>
                  </a:lnTo>
                  <a:lnTo>
                    <a:pt x="288523" y="344261"/>
                  </a:lnTo>
                  <a:lnTo>
                    <a:pt x="288523" y="344261"/>
                  </a:lnTo>
                  <a:lnTo>
                    <a:pt x="288523" y="344261"/>
                  </a:lnTo>
                  <a:lnTo>
                    <a:pt x="288523" y="344261"/>
                  </a:lnTo>
                  <a:lnTo>
                    <a:pt x="288523" y="344261"/>
                  </a:lnTo>
                  <a:lnTo>
                    <a:pt x="288523" y="344261"/>
                  </a:lnTo>
                  <a:lnTo>
                    <a:pt x="288523" y="344261"/>
                  </a:lnTo>
                  <a:lnTo>
                    <a:pt x="288523" y="344261"/>
                  </a:lnTo>
                  <a:lnTo>
                    <a:pt x="288523" y="345900"/>
                  </a:lnTo>
                  <a:lnTo>
                    <a:pt x="288523" y="345900"/>
                  </a:lnTo>
                  <a:lnTo>
                    <a:pt x="288523" y="345900"/>
                  </a:lnTo>
                  <a:lnTo>
                    <a:pt x="288523" y="345900"/>
                  </a:lnTo>
                  <a:lnTo>
                    <a:pt x="288523" y="345900"/>
                  </a:lnTo>
                  <a:lnTo>
                    <a:pt x="288523" y="345900"/>
                  </a:lnTo>
                  <a:lnTo>
                    <a:pt x="290162" y="345900"/>
                  </a:lnTo>
                  <a:lnTo>
                    <a:pt x="290162" y="345900"/>
                  </a:lnTo>
                  <a:lnTo>
                    <a:pt x="290162" y="345900"/>
                  </a:lnTo>
                  <a:lnTo>
                    <a:pt x="288523" y="345900"/>
                  </a:lnTo>
                  <a:lnTo>
                    <a:pt x="288523" y="345900"/>
                  </a:lnTo>
                  <a:lnTo>
                    <a:pt x="288523" y="345900"/>
                  </a:lnTo>
                  <a:lnTo>
                    <a:pt x="288523" y="345900"/>
                  </a:lnTo>
                  <a:lnTo>
                    <a:pt x="288523" y="345900"/>
                  </a:lnTo>
                  <a:lnTo>
                    <a:pt x="288523" y="345900"/>
                  </a:lnTo>
                  <a:lnTo>
                    <a:pt x="288523" y="345900"/>
                  </a:lnTo>
                  <a:lnTo>
                    <a:pt x="288523" y="347539"/>
                  </a:lnTo>
                  <a:lnTo>
                    <a:pt x="288523" y="347539"/>
                  </a:lnTo>
                  <a:lnTo>
                    <a:pt x="288523" y="347539"/>
                  </a:lnTo>
                  <a:lnTo>
                    <a:pt x="288523" y="347539"/>
                  </a:lnTo>
                  <a:lnTo>
                    <a:pt x="288523" y="349179"/>
                  </a:lnTo>
                  <a:lnTo>
                    <a:pt x="288523" y="349179"/>
                  </a:lnTo>
                  <a:lnTo>
                    <a:pt x="288523" y="349179"/>
                  </a:lnTo>
                  <a:lnTo>
                    <a:pt x="290162" y="349179"/>
                  </a:lnTo>
                  <a:lnTo>
                    <a:pt x="290162" y="349179"/>
                  </a:lnTo>
                  <a:lnTo>
                    <a:pt x="290162" y="349179"/>
                  </a:lnTo>
                  <a:lnTo>
                    <a:pt x="290162" y="349179"/>
                  </a:lnTo>
                  <a:lnTo>
                    <a:pt x="290162" y="350818"/>
                  </a:lnTo>
                  <a:lnTo>
                    <a:pt x="290162" y="350818"/>
                  </a:lnTo>
                  <a:lnTo>
                    <a:pt x="290162" y="350818"/>
                  </a:lnTo>
                  <a:lnTo>
                    <a:pt x="290162" y="350818"/>
                  </a:lnTo>
                  <a:lnTo>
                    <a:pt x="290162" y="350818"/>
                  </a:lnTo>
                  <a:lnTo>
                    <a:pt x="290162" y="350818"/>
                  </a:lnTo>
                  <a:lnTo>
                    <a:pt x="291802" y="350818"/>
                  </a:lnTo>
                  <a:lnTo>
                    <a:pt x="291802" y="350818"/>
                  </a:lnTo>
                  <a:lnTo>
                    <a:pt x="291802" y="350818"/>
                  </a:lnTo>
                  <a:lnTo>
                    <a:pt x="291802" y="350818"/>
                  </a:lnTo>
                  <a:lnTo>
                    <a:pt x="291802" y="350818"/>
                  </a:lnTo>
                  <a:lnTo>
                    <a:pt x="291802" y="350818"/>
                  </a:lnTo>
                  <a:lnTo>
                    <a:pt x="291802" y="350818"/>
                  </a:lnTo>
                  <a:lnTo>
                    <a:pt x="291802" y="350818"/>
                  </a:lnTo>
                  <a:lnTo>
                    <a:pt x="291802" y="350818"/>
                  </a:lnTo>
                  <a:lnTo>
                    <a:pt x="291802" y="350818"/>
                  </a:lnTo>
                  <a:lnTo>
                    <a:pt x="291802" y="350818"/>
                  </a:lnTo>
                  <a:lnTo>
                    <a:pt x="293441" y="350818"/>
                  </a:lnTo>
                  <a:lnTo>
                    <a:pt x="293441" y="350818"/>
                  </a:lnTo>
                  <a:lnTo>
                    <a:pt x="293441" y="350818"/>
                  </a:lnTo>
                  <a:lnTo>
                    <a:pt x="293441" y="350818"/>
                  </a:lnTo>
                  <a:lnTo>
                    <a:pt x="293441" y="350818"/>
                  </a:lnTo>
                  <a:lnTo>
                    <a:pt x="293441" y="350818"/>
                  </a:lnTo>
                  <a:lnTo>
                    <a:pt x="293441" y="350818"/>
                  </a:lnTo>
                  <a:lnTo>
                    <a:pt x="293441" y="350818"/>
                  </a:lnTo>
                  <a:lnTo>
                    <a:pt x="293441" y="350818"/>
                  </a:lnTo>
                  <a:lnTo>
                    <a:pt x="293441" y="350818"/>
                  </a:lnTo>
                  <a:lnTo>
                    <a:pt x="293441" y="350818"/>
                  </a:lnTo>
                  <a:lnTo>
                    <a:pt x="293441" y="350818"/>
                  </a:lnTo>
                  <a:lnTo>
                    <a:pt x="295081" y="350818"/>
                  </a:lnTo>
                  <a:lnTo>
                    <a:pt x="295081" y="350818"/>
                  </a:lnTo>
                  <a:lnTo>
                    <a:pt x="295081" y="350818"/>
                  </a:lnTo>
                  <a:lnTo>
                    <a:pt x="295081" y="350818"/>
                  </a:lnTo>
                  <a:lnTo>
                    <a:pt x="295081" y="350818"/>
                  </a:lnTo>
                  <a:lnTo>
                    <a:pt x="295081" y="352457"/>
                  </a:lnTo>
                  <a:lnTo>
                    <a:pt x="295081" y="352457"/>
                  </a:lnTo>
                  <a:lnTo>
                    <a:pt x="295081" y="352457"/>
                  </a:lnTo>
                  <a:lnTo>
                    <a:pt x="295081" y="352457"/>
                  </a:lnTo>
                  <a:lnTo>
                    <a:pt x="295081" y="352457"/>
                  </a:lnTo>
                  <a:lnTo>
                    <a:pt x="295081" y="352457"/>
                  </a:lnTo>
                  <a:lnTo>
                    <a:pt x="296720" y="352457"/>
                  </a:lnTo>
                  <a:lnTo>
                    <a:pt x="296720" y="354097"/>
                  </a:lnTo>
                  <a:lnTo>
                    <a:pt x="296720" y="354097"/>
                  </a:lnTo>
                  <a:lnTo>
                    <a:pt x="296720" y="354097"/>
                  </a:lnTo>
                  <a:lnTo>
                    <a:pt x="296720" y="354097"/>
                  </a:lnTo>
                  <a:lnTo>
                    <a:pt x="298359" y="354097"/>
                  </a:lnTo>
                  <a:lnTo>
                    <a:pt x="298359" y="354097"/>
                  </a:lnTo>
                  <a:lnTo>
                    <a:pt x="298359" y="355736"/>
                  </a:lnTo>
                  <a:lnTo>
                    <a:pt x="298359" y="355736"/>
                  </a:lnTo>
                  <a:lnTo>
                    <a:pt x="298359" y="355736"/>
                  </a:lnTo>
                  <a:lnTo>
                    <a:pt x="298359" y="355736"/>
                  </a:lnTo>
                  <a:lnTo>
                    <a:pt x="298359" y="355736"/>
                  </a:lnTo>
                  <a:lnTo>
                    <a:pt x="298359" y="355736"/>
                  </a:lnTo>
                  <a:lnTo>
                    <a:pt x="299998" y="355736"/>
                  </a:lnTo>
                  <a:lnTo>
                    <a:pt x="299998" y="355736"/>
                  </a:lnTo>
                  <a:lnTo>
                    <a:pt x="299998" y="355736"/>
                  </a:lnTo>
                  <a:lnTo>
                    <a:pt x="299998" y="355736"/>
                  </a:lnTo>
                  <a:lnTo>
                    <a:pt x="299998" y="355736"/>
                  </a:lnTo>
                  <a:lnTo>
                    <a:pt x="299998" y="355736"/>
                  </a:lnTo>
                  <a:lnTo>
                    <a:pt x="299998" y="355736"/>
                  </a:lnTo>
                  <a:lnTo>
                    <a:pt x="299998" y="355736"/>
                  </a:lnTo>
                  <a:lnTo>
                    <a:pt x="299998" y="355736"/>
                  </a:lnTo>
                  <a:lnTo>
                    <a:pt x="299998" y="355736"/>
                  </a:lnTo>
                  <a:lnTo>
                    <a:pt x="299998" y="355736"/>
                  </a:lnTo>
                  <a:lnTo>
                    <a:pt x="299998" y="355736"/>
                  </a:lnTo>
                  <a:lnTo>
                    <a:pt x="299998" y="355736"/>
                  </a:lnTo>
                  <a:lnTo>
                    <a:pt x="299998" y="355736"/>
                  </a:lnTo>
                  <a:lnTo>
                    <a:pt x="299998" y="357375"/>
                  </a:lnTo>
                  <a:lnTo>
                    <a:pt x="299998" y="357375"/>
                  </a:lnTo>
                  <a:lnTo>
                    <a:pt x="299998" y="357375"/>
                  </a:lnTo>
                  <a:lnTo>
                    <a:pt x="299998" y="357375"/>
                  </a:lnTo>
                  <a:lnTo>
                    <a:pt x="299998" y="357375"/>
                  </a:lnTo>
                  <a:lnTo>
                    <a:pt x="299998" y="357375"/>
                  </a:lnTo>
                  <a:lnTo>
                    <a:pt x="299998" y="357375"/>
                  </a:lnTo>
                  <a:lnTo>
                    <a:pt x="299998" y="359015"/>
                  </a:lnTo>
                  <a:lnTo>
                    <a:pt x="299998" y="359015"/>
                  </a:lnTo>
                  <a:lnTo>
                    <a:pt x="298359" y="359015"/>
                  </a:lnTo>
                  <a:lnTo>
                    <a:pt x="298359" y="359015"/>
                  </a:lnTo>
                  <a:lnTo>
                    <a:pt x="299998" y="360654"/>
                  </a:lnTo>
                  <a:lnTo>
                    <a:pt x="299998" y="360654"/>
                  </a:lnTo>
                  <a:lnTo>
                    <a:pt x="299998" y="360654"/>
                  </a:lnTo>
                  <a:lnTo>
                    <a:pt x="298359" y="360654"/>
                  </a:lnTo>
                  <a:lnTo>
                    <a:pt x="298359" y="360654"/>
                  </a:lnTo>
                  <a:lnTo>
                    <a:pt x="298359" y="360654"/>
                  </a:lnTo>
                  <a:lnTo>
                    <a:pt x="298359" y="362294"/>
                  </a:lnTo>
                  <a:lnTo>
                    <a:pt x="298359" y="362294"/>
                  </a:lnTo>
                  <a:lnTo>
                    <a:pt x="298359" y="362294"/>
                  </a:lnTo>
                  <a:lnTo>
                    <a:pt x="299998" y="362294"/>
                  </a:lnTo>
                  <a:lnTo>
                    <a:pt x="299998" y="362294"/>
                  </a:lnTo>
                  <a:lnTo>
                    <a:pt x="299998" y="362294"/>
                  </a:lnTo>
                  <a:lnTo>
                    <a:pt x="298359" y="363933"/>
                  </a:lnTo>
                  <a:lnTo>
                    <a:pt x="298359" y="363933"/>
                  </a:lnTo>
                  <a:lnTo>
                    <a:pt x="298359" y="363933"/>
                  </a:lnTo>
                  <a:lnTo>
                    <a:pt x="298359" y="363933"/>
                  </a:lnTo>
                  <a:lnTo>
                    <a:pt x="298359" y="363933"/>
                  </a:lnTo>
                  <a:lnTo>
                    <a:pt x="298359" y="363933"/>
                  </a:lnTo>
                  <a:lnTo>
                    <a:pt x="298359" y="363933"/>
                  </a:lnTo>
                  <a:lnTo>
                    <a:pt x="298359" y="365572"/>
                  </a:lnTo>
                  <a:lnTo>
                    <a:pt x="298359" y="365572"/>
                  </a:lnTo>
                  <a:lnTo>
                    <a:pt x="298359" y="365572"/>
                  </a:lnTo>
                  <a:lnTo>
                    <a:pt x="298359" y="367211"/>
                  </a:lnTo>
                  <a:lnTo>
                    <a:pt x="298359" y="367211"/>
                  </a:lnTo>
                  <a:lnTo>
                    <a:pt x="298359" y="367211"/>
                  </a:lnTo>
                  <a:lnTo>
                    <a:pt x="298359" y="367211"/>
                  </a:lnTo>
                  <a:lnTo>
                    <a:pt x="298359" y="367211"/>
                  </a:lnTo>
                  <a:lnTo>
                    <a:pt x="298359" y="368851"/>
                  </a:lnTo>
                  <a:lnTo>
                    <a:pt x="298359" y="368851"/>
                  </a:lnTo>
                  <a:lnTo>
                    <a:pt x="298359" y="368851"/>
                  </a:lnTo>
                  <a:lnTo>
                    <a:pt x="298359" y="370490"/>
                  </a:lnTo>
                  <a:lnTo>
                    <a:pt x="298359" y="370490"/>
                  </a:lnTo>
                  <a:lnTo>
                    <a:pt x="296720" y="370490"/>
                  </a:lnTo>
                  <a:lnTo>
                    <a:pt x="296720" y="370490"/>
                  </a:lnTo>
                  <a:lnTo>
                    <a:pt x="296720" y="370490"/>
                  </a:lnTo>
                  <a:lnTo>
                    <a:pt x="296720" y="372129"/>
                  </a:lnTo>
                  <a:lnTo>
                    <a:pt x="296720" y="372129"/>
                  </a:lnTo>
                  <a:lnTo>
                    <a:pt x="296720" y="372129"/>
                  </a:lnTo>
                  <a:lnTo>
                    <a:pt x="298359" y="373769"/>
                  </a:lnTo>
                  <a:lnTo>
                    <a:pt x="298359" y="373769"/>
                  </a:lnTo>
                  <a:lnTo>
                    <a:pt x="298359" y="373769"/>
                  </a:lnTo>
                  <a:lnTo>
                    <a:pt x="298359" y="375408"/>
                  </a:lnTo>
                  <a:lnTo>
                    <a:pt x="298359" y="375408"/>
                  </a:lnTo>
                  <a:lnTo>
                    <a:pt x="298359" y="375408"/>
                  </a:lnTo>
                  <a:lnTo>
                    <a:pt x="298359" y="375408"/>
                  </a:lnTo>
                  <a:lnTo>
                    <a:pt x="298359" y="375408"/>
                  </a:lnTo>
                  <a:lnTo>
                    <a:pt x="298359" y="377047"/>
                  </a:lnTo>
                  <a:lnTo>
                    <a:pt x="298359" y="377047"/>
                  </a:lnTo>
                  <a:lnTo>
                    <a:pt x="298359" y="377047"/>
                  </a:lnTo>
                  <a:lnTo>
                    <a:pt x="298359" y="377047"/>
                  </a:lnTo>
                  <a:lnTo>
                    <a:pt x="298359" y="377047"/>
                  </a:lnTo>
                  <a:lnTo>
                    <a:pt x="298359" y="378687"/>
                  </a:lnTo>
                  <a:lnTo>
                    <a:pt x="298359" y="378687"/>
                  </a:lnTo>
                  <a:lnTo>
                    <a:pt x="298359" y="378687"/>
                  </a:lnTo>
                  <a:lnTo>
                    <a:pt x="298359" y="378687"/>
                  </a:lnTo>
                  <a:lnTo>
                    <a:pt x="299998" y="378687"/>
                  </a:lnTo>
                  <a:lnTo>
                    <a:pt x="299998" y="378687"/>
                  </a:lnTo>
                  <a:lnTo>
                    <a:pt x="299998" y="380326"/>
                  </a:lnTo>
                  <a:lnTo>
                    <a:pt x="299998" y="380326"/>
                  </a:lnTo>
                  <a:lnTo>
                    <a:pt x="299998" y="380326"/>
                  </a:lnTo>
                  <a:lnTo>
                    <a:pt x="299998" y="381966"/>
                  </a:lnTo>
                  <a:lnTo>
                    <a:pt x="299998" y="381966"/>
                  </a:lnTo>
                  <a:lnTo>
                    <a:pt x="299998" y="383605"/>
                  </a:lnTo>
                  <a:lnTo>
                    <a:pt x="299998" y="383605"/>
                  </a:lnTo>
                  <a:lnTo>
                    <a:pt x="299998" y="383605"/>
                  </a:lnTo>
                  <a:lnTo>
                    <a:pt x="299998" y="385244"/>
                  </a:lnTo>
                  <a:lnTo>
                    <a:pt x="299998" y="385244"/>
                  </a:lnTo>
                  <a:lnTo>
                    <a:pt x="301638" y="385244"/>
                  </a:lnTo>
                  <a:lnTo>
                    <a:pt x="301638" y="385244"/>
                  </a:lnTo>
                  <a:lnTo>
                    <a:pt x="301638" y="385244"/>
                  </a:lnTo>
                  <a:lnTo>
                    <a:pt x="301638" y="386884"/>
                  </a:lnTo>
                  <a:lnTo>
                    <a:pt x="301638" y="386884"/>
                  </a:lnTo>
                  <a:lnTo>
                    <a:pt x="301638" y="386884"/>
                  </a:lnTo>
                  <a:lnTo>
                    <a:pt x="301638" y="388523"/>
                  </a:lnTo>
                  <a:lnTo>
                    <a:pt x="301638" y="388523"/>
                  </a:lnTo>
                  <a:lnTo>
                    <a:pt x="301638" y="390162"/>
                  </a:lnTo>
                  <a:lnTo>
                    <a:pt x="301638" y="390162"/>
                  </a:lnTo>
                  <a:lnTo>
                    <a:pt x="299998" y="391801"/>
                  </a:lnTo>
                  <a:lnTo>
                    <a:pt x="299998" y="391801"/>
                  </a:lnTo>
                  <a:lnTo>
                    <a:pt x="299998" y="391801"/>
                  </a:lnTo>
                  <a:lnTo>
                    <a:pt x="299998" y="391801"/>
                  </a:lnTo>
                  <a:lnTo>
                    <a:pt x="299998" y="393441"/>
                  </a:lnTo>
                  <a:lnTo>
                    <a:pt x="299998" y="393441"/>
                  </a:lnTo>
                  <a:lnTo>
                    <a:pt x="299998" y="393441"/>
                  </a:lnTo>
                  <a:lnTo>
                    <a:pt x="299998" y="393441"/>
                  </a:lnTo>
                  <a:lnTo>
                    <a:pt x="299998" y="395080"/>
                  </a:lnTo>
                  <a:lnTo>
                    <a:pt x="299998" y="395080"/>
                  </a:lnTo>
                  <a:lnTo>
                    <a:pt x="299998" y="395080"/>
                  </a:lnTo>
                  <a:lnTo>
                    <a:pt x="299998" y="395080"/>
                  </a:lnTo>
                  <a:lnTo>
                    <a:pt x="299998" y="395080"/>
                  </a:lnTo>
                  <a:lnTo>
                    <a:pt x="301638" y="396719"/>
                  </a:lnTo>
                  <a:lnTo>
                    <a:pt x="301638" y="396719"/>
                  </a:lnTo>
                  <a:lnTo>
                    <a:pt x="301638" y="396719"/>
                  </a:lnTo>
                  <a:lnTo>
                    <a:pt x="301638" y="398359"/>
                  </a:lnTo>
                  <a:lnTo>
                    <a:pt x="301638" y="398359"/>
                  </a:lnTo>
                  <a:lnTo>
                    <a:pt x="301638" y="399998"/>
                  </a:lnTo>
                  <a:lnTo>
                    <a:pt x="301638" y="399998"/>
                  </a:lnTo>
                  <a:lnTo>
                    <a:pt x="301638" y="399998"/>
                  </a:lnTo>
                  <a:lnTo>
                    <a:pt x="301638" y="401637"/>
                  </a:lnTo>
                  <a:lnTo>
                    <a:pt x="301638" y="401637"/>
                  </a:lnTo>
                  <a:lnTo>
                    <a:pt x="301638" y="403277"/>
                  </a:lnTo>
                  <a:lnTo>
                    <a:pt x="301638" y="403277"/>
                  </a:lnTo>
                  <a:lnTo>
                    <a:pt x="301638" y="403277"/>
                  </a:lnTo>
                  <a:lnTo>
                    <a:pt x="301638" y="403277"/>
                  </a:lnTo>
                  <a:lnTo>
                    <a:pt x="301638" y="404916"/>
                  </a:lnTo>
                  <a:lnTo>
                    <a:pt x="301638" y="404916"/>
                  </a:lnTo>
                  <a:lnTo>
                    <a:pt x="301638" y="404916"/>
                  </a:lnTo>
                  <a:lnTo>
                    <a:pt x="301638" y="404916"/>
                  </a:lnTo>
                  <a:lnTo>
                    <a:pt x="301638" y="404916"/>
                  </a:lnTo>
                  <a:lnTo>
                    <a:pt x="303277" y="406556"/>
                  </a:lnTo>
                  <a:lnTo>
                    <a:pt x="303277" y="408195"/>
                  </a:lnTo>
                  <a:lnTo>
                    <a:pt x="303277" y="408195"/>
                  </a:lnTo>
                  <a:lnTo>
                    <a:pt x="303277" y="408195"/>
                  </a:lnTo>
                  <a:lnTo>
                    <a:pt x="303277" y="408195"/>
                  </a:lnTo>
                  <a:lnTo>
                    <a:pt x="303277" y="409834"/>
                  </a:lnTo>
                  <a:lnTo>
                    <a:pt x="303277" y="409834"/>
                  </a:lnTo>
                  <a:lnTo>
                    <a:pt x="304917" y="409834"/>
                  </a:lnTo>
                  <a:lnTo>
                    <a:pt x="304917" y="411474"/>
                  </a:lnTo>
                  <a:lnTo>
                    <a:pt x="304917" y="411474"/>
                  </a:lnTo>
                  <a:lnTo>
                    <a:pt x="304917" y="411474"/>
                  </a:lnTo>
                  <a:lnTo>
                    <a:pt x="304917" y="413113"/>
                  </a:lnTo>
                  <a:lnTo>
                    <a:pt x="304917" y="413113"/>
                  </a:lnTo>
                  <a:lnTo>
                    <a:pt x="304917" y="413113"/>
                  </a:lnTo>
                  <a:lnTo>
                    <a:pt x="304917" y="413113"/>
                  </a:lnTo>
                  <a:lnTo>
                    <a:pt x="304917" y="413113"/>
                  </a:lnTo>
                  <a:lnTo>
                    <a:pt x="304917" y="413113"/>
                  </a:lnTo>
                  <a:lnTo>
                    <a:pt x="304917" y="414752"/>
                  </a:lnTo>
                  <a:lnTo>
                    <a:pt x="304917" y="414752"/>
                  </a:lnTo>
                  <a:lnTo>
                    <a:pt x="304917" y="414752"/>
                  </a:lnTo>
                  <a:lnTo>
                    <a:pt x="304917" y="414752"/>
                  </a:lnTo>
                  <a:lnTo>
                    <a:pt x="304917" y="414752"/>
                  </a:lnTo>
                  <a:lnTo>
                    <a:pt x="304917" y="414752"/>
                  </a:lnTo>
                  <a:lnTo>
                    <a:pt x="306556" y="416391"/>
                  </a:lnTo>
                  <a:lnTo>
                    <a:pt x="306556" y="416391"/>
                  </a:lnTo>
                  <a:lnTo>
                    <a:pt x="306556" y="418031"/>
                  </a:lnTo>
                  <a:lnTo>
                    <a:pt x="306556" y="418031"/>
                  </a:lnTo>
                  <a:lnTo>
                    <a:pt x="306556" y="418031"/>
                  </a:lnTo>
                  <a:lnTo>
                    <a:pt x="308195" y="418031"/>
                  </a:lnTo>
                  <a:lnTo>
                    <a:pt x="308195" y="419670"/>
                  </a:lnTo>
                  <a:lnTo>
                    <a:pt x="308195" y="419670"/>
                  </a:lnTo>
                  <a:lnTo>
                    <a:pt x="308195" y="419670"/>
                  </a:lnTo>
                  <a:lnTo>
                    <a:pt x="308195" y="419670"/>
                  </a:lnTo>
                  <a:lnTo>
                    <a:pt x="308195" y="421309"/>
                  </a:lnTo>
                  <a:lnTo>
                    <a:pt x="308195" y="421309"/>
                  </a:lnTo>
                  <a:lnTo>
                    <a:pt x="308195" y="421309"/>
                  </a:lnTo>
                  <a:lnTo>
                    <a:pt x="308195" y="422949"/>
                  </a:lnTo>
                  <a:lnTo>
                    <a:pt x="308195" y="422949"/>
                  </a:lnTo>
                  <a:lnTo>
                    <a:pt x="308195" y="422949"/>
                  </a:lnTo>
                  <a:lnTo>
                    <a:pt x="308195" y="422949"/>
                  </a:lnTo>
                  <a:lnTo>
                    <a:pt x="308195" y="424588"/>
                  </a:lnTo>
                  <a:lnTo>
                    <a:pt x="308195" y="424588"/>
                  </a:lnTo>
                  <a:lnTo>
                    <a:pt x="308195" y="424588"/>
                  </a:lnTo>
                  <a:lnTo>
                    <a:pt x="308195" y="426228"/>
                  </a:lnTo>
                  <a:lnTo>
                    <a:pt x="309835" y="426228"/>
                  </a:lnTo>
                  <a:lnTo>
                    <a:pt x="309835" y="426228"/>
                  </a:lnTo>
                  <a:lnTo>
                    <a:pt x="309835" y="426228"/>
                  </a:lnTo>
                  <a:lnTo>
                    <a:pt x="309835" y="427867"/>
                  </a:lnTo>
                  <a:lnTo>
                    <a:pt x="309835" y="427867"/>
                  </a:lnTo>
                  <a:lnTo>
                    <a:pt x="309835" y="427867"/>
                  </a:lnTo>
                  <a:lnTo>
                    <a:pt x="309835" y="427867"/>
                  </a:lnTo>
                  <a:lnTo>
                    <a:pt x="309835" y="429506"/>
                  </a:lnTo>
                  <a:lnTo>
                    <a:pt x="309835" y="429506"/>
                  </a:lnTo>
                  <a:lnTo>
                    <a:pt x="309835" y="429506"/>
                  </a:lnTo>
                  <a:lnTo>
                    <a:pt x="311474" y="429506"/>
                  </a:lnTo>
                  <a:lnTo>
                    <a:pt x="309835" y="429506"/>
                  </a:lnTo>
                  <a:lnTo>
                    <a:pt x="309835" y="429506"/>
                  </a:lnTo>
                  <a:lnTo>
                    <a:pt x="309835" y="429506"/>
                  </a:lnTo>
                  <a:lnTo>
                    <a:pt x="311474" y="429506"/>
                  </a:lnTo>
                  <a:lnTo>
                    <a:pt x="311474" y="431146"/>
                  </a:lnTo>
                  <a:lnTo>
                    <a:pt x="311474" y="431146"/>
                  </a:lnTo>
                  <a:lnTo>
                    <a:pt x="311474" y="431146"/>
                  </a:lnTo>
                  <a:lnTo>
                    <a:pt x="311474" y="431146"/>
                  </a:lnTo>
                  <a:lnTo>
                    <a:pt x="311474" y="431146"/>
                  </a:lnTo>
                  <a:lnTo>
                    <a:pt x="311474" y="431146"/>
                  </a:lnTo>
                  <a:lnTo>
                    <a:pt x="311474" y="432785"/>
                  </a:lnTo>
                  <a:lnTo>
                    <a:pt x="311474" y="432785"/>
                  </a:lnTo>
                  <a:lnTo>
                    <a:pt x="311474" y="432785"/>
                  </a:lnTo>
                  <a:lnTo>
                    <a:pt x="311474" y="434424"/>
                  </a:lnTo>
                  <a:lnTo>
                    <a:pt x="313113" y="434424"/>
                  </a:lnTo>
                  <a:lnTo>
                    <a:pt x="313113" y="434424"/>
                  </a:lnTo>
                  <a:lnTo>
                    <a:pt x="313113" y="436064"/>
                  </a:lnTo>
                  <a:lnTo>
                    <a:pt x="313113" y="436064"/>
                  </a:lnTo>
                  <a:lnTo>
                    <a:pt x="313113" y="436064"/>
                  </a:lnTo>
                  <a:lnTo>
                    <a:pt x="313113" y="436064"/>
                  </a:lnTo>
                  <a:lnTo>
                    <a:pt x="313113" y="437703"/>
                  </a:lnTo>
                  <a:lnTo>
                    <a:pt x="314752" y="437703"/>
                  </a:lnTo>
                  <a:lnTo>
                    <a:pt x="314752" y="437703"/>
                  </a:lnTo>
                  <a:lnTo>
                    <a:pt x="314752" y="437703"/>
                  </a:lnTo>
                  <a:lnTo>
                    <a:pt x="314752" y="437703"/>
                  </a:lnTo>
                  <a:lnTo>
                    <a:pt x="314752" y="437703"/>
                  </a:lnTo>
                  <a:lnTo>
                    <a:pt x="314752" y="439342"/>
                  </a:lnTo>
                  <a:lnTo>
                    <a:pt x="314752" y="439342"/>
                  </a:lnTo>
                  <a:lnTo>
                    <a:pt x="314752" y="439342"/>
                  </a:lnTo>
                  <a:lnTo>
                    <a:pt x="314752" y="439342"/>
                  </a:lnTo>
                  <a:lnTo>
                    <a:pt x="314752" y="440981"/>
                  </a:lnTo>
                  <a:lnTo>
                    <a:pt x="314752" y="440981"/>
                  </a:lnTo>
                  <a:lnTo>
                    <a:pt x="314752" y="440981"/>
                  </a:lnTo>
                  <a:lnTo>
                    <a:pt x="314752" y="440981"/>
                  </a:lnTo>
                  <a:lnTo>
                    <a:pt x="314752" y="440981"/>
                  </a:lnTo>
                  <a:lnTo>
                    <a:pt x="314752" y="440981"/>
                  </a:lnTo>
                  <a:lnTo>
                    <a:pt x="314752" y="440981"/>
                  </a:lnTo>
                  <a:lnTo>
                    <a:pt x="314752" y="440981"/>
                  </a:lnTo>
                  <a:lnTo>
                    <a:pt x="314752" y="440981"/>
                  </a:lnTo>
                  <a:lnTo>
                    <a:pt x="316392" y="442621"/>
                  </a:lnTo>
                  <a:lnTo>
                    <a:pt x="316392" y="442621"/>
                  </a:lnTo>
                  <a:lnTo>
                    <a:pt x="316392" y="442621"/>
                  </a:lnTo>
                  <a:lnTo>
                    <a:pt x="316392" y="442621"/>
                  </a:lnTo>
                  <a:lnTo>
                    <a:pt x="316392" y="442621"/>
                  </a:lnTo>
                  <a:lnTo>
                    <a:pt x="316392" y="444260"/>
                  </a:lnTo>
                  <a:lnTo>
                    <a:pt x="316392" y="444260"/>
                  </a:lnTo>
                  <a:lnTo>
                    <a:pt x="316392" y="444260"/>
                  </a:lnTo>
                  <a:lnTo>
                    <a:pt x="316392" y="445900"/>
                  </a:lnTo>
                  <a:lnTo>
                    <a:pt x="316392" y="445900"/>
                  </a:lnTo>
                  <a:lnTo>
                    <a:pt x="316392" y="445900"/>
                  </a:lnTo>
                  <a:lnTo>
                    <a:pt x="316392" y="445900"/>
                  </a:lnTo>
                  <a:lnTo>
                    <a:pt x="316392" y="447539"/>
                  </a:lnTo>
                  <a:lnTo>
                    <a:pt x="316392" y="447539"/>
                  </a:lnTo>
                  <a:lnTo>
                    <a:pt x="316392" y="447539"/>
                  </a:lnTo>
                  <a:lnTo>
                    <a:pt x="316392" y="447539"/>
                  </a:lnTo>
                  <a:lnTo>
                    <a:pt x="316392" y="447539"/>
                  </a:lnTo>
                  <a:lnTo>
                    <a:pt x="316392" y="449178"/>
                  </a:lnTo>
                  <a:lnTo>
                    <a:pt x="316392" y="449178"/>
                  </a:lnTo>
                  <a:lnTo>
                    <a:pt x="314752" y="449178"/>
                  </a:lnTo>
                  <a:lnTo>
                    <a:pt x="314752" y="449178"/>
                  </a:lnTo>
                  <a:lnTo>
                    <a:pt x="314752" y="449178"/>
                  </a:lnTo>
                  <a:lnTo>
                    <a:pt x="314752" y="449178"/>
                  </a:lnTo>
                  <a:lnTo>
                    <a:pt x="314752" y="449178"/>
                  </a:lnTo>
                  <a:lnTo>
                    <a:pt x="314752" y="449178"/>
                  </a:lnTo>
                  <a:lnTo>
                    <a:pt x="313113" y="449178"/>
                  </a:lnTo>
                  <a:lnTo>
                    <a:pt x="313113" y="449178"/>
                  </a:lnTo>
                  <a:lnTo>
                    <a:pt x="313113" y="449178"/>
                  </a:lnTo>
                  <a:lnTo>
                    <a:pt x="313113" y="449178"/>
                  </a:lnTo>
                  <a:lnTo>
                    <a:pt x="311474" y="449178"/>
                  </a:lnTo>
                  <a:lnTo>
                    <a:pt x="311474" y="449178"/>
                  </a:lnTo>
                  <a:lnTo>
                    <a:pt x="309835" y="449178"/>
                  </a:lnTo>
                  <a:lnTo>
                    <a:pt x="309835" y="449178"/>
                  </a:lnTo>
                  <a:lnTo>
                    <a:pt x="309835" y="449178"/>
                  </a:lnTo>
                  <a:lnTo>
                    <a:pt x="308195" y="449178"/>
                  </a:lnTo>
                  <a:lnTo>
                    <a:pt x="308195" y="449178"/>
                  </a:lnTo>
                  <a:lnTo>
                    <a:pt x="308195" y="449178"/>
                  </a:lnTo>
                  <a:lnTo>
                    <a:pt x="308195" y="449178"/>
                  </a:lnTo>
                  <a:lnTo>
                    <a:pt x="308195" y="449178"/>
                  </a:lnTo>
                  <a:lnTo>
                    <a:pt x="306556" y="449178"/>
                  </a:lnTo>
                  <a:lnTo>
                    <a:pt x="306556" y="449178"/>
                  </a:lnTo>
                  <a:lnTo>
                    <a:pt x="306556" y="449178"/>
                  </a:lnTo>
                  <a:lnTo>
                    <a:pt x="306556" y="449178"/>
                  </a:lnTo>
                  <a:lnTo>
                    <a:pt x="304917" y="449178"/>
                  </a:lnTo>
                  <a:lnTo>
                    <a:pt x="304917" y="449178"/>
                  </a:lnTo>
                  <a:lnTo>
                    <a:pt x="304917" y="449178"/>
                  </a:lnTo>
                  <a:lnTo>
                    <a:pt x="304917" y="449178"/>
                  </a:lnTo>
                  <a:lnTo>
                    <a:pt x="304917" y="447539"/>
                  </a:lnTo>
                  <a:lnTo>
                    <a:pt x="303277" y="447539"/>
                  </a:lnTo>
                  <a:lnTo>
                    <a:pt x="303277" y="447539"/>
                  </a:lnTo>
                  <a:lnTo>
                    <a:pt x="303277" y="447539"/>
                  </a:lnTo>
                  <a:lnTo>
                    <a:pt x="303277" y="447539"/>
                  </a:lnTo>
                  <a:lnTo>
                    <a:pt x="303277" y="447539"/>
                  </a:lnTo>
                  <a:lnTo>
                    <a:pt x="303277" y="447539"/>
                  </a:lnTo>
                  <a:lnTo>
                    <a:pt x="303277" y="447539"/>
                  </a:lnTo>
                  <a:lnTo>
                    <a:pt x="303277" y="447539"/>
                  </a:lnTo>
                  <a:lnTo>
                    <a:pt x="303277" y="447539"/>
                  </a:lnTo>
                  <a:lnTo>
                    <a:pt x="303277" y="445900"/>
                  </a:lnTo>
                  <a:lnTo>
                    <a:pt x="303277" y="445900"/>
                  </a:lnTo>
                  <a:lnTo>
                    <a:pt x="301638" y="445900"/>
                  </a:lnTo>
                  <a:lnTo>
                    <a:pt x="301638" y="445900"/>
                  </a:lnTo>
                  <a:lnTo>
                    <a:pt x="301638" y="445900"/>
                  </a:lnTo>
                  <a:lnTo>
                    <a:pt x="301638" y="445900"/>
                  </a:lnTo>
                  <a:lnTo>
                    <a:pt x="301638" y="445900"/>
                  </a:lnTo>
                  <a:lnTo>
                    <a:pt x="301638" y="445900"/>
                  </a:lnTo>
                  <a:lnTo>
                    <a:pt x="301638" y="445900"/>
                  </a:lnTo>
                  <a:lnTo>
                    <a:pt x="301638" y="445900"/>
                  </a:lnTo>
                  <a:lnTo>
                    <a:pt x="303277" y="445900"/>
                  </a:lnTo>
                  <a:lnTo>
                    <a:pt x="303277" y="445900"/>
                  </a:lnTo>
                  <a:lnTo>
                    <a:pt x="303277" y="445900"/>
                  </a:lnTo>
                  <a:lnTo>
                    <a:pt x="304917" y="445900"/>
                  </a:lnTo>
                  <a:lnTo>
                    <a:pt x="304917" y="445900"/>
                  </a:lnTo>
                  <a:lnTo>
                    <a:pt x="304917" y="445900"/>
                  </a:lnTo>
                  <a:lnTo>
                    <a:pt x="304917" y="445900"/>
                  </a:lnTo>
                  <a:lnTo>
                    <a:pt x="306556" y="445900"/>
                  </a:lnTo>
                  <a:lnTo>
                    <a:pt x="306556" y="445900"/>
                  </a:lnTo>
                  <a:lnTo>
                    <a:pt x="306556" y="445900"/>
                  </a:lnTo>
                  <a:lnTo>
                    <a:pt x="306556" y="445900"/>
                  </a:lnTo>
                  <a:lnTo>
                    <a:pt x="306556" y="445900"/>
                  </a:lnTo>
                  <a:lnTo>
                    <a:pt x="308195" y="445900"/>
                  </a:lnTo>
                  <a:lnTo>
                    <a:pt x="308195" y="445900"/>
                  </a:lnTo>
                  <a:lnTo>
                    <a:pt x="308195" y="445900"/>
                  </a:lnTo>
                  <a:lnTo>
                    <a:pt x="309835" y="445900"/>
                  </a:lnTo>
                  <a:lnTo>
                    <a:pt x="309835" y="445900"/>
                  </a:lnTo>
                  <a:lnTo>
                    <a:pt x="309835" y="445900"/>
                  </a:lnTo>
                  <a:lnTo>
                    <a:pt x="309835" y="445900"/>
                  </a:lnTo>
                  <a:lnTo>
                    <a:pt x="309835" y="445900"/>
                  </a:lnTo>
                  <a:lnTo>
                    <a:pt x="311474" y="445900"/>
                  </a:lnTo>
                  <a:lnTo>
                    <a:pt x="311474" y="445900"/>
                  </a:lnTo>
                  <a:lnTo>
                    <a:pt x="311474" y="445900"/>
                  </a:lnTo>
                  <a:lnTo>
                    <a:pt x="313113" y="445900"/>
                  </a:lnTo>
                  <a:lnTo>
                    <a:pt x="313113" y="444260"/>
                  </a:lnTo>
                  <a:lnTo>
                    <a:pt x="313113" y="444260"/>
                  </a:lnTo>
                  <a:lnTo>
                    <a:pt x="314752" y="444260"/>
                  </a:lnTo>
                  <a:lnTo>
                    <a:pt x="314752" y="444260"/>
                  </a:lnTo>
                  <a:lnTo>
                    <a:pt x="314752" y="444260"/>
                  </a:lnTo>
                  <a:lnTo>
                    <a:pt x="314752" y="444260"/>
                  </a:lnTo>
                  <a:lnTo>
                    <a:pt x="314752" y="444260"/>
                  </a:lnTo>
                  <a:lnTo>
                    <a:pt x="314752" y="444260"/>
                  </a:lnTo>
                  <a:lnTo>
                    <a:pt x="314752" y="444260"/>
                  </a:lnTo>
                  <a:lnTo>
                    <a:pt x="314752" y="444260"/>
                  </a:lnTo>
                  <a:lnTo>
                    <a:pt x="314752" y="444260"/>
                  </a:lnTo>
                  <a:lnTo>
                    <a:pt x="316392" y="442621"/>
                  </a:lnTo>
                  <a:lnTo>
                    <a:pt x="314752" y="442621"/>
                  </a:lnTo>
                  <a:lnTo>
                    <a:pt x="314752" y="442621"/>
                  </a:lnTo>
                  <a:lnTo>
                    <a:pt x="314752" y="442621"/>
                  </a:lnTo>
                  <a:lnTo>
                    <a:pt x="314752" y="442621"/>
                  </a:lnTo>
                  <a:lnTo>
                    <a:pt x="314752" y="442621"/>
                  </a:lnTo>
                  <a:lnTo>
                    <a:pt x="314752" y="444260"/>
                  </a:lnTo>
                  <a:lnTo>
                    <a:pt x="314752" y="444260"/>
                  </a:lnTo>
                  <a:lnTo>
                    <a:pt x="314752" y="444260"/>
                  </a:lnTo>
                  <a:lnTo>
                    <a:pt x="314752" y="444260"/>
                  </a:lnTo>
                  <a:lnTo>
                    <a:pt x="313113" y="444260"/>
                  </a:lnTo>
                  <a:lnTo>
                    <a:pt x="313113" y="444260"/>
                  </a:lnTo>
                  <a:lnTo>
                    <a:pt x="313113" y="444260"/>
                  </a:lnTo>
                  <a:lnTo>
                    <a:pt x="311474" y="444260"/>
                  </a:lnTo>
                  <a:lnTo>
                    <a:pt x="311474" y="444260"/>
                  </a:lnTo>
                  <a:lnTo>
                    <a:pt x="311474" y="444260"/>
                  </a:lnTo>
                  <a:lnTo>
                    <a:pt x="309835" y="444260"/>
                  </a:lnTo>
                  <a:lnTo>
                    <a:pt x="309835" y="444260"/>
                  </a:lnTo>
                  <a:lnTo>
                    <a:pt x="309835" y="444260"/>
                  </a:lnTo>
                  <a:lnTo>
                    <a:pt x="308195" y="444260"/>
                  </a:lnTo>
                  <a:lnTo>
                    <a:pt x="308195" y="444260"/>
                  </a:lnTo>
                  <a:lnTo>
                    <a:pt x="308195" y="444260"/>
                  </a:lnTo>
                  <a:lnTo>
                    <a:pt x="308195" y="444260"/>
                  </a:lnTo>
                  <a:lnTo>
                    <a:pt x="306556" y="444260"/>
                  </a:lnTo>
                  <a:lnTo>
                    <a:pt x="306556" y="444260"/>
                  </a:lnTo>
                  <a:lnTo>
                    <a:pt x="306556" y="444260"/>
                  </a:lnTo>
                  <a:lnTo>
                    <a:pt x="306556" y="444260"/>
                  </a:lnTo>
                  <a:lnTo>
                    <a:pt x="304917" y="444260"/>
                  </a:lnTo>
                  <a:lnTo>
                    <a:pt x="304917" y="444260"/>
                  </a:lnTo>
                  <a:lnTo>
                    <a:pt x="304917" y="444260"/>
                  </a:lnTo>
                  <a:lnTo>
                    <a:pt x="304917" y="444260"/>
                  </a:lnTo>
                  <a:lnTo>
                    <a:pt x="304917" y="444260"/>
                  </a:lnTo>
                  <a:lnTo>
                    <a:pt x="303277" y="444260"/>
                  </a:lnTo>
                  <a:lnTo>
                    <a:pt x="303277" y="444260"/>
                  </a:lnTo>
                  <a:lnTo>
                    <a:pt x="303277" y="444260"/>
                  </a:lnTo>
                  <a:lnTo>
                    <a:pt x="303277" y="444260"/>
                  </a:lnTo>
                  <a:lnTo>
                    <a:pt x="301638" y="444260"/>
                  </a:lnTo>
                  <a:lnTo>
                    <a:pt x="301638" y="445900"/>
                  </a:lnTo>
                  <a:lnTo>
                    <a:pt x="301638" y="445900"/>
                  </a:lnTo>
                  <a:lnTo>
                    <a:pt x="299998" y="445900"/>
                  </a:lnTo>
                  <a:lnTo>
                    <a:pt x="299998" y="445900"/>
                  </a:lnTo>
                  <a:lnTo>
                    <a:pt x="298359" y="445900"/>
                  </a:lnTo>
                  <a:lnTo>
                    <a:pt x="298359" y="445900"/>
                  </a:lnTo>
                  <a:lnTo>
                    <a:pt x="298359" y="445900"/>
                  </a:lnTo>
                  <a:lnTo>
                    <a:pt x="298359" y="445900"/>
                  </a:lnTo>
                  <a:lnTo>
                    <a:pt x="296720" y="445900"/>
                  </a:lnTo>
                  <a:lnTo>
                    <a:pt x="296720" y="445900"/>
                  </a:lnTo>
                  <a:lnTo>
                    <a:pt x="295081" y="445900"/>
                  </a:lnTo>
                  <a:lnTo>
                    <a:pt x="295081" y="445900"/>
                  </a:lnTo>
                  <a:lnTo>
                    <a:pt x="295081" y="445900"/>
                  </a:lnTo>
                  <a:lnTo>
                    <a:pt x="295081" y="445900"/>
                  </a:lnTo>
                  <a:lnTo>
                    <a:pt x="293441" y="445900"/>
                  </a:lnTo>
                  <a:lnTo>
                    <a:pt x="293441" y="445900"/>
                  </a:lnTo>
                  <a:lnTo>
                    <a:pt x="291802" y="445900"/>
                  </a:lnTo>
                  <a:lnTo>
                    <a:pt x="291802" y="445900"/>
                  </a:lnTo>
                  <a:lnTo>
                    <a:pt x="290162" y="447539"/>
                  </a:lnTo>
                  <a:lnTo>
                    <a:pt x="290162" y="447539"/>
                  </a:lnTo>
                  <a:lnTo>
                    <a:pt x="290162" y="447539"/>
                  </a:lnTo>
                  <a:lnTo>
                    <a:pt x="290162" y="447539"/>
                  </a:lnTo>
                  <a:lnTo>
                    <a:pt x="288523" y="447539"/>
                  </a:lnTo>
                  <a:lnTo>
                    <a:pt x="288523" y="447539"/>
                  </a:lnTo>
                  <a:lnTo>
                    <a:pt x="288523" y="447539"/>
                  </a:lnTo>
                  <a:lnTo>
                    <a:pt x="286884" y="447539"/>
                  </a:lnTo>
                  <a:lnTo>
                    <a:pt x="286884" y="447539"/>
                  </a:lnTo>
                  <a:lnTo>
                    <a:pt x="286884" y="447539"/>
                  </a:lnTo>
                  <a:lnTo>
                    <a:pt x="285245" y="447539"/>
                  </a:lnTo>
                  <a:lnTo>
                    <a:pt x="285245" y="447539"/>
                  </a:lnTo>
                  <a:lnTo>
                    <a:pt x="285245" y="447539"/>
                  </a:lnTo>
                  <a:lnTo>
                    <a:pt x="285245" y="447539"/>
                  </a:lnTo>
                  <a:lnTo>
                    <a:pt x="285245" y="447539"/>
                  </a:lnTo>
                  <a:lnTo>
                    <a:pt x="283605" y="447539"/>
                  </a:lnTo>
                  <a:lnTo>
                    <a:pt x="283605" y="447539"/>
                  </a:lnTo>
                  <a:lnTo>
                    <a:pt x="283605" y="449178"/>
                  </a:lnTo>
                  <a:lnTo>
                    <a:pt x="283605" y="449178"/>
                  </a:lnTo>
                  <a:lnTo>
                    <a:pt x="283605" y="449178"/>
                  </a:lnTo>
                  <a:lnTo>
                    <a:pt x="281966" y="449178"/>
                  </a:lnTo>
                  <a:lnTo>
                    <a:pt x="281966" y="449178"/>
                  </a:lnTo>
                  <a:lnTo>
                    <a:pt x="281966" y="449178"/>
                  </a:lnTo>
                  <a:lnTo>
                    <a:pt x="281966" y="449178"/>
                  </a:lnTo>
                  <a:lnTo>
                    <a:pt x="280327" y="449178"/>
                  </a:lnTo>
                  <a:lnTo>
                    <a:pt x="280327" y="449178"/>
                  </a:lnTo>
                  <a:lnTo>
                    <a:pt x="280327" y="449178"/>
                  </a:lnTo>
                  <a:lnTo>
                    <a:pt x="280327" y="449178"/>
                  </a:lnTo>
                  <a:lnTo>
                    <a:pt x="280327" y="449178"/>
                  </a:lnTo>
                  <a:lnTo>
                    <a:pt x="280327" y="449178"/>
                  </a:lnTo>
                  <a:lnTo>
                    <a:pt x="280327" y="449178"/>
                  </a:lnTo>
                  <a:lnTo>
                    <a:pt x="278687" y="450818"/>
                  </a:lnTo>
                  <a:lnTo>
                    <a:pt x="278687" y="450818"/>
                  </a:lnTo>
                  <a:lnTo>
                    <a:pt x="278687" y="450818"/>
                  </a:lnTo>
                  <a:lnTo>
                    <a:pt x="277048" y="450818"/>
                  </a:lnTo>
                  <a:lnTo>
                    <a:pt x="277048" y="450818"/>
                  </a:lnTo>
                  <a:lnTo>
                    <a:pt x="277048" y="450818"/>
                  </a:lnTo>
                  <a:lnTo>
                    <a:pt x="277048" y="450818"/>
                  </a:lnTo>
                  <a:lnTo>
                    <a:pt x="277048" y="450818"/>
                  </a:lnTo>
                  <a:lnTo>
                    <a:pt x="277048" y="450818"/>
                  </a:lnTo>
                  <a:lnTo>
                    <a:pt x="275408" y="450818"/>
                  </a:lnTo>
                  <a:lnTo>
                    <a:pt x="275408" y="450818"/>
                  </a:lnTo>
                  <a:lnTo>
                    <a:pt x="273769" y="450818"/>
                  </a:lnTo>
                  <a:lnTo>
                    <a:pt x="273769" y="452457"/>
                  </a:lnTo>
                  <a:lnTo>
                    <a:pt x="273769" y="452457"/>
                  </a:lnTo>
                  <a:lnTo>
                    <a:pt x="272130" y="452457"/>
                  </a:lnTo>
                  <a:lnTo>
                    <a:pt x="272130" y="452457"/>
                  </a:lnTo>
                  <a:lnTo>
                    <a:pt x="272130" y="452457"/>
                  </a:lnTo>
                  <a:lnTo>
                    <a:pt x="272130" y="452457"/>
                  </a:lnTo>
                  <a:lnTo>
                    <a:pt x="272130" y="452457"/>
                  </a:lnTo>
                  <a:lnTo>
                    <a:pt x="270491" y="452457"/>
                  </a:lnTo>
                  <a:lnTo>
                    <a:pt x="270491" y="452457"/>
                  </a:lnTo>
                  <a:lnTo>
                    <a:pt x="270491" y="452457"/>
                  </a:lnTo>
                  <a:lnTo>
                    <a:pt x="270491" y="452457"/>
                  </a:lnTo>
                  <a:lnTo>
                    <a:pt x="270491" y="452457"/>
                  </a:lnTo>
                  <a:lnTo>
                    <a:pt x="270491" y="452457"/>
                  </a:lnTo>
                  <a:lnTo>
                    <a:pt x="268851" y="452457"/>
                  </a:lnTo>
                  <a:lnTo>
                    <a:pt x="268851" y="452457"/>
                  </a:lnTo>
                  <a:lnTo>
                    <a:pt x="268851" y="452457"/>
                  </a:lnTo>
                  <a:lnTo>
                    <a:pt x="267212" y="452457"/>
                  </a:lnTo>
                  <a:lnTo>
                    <a:pt x="267212" y="452457"/>
                  </a:lnTo>
                  <a:lnTo>
                    <a:pt x="267212" y="452457"/>
                  </a:lnTo>
                  <a:lnTo>
                    <a:pt x="267212" y="454096"/>
                  </a:lnTo>
                  <a:lnTo>
                    <a:pt x="267212" y="454096"/>
                  </a:lnTo>
                  <a:lnTo>
                    <a:pt x="263933" y="454096"/>
                  </a:lnTo>
                  <a:lnTo>
                    <a:pt x="263933" y="454096"/>
                  </a:lnTo>
                  <a:lnTo>
                    <a:pt x="263933" y="454096"/>
                  </a:lnTo>
                  <a:lnTo>
                    <a:pt x="262294" y="454096"/>
                  </a:lnTo>
                  <a:lnTo>
                    <a:pt x="262294" y="454096"/>
                  </a:lnTo>
                  <a:lnTo>
                    <a:pt x="262294" y="454096"/>
                  </a:lnTo>
                  <a:lnTo>
                    <a:pt x="262294" y="454096"/>
                  </a:lnTo>
                  <a:lnTo>
                    <a:pt x="262294" y="454096"/>
                  </a:lnTo>
                  <a:lnTo>
                    <a:pt x="260654" y="454096"/>
                  </a:lnTo>
                  <a:lnTo>
                    <a:pt x="260654" y="454096"/>
                  </a:lnTo>
                  <a:lnTo>
                    <a:pt x="260654" y="454096"/>
                  </a:lnTo>
                  <a:lnTo>
                    <a:pt x="260654" y="454096"/>
                  </a:lnTo>
                  <a:lnTo>
                    <a:pt x="260654" y="454096"/>
                  </a:lnTo>
                  <a:lnTo>
                    <a:pt x="257376" y="455736"/>
                  </a:lnTo>
                  <a:lnTo>
                    <a:pt x="257376" y="455736"/>
                  </a:lnTo>
                  <a:lnTo>
                    <a:pt x="257376" y="455736"/>
                  </a:lnTo>
                  <a:lnTo>
                    <a:pt x="257376" y="455736"/>
                  </a:lnTo>
                  <a:lnTo>
                    <a:pt x="257376" y="455736"/>
                  </a:lnTo>
                  <a:lnTo>
                    <a:pt x="257376" y="455736"/>
                  </a:lnTo>
                  <a:lnTo>
                    <a:pt x="257376" y="455736"/>
                  </a:lnTo>
                  <a:lnTo>
                    <a:pt x="255737" y="455736"/>
                  </a:lnTo>
                  <a:lnTo>
                    <a:pt x="255737" y="455736"/>
                  </a:lnTo>
                  <a:lnTo>
                    <a:pt x="255737" y="455736"/>
                  </a:lnTo>
                  <a:lnTo>
                    <a:pt x="255737" y="455736"/>
                  </a:lnTo>
                  <a:lnTo>
                    <a:pt x="255737" y="455736"/>
                  </a:lnTo>
                  <a:lnTo>
                    <a:pt x="255737" y="455736"/>
                  </a:lnTo>
                  <a:lnTo>
                    <a:pt x="254097" y="455736"/>
                  </a:lnTo>
                  <a:lnTo>
                    <a:pt x="254097" y="455736"/>
                  </a:lnTo>
                  <a:lnTo>
                    <a:pt x="252458" y="455736"/>
                  </a:lnTo>
                  <a:lnTo>
                    <a:pt x="252458" y="457375"/>
                  </a:lnTo>
                  <a:lnTo>
                    <a:pt x="252458" y="457375"/>
                  </a:lnTo>
                  <a:lnTo>
                    <a:pt x="252458" y="457375"/>
                  </a:lnTo>
                  <a:lnTo>
                    <a:pt x="250818" y="457375"/>
                  </a:lnTo>
                  <a:lnTo>
                    <a:pt x="250818" y="457375"/>
                  </a:lnTo>
                  <a:lnTo>
                    <a:pt x="250818" y="457375"/>
                  </a:lnTo>
                  <a:lnTo>
                    <a:pt x="250818" y="457375"/>
                  </a:lnTo>
                  <a:lnTo>
                    <a:pt x="250818" y="457375"/>
                  </a:lnTo>
                  <a:lnTo>
                    <a:pt x="249179" y="457375"/>
                  </a:lnTo>
                  <a:lnTo>
                    <a:pt x="249179" y="457375"/>
                  </a:lnTo>
                  <a:lnTo>
                    <a:pt x="249179" y="459014"/>
                  </a:lnTo>
                  <a:lnTo>
                    <a:pt x="247540" y="459014"/>
                  </a:lnTo>
                  <a:lnTo>
                    <a:pt x="247540" y="459014"/>
                  </a:lnTo>
                  <a:lnTo>
                    <a:pt x="247540" y="459014"/>
                  </a:lnTo>
                  <a:lnTo>
                    <a:pt x="247540" y="459014"/>
                  </a:lnTo>
                  <a:lnTo>
                    <a:pt x="245901" y="459014"/>
                  </a:lnTo>
                  <a:lnTo>
                    <a:pt x="245901" y="459014"/>
                  </a:lnTo>
                  <a:lnTo>
                    <a:pt x="245901" y="459014"/>
                  </a:lnTo>
                  <a:lnTo>
                    <a:pt x="244261" y="459014"/>
                  </a:lnTo>
                  <a:lnTo>
                    <a:pt x="244261" y="459014"/>
                  </a:lnTo>
                  <a:lnTo>
                    <a:pt x="244261" y="459014"/>
                  </a:lnTo>
                  <a:lnTo>
                    <a:pt x="242622" y="459014"/>
                  </a:lnTo>
                  <a:lnTo>
                    <a:pt x="242622" y="459014"/>
                  </a:lnTo>
                  <a:lnTo>
                    <a:pt x="242622" y="459014"/>
                  </a:lnTo>
                  <a:lnTo>
                    <a:pt x="242622" y="459014"/>
                  </a:lnTo>
                  <a:lnTo>
                    <a:pt x="240982" y="459014"/>
                  </a:lnTo>
                  <a:lnTo>
                    <a:pt x="240982" y="459014"/>
                  </a:lnTo>
                  <a:lnTo>
                    <a:pt x="240982" y="459014"/>
                  </a:lnTo>
                  <a:lnTo>
                    <a:pt x="240982" y="459014"/>
                  </a:lnTo>
                  <a:lnTo>
                    <a:pt x="240982" y="459014"/>
                  </a:lnTo>
                  <a:lnTo>
                    <a:pt x="239343" y="459014"/>
                  </a:lnTo>
                  <a:lnTo>
                    <a:pt x="239343" y="459014"/>
                  </a:lnTo>
                  <a:lnTo>
                    <a:pt x="239343" y="457375"/>
                  </a:lnTo>
                  <a:lnTo>
                    <a:pt x="239343" y="457375"/>
                  </a:lnTo>
                  <a:lnTo>
                    <a:pt x="237704" y="457375"/>
                  </a:lnTo>
                  <a:lnTo>
                    <a:pt x="237704" y="457375"/>
                  </a:lnTo>
                  <a:lnTo>
                    <a:pt x="237704" y="457375"/>
                  </a:lnTo>
                  <a:lnTo>
                    <a:pt x="237704" y="457375"/>
                  </a:lnTo>
                  <a:lnTo>
                    <a:pt x="236064" y="457375"/>
                  </a:lnTo>
                  <a:lnTo>
                    <a:pt x="236064" y="457375"/>
                  </a:lnTo>
                  <a:lnTo>
                    <a:pt x="236064" y="457375"/>
                  </a:lnTo>
                  <a:lnTo>
                    <a:pt x="236064" y="457375"/>
                  </a:lnTo>
                  <a:lnTo>
                    <a:pt x="234425" y="457375"/>
                  </a:lnTo>
                  <a:lnTo>
                    <a:pt x="234425" y="457375"/>
                  </a:lnTo>
                  <a:lnTo>
                    <a:pt x="234425" y="457375"/>
                  </a:lnTo>
                  <a:lnTo>
                    <a:pt x="234425" y="457375"/>
                  </a:lnTo>
                  <a:lnTo>
                    <a:pt x="234425" y="457375"/>
                  </a:lnTo>
                  <a:lnTo>
                    <a:pt x="232786" y="457375"/>
                  </a:lnTo>
                  <a:lnTo>
                    <a:pt x="232786" y="457375"/>
                  </a:lnTo>
                  <a:lnTo>
                    <a:pt x="232786" y="457375"/>
                  </a:lnTo>
                  <a:lnTo>
                    <a:pt x="232786" y="457375"/>
                  </a:lnTo>
                  <a:lnTo>
                    <a:pt x="231147" y="457375"/>
                  </a:lnTo>
                  <a:lnTo>
                    <a:pt x="229507" y="455736"/>
                  </a:lnTo>
                  <a:lnTo>
                    <a:pt x="229507" y="455736"/>
                  </a:lnTo>
                  <a:lnTo>
                    <a:pt x="229507" y="455736"/>
                  </a:lnTo>
                  <a:lnTo>
                    <a:pt x="227868" y="455736"/>
                  </a:lnTo>
                  <a:lnTo>
                    <a:pt x="227868" y="455736"/>
                  </a:lnTo>
                  <a:lnTo>
                    <a:pt x="227868" y="455736"/>
                  </a:lnTo>
                  <a:lnTo>
                    <a:pt x="226228" y="455736"/>
                  </a:lnTo>
                  <a:lnTo>
                    <a:pt x="226228" y="455736"/>
                  </a:lnTo>
                  <a:lnTo>
                    <a:pt x="224589" y="455736"/>
                  </a:lnTo>
                  <a:lnTo>
                    <a:pt x="224589" y="455736"/>
                  </a:lnTo>
                  <a:lnTo>
                    <a:pt x="224589" y="454096"/>
                  </a:lnTo>
                  <a:lnTo>
                    <a:pt x="224589" y="454096"/>
                  </a:lnTo>
                  <a:lnTo>
                    <a:pt x="224589" y="454096"/>
                  </a:lnTo>
                  <a:lnTo>
                    <a:pt x="224589" y="454096"/>
                  </a:lnTo>
                  <a:lnTo>
                    <a:pt x="222950" y="454096"/>
                  </a:lnTo>
                  <a:lnTo>
                    <a:pt x="222950" y="454096"/>
                  </a:lnTo>
                  <a:lnTo>
                    <a:pt x="221310" y="454096"/>
                  </a:lnTo>
                  <a:lnTo>
                    <a:pt x="221310" y="454096"/>
                  </a:lnTo>
                  <a:lnTo>
                    <a:pt x="219671" y="454096"/>
                  </a:lnTo>
                  <a:lnTo>
                    <a:pt x="219671" y="454096"/>
                  </a:lnTo>
                  <a:lnTo>
                    <a:pt x="219671" y="454096"/>
                  </a:lnTo>
                  <a:lnTo>
                    <a:pt x="219671" y="454096"/>
                  </a:lnTo>
                  <a:lnTo>
                    <a:pt x="219671" y="454096"/>
                  </a:lnTo>
                  <a:lnTo>
                    <a:pt x="218032" y="454096"/>
                  </a:lnTo>
                  <a:lnTo>
                    <a:pt x="218032" y="454096"/>
                  </a:lnTo>
                  <a:lnTo>
                    <a:pt x="218032" y="454096"/>
                  </a:lnTo>
                  <a:lnTo>
                    <a:pt x="216392" y="454096"/>
                  </a:lnTo>
                  <a:lnTo>
                    <a:pt x="216392" y="454096"/>
                  </a:lnTo>
                  <a:lnTo>
                    <a:pt x="214753" y="452457"/>
                  </a:lnTo>
                  <a:lnTo>
                    <a:pt x="214753" y="452457"/>
                  </a:lnTo>
                  <a:lnTo>
                    <a:pt x="214753" y="452457"/>
                  </a:lnTo>
                  <a:lnTo>
                    <a:pt x="214753" y="452457"/>
                  </a:lnTo>
                  <a:lnTo>
                    <a:pt x="214753" y="452457"/>
                  </a:lnTo>
                  <a:lnTo>
                    <a:pt x="213114" y="452457"/>
                  </a:lnTo>
                  <a:lnTo>
                    <a:pt x="213114" y="452457"/>
                  </a:lnTo>
                  <a:lnTo>
                    <a:pt x="213114" y="452457"/>
                  </a:lnTo>
                  <a:lnTo>
                    <a:pt x="213114" y="452457"/>
                  </a:lnTo>
                  <a:lnTo>
                    <a:pt x="213114" y="452457"/>
                  </a:lnTo>
                  <a:lnTo>
                    <a:pt x="211474" y="452457"/>
                  </a:lnTo>
                  <a:lnTo>
                    <a:pt x="211474" y="452457"/>
                  </a:lnTo>
                  <a:lnTo>
                    <a:pt x="211474" y="452457"/>
                  </a:lnTo>
                  <a:lnTo>
                    <a:pt x="211474" y="452457"/>
                  </a:lnTo>
                  <a:lnTo>
                    <a:pt x="209835" y="450818"/>
                  </a:lnTo>
                  <a:lnTo>
                    <a:pt x="209835" y="450818"/>
                  </a:lnTo>
                  <a:lnTo>
                    <a:pt x="208195" y="450818"/>
                  </a:lnTo>
                  <a:lnTo>
                    <a:pt x="208195" y="450818"/>
                  </a:lnTo>
                  <a:lnTo>
                    <a:pt x="208195" y="450818"/>
                  </a:lnTo>
                  <a:lnTo>
                    <a:pt x="206557" y="450818"/>
                  </a:lnTo>
                  <a:lnTo>
                    <a:pt x="206557" y="450818"/>
                  </a:lnTo>
                  <a:lnTo>
                    <a:pt x="206557" y="450818"/>
                  </a:lnTo>
                  <a:lnTo>
                    <a:pt x="204917" y="449178"/>
                  </a:lnTo>
                  <a:lnTo>
                    <a:pt x="204917" y="449178"/>
                  </a:lnTo>
                  <a:lnTo>
                    <a:pt x="204917" y="449178"/>
                  </a:lnTo>
                  <a:lnTo>
                    <a:pt x="204917" y="449178"/>
                  </a:lnTo>
                  <a:lnTo>
                    <a:pt x="204917" y="449178"/>
                  </a:lnTo>
                  <a:lnTo>
                    <a:pt x="204917" y="447539"/>
                  </a:lnTo>
                  <a:lnTo>
                    <a:pt x="204917" y="447539"/>
                  </a:lnTo>
                  <a:lnTo>
                    <a:pt x="203278" y="447539"/>
                  </a:lnTo>
                  <a:lnTo>
                    <a:pt x="203278" y="447539"/>
                  </a:lnTo>
                  <a:lnTo>
                    <a:pt x="203278" y="447539"/>
                  </a:lnTo>
                  <a:lnTo>
                    <a:pt x="203278" y="447539"/>
                  </a:lnTo>
                  <a:lnTo>
                    <a:pt x="203278" y="447539"/>
                  </a:lnTo>
                  <a:lnTo>
                    <a:pt x="201638" y="447539"/>
                  </a:lnTo>
                  <a:lnTo>
                    <a:pt x="201638" y="447539"/>
                  </a:lnTo>
                  <a:lnTo>
                    <a:pt x="201638" y="447539"/>
                  </a:lnTo>
                  <a:lnTo>
                    <a:pt x="199999" y="445900"/>
                  </a:lnTo>
                  <a:lnTo>
                    <a:pt x="199999" y="445900"/>
                  </a:lnTo>
                  <a:lnTo>
                    <a:pt x="199999" y="445900"/>
                  </a:lnTo>
                  <a:lnTo>
                    <a:pt x="199999" y="445900"/>
                  </a:lnTo>
                  <a:lnTo>
                    <a:pt x="199999" y="445900"/>
                  </a:lnTo>
                  <a:lnTo>
                    <a:pt x="198360" y="444260"/>
                  </a:lnTo>
                  <a:lnTo>
                    <a:pt x="198360" y="444260"/>
                  </a:lnTo>
                  <a:lnTo>
                    <a:pt x="196720" y="444260"/>
                  </a:lnTo>
                  <a:lnTo>
                    <a:pt x="196720" y="444260"/>
                  </a:lnTo>
                  <a:lnTo>
                    <a:pt x="196720" y="444260"/>
                  </a:lnTo>
                  <a:lnTo>
                    <a:pt x="195081" y="444260"/>
                  </a:lnTo>
                  <a:lnTo>
                    <a:pt x="195081" y="442621"/>
                  </a:lnTo>
                  <a:lnTo>
                    <a:pt x="195081" y="442621"/>
                  </a:lnTo>
                  <a:lnTo>
                    <a:pt x="195081" y="442621"/>
                  </a:lnTo>
                  <a:lnTo>
                    <a:pt x="193442" y="442621"/>
                  </a:lnTo>
                  <a:lnTo>
                    <a:pt x="193442" y="442621"/>
                  </a:lnTo>
                  <a:lnTo>
                    <a:pt x="193442" y="442621"/>
                  </a:lnTo>
                  <a:lnTo>
                    <a:pt x="193442" y="442621"/>
                  </a:lnTo>
                  <a:lnTo>
                    <a:pt x="193442" y="442621"/>
                  </a:lnTo>
                  <a:lnTo>
                    <a:pt x="191802" y="440981"/>
                  </a:lnTo>
                  <a:lnTo>
                    <a:pt x="191802" y="440981"/>
                  </a:lnTo>
                  <a:lnTo>
                    <a:pt x="191802" y="440981"/>
                  </a:lnTo>
                  <a:lnTo>
                    <a:pt x="190163" y="440981"/>
                  </a:lnTo>
                  <a:lnTo>
                    <a:pt x="188524" y="439342"/>
                  </a:lnTo>
                  <a:lnTo>
                    <a:pt x="188524" y="439342"/>
                  </a:lnTo>
                  <a:lnTo>
                    <a:pt x="188524" y="439342"/>
                  </a:lnTo>
                  <a:lnTo>
                    <a:pt x="188524" y="439342"/>
                  </a:lnTo>
                  <a:lnTo>
                    <a:pt x="186884" y="439342"/>
                  </a:lnTo>
                  <a:lnTo>
                    <a:pt x="186884" y="439342"/>
                  </a:lnTo>
                  <a:lnTo>
                    <a:pt x="186884" y="437703"/>
                  </a:lnTo>
                  <a:lnTo>
                    <a:pt x="186884" y="437703"/>
                  </a:lnTo>
                  <a:lnTo>
                    <a:pt x="186884" y="437703"/>
                  </a:lnTo>
                  <a:lnTo>
                    <a:pt x="186884" y="437703"/>
                  </a:lnTo>
                  <a:lnTo>
                    <a:pt x="186884" y="437703"/>
                  </a:lnTo>
                  <a:lnTo>
                    <a:pt x="186884" y="437703"/>
                  </a:lnTo>
                  <a:lnTo>
                    <a:pt x="185245" y="437703"/>
                  </a:lnTo>
                  <a:lnTo>
                    <a:pt x="185245" y="437703"/>
                  </a:lnTo>
                  <a:lnTo>
                    <a:pt x="183605" y="436064"/>
                  </a:lnTo>
                  <a:lnTo>
                    <a:pt x="183605" y="436064"/>
                  </a:lnTo>
                  <a:lnTo>
                    <a:pt x="183605" y="436064"/>
                  </a:lnTo>
                  <a:lnTo>
                    <a:pt x="183605" y="436064"/>
                  </a:lnTo>
                  <a:lnTo>
                    <a:pt x="181966" y="436064"/>
                  </a:lnTo>
                  <a:lnTo>
                    <a:pt x="181966" y="434424"/>
                  </a:lnTo>
                  <a:lnTo>
                    <a:pt x="181966" y="434424"/>
                  </a:lnTo>
                  <a:lnTo>
                    <a:pt x="181966" y="434424"/>
                  </a:lnTo>
                  <a:lnTo>
                    <a:pt x="181966" y="434424"/>
                  </a:lnTo>
                  <a:lnTo>
                    <a:pt x="181966" y="434424"/>
                  </a:lnTo>
                  <a:lnTo>
                    <a:pt x="181966" y="434424"/>
                  </a:lnTo>
                  <a:lnTo>
                    <a:pt x="181966" y="434424"/>
                  </a:lnTo>
                  <a:lnTo>
                    <a:pt x="180327" y="434424"/>
                  </a:lnTo>
                  <a:lnTo>
                    <a:pt x="180327" y="432785"/>
                  </a:lnTo>
                  <a:lnTo>
                    <a:pt x="180327" y="432785"/>
                  </a:lnTo>
                  <a:lnTo>
                    <a:pt x="180327" y="432785"/>
                  </a:lnTo>
                  <a:lnTo>
                    <a:pt x="180327" y="432785"/>
                  </a:lnTo>
                  <a:lnTo>
                    <a:pt x="180327" y="432785"/>
                  </a:lnTo>
                  <a:lnTo>
                    <a:pt x="180327" y="431146"/>
                  </a:lnTo>
                  <a:lnTo>
                    <a:pt x="180327" y="431146"/>
                  </a:lnTo>
                  <a:lnTo>
                    <a:pt x="180327" y="431146"/>
                  </a:lnTo>
                  <a:lnTo>
                    <a:pt x="180327" y="431146"/>
                  </a:lnTo>
                  <a:lnTo>
                    <a:pt x="178688" y="431146"/>
                  </a:lnTo>
                  <a:lnTo>
                    <a:pt x="178688" y="431146"/>
                  </a:lnTo>
                  <a:lnTo>
                    <a:pt x="178688" y="429506"/>
                  </a:lnTo>
                  <a:lnTo>
                    <a:pt x="178688" y="429506"/>
                  </a:lnTo>
                  <a:lnTo>
                    <a:pt x="178688" y="427867"/>
                  </a:lnTo>
                  <a:lnTo>
                    <a:pt x="177048" y="427867"/>
                  </a:lnTo>
                  <a:lnTo>
                    <a:pt x="177048" y="427867"/>
                  </a:lnTo>
                  <a:lnTo>
                    <a:pt x="177048" y="426228"/>
                  </a:lnTo>
                  <a:lnTo>
                    <a:pt x="177048" y="426228"/>
                  </a:lnTo>
                  <a:lnTo>
                    <a:pt x="177048" y="426228"/>
                  </a:lnTo>
                  <a:lnTo>
                    <a:pt x="177048" y="426228"/>
                  </a:lnTo>
                  <a:lnTo>
                    <a:pt x="177048" y="426228"/>
                  </a:lnTo>
                  <a:lnTo>
                    <a:pt x="177048" y="424588"/>
                  </a:lnTo>
                  <a:lnTo>
                    <a:pt x="177048" y="424588"/>
                  </a:lnTo>
                  <a:lnTo>
                    <a:pt x="177048" y="424588"/>
                  </a:lnTo>
                  <a:lnTo>
                    <a:pt x="177048" y="424588"/>
                  </a:lnTo>
                  <a:lnTo>
                    <a:pt x="175409" y="424588"/>
                  </a:lnTo>
                  <a:lnTo>
                    <a:pt x="175409" y="422949"/>
                  </a:lnTo>
                  <a:lnTo>
                    <a:pt x="175409" y="422949"/>
                  </a:lnTo>
                  <a:lnTo>
                    <a:pt x="175409" y="422949"/>
                  </a:lnTo>
                  <a:lnTo>
                    <a:pt x="175409" y="422949"/>
                  </a:lnTo>
                  <a:lnTo>
                    <a:pt x="173770" y="422949"/>
                  </a:lnTo>
                  <a:lnTo>
                    <a:pt x="173770" y="422949"/>
                  </a:lnTo>
                  <a:lnTo>
                    <a:pt x="173770" y="422949"/>
                  </a:lnTo>
                  <a:lnTo>
                    <a:pt x="173770" y="422949"/>
                  </a:lnTo>
                  <a:lnTo>
                    <a:pt x="173770" y="422949"/>
                  </a:lnTo>
                  <a:lnTo>
                    <a:pt x="172130" y="422949"/>
                  </a:lnTo>
                  <a:lnTo>
                    <a:pt x="172130" y="422949"/>
                  </a:lnTo>
                  <a:lnTo>
                    <a:pt x="172130" y="422949"/>
                  </a:lnTo>
                  <a:lnTo>
                    <a:pt x="170491" y="422949"/>
                  </a:lnTo>
                  <a:lnTo>
                    <a:pt x="170491" y="422949"/>
                  </a:lnTo>
                  <a:lnTo>
                    <a:pt x="170491" y="422949"/>
                  </a:lnTo>
                  <a:lnTo>
                    <a:pt x="168851" y="422949"/>
                  </a:lnTo>
                  <a:lnTo>
                    <a:pt x="168851" y="422949"/>
                  </a:lnTo>
                  <a:lnTo>
                    <a:pt x="168851" y="421309"/>
                  </a:lnTo>
                  <a:lnTo>
                    <a:pt x="168851" y="421309"/>
                  </a:lnTo>
                  <a:lnTo>
                    <a:pt x="168851" y="421309"/>
                  </a:lnTo>
                  <a:lnTo>
                    <a:pt x="167212" y="421309"/>
                  </a:lnTo>
                  <a:lnTo>
                    <a:pt x="167212" y="421309"/>
                  </a:lnTo>
                  <a:lnTo>
                    <a:pt x="167212" y="421309"/>
                  </a:lnTo>
                  <a:lnTo>
                    <a:pt x="165573" y="421309"/>
                  </a:lnTo>
                  <a:lnTo>
                    <a:pt x="165573" y="421309"/>
                  </a:lnTo>
                  <a:lnTo>
                    <a:pt x="165573" y="421309"/>
                  </a:lnTo>
                  <a:lnTo>
                    <a:pt x="165573" y="421309"/>
                  </a:lnTo>
                  <a:lnTo>
                    <a:pt x="165573" y="421309"/>
                  </a:lnTo>
                  <a:lnTo>
                    <a:pt x="165573" y="419670"/>
                  </a:lnTo>
                  <a:lnTo>
                    <a:pt x="165573" y="419670"/>
                  </a:lnTo>
                  <a:lnTo>
                    <a:pt x="165573" y="419670"/>
                  </a:lnTo>
                  <a:lnTo>
                    <a:pt x="167212" y="421309"/>
                  </a:lnTo>
                  <a:lnTo>
                    <a:pt x="165573" y="419670"/>
                  </a:lnTo>
                  <a:lnTo>
                    <a:pt x="165573" y="419670"/>
                  </a:lnTo>
                  <a:lnTo>
                    <a:pt x="165573" y="419670"/>
                  </a:lnTo>
                  <a:lnTo>
                    <a:pt x="165573" y="419670"/>
                  </a:lnTo>
                  <a:lnTo>
                    <a:pt x="165573" y="419670"/>
                  </a:lnTo>
                  <a:lnTo>
                    <a:pt x="165573" y="419670"/>
                  </a:lnTo>
                  <a:lnTo>
                    <a:pt x="165573" y="419670"/>
                  </a:lnTo>
                  <a:lnTo>
                    <a:pt x="163934" y="419670"/>
                  </a:lnTo>
                  <a:lnTo>
                    <a:pt x="163934" y="419670"/>
                  </a:lnTo>
                  <a:lnTo>
                    <a:pt x="163934" y="419670"/>
                  </a:lnTo>
                  <a:lnTo>
                    <a:pt x="163934" y="419670"/>
                  </a:lnTo>
                  <a:lnTo>
                    <a:pt x="163934" y="419670"/>
                  </a:lnTo>
                  <a:lnTo>
                    <a:pt x="163934" y="421309"/>
                  </a:lnTo>
                  <a:lnTo>
                    <a:pt x="162294" y="421309"/>
                  </a:lnTo>
                  <a:lnTo>
                    <a:pt x="162294" y="421309"/>
                  </a:lnTo>
                  <a:lnTo>
                    <a:pt x="160655" y="421309"/>
                  </a:lnTo>
                  <a:lnTo>
                    <a:pt x="160655" y="419670"/>
                  </a:lnTo>
                  <a:lnTo>
                    <a:pt x="160655" y="419670"/>
                  </a:lnTo>
                  <a:lnTo>
                    <a:pt x="159015" y="419670"/>
                  </a:lnTo>
                  <a:lnTo>
                    <a:pt x="159015" y="419670"/>
                  </a:lnTo>
                  <a:lnTo>
                    <a:pt x="159015" y="419670"/>
                  </a:lnTo>
                  <a:lnTo>
                    <a:pt x="159015" y="419670"/>
                  </a:lnTo>
                  <a:lnTo>
                    <a:pt x="157376" y="419670"/>
                  </a:lnTo>
                  <a:lnTo>
                    <a:pt x="157376" y="419670"/>
                  </a:lnTo>
                  <a:lnTo>
                    <a:pt x="157376" y="419670"/>
                  </a:lnTo>
                  <a:lnTo>
                    <a:pt x="157376" y="419670"/>
                  </a:lnTo>
                  <a:lnTo>
                    <a:pt x="155737" y="419670"/>
                  </a:lnTo>
                  <a:lnTo>
                    <a:pt x="155737" y="419670"/>
                  </a:lnTo>
                  <a:lnTo>
                    <a:pt x="155737" y="419670"/>
                  </a:lnTo>
                  <a:lnTo>
                    <a:pt x="155737" y="419670"/>
                  </a:lnTo>
                  <a:lnTo>
                    <a:pt x="154098" y="419670"/>
                  </a:lnTo>
                  <a:lnTo>
                    <a:pt x="154098" y="419670"/>
                  </a:lnTo>
                  <a:lnTo>
                    <a:pt x="154098" y="419670"/>
                  </a:lnTo>
                  <a:lnTo>
                    <a:pt x="150819" y="419670"/>
                  </a:lnTo>
                  <a:lnTo>
                    <a:pt x="150819" y="419670"/>
                  </a:lnTo>
                  <a:lnTo>
                    <a:pt x="149180" y="419670"/>
                  </a:lnTo>
                  <a:lnTo>
                    <a:pt x="149180" y="419670"/>
                  </a:lnTo>
                  <a:lnTo>
                    <a:pt x="149180" y="419670"/>
                  </a:lnTo>
                  <a:lnTo>
                    <a:pt x="147540" y="419670"/>
                  </a:lnTo>
                  <a:lnTo>
                    <a:pt x="147540" y="419670"/>
                  </a:lnTo>
                  <a:lnTo>
                    <a:pt x="147540" y="419670"/>
                  </a:lnTo>
                  <a:lnTo>
                    <a:pt x="145901" y="418031"/>
                  </a:lnTo>
                  <a:lnTo>
                    <a:pt x="145901" y="418031"/>
                  </a:lnTo>
                  <a:lnTo>
                    <a:pt x="144261" y="418031"/>
                  </a:lnTo>
                  <a:lnTo>
                    <a:pt x="144261" y="418031"/>
                  </a:lnTo>
                  <a:lnTo>
                    <a:pt x="144261" y="418031"/>
                  </a:lnTo>
                  <a:lnTo>
                    <a:pt x="142622" y="418031"/>
                  </a:lnTo>
                  <a:lnTo>
                    <a:pt x="140983" y="416391"/>
                  </a:lnTo>
                  <a:lnTo>
                    <a:pt x="140983" y="416391"/>
                  </a:lnTo>
                  <a:lnTo>
                    <a:pt x="139344" y="416391"/>
                  </a:lnTo>
                  <a:lnTo>
                    <a:pt x="139344" y="416391"/>
                  </a:lnTo>
                  <a:lnTo>
                    <a:pt x="139344" y="414752"/>
                  </a:lnTo>
                  <a:lnTo>
                    <a:pt x="137704" y="414752"/>
                  </a:lnTo>
                  <a:lnTo>
                    <a:pt x="137704" y="414752"/>
                  </a:lnTo>
                  <a:lnTo>
                    <a:pt x="137704" y="414752"/>
                  </a:lnTo>
                  <a:lnTo>
                    <a:pt x="137704" y="414752"/>
                  </a:lnTo>
                  <a:lnTo>
                    <a:pt x="136065" y="414752"/>
                  </a:lnTo>
                  <a:lnTo>
                    <a:pt x="136065" y="413113"/>
                  </a:lnTo>
                  <a:lnTo>
                    <a:pt x="136065" y="413113"/>
                  </a:lnTo>
                  <a:lnTo>
                    <a:pt x="136065" y="413113"/>
                  </a:lnTo>
                  <a:lnTo>
                    <a:pt x="136065" y="413113"/>
                  </a:lnTo>
                  <a:lnTo>
                    <a:pt x="136065" y="413113"/>
                  </a:lnTo>
                  <a:lnTo>
                    <a:pt x="134425" y="413113"/>
                  </a:lnTo>
                  <a:lnTo>
                    <a:pt x="134425" y="413113"/>
                  </a:lnTo>
                  <a:lnTo>
                    <a:pt x="134425" y="413113"/>
                  </a:lnTo>
                  <a:lnTo>
                    <a:pt x="134425" y="413113"/>
                  </a:lnTo>
                  <a:lnTo>
                    <a:pt x="132786" y="411474"/>
                  </a:lnTo>
                  <a:lnTo>
                    <a:pt x="132786" y="411474"/>
                  </a:lnTo>
                  <a:lnTo>
                    <a:pt x="132786" y="411474"/>
                  </a:lnTo>
                  <a:lnTo>
                    <a:pt x="132786" y="409834"/>
                  </a:lnTo>
                  <a:lnTo>
                    <a:pt x="132786" y="409834"/>
                  </a:lnTo>
                  <a:lnTo>
                    <a:pt x="131147" y="409834"/>
                  </a:lnTo>
                  <a:lnTo>
                    <a:pt x="131147" y="408195"/>
                  </a:lnTo>
                  <a:lnTo>
                    <a:pt x="131147" y="408195"/>
                  </a:lnTo>
                  <a:lnTo>
                    <a:pt x="131147" y="408195"/>
                  </a:lnTo>
                  <a:lnTo>
                    <a:pt x="131147" y="408195"/>
                  </a:lnTo>
                  <a:lnTo>
                    <a:pt x="131147" y="408195"/>
                  </a:lnTo>
                  <a:lnTo>
                    <a:pt x="129508" y="408195"/>
                  </a:lnTo>
                  <a:lnTo>
                    <a:pt x="129508" y="406556"/>
                  </a:lnTo>
                  <a:lnTo>
                    <a:pt x="129508" y="406556"/>
                  </a:lnTo>
                  <a:lnTo>
                    <a:pt x="129508" y="406556"/>
                  </a:lnTo>
                  <a:lnTo>
                    <a:pt x="129508" y="406556"/>
                  </a:lnTo>
                  <a:lnTo>
                    <a:pt x="129508" y="406556"/>
                  </a:lnTo>
                  <a:lnTo>
                    <a:pt x="129508" y="404916"/>
                  </a:lnTo>
                  <a:lnTo>
                    <a:pt x="129508" y="404916"/>
                  </a:lnTo>
                  <a:lnTo>
                    <a:pt x="129508" y="404916"/>
                  </a:lnTo>
                  <a:lnTo>
                    <a:pt x="129508" y="404916"/>
                  </a:lnTo>
                  <a:lnTo>
                    <a:pt x="129508" y="404916"/>
                  </a:lnTo>
                  <a:lnTo>
                    <a:pt x="129508" y="404916"/>
                  </a:lnTo>
                  <a:lnTo>
                    <a:pt x="129508" y="403277"/>
                  </a:lnTo>
                  <a:lnTo>
                    <a:pt x="129508" y="403277"/>
                  </a:lnTo>
                  <a:lnTo>
                    <a:pt x="127868" y="403277"/>
                  </a:lnTo>
                  <a:lnTo>
                    <a:pt x="127868" y="403277"/>
                  </a:lnTo>
                  <a:lnTo>
                    <a:pt x="127868" y="403277"/>
                  </a:lnTo>
                  <a:lnTo>
                    <a:pt x="127868" y="401637"/>
                  </a:lnTo>
                  <a:lnTo>
                    <a:pt x="127868" y="401637"/>
                  </a:lnTo>
                  <a:lnTo>
                    <a:pt x="127868" y="401637"/>
                  </a:lnTo>
                  <a:lnTo>
                    <a:pt x="126229" y="399998"/>
                  </a:lnTo>
                  <a:lnTo>
                    <a:pt x="126229" y="399998"/>
                  </a:lnTo>
                  <a:lnTo>
                    <a:pt x="126229" y="399998"/>
                  </a:lnTo>
                  <a:lnTo>
                    <a:pt x="126229" y="399998"/>
                  </a:lnTo>
                  <a:lnTo>
                    <a:pt x="126229" y="398359"/>
                  </a:lnTo>
                  <a:lnTo>
                    <a:pt x="126229" y="398359"/>
                  </a:lnTo>
                  <a:lnTo>
                    <a:pt x="126229" y="398359"/>
                  </a:lnTo>
                  <a:lnTo>
                    <a:pt x="126229" y="396719"/>
                  </a:lnTo>
                  <a:lnTo>
                    <a:pt x="126229" y="396719"/>
                  </a:lnTo>
                  <a:lnTo>
                    <a:pt x="126229" y="396719"/>
                  </a:lnTo>
                  <a:lnTo>
                    <a:pt x="126229" y="396719"/>
                  </a:lnTo>
                  <a:lnTo>
                    <a:pt x="126229" y="396719"/>
                  </a:lnTo>
                  <a:lnTo>
                    <a:pt x="124590" y="395080"/>
                  </a:lnTo>
                  <a:lnTo>
                    <a:pt x="124590" y="395080"/>
                  </a:lnTo>
                  <a:lnTo>
                    <a:pt x="124590" y="395080"/>
                  </a:lnTo>
                  <a:lnTo>
                    <a:pt x="124590" y="395080"/>
                  </a:lnTo>
                  <a:lnTo>
                    <a:pt x="124590" y="395080"/>
                  </a:lnTo>
                  <a:lnTo>
                    <a:pt x="124590" y="395080"/>
                  </a:lnTo>
                  <a:lnTo>
                    <a:pt x="124590" y="393441"/>
                  </a:lnTo>
                  <a:lnTo>
                    <a:pt x="124590" y="393441"/>
                  </a:lnTo>
                  <a:lnTo>
                    <a:pt x="124590" y="393441"/>
                  </a:lnTo>
                  <a:lnTo>
                    <a:pt x="124590" y="393441"/>
                  </a:lnTo>
                  <a:lnTo>
                    <a:pt x="124590" y="393441"/>
                  </a:lnTo>
                  <a:lnTo>
                    <a:pt x="124590" y="393441"/>
                  </a:lnTo>
                  <a:lnTo>
                    <a:pt x="124590" y="391801"/>
                  </a:lnTo>
                  <a:lnTo>
                    <a:pt x="124590" y="391801"/>
                  </a:lnTo>
                  <a:lnTo>
                    <a:pt x="124590" y="391801"/>
                  </a:lnTo>
                  <a:lnTo>
                    <a:pt x="124590" y="390162"/>
                  </a:lnTo>
                  <a:lnTo>
                    <a:pt x="124590" y="390162"/>
                  </a:lnTo>
                  <a:lnTo>
                    <a:pt x="124590" y="390162"/>
                  </a:lnTo>
                  <a:lnTo>
                    <a:pt x="124590" y="390162"/>
                  </a:lnTo>
                  <a:lnTo>
                    <a:pt x="122950" y="388523"/>
                  </a:lnTo>
                  <a:lnTo>
                    <a:pt x="122950" y="388523"/>
                  </a:lnTo>
                  <a:lnTo>
                    <a:pt x="122950" y="388523"/>
                  </a:lnTo>
                  <a:lnTo>
                    <a:pt x="122950" y="388523"/>
                  </a:lnTo>
                  <a:lnTo>
                    <a:pt x="122950" y="388523"/>
                  </a:lnTo>
                  <a:lnTo>
                    <a:pt x="122950" y="386884"/>
                  </a:lnTo>
                  <a:lnTo>
                    <a:pt x="122950" y="386884"/>
                  </a:lnTo>
                  <a:lnTo>
                    <a:pt x="122950" y="385244"/>
                  </a:lnTo>
                  <a:lnTo>
                    <a:pt x="122950" y="385244"/>
                  </a:lnTo>
                  <a:lnTo>
                    <a:pt x="122950" y="385244"/>
                  </a:lnTo>
                  <a:lnTo>
                    <a:pt x="121311" y="385244"/>
                  </a:lnTo>
                  <a:lnTo>
                    <a:pt x="121311" y="385244"/>
                  </a:lnTo>
                  <a:lnTo>
                    <a:pt x="121311" y="385244"/>
                  </a:lnTo>
                  <a:lnTo>
                    <a:pt x="121311" y="383605"/>
                  </a:lnTo>
                  <a:lnTo>
                    <a:pt x="121311" y="383605"/>
                  </a:lnTo>
                  <a:lnTo>
                    <a:pt x="121311" y="383605"/>
                  </a:lnTo>
                  <a:lnTo>
                    <a:pt x="121311" y="383605"/>
                  </a:lnTo>
                  <a:lnTo>
                    <a:pt x="121311" y="383605"/>
                  </a:lnTo>
                  <a:lnTo>
                    <a:pt x="121311" y="381966"/>
                  </a:lnTo>
                  <a:lnTo>
                    <a:pt x="121311" y="381966"/>
                  </a:lnTo>
                  <a:lnTo>
                    <a:pt x="121311" y="380326"/>
                  </a:lnTo>
                  <a:lnTo>
                    <a:pt x="121311" y="380326"/>
                  </a:lnTo>
                  <a:lnTo>
                    <a:pt x="121311" y="378687"/>
                  </a:lnTo>
                  <a:lnTo>
                    <a:pt x="121311" y="377047"/>
                  </a:lnTo>
                  <a:lnTo>
                    <a:pt x="121311" y="377047"/>
                  </a:lnTo>
                  <a:lnTo>
                    <a:pt x="121311" y="377047"/>
                  </a:lnTo>
                  <a:lnTo>
                    <a:pt x="121311" y="377047"/>
                  </a:lnTo>
                  <a:lnTo>
                    <a:pt x="121311" y="377047"/>
                  </a:lnTo>
                  <a:lnTo>
                    <a:pt x="121311" y="375408"/>
                  </a:lnTo>
                  <a:lnTo>
                    <a:pt x="121311" y="375408"/>
                  </a:lnTo>
                  <a:lnTo>
                    <a:pt x="121311" y="375408"/>
                  </a:lnTo>
                  <a:lnTo>
                    <a:pt x="121311" y="375408"/>
                  </a:lnTo>
                  <a:lnTo>
                    <a:pt x="121311" y="373769"/>
                  </a:lnTo>
                  <a:lnTo>
                    <a:pt x="121311" y="373769"/>
                  </a:lnTo>
                  <a:lnTo>
                    <a:pt x="121311" y="373769"/>
                  </a:lnTo>
                  <a:lnTo>
                    <a:pt x="119671" y="372129"/>
                  </a:lnTo>
                  <a:lnTo>
                    <a:pt x="119671" y="372129"/>
                  </a:lnTo>
                  <a:lnTo>
                    <a:pt x="119671" y="372129"/>
                  </a:lnTo>
                  <a:lnTo>
                    <a:pt x="119671" y="372129"/>
                  </a:lnTo>
                  <a:lnTo>
                    <a:pt x="119671" y="372129"/>
                  </a:lnTo>
                  <a:lnTo>
                    <a:pt x="119671" y="370490"/>
                  </a:lnTo>
                  <a:lnTo>
                    <a:pt x="119671" y="370490"/>
                  </a:lnTo>
                  <a:lnTo>
                    <a:pt x="119671" y="368851"/>
                  </a:lnTo>
                  <a:lnTo>
                    <a:pt x="119671" y="368851"/>
                  </a:lnTo>
                  <a:lnTo>
                    <a:pt x="119671" y="368851"/>
                  </a:lnTo>
                  <a:lnTo>
                    <a:pt x="119671" y="368851"/>
                  </a:lnTo>
                  <a:lnTo>
                    <a:pt x="119671" y="367211"/>
                  </a:lnTo>
                  <a:lnTo>
                    <a:pt x="119671" y="367211"/>
                  </a:lnTo>
                  <a:lnTo>
                    <a:pt x="119671" y="367211"/>
                  </a:lnTo>
                  <a:lnTo>
                    <a:pt x="119671" y="367211"/>
                  </a:lnTo>
                  <a:lnTo>
                    <a:pt x="119671" y="367211"/>
                  </a:lnTo>
                  <a:lnTo>
                    <a:pt x="119671" y="367211"/>
                  </a:lnTo>
                  <a:lnTo>
                    <a:pt x="119671" y="365572"/>
                  </a:lnTo>
                  <a:lnTo>
                    <a:pt x="119671" y="365572"/>
                  </a:lnTo>
                  <a:lnTo>
                    <a:pt x="119671" y="365572"/>
                  </a:lnTo>
                  <a:lnTo>
                    <a:pt x="119671" y="365572"/>
                  </a:lnTo>
                  <a:lnTo>
                    <a:pt x="118032" y="365572"/>
                  </a:lnTo>
                  <a:lnTo>
                    <a:pt x="118032" y="363933"/>
                  </a:lnTo>
                  <a:lnTo>
                    <a:pt x="118032" y="363933"/>
                  </a:lnTo>
                  <a:lnTo>
                    <a:pt x="118032" y="363933"/>
                  </a:lnTo>
                  <a:lnTo>
                    <a:pt x="118032" y="363933"/>
                  </a:lnTo>
                  <a:lnTo>
                    <a:pt x="118032" y="363933"/>
                  </a:lnTo>
                  <a:lnTo>
                    <a:pt x="118032" y="363933"/>
                  </a:lnTo>
                  <a:lnTo>
                    <a:pt x="118032" y="363933"/>
                  </a:lnTo>
                  <a:lnTo>
                    <a:pt x="118032" y="362294"/>
                  </a:lnTo>
                  <a:lnTo>
                    <a:pt x="118032" y="362294"/>
                  </a:lnTo>
                  <a:lnTo>
                    <a:pt x="118032" y="362294"/>
                  </a:lnTo>
                  <a:lnTo>
                    <a:pt x="118032" y="362294"/>
                  </a:lnTo>
                  <a:lnTo>
                    <a:pt x="118032" y="362294"/>
                  </a:lnTo>
                  <a:lnTo>
                    <a:pt x="116393" y="360654"/>
                  </a:lnTo>
                  <a:lnTo>
                    <a:pt x="116393" y="360654"/>
                  </a:lnTo>
                  <a:lnTo>
                    <a:pt x="116393" y="360654"/>
                  </a:lnTo>
                  <a:lnTo>
                    <a:pt x="116393" y="360654"/>
                  </a:lnTo>
                  <a:lnTo>
                    <a:pt x="116393" y="360654"/>
                  </a:lnTo>
                  <a:lnTo>
                    <a:pt x="116393" y="359015"/>
                  </a:lnTo>
                  <a:lnTo>
                    <a:pt x="116393" y="359015"/>
                  </a:lnTo>
                  <a:lnTo>
                    <a:pt x="118032" y="359015"/>
                  </a:lnTo>
                  <a:lnTo>
                    <a:pt x="118032" y="359015"/>
                  </a:lnTo>
                  <a:lnTo>
                    <a:pt x="118032" y="359015"/>
                  </a:lnTo>
                  <a:lnTo>
                    <a:pt x="118032" y="359015"/>
                  </a:lnTo>
                  <a:lnTo>
                    <a:pt x="118032" y="359015"/>
                  </a:lnTo>
                  <a:lnTo>
                    <a:pt x="118032" y="357375"/>
                  </a:lnTo>
                  <a:lnTo>
                    <a:pt x="118032" y="357375"/>
                  </a:lnTo>
                  <a:lnTo>
                    <a:pt x="119671" y="357375"/>
                  </a:lnTo>
                  <a:lnTo>
                    <a:pt x="119671" y="357375"/>
                  </a:lnTo>
                  <a:lnTo>
                    <a:pt x="119671" y="357375"/>
                  </a:lnTo>
                  <a:lnTo>
                    <a:pt x="119671" y="355736"/>
                  </a:lnTo>
                  <a:lnTo>
                    <a:pt x="119671" y="355736"/>
                  </a:lnTo>
                  <a:lnTo>
                    <a:pt x="119671" y="355736"/>
                  </a:lnTo>
                  <a:lnTo>
                    <a:pt x="119671" y="355736"/>
                  </a:lnTo>
                  <a:lnTo>
                    <a:pt x="119671" y="355736"/>
                  </a:lnTo>
                  <a:lnTo>
                    <a:pt x="119671" y="354097"/>
                  </a:lnTo>
                  <a:lnTo>
                    <a:pt x="119671" y="354097"/>
                  </a:lnTo>
                  <a:lnTo>
                    <a:pt x="119671" y="354097"/>
                  </a:lnTo>
                  <a:lnTo>
                    <a:pt x="119671" y="354097"/>
                  </a:lnTo>
                  <a:lnTo>
                    <a:pt x="119671" y="354097"/>
                  </a:lnTo>
                  <a:lnTo>
                    <a:pt x="119671" y="352457"/>
                  </a:lnTo>
                  <a:lnTo>
                    <a:pt x="119671" y="352457"/>
                  </a:lnTo>
                  <a:lnTo>
                    <a:pt x="119671" y="352457"/>
                  </a:lnTo>
                  <a:lnTo>
                    <a:pt x="119671" y="352457"/>
                  </a:lnTo>
                  <a:lnTo>
                    <a:pt x="119671" y="350818"/>
                  </a:lnTo>
                  <a:lnTo>
                    <a:pt x="119671" y="350818"/>
                  </a:lnTo>
                  <a:lnTo>
                    <a:pt x="119671" y="350818"/>
                  </a:lnTo>
                  <a:lnTo>
                    <a:pt x="119671" y="350818"/>
                  </a:lnTo>
                  <a:lnTo>
                    <a:pt x="119671" y="350818"/>
                  </a:lnTo>
                  <a:lnTo>
                    <a:pt x="119671" y="350818"/>
                  </a:lnTo>
                  <a:lnTo>
                    <a:pt x="119671" y="350818"/>
                  </a:lnTo>
                  <a:lnTo>
                    <a:pt x="118032" y="349179"/>
                  </a:lnTo>
                  <a:lnTo>
                    <a:pt x="119671" y="349179"/>
                  </a:lnTo>
                  <a:lnTo>
                    <a:pt x="119671" y="349179"/>
                  </a:lnTo>
                  <a:lnTo>
                    <a:pt x="119671" y="349179"/>
                  </a:lnTo>
                  <a:lnTo>
                    <a:pt x="119671" y="349179"/>
                  </a:lnTo>
                  <a:lnTo>
                    <a:pt x="119671" y="349179"/>
                  </a:lnTo>
                  <a:lnTo>
                    <a:pt x="118032" y="347539"/>
                  </a:lnTo>
                  <a:lnTo>
                    <a:pt x="118032" y="347539"/>
                  </a:lnTo>
                  <a:lnTo>
                    <a:pt x="118032" y="347539"/>
                  </a:lnTo>
                  <a:lnTo>
                    <a:pt x="119671" y="347539"/>
                  </a:lnTo>
                  <a:lnTo>
                    <a:pt x="119671" y="347539"/>
                  </a:lnTo>
                  <a:lnTo>
                    <a:pt x="119671" y="347539"/>
                  </a:lnTo>
                  <a:lnTo>
                    <a:pt x="119671" y="345900"/>
                  </a:lnTo>
                  <a:lnTo>
                    <a:pt x="119671" y="345900"/>
                  </a:lnTo>
                  <a:lnTo>
                    <a:pt x="119671" y="345900"/>
                  </a:lnTo>
                  <a:lnTo>
                    <a:pt x="119671" y="345900"/>
                  </a:lnTo>
                  <a:lnTo>
                    <a:pt x="119671" y="344261"/>
                  </a:lnTo>
                  <a:lnTo>
                    <a:pt x="119671" y="344261"/>
                  </a:lnTo>
                  <a:lnTo>
                    <a:pt x="119671" y="344261"/>
                  </a:lnTo>
                  <a:lnTo>
                    <a:pt x="119671" y="344261"/>
                  </a:lnTo>
                  <a:lnTo>
                    <a:pt x="119671" y="344261"/>
                  </a:lnTo>
                  <a:lnTo>
                    <a:pt x="121311" y="344261"/>
                  </a:lnTo>
                  <a:lnTo>
                    <a:pt x="121311" y="344261"/>
                  </a:lnTo>
                  <a:lnTo>
                    <a:pt x="121311" y="344261"/>
                  </a:lnTo>
                  <a:lnTo>
                    <a:pt x="121311" y="344261"/>
                  </a:lnTo>
                  <a:lnTo>
                    <a:pt x="122950" y="344261"/>
                  </a:lnTo>
                  <a:lnTo>
                    <a:pt x="122950" y="345900"/>
                  </a:lnTo>
                  <a:lnTo>
                    <a:pt x="122950" y="345900"/>
                  </a:lnTo>
                  <a:lnTo>
                    <a:pt x="122950" y="345900"/>
                  </a:lnTo>
                  <a:lnTo>
                    <a:pt x="122950" y="345900"/>
                  </a:lnTo>
                  <a:lnTo>
                    <a:pt x="122950" y="345900"/>
                  </a:lnTo>
                  <a:lnTo>
                    <a:pt x="122950" y="347539"/>
                  </a:lnTo>
                  <a:lnTo>
                    <a:pt x="122950" y="347539"/>
                  </a:lnTo>
                  <a:lnTo>
                    <a:pt x="122950" y="347539"/>
                  </a:lnTo>
                  <a:lnTo>
                    <a:pt x="122950" y="347539"/>
                  </a:lnTo>
                  <a:lnTo>
                    <a:pt x="122950" y="347539"/>
                  </a:lnTo>
                  <a:lnTo>
                    <a:pt x="122950" y="347539"/>
                  </a:lnTo>
                  <a:lnTo>
                    <a:pt x="122950" y="347539"/>
                  </a:lnTo>
                  <a:lnTo>
                    <a:pt x="122950" y="347539"/>
                  </a:lnTo>
                  <a:lnTo>
                    <a:pt x="124590" y="347539"/>
                  </a:lnTo>
                  <a:lnTo>
                    <a:pt x="124590" y="347539"/>
                  </a:lnTo>
                  <a:lnTo>
                    <a:pt x="124590" y="347539"/>
                  </a:lnTo>
                  <a:lnTo>
                    <a:pt x="124590" y="347539"/>
                  </a:lnTo>
                  <a:lnTo>
                    <a:pt x="124590" y="347539"/>
                  </a:lnTo>
                  <a:lnTo>
                    <a:pt x="124590" y="347539"/>
                  </a:lnTo>
                  <a:lnTo>
                    <a:pt x="124590" y="347539"/>
                  </a:lnTo>
                  <a:lnTo>
                    <a:pt x="126229" y="347539"/>
                  </a:lnTo>
                  <a:lnTo>
                    <a:pt x="126229" y="347539"/>
                  </a:lnTo>
                  <a:lnTo>
                    <a:pt x="126229" y="349179"/>
                  </a:lnTo>
                  <a:lnTo>
                    <a:pt x="126229" y="349179"/>
                  </a:lnTo>
                  <a:lnTo>
                    <a:pt x="126229" y="349179"/>
                  </a:lnTo>
                  <a:lnTo>
                    <a:pt x="126229" y="349179"/>
                  </a:lnTo>
                  <a:lnTo>
                    <a:pt x="126229" y="349179"/>
                  </a:lnTo>
                  <a:lnTo>
                    <a:pt x="126229" y="349179"/>
                  </a:lnTo>
                  <a:lnTo>
                    <a:pt x="126229" y="350818"/>
                  </a:lnTo>
                  <a:lnTo>
                    <a:pt x="126229" y="350818"/>
                  </a:lnTo>
                  <a:lnTo>
                    <a:pt x="126229" y="350818"/>
                  </a:lnTo>
                  <a:lnTo>
                    <a:pt x="126229" y="350818"/>
                  </a:lnTo>
                  <a:lnTo>
                    <a:pt x="126229" y="350818"/>
                  </a:lnTo>
                  <a:lnTo>
                    <a:pt x="126229" y="350818"/>
                  </a:lnTo>
                  <a:lnTo>
                    <a:pt x="126229" y="350818"/>
                  </a:lnTo>
                  <a:lnTo>
                    <a:pt x="126229" y="352457"/>
                  </a:lnTo>
                  <a:lnTo>
                    <a:pt x="126229" y="352457"/>
                  </a:lnTo>
                  <a:lnTo>
                    <a:pt x="126229" y="352457"/>
                  </a:lnTo>
                  <a:lnTo>
                    <a:pt x="126229" y="352457"/>
                  </a:lnTo>
                  <a:lnTo>
                    <a:pt x="124590" y="352457"/>
                  </a:lnTo>
                  <a:lnTo>
                    <a:pt x="124590" y="352457"/>
                  </a:lnTo>
                  <a:lnTo>
                    <a:pt x="124590" y="352457"/>
                  </a:lnTo>
                  <a:lnTo>
                    <a:pt x="124590" y="352457"/>
                  </a:lnTo>
                  <a:lnTo>
                    <a:pt x="124590" y="352457"/>
                  </a:lnTo>
                  <a:lnTo>
                    <a:pt x="124590" y="352457"/>
                  </a:lnTo>
                  <a:lnTo>
                    <a:pt x="124590" y="352457"/>
                  </a:lnTo>
                  <a:lnTo>
                    <a:pt x="124590" y="352457"/>
                  </a:lnTo>
                  <a:lnTo>
                    <a:pt x="124590" y="354097"/>
                  </a:lnTo>
                  <a:lnTo>
                    <a:pt x="124590" y="354097"/>
                  </a:lnTo>
                  <a:lnTo>
                    <a:pt x="124590" y="354097"/>
                  </a:lnTo>
                  <a:lnTo>
                    <a:pt x="124590" y="354097"/>
                  </a:lnTo>
                  <a:lnTo>
                    <a:pt x="124590" y="354097"/>
                  </a:lnTo>
                  <a:lnTo>
                    <a:pt x="124590" y="354097"/>
                  </a:lnTo>
                  <a:lnTo>
                    <a:pt x="124590" y="354097"/>
                  </a:lnTo>
                  <a:lnTo>
                    <a:pt x="124590" y="354097"/>
                  </a:lnTo>
                  <a:lnTo>
                    <a:pt x="124590" y="354097"/>
                  </a:lnTo>
                  <a:lnTo>
                    <a:pt x="126229" y="354097"/>
                  </a:lnTo>
                  <a:lnTo>
                    <a:pt x="126229" y="354097"/>
                  </a:lnTo>
                  <a:lnTo>
                    <a:pt x="127868" y="354097"/>
                  </a:lnTo>
                  <a:lnTo>
                    <a:pt x="127868" y="354097"/>
                  </a:lnTo>
                  <a:lnTo>
                    <a:pt x="127868" y="354097"/>
                  </a:lnTo>
                  <a:lnTo>
                    <a:pt x="127868" y="352457"/>
                  </a:lnTo>
                  <a:lnTo>
                    <a:pt x="129508" y="352457"/>
                  </a:lnTo>
                  <a:lnTo>
                    <a:pt x="129508" y="352457"/>
                  </a:lnTo>
                  <a:lnTo>
                    <a:pt x="129508" y="352457"/>
                  </a:lnTo>
                  <a:lnTo>
                    <a:pt x="129508" y="350818"/>
                  </a:lnTo>
                  <a:lnTo>
                    <a:pt x="129508" y="350818"/>
                  </a:lnTo>
                  <a:lnTo>
                    <a:pt x="129508" y="350818"/>
                  </a:lnTo>
                  <a:lnTo>
                    <a:pt x="129508" y="350818"/>
                  </a:lnTo>
                  <a:lnTo>
                    <a:pt x="129508" y="349179"/>
                  </a:lnTo>
                  <a:lnTo>
                    <a:pt x="129508" y="349179"/>
                  </a:lnTo>
                  <a:lnTo>
                    <a:pt x="129508" y="349179"/>
                  </a:lnTo>
                  <a:lnTo>
                    <a:pt x="129508" y="349179"/>
                  </a:lnTo>
                  <a:lnTo>
                    <a:pt x="129508" y="349179"/>
                  </a:lnTo>
                  <a:lnTo>
                    <a:pt x="129508" y="349179"/>
                  </a:lnTo>
                  <a:lnTo>
                    <a:pt x="129508" y="347539"/>
                  </a:lnTo>
                  <a:lnTo>
                    <a:pt x="129508" y="347539"/>
                  </a:lnTo>
                  <a:lnTo>
                    <a:pt x="129508" y="347539"/>
                  </a:lnTo>
                  <a:lnTo>
                    <a:pt x="129508" y="347539"/>
                  </a:lnTo>
                  <a:lnTo>
                    <a:pt x="129508" y="347539"/>
                  </a:lnTo>
                  <a:lnTo>
                    <a:pt x="129508" y="345900"/>
                  </a:lnTo>
                  <a:lnTo>
                    <a:pt x="129508" y="345900"/>
                  </a:lnTo>
                  <a:lnTo>
                    <a:pt x="129508" y="345900"/>
                  </a:lnTo>
                  <a:lnTo>
                    <a:pt x="129508" y="344261"/>
                  </a:lnTo>
                  <a:lnTo>
                    <a:pt x="129508" y="344261"/>
                  </a:lnTo>
                  <a:lnTo>
                    <a:pt x="129508" y="344261"/>
                  </a:lnTo>
                  <a:lnTo>
                    <a:pt x="129508" y="344261"/>
                  </a:lnTo>
                  <a:lnTo>
                    <a:pt x="129508" y="344261"/>
                  </a:lnTo>
                  <a:lnTo>
                    <a:pt x="129508" y="344261"/>
                  </a:lnTo>
                  <a:lnTo>
                    <a:pt x="129508" y="344261"/>
                  </a:lnTo>
                  <a:lnTo>
                    <a:pt x="129508" y="342621"/>
                  </a:lnTo>
                  <a:lnTo>
                    <a:pt x="129508" y="342621"/>
                  </a:lnTo>
                  <a:lnTo>
                    <a:pt x="129508" y="340982"/>
                  </a:lnTo>
                  <a:lnTo>
                    <a:pt x="129508" y="339343"/>
                  </a:lnTo>
                  <a:lnTo>
                    <a:pt x="129508" y="339343"/>
                  </a:lnTo>
                  <a:lnTo>
                    <a:pt x="129508" y="339343"/>
                  </a:lnTo>
                  <a:lnTo>
                    <a:pt x="129508" y="339343"/>
                  </a:lnTo>
                  <a:lnTo>
                    <a:pt x="129508" y="337703"/>
                  </a:lnTo>
                  <a:lnTo>
                    <a:pt x="129508" y="337703"/>
                  </a:lnTo>
                  <a:lnTo>
                    <a:pt x="129508" y="337703"/>
                  </a:lnTo>
                  <a:lnTo>
                    <a:pt x="129508" y="337703"/>
                  </a:lnTo>
                  <a:lnTo>
                    <a:pt x="129508" y="337703"/>
                  </a:lnTo>
                  <a:lnTo>
                    <a:pt x="131147" y="337703"/>
                  </a:lnTo>
                  <a:lnTo>
                    <a:pt x="131147" y="337703"/>
                  </a:lnTo>
                  <a:lnTo>
                    <a:pt x="131147" y="337703"/>
                  </a:lnTo>
                  <a:lnTo>
                    <a:pt x="131147" y="337703"/>
                  </a:lnTo>
                  <a:lnTo>
                    <a:pt x="132786" y="339343"/>
                  </a:lnTo>
                  <a:lnTo>
                    <a:pt x="132786" y="339343"/>
                  </a:lnTo>
                  <a:lnTo>
                    <a:pt x="132786" y="339343"/>
                  </a:lnTo>
                  <a:lnTo>
                    <a:pt x="132786" y="339343"/>
                  </a:lnTo>
                  <a:lnTo>
                    <a:pt x="132786" y="339343"/>
                  </a:lnTo>
                  <a:lnTo>
                    <a:pt x="132786" y="339343"/>
                  </a:lnTo>
                  <a:lnTo>
                    <a:pt x="132786" y="340982"/>
                  </a:lnTo>
                  <a:lnTo>
                    <a:pt x="132786" y="340982"/>
                  </a:lnTo>
                  <a:lnTo>
                    <a:pt x="134425" y="340982"/>
                  </a:lnTo>
                  <a:lnTo>
                    <a:pt x="134425" y="340982"/>
                  </a:lnTo>
                  <a:lnTo>
                    <a:pt x="134425" y="340982"/>
                  </a:lnTo>
                  <a:lnTo>
                    <a:pt x="134425" y="340982"/>
                  </a:lnTo>
                  <a:lnTo>
                    <a:pt x="134425" y="339343"/>
                  </a:lnTo>
                  <a:lnTo>
                    <a:pt x="134425" y="339343"/>
                  </a:lnTo>
                  <a:lnTo>
                    <a:pt x="132786" y="339343"/>
                  </a:lnTo>
                  <a:lnTo>
                    <a:pt x="132786" y="339343"/>
                  </a:lnTo>
                  <a:lnTo>
                    <a:pt x="132786" y="339343"/>
                  </a:lnTo>
                  <a:lnTo>
                    <a:pt x="132786" y="337703"/>
                  </a:lnTo>
                  <a:lnTo>
                    <a:pt x="132786" y="337703"/>
                  </a:lnTo>
                  <a:lnTo>
                    <a:pt x="132786" y="337703"/>
                  </a:lnTo>
                  <a:lnTo>
                    <a:pt x="132786" y="337703"/>
                  </a:lnTo>
                  <a:lnTo>
                    <a:pt x="134425" y="337703"/>
                  </a:lnTo>
                  <a:lnTo>
                    <a:pt x="134425" y="339343"/>
                  </a:lnTo>
                  <a:lnTo>
                    <a:pt x="134425" y="339343"/>
                  </a:lnTo>
                  <a:lnTo>
                    <a:pt x="134425" y="339343"/>
                  </a:lnTo>
                  <a:lnTo>
                    <a:pt x="134425" y="339343"/>
                  </a:lnTo>
                  <a:lnTo>
                    <a:pt x="134425" y="339343"/>
                  </a:lnTo>
                  <a:lnTo>
                    <a:pt x="134425" y="337703"/>
                  </a:lnTo>
                  <a:lnTo>
                    <a:pt x="134425" y="337703"/>
                  </a:lnTo>
                  <a:lnTo>
                    <a:pt x="134425" y="337703"/>
                  </a:lnTo>
                  <a:lnTo>
                    <a:pt x="134425" y="337703"/>
                  </a:lnTo>
                  <a:lnTo>
                    <a:pt x="134425" y="337703"/>
                  </a:lnTo>
                  <a:lnTo>
                    <a:pt x="134425" y="337703"/>
                  </a:lnTo>
                  <a:lnTo>
                    <a:pt x="134425" y="336064"/>
                  </a:lnTo>
                  <a:lnTo>
                    <a:pt x="134425" y="336064"/>
                  </a:lnTo>
                  <a:lnTo>
                    <a:pt x="134425" y="336064"/>
                  </a:lnTo>
                  <a:lnTo>
                    <a:pt x="134425" y="336064"/>
                  </a:lnTo>
                  <a:lnTo>
                    <a:pt x="134425" y="336064"/>
                  </a:lnTo>
                  <a:lnTo>
                    <a:pt x="134425" y="336064"/>
                  </a:lnTo>
                  <a:lnTo>
                    <a:pt x="134425" y="336064"/>
                  </a:lnTo>
                  <a:lnTo>
                    <a:pt x="132786" y="336064"/>
                  </a:lnTo>
                  <a:lnTo>
                    <a:pt x="132786" y="334425"/>
                  </a:lnTo>
                  <a:lnTo>
                    <a:pt x="132786" y="334425"/>
                  </a:lnTo>
                  <a:lnTo>
                    <a:pt x="131147" y="334425"/>
                  </a:lnTo>
                  <a:lnTo>
                    <a:pt x="131147" y="334425"/>
                  </a:lnTo>
                  <a:lnTo>
                    <a:pt x="131147" y="332785"/>
                  </a:lnTo>
                  <a:lnTo>
                    <a:pt x="131147" y="332785"/>
                  </a:lnTo>
                  <a:lnTo>
                    <a:pt x="129508" y="332785"/>
                  </a:lnTo>
                  <a:lnTo>
                    <a:pt x="129508" y="332785"/>
                  </a:lnTo>
                  <a:lnTo>
                    <a:pt x="129508" y="332785"/>
                  </a:lnTo>
                  <a:lnTo>
                    <a:pt x="129508" y="331146"/>
                  </a:lnTo>
                  <a:lnTo>
                    <a:pt x="129508" y="331146"/>
                  </a:lnTo>
                  <a:lnTo>
                    <a:pt x="129508" y="331146"/>
                  </a:lnTo>
                  <a:lnTo>
                    <a:pt x="129508" y="331146"/>
                  </a:lnTo>
                  <a:lnTo>
                    <a:pt x="129508" y="331146"/>
                  </a:lnTo>
                  <a:lnTo>
                    <a:pt x="129508" y="329507"/>
                  </a:lnTo>
                  <a:lnTo>
                    <a:pt x="129508" y="329507"/>
                  </a:lnTo>
                  <a:lnTo>
                    <a:pt x="129508" y="329507"/>
                  </a:lnTo>
                  <a:lnTo>
                    <a:pt x="129508" y="329507"/>
                  </a:lnTo>
                  <a:lnTo>
                    <a:pt x="129508" y="329507"/>
                  </a:lnTo>
                  <a:lnTo>
                    <a:pt x="129508" y="329507"/>
                  </a:lnTo>
                  <a:lnTo>
                    <a:pt x="129508" y="329507"/>
                  </a:lnTo>
                  <a:lnTo>
                    <a:pt x="129508" y="327867"/>
                  </a:lnTo>
                  <a:lnTo>
                    <a:pt x="129508" y="327867"/>
                  </a:lnTo>
                  <a:lnTo>
                    <a:pt x="129508" y="327867"/>
                  </a:lnTo>
                  <a:lnTo>
                    <a:pt x="129508" y="327867"/>
                  </a:lnTo>
                  <a:lnTo>
                    <a:pt x="129508" y="327867"/>
                  </a:lnTo>
                  <a:lnTo>
                    <a:pt x="129508" y="326228"/>
                  </a:lnTo>
                  <a:lnTo>
                    <a:pt x="129508" y="326228"/>
                  </a:lnTo>
                  <a:lnTo>
                    <a:pt x="129508" y="326228"/>
                  </a:lnTo>
                  <a:lnTo>
                    <a:pt x="129508" y="326228"/>
                  </a:lnTo>
                  <a:lnTo>
                    <a:pt x="129508" y="326228"/>
                  </a:lnTo>
                  <a:lnTo>
                    <a:pt x="129508" y="326228"/>
                  </a:lnTo>
                  <a:lnTo>
                    <a:pt x="129508" y="324589"/>
                  </a:lnTo>
                  <a:lnTo>
                    <a:pt x="129508" y="324589"/>
                  </a:lnTo>
                  <a:lnTo>
                    <a:pt x="129508" y="324589"/>
                  </a:lnTo>
                  <a:lnTo>
                    <a:pt x="129508" y="324589"/>
                  </a:lnTo>
                  <a:lnTo>
                    <a:pt x="129508" y="324589"/>
                  </a:lnTo>
                  <a:lnTo>
                    <a:pt x="129508" y="324589"/>
                  </a:lnTo>
                  <a:lnTo>
                    <a:pt x="129508" y="324589"/>
                  </a:lnTo>
                  <a:lnTo>
                    <a:pt x="131147" y="324589"/>
                  </a:lnTo>
                  <a:lnTo>
                    <a:pt x="131147" y="322949"/>
                  </a:lnTo>
                  <a:lnTo>
                    <a:pt x="131147" y="322949"/>
                  </a:lnTo>
                  <a:lnTo>
                    <a:pt x="131147" y="322949"/>
                  </a:lnTo>
                  <a:lnTo>
                    <a:pt x="131147" y="322949"/>
                  </a:lnTo>
                  <a:lnTo>
                    <a:pt x="131147" y="322949"/>
                  </a:lnTo>
                  <a:lnTo>
                    <a:pt x="131147" y="322949"/>
                  </a:lnTo>
                  <a:lnTo>
                    <a:pt x="131147" y="322949"/>
                  </a:lnTo>
                  <a:lnTo>
                    <a:pt x="131147" y="322949"/>
                  </a:lnTo>
                  <a:lnTo>
                    <a:pt x="131147" y="322949"/>
                  </a:lnTo>
                  <a:lnTo>
                    <a:pt x="132786" y="322949"/>
                  </a:lnTo>
                  <a:lnTo>
                    <a:pt x="132786" y="321310"/>
                  </a:lnTo>
                  <a:lnTo>
                    <a:pt x="132786" y="321310"/>
                  </a:lnTo>
                  <a:lnTo>
                    <a:pt x="132786" y="321310"/>
                  </a:lnTo>
                  <a:lnTo>
                    <a:pt x="131147" y="321310"/>
                  </a:lnTo>
                  <a:lnTo>
                    <a:pt x="131147" y="319671"/>
                  </a:lnTo>
                  <a:lnTo>
                    <a:pt x="131147" y="319671"/>
                  </a:lnTo>
                  <a:lnTo>
                    <a:pt x="131147" y="319671"/>
                  </a:lnTo>
                  <a:lnTo>
                    <a:pt x="131147" y="319671"/>
                  </a:lnTo>
                  <a:lnTo>
                    <a:pt x="131147" y="319671"/>
                  </a:lnTo>
                  <a:lnTo>
                    <a:pt x="131147" y="318031"/>
                  </a:lnTo>
                  <a:lnTo>
                    <a:pt x="131147" y="318031"/>
                  </a:lnTo>
                  <a:lnTo>
                    <a:pt x="131147" y="318031"/>
                  </a:lnTo>
                  <a:lnTo>
                    <a:pt x="131147" y="318031"/>
                  </a:lnTo>
                  <a:lnTo>
                    <a:pt x="131147" y="318031"/>
                  </a:lnTo>
                  <a:lnTo>
                    <a:pt x="131147" y="316392"/>
                  </a:lnTo>
                  <a:lnTo>
                    <a:pt x="131147" y="316392"/>
                  </a:lnTo>
                  <a:lnTo>
                    <a:pt x="131147" y="316392"/>
                  </a:lnTo>
                  <a:lnTo>
                    <a:pt x="131147" y="316392"/>
                  </a:lnTo>
                  <a:lnTo>
                    <a:pt x="131147" y="316392"/>
                  </a:lnTo>
                  <a:lnTo>
                    <a:pt x="131147" y="316392"/>
                  </a:lnTo>
                  <a:lnTo>
                    <a:pt x="131147" y="316392"/>
                  </a:lnTo>
                  <a:lnTo>
                    <a:pt x="131147" y="316392"/>
                  </a:lnTo>
                  <a:lnTo>
                    <a:pt x="131147" y="316392"/>
                  </a:lnTo>
                  <a:lnTo>
                    <a:pt x="131147" y="314753"/>
                  </a:lnTo>
                  <a:lnTo>
                    <a:pt x="131147" y="314753"/>
                  </a:lnTo>
                  <a:lnTo>
                    <a:pt x="131147" y="314753"/>
                  </a:lnTo>
                  <a:lnTo>
                    <a:pt x="131147" y="314753"/>
                  </a:lnTo>
                  <a:lnTo>
                    <a:pt x="131147" y="314753"/>
                  </a:lnTo>
                  <a:lnTo>
                    <a:pt x="131147" y="313113"/>
                  </a:lnTo>
                  <a:lnTo>
                    <a:pt x="131147" y="313113"/>
                  </a:lnTo>
                  <a:lnTo>
                    <a:pt x="131147" y="313113"/>
                  </a:lnTo>
                  <a:lnTo>
                    <a:pt x="131147" y="313113"/>
                  </a:lnTo>
                  <a:lnTo>
                    <a:pt x="131147" y="313113"/>
                  </a:lnTo>
                  <a:lnTo>
                    <a:pt x="131147" y="313113"/>
                  </a:lnTo>
                  <a:lnTo>
                    <a:pt x="131147" y="313113"/>
                  </a:lnTo>
                  <a:lnTo>
                    <a:pt x="131147" y="311474"/>
                  </a:lnTo>
                  <a:lnTo>
                    <a:pt x="131147" y="311474"/>
                  </a:lnTo>
                  <a:lnTo>
                    <a:pt x="131147" y="311474"/>
                  </a:lnTo>
                  <a:lnTo>
                    <a:pt x="131147" y="311474"/>
                  </a:lnTo>
                  <a:lnTo>
                    <a:pt x="131147" y="309835"/>
                  </a:lnTo>
                  <a:lnTo>
                    <a:pt x="131147" y="309835"/>
                  </a:lnTo>
                  <a:lnTo>
                    <a:pt x="132786" y="309835"/>
                  </a:lnTo>
                  <a:lnTo>
                    <a:pt x="132786" y="309835"/>
                  </a:lnTo>
                  <a:lnTo>
                    <a:pt x="132786" y="309835"/>
                  </a:lnTo>
                  <a:lnTo>
                    <a:pt x="132786" y="309835"/>
                  </a:lnTo>
                  <a:lnTo>
                    <a:pt x="131147" y="309835"/>
                  </a:lnTo>
                  <a:lnTo>
                    <a:pt x="131147" y="309835"/>
                  </a:lnTo>
                  <a:lnTo>
                    <a:pt x="131147" y="308195"/>
                  </a:lnTo>
                  <a:lnTo>
                    <a:pt x="131147" y="308195"/>
                  </a:lnTo>
                  <a:lnTo>
                    <a:pt x="131147" y="308195"/>
                  </a:lnTo>
                  <a:lnTo>
                    <a:pt x="129508" y="306556"/>
                  </a:lnTo>
                  <a:lnTo>
                    <a:pt x="129508" y="306556"/>
                  </a:lnTo>
                  <a:lnTo>
                    <a:pt x="129508" y="306556"/>
                  </a:lnTo>
                  <a:lnTo>
                    <a:pt x="129508" y="306556"/>
                  </a:lnTo>
                  <a:lnTo>
                    <a:pt x="129508" y="306556"/>
                  </a:lnTo>
                  <a:lnTo>
                    <a:pt x="129508" y="306556"/>
                  </a:lnTo>
                  <a:lnTo>
                    <a:pt x="131147" y="304917"/>
                  </a:lnTo>
                  <a:lnTo>
                    <a:pt x="131147" y="304917"/>
                  </a:lnTo>
                  <a:lnTo>
                    <a:pt x="131147" y="304917"/>
                  </a:lnTo>
                  <a:lnTo>
                    <a:pt x="131147" y="304917"/>
                  </a:lnTo>
                  <a:lnTo>
                    <a:pt x="131147" y="304917"/>
                  </a:lnTo>
                  <a:lnTo>
                    <a:pt x="131147" y="304917"/>
                  </a:lnTo>
                  <a:lnTo>
                    <a:pt x="131147" y="304917"/>
                  </a:lnTo>
                  <a:lnTo>
                    <a:pt x="131147" y="304917"/>
                  </a:lnTo>
                  <a:lnTo>
                    <a:pt x="132786" y="304917"/>
                  </a:lnTo>
                  <a:lnTo>
                    <a:pt x="131147" y="304917"/>
                  </a:lnTo>
                  <a:lnTo>
                    <a:pt x="131147" y="304917"/>
                  </a:lnTo>
                  <a:lnTo>
                    <a:pt x="131147" y="303277"/>
                  </a:lnTo>
                  <a:lnTo>
                    <a:pt x="131147" y="303277"/>
                  </a:lnTo>
                  <a:lnTo>
                    <a:pt x="131147" y="303277"/>
                  </a:lnTo>
                  <a:lnTo>
                    <a:pt x="131147" y="301638"/>
                  </a:lnTo>
                  <a:lnTo>
                    <a:pt x="131147" y="301638"/>
                  </a:lnTo>
                  <a:lnTo>
                    <a:pt x="131147" y="301638"/>
                  </a:lnTo>
                  <a:lnTo>
                    <a:pt x="131147" y="301638"/>
                  </a:lnTo>
                  <a:lnTo>
                    <a:pt x="132786" y="301638"/>
                  </a:lnTo>
                  <a:lnTo>
                    <a:pt x="132786" y="301638"/>
                  </a:lnTo>
                  <a:lnTo>
                    <a:pt x="132786" y="299999"/>
                  </a:lnTo>
                  <a:lnTo>
                    <a:pt x="132786" y="299999"/>
                  </a:lnTo>
                  <a:lnTo>
                    <a:pt x="132786" y="299999"/>
                  </a:lnTo>
                  <a:lnTo>
                    <a:pt x="132786" y="299999"/>
                  </a:lnTo>
                  <a:lnTo>
                    <a:pt x="134425" y="299999"/>
                  </a:lnTo>
                  <a:lnTo>
                    <a:pt x="134425" y="299999"/>
                  </a:lnTo>
                  <a:lnTo>
                    <a:pt x="134425" y="299999"/>
                  </a:lnTo>
                  <a:lnTo>
                    <a:pt x="134425" y="299999"/>
                  </a:lnTo>
                  <a:lnTo>
                    <a:pt x="134425" y="299999"/>
                  </a:lnTo>
                  <a:lnTo>
                    <a:pt x="134425" y="298359"/>
                  </a:lnTo>
                  <a:lnTo>
                    <a:pt x="134425" y="298359"/>
                  </a:lnTo>
                  <a:lnTo>
                    <a:pt x="136065" y="298359"/>
                  </a:lnTo>
                  <a:lnTo>
                    <a:pt x="136065" y="298359"/>
                  </a:lnTo>
                  <a:lnTo>
                    <a:pt x="136065" y="298359"/>
                  </a:lnTo>
                  <a:lnTo>
                    <a:pt x="137704" y="298359"/>
                  </a:lnTo>
                  <a:lnTo>
                    <a:pt x="137704" y="298359"/>
                  </a:lnTo>
                  <a:lnTo>
                    <a:pt x="137704" y="298359"/>
                  </a:lnTo>
                  <a:lnTo>
                    <a:pt x="137704" y="298359"/>
                  </a:lnTo>
                  <a:lnTo>
                    <a:pt x="137704" y="298359"/>
                  </a:lnTo>
                  <a:lnTo>
                    <a:pt x="137704" y="298359"/>
                  </a:lnTo>
                  <a:lnTo>
                    <a:pt x="137704" y="298359"/>
                  </a:lnTo>
                  <a:lnTo>
                    <a:pt x="137704" y="296720"/>
                  </a:lnTo>
                  <a:lnTo>
                    <a:pt x="139344" y="296720"/>
                  </a:lnTo>
                  <a:lnTo>
                    <a:pt x="139344" y="296720"/>
                  </a:lnTo>
                  <a:lnTo>
                    <a:pt x="139344" y="296720"/>
                  </a:lnTo>
                  <a:lnTo>
                    <a:pt x="139344" y="296720"/>
                  </a:lnTo>
                  <a:lnTo>
                    <a:pt x="139344" y="296720"/>
                  </a:lnTo>
                  <a:lnTo>
                    <a:pt x="140983" y="296720"/>
                  </a:lnTo>
                  <a:lnTo>
                    <a:pt x="140983" y="296720"/>
                  </a:lnTo>
                  <a:lnTo>
                    <a:pt x="140983" y="296720"/>
                  </a:lnTo>
                  <a:lnTo>
                    <a:pt x="140983" y="296720"/>
                  </a:lnTo>
                  <a:lnTo>
                    <a:pt x="140983" y="296720"/>
                  </a:lnTo>
                  <a:lnTo>
                    <a:pt x="140983" y="296720"/>
                  </a:lnTo>
                  <a:lnTo>
                    <a:pt x="140983" y="296720"/>
                  </a:lnTo>
                  <a:lnTo>
                    <a:pt x="142622" y="296720"/>
                  </a:lnTo>
                  <a:lnTo>
                    <a:pt x="142622" y="296720"/>
                  </a:lnTo>
                  <a:lnTo>
                    <a:pt x="142622" y="296720"/>
                  </a:lnTo>
                  <a:lnTo>
                    <a:pt x="142622" y="296720"/>
                  </a:lnTo>
                  <a:lnTo>
                    <a:pt x="142622" y="295081"/>
                  </a:lnTo>
                  <a:lnTo>
                    <a:pt x="142622" y="295081"/>
                  </a:lnTo>
                  <a:lnTo>
                    <a:pt x="142622" y="295081"/>
                  </a:lnTo>
                  <a:lnTo>
                    <a:pt x="142622" y="295081"/>
                  </a:lnTo>
                  <a:lnTo>
                    <a:pt x="142622" y="295081"/>
                  </a:lnTo>
                  <a:lnTo>
                    <a:pt x="142622" y="295081"/>
                  </a:lnTo>
                  <a:lnTo>
                    <a:pt x="142622" y="295081"/>
                  </a:lnTo>
                  <a:lnTo>
                    <a:pt x="142622" y="293441"/>
                  </a:lnTo>
                  <a:lnTo>
                    <a:pt x="142622" y="293441"/>
                  </a:lnTo>
                  <a:lnTo>
                    <a:pt x="142622" y="293441"/>
                  </a:lnTo>
                  <a:lnTo>
                    <a:pt x="142622" y="293441"/>
                  </a:lnTo>
                  <a:lnTo>
                    <a:pt x="142622" y="293441"/>
                  </a:lnTo>
                  <a:lnTo>
                    <a:pt x="142622" y="293441"/>
                  </a:lnTo>
                  <a:lnTo>
                    <a:pt x="144261" y="293441"/>
                  </a:lnTo>
                  <a:lnTo>
                    <a:pt x="144261" y="293441"/>
                  </a:lnTo>
                  <a:lnTo>
                    <a:pt x="144261" y="293441"/>
                  </a:lnTo>
                  <a:lnTo>
                    <a:pt x="144261" y="293441"/>
                  </a:lnTo>
                  <a:lnTo>
                    <a:pt x="144261" y="293441"/>
                  </a:lnTo>
                  <a:lnTo>
                    <a:pt x="144261" y="293441"/>
                  </a:lnTo>
                  <a:lnTo>
                    <a:pt x="144261" y="293441"/>
                  </a:lnTo>
                  <a:lnTo>
                    <a:pt x="145901" y="293441"/>
                  </a:lnTo>
                  <a:lnTo>
                    <a:pt x="145901" y="293441"/>
                  </a:lnTo>
                  <a:lnTo>
                    <a:pt x="145901" y="293441"/>
                  </a:lnTo>
                  <a:lnTo>
                    <a:pt x="145901" y="293441"/>
                  </a:lnTo>
                  <a:lnTo>
                    <a:pt x="147540" y="293441"/>
                  </a:lnTo>
                  <a:lnTo>
                    <a:pt x="147540" y="293441"/>
                  </a:lnTo>
                  <a:lnTo>
                    <a:pt x="147540" y="293441"/>
                  </a:lnTo>
                  <a:lnTo>
                    <a:pt x="147540" y="295081"/>
                  </a:lnTo>
                  <a:lnTo>
                    <a:pt x="147540" y="295081"/>
                  </a:lnTo>
                  <a:lnTo>
                    <a:pt x="147540" y="295081"/>
                  </a:lnTo>
                  <a:lnTo>
                    <a:pt x="147540" y="295081"/>
                  </a:lnTo>
                  <a:lnTo>
                    <a:pt x="147540" y="295081"/>
                  </a:lnTo>
                  <a:lnTo>
                    <a:pt x="147540" y="295081"/>
                  </a:lnTo>
                  <a:lnTo>
                    <a:pt x="147540" y="295081"/>
                  </a:lnTo>
                  <a:lnTo>
                    <a:pt x="147540" y="295081"/>
                  </a:lnTo>
                  <a:lnTo>
                    <a:pt x="149180" y="295081"/>
                  </a:lnTo>
                  <a:lnTo>
                    <a:pt x="149180" y="295081"/>
                  </a:lnTo>
                  <a:lnTo>
                    <a:pt x="149180" y="295081"/>
                  </a:lnTo>
                  <a:lnTo>
                    <a:pt x="149180" y="295081"/>
                  </a:lnTo>
                  <a:lnTo>
                    <a:pt x="149180" y="293441"/>
                  </a:lnTo>
                  <a:lnTo>
                    <a:pt x="149180" y="293441"/>
                  </a:lnTo>
                  <a:lnTo>
                    <a:pt x="149180" y="293441"/>
                  </a:lnTo>
                  <a:lnTo>
                    <a:pt x="150819" y="293441"/>
                  </a:lnTo>
                  <a:lnTo>
                    <a:pt x="150819" y="293441"/>
                  </a:lnTo>
                  <a:lnTo>
                    <a:pt x="150819" y="293441"/>
                  </a:lnTo>
                  <a:lnTo>
                    <a:pt x="150819" y="293441"/>
                  </a:lnTo>
                  <a:lnTo>
                    <a:pt x="150819" y="293441"/>
                  </a:lnTo>
                  <a:lnTo>
                    <a:pt x="150819" y="293441"/>
                  </a:lnTo>
                  <a:lnTo>
                    <a:pt x="152458" y="293441"/>
                  </a:lnTo>
                  <a:lnTo>
                    <a:pt x="152458" y="293441"/>
                  </a:lnTo>
                  <a:lnTo>
                    <a:pt x="152458" y="293441"/>
                  </a:lnTo>
                  <a:lnTo>
                    <a:pt x="152458" y="293441"/>
                  </a:lnTo>
                  <a:lnTo>
                    <a:pt x="152458" y="293441"/>
                  </a:lnTo>
                  <a:lnTo>
                    <a:pt x="154098" y="293441"/>
                  </a:lnTo>
                  <a:lnTo>
                    <a:pt x="154098" y="293441"/>
                  </a:lnTo>
                  <a:lnTo>
                    <a:pt x="154098" y="293441"/>
                  </a:lnTo>
                  <a:lnTo>
                    <a:pt x="154098" y="293441"/>
                  </a:lnTo>
                  <a:lnTo>
                    <a:pt x="154098" y="293441"/>
                  </a:lnTo>
                  <a:lnTo>
                    <a:pt x="155737" y="293441"/>
                  </a:lnTo>
                  <a:lnTo>
                    <a:pt x="155737" y="293441"/>
                  </a:lnTo>
                  <a:lnTo>
                    <a:pt x="155737" y="295081"/>
                  </a:lnTo>
                  <a:lnTo>
                    <a:pt x="155737" y="295081"/>
                  </a:lnTo>
                  <a:lnTo>
                    <a:pt x="157376" y="295081"/>
                  </a:lnTo>
                  <a:lnTo>
                    <a:pt x="157376" y="295081"/>
                  </a:lnTo>
                  <a:lnTo>
                    <a:pt x="157376" y="295081"/>
                  </a:lnTo>
                  <a:lnTo>
                    <a:pt x="159015" y="295081"/>
                  </a:lnTo>
                  <a:lnTo>
                    <a:pt x="159015" y="295081"/>
                  </a:lnTo>
                  <a:lnTo>
                    <a:pt x="159015" y="295081"/>
                  </a:lnTo>
                  <a:lnTo>
                    <a:pt x="159015" y="295081"/>
                  </a:lnTo>
                  <a:lnTo>
                    <a:pt x="159015" y="295081"/>
                  </a:lnTo>
                  <a:lnTo>
                    <a:pt x="159015" y="295081"/>
                  </a:lnTo>
                  <a:lnTo>
                    <a:pt x="159015" y="295081"/>
                  </a:lnTo>
                  <a:lnTo>
                    <a:pt x="160655" y="295081"/>
                  </a:lnTo>
                  <a:lnTo>
                    <a:pt x="160655" y="296720"/>
                  </a:lnTo>
                  <a:lnTo>
                    <a:pt x="160655" y="296720"/>
                  </a:lnTo>
                  <a:lnTo>
                    <a:pt x="160655" y="296720"/>
                  </a:lnTo>
                  <a:lnTo>
                    <a:pt x="160655" y="296720"/>
                  </a:lnTo>
                  <a:lnTo>
                    <a:pt x="162294" y="298359"/>
                  </a:lnTo>
                  <a:lnTo>
                    <a:pt x="162294" y="298359"/>
                  </a:lnTo>
                  <a:lnTo>
                    <a:pt x="162294" y="298359"/>
                  </a:lnTo>
                  <a:lnTo>
                    <a:pt x="162294" y="298359"/>
                  </a:lnTo>
                  <a:lnTo>
                    <a:pt x="162294" y="298359"/>
                  </a:lnTo>
                  <a:lnTo>
                    <a:pt x="162294" y="298359"/>
                  </a:lnTo>
                  <a:lnTo>
                    <a:pt x="162294" y="298359"/>
                  </a:lnTo>
                  <a:lnTo>
                    <a:pt x="162294" y="298359"/>
                  </a:lnTo>
                  <a:lnTo>
                    <a:pt x="162294" y="298359"/>
                  </a:lnTo>
                  <a:lnTo>
                    <a:pt x="162294" y="298359"/>
                  </a:lnTo>
                  <a:lnTo>
                    <a:pt x="162294" y="298359"/>
                  </a:lnTo>
                  <a:lnTo>
                    <a:pt x="162294" y="298359"/>
                  </a:lnTo>
                  <a:lnTo>
                    <a:pt x="162294" y="298359"/>
                  </a:lnTo>
                  <a:lnTo>
                    <a:pt x="162294" y="296720"/>
                  </a:lnTo>
                  <a:lnTo>
                    <a:pt x="160655" y="296720"/>
                  </a:lnTo>
                  <a:lnTo>
                    <a:pt x="160655" y="295081"/>
                  </a:lnTo>
                  <a:lnTo>
                    <a:pt x="160655" y="295081"/>
                  </a:lnTo>
                  <a:lnTo>
                    <a:pt x="160655" y="295081"/>
                  </a:lnTo>
                  <a:lnTo>
                    <a:pt x="160655" y="295081"/>
                  </a:lnTo>
                  <a:lnTo>
                    <a:pt x="160655" y="293441"/>
                  </a:lnTo>
                  <a:lnTo>
                    <a:pt x="160655" y="293441"/>
                  </a:lnTo>
                  <a:lnTo>
                    <a:pt x="160655" y="293441"/>
                  </a:lnTo>
                  <a:lnTo>
                    <a:pt x="160655" y="293441"/>
                  </a:lnTo>
                  <a:lnTo>
                    <a:pt x="160655" y="293441"/>
                  </a:lnTo>
                  <a:lnTo>
                    <a:pt x="160655" y="291802"/>
                  </a:lnTo>
                  <a:lnTo>
                    <a:pt x="160655" y="291802"/>
                  </a:lnTo>
                  <a:lnTo>
                    <a:pt x="160655" y="291802"/>
                  </a:lnTo>
                  <a:lnTo>
                    <a:pt x="160655" y="291802"/>
                  </a:lnTo>
                  <a:lnTo>
                    <a:pt x="160655" y="291802"/>
                  </a:lnTo>
                  <a:lnTo>
                    <a:pt x="160655" y="291802"/>
                  </a:lnTo>
                  <a:lnTo>
                    <a:pt x="160655" y="291802"/>
                  </a:lnTo>
                  <a:lnTo>
                    <a:pt x="159015" y="291802"/>
                  </a:lnTo>
                  <a:lnTo>
                    <a:pt x="159015" y="291802"/>
                  </a:lnTo>
                  <a:lnTo>
                    <a:pt x="157376" y="290163"/>
                  </a:lnTo>
                  <a:lnTo>
                    <a:pt x="157376" y="290163"/>
                  </a:lnTo>
                  <a:lnTo>
                    <a:pt x="157376" y="290163"/>
                  </a:lnTo>
                  <a:lnTo>
                    <a:pt x="157376" y="290163"/>
                  </a:lnTo>
                  <a:lnTo>
                    <a:pt x="157376" y="288523"/>
                  </a:lnTo>
                  <a:lnTo>
                    <a:pt x="155737" y="288523"/>
                  </a:lnTo>
                  <a:lnTo>
                    <a:pt x="155737" y="288523"/>
                  </a:lnTo>
                  <a:lnTo>
                    <a:pt x="155737" y="288523"/>
                  </a:lnTo>
                  <a:lnTo>
                    <a:pt x="155737" y="286884"/>
                  </a:lnTo>
                  <a:lnTo>
                    <a:pt x="155737" y="286884"/>
                  </a:lnTo>
                  <a:lnTo>
                    <a:pt x="154098" y="286884"/>
                  </a:lnTo>
                  <a:lnTo>
                    <a:pt x="154098" y="286884"/>
                  </a:lnTo>
                  <a:lnTo>
                    <a:pt x="154098" y="286884"/>
                  </a:lnTo>
                  <a:lnTo>
                    <a:pt x="154098" y="286884"/>
                  </a:lnTo>
                  <a:lnTo>
                    <a:pt x="154098" y="286884"/>
                  </a:lnTo>
                  <a:lnTo>
                    <a:pt x="154098" y="286884"/>
                  </a:lnTo>
                  <a:lnTo>
                    <a:pt x="152458" y="286884"/>
                  </a:lnTo>
                  <a:lnTo>
                    <a:pt x="152458" y="286884"/>
                  </a:lnTo>
                  <a:lnTo>
                    <a:pt x="152458" y="286884"/>
                  </a:lnTo>
                  <a:lnTo>
                    <a:pt x="152458" y="286884"/>
                  </a:lnTo>
                  <a:lnTo>
                    <a:pt x="152458" y="286884"/>
                  </a:lnTo>
                  <a:lnTo>
                    <a:pt x="150819" y="286884"/>
                  </a:lnTo>
                  <a:lnTo>
                    <a:pt x="150819" y="286884"/>
                  </a:lnTo>
                  <a:lnTo>
                    <a:pt x="150819" y="286884"/>
                  </a:lnTo>
                  <a:lnTo>
                    <a:pt x="150819" y="286884"/>
                  </a:lnTo>
                  <a:lnTo>
                    <a:pt x="150819" y="285244"/>
                  </a:lnTo>
                  <a:lnTo>
                    <a:pt x="150819" y="285244"/>
                  </a:lnTo>
                  <a:lnTo>
                    <a:pt x="150819" y="285244"/>
                  </a:lnTo>
                  <a:lnTo>
                    <a:pt x="149180" y="285244"/>
                  </a:lnTo>
                  <a:lnTo>
                    <a:pt x="149180" y="285244"/>
                  </a:lnTo>
                  <a:lnTo>
                    <a:pt x="149180" y="285244"/>
                  </a:lnTo>
                  <a:lnTo>
                    <a:pt x="149180" y="285244"/>
                  </a:lnTo>
                  <a:lnTo>
                    <a:pt x="149180" y="283605"/>
                  </a:lnTo>
                  <a:lnTo>
                    <a:pt x="149180" y="283605"/>
                  </a:lnTo>
                  <a:lnTo>
                    <a:pt x="149180" y="283605"/>
                  </a:lnTo>
                  <a:lnTo>
                    <a:pt x="149180" y="283605"/>
                  </a:lnTo>
                  <a:lnTo>
                    <a:pt x="147540" y="283605"/>
                  </a:lnTo>
                  <a:lnTo>
                    <a:pt x="147540" y="283605"/>
                  </a:lnTo>
                  <a:lnTo>
                    <a:pt x="147540" y="283605"/>
                  </a:lnTo>
                  <a:lnTo>
                    <a:pt x="147540" y="283605"/>
                  </a:lnTo>
                  <a:lnTo>
                    <a:pt x="147540" y="283605"/>
                  </a:lnTo>
                  <a:lnTo>
                    <a:pt x="147540" y="283605"/>
                  </a:lnTo>
                  <a:lnTo>
                    <a:pt x="147540" y="283605"/>
                  </a:lnTo>
                  <a:lnTo>
                    <a:pt x="145901" y="283605"/>
                  </a:lnTo>
                  <a:lnTo>
                    <a:pt x="145901" y="283605"/>
                  </a:lnTo>
                  <a:lnTo>
                    <a:pt x="144261" y="283605"/>
                  </a:lnTo>
                  <a:lnTo>
                    <a:pt x="144261" y="283605"/>
                  </a:lnTo>
                  <a:lnTo>
                    <a:pt x="144261" y="283605"/>
                  </a:lnTo>
                  <a:lnTo>
                    <a:pt x="144261" y="283605"/>
                  </a:lnTo>
                  <a:lnTo>
                    <a:pt x="142622" y="283605"/>
                  </a:lnTo>
                  <a:lnTo>
                    <a:pt x="142622" y="283605"/>
                  </a:lnTo>
                  <a:lnTo>
                    <a:pt x="142622" y="283605"/>
                  </a:lnTo>
                  <a:lnTo>
                    <a:pt x="142622" y="283605"/>
                  </a:lnTo>
                  <a:lnTo>
                    <a:pt x="140983" y="283605"/>
                  </a:lnTo>
                  <a:lnTo>
                    <a:pt x="140983" y="283605"/>
                  </a:lnTo>
                  <a:lnTo>
                    <a:pt x="140983" y="285244"/>
                  </a:lnTo>
                  <a:lnTo>
                    <a:pt x="140983" y="285244"/>
                  </a:lnTo>
                  <a:lnTo>
                    <a:pt x="139344" y="285244"/>
                  </a:lnTo>
                  <a:lnTo>
                    <a:pt x="139344" y="283605"/>
                  </a:lnTo>
                  <a:lnTo>
                    <a:pt x="139344" y="283605"/>
                  </a:lnTo>
                  <a:lnTo>
                    <a:pt x="139344" y="283605"/>
                  </a:lnTo>
                  <a:lnTo>
                    <a:pt x="139344" y="283605"/>
                  </a:lnTo>
                  <a:lnTo>
                    <a:pt x="137704" y="283605"/>
                  </a:lnTo>
                  <a:lnTo>
                    <a:pt x="137704" y="283605"/>
                  </a:lnTo>
                  <a:lnTo>
                    <a:pt x="137704" y="283605"/>
                  </a:lnTo>
                  <a:lnTo>
                    <a:pt x="136065" y="283605"/>
                  </a:lnTo>
                  <a:lnTo>
                    <a:pt x="136065" y="283605"/>
                  </a:lnTo>
                  <a:lnTo>
                    <a:pt x="136065" y="283605"/>
                  </a:lnTo>
                  <a:lnTo>
                    <a:pt x="134425" y="283605"/>
                  </a:lnTo>
                  <a:lnTo>
                    <a:pt x="134425" y="283605"/>
                  </a:lnTo>
                  <a:lnTo>
                    <a:pt x="134425" y="283605"/>
                  </a:lnTo>
                  <a:lnTo>
                    <a:pt x="134425" y="281966"/>
                  </a:lnTo>
                  <a:lnTo>
                    <a:pt x="134425" y="281966"/>
                  </a:lnTo>
                  <a:lnTo>
                    <a:pt x="134425" y="281966"/>
                  </a:lnTo>
                  <a:lnTo>
                    <a:pt x="132786" y="281966"/>
                  </a:lnTo>
                  <a:lnTo>
                    <a:pt x="132786" y="281966"/>
                  </a:lnTo>
                  <a:lnTo>
                    <a:pt x="132786" y="281966"/>
                  </a:lnTo>
                  <a:lnTo>
                    <a:pt x="132786" y="281966"/>
                  </a:lnTo>
                  <a:lnTo>
                    <a:pt x="132786" y="281966"/>
                  </a:lnTo>
                  <a:lnTo>
                    <a:pt x="131147" y="281966"/>
                  </a:lnTo>
                  <a:lnTo>
                    <a:pt x="131147" y="281966"/>
                  </a:lnTo>
                  <a:lnTo>
                    <a:pt x="131147" y="281966"/>
                  </a:lnTo>
                  <a:lnTo>
                    <a:pt x="131147" y="281966"/>
                  </a:lnTo>
                  <a:lnTo>
                    <a:pt x="131147" y="281966"/>
                  </a:lnTo>
                  <a:lnTo>
                    <a:pt x="131147" y="281966"/>
                  </a:lnTo>
                  <a:lnTo>
                    <a:pt x="129508" y="281966"/>
                  </a:lnTo>
                  <a:lnTo>
                    <a:pt x="129508" y="280327"/>
                  </a:lnTo>
                  <a:lnTo>
                    <a:pt x="129508" y="280327"/>
                  </a:lnTo>
                  <a:lnTo>
                    <a:pt x="129508" y="280327"/>
                  </a:lnTo>
                  <a:lnTo>
                    <a:pt x="129508" y="280327"/>
                  </a:lnTo>
                  <a:lnTo>
                    <a:pt x="127868" y="278687"/>
                  </a:lnTo>
                  <a:lnTo>
                    <a:pt x="127868" y="278687"/>
                  </a:lnTo>
                  <a:lnTo>
                    <a:pt x="127868" y="278687"/>
                  </a:lnTo>
                  <a:lnTo>
                    <a:pt x="127868" y="278687"/>
                  </a:lnTo>
                  <a:lnTo>
                    <a:pt x="127868" y="278687"/>
                  </a:lnTo>
                  <a:lnTo>
                    <a:pt x="127868" y="278687"/>
                  </a:lnTo>
                  <a:lnTo>
                    <a:pt x="127868" y="277048"/>
                  </a:lnTo>
                  <a:lnTo>
                    <a:pt x="127868" y="277048"/>
                  </a:lnTo>
                  <a:lnTo>
                    <a:pt x="127868" y="275409"/>
                  </a:lnTo>
                  <a:lnTo>
                    <a:pt x="129508" y="275409"/>
                  </a:lnTo>
                  <a:lnTo>
                    <a:pt x="129508" y="275409"/>
                  </a:lnTo>
                  <a:lnTo>
                    <a:pt x="129508" y="275409"/>
                  </a:lnTo>
                  <a:lnTo>
                    <a:pt x="129508" y="275409"/>
                  </a:lnTo>
                  <a:lnTo>
                    <a:pt x="127868" y="275409"/>
                  </a:lnTo>
                  <a:lnTo>
                    <a:pt x="127868" y="275409"/>
                  </a:lnTo>
                  <a:lnTo>
                    <a:pt x="127868" y="273769"/>
                  </a:lnTo>
                  <a:lnTo>
                    <a:pt x="127868" y="273769"/>
                  </a:lnTo>
                  <a:lnTo>
                    <a:pt x="126229" y="273769"/>
                  </a:lnTo>
                  <a:lnTo>
                    <a:pt x="126229" y="273769"/>
                  </a:lnTo>
                  <a:lnTo>
                    <a:pt x="126229" y="272130"/>
                  </a:lnTo>
                  <a:lnTo>
                    <a:pt x="126229" y="272130"/>
                  </a:lnTo>
                  <a:lnTo>
                    <a:pt x="124590" y="272130"/>
                  </a:lnTo>
                  <a:lnTo>
                    <a:pt x="124590" y="272130"/>
                  </a:lnTo>
                  <a:lnTo>
                    <a:pt x="124590" y="272130"/>
                  </a:lnTo>
                  <a:lnTo>
                    <a:pt x="124590" y="272130"/>
                  </a:lnTo>
                  <a:lnTo>
                    <a:pt x="124590" y="272130"/>
                  </a:lnTo>
                  <a:lnTo>
                    <a:pt x="122950" y="272130"/>
                  </a:lnTo>
                  <a:lnTo>
                    <a:pt x="122950" y="272130"/>
                  </a:lnTo>
                  <a:lnTo>
                    <a:pt x="122950" y="272130"/>
                  </a:lnTo>
                  <a:lnTo>
                    <a:pt x="122950" y="270491"/>
                  </a:lnTo>
                  <a:lnTo>
                    <a:pt x="122950" y="270491"/>
                  </a:lnTo>
                  <a:lnTo>
                    <a:pt x="121311" y="270491"/>
                  </a:lnTo>
                  <a:lnTo>
                    <a:pt x="121311" y="270491"/>
                  </a:lnTo>
                  <a:lnTo>
                    <a:pt x="121311" y="270491"/>
                  </a:lnTo>
                  <a:lnTo>
                    <a:pt x="121311" y="270491"/>
                  </a:lnTo>
                  <a:lnTo>
                    <a:pt x="121311" y="270491"/>
                  </a:lnTo>
                  <a:lnTo>
                    <a:pt x="121311" y="268851"/>
                  </a:lnTo>
                  <a:lnTo>
                    <a:pt x="121311" y="268851"/>
                  </a:lnTo>
                  <a:lnTo>
                    <a:pt x="119671" y="268851"/>
                  </a:lnTo>
                  <a:lnTo>
                    <a:pt x="119671" y="268851"/>
                  </a:lnTo>
                  <a:lnTo>
                    <a:pt x="119671" y="268851"/>
                  </a:lnTo>
                  <a:lnTo>
                    <a:pt x="119671" y="267212"/>
                  </a:lnTo>
                  <a:lnTo>
                    <a:pt x="119671" y="267212"/>
                  </a:lnTo>
                  <a:lnTo>
                    <a:pt x="118032" y="267212"/>
                  </a:lnTo>
                  <a:lnTo>
                    <a:pt x="118032" y="267212"/>
                  </a:lnTo>
                  <a:lnTo>
                    <a:pt x="118032" y="267212"/>
                  </a:lnTo>
                  <a:lnTo>
                    <a:pt x="118032" y="267212"/>
                  </a:lnTo>
                  <a:lnTo>
                    <a:pt x="118032" y="267212"/>
                  </a:lnTo>
                  <a:lnTo>
                    <a:pt x="118032" y="267212"/>
                  </a:lnTo>
                  <a:lnTo>
                    <a:pt x="118032" y="267212"/>
                  </a:lnTo>
                  <a:lnTo>
                    <a:pt x="116393" y="265573"/>
                  </a:lnTo>
                  <a:lnTo>
                    <a:pt x="116393" y="265573"/>
                  </a:lnTo>
                  <a:lnTo>
                    <a:pt x="116393" y="265573"/>
                  </a:lnTo>
                  <a:lnTo>
                    <a:pt x="116393" y="263933"/>
                  </a:lnTo>
                  <a:lnTo>
                    <a:pt x="116393" y="263933"/>
                  </a:lnTo>
                  <a:lnTo>
                    <a:pt x="116393" y="263933"/>
                  </a:lnTo>
                  <a:lnTo>
                    <a:pt x="114754" y="263933"/>
                  </a:lnTo>
                  <a:lnTo>
                    <a:pt x="114754" y="263933"/>
                  </a:lnTo>
                  <a:lnTo>
                    <a:pt x="114754" y="263933"/>
                  </a:lnTo>
                  <a:lnTo>
                    <a:pt x="114754" y="262294"/>
                  </a:lnTo>
                  <a:lnTo>
                    <a:pt x="113114" y="260654"/>
                  </a:lnTo>
                  <a:lnTo>
                    <a:pt x="113114" y="260654"/>
                  </a:lnTo>
                  <a:lnTo>
                    <a:pt x="113114" y="259015"/>
                  </a:lnTo>
                  <a:lnTo>
                    <a:pt x="113114" y="259015"/>
                  </a:lnTo>
                  <a:lnTo>
                    <a:pt x="113114" y="259015"/>
                  </a:lnTo>
                  <a:lnTo>
                    <a:pt x="113114" y="259015"/>
                  </a:lnTo>
                  <a:lnTo>
                    <a:pt x="113114" y="259015"/>
                  </a:lnTo>
                  <a:lnTo>
                    <a:pt x="111475" y="257376"/>
                  </a:lnTo>
                  <a:lnTo>
                    <a:pt x="111475" y="257376"/>
                  </a:lnTo>
                  <a:lnTo>
                    <a:pt x="111475" y="257376"/>
                  </a:lnTo>
                  <a:lnTo>
                    <a:pt x="111475" y="257376"/>
                  </a:lnTo>
                  <a:lnTo>
                    <a:pt x="111475" y="257376"/>
                  </a:lnTo>
                  <a:lnTo>
                    <a:pt x="111475" y="257376"/>
                  </a:lnTo>
                  <a:lnTo>
                    <a:pt x="111475" y="257376"/>
                  </a:lnTo>
                  <a:lnTo>
                    <a:pt x="111475" y="255737"/>
                  </a:lnTo>
                  <a:lnTo>
                    <a:pt x="111475" y="255737"/>
                  </a:lnTo>
                  <a:lnTo>
                    <a:pt x="111475" y="255737"/>
                  </a:lnTo>
                  <a:lnTo>
                    <a:pt x="111475" y="255737"/>
                  </a:lnTo>
                  <a:lnTo>
                    <a:pt x="111475" y="255737"/>
                  </a:lnTo>
                  <a:lnTo>
                    <a:pt x="111475" y="254097"/>
                  </a:lnTo>
                  <a:lnTo>
                    <a:pt x="111475" y="254097"/>
                  </a:lnTo>
                  <a:lnTo>
                    <a:pt x="111475" y="254097"/>
                  </a:lnTo>
                  <a:lnTo>
                    <a:pt x="111475" y="254097"/>
                  </a:lnTo>
                  <a:lnTo>
                    <a:pt x="111475" y="254097"/>
                  </a:lnTo>
                  <a:lnTo>
                    <a:pt x="111475" y="254097"/>
                  </a:lnTo>
                  <a:lnTo>
                    <a:pt x="109835" y="252458"/>
                  </a:lnTo>
                  <a:lnTo>
                    <a:pt x="109835" y="252458"/>
                  </a:lnTo>
                  <a:lnTo>
                    <a:pt x="109835" y="252458"/>
                  </a:lnTo>
                  <a:lnTo>
                    <a:pt x="109835" y="250819"/>
                  </a:lnTo>
                  <a:lnTo>
                    <a:pt x="109835" y="250819"/>
                  </a:lnTo>
                  <a:lnTo>
                    <a:pt x="108196" y="250819"/>
                  </a:lnTo>
                  <a:lnTo>
                    <a:pt x="108196" y="250819"/>
                  </a:lnTo>
                  <a:lnTo>
                    <a:pt x="108196" y="250819"/>
                  </a:lnTo>
                  <a:lnTo>
                    <a:pt x="108196" y="250819"/>
                  </a:lnTo>
                  <a:lnTo>
                    <a:pt x="108196" y="249179"/>
                  </a:lnTo>
                  <a:lnTo>
                    <a:pt x="108196" y="249179"/>
                  </a:lnTo>
                  <a:lnTo>
                    <a:pt x="108196" y="249179"/>
                  </a:lnTo>
                  <a:lnTo>
                    <a:pt x="106557" y="247540"/>
                  </a:lnTo>
                  <a:lnTo>
                    <a:pt x="106557" y="247540"/>
                  </a:lnTo>
                  <a:lnTo>
                    <a:pt x="106557" y="247540"/>
                  </a:lnTo>
                  <a:lnTo>
                    <a:pt x="106557" y="247540"/>
                  </a:lnTo>
                  <a:lnTo>
                    <a:pt x="106557" y="247540"/>
                  </a:lnTo>
                  <a:lnTo>
                    <a:pt x="104917" y="247540"/>
                  </a:lnTo>
                  <a:lnTo>
                    <a:pt x="104917" y="245901"/>
                  </a:lnTo>
                  <a:lnTo>
                    <a:pt x="104917" y="245901"/>
                  </a:lnTo>
                  <a:lnTo>
                    <a:pt x="104917" y="245901"/>
                  </a:lnTo>
                  <a:lnTo>
                    <a:pt x="103278" y="245901"/>
                  </a:lnTo>
                  <a:lnTo>
                    <a:pt x="103278" y="245901"/>
                  </a:lnTo>
                  <a:lnTo>
                    <a:pt x="103278" y="244261"/>
                  </a:lnTo>
                  <a:lnTo>
                    <a:pt x="103278" y="244261"/>
                  </a:lnTo>
                  <a:lnTo>
                    <a:pt x="103278" y="244261"/>
                  </a:lnTo>
                  <a:lnTo>
                    <a:pt x="103278" y="244261"/>
                  </a:lnTo>
                  <a:lnTo>
                    <a:pt x="101639" y="242622"/>
                  </a:lnTo>
                  <a:lnTo>
                    <a:pt x="101639" y="242622"/>
                  </a:lnTo>
                  <a:lnTo>
                    <a:pt x="101639" y="242622"/>
                  </a:lnTo>
                  <a:lnTo>
                    <a:pt x="101639" y="242622"/>
                  </a:lnTo>
                  <a:lnTo>
                    <a:pt x="101639" y="242622"/>
                  </a:lnTo>
                  <a:lnTo>
                    <a:pt x="100000" y="242622"/>
                  </a:lnTo>
                  <a:lnTo>
                    <a:pt x="100000" y="242622"/>
                  </a:lnTo>
                  <a:lnTo>
                    <a:pt x="100000" y="242622"/>
                  </a:lnTo>
                  <a:lnTo>
                    <a:pt x="100000" y="240982"/>
                  </a:lnTo>
                  <a:lnTo>
                    <a:pt x="100000" y="240982"/>
                  </a:lnTo>
                  <a:lnTo>
                    <a:pt x="100000" y="240982"/>
                  </a:lnTo>
                  <a:lnTo>
                    <a:pt x="100000" y="239343"/>
                  </a:lnTo>
                  <a:lnTo>
                    <a:pt x="98360" y="239343"/>
                  </a:lnTo>
                  <a:lnTo>
                    <a:pt x="98360" y="239343"/>
                  </a:lnTo>
                  <a:lnTo>
                    <a:pt x="98360" y="239343"/>
                  </a:lnTo>
                  <a:lnTo>
                    <a:pt x="98360" y="239343"/>
                  </a:lnTo>
                  <a:lnTo>
                    <a:pt x="98360" y="239343"/>
                  </a:lnTo>
                  <a:lnTo>
                    <a:pt x="98360" y="239343"/>
                  </a:lnTo>
                  <a:lnTo>
                    <a:pt x="98360" y="239343"/>
                  </a:lnTo>
                  <a:lnTo>
                    <a:pt x="98360" y="239343"/>
                  </a:lnTo>
                  <a:lnTo>
                    <a:pt x="96721" y="237704"/>
                  </a:lnTo>
                  <a:lnTo>
                    <a:pt x="96721" y="237704"/>
                  </a:lnTo>
                  <a:lnTo>
                    <a:pt x="96721" y="237704"/>
                  </a:lnTo>
                  <a:lnTo>
                    <a:pt x="96721" y="237704"/>
                  </a:lnTo>
                  <a:lnTo>
                    <a:pt x="96721" y="237704"/>
                  </a:lnTo>
                  <a:lnTo>
                    <a:pt x="96721" y="237704"/>
                  </a:lnTo>
                  <a:lnTo>
                    <a:pt x="96721" y="237704"/>
                  </a:lnTo>
                  <a:lnTo>
                    <a:pt x="96721" y="237704"/>
                  </a:lnTo>
                  <a:lnTo>
                    <a:pt x="95081" y="236064"/>
                  </a:lnTo>
                  <a:lnTo>
                    <a:pt x="95081" y="236064"/>
                  </a:lnTo>
                  <a:lnTo>
                    <a:pt x="95081" y="236064"/>
                  </a:lnTo>
                  <a:lnTo>
                    <a:pt x="95081" y="236064"/>
                  </a:lnTo>
                  <a:lnTo>
                    <a:pt x="95081" y="236064"/>
                  </a:lnTo>
                  <a:lnTo>
                    <a:pt x="95081" y="236064"/>
                  </a:lnTo>
                  <a:lnTo>
                    <a:pt x="95081" y="234425"/>
                  </a:lnTo>
                  <a:lnTo>
                    <a:pt x="93442" y="234425"/>
                  </a:lnTo>
                  <a:lnTo>
                    <a:pt x="93442" y="234425"/>
                  </a:lnTo>
                  <a:lnTo>
                    <a:pt x="93442" y="234425"/>
                  </a:lnTo>
                  <a:lnTo>
                    <a:pt x="93442" y="232786"/>
                  </a:lnTo>
                  <a:lnTo>
                    <a:pt x="93442" y="232786"/>
                  </a:lnTo>
                  <a:lnTo>
                    <a:pt x="91803" y="232786"/>
                  </a:lnTo>
                  <a:lnTo>
                    <a:pt x="91803" y="231147"/>
                  </a:lnTo>
                  <a:lnTo>
                    <a:pt x="90164" y="229507"/>
                  </a:lnTo>
                  <a:lnTo>
                    <a:pt x="90164" y="229507"/>
                  </a:lnTo>
                  <a:lnTo>
                    <a:pt x="90164" y="229507"/>
                  </a:lnTo>
                  <a:lnTo>
                    <a:pt x="88524" y="229507"/>
                  </a:lnTo>
                  <a:lnTo>
                    <a:pt x="88524" y="227868"/>
                  </a:lnTo>
                  <a:lnTo>
                    <a:pt x="86885" y="227868"/>
                  </a:lnTo>
                  <a:lnTo>
                    <a:pt x="86885" y="227868"/>
                  </a:lnTo>
                  <a:lnTo>
                    <a:pt x="86885" y="227868"/>
                  </a:lnTo>
                  <a:lnTo>
                    <a:pt x="86885" y="226229"/>
                  </a:lnTo>
                  <a:lnTo>
                    <a:pt x="85245" y="226229"/>
                  </a:lnTo>
                  <a:lnTo>
                    <a:pt x="85245" y="226229"/>
                  </a:lnTo>
                  <a:lnTo>
                    <a:pt x="85245" y="226229"/>
                  </a:lnTo>
                  <a:lnTo>
                    <a:pt x="83606" y="226229"/>
                  </a:lnTo>
                  <a:lnTo>
                    <a:pt x="83606" y="226229"/>
                  </a:lnTo>
                  <a:lnTo>
                    <a:pt x="83606" y="226229"/>
                  </a:lnTo>
                  <a:lnTo>
                    <a:pt x="83606" y="224589"/>
                  </a:lnTo>
                  <a:lnTo>
                    <a:pt x="83606" y="224589"/>
                  </a:lnTo>
                  <a:lnTo>
                    <a:pt x="83606" y="224589"/>
                  </a:lnTo>
                  <a:lnTo>
                    <a:pt x="81967" y="224589"/>
                  </a:lnTo>
                  <a:lnTo>
                    <a:pt x="81967" y="224589"/>
                  </a:lnTo>
                  <a:lnTo>
                    <a:pt x="80327" y="224589"/>
                  </a:lnTo>
                  <a:lnTo>
                    <a:pt x="80327" y="224589"/>
                  </a:lnTo>
                  <a:lnTo>
                    <a:pt x="80327" y="224589"/>
                  </a:lnTo>
                  <a:lnTo>
                    <a:pt x="80327" y="224589"/>
                  </a:lnTo>
                  <a:lnTo>
                    <a:pt x="78688" y="224589"/>
                  </a:lnTo>
                  <a:lnTo>
                    <a:pt x="78688" y="222950"/>
                  </a:lnTo>
                  <a:lnTo>
                    <a:pt x="78688" y="222950"/>
                  </a:lnTo>
                  <a:lnTo>
                    <a:pt x="78688" y="222950"/>
                  </a:lnTo>
                  <a:lnTo>
                    <a:pt x="78688" y="222950"/>
                  </a:lnTo>
                  <a:lnTo>
                    <a:pt x="77049" y="222950"/>
                  </a:lnTo>
                  <a:lnTo>
                    <a:pt x="77049" y="221310"/>
                  </a:lnTo>
                  <a:lnTo>
                    <a:pt x="77049" y="221310"/>
                  </a:lnTo>
                  <a:lnTo>
                    <a:pt x="77049" y="219671"/>
                  </a:lnTo>
                  <a:lnTo>
                    <a:pt x="77049" y="219671"/>
                  </a:lnTo>
                  <a:lnTo>
                    <a:pt x="77049" y="219671"/>
                  </a:lnTo>
                  <a:lnTo>
                    <a:pt x="75410" y="219671"/>
                  </a:lnTo>
                  <a:lnTo>
                    <a:pt x="75410" y="218032"/>
                  </a:lnTo>
                  <a:lnTo>
                    <a:pt x="75410" y="218032"/>
                  </a:lnTo>
                  <a:lnTo>
                    <a:pt x="75410" y="216392"/>
                  </a:lnTo>
                  <a:lnTo>
                    <a:pt x="75410" y="216392"/>
                  </a:lnTo>
                  <a:lnTo>
                    <a:pt x="73770" y="216392"/>
                  </a:lnTo>
                  <a:lnTo>
                    <a:pt x="73770" y="216392"/>
                  </a:lnTo>
                  <a:lnTo>
                    <a:pt x="73770" y="216392"/>
                  </a:lnTo>
                  <a:lnTo>
                    <a:pt x="73770" y="216392"/>
                  </a:lnTo>
                  <a:lnTo>
                    <a:pt x="73770" y="216392"/>
                  </a:lnTo>
                  <a:lnTo>
                    <a:pt x="72131" y="214753"/>
                  </a:lnTo>
                  <a:lnTo>
                    <a:pt x="72131" y="214753"/>
                  </a:lnTo>
                  <a:lnTo>
                    <a:pt x="72131" y="214753"/>
                  </a:lnTo>
                  <a:lnTo>
                    <a:pt x="72131" y="213114"/>
                  </a:lnTo>
                  <a:lnTo>
                    <a:pt x="70491" y="211474"/>
                  </a:lnTo>
                  <a:lnTo>
                    <a:pt x="70491" y="211474"/>
                  </a:lnTo>
                  <a:lnTo>
                    <a:pt x="70491" y="211474"/>
                  </a:lnTo>
                  <a:lnTo>
                    <a:pt x="70491" y="211474"/>
                  </a:lnTo>
                  <a:lnTo>
                    <a:pt x="68852" y="209835"/>
                  </a:lnTo>
                  <a:lnTo>
                    <a:pt x="68852" y="209835"/>
                  </a:lnTo>
                  <a:lnTo>
                    <a:pt x="68852" y="209835"/>
                  </a:lnTo>
                  <a:lnTo>
                    <a:pt x="68852" y="209835"/>
                  </a:lnTo>
                  <a:lnTo>
                    <a:pt x="68852" y="209835"/>
                  </a:lnTo>
                  <a:lnTo>
                    <a:pt x="68852" y="209835"/>
                  </a:lnTo>
                  <a:lnTo>
                    <a:pt x="68852" y="208196"/>
                  </a:lnTo>
                  <a:lnTo>
                    <a:pt x="68852" y="208196"/>
                  </a:lnTo>
                  <a:lnTo>
                    <a:pt x="67213" y="208196"/>
                  </a:lnTo>
                  <a:lnTo>
                    <a:pt x="67213" y="208196"/>
                  </a:lnTo>
                  <a:lnTo>
                    <a:pt x="67213" y="208196"/>
                  </a:lnTo>
                  <a:lnTo>
                    <a:pt x="67213" y="208196"/>
                  </a:lnTo>
                  <a:lnTo>
                    <a:pt x="67213" y="208196"/>
                  </a:lnTo>
                  <a:lnTo>
                    <a:pt x="67213" y="208196"/>
                  </a:lnTo>
                  <a:lnTo>
                    <a:pt x="67213" y="206557"/>
                  </a:lnTo>
                  <a:lnTo>
                    <a:pt x="65573" y="206557"/>
                  </a:lnTo>
                  <a:lnTo>
                    <a:pt x="65573" y="206557"/>
                  </a:lnTo>
                  <a:lnTo>
                    <a:pt x="65573" y="206557"/>
                  </a:lnTo>
                  <a:lnTo>
                    <a:pt x="65573" y="206557"/>
                  </a:lnTo>
                  <a:lnTo>
                    <a:pt x="65573" y="204917"/>
                  </a:lnTo>
                  <a:lnTo>
                    <a:pt x="63934" y="204917"/>
                  </a:lnTo>
                  <a:lnTo>
                    <a:pt x="63934" y="204917"/>
                  </a:lnTo>
                  <a:lnTo>
                    <a:pt x="63934" y="204917"/>
                  </a:lnTo>
                  <a:lnTo>
                    <a:pt x="63934" y="204917"/>
                  </a:lnTo>
                  <a:lnTo>
                    <a:pt x="63934" y="204917"/>
                  </a:lnTo>
                  <a:lnTo>
                    <a:pt x="63934" y="204917"/>
                  </a:lnTo>
                  <a:lnTo>
                    <a:pt x="62295" y="203278"/>
                  </a:lnTo>
                  <a:lnTo>
                    <a:pt x="62295" y="203278"/>
                  </a:lnTo>
                  <a:lnTo>
                    <a:pt x="62295" y="203278"/>
                  </a:lnTo>
                  <a:lnTo>
                    <a:pt x="62295" y="203278"/>
                  </a:lnTo>
                  <a:lnTo>
                    <a:pt x="60655" y="203278"/>
                  </a:lnTo>
                  <a:lnTo>
                    <a:pt x="60655" y="201638"/>
                  </a:lnTo>
                  <a:lnTo>
                    <a:pt x="60655" y="201638"/>
                  </a:lnTo>
                  <a:lnTo>
                    <a:pt x="60655" y="201638"/>
                  </a:lnTo>
                  <a:lnTo>
                    <a:pt x="60655" y="201638"/>
                  </a:lnTo>
                  <a:lnTo>
                    <a:pt x="59016" y="201638"/>
                  </a:lnTo>
                  <a:lnTo>
                    <a:pt x="59016" y="201638"/>
                  </a:lnTo>
                  <a:lnTo>
                    <a:pt x="59016" y="201638"/>
                  </a:lnTo>
                  <a:lnTo>
                    <a:pt x="59016" y="201638"/>
                  </a:lnTo>
                  <a:lnTo>
                    <a:pt x="59016" y="199999"/>
                  </a:lnTo>
                  <a:lnTo>
                    <a:pt x="59016" y="199999"/>
                  </a:lnTo>
                  <a:lnTo>
                    <a:pt x="59016" y="199999"/>
                  </a:lnTo>
                  <a:lnTo>
                    <a:pt x="59016" y="199999"/>
                  </a:lnTo>
                  <a:lnTo>
                    <a:pt x="59016" y="199999"/>
                  </a:lnTo>
                  <a:lnTo>
                    <a:pt x="59016" y="199999"/>
                  </a:lnTo>
                  <a:lnTo>
                    <a:pt x="59016" y="199999"/>
                  </a:lnTo>
                  <a:lnTo>
                    <a:pt x="59016" y="198360"/>
                  </a:lnTo>
                  <a:lnTo>
                    <a:pt x="59016" y="198360"/>
                  </a:lnTo>
                  <a:lnTo>
                    <a:pt x="59016" y="198360"/>
                  </a:lnTo>
                  <a:lnTo>
                    <a:pt x="57377" y="198360"/>
                  </a:lnTo>
                  <a:lnTo>
                    <a:pt x="57377" y="198360"/>
                  </a:lnTo>
                  <a:lnTo>
                    <a:pt x="57377" y="198360"/>
                  </a:lnTo>
                  <a:lnTo>
                    <a:pt x="57377" y="196720"/>
                  </a:lnTo>
                  <a:lnTo>
                    <a:pt x="57377" y="196720"/>
                  </a:lnTo>
                  <a:lnTo>
                    <a:pt x="57377" y="196720"/>
                  </a:lnTo>
                  <a:lnTo>
                    <a:pt x="57377" y="196720"/>
                  </a:lnTo>
                  <a:lnTo>
                    <a:pt x="55737" y="196720"/>
                  </a:lnTo>
                  <a:lnTo>
                    <a:pt x="55737" y="195081"/>
                  </a:lnTo>
                  <a:lnTo>
                    <a:pt x="55737" y="195081"/>
                  </a:lnTo>
                  <a:lnTo>
                    <a:pt x="55737" y="195081"/>
                  </a:lnTo>
                  <a:lnTo>
                    <a:pt x="55737" y="195081"/>
                  </a:lnTo>
                  <a:lnTo>
                    <a:pt x="54098" y="195081"/>
                  </a:lnTo>
                  <a:lnTo>
                    <a:pt x="54098" y="195081"/>
                  </a:lnTo>
                  <a:lnTo>
                    <a:pt x="52458" y="195081"/>
                  </a:lnTo>
                  <a:lnTo>
                    <a:pt x="52458" y="195081"/>
                  </a:lnTo>
                  <a:lnTo>
                    <a:pt x="52458" y="195081"/>
                  </a:lnTo>
                  <a:lnTo>
                    <a:pt x="50820" y="193442"/>
                  </a:lnTo>
                  <a:lnTo>
                    <a:pt x="50820" y="193442"/>
                  </a:lnTo>
                  <a:lnTo>
                    <a:pt x="50820" y="193442"/>
                  </a:lnTo>
                  <a:lnTo>
                    <a:pt x="50820" y="193442"/>
                  </a:lnTo>
                  <a:lnTo>
                    <a:pt x="50820" y="191802"/>
                  </a:lnTo>
                  <a:lnTo>
                    <a:pt x="50820" y="191802"/>
                  </a:lnTo>
                  <a:lnTo>
                    <a:pt x="49180" y="191802"/>
                  </a:lnTo>
                  <a:lnTo>
                    <a:pt x="49180" y="190163"/>
                  </a:lnTo>
                  <a:lnTo>
                    <a:pt x="49180" y="190163"/>
                  </a:lnTo>
                  <a:lnTo>
                    <a:pt x="49180" y="190163"/>
                  </a:lnTo>
                  <a:lnTo>
                    <a:pt x="49180" y="190163"/>
                  </a:lnTo>
                  <a:lnTo>
                    <a:pt x="49180" y="190163"/>
                  </a:lnTo>
                  <a:lnTo>
                    <a:pt x="49180" y="188524"/>
                  </a:lnTo>
                  <a:lnTo>
                    <a:pt x="49180" y="188524"/>
                  </a:lnTo>
                  <a:lnTo>
                    <a:pt x="49180" y="188524"/>
                  </a:lnTo>
                  <a:lnTo>
                    <a:pt x="49180" y="188524"/>
                  </a:lnTo>
                  <a:lnTo>
                    <a:pt x="49180" y="188524"/>
                  </a:lnTo>
                  <a:lnTo>
                    <a:pt x="49180" y="188524"/>
                  </a:lnTo>
                  <a:lnTo>
                    <a:pt x="49180" y="186884"/>
                  </a:lnTo>
                  <a:lnTo>
                    <a:pt x="49180" y="186884"/>
                  </a:lnTo>
                  <a:lnTo>
                    <a:pt x="49180" y="186884"/>
                  </a:lnTo>
                  <a:lnTo>
                    <a:pt x="49180" y="186884"/>
                  </a:lnTo>
                  <a:lnTo>
                    <a:pt x="49180" y="185245"/>
                  </a:lnTo>
                  <a:lnTo>
                    <a:pt x="49180" y="185245"/>
                  </a:lnTo>
                  <a:lnTo>
                    <a:pt x="49180" y="185245"/>
                  </a:lnTo>
                  <a:lnTo>
                    <a:pt x="49180" y="185245"/>
                  </a:lnTo>
                  <a:lnTo>
                    <a:pt x="49180" y="185245"/>
                  </a:lnTo>
                  <a:lnTo>
                    <a:pt x="49180" y="185245"/>
                  </a:lnTo>
                  <a:lnTo>
                    <a:pt x="49180" y="185245"/>
                  </a:lnTo>
                  <a:lnTo>
                    <a:pt x="49180" y="185245"/>
                  </a:lnTo>
                  <a:lnTo>
                    <a:pt x="49180" y="185245"/>
                  </a:lnTo>
                  <a:lnTo>
                    <a:pt x="47541" y="183606"/>
                  </a:lnTo>
                  <a:lnTo>
                    <a:pt x="47541" y="183606"/>
                  </a:lnTo>
                  <a:lnTo>
                    <a:pt x="47541" y="183606"/>
                  </a:lnTo>
                  <a:lnTo>
                    <a:pt x="45901" y="183606"/>
                  </a:lnTo>
                  <a:lnTo>
                    <a:pt x="45901" y="183606"/>
                  </a:lnTo>
                  <a:lnTo>
                    <a:pt x="45901" y="181966"/>
                  </a:lnTo>
                  <a:lnTo>
                    <a:pt x="45901" y="181966"/>
                  </a:lnTo>
                  <a:lnTo>
                    <a:pt x="45901" y="181966"/>
                  </a:lnTo>
                  <a:lnTo>
                    <a:pt x="45901" y="181966"/>
                  </a:lnTo>
                  <a:lnTo>
                    <a:pt x="44262" y="181966"/>
                  </a:lnTo>
                  <a:lnTo>
                    <a:pt x="44262" y="180327"/>
                  </a:lnTo>
                  <a:lnTo>
                    <a:pt x="44262" y="180327"/>
                  </a:lnTo>
                  <a:lnTo>
                    <a:pt x="42623" y="180327"/>
                  </a:lnTo>
                  <a:lnTo>
                    <a:pt x="42623" y="180327"/>
                  </a:lnTo>
                  <a:lnTo>
                    <a:pt x="42623" y="180327"/>
                  </a:lnTo>
                  <a:lnTo>
                    <a:pt x="42623" y="180327"/>
                  </a:lnTo>
                  <a:lnTo>
                    <a:pt x="42623" y="180327"/>
                  </a:lnTo>
                  <a:lnTo>
                    <a:pt x="42623" y="180327"/>
                  </a:lnTo>
                  <a:lnTo>
                    <a:pt x="40983" y="178688"/>
                  </a:lnTo>
                  <a:lnTo>
                    <a:pt x="40983" y="178688"/>
                  </a:lnTo>
                  <a:lnTo>
                    <a:pt x="40983" y="178688"/>
                  </a:lnTo>
                  <a:lnTo>
                    <a:pt x="40983" y="178688"/>
                  </a:lnTo>
                  <a:lnTo>
                    <a:pt x="39344" y="178688"/>
                  </a:lnTo>
                  <a:lnTo>
                    <a:pt x="39344" y="178688"/>
                  </a:lnTo>
                  <a:lnTo>
                    <a:pt x="39344" y="177048"/>
                  </a:lnTo>
                  <a:lnTo>
                    <a:pt x="39344" y="177048"/>
                  </a:lnTo>
                  <a:lnTo>
                    <a:pt x="39344" y="177048"/>
                  </a:lnTo>
                  <a:lnTo>
                    <a:pt x="39344" y="177048"/>
                  </a:lnTo>
                  <a:lnTo>
                    <a:pt x="39344" y="177048"/>
                  </a:lnTo>
                  <a:lnTo>
                    <a:pt x="39344" y="177048"/>
                  </a:lnTo>
                  <a:lnTo>
                    <a:pt x="39344" y="175409"/>
                  </a:lnTo>
                  <a:lnTo>
                    <a:pt x="39344" y="175409"/>
                  </a:lnTo>
                  <a:lnTo>
                    <a:pt x="39344" y="175409"/>
                  </a:lnTo>
                  <a:lnTo>
                    <a:pt x="37705" y="175409"/>
                  </a:lnTo>
                  <a:lnTo>
                    <a:pt x="37705" y="173770"/>
                  </a:lnTo>
                  <a:lnTo>
                    <a:pt x="37705" y="173770"/>
                  </a:lnTo>
                  <a:lnTo>
                    <a:pt x="37705" y="173770"/>
                  </a:lnTo>
                  <a:lnTo>
                    <a:pt x="37705" y="173770"/>
                  </a:lnTo>
                  <a:lnTo>
                    <a:pt x="37705" y="173770"/>
                  </a:lnTo>
                  <a:lnTo>
                    <a:pt x="39344" y="173770"/>
                  </a:lnTo>
                  <a:lnTo>
                    <a:pt x="39344" y="173770"/>
                  </a:lnTo>
                  <a:lnTo>
                    <a:pt x="39344" y="173770"/>
                  </a:lnTo>
                  <a:lnTo>
                    <a:pt x="39344" y="172130"/>
                  </a:lnTo>
                  <a:lnTo>
                    <a:pt x="39344" y="172130"/>
                  </a:lnTo>
                  <a:lnTo>
                    <a:pt x="37705" y="172130"/>
                  </a:lnTo>
                  <a:lnTo>
                    <a:pt x="37705" y="172130"/>
                  </a:lnTo>
                  <a:lnTo>
                    <a:pt x="37705" y="170491"/>
                  </a:lnTo>
                  <a:lnTo>
                    <a:pt x="39344" y="170491"/>
                  </a:lnTo>
                  <a:lnTo>
                    <a:pt x="39344" y="170491"/>
                  </a:lnTo>
                  <a:lnTo>
                    <a:pt x="39344" y="170491"/>
                  </a:lnTo>
                  <a:lnTo>
                    <a:pt x="37705" y="170491"/>
                  </a:lnTo>
                  <a:lnTo>
                    <a:pt x="37705" y="170491"/>
                  </a:lnTo>
                  <a:lnTo>
                    <a:pt x="37705" y="168852"/>
                  </a:lnTo>
                  <a:lnTo>
                    <a:pt x="37705" y="168852"/>
                  </a:lnTo>
                  <a:lnTo>
                    <a:pt x="37705" y="168852"/>
                  </a:lnTo>
                  <a:lnTo>
                    <a:pt x="37705" y="168852"/>
                  </a:lnTo>
                  <a:lnTo>
                    <a:pt x="39344" y="168852"/>
                  </a:lnTo>
                  <a:lnTo>
                    <a:pt x="39344" y="167212"/>
                  </a:lnTo>
                  <a:lnTo>
                    <a:pt x="39344" y="167212"/>
                  </a:lnTo>
                  <a:lnTo>
                    <a:pt x="39344" y="167212"/>
                  </a:lnTo>
                  <a:lnTo>
                    <a:pt x="39344" y="167212"/>
                  </a:lnTo>
                  <a:lnTo>
                    <a:pt x="39344" y="167212"/>
                  </a:lnTo>
                  <a:lnTo>
                    <a:pt x="39344" y="167212"/>
                  </a:lnTo>
                  <a:lnTo>
                    <a:pt x="39344" y="167212"/>
                  </a:lnTo>
                  <a:lnTo>
                    <a:pt x="40983" y="167212"/>
                  </a:lnTo>
                  <a:lnTo>
                    <a:pt x="40983" y="165573"/>
                  </a:lnTo>
                  <a:lnTo>
                    <a:pt x="40983" y="165573"/>
                  </a:lnTo>
                  <a:lnTo>
                    <a:pt x="40983" y="165573"/>
                  </a:lnTo>
                  <a:lnTo>
                    <a:pt x="40983" y="165573"/>
                  </a:lnTo>
                  <a:lnTo>
                    <a:pt x="40983" y="165573"/>
                  </a:lnTo>
                  <a:lnTo>
                    <a:pt x="40983" y="165573"/>
                  </a:lnTo>
                  <a:lnTo>
                    <a:pt x="40983" y="163934"/>
                  </a:lnTo>
                  <a:lnTo>
                    <a:pt x="40983" y="163934"/>
                  </a:lnTo>
                  <a:lnTo>
                    <a:pt x="40983" y="163934"/>
                  </a:lnTo>
                  <a:lnTo>
                    <a:pt x="40983" y="163934"/>
                  </a:lnTo>
                  <a:lnTo>
                    <a:pt x="40983" y="163934"/>
                  </a:lnTo>
                  <a:lnTo>
                    <a:pt x="40983" y="163934"/>
                  </a:lnTo>
                  <a:lnTo>
                    <a:pt x="39344" y="163934"/>
                  </a:lnTo>
                  <a:lnTo>
                    <a:pt x="39344" y="163934"/>
                  </a:lnTo>
                  <a:lnTo>
                    <a:pt x="39344" y="163934"/>
                  </a:lnTo>
                  <a:lnTo>
                    <a:pt x="39344" y="163934"/>
                  </a:lnTo>
                  <a:lnTo>
                    <a:pt x="39344" y="163934"/>
                  </a:lnTo>
                  <a:lnTo>
                    <a:pt x="39344" y="163934"/>
                  </a:lnTo>
                  <a:lnTo>
                    <a:pt x="37705" y="165573"/>
                  </a:lnTo>
                  <a:lnTo>
                    <a:pt x="37705" y="165573"/>
                  </a:lnTo>
                  <a:lnTo>
                    <a:pt x="37705" y="165573"/>
                  </a:lnTo>
                  <a:lnTo>
                    <a:pt x="37705" y="165573"/>
                  </a:lnTo>
                  <a:lnTo>
                    <a:pt x="37705" y="163934"/>
                  </a:lnTo>
                  <a:lnTo>
                    <a:pt x="37705" y="163934"/>
                  </a:lnTo>
                  <a:lnTo>
                    <a:pt x="37705" y="163934"/>
                  </a:lnTo>
                  <a:lnTo>
                    <a:pt x="37705" y="163934"/>
                  </a:lnTo>
                  <a:lnTo>
                    <a:pt x="37705" y="163934"/>
                  </a:lnTo>
                  <a:lnTo>
                    <a:pt x="37705" y="162294"/>
                  </a:lnTo>
                  <a:lnTo>
                    <a:pt x="37705" y="160655"/>
                  </a:lnTo>
                  <a:lnTo>
                    <a:pt x="37705" y="160655"/>
                  </a:lnTo>
                  <a:lnTo>
                    <a:pt x="37705" y="160655"/>
                  </a:lnTo>
                  <a:lnTo>
                    <a:pt x="36065" y="160655"/>
                  </a:lnTo>
                  <a:lnTo>
                    <a:pt x="36065" y="159016"/>
                  </a:lnTo>
                  <a:lnTo>
                    <a:pt x="36065" y="157376"/>
                  </a:lnTo>
                  <a:lnTo>
                    <a:pt x="36065" y="157376"/>
                  </a:lnTo>
                  <a:lnTo>
                    <a:pt x="36065" y="157376"/>
                  </a:lnTo>
                  <a:lnTo>
                    <a:pt x="37705" y="157376"/>
                  </a:lnTo>
                  <a:lnTo>
                    <a:pt x="37705" y="157376"/>
                  </a:lnTo>
                  <a:lnTo>
                    <a:pt x="37705" y="155737"/>
                  </a:lnTo>
                  <a:lnTo>
                    <a:pt x="37705" y="155737"/>
                  </a:lnTo>
                  <a:lnTo>
                    <a:pt x="37705" y="155737"/>
                  </a:lnTo>
                  <a:lnTo>
                    <a:pt x="37705" y="155737"/>
                  </a:lnTo>
                  <a:lnTo>
                    <a:pt x="37705" y="154098"/>
                  </a:lnTo>
                  <a:lnTo>
                    <a:pt x="37705" y="154098"/>
                  </a:lnTo>
                  <a:lnTo>
                    <a:pt x="37705" y="154098"/>
                  </a:lnTo>
                  <a:lnTo>
                    <a:pt x="37705" y="154098"/>
                  </a:lnTo>
                  <a:lnTo>
                    <a:pt x="37705" y="154098"/>
                  </a:lnTo>
                  <a:lnTo>
                    <a:pt x="37705" y="152458"/>
                  </a:lnTo>
                  <a:lnTo>
                    <a:pt x="37705" y="152458"/>
                  </a:lnTo>
                  <a:lnTo>
                    <a:pt x="37705" y="152458"/>
                  </a:lnTo>
                  <a:lnTo>
                    <a:pt x="37705" y="152458"/>
                  </a:lnTo>
                  <a:lnTo>
                    <a:pt x="37705" y="150819"/>
                  </a:lnTo>
                  <a:lnTo>
                    <a:pt x="37705" y="150819"/>
                  </a:lnTo>
                  <a:lnTo>
                    <a:pt x="37705" y="150819"/>
                  </a:lnTo>
                  <a:lnTo>
                    <a:pt x="37705" y="150819"/>
                  </a:lnTo>
                  <a:lnTo>
                    <a:pt x="37705" y="149180"/>
                  </a:lnTo>
                  <a:lnTo>
                    <a:pt x="37705" y="149180"/>
                  </a:lnTo>
                  <a:lnTo>
                    <a:pt x="37705" y="147540"/>
                  </a:lnTo>
                  <a:lnTo>
                    <a:pt x="37705" y="147540"/>
                  </a:lnTo>
                  <a:lnTo>
                    <a:pt x="37705" y="145901"/>
                  </a:lnTo>
                  <a:lnTo>
                    <a:pt x="37705" y="144262"/>
                  </a:lnTo>
                  <a:lnTo>
                    <a:pt x="37705" y="144262"/>
                  </a:lnTo>
                  <a:lnTo>
                    <a:pt x="37705" y="144262"/>
                  </a:lnTo>
                  <a:lnTo>
                    <a:pt x="39344" y="142622"/>
                  </a:lnTo>
                  <a:lnTo>
                    <a:pt x="39344" y="142622"/>
                  </a:lnTo>
                  <a:lnTo>
                    <a:pt x="39344" y="142622"/>
                  </a:lnTo>
                  <a:lnTo>
                    <a:pt x="39344" y="142622"/>
                  </a:lnTo>
                  <a:lnTo>
                    <a:pt x="39344" y="140983"/>
                  </a:lnTo>
                  <a:lnTo>
                    <a:pt x="39344" y="140983"/>
                  </a:lnTo>
                  <a:lnTo>
                    <a:pt x="39344" y="140983"/>
                  </a:lnTo>
                  <a:lnTo>
                    <a:pt x="39344" y="140983"/>
                  </a:lnTo>
                  <a:lnTo>
                    <a:pt x="39344" y="140983"/>
                  </a:lnTo>
                  <a:lnTo>
                    <a:pt x="39344" y="140983"/>
                  </a:lnTo>
                  <a:lnTo>
                    <a:pt x="39344" y="140983"/>
                  </a:lnTo>
                  <a:lnTo>
                    <a:pt x="40983" y="140983"/>
                  </a:lnTo>
                  <a:lnTo>
                    <a:pt x="40983" y="139344"/>
                  </a:lnTo>
                  <a:lnTo>
                    <a:pt x="40983" y="139344"/>
                  </a:lnTo>
                  <a:lnTo>
                    <a:pt x="40983" y="139344"/>
                  </a:lnTo>
                  <a:lnTo>
                    <a:pt x="39344" y="139344"/>
                  </a:lnTo>
                  <a:lnTo>
                    <a:pt x="39344" y="139344"/>
                  </a:lnTo>
                  <a:lnTo>
                    <a:pt x="39344" y="139344"/>
                  </a:lnTo>
                  <a:lnTo>
                    <a:pt x="39344" y="139344"/>
                  </a:lnTo>
                  <a:lnTo>
                    <a:pt x="39344" y="139344"/>
                  </a:lnTo>
                  <a:lnTo>
                    <a:pt x="37705" y="139344"/>
                  </a:lnTo>
                  <a:lnTo>
                    <a:pt x="37705" y="139344"/>
                  </a:lnTo>
                  <a:lnTo>
                    <a:pt x="37705" y="139344"/>
                  </a:lnTo>
                  <a:lnTo>
                    <a:pt x="37705" y="139344"/>
                  </a:lnTo>
                  <a:lnTo>
                    <a:pt x="37705" y="139344"/>
                  </a:lnTo>
                  <a:lnTo>
                    <a:pt x="37705" y="139344"/>
                  </a:lnTo>
                  <a:lnTo>
                    <a:pt x="36065" y="139344"/>
                  </a:lnTo>
                  <a:lnTo>
                    <a:pt x="36065" y="139344"/>
                  </a:lnTo>
                  <a:lnTo>
                    <a:pt x="36065" y="139344"/>
                  </a:lnTo>
                  <a:lnTo>
                    <a:pt x="36065" y="139344"/>
                  </a:lnTo>
                  <a:lnTo>
                    <a:pt x="36065" y="139344"/>
                  </a:lnTo>
                  <a:lnTo>
                    <a:pt x="36065" y="139344"/>
                  </a:lnTo>
                  <a:lnTo>
                    <a:pt x="34426" y="140983"/>
                  </a:lnTo>
                  <a:lnTo>
                    <a:pt x="34426" y="140983"/>
                  </a:lnTo>
                  <a:lnTo>
                    <a:pt x="34426" y="140983"/>
                  </a:lnTo>
                  <a:lnTo>
                    <a:pt x="36065" y="142622"/>
                  </a:lnTo>
                  <a:lnTo>
                    <a:pt x="36065" y="142622"/>
                  </a:lnTo>
                  <a:lnTo>
                    <a:pt x="36065" y="142622"/>
                  </a:lnTo>
                  <a:lnTo>
                    <a:pt x="36065" y="142622"/>
                  </a:lnTo>
                  <a:lnTo>
                    <a:pt x="36065" y="142622"/>
                  </a:lnTo>
                  <a:lnTo>
                    <a:pt x="36065" y="144262"/>
                  </a:lnTo>
                  <a:lnTo>
                    <a:pt x="36065" y="144262"/>
                  </a:lnTo>
                  <a:lnTo>
                    <a:pt x="36065" y="144262"/>
                  </a:lnTo>
                  <a:lnTo>
                    <a:pt x="36065" y="145901"/>
                  </a:lnTo>
                  <a:lnTo>
                    <a:pt x="36065" y="145901"/>
                  </a:lnTo>
                  <a:lnTo>
                    <a:pt x="36065" y="145901"/>
                  </a:lnTo>
                  <a:lnTo>
                    <a:pt x="34426" y="145901"/>
                  </a:lnTo>
                  <a:lnTo>
                    <a:pt x="34426" y="145901"/>
                  </a:lnTo>
                  <a:lnTo>
                    <a:pt x="34426" y="147540"/>
                  </a:lnTo>
                  <a:lnTo>
                    <a:pt x="34426" y="147540"/>
                  </a:lnTo>
                  <a:lnTo>
                    <a:pt x="36065" y="147540"/>
                  </a:lnTo>
                  <a:lnTo>
                    <a:pt x="36065" y="147540"/>
                  </a:lnTo>
                  <a:lnTo>
                    <a:pt x="36065" y="149180"/>
                  </a:lnTo>
                  <a:lnTo>
                    <a:pt x="36065" y="149180"/>
                  </a:lnTo>
                  <a:lnTo>
                    <a:pt x="36065" y="149180"/>
                  </a:lnTo>
                  <a:lnTo>
                    <a:pt x="36065" y="149180"/>
                  </a:lnTo>
                  <a:lnTo>
                    <a:pt x="34426" y="149180"/>
                  </a:lnTo>
                  <a:lnTo>
                    <a:pt x="34426" y="149180"/>
                  </a:lnTo>
                  <a:lnTo>
                    <a:pt x="34426" y="149180"/>
                  </a:lnTo>
                  <a:lnTo>
                    <a:pt x="34426" y="149180"/>
                  </a:lnTo>
                  <a:lnTo>
                    <a:pt x="34426" y="149180"/>
                  </a:lnTo>
                  <a:lnTo>
                    <a:pt x="34426" y="150819"/>
                  </a:lnTo>
                  <a:lnTo>
                    <a:pt x="34426" y="150819"/>
                  </a:lnTo>
                  <a:lnTo>
                    <a:pt x="34426" y="150819"/>
                  </a:lnTo>
                  <a:lnTo>
                    <a:pt x="34426" y="152458"/>
                  </a:lnTo>
                  <a:lnTo>
                    <a:pt x="34426" y="152458"/>
                  </a:lnTo>
                  <a:lnTo>
                    <a:pt x="34426" y="154098"/>
                  </a:lnTo>
                  <a:lnTo>
                    <a:pt x="34426" y="154098"/>
                  </a:lnTo>
                  <a:lnTo>
                    <a:pt x="34426" y="155737"/>
                  </a:lnTo>
                  <a:lnTo>
                    <a:pt x="34426" y="155737"/>
                  </a:lnTo>
                  <a:lnTo>
                    <a:pt x="34426" y="155737"/>
                  </a:lnTo>
                  <a:lnTo>
                    <a:pt x="34426" y="155737"/>
                  </a:lnTo>
                  <a:lnTo>
                    <a:pt x="34426" y="155737"/>
                  </a:lnTo>
                  <a:lnTo>
                    <a:pt x="34426" y="155737"/>
                  </a:lnTo>
                  <a:lnTo>
                    <a:pt x="34426" y="155737"/>
                  </a:lnTo>
                  <a:lnTo>
                    <a:pt x="34426" y="155737"/>
                  </a:lnTo>
                  <a:lnTo>
                    <a:pt x="34426" y="155737"/>
                  </a:lnTo>
                  <a:lnTo>
                    <a:pt x="32787" y="155737"/>
                  </a:lnTo>
                  <a:lnTo>
                    <a:pt x="32787" y="155737"/>
                  </a:lnTo>
                  <a:lnTo>
                    <a:pt x="32787" y="155737"/>
                  </a:lnTo>
                  <a:lnTo>
                    <a:pt x="32787" y="155737"/>
                  </a:lnTo>
                  <a:lnTo>
                    <a:pt x="32787" y="155737"/>
                  </a:lnTo>
                  <a:lnTo>
                    <a:pt x="32787" y="155737"/>
                  </a:lnTo>
                  <a:lnTo>
                    <a:pt x="32787" y="154098"/>
                  </a:lnTo>
                  <a:lnTo>
                    <a:pt x="32787" y="154098"/>
                  </a:lnTo>
                  <a:lnTo>
                    <a:pt x="32787" y="154098"/>
                  </a:lnTo>
                  <a:lnTo>
                    <a:pt x="32787" y="154098"/>
                  </a:lnTo>
                  <a:lnTo>
                    <a:pt x="32787" y="154098"/>
                  </a:lnTo>
                  <a:lnTo>
                    <a:pt x="32787" y="154098"/>
                  </a:lnTo>
                  <a:lnTo>
                    <a:pt x="32787" y="154098"/>
                  </a:lnTo>
                  <a:lnTo>
                    <a:pt x="31147" y="154098"/>
                  </a:lnTo>
                  <a:lnTo>
                    <a:pt x="31147" y="152458"/>
                  </a:lnTo>
                  <a:lnTo>
                    <a:pt x="31147" y="152458"/>
                  </a:lnTo>
                  <a:lnTo>
                    <a:pt x="31147" y="152458"/>
                  </a:lnTo>
                  <a:lnTo>
                    <a:pt x="31147" y="152458"/>
                  </a:lnTo>
                  <a:lnTo>
                    <a:pt x="31147" y="150819"/>
                  </a:lnTo>
                  <a:lnTo>
                    <a:pt x="31147" y="150819"/>
                  </a:lnTo>
                  <a:lnTo>
                    <a:pt x="31147" y="150819"/>
                  </a:lnTo>
                  <a:lnTo>
                    <a:pt x="31147" y="150819"/>
                  </a:lnTo>
                  <a:lnTo>
                    <a:pt x="31147" y="152458"/>
                  </a:lnTo>
                  <a:lnTo>
                    <a:pt x="32787" y="152458"/>
                  </a:lnTo>
                  <a:lnTo>
                    <a:pt x="32787" y="150819"/>
                  </a:lnTo>
                  <a:lnTo>
                    <a:pt x="32787" y="150819"/>
                  </a:lnTo>
                  <a:lnTo>
                    <a:pt x="32787" y="150819"/>
                  </a:lnTo>
                  <a:lnTo>
                    <a:pt x="32787" y="150819"/>
                  </a:lnTo>
                  <a:lnTo>
                    <a:pt x="32787" y="150819"/>
                  </a:lnTo>
                  <a:lnTo>
                    <a:pt x="32787" y="150819"/>
                  </a:lnTo>
                  <a:lnTo>
                    <a:pt x="32787" y="150819"/>
                  </a:lnTo>
                  <a:lnTo>
                    <a:pt x="32787" y="149180"/>
                  </a:lnTo>
                  <a:lnTo>
                    <a:pt x="32787" y="149180"/>
                  </a:lnTo>
                  <a:lnTo>
                    <a:pt x="32787" y="149180"/>
                  </a:lnTo>
                  <a:lnTo>
                    <a:pt x="32787" y="149180"/>
                  </a:lnTo>
                  <a:lnTo>
                    <a:pt x="32787" y="149180"/>
                  </a:lnTo>
                  <a:lnTo>
                    <a:pt x="34426" y="149180"/>
                  </a:lnTo>
                  <a:lnTo>
                    <a:pt x="34426" y="147540"/>
                  </a:lnTo>
                  <a:lnTo>
                    <a:pt x="32787" y="147540"/>
                  </a:lnTo>
                  <a:lnTo>
                    <a:pt x="32787" y="147540"/>
                  </a:lnTo>
                  <a:lnTo>
                    <a:pt x="32787" y="147540"/>
                  </a:lnTo>
                  <a:lnTo>
                    <a:pt x="32787" y="147540"/>
                  </a:lnTo>
                  <a:lnTo>
                    <a:pt x="32787" y="145901"/>
                  </a:lnTo>
                  <a:lnTo>
                    <a:pt x="32787" y="145901"/>
                  </a:lnTo>
                  <a:lnTo>
                    <a:pt x="32787" y="145901"/>
                  </a:lnTo>
                  <a:lnTo>
                    <a:pt x="32787" y="145901"/>
                  </a:lnTo>
                  <a:lnTo>
                    <a:pt x="32787" y="145901"/>
                  </a:lnTo>
                  <a:lnTo>
                    <a:pt x="32787" y="145901"/>
                  </a:lnTo>
                  <a:lnTo>
                    <a:pt x="34426" y="145901"/>
                  </a:lnTo>
                  <a:lnTo>
                    <a:pt x="34426" y="144262"/>
                  </a:lnTo>
                  <a:lnTo>
                    <a:pt x="34426" y="144262"/>
                  </a:lnTo>
                  <a:lnTo>
                    <a:pt x="34426" y="144262"/>
                  </a:lnTo>
                  <a:lnTo>
                    <a:pt x="34426" y="144262"/>
                  </a:lnTo>
                  <a:lnTo>
                    <a:pt x="34426" y="144262"/>
                  </a:lnTo>
                  <a:lnTo>
                    <a:pt x="34426" y="144262"/>
                  </a:lnTo>
                  <a:lnTo>
                    <a:pt x="34426" y="144262"/>
                  </a:lnTo>
                  <a:lnTo>
                    <a:pt x="34426" y="142622"/>
                  </a:lnTo>
                  <a:lnTo>
                    <a:pt x="34426" y="142622"/>
                  </a:lnTo>
                  <a:lnTo>
                    <a:pt x="34426" y="142622"/>
                  </a:lnTo>
                  <a:lnTo>
                    <a:pt x="34426" y="142622"/>
                  </a:lnTo>
                  <a:lnTo>
                    <a:pt x="32787" y="142622"/>
                  </a:lnTo>
                  <a:lnTo>
                    <a:pt x="32787" y="142622"/>
                  </a:lnTo>
                  <a:lnTo>
                    <a:pt x="32787" y="142622"/>
                  </a:lnTo>
                  <a:lnTo>
                    <a:pt x="32787" y="142622"/>
                  </a:lnTo>
                  <a:lnTo>
                    <a:pt x="32787" y="142622"/>
                  </a:lnTo>
                  <a:lnTo>
                    <a:pt x="32787" y="142622"/>
                  </a:lnTo>
                  <a:lnTo>
                    <a:pt x="32787" y="142622"/>
                  </a:lnTo>
                  <a:lnTo>
                    <a:pt x="32787" y="142622"/>
                  </a:lnTo>
                  <a:lnTo>
                    <a:pt x="32787" y="142622"/>
                  </a:lnTo>
                  <a:lnTo>
                    <a:pt x="32787" y="140983"/>
                  </a:lnTo>
                  <a:lnTo>
                    <a:pt x="32787" y="140983"/>
                  </a:lnTo>
                  <a:lnTo>
                    <a:pt x="32787" y="140983"/>
                  </a:lnTo>
                  <a:lnTo>
                    <a:pt x="32787" y="140983"/>
                  </a:lnTo>
                  <a:lnTo>
                    <a:pt x="32787" y="140983"/>
                  </a:lnTo>
                  <a:lnTo>
                    <a:pt x="32787" y="139344"/>
                  </a:lnTo>
                  <a:lnTo>
                    <a:pt x="31147" y="139344"/>
                  </a:lnTo>
                  <a:lnTo>
                    <a:pt x="31147" y="139344"/>
                  </a:lnTo>
                  <a:lnTo>
                    <a:pt x="31147" y="139344"/>
                  </a:lnTo>
                  <a:lnTo>
                    <a:pt x="31147" y="139344"/>
                  </a:lnTo>
                  <a:lnTo>
                    <a:pt x="31147" y="139344"/>
                  </a:lnTo>
                  <a:lnTo>
                    <a:pt x="31147" y="139344"/>
                  </a:lnTo>
                  <a:lnTo>
                    <a:pt x="31147" y="137704"/>
                  </a:lnTo>
                  <a:lnTo>
                    <a:pt x="31147" y="137704"/>
                  </a:lnTo>
                  <a:lnTo>
                    <a:pt x="31147" y="137704"/>
                  </a:lnTo>
                  <a:lnTo>
                    <a:pt x="29508" y="137704"/>
                  </a:lnTo>
                  <a:lnTo>
                    <a:pt x="29508" y="137704"/>
                  </a:lnTo>
                  <a:lnTo>
                    <a:pt x="29508" y="136065"/>
                  </a:lnTo>
                  <a:lnTo>
                    <a:pt x="29508" y="136065"/>
                  </a:lnTo>
                  <a:lnTo>
                    <a:pt x="29508" y="136065"/>
                  </a:lnTo>
                  <a:lnTo>
                    <a:pt x="29508" y="136065"/>
                  </a:lnTo>
                  <a:lnTo>
                    <a:pt x="29508" y="136065"/>
                  </a:lnTo>
                  <a:lnTo>
                    <a:pt x="27868" y="136065"/>
                  </a:lnTo>
                  <a:lnTo>
                    <a:pt x="27868" y="136065"/>
                  </a:lnTo>
                  <a:lnTo>
                    <a:pt x="27868" y="134426"/>
                  </a:lnTo>
                  <a:lnTo>
                    <a:pt x="27868" y="134426"/>
                  </a:lnTo>
                  <a:lnTo>
                    <a:pt x="27868" y="134426"/>
                  </a:lnTo>
                  <a:lnTo>
                    <a:pt x="27868" y="134426"/>
                  </a:lnTo>
                  <a:lnTo>
                    <a:pt x="27868" y="134426"/>
                  </a:lnTo>
                  <a:lnTo>
                    <a:pt x="27868" y="132786"/>
                  </a:lnTo>
                  <a:lnTo>
                    <a:pt x="27868" y="132786"/>
                  </a:lnTo>
                  <a:lnTo>
                    <a:pt x="27868" y="132786"/>
                  </a:lnTo>
                  <a:lnTo>
                    <a:pt x="27868" y="132786"/>
                  </a:lnTo>
                  <a:lnTo>
                    <a:pt x="27868" y="132786"/>
                  </a:lnTo>
                  <a:lnTo>
                    <a:pt x="26229" y="132786"/>
                  </a:lnTo>
                  <a:lnTo>
                    <a:pt x="26229" y="131147"/>
                  </a:lnTo>
                  <a:lnTo>
                    <a:pt x="24590" y="131147"/>
                  </a:lnTo>
                  <a:lnTo>
                    <a:pt x="24590" y="131147"/>
                  </a:lnTo>
                  <a:lnTo>
                    <a:pt x="24590" y="129508"/>
                  </a:lnTo>
                  <a:lnTo>
                    <a:pt x="24590" y="129508"/>
                  </a:lnTo>
                  <a:lnTo>
                    <a:pt x="24590" y="129508"/>
                  </a:lnTo>
                  <a:lnTo>
                    <a:pt x="22951" y="127868"/>
                  </a:lnTo>
                  <a:lnTo>
                    <a:pt x="22951" y="127868"/>
                  </a:lnTo>
                  <a:lnTo>
                    <a:pt x="22951" y="127868"/>
                  </a:lnTo>
                  <a:lnTo>
                    <a:pt x="22951" y="126229"/>
                  </a:lnTo>
                  <a:lnTo>
                    <a:pt x="22951" y="126229"/>
                  </a:lnTo>
                  <a:lnTo>
                    <a:pt x="22951" y="126229"/>
                  </a:lnTo>
                  <a:lnTo>
                    <a:pt x="22951" y="126229"/>
                  </a:lnTo>
                  <a:lnTo>
                    <a:pt x="21311" y="124590"/>
                  </a:lnTo>
                  <a:lnTo>
                    <a:pt x="21311" y="124590"/>
                  </a:lnTo>
                  <a:lnTo>
                    <a:pt x="21311" y="124590"/>
                  </a:lnTo>
                  <a:lnTo>
                    <a:pt x="21311" y="124590"/>
                  </a:lnTo>
                  <a:lnTo>
                    <a:pt x="21311" y="124590"/>
                  </a:lnTo>
                  <a:lnTo>
                    <a:pt x="21311" y="124590"/>
                  </a:lnTo>
                  <a:lnTo>
                    <a:pt x="21311" y="126229"/>
                  </a:lnTo>
                  <a:lnTo>
                    <a:pt x="21311" y="126229"/>
                  </a:lnTo>
                  <a:lnTo>
                    <a:pt x="19672" y="126229"/>
                  </a:lnTo>
                  <a:lnTo>
                    <a:pt x="19672" y="126229"/>
                  </a:lnTo>
                  <a:lnTo>
                    <a:pt x="19672" y="126229"/>
                  </a:lnTo>
                  <a:lnTo>
                    <a:pt x="19672" y="126229"/>
                  </a:lnTo>
                  <a:lnTo>
                    <a:pt x="19672" y="126229"/>
                  </a:lnTo>
                  <a:lnTo>
                    <a:pt x="19672" y="126229"/>
                  </a:lnTo>
                  <a:lnTo>
                    <a:pt x="18033" y="124590"/>
                  </a:lnTo>
                  <a:lnTo>
                    <a:pt x="18033" y="124590"/>
                  </a:lnTo>
                  <a:lnTo>
                    <a:pt x="18033" y="124590"/>
                  </a:lnTo>
                  <a:lnTo>
                    <a:pt x="18033" y="124590"/>
                  </a:lnTo>
                  <a:lnTo>
                    <a:pt x="18033" y="124590"/>
                  </a:lnTo>
                  <a:lnTo>
                    <a:pt x="18033" y="124590"/>
                  </a:lnTo>
                  <a:lnTo>
                    <a:pt x="16393" y="124590"/>
                  </a:lnTo>
                  <a:lnTo>
                    <a:pt x="16393" y="124590"/>
                  </a:lnTo>
                  <a:lnTo>
                    <a:pt x="16393" y="122950"/>
                  </a:lnTo>
                  <a:lnTo>
                    <a:pt x="16393" y="122950"/>
                  </a:lnTo>
                  <a:lnTo>
                    <a:pt x="16393" y="122950"/>
                  </a:lnTo>
                  <a:lnTo>
                    <a:pt x="16393" y="122950"/>
                  </a:lnTo>
                  <a:lnTo>
                    <a:pt x="16393" y="122950"/>
                  </a:lnTo>
                  <a:lnTo>
                    <a:pt x="14754" y="122950"/>
                  </a:lnTo>
                  <a:lnTo>
                    <a:pt x="14754" y="121311"/>
                  </a:lnTo>
                  <a:lnTo>
                    <a:pt x="14754" y="121311"/>
                  </a:lnTo>
                  <a:lnTo>
                    <a:pt x="14754" y="121311"/>
                  </a:lnTo>
                  <a:lnTo>
                    <a:pt x="14754" y="121311"/>
                  </a:lnTo>
                  <a:lnTo>
                    <a:pt x="14754" y="119672"/>
                  </a:lnTo>
                  <a:lnTo>
                    <a:pt x="14754" y="119672"/>
                  </a:lnTo>
                  <a:lnTo>
                    <a:pt x="14754" y="119672"/>
                  </a:lnTo>
                  <a:lnTo>
                    <a:pt x="14754" y="119672"/>
                  </a:lnTo>
                  <a:lnTo>
                    <a:pt x="14754" y="119672"/>
                  </a:lnTo>
                  <a:lnTo>
                    <a:pt x="14754" y="119672"/>
                  </a:lnTo>
                  <a:lnTo>
                    <a:pt x="13114" y="118032"/>
                  </a:lnTo>
                  <a:lnTo>
                    <a:pt x="13114" y="118032"/>
                  </a:lnTo>
                  <a:lnTo>
                    <a:pt x="13114" y="118032"/>
                  </a:lnTo>
                  <a:lnTo>
                    <a:pt x="11475" y="118032"/>
                  </a:lnTo>
                  <a:lnTo>
                    <a:pt x="11475" y="118032"/>
                  </a:lnTo>
                  <a:lnTo>
                    <a:pt x="11475" y="118032"/>
                  </a:lnTo>
                  <a:lnTo>
                    <a:pt x="11475" y="118032"/>
                  </a:lnTo>
                  <a:lnTo>
                    <a:pt x="9836" y="118032"/>
                  </a:lnTo>
                  <a:lnTo>
                    <a:pt x="9836" y="118032"/>
                  </a:lnTo>
                  <a:lnTo>
                    <a:pt x="9836" y="118032"/>
                  </a:lnTo>
                  <a:lnTo>
                    <a:pt x="9836" y="118032"/>
                  </a:lnTo>
                  <a:lnTo>
                    <a:pt x="8197" y="118032"/>
                  </a:lnTo>
                  <a:lnTo>
                    <a:pt x="8197" y="118032"/>
                  </a:lnTo>
                  <a:lnTo>
                    <a:pt x="8197" y="118032"/>
                  </a:lnTo>
                  <a:lnTo>
                    <a:pt x="8197" y="118032"/>
                  </a:lnTo>
                  <a:lnTo>
                    <a:pt x="8197" y="118032"/>
                  </a:lnTo>
                  <a:lnTo>
                    <a:pt x="6557" y="118032"/>
                  </a:lnTo>
                  <a:lnTo>
                    <a:pt x="6557" y="118032"/>
                  </a:lnTo>
                  <a:lnTo>
                    <a:pt x="6557" y="118032"/>
                  </a:lnTo>
                  <a:lnTo>
                    <a:pt x="6557" y="118032"/>
                  </a:lnTo>
                  <a:lnTo>
                    <a:pt x="4918" y="118032"/>
                  </a:lnTo>
                  <a:lnTo>
                    <a:pt x="4918" y="118032"/>
                  </a:lnTo>
                  <a:lnTo>
                    <a:pt x="4918" y="118032"/>
                  </a:lnTo>
                  <a:lnTo>
                    <a:pt x="4918" y="118032"/>
                  </a:lnTo>
                  <a:lnTo>
                    <a:pt x="4918" y="118032"/>
                  </a:lnTo>
                  <a:lnTo>
                    <a:pt x="4918" y="118032"/>
                  </a:lnTo>
                  <a:lnTo>
                    <a:pt x="3278" y="116393"/>
                  </a:lnTo>
                  <a:lnTo>
                    <a:pt x="3278" y="116393"/>
                  </a:lnTo>
                  <a:lnTo>
                    <a:pt x="3278" y="116393"/>
                  </a:lnTo>
                  <a:lnTo>
                    <a:pt x="3278" y="116393"/>
                  </a:lnTo>
                  <a:lnTo>
                    <a:pt x="3278" y="116393"/>
                  </a:lnTo>
                  <a:lnTo>
                    <a:pt x="1639" y="116393"/>
                  </a:lnTo>
                  <a:lnTo>
                    <a:pt x="1639" y="116393"/>
                  </a:lnTo>
                  <a:lnTo>
                    <a:pt x="1639" y="116393"/>
                  </a:lnTo>
                  <a:lnTo>
                    <a:pt x="1639" y="116393"/>
                  </a:lnTo>
                  <a:lnTo>
                    <a:pt x="1639" y="114754"/>
                  </a:lnTo>
                  <a:lnTo>
                    <a:pt x="1639" y="114754"/>
                  </a:lnTo>
                  <a:lnTo>
                    <a:pt x="1639" y="114754"/>
                  </a:lnTo>
                  <a:lnTo>
                    <a:pt x="1639" y="114754"/>
                  </a:lnTo>
                  <a:lnTo>
                    <a:pt x="1639" y="114754"/>
                  </a:lnTo>
                  <a:lnTo>
                    <a:pt x="1639" y="114754"/>
                  </a:lnTo>
                  <a:lnTo>
                    <a:pt x="1639" y="113114"/>
                  </a:lnTo>
                  <a:lnTo>
                    <a:pt x="0" y="113114"/>
                  </a:lnTo>
                  <a:lnTo>
                    <a:pt x="0" y="113114"/>
                  </a:lnTo>
                  <a:lnTo>
                    <a:pt x="0" y="111475"/>
                  </a:lnTo>
                  <a:lnTo>
                    <a:pt x="0" y="111475"/>
                  </a:lnTo>
                  <a:lnTo>
                    <a:pt x="0" y="111475"/>
                  </a:lnTo>
                  <a:lnTo>
                    <a:pt x="0" y="111475"/>
                  </a:lnTo>
                  <a:lnTo>
                    <a:pt x="1639" y="111475"/>
                  </a:lnTo>
                  <a:lnTo>
                    <a:pt x="1639" y="111475"/>
                  </a:lnTo>
                  <a:lnTo>
                    <a:pt x="1639" y="111475"/>
                  </a:lnTo>
                  <a:lnTo>
                    <a:pt x="1639" y="111475"/>
                  </a:lnTo>
                  <a:lnTo>
                    <a:pt x="1639" y="111475"/>
                  </a:lnTo>
                  <a:lnTo>
                    <a:pt x="1639" y="111475"/>
                  </a:lnTo>
                  <a:lnTo>
                    <a:pt x="1639" y="109836"/>
                  </a:lnTo>
                  <a:lnTo>
                    <a:pt x="1639" y="109836"/>
                  </a:lnTo>
                  <a:lnTo>
                    <a:pt x="1639" y="109836"/>
                  </a:lnTo>
                  <a:lnTo>
                    <a:pt x="1639" y="109836"/>
                  </a:lnTo>
                  <a:lnTo>
                    <a:pt x="1639" y="109836"/>
                  </a:lnTo>
                  <a:lnTo>
                    <a:pt x="1639" y="109836"/>
                  </a:lnTo>
                  <a:lnTo>
                    <a:pt x="1639" y="109836"/>
                  </a:lnTo>
                  <a:lnTo>
                    <a:pt x="1639" y="109836"/>
                  </a:lnTo>
                  <a:lnTo>
                    <a:pt x="1639" y="108196"/>
                  </a:lnTo>
                  <a:lnTo>
                    <a:pt x="1639" y="108196"/>
                  </a:lnTo>
                  <a:lnTo>
                    <a:pt x="1639" y="108196"/>
                  </a:lnTo>
                  <a:lnTo>
                    <a:pt x="1639" y="108196"/>
                  </a:lnTo>
                  <a:lnTo>
                    <a:pt x="1639" y="108196"/>
                  </a:lnTo>
                  <a:lnTo>
                    <a:pt x="1639" y="106557"/>
                  </a:lnTo>
                  <a:lnTo>
                    <a:pt x="1639" y="106557"/>
                  </a:lnTo>
                  <a:lnTo>
                    <a:pt x="0" y="106557"/>
                  </a:lnTo>
                  <a:lnTo>
                    <a:pt x="0" y="106557"/>
                  </a:lnTo>
                  <a:lnTo>
                    <a:pt x="1639" y="106557"/>
                  </a:lnTo>
                  <a:lnTo>
                    <a:pt x="1639" y="106557"/>
                  </a:lnTo>
                  <a:lnTo>
                    <a:pt x="1639" y="106557"/>
                  </a:lnTo>
                  <a:lnTo>
                    <a:pt x="1639" y="106557"/>
                  </a:lnTo>
                  <a:lnTo>
                    <a:pt x="1639" y="106557"/>
                  </a:lnTo>
                  <a:lnTo>
                    <a:pt x="1639" y="106557"/>
                  </a:lnTo>
                  <a:lnTo>
                    <a:pt x="1639" y="104917"/>
                  </a:lnTo>
                  <a:lnTo>
                    <a:pt x="1639" y="104917"/>
                  </a:lnTo>
                  <a:lnTo>
                    <a:pt x="1639" y="104917"/>
                  </a:lnTo>
                  <a:lnTo>
                    <a:pt x="1639" y="104917"/>
                  </a:lnTo>
                  <a:lnTo>
                    <a:pt x="1639" y="104917"/>
                  </a:lnTo>
                  <a:lnTo>
                    <a:pt x="1639" y="104917"/>
                  </a:lnTo>
                  <a:lnTo>
                    <a:pt x="3278" y="104917"/>
                  </a:lnTo>
                  <a:lnTo>
                    <a:pt x="3278" y="104917"/>
                  </a:lnTo>
                  <a:lnTo>
                    <a:pt x="3278" y="104917"/>
                  </a:lnTo>
                  <a:lnTo>
                    <a:pt x="3278" y="104917"/>
                  </a:lnTo>
                  <a:lnTo>
                    <a:pt x="4918" y="104917"/>
                  </a:lnTo>
                  <a:lnTo>
                    <a:pt x="4918" y="104917"/>
                  </a:lnTo>
                  <a:lnTo>
                    <a:pt x="4918" y="104917"/>
                  </a:lnTo>
                  <a:lnTo>
                    <a:pt x="4918" y="103278"/>
                  </a:lnTo>
                  <a:lnTo>
                    <a:pt x="4918" y="103278"/>
                  </a:lnTo>
                  <a:lnTo>
                    <a:pt x="4918" y="103278"/>
                  </a:lnTo>
                  <a:lnTo>
                    <a:pt x="4918" y="103278"/>
                  </a:lnTo>
                  <a:lnTo>
                    <a:pt x="4918" y="101639"/>
                  </a:lnTo>
                  <a:lnTo>
                    <a:pt x="4918" y="101639"/>
                  </a:lnTo>
                  <a:lnTo>
                    <a:pt x="4918" y="101639"/>
                  </a:lnTo>
                  <a:lnTo>
                    <a:pt x="6557" y="101639"/>
                  </a:lnTo>
                  <a:lnTo>
                    <a:pt x="6557" y="101639"/>
                  </a:lnTo>
                  <a:lnTo>
                    <a:pt x="6557" y="101639"/>
                  </a:lnTo>
                  <a:lnTo>
                    <a:pt x="6557" y="101639"/>
                  </a:lnTo>
                  <a:lnTo>
                    <a:pt x="6557" y="101639"/>
                  </a:lnTo>
                  <a:lnTo>
                    <a:pt x="6557" y="101639"/>
                  </a:lnTo>
                  <a:lnTo>
                    <a:pt x="8197" y="101639"/>
                  </a:lnTo>
                  <a:lnTo>
                    <a:pt x="8197" y="101639"/>
                  </a:lnTo>
                  <a:lnTo>
                    <a:pt x="8197" y="101639"/>
                  </a:lnTo>
                  <a:lnTo>
                    <a:pt x="8197" y="101639"/>
                  </a:lnTo>
                  <a:lnTo>
                    <a:pt x="8197" y="101639"/>
                  </a:lnTo>
                  <a:lnTo>
                    <a:pt x="8197" y="101639"/>
                  </a:lnTo>
                  <a:lnTo>
                    <a:pt x="8197" y="100000"/>
                  </a:lnTo>
                  <a:lnTo>
                    <a:pt x="8197" y="100000"/>
                  </a:lnTo>
                  <a:lnTo>
                    <a:pt x="8197" y="100000"/>
                  </a:lnTo>
                  <a:lnTo>
                    <a:pt x="8197" y="100000"/>
                  </a:lnTo>
                  <a:lnTo>
                    <a:pt x="8197" y="100000"/>
                  </a:lnTo>
                  <a:lnTo>
                    <a:pt x="8197" y="100000"/>
                  </a:lnTo>
                  <a:lnTo>
                    <a:pt x="9836" y="98360"/>
                  </a:lnTo>
                  <a:lnTo>
                    <a:pt x="9836" y="98360"/>
                  </a:lnTo>
                  <a:lnTo>
                    <a:pt x="9836" y="98360"/>
                  </a:lnTo>
                  <a:lnTo>
                    <a:pt x="9836" y="98360"/>
                  </a:lnTo>
                  <a:lnTo>
                    <a:pt x="8197" y="98360"/>
                  </a:lnTo>
                  <a:lnTo>
                    <a:pt x="8197" y="98360"/>
                  </a:lnTo>
                  <a:lnTo>
                    <a:pt x="8197" y="96721"/>
                  </a:lnTo>
                  <a:lnTo>
                    <a:pt x="8197" y="96721"/>
                  </a:lnTo>
                  <a:lnTo>
                    <a:pt x="8197" y="96721"/>
                  </a:lnTo>
                  <a:lnTo>
                    <a:pt x="8197" y="96721"/>
                  </a:lnTo>
                  <a:lnTo>
                    <a:pt x="8197" y="95082"/>
                  </a:lnTo>
                  <a:lnTo>
                    <a:pt x="8197" y="95082"/>
                  </a:lnTo>
                  <a:lnTo>
                    <a:pt x="8197" y="95082"/>
                  </a:lnTo>
                  <a:lnTo>
                    <a:pt x="8197" y="95082"/>
                  </a:lnTo>
                  <a:lnTo>
                    <a:pt x="8197" y="95082"/>
                  </a:lnTo>
                  <a:lnTo>
                    <a:pt x="8197" y="95082"/>
                  </a:lnTo>
                  <a:lnTo>
                    <a:pt x="8197" y="95082"/>
                  </a:lnTo>
                  <a:lnTo>
                    <a:pt x="8197" y="95082"/>
                  </a:lnTo>
                  <a:lnTo>
                    <a:pt x="8197" y="95082"/>
                  </a:lnTo>
                  <a:lnTo>
                    <a:pt x="9836" y="95082"/>
                  </a:lnTo>
                  <a:lnTo>
                    <a:pt x="9836" y="96721"/>
                  </a:lnTo>
                  <a:lnTo>
                    <a:pt x="9836" y="96721"/>
                  </a:lnTo>
                  <a:lnTo>
                    <a:pt x="9836" y="96721"/>
                  </a:lnTo>
                  <a:lnTo>
                    <a:pt x="9836" y="96721"/>
                  </a:lnTo>
                  <a:lnTo>
                    <a:pt x="9836" y="96721"/>
                  </a:lnTo>
                  <a:lnTo>
                    <a:pt x="9836" y="96721"/>
                  </a:lnTo>
                  <a:lnTo>
                    <a:pt x="9836" y="98360"/>
                  </a:lnTo>
                  <a:lnTo>
                    <a:pt x="9836" y="98360"/>
                  </a:lnTo>
                  <a:lnTo>
                    <a:pt x="9836" y="98360"/>
                  </a:lnTo>
                  <a:lnTo>
                    <a:pt x="9836" y="98360"/>
                  </a:lnTo>
                  <a:lnTo>
                    <a:pt x="11475" y="98360"/>
                  </a:lnTo>
                  <a:lnTo>
                    <a:pt x="11475" y="100000"/>
                  </a:lnTo>
                  <a:lnTo>
                    <a:pt x="11475" y="100000"/>
                  </a:lnTo>
                  <a:lnTo>
                    <a:pt x="11475" y="100000"/>
                  </a:lnTo>
                  <a:lnTo>
                    <a:pt x="11475" y="100000"/>
                  </a:lnTo>
                  <a:lnTo>
                    <a:pt x="11475" y="100000"/>
                  </a:lnTo>
                  <a:lnTo>
                    <a:pt x="11475" y="100000"/>
                  </a:lnTo>
                  <a:lnTo>
                    <a:pt x="11475" y="100000"/>
                  </a:lnTo>
                  <a:lnTo>
                    <a:pt x="11475" y="98360"/>
                  </a:lnTo>
                  <a:lnTo>
                    <a:pt x="13114" y="98360"/>
                  </a:lnTo>
                  <a:lnTo>
                    <a:pt x="13114" y="98360"/>
                  </a:lnTo>
                  <a:lnTo>
                    <a:pt x="13114" y="98360"/>
                  </a:lnTo>
                  <a:lnTo>
                    <a:pt x="13114" y="98360"/>
                  </a:lnTo>
                  <a:lnTo>
                    <a:pt x="13114" y="98360"/>
                  </a:lnTo>
                  <a:lnTo>
                    <a:pt x="13114" y="98360"/>
                  </a:lnTo>
                  <a:lnTo>
                    <a:pt x="13114" y="96721"/>
                  </a:lnTo>
                  <a:lnTo>
                    <a:pt x="13114" y="96721"/>
                  </a:lnTo>
                  <a:lnTo>
                    <a:pt x="13114" y="96721"/>
                  </a:lnTo>
                  <a:lnTo>
                    <a:pt x="13114" y="96721"/>
                  </a:lnTo>
                  <a:lnTo>
                    <a:pt x="11475" y="96721"/>
                  </a:lnTo>
                  <a:lnTo>
                    <a:pt x="11475" y="95082"/>
                  </a:lnTo>
                  <a:lnTo>
                    <a:pt x="11475" y="95082"/>
                  </a:lnTo>
                  <a:lnTo>
                    <a:pt x="11475" y="95082"/>
                  </a:lnTo>
                  <a:lnTo>
                    <a:pt x="11475" y="95082"/>
                  </a:lnTo>
                  <a:lnTo>
                    <a:pt x="11475" y="93442"/>
                  </a:lnTo>
                  <a:lnTo>
                    <a:pt x="11475" y="93442"/>
                  </a:lnTo>
                  <a:lnTo>
                    <a:pt x="11475" y="93442"/>
                  </a:lnTo>
                  <a:lnTo>
                    <a:pt x="11475" y="93442"/>
                  </a:lnTo>
                  <a:lnTo>
                    <a:pt x="11475" y="93442"/>
                  </a:lnTo>
                  <a:lnTo>
                    <a:pt x="11475" y="93442"/>
                  </a:lnTo>
                  <a:lnTo>
                    <a:pt x="13114" y="93442"/>
                  </a:lnTo>
                  <a:lnTo>
                    <a:pt x="13114" y="93442"/>
                  </a:lnTo>
                  <a:lnTo>
                    <a:pt x="13114" y="93442"/>
                  </a:lnTo>
                  <a:lnTo>
                    <a:pt x="13114" y="95082"/>
                  </a:lnTo>
                  <a:lnTo>
                    <a:pt x="13114" y="95082"/>
                  </a:lnTo>
                  <a:lnTo>
                    <a:pt x="13114" y="95082"/>
                  </a:lnTo>
                  <a:lnTo>
                    <a:pt x="13114" y="95082"/>
                  </a:lnTo>
                  <a:lnTo>
                    <a:pt x="13114" y="93442"/>
                  </a:lnTo>
                  <a:lnTo>
                    <a:pt x="13114" y="93442"/>
                  </a:lnTo>
                  <a:lnTo>
                    <a:pt x="13114" y="93442"/>
                  </a:lnTo>
                  <a:lnTo>
                    <a:pt x="13114" y="93442"/>
                  </a:lnTo>
                  <a:lnTo>
                    <a:pt x="13114" y="93442"/>
                  </a:lnTo>
                  <a:lnTo>
                    <a:pt x="14754" y="93442"/>
                  </a:lnTo>
                  <a:lnTo>
                    <a:pt x="14754" y="91803"/>
                  </a:lnTo>
                  <a:lnTo>
                    <a:pt x="14754" y="91803"/>
                  </a:lnTo>
                  <a:lnTo>
                    <a:pt x="14754" y="91803"/>
                  </a:lnTo>
                  <a:lnTo>
                    <a:pt x="14754" y="91803"/>
                  </a:lnTo>
                  <a:lnTo>
                    <a:pt x="14754" y="91803"/>
                  </a:lnTo>
                  <a:lnTo>
                    <a:pt x="14754" y="91803"/>
                  </a:lnTo>
                  <a:lnTo>
                    <a:pt x="14754" y="90164"/>
                  </a:lnTo>
                  <a:lnTo>
                    <a:pt x="14754" y="90164"/>
                  </a:lnTo>
                  <a:lnTo>
                    <a:pt x="14754" y="90164"/>
                  </a:lnTo>
                  <a:lnTo>
                    <a:pt x="14754" y="90164"/>
                  </a:lnTo>
                  <a:lnTo>
                    <a:pt x="14754" y="88524"/>
                  </a:lnTo>
                  <a:lnTo>
                    <a:pt x="16393" y="88524"/>
                  </a:lnTo>
                  <a:lnTo>
                    <a:pt x="16393" y="88524"/>
                  </a:lnTo>
                  <a:lnTo>
                    <a:pt x="16393" y="88524"/>
                  </a:lnTo>
                  <a:lnTo>
                    <a:pt x="16393" y="88524"/>
                  </a:lnTo>
                  <a:lnTo>
                    <a:pt x="16393" y="86885"/>
                  </a:lnTo>
                  <a:lnTo>
                    <a:pt x="16393" y="86885"/>
                  </a:lnTo>
                  <a:lnTo>
                    <a:pt x="16393" y="86885"/>
                  </a:lnTo>
                  <a:lnTo>
                    <a:pt x="16393" y="86885"/>
                  </a:lnTo>
                  <a:lnTo>
                    <a:pt x="16393" y="86885"/>
                  </a:lnTo>
                  <a:lnTo>
                    <a:pt x="16393" y="85245"/>
                  </a:lnTo>
                  <a:lnTo>
                    <a:pt x="16393" y="85245"/>
                  </a:lnTo>
                  <a:lnTo>
                    <a:pt x="16393" y="85245"/>
                  </a:lnTo>
                  <a:lnTo>
                    <a:pt x="16393" y="83606"/>
                  </a:lnTo>
                  <a:lnTo>
                    <a:pt x="16393" y="83606"/>
                  </a:lnTo>
                  <a:lnTo>
                    <a:pt x="16393" y="83606"/>
                  </a:lnTo>
                  <a:lnTo>
                    <a:pt x="16393" y="83606"/>
                  </a:lnTo>
                  <a:lnTo>
                    <a:pt x="16393" y="83606"/>
                  </a:lnTo>
                  <a:lnTo>
                    <a:pt x="16393" y="83606"/>
                  </a:lnTo>
                  <a:lnTo>
                    <a:pt x="18033" y="83606"/>
                  </a:lnTo>
                  <a:lnTo>
                    <a:pt x="18033" y="83606"/>
                  </a:lnTo>
                  <a:lnTo>
                    <a:pt x="18033" y="83606"/>
                  </a:lnTo>
                  <a:lnTo>
                    <a:pt x="18033" y="83606"/>
                  </a:lnTo>
                  <a:lnTo>
                    <a:pt x="18033" y="83606"/>
                  </a:lnTo>
                  <a:lnTo>
                    <a:pt x="19672" y="83606"/>
                  </a:lnTo>
                  <a:lnTo>
                    <a:pt x="19672" y="83606"/>
                  </a:lnTo>
                  <a:lnTo>
                    <a:pt x="19672" y="83606"/>
                  </a:lnTo>
                  <a:lnTo>
                    <a:pt x="19672" y="83606"/>
                  </a:lnTo>
                  <a:lnTo>
                    <a:pt x="19672" y="81967"/>
                  </a:lnTo>
                  <a:lnTo>
                    <a:pt x="19672" y="81967"/>
                  </a:lnTo>
                  <a:lnTo>
                    <a:pt x="19672" y="81967"/>
                  </a:lnTo>
                  <a:lnTo>
                    <a:pt x="19672" y="81967"/>
                  </a:lnTo>
                  <a:lnTo>
                    <a:pt x="19672" y="81967"/>
                  </a:lnTo>
                  <a:lnTo>
                    <a:pt x="19672" y="80327"/>
                  </a:lnTo>
                  <a:lnTo>
                    <a:pt x="18033" y="80327"/>
                  </a:lnTo>
                  <a:lnTo>
                    <a:pt x="18033" y="80327"/>
                  </a:lnTo>
                  <a:lnTo>
                    <a:pt x="18033" y="80327"/>
                  </a:lnTo>
                  <a:lnTo>
                    <a:pt x="18033" y="80327"/>
                  </a:lnTo>
                  <a:lnTo>
                    <a:pt x="18033" y="78688"/>
                  </a:lnTo>
                  <a:lnTo>
                    <a:pt x="18033" y="78688"/>
                  </a:lnTo>
                  <a:lnTo>
                    <a:pt x="18033" y="78688"/>
                  </a:lnTo>
                  <a:lnTo>
                    <a:pt x="18033" y="78688"/>
                  </a:lnTo>
                  <a:lnTo>
                    <a:pt x="19672" y="77049"/>
                  </a:lnTo>
                  <a:lnTo>
                    <a:pt x="19672" y="77049"/>
                  </a:lnTo>
                  <a:lnTo>
                    <a:pt x="19672" y="77049"/>
                  </a:lnTo>
                  <a:lnTo>
                    <a:pt x="19672" y="77049"/>
                  </a:lnTo>
                  <a:lnTo>
                    <a:pt x="19672" y="77049"/>
                  </a:lnTo>
                  <a:lnTo>
                    <a:pt x="19672" y="77049"/>
                  </a:lnTo>
                  <a:lnTo>
                    <a:pt x="19672" y="77049"/>
                  </a:lnTo>
                  <a:lnTo>
                    <a:pt x="19672" y="75410"/>
                  </a:lnTo>
                  <a:lnTo>
                    <a:pt x="19672" y="75410"/>
                  </a:lnTo>
                  <a:lnTo>
                    <a:pt x="19672" y="75410"/>
                  </a:lnTo>
                  <a:lnTo>
                    <a:pt x="21311" y="75410"/>
                  </a:lnTo>
                  <a:lnTo>
                    <a:pt x="21311" y="75410"/>
                  </a:lnTo>
                  <a:lnTo>
                    <a:pt x="21311" y="73770"/>
                  </a:lnTo>
                  <a:lnTo>
                    <a:pt x="21311" y="73770"/>
                  </a:lnTo>
                  <a:lnTo>
                    <a:pt x="21311" y="73770"/>
                  </a:lnTo>
                  <a:lnTo>
                    <a:pt x="21311" y="73770"/>
                  </a:lnTo>
                  <a:lnTo>
                    <a:pt x="19672" y="73770"/>
                  </a:lnTo>
                  <a:lnTo>
                    <a:pt x="19672" y="73770"/>
                  </a:lnTo>
                  <a:lnTo>
                    <a:pt x="19672" y="73770"/>
                  </a:lnTo>
                  <a:lnTo>
                    <a:pt x="19672" y="73770"/>
                  </a:lnTo>
                  <a:lnTo>
                    <a:pt x="18033" y="73770"/>
                  </a:lnTo>
                  <a:lnTo>
                    <a:pt x="18033" y="73770"/>
                  </a:lnTo>
                  <a:lnTo>
                    <a:pt x="18033" y="73770"/>
                  </a:lnTo>
                  <a:lnTo>
                    <a:pt x="18033" y="73770"/>
                  </a:lnTo>
                  <a:lnTo>
                    <a:pt x="18033" y="73770"/>
                  </a:lnTo>
                  <a:lnTo>
                    <a:pt x="18033" y="73770"/>
                  </a:lnTo>
                  <a:lnTo>
                    <a:pt x="18033" y="73770"/>
                  </a:lnTo>
                  <a:lnTo>
                    <a:pt x="18033" y="73770"/>
                  </a:lnTo>
                  <a:lnTo>
                    <a:pt x="18033" y="73770"/>
                  </a:lnTo>
                  <a:lnTo>
                    <a:pt x="19672" y="73770"/>
                  </a:lnTo>
                  <a:lnTo>
                    <a:pt x="19672" y="72131"/>
                  </a:lnTo>
                  <a:lnTo>
                    <a:pt x="19672" y="72131"/>
                  </a:lnTo>
                  <a:lnTo>
                    <a:pt x="21311" y="72131"/>
                  </a:lnTo>
                  <a:lnTo>
                    <a:pt x="21311" y="73770"/>
                  </a:lnTo>
                  <a:lnTo>
                    <a:pt x="21311" y="73770"/>
                  </a:lnTo>
                  <a:lnTo>
                    <a:pt x="21311" y="73770"/>
                  </a:lnTo>
                  <a:lnTo>
                    <a:pt x="21311" y="73770"/>
                  </a:lnTo>
                  <a:lnTo>
                    <a:pt x="21311" y="73770"/>
                  </a:lnTo>
                  <a:lnTo>
                    <a:pt x="21311" y="72131"/>
                  </a:lnTo>
                  <a:lnTo>
                    <a:pt x="21311" y="70492"/>
                  </a:lnTo>
                  <a:lnTo>
                    <a:pt x="21311" y="70492"/>
                  </a:lnTo>
                  <a:lnTo>
                    <a:pt x="21311" y="70492"/>
                  </a:lnTo>
                  <a:lnTo>
                    <a:pt x="21311" y="70492"/>
                  </a:lnTo>
                  <a:lnTo>
                    <a:pt x="21311" y="70492"/>
                  </a:lnTo>
                  <a:lnTo>
                    <a:pt x="21311" y="70492"/>
                  </a:lnTo>
                  <a:lnTo>
                    <a:pt x="21311" y="70492"/>
                  </a:lnTo>
                  <a:lnTo>
                    <a:pt x="22951" y="70492"/>
                  </a:lnTo>
                  <a:lnTo>
                    <a:pt x="22951" y="68852"/>
                  </a:lnTo>
                  <a:lnTo>
                    <a:pt x="22951" y="68852"/>
                  </a:lnTo>
                  <a:lnTo>
                    <a:pt x="22951" y="68852"/>
                  </a:lnTo>
                  <a:lnTo>
                    <a:pt x="21311" y="68852"/>
                  </a:lnTo>
                  <a:lnTo>
                    <a:pt x="21311" y="68852"/>
                  </a:lnTo>
                  <a:lnTo>
                    <a:pt x="21311" y="68852"/>
                  </a:lnTo>
                  <a:lnTo>
                    <a:pt x="21311" y="68852"/>
                  </a:lnTo>
                  <a:lnTo>
                    <a:pt x="21311" y="67213"/>
                  </a:lnTo>
                  <a:lnTo>
                    <a:pt x="21311" y="67213"/>
                  </a:lnTo>
                  <a:lnTo>
                    <a:pt x="21311" y="67213"/>
                  </a:lnTo>
                  <a:lnTo>
                    <a:pt x="21311" y="67213"/>
                  </a:lnTo>
                  <a:lnTo>
                    <a:pt x="19672" y="67213"/>
                  </a:lnTo>
                  <a:lnTo>
                    <a:pt x="19672" y="67213"/>
                  </a:lnTo>
                  <a:lnTo>
                    <a:pt x="19672" y="67213"/>
                  </a:lnTo>
                  <a:lnTo>
                    <a:pt x="19672" y="65573"/>
                  </a:lnTo>
                  <a:lnTo>
                    <a:pt x="21311" y="65573"/>
                  </a:lnTo>
                  <a:lnTo>
                    <a:pt x="21311" y="65573"/>
                  </a:lnTo>
                  <a:lnTo>
                    <a:pt x="21311" y="65573"/>
                  </a:lnTo>
                  <a:lnTo>
                    <a:pt x="21311" y="65573"/>
                  </a:lnTo>
                  <a:lnTo>
                    <a:pt x="21311" y="65573"/>
                  </a:lnTo>
                  <a:lnTo>
                    <a:pt x="21311" y="65573"/>
                  </a:lnTo>
                  <a:lnTo>
                    <a:pt x="21311" y="67213"/>
                  </a:lnTo>
                  <a:lnTo>
                    <a:pt x="21311" y="67213"/>
                  </a:lnTo>
                  <a:lnTo>
                    <a:pt x="21311" y="67213"/>
                  </a:lnTo>
                  <a:lnTo>
                    <a:pt x="21311" y="67213"/>
                  </a:lnTo>
                  <a:lnTo>
                    <a:pt x="21311" y="67213"/>
                  </a:lnTo>
                  <a:lnTo>
                    <a:pt x="21311" y="67213"/>
                  </a:lnTo>
                  <a:lnTo>
                    <a:pt x="21311" y="67213"/>
                  </a:lnTo>
                  <a:lnTo>
                    <a:pt x="21311" y="67213"/>
                  </a:lnTo>
                  <a:lnTo>
                    <a:pt x="22951" y="68852"/>
                  </a:lnTo>
                  <a:lnTo>
                    <a:pt x="22951" y="68852"/>
                  </a:lnTo>
                  <a:lnTo>
                    <a:pt x="22951" y="68852"/>
                  </a:lnTo>
                  <a:lnTo>
                    <a:pt x="22951" y="67213"/>
                  </a:lnTo>
                  <a:lnTo>
                    <a:pt x="22951" y="67213"/>
                  </a:lnTo>
                  <a:lnTo>
                    <a:pt x="22951" y="67213"/>
                  </a:lnTo>
                  <a:lnTo>
                    <a:pt x="22951" y="67213"/>
                  </a:lnTo>
                  <a:lnTo>
                    <a:pt x="22951" y="67213"/>
                  </a:lnTo>
                  <a:lnTo>
                    <a:pt x="22951" y="67213"/>
                  </a:lnTo>
                  <a:lnTo>
                    <a:pt x="22951" y="67213"/>
                  </a:lnTo>
                  <a:lnTo>
                    <a:pt x="22951" y="65573"/>
                  </a:lnTo>
                  <a:lnTo>
                    <a:pt x="22951" y="65573"/>
                  </a:lnTo>
                  <a:lnTo>
                    <a:pt x="21311" y="63934"/>
                  </a:lnTo>
                  <a:lnTo>
                    <a:pt x="21311" y="63934"/>
                  </a:lnTo>
                  <a:lnTo>
                    <a:pt x="21311" y="63934"/>
                  </a:lnTo>
                  <a:lnTo>
                    <a:pt x="21311" y="63934"/>
                  </a:lnTo>
                  <a:lnTo>
                    <a:pt x="21311" y="63934"/>
                  </a:lnTo>
                  <a:lnTo>
                    <a:pt x="21311" y="63934"/>
                  </a:lnTo>
                  <a:lnTo>
                    <a:pt x="21311" y="63934"/>
                  </a:lnTo>
                  <a:lnTo>
                    <a:pt x="19672" y="63934"/>
                  </a:lnTo>
                  <a:lnTo>
                    <a:pt x="19672" y="62295"/>
                  </a:lnTo>
                  <a:lnTo>
                    <a:pt x="19672" y="62295"/>
                  </a:lnTo>
                  <a:lnTo>
                    <a:pt x="19672" y="63934"/>
                  </a:lnTo>
                  <a:lnTo>
                    <a:pt x="19672" y="63934"/>
                  </a:lnTo>
                  <a:lnTo>
                    <a:pt x="19672" y="62295"/>
                  </a:lnTo>
                  <a:lnTo>
                    <a:pt x="18033" y="62295"/>
                  </a:lnTo>
                  <a:lnTo>
                    <a:pt x="18033" y="62295"/>
                  </a:lnTo>
                  <a:lnTo>
                    <a:pt x="18033" y="62295"/>
                  </a:lnTo>
                  <a:lnTo>
                    <a:pt x="18033" y="62295"/>
                  </a:lnTo>
                  <a:lnTo>
                    <a:pt x="18033" y="62295"/>
                  </a:lnTo>
                  <a:lnTo>
                    <a:pt x="18033" y="62295"/>
                  </a:lnTo>
                  <a:lnTo>
                    <a:pt x="18033" y="62295"/>
                  </a:lnTo>
                  <a:lnTo>
                    <a:pt x="18033" y="62295"/>
                  </a:lnTo>
                  <a:lnTo>
                    <a:pt x="16393" y="62295"/>
                  </a:lnTo>
                  <a:lnTo>
                    <a:pt x="16393" y="62295"/>
                  </a:lnTo>
                  <a:lnTo>
                    <a:pt x="16393" y="62295"/>
                  </a:lnTo>
                  <a:lnTo>
                    <a:pt x="16393" y="60655"/>
                  </a:lnTo>
                  <a:lnTo>
                    <a:pt x="16393" y="60655"/>
                  </a:lnTo>
                  <a:lnTo>
                    <a:pt x="16393" y="60655"/>
                  </a:lnTo>
                  <a:lnTo>
                    <a:pt x="16393" y="60655"/>
                  </a:lnTo>
                  <a:lnTo>
                    <a:pt x="16393" y="60655"/>
                  </a:lnTo>
                  <a:lnTo>
                    <a:pt x="16393" y="60655"/>
                  </a:lnTo>
                  <a:lnTo>
                    <a:pt x="16393" y="60655"/>
                  </a:lnTo>
                  <a:lnTo>
                    <a:pt x="14754" y="59016"/>
                  </a:lnTo>
                  <a:lnTo>
                    <a:pt x="14754" y="59016"/>
                  </a:lnTo>
                  <a:lnTo>
                    <a:pt x="14754" y="59016"/>
                  </a:lnTo>
                  <a:lnTo>
                    <a:pt x="14754" y="59016"/>
                  </a:lnTo>
                  <a:lnTo>
                    <a:pt x="14754" y="59016"/>
                  </a:lnTo>
                  <a:lnTo>
                    <a:pt x="16393" y="59016"/>
                  </a:lnTo>
                  <a:lnTo>
                    <a:pt x="16393" y="59016"/>
                  </a:lnTo>
                  <a:lnTo>
                    <a:pt x="16393" y="59016"/>
                  </a:lnTo>
                  <a:lnTo>
                    <a:pt x="16393" y="59016"/>
                  </a:lnTo>
                  <a:lnTo>
                    <a:pt x="16393" y="59016"/>
                  </a:lnTo>
                  <a:lnTo>
                    <a:pt x="16393" y="59016"/>
                  </a:lnTo>
                  <a:lnTo>
                    <a:pt x="18033" y="59016"/>
                  </a:lnTo>
                  <a:lnTo>
                    <a:pt x="18033" y="59016"/>
                  </a:lnTo>
                  <a:lnTo>
                    <a:pt x="18033" y="59016"/>
                  </a:lnTo>
                  <a:lnTo>
                    <a:pt x="18033" y="59016"/>
                  </a:lnTo>
                  <a:lnTo>
                    <a:pt x="18033" y="59016"/>
                  </a:lnTo>
                  <a:lnTo>
                    <a:pt x="18033" y="59016"/>
                  </a:lnTo>
                  <a:lnTo>
                    <a:pt x="19672" y="59016"/>
                  </a:lnTo>
                  <a:lnTo>
                    <a:pt x="19672" y="60655"/>
                  </a:lnTo>
                  <a:lnTo>
                    <a:pt x="19672" y="60655"/>
                  </a:lnTo>
                  <a:lnTo>
                    <a:pt x="19672" y="60655"/>
                  </a:lnTo>
                  <a:lnTo>
                    <a:pt x="19672" y="60655"/>
                  </a:lnTo>
                  <a:lnTo>
                    <a:pt x="19672" y="60655"/>
                  </a:lnTo>
                  <a:lnTo>
                    <a:pt x="19672" y="60655"/>
                  </a:lnTo>
                  <a:lnTo>
                    <a:pt x="18033" y="60655"/>
                  </a:lnTo>
                  <a:lnTo>
                    <a:pt x="18033" y="60655"/>
                  </a:lnTo>
                  <a:lnTo>
                    <a:pt x="18033" y="60655"/>
                  </a:lnTo>
                  <a:lnTo>
                    <a:pt x="18033" y="60655"/>
                  </a:lnTo>
                  <a:lnTo>
                    <a:pt x="18033" y="60655"/>
                  </a:lnTo>
                  <a:lnTo>
                    <a:pt x="18033" y="60655"/>
                  </a:lnTo>
                  <a:lnTo>
                    <a:pt x="18033" y="60655"/>
                  </a:lnTo>
                  <a:lnTo>
                    <a:pt x="18033" y="60655"/>
                  </a:lnTo>
                  <a:lnTo>
                    <a:pt x="18033" y="62295"/>
                  </a:lnTo>
                  <a:lnTo>
                    <a:pt x="18033" y="62295"/>
                  </a:lnTo>
                  <a:lnTo>
                    <a:pt x="18033" y="62295"/>
                  </a:lnTo>
                  <a:lnTo>
                    <a:pt x="18033" y="62295"/>
                  </a:lnTo>
                  <a:lnTo>
                    <a:pt x="18033" y="62295"/>
                  </a:lnTo>
                  <a:lnTo>
                    <a:pt x="19672" y="62295"/>
                  </a:lnTo>
                  <a:lnTo>
                    <a:pt x="19672" y="62295"/>
                  </a:lnTo>
                  <a:lnTo>
                    <a:pt x="19672" y="62295"/>
                  </a:lnTo>
                  <a:lnTo>
                    <a:pt x="21311" y="62295"/>
                  </a:lnTo>
                  <a:lnTo>
                    <a:pt x="21311" y="62295"/>
                  </a:lnTo>
                  <a:lnTo>
                    <a:pt x="21311" y="62295"/>
                  </a:lnTo>
                  <a:lnTo>
                    <a:pt x="21311" y="63934"/>
                  </a:lnTo>
                  <a:lnTo>
                    <a:pt x="22951" y="63934"/>
                  </a:lnTo>
                  <a:lnTo>
                    <a:pt x="22951" y="63934"/>
                  </a:lnTo>
                  <a:lnTo>
                    <a:pt x="22951" y="63934"/>
                  </a:lnTo>
                  <a:lnTo>
                    <a:pt x="24590" y="65573"/>
                  </a:lnTo>
                  <a:lnTo>
                    <a:pt x="24590" y="65573"/>
                  </a:lnTo>
                  <a:lnTo>
                    <a:pt x="24590" y="65573"/>
                  </a:lnTo>
                  <a:lnTo>
                    <a:pt x="24590" y="65573"/>
                  </a:lnTo>
                  <a:lnTo>
                    <a:pt x="24590" y="65573"/>
                  </a:lnTo>
                  <a:lnTo>
                    <a:pt x="24590" y="67213"/>
                  </a:lnTo>
                  <a:lnTo>
                    <a:pt x="24590" y="67213"/>
                  </a:lnTo>
                  <a:lnTo>
                    <a:pt x="24590" y="67213"/>
                  </a:lnTo>
                  <a:lnTo>
                    <a:pt x="24590" y="67213"/>
                  </a:lnTo>
                  <a:lnTo>
                    <a:pt x="24590" y="67213"/>
                  </a:lnTo>
                  <a:lnTo>
                    <a:pt x="26229" y="67213"/>
                  </a:lnTo>
                  <a:lnTo>
                    <a:pt x="26229" y="67213"/>
                  </a:lnTo>
                  <a:lnTo>
                    <a:pt x="26229" y="67213"/>
                  </a:lnTo>
                  <a:lnTo>
                    <a:pt x="26229" y="67213"/>
                  </a:lnTo>
                  <a:lnTo>
                    <a:pt x="26229" y="67213"/>
                  </a:lnTo>
                  <a:lnTo>
                    <a:pt x="26229" y="67213"/>
                  </a:lnTo>
                  <a:lnTo>
                    <a:pt x="26229" y="65573"/>
                  </a:lnTo>
                  <a:lnTo>
                    <a:pt x="24590" y="65573"/>
                  </a:lnTo>
                  <a:lnTo>
                    <a:pt x="24590" y="65573"/>
                  </a:lnTo>
                  <a:lnTo>
                    <a:pt x="26229" y="65573"/>
                  </a:lnTo>
                  <a:lnTo>
                    <a:pt x="26229" y="65573"/>
                  </a:lnTo>
                  <a:lnTo>
                    <a:pt x="26229" y="63934"/>
                  </a:lnTo>
                  <a:lnTo>
                    <a:pt x="26229" y="63934"/>
                  </a:lnTo>
                  <a:lnTo>
                    <a:pt x="26229" y="63934"/>
                  </a:lnTo>
                  <a:lnTo>
                    <a:pt x="24590" y="63934"/>
                  </a:lnTo>
                  <a:lnTo>
                    <a:pt x="24590" y="63934"/>
                  </a:lnTo>
                  <a:lnTo>
                    <a:pt x="24590" y="63934"/>
                  </a:lnTo>
                  <a:lnTo>
                    <a:pt x="24590" y="63934"/>
                  </a:lnTo>
                  <a:lnTo>
                    <a:pt x="24590" y="63934"/>
                  </a:lnTo>
                  <a:lnTo>
                    <a:pt x="24590" y="63934"/>
                  </a:lnTo>
                  <a:lnTo>
                    <a:pt x="24590" y="63934"/>
                  </a:lnTo>
                  <a:lnTo>
                    <a:pt x="24590" y="63934"/>
                  </a:lnTo>
                  <a:lnTo>
                    <a:pt x="22951" y="62295"/>
                  </a:lnTo>
                  <a:lnTo>
                    <a:pt x="22951" y="62295"/>
                  </a:lnTo>
                  <a:lnTo>
                    <a:pt x="24590" y="62295"/>
                  </a:lnTo>
                  <a:lnTo>
                    <a:pt x="24590" y="62295"/>
                  </a:lnTo>
                  <a:lnTo>
                    <a:pt x="24590" y="62295"/>
                  </a:lnTo>
                  <a:lnTo>
                    <a:pt x="24590" y="62295"/>
                  </a:lnTo>
                  <a:lnTo>
                    <a:pt x="24590" y="62295"/>
                  </a:lnTo>
                  <a:lnTo>
                    <a:pt x="24590" y="62295"/>
                  </a:lnTo>
                  <a:lnTo>
                    <a:pt x="24590" y="60655"/>
                  </a:lnTo>
                  <a:lnTo>
                    <a:pt x="24590" y="60655"/>
                  </a:lnTo>
                  <a:lnTo>
                    <a:pt x="24590" y="60655"/>
                  </a:lnTo>
                  <a:lnTo>
                    <a:pt x="24590" y="60655"/>
                  </a:lnTo>
                  <a:lnTo>
                    <a:pt x="24590" y="60655"/>
                  </a:lnTo>
                  <a:lnTo>
                    <a:pt x="22951" y="60655"/>
                  </a:lnTo>
                  <a:lnTo>
                    <a:pt x="22951" y="60655"/>
                  </a:lnTo>
                  <a:lnTo>
                    <a:pt x="22951" y="60655"/>
                  </a:lnTo>
                  <a:lnTo>
                    <a:pt x="22951" y="60655"/>
                  </a:lnTo>
                  <a:lnTo>
                    <a:pt x="22951" y="60655"/>
                  </a:lnTo>
                  <a:lnTo>
                    <a:pt x="22951" y="59016"/>
                  </a:lnTo>
                  <a:lnTo>
                    <a:pt x="22951" y="59016"/>
                  </a:lnTo>
                  <a:lnTo>
                    <a:pt x="22951" y="59016"/>
                  </a:lnTo>
                  <a:lnTo>
                    <a:pt x="22951" y="59016"/>
                  </a:lnTo>
                  <a:lnTo>
                    <a:pt x="21311" y="59016"/>
                  </a:lnTo>
                  <a:lnTo>
                    <a:pt x="21311" y="59016"/>
                  </a:lnTo>
                  <a:lnTo>
                    <a:pt x="21311" y="59016"/>
                  </a:lnTo>
                  <a:lnTo>
                    <a:pt x="21311" y="59016"/>
                  </a:lnTo>
                  <a:lnTo>
                    <a:pt x="21311" y="59016"/>
                  </a:lnTo>
                  <a:lnTo>
                    <a:pt x="21311" y="59016"/>
                  </a:lnTo>
                  <a:lnTo>
                    <a:pt x="21311" y="59016"/>
                  </a:lnTo>
                  <a:lnTo>
                    <a:pt x="21311" y="59016"/>
                  </a:lnTo>
                  <a:lnTo>
                    <a:pt x="21311" y="57377"/>
                  </a:lnTo>
                  <a:lnTo>
                    <a:pt x="21311" y="57377"/>
                  </a:lnTo>
                  <a:lnTo>
                    <a:pt x="21311" y="57377"/>
                  </a:lnTo>
                  <a:lnTo>
                    <a:pt x="21311" y="57377"/>
                  </a:lnTo>
                  <a:lnTo>
                    <a:pt x="22951" y="57377"/>
                  </a:lnTo>
                  <a:lnTo>
                    <a:pt x="22951" y="59016"/>
                  </a:lnTo>
                  <a:lnTo>
                    <a:pt x="22951" y="59016"/>
                  </a:lnTo>
                  <a:lnTo>
                    <a:pt x="22951" y="59016"/>
                  </a:lnTo>
                  <a:lnTo>
                    <a:pt x="22951" y="59016"/>
                  </a:lnTo>
                  <a:lnTo>
                    <a:pt x="24590" y="59016"/>
                  </a:lnTo>
                  <a:lnTo>
                    <a:pt x="24590" y="59016"/>
                  </a:lnTo>
                  <a:lnTo>
                    <a:pt x="24590" y="59016"/>
                  </a:lnTo>
                  <a:lnTo>
                    <a:pt x="24590" y="59016"/>
                  </a:lnTo>
                  <a:lnTo>
                    <a:pt x="24590" y="59016"/>
                  </a:lnTo>
                  <a:lnTo>
                    <a:pt x="24590" y="59016"/>
                  </a:lnTo>
                  <a:lnTo>
                    <a:pt x="24590" y="60655"/>
                  </a:lnTo>
                  <a:lnTo>
                    <a:pt x="24590" y="60655"/>
                  </a:lnTo>
                  <a:lnTo>
                    <a:pt x="24590" y="60655"/>
                  </a:lnTo>
                  <a:lnTo>
                    <a:pt x="26229" y="60655"/>
                  </a:lnTo>
                  <a:lnTo>
                    <a:pt x="26229" y="60655"/>
                  </a:lnTo>
                  <a:lnTo>
                    <a:pt x="26229" y="60655"/>
                  </a:lnTo>
                  <a:lnTo>
                    <a:pt x="26229" y="60655"/>
                  </a:lnTo>
                  <a:lnTo>
                    <a:pt x="26229" y="60655"/>
                  </a:lnTo>
                  <a:lnTo>
                    <a:pt x="27868" y="60655"/>
                  </a:lnTo>
                  <a:lnTo>
                    <a:pt x="27868" y="60655"/>
                  </a:lnTo>
                  <a:lnTo>
                    <a:pt x="27868" y="62295"/>
                  </a:lnTo>
                  <a:lnTo>
                    <a:pt x="27868" y="62295"/>
                  </a:lnTo>
                  <a:lnTo>
                    <a:pt x="27868" y="62295"/>
                  </a:lnTo>
                  <a:lnTo>
                    <a:pt x="27868" y="60655"/>
                  </a:lnTo>
                  <a:lnTo>
                    <a:pt x="27868" y="62295"/>
                  </a:lnTo>
                  <a:lnTo>
                    <a:pt x="29508" y="62295"/>
                  </a:lnTo>
                  <a:lnTo>
                    <a:pt x="29508" y="62295"/>
                  </a:lnTo>
                  <a:lnTo>
                    <a:pt x="29508" y="62295"/>
                  </a:lnTo>
                  <a:lnTo>
                    <a:pt x="29508" y="62295"/>
                  </a:lnTo>
                  <a:lnTo>
                    <a:pt x="29508" y="63934"/>
                  </a:lnTo>
                  <a:lnTo>
                    <a:pt x="31147" y="63934"/>
                  </a:lnTo>
                  <a:lnTo>
                    <a:pt x="31147" y="63934"/>
                  </a:lnTo>
                  <a:lnTo>
                    <a:pt x="31147" y="63934"/>
                  </a:lnTo>
                  <a:lnTo>
                    <a:pt x="31147" y="63934"/>
                  </a:lnTo>
                  <a:lnTo>
                    <a:pt x="31147" y="65573"/>
                  </a:lnTo>
                  <a:lnTo>
                    <a:pt x="31147" y="65573"/>
                  </a:lnTo>
                  <a:lnTo>
                    <a:pt x="32787" y="63934"/>
                  </a:lnTo>
                  <a:lnTo>
                    <a:pt x="32787" y="63934"/>
                  </a:lnTo>
                  <a:lnTo>
                    <a:pt x="32787" y="63934"/>
                  </a:lnTo>
                  <a:lnTo>
                    <a:pt x="31147" y="63934"/>
                  </a:lnTo>
                  <a:lnTo>
                    <a:pt x="31147" y="63934"/>
                  </a:lnTo>
                  <a:lnTo>
                    <a:pt x="31147" y="63934"/>
                  </a:lnTo>
                  <a:lnTo>
                    <a:pt x="31147" y="62295"/>
                  </a:lnTo>
                  <a:lnTo>
                    <a:pt x="31147" y="62295"/>
                  </a:lnTo>
                  <a:lnTo>
                    <a:pt x="31147" y="62295"/>
                  </a:lnTo>
                  <a:lnTo>
                    <a:pt x="31147" y="62295"/>
                  </a:lnTo>
                  <a:lnTo>
                    <a:pt x="31147" y="60655"/>
                  </a:lnTo>
                  <a:lnTo>
                    <a:pt x="31147" y="60655"/>
                  </a:lnTo>
                  <a:lnTo>
                    <a:pt x="31147" y="60655"/>
                  </a:lnTo>
                  <a:lnTo>
                    <a:pt x="31147" y="60655"/>
                  </a:lnTo>
                  <a:lnTo>
                    <a:pt x="31147" y="60655"/>
                  </a:lnTo>
                  <a:lnTo>
                    <a:pt x="32787" y="60655"/>
                  </a:lnTo>
                  <a:lnTo>
                    <a:pt x="32787" y="60655"/>
                  </a:lnTo>
                  <a:lnTo>
                    <a:pt x="32787" y="60655"/>
                  </a:lnTo>
                  <a:lnTo>
                    <a:pt x="32787" y="60655"/>
                  </a:lnTo>
                  <a:lnTo>
                    <a:pt x="32787" y="60655"/>
                  </a:lnTo>
                  <a:lnTo>
                    <a:pt x="34426" y="60655"/>
                  </a:lnTo>
                  <a:lnTo>
                    <a:pt x="34426" y="60655"/>
                  </a:lnTo>
                  <a:lnTo>
                    <a:pt x="34426" y="60655"/>
                  </a:lnTo>
                  <a:lnTo>
                    <a:pt x="34426" y="60655"/>
                  </a:lnTo>
                  <a:lnTo>
                    <a:pt x="34426" y="60655"/>
                  </a:lnTo>
                  <a:lnTo>
                    <a:pt x="34426" y="60655"/>
                  </a:lnTo>
                  <a:lnTo>
                    <a:pt x="34426" y="60655"/>
                  </a:lnTo>
                  <a:lnTo>
                    <a:pt x="34426" y="60655"/>
                  </a:lnTo>
                  <a:lnTo>
                    <a:pt x="34426" y="60655"/>
                  </a:lnTo>
                  <a:lnTo>
                    <a:pt x="36065" y="59016"/>
                  </a:lnTo>
                  <a:lnTo>
                    <a:pt x="36065" y="59016"/>
                  </a:lnTo>
                  <a:lnTo>
                    <a:pt x="36065" y="60655"/>
                  </a:lnTo>
                  <a:lnTo>
                    <a:pt x="36065" y="60655"/>
                  </a:lnTo>
                  <a:lnTo>
                    <a:pt x="36065" y="60655"/>
                  </a:lnTo>
                  <a:lnTo>
                    <a:pt x="37705" y="60655"/>
                  </a:lnTo>
                  <a:lnTo>
                    <a:pt x="37705" y="60655"/>
                  </a:lnTo>
                  <a:lnTo>
                    <a:pt x="37705" y="60655"/>
                  </a:lnTo>
                  <a:lnTo>
                    <a:pt x="37705" y="60655"/>
                  </a:lnTo>
                  <a:lnTo>
                    <a:pt x="37705" y="60655"/>
                  </a:lnTo>
                  <a:lnTo>
                    <a:pt x="37705" y="60655"/>
                  </a:lnTo>
                  <a:lnTo>
                    <a:pt x="37705" y="60655"/>
                  </a:lnTo>
                  <a:lnTo>
                    <a:pt x="37705" y="60655"/>
                  </a:lnTo>
                  <a:lnTo>
                    <a:pt x="37705" y="60655"/>
                  </a:lnTo>
                  <a:lnTo>
                    <a:pt x="37705" y="59016"/>
                  </a:lnTo>
                  <a:lnTo>
                    <a:pt x="39344" y="59016"/>
                  </a:lnTo>
                  <a:lnTo>
                    <a:pt x="39344" y="59016"/>
                  </a:lnTo>
                  <a:lnTo>
                    <a:pt x="39344" y="59016"/>
                  </a:lnTo>
                  <a:lnTo>
                    <a:pt x="39344" y="59016"/>
                  </a:lnTo>
                  <a:lnTo>
                    <a:pt x="39344" y="59016"/>
                  </a:lnTo>
                  <a:lnTo>
                    <a:pt x="39344" y="59016"/>
                  </a:lnTo>
                  <a:lnTo>
                    <a:pt x="39344" y="59016"/>
                  </a:lnTo>
                  <a:lnTo>
                    <a:pt x="39344" y="59016"/>
                  </a:lnTo>
                  <a:lnTo>
                    <a:pt x="40983" y="59016"/>
                  </a:lnTo>
                  <a:lnTo>
                    <a:pt x="40983" y="60655"/>
                  </a:lnTo>
                  <a:lnTo>
                    <a:pt x="40983" y="60655"/>
                  </a:lnTo>
                  <a:lnTo>
                    <a:pt x="40983" y="59016"/>
                  </a:lnTo>
                  <a:lnTo>
                    <a:pt x="40983" y="59016"/>
                  </a:lnTo>
                  <a:lnTo>
                    <a:pt x="40983" y="59016"/>
                  </a:lnTo>
                  <a:lnTo>
                    <a:pt x="40983" y="59016"/>
                  </a:lnTo>
                  <a:lnTo>
                    <a:pt x="40983" y="59016"/>
                  </a:lnTo>
                  <a:lnTo>
                    <a:pt x="42623" y="59016"/>
                  </a:lnTo>
                  <a:lnTo>
                    <a:pt x="42623" y="59016"/>
                  </a:lnTo>
                  <a:lnTo>
                    <a:pt x="42623" y="59016"/>
                  </a:lnTo>
                  <a:lnTo>
                    <a:pt x="42623" y="59016"/>
                  </a:lnTo>
                  <a:lnTo>
                    <a:pt x="42623" y="59016"/>
                  </a:lnTo>
                  <a:lnTo>
                    <a:pt x="42623" y="59016"/>
                  </a:lnTo>
                  <a:lnTo>
                    <a:pt x="44262" y="59016"/>
                  </a:lnTo>
                  <a:lnTo>
                    <a:pt x="44262" y="59016"/>
                  </a:lnTo>
                  <a:lnTo>
                    <a:pt x="44262" y="60655"/>
                  </a:lnTo>
                  <a:lnTo>
                    <a:pt x="44262" y="60655"/>
                  </a:lnTo>
                  <a:lnTo>
                    <a:pt x="44262" y="60655"/>
                  </a:lnTo>
                  <a:lnTo>
                    <a:pt x="44262" y="60655"/>
                  </a:lnTo>
                  <a:lnTo>
                    <a:pt x="45901" y="60655"/>
                  </a:lnTo>
                  <a:lnTo>
                    <a:pt x="45901" y="60655"/>
                  </a:lnTo>
                  <a:lnTo>
                    <a:pt x="44262" y="60655"/>
                  </a:lnTo>
                  <a:lnTo>
                    <a:pt x="44262" y="59016"/>
                  </a:lnTo>
                  <a:lnTo>
                    <a:pt x="44262" y="59016"/>
                  </a:lnTo>
                  <a:lnTo>
                    <a:pt x="44262" y="59016"/>
                  </a:lnTo>
                  <a:lnTo>
                    <a:pt x="44262" y="59016"/>
                  </a:lnTo>
                  <a:lnTo>
                    <a:pt x="44262" y="59016"/>
                  </a:lnTo>
                  <a:lnTo>
                    <a:pt x="44262" y="57377"/>
                  </a:lnTo>
                  <a:lnTo>
                    <a:pt x="44262" y="57377"/>
                  </a:lnTo>
                  <a:lnTo>
                    <a:pt x="44262" y="57377"/>
                  </a:lnTo>
                  <a:lnTo>
                    <a:pt x="44262" y="57377"/>
                  </a:lnTo>
                  <a:lnTo>
                    <a:pt x="45901" y="57377"/>
                  </a:lnTo>
                  <a:lnTo>
                    <a:pt x="45901" y="57377"/>
                  </a:lnTo>
                  <a:lnTo>
                    <a:pt x="45901" y="57377"/>
                  </a:lnTo>
                  <a:lnTo>
                    <a:pt x="45901" y="57377"/>
                  </a:lnTo>
                  <a:lnTo>
                    <a:pt x="45901" y="57377"/>
                  </a:lnTo>
                  <a:lnTo>
                    <a:pt x="45901" y="57377"/>
                  </a:lnTo>
                  <a:lnTo>
                    <a:pt x="45901" y="55737"/>
                  </a:lnTo>
                  <a:lnTo>
                    <a:pt x="45901" y="55737"/>
                  </a:lnTo>
                  <a:lnTo>
                    <a:pt x="45901" y="55737"/>
                  </a:lnTo>
                  <a:lnTo>
                    <a:pt x="45901" y="55737"/>
                  </a:lnTo>
                  <a:lnTo>
                    <a:pt x="45901" y="55737"/>
                  </a:lnTo>
                  <a:lnTo>
                    <a:pt x="45901" y="55737"/>
                  </a:lnTo>
                  <a:lnTo>
                    <a:pt x="45901" y="54098"/>
                  </a:lnTo>
                  <a:lnTo>
                    <a:pt x="45901" y="55737"/>
                  </a:lnTo>
                  <a:lnTo>
                    <a:pt x="45901" y="54098"/>
                  </a:lnTo>
                  <a:lnTo>
                    <a:pt x="47541" y="54098"/>
                  </a:lnTo>
                  <a:lnTo>
                    <a:pt x="47541" y="54098"/>
                  </a:lnTo>
                  <a:lnTo>
                    <a:pt x="47541" y="54098"/>
                  </a:lnTo>
                  <a:lnTo>
                    <a:pt x="47541" y="55737"/>
                  </a:lnTo>
                  <a:lnTo>
                    <a:pt x="49180" y="55737"/>
                  </a:lnTo>
                  <a:lnTo>
                    <a:pt x="49180" y="55737"/>
                  </a:lnTo>
                  <a:lnTo>
                    <a:pt x="49180" y="55737"/>
                  </a:lnTo>
                  <a:lnTo>
                    <a:pt x="49180" y="55737"/>
                  </a:lnTo>
                  <a:lnTo>
                    <a:pt x="49180" y="55737"/>
                  </a:lnTo>
                  <a:lnTo>
                    <a:pt x="49180" y="54098"/>
                  </a:lnTo>
                  <a:lnTo>
                    <a:pt x="49180" y="54098"/>
                  </a:lnTo>
                  <a:lnTo>
                    <a:pt x="49180" y="54098"/>
                  </a:lnTo>
                  <a:lnTo>
                    <a:pt x="49180" y="54098"/>
                  </a:lnTo>
                  <a:lnTo>
                    <a:pt x="49180" y="54098"/>
                  </a:lnTo>
                  <a:lnTo>
                    <a:pt x="49180" y="54098"/>
                  </a:lnTo>
                  <a:lnTo>
                    <a:pt x="47541" y="54098"/>
                  </a:lnTo>
                  <a:lnTo>
                    <a:pt x="47541" y="54098"/>
                  </a:lnTo>
                  <a:lnTo>
                    <a:pt x="47541" y="54098"/>
                  </a:lnTo>
                  <a:lnTo>
                    <a:pt x="47541" y="54098"/>
                  </a:lnTo>
                  <a:lnTo>
                    <a:pt x="47541" y="52459"/>
                  </a:lnTo>
                  <a:lnTo>
                    <a:pt x="47541" y="52459"/>
                  </a:lnTo>
                  <a:lnTo>
                    <a:pt x="47541" y="52459"/>
                  </a:lnTo>
                  <a:lnTo>
                    <a:pt x="49180" y="52459"/>
                  </a:lnTo>
                  <a:lnTo>
                    <a:pt x="49180" y="54098"/>
                  </a:lnTo>
                  <a:lnTo>
                    <a:pt x="49180" y="54098"/>
                  </a:lnTo>
                  <a:lnTo>
                    <a:pt x="49180" y="54098"/>
                  </a:lnTo>
                  <a:lnTo>
                    <a:pt x="49180" y="52459"/>
                  </a:lnTo>
                  <a:lnTo>
                    <a:pt x="49180" y="52459"/>
                  </a:lnTo>
                  <a:lnTo>
                    <a:pt x="49180" y="52459"/>
                  </a:lnTo>
                  <a:lnTo>
                    <a:pt x="49180" y="52459"/>
                  </a:lnTo>
                  <a:lnTo>
                    <a:pt x="49180" y="52459"/>
                  </a:lnTo>
                  <a:lnTo>
                    <a:pt x="49180" y="52459"/>
                  </a:lnTo>
                  <a:lnTo>
                    <a:pt x="49180" y="52459"/>
                  </a:lnTo>
                  <a:lnTo>
                    <a:pt x="49180" y="50820"/>
                  </a:lnTo>
                  <a:lnTo>
                    <a:pt x="49180" y="50820"/>
                  </a:lnTo>
                  <a:lnTo>
                    <a:pt x="50820" y="50820"/>
                  </a:lnTo>
                  <a:lnTo>
                    <a:pt x="50820" y="50820"/>
                  </a:lnTo>
                  <a:lnTo>
                    <a:pt x="50820" y="50820"/>
                  </a:lnTo>
                  <a:lnTo>
                    <a:pt x="50820" y="50820"/>
                  </a:lnTo>
                  <a:lnTo>
                    <a:pt x="50820" y="50820"/>
                  </a:lnTo>
                  <a:lnTo>
                    <a:pt x="52458" y="50820"/>
                  </a:lnTo>
                  <a:lnTo>
                    <a:pt x="52458" y="50820"/>
                  </a:lnTo>
                  <a:lnTo>
                    <a:pt x="52458" y="50820"/>
                  </a:lnTo>
                  <a:lnTo>
                    <a:pt x="52458" y="50820"/>
                  </a:lnTo>
                  <a:lnTo>
                    <a:pt x="52458" y="49180"/>
                  </a:lnTo>
                  <a:lnTo>
                    <a:pt x="52458" y="49180"/>
                  </a:lnTo>
                  <a:lnTo>
                    <a:pt x="52458" y="49180"/>
                  </a:lnTo>
                  <a:lnTo>
                    <a:pt x="52458" y="49180"/>
                  </a:lnTo>
                  <a:lnTo>
                    <a:pt x="54098" y="49180"/>
                  </a:lnTo>
                  <a:lnTo>
                    <a:pt x="54098" y="49180"/>
                  </a:lnTo>
                  <a:lnTo>
                    <a:pt x="54098" y="49180"/>
                  </a:lnTo>
                  <a:lnTo>
                    <a:pt x="54098" y="49180"/>
                  </a:lnTo>
                  <a:lnTo>
                    <a:pt x="55737" y="49180"/>
                  </a:lnTo>
                  <a:lnTo>
                    <a:pt x="55737" y="49180"/>
                  </a:lnTo>
                  <a:lnTo>
                    <a:pt x="55737" y="49180"/>
                  </a:lnTo>
                  <a:lnTo>
                    <a:pt x="55737" y="50820"/>
                  </a:lnTo>
                  <a:lnTo>
                    <a:pt x="55737" y="50820"/>
                  </a:lnTo>
                  <a:lnTo>
                    <a:pt x="55737" y="50820"/>
                  </a:lnTo>
                  <a:lnTo>
                    <a:pt x="55737" y="50820"/>
                  </a:lnTo>
                  <a:lnTo>
                    <a:pt x="57377" y="52459"/>
                  </a:lnTo>
                  <a:lnTo>
                    <a:pt x="57377" y="52459"/>
                  </a:lnTo>
                  <a:lnTo>
                    <a:pt x="57377" y="52459"/>
                  </a:lnTo>
                  <a:lnTo>
                    <a:pt x="57377" y="52459"/>
                  </a:lnTo>
                  <a:lnTo>
                    <a:pt x="57377" y="52459"/>
                  </a:lnTo>
                  <a:lnTo>
                    <a:pt x="59016" y="52459"/>
                  </a:lnTo>
                  <a:lnTo>
                    <a:pt x="59016" y="52459"/>
                  </a:lnTo>
                  <a:lnTo>
                    <a:pt x="59016" y="52459"/>
                  </a:lnTo>
                  <a:lnTo>
                    <a:pt x="59016" y="52459"/>
                  </a:lnTo>
                  <a:lnTo>
                    <a:pt x="59016" y="52459"/>
                  </a:lnTo>
                  <a:lnTo>
                    <a:pt x="59016" y="52459"/>
                  </a:lnTo>
                  <a:lnTo>
                    <a:pt x="59016" y="54098"/>
                  </a:lnTo>
                  <a:lnTo>
                    <a:pt x="59016" y="54098"/>
                  </a:lnTo>
                  <a:lnTo>
                    <a:pt x="59016" y="54098"/>
                  </a:lnTo>
                  <a:lnTo>
                    <a:pt x="59016" y="54098"/>
                  </a:lnTo>
                  <a:lnTo>
                    <a:pt x="59016" y="54098"/>
                  </a:lnTo>
                  <a:lnTo>
                    <a:pt x="59016" y="54098"/>
                  </a:lnTo>
                  <a:lnTo>
                    <a:pt x="59016" y="54098"/>
                  </a:lnTo>
                  <a:lnTo>
                    <a:pt x="59016" y="55737"/>
                  </a:lnTo>
                  <a:lnTo>
                    <a:pt x="59016" y="55737"/>
                  </a:lnTo>
                  <a:lnTo>
                    <a:pt x="60655" y="55737"/>
                  </a:lnTo>
                  <a:lnTo>
                    <a:pt x="60655" y="55737"/>
                  </a:lnTo>
                  <a:lnTo>
                    <a:pt x="60655" y="55737"/>
                  </a:lnTo>
                  <a:lnTo>
                    <a:pt x="60655" y="55737"/>
                  </a:lnTo>
                  <a:lnTo>
                    <a:pt x="60655" y="55737"/>
                  </a:lnTo>
                  <a:lnTo>
                    <a:pt x="60655" y="55737"/>
                  </a:lnTo>
                  <a:lnTo>
                    <a:pt x="60655" y="55737"/>
                  </a:lnTo>
                  <a:lnTo>
                    <a:pt x="60655" y="55737"/>
                  </a:lnTo>
                  <a:lnTo>
                    <a:pt x="60655" y="54098"/>
                  </a:lnTo>
                  <a:lnTo>
                    <a:pt x="60655" y="54098"/>
                  </a:lnTo>
                  <a:lnTo>
                    <a:pt x="60655" y="54098"/>
                  </a:lnTo>
                  <a:lnTo>
                    <a:pt x="62295" y="54098"/>
                  </a:lnTo>
                  <a:lnTo>
                    <a:pt x="62295" y="54098"/>
                  </a:lnTo>
                  <a:lnTo>
                    <a:pt x="62295" y="54098"/>
                  </a:lnTo>
                  <a:lnTo>
                    <a:pt x="62295" y="54098"/>
                  </a:lnTo>
                  <a:lnTo>
                    <a:pt x="62295" y="54098"/>
                  </a:lnTo>
                  <a:lnTo>
                    <a:pt x="62295" y="54098"/>
                  </a:lnTo>
                  <a:lnTo>
                    <a:pt x="62295" y="54098"/>
                  </a:lnTo>
                  <a:lnTo>
                    <a:pt x="62295" y="54098"/>
                  </a:lnTo>
                  <a:lnTo>
                    <a:pt x="62295" y="55737"/>
                  </a:lnTo>
                  <a:lnTo>
                    <a:pt x="62295" y="54098"/>
                  </a:lnTo>
                  <a:lnTo>
                    <a:pt x="62295" y="54098"/>
                  </a:lnTo>
                  <a:lnTo>
                    <a:pt x="62295" y="54098"/>
                  </a:lnTo>
                  <a:lnTo>
                    <a:pt x="62295" y="54098"/>
                  </a:lnTo>
                  <a:lnTo>
                    <a:pt x="62295" y="54098"/>
                  </a:lnTo>
                  <a:lnTo>
                    <a:pt x="62295" y="54098"/>
                  </a:lnTo>
                  <a:lnTo>
                    <a:pt x="62295" y="54098"/>
                  </a:lnTo>
                  <a:lnTo>
                    <a:pt x="62295" y="52459"/>
                  </a:lnTo>
                  <a:lnTo>
                    <a:pt x="62295" y="52459"/>
                  </a:lnTo>
                  <a:lnTo>
                    <a:pt x="60655" y="52459"/>
                  </a:lnTo>
                  <a:lnTo>
                    <a:pt x="60655" y="52459"/>
                  </a:lnTo>
                  <a:lnTo>
                    <a:pt x="60655" y="52459"/>
                  </a:lnTo>
                  <a:lnTo>
                    <a:pt x="60655" y="52459"/>
                  </a:lnTo>
                  <a:lnTo>
                    <a:pt x="60655" y="52459"/>
                  </a:lnTo>
                  <a:lnTo>
                    <a:pt x="60655" y="52459"/>
                  </a:lnTo>
                  <a:lnTo>
                    <a:pt x="60655" y="50820"/>
                  </a:lnTo>
                  <a:lnTo>
                    <a:pt x="60655" y="50820"/>
                  </a:lnTo>
                  <a:lnTo>
                    <a:pt x="60655" y="50820"/>
                  </a:lnTo>
                  <a:lnTo>
                    <a:pt x="60655" y="50820"/>
                  </a:lnTo>
                  <a:lnTo>
                    <a:pt x="60655" y="50820"/>
                  </a:lnTo>
                  <a:lnTo>
                    <a:pt x="60655" y="50820"/>
                  </a:lnTo>
                  <a:lnTo>
                    <a:pt x="60655" y="50820"/>
                  </a:lnTo>
                  <a:lnTo>
                    <a:pt x="60655" y="50820"/>
                  </a:lnTo>
                  <a:lnTo>
                    <a:pt x="60655" y="49180"/>
                  </a:lnTo>
                  <a:lnTo>
                    <a:pt x="60655" y="49180"/>
                  </a:lnTo>
                  <a:lnTo>
                    <a:pt x="59016" y="49180"/>
                  </a:lnTo>
                  <a:lnTo>
                    <a:pt x="59016" y="49180"/>
                  </a:lnTo>
                  <a:lnTo>
                    <a:pt x="59016" y="49180"/>
                  </a:lnTo>
                  <a:lnTo>
                    <a:pt x="59016" y="49180"/>
                  </a:lnTo>
                  <a:lnTo>
                    <a:pt x="59016" y="49180"/>
                  </a:lnTo>
                  <a:lnTo>
                    <a:pt x="59016" y="49180"/>
                  </a:lnTo>
                  <a:lnTo>
                    <a:pt x="59016" y="49180"/>
                  </a:lnTo>
                  <a:lnTo>
                    <a:pt x="59016" y="49180"/>
                  </a:lnTo>
                  <a:lnTo>
                    <a:pt x="57377" y="49180"/>
                  </a:lnTo>
                  <a:lnTo>
                    <a:pt x="57377" y="49180"/>
                  </a:lnTo>
                  <a:lnTo>
                    <a:pt x="57377" y="49180"/>
                  </a:lnTo>
                  <a:lnTo>
                    <a:pt x="57377" y="49180"/>
                  </a:lnTo>
                  <a:lnTo>
                    <a:pt x="57377" y="49180"/>
                  </a:lnTo>
                  <a:lnTo>
                    <a:pt x="57377" y="49180"/>
                  </a:lnTo>
                  <a:lnTo>
                    <a:pt x="57377" y="49180"/>
                  </a:lnTo>
                  <a:lnTo>
                    <a:pt x="57377" y="49180"/>
                  </a:lnTo>
                  <a:lnTo>
                    <a:pt x="57377" y="49180"/>
                  </a:lnTo>
                  <a:lnTo>
                    <a:pt x="57377" y="49180"/>
                  </a:lnTo>
                  <a:lnTo>
                    <a:pt x="57377" y="49180"/>
                  </a:lnTo>
                  <a:lnTo>
                    <a:pt x="59016" y="49180"/>
                  </a:lnTo>
                  <a:lnTo>
                    <a:pt x="59016" y="49180"/>
                  </a:lnTo>
                  <a:lnTo>
                    <a:pt x="59016" y="49180"/>
                  </a:lnTo>
                  <a:lnTo>
                    <a:pt x="59016" y="47541"/>
                  </a:lnTo>
                  <a:lnTo>
                    <a:pt x="59016" y="47541"/>
                  </a:lnTo>
                  <a:lnTo>
                    <a:pt x="59016" y="47541"/>
                  </a:lnTo>
                  <a:lnTo>
                    <a:pt x="59016" y="47541"/>
                  </a:lnTo>
                  <a:lnTo>
                    <a:pt x="59016" y="47541"/>
                  </a:lnTo>
                  <a:lnTo>
                    <a:pt x="59016" y="47541"/>
                  </a:lnTo>
                  <a:lnTo>
                    <a:pt x="59016" y="45901"/>
                  </a:lnTo>
                  <a:lnTo>
                    <a:pt x="59016" y="45901"/>
                  </a:lnTo>
                  <a:lnTo>
                    <a:pt x="57377" y="45901"/>
                  </a:lnTo>
                  <a:lnTo>
                    <a:pt x="57377" y="45901"/>
                  </a:lnTo>
                  <a:lnTo>
                    <a:pt x="57377" y="45901"/>
                  </a:lnTo>
                  <a:lnTo>
                    <a:pt x="55737" y="44262"/>
                  </a:lnTo>
                  <a:lnTo>
                    <a:pt x="55737" y="44262"/>
                  </a:lnTo>
                  <a:lnTo>
                    <a:pt x="55737" y="44262"/>
                  </a:lnTo>
                  <a:lnTo>
                    <a:pt x="55737" y="44262"/>
                  </a:lnTo>
                  <a:lnTo>
                    <a:pt x="55737" y="44262"/>
                  </a:lnTo>
                  <a:lnTo>
                    <a:pt x="55737" y="44262"/>
                  </a:lnTo>
                  <a:lnTo>
                    <a:pt x="55737" y="44262"/>
                  </a:lnTo>
                  <a:lnTo>
                    <a:pt x="55737" y="44262"/>
                  </a:lnTo>
                  <a:lnTo>
                    <a:pt x="55737" y="44262"/>
                  </a:lnTo>
                  <a:lnTo>
                    <a:pt x="55737" y="44262"/>
                  </a:lnTo>
                  <a:lnTo>
                    <a:pt x="55737" y="44262"/>
                  </a:lnTo>
                  <a:lnTo>
                    <a:pt x="55737" y="42623"/>
                  </a:lnTo>
                  <a:lnTo>
                    <a:pt x="55737" y="42623"/>
                  </a:lnTo>
                  <a:lnTo>
                    <a:pt x="55737" y="42623"/>
                  </a:lnTo>
                  <a:lnTo>
                    <a:pt x="55737" y="42623"/>
                  </a:lnTo>
                  <a:lnTo>
                    <a:pt x="57377" y="42623"/>
                  </a:lnTo>
                  <a:lnTo>
                    <a:pt x="57377" y="42623"/>
                  </a:lnTo>
                  <a:lnTo>
                    <a:pt x="57377" y="42623"/>
                  </a:lnTo>
                  <a:lnTo>
                    <a:pt x="57377" y="42623"/>
                  </a:lnTo>
                  <a:lnTo>
                    <a:pt x="57377" y="42623"/>
                  </a:lnTo>
                  <a:lnTo>
                    <a:pt x="57377" y="42623"/>
                  </a:lnTo>
                  <a:lnTo>
                    <a:pt x="57377" y="42623"/>
                  </a:lnTo>
                  <a:lnTo>
                    <a:pt x="57377" y="42623"/>
                  </a:lnTo>
                  <a:lnTo>
                    <a:pt x="57377" y="42623"/>
                  </a:lnTo>
                  <a:lnTo>
                    <a:pt x="59016" y="42623"/>
                  </a:lnTo>
                  <a:lnTo>
                    <a:pt x="59016" y="42623"/>
                  </a:lnTo>
                  <a:lnTo>
                    <a:pt x="59016" y="42623"/>
                  </a:lnTo>
                  <a:lnTo>
                    <a:pt x="60655" y="44262"/>
                  </a:lnTo>
                  <a:lnTo>
                    <a:pt x="60655" y="44262"/>
                  </a:lnTo>
                  <a:lnTo>
                    <a:pt x="60655" y="44262"/>
                  </a:lnTo>
                  <a:lnTo>
                    <a:pt x="60655" y="44262"/>
                  </a:lnTo>
                  <a:lnTo>
                    <a:pt x="60655" y="44262"/>
                  </a:lnTo>
                  <a:lnTo>
                    <a:pt x="60655" y="44262"/>
                  </a:lnTo>
                  <a:lnTo>
                    <a:pt x="60655" y="44262"/>
                  </a:lnTo>
                  <a:lnTo>
                    <a:pt x="60655" y="44262"/>
                  </a:lnTo>
                  <a:lnTo>
                    <a:pt x="62295" y="45901"/>
                  </a:lnTo>
                  <a:lnTo>
                    <a:pt x="62295" y="45901"/>
                  </a:lnTo>
                  <a:lnTo>
                    <a:pt x="62295" y="45901"/>
                  </a:lnTo>
                  <a:lnTo>
                    <a:pt x="62295" y="45901"/>
                  </a:lnTo>
                  <a:lnTo>
                    <a:pt x="62295" y="45901"/>
                  </a:lnTo>
                  <a:lnTo>
                    <a:pt x="62295" y="44262"/>
                  </a:lnTo>
                  <a:lnTo>
                    <a:pt x="62295" y="44262"/>
                  </a:lnTo>
                  <a:lnTo>
                    <a:pt x="62295" y="44262"/>
                  </a:lnTo>
                  <a:lnTo>
                    <a:pt x="62295" y="44262"/>
                  </a:lnTo>
                  <a:lnTo>
                    <a:pt x="62295" y="42623"/>
                  </a:lnTo>
                  <a:lnTo>
                    <a:pt x="62295" y="42623"/>
                  </a:lnTo>
                  <a:lnTo>
                    <a:pt x="60655" y="42623"/>
                  </a:lnTo>
                  <a:lnTo>
                    <a:pt x="60655" y="42623"/>
                  </a:lnTo>
                  <a:lnTo>
                    <a:pt x="60655" y="42623"/>
                  </a:lnTo>
                  <a:lnTo>
                    <a:pt x="60655" y="42623"/>
                  </a:lnTo>
                  <a:lnTo>
                    <a:pt x="60655" y="42623"/>
                  </a:lnTo>
                  <a:lnTo>
                    <a:pt x="60655" y="42623"/>
                  </a:lnTo>
                  <a:lnTo>
                    <a:pt x="62295" y="42623"/>
                  </a:lnTo>
                  <a:lnTo>
                    <a:pt x="62295" y="42623"/>
                  </a:lnTo>
                  <a:lnTo>
                    <a:pt x="62295" y="42623"/>
                  </a:lnTo>
                  <a:lnTo>
                    <a:pt x="62295" y="42623"/>
                  </a:lnTo>
                  <a:lnTo>
                    <a:pt x="62295" y="44262"/>
                  </a:lnTo>
                  <a:lnTo>
                    <a:pt x="62295" y="44262"/>
                  </a:lnTo>
                  <a:lnTo>
                    <a:pt x="62295" y="44262"/>
                  </a:lnTo>
                  <a:lnTo>
                    <a:pt x="62295" y="44262"/>
                  </a:lnTo>
                  <a:lnTo>
                    <a:pt x="63934" y="44262"/>
                  </a:lnTo>
                  <a:lnTo>
                    <a:pt x="63934" y="44262"/>
                  </a:lnTo>
                  <a:lnTo>
                    <a:pt x="63934" y="44262"/>
                  </a:lnTo>
                  <a:lnTo>
                    <a:pt x="63934" y="44262"/>
                  </a:lnTo>
                  <a:lnTo>
                    <a:pt x="63934" y="44262"/>
                  </a:lnTo>
                  <a:lnTo>
                    <a:pt x="63934" y="44262"/>
                  </a:lnTo>
                  <a:lnTo>
                    <a:pt x="63934" y="44262"/>
                  </a:lnTo>
                  <a:lnTo>
                    <a:pt x="62295" y="42623"/>
                  </a:lnTo>
                  <a:lnTo>
                    <a:pt x="62295" y="42623"/>
                  </a:lnTo>
                  <a:lnTo>
                    <a:pt x="62295" y="42623"/>
                  </a:lnTo>
                  <a:lnTo>
                    <a:pt x="62295" y="42623"/>
                  </a:lnTo>
                  <a:lnTo>
                    <a:pt x="62295" y="42623"/>
                  </a:lnTo>
                  <a:lnTo>
                    <a:pt x="62295" y="42623"/>
                  </a:lnTo>
                  <a:lnTo>
                    <a:pt x="62295" y="42623"/>
                  </a:lnTo>
                  <a:lnTo>
                    <a:pt x="62295" y="42623"/>
                  </a:lnTo>
                  <a:lnTo>
                    <a:pt x="62295" y="40983"/>
                  </a:lnTo>
                  <a:lnTo>
                    <a:pt x="62295" y="42623"/>
                  </a:lnTo>
                  <a:lnTo>
                    <a:pt x="62295" y="42623"/>
                  </a:lnTo>
                  <a:lnTo>
                    <a:pt x="62295" y="42623"/>
                  </a:lnTo>
                  <a:lnTo>
                    <a:pt x="63934" y="42623"/>
                  </a:lnTo>
                  <a:lnTo>
                    <a:pt x="63934" y="42623"/>
                  </a:lnTo>
                  <a:lnTo>
                    <a:pt x="63934" y="42623"/>
                  </a:lnTo>
                  <a:lnTo>
                    <a:pt x="63934" y="42623"/>
                  </a:lnTo>
                  <a:lnTo>
                    <a:pt x="63934" y="42623"/>
                  </a:lnTo>
                  <a:lnTo>
                    <a:pt x="63934" y="42623"/>
                  </a:lnTo>
                  <a:lnTo>
                    <a:pt x="63934" y="42623"/>
                  </a:lnTo>
                  <a:lnTo>
                    <a:pt x="63934" y="42623"/>
                  </a:lnTo>
                  <a:lnTo>
                    <a:pt x="63934" y="42623"/>
                  </a:lnTo>
                  <a:lnTo>
                    <a:pt x="63934" y="40983"/>
                  </a:lnTo>
                  <a:lnTo>
                    <a:pt x="63934" y="40983"/>
                  </a:lnTo>
                  <a:lnTo>
                    <a:pt x="63934" y="40983"/>
                  </a:lnTo>
                  <a:lnTo>
                    <a:pt x="63934" y="40983"/>
                  </a:lnTo>
                  <a:lnTo>
                    <a:pt x="63934" y="40983"/>
                  </a:lnTo>
                  <a:lnTo>
                    <a:pt x="63934" y="42623"/>
                  </a:lnTo>
                  <a:lnTo>
                    <a:pt x="63934" y="42623"/>
                  </a:lnTo>
                  <a:lnTo>
                    <a:pt x="63934" y="42623"/>
                  </a:lnTo>
                  <a:lnTo>
                    <a:pt x="65573" y="42623"/>
                  </a:lnTo>
                  <a:lnTo>
                    <a:pt x="65573" y="42623"/>
                  </a:lnTo>
                  <a:lnTo>
                    <a:pt x="65573" y="42623"/>
                  </a:lnTo>
                  <a:lnTo>
                    <a:pt x="65573" y="42623"/>
                  </a:lnTo>
                  <a:lnTo>
                    <a:pt x="65573" y="42623"/>
                  </a:lnTo>
                  <a:lnTo>
                    <a:pt x="65573" y="44262"/>
                  </a:lnTo>
                  <a:lnTo>
                    <a:pt x="65573" y="44262"/>
                  </a:lnTo>
                  <a:lnTo>
                    <a:pt x="65573" y="44262"/>
                  </a:lnTo>
                  <a:lnTo>
                    <a:pt x="65573" y="44262"/>
                  </a:lnTo>
                  <a:lnTo>
                    <a:pt x="65573" y="44262"/>
                  </a:lnTo>
                  <a:lnTo>
                    <a:pt x="65573" y="44262"/>
                  </a:lnTo>
                  <a:lnTo>
                    <a:pt x="65573" y="44262"/>
                  </a:lnTo>
                  <a:lnTo>
                    <a:pt x="65573" y="44262"/>
                  </a:lnTo>
                  <a:lnTo>
                    <a:pt x="65573" y="42623"/>
                  </a:lnTo>
                  <a:lnTo>
                    <a:pt x="65573" y="42623"/>
                  </a:lnTo>
                  <a:lnTo>
                    <a:pt x="65573" y="42623"/>
                  </a:lnTo>
                  <a:lnTo>
                    <a:pt x="65573" y="42623"/>
                  </a:lnTo>
                  <a:lnTo>
                    <a:pt x="65573" y="42623"/>
                  </a:lnTo>
                  <a:lnTo>
                    <a:pt x="65573" y="42623"/>
                  </a:lnTo>
                  <a:lnTo>
                    <a:pt x="65573" y="42623"/>
                  </a:lnTo>
                  <a:lnTo>
                    <a:pt x="65573" y="42623"/>
                  </a:lnTo>
                  <a:lnTo>
                    <a:pt x="65573" y="40983"/>
                  </a:lnTo>
                  <a:lnTo>
                    <a:pt x="65573" y="40983"/>
                  </a:lnTo>
                  <a:lnTo>
                    <a:pt x="65573" y="40983"/>
                  </a:lnTo>
                  <a:lnTo>
                    <a:pt x="65573" y="40983"/>
                  </a:lnTo>
                  <a:lnTo>
                    <a:pt x="65573" y="40983"/>
                  </a:lnTo>
                  <a:lnTo>
                    <a:pt x="67213" y="40983"/>
                  </a:lnTo>
                  <a:lnTo>
                    <a:pt x="67213" y="40983"/>
                  </a:lnTo>
                  <a:lnTo>
                    <a:pt x="67213" y="40983"/>
                  </a:lnTo>
                  <a:lnTo>
                    <a:pt x="67213" y="40983"/>
                  </a:lnTo>
                  <a:lnTo>
                    <a:pt x="67213" y="40983"/>
                  </a:lnTo>
                  <a:lnTo>
                    <a:pt x="67213" y="40983"/>
                  </a:lnTo>
                  <a:lnTo>
                    <a:pt x="67213" y="40983"/>
                  </a:lnTo>
                  <a:lnTo>
                    <a:pt x="68852" y="40983"/>
                  </a:lnTo>
                  <a:lnTo>
                    <a:pt x="68852" y="39344"/>
                  </a:lnTo>
                  <a:lnTo>
                    <a:pt x="68852" y="39344"/>
                  </a:lnTo>
                  <a:lnTo>
                    <a:pt x="68852" y="39344"/>
                  </a:lnTo>
                  <a:lnTo>
                    <a:pt x="68852" y="39344"/>
                  </a:lnTo>
                  <a:lnTo>
                    <a:pt x="68852" y="39344"/>
                  </a:lnTo>
                  <a:lnTo>
                    <a:pt x="68852" y="39344"/>
                  </a:lnTo>
                  <a:lnTo>
                    <a:pt x="68852" y="39344"/>
                  </a:lnTo>
                  <a:lnTo>
                    <a:pt x="68852" y="39344"/>
                  </a:lnTo>
                  <a:lnTo>
                    <a:pt x="70491" y="39344"/>
                  </a:lnTo>
                  <a:lnTo>
                    <a:pt x="70491" y="39344"/>
                  </a:lnTo>
                  <a:lnTo>
                    <a:pt x="70491" y="40983"/>
                  </a:lnTo>
                  <a:lnTo>
                    <a:pt x="70491" y="40983"/>
                  </a:lnTo>
                  <a:lnTo>
                    <a:pt x="70491" y="40983"/>
                  </a:lnTo>
                  <a:lnTo>
                    <a:pt x="70491" y="40983"/>
                  </a:lnTo>
                  <a:lnTo>
                    <a:pt x="70491" y="40983"/>
                  </a:lnTo>
                  <a:lnTo>
                    <a:pt x="70491" y="40983"/>
                  </a:lnTo>
                  <a:lnTo>
                    <a:pt x="72131" y="40983"/>
                  </a:lnTo>
                  <a:lnTo>
                    <a:pt x="72131" y="40983"/>
                  </a:lnTo>
                  <a:lnTo>
                    <a:pt x="72131" y="40983"/>
                  </a:lnTo>
                  <a:lnTo>
                    <a:pt x="72131" y="40983"/>
                  </a:lnTo>
                  <a:lnTo>
                    <a:pt x="72131" y="40983"/>
                  </a:lnTo>
                  <a:lnTo>
                    <a:pt x="72131" y="39344"/>
                  </a:lnTo>
                  <a:lnTo>
                    <a:pt x="72131" y="39344"/>
                  </a:lnTo>
                  <a:lnTo>
                    <a:pt x="70491" y="39344"/>
                  </a:lnTo>
                  <a:lnTo>
                    <a:pt x="70491" y="39344"/>
                  </a:lnTo>
                  <a:lnTo>
                    <a:pt x="70491" y="39344"/>
                  </a:lnTo>
                  <a:lnTo>
                    <a:pt x="70491" y="37705"/>
                  </a:lnTo>
                  <a:lnTo>
                    <a:pt x="70491" y="37705"/>
                  </a:lnTo>
                  <a:lnTo>
                    <a:pt x="70491" y="37705"/>
                  </a:lnTo>
                  <a:lnTo>
                    <a:pt x="70491" y="37705"/>
                  </a:lnTo>
                  <a:lnTo>
                    <a:pt x="70491" y="37705"/>
                  </a:lnTo>
                  <a:lnTo>
                    <a:pt x="68852" y="37705"/>
                  </a:lnTo>
                  <a:lnTo>
                    <a:pt x="68852" y="37705"/>
                  </a:lnTo>
                  <a:lnTo>
                    <a:pt x="68852" y="37705"/>
                  </a:lnTo>
                  <a:lnTo>
                    <a:pt x="68852" y="37705"/>
                  </a:lnTo>
                  <a:lnTo>
                    <a:pt x="68852" y="36065"/>
                  </a:lnTo>
                  <a:lnTo>
                    <a:pt x="68852" y="36065"/>
                  </a:lnTo>
                  <a:lnTo>
                    <a:pt x="68852" y="36065"/>
                  </a:lnTo>
                  <a:lnTo>
                    <a:pt x="68852" y="36065"/>
                  </a:lnTo>
                  <a:lnTo>
                    <a:pt x="68852" y="36065"/>
                  </a:lnTo>
                  <a:lnTo>
                    <a:pt x="68852" y="36065"/>
                  </a:lnTo>
                  <a:lnTo>
                    <a:pt x="68852" y="36065"/>
                  </a:lnTo>
                  <a:lnTo>
                    <a:pt x="68852" y="36065"/>
                  </a:lnTo>
                  <a:lnTo>
                    <a:pt x="68852" y="36065"/>
                  </a:lnTo>
                  <a:lnTo>
                    <a:pt x="68852" y="36065"/>
                  </a:lnTo>
                  <a:lnTo>
                    <a:pt x="68852" y="36065"/>
                  </a:lnTo>
                  <a:lnTo>
                    <a:pt x="70491" y="36065"/>
                  </a:lnTo>
                  <a:lnTo>
                    <a:pt x="70491" y="36065"/>
                  </a:lnTo>
                  <a:lnTo>
                    <a:pt x="70491" y="34426"/>
                  </a:lnTo>
                  <a:lnTo>
                    <a:pt x="70491" y="34426"/>
                  </a:lnTo>
                  <a:lnTo>
                    <a:pt x="70491" y="34426"/>
                  </a:lnTo>
                  <a:lnTo>
                    <a:pt x="70491" y="34426"/>
                  </a:lnTo>
                  <a:lnTo>
                    <a:pt x="70491" y="34426"/>
                  </a:lnTo>
                  <a:lnTo>
                    <a:pt x="70491" y="32787"/>
                  </a:lnTo>
                  <a:lnTo>
                    <a:pt x="70491" y="32787"/>
                  </a:lnTo>
                  <a:lnTo>
                    <a:pt x="70491" y="32787"/>
                  </a:lnTo>
                  <a:lnTo>
                    <a:pt x="72131" y="32787"/>
                  </a:lnTo>
                  <a:lnTo>
                    <a:pt x="72131" y="32787"/>
                  </a:lnTo>
                  <a:lnTo>
                    <a:pt x="72131" y="34426"/>
                  </a:lnTo>
                  <a:lnTo>
                    <a:pt x="72131" y="34426"/>
                  </a:lnTo>
                  <a:lnTo>
                    <a:pt x="72131" y="34426"/>
                  </a:lnTo>
                  <a:lnTo>
                    <a:pt x="72131" y="34426"/>
                  </a:lnTo>
                  <a:lnTo>
                    <a:pt x="72131" y="34426"/>
                  </a:lnTo>
                  <a:lnTo>
                    <a:pt x="70491" y="34426"/>
                  </a:lnTo>
                  <a:lnTo>
                    <a:pt x="70491" y="34426"/>
                  </a:lnTo>
                  <a:lnTo>
                    <a:pt x="70491" y="34426"/>
                  </a:lnTo>
                  <a:lnTo>
                    <a:pt x="72131" y="34426"/>
                  </a:lnTo>
                  <a:lnTo>
                    <a:pt x="72131" y="36065"/>
                  </a:lnTo>
                  <a:lnTo>
                    <a:pt x="72131" y="36065"/>
                  </a:lnTo>
                  <a:lnTo>
                    <a:pt x="72131" y="36065"/>
                  </a:lnTo>
                  <a:lnTo>
                    <a:pt x="72131" y="36065"/>
                  </a:lnTo>
                  <a:lnTo>
                    <a:pt x="72131" y="36065"/>
                  </a:lnTo>
                  <a:lnTo>
                    <a:pt x="73770" y="36065"/>
                  </a:lnTo>
                  <a:lnTo>
                    <a:pt x="73770" y="36065"/>
                  </a:lnTo>
                  <a:lnTo>
                    <a:pt x="73770" y="36065"/>
                  </a:lnTo>
                  <a:lnTo>
                    <a:pt x="75410" y="36065"/>
                  </a:lnTo>
                  <a:lnTo>
                    <a:pt x="75410" y="36065"/>
                  </a:lnTo>
                  <a:lnTo>
                    <a:pt x="75410" y="36065"/>
                  </a:lnTo>
                  <a:lnTo>
                    <a:pt x="75410" y="36065"/>
                  </a:lnTo>
                  <a:lnTo>
                    <a:pt x="75410" y="36065"/>
                  </a:lnTo>
                  <a:lnTo>
                    <a:pt x="75410" y="36065"/>
                  </a:lnTo>
                  <a:lnTo>
                    <a:pt x="75410" y="36065"/>
                  </a:lnTo>
                  <a:lnTo>
                    <a:pt x="75410" y="37705"/>
                  </a:lnTo>
                  <a:lnTo>
                    <a:pt x="77049" y="37705"/>
                  </a:lnTo>
                  <a:lnTo>
                    <a:pt x="77049" y="37705"/>
                  </a:lnTo>
                  <a:lnTo>
                    <a:pt x="77049" y="36065"/>
                  </a:lnTo>
                  <a:lnTo>
                    <a:pt x="77049" y="36065"/>
                  </a:lnTo>
                  <a:lnTo>
                    <a:pt x="77049" y="36065"/>
                  </a:lnTo>
                  <a:lnTo>
                    <a:pt x="77049" y="36065"/>
                  </a:lnTo>
                  <a:lnTo>
                    <a:pt x="77049" y="36065"/>
                  </a:lnTo>
                  <a:lnTo>
                    <a:pt x="77049" y="36065"/>
                  </a:lnTo>
                  <a:lnTo>
                    <a:pt x="77049" y="36065"/>
                  </a:lnTo>
                  <a:lnTo>
                    <a:pt x="75410" y="36065"/>
                  </a:lnTo>
                  <a:lnTo>
                    <a:pt x="75410" y="34426"/>
                  </a:lnTo>
                  <a:lnTo>
                    <a:pt x="75410" y="34426"/>
                  </a:lnTo>
                  <a:lnTo>
                    <a:pt x="73770" y="34426"/>
                  </a:lnTo>
                  <a:lnTo>
                    <a:pt x="73770" y="34426"/>
                  </a:lnTo>
                  <a:lnTo>
                    <a:pt x="73770" y="34426"/>
                  </a:lnTo>
                  <a:lnTo>
                    <a:pt x="73770" y="34426"/>
                  </a:lnTo>
                  <a:lnTo>
                    <a:pt x="73770" y="32787"/>
                  </a:lnTo>
                  <a:lnTo>
                    <a:pt x="73770" y="32787"/>
                  </a:lnTo>
                  <a:lnTo>
                    <a:pt x="73770" y="32787"/>
                  </a:lnTo>
                  <a:lnTo>
                    <a:pt x="73770" y="32787"/>
                  </a:lnTo>
                  <a:lnTo>
                    <a:pt x="73770" y="32787"/>
                  </a:lnTo>
                  <a:lnTo>
                    <a:pt x="73770" y="31147"/>
                  </a:lnTo>
                  <a:lnTo>
                    <a:pt x="72131" y="31147"/>
                  </a:lnTo>
                  <a:lnTo>
                    <a:pt x="72131" y="31147"/>
                  </a:lnTo>
                  <a:lnTo>
                    <a:pt x="72131" y="31147"/>
                  </a:lnTo>
                  <a:lnTo>
                    <a:pt x="72131" y="31147"/>
                  </a:lnTo>
                  <a:lnTo>
                    <a:pt x="72131" y="31147"/>
                  </a:lnTo>
                  <a:lnTo>
                    <a:pt x="72131" y="31147"/>
                  </a:lnTo>
                  <a:lnTo>
                    <a:pt x="72131" y="31147"/>
                  </a:lnTo>
                  <a:lnTo>
                    <a:pt x="72131" y="31147"/>
                  </a:lnTo>
                  <a:lnTo>
                    <a:pt x="72131" y="29508"/>
                  </a:lnTo>
                  <a:lnTo>
                    <a:pt x="72131" y="29508"/>
                  </a:lnTo>
                  <a:lnTo>
                    <a:pt x="72131" y="29508"/>
                  </a:lnTo>
                  <a:lnTo>
                    <a:pt x="72131" y="29508"/>
                  </a:lnTo>
                  <a:lnTo>
                    <a:pt x="72131" y="29508"/>
                  </a:lnTo>
                  <a:lnTo>
                    <a:pt x="72131" y="29508"/>
                  </a:lnTo>
                  <a:lnTo>
                    <a:pt x="72131" y="29508"/>
                  </a:lnTo>
                  <a:lnTo>
                    <a:pt x="72131" y="29508"/>
                  </a:lnTo>
                  <a:lnTo>
                    <a:pt x="73770" y="31147"/>
                  </a:lnTo>
                  <a:lnTo>
                    <a:pt x="73770" y="31147"/>
                  </a:lnTo>
                  <a:lnTo>
                    <a:pt x="73770" y="31147"/>
                  </a:lnTo>
                  <a:lnTo>
                    <a:pt x="73770" y="31147"/>
                  </a:lnTo>
                  <a:lnTo>
                    <a:pt x="73770" y="31147"/>
                  </a:lnTo>
                  <a:lnTo>
                    <a:pt x="75410" y="31147"/>
                  </a:lnTo>
                  <a:lnTo>
                    <a:pt x="75410" y="31147"/>
                  </a:lnTo>
                  <a:lnTo>
                    <a:pt x="75410" y="31147"/>
                  </a:lnTo>
                  <a:lnTo>
                    <a:pt x="75410" y="31147"/>
                  </a:lnTo>
                  <a:lnTo>
                    <a:pt x="75410" y="31147"/>
                  </a:lnTo>
                  <a:lnTo>
                    <a:pt x="75410" y="31147"/>
                  </a:lnTo>
                  <a:lnTo>
                    <a:pt x="75410" y="29508"/>
                  </a:lnTo>
                  <a:lnTo>
                    <a:pt x="73770" y="29508"/>
                  </a:lnTo>
                  <a:lnTo>
                    <a:pt x="73770" y="29508"/>
                  </a:lnTo>
                  <a:lnTo>
                    <a:pt x="73770" y="29508"/>
                  </a:lnTo>
                  <a:lnTo>
                    <a:pt x="73770" y="29508"/>
                  </a:lnTo>
                  <a:lnTo>
                    <a:pt x="73770" y="27869"/>
                  </a:lnTo>
                  <a:lnTo>
                    <a:pt x="73770" y="27869"/>
                  </a:lnTo>
                  <a:lnTo>
                    <a:pt x="72131" y="27869"/>
                  </a:lnTo>
                  <a:lnTo>
                    <a:pt x="72131" y="27869"/>
                  </a:lnTo>
                  <a:lnTo>
                    <a:pt x="72131" y="27869"/>
                  </a:lnTo>
                  <a:lnTo>
                    <a:pt x="73770" y="27869"/>
                  </a:lnTo>
                  <a:lnTo>
                    <a:pt x="73770" y="27869"/>
                  </a:lnTo>
                  <a:lnTo>
                    <a:pt x="73770" y="27869"/>
                  </a:lnTo>
                  <a:lnTo>
                    <a:pt x="73770" y="27869"/>
                  </a:lnTo>
                  <a:lnTo>
                    <a:pt x="73770" y="27869"/>
                  </a:lnTo>
                  <a:lnTo>
                    <a:pt x="73770" y="27869"/>
                  </a:lnTo>
                  <a:lnTo>
                    <a:pt x="75410" y="27869"/>
                  </a:lnTo>
                  <a:lnTo>
                    <a:pt x="75410" y="27869"/>
                  </a:lnTo>
                  <a:lnTo>
                    <a:pt x="75410" y="27869"/>
                  </a:lnTo>
                  <a:lnTo>
                    <a:pt x="75410" y="29508"/>
                  </a:lnTo>
                  <a:lnTo>
                    <a:pt x="75410" y="29508"/>
                  </a:lnTo>
                  <a:lnTo>
                    <a:pt x="75410" y="29508"/>
                  </a:lnTo>
                  <a:lnTo>
                    <a:pt x="77049" y="29508"/>
                  </a:lnTo>
                  <a:lnTo>
                    <a:pt x="77049" y="29508"/>
                  </a:lnTo>
                  <a:lnTo>
                    <a:pt x="77049" y="31147"/>
                  </a:lnTo>
                  <a:lnTo>
                    <a:pt x="77049" y="31147"/>
                  </a:lnTo>
                  <a:lnTo>
                    <a:pt x="77049" y="31147"/>
                  </a:lnTo>
                  <a:lnTo>
                    <a:pt x="78688" y="31147"/>
                  </a:lnTo>
                  <a:lnTo>
                    <a:pt x="78688" y="31147"/>
                  </a:lnTo>
                  <a:lnTo>
                    <a:pt x="78688" y="31147"/>
                  </a:lnTo>
                  <a:lnTo>
                    <a:pt x="78688" y="31147"/>
                  </a:lnTo>
                  <a:lnTo>
                    <a:pt x="78688" y="29508"/>
                  </a:lnTo>
                  <a:lnTo>
                    <a:pt x="78688" y="29508"/>
                  </a:lnTo>
                  <a:lnTo>
                    <a:pt x="77049" y="29508"/>
                  </a:lnTo>
                  <a:lnTo>
                    <a:pt x="77049" y="29508"/>
                  </a:lnTo>
                  <a:lnTo>
                    <a:pt x="77049" y="27869"/>
                  </a:lnTo>
                  <a:lnTo>
                    <a:pt x="77049" y="27869"/>
                  </a:lnTo>
                  <a:lnTo>
                    <a:pt x="77049" y="27869"/>
                  </a:lnTo>
                  <a:lnTo>
                    <a:pt x="75410" y="27869"/>
                  </a:lnTo>
                  <a:lnTo>
                    <a:pt x="75410" y="27869"/>
                  </a:lnTo>
                  <a:lnTo>
                    <a:pt x="75410" y="27869"/>
                  </a:lnTo>
                  <a:lnTo>
                    <a:pt x="75410" y="27869"/>
                  </a:lnTo>
                  <a:lnTo>
                    <a:pt x="75410" y="27869"/>
                  </a:lnTo>
                  <a:lnTo>
                    <a:pt x="75410" y="26229"/>
                  </a:lnTo>
                  <a:lnTo>
                    <a:pt x="75410" y="26229"/>
                  </a:lnTo>
                  <a:lnTo>
                    <a:pt x="75410" y="26229"/>
                  </a:lnTo>
                  <a:lnTo>
                    <a:pt x="75410" y="26229"/>
                  </a:lnTo>
                  <a:lnTo>
                    <a:pt x="75410" y="26229"/>
                  </a:lnTo>
                  <a:lnTo>
                    <a:pt x="75410" y="26229"/>
                  </a:lnTo>
                  <a:lnTo>
                    <a:pt x="75410" y="26229"/>
                  </a:lnTo>
                  <a:lnTo>
                    <a:pt x="73770" y="24590"/>
                  </a:lnTo>
                  <a:lnTo>
                    <a:pt x="73770" y="24590"/>
                  </a:lnTo>
                  <a:lnTo>
                    <a:pt x="73770" y="24590"/>
                  </a:lnTo>
                  <a:lnTo>
                    <a:pt x="73770" y="24590"/>
                  </a:lnTo>
                  <a:lnTo>
                    <a:pt x="75410" y="24590"/>
                  </a:lnTo>
                  <a:lnTo>
                    <a:pt x="75410" y="24590"/>
                  </a:lnTo>
                  <a:lnTo>
                    <a:pt x="75410" y="24590"/>
                  </a:lnTo>
                  <a:lnTo>
                    <a:pt x="75410" y="26229"/>
                  </a:lnTo>
                  <a:lnTo>
                    <a:pt x="75410" y="26229"/>
                  </a:lnTo>
                  <a:lnTo>
                    <a:pt x="75410" y="26229"/>
                  </a:lnTo>
                  <a:lnTo>
                    <a:pt x="75410" y="26229"/>
                  </a:lnTo>
                  <a:lnTo>
                    <a:pt x="75410" y="26229"/>
                  </a:lnTo>
                  <a:lnTo>
                    <a:pt x="75410" y="26229"/>
                  </a:lnTo>
                  <a:lnTo>
                    <a:pt x="77049" y="26229"/>
                  </a:lnTo>
                  <a:lnTo>
                    <a:pt x="77049" y="26229"/>
                  </a:lnTo>
                  <a:lnTo>
                    <a:pt x="77049" y="26229"/>
                  </a:lnTo>
                  <a:lnTo>
                    <a:pt x="77049" y="26229"/>
                  </a:lnTo>
                  <a:lnTo>
                    <a:pt x="78688" y="27869"/>
                  </a:lnTo>
                  <a:lnTo>
                    <a:pt x="78688" y="27869"/>
                  </a:lnTo>
                  <a:lnTo>
                    <a:pt x="78688" y="27869"/>
                  </a:lnTo>
                  <a:lnTo>
                    <a:pt x="78688" y="26229"/>
                  </a:lnTo>
                  <a:lnTo>
                    <a:pt x="78688" y="26229"/>
                  </a:lnTo>
                  <a:lnTo>
                    <a:pt x="78688" y="26229"/>
                  </a:lnTo>
                  <a:lnTo>
                    <a:pt x="78688" y="26229"/>
                  </a:lnTo>
                  <a:lnTo>
                    <a:pt x="77049" y="26229"/>
                  </a:lnTo>
                  <a:lnTo>
                    <a:pt x="77049" y="26229"/>
                  </a:lnTo>
                  <a:lnTo>
                    <a:pt x="77049" y="26229"/>
                  </a:lnTo>
                  <a:lnTo>
                    <a:pt x="77049" y="24590"/>
                  </a:lnTo>
                  <a:lnTo>
                    <a:pt x="77049" y="24590"/>
                  </a:lnTo>
                  <a:lnTo>
                    <a:pt x="77049" y="24590"/>
                  </a:lnTo>
                  <a:lnTo>
                    <a:pt x="75410" y="24590"/>
                  </a:lnTo>
                  <a:lnTo>
                    <a:pt x="75410" y="24590"/>
                  </a:lnTo>
                  <a:lnTo>
                    <a:pt x="75410" y="22951"/>
                  </a:lnTo>
                  <a:lnTo>
                    <a:pt x="75410" y="22951"/>
                  </a:lnTo>
                  <a:lnTo>
                    <a:pt x="73770" y="22951"/>
                  </a:lnTo>
                  <a:lnTo>
                    <a:pt x="73770" y="22951"/>
                  </a:lnTo>
                  <a:lnTo>
                    <a:pt x="73770" y="22951"/>
                  </a:lnTo>
                  <a:lnTo>
                    <a:pt x="75410" y="22951"/>
                  </a:lnTo>
                  <a:lnTo>
                    <a:pt x="75410" y="22951"/>
                  </a:lnTo>
                  <a:lnTo>
                    <a:pt x="75410" y="22951"/>
                  </a:lnTo>
                  <a:lnTo>
                    <a:pt x="75410" y="22951"/>
                  </a:lnTo>
                  <a:lnTo>
                    <a:pt x="75410" y="24590"/>
                  </a:lnTo>
                  <a:lnTo>
                    <a:pt x="77049" y="24590"/>
                  </a:lnTo>
                  <a:lnTo>
                    <a:pt x="77049" y="24590"/>
                  </a:lnTo>
                  <a:lnTo>
                    <a:pt x="77049" y="24590"/>
                  </a:lnTo>
                  <a:lnTo>
                    <a:pt x="77049" y="24590"/>
                  </a:lnTo>
                  <a:lnTo>
                    <a:pt x="78688" y="24590"/>
                  </a:lnTo>
                  <a:lnTo>
                    <a:pt x="78688" y="24590"/>
                  </a:lnTo>
                  <a:lnTo>
                    <a:pt x="78688" y="24590"/>
                  </a:lnTo>
                  <a:lnTo>
                    <a:pt x="78688" y="24590"/>
                  </a:lnTo>
                  <a:lnTo>
                    <a:pt x="78688" y="24590"/>
                  </a:lnTo>
                  <a:lnTo>
                    <a:pt x="78688" y="24590"/>
                  </a:lnTo>
                  <a:lnTo>
                    <a:pt x="78688" y="24590"/>
                  </a:lnTo>
                  <a:lnTo>
                    <a:pt x="78688" y="24590"/>
                  </a:lnTo>
                  <a:lnTo>
                    <a:pt x="78688" y="24590"/>
                  </a:lnTo>
                  <a:lnTo>
                    <a:pt x="80327" y="24590"/>
                  </a:lnTo>
                  <a:lnTo>
                    <a:pt x="80327" y="24590"/>
                  </a:lnTo>
                  <a:lnTo>
                    <a:pt x="80327" y="24590"/>
                  </a:lnTo>
                  <a:lnTo>
                    <a:pt x="80327" y="24590"/>
                  </a:lnTo>
                  <a:lnTo>
                    <a:pt x="80327" y="26229"/>
                  </a:lnTo>
                  <a:lnTo>
                    <a:pt x="80327" y="26229"/>
                  </a:lnTo>
                  <a:lnTo>
                    <a:pt x="80327" y="26229"/>
                  </a:lnTo>
                  <a:lnTo>
                    <a:pt x="80327" y="26229"/>
                  </a:lnTo>
                  <a:lnTo>
                    <a:pt x="80327" y="26229"/>
                  </a:lnTo>
                  <a:lnTo>
                    <a:pt x="81967" y="26229"/>
                  </a:lnTo>
                  <a:lnTo>
                    <a:pt x="81967" y="26229"/>
                  </a:lnTo>
                  <a:lnTo>
                    <a:pt x="81967" y="26229"/>
                  </a:lnTo>
                  <a:lnTo>
                    <a:pt x="81967" y="26229"/>
                  </a:lnTo>
                  <a:lnTo>
                    <a:pt x="81967" y="26229"/>
                  </a:lnTo>
                  <a:lnTo>
                    <a:pt x="81967" y="26229"/>
                  </a:lnTo>
                  <a:lnTo>
                    <a:pt x="80327" y="24590"/>
                  </a:lnTo>
                  <a:lnTo>
                    <a:pt x="80327" y="24590"/>
                  </a:lnTo>
                  <a:lnTo>
                    <a:pt x="80327" y="24590"/>
                  </a:lnTo>
                  <a:lnTo>
                    <a:pt x="80327" y="24590"/>
                  </a:lnTo>
                  <a:lnTo>
                    <a:pt x="80327" y="24590"/>
                  </a:lnTo>
                  <a:lnTo>
                    <a:pt x="80327" y="24590"/>
                  </a:lnTo>
                  <a:lnTo>
                    <a:pt x="80327" y="22951"/>
                  </a:lnTo>
                  <a:lnTo>
                    <a:pt x="80327" y="22951"/>
                  </a:lnTo>
                  <a:lnTo>
                    <a:pt x="80327" y="22951"/>
                  </a:lnTo>
                  <a:lnTo>
                    <a:pt x="80327" y="22951"/>
                  </a:lnTo>
                  <a:lnTo>
                    <a:pt x="80327" y="22951"/>
                  </a:lnTo>
                  <a:lnTo>
                    <a:pt x="80327" y="22951"/>
                  </a:lnTo>
                  <a:lnTo>
                    <a:pt x="80327" y="22951"/>
                  </a:lnTo>
                  <a:lnTo>
                    <a:pt x="80327" y="22951"/>
                  </a:lnTo>
                  <a:lnTo>
                    <a:pt x="80327" y="22951"/>
                  </a:lnTo>
                  <a:lnTo>
                    <a:pt x="80327" y="22951"/>
                  </a:lnTo>
                  <a:lnTo>
                    <a:pt x="80327" y="22951"/>
                  </a:lnTo>
                  <a:lnTo>
                    <a:pt x="80327" y="24590"/>
                  </a:lnTo>
                  <a:lnTo>
                    <a:pt x="81967" y="24590"/>
                  </a:lnTo>
                  <a:lnTo>
                    <a:pt x="81967" y="24590"/>
                  </a:lnTo>
                  <a:lnTo>
                    <a:pt x="81967" y="24590"/>
                  </a:lnTo>
                  <a:lnTo>
                    <a:pt x="81967" y="24590"/>
                  </a:lnTo>
                  <a:lnTo>
                    <a:pt x="83606" y="24590"/>
                  </a:lnTo>
                  <a:lnTo>
                    <a:pt x="83606" y="24590"/>
                  </a:lnTo>
                  <a:lnTo>
                    <a:pt x="83606" y="24590"/>
                  </a:lnTo>
                  <a:lnTo>
                    <a:pt x="83606" y="24590"/>
                  </a:lnTo>
                  <a:lnTo>
                    <a:pt x="83606" y="26229"/>
                  </a:lnTo>
                  <a:lnTo>
                    <a:pt x="83606" y="26229"/>
                  </a:lnTo>
                  <a:lnTo>
                    <a:pt x="83606" y="26229"/>
                  </a:lnTo>
                  <a:lnTo>
                    <a:pt x="85245" y="26229"/>
                  </a:lnTo>
                  <a:lnTo>
                    <a:pt x="85245" y="26229"/>
                  </a:lnTo>
                  <a:lnTo>
                    <a:pt x="85245" y="24590"/>
                  </a:lnTo>
                  <a:lnTo>
                    <a:pt x="85245" y="24590"/>
                  </a:lnTo>
                  <a:lnTo>
                    <a:pt x="85245" y="24590"/>
                  </a:lnTo>
                  <a:lnTo>
                    <a:pt x="85245" y="24590"/>
                  </a:lnTo>
                  <a:lnTo>
                    <a:pt x="85245" y="24590"/>
                  </a:lnTo>
                  <a:lnTo>
                    <a:pt x="85245" y="24590"/>
                  </a:lnTo>
                  <a:lnTo>
                    <a:pt x="85245" y="24590"/>
                  </a:lnTo>
                  <a:lnTo>
                    <a:pt x="85245" y="24590"/>
                  </a:lnTo>
                  <a:lnTo>
                    <a:pt x="85245" y="24590"/>
                  </a:lnTo>
                  <a:lnTo>
                    <a:pt x="85245" y="24590"/>
                  </a:lnTo>
                  <a:lnTo>
                    <a:pt x="85245" y="24590"/>
                  </a:lnTo>
                  <a:lnTo>
                    <a:pt x="85245" y="24590"/>
                  </a:lnTo>
                  <a:lnTo>
                    <a:pt x="85245" y="24590"/>
                  </a:lnTo>
                  <a:lnTo>
                    <a:pt x="85245" y="24590"/>
                  </a:lnTo>
                  <a:lnTo>
                    <a:pt x="85245" y="22951"/>
                  </a:lnTo>
                  <a:lnTo>
                    <a:pt x="85245" y="22951"/>
                  </a:lnTo>
                  <a:lnTo>
                    <a:pt x="85245" y="22951"/>
                  </a:lnTo>
                  <a:lnTo>
                    <a:pt x="85245" y="22951"/>
                  </a:lnTo>
                  <a:lnTo>
                    <a:pt x="85245" y="22951"/>
                  </a:lnTo>
                  <a:lnTo>
                    <a:pt x="85245" y="22951"/>
                  </a:lnTo>
                  <a:lnTo>
                    <a:pt x="85245" y="22951"/>
                  </a:lnTo>
                  <a:lnTo>
                    <a:pt x="86885" y="22951"/>
                  </a:lnTo>
                  <a:lnTo>
                    <a:pt x="86885" y="22951"/>
                  </a:lnTo>
                  <a:lnTo>
                    <a:pt x="86885" y="24590"/>
                  </a:lnTo>
                  <a:lnTo>
                    <a:pt x="86885" y="24590"/>
                  </a:lnTo>
                  <a:lnTo>
                    <a:pt x="86885" y="24590"/>
                  </a:lnTo>
                  <a:lnTo>
                    <a:pt x="86885" y="24590"/>
                  </a:lnTo>
                  <a:lnTo>
                    <a:pt x="86885" y="24590"/>
                  </a:lnTo>
                  <a:lnTo>
                    <a:pt x="86885" y="24590"/>
                  </a:lnTo>
                  <a:lnTo>
                    <a:pt x="86885" y="24590"/>
                  </a:lnTo>
                  <a:lnTo>
                    <a:pt x="88524" y="24590"/>
                  </a:lnTo>
                  <a:lnTo>
                    <a:pt x="88524" y="24590"/>
                  </a:lnTo>
                  <a:lnTo>
                    <a:pt x="88524" y="24590"/>
                  </a:lnTo>
                  <a:lnTo>
                    <a:pt x="88524" y="24590"/>
                  </a:lnTo>
                  <a:lnTo>
                    <a:pt x="88524" y="24590"/>
                  </a:lnTo>
                  <a:lnTo>
                    <a:pt x="88524" y="24590"/>
                  </a:lnTo>
                  <a:lnTo>
                    <a:pt x="88524" y="24590"/>
                  </a:lnTo>
                  <a:lnTo>
                    <a:pt x="88524" y="24590"/>
                  </a:lnTo>
                  <a:lnTo>
                    <a:pt x="88524" y="24590"/>
                  </a:lnTo>
                  <a:lnTo>
                    <a:pt x="88524" y="22951"/>
                  </a:lnTo>
                  <a:lnTo>
                    <a:pt x="88524" y="24590"/>
                  </a:lnTo>
                  <a:lnTo>
                    <a:pt x="88524" y="24590"/>
                  </a:lnTo>
                  <a:lnTo>
                    <a:pt x="90164" y="24590"/>
                  </a:lnTo>
                  <a:lnTo>
                    <a:pt x="90164" y="24590"/>
                  </a:lnTo>
                  <a:lnTo>
                    <a:pt x="90164" y="24590"/>
                  </a:lnTo>
                  <a:lnTo>
                    <a:pt x="90164" y="24590"/>
                  </a:lnTo>
                  <a:lnTo>
                    <a:pt x="90164" y="24590"/>
                  </a:lnTo>
                  <a:lnTo>
                    <a:pt x="90164" y="24590"/>
                  </a:lnTo>
                  <a:lnTo>
                    <a:pt x="90164" y="24590"/>
                  </a:lnTo>
                  <a:lnTo>
                    <a:pt x="90164" y="24590"/>
                  </a:lnTo>
                  <a:lnTo>
                    <a:pt x="90164" y="22951"/>
                  </a:lnTo>
                  <a:lnTo>
                    <a:pt x="90164" y="22951"/>
                  </a:lnTo>
                  <a:lnTo>
                    <a:pt x="90164" y="22951"/>
                  </a:lnTo>
                  <a:lnTo>
                    <a:pt x="90164" y="22951"/>
                  </a:lnTo>
                  <a:lnTo>
                    <a:pt x="90164" y="24590"/>
                  </a:lnTo>
                  <a:lnTo>
                    <a:pt x="91803" y="24590"/>
                  </a:lnTo>
                  <a:lnTo>
                    <a:pt x="91803" y="24590"/>
                  </a:lnTo>
                  <a:lnTo>
                    <a:pt x="91803" y="24590"/>
                  </a:lnTo>
                  <a:lnTo>
                    <a:pt x="91803" y="24590"/>
                  </a:lnTo>
                  <a:lnTo>
                    <a:pt x="91803" y="24590"/>
                  </a:lnTo>
                  <a:lnTo>
                    <a:pt x="91803" y="24590"/>
                  </a:lnTo>
                  <a:lnTo>
                    <a:pt x="91803" y="22951"/>
                  </a:lnTo>
                  <a:lnTo>
                    <a:pt x="91803" y="22951"/>
                  </a:lnTo>
                  <a:lnTo>
                    <a:pt x="91803" y="22951"/>
                  </a:lnTo>
                  <a:lnTo>
                    <a:pt x="91803" y="22951"/>
                  </a:lnTo>
                  <a:lnTo>
                    <a:pt x="93442" y="22951"/>
                  </a:lnTo>
                  <a:lnTo>
                    <a:pt x="93442" y="22951"/>
                  </a:lnTo>
                  <a:lnTo>
                    <a:pt x="93442" y="22951"/>
                  </a:lnTo>
                  <a:lnTo>
                    <a:pt x="93442" y="22951"/>
                  </a:lnTo>
                  <a:lnTo>
                    <a:pt x="93442" y="22951"/>
                  </a:lnTo>
                  <a:lnTo>
                    <a:pt x="93442" y="22951"/>
                  </a:lnTo>
                  <a:lnTo>
                    <a:pt x="95081" y="22951"/>
                  </a:lnTo>
                  <a:lnTo>
                    <a:pt x="95081" y="21311"/>
                  </a:lnTo>
                  <a:lnTo>
                    <a:pt x="95081" y="21311"/>
                  </a:lnTo>
                  <a:lnTo>
                    <a:pt x="95081" y="21311"/>
                  </a:lnTo>
                  <a:lnTo>
                    <a:pt x="95081" y="21311"/>
                  </a:lnTo>
                  <a:lnTo>
                    <a:pt x="95081" y="21311"/>
                  </a:lnTo>
                  <a:lnTo>
                    <a:pt x="95081" y="21311"/>
                  </a:lnTo>
                  <a:lnTo>
                    <a:pt x="96721" y="21311"/>
                  </a:lnTo>
                  <a:lnTo>
                    <a:pt x="96721" y="21311"/>
                  </a:lnTo>
                  <a:lnTo>
                    <a:pt x="96721" y="21311"/>
                  </a:lnTo>
                  <a:lnTo>
                    <a:pt x="96721" y="21311"/>
                  </a:lnTo>
                  <a:lnTo>
                    <a:pt x="96721" y="21311"/>
                  </a:lnTo>
                  <a:lnTo>
                    <a:pt x="96721" y="21311"/>
                  </a:lnTo>
                  <a:lnTo>
                    <a:pt x="96721" y="21311"/>
                  </a:lnTo>
                  <a:lnTo>
                    <a:pt x="96721" y="21311"/>
                  </a:lnTo>
                  <a:lnTo>
                    <a:pt x="96721" y="21311"/>
                  </a:lnTo>
                  <a:lnTo>
                    <a:pt x="98360" y="21311"/>
                  </a:lnTo>
                  <a:lnTo>
                    <a:pt x="98360" y="21311"/>
                  </a:lnTo>
                  <a:lnTo>
                    <a:pt x="98360" y="21311"/>
                  </a:lnTo>
                  <a:lnTo>
                    <a:pt x="98360" y="21311"/>
                  </a:lnTo>
                  <a:lnTo>
                    <a:pt x="98360" y="21311"/>
                  </a:lnTo>
                  <a:lnTo>
                    <a:pt x="98360" y="19672"/>
                  </a:lnTo>
                  <a:lnTo>
                    <a:pt x="98360" y="19672"/>
                  </a:lnTo>
                  <a:lnTo>
                    <a:pt x="100000" y="19672"/>
                  </a:lnTo>
                  <a:lnTo>
                    <a:pt x="100000" y="19672"/>
                  </a:lnTo>
                  <a:lnTo>
                    <a:pt x="100000" y="19672"/>
                  </a:lnTo>
                  <a:lnTo>
                    <a:pt x="100000" y="19672"/>
                  </a:lnTo>
                  <a:lnTo>
                    <a:pt x="100000" y="18033"/>
                  </a:lnTo>
                  <a:lnTo>
                    <a:pt x="100000" y="18033"/>
                  </a:lnTo>
                  <a:lnTo>
                    <a:pt x="100000" y="18033"/>
                  </a:lnTo>
                  <a:lnTo>
                    <a:pt x="100000" y="18033"/>
                  </a:lnTo>
                  <a:lnTo>
                    <a:pt x="100000" y="18033"/>
                  </a:lnTo>
                  <a:lnTo>
                    <a:pt x="100000" y="18033"/>
                  </a:lnTo>
                  <a:lnTo>
                    <a:pt x="100000" y="18033"/>
                  </a:lnTo>
                  <a:lnTo>
                    <a:pt x="100000" y="18033"/>
                  </a:lnTo>
                  <a:lnTo>
                    <a:pt x="101639" y="18033"/>
                  </a:lnTo>
                  <a:lnTo>
                    <a:pt x="101639" y="18033"/>
                  </a:lnTo>
                  <a:lnTo>
                    <a:pt x="101639" y="16393"/>
                  </a:lnTo>
                  <a:lnTo>
                    <a:pt x="101639" y="16393"/>
                  </a:lnTo>
                  <a:lnTo>
                    <a:pt x="101639" y="16393"/>
                  </a:lnTo>
                  <a:lnTo>
                    <a:pt x="101639" y="16393"/>
                  </a:lnTo>
                  <a:lnTo>
                    <a:pt x="101639" y="16393"/>
                  </a:lnTo>
                  <a:lnTo>
                    <a:pt x="101639" y="16393"/>
                  </a:lnTo>
                  <a:lnTo>
                    <a:pt x="101639" y="16393"/>
                  </a:lnTo>
                  <a:lnTo>
                    <a:pt x="103278" y="16393"/>
                  </a:lnTo>
                  <a:lnTo>
                    <a:pt x="103278" y="14754"/>
                  </a:lnTo>
                  <a:lnTo>
                    <a:pt x="103278" y="14754"/>
                  </a:lnTo>
                  <a:lnTo>
                    <a:pt x="103278" y="14754"/>
                  </a:lnTo>
                  <a:lnTo>
                    <a:pt x="103278" y="14754"/>
                  </a:lnTo>
                  <a:lnTo>
                    <a:pt x="103278" y="14754"/>
                  </a:lnTo>
                  <a:lnTo>
                    <a:pt x="103278" y="14754"/>
                  </a:lnTo>
                  <a:lnTo>
                    <a:pt x="103278" y="14754"/>
                  </a:lnTo>
                  <a:lnTo>
                    <a:pt x="103278" y="14754"/>
                  </a:lnTo>
                  <a:lnTo>
                    <a:pt x="104917" y="14754"/>
                  </a:lnTo>
                  <a:lnTo>
                    <a:pt x="104917" y="14754"/>
                  </a:lnTo>
                  <a:lnTo>
                    <a:pt x="104917" y="14754"/>
                  </a:lnTo>
                  <a:lnTo>
                    <a:pt x="104917" y="14754"/>
                  </a:lnTo>
                  <a:lnTo>
                    <a:pt x="104917" y="16393"/>
                  </a:lnTo>
                  <a:lnTo>
                    <a:pt x="103278" y="16393"/>
                  </a:lnTo>
                  <a:lnTo>
                    <a:pt x="103278" y="16393"/>
                  </a:lnTo>
                  <a:lnTo>
                    <a:pt x="104917" y="16393"/>
                  </a:lnTo>
                  <a:lnTo>
                    <a:pt x="104917" y="16393"/>
                  </a:lnTo>
                  <a:lnTo>
                    <a:pt x="104917" y="16393"/>
                  </a:lnTo>
                  <a:lnTo>
                    <a:pt x="104917" y="16393"/>
                  </a:lnTo>
                  <a:lnTo>
                    <a:pt x="104917" y="14754"/>
                  </a:lnTo>
                  <a:lnTo>
                    <a:pt x="106557" y="14754"/>
                  </a:lnTo>
                  <a:lnTo>
                    <a:pt x="106557" y="14754"/>
                  </a:lnTo>
                  <a:lnTo>
                    <a:pt x="106557" y="14754"/>
                  </a:lnTo>
                  <a:lnTo>
                    <a:pt x="106557" y="14754"/>
                  </a:lnTo>
                  <a:lnTo>
                    <a:pt x="106557" y="14754"/>
                  </a:lnTo>
                  <a:lnTo>
                    <a:pt x="106557" y="13115"/>
                  </a:lnTo>
                  <a:lnTo>
                    <a:pt x="106557" y="13115"/>
                  </a:lnTo>
                  <a:lnTo>
                    <a:pt x="106557" y="13115"/>
                  </a:lnTo>
                  <a:lnTo>
                    <a:pt x="106557" y="13115"/>
                  </a:lnTo>
                  <a:lnTo>
                    <a:pt x="108196" y="13115"/>
                  </a:lnTo>
                  <a:lnTo>
                    <a:pt x="108196" y="13115"/>
                  </a:lnTo>
                  <a:lnTo>
                    <a:pt x="108196" y="13115"/>
                  </a:lnTo>
                  <a:lnTo>
                    <a:pt x="108196" y="13115"/>
                  </a:lnTo>
                  <a:lnTo>
                    <a:pt x="108196" y="11475"/>
                  </a:lnTo>
                  <a:lnTo>
                    <a:pt x="108196" y="11475"/>
                  </a:lnTo>
                  <a:lnTo>
                    <a:pt x="108196" y="11475"/>
                  </a:lnTo>
                  <a:lnTo>
                    <a:pt x="108196" y="11475"/>
                  </a:lnTo>
                  <a:lnTo>
                    <a:pt x="108196" y="11475"/>
                  </a:lnTo>
                  <a:lnTo>
                    <a:pt x="108196" y="11475"/>
                  </a:lnTo>
                  <a:lnTo>
                    <a:pt x="108196" y="11475"/>
                  </a:lnTo>
                  <a:lnTo>
                    <a:pt x="108196" y="11475"/>
                  </a:lnTo>
                  <a:lnTo>
                    <a:pt x="108196" y="11475"/>
                  </a:lnTo>
                  <a:lnTo>
                    <a:pt x="108196" y="11475"/>
                  </a:lnTo>
                  <a:lnTo>
                    <a:pt x="108196" y="13115"/>
                  </a:lnTo>
                  <a:lnTo>
                    <a:pt x="109835" y="13115"/>
                  </a:lnTo>
                  <a:lnTo>
                    <a:pt x="109835" y="13115"/>
                  </a:lnTo>
                  <a:lnTo>
                    <a:pt x="109835" y="13115"/>
                  </a:lnTo>
                  <a:lnTo>
                    <a:pt x="109835" y="13115"/>
                  </a:lnTo>
                  <a:lnTo>
                    <a:pt x="109835" y="11475"/>
                  </a:lnTo>
                  <a:lnTo>
                    <a:pt x="109835" y="11475"/>
                  </a:lnTo>
                  <a:lnTo>
                    <a:pt x="109835" y="11475"/>
                  </a:lnTo>
                  <a:lnTo>
                    <a:pt x="109835" y="11475"/>
                  </a:lnTo>
                  <a:lnTo>
                    <a:pt x="109835" y="11475"/>
                  </a:lnTo>
                  <a:lnTo>
                    <a:pt x="109835" y="11475"/>
                  </a:lnTo>
                  <a:lnTo>
                    <a:pt x="109835" y="9836"/>
                  </a:lnTo>
                  <a:lnTo>
                    <a:pt x="109835" y="9836"/>
                  </a:lnTo>
                  <a:lnTo>
                    <a:pt x="109835" y="9836"/>
                  </a:lnTo>
                  <a:lnTo>
                    <a:pt x="109835" y="9836"/>
                  </a:lnTo>
                  <a:lnTo>
                    <a:pt x="109835" y="9836"/>
                  </a:lnTo>
                  <a:lnTo>
                    <a:pt x="109835" y="8197"/>
                  </a:lnTo>
                  <a:lnTo>
                    <a:pt x="109835" y="8197"/>
                  </a:lnTo>
                  <a:lnTo>
                    <a:pt x="109835" y="8197"/>
                  </a:lnTo>
                  <a:lnTo>
                    <a:pt x="109835" y="8197"/>
                  </a:lnTo>
                  <a:lnTo>
                    <a:pt x="109835" y="9836"/>
                  </a:lnTo>
                  <a:lnTo>
                    <a:pt x="111475" y="9836"/>
                  </a:lnTo>
                  <a:lnTo>
                    <a:pt x="111475" y="9836"/>
                  </a:lnTo>
                  <a:lnTo>
                    <a:pt x="111475" y="9836"/>
                  </a:lnTo>
                  <a:lnTo>
                    <a:pt x="111475" y="9836"/>
                  </a:lnTo>
                  <a:lnTo>
                    <a:pt x="111475" y="9836"/>
                  </a:lnTo>
                  <a:lnTo>
                    <a:pt x="113114" y="9836"/>
                  </a:lnTo>
                  <a:lnTo>
                    <a:pt x="113114" y="9836"/>
                  </a:lnTo>
                  <a:lnTo>
                    <a:pt x="113114" y="11475"/>
                  </a:lnTo>
                  <a:lnTo>
                    <a:pt x="113114" y="11475"/>
                  </a:lnTo>
                  <a:lnTo>
                    <a:pt x="113114" y="9836"/>
                  </a:lnTo>
                  <a:lnTo>
                    <a:pt x="113114" y="9836"/>
                  </a:lnTo>
                  <a:lnTo>
                    <a:pt x="113114" y="9836"/>
                  </a:lnTo>
                  <a:lnTo>
                    <a:pt x="114754" y="9836"/>
                  </a:lnTo>
                  <a:lnTo>
                    <a:pt x="114754" y="9836"/>
                  </a:lnTo>
                  <a:lnTo>
                    <a:pt x="114754" y="9836"/>
                  </a:lnTo>
                  <a:lnTo>
                    <a:pt x="114754" y="9836"/>
                  </a:lnTo>
                  <a:lnTo>
                    <a:pt x="114754" y="9836"/>
                  </a:lnTo>
                  <a:lnTo>
                    <a:pt x="114754" y="9836"/>
                  </a:lnTo>
                  <a:lnTo>
                    <a:pt x="114754" y="9836"/>
                  </a:lnTo>
                  <a:lnTo>
                    <a:pt x="116393" y="9836"/>
                  </a:lnTo>
                  <a:lnTo>
                    <a:pt x="116393" y="9836"/>
                  </a:lnTo>
                  <a:lnTo>
                    <a:pt x="116393" y="9836"/>
                  </a:lnTo>
                  <a:lnTo>
                    <a:pt x="114754" y="11475"/>
                  </a:lnTo>
                  <a:lnTo>
                    <a:pt x="114754" y="11475"/>
                  </a:lnTo>
                  <a:lnTo>
                    <a:pt x="114754" y="11475"/>
                  </a:lnTo>
                  <a:lnTo>
                    <a:pt x="114754" y="11475"/>
                  </a:lnTo>
                  <a:lnTo>
                    <a:pt x="114754" y="11475"/>
                  </a:lnTo>
                  <a:lnTo>
                    <a:pt x="116393" y="11475"/>
                  </a:lnTo>
                  <a:lnTo>
                    <a:pt x="116393" y="11475"/>
                  </a:lnTo>
                  <a:lnTo>
                    <a:pt x="116393" y="11475"/>
                  </a:lnTo>
                  <a:lnTo>
                    <a:pt x="116393" y="11475"/>
                  </a:lnTo>
                  <a:lnTo>
                    <a:pt x="116393" y="11475"/>
                  </a:lnTo>
                  <a:lnTo>
                    <a:pt x="116393" y="11475"/>
                  </a:lnTo>
                  <a:lnTo>
                    <a:pt x="116393" y="11475"/>
                  </a:lnTo>
                  <a:lnTo>
                    <a:pt x="116393" y="9836"/>
                  </a:lnTo>
                  <a:lnTo>
                    <a:pt x="116393" y="9836"/>
                  </a:lnTo>
                  <a:lnTo>
                    <a:pt x="116393" y="8197"/>
                  </a:lnTo>
                  <a:lnTo>
                    <a:pt x="116393" y="8197"/>
                  </a:lnTo>
                  <a:lnTo>
                    <a:pt x="116393" y="8197"/>
                  </a:lnTo>
                  <a:lnTo>
                    <a:pt x="116393" y="8197"/>
                  </a:lnTo>
                  <a:lnTo>
                    <a:pt x="116393" y="8197"/>
                  </a:lnTo>
                  <a:lnTo>
                    <a:pt x="116393" y="8197"/>
                  </a:lnTo>
                  <a:lnTo>
                    <a:pt x="116393" y="8197"/>
                  </a:lnTo>
                  <a:lnTo>
                    <a:pt x="116393" y="8197"/>
                  </a:lnTo>
                  <a:lnTo>
                    <a:pt x="116393" y="8197"/>
                  </a:lnTo>
                  <a:lnTo>
                    <a:pt x="116393" y="8197"/>
                  </a:lnTo>
                  <a:lnTo>
                    <a:pt x="118032" y="8197"/>
                  </a:lnTo>
                  <a:lnTo>
                    <a:pt x="118032" y="8197"/>
                  </a:lnTo>
                  <a:lnTo>
                    <a:pt x="118032" y="8197"/>
                  </a:lnTo>
                  <a:lnTo>
                    <a:pt x="119671" y="6557"/>
                  </a:lnTo>
                  <a:lnTo>
                    <a:pt x="119671" y="6557"/>
                  </a:lnTo>
                  <a:lnTo>
                    <a:pt x="119671" y="6557"/>
                  </a:lnTo>
                  <a:lnTo>
                    <a:pt x="119671" y="6557"/>
                  </a:lnTo>
                  <a:lnTo>
                    <a:pt x="119671" y="6557"/>
                  </a:lnTo>
                  <a:lnTo>
                    <a:pt x="119671" y="6557"/>
                  </a:lnTo>
                  <a:lnTo>
                    <a:pt x="121311" y="6557"/>
                  </a:lnTo>
                  <a:lnTo>
                    <a:pt x="121311" y="6557"/>
                  </a:lnTo>
                  <a:lnTo>
                    <a:pt x="121311" y="6557"/>
                  </a:lnTo>
                  <a:lnTo>
                    <a:pt x="121311" y="6557"/>
                  </a:lnTo>
                  <a:lnTo>
                    <a:pt x="119671" y="8197"/>
                  </a:lnTo>
                  <a:lnTo>
                    <a:pt x="119671" y="8197"/>
                  </a:lnTo>
                  <a:lnTo>
                    <a:pt x="119671" y="8197"/>
                  </a:lnTo>
                  <a:lnTo>
                    <a:pt x="119671" y="8197"/>
                  </a:lnTo>
                  <a:lnTo>
                    <a:pt x="119671" y="8197"/>
                  </a:lnTo>
                  <a:lnTo>
                    <a:pt x="121311" y="8197"/>
                  </a:lnTo>
                  <a:lnTo>
                    <a:pt x="121311" y="8197"/>
                  </a:lnTo>
                  <a:lnTo>
                    <a:pt x="121311" y="8197"/>
                  </a:lnTo>
                  <a:lnTo>
                    <a:pt x="121311" y="8197"/>
                  </a:lnTo>
                  <a:lnTo>
                    <a:pt x="121311" y="8197"/>
                  </a:lnTo>
                  <a:lnTo>
                    <a:pt x="121311" y="8197"/>
                  </a:lnTo>
                  <a:lnTo>
                    <a:pt x="121311" y="8197"/>
                  </a:lnTo>
                  <a:lnTo>
                    <a:pt x="121311" y="6557"/>
                  </a:lnTo>
                  <a:lnTo>
                    <a:pt x="121311" y="6557"/>
                  </a:lnTo>
                  <a:lnTo>
                    <a:pt x="121311" y="6557"/>
                  </a:lnTo>
                  <a:lnTo>
                    <a:pt x="121311" y="6557"/>
                  </a:lnTo>
                  <a:lnTo>
                    <a:pt x="121311" y="6557"/>
                  </a:lnTo>
                  <a:lnTo>
                    <a:pt x="121311" y="6557"/>
                  </a:lnTo>
                  <a:lnTo>
                    <a:pt x="122950" y="4918"/>
                  </a:lnTo>
                  <a:lnTo>
                    <a:pt x="122950" y="4918"/>
                  </a:lnTo>
                  <a:lnTo>
                    <a:pt x="122950" y="4918"/>
                  </a:lnTo>
                  <a:lnTo>
                    <a:pt x="122950" y="4918"/>
                  </a:lnTo>
                  <a:lnTo>
                    <a:pt x="122950" y="4918"/>
                  </a:lnTo>
                  <a:lnTo>
                    <a:pt x="122950" y="4918"/>
                  </a:lnTo>
                  <a:lnTo>
                    <a:pt x="122950" y="4918"/>
                  </a:lnTo>
                  <a:lnTo>
                    <a:pt x="122950" y="3279"/>
                  </a:lnTo>
                  <a:lnTo>
                    <a:pt x="122950" y="3279"/>
                  </a:lnTo>
                  <a:lnTo>
                    <a:pt x="122950" y="3279"/>
                  </a:lnTo>
                  <a:lnTo>
                    <a:pt x="122950" y="3279"/>
                  </a:lnTo>
                  <a:lnTo>
                    <a:pt x="122950" y="3279"/>
                  </a:lnTo>
                  <a:lnTo>
                    <a:pt x="122950" y="3279"/>
                  </a:lnTo>
                  <a:lnTo>
                    <a:pt x="122950" y="3279"/>
                  </a:lnTo>
                  <a:lnTo>
                    <a:pt x="124590" y="3279"/>
                  </a:lnTo>
                  <a:lnTo>
                    <a:pt x="124590" y="3279"/>
                  </a:lnTo>
                  <a:lnTo>
                    <a:pt x="124590" y="3279"/>
                  </a:lnTo>
                  <a:lnTo>
                    <a:pt x="124590" y="3279"/>
                  </a:lnTo>
                  <a:lnTo>
                    <a:pt x="124590" y="3279"/>
                  </a:lnTo>
                  <a:lnTo>
                    <a:pt x="124590" y="3279"/>
                  </a:lnTo>
                  <a:lnTo>
                    <a:pt x="124590" y="3279"/>
                  </a:lnTo>
                  <a:lnTo>
                    <a:pt x="124590" y="3279"/>
                  </a:lnTo>
                  <a:lnTo>
                    <a:pt x="126229" y="3279"/>
                  </a:lnTo>
                  <a:lnTo>
                    <a:pt x="126229" y="3279"/>
                  </a:lnTo>
                  <a:lnTo>
                    <a:pt x="126229" y="3279"/>
                  </a:lnTo>
                  <a:lnTo>
                    <a:pt x="126229" y="3279"/>
                  </a:lnTo>
                  <a:lnTo>
                    <a:pt x="126229" y="3279"/>
                  </a:lnTo>
                  <a:lnTo>
                    <a:pt x="126229" y="3279"/>
                  </a:lnTo>
                  <a:lnTo>
                    <a:pt x="126229" y="1639"/>
                  </a:lnTo>
                  <a:lnTo>
                    <a:pt x="126229" y="1639"/>
                  </a:lnTo>
                  <a:lnTo>
                    <a:pt x="126229" y="1639"/>
                  </a:lnTo>
                  <a:lnTo>
                    <a:pt x="126229" y="1639"/>
                  </a:lnTo>
                  <a:lnTo>
                    <a:pt x="127868" y="1639"/>
                  </a:lnTo>
                  <a:lnTo>
                    <a:pt x="127868" y="1639"/>
                  </a:lnTo>
                  <a:lnTo>
                    <a:pt x="127868" y="1639"/>
                  </a:lnTo>
                  <a:lnTo>
                    <a:pt x="129508" y="1639"/>
                  </a:lnTo>
                  <a:lnTo>
                    <a:pt x="129508" y="1639"/>
                  </a:lnTo>
                  <a:lnTo>
                    <a:pt x="129508" y="1639"/>
                  </a:lnTo>
                  <a:lnTo>
                    <a:pt x="131147" y="1639"/>
                  </a:lnTo>
                  <a:lnTo>
                    <a:pt x="131147" y="1639"/>
                  </a:lnTo>
                  <a:lnTo>
                    <a:pt x="131147" y="1639"/>
                  </a:lnTo>
                  <a:lnTo>
                    <a:pt x="131147" y="1639"/>
                  </a:lnTo>
                  <a:lnTo>
                    <a:pt x="131147" y="1639"/>
                  </a:lnTo>
                  <a:lnTo>
                    <a:pt x="131147" y="1639"/>
                  </a:lnTo>
                  <a:lnTo>
                    <a:pt x="132786" y="1639"/>
                  </a:lnTo>
                  <a:lnTo>
                    <a:pt x="132786" y="0"/>
                  </a:lnTo>
                  <a:lnTo>
                    <a:pt x="132786" y="0"/>
                  </a:lnTo>
                  <a:lnTo>
                    <a:pt x="134425" y="0"/>
                  </a:lnTo>
                  <a:lnTo>
                    <a:pt x="134425" y="0"/>
                  </a:lnTo>
                  <a:lnTo>
                    <a:pt x="134425" y="0"/>
                  </a:lnTo>
                  <a:lnTo>
                    <a:pt x="134425" y="0"/>
                  </a:lnTo>
                  <a:lnTo>
                    <a:pt x="134425" y="0"/>
                  </a:lnTo>
                  <a:lnTo>
                    <a:pt x="136065" y="0"/>
                  </a:lnTo>
                  <a:lnTo>
                    <a:pt x="136065" y="0"/>
                  </a:lnTo>
                  <a:lnTo>
                    <a:pt x="136065" y="0"/>
                  </a:lnTo>
                  <a:lnTo>
                    <a:pt x="137704" y="0"/>
                  </a:lnTo>
                  <a:lnTo>
                    <a:pt x="137704" y="0"/>
                  </a:lnTo>
                  <a:lnTo>
                    <a:pt x="137704" y="0"/>
                  </a:lnTo>
                  <a:lnTo>
                    <a:pt x="137704" y="0"/>
                  </a:lnTo>
                  <a:lnTo>
                    <a:pt x="140983" y="1639"/>
                  </a:lnTo>
                  <a:lnTo>
                    <a:pt x="140983" y="1639"/>
                  </a:lnTo>
                  <a:lnTo>
                    <a:pt x="142622" y="1639"/>
                  </a:lnTo>
                  <a:lnTo>
                    <a:pt x="142622" y="1639"/>
                  </a:lnTo>
                  <a:lnTo>
                    <a:pt x="144261" y="1639"/>
                  </a:lnTo>
                  <a:lnTo>
                    <a:pt x="144261" y="1639"/>
                  </a:lnTo>
                  <a:lnTo>
                    <a:pt x="144261" y="1639"/>
                  </a:lnTo>
                  <a:lnTo>
                    <a:pt x="145901" y="1639"/>
                  </a:lnTo>
                  <a:lnTo>
                    <a:pt x="145901" y="1639"/>
                  </a:lnTo>
                  <a:lnTo>
                    <a:pt x="145901" y="1639"/>
                  </a:lnTo>
                  <a:lnTo>
                    <a:pt x="145901" y="1639"/>
                  </a:lnTo>
                  <a:lnTo>
                    <a:pt x="147540" y="3279"/>
                  </a:lnTo>
                  <a:lnTo>
                    <a:pt x="147540" y="3279"/>
                  </a:lnTo>
                  <a:lnTo>
                    <a:pt x="147540" y="3279"/>
                  </a:lnTo>
                  <a:lnTo>
                    <a:pt x="147540" y="3279"/>
                  </a:lnTo>
                  <a:lnTo>
                    <a:pt x="147540" y="4918"/>
                  </a:lnTo>
                  <a:lnTo>
                    <a:pt x="147540" y="4918"/>
                  </a:lnTo>
                  <a:lnTo>
                    <a:pt x="147540" y="4918"/>
                  </a:lnTo>
                  <a:lnTo>
                    <a:pt x="149180" y="4918"/>
                  </a:lnTo>
                  <a:lnTo>
                    <a:pt x="149180" y="4918"/>
                  </a:lnTo>
                  <a:lnTo>
                    <a:pt x="149180" y="4918"/>
                  </a:lnTo>
                  <a:lnTo>
                    <a:pt x="149180" y="4918"/>
                  </a:lnTo>
                  <a:lnTo>
                    <a:pt x="149180" y="4918"/>
                  </a:lnTo>
                  <a:lnTo>
                    <a:pt x="149180" y="4918"/>
                  </a:lnTo>
                  <a:lnTo>
                    <a:pt x="149180" y="4918"/>
                  </a:lnTo>
                  <a:lnTo>
                    <a:pt x="149180" y="3279"/>
                  </a:lnTo>
                  <a:lnTo>
                    <a:pt x="149180" y="3279"/>
                  </a:lnTo>
                  <a:lnTo>
                    <a:pt x="149180" y="3279"/>
                  </a:lnTo>
                  <a:lnTo>
                    <a:pt x="150819" y="3279"/>
                  </a:lnTo>
                  <a:lnTo>
                    <a:pt x="150819" y="1639"/>
                  </a:lnTo>
                  <a:lnTo>
                    <a:pt x="150819" y="1639"/>
                  </a:lnTo>
                  <a:lnTo>
                    <a:pt x="150819" y="1639"/>
                  </a:lnTo>
                  <a:lnTo>
                    <a:pt x="150819" y="1639"/>
                  </a:lnTo>
                  <a:lnTo>
                    <a:pt x="150819" y="1639"/>
                  </a:lnTo>
                  <a:lnTo>
                    <a:pt x="150819" y="1639"/>
                  </a:lnTo>
                  <a:lnTo>
                    <a:pt x="150819" y="1639"/>
                  </a:lnTo>
                  <a:lnTo>
                    <a:pt x="152458" y="1639"/>
                  </a:lnTo>
                  <a:lnTo>
                    <a:pt x="152458" y="3279"/>
                  </a:lnTo>
                  <a:lnTo>
                    <a:pt x="152458" y="3279"/>
                  </a:lnTo>
                  <a:lnTo>
                    <a:pt x="152458" y="3279"/>
                  </a:lnTo>
                  <a:lnTo>
                    <a:pt x="152458" y="3279"/>
                  </a:lnTo>
                  <a:lnTo>
                    <a:pt x="152458" y="4918"/>
                  </a:lnTo>
                  <a:lnTo>
                    <a:pt x="152458" y="4918"/>
                  </a:lnTo>
                  <a:lnTo>
                    <a:pt x="152458" y="4918"/>
                  </a:lnTo>
                  <a:lnTo>
                    <a:pt x="152458" y="4918"/>
                  </a:lnTo>
                  <a:lnTo>
                    <a:pt x="152458" y="4918"/>
                  </a:lnTo>
                  <a:lnTo>
                    <a:pt x="152458" y="4918"/>
                  </a:lnTo>
                  <a:lnTo>
                    <a:pt x="152458" y="6557"/>
                  </a:lnTo>
                  <a:lnTo>
                    <a:pt x="152458" y="6557"/>
                  </a:lnTo>
                  <a:lnTo>
                    <a:pt x="152458" y="6557"/>
                  </a:lnTo>
                  <a:lnTo>
                    <a:pt x="154098" y="6557"/>
                  </a:lnTo>
                  <a:lnTo>
                    <a:pt x="154098" y="6557"/>
                  </a:lnTo>
                  <a:lnTo>
                    <a:pt x="154098" y="8197"/>
                  </a:lnTo>
                  <a:lnTo>
                    <a:pt x="155737" y="8197"/>
                  </a:lnTo>
                  <a:lnTo>
                    <a:pt x="155737" y="8197"/>
                  </a:lnTo>
                  <a:lnTo>
                    <a:pt x="155737" y="8197"/>
                  </a:lnTo>
                  <a:lnTo>
                    <a:pt x="155737" y="8197"/>
                  </a:lnTo>
                  <a:lnTo>
                    <a:pt x="155737" y="8197"/>
                  </a:lnTo>
                  <a:lnTo>
                    <a:pt x="157376" y="8197"/>
                  </a:lnTo>
                  <a:lnTo>
                    <a:pt x="157376" y="8197"/>
                  </a:lnTo>
                  <a:lnTo>
                    <a:pt x="157376" y="8197"/>
                  </a:lnTo>
                  <a:lnTo>
                    <a:pt x="157376" y="8197"/>
                  </a:lnTo>
                  <a:lnTo>
                    <a:pt x="157376" y="8197"/>
                  </a:lnTo>
                  <a:lnTo>
                    <a:pt x="157376" y="8197"/>
                  </a:lnTo>
                  <a:lnTo>
                    <a:pt x="157376" y="8197"/>
                  </a:lnTo>
                  <a:lnTo>
                    <a:pt x="159015" y="8197"/>
                  </a:lnTo>
                  <a:lnTo>
                    <a:pt x="159015" y="8197"/>
                  </a:lnTo>
                  <a:lnTo>
                    <a:pt x="159015" y="8197"/>
                  </a:lnTo>
                  <a:lnTo>
                    <a:pt x="159015" y="8197"/>
                  </a:lnTo>
                  <a:lnTo>
                    <a:pt x="159015" y="8197"/>
                  </a:lnTo>
                  <a:lnTo>
                    <a:pt x="159015" y="8197"/>
                  </a:lnTo>
                  <a:lnTo>
                    <a:pt x="160655" y="8197"/>
                  </a:lnTo>
                  <a:lnTo>
                    <a:pt x="159015" y="8197"/>
                  </a:lnTo>
                  <a:lnTo>
                    <a:pt x="159015" y="8197"/>
                  </a:lnTo>
                  <a:lnTo>
                    <a:pt x="159015" y="8197"/>
                  </a:lnTo>
                  <a:lnTo>
                    <a:pt x="159015" y="8197"/>
                  </a:lnTo>
                  <a:lnTo>
                    <a:pt x="159015" y="8197"/>
                  </a:lnTo>
                  <a:lnTo>
                    <a:pt x="159015" y="8197"/>
                  </a:lnTo>
                  <a:lnTo>
                    <a:pt x="159015" y="8197"/>
                  </a:lnTo>
                  <a:lnTo>
                    <a:pt x="159015" y="8197"/>
                  </a:lnTo>
                  <a:lnTo>
                    <a:pt x="159015" y="9836"/>
                  </a:lnTo>
                  <a:lnTo>
                    <a:pt x="159015" y="9836"/>
                  </a:lnTo>
                  <a:lnTo>
                    <a:pt x="159015" y="9836"/>
                  </a:lnTo>
                  <a:lnTo>
                    <a:pt x="159015" y="9836"/>
                  </a:lnTo>
                  <a:lnTo>
                    <a:pt x="160655" y="9836"/>
                  </a:lnTo>
                  <a:lnTo>
                    <a:pt x="160655" y="9836"/>
                  </a:lnTo>
                  <a:lnTo>
                    <a:pt x="160655" y="9836"/>
                  </a:lnTo>
                  <a:lnTo>
                    <a:pt x="160655" y="9836"/>
                  </a:lnTo>
                  <a:lnTo>
                    <a:pt x="160655" y="9836"/>
                  </a:lnTo>
                  <a:lnTo>
                    <a:pt x="162294" y="9836"/>
                  </a:lnTo>
                  <a:lnTo>
                    <a:pt x="162294" y="9836"/>
                  </a:lnTo>
                  <a:lnTo>
                    <a:pt x="162294" y="9836"/>
                  </a:lnTo>
                  <a:lnTo>
                    <a:pt x="162294" y="9836"/>
                  </a:lnTo>
                  <a:lnTo>
                    <a:pt x="162294" y="8197"/>
                  </a:lnTo>
                  <a:lnTo>
                    <a:pt x="162294" y="8197"/>
                  </a:lnTo>
                  <a:lnTo>
                    <a:pt x="162294" y="8197"/>
                  </a:lnTo>
                  <a:lnTo>
                    <a:pt x="162294" y="8197"/>
                  </a:lnTo>
                  <a:lnTo>
                    <a:pt x="163934" y="8197"/>
                  </a:lnTo>
                  <a:lnTo>
                    <a:pt x="163934" y="8197"/>
                  </a:lnTo>
                  <a:lnTo>
                    <a:pt x="163934" y="6557"/>
                  </a:lnTo>
                  <a:lnTo>
                    <a:pt x="163934" y="6557"/>
                  </a:lnTo>
                  <a:lnTo>
                    <a:pt x="163934" y="8197"/>
                  </a:lnTo>
                  <a:lnTo>
                    <a:pt x="163934" y="8197"/>
                  </a:lnTo>
                  <a:lnTo>
                    <a:pt x="163934" y="8197"/>
                  </a:lnTo>
                  <a:lnTo>
                    <a:pt x="163934" y="8197"/>
                  </a:lnTo>
                  <a:lnTo>
                    <a:pt x="163934" y="8197"/>
                  </a:lnTo>
                  <a:lnTo>
                    <a:pt x="163934" y="8197"/>
                  </a:lnTo>
                  <a:lnTo>
                    <a:pt x="163934" y="8197"/>
                  </a:lnTo>
                  <a:lnTo>
                    <a:pt x="163934" y="9836"/>
                  </a:lnTo>
                  <a:lnTo>
                    <a:pt x="163934" y="9836"/>
                  </a:lnTo>
                  <a:lnTo>
                    <a:pt x="163934" y="9836"/>
                  </a:lnTo>
                  <a:lnTo>
                    <a:pt x="163934" y="9836"/>
                  </a:lnTo>
                  <a:lnTo>
                    <a:pt x="163934" y="9836"/>
                  </a:lnTo>
                  <a:lnTo>
                    <a:pt x="163934" y="9836"/>
                  </a:lnTo>
                  <a:lnTo>
                    <a:pt x="165573" y="9836"/>
                  </a:lnTo>
                  <a:lnTo>
                    <a:pt x="165573" y="9836"/>
                  </a:lnTo>
                  <a:lnTo>
                    <a:pt x="165573" y="9836"/>
                  </a:lnTo>
                  <a:lnTo>
                    <a:pt x="165573" y="11475"/>
                  </a:lnTo>
                  <a:lnTo>
                    <a:pt x="165573" y="11475"/>
                  </a:lnTo>
                  <a:lnTo>
                    <a:pt x="165573" y="11475"/>
                  </a:lnTo>
                  <a:lnTo>
                    <a:pt x="165573" y="11475"/>
                  </a:lnTo>
                  <a:lnTo>
                    <a:pt x="165573" y="11475"/>
                  </a:lnTo>
                  <a:lnTo>
                    <a:pt x="165573" y="11475"/>
                  </a:lnTo>
                  <a:lnTo>
                    <a:pt x="165573" y="11475"/>
                  </a:lnTo>
                  <a:lnTo>
                    <a:pt x="167212" y="11475"/>
                  </a:lnTo>
                  <a:lnTo>
                    <a:pt x="167212" y="11475"/>
                  </a:lnTo>
                  <a:lnTo>
                    <a:pt x="167212" y="11475"/>
                  </a:lnTo>
                  <a:lnTo>
                    <a:pt x="167212" y="13115"/>
                  </a:lnTo>
                  <a:lnTo>
                    <a:pt x="167212" y="13115"/>
                  </a:lnTo>
                  <a:lnTo>
                    <a:pt x="167212" y="13115"/>
                  </a:lnTo>
                  <a:lnTo>
                    <a:pt x="168851" y="13115"/>
                  </a:lnTo>
                  <a:lnTo>
                    <a:pt x="168851" y="13115"/>
                  </a:lnTo>
                  <a:lnTo>
                    <a:pt x="170491" y="13115"/>
                  </a:lnTo>
                  <a:lnTo>
                    <a:pt x="170491" y="13115"/>
                  </a:lnTo>
                  <a:lnTo>
                    <a:pt x="170491" y="13115"/>
                  </a:lnTo>
                  <a:lnTo>
                    <a:pt x="172130" y="13115"/>
                  </a:lnTo>
                  <a:lnTo>
                    <a:pt x="172130" y="13115"/>
                  </a:lnTo>
                  <a:lnTo>
                    <a:pt x="172130" y="13115"/>
                  </a:lnTo>
                  <a:lnTo>
                    <a:pt x="172130" y="13115"/>
                  </a:lnTo>
                  <a:lnTo>
                    <a:pt x="172130" y="13115"/>
                  </a:lnTo>
                  <a:lnTo>
                    <a:pt x="172130" y="13115"/>
                  </a:lnTo>
                  <a:lnTo>
                    <a:pt x="172130" y="13115"/>
                  </a:lnTo>
                  <a:lnTo>
                    <a:pt x="172130" y="11475"/>
                  </a:lnTo>
                  <a:lnTo>
                    <a:pt x="172130" y="11475"/>
                  </a:lnTo>
                  <a:lnTo>
                    <a:pt x="172130" y="11475"/>
                  </a:lnTo>
                  <a:lnTo>
                    <a:pt x="172130" y="11475"/>
                  </a:lnTo>
                  <a:lnTo>
                    <a:pt x="172130" y="11475"/>
                  </a:lnTo>
                  <a:lnTo>
                    <a:pt x="172130" y="11475"/>
                  </a:lnTo>
                  <a:lnTo>
                    <a:pt x="170491" y="11475"/>
                  </a:lnTo>
                  <a:lnTo>
                    <a:pt x="170491" y="9836"/>
                  </a:lnTo>
                  <a:lnTo>
                    <a:pt x="170491" y="9836"/>
                  </a:lnTo>
                  <a:lnTo>
                    <a:pt x="170491" y="9836"/>
                  </a:lnTo>
                  <a:lnTo>
                    <a:pt x="170491" y="9836"/>
                  </a:lnTo>
                  <a:lnTo>
                    <a:pt x="170491" y="9836"/>
                  </a:lnTo>
                  <a:lnTo>
                    <a:pt x="170491" y="9836"/>
                  </a:lnTo>
                  <a:lnTo>
                    <a:pt x="170491" y="9836"/>
                  </a:lnTo>
                  <a:lnTo>
                    <a:pt x="170491" y="9836"/>
                  </a:lnTo>
                  <a:lnTo>
                    <a:pt x="172130" y="9836"/>
                  </a:lnTo>
                  <a:lnTo>
                    <a:pt x="172130" y="9836"/>
                  </a:lnTo>
                  <a:lnTo>
                    <a:pt x="172130" y="9836"/>
                  </a:lnTo>
                  <a:lnTo>
                    <a:pt x="172130" y="9836"/>
                  </a:lnTo>
                  <a:lnTo>
                    <a:pt x="172130" y="9836"/>
                  </a:lnTo>
                  <a:lnTo>
                    <a:pt x="172130" y="9836"/>
                  </a:lnTo>
                  <a:lnTo>
                    <a:pt x="173770" y="9836"/>
                  </a:lnTo>
                  <a:lnTo>
                    <a:pt x="173770" y="9836"/>
                  </a:lnTo>
                  <a:lnTo>
                    <a:pt x="173770" y="9836"/>
                  </a:lnTo>
                  <a:lnTo>
                    <a:pt x="173770" y="9836"/>
                  </a:lnTo>
                  <a:lnTo>
                    <a:pt x="173770" y="9836"/>
                  </a:lnTo>
                  <a:lnTo>
                    <a:pt x="175409" y="9836"/>
                  </a:lnTo>
                  <a:lnTo>
                    <a:pt x="175409" y="9836"/>
                  </a:lnTo>
                  <a:lnTo>
                    <a:pt x="175409" y="8197"/>
                  </a:lnTo>
                  <a:lnTo>
                    <a:pt x="177048" y="8197"/>
                  </a:lnTo>
                  <a:lnTo>
                    <a:pt x="177048" y="8197"/>
                  </a:lnTo>
                  <a:lnTo>
                    <a:pt x="177048" y="8197"/>
                  </a:lnTo>
                  <a:lnTo>
                    <a:pt x="177048" y="8197"/>
                  </a:lnTo>
                  <a:lnTo>
                    <a:pt x="177048" y="6557"/>
                  </a:lnTo>
                  <a:lnTo>
                    <a:pt x="177048" y="6557"/>
                  </a:lnTo>
                  <a:lnTo>
                    <a:pt x="177048" y="6557"/>
                  </a:lnTo>
                  <a:lnTo>
                    <a:pt x="177048" y="6557"/>
                  </a:lnTo>
                  <a:lnTo>
                    <a:pt x="177048" y="6557"/>
                  </a:lnTo>
                  <a:lnTo>
                    <a:pt x="177048" y="6557"/>
                  </a:lnTo>
                  <a:lnTo>
                    <a:pt x="177048" y="4918"/>
                  </a:lnTo>
                  <a:lnTo>
                    <a:pt x="177048" y="4918"/>
                  </a:lnTo>
                  <a:lnTo>
                    <a:pt x="177048" y="4918"/>
                  </a:lnTo>
                  <a:lnTo>
                    <a:pt x="177048" y="4918"/>
                  </a:lnTo>
                  <a:lnTo>
                    <a:pt x="178688" y="4918"/>
                  </a:lnTo>
                  <a:lnTo>
                    <a:pt x="178688" y="4918"/>
                  </a:lnTo>
                  <a:lnTo>
                    <a:pt x="178688" y="4918"/>
                  </a:lnTo>
                  <a:lnTo>
                    <a:pt x="178688" y="4918"/>
                  </a:lnTo>
                  <a:lnTo>
                    <a:pt x="178688" y="4918"/>
                  </a:lnTo>
                  <a:lnTo>
                    <a:pt x="178688" y="4918"/>
                  </a:lnTo>
                  <a:lnTo>
                    <a:pt x="180327" y="4918"/>
                  </a:lnTo>
                  <a:lnTo>
                    <a:pt x="180327" y="4918"/>
                  </a:lnTo>
                  <a:lnTo>
                    <a:pt x="180327" y="4918"/>
                  </a:lnTo>
                  <a:lnTo>
                    <a:pt x="181966" y="4918"/>
                  </a:lnTo>
                  <a:lnTo>
                    <a:pt x="181966" y="4918"/>
                  </a:lnTo>
                  <a:lnTo>
                    <a:pt x="181966" y="4918"/>
                  </a:lnTo>
                  <a:lnTo>
                    <a:pt x="181966" y="4918"/>
                  </a:lnTo>
                  <a:lnTo>
                    <a:pt x="181966" y="6557"/>
                  </a:lnTo>
                  <a:lnTo>
                    <a:pt x="181966" y="6557"/>
                  </a:lnTo>
                  <a:lnTo>
                    <a:pt x="181966" y="6557"/>
                  </a:lnTo>
                  <a:lnTo>
                    <a:pt x="181966" y="6557"/>
                  </a:lnTo>
                  <a:lnTo>
                    <a:pt x="183605" y="6557"/>
                  </a:lnTo>
                  <a:lnTo>
                    <a:pt x="183605" y="6557"/>
                  </a:lnTo>
                  <a:lnTo>
                    <a:pt x="183605" y="6557"/>
                  </a:lnTo>
                  <a:lnTo>
                    <a:pt x="183605" y="6557"/>
                  </a:lnTo>
                  <a:lnTo>
                    <a:pt x="185245" y="6557"/>
                  </a:lnTo>
                  <a:lnTo>
                    <a:pt x="185245" y="6557"/>
                  </a:lnTo>
                  <a:lnTo>
                    <a:pt x="185245" y="6557"/>
                  </a:lnTo>
                  <a:lnTo>
                    <a:pt x="185245" y="6557"/>
                  </a:lnTo>
                  <a:lnTo>
                    <a:pt x="185245" y="6557"/>
                  </a:lnTo>
                  <a:lnTo>
                    <a:pt x="185245" y="6557"/>
                  </a:lnTo>
                  <a:lnTo>
                    <a:pt x="186884" y="6557"/>
                  </a:lnTo>
                  <a:lnTo>
                    <a:pt x="186884" y="6557"/>
                  </a:lnTo>
                  <a:lnTo>
                    <a:pt x="188524" y="6557"/>
                  </a:lnTo>
                  <a:lnTo>
                    <a:pt x="188524" y="6557"/>
                  </a:lnTo>
                  <a:lnTo>
                    <a:pt x="190163" y="6557"/>
                  </a:lnTo>
                  <a:lnTo>
                    <a:pt x="190163" y="6557"/>
                  </a:lnTo>
                  <a:lnTo>
                    <a:pt x="190163" y="6557"/>
                  </a:lnTo>
                  <a:lnTo>
                    <a:pt x="191802" y="6557"/>
                  </a:lnTo>
                  <a:lnTo>
                    <a:pt x="191802" y="6557"/>
                  </a:lnTo>
                  <a:lnTo>
                    <a:pt x="193442" y="6557"/>
                  </a:lnTo>
                  <a:lnTo>
                    <a:pt x="195081" y="8197"/>
                  </a:lnTo>
                  <a:lnTo>
                    <a:pt x="195081" y="8197"/>
                  </a:lnTo>
                  <a:lnTo>
                    <a:pt x="196720" y="9836"/>
                  </a:lnTo>
                  <a:lnTo>
                    <a:pt x="198360" y="9836"/>
                  </a:lnTo>
                  <a:lnTo>
                    <a:pt x="199999" y="11475"/>
                  </a:lnTo>
                  <a:lnTo>
                    <a:pt x="201638" y="11475"/>
                  </a:lnTo>
                  <a:lnTo>
                    <a:pt x="201638" y="13115"/>
                  </a:lnTo>
                  <a:lnTo>
                    <a:pt x="201638" y="14754"/>
                  </a:lnTo>
                  <a:lnTo>
                    <a:pt x="203278" y="16393"/>
                  </a:lnTo>
                  <a:lnTo>
                    <a:pt x="203278" y="18033"/>
                  </a:lnTo>
                  <a:lnTo>
                    <a:pt x="203278" y="18033"/>
                  </a:lnTo>
                  <a:lnTo>
                    <a:pt x="204917" y="19672"/>
                  </a:lnTo>
                  <a:lnTo>
                    <a:pt x="204917" y="21311"/>
                  </a:lnTo>
                  <a:lnTo>
                    <a:pt x="206557" y="21311"/>
                  </a:lnTo>
                  <a:lnTo>
                    <a:pt x="206557" y="22951"/>
                  </a:lnTo>
                  <a:lnTo>
                    <a:pt x="208195" y="24590"/>
                  </a:lnTo>
                  <a:lnTo>
                    <a:pt x="208195" y="26229"/>
                  </a:lnTo>
                  <a:lnTo>
                    <a:pt x="209835" y="27869"/>
                  </a:lnTo>
                  <a:lnTo>
                    <a:pt x="209835" y="29508"/>
                  </a:lnTo>
                  <a:lnTo>
                    <a:pt x="209835" y="29508"/>
                  </a:lnTo>
                  <a:lnTo>
                    <a:pt x="211474" y="31147"/>
                  </a:lnTo>
                  <a:lnTo>
                    <a:pt x="213114" y="32787"/>
                  </a:lnTo>
                  <a:lnTo>
                    <a:pt x="213114" y="34426"/>
                  </a:lnTo>
                  <a:lnTo>
                    <a:pt x="213114" y="36065"/>
                  </a:lnTo>
                  <a:lnTo>
                    <a:pt x="213114" y="37705"/>
                  </a:lnTo>
                  <a:lnTo>
                    <a:pt x="213114" y="37705"/>
                  </a:lnTo>
                  <a:lnTo>
                    <a:pt x="214753" y="40983"/>
                  </a:lnTo>
                  <a:lnTo>
                    <a:pt x="214753" y="42623"/>
                  </a:lnTo>
                  <a:lnTo>
                    <a:pt x="214753" y="44262"/>
                  </a:lnTo>
                  <a:lnTo>
                    <a:pt x="214753" y="45901"/>
                  </a:lnTo>
                  <a:lnTo>
                    <a:pt x="213114" y="45901"/>
                  </a:lnTo>
                  <a:lnTo>
                    <a:pt x="213114" y="47541"/>
                  </a:lnTo>
                  <a:lnTo>
                    <a:pt x="213114" y="49180"/>
                  </a:lnTo>
                  <a:lnTo>
                    <a:pt x="213114" y="50820"/>
                  </a:lnTo>
                  <a:lnTo>
                    <a:pt x="211474" y="52459"/>
                  </a:lnTo>
                  <a:lnTo>
                    <a:pt x="211474" y="52459"/>
                  </a:lnTo>
                  <a:lnTo>
                    <a:pt x="211474" y="54098"/>
                  </a:lnTo>
                  <a:lnTo>
                    <a:pt x="211474" y="54098"/>
                  </a:lnTo>
                  <a:lnTo>
                    <a:pt x="209835" y="55737"/>
                  </a:lnTo>
                  <a:lnTo>
                    <a:pt x="209835" y="57377"/>
                  </a:lnTo>
                  <a:lnTo>
                    <a:pt x="209835" y="59016"/>
                  </a:lnTo>
                  <a:lnTo>
                    <a:pt x="211474" y="60655"/>
                  </a:lnTo>
                  <a:lnTo>
                    <a:pt x="211474" y="60655"/>
                  </a:lnTo>
                  <a:lnTo>
                    <a:pt x="209835" y="62295"/>
                  </a:lnTo>
                  <a:lnTo>
                    <a:pt x="209835" y="62295"/>
                  </a:lnTo>
                  <a:lnTo>
                    <a:pt x="209835" y="62295"/>
                  </a:lnTo>
                  <a:lnTo>
                    <a:pt x="209835" y="62295"/>
                  </a:lnTo>
                  <a:lnTo>
                    <a:pt x="209835" y="62295"/>
                  </a:lnTo>
                  <a:lnTo>
                    <a:pt x="209835" y="63934"/>
                  </a:lnTo>
                  <a:lnTo>
                    <a:pt x="209835" y="63934"/>
                  </a:lnTo>
                  <a:lnTo>
                    <a:pt x="209835" y="63934"/>
                  </a:lnTo>
                  <a:lnTo>
                    <a:pt x="209835" y="63934"/>
                  </a:lnTo>
                  <a:lnTo>
                    <a:pt x="209835" y="63934"/>
                  </a:lnTo>
                  <a:lnTo>
                    <a:pt x="209835" y="63934"/>
                  </a:lnTo>
                  <a:lnTo>
                    <a:pt x="209835" y="65573"/>
                  </a:lnTo>
                  <a:lnTo>
                    <a:pt x="209835" y="65573"/>
                  </a:lnTo>
                  <a:lnTo>
                    <a:pt x="209835" y="65573"/>
                  </a:lnTo>
                  <a:lnTo>
                    <a:pt x="211474" y="65573"/>
                  </a:lnTo>
                  <a:lnTo>
                    <a:pt x="211474" y="67213"/>
                  </a:lnTo>
                  <a:lnTo>
                    <a:pt x="213114" y="68852"/>
                  </a:lnTo>
                  <a:lnTo>
                    <a:pt x="213114" y="70492"/>
                  </a:lnTo>
                  <a:lnTo>
                    <a:pt x="214753" y="70492"/>
                  </a:lnTo>
                  <a:lnTo>
                    <a:pt x="214753" y="72131"/>
                  </a:lnTo>
                  <a:lnTo>
                    <a:pt x="216392" y="73770"/>
                  </a:lnTo>
                  <a:lnTo>
                    <a:pt x="218032" y="73770"/>
                  </a:lnTo>
                  <a:lnTo>
                    <a:pt x="219671" y="75410"/>
                  </a:lnTo>
                  <a:lnTo>
                    <a:pt x="219671" y="73770"/>
                  </a:lnTo>
                  <a:lnTo>
                    <a:pt x="221310" y="73770"/>
                  </a:lnTo>
                  <a:lnTo>
                    <a:pt x="221310" y="73770"/>
                  </a:lnTo>
                  <a:lnTo>
                    <a:pt x="221310" y="73770"/>
                  </a:lnTo>
                  <a:lnTo>
                    <a:pt x="222950" y="73770"/>
                  </a:lnTo>
                  <a:lnTo>
                    <a:pt x="222950" y="75410"/>
                  </a:lnTo>
                  <a:lnTo>
                    <a:pt x="224589" y="75410"/>
                  </a:lnTo>
                  <a:lnTo>
                    <a:pt x="224589" y="77049"/>
                  </a:lnTo>
                  <a:lnTo>
                    <a:pt x="226228" y="77049"/>
                  </a:lnTo>
                  <a:lnTo>
                    <a:pt x="227868" y="77049"/>
                  </a:lnTo>
                  <a:lnTo>
                    <a:pt x="229507" y="77049"/>
                  </a:lnTo>
                  <a:lnTo>
                    <a:pt x="231147" y="77049"/>
                  </a:lnTo>
                  <a:lnTo>
                    <a:pt x="232786" y="77049"/>
                  </a:lnTo>
                  <a:lnTo>
                    <a:pt x="232786" y="77049"/>
                  </a:lnTo>
                  <a:lnTo>
                    <a:pt x="234425" y="77049"/>
                  </a:lnTo>
                  <a:lnTo>
                    <a:pt x="234425" y="77049"/>
                  </a:lnTo>
                  <a:lnTo>
                    <a:pt x="236064" y="77049"/>
                  </a:lnTo>
                  <a:lnTo>
                    <a:pt x="239343" y="75410"/>
                  </a:lnTo>
                  <a:lnTo>
                    <a:pt x="240982" y="75410"/>
                  </a:lnTo>
                  <a:lnTo>
                    <a:pt x="242622" y="73770"/>
                  </a:lnTo>
                  <a:lnTo>
                    <a:pt x="242622" y="73770"/>
                  </a:lnTo>
                  <a:lnTo>
                    <a:pt x="242622" y="73770"/>
                  </a:lnTo>
                  <a:lnTo>
                    <a:pt x="242622" y="72131"/>
                  </a:lnTo>
                  <a:lnTo>
                    <a:pt x="242622" y="70492"/>
                  </a:lnTo>
                  <a:lnTo>
                    <a:pt x="244261" y="70492"/>
                  </a:lnTo>
                  <a:lnTo>
                    <a:pt x="244261" y="68852"/>
                  </a:lnTo>
                  <a:lnTo>
                    <a:pt x="244261" y="68852"/>
                  </a:lnTo>
                  <a:lnTo>
                    <a:pt x="245901" y="68852"/>
                  </a:lnTo>
                  <a:lnTo>
                    <a:pt x="245901" y="68852"/>
                  </a:lnTo>
                  <a:lnTo>
                    <a:pt x="245901" y="68852"/>
                  </a:lnTo>
                  <a:lnTo>
                    <a:pt x="249179" y="68852"/>
                  </a:lnTo>
                  <a:lnTo>
                    <a:pt x="250818" y="68852"/>
                  </a:lnTo>
                  <a:lnTo>
                    <a:pt x="252458" y="70492"/>
                  </a:lnTo>
                  <a:lnTo>
                    <a:pt x="252458" y="72131"/>
                  </a:lnTo>
                  <a:lnTo>
                    <a:pt x="254097" y="72131"/>
                  </a:lnTo>
                  <a:lnTo>
                    <a:pt x="252458" y="73770"/>
                  </a:lnTo>
                  <a:lnTo>
                    <a:pt x="252458" y="73770"/>
                  </a:lnTo>
                  <a:lnTo>
                    <a:pt x="250818" y="73770"/>
                  </a:lnTo>
                  <a:lnTo>
                    <a:pt x="250818" y="73770"/>
                  </a:lnTo>
                  <a:lnTo>
                    <a:pt x="250818" y="75410"/>
                  </a:lnTo>
                  <a:lnTo>
                    <a:pt x="250818" y="75410"/>
                  </a:lnTo>
                  <a:lnTo>
                    <a:pt x="252458" y="77049"/>
                  </a:lnTo>
                  <a:lnTo>
                    <a:pt x="252458" y="77049"/>
                  </a:lnTo>
                  <a:lnTo>
                    <a:pt x="252458" y="78688"/>
                  </a:lnTo>
                  <a:lnTo>
                    <a:pt x="254097" y="80327"/>
                  </a:lnTo>
                  <a:lnTo>
                    <a:pt x="255737" y="81967"/>
                  </a:lnTo>
                  <a:lnTo>
                    <a:pt x="257376" y="83606"/>
                  </a:lnTo>
                  <a:lnTo>
                    <a:pt x="257376" y="83606"/>
                  </a:lnTo>
                  <a:lnTo>
                    <a:pt x="259015" y="85245"/>
                  </a:lnTo>
                  <a:lnTo>
                    <a:pt x="259015" y="85245"/>
                  </a:lnTo>
                  <a:lnTo>
                    <a:pt x="260654" y="86885"/>
                  </a:lnTo>
                  <a:lnTo>
                    <a:pt x="260654" y="86885"/>
                  </a:lnTo>
                  <a:lnTo>
                    <a:pt x="260654" y="88524"/>
                  </a:lnTo>
                  <a:lnTo>
                    <a:pt x="260654" y="88524"/>
                  </a:lnTo>
                  <a:lnTo>
                    <a:pt x="260654" y="90164"/>
                  </a:lnTo>
                  <a:lnTo>
                    <a:pt x="260654" y="90164"/>
                  </a:lnTo>
                  <a:lnTo>
                    <a:pt x="260654" y="90164"/>
                  </a:lnTo>
                  <a:lnTo>
                    <a:pt x="260654" y="91803"/>
                  </a:lnTo>
                  <a:lnTo>
                    <a:pt x="260654" y="91803"/>
                  </a:lnTo>
                  <a:lnTo>
                    <a:pt x="259015" y="91803"/>
                  </a:lnTo>
                  <a:lnTo>
                    <a:pt x="257376" y="91803"/>
                  </a:lnTo>
                  <a:lnTo>
                    <a:pt x="255737" y="91803"/>
                  </a:lnTo>
                  <a:lnTo>
                    <a:pt x="254097" y="91803"/>
                  </a:lnTo>
                  <a:lnTo>
                    <a:pt x="252458" y="90164"/>
                  </a:lnTo>
                  <a:lnTo>
                    <a:pt x="252458" y="90164"/>
                  </a:lnTo>
                  <a:lnTo>
                    <a:pt x="250818" y="91803"/>
                  </a:lnTo>
                  <a:lnTo>
                    <a:pt x="250818" y="91803"/>
                  </a:lnTo>
                  <a:lnTo>
                    <a:pt x="249179" y="91803"/>
                  </a:lnTo>
                  <a:lnTo>
                    <a:pt x="247540" y="93442"/>
                  </a:lnTo>
                  <a:lnTo>
                    <a:pt x="245901" y="93442"/>
                  </a:lnTo>
                  <a:lnTo>
                    <a:pt x="244261" y="93442"/>
                  </a:lnTo>
                  <a:lnTo>
                    <a:pt x="242622" y="93442"/>
                  </a:lnTo>
                  <a:lnTo>
                    <a:pt x="242622" y="93442"/>
                  </a:lnTo>
                  <a:lnTo>
                    <a:pt x="240982" y="93442"/>
                  </a:lnTo>
                  <a:lnTo>
                    <a:pt x="240982" y="93442"/>
                  </a:lnTo>
                  <a:lnTo>
                    <a:pt x="239343" y="93442"/>
                  </a:lnTo>
                  <a:lnTo>
                    <a:pt x="237704" y="93442"/>
                  </a:lnTo>
                  <a:lnTo>
                    <a:pt x="237704" y="95082"/>
                  </a:lnTo>
                  <a:lnTo>
                    <a:pt x="236064" y="95082"/>
                  </a:lnTo>
                  <a:lnTo>
                    <a:pt x="236064" y="98360"/>
                  </a:lnTo>
                  <a:lnTo>
                    <a:pt x="234425" y="98360"/>
                  </a:lnTo>
                  <a:lnTo>
                    <a:pt x="234425" y="98360"/>
                  </a:lnTo>
                  <a:lnTo>
                    <a:pt x="234425" y="98360"/>
                  </a:lnTo>
                  <a:lnTo>
                    <a:pt x="234425" y="100000"/>
                  </a:lnTo>
                  <a:lnTo>
                    <a:pt x="234425" y="101639"/>
                  </a:lnTo>
                  <a:lnTo>
                    <a:pt x="234425" y="101639"/>
                  </a:lnTo>
                  <a:lnTo>
                    <a:pt x="234425" y="103278"/>
                  </a:lnTo>
                  <a:lnTo>
                    <a:pt x="234425" y="103278"/>
                  </a:lnTo>
                  <a:lnTo>
                    <a:pt x="234425" y="104917"/>
                  </a:lnTo>
                  <a:lnTo>
                    <a:pt x="234425" y="104917"/>
                  </a:lnTo>
                  <a:lnTo>
                    <a:pt x="232786" y="106557"/>
                  </a:lnTo>
                  <a:lnTo>
                    <a:pt x="232786" y="106557"/>
                  </a:lnTo>
                  <a:lnTo>
                    <a:pt x="232786" y="108196"/>
                  </a:lnTo>
                  <a:lnTo>
                    <a:pt x="232786" y="108196"/>
                  </a:lnTo>
                  <a:lnTo>
                    <a:pt x="232786" y="109836"/>
                  </a:lnTo>
                  <a:lnTo>
                    <a:pt x="232786" y="109836"/>
                  </a:lnTo>
                  <a:lnTo>
                    <a:pt x="232786" y="111475"/>
                  </a:lnTo>
                  <a:lnTo>
                    <a:pt x="232786" y="113114"/>
                  </a:lnTo>
                  <a:lnTo>
                    <a:pt x="231147" y="113114"/>
                  </a:lnTo>
                  <a:lnTo>
                    <a:pt x="231147" y="114754"/>
                  </a:lnTo>
                  <a:lnTo>
                    <a:pt x="231147" y="116393"/>
                  </a:lnTo>
                  <a:lnTo>
                    <a:pt x="229507" y="116393"/>
                  </a:lnTo>
                  <a:lnTo>
                    <a:pt x="229507" y="116393"/>
                  </a:lnTo>
                  <a:lnTo>
                    <a:pt x="229507" y="116393"/>
                  </a:lnTo>
                  <a:lnTo>
                    <a:pt x="227868" y="116393"/>
                  </a:lnTo>
                  <a:lnTo>
                    <a:pt x="227868" y="114754"/>
                  </a:lnTo>
                  <a:lnTo>
                    <a:pt x="226228" y="114754"/>
                  </a:lnTo>
                  <a:lnTo>
                    <a:pt x="226228" y="114754"/>
                  </a:lnTo>
                  <a:lnTo>
                    <a:pt x="226228" y="114754"/>
                  </a:lnTo>
                  <a:lnTo>
                    <a:pt x="224589" y="113114"/>
                  </a:lnTo>
                  <a:lnTo>
                    <a:pt x="224589" y="113114"/>
                  </a:lnTo>
                  <a:lnTo>
                    <a:pt x="226228" y="111475"/>
                  </a:lnTo>
                  <a:lnTo>
                    <a:pt x="226228" y="111475"/>
                  </a:lnTo>
                  <a:lnTo>
                    <a:pt x="226228" y="109836"/>
                  </a:lnTo>
                  <a:lnTo>
                    <a:pt x="226228" y="108196"/>
                  </a:lnTo>
                  <a:lnTo>
                    <a:pt x="227868" y="108196"/>
                  </a:lnTo>
                  <a:lnTo>
                    <a:pt x="227868" y="106557"/>
                  </a:lnTo>
                  <a:lnTo>
                    <a:pt x="227868" y="104917"/>
                  </a:lnTo>
                  <a:lnTo>
                    <a:pt x="229507" y="103278"/>
                  </a:lnTo>
                  <a:lnTo>
                    <a:pt x="229507" y="101639"/>
                  </a:lnTo>
                  <a:lnTo>
                    <a:pt x="229507" y="101639"/>
                  </a:lnTo>
                  <a:lnTo>
                    <a:pt x="229507" y="100000"/>
                  </a:lnTo>
                  <a:lnTo>
                    <a:pt x="231147" y="98360"/>
                  </a:lnTo>
                  <a:lnTo>
                    <a:pt x="231147" y="98360"/>
                  </a:lnTo>
                  <a:lnTo>
                    <a:pt x="232786" y="96721"/>
                  </a:lnTo>
                  <a:lnTo>
                    <a:pt x="232786" y="95082"/>
                  </a:lnTo>
                  <a:lnTo>
                    <a:pt x="232786" y="95082"/>
                  </a:lnTo>
                  <a:lnTo>
                    <a:pt x="234425" y="93442"/>
                  </a:lnTo>
                  <a:lnTo>
                    <a:pt x="234425" y="91803"/>
                  </a:lnTo>
                  <a:lnTo>
                    <a:pt x="236064" y="91803"/>
                  </a:lnTo>
                  <a:lnTo>
                    <a:pt x="236064" y="91803"/>
                  </a:lnTo>
                  <a:lnTo>
                    <a:pt x="236064" y="90164"/>
                  </a:lnTo>
                  <a:lnTo>
                    <a:pt x="237704" y="90164"/>
                  </a:lnTo>
                  <a:lnTo>
                    <a:pt x="237704" y="90164"/>
                  </a:lnTo>
                  <a:lnTo>
                    <a:pt x="239343" y="90164"/>
                  </a:lnTo>
                  <a:lnTo>
                    <a:pt x="240982" y="90164"/>
                  </a:lnTo>
                  <a:lnTo>
                    <a:pt x="240982" y="90164"/>
                  </a:lnTo>
                  <a:lnTo>
                    <a:pt x="242622" y="90164"/>
                  </a:lnTo>
                  <a:lnTo>
                    <a:pt x="244261" y="90164"/>
                  </a:lnTo>
                  <a:lnTo>
                    <a:pt x="245901" y="90164"/>
                  </a:lnTo>
                  <a:lnTo>
                    <a:pt x="245901" y="88524"/>
                  </a:lnTo>
                  <a:lnTo>
                    <a:pt x="247540" y="88524"/>
                  </a:lnTo>
                  <a:lnTo>
                    <a:pt x="249179" y="86885"/>
                  </a:lnTo>
                  <a:lnTo>
                    <a:pt x="249179" y="86885"/>
                  </a:lnTo>
                  <a:lnTo>
                    <a:pt x="250818" y="85245"/>
                  </a:lnTo>
                  <a:lnTo>
                    <a:pt x="250818" y="83606"/>
                  </a:lnTo>
                  <a:lnTo>
                    <a:pt x="249179" y="83606"/>
                  </a:lnTo>
                  <a:lnTo>
                    <a:pt x="249179" y="81967"/>
                  </a:lnTo>
                  <a:lnTo>
                    <a:pt x="249179" y="81967"/>
                  </a:lnTo>
                  <a:lnTo>
                    <a:pt x="247540" y="80327"/>
                  </a:lnTo>
                  <a:lnTo>
                    <a:pt x="245901" y="78688"/>
                  </a:lnTo>
                  <a:lnTo>
                    <a:pt x="245901" y="78688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59" name="Freeform 4558">
              <a:extLst>
                <a:ext uri="{FF2B5EF4-FFF2-40B4-BE49-F238E27FC236}">
                  <a16:creationId xmlns:a16="http://schemas.microsoft.com/office/drawing/2014/main" id="{455D3596-DBF4-F546-8C2F-8E081851E28B}"/>
                </a:ext>
              </a:extLst>
            </p:cNvPr>
            <p:cNvSpPr/>
            <p:nvPr/>
          </p:nvSpPr>
          <p:spPr>
            <a:xfrm>
              <a:off x="7023864" y="2047693"/>
              <a:ext cx="318031" cy="460653"/>
            </a:xfrm>
            <a:custGeom>
              <a:avLst/>
              <a:gdLst>
                <a:gd name="connsiteX0" fmla="*/ 6557 w 318031"/>
                <a:gd name="connsiteY0" fmla="*/ 103278 h 460653"/>
                <a:gd name="connsiteX1" fmla="*/ 9836 w 318031"/>
                <a:gd name="connsiteY1" fmla="*/ 100000 h 460653"/>
                <a:gd name="connsiteX2" fmla="*/ 8197 w 318031"/>
                <a:gd name="connsiteY2" fmla="*/ 96721 h 460653"/>
                <a:gd name="connsiteX3" fmla="*/ 11475 w 318031"/>
                <a:gd name="connsiteY3" fmla="*/ 100000 h 460653"/>
                <a:gd name="connsiteX4" fmla="*/ 13114 w 318031"/>
                <a:gd name="connsiteY4" fmla="*/ 96721 h 460653"/>
                <a:gd name="connsiteX5" fmla="*/ 14754 w 318031"/>
                <a:gd name="connsiteY5" fmla="*/ 91803 h 460653"/>
                <a:gd name="connsiteX6" fmla="*/ 16393 w 318031"/>
                <a:gd name="connsiteY6" fmla="*/ 88524 h 460653"/>
                <a:gd name="connsiteX7" fmla="*/ 16393 w 318031"/>
                <a:gd name="connsiteY7" fmla="*/ 83606 h 460653"/>
                <a:gd name="connsiteX8" fmla="*/ 18033 w 318031"/>
                <a:gd name="connsiteY8" fmla="*/ 80328 h 460653"/>
                <a:gd name="connsiteX9" fmla="*/ 19672 w 318031"/>
                <a:gd name="connsiteY9" fmla="*/ 77049 h 460653"/>
                <a:gd name="connsiteX10" fmla="*/ 21311 w 318031"/>
                <a:gd name="connsiteY10" fmla="*/ 72131 h 460653"/>
                <a:gd name="connsiteX11" fmla="*/ 21311 w 318031"/>
                <a:gd name="connsiteY11" fmla="*/ 68852 h 460653"/>
                <a:gd name="connsiteX12" fmla="*/ 19672 w 318031"/>
                <a:gd name="connsiteY12" fmla="*/ 67213 h 460653"/>
                <a:gd name="connsiteX13" fmla="*/ 18033 w 318031"/>
                <a:gd name="connsiteY13" fmla="*/ 63934 h 460653"/>
                <a:gd name="connsiteX14" fmla="*/ 14754 w 318031"/>
                <a:gd name="connsiteY14" fmla="*/ 59016 h 460653"/>
                <a:gd name="connsiteX15" fmla="*/ 18033 w 318031"/>
                <a:gd name="connsiteY15" fmla="*/ 60656 h 460653"/>
                <a:gd name="connsiteX16" fmla="*/ 22951 w 318031"/>
                <a:gd name="connsiteY16" fmla="*/ 63934 h 460653"/>
                <a:gd name="connsiteX17" fmla="*/ 24590 w 318031"/>
                <a:gd name="connsiteY17" fmla="*/ 67213 h 460653"/>
                <a:gd name="connsiteX18" fmla="*/ 22951 w 318031"/>
                <a:gd name="connsiteY18" fmla="*/ 63934 h 460653"/>
                <a:gd name="connsiteX19" fmla="*/ 22951 w 318031"/>
                <a:gd name="connsiteY19" fmla="*/ 60656 h 460653"/>
                <a:gd name="connsiteX20" fmla="*/ 21311 w 318031"/>
                <a:gd name="connsiteY20" fmla="*/ 59016 h 460653"/>
                <a:gd name="connsiteX21" fmla="*/ 24590 w 318031"/>
                <a:gd name="connsiteY21" fmla="*/ 60656 h 460653"/>
                <a:gd name="connsiteX22" fmla="*/ 27868 w 318031"/>
                <a:gd name="connsiteY22" fmla="*/ 62295 h 460653"/>
                <a:gd name="connsiteX23" fmla="*/ 32787 w 318031"/>
                <a:gd name="connsiteY23" fmla="*/ 63934 h 460653"/>
                <a:gd name="connsiteX24" fmla="*/ 31147 w 318031"/>
                <a:gd name="connsiteY24" fmla="*/ 60656 h 460653"/>
                <a:gd name="connsiteX25" fmla="*/ 34426 w 318031"/>
                <a:gd name="connsiteY25" fmla="*/ 60656 h 460653"/>
                <a:gd name="connsiteX26" fmla="*/ 39344 w 318031"/>
                <a:gd name="connsiteY26" fmla="*/ 59016 h 460653"/>
                <a:gd name="connsiteX27" fmla="*/ 42623 w 318031"/>
                <a:gd name="connsiteY27" fmla="*/ 60656 h 460653"/>
                <a:gd name="connsiteX28" fmla="*/ 45901 w 318031"/>
                <a:gd name="connsiteY28" fmla="*/ 55738 h 460653"/>
                <a:gd name="connsiteX29" fmla="*/ 49180 w 318031"/>
                <a:gd name="connsiteY29" fmla="*/ 55738 h 460653"/>
                <a:gd name="connsiteX30" fmla="*/ 47541 w 318031"/>
                <a:gd name="connsiteY30" fmla="*/ 54098 h 460653"/>
                <a:gd name="connsiteX31" fmla="*/ 50820 w 318031"/>
                <a:gd name="connsiteY31" fmla="*/ 50820 h 460653"/>
                <a:gd name="connsiteX32" fmla="*/ 54098 w 318031"/>
                <a:gd name="connsiteY32" fmla="*/ 50820 h 460653"/>
                <a:gd name="connsiteX33" fmla="*/ 57377 w 318031"/>
                <a:gd name="connsiteY33" fmla="*/ 52459 h 460653"/>
                <a:gd name="connsiteX34" fmla="*/ 60655 w 318031"/>
                <a:gd name="connsiteY34" fmla="*/ 55738 h 460653"/>
                <a:gd name="connsiteX35" fmla="*/ 60655 w 318031"/>
                <a:gd name="connsiteY35" fmla="*/ 52459 h 460653"/>
                <a:gd name="connsiteX36" fmla="*/ 57377 w 318031"/>
                <a:gd name="connsiteY36" fmla="*/ 50820 h 460653"/>
                <a:gd name="connsiteX37" fmla="*/ 59016 w 318031"/>
                <a:gd name="connsiteY37" fmla="*/ 45901 h 460653"/>
                <a:gd name="connsiteX38" fmla="*/ 55737 w 318031"/>
                <a:gd name="connsiteY38" fmla="*/ 45901 h 460653"/>
                <a:gd name="connsiteX39" fmla="*/ 59016 w 318031"/>
                <a:gd name="connsiteY39" fmla="*/ 44262 h 460653"/>
                <a:gd name="connsiteX40" fmla="*/ 62295 w 318031"/>
                <a:gd name="connsiteY40" fmla="*/ 45901 h 460653"/>
                <a:gd name="connsiteX41" fmla="*/ 63934 w 318031"/>
                <a:gd name="connsiteY41" fmla="*/ 42623 h 460653"/>
                <a:gd name="connsiteX42" fmla="*/ 67213 w 318031"/>
                <a:gd name="connsiteY42" fmla="*/ 40983 h 460653"/>
                <a:gd name="connsiteX43" fmla="*/ 67213 w 318031"/>
                <a:gd name="connsiteY43" fmla="*/ 40983 h 460653"/>
                <a:gd name="connsiteX44" fmla="*/ 72131 w 318031"/>
                <a:gd name="connsiteY44" fmla="*/ 42623 h 460653"/>
                <a:gd name="connsiteX45" fmla="*/ 70491 w 318031"/>
                <a:gd name="connsiteY45" fmla="*/ 37705 h 460653"/>
                <a:gd name="connsiteX46" fmla="*/ 70491 w 318031"/>
                <a:gd name="connsiteY46" fmla="*/ 34426 h 460653"/>
                <a:gd name="connsiteX47" fmla="*/ 73770 w 318031"/>
                <a:gd name="connsiteY47" fmla="*/ 37705 h 460653"/>
                <a:gd name="connsiteX48" fmla="*/ 73770 w 318031"/>
                <a:gd name="connsiteY48" fmla="*/ 34426 h 460653"/>
                <a:gd name="connsiteX49" fmla="*/ 70491 w 318031"/>
                <a:gd name="connsiteY49" fmla="*/ 31148 h 460653"/>
                <a:gd name="connsiteX50" fmla="*/ 75410 w 318031"/>
                <a:gd name="connsiteY50" fmla="*/ 31148 h 460653"/>
                <a:gd name="connsiteX51" fmla="*/ 75410 w 318031"/>
                <a:gd name="connsiteY51" fmla="*/ 27869 h 460653"/>
                <a:gd name="connsiteX52" fmla="*/ 78688 w 318031"/>
                <a:gd name="connsiteY52" fmla="*/ 27869 h 460653"/>
                <a:gd name="connsiteX53" fmla="*/ 73770 w 318031"/>
                <a:gd name="connsiteY53" fmla="*/ 24590 h 460653"/>
                <a:gd name="connsiteX54" fmla="*/ 73770 w 318031"/>
                <a:gd name="connsiteY54" fmla="*/ 22951 h 460653"/>
                <a:gd name="connsiteX55" fmla="*/ 78688 w 318031"/>
                <a:gd name="connsiteY55" fmla="*/ 24590 h 460653"/>
                <a:gd name="connsiteX56" fmla="*/ 81967 w 318031"/>
                <a:gd name="connsiteY56" fmla="*/ 27869 h 460653"/>
                <a:gd name="connsiteX57" fmla="*/ 80327 w 318031"/>
                <a:gd name="connsiteY57" fmla="*/ 22951 h 460653"/>
                <a:gd name="connsiteX58" fmla="*/ 83606 w 318031"/>
                <a:gd name="connsiteY58" fmla="*/ 26229 h 460653"/>
                <a:gd name="connsiteX59" fmla="*/ 86885 w 318031"/>
                <a:gd name="connsiteY59" fmla="*/ 24590 h 460653"/>
                <a:gd name="connsiteX60" fmla="*/ 91803 w 318031"/>
                <a:gd name="connsiteY60" fmla="*/ 24590 h 460653"/>
                <a:gd name="connsiteX61" fmla="*/ 95081 w 318031"/>
                <a:gd name="connsiteY61" fmla="*/ 22951 h 460653"/>
                <a:gd name="connsiteX62" fmla="*/ 98360 w 318031"/>
                <a:gd name="connsiteY62" fmla="*/ 21311 h 460653"/>
                <a:gd name="connsiteX63" fmla="*/ 101639 w 318031"/>
                <a:gd name="connsiteY63" fmla="*/ 18033 h 460653"/>
                <a:gd name="connsiteX64" fmla="*/ 104917 w 318031"/>
                <a:gd name="connsiteY64" fmla="*/ 18033 h 460653"/>
                <a:gd name="connsiteX65" fmla="*/ 108196 w 318031"/>
                <a:gd name="connsiteY65" fmla="*/ 13115 h 460653"/>
                <a:gd name="connsiteX66" fmla="*/ 109835 w 318031"/>
                <a:gd name="connsiteY66" fmla="*/ 9836 h 460653"/>
                <a:gd name="connsiteX67" fmla="*/ 113114 w 318031"/>
                <a:gd name="connsiteY67" fmla="*/ 11476 h 460653"/>
                <a:gd name="connsiteX68" fmla="*/ 118032 w 318031"/>
                <a:gd name="connsiteY68" fmla="*/ 8197 h 460653"/>
                <a:gd name="connsiteX69" fmla="*/ 121311 w 318031"/>
                <a:gd name="connsiteY69" fmla="*/ 9836 h 460653"/>
                <a:gd name="connsiteX70" fmla="*/ 122950 w 318031"/>
                <a:gd name="connsiteY70" fmla="*/ 6557 h 460653"/>
                <a:gd name="connsiteX71" fmla="*/ 126229 w 318031"/>
                <a:gd name="connsiteY71" fmla="*/ 3279 h 460653"/>
                <a:gd name="connsiteX72" fmla="*/ 131147 w 318031"/>
                <a:gd name="connsiteY72" fmla="*/ 3279 h 460653"/>
                <a:gd name="connsiteX73" fmla="*/ 134425 w 318031"/>
                <a:gd name="connsiteY73" fmla="*/ 0 h 460653"/>
                <a:gd name="connsiteX74" fmla="*/ 137704 w 318031"/>
                <a:gd name="connsiteY74" fmla="*/ 1639 h 460653"/>
                <a:gd name="connsiteX75" fmla="*/ 140983 w 318031"/>
                <a:gd name="connsiteY75" fmla="*/ 1639 h 460653"/>
                <a:gd name="connsiteX76" fmla="*/ 145901 w 318031"/>
                <a:gd name="connsiteY76" fmla="*/ 3279 h 460653"/>
                <a:gd name="connsiteX77" fmla="*/ 149180 w 318031"/>
                <a:gd name="connsiteY77" fmla="*/ 6557 h 460653"/>
                <a:gd name="connsiteX78" fmla="*/ 154098 w 318031"/>
                <a:gd name="connsiteY78" fmla="*/ 8197 h 460653"/>
                <a:gd name="connsiteX79" fmla="*/ 154098 w 318031"/>
                <a:gd name="connsiteY79" fmla="*/ 8197 h 460653"/>
                <a:gd name="connsiteX80" fmla="*/ 157376 w 318031"/>
                <a:gd name="connsiteY80" fmla="*/ 9836 h 460653"/>
                <a:gd name="connsiteX81" fmla="*/ 160655 w 318031"/>
                <a:gd name="connsiteY81" fmla="*/ 11476 h 460653"/>
                <a:gd name="connsiteX82" fmla="*/ 165573 w 318031"/>
                <a:gd name="connsiteY82" fmla="*/ 11476 h 460653"/>
                <a:gd name="connsiteX83" fmla="*/ 168851 w 318031"/>
                <a:gd name="connsiteY83" fmla="*/ 13115 h 460653"/>
                <a:gd name="connsiteX84" fmla="*/ 173770 w 318031"/>
                <a:gd name="connsiteY84" fmla="*/ 13115 h 460653"/>
                <a:gd name="connsiteX85" fmla="*/ 177048 w 318031"/>
                <a:gd name="connsiteY85" fmla="*/ 9836 h 460653"/>
                <a:gd name="connsiteX86" fmla="*/ 177048 w 318031"/>
                <a:gd name="connsiteY86" fmla="*/ 6557 h 460653"/>
                <a:gd name="connsiteX87" fmla="*/ 181966 w 318031"/>
                <a:gd name="connsiteY87" fmla="*/ 6557 h 460653"/>
                <a:gd name="connsiteX88" fmla="*/ 185245 w 318031"/>
                <a:gd name="connsiteY88" fmla="*/ 8197 h 460653"/>
                <a:gd name="connsiteX89" fmla="*/ 188524 w 318031"/>
                <a:gd name="connsiteY89" fmla="*/ 8197 h 460653"/>
                <a:gd name="connsiteX90" fmla="*/ 193442 w 318031"/>
                <a:gd name="connsiteY90" fmla="*/ 8197 h 460653"/>
                <a:gd name="connsiteX91" fmla="*/ 196720 w 318031"/>
                <a:gd name="connsiteY91" fmla="*/ 8197 h 460653"/>
                <a:gd name="connsiteX92" fmla="*/ 199999 w 318031"/>
                <a:gd name="connsiteY92" fmla="*/ 9836 h 460653"/>
                <a:gd name="connsiteX93" fmla="*/ 201638 w 318031"/>
                <a:gd name="connsiteY93" fmla="*/ 13115 h 460653"/>
                <a:gd name="connsiteX94" fmla="*/ 204917 w 318031"/>
                <a:gd name="connsiteY94" fmla="*/ 18033 h 460653"/>
                <a:gd name="connsiteX95" fmla="*/ 206557 w 318031"/>
                <a:gd name="connsiteY95" fmla="*/ 21311 h 460653"/>
                <a:gd name="connsiteX96" fmla="*/ 203278 w 318031"/>
                <a:gd name="connsiteY96" fmla="*/ 24590 h 460653"/>
                <a:gd name="connsiteX97" fmla="*/ 204917 w 318031"/>
                <a:gd name="connsiteY97" fmla="*/ 27869 h 460653"/>
                <a:gd name="connsiteX98" fmla="*/ 208195 w 318031"/>
                <a:gd name="connsiteY98" fmla="*/ 32787 h 460653"/>
                <a:gd name="connsiteX99" fmla="*/ 208195 w 318031"/>
                <a:gd name="connsiteY99" fmla="*/ 36066 h 460653"/>
                <a:gd name="connsiteX100" fmla="*/ 208195 w 318031"/>
                <a:gd name="connsiteY100" fmla="*/ 39344 h 460653"/>
                <a:gd name="connsiteX101" fmla="*/ 209835 w 318031"/>
                <a:gd name="connsiteY101" fmla="*/ 44262 h 460653"/>
                <a:gd name="connsiteX102" fmla="*/ 208195 w 318031"/>
                <a:gd name="connsiteY102" fmla="*/ 45901 h 460653"/>
                <a:gd name="connsiteX103" fmla="*/ 208195 w 318031"/>
                <a:gd name="connsiteY103" fmla="*/ 50820 h 460653"/>
                <a:gd name="connsiteX104" fmla="*/ 206557 w 318031"/>
                <a:gd name="connsiteY104" fmla="*/ 54098 h 460653"/>
                <a:gd name="connsiteX105" fmla="*/ 204917 w 318031"/>
                <a:gd name="connsiteY105" fmla="*/ 57377 h 460653"/>
                <a:gd name="connsiteX106" fmla="*/ 201638 w 318031"/>
                <a:gd name="connsiteY106" fmla="*/ 60656 h 460653"/>
                <a:gd name="connsiteX107" fmla="*/ 201638 w 318031"/>
                <a:gd name="connsiteY107" fmla="*/ 65573 h 460653"/>
                <a:gd name="connsiteX108" fmla="*/ 201638 w 318031"/>
                <a:gd name="connsiteY108" fmla="*/ 68852 h 460653"/>
                <a:gd name="connsiteX109" fmla="*/ 201638 w 318031"/>
                <a:gd name="connsiteY109" fmla="*/ 68852 h 460653"/>
                <a:gd name="connsiteX110" fmla="*/ 204917 w 318031"/>
                <a:gd name="connsiteY110" fmla="*/ 70492 h 460653"/>
                <a:gd name="connsiteX111" fmla="*/ 208195 w 318031"/>
                <a:gd name="connsiteY111" fmla="*/ 72131 h 460653"/>
                <a:gd name="connsiteX112" fmla="*/ 213114 w 318031"/>
                <a:gd name="connsiteY112" fmla="*/ 73770 h 460653"/>
                <a:gd name="connsiteX113" fmla="*/ 216392 w 318031"/>
                <a:gd name="connsiteY113" fmla="*/ 75410 h 460653"/>
                <a:gd name="connsiteX114" fmla="*/ 219671 w 318031"/>
                <a:gd name="connsiteY114" fmla="*/ 77049 h 460653"/>
                <a:gd name="connsiteX115" fmla="*/ 216392 w 318031"/>
                <a:gd name="connsiteY115" fmla="*/ 78688 h 460653"/>
                <a:gd name="connsiteX116" fmla="*/ 213114 w 318031"/>
                <a:gd name="connsiteY116" fmla="*/ 78688 h 460653"/>
                <a:gd name="connsiteX117" fmla="*/ 209835 w 318031"/>
                <a:gd name="connsiteY117" fmla="*/ 78688 h 460653"/>
                <a:gd name="connsiteX118" fmla="*/ 204917 w 318031"/>
                <a:gd name="connsiteY118" fmla="*/ 77049 h 460653"/>
                <a:gd name="connsiteX119" fmla="*/ 201638 w 318031"/>
                <a:gd name="connsiteY119" fmla="*/ 77049 h 460653"/>
                <a:gd name="connsiteX120" fmla="*/ 198360 w 318031"/>
                <a:gd name="connsiteY120" fmla="*/ 75410 h 460653"/>
                <a:gd name="connsiteX121" fmla="*/ 195081 w 318031"/>
                <a:gd name="connsiteY121" fmla="*/ 73770 h 460653"/>
                <a:gd name="connsiteX122" fmla="*/ 190163 w 318031"/>
                <a:gd name="connsiteY122" fmla="*/ 73770 h 460653"/>
                <a:gd name="connsiteX123" fmla="*/ 186884 w 318031"/>
                <a:gd name="connsiteY123" fmla="*/ 75410 h 460653"/>
                <a:gd name="connsiteX124" fmla="*/ 183605 w 318031"/>
                <a:gd name="connsiteY124" fmla="*/ 75410 h 460653"/>
                <a:gd name="connsiteX125" fmla="*/ 178688 w 318031"/>
                <a:gd name="connsiteY125" fmla="*/ 75410 h 460653"/>
                <a:gd name="connsiteX126" fmla="*/ 175409 w 318031"/>
                <a:gd name="connsiteY126" fmla="*/ 77049 h 460653"/>
                <a:gd name="connsiteX127" fmla="*/ 172130 w 318031"/>
                <a:gd name="connsiteY127" fmla="*/ 75410 h 460653"/>
                <a:gd name="connsiteX128" fmla="*/ 167212 w 318031"/>
                <a:gd name="connsiteY128" fmla="*/ 73770 h 460653"/>
                <a:gd name="connsiteX129" fmla="*/ 163934 w 318031"/>
                <a:gd name="connsiteY129" fmla="*/ 77049 h 460653"/>
                <a:gd name="connsiteX130" fmla="*/ 160655 w 318031"/>
                <a:gd name="connsiteY130" fmla="*/ 77049 h 460653"/>
                <a:gd name="connsiteX131" fmla="*/ 157376 w 318031"/>
                <a:gd name="connsiteY131" fmla="*/ 77049 h 460653"/>
                <a:gd name="connsiteX132" fmla="*/ 154098 w 318031"/>
                <a:gd name="connsiteY132" fmla="*/ 81967 h 460653"/>
                <a:gd name="connsiteX133" fmla="*/ 154098 w 318031"/>
                <a:gd name="connsiteY133" fmla="*/ 85246 h 460653"/>
                <a:gd name="connsiteX134" fmla="*/ 152458 w 318031"/>
                <a:gd name="connsiteY134" fmla="*/ 88524 h 460653"/>
                <a:gd name="connsiteX135" fmla="*/ 149180 w 318031"/>
                <a:gd name="connsiteY135" fmla="*/ 91803 h 460653"/>
                <a:gd name="connsiteX136" fmla="*/ 145901 w 318031"/>
                <a:gd name="connsiteY136" fmla="*/ 95082 h 460653"/>
                <a:gd name="connsiteX137" fmla="*/ 147540 w 318031"/>
                <a:gd name="connsiteY137" fmla="*/ 98360 h 460653"/>
                <a:gd name="connsiteX138" fmla="*/ 150819 w 318031"/>
                <a:gd name="connsiteY138" fmla="*/ 101639 h 460653"/>
                <a:gd name="connsiteX139" fmla="*/ 154098 w 318031"/>
                <a:gd name="connsiteY139" fmla="*/ 103278 h 460653"/>
                <a:gd name="connsiteX140" fmla="*/ 157376 w 318031"/>
                <a:gd name="connsiteY140" fmla="*/ 106557 h 460653"/>
                <a:gd name="connsiteX141" fmla="*/ 162294 w 318031"/>
                <a:gd name="connsiteY141" fmla="*/ 109836 h 460653"/>
                <a:gd name="connsiteX142" fmla="*/ 165573 w 318031"/>
                <a:gd name="connsiteY142" fmla="*/ 109836 h 460653"/>
                <a:gd name="connsiteX143" fmla="*/ 168851 w 318031"/>
                <a:gd name="connsiteY143" fmla="*/ 113114 h 460653"/>
                <a:gd name="connsiteX144" fmla="*/ 165573 w 318031"/>
                <a:gd name="connsiteY144" fmla="*/ 113114 h 460653"/>
                <a:gd name="connsiteX145" fmla="*/ 162294 w 318031"/>
                <a:gd name="connsiteY145" fmla="*/ 111475 h 460653"/>
                <a:gd name="connsiteX146" fmla="*/ 159015 w 318031"/>
                <a:gd name="connsiteY146" fmla="*/ 113114 h 460653"/>
                <a:gd name="connsiteX147" fmla="*/ 154098 w 318031"/>
                <a:gd name="connsiteY147" fmla="*/ 114754 h 460653"/>
                <a:gd name="connsiteX148" fmla="*/ 150819 w 318031"/>
                <a:gd name="connsiteY148" fmla="*/ 113114 h 460653"/>
                <a:gd name="connsiteX149" fmla="*/ 147540 w 318031"/>
                <a:gd name="connsiteY149" fmla="*/ 109836 h 460653"/>
                <a:gd name="connsiteX150" fmla="*/ 144261 w 318031"/>
                <a:gd name="connsiteY150" fmla="*/ 108196 h 460653"/>
                <a:gd name="connsiteX151" fmla="*/ 139344 w 318031"/>
                <a:gd name="connsiteY151" fmla="*/ 108196 h 460653"/>
                <a:gd name="connsiteX152" fmla="*/ 136065 w 318031"/>
                <a:gd name="connsiteY152" fmla="*/ 108196 h 460653"/>
                <a:gd name="connsiteX153" fmla="*/ 132786 w 318031"/>
                <a:gd name="connsiteY153" fmla="*/ 108196 h 460653"/>
                <a:gd name="connsiteX154" fmla="*/ 127868 w 318031"/>
                <a:gd name="connsiteY154" fmla="*/ 108196 h 460653"/>
                <a:gd name="connsiteX155" fmla="*/ 124590 w 318031"/>
                <a:gd name="connsiteY155" fmla="*/ 108196 h 460653"/>
                <a:gd name="connsiteX156" fmla="*/ 122950 w 318031"/>
                <a:gd name="connsiteY156" fmla="*/ 113114 h 460653"/>
                <a:gd name="connsiteX157" fmla="*/ 124590 w 318031"/>
                <a:gd name="connsiteY157" fmla="*/ 116393 h 460653"/>
                <a:gd name="connsiteX158" fmla="*/ 124590 w 318031"/>
                <a:gd name="connsiteY158" fmla="*/ 119672 h 460653"/>
                <a:gd name="connsiteX159" fmla="*/ 129508 w 318031"/>
                <a:gd name="connsiteY159" fmla="*/ 121311 h 460653"/>
                <a:gd name="connsiteX160" fmla="*/ 132786 w 318031"/>
                <a:gd name="connsiteY160" fmla="*/ 122950 h 460653"/>
                <a:gd name="connsiteX161" fmla="*/ 136065 w 318031"/>
                <a:gd name="connsiteY161" fmla="*/ 122950 h 460653"/>
                <a:gd name="connsiteX162" fmla="*/ 140983 w 318031"/>
                <a:gd name="connsiteY162" fmla="*/ 122950 h 460653"/>
                <a:gd name="connsiteX163" fmla="*/ 144261 w 318031"/>
                <a:gd name="connsiteY163" fmla="*/ 124590 h 460653"/>
                <a:gd name="connsiteX164" fmla="*/ 147540 w 318031"/>
                <a:gd name="connsiteY164" fmla="*/ 127868 h 460653"/>
                <a:gd name="connsiteX165" fmla="*/ 149180 w 318031"/>
                <a:gd name="connsiteY165" fmla="*/ 131147 h 460653"/>
                <a:gd name="connsiteX166" fmla="*/ 152458 w 318031"/>
                <a:gd name="connsiteY166" fmla="*/ 136065 h 460653"/>
                <a:gd name="connsiteX167" fmla="*/ 155737 w 318031"/>
                <a:gd name="connsiteY167" fmla="*/ 139344 h 460653"/>
                <a:gd name="connsiteX168" fmla="*/ 157376 w 318031"/>
                <a:gd name="connsiteY168" fmla="*/ 144262 h 460653"/>
                <a:gd name="connsiteX169" fmla="*/ 159015 w 318031"/>
                <a:gd name="connsiteY169" fmla="*/ 147540 h 460653"/>
                <a:gd name="connsiteX170" fmla="*/ 162294 w 318031"/>
                <a:gd name="connsiteY170" fmla="*/ 150819 h 460653"/>
                <a:gd name="connsiteX171" fmla="*/ 165573 w 318031"/>
                <a:gd name="connsiteY171" fmla="*/ 154098 h 460653"/>
                <a:gd name="connsiteX172" fmla="*/ 165573 w 318031"/>
                <a:gd name="connsiteY172" fmla="*/ 154098 h 460653"/>
                <a:gd name="connsiteX173" fmla="*/ 168851 w 318031"/>
                <a:gd name="connsiteY173" fmla="*/ 157376 h 460653"/>
                <a:gd name="connsiteX174" fmla="*/ 170491 w 318031"/>
                <a:gd name="connsiteY174" fmla="*/ 160655 h 460653"/>
                <a:gd name="connsiteX175" fmla="*/ 170491 w 318031"/>
                <a:gd name="connsiteY175" fmla="*/ 165573 h 460653"/>
                <a:gd name="connsiteX176" fmla="*/ 170491 w 318031"/>
                <a:gd name="connsiteY176" fmla="*/ 168852 h 460653"/>
                <a:gd name="connsiteX177" fmla="*/ 173770 w 318031"/>
                <a:gd name="connsiteY177" fmla="*/ 172130 h 460653"/>
                <a:gd name="connsiteX178" fmla="*/ 177048 w 318031"/>
                <a:gd name="connsiteY178" fmla="*/ 172130 h 460653"/>
                <a:gd name="connsiteX179" fmla="*/ 180327 w 318031"/>
                <a:gd name="connsiteY179" fmla="*/ 172130 h 460653"/>
                <a:gd name="connsiteX180" fmla="*/ 185245 w 318031"/>
                <a:gd name="connsiteY180" fmla="*/ 170491 h 460653"/>
                <a:gd name="connsiteX181" fmla="*/ 186884 w 318031"/>
                <a:gd name="connsiteY181" fmla="*/ 175409 h 460653"/>
                <a:gd name="connsiteX182" fmla="*/ 190163 w 318031"/>
                <a:gd name="connsiteY182" fmla="*/ 178688 h 460653"/>
                <a:gd name="connsiteX183" fmla="*/ 191802 w 318031"/>
                <a:gd name="connsiteY183" fmla="*/ 181966 h 460653"/>
                <a:gd name="connsiteX184" fmla="*/ 195081 w 318031"/>
                <a:gd name="connsiteY184" fmla="*/ 185245 h 460653"/>
                <a:gd name="connsiteX185" fmla="*/ 199999 w 318031"/>
                <a:gd name="connsiteY185" fmla="*/ 185245 h 460653"/>
                <a:gd name="connsiteX186" fmla="*/ 203278 w 318031"/>
                <a:gd name="connsiteY186" fmla="*/ 183606 h 460653"/>
                <a:gd name="connsiteX187" fmla="*/ 206557 w 318031"/>
                <a:gd name="connsiteY187" fmla="*/ 185245 h 460653"/>
                <a:gd name="connsiteX188" fmla="*/ 211474 w 318031"/>
                <a:gd name="connsiteY188" fmla="*/ 186885 h 460653"/>
                <a:gd name="connsiteX189" fmla="*/ 214753 w 318031"/>
                <a:gd name="connsiteY189" fmla="*/ 186885 h 460653"/>
                <a:gd name="connsiteX190" fmla="*/ 218032 w 318031"/>
                <a:gd name="connsiteY190" fmla="*/ 186885 h 460653"/>
                <a:gd name="connsiteX191" fmla="*/ 222950 w 318031"/>
                <a:gd name="connsiteY191" fmla="*/ 190163 h 460653"/>
                <a:gd name="connsiteX192" fmla="*/ 226228 w 318031"/>
                <a:gd name="connsiteY192" fmla="*/ 191803 h 460653"/>
                <a:gd name="connsiteX193" fmla="*/ 224589 w 318031"/>
                <a:gd name="connsiteY193" fmla="*/ 195081 h 460653"/>
                <a:gd name="connsiteX194" fmla="*/ 221310 w 318031"/>
                <a:gd name="connsiteY194" fmla="*/ 193442 h 460653"/>
                <a:gd name="connsiteX195" fmla="*/ 224589 w 318031"/>
                <a:gd name="connsiteY195" fmla="*/ 196720 h 460653"/>
                <a:gd name="connsiteX196" fmla="*/ 226228 w 318031"/>
                <a:gd name="connsiteY196" fmla="*/ 199999 h 460653"/>
                <a:gd name="connsiteX197" fmla="*/ 224589 w 318031"/>
                <a:gd name="connsiteY197" fmla="*/ 204917 h 460653"/>
                <a:gd name="connsiteX198" fmla="*/ 224589 w 318031"/>
                <a:gd name="connsiteY198" fmla="*/ 208196 h 460653"/>
                <a:gd name="connsiteX199" fmla="*/ 222950 w 318031"/>
                <a:gd name="connsiteY199" fmla="*/ 211475 h 460653"/>
                <a:gd name="connsiteX200" fmla="*/ 219671 w 318031"/>
                <a:gd name="connsiteY200" fmla="*/ 214753 h 460653"/>
                <a:gd name="connsiteX201" fmla="*/ 219671 w 318031"/>
                <a:gd name="connsiteY201" fmla="*/ 218032 h 460653"/>
                <a:gd name="connsiteX202" fmla="*/ 221310 w 318031"/>
                <a:gd name="connsiteY202" fmla="*/ 222950 h 460653"/>
                <a:gd name="connsiteX203" fmla="*/ 224589 w 318031"/>
                <a:gd name="connsiteY203" fmla="*/ 226229 h 460653"/>
                <a:gd name="connsiteX204" fmla="*/ 224589 w 318031"/>
                <a:gd name="connsiteY204" fmla="*/ 229507 h 460653"/>
                <a:gd name="connsiteX205" fmla="*/ 224589 w 318031"/>
                <a:gd name="connsiteY205" fmla="*/ 234425 h 460653"/>
                <a:gd name="connsiteX206" fmla="*/ 226228 w 318031"/>
                <a:gd name="connsiteY206" fmla="*/ 234425 h 460653"/>
                <a:gd name="connsiteX207" fmla="*/ 229507 w 318031"/>
                <a:gd name="connsiteY207" fmla="*/ 237704 h 460653"/>
                <a:gd name="connsiteX208" fmla="*/ 231147 w 318031"/>
                <a:gd name="connsiteY208" fmla="*/ 240983 h 460653"/>
                <a:gd name="connsiteX209" fmla="*/ 232786 w 318031"/>
                <a:gd name="connsiteY209" fmla="*/ 245901 h 460653"/>
                <a:gd name="connsiteX210" fmla="*/ 236064 w 318031"/>
                <a:gd name="connsiteY210" fmla="*/ 247540 h 460653"/>
                <a:gd name="connsiteX211" fmla="*/ 239343 w 318031"/>
                <a:gd name="connsiteY211" fmla="*/ 252458 h 460653"/>
                <a:gd name="connsiteX212" fmla="*/ 240982 w 318031"/>
                <a:gd name="connsiteY212" fmla="*/ 255737 h 460653"/>
                <a:gd name="connsiteX213" fmla="*/ 242622 w 318031"/>
                <a:gd name="connsiteY213" fmla="*/ 259015 h 460653"/>
                <a:gd name="connsiteX214" fmla="*/ 244261 w 318031"/>
                <a:gd name="connsiteY214" fmla="*/ 263933 h 460653"/>
                <a:gd name="connsiteX215" fmla="*/ 245901 w 318031"/>
                <a:gd name="connsiteY215" fmla="*/ 265573 h 460653"/>
                <a:gd name="connsiteX216" fmla="*/ 247540 w 318031"/>
                <a:gd name="connsiteY216" fmla="*/ 268851 h 460653"/>
                <a:gd name="connsiteX217" fmla="*/ 245901 w 318031"/>
                <a:gd name="connsiteY217" fmla="*/ 272130 h 460653"/>
                <a:gd name="connsiteX218" fmla="*/ 247540 w 318031"/>
                <a:gd name="connsiteY218" fmla="*/ 277048 h 460653"/>
                <a:gd name="connsiteX219" fmla="*/ 247540 w 318031"/>
                <a:gd name="connsiteY219" fmla="*/ 280327 h 460653"/>
                <a:gd name="connsiteX220" fmla="*/ 245901 w 318031"/>
                <a:gd name="connsiteY220" fmla="*/ 283605 h 460653"/>
                <a:gd name="connsiteX221" fmla="*/ 244261 w 318031"/>
                <a:gd name="connsiteY221" fmla="*/ 288523 h 460653"/>
                <a:gd name="connsiteX222" fmla="*/ 244261 w 318031"/>
                <a:gd name="connsiteY222" fmla="*/ 291802 h 460653"/>
                <a:gd name="connsiteX223" fmla="*/ 244261 w 318031"/>
                <a:gd name="connsiteY223" fmla="*/ 295081 h 460653"/>
                <a:gd name="connsiteX224" fmla="*/ 244261 w 318031"/>
                <a:gd name="connsiteY224" fmla="*/ 296720 h 460653"/>
                <a:gd name="connsiteX225" fmla="*/ 245901 w 318031"/>
                <a:gd name="connsiteY225" fmla="*/ 299999 h 460653"/>
                <a:gd name="connsiteX226" fmla="*/ 247540 w 318031"/>
                <a:gd name="connsiteY226" fmla="*/ 304917 h 460653"/>
                <a:gd name="connsiteX227" fmla="*/ 249179 w 318031"/>
                <a:gd name="connsiteY227" fmla="*/ 308195 h 460653"/>
                <a:gd name="connsiteX228" fmla="*/ 250818 w 318031"/>
                <a:gd name="connsiteY228" fmla="*/ 309835 h 460653"/>
                <a:gd name="connsiteX229" fmla="*/ 250818 w 318031"/>
                <a:gd name="connsiteY229" fmla="*/ 311474 h 460653"/>
                <a:gd name="connsiteX230" fmla="*/ 254097 w 318031"/>
                <a:gd name="connsiteY230" fmla="*/ 313113 h 460653"/>
                <a:gd name="connsiteX231" fmla="*/ 254097 w 318031"/>
                <a:gd name="connsiteY231" fmla="*/ 308195 h 460653"/>
                <a:gd name="connsiteX232" fmla="*/ 257376 w 318031"/>
                <a:gd name="connsiteY232" fmla="*/ 309835 h 460653"/>
                <a:gd name="connsiteX233" fmla="*/ 260654 w 318031"/>
                <a:gd name="connsiteY233" fmla="*/ 309835 h 460653"/>
                <a:gd name="connsiteX234" fmla="*/ 263933 w 318031"/>
                <a:gd name="connsiteY234" fmla="*/ 309835 h 460653"/>
                <a:gd name="connsiteX235" fmla="*/ 267212 w 318031"/>
                <a:gd name="connsiteY235" fmla="*/ 311474 h 460653"/>
                <a:gd name="connsiteX236" fmla="*/ 272130 w 318031"/>
                <a:gd name="connsiteY236" fmla="*/ 311474 h 460653"/>
                <a:gd name="connsiteX237" fmla="*/ 275408 w 318031"/>
                <a:gd name="connsiteY237" fmla="*/ 313113 h 460653"/>
                <a:gd name="connsiteX238" fmla="*/ 275408 w 318031"/>
                <a:gd name="connsiteY238" fmla="*/ 316392 h 460653"/>
                <a:gd name="connsiteX239" fmla="*/ 275408 w 318031"/>
                <a:gd name="connsiteY239" fmla="*/ 319671 h 460653"/>
                <a:gd name="connsiteX240" fmla="*/ 277048 w 318031"/>
                <a:gd name="connsiteY240" fmla="*/ 324589 h 460653"/>
                <a:gd name="connsiteX241" fmla="*/ 280327 w 318031"/>
                <a:gd name="connsiteY241" fmla="*/ 324589 h 460653"/>
                <a:gd name="connsiteX242" fmla="*/ 280327 w 318031"/>
                <a:gd name="connsiteY242" fmla="*/ 327867 h 460653"/>
                <a:gd name="connsiteX243" fmla="*/ 283605 w 318031"/>
                <a:gd name="connsiteY243" fmla="*/ 329507 h 460653"/>
                <a:gd name="connsiteX244" fmla="*/ 280327 w 318031"/>
                <a:gd name="connsiteY244" fmla="*/ 327867 h 460653"/>
                <a:gd name="connsiteX245" fmla="*/ 277048 w 318031"/>
                <a:gd name="connsiteY245" fmla="*/ 329507 h 460653"/>
                <a:gd name="connsiteX246" fmla="*/ 273769 w 318031"/>
                <a:gd name="connsiteY246" fmla="*/ 329507 h 460653"/>
                <a:gd name="connsiteX247" fmla="*/ 268851 w 318031"/>
                <a:gd name="connsiteY247" fmla="*/ 327867 h 460653"/>
                <a:gd name="connsiteX248" fmla="*/ 272130 w 318031"/>
                <a:gd name="connsiteY248" fmla="*/ 322950 h 460653"/>
                <a:gd name="connsiteX249" fmla="*/ 268851 w 318031"/>
                <a:gd name="connsiteY249" fmla="*/ 326228 h 460653"/>
                <a:gd name="connsiteX250" fmla="*/ 267212 w 318031"/>
                <a:gd name="connsiteY250" fmla="*/ 329507 h 460653"/>
                <a:gd name="connsiteX251" fmla="*/ 265572 w 318031"/>
                <a:gd name="connsiteY251" fmla="*/ 332785 h 460653"/>
                <a:gd name="connsiteX252" fmla="*/ 267212 w 318031"/>
                <a:gd name="connsiteY252" fmla="*/ 337703 h 460653"/>
                <a:gd name="connsiteX253" fmla="*/ 268851 w 318031"/>
                <a:gd name="connsiteY253" fmla="*/ 340982 h 460653"/>
                <a:gd name="connsiteX254" fmla="*/ 272130 w 318031"/>
                <a:gd name="connsiteY254" fmla="*/ 337703 h 460653"/>
                <a:gd name="connsiteX255" fmla="*/ 275408 w 318031"/>
                <a:gd name="connsiteY255" fmla="*/ 337703 h 460653"/>
                <a:gd name="connsiteX256" fmla="*/ 278687 w 318031"/>
                <a:gd name="connsiteY256" fmla="*/ 340982 h 460653"/>
                <a:gd name="connsiteX257" fmla="*/ 283605 w 318031"/>
                <a:gd name="connsiteY257" fmla="*/ 342622 h 460653"/>
                <a:gd name="connsiteX258" fmla="*/ 285245 w 318031"/>
                <a:gd name="connsiteY258" fmla="*/ 345900 h 460653"/>
                <a:gd name="connsiteX259" fmla="*/ 288523 w 318031"/>
                <a:gd name="connsiteY259" fmla="*/ 350818 h 460653"/>
                <a:gd name="connsiteX260" fmla="*/ 288523 w 318031"/>
                <a:gd name="connsiteY260" fmla="*/ 345900 h 460653"/>
                <a:gd name="connsiteX261" fmla="*/ 288523 w 318031"/>
                <a:gd name="connsiteY261" fmla="*/ 350818 h 460653"/>
                <a:gd name="connsiteX262" fmla="*/ 293441 w 318031"/>
                <a:gd name="connsiteY262" fmla="*/ 352457 h 460653"/>
                <a:gd name="connsiteX263" fmla="*/ 296720 w 318031"/>
                <a:gd name="connsiteY263" fmla="*/ 354097 h 460653"/>
                <a:gd name="connsiteX264" fmla="*/ 299998 w 318031"/>
                <a:gd name="connsiteY264" fmla="*/ 359015 h 460653"/>
                <a:gd name="connsiteX265" fmla="*/ 299998 w 318031"/>
                <a:gd name="connsiteY265" fmla="*/ 360654 h 460653"/>
                <a:gd name="connsiteX266" fmla="*/ 299998 w 318031"/>
                <a:gd name="connsiteY266" fmla="*/ 363933 h 460653"/>
                <a:gd name="connsiteX267" fmla="*/ 298359 w 318031"/>
                <a:gd name="connsiteY267" fmla="*/ 367212 h 460653"/>
                <a:gd name="connsiteX268" fmla="*/ 298359 w 318031"/>
                <a:gd name="connsiteY268" fmla="*/ 372130 h 460653"/>
                <a:gd name="connsiteX269" fmla="*/ 298359 w 318031"/>
                <a:gd name="connsiteY269" fmla="*/ 375408 h 460653"/>
                <a:gd name="connsiteX270" fmla="*/ 298359 w 318031"/>
                <a:gd name="connsiteY270" fmla="*/ 378687 h 460653"/>
                <a:gd name="connsiteX271" fmla="*/ 301638 w 318031"/>
                <a:gd name="connsiteY271" fmla="*/ 383605 h 460653"/>
                <a:gd name="connsiteX272" fmla="*/ 301638 w 318031"/>
                <a:gd name="connsiteY272" fmla="*/ 386884 h 460653"/>
                <a:gd name="connsiteX273" fmla="*/ 301638 w 318031"/>
                <a:gd name="connsiteY273" fmla="*/ 390162 h 460653"/>
                <a:gd name="connsiteX274" fmla="*/ 301638 w 318031"/>
                <a:gd name="connsiteY274" fmla="*/ 395080 h 460653"/>
                <a:gd name="connsiteX275" fmla="*/ 301638 w 318031"/>
                <a:gd name="connsiteY275" fmla="*/ 398359 h 460653"/>
                <a:gd name="connsiteX276" fmla="*/ 301638 w 318031"/>
                <a:gd name="connsiteY276" fmla="*/ 401637 h 460653"/>
                <a:gd name="connsiteX277" fmla="*/ 303277 w 318031"/>
                <a:gd name="connsiteY277" fmla="*/ 404916 h 460653"/>
                <a:gd name="connsiteX278" fmla="*/ 303277 w 318031"/>
                <a:gd name="connsiteY278" fmla="*/ 409834 h 460653"/>
                <a:gd name="connsiteX279" fmla="*/ 304917 w 318031"/>
                <a:gd name="connsiteY279" fmla="*/ 413113 h 460653"/>
                <a:gd name="connsiteX280" fmla="*/ 306556 w 318031"/>
                <a:gd name="connsiteY280" fmla="*/ 416392 h 460653"/>
                <a:gd name="connsiteX281" fmla="*/ 308195 w 318031"/>
                <a:gd name="connsiteY281" fmla="*/ 421310 h 460653"/>
                <a:gd name="connsiteX282" fmla="*/ 308195 w 318031"/>
                <a:gd name="connsiteY282" fmla="*/ 424588 h 460653"/>
                <a:gd name="connsiteX283" fmla="*/ 309835 w 318031"/>
                <a:gd name="connsiteY283" fmla="*/ 426228 h 460653"/>
                <a:gd name="connsiteX284" fmla="*/ 309835 w 318031"/>
                <a:gd name="connsiteY284" fmla="*/ 426228 h 460653"/>
                <a:gd name="connsiteX285" fmla="*/ 311474 w 318031"/>
                <a:gd name="connsiteY285" fmla="*/ 431146 h 460653"/>
                <a:gd name="connsiteX286" fmla="*/ 313113 w 318031"/>
                <a:gd name="connsiteY286" fmla="*/ 434424 h 460653"/>
                <a:gd name="connsiteX287" fmla="*/ 313113 w 318031"/>
                <a:gd name="connsiteY287" fmla="*/ 437703 h 460653"/>
                <a:gd name="connsiteX288" fmla="*/ 314752 w 318031"/>
                <a:gd name="connsiteY288" fmla="*/ 442621 h 460653"/>
                <a:gd name="connsiteX289" fmla="*/ 314752 w 318031"/>
                <a:gd name="connsiteY289" fmla="*/ 442621 h 460653"/>
                <a:gd name="connsiteX290" fmla="*/ 316392 w 318031"/>
                <a:gd name="connsiteY290" fmla="*/ 445900 h 460653"/>
                <a:gd name="connsiteX291" fmla="*/ 318031 w 318031"/>
                <a:gd name="connsiteY291" fmla="*/ 449178 h 460653"/>
                <a:gd name="connsiteX292" fmla="*/ 313113 w 318031"/>
                <a:gd name="connsiteY292" fmla="*/ 450818 h 460653"/>
                <a:gd name="connsiteX293" fmla="*/ 309835 w 318031"/>
                <a:gd name="connsiteY293" fmla="*/ 450818 h 460653"/>
                <a:gd name="connsiteX294" fmla="*/ 306556 w 318031"/>
                <a:gd name="connsiteY294" fmla="*/ 450818 h 460653"/>
                <a:gd name="connsiteX295" fmla="*/ 301638 w 318031"/>
                <a:gd name="connsiteY295" fmla="*/ 447539 h 460653"/>
                <a:gd name="connsiteX296" fmla="*/ 306556 w 318031"/>
                <a:gd name="connsiteY296" fmla="*/ 447539 h 460653"/>
                <a:gd name="connsiteX297" fmla="*/ 309835 w 318031"/>
                <a:gd name="connsiteY297" fmla="*/ 447539 h 460653"/>
                <a:gd name="connsiteX298" fmla="*/ 313113 w 318031"/>
                <a:gd name="connsiteY298" fmla="*/ 445900 h 460653"/>
                <a:gd name="connsiteX299" fmla="*/ 309835 w 318031"/>
                <a:gd name="connsiteY299" fmla="*/ 445900 h 460653"/>
                <a:gd name="connsiteX300" fmla="*/ 306556 w 318031"/>
                <a:gd name="connsiteY300" fmla="*/ 445900 h 460653"/>
                <a:gd name="connsiteX301" fmla="*/ 301638 w 318031"/>
                <a:gd name="connsiteY301" fmla="*/ 447539 h 460653"/>
                <a:gd name="connsiteX302" fmla="*/ 298359 w 318031"/>
                <a:gd name="connsiteY302" fmla="*/ 447539 h 460653"/>
                <a:gd name="connsiteX303" fmla="*/ 295081 w 318031"/>
                <a:gd name="connsiteY303" fmla="*/ 447539 h 460653"/>
                <a:gd name="connsiteX304" fmla="*/ 290162 w 318031"/>
                <a:gd name="connsiteY304" fmla="*/ 447539 h 460653"/>
                <a:gd name="connsiteX305" fmla="*/ 286884 w 318031"/>
                <a:gd name="connsiteY305" fmla="*/ 449178 h 460653"/>
                <a:gd name="connsiteX306" fmla="*/ 285245 w 318031"/>
                <a:gd name="connsiteY306" fmla="*/ 449178 h 460653"/>
                <a:gd name="connsiteX307" fmla="*/ 283605 w 318031"/>
                <a:gd name="connsiteY307" fmla="*/ 450818 h 460653"/>
                <a:gd name="connsiteX308" fmla="*/ 278687 w 318031"/>
                <a:gd name="connsiteY308" fmla="*/ 452457 h 460653"/>
                <a:gd name="connsiteX309" fmla="*/ 275408 w 318031"/>
                <a:gd name="connsiteY309" fmla="*/ 452457 h 460653"/>
                <a:gd name="connsiteX310" fmla="*/ 272130 w 318031"/>
                <a:gd name="connsiteY310" fmla="*/ 454096 h 460653"/>
                <a:gd name="connsiteX311" fmla="*/ 267212 w 318031"/>
                <a:gd name="connsiteY311" fmla="*/ 454096 h 460653"/>
                <a:gd name="connsiteX312" fmla="*/ 263933 w 318031"/>
                <a:gd name="connsiteY312" fmla="*/ 455736 h 460653"/>
                <a:gd name="connsiteX313" fmla="*/ 260654 w 318031"/>
                <a:gd name="connsiteY313" fmla="*/ 455736 h 460653"/>
                <a:gd name="connsiteX314" fmla="*/ 257376 w 318031"/>
                <a:gd name="connsiteY314" fmla="*/ 457375 h 460653"/>
                <a:gd name="connsiteX315" fmla="*/ 252458 w 318031"/>
                <a:gd name="connsiteY315" fmla="*/ 459014 h 460653"/>
                <a:gd name="connsiteX316" fmla="*/ 249179 w 318031"/>
                <a:gd name="connsiteY316" fmla="*/ 459014 h 460653"/>
                <a:gd name="connsiteX317" fmla="*/ 245901 w 318031"/>
                <a:gd name="connsiteY317" fmla="*/ 460654 h 460653"/>
                <a:gd name="connsiteX318" fmla="*/ 240982 w 318031"/>
                <a:gd name="connsiteY318" fmla="*/ 460654 h 460653"/>
                <a:gd name="connsiteX319" fmla="*/ 237704 w 318031"/>
                <a:gd name="connsiteY319" fmla="*/ 459014 h 460653"/>
                <a:gd name="connsiteX320" fmla="*/ 234425 w 318031"/>
                <a:gd name="connsiteY320" fmla="*/ 459014 h 460653"/>
                <a:gd name="connsiteX321" fmla="*/ 231147 w 318031"/>
                <a:gd name="connsiteY321" fmla="*/ 457375 h 460653"/>
                <a:gd name="connsiteX322" fmla="*/ 226228 w 318031"/>
                <a:gd name="connsiteY322" fmla="*/ 457375 h 460653"/>
                <a:gd name="connsiteX323" fmla="*/ 224589 w 318031"/>
                <a:gd name="connsiteY323" fmla="*/ 455736 h 460653"/>
                <a:gd name="connsiteX324" fmla="*/ 221310 w 318031"/>
                <a:gd name="connsiteY324" fmla="*/ 455736 h 460653"/>
                <a:gd name="connsiteX325" fmla="*/ 218032 w 318031"/>
                <a:gd name="connsiteY325" fmla="*/ 455736 h 460653"/>
                <a:gd name="connsiteX326" fmla="*/ 213114 w 318031"/>
                <a:gd name="connsiteY326" fmla="*/ 454096 h 460653"/>
                <a:gd name="connsiteX327" fmla="*/ 209835 w 318031"/>
                <a:gd name="connsiteY327" fmla="*/ 452457 h 460653"/>
                <a:gd name="connsiteX328" fmla="*/ 206557 w 318031"/>
                <a:gd name="connsiteY328" fmla="*/ 450818 h 460653"/>
                <a:gd name="connsiteX329" fmla="*/ 201638 w 318031"/>
                <a:gd name="connsiteY329" fmla="*/ 447539 h 460653"/>
                <a:gd name="connsiteX330" fmla="*/ 198360 w 318031"/>
                <a:gd name="connsiteY330" fmla="*/ 445900 h 460653"/>
                <a:gd name="connsiteX331" fmla="*/ 195081 w 318031"/>
                <a:gd name="connsiteY331" fmla="*/ 444260 h 460653"/>
                <a:gd name="connsiteX332" fmla="*/ 193442 w 318031"/>
                <a:gd name="connsiteY332" fmla="*/ 442621 h 460653"/>
                <a:gd name="connsiteX333" fmla="*/ 188524 w 318031"/>
                <a:gd name="connsiteY333" fmla="*/ 440982 h 460653"/>
                <a:gd name="connsiteX334" fmla="*/ 185245 w 318031"/>
                <a:gd name="connsiteY334" fmla="*/ 437703 h 460653"/>
                <a:gd name="connsiteX335" fmla="*/ 181966 w 318031"/>
                <a:gd name="connsiteY335" fmla="*/ 436064 h 460653"/>
                <a:gd name="connsiteX336" fmla="*/ 180327 w 318031"/>
                <a:gd name="connsiteY336" fmla="*/ 431146 h 460653"/>
                <a:gd name="connsiteX337" fmla="*/ 177048 w 318031"/>
                <a:gd name="connsiteY337" fmla="*/ 427867 h 460653"/>
                <a:gd name="connsiteX338" fmla="*/ 173770 w 318031"/>
                <a:gd name="connsiteY338" fmla="*/ 424588 h 460653"/>
                <a:gd name="connsiteX339" fmla="*/ 168851 w 318031"/>
                <a:gd name="connsiteY339" fmla="*/ 422949 h 460653"/>
                <a:gd name="connsiteX340" fmla="*/ 168851 w 318031"/>
                <a:gd name="connsiteY340" fmla="*/ 422949 h 460653"/>
                <a:gd name="connsiteX341" fmla="*/ 165573 w 318031"/>
                <a:gd name="connsiteY341" fmla="*/ 422949 h 460653"/>
                <a:gd name="connsiteX342" fmla="*/ 162294 w 318031"/>
                <a:gd name="connsiteY342" fmla="*/ 422949 h 460653"/>
                <a:gd name="connsiteX343" fmla="*/ 160655 w 318031"/>
                <a:gd name="connsiteY343" fmla="*/ 421310 h 460653"/>
                <a:gd name="connsiteX344" fmla="*/ 155737 w 318031"/>
                <a:gd name="connsiteY344" fmla="*/ 421310 h 460653"/>
                <a:gd name="connsiteX345" fmla="*/ 152458 w 318031"/>
                <a:gd name="connsiteY345" fmla="*/ 421310 h 460653"/>
                <a:gd name="connsiteX346" fmla="*/ 147540 w 318031"/>
                <a:gd name="connsiteY346" fmla="*/ 419670 h 460653"/>
                <a:gd name="connsiteX347" fmla="*/ 144261 w 318031"/>
                <a:gd name="connsiteY347" fmla="*/ 419670 h 460653"/>
                <a:gd name="connsiteX348" fmla="*/ 140983 w 318031"/>
                <a:gd name="connsiteY348" fmla="*/ 418031 h 460653"/>
                <a:gd name="connsiteX349" fmla="*/ 137704 w 318031"/>
                <a:gd name="connsiteY349" fmla="*/ 416392 h 460653"/>
                <a:gd name="connsiteX350" fmla="*/ 132786 w 318031"/>
                <a:gd name="connsiteY350" fmla="*/ 413113 h 460653"/>
                <a:gd name="connsiteX351" fmla="*/ 129508 w 318031"/>
                <a:gd name="connsiteY351" fmla="*/ 408195 h 460653"/>
                <a:gd name="connsiteX352" fmla="*/ 129508 w 318031"/>
                <a:gd name="connsiteY352" fmla="*/ 404916 h 460653"/>
                <a:gd name="connsiteX353" fmla="*/ 126229 w 318031"/>
                <a:gd name="connsiteY353" fmla="*/ 401637 h 460653"/>
                <a:gd name="connsiteX354" fmla="*/ 126229 w 318031"/>
                <a:gd name="connsiteY354" fmla="*/ 398359 h 460653"/>
                <a:gd name="connsiteX355" fmla="*/ 124590 w 318031"/>
                <a:gd name="connsiteY355" fmla="*/ 393441 h 460653"/>
                <a:gd name="connsiteX356" fmla="*/ 122950 w 318031"/>
                <a:gd name="connsiteY356" fmla="*/ 390162 h 460653"/>
                <a:gd name="connsiteX357" fmla="*/ 122950 w 318031"/>
                <a:gd name="connsiteY357" fmla="*/ 385244 h 460653"/>
                <a:gd name="connsiteX358" fmla="*/ 121311 w 318031"/>
                <a:gd name="connsiteY358" fmla="*/ 381966 h 460653"/>
                <a:gd name="connsiteX359" fmla="*/ 121311 w 318031"/>
                <a:gd name="connsiteY359" fmla="*/ 378687 h 460653"/>
                <a:gd name="connsiteX360" fmla="*/ 121311 w 318031"/>
                <a:gd name="connsiteY360" fmla="*/ 375408 h 460653"/>
                <a:gd name="connsiteX361" fmla="*/ 119671 w 318031"/>
                <a:gd name="connsiteY361" fmla="*/ 370490 h 460653"/>
                <a:gd name="connsiteX362" fmla="*/ 119671 w 318031"/>
                <a:gd name="connsiteY362" fmla="*/ 367212 h 460653"/>
                <a:gd name="connsiteX363" fmla="*/ 118032 w 318031"/>
                <a:gd name="connsiteY363" fmla="*/ 363933 h 460653"/>
                <a:gd name="connsiteX364" fmla="*/ 118032 w 318031"/>
                <a:gd name="connsiteY364" fmla="*/ 359015 h 460653"/>
                <a:gd name="connsiteX365" fmla="*/ 119671 w 318031"/>
                <a:gd name="connsiteY365" fmla="*/ 355736 h 460653"/>
                <a:gd name="connsiteX366" fmla="*/ 119671 w 318031"/>
                <a:gd name="connsiteY366" fmla="*/ 352457 h 460653"/>
                <a:gd name="connsiteX367" fmla="*/ 119671 w 318031"/>
                <a:gd name="connsiteY367" fmla="*/ 347540 h 460653"/>
                <a:gd name="connsiteX368" fmla="*/ 122950 w 318031"/>
                <a:gd name="connsiteY368" fmla="*/ 347540 h 460653"/>
                <a:gd name="connsiteX369" fmla="*/ 126229 w 318031"/>
                <a:gd name="connsiteY369" fmla="*/ 349179 h 460653"/>
                <a:gd name="connsiteX370" fmla="*/ 124590 w 318031"/>
                <a:gd name="connsiteY370" fmla="*/ 354097 h 460653"/>
                <a:gd name="connsiteX371" fmla="*/ 127868 w 318031"/>
                <a:gd name="connsiteY371" fmla="*/ 354097 h 460653"/>
                <a:gd name="connsiteX372" fmla="*/ 127868 w 318031"/>
                <a:gd name="connsiteY372" fmla="*/ 350818 h 460653"/>
                <a:gd name="connsiteX373" fmla="*/ 129508 w 318031"/>
                <a:gd name="connsiteY373" fmla="*/ 345900 h 460653"/>
                <a:gd name="connsiteX374" fmla="*/ 127868 w 318031"/>
                <a:gd name="connsiteY374" fmla="*/ 342622 h 460653"/>
                <a:gd name="connsiteX375" fmla="*/ 127868 w 318031"/>
                <a:gd name="connsiteY375" fmla="*/ 342622 h 460653"/>
                <a:gd name="connsiteX376" fmla="*/ 131147 w 318031"/>
                <a:gd name="connsiteY376" fmla="*/ 339343 h 460653"/>
                <a:gd name="connsiteX377" fmla="*/ 132786 w 318031"/>
                <a:gd name="connsiteY377" fmla="*/ 339343 h 460653"/>
                <a:gd name="connsiteX378" fmla="*/ 131147 w 318031"/>
                <a:gd name="connsiteY378" fmla="*/ 334425 h 460653"/>
                <a:gd name="connsiteX379" fmla="*/ 127868 w 318031"/>
                <a:gd name="connsiteY379" fmla="*/ 331146 h 460653"/>
                <a:gd name="connsiteX380" fmla="*/ 129508 w 318031"/>
                <a:gd name="connsiteY380" fmla="*/ 327867 h 460653"/>
                <a:gd name="connsiteX381" fmla="*/ 131147 w 318031"/>
                <a:gd name="connsiteY381" fmla="*/ 324589 h 460653"/>
                <a:gd name="connsiteX382" fmla="*/ 131147 w 318031"/>
                <a:gd name="connsiteY382" fmla="*/ 319671 h 460653"/>
                <a:gd name="connsiteX383" fmla="*/ 131147 w 318031"/>
                <a:gd name="connsiteY383" fmla="*/ 316392 h 460653"/>
                <a:gd name="connsiteX384" fmla="*/ 131147 w 318031"/>
                <a:gd name="connsiteY384" fmla="*/ 313113 h 460653"/>
                <a:gd name="connsiteX385" fmla="*/ 132786 w 318031"/>
                <a:gd name="connsiteY385" fmla="*/ 309835 h 460653"/>
                <a:gd name="connsiteX386" fmla="*/ 131147 w 318031"/>
                <a:gd name="connsiteY386" fmla="*/ 306556 h 460653"/>
                <a:gd name="connsiteX387" fmla="*/ 132786 w 318031"/>
                <a:gd name="connsiteY387" fmla="*/ 303277 h 460653"/>
                <a:gd name="connsiteX388" fmla="*/ 136065 w 318031"/>
                <a:gd name="connsiteY388" fmla="*/ 299999 h 460653"/>
                <a:gd name="connsiteX389" fmla="*/ 139344 w 318031"/>
                <a:gd name="connsiteY389" fmla="*/ 298359 h 460653"/>
                <a:gd name="connsiteX390" fmla="*/ 142622 w 318031"/>
                <a:gd name="connsiteY390" fmla="*/ 295081 h 460653"/>
                <a:gd name="connsiteX391" fmla="*/ 147540 w 318031"/>
                <a:gd name="connsiteY391" fmla="*/ 295081 h 460653"/>
                <a:gd name="connsiteX392" fmla="*/ 147540 w 318031"/>
                <a:gd name="connsiteY392" fmla="*/ 296720 h 460653"/>
                <a:gd name="connsiteX393" fmla="*/ 150819 w 318031"/>
                <a:gd name="connsiteY393" fmla="*/ 295081 h 460653"/>
                <a:gd name="connsiteX394" fmla="*/ 155737 w 318031"/>
                <a:gd name="connsiteY394" fmla="*/ 295081 h 460653"/>
                <a:gd name="connsiteX395" fmla="*/ 159015 w 318031"/>
                <a:gd name="connsiteY395" fmla="*/ 296720 h 460653"/>
                <a:gd name="connsiteX396" fmla="*/ 162294 w 318031"/>
                <a:gd name="connsiteY396" fmla="*/ 299999 h 460653"/>
                <a:gd name="connsiteX397" fmla="*/ 160655 w 318031"/>
                <a:gd name="connsiteY397" fmla="*/ 296720 h 460653"/>
                <a:gd name="connsiteX398" fmla="*/ 160655 w 318031"/>
                <a:gd name="connsiteY398" fmla="*/ 293441 h 460653"/>
                <a:gd name="connsiteX399" fmla="*/ 160655 w 318031"/>
                <a:gd name="connsiteY399" fmla="*/ 293441 h 460653"/>
                <a:gd name="connsiteX400" fmla="*/ 157376 w 318031"/>
                <a:gd name="connsiteY400" fmla="*/ 290163 h 460653"/>
                <a:gd name="connsiteX401" fmla="*/ 154098 w 318031"/>
                <a:gd name="connsiteY401" fmla="*/ 288523 h 460653"/>
                <a:gd name="connsiteX402" fmla="*/ 149180 w 318031"/>
                <a:gd name="connsiteY402" fmla="*/ 285245 h 460653"/>
                <a:gd name="connsiteX403" fmla="*/ 145901 w 318031"/>
                <a:gd name="connsiteY403" fmla="*/ 285245 h 460653"/>
                <a:gd name="connsiteX404" fmla="*/ 142622 w 318031"/>
                <a:gd name="connsiteY404" fmla="*/ 285245 h 460653"/>
                <a:gd name="connsiteX405" fmla="*/ 139344 w 318031"/>
                <a:gd name="connsiteY405" fmla="*/ 285245 h 460653"/>
                <a:gd name="connsiteX406" fmla="*/ 134425 w 318031"/>
                <a:gd name="connsiteY406" fmla="*/ 283605 h 460653"/>
                <a:gd name="connsiteX407" fmla="*/ 131147 w 318031"/>
                <a:gd name="connsiteY407" fmla="*/ 281966 h 460653"/>
                <a:gd name="connsiteX408" fmla="*/ 127868 w 318031"/>
                <a:gd name="connsiteY408" fmla="*/ 278687 h 460653"/>
                <a:gd name="connsiteX409" fmla="*/ 127868 w 318031"/>
                <a:gd name="connsiteY409" fmla="*/ 275409 h 460653"/>
                <a:gd name="connsiteX410" fmla="*/ 124590 w 318031"/>
                <a:gd name="connsiteY410" fmla="*/ 273769 h 460653"/>
                <a:gd name="connsiteX411" fmla="*/ 121311 w 318031"/>
                <a:gd name="connsiteY411" fmla="*/ 270491 h 460653"/>
                <a:gd name="connsiteX412" fmla="*/ 116393 w 318031"/>
                <a:gd name="connsiteY412" fmla="*/ 267212 h 460653"/>
                <a:gd name="connsiteX413" fmla="*/ 114754 w 318031"/>
                <a:gd name="connsiteY413" fmla="*/ 262294 h 460653"/>
                <a:gd name="connsiteX414" fmla="*/ 111475 w 318031"/>
                <a:gd name="connsiteY414" fmla="*/ 259015 h 460653"/>
                <a:gd name="connsiteX415" fmla="*/ 111475 w 318031"/>
                <a:gd name="connsiteY415" fmla="*/ 255737 h 460653"/>
                <a:gd name="connsiteX416" fmla="*/ 108196 w 318031"/>
                <a:gd name="connsiteY416" fmla="*/ 250819 h 460653"/>
                <a:gd name="connsiteX417" fmla="*/ 106557 w 318031"/>
                <a:gd name="connsiteY417" fmla="*/ 247540 h 460653"/>
                <a:gd name="connsiteX418" fmla="*/ 101639 w 318031"/>
                <a:gd name="connsiteY418" fmla="*/ 244261 h 460653"/>
                <a:gd name="connsiteX419" fmla="*/ 98360 w 318031"/>
                <a:gd name="connsiteY419" fmla="*/ 240983 h 460653"/>
                <a:gd name="connsiteX420" fmla="*/ 95081 w 318031"/>
                <a:gd name="connsiteY420" fmla="*/ 236065 h 460653"/>
                <a:gd name="connsiteX421" fmla="*/ 91803 w 318031"/>
                <a:gd name="connsiteY421" fmla="*/ 232786 h 460653"/>
                <a:gd name="connsiteX422" fmla="*/ 88524 w 318031"/>
                <a:gd name="connsiteY422" fmla="*/ 229507 h 460653"/>
                <a:gd name="connsiteX423" fmla="*/ 86885 w 318031"/>
                <a:gd name="connsiteY423" fmla="*/ 229507 h 460653"/>
                <a:gd name="connsiteX424" fmla="*/ 83606 w 318031"/>
                <a:gd name="connsiteY424" fmla="*/ 227868 h 460653"/>
                <a:gd name="connsiteX425" fmla="*/ 80327 w 318031"/>
                <a:gd name="connsiteY425" fmla="*/ 226229 h 460653"/>
                <a:gd name="connsiteX426" fmla="*/ 77049 w 318031"/>
                <a:gd name="connsiteY426" fmla="*/ 221310 h 460653"/>
                <a:gd name="connsiteX427" fmla="*/ 75410 w 318031"/>
                <a:gd name="connsiteY427" fmla="*/ 218032 h 460653"/>
                <a:gd name="connsiteX428" fmla="*/ 72131 w 318031"/>
                <a:gd name="connsiteY428" fmla="*/ 214753 h 460653"/>
                <a:gd name="connsiteX429" fmla="*/ 68852 w 318031"/>
                <a:gd name="connsiteY429" fmla="*/ 211475 h 460653"/>
                <a:gd name="connsiteX430" fmla="*/ 65573 w 318031"/>
                <a:gd name="connsiteY430" fmla="*/ 208196 h 460653"/>
                <a:gd name="connsiteX431" fmla="*/ 62295 w 318031"/>
                <a:gd name="connsiteY431" fmla="*/ 204917 h 460653"/>
                <a:gd name="connsiteX432" fmla="*/ 59016 w 318031"/>
                <a:gd name="connsiteY432" fmla="*/ 201638 h 460653"/>
                <a:gd name="connsiteX433" fmla="*/ 55737 w 318031"/>
                <a:gd name="connsiteY433" fmla="*/ 196720 h 460653"/>
                <a:gd name="connsiteX434" fmla="*/ 52458 w 318031"/>
                <a:gd name="connsiteY434" fmla="*/ 195081 h 460653"/>
                <a:gd name="connsiteX435" fmla="*/ 50820 w 318031"/>
                <a:gd name="connsiteY435" fmla="*/ 191803 h 460653"/>
                <a:gd name="connsiteX436" fmla="*/ 49180 w 318031"/>
                <a:gd name="connsiteY436" fmla="*/ 188524 h 460653"/>
                <a:gd name="connsiteX437" fmla="*/ 47541 w 318031"/>
                <a:gd name="connsiteY437" fmla="*/ 183606 h 460653"/>
                <a:gd name="connsiteX438" fmla="*/ 44262 w 318031"/>
                <a:gd name="connsiteY438" fmla="*/ 181966 h 460653"/>
                <a:gd name="connsiteX439" fmla="*/ 39344 w 318031"/>
                <a:gd name="connsiteY439" fmla="*/ 178688 h 460653"/>
                <a:gd name="connsiteX440" fmla="*/ 39344 w 318031"/>
                <a:gd name="connsiteY440" fmla="*/ 177048 h 460653"/>
                <a:gd name="connsiteX441" fmla="*/ 39344 w 318031"/>
                <a:gd name="connsiteY441" fmla="*/ 172130 h 460653"/>
                <a:gd name="connsiteX442" fmla="*/ 37705 w 318031"/>
                <a:gd name="connsiteY442" fmla="*/ 168852 h 460653"/>
                <a:gd name="connsiteX443" fmla="*/ 40983 w 318031"/>
                <a:gd name="connsiteY443" fmla="*/ 165573 h 460653"/>
                <a:gd name="connsiteX444" fmla="*/ 37705 w 318031"/>
                <a:gd name="connsiteY444" fmla="*/ 163934 h 460653"/>
                <a:gd name="connsiteX445" fmla="*/ 36065 w 318031"/>
                <a:gd name="connsiteY445" fmla="*/ 160655 h 460653"/>
                <a:gd name="connsiteX446" fmla="*/ 37705 w 318031"/>
                <a:gd name="connsiteY446" fmla="*/ 155737 h 460653"/>
                <a:gd name="connsiteX447" fmla="*/ 37705 w 318031"/>
                <a:gd name="connsiteY447" fmla="*/ 152458 h 460653"/>
                <a:gd name="connsiteX448" fmla="*/ 37705 w 318031"/>
                <a:gd name="connsiteY448" fmla="*/ 147540 h 460653"/>
                <a:gd name="connsiteX449" fmla="*/ 39344 w 318031"/>
                <a:gd name="connsiteY449" fmla="*/ 144262 h 460653"/>
                <a:gd name="connsiteX450" fmla="*/ 40983 w 318031"/>
                <a:gd name="connsiteY450" fmla="*/ 140983 h 460653"/>
                <a:gd name="connsiteX451" fmla="*/ 37705 w 318031"/>
                <a:gd name="connsiteY451" fmla="*/ 139344 h 460653"/>
                <a:gd name="connsiteX452" fmla="*/ 36065 w 318031"/>
                <a:gd name="connsiteY452" fmla="*/ 144262 h 460653"/>
                <a:gd name="connsiteX453" fmla="*/ 34426 w 318031"/>
                <a:gd name="connsiteY453" fmla="*/ 147540 h 460653"/>
                <a:gd name="connsiteX454" fmla="*/ 34426 w 318031"/>
                <a:gd name="connsiteY454" fmla="*/ 150819 h 460653"/>
                <a:gd name="connsiteX455" fmla="*/ 34426 w 318031"/>
                <a:gd name="connsiteY455" fmla="*/ 155737 h 460653"/>
                <a:gd name="connsiteX456" fmla="*/ 31147 w 318031"/>
                <a:gd name="connsiteY456" fmla="*/ 154098 h 460653"/>
                <a:gd name="connsiteX457" fmla="*/ 32787 w 318031"/>
                <a:gd name="connsiteY457" fmla="*/ 152458 h 460653"/>
                <a:gd name="connsiteX458" fmla="*/ 32787 w 318031"/>
                <a:gd name="connsiteY458" fmla="*/ 147540 h 460653"/>
                <a:gd name="connsiteX459" fmla="*/ 34426 w 318031"/>
                <a:gd name="connsiteY459" fmla="*/ 144262 h 460653"/>
                <a:gd name="connsiteX460" fmla="*/ 31147 w 318031"/>
                <a:gd name="connsiteY460" fmla="*/ 140983 h 460653"/>
                <a:gd name="connsiteX461" fmla="*/ 29508 w 318031"/>
                <a:gd name="connsiteY461" fmla="*/ 137704 h 460653"/>
                <a:gd name="connsiteX462" fmla="*/ 26229 w 318031"/>
                <a:gd name="connsiteY462" fmla="*/ 132786 h 460653"/>
                <a:gd name="connsiteX463" fmla="*/ 24590 w 318031"/>
                <a:gd name="connsiteY463" fmla="*/ 129508 h 460653"/>
                <a:gd name="connsiteX464" fmla="*/ 22951 w 318031"/>
                <a:gd name="connsiteY464" fmla="*/ 126229 h 460653"/>
                <a:gd name="connsiteX465" fmla="*/ 18033 w 318031"/>
                <a:gd name="connsiteY465" fmla="*/ 126229 h 460653"/>
                <a:gd name="connsiteX466" fmla="*/ 14754 w 318031"/>
                <a:gd name="connsiteY466" fmla="*/ 122950 h 460653"/>
                <a:gd name="connsiteX467" fmla="*/ 11475 w 318031"/>
                <a:gd name="connsiteY467" fmla="*/ 119672 h 460653"/>
                <a:gd name="connsiteX468" fmla="*/ 8197 w 318031"/>
                <a:gd name="connsiteY468" fmla="*/ 118032 h 460653"/>
                <a:gd name="connsiteX469" fmla="*/ 3278 w 318031"/>
                <a:gd name="connsiteY469" fmla="*/ 118032 h 460653"/>
                <a:gd name="connsiteX470" fmla="*/ 1639 w 318031"/>
                <a:gd name="connsiteY470" fmla="*/ 114754 h 460653"/>
                <a:gd name="connsiteX471" fmla="*/ 0 w 318031"/>
                <a:gd name="connsiteY471" fmla="*/ 109836 h 460653"/>
                <a:gd name="connsiteX472" fmla="*/ 1639 w 318031"/>
                <a:gd name="connsiteY472" fmla="*/ 106557 h 460653"/>
                <a:gd name="connsiteX473" fmla="*/ 6557 w 318031"/>
                <a:gd name="connsiteY473" fmla="*/ 103278 h 460653"/>
                <a:gd name="connsiteX474" fmla="*/ 6557 w 318031"/>
                <a:gd name="connsiteY474" fmla="*/ 103278 h 460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</a:cxnLst>
              <a:rect l="l" t="t" r="r" b="b"/>
              <a:pathLst>
                <a:path w="318031" h="460653">
                  <a:moveTo>
                    <a:pt x="6557" y="103278"/>
                  </a:moveTo>
                  <a:lnTo>
                    <a:pt x="9836" y="100000"/>
                  </a:lnTo>
                  <a:lnTo>
                    <a:pt x="8197" y="96721"/>
                  </a:lnTo>
                  <a:lnTo>
                    <a:pt x="11475" y="100000"/>
                  </a:lnTo>
                  <a:lnTo>
                    <a:pt x="13114" y="96721"/>
                  </a:lnTo>
                  <a:lnTo>
                    <a:pt x="14754" y="91803"/>
                  </a:lnTo>
                  <a:lnTo>
                    <a:pt x="16393" y="88524"/>
                  </a:lnTo>
                  <a:lnTo>
                    <a:pt x="16393" y="83606"/>
                  </a:lnTo>
                  <a:lnTo>
                    <a:pt x="18033" y="80328"/>
                  </a:lnTo>
                  <a:lnTo>
                    <a:pt x="19672" y="77049"/>
                  </a:lnTo>
                  <a:lnTo>
                    <a:pt x="21311" y="72131"/>
                  </a:lnTo>
                  <a:lnTo>
                    <a:pt x="21311" y="68852"/>
                  </a:lnTo>
                  <a:lnTo>
                    <a:pt x="19672" y="67213"/>
                  </a:lnTo>
                  <a:lnTo>
                    <a:pt x="18033" y="63934"/>
                  </a:lnTo>
                  <a:lnTo>
                    <a:pt x="14754" y="59016"/>
                  </a:lnTo>
                  <a:lnTo>
                    <a:pt x="18033" y="60656"/>
                  </a:lnTo>
                  <a:lnTo>
                    <a:pt x="22951" y="63934"/>
                  </a:lnTo>
                  <a:lnTo>
                    <a:pt x="24590" y="67213"/>
                  </a:lnTo>
                  <a:lnTo>
                    <a:pt x="22951" y="63934"/>
                  </a:lnTo>
                  <a:lnTo>
                    <a:pt x="22951" y="60656"/>
                  </a:lnTo>
                  <a:lnTo>
                    <a:pt x="21311" y="59016"/>
                  </a:lnTo>
                  <a:lnTo>
                    <a:pt x="24590" y="60656"/>
                  </a:lnTo>
                  <a:lnTo>
                    <a:pt x="27868" y="62295"/>
                  </a:lnTo>
                  <a:lnTo>
                    <a:pt x="32787" y="63934"/>
                  </a:lnTo>
                  <a:lnTo>
                    <a:pt x="31147" y="60656"/>
                  </a:lnTo>
                  <a:lnTo>
                    <a:pt x="34426" y="60656"/>
                  </a:lnTo>
                  <a:lnTo>
                    <a:pt x="39344" y="59016"/>
                  </a:lnTo>
                  <a:lnTo>
                    <a:pt x="42623" y="60656"/>
                  </a:lnTo>
                  <a:lnTo>
                    <a:pt x="45901" y="55738"/>
                  </a:lnTo>
                  <a:lnTo>
                    <a:pt x="49180" y="55738"/>
                  </a:lnTo>
                  <a:lnTo>
                    <a:pt x="47541" y="54098"/>
                  </a:lnTo>
                  <a:lnTo>
                    <a:pt x="50820" y="50820"/>
                  </a:lnTo>
                  <a:lnTo>
                    <a:pt x="54098" y="50820"/>
                  </a:lnTo>
                  <a:lnTo>
                    <a:pt x="57377" y="52459"/>
                  </a:lnTo>
                  <a:lnTo>
                    <a:pt x="60655" y="55738"/>
                  </a:lnTo>
                  <a:lnTo>
                    <a:pt x="60655" y="52459"/>
                  </a:lnTo>
                  <a:lnTo>
                    <a:pt x="57377" y="50820"/>
                  </a:lnTo>
                  <a:lnTo>
                    <a:pt x="59016" y="45901"/>
                  </a:lnTo>
                  <a:lnTo>
                    <a:pt x="55737" y="45901"/>
                  </a:lnTo>
                  <a:lnTo>
                    <a:pt x="59016" y="44262"/>
                  </a:lnTo>
                  <a:lnTo>
                    <a:pt x="62295" y="45901"/>
                  </a:lnTo>
                  <a:lnTo>
                    <a:pt x="63934" y="42623"/>
                  </a:lnTo>
                  <a:lnTo>
                    <a:pt x="67213" y="40983"/>
                  </a:lnTo>
                  <a:lnTo>
                    <a:pt x="67213" y="40983"/>
                  </a:lnTo>
                  <a:lnTo>
                    <a:pt x="72131" y="42623"/>
                  </a:lnTo>
                  <a:lnTo>
                    <a:pt x="70491" y="37705"/>
                  </a:lnTo>
                  <a:lnTo>
                    <a:pt x="70491" y="34426"/>
                  </a:lnTo>
                  <a:lnTo>
                    <a:pt x="73770" y="37705"/>
                  </a:lnTo>
                  <a:lnTo>
                    <a:pt x="73770" y="34426"/>
                  </a:lnTo>
                  <a:lnTo>
                    <a:pt x="70491" y="31148"/>
                  </a:lnTo>
                  <a:lnTo>
                    <a:pt x="75410" y="31148"/>
                  </a:lnTo>
                  <a:lnTo>
                    <a:pt x="75410" y="27869"/>
                  </a:lnTo>
                  <a:lnTo>
                    <a:pt x="78688" y="27869"/>
                  </a:lnTo>
                  <a:lnTo>
                    <a:pt x="73770" y="24590"/>
                  </a:lnTo>
                  <a:lnTo>
                    <a:pt x="73770" y="22951"/>
                  </a:lnTo>
                  <a:lnTo>
                    <a:pt x="78688" y="24590"/>
                  </a:lnTo>
                  <a:lnTo>
                    <a:pt x="81967" y="27869"/>
                  </a:lnTo>
                  <a:lnTo>
                    <a:pt x="80327" y="22951"/>
                  </a:lnTo>
                  <a:lnTo>
                    <a:pt x="83606" y="26229"/>
                  </a:lnTo>
                  <a:lnTo>
                    <a:pt x="86885" y="24590"/>
                  </a:lnTo>
                  <a:lnTo>
                    <a:pt x="91803" y="24590"/>
                  </a:lnTo>
                  <a:lnTo>
                    <a:pt x="95081" y="22951"/>
                  </a:lnTo>
                  <a:lnTo>
                    <a:pt x="98360" y="21311"/>
                  </a:lnTo>
                  <a:lnTo>
                    <a:pt x="101639" y="18033"/>
                  </a:lnTo>
                  <a:lnTo>
                    <a:pt x="104917" y="18033"/>
                  </a:lnTo>
                  <a:lnTo>
                    <a:pt x="108196" y="13115"/>
                  </a:lnTo>
                  <a:lnTo>
                    <a:pt x="109835" y="9836"/>
                  </a:lnTo>
                  <a:lnTo>
                    <a:pt x="113114" y="11476"/>
                  </a:lnTo>
                  <a:lnTo>
                    <a:pt x="118032" y="8197"/>
                  </a:lnTo>
                  <a:lnTo>
                    <a:pt x="121311" y="9836"/>
                  </a:lnTo>
                  <a:lnTo>
                    <a:pt x="122950" y="6557"/>
                  </a:lnTo>
                  <a:lnTo>
                    <a:pt x="126229" y="3279"/>
                  </a:lnTo>
                  <a:lnTo>
                    <a:pt x="131147" y="3279"/>
                  </a:lnTo>
                  <a:lnTo>
                    <a:pt x="134425" y="0"/>
                  </a:lnTo>
                  <a:lnTo>
                    <a:pt x="137704" y="1639"/>
                  </a:lnTo>
                  <a:lnTo>
                    <a:pt x="140983" y="1639"/>
                  </a:lnTo>
                  <a:lnTo>
                    <a:pt x="145901" y="3279"/>
                  </a:lnTo>
                  <a:lnTo>
                    <a:pt x="149180" y="6557"/>
                  </a:lnTo>
                  <a:lnTo>
                    <a:pt x="154098" y="8197"/>
                  </a:lnTo>
                  <a:lnTo>
                    <a:pt x="154098" y="8197"/>
                  </a:lnTo>
                  <a:lnTo>
                    <a:pt x="157376" y="9836"/>
                  </a:lnTo>
                  <a:lnTo>
                    <a:pt x="160655" y="11476"/>
                  </a:lnTo>
                  <a:lnTo>
                    <a:pt x="165573" y="11476"/>
                  </a:lnTo>
                  <a:lnTo>
                    <a:pt x="168851" y="13115"/>
                  </a:lnTo>
                  <a:lnTo>
                    <a:pt x="173770" y="13115"/>
                  </a:lnTo>
                  <a:lnTo>
                    <a:pt x="177048" y="9836"/>
                  </a:lnTo>
                  <a:lnTo>
                    <a:pt x="177048" y="6557"/>
                  </a:lnTo>
                  <a:lnTo>
                    <a:pt x="181966" y="6557"/>
                  </a:lnTo>
                  <a:lnTo>
                    <a:pt x="185245" y="8197"/>
                  </a:lnTo>
                  <a:lnTo>
                    <a:pt x="188524" y="8197"/>
                  </a:lnTo>
                  <a:lnTo>
                    <a:pt x="193442" y="8197"/>
                  </a:lnTo>
                  <a:lnTo>
                    <a:pt x="196720" y="8197"/>
                  </a:lnTo>
                  <a:lnTo>
                    <a:pt x="199999" y="9836"/>
                  </a:lnTo>
                  <a:lnTo>
                    <a:pt x="201638" y="13115"/>
                  </a:lnTo>
                  <a:lnTo>
                    <a:pt x="204917" y="18033"/>
                  </a:lnTo>
                  <a:lnTo>
                    <a:pt x="206557" y="21311"/>
                  </a:lnTo>
                  <a:lnTo>
                    <a:pt x="203278" y="24590"/>
                  </a:lnTo>
                  <a:lnTo>
                    <a:pt x="204917" y="27869"/>
                  </a:lnTo>
                  <a:lnTo>
                    <a:pt x="208195" y="32787"/>
                  </a:lnTo>
                  <a:lnTo>
                    <a:pt x="208195" y="36066"/>
                  </a:lnTo>
                  <a:lnTo>
                    <a:pt x="208195" y="39344"/>
                  </a:lnTo>
                  <a:lnTo>
                    <a:pt x="209835" y="44262"/>
                  </a:lnTo>
                  <a:lnTo>
                    <a:pt x="208195" y="45901"/>
                  </a:lnTo>
                  <a:lnTo>
                    <a:pt x="208195" y="50820"/>
                  </a:lnTo>
                  <a:lnTo>
                    <a:pt x="206557" y="54098"/>
                  </a:lnTo>
                  <a:lnTo>
                    <a:pt x="204917" y="57377"/>
                  </a:lnTo>
                  <a:lnTo>
                    <a:pt x="201638" y="60656"/>
                  </a:lnTo>
                  <a:lnTo>
                    <a:pt x="201638" y="65573"/>
                  </a:lnTo>
                  <a:lnTo>
                    <a:pt x="201638" y="68852"/>
                  </a:lnTo>
                  <a:lnTo>
                    <a:pt x="201638" y="68852"/>
                  </a:lnTo>
                  <a:lnTo>
                    <a:pt x="204917" y="70492"/>
                  </a:lnTo>
                  <a:lnTo>
                    <a:pt x="208195" y="72131"/>
                  </a:lnTo>
                  <a:lnTo>
                    <a:pt x="213114" y="73770"/>
                  </a:lnTo>
                  <a:lnTo>
                    <a:pt x="216392" y="75410"/>
                  </a:lnTo>
                  <a:lnTo>
                    <a:pt x="219671" y="77049"/>
                  </a:lnTo>
                  <a:lnTo>
                    <a:pt x="216392" y="78688"/>
                  </a:lnTo>
                  <a:lnTo>
                    <a:pt x="213114" y="78688"/>
                  </a:lnTo>
                  <a:lnTo>
                    <a:pt x="209835" y="78688"/>
                  </a:lnTo>
                  <a:lnTo>
                    <a:pt x="204917" y="77049"/>
                  </a:lnTo>
                  <a:lnTo>
                    <a:pt x="201638" y="77049"/>
                  </a:lnTo>
                  <a:lnTo>
                    <a:pt x="198360" y="75410"/>
                  </a:lnTo>
                  <a:lnTo>
                    <a:pt x="195081" y="73770"/>
                  </a:lnTo>
                  <a:lnTo>
                    <a:pt x="190163" y="73770"/>
                  </a:lnTo>
                  <a:lnTo>
                    <a:pt x="186884" y="75410"/>
                  </a:lnTo>
                  <a:lnTo>
                    <a:pt x="183605" y="75410"/>
                  </a:lnTo>
                  <a:lnTo>
                    <a:pt x="178688" y="75410"/>
                  </a:lnTo>
                  <a:lnTo>
                    <a:pt x="175409" y="77049"/>
                  </a:lnTo>
                  <a:lnTo>
                    <a:pt x="172130" y="75410"/>
                  </a:lnTo>
                  <a:lnTo>
                    <a:pt x="167212" y="73770"/>
                  </a:lnTo>
                  <a:lnTo>
                    <a:pt x="163934" y="77049"/>
                  </a:lnTo>
                  <a:lnTo>
                    <a:pt x="160655" y="77049"/>
                  </a:lnTo>
                  <a:lnTo>
                    <a:pt x="157376" y="77049"/>
                  </a:lnTo>
                  <a:lnTo>
                    <a:pt x="154098" y="81967"/>
                  </a:lnTo>
                  <a:lnTo>
                    <a:pt x="154098" y="85246"/>
                  </a:lnTo>
                  <a:lnTo>
                    <a:pt x="152458" y="88524"/>
                  </a:lnTo>
                  <a:lnTo>
                    <a:pt x="149180" y="91803"/>
                  </a:lnTo>
                  <a:lnTo>
                    <a:pt x="145901" y="95082"/>
                  </a:lnTo>
                  <a:lnTo>
                    <a:pt x="147540" y="98360"/>
                  </a:lnTo>
                  <a:lnTo>
                    <a:pt x="150819" y="101639"/>
                  </a:lnTo>
                  <a:lnTo>
                    <a:pt x="154098" y="103278"/>
                  </a:lnTo>
                  <a:lnTo>
                    <a:pt x="157376" y="106557"/>
                  </a:lnTo>
                  <a:lnTo>
                    <a:pt x="162294" y="109836"/>
                  </a:lnTo>
                  <a:lnTo>
                    <a:pt x="165573" y="109836"/>
                  </a:lnTo>
                  <a:lnTo>
                    <a:pt x="168851" y="113114"/>
                  </a:lnTo>
                  <a:lnTo>
                    <a:pt x="165573" y="113114"/>
                  </a:lnTo>
                  <a:lnTo>
                    <a:pt x="162294" y="111475"/>
                  </a:lnTo>
                  <a:lnTo>
                    <a:pt x="159015" y="113114"/>
                  </a:lnTo>
                  <a:lnTo>
                    <a:pt x="154098" y="114754"/>
                  </a:lnTo>
                  <a:lnTo>
                    <a:pt x="150819" y="113114"/>
                  </a:lnTo>
                  <a:lnTo>
                    <a:pt x="147540" y="109836"/>
                  </a:lnTo>
                  <a:lnTo>
                    <a:pt x="144261" y="108196"/>
                  </a:lnTo>
                  <a:lnTo>
                    <a:pt x="139344" y="108196"/>
                  </a:lnTo>
                  <a:lnTo>
                    <a:pt x="136065" y="108196"/>
                  </a:lnTo>
                  <a:lnTo>
                    <a:pt x="132786" y="108196"/>
                  </a:lnTo>
                  <a:lnTo>
                    <a:pt x="127868" y="108196"/>
                  </a:lnTo>
                  <a:lnTo>
                    <a:pt x="124590" y="108196"/>
                  </a:lnTo>
                  <a:lnTo>
                    <a:pt x="122950" y="113114"/>
                  </a:lnTo>
                  <a:lnTo>
                    <a:pt x="124590" y="116393"/>
                  </a:lnTo>
                  <a:lnTo>
                    <a:pt x="124590" y="119672"/>
                  </a:lnTo>
                  <a:lnTo>
                    <a:pt x="129508" y="121311"/>
                  </a:lnTo>
                  <a:lnTo>
                    <a:pt x="132786" y="122950"/>
                  </a:lnTo>
                  <a:lnTo>
                    <a:pt x="136065" y="122950"/>
                  </a:lnTo>
                  <a:lnTo>
                    <a:pt x="140983" y="122950"/>
                  </a:lnTo>
                  <a:lnTo>
                    <a:pt x="144261" y="124590"/>
                  </a:lnTo>
                  <a:lnTo>
                    <a:pt x="147540" y="127868"/>
                  </a:lnTo>
                  <a:lnTo>
                    <a:pt x="149180" y="131147"/>
                  </a:lnTo>
                  <a:lnTo>
                    <a:pt x="152458" y="136065"/>
                  </a:lnTo>
                  <a:lnTo>
                    <a:pt x="155737" y="139344"/>
                  </a:lnTo>
                  <a:lnTo>
                    <a:pt x="157376" y="144262"/>
                  </a:lnTo>
                  <a:lnTo>
                    <a:pt x="159015" y="147540"/>
                  </a:lnTo>
                  <a:lnTo>
                    <a:pt x="162294" y="150819"/>
                  </a:lnTo>
                  <a:lnTo>
                    <a:pt x="165573" y="154098"/>
                  </a:lnTo>
                  <a:lnTo>
                    <a:pt x="165573" y="154098"/>
                  </a:lnTo>
                  <a:lnTo>
                    <a:pt x="168851" y="157376"/>
                  </a:lnTo>
                  <a:lnTo>
                    <a:pt x="170491" y="160655"/>
                  </a:lnTo>
                  <a:lnTo>
                    <a:pt x="170491" y="165573"/>
                  </a:lnTo>
                  <a:lnTo>
                    <a:pt x="170491" y="168852"/>
                  </a:lnTo>
                  <a:lnTo>
                    <a:pt x="173770" y="172130"/>
                  </a:lnTo>
                  <a:lnTo>
                    <a:pt x="177048" y="172130"/>
                  </a:lnTo>
                  <a:lnTo>
                    <a:pt x="180327" y="172130"/>
                  </a:lnTo>
                  <a:lnTo>
                    <a:pt x="185245" y="170491"/>
                  </a:lnTo>
                  <a:lnTo>
                    <a:pt x="186884" y="175409"/>
                  </a:lnTo>
                  <a:lnTo>
                    <a:pt x="190163" y="178688"/>
                  </a:lnTo>
                  <a:lnTo>
                    <a:pt x="191802" y="181966"/>
                  </a:lnTo>
                  <a:lnTo>
                    <a:pt x="195081" y="185245"/>
                  </a:lnTo>
                  <a:lnTo>
                    <a:pt x="199999" y="185245"/>
                  </a:lnTo>
                  <a:lnTo>
                    <a:pt x="203278" y="183606"/>
                  </a:lnTo>
                  <a:lnTo>
                    <a:pt x="206557" y="185245"/>
                  </a:lnTo>
                  <a:lnTo>
                    <a:pt x="211474" y="186885"/>
                  </a:lnTo>
                  <a:lnTo>
                    <a:pt x="214753" y="186885"/>
                  </a:lnTo>
                  <a:lnTo>
                    <a:pt x="218032" y="186885"/>
                  </a:lnTo>
                  <a:lnTo>
                    <a:pt x="222950" y="190163"/>
                  </a:lnTo>
                  <a:lnTo>
                    <a:pt x="226228" y="191803"/>
                  </a:lnTo>
                  <a:lnTo>
                    <a:pt x="224589" y="195081"/>
                  </a:lnTo>
                  <a:lnTo>
                    <a:pt x="221310" y="193442"/>
                  </a:lnTo>
                  <a:lnTo>
                    <a:pt x="224589" y="196720"/>
                  </a:lnTo>
                  <a:lnTo>
                    <a:pt x="226228" y="199999"/>
                  </a:lnTo>
                  <a:lnTo>
                    <a:pt x="224589" y="204917"/>
                  </a:lnTo>
                  <a:lnTo>
                    <a:pt x="224589" y="208196"/>
                  </a:lnTo>
                  <a:lnTo>
                    <a:pt x="222950" y="211475"/>
                  </a:lnTo>
                  <a:lnTo>
                    <a:pt x="219671" y="214753"/>
                  </a:lnTo>
                  <a:lnTo>
                    <a:pt x="219671" y="218032"/>
                  </a:lnTo>
                  <a:lnTo>
                    <a:pt x="221310" y="222950"/>
                  </a:lnTo>
                  <a:lnTo>
                    <a:pt x="224589" y="226229"/>
                  </a:lnTo>
                  <a:lnTo>
                    <a:pt x="224589" y="229507"/>
                  </a:lnTo>
                  <a:lnTo>
                    <a:pt x="224589" y="234425"/>
                  </a:lnTo>
                  <a:lnTo>
                    <a:pt x="226228" y="234425"/>
                  </a:lnTo>
                  <a:lnTo>
                    <a:pt x="229507" y="237704"/>
                  </a:lnTo>
                  <a:lnTo>
                    <a:pt x="231147" y="240983"/>
                  </a:lnTo>
                  <a:lnTo>
                    <a:pt x="232786" y="245901"/>
                  </a:lnTo>
                  <a:lnTo>
                    <a:pt x="236064" y="247540"/>
                  </a:lnTo>
                  <a:lnTo>
                    <a:pt x="239343" y="252458"/>
                  </a:lnTo>
                  <a:lnTo>
                    <a:pt x="240982" y="255737"/>
                  </a:lnTo>
                  <a:lnTo>
                    <a:pt x="242622" y="259015"/>
                  </a:lnTo>
                  <a:lnTo>
                    <a:pt x="244261" y="263933"/>
                  </a:lnTo>
                  <a:lnTo>
                    <a:pt x="245901" y="265573"/>
                  </a:lnTo>
                  <a:lnTo>
                    <a:pt x="247540" y="268851"/>
                  </a:lnTo>
                  <a:lnTo>
                    <a:pt x="245901" y="272130"/>
                  </a:lnTo>
                  <a:lnTo>
                    <a:pt x="247540" y="277048"/>
                  </a:lnTo>
                  <a:lnTo>
                    <a:pt x="247540" y="280327"/>
                  </a:lnTo>
                  <a:lnTo>
                    <a:pt x="245901" y="283605"/>
                  </a:lnTo>
                  <a:lnTo>
                    <a:pt x="244261" y="288523"/>
                  </a:lnTo>
                  <a:lnTo>
                    <a:pt x="244261" y="291802"/>
                  </a:lnTo>
                  <a:lnTo>
                    <a:pt x="244261" y="295081"/>
                  </a:lnTo>
                  <a:lnTo>
                    <a:pt x="244261" y="296720"/>
                  </a:lnTo>
                  <a:lnTo>
                    <a:pt x="245901" y="299999"/>
                  </a:lnTo>
                  <a:lnTo>
                    <a:pt x="247540" y="304917"/>
                  </a:lnTo>
                  <a:lnTo>
                    <a:pt x="249179" y="308195"/>
                  </a:lnTo>
                  <a:lnTo>
                    <a:pt x="250818" y="309835"/>
                  </a:lnTo>
                  <a:lnTo>
                    <a:pt x="250818" y="311474"/>
                  </a:lnTo>
                  <a:lnTo>
                    <a:pt x="254097" y="313113"/>
                  </a:lnTo>
                  <a:lnTo>
                    <a:pt x="254097" y="308195"/>
                  </a:lnTo>
                  <a:lnTo>
                    <a:pt x="257376" y="309835"/>
                  </a:lnTo>
                  <a:lnTo>
                    <a:pt x="260654" y="309835"/>
                  </a:lnTo>
                  <a:lnTo>
                    <a:pt x="263933" y="309835"/>
                  </a:lnTo>
                  <a:lnTo>
                    <a:pt x="267212" y="311474"/>
                  </a:lnTo>
                  <a:lnTo>
                    <a:pt x="272130" y="311474"/>
                  </a:lnTo>
                  <a:lnTo>
                    <a:pt x="275408" y="313113"/>
                  </a:lnTo>
                  <a:lnTo>
                    <a:pt x="275408" y="316392"/>
                  </a:lnTo>
                  <a:lnTo>
                    <a:pt x="275408" y="319671"/>
                  </a:lnTo>
                  <a:lnTo>
                    <a:pt x="277048" y="324589"/>
                  </a:lnTo>
                  <a:lnTo>
                    <a:pt x="280327" y="324589"/>
                  </a:lnTo>
                  <a:lnTo>
                    <a:pt x="280327" y="327867"/>
                  </a:lnTo>
                  <a:lnTo>
                    <a:pt x="283605" y="329507"/>
                  </a:lnTo>
                  <a:lnTo>
                    <a:pt x="280327" y="327867"/>
                  </a:lnTo>
                  <a:lnTo>
                    <a:pt x="277048" y="329507"/>
                  </a:lnTo>
                  <a:lnTo>
                    <a:pt x="273769" y="329507"/>
                  </a:lnTo>
                  <a:lnTo>
                    <a:pt x="268851" y="327867"/>
                  </a:lnTo>
                  <a:lnTo>
                    <a:pt x="272130" y="322950"/>
                  </a:lnTo>
                  <a:lnTo>
                    <a:pt x="268851" y="326228"/>
                  </a:lnTo>
                  <a:lnTo>
                    <a:pt x="267212" y="329507"/>
                  </a:lnTo>
                  <a:lnTo>
                    <a:pt x="265572" y="332785"/>
                  </a:lnTo>
                  <a:lnTo>
                    <a:pt x="267212" y="337703"/>
                  </a:lnTo>
                  <a:lnTo>
                    <a:pt x="268851" y="340982"/>
                  </a:lnTo>
                  <a:lnTo>
                    <a:pt x="272130" y="337703"/>
                  </a:lnTo>
                  <a:lnTo>
                    <a:pt x="275408" y="337703"/>
                  </a:lnTo>
                  <a:lnTo>
                    <a:pt x="278687" y="340982"/>
                  </a:lnTo>
                  <a:lnTo>
                    <a:pt x="283605" y="342622"/>
                  </a:lnTo>
                  <a:lnTo>
                    <a:pt x="285245" y="345900"/>
                  </a:lnTo>
                  <a:lnTo>
                    <a:pt x="288523" y="350818"/>
                  </a:lnTo>
                  <a:lnTo>
                    <a:pt x="288523" y="345900"/>
                  </a:lnTo>
                  <a:lnTo>
                    <a:pt x="288523" y="350818"/>
                  </a:lnTo>
                  <a:lnTo>
                    <a:pt x="293441" y="352457"/>
                  </a:lnTo>
                  <a:lnTo>
                    <a:pt x="296720" y="354097"/>
                  </a:lnTo>
                  <a:lnTo>
                    <a:pt x="299998" y="359015"/>
                  </a:lnTo>
                  <a:lnTo>
                    <a:pt x="299998" y="360654"/>
                  </a:lnTo>
                  <a:lnTo>
                    <a:pt x="299998" y="363933"/>
                  </a:lnTo>
                  <a:lnTo>
                    <a:pt x="298359" y="367212"/>
                  </a:lnTo>
                  <a:lnTo>
                    <a:pt x="298359" y="372130"/>
                  </a:lnTo>
                  <a:lnTo>
                    <a:pt x="298359" y="375408"/>
                  </a:lnTo>
                  <a:lnTo>
                    <a:pt x="298359" y="378687"/>
                  </a:lnTo>
                  <a:lnTo>
                    <a:pt x="301638" y="383605"/>
                  </a:lnTo>
                  <a:lnTo>
                    <a:pt x="301638" y="386884"/>
                  </a:lnTo>
                  <a:lnTo>
                    <a:pt x="301638" y="390162"/>
                  </a:lnTo>
                  <a:lnTo>
                    <a:pt x="301638" y="395080"/>
                  </a:lnTo>
                  <a:lnTo>
                    <a:pt x="301638" y="398359"/>
                  </a:lnTo>
                  <a:lnTo>
                    <a:pt x="301638" y="401637"/>
                  </a:lnTo>
                  <a:lnTo>
                    <a:pt x="303277" y="404916"/>
                  </a:lnTo>
                  <a:lnTo>
                    <a:pt x="303277" y="409834"/>
                  </a:lnTo>
                  <a:lnTo>
                    <a:pt x="304917" y="413113"/>
                  </a:lnTo>
                  <a:lnTo>
                    <a:pt x="306556" y="416392"/>
                  </a:lnTo>
                  <a:lnTo>
                    <a:pt x="308195" y="421310"/>
                  </a:lnTo>
                  <a:lnTo>
                    <a:pt x="308195" y="424588"/>
                  </a:lnTo>
                  <a:lnTo>
                    <a:pt x="309835" y="426228"/>
                  </a:lnTo>
                  <a:lnTo>
                    <a:pt x="309835" y="426228"/>
                  </a:lnTo>
                  <a:lnTo>
                    <a:pt x="311474" y="431146"/>
                  </a:lnTo>
                  <a:lnTo>
                    <a:pt x="313113" y="434424"/>
                  </a:lnTo>
                  <a:lnTo>
                    <a:pt x="313113" y="437703"/>
                  </a:lnTo>
                  <a:lnTo>
                    <a:pt x="314752" y="442621"/>
                  </a:lnTo>
                  <a:lnTo>
                    <a:pt x="314752" y="442621"/>
                  </a:lnTo>
                  <a:lnTo>
                    <a:pt x="316392" y="445900"/>
                  </a:lnTo>
                  <a:lnTo>
                    <a:pt x="318031" y="449178"/>
                  </a:lnTo>
                  <a:lnTo>
                    <a:pt x="313113" y="450818"/>
                  </a:lnTo>
                  <a:lnTo>
                    <a:pt x="309835" y="450818"/>
                  </a:lnTo>
                  <a:lnTo>
                    <a:pt x="306556" y="450818"/>
                  </a:lnTo>
                  <a:lnTo>
                    <a:pt x="301638" y="447539"/>
                  </a:lnTo>
                  <a:lnTo>
                    <a:pt x="306556" y="447539"/>
                  </a:lnTo>
                  <a:lnTo>
                    <a:pt x="309835" y="447539"/>
                  </a:lnTo>
                  <a:lnTo>
                    <a:pt x="313113" y="445900"/>
                  </a:lnTo>
                  <a:lnTo>
                    <a:pt x="309835" y="445900"/>
                  </a:lnTo>
                  <a:lnTo>
                    <a:pt x="306556" y="445900"/>
                  </a:lnTo>
                  <a:lnTo>
                    <a:pt x="301638" y="447539"/>
                  </a:lnTo>
                  <a:lnTo>
                    <a:pt x="298359" y="447539"/>
                  </a:lnTo>
                  <a:lnTo>
                    <a:pt x="295081" y="447539"/>
                  </a:lnTo>
                  <a:lnTo>
                    <a:pt x="290162" y="447539"/>
                  </a:lnTo>
                  <a:lnTo>
                    <a:pt x="286884" y="449178"/>
                  </a:lnTo>
                  <a:lnTo>
                    <a:pt x="285245" y="449178"/>
                  </a:lnTo>
                  <a:lnTo>
                    <a:pt x="283605" y="450818"/>
                  </a:lnTo>
                  <a:lnTo>
                    <a:pt x="278687" y="452457"/>
                  </a:lnTo>
                  <a:lnTo>
                    <a:pt x="275408" y="452457"/>
                  </a:lnTo>
                  <a:lnTo>
                    <a:pt x="272130" y="454096"/>
                  </a:lnTo>
                  <a:lnTo>
                    <a:pt x="267212" y="454096"/>
                  </a:lnTo>
                  <a:lnTo>
                    <a:pt x="263933" y="455736"/>
                  </a:lnTo>
                  <a:lnTo>
                    <a:pt x="260654" y="455736"/>
                  </a:lnTo>
                  <a:lnTo>
                    <a:pt x="257376" y="457375"/>
                  </a:lnTo>
                  <a:lnTo>
                    <a:pt x="252458" y="459014"/>
                  </a:lnTo>
                  <a:lnTo>
                    <a:pt x="249179" y="459014"/>
                  </a:lnTo>
                  <a:lnTo>
                    <a:pt x="245901" y="460654"/>
                  </a:lnTo>
                  <a:lnTo>
                    <a:pt x="240982" y="460654"/>
                  </a:lnTo>
                  <a:lnTo>
                    <a:pt x="237704" y="459014"/>
                  </a:lnTo>
                  <a:lnTo>
                    <a:pt x="234425" y="459014"/>
                  </a:lnTo>
                  <a:lnTo>
                    <a:pt x="231147" y="457375"/>
                  </a:lnTo>
                  <a:lnTo>
                    <a:pt x="226228" y="457375"/>
                  </a:lnTo>
                  <a:lnTo>
                    <a:pt x="224589" y="455736"/>
                  </a:lnTo>
                  <a:lnTo>
                    <a:pt x="221310" y="455736"/>
                  </a:lnTo>
                  <a:lnTo>
                    <a:pt x="218032" y="455736"/>
                  </a:lnTo>
                  <a:lnTo>
                    <a:pt x="213114" y="454096"/>
                  </a:lnTo>
                  <a:lnTo>
                    <a:pt x="209835" y="452457"/>
                  </a:lnTo>
                  <a:lnTo>
                    <a:pt x="206557" y="450818"/>
                  </a:lnTo>
                  <a:lnTo>
                    <a:pt x="201638" y="447539"/>
                  </a:lnTo>
                  <a:lnTo>
                    <a:pt x="198360" y="445900"/>
                  </a:lnTo>
                  <a:lnTo>
                    <a:pt x="195081" y="444260"/>
                  </a:lnTo>
                  <a:lnTo>
                    <a:pt x="193442" y="442621"/>
                  </a:lnTo>
                  <a:lnTo>
                    <a:pt x="188524" y="440982"/>
                  </a:lnTo>
                  <a:lnTo>
                    <a:pt x="185245" y="437703"/>
                  </a:lnTo>
                  <a:lnTo>
                    <a:pt x="181966" y="436064"/>
                  </a:lnTo>
                  <a:lnTo>
                    <a:pt x="180327" y="431146"/>
                  </a:lnTo>
                  <a:lnTo>
                    <a:pt x="177048" y="427867"/>
                  </a:lnTo>
                  <a:lnTo>
                    <a:pt x="173770" y="424588"/>
                  </a:lnTo>
                  <a:lnTo>
                    <a:pt x="168851" y="422949"/>
                  </a:lnTo>
                  <a:lnTo>
                    <a:pt x="168851" y="422949"/>
                  </a:lnTo>
                  <a:lnTo>
                    <a:pt x="165573" y="422949"/>
                  </a:lnTo>
                  <a:lnTo>
                    <a:pt x="162294" y="422949"/>
                  </a:lnTo>
                  <a:lnTo>
                    <a:pt x="160655" y="421310"/>
                  </a:lnTo>
                  <a:lnTo>
                    <a:pt x="155737" y="421310"/>
                  </a:lnTo>
                  <a:lnTo>
                    <a:pt x="152458" y="421310"/>
                  </a:lnTo>
                  <a:lnTo>
                    <a:pt x="147540" y="419670"/>
                  </a:lnTo>
                  <a:lnTo>
                    <a:pt x="144261" y="419670"/>
                  </a:lnTo>
                  <a:lnTo>
                    <a:pt x="140983" y="418031"/>
                  </a:lnTo>
                  <a:lnTo>
                    <a:pt x="137704" y="416392"/>
                  </a:lnTo>
                  <a:lnTo>
                    <a:pt x="132786" y="413113"/>
                  </a:lnTo>
                  <a:lnTo>
                    <a:pt x="129508" y="408195"/>
                  </a:lnTo>
                  <a:lnTo>
                    <a:pt x="129508" y="404916"/>
                  </a:lnTo>
                  <a:lnTo>
                    <a:pt x="126229" y="401637"/>
                  </a:lnTo>
                  <a:lnTo>
                    <a:pt x="126229" y="398359"/>
                  </a:lnTo>
                  <a:lnTo>
                    <a:pt x="124590" y="393441"/>
                  </a:lnTo>
                  <a:lnTo>
                    <a:pt x="122950" y="390162"/>
                  </a:lnTo>
                  <a:lnTo>
                    <a:pt x="122950" y="385244"/>
                  </a:lnTo>
                  <a:lnTo>
                    <a:pt x="121311" y="381966"/>
                  </a:lnTo>
                  <a:lnTo>
                    <a:pt x="121311" y="378687"/>
                  </a:lnTo>
                  <a:lnTo>
                    <a:pt x="121311" y="375408"/>
                  </a:lnTo>
                  <a:lnTo>
                    <a:pt x="119671" y="370490"/>
                  </a:lnTo>
                  <a:lnTo>
                    <a:pt x="119671" y="367212"/>
                  </a:lnTo>
                  <a:lnTo>
                    <a:pt x="118032" y="363933"/>
                  </a:lnTo>
                  <a:lnTo>
                    <a:pt x="118032" y="359015"/>
                  </a:lnTo>
                  <a:lnTo>
                    <a:pt x="119671" y="355736"/>
                  </a:lnTo>
                  <a:lnTo>
                    <a:pt x="119671" y="352457"/>
                  </a:lnTo>
                  <a:lnTo>
                    <a:pt x="119671" y="347540"/>
                  </a:lnTo>
                  <a:lnTo>
                    <a:pt x="122950" y="347540"/>
                  </a:lnTo>
                  <a:lnTo>
                    <a:pt x="126229" y="349179"/>
                  </a:lnTo>
                  <a:lnTo>
                    <a:pt x="124590" y="354097"/>
                  </a:lnTo>
                  <a:lnTo>
                    <a:pt x="127868" y="354097"/>
                  </a:lnTo>
                  <a:lnTo>
                    <a:pt x="127868" y="350818"/>
                  </a:lnTo>
                  <a:lnTo>
                    <a:pt x="129508" y="345900"/>
                  </a:lnTo>
                  <a:lnTo>
                    <a:pt x="127868" y="342622"/>
                  </a:lnTo>
                  <a:lnTo>
                    <a:pt x="127868" y="342622"/>
                  </a:lnTo>
                  <a:lnTo>
                    <a:pt x="131147" y="339343"/>
                  </a:lnTo>
                  <a:lnTo>
                    <a:pt x="132786" y="339343"/>
                  </a:lnTo>
                  <a:lnTo>
                    <a:pt x="131147" y="334425"/>
                  </a:lnTo>
                  <a:lnTo>
                    <a:pt x="127868" y="331146"/>
                  </a:lnTo>
                  <a:lnTo>
                    <a:pt x="129508" y="327867"/>
                  </a:lnTo>
                  <a:lnTo>
                    <a:pt x="131147" y="324589"/>
                  </a:lnTo>
                  <a:lnTo>
                    <a:pt x="131147" y="319671"/>
                  </a:lnTo>
                  <a:lnTo>
                    <a:pt x="131147" y="316392"/>
                  </a:lnTo>
                  <a:lnTo>
                    <a:pt x="131147" y="313113"/>
                  </a:lnTo>
                  <a:lnTo>
                    <a:pt x="132786" y="309835"/>
                  </a:lnTo>
                  <a:lnTo>
                    <a:pt x="131147" y="306556"/>
                  </a:lnTo>
                  <a:lnTo>
                    <a:pt x="132786" y="303277"/>
                  </a:lnTo>
                  <a:lnTo>
                    <a:pt x="136065" y="299999"/>
                  </a:lnTo>
                  <a:lnTo>
                    <a:pt x="139344" y="298359"/>
                  </a:lnTo>
                  <a:lnTo>
                    <a:pt x="142622" y="295081"/>
                  </a:lnTo>
                  <a:lnTo>
                    <a:pt x="147540" y="295081"/>
                  </a:lnTo>
                  <a:lnTo>
                    <a:pt x="147540" y="296720"/>
                  </a:lnTo>
                  <a:lnTo>
                    <a:pt x="150819" y="295081"/>
                  </a:lnTo>
                  <a:lnTo>
                    <a:pt x="155737" y="295081"/>
                  </a:lnTo>
                  <a:lnTo>
                    <a:pt x="159015" y="296720"/>
                  </a:lnTo>
                  <a:lnTo>
                    <a:pt x="162294" y="299999"/>
                  </a:lnTo>
                  <a:lnTo>
                    <a:pt x="160655" y="296720"/>
                  </a:lnTo>
                  <a:lnTo>
                    <a:pt x="160655" y="293441"/>
                  </a:lnTo>
                  <a:lnTo>
                    <a:pt x="160655" y="293441"/>
                  </a:lnTo>
                  <a:lnTo>
                    <a:pt x="157376" y="290163"/>
                  </a:lnTo>
                  <a:lnTo>
                    <a:pt x="154098" y="288523"/>
                  </a:lnTo>
                  <a:lnTo>
                    <a:pt x="149180" y="285245"/>
                  </a:lnTo>
                  <a:lnTo>
                    <a:pt x="145901" y="285245"/>
                  </a:lnTo>
                  <a:lnTo>
                    <a:pt x="142622" y="285245"/>
                  </a:lnTo>
                  <a:lnTo>
                    <a:pt x="139344" y="285245"/>
                  </a:lnTo>
                  <a:lnTo>
                    <a:pt x="134425" y="283605"/>
                  </a:lnTo>
                  <a:lnTo>
                    <a:pt x="131147" y="281966"/>
                  </a:lnTo>
                  <a:lnTo>
                    <a:pt x="127868" y="278687"/>
                  </a:lnTo>
                  <a:lnTo>
                    <a:pt x="127868" y="275409"/>
                  </a:lnTo>
                  <a:lnTo>
                    <a:pt x="124590" y="273769"/>
                  </a:lnTo>
                  <a:lnTo>
                    <a:pt x="121311" y="270491"/>
                  </a:lnTo>
                  <a:lnTo>
                    <a:pt x="116393" y="267212"/>
                  </a:lnTo>
                  <a:lnTo>
                    <a:pt x="114754" y="262294"/>
                  </a:lnTo>
                  <a:lnTo>
                    <a:pt x="111475" y="259015"/>
                  </a:lnTo>
                  <a:lnTo>
                    <a:pt x="111475" y="255737"/>
                  </a:lnTo>
                  <a:lnTo>
                    <a:pt x="108196" y="250819"/>
                  </a:lnTo>
                  <a:lnTo>
                    <a:pt x="106557" y="247540"/>
                  </a:lnTo>
                  <a:lnTo>
                    <a:pt x="101639" y="244261"/>
                  </a:lnTo>
                  <a:lnTo>
                    <a:pt x="98360" y="240983"/>
                  </a:lnTo>
                  <a:lnTo>
                    <a:pt x="95081" y="236065"/>
                  </a:lnTo>
                  <a:lnTo>
                    <a:pt x="91803" y="232786"/>
                  </a:lnTo>
                  <a:lnTo>
                    <a:pt x="88524" y="229507"/>
                  </a:lnTo>
                  <a:lnTo>
                    <a:pt x="86885" y="229507"/>
                  </a:lnTo>
                  <a:lnTo>
                    <a:pt x="83606" y="227868"/>
                  </a:lnTo>
                  <a:lnTo>
                    <a:pt x="80327" y="226229"/>
                  </a:lnTo>
                  <a:lnTo>
                    <a:pt x="77049" y="221310"/>
                  </a:lnTo>
                  <a:lnTo>
                    <a:pt x="75410" y="218032"/>
                  </a:lnTo>
                  <a:lnTo>
                    <a:pt x="72131" y="214753"/>
                  </a:lnTo>
                  <a:lnTo>
                    <a:pt x="68852" y="211475"/>
                  </a:lnTo>
                  <a:lnTo>
                    <a:pt x="65573" y="208196"/>
                  </a:lnTo>
                  <a:lnTo>
                    <a:pt x="62295" y="204917"/>
                  </a:lnTo>
                  <a:lnTo>
                    <a:pt x="59016" y="201638"/>
                  </a:lnTo>
                  <a:lnTo>
                    <a:pt x="55737" y="196720"/>
                  </a:lnTo>
                  <a:lnTo>
                    <a:pt x="52458" y="195081"/>
                  </a:lnTo>
                  <a:lnTo>
                    <a:pt x="50820" y="191803"/>
                  </a:lnTo>
                  <a:lnTo>
                    <a:pt x="49180" y="188524"/>
                  </a:lnTo>
                  <a:lnTo>
                    <a:pt x="47541" y="183606"/>
                  </a:lnTo>
                  <a:lnTo>
                    <a:pt x="44262" y="181966"/>
                  </a:lnTo>
                  <a:lnTo>
                    <a:pt x="39344" y="178688"/>
                  </a:lnTo>
                  <a:lnTo>
                    <a:pt x="39344" y="177048"/>
                  </a:lnTo>
                  <a:lnTo>
                    <a:pt x="39344" y="172130"/>
                  </a:lnTo>
                  <a:lnTo>
                    <a:pt x="37705" y="168852"/>
                  </a:lnTo>
                  <a:lnTo>
                    <a:pt x="40983" y="165573"/>
                  </a:lnTo>
                  <a:lnTo>
                    <a:pt x="37705" y="163934"/>
                  </a:lnTo>
                  <a:lnTo>
                    <a:pt x="36065" y="160655"/>
                  </a:lnTo>
                  <a:lnTo>
                    <a:pt x="37705" y="155737"/>
                  </a:lnTo>
                  <a:lnTo>
                    <a:pt x="37705" y="152458"/>
                  </a:lnTo>
                  <a:lnTo>
                    <a:pt x="37705" y="147540"/>
                  </a:lnTo>
                  <a:lnTo>
                    <a:pt x="39344" y="144262"/>
                  </a:lnTo>
                  <a:lnTo>
                    <a:pt x="40983" y="140983"/>
                  </a:lnTo>
                  <a:lnTo>
                    <a:pt x="37705" y="139344"/>
                  </a:lnTo>
                  <a:lnTo>
                    <a:pt x="36065" y="144262"/>
                  </a:lnTo>
                  <a:lnTo>
                    <a:pt x="34426" y="147540"/>
                  </a:lnTo>
                  <a:lnTo>
                    <a:pt x="34426" y="150819"/>
                  </a:lnTo>
                  <a:lnTo>
                    <a:pt x="34426" y="155737"/>
                  </a:lnTo>
                  <a:lnTo>
                    <a:pt x="31147" y="154098"/>
                  </a:lnTo>
                  <a:lnTo>
                    <a:pt x="32787" y="152458"/>
                  </a:lnTo>
                  <a:lnTo>
                    <a:pt x="32787" y="147540"/>
                  </a:lnTo>
                  <a:lnTo>
                    <a:pt x="34426" y="144262"/>
                  </a:lnTo>
                  <a:lnTo>
                    <a:pt x="31147" y="140983"/>
                  </a:lnTo>
                  <a:lnTo>
                    <a:pt x="29508" y="137704"/>
                  </a:lnTo>
                  <a:lnTo>
                    <a:pt x="26229" y="132786"/>
                  </a:lnTo>
                  <a:lnTo>
                    <a:pt x="24590" y="129508"/>
                  </a:lnTo>
                  <a:lnTo>
                    <a:pt x="22951" y="126229"/>
                  </a:lnTo>
                  <a:lnTo>
                    <a:pt x="18033" y="126229"/>
                  </a:lnTo>
                  <a:lnTo>
                    <a:pt x="14754" y="122950"/>
                  </a:lnTo>
                  <a:lnTo>
                    <a:pt x="11475" y="119672"/>
                  </a:lnTo>
                  <a:lnTo>
                    <a:pt x="8197" y="118032"/>
                  </a:lnTo>
                  <a:lnTo>
                    <a:pt x="3278" y="118032"/>
                  </a:lnTo>
                  <a:lnTo>
                    <a:pt x="1639" y="114754"/>
                  </a:lnTo>
                  <a:lnTo>
                    <a:pt x="0" y="109836"/>
                  </a:lnTo>
                  <a:lnTo>
                    <a:pt x="1639" y="106557"/>
                  </a:lnTo>
                  <a:lnTo>
                    <a:pt x="6557" y="103278"/>
                  </a:lnTo>
                  <a:lnTo>
                    <a:pt x="6557" y="103278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60" name="Freeform 4559">
              <a:extLst>
                <a:ext uri="{FF2B5EF4-FFF2-40B4-BE49-F238E27FC236}">
                  <a16:creationId xmlns:a16="http://schemas.microsoft.com/office/drawing/2014/main" id="{BD35F97B-4FA0-C346-8807-DD040CEF5AF1}"/>
                </a:ext>
              </a:extLst>
            </p:cNvPr>
            <p:cNvSpPr/>
            <p:nvPr/>
          </p:nvSpPr>
          <p:spPr>
            <a:xfrm>
              <a:off x="7464846" y="2062447"/>
              <a:ext cx="47540" cy="29508"/>
            </a:xfrm>
            <a:custGeom>
              <a:avLst/>
              <a:gdLst>
                <a:gd name="connsiteX0" fmla="*/ 31147 w 47540"/>
                <a:gd name="connsiteY0" fmla="*/ 27869 h 29508"/>
                <a:gd name="connsiteX1" fmla="*/ 32787 w 47540"/>
                <a:gd name="connsiteY1" fmla="*/ 26229 h 29508"/>
                <a:gd name="connsiteX2" fmla="*/ 32787 w 47540"/>
                <a:gd name="connsiteY2" fmla="*/ 26229 h 29508"/>
                <a:gd name="connsiteX3" fmla="*/ 32787 w 47540"/>
                <a:gd name="connsiteY3" fmla="*/ 24590 h 29508"/>
                <a:gd name="connsiteX4" fmla="*/ 32787 w 47540"/>
                <a:gd name="connsiteY4" fmla="*/ 22951 h 29508"/>
                <a:gd name="connsiteX5" fmla="*/ 31147 w 47540"/>
                <a:gd name="connsiteY5" fmla="*/ 21311 h 29508"/>
                <a:gd name="connsiteX6" fmla="*/ 29508 w 47540"/>
                <a:gd name="connsiteY6" fmla="*/ 19672 h 29508"/>
                <a:gd name="connsiteX7" fmla="*/ 27869 w 47540"/>
                <a:gd name="connsiteY7" fmla="*/ 18033 h 29508"/>
                <a:gd name="connsiteX8" fmla="*/ 27869 w 47540"/>
                <a:gd name="connsiteY8" fmla="*/ 18033 h 29508"/>
                <a:gd name="connsiteX9" fmla="*/ 27869 w 47540"/>
                <a:gd name="connsiteY9" fmla="*/ 18033 h 29508"/>
                <a:gd name="connsiteX10" fmla="*/ 26229 w 47540"/>
                <a:gd name="connsiteY10" fmla="*/ 18033 h 29508"/>
                <a:gd name="connsiteX11" fmla="*/ 26229 w 47540"/>
                <a:gd name="connsiteY11" fmla="*/ 19672 h 29508"/>
                <a:gd name="connsiteX12" fmla="*/ 24590 w 47540"/>
                <a:gd name="connsiteY12" fmla="*/ 19672 h 29508"/>
                <a:gd name="connsiteX13" fmla="*/ 22951 w 47540"/>
                <a:gd name="connsiteY13" fmla="*/ 19672 h 29508"/>
                <a:gd name="connsiteX14" fmla="*/ 22951 w 47540"/>
                <a:gd name="connsiteY14" fmla="*/ 21311 h 29508"/>
                <a:gd name="connsiteX15" fmla="*/ 21311 w 47540"/>
                <a:gd name="connsiteY15" fmla="*/ 19672 h 29508"/>
                <a:gd name="connsiteX16" fmla="*/ 19672 w 47540"/>
                <a:gd name="connsiteY16" fmla="*/ 19672 h 29508"/>
                <a:gd name="connsiteX17" fmla="*/ 18033 w 47540"/>
                <a:gd name="connsiteY17" fmla="*/ 18033 h 29508"/>
                <a:gd name="connsiteX18" fmla="*/ 16393 w 47540"/>
                <a:gd name="connsiteY18" fmla="*/ 16393 h 29508"/>
                <a:gd name="connsiteX19" fmla="*/ 14754 w 47540"/>
                <a:gd name="connsiteY19" fmla="*/ 16393 h 29508"/>
                <a:gd name="connsiteX20" fmla="*/ 13114 w 47540"/>
                <a:gd name="connsiteY20" fmla="*/ 16393 h 29508"/>
                <a:gd name="connsiteX21" fmla="*/ 13114 w 47540"/>
                <a:gd name="connsiteY21" fmla="*/ 16393 h 29508"/>
                <a:gd name="connsiteX22" fmla="*/ 11476 w 47540"/>
                <a:gd name="connsiteY22" fmla="*/ 16393 h 29508"/>
                <a:gd name="connsiteX23" fmla="*/ 9836 w 47540"/>
                <a:gd name="connsiteY23" fmla="*/ 16393 h 29508"/>
                <a:gd name="connsiteX24" fmla="*/ 8197 w 47540"/>
                <a:gd name="connsiteY24" fmla="*/ 18033 h 29508"/>
                <a:gd name="connsiteX25" fmla="*/ 6557 w 47540"/>
                <a:gd name="connsiteY25" fmla="*/ 18033 h 29508"/>
                <a:gd name="connsiteX26" fmla="*/ 4918 w 47540"/>
                <a:gd name="connsiteY26" fmla="*/ 16393 h 29508"/>
                <a:gd name="connsiteX27" fmla="*/ 3279 w 47540"/>
                <a:gd name="connsiteY27" fmla="*/ 14754 h 29508"/>
                <a:gd name="connsiteX28" fmla="*/ 1639 w 47540"/>
                <a:gd name="connsiteY28" fmla="*/ 13115 h 29508"/>
                <a:gd name="connsiteX29" fmla="*/ 0 w 47540"/>
                <a:gd name="connsiteY29" fmla="*/ 13115 h 29508"/>
                <a:gd name="connsiteX30" fmla="*/ 0 w 47540"/>
                <a:gd name="connsiteY30" fmla="*/ 9836 h 29508"/>
                <a:gd name="connsiteX31" fmla="*/ 0 w 47540"/>
                <a:gd name="connsiteY31" fmla="*/ 9836 h 29508"/>
                <a:gd name="connsiteX32" fmla="*/ 1639 w 47540"/>
                <a:gd name="connsiteY32" fmla="*/ 8197 h 29508"/>
                <a:gd name="connsiteX33" fmla="*/ 3279 w 47540"/>
                <a:gd name="connsiteY33" fmla="*/ 6557 h 29508"/>
                <a:gd name="connsiteX34" fmla="*/ 4918 w 47540"/>
                <a:gd name="connsiteY34" fmla="*/ 6557 h 29508"/>
                <a:gd name="connsiteX35" fmla="*/ 6557 w 47540"/>
                <a:gd name="connsiteY35" fmla="*/ 4918 h 29508"/>
                <a:gd name="connsiteX36" fmla="*/ 6557 w 47540"/>
                <a:gd name="connsiteY36" fmla="*/ 3279 h 29508"/>
                <a:gd name="connsiteX37" fmla="*/ 8197 w 47540"/>
                <a:gd name="connsiteY37" fmla="*/ 3279 h 29508"/>
                <a:gd name="connsiteX38" fmla="*/ 11476 w 47540"/>
                <a:gd name="connsiteY38" fmla="*/ 4918 h 29508"/>
                <a:gd name="connsiteX39" fmla="*/ 13114 w 47540"/>
                <a:gd name="connsiteY39" fmla="*/ 6557 h 29508"/>
                <a:gd name="connsiteX40" fmla="*/ 13114 w 47540"/>
                <a:gd name="connsiteY40" fmla="*/ 9836 h 29508"/>
                <a:gd name="connsiteX41" fmla="*/ 13114 w 47540"/>
                <a:gd name="connsiteY41" fmla="*/ 9836 h 29508"/>
                <a:gd name="connsiteX42" fmla="*/ 14754 w 47540"/>
                <a:gd name="connsiteY42" fmla="*/ 11475 h 29508"/>
                <a:gd name="connsiteX43" fmla="*/ 14754 w 47540"/>
                <a:gd name="connsiteY43" fmla="*/ 13115 h 29508"/>
                <a:gd name="connsiteX44" fmla="*/ 16393 w 47540"/>
                <a:gd name="connsiteY44" fmla="*/ 13115 h 29508"/>
                <a:gd name="connsiteX45" fmla="*/ 16393 w 47540"/>
                <a:gd name="connsiteY45" fmla="*/ 11475 h 29508"/>
                <a:gd name="connsiteX46" fmla="*/ 16393 w 47540"/>
                <a:gd name="connsiteY46" fmla="*/ 9836 h 29508"/>
                <a:gd name="connsiteX47" fmla="*/ 16393 w 47540"/>
                <a:gd name="connsiteY47" fmla="*/ 8197 h 29508"/>
                <a:gd name="connsiteX48" fmla="*/ 14754 w 47540"/>
                <a:gd name="connsiteY48" fmla="*/ 6557 h 29508"/>
                <a:gd name="connsiteX49" fmla="*/ 16393 w 47540"/>
                <a:gd name="connsiteY49" fmla="*/ 6557 h 29508"/>
                <a:gd name="connsiteX50" fmla="*/ 18033 w 47540"/>
                <a:gd name="connsiteY50" fmla="*/ 8197 h 29508"/>
                <a:gd name="connsiteX51" fmla="*/ 19672 w 47540"/>
                <a:gd name="connsiteY51" fmla="*/ 9836 h 29508"/>
                <a:gd name="connsiteX52" fmla="*/ 22951 w 47540"/>
                <a:gd name="connsiteY52" fmla="*/ 9836 h 29508"/>
                <a:gd name="connsiteX53" fmla="*/ 22951 w 47540"/>
                <a:gd name="connsiteY53" fmla="*/ 8197 h 29508"/>
                <a:gd name="connsiteX54" fmla="*/ 24590 w 47540"/>
                <a:gd name="connsiteY54" fmla="*/ 6557 h 29508"/>
                <a:gd name="connsiteX55" fmla="*/ 26229 w 47540"/>
                <a:gd name="connsiteY55" fmla="*/ 6557 h 29508"/>
                <a:gd name="connsiteX56" fmla="*/ 26229 w 47540"/>
                <a:gd name="connsiteY56" fmla="*/ 4918 h 29508"/>
                <a:gd name="connsiteX57" fmla="*/ 24590 w 47540"/>
                <a:gd name="connsiteY57" fmla="*/ 4918 h 29508"/>
                <a:gd name="connsiteX58" fmla="*/ 21311 w 47540"/>
                <a:gd name="connsiteY58" fmla="*/ 3279 h 29508"/>
                <a:gd name="connsiteX59" fmla="*/ 19672 w 47540"/>
                <a:gd name="connsiteY59" fmla="*/ 3279 h 29508"/>
                <a:gd name="connsiteX60" fmla="*/ 16393 w 47540"/>
                <a:gd name="connsiteY60" fmla="*/ 1639 h 29508"/>
                <a:gd name="connsiteX61" fmla="*/ 16393 w 47540"/>
                <a:gd name="connsiteY61" fmla="*/ 0 h 29508"/>
                <a:gd name="connsiteX62" fmla="*/ 18033 w 47540"/>
                <a:gd name="connsiteY62" fmla="*/ 0 h 29508"/>
                <a:gd name="connsiteX63" fmla="*/ 19672 w 47540"/>
                <a:gd name="connsiteY63" fmla="*/ 0 h 29508"/>
                <a:gd name="connsiteX64" fmla="*/ 21311 w 47540"/>
                <a:gd name="connsiteY64" fmla="*/ 1639 h 29508"/>
                <a:gd name="connsiteX65" fmla="*/ 22951 w 47540"/>
                <a:gd name="connsiteY65" fmla="*/ 1639 h 29508"/>
                <a:gd name="connsiteX66" fmla="*/ 24590 w 47540"/>
                <a:gd name="connsiteY66" fmla="*/ 1639 h 29508"/>
                <a:gd name="connsiteX67" fmla="*/ 26229 w 47540"/>
                <a:gd name="connsiteY67" fmla="*/ 1639 h 29508"/>
                <a:gd name="connsiteX68" fmla="*/ 26229 w 47540"/>
                <a:gd name="connsiteY68" fmla="*/ 3279 h 29508"/>
                <a:gd name="connsiteX69" fmla="*/ 26229 w 47540"/>
                <a:gd name="connsiteY69" fmla="*/ 4918 h 29508"/>
                <a:gd name="connsiteX70" fmla="*/ 26229 w 47540"/>
                <a:gd name="connsiteY70" fmla="*/ 6557 h 29508"/>
                <a:gd name="connsiteX71" fmla="*/ 27869 w 47540"/>
                <a:gd name="connsiteY71" fmla="*/ 8197 h 29508"/>
                <a:gd name="connsiteX72" fmla="*/ 27869 w 47540"/>
                <a:gd name="connsiteY72" fmla="*/ 9836 h 29508"/>
                <a:gd name="connsiteX73" fmla="*/ 29508 w 47540"/>
                <a:gd name="connsiteY73" fmla="*/ 9836 h 29508"/>
                <a:gd name="connsiteX74" fmla="*/ 31147 w 47540"/>
                <a:gd name="connsiteY74" fmla="*/ 13115 h 29508"/>
                <a:gd name="connsiteX75" fmla="*/ 31147 w 47540"/>
                <a:gd name="connsiteY75" fmla="*/ 13115 h 29508"/>
                <a:gd name="connsiteX76" fmla="*/ 32787 w 47540"/>
                <a:gd name="connsiteY76" fmla="*/ 13115 h 29508"/>
                <a:gd name="connsiteX77" fmla="*/ 34426 w 47540"/>
                <a:gd name="connsiteY77" fmla="*/ 13115 h 29508"/>
                <a:gd name="connsiteX78" fmla="*/ 37705 w 47540"/>
                <a:gd name="connsiteY78" fmla="*/ 13115 h 29508"/>
                <a:gd name="connsiteX79" fmla="*/ 39344 w 47540"/>
                <a:gd name="connsiteY79" fmla="*/ 13115 h 29508"/>
                <a:gd name="connsiteX80" fmla="*/ 40983 w 47540"/>
                <a:gd name="connsiteY80" fmla="*/ 13115 h 29508"/>
                <a:gd name="connsiteX81" fmla="*/ 42623 w 47540"/>
                <a:gd name="connsiteY81" fmla="*/ 13115 h 29508"/>
                <a:gd name="connsiteX82" fmla="*/ 44262 w 47540"/>
                <a:gd name="connsiteY82" fmla="*/ 13115 h 29508"/>
                <a:gd name="connsiteX83" fmla="*/ 44262 w 47540"/>
                <a:gd name="connsiteY83" fmla="*/ 13115 h 29508"/>
                <a:gd name="connsiteX84" fmla="*/ 45901 w 47540"/>
                <a:gd name="connsiteY84" fmla="*/ 13115 h 29508"/>
                <a:gd name="connsiteX85" fmla="*/ 45901 w 47540"/>
                <a:gd name="connsiteY85" fmla="*/ 14754 h 29508"/>
                <a:gd name="connsiteX86" fmla="*/ 47541 w 47540"/>
                <a:gd name="connsiteY86" fmla="*/ 16393 h 29508"/>
                <a:gd name="connsiteX87" fmla="*/ 47541 w 47540"/>
                <a:gd name="connsiteY87" fmla="*/ 19672 h 29508"/>
                <a:gd name="connsiteX88" fmla="*/ 47541 w 47540"/>
                <a:gd name="connsiteY88" fmla="*/ 21311 h 29508"/>
                <a:gd name="connsiteX89" fmla="*/ 45901 w 47540"/>
                <a:gd name="connsiteY89" fmla="*/ 22951 h 29508"/>
                <a:gd name="connsiteX90" fmla="*/ 44262 w 47540"/>
                <a:gd name="connsiteY90" fmla="*/ 22951 h 29508"/>
                <a:gd name="connsiteX91" fmla="*/ 44262 w 47540"/>
                <a:gd name="connsiteY91" fmla="*/ 22951 h 29508"/>
                <a:gd name="connsiteX92" fmla="*/ 42623 w 47540"/>
                <a:gd name="connsiteY92" fmla="*/ 24590 h 29508"/>
                <a:gd name="connsiteX93" fmla="*/ 40983 w 47540"/>
                <a:gd name="connsiteY93" fmla="*/ 24590 h 29508"/>
                <a:gd name="connsiteX94" fmla="*/ 39344 w 47540"/>
                <a:gd name="connsiteY94" fmla="*/ 24590 h 29508"/>
                <a:gd name="connsiteX95" fmla="*/ 37705 w 47540"/>
                <a:gd name="connsiteY95" fmla="*/ 26229 h 29508"/>
                <a:gd name="connsiteX96" fmla="*/ 37705 w 47540"/>
                <a:gd name="connsiteY96" fmla="*/ 27869 h 29508"/>
                <a:gd name="connsiteX97" fmla="*/ 36066 w 47540"/>
                <a:gd name="connsiteY97" fmla="*/ 26229 h 29508"/>
                <a:gd name="connsiteX98" fmla="*/ 34426 w 47540"/>
                <a:gd name="connsiteY98" fmla="*/ 27869 h 29508"/>
                <a:gd name="connsiteX99" fmla="*/ 34426 w 47540"/>
                <a:gd name="connsiteY99" fmla="*/ 27869 h 29508"/>
                <a:gd name="connsiteX100" fmla="*/ 34426 w 47540"/>
                <a:gd name="connsiteY100" fmla="*/ 29508 h 29508"/>
                <a:gd name="connsiteX101" fmla="*/ 34426 w 47540"/>
                <a:gd name="connsiteY101" fmla="*/ 29508 h 29508"/>
                <a:gd name="connsiteX102" fmla="*/ 31147 w 47540"/>
                <a:gd name="connsiteY102" fmla="*/ 27869 h 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7540" h="29508">
                  <a:moveTo>
                    <a:pt x="31147" y="27869"/>
                  </a:moveTo>
                  <a:lnTo>
                    <a:pt x="32787" y="26229"/>
                  </a:lnTo>
                  <a:lnTo>
                    <a:pt x="32787" y="26229"/>
                  </a:lnTo>
                  <a:lnTo>
                    <a:pt x="32787" y="24590"/>
                  </a:lnTo>
                  <a:lnTo>
                    <a:pt x="32787" y="22951"/>
                  </a:lnTo>
                  <a:lnTo>
                    <a:pt x="31147" y="21311"/>
                  </a:lnTo>
                  <a:lnTo>
                    <a:pt x="29508" y="19672"/>
                  </a:lnTo>
                  <a:lnTo>
                    <a:pt x="27869" y="18033"/>
                  </a:lnTo>
                  <a:lnTo>
                    <a:pt x="27869" y="18033"/>
                  </a:lnTo>
                  <a:lnTo>
                    <a:pt x="27869" y="18033"/>
                  </a:lnTo>
                  <a:lnTo>
                    <a:pt x="26229" y="18033"/>
                  </a:lnTo>
                  <a:lnTo>
                    <a:pt x="26229" y="19672"/>
                  </a:lnTo>
                  <a:lnTo>
                    <a:pt x="24590" y="19672"/>
                  </a:lnTo>
                  <a:lnTo>
                    <a:pt x="22951" y="19672"/>
                  </a:lnTo>
                  <a:lnTo>
                    <a:pt x="22951" y="21311"/>
                  </a:lnTo>
                  <a:lnTo>
                    <a:pt x="21311" y="19672"/>
                  </a:lnTo>
                  <a:lnTo>
                    <a:pt x="19672" y="19672"/>
                  </a:lnTo>
                  <a:lnTo>
                    <a:pt x="18033" y="18033"/>
                  </a:lnTo>
                  <a:lnTo>
                    <a:pt x="16393" y="16393"/>
                  </a:lnTo>
                  <a:lnTo>
                    <a:pt x="14754" y="16393"/>
                  </a:lnTo>
                  <a:lnTo>
                    <a:pt x="13114" y="16393"/>
                  </a:lnTo>
                  <a:lnTo>
                    <a:pt x="13114" y="16393"/>
                  </a:lnTo>
                  <a:lnTo>
                    <a:pt x="11476" y="16393"/>
                  </a:lnTo>
                  <a:lnTo>
                    <a:pt x="9836" y="16393"/>
                  </a:lnTo>
                  <a:lnTo>
                    <a:pt x="8197" y="18033"/>
                  </a:lnTo>
                  <a:lnTo>
                    <a:pt x="6557" y="18033"/>
                  </a:lnTo>
                  <a:lnTo>
                    <a:pt x="4918" y="16393"/>
                  </a:lnTo>
                  <a:lnTo>
                    <a:pt x="3279" y="14754"/>
                  </a:lnTo>
                  <a:lnTo>
                    <a:pt x="1639" y="13115"/>
                  </a:lnTo>
                  <a:lnTo>
                    <a:pt x="0" y="13115"/>
                  </a:lnTo>
                  <a:lnTo>
                    <a:pt x="0" y="9836"/>
                  </a:lnTo>
                  <a:lnTo>
                    <a:pt x="0" y="9836"/>
                  </a:lnTo>
                  <a:lnTo>
                    <a:pt x="1639" y="8197"/>
                  </a:lnTo>
                  <a:lnTo>
                    <a:pt x="3279" y="6557"/>
                  </a:lnTo>
                  <a:lnTo>
                    <a:pt x="4918" y="6557"/>
                  </a:lnTo>
                  <a:lnTo>
                    <a:pt x="6557" y="4918"/>
                  </a:lnTo>
                  <a:lnTo>
                    <a:pt x="6557" y="3279"/>
                  </a:lnTo>
                  <a:lnTo>
                    <a:pt x="8197" y="3279"/>
                  </a:lnTo>
                  <a:lnTo>
                    <a:pt x="11476" y="4918"/>
                  </a:lnTo>
                  <a:lnTo>
                    <a:pt x="13114" y="6557"/>
                  </a:lnTo>
                  <a:lnTo>
                    <a:pt x="13114" y="9836"/>
                  </a:lnTo>
                  <a:lnTo>
                    <a:pt x="13114" y="9836"/>
                  </a:lnTo>
                  <a:lnTo>
                    <a:pt x="14754" y="11475"/>
                  </a:lnTo>
                  <a:lnTo>
                    <a:pt x="14754" y="13115"/>
                  </a:lnTo>
                  <a:lnTo>
                    <a:pt x="16393" y="13115"/>
                  </a:lnTo>
                  <a:lnTo>
                    <a:pt x="16393" y="11475"/>
                  </a:lnTo>
                  <a:lnTo>
                    <a:pt x="16393" y="9836"/>
                  </a:lnTo>
                  <a:lnTo>
                    <a:pt x="16393" y="8197"/>
                  </a:lnTo>
                  <a:lnTo>
                    <a:pt x="14754" y="6557"/>
                  </a:lnTo>
                  <a:lnTo>
                    <a:pt x="16393" y="6557"/>
                  </a:lnTo>
                  <a:lnTo>
                    <a:pt x="18033" y="8197"/>
                  </a:lnTo>
                  <a:lnTo>
                    <a:pt x="19672" y="9836"/>
                  </a:lnTo>
                  <a:lnTo>
                    <a:pt x="22951" y="9836"/>
                  </a:lnTo>
                  <a:lnTo>
                    <a:pt x="22951" y="8197"/>
                  </a:lnTo>
                  <a:lnTo>
                    <a:pt x="24590" y="6557"/>
                  </a:lnTo>
                  <a:lnTo>
                    <a:pt x="26229" y="6557"/>
                  </a:lnTo>
                  <a:lnTo>
                    <a:pt x="26229" y="4918"/>
                  </a:lnTo>
                  <a:lnTo>
                    <a:pt x="24590" y="4918"/>
                  </a:lnTo>
                  <a:lnTo>
                    <a:pt x="21311" y="3279"/>
                  </a:lnTo>
                  <a:lnTo>
                    <a:pt x="19672" y="3279"/>
                  </a:lnTo>
                  <a:lnTo>
                    <a:pt x="16393" y="1639"/>
                  </a:lnTo>
                  <a:lnTo>
                    <a:pt x="16393" y="0"/>
                  </a:lnTo>
                  <a:lnTo>
                    <a:pt x="18033" y="0"/>
                  </a:lnTo>
                  <a:lnTo>
                    <a:pt x="19672" y="0"/>
                  </a:lnTo>
                  <a:lnTo>
                    <a:pt x="21311" y="1639"/>
                  </a:lnTo>
                  <a:lnTo>
                    <a:pt x="22951" y="1639"/>
                  </a:lnTo>
                  <a:lnTo>
                    <a:pt x="24590" y="1639"/>
                  </a:lnTo>
                  <a:lnTo>
                    <a:pt x="26229" y="1639"/>
                  </a:lnTo>
                  <a:lnTo>
                    <a:pt x="26229" y="3279"/>
                  </a:lnTo>
                  <a:lnTo>
                    <a:pt x="26229" y="4918"/>
                  </a:lnTo>
                  <a:lnTo>
                    <a:pt x="26229" y="6557"/>
                  </a:lnTo>
                  <a:lnTo>
                    <a:pt x="27869" y="8197"/>
                  </a:lnTo>
                  <a:lnTo>
                    <a:pt x="27869" y="9836"/>
                  </a:lnTo>
                  <a:lnTo>
                    <a:pt x="29508" y="9836"/>
                  </a:lnTo>
                  <a:lnTo>
                    <a:pt x="31147" y="13115"/>
                  </a:lnTo>
                  <a:lnTo>
                    <a:pt x="31147" y="13115"/>
                  </a:lnTo>
                  <a:lnTo>
                    <a:pt x="32787" y="13115"/>
                  </a:lnTo>
                  <a:lnTo>
                    <a:pt x="34426" y="13115"/>
                  </a:lnTo>
                  <a:lnTo>
                    <a:pt x="37705" y="13115"/>
                  </a:lnTo>
                  <a:lnTo>
                    <a:pt x="39344" y="13115"/>
                  </a:lnTo>
                  <a:lnTo>
                    <a:pt x="40983" y="13115"/>
                  </a:lnTo>
                  <a:lnTo>
                    <a:pt x="42623" y="13115"/>
                  </a:lnTo>
                  <a:lnTo>
                    <a:pt x="44262" y="13115"/>
                  </a:lnTo>
                  <a:lnTo>
                    <a:pt x="44262" y="13115"/>
                  </a:lnTo>
                  <a:lnTo>
                    <a:pt x="45901" y="13115"/>
                  </a:lnTo>
                  <a:lnTo>
                    <a:pt x="45901" y="14754"/>
                  </a:lnTo>
                  <a:lnTo>
                    <a:pt x="47541" y="16393"/>
                  </a:lnTo>
                  <a:lnTo>
                    <a:pt x="47541" y="19672"/>
                  </a:lnTo>
                  <a:lnTo>
                    <a:pt x="47541" y="21311"/>
                  </a:lnTo>
                  <a:lnTo>
                    <a:pt x="45901" y="22951"/>
                  </a:lnTo>
                  <a:lnTo>
                    <a:pt x="44262" y="22951"/>
                  </a:lnTo>
                  <a:lnTo>
                    <a:pt x="44262" y="22951"/>
                  </a:lnTo>
                  <a:lnTo>
                    <a:pt x="42623" y="24590"/>
                  </a:lnTo>
                  <a:lnTo>
                    <a:pt x="40983" y="24590"/>
                  </a:lnTo>
                  <a:lnTo>
                    <a:pt x="39344" y="24590"/>
                  </a:lnTo>
                  <a:lnTo>
                    <a:pt x="37705" y="26229"/>
                  </a:lnTo>
                  <a:lnTo>
                    <a:pt x="37705" y="27869"/>
                  </a:lnTo>
                  <a:lnTo>
                    <a:pt x="36066" y="26229"/>
                  </a:lnTo>
                  <a:lnTo>
                    <a:pt x="34426" y="27869"/>
                  </a:lnTo>
                  <a:lnTo>
                    <a:pt x="34426" y="27869"/>
                  </a:lnTo>
                  <a:lnTo>
                    <a:pt x="34426" y="29508"/>
                  </a:lnTo>
                  <a:lnTo>
                    <a:pt x="34426" y="29508"/>
                  </a:lnTo>
                  <a:lnTo>
                    <a:pt x="31147" y="27869"/>
                  </a:lnTo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61" name="Freeform 4560">
              <a:extLst>
                <a:ext uri="{FF2B5EF4-FFF2-40B4-BE49-F238E27FC236}">
                  <a16:creationId xmlns:a16="http://schemas.microsoft.com/office/drawing/2014/main" id="{53B0DB2A-221E-9142-8A3A-B814D1666B6A}"/>
                </a:ext>
              </a:extLst>
            </p:cNvPr>
            <p:cNvSpPr/>
            <p:nvPr/>
          </p:nvSpPr>
          <p:spPr>
            <a:xfrm>
              <a:off x="6669767" y="4541124"/>
              <a:ext cx="49180" cy="216392"/>
            </a:xfrm>
            <a:custGeom>
              <a:avLst/>
              <a:gdLst>
                <a:gd name="connsiteX0" fmla="*/ 39344 w 49180"/>
                <a:gd name="connsiteY0" fmla="*/ 186884 h 216392"/>
                <a:gd name="connsiteX1" fmla="*/ 40983 w 49180"/>
                <a:gd name="connsiteY1" fmla="*/ 190163 h 216392"/>
                <a:gd name="connsiteX2" fmla="*/ 42623 w 49180"/>
                <a:gd name="connsiteY2" fmla="*/ 193442 h 216392"/>
                <a:gd name="connsiteX3" fmla="*/ 44262 w 49180"/>
                <a:gd name="connsiteY3" fmla="*/ 196720 h 216392"/>
                <a:gd name="connsiteX4" fmla="*/ 45901 w 49180"/>
                <a:gd name="connsiteY4" fmla="*/ 201638 h 216392"/>
                <a:gd name="connsiteX5" fmla="*/ 45901 w 49180"/>
                <a:gd name="connsiteY5" fmla="*/ 204917 h 216392"/>
                <a:gd name="connsiteX6" fmla="*/ 47541 w 49180"/>
                <a:gd name="connsiteY6" fmla="*/ 208196 h 216392"/>
                <a:gd name="connsiteX7" fmla="*/ 49180 w 49180"/>
                <a:gd name="connsiteY7" fmla="*/ 213114 h 216392"/>
                <a:gd name="connsiteX8" fmla="*/ 47541 w 49180"/>
                <a:gd name="connsiteY8" fmla="*/ 216393 h 216392"/>
                <a:gd name="connsiteX9" fmla="*/ 44262 w 49180"/>
                <a:gd name="connsiteY9" fmla="*/ 213114 h 216392"/>
                <a:gd name="connsiteX10" fmla="*/ 40983 w 49180"/>
                <a:gd name="connsiteY10" fmla="*/ 209835 h 216392"/>
                <a:gd name="connsiteX11" fmla="*/ 37705 w 49180"/>
                <a:gd name="connsiteY11" fmla="*/ 204917 h 216392"/>
                <a:gd name="connsiteX12" fmla="*/ 36066 w 49180"/>
                <a:gd name="connsiteY12" fmla="*/ 203278 h 216392"/>
                <a:gd name="connsiteX13" fmla="*/ 32787 w 49180"/>
                <a:gd name="connsiteY13" fmla="*/ 198360 h 216392"/>
                <a:gd name="connsiteX14" fmla="*/ 32787 w 49180"/>
                <a:gd name="connsiteY14" fmla="*/ 203278 h 216392"/>
                <a:gd name="connsiteX15" fmla="*/ 31147 w 49180"/>
                <a:gd name="connsiteY15" fmla="*/ 206557 h 216392"/>
                <a:gd name="connsiteX16" fmla="*/ 27869 w 49180"/>
                <a:gd name="connsiteY16" fmla="*/ 209835 h 216392"/>
                <a:gd name="connsiteX17" fmla="*/ 26229 w 49180"/>
                <a:gd name="connsiteY17" fmla="*/ 211474 h 216392"/>
                <a:gd name="connsiteX18" fmla="*/ 22951 w 49180"/>
                <a:gd name="connsiteY18" fmla="*/ 206557 h 216392"/>
                <a:gd name="connsiteX19" fmla="*/ 21311 w 49180"/>
                <a:gd name="connsiteY19" fmla="*/ 203278 h 216392"/>
                <a:gd name="connsiteX20" fmla="*/ 21311 w 49180"/>
                <a:gd name="connsiteY20" fmla="*/ 199999 h 216392"/>
                <a:gd name="connsiteX21" fmla="*/ 21311 w 49180"/>
                <a:gd name="connsiteY21" fmla="*/ 195081 h 216392"/>
                <a:gd name="connsiteX22" fmla="*/ 22951 w 49180"/>
                <a:gd name="connsiteY22" fmla="*/ 191803 h 216392"/>
                <a:gd name="connsiteX23" fmla="*/ 24590 w 49180"/>
                <a:gd name="connsiteY23" fmla="*/ 186884 h 216392"/>
                <a:gd name="connsiteX24" fmla="*/ 22951 w 49180"/>
                <a:gd name="connsiteY24" fmla="*/ 183606 h 216392"/>
                <a:gd name="connsiteX25" fmla="*/ 21311 w 49180"/>
                <a:gd name="connsiteY25" fmla="*/ 180327 h 216392"/>
                <a:gd name="connsiteX26" fmla="*/ 16393 w 49180"/>
                <a:gd name="connsiteY26" fmla="*/ 178688 h 216392"/>
                <a:gd name="connsiteX27" fmla="*/ 14754 w 49180"/>
                <a:gd name="connsiteY27" fmla="*/ 175409 h 216392"/>
                <a:gd name="connsiteX28" fmla="*/ 13114 w 49180"/>
                <a:gd name="connsiteY28" fmla="*/ 170491 h 216392"/>
                <a:gd name="connsiteX29" fmla="*/ 14754 w 49180"/>
                <a:gd name="connsiteY29" fmla="*/ 167213 h 216392"/>
                <a:gd name="connsiteX30" fmla="*/ 14754 w 49180"/>
                <a:gd name="connsiteY30" fmla="*/ 163934 h 216392"/>
                <a:gd name="connsiteX31" fmla="*/ 14754 w 49180"/>
                <a:gd name="connsiteY31" fmla="*/ 159016 h 216392"/>
                <a:gd name="connsiteX32" fmla="*/ 14754 w 49180"/>
                <a:gd name="connsiteY32" fmla="*/ 155737 h 216392"/>
                <a:gd name="connsiteX33" fmla="*/ 13114 w 49180"/>
                <a:gd name="connsiteY33" fmla="*/ 150819 h 216392"/>
                <a:gd name="connsiteX34" fmla="*/ 13114 w 49180"/>
                <a:gd name="connsiteY34" fmla="*/ 147540 h 216392"/>
                <a:gd name="connsiteX35" fmla="*/ 13114 w 49180"/>
                <a:gd name="connsiteY35" fmla="*/ 144261 h 216392"/>
                <a:gd name="connsiteX36" fmla="*/ 13114 w 49180"/>
                <a:gd name="connsiteY36" fmla="*/ 144261 h 216392"/>
                <a:gd name="connsiteX37" fmla="*/ 9836 w 49180"/>
                <a:gd name="connsiteY37" fmla="*/ 139344 h 216392"/>
                <a:gd name="connsiteX38" fmla="*/ 8197 w 49180"/>
                <a:gd name="connsiteY38" fmla="*/ 136065 h 216392"/>
                <a:gd name="connsiteX39" fmla="*/ 9836 w 49180"/>
                <a:gd name="connsiteY39" fmla="*/ 131147 h 216392"/>
                <a:gd name="connsiteX40" fmla="*/ 8197 w 49180"/>
                <a:gd name="connsiteY40" fmla="*/ 127868 h 216392"/>
                <a:gd name="connsiteX41" fmla="*/ 4918 w 49180"/>
                <a:gd name="connsiteY41" fmla="*/ 126229 h 216392"/>
                <a:gd name="connsiteX42" fmla="*/ 3279 w 49180"/>
                <a:gd name="connsiteY42" fmla="*/ 121311 h 216392"/>
                <a:gd name="connsiteX43" fmla="*/ 3279 w 49180"/>
                <a:gd name="connsiteY43" fmla="*/ 121311 h 216392"/>
                <a:gd name="connsiteX44" fmla="*/ 3279 w 49180"/>
                <a:gd name="connsiteY44" fmla="*/ 116393 h 216392"/>
                <a:gd name="connsiteX45" fmla="*/ 4918 w 49180"/>
                <a:gd name="connsiteY45" fmla="*/ 113114 h 216392"/>
                <a:gd name="connsiteX46" fmla="*/ 6557 w 49180"/>
                <a:gd name="connsiteY46" fmla="*/ 108196 h 216392"/>
                <a:gd name="connsiteX47" fmla="*/ 9836 w 49180"/>
                <a:gd name="connsiteY47" fmla="*/ 104917 h 216392"/>
                <a:gd name="connsiteX48" fmla="*/ 11476 w 49180"/>
                <a:gd name="connsiteY48" fmla="*/ 101639 h 216392"/>
                <a:gd name="connsiteX49" fmla="*/ 14754 w 49180"/>
                <a:gd name="connsiteY49" fmla="*/ 96721 h 216392"/>
                <a:gd name="connsiteX50" fmla="*/ 14754 w 49180"/>
                <a:gd name="connsiteY50" fmla="*/ 93442 h 216392"/>
                <a:gd name="connsiteX51" fmla="*/ 14754 w 49180"/>
                <a:gd name="connsiteY51" fmla="*/ 91803 h 216392"/>
                <a:gd name="connsiteX52" fmla="*/ 13114 w 49180"/>
                <a:gd name="connsiteY52" fmla="*/ 88524 h 216392"/>
                <a:gd name="connsiteX53" fmla="*/ 13114 w 49180"/>
                <a:gd name="connsiteY53" fmla="*/ 85246 h 216392"/>
                <a:gd name="connsiteX54" fmla="*/ 13114 w 49180"/>
                <a:gd name="connsiteY54" fmla="*/ 80327 h 216392"/>
                <a:gd name="connsiteX55" fmla="*/ 11476 w 49180"/>
                <a:gd name="connsiteY55" fmla="*/ 77049 h 216392"/>
                <a:gd name="connsiteX56" fmla="*/ 11476 w 49180"/>
                <a:gd name="connsiteY56" fmla="*/ 73770 h 216392"/>
                <a:gd name="connsiteX57" fmla="*/ 11476 w 49180"/>
                <a:gd name="connsiteY57" fmla="*/ 68852 h 216392"/>
                <a:gd name="connsiteX58" fmla="*/ 13114 w 49180"/>
                <a:gd name="connsiteY58" fmla="*/ 65573 h 216392"/>
                <a:gd name="connsiteX59" fmla="*/ 13114 w 49180"/>
                <a:gd name="connsiteY59" fmla="*/ 62295 h 216392"/>
                <a:gd name="connsiteX60" fmla="*/ 11476 w 49180"/>
                <a:gd name="connsiteY60" fmla="*/ 57377 h 216392"/>
                <a:gd name="connsiteX61" fmla="*/ 11476 w 49180"/>
                <a:gd name="connsiteY61" fmla="*/ 54098 h 216392"/>
                <a:gd name="connsiteX62" fmla="*/ 11476 w 49180"/>
                <a:gd name="connsiteY62" fmla="*/ 49180 h 216392"/>
                <a:gd name="connsiteX63" fmla="*/ 13114 w 49180"/>
                <a:gd name="connsiteY63" fmla="*/ 45901 h 216392"/>
                <a:gd name="connsiteX64" fmla="*/ 14754 w 49180"/>
                <a:gd name="connsiteY64" fmla="*/ 42623 h 216392"/>
                <a:gd name="connsiteX65" fmla="*/ 13114 w 49180"/>
                <a:gd name="connsiteY65" fmla="*/ 37705 h 216392"/>
                <a:gd name="connsiteX66" fmla="*/ 9836 w 49180"/>
                <a:gd name="connsiteY66" fmla="*/ 34426 h 216392"/>
                <a:gd name="connsiteX67" fmla="*/ 6557 w 49180"/>
                <a:gd name="connsiteY67" fmla="*/ 31147 h 216392"/>
                <a:gd name="connsiteX68" fmla="*/ 4918 w 49180"/>
                <a:gd name="connsiteY68" fmla="*/ 26229 h 216392"/>
                <a:gd name="connsiteX69" fmla="*/ 3279 w 49180"/>
                <a:gd name="connsiteY69" fmla="*/ 22951 h 216392"/>
                <a:gd name="connsiteX70" fmla="*/ 3279 w 49180"/>
                <a:gd name="connsiteY70" fmla="*/ 21311 h 216392"/>
                <a:gd name="connsiteX71" fmla="*/ 1639 w 49180"/>
                <a:gd name="connsiteY71" fmla="*/ 18033 h 216392"/>
                <a:gd name="connsiteX72" fmla="*/ 0 w 49180"/>
                <a:gd name="connsiteY72" fmla="*/ 13114 h 216392"/>
                <a:gd name="connsiteX73" fmla="*/ 1639 w 49180"/>
                <a:gd name="connsiteY73" fmla="*/ 9836 h 216392"/>
                <a:gd name="connsiteX74" fmla="*/ 1639 w 49180"/>
                <a:gd name="connsiteY74" fmla="*/ 9836 h 216392"/>
                <a:gd name="connsiteX75" fmla="*/ 3279 w 49180"/>
                <a:gd name="connsiteY75" fmla="*/ 4918 h 216392"/>
                <a:gd name="connsiteX76" fmla="*/ 3279 w 49180"/>
                <a:gd name="connsiteY76" fmla="*/ 3279 h 216392"/>
                <a:gd name="connsiteX77" fmla="*/ 6557 w 49180"/>
                <a:gd name="connsiteY77" fmla="*/ 0 h 216392"/>
                <a:gd name="connsiteX78" fmla="*/ 9836 w 49180"/>
                <a:gd name="connsiteY78" fmla="*/ 3279 h 216392"/>
                <a:gd name="connsiteX79" fmla="*/ 13114 w 49180"/>
                <a:gd name="connsiteY79" fmla="*/ 6557 h 216392"/>
                <a:gd name="connsiteX80" fmla="*/ 16393 w 49180"/>
                <a:gd name="connsiteY80" fmla="*/ 11476 h 216392"/>
                <a:gd name="connsiteX81" fmla="*/ 19672 w 49180"/>
                <a:gd name="connsiteY81" fmla="*/ 14754 h 216392"/>
                <a:gd name="connsiteX82" fmla="*/ 21311 w 49180"/>
                <a:gd name="connsiteY82" fmla="*/ 18033 h 216392"/>
                <a:gd name="connsiteX83" fmla="*/ 24590 w 49180"/>
                <a:gd name="connsiteY83" fmla="*/ 22951 h 216392"/>
                <a:gd name="connsiteX84" fmla="*/ 24590 w 49180"/>
                <a:gd name="connsiteY84" fmla="*/ 22951 h 216392"/>
                <a:gd name="connsiteX85" fmla="*/ 24590 w 49180"/>
                <a:gd name="connsiteY85" fmla="*/ 27869 h 216392"/>
                <a:gd name="connsiteX86" fmla="*/ 24590 w 49180"/>
                <a:gd name="connsiteY86" fmla="*/ 31147 h 216392"/>
                <a:gd name="connsiteX87" fmla="*/ 26229 w 49180"/>
                <a:gd name="connsiteY87" fmla="*/ 34426 h 216392"/>
                <a:gd name="connsiteX88" fmla="*/ 26229 w 49180"/>
                <a:gd name="connsiteY88" fmla="*/ 39344 h 216392"/>
                <a:gd name="connsiteX89" fmla="*/ 26229 w 49180"/>
                <a:gd name="connsiteY89" fmla="*/ 42623 h 216392"/>
                <a:gd name="connsiteX90" fmla="*/ 26229 w 49180"/>
                <a:gd name="connsiteY90" fmla="*/ 45901 h 216392"/>
                <a:gd name="connsiteX91" fmla="*/ 26229 w 49180"/>
                <a:gd name="connsiteY91" fmla="*/ 47541 h 216392"/>
                <a:gd name="connsiteX92" fmla="*/ 27869 w 49180"/>
                <a:gd name="connsiteY92" fmla="*/ 50820 h 216392"/>
                <a:gd name="connsiteX93" fmla="*/ 29508 w 49180"/>
                <a:gd name="connsiteY93" fmla="*/ 54098 h 216392"/>
                <a:gd name="connsiteX94" fmla="*/ 27869 w 49180"/>
                <a:gd name="connsiteY94" fmla="*/ 59016 h 216392"/>
                <a:gd name="connsiteX95" fmla="*/ 27869 w 49180"/>
                <a:gd name="connsiteY95" fmla="*/ 62295 h 216392"/>
                <a:gd name="connsiteX96" fmla="*/ 26229 w 49180"/>
                <a:gd name="connsiteY96" fmla="*/ 65573 h 216392"/>
                <a:gd name="connsiteX97" fmla="*/ 26229 w 49180"/>
                <a:gd name="connsiteY97" fmla="*/ 70491 h 216392"/>
                <a:gd name="connsiteX98" fmla="*/ 27869 w 49180"/>
                <a:gd name="connsiteY98" fmla="*/ 73770 h 216392"/>
                <a:gd name="connsiteX99" fmla="*/ 31147 w 49180"/>
                <a:gd name="connsiteY99" fmla="*/ 77049 h 216392"/>
                <a:gd name="connsiteX100" fmla="*/ 34426 w 49180"/>
                <a:gd name="connsiteY100" fmla="*/ 80327 h 216392"/>
                <a:gd name="connsiteX101" fmla="*/ 37705 w 49180"/>
                <a:gd name="connsiteY101" fmla="*/ 85246 h 216392"/>
                <a:gd name="connsiteX102" fmla="*/ 39344 w 49180"/>
                <a:gd name="connsiteY102" fmla="*/ 88524 h 216392"/>
                <a:gd name="connsiteX103" fmla="*/ 39344 w 49180"/>
                <a:gd name="connsiteY103" fmla="*/ 91803 h 216392"/>
                <a:gd name="connsiteX104" fmla="*/ 39344 w 49180"/>
                <a:gd name="connsiteY104" fmla="*/ 93442 h 216392"/>
                <a:gd name="connsiteX105" fmla="*/ 39344 w 49180"/>
                <a:gd name="connsiteY105" fmla="*/ 96721 h 216392"/>
                <a:gd name="connsiteX106" fmla="*/ 39344 w 49180"/>
                <a:gd name="connsiteY106" fmla="*/ 101639 h 216392"/>
                <a:gd name="connsiteX107" fmla="*/ 37705 w 49180"/>
                <a:gd name="connsiteY107" fmla="*/ 104917 h 216392"/>
                <a:gd name="connsiteX108" fmla="*/ 36066 w 49180"/>
                <a:gd name="connsiteY108" fmla="*/ 109836 h 216392"/>
                <a:gd name="connsiteX109" fmla="*/ 36066 w 49180"/>
                <a:gd name="connsiteY109" fmla="*/ 113114 h 216392"/>
                <a:gd name="connsiteX110" fmla="*/ 32787 w 49180"/>
                <a:gd name="connsiteY110" fmla="*/ 116393 h 216392"/>
                <a:gd name="connsiteX111" fmla="*/ 29508 w 49180"/>
                <a:gd name="connsiteY111" fmla="*/ 119671 h 216392"/>
                <a:gd name="connsiteX112" fmla="*/ 29508 w 49180"/>
                <a:gd name="connsiteY112" fmla="*/ 122950 h 216392"/>
                <a:gd name="connsiteX113" fmla="*/ 29508 w 49180"/>
                <a:gd name="connsiteY113" fmla="*/ 126229 h 216392"/>
                <a:gd name="connsiteX114" fmla="*/ 27869 w 49180"/>
                <a:gd name="connsiteY114" fmla="*/ 131147 h 216392"/>
                <a:gd name="connsiteX115" fmla="*/ 31147 w 49180"/>
                <a:gd name="connsiteY115" fmla="*/ 134426 h 216392"/>
                <a:gd name="connsiteX116" fmla="*/ 32787 w 49180"/>
                <a:gd name="connsiteY116" fmla="*/ 139344 h 216392"/>
                <a:gd name="connsiteX117" fmla="*/ 32787 w 49180"/>
                <a:gd name="connsiteY117" fmla="*/ 142622 h 216392"/>
                <a:gd name="connsiteX118" fmla="*/ 31147 w 49180"/>
                <a:gd name="connsiteY118" fmla="*/ 147540 h 216392"/>
                <a:gd name="connsiteX119" fmla="*/ 29508 w 49180"/>
                <a:gd name="connsiteY119" fmla="*/ 150819 h 216392"/>
                <a:gd name="connsiteX120" fmla="*/ 31147 w 49180"/>
                <a:gd name="connsiteY120" fmla="*/ 154098 h 216392"/>
                <a:gd name="connsiteX121" fmla="*/ 32787 w 49180"/>
                <a:gd name="connsiteY121" fmla="*/ 159016 h 216392"/>
                <a:gd name="connsiteX122" fmla="*/ 32787 w 49180"/>
                <a:gd name="connsiteY122" fmla="*/ 162294 h 216392"/>
                <a:gd name="connsiteX123" fmla="*/ 32787 w 49180"/>
                <a:gd name="connsiteY123" fmla="*/ 165573 h 216392"/>
                <a:gd name="connsiteX124" fmla="*/ 31147 w 49180"/>
                <a:gd name="connsiteY124" fmla="*/ 168851 h 216392"/>
                <a:gd name="connsiteX125" fmla="*/ 34426 w 49180"/>
                <a:gd name="connsiteY125" fmla="*/ 173770 h 216392"/>
                <a:gd name="connsiteX126" fmla="*/ 34426 w 49180"/>
                <a:gd name="connsiteY126" fmla="*/ 177048 h 216392"/>
                <a:gd name="connsiteX127" fmla="*/ 32787 w 49180"/>
                <a:gd name="connsiteY127" fmla="*/ 178688 h 216392"/>
                <a:gd name="connsiteX128" fmla="*/ 32787 w 49180"/>
                <a:gd name="connsiteY128" fmla="*/ 183606 h 216392"/>
                <a:gd name="connsiteX129" fmla="*/ 34426 w 49180"/>
                <a:gd name="connsiteY129" fmla="*/ 186884 h 216392"/>
                <a:gd name="connsiteX130" fmla="*/ 39344 w 49180"/>
                <a:gd name="connsiteY130" fmla="*/ 186884 h 216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</a:cxnLst>
              <a:rect l="l" t="t" r="r" b="b"/>
              <a:pathLst>
                <a:path w="49180" h="216392">
                  <a:moveTo>
                    <a:pt x="39344" y="186884"/>
                  </a:moveTo>
                  <a:lnTo>
                    <a:pt x="40983" y="190163"/>
                  </a:lnTo>
                  <a:lnTo>
                    <a:pt x="42623" y="193442"/>
                  </a:lnTo>
                  <a:lnTo>
                    <a:pt x="44262" y="196720"/>
                  </a:lnTo>
                  <a:lnTo>
                    <a:pt x="45901" y="201638"/>
                  </a:lnTo>
                  <a:lnTo>
                    <a:pt x="45901" y="204917"/>
                  </a:lnTo>
                  <a:lnTo>
                    <a:pt x="47541" y="208196"/>
                  </a:lnTo>
                  <a:lnTo>
                    <a:pt x="49180" y="213114"/>
                  </a:lnTo>
                  <a:lnTo>
                    <a:pt x="47541" y="216393"/>
                  </a:lnTo>
                  <a:lnTo>
                    <a:pt x="44262" y="213114"/>
                  </a:lnTo>
                  <a:lnTo>
                    <a:pt x="40983" y="209835"/>
                  </a:lnTo>
                  <a:lnTo>
                    <a:pt x="37705" y="204917"/>
                  </a:lnTo>
                  <a:lnTo>
                    <a:pt x="36066" y="203278"/>
                  </a:lnTo>
                  <a:lnTo>
                    <a:pt x="32787" y="198360"/>
                  </a:lnTo>
                  <a:lnTo>
                    <a:pt x="32787" y="203278"/>
                  </a:lnTo>
                  <a:lnTo>
                    <a:pt x="31147" y="206557"/>
                  </a:lnTo>
                  <a:lnTo>
                    <a:pt x="27869" y="209835"/>
                  </a:lnTo>
                  <a:lnTo>
                    <a:pt x="26229" y="211474"/>
                  </a:lnTo>
                  <a:lnTo>
                    <a:pt x="22951" y="206557"/>
                  </a:lnTo>
                  <a:lnTo>
                    <a:pt x="21311" y="203278"/>
                  </a:lnTo>
                  <a:lnTo>
                    <a:pt x="21311" y="199999"/>
                  </a:lnTo>
                  <a:lnTo>
                    <a:pt x="21311" y="195081"/>
                  </a:lnTo>
                  <a:lnTo>
                    <a:pt x="22951" y="191803"/>
                  </a:lnTo>
                  <a:lnTo>
                    <a:pt x="24590" y="186884"/>
                  </a:lnTo>
                  <a:lnTo>
                    <a:pt x="22951" y="183606"/>
                  </a:lnTo>
                  <a:lnTo>
                    <a:pt x="21311" y="180327"/>
                  </a:lnTo>
                  <a:lnTo>
                    <a:pt x="16393" y="178688"/>
                  </a:lnTo>
                  <a:lnTo>
                    <a:pt x="14754" y="175409"/>
                  </a:lnTo>
                  <a:lnTo>
                    <a:pt x="13114" y="170491"/>
                  </a:lnTo>
                  <a:lnTo>
                    <a:pt x="14754" y="167213"/>
                  </a:lnTo>
                  <a:lnTo>
                    <a:pt x="14754" y="163934"/>
                  </a:lnTo>
                  <a:lnTo>
                    <a:pt x="14754" y="159016"/>
                  </a:lnTo>
                  <a:lnTo>
                    <a:pt x="14754" y="155737"/>
                  </a:lnTo>
                  <a:lnTo>
                    <a:pt x="13114" y="150819"/>
                  </a:lnTo>
                  <a:lnTo>
                    <a:pt x="13114" y="147540"/>
                  </a:lnTo>
                  <a:lnTo>
                    <a:pt x="13114" y="144261"/>
                  </a:lnTo>
                  <a:lnTo>
                    <a:pt x="13114" y="144261"/>
                  </a:lnTo>
                  <a:lnTo>
                    <a:pt x="9836" y="139344"/>
                  </a:lnTo>
                  <a:lnTo>
                    <a:pt x="8197" y="136065"/>
                  </a:lnTo>
                  <a:lnTo>
                    <a:pt x="9836" y="131147"/>
                  </a:lnTo>
                  <a:lnTo>
                    <a:pt x="8197" y="127868"/>
                  </a:lnTo>
                  <a:lnTo>
                    <a:pt x="4918" y="126229"/>
                  </a:lnTo>
                  <a:lnTo>
                    <a:pt x="3279" y="121311"/>
                  </a:lnTo>
                  <a:lnTo>
                    <a:pt x="3279" y="121311"/>
                  </a:lnTo>
                  <a:lnTo>
                    <a:pt x="3279" y="116393"/>
                  </a:lnTo>
                  <a:lnTo>
                    <a:pt x="4918" y="113114"/>
                  </a:lnTo>
                  <a:lnTo>
                    <a:pt x="6557" y="108196"/>
                  </a:lnTo>
                  <a:lnTo>
                    <a:pt x="9836" y="104917"/>
                  </a:lnTo>
                  <a:lnTo>
                    <a:pt x="11476" y="101639"/>
                  </a:lnTo>
                  <a:lnTo>
                    <a:pt x="14754" y="96721"/>
                  </a:lnTo>
                  <a:lnTo>
                    <a:pt x="14754" y="93442"/>
                  </a:lnTo>
                  <a:lnTo>
                    <a:pt x="14754" y="91803"/>
                  </a:lnTo>
                  <a:lnTo>
                    <a:pt x="13114" y="88524"/>
                  </a:lnTo>
                  <a:lnTo>
                    <a:pt x="13114" y="85246"/>
                  </a:lnTo>
                  <a:lnTo>
                    <a:pt x="13114" y="80327"/>
                  </a:lnTo>
                  <a:lnTo>
                    <a:pt x="11476" y="77049"/>
                  </a:lnTo>
                  <a:lnTo>
                    <a:pt x="11476" y="73770"/>
                  </a:lnTo>
                  <a:lnTo>
                    <a:pt x="11476" y="68852"/>
                  </a:lnTo>
                  <a:lnTo>
                    <a:pt x="13114" y="65573"/>
                  </a:lnTo>
                  <a:lnTo>
                    <a:pt x="13114" y="62295"/>
                  </a:lnTo>
                  <a:lnTo>
                    <a:pt x="11476" y="57377"/>
                  </a:lnTo>
                  <a:lnTo>
                    <a:pt x="11476" y="54098"/>
                  </a:lnTo>
                  <a:lnTo>
                    <a:pt x="11476" y="49180"/>
                  </a:lnTo>
                  <a:lnTo>
                    <a:pt x="13114" y="45901"/>
                  </a:lnTo>
                  <a:lnTo>
                    <a:pt x="14754" y="42623"/>
                  </a:lnTo>
                  <a:lnTo>
                    <a:pt x="13114" y="37705"/>
                  </a:lnTo>
                  <a:lnTo>
                    <a:pt x="9836" y="34426"/>
                  </a:lnTo>
                  <a:lnTo>
                    <a:pt x="6557" y="31147"/>
                  </a:lnTo>
                  <a:lnTo>
                    <a:pt x="4918" y="26229"/>
                  </a:lnTo>
                  <a:lnTo>
                    <a:pt x="3279" y="22951"/>
                  </a:lnTo>
                  <a:lnTo>
                    <a:pt x="3279" y="21311"/>
                  </a:lnTo>
                  <a:lnTo>
                    <a:pt x="1639" y="18033"/>
                  </a:lnTo>
                  <a:lnTo>
                    <a:pt x="0" y="13114"/>
                  </a:lnTo>
                  <a:lnTo>
                    <a:pt x="1639" y="9836"/>
                  </a:lnTo>
                  <a:lnTo>
                    <a:pt x="1639" y="9836"/>
                  </a:lnTo>
                  <a:lnTo>
                    <a:pt x="3279" y="4918"/>
                  </a:lnTo>
                  <a:lnTo>
                    <a:pt x="3279" y="3279"/>
                  </a:lnTo>
                  <a:lnTo>
                    <a:pt x="6557" y="0"/>
                  </a:lnTo>
                  <a:lnTo>
                    <a:pt x="9836" y="3279"/>
                  </a:lnTo>
                  <a:lnTo>
                    <a:pt x="13114" y="6557"/>
                  </a:lnTo>
                  <a:lnTo>
                    <a:pt x="16393" y="11476"/>
                  </a:lnTo>
                  <a:lnTo>
                    <a:pt x="19672" y="14754"/>
                  </a:lnTo>
                  <a:lnTo>
                    <a:pt x="21311" y="18033"/>
                  </a:lnTo>
                  <a:lnTo>
                    <a:pt x="24590" y="22951"/>
                  </a:lnTo>
                  <a:lnTo>
                    <a:pt x="24590" y="22951"/>
                  </a:lnTo>
                  <a:lnTo>
                    <a:pt x="24590" y="27869"/>
                  </a:lnTo>
                  <a:lnTo>
                    <a:pt x="24590" y="31147"/>
                  </a:lnTo>
                  <a:lnTo>
                    <a:pt x="26229" y="34426"/>
                  </a:lnTo>
                  <a:lnTo>
                    <a:pt x="26229" y="39344"/>
                  </a:lnTo>
                  <a:lnTo>
                    <a:pt x="26229" y="42623"/>
                  </a:lnTo>
                  <a:lnTo>
                    <a:pt x="26229" y="45901"/>
                  </a:lnTo>
                  <a:lnTo>
                    <a:pt x="26229" y="47541"/>
                  </a:lnTo>
                  <a:lnTo>
                    <a:pt x="27869" y="50820"/>
                  </a:lnTo>
                  <a:lnTo>
                    <a:pt x="29508" y="54098"/>
                  </a:lnTo>
                  <a:lnTo>
                    <a:pt x="27869" y="59016"/>
                  </a:lnTo>
                  <a:lnTo>
                    <a:pt x="27869" y="62295"/>
                  </a:lnTo>
                  <a:lnTo>
                    <a:pt x="26229" y="65573"/>
                  </a:lnTo>
                  <a:lnTo>
                    <a:pt x="26229" y="70491"/>
                  </a:lnTo>
                  <a:lnTo>
                    <a:pt x="27869" y="73770"/>
                  </a:lnTo>
                  <a:lnTo>
                    <a:pt x="31147" y="77049"/>
                  </a:lnTo>
                  <a:lnTo>
                    <a:pt x="34426" y="80327"/>
                  </a:lnTo>
                  <a:lnTo>
                    <a:pt x="37705" y="85246"/>
                  </a:lnTo>
                  <a:lnTo>
                    <a:pt x="39344" y="88524"/>
                  </a:lnTo>
                  <a:lnTo>
                    <a:pt x="39344" y="91803"/>
                  </a:lnTo>
                  <a:lnTo>
                    <a:pt x="39344" y="93442"/>
                  </a:lnTo>
                  <a:lnTo>
                    <a:pt x="39344" y="96721"/>
                  </a:lnTo>
                  <a:lnTo>
                    <a:pt x="39344" y="101639"/>
                  </a:lnTo>
                  <a:lnTo>
                    <a:pt x="37705" y="104917"/>
                  </a:lnTo>
                  <a:lnTo>
                    <a:pt x="36066" y="109836"/>
                  </a:lnTo>
                  <a:lnTo>
                    <a:pt x="36066" y="113114"/>
                  </a:lnTo>
                  <a:lnTo>
                    <a:pt x="32787" y="116393"/>
                  </a:lnTo>
                  <a:lnTo>
                    <a:pt x="29508" y="119671"/>
                  </a:lnTo>
                  <a:lnTo>
                    <a:pt x="29508" y="122950"/>
                  </a:lnTo>
                  <a:lnTo>
                    <a:pt x="29508" y="126229"/>
                  </a:lnTo>
                  <a:lnTo>
                    <a:pt x="27869" y="131147"/>
                  </a:lnTo>
                  <a:lnTo>
                    <a:pt x="31147" y="134426"/>
                  </a:lnTo>
                  <a:lnTo>
                    <a:pt x="32787" y="139344"/>
                  </a:lnTo>
                  <a:lnTo>
                    <a:pt x="32787" y="142622"/>
                  </a:lnTo>
                  <a:lnTo>
                    <a:pt x="31147" y="147540"/>
                  </a:lnTo>
                  <a:lnTo>
                    <a:pt x="29508" y="150819"/>
                  </a:lnTo>
                  <a:lnTo>
                    <a:pt x="31147" y="154098"/>
                  </a:lnTo>
                  <a:lnTo>
                    <a:pt x="32787" y="159016"/>
                  </a:lnTo>
                  <a:lnTo>
                    <a:pt x="32787" y="162294"/>
                  </a:lnTo>
                  <a:lnTo>
                    <a:pt x="32787" y="165573"/>
                  </a:lnTo>
                  <a:lnTo>
                    <a:pt x="31147" y="168851"/>
                  </a:lnTo>
                  <a:lnTo>
                    <a:pt x="34426" y="173770"/>
                  </a:lnTo>
                  <a:lnTo>
                    <a:pt x="34426" y="177048"/>
                  </a:lnTo>
                  <a:lnTo>
                    <a:pt x="32787" y="178688"/>
                  </a:lnTo>
                  <a:lnTo>
                    <a:pt x="32787" y="183606"/>
                  </a:lnTo>
                  <a:lnTo>
                    <a:pt x="34426" y="186884"/>
                  </a:lnTo>
                  <a:lnTo>
                    <a:pt x="39344" y="186884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62" name="Freeform 4561">
              <a:extLst>
                <a:ext uri="{FF2B5EF4-FFF2-40B4-BE49-F238E27FC236}">
                  <a16:creationId xmlns:a16="http://schemas.microsoft.com/office/drawing/2014/main" id="{007C6953-A75E-444A-8E65-EDBF9BBC7DC4}"/>
                </a:ext>
              </a:extLst>
            </p:cNvPr>
            <p:cNvSpPr/>
            <p:nvPr/>
          </p:nvSpPr>
          <p:spPr>
            <a:xfrm>
              <a:off x="6486161" y="4268994"/>
              <a:ext cx="80327" cy="240982"/>
            </a:xfrm>
            <a:custGeom>
              <a:avLst/>
              <a:gdLst>
                <a:gd name="connsiteX0" fmla="*/ 6558 w 80327"/>
                <a:gd name="connsiteY0" fmla="*/ 36066 h 240982"/>
                <a:gd name="connsiteX1" fmla="*/ 8197 w 80327"/>
                <a:gd name="connsiteY1" fmla="*/ 32787 h 240982"/>
                <a:gd name="connsiteX2" fmla="*/ 8197 w 80327"/>
                <a:gd name="connsiteY2" fmla="*/ 36066 h 240982"/>
                <a:gd name="connsiteX3" fmla="*/ 8197 w 80327"/>
                <a:gd name="connsiteY3" fmla="*/ 39344 h 240982"/>
                <a:gd name="connsiteX4" fmla="*/ 6558 w 80327"/>
                <a:gd name="connsiteY4" fmla="*/ 42623 h 240982"/>
                <a:gd name="connsiteX5" fmla="*/ 6558 w 80327"/>
                <a:gd name="connsiteY5" fmla="*/ 47541 h 240982"/>
                <a:gd name="connsiteX6" fmla="*/ 6558 w 80327"/>
                <a:gd name="connsiteY6" fmla="*/ 50820 h 240982"/>
                <a:gd name="connsiteX7" fmla="*/ 3279 w 80327"/>
                <a:gd name="connsiteY7" fmla="*/ 54098 h 240982"/>
                <a:gd name="connsiteX8" fmla="*/ 3279 w 80327"/>
                <a:gd name="connsiteY8" fmla="*/ 59016 h 240982"/>
                <a:gd name="connsiteX9" fmla="*/ 1639 w 80327"/>
                <a:gd name="connsiteY9" fmla="*/ 62295 h 240982"/>
                <a:gd name="connsiteX10" fmla="*/ 1639 w 80327"/>
                <a:gd name="connsiteY10" fmla="*/ 67213 h 240982"/>
                <a:gd name="connsiteX11" fmla="*/ 1639 w 80327"/>
                <a:gd name="connsiteY11" fmla="*/ 70492 h 240982"/>
                <a:gd name="connsiteX12" fmla="*/ 3279 w 80327"/>
                <a:gd name="connsiteY12" fmla="*/ 73770 h 240982"/>
                <a:gd name="connsiteX13" fmla="*/ 3279 w 80327"/>
                <a:gd name="connsiteY13" fmla="*/ 73770 h 240982"/>
                <a:gd name="connsiteX14" fmla="*/ 1639 w 80327"/>
                <a:gd name="connsiteY14" fmla="*/ 77049 h 240982"/>
                <a:gd name="connsiteX15" fmla="*/ 3279 w 80327"/>
                <a:gd name="connsiteY15" fmla="*/ 81967 h 240982"/>
                <a:gd name="connsiteX16" fmla="*/ 3279 w 80327"/>
                <a:gd name="connsiteY16" fmla="*/ 85246 h 240982"/>
                <a:gd name="connsiteX17" fmla="*/ 6558 w 80327"/>
                <a:gd name="connsiteY17" fmla="*/ 88524 h 240982"/>
                <a:gd name="connsiteX18" fmla="*/ 8197 w 80327"/>
                <a:gd name="connsiteY18" fmla="*/ 93442 h 240982"/>
                <a:gd name="connsiteX19" fmla="*/ 9836 w 80327"/>
                <a:gd name="connsiteY19" fmla="*/ 96721 h 240982"/>
                <a:gd name="connsiteX20" fmla="*/ 11476 w 80327"/>
                <a:gd name="connsiteY20" fmla="*/ 100000 h 240982"/>
                <a:gd name="connsiteX21" fmla="*/ 11476 w 80327"/>
                <a:gd name="connsiteY21" fmla="*/ 104917 h 240982"/>
                <a:gd name="connsiteX22" fmla="*/ 11476 w 80327"/>
                <a:gd name="connsiteY22" fmla="*/ 108196 h 240982"/>
                <a:gd name="connsiteX23" fmla="*/ 8197 w 80327"/>
                <a:gd name="connsiteY23" fmla="*/ 111475 h 240982"/>
                <a:gd name="connsiteX24" fmla="*/ 4918 w 80327"/>
                <a:gd name="connsiteY24" fmla="*/ 114754 h 240982"/>
                <a:gd name="connsiteX25" fmla="*/ 4918 w 80327"/>
                <a:gd name="connsiteY25" fmla="*/ 114754 h 240982"/>
                <a:gd name="connsiteX26" fmla="*/ 4918 w 80327"/>
                <a:gd name="connsiteY26" fmla="*/ 116393 h 240982"/>
                <a:gd name="connsiteX27" fmla="*/ 4918 w 80327"/>
                <a:gd name="connsiteY27" fmla="*/ 119672 h 240982"/>
                <a:gd name="connsiteX28" fmla="*/ 8197 w 80327"/>
                <a:gd name="connsiteY28" fmla="*/ 122950 h 240982"/>
                <a:gd name="connsiteX29" fmla="*/ 9836 w 80327"/>
                <a:gd name="connsiteY29" fmla="*/ 127869 h 240982"/>
                <a:gd name="connsiteX30" fmla="*/ 11476 w 80327"/>
                <a:gd name="connsiteY30" fmla="*/ 131147 h 240982"/>
                <a:gd name="connsiteX31" fmla="*/ 13115 w 80327"/>
                <a:gd name="connsiteY31" fmla="*/ 134426 h 240982"/>
                <a:gd name="connsiteX32" fmla="*/ 13115 w 80327"/>
                <a:gd name="connsiteY32" fmla="*/ 139344 h 240982"/>
                <a:gd name="connsiteX33" fmla="*/ 16393 w 80327"/>
                <a:gd name="connsiteY33" fmla="*/ 142622 h 240982"/>
                <a:gd name="connsiteX34" fmla="*/ 16393 w 80327"/>
                <a:gd name="connsiteY34" fmla="*/ 145901 h 240982"/>
                <a:gd name="connsiteX35" fmla="*/ 18033 w 80327"/>
                <a:gd name="connsiteY35" fmla="*/ 150819 h 240982"/>
                <a:gd name="connsiteX36" fmla="*/ 19672 w 80327"/>
                <a:gd name="connsiteY36" fmla="*/ 154098 h 240982"/>
                <a:gd name="connsiteX37" fmla="*/ 22951 w 80327"/>
                <a:gd name="connsiteY37" fmla="*/ 157376 h 240982"/>
                <a:gd name="connsiteX38" fmla="*/ 26229 w 80327"/>
                <a:gd name="connsiteY38" fmla="*/ 160655 h 240982"/>
                <a:gd name="connsiteX39" fmla="*/ 27869 w 80327"/>
                <a:gd name="connsiteY39" fmla="*/ 165573 h 240982"/>
                <a:gd name="connsiteX40" fmla="*/ 32787 w 80327"/>
                <a:gd name="connsiteY40" fmla="*/ 165573 h 240982"/>
                <a:gd name="connsiteX41" fmla="*/ 36066 w 80327"/>
                <a:gd name="connsiteY41" fmla="*/ 168852 h 240982"/>
                <a:gd name="connsiteX42" fmla="*/ 39344 w 80327"/>
                <a:gd name="connsiteY42" fmla="*/ 170491 h 240982"/>
                <a:gd name="connsiteX43" fmla="*/ 40983 w 80327"/>
                <a:gd name="connsiteY43" fmla="*/ 175409 h 240982"/>
                <a:gd name="connsiteX44" fmla="*/ 42623 w 80327"/>
                <a:gd name="connsiteY44" fmla="*/ 178688 h 240982"/>
                <a:gd name="connsiteX45" fmla="*/ 44262 w 80327"/>
                <a:gd name="connsiteY45" fmla="*/ 181966 h 240982"/>
                <a:gd name="connsiteX46" fmla="*/ 44262 w 80327"/>
                <a:gd name="connsiteY46" fmla="*/ 186884 h 240982"/>
                <a:gd name="connsiteX47" fmla="*/ 42623 w 80327"/>
                <a:gd name="connsiteY47" fmla="*/ 190163 h 240982"/>
                <a:gd name="connsiteX48" fmla="*/ 44262 w 80327"/>
                <a:gd name="connsiteY48" fmla="*/ 193442 h 240982"/>
                <a:gd name="connsiteX49" fmla="*/ 45902 w 80327"/>
                <a:gd name="connsiteY49" fmla="*/ 198360 h 240982"/>
                <a:gd name="connsiteX50" fmla="*/ 47541 w 80327"/>
                <a:gd name="connsiteY50" fmla="*/ 201639 h 240982"/>
                <a:gd name="connsiteX51" fmla="*/ 47541 w 80327"/>
                <a:gd name="connsiteY51" fmla="*/ 201639 h 240982"/>
                <a:gd name="connsiteX52" fmla="*/ 50820 w 80327"/>
                <a:gd name="connsiteY52" fmla="*/ 204917 h 240982"/>
                <a:gd name="connsiteX53" fmla="*/ 55738 w 80327"/>
                <a:gd name="connsiteY53" fmla="*/ 208196 h 240982"/>
                <a:gd name="connsiteX54" fmla="*/ 57377 w 80327"/>
                <a:gd name="connsiteY54" fmla="*/ 211474 h 240982"/>
                <a:gd name="connsiteX55" fmla="*/ 57377 w 80327"/>
                <a:gd name="connsiteY55" fmla="*/ 216393 h 240982"/>
                <a:gd name="connsiteX56" fmla="*/ 57377 w 80327"/>
                <a:gd name="connsiteY56" fmla="*/ 218032 h 240982"/>
                <a:gd name="connsiteX57" fmla="*/ 54098 w 80327"/>
                <a:gd name="connsiteY57" fmla="*/ 221310 h 240982"/>
                <a:gd name="connsiteX58" fmla="*/ 52459 w 80327"/>
                <a:gd name="connsiteY58" fmla="*/ 224589 h 240982"/>
                <a:gd name="connsiteX59" fmla="*/ 52459 w 80327"/>
                <a:gd name="connsiteY59" fmla="*/ 227868 h 240982"/>
                <a:gd name="connsiteX60" fmla="*/ 57377 w 80327"/>
                <a:gd name="connsiteY60" fmla="*/ 227868 h 240982"/>
                <a:gd name="connsiteX61" fmla="*/ 55738 w 80327"/>
                <a:gd name="connsiteY61" fmla="*/ 232786 h 240982"/>
                <a:gd name="connsiteX62" fmla="*/ 59016 w 80327"/>
                <a:gd name="connsiteY62" fmla="*/ 229507 h 240982"/>
                <a:gd name="connsiteX63" fmla="*/ 62295 w 80327"/>
                <a:gd name="connsiteY63" fmla="*/ 231147 h 240982"/>
                <a:gd name="connsiteX64" fmla="*/ 63935 w 80327"/>
                <a:gd name="connsiteY64" fmla="*/ 231147 h 240982"/>
                <a:gd name="connsiteX65" fmla="*/ 67213 w 80327"/>
                <a:gd name="connsiteY65" fmla="*/ 232786 h 240982"/>
                <a:gd name="connsiteX66" fmla="*/ 70492 w 80327"/>
                <a:gd name="connsiteY66" fmla="*/ 237704 h 240982"/>
                <a:gd name="connsiteX67" fmla="*/ 73770 w 80327"/>
                <a:gd name="connsiteY67" fmla="*/ 240983 h 240982"/>
                <a:gd name="connsiteX68" fmla="*/ 77049 w 80327"/>
                <a:gd name="connsiteY68" fmla="*/ 239343 h 240982"/>
                <a:gd name="connsiteX69" fmla="*/ 80328 w 80327"/>
                <a:gd name="connsiteY69" fmla="*/ 236064 h 240982"/>
                <a:gd name="connsiteX70" fmla="*/ 80328 w 80327"/>
                <a:gd name="connsiteY70" fmla="*/ 232786 h 240982"/>
                <a:gd name="connsiteX71" fmla="*/ 80328 w 80327"/>
                <a:gd name="connsiteY71" fmla="*/ 232786 h 240982"/>
                <a:gd name="connsiteX72" fmla="*/ 78688 w 80327"/>
                <a:gd name="connsiteY72" fmla="*/ 227868 h 240982"/>
                <a:gd name="connsiteX73" fmla="*/ 78688 w 80327"/>
                <a:gd name="connsiteY73" fmla="*/ 224589 h 240982"/>
                <a:gd name="connsiteX74" fmla="*/ 75410 w 80327"/>
                <a:gd name="connsiteY74" fmla="*/ 221310 h 240982"/>
                <a:gd name="connsiteX75" fmla="*/ 72131 w 80327"/>
                <a:gd name="connsiteY75" fmla="*/ 216393 h 240982"/>
                <a:gd name="connsiteX76" fmla="*/ 72131 w 80327"/>
                <a:gd name="connsiteY76" fmla="*/ 213114 h 240982"/>
                <a:gd name="connsiteX77" fmla="*/ 70492 w 80327"/>
                <a:gd name="connsiteY77" fmla="*/ 209835 h 240982"/>
                <a:gd name="connsiteX78" fmla="*/ 68852 w 80327"/>
                <a:gd name="connsiteY78" fmla="*/ 206557 h 240982"/>
                <a:gd name="connsiteX79" fmla="*/ 67213 w 80327"/>
                <a:gd name="connsiteY79" fmla="*/ 201639 h 240982"/>
                <a:gd name="connsiteX80" fmla="*/ 65573 w 80327"/>
                <a:gd name="connsiteY80" fmla="*/ 198360 h 240982"/>
                <a:gd name="connsiteX81" fmla="*/ 63935 w 80327"/>
                <a:gd name="connsiteY81" fmla="*/ 196720 h 240982"/>
                <a:gd name="connsiteX82" fmla="*/ 63935 w 80327"/>
                <a:gd name="connsiteY82" fmla="*/ 193442 h 240982"/>
                <a:gd name="connsiteX83" fmla="*/ 60656 w 80327"/>
                <a:gd name="connsiteY83" fmla="*/ 190163 h 240982"/>
                <a:gd name="connsiteX84" fmla="*/ 59016 w 80327"/>
                <a:gd name="connsiteY84" fmla="*/ 186884 h 240982"/>
                <a:gd name="connsiteX85" fmla="*/ 59016 w 80327"/>
                <a:gd name="connsiteY85" fmla="*/ 181966 h 240982"/>
                <a:gd name="connsiteX86" fmla="*/ 59016 w 80327"/>
                <a:gd name="connsiteY86" fmla="*/ 178688 h 240982"/>
                <a:gd name="connsiteX87" fmla="*/ 57377 w 80327"/>
                <a:gd name="connsiteY87" fmla="*/ 175409 h 240982"/>
                <a:gd name="connsiteX88" fmla="*/ 55738 w 80327"/>
                <a:gd name="connsiteY88" fmla="*/ 170491 h 240982"/>
                <a:gd name="connsiteX89" fmla="*/ 57377 w 80327"/>
                <a:gd name="connsiteY89" fmla="*/ 167213 h 240982"/>
                <a:gd name="connsiteX90" fmla="*/ 57377 w 80327"/>
                <a:gd name="connsiteY90" fmla="*/ 163934 h 240982"/>
                <a:gd name="connsiteX91" fmla="*/ 57377 w 80327"/>
                <a:gd name="connsiteY91" fmla="*/ 159016 h 240982"/>
                <a:gd name="connsiteX92" fmla="*/ 52459 w 80327"/>
                <a:gd name="connsiteY92" fmla="*/ 155737 h 240982"/>
                <a:gd name="connsiteX93" fmla="*/ 50820 w 80327"/>
                <a:gd name="connsiteY93" fmla="*/ 152459 h 240982"/>
                <a:gd name="connsiteX94" fmla="*/ 49180 w 80327"/>
                <a:gd name="connsiteY94" fmla="*/ 147540 h 240982"/>
                <a:gd name="connsiteX95" fmla="*/ 45902 w 80327"/>
                <a:gd name="connsiteY95" fmla="*/ 144262 h 240982"/>
                <a:gd name="connsiteX96" fmla="*/ 42623 w 80327"/>
                <a:gd name="connsiteY96" fmla="*/ 140983 h 240982"/>
                <a:gd name="connsiteX97" fmla="*/ 39344 w 80327"/>
                <a:gd name="connsiteY97" fmla="*/ 137704 h 240982"/>
                <a:gd name="connsiteX98" fmla="*/ 36066 w 80327"/>
                <a:gd name="connsiteY98" fmla="*/ 139344 h 240982"/>
                <a:gd name="connsiteX99" fmla="*/ 36066 w 80327"/>
                <a:gd name="connsiteY99" fmla="*/ 139344 h 240982"/>
                <a:gd name="connsiteX100" fmla="*/ 31148 w 80327"/>
                <a:gd name="connsiteY100" fmla="*/ 137704 h 240982"/>
                <a:gd name="connsiteX101" fmla="*/ 27869 w 80327"/>
                <a:gd name="connsiteY101" fmla="*/ 134426 h 240982"/>
                <a:gd name="connsiteX102" fmla="*/ 26229 w 80327"/>
                <a:gd name="connsiteY102" fmla="*/ 129508 h 240982"/>
                <a:gd name="connsiteX103" fmla="*/ 26229 w 80327"/>
                <a:gd name="connsiteY103" fmla="*/ 126229 h 240982"/>
                <a:gd name="connsiteX104" fmla="*/ 26229 w 80327"/>
                <a:gd name="connsiteY104" fmla="*/ 122950 h 240982"/>
                <a:gd name="connsiteX105" fmla="*/ 26229 w 80327"/>
                <a:gd name="connsiteY105" fmla="*/ 119672 h 240982"/>
                <a:gd name="connsiteX106" fmla="*/ 31148 w 80327"/>
                <a:gd name="connsiteY106" fmla="*/ 116393 h 240982"/>
                <a:gd name="connsiteX107" fmla="*/ 34426 w 80327"/>
                <a:gd name="connsiteY107" fmla="*/ 113114 h 240982"/>
                <a:gd name="connsiteX108" fmla="*/ 34426 w 80327"/>
                <a:gd name="connsiteY108" fmla="*/ 109836 h 240982"/>
                <a:gd name="connsiteX109" fmla="*/ 32787 w 80327"/>
                <a:gd name="connsiteY109" fmla="*/ 104917 h 240982"/>
                <a:gd name="connsiteX110" fmla="*/ 31148 w 80327"/>
                <a:gd name="connsiteY110" fmla="*/ 101639 h 240982"/>
                <a:gd name="connsiteX111" fmla="*/ 29508 w 80327"/>
                <a:gd name="connsiteY111" fmla="*/ 98360 h 240982"/>
                <a:gd name="connsiteX112" fmla="*/ 26229 w 80327"/>
                <a:gd name="connsiteY112" fmla="*/ 95082 h 240982"/>
                <a:gd name="connsiteX113" fmla="*/ 27869 w 80327"/>
                <a:gd name="connsiteY113" fmla="*/ 90164 h 240982"/>
                <a:gd name="connsiteX114" fmla="*/ 27869 w 80327"/>
                <a:gd name="connsiteY114" fmla="*/ 86885 h 240982"/>
                <a:gd name="connsiteX115" fmla="*/ 29508 w 80327"/>
                <a:gd name="connsiteY115" fmla="*/ 83606 h 240982"/>
                <a:gd name="connsiteX116" fmla="*/ 29508 w 80327"/>
                <a:gd name="connsiteY116" fmla="*/ 81967 h 240982"/>
                <a:gd name="connsiteX117" fmla="*/ 29508 w 80327"/>
                <a:gd name="connsiteY117" fmla="*/ 77049 h 240982"/>
                <a:gd name="connsiteX118" fmla="*/ 27869 w 80327"/>
                <a:gd name="connsiteY118" fmla="*/ 73770 h 240982"/>
                <a:gd name="connsiteX119" fmla="*/ 24590 w 80327"/>
                <a:gd name="connsiteY119" fmla="*/ 72131 h 240982"/>
                <a:gd name="connsiteX120" fmla="*/ 22951 w 80327"/>
                <a:gd name="connsiteY120" fmla="*/ 68852 h 240982"/>
                <a:gd name="connsiteX121" fmla="*/ 21312 w 80327"/>
                <a:gd name="connsiteY121" fmla="*/ 63934 h 240982"/>
                <a:gd name="connsiteX122" fmla="*/ 21312 w 80327"/>
                <a:gd name="connsiteY122" fmla="*/ 60656 h 240982"/>
                <a:gd name="connsiteX123" fmla="*/ 22951 w 80327"/>
                <a:gd name="connsiteY123" fmla="*/ 57377 h 240982"/>
                <a:gd name="connsiteX124" fmla="*/ 22951 w 80327"/>
                <a:gd name="connsiteY124" fmla="*/ 52459 h 240982"/>
                <a:gd name="connsiteX125" fmla="*/ 22951 w 80327"/>
                <a:gd name="connsiteY125" fmla="*/ 49180 h 240982"/>
                <a:gd name="connsiteX126" fmla="*/ 21312 w 80327"/>
                <a:gd name="connsiteY126" fmla="*/ 45902 h 240982"/>
                <a:gd name="connsiteX127" fmla="*/ 19672 w 80327"/>
                <a:gd name="connsiteY127" fmla="*/ 42623 h 240982"/>
                <a:gd name="connsiteX128" fmla="*/ 19672 w 80327"/>
                <a:gd name="connsiteY128" fmla="*/ 39344 h 240982"/>
                <a:gd name="connsiteX129" fmla="*/ 18033 w 80327"/>
                <a:gd name="connsiteY129" fmla="*/ 34426 h 240982"/>
                <a:gd name="connsiteX130" fmla="*/ 16393 w 80327"/>
                <a:gd name="connsiteY130" fmla="*/ 31147 h 240982"/>
                <a:gd name="connsiteX131" fmla="*/ 14754 w 80327"/>
                <a:gd name="connsiteY131" fmla="*/ 27869 h 240982"/>
                <a:gd name="connsiteX132" fmla="*/ 13115 w 80327"/>
                <a:gd name="connsiteY132" fmla="*/ 22951 h 240982"/>
                <a:gd name="connsiteX133" fmla="*/ 11476 w 80327"/>
                <a:gd name="connsiteY133" fmla="*/ 19672 h 240982"/>
                <a:gd name="connsiteX134" fmla="*/ 11476 w 80327"/>
                <a:gd name="connsiteY134" fmla="*/ 16393 h 240982"/>
                <a:gd name="connsiteX135" fmla="*/ 11476 w 80327"/>
                <a:gd name="connsiteY135" fmla="*/ 11476 h 240982"/>
                <a:gd name="connsiteX136" fmla="*/ 11476 w 80327"/>
                <a:gd name="connsiteY136" fmla="*/ 8197 h 240982"/>
                <a:gd name="connsiteX137" fmla="*/ 11476 w 80327"/>
                <a:gd name="connsiteY137" fmla="*/ 4918 h 240982"/>
                <a:gd name="connsiteX138" fmla="*/ 8197 w 80327"/>
                <a:gd name="connsiteY138" fmla="*/ 0 h 240982"/>
                <a:gd name="connsiteX139" fmla="*/ 6558 w 80327"/>
                <a:gd name="connsiteY139" fmla="*/ 0 h 240982"/>
                <a:gd name="connsiteX140" fmla="*/ 4918 w 80327"/>
                <a:gd name="connsiteY140" fmla="*/ 1639 h 240982"/>
                <a:gd name="connsiteX141" fmla="*/ 3279 w 80327"/>
                <a:gd name="connsiteY141" fmla="*/ 4918 h 240982"/>
                <a:gd name="connsiteX142" fmla="*/ 4918 w 80327"/>
                <a:gd name="connsiteY142" fmla="*/ 9836 h 240982"/>
                <a:gd name="connsiteX143" fmla="*/ 4918 w 80327"/>
                <a:gd name="connsiteY143" fmla="*/ 13115 h 240982"/>
                <a:gd name="connsiteX144" fmla="*/ 3279 w 80327"/>
                <a:gd name="connsiteY144" fmla="*/ 16393 h 240982"/>
                <a:gd name="connsiteX145" fmla="*/ 3279 w 80327"/>
                <a:gd name="connsiteY145" fmla="*/ 21312 h 240982"/>
                <a:gd name="connsiteX146" fmla="*/ 3279 w 80327"/>
                <a:gd name="connsiteY146" fmla="*/ 24590 h 240982"/>
                <a:gd name="connsiteX147" fmla="*/ 3279 w 80327"/>
                <a:gd name="connsiteY147" fmla="*/ 27869 h 240982"/>
                <a:gd name="connsiteX148" fmla="*/ 1639 w 80327"/>
                <a:gd name="connsiteY148" fmla="*/ 31147 h 240982"/>
                <a:gd name="connsiteX149" fmla="*/ 1639 w 80327"/>
                <a:gd name="connsiteY149" fmla="*/ 36066 h 240982"/>
                <a:gd name="connsiteX150" fmla="*/ 3279 w 80327"/>
                <a:gd name="connsiteY150" fmla="*/ 39344 h 240982"/>
                <a:gd name="connsiteX151" fmla="*/ 0 w 80327"/>
                <a:gd name="connsiteY151" fmla="*/ 42623 h 240982"/>
                <a:gd name="connsiteX152" fmla="*/ 0 w 80327"/>
                <a:gd name="connsiteY152" fmla="*/ 44262 h 240982"/>
                <a:gd name="connsiteX153" fmla="*/ 3279 w 80327"/>
                <a:gd name="connsiteY153" fmla="*/ 44262 h 240982"/>
                <a:gd name="connsiteX154" fmla="*/ 4918 w 80327"/>
                <a:gd name="connsiteY154" fmla="*/ 39344 h 240982"/>
                <a:gd name="connsiteX155" fmla="*/ 6558 w 80327"/>
                <a:gd name="connsiteY155" fmla="*/ 36066 h 240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80327" h="240982">
                  <a:moveTo>
                    <a:pt x="6558" y="36066"/>
                  </a:moveTo>
                  <a:lnTo>
                    <a:pt x="8197" y="32787"/>
                  </a:lnTo>
                  <a:lnTo>
                    <a:pt x="8197" y="36066"/>
                  </a:lnTo>
                  <a:lnTo>
                    <a:pt x="8197" y="39344"/>
                  </a:lnTo>
                  <a:lnTo>
                    <a:pt x="6558" y="42623"/>
                  </a:lnTo>
                  <a:lnTo>
                    <a:pt x="6558" y="47541"/>
                  </a:lnTo>
                  <a:lnTo>
                    <a:pt x="6558" y="50820"/>
                  </a:lnTo>
                  <a:lnTo>
                    <a:pt x="3279" y="54098"/>
                  </a:lnTo>
                  <a:lnTo>
                    <a:pt x="3279" y="59016"/>
                  </a:lnTo>
                  <a:lnTo>
                    <a:pt x="1639" y="62295"/>
                  </a:lnTo>
                  <a:lnTo>
                    <a:pt x="1639" y="67213"/>
                  </a:lnTo>
                  <a:lnTo>
                    <a:pt x="1639" y="70492"/>
                  </a:lnTo>
                  <a:lnTo>
                    <a:pt x="3279" y="73770"/>
                  </a:lnTo>
                  <a:lnTo>
                    <a:pt x="3279" y="73770"/>
                  </a:lnTo>
                  <a:lnTo>
                    <a:pt x="1639" y="77049"/>
                  </a:lnTo>
                  <a:lnTo>
                    <a:pt x="3279" y="81967"/>
                  </a:lnTo>
                  <a:lnTo>
                    <a:pt x="3279" y="85246"/>
                  </a:lnTo>
                  <a:lnTo>
                    <a:pt x="6558" y="88524"/>
                  </a:lnTo>
                  <a:lnTo>
                    <a:pt x="8197" y="93442"/>
                  </a:lnTo>
                  <a:lnTo>
                    <a:pt x="9836" y="96721"/>
                  </a:lnTo>
                  <a:lnTo>
                    <a:pt x="11476" y="100000"/>
                  </a:lnTo>
                  <a:lnTo>
                    <a:pt x="11476" y="104917"/>
                  </a:lnTo>
                  <a:lnTo>
                    <a:pt x="11476" y="108196"/>
                  </a:lnTo>
                  <a:lnTo>
                    <a:pt x="8197" y="111475"/>
                  </a:lnTo>
                  <a:lnTo>
                    <a:pt x="4918" y="114754"/>
                  </a:lnTo>
                  <a:lnTo>
                    <a:pt x="4918" y="114754"/>
                  </a:lnTo>
                  <a:lnTo>
                    <a:pt x="4918" y="116393"/>
                  </a:lnTo>
                  <a:lnTo>
                    <a:pt x="4918" y="119672"/>
                  </a:lnTo>
                  <a:lnTo>
                    <a:pt x="8197" y="122950"/>
                  </a:lnTo>
                  <a:lnTo>
                    <a:pt x="9836" y="127869"/>
                  </a:lnTo>
                  <a:lnTo>
                    <a:pt x="11476" y="131147"/>
                  </a:lnTo>
                  <a:lnTo>
                    <a:pt x="13115" y="134426"/>
                  </a:lnTo>
                  <a:lnTo>
                    <a:pt x="13115" y="139344"/>
                  </a:lnTo>
                  <a:lnTo>
                    <a:pt x="16393" y="142622"/>
                  </a:lnTo>
                  <a:lnTo>
                    <a:pt x="16393" y="145901"/>
                  </a:lnTo>
                  <a:lnTo>
                    <a:pt x="18033" y="150819"/>
                  </a:lnTo>
                  <a:lnTo>
                    <a:pt x="19672" y="154098"/>
                  </a:lnTo>
                  <a:lnTo>
                    <a:pt x="22951" y="157376"/>
                  </a:lnTo>
                  <a:lnTo>
                    <a:pt x="26229" y="160655"/>
                  </a:lnTo>
                  <a:lnTo>
                    <a:pt x="27869" y="165573"/>
                  </a:lnTo>
                  <a:lnTo>
                    <a:pt x="32787" y="165573"/>
                  </a:lnTo>
                  <a:lnTo>
                    <a:pt x="36066" y="168852"/>
                  </a:lnTo>
                  <a:lnTo>
                    <a:pt x="39344" y="170491"/>
                  </a:lnTo>
                  <a:lnTo>
                    <a:pt x="40983" y="175409"/>
                  </a:lnTo>
                  <a:lnTo>
                    <a:pt x="42623" y="178688"/>
                  </a:lnTo>
                  <a:lnTo>
                    <a:pt x="44262" y="181966"/>
                  </a:lnTo>
                  <a:lnTo>
                    <a:pt x="44262" y="186884"/>
                  </a:lnTo>
                  <a:lnTo>
                    <a:pt x="42623" y="190163"/>
                  </a:lnTo>
                  <a:lnTo>
                    <a:pt x="44262" y="193442"/>
                  </a:lnTo>
                  <a:lnTo>
                    <a:pt x="45902" y="198360"/>
                  </a:lnTo>
                  <a:lnTo>
                    <a:pt x="47541" y="201639"/>
                  </a:lnTo>
                  <a:lnTo>
                    <a:pt x="47541" y="201639"/>
                  </a:lnTo>
                  <a:lnTo>
                    <a:pt x="50820" y="204917"/>
                  </a:lnTo>
                  <a:lnTo>
                    <a:pt x="55738" y="208196"/>
                  </a:lnTo>
                  <a:lnTo>
                    <a:pt x="57377" y="211474"/>
                  </a:lnTo>
                  <a:lnTo>
                    <a:pt x="57377" y="216393"/>
                  </a:lnTo>
                  <a:lnTo>
                    <a:pt x="57377" y="218032"/>
                  </a:lnTo>
                  <a:lnTo>
                    <a:pt x="54098" y="221310"/>
                  </a:lnTo>
                  <a:lnTo>
                    <a:pt x="52459" y="224589"/>
                  </a:lnTo>
                  <a:lnTo>
                    <a:pt x="52459" y="227868"/>
                  </a:lnTo>
                  <a:lnTo>
                    <a:pt x="57377" y="227868"/>
                  </a:lnTo>
                  <a:lnTo>
                    <a:pt x="55738" y="232786"/>
                  </a:lnTo>
                  <a:lnTo>
                    <a:pt x="59016" y="229507"/>
                  </a:lnTo>
                  <a:lnTo>
                    <a:pt x="62295" y="231147"/>
                  </a:lnTo>
                  <a:lnTo>
                    <a:pt x="63935" y="231147"/>
                  </a:lnTo>
                  <a:lnTo>
                    <a:pt x="67213" y="232786"/>
                  </a:lnTo>
                  <a:lnTo>
                    <a:pt x="70492" y="237704"/>
                  </a:lnTo>
                  <a:lnTo>
                    <a:pt x="73770" y="240983"/>
                  </a:lnTo>
                  <a:lnTo>
                    <a:pt x="77049" y="239343"/>
                  </a:lnTo>
                  <a:lnTo>
                    <a:pt x="80328" y="236064"/>
                  </a:lnTo>
                  <a:lnTo>
                    <a:pt x="80328" y="232786"/>
                  </a:lnTo>
                  <a:lnTo>
                    <a:pt x="80328" y="232786"/>
                  </a:lnTo>
                  <a:lnTo>
                    <a:pt x="78688" y="227868"/>
                  </a:lnTo>
                  <a:lnTo>
                    <a:pt x="78688" y="224589"/>
                  </a:lnTo>
                  <a:lnTo>
                    <a:pt x="75410" y="221310"/>
                  </a:lnTo>
                  <a:lnTo>
                    <a:pt x="72131" y="216393"/>
                  </a:lnTo>
                  <a:lnTo>
                    <a:pt x="72131" y="213114"/>
                  </a:lnTo>
                  <a:lnTo>
                    <a:pt x="70492" y="209835"/>
                  </a:lnTo>
                  <a:lnTo>
                    <a:pt x="68852" y="206557"/>
                  </a:lnTo>
                  <a:lnTo>
                    <a:pt x="67213" y="201639"/>
                  </a:lnTo>
                  <a:lnTo>
                    <a:pt x="65573" y="198360"/>
                  </a:lnTo>
                  <a:lnTo>
                    <a:pt x="63935" y="196720"/>
                  </a:lnTo>
                  <a:lnTo>
                    <a:pt x="63935" y="193442"/>
                  </a:lnTo>
                  <a:lnTo>
                    <a:pt x="60656" y="190163"/>
                  </a:lnTo>
                  <a:lnTo>
                    <a:pt x="59016" y="186884"/>
                  </a:lnTo>
                  <a:lnTo>
                    <a:pt x="59016" y="181966"/>
                  </a:lnTo>
                  <a:lnTo>
                    <a:pt x="59016" y="178688"/>
                  </a:lnTo>
                  <a:lnTo>
                    <a:pt x="57377" y="175409"/>
                  </a:lnTo>
                  <a:lnTo>
                    <a:pt x="55738" y="170491"/>
                  </a:lnTo>
                  <a:lnTo>
                    <a:pt x="57377" y="167213"/>
                  </a:lnTo>
                  <a:lnTo>
                    <a:pt x="57377" y="163934"/>
                  </a:lnTo>
                  <a:lnTo>
                    <a:pt x="57377" y="159016"/>
                  </a:lnTo>
                  <a:lnTo>
                    <a:pt x="52459" y="155737"/>
                  </a:lnTo>
                  <a:lnTo>
                    <a:pt x="50820" y="152459"/>
                  </a:lnTo>
                  <a:lnTo>
                    <a:pt x="49180" y="147540"/>
                  </a:lnTo>
                  <a:lnTo>
                    <a:pt x="45902" y="144262"/>
                  </a:lnTo>
                  <a:lnTo>
                    <a:pt x="42623" y="140983"/>
                  </a:lnTo>
                  <a:lnTo>
                    <a:pt x="39344" y="137704"/>
                  </a:lnTo>
                  <a:lnTo>
                    <a:pt x="36066" y="139344"/>
                  </a:lnTo>
                  <a:lnTo>
                    <a:pt x="36066" y="139344"/>
                  </a:lnTo>
                  <a:lnTo>
                    <a:pt x="31148" y="137704"/>
                  </a:lnTo>
                  <a:lnTo>
                    <a:pt x="27869" y="134426"/>
                  </a:lnTo>
                  <a:lnTo>
                    <a:pt x="26229" y="129508"/>
                  </a:lnTo>
                  <a:lnTo>
                    <a:pt x="26229" y="126229"/>
                  </a:lnTo>
                  <a:lnTo>
                    <a:pt x="26229" y="122950"/>
                  </a:lnTo>
                  <a:lnTo>
                    <a:pt x="26229" y="119672"/>
                  </a:lnTo>
                  <a:lnTo>
                    <a:pt x="31148" y="116393"/>
                  </a:lnTo>
                  <a:lnTo>
                    <a:pt x="34426" y="113114"/>
                  </a:lnTo>
                  <a:lnTo>
                    <a:pt x="34426" y="109836"/>
                  </a:lnTo>
                  <a:lnTo>
                    <a:pt x="32787" y="104917"/>
                  </a:lnTo>
                  <a:lnTo>
                    <a:pt x="31148" y="101639"/>
                  </a:lnTo>
                  <a:lnTo>
                    <a:pt x="29508" y="98360"/>
                  </a:lnTo>
                  <a:lnTo>
                    <a:pt x="26229" y="95082"/>
                  </a:lnTo>
                  <a:lnTo>
                    <a:pt x="27869" y="90164"/>
                  </a:lnTo>
                  <a:lnTo>
                    <a:pt x="27869" y="86885"/>
                  </a:lnTo>
                  <a:lnTo>
                    <a:pt x="29508" y="83606"/>
                  </a:lnTo>
                  <a:lnTo>
                    <a:pt x="29508" y="81967"/>
                  </a:lnTo>
                  <a:lnTo>
                    <a:pt x="29508" y="77049"/>
                  </a:lnTo>
                  <a:lnTo>
                    <a:pt x="27869" y="73770"/>
                  </a:lnTo>
                  <a:lnTo>
                    <a:pt x="24590" y="72131"/>
                  </a:lnTo>
                  <a:lnTo>
                    <a:pt x="22951" y="68852"/>
                  </a:lnTo>
                  <a:lnTo>
                    <a:pt x="21312" y="63934"/>
                  </a:lnTo>
                  <a:lnTo>
                    <a:pt x="21312" y="60656"/>
                  </a:lnTo>
                  <a:lnTo>
                    <a:pt x="22951" y="57377"/>
                  </a:lnTo>
                  <a:lnTo>
                    <a:pt x="22951" y="52459"/>
                  </a:lnTo>
                  <a:lnTo>
                    <a:pt x="22951" y="49180"/>
                  </a:lnTo>
                  <a:lnTo>
                    <a:pt x="21312" y="45902"/>
                  </a:lnTo>
                  <a:lnTo>
                    <a:pt x="19672" y="42623"/>
                  </a:lnTo>
                  <a:lnTo>
                    <a:pt x="19672" y="39344"/>
                  </a:lnTo>
                  <a:lnTo>
                    <a:pt x="18033" y="34426"/>
                  </a:lnTo>
                  <a:lnTo>
                    <a:pt x="16393" y="31147"/>
                  </a:lnTo>
                  <a:lnTo>
                    <a:pt x="14754" y="27869"/>
                  </a:lnTo>
                  <a:lnTo>
                    <a:pt x="13115" y="22951"/>
                  </a:lnTo>
                  <a:lnTo>
                    <a:pt x="11476" y="19672"/>
                  </a:lnTo>
                  <a:lnTo>
                    <a:pt x="11476" y="16393"/>
                  </a:lnTo>
                  <a:lnTo>
                    <a:pt x="11476" y="11476"/>
                  </a:lnTo>
                  <a:lnTo>
                    <a:pt x="11476" y="8197"/>
                  </a:lnTo>
                  <a:lnTo>
                    <a:pt x="11476" y="4918"/>
                  </a:lnTo>
                  <a:lnTo>
                    <a:pt x="8197" y="0"/>
                  </a:lnTo>
                  <a:lnTo>
                    <a:pt x="6558" y="0"/>
                  </a:lnTo>
                  <a:lnTo>
                    <a:pt x="4918" y="1639"/>
                  </a:lnTo>
                  <a:lnTo>
                    <a:pt x="3279" y="4918"/>
                  </a:lnTo>
                  <a:lnTo>
                    <a:pt x="4918" y="9836"/>
                  </a:lnTo>
                  <a:lnTo>
                    <a:pt x="4918" y="13115"/>
                  </a:lnTo>
                  <a:lnTo>
                    <a:pt x="3279" y="16393"/>
                  </a:lnTo>
                  <a:lnTo>
                    <a:pt x="3279" y="21312"/>
                  </a:lnTo>
                  <a:lnTo>
                    <a:pt x="3279" y="24590"/>
                  </a:lnTo>
                  <a:lnTo>
                    <a:pt x="3279" y="27869"/>
                  </a:lnTo>
                  <a:lnTo>
                    <a:pt x="1639" y="31147"/>
                  </a:lnTo>
                  <a:lnTo>
                    <a:pt x="1639" y="36066"/>
                  </a:lnTo>
                  <a:lnTo>
                    <a:pt x="3279" y="39344"/>
                  </a:lnTo>
                  <a:lnTo>
                    <a:pt x="0" y="42623"/>
                  </a:lnTo>
                  <a:lnTo>
                    <a:pt x="0" y="44262"/>
                  </a:lnTo>
                  <a:lnTo>
                    <a:pt x="3279" y="44262"/>
                  </a:lnTo>
                  <a:lnTo>
                    <a:pt x="4918" y="39344"/>
                  </a:lnTo>
                  <a:lnTo>
                    <a:pt x="6558" y="36066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63" name="Freeform 4562">
              <a:extLst>
                <a:ext uri="{FF2B5EF4-FFF2-40B4-BE49-F238E27FC236}">
                  <a16:creationId xmlns:a16="http://schemas.microsoft.com/office/drawing/2014/main" id="{4238552C-5FB3-844C-9B90-392BBE5E3038}"/>
                </a:ext>
              </a:extLst>
            </p:cNvPr>
            <p:cNvSpPr/>
            <p:nvPr/>
          </p:nvSpPr>
          <p:spPr>
            <a:xfrm>
              <a:off x="6586161" y="4100143"/>
              <a:ext cx="124589" cy="152458"/>
            </a:xfrm>
            <a:custGeom>
              <a:avLst/>
              <a:gdLst>
                <a:gd name="connsiteX0" fmla="*/ 122950 w 124589"/>
                <a:gd name="connsiteY0" fmla="*/ 34426 h 152458"/>
                <a:gd name="connsiteX1" fmla="*/ 121311 w 124589"/>
                <a:gd name="connsiteY1" fmla="*/ 29508 h 152458"/>
                <a:gd name="connsiteX2" fmla="*/ 118032 w 124589"/>
                <a:gd name="connsiteY2" fmla="*/ 26229 h 152458"/>
                <a:gd name="connsiteX3" fmla="*/ 114754 w 124589"/>
                <a:gd name="connsiteY3" fmla="*/ 27868 h 152458"/>
                <a:gd name="connsiteX4" fmla="*/ 109836 w 124589"/>
                <a:gd name="connsiteY4" fmla="*/ 29508 h 152458"/>
                <a:gd name="connsiteX5" fmla="*/ 106557 w 124589"/>
                <a:gd name="connsiteY5" fmla="*/ 32787 h 152458"/>
                <a:gd name="connsiteX6" fmla="*/ 104917 w 124589"/>
                <a:gd name="connsiteY6" fmla="*/ 36065 h 152458"/>
                <a:gd name="connsiteX7" fmla="*/ 101639 w 124589"/>
                <a:gd name="connsiteY7" fmla="*/ 36065 h 152458"/>
                <a:gd name="connsiteX8" fmla="*/ 100000 w 124589"/>
                <a:gd name="connsiteY8" fmla="*/ 32787 h 152458"/>
                <a:gd name="connsiteX9" fmla="*/ 96721 w 124589"/>
                <a:gd name="connsiteY9" fmla="*/ 31147 h 152458"/>
                <a:gd name="connsiteX10" fmla="*/ 93442 w 124589"/>
                <a:gd name="connsiteY10" fmla="*/ 26229 h 152458"/>
                <a:gd name="connsiteX11" fmla="*/ 91803 w 124589"/>
                <a:gd name="connsiteY11" fmla="*/ 22951 h 152458"/>
                <a:gd name="connsiteX12" fmla="*/ 91803 w 124589"/>
                <a:gd name="connsiteY12" fmla="*/ 21311 h 152458"/>
                <a:gd name="connsiteX13" fmla="*/ 90164 w 124589"/>
                <a:gd name="connsiteY13" fmla="*/ 19672 h 152458"/>
                <a:gd name="connsiteX14" fmla="*/ 91803 w 124589"/>
                <a:gd name="connsiteY14" fmla="*/ 16393 h 152458"/>
                <a:gd name="connsiteX15" fmla="*/ 91803 w 124589"/>
                <a:gd name="connsiteY15" fmla="*/ 11475 h 152458"/>
                <a:gd name="connsiteX16" fmla="*/ 90164 w 124589"/>
                <a:gd name="connsiteY16" fmla="*/ 11475 h 152458"/>
                <a:gd name="connsiteX17" fmla="*/ 88524 w 124589"/>
                <a:gd name="connsiteY17" fmla="*/ 13114 h 152458"/>
                <a:gd name="connsiteX18" fmla="*/ 85246 w 124589"/>
                <a:gd name="connsiteY18" fmla="*/ 14754 h 152458"/>
                <a:gd name="connsiteX19" fmla="*/ 81967 w 124589"/>
                <a:gd name="connsiteY19" fmla="*/ 11475 h 152458"/>
                <a:gd name="connsiteX20" fmla="*/ 80327 w 124589"/>
                <a:gd name="connsiteY20" fmla="*/ 8197 h 152458"/>
                <a:gd name="connsiteX21" fmla="*/ 77049 w 124589"/>
                <a:gd name="connsiteY21" fmla="*/ 8197 h 152458"/>
                <a:gd name="connsiteX22" fmla="*/ 77049 w 124589"/>
                <a:gd name="connsiteY22" fmla="*/ 13114 h 152458"/>
                <a:gd name="connsiteX23" fmla="*/ 73770 w 124589"/>
                <a:gd name="connsiteY23" fmla="*/ 13114 h 152458"/>
                <a:gd name="connsiteX24" fmla="*/ 70492 w 124589"/>
                <a:gd name="connsiteY24" fmla="*/ 11475 h 152458"/>
                <a:gd name="connsiteX25" fmla="*/ 70492 w 124589"/>
                <a:gd name="connsiteY25" fmla="*/ 11475 h 152458"/>
                <a:gd name="connsiteX26" fmla="*/ 68852 w 124589"/>
                <a:gd name="connsiteY26" fmla="*/ 9836 h 152458"/>
                <a:gd name="connsiteX27" fmla="*/ 72131 w 124589"/>
                <a:gd name="connsiteY27" fmla="*/ 9836 h 152458"/>
                <a:gd name="connsiteX28" fmla="*/ 70492 w 124589"/>
                <a:gd name="connsiteY28" fmla="*/ 6557 h 152458"/>
                <a:gd name="connsiteX29" fmla="*/ 67213 w 124589"/>
                <a:gd name="connsiteY29" fmla="*/ 4918 h 152458"/>
                <a:gd name="connsiteX30" fmla="*/ 67213 w 124589"/>
                <a:gd name="connsiteY30" fmla="*/ 0 h 152458"/>
                <a:gd name="connsiteX31" fmla="*/ 63934 w 124589"/>
                <a:gd name="connsiteY31" fmla="*/ 1639 h 152458"/>
                <a:gd name="connsiteX32" fmla="*/ 62295 w 124589"/>
                <a:gd name="connsiteY32" fmla="*/ 3278 h 152458"/>
                <a:gd name="connsiteX33" fmla="*/ 60656 w 124589"/>
                <a:gd name="connsiteY33" fmla="*/ 3278 h 152458"/>
                <a:gd name="connsiteX34" fmla="*/ 62295 w 124589"/>
                <a:gd name="connsiteY34" fmla="*/ 6557 h 152458"/>
                <a:gd name="connsiteX35" fmla="*/ 59016 w 124589"/>
                <a:gd name="connsiteY35" fmla="*/ 8197 h 152458"/>
                <a:gd name="connsiteX36" fmla="*/ 59016 w 124589"/>
                <a:gd name="connsiteY36" fmla="*/ 13114 h 152458"/>
                <a:gd name="connsiteX37" fmla="*/ 55737 w 124589"/>
                <a:gd name="connsiteY37" fmla="*/ 11475 h 152458"/>
                <a:gd name="connsiteX38" fmla="*/ 55737 w 124589"/>
                <a:gd name="connsiteY38" fmla="*/ 16393 h 152458"/>
                <a:gd name="connsiteX39" fmla="*/ 50820 w 124589"/>
                <a:gd name="connsiteY39" fmla="*/ 18033 h 152458"/>
                <a:gd name="connsiteX40" fmla="*/ 47541 w 124589"/>
                <a:gd name="connsiteY40" fmla="*/ 16393 h 152458"/>
                <a:gd name="connsiteX41" fmla="*/ 44262 w 124589"/>
                <a:gd name="connsiteY41" fmla="*/ 16393 h 152458"/>
                <a:gd name="connsiteX42" fmla="*/ 40983 w 124589"/>
                <a:gd name="connsiteY42" fmla="*/ 16393 h 152458"/>
                <a:gd name="connsiteX43" fmla="*/ 40983 w 124589"/>
                <a:gd name="connsiteY43" fmla="*/ 13114 h 152458"/>
                <a:gd name="connsiteX44" fmla="*/ 40983 w 124589"/>
                <a:gd name="connsiteY44" fmla="*/ 9836 h 152458"/>
                <a:gd name="connsiteX45" fmla="*/ 39344 w 124589"/>
                <a:gd name="connsiteY45" fmla="*/ 11475 h 152458"/>
                <a:gd name="connsiteX46" fmla="*/ 39344 w 124589"/>
                <a:gd name="connsiteY46" fmla="*/ 13114 h 152458"/>
                <a:gd name="connsiteX47" fmla="*/ 37705 w 124589"/>
                <a:gd name="connsiteY47" fmla="*/ 16393 h 152458"/>
                <a:gd name="connsiteX48" fmla="*/ 36066 w 124589"/>
                <a:gd name="connsiteY48" fmla="*/ 19672 h 152458"/>
                <a:gd name="connsiteX49" fmla="*/ 32787 w 124589"/>
                <a:gd name="connsiteY49" fmla="*/ 19672 h 152458"/>
                <a:gd name="connsiteX50" fmla="*/ 29508 w 124589"/>
                <a:gd name="connsiteY50" fmla="*/ 18033 h 152458"/>
                <a:gd name="connsiteX51" fmla="*/ 29508 w 124589"/>
                <a:gd name="connsiteY51" fmla="*/ 21311 h 152458"/>
                <a:gd name="connsiteX52" fmla="*/ 27869 w 124589"/>
                <a:gd name="connsiteY52" fmla="*/ 21311 h 152458"/>
                <a:gd name="connsiteX53" fmla="*/ 26229 w 124589"/>
                <a:gd name="connsiteY53" fmla="*/ 21311 h 152458"/>
                <a:gd name="connsiteX54" fmla="*/ 22951 w 124589"/>
                <a:gd name="connsiteY54" fmla="*/ 21311 h 152458"/>
                <a:gd name="connsiteX55" fmla="*/ 22951 w 124589"/>
                <a:gd name="connsiteY55" fmla="*/ 21311 h 152458"/>
                <a:gd name="connsiteX56" fmla="*/ 21312 w 124589"/>
                <a:gd name="connsiteY56" fmla="*/ 24590 h 152458"/>
                <a:gd name="connsiteX57" fmla="*/ 16393 w 124589"/>
                <a:gd name="connsiteY57" fmla="*/ 26229 h 152458"/>
                <a:gd name="connsiteX58" fmla="*/ 13115 w 124589"/>
                <a:gd name="connsiteY58" fmla="*/ 27868 h 152458"/>
                <a:gd name="connsiteX59" fmla="*/ 13115 w 124589"/>
                <a:gd name="connsiteY59" fmla="*/ 29508 h 152458"/>
                <a:gd name="connsiteX60" fmla="*/ 14754 w 124589"/>
                <a:gd name="connsiteY60" fmla="*/ 32787 h 152458"/>
                <a:gd name="connsiteX61" fmla="*/ 14754 w 124589"/>
                <a:gd name="connsiteY61" fmla="*/ 36065 h 152458"/>
                <a:gd name="connsiteX62" fmla="*/ 13115 w 124589"/>
                <a:gd name="connsiteY62" fmla="*/ 39344 h 152458"/>
                <a:gd name="connsiteX63" fmla="*/ 9836 w 124589"/>
                <a:gd name="connsiteY63" fmla="*/ 42623 h 152458"/>
                <a:gd name="connsiteX64" fmla="*/ 6557 w 124589"/>
                <a:gd name="connsiteY64" fmla="*/ 45901 h 152458"/>
                <a:gd name="connsiteX65" fmla="*/ 6557 w 124589"/>
                <a:gd name="connsiteY65" fmla="*/ 50820 h 152458"/>
                <a:gd name="connsiteX66" fmla="*/ 4918 w 124589"/>
                <a:gd name="connsiteY66" fmla="*/ 54098 h 152458"/>
                <a:gd name="connsiteX67" fmla="*/ 3279 w 124589"/>
                <a:gd name="connsiteY67" fmla="*/ 55737 h 152458"/>
                <a:gd name="connsiteX68" fmla="*/ 4918 w 124589"/>
                <a:gd name="connsiteY68" fmla="*/ 59016 h 152458"/>
                <a:gd name="connsiteX69" fmla="*/ 6557 w 124589"/>
                <a:gd name="connsiteY69" fmla="*/ 63934 h 152458"/>
                <a:gd name="connsiteX70" fmla="*/ 6557 w 124589"/>
                <a:gd name="connsiteY70" fmla="*/ 65573 h 152458"/>
                <a:gd name="connsiteX71" fmla="*/ 8197 w 124589"/>
                <a:gd name="connsiteY71" fmla="*/ 65573 h 152458"/>
                <a:gd name="connsiteX72" fmla="*/ 8197 w 124589"/>
                <a:gd name="connsiteY72" fmla="*/ 65573 h 152458"/>
                <a:gd name="connsiteX73" fmla="*/ 9836 w 124589"/>
                <a:gd name="connsiteY73" fmla="*/ 70491 h 152458"/>
                <a:gd name="connsiteX74" fmla="*/ 9836 w 124589"/>
                <a:gd name="connsiteY74" fmla="*/ 73770 h 152458"/>
                <a:gd name="connsiteX75" fmla="*/ 9836 w 124589"/>
                <a:gd name="connsiteY75" fmla="*/ 77049 h 152458"/>
                <a:gd name="connsiteX76" fmla="*/ 8197 w 124589"/>
                <a:gd name="connsiteY76" fmla="*/ 81967 h 152458"/>
                <a:gd name="connsiteX77" fmla="*/ 6557 w 124589"/>
                <a:gd name="connsiteY77" fmla="*/ 85245 h 152458"/>
                <a:gd name="connsiteX78" fmla="*/ 4918 w 124589"/>
                <a:gd name="connsiteY78" fmla="*/ 88524 h 152458"/>
                <a:gd name="connsiteX79" fmla="*/ 6557 w 124589"/>
                <a:gd name="connsiteY79" fmla="*/ 91803 h 152458"/>
                <a:gd name="connsiteX80" fmla="*/ 3279 w 124589"/>
                <a:gd name="connsiteY80" fmla="*/ 96721 h 152458"/>
                <a:gd name="connsiteX81" fmla="*/ 3279 w 124589"/>
                <a:gd name="connsiteY81" fmla="*/ 100000 h 152458"/>
                <a:gd name="connsiteX82" fmla="*/ 3279 w 124589"/>
                <a:gd name="connsiteY82" fmla="*/ 103278 h 152458"/>
                <a:gd name="connsiteX83" fmla="*/ 0 w 124589"/>
                <a:gd name="connsiteY83" fmla="*/ 108196 h 152458"/>
                <a:gd name="connsiteX84" fmla="*/ 3279 w 124589"/>
                <a:gd name="connsiteY84" fmla="*/ 111475 h 152458"/>
                <a:gd name="connsiteX85" fmla="*/ 3279 w 124589"/>
                <a:gd name="connsiteY85" fmla="*/ 114754 h 152458"/>
                <a:gd name="connsiteX86" fmla="*/ 1639 w 124589"/>
                <a:gd name="connsiteY86" fmla="*/ 119671 h 152458"/>
                <a:gd name="connsiteX87" fmla="*/ 1639 w 124589"/>
                <a:gd name="connsiteY87" fmla="*/ 122950 h 152458"/>
                <a:gd name="connsiteX88" fmla="*/ 1639 w 124589"/>
                <a:gd name="connsiteY88" fmla="*/ 126229 h 152458"/>
                <a:gd name="connsiteX89" fmla="*/ 4918 w 124589"/>
                <a:gd name="connsiteY89" fmla="*/ 127868 h 152458"/>
                <a:gd name="connsiteX90" fmla="*/ 6557 w 124589"/>
                <a:gd name="connsiteY90" fmla="*/ 131147 h 152458"/>
                <a:gd name="connsiteX91" fmla="*/ 4918 w 124589"/>
                <a:gd name="connsiteY91" fmla="*/ 134425 h 152458"/>
                <a:gd name="connsiteX92" fmla="*/ 8197 w 124589"/>
                <a:gd name="connsiteY92" fmla="*/ 139344 h 152458"/>
                <a:gd name="connsiteX93" fmla="*/ 6557 w 124589"/>
                <a:gd name="connsiteY93" fmla="*/ 142622 h 152458"/>
                <a:gd name="connsiteX94" fmla="*/ 8197 w 124589"/>
                <a:gd name="connsiteY94" fmla="*/ 145901 h 152458"/>
                <a:gd name="connsiteX95" fmla="*/ 8197 w 124589"/>
                <a:gd name="connsiteY95" fmla="*/ 144261 h 152458"/>
                <a:gd name="connsiteX96" fmla="*/ 8197 w 124589"/>
                <a:gd name="connsiteY96" fmla="*/ 140983 h 152458"/>
                <a:gd name="connsiteX97" fmla="*/ 11476 w 124589"/>
                <a:gd name="connsiteY97" fmla="*/ 140983 h 152458"/>
                <a:gd name="connsiteX98" fmla="*/ 14754 w 124589"/>
                <a:gd name="connsiteY98" fmla="*/ 144261 h 152458"/>
                <a:gd name="connsiteX99" fmla="*/ 13115 w 124589"/>
                <a:gd name="connsiteY99" fmla="*/ 140983 h 152458"/>
                <a:gd name="connsiteX100" fmla="*/ 13115 w 124589"/>
                <a:gd name="connsiteY100" fmla="*/ 136065 h 152458"/>
                <a:gd name="connsiteX101" fmla="*/ 16393 w 124589"/>
                <a:gd name="connsiteY101" fmla="*/ 132786 h 152458"/>
                <a:gd name="connsiteX102" fmla="*/ 21312 w 124589"/>
                <a:gd name="connsiteY102" fmla="*/ 134425 h 152458"/>
                <a:gd name="connsiteX103" fmla="*/ 18033 w 124589"/>
                <a:gd name="connsiteY103" fmla="*/ 131147 h 152458"/>
                <a:gd name="connsiteX104" fmla="*/ 19672 w 124589"/>
                <a:gd name="connsiteY104" fmla="*/ 126229 h 152458"/>
                <a:gd name="connsiteX105" fmla="*/ 22951 w 124589"/>
                <a:gd name="connsiteY105" fmla="*/ 124590 h 152458"/>
                <a:gd name="connsiteX106" fmla="*/ 26229 w 124589"/>
                <a:gd name="connsiteY106" fmla="*/ 122950 h 152458"/>
                <a:gd name="connsiteX107" fmla="*/ 26229 w 124589"/>
                <a:gd name="connsiteY107" fmla="*/ 126229 h 152458"/>
                <a:gd name="connsiteX108" fmla="*/ 29508 w 124589"/>
                <a:gd name="connsiteY108" fmla="*/ 129508 h 152458"/>
                <a:gd name="connsiteX109" fmla="*/ 34426 w 124589"/>
                <a:gd name="connsiteY109" fmla="*/ 131147 h 152458"/>
                <a:gd name="connsiteX110" fmla="*/ 37705 w 124589"/>
                <a:gd name="connsiteY110" fmla="*/ 132786 h 152458"/>
                <a:gd name="connsiteX111" fmla="*/ 40983 w 124589"/>
                <a:gd name="connsiteY111" fmla="*/ 127868 h 152458"/>
                <a:gd name="connsiteX112" fmla="*/ 42623 w 124589"/>
                <a:gd name="connsiteY112" fmla="*/ 132786 h 152458"/>
                <a:gd name="connsiteX113" fmla="*/ 45902 w 124589"/>
                <a:gd name="connsiteY113" fmla="*/ 132786 h 152458"/>
                <a:gd name="connsiteX114" fmla="*/ 45902 w 124589"/>
                <a:gd name="connsiteY114" fmla="*/ 136065 h 152458"/>
                <a:gd name="connsiteX115" fmla="*/ 45902 w 124589"/>
                <a:gd name="connsiteY115" fmla="*/ 139344 h 152458"/>
                <a:gd name="connsiteX116" fmla="*/ 47541 w 124589"/>
                <a:gd name="connsiteY116" fmla="*/ 144261 h 152458"/>
                <a:gd name="connsiteX117" fmla="*/ 45902 w 124589"/>
                <a:gd name="connsiteY117" fmla="*/ 147540 h 152458"/>
                <a:gd name="connsiteX118" fmla="*/ 42623 w 124589"/>
                <a:gd name="connsiteY118" fmla="*/ 149180 h 152458"/>
                <a:gd name="connsiteX119" fmla="*/ 45902 w 124589"/>
                <a:gd name="connsiteY119" fmla="*/ 152458 h 152458"/>
                <a:gd name="connsiteX120" fmla="*/ 45902 w 124589"/>
                <a:gd name="connsiteY120" fmla="*/ 149180 h 152458"/>
                <a:gd name="connsiteX121" fmla="*/ 50820 w 124589"/>
                <a:gd name="connsiteY121" fmla="*/ 147540 h 152458"/>
                <a:gd name="connsiteX122" fmla="*/ 54098 w 124589"/>
                <a:gd name="connsiteY122" fmla="*/ 147540 h 152458"/>
                <a:gd name="connsiteX123" fmla="*/ 50820 w 124589"/>
                <a:gd name="connsiteY123" fmla="*/ 145901 h 152458"/>
                <a:gd name="connsiteX124" fmla="*/ 49180 w 124589"/>
                <a:gd name="connsiteY124" fmla="*/ 142622 h 152458"/>
                <a:gd name="connsiteX125" fmla="*/ 47541 w 124589"/>
                <a:gd name="connsiteY125" fmla="*/ 139344 h 152458"/>
                <a:gd name="connsiteX126" fmla="*/ 49180 w 124589"/>
                <a:gd name="connsiteY126" fmla="*/ 134425 h 152458"/>
                <a:gd name="connsiteX127" fmla="*/ 47541 w 124589"/>
                <a:gd name="connsiteY127" fmla="*/ 131147 h 152458"/>
                <a:gd name="connsiteX128" fmla="*/ 50820 w 124589"/>
                <a:gd name="connsiteY128" fmla="*/ 127868 h 152458"/>
                <a:gd name="connsiteX129" fmla="*/ 54098 w 124589"/>
                <a:gd name="connsiteY129" fmla="*/ 127868 h 152458"/>
                <a:gd name="connsiteX130" fmla="*/ 59016 w 124589"/>
                <a:gd name="connsiteY130" fmla="*/ 131147 h 152458"/>
                <a:gd name="connsiteX131" fmla="*/ 62295 w 124589"/>
                <a:gd name="connsiteY131" fmla="*/ 132786 h 152458"/>
                <a:gd name="connsiteX132" fmla="*/ 65573 w 124589"/>
                <a:gd name="connsiteY132" fmla="*/ 132786 h 152458"/>
                <a:gd name="connsiteX133" fmla="*/ 68852 w 124589"/>
                <a:gd name="connsiteY133" fmla="*/ 134425 h 152458"/>
                <a:gd name="connsiteX134" fmla="*/ 68852 w 124589"/>
                <a:gd name="connsiteY134" fmla="*/ 134425 h 152458"/>
                <a:gd name="connsiteX135" fmla="*/ 70492 w 124589"/>
                <a:gd name="connsiteY135" fmla="*/ 129508 h 152458"/>
                <a:gd name="connsiteX136" fmla="*/ 73770 w 124589"/>
                <a:gd name="connsiteY136" fmla="*/ 126229 h 152458"/>
                <a:gd name="connsiteX137" fmla="*/ 78688 w 124589"/>
                <a:gd name="connsiteY137" fmla="*/ 124590 h 152458"/>
                <a:gd name="connsiteX138" fmla="*/ 81967 w 124589"/>
                <a:gd name="connsiteY138" fmla="*/ 122950 h 152458"/>
                <a:gd name="connsiteX139" fmla="*/ 85246 w 124589"/>
                <a:gd name="connsiteY139" fmla="*/ 119671 h 152458"/>
                <a:gd name="connsiteX140" fmla="*/ 85246 w 124589"/>
                <a:gd name="connsiteY140" fmla="*/ 116393 h 152458"/>
                <a:gd name="connsiteX141" fmla="*/ 83606 w 124589"/>
                <a:gd name="connsiteY141" fmla="*/ 114754 h 152458"/>
                <a:gd name="connsiteX142" fmla="*/ 83606 w 124589"/>
                <a:gd name="connsiteY142" fmla="*/ 114754 h 152458"/>
                <a:gd name="connsiteX143" fmla="*/ 80327 w 124589"/>
                <a:gd name="connsiteY143" fmla="*/ 116393 h 152458"/>
                <a:gd name="connsiteX144" fmla="*/ 77049 w 124589"/>
                <a:gd name="connsiteY144" fmla="*/ 118032 h 152458"/>
                <a:gd name="connsiteX145" fmla="*/ 72131 w 124589"/>
                <a:gd name="connsiteY145" fmla="*/ 118032 h 152458"/>
                <a:gd name="connsiteX146" fmla="*/ 68852 w 124589"/>
                <a:gd name="connsiteY146" fmla="*/ 118032 h 152458"/>
                <a:gd name="connsiteX147" fmla="*/ 65573 w 124589"/>
                <a:gd name="connsiteY147" fmla="*/ 116393 h 152458"/>
                <a:gd name="connsiteX148" fmla="*/ 60656 w 124589"/>
                <a:gd name="connsiteY148" fmla="*/ 114754 h 152458"/>
                <a:gd name="connsiteX149" fmla="*/ 63934 w 124589"/>
                <a:gd name="connsiteY149" fmla="*/ 111475 h 152458"/>
                <a:gd name="connsiteX150" fmla="*/ 67213 w 124589"/>
                <a:gd name="connsiteY150" fmla="*/ 109835 h 152458"/>
                <a:gd name="connsiteX151" fmla="*/ 72131 w 124589"/>
                <a:gd name="connsiteY151" fmla="*/ 111475 h 152458"/>
                <a:gd name="connsiteX152" fmla="*/ 75410 w 124589"/>
                <a:gd name="connsiteY152" fmla="*/ 109835 h 152458"/>
                <a:gd name="connsiteX153" fmla="*/ 72131 w 124589"/>
                <a:gd name="connsiteY153" fmla="*/ 106557 h 152458"/>
                <a:gd name="connsiteX154" fmla="*/ 67213 w 124589"/>
                <a:gd name="connsiteY154" fmla="*/ 106557 h 152458"/>
                <a:gd name="connsiteX155" fmla="*/ 63934 w 124589"/>
                <a:gd name="connsiteY155" fmla="*/ 106557 h 152458"/>
                <a:gd name="connsiteX156" fmla="*/ 65573 w 124589"/>
                <a:gd name="connsiteY156" fmla="*/ 103278 h 152458"/>
                <a:gd name="connsiteX157" fmla="*/ 67213 w 124589"/>
                <a:gd name="connsiteY157" fmla="*/ 101639 h 152458"/>
                <a:gd name="connsiteX158" fmla="*/ 70492 w 124589"/>
                <a:gd name="connsiteY158" fmla="*/ 101639 h 152458"/>
                <a:gd name="connsiteX159" fmla="*/ 70492 w 124589"/>
                <a:gd name="connsiteY159" fmla="*/ 103278 h 152458"/>
                <a:gd name="connsiteX160" fmla="*/ 73770 w 124589"/>
                <a:gd name="connsiteY160" fmla="*/ 101639 h 152458"/>
                <a:gd name="connsiteX161" fmla="*/ 77049 w 124589"/>
                <a:gd name="connsiteY161" fmla="*/ 100000 h 152458"/>
                <a:gd name="connsiteX162" fmla="*/ 77049 w 124589"/>
                <a:gd name="connsiteY162" fmla="*/ 96721 h 152458"/>
                <a:gd name="connsiteX163" fmla="*/ 80327 w 124589"/>
                <a:gd name="connsiteY163" fmla="*/ 95081 h 152458"/>
                <a:gd name="connsiteX164" fmla="*/ 77049 w 124589"/>
                <a:gd name="connsiteY164" fmla="*/ 91803 h 152458"/>
                <a:gd name="connsiteX165" fmla="*/ 78688 w 124589"/>
                <a:gd name="connsiteY165" fmla="*/ 86885 h 152458"/>
                <a:gd name="connsiteX166" fmla="*/ 83606 w 124589"/>
                <a:gd name="connsiteY166" fmla="*/ 86885 h 152458"/>
                <a:gd name="connsiteX167" fmla="*/ 86885 w 124589"/>
                <a:gd name="connsiteY167" fmla="*/ 90164 h 152458"/>
                <a:gd name="connsiteX168" fmla="*/ 90164 w 124589"/>
                <a:gd name="connsiteY168" fmla="*/ 88524 h 152458"/>
                <a:gd name="connsiteX169" fmla="*/ 88524 w 124589"/>
                <a:gd name="connsiteY169" fmla="*/ 88524 h 152458"/>
                <a:gd name="connsiteX170" fmla="*/ 86885 w 124589"/>
                <a:gd name="connsiteY170" fmla="*/ 83606 h 152458"/>
                <a:gd name="connsiteX171" fmla="*/ 86885 w 124589"/>
                <a:gd name="connsiteY171" fmla="*/ 80327 h 152458"/>
                <a:gd name="connsiteX172" fmla="*/ 91803 w 124589"/>
                <a:gd name="connsiteY172" fmla="*/ 83606 h 152458"/>
                <a:gd name="connsiteX173" fmla="*/ 88524 w 124589"/>
                <a:gd name="connsiteY173" fmla="*/ 78688 h 152458"/>
                <a:gd name="connsiteX174" fmla="*/ 88524 w 124589"/>
                <a:gd name="connsiteY174" fmla="*/ 75410 h 152458"/>
                <a:gd name="connsiteX175" fmla="*/ 90164 w 124589"/>
                <a:gd name="connsiteY175" fmla="*/ 72131 h 152458"/>
                <a:gd name="connsiteX176" fmla="*/ 95082 w 124589"/>
                <a:gd name="connsiteY176" fmla="*/ 67213 h 152458"/>
                <a:gd name="connsiteX177" fmla="*/ 96721 w 124589"/>
                <a:gd name="connsiteY177" fmla="*/ 67213 h 152458"/>
                <a:gd name="connsiteX178" fmla="*/ 96721 w 124589"/>
                <a:gd name="connsiteY178" fmla="*/ 62295 h 152458"/>
                <a:gd name="connsiteX179" fmla="*/ 98360 w 124589"/>
                <a:gd name="connsiteY179" fmla="*/ 62295 h 152458"/>
                <a:gd name="connsiteX180" fmla="*/ 96721 w 124589"/>
                <a:gd name="connsiteY180" fmla="*/ 59016 h 152458"/>
                <a:gd name="connsiteX181" fmla="*/ 93442 w 124589"/>
                <a:gd name="connsiteY181" fmla="*/ 54098 h 152458"/>
                <a:gd name="connsiteX182" fmla="*/ 93442 w 124589"/>
                <a:gd name="connsiteY182" fmla="*/ 50820 h 152458"/>
                <a:gd name="connsiteX183" fmla="*/ 95082 w 124589"/>
                <a:gd name="connsiteY183" fmla="*/ 45901 h 152458"/>
                <a:gd name="connsiteX184" fmla="*/ 98360 w 124589"/>
                <a:gd name="connsiteY184" fmla="*/ 42623 h 152458"/>
                <a:gd name="connsiteX185" fmla="*/ 101639 w 124589"/>
                <a:gd name="connsiteY185" fmla="*/ 40983 h 152458"/>
                <a:gd name="connsiteX186" fmla="*/ 106557 w 124589"/>
                <a:gd name="connsiteY186" fmla="*/ 42623 h 152458"/>
                <a:gd name="connsiteX187" fmla="*/ 109836 w 124589"/>
                <a:gd name="connsiteY187" fmla="*/ 44262 h 152458"/>
                <a:gd name="connsiteX188" fmla="*/ 109836 w 124589"/>
                <a:gd name="connsiteY188" fmla="*/ 40983 h 152458"/>
                <a:gd name="connsiteX189" fmla="*/ 109836 w 124589"/>
                <a:gd name="connsiteY189" fmla="*/ 37705 h 152458"/>
                <a:gd name="connsiteX190" fmla="*/ 113114 w 124589"/>
                <a:gd name="connsiteY190" fmla="*/ 36065 h 152458"/>
                <a:gd name="connsiteX191" fmla="*/ 116393 w 124589"/>
                <a:gd name="connsiteY191" fmla="*/ 37705 h 152458"/>
                <a:gd name="connsiteX192" fmla="*/ 121311 w 124589"/>
                <a:gd name="connsiteY192" fmla="*/ 34426 h 152458"/>
                <a:gd name="connsiteX193" fmla="*/ 124590 w 124589"/>
                <a:gd name="connsiteY193" fmla="*/ 34426 h 152458"/>
                <a:gd name="connsiteX194" fmla="*/ 122950 w 124589"/>
                <a:gd name="connsiteY194" fmla="*/ 34426 h 15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124589" h="152458">
                  <a:moveTo>
                    <a:pt x="122950" y="34426"/>
                  </a:moveTo>
                  <a:lnTo>
                    <a:pt x="121311" y="29508"/>
                  </a:lnTo>
                  <a:lnTo>
                    <a:pt x="118032" y="26229"/>
                  </a:lnTo>
                  <a:lnTo>
                    <a:pt x="114754" y="27868"/>
                  </a:lnTo>
                  <a:lnTo>
                    <a:pt x="109836" y="29508"/>
                  </a:lnTo>
                  <a:lnTo>
                    <a:pt x="106557" y="32787"/>
                  </a:lnTo>
                  <a:lnTo>
                    <a:pt x="104917" y="36065"/>
                  </a:lnTo>
                  <a:lnTo>
                    <a:pt x="101639" y="36065"/>
                  </a:lnTo>
                  <a:lnTo>
                    <a:pt x="100000" y="32787"/>
                  </a:lnTo>
                  <a:lnTo>
                    <a:pt x="96721" y="31147"/>
                  </a:lnTo>
                  <a:lnTo>
                    <a:pt x="93442" y="26229"/>
                  </a:lnTo>
                  <a:lnTo>
                    <a:pt x="91803" y="22951"/>
                  </a:lnTo>
                  <a:lnTo>
                    <a:pt x="91803" y="21311"/>
                  </a:lnTo>
                  <a:lnTo>
                    <a:pt x="90164" y="19672"/>
                  </a:lnTo>
                  <a:lnTo>
                    <a:pt x="91803" y="16393"/>
                  </a:lnTo>
                  <a:lnTo>
                    <a:pt x="91803" y="11475"/>
                  </a:lnTo>
                  <a:lnTo>
                    <a:pt x="90164" y="11475"/>
                  </a:lnTo>
                  <a:lnTo>
                    <a:pt x="88524" y="13114"/>
                  </a:lnTo>
                  <a:lnTo>
                    <a:pt x="85246" y="14754"/>
                  </a:lnTo>
                  <a:lnTo>
                    <a:pt x="81967" y="11475"/>
                  </a:lnTo>
                  <a:lnTo>
                    <a:pt x="80327" y="8197"/>
                  </a:lnTo>
                  <a:lnTo>
                    <a:pt x="77049" y="8197"/>
                  </a:lnTo>
                  <a:lnTo>
                    <a:pt x="77049" y="13114"/>
                  </a:lnTo>
                  <a:lnTo>
                    <a:pt x="73770" y="13114"/>
                  </a:lnTo>
                  <a:lnTo>
                    <a:pt x="70492" y="11475"/>
                  </a:lnTo>
                  <a:lnTo>
                    <a:pt x="70492" y="11475"/>
                  </a:lnTo>
                  <a:lnTo>
                    <a:pt x="68852" y="9836"/>
                  </a:lnTo>
                  <a:lnTo>
                    <a:pt x="72131" y="9836"/>
                  </a:lnTo>
                  <a:lnTo>
                    <a:pt x="70492" y="6557"/>
                  </a:lnTo>
                  <a:lnTo>
                    <a:pt x="67213" y="4918"/>
                  </a:lnTo>
                  <a:lnTo>
                    <a:pt x="67213" y="0"/>
                  </a:lnTo>
                  <a:lnTo>
                    <a:pt x="63934" y="1639"/>
                  </a:lnTo>
                  <a:lnTo>
                    <a:pt x="62295" y="3278"/>
                  </a:lnTo>
                  <a:lnTo>
                    <a:pt x="60656" y="3278"/>
                  </a:lnTo>
                  <a:lnTo>
                    <a:pt x="62295" y="6557"/>
                  </a:lnTo>
                  <a:lnTo>
                    <a:pt x="59016" y="8197"/>
                  </a:lnTo>
                  <a:lnTo>
                    <a:pt x="59016" y="13114"/>
                  </a:lnTo>
                  <a:lnTo>
                    <a:pt x="55737" y="11475"/>
                  </a:lnTo>
                  <a:lnTo>
                    <a:pt x="55737" y="16393"/>
                  </a:lnTo>
                  <a:lnTo>
                    <a:pt x="50820" y="18033"/>
                  </a:lnTo>
                  <a:lnTo>
                    <a:pt x="47541" y="16393"/>
                  </a:lnTo>
                  <a:lnTo>
                    <a:pt x="44262" y="16393"/>
                  </a:lnTo>
                  <a:lnTo>
                    <a:pt x="40983" y="16393"/>
                  </a:lnTo>
                  <a:lnTo>
                    <a:pt x="40983" y="13114"/>
                  </a:lnTo>
                  <a:lnTo>
                    <a:pt x="40983" y="9836"/>
                  </a:lnTo>
                  <a:lnTo>
                    <a:pt x="39344" y="11475"/>
                  </a:lnTo>
                  <a:lnTo>
                    <a:pt x="39344" y="13114"/>
                  </a:lnTo>
                  <a:lnTo>
                    <a:pt x="37705" y="16393"/>
                  </a:lnTo>
                  <a:lnTo>
                    <a:pt x="36066" y="19672"/>
                  </a:lnTo>
                  <a:lnTo>
                    <a:pt x="32787" y="19672"/>
                  </a:lnTo>
                  <a:lnTo>
                    <a:pt x="29508" y="18033"/>
                  </a:lnTo>
                  <a:lnTo>
                    <a:pt x="29508" y="21311"/>
                  </a:lnTo>
                  <a:lnTo>
                    <a:pt x="27869" y="21311"/>
                  </a:lnTo>
                  <a:lnTo>
                    <a:pt x="26229" y="21311"/>
                  </a:lnTo>
                  <a:lnTo>
                    <a:pt x="22951" y="21311"/>
                  </a:lnTo>
                  <a:lnTo>
                    <a:pt x="22951" y="21311"/>
                  </a:lnTo>
                  <a:lnTo>
                    <a:pt x="21312" y="24590"/>
                  </a:lnTo>
                  <a:lnTo>
                    <a:pt x="16393" y="26229"/>
                  </a:lnTo>
                  <a:lnTo>
                    <a:pt x="13115" y="27868"/>
                  </a:lnTo>
                  <a:lnTo>
                    <a:pt x="13115" y="29508"/>
                  </a:lnTo>
                  <a:lnTo>
                    <a:pt x="14754" y="32787"/>
                  </a:lnTo>
                  <a:lnTo>
                    <a:pt x="14754" y="36065"/>
                  </a:lnTo>
                  <a:lnTo>
                    <a:pt x="13115" y="39344"/>
                  </a:lnTo>
                  <a:lnTo>
                    <a:pt x="9836" y="42623"/>
                  </a:lnTo>
                  <a:lnTo>
                    <a:pt x="6557" y="45901"/>
                  </a:lnTo>
                  <a:lnTo>
                    <a:pt x="6557" y="50820"/>
                  </a:lnTo>
                  <a:lnTo>
                    <a:pt x="4918" y="54098"/>
                  </a:lnTo>
                  <a:lnTo>
                    <a:pt x="3279" y="55737"/>
                  </a:lnTo>
                  <a:lnTo>
                    <a:pt x="4918" y="59016"/>
                  </a:lnTo>
                  <a:lnTo>
                    <a:pt x="6557" y="63934"/>
                  </a:lnTo>
                  <a:lnTo>
                    <a:pt x="6557" y="65573"/>
                  </a:lnTo>
                  <a:lnTo>
                    <a:pt x="8197" y="65573"/>
                  </a:lnTo>
                  <a:lnTo>
                    <a:pt x="8197" y="65573"/>
                  </a:lnTo>
                  <a:lnTo>
                    <a:pt x="9836" y="70491"/>
                  </a:lnTo>
                  <a:lnTo>
                    <a:pt x="9836" y="73770"/>
                  </a:lnTo>
                  <a:lnTo>
                    <a:pt x="9836" y="77049"/>
                  </a:lnTo>
                  <a:lnTo>
                    <a:pt x="8197" y="81967"/>
                  </a:lnTo>
                  <a:lnTo>
                    <a:pt x="6557" y="85245"/>
                  </a:lnTo>
                  <a:lnTo>
                    <a:pt x="4918" y="88524"/>
                  </a:lnTo>
                  <a:lnTo>
                    <a:pt x="6557" y="91803"/>
                  </a:lnTo>
                  <a:lnTo>
                    <a:pt x="3279" y="96721"/>
                  </a:lnTo>
                  <a:lnTo>
                    <a:pt x="3279" y="100000"/>
                  </a:lnTo>
                  <a:lnTo>
                    <a:pt x="3279" y="103278"/>
                  </a:lnTo>
                  <a:lnTo>
                    <a:pt x="0" y="108196"/>
                  </a:lnTo>
                  <a:lnTo>
                    <a:pt x="3279" y="111475"/>
                  </a:lnTo>
                  <a:lnTo>
                    <a:pt x="3279" y="114754"/>
                  </a:lnTo>
                  <a:lnTo>
                    <a:pt x="1639" y="119671"/>
                  </a:lnTo>
                  <a:lnTo>
                    <a:pt x="1639" y="122950"/>
                  </a:lnTo>
                  <a:lnTo>
                    <a:pt x="1639" y="126229"/>
                  </a:lnTo>
                  <a:lnTo>
                    <a:pt x="4918" y="127868"/>
                  </a:lnTo>
                  <a:lnTo>
                    <a:pt x="6557" y="131147"/>
                  </a:lnTo>
                  <a:lnTo>
                    <a:pt x="4918" y="134425"/>
                  </a:lnTo>
                  <a:lnTo>
                    <a:pt x="8197" y="139344"/>
                  </a:lnTo>
                  <a:lnTo>
                    <a:pt x="6557" y="142622"/>
                  </a:lnTo>
                  <a:lnTo>
                    <a:pt x="8197" y="145901"/>
                  </a:lnTo>
                  <a:lnTo>
                    <a:pt x="8197" y="144261"/>
                  </a:lnTo>
                  <a:lnTo>
                    <a:pt x="8197" y="140983"/>
                  </a:lnTo>
                  <a:lnTo>
                    <a:pt x="11476" y="140983"/>
                  </a:lnTo>
                  <a:lnTo>
                    <a:pt x="14754" y="144261"/>
                  </a:lnTo>
                  <a:lnTo>
                    <a:pt x="13115" y="140983"/>
                  </a:lnTo>
                  <a:lnTo>
                    <a:pt x="13115" y="136065"/>
                  </a:lnTo>
                  <a:lnTo>
                    <a:pt x="16393" y="132786"/>
                  </a:lnTo>
                  <a:lnTo>
                    <a:pt x="21312" y="134425"/>
                  </a:lnTo>
                  <a:lnTo>
                    <a:pt x="18033" y="131147"/>
                  </a:lnTo>
                  <a:lnTo>
                    <a:pt x="19672" y="126229"/>
                  </a:lnTo>
                  <a:lnTo>
                    <a:pt x="22951" y="124590"/>
                  </a:lnTo>
                  <a:lnTo>
                    <a:pt x="26229" y="122950"/>
                  </a:lnTo>
                  <a:lnTo>
                    <a:pt x="26229" y="126229"/>
                  </a:lnTo>
                  <a:lnTo>
                    <a:pt x="29508" y="129508"/>
                  </a:lnTo>
                  <a:lnTo>
                    <a:pt x="34426" y="131147"/>
                  </a:lnTo>
                  <a:lnTo>
                    <a:pt x="37705" y="132786"/>
                  </a:lnTo>
                  <a:lnTo>
                    <a:pt x="40983" y="127868"/>
                  </a:lnTo>
                  <a:lnTo>
                    <a:pt x="42623" y="132786"/>
                  </a:lnTo>
                  <a:lnTo>
                    <a:pt x="45902" y="132786"/>
                  </a:lnTo>
                  <a:lnTo>
                    <a:pt x="45902" y="136065"/>
                  </a:lnTo>
                  <a:lnTo>
                    <a:pt x="45902" y="139344"/>
                  </a:lnTo>
                  <a:lnTo>
                    <a:pt x="47541" y="144261"/>
                  </a:lnTo>
                  <a:lnTo>
                    <a:pt x="45902" y="147540"/>
                  </a:lnTo>
                  <a:lnTo>
                    <a:pt x="42623" y="149180"/>
                  </a:lnTo>
                  <a:lnTo>
                    <a:pt x="45902" y="152458"/>
                  </a:lnTo>
                  <a:lnTo>
                    <a:pt x="45902" y="149180"/>
                  </a:lnTo>
                  <a:lnTo>
                    <a:pt x="50820" y="147540"/>
                  </a:lnTo>
                  <a:lnTo>
                    <a:pt x="54098" y="147540"/>
                  </a:lnTo>
                  <a:lnTo>
                    <a:pt x="50820" y="145901"/>
                  </a:lnTo>
                  <a:lnTo>
                    <a:pt x="49180" y="142622"/>
                  </a:lnTo>
                  <a:lnTo>
                    <a:pt x="47541" y="139344"/>
                  </a:lnTo>
                  <a:lnTo>
                    <a:pt x="49180" y="134425"/>
                  </a:lnTo>
                  <a:lnTo>
                    <a:pt x="47541" y="131147"/>
                  </a:lnTo>
                  <a:lnTo>
                    <a:pt x="50820" y="127868"/>
                  </a:lnTo>
                  <a:lnTo>
                    <a:pt x="54098" y="127868"/>
                  </a:lnTo>
                  <a:lnTo>
                    <a:pt x="59016" y="131147"/>
                  </a:lnTo>
                  <a:lnTo>
                    <a:pt x="62295" y="132786"/>
                  </a:lnTo>
                  <a:lnTo>
                    <a:pt x="65573" y="132786"/>
                  </a:lnTo>
                  <a:lnTo>
                    <a:pt x="68852" y="134425"/>
                  </a:lnTo>
                  <a:lnTo>
                    <a:pt x="68852" y="134425"/>
                  </a:lnTo>
                  <a:lnTo>
                    <a:pt x="70492" y="129508"/>
                  </a:lnTo>
                  <a:lnTo>
                    <a:pt x="73770" y="126229"/>
                  </a:lnTo>
                  <a:lnTo>
                    <a:pt x="78688" y="124590"/>
                  </a:lnTo>
                  <a:lnTo>
                    <a:pt x="81967" y="122950"/>
                  </a:lnTo>
                  <a:lnTo>
                    <a:pt x="85246" y="119671"/>
                  </a:lnTo>
                  <a:lnTo>
                    <a:pt x="85246" y="116393"/>
                  </a:lnTo>
                  <a:lnTo>
                    <a:pt x="83606" y="114754"/>
                  </a:lnTo>
                  <a:lnTo>
                    <a:pt x="83606" y="114754"/>
                  </a:lnTo>
                  <a:lnTo>
                    <a:pt x="80327" y="116393"/>
                  </a:lnTo>
                  <a:lnTo>
                    <a:pt x="77049" y="118032"/>
                  </a:lnTo>
                  <a:lnTo>
                    <a:pt x="72131" y="118032"/>
                  </a:lnTo>
                  <a:lnTo>
                    <a:pt x="68852" y="118032"/>
                  </a:lnTo>
                  <a:lnTo>
                    <a:pt x="65573" y="116393"/>
                  </a:lnTo>
                  <a:lnTo>
                    <a:pt x="60656" y="114754"/>
                  </a:lnTo>
                  <a:lnTo>
                    <a:pt x="63934" y="111475"/>
                  </a:lnTo>
                  <a:lnTo>
                    <a:pt x="67213" y="109835"/>
                  </a:lnTo>
                  <a:lnTo>
                    <a:pt x="72131" y="111475"/>
                  </a:lnTo>
                  <a:lnTo>
                    <a:pt x="75410" y="109835"/>
                  </a:lnTo>
                  <a:lnTo>
                    <a:pt x="72131" y="106557"/>
                  </a:lnTo>
                  <a:lnTo>
                    <a:pt x="67213" y="106557"/>
                  </a:lnTo>
                  <a:lnTo>
                    <a:pt x="63934" y="106557"/>
                  </a:lnTo>
                  <a:lnTo>
                    <a:pt x="65573" y="103278"/>
                  </a:lnTo>
                  <a:lnTo>
                    <a:pt x="67213" y="101639"/>
                  </a:lnTo>
                  <a:lnTo>
                    <a:pt x="70492" y="101639"/>
                  </a:lnTo>
                  <a:lnTo>
                    <a:pt x="70492" y="103278"/>
                  </a:lnTo>
                  <a:lnTo>
                    <a:pt x="73770" y="101639"/>
                  </a:lnTo>
                  <a:lnTo>
                    <a:pt x="77049" y="100000"/>
                  </a:lnTo>
                  <a:lnTo>
                    <a:pt x="77049" y="96721"/>
                  </a:lnTo>
                  <a:lnTo>
                    <a:pt x="80327" y="95081"/>
                  </a:lnTo>
                  <a:lnTo>
                    <a:pt x="77049" y="91803"/>
                  </a:lnTo>
                  <a:lnTo>
                    <a:pt x="78688" y="86885"/>
                  </a:lnTo>
                  <a:lnTo>
                    <a:pt x="83606" y="86885"/>
                  </a:lnTo>
                  <a:lnTo>
                    <a:pt x="86885" y="90164"/>
                  </a:lnTo>
                  <a:lnTo>
                    <a:pt x="90164" y="88524"/>
                  </a:lnTo>
                  <a:lnTo>
                    <a:pt x="88524" y="88524"/>
                  </a:lnTo>
                  <a:lnTo>
                    <a:pt x="86885" y="83606"/>
                  </a:lnTo>
                  <a:lnTo>
                    <a:pt x="86885" y="80327"/>
                  </a:lnTo>
                  <a:lnTo>
                    <a:pt x="91803" y="83606"/>
                  </a:lnTo>
                  <a:lnTo>
                    <a:pt x="88524" y="78688"/>
                  </a:lnTo>
                  <a:lnTo>
                    <a:pt x="88524" y="75410"/>
                  </a:lnTo>
                  <a:lnTo>
                    <a:pt x="90164" y="72131"/>
                  </a:lnTo>
                  <a:lnTo>
                    <a:pt x="95082" y="67213"/>
                  </a:lnTo>
                  <a:lnTo>
                    <a:pt x="96721" y="67213"/>
                  </a:lnTo>
                  <a:lnTo>
                    <a:pt x="96721" y="62295"/>
                  </a:lnTo>
                  <a:lnTo>
                    <a:pt x="98360" y="62295"/>
                  </a:lnTo>
                  <a:lnTo>
                    <a:pt x="96721" y="59016"/>
                  </a:lnTo>
                  <a:lnTo>
                    <a:pt x="93442" y="54098"/>
                  </a:lnTo>
                  <a:lnTo>
                    <a:pt x="93442" y="50820"/>
                  </a:lnTo>
                  <a:lnTo>
                    <a:pt x="95082" y="45901"/>
                  </a:lnTo>
                  <a:lnTo>
                    <a:pt x="98360" y="42623"/>
                  </a:lnTo>
                  <a:lnTo>
                    <a:pt x="101639" y="40983"/>
                  </a:lnTo>
                  <a:lnTo>
                    <a:pt x="106557" y="42623"/>
                  </a:lnTo>
                  <a:lnTo>
                    <a:pt x="109836" y="44262"/>
                  </a:lnTo>
                  <a:lnTo>
                    <a:pt x="109836" y="40983"/>
                  </a:lnTo>
                  <a:lnTo>
                    <a:pt x="109836" y="37705"/>
                  </a:lnTo>
                  <a:lnTo>
                    <a:pt x="113114" y="36065"/>
                  </a:lnTo>
                  <a:lnTo>
                    <a:pt x="116393" y="37705"/>
                  </a:lnTo>
                  <a:lnTo>
                    <a:pt x="121311" y="34426"/>
                  </a:lnTo>
                  <a:lnTo>
                    <a:pt x="124590" y="34426"/>
                  </a:lnTo>
                  <a:lnTo>
                    <a:pt x="122950" y="34426"/>
                  </a:lnTo>
                  <a:close/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64" name="Freeform 4563">
              <a:extLst>
                <a:ext uri="{FF2B5EF4-FFF2-40B4-BE49-F238E27FC236}">
                  <a16:creationId xmlns:a16="http://schemas.microsoft.com/office/drawing/2014/main" id="{0565A322-2F67-E749-A2A4-C4C93CFC3970}"/>
                </a:ext>
              </a:extLst>
            </p:cNvPr>
            <p:cNvSpPr/>
            <p:nvPr/>
          </p:nvSpPr>
          <p:spPr>
            <a:xfrm>
              <a:off x="2697654" y="4795221"/>
              <a:ext cx="55737" cy="59016"/>
            </a:xfrm>
            <a:custGeom>
              <a:avLst/>
              <a:gdLst>
                <a:gd name="connsiteX0" fmla="*/ 49180 w 55737"/>
                <a:gd name="connsiteY0" fmla="*/ 55737 h 59016"/>
                <a:gd name="connsiteX1" fmla="*/ 49180 w 55737"/>
                <a:gd name="connsiteY1" fmla="*/ 59016 h 59016"/>
                <a:gd name="connsiteX2" fmla="*/ 40983 w 55737"/>
                <a:gd name="connsiteY2" fmla="*/ 57377 h 59016"/>
                <a:gd name="connsiteX3" fmla="*/ 40983 w 55737"/>
                <a:gd name="connsiteY3" fmla="*/ 57377 h 59016"/>
                <a:gd name="connsiteX4" fmla="*/ 39344 w 55737"/>
                <a:gd name="connsiteY4" fmla="*/ 54098 h 59016"/>
                <a:gd name="connsiteX5" fmla="*/ 40983 w 55737"/>
                <a:gd name="connsiteY5" fmla="*/ 49180 h 59016"/>
                <a:gd name="connsiteX6" fmla="*/ 40983 w 55737"/>
                <a:gd name="connsiteY6" fmla="*/ 45901 h 59016"/>
                <a:gd name="connsiteX7" fmla="*/ 42623 w 55737"/>
                <a:gd name="connsiteY7" fmla="*/ 40983 h 59016"/>
                <a:gd name="connsiteX8" fmla="*/ 37705 w 55737"/>
                <a:gd name="connsiteY8" fmla="*/ 36066 h 59016"/>
                <a:gd name="connsiteX9" fmla="*/ 36065 w 55737"/>
                <a:gd name="connsiteY9" fmla="*/ 40983 h 59016"/>
                <a:gd name="connsiteX10" fmla="*/ 34426 w 55737"/>
                <a:gd name="connsiteY10" fmla="*/ 44262 h 59016"/>
                <a:gd name="connsiteX11" fmla="*/ 29508 w 55737"/>
                <a:gd name="connsiteY11" fmla="*/ 44262 h 59016"/>
                <a:gd name="connsiteX12" fmla="*/ 26229 w 55737"/>
                <a:gd name="connsiteY12" fmla="*/ 40983 h 59016"/>
                <a:gd name="connsiteX13" fmla="*/ 22951 w 55737"/>
                <a:gd name="connsiteY13" fmla="*/ 40983 h 59016"/>
                <a:gd name="connsiteX14" fmla="*/ 24590 w 55737"/>
                <a:gd name="connsiteY14" fmla="*/ 34426 h 59016"/>
                <a:gd name="connsiteX15" fmla="*/ 22951 w 55737"/>
                <a:gd name="connsiteY15" fmla="*/ 32787 h 59016"/>
                <a:gd name="connsiteX16" fmla="*/ 14754 w 55737"/>
                <a:gd name="connsiteY16" fmla="*/ 32787 h 59016"/>
                <a:gd name="connsiteX17" fmla="*/ 13115 w 55737"/>
                <a:gd name="connsiteY17" fmla="*/ 27869 h 59016"/>
                <a:gd name="connsiteX18" fmla="*/ 9836 w 55737"/>
                <a:gd name="connsiteY18" fmla="*/ 26229 h 59016"/>
                <a:gd name="connsiteX19" fmla="*/ 9836 w 55737"/>
                <a:gd name="connsiteY19" fmla="*/ 29508 h 59016"/>
                <a:gd name="connsiteX20" fmla="*/ 3279 w 55737"/>
                <a:gd name="connsiteY20" fmla="*/ 26229 h 59016"/>
                <a:gd name="connsiteX21" fmla="*/ 0 w 55737"/>
                <a:gd name="connsiteY21" fmla="*/ 26229 h 59016"/>
                <a:gd name="connsiteX22" fmla="*/ 0 w 55737"/>
                <a:gd name="connsiteY22" fmla="*/ 21311 h 59016"/>
                <a:gd name="connsiteX23" fmla="*/ 3279 w 55737"/>
                <a:gd name="connsiteY23" fmla="*/ 14754 h 59016"/>
                <a:gd name="connsiteX24" fmla="*/ 6557 w 55737"/>
                <a:gd name="connsiteY24" fmla="*/ 18033 h 59016"/>
                <a:gd name="connsiteX25" fmla="*/ 6557 w 55737"/>
                <a:gd name="connsiteY25" fmla="*/ 14754 h 59016"/>
                <a:gd name="connsiteX26" fmla="*/ 1639 w 55737"/>
                <a:gd name="connsiteY26" fmla="*/ 8197 h 59016"/>
                <a:gd name="connsiteX27" fmla="*/ 4918 w 55737"/>
                <a:gd name="connsiteY27" fmla="*/ 3279 h 59016"/>
                <a:gd name="connsiteX28" fmla="*/ 9836 w 55737"/>
                <a:gd name="connsiteY28" fmla="*/ 0 h 59016"/>
                <a:gd name="connsiteX29" fmla="*/ 16393 w 55737"/>
                <a:gd name="connsiteY29" fmla="*/ 4918 h 59016"/>
                <a:gd name="connsiteX30" fmla="*/ 21311 w 55737"/>
                <a:gd name="connsiteY30" fmla="*/ 9836 h 59016"/>
                <a:gd name="connsiteX31" fmla="*/ 24590 w 55737"/>
                <a:gd name="connsiteY31" fmla="*/ 11476 h 59016"/>
                <a:gd name="connsiteX32" fmla="*/ 26229 w 55737"/>
                <a:gd name="connsiteY32" fmla="*/ 14754 h 59016"/>
                <a:gd name="connsiteX33" fmla="*/ 34426 w 55737"/>
                <a:gd name="connsiteY33" fmla="*/ 19672 h 59016"/>
                <a:gd name="connsiteX34" fmla="*/ 37705 w 55737"/>
                <a:gd name="connsiteY34" fmla="*/ 22951 h 59016"/>
                <a:gd name="connsiteX35" fmla="*/ 39344 w 55737"/>
                <a:gd name="connsiteY35" fmla="*/ 27869 h 59016"/>
                <a:gd name="connsiteX36" fmla="*/ 42623 w 55737"/>
                <a:gd name="connsiteY36" fmla="*/ 29508 h 59016"/>
                <a:gd name="connsiteX37" fmla="*/ 45901 w 55737"/>
                <a:gd name="connsiteY37" fmla="*/ 29508 h 59016"/>
                <a:gd name="connsiteX38" fmla="*/ 44262 w 55737"/>
                <a:gd name="connsiteY38" fmla="*/ 37705 h 59016"/>
                <a:gd name="connsiteX39" fmla="*/ 47541 w 55737"/>
                <a:gd name="connsiteY39" fmla="*/ 42623 h 59016"/>
                <a:gd name="connsiteX40" fmla="*/ 54098 w 55737"/>
                <a:gd name="connsiteY40" fmla="*/ 42623 h 59016"/>
                <a:gd name="connsiteX41" fmla="*/ 55738 w 55737"/>
                <a:gd name="connsiteY41" fmla="*/ 45901 h 59016"/>
                <a:gd name="connsiteX42" fmla="*/ 52459 w 55737"/>
                <a:gd name="connsiteY42" fmla="*/ 45901 h 59016"/>
                <a:gd name="connsiteX43" fmla="*/ 50820 w 55737"/>
                <a:gd name="connsiteY43" fmla="*/ 50820 h 59016"/>
                <a:gd name="connsiteX44" fmla="*/ 45901 w 55737"/>
                <a:gd name="connsiteY44" fmla="*/ 50820 h 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55737" h="59016">
                  <a:moveTo>
                    <a:pt x="49180" y="55737"/>
                  </a:moveTo>
                  <a:lnTo>
                    <a:pt x="49180" y="59016"/>
                  </a:lnTo>
                  <a:lnTo>
                    <a:pt x="40983" y="57377"/>
                  </a:lnTo>
                  <a:lnTo>
                    <a:pt x="40983" y="57377"/>
                  </a:lnTo>
                  <a:lnTo>
                    <a:pt x="39344" y="54098"/>
                  </a:lnTo>
                  <a:lnTo>
                    <a:pt x="40983" y="49180"/>
                  </a:lnTo>
                  <a:lnTo>
                    <a:pt x="40983" y="45901"/>
                  </a:lnTo>
                  <a:lnTo>
                    <a:pt x="42623" y="40983"/>
                  </a:lnTo>
                  <a:lnTo>
                    <a:pt x="37705" y="36066"/>
                  </a:lnTo>
                  <a:lnTo>
                    <a:pt x="36065" y="40983"/>
                  </a:lnTo>
                  <a:lnTo>
                    <a:pt x="34426" y="44262"/>
                  </a:lnTo>
                  <a:lnTo>
                    <a:pt x="29508" y="44262"/>
                  </a:lnTo>
                  <a:lnTo>
                    <a:pt x="26229" y="40983"/>
                  </a:lnTo>
                  <a:lnTo>
                    <a:pt x="22951" y="40983"/>
                  </a:lnTo>
                  <a:lnTo>
                    <a:pt x="24590" y="34426"/>
                  </a:lnTo>
                  <a:lnTo>
                    <a:pt x="22951" y="32787"/>
                  </a:lnTo>
                  <a:lnTo>
                    <a:pt x="14754" y="32787"/>
                  </a:lnTo>
                  <a:lnTo>
                    <a:pt x="13115" y="27869"/>
                  </a:lnTo>
                  <a:lnTo>
                    <a:pt x="9836" y="26229"/>
                  </a:lnTo>
                  <a:lnTo>
                    <a:pt x="9836" y="29508"/>
                  </a:lnTo>
                  <a:lnTo>
                    <a:pt x="3279" y="26229"/>
                  </a:lnTo>
                  <a:lnTo>
                    <a:pt x="0" y="26229"/>
                  </a:lnTo>
                  <a:lnTo>
                    <a:pt x="0" y="21311"/>
                  </a:lnTo>
                  <a:lnTo>
                    <a:pt x="3279" y="14754"/>
                  </a:lnTo>
                  <a:lnTo>
                    <a:pt x="6557" y="18033"/>
                  </a:lnTo>
                  <a:lnTo>
                    <a:pt x="6557" y="14754"/>
                  </a:lnTo>
                  <a:lnTo>
                    <a:pt x="1639" y="8197"/>
                  </a:lnTo>
                  <a:lnTo>
                    <a:pt x="4918" y="3279"/>
                  </a:lnTo>
                  <a:lnTo>
                    <a:pt x="9836" y="0"/>
                  </a:lnTo>
                  <a:lnTo>
                    <a:pt x="16393" y="4918"/>
                  </a:lnTo>
                  <a:lnTo>
                    <a:pt x="21311" y="9836"/>
                  </a:lnTo>
                  <a:lnTo>
                    <a:pt x="24590" y="11476"/>
                  </a:lnTo>
                  <a:lnTo>
                    <a:pt x="26229" y="14754"/>
                  </a:lnTo>
                  <a:lnTo>
                    <a:pt x="34426" y="19672"/>
                  </a:lnTo>
                  <a:lnTo>
                    <a:pt x="37705" y="22951"/>
                  </a:lnTo>
                  <a:lnTo>
                    <a:pt x="39344" y="27869"/>
                  </a:lnTo>
                  <a:lnTo>
                    <a:pt x="42623" y="29508"/>
                  </a:lnTo>
                  <a:lnTo>
                    <a:pt x="45901" y="29508"/>
                  </a:lnTo>
                  <a:lnTo>
                    <a:pt x="44262" y="37705"/>
                  </a:lnTo>
                  <a:lnTo>
                    <a:pt x="47541" y="42623"/>
                  </a:lnTo>
                  <a:lnTo>
                    <a:pt x="54098" y="42623"/>
                  </a:lnTo>
                  <a:lnTo>
                    <a:pt x="55738" y="45901"/>
                  </a:lnTo>
                  <a:lnTo>
                    <a:pt x="52459" y="45901"/>
                  </a:lnTo>
                  <a:lnTo>
                    <a:pt x="50820" y="50820"/>
                  </a:lnTo>
                  <a:lnTo>
                    <a:pt x="45901" y="50820"/>
                  </a:lnTo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65" name="Freeform 4564">
              <a:extLst>
                <a:ext uri="{FF2B5EF4-FFF2-40B4-BE49-F238E27FC236}">
                  <a16:creationId xmlns:a16="http://schemas.microsoft.com/office/drawing/2014/main" id="{42EAB221-0B7F-5C45-89A3-5B2CCB3897BB}"/>
                </a:ext>
              </a:extLst>
            </p:cNvPr>
            <p:cNvSpPr/>
            <p:nvPr/>
          </p:nvSpPr>
          <p:spPr>
            <a:xfrm>
              <a:off x="7420583" y="2083759"/>
              <a:ext cx="88524" cy="101638"/>
            </a:xfrm>
            <a:custGeom>
              <a:avLst/>
              <a:gdLst>
                <a:gd name="connsiteX0" fmla="*/ 34426 w 88524"/>
                <a:gd name="connsiteY0" fmla="*/ 24590 h 101638"/>
                <a:gd name="connsiteX1" fmla="*/ 34426 w 88524"/>
                <a:gd name="connsiteY1" fmla="*/ 24590 h 101638"/>
                <a:gd name="connsiteX2" fmla="*/ 34426 w 88524"/>
                <a:gd name="connsiteY2" fmla="*/ 24590 h 101638"/>
                <a:gd name="connsiteX3" fmla="*/ 34426 w 88524"/>
                <a:gd name="connsiteY3" fmla="*/ 22951 h 101638"/>
                <a:gd name="connsiteX4" fmla="*/ 32787 w 88524"/>
                <a:gd name="connsiteY4" fmla="*/ 22951 h 101638"/>
                <a:gd name="connsiteX5" fmla="*/ 31148 w 88524"/>
                <a:gd name="connsiteY5" fmla="*/ 22951 h 101638"/>
                <a:gd name="connsiteX6" fmla="*/ 29508 w 88524"/>
                <a:gd name="connsiteY6" fmla="*/ 24590 h 101638"/>
                <a:gd name="connsiteX7" fmla="*/ 27869 w 88524"/>
                <a:gd name="connsiteY7" fmla="*/ 24590 h 101638"/>
                <a:gd name="connsiteX8" fmla="*/ 26229 w 88524"/>
                <a:gd name="connsiteY8" fmla="*/ 22951 h 101638"/>
                <a:gd name="connsiteX9" fmla="*/ 26229 w 88524"/>
                <a:gd name="connsiteY9" fmla="*/ 22951 h 101638"/>
                <a:gd name="connsiteX10" fmla="*/ 26229 w 88524"/>
                <a:gd name="connsiteY10" fmla="*/ 21311 h 101638"/>
                <a:gd name="connsiteX11" fmla="*/ 26229 w 88524"/>
                <a:gd name="connsiteY11" fmla="*/ 19672 h 101638"/>
                <a:gd name="connsiteX12" fmla="*/ 26229 w 88524"/>
                <a:gd name="connsiteY12" fmla="*/ 18033 h 101638"/>
                <a:gd name="connsiteX13" fmla="*/ 26229 w 88524"/>
                <a:gd name="connsiteY13" fmla="*/ 18033 h 101638"/>
                <a:gd name="connsiteX14" fmla="*/ 27869 w 88524"/>
                <a:gd name="connsiteY14" fmla="*/ 18033 h 101638"/>
                <a:gd name="connsiteX15" fmla="*/ 27869 w 88524"/>
                <a:gd name="connsiteY15" fmla="*/ 16393 h 101638"/>
                <a:gd name="connsiteX16" fmla="*/ 27869 w 88524"/>
                <a:gd name="connsiteY16" fmla="*/ 16393 h 101638"/>
                <a:gd name="connsiteX17" fmla="*/ 29508 w 88524"/>
                <a:gd name="connsiteY17" fmla="*/ 14754 h 101638"/>
                <a:gd name="connsiteX18" fmla="*/ 27869 w 88524"/>
                <a:gd name="connsiteY18" fmla="*/ 13114 h 101638"/>
                <a:gd name="connsiteX19" fmla="*/ 27869 w 88524"/>
                <a:gd name="connsiteY19" fmla="*/ 13114 h 101638"/>
                <a:gd name="connsiteX20" fmla="*/ 26229 w 88524"/>
                <a:gd name="connsiteY20" fmla="*/ 13114 h 101638"/>
                <a:gd name="connsiteX21" fmla="*/ 26229 w 88524"/>
                <a:gd name="connsiteY21" fmla="*/ 13114 h 101638"/>
                <a:gd name="connsiteX22" fmla="*/ 24590 w 88524"/>
                <a:gd name="connsiteY22" fmla="*/ 13114 h 101638"/>
                <a:gd name="connsiteX23" fmla="*/ 24590 w 88524"/>
                <a:gd name="connsiteY23" fmla="*/ 14754 h 101638"/>
                <a:gd name="connsiteX24" fmla="*/ 22951 w 88524"/>
                <a:gd name="connsiteY24" fmla="*/ 14754 h 101638"/>
                <a:gd name="connsiteX25" fmla="*/ 22951 w 88524"/>
                <a:gd name="connsiteY25" fmla="*/ 14754 h 101638"/>
                <a:gd name="connsiteX26" fmla="*/ 21312 w 88524"/>
                <a:gd name="connsiteY26" fmla="*/ 14754 h 101638"/>
                <a:gd name="connsiteX27" fmla="*/ 19672 w 88524"/>
                <a:gd name="connsiteY27" fmla="*/ 14754 h 101638"/>
                <a:gd name="connsiteX28" fmla="*/ 18033 w 88524"/>
                <a:gd name="connsiteY28" fmla="*/ 14754 h 101638"/>
                <a:gd name="connsiteX29" fmla="*/ 18033 w 88524"/>
                <a:gd name="connsiteY29" fmla="*/ 14754 h 101638"/>
                <a:gd name="connsiteX30" fmla="*/ 16393 w 88524"/>
                <a:gd name="connsiteY30" fmla="*/ 14754 h 101638"/>
                <a:gd name="connsiteX31" fmla="*/ 16393 w 88524"/>
                <a:gd name="connsiteY31" fmla="*/ 14754 h 101638"/>
                <a:gd name="connsiteX32" fmla="*/ 14754 w 88524"/>
                <a:gd name="connsiteY32" fmla="*/ 14754 h 101638"/>
                <a:gd name="connsiteX33" fmla="*/ 16393 w 88524"/>
                <a:gd name="connsiteY33" fmla="*/ 16393 h 101638"/>
                <a:gd name="connsiteX34" fmla="*/ 16393 w 88524"/>
                <a:gd name="connsiteY34" fmla="*/ 16393 h 101638"/>
                <a:gd name="connsiteX35" fmla="*/ 14754 w 88524"/>
                <a:gd name="connsiteY35" fmla="*/ 16393 h 101638"/>
                <a:gd name="connsiteX36" fmla="*/ 13115 w 88524"/>
                <a:gd name="connsiteY36" fmla="*/ 16393 h 101638"/>
                <a:gd name="connsiteX37" fmla="*/ 11476 w 88524"/>
                <a:gd name="connsiteY37" fmla="*/ 16393 h 101638"/>
                <a:gd name="connsiteX38" fmla="*/ 9836 w 88524"/>
                <a:gd name="connsiteY38" fmla="*/ 16393 h 101638"/>
                <a:gd name="connsiteX39" fmla="*/ 8197 w 88524"/>
                <a:gd name="connsiteY39" fmla="*/ 18033 h 101638"/>
                <a:gd name="connsiteX40" fmla="*/ 8197 w 88524"/>
                <a:gd name="connsiteY40" fmla="*/ 19672 h 101638"/>
                <a:gd name="connsiteX41" fmla="*/ 6558 w 88524"/>
                <a:gd name="connsiteY41" fmla="*/ 21311 h 101638"/>
                <a:gd name="connsiteX42" fmla="*/ 6558 w 88524"/>
                <a:gd name="connsiteY42" fmla="*/ 22951 h 101638"/>
                <a:gd name="connsiteX43" fmla="*/ 6558 w 88524"/>
                <a:gd name="connsiteY43" fmla="*/ 24590 h 101638"/>
                <a:gd name="connsiteX44" fmla="*/ 6558 w 88524"/>
                <a:gd name="connsiteY44" fmla="*/ 24590 h 101638"/>
                <a:gd name="connsiteX45" fmla="*/ 6558 w 88524"/>
                <a:gd name="connsiteY45" fmla="*/ 26229 h 101638"/>
                <a:gd name="connsiteX46" fmla="*/ 6558 w 88524"/>
                <a:gd name="connsiteY46" fmla="*/ 27869 h 101638"/>
                <a:gd name="connsiteX47" fmla="*/ 8197 w 88524"/>
                <a:gd name="connsiteY47" fmla="*/ 29508 h 101638"/>
                <a:gd name="connsiteX48" fmla="*/ 6558 w 88524"/>
                <a:gd name="connsiteY48" fmla="*/ 31147 h 101638"/>
                <a:gd name="connsiteX49" fmla="*/ 6558 w 88524"/>
                <a:gd name="connsiteY49" fmla="*/ 31147 h 101638"/>
                <a:gd name="connsiteX50" fmla="*/ 6558 w 88524"/>
                <a:gd name="connsiteY50" fmla="*/ 32787 h 101638"/>
                <a:gd name="connsiteX51" fmla="*/ 6558 w 88524"/>
                <a:gd name="connsiteY51" fmla="*/ 32787 h 101638"/>
                <a:gd name="connsiteX52" fmla="*/ 4918 w 88524"/>
                <a:gd name="connsiteY52" fmla="*/ 34426 h 101638"/>
                <a:gd name="connsiteX53" fmla="*/ 4918 w 88524"/>
                <a:gd name="connsiteY53" fmla="*/ 34426 h 101638"/>
                <a:gd name="connsiteX54" fmla="*/ 4918 w 88524"/>
                <a:gd name="connsiteY54" fmla="*/ 36065 h 101638"/>
                <a:gd name="connsiteX55" fmla="*/ 6558 w 88524"/>
                <a:gd name="connsiteY55" fmla="*/ 36065 h 101638"/>
                <a:gd name="connsiteX56" fmla="*/ 6558 w 88524"/>
                <a:gd name="connsiteY56" fmla="*/ 37705 h 101638"/>
                <a:gd name="connsiteX57" fmla="*/ 6558 w 88524"/>
                <a:gd name="connsiteY57" fmla="*/ 37705 h 101638"/>
                <a:gd name="connsiteX58" fmla="*/ 6558 w 88524"/>
                <a:gd name="connsiteY58" fmla="*/ 39344 h 101638"/>
                <a:gd name="connsiteX59" fmla="*/ 4918 w 88524"/>
                <a:gd name="connsiteY59" fmla="*/ 40983 h 101638"/>
                <a:gd name="connsiteX60" fmla="*/ 4918 w 88524"/>
                <a:gd name="connsiteY60" fmla="*/ 40983 h 101638"/>
                <a:gd name="connsiteX61" fmla="*/ 3279 w 88524"/>
                <a:gd name="connsiteY61" fmla="*/ 42623 h 101638"/>
                <a:gd name="connsiteX62" fmla="*/ 3279 w 88524"/>
                <a:gd name="connsiteY62" fmla="*/ 44262 h 101638"/>
                <a:gd name="connsiteX63" fmla="*/ 3279 w 88524"/>
                <a:gd name="connsiteY63" fmla="*/ 45901 h 101638"/>
                <a:gd name="connsiteX64" fmla="*/ 3279 w 88524"/>
                <a:gd name="connsiteY64" fmla="*/ 45901 h 101638"/>
                <a:gd name="connsiteX65" fmla="*/ 3279 w 88524"/>
                <a:gd name="connsiteY65" fmla="*/ 47541 h 101638"/>
                <a:gd name="connsiteX66" fmla="*/ 3279 w 88524"/>
                <a:gd name="connsiteY66" fmla="*/ 49180 h 101638"/>
                <a:gd name="connsiteX67" fmla="*/ 3279 w 88524"/>
                <a:gd name="connsiteY67" fmla="*/ 50819 h 101638"/>
                <a:gd name="connsiteX68" fmla="*/ 3279 w 88524"/>
                <a:gd name="connsiteY68" fmla="*/ 52459 h 101638"/>
                <a:gd name="connsiteX69" fmla="*/ 1639 w 88524"/>
                <a:gd name="connsiteY69" fmla="*/ 54098 h 101638"/>
                <a:gd name="connsiteX70" fmla="*/ 1639 w 88524"/>
                <a:gd name="connsiteY70" fmla="*/ 55737 h 101638"/>
                <a:gd name="connsiteX71" fmla="*/ 1639 w 88524"/>
                <a:gd name="connsiteY71" fmla="*/ 55737 h 101638"/>
                <a:gd name="connsiteX72" fmla="*/ 1639 w 88524"/>
                <a:gd name="connsiteY72" fmla="*/ 57377 h 101638"/>
                <a:gd name="connsiteX73" fmla="*/ 1639 w 88524"/>
                <a:gd name="connsiteY73" fmla="*/ 59016 h 101638"/>
                <a:gd name="connsiteX74" fmla="*/ 0 w 88524"/>
                <a:gd name="connsiteY74" fmla="*/ 60655 h 101638"/>
                <a:gd name="connsiteX75" fmla="*/ 1639 w 88524"/>
                <a:gd name="connsiteY75" fmla="*/ 62295 h 101638"/>
                <a:gd name="connsiteX76" fmla="*/ 1639 w 88524"/>
                <a:gd name="connsiteY76" fmla="*/ 62295 h 101638"/>
                <a:gd name="connsiteX77" fmla="*/ 1639 w 88524"/>
                <a:gd name="connsiteY77" fmla="*/ 63934 h 101638"/>
                <a:gd name="connsiteX78" fmla="*/ 3279 w 88524"/>
                <a:gd name="connsiteY78" fmla="*/ 65573 h 101638"/>
                <a:gd name="connsiteX79" fmla="*/ 4918 w 88524"/>
                <a:gd name="connsiteY79" fmla="*/ 67213 h 101638"/>
                <a:gd name="connsiteX80" fmla="*/ 4918 w 88524"/>
                <a:gd name="connsiteY80" fmla="*/ 68852 h 101638"/>
                <a:gd name="connsiteX81" fmla="*/ 4918 w 88524"/>
                <a:gd name="connsiteY81" fmla="*/ 70491 h 101638"/>
                <a:gd name="connsiteX82" fmla="*/ 6558 w 88524"/>
                <a:gd name="connsiteY82" fmla="*/ 72131 h 101638"/>
                <a:gd name="connsiteX83" fmla="*/ 6558 w 88524"/>
                <a:gd name="connsiteY83" fmla="*/ 73770 h 101638"/>
                <a:gd name="connsiteX84" fmla="*/ 6558 w 88524"/>
                <a:gd name="connsiteY84" fmla="*/ 73770 h 101638"/>
                <a:gd name="connsiteX85" fmla="*/ 6558 w 88524"/>
                <a:gd name="connsiteY85" fmla="*/ 73770 h 101638"/>
                <a:gd name="connsiteX86" fmla="*/ 4918 w 88524"/>
                <a:gd name="connsiteY86" fmla="*/ 75409 h 101638"/>
                <a:gd name="connsiteX87" fmla="*/ 4918 w 88524"/>
                <a:gd name="connsiteY87" fmla="*/ 77049 h 101638"/>
                <a:gd name="connsiteX88" fmla="*/ 4918 w 88524"/>
                <a:gd name="connsiteY88" fmla="*/ 78688 h 101638"/>
                <a:gd name="connsiteX89" fmla="*/ 6558 w 88524"/>
                <a:gd name="connsiteY89" fmla="*/ 78688 h 101638"/>
                <a:gd name="connsiteX90" fmla="*/ 6558 w 88524"/>
                <a:gd name="connsiteY90" fmla="*/ 80327 h 101638"/>
                <a:gd name="connsiteX91" fmla="*/ 8197 w 88524"/>
                <a:gd name="connsiteY91" fmla="*/ 81967 h 101638"/>
                <a:gd name="connsiteX92" fmla="*/ 8197 w 88524"/>
                <a:gd name="connsiteY92" fmla="*/ 83606 h 101638"/>
                <a:gd name="connsiteX93" fmla="*/ 9836 w 88524"/>
                <a:gd name="connsiteY93" fmla="*/ 83606 h 101638"/>
                <a:gd name="connsiteX94" fmla="*/ 11476 w 88524"/>
                <a:gd name="connsiteY94" fmla="*/ 85245 h 101638"/>
                <a:gd name="connsiteX95" fmla="*/ 14754 w 88524"/>
                <a:gd name="connsiteY95" fmla="*/ 85245 h 101638"/>
                <a:gd name="connsiteX96" fmla="*/ 18033 w 88524"/>
                <a:gd name="connsiteY96" fmla="*/ 86885 h 101638"/>
                <a:gd name="connsiteX97" fmla="*/ 21312 w 88524"/>
                <a:gd name="connsiteY97" fmla="*/ 86885 h 101638"/>
                <a:gd name="connsiteX98" fmla="*/ 22951 w 88524"/>
                <a:gd name="connsiteY98" fmla="*/ 86885 h 101638"/>
                <a:gd name="connsiteX99" fmla="*/ 26229 w 88524"/>
                <a:gd name="connsiteY99" fmla="*/ 86885 h 101638"/>
                <a:gd name="connsiteX100" fmla="*/ 29508 w 88524"/>
                <a:gd name="connsiteY100" fmla="*/ 86885 h 101638"/>
                <a:gd name="connsiteX101" fmla="*/ 31148 w 88524"/>
                <a:gd name="connsiteY101" fmla="*/ 85245 h 101638"/>
                <a:gd name="connsiteX102" fmla="*/ 32787 w 88524"/>
                <a:gd name="connsiteY102" fmla="*/ 85245 h 101638"/>
                <a:gd name="connsiteX103" fmla="*/ 34426 w 88524"/>
                <a:gd name="connsiteY103" fmla="*/ 85245 h 101638"/>
                <a:gd name="connsiteX104" fmla="*/ 36066 w 88524"/>
                <a:gd name="connsiteY104" fmla="*/ 85245 h 101638"/>
                <a:gd name="connsiteX105" fmla="*/ 36066 w 88524"/>
                <a:gd name="connsiteY105" fmla="*/ 86885 h 101638"/>
                <a:gd name="connsiteX106" fmla="*/ 36066 w 88524"/>
                <a:gd name="connsiteY106" fmla="*/ 88524 h 101638"/>
                <a:gd name="connsiteX107" fmla="*/ 36066 w 88524"/>
                <a:gd name="connsiteY107" fmla="*/ 90164 h 101638"/>
                <a:gd name="connsiteX108" fmla="*/ 36066 w 88524"/>
                <a:gd name="connsiteY108" fmla="*/ 91803 h 101638"/>
                <a:gd name="connsiteX109" fmla="*/ 36066 w 88524"/>
                <a:gd name="connsiteY109" fmla="*/ 91803 h 101638"/>
                <a:gd name="connsiteX110" fmla="*/ 37705 w 88524"/>
                <a:gd name="connsiteY110" fmla="*/ 93442 h 101638"/>
                <a:gd name="connsiteX111" fmla="*/ 39344 w 88524"/>
                <a:gd name="connsiteY111" fmla="*/ 95081 h 101638"/>
                <a:gd name="connsiteX112" fmla="*/ 40983 w 88524"/>
                <a:gd name="connsiteY112" fmla="*/ 95081 h 101638"/>
                <a:gd name="connsiteX113" fmla="*/ 40983 w 88524"/>
                <a:gd name="connsiteY113" fmla="*/ 95081 h 101638"/>
                <a:gd name="connsiteX114" fmla="*/ 42623 w 88524"/>
                <a:gd name="connsiteY114" fmla="*/ 96721 h 101638"/>
                <a:gd name="connsiteX115" fmla="*/ 42623 w 88524"/>
                <a:gd name="connsiteY115" fmla="*/ 98360 h 101638"/>
                <a:gd name="connsiteX116" fmla="*/ 42623 w 88524"/>
                <a:gd name="connsiteY116" fmla="*/ 99999 h 101638"/>
                <a:gd name="connsiteX117" fmla="*/ 42623 w 88524"/>
                <a:gd name="connsiteY117" fmla="*/ 101639 h 101638"/>
                <a:gd name="connsiteX118" fmla="*/ 44262 w 88524"/>
                <a:gd name="connsiteY118" fmla="*/ 101639 h 101638"/>
                <a:gd name="connsiteX119" fmla="*/ 44262 w 88524"/>
                <a:gd name="connsiteY119" fmla="*/ 99999 h 101638"/>
                <a:gd name="connsiteX120" fmla="*/ 44262 w 88524"/>
                <a:gd name="connsiteY120" fmla="*/ 98360 h 101638"/>
                <a:gd name="connsiteX121" fmla="*/ 44262 w 88524"/>
                <a:gd name="connsiteY121" fmla="*/ 98360 h 101638"/>
                <a:gd name="connsiteX122" fmla="*/ 44262 w 88524"/>
                <a:gd name="connsiteY122" fmla="*/ 96721 h 101638"/>
                <a:gd name="connsiteX123" fmla="*/ 45902 w 88524"/>
                <a:gd name="connsiteY123" fmla="*/ 95081 h 101638"/>
                <a:gd name="connsiteX124" fmla="*/ 47541 w 88524"/>
                <a:gd name="connsiteY124" fmla="*/ 96721 h 101638"/>
                <a:gd name="connsiteX125" fmla="*/ 50820 w 88524"/>
                <a:gd name="connsiteY125" fmla="*/ 96721 h 101638"/>
                <a:gd name="connsiteX126" fmla="*/ 52459 w 88524"/>
                <a:gd name="connsiteY126" fmla="*/ 96721 h 101638"/>
                <a:gd name="connsiteX127" fmla="*/ 54098 w 88524"/>
                <a:gd name="connsiteY127" fmla="*/ 96721 h 101638"/>
                <a:gd name="connsiteX128" fmla="*/ 55738 w 88524"/>
                <a:gd name="connsiteY128" fmla="*/ 96721 h 101638"/>
                <a:gd name="connsiteX129" fmla="*/ 55738 w 88524"/>
                <a:gd name="connsiteY129" fmla="*/ 96721 h 101638"/>
                <a:gd name="connsiteX130" fmla="*/ 59016 w 88524"/>
                <a:gd name="connsiteY130" fmla="*/ 96721 h 101638"/>
                <a:gd name="connsiteX131" fmla="*/ 60656 w 88524"/>
                <a:gd name="connsiteY131" fmla="*/ 96721 h 101638"/>
                <a:gd name="connsiteX132" fmla="*/ 62295 w 88524"/>
                <a:gd name="connsiteY132" fmla="*/ 96721 h 101638"/>
                <a:gd name="connsiteX133" fmla="*/ 63935 w 88524"/>
                <a:gd name="connsiteY133" fmla="*/ 96721 h 101638"/>
                <a:gd name="connsiteX134" fmla="*/ 63935 w 88524"/>
                <a:gd name="connsiteY134" fmla="*/ 98360 h 101638"/>
                <a:gd name="connsiteX135" fmla="*/ 65573 w 88524"/>
                <a:gd name="connsiteY135" fmla="*/ 96721 h 101638"/>
                <a:gd name="connsiteX136" fmla="*/ 68852 w 88524"/>
                <a:gd name="connsiteY136" fmla="*/ 96721 h 101638"/>
                <a:gd name="connsiteX137" fmla="*/ 70492 w 88524"/>
                <a:gd name="connsiteY137" fmla="*/ 96721 h 101638"/>
                <a:gd name="connsiteX138" fmla="*/ 72131 w 88524"/>
                <a:gd name="connsiteY138" fmla="*/ 96721 h 101638"/>
                <a:gd name="connsiteX139" fmla="*/ 73770 w 88524"/>
                <a:gd name="connsiteY139" fmla="*/ 95081 h 101638"/>
                <a:gd name="connsiteX140" fmla="*/ 75410 w 88524"/>
                <a:gd name="connsiteY140" fmla="*/ 95081 h 101638"/>
                <a:gd name="connsiteX141" fmla="*/ 77049 w 88524"/>
                <a:gd name="connsiteY141" fmla="*/ 93442 h 101638"/>
                <a:gd name="connsiteX142" fmla="*/ 77049 w 88524"/>
                <a:gd name="connsiteY142" fmla="*/ 91803 h 101638"/>
                <a:gd name="connsiteX143" fmla="*/ 78688 w 88524"/>
                <a:gd name="connsiteY143" fmla="*/ 91803 h 101638"/>
                <a:gd name="connsiteX144" fmla="*/ 78688 w 88524"/>
                <a:gd name="connsiteY144" fmla="*/ 90164 h 101638"/>
                <a:gd name="connsiteX145" fmla="*/ 78688 w 88524"/>
                <a:gd name="connsiteY145" fmla="*/ 88524 h 101638"/>
                <a:gd name="connsiteX146" fmla="*/ 78688 w 88524"/>
                <a:gd name="connsiteY146" fmla="*/ 86885 h 101638"/>
                <a:gd name="connsiteX147" fmla="*/ 78688 w 88524"/>
                <a:gd name="connsiteY147" fmla="*/ 86885 h 101638"/>
                <a:gd name="connsiteX148" fmla="*/ 80328 w 88524"/>
                <a:gd name="connsiteY148" fmla="*/ 85245 h 101638"/>
                <a:gd name="connsiteX149" fmla="*/ 81967 w 88524"/>
                <a:gd name="connsiteY149" fmla="*/ 85245 h 101638"/>
                <a:gd name="connsiteX150" fmla="*/ 81967 w 88524"/>
                <a:gd name="connsiteY150" fmla="*/ 85245 h 101638"/>
                <a:gd name="connsiteX151" fmla="*/ 83606 w 88524"/>
                <a:gd name="connsiteY151" fmla="*/ 83606 h 101638"/>
                <a:gd name="connsiteX152" fmla="*/ 85246 w 88524"/>
                <a:gd name="connsiteY152" fmla="*/ 83606 h 101638"/>
                <a:gd name="connsiteX153" fmla="*/ 85246 w 88524"/>
                <a:gd name="connsiteY153" fmla="*/ 81967 h 101638"/>
                <a:gd name="connsiteX154" fmla="*/ 85246 w 88524"/>
                <a:gd name="connsiteY154" fmla="*/ 80327 h 101638"/>
                <a:gd name="connsiteX155" fmla="*/ 85246 w 88524"/>
                <a:gd name="connsiteY155" fmla="*/ 78688 h 101638"/>
                <a:gd name="connsiteX156" fmla="*/ 85246 w 88524"/>
                <a:gd name="connsiteY156" fmla="*/ 77049 h 101638"/>
                <a:gd name="connsiteX157" fmla="*/ 85246 w 88524"/>
                <a:gd name="connsiteY157" fmla="*/ 75409 h 101638"/>
                <a:gd name="connsiteX158" fmla="*/ 85246 w 88524"/>
                <a:gd name="connsiteY158" fmla="*/ 73770 h 101638"/>
                <a:gd name="connsiteX159" fmla="*/ 83606 w 88524"/>
                <a:gd name="connsiteY159" fmla="*/ 73770 h 101638"/>
                <a:gd name="connsiteX160" fmla="*/ 85246 w 88524"/>
                <a:gd name="connsiteY160" fmla="*/ 72131 h 101638"/>
                <a:gd name="connsiteX161" fmla="*/ 85246 w 88524"/>
                <a:gd name="connsiteY161" fmla="*/ 72131 h 101638"/>
                <a:gd name="connsiteX162" fmla="*/ 88525 w 88524"/>
                <a:gd name="connsiteY162" fmla="*/ 70491 h 101638"/>
                <a:gd name="connsiteX163" fmla="*/ 88525 w 88524"/>
                <a:gd name="connsiteY163" fmla="*/ 70491 h 101638"/>
                <a:gd name="connsiteX164" fmla="*/ 88525 w 88524"/>
                <a:gd name="connsiteY164" fmla="*/ 70491 h 101638"/>
                <a:gd name="connsiteX165" fmla="*/ 88525 w 88524"/>
                <a:gd name="connsiteY165" fmla="*/ 70491 h 101638"/>
                <a:gd name="connsiteX166" fmla="*/ 88525 w 88524"/>
                <a:gd name="connsiteY166" fmla="*/ 68852 h 101638"/>
                <a:gd name="connsiteX167" fmla="*/ 88525 w 88524"/>
                <a:gd name="connsiteY167" fmla="*/ 67213 h 101638"/>
                <a:gd name="connsiteX168" fmla="*/ 86885 w 88524"/>
                <a:gd name="connsiteY168" fmla="*/ 65573 h 101638"/>
                <a:gd name="connsiteX169" fmla="*/ 85246 w 88524"/>
                <a:gd name="connsiteY169" fmla="*/ 63934 h 101638"/>
                <a:gd name="connsiteX170" fmla="*/ 85246 w 88524"/>
                <a:gd name="connsiteY170" fmla="*/ 62295 h 101638"/>
                <a:gd name="connsiteX171" fmla="*/ 81967 w 88524"/>
                <a:gd name="connsiteY171" fmla="*/ 60655 h 101638"/>
                <a:gd name="connsiteX172" fmla="*/ 80328 w 88524"/>
                <a:gd name="connsiteY172" fmla="*/ 59016 h 101638"/>
                <a:gd name="connsiteX173" fmla="*/ 80328 w 88524"/>
                <a:gd name="connsiteY173" fmla="*/ 59016 h 101638"/>
                <a:gd name="connsiteX174" fmla="*/ 78688 w 88524"/>
                <a:gd name="connsiteY174" fmla="*/ 57377 h 101638"/>
                <a:gd name="connsiteX175" fmla="*/ 77049 w 88524"/>
                <a:gd name="connsiteY175" fmla="*/ 55737 h 101638"/>
                <a:gd name="connsiteX176" fmla="*/ 75410 w 88524"/>
                <a:gd name="connsiteY176" fmla="*/ 54098 h 101638"/>
                <a:gd name="connsiteX177" fmla="*/ 72131 w 88524"/>
                <a:gd name="connsiteY177" fmla="*/ 52459 h 101638"/>
                <a:gd name="connsiteX178" fmla="*/ 72131 w 88524"/>
                <a:gd name="connsiteY178" fmla="*/ 52459 h 101638"/>
                <a:gd name="connsiteX179" fmla="*/ 72131 w 88524"/>
                <a:gd name="connsiteY179" fmla="*/ 50819 h 101638"/>
                <a:gd name="connsiteX180" fmla="*/ 73770 w 88524"/>
                <a:gd name="connsiteY180" fmla="*/ 49180 h 101638"/>
                <a:gd name="connsiteX181" fmla="*/ 73770 w 88524"/>
                <a:gd name="connsiteY181" fmla="*/ 47541 h 101638"/>
                <a:gd name="connsiteX182" fmla="*/ 75410 w 88524"/>
                <a:gd name="connsiteY182" fmla="*/ 45901 h 101638"/>
                <a:gd name="connsiteX183" fmla="*/ 73770 w 88524"/>
                <a:gd name="connsiteY183" fmla="*/ 44262 h 101638"/>
                <a:gd name="connsiteX184" fmla="*/ 73770 w 88524"/>
                <a:gd name="connsiteY184" fmla="*/ 42623 h 101638"/>
                <a:gd name="connsiteX185" fmla="*/ 73770 w 88524"/>
                <a:gd name="connsiteY185" fmla="*/ 40983 h 101638"/>
                <a:gd name="connsiteX186" fmla="*/ 72131 w 88524"/>
                <a:gd name="connsiteY186" fmla="*/ 39344 h 101638"/>
                <a:gd name="connsiteX187" fmla="*/ 70492 w 88524"/>
                <a:gd name="connsiteY187" fmla="*/ 37705 h 101638"/>
                <a:gd name="connsiteX188" fmla="*/ 70492 w 88524"/>
                <a:gd name="connsiteY188" fmla="*/ 36065 h 101638"/>
                <a:gd name="connsiteX189" fmla="*/ 68852 w 88524"/>
                <a:gd name="connsiteY189" fmla="*/ 34426 h 101638"/>
                <a:gd name="connsiteX190" fmla="*/ 68852 w 88524"/>
                <a:gd name="connsiteY190" fmla="*/ 34426 h 101638"/>
                <a:gd name="connsiteX191" fmla="*/ 70492 w 88524"/>
                <a:gd name="connsiteY191" fmla="*/ 34426 h 101638"/>
                <a:gd name="connsiteX192" fmla="*/ 70492 w 88524"/>
                <a:gd name="connsiteY192" fmla="*/ 32787 h 101638"/>
                <a:gd name="connsiteX193" fmla="*/ 72131 w 88524"/>
                <a:gd name="connsiteY193" fmla="*/ 32787 h 101638"/>
                <a:gd name="connsiteX194" fmla="*/ 70492 w 88524"/>
                <a:gd name="connsiteY194" fmla="*/ 32787 h 101638"/>
                <a:gd name="connsiteX195" fmla="*/ 68852 w 88524"/>
                <a:gd name="connsiteY195" fmla="*/ 32787 h 101638"/>
                <a:gd name="connsiteX196" fmla="*/ 68852 w 88524"/>
                <a:gd name="connsiteY196" fmla="*/ 31147 h 101638"/>
                <a:gd name="connsiteX197" fmla="*/ 67213 w 88524"/>
                <a:gd name="connsiteY197" fmla="*/ 31147 h 101638"/>
                <a:gd name="connsiteX198" fmla="*/ 67213 w 88524"/>
                <a:gd name="connsiteY198" fmla="*/ 29508 h 101638"/>
                <a:gd name="connsiteX199" fmla="*/ 65573 w 88524"/>
                <a:gd name="connsiteY199" fmla="*/ 29508 h 101638"/>
                <a:gd name="connsiteX200" fmla="*/ 65573 w 88524"/>
                <a:gd name="connsiteY200" fmla="*/ 29508 h 101638"/>
                <a:gd name="connsiteX201" fmla="*/ 63935 w 88524"/>
                <a:gd name="connsiteY201" fmla="*/ 29508 h 101638"/>
                <a:gd name="connsiteX202" fmla="*/ 60656 w 88524"/>
                <a:gd name="connsiteY202" fmla="*/ 27869 h 101638"/>
                <a:gd name="connsiteX203" fmla="*/ 57377 w 88524"/>
                <a:gd name="connsiteY203" fmla="*/ 27869 h 101638"/>
                <a:gd name="connsiteX204" fmla="*/ 57377 w 88524"/>
                <a:gd name="connsiteY204" fmla="*/ 29508 h 101638"/>
                <a:gd name="connsiteX205" fmla="*/ 55738 w 88524"/>
                <a:gd name="connsiteY205" fmla="*/ 29508 h 101638"/>
                <a:gd name="connsiteX206" fmla="*/ 54098 w 88524"/>
                <a:gd name="connsiteY206" fmla="*/ 31147 h 101638"/>
                <a:gd name="connsiteX207" fmla="*/ 52459 w 88524"/>
                <a:gd name="connsiteY207" fmla="*/ 31147 h 101638"/>
                <a:gd name="connsiteX208" fmla="*/ 50820 w 88524"/>
                <a:gd name="connsiteY208" fmla="*/ 31147 h 101638"/>
                <a:gd name="connsiteX209" fmla="*/ 49180 w 88524"/>
                <a:gd name="connsiteY209" fmla="*/ 31147 h 101638"/>
                <a:gd name="connsiteX210" fmla="*/ 47541 w 88524"/>
                <a:gd name="connsiteY210" fmla="*/ 31147 h 101638"/>
                <a:gd name="connsiteX211" fmla="*/ 45902 w 88524"/>
                <a:gd name="connsiteY211" fmla="*/ 31147 h 101638"/>
                <a:gd name="connsiteX212" fmla="*/ 45902 w 88524"/>
                <a:gd name="connsiteY212" fmla="*/ 29508 h 101638"/>
                <a:gd name="connsiteX213" fmla="*/ 45902 w 88524"/>
                <a:gd name="connsiteY213" fmla="*/ 27869 h 101638"/>
                <a:gd name="connsiteX214" fmla="*/ 45902 w 88524"/>
                <a:gd name="connsiteY214" fmla="*/ 26229 h 101638"/>
                <a:gd name="connsiteX215" fmla="*/ 47541 w 88524"/>
                <a:gd name="connsiteY215" fmla="*/ 26229 h 101638"/>
                <a:gd name="connsiteX216" fmla="*/ 49180 w 88524"/>
                <a:gd name="connsiteY216" fmla="*/ 26229 h 101638"/>
                <a:gd name="connsiteX217" fmla="*/ 50820 w 88524"/>
                <a:gd name="connsiteY217" fmla="*/ 24590 h 101638"/>
                <a:gd name="connsiteX218" fmla="*/ 52459 w 88524"/>
                <a:gd name="connsiteY218" fmla="*/ 24590 h 101638"/>
                <a:gd name="connsiteX219" fmla="*/ 54098 w 88524"/>
                <a:gd name="connsiteY219" fmla="*/ 24590 h 101638"/>
                <a:gd name="connsiteX220" fmla="*/ 57377 w 88524"/>
                <a:gd name="connsiteY220" fmla="*/ 24590 h 101638"/>
                <a:gd name="connsiteX221" fmla="*/ 59016 w 88524"/>
                <a:gd name="connsiteY221" fmla="*/ 24590 h 101638"/>
                <a:gd name="connsiteX222" fmla="*/ 60656 w 88524"/>
                <a:gd name="connsiteY222" fmla="*/ 26229 h 101638"/>
                <a:gd name="connsiteX223" fmla="*/ 62295 w 88524"/>
                <a:gd name="connsiteY223" fmla="*/ 26229 h 101638"/>
                <a:gd name="connsiteX224" fmla="*/ 63935 w 88524"/>
                <a:gd name="connsiteY224" fmla="*/ 26229 h 101638"/>
                <a:gd name="connsiteX225" fmla="*/ 65573 w 88524"/>
                <a:gd name="connsiteY225" fmla="*/ 26229 h 101638"/>
                <a:gd name="connsiteX226" fmla="*/ 65573 w 88524"/>
                <a:gd name="connsiteY226" fmla="*/ 26229 h 101638"/>
                <a:gd name="connsiteX227" fmla="*/ 65573 w 88524"/>
                <a:gd name="connsiteY227" fmla="*/ 26229 h 101638"/>
                <a:gd name="connsiteX228" fmla="*/ 65573 w 88524"/>
                <a:gd name="connsiteY228" fmla="*/ 24590 h 101638"/>
                <a:gd name="connsiteX229" fmla="*/ 65573 w 88524"/>
                <a:gd name="connsiteY229" fmla="*/ 22951 h 101638"/>
                <a:gd name="connsiteX230" fmla="*/ 63935 w 88524"/>
                <a:gd name="connsiteY230" fmla="*/ 22951 h 101638"/>
                <a:gd name="connsiteX231" fmla="*/ 62295 w 88524"/>
                <a:gd name="connsiteY231" fmla="*/ 22951 h 101638"/>
                <a:gd name="connsiteX232" fmla="*/ 62295 w 88524"/>
                <a:gd name="connsiteY232" fmla="*/ 21311 h 101638"/>
                <a:gd name="connsiteX233" fmla="*/ 62295 w 88524"/>
                <a:gd name="connsiteY233" fmla="*/ 21311 h 101638"/>
                <a:gd name="connsiteX234" fmla="*/ 59016 w 88524"/>
                <a:gd name="connsiteY234" fmla="*/ 19672 h 101638"/>
                <a:gd name="connsiteX235" fmla="*/ 59016 w 88524"/>
                <a:gd name="connsiteY235" fmla="*/ 19672 h 101638"/>
                <a:gd name="connsiteX236" fmla="*/ 57377 w 88524"/>
                <a:gd name="connsiteY236" fmla="*/ 21311 h 101638"/>
                <a:gd name="connsiteX237" fmla="*/ 57377 w 88524"/>
                <a:gd name="connsiteY237" fmla="*/ 19672 h 101638"/>
                <a:gd name="connsiteX238" fmla="*/ 57377 w 88524"/>
                <a:gd name="connsiteY238" fmla="*/ 19672 h 101638"/>
                <a:gd name="connsiteX239" fmla="*/ 57377 w 88524"/>
                <a:gd name="connsiteY239" fmla="*/ 18033 h 101638"/>
                <a:gd name="connsiteX240" fmla="*/ 57377 w 88524"/>
                <a:gd name="connsiteY240" fmla="*/ 18033 h 101638"/>
                <a:gd name="connsiteX241" fmla="*/ 59016 w 88524"/>
                <a:gd name="connsiteY241" fmla="*/ 18033 h 101638"/>
                <a:gd name="connsiteX242" fmla="*/ 60656 w 88524"/>
                <a:gd name="connsiteY242" fmla="*/ 19672 h 101638"/>
                <a:gd name="connsiteX243" fmla="*/ 62295 w 88524"/>
                <a:gd name="connsiteY243" fmla="*/ 19672 h 101638"/>
                <a:gd name="connsiteX244" fmla="*/ 63935 w 88524"/>
                <a:gd name="connsiteY244" fmla="*/ 19672 h 101638"/>
                <a:gd name="connsiteX245" fmla="*/ 63935 w 88524"/>
                <a:gd name="connsiteY245" fmla="*/ 18033 h 101638"/>
                <a:gd name="connsiteX246" fmla="*/ 62295 w 88524"/>
                <a:gd name="connsiteY246" fmla="*/ 18033 h 101638"/>
                <a:gd name="connsiteX247" fmla="*/ 62295 w 88524"/>
                <a:gd name="connsiteY247" fmla="*/ 16393 h 101638"/>
                <a:gd name="connsiteX248" fmla="*/ 60656 w 88524"/>
                <a:gd name="connsiteY248" fmla="*/ 14754 h 101638"/>
                <a:gd name="connsiteX249" fmla="*/ 59016 w 88524"/>
                <a:gd name="connsiteY249" fmla="*/ 14754 h 101638"/>
                <a:gd name="connsiteX250" fmla="*/ 57377 w 88524"/>
                <a:gd name="connsiteY250" fmla="*/ 14754 h 101638"/>
                <a:gd name="connsiteX251" fmla="*/ 55738 w 88524"/>
                <a:gd name="connsiteY251" fmla="*/ 14754 h 101638"/>
                <a:gd name="connsiteX252" fmla="*/ 55738 w 88524"/>
                <a:gd name="connsiteY252" fmla="*/ 16393 h 101638"/>
                <a:gd name="connsiteX253" fmla="*/ 54098 w 88524"/>
                <a:gd name="connsiteY253" fmla="*/ 16393 h 101638"/>
                <a:gd name="connsiteX254" fmla="*/ 52459 w 88524"/>
                <a:gd name="connsiteY254" fmla="*/ 14754 h 101638"/>
                <a:gd name="connsiteX255" fmla="*/ 52459 w 88524"/>
                <a:gd name="connsiteY255" fmla="*/ 13114 h 101638"/>
                <a:gd name="connsiteX256" fmla="*/ 54098 w 88524"/>
                <a:gd name="connsiteY256" fmla="*/ 13114 h 101638"/>
                <a:gd name="connsiteX257" fmla="*/ 55738 w 88524"/>
                <a:gd name="connsiteY257" fmla="*/ 13114 h 101638"/>
                <a:gd name="connsiteX258" fmla="*/ 57377 w 88524"/>
                <a:gd name="connsiteY258" fmla="*/ 13114 h 101638"/>
                <a:gd name="connsiteX259" fmla="*/ 57377 w 88524"/>
                <a:gd name="connsiteY259" fmla="*/ 13114 h 101638"/>
                <a:gd name="connsiteX260" fmla="*/ 59016 w 88524"/>
                <a:gd name="connsiteY260" fmla="*/ 13114 h 101638"/>
                <a:gd name="connsiteX261" fmla="*/ 59016 w 88524"/>
                <a:gd name="connsiteY261" fmla="*/ 13114 h 101638"/>
                <a:gd name="connsiteX262" fmla="*/ 60656 w 88524"/>
                <a:gd name="connsiteY262" fmla="*/ 13114 h 101638"/>
                <a:gd name="connsiteX263" fmla="*/ 60656 w 88524"/>
                <a:gd name="connsiteY263" fmla="*/ 13114 h 101638"/>
                <a:gd name="connsiteX264" fmla="*/ 60656 w 88524"/>
                <a:gd name="connsiteY264" fmla="*/ 11475 h 101638"/>
                <a:gd name="connsiteX265" fmla="*/ 60656 w 88524"/>
                <a:gd name="connsiteY265" fmla="*/ 11475 h 101638"/>
                <a:gd name="connsiteX266" fmla="*/ 60656 w 88524"/>
                <a:gd name="connsiteY266" fmla="*/ 9836 h 101638"/>
                <a:gd name="connsiteX267" fmla="*/ 60656 w 88524"/>
                <a:gd name="connsiteY267" fmla="*/ 9836 h 101638"/>
                <a:gd name="connsiteX268" fmla="*/ 59016 w 88524"/>
                <a:gd name="connsiteY268" fmla="*/ 8197 h 101638"/>
                <a:gd name="connsiteX269" fmla="*/ 59016 w 88524"/>
                <a:gd name="connsiteY269" fmla="*/ 9836 h 101638"/>
                <a:gd name="connsiteX270" fmla="*/ 55738 w 88524"/>
                <a:gd name="connsiteY270" fmla="*/ 8197 h 101638"/>
                <a:gd name="connsiteX271" fmla="*/ 54098 w 88524"/>
                <a:gd name="connsiteY271" fmla="*/ 8197 h 101638"/>
                <a:gd name="connsiteX272" fmla="*/ 52459 w 88524"/>
                <a:gd name="connsiteY272" fmla="*/ 8197 h 101638"/>
                <a:gd name="connsiteX273" fmla="*/ 50820 w 88524"/>
                <a:gd name="connsiteY273" fmla="*/ 8197 h 101638"/>
                <a:gd name="connsiteX274" fmla="*/ 49180 w 88524"/>
                <a:gd name="connsiteY274" fmla="*/ 9836 h 101638"/>
                <a:gd name="connsiteX275" fmla="*/ 47541 w 88524"/>
                <a:gd name="connsiteY275" fmla="*/ 9836 h 101638"/>
                <a:gd name="connsiteX276" fmla="*/ 47541 w 88524"/>
                <a:gd name="connsiteY276" fmla="*/ 9836 h 101638"/>
                <a:gd name="connsiteX277" fmla="*/ 45902 w 88524"/>
                <a:gd name="connsiteY277" fmla="*/ 9836 h 101638"/>
                <a:gd name="connsiteX278" fmla="*/ 44262 w 88524"/>
                <a:gd name="connsiteY278" fmla="*/ 11475 h 101638"/>
                <a:gd name="connsiteX279" fmla="*/ 42623 w 88524"/>
                <a:gd name="connsiteY279" fmla="*/ 11475 h 101638"/>
                <a:gd name="connsiteX280" fmla="*/ 42623 w 88524"/>
                <a:gd name="connsiteY280" fmla="*/ 9836 h 101638"/>
                <a:gd name="connsiteX281" fmla="*/ 42623 w 88524"/>
                <a:gd name="connsiteY281" fmla="*/ 9836 h 101638"/>
                <a:gd name="connsiteX282" fmla="*/ 44262 w 88524"/>
                <a:gd name="connsiteY282" fmla="*/ 8197 h 101638"/>
                <a:gd name="connsiteX283" fmla="*/ 44262 w 88524"/>
                <a:gd name="connsiteY283" fmla="*/ 6557 h 101638"/>
                <a:gd name="connsiteX284" fmla="*/ 42623 w 88524"/>
                <a:gd name="connsiteY284" fmla="*/ 6557 h 101638"/>
                <a:gd name="connsiteX285" fmla="*/ 42623 w 88524"/>
                <a:gd name="connsiteY285" fmla="*/ 4918 h 101638"/>
                <a:gd name="connsiteX286" fmla="*/ 40983 w 88524"/>
                <a:gd name="connsiteY286" fmla="*/ 3279 h 101638"/>
                <a:gd name="connsiteX287" fmla="*/ 39344 w 88524"/>
                <a:gd name="connsiteY287" fmla="*/ 1639 h 101638"/>
                <a:gd name="connsiteX288" fmla="*/ 39344 w 88524"/>
                <a:gd name="connsiteY288" fmla="*/ 0 h 101638"/>
                <a:gd name="connsiteX289" fmla="*/ 37705 w 88524"/>
                <a:gd name="connsiteY289" fmla="*/ 0 h 101638"/>
                <a:gd name="connsiteX290" fmla="*/ 34426 w 88524"/>
                <a:gd name="connsiteY290" fmla="*/ 0 h 101638"/>
                <a:gd name="connsiteX291" fmla="*/ 32787 w 88524"/>
                <a:gd name="connsiteY291" fmla="*/ 0 h 101638"/>
                <a:gd name="connsiteX292" fmla="*/ 31148 w 88524"/>
                <a:gd name="connsiteY292" fmla="*/ 0 h 101638"/>
                <a:gd name="connsiteX293" fmla="*/ 29508 w 88524"/>
                <a:gd name="connsiteY293" fmla="*/ 0 h 101638"/>
                <a:gd name="connsiteX294" fmla="*/ 29508 w 88524"/>
                <a:gd name="connsiteY294" fmla="*/ 0 h 101638"/>
                <a:gd name="connsiteX295" fmla="*/ 31148 w 88524"/>
                <a:gd name="connsiteY295" fmla="*/ 1639 h 101638"/>
                <a:gd name="connsiteX296" fmla="*/ 32787 w 88524"/>
                <a:gd name="connsiteY296" fmla="*/ 3279 h 101638"/>
                <a:gd name="connsiteX297" fmla="*/ 34426 w 88524"/>
                <a:gd name="connsiteY297" fmla="*/ 4918 h 101638"/>
                <a:gd name="connsiteX298" fmla="*/ 36066 w 88524"/>
                <a:gd name="connsiteY298" fmla="*/ 6557 h 101638"/>
                <a:gd name="connsiteX299" fmla="*/ 37705 w 88524"/>
                <a:gd name="connsiteY299" fmla="*/ 6557 h 101638"/>
                <a:gd name="connsiteX300" fmla="*/ 39344 w 88524"/>
                <a:gd name="connsiteY300" fmla="*/ 8197 h 101638"/>
                <a:gd name="connsiteX301" fmla="*/ 39344 w 88524"/>
                <a:gd name="connsiteY301" fmla="*/ 9836 h 101638"/>
                <a:gd name="connsiteX302" fmla="*/ 39344 w 88524"/>
                <a:gd name="connsiteY302" fmla="*/ 9836 h 101638"/>
                <a:gd name="connsiteX303" fmla="*/ 39344 w 88524"/>
                <a:gd name="connsiteY303" fmla="*/ 11475 h 101638"/>
                <a:gd name="connsiteX304" fmla="*/ 39344 w 88524"/>
                <a:gd name="connsiteY304" fmla="*/ 11475 h 101638"/>
                <a:gd name="connsiteX305" fmla="*/ 39344 w 88524"/>
                <a:gd name="connsiteY305" fmla="*/ 13114 h 101638"/>
                <a:gd name="connsiteX306" fmla="*/ 40983 w 88524"/>
                <a:gd name="connsiteY306" fmla="*/ 14754 h 101638"/>
                <a:gd name="connsiteX307" fmla="*/ 39344 w 88524"/>
                <a:gd name="connsiteY307" fmla="*/ 16393 h 101638"/>
                <a:gd name="connsiteX308" fmla="*/ 39344 w 88524"/>
                <a:gd name="connsiteY308" fmla="*/ 18033 h 101638"/>
                <a:gd name="connsiteX309" fmla="*/ 39344 w 88524"/>
                <a:gd name="connsiteY309" fmla="*/ 19672 h 101638"/>
                <a:gd name="connsiteX310" fmla="*/ 39344 w 88524"/>
                <a:gd name="connsiteY310" fmla="*/ 21311 h 101638"/>
                <a:gd name="connsiteX311" fmla="*/ 39344 w 88524"/>
                <a:gd name="connsiteY311" fmla="*/ 21311 h 101638"/>
                <a:gd name="connsiteX312" fmla="*/ 37705 w 88524"/>
                <a:gd name="connsiteY312" fmla="*/ 21311 h 101638"/>
                <a:gd name="connsiteX313" fmla="*/ 37705 w 88524"/>
                <a:gd name="connsiteY313" fmla="*/ 21311 h 101638"/>
                <a:gd name="connsiteX314" fmla="*/ 37705 w 88524"/>
                <a:gd name="connsiteY314" fmla="*/ 22951 h 101638"/>
                <a:gd name="connsiteX315" fmla="*/ 39344 w 88524"/>
                <a:gd name="connsiteY315" fmla="*/ 22951 h 101638"/>
                <a:gd name="connsiteX316" fmla="*/ 37705 w 88524"/>
                <a:gd name="connsiteY316" fmla="*/ 22951 h 101638"/>
                <a:gd name="connsiteX317" fmla="*/ 37705 w 88524"/>
                <a:gd name="connsiteY317" fmla="*/ 22951 h 101638"/>
                <a:gd name="connsiteX318" fmla="*/ 37705 w 88524"/>
                <a:gd name="connsiteY318" fmla="*/ 21311 h 101638"/>
                <a:gd name="connsiteX319" fmla="*/ 37705 w 88524"/>
                <a:gd name="connsiteY319" fmla="*/ 21311 h 101638"/>
                <a:gd name="connsiteX320" fmla="*/ 36066 w 88524"/>
                <a:gd name="connsiteY320" fmla="*/ 22951 h 101638"/>
                <a:gd name="connsiteX321" fmla="*/ 36066 w 88524"/>
                <a:gd name="connsiteY321" fmla="*/ 24590 h 101638"/>
                <a:gd name="connsiteX322" fmla="*/ 36066 w 88524"/>
                <a:gd name="connsiteY322" fmla="*/ 24590 h 101638"/>
                <a:gd name="connsiteX323" fmla="*/ 34426 w 88524"/>
                <a:gd name="connsiteY323" fmla="*/ 24590 h 10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88524" h="101638">
                  <a:moveTo>
                    <a:pt x="34426" y="24590"/>
                  </a:moveTo>
                  <a:lnTo>
                    <a:pt x="34426" y="24590"/>
                  </a:lnTo>
                  <a:lnTo>
                    <a:pt x="34426" y="24590"/>
                  </a:lnTo>
                  <a:lnTo>
                    <a:pt x="34426" y="22951"/>
                  </a:lnTo>
                  <a:lnTo>
                    <a:pt x="32787" y="22951"/>
                  </a:lnTo>
                  <a:lnTo>
                    <a:pt x="31148" y="22951"/>
                  </a:lnTo>
                  <a:lnTo>
                    <a:pt x="29508" y="24590"/>
                  </a:lnTo>
                  <a:lnTo>
                    <a:pt x="27869" y="24590"/>
                  </a:lnTo>
                  <a:lnTo>
                    <a:pt x="26229" y="22951"/>
                  </a:lnTo>
                  <a:lnTo>
                    <a:pt x="26229" y="22951"/>
                  </a:lnTo>
                  <a:lnTo>
                    <a:pt x="26229" y="21311"/>
                  </a:lnTo>
                  <a:lnTo>
                    <a:pt x="26229" y="19672"/>
                  </a:lnTo>
                  <a:lnTo>
                    <a:pt x="26229" y="18033"/>
                  </a:lnTo>
                  <a:lnTo>
                    <a:pt x="26229" y="18033"/>
                  </a:lnTo>
                  <a:lnTo>
                    <a:pt x="27869" y="18033"/>
                  </a:lnTo>
                  <a:lnTo>
                    <a:pt x="27869" y="16393"/>
                  </a:lnTo>
                  <a:lnTo>
                    <a:pt x="27869" y="16393"/>
                  </a:lnTo>
                  <a:lnTo>
                    <a:pt x="29508" y="14754"/>
                  </a:lnTo>
                  <a:lnTo>
                    <a:pt x="27869" y="13114"/>
                  </a:lnTo>
                  <a:lnTo>
                    <a:pt x="27869" y="13114"/>
                  </a:lnTo>
                  <a:lnTo>
                    <a:pt x="26229" y="13114"/>
                  </a:lnTo>
                  <a:lnTo>
                    <a:pt x="26229" y="13114"/>
                  </a:lnTo>
                  <a:lnTo>
                    <a:pt x="24590" y="13114"/>
                  </a:lnTo>
                  <a:lnTo>
                    <a:pt x="24590" y="14754"/>
                  </a:lnTo>
                  <a:lnTo>
                    <a:pt x="22951" y="14754"/>
                  </a:lnTo>
                  <a:lnTo>
                    <a:pt x="22951" y="14754"/>
                  </a:lnTo>
                  <a:lnTo>
                    <a:pt x="21312" y="14754"/>
                  </a:lnTo>
                  <a:lnTo>
                    <a:pt x="19672" y="14754"/>
                  </a:lnTo>
                  <a:lnTo>
                    <a:pt x="18033" y="14754"/>
                  </a:lnTo>
                  <a:lnTo>
                    <a:pt x="18033" y="14754"/>
                  </a:lnTo>
                  <a:lnTo>
                    <a:pt x="16393" y="14754"/>
                  </a:lnTo>
                  <a:lnTo>
                    <a:pt x="16393" y="14754"/>
                  </a:lnTo>
                  <a:lnTo>
                    <a:pt x="14754" y="14754"/>
                  </a:lnTo>
                  <a:lnTo>
                    <a:pt x="16393" y="16393"/>
                  </a:lnTo>
                  <a:lnTo>
                    <a:pt x="16393" y="16393"/>
                  </a:lnTo>
                  <a:lnTo>
                    <a:pt x="14754" y="16393"/>
                  </a:lnTo>
                  <a:lnTo>
                    <a:pt x="13115" y="16393"/>
                  </a:lnTo>
                  <a:lnTo>
                    <a:pt x="11476" y="16393"/>
                  </a:lnTo>
                  <a:lnTo>
                    <a:pt x="9836" y="16393"/>
                  </a:lnTo>
                  <a:lnTo>
                    <a:pt x="8197" y="18033"/>
                  </a:lnTo>
                  <a:lnTo>
                    <a:pt x="8197" y="19672"/>
                  </a:lnTo>
                  <a:lnTo>
                    <a:pt x="6558" y="21311"/>
                  </a:lnTo>
                  <a:lnTo>
                    <a:pt x="6558" y="22951"/>
                  </a:lnTo>
                  <a:lnTo>
                    <a:pt x="6558" y="24590"/>
                  </a:lnTo>
                  <a:lnTo>
                    <a:pt x="6558" y="24590"/>
                  </a:lnTo>
                  <a:lnTo>
                    <a:pt x="6558" y="26229"/>
                  </a:lnTo>
                  <a:lnTo>
                    <a:pt x="6558" y="27869"/>
                  </a:lnTo>
                  <a:lnTo>
                    <a:pt x="8197" y="29508"/>
                  </a:lnTo>
                  <a:lnTo>
                    <a:pt x="6558" y="31147"/>
                  </a:lnTo>
                  <a:lnTo>
                    <a:pt x="6558" y="31147"/>
                  </a:lnTo>
                  <a:lnTo>
                    <a:pt x="6558" y="32787"/>
                  </a:lnTo>
                  <a:lnTo>
                    <a:pt x="6558" y="32787"/>
                  </a:lnTo>
                  <a:lnTo>
                    <a:pt x="4918" y="34426"/>
                  </a:lnTo>
                  <a:lnTo>
                    <a:pt x="4918" y="34426"/>
                  </a:lnTo>
                  <a:lnTo>
                    <a:pt x="4918" y="36065"/>
                  </a:lnTo>
                  <a:lnTo>
                    <a:pt x="6558" y="36065"/>
                  </a:lnTo>
                  <a:lnTo>
                    <a:pt x="6558" y="37705"/>
                  </a:lnTo>
                  <a:lnTo>
                    <a:pt x="6558" y="37705"/>
                  </a:lnTo>
                  <a:lnTo>
                    <a:pt x="6558" y="39344"/>
                  </a:lnTo>
                  <a:lnTo>
                    <a:pt x="4918" y="40983"/>
                  </a:lnTo>
                  <a:lnTo>
                    <a:pt x="4918" y="40983"/>
                  </a:lnTo>
                  <a:lnTo>
                    <a:pt x="3279" y="42623"/>
                  </a:lnTo>
                  <a:lnTo>
                    <a:pt x="3279" y="44262"/>
                  </a:lnTo>
                  <a:lnTo>
                    <a:pt x="3279" y="45901"/>
                  </a:lnTo>
                  <a:lnTo>
                    <a:pt x="3279" y="45901"/>
                  </a:lnTo>
                  <a:lnTo>
                    <a:pt x="3279" y="47541"/>
                  </a:lnTo>
                  <a:lnTo>
                    <a:pt x="3279" y="49180"/>
                  </a:lnTo>
                  <a:lnTo>
                    <a:pt x="3279" y="50819"/>
                  </a:lnTo>
                  <a:lnTo>
                    <a:pt x="3279" y="52459"/>
                  </a:lnTo>
                  <a:lnTo>
                    <a:pt x="1639" y="54098"/>
                  </a:lnTo>
                  <a:lnTo>
                    <a:pt x="1639" y="55737"/>
                  </a:lnTo>
                  <a:lnTo>
                    <a:pt x="1639" y="55737"/>
                  </a:lnTo>
                  <a:lnTo>
                    <a:pt x="1639" y="57377"/>
                  </a:lnTo>
                  <a:lnTo>
                    <a:pt x="1639" y="59016"/>
                  </a:lnTo>
                  <a:lnTo>
                    <a:pt x="0" y="60655"/>
                  </a:lnTo>
                  <a:lnTo>
                    <a:pt x="1639" y="62295"/>
                  </a:lnTo>
                  <a:lnTo>
                    <a:pt x="1639" y="62295"/>
                  </a:lnTo>
                  <a:lnTo>
                    <a:pt x="1639" y="63934"/>
                  </a:lnTo>
                  <a:lnTo>
                    <a:pt x="3279" y="65573"/>
                  </a:lnTo>
                  <a:lnTo>
                    <a:pt x="4918" y="67213"/>
                  </a:lnTo>
                  <a:lnTo>
                    <a:pt x="4918" y="68852"/>
                  </a:lnTo>
                  <a:lnTo>
                    <a:pt x="4918" y="70491"/>
                  </a:lnTo>
                  <a:lnTo>
                    <a:pt x="6558" y="72131"/>
                  </a:lnTo>
                  <a:lnTo>
                    <a:pt x="6558" y="73770"/>
                  </a:lnTo>
                  <a:lnTo>
                    <a:pt x="6558" y="73770"/>
                  </a:lnTo>
                  <a:lnTo>
                    <a:pt x="6558" y="73770"/>
                  </a:lnTo>
                  <a:lnTo>
                    <a:pt x="4918" y="75409"/>
                  </a:lnTo>
                  <a:lnTo>
                    <a:pt x="4918" y="77049"/>
                  </a:lnTo>
                  <a:lnTo>
                    <a:pt x="4918" y="78688"/>
                  </a:lnTo>
                  <a:lnTo>
                    <a:pt x="6558" y="78688"/>
                  </a:lnTo>
                  <a:lnTo>
                    <a:pt x="6558" y="80327"/>
                  </a:lnTo>
                  <a:lnTo>
                    <a:pt x="8197" y="81967"/>
                  </a:lnTo>
                  <a:lnTo>
                    <a:pt x="8197" y="83606"/>
                  </a:lnTo>
                  <a:lnTo>
                    <a:pt x="9836" y="83606"/>
                  </a:lnTo>
                  <a:lnTo>
                    <a:pt x="11476" y="85245"/>
                  </a:lnTo>
                  <a:lnTo>
                    <a:pt x="14754" y="85245"/>
                  </a:lnTo>
                  <a:lnTo>
                    <a:pt x="18033" y="86885"/>
                  </a:lnTo>
                  <a:lnTo>
                    <a:pt x="21312" y="86885"/>
                  </a:lnTo>
                  <a:lnTo>
                    <a:pt x="22951" y="86885"/>
                  </a:lnTo>
                  <a:lnTo>
                    <a:pt x="26229" y="86885"/>
                  </a:lnTo>
                  <a:lnTo>
                    <a:pt x="29508" y="86885"/>
                  </a:lnTo>
                  <a:lnTo>
                    <a:pt x="31148" y="85245"/>
                  </a:lnTo>
                  <a:lnTo>
                    <a:pt x="32787" y="85245"/>
                  </a:lnTo>
                  <a:lnTo>
                    <a:pt x="34426" y="85245"/>
                  </a:lnTo>
                  <a:lnTo>
                    <a:pt x="36066" y="85245"/>
                  </a:lnTo>
                  <a:lnTo>
                    <a:pt x="36066" y="86885"/>
                  </a:lnTo>
                  <a:lnTo>
                    <a:pt x="36066" y="88524"/>
                  </a:lnTo>
                  <a:lnTo>
                    <a:pt x="36066" y="90164"/>
                  </a:lnTo>
                  <a:lnTo>
                    <a:pt x="36066" y="91803"/>
                  </a:lnTo>
                  <a:lnTo>
                    <a:pt x="36066" y="91803"/>
                  </a:lnTo>
                  <a:lnTo>
                    <a:pt x="37705" y="93442"/>
                  </a:lnTo>
                  <a:lnTo>
                    <a:pt x="39344" y="95081"/>
                  </a:lnTo>
                  <a:lnTo>
                    <a:pt x="40983" y="95081"/>
                  </a:lnTo>
                  <a:lnTo>
                    <a:pt x="40983" y="95081"/>
                  </a:lnTo>
                  <a:lnTo>
                    <a:pt x="42623" y="96721"/>
                  </a:lnTo>
                  <a:lnTo>
                    <a:pt x="42623" y="98360"/>
                  </a:lnTo>
                  <a:lnTo>
                    <a:pt x="42623" y="99999"/>
                  </a:lnTo>
                  <a:lnTo>
                    <a:pt x="42623" y="101639"/>
                  </a:lnTo>
                  <a:lnTo>
                    <a:pt x="44262" y="101639"/>
                  </a:lnTo>
                  <a:lnTo>
                    <a:pt x="44262" y="99999"/>
                  </a:lnTo>
                  <a:lnTo>
                    <a:pt x="44262" y="98360"/>
                  </a:lnTo>
                  <a:lnTo>
                    <a:pt x="44262" y="98360"/>
                  </a:lnTo>
                  <a:lnTo>
                    <a:pt x="44262" y="96721"/>
                  </a:lnTo>
                  <a:lnTo>
                    <a:pt x="45902" y="95081"/>
                  </a:lnTo>
                  <a:lnTo>
                    <a:pt x="47541" y="96721"/>
                  </a:lnTo>
                  <a:lnTo>
                    <a:pt x="50820" y="96721"/>
                  </a:lnTo>
                  <a:lnTo>
                    <a:pt x="52459" y="96721"/>
                  </a:lnTo>
                  <a:lnTo>
                    <a:pt x="54098" y="96721"/>
                  </a:lnTo>
                  <a:lnTo>
                    <a:pt x="55738" y="96721"/>
                  </a:lnTo>
                  <a:lnTo>
                    <a:pt x="55738" y="96721"/>
                  </a:lnTo>
                  <a:lnTo>
                    <a:pt x="59016" y="96721"/>
                  </a:lnTo>
                  <a:lnTo>
                    <a:pt x="60656" y="96721"/>
                  </a:lnTo>
                  <a:lnTo>
                    <a:pt x="62295" y="96721"/>
                  </a:lnTo>
                  <a:lnTo>
                    <a:pt x="63935" y="96721"/>
                  </a:lnTo>
                  <a:lnTo>
                    <a:pt x="63935" y="98360"/>
                  </a:lnTo>
                  <a:lnTo>
                    <a:pt x="65573" y="96721"/>
                  </a:lnTo>
                  <a:lnTo>
                    <a:pt x="68852" y="96721"/>
                  </a:lnTo>
                  <a:lnTo>
                    <a:pt x="70492" y="96721"/>
                  </a:lnTo>
                  <a:lnTo>
                    <a:pt x="72131" y="96721"/>
                  </a:lnTo>
                  <a:lnTo>
                    <a:pt x="73770" y="95081"/>
                  </a:lnTo>
                  <a:lnTo>
                    <a:pt x="75410" y="95081"/>
                  </a:lnTo>
                  <a:lnTo>
                    <a:pt x="77049" y="93442"/>
                  </a:lnTo>
                  <a:lnTo>
                    <a:pt x="77049" y="91803"/>
                  </a:lnTo>
                  <a:lnTo>
                    <a:pt x="78688" y="91803"/>
                  </a:lnTo>
                  <a:lnTo>
                    <a:pt x="78688" y="90164"/>
                  </a:lnTo>
                  <a:lnTo>
                    <a:pt x="78688" y="88524"/>
                  </a:lnTo>
                  <a:lnTo>
                    <a:pt x="78688" y="86885"/>
                  </a:lnTo>
                  <a:lnTo>
                    <a:pt x="78688" y="86885"/>
                  </a:lnTo>
                  <a:lnTo>
                    <a:pt x="80328" y="85245"/>
                  </a:lnTo>
                  <a:lnTo>
                    <a:pt x="81967" y="85245"/>
                  </a:lnTo>
                  <a:lnTo>
                    <a:pt x="81967" y="85245"/>
                  </a:lnTo>
                  <a:lnTo>
                    <a:pt x="83606" y="83606"/>
                  </a:lnTo>
                  <a:lnTo>
                    <a:pt x="85246" y="83606"/>
                  </a:lnTo>
                  <a:lnTo>
                    <a:pt x="85246" y="81967"/>
                  </a:lnTo>
                  <a:lnTo>
                    <a:pt x="85246" y="80327"/>
                  </a:lnTo>
                  <a:lnTo>
                    <a:pt x="85246" y="78688"/>
                  </a:lnTo>
                  <a:lnTo>
                    <a:pt x="85246" y="77049"/>
                  </a:lnTo>
                  <a:lnTo>
                    <a:pt x="85246" y="75409"/>
                  </a:lnTo>
                  <a:lnTo>
                    <a:pt x="85246" y="73770"/>
                  </a:lnTo>
                  <a:lnTo>
                    <a:pt x="83606" y="73770"/>
                  </a:lnTo>
                  <a:lnTo>
                    <a:pt x="85246" y="72131"/>
                  </a:lnTo>
                  <a:lnTo>
                    <a:pt x="85246" y="72131"/>
                  </a:lnTo>
                  <a:lnTo>
                    <a:pt x="88525" y="70491"/>
                  </a:lnTo>
                  <a:lnTo>
                    <a:pt x="88525" y="70491"/>
                  </a:lnTo>
                  <a:lnTo>
                    <a:pt x="88525" y="70491"/>
                  </a:lnTo>
                  <a:lnTo>
                    <a:pt x="88525" y="70491"/>
                  </a:lnTo>
                  <a:lnTo>
                    <a:pt x="88525" y="68852"/>
                  </a:lnTo>
                  <a:lnTo>
                    <a:pt x="88525" y="67213"/>
                  </a:lnTo>
                  <a:lnTo>
                    <a:pt x="86885" y="65573"/>
                  </a:lnTo>
                  <a:lnTo>
                    <a:pt x="85246" y="63934"/>
                  </a:lnTo>
                  <a:lnTo>
                    <a:pt x="85246" y="62295"/>
                  </a:lnTo>
                  <a:lnTo>
                    <a:pt x="81967" y="60655"/>
                  </a:lnTo>
                  <a:lnTo>
                    <a:pt x="80328" y="59016"/>
                  </a:lnTo>
                  <a:lnTo>
                    <a:pt x="80328" y="59016"/>
                  </a:lnTo>
                  <a:lnTo>
                    <a:pt x="78688" y="57377"/>
                  </a:lnTo>
                  <a:lnTo>
                    <a:pt x="77049" y="55737"/>
                  </a:lnTo>
                  <a:lnTo>
                    <a:pt x="75410" y="54098"/>
                  </a:lnTo>
                  <a:lnTo>
                    <a:pt x="72131" y="52459"/>
                  </a:lnTo>
                  <a:lnTo>
                    <a:pt x="72131" y="52459"/>
                  </a:lnTo>
                  <a:lnTo>
                    <a:pt x="72131" y="50819"/>
                  </a:lnTo>
                  <a:lnTo>
                    <a:pt x="73770" y="49180"/>
                  </a:lnTo>
                  <a:lnTo>
                    <a:pt x="73770" y="47541"/>
                  </a:lnTo>
                  <a:lnTo>
                    <a:pt x="75410" y="45901"/>
                  </a:lnTo>
                  <a:lnTo>
                    <a:pt x="73770" y="44262"/>
                  </a:lnTo>
                  <a:lnTo>
                    <a:pt x="73770" y="42623"/>
                  </a:lnTo>
                  <a:lnTo>
                    <a:pt x="73770" y="40983"/>
                  </a:lnTo>
                  <a:lnTo>
                    <a:pt x="72131" y="39344"/>
                  </a:lnTo>
                  <a:lnTo>
                    <a:pt x="70492" y="37705"/>
                  </a:lnTo>
                  <a:lnTo>
                    <a:pt x="70492" y="36065"/>
                  </a:lnTo>
                  <a:lnTo>
                    <a:pt x="68852" y="34426"/>
                  </a:lnTo>
                  <a:lnTo>
                    <a:pt x="68852" y="34426"/>
                  </a:lnTo>
                  <a:lnTo>
                    <a:pt x="70492" y="34426"/>
                  </a:lnTo>
                  <a:lnTo>
                    <a:pt x="70492" y="32787"/>
                  </a:lnTo>
                  <a:lnTo>
                    <a:pt x="72131" y="32787"/>
                  </a:lnTo>
                  <a:lnTo>
                    <a:pt x="70492" y="32787"/>
                  </a:lnTo>
                  <a:lnTo>
                    <a:pt x="68852" y="32787"/>
                  </a:lnTo>
                  <a:lnTo>
                    <a:pt x="68852" y="31147"/>
                  </a:lnTo>
                  <a:lnTo>
                    <a:pt x="67213" y="31147"/>
                  </a:lnTo>
                  <a:lnTo>
                    <a:pt x="67213" y="29508"/>
                  </a:lnTo>
                  <a:lnTo>
                    <a:pt x="65573" y="29508"/>
                  </a:lnTo>
                  <a:lnTo>
                    <a:pt x="65573" y="29508"/>
                  </a:lnTo>
                  <a:lnTo>
                    <a:pt x="63935" y="29508"/>
                  </a:lnTo>
                  <a:lnTo>
                    <a:pt x="60656" y="27869"/>
                  </a:lnTo>
                  <a:lnTo>
                    <a:pt x="57377" y="27869"/>
                  </a:lnTo>
                  <a:lnTo>
                    <a:pt x="57377" y="29508"/>
                  </a:lnTo>
                  <a:lnTo>
                    <a:pt x="55738" y="29508"/>
                  </a:lnTo>
                  <a:lnTo>
                    <a:pt x="54098" y="31147"/>
                  </a:lnTo>
                  <a:lnTo>
                    <a:pt x="52459" y="31147"/>
                  </a:lnTo>
                  <a:lnTo>
                    <a:pt x="50820" y="31147"/>
                  </a:lnTo>
                  <a:lnTo>
                    <a:pt x="49180" y="31147"/>
                  </a:lnTo>
                  <a:lnTo>
                    <a:pt x="47541" y="31147"/>
                  </a:lnTo>
                  <a:lnTo>
                    <a:pt x="45902" y="31147"/>
                  </a:lnTo>
                  <a:lnTo>
                    <a:pt x="45902" y="29508"/>
                  </a:lnTo>
                  <a:lnTo>
                    <a:pt x="45902" y="27869"/>
                  </a:lnTo>
                  <a:lnTo>
                    <a:pt x="45902" y="26229"/>
                  </a:lnTo>
                  <a:lnTo>
                    <a:pt x="47541" y="26229"/>
                  </a:lnTo>
                  <a:lnTo>
                    <a:pt x="49180" y="26229"/>
                  </a:lnTo>
                  <a:lnTo>
                    <a:pt x="50820" y="24590"/>
                  </a:lnTo>
                  <a:lnTo>
                    <a:pt x="52459" y="24590"/>
                  </a:lnTo>
                  <a:lnTo>
                    <a:pt x="54098" y="24590"/>
                  </a:lnTo>
                  <a:lnTo>
                    <a:pt x="57377" y="24590"/>
                  </a:lnTo>
                  <a:lnTo>
                    <a:pt x="59016" y="24590"/>
                  </a:lnTo>
                  <a:lnTo>
                    <a:pt x="60656" y="26229"/>
                  </a:lnTo>
                  <a:lnTo>
                    <a:pt x="62295" y="26229"/>
                  </a:lnTo>
                  <a:lnTo>
                    <a:pt x="63935" y="26229"/>
                  </a:lnTo>
                  <a:lnTo>
                    <a:pt x="65573" y="26229"/>
                  </a:lnTo>
                  <a:lnTo>
                    <a:pt x="65573" y="26229"/>
                  </a:lnTo>
                  <a:lnTo>
                    <a:pt x="65573" y="26229"/>
                  </a:lnTo>
                  <a:lnTo>
                    <a:pt x="65573" y="24590"/>
                  </a:lnTo>
                  <a:lnTo>
                    <a:pt x="65573" y="22951"/>
                  </a:lnTo>
                  <a:lnTo>
                    <a:pt x="63935" y="22951"/>
                  </a:lnTo>
                  <a:lnTo>
                    <a:pt x="62295" y="22951"/>
                  </a:lnTo>
                  <a:lnTo>
                    <a:pt x="62295" y="21311"/>
                  </a:lnTo>
                  <a:lnTo>
                    <a:pt x="62295" y="21311"/>
                  </a:lnTo>
                  <a:lnTo>
                    <a:pt x="59016" y="19672"/>
                  </a:lnTo>
                  <a:lnTo>
                    <a:pt x="59016" y="19672"/>
                  </a:lnTo>
                  <a:lnTo>
                    <a:pt x="57377" y="21311"/>
                  </a:lnTo>
                  <a:lnTo>
                    <a:pt x="57377" y="19672"/>
                  </a:lnTo>
                  <a:lnTo>
                    <a:pt x="57377" y="19672"/>
                  </a:lnTo>
                  <a:lnTo>
                    <a:pt x="57377" y="18033"/>
                  </a:lnTo>
                  <a:lnTo>
                    <a:pt x="57377" y="18033"/>
                  </a:lnTo>
                  <a:lnTo>
                    <a:pt x="59016" y="18033"/>
                  </a:lnTo>
                  <a:lnTo>
                    <a:pt x="60656" y="19672"/>
                  </a:lnTo>
                  <a:lnTo>
                    <a:pt x="62295" y="19672"/>
                  </a:lnTo>
                  <a:lnTo>
                    <a:pt x="63935" y="19672"/>
                  </a:lnTo>
                  <a:lnTo>
                    <a:pt x="63935" y="18033"/>
                  </a:lnTo>
                  <a:lnTo>
                    <a:pt x="62295" y="18033"/>
                  </a:lnTo>
                  <a:lnTo>
                    <a:pt x="62295" y="16393"/>
                  </a:lnTo>
                  <a:lnTo>
                    <a:pt x="60656" y="14754"/>
                  </a:lnTo>
                  <a:lnTo>
                    <a:pt x="59016" y="14754"/>
                  </a:lnTo>
                  <a:lnTo>
                    <a:pt x="57377" y="14754"/>
                  </a:lnTo>
                  <a:lnTo>
                    <a:pt x="55738" y="14754"/>
                  </a:lnTo>
                  <a:lnTo>
                    <a:pt x="55738" y="16393"/>
                  </a:lnTo>
                  <a:lnTo>
                    <a:pt x="54098" y="16393"/>
                  </a:lnTo>
                  <a:lnTo>
                    <a:pt x="52459" y="14754"/>
                  </a:lnTo>
                  <a:lnTo>
                    <a:pt x="52459" y="13114"/>
                  </a:lnTo>
                  <a:lnTo>
                    <a:pt x="54098" y="13114"/>
                  </a:lnTo>
                  <a:lnTo>
                    <a:pt x="55738" y="13114"/>
                  </a:lnTo>
                  <a:lnTo>
                    <a:pt x="57377" y="13114"/>
                  </a:lnTo>
                  <a:lnTo>
                    <a:pt x="57377" y="13114"/>
                  </a:lnTo>
                  <a:lnTo>
                    <a:pt x="59016" y="13114"/>
                  </a:lnTo>
                  <a:lnTo>
                    <a:pt x="59016" y="13114"/>
                  </a:lnTo>
                  <a:lnTo>
                    <a:pt x="60656" y="13114"/>
                  </a:lnTo>
                  <a:lnTo>
                    <a:pt x="60656" y="13114"/>
                  </a:lnTo>
                  <a:lnTo>
                    <a:pt x="60656" y="11475"/>
                  </a:lnTo>
                  <a:lnTo>
                    <a:pt x="60656" y="11475"/>
                  </a:lnTo>
                  <a:lnTo>
                    <a:pt x="60656" y="9836"/>
                  </a:lnTo>
                  <a:lnTo>
                    <a:pt x="60656" y="9836"/>
                  </a:lnTo>
                  <a:lnTo>
                    <a:pt x="59016" y="8197"/>
                  </a:lnTo>
                  <a:lnTo>
                    <a:pt x="59016" y="9836"/>
                  </a:lnTo>
                  <a:lnTo>
                    <a:pt x="55738" y="8197"/>
                  </a:lnTo>
                  <a:lnTo>
                    <a:pt x="54098" y="8197"/>
                  </a:lnTo>
                  <a:lnTo>
                    <a:pt x="52459" y="8197"/>
                  </a:lnTo>
                  <a:lnTo>
                    <a:pt x="50820" y="8197"/>
                  </a:lnTo>
                  <a:lnTo>
                    <a:pt x="49180" y="9836"/>
                  </a:lnTo>
                  <a:lnTo>
                    <a:pt x="47541" y="9836"/>
                  </a:lnTo>
                  <a:lnTo>
                    <a:pt x="47541" y="9836"/>
                  </a:lnTo>
                  <a:lnTo>
                    <a:pt x="45902" y="9836"/>
                  </a:lnTo>
                  <a:lnTo>
                    <a:pt x="44262" y="11475"/>
                  </a:lnTo>
                  <a:lnTo>
                    <a:pt x="42623" y="11475"/>
                  </a:lnTo>
                  <a:lnTo>
                    <a:pt x="42623" y="9836"/>
                  </a:lnTo>
                  <a:lnTo>
                    <a:pt x="42623" y="9836"/>
                  </a:lnTo>
                  <a:lnTo>
                    <a:pt x="44262" y="8197"/>
                  </a:lnTo>
                  <a:lnTo>
                    <a:pt x="44262" y="6557"/>
                  </a:lnTo>
                  <a:lnTo>
                    <a:pt x="42623" y="6557"/>
                  </a:lnTo>
                  <a:lnTo>
                    <a:pt x="42623" y="4918"/>
                  </a:lnTo>
                  <a:lnTo>
                    <a:pt x="40983" y="3279"/>
                  </a:lnTo>
                  <a:lnTo>
                    <a:pt x="39344" y="1639"/>
                  </a:lnTo>
                  <a:lnTo>
                    <a:pt x="39344" y="0"/>
                  </a:lnTo>
                  <a:lnTo>
                    <a:pt x="37705" y="0"/>
                  </a:lnTo>
                  <a:lnTo>
                    <a:pt x="34426" y="0"/>
                  </a:lnTo>
                  <a:lnTo>
                    <a:pt x="32787" y="0"/>
                  </a:lnTo>
                  <a:lnTo>
                    <a:pt x="31148" y="0"/>
                  </a:lnTo>
                  <a:lnTo>
                    <a:pt x="29508" y="0"/>
                  </a:lnTo>
                  <a:lnTo>
                    <a:pt x="29508" y="0"/>
                  </a:lnTo>
                  <a:lnTo>
                    <a:pt x="31148" y="1639"/>
                  </a:lnTo>
                  <a:lnTo>
                    <a:pt x="32787" y="3279"/>
                  </a:lnTo>
                  <a:lnTo>
                    <a:pt x="34426" y="4918"/>
                  </a:lnTo>
                  <a:lnTo>
                    <a:pt x="36066" y="6557"/>
                  </a:lnTo>
                  <a:lnTo>
                    <a:pt x="37705" y="6557"/>
                  </a:lnTo>
                  <a:lnTo>
                    <a:pt x="39344" y="8197"/>
                  </a:lnTo>
                  <a:lnTo>
                    <a:pt x="39344" y="9836"/>
                  </a:lnTo>
                  <a:lnTo>
                    <a:pt x="39344" y="9836"/>
                  </a:lnTo>
                  <a:lnTo>
                    <a:pt x="39344" y="11475"/>
                  </a:lnTo>
                  <a:lnTo>
                    <a:pt x="39344" y="11475"/>
                  </a:lnTo>
                  <a:lnTo>
                    <a:pt x="39344" y="13114"/>
                  </a:lnTo>
                  <a:lnTo>
                    <a:pt x="40983" y="14754"/>
                  </a:lnTo>
                  <a:lnTo>
                    <a:pt x="39344" y="16393"/>
                  </a:lnTo>
                  <a:lnTo>
                    <a:pt x="39344" y="18033"/>
                  </a:lnTo>
                  <a:lnTo>
                    <a:pt x="39344" y="19672"/>
                  </a:lnTo>
                  <a:lnTo>
                    <a:pt x="39344" y="21311"/>
                  </a:lnTo>
                  <a:lnTo>
                    <a:pt x="39344" y="21311"/>
                  </a:lnTo>
                  <a:lnTo>
                    <a:pt x="37705" y="21311"/>
                  </a:lnTo>
                  <a:lnTo>
                    <a:pt x="37705" y="21311"/>
                  </a:lnTo>
                  <a:lnTo>
                    <a:pt x="37705" y="22951"/>
                  </a:lnTo>
                  <a:lnTo>
                    <a:pt x="39344" y="22951"/>
                  </a:lnTo>
                  <a:lnTo>
                    <a:pt x="37705" y="22951"/>
                  </a:lnTo>
                  <a:lnTo>
                    <a:pt x="37705" y="22951"/>
                  </a:lnTo>
                  <a:lnTo>
                    <a:pt x="37705" y="21311"/>
                  </a:lnTo>
                  <a:lnTo>
                    <a:pt x="37705" y="21311"/>
                  </a:lnTo>
                  <a:lnTo>
                    <a:pt x="36066" y="22951"/>
                  </a:lnTo>
                  <a:lnTo>
                    <a:pt x="36066" y="24590"/>
                  </a:lnTo>
                  <a:lnTo>
                    <a:pt x="36066" y="24590"/>
                  </a:lnTo>
                  <a:lnTo>
                    <a:pt x="34426" y="24590"/>
                  </a:lnTo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66" name="Freeform 4565">
              <a:extLst>
                <a:ext uri="{FF2B5EF4-FFF2-40B4-BE49-F238E27FC236}">
                  <a16:creationId xmlns:a16="http://schemas.microsoft.com/office/drawing/2014/main" id="{ADED46C4-CB8D-0F47-A063-6A12D7FF63C7}"/>
                </a:ext>
              </a:extLst>
            </p:cNvPr>
            <p:cNvSpPr/>
            <p:nvPr/>
          </p:nvSpPr>
          <p:spPr>
            <a:xfrm>
              <a:off x="7433698" y="2106709"/>
              <a:ext cx="26229" cy="60655"/>
            </a:xfrm>
            <a:custGeom>
              <a:avLst/>
              <a:gdLst>
                <a:gd name="connsiteX0" fmla="*/ 4918 w 26229"/>
                <a:gd name="connsiteY0" fmla="*/ 0 h 60655"/>
                <a:gd name="connsiteX1" fmla="*/ 4918 w 26229"/>
                <a:gd name="connsiteY1" fmla="*/ 0 h 60655"/>
                <a:gd name="connsiteX2" fmla="*/ 4918 w 26229"/>
                <a:gd name="connsiteY2" fmla="*/ 1639 h 60655"/>
                <a:gd name="connsiteX3" fmla="*/ 4918 w 26229"/>
                <a:gd name="connsiteY3" fmla="*/ 3279 h 60655"/>
                <a:gd name="connsiteX4" fmla="*/ 4918 w 26229"/>
                <a:gd name="connsiteY4" fmla="*/ 4918 h 60655"/>
                <a:gd name="connsiteX5" fmla="*/ 6557 w 26229"/>
                <a:gd name="connsiteY5" fmla="*/ 4918 h 60655"/>
                <a:gd name="connsiteX6" fmla="*/ 6557 w 26229"/>
                <a:gd name="connsiteY6" fmla="*/ 4918 h 60655"/>
                <a:gd name="connsiteX7" fmla="*/ 8197 w 26229"/>
                <a:gd name="connsiteY7" fmla="*/ 6557 h 60655"/>
                <a:gd name="connsiteX8" fmla="*/ 8197 w 26229"/>
                <a:gd name="connsiteY8" fmla="*/ 6557 h 60655"/>
                <a:gd name="connsiteX9" fmla="*/ 8197 w 26229"/>
                <a:gd name="connsiteY9" fmla="*/ 6557 h 60655"/>
                <a:gd name="connsiteX10" fmla="*/ 8197 w 26229"/>
                <a:gd name="connsiteY10" fmla="*/ 8197 h 60655"/>
                <a:gd name="connsiteX11" fmla="*/ 9836 w 26229"/>
                <a:gd name="connsiteY11" fmla="*/ 6557 h 60655"/>
                <a:gd name="connsiteX12" fmla="*/ 9836 w 26229"/>
                <a:gd name="connsiteY12" fmla="*/ 6557 h 60655"/>
                <a:gd name="connsiteX13" fmla="*/ 9836 w 26229"/>
                <a:gd name="connsiteY13" fmla="*/ 4918 h 60655"/>
                <a:gd name="connsiteX14" fmla="*/ 9836 w 26229"/>
                <a:gd name="connsiteY14" fmla="*/ 4918 h 60655"/>
                <a:gd name="connsiteX15" fmla="*/ 9836 w 26229"/>
                <a:gd name="connsiteY15" fmla="*/ 4918 h 60655"/>
                <a:gd name="connsiteX16" fmla="*/ 11475 w 26229"/>
                <a:gd name="connsiteY16" fmla="*/ 4918 h 60655"/>
                <a:gd name="connsiteX17" fmla="*/ 11475 w 26229"/>
                <a:gd name="connsiteY17" fmla="*/ 4918 h 60655"/>
                <a:gd name="connsiteX18" fmla="*/ 11475 w 26229"/>
                <a:gd name="connsiteY18" fmla="*/ 6557 h 60655"/>
                <a:gd name="connsiteX19" fmla="*/ 13114 w 26229"/>
                <a:gd name="connsiteY19" fmla="*/ 4918 h 60655"/>
                <a:gd name="connsiteX20" fmla="*/ 13114 w 26229"/>
                <a:gd name="connsiteY20" fmla="*/ 4918 h 60655"/>
                <a:gd name="connsiteX21" fmla="*/ 14754 w 26229"/>
                <a:gd name="connsiteY21" fmla="*/ 6557 h 60655"/>
                <a:gd name="connsiteX22" fmla="*/ 14754 w 26229"/>
                <a:gd name="connsiteY22" fmla="*/ 6557 h 60655"/>
                <a:gd name="connsiteX23" fmla="*/ 14754 w 26229"/>
                <a:gd name="connsiteY23" fmla="*/ 4918 h 60655"/>
                <a:gd name="connsiteX24" fmla="*/ 14754 w 26229"/>
                <a:gd name="connsiteY24" fmla="*/ 4918 h 60655"/>
                <a:gd name="connsiteX25" fmla="*/ 16393 w 26229"/>
                <a:gd name="connsiteY25" fmla="*/ 4918 h 60655"/>
                <a:gd name="connsiteX26" fmla="*/ 16393 w 26229"/>
                <a:gd name="connsiteY26" fmla="*/ 6557 h 60655"/>
                <a:gd name="connsiteX27" fmla="*/ 18033 w 26229"/>
                <a:gd name="connsiteY27" fmla="*/ 8197 h 60655"/>
                <a:gd name="connsiteX28" fmla="*/ 18033 w 26229"/>
                <a:gd name="connsiteY28" fmla="*/ 8197 h 60655"/>
                <a:gd name="connsiteX29" fmla="*/ 18033 w 26229"/>
                <a:gd name="connsiteY29" fmla="*/ 9836 h 60655"/>
                <a:gd name="connsiteX30" fmla="*/ 18033 w 26229"/>
                <a:gd name="connsiteY30" fmla="*/ 9836 h 60655"/>
                <a:gd name="connsiteX31" fmla="*/ 18033 w 26229"/>
                <a:gd name="connsiteY31" fmla="*/ 11475 h 60655"/>
                <a:gd name="connsiteX32" fmla="*/ 18033 w 26229"/>
                <a:gd name="connsiteY32" fmla="*/ 11475 h 60655"/>
                <a:gd name="connsiteX33" fmla="*/ 18033 w 26229"/>
                <a:gd name="connsiteY33" fmla="*/ 13115 h 60655"/>
                <a:gd name="connsiteX34" fmla="*/ 19672 w 26229"/>
                <a:gd name="connsiteY34" fmla="*/ 13115 h 60655"/>
                <a:gd name="connsiteX35" fmla="*/ 19672 w 26229"/>
                <a:gd name="connsiteY35" fmla="*/ 14754 h 60655"/>
                <a:gd name="connsiteX36" fmla="*/ 18033 w 26229"/>
                <a:gd name="connsiteY36" fmla="*/ 14754 h 60655"/>
                <a:gd name="connsiteX37" fmla="*/ 18033 w 26229"/>
                <a:gd name="connsiteY37" fmla="*/ 16393 h 60655"/>
                <a:gd name="connsiteX38" fmla="*/ 19672 w 26229"/>
                <a:gd name="connsiteY38" fmla="*/ 18033 h 60655"/>
                <a:gd name="connsiteX39" fmla="*/ 21311 w 26229"/>
                <a:gd name="connsiteY39" fmla="*/ 18033 h 60655"/>
                <a:gd name="connsiteX40" fmla="*/ 21311 w 26229"/>
                <a:gd name="connsiteY40" fmla="*/ 19672 h 60655"/>
                <a:gd name="connsiteX41" fmla="*/ 21311 w 26229"/>
                <a:gd name="connsiteY41" fmla="*/ 19672 h 60655"/>
                <a:gd name="connsiteX42" fmla="*/ 21311 w 26229"/>
                <a:gd name="connsiteY42" fmla="*/ 21311 h 60655"/>
                <a:gd name="connsiteX43" fmla="*/ 21311 w 26229"/>
                <a:gd name="connsiteY43" fmla="*/ 19672 h 60655"/>
                <a:gd name="connsiteX44" fmla="*/ 21311 w 26229"/>
                <a:gd name="connsiteY44" fmla="*/ 19672 h 60655"/>
                <a:gd name="connsiteX45" fmla="*/ 21311 w 26229"/>
                <a:gd name="connsiteY45" fmla="*/ 18033 h 60655"/>
                <a:gd name="connsiteX46" fmla="*/ 21311 w 26229"/>
                <a:gd name="connsiteY46" fmla="*/ 16393 h 60655"/>
                <a:gd name="connsiteX47" fmla="*/ 21311 w 26229"/>
                <a:gd name="connsiteY47" fmla="*/ 14754 h 60655"/>
                <a:gd name="connsiteX48" fmla="*/ 19672 w 26229"/>
                <a:gd name="connsiteY48" fmla="*/ 14754 h 60655"/>
                <a:gd name="connsiteX49" fmla="*/ 19672 w 26229"/>
                <a:gd name="connsiteY49" fmla="*/ 13115 h 60655"/>
                <a:gd name="connsiteX50" fmla="*/ 19672 w 26229"/>
                <a:gd name="connsiteY50" fmla="*/ 11475 h 60655"/>
                <a:gd name="connsiteX51" fmla="*/ 19672 w 26229"/>
                <a:gd name="connsiteY51" fmla="*/ 11475 h 60655"/>
                <a:gd name="connsiteX52" fmla="*/ 19672 w 26229"/>
                <a:gd name="connsiteY52" fmla="*/ 9836 h 60655"/>
                <a:gd name="connsiteX53" fmla="*/ 19672 w 26229"/>
                <a:gd name="connsiteY53" fmla="*/ 9836 h 60655"/>
                <a:gd name="connsiteX54" fmla="*/ 18033 w 26229"/>
                <a:gd name="connsiteY54" fmla="*/ 9836 h 60655"/>
                <a:gd name="connsiteX55" fmla="*/ 18033 w 26229"/>
                <a:gd name="connsiteY55" fmla="*/ 9836 h 60655"/>
                <a:gd name="connsiteX56" fmla="*/ 19672 w 26229"/>
                <a:gd name="connsiteY56" fmla="*/ 9836 h 60655"/>
                <a:gd name="connsiteX57" fmla="*/ 19672 w 26229"/>
                <a:gd name="connsiteY57" fmla="*/ 8197 h 60655"/>
                <a:gd name="connsiteX58" fmla="*/ 21311 w 26229"/>
                <a:gd name="connsiteY58" fmla="*/ 9836 h 60655"/>
                <a:gd name="connsiteX59" fmla="*/ 21311 w 26229"/>
                <a:gd name="connsiteY59" fmla="*/ 11475 h 60655"/>
                <a:gd name="connsiteX60" fmla="*/ 21311 w 26229"/>
                <a:gd name="connsiteY60" fmla="*/ 11475 h 60655"/>
                <a:gd name="connsiteX61" fmla="*/ 21311 w 26229"/>
                <a:gd name="connsiteY61" fmla="*/ 13115 h 60655"/>
                <a:gd name="connsiteX62" fmla="*/ 21311 w 26229"/>
                <a:gd name="connsiteY62" fmla="*/ 14754 h 60655"/>
                <a:gd name="connsiteX63" fmla="*/ 22951 w 26229"/>
                <a:gd name="connsiteY63" fmla="*/ 16393 h 60655"/>
                <a:gd name="connsiteX64" fmla="*/ 22951 w 26229"/>
                <a:gd name="connsiteY64" fmla="*/ 18033 h 60655"/>
                <a:gd name="connsiteX65" fmla="*/ 22951 w 26229"/>
                <a:gd name="connsiteY65" fmla="*/ 18033 h 60655"/>
                <a:gd name="connsiteX66" fmla="*/ 24590 w 26229"/>
                <a:gd name="connsiteY66" fmla="*/ 19672 h 60655"/>
                <a:gd name="connsiteX67" fmla="*/ 24590 w 26229"/>
                <a:gd name="connsiteY67" fmla="*/ 22951 h 60655"/>
                <a:gd name="connsiteX68" fmla="*/ 24590 w 26229"/>
                <a:gd name="connsiteY68" fmla="*/ 22951 h 60655"/>
                <a:gd name="connsiteX69" fmla="*/ 26229 w 26229"/>
                <a:gd name="connsiteY69" fmla="*/ 24590 h 60655"/>
                <a:gd name="connsiteX70" fmla="*/ 26229 w 26229"/>
                <a:gd name="connsiteY70" fmla="*/ 26229 h 60655"/>
                <a:gd name="connsiteX71" fmla="*/ 26229 w 26229"/>
                <a:gd name="connsiteY71" fmla="*/ 26229 h 60655"/>
                <a:gd name="connsiteX72" fmla="*/ 26229 w 26229"/>
                <a:gd name="connsiteY72" fmla="*/ 29508 h 60655"/>
                <a:gd name="connsiteX73" fmla="*/ 26229 w 26229"/>
                <a:gd name="connsiteY73" fmla="*/ 29508 h 60655"/>
                <a:gd name="connsiteX74" fmla="*/ 26229 w 26229"/>
                <a:gd name="connsiteY74" fmla="*/ 31147 h 60655"/>
                <a:gd name="connsiteX75" fmla="*/ 26229 w 26229"/>
                <a:gd name="connsiteY75" fmla="*/ 32787 h 60655"/>
                <a:gd name="connsiteX76" fmla="*/ 26229 w 26229"/>
                <a:gd name="connsiteY76" fmla="*/ 34426 h 60655"/>
                <a:gd name="connsiteX77" fmla="*/ 24590 w 26229"/>
                <a:gd name="connsiteY77" fmla="*/ 36065 h 60655"/>
                <a:gd name="connsiteX78" fmla="*/ 24590 w 26229"/>
                <a:gd name="connsiteY78" fmla="*/ 37705 h 60655"/>
                <a:gd name="connsiteX79" fmla="*/ 24590 w 26229"/>
                <a:gd name="connsiteY79" fmla="*/ 39344 h 60655"/>
                <a:gd name="connsiteX80" fmla="*/ 24590 w 26229"/>
                <a:gd name="connsiteY80" fmla="*/ 40983 h 60655"/>
                <a:gd name="connsiteX81" fmla="*/ 22951 w 26229"/>
                <a:gd name="connsiteY81" fmla="*/ 42623 h 60655"/>
                <a:gd name="connsiteX82" fmla="*/ 22951 w 26229"/>
                <a:gd name="connsiteY82" fmla="*/ 44262 h 60655"/>
                <a:gd name="connsiteX83" fmla="*/ 22951 w 26229"/>
                <a:gd name="connsiteY83" fmla="*/ 44262 h 60655"/>
                <a:gd name="connsiteX84" fmla="*/ 21311 w 26229"/>
                <a:gd name="connsiteY84" fmla="*/ 44262 h 60655"/>
                <a:gd name="connsiteX85" fmla="*/ 21311 w 26229"/>
                <a:gd name="connsiteY85" fmla="*/ 45901 h 60655"/>
                <a:gd name="connsiteX86" fmla="*/ 21311 w 26229"/>
                <a:gd name="connsiteY86" fmla="*/ 45901 h 60655"/>
                <a:gd name="connsiteX87" fmla="*/ 21311 w 26229"/>
                <a:gd name="connsiteY87" fmla="*/ 44262 h 60655"/>
                <a:gd name="connsiteX88" fmla="*/ 21311 w 26229"/>
                <a:gd name="connsiteY88" fmla="*/ 44262 h 60655"/>
                <a:gd name="connsiteX89" fmla="*/ 21311 w 26229"/>
                <a:gd name="connsiteY89" fmla="*/ 42623 h 60655"/>
                <a:gd name="connsiteX90" fmla="*/ 21311 w 26229"/>
                <a:gd name="connsiteY90" fmla="*/ 42623 h 60655"/>
                <a:gd name="connsiteX91" fmla="*/ 19672 w 26229"/>
                <a:gd name="connsiteY91" fmla="*/ 42623 h 60655"/>
                <a:gd name="connsiteX92" fmla="*/ 19672 w 26229"/>
                <a:gd name="connsiteY92" fmla="*/ 44262 h 60655"/>
                <a:gd name="connsiteX93" fmla="*/ 19672 w 26229"/>
                <a:gd name="connsiteY93" fmla="*/ 44262 h 60655"/>
                <a:gd name="connsiteX94" fmla="*/ 21311 w 26229"/>
                <a:gd name="connsiteY94" fmla="*/ 45901 h 60655"/>
                <a:gd name="connsiteX95" fmla="*/ 21311 w 26229"/>
                <a:gd name="connsiteY95" fmla="*/ 47541 h 60655"/>
                <a:gd name="connsiteX96" fmla="*/ 21311 w 26229"/>
                <a:gd name="connsiteY96" fmla="*/ 47541 h 60655"/>
                <a:gd name="connsiteX97" fmla="*/ 22951 w 26229"/>
                <a:gd name="connsiteY97" fmla="*/ 49180 h 60655"/>
                <a:gd name="connsiteX98" fmla="*/ 22951 w 26229"/>
                <a:gd name="connsiteY98" fmla="*/ 50820 h 60655"/>
                <a:gd name="connsiteX99" fmla="*/ 24590 w 26229"/>
                <a:gd name="connsiteY99" fmla="*/ 52459 h 60655"/>
                <a:gd name="connsiteX100" fmla="*/ 24590 w 26229"/>
                <a:gd name="connsiteY100" fmla="*/ 54098 h 60655"/>
                <a:gd name="connsiteX101" fmla="*/ 24590 w 26229"/>
                <a:gd name="connsiteY101" fmla="*/ 54098 h 60655"/>
                <a:gd name="connsiteX102" fmla="*/ 24590 w 26229"/>
                <a:gd name="connsiteY102" fmla="*/ 55737 h 60655"/>
                <a:gd name="connsiteX103" fmla="*/ 24590 w 26229"/>
                <a:gd name="connsiteY103" fmla="*/ 54098 h 60655"/>
                <a:gd name="connsiteX104" fmla="*/ 24590 w 26229"/>
                <a:gd name="connsiteY104" fmla="*/ 54098 h 60655"/>
                <a:gd name="connsiteX105" fmla="*/ 24590 w 26229"/>
                <a:gd name="connsiteY105" fmla="*/ 54098 h 60655"/>
                <a:gd name="connsiteX106" fmla="*/ 22951 w 26229"/>
                <a:gd name="connsiteY106" fmla="*/ 52459 h 60655"/>
                <a:gd name="connsiteX107" fmla="*/ 22951 w 26229"/>
                <a:gd name="connsiteY107" fmla="*/ 50820 h 60655"/>
                <a:gd name="connsiteX108" fmla="*/ 22951 w 26229"/>
                <a:gd name="connsiteY108" fmla="*/ 52459 h 60655"/>
                <a:gd name="connsiteX109" fmla="*/ 22951 w 26229"/>
                <a:gd name="connsiteY109" fmla="*/ 54098 h 60655"/>
                <a:gd name="connsiteX110" fmla="*/ 22951 w 26229"/>
                <a:gd name="connsiteY110" fmla="*/ 54098 h 60655"/>
                <a:gd name="connsiteX111" fmla="*/ 21311 w 26229"/>
                <a:gd name="connsiteY111" fmla="*/ 54098 h 60655"/>
                <a:gd name="connsiteX112" fmla="*/ 21311 w 26229"/>
                <a:gd name="connsiteY112" fmla="*/ 52459 h 60655"/>
                <a:gd name="connsiteX113" fmla="*/ 19672 w 26229"/>
                <a:gd name="connsiteY113" fmla="*/ 52459 h 60655"/>
                <a:gd name="connsiteX114" fmla="*/ 19672 w 26229"/>
                <a:gd name="connsiteY114" fmla="*/ 50820 h 60655"/>
                <a:gd name="connsiteX115" fmla="*/ 18033 w 26229"/>
                <a:gd name="connsiteY115" fmla="*/ 50820 h 60655"/>
                <a:gd name="connsiteX116" fmla="*/ 18033 w 26229"/>
                <a:gd name="connsiteY116" fmla="*/ 52459 h 60655"/>
                <a:gd name="connsiteX117" fmla="*/ 18033 w 26229"/>
                <a:gd name="connsiteY117" fmla="*/ 54098 h 60655"/>
                <a:gd name="connsiteX118" fmla="*/ 18033 w 26229"/>
                <a:gd name="connsiteY118" fmla="*/ 54098 h 60655"/>
                <a:gd name="connsiteX119" fmla="*/ 18033 w 26229"/>
                <a:gd name="connsiteY119" fmla="*/ 55737 h 60655"/>
                <a:gd name="connsiteX120" fmla="*/ 18033 w 26229"/>
                <a:gd name="connsiteY120" fmla="*/ 55737 h 60655"/>
                <a:gd name="connsiteX121" fmla="*/ 18033 w 26229"/>
                <a:gd name="connsiteY121" fmla="*/ 57377 h 60655"/>
                <a:gd name="connsiteX122" fmla="*/ 18033 w 26229"/>
                <a:gd name="connsiteY122" fmla="*/ 57377 h 60655"/>
                <a:gd name="connsiteX123" fmla="*/ 18033 w 26229"/>
                <a:gd name="connsiteY123" fmla="*/ 59016 h 60655"/>
                <a:gd name="connsiteX124" fmla="*/ 18033 w 26229"/>
                <a:gd name="connsiteY124" fmla="*/ 59016 h 60655"/>
                <a:gd name="connsiteX125" fmla="*/ 18033 w 26229"/>
                <a:gd name="connsiteY125" fmla="*/ 60655 h 60655"/>
                <a:gd name="connsiteX126" fmla="*/ 16393 w 26229"/>
                <a:gd name="connsiteY126" fmla="*/ 60655 h 60655"/>
                <a:gd name="connsiteX127" fmla="*/ 14754 w 26229"/>
                <a:gd name="connsiteY127" fmla="*/ 60655 h 60655"/>
                <a:gd name="connsiteX128" fmla="*/ 13114 w 26229"/>
                <a:gd name="connsiteY128" fmla="*/ 60655 h 60655"/>
                <a:gd name="connsiteX129" fmla="*/ 11475 w 26229"/>
                <a:gd name="connsiteY129" fmla="*/ 59016 h 60655"/>
                <a:gd name="connsiteX130" fmla="*/ 11475 w 26229"/>
                <a:gd name="connsiteY130" fmla="*/ 59016 h 60655"/>
                <a:gd name="connsiteX131" fmla="*/ 9836 w 26229"/>
                <a:gd name="connsiteY131" fmla="*/ 57377 h 60655"/>
                <a:gd name="connsiteX132" fmla="*/ 9836 w 26229"/>
                <a:gd name="connsiteY132" fmla="*/ 55737 h 60655"/>
                <a:gd name="connsiteX133" fmla="*/ 9836 w 26229"/>
                <a:gd name="connsiteY133" fmla="*/ 55737 h 60655"/>
                <a:gd name="connsiteX134" fmla="*/ 9836 w 26229"/>
                <a:gd name="connsiteY134" fmla="*/ 54098 h 60655"/>
                <a:gd name="connsiteX135" fmla="*/ 9836 w 26229"/>
                <a:gd name="connsiteY135" fmla="*/ 54098 h 60655"/>
                <a:gd name="connsiteX136" fmla="*/ 8197 w 26229"/>
                <a:gd name="connsiteY136" fmla="*/ 52459 h 60655"/>
                <a:gd name="connsiteX137" fmla="*/ 8197 w 26229"/>
                <a:gd name="connsiteY137" fmla="*/ 50820 h 60655"/>
                <a:gd name="connsiteX138" fmla="*/ 8197 w 26229"/>
                <a:gd name="connsiteY138" fmla="*/ 50820 h 60655"/>
                <a:gd name="connsiteX139" fmla="*/ 8197 w 26229"/>
                <a:gd name="connsiteY139" fmla="*/ 50820 h 60655"/>
                <a:gd name="connsiteX140" fmla="*/ 8197 w 26229"/>
                <a:gd name="connsiteY140" fmla="*/ 50820 h 60655"/>
                <a:gd name="connsiteX141" fmla="*/ 8197 w 26229"/>
                <a:gd name="connsiteY141" fmla="*/ 49180 h 60655"/>
                <a:gd name="connsiteX142" fmla="*/ 6557 w 26229"/>
                <a:gd name="connsiteY142" fmla="*/ 47541 h 60655"/>
                <a:gd name="connsiteX143" fmla="*/ 6557 w 26229"/>
                <a:gd name="connsiteY143" fmla="*/ 47541 h 60655"/>
                <a:gd name="connsiteX144" fmla="*/ 4918 w 26229"/>
                <a:gd name="connsiteY144" fmla="*/ 47541 h 60655"/>
                <a:gd name="connsiteX145" fmla="*/ 4918 w 26229"/>
                <a:gd name="connsiteY145" fmla="*/ 47541 h 60655"/>
                <a:gd name="connsiteX146" fmla="*/ 3278 w 26229"/>
                <a:gd name="connsiteY146" fmla="*/ 45901 h 60655"/>
                <a:gd name="connsiteX147" fmla="*/ 3278 w 26229"/>
                <a:gd name="connsiteY147" fmla="*/ 45901 h 60655"/>
                <a:gd name="connsiteX148" fmla="*/ 3278 w 26229"/>
                <a:gd name="connsiteY148" fmla="*/ 45901 h 60655"/>
                <a:gd name="connsiteX149" fmla="*/ 3278 w 26229"/>
                <a:gd name="connsiteY149" fmla="*/ 45901 h 60655"/>
                <a:gd name="connsiteX150" fmla="*/ 3278 w 26229"/>
                <a:gd name="connsiteY150" fmla="*/ 44262 h 60655"/>
                <a:gd name="connsiteX151" fmla="*/ 3278 w 26229"/>
                <a:gd name="connsiteY151" fmla="*/ 44262 h 60655"/>
                <a:gd name="connsiteX152" fmla="*/ 3278 w 26229"/>
                <a:gd name="connsiteY152" fmla="*/ 44262 h 60655"/>
                <a:gd name="connsiteX153" fmla="*/ 4918 w 26229"/>
                <a:gd name="connsiteY153" fmla="*/ 44262 h 60655"/>
                <a:gd name="connsiteX154" fmla="*/ 4918 w 26229"/>
                <a:gd name="connsiteY154" fmla="*/ 44262 h 60655"/>
                <a:gd name="connsiteX155" fmla="*/ 4918 w 26229"/>
                <a:gd name="connsiteY155" fmla="*/ 45901 h 60655"/>
                <a:gd name="connsiteX156" fmla="*/ 4918 w 26229"/>
                <a:gd name="connsiteY156" fmla="*/ 45901 h 60655"/>
                <a:gd name="connsiteX157" fmla="*/ 6557 w 26229"/>
                <a:gd name="connsiteY157" fmla="*/ 47541 h 60655"/>
                <a:gd name="connsiteX158" fmla="*/ 6557 w 26229"/>
                <a:gd name="connsiteY158" fmla="*/ 47541 h 60655"/>
                <a:gd name="connsiteX159" fmla="*/ 8197 w 26229"/>
                <a:gd name="connsiteY159" fmla="*/ 47541 h 60655"/>
                <a:gd name="connsiteX160" fmla="*/ 8197 w 26229"/>
                <a:gd name="connsiteY160" fmla="*/ 47541 h 60655"/>
                <a:gd name="connsiteX161" fmla="*/ 9836 w 26229"/>
                <a:gd name="connsiteY161" fmla="*/ 47541 h 60655"/>
                <a:gd name="connsiteX162" fmla="*/ 9836 w 26229"/>
                <a:gd name="connsiteY162" fmla="*/ 47541 h 60655"/>
                <a:gd name="connsiteX163" fmla="*/ 11475 w 26229"/>
                <a:gd name="connsiteY163" fmla="*/ 47541 h 60655"/>
                <a:gd name="connsiteX164" fmla="*/ 11475 w 26229"/>
                <a:gd name="connsiteY164" fmla="*/ 49180 h 60655"/>
                <a:gd name="connsiteX165" fmla="*/ 11475 w 26229"/>
                <a:gd name="connsiteY165" fmla="*/ 49180 h 60655"/>
                <a:gd name="connsiteX166" fmla="*/ 11475 w 26229"/>
                <a:gd name="connsiteY166" fmla="*/ 49180 h 60655"/>
                <a:gd name="connsiteX167" fmla="*/ 13114 w 26229"/>
                <a:gd name="connsiteY167" fmla="*/ 49180 h 60655"/>
                <a:gd name="connsiteX168" fmla="*/ 13114 w 26229"/>
                <a:gd name="connsiteY168" fmla="*/ 49180 h 60655"/>
                <a:gd name="connsiteX169" fmla="*/ 13114 w 26229"/>
                <a:gd name="connsiteY169" fmla="*/ 47541 h 60655"/>
                <a:gd name="connsiteX170" fmla="*/ 13114 w 26229"/>
                <a:gd name="connsiteY170" fmla="*/ 47541 h 60655"/>
                <a:gd name="connsiteX171" fmla="*/ 13114 w 26229"/>
                <a:gd name="connsiteY171" fmla="*/ 45901 h 60655"/>
                <a:gd name="connsiteX172" fmla="*/ 13114 w 26229"/>
                <a:gd name="connsiteY172" fmla="*/ 44262 h 60655"/>
                <a:gd name="connsiteX173" fmla="*/ 11475 w 26229"/>
                <a:gd name="connsiteY173" fmla="*/ 44262 h 60655"/>
                <a:gd name="connsiteX174" fmla="*/ 11475 w 26229"/>
                <a:gd name="connsiteY174" fmla="*/ 42623 h 60655"/>
                <a:gd name="connsiteX175" fmla="*/ 9836 w 26229"/>
                <a:gd name="connsiteY175" fmla="*/ 42623 h 60655"/>
                <a:gd name="connsiteX176" fmla="*/ 9836 w 26229"/>
                <a:gd name="connsiteY176" fmla="*/ 40983 h 60655"/>
                <a:gd name="connsiteX177" fmla="*/ 8197 w 26229"/>
                <a:gd name="connsiteY177" fmla="*/ 40983 h 60655"/>
                <a:gd name="connsiteX178" fmla="*/ 8197 w 26229"/>
                <a:gd name="connsiteY178" fmla="*/ 40983 h 60655"/>
                <a:gd name="connsiteX179" fmla="*/ 8197 w 26229"/>
                <a:gd name="connsiteY179" fmla="*/ 40983 h 60655"/>
                <a:gd name="connsiteX180" fmla="*/ 8197 w 26229"/>
                <a:gd name="connsiteY180" fmla="*/ 42623 h 60655"/>
                <a:gd name="connsiteX181" fmla="*/ 8197 w 26229"/>
                <a:gd name="connsiteY181" fmla="*/ 42623 h 60655"/>
                <a:gd name="connsiteX182" fmla="*/ 8197 w 26229"/>
                <a:gd name="connsiteY182" fmla="*/ 42623 h 60655"/>
                <a:gd name="connsiteX183" fmla="*/ 8197 w 26229"/>
                <a:gd name="connsiteY183" fmla="*/ 42623 h 60655"/>
                <a:gd name="connsiteX184" fmla="*/ 6557 w 26229"/>
                <a:gd name="connsiteY184" fmla="*/ 42623 h 60655"/>
                <a:gd name="connsiteX185" fmla="*/ 6557 w 26229"/>
                <a:gd name="connsiteY185" fmla="*/ 42623 h 60655"/>
                <a:gd name="connsiteX186" fmla="*/ 6557 w 26229"/>
                <a:gd name="connsiteY186" fmla="*/ 40983 h 60655"/>
                <a:gd name="connsiteX187" fmla="*/ 6557 w 26229"/>
                <a:gd name="connsiteY187" fmla="*/ 40983 h 60655"/>
                <a:gd name="connsiteX188" fmla="*/ 6557 w 26229"/>
                <a:gd name="connsiteY188" fmla="*/ 39344 h 60655"/>
                <a:gd name="connsiteX189" fmla="*/ 6557 w 26229"/>
                <a:gd name="connsiteY189" fmla="*/ 39344 h 60655"/>
                <a:gd name="connsiteX190" fmla="*/ 6557 w 26229"/>
                <a:gd name="connsiteY190" fmla="*/ 37705 h 60655"/>
                <a:gd name="connsiteX191" fmla="*/ 6557 w 26229"/>
                <a:gd name="connsiteY191" fmla="*/ 37705 h 60655"/>
                <a:gd name="connsiteX192" fmla="*/ 6557 w 26229"/>
                <a:gd name="connsiteY192" fmla="*/ 37705 h 60655"/>
                <a:gd name="connsiteX193" fmla="*/ 8197 w 26229"/>
                <a:gd name="connsiteY193" fmla="*/ 36065 h 60655"/>
                <a:gd name="connsiteX194" fmla="*/ 8197 w 26229"/>
                <a:gd name="connsiteY194" fmla="*/ 36065 h 60655"/>
                <a:gd name="connsiteX195" fmla="*/ 6557 w 26229"/>
                <a:gd name="connsiteY195" fmla="*/ 36065 h 60655"/>
                <a:gd name="connsiteX196" fmla="*/ 6557 w 26229"/>
                <a:gd name="connsiteY196" fmla="*/ 34426 h 60655"/>
                <a:gd name="connsiteX197" fmla="*/ 6557 w 26229"/>
                <a:gd name="connsiteY197" fmla="*/ 34426 h 60655"/>
                <a:gd name="connsiteX198" fmla="*/ 8197 w 26229"/>
                <a:gd name="connsiteY198" fmla="*/ 34426 h 60655"/>
                <a:gd name="connsiteX199" fmla="*/ 8197 w 26229"/>
                <a:gd name="connsiteY199" fmla="*/ 32787 h 60655"/>
                <a:gd name="connsiteX200" fmla="*/ 8197 w 26229"/>
                <a:gd name="connsiteY200" fmla="*/ 32787 h 60655"/>
                <a:gd name="connsiteX201" fmla="*/ 8197 w 26229"/>
                <a:gd name="connsiteY201" fmla="*/ 32787 h 60655"/>
                <a:gd name="connsiteX202" fmla="*/ 8197 w 26229"/>
                <a:gd name="connsiteY202" fmla="*/ 32787 h 60655"/>
                <a:gd name="connsiteX203" fmla="*/ 9836 w 26229"/>
                <a:gd name="connsiteY203" fmla="*/ 31147 h 60655"/>
                <a:gd name="connsiteX204" fmla="*/ 9836 w 26229"/>
                <a:gd name="connsiteY204" fmla="*/ 31147 h 60655"/>
                <a:gd name="connsiteX205" fmla="*/ 9836 w 26229"/>
                <a:gd name="connsiteY205" fmla="*/ 31147 h 60655"/>
                <a:gd name="connsiteX206" fmla="*/ 11475 w 26229"/>
                <a:gd name="connsiteY206" fmla="*/ 31147 h 60655"/>
                <a:gd name="connsiteX207" fmla="*/ 11475 w 26229"/>
                <a:gd name="connsiteY207" fmla="*/ 31147 h 60655"/>
                <a:gd name="connsiteX208" fmla="*/ 11475 w 26229"/>
                <a:gd name="connsiteY208" fmla="*/ 31147 h 60655"/>
                <a:gd name="connsiteX209" fmla="*/ 9836 w 26229"/>
                <a:gd name="connsiteY209" fmla="*/ 29508 h 60655"/>
                <a:gd name="connsiteX210" fmla="*/ 9836 w 26229"/>
                <a:gd name="connsiteY210" fmla="*/ 29508 h 60655"/>
                <a:gd name="connsiteX211" fmla="*/ 8197 w 26229"/>
                <a:gd name="connsiteY211" fmla="*/ 29508 h 60655"/>
                <a:gd name="connsiteX212" fmla="*/ 8197 w 26229"/>
                <a:gd name="connsiteY212" fmla="*/ 29508 h 60655"/>
                <a:gd name="connsiteX213" fmla="*/ 8197 w 26229"/>
                <a:gd name="connsiteY213" fmla="*/ 29508 h 60655"/>
                <a:gd name="connsiteX214" fmla="*/ 6557 w 26229"/>
                <a:gd name="connsiteY214" fmla="*/ 31147 h 60655"/>
                <a:gd name="connsiteX215" fmla="*/ 6557 w 26229"/>
                <a:gd name="connsiteY215" fmla="*/ 31147 h 60655"/>
                <a:gd name="connsiteX216" fmla="*/ 6557 w 26229"/>
                <a:gd name="connsiteY216" fmla="*/ 31147 h 60655"/>
                <a:gd name="connsiteX217" fmla="*/ 4918 w 26229"/>
                <a:gd name="connsiteY217" fmla="*/ 31147 h 60655"/>
                <a:gd name="connsiteX218" fmla="*/ 4918 w 26229"/>
                <a:gd name="connsiteY218" fmla="*/ 32787 h 60655"/>
                <a:gd name="connsiteX219" fmla="*/ 4918 w 26229"/>
                <a:gd name="connsiteY219" fmla="*/ 32787 h 60655"/>
                <a:gd name="connsiteX220" fmla="*/ 4918 w 26229"/>
                <a:gd name="connsiteY220" fmla="*/ 32787 h 60655"/>
                <a:gd name="connsiteX221" fmla="*/ 4918 w 26229"/>
                <a:gd name="connsiteY221" fmla="*/ 34426 h 60655"/>
                <a:gd name="connsiteX222" fmla="*/ 3278 w 26229"/>
                <a:gd name="connsiteY222" fmla="*/ 34426 h 60655"/>
                <a:gd name="connsiteX223" fmla="*/ 3278 w 26229"/>
                <a:gd name="connsiteY223" fmla="*/ 32787 h 60655"/>
                <a:gd name="connsiteX224" fmla="*/ 1639 w 26229"/>
                <a:gd name="connsiteY224" fmla="*/ 32787 h 60655"/>
                <a:gd name="connsiteX225" fmla="*/ 1639 w 26229"/>
                <a:gd name="connsiteY225" fmla="*/ 32787 h 60655"/>
                <a:gd name="connsiteX226" fmla="*/ 1639 w 26229"/>
                <a:gd name="connsiteY226" fmla="*/ 31147 h 60655"/>
                <a:gd name="connsiteX227" fmla="*/ 1639 w 26229"/>
                <a:gd name="connsiteY227" fmla="*/ 29508 h 60655"/>
                <a:gd name="connsiteX228" fmla="*/ 1639 w 26229"/>
                <a:gd name="connsiteY228" fmla="*/ 29508 h 60655"/>
                <a:gd name="connsiteX229" fmla="*/ 1639 w 26229"/>
                <a:gd name="connsiteY229" fmla="*/ 29508 h 60655"/>
                <a:gd name="connsiteX230" fmla="*/ 3278 w 26229"/>
                <a:gd name="connsiteY230" fmla="*/ 29508 h 60655"/>
                <a:gd name="connsiteX231" fmla="*/ 3278 w 26229"/>
                <a:gd name="connsiteY231" fmla="*/ 27869 h 60655"/>
                <a:gd name="connsiteX232" fmla="*/ 4918 w 26229"/>
                <a:gd name="connsiteY232" fmla="*/ 27869 h 60655"/>
                <a:gd name="connsiteX233" fmla="*/ 4918 w 26229"/>
                <a:gd name="connsiteY233" fmla="*/ 27869 h 60655"/>
                <a:gd name="connsiteX234" fmla="*/ 4918 w 26229"/>
                <a:gd name="connsiteY234" fmla="*/ 27869 h 60655"/>
                <a:gd name="connsiteX235" fmla="*/ 4918 w 26229"/>
                <a:gd name="connsiteY235" fmla="*/ 26229 h 60655"/>
                <a:gd name="connsiteX236" fmla="*/ 4918 w 26229"/>
                <a:gd name="connsiteY236" fmla="*/ 26229 h 60655"/>
                <a:gd name="connsiteX237" fmla="*/ 4918 w 26229"/>
                <a:gd name="connsiteY237" fmla="*/ 24590 h 60655"/>
                <a:gd name="connsiteX238" fmla="*/ 4918 w 26229"/>
                <a:gd name="connsiteY238" fmla="*/ 24590 h 60655"/>
                <a:gd name="connsiteX239" fmla="*/ 4918 w 26229"/>
                <a:gd name="connsiteY239" fmla="*/ 24590 h 60655"/>
                <a:gd name="connsiteX240" fmla="*/ 3278 w 26229"/>
                <a:gd name="connsiteY240" fmla="*/ 24590 h 60655"/>
                <a:gd name="connsiteX241" fmla="*/ 3278 w 26229"/>
                <a:gd name="connsiteY241" fmla="*/ 22951 h 60655"/>
                <a:gd name="connsiteX242" fmla="*/ 1639 w 26229"/>
                <a:gd name="connsiteY242" fmla="*/ 22951 h 60655"/>
                <a:gd name="connsiteX243" fmla="*/ 1639 w 26229"/>
                <a:gd name="connsiteY243" fmla="*/ 22951 h 60655"/>
                <a:gd name="connsiteX244" fmla="*/ 1639 w 26229"/>
                <a:gd name="connsiteY244" fmla="*/ 21311 h 60655"/>
                <a:gd name="connsiteX245" fmla="*/ 0 w 26229"/>
                <a:gd name="connsiteY245" fmla="*/ 21311 h 60655"/>
                <a:gd name="connsiteX246" fmla="*/ 0 w 26229"/>
                <a:gd name="connsiteY246" fmla="*/ 21311 h 60655"/>
                <a:gd name="connsiteX247" fmla="*/ 1639 w 26229"/>
                <a:gd name="connsiteY247" fmla="*/ 19672 h 60655"/>
                <a:gd name="connsiteX248" fmla="*/ 1639 w 26229"/>
                <a:gd name="connsiteY248" fmla="*/ 19672 h 60655"/>
                <a:gd name="connsiteX249" fmla="*/ 1639 w 26229"/>
                <a:gd name="connsiteY249" fmla="*/ 18033 h 60655"/>
                <a:gd name="connsiteX250" fmla="*/ 1639 w 26229"/>
                <a:gd name="connsiteY250" fmla="*/ 18033 h 60655"/>
                <a:gd name="connsiteX251" fmla="*/ 1639 w 26229"/>
                <a:gd name="connsiteY251" fmla="*/ 18033 h 60655"/>
                <a:gd name="connsiteX252" fmla="*/ 1639 w 26229"/>
                <a:gd name="connsiteY252" fmla="*/ 16393 h 60655"/>
                <a:gd name="connsiteX253" fmla="*/ 1639 w 26229"/>
                <a:gd name="connsiteY253" fmla="*/ 16393 h 60655"/>
                <a:gd name="connsiteX254" fmla="*/ 1639 w 26229"/>
                <a:gd name="connsiteY254" fmla="*/ 16393 h 60655"/>
                <a:gd name="connsiteX255" fmla="*/ 0 w 26229"/>
                <a:gd name="connsiteY255" fmla="*/ 16393 h 60655"/>
                <a:gd name="connsiteX256" fmla="*/ 0 w 26229"/>
                <a:gd name="connsiteY256" fmla="*/ 14754 h 60655"/>
                <a:gd name="connsiteX257" fmla="*/ 0 w 26229"/>
                <a:gd name="connsiteY257" fmla="*/ 14754 h 60655"/>
                <a:gd name="connsiteX258" fmla="*/ 0 w 26229"/>
                <a:gd name="connsiteY258" fmla="*/ 14754 h 60655"/>
                <a:gd name="connsiteX259" fmla="*/ 0 w 26229"/>
                <a:gd name="connsiteY259" fmla="*/ 14754 h 60655"/>
                <a:gd name="connsiteX260" fmla="*/ 0 w 26229"/>
                <a:gd name="connsiteY260" fmla="*/ 13115 h 60655"/>
                <a:gd name="connsiteX261" fmla="*/ 0 w 26229"/>
                <a:gd name="connsiteY261" fmla="*/ 13115 h 60655"/>
                <a:gd name="connsiteX262" fmla="*/ 0 w 26229"/>
                <a:gd name="connsiteY262" fmla="*/ 13115 h 60655"/>
                <a:gd name="connsiteX263" fmla="*/ 0 w 26229"/>
                <a:gd name="connsiteY263" fmla="*/ 11475 h 60655"/>
                <a:gd name="connsiteX264" fmla="*/ 0 w 26229"/>
                <a:gd name="connsiteY264" fmla="*/ 11475 h 60655"/>
                <a:gd name="connsiteX265" fmla="*/ 1639 w 26229"/>
                <a:gd name="connsiteY265" fmla="*/ 11475 h 60655"/>
                <a:gd name="connsiteX266" fmla="*/ 1639 w 26229"/>
                <a:gd name="connsiteY266" fmla="*/ 11475 h 60655"/>
                <a:gd name="connsiteX267" fmla="*/ 3278 w 26229"/>
                <a:gd name="connsiteY267" fmla="*/ 9836 h 60655"/>
                <a:gd name="connsiteX268" fmla="*/ 3278 w 26229"/>
                <a:gd name="connsiteY268" fmla="*/ 9836 h 60655"/>
                <a:gd name="connsiteX269" fmla="*/ 1639 w 26229"/>
                <a:gd name="connsiteY269" fmla="*/ 9836 h 60655"/>
                <a:gd name="connsiteX270" fmla="*/ 1639 w 26229"/>
                <a:gd name="connsiteY270" fmla="*/ 8197 h 60655"/>
                <a:gd name="connsiteX271" fmla="*/ 3278 w 26229"/>
                <a:gd name="connsiteY271" fmla="*/ 8197 h 60655"/>
                <a:gd name="connsiteX272" fmla="*/ 4918 w 26229"/>
                <a:gd name="connsiteY272" fmla="*/ 8197 h 60655"/>
                <a:gd name="connsiteX273" fmla="*/ 4918 w 26229"/>
                <a:gd name="connsiteY273" fmla="*/ 6557 h 60655"/>
                <a:gd name="connsiteX274" fmla="*/ 4918 w 26229"/>
                <a:gd name="connsiteY274" fmla="*/ 6557 h 60655"/>
                <a:gd name="connsiteX275" fmla="*/ 4918 w 26229"/>
                <a:gd name="connsiteY275" fmla="*/ 8197 h 60655"/>
                <a:gd name="connsiteX276" fmla="*/ 6557 w 26229"/>
                <a:gd name="connsiteY276" fmla="*/ 8197 h 60655"/>
                <a:gd name="connsiteX277" fmla="*/ 6557 w 26229"/>
                <a:gd name="connsiteY277" fmla="*/ 6557 h 60655"/>
                <a:gd name="connsiteX278" fmla="*/ 6557 w 26229"/>
                <a:gd name="connsiteY278" fmla="*/ 6557 h 60655"/>
                <a:gd name="connsiteX279" fmla="*/ 4918 w 26229"/>
                <a:gd name="connsiteY279" fmla="*/ 4918 h 60655"/>
                <a:gd name="connsiteX280" fmla="*/ 4918 w 26229"/>
                <a:gd name="connsiteY280" fmla="*/ 4918 h 60655"/>
                <a:gd name="connsiteX281" fmla="*/ 3278 w 26229"/>
                <a:gd name="connsiteY281" fmla="*/ 4918 h 60655"/>
                <a:gd name="connsiteX282" fmla="*/ 3278 w 26229"/>
                <a:gd name="connsiteY282" fmla="*/ 4918 h 60655"/>
                <a:gd name="connsiteX283" fmla="*/ 3278 w 26229"/>
                <a:gd name="connsiteY283" fmla="*/ 4918 h 60655"/>
                <a:gd name="connsiteX284" fmla="*/ 4918 w 26229"/>
                <a:gd name="connsiteY284" fmla="*/ 4918 h 60655"/>
                <a:gd name="connsiteX285" fmla="*/ 4918 w 26229"/>
                <a:gd name="connsiteY285" fmla="*/ 3279 h 60655"/>
                <a:gd name="connsiteX286" fmla="*/ 3278 w 26229"/>
                <a:gd name="connsiteY286" fmla="*/ 3279 h 60655"/>
                <a:gd name="connsiteX287" fmla="*/ 3278 w 26229"/>
                <a:gd name="connsiteY287" fmla="*/ 1639 h 60655"/>
                <a:gd name="connsiteX288" fmla="*/ 3278 w 26229"/>
                <a:gd name="connsiteY288" fmla="*/ 1639 h 60655"/>
                <a:gd name="connsiteX289" fmla="*/ 3278 w 26229"/>
                <a:gd name="connsiteY289" fmla="*/ 1639 h 60655"/>
                <a:gd name="connsiteX290" fmla="*/ 4918 w 26229"/>
                <a:gd name="connsiteY290" fmla="*/ 0 h 60655"/>
                <a:gd name="connsiteX291" fmla="*/ 4918 w 26229"/>
                <a:gd name="connsiteY291" fmla="*/ 0 h 6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</a:cxnLst>
              <a:rect l="l" t="t" r="r" b="b"/>
              <a:pathLst>
                <a:path w="26229" h="60655">
                  <a:moveTo>
                    <a:pt x="4918" y="0"/>
                  </a:moveTo>
                  <a:lnTo>
                    <a:pt x="4918" y="0"/>
                  </a:lnTo>
                  <a:lnTo>
                    <a:pt x="4918" y="1639"/>
                  </a:lnTo>
                  <a:lnTo>
                    <a:pt x="4918" y="3279"/>
                  </a:lnTo>
                  <a:lnTo>
                    <a:pt x="4918" y="4918"/>
                  </a:lnTo>
                  <a:lnTo>
                    <a:pt x="6557" y="4918"/>
                  </a:lnTo>
                  <a:lnTo>
                    <a:pt x="6557" y="4918"/>
                  </a:lnTo>
                  <a:lnTo>
                    <a:pt x="8197" y="6557"/>
                  </a:lnTo>
                  <a:lnTo>
                    <a:pt x="8197" y="6557"/>
                  </a:lnTo>
                  <a:lnTo>
                    <a:pt x="8197" y="6557"/>
                  </a:lnTo>
                  <a:lnTo>
                    <a:pt x="8197" y="8197"/>
                  </a:lnTo>
                  <a:lnTo>
                    <a:pt x="9836" y="6557"/>
                  </a:lnTo>
                  <a:lnTo>
                    <a:pt x="9836" y="6557"/>
                  </a:lnTo>
                  <a:lnTo>
                    <a:pt x="9836" y="4918"/>
                  </a:lnTo>
                  <a:lnTo>
                    <a:pt x="9836" y="4918"/>
                  </a:lnTo>
                  <a:lnTo>
                    <a:pt x="9836" y="4918"/>
                  </a:lnTo>
                  <a:lnTo>
                    <a:pt x="11475" y="4918"/>
                  </a:lnTo>
                  <a:lnTo>
                    <a:pt x="11475" y="4918"/>
                  </a:lnTo>
                  <a:lnTo>
                    <a:pt x="11475" y="6557"/>
                  </a:lnTo>
                  <a:lnTo>
                    <a:pt x="13114" y="4918"/>
                  </a:lnTo>
                  <a:lnTo>
                    <a:pt x="13114" y="4918"/>
                  </a:lnTo>
                  <a:lnTo>
                    <a:pt x="14754" y="6557"/>
                  </a:lnTo>
                  <a:lnTo>
                    <a:pt x="14754" y="6557"/>
                  </a:lnTo>
                  <a:lnTo>
                    <a:pt x="14754" y="4918"/>
                  </a:lnTo>
                  <a:lnTo>
                    <a:pt x="14754" y="4918"/>
                  </a:lnTo>
                  <a:lnTo>
                    <a:pt x="16393" y="4918"/>
                  </a:lnTo>
                  <a:lnTo>
                    <a:pt x="16393" y="6557"/>
                  </a:lnTo>
                  <a:lnTo>
                    <a:pt x="18033" y="8197"/>
                  </a:lnTo>
                  <a:lnTo>
                    <a:pt x="18033" y="8197"/>
                  </a:lnTo>
                  <a:lnTo>
                    <a:pt x="18033" y="9836"/>
                  </a:lnTo>
                  <a:lnTo>
                    <a:pt x="18033" y="9836"/>
                  </a:lnTo>
                  <a:lnTo>
                    <a:pt x="18033" y="11475"/>
                  </a:lnTo>
                  <a:lnTo>
                    <a:pt x="18033" y="11475"/>
                  </a:lnTo>
                  <a:lnTo>
                    <a:pt x="18033" y="13115"/>
                  </a:lnTo>
                  <a:lnTo>
                    <a:pt x="19672" y="13115"/>
                  </a:lnTo>
                  <a:lnTo>
                    <a:pt x="19672" y="14754"/>
                  </a:lnTo>
                  <a:lnTo>
                    <a:pt x="18033" y="14754"/>
                  </a:lnTo>
                  <a:lnTo>
                    <a:pt x="18033" y="16393"/>
                  </a:lnTo>
                  <a:lnTo>
                    <a:pt x="19672" y="18033"/>
                  </a:lnTo>
                  <a:lnTo>
                    <a:pt x="21311" y="18033"/>
                  </a:lnTo>
                  <a:lnTo>
                    <a:pt x="21311" y="19672"/>
                  </a:lnTo>
                  <a:lnTo>
                    <a:pt x="21311" y="19672"/>
                  </a:lnTo>
                  <a:lnTo>
                    <a:pt x="21311" y="21311"/>
                  </a:lnTo>
                  <a:lnTo>
                    <a:pt x="21311" y="19672"/>
                  </a:lnTo>
                  <a:lnTo>
                    <a:pt x="21311" y="19672"/>
                  </a:lnTo>
                  <a:lnTo>
                    <a:pt x="21311" y="18033"/>
                  </a:lnTo>
                  <a:lnTo>
                    <a:pt x="21311" y="16393"/>
                  </a:lnTo>
                  <a:lnTo>
                    <a:pt x="21311" y="14754"/>
                  </a:lnTo>
                  <a:lnTo>
                    <a:pt x="19672" y="14754"/>
                  </a:lnTo>
                  <a:lnTo>
                    <a:pt x="19672" y="13115"/>
                  </a:lnTo>
                  <a:lnTo>
                    <a:pt x="19672" y="11475"/>
                  </a:lnTo>
                  <a:lnTo>
                    <a:pt x="19672" y="11475"/>
                  </a:lnTo>
                  <a:lnTo>
                    <a:pt x="19672" y="9836"/>
                  </a:lnTo>
                  <a:lnTo>
                    <a:pt x="19672" y="9836"/>
                  </a:lnTo>
                  <a:lnTo>
                    <a:pt x="18033" y="9836"/>
                  </a:lnTo>
                  <a:lnTo>
                    <a:pt x="18033" y="9836"/>
                  </a:lnTo>
                  <a:lnTo>
                    <a:pt x="19672" y="9836"/>
                  </a:lnTo>
                  <a:lnTo>
                    <a:pt x="19672" y="8197"/>
                  </a:lnTo>
                  <a:lnTo>
                    <a:pt x="21311" y="9836"/>
                  </a:lnTo>
                  <a:lnTo>
                    <a:pt x="21311" y="11475"/>
                  </a:lnTo>
                  <a:lnTo>
                    <a:pt x="21311" y="11475"/>
                  </a:lnTo>
                  <a:lnTo>
                    <a:pt x="21311" y="13115"/>
                  </a:lnTo>
                  <a:lnTo>
                    <a:pt x="21311" y="14754"/>
                  </a:lnTo>
                  <a:lnTo>
                    <a:pt x="22951" y="16393"/>
                  </a:lnTo>
                  <a:lnTo>
                    <a:pt x="22951" y="18033"/>
                  </a:lnTo>
                  <a:lnTo>
                    <a:pt x="22951" y="18033"/>
                  </a:lnTo>
                  <a:lnTo>
                    <a:pt x="24590" y="19672"/>
                  </a:lnTo>
                  <a:lnTo>
                    <a:pt x="24590" y="22951"/>
                  </a:lnTo>
                  <a:lnTo>
                    <a:pt x="24590" y="22951"/>
                  </a:lnTo>
                  <a:lnTo>
                    <a:pt x="26229" y="24590"/>
                  </a:lnTo>
                  <a:lnTo>
                    <a:pt x="26229" y="26229"/>
                  </a:lnTo>
                  <a:lnTo>
                    <a:pt x="26229" y="26229"/>
                  </a:lnTo>
                  <a:lnTo>
                    <a:pt x="26229" y="29508"/>
                  </a:lnTo>
                  <a:lnTo>
                    <a:pt x="26229" y="29508"/>
                  </a:lnTo>
                  <a:lnTo>
                    <a:pt x="26229" y="31147"/>
                  </a:lnTo>
                  <a:lnTo>
                    <a:pt x="26229" y="32787"/>
                  </a:lnTo>
                  <a:lnTo>
                    <a:pt x="26229" y="34426"/>
                  </a:lnTo>
                  <a:lnTo>
                    <a:pt x="24590" y="36065"/>
                  </a:lnTo>
                  <a:lnTo>
                    <a:pt x="24590" y="37705"/>
                  </a:lnTo>
                  <a:lnTo>
                    <a:pt x="24590" y="39344"/>
                  </a:lnTo>
                  <a:lnTo>
                    <a:pt x="24590" y="40983"/>
                  </a:lnTo>
                  <a:lnTo>
                    <a:pt x="22951" y="42623"/>
                  </a:lnTo>
                  <a:lnTo>
                    <a:pt x="22951" y="44262"/>
                  </a:lnTo>
                  <a:lnTo>
                    <a:pt x="22951" y="44262"/>
                  </a:lnTo>
                  <a:lnTo>
                    <a:pt x="21311" y="44262"/>
                  </a:lnTo>
                  <a:lnTo>
                    <a:pt x="21311" y="45901"/>
                  </a:lnTo>
                  <a:lnTo>
                    <a:pt x="21311" y="45901"/>
                  </a:lnTo>
                  <a:lnTo>
                    <a:pt x="21311" y="44262"/>
                  </a:lnTo>
                  <a:lnTo>
                    <a:pt x="21311" y="44262"/>
                  </a:lnTo>
                  <a:lnTo>
                    <a:pt x="21311" y="42623"/>
                  </a:lnTo>
                  <a:lnTo>
                    <a:pt x="21311" y="42623"/>
                  </a:lnTo>
                  <a:lnTo>
                    <a:pt x="19672" y="42623"/>
                  </a:lnTo>
                  <a:lnTo>
                    <a:pt x="19672" y="44262"/>
                  </a:lnTo>
                  <a:lnTo>
                    <a:pt x="19672" y="44262"/>
                  </a:lnTo>
                  <a:lnTo>
                    <a:pt x="21311" y="45901"/>
                  </a:lnTo>
                  <a:lnTo>
                    <a:pt x="21311" y="47541"/>
                  </a:lnTo>
                  <a:lnTo>
                    <a:pt x="21311" y="47541"/>
                  </a:lnTo>
                  <a:lnTo>
                    <a:pt x="22951" y="49180"/>
                  </a:lnTo>
                  <a:lnTo>
                    <a:pt x="22951" y="50820"/>
                  </a:lnTo>
                  <a:lnTo>
                    <a:pt x="24590" y="52459"/>
                  </a:lnTo>
                  <a:lnTo>
                    <a:pt x="24590" y="54098"/>
                  </a:lnTo>
                  <a:lnTo>
                    <a:pt x="24590" y="54098"/>
                  </a:lnTo>
                  <a:lnTo>
                    <a:pt x="24590" y="55737"/>
                  </a:lnTo>
                  <a:lnTo>
                    <a:pt x="24590" y="54098"/>
                  </a:lnTo>
                  <a:lnTo>
                    <a:pt x="24590" y="54098"/>
                  </a:lnTo>
                  <a:lnTo>
                    <a:pt x="24590" y="54098"/>
                  </a:lnTo>
                  <a:lnTo>
                    <a:pt x="22951" y="52459"/>
                  </a:lnTo>
                  <a:lnTo>
                    <a:pt x="22951" y="50820"/>
                  </a:lnTo>
                  <a:lnTo>
                    <a:pt x="22951" y="52459"/>
                  </a:lnTo>
                  <a:lnTo>
                    <a:pt x="22951" y="54098"/>
                  </a:lnTo>
                  <a:lnTo>
                    <a:pt x="22951" y="54098"/>
                  </a:lnTo>
                  <a:lnTo>
                    <a:pt x="21311" y="54098"/>
                  </a:lnTo>
                  <a:lnTo>
                    <a:pt x="21311" y="52459"/>
                  </a:lnTo>
                  <a:lnTo>
                    <a:pt x="19672" y="52459"/>
                  </a:lnTo>
                  <a:lnTo>
                    <a:pt x="19672" y="50820"/>
                  </a:lnTo>
                  <a:lnTo>
                    <a:pt x="18033" y="50820"/>
                  </a:lnTo>
                  <a:lnTo>
                    <a:pt x="18033" y="52459"/>
                  </a:lnTo>
                  <a:lnTo>
                    <a:pt x="18033" y="54098"/>
                  </a:lnTo>
                  <a:lnTo>
                    <a:pt x="18033" y="54098"/>
                  </a:lnTo>
                  <a:lnTo>
                    <a:pt x="18033" y="55737"/>
                  </a:lnTo>
                  <a:lnTo>
                    <a:pt x="18033" y="55737"/>
                  </a:lnTo>
                  <a:lnTo>
                    <a:pt x="18033" y="57377"/>
                  </a:lnTo>
                  <a:lnTo>
                    <a:pt x="18033" y="57377"/>
                  </a:lnTo>
                  <a:lnTo>
                    <a:pt x="18033" y="59016"/>
                  </a:lnTo>
                  <a:lnTo>
                    <a:pt x="18033" y="59016"/>
                  </a:lnTo>
                  <a:lnTo>
                    <a:pt x="18033" y="60655"/>
                  </a:lnTo>
                  <a:lnTo>
                    <a:pt x="16393" y="60655"/>
                  </a:lnTo>
                  <a:lnTo>
                    <a:pt x="14754" y="60655"/>
                  </a:lnTo>
                  <a:lnTo>
                    <a:pt x="13114" y="60655"/>
                  </a:lnTo>
                  <a:lnTo>
                    <a:pt x="11475" y="59016"/>
                  </a:lnTo>
                  <a:lnTo>
                    <a:pt x="11475" y="59016"/>
                  </a:lnTo>
                  <a:lnTo>
                    <a:pt x="9836" y="57377"/>
                  </a:lnTo>
                  <a:lnTo>
                    <a:pt x="9836" y="55737"/>
                  </a:lnTo>
                  <a:lnTo>
                    <a:pt x="9836" y="55737"/>
                  </a:lnTo>
                  <a:lnTo>
                    <a:pt x="9836" y="54098"/>
                  </a:lnTo>
                  <a:lnTo>
                    <a:pt x="9836" y="54098"/>
                  </a:lnTo>
                  <a:lnTo>
                    <a:pt x="8197" y="52459"/>
                  </a:lnTo>
                  <a:lnTo>
                    <a:pt x="8197" y="50820"/>
                  </a:lnTo>
                  <a:lnTo>
                    <a:pt x="8197" y="50820"/>
                  </a:lnTo>
                  <a:lnTo>
                    <a:pt x="8197" y="50820"/>
                  </a:lnTo>
                  <a:lnTo>
                    <a:pt x="8197" y="50820"/>
                  </a:lnTo>
                  <a:lnTo>
                    <a:pt x="8197" y="49180"/>
                  </a:lnTo>
                  <a:lnTo>
                    <a:pt x="6557" y="47541"/>
                  </a:lnTo>
                  <a:lnTo>
                    <a:pt x="6557" y="47541"/>
                  </a:lnTo>
                  <a:lnTo>
                    <a:pt x="4918" y="47541"/>
                  </a:lnTo>
                  <a:lnTo>
                    <a:pt x="4918" y="47541"/>
                  </a:lnTo>
                  <a:lnTo>
                    <a:pt x="3278" y="45901"/>
                  </a:lnTo>
                  <a:lnTo>
                    <a:pt x="3278" y="45901"/>
                  </a:lnTo>
                  <a:lnTo>
                    <a:pt x="3278" y="45901"/>
                  </a:lnTo>
                  <a:lnTo>
                    <a:pt x="3278" y="45901"/>
                  </a:lnTo>
                  <a:lnTo>
                    <a:pt x="3278" y="44262"/>
                  </a:lnTo>
                  <a:lnTo>
                    <a:pt x="3278" y="44262"/>
                  </a:lnTo>
                  <a:lnTo>
                    <a:pt x="3278" y="44262"/>
                  </a:lnTo>
                  <a:lnTo>
                    <a:pt x="4918" y="44262"/>
                  </a:lnTo>
                  <a:lnTo>
                    <a:pt x="4918" y="44262"/>
                  </a:lnTo>
                  <a:lnTo>
                    <a:pt x="4918" y="45901"/>
                  </a:lnTo>
                  <a:lnTo>
                    <a:pt x="4918" y="45901"/>
                  </a:lnTo>
                  <a:lnTo>
                    <a:pt x="6557" y="47541"/>
                  </a:lnTo>
                  <a:lnTo>
                    <a:pt x="6557" y="47541"/>
                  </a:lnTo>
                  <a:lnTo>
                    <a:pt x="8197" y="47541"/>
                  </a:lnTo>
                  <a:lnTo>
                    <a:pt x="8197" y="47541"/>
                  </a:lnTo>
                  <a:lnTo>
                    <a:pt x="9836" y="47541"/>
                  </a:lnTo>
                  <a:lnTo>
                    <a:pt x="9836" y="47541"/>
                  </a:lnTo>
                  <a:lnTo>
                    <a:pt x="11475" y="47541"/>
                  </a:lnTo>
                  <a:lnTo>
                    <a:pt x="11475" y="49180"/>
                  </a:lnTo>
                  <a:lnTo>
                    <a:pt x="11475" y="49180"/>
                  </a:lnTo>
                  <a:lnTo>
                    <a:pt x="11475" y="49180"/>
                  </a:lnTo>
                  <a:lnTo>
                    <a:pt x="13114" y="49180"/>
                  </a:lnTo>
                  <a:lnTo>
                    <a:pt x="13114" y="49180"/>
                  </a:lnTo>
                  <a:lnTo>
                    <a:pt x="13114" y="47541"/>
                  </a:lnTo>
                  <a:lnTo>
                    <a:pt x="13114" y="47541"/>
                  </a:lnTo>
                  <a:lnTo>
                    <a:pt x="13114" y="45901"/>
                  </a:lnTo>
                  <a:lnTo>
                    <a:pt x="13114" y="44262"/>
                  </a:lnTo>
                  <a:lnTo>
                    <a:pt x="11475" y="44262"/>
                  </a:lnTo>
                  <a:lnTo>
                    <a:pt x="11475" y="42623"/>
                  </a:lnTo>
                  <a:lnTo>
                    <a:pt x="9836" y="42623"/>
                  </a:lnTo>
                  <a:lnTo>
                    <a:pt x="9836" y="40983"/>
                  </a:lnTo>
                  <a:lnTo>
                    <a:pt x="8197" y="40983"/>
                  </a:lnTo>
                  <a:lnTo>
                    <a:pt x="8197" y="40983"/>
                  </a:lnTo>
                  <a:lnTo>
                    <a:pt x="8197" y="40983"/>
                  </a:lnTo>
                  <a:lnTo>
                    <a:pt x="8197" y="42623"/>
                  </a:lnTo>
                  <a:lnTo>
                    <a:pt x="8197" y="42623"/>
                  </a:lnTo>
                  <a:lnTo>
                    <a:pt x="8197" y="42623"/>
                  </a:lnTo>
                  <a:lnTo>
                    <a:pt x="8197" y="42623"/>
                  </a:lnTo>
                  <a:lnTo>
                    <a:pt x="6557" y="42623"/>
                  </a:lnTo>
                  <a:lnTo>
                    <a:pt x="6557" y="42623"/>
                  </a:lnTo>
                  <a:lnTo>
                    <a:pt x="6557" y="40983"/>
                  </a:lnTo>
                  <a:lnTo>
                    <a:pt x="6557" y="40983"/>
                  </a:lnTo>
                  <a:lnTo>
                    <a:pt x="6557" y="39344"/>
                  </a:lnTo>
                  <a:lnTo>
                    <a:pt x="6557" y="39344"/>
                  </a:lnTo>
                  <a:lnTo>
                    <a:pt x="6557" y="37705"/>
                  </a:lnTo>
                  <a:lnTo>
                    <a:pt x="6557" y="37705"/>
                  </a:lnTo>
                  <a:lnTo>
                    <a:pt x="6557" y="37705"/>
                  </a:lnTo>
                  <a:lnTo>
                    <a:pt x="8197" y="36065"/>
                  </a:lnTo>
                  <a:lnTo>
                    <a:pt x="8197" y="36065"/>
                  </a:lnTo>
                  <a:lnTo>
                    <a:pt x="6557" y="36065"/>
                  </a:lnTo>
                  <a:lnTo>
                    <a:pt x="6557" y="34426"/>
                  </a:lnTo>
                  <a:lnTo>
                    <a:pt x="6557" y="34426"/>
                  </a:lnTo>
                  <a:lnTo>
                    <a:pt x="8197" y="34426"/>
                  </a:lnTo>
                  <a:lnTo>
                    <a:pt x="8197" y="32787"/>
                  </a:lnTo>
                  <a:lnTo>
                    <a:pt x="8197" y="32787"/>
                  </a:lnTo>
                  <a:lnTo>
                    <a:pt x="8197" y="32787"/>
                  </a:lnTo>
                  <a:lnTo>
                    <a:pt x="8197" y="32787"/>
                  </a:lnTo>
                  <a:lnTo>
                    <a:pt x="9836" y="31147"/>
                  </a:lnTo>
                  <a:lnTo>
                    <a:pt x="9836" y="31147"/>
                  </a:lnTo>
                  <a:lnTo>
                    <a:pt x="9836" y="31147"/>
                  </a:lnTo>
                  <a:lnTo>
                    <a:pt x="11475" y="31147"/>
                  </a:lnTo>
                  <a:lnTo>
                    <a:pt x="11475" y="31147"/>
                  </a:lnTo>
                  <a:lnTo>
                    <a:pt x="11475" y="31147"/>
                  </a:lnTo>
                  <a:lnTo>
                    <a:pt x="9836" y="29508"/>
                  </a:lnTo>
                  <a:lnTo>
                    <a:pt x="9836" y="29508"/>
                  </a:lnTo>
                  <a:lnTo>
                    <a:pt x="8197" y="29508"/>
                  </a:lnTo>
                  <a:lnTo>
                    <a:pt x="8197" y="29508"/>
                  </a:lnTo>
                  <a:lnTo>
                    <a:pt x="8197" y="29508"/>
                  </a:lnTo>
                  <a:lnTo>
                    <a:pt x="6557" y="31147"/>
                  </a:lnTo>
                  <a:lnTo>
                    <a:pt x="6557" y="31147"/>
                  </a:lnTo>
                  <a:lnTo>
                    <a:pt x="6557" y="31147"/>
                  </a:lnTo>
                  <a:lnTo>
                    <a:pt x="4918" y="31147"/>
                  </a:lnTo>
                  <a:lnTo>
                    <a:pt x="4918" y="32787"/>
                  </a:lnTo>
                  <a:lnTo>
                    <a:pt x="4918" y="32787"/>
                  </a:lnTo>
                  <a:lnTo>
                    <a:pt x="4918" y="32787"/>
                  </a:lnTo>
                  <a:lnTo>
                    <a:pt x="4918" y="34426"/>
                  </a:lnTo>
                  <a:lnTo>
                    <a:pt x="3278" y="34426"/>
                  </a:lnTo>
                  <a:lnTo>
                    <a:pt x="3278" y="32787"/>
                  </a:lnTo>
                  <a:lnTo>
                    <a:pt x="1639" y="32787"/>
                  </a:lnTo>
                  <a:lnTo>
                    <a:pt x="1639" y="32787"/>
                  </a:lnTo>
                  <a:lnTo>
                    <a:pt x="1639" y="31147"/>
                  </a:lnTo>
                  <a:lnTo>
                    <a:pt x="1639" y="29508"/>
                  </a:lnTo>
                  <a:lnTo>
                    <a:pt x="1639" y="29508"/>
                  </a:lnTo>
                  <a:lnTo>
                    <a:pt x="1639" y="29508"/>
                  </a:lnTo>
                  <a:lnTo>
                    <a:pt x="3278" y="29508"/>
                  </a:lnTo>
                  <a:lnTo>
                    <a:pt x="3278" y="27869"/>
                  </a:lnTo>
                  <a:lnTo>
                    <a:pt x="4918" y="27869"/>
                  </a:lnTo>
                  <a:lnTo>
                    <a:pt x="4918" y="27869"/>
                  </a:lnTo>
                  <a:lnTo>
                    <a:pt x="4918" y="27869"/>
                  </a:lnTo>
                  <a:lnTo>
                    <a:pt x="4918" y="26229"/>
                  </a:lnTo>
                  <a:lnTo>
                    <a:pt x="4918" y="26229"/>
                  </a:lnTo>
                  <a:lnTo>
                    <a:pt x="4918" y="24590"/>
                  </a:lnTo>
                  <a:lnTo>
                    <a:pt x="4918" y="24590"/>
                  </a:lnTo>
                  <a:lnTo>
                    <a:pt x="4918" y="24590"/>
                  </a:lnTo>
                  <a:lnTo>
                    <a:pt x="3278" y="24590"/>
                  </a:lnTo>
                  <a:lnTo>
                    <a:pt x="3278" y="22951"/>
                  </a:lnTo>
                  <a:lnTo>
                    <a:pt x="1639" y="22951"/>
                  </a:lnTo>
                  <a:lnTo>
                    <a:pt x="1639" y="22951"/>
                  </a:lnTo>
                  <a:lnTo>
                    <a:pt x="1639" y="21311"/>
                  </a:lnTo>
                  <a:lnTo>
                    <a:pt x="0" y="21311"/>
                  </a:lnTo>
                  <a:lnTo>
                    <a:pt x="0" y="21311"/>
                  </a:lnTo>
                  <a:lnTo>
                    <a:pt x="1639" y="19672"/>
                  </a:lnTo>
                  <a:lnTo>
                    <a:pt x="1639" y="19672"/>
                  </a:lnTo>
                  <a:lnTo>
                    <a:pt x="1639" y="18033"/>
                  </a:lnTo>
                  <a:lnTo>
                    <a:pt x="1639" y="18033"/>
                  </a:lnTo>
                  <a:lnTo>
                    <a:pt x="1639" y="18033"/>
                  </a:lnTo>
                  <a:lnTo>
                    <a:pt x="1639" y="16393"/>
                  </a:lnTo>
                  <a:lnTo>
                    <a:pt x="1639" y="16393"/>
                  </a:lnTo>
                  <a:lnTo>
                    <a:pt x="1639" y="16393"/>
                  </a:lnTo>
                  <a:lnTo>
                    <a:pt x="0" y="16393"/>
                  </a:lnTo>
                  <a:lnTo>
                    <a:pt x="0" y="14754"/>
                  </a:lnTo>
                  <a:lnTo>
                    <a:pt x="0" y="14754"/>
                  </a:lnTo>
                  <a:lnTo>
                    <a:pt x="0" y="14754"/>
                  </a:lnTo>
                  <a:lnTo>
                    <a:pt x="0" y="14754"/>
                  </a:lnTo>
                  <a:lnTo>
                    <a:pt x="0" y="13115"/>
                  </a:lnTo>
                  <a:lnTo>
                    <a:pt x="0" y="13115"/>
                  </a:lnTo>
                  <a:lnTo>
                    <a:pt x="0" y="13115"/>
                  </a:lnTo>
                  <a:lnTo>
                    <a:pt x="0" y="11475"/>
                  </a:lnTo>
                  <a:lnTo>
                    <a:pt x="0" y="11475"/>
                  </a:lnTo>
                  <a:lnTo>
                    <a:pt x="1639" y="11475"/>
                  </a:lnTo>
                  <a:lnTo>
                    <a:pt x="1639" y="11475"/>
                  </a:lnTo>
                  <a:lnTo>
                    <a:pt x="3278" y="9836"/>
                  </a:lnTo>
                  <a:lnTo>
                    <a:pt x="3278" y="9836"/>
                  </a:lnTo>
                  <a:lnTo>
                    <a:pt x="1639" y="9836"/>
                  </a:lnTo>
                  <a:lnTo>
                    <a:pt x="1639" y="8197"/>
                  </a:lnTo>
                  <a:lnTo>
                    <a:pt x="3278" y="8197"/>
                  </a:lnTo>
                  <a:lnTo>
                    <a:pt x="4918" y="8197"/>
                  </a:lnTo>
                  <a:lnTo>
                    <a:pt x="4918" y="6557"/>
                  </a:lnTo>
                  <a:lnTo>
                    <a:pt x="4918" y="6557"/>
                  </a:lnTo>
                  <a:lnTo>
                    <a:pt x="4918" y="8197"/>
                  </a:lnTo>
                  <a:lnTo>
                    <a:pt x="6557" y="8197"/>
                  </a:lnTo>
                  <a:lnTo>
                    <a:pt x="6557" y="6557"/>
                  </a:lnTo>
                  <a:lnTo>
                    <a:pt x="6557" y="6557"/>
                  </a:lnTo>
                  <a:lnTo>
                    <a:pt x="4918" y="4918"/>
                  </a:lnTo>
                  <a:lnTo>
                    <a:pt x="4918" y="4918"/>
                  </a:lnTo>
                  <a:lnTo>
                    <a:pt x="3278" y="4918"/>
                  </a:lnTo>
                  <a:lnTo>
                    <a:pt x="3278" y="4918"/>
                  </a:lnTo>
                  <a:lnTo>
                    <a:pt x="3278" y="4918"/>
                  </a:lnTo>
                  <a:lnTo>
                    <a:pt x="4918" y="4918"/>
                  </a:lnTo>
                  <a:lnTo>
                    <a:pt x="4918" y="3279"/>
                  </a:lnTo>
                  <a:lnTo>
                    <a:pt x="3278" y="3279"/>
                  </a:lnTo>
                  <a:lnTo>
                    <a:pt x="3278" y="1639"/>
                  </a:lnTo>
                  <a:lnTo>
                    <a:pt x="3278" y="1639"/>
                  </a:lnTo>
                  <a:lnTo>
                    <a:pt x="3278" y="1639"/>
                  </a:lnTo>
                  <a:lnTo>
                    <a:pt x="4918" y="0"/>
                  </a:lnTo>
                  <a:lnTo>
                    <a:pt x="4918" y="0"/>
                  </a:lnTo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67" name="Freeform 4566">
              <a:extLst>
                <a:ext uri="{FF2B5EF4-FFF2-40B4-BE49-F238E27FC236}">
                  <a16:creationId xmlns:a16="http://schemas.microsoft.com/office/drawing/2014/main" id="{433539C0-C1FE-E34C-BCD7-1DB752FC2A0E}"/>
                </a:ext>
              </a:extLst>
            </p:cNvPr>
            <p:cNvSpPr/>
            <p:nvPr/>
          </p:nvSpPr>
          <p:spPr>
            <a:xfrm>
              <a:off x="7433698" y="2106709"/>
              <a:ext cx="26229" cy="60655"/>
            </a:xfrm>
            <a:custGeom>
              <a:avLst/>
              <a:gdLst>
                <a:gd name="connsiteX0" fmla="*/ 4918 w 26229"/>
                <a:gd name="connsiteY0" fmla="*/ 0 h 60655"/>
                <a:gd name="connsiteX1" fmla="*/ 4918 w 26229"/>
                <a:gd name="connsiteY1" fmla="*/ 0 h 60655"/>
                <a:gd name="connsiteX2" fmla="*/ 4918 w 26229"/>
                <a:gd name="connsiteY2" fmla="*/ 1639 h 60655"/>
                <a:gd name="connsiteX3" fmla="*/ 4918 w 26229"/>
                <a:gd name="connsiteY3" fmla="*/ 3279 h 60655"/>
                <a:gd name="connsiteX4" fmla="*/ 4918 w 26229"/>
                <a:gd name="connsiteY4" fmla="*/ 4918 h 60655"/>
                <a:gd name="connsiteX5" fmla="*/ 6557 w 26229"/>
                <a:gd name="connsiteY5" fmla="*/ 4918 h 60655"/>
                <a:gd name="connsiteX6" fmla="*/ 6557 w 26229"/>
                <a:gd name="connsiteY6" fmla="*/ 4918 h 60655"/>
                <a:gd name="connsiteX7" fmla="*/ 8197 w 26229"/>
                <a:gd name="connsiteY7" fmla="*/ 6557 h 60655"/>
                <a:gd name="connsiteX8" fmla="*/ 8197 w 26229"/>
                <a:gd name="connsiteY8" fmla="*/ 6557 h 60655"/>
                <a:gd name="connsiteX9" fmla="*/ 8197 w 26229"/>
                <a:gd name="connsiteY9" fmla="*/ 6557 h 60655"/>
                <a:gd name="connsiteX10" fmla="*/ 8197 w 26229"/>
                <a:gd name="connsiteY10" fmla="*/ 8197 h 60655"/>
                <a:gd name="connsiteX11" fmla="*/ 9836 w 26229"/>
                <a:gd name="connsiteY11" fmla="*/ 6557 h 60655"/>
                <a:gd name="connsiteX12" fmla="*/ 9836 w 26229"/>
                <a:gd name="connsiteY12" fmla="*/ 6557 h 60655"/>
                <a:gd name="connsiteX13" fmla="*/ 9836 w 26229"/>
                <a:gd name="connsiteY13" fmla="*/ 4918 h 60655"/>
                <a:gd name="connsiteX14" fmla="*/ 9836 w 26229"/>
                <a:gd name="connsiteY14" fmla="*/ 4918 h 60655"/>
                <a:gd name="connsiteX15" fmla="*/ 9836 w 26229"/>
                <a:gd name="connsiteY15" fmla="*/ 4918 h 60655"/>
                <a:gd name="connsiteX16" fmla="*/ 11475 w 26229"/>
                <a:gd name="connsiteY16" fmla="*/ 4918 h 60655"/>
                <a:gd name="connsiteX17" fmla="*/ 11475 w 26229"/>
                <a:gd name="connsiteY17" fmla="*/ 4918 h 60655"/>
                <a:gd name="connsiteX18" fmla="*/ 11475 w 26229"/>
                <a:gd name="connsiteY18" fmla="*/ 6557 h 60655"/>
                <a:gd name="connsiteX19" fmla="*/ 13114 w 26229"/>
                <a:gd name="connsiteY19" fmla="*/ 4918 h 60655"/>
                <a:gd name="connsiteX20" fmla="*/ 13114 w 26229"/>
                <a:gd name="connsiteY20" fmla="*/ 4918 h 60655"/>
                <a:gd name="connsiteX21" fmla="*/ 14754 w 26229"/>
                <a:gd name="connsiteY21" fmla="*/ 6557 h 60655"/>
                <a:gd name="connsiteX22" fmla="*/ 14754 w 26229"/>
                <a:gd name="connsiteY22" fmla="*/ 6557 h 60655"/>
                <a:gd name="connsiteX23" fmla="*/ 14754 w 26229"/>
                <a:gd name="connsiteY23" fmla="*/ 4918 h 60655"/>
                <a:gd name="connsiteX24" fmla="*/ 14754 w 26229"/>
                <a:gd name="connsiteY24" fmla="*/ 4918 h 60655"/>
                <a:gd name="connsiteX25" fmla="*/ 16393 w 26229"/>
                <a:gd name="connsiteY25" fmla="*/ 4918 h 60655"/>
                <a:gd name="connsiteX26" fmla="*/ 16393 w 26229"/>
                <a:gd name="connsiteY26" fmla="*/ 6557 h 60655"/>
                <a:gd name="connsiteX27" fmla="*/ 18033 w 26229"/>
                <a:gd name="connsiteY27" fmla="*/ 8197 h 60655"/>
                <a:gd name="connsiteX28" fmla="*/ 18033 w 26229"/>
                <a:gd name="connsiteY28" fmla="*/ 8197 h 60655"/>
                <a:gd name="connsiteX29" fmla="*/ 18033 w 26229"/>
                <a:gd name="connsiteY29" fmla="*/ 9836 h 60655"/>
                <a:gd name="connsiteX30" fmla="*/ 18033 w 26229"/>
                <a:gd name="connsiteY30" fmla="*/ 9836 h 60655"/>
                <a:gd name="connsiteX31" fmla="*/ 18033 w 26229"/>
                <a:gd name="connsiteY31" fmla="*/ 11475 h 60655"/>
                <a:gd name="connsiteX32" fmla="*/ 18033 w 26229"/>
                <a:gd name="connsiteY32" fmla="*/ 11475 h 60655"/>
                <a:gd name="connsiteX33" fmla="*/ 18033 w 26229"/>
                <a:gd name="connsiteY33" fmla="*/ 13115 h 60655"/>
                <a:gd name="connsiteX34" fmla="*/ 19672 w 26229"/>
                <a:gd name="connsiteY34" fmla="*/ 13115 h 60655"/>
                <a:gd name="connsiteX35" fmla="*/ 19672 w 26229"/>
                <a:gd name="connsiteY35" fmla="*/ 14754 h 60655"/>
                <a:gd name="connsiteX36" fmla="*/ 18033 w 26229"/>
                <a:gd name="connsiteY36" fmla="*/ 14754 h 60655"/>
                <a:gd name="connsiteX37" fmla="*/ 18033 w 26229"/>
                <a:gd name="connsiteY37" fmla="*/ 16393 h 60655"/>
                <a:gd name="connsiteX38" fmla="*/ 19672 w 26229"/>
                <a:gd name="connsiteY38" fmla="*/ 18033 h 60655"/>
                <a:gd name="connsiteX39" fmla="*/ 21311 w 26229"/>
                <a:gd name="connsiteY39" fmla="*/ 18033 h 60655"/>
                <a:gd name="connsiteX40" fmla="*/ 21311 w 26229"/>
                <a:gd name="connsiteY40" fmla="*/ 19672 h 60655"/>
                <a:gd name="connsiteX41" fmla="*/ 21311 w 26229"/>
                <a:gd name="connsiteY41" fmla="*/ 19672 h 60655"/>
                <a:gd name="connsiteX42" fmla="*/ 21311 w 26229"/>
                <a:gd name="connsiteY42" fmla="*/ 21311 h 60655"/>
                <a:gd name="connsiteX43" fmla="*/ 21311 w 26229"/>
                <a:gd name="connsiteY43" fmla="*/ 19672 h 60655"/>
                <a:gd name="connsiteX44" fmla="*/ 21311 w 26229"/>
                <a:gd name="connsiteY44" fmla="*/ 19672 h 60655"/>
                <a:gd name="connsiteX45" fmla="*/ 21311 w 26229"/>
                <a:gd name="connsiteY45" fmla="*/ 18033 h 60655"/>
                <a:gd name="connsiteX46" fmla="*/ 21311 w 26229"/>
                <a:gd name="connsiteY46" fmla="*/ 16393 h 60655"/>
                <a:gd name="connsiteX47" fmla="*/ 21311 w 26229"/>
                <a:gd name="connsiteY47" fmla="*/ 14754 h 60655"/>
                <a:gd name="connsiteX48" fmla="*/ 19672 w 26229"/>
                <a:gd name="connsiteY48" fmla="*/ 14754 h 60655"/>
                <a:gd name="connsiteX49" fmla="*/ 19672 w 26229"/>
                <a:gd name="connsiteY49" fmla="*/ 13115 h 60655"/>
                <a:gd name="connsiteX50" fmla="*/ 19672 w 26229"/>
                <a:gd name="connsiteY50" fmla="*/ 11475 h 60655"/>
                <a:gd name="connsiteX51" fmla="*/ 19672 w 26229"/>
                <a:gd name="connsiteY51" fmla="*/ 11475 h 60655"/>
                <a:gd name="connsiteX52" fmla="*/ 19672 w 26229"/>
                <a:gd name="connsiteY52" fmla="*/ 9836 h 60655"/>
                <a:gd name="connsiteX53" fmla="*/ 19672 w 26229"/>
                <a:gd name="connsiteY53" fmla="*/ 9836 h 60655"/>
                <a:gd name="connsiteX54" fmla="*/ 18033 w 26229"/>
                <a:gd name="connsiteY54" fmla="*/ 9836 h 60655"/>
                <a:gd name="connsiteX55" fmla="*/ 18033 w 26229"/>
                <a:gd name="connsiteY55" fmla="*/ 9836 h 60655"/>
                <a:gd name="connsiteX56" fmla="*/ 19672 w 26229"/>
                <a:gd name="connsiteY56" fmla="*/ 9836 h 60655"/>
                <a:gd name="connsiteX57" fmla="*/ 19672 w 26229"/>
                <a:gd name="connsiteY57" fmla="*/ 8197 h 60655"/>
                <a:gd name="connsiteX58" fmla="*/ 21311 w 26229"/>
                <a:gd name="connsiteY58" fmla="*/ 9836 h 60655"/>
                <a:gd name="connsiteX59" fmla="*/ 21311 w 26229"/>
                <a:gd name="connsiteY59" fmla="*/ 11475 h 60655"/>
                <a:gd name="connsiteX60" fmla="*/ 21311 w 26229"/>
                <a:gd name="connsiteY60" fmla="*/ 11475 h 60655"/>
                <a:gd name="connsiteX61" fmla="*/ 21311 w 26229"/>
                <a:gd name="connsiteY61" fmla="*/ 13115 h 60655"/>
                <a:gd name="connsiteX62" fmla="*/ 21311 w 26229"/>
                <a:gd name="connsiteY62" fmla="*/ 14754 h 60655"/>
                <a:gd name="connsiteX63" fmla="*/ 22951 w 26229"/>
                <a:gd name="connsiteY63" fmla="*/ 16393 h 60655"/>
                <a:gd name="connsiteX64" fmla="*/ 22951 w 26229"/>
                <a:gd name="connsiteY64" fmla="*/ 18033 h 60655"/>
                <a:gd name="connsiteX65" fmla="*/ 22951 w 26229"/>
                <a:gd name="connsiteY65" fmla="*/ 18033 h 60655"/>
                <a:gd name="connsiteX66" fmla="*/ 24590 w 26229"/>
                <a:gd name="connsiteY66" fmla="*/ 19672 h 60655"/>
                <a:gd name="connsiteX67" fmla="*/ 24590 w 26229"/>
                <a:gd name="connsiteY67" fmla="*/ 22951 h 60655"/>
                <a:gd name="connsiteX68" fmla="*/ 24590 w 26229"/>
                <a:gd name="connsiteY68" fmla="*/ 22951 h 60655"/>
                <a:gd name="connsiteX69" fmla="*/ 26229 w 26229"/>
                <a:gd name="connsiteY69" fmla="*/ 24590 h 60655"/>
                <a:gd name="connsiteX70" fmla="*/ 26229 w 26229"/>
                <a:gd name="connsiteY70" fmla="*/ 26229 h 60655"/>
                <a:gd name="connsiteX71" fmla="*/ 26229 w 26229"/>
                <a:gd name="connsiteY71" fmla="*/ 26229 h 60655"/>
                <a:gd name="connsiteX72" fmla="*/ 26229 w 26229"/>
                <a:gd name="connsiteY72" fmla="*/ 29508 h 60655"/>
                <a:gd name="connsiteX73" fmla="*/ 26229 w 26229"/>
                <a:gd name="connsiteY73" fmla="*/ 29508 h 60655"/>
                <a:gd name="connsiteX74" fmla="*/ 26229 w 26229"/>
                <a:gd name="connsiteY74" fmla="*/ 31147 h 60655"/>
                <a:gd name="connsiteX75" fmla="*/ 26229 w 26229"/>
                <a:gd name="connsiteY75" fmla="*/ 32787 h 60655"/>
                <a:gd name="connsiteX76" fmla="*/ 26229 w 26229"/>
                <a:gd name="connsiteY76" fmla="*/ 34426 h 60655"/>
                <a:gd name="connsiteX77" fmla="*/ 24590 w 26229"/>
                <a:gd name="connsiteY77" fmla="*/ 36065 h 60655"/>
                <a:gd name="connsiteX78" fmla="*/ 24590 w 26229"/>
                <a:gd name="connsiteY78" fmla="*/ 37705 h 60655"/>
                <a:gd name="connsiteX79" fmla="*/ 24590 w 26229"/>
                <a:gd name="connsiteY79" fmla="*/ 39344 h 60655"/>
                <a:gd name="connsiteX80" fmla="*/ 24590 w 26229"/>
                <a:gd name="connsiteY80" fmla="*/ 40983 h 60655"/>
                <a:gd name="connsiteX81" fmla="*/ 22951 w 26229"/>
                <a:gd name="connsiteY81" fmla="*/ 42623 h 60655"/>
                <a:gd name="connsiteX82" fmla="*/ 22951 w 26229"/>
                <a:gd name="connsiteY82" fmla="*/ 44262 h 60655"/>
                <a:gd name="connsiteX83" fmla="*/ 22951 w 26229"/>
                <a:gd name="connsiteY83" fmla="*/ 44262 h 60655"/>
                <a:gd name="connsiteX84" fmla="*/ 21311 w 26229"/>
                <a:gd name="connsiteY84" fmla="*/ 44262 h 60655"/>
                <a:gd name="connsiteX85" fmla="*/ 21311 w 26229"/>
                <a:gd name="connsiteY85" fmla="*/ 45901 h 60655"/>
                <a:gd name="connsiteX86" fmla="*/ 21311 w 26229"/>
                <a:gd name="connsiteY86" fmla="*/ 45901 h 60655"/>
                <a:gd name="connsiteX87" fmla="*/ 21311 w 26229"/>
                <a:gd name="connsiteY87" fmla="*/ 44262 h 60655"/>
                <a:gd name="connsiteX88" fmla="*/ 21311 w 26229"/>
                <a:gd name="connsiteY88" fmla="*/ 44262 h 60655"/>
                <a:gd name="connsiteX89" fmla="*/ 21311 w 26229"/>
                <a:gd name="connsiteY89" fmla="*/ 42623 h 60655"/>
                <a:gd name="connsiteX90" fmla="*/ 21311 w 26229"/>
                <a:gd name="connsiteY90" fmla="*/ 42623 h 60655"/>
                <a:gd name="connsiteX91" fmla="*/ 19672 w 26229"/>
                <a:gd name="connsiteY91" fmla="*/ 42623 h 60655"/>
                <a:gd name="connsiteX92" fmla="*/ 19672 w 26229"/>
                <a:gd name="connsiteY92" fmla="*/ 44262 h 60655"/>
                <a:gd name="connsiteX93" fmla="*/ 19672 w 26229"/>
                <a:gd name="connsiteY93" fmla="*/ 44262 h 60655"/>
                <a:gd name="connsiteX94" fmla="*/ 21311 w 26229"/>
                <a:gd name="connsiteY94" fmla="*/ 45901 h 60655"/>
                <a:gd name="connsiteX95" fmla="*/ 21311 w 26229"/>
                <a:gd name="connsiteY95" fmla="*/ 47541 h 60655"/>
                <a:gd name="connsiteX96" fmla="*/ 21311 w 26229"/>
                <a:gd name="connsiteY96" fmla="*/ 47541 h 60655"/>
                <a:gd name="connsiteX97" fmla="*/ 22951 w 26229"/>
                <a:gd name="connsiteY97" fmla="*/ 49180 h 60655"/>
                <a:gd name="connsiteX98" fmla="*/ 22951 w 26229"/>
                <a:gd name="connsiteY98" fmla="*/ 50820 h 60655"/>
                <a:gd name="connsiteX99" fmla="*/ 24590 w 26229"/>
                <a:gd name="connsiteY99" fmla="*/ 52459 h 60655"/>
                <a:gd name="connsiteX100" fmla="*/ 24590 w 26229"/>
                <a:gd name="connsiteY100" fmla="*/ 54098 h 60655"/>
                <a:gd name="connsiteX101" fmla="*/ 24590 w 26229"/>
                <a:gd name="connsiteY101" fmla="*/ 54098 h 60655"/>
                <a:gd name="connsiteX102" fmla="*/ 24590 w 26229"/>
                <a:gd name="connsiteY102" fmla="*/ 55737 h 60655"/>
                <a:gd name="connsiteX103" fmla="*/ 24590 w 26229"/>
                <a:gd name="connsiteY103" fmla="*/ 54098 h 60655"/>
                <a:gd name="connsiteX104" fmla="*/ 24590 w 26229"/>
                <a:gd name="connsiteY104" fmla="*/ 54098 h 60655"/>
                <a:gd name="connsiteX105" fmla="*/ 24590 w 26229"/>
                <a:gd name="connsiteY105" fmla="*/ 54098 h 60655"/>
                <a:gd name="connsiteX106" fmla="*/ 22951 w 26229"/>
                <a:gd name="connsiteY106" fmla="*/ 52459 h 60655"/>
                <a:gd name="connsiteX107" fmla="*/ 22951 w 26229"/>
                <a:gd name="connsiteY107" fmla="*/ 50820 h 60655"/>
                <a:gd name="connsiteX108" fmla="*/ 22951 w 26229"/>
                <a:gd name="connsiteY108" fmla="*/ 52459 h 60655"/>
                <a:gd name="connsiteX109" fmla="*/ 22951 w 26229"/>
                <a:gd name="connsiteY109" fmla="*/ 54098 h 60655"/>
                <a:gd name="connsiteX110" fmla="*/ 22951 w 26229"/>
                <a:gd name="connsiteY110" fmla="*/ 54098 h 60655"/>
                <a:gd name="connsiteX111" fmla="*/ 21311 w 26229"/>
                <a:gd name="connsiteY111" fmla="*/ 54098 h 60655"/>
                <a:gd name="connsiteX112" fmla="*/ 21311 w 26229"/>
                <a:gd name="connsiteY112" fmla="*/ 52459 h 60655"/>
                <a:gd name="connsiteX113" fmla="*/ 19672 w 26229"/>
                <a:gd name="connsiteY113" fmla="*/ 52459 h 60655"/>
                <a:gd name="connsiteX114" fmla="*/ 19672 w 26229"/>
                <a:gd name="connsiteY114" fmla="*/ 50820 h 60655"/>
                <a:gd name="connsiteX115" fmla="*/ 18033 w 26229"/>
                <a:gd name="connsiteY115" fmla="*/ 50820 h 60655"/>
                <a:gd name="connsiteX116" fmla="*/ 18033 w 26229"/>
                <a:gd name="connsiteY116" fmla="*/ 52459 h 60655"/>
                <a:gd name="connsiteX117" fmla="*/ 18033 w 26229"/>
                <a:gd name="connsiteY117" fmla="*/ 54098 h 60655"/>
                <a:gd name="connsiteX118" fmla="*/ 18033 w 26229"/>
                <a:gd name="connsiteY118" fmla="*/ 54098 h 60655"/>
                <a:gd name="connsiteX119" fmla="*/ 18033 w 26229"/>
                <a:gd name="connsiteY119" fmla="*/ 55737 h 60655"/>
                <a:gd name="connsiteX120" fmla="*/ 18033 w 26229"/>
                <a:gd name="connsiteY120" fmla="*/ 55737 h 60655"/>
                <a:gd name="connsiteX121" fmla="*/ 18033 w 26229"/>
                <a:gd name="connsiteY121" fmla="*/ 57377 h 60655"/>
                <a:gd name="connsiteX122" fmla="*/ 18033 w 26229"/>
                <a:gd name="connsiteY122" fmla="*/ 57377 h 60655"/>
                <a:gd name="connsiteX123" fmla="*/ 18033 w 26229"/>
                <a:gd name="connsiteY123" fmla="*/ 59016 h 60655"/>
                <a:gd name="connsiteX124" fmla="*/ 18033 w 26229"/>
                <a:gd name="connsiteY124" fmla="*/ 59016 h 60655"/>
                <a:gd name="connsiteX125" fmla="*/ 18033 w 26229"/>
                <a:gd name="connsiteY125" fmla="*/ 60655 h 60655"/>
                <a:gd name="connsiteX126" fmla="*/ 16393 w 26229"/>
                <a:gd name="connsiteY126" fmla="*/ 60655 h 60655"/>
                <a:gd name="connsiteX127" fmla="*/ 14754 w 26229"/>
                <a:gd name="connsiteY127" fmla="*/ 60655 h 60655"/>
                <a:gd name="connsiteX128" fmla="*/ 13114 w 26229"/>
                <a:gd name="connsiteY128" fmla="*/ 60655 h 60655"/>
                <a:gd name="connsiteX129" fmla="*/ 11475 w 26229"/>
                <a:gd name="connsiteY129" fmla="*/ 59016 h 60655"/>
                <a:gd name="connsiteX130" fmla="*/ 11475 w 26229"/>
                <a:gd name="connsiteY130" fmla="*/ 59016 h 60655"/>
                <a:gd name="connsiteX131" fmla="*/ 9836 w 26229"/>
                <a:gd name="connsiteY131" fmla="*/ 57377 h 60655"/>
                <a:gd name="connsiteX132" fmla="*/ 9836 w 26229"/>
                <a:gd name="connsiteY132" fmla="*/ 55737 h 60655"/>
                <a:gd name="connsiteX133" fmla="*/ 9836 w 26229"/>
                <a:gd name="connsiteY133" fmla="*/ 55737 h 60655"/>
                <a:gd name="connsiteX134" fmla="*/ 9836 w 26229"/>
                <a:gd name="connsiteY134" fmla="*/ 54098 h 60655"/>
                <a:gd name="connsiteX135" fmla="*/ 9836 w 26229"/>
                <a:gd name="connsiteY135" fmla="*/ 54098 h 60655"/>
                <a:gd name="connsiteX136" fmla="*/ 8197 w 26229"/>
                <a:gd name="connsiteY136" fmla="*/ 52459 h 60655"/>
                <a:gd name="connsiteX137" fmla="*/ 8197 w 26229"/>
                <a:gd name="connsiteY137" fmla="*/ 50820 h 60655"/>
                <a:gd name="connsiteX138" fmla="*/ 8197 w 26229"/>
                <a:gd name="connsiteY138" fmla="*/ 50820 h 60655"/>
                <a:gd name="connsiteX139" fmla="*/ 8197 w 26229"/>
                <a:gd name="connsiteY139" fmla="*/ 50820 h 60655"/>
                <a:gd name="connsiteX140" fmla="*/ 8197 w 26229"/>
                <a:gd name="connsiteY140" fmla="*/ 50820 h 60655"/>
                <a:gd name="connsiteX141" fmla="*/ 8197 w 26229"/>
                <a:gd name="connsiteY141" fmla="*/ 49180 h 60655"/>
                <a:gd name="connsiteX142" fmla="*/ 6557 w 26229"/>
                <a:gd name="connsiteY142" fmla="*/ 47541 h 60655"/>
                <a:gd name="connsiteX143" fmla="*/ 6557 w 26229"/>
                <a:gd name="connsiteY143" fmla="*/ 47541 h 60655"/>
                <a:gd name="connsiteX144" fmla="*/ 4918 w 26229"/>
                <a:gd name="connsiteY144" fmla="*/ 47541 h 60655"/>
                <a:gd name="connsiteX145" fmla="*/ 4918 w 26229"/>
                <a:gd name="connsiteY145" fmla="*/ 47541 h 60655"/>
                <a:gd name="connsiteX146" fmla="*/ 3278 w 26229"/>
                <a:gd name="connsiteY146" fmla="*/ 45901 h 60655"/>
                <a:gd name="connsiteX147" fmla="*/ 3278 w 26229"/>
                <a:gd name="connsiteY147" fmla="*/ 45901 h 60655"/>
                <a:gd name="connsiteX148" fmla="*/ 3278 w 26229"/>
                <a:gd name="connsiteY148" fmla="*/ 45901 h 60655"/>
                <a:gd name="connsiteX149" fmla="*/ 3278 w 26229"/>
                <a:gd name="connsiteY149" fmla="*/ 45901 h 60655"/>
                <a:gd name="connsiteX150" fmla="*/ 3278 w 26229"/>
                <a:gd name="connsiteY150" fmla="*/ 44262 h 60655"/>
                <a:gd name="connsiteX151" fmla="*/ 3278 w 26229"/>
                <a:gd name="connsiteY151" fmla="*/ 44262 h 60655"/>
                <a:gd name="connsiteX152" fmla="*/ 3278 w 26229"/>
                <a:gd name="connsiteY152" fmla="*/ 44262 h 60655"/>
                <a:gd name="connsiteX153" fmla="*/ 4918 w 26229"/>
                <a:gd name="connsiteY153" fmla="*/ 44262 h 60655"/>
                <a:gd name="connsiteX154" fmla="*/ 4918 w 26229"/>
                <a:gd name="connsiteY154" fmla="*/ 44262 h 60655"/>
                <a:gd name="connsiteX155" fmla="*/ 4918 w 26229"/>
                <a:gd name="connsiteY155" fmla="*/ 45901 h 60655"/>
                <a:gd name="connsiteX156" fmla="*/ 4918 w 26229"/>
                <a:gd name="connsiteY156" fmla="*/ 45901 h 60655"/>
                <a:gd name="connsiteX157" fmla="*/ 6557 w 26229"/>
                <a:gd name="connsiteY157" fmla="*/ 47541 h 60655"/>
                <a:gd name="connsiteX158" fmla="*/ 6557 w 26229"/>
                <a:gd name="connsiteY158" fmla="*/ 47541 h 60655"/>
                <a:gd name="connsiteX159" fmla="*/ 8197 w 26229"/>
                <a:gd name="connsiteY159" fmla="*/ 47541 h 60655"/>
                <a:gd name="connsiteX160" fmla="*/ 8197 w 26229"/>
                <a:gd name="connsiteY160" fmla="*/ 47541 h 60655"/>
                <a:gd name="connsiteX161" fmla="*/ 9836 w 26229"/>
                <a:gd name="connsiteY161" fmla="*/ 47541 h 60655"/>
                <a:gd name="connsiteX162" fmla="*/ 9836 w 26229"/>
                <a:gd name="connsiteY162" fmla="*/ 47541 h 60655"/>
                <a:gd name="connsiteX163" fmla="*/ 11475 w 26229"/>
                <a:gd name="connsiteY163" fmla="*/ 47541 h 60655"/>
                <a:gd name="connsiteX164" fmla="*/ 11475 w 26229"/>
                <a:gd name="connsiteY164" fmla="*/ 49180 h 60655"/>
                <a:gd name="connsiteX165" fmla="*/ 11475 w 26229"/>
                <a:gd name="connsiteY165" fmla="*/ 49180 h 60655"/>
                <a:gd name="connsiteX166" fmla="*/ 11475 w 26229"/>
                <a:gd name="connsiteY166" fmla="*/ 49180 h 60655"/>
                <a:gd name="connsiteX167" fmla="*/ 13114 w 26229"/>
                <a:gd name="connsiteY167" fmla="*/ 49180 h 60655"/>
                <a:gd name="connsiteX168" fmla="*/ 13114 w 26229"/>
                <a:gd name="connsiteY168" fmla="*/ 49180 h 60655"/>
                <a:gd name="connsiteX169" fmla="*/ 13114 w 26229"/>
                <a:gd name="connsiteY169" fmla="*/ 47541 h 60655"/>
                <a:gd name="connsiteX170" fmla="*/ 13114 w 26229"/>
                <a:gd name="connsiteY170" fmla="*/ 47541 h 60655"/>
                <a:gd name="connsiteX171" fmla="*/ 13114 w 26229"/>
                <a:gd name="connsiteY171" fmla="*/ 45901 h 60655"/>
                <a:gd name="connsiteX172" fmla="*/ 13114 w 26229"/>
                <a:gd name="connsiteY172" fmla="*/ 44262 h 60655"/>
                <a:gd name="connsiteX173" fmla="*/ 11475 w 26229"/>
                <a:gd name="connsiteY173" fmla="*/ 44262 h 60655"/>
                <a:gd name="connsiteX174" fmla="*/ 11475 w 26229"/>
                <a:gd name="connsiteY174" fmla="*/ 42623 h 60655"/>
                <a:gd name="connsiteX175" fmla="*/ 9836 w 26229"/>
                <a:gd name="connsiteY175" fmla="*/ 42623 h 60655"/>
                <a:gd name="connsiteX176" fmla="*/ 9836 w 26229"/>
                <a:gd name="connsiteY176" fmla="*/ 40983 h 60655"/>
                <a:gd name="connsiteX177" fmla="*/ 8197 w 26229"/>
                <a:gd name="connsiteY177" fmla="*/ 40983 h 60655"/>
                <a:gd name="connsiteX178" fmla="*/ 8197 w 26229"/>
                <a:gd name="connsiteY178" fmla="*/ 40983 h 60655"/>
                <a:gd name="connsiteX179" fmla="*/ 8197 w 26229"/>
                <a:gd name="connsiteY179" fmla="*/ 40983 h 60655"/>
                <a:gd name="connsiteX180" fmla="*/ 8197 w 26229"/>
                <a:gd name="connsiteY180" fmla="*/ 42623 h 60655"/>
                <a:gd name="connsiteX181" fmla="*/ 8197 w 26229"/>
                <a:gd name="connsiteY181" fmla="*/ 42623 h 60655"/>
                <a:gd name="connsiteX182" fmla="*/ 8197 w 26229"/>
                <a:gd name="connsiteY182" fmla="*/ 42623 h 60655"/>
                <a:gd name="connsiteX183" fmla="*/ 8197 w 26229"/>
                <a:gd name="connsiteY183" fmla="*/ 42623 h 60655"/>
                <a:gd name="connsiteX184" fmla="*/ 6557 w 26229"/>
                <a:gd name="connsiteY184" fmla="*/ 42623 h 60655"/>
                <a:gd name="connsiteX185" fmla="*/ 6557 w 26229"/>
                <a:gd name="connsiteY185" fmla="*/ 42623 h 60655"/>
                <a:gd name="connsiteX186" fmla="*/ 6557 w 26229"/>
                <a:gd name="connsiteY186" fmla="*/ 40983 h 60655"/>
                <a:gd name="connsiteX187" fmla="*/ 6557 w 26229"/>
                <a:gd name="connsiteY187" fmla="*/ 40983 h 60655"/>
                <a:gd name="connsiteX188" fmla="*/ 6557 w 26229"/>
                <a:gd name="connsiteY188" fmla="*/ 39344 h 60655"/>
                <a:gd name="connsiteX189" fmla="*/ 6557 w 26229"/>
                <a:gd name="connsiteY189" fmla="*/ 39344 h 60655"/>
                <a:gd name="connsiteX190" fmla="*/ 6557 w 26229"/>
                <a:gd name="connsiteY190" fmla="*/ 37705 h 60655"/>
                <a:gd name="connsiteX191" fmla="*/ 6557 w 26229"/>
                <a:gd name="connsiteY191" fmla="*/ 37705 h 60655"/>
                <a:gd name="connsiteX192" fmla="*/ 6557 w 26229"/>
                <a:gd name="connsiteY192" fmla="*/ 37705 h 60655"/>
                <a:gd name="connsiteX193" fmla="*/ 8197 w 26229"/>
                <a:gd name="connsiteY193" fmla="*/ 36065 h 60655"/>
                <a:gd name="connsiteX194" fmla="*/ 8197 w 26229"/>
                <a:gd name="connsiteY194" fmla="*/ 36065 h 60655"/>
                <a:gd name="connsiteX195" fmla="*/ 6557 w 26229"/>
                <a:gd name="connsiteY195" fmla="*/ 36065 h 60655"/>
                <a:gd name="connsiteX196" fmla="*/ 6557 w 26229"/>
                <a:gd name="connsiteY196" fmla="*/ 34426 h 60655"/>
                <a:gd name="connsiteX197" fmla="*/ 6557 w 26229"/>
                <a:gd name="connsiteY197" fmla="*/ 34426 h 60655"/>
                <a:gd name="connsiteX198" fmla="*/ 8197 w 26229"/>
                <a:gd name="connsiteY198" fmla="*/ 34426 h 60655"/>
                <a:gd name="connsiteX199" fmla="*/ 8197 w 26229"/>
                <a:gd name="connsiteY199" fmla="*/ 32787 h 60655"/>
                <a:gd name="connsiteX200" fmla="*/ 8197 w 26229"/>
                <a:gd name="connsiteY200" fmla="*/ 32787 h 60655"/>
                <a:gd name="connsiteX201" fmla="*/ 8197 w 26229"/>
                <a:gd name="connsiteY201" fmla="*/ 32787 h 60655"/>
                <a:gd name="connsiteX202" fmla="*/ 8197 w 26229"/>
                <a:gd name="connsiteY202" fmla="*/ 32787 h 60655"/>
                <a:gd name="connsiteX203" fmla="*/ 9836 w 26229"/>
                <a:gd name="connsiteY203" fmla="*/ 31147 h 60655"/>
                <a:gd name="connsiteX204" fmla="*/ 9836 w 26229"/>
                <a:gd name="connsiteY204" fmla="*/ 31147 h 60655"/>
                <a:gd name="connsiteX205" fmla="*/ 9836 w 26229"/>
                <a:gd name="connsiteY205" fmla="*/ 31147 h 60655"/>
                <a:gd name="connsiteX206" fmla="*/ 11475 w 26229"/>
                <a:gd name="connsiteY206" fmla="*/ 31147 h 60655"/>
                <a:gd name="connsiteX207" fmla="*/ 11475 w 26229"/>
                <a:gd name="connsiteY207" fmla="*/ 31147 h 60655"/>
                <a:gd name="connsiteX208" fmla="*/ 11475 w 26229"/>
                <a:gd name="connsiteY208" fmla="*/ 31147 h 60655"/>
                <a:gd name="connsiteX209" fmla="*/ 9836 w 26229"/>
                <a:gd name="connsiteY209" fmla="*/ 29508 h 60655"/>
                <a:gd name="connsiteX210" fmla="*/ 9836 w 26229"/>
                <a:gd name="connsiteY210" fmla="*/ 29508 h 60655"/>
                <a:gd name="connsiteX211" fmla="*/ 8197 w 26229"/>
                <a:gd name="connsiteY211" fmla="*/ 29508 h 60655"/>
                <a:gd name="connsiteX212" fmla="*/ 8197 w 26229"/>
                <a:gd name="connsiteY212" fmla="*/ 29508 h 60655"/>
                <a:gd name="connsiteX213" fmla="*/ 8197 w 26229"/>
                <a:gd name="connsiteY213" fmla="*/ 29508 h 60655"/>
                <a:gd name="connsiteX214" fmla="*/ 6557 w 26229"/>
                <a:gd name="connsiteY214" fmla="*/ 31147 h 60655"/>
                <a:gd name="connsiteX215" fmla="*/ 6557 w 26229"/>
                <a:gd name="connsiteY215" fmla="*/ 31147 h 60655"/>
                <a:gd name="connsiteX216" fmla="*/ 6557 w 26229"/>
                <a:gd name="connsiteY216" fmla="*/ 31147 h 60655"/>
                <a:gd name="connsiteX217" fmla="*/ 4918 w 26229"/>
                <a:gd name="connsiteY217" fmla="*/ 31147 h 60655"/>
                <a:gd name="connsiteX218" fmla="*/ 4918 w 26229"/>
                <a:gd name="connsiteY218" fmla="*/ 32787 h 60655"/>
                <a:gd name="connsiteX219" fmla="*/ 4918 w 26229"/>
                <a:gd name="connsiteY219" fmla="*/ 32787 h 60655"/>
                <a:gd name="connsiteX220" fmla="*/ 4918 w 26229"/>
                <a:gd name="connsiteY220" fmla="*/ 32787 h 60655"/>
                <a:gd name="connsiteX221" fmla="*/ 4918 w 26229"/>
                <a:gd name="connsiteY221" fmla="*/ 34426 h 60655"/>
                <a:gd name="connsiteX222" fmla="*/ 3278 w 26229"/>
                <a:gd name="connsiteY222" fmla="*/ 34426 h 60655"/>
                <a:gd name="connsiteX223" fmla="*/ 3278 w 26229"/>
                <a:gd name="connsiteY223" fmla="*/ 32787 h 60655"/>
                <a:gd name="connsiteX224" fmla="*/ 1639 w 26229"/>
                <a:gd name="connsiteY224" fmla="*/ 32787 h 60655"/>
                <a:gd name="connsiteX225" fmla="*/ 1639 w 26229"/>
                <a:gd name="connsiteY225" fmla="*/ 32787 h 60655"/>
                <a:gd name="connsiteX226" fmla="*/ 1639 w 26229"/>
                <a:gd name="connsiteY226" fmla="*/ 31147 h 60655"/>
                <a:gd name="connsiteX227" fmla="*/ 1639 w 26229"/>
                <a:gd name="connsiteY227" fmla="*/ 29508 h 60655"/>
                <a:gd name="connsiteX228" fmla="*/ 1639 w 26229"/>
                <a:gd name="connsiteY228" fmla="*/ 29508 h 60655"/>
                <a:gd name="connsiteX229" fmla="*/ 1639 w 26229"/>
                <a:gd name="connsiteY229" fmla="*/ 29508 h 60655"/>
                <a:gd name="connsiteX230" fmla="*/ 3278 w 26229"/>
                <a:gd name="connsiteY230" fmla="*/ 29508 h 60655"/>
                <a:gd name="connsiteX231" fmla="*/ 3278 w 26229"/>
                <a:gd name="connsiteY231" fmla="*/ 27869 h 60655"/>
                <a:gd name="connsiteX232" fmla="*/ 4918 w 26229"/>
                <a:gd name="connsiteY232" fmla="*/ 27869 h 60655"/>
                <a:gd name="connsiteX233" fmla="*/ 4918 w 26229"/>
                <a:gd name="connsiteY233" fmla="*/ 27869 h 60655"/>
                <a:gd name="connsiteX234" fmla="*/ 4918 w 26229"/>
                <a:gd name="connsiteY234" fmla="*/ 27869 h 60655"/>
                <a:gd name="connsiteX235" fmla="*/ 4918 w 26229"/>
                <a:gd name="connsiteY235" fmla="*/ 26229 h 60655"/>
                <a:gd name="connsiteX236" fmla="*/ 4918 w 26229"/>
                <a:gd name="connsiteY236" fmla="*/ 26229 h 60655"/>
                <a:gd name="connsiteX237" fmla="*/ 4918 w 26229"/>
                <a:gd name="connsiteY237" fmla="*/ 24590 h 60655"/>
                <a:gd name="connsiteX238" fmla="*/ 4918 w 26229"/>
                <a:gd name="connsiteY238" fmla="*/ 24590 h 60655"/>
                <a:gd name="connsiteX239" fmla="*/ 4918 w 26229"/>
                <a:gd name="connsiteY239" fmla="*/ 24590 h 60655"/>
                <a:gd name="connsiteX240" fmla="*/ 3278 w 26229"/>
                <a:gd name="connsiteY240" fmla="*/ 24590 h 60655"/>
                <a:gd name="connsiteX241" fmla="*/ 3278 w 26229"/>
                <a:gd name="connsiteY241" fmla="*/ 22951 h 60655"/>
                <a:gd name="connsiteX242" fmla="*/ 1639 w 26229"/>
                <a:gd name="connsiteY242" fmla="*/ 22951 h 60655"/>
                <a:gd name="connsiteX243" fmla="*/ 1639 w 26229"/>
                <a:gd name="connsiteY243" fmla="*/ 22951 h 60655"/>
                <a:gd name="connsiteX244" fmla="*/ 1639 w 26229"/>
                <a:gd name="connsiteY244" fmla="*/ 21311 h 60655"/>
                <a:gd name="connsiteX245" fmla="*/ 0 w 26229"/>
                <a:gd name="connsiteY245" fmla="*/ 21311 h 60655"/>
                <a:gd name="connsiteX246" fmla="*/ 0 w 26229"/>
                <a:gd name="connsiteY246" fmla="*/ 21311 h 60655"/>
                <a:gd name="connsiteX247" fmla="*/ 1639 w 26229"/>
                <a:gd name="connsiteY247" fmla="*/ 19672 h 60655"/>
                <a:gd name="connsiteX248" fmla="*/ 1639 w 26229"/>
                <a:gd name="connsiteY248" fmla="*/ 19672 h 60655"/>
                <a:gd name="connsiteX249" fmla="*/ 1639 w 26229"/>
                <a:gd name="connsiteY249" fmla="*/ 18033 h 60655"/>
                <a:gd name="connsiteX250" fmla="*/ 1639 w 26229"/>
                <a:gd name="connsiteY250" fmla="*/ 18033 h 60655"/>
                <a:gd name="connsiteX251" fmla="*/ 1639 w 26229"/>
                <a:gd name="connsiteY251" fmla="*/ 18033 h 60655"/>
                <a:gd name="connsiteX252" fmla="*/ 1639 w 26229"/>
                <a:gd name="connsiteY252" fmla="*/ 16393 h 60655"/>
                <a:gd name="connsiteX253" fmla="*/ 1639 w 26229"/>
                <a:gd name="connsiteY253" fmla="*/ 16393 h 60655"/>
                <a:gd name="connsiteX254" fmla="*/ 1639 w 26229"/>
                <a:gd name="connsiteY254" fmla="*/ 16393 h 60655"/>
                <a:gd name="connsiteX255" fmla="*/ 0 w 26229"/>
                <a:gd name="connsiteY255" fmla="*/ 16393 h 60655"/>
                <a:gd name="connsiteX256" fmla="*/ 0 w 26229"/>
                <a:gd name="connsiteY256" fmla="*/ 14754 h 60655"/>
                <a:gd name="connsiteX257" fmla="*/ 0 w 26229"/>
                <a:gd name="connsiteY257" fmla="*/ 14754 h 60655"/>
                <a:gd name="connsiteX258" fmla="*/ 0 w 26229"/>
                <a:gd name="connsiteY258" fmla="*/ 14754 h 60655"/>
                <a:gd name="connsiteX259" fmla="*/ 0 w 26229"/>
                <a:gd name="connsiteY259" fmla="*/ 14754 h 60655"/>
                <a:gd name="connsiteX260" fmla="*/ 0 w 26229"/>
                <a:gd name="connsiteY260" fmla="*/ 13115 h 60655"/>
                <a:gd name="connsiteX261" fmla="*/ 0 w 26229"/>
                <a:gd name="connsiteY261" fmla="*/ 13115 h 60655"/>
                <a:gd name="connsiteX262" fmla="*/ 0 w 26229"/>
                <a:gd name="connsiteY262" fmla="*/ 13115 h 60655"/>
                <a:gd name="connsiteX263" fmla="*/ 0 w 26229"/>
                <a:gd name="connsiteY263" fmla="*/ 11475 h 60655"/>
                <a:gd name="connsiteX264" fmla="*/ 0 w 26229"/>
                <a:gd name="connsiteY264" fmla="*/ 11475 h 60655"/>
                <a:gd name="connsiteX265" fmla="*/ 1639 w 26229"/>
                <a:gd name="connsiteY265" fmla="*/ 11475 h 60655"/>
                <a:gd name="connsiteX266" fmla="*/ 1639 w 26229"/>
                <a:gd name="connsiteY266" fmla="*/ 11475 h 60655"/>
                <a:gd name="connsiteX267" fmla="*/ 3278 w 26229"/>
                <a:gd name="connsiteY267" fmla="*/ 9836 h 60655"/>
                <a:gd name="connsiteX268" fmla="*/ 3278 w 26229"/>
                <a:gd name="connsiteY268" fmla="*/ 9836 h 60655"/>
                <a:gd name="connsiteX269" fmla="*/ 1639 w 26229"/>
                <a:gd name="connsiteY269" fmla="*/ 9836 h 60655"/>
                <a:gd name="connsiteX270" fmla="*/ 1639 w 26229"/>
                <a:gd name="connsiteY270" fmla="*/ 8197 h 60655"/>
                <a:gd name="connsiteX271" fmla="*/ 3278 w 26229"/>
                <a:gd name="connsiteY271" fmla="*/ 8197 h 60655"/>
                <a:gd name="connsiteX272" fmla="*/ 4918 w 26229"/>
                <a:gd name="connsiteY272" fmla="*/ 8197 h 60655"/>
                <a:gd name="connsiteX273" fmla="*/ 4918 w 26229"/>
                <a:gd name="connsiteY273" fmla="*/ 6557 h 60655"/>
                <a:gd name="connsiteX274" fmla="*/ 4918 w 26229"/>
                <a:gd name="connsiteY274" fmla="*/ 6557 h 60655"/>
                <a:gd name="connsiteX275" fmla="*/ 4918 w 26229"/>
                <a:gd name="connsiteY275" fmla="*/ 8197 h 60655"/>
                <a:gd name="connsiteX276" fmla="*/ 6557 w 26229"/>
                <a:gd name="connsiteY276" fmla="*/ 8197 h 60655"/>
                <a:gd name="connsiteX277" fmla="*/ 6557 w 26229"/>
                <a:gd name="connsiteY277" fmla="*/ 6557 h 60655"/>
                <a:gd name="connsiteX278" fmla="*/ 6557 w 26229"/>
                <a:gd name="connsiteY278" fmla="*/ 6557 h 60655"/>
                <a:gd name="connsiteX279" fmla="*/ 4918 w 26229"/>
                <a:gd name="connsiteY279" fmla="*/ 4918 h 60655"/>
                <a:gd name="connsiteX280" fmla="*/ 4918 w 26229"/>
                <a:gd name="connsiteY280" fmla="*/ 4918 h 60655"/>
                <a:gd name="connsiteX281" fmla="*/ 3278 w 26229"/>
                <a:gd name="connsiteY281" fmla="*/ 4918 h 60655"/>
                <a:gd name="connsiteX282" fmla="*/ 3278 w 26229"/>
                <a:gd name="connsiteY282" fmla="*/ 4918 h 60655"/>
                <a:gd name="connsiteX283" fmla="*/ 3278 w 26229"/>
                <a:gd name="connsiteY283" fmla="*/ 4918 h 60655"/>
                <a:gd name="connsiteX284" fmla="*/ 4918 w 26229"/>
                <a:gd name="connsiteY284" fmla="*/ 4918 h 60655"/>
                <a:gd name="connsiteX285" fmla="*/ 4918 w 26229"/>
                <a:gd name="connsiteY285" fmla="*/ 3279 h 60655"/>
                <a:gd name="connsiteX286" fmla="*/ 3278 w 26229"/>
                <a:gd name="connsiteY286" fmla="*/ 3279 h 60655"/>
                <a:gd name="connsiteX287" fmla="*/ 3278 w 26229"/>
                <a:gd name="connsiteY287" fmla="*/ 1639 h 60655"/>
                <a:gd name="connsiteX288" fmla="*/ 3278 w 26229"/>
                <a:gd name="connsiteY288" fmla="*/ 1639 h 60655"/>
                <a:gd name="connsiteX289" fmla="*/ 3278 w 26229"/>
                <a:gd name="connsiteY289" fmla="*/ 1639 h 60655"/>
                <a:gd name="connsiteX290" fmla="*/ 4918 w 26229"/>
                <a:gd name="connsiteY290" fmla="*/ 0 h 60655"/>
                <a:gd name="connsiteX291" fmla="*/ 4918 w 26229"/>
                <a:gd name="connsiteY291" fmla="*/ 0 h 6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</a:cxnLst>
              <a:rect l="l" t="t" r="r" b="b"/>
              <a:pathLst>
                <a:path w="26229" h="60655">
                  <a:moveTo>
                    <a:pt x="4918" y="0"/>
                  </a:moveTo>
                  <a:lnTo>
                    <a:pt x="4918" y="0"/>
                  </a:lnTo>
                  <a:lnTo>
                    <a:pt x="4918" y="1639"/>
                  </a:lnTo>
                  <a:lnTo>
                    <a:pt x="4918" y="3279"/>
                  </a:lnTo>
                  <a:lnTo>
                    <a:pt x="4918" y="4918"/>
                  </a:lnTo>
                  <a:lnTo>
                    <a:pt x="6557" y="4918"/>
                  </a:lnTo>
                  <a:lnTo>
                    <a:pt x="6557" y="4918"/>
                  </a:lnTo>
                  <a:lnTo>
                    <a:pt x="8197" y="6557"/>
                  </a:lnTo>
                  <a:lnTo>
                    <a:pt x="8197" y="6557"/>
                  </a:lnTo>
                  <a:lnTo>
                    <a:pt x="8197" y="6557"/>
                  </a:lnTo>
                  <a:lnTo>
                    <a:pt x="8197" y="8197"/>
                  </a:lnTo>
                  <a:lnTo>
                    <a:pt x="9836" y="6557"/>
                  </a:lnTo>
                  <a:lnTo>
                    <a:pt x="9836" y="6557"/>
                  </a:lnTo>
                  <a:lnTo>
                    <a:pt x="9836" y="4918"/>
                  </a:lnTo>
                  <a:lnTo>
                    <a:pt x="9836" y="4918"/>
                  </a:lnTo>
                  <a:lnTo>
                    <a:pt x="9836" y="4918"/>
                  </a:lnTo>
                  <a:lnTo>
                    <a:pt x="11475" y="4918"/>
                  </a:lnTo>
                  <a:lnTo>
                    <a:pt x="11475" y="4918"/>
                  </a:lnTo>
                  <a:lnTo>
                    <a:pt x="11475" y="6557"/>
                  </a:lnTo>
                  <a:lnTo>
                    <a:pt x="13114" y="4918"/>
                  </a:lnTo>
                  <a:lnTo>
                    <a:pt x="13114" y="4918"/>
                  </a:lnTo>
                  <a:lnTo>
                    <a:pt x="14754" y="6557"/>
                  </a:lnTo>
                  <a:lnTo>
                    <a:pt x="14754" y="6557"/>
                  </a:lnTo>
                  <a:lnTo>
                    <a:pt x="14754" y="4918"/>
                  </a:lnTo>
                  <a:lnTo>
                    <a:pt x="14754" y="4918"/>
                  </a:lnTo>
                  <a:lnTo>
                    <a:pt x="16393" y="4918"/>
                  </a:lnTo>
                  <a:lnTo>
                    <a:pt x="16393" y="6557"/>
                  </a:lnTo>
                  <a:lnTo>
                    <a:pt x="18033" y="8197"/>
                  </a:lnTo>
                  <a:lnTo>
                    <a:pt x="18033" y="8197"/>
                  </a:lnTo>
                  <a:lnTo>
                    <a:pt x="18033" y="9836"/>
                  </a:lnTo>
                  <a:lnTo>
                    <a:pt x="18033" y="9836"/>
                  </a:lnTo>
                  <a:lnTo>
                    <a:pt x="18033" y="11475"/>
                  </a:lnTo>
                  <a:lnTo>
                    <a:pt x="18033" y="11475"/>
                  </a:lnTo>
                  <a:lnTo>
                    <a:pt x="18033" y="13115"/>
                  </a:lnTo>
                  <a:lnTo>
                    <a:pt x="19672" y="13115"/>
                  </a:lnTo>
                  <a:lnTo>
                    <a:pt x="19672" y="14754"/>
                  </a:lnTo>
                  <a:lnTo>
                    <a:pt x="18033" y="14754"/>
                  </a:lnTo>
                  <a:lnTo>
                    <a:pt x="18033" y="16393"/>
                  </a:lnTo>
                  <a:lnTo>
                    <a:pt x="19672" y="18033"/>
                  </a:lnTo>
                  <a:lnTo>
                    <a:pt x="21311" y="18033"/>
                  </a:lnTo>
                  <a:lnTo>
                    <a:pt x="21311" y="19672"/>
                  </a:lnTo>
                  <a:lnTo>
                    <a:pt x="21311" y="19672"/>
                  </a:lnTo>
                  <a:lnTo>
                    <a:pt x="21311" y="21311"/>
                  </a:lnTo>
                  <a:lnTo>
                    <a:pt x="21311" y="19672"/>
                  </a:lnTo>
                  <a:lnTo>
                    <a:pt x="21311" y="19672"/>
                  </a:lnTo>
                  <a:lnTo>
                    <a:pt x="21311" y="18033"/>
                  </a:lnTo>
                  <a:lnTo>
                    <a:pt x="21311" y="16393"/>
                  </a:lnTo>
                  <a:lnTo>
                    <a:pt x="21311" y="14754"/>
                  </a:lnTo>
                  <a:lnTo>
                    <a:pt x="19672" y="14754"/>
                  </a:lnTo>
                  <a:lnTo>
                    <a:pt x="19672" y="13115"/>
                  </a:lnTo>
                  <a:lnTo>
                    <a:pt x="19672" y="11475"/>
                  </a:lnTo>
                  <a:lnTo>
                    <a:pt x="19672" y="11475"/>
                  </a:lnTo>
                  <a:lnTo>
                    <a:pt x="19672" y="9836"/>
                  </a:lnTo>
                  <a:lnTo>
                    <a:pt x="19672" y="9836"/>
                  </a:lnTo>
                  <a:lnTo>
                    <a:pt x="18033" y="9836"/>
                  </a:lnTo>
                  <a:lnTo>
                    <a:pt x="18033" y="9836"/>
                  </a:lnTo>
                  <a:lnTo>
                    <a:pt x="19672" y="9836"/>
                  </a:lnTo>
                  <a:lnTo>
                    <a:pt x="19672" y="8197"/>
                  </a:lnTo>
                  <a:lnTo>
                    <a:pt x="21311" y="9836"/>
                  </a:lnTo>
                  <a:lnTo>
                    <a:pt x="21311" y="11475"/>
                  </a:lnTo>
                  <a:lnTo>
                    <a:pt x="21311" y="11475"/>
                  </a:lnTo>
                  <a:lnTo>
                    <a:pt x="21311" y="13115"/>
                  </a:lnTo>
                  <a:lnTo>
                    <a:pt x="21311" y="14754"/>
                  </a:lnTo>
                  <a:lnTo>
                    <a:pt x="22951" y="16393"/>
                  </a:lnTo>
                  <a:lnTo>
                    <a:pt x="22951" y="18033"/>
                  </a:lnTo>
                  <a:lnTo>
                    <a:pt x="22951" y="18033"/>
                  </a:lnTo>
                  <a:lnTo>
                    <a:pt x="24590" y="19672"/>
                  </a:lnTo>
                  <a:lnTo>
                    <a:pt x="24590" y="22951"/>
                  </a:lnTo>
                  <a:lnTo>
                    <a:pt x="24590" y="22951"/>
                  </a:lnTo>
                  <a:lnTo>
                    <a:pt x="26229" y="24590"/>
                  </a:lnTo>
                  <a:lnTo>
                    <a:pt x="26229" y="26229"/>
                  </a:lnTo>
                  <a:lnTo>
                    <a:pt x="26229" y="26229"/>
                  </a:lnTo>
                  <a:lnTo>
                    <a:pt x="26229" y="29508"/>
                  </a:lnTo>
                  <a:lnTo>
                    <a:pt x="26229" y="29508"/>
                  </a:lnTo>
                  <a:lnTo>
                    <a:pt x="26229" y="31147"/>
                  </a:lnTo>
                  <a:lnTo>
                    <a:pt x="26229" y="32787"/>
                  </a:lnTo>
                  <a:lnTo>
                    <a:pt x="26229" y="34426"/>
                  </a:lnTo>
                  <a:lnTo>
                    <a:pt x="24590" y="36065"/>
                  </a:lnTo>
                  <a:lnTo>
                    <a:pt x="24590" y="37705"/>
                  </a:lnTo>
                  <a:lnTo>
                    <a:pt x="24590" y="39344"/>
                  </a:lnTo>
                  <a:lnTo>
                    <a:pt x="24590" y="40983"/>
                  </a:lnTo>
                  <a:lnTo>
                    <a:pt x="22951" y="42623"/>
                  </a:lnTo>
                  <a:lnTo>
                    <a:pt x="22951" y="44262"/>
                  </a:lnTo>
                  <a:lnTo>
                    <a:pt x="22951" y="44262"/>
                  </a:lnTo>
                  <a:lnTo>
                    <a:pt x="21311" y="44262"/>
                  </a:lnTo>
                  <a:lnTo>
                    <a:pt x="21311" y="45901"/>
                  </a:lnTo>
                  <a:lnTo>
                    <a:pt x="21311" y="45901"/>
                  </a:lnTo>
                  <a:lnTo>
                    <a:pt x="21311" y="44262"/>
                  </a:lnTo>
                  <a:lnTo>
                    <a:pt x="21311" y="44262"/>
                  </a:lnTo>
                  <a:lnTo>
                    <a:pt x="21311" y="42623"/>
                  </a:lnTo>
                  <a:lnTo>
                    <a:pt x="21311" y="42623"/>
                  </a:lnTo>
                  <a:lnTo>
                    <a:pt x="19672" y="42623"/>
                  </a:lnTo>
                  <a:lnTo>
                    <a:pt x="19672" y="44262"/>
                  </a:lnTo>
                  <a:lnTo>
                    <a:pt x="19672" y="44262"/>
                  </a:lnTo>
                  <a:lnTo>
                    <a:pt x="21311" y="45901"/>
                  </a:lnTo>
                  <a:lnTo>
                    <a:pt x="21311" y="47541"/>
                  </a:lnTo>
                  <a:lnTo>
                    <a:pt x="21311" y="47541"/>
                  </a:lnTo>
                  <a:lnTo>
                    <a:pt x="22951" y="49180"/>
                  </a:lnTo>
                  <a:lnTo>
                    <a:pt x="22951" y="50820"/>
                  </a:lnTo>
                  <a:lnTo>
                    <a:pt x="24590" y="52459"/>
                  </a:lnTo>
                  <a:lnTo>
                    <a:pt x="24590" y="54098"/>
                  </a:lnTo>
                  <a:lnTo>
                    <a:pt x="24590" y="54098"/>
                  </a:lnTo>
                  <a:lnTo>
                    <a:pt x="24590" y="55737"/>
                  </a:lnTo>
                  <a:lnTo>
                    <a:pt x="24590" y="54098"/>
                  </a:lnTo>
                  <a:lnTo>
                    <a:pt x="24590" y="54098"/>
                  </a:lnTo>
                  <a:lnTo>
                    <a:pt x="24590" y="54098"/>
                  </a:lnTo>
                  <a:lnTo>
                    <a:pt x="22951" y="52459"/>
                  </a:lnTo>
                  <a:lnTo>
                    <a:pt x="22951" y="50820"/>
                  </a:lnTo>
                  <a:lnTo>
                    <a:pt x="22951" y="52459"/>
                  </a:lnTo>
                  <a:lnTo>
                    <a:pt x="22951" y="54098"/>
                  </a:lnTo>
                  <a:lnTo>
                    <a:pt x="22951" y="54098"/>
                  </a:lnTo>
                  <a:lnTo>
                    <a:pt x="21311" y="54098"/>
                  </a:lnTo>
                  <a:lnTo>
                    <a:pt x="21311" y="52459"/>
                  </a:lnTo>
                  <a:lnTo>
                    <a:pt x="19672" y="52459"/>
                  </a:lnTo>
                  <a:lnTo>
                    <a:pt x="19672" y="50820"/>
                  </a:lnTo>
                  <a:lnTo>
                    <a:pt x="18033" y="50820"/>
                  </a:lnTo>
                  <a:lnTo>
                    <a:pt x="18033" y="52459"/>
                  </a:lnTo>
                  <a:lnTo>
                    <a:pt x="18033" y="54098"/>
                  </a:lnTo>
                  <a:lnTo>
                    <a:pt x="18033" y="54098"/>
                  </a:lnTo>
                  <a:lnTo>
                    <a:pt x="18033" y="55737"/>
                  </a:lnTo>
                  <a:lnTo>
                    <a:pt x="18033" y="55737"/>
                  </a:lnTo>
                  <a:lnTo>
                    <a:pt x="18033" y="57377"/>
                  </a:lnTo>
                  <a:lnTo>
                    <a:pt x="18033" y="57377"/>
                  </a:lnTo>
                  <a:lnTo>
                    <a:pt x="18033" y="59016"/>
                  </a:lnTo>
                  <a:lnTo>
                    <a:pt x="18033" y="59016"/>
                  </a:lnTo>
                  <a:lnTo>
                    <a:pt x="18033" y="60655"/>
                  </a:lnTo>
                  <a:lnTo>
                    <a:pt x="16393" y="60655"/>
                  </a:lnTo>
                  <a:lnTo>
                    <a:pt x="14754" y="60655"/>
                  </a:lnTo>
                  <a:lnTo>
                    <a:pt x="13114" y="60655"/>
                  </a:lnTo>
                  <a:lnTo>
                    <a:pt x="11475" y="59016"/>
                  </a:lnTo>
                  <a:lnTo>
                    <a:pt x="11475" y="59016"/>
                  </a:lnTo>
                  <a:lnTo>
                    <a:pt x="9836" y="57377"/>
                  </a:lnTo>
                  <a:lnTo>
                    <a:pt x="9836" y="55737"/>
                  </a:lnTo>
                  <a:lnTo>
                    <a:pt x="9836" y="55737"/>
                  </a:lnTo>
                  <a:lnTo>
                    <a:pt x="9836" y="54098"/>
                  </a:lnTo>
                  <a:lnTo>
                    <a:pt x="9836" y="54098"/>
                  </a:lnTo>
                  <a:lnTo>
                    <a:pt x="8197" y="52459"/>
                  </a:lnTo>
                  <a:lnTo>
                    <a:pt x="8197" y="50820"/>
                  </a:lnTo>
                  <a:lnTo>
                    <a:pt x="8197" y="50820"/>
                  </a:lnTo>
                  <a:lnTo>
                    <a:pt x="8197" y="50820"/>
                  </a:lnTo>
                  <a:lnTo>
                    <a:pt x="8197" y="50820"/>
                  </a:lnTo>
                  <a:lnTo>
                    <a:pt x="8197" y="49180"/>
                  </a:lnTo>
                  <a:lnTo>
                    <a:pt x="6557" y="47541"/>
                  </a:lnTo>
                  <a:lnTo>
                    <a:pt x="6557" y="47541"/>
                  </a:lnTo>
                  <a:lnTo>
                    <a:pt x="4918" y="47541"/>
                  </a:lnTo>
                  <a:lnTo>
                    <a:pt x="4918" y="47541"/>
                  </a:lnTo>
                  <a:lnTo>
                    <a:pt x="3278" y="45901"/>
                  </a:lnTo>
                  <a:lnTo>
                    <a:pt x="3278" y="45901"/>
                  </a:lnTo>
                  <a:lnTo>
                    <a:pt x="3278" y="45901"/>
                  </a:lnTo>
                  <a:lnTo>
                    <a:pt x="3278" y="45901"/>
                  </a:lnTo>
                  <a:lnTo>
                    <a:pt x="3278" y="44262"/>
                  </a:lnTo>
                  <a:lnTo>
                    <a:pt x="3278" y="44262"/>
                  </a:lnTo>
                  <a:lnTo>
                    <a:pt x="3278" y="44262"/>
                  </a:lnTo>
                  <a:lnTo>
                    <a:pt x="4918" y="44262"/>
                  </a:lnTo>
                  <a:lnTo>
                    <a:pt x="4918" y="44262"/>
                  </a:lnTo>
                  <a:lnTo>
                    <a:pt x="4918" y="45901"/>
                  </a:lnTo>
                  <a:lnTo>
                    <a:pt x="4918" y="45901"/>
                  </a:lnTo>
                  <a:lnTo>
                    <a:pt x="6557" y="47541"/>
                  </a:lnTo>
                  <a:lnTo>
                    <a:pt x="6557" y="47541"/>
                  </a:lnTo>
                  <a:lnTo>
                    <a:pt x="8197" y="47541"/>
                  </a:lnTo>
                  <a:lnTo>
                    <a:pt x="8197" y="47541"/>
                  </a:lnTo>
                  <a:lnTo>
                    <a:pt x="9836" y="47541"/>
                  </a:lnTo>
                  <a:lnTo>
                    <a:pt x="9836" y="47541"/>
                  </a:lnTo>
                  <a:lnTo>
                    <a:pt x="11475" y="47541"/>
                  </a:lnTo>
                  <a:lnTo>
                    <a:pt x="11475" y="49180"/>
                  </a:lnTo>
                  <a:lnTo>
                    <a:pt x="11475" y="49180"/>
                  </a:lnTo>
                  <a:lnTo>
                    <a:pt x="11475" y="49180"/>
                  </a:lnTo>
                  <a:lnTo>
                    <a:pt x="13114" y="49180"/>
                  </a:lnTo>
                  <a:lnTo>
                    <a:pt x="13114" y="49180"/>
                  </a:lnTo>
                  <a:lnTo>
                    <a:pt x="13114" y="47541"/>
                  </a:lnTo>
                  <a:lnTo>
                    <a:pt x="13114" y="47541"/>
                  </a:lnTo>
                  <a:lnTo>
                    <a:pt x="13114" y="45901"/>
                  </a:lnTo>
                  <a:lnTo>
                    <a:pt x="13114" y="44262"/>
                  </a:lnTo>
                  <a:lnTo>
                    <a:pt x="11475" y="44262"/>
                  </a:lnTo>
                  <a:lnTo>
                    <a:pt x="11475" y="42623"/>
                  </a:lnTo>
                  <a:lnTo>
                    <a:pt x="9836" y="42623"/>
                  </a:lnTo>
                  <a:lnTo>
                    <a:pt x="9836" y="40983"/>
                  </a:lnTo>
                  <a:lnTo>
                    <a:pt x="8197" y="40983"/>
                  </a:lnTo>
                  <a:lnTo>
                    <a:pt x="8197" y="40983"/>
                  </a:lnTo>
                  <a:lnTo>
                    <a:pt x="8197" y="40983"/>
                  </a:lnTo>
                  <a:lnTo>
                    <a:pt x="8197" y="42623"/>
                  </a:lnTo>
                  <a:lnTo>
                    <a:pt x="8197" y="42623"/>
                  </a:lnTo>
                  <a:lnTo>
                    <a:pt x="8197" y="42623"/>
                  </a:lnTo>
                  <a:lnTo>
                    <a:pt x="8197" y="42623"/>
                  </a:lnTo>
                  <a:lnTo>
                    <a:pt x="6557" y="42623"/>
                  </a:lnTo>
                  <a:lnTo>
                    <a:pt x="6557" y="42623"/>
                  </a:lnTo>
                  <a:lnTo>
                    <a:pt x="6557" y="40983"/>
                  </a:lnTo>
                  <a:lnTo>
                    <a:pt x="6557" y="40983"/>
                  </a:lnTo>
                  <a:lnTo>
                    <a:pt x="6557" y="39344"/>
                  </a:lnTo>
                  <a:lnTo>
                    <a:pt x="6557" y="39344"/>
                  </a:lnTo>
                  <a:lnTo>
                    <a:pt x="6557" y="37705"/>
                  </a:lnTo>
                  <a:lnTo>
                    <a:pt x="6557" y="37705"/>
                  </a:lnTo>
                  <a:lnTo>
                    <a:pt x="6557" y="37705"/>
                  </a:lnTo>
                  <a:lnTo>
                    <a:pt x="8197" y="36065"/>
                  </a:lnTo>
                  <a:lnTo>
                    <a:pt x="8197" y="36065"/>
                  </a:lnTo>
                  <a:lnTo>
                    <a:pt x="6557" y="36065"/>
                  </a:lnTo>
                  <a:lnTo>
                    <a:pt x="6557" y="34426"/>
                  </a:lnTo>
                  <a:lnTo>
                    <a:pt x="6557" y="34426"/>
                  </a:lnTo>
                  <a:lnTo>
                    <a:pt x="8197" y="34426"/>
                  </a:lnTo>
                  <a:lnTo>
                    <a:pt x="8197" y="32787"/>
                  </a:lnTo>
                  <a:lnTo>
                    <a:pt x="8197" y="32787"/>
                  </a:lnTo>
                  <a:lnTo>
                    <a:pt x="8197" y="32787"/>
                  </a:lnTo>
                  <a:lnTo>
                    <a:pt x="8197" y="32787"/>
                  </a:lnTo>
                  <a:lnTo>
                    <a:pt x="9836" y="31147"/>
                  </a:lnTo>
                  <a:lnTo>
                    <a:pt x="9836" y="31147"/>
                  </a:lnTo>
                  <a:lnTo>
                    <a:pt x="9836" y="31147"/>
                  </a:lnTo>
                  <a:lnTo>
                    <a:pt x="11475" y="31147"/>
                  </a:lnTo>
                  <a:lnTo>
                    <a:pt x="11475" y="31147"/>
                  </a:lnTo>
                  <a:lnTo>
                    <a:pt x="11475" y="31147"/>
                  </a:lnTo>
                  <a:lnTo>
                    <a:pt x="9836" y="29508"/>
                  </a:lnTo>
                  <a:lnTo>
                    <a:pt x="9836" y="29508"/>
                  </a:lnTo>
                  <a:lnTo>
                    <a:pt x="8197" y="29508"/>
                  </a:lnTo>
                  <a:lnTo>
                    <a:pt x="8197" y="29508"/>
                  </a:lnTo>
                  <a:lnTo>
                    <a:pt x="8197" y="29508"/>
                  </a:lnTo>
                  <a:lnTo>
                    <a:pt x="6557" y="31147"/>
                  </a:lnTo>
                  <a:lnTo>
                    <a:pt x="6557" y="31147"/>
                  </a:lnTo>
                  <a:lnTo>
                    <a:pt x="6557" y="31147"/>
                  </a:lnTo>
                  <a:lnTo>
                    <a:pt x="4918" y="31147"/>
                  </a:lnTo>
                  <a:lnTo>
                    <a:pt x="4918" y="32787"/>
                  </a:lnTo>
                  <a:lnTo>
                    <a:pt x="4918" y="32787"/>
                  </a:lnTo>
                  <a:lnTo>
                    <a:pt x="4918" y="32787"/>
                  </a:lnTo>
                  <a:lnTo>
                    <a:pt x="4918" y="34426"/>
                  </a:lnTo>
                  <a:lnTo>
                    <a:pt x="3278" y="34426"/>
                  </a:lnTo>
                  <a:lnTo>
                    <a:pt x="3278" y="32787"/>
                  </a:lnTo>
                  <a:lnTo>
                    <a:pt x="1639" y="32787"/>
                  </a:lnTo>
                  <a:lnTo>
                    <a:pt x="1639" y="32787"/>
                  </a:lnTo>
                  <a:lnTo>
                    <a:pt x="1639" y="31147"/>
                  </a:lnTo>
                  <a:lnTo>
                    <a:pt x="1639" y="29508"/>
                  </a:lnTo>
                  <a:lnTo>
                    <a:pt x="1639" y="29508"/>
                  </a:lnTo>
                  <a:lnTo>
                    <a:pt x="1639" y="29508"/>
                  </a:lnTo>
                  <a:lnTo>
                    <a:pt x="3278" y="29508"/>
                  </a:lnTo>
                  <a:lnTo>
                    <a:pt x="3278" y="27869"/>
                  </a:lnTo>
                  <a:lnTo>
                    <a:pt x="4918" y="27869"/>
                  </a:lnTo>
                  <a:lnTo>
                    <a:pt x="4918" y="27869"/>
                  </a:lnTo>
                  <a:lnTo>
                    <a:pt x="4918" y="27869"/>
                  </a:lnTo>
                  <a:lnTo>
                    <a:pt x="4918" y="26229"/>
                  </a:lnTo>
                  <a:lnTo>
                    <a:pt x="4918" y="26229"/>
                  </a:lnTo>
                  <a:lnTo>
                    <a:pt x="4918" y="24590"/>
                  </a:lnTo>
                  <a:lnTo>
                    <a:pt x="4918" y="24590"/>
                  </a:lnTo>
                  <a:lnTo>
                    <a:pt x="4918" y="24590"/>
                  </a:lnTo>
                  <a:lnTo>
                    <a:pt x="3278" y="24590"/>
                  </a:lnTo>
                  <a:lnTo>
                    <a:pt x="3278" y="22951"/>
                  </a:lnTo>
                  <a:lnTo>
                    <a:pt x="1639" y="22951"/>
                  </a:lnTo>
                  <a:lnTo>
                    <a:pt x="1639" y="22951"/>
                  </a:lnTo>
                  <a:lnTo>
                    <a:pt x="1639" y="21311"/>
                  </a:lnTo>
                  <a:lnTo>
                    <a:pt x="0" y="21311"/>
                  </a:lnTo>
                  <a:lnTo>
                    <a:pt x="0" y="21311"/>
                  </a:lnTo>
                  <a:lnTo>
                    <a:pt x="1639" y="19672"/>
                  </a:lnTo>
                  <a:lnTo>
                    <a:pt x="1639" y="19672"/>
                  </a:lnTo>
                  <a:lnTo>
                    <a:pt x="1639" y="18033"/>
                  </a:lnTo>
                  <a:lnTo>
                    <a:pt x="1639" y="18033"/>
                  </a:lnTo>
                  <a:lnTo>
                    <a:pt x="1639" y="18033"/>
                  </a:lnTo>
                  <a:lnTo>
                    <a:pt x="1639" y="16393"/>
                  </a:lnTo>
                  <a:lnTo>
                    <a:pt x="1639" y="16393"/>
                  </a:lnTo>
                  <a:lnTo>
                    <a:pt x="1639" y="16393"/>
                  </a:lnTo>
                  <a:lnTo>
                    <a:pt x="0" y="16393"/>
                  </a:lnTo>
                  <a:lnTo>
                    <a:pt x="0" y="14754"/>
                  </a:lnTo>
                  <a:lnTo>
                    <a:pt x="0" y="14754"/>
                  </a:lnTo>
                  <a:lnTo>
                    <a:pt x="0" y="14754"/>
                  </a:lnTo>
                  <a:lnTo>
                    <a:pt x="0" y="14754"/>
                  </a:lnTo>
                  <a:lnTo>
                    <a:pt x="0" y="13115"/>
                  </a:lnTo>
                  <a:lnTo>
                    <a:pt x="0" y="13115"/>
                  </a:lnTo>
                  <a:lnTo>
                    <a:pt x="0" y="13115"/>
                  </a:lnTo>
                  <a:lnTo>
                    <a:pt x="0" y="11475"/>
                  </a:lnTo>
                  <a:lnTo>
                    <a:pt x="0" y="11475"/>
                  </a:lnTo>
                  <a:lnTo>
                    <a:pt x="1639" y="11475"/>
                  </a:lnTo>
                  <a:lnTo>
                    <a:pt x="1639" y="11475"/>
                  </a:lnTo>
                  <a:lnTo>
                    <a:pt x="3278" y="9836"/>
                  </a:lnTo>
                  <a:lnTo>
                    <a:pt x="3278" y="9836"/>
                  </a:lnTo>
                  <a:lnTo>
                    <a:pt x="1639" y="9836"/>
                  </a:lnTo>
                  <a:lnTo>
                    <a:pt x="1639" y="8197"/>
                  </a:lnTo>
                  <a:lnTo>
                    <a:pt x="3278" y="8197"/>
                  </a:lnTo>
                  <a:lnTo>
                    <a:pt x="4918" y="8197"/>
                  </a:lnTo>
                  <a:lnTo>
                    <a:pt x="4918" y="6557"/>
                  </a:lnTo>
                  <a:lnTo>
                    <a:pt x="4918" y="6557"/>
                  </a:lnTo>
                  <a:lnTo>
                    <a:pt x="4918" y="8197"/>
                  </a:lnTo>
                  <a:lnTo>
                    <a:pt x="6557" y="8197"/>
                  </a:lnTo>
                  <a:lnTo>
                    <a:pt x="6557" y="6557"/>
                  </a:lnTo>
                  <a:lnTo>
                    <a:pt x="6557" y="6557"/>
                  </a:lnTo>
                  <a:lnTo>
                    <a:pt x="4918" y="4918"/>
                  </a:lnTo>
                  <a:lnTo>
                    <a:pt x="4918" y="4918"/>
                  </a:lnTo>
                  <a:lnTo>
                    <a:pt x="3278" y="4918"/>
                  </a:lnTo>
                  <a:lnTo>
                    <a:pt x="3278" y="4918"/>
                  </a:lnTo>
                  <a:lnTo>
                    <a:pt x="3278" y="4918"/>
                  </a:lnTo>
                  <a:lnTo>
                    <a:pt x="4918" y="4918"/>
                  </a:lnTo>
                  <a:lnTo>
                    <a:pt x="4918" y="3279"/>
                  </a:lnTo>
                  <a:lnTo>
                    <a:pt x="3278" y="3279"/>
                  </a:lnTo>
                  <a:lnTo>
                    <a:pt x="3278" y="1639"/>
                  </a:lnTo>
                  <a:lnTo>
                    <a:pt x="3278" y="1639"/>
                  </a:lnTo>
                  <a:lnTo>
                    <a:pt x="3278" y="1639"/>
                  </a:lnTo>
                  <a:lnTo>
                    <a:pt x="4918" y="0"/>
                  </a:lnTo>
                  <a:lnTo>
                    <a:pt x="4918" y="0"/>
                  </a:lnTo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68" name="Freeform 4567">
              <a:extLst>
                <a:ext uri="{FF2B5EF4-FFF2-40B4-BE49-F238E27FC236}">
                  <a16:creationId xmlns:a16="http://schemas.microsoft.com/office/drawing/2014/main" id="{9FBA6F9B-2E04-9841-8C8A-9407C8DADBC7}"/>
                </a:ext>
              </a:extLst>
            </p:cNvPr>
            <p:cNvSpPr/>
            <p:nvPr/>
          </p:nvSpPr>
          <p:spPr>
            <a:xfrm>
              <a:off x="7433698" y="2118185"/>
              <a:ext cx="26229" cy="49180"/>
            </a:xfrm>
            <a:custGeom>
              <a:avLst/>
              <a:gdLst>
                <a:gd name="connsiteX0" fmla="*/ 26229 w 26229"/>
                <a:gd name="connsiteY0" fmla="*/ 14754 h 49180"/>
                <a:gd name="connsiteX1" fmla="*/ 26229 w 26229"/>
                <a:gd name="connsiteY1" fmla="*/ 14754 h 49180"/>
                <a:gd name="connsiteX2" fmla="*/ 26229 w 26229"/>
                <a:gd name="connsiteY2" fmla="*/ 18033 h 49180"/>
                <a:gd name="connsiteX3" fmla="*/ 26229 w 26229"/>
                <a:gd name="connsiteY3" fmla="*/ 18033 h 49180"/>
                <a:gd name="connsiteX4" fmla="*/ 26229 w 26229"/>
                <a:gd name="connsiteY4" fmla="*/ 19672 h 49180"/>
                <a:gd name="connsiteX5" fmla="*/ 26229 w 26229"/>
                <a:gd name="connsiteY5" fmla="*/ 21311 h 49180"/>
                <a:gd name="connsiteX6" fmla="*/ 26229 w 26229"/>
                <a:gd name="connsiteY6" fmla="*/ 22951 h 49180"/>
                <a:gd name="connsiteX7" fmla="*/ 24590 w 26229"/>
                <a:gd name="connsiteY7" fmla="*/ 24590 h 49180"/>
                <a:gd name="connsiteX8" fmla="*/ 24590 w 26229"/>
                <a:gd name="connsiteY8" fmla="*/ 26229 h 49180"/>
                <a:gd name="connsiteX9" fmla="*/ 24590 w 26229"/>
                <a:gd name="connsiteY9" fmla="*/ 27869 h 49180"/>
                <a:gd name="connsiteX10" fmla="*/ 24590 w 26229"/>
                <a:gd name="connsiteY10" fmla="*/ 29508 h 49180"/>
                <a:gd name="connsiteX11" fmla="*/ 22951 w 26229"/>
                <a:gd name="connsiteY11" fmla="*/ 31148 h 49180"/>
                <a:gd name="connsiteX12" fmla="*/ 22951 w 26229"/>
                <a:gd name="connsiteY12" fmla="*/ 32787 h 49180"/>
                <a:gd name="connsiteX13" fmla="*/ 22951 w 26229"/>
                <a:gd name="connsiteY13" fmla="*/ 32787 h 49180"/>
                <a:gd name="connsiteX14" fmla="*/ 21311 w 26229"/>
                <a:gd name="connsiteY14" fmla="*/ 32787 h 49180"/>
                <a:gd name="connsiteX15" fmla="*/ 21311 w 26229"/>
                <a:gd name="connsiteY15" fmla="*/ 34426 h 49180"/>
                <a:gd name="connsiteX16" fmla="*/ 21311 w 26229"/>
                <a:gd name="connsiteY16" fmla="*/ 34426 h 49180"/>
                <a:gd name="connsiteX17" fmla="*/ 21311 w 26229"/>
                <a:gd name="connsiteY17" fmla="*/ 32787 h 49180"/>
                <a:gd name="connsiteX18" fmla="*/ 21311 w 26229"/>
                <a:gd name="connsiteY18" fmla="*/ 32787 h 49180"/>
                <a:gd name="connsiteX19" fmla="*/ 21311 w 26229"/>
                <a:gd name="connsiteY19" fmla="*/ 31148 h 49180"/>
                <a:gd name="connsiteX20" fmla="*/ 21311 w 26229"/>
                <a:gd name="connsiteY20" fmla="*/ 31148 h 49180"/>
                <a:gd name="connsiteX21" fmla="*/ 19672 w 26229"/>
                <a:gd name="connsiteY21" fmla="*/ 31148 h 49180"/>
                <a:gd name="connsiteX22" fmla="*/ 19672 w 26229"/>
                <a:gd name="connsiteY22" fmla="*/ 32787 h 49180"/>
                <a:gd name="connsiteX23" fmla="*/ 19672 w 26229"/>
                <a:gd name="connsiteY23" fmla="*/ 32787 h 49180"/>
                <a:gd name="connsiteX24" fmla="*/ 21311 w 26229"/>
                <a:gd name="connsiteY24" fmla="*/ 34426 h 49180"/>
                <a:gd name="connsiteX25" fmla="*/ 21311 w 26229"/>
                <a:gd name="connsiteY25" fmla="*/ 36065 h 49180"/>
                <a:gd name="connsiteX26" fmla="*/ 21311 w 26229"/>
                <a:gd name="connsiteY26" fmla="*/ 36065 h 49180"/>
                <a:gd name="connsiteX27" fmla="*/ 22951 w 26229"/>
                <a:gd name="connsiteY27" fmla="*/ 37705 h 49180"/>
                <a:gd name="connsiteX28" fmla="*/ 22951 w 26229"/>
                <a:gd name="connsiteY28" fmla="*/ 39344 h 49180"/>
                <a:gd name="connsiteX29" fmla="*/ 24590 w 26229"/>
                <a:gd name="connsiteY29" fmla="*/ 40983 h 49180"/>
                <a:gd name="connsiteX30" fmla="*/ 24590 w 26229"/>
                <a:gd name="connsiteY30" fmla="*/ 42623 h 49180"/>
                <a:gd name="connsiteX31" fmla="*/ 24590 w 26229"/>
                <a:gd name="connsiteY31" fmla="*/ 42623 h 49180"/>
                <a:gd name="connsiteX32" fmla="*/ 24590 w 26229"/>
                <a:gd name="connsiteY32" fmla="*/ 44262 h 49180"/>
                <a:gd name="connsiteX33" fmla="*/ 24590 w 26229"/>
                <a:gd name="connsiteY33" fmla="*/ 42623 h 49180"/>
                <a:gd name="connsiteX34" fmla="*/ 24590 w 26229"/>
                <a:gd name="connsiteY34" fmla="*/ 42623 h 49180"/>
                <a:gd name="connsiteX35" fmla="*/ 24590 w 26229"/>
                <a:gd name="connsiteY35" fmla="*/ 42623 h 49180"/>
                <a:gd name="connsiteX36" fmla="*/ 22951 w 26229"/>
                <a:gd name="connsiteY36" fmla="*/ 40983 h 49180"/>
                <a:gd name="connsiteX37" fmla="*/ 22951 w 26229"/>
                <a:gd name="connsiteY37" fmla="*/ 39344 h 49180"/>
                <a:gd name="connsiteX38" fmla="*/ 22951 w 26229"/>
                <a:gd name="connsiteY38" fmla="*/ 40983 h 49180"/>
                <a:gd name="connsiteX39" fmla="*/ 22951 w 26229"/>
                <a:gd name="connsiteY39" fmla="*/ 42623 h 49180"/>
                <a:gd name="connsiteX40" fmla="*/ 22951 w 26229"/>
                <a:gd name="connsiteY40" fmla="*/ 42623 h 49180"/>
                <a:gd name="connsiteX41" fmla="*/ 21311 w 26229"/>
                <a:gd name="connsiteY41" fmla="*/ 42623 h 49180"/>
                <a:gd name="connsiteX42" fmla="*/ 21311 w 26229"/>
                <a:gd name="connsiteY42" fmla="*/ 40983 h 49180"/>
                <a:gd name="connsiteX43" fmla="*/ 19672 w 26229"/>
                <a:gd name="connsiteY43" fmla="*/ 40983 h 49180"/>
                <a:gd name="connsiteX44" fmla="*/ 19672 w 26229"/>
                <a:gd name="connsiteY44" fmla="*/ 39344 h 49180"/>
                <a:gd name="connsiteX45" fmla="*/ 18033 w 26229"/>
                <a:gd name="connsiteY45" fmla="*/ 39344 h 49180"/>
                <a:gd name="connsiteX46" fmla="*/ 18033 w 26229"/>
                <a:gd name="connsiteY46" fmla="*/ 40983 h 49180"/>
                <a:gd name="connsiteX47" fmla="*/ 18033 w 26229"/>
                <a:gd name="connsiteY47" fmla="*/ 42623 h 49180"/>
                <a:gd name="connsiteX48" fmla="*/ 18033 w 26229"/>
                <a:gd name="connsiteY48" fmla="*/ 42623 h 49180"/>
                <a:gd name="connsiteX49" fmla="*/ 18033 w 26229"/>
                <a:gd name="connsiteY49" fmla="*/ 44262 h 49180"/>
                <a:gd name="connsiteX50" fmla="*/ 18033 w 26229"/>
                <a:gd name="connsiteY50" fmla="*/ 44262 h 49180"/>
                <a:gd name="connsiteX51" fmla="*/ 18033 w 26229"/>
                <a:gd name="connsiteY51" fmla="*/ 45901 h 49180"/>
                <a:gd name="connsiteX52" fmla="*/ 18033 w 26229"/>
                <a:gd name="connsiteY52" fmla="*/ 45901 h 49180"/>
                <a:gd name="connsiteX53" fmla="*/ 18033 w 26229"/>
                <a:gd name="connsiteY53" fmla="*/ 47541 h 49180"/>
                <a:gd name="connsiteX54" fmla="*/ 18033 w 26229"/>
                <a:gd name="connsiteY54" fmla="*/ 47541 h 49180"/>
                <a:gd name="connsiteX55" fmla="*/ 18033 w 26229"/>
                <a:gd name="connsiteY55" fmla="*/ 49180 h 49180"/>
                <a:gd name="connsiteX56" fmla="*/ 16393 w 26229"/>
                <a:gd name="connsiteY56" fmla="*/ 49180 h 49180"/>
                <a:gd name="connsiteX57" fmla="*/ 14754 w 26229"/>
                <a:gd name="connsiteY57" fmla="*/ 49180 h 49180"/>
                <a:gd name="connsiteX58" fmla="*/ 13114 w 26229"/>
                <a:gd name="connsiteY58" fmla="*/ 49180 h 49180"/>
                <a:gd name="connsiteX59" fmla="*/ 11475 w 26229"/>
                <a:gd name="connsiteY59" fmla="*/ 47541 h 49180"/>
                <a:gd name="connsiteX60" fmla="*/ 11475 w 26229"/>
                <a:gd name="connsiteY60" fmla="*/ 47541 h 49180"/>
                <a:gd name="connsiteX61" fmla="*/ 9836 w 26229"/>
                <a:gd name="connsiteY61" fmla="*/ 45901 h 49180"/>
                <a:gd name="connsiteX62" fmla="*/ 9836 w 26229"/>
                <a:gd name="connsiteY62" fmla="*/ 44262 h 49180"/>
                <a:gd name="connsiteX63" fmla="*/ 9836 w 26229"/>
                <a:gd name="connsiteY63" fmla="*/ 44262 h 49180"/>
                <a:gd name="connsiteX64" fmla="*/ 9836 w 26229"/>
                <a:gd name="connsiteY64" fmla="*/ 42623 h 49180"/>
                <a:gd name="connsiteX65" fmla="*/ 9836 w 26229"/>
                <a:gd name="connsiteY65" fmla="*/ 42623 h 49180"/>
                <a:gd name="connsiteX66" fmla="*/ 8197 w 26229"/>
                <a:gd name="connsiteY66" fmla="*/ 40983 h 49180"/>
                <a:gd name="connsiteX67" fmla="*/ 8197 w 26229"/>
                <a:gd name="connsiteY67" fmla="*/ 39344 h 49180"/>
                <a:gd name="connsiteX68" fmla="*/ 8197 w 26229"/>
                <a:gd name="connsiteY68" fmla="*/ 39344 h 49180"/>
                <a:gd name="connsiteX69" fmla="*/ 8197 w 26229"/>
                <a:gd name="connsiteY69" fmla="*/ 39344 h 49180"/>
                <a:gd name="connsiteX70" fmla="*/ 8197 w 26229"/>
                <a:gd name="connsiteY70" fmla="*/ 39344 h 49180"/>
                <a:gd name="connsiteX71" fmla="*/ 8197 w 26229"/>
                <a:gd name="connsiteY71" fmla="*/ 37705 h 49180"/>
                <a:gd name="connsiteX72" fmla="*/ 6557 w 26229"/>
                <a:gd name="connsiteY72" fmla="*/ 36065 h 49180"/>
                <a:gd name="connsiteX73" fmla="*/ 6557 w 26229"/>
                <a:gd name="connsiteY73" fmla="*/ 36065 h 49180"/>
                <a:gd name="connsiteX74" fmla="*/ 4918 w 26229"/>
                <a:gd name="connsiteY74" fmla="*/ 36065 h 49180"/>
                <a:gd name="connsiteX75" fmla="*/ 4918 w 26229"/>
                <a:gd name="connsiteY75" fmla="*/ 36065 h 49180"/>
                <a:gd name="connsiteX76" fmla="*/ 3278 w 26229"/>
                <a:gd name="connsiteY76" fmla="*/ 34426 h 49180"/>
                <a:gd name="connsiteX77" fmla="*/ 3278 w 26229"/>
                <a:gd name="connsiteY77" fmla="*/ 34426 h 49180"/>
                <a:gd name="connsiteX78" fmla="*/ 3278 w 26229"/>
                <a:gd name="connsiteY78" fmla="*/ 34426 h 49180"/>
                <a:gd name="connsiteX79" fmla="*/ 3278 w 26229"/>
                <a:gd name="connsiteY79" fmla="*/ 34426 h 49180"/>
                <a:gd name="connsiteX80" fmla="*/ 3278 w 26229"/>
                <a:gd name="connsiteY80" fmla="*/ 32787 h 49180"/>
                <a:gd name="connsiteX81" fmla="*/ 3278 w 26229"/>
                <a:gd name="connsiteY81" fmla="*/ 32787 h 49180"/>
                <a:gd name="connsiteX82" fmla="*/ 3278 w 26229"/>
                <a:gd name="connsiteY82" fmla="*/ 32787 h 49180"/>
                <a:gd name="connsiteX83" fmla="*/ 4918 w 26229"/>
                <a:gd name="connsiteY83" fmla="*/ 32787 h 49180"/>
                <a:gd name="connsiteX84" fmla="*/ 4918 w 26229"/>
                <a:gd name="connsiteY84" fmla="*/ 32787 h 49180"/>
                <a:gd name="connsiteX85" fmla="*/ 4918 w 26229"/>
                <a:gd name="connsiteY85" fmla="*/ 34426 h 49180"/>
                <a:gd name="connsiteX86" fmla="*/ 4918 w 26229"/>
                <a:gd name="connsiteY86" fmla="*/ 34426 h 49180"/>
                <a:gd name="connsiteX87" fmla="*/ 6557 w 26229"/>
                <a:gd name="connsiteY87" fmla="*/ 36065 h 49180"/>
                <a:gd name="connsiteX88" fmla="*/ 6557 w 26229"/>
                <a:gd name="connsiteY88" fmla="*/ 36065 h 49180"/>
                <a:gd name="connsiteX89" fmla="*/ 8197 w 26229"/>
                <a:gd name="connsiteY89" fmla="*/ 36065 h 49180"/>
                <a:gd name="connsiteX90" fmla="*/ 8197 w 26229"/>
                <a:gd name="connsiteY90" fmla="*/ 36065 h 49180"/>
                <a:gd name="connsiteX91" fmla="*/ 9836 w 26229"/>
                <a:gd name="connsiteY91" fmla="*/ 36065 h 49180"/>
                <a:gd name="connsiteX92" fmla="*/ 9836 w 26229"/>
                <a:gd name="connsiteY92" fmla="*/ 36065 h 49180"/>
                <a:gd name="connsiteX93" fmla="*/ 11475 w 26229"/>
                <a:gd name="connsiteY93" fmla="*/ 36065 h 49180"/>
                <a:gd name="connsiteX94" fmla="*/ 11475 w 26229"/>
                <a:gd name="connsiteY94" fmla="*/ 37705 h 49180"/>
                <a:gd name="connsiteX95" fmla="*/ 11475 w 26229"/>
                <a:gd name="connsiteY95" fmla="*/ 37705 h 49180"/>
                <a:gd name="connsiteX96" fmla="*/ 11475 w 26229"/>
                <a:gd name="connsiteY96" fmla="*/ 37705 h 49180"/>
                <a:gd name="connsiteX97" fmla="*/ 13114 w 26229"/>
                <a:gd name="connsiteY97" fmla="*/ 37705 h 49180"/>
                <a:gd name="connsiteX98" fmla="*/ 13114 w 26229"/>
                <a:gd name="connsiteY98" fmla="*/ 37705 h 49180"/>
                <a:gd name="connsiteX99" fmla="*/ 13114 w 26229"/>
                <a:gd name="connsiteY99" fmla="*/ 36065 h 49180"/>
                <a:gd name="connsiteX100" fmla="*/ 13114 w 26229"/>
                <a:gd name="connsiteY100" fmla="*/ 36065 h 49180"/>
                <a:gd name="connsiteX101" fmla="*/ 13114 w 26229"/>
                <a:gd name="connsiteY101" fmla="*/ 34426 h 49180"/>
                <a:gd name="connsiteX102" fmla="*/ 13114 w 26229"/>
                <a:gd name="connsiteY102" fmla="*/ 32787 h 49180"/>
                <a:gd name="connsiteX103" fmla="*/ 11475 w 26229"/>
                <a:gd name="connsiteY103" fmla="*/ 32787 h 49180"/>
                <a:gd name="connsiteX104" fmla="*/ 11475 w 26229"/>
                <a:gd name="connsiteY104" fmla="*/ 31148 h 49180"/>
                <a:gd name="connsiteX105" fmla="*/ 9836 w 26229"/>
                <a:gd name="connsiteY105" fmla="*/ 31148 h 49180"/>
                <a:gd name="connsiteX106" fmla="*/ 9836 w 26229"/>
                <a:gd name="connsiteY106" fmla="*/ 29508 h 49180"/>
                <a:gd name="connsiteX107" fmla="*/ 8197 w 26229"/>
                <a:gd name="connsiteY107" fmla="*/ 29508 h 49180"/>
                <a:gd name="connsiteX108" fmla="*/ 8197 w 26229"/>
                <a:gd name="connsiteY108" fmla="*/ 29508 h 49180"/>
                <a:gd name="connsiteX109" fmla="*/ 8197 w 26229"/>
                <a:gd name="connsiteY109" fmla="*/ 29508 h 49180"/>
                <a:gd name="connsiteX110" fmla="*/ 8197 w 26229"/>
                <a:gd name="connsiteY110" fmla="*/ 31148 h 49180"/>
                <a:gd name="connsiteX111" fmla="*/ 8197 w 26229"/>
                <a:gd name="connsiteY111" fmla="*/ 31148 h 49180"/>
                <a:gd name="connsiteX112" fmla="*/ 8197 w 26229"/>
                <a:gd name="connsiteY112" fmla="*/ 31148 h 49180"/>
                <a:gd name="connsiteX113" fmla="*/ 8197 w 26229"/>
                <a:gd name="connsiteY113" fmla="*/ 31148 h 49180"/>
                <a:gd name="connsiteX114" fmla="*/ 6557 w 26229"/>
                <a:gd name="connsiteY114" fmla="*/ 31148 h 49180"/>
                <a:gd name="connsiteX115" fmla="*/ 6557 w 26229"/>
                <a:gd name="connsiteY115" fmla="*/ 31148 h 49180"/>
                <a:gd name="connsiteX116" fmla="*/ 6557 w 26229"/>
                <a:gd name="connsiteY116" fmla="*/ 29508 h 49180"/>
                <a:gd name="connsiteX117" fmla="*/ 6557 w 26229"/>
                <a:gd name="connsiteY117" fmla="*/ 29508 h 49180"/>
                <a:gd name="connsiteX118" fmla="*/ 6557 w 26229"/>
                <a:gd name="connsiteY118" fmla="*/ 27869 h 49180"/>
                <a:gd name="connsiteX119" fmla="*/ 6557 w 26229"/>
                <a:gd name="connsiteY119" fmla="*/ 27869 h 49180"/>
                <a:gd name="connsiteX120" fmla="*/ 6557 w 26229"/>
                <a:gd name="connsiteY120" fmla="*/ 26229 h 49180"/>
                <a:gd name="connsiteX121" fmla="*/ 6557 w 26229"/>
                <a:gd name="connsiteY121" fmla="*/ 26229 h 49180"/>
                <a:gd name="connsiteX122" fmla="*/ 6557 w 26229"/>
                <a:gd name="connsiteY122" fmla="*/ 26229 h 49180"/>
                <a:gd name="connsiteX123" fmla="*/ 8197 w 26229"/>
                <a:gd name="connsiteY123" fmla="*/ 24590 h 49180"/>
                <a:gd name="connsiteX124" fmla="*/ 8197 w 26229"/>
                <a:gd name="connsiteY124" fmla="*/ 24590 h 49180"/>
                <a:gd name="connsiteX125" fmla="*/ 6557 w 26229"/>
                <a:gd name="connsiteY125" fmla="*/ 24590 h 49180"/>
                <a:gd name="connsiteX126" fmla="*/ 6557 w 26229"/>
                <a:gd name="connsiteY126" fmla="*/ 22951 h 49180"/>
                <a:gd name="connsiteX127" fmla="*/ 6557 w 26229"/>
                <a:gd name="connsiteY127" fmla="*/ 22951 h 49180"/>
                <a:gd name="connsiteX128" fmla="*/ 8197 w 26229"/>
                <a:gd name="connsiteY128" fmla="*/ 22951 h 49180"/>
                <a:gd name="connsiteX129" fmla="*/ 8197 w 26229"/>
                <a:gd name="connsiteY129" fmla="*/ 21311 h 49180"/>
                <a:gd name="connsiteX130" fmla="*/ 8197 w 26229"/>
                <a:gd name="connsiteY130" fmla="*/ 21311 h 49180"/>
                <a:gd name="connsiteX131" fmla="*/ 8197 w 26229"/>
                <a:gd name="connsiteY131" fmla="*/ 21311 h 49180"/>
                <a:gd name="connsiteX132" fmla="*/ 8197 w 26229"/>
                <a:gd name="connsiteY132" fmla="*/ 21311 h 49180"/>
                <a:gd name="connsiteX133" fmla="*/ 9836 w 26229"/>
                <a:gd name="connsiteY133" fmla="*/ 19672 h 49180"/>
                <a:gd name="connsiteX134" fmla="*/ 9836 w 26229"/>
                <a:gd name="connsiteY134" fmla="*/ 19672 h 49180"/>
                <a:gd name="connsiteX135" fmla="*/ 9836 w 26229"/>
                <a:gd name="connsiteY135" fmla="*/ 19672 h 49180"/>
                <a:gd name="connsiteX136" fmla="*/ 11475 w 26229"/>
                <a:gd name="connsiteY136" fmla="*/ 19672 h 49180"/>
                <a:gd name="connsiteX137" fmla="*/ 11475 w 26229"/>
                <a:gd name="connsiteY137" fmla="*/ 19672 h 49180"/>
                <a:gd name="connsiteX138" fmla="*/ 11475 w 26229"/>
                <a:gd name="connsiteY138" fmla="*/ 19672 h 49180"/>
                <a:gd name="connsiteX139" fmla="*/ 9836 w 26229"/>
                <a:gd name="connsiteY139" fmla="*/ 18033 h 49180"/>
                <a:gd name="connsiteX140" fmla="*/ 9836 w 26229"/>
                <a:gd name="connsiteY140" fmla="*/ 18033 h 49180"/>
                <a:gd name="connsiteX141" fmla="*/ 8197 w 26229"/>
                <a:gd name="connsiteY141" fmla="*/ 18033 h 49180"/>
                <a:gd name="connsiteX142" fmla="*/ 8197 w 26229"/>
                <a:gd name="connsiteY142" fmla="*/ 18033 h 49180"/>
                <a:gd name="connsiteX143" fmla="*/ 8197 w 26229"/>
                <a:gd name="connsiteY143" fmla="*/ 18033 h 49180"/>
                <a:gd name="connsiteX144" fmla="*/ 6557 w 26229"/>
                <a:gd name="connsiteY144" fmla="*/ 19672 h 49180"/>
                <a:gd name="connsiteX145" fmla="*/ 6557 w 26229"/>
                <a:gd name="connsiteY145" fmla="*/ 19672 h 49180"/>
                <a:gd name="connsiteX146" fmla="*/ 6557 w 26229"/>
                <a:gd name="connsiteY146" fmla="*/ 19672 h 49180"/>
                <a:gd name="connsiteX147" fmla="*/ 4918 w 26229"/>
                <a:gd name="connsiteY147" fmla="*/ 19672 h 49180"/>
                <a:gd name="connsiteX148" fmla="*/ 4918 w 26229"/>
                <a:gd name="connsiteY148" fmla="*/ 21311 h 49180"/>
                <a:gd name="connsiteX149" fmla="*/ 4918 w 26229"/>
                <a:gd name="connsiteY149" fmla="*/ 21311 h 49180"/>
                <a:gd name="connsiteX150" fmla="*/ 4918 w 26229"/>
                <a:gd name="connsiteY150" fmla="*/ 21311 h 49180"/>
                <a:gd name="connsiteX151" fmla="*/ 4918 w 26229"/>
                <a:gd name="connsiteY151" fmla="*/ 22951 h 49180"/>
                <a:gd name="connsiteX152" fmla="*/ 3278 w 26229"/>
                <a:gd name="connsiteY152" fmla="*/ 22951 h 49180"/>
                <a:gd name="connsiteX153" fmla="*/ 3278 w 26229"/>
                <a:gd name="connsiteY153" fmla="*/ 21311 h 49180"/>
                <a:gd name="connsiteX154" fmla="*/ 1639 w 26229"/>
                <a:gd name="connsiteY154" fmla="*/ 21311 h 49180"/>
                <a:gd name="connsiteX155" fmla="*/ 1639 w 26229"/>
                <a:gd name="connsiteY155" fmla="*/ 21311 h 49180"/>
                <a:gd name="connsiteX156" fmla="*/ 1639 w 26229"/>
                <a:gd name="connsiteY156" fmla="*/ 19672 h 49180"/>
                <a:gd name="connsiteX157" fmla="*/ 1639 w 26229"/>
                <a:gd name="connsiteY157" fmla="*/ 18033 h 49180"/>
                <a:gd name="connsiteX158" fmla="*/ 1639 w 26229"/>
                <a:gd name="connsiteY158" fmla="*/ 18033 h 49180"/>
                <a:gd name="connsiteX159" fmla="*/ 1639 w 26229"/>
                <a:gd name="connsiteY159" fmla="*/ 18033 h 49180"/>
                <a:gd name="connsiteX160" fmla="*/ 3278 w 26229"/>
                <a:gd name="connsiteY160" fmla="*/ 18033 h 49180"/>
                <a:gd name="connsiteX161" fmla="*/ 3278 w 26229"/>
                <a:gd name="connsiteY161" fmla="*/ 16393 h 49180"/>
                <a:gd name="connsiteX162" fmla="*/ 4918 w 26229"/>
                <a:gd name="connsiteY162" fmla="*/ 16393 h 49180"/>
                <a:gd name="connsiteX163" fmla="*/ 4918 w 26229"/>
                <a:gd name="connsiteY163" fmla="*/ 16393 h 49180"/>
                <a:gd name="connsiteX164" fmla="*/ 4918 w 26229"/>
                <a:gd name="connsiteY164" fmla="*/ 16393 h 49180"/>
                <a:gd name="connsiteX165" fmla="*/ 4918 w 26229"/>
                <a:gd name="connsiteY165" fmla="*/ 14754 h 49180"/>
                <a:gd name="connsiteX166" fmla="*/ 4918 w 26229"/>
                <a:gd name="connsiteY166" fmla="*/ 14754 h 49180"/>
                <a:gd name="connsiteX167" fmla="*/ 4918 w 26229"/>
                <a:gd name="connsiteY167" fmla="*/ 13115 h 49180"/>
                <a:gd name="connsiteX168" fmla="*/ 4918 w 26229"/>
                <a:gd name="connsiteY168" fmla="*/ 13115 h 49180"/>
                <a:gd name="connsiteX169" fmla="*/ 4918 w 26229"/>
                <a:gd name="connsiteY169" fmla="*/ 13115 h 49180"/>
                <a:gd name="connsiteX170" fmla="*/ 3278 w 26229"/>
                <a:gd name="connsiteY170" fmla="*/ 13115 h 49180"/>
                <a:gd name="connsiteX171" fmla="*/ 3278 w 26229"/>
                <a:gd name="connsiteY171" fmla="*/ 11475 h 49180"/>
                <a:gd name="connsiteX172" fmla="*/ 1639 w 26229"/>
                <a:gd name="connsiteY172" fmla="*/ 11475 h 49180"/>
                <a:gd name="connsiteX173" fmla="*/ 1639 w 26229"/>
                <a:gd name="connsiteY173" fmla="*/ 11475 h 49180"/>
                <a:gd name="connsiteX174" fmla="*/ 1639 w 26229"/>
                <a:gd name="connsiteY174" fmla="*/ 9836 h 49180"/>
                <a:gd name="connsiteX175" fmla="*/ 0 w 26229"/>
                <a:gd name="connsiteY175" fmla="*/ 9836 h 49180"/>
                <a:gd name="connsiteX176" fmla="*/ 0 w 26229"/>
                <a:gd name="connsiteY176" fmla="*/ 9836 h 49180"/>
                <a:gd name="connsiteX177" fmla="*/ 1639 w 26229"/>
                <a:gd name="connsiteY177" fmla="*/ 8197 h 49180"/>
                <a:gd name="connsiteX178" fmla="*/ 1639 w 26229"/>
                <a:gd name="connsiteY178" fmla="*/ 8197 h 49180"/>
                <a:gd name="connsiteX179" fmla="*/ 1639 w 26229"/>
                <a:gd name="connsiteY179" fmla="*/ 6557 h 49180"/>
                <a:gd name="connsiteX180" fmla="*/ 1639 w 26229"/>
                <a:gd name="connsiteY180" fmla="*/ 6557 h 49180"/>
                <a:gd name="connsiteX181" fmla="*/ 1639 w 26229"/>
                <a:gd name="connsiteY181" fmla="*/ 6557 h 49180"/>
                <a:gd name="connsiteX182" fmla="*/ 1639 w 26229"/>
                <a:gd name="connsiteY182" fmla="*/ 4918 h 49180"/>
                <a:gd name="connsiteX183" fmla="*/ 1639 w 26229"/>
                <a:gd name="connsiteY183" fmla="*/ 4918 h 49180"/>
                <a:gd name="connsiteX184" fmla="*/ 1639 w 26229"/>
                <a:gd name="connsiteY184" fmla="*/ 4918 h 49180"/>
                <a:gd name="connsiteX185" fmla="*/ 0 w 26229"/>
                <a:gd name="connsiteY185" fmla="*/ 4918 h 49180"/>
                <a:gd name="connsiteX186" fmla="*/ 0 w 26229"/>
                <a:gd name="connsiteY186" fmla="*/ 3279 h 49180"/>
                <a:gd name="connsiteX187" fmla="*/ 0 w 26229"/>
                <a:gd name="connsiteY187" fmla="*/ 3279 h 49180"/>
                <a:gd name="connsiteX188" fmla="*/ 0 w 26229"/>
                <a:gd name="connsiteY188" fmla="*/ 3279 h 49180"/>
                <a:gd name="connsiteX189" fmla="*/ 0 w 26229"/>
                <a:gd name="connsiteY189" fmla="*/ 3279 h 49180"/>
                <a:gd name="connsiteX190" fmla="*/ 0 w 26229"/>
                <a:gd name="connsiteY190" fmla="*/ 1639 h 49180"/>
                <a:gd name="connsiteX191" fmla="*/ 0 w 26229"/>
                <a:gd name="connsiteY191" fmla="*/ 1639 h 49180"/>
                <a:gd name="connsiteX192" fmla="*/ 0 w 26229"/>
                <a:gd name="connsiteY192" fmla="*/ 1639 h 49180"/>
                <a:gd name="connsiteX193" fmla="*/ 0 w 26229"/>
                <a:gd name="connsiteY193" fmla="*/ 0 h 49180"/>
                <a:gd name="connsiteX194" fmla="*/ 0 w 26229"/>
                <a:gd name="connsiteY194" fmla="*/ 0 h 4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26229" h="49180">
                  <a:moveTo>
                    <a:pt x="26229" y="14754"/>
                  </a:moveTo>
                  <a:lnTo>
                    <a:pt x="26229" y="14754"/>
                  </a:lnTo>
                  <a:lnTo>
                    <a:pt x="26229" y="18033"/>
                  </a:lnTo>
                  <a:lnTo>
                    <a:pt x="26229" y="18033"/>
                  </a:lnTo>
                  <a:lnTo>
                    <a:pt x="26229" y="19672"/>
                  </a:lnTo>
                  <a:lnTo>
                    <a:pt x="26229" y="21311"/>
                  </a:lnTo>
                  <a:lnTo>
                    <a:pt x="26229" y="22951"/>
                  </a:lnTo>
                  <a:lnTo>
                    <a:pt x="24590" y="24590"/>
                  </a:lnTo>
                  <a:lnTo>
                    <a:pt x="24590" y="26229"/>
                  </a:lnTo>
                  <a:lnTo>
                    <a:pt x="24590" y="27869"/>
                  </a:lnTo>
                  <a:lnTo>
                    <a:pt x="24590" y="29508"/>
                  </a:lnTo>
                  <a:lnTo>
                    <a:pt x="22951" y="31148"/>
                  </a:lnTo>
                  <a:lnTo>
                    <a:pt x="22951" y="32787"/>
                  </a:lnTo>
                  <a:lnTo>
                    <a:pt x="22951" y="32787"/>
                  </a:lnTo>
                  <a:lnTo>
                    <a:pt x="21311" y="32787"/>
                  </a:lnTo>
                  <a:lnTo>
                    <a:pt x="21311" y="34426"/>
                  </a:lnTo>
                  <a:lnTo>
                    <a:pt x="21311" y="34426"/>
                  </a:lnTo>
                  <a:lnTo>
                    <a:pt x="21311" y="32787"/>
                  </a:lnTo>
                  <a:lnTo>
                    <a:pt x="21311" y="32787"/>
                  </a:lnTo>
                  <a:lnTo>
                    <a:pt x="21311" y="31148"/>
                  </a:lnTo>
                  <a:lnTo>
                    <a:pt x="21311" y="31148"/>
                  </a:lnTo>
                  <a:lnTo>
                    <a:pt x="19672" y="31148"/>
                  </a:lnTo>
                  <a:lnTo>
                    <a:pt x="19672" y="32787"/>
                  </a:lnTo>
                  <a:lnTo>
                    <a:pt x="19672" y="32787"/>
                  </a:lnTo>
                  <a:lnTo>
                    <a:pt x="21311" y="34426"/>
                  </a:lnTo>
                  <a:lnTo>
                    <a:pt x="21311" y="36065"/>
                  </a:lnTo>
                  <a:lnTo>
                    <a:pt x="21311" y="36065"/>
                  </a:lnTo>
                  <a:lnTo>
                    <a:pt x="22951" y="37705"/>
                  </a:lnTo>
                  <a:lnTo>
                    <a:pt x="22951" y="39344"/>
                  </a:lnTo>
                  <a:lnTo>
                    <a:pt x="24590" y="40983"/>
                  </a:lnTo>
                  <a:lnTo>
                    <a:pt x="24590" y="42623"/>
                  </a:lnTo>
                  <a:lnTo>
                    <a:pt x="24590" y="42623"/>
                  </a:lnTo>
                  <a:lnTo>
                    <a:pt x="24590" y="44262"/>
                  </a:lnTo>
                  <a:lnTo>
                    <a:pt x="24590" y="42623"/>
                  </a:lnTo>
                  <a:lnTo>
                    <a:pt x="24590" y="42623"/>
                  </a:lnTo>
                  <a:lnTo>
                    <a:pt x="24590" y="42623"/>
                  </a:lnTo>
                  <a:lnTo>
                    <a:pt x="22951" y="40983"/>
                  </a:lnTo>
                  <a:lnTo>
                    <a:pt x="22951" y="39344"/>
                  </a:lnTo>
                  <a:lnTo>
                    <a:pt x="22951" y="40983"/>
                  </a:lnTo>
                  <a:lnTo>
                    <a:pt x="22951" y="42623"/>
                  </a:lnTo>
                  <a:lnTo>
                    <a:pt x="22951" y="42623"/>
                  </a:lnTo>
                  <a:lnTo>
                    <a:pt x="21311" y="42623"/>
                  </a:lnTo>
                  <a:lnTo>
                    <a:pt x="21311" y="40983"/>
                  </a:lnTo>
                  <a:lnTo>
                    <a:pt x="19672" y="40983"/>
                  </a:lnTo>
                  <a:lnTo>
                    <a:pt x="19672" y="39344"/>
                  </a:lnTo>
                  <a:lnTo>
                    <a:pt x="18033" y="39344"/>
                  </a:lnTo>
                  <a:lnTo>
                    <a:pt x="18033" y="40983"/>
                  </a:lnTo>
                  <a:lnTo>
                    <a:pt x="18033" y="42623"/>
                  </a:lnTo>
                  <a:lnTo>
                    <a:pt x="18033" y="42623"/>
                  </a:lnTo>
                  <a:lnTo>
                    <a:pt x="18033" y="44262"/>
                  </a:lnTo>
                  <a:lnTo>
                    <a:pt x="18033" y="44262"/>
                  </a:lnTo>
                  <a:lnTo>
                    <a:pt x="18033" y="45901"/>
                  </a:lnTo>
                  <a:lnTo>
                    <a:pt x="18033" y="45901"/>
                  </a:lnTo>
                  <a:lnTo>
                    <a:pt x="18033" y="47541"/>
                  </a:lnTo>
                  <a:lnTo>
                    <a:pt x="18033" y="47541"/>
                  </a:lnTo>
                  <a:lnTo>
                    <a:pt x="18033" y="49180"/>
                  </a:lnTo>
                  <a:lnTo>
                    <a:pt x="16393" y="49180"/>
                  </a:lnTo>
                  <a:lnTo>
                    <a:pt x="14754" y="49180"/>
                  </a:lnTo>
                  <a:lnTo>
                    <a:pt x="13114" y="49180"/>
                  </a:lnTo>
                  <a:lnTo>
                    <a:pt x="11475" y="47541"/>
                  </a:lnTo>
                  <a:lnTo>
                    <a:pt x="11475" y="47541"/>
                  </a:lnTo>
                  <a:lnTo>
                    <a:pt x="9836" y="45901"/>
                  </a:lnTo>
                  <a:lnTo>
                    <a:pt x="9836" y="44262"/>
                  </a:lnTo>
                  <a:lnTo>
                    <a:pt x="9836" y="44262"/>
                  </a:lnTo>
                  <a:lnTo>
                    <a:pt x="9836" y="42623"/>
                  </a:lnTo>
                  <a:lnTo>
                    <a:pt x="9836" y="42623"/>
                  </a:lnTo>
                  <a:lnTo>
                    <a:pt x="8197" y="40983"/>
                  </a:lnTo>
                  <a:lnTo>
                    <a:pt x="8197" y="39344"/>
                  </a:lnTo>
                  <a:lnTo>
                    <a:pt x="8197" y="39344"/>
                  </a:lnTo>
                  <a:lnTo>
                    <a:pt x="8197" y="39344"/>
                  </a:lnTo>
                  <a:lnTo>
                    <a:pt x="8197" y="39344"/>
                  </a:lnTo>
                  <a:lnTo>
                    <a:pt x="8197" y="37705"/>
                  </a:lnTo>
                  <a:lnTo>
                    <a:pt x="6557" y="36065"/>
                  </a:lnTo>
                  <a:lnTo>
                    <a:pt x="6557" y="36065"/>
                  </a:lnTo>
                  <a:lnTo>
                    <a:pt x="4918" y="36065"/>
                  </a:lnTo>
                  <a:lnTo>
                    <a:pt x="4918" y="36065"/>
                  </a:lnTo>
                  <a:lnTo>
                    <a:pt x="3278" y="34426"/>
                  </a:lnTo>
                  <a:lnTo>
                    <a:pt x="3278" y="34426"/>
                  </a:lnTo>
                  <a:lnTo>
                    <a:pt x="3278" y="34426"/>
                  </a:lnTo>
                  <a:lnTo>
                    <a:pt x="3278" y="34426"/>
                  </a:lnTo>
                  <a:lnTo>
                    <a:pt x="3278" y="32787"/>
                  </a:lnTo>
                  <a:lnTo>
                    <a:pt x="3278" y="32787"/>
                  </a:lnTo>
                  <a:lnTo>
                    <a:pt x="3278" y="32787"/>
                  </a:lnTo>
                  <a:lnTo>
                    <a:pt x="4918" y="32787"/>
                  </a:lnTo>
                  <a:lnTo>
                    <a:pt x="4918" y="32787"/>
                  </a:lnTo>
                  <a:lnTo>
                    <a:pt x="4918" y="34426"/>
                  </a:lnTo>
                  <a:lnTo>
                    <a:pt x="4918" y="34426"/>
                  </a:lnTo>
                  <a:lnTo>
                    <a:pt x="6557" y="36065"/>
                  </a:lnTo>
                  <a:lnTo>
                    <a:pt x="6557" y="36065"/>
                  </a:lnTo>
                  <a:lnTo>
                    <a:pt x="8197" y="36065"/>
                  </a:lnTo>
                  <a:lnTo>
                    <a:pt x="8197" y="36065"/>
                  </a:lnTo>
                  <a:lnTo>
                    <a:pt x="9836" y="36065"/>
                  </a:lnTo>
                  <a:lnTo>
                    <a:pt x="9836" y="36065"/>
                  </a:lnTo>
                  <a:lnTo>
                    <a:pt x="11475" y="36065"/>
                  </a:lnTo>
                  <a:lnTo>
                    <a:pt x="11475" y="37705"/>
                  </a:lnTo>
                  <a:lnTo>
                    <a:pt x="11475" y="37705"/>
                  </a:lnTo>
                  <a:lnTo>
                    <a:pt x="11475" y="37705"/>
                  </a:lnTo>
                  <a:lnTo>
                    <a:pt x="13114" y="37705"/>
                  </a:lnTo>
                  <a:lnTo>
                    <a:pt x="13114" y="37705"/>
                  </a:lnTo>
                  <a:lnTo>
                    <a:pt x="13114" y="36065"/>
                  </a:lnTo>
                  <a:lnTo>
                    <a:pt x="13114" y="36065"/>
                  </a:lnTo>
                  <a:lnTo>
                    <a:pt x="13114" y="34426"/>
                  </a:lnTo>
                  <a:lnTo>
                    <a:pt x="13114" y="32787"/>
                  </a:lnTo>
                  <a:lnTo>
                    <a:pt x="11475" y="32787"/>
                  </a:lnTo>
                  <a:lnTo>
                    <a:pt x="11475" y="31148"/>
                  </a:lnTo>
                  <a:lnTo>
                    <a:pt x="9836" y="31148"/>
                  </a:lnTo>
                  <a:lnTo>
                    <a:pt x="9836" y="29508"/>
                  </a:lnTo>
                  <a:lnTo>
                    <a:pt x="8197" y="29508"/>
                  </a:lnTo>
                  <a:lnTo>
                    <a:pt x="8197" y="29508"/>
                  </a:lnTo>
                  <a:lnTo>
                    <a:pt x="8197" y="29508"/>
                  </a:lnTo>
                  <a:lnTo>
                    <a:pt x="8197" y="31148"/>
                  </a:lnTo>
                  <a:lnTo>
                    <a:pt x="8197" y="31148"/>
                  </a:lnTo>
                  <a:lnTo>
                    <a:pt x="8197" y="31148"/>
                  </a:lnTo>
                  <a:lnTo>
                    <a:pt x="8197" y="31148"/>
                  </a:lnTo>
                  <a:lnTo>
                    <a:pt x="6557" y="31148"/>
                  </a:lnTo>
                  <a:lnTo>
                    <a:pt x="6557" y="31148"/>
                  </a:lnTo>
                  <a:lnTo>
                    <a:pt x="6557" y="29508"/>
                  </a:lnTo>
                  <a:lnTo>
                    <a:pt x="6557" y="29508"/>
                  </a:lnTo>
                  <a:lnTo>
                    <a:pt x="6557" y="27869"/>
                  </a:lnTo>
                  <a:lnTo>
                    <a:pt x="6557" y="27869"/>
                  </a:lnTo>
                  <a:lnTo>
                    <a:pt x="6557" y="26229"/>
                  </a:lnTo>
                  <a:lnTo>
                    <a:pt x="6557" y="26229"/>
                  </a:lnTo>
                  <a:lnTo>
                    <a:pt x="6557" y="26229"/>
                  </a:lnTo>
                  <a:lnTo>
                    <a:pt x="8197" y="24590"/>
                  </a:lnTo>
                  <a:lnTo>
                    <a:pt x="8197" y="24590"/>
                  </a:lnTo>
                  <a:lnTo>
                    <a:pt x="6557" y="24590"/>
                  </a:lnTo>
                  <a:lnTo>
                    <a:pt x="6557" y="22951"/>
                  </a:lnTo>
                  <a:lnTo>
                    <a:pt x="6557" y="22951"/>
                  </a:lnTo>
                  <a:lnTo>
                    <a:pt x="8197" y="22951"/>
                  </a:lnTo>
                  <a:lnTo>
                    <a:pt x="8197" y="21311"/>
                  </a:lnTo>
                  <a:lnTo>
                    <a:pt x="8197" y="21311"/>
                  </a:lnTo>
                  <a:lnTo>
                    <a:pt x="8197" y="21311"/>
                  </a:lnTo>
                  <a:lnTo>
                    <a:pt x="8197" y="21311"/>
                  </a:lnTo>
                  <a:lnTo>
                    <a:pt x="9836" y="19672"/>
                  </a:lnTo>
                  <a:lnTo>
                    <a:pt x="9836" y="19672"/>
                  </a:lnTo>
                  <a:lnTo>
                    <a:pt x="9836" y="19672"/>
                  </a:lnTo>
                  <a:lnTo>
                    <a:pt x="11475" y="19672"/>
                  </a:lnTo>
                  <a:lnTo>
                    <a:pt x="11475" y="19672"/>
                  </a:lnTo>
                  <a:lnTo>
                    <a:pt x="11475" y="19672"/>
                  </a:lnTo>
                  <a:lnTo>
                    <a:pt x="9836" y="18033"/>
                  </a:lnTo>
                  <a:lnTo>
                    <a:pt x="9836" y="18033"/>
                  </a:lnTo>
                  <a:lnTo>
                    <a:pt x="8197" y="18033"/>
                  </a:lnTo>
                  <a:lnTo>
                    <a:pt x="8197" y="18033"/>
                  </a:lnTo>
                  <a:lnTo>
                    <a:pt x="8197" y="18033"/>
                  </a:lnTo>
                  <a:lnTo>
                    <a:pt x="6557" y="19672"/>
                  </a:lnTo>
                  <a:lnTo>
                    <a:pt x="6557" y="19672"/>
                  </a:lnTo>
                  <a:lnTo>
                    <a:pt x="6557" y="19672"/>
                  </a:lnTo>
                  <a:lnTo>
                    <a:pt x="4918" y="19672"/>
                  </a:lnTo>
                  <a:lnTo>
                    <a:pt x="4918" y="21311"/>
                  </a:lnTo>
                  <a:lnTo>
                    <a:pt x="4918" y="21311"/>
                  </a:lnTo>
                  <a:lnTo>
                    <a:pt x="4918" y="21311"/>
                  </a:lnTo>
                  <a:lnTo>
                    <a:pt x="4918" y="22951"/>
                  </a:lnTo>
                  <a:lnTo>
                    <a:pt x="3278" y="22951"/>
                  </a:lnTo>
                  <a:lnTo>
                    <a:pt x="3278" y="21311"/>
                  </a:lnTo>
                  <a:lnTo>
                    <a:pt x="1639" y="21311"/>
                  </a:lnTo>
                  <a:lnTo>
                    <a:pt x="1639" y="21311"/>
                  </a:lnTo>
                  <a:lnTo>
                    <a:pt x="1639" y="19672"/>
                  </a:lnTo>
                  <a:lnTo>
                    <a:pt x="1639" y="18033"/>
                  </a:lnTo>
                  <a:lnTo>
                    <a:pt x="1639" y="18033"/>
                  </a:lnTo>
                  <a:lnTo>
                    <a:pt x="1639" y="18033"/>
                  </a:lnTo>
                  <a:lnTo>
                    <a:pt x="3278" y="18033"/>
                  </a:lnTo>
                  <a:lnTo>
                    <a:pt x="3278" y="16393"/>
                  </a:lnTo>
                  <a:lnTo>
                    <a:pt x="4918" y="16393"/>
                  </a:lnTo>
                  <a:lnTo>
                    <a:pt x="4918" y="16393"/>
                  </a:lnTo>
                  <a:lnTo>
                    <a:pt x="4918" y="16393"/>
                  </a:lnTo>
                  <a:lnTo>
                    <a:pt x="4918" y="14754"/>
                  </a:lnTo>
                  <a:lnTo>
                    <a:pt x="4918" y="14754"/>
                  </a:lnTo>
                  <a:lnTo>
                    <a:pt x="4918" y="13115"/>
                  </a:lnTo>
                  <a:lnTo>
                    <a:pt x="4918" y="13115"/>
                  </a:lnTo>
                  <a:lnTo>
                    <a:pt x="4918" y="13115"/>
                  </a:lnTo>
                  <a:lnTo>
                    <a:pt x="3278" y="13115"/>
                  </a:lnTo>
                  <a:lnTo>
                    <a:pt x="3278" y="11475"/>
                  </a:lnTo>
                  <a:lnTo>
                    <a:pt x="1639" y="11475"/>
                  </a:lnTo>
                  <a:lnTo>
                    <a:pt x="1639" y="11475"/>
                  </a:lnTo>
                  <a:lnTo>
                    <a:pt x="1639" y="9836"/>
                  </a:lnTo>
                  <a:lnTo>
                    <a:pt x="0" y="9836"/>
                  </a:lnTo>
                  <a:lnTo>
                    <a:pt x="0" y="9836"/>
                  </a:lnTo>
                  <a:lnTo>
                    <a:pt x="1639" y="8197"/>
                  </a:lnTo>
                  <a:lnTo>
                    <a:pt x="1639" y="8197"/>
                  </a:lnTo>
                  <a:lnTo>
                    <a:pt x="1639" y="6557"/>
                  </a:lnTo>
                  <a:lnTo>
                    <a:pt x="1639" y="6557"/>
                  </a:lnTo>
                  <a:lnTo>
                    <a:pt x="1639" y="6557"/>
                  </a:lnTo>
                  <a:lnTo>
                    <a:pt x="1639" y="4918"/>
                  </a:lnTo>
                  <a:lnTo>
                    <a:pt x="1639" y="4918"/>
                  </a:lnTo>
                  <a:lnTo>
                    <a:pt x="1639" y="4918"/>
                  </a:lnTo>
                  <a:lnTo>
                    <a:pt x="0" y="4918"/>
                  </a:lnTo>
                  <a:lnTo>
                    <a:pt x="0" y="3279"/>
                  </a:lnTo>
                  <a:lnTo>
                    <a:pt x="0" y="3279"/>
                  </a:lnTo>
                  <a:lnTo>
                    <a:pt x="0" y="3279"/>
                  </a:lnTo>
                  <a:lnTo>
                    <a:pt x="0" y="3279"/>
                  </a:lnTo>
                  <a:lnTo>
                    <a:pt x="0" y="1639"/>
                  </a:lnTo>
                  <a:lnTo>
                    <a:pt x="0" y="1639"/>
                  </a:lnTo>
                  <a:lnTo>
                    <a:pt x="0" y="163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69" name="Freeform 4568">
              <a:extLst>
                <a:ext uri="{FF2B5EF4-FFF2-40B4-BE49-F238E27FC236}">
                  <a16:creationId xmlns:a16="http://schemas.microsoft.com/office/drawing/2014/main" id="{3819B7BA-0EB3-614C-8964-EBD43CE3AC78}"/>
                </a:ext>
              </a:extLst>
            </p:cNvPr>
            <p:cNvSpPr/>
            <p:nvPr/>
          </p:nvSpPr>
          <p:spPr>
            <a:xfrm>
              <a:off x="7459928" y="2131299"/>
              <a:ext cx="16393" cy="1639"/>
            </a:xfrm>
            <a:custGeom>
              <a:avLst/>
              <a:gdLst>
                <a:gd name="connsiteX0" fmla="*/ 0 w 16393"/>
                <a:gd name="connsiteY0" fmla="*/ 0 h 1639"/>
                <a:gd name="connsiteX1" fmla="*/ 0 w 16393"/>
                <a:gd name="connsiteY1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393" h="1639">
                  <a:moveTo>
                    <a:pt x="0" y="0"/>
                  </a:moveTo>
                  <a:lnTo>
                    <a:pt x="0" y="1639"/>
                  </a:lnTo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70" name="Freeform 4569">
              <a:extLst>
                <a:ext uri="{FF2B5EF4-FFF2-40B4-BE49-F238E27FC236}">
                  <a16:creationId xmlns:a16="http://schemas.microsoft.com/office/drawing/2014/main" id="{CDB75701-DF21-9F4D-AB62-0480CD4CFBD8}"/>
                </a:ext>
              </a:extLst>
            </p:cNvPr>
            <p:cNvSpPr/>
            <p:nvPr/>
          </p:nvSpPr>
          <p:spPr>
            <a:xfrm>
              <a:off x="7441895" y="2108349"/>
              <a:ext cx="1639" cy="16393"/>
            </a:xfrm>
            <a:custGeom>
              <a:avLst/>
              <a:gdLst>
                <a:gd name="connsiteX0" fmla="*/ 0 w 1639"/>
                <a:gd name="connsiteY0" fmla="*/ 0 h 16393"/>
                <a:gd name="connsiteX1" fmla="*/ 0 w 1639"/>
                <a:gd name="connsiteY1" fmla="*/ 0 h 16393"/>
                <a:gd name="connsiteX2" fmla="*/ 0 w 1639"/>
                <a:gd name="connsiteY2" fmla="*/ 0 h 16393"/>
                <a:gd name="connsiteX3" fmla="*/ 0 w 1639"/>
                <a:gd name="connsiteY3" fmla="*/ 0 h 16393"/>
                <a:gd name="connsiteX4" fmla="*/ 1639 w 1639"/>
                <a:gd name="connsiteY4" fmla="*/ 0 h 16393"/>
                <a:gd name="connsiteX5" fmla="*/ 1639 w 1639"/>
                <a:gd name="connsiteY5" fmla="*/ 0 h 16393"/>
                <a:gd name="connsiteX6" fmla="*/ 0 w 1639"/>
                <a:gd name="connsiteY6" fmla="*/ 0 h 16393"/>
                <a:gd name="connsiteX7" fmla="*/ 0 w 1639"/>
                <a:gd name="connsiteY7" fmla="*/ 0 h 1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" h="163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639" y="0"/>
                  </a:lnTo>
                  <a:lnTo>
                    <a:pt x="1639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71" name="Freeform 4570">
              <a:extLst>
                <a:ext uri="{FF2B5EF4-FFF2-40B4-BE49-F238E27FC236}">
                  <a16:creationId xmlns:a16="http://schemas.microsoft.com/office/drawing/2014/main" id="{CFDC10B4-C1F3-DA47-899D-017228D62DB4}"/>
                </a:ext>
              </a:extLst>
            </p:cNvPr>
            <p:cNvSpPr/>
            <p:nvPr/>
          </p:nvSpPr>
          <p:spPr>
            <a:xfrm>
              <a:off x="7433698" y="2123103"/>
              <a:ext cx="1639" cy="1639"/>
            </a:xfrm>
            <a:custGeom>
              <a:avLst/>
              <a:gdLst>
                <a:gd name="connsiteX0" fmla="*/ 0 w 1639"/>
                <a:gd name="connsiteY0" fmla="*/ 0 h 1639"/>
                <a:gd name="connsiteX1" fmla="*/ 0 w 1639"/>
                <a:gd name="connsiteY1" fmla="*/ 0 h 1639"/>
                <a:gd name="connsiteX2" fmla="*/ 0 w 1639"/>
                <a:gd name="connsiteY2" fmla="*/ 1639 h 1639"/>
                <a:gd name="connsiteX3" fmla="*/ 0 w 1639"/>
                <a:gd name="connsiteY3" fmla="*/ 1639 h 1639"/>
                <a:gd name="connsiteX4" fmla="*/ 0 w 1639"/>
                <a:gd name="connsiteY4" fmla="*/ 1639 h 1639"/>
                <a:gd name="connsiteX5" fmla="*/ 1639 w 1639"/>
                <a:gd name="connsiteY5" fmla="*/ 1639 h 1639"/>
                <a:gd name="connsiteX6" fmla="*/ 0 w 1639"/>
                <a:gd name="connsiteY6" fmla="*/ 1639 h 1639"/>
                <a:gd name="connsiteX7" fmla="*/ 0 w 1639"/>
                <a:gd name="connsiteY7" fmla="*/ 1639 h 1639"/>
                <a:gd name="connsiteX8" fmla="*/ 1639 w 1639"/>
                <a:gd name="connsiteY8" fmla="*/ 0 h 1639"/>
                <a:gd name="connsiteX9" fmla="*/ 0 w 1639"/>
                <a:gd name="connsiteY9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39" h="1639">
                  <a:moveTo>
                    <a:pt x="0" y="0"/>
                  </a:moveTo>
                  <a:lnTo>
                    <a:pt x="0" y="0"/>
                  </a:lnTo>
                  <a:lnTo>
                    <a:pt x="0" y="1639"/>
                  </a:lnTo>
                  <a:lnTo>
                    <a:pt x="0" y="1639"/>
                  </a:lnTo>
                  <a:lnTo>
                    <a:pt x="0" y="1639"/>
                  </a:lnTo>
                  <a:lnTo>
                    <a:pt x="1639" y="1639"/>
                  </a:lnTo>
                  <a:lnTo>
                    <a:pt x="0" y="1639"/>
                  </a:lnTo>
                  <a:lnTo>
                    <a:pt x="0" y="1639"/>
                  </a:lnTo>
                  <a:lnTo>
                    <a:pt x="1639" y="0"/>
                  </a:lnTo>
                  <a:lnTo>
                    <a:pt x="0" y="0"/>
                  </a:lnTo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72" name="Freeform 4571">
              <a:extLst>
                <a:ext uri="{FF2B5EF4-FFF2-40B4-BE49-F238E27FC236}">
                  <a16:creationId xmlns:a16="http://schemas.microsoft.com/office/drawing/2014/main" id="{171A406B-C981-374A-9ACC-34161762E154}"/>
                </a:ext>
              </a:extLst>
            </p:cNvPr>
            <p:cNvSpPr/>
            <p:nvPr/>
          </p:nvSpPr>
          <p:spPr>
            <a:xfrm>
              <a:off x="7451731" y="2160807"/>
              <a:ext cx="4917" cy="4918"/>
            </a:xfrm>
            <a:custGeom>
              <a:avLst/>
              <a:gdLst>
                <a:gd name="connsiteX0" fmla="*/ 3278 w 4917"/>
                <a:gd name="connsiteY0" fmla="*/ 4918 h 4918"/>
                <a:gd name="connsiteX1" fmla="*/ 3278 w 4917"/>
                <a:gd name="connsiteY1" fmla="*/ 4918 h 4918"/>
                <a:gd name="connsiteX2" fmla="*/ 1639 w 4917"/>
                <a:gd name="connsiteY2" fmla="*/ 3279 h 4918"/>
                <a:gd name="connsiteX3" fmla="*/ 1639 w 4917"/>
                <a:gd name="connsiteY3" fmla="*/ 3279 h 4918"/>
                <a:gd name="connsiteX4" fmla="*/ 0 w 4917"/>
                <a:gd name="connsiteY4" fmla="*/ 3279 h 4918"/>
                <a:gd name="connsiteX5" fmla="*/ 0 w 4917"/>
                <a:gd name="connsiteY5" fmla="*/ 1639 h 4918"/>
                <a:gd name="connsiteX6" fmla="*/ 0 w 4917"/>
                <a:gd name="connsiteY6" fmla="*/ 0 h 4918"/>
                <a:gd name="connsiteX7" fmla="*/ 1639 w 4917"/>
                <a:gd name="connsiteY7" fmla="*/ 1639 h 4918"/>
                <a:gd name="connsiteX8" fmla="*/ 1639 w 4917"/>
                <a:gd name="connsiteY8" fmla="*/ 1639 h 4918"/>
                <a:gd name="connsiteX9" fmla="*/ 3278 w 4917"/>
                <a:gd name="connsiteY9" fmla="*/ 3279 h 4918"/>
                <a:gd name="connsiteX10" fmla="*/ 3278 w 4917"/>
                <a:gd name="connsiteY10" fmla="*/ 3279 h 4918"/>
                <a:gd name="connsiteX11" fmla="*/ 3278 w 4917"/>
                <a:gd name="connsiteY11" fmla="*/ 4918 h 4918"/>
                <a:gd name="connsiteX12" fmla="*/ 4918 w 4917"/>
                <a:gd name="connsiteY12" fmla="*/ 4918 h 4918"/>
                <a:gd name="connsiteX13" fmla="*/ 4918 w 4917"/>
                <a:gd name="connsiteY13" fmla="*/ 4918 h 4918"/>
                <a:gd name="connsiteX14" fmla="*/ 3278 w 4917"/>
                <a:gd name="connsiteY14" fmla="*/ 4918 h 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17" h="4918">
                  <a:moveTo>
                    <a:pt x="3278" y="4918"/>
                  </a:moveTo>
                  <a:lnTo>
                    <a:pt x="3278" y="4918"/>
                  </a:lnTo>
                  <a:lnTo>
                    <a:pt x="1639" y="3279"/>
                  </a:lnTo>
                  <a:lnTo>
                    <a:pt x="1639" y="3279"/>
                  </a:lnTo>
                  <a:lnTo>
                    <a:pt x="0" y="3279"/>
                  </a:lnTo>
                  <a:lnTo>
                    <a:pt x="0" y="1639"/>
                  </a:lnTo>
                  <a:lnTo>
                    <a:pt x="0" y="0"/>
                  </a:lnTo>
                  <a:lnTo>
                    <a:pt x="1639" y="1639"/>
                  </a:lnTo>
                  <a:lnTo>
                    <a:pt x="1639" y="1639"/>
                  </a:lnTo>
                  <a:lnTo>
                    <a:pt x="3278" y="3279"/>
                  </a:lnTo>
                  <a:lnTo>
                    <a:pt x="3278" y="3279"/>
                  </a:lnTo>
                  <a:lnTo>
                    <a:pt x="3278" y="4918"/>
                  </a:lnTo>
                  <a:lnTo>
                    <a:pt x="4918" y="4918"/>
                  </a:lnTo>
                  <a:lnTo>
                    <a:pt x="4918" y="4918"/>
                  </a:lnTo>
                  <a:lnTo>
                    <a:pt x="3278" y="4918"/>
                  </a:lnTo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73" name="Freeform 4572">
              <a:extLst>
                <a:ext uri="{FF2B5EF4-FFF2-40B4-BE49-F238E27FC236}">
                  <a16:creationId xmlns:a16="http://schemas.microsoft.com/office/drawing/2014/main" id="{CDD04F45-897E-EE40-841E-88C2AD5A7C7B}"/>
                </a:ext>
              </a:extLst>
            </p:cNvPr>
            <p:cNvSpPr/>
            <p:nvPr/>
          </p:nvSpPr>
          <p:spPr>
            <a:xfrm>
              <a:off x="7456649" y="2164086"/>
              <a:ext cx="1639" cy="1639"/>
            </a:xfrm>
            <a:custGeom>
              <a:avLst/>
              <a:gdLst>
                <a:gd name="connsiteX0" fmla="*/ 1639 w 1639"/>
                <a:gd name="connsiteY0" fmla="*/ 1639 h 1639"/>
                <a:gd name="connsiteX1" fmla="*/ 0 w 1639"/>
                <a:gd name="connsiteY1" fmla="*/ 0 h 1639"/>
                <a:gd name="connsiteX2" fmla="*/ 0 w 1639"/>
                <a:gd name="connsiteY2" fmla="*/ 0 h 1639"/>
                <a:gd name="connsiteX3" fmla="*/ 0 w 1639"/>
                <a:gd name="connsiteY3" fmla="*/ 0 h 1639"/>
                <a:gd name="connsiteX4" fmla="*/ 0 w 1639"/>
                <a:gd name="connsiteY4" fmla="*/ 0 h 1639"/>
                <a:gd name="connsiteX5" fmla="*/ 0 w 1639"/>
                <a:gd name="connsiteY5" fmla="*/ 1639 h 1639"/>
                <a:gd name="connsiteX6" fmla="*/ 1639 w 1639"/>
                <a:gd name="connsiteY6" fmla="*/ 1639 h 1639"/>
                <a:gd name="connsiteX7" fmla="*/ 1639 w 1639"/>
                <a:gd name="connsiteY7" fmla="*/ 163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" h="1639">
                  <a:moveTo>
                    <a:pt x="1639" y="1639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639"/>
                  </a:lnTo>
                  <a:lnTo>
                    <a:pt x="1639" y="1639"/>
                  </a:lnTo>
                  <a:lnTo>
                    <a:pt x="1639" y="1639"/>
                  </a:lnTo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74" name="Freeform 4573">
              <a:extLst>
                <a:ext uri="{FF2B5EF4-FFF2-40B4-BE49-F238E27FC236}">
                  <a16:creationId xmlns:a16="http://schemas.microsoft.com/office/drawing/2014/main" id="{F65EB471-C918-1740-B18B-4A5EE5D2E670}"/>
                </a:ext>
              </a:extLst>
            </p:cNvPr>
            <p:cNvSpPr/>
            <p:nvPr/>
          </p:nvSpPr>
          <p:spPr>
            <a:xfrm>
              <a:off x="7428780" y="2146053"/>
              <a:ext cx="3278" cy="1639"/>
            </a:xfrm>
            <a:custGeom>
              <a:avLst/>
              <a:gdLst>
                <a:gd name="connsiteX0" fmla="*/ 3279 w 3278"/>
                <a:gd name="connsiteY0" fmla="*/ 0 h 1639"/>
                <a:gd name="connsiteX1" fmla="*/ 1639 w 3278"/>
                <a:gd name="connsiteY1" fmla="*/ 0 h 1639"/>
                <a:gd name="connsiteX2" fmla="*/ 1639 w 3278"/>
                <a:gd name="connsiteY2" fmla="*/ 0 h 1639"/>
                <a:gd name="connsiteX3" fmla="*/ 0 w 3278"/>
                <a:gd name="connsiteY3" fmla="*/ 0 h 1639"/>
                <a:gd name="connsiteX4" fmla="*/ 0 w 3278"/>
                <a:gd name="connsiteY4" fmla="*/ 0 h 1639"/>
                <a:gd name="connsiteX5" fmla="*/ 0 w 3278"/>
                <a:gd name="connsiteY5" fmla="*/ 0 h 1639"/>
                <a:gd name="connsiteX6" fmla="*/ 1639 w 3278"/>
                <a:gd name="connsiteY6" fmla="*/ 1639 h 1639"/>
                <a:gd name="connsiteX7" fmla="*/ 3279 w 3278"/>
                <a:gd name="connsiteY7" fmla="*/ 0 h 1639"/>
                <a:gd name="connsiteX8" fmla="*/ 3279 w 3278"/>
                <a:gd name="connsiteY8" fmla="*/ 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78" h="1639">
                  <a:moveTo>
                    <a:pt x="3279" y="0"/>
                  </a:moveTo>
                  <a:lnTo>
                    <a:pt x="1639" y="0"/>
                  </a:lnTo>
                  <a:lnTo>
                    <a:pt x="163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639" y="1639"/>
                  </a:lnTo>
                  <a:lnTo>
                    <a:pt x="3279" y="0"/>
                  </a:lnTo>
                  <a:lnTo>
                    <a:pt x="3279" y="0"/>
                  </a:lnTo>
                </a:path>
              </a:pathLst>
            </a:custGeom>
            <a:grpFill/>
            <a:ln w="3175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BF5860BF-AFCE-4846-AF56-1EBB07DCB4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64413E-EBC3-2946-8AF4-8B0F43EC961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34577411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/map_europe/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1" name="Graphic 4">
            <a:extLst>
              <a:ext uri="{FF2B5EF4-FFF2-40B4-BE49-F238E27FC236}">
                <a16:creationId xmlns:a16="http://schemas.microsoft.com/office/drawing/2014/main" id="{658A0D3A-AE0F-F24B-8523-6BAA4492246D}"/>
              </a:ext>
            </a:extLst>
          </p:cNvPr>
          <p:cNvGrpSpPr/>
          <p:nvPr/>
        </p:nvGrpSpPr>
        <p:grpSpPr>
          <a:xfrm>
            <a:off x="3899323" y="-573193"/>
            <a:ext cx="10027496" cy="8137313"/>
            <a:chOff x="3899323" y="-573193"/>
            <a:chExt cx="10027496" cy="8137313"/>
          </a:xfrm>
          <a:solidFill>
            <a:schemeClr val="tx1">
              <a:lumMod val="10000"/>
              <a:lumOff val="90000"/>
              <a:alpha val="50089"/>
            </a:schemeClr>
          </a:solidFill>
        </p:grpSpPr>
        <p:sp>
          <p:nvSpPr>
            <p:cNvPr id="2292" name="Freeform 2291">
              <a:extLst>
                <a:ext uri="{FF2B5EF4-FFF2-40B4-BE49-F238E27FC236}">
                  <a16:creationId xmlns:a16="http://schemas.microsoft.com/office/drawing/2014/main" id="{67A3665A-5F52-F044-AF59-B94CADECF353}"/>
                </a:ext>
              </a:extLst>
            </p:cNvPr>
            <p:cNvSpPr/>
            <p:nvPr/>
          </p:nvSpPr>
          <p:spPr>
            <a:xfrm>
              <a:off x="6064673" y="4516966"/>
              <a:ext cx="44450" cy="34713"/>
            </a:xfrm>
            <a:custGeom>
              <a:avLst/>
              <a:gdLst>
                <a:gd name="connsiteX0" fmla="*/ 0 w 44450"/>
                <a:gd name="connsiteY0" fmla="*/ 8467 h 34713"/>
                <a:gd name="connsiteX1" fmla="*/ 6773 w 44450"/>
                <a:gd name="connsiteY1" fmla="*/ 0 h 34713"/>
                <a:gd name="connsiteX2" fmla="*/ 20743 w 44450"/>
                <a:gd name="connsiteY2" fmla="*/ 2963 h 34713"/>
                <a:gd name="connsiteX3" fmla="*/ 34713 w 44450"/>
                <a:gd name="connsiteY3" fmla="*/ 4233 h 34713"/>
                <a:gd name="connsiteX4" fmla="*/ 44450 w 44450"/>
                <a:gd name="connsiteY4" fmla="*/ 13970 h 34713"/>
                <a:gd name="connsiteX5" fmla="*/ 38947 w 44450"/>
                <a:gd name="connsiteY5" fmla="*/ 16933 h 34713"/>
                <a:gd name="connsiteX6" fmla="*/ 37677 w 44450"/>
                <a:gd name="connsiteY6" fmla="*/ 23707 h 34713"/>
                <a:gd name="connsiteX7" fmla="*/ 32173 w 44450"/>
                <a:gd name="connsiteY7" fmla="*/ 24977 h 34713"/>
                <a:gd name="connsiteX8" fmla="*/ 18204 w 44450"/>
                <a:gd name="connsiteY8" fmla="*/ 32173 h 34713"/>
                <a:gd name="connsiteX9" fmla="*/ 4233 w 44450"/>
                <a:gd name="connsiteY9" fmla="*/ 34713 h 34713"/>
                <a:gd name="connsiteX10" fmla="*/ 2963 w 44450"/>
                <a:gd name="connsiteY10" fmla="*/ 22437 h 3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450" h="34713">
                  <a:moveTo>
                    <a:pt x="0" y="8467"/>
                  </a:moveTo>
                  <a:lnTo>
                    <a:pt x="6773" y="0"/>
                  </a:lnTo>
                  <a:lnTo>
                    <a:pt x="20743" y="2963"/>
                  </a:lnTo>
                  <a:lnTo>
                    <a:pt x="34713" y="4233"/>
                  </a:lnTo>
                  <a:lnTo>
                    <a:pt x="44450" y="13970"/>
                  </a:lnTo>
                  <a:lnTo>
                    <a:pt x="38947" y="16933"/>
                  </a:lnTo>
                  <a:lnTo>
                    <a:pt x="37677" y="23707"/>
                  </a:lnTo>
                  <a:lnTo>
                    <a:pt x="32173" y="24977"/>
                  </a:lnTo>
                  <a:lnTo>
                    <a:pt x="18204" y="32173"/>
                  </a:lnTo>
                  <a:lnTo>
                    <a:pt x="4233" y="34713"/>
                  </a:lnTo>
                  <a:lnTo>
                    <a:pt x="2963" y="2243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3" name="Freeform 2292">
              <a:extLst>
                <a:ext uri="{FF2B5EF4-FFF2-40B4-BE49-F238E27FC236}">
                  <a16:creationId xmlns:a16="http://schemas.microsoft.com/office/drawing/2014/main" id="{2E04F755-8DB6-B84A-880C-460AD45D9D69}"/>
                </a:ext>
              </a:extLst>
            </p:cNvPr>
            <p:cNvSpPr/>
            <p:nvPr/>
          </p:nvSpPr>
          <p:spPr>
            <a:xfrm>
              <a:off x="7122160" y="6098963"/>
              <a:ext cx="2258483" cy="1465157"/>
            </a:xfrm>
            <a:custGeom>
              <a:avLst/>
              <a:gdLst>
                <a:gd name="connsiteX0" fmla="*/ 2258483 w 2258483"/>
                <a:gd name="connsiteY0" fmla="*/ 1453727 h 1465157"/>
                <a:gd name="connsiteX1" fmla="*/ 2256790 w 2258483"/>
                <a:gd name="connsiteY1" fmla="*/ 1425787 h 1465157"/>
                <a:gd name="connsiteX2" fmla="*/ 2255520 w 2258483"/>
                <a:gd name="connsiteY2" fmla="*/ 1393614 h 1465157"/>
                <a:gd name="connsiteX3" fmla="*/ 2255520 w 2258483"/>
                <a:gd name="connsiteY3" fmla="*/ 1369907 h 1465157"/>
                <a:gd name="connsiteX4" fmla="*/ 2254250 w 2258483"/>
                <a:gd name="connsiteY4" fmla="*/ 1354667 h 1465157"/>
                <a:gd name="connsiteX5" fmla="*/ 2254250 w 2258483"/>
                <a:gd name="connsiteY5" fmla="*/ 1336464 h 1465157"/>
                <a:gd name="connsiteX6" fmla="*/ 2254250 w 2258483"/>
                <a:gd name="connsiteY6" fmla="*/ 1321224 h 1465157"/>
                <a:gd name="connsiteX7" fmla="*/ 2252980 w 2258483"/>
                <a:gd name="connsiteY7" fmla="*/ 1305560 h 1465157"/>
                <a:gd name="connsiteX8" fmla="*/ 2252980 w 2258483"/>
                <a:gd name="connsiteY8" fmla="*/ 1286087 h 1465157"/>
                <a:gd name="connsiteX9" fmla="*/ 2251286 w 2258483"/>
                <a:gd name="connsiteY9" fmla="*/ 1262380 h 1465157"/>
                <a:gd name="connsiteX10" fmla="*/ 2251286 w 2258483"/>
                <a:gd name="connsiteY10" fmla="*/ 1237404 h 1465157"/>
                <a:gd name="connsiteX11" fmla="*/ 2250017 w 2258483"/>
                <a:gd name="connsiteY11" fmla="*/ 1212427 h 1465157"/>
                <a:gd name="connsiteX12" fmla="*/ 2250017 w 2258483"/>
                <a:gd name="connsiteY12" fmla="*/ 1189990 h 1465157"/>
                <a:gd name="connsiteX13" fmla="*/ 2248747 w 2258483"/>
                <a:gd name="connsiteY13" fmla="*/ 1170517 h 1465157"/>
                <a:gd name="connsiteX14" fmla="*/ 2248747 w 2258483"/>
                <a:gd name="connsiteY14" fmla="*/ 1143847 h 1465157"/>
                <a:gd name="connsiteX15" fmla="*/ 2247477 w 2258483"/>
                <a:gd name="connsiteY15" fmla="*/ 1106170 h 1465157"/>
                <a:gd name="connsiteX16" fmla="*/ 2245783 w 2258483"/>
                <a:gd name="connsiteY16" fmla="*/ 1073997 h 1465157"/>
                <a:gd name="connsiteX17" fmla="*/ 2245783 w 2258483"/>
                <a:gd name="connsiteY17" fmla="*/ 1049020 h 1465157"/>
                <a:gd name="connsiteX18" fmla="*/ 2244513 w 2258483"/>
                <a:gd name="connsiteY18" fmla="*/ 1035050 h 1465157"/>
                <a:gd name="connsiteX19" fmla="*/ 2244513 w 2258483"/>
                <a:gd name="connsiteY19" fmla="*/ 1030817 h 1465157"/>
                <a:gd name="connsiteX20" fmla="*/ 2244513 w 2258483"/>
                <a:gd name="connsiteY20" fmla="*/ 1015577 h 1465157"/>
                <a:gd name="connsiteX21" fmla="*/ 2243244 w 2258483"/>
                <a:gd name="connsiteY21" fmla="*/ 997374 h 1465157"/>
                <a:gd name="connsiteX22" fmla="*/ 2243244 w 2258483"/>
                <a:gd name="connsiteY22" fmla="*/ 982133 h 1465157"/>
                <a:gd name="connsiteX23" fmla="*/ 2243244 w 2258483"/>
                <a:gd name="connsiteY23" fmla="*/ 968164 h 1465157"/>
                <a:gd name="connsiteX24" fmla="*/ 2241550 w 2258483"/>
                <a:gd name="connsiteY24" fmla="*/ 954193 h 1465157"/>
                <a:gd name="connsiteX25" fmla="*/ 2241550 w 2258483"/>
                <a:gd name="connsiteY25" fmla="*/ 938954 h 1465157"/>
                <a:gd name="connsiteX26" fmla="*/ 2241550 w 2258483"/>
                <a:gd name="connsiteY26" fmla="*/ 923714 h 1465157"/>
                <a:gd name="connsiteX27" fmla="*/ 2240280 w 2258483"/>
                <a:gd name="connsiteY27" fmla="*/ 912283 h 1465157"/>
                <a:gd name="connsiteX28" fmla="*/ 2240280 w 2258483"/>
                <a:gd name="connsiteY28" fmla="*/ 898314 h 1465157"/>
                <a:gd name="connsiteX29" fmla="*/ 2239010 w 2258483"/>
                <a:gd name="connsiteY29" fmla="*/ 881804 h 1465157"/>
                <a:gd name="connsiteX30" fmla="*/ 2239010 w 2258483"/>
                <a:gd name="connsiteY30" fmla="*/ 867833 h 1465157"/>
                <a:gd name="connsiteX31" fmla="*/ 2239010 w 2258483"/>
                <a:gd name="connsiteY31" fmla="*/ 863600 h 1465157"/>
                <a:gd name="connsiteX32" fmla="*/ 2239010 w 2258483"/>
                <a:gd name="connsiteY32" fmla="*/ 847937 h 1465157"/>
                <a:gd name="connsiteX33" fmla="*/ 2237317 w 2258483"/>
                <a:gd name="connsiteY33" fmla="*/ 833967 h 1465157"/>
                <a:gd name="connsiteX34" fmla="*/ 2237317 w 2258483"/>
                <a:gd name="connsiteY34" fmla="*/ 818727 h 1465157"/>
                <a:gd name="connsiteX35" fmla="*/ 2237317 w 2258483"/>
                <a:gd name="connsiteY35" fmla="*/ 803487 h 1465157"/>
                <a:gd name="connsiteX36" fmla="*/ 2236047 w 2258483"/>
                <a:gd name="connsiteY36" fmla="*/ 788247 h 1465157"/>
                <a:gd name="connsiteX37" fmla="*/ 2236047 w 2258483"/>
                <a:gd name="connsiteY37" fmla="*/ 774277 h 1465157"/>
                <a:gd name="connsiteX38" fmla="*/ 2234777 w 2258483"/>
                <a:gd name="connsiteY38" fmla="*/ 759037 h 1465157"/>
                <a:gd name="connsiteX39" fmla="*/ 2233507 w 2258483"/>
                <a:gd name="connsiteY39" fmla="*/ 700193 h 1465157"/>
                <a:gd name="connsiteX40" fmla="*/ 2231813 w 2258483"/>
                <a:gd name="connsiteY40" fmla="*/ 686224 h 1465157"/>
                <a:gd name="connsiteX41" fmla="*/ 2231813 w 2258483"/>
                <a:gd name="connsiteY41" fmla="*/ 672254 h 1465157"/>
                <a:gd name="connsiteX42" fmla="*/ 2230544 w 2258483"/>
                <a:gd name="connsiteY42" fmla="*/ 657014 h 1465157"/>
                <a:gd name="connsiteX43" fmla="*/ 2223347 w 2258483"/>
                <a:gd name="connsiteY43" fmla="*/ 641774 h 1465157"/>
                <a:gd name="connsiteX44" fmla="*/ 2217844 w 2258483"/>
                <a:gd name="connsiteY44" fmla="*/ 627804 h 1465157"/>
                <a:gd name="connsiteX45" fmla="*/ 2212340 w 2258483"/>
                <a:gd name="connsiteY45" fmla="*/ 612564 h 1465157"/>
                <a:gd name="connsiteX46" fmla="*/ 2212340 w 2258483"/>
                <a:gd name="connsiteY46" fmla="*/ 598593 h 1465157"/>
                <a:gd name="connsiteX47" fmla="*/ 2212340 w 2258483"/>
                <a:gd name="connsiteY47" fmla="*/ 590127 h 1465157"/>
                <a:gd name="connsiteX48" fmla="*/ 2205567 w 2258483"/>
                <a:gd name="connsiteY48" fmla="*/ 576157 h 1465157"/>
                <a:gd name="connsiteX49" fmla="*/ 2204297 w 2258483"/>
                <a:gd name="connsiteY49" fmla="*/ 560917 h 1465157"/>
                <a:gd name="connsiteX50" fmla="*/ 2201333 w 2258483"/>
                <a:gd name="connsiteY50" fmla="*/ 545254 h 1465157"/>
                <a:gd name="connsiteX51" fmla="*/ 2195830 w 2258483"/>
                <a:gd name="connsiteY51" fmla="*/ 531707 h 1465157"/>
                <a:gd name="connsiteX52" fmla="*/ 2192867 w 2258483"/>
                <a:gd name="connsiteY52" fmla="*/ 524510 h 1465157"/>
                <a:gd name="connsiteX53" fmla="*/ 2184400 w 2258483"/>
                <a:gd name="connsiteY53" fmla="*/ 509270 h 1465157"/>
                <a:gd name="connsiteX54" fmla="*/ 2186094 w 2258483"/>
                <a:gd name="connsiteY54" fmla="*/ 495300 h 1465157"/>
                <a:gd name="connsiteX55" fmla="*/ 2192867 w 2258483"/>
                <a:gd name="connsiteY55" fmla="*/ 479637 h 1465157"/>
                <a:gd name="connsiteX56" fmla="*/ 2202603 w 2258483"/>
                <a:gd name="connsiteY56" fmla="*/ 466090 h 1465157"/>
                <a:gd name="connsiteX57" fmla="*/ 2211070 w 2258483"/>
                <a:gd name="connsiteY57" fmla="*/ 450427 h 1465157"/>
                <a:gd name="connsiteX58" fmla="*/ 2214033 w 2258483"/>
                <a:gd name="connsiteY58" fmla="*/ 436457 h 1465157"/>
                <a:gd name="connsiteX59" fmla="*/ 2219536 w 2258483"/>
                <a:gd name="connsiteY59" fmla="*/ 422487 h 1465157"/>
                <a:gd name="connsiteX60" fmla="*/ 2220807 w 2258483"/>
                <a:gd name="connsiteY60" fmla="*/ 408517 h 1465157"/>
                <a:gd name="connsiteX61" fmla="*/ 2222077 w 2258483"/>
                <a:gd name="connsiteY61" fmla="*/ 407247 h 1465157"/>
                <a:gd name="connsiteX62" fmla="*/ 2220807 w 2258483"/>
                <a:gd name="connsiteY62" fmla="*/ 393277 h 1465157"/>
                <a:gd name="connsiteX63" fmla="*/ 2215303 w 2258483"/>
                <a:gd name="connsiteY63" fmla="*/ 382270 h 1465157"/>
                <a:gd name="connsiteX64" fmla="*/ 2211070 w 2258483"/>
                <a:gd name="connsiteY64" fmla="*/ 367030 h 1465157"/>
                <a:gd name="connsiteX65" fmla="*/ 2204297 w 2258483"/>
                <a:gd name="connsiteY65" fmla="*/ 353060 h 1465157"/>
                <a:gd name="connsiteX66" fmla="*/ 2199640 w 2258483"/>
                <a:gd name="connsiteY66" fmla="*/ 339090 h 1465157"/>
                <a:gd name="connsiteX67" fmla="*/ 2201333 w 2258483"/>
                <a:gd name="connsiteY67" fmla="*/ 325120 h 1465157"/>
                <a:gd name="connsiteX68" fmla="*/ 2198370 w 2258483"/>
                <a:gd name="connsiteY68" fmla="*/ 309880 h 1465157"/>
                <a:gd name="connsiteX69" fmla="*/ 2202603 w 2258483"/>
                <a:gd name="connsiteY69" fmla="*/ 295487 h 1465157"/>
                <a:gd name="connsiteX70" fmla="*/ 2216573 w 2258483"/>
                <a:gd name="connsiteY70" fmla="*/ 284480 h 1465157"/>
                <a:gd name="connsiteX71" fmla="*/ 2220807 w 2258483"/>
                <a:gd name="connsiteY71" fmla="*/ 281940 h 1465157"/>
                <a:gd name="connsiteX72" fmla="*/ 2225040 w 2258483"/>
                <a:gd name="connsiteY72" fmla="*/ 266277 h 1465157"/>
                <a:gd name="connsiteX73" fmla="*/ 2236047 w 2258483"/>
                <a:gd name="connsiteY73" fmla="*/ 255270 h 1465157"/>
                <a:gd name="connsiteX74" fmla="*/ 2230544 w 2258483"/>
                <a:gd name="connsiteY74" fmla="*/ 241300 h 1465157"/>
                <a:gd name="connsiteX75" fmla="*/ 2220807 w 2258483"/>
                <a:gd name="connsiteY75" fmla="*/ 227330 h 1465157"/>
                <a:gd name="connsiteX76" fmla="*/ 2217844 w 2258483"/>
                <a:gd name="connsiteY76" fmla="*/ 213360 h 1465157"/>
                <a:gd name="connsiteX77" fmla="*/ 2212340 w 2258483"/>
                <a:gd name="connsiteY77" fmla="*/ 203624 h 1465157"/>
                <a:gd name="connsiteX78" fmla="*/ 2198370 w 2258483"/>
                <a:gd name="connsiteY78" fmla="*/ 199390 h 1465157"/>
                <a:gd name="connsiteX79" fmla="*/ 2183130 w 2258483"/>
                <a:gd name="connsiteY79" fmla="*/ 196850 h 1465157"/>
                <a:gd name="connsiteX80" fmla="*/ 2169160 w 2258483"/>
                <a:gd name="connsiteY80" fmla="*/ 192617 h 1465157"/>
                <a:gd name="connsiteX81" fmla="*/ 2153920 w 2258483"/>
                <a:gd name="connsiteY81" fmla="*/ 196850 h 1465157"/>
                <a:gd name="connsiteX82" fmla="*/ 2139950 w 2258483"/>
                <a:gd name="connsiteY82" fmla="*/ 198120 h 1465157"/>
                <a:gd name="connsiteX83" fmla="*/ 2125980 w 2258483"/>
                <a:gd name="connsiteY83" fmla="*/ 198120 h 1465157"/>
                <a:gd name="connsiteX84" fmla="*/ 2110740 w 2258483"/>
                <a:gd name="connsiteY84" fmla="*/ 196850 h 1465157"/>
                <a:gd name="connsiteX85" fmla="*/ 2095077 w 2258483"/>
                <a:gd name="connsiteY85" fmla="*/ 196850 h 1465157"/>
                <a:gd name="connsiteX86" fmla="*/ 2081107 w 2258483"/>
                <a:gd name="connsiteY86" fmla="*/ 195157 h 1465157"/>
                <a:gd name="connsiteX87" fmla="*/ 2070100 w 2258483"/>
                <a:gd name="connsiteY87" fmla="*/ 188383 h 1465157"/>
                <a:gd name="connsiteX88" fmla="*/ 2054436 w 2258483"/>
                <a:gd name="connsiteY88" fmla="*/ 175683 h 1465157"/>
                <a:gd name="connsiteX89" fmla="*/ 2040890 w 2258483"/>
                <a:gd name="connsiteY89" fmla="*/ 170180 h 1465157"/>
                <a:gd name="connsiteX90" fmla="*/ 2025227 w 2258483"/>
                <a:gd name="connsiteY90" fmla="*/ 167217 h 1465157"/>
                <a:gd name="connsiteX91" fmla="*/ 2011680 w 2258483"/>
                <a:gd name="connsiteY91" fmla="*/ 165947 h 1465157"/>
                <a:gd name="connsiteX92" fmla="*/ 1997710 w 2258483"/>
                <a:gd name="connsiteY92" fmla="*/ 165947 h 1465157"/>
                <a:gd name="connsiteX93" fmla="*/ 1982047 w 2258483"/>
                <a:gd name="connsiteY93" fmla="*/ 162983 h 1465157"/>
                <a:gd name="connsiteX94" fmla="*/ 1968500 w 2258483"/>
                <a:gd name="connsiteY94" fmla="*/ 162983 h 1465157"/>
                <a:gd name="connsiteX95" fmla="*/ 1962573 w 2258483"/>
                <a:gd name="connsiteY95" fmla="*/ 160443 h 1465157"/>
                <a:gd name="connsiteX96" fmla="*/ 1951567 w 2258483"/>
                <a:gd name="connsiteY96" fmla="*/ 146474 h 1465157"/>
                <a:gd name="connsiteX97" fmla="*/ 1940560 w 2258483"/>
                <a:gd name="connsiteY97" fmla="*/ 132504 h 1465157"/>
                <a:gd name="connsiteX98" fmla="*/ 1947333 w 2258483"/>
                <a:gd name="connsiteY98" fmla="*/ 118533 h 1465157"/>
                <a:gd name="connsiteX99" fmla="*/ 1940560 w 2258483"/>
                <a:gd name="connsiteY99" fmla="*/ 104564 h 1465157"/>
                <a:gd name="connsiteX100" fmla="*/ 1940560 w 2258483"/>
                <a:gd name="connsiteY100" fmla="*/ 90593 h 1465157"/>
                <a:gd name="connsiteX101" fmla="*/ 1924897 w 2258483"/>
                <a:gd name="connsiteY101" fmla="*/ 83820 h 1465157"/>
                <a:gd name="connsiteX102" fmla="*/ 1910927 w 2258483"/>
                <a:gd name="connsiteY102" fmla="*/ 82127 h 1465157"/>
                <a:gd name="connsiteX103" fmla="*/ 1897380 w 2258483"/>
                <a:gd name="connsiteY103" fmla="*/ 75354 h 1465157"/>
                <a:gd name="connsiteX104" fmla="*/ 1881717 w 2258483"/>
                <a:gd name="connsiteY104" fmla="*/ 71120 h 1465157"/>
                <a:gd name="connsiteX105" fmla="*/ 1873250 w 2258483"/>
                <a:gd name="connsiteY105" fmla="*/ 69850 h 1465157"/>
                <a:gd name="connsiteX106" fmla="*/ 1858010 w 2258483"/>
                <a:gd name="connsiteY106" fmla="*/ 65617 h 1465157"/>
                <a:gd name="connsiteX107" fmla="*/ 1844040 w 2258483"/>
                <a:gd name="connsiteY107" fmla="*/ 57150 h 1465157"/>
                <a:gd name="connsiteX108" fmla="*/ 1830070 w 2258483"/>
                <a:gd name="connsiteY108" fmla="*/ 48683 h 1465157"/>
                <a:gd name="connsiteX109" fmla="*/ 1816100 w 2258483"/>
                <a:gd name="connsiteY109" fmla="*/ 48683 h 1465157"/>
                <a:gd name="connsiteX110" fmla="*/ 1800860 w 2258483"/>
                <a:gd name="connsiteY110" fmla="*/ 38947 h 1465157"/>
                <a:gd name="connsiteX111" fmla="*/ 1786890 w 2258483"/>
                <a:gd name="connsiteY111" fmla="*/ 44450 h 1465157"/>
                <a:gd name="connsiteX112" fmla="*/ 1783927 w 2258483"/>
                <a:gd name="connsiteY112" fmla="*/ 43180 h 1465157"/>
                <a:gd name="connsiteX113" fmla="*/ 1769957 w 2258483"/>
                <a:gd name="connsiteY113" fmla="*/ 44450 h 1465157"/>
                <a:gd name="connsiteX114" fmla="*/ 1754717 w 2258483"/>
                <a:gd name="connsiteY114" fmla="*/ 43180 h 1465157"/>
                <a:gd name="connsiteX115" fmla="*/ 1744980 w 2258483"/>
                <a:gd name="connsiteY115" fmla="*/ 40640 h 1465157"/>
                <a:gd name="connsiteX116" fmla="*/ 1731010 w 2258483"/>
                <a:gd name="connsiteY116" fmla="*/ 40640 h 1465157"/>
                <a:gd name="connsiteX117" fmla="*/ 1717040 w 2258483"/>
                <a:gd name="connsiteY117" fmla="*/ 51647 h 1465157"/>
                <a:gd name="connsiteX118" fmla="*/ 1703070 w 2258483"/>
                <a:gd name="connsiteY118" fmla="*/ 63077 h 1465157"/>
                <a:gd name="connsiteX119" fmla="*/ 1695027 w 2258483"/>
                <a:gd name="connsiteY119" fmla="*/ 66887 h 1465157"/>
                <a:gd name="connsiteX120" fmla="*/ 1681057 w 2258483"/>
                <a:gd name="connsiteY120" fmla="*/ 66887 h 1465157"/>
                <a:gd name="connsiteX121" fmla="*/ 1667086 w 2258483"/>
                <a:gd name="connsiteY121" fmla="*/ 66887 h 1465157"/>
                <a:gd name="connsiteX122" fmla="*/ 1653117 w 2258483"/>
                <a:gd name="connsiteY122" fmla="*/ 66887 h 1465157"/>
                <a:gd name="connsiteX123" fmla="*/ 1637453 w 2258483"/>
                <a:gd name="connsiteY123" fmla="*/ 74083 h 1465157"/>
                <a:gd name="connsiteX124" fmla="*/ 1623907 w 2258483"/>
                <a:gd name="connsiteY124" fmla="*/ 83820 h 1465157"/>
                <a:gd name="connsiteX125" fmla="*/ 1609936 w 2258483"/>
                <a:gd name="connsiteY125" fmla="*/ 90593 h 1465157"/>
                <a:gd name="connsiteX126" fmla="*/ 1595967 w 2258483"/>
                <a:gd name="connsiteY126" fmla="*/ 97790 h 1465157"/>
                <a:gd name="connsiteX127" fmla="*/ 1583267 w 2258483"/>
                <a:gd name="connsiteY127" fmla="*/ 103293 h 1465157"/>
                <a:gd name="connsiteX128" fmla="*/ 1569297 w 2258483"/>
                <a:gd name="connsiteY128" fmla="*/ 114300 h 1465157"/>
                <a:gd name="connsiteX129" fmla="*/ 1554057 w 2258483"/>
                <a:gd name="connsiteY129" fmla="*/ 127000 h 1465157"/>
                <a:gd name="connsiteX130" fmla="*/ 1540086 w 2258483"/>
                <a:gd name="connsiteY130" fmla="*/ 140970 h 1465157"/>
                <a:gd name="connsiteX131" fmla="*/ 1527386 w 2258483"/>
                <a:gd name="connsiteY131" fmla="*/ 154940 h 1465157"/>
                <a:gd name="connsiteX132" fmla="*/ 1515110 w 2258483"/>
                <a:gd name="connsiteY132" fmla="*/ 168910 h 1465157"/>
                <a:gd name="connsiteX133" fmla="*/ 1506643 w 2258483"/>
                <a:gd name="connsiteY133" fmla="*/ 184150 h 1465157"/>
                <a:gd name="connsiteX134" fmla="*/ 1506643 w 2258483"/>
                <a:gd name="connsiteY134" fmla="*/ 187114 h 1465157"/>
                <a:gd name="connsiteX135" fmla="*/ 1498177 w 2258483"/>
                <a:gd name="connsiteY135" fmla="*/ 202354 h 1465157"/>
                <a:gd name="connsiteX136" fmla="*/ 1498177 w 2258483"/>
                <a:gd name="connsiteY136" fmla="*/ 216324 h 1465157"/>
                <a:gd name="connsiteX137" fmla="*/ 1496483 w 2258483"/>
                <a:gd name="connsiteY137" fmla="*/ 230293 h 1465157"/>
                <a:gd name="connsiteX138" fmla="*/ 1496483 w 2258483"/>
                <a:gd name="connsiteY138" fmla="*/ 243840 h 1465157"/>
                <a:gd name="connsiteX139" fmla="*/ 1501140 w 2258483"/>
                <a:gd name="connsiteY139" fmla="*/ 258233 h 1465157"/>
                <a:gd name="connsiteX140" fmla="*/ 1502410 w 2258483"/>
                <a:gd name="connsiteY140" fmla="*/ 272204 h 1465157"/>
                <a:gd name="connsiteX141" fmla="*/ 1507913 w 2258483"/>
                <a:gd name="connsiteY141" fmla="*/ 287443 h 1465157"/>
                <a:gd name="connsiteX142" fmla="*/ 1509183 w 2258483"/>
                <a:gd name="connsiteY142" fmla="*/ 288714 h 1465157"/>
                <a:gd name="connsiteX143" fmla="*/ 1515110 w 2258483"/>
                <a:gd name="connsiteY143" fmla="*/ 302683 h 1465157"/>
                <a:gd name="connsiteX144" fmla="*/ 1526117 w 2258483"/>
                <a:gd name="connsiteY144" fmla="*/ 316654 h 1465157"/>
                <a:gd name="connsiteX145" fmla="*/ 1529927 w 2258483"/>
                <a:gd name="connsiteY145" fmla="*/ 329354 h 1465157"/>
                <a:gd name="connsiteX146" fmla="*/ 1531620 w 2258483"/>
                <a:gd name="connsiteY146" fmla="*/ 333164 h 1465157"/>
                <a:gd name="connsiteX147" fmla="*/ 1532890 w 2258483"/>
                <a:gd name="connsiteY147" fmla="*/ 347557 h 1465157"/>
                <a:gd name="connsiteX148" fmla="*/ 1529927 w 2258483"/>
                <a:gd name="connsiteY148" fmla="*/ 362797 h 1465157"/>
                <a:gd name="connsiteX149" fmla="*/ 1526117 w 2258483"/>
                <a:gd name="connsiteY149" fmla="*/ 376767 h 1465157"/>
                <a:gd name="connsiteX150" fmla="*/ 1518920 w 2258483"/>
                <a:gd name="connsiteY150" fmla="*/ 390737 h 1465157"/>
                <a:gd name="connsiteX151" fmla="*/ 1512147 w 2258483"/>
                <a:gd name="connsiteY151" fmla="*/ 398780 h 1465157"/>
                <a:gd name="connsiteX152" fmla="*/ 1502410 w 2258483"/>
                <a:gd name="connsiteY152" fmla="*/ 414443 h 1465157"/>
                <a:gd name="connsiteX153" fmla="*/ 1492250 w 2258483"/>
                <a:gd name="connsiteY153" fmla="*/ 427990 h 1465157"/>
                <a:gd name="connsiteX154" fmla="*/ 1482936 w 2258483"/>
                <a:gd name="connsiteY154" fmla="*/ 442383 h 1465157"/>
                <a:gd name="connsiteX155" fmla="*/ 1467697 w 2258483"/>
                <a:gd name="connsiteY155" fmla="*/ 454660 h 1465157"/>
                <a:gd name="connsiteX156" fmla="*/ 1453727 w 2258483"/>
                <a:gd name="connsiteY156" fmla="*/ 463127 h 1465157"/>
                <a:gd name="connsiteX157" fmla="*/ 1439757 w 2258483"/>
                <a:gd name="connsiteY157" fmla="*/ 471593 h 1465157"/>
                <a:gd name="connsiteX158" fmla="*/ 1425786 w 2258483"/>
                <a:gd name="connsiteY158" fmla="*/ 479637 h 1465157"/>
                <a:gd name="connsiteX159" fmla="*/ 1411817 w 2258483"/>
                <a:gd name="connsiteY159" fmla="*/ 485564 h 1465157"/>
                <a:gd name="connsiteX160" fmla="*/ 1396153 w 2258483"/>
                <a:gd name="connsiteY160" fmla="*/ 488104 h 1465157"/>
                <a:gd name="connsiteX161" fmla="*/ 1382183 w 2258483"/>
                <a:gd name="connsiteY161" fmla="*/ 486833 h 1465157"/>
                <a:gd name="connsiteX162" fmla="*/ 1366943 w 2258483"/>
                <a:gd name="connsiteY162" fmla="*/ 486833 h 1465157"/>
                <a:gd name="connsiteX163" fmla="*/ 1352973 w 2258483"/>
                <a:gd name="connsiteY163" fmla="*/ 477097 h 1465157"/>
                <a:gd name="connsiteX164" fmla="*/ 1341967 w 2258483"/>
                <a:gd name="connsiteY164" fmla="*/ 469900 h 1465157"/>
                <a:gd name="connsiteX165" fmla="*/ 1327997 w 2258483"/>
                <a:gd name="connsiteY165" fmla="*/ 464397 h 1465157"/>
                <a:gd name="connsiteX166" fmla="*/ 1314027 w 2258483"/>
                <a:gd name="connsiteY166" fmla="*/ 453390 h 1465157"/>
                <a:gd name="connsiteX167" fmla="*/ 1309793 w 2258483"/>
                <a:gd name="connsiteY167" fmla="*/ 447887 h 1465157"/>
                <a:gd name="connsiteX168" fmla="*/ 1294553 w 2258483"/>
                <a:gd name="connsiteY168" fmla="*/ 438150 h 1465157"/>
                <a:gd name="connsiteX169" fmla="*/ 1280583 w 2258483"/>
                <a:gd name="connsiteY169" fmla="*/ 426720 h 1465157"/>
                <a:gd name="connsiteX170" fmla="*/ 1277620 w 2258483"/>
                <a:gd name="connsiteY170" fmla="*/ 425450 h 1465157"/>
                <a:gd name="connsiteX171" fmla="*/ 1263650 w 2258483"/>
                <a:gd name="connsiteY171" fmla="*/ 411480 h 1465157"/>
                <a:gd name="connsiteX172" fmla="*/ 1249680 w 2258483"/>
                <a:gd name="connsiteY172" fmla="*/ 400474 h 1465157"/>
                <a:gd name="connsiteX173" fmla="*/ 1235710 w 2258483"/>
                <a:gd name="connsiteY173" fmla="*/ 394547 h 1465157"/>
                <a:gd name="connsiteX174" fmla="*/ 1220470 w 2258483"/>
                <a:gd name="connsiteY174" fmla="*/ 390737 h 1465157"/>
                <a:gd name="connsiteX175" fmla="*/ 1206500 w 2258483"/>
                <a:gd name="connsiteY175" fmla="*/ 376767 h 1465157"/>
                <a:gd name="connsiteX176" fmla="*/ 1192530 w 2258483"/>
                <a:gd name="connsiteY176" fmla="*/ 375074 h 1465157"/>
                <a:gd name="connsiteX177" fmla="*/ 1177290 w 2258483"/>
                <a:gd name="connsiteY177" fmla="*/ 368300 h 1465157"/>
                <a:gd name="connsiteX178" fmla="*/ 1163320 w 2258483"/>
                <a:gd name="connsiteY178" fmla="*/ 362797 h 1465157"/>
                <a:gd name="connsiteX179" fmla="*/ 1156547 w 2258483"/>
                <a:gd name="connsiteY179" fmla="*/ 361104 h 1465157"/>
                <a:gd name="connsiteX180" fmla="*/ 1142577 w 2258483"/>
                <a:gd name="connsiteY180" fmla="*/ 353060 h 1465157"/>
                <a:gd name="connsiteX181" fmla="*/ 1128607 w 2258483"/>
                <a:gd name="connsiteY181" fmla="*/ 350097 h 1465157"/>
                <a:gd name="connsiteX182" fmla="*/ 1123950 w 2258483"/>
                <a:gd name="connsiteY182" fmla="*/ 348827 h 1465157"/>
                <a:gd name="connsiteX183" fmla="*/ 1108710 w 2258483"/>
                <a:gd name="connsiteY183" fmla="*/ 344593 h 1465157"/>
                <a:gd name="connsiteX184" fmla="*/ 1095163 w 2258483"/>
                <a:gd name="connsiteY184" fmla="*/ 341630 h 1465157"/>
                <a:gd name="connsiteX185" fmla="*/ 1081193 w 2258483"/>
                <a:gd name="connsiteY185" fmla="*/ 334857 h 1465157"/>
                <a:gd name="connsiteX186" fmla="*/ 1065530 w 2258483"/>
                <a:gd name="connsiteY186" fmla="*/ 331893 h 1465157"/>
                <a:gd name="connsiteX187" fmla="*/ 1051983 w 2258483"/>
                <a:gd name="connsiteY187" fmla="*/ 327660 h 1465157"/>
                <a:gd name="connsiteX188" fmla="*/ 1037590 w 2258483"/>
                <a:gd name="connsiteY188" fmla="*/ 326390 h 1465157"/>
                <a:gd name="connsiteX189" fmla="*/ 1023620 w 2258483"/>
                <a:gd name="connsiteY189" fmla="*/ 327660 h 1465157"/>
                <a:gd name="connsiteX190" fmla="*/ 1008380 w 2258483"/>
                <a:gd name="connsiteY190" fmla="*/ 327660 h 1465157"/>
                <a:gd name="connsiteX191" fmla="*/ 994410 w 2258483"/>
                <a:gd name="connsiteY191" fmla="*/ 326390 h 1465157"/>
                <a:gd name="connsiteX192" fmla="*/ 980863 w 2258483"/>
                <a:gd name="connsiteY192" fmla="*/ 326390 h 1465157"/>
                <a:gd name="connsiteX193" fmla="*/ 966470 w 2258483"/>
                <a:gd name="connsiteY193" fmla="*/ 323427 h 1465157"/>
                <a:gd name="connsiteX194" fmla="*/ 959696 w 2258483"/>
                <a:gd name="connsiteY194" fmla="*/ 320887 h 1465157"/>
                <a:gd name="connsiteX195" fmla="*/ 945727 w 2258483"/>
                <a:gd name="connsiteY195" fmla="*/ 317924 h 1465157"/>
                <a:gd name="connsiteX196" fmla="*/ 931757 w 2258483"/>
                <a:gd name="connsiteY196" fmla="*/ 311150 h 1465157"/>
                <a:gd name="connsiteX197" fmla="*/ 917786 w 2258483"/>
                <a:gd name="connsiteY197" fmla="*/ 303954 h 1465157"/>
                <a:gd name="connsiteX198" fmla="*/ 902546 w 2258483"/>
                <a:gd name="connsiteY198" fmla="*/ 294217 h 1465157"/>
                <a:gd name="connsiteX199" fmla="*/ 888577 w 2258483"/>
                <a:gd name="connsiteY199" fmla="*/ 281940 h 1465157"/>
                <a:gd name="connsiteX200" fmla="*/ 880110 w 2258483"/>
                <a:gd name="connsiteY200" fmla="*/ 267970 h 1465157"/>
                <a:gd name="connsiteX201" fmla="*/ 870373 w 2258483"/>
                <a:gd name="connsiteY201" fmla="*/ 254000 h 1465157"/>
                <a:gd name="connsiteX202" fmla="*/ 867833 w 2258483"/>
                <a:gd name="connsiteY202" fmla="*/ 245533 h 1465157"/>
                <a:gd name="connsiteX203" fmla="*/ 863600 w 2258483"/>
                <a:gd name="connsiteY203" fmla="*/ 235797 h 1465157"/>
                <a:gd name="connsiteX204" fmla="*/ 857673 w 2258483"/>
                <a:gd name="connsiteY204" fmla="*/ 221827 h 1465157"/>
                <a:gd name="connsiteX205" fmla="*/ 852170 w 2258483"/>
                <a:gd name="connsiteY205" fmla="*/ 207857 h 1465157"/>
                <a:gd name="connsiteX206" fmla="*/ 850900 w 2258483"/>
                <a:gd name="connsiteY206" fmla="*/ 193887 h 1465157"/>
                <a:gd name="connsiteX207" fmla="*/ 849630 w 2258483"/>
                <a:gd name="connsiteY207" fmla="*/ 181187 h 1465157"/>
                <a:gd name="connsiteX208" fmla="*/ 849630 w 2258483"/>
                <a:gd name="connsiteY208" fmla="*/ 167217 h 1465157"/>
                <a:gd name="connsiteX209" fmla="*/ 842433 w 2258483"/>
                <a:gd name="connsiteY209" fmla="*/ 151977 h 1465157"/>
                <a:gd name="connsiteX210" fmla="*/ 831427 w 2258483"/>
                <a:gd name="connsiteY210" fmla="*/ 138007 h 1465157"/>
                <a:gd name="connsiteX211" fmla="*/ 817457 w 2258483"/>
                <a:gd name="connsiteY211" fmla="*/ 128270 h 1465157"/>
                <a:gd name="connsiteX212" fmla="*/ 803486 w 2258483"/>
                <a:gd name="connsiteY212" fmla="*/ 127000 h 1465157"/>
                <a:gd name="connsiteX213" fmla="*/ 799253 w 2258483"/>
                <a:gd name="connsiteY213" fmla="*/ 127000 h 1465157"/>
                <a:gd name="connsiteX214" fmla="*/ 785283 w 2258483"/>
                <a:gd name="connsiteY214" fmla="*/ 122767 h 1465157"/>
                <a:gd name="connsiteX215" fmla="*/ 770043 w 2258483"/>
                <a:gd name="connsiteY215" fmla="*/ 121497 h 1465157"/>
                <a:gd name="connsiteX216" fmla="*/ 760307 w 2258483"/>
                <a:gd name="connsiteY216" fmla="*/ 121497 h 1465157"/>
                <a:gd name="connsiteX217" fmla="*/ 746336 w 2258483"/>
                <a:gd name="connsiteY217" fmla="*/ 114300 h 1465157"/>
                <a:gd name="connsiteX218" fmla="*/ 732367 w 2258483"/>
                <a:gd name="connsiteY218" fmla="*/ 111760 h 1465157"/>
                <a:gd name="connsiteX219" fmla="*/ 719667 w 2258483"/>
                <a:gd name="connsiteY219" fmla="*/ 107527 h 1465157"/>
                <a:gd name="connsiteX220" fmla="*/ 705696 w 2258483"/>
                <a:gd name="connsiteY220" fmla="*/ 93557 h 1465157"/>
                <a:gd name="connsiteX221" fmla="*/ 691727 w 2258483"/>
                <a:gd name="connsiteY221" fmla="*/ 85090 h 1465157"/>
                <a:gd name="connsiteX222" fmla="*/ 676486 w 2258483"/>
                <a:gd name="connsiteY222" fmla="*/ 76624 h 1465157"/>
                <a:gd name="connsiteX223" fmla="*/ 662517 w 2258483"/>
                <a:gd name="connsiteY223" fmla="*/ 75354 h 1465157"/>
                <a:gd name="connsiteX224" fmla="*/ 647277 w 2258483"/>
                <a:gd name="connsiteY224" fmla="*/ 68157 h 1465157"/>
                <a:gd name="connsiteX225" fmla="*/ 633307 w 2258483"/>
                <a:gd name="connsiteY225" fmla="*/ 64347 h 1465157"/>
                <a:gd name="connsiteX226" fmla="*/ 617643 w 2258483"/>
                <a:gd name="connsiteY226" fmla="*/ 64347 h 1465157"/>
                <a:gd name="connsiteX227" fmla="*/ 604096 w 2258483"/>
                <a:gd name="connsiteY227" fmla="*/ 64347 h 1465157"/>
                <a:gd name="connsiteX228" fmla="*/ 593936 w 2258483"/>
                <a:gd name="connsiteY228" fmla="*/ 61383 h 1465157"/>
                <a:gd name="connsiteX229" fmla="*/ 580390 w 2258483"/>
                <a:gd name="connsiteY229" fmla="*/ 52917 h 1465157"/>
                <a:gd name="connsiteX230" fmla="*/ 564727 w 2258483"/>
                <a:gd name="connsiteY230" fmla="*/ 46143 h 1465157"/>
                <a:gd name="connsiteX231" fmla="*/ 557953 w 2258483"/>
                <a:gd name="connsiteY231" fmla="*/ 44450 h 1465157"/>
                <a:gd name="connsiteX232" fmla="*/ 543983 w 2258483"/>
                <a:gd name="connsiteY232" fmla="*/ 43180 h 1465157"/>
                <a:gd name="connsiteX233" fmla="*/ 530013 w 2258483"/>
                <a:gd name="connsiteY233" fmla="*/ 50377 h 1465157"/>
                <a:gd name="connsiteX234" fmla="*/ 519007 w 2258483"/>
                <a:gd name="connsiteY234" fmla="*/ 54187 h 1465157"/>
                <a:gd name="connsiteX235" fmla="*/ 503343 w 2258483"/>
                <a:gd name="connsiteY235" fmla="*/ 60114 h 1465157"/>
                <a:gd name="connsiteX236" fmla="*/ 502073 w 2258483"/>
                <a:gd name="connsiteY236" fmla="*/ 60114 h 1465157"/>
                <a:gd name="connsiteX237" fmla="*/ 488103 w 2258483"/>
                <a:gd name="connsiteY237" fmla="*/ 63077 h 1465157"/>
                <a:gd name="connsiteX238" fmla="*/ 483870 w 2258483"/>
                <a:gd name="connsiteY238" fmla="*/ 63077 h 1465157"/>
                <a:gd name="connsiteX239" fmla="*/ 469900 w 2258483"/>
                <a:gd name="connsiteY239" fmla="*/ 63077 h 1465157"/>
                <a:gd name="connsiteX240" fmla="*/ 466090 w 2258483"/>
                <a:gd name="connsiteY240" fmla="*/ 63077 h 1465157"/>
                <a:gd name="connsiteX241" fmla="*/ 454660 w 2258483"/>
                <a:gd name="connsiteY241" fmla="*/ 63077 h 1465157"/>
                <a:gd name="connsiteX242" fmla="*/ 440690 w 2258483"/>
                <a:gd name="connsiteY242" fmla="*/ 58420 h 1465157"/>
                <a:gd name="connsiteX243" fmla="*/ 426720 w 2258483"/>
                <a:gd name="connsiteY243" fmla="*/ 58420 h 1465157"/>
                <a:gd name="connsiteX244" fmla="*/ 424180 w 2258483"/>
                <a:gd name="connsiteY244" fmla="*/ 57150 h 1465157"/>
                <a:gd name="connsiteX245" fmla="*/ 410210 w 2258483"/>
                <a:gd name="connsiteY245" fmla="*/ 51647 h 1465157"/>
                <a:gd name="connsiteX246" fmla="*/ 407246 w 2258483"/>
                <a:gd name="connsiteY246" fmla="*/ 50377 h 1465157"/>
                <a:gd name="connsiteX247" fmla="*/ 393277 w 2258483"/>
                <a:gd name="connsiteY247" fmla="*/ 43180 h 1465157"/>
                <a:gd name="connsiteX248" fmla="*/ 383540 w 2258483"/>
                <a:gd name="connsiteY248" fmla="*/ 34714 h 1465157"/>
                <a:gd name="connsiteX249" fmla="*/ 369570 w 2258483"/>
                <a:gd name="connsiteY249" fmla="*/ 26670 h 1465157"/>
                <a:gd name="connsiteX250" fmla="*/ 355600 w 2258483"/>
                <a:gd name="connsiteY250" fmla="*/ 16933 h 1465157"/>
                <a:gd name="connsiteX251" fmla="*/ 341630 w 2258483"/>
                <a:gd name="connsiteY251" fmla="*/ 11007 h 1465157"/>
                <a:gd name="connsiteX252" fmla="*/ 327660 w 2258483"/>
                <a:gd name="connsiteY252" fmla="*/ 12700 h 1465157"/>
                <a:gd name="connsiteX253" fmla="*/ 313690 w 2258483"/>
                <a:gd name="connsiteY253" fmla="*/ 1270 h 1465157"/>
                <a:gd name="connsiteX254" fmla="*/ 308186 w 2258483"/>
                <a:gd name="connsiteY254" fmla="*/ 0 h 1465157"/>
                <a:gd name="connsiteX255" fmla="*/ 308186 w 2258483"/>
                <a:gd name="connsiteY255" fmla="*/ 5504 h 1465157"/>
                <a:gd name="connsiteX256" fmla="*/ 308186 w 2258483"/>
                <a:gd name="connsiteY256" fmla="*/ 8467 h 1465157"/>
                <a:gd name="connsiteX257" fmla="*/ 306917 w 2258483"/>
                <a:gd name="connsiteY257" fmla="*/ 12700 h 1465157"/>
                <a:gd name="connsiteX258" fmla="*/ 305646 w 2258483"/>
                <a:gd name="connsiteY258" fmla="*/ 16933 h 1465157"/>
                <a:gd name="connsiteX259" fmla="*/ 303953 w 2258483"/>
                <a:gd name="connsiteY259" fmla="*/ 30480 h 1465157"/>
                <a:gd name="connsiteX260" fmla="*/ 302683 w 2258483"/>
                <a:gd name="connsiteY260" fmla="*/ 38947 h 1465157"/>
                <a:gd name="connsiteX261" fmla="*/ 301413 w 2258483"/>
                <a:gd name="connsiteY261" fmla="*/ 46143 h 1465157"/>
                <a:gd name="connsiteX262" fmla="*/ 302683 w 2258483"/>
                <a:gd name="connsiteY262" fmla="*/ 55880 h 1465157"/>
                <a:gd name="connsiteX263" fmla="*/ 302683 w 2258483"/>
                <a:gd name="connsiteY263" fmla="*/ 61383 h 1465157"/>
                <a:gd name="connsiteX264" fmla="*/ 302683 w 2258483"/>
                <a:gd name="connsiteY264" fmla="*/ 68157 h 1465157"/>
                <a:gd name="connsiteX265" fmla="*/ 302683 w 2258483"/>
                <a:gd name="connsiteY265" fmla="*/ 71120 h 1465157"/>
                <a:gd name="connsiteX266" fmla="*/ 301413 w 2258483"/>
                <a:gd name="connsiteY266" fmla="*/ 85090 h 1465157"/>
                <a:gd name="connsiteX267" fmla="*/ 308186 w 2258483"/>
                <a:gd name="connsiteY267" fmla="*/ 99060 h 1465157"/>
                <a:gd name="connsiteX268" fmla="*/ 316653 w 2258483"/>
                <a:gd name="connsiteY268" fmla="*/ 113030 h 1465157"/>
                <a:gd name="connsiteX269" fmla="*/ 308186 w 2258483"/>
                <a:gd name="connsiteY269" fmla="*/ 128270 h 1465157"/>
                <a:gd name="connsiteX270" fmla="*/ 305646 w 2258483"/>
                <a:gd name="connsiteY270" fmla="*/ 129540 h 1465157"/>
                <a:gd name="connsiteX271" fmla="*/ 291677 w 2258483"/>
                <a:gd name="connsiteY271" fmla="*/ 138007 h 1465157"/>
                <a:gd name="connsiteX272" fmla="*/ 276013 w 2258483"/>
                <a:gd name="connsiteY272" fmla="*/ 145204 h 1465157"/>
                <a:gd name="connsiteX273" fmla="*/ 260773 w 2258483"/>
                <a:gd name="connsiteY273" fmla="*/ 153247 h 1465157"/>
                <a:gd name="connsiteX274" fmla="*/ 257810 w 2258483"/>
                <a:gd name="connsiteY274" fmla="*/ 154940 h 1465157"/>
                <a:gd name="connsiteX275" fmla="*/ 241300 w 2258483"/>
                <a:gd name="connsiteY275" fmla="*/ 161714 h 1465157"/>
                <a:gd name="connsiteX276" fmla="*/ 227330 w 2258483"/>
                <a:gd name="connsiteY276" fmla="*/ 168910 h 1465157"/>
                <a:gd name="connsiteX277" fmla="*/ 214630 w 2258483"/>
                <a:gd name="connsiteY277" fmla="*/ 181187 h 1465157"/>
                <a:gd name="connsiteX278" fmla="*/ 206587 w 2258483"/>
                <a:gd name="connsiteY278" fmla="*/ 195157 h 1465157"/>
                <a:gd name="connsiteX279" fmla="*/ 203623 w 2258483"/>
                <a:gd name="connsiteY279" fmla="*/ 196850 h 1465157"/>
                <a:gd name="connsiteX280" fmla="*/ 188383 w 2258483"/>
                <a:gd name="connsiteY280" fmla="*/ 201083 h 1465157"/>
                <a:gd name="connsiteX281" fmla="*/ 182880 w 2258483"/>
                <a:gd name="connsiteY281" fmla="*/ 205317 h 1465157"/>
                <a:gd name="connsiteX282" fmla="*/ 181187 w 2258483"/>
                <a:gd name="connsiteY282" fmla="*/ 220557 h 1465157"/>
                <a:gd name="connsiteX283" fmla="*/ 170180 w 2258483"/>
                <a:gd name="connsiteY283" fmla="*/ 234527 h 1465157"/>
                <a:gd name="connsiteX284" fmla="*/ 164253 w 2258483"/>
                <a:gd name="connsiteY284" fmla="*/ 241300 h 1465157"/>
                <a:gd name="connsiteX285" fmla="*/ 150707 w 2258483"/>
                <a:gd name="connsiteY285" fmla="*/ 242570 h 1465157"/>
                <a:gd name="connsiteX286" fmla="*/ 136737 w 2258483"/>
                <a:gd name="connsiteY286" fmla="*/ 246804 h 1465157"/>
                <a:gd name="connsiteX287" fmla="*/ 132503 w 2258483"/>
                <a:gd name="connsiteY287" fmla="*/ 252730 h 1465157"/>
                <a:gd name="connsiteX288" fmla="*/ 124037 w 2258483"/>
                <a:gd name="connsiteY288" fmla="*/ 266277 h 1465157"/>
                <a:gd name="connsiteX289" fmla="*/ 113030 w 2258483"/>
                <a:gd name="connsiteY289" fmla="*/ 280247 h 1465157"/>
                <a:gd name="connsiteX290" fmla="*/ 111337 w 2258483"/>
                <a:gd name="connsiteY290" fmla="*/ 295487 h 1465157"/>
                <a:gd name="connsiteX291" fmla="*/ 118533 w 2258483"/>
                <a:gd name="connsiteY291" fmla="*/ 311150 h 1465157"/>
                <a:gd name="connsiteX292" fmla="*/ 122767 w 2258483"/>
                <a:gd name="connsiteY292" fmla="*/ 325120 h 1465157"/>
                <a:gd name="connsiteX293" fmla="*/ 127000 w 2258483"/>
                <a:gd name="connsiteY293" fmla="*/ 340360 h 1465157"/>
                <a:gd name="connsiteX294" fmla="*/ 130810 w 2258483"/>
                <a:gd name="connsiteY294" fmla="*/ 355600 h 1465157"/>
                <a:gd name="connsiteX295" fmla="*/ 132503 w 2258483"/>
                <a:gd name="connsiteY295" fmla="*/ 370840 h 1465157"/>
                <a:gd name="connsiteX296" fmla="*/ 135043 w 2258483"/>
                <a:gd name="connsiteY296" fmla="*/ 379307 h 1465157"/>
                <a:gd name="connsiteX297" fmla="*/ 130810 w 2258483"/>
                <a:gd name="connsiteY297" fmla="*/ 393277 h 1465157"/>
                <a:gd name="connsiteX298" fmla="*/ 125730 w 2258483"/>
                <a:gd name="connsiteY298" fmla="*/ 407247 h 1465157"/>
                <a:gd name="connsiteX299" fmla="*/ 111337 w 2258483"/>
                <a:gd name="connsiteY299" fmla="*/ 421217 h 1465157"/>
                <a:gd name="connsiteX300" fmla="*/ 104563 w 2258483"/>
                <a:gd name="connsiteY300" fmla="*/ 436457 h 1465157"/>
                <a:gd name="connsiteX301" fmla="*/ 94827 w 2258483"/>
                <a:gd name="connsiteY301" fmla="*/ 450427 h 1465157"/>
                <a:gd name="connsiteX302" fmla="*/ 89323 w 2258483"/>
                <a:gd name="connsiteY302" fmla="*/ 460587 h 1465157"/>
                <a:gd name="connsiteX303" fmla="*/ 77893 w 2258483"/>
                <a:gd name="connsiteY303" fmla="*/ 474133 h 1465157"/>
                <a:gd name="connsiteX304" fmla="*/ 71120 w 2258483"/>
                <a:gd name="connsiteY304" fmla="*/ 474133 h 1465157"/>
                <a:gd name="connsiteX305" fmla="*/ 57150 w 2258483"/>
                <a:gd name="connsiteY305" fmla="*/ 478367 h 1465157"/>
                <a:gd name="connsiteX306" fmla="*/ 43180 w 2258483"/>
                <a:gd name="connsiteY306" fmla="*/ 485564 h 1465157"/>
                <a:gd name="connsiteX307" fmla="*/ 27940 w 2258483"/>
                <a:gd name="connsiteY307" fmla="*/ 492337 h 1465157"/>
                <a:gd name="connsiteX308" fmla="*/ 13970 w 2258483"/>
                <a:gd name="connsiteY308" fmla="*/ 500804 h 1465157"/>
                <a:gd name="connsiteX309" fmla="*/ 8467 w 2258483"/>
                <a:gd name="connsiteY309" fmla="*/ 503343 h 1465157"/>
                <a:gd name="connsiteX310" fmla="*/ 0 w 2258483"/>
                <a:gd name="connsiteY310" fmla="*/ 517314 h 1465157"/>
                <a:gd name="connsiteX311" fmla="*/ 6773 w 2258483"/>
                <a:gd name="connsiteY311" fmla="*/ 525780 h 1465157"/>
                <a:gd name="connsiteX312" fmla="*/ 11007 w 2258483"/>
                <a:gd name="connsiteY312" fmla="*/ 531707 h 1465157"/>
                <a:gd name="connsiteX313" fmla="*/ 20743 w 2258483"/>
                <a:gd name="connsiteY313" fmla="*/ 546947 h 1465157"/>
                <a:gd name="connsiteX314" fmla="*/ 30480 w 2258483"/>
                <a:gd name="connsiteY314" fmla="*/ 560917 h 1465157"/>
                <a:gd name="connsiteX315" fmla="*/ 37677 w 2258483"/>
                <a:gd name="connsiteY315" fmla="*/ 574887 h 1465157"/>
                <a:gd name="connsiteX316" fmla="*/ 44450 w 2258483"/>
                <a:gd name="connsiteY316" fmla="*/ 590127 h 1465157"/>
                <a:gd name="connsiteX317" fmla="*/ 51646 w 2258483"/>
                <a:gd name="connsiteY317" fmla="*/ 604097 h 1465157"/>
                <a:gd name="connsiteX318" fmla="*/ 57150 w 2258483"/>
                <a:gd name="connsiteY318" fmla="*/ 619337 h 1465157"/>
                <a:gd name="connsiteX319" fmla="*/ 62653 w 2258483"/>
                <a:gd name="connsiteY319" fmla="*/ 633307 h 1465157"/>
                <a:gd name="connsiteX320" fmla="*/ 65617 w 2258483"/>
                <a:gd name="connsiteY320" fmla="*/ 648547 h 1465157"/>
                <a:gd name="connsiteX321" fmla="*/ 68157 w 2258483"/>
                <a:gd name="connsiteY321" fmla="*/ 664210 h 1465157"/>
                <a:gd name="connsiteX322" fmla="*/ 72390 w 2258483"/>
                <a:gd name="connsiteY322" fmla="*/ 677757 h 1465157"/>
                <a:gd name="connsiteX323" fmla="*/ 73660 w 2258483"/>
                <a:gd name="connsiteY323" fmla="*/ 693420 h 1465157"/>
                <a:gd name="connsiteX324" fmla="*/ 75353 w 2258483"/>
                <a:gd name="connsiteY324" fmla="*/ 707390 h 1465157"/>
                <a:gd name="connsiteX325" fmla="*/ 75353 w 2258483"/>
                <a:gd name="connsiteY325" fmla="*/ 721360 h 1465157"/>
                <a:gd name="connsiteX326" fmla="*/ 75353 w 2258483"/>
                <a:gd name="connsiteY326" fmla="*/ 735330 h 1465157"/>
                <a:gd name="connsiteX327" fmla="*/ 73660 w 2258483"/>
                <a:gd name="connsiteY327" fmla="*/ 750570 h 1465157"/>
                <a:gd name="connsiteX328" fmla="*/ 72390 w 2258483"/>
                <a:gd name="connsiteY328" fmla="*/ 759037 h 1465157"/>
                <a:gd name="connsiteX329" fmla="*/ 72390 w 2258483"/>
                <a:gd name="connsiteY329" fmla="*/ 761577 h 1465157"/>
                <a:gd name="connsiteX330" fmla="*/ 69427 w 2258483"/>
                <a:gd name="connsiteY330" fmla="*/ 775547 h 1465157"/>
                <a:gd name="connsiteX331" fmla="*/ 68157 w 2258483"/>
                <a:gd name="connsiteY331" fmla="*/ 792480 h 1465157"/>
                <a:gd name="connsiteX332" fmla="*/ 65617 w 2258483"/>
                <a:gd name="connsiteY332" fmla="*/ 807720 h 1465157"/>
                <a:gd name="connsiteX333" fmla="*/ 63923 w 2258483"/>
                <a:gd name="connsiteY333" fmla="*/ 824654 h 1465157"/>
                <a:gd name="connsiteX334" fmla="*/ 69427 w 2258483"/>
                <a:gd name="connsiteY334" fmla="*/ 838200 h 1465157"/>
                <a:gd name="connsiteX335" fmla="*/ 73660 w 2258483"/>
                <a:gd name="connsiteY335" fmla="*/ 852170 h 1465157"/>
                <a:gd name="connsiteX336" fmla="*/ 79163 w 2258483"/>
                <a:gd name="connsiteY336" fmla="*/ 867833 h 1465157"/>
                <a:gd name="connsiteX337" fmla="*/ 85090 w 2258483"/>
                <a:gd name="connsiteY337" fmla="*/ 883074 h 1465157"/>
                <a:gd name="connsiteX338" fmla="*/ 86360 w 2258483"/>
                <a:gd name="connsiteY338" fmla="*/ 897043 h 1465157"/>
                <a:gd name="connsiteX339" fmla="*/ 82127 w 2258483"/>
                <a:gd name="connsiteY339" fmla="*/ 912283 h 1465157"/>
                <a:gd name="connsiteX340" fmla="*/ 77893 w 2258483"/>
                <a:gd name="connsiteY340" fmla="*/ 929217 h 1465157"/>
                <a:gd name="connsiteX341" fmla="*/ 66887 w 2258483"/>
                <a:gd name="connsiteY341" fmla="*/ 943187 h 1465157"/>
                <a:gd name="connsiteX342" fmla="*/ 63923 w 2258483"/>
                <a:gd name="connsiteY342" fmla="*/ 958427 h 1465157"/>
                <a:gd name="connsiteX343" fmla="*/ 60113 w 2258483"/>
                <a:gd name="connsiteY343" fmla="*/ 972397 h 1465157"/>
                <a:gd name="connsiteX344" fmla="*/ 57150 w 2258483"/>
                <a:gd name="connsiteY344" fmla="*/ 986367 h 1465157"/>
                <a:gd name="connsiteX345" fmla="*/ 61383 w 2258483"/>
                <a:gd name="connsiteY345" fmla="*/ 1002877 h 1465157"/>
                <a:gd name="connsiteX346" fmla="*/ 65617 w 2258483"/>
                <a:gd name="connsiteY346" fmla="*/ 1018540 h 1465157"/>
                <a:gd name="connsiteX347" fmla="*/ 69427 w 2258483"/>
                <a:gd name="connsiteY347" fmla="*/ 1033780 h 1465157"/>
                <a:gd name="connsiteX348" fmla="*/ 72390 w 2258483"/>
                <a:gd name="connsiteY348" fmla="*/ 1050290 h 1465157"/>
                <a:gd name="connsiteX349" fmla="*/ 82127 w 2258483"/>
                <a:gd name="connsiteY349" fmla="*/ 1065954 h 1465157"/>
                <a:gd name="connsiteX350" fmla="*/ 79163 w 2258483"/>
                <a:gd name="connsiteY350" fmla="*/ 1081193 h 1465157"/>
                <a:gd name="connsiteX351" fmla="*/ 80857 w 2258483"/>
                <a:gd name="connsiteY351" fmla="*/ 1095164 h 1465157"/>
                <a:gd name="connsiteX352" fmla="*/ 80857 w 2258483"/>
                <a:gd name="connsiteY352" fmla="*/ 1097704 h 1465157"/>
                <a:gd name="connsiteX353" fmla="*/ 76623 w 2258483"/>
                <a:gd name="connsiteY353" fmla="*/ 1111674 h 1465157"/>
                <a:gd name="connsiteX354" fmla="*/ 62653 w 2258483"/>
                <a:gd name="connsiteY354" fmla="*/ 1123104 h 1465157"/>
                <a:gd name="connsiteX355" fmla="*/ 45720 w 2258483"/>
                <a:gd name="connsiteY355" fmla="*/ 1129877 h 1465157"/>
                <a:gd name="connsiteX356" fmla="*/ 30480 w 2258483"/>
                <a:gd name="connsiteY356" fmla="*/ 1138343 h 1465157"/>
                <a:gd name="connsiteX357" fmla="*/ 18203 w 2258483"/>
                <a:gd name="connsiteY357" fmla="*/ 1152314 h 1465157"/>
                <a:gd name="connsiteX358" fmla="*/ 8467 w 2258483"/>
                <a:gd name="connsiteY358" fmla="*/ 1167554 h 1465157"/>
                <a:gd name="connsiteX359" fmla="*/ 11007 w 2258483"/>
                <a:gd name="connsiteY359" fmla="*/ 1182793 h 1465157"/>
                <a:gd name="connsiteX360" fmla="*/ 20743 w 2258483"/>
                <a:gd name="connsiteY360" fmla="*/ 1196764 h 1465157"/>
                <a:gd name="connsiteX361" fmla="*/ 30480 w 2258483"/>
                <a:gd name="connsiteY361" fmla="*/ 1210733 h 1465157"/>
                <a:gd name="connsiteX362" fmla="*/ 40217 w 2258483"/>
                <a:gd name="connsiteY362" fmla="*/ 1227667 h 1465157"/>
                <a:gd name="connsiteX363" fmla="*/ 49953 w 2258483"/>
                <a:gd name="connsiteY363" fmla="*/ 1241637 h 1465157"/>
                <a:gd name="connsiteX364" fmla="*/ 61383 w 2258483"/>
                <a:gd name="connsiteY364" fmla="*/ 1256877 h 1465157"/>
                <a:gd name="connsiteX365" fmla="*/ 69427 w 2258483"/>
                <a:gd name="connsiteY365" fmla="*/ 1270847 h 1465157"/>
                <a:gd name="connsiteX366" fmla="*/ 77893 w 2258483"/>
                <a:gd name="connsiteY366" fmla="*/ 1283547 h 1465157"/>
                <a:gd name="connsiteX367" fmla="*/ 86360 w 2258483"/>
                <a:gd name="connsiteY367" fmla="*/ 1297517 h 1465157"/>
                <a:gd name="connsiteX368" fmla="*/ 94827 w 2258483"/>
                <a:gd name="connsiteY368" fmla="*/ 1307254 h 1465157"/>
                <a:gd name="connsiteX369" fmla="*/ 100330 w 2258483"/>
                <a:gd name="connsiteY369" fmla="*/ 1323764 h 1465157"/>
                <a:gd name="connsiteX370" fmla="*/ 100330 w 2258483"/>
                <a:gd name="connsiteY370" fmla="*/ 1339004 h 1465157"/>
                <a:gd name="connsiteX371" fmla="*/ 100330 w 2258483"/>
                <a:gd name="connsiteY371" fmla="*/ 1355937 h 1465157"/>
                <a:gd name="connsiteX372" fmla="*/ 100330 w 2258483"/>
                <a:gd name="connsiteY372" fmla="*/ 1369907 h 1465157"/>
                <a:gd name="connsiteX373" fmla="*/ 101600 w 2258483"/>
                <a:gd name="connsiteY373" fmla="*/ 1385147 h 1465157"/>
                <a:gd name="connsiteX374" fmla="*/ 105833 w 2258483"/>
                <a:gd name="connsiteY374" fmla="*/ 1399117 h 1465157"/>
                <a:gd name="connsiteX375" fmla="*/ 113030 w 2258483"/>
                <a:gd name="connsiteY375" fmla="*/ 1404620 h 1465157"/>
                <a:gd name="connsiteX376" fmla="*/ 119803 w 2258483"/>
                <a:gd name="connsiteY376" fmla="*/ 1408854 h 1465157"/>
                <a:gd name="connsiteX377" fmla="*/ 121073 w 2258483"/>
                <a:gd name="connsiteY377" fmla="*/ 1408854 h 1465157"/>
                <a:gd name="connsiteX378" fmla="*/ 128270 w 2258483"/>
                <a:gd name="connsiteY378" fmla="*/ 1424093 h 1465157"/>
                <a:gd name="connsiteX379" fmla="*/ 133773 w 2258483"/>
                <a:gd name="connsiteY379" fmla="*/ 1439757 h 1465157"/>
                <a:gd name="connsiteX380" fmla="*/ 149013 w 2258483"/>
                <a:gd name="connsiteY380" fmla="*/ 1452033 h 1465157"/>
                <a:gd name="connsiteX381" fmla="*/ 163407 w 2258483"/>
                <a:gd name="connsiteY381" fmla="*/ 1457960 h 1465157"/>
                <a:gd name="connsiteX382" fmla="*/ 179917 w 2258483"/>
                <a:gd name="connsiteY382" fmla="*/ 1450764 h 1465157"/>
                <a:gd name="connsiteX383" fmla="*/ 195157 w 2258483"/>
                <a:gd name="connsiteY383" fmla="*/ 1443990 h 1465157"/>
                <a:gd name="connsiteX384" fmla="*/ 209127 w 2258483"/>
                <a:gd name="connsiteY384" fmla="*/ 1447800 h 1465157"/>
                <a:gd name="connsiteX385" fmla="*/ 224790 w 2258483"/>
                <a:gd name="connsiteY385" fmla="*/ 1454997 h 1465157"/>
                <a:gd name="connsiteX386" fmla="*/ 234527 w 2258483"/>
                <a:gd name="connsiteY386" fmla="*/ 1459230 h 1465157"/>
                <a:gd name="connsiteX387" fmla="*/ 240030 w 2258483"/>
                <a:gd name="connsiteY387" fmla="*/ 1460500 h 1465157"/>
                <a:gd name="connsiteX388" fmla="*/ 251037 w 2258483"/>
                <a:gd name="connsiteY388" fmla="*/ 1465157 h 1465157"/>
                <a:gd name="connsiteX389" fmla="*/ 2258483 w 2258483"/>
                <a:gd name="connsiteY389" fmla="*/ 1465157 h 146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</a:cxnLst>
              <a:rect l="l" t="t" r="r" b="b"/>
              <a:pathLst>
                <a:path w="2258483" h="1465157">
                  <a:moveTo>
                    <a:pt x="2258483" y="1453727"/>
                  </a:moveTo>
                  <a:lnTo>
                    <a:pt x="2256790" y="1425787"/>
                  </a:lnTo>
                  <a:lnTo>
                    <a:pt x="2255520" y="1393614"/>
                  </a:lnTo>
                  <a:lnTo>
                    <a:pt x="2255520" y="1369907"/>
                  </a:lnTo>
                  <a:lnTo>
                    <a:pt x="2254250" y="1354667"/>
                  </a:lnTo>
                  <a:lnTo>
                    <a:pt x="2254250" y="1336464"/>
                  </a:lnTo>
                  <a:lnTo>
                    <a:pt x="2254250" y="1321224"/>
                  </a:lnTo>
                  <a:lnTo>
                    <a:pt x="2252980" y="1305560"/>
                  </a:lnTo>
                  <a:lnTo>
                    <a:pt x="2252980" y="1286087"/>
                  </a:lnTo>
                  <a:lnTo>
                    <a:pt x="2251286" y="1262380"/>
                  </a:lnTo>
                  <a:lnTo>
                    <a:pt x="2251286" y="1237404"/>
                  </a:lnTo>
                  <a:lnTo>
                    <a:pt x="2250017" y="1212427"/>
                  </a:lnTo>
                  <a:lnTo>
                    <a:pt x="2250017" y="1189990"/>
                  </a:lnTo>
                  <a:lnTo>
                    <a:pt x="2248747" y="1170517"/>
                  </a:lnTo>
                  <a:lnTo>
                    <a:pt x="2248747" y="1143847"/>
                  </a:lnTo>
                  <a:lnTo>
                    <a:pt x="2247477" y="1106170"/>
                  </a:lnTo>
                  <a:lnTo>
                    <a:pt x="2245783" y="1073997"/>
                  </a:lnTo>
                  <a:lnTo>
                    <a:pt x="2245783" y="1049020"/>
                  </a:lnTo>
                  <a:lnTo>
                    <a:pt x="2244513" y="1035050"/>
                  </a:lnTo>
                  <a:lnTo>
                    <a:pt x="2244513" y="1030817"/>
                  </a:lnTo>
                  <a:lnTo>
                    <a:pt x="2244513" y="1015577"/>
                  </a:lnTo>
                  <a:lnTo>
                    <a:pt x="2243244" y="997374"/>
                  </a:lnTo>
                  <a:lnTo>
                    <a:pt x="2243244" y="982133"/>
                  </a:lnTo>
                  <a:lnTo>
                    <a:pt x="2243244" y="968164"/>
                  </a:lnTo>
                  <a:lnTo>
                    <a:pt x="2241550" y="954193"/>
                  </a:lnTo>
                  <a:lnTo>
                    <a:pt x="2241550" y="938954"/>
                  </a:lnTo>
                  <a:lnTo>
                    <a:pt x="2241550" y="923714"/>
                  </a:lnTo>
                  <a:lnTo>
                    <a:pt x="2240280" y="912283"/>
                  </a:lnTo>
                  <a:lnTo>
                    <a:pt x="2240280" y="898314"/>
                  </a:lnTo>
                  <a:lnTo>
                    <a:pt x="2239010" y="881804"/>
                  </a:lnTo>
                  <a:lnTo>
                    <a:pt x="2239010" y="867833"/>
                  </a:lnTo>
                  <a:lnTo>
                    <a:pt x="2239010" y="863600"/>
                  </a:lnTo>
                  <a:lnTo>
                    <a:pt x="2239010" y="847937"/>
                  </a:lnTo>
                  <a:lnTo>
                    <a:pt x="2237317" y="833967"/>
                  </a:lnTo>
                  <a:lnTo>
                    <a:pt x="2237317" y="818727"/>
                  </a:lnTo>
                  <a:lnTo>
                    <a:pt x="2237317" y="803487"/>
                  </a:lnTo>
                  <a:lnTo>
                    <a:pt x="2236047" y="788247"/>
                  </a:lnTo>
                  <a:lnTo>
                    <a:pt x="2236047" y="774277"/>
                  </a:lnTo>
                  <a:lnTo>
                    <a:pt x="2234777" y="759037"/>
                  </a:lnTo>
                  <a:lnTo>
                    <a:pt x="2233507" y="700193"/>
                  </a:lnTo>
                  <a:lnTo>
                    <a:pt x="2231813" y="686224"/>
                  </a:lnTo>
                  <a:lnTo>
                    <a:pt x="2231813" y="672254"/>
                  </a:lnTo>
                  <a:lnTo>
                    <a:pt x="2230544" y="657014"/>
                  </a:lnTo>
                  <a:lnTo>
                    <a:pt x="2223347" y="641774"/>
                  </a:lnTo>
                  <a:lnTo>
                    <a:pt x="2217844" y="627804"/>
                  </a:lnTo>
                  <a:lnTo>
                    <a:pt x="2212340" y="612564"/>
                  </a:lnTo>
                  <a:lnTo>
                    <a:pt x="2212340" y="598593"/>
                  </a:lnTo>
                  <a:lnTo>
                    <a:pt x="2212340" y="590127"/>
                  </a:lnTo>
                  <a:lnTo>
                    <a:pt x="2205567" y="576157"/>
                  </a:lnTo>
                  <a:lnTo>
                    <a:pt x="2204297" y="560917"/>
                  </a:lnTo>
                  <a:lnTo>
                    <a:pt x="2201333" y="545254"/>
                  </a:lnTo>
                  <a:lnTo>
                    <a:pt x="2195830" y="531707"/>
                  </a:lnTo>
                  <a:lnTo>
                    <a:pt x="2192867" y="524510"/>
                  </a:lnTo>
                  <a:lnTo>
                    <a:pt x="2184400" y="509270"/>
                  </a:lnTo>
                  <a:lnTo>
                    <a:pt x="2186094" y="495300"/>
                  </a:lnTo>
                  <a:lnTo>
                    <a:pt x="2192867" y="479637"/>
                  </a:lnTo>
                  <a:lnTo>
                    <a:pt x="2202603" y="466090"/>
                  </a:lnTo>
                  <a:lnTo>
                    <a:pt x="2211070" y="450427"/>
                  </a:lnTo>
                  <a:lnTo>
                    <a:pt x="2214033" y="436457"/>
                  </a:lnTo>
                  <a:lnTo>
                    <a:pt x="2219536" y="422487"/>
                  </a:lnTo>
                  <a:lnTo>
                    <a:pt x="2220807" y="408517"/>
                  </a:lnTo>
                  <a:lnTo>
                    <a:pt x="2222077" y="407247"/>
                  </a:lnTo>
                  <a:lnTo>
                    <a:pt x="2220807" y="393277"/>
                  </a:lnTo>
                  <a:lnTo>
                    <a:pt x="2215303" y="382270"/>
                  </a:lnTo>
                  <a:lnTo>
                    <a:pt x="2211070" y="367030"/>
                  </a:lnTo>
                  <a:lnTo>
                    <a:pt x="2204297" y="353060"/>
                  </a:lnTo>
                  <a:lnTo>
                    <a:pt x="2199640" y="339090"/>
                  </a:lnTo>
                  <a:lnTo>
                    <a:pt x="2201333" y="325120"/>
                  </a:lnTo>
                  <a:lnTo>
                    <a:pt x="2198370" y="309880"/>
                  </a:lnTo>
                  <a:lnTo>
                    <a:pt x="2202603" y="295487"/>
                  </a:lnTo>
                  <a:lnTo>
                    <a:pt x="2216573" y="284480"/>
                  </a:lnTo>
                  <a:lnTo>
                    <a:pt x="2220807" y="281940"/>
                  </a:lnTo>
                  <a:lnTo>
                    <a:pt x="2225040" y="266277"/>
                  </a:lnTo>
                  <a:lnTo>
                    <a:pt x="2236047" y="255270"/>
                  </a:lnTo>
                  <a:lnTo>
                    <a:pt x="2230544" y="241300"/>
                  </a:lnTo>
                  <a:lnTo>
                    <a:pt x="2220807" y="227330"/>
                  </a:lnTo>
                  <a:lnTo>
                    <a:pt x="2217844" y="213360"/>
                  </a:lnTo>
                  <a:lnTo>
                    <a:pt x="2212340" y="203624"/>
                  </a:lnTo>
                  <a:lnTo>
                    <a:pt x="2198370" y="199390"/>
                  </a:lnTo>
                  <a:lnTo>
                    <a:pt x="2183130" y="196850"/>
                  </a:lnTo>
                  <a:lnTo>
                    <a:pt x="2169160" y="192617"/>
                  </a:lnTo>
                  <a:lnTo>
                    <a:pt x="2153920" y="196850"/>
                  </a:lnTo>
                  <a:lnTo>
                    <a:pt x="2139950" y="198120"/>
                  </a:lnTo>
                  <a:lnTo>
                    <a:pt x="2125980" y="198120"/>
                  </a:lnTo>
                  <a:lnTo>
                    <a:pt x="2110740" y="196850"/>
                  </a:lnTo>
                  <a:lnTo>
                    <a:pt x="2095077" y="196850"/>
                  </a:lnTo>
                  <a:lnTo>
                    <a:pt x="2081107" y="195157"/>
                  </a:lnTo>
                  <a:lnTo>
                    <a:pt x="2070100" y="188383"/>
                  </a:lnTo>
                  <a:lnTo>
                    <a:pt x="2054436" y="175683"/>
                  </a:lnTo>
                  <a:lnTo>
                    <a:pt x="2040890" y="170180"/>
                  </a:lnTo>
                  <a:lnTo>
                    <a:pt x="2025227" y="167217"/>
                  </a:lnTo>
                  <a:lnTo>
                    <a:pt x="2011680" y="165947"/>
                  </a:lnTo>
                  <a:lnTo>
                    <a:pt x="1997710" y="165947"/>
                  </a:lnTo>
                  <a:lnTo>
                    <a:pt x="1982047" y="162983"/>
                  </a:lnTo>
                  <a:lnTo>
                    <a:pt x="1968500" y="162983"/>
                  </a:lnTo>
                  <a:lnTo>
                    <a:pt x="1962573" y="160443"/>
                  </a:lnTo>
                  <a:lnTo>
                    <a:pt x="1951567" y="146474"/>
                  </a:lnTo>
                  <a:lnTo>
                    <a:pt x="1940560" y="132504"/>
                  </a:lnTo>
                  <a:lnTo>
                    <a:pt x="1947333" y="118533"/>
                  </a:lnTo>
                  <a:lnTo>
                    <a:pt x="1940560" y="104564"/>
                  </a:lnTo>
                  <a:lnTo>
                    <a:pt x="1940560" y="90593"/>
                  </a:lnTo>
                  <a:lnTo>
                    <a:pt x="1924897" y="83820"/>
                  </a:lnTo>
                  <a:lnTo>
                    <a:pt x="1910927" y="82127"/>
                  </a:lnTo>
                  <a:lnTo>
                    <a:pt x="1897380" y="75354"/>
                  </a:lnTo>
                  <a:lnTo>
                    <a:pt x="1881717" y="71120"/>
                  </a:lnTo>
                  <a:lnTo>
                    <a:pt x="1873250" y="69850"/>
                  </a:lnTo>
                  <a:lnTo>
                    <a:pt x="1858010" y="65617"/>
                  </a:lnTo>
                  <a:lnTo>
                    <a:pt x="1844040" y="57150"/>
                  </a:lnTo>
                  <a:lnTo>
                    <a:pt x="1830070" y="48683"/>
                  </a:lnTo>
                  <a:lnTo>
                    <a:pt x="1816100" y="48683"/>
                  </a:lnTo>
                  <a:lnTo>
                    <a:pt x="1800860" y="38947"/>
                  </a:lnTo>
                  <a:lnTo>
                    <a:pt x="1786890" y="44450"/>
                  </a:lnTo>
                  <a:lnTo>
                    <a:pt x="1783927" y="43180"/>
                  </a:lnTo>
                  <a:lnTo>
                    <a:pt x="1769957" y="44450"/>
                  </a:lnTo>
                  <a:lnTo>
                    <a:pt x="1754717" y="43180"/>
                  </a:lnTo>
                  <a:lnTo>
                    <a:pt x="1744980" y="40640"/>
                  </a:lnTo>
                  <a:lnTo>
                    <a:pt x="1731010" y="40640"/>
                  </a:lnTo>
                  <a:lnTo>
                    <a:pt x="1717040" y="51647"/>
                  </a:lnTo>
                  <a:lnTo>
                    <a:pt x="1703070" y="63077"/>
                  </a:lnTo>
                  <a:lnTo>
                    <a:pt x="1695027" y="66887"/>
                  </a:lnTo>
                  <a:lnTo>
                    <a:pt x="1681057" y="66887"/>
                  </a:lnTo>
                  <a:lnTo>
                    <a:pt x="1667086" y="66887"/>
                  </a:lnTo>
                  <a:lnTo>
                    <a:pt x="1653117" y="66887"/>
                  </a:lnTo>
                  <a:lnTo>
                    <a:pt x="1637453" y="74083"/>
                  </a:lnTo>
                  <a:lnTo>
                    <a:pt x="1623907" y="83820"/>
                  </a:lnTo>
                  <a:lnTo>
                    <a:pt x="1609936" y="90593"/>
                  </a:lnTo>
                  <a:lnTo>
                    <a:pt x="1595967" y="97790"/>
                  </a:lnTo>
                  <a:lnTo>
                    <a:pt x="1583267" y="103293"/>
                  </a:lnTo>
                  <a:lnTo>
                    <a:pt x="1569297" y="114300"/>
                  </a:lnTo>
                  <a:lnTo>
                    <a:pt x="1554057" y="127000"/>
                  </a:lnTo>
                  <a:lnTo>
                    <a:pt x="1540086" y="140970"/>
                  </a:lnTo>
                  <a:lnTo>
                    <a:pt x="1527386" y="154940"/>
                  </a:lnTo>
                  <a:lnTo>
                    <a:pt x="1515110" y="168910"/>
                  </a:lnTo>
                  <a:lnTo>
                    <a:pt x="1506643" y="184150"/>
                  </a:lnTo>
                  <a:lnTo>
                    <a:pt x="1506643" y="187114"/>
                  </a:lnTo>
                  <a:lnTo>
                    <a:pt x="1498177" y="202354"/>
                  </a:lnTo>
                  <a:lnTo>
                    <a:pt x="1498177" y="216324"/>
                  </a:lnTo>
                  <a:lnTo>
                    <a:pt x="1496483" y="230293"/>
                  </a:lnTo>
                  <a:lnTo>
                    <a:pt x="1496483" y="243840"/>
                  </a:lnTo>
                  <a:lnTo>
                    <a:pt x="1501140" y="258233"/>
                  </a:lnTo>
                  <a:lnTo>
                    <a:pt x="1502410" y="272204"/>
                  </a:lnTo>
                  <a:lnTo>
                    <a:pt x="1507913" y="287443"/>
                  </a:lnTo>
                  <a:lnTo>
                    <a:pt x="1509183" y="288714"/>
                  </a:lnTo>
                  <a:lnTo>
                    <a:pt x="1515110" y="302683"/>
                  </a:lnTo>
                  <a:lnTo>
                    <a:pt x="1526117" y="316654"/>
                  </a:lnTo>
                  <a:lnTo>
                    <a:pt x="1529927" y="329354"/>
                  </a:lnTo>
                  <a:lnTo>
                    <a:pt x="1531620" y="333164"/>
                  </a:lnTo>
                  <a:lnTo>
                    <a:pt x="1532890" y="347557"/>
                  </a:lnTo>
                  <a:lnTo>
                    <a:pt x="1529927" y="362797"/>
                  </a:lnTo>
                  <a:lnTo>
                    <a:pt x="1526117" y="376767"/>
                  </a:lnTo>
                  <a:lnTo>
                    <a:pt x="1518920" y="390737"/>
                  </a:lnTo>
                  <a:lnTo>
                    <a:pt x="1512147" y="398780"/>
                  </a:lnTo>
                  <a:lnTo>
                    <a:pt x="1502410" y="414443"/>
                  </a:lnTo>
                  <a:lnTo>
                    <a:pt x="1492250" y="427990"/>
                  </a:lnTo>
                  <a:lnTo>
                    <a:pt x="1482936" y="442383"/>
                  </a:lnTo>
                  <a:lnTo>
                    <a:pt x="1467697" y="454660"/>
                  </a:lnTo>
                  <a:lnTo>
                    <a:pt x="1453727" y="463127"/>
                  </a:lnTo>
                  <a:lnTo>
                    <a:pt x="1439757" y="471593"/>
                  </a:lnTo>
                  <a:lnTo>
                    <a:pt x="1425786" y="479637"/>
                  </a:lnTo>
                  <a:lnTo>
                    <a:pt x="1411817" y="485564"/>
                  </a:lnTo>
                  <a:lnTo>
                    <a:pt x="1396153" y="488104"/>
                  </a:lnTo>
                  <a:lnTo>
                    <a:pt x="1382183" y="486833"/>
                  </a:lnTo>
                  <a:lnTo>
                    <a:pt x="1366943" y="486833"/>
                  </a:lnTo>
                  <a:lnTo>
                    <a:pt x="1352973" y="477097"/>
                  </a:lnTo>
                  <a:lnTo>
                    <a:pt x="1341967" y="469900"/>
                  </a:lnTo>
                  <a:lnTo>
                    <a:pt x="1327997" y="464397"/>
                  </a:lnTo>
                  <a:lnTo>
                    <a:pt x="1314027" y="453390"/>
                  </a:lnTo>
                  <a:lnTo>
                    <a:pt x="1309793" y="447887"/>
                  </a:lnTo>
                  <a:lnTo>
                    <a:pt x="1294553" y="438150"/>
                  </a:lnTo>
                  <a:lnTo>
                    <a:pt x="1280583" y="426720"/>
                  </a:lnTo>
                  <a:lnTo>
                    <a:pt x="1277620" y="425450"/>
                  </a:lnTo>
                  <a:lnTo>
                    <a:pt x="1263650" y="411480"/>
                  </a:lnTo>
                  <a:lnTo>
                    <a:pt x="1249680" y="400474"/>
                  </a:lnTo>
                  <a:lnTo>
                    <a:pt x="1235710" y="394547"/>
                  </a:lnTo>
                  <a:lnTo>
                    <a:pt x="1220470" y="390737"/>
                  </a:lnTo>
                  <a:lnTo>
                    <a:pt x="1206500" y="376767"/>
                  </a:lnTo>
                  <a:lnTo>
                    <a:pt x="1192530" y="375074"/>
                  </a:lnTo>
                  <a:lnTo>
                    <a:pt x="1177290" y="368300"/>
                  </a:lnTo>
                  <a:lnTo>
                    <a:pt x="1163320" y="362797"/>
                  </a:lnTo>
                  <a:lnTo>
                    <a:pt x="1156547" y="361104"/>
                  </a:lnTo>
                  <a:lnTo>
                    <a:pt x="1142577" y="353060"/>
                  </a:lnTo>
                  <a:lnTo>
                    <a:pt x="1128607" y="350097"/>
                  </a:lnTo>
                  <a:lnTo>
                    <a:pt x="1123950" y="348827"/>
                  </a:lnTo>
                  <a:lnTo>
                    <a:pt x="1108710" y="344593"/>
                  </a:lnTo>
                  <a:lnTo>
                    <a:pt x="1095163" y="341630"/>
                  </a:lnTo>
                  <a:lnTo>
                    <a:pt x="1081193" y="334857"/>
                  </a:lnTo>
                  <a:lnTo>
                    <a:pt x="1065530" y="331893"/>
                  </a:lnTo>
                  <a:lnTo>
                    <a:pt x="1051983" y="327660"/>
                  </a:lnTo>
                  <a:lnTo>
                    <a:pt x="1037590" y="326390"/>
                  </a:lnTo>
                  <a:lnTo>
                    <a:pt x="1023620" y="327660"/>
                  </a:lnTo>
                  <a:lnTo>
                    <a:pt x="1008380" y="327660"/>
                  </a:lnTo>
                  <a:lnTo>
                    <a:pt x="994410" y="326390"/>
                  </a:lnTo>
                  <a:lnTo>
                    <a:pt x="980863" y="326390"/>
                  </a:lnTo>
                  <a:lnTo>
                    <a:pt x="966470" y="323427"/>
                  </a:lnTo>
                  <a:lnTo>
                    <a:pt x="959696" y="320887"/>
                  </a:lnTo>
                  <a:lnTo>
                    <a:pt x="945727" y="317924"/>
                  </a:lnTo>
                  <a:lnTo>
                    <a:pt x="931757" y="311150"/>
                  </a:lnTo>
                  <a:lnTo>
                    <a:pt x="917786" y="303954"/>
                  </a:lnTo>
                  <a:lnTo>
                    <a:pt x="902546" y="294217"/>
                  </a:lnTo>
                  <a:lnTo>
                    <a:pt x="888577" y="281940"/>
                  </a:lnTo>
                  <a:lnTo>
                    <a:pt x="880110" y="267970"/>
                  </a:lnTo>
                  <a:lnTo>
                    <a:pt x="870373" y="254000"/>
                  </a:lnTo>
                  <a:lnTo>
                    <a:pt x="867833" y="245533"/>
                  </a:lnTo>
                  <a:lnTo>
                    <a:pt x="863600" y="235797"/>
                  </a:lnTo>
                  <a:lnTo>
                    <a:pt x="857673" y="221827"/>
                  </a:lnTo>
                  <a:lnTo>
                    <a:pt x="852170" y="207857"/>
                  </a:lnTo>
                  <a:lnTo>
                    <a:pt x="850900" y="193887"/>
                  </a:lnTo>
                  <a:lnTo>
                    <a:pt x="849630" y="181187"/>
                  </a:lnTo>
                  <a:lnTo>
                    <a:pt x="849630" y="167217"/>
                  </a:lnTo>
                  <a:lnTo>
                    <a:pt x="842433" y="151977"/>
                  </a:lnTo>
                  <a:lnTo>
                    <a:pt x="831427" y="138007"/>
                  </a:lnTo>
                  <a:lnTo>
                    <a:pt x="817457" y="128270"/>
                  </a:lnTo>
                  <a:lnTo>
                    <a:pt x="803486" y="127000"/>
                  </a:lnTo>
                  <a:lnTo>
                    <a:pt x="799253" y="127000"/>
                  </a:lnTo>
                  <a:lnTo>
                    <a:pt x="785283" y="122767"/>
                  </a:lnTo>
                  <a:lnTo>
                    <a:pt x="770043" y="121497"/>
                  </a:lnTo>
                  <a:lnTo>
                    <a:pt x="760307" y="121497"/>
                  </a:lnTo>
                  <a:lnTo>
                    <a:pt x="746336" y="114300"/>
                  </a:lnTo>
                  <a:lnTo>
                    <a:pt x="732367" y="111760"/>
                  </a:lnTo>
                  <a:lnTo>
                    <a:pt x="719667" y="107527"/>
                  </a:lnTo>
                  <a:lnTo>
                    <a:pt x="705696" y="93557"/>
                  </a:lnTo>
                  <a:lnTo>
                    <a:pt x="691727" y="85090"/>
                  </a:lnTo>
                  <a:lnTo>
                    <a:pt x="676486" y="76624"/>
                  </a:lnTo>
                  <a:lnTo>
                    <a:pt x="662517" y="75354"/>
                  </a:lnTo>
                  <a:lnTo>
                    <a:pt x="647277" y="68157"/>
                  </a:lnTo>
                  <a:lnTo>
                    <a:pt x="633307" y="64347"/>
                  </a:lnTo>
                  <a:lnTo>
                    <a:pt x="617643" y="64347"/>
                  </a:lnTo>
                  <a:lnTo>
                    <a:pt x="604096" y="64347"/>
                  </a:lnTo>
                  <a:lnTo>
                    <a:pt x="593936" y="61383"/>
                  </a:lnTo>
                  <a:lnTo>
                    <a:pt x="580390" y="52917"/>
                  </a:lnTo>
                  <a:lnTo>
                    <a:pt x="564727" y="46143"/>
                  </a:lnTo>
                  <a:lnTo>
                    <a:pt x="557953" y="44450"/>
                  </a:lnTo>
                  <a:lnTo>
                    <a:pt x="543983" y="43180"/>
                  </a:lnTo>
                  <a:lnTo>
                    <a:pt x="530013" y="50377"/>
                  </a:lnTo>
                  <a:lnTo>
                    <a:pt x="519007" y="54187"/>
                  </a:lnTo>
                  <a:lnTo>
                    <a:pt x="503343" y="60114"/>
                  </a:lnTo>
                  <a:lnTo>
                    <a:pt x="502073" y="60114"/>
                  </a:lnTo>
                  <a:lnTo>
                    <a:pt x="488103" y="63077"/>
                  </a:lnTo>
                  <a:lnTo>
                    <a:pt x="483870" y="63077"/>
                  </a:lnTo>
                  <a:lnTo>
                    <a:pt x="469900" y="63077"/>
                  </a:lnTo>
                  <a:lnTo>
                    <a:pt x="466090" y="63077"/>
                  </a:lnTo>
                  <a:lnTo>
                    <a:pt x="454660" y="63077"/>
                  </a:lnTo>
                  <a:lnTo>
                    <a:pt x="440690" y="58420"/>
                  </a:lnTo>
                  <a:lnTo>
                    <a:pt x="426720" y="58420"/>
                  </a:lnTo>
                  <a:lnTo>
                    <a:pt x="424180" y="57150"/>
                  </a:lnTo>
                  <a:lnTo>
                    <a:pt x="410210" y="51647"/>
                  </a:lnTo>
                  <a:lnTo>
                    <a:pt x="407246" y="50377"/>
                  </a:lnTo>
                  <a:lnTo>
                    <a:pt x="393277" y="43180"/>
                  </a:lnTo>
                  <a:lnTo>
                    <a:pt x="383540" y="34714"/>
                  </a:lnTo>
                  <a:lnTo>
                    <a:pt x="369570" y="26670"/>
                  </a:lnTo>
                  <a:lnTo>
                    <a:pt x="355600" y="16933"/>
                  </a:lnTo>
                  <a:lnTo>
                    <a:pt x="341630" y="11007"/>
                  </a:lnTo>
                  <a:lnTo>
                    <a:pt x="327660" y="12700"/>
                  </a:lnTo>
                  <a:lnTo>
                    <a:pt x="313690" y="1270"/>
                  </a:lnTo>
                  <a:lnTo>
                    <a:pt x="308186" y="0"/>
                  </a:lnTo>
                  <a:lnTo>
                    <a:pt x="308186" y="5504"/>
                  </a:lnTo>
                  <a:lnTo>
                    <a:pt x="308186" y="8467"/>
                  </a:lnTo>
                  <a:lnTo>
                    <a:pt x="306917" y="12700"/>
                  </a:lnTo>
                  <a:lnTo>
                    <a:pt x="305646" y="16933"/>
                  </a:lnTo>
                  <a:lnTo>
                    <a:pt x="303953" y="30480"/>
                  </a:lnTo>
                  <a:lnTo>
                    <a:pt x="302683" y="38947"/>
                  </a:lnTo>
                  <a:lnTo>
                    <a:pt x="301413" y="46143"/>
                  </a:lnTo>
                  <a:lnTo>
                    <a:pt x="302683" y="55880"/>
                  </a:lnTo>
                  <a:lnTo>
                    <a:pt x="302683" y="61383"/>
                  </a:lnTo>
                  <a:lnTo>
                    <a:pt x="302683" y="68157"/>
                  </a:lnTo>
                  <a:lnTo>
                    <a:pt x="302683" y="71120"/>
                  </a:lnTo>
                  <a:lnTo>
                    <a:pt x="301413" y="85090"/>
                  </a:lnTo>
                  <a:lnTo>
                    <a:pt x="308186" y="99060"/>
                  </a:lnTo>
                  <a:lnTo>
                    <a:pt x="316653" y="113030"/>
                  </a:lnTo>
                  <a:lnTo>
                    <a:pt x="308186" y="128270"/>
                  </a:lnTo>
                  <a:lnTo>
                    <a:pt x="305646" y="129540"/>
                  </a:lnTo>
                  <a:lnTo>
                    <a:pt x="291677" y="138007"/>
                  </a:lnTo>
                  <a:lnTo>
                    <a:pt x="276013" y="145204"/>
                  </a:lnTo>
                  <a:lnTo>
                    <a:pt x="260773" y="153247"/>
                  </a:lnTo>
                  <a:lnTo>
                    <a:pt x="257810" y="154940"/>
                  </a:lnTo>
                  <a:lnTo>
                    <a:pt x="241300" y="161714"/>
                  </a:lnTo>
                  <a:lnTo>
                    <a:pt x="227330" y="168910"/>
                  </a:lnTo>
                  <a:lnTo>
                    <a:pt x="214630" y="181187"/>
                  </a:lnTo>
                  <a:lnTo>
                    <a:pt x="206587" y="195157"/>
                  </a:lnTo>
                  <a:lnTo>
                    <a:pt x="203623" y="196850"/>
                  </a:lnTo>
                  <a:lnTo>
                    <a:pt x="188383" y="201083"/>
                  </a:lnTo>
                  <a:lnTo>
                    <a:pt x="182880" y="205317"/>
                  </a:lnTo>
                  <a:lnTo>
                    <a:pt x="181187" y="220557"/>
                  </a:lnTo>
                  <a:lnTo>
                    <a:pt x="170180" y="234527"/>
                  </a:lnTo>
                  <a:lnTo>
                    <a:pt x="164253" y="241300"/>
                  </a:lnTo>
                  <a:lnTo>
                    <a:pt x="150707" y="242570"/>
                  </a:lnTo>
                  <a:lnTo>
                    <a:pt x="136737" y="246804"/>
                  </a:lnTo>
                  <a:lnTo>
                    <a:pt x="132503" y="252730"/>
                  </a:lnTo>
                  <a:lnTo>
                    <a:pt x="124037" y="266277"/>
                  </a:lnTo>
                  <a:lnTo>
                    <a:pt x="113030" y="280247"/>
                  </a:lnTo>
                  <a:lnTo>
                    <a:pt x="111337" y="295487"/>
                  </a:lnTo>
                  <a:lnTo>
                    <a:pt x="118533" y="311150"/>
                  </a:lnTo>
                  <a:lnTo>
                    <a:pt x="122767" y="325120"/>
                  </a:lnTo>
                  <a:lnTo>
                    <a:pt x="127000" y="340360"/>
                  </a:lnTo>
                  <a:lnTo>
                    <a:pt x="130810" y="355600"/>
                  </a:lnTo>
                  <a:lnTo>
                    <a:pt x="132503" y="370840"/>
                  </a:lnTo>
                  <a:lnTo>
                    <a:pt x="135043" y="379307"/>
                  </a:lnTo>
                  <a:lnTo>
                    <a:pt x="130810" y="393277"/>
                  </a:lnTo>
                  <a:lnTo>
                    <a:pt x="125730" y="407247"/>
                  </a:lnTo>
                  <a:lnTo>
                    <a:pt x="111337" y="421217"/>
                  </a:lnTo>
                  <a:lnTo>
                    <a:pt x="104563" y="436457"/>
                  </a:lnTo>
                  <a:lnTo>
                    <a:pt x="94827" y="450427"/>
                  </a:lnTo>
                  <a:lnTo>
                    <a:pt x="89323" y="460587"/>
                  </a:lnTo>
                  <a:lnTo>
                    <a:pt x="77893" y="474133"/>
                  </a:lnTo>
                  <a:lnTo>
                    <a:pt x="71120" y="474133"/>
                  </a:lnTo>
                  <a:lnTo>
                    <a:pt x="57150" y="478367"/>
                  </a:lnTo>
                  <a:lnTo>
                    <a:pt x="43180" y="485564"/>
                  </a:lnTo>
                  <a:lnTo>
                    <a:pt x="27940" y="492337"/>
                  </a:lnTo>
                  <a:lnTo>
                    <a:pt x="13970" y="500804"/>
                  </a:lnTo>
                  <a:lnTo>
                    <a:pt x="8467" y="503343"/>
                  </a:lnTo>
                  <a:lnTo>
                    <a:pt x="0" y="517314"/>
                  </a:lnTo>
                  <a:lnTo>
                    <a:pt x="6773" y="525780"/>
                  </a:lnTo>
                  <a:lnTo>
                    <a:pt x="11007" y="531707"/>
                  </a:lnTo>
                  <a:lnTo>
                    <a:pt x="20743" y="546947"/>
                  </a:lnTo>
                  <a:lnTo>
                    <a:pt x="30480" y="560917"/>
                  </a:lnTo>
                  <a:lnTo>
                    <a:pt x="37677" y="574887"/>
                  </a:lnTo>
                  <a:lnTo>
                    <a:pt x="44450" y="590127"/>
                  </a:lnTo>
                  <a:lnTo>
                    <a:pt x="51646" y="604097"/>
                  </a:lnTo>
                  <a:lnTo>
                    <a:pt x="57150" y="619337"/>
                  </a:lnTo>
                  <a:lnTo>
                    <a:pt x="62653" y="633307"/>
                  </a:lnTo>
                  <a:lnTo>
                    <a:pt x="65617" y="648547"/>
                  </a:lnTo>
                  <a:lnTo>
                    <a:pt x="68157" y="664210"/>
                  </a:lnTo>
                  <a:lnTo>
                    <a:pt x="72390" y="677757"/>
                  </a:lnTo>
                  <a:lnTo>
                    <a:pt x="73660" y="693420"/>
                  </a:lnTo>
                  <a:lnTo>
                    <a:pt x="75353" y="707390"/>
                  </a:lnTo>
                  <a:lnTo>
                    <a:pt x="75353" y="721360"/>
                  </a:lnTo>
                  <a:lnTo>
                    <a:pt x="75353" y="735330"/>
                  </a:lnTo>
                  <a:lnTo>
                    <a:pt x="73660" y="750570"/>
                  </a:lnTo>
                  <a:lnTo>
                    <a:pt x="72390" y="759037"/>
                  </a:lnTo>
                  <a:lnTo>
                    <a:pt x="72390" y="761577"/>
                  </a:lnTo>
                  <a:lnTo>
                    <a:pt x="69427" y="775547"/>
                  </a:lnTo>
                  <a:lnTo>
                    <a:pt x="68157" y="792480"/>
                  </a:lnTo>
                  <a:lnTo>
                    <a:pt x="65617" y="807720"/>
                  </a:lnTo>
                  <a:lnTo>
                    <a:pt x="63923" y="824654"/>
                  </a:lnTo>
                  <a:lnTo>
                    <a:pt x="69427" y="838200"/>
                  </a:lnTo>
                  <a:lnTo>
                    <a:pt x="73660" y="852170"/>
                  </a:lnTo>
                  <a:lnTo>
                    <a:pt x="79163" y="867833"/>
                  </a:lnTo>
                  <a:lnTo>
                    <a:pt x="85090" y="883074"/>
                  </a:lnTo>
                  <a:lnTo>
                    <a:pt x="86360" y="897043"/>
                  </a:lnTo>
                  <a:lnTo>
                    <a:pt x="82127" y="912283"/>
                  </a:lnTo>
                  <a:lnTo>
                    <a:pt x="77893" y="929217"/>
                  </a:lnTo>
                  <a:lnTo>
                    <a:pt x="66887" y="943187"/>
                  </a:lnTo>
                  <a:lnTo>
                    <a:pt x="63923" y="958427"/>
                  </a:lnTo>
                  <a:lnTo>
                    <a:pt x="60113" y="972397"/>
                  </a:lnTo>
                  <a:lnTo>
                    <a:pt x="57150" y="986367"/>
                  </a:lnTo>
                  <a:lnTo>
                    <a:pt x="61383" y="1002877"/>
                  </a:lnTo>
                  <a:lnTo>
                    <a:pt x="65617" y="1018540"/>
                  </a:lnTo>
                  <a:lnTo>
                    <a:pt x="69427" y="1033780"/>
                  </a:lnTo>
                  <a:lnTo>
                    <a:pt x="72390" y="1050290"/>
                  </a:lnTo>
                  <a:lnTo>
                    <a:pt x="82127" y="1065954"/>
                  </a:lnTo>
                  <a:lnTo>
                    <a:pt x="79163" y="1081193"/>
                  </a:lnTo>
                  <a:lnTo>
                    <a:pt x="80857" y="1095164"/>
                  </a:lnTo>
                  <a:lnTo>
                    <a:pt x="80857" y="1097704"/>
                  </a:lnTo>
                  <a:lnTo>
                    <a:pt x="76623" y="1111674"/>
                  </a:lnTo>
                  <a:lnTo>
                    <a:pt x="62653" y="1123104"/>
                  </a:lnTo>
                  <a:lnTo>
                    <a:pt x="45720" y="1129877"/>
                  </a:lnTo>
                  <a:lnTo>
                    <a:pt x="30480" y="1138343"/>
                  </a:lnTo>
                  <a:lnTo>
                    <a:pt x="18203" y="1152314"/>
                  </a:lnTo>
                  <a:lnTo>
                    <a:pt x="8467" y="1167554"/>
                  </a:lnTo>
                  <a:lnTo>
                    <a:pt x="11007" y="1182793"/>
                  </a:lnTo>
                  <a:lnTo>
                    <a:pt x="20743" y="1196764"/>
                  </a:lnTo>
                  <a:lnTo>
                    <a:pt x="30480" y="1210733"/>
                  </a:lnTo>
                  <a:lnTo>
                    <a:pt x="40217" y="1227667"/>
                  </a:lnTo>
                  <a:lnTo>
                    <a:pt x="49953" y="1241637"/>
                  </a:lnTo>
                  <a:lnTo>
                    <a:pt x="61383" y="1256877"/>
                  </a:lnTo>
                  <a:lnTo>
                    <a:pt x="69427" y="1270847"/>
                  </a:lnTo>
                  <a:lnTo>
                    <a:pt x="77893" y="1283547"/>
                  </a:lnTo>
                  <a:lnTo>
                    <a:pt x="86360" y="1297517"/>
                  </a:lnTo>
                  <a:lnTo>
                    <a:pt x="94827" y="1307254"/>
                  </a:lnTo>
                  <a:lnTo>
                    <a:pt x="100330" y="1323764"/>
                  </a:lnTo>
                  <a:lnTo>
                    <a:pt x="100330" y="1339004"/>
                  </a:lnTo>
                  <a:lnTo>
                    <a:pt x="100330" y="1355937"/>
                  </a:lnTo>
                  <a:lnTo>
                    <a:pt x="100330" y="1369907"/>
                  </a:lnTo>
                  <a:lnTo>
                    <a:pt x="101600" y="1385147"/>
                  </a:lnTo>
                  <a:lnTo>
                    <a:pt x="105833" y="1399117"/>
                  </a:lnTo>
                  <a:lnTo>
                    <a:pt x="113030" y="1404620"/>
                  </a:lnTo>
                  <a:lnTo>
                    <a:pt x="119803" y="1408854"/>
                  </a:lnTo>
                  <a:lnTo>
                    <a:pt x="121073" y="1408854"/>
                  </a:lnTo>
                  <a:lnTo>
                    <a:pt x="128270" y="1424093"/>
                  </a:lnTo>
                  <a:lnTo>
                    <a:pt x="133773" y="1439757"/>
                  </a:lnTo>
                  <a:lnTo>
                    <a:pt x="149013" y="1452033"/>
                  </a:lnTo>
                  <a:lnTo>
                    <a:pt x="163407" y="1457960"/>
                  </a:lnTo>
                  <a:lnTo>
                    <a:pt x="179917" y="1450764"/>
                  </a:lnTo>
                  <a:lnTo>
                    <a:pt x="195157" y="1443990"/>
                  </a:lnTo>
                  <a:lnTo>
                    <a:pt x="209127" y="1447800"/>
                  </a:lnTo>
                  <a:lnTo>
                    <a:pt x="224790" y="1454997"/>
                  </a:lnTo>
                  <a:lnTo>
                    <a:pt x="234527" y="1459230"/>
                  </a:lnTo>
                  <a:lnTo>
                    <a:pt x="240030" y="1460500"/>
                  </a:lnTo>
                  <a:lnTo>
                    <a:pt x="251037" y="1465157"/>
                  </a:lnTo>
                  <a:lnTo>
                    <a:pt x="2258483" y="146515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4" name="Freeform 2293">
              <a:extLst>
                <a:ext uri="{FF2B5EF4-FFF2-40B4-BE49-F238E27FC236}">
                  <a16:creationId xmlns:a16="http://schemas.microsoft.com/office/drawing/2014/main" id="{5DA0F6DA-57FC-7D4F-8883-EBBC71B1FB3D}"/>
                </a:ext>
              </a:extLst>
            </p:cNvPr>
            <p:cNvSpPr/>
            <p:nvPr/>
          </p:nvSpPr>
          <p:spPr>
            <a:xfrm>
              <a:off x="4541519" y="5443220"/>
              <a:ext cx="2831676" cy="2120900"/>
            </a:xfrm>
            <a:custGeom>
              <a:avLst/>
              <a:gdLst>
                <a:gd name="connsiteX0" fmla="*/ 2820670 w 2831676"/>
                <a:gd name="connsiteY0" fmla="*/ 2116243 h 2120900"/>
                <a:gd name="connsiteX1" fmla="*/ 2815167 w 2831676"/>
                <a:gd name="connsiteY1" fmla="*/ 2114973 h 2120900"/>
                <a:gd name="connsiteX2" fmla="*/ 2805430 w 2831676"/>
                <a:gd name="connsiteY2" fmla="*/ 2110740 h 2120900"/>
                <a:gd name="connsiteX3" fmla="*/ 2789767 w 2831676"/>
                <a:gd name="connsiteY3" fmla="*/ 2103543 h 2120900"/>
                <a:gd name="connsiteX4" fmla="*/ 2775797 w 2831676"/>
                <a:gd name="connsiteY4" fmla="*/ 2099733 h 2120900"/>
                <a:gd name="connsiteX5" fmla="*/ 2760557 w 2831676"/>
                <a:gd name="connsiteY5" fmla="*/ 2106507 h 2120900"/>
                <a:gd name="connsiteX6" fmla="*/ 2744047 w 2831676"/>
                <a:gd name="connsiteY6" fmla="*/ 2113703 h 2120900"/>
                <a:gd name="connsiteX7" fmla="*/ 2729653 w 2831676"/>
                <a:gd name="connsiteY7" fmla="*/ 2107776 h 2120900"/>
                <a:gd name="connsiteX8" fmla="*/ 2714414 w 2831676"/>
                <a:gd name="connsiteY8" fmla="*/ 2095500 h 2120900"/>
                <a:gd name="connsiteX9" fmla="*/ 2708910 w 2831676"/>
                <a:gd name="connsiteY9" fmla="*/ 2079836 h 2120900"/>
                <a:gd name="connsiteX10" fmla="*/ 2701714 w 2831676"/>
                <a:gd name="connsiteY10" fmla="*/ 2064597 h 2120900"/>
                <a:gd name="connsiteX11" fmla="*/ 2700444 w 2831676"/>
                <a:gd name="connsiteY11" fmla="*/ 2064597 h 2120900"/>
                <a:gd name="connsiteX12" fmla="*/ 2693670 w 2831676"/>
                <a:gd name="connsiteY12" fmla="*/ 2060363 h 2120900"/>
                <a:gd name="connsiteX13" fmla="*/ 2686474 w 2831676"/>
                <a:gd name="connsiteY13" fmla="*/ 2054860 h 2120900"/>
                <a:gd name="connsiteX14" fmla="*/ 2682240 w 2831676"/>
                <a:gd name="connsiteY14" fmla="*/ 2040890 h 2120900"/>
                <a:gd name="connsiteX15" fmla="*/ 2680970 w 2831676"/>
                <a:gd name="connsiteY15" fmla="*/ 2025650 h 2120900"/>
                <a:gd name="connsiteX16" fmla="*/ 2680970 w 2831676"/>
                <a:gd name="connsiteY16" fmla="*/ 2011680 h 2120900"/>
                <a:gd name="connsiteX17" fmla="*/ 2680970 w 2831676"/>
                <a:gd name="connsiteY17" fmla="*/ 1994747 h 2120900"/>
                <a:gd name="connsiteX18" fmla="*/ 2680970 w 2831676"/>
                <a:gd name="connsiteY18" fmla="*/ 1979507 h 2120900"/>
                <a:gd name="connsiteX19" fmla="*/ 2675467 w 2831676"/>
                <a:gd name="connsiteY19" fmla="*/ 1962997 h 2120900"/>
                <a:gd name="connsiteX20" fmla="*/ 2667000 w 2831676"/>
                <a:gd name="connsiteY20" fmla="*/ 1953260 h 2120900"/>
                <a:gd name="connsiteX21" fmla="*/ 2658533 w 2831676"/>
                <a:gd name="connsiteY21" fmla="*/ 1939290 h 2120900"/>
                <a:gd name="connsiteX22" fmla="*/ 2650067 w 2831676"/>
                <a:gd name="connsiteY22" fmla="*/ 1926590 h 2120900"/>
                <a:gd name="connsiteX23" fmla="*/ 2642024 w 2831676"/>
                <a:gd name="connsiteY23" fmla="*/ 1912620 h 2120900"/>
                <a:gd name="connsiteX24" fmla="*/ 2630594 w 2831676"/>
                <a:gd name="connsiteY24" fmla="*/ 1897380 h 2120900"/>
                <a:gd name="connsiteX25" fmla="*/ 2620857 w 2831676"/>
                <a:gd name="connsiteY25" fmla="*/ 1883410 h 2120900"/>
                <a:gd name="connsiteX26" fmla="*/ 2611120 w 2831676"/>
                <a:gd name="connsiteY26" fmla="*/ 1866476 h 2120900"/>
                <a:gd name="connsiteX27" fmla="*/ 2601383 w 2831676"/>
                <a:gd name="connsiteY27" fmla="*/ 1852507 h 2120900"/>
                <a:gd name="connsiteX28" fmla="*/ 2591647 w 2831676"/>
                <a:gd name="connsiteY28" fmla="*/ 1838536 h 2120900"/>
                <a:gd name="connsiteX29" fmla="*/ 2589107 w 2831676"/>
                <a:gd name="connsiteY29" fmla="*/ 1823297 h 2120900"/>
                <a:gd name="connsiteX30" fmla="*/ 2598844 w 2831676"/>
                <a:gd name="connsiteY30" fmla="*/ 1808057 h 2120900"/>
                <a:gd name="connsiteX31" fmla="*/ 2611120 w 2831676"/>
                <a:gd name="connsiteY31" fmla="*/ 1794086 h 2120900"/>
                <a:gd name="connsiteX32" fmla="*/ 2626360 w 2831676"/>
                <a:gd name="connsiteY32" fmla="*/ 1785620 h 2120900"/>
                <a:gd name="connsiteX33" fmla="*/ 2643294 w 2831676"/>
                <a:gd name="connsiteY33" fmla="*/ 1778847 h 2120900"/>
                <a:gd name="connsiteX34" fmla="*/ 2657264 w 2831676"/>
                <a:gd name="connsiteY34" fmla="*/ 1767417 h 2120900"/>
                <a:gd name="connsiteX35" fmla="*/ 2661497 w 2831676"/>
                <a:gd name="connsiteY35" fmla="*/ 1753447 h 2120900"/>
                <a:gd name="connsiteX36" fmla="*/ 2661497 w 2831676"/>
                <a:gd name="connsiteY36" fmla="*/ 1750907 h 2120900"/>
                <a:gd name="connsiteX37" fmla="*/ 2659803 w 2831676"/>
                <a:gd name="connsiteY37" fmla="*/ 1736936 h 2120900"/>
                <a:gd name="connsiteX38" fmla="*/ 2662767 w 2831676"/>
                <a:gd name="connsiteY38" fmla="*/ 1721697 h 2120900"/>
                <a:gd name="connsiteX39" fmla="*/ 2653030 w 2831676"/>
                <a:gd name="connsiteY39" fmla="*/ 1706033 h 2120900"/>
                <a:gd name="connsiteX40" fmla="*/ 2650067 w 2831676"/>
                <a:gd name="connsiteY40" fmla="*/ 1689523 h 2120900"/>
                <a:gd name="connsiteX41" fmla="*/ 2646257 w 2831676"/>
                <a:gd name="connsiteY41" fmla="*/ 1674283 h 2120900"/>
                <a:gd name="connsiteX42" fmla="*/ 2642024 w 2831676"/>
                <a:gd name="connsiteY42" fmla="*/ 1658620 h 2120900"/>
                <a:gd name="connsiteX43" fmla="*/ 2637790 w 2831676"/>
                <a:gd name="connsiteY43" fmla="*/ 1642110 h 2120900"/>
                <a:gd name="connsiteX44" fmla="*/ 2640753 w 2831676"/>
                <a:gd name="connsiteY44" fmla="*/ 1628140 h 2120900"/>
                <a:gd name="connsiteX45" fmla="*/ 2644564 w 2831676"/>
                <a:gd name="connsiteY45" fmla="*/ 1614170 h 2120900"/>
                <a:gd name="connsiteX46" fmla="*/ 2647527 w 2831676"/>
                <a:gd name="connsiteY46" fmla="*/ 1598930 h 2120900"/>
                <a:gd name="connsiteX47" fmla="*/ 2658533 w 2831676"/>
                <a:gd name="connsiteY47" fmla="*/ 1584960 h 2120900"/>
                <a:gd name="connsiteX48" fmla="*/ 2662767 w 2831676"/>
                <a:gd name="connsiteY48" fmla="*/ 1568026 h 2120900"/>
                <a:gd name="connsiteX49" fmla="*/ 2667000 w 2831676"/>
                <a:gd name="connsiteY49" fmla="*/ 1552786 h 2120900"/>
                <a:gd name="connsiteX50" fmla="*/ 2665730 w 2831676"/>
                <a:gd name="connsiteY50" fmla="*/ 1538817 h 2120900"/>
                <a:gd name="connsiteX51" fmla="*/ 2659803 w 2831676"/>
                <a:gd name="connsiteY51" fmla="*/ 1523576 h 2120900"/>
                <a:gd name="connsiteX52" fmla="*/ 2654300 w 2831676"/>
                <a:gd name="connsiteY52" fmla="*/ 1507913 h 2120900"/>
                <a:gd name="connsiteX53" fmla="*/ 2650067 w 2831676"/>
                <a:gd name="connsiteY53" fmla="*/ 1493943 h 2120900"/>
                <a:gd name="connsiteX54" fmla="*/ 2644564 w 2831676"/>
                <a:gd name="connsiteY54" fmla="*/ 1480397 h 2120900"/>
                <a:gd name="connsiteX55" fmla="*/ 2646257 w 2831676"/>
                <a:gd name="connsiteY55" fmla="*/ 1463463 h 2120900"/>
                <a:gd name="connsiteX56" fmla="*/ 2648797 w 2831676"/>
                <a:gd name="connsiteY56" fmla="*/ 1448223 h 2120900"/>
                <a:gd name="connsiteX57" fmla="*/ 2650067 w 2831676"/>
                <a:gd name="connsiteY57" fmla="*/ 1431290 h 2120900"/>
                <a:gd name="connsiteX58" fmla="*/ 2653030 w 2831676"/>
                <a:gd name="connsiteY58" fmla="*/ 1417320 h 2120900"/>
                <a:gd name="connsiteX59" fmla="*/ 2653030 w 2831676"/>
                <a:gd name="connsiteY59" fmla="*/ 1414780 h 2120900"/>
                <a:gd name="connsiteX60" fmla="*/ 2654300 w 2831676"/>
                <a:gd name="connsiteY60" fmla="*/ 1406313 h 2120900"/>
                <a:gd name="connsiteX61" fmla="*/ 2655994 w 2831676"/>
                <a:gd name="connsiteY61" fmla="*/ 1391073 h 2120900"/>
                <a:gd name="connsiteX62" fmla="*/ 2655994 w 2831676"/>
                <a:gd name="connsiteY62" fmla="*/ 1377103 h 2120900"/>
                <a:gd name="connsiteX63" fmla="*/ 2655994 w 2831676"/>
                <a:gd name="connsiteY63" fmla="*/ 1363133 h 2120900"/>
                <a:gd name="connsiteX64" fmla="*/ 2654300 w 2831676"/>
                <a:gd name="connsiteY64" fmla="*/ 1349163 h 2120900"/>
                <a:gd name="connsiteX65" fmla="*/ 2653030 w 2831676"/>
                <a:gd name="connsiteY65" fmla="*/ 1333500 h 2120900"/>
                <a:gd name="connsiteX66" fmla="*/ 2648797 w 2831676"/>
                <a:gd name="connsiteY66" fmla="*/ 1319953 h 2120900"/>
                <a:gd name="connsiteX67" fmla="*/ 2646257 w 2831676"/>
                <a:gd name="connsiteY67" fmla="*/ 1304290 h 2120900"/>
                <a:gd name="connsiteX68" fmla="*/ 2643294 w 2831676"/>
                <a:gd name="connsiteY68" fmla="*/ 1289050 h 2120900"/>
                <a:gd name="connsiteX69" fmla="*/ 2637790 w 2831676"/>
                <a:gd name="connsiteY69" fmla="*/ 1275080 h 2120900"/>
                <a:gd name="connsiteX70" fmla="*/ 2632287 w 2831676"/>
                <a:gd name="connsiteY70" fmla="*/ 1259840 h 2120900"/>
                <a:gd name="connsiteX71" fmla="*/ 2625090 w 2831676"/>
                <a:gd name="connsiteY71" fmla="*/ 1245870 h 2120900"/>
                <a:gd name="connsiteX72" fmla="*/ 2618317 w 2831676"/>
                <a:gd name="connsiteY72" fmla="*/ 1230630 h 2120900"/>
                <a:gd name="connsiteX73" fmla="*/ 2611120 w 2831676"/>
                <a:gd name="connsiteY73" fmla="*/ 1216660 h 2120900"/>
                <a:gd name="connsiteX74" fmla="*/ 2601383 w 2831676"/>
                <a:gd name="connsiteY74" fmla="*/ 1202690 h 2120900"/>
                <a:gd name="connsiteX75" fmla="*/ 2591647 w 2831676"/>
                <a:gd name="connsiteY75" fmla="*/ 1187450 h 2120900"/>
                <a:gd name="connsiteX76" fmla="*/ 2587414 w 2831676"/>
                <a:gd name="connsiteY76" fmla="*/ 1181523 h 2120900"/>
                <a:gd name="connsiteX77" fmla="*/ 2580640 w 2831676"/>
                <a:gd name="connsiteY77" fmla="*/ 1173057 h 2120900"/>
                <a:gd name="connsiteX78" fmla="*/ 2589107 w 2831676"/>
                <a:gd name="connsiteY78" fmla="*/ 1159086 h 2120900"/>
                <a:gd name="connsiteX79" fmla="*/ 2594610 w 2831676"/>
                <a:gd name="connsiteY79" fmla="*/ 1156547 h 2120900"/>
                <a:gd name="connsiteX80" fmla="*/ 2608580 w 2831676"/>
                <a:gd name="connsiteY80" fmla="*/ 1148080 h 2120900"/>
                <a:gd name="connsiteX81" fmla="*/ 2608580 w 2831676"/>
                <a:gd name="connsiteY81" fmla="*/ 1143847 h 2120900"/>
                <a:gd name="connsiteX82" fmla="*/ 2604347 w 2831676"/>
                <a:gd name="connsiteY82" fmla="*/ 1127336 h 2120900"/>
                <a:gd name="connsiteX83" fmla="*/ 2601383 w 2831676"/>
                <a:gd name="connsiteY83" fmla="*/ 1112097 h 2120900"/>
                <a:gd name="connsiteX84" fmla="*/ 2597150 w 2831676"/>
                <a:gd name="connsiteY84" fmla="*/ 1095163 h 2120900"/>
                <a:gd name="connsiteX85" fmla="*/ 2594610 w 2831676"/>
                <a:gd name="connsiteY85" fmla="*/ 1079923 h 2120900"/>
                <a:gd name="connsiteX86" fmla="*/ 2590377 w 2831676"/>
                <a:gd name="connsiteY86" fmla="*/ 1062990 h 2120900"/>
                <a:gd name="connsiteX87" fmla="*/ 2587414 w 2831676"/>
                <a:gd name="connsiteY87" fmla="*/ 1046480 h 2120900"/>
                <a:gd name="connsiteX88" fmla="*/ 2583180 w 2831676"/>
                <a:gd name="connsiteY88" fmla="*/ 1030817 h 2120900"/>
                <a:gd name="connsiteX89" fmla="*/ 2580640 w 2831676"/>
                <a:gd name="connsiteY89" fmla="*/ 1014307 h 2120900"/>
                <a:gd name="connsiteX90" fmla="*/ 2576407 w 2831676"/>
                <a:gd name="connsiteY90" fmla="*/ 999067 h 2120900"/>
                <a:gd name="connsiteX91" fmla="*/ 2573444 w 2831676"/>
                <a:gd name="connsiteY91" fmla="*/ 982133 h 2120900"/>
                <a:gd name="connsiteX92" fmla="*/ 2569633 w 2831676"/>
                <a:gd name="connsiteY92" fmla="*/ 966893 h 2120900"/>
                <a:gd name="connsiteX93" fmla="*/ 2566670 w 2831676"/>
                <a:gd name="connsiteY93" fmla="*/ 949960 h 2120900"/>
                <a:gd name="connsiteX94" fmla="*/ 2562437 w 2831676"/>
                <a:gd name="connsiteY94" fmla="*/ 933450 h 2120900"/>
                <a:gd name="connsiteX95" fmla="*/ 2559474 w 2831676"/>
                <a:gd name="connsiteY95" fmla="*/ 917786 h 2120900"/>
                <a:gd name="connsiteX96" fmla="*/ 2555240 w 2831676"/>
                <a:gd name="connsiteY96" fmla="*/ 901276 h 2120900"/>
                <a:gd name="connsiteX97" fmla="*/ 2552700 w 2831676"/>
                <a:gd name="connsiteY97" fmla="*/ 886036 h 2120900"/>
                <a:gd name="connsiteX98" fmla="*/ 2548467 w 2831676"/>
                <a:gd name="connsiteY98" fmla="*/ 869103 h 2120900"/>
                <a:gd name="connsiteX99" fmla="*/ 2545503 w 2831676"/>
                <a:gd name="connsiteY99" fmla="*/ 853863 h 2120900"/>
                <a:gd name="connsiteX100" fmla="*/ 2545503 w 2831676"/>
                <a:gd name="connsiteY100" fmla="*/ 852593 h 2120900"/>
                <a:gd name="connsiteX101" fmla="*/ 2541694 w 2831676"/>
                <a:gd name="connsiteY101" fmla="*/ 836930 h 2120900"/>
                <a:gd name="connsiteX102" fmla="*/ 2526030 w 2831676"/>
                <a:gd name="connsiteY102" fmla="*/ 824653 h 2120900"/>
                <a:gd name="connsiteX103" fmla="*/ 2509520 w 2831676"/>
                <a:gd name="connsiteY103" fmla="*/ 811953 h 2120900"/>
                <a:gd name="connsiteX104" fmla="*/ 2493857 w 2831676"/>
                <a:gd name="connsiteY104" fmla="*/ 800946 h 2120900"/>
                <a:gd name="connsiteX105" fmla="*/ 2478617 w 2831676"/>
                <a:gd name="connsiteY105" fmla="*/ 789517 h 2120900"/>
                <a:gd name="connsiteX106" fmla="*/ 2463377 w 2831676"/>
                <a:gd name="connsiteY106" fmla="*/ 778510 h 2120900"/>
                <a:gd name="connsiteX107" fmla="*/ 2449407 w 2831676"/>
                <a:gd name="connsiteY107" fmla="*/ 768773 h 2120900"/>
                <a:gd name="connsiteX108" fmla="*/ 2442633 w 2831676"/>
                <a:gd name="connsiteY108" fmla="*/ 763270 h 2120900"/>
                <a:gd name="connsiteX109" fmla="*/ 2440940 w 2831676"/>
                <a:gd name="connsiteY109" fmla="*/ 749300 h 2120900"/>
                <a:gd name="connsiteX110" fmla="*/ 2438400 w 2831676"/>
                <a:gd name="connsiteY110" fmla="*/ 733636 h 2120900"/>
                <a:gd name="connsiteX111" fmla="*/ 2436707 w 2831676"/>
                <a:gd name="connsiteY111" fmla="*/ 717126 h 2120900"/>
                <a:gd name="connsiteX112" fmla="*/ 2428664 w 2831676"/>
                <a:gd name="connsiteY112" fmla="*/ 700193 h 2120900"/>
                <a:gd name="connsiteX113" fmla="*/ 2418927 w 2831676"/>
                <a:gd name="connsiteY113" fmla="*/ 684953 h 2120900"/>
                <a:gd name="connsiteX114" fmla="*/ 2407497 w 2831676"/>
                <a:gd name="connsiteY114" fmla="*/ 668443 h 2120900"/>
                <a:gd name="connsiteX115" fmla="*/ 2393527 w 2831676"/>
                <a:gd name="connsiteY115" fmla="*/ 664210 h 2120900"/>
                <a:gd name="connsiteX116" fmla="*/ 2379557 w 2831676"/>
                <a:gd name="connsiteY116" fmla="*/ 654473 h 2120900"/>
                <a:gd name="connsiteX117" fmla="*/ 2364317 w 2831676"/>
                <a:gd name="connsiteY117" fmla="*/ 651510 h 2120900"/>
                <a:gd name="connsiteX118" fmla="*/ 2354580 w 2831676"/>
                <a:gd name="connsiteY118" fmla="*/ 636270 h 2120900"/>
                <a:gd name="connsiteX119" fmla="*/ 2354580 w 2831676"/>
                <a:gd name="connsiteY119" fmla="*/ 622300 h 2120900"/>
                <a:gd name="connsiteX120" fmla="*/ 2354580 w 2831676"/>
                <a:gd name="connsiteY120" fmla="*/ 613833 h 2120900"/>
                <a:gd name="connsiteX121" fmla="*/ 2349077 w 2831676"/>
                <a:gd name="connsiteY121" fmla="*/ 599863 h 2120900"/>
                <a:gd name="connsiteX122" fmla="*/ 2339340 w 2831676"/>
                <a:gd name="connsiteY122" fmla="*/ 583353 h 2120900"/>
                <a:gd name="connsiteX123" fmla="*/ 2330874 w 2831676"/>
                <a:gd name="connsiteY123" fmla="*/ 569383 h 2120900"/>
                <a:gd name="connsiteX124" fmla="*/ 2327910 w 2831676"/>
                <a:gd name="connsiteY124" fmla="*/ 555413 h 2120900"/>
                <a:gd name="connsiteX125" fmla="*/ 2327910 w 2831676"/>
                <a:gd name="connsiteY125" fmla="*/ 552450 h 2120900"/>
                <a:gd name="connsiteX126" fmla="*/ 2324100 w 2831676"/>
                <a:gd name="connsiteY126" fmla="*/ 538480 h 2120900"/>
                <a:gd name="connsiteX127" fmla="*/ 2325370 w 2831676"/>
                <a:gd name="connsiteY127" fmla="*/ 524510 h 2120900"/>
                <a:gd name="connsiteX128" fmla="*/ 2326640 w 2831676"/>
                <a:gd name="connsiteY128" fmla="*/ 509270 h 2120900"/>
                <a:gd name="connsiteX129" fmla="*/ 2326640 w 2831676"/>
                <a:gd name="connsiteY129" fmla="*/ 508000 h 2120900"/>
                <a:gd name="connsiteX130" fmla="*/ 2327910 w 2831676"/>
                <a:gd name="connsiteY130" fmla="*/ 502496 h 2120900"/>
                <a:gd name="connsiteX131" fmla="*/ 2329603 w 2831676"/>
                <a:gd name="connsiteY131" fmla="*/ 498263 h 2120900"/>
                <a:gd name="connsiteX132" fmla="*/ 2343574 w 2831676"/>
                <a:gd name="connsiteY132" fmla="*/ 484293 h 2120900"/>
                <a:gd name="connsiteX133" fmla="*/ 2357120 w 2831676"/>
                <a:gd name="connsiteY133" fmla="*/ 478367 h 2120900"/>
                <a:gd name="connsiteX134" fmla="*/ 2368550 w 2831676"/>
                <a:gd name="connsiteY134" fmla="*/ 464820 h 2120900"/>
                <a:gd name="connsiteX135" fmla="*/ 2371090 w 2831676"/>
                <a:gd name="connsiteY135" fmla="*/ 450850 h 2120900"/>
                <a:gd name="connsiteX136" fmla="*/ 2372783 w 2831676"/>
                <a:gd name="connsiteY136" fmla="*/ 449157 h 2120900"/>
                <a:gd name="connsiteX137" fmla="*/ 2378287 w 2831676"/>
                <a:gd name="connsiteY137" fmla="*/ 443653 h 2120900"/>
                <a:gd name="connsiteX138" fmla="*/ 2393527 w 2831676"/>
                <a:gd name="connsiteY138" fmla="*/ 436880 h 2120900"/>
                <a:gd name="connsiteX139" fmla="*/ 2407497 w 2831676"/>
                <a:gd name="connsiteY139" fmla="*/ 428413 h 2120900"/>
                <a:gd name="connsiteX140" fmla="*/ 2410460 w 2831676"/>
                <a:gd name="connsiteY140" fmla="*/ 428413 h 2120900"/>
                <a:gd name="connsiteX141" fmla="*/ 2422737 w 2831676"/>
                <a:gd name="connsiteY141" fmla="*/ 413173 h 2120900"/>
                <a:gd name="connsiteX142" fmla="*/ 2426970 w 2831676"/>
                <a:gd name="connsiteY142" fmla="*/ 399203 h 2120900"/>
                <a:gd name="connsiteX143" fmla="*/ 2432897 w 2831676"/>
                <a:gd name="connsiteY143" fmla="*/ 393276 h 2120900"/>
                <a:gd name="connsiteX144" fmla="*/ 2434167 w 2831676"/>
                <a:gd name="connsiteY144" fmla="*/ 378036 h 2120900"/>
                <a:gd name="connsiteX145" fmla="*/ 2432897 w 2831676"/>
                <a:gd name="connsiteY145" fmla="*/ 364067 h 2120900"/>
                <a:gd name="connsiteX146" fmla="*/ 2436707 w 2831676"/>
                <a:gd name="connsiteY146" fmla="*/ 350096 h 2120900"/>
                <a:gd name="connsiteX147" fmla="*/ 2440940 w 2831676"/>
                <a:gd name="connsiteY147" fmla="*/ 334857 h 2120900"/>
                <a:gd name="connsiteX148" fmla="*/ 2450677 w 2831676"/>
                <a:gd name="connsiteY148" fmla="*/ 320886 h 2120900"/>
                <a:gd name="connsiteX149" fmla="*/ 2450677 w 2831676"/>
                <a:gd name="connsiteY149" fmla="*/ 319617 h 2120900"/>
                <a:gd name="connsiteX150" fmla="*/ 2454910 w 2831676"/>
                <a:gd name="connsiteY150" fmla="*/ 304376 h 2120900"/>
                <a:gd name="connsiteX151" fmla="*/ 2440940 w 2831676"/>
                <a:gd name="connsiteY151" fmla="*/ 298450 h 2120900"/>
                <a:gd name="connsiteX152" fmla="*/ 2438400 w 2831676"/>
                <a:gd name="connsiteY152" fmla="*/ 283210 h 2120900"/>
                <a:gd name="connsiteX153" fmla="*/ 2443903 w 2831676"/>
                <a:gd name="connsiteY153" fmla="*/ 269240 h 2120900"/>
                <a:gd name="connsiteX154" fmla="*/ 2446444 w 2831676"/>
                <a:gd name="connsiteY154" fmla="*/ 258233 h 2120900"/>
                <a:gd name="connsiteX155" fmla="*/ 2445174 w 2831676"/>
                <a:gd name="connsiteY155" fmla="*/ 254000 h 2120900"/>
                <a:gd name="connsiteX156" fmla="*/ 2443903 w 2831676"/>
                <a:gd name="connsiteY156" fmla="*/ 245533 h 2120900"/>
                <a:gd name="connsiteX157" fmla="*/ 2440940 w 2831676"/>
                <a:gd name="connsiteY157" fmla="*/ 231563 h 2120900"/>
                <a:gd name="connsiteX158" fmla="*/ 2434167 w 2831676"/>
                <a:gd name="connsiteY158" fmla="*/ 216323 h 2120900"/>
                <a:gd name="connsiteX159" fmla="*/ 2432897 w 2831676"/>
                <a:gd name="connsiteY159" fmla="*/ 202353 h 2120900"/>
                <a:gd name="connsiteX160" fmla="*/ 2435437 w 2831676"/>
                <a:gd name="connsiteY160" fmla="*/ 188383 h 2120900"/>
                <a:gd name="connsiteX161" fmla="*/ 2438400 w 2831676"/>
                <a:gd name="connsiteY161" fmla="*/ 173143 h 2120900"/>
                <a:gd name="connsiteX162" fmla="*/ 2442633 w 2831676"/>
                <a:gd name="connsiteY162" fmla="*/ 159173 h 2120900"/>
                <a:gd name="connsiteX163" fmla="*/ 2440940 w 2831676"/>
                <a:gd name="connsiteY163" fmla="*/ 145203 h 2120900"/>
                <a:gd name="connsiteX164" fmla="*/ 2442633 w 2831676"/>
                <a:gd name="connsiteY164" fmla="*/ 142240 h 2120900"/>
                <a:gd name="connsiteX165" fmla="*/ 2446444 w 2831676"/>
                <a:gd name="connsiteY165" fmla="*/ 128270 h 2120900"/>
                <a:gd name="connsiteX166" fmla="*/ 2448137 w 2831676"/>
                <a:gd name="connsiteY166" fmla="*/ 122767 h 2120900"/>
                <a:gd name="connsiteX167" fmla="*/ 2449407 w 2831676"/>
                <a:gd name="connsiteY167" fmla="*/ 114300 h 2120900"/>
                <a:gd name="connsiteX168" fmla="*/ 2449407 w 2831676"/>
                <a:gd name="connsiteY168" fmla="*/ 113030 h 2120900"/>
                <a:gd name="connsiteX169" fmla="*/ 2449407 w 2831676"/>
                <a:gd name="connsiteY169" fmla="*/ 108796 h 2120900"/>
                <a:gd name="connsiteX170" fmla="*/ 2434167 w 2831676"/>
                <a:gd name="connsiteY170" fmla="*/ 102023 h 2120900"/>
                <a:gd name="connsiteX171" fmla="*/ 2422737 w 2831676"/>
                <a:gd name="connsiteY171" fmla="*/ 99060 h 2120900"/>
                <a:gd name="connsiteX172" fmla="*/ 2436707 w 2831676"/>
                <a:gd name="connsiteY172" fmla="*/ 85090 h 2120900"/>
                <a:gd name="connsiteX173" fmla="*/ 2450677 w 2831676"/>
                <a:gd name="connsiteY173" fmla="*/ 75353 h 2120900"/>
                <a:gd name="connsiteX174" fmla="*/ 2463377 w 2831676"/>
                <a:gd name="connsiteY174" fmla="*/ 61383 h 2120900"/>
                <a:gd name="connsiteX175" fmla="*/ 2477347 w 2831676"/>
                <a:gd name="connsiteY175" fmla="*/ 47413 h 2120900"/>
                <a:gd name="connsiteX176" fmla="*/ 2481580 w 2831676"/>
                <a:gd name="connsiteY176" fmla="*/ 44873 h 2120900"/>
                <a:gd name="connsiteX177" fmla="*/ 2482850 w 2831676"/>
                <a:gd name="connsiteY177" fmla="*/ 32173 h 2120900"/>
                <a:gd name="connsiteX178" fmla="*/ 2484544 w 2831676"/>
                <a:gd name="connsiteY178" fmla="*/ 25400 h 2120900"/>
                <a:gd name="connsiteX179" fmla="*/ 2468880 w 2831676"/>
                <a:gd name="connsiteY179" fmla="*/ 29210 h 2120900"/>
                <a:gd name="connsiteX180" fmla="*/ 2454910 w 2831676"/>
                <a:gd name="connsiteY180" fmla="*/ 30903 h 2120900"/>
                <a:gd name="connsiteX181" fmla="*/ 2440940 w 2831676"/>
                <a:gd name="connsiteY181" fmla="*/ 27940 h 2120900"/>
                <a:gd name="connsiteX182" fmla="*/ 2426970 w 2831676"/>
                <a:gd name="connsiteY182" fmla="*/ 23707 h 2120900"/>
                <a:gd name="connsiteX183" fmla="*/ 2413000 w 2831676"/>
                <a:gd name="connsiteY183" fmla="*/ 32173 h 2120900"/>
                <a:gd name="connsiteX184" fmla="*/ 2397760 w 2831676"/>
                <a:gd name="connsiteY184" fmla="*/ 36407 h 2120900"/>
                <a:gd name="connsiteX185" fmla="*/ 2383790 w 2831676"/>
                <a:gd name="connsiteY185" fmla="*/ 40640 h 2120900"/>
                <a:gd name="connsiteX186" fmla="*/ 2369820 w 2831676"/>
                <a:gd name="connsiteY186" fmla="*/ 37676 h 2120900"/>
                <a:gd name="connsiteX187" fmla="*/ 2365587 w 2831676"/>
                <a:gd name="connsiteY187" fmla="*/ 33443 h 2120900"/>
                <a:gd name="connsiteX188" fmla="*/ 2369820 w 2831676"/>
                <a:gd name="connsiteY188" fmla="*/ 19896 h 2120900"/>
                <a:gd name="connsiteX189" fmla="*/ 2355850 w 2831676"/>
                <a:gd name="connsiteY189" fmla="*/ 19896 h 2120900"/>
                <a:gd name="connsiteX190" fmla="*/ 2340610 w 2831676"/>
                <a:gd name="connsiteY190" fmla="*/ 16933 h 2120900"/>
                <a:gd name="connsiteX191" fmla="*/ 2326640 w 2831676"/>
                <a:gd name="connsiteY191" fmla="*/ 5503 h 2120900"/>
                <a:gd name="connsiteX192" fmla="*/ 2312670 w 2831676"/>
                <a:gd name="connsiteY192" fmla="*/ 1270 h 2120900"/>
                <a:gd name="connsiteX193" fmla="*/ 2298700 w 2831676"/>
                <a:gd name="connsiteY193" fmla="*/ 2963 h 2120900"/>
                <a:gd name="connsiteX194" fmla="*/ 2296160 w 2831676"/>
                <a:gd name="connsiteY194" fmla="*/ 2963 h 2120900"/>
                <a:gd name="connsiteX195" fmla="*/ 2293197 w 2831676"/>
                <a:gd name="connsiteY195" fmla="*/ 18203 h 2120900"/>
                <a:gd name="connsiteX196" fmla="*/ 2279227 w 2831676"/>
                <a:gd name="connsiteY196" fmla="*/ 29210 h 2120900"/>
                <a:gd name="connsiteX197" fmla="*/ 2265257 w 2831676"/>
                <a:gd name="connsiteY197" fmla="*/ 30903 h 2120900"/>
                <a:gd name="connsiteX198" fmla="*/ 2251287 w 2831676"/>
                <a:gd name="connsiteY198" fmla="*/ 35136 h 2120900"/>
                <a:gd name="connsiteX199" fmla="*/ 2237317 w 2831676"/>
                <a:gd name="connsiteY199" fmla="*/ 25400 h 2120900"/>
                <a:gd name="connsiteX200" fmla="*/ 2223347 w 2831676"/>
                <a:gd name="connsiteY200" fmla="*/ 23707 h 2120900"/>
                <a:gd name="connsiteX201" fmla="*/ 2209377 w 2831676"/>
                <a:gd name="connsiteY201" fmla="*/ 21167 h 2120900"/>
                <a:gd name="connsiteX202" fmla="*/ 2197100 w 2831676"/>
                <a:gd name="connsiteY202" fmla="*/ 7196 h 2120900"/>
                <a:gd name="connsiteX203" fmla="*/ 2181437 w 2831676"/>
                <a:gd name="connsiteY203" fmla="*/ 0 h 2120900"/>
                <a:gd name="connsiteX204" fmla="*/ 2167467 w 2831676"/>
                <a:gd name="connsiteY204" fmla="*/ 4233 h 2120900"/>
                <a:gd name="connsiteX205" fmla="*/ 2155190 w 2831676"/>
                <a:gd name="connsiteY205" fmla="*/ 18203 h 2120900"/>
                <a:gd name="connsiteX206" fmla="*/ 2156460 w 2831676"/>
                <a:gd name="connsiteY206" fmla="*/ 26670 h 2120900"/>
                <a:gd name="connsiteX207" fmla="*/ 2141220 w 2831676"/>
                <a:gd name="connsiteY207" fmla="*/ 33443 h 2120900"/>
                <a:gd name="connsiteX208" fmla="*/ 2127250 w 2831676"/>
                <a:gd name="connsiteY208" fmla="*/ 38946 h 2120900"/>
                <a:gd name="connsiteX209" fmla="*/ 2113280 w 2831676"/>
                <a:gd name="connsiteY209" fmla="*/ 43180 h 2120900"/>
                <a:gd name="connsiteX210" fmla="*/ 2099310 w 2831676"/>
                <a:gd name="connsiteY210" fmla="*/ 46143 h 2120900"/>
                <a:gd name="connsiteX211" fmla="*/ 2084070 w 2831676"/>
                <a:gd name="connsiteY211" fmla="*/ 43180 h 2120900"/>
                <a:gd name="connsiteX212" fmla="*/ 2070100 w 2831676"/>
                <a:gd name="connsiteY212" fmla="*/ 51646 h 2120900"/>
                <a:gd name="connsiteX213" fmla="*/ 2054437 w 2831676"/>
                <a:gd name="connsiteY213" fmla="*/ 66886 h 2120900"/>
                <a:gd name="connsiteX214" fmla="*/ 2040890 w 2831676"/>
                <a:gd name="connsiteY214" fmla="*/ 72813 h 2120900"/>
                <a:gd name="connsiteX215" fmla="*/ 2026497 w 2831676"/>
                <a:gd name="connsiteY215" fmla="*/ 75353 h 2120900"/>
                <a:gd name="connsiteX216" fmla="*/ 2012950 w 2831676"/>
                <a:gd name="connsiteY216" fmla="*/ 72813 h 2120900"/>
                <a:gd name="connsiteX217" fmla="*/ 1998980 w 2831676"/>
                <a:gd name="connsiteY217" fmla="*/ 65617 h 2120900"/>
                <a:gd name="connsiteX218" fmla="*/ 1993477 w 2831676"/>
                <a:gd name="connsiteY218" fmla="*/ 61383 h 2120900"/>
                <a:gd name="connsiteX219" fmla="*/ 1985010 w 2831676"/>
                <a:gd name="connsiteY219" fmla="*/ 47413 h 2120900"/>
                <a:gd name="connsiteX220" fmla="*/ 1982047 w 2831676"/>
                <a:gd name="connsiteY220" fmla="*/ 46143 h 2120900"/>
                <a:gd name="connsiteX221" fmla="*/ 1966807 w 2831676"/>
                <a:gd name="connsiteY221" fmla="*/ 40640 h 2120900"/>
                <a:gd name="connsiteX222" fmla="*/ 1952837 w 2831676"/>
                <a:gd name="connsiteY222" fmla="*/ 32173 h 2120900"/>
                <a:gd name="connsiteX223" fmla="*/ 1938867 w 2831676"/>
                <a:gd name="connsiteY223" fmla="*/ 33443 h 2120900"/>
                <a:gd name="connsiteX224" fmla="*/ 1926167 w 2831676"/>
                <a:gd name="connsiteY224" fmla="*/ 33443 h 2120900"/>
                <a:gd name="connsiteX225" fmla="*/ 1912197 w 2831676"/>
                <a:gd name="connsiteY225" fmla="*/ 33443 h 2120900"/>
                <a:gd name="connsiteX226" fmla="*/ 1898650 w 2831676"/>
                <a:gd name="connsiteY226" fmla="*/ 32173 h 2120900"/>
                <a:gd name="connsiteX227" fmla="*/ 1882987 w 2831676"/>
                <a:gd name="connsiteY227" fmla="*/ 30903 h 2120900"/>
                <a:gd name="connsiteX228" fmla="*/ 1869440 w 2831676"/>
                <a:gd name="connsiteY228" fmla="*/ 33443 h 2120900"/>
                <a:gd name="connsiteX229" fmla="*/ 1855047 w 2831676"/>
                <a:gd name="connsiteY229" fmla="*/ 33443 h 2120900"/>
                <a:gd name="connsiteX230" fmla="*/ 1849543 w 2831676"/>
                <a:gd name="connsiteY230" fmla="*/ 33443 h 2120900"/>
                <a:gd name="connsiteX231" fmla="*/ 1835574 w 2831676"/>
                <a:gd name="connsiteY231" fmla="*/ 33443 h 2120900"/>
                <a:gd name="connsiteX232" fmla="*/ 1821603 w 2831676"/>
                <a:gd name="connsiteY232" fmla="*/ 30903 h 2120900"/>
                <a:gd name="connsiteX233" fmla="*/ 1806363 w 2831676"/>
                <a:gd name="connsiteY233" fmla="*/ 35136 h 2120900"/>
                <a:gd name="connsiteX234" fmla="*/ 1792393 w 2831676"/>
                <a:gd name="connsiteY234" fmla="*/ 46143 h 2120900"/>
                <a:gd name="connsiteX235" fmla="*/ 1778424 w 2831676"/>
                <a:gd name="connsiteY235" fmla="*/ 50376 h 2120900"/>
                <a:gd name="connsiteX236" fmla="*/ 1764453 w 2831676"/>
                <a:gd name="connsiteY236" fmla="*/ 52917 h 2120900"/>
                <a:gd name="connsiteX237" fmla="*/ 1749213 w 2831676"/>
                <a:gd name="connsiteY237" fmla="*/ 51646 h 2120900"/>
                <a:gd name="connsiteX238" fmla="*/ 1735243 w 2831676"/>
                <a:gd name="connsiteY238" fmla="*/ 47413 h 2120900"/>
                <a:gd name="connsiteX239" fmla="*/ 1728047 w 2831676"/>
                <a:gd name="connsiteY239" fmla="*/ 58843 h 2120900"/>
                <a:gd name="connsiteX240" fmla="*/ 1714077 w 2831676"/>
                <a:gd name="connsiteY240" fmla="*/ 52917 h 2120900"/>
                <a:gd name="connsiteX241" fmla="*/ 1703070 w 2831676"/>
                <a:gd name="connsiteY241" fmla="*/ 47413 h 2120900"/>
                <a:gd name="connsiteX242" fmla="*/ 1689100 w 2831676"/>
                <a:gd name="connsiteY242" fmla="*/ 52917 h 2120900"/>
                <a:gd name="connsiteX243" fmla="*/ 1675130 w 2831676"/>
                <a:gd name="connsiteY243" fmla="*/ 66886 h 2120900"/>
                <a:gd name="connsiteX244" fmla="*/ 1661160 w 2831676"/>
                <a:gd name="connsiteY244" fmla="*/ 75353 h 2120900"/>
                <a:gd name="connsiteX245" fmla="*/ 1647190 w 2831676"/>
                <a:gd name="connsiteY245" fmla="*/ 83820 h 2120900"/>
                <a:gd name="connsiteX246" fmla="*/ 1633220 w 2831676"/>
                <a:gd name="connsiteY246" fmla="*/ 83820 h 2120900"/>
                <a:gd name="connsiteX247" fmla="*/ 1619250 w 2831676"/>
                <a:gd name="connsiteY247" fmla="*/ 78317 h 2120900"/>
                <a:gd name="connsiteX248" fmla="*/ 1604010 w 2831676"/>
                <a:gd name="connsiteY248" fmla="*/ 78317 h 2120900"/>
                <a:gd name="connsiteX249" fmla="*/ 1590040 w 2831676"/>
                <a:gd name="connsiteY249" fmla="*/ 82550 h 2120900"/>
                <a:gd name="connsiteX250" fmla="*/ 1574800 w 2831676"/>
                <a:gd name="connsiteY250" fmla="*/ 86783 h 2120900"/>
                <a:gd name="connsiteX251" fmla="*/ 1560830 w 2831676"/>
                <a:gd name="connsiteY251" fmla="*/ 88053 h 2120900"/>
                <a:gd name="connsiteX252" fmla="*/ 1545590 w 2831676"/>
                <a:gd name="connsiteY252" fmla="*/ 88053 h 2120900"/>
                <a:gd name="connsiteX253" fmla="*/ 1531620 w 2831676"/>
                <a:gd name="connsiteY253" fmla="*/ 89323 h 2120900"/>
                <a:gd name="connsiteX254" fmla="*/ 1523153 w 2831676"/>
                <a:gd name="connsiteY254" fmla="*/ 91017 h 2120900"/>
                <a:gd name="connsiteX255" fmla="*/ 1509183 w 2831676"/>
                <a:gd name="connsiteY255" fmla="*/ 92286 h 2120900"/>
                <a:gd name="connsiteX256" fmla="*/ 1495213 w 2831676"/>
                <a:gd name="connsiteY256" fmla="*/ 94826 h 2120900"/>
                <a:gd name="connsiteX257" fmla="*/ 1481243 w 2831676"/>
                <a:gd name="connsiteY257" fmla="*/ 93557 h 2120900"/>
                <a:gd name="connsiteX258" fmla="*/ 1467274 w 2831676"/>
                <a:gd name="connsiteY258" fmla="*/ 96096 h 2120900"/>
                <a:gd name="connsiteX259" fmla="*/ 1452033 w 2831676"/>
                <a:gd name="connsiteY259" fmla="*/ 96096 h 2120900"/>
                <a:gd name="connsiteX260" fmla="*/ 1438063 w 2831676"/>
                <a:gd name="connsiteY260" fmla="*/ 100330 h 2120900"/>
                <a:gd name="connsiteX261" fmla="*/ 1424093 w 2831676"/>
                <a:gd name="connsiteY261" fmla="*/ 104986 h 2120900"/>
                <a:gd name="connsiteX262" fmla="*/ 1410124 w 2831676"/>
                <a:gd name="connsiteY262" fmla="*/ 117263 h 2120900"/>
                <a:gd name="connsiteX263" fmla="*/ 1396153 w 2831676"/>
                <a:gd name="connsiteY263" fmla="*/ 122767 h 2120900"/>
                <a:gd name="connsiteX264" fmla="*/ 1389380 w 2831676"/>
                <a:gd name="connsiteY264" fmla="*/ 127000 h 2120900"/>
                <a:gd name="connsiteX265" fmla="*/ 1375410 w 2831676"/>
                <a:gd name="connsiteY265" fmla="*/ 129540 h 2120900"/>
                <a:gd name="connsiteX266" fmla="*/ 1361440 w 2831676"/>
                <a:gd name="connsiteY266" fmla="*/ 136736 h 2120900"/>
                <a:gd name="connsiteX267" fmla="*/ 1347470 w 2831676"/>
                <a:gd name="connsiteY267" fmla="*/ 145203 h 2120900"/>
                <a:gd name="connsiteX268" fmla="*/ 1332230 w 2831676"/>
                <a:gd name="connsiteY268" fmla="*/ 150707 h 2120900"/>
                <a:gd name="connsiteX269" fmla="*/ 1318260 w 2831676"/>
                <a:gd name="connsiteY269" fmla="*/ 162136 h 2120900"/>
                <a:gd name="connsiteX270" fmla="*/ 1304290 w 2831676"/>
                <a:gd name="connsiteY270" fmla="*/ 173143 h 2120900"/>
                <a:gd name="connsiteX271" fmla="*/ 1301327 w 2831676"/>
                <a:gd name="connsiteY271" fmla="*/ 175683 h 2120900"/>
                <a:gd name="connsiteX272" fmla="*/ 1297093 w 2831676"/>
                <a:gd name="connsiteY272" fmla="*/ 189653 h 2120900"/>
                <a:gd name="connsiteX273" fmla="*/ 1294553 w 2831676"/>
                <a:gd name="connsiteY273" fmla="*/ 195157 h 2120900"/>
                <a:gd name="connsiteX274" fmla="*/ 1284817 w 2831676"/>
                <a:gd name="connsiteY274" fmla="*/ 209126 h 2120900"/>
                <a:gd name="connsiteX275" fmla="*/ 1283124 w 2831676"/>
                <a:gd name="connsiteY275" fmla="*/ 209126 h 2120900"/>
                <a:gd name="connsiteX276" fmla="*/ 1269153 w 2831676"/>
                <a:gd name="connsiteY276" fmla="*/ 217593 h 2120900"/>
                <a:gd name="connsiteX277" fmla="*/ 1267883 w 2831676"/>
                <a:gd name="connsiteY277" fmla="*/ 218863 h 2120900"/>
                <a:gd name="connsiteX278" fmla="*/ 1252643 w 2831676"/>
                <a:gd name="connsiteY278" fmla="*/ 214630 h 2120900"/>
                <a:gd name="connsiteX279" fmla="*/ 1242907 w 2831676"/>
                <a:gd name="connsiteY279" fmla="*/ 210396 h 2120900"/>
                <a:gd name="connsiteX280" fmla="*/ 1228513 w 2831676"/>
                <a:gd name="connsiteY280" fmla="*/ 199390 h 2120900"/>
                <a:gd name="connsiteX281" fmla="*/ 1214967 w 2831676"/>
                <a:gd name="connsiteY281" fmla="*/ 212090 h 2120900"/>
                <a:gd name="connsiteX282" fmla="*/ 1200997 w 2831676"/>
                <a:gd name="connsiteY282" fmla="*/ 224790 h 2120900"/>
                <a:gd name="connsiteX283" fmla="*/ 1185333 w 2831676"/>
                <a:gd name="connsiteY283" fmla="*/ 229023 h 2120900"/>
                <a:gd name="connsiteX284" fmla="*/ 1171787 w 2831676"/>
                <a:gd name="connsiteY284" fmla="*/ 220557 h 2120900"/>
                <a:gd name="connsiteX285" fmla="*/ 1156124 w 2831676"/>
                <a:gd name="connsiteY285" fmla="*/ 230293 h 2120900"/>
                <a:gd name="connsiteX286" fmla="*/ 1142153 w 2831676"/>
                <a:gd name="connsiteY286" fmla="*/ 235796 h 2120900"/>
                <a:gd name="connsiteX287" fmla="*/ 1128607 w 2831676"/>
                <a:gd name="connsiteY287" fmla="*/ 245533 h 2120900"/>
                <a:gd name="connsiteX288" fmla="*/ 1114637 w 2831676"/>
                <a:gd name="connsiteY288" fmla="*/ 259503 h 2120900"/>
                <a:gd name="connsiteX289" fmla="*/ 1107440 w 2831676"/>
                <a:gd name="connsiteY289" fmla="*/ 274743 h 2120900"/>
                <a:gd name="connsiteX290" fmla="*/ 1100243 w 2831676"/>
                <a:gd name="connsiteY290" fmla="*/ 288713 h 2120900"/>
                <a:gd name="connsiteX291" fmla="*/ 1090930 w 2831676"/>
                <a:gd name="connsiteY291" fmla="*/ 295910 h 2120900"/>
                <a:gd name="connsiteX292" fmla="*/ 1076960 w 2831676"/>
                <a:gd name="connsiteY292" fmla="*/ 298450 h 2120900"/>
                <a:gd name="connsiteX293" fmla="*/ 1062990 w 2831676"/>
                <a:gd name="connsiteY293" fmla="*/ 306917 h 2120900"/>
                <a:gd name="connsiteX294" fmla="*/ 1047327 w 2831676"/>
                <a:gd name="connsiteY294" fmla="*/ 319617 h 2120900"/>
                <a:gd name="connsiteX295" fmla="*/ 1033357 w 2831676"/>
                <a:gd name="connsiteY295" fmla="*/ 328083 h 2120900"/>
                <a:gd name="connsiteX296" fmla="*/ 1019387 w 2831676"/>
                <a:gd name="connsiteY296" fmla="*/ 333586 h 2120900"/>
                <a:gd name="connsiteX297" fmla="*/ 1018117 w 2831676"/>
                <a:gd name="connsiteY297" fmla="*/ 333586 h 2120900"/>
                <a:gd name="connsiteX298" fmla="*/ 1004147 w 2831676"/>
                <a:gd name="connsiteY298" fmla="*/ 337820 h 2120900"/>
                <a:gd name="connsiteX299" fmla="*/ 990177 w 2831676"/>
                <a:gd name="connsiteY299" fmla="*/ 337820 h 2120900"/>
                <a:gd name="connsiteX300" fmla="*/ 974937 w 2831676"/>
                <a:gd name="connsiteY300" fmla="*/ 333586 h 2120900"/>
                <a:gd name="connsiteX301" fmla="*/ 974937 w 2831676"/>
                <a:gd name="connsiteY301" fmla="*/ 334857 h 2120900"/>
                <a:gd name="connsiteX302" fmla="*/ 970703 w 2831676"/>
                <a:gd name="connsiteY302" fmla="*/ 334857 h 2120900"/>
                <a:gd name="connsiteX303" fmla="*/ 979170 w 2831676"/>
                <a:gd name="connsiteY303" fmla="*/ 350096 h 2120900"/>
                <a:gd name="connsiteX304" fmla="*/ 991447 w 2831676"/>
                <a:gd name="connsiteY304" fmla="*/ 360257 h 2120900"/>
                <a:gd name="connsiteX305" fmla="*/ 1005417 w 2831676"/>
                <a:gd name="connsiteY305" fmla="*/ 372533 h 2120900"/>
                <a:gd name="connsiteX306" fmla="*/ 1021080 w 2831676"/>
                <a:gd name="connsiteY306" fmla="*/ 383540 h 2120900"/>
                <a:gd name="connsiteX307" fmla="*/ 1023620 w 2831676"/>
                <a:gd name="connsiteY307" fmla="*/ 386503 h 2120900"/>
                <a:gd name="connsiteX308" fmla="*/ 1029124 w 2831676"/>
                <a:gd name="connsiteY308" fmla="*/ 396240 h 2120900"/>
                <a:gd name="connsiteX309" fmla="*/ 1021080 w 2831676"/>
                <a:gd name="connsiteY309" fmla="*/ 410210 h 2120900"/>
                <a:gd name="connsiteX310" fmla="*/ 1024890 w 2831676"/>
                <a:gd name="connsiteY310" fmla="*/ 424180 h 2120900"/>
                <a:gd name="connsiteX311" fmla="*/ 1040553 w 2831676"/>
                <a:gd name="connsiteY311" fmla="*/ 435186 h 2120900"/>
                <a:gd name="connsiteX312" fmla="*/ 1037590 w 2831676"/>
                <a:gd name="connsiteY312" fmla="*/ 438150 h 2120900"/>
                <a:gd name="connsiteX313" fmla="*/ 1024890 w 2831676"/>
                <a:gd name="connsiteY313" fmla="*/ 454660 h 2120900"/>
                <a:gd name="connsiteX314" fmla="*/ 1033357 w 2831676"/>
                <a:gd name="connsiteY314" fmla="*/ 468630 h 2120900"/>
                <a:gd name="connsiteX315" fmla="*/ 1037590 w 2831676"/>
                <a:gd name="connsiteY315" fmla="*/ 484293 h 2120900"/>
                <a:gd name="connsiteX316" fmla="*/ 1041824 w 2831676"/>
                <a:gd name="connsiteY316" fmla="*/ 500803 h 2120900"/>
                <a:gd name="connsiteX317" fmla="*/ 1040553 w 2831676"/>
                <a:gd name="connsiteY317" fmla="*/ 509270 h 2120900"/>
                <a:gd name="connsiteX318" fmla="*/ 1036320 w 2831676"/>
                <a:gd name="connsiteY318" fmla="*/ 523240 h 2120900"/>
                <a:gd name="connsiteX319" fmla="*/ 1032087 w 2831676"/>
                <a:gd name="connsiteY319" fmla="*/ 538480 h 2120900"/>
                <a:gd name="connsiteX320" fmla="*/ 1035050 w 2831676"/>
                <a:gd name="connsiteY320" fmla="*/ 552450 h 2120900"/>
                <a:gd name="connsiteX321" fmla="*/ 1029124 w 2831676"/>
                <a:gd name="connsiteY321" fmla="*/ 567690 h 2120900"/>
                <a:gd name="connsiteX322" fmla="*/ 1037590 w 2831676"/>
                <a:gd name="connsiteY322" fmla="*/ 571923 h 2120900"/>
                <a:gd name="connsiteX323" fmla="*/ 1046057 w 2831676"/>
                <a:gd name="connsiteY323" fmla="*/ 587586 h 2120900"/>
                <a:gd name="connsiteX324" fmla="*/ 1044787 w 2831676"/>
                <a:gd name="connsiteY324" fmla="*/ 601557 h 2120900"/>
                <a:gd name="connsiteX325" fmla="*/ 1037590 w 2831676"/>
                <a:gd name="connsiteY325" fmla="*/ 615103 h 2120900"/>
                <a:gd name="connsiteX326" fmla="*/ 1036320 w 2831676"/>
                <a:gd name="connsiteY326" fmla="*/ 630767 h 2120900"/>
                <a:gd name="connsiteX327" fmla="*/ 1036320 w 2831676"/>
                <a:gd name="connsiteY327" fmla="*/ 644313 h 2120900"/>
                <a:gd name="connsiteX328" fmla="*/ 1046057 w 2831676"/>
                <a:gd name="connsiteY328" fmla="*/ 658283 h 2120900"/>
                <a:gd name="connsiteX329" fmla="*/ 1058757 w 2831676"/>
                <a:gd name="connsiteY329" fmla="*/ 672676 h 2120900"/>
                <a:gd name="connsiteX330" fmla="*/ 1058757 w 2831676"/>
                <a:gd name="connsiteY330" fmla="*/ 687917 h 2120900"/>
                <a:gd name="connsiteX331" fmla="*/ 1054524 w 2831676"/>
                <a:gd name="connsiteY331" fmla="*/ 701886 h 2120900"/>
                <a:gd name="connsiteX332" fmla="*/ 1064260 w 2831676"/>
                <a:gd name="connsiteY332" fmla="*/ 718820 h 2120900"/>
                <a:gd name="connsiteX333" fmla="*/ 1075267 w 2831676"/>
                <a:gd name="connsiteY333" fmla="*/ 732367 h 2120900"/>
                <a:gd name="connsiteX334" fmla="*/ 1089237 w 2831676"/>
                <a:gd name="connsiteY334" fmla="*/ 742103 h 2120900"/>
                <a:gd name="connsiteX335" fmla="*/ 1104477 w 2831676"/>
                <a:gd name="connsiteY335" fmla="*/ 753533 h 2120900"/>
                <a:gd name="connsiteX336" fmla="*/ 1120140 w 2831676"/>
                <a:gd name="connsiteY336" fmla="*/ 765810 h 2120900"/>
                <a:gd name="connsiteX337" fmla="*/ 1110403 w 2831676"/>
                <a:gd name="connsiteY337" fmla="*/ 779780 h 2120900"/>
                <a:gd name="connsiteX338" fmla="*/ 1094740 w 2831676"/>
                <a:gd name="connsiteY338" fmla="*/ 785283 h 2120900"/>
                <a:gd name="connsiteX339" fmla="*/ 1087967 w 2831676"/>
                <a:gd name="connsiteY339" fmla="*/ 799253 h 2120900"/>
                <a:gd name="connsiteX340" fmla="*/ 1086697 w 2831676"/>
                <a:gd name="connsiteY340" fmla="*/ 814917 h 2120900"/>
                <a:gd name="connsiteX341" fmla="*/ 1080770 w 2831676"/>
                <a:gd name="connsiteY341" fmla="*/ 825923 h 2120900"/>
                <a:gd name="connsiteX342" fmla="*/ 1082463 w 2831676"/>
                <a:gd name="connsiteY342" fmla="*/ 825923 h 2120900"/>
                <a:gd name="connsiteX343" fmla="*/ 1094740 w 2831676"/>
                <a:gd name="connsiteY343" fmla="*/ 835660 h 2120900"/>
                <a:gd name="connsiteX344" fmla="*/ 1093470 w 2831676"/>
                <a:gd name="connsiteY344" fmla="*/ 836930 h 2120900"/>
                <a:gd name="connsiteX345" fmla="*/ 1080770 w 2831676"/>
                <a:gd name="connsiteY345" fmla="*/ 836930 h 2120900"/>
                <a:gd name="connsiteX346" fmla="*/ 1066800 w 2831676"/>
                <a:gd name="connsiteY346" fmla="*/ 834390 h 2120900"/>
                <a:gd name="connsiteX347" fmla="*/ 1062990 w 2831676"/>
                <a:gd name="connsiteY347" fmla="*/ 834390 h 2120900"/>
                <a:gd name="connsiteX348" fmla="*/ 1049020 w 2831676"/>
                <a:gd name="connsiteY348" fmla="*/ 834390 h 2120900"/>
                <a:gd name="connsiteX349" fmla="*/ 1033357 w 2831676"/>
                <a:gd name="connsiteY349" fmla="*/ 834390 h 2120900"/>
                <a:gd name="connsiteX350" fmla="*/ 1019387 w 2831676"/>
                <a:gd name="connsiteY350" fmla="*/ 832696 h 2120900"/>
                <a:gd name="connsiteX351" fmla="*/ 1004147 w 2831676"/>
                <a:gd name="connsiteY351" fmla="*/ 832696 h 2120900"/>
                <a:gd name="connsiteX352" fmla="*/ 990177 w 2831676"/>
                <a:gd name="connsiteY352" fmla="*/ 831426 h 2120900"/>
                <a:gd name="connsiteX353" fmla="*/ 976207 w 2831676"/>
                <a:gd name="connsiteY353" fmla="*/ 830157 h 2120900"/>
                <a:gd name="connsiteX354" fmla="*/ 962237 w 2831676"/>
                <a:gd name="connsiteY354" fmla="*/ 828463 h 2120900"/>
                <a:gd name="connsiteX355" fmla="*/ 948267 w 2831676"/>
                <a:gd name="connsiteY355" fmla="*/ 827193 h 2120900"/>
                <a:gd name="connsiteX356" fmla="*/ 933027 w 2831676"/>
                <a:gd name="connsiteY356" fmla="*/ 825923 h 2120900"/>
                <a:gd name="connsiteX357" fmla="*/ 919057 w 2831676"/>
                <a:gd name="connsiteY357" fmla="*/ 827193 h 2120900"/>
                <a:gd name="connsiteX358" fmla="*/ 905087 w 2831676"/>
                <a:gd name="connsiteY358" fmla="*/ 830157 h 2120900"/>
                <a:gd name="connsiteX359" fmla="*/ 889847 w 2831676"/>
                <a:gd name="connsiteY359" fmla="*/ 834390 h 2120900"/>
                <a:gd name="connsiteX360" fmla="*/ 875877 w 2831676"/>
                <a:gd name="connsiteY360" fmla="*/ 836930 h 2120900"/>
                <a:gd name="connsiteX361" fmla="*/ 860637 w 2831676"/>
                <a:gd name="connsiteY361" fmla="*/ 836930 h 2120900"/>
                <a:gd name="connsiteX362" fmla="*/ 846667 w 2831676"/>
                <a:gd name="connsiteY362" fmla="*/ 849630 h 2120900"/>
                <a:gd name="connsiteX363" fmla="*/ 846667 w 2831676"/>
                <a:gd name="connsiteY363" fmla="*/ 863600 h 2120900"/>
                <a:gd name="connsiteX364" fmla="*/ 840740 w 2831676"/>
                <a:gd name="connsiteY364" fmla="*/ 877570 h 2120900"/>
                <a:gd name="connsiteX365" fmla="*/ 840740 w 2831676"/>
                <a:gd name="connsiteY365" fmla="*/ 878840 h 2120900"/>
                <a:gd name="connsiteX366" fmla="*/ 825500 w 2831676"/>
                <a:gd name="connsiteY366" fmla="*/ 886036 h 2120900"/>
                <a:gd name="connsiteX367" fmla="*/ 818727 w 2831676"/>
                <a:gd name="connsiteY367" fmla="*/ 888576 h 2120900"/>
                <a:gd name="connsiteX368" fmla="*/ 804757 w 2831676"/>
                <a:gd name="connsiteY368" fmla="*/ 892810 h 2120900"/>
                <a:gd name="connsiteX369" fmla="*/ 790787 w 2831676"/>
                <a:gd name="connsiteY369" fmla="*/ 897043 h 2120900"/>
                <a:gd name="connsiteX370" fmla="*/ 776817 w 2831676"/>
                <a:gd name="connsiteY370" fmla="*/ 902546 h 2120900"/>
                <a:gd name="connsiteX371" fmla="*/ 761577 w 2831676"/>
                <a:gd name="connsiteY371" fmla="*/ 906780 h 2120900"/>
                <a:gd name="connsiteX372" fmla="*/ 747607 w 2831676"/>
                <a:gd name="connsiteY372" fmla="*/ 902546 h 2120900"/>
                <a:gd name="connsiteX373" fmla="*/ 731943 w 2831676"/>
                <a:gd name="connsiteY373" fmla="*/ 901276 h 2120900"/>
                <a:gd name="connsiteX374" fmla="*/ 717974 w 2831676"/>
                <a:gd name="connsiteY374" fmla="*/ 913976 h 2120900"/>
                <a:gd name="connsiteX375" fmla="*/ 716703 w 2831676"/>
                <a:gd name="connsiteY375" fmla="*/ 927946 h 2120900"/>
                <a:gd name="connsiteX376" fmla="*/ 717974 w 2831676"/>
                <a:gd name="connsiteY376" fmla="*/ 943186 h 2120900"/>
                <a:gd name="connsiteX377" fmla="*/ 731943 w 2831676"/>
                <a:gd name="connsiteY377" fmla="*/ 951230 h 2120900"/>
                <a:gd name="connsiteX378" fmla="*/ 720937 w 2831676"/>
                <a:gd name="connsiteY378" fmla="*/ 966893 h 2120900"/>
                <a:gd name="connsiteX379" fmla="*/ 720937 w 2831676"/>
                <a:gd name="connsiteY379" fmla="*/ 980863 h 2120900"/>
                <a:gd name="connsiteX380" fmla="*/ 723900 w 2831676"/>
                <a:gd name="connsiteY380" fmla="*/ 993140 h 2120900"/>
                <a:gd name="connsiteX381" fmla="*/ 739140 w 2831676"/>
                <a:gd name="connsiteY381" fmla="*/ 999067 h 2120900"/>
                <a:gd name="connsiteX382" fmla="*/ 748877 w 2831676"/>
                <a:gd name="connsiteY382" fmla="*/ 1013036 h 2120900"/>
                <a:gd name="connsiteX383" fmla="*/ 736177 w 2831676"/>
                <a:gd name="connsiteY383" fmla="*/ 1028276 h 2120900"/>
                <a:gd name="connsiteX384" fmla="*/ 722630 w 2831676"/>
                <a:gd name="connsiteY384" fmla="*/ 1029546 h 2120900"/>
                <a:gd name="connsiteX385" fmla="*/ 706967 w 2831676"/>
                <a:gd name="connsiteY385" fmla="*/ 1030817 h 2120900"/>
                <a:gd name="connsiteX386" fmla="*/ 692997 w 2831676"/>
                <a:gd name="connsiteY386" fmla="*/ 1033780 h 2120900"/>
                <a:gd name="connsiteX387" fmla="*/ 677757 w 2831676"/>
                <a:gd name="connsiteY387" fmla="*/ 1044786 h 2120900"/>
                <a:gd name="connsiteX388" fmla="*/ 665057 w 2831676"/>
                <a:gd name="connsiteY388" fmla="*/ 1058757 h 2120900"/>
                <a:gd name="connsiteX389" fmla="*/ 658283 w 2831676"/>
                <a:gd name="connsiteY389" fmla="*/ 1062990 h 2120900"/>
                <a:gd name="connsiteX390" fmla="*/ 656590 w 2831676"/>
                <a:gd name="connsiteY390" fmla="*/ 1064260 h 2120900"/>
                <a:gd name="connsiteX391" fmla="*/ 641350 w 2831676"/>
                <a:gd name="connsiteY391" fmla="*/ 1071457 h 2120900"/>
                <a:gd name="connsiteX392" fmla="*/ 627803 w 2831676"/>
                <a:gd name="connsiteY392" fmla="*/ 1081193 h 2120900"/>
                <a:gd name="connsiteX393" fmla="*/ 626110 w 2831676"/>
                <a:gd name="connsiteY393" fmla="*/ 1081193 h 2120900"/>
                <a:gd name="connsiteX394" fmla="*/ 613410 w 2831676"/>
                <a:gd name="connsiteY394" fmla="*/ 1082463 h 2120900"/>
                <a:gd name="connsiteX395" fmla="*/ 598170 w 2831676"/>
                <a:gd name="connsiteY395" fmla="*/ 1086697 h 2120900"/>
                <a:gd name="connsiteX396" fmla="*/ 584200 w 2831676"/>
                <a:gd name="connsiteY396" fmla="*/ 1092200 h 2120900"/>
                <a:gd name="connsiteX397" fmla="*/ 568960 w 2831676"/>
                <a:gd name="connsiteY397" fmla="*/ 1098126 h 2120900"/>
                <a:gd name="connsiteX398" fmla="*/ 554990 w 2831676"/>
                <a:gd name="connsiteY398" fmla="*/ 1103630 h 2120900"/>
                <a:gd name="connsiteX399" fmla="*/ 545253 w 2831676"/>
                <a:gd name="connsiteY399" fmla="*/ 1118870 h 2120900"/>
                <a:gd name="connsiteX400" fmla="*/ 539750 w 2831676"/>
                <a:gd name="connsiteY400" fmla="*/ 1128607 h 2120900"/>
                <a:gd name="connsiteX401" fmla="*/ 532553 w 2831676"/>
                <a:gd name="connsiteY401" fmla="*/ 1143847 h 2120900"/>
                <a:gd name="connsiteX402" fmla="*/ 521547 w 2831676"/>
                <a:gd name="connsiteY402" fmla="*/ 1157817 h 2120900"/>
                <a:gd name="connsiteX403" fmla="*/ 520277 w 2831676"/>
                <a:gd name="connsiteY403" fmla="*/ 1160780 h 2120900"/>
                <a:gd name="connsiteX404" fmla="*/ 506307 w 2831676"/>
                <a:gd name="connsiteY404" fmla="*/ 1174750 h 2120900"/>
                <a:gd name="connsiteX405" fmla="*/ 492337 w 2831676"/>
                <a:gd name="connsiteY405" fmla="*/ 1187450 h 2120900"/>
                <a:gd name="connsiteX406" fmla="*/ 485140 w 2831676"/>
                <a:gd name="connsiteY406" fmla="*/ 1191260 h 2120900"/>
                <a:gd name="connsiteX407" fmla="*/ 471170 w 2831676"/>
                <a:gd name="connsiteY407" fmla="*/ 1199726 h 2120900"/>
                <a:gd name="connsiteX408" fmla="*/ 457200 w 2831676"/>
                <a:gd name="connsiteY408" fmla="*/ 1205230 h 2120900"/>
                <a:gd name="connsiteX409" fmla="*/ 443230 w 2831676"/>
                <a:gd name="connsiteY409" fmla="*/ 1206923 h 2120900"/>
                <a:gd name="connsiteX410" fmla="*/ 427990 w 2831676"/>
                <a:gd name="connsiteY410" fmla="*/ 1208193 h 2120900"/>
                <a:gd name="connsiteX411" fmla="*/ 414020 w 2831676"/>
                <a:gd name="connsiteY411" fmla="*/ 1212426 h 2120900"/>
                <a:gd name="connsiteX412" fmla="*/ 400050 w 2831676"/>
                <a:gd name="connsiteY412" fmla="*/ 1216660 h 2120900"/>
                <a:gd name="connsiteX413" fmla="*/ 393277 w 2831676"/>
                <a:gd name="connsiteY413" fmla="*/ 1214967 h 2120900"/>
                <a:gd name="connsiteX414" fmla="*/ 379307 w 2831676"/>
                <a:gd name="connsiteY414" fmla="*/ 1213697 h 2120900"/>
                <a:gd name="connsiteX415" fmla="*/ 365337 w 2831676"/>
                <a:gd name="connsiteY415" fmla="*/ 1220893 h 2120900"/>
                <a:gd name="connsiteX416" fmla="*/ 350097 w 2831676"/>
                <a:gd name="connsiteY416" fmla="*/ 1219200 h 2120900"/>
                <a:gd name="connsiteX417" fmla="*/ 337397 w 2831676"/>
                <a:gd name="connsiteY417" fmla="*/ 1219200 h 2120900"/>
                <a:gd name="connsiteX418" fmla="*/ 328930 w 2831676"/>
                <a:gd name="connsiteY418" fmla="*/ 1233170 h 2120900"/>
                <a:gd name="connsiteX419" fmla="*/ 324697 w 2831676"/>
                <a:gd name="connsiteY419" fmla="*/ 1247140 h 2120900"/>
                <a:gd name="connsiteX420" fmla="*/ 310727 w 2831676"/>
                <a:gd name="connsiteY420" fmla="*/ 1259840 h 2120900"/>
                <a:gd name="connsiteX421" fmla="*/ 296757 w 2831676"/>
                <a:gd name="connsiteY421" fmla="*/ 1258147 h 2120900"/>
                <a:gd name="connsiteX422" fmla="*/ 282787 w 2831676"/>
                <a:gd name="connsiteY422" fmla="*/ 1254336 h 2120900"/>
                <a:gd name="connsiteX423" fmla="*/ 267547 w 2831676"/>
                <a:gd name="connsiteY423" fmla="*/ 1253067 h 2120900"/>
                <a:gd name="connsiteX424" fmla="*/ 253577 w 2831676"/>
                <a:gd name="connsiteY424" fmla="*/ 1251373 h 2120900"/>
                <a:gd name="connsiteX425" fmla="*/ 239607 w 2831676"/>
                <a:gd name="connsiteY425" fmla="*/ 1248833 h 2120900"/>
                <a:gd name="connsiteX426" fmla="*/ 226060 w 2831676"/>
                <a:gd name="connsiteY426" fmla="*/ 1256876 h 2120900"/>
                <a:gd name="connsiteX427" fmla="*/ 210397 w 2831676"/>
                <a:gd name="connsiteY427" fmla="*/ 1266613 h 2120900"/>
                <a:gd name="connsiteX428" fmla="*/ 200660 w 2831676"/>
                <a:gd name="connsiteY428" fmla="*/ 1280583 h 2120900"/>
                <a:gd name="connsiteX429" fmla="*/ 185420 w 2831676"/>
                <a:gd name="connsiteY429" fmla="*/ 1290320 h 2120900"/>
                <a:gd name="connsiteX430" fmla="*/ 171450 w 2831676"/>
                <a:gd name="connsiteY430" fmla="*/ 1289050 h 2120900"/>
                <a:gd name="connsiteX431" fmla="*/ 157480 w 2831676"/>
                <a:gd name="connsiteY431" fmla="*/ 1294553 h 2120900"/>
                <a:gd name="connsiteX432" fmla="*/ 143510 w 2831676"/>
                <a:gd name="connsiteY432" fmla="*/ 1307253 h 2120900"/>
                <a:gd name="connsiteX433" fmla="*/ 136313 w 2831676"/>
                <a:gd name="connsiteY433" fmla="*/ 1314450 h 2120900"/>
                <a:gd name="connsiteX434" fmla="*/ 122343 w 2831676"/>
                <a:gd name="connsiteY434" fmla="*/ 1323763 h 2120900"/>
                <a:gd name="connsiteX435" fmla="*/ 107103 w 2831676"/>
                <a:gd name="connsiteY435" fmla="*/ 1338157 h 2120900"/>
                <a:gd name="connsiteX436" fmla="*/ 93133 w 2831676"/>
                <a:gd name="connsiteY436" fmla="*/ 1344930 h 2120900"/>
                <a:gd name="connsiteX437" fmla="*/ 79163 w 2831676"/>
                <a:gd name="connsiteY437" fmla="*/ 1351703 h 2120900"/>
                <a:gd name="connsiteX438" fmla="*/ 65193 w 2831676"/>
                <a:gd name="connsiteY438" fmla="*/ 1364403 h 2120900"/>
                <a:gd name="connsiteX439" fmla="*/ 51223 w 2831676"/>
                <a:gd name="connsiteY439" fmla="*/ 1377103 h 2120900"/>
                <a:gd name="connsiteX440" fmla="*/ 35983 w 2831676"/>
                <a:gd name="connsiteY440" fmla="*/ 1389380 h 2120900"/>
                <a:gd name="connsiteX441" fmla="*/ 22013 w 2831676"/>
                <a:gd name="connsiteY441" fmla="*/ 1396576 h 2120900"/>
                <a:gd name="connsiteX442" fmla="*/ 11007 w 2831676"/>
                <a:gd name="connsiteY442" fmla="*/ 1403350 h 2120900"/>
                <a:gd name="connsiteX443" fmla="*/ 9737 w 2831676"/>
                <a:gd name="connsiteY443" fmla="*/ 1417320 h 2120900"/>
                <a:gd name="connsiteX444" fmla="*/ 9737 w 2831676"/>
                <a:gd name="connsiteY444" fmla="*/ 1428326 h 2120900"/>
                <a:gd name="connsiteX445" fmla="*/ 9737 w 2831676"/>
                <a:gd name="connsiteY445" fmla="*/ 1445260 h 2120900"/>
                <a:gd name="connsiteX446" fmla="*/ 8043 w 2831676"/>
                <a:gd name="connsiteY446" fmla="*/ 1462193 h 2120900"/>
                <a:gd name="connsiteX447" fmla="*/ 6773 w 2831676"/>
                <a:gd name="connsiteY447" fmla="*/ 1478703 h 2120900"/>
                <a:gd name="connsiteX448" fmla="*/ 6773 w 2831676"/>
                <a:gd name="connsiteY448" fmla="*/ 1495636 h 2120900"/>
                <a:gd name="connsiteX449" fmla="*/ 5503 w 2831676"/>
                <a:gd name="connsiteY449" fmla="*/ 1512147 h 2120900"/>
                <a:gd name="connsiteX450" fmla="*/ 5503 w 2831676"/>
                <a:gd name="connsiteY450" fmla="*/ 1529080 h 2120900"/>
                <a:gd name="connsiteX451" fmla="*/ 4233 w 2831676"/>
                <a:gd name="connsiteY451" fmla="*/ 1545590 h 2120900"/>
                <a:gd name="connsiteX452" fmla="*/ 4233 w 2831676"/>
                <a:gd name="connsiteY452" fmla="*/ 1562523 h 2120900"/>
                <a:gd name="connsiteX453" fmla="*/ 2540 w 2831676"/>
                <a:gd name="connsiteY453" fmla="*/ 1579457 h 2120900"/>
                <a:gd name="connsiteX454" fmla="*/ 2540 w 2831676"/>
                <a:gd name="connsiteY454" fmla="*/ 1583267 h 2120900"/>
                <a:gd name="connsiteX455" fmla="*/ 2540 w 2831676"/>
                <a:gd name="connsiteY455" fmla="*/ 1590463 h 2120900"/>
                <a:gd name="connsiteX456" fmla="*/ 1270 w 2831676"/>
                <a:gd name="connsiteY456" fmla="*/ 1606973 h 2120900"/>
                <a:gd name="connsiteX457" fmla="*/ 1270 w 2831676"/>
                <a:gd name="connsiteY457" fmla="*/ 1623907 h 2120900"/>
                <a:gd name="connsiteX458" fmla="*/ 0 w 2831676"/>
                <a:gd name="connsiteY458" fmla="*/ 1642110 h 2120900"/>
                <a:gd name="connsiteX459" fmla="*/ 16510 w 2831676"/>
                <a:gd name="connsiteY459" fmla="*/ 1653117 h 2120900"/>
                <a:gd name="connsiteX460" fmla="*/ 31750 w 2831676"/>
                <a:gd name="connsiteY460" fmla="*/ 1662853 h 2120900"/>
                <a:gd name="connsiteX461" fmla="*/ 46990 w 2831676"/>
                <a:gd name="connsiteY461" fmla="*/ 1674283 h 2120900"/>
                <a:gd name="connsiteX462" fmla="*/ 62653 w 2831676"/>
                <a:gd name="connsiteY462" fmla="*/ 1683597 h 2120900"/>
                <a:gd name="connsiteX463" fmla="*/ 77893 w 2831676"/>
                <a:gd name="connsiteY463" fmla="*/ 1695026 h 2120900"/>
                <a:gd name="connsiteX464" fmla="*/ 93133 w 2831676"/>
                <a:gd name="connsiteY464" fmla="*/ 1704763 h 2120900"/>
                <a:gd name="connsiteX465" fmla="*/ 108373 w 2831676"/>
                <a:gd name="connsiteY465" fmla="*/ 1715770 h 2120900"/>
                <a:gd name="connsiteX466" fmla="*/ 124037 w 2831676"/>
                <a:gd name="connsiteY466" fmla="*/ 1727200 h 2120900"/>
                <a:gd name="connsiteX467" fmla="*/ 138007 w 2831676"/>
                <a:gd name="connsiteY467" fmla="*/ 1736936 h 2120900"/>
                <a:gd name="connsiteX468" fmla="*/ 153247 w 2831676"/>
                <a:gd name="connsiteY468" fmla="*/ 1747943 h 2120900"/>
                <a:gd name="connsiteX469" fmla="*/ 168487 w 2831676"/>
                <a:gd name="connsiteY469" fmla="*/ 1757680 h 2120900"/>
                <a:gd name="connsiteX470" fmla="*/ 183727 w 2831676"/>
                <a:gd name="connsiteY470" fmla="*/ 1769110 h 2120900"/>
                <a:gd name="connsiteX471" fmla="*/ 199390 w 2831676"/>
                <a:gd name="connsiteY471" fmla="*/ 1780117 h 2120900"/>
                <a:gd name="connsiteX472" fmla="*/ 214630 w 2831676"/>
                <a:gd name="connsiteY472" fmla="*/ 1789853 h 2120900"/>
                <a:gd name="connsiteX473" fmla="*/ 229870 w 2831676"/>
                <a:gd name="connsiteY473" fmla="*/ 1800860 h 2120900"/>
                <a:gd name="connsiteX474" fmla="*/ 245533 w 2831676"/>
                <a:gd name="connsiteY474" fmla="*/ 1812290 h 2120900"/>
                <a:gd name="connsiteX475" fmla="*/ 260773 w 2831676"/>
                <a:gd name="connsiteY475" fmla="*/ 1822026 h 2120900"/>
                <a:gd name="connsiteX476" fmla="*/ 274743 w 2831676"/>
                <a:gd name="connsiteY476" fmla="*/ 1833033 h 2120900"/>
                <a:gd name="connsiteX477" fmla="*/ 289983 w 2831676"/>
                <a:gd name="connsiteY477" fmla="*/ 1844040 h 2120900"/>
                <a:gd name="connsiteX478" fmla="*/ 305223 w 2831676"/>
                <a:gd name="connsiteY478" fmla="*/ 1853776 h 2120900"/>
                <a:gd name="connsiteX479" fmla="*/ 320463 w 2831676"/>
                <a:gd name="connsiteY479" fmla="*/ 1865207 h 2120900"/>
                <a:gd name="connsiteX480" fmla="*/ 336127 w 2831676"/>
                <a:gd name="connsiteY480" fmla="*/ 1876213 h 2120900"/>
                <a:gd name="connsiteX481" fmla="*/ 351367 w 2831676"/>
                <a:gd name="connsiteY481" fmla="*/ 1887643 h 2120900"/>
                <a:gd name="connsiteX482" fmla="*/ 365337 w 2831676"/>
                <a:gd name="connsiteY482" fmla="*/ 1897380 h 2120900"/>
                <a:gd name="connsiteX483" fmla="*/ 380577 w 2831676"/>
                <a:gd name="connsiteY483" fmla="*/ 1908386 h 2120900"/>
                <a:gd name="connsiteX484" fmla="*/ 395817 w 2831676"/>
                <a:gd name="connsiteY484" fmla="*/ 1919817 h 2120900"/>
                <a:gd name="connsiteX485" fmla="*/ 411480 w 2831676"/>
                <a:gd name="connsiteY485" fmla="*/ 1930823 h 2120900"/>
                <a:gd name="connsiteX486" fmla="*/ 422487 w 2831676"/>
                <a:gd name="connsiteY486" fmla="*/ 1939290 h 2120900"/>
                <a:gd name="connsiteX487" fmla="*/ 437727 w 2831676"/>
                <a:gd name="connsiteY487" fmla="*/ 1950297 h 2120900"/>
                <a:gd name="connsiteX488" fmla="*/ 453390 w 2831676"/>
                <a:gd name="connsiteY488" fmla="*/ 1961303 h 2120900"/>
                <a:gd name="connsiteX489" fmla="*/ 468630 w 2831676"/>
                <a:gd name="connsiteY489" fmla="*/ 1972733 h 2120900"/>
                <a:gd name="connsiteX490" fmla="*/ 483870 w 2831676"/>
                <a:gd name="connsiteY490" fmla="*/ 1982470 h 2120900"/>
                <a:gd name="connsiteX491" fmla="*/ 497840 w 2831676"/>
                <a:gd name="connsiteY491" fmla="*/ 1993476 h 2120900"/>
                <a:gd name="connsiteX492" fmla="*/ 513080 w 2831676"/>
                <a:gd name="connsiteY492" fmla="*/ 2004907 h 2120900"/>
                <a:gd name="connsiteX493" fmla="*/ 514350 w 2831676"/>
                <a:gd name="connsiteY493" fmla="*/ 2006176 h 2120900"/>
                <a:gd name="connsiteX494" fmla="*/ 530013 w 2831676"/>
                <a:gd name="connsiteY494" fmla="*/ 2017183 h 2120900"/>
                <a:gd name="connsiteX495" fmla="*/ 541020 w 2831676"/>
                <a:gd name="connsiteY495" fmla="*/ 2025650 h 2120900"/>
                <a:gd name="connsiteX496" fmla="*/ 556260 w 2831676"/>
                <a:gd name="connsiteY496" fmla="*/ 2036657 h 2120900"/>
                <a:gd name="connsiteX497" fmla="*/ 571500 w 2831676"/>
                <a:gd name="connsiteY497" fmla="*/ 2048086 h 2120900"/>
                <a:gd name="connsiteX498" fmla="*/ 585470 w 2831676"/>
                <a:gd name="connsiteY498" fmla="*/ 2059093 h 2120900"/>
                <a:gd name="connsiteX499" fmla="*/ 601133 w 2831676"/>
                <a:gd name="connsiteY499" fmla="*/ 2070100 h 2120900"/>
                <a:gd name="connsiteX500" fmla="*/ 616373 w 2831676"/>
                <a:gd name="connsiteY500" fmla="*/ 2081530 h 2120900"/>
                <a:gd name="connsiteX501" fmla="*/ 630343 w 2831676"/>
                <a:gd name="connsiteY501" fmla="*/ 2092536 h 2120900"/>
                <a:gd name="connsiteX502" fmla="*/ 645583 w 2831676"/>
                <a:gd name="connsiteY502" fmla="*/ 2103543 h 2120900"/>
                <a:gd name="connsiteX503" fmla="*/ 659553 w 2831676"/>
                <a:gd name="connsiteY503" fmla="*/ 2114973 h 2120900"/>
                <a:gd name="connsiteX504" fmla="*/ 667597 w 2831676"/>
                <a:gd name="connsiteY504" fmla="*/ 2120900 h 2120900"/>
                <a:gd name="connsiteX505" fmla="*/ 2831677 w 2831676"/>
                <a:gd name="connsiteY505" fmla="*/ 2120900 h 212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</a:cxnLst>
              <a:rect l="l" t="t" r="r" b="b"/>
              <a:pathLst>
                <a:path w="2831676" h="2120900">
                  <a:moveTo>
                    <a:pt x="2820670" y="2116243"/>
                  </a:moveTo>
                  <a:lnTo>
                    <a:pt x="2815167" y="2114973"/>
                  </a:lnTo>
                  <a:lnTo>
                    <a:pt x="2805430" y="2110740"/>
                  </a:lnTo>
                  <a:lnTo>
                    <a:pt x="2789767" y="2103543"/>
                  </a:lnTo>
                  <a:lnTo>
                    <a:pt x="2775797" y="2099733"/>
                  </a:lnTo>
                  <a:lnTo>
                    <a:pt x="2760557" y="2106507"/>
                  </a:lnTo>
                  <a:lnTo>
                    <a:pt x="2744047" y="2113703"/>
                  </a:lnTo>
                  <a:lnTo>
                    <a:pt x="2729653" y="2107776"/>
                  </a:lnTo>
                  <a:lnTo>
                    <a:pt x="2714414" y="2095500"/>
                  </a:lnTo>
                  <a:lnTo>
                    <a:pt x="2708910" y="2079836"/>
                  </a:lnTo>
                  <a:lnTo>
                    <a:pt x="2701714" y="2064597"/>
                  </a:lnTo>
                  <a:lnTo>
                    <a:pt x="2700444" y="2064597"/>
                  </a:lnTo>
                  <a:lnTo>
                    <a:pt x="2693670" y="2060363"/>
                  </a:lnTo>
                  <a:lnTo>
                    <a:pt x="2686474" y="2054860"/>
                  </a:lnTo>
                  <a:lnTo>
                    <a:pt x="2682240" y="2040890"/>
                  </a:lnTo>
                  <a:lnTo>
                    <a:pt x="2680970" y="2025650"/>
                  </a:lnTo>
                  <a:lnTo>
                    <a:pt x="2680970" y="2011680"/>
                  </a:lnTo>
                  <a:lnTo>
                    <a:pt x="2680970" y="1994747"/>
                  </a:lnTo>
                  <a:lnTo>
                    <a:pt x="2680970" y="1979507"/>
                  </a:lnTo>
                  <a:lnTo>
                    <a:pt x="2675467" y="1962997"/>
                  </a:lnTo>
                  <a:lnTo>
                    <a:pt x="2667000" y="1953260"/>
                  </a:lnTo>
                  <a:lnTo>
                    <a:pt x="2658533" y="1939290"/>
                  </a:lnTo>
                  <a:lnTo>
                    <a:pt x="2650067" y="1926590"/>
                  </a:lnTo>
                  <a:lnTo>
                    <a:pt x="2642024" y="1912620"/>
                  </a:lnTo>
                  <a:lnTo>
                    <a:pt x="2630594" y="1897380"/>
                  </a:lnTo>
                  <a:lnTo>
                    <a:pt x="2620857" y="1883410"/>
                  </a:lnTo>
                  <a:lnTo>
                    <a:pt x="2611120" y="1866476"/>
                  </a:lnTo>
                  <a:lnTo>
                    <a:pt x="2601383" y="1852507"/>
                  </a:lnTo>
                  <a:lnTo>
                    <a:pt x="2591647" y="1838536"/>
                  </a:lnTo>
                  <a:lnTo>
                    <a:pt x="2589107" y="1823297"/>
                  </a:lnTo>
                  <a:lnTo>
                    <a:pt x="2598844" y="1808057"/>
                  </a:lnTo>
                  <a:lnTo>
                    <a:pt x="2611120" y="1794086"/>
                  </a:lnTo>
                  <a:lnTo>
                    <a:pt x="2626360" y="1785620"/>
                  </a:lnTo>
                  <a:lnTo>
                    <a:pt x="2643294" y="1778847"/>
                  </a:lnTo>
                  <a:lnTo>
                    <a:pt x="2657264" y="1767417"/>
                  </a:lnTo>
                  <a:lnTo>
                    <a:pt x="2661497" y="1753447"/>
                  </a:lnTo>
                  <a:lnTo>
                    <a:pt x="2661497" y="1750907"/>
                  </a:lnTo>
                  <a:lnTo>
                    <a:pt x="2659803" y="1736936"/>
                  </a:lnTo>
                  <a:lnTo>
                    <a:pt x="2662767" y="1721697"/>
                  </a:lnTo>
                  <a:lnTo>
                    <a:pt x="2653030" y="1706033"/>
                  </a:lnTo>
                  <a:lnTo>
                    <a:pt x="2650067" y="1689523"/>
                  </a:lnTo>
                  <a:lnTo>
                    <a:pt x="2646257" y="1674283"/>
                  </a:lnTo>
                  <a:lnTo>
                    <a:pt x="2642024" y="1658620"/>
                  </a:lnTo>
                  <a:lnTo>
                    <a:pt x="2637790" y="1642110"/>
                  </a:lnTo>
                  <a:lnTo>
                    <a:pt x="2640753" y="1628140"/>
                  </a:lnTo>
                  <a:lnTo>
                    <a:pt x="2644564" y="1614170"/>
                  </a:lnTo>
                  <a:lnTo>
                    <a:pt x="2647527" y="1598930"/>
                  </a:lnTo>
                  <a:lnTo>
                    <a:pt x="2658533" y="1584960"/>
                  </a:lnTo>
                  <a:lnTo>
                    <a:pt x="2662767" y="1568026"/>
                  </a:lnTo>
                  <a:lnTo>
                    <a:pt x="2667000" y="1552786"/>
                  </a:lnTo>
                  <a:lnTo>
                    <a:pt x="2665730" y="1538817"/>
                  </a:lnTo>
                  <a:lnTo>
                    <a:pt x="2659803" y="1523576"/>
                  </a:lnTo>
                  <a:lnTo>
                    <a:pt x="2654300" y="1507913"/>
                  </a:lnTo>
                  <a:lnTo>
                    <a:pt x="2650067" y="1493943"/>
                  </a:lnTo>
                  <a:lnTo>
                    <a:pt x="2644564" y="1480397"/>
                  </a:lnTo>
                  <a:lnTo>
                    <a:pt x="2646257" y="1463463"/>
                  </a:lnTo>
                  <a:lnTo>
                    <a:pt x="2648797" y="1448223"/>
                  </a:lnTo>
                  <a:lnTo>
                    <a:pt x="2650067" y="1431290"/>
                  </a:lnTo>
                  <a:lnTo>
                    <a:pt x="2653030" y="1417320"/>
                  </a:lnTo>
                  <a:lnTo>
                    <a:pt x="2653030" y="1414780"/>
                  </a:lnTo>
                  <a:lnTo>
                    <a:pt x="2654300" y="1406313"/>
                  </a:lnTo>
                  <a:lnTo>
                    <a:pt x="2655994" y="1391073"/>
                  </a:lnTo>
                  <a:lnTo>
                    <a:pt x="2655994" y="1377103"/>
                  </a:lnTo>
                  <a:lnTo>
                    <a:pt x="2655994" y="1363133"/>
                  </a:lnTo>
                  <a:lnTo>
                    <a:pt x="2654300" y="1349163"/>
                  </a:lnTo>
                  <a:lnTo>
                    <a:pt x="2653030" y="1333500"/>
                  </a:lnTo>
                  <a:lnTo>
                    <a:pt x="2648797" y="1319953"/>
                  </a:lnTo>
                  <a:lnTo>
                    <a:pt x="2646257" y="1304290"/>
                  </a:lnTo>
                  <a:lnTo>
                    <a:pt x="2643294" y="1289050"/>
                  </a:lnTo>
                  <a:lnTo>
                    <a:pt x="2637790" y="1275080"/>
                  </a:lnTo>
                  <a:lnTo>
                    <a:pt x="2632287" y="1259840"/>
                  </a:lnTo>
                  <a:lnTo>
                    <a:pt x="2625090" y="1245870"/>
                  </a:lnTo>
                  <a:lnTo>
                    <a:pt x="2618317" y="1230630"/>
                  </a:lnTo>
                  <a:lnTo>
                    <a:pt x="2611120" y="1216660"/>
                  </a:lnTo>
                  <a:lnTo>
                    <a:pt x="2601383" y="1202690"/>
                  </a:lnTo>
                  <a:lnTo>
                    <a:pt x="2591647" y="1187450"/>
                  </a:lnTo>
                  <a:lnTo>
                    <a:pt x="2587414" y="1181523"/>
                  </a:lnTo>
                  <a:lnTo>
                    <a:pt x="2580640" y="1173057"/>
                  </a:lnTo>
                  <a:lnTo>
                    <a:pt x="2589107" y="1159086"/>
                  </a:lnTo>
                  <a:lnTo>
                    <a:pt x="2594610" y="1156547"/>
                  </a:lnTo>
                  <a:lnTo>
                    <a:pt x="2608580" y="1148080"/>
                  </a:lnTo>
                  <a:lnTo>
                    <a:pt x="2608580" y="1143847"/>
                  </a:lnTo>
                  <a:lnTo>
                    <a:pt x="2604347" y="1127336"/>
                  </a:lnTo>
                  <a:lnTo>
                    <a:pt x="2601383" y="1112097"/>
                  </a:lnTo>
                  <a:lnTo>
                    <a:pt x="2597150" y="1095163"/>
                  </a:lnTo>
                  <a:lnTo>
                    <a:pt x="2594610" y="1079923"/>
                  </a:lnTo>
                  <a:lnTo>
                    <a:pt x="2590377" y="1062990"/>
                  </a:lnTo>
                  <a:lnTo>
                    <a:pt x="2587414" y="1046480"/>
                  </a:lnTo>
                  <a:lnTo>
                    <a:pt x="2583180" y="1030817"/>
                  </a:lnTo>
                  <a:lnTo>
                    <a:pt x="2580640" y="1014307"/>
                  </a:lnTo>
                  <a:lnTo>
                    <a:pt x="2576407" y="999067"/>
                  </a:lnTo>
                  <a:lnTo>
                    <a:pt x="2573444" y="982133"/>
                  </a:lnTo>
                  <a:lnTo>
                    <a:pt x="2569633" y="966893"/>
                  </a:lnTo>
                  <a:lnTo>
                    <a:pt x="2566670" y="949960"/>
                  </a:lnTo>
                  <a:lnTo>
                    <a:pt x="2562437" y="933450"/>
                  </a:lnTo>
                  <a:lnTo>
                    <a:pt x="2559474" y="917786"/>
                  </a:lnTo>
                  <a:lnTo>
                    <a:pt x="2555240" y="901276"/>
                  </a:lnTo>
                  <a:lnTo>
                    <a:pt x="2552700" y="886036"/>
                  </a:lnTo>
                  <a:lnTo>
                    <a:pt x="2548467" y="869103"/>
                  </a:lnTo>
                  <a:lnTo>
                    <a:pt x="2545503" y="853863"/>
                  </a:lnTo>
                  <a:lnTo>
                    <a:pt x="2545503" y="852593"/>
                  </a:lnTo>
                  <a:lnTo>
                    <a:pt x="2541694" y="836930"/>
                  </a:lnTo>
                  <a:lnTo>
                    <a:pt x="2526030" y="824653"/>
                  </a:lnTo>
                  <a:lnTo>
                    <a:pt x="2509520" y="811953"/>
                  </a:lnTo>
                  <a:lnTo>
                    <a:pt x="2493857" y="800946"/>
                  </a:lnTo>
                  <a:lnTo>
                    <a:pt x="2478617" y="789517"/>
                  </a:lnTo>
                  <a:lnTo>
                    <a:pt x="2463377" y="778510"/>
                  </a:lnTo>
                  <a:lnTo>
                    <a:pt x="2449407" y="768773"/>
                  </a:lnTo>
                  <a:lnTo>
                    <a:pt x="2442633" y="763270"/>
                  </a:lnTo>
                  <a:lnTo>
                    <a:pt x="2440940" y="749300"/>
                  </a:lnTo>
                  <a:lnTo>
                    <a:pt x="2438400" y="733636"/>
                  </a:lnTo>
                  <a:lnTo>
                    <a:pt x="2436707" y="717126"/>
                  </a:lnTo>
                  <a:lnTo>
                    <a:pt x="2428664" y="700193"/>
                  </a:lnTo>
                  <a:lnTo>
                    <a:pt x="2418927" y="684953"/>
                  </a:lnTo>
                  <a:lnTo>
                    <a:pt x="2407497" y="668443"/>
                  </a:lnTo>
                  <a:lnTo>
                    <a:pt x="2393527" y="664210"/>
                  </a:lnTo>
                  <a:lnTo>
                    <a:pt x="2379557" y="654473"/>
                  </a:lnTo>
                  <a:lnTo>
                    <a:pt x="2364317" y="651510"/>
                  </a:lnTo>
                  <a:lnTo>
                    <a:pt x="2354580" y="636270"/>
                  </a:lnTo>
                  <a:lnTo>
                    <a:pt x="2354580" y="622300"/>
                  </a:lnTo>
                  <a:lnTo>
                    <a:pt x="2354580" y="613833"/>
                  </a:lnTo>
                  <a:lnTo>
                    <a:pt x="2349077" y="599863"/>
                  </a:lnTo>
                  <a:lnTo>
                    <a:pt x="2339340" y="583353"/>
                  </a:lnTo>
                  <a:lnTo>
                    <a:pt x="2330874" y="569383"/>
                  </a:lnTo>
                  <a:lnTo>
                    <a:pt x="2327910" y="555413"/>
                  </a:lnTo>
                  <a:lnTo>
                    <a:pt x="2327910" y="552450"/>
                  </a:lnTo>
                  <a:lnTo>
                    <a:pt x="2324100" y="538480"/>
                  </a:lnTo>
                  <a:lnTo>
                    <a:pt x="2325370" y="524510"/>
                  </a:lnTo>
                  <a:lnTo>
                    <a:pt x="2326640" y="509270"/>
                  </a:lnTo>
                  <a:lnTo>
                    <a:pt x="2326640" y="508000"/>
                  </a:lnTo>
                  <a:lnTo>
                    <a:pt x="2327910" y="502496"/>
                  </a:lnTo>
                  <a:lnTo>
                    <a:pt x="2329603" y="498263"/>
                  </a:lnTo>
                  <a:lnTo>
                    <a:pt x="2343574" y="484293"/>
                  </a:lnTo>
                  <a:lnTo>
                    <a:pt x="2357120" y="478367"/>
                  </a:lnTo>
                  <a:lnTo>
                    <a:pt x="2368550" y="464820"/>
                  </a:lnTo>
                  <a:lnTo>
                    <a:pt x="2371090" y="450850"/>
                  </a:lnTo>
                  <a:lnTo>
                    <a:pt x="2372783" y="449157"/>
                  </a:lnTo>
                  <a:lnTo>
                    <a:pt x="2378287" y="443653"/>
                  </a:lnTo>
                  <a:lnTo>
                    <a:pt x="2393527" y="436880"/>
                  </a:lnTo>
                  <a:lnTo>
                    <a:pt x="2407497" y="428413"/>
                  </a:lnTo>
                  <a:lnTo>
                    <a:pt x="2410460" y="428413"/>
                  </a:lnTo>
                  <a:lnTo>
                    <a:pt x="2422737" y="413173"/>
                  </a:lnTo>
                  <a:lnTo>
                    <a:pt x="2426970" y="399203"/>
                  </a:lnTo>
                  <a:lnTo>
                    <a:pt x="2432897" y="393276"/>
                  </a:lnTo>
                  <a:lnTo>
                    <a:pt x="2434167" y="378036"/>
                  </a:lnTo>
                  <a:lnTo>
                    <a:pt x="2432897" y="364067"/>
                  </a:lnTo>
                  <a:lnTo>
                    <a:pt x="2436707" y="350096"/>
                  </a:lnTo>
                  <a:lnTo>
                    <a:pt x="2440940" y="334857"/>
                  </a:lnTo>
                  <a:lnTo>
                    <a:pt x="2450677" y="320886"/>
                  </a:lnTo>
                  <a:lnTo>
                    <a:pt x="2450677" y="319617"/>
                  </a:lnTo>
                  <a:lnTo>
                    <a:pt x="2454910" y="304376"/>
                  </a:lnTo>
                  <a:lnTo>
                    <a:pt x="2440940" y="298450"/>
                  </a:lnTo>
                  <a:lnTo>
                    <a:pt x="2438400" y="283210"/>
                  </a:lnTo>
                  <a:lnTo>
                    <a:pt x="2443903" y="269240"/>
                  </a:lnTo>
                  <a:lnTo>
                    <a:pt x="2446444" y="258233"/>
                  </a:lnTo>
                  <a:lnTo>
                    <a:pt x="2445174" y="254000"/>
                  </a:lnTo>
                  <a:lnTo>
                    <a:pt x="2443903" y="245533"/>
                  </a:lnTo>
                  <a:lnTo>
                    <a:pt x="2440940" y="231563"/>
                  </a:lnTo>
                  <a:lnTo>
                    <a:pt x="2434167" y="216323"/>
                  </a:lnTo>
                  <a:lnTo>
                    <a:pt x="2432897" y="202353"/>
                  </a:lnTo>
                  <a:lnTo>
                    <a:pt x="2435437" y="188383"/>
                  </a:lnTo>
                  <a:lnTo>
                    <a:pt x="2438400" y="173143"/>
                  </a:lnTo>
                  <a:lnTo>
                    <a:pt x="2442633" y="159173"/>
                  </a:lnTo>
                  <a:lnTo>
                    <a:pt x="2440940" y="145203"/>
                  </a:lnTo>
                  <a:lnTo>
                    <a:pt x="2442633" y="142240"/>
                  </a:lnTo>
                  <a:lnTo>
                    <a:pt x="2446444" y="128270"/>
                  </a:lnTo>
                  <a:lnTo>
                    <a:pt x="2448137" y="122767"/>
                  </a:lnTo>
                  <a:lnTo>
                    <a:pt x="2449407" y="114300"/>
                  </a:lnTo>
                  <a:lnTo>
                    <a:pt x="2449407" y="113030"/>
                  </a:lnTo>
                  <a:lnTo>
                    <a:pt x="2449407" y="108796"/>
                  </a:lnTo>
                  <a:lnTo>
                    <a:pt x="2434167" y="102023"/>
                  </a:lnTo>
                  <a:lnTo>
                    <a:pt x="2422737" y="99060"/>
                  </a:lnTo>
                  <a:lnTo>
                    <a:pt x="2436707" y="85090"/>
                  </a:lnTo>
                  <a:lnTo>
                    <a:pt x="2450677" y="75353"/>
                  </a:lnTo>
                  <a:lnTo>
                    <a:pt x="2463377" y="61383"/>
                  </a:lnTo>
                  <a:lnTo>
                    <a:pt x="2477347" y="47413"/>
                  </a:lnTo>
                  <a:lnTo>
                    <a:pt x="2481580" y="44873"/>
                  </a:lnTo>
                  <a:lnTo>
                    <a:pt x="2482850" y="32173"/>
                  </a:lnTo>
                  <a:lnTo>
                    <a:pt x="2484544" y="25400"/>
                  </a:lnTo>
                  <a:lnTo>
                    <a:pt x="2468880" y="29210"/>
                  </a:lnTo>
                  <a:lnTo>
                    <a:pt x="2454910" y="30903"/>
                  </a:lnTo>
                  <a:lnTo>
                    <a:pt x="2440940" y="27940"/>
                  </a:lnTo>
                  <a:lnTo>
                    <a:pt x="2426970" y="23707"/>
                  </a:lnTo>
                  <a:lnTo>
                    <a:pt x="2413000" y="32173"/>
                  </a:lnTo>
                  <a:lnTo>
                    <a:pt x="2397760" y="36407"/>
                  </a:lnTo>
                  <a:lnTo>
                    <a:pt x="2383790" y="40640"/>
                  </a:lnTo>
                  <a:lnTo>
                    <a:pt x="2369820" y="37676"/>
                  </a:lnTo>
                  <a:lnTo>
                    <a:pt x="2365587" y="33443"/>
                  </a:lnTo>
                  <a:lnTo>
                    <a:pt x="2369820" y="19896"/>
                  </a:lnTo>
                  <a:lnTo>
                    <a:pt x="2355850" y="19896"/>
                  </a:lnTo>
                  <a:lnTo>
                    <a:pt x="2340610" y="16933"/>
                  </a:lnTo>
                  <a:lnTo>
                    <a:pt x="2326640" y="5503"/>
                  </a:lnTo>
                  <a:lnTo>
                    <a:pt x="2312670" y="1270"/>
                  </a:lnTo>
                  <a:lnTo>
                    <a:pt x="2298700" y="2963"/>
                  </a:lnTo>
                  <a:lnTo>
                    <a:pt x="2296160" y="2963"/>
                  </a:lnTo>
                  <a:lnTo>
                    <a:pt x="2293197" y="18203"/>
                  </a:lnTo>
                  <a:lnTo>
                    <a:pt x="2279227" y="29210"/>
                  </a:lnTo>
                  <a:lnTo>
                    <a:pt x="2265257" y="30903"/>
                  </a:lnTo>
                  <a:lnTo>
                    <a:pt x="2251287" y="35136"/>
                  </a:lnTo>
                  <a:lnTo>
                    <a:pt x="2237317" y="25400"/>
                  </a:lnTo>
                  <a:lnTo>
                    <a:pt x="2223347" y="23707"/>
                  </a:lnTo>
                  <a:lnTo>
                    <a:pt x="2209377" y="21167"/>
                  </a:lnTo>
                  <a:lnTo>
                    <a:pt x="2197100" y="7196"/>
                  </a:lnTo>
                  <a:lnTo>
                    <a:pt x="2181437" y="0"/>
                  </a:lnTo>
                  <a:lnTo>
                    <a:pt x="2167467" y="4233"/>
                  </a:lnTo>
                  <a:lnTo>
                    <a:pt x="2155190" y="18203"/>
                  </a:lnTo>
                  <a:lnTo>
                    <a:pt x="2156460" y="26670"/>
                  </a:lnTo>
                  <a:lnTo>
                    <a:pt x="2141220" y="33443"/>
                  </a:lnTo>
                  <a:lnTo>
                    <a:pt x="2127250" y="38946"/>
                  </a:lnTo>
                  <a:lnTo>
                    <a:pt x="2113280" y="43180"/>
                  </a:lnTo>
                  <a:lnTo>
                    <a:pt x="2099310" y="46143"/>
                  </a:lnTo>
                  <a:lnTo>
                    <a:pt x="2084070" y="43180"/>
                  </a:lnTo>
                  <a:lnTo>
                    <a:pt x="2070100" y="51646"/>
                  </a:lnTo>
                  <a:lnTo>
                    <a:pt x="2054437" y="66886"/>
                  </a:lnTo>
                  <a:lnTo>
                    <a:pt x="2040890" y="72813"/>
                  </a:lnTo>
                  <a:lnTo>
                    <a:pt x="2026497" y="75353"/>
                  </a:lnTo>
                  <a:lnTo>
                    <a:pt x="2012950" y="72813"/>
                  </a:lnTo>
                  <a:lnTo>
                    <a:pt x="1998980" y="65617"/>
                  </a:lnTo>
                  <a:lnTo>
                    <a:pt x="1993477" y="61383"/>
                  </a:lnTo>
                  <a:lnTo>
                    <a:pt x="1985010" y="47413"/>
                  </a:lnTo>
                  <a:lnTo>
                    <a:pt x="1982047" y="46143"/>
                  </a:lnTo>
                  <a:lnTo>
                    <a:pt x="1966807" y="40640"/>
                  </a:lnTo>
                  <a:lnTo>
                    <a:pt x="1952837" y="32173"/>
                  </a:lnTo>
                  <a:lnTo>
                    <a:pt x="1938867" y="33443"/>
                  </a:lnTo>
                  <a:lnTo>
                    <a:pt x="1926167" y="33443"/>
                  </a:lnTo>
                  <a:lnTo>
                    <a:pt x="1912197" y="33443"/>
                  </a:lnTo>
                  <a:lnTo>
                    <a:pt x="1898650" y="32173"/>
                  </a:lnTo>
                  <a:lnTo>
                    <a:pt x="1882987" y="30903"/>
                  </a:lnTo>
                  <a:lnTo>
                    <a:pt x="1869440" y="33443"/>
                  </a:lnTo>
                  <a:lnTo>
                    <a:pt x="1855047" y="33443"/>
                  </a:lnTo>
                  <a:lnTo>
                    <a:pt x="1849543" y="33443"/>
                  </a:lnTo>
                  <a:lnTo>
                    <a:pt x="1835574" y="33443"/>
                  </a:lnTo>
                  <a:lnTo>
                    <a:pt x="1821603" y="30903"/>
                  </a:lnTo>
                  <a:lnTo>
                    <a:pt x="1806363" y="35136"/>
                  </a:lnTo>
                  <a:lnTo>
                    <a:pt x="1792393" y="46143"/>
                  </a:lnTo>
                  <a:lnTo>
                    <a:pt x="1778424" y="50376"/>
                  </a:lnTo>
                  <a:lnTo>
                    <a:pt x="1764453" y="52917"/>
                  </a:lnTo>
                  <a:lnTo>
                    <a:pt x="1749213" y="51646"/>
                  </a:lnTo>
                  <a:lnTo>
                    <a:pt x="1735243" y="47413"/>
                  </a:lnTo>
                  <a:lnTo>
                    <a:pt x="1728047" y="58843"/>
                  </a:lnTo>
                  <a:lnTo>
                    <a:pt x="1714077" y="52917"/>
                  </a:lnTo>
                  <a:lnTo>
                    <a:pt x="1703070" y="47413"/>
                  </a:lnTo>
                  <a:lnTo>
                    <a:pt x="1689100" y="52917"/>
                  </a:lnTo>
                  <a:lnTo>
                    <a:pt x="1675130" y="66886"/>
                  </a:lnTo>
                  <a:lnTo>
                    <a:pt x="1661160" y="75353"/>
                  </a:lnTo>
                  <a:lnTo>
                    <a:pt x="1647190" y="83820"/>
                  </a:lnTo>
                  <a:lnTo>
                    <a:pt x="1633220" y="83820"/>
                  </a:lnTo>
                  <a:lnTo>
                    <a:pt x="1619250" y="78317"/>
                  </a:lnTo>
                  <a:lnTo>
                    <a:pt x="1604010" y="78317"/>
                  </a:lnTo>
                  <a:lnTo>
                    <a:pt x="1590040" y="82550"/>
                  </a:lnTo>
                  <a:lnTo>
                    <a:pt x="1574800" y="86783"/>
                  </a:lnTo>
                  <a:lnTo>
                    <a:pt x="1560830" y="88053"/>
                  </a:lnTo>
                  <a:lnTo>
                    <a:pt x="1545590" y="88053"/>
                  </a:lnTo>
                  <a:lnTo>
                    <a:pt x="1531620" y="89323"/>
                  </a:lnTo>
                  <a:lnTo>
                    <a:pt x="1523153" y="91017"/>
                  </a:lnTo>
                  <a:lnTo>
                    <a:pt x="1509183" y="92286"/>
                  </a:lnTo>
                  <a:lnTo>
                    <a:pt x="1495213" y="94826"/>
                  </a:lnTo>
                  <a:lnTo>
                    <a:pt x="1481243" y="93557"/>
                  </a:lnTo>
                  <a:lnTo>
                    <a:pt x="1467274" y="96096"/>
                  </a:lnTo>
                  <a:lnTo>
                    <a:pt x="1452033" y="96096"/>
                  </a:lnTo>
                  <a:lnTo>
                    <a:pt x="1438063" y="100330"/>
                  </a:lnTo>
                  <a:lnTo>
                    <a:pt x="1424093" y="104986"/>
                  </a:lnTo>
                  <a:lnTo>
                    <a:pt x="1410124" y="117263"/>
                  </a:lnTo>
                  <a:lnTo>
                    <a:pt x="1396153" y="122767"/>
                  </a:lnTo>
                  <a:lnTo>
                    <a:pt x="1389380" y="127000"/>
                  </a:lnTo>
                  <a:lnTo>
                    <a:pt x="1375410" y="129540"/>
                  </a:lnTo>
                  <a:lnTo>
                    <a:pt x="1361440" y="136736"/>
                  </a:lnTo>
                  <a:lnTo>
                    <a:pt x="1347470" y="145203"/>
                  </a:lnTo>
                  <a:lnTo>
                    <a:pt x="1332230" y="150707"/>
                  </a:lnTo>
                  <a:lnTo>
                    <a:pt x="1318260" y="162136"/>
                  </a:lnTo>
                  <a:lnTo>
                    <a:pt x="1304290" y="173143"/>
                  </a:lnTo>
                  <a:lnTo>
                    <a:pt x="1301327" y="175683"/>
                  </a:lnTo>
                  <a:lnTo>
                    <a:pt x="1297093" y="189653"/>
                  </a:lnTo>
                  <a:lnTo>
                    <a:pt x="1294553" y="195157"/>
                  </a:lnTo>
                  <a:lnTo>
                    <a:pt x="1284817" y="209126"/>
                  </a:lnTo>
                  <a:lnTo>
                    <a:pt x="1283124" y="209126"/>
                  </a:lnTo>
                  <a:lnTo>
                    <a:pt x="1269153" y="217593"/>
                  </a:lnTo>
                  <a:lnTo>
                    <a:pt x="1267883" y="218863"/>
                  </a:lnTo>
                  <a:lnTo>
                    <a:pt x="1252643" y="214630"/>
                  </a:lnTo>
                  <a:lnTo>
                    <a:pt x="1242907" y="210396"/>
                  </a:lnTo>
                  <a:lnTo>
                    <a:pt x="1228513" y="199390"/>
                  </a:lnTo>
                  <a:lnTo>
                    <a:pt x="1214967" y="212090"/>
                  </a:lnTo>
                  <a:lnTo>
                    <a:pt x="1200997" y="224790"/>
                  </a:lnTo>
                  <a:lnTo>
                    <a:pt x="1185333" y="229023"/>
                  </a:lnTo>
                  <a:lnTo>
                    <a:pt x="1171787" y="220557"/>
                  </a:lnTo>
                  <a:lnTo>
                    <a:pt x="1156124" y="230293"/>
                  </a:lnTo>
                  <a:lnTo>
                    <a:pt x="1142153" y="235796"/>
                  </a:lnTo>
                  <a:lnTo>
                    <a:pt x="1128607" y="245533"/>
                  </a:lnTo>
                  <a:lnTo>
                    <a:pt x="1114637" y="259503"/>
                  </a:lnTo>
                  <a:lnTo>
                    <a:pt x="1107440" y="274743"/>
                  </a:lnTo>
                  <a:lnTo>
                    <a:pt x="1100243" y="288713"/>
                  </a:lnTo>
                  <a:lnTo>
                    <a:pt x="1090930" y="295910"/>
                  </a:lnTo>
                  <a:lnTo>
                    <a:pt x="1076960" y="298450"/>
                  </a:lnTo>
                  <a:lnTo>
                    <a:pt x="1062990" y="306917"/>
                  </a:lnTo>
                  <a:lnTo>
                    <a:pt x="1047327" y="319617"/>
                  </a:lnTo>
                  <a:lnTo>
                    <a:pt x="1033357" y="328083"/>
                  </a:lnTo>
                  <a:lnTo>
                    <a:pt x="1019387" y="333586"/>
                  </a:lnTo>
                  <a:lnTo>
                    <a:pt x="1018117" y="333586"/>
                  </a:lnTo>
                  <a:lnTo>
                    <a:pt x="1004147" y="337820"/>
                  </a:lnTo>
                  <a:lnTo>
                    <a:pt x="990177" y="337820"/>
                  </a:lnTo>
                  <a:lnTo>
                    <a:pt x="974937" y="333586"/>
                  </a:lnTo>
                  <a:lnTo>
                    <a:pt x="974937" y="334857"/>
                  </a:lnTo>
                  <a:lnTo>
                    <a:pt x="970703" y="334857"/>
                  </a:lnTo>
                  <a:lnTo>
                    <a:pt x="979170" y="350096"/>
                  </a:lnTo>
                  <a:lnTo>
                    <a:pt x="991447" y="360257"/>
                  </a:lnTo>
                  <a:lnTo>
                    <a:pt x="1005417" y="372533"/>
                  </a:lnTo>
                  <a:lnTo>
                    <a:pt x="1021080" y="383540"/>
                  </a:lnTo>
                  <a:lnTo>
                    <a:pt x="1023620" y="386503"/>
                  </a:lnTo>
                  <a:lnTo>
                    <a:pt x="1029124" y="396240"/>
                  </a:lnTo>
                  <a:lnTo>
                    <a:pt x="1021080" y="410210"/>
                  </a:lnTo>
                  <a:lnTo>
                    <a:pt x="1024890" y="424180"/>
                  </a:lnTo>
                  <a:lnTo>
                    <a:pt x="1040553" y="435186"/>
                  </a:lnTo>
                  <a:lnTo>
                    <a:pt x="1037590" y="438150"/>
                  </a:lnTo>
                  <a:lnTo>
                    <a:pt x="1024890" y="454660"/>
                  </a:lnTo>
                  <a:lnTo>
                    <a:pt x="1033357" y="468630"/>
                  </a:lnTo>
                  <a:lnTo>
                    <a:pt x="1037590" y="484293"/>
                  </a:lnTo>
                  <a:lnTo>
                    <a:pt x="1041824" y="500803"/>
                  </a:lnTo>
                  <a:lnTo>
                    <a:pt x="1040553" y="509270"/>
                  </a:lnTo>
                  <a:lnTo>
                    <a:pt x="1036320" y="523240"/>
                  </a:lnTo>
                  <a:lnTo>
                    <a:pt x="1032087" y="538480"/>
                  </a:lnTo>
                  <a:lnTo>
                    <a:pt x="1035050" y="552450"/>
                  </a:lnTo>
                  <a:lnTo>
                    <a:pt x="1029124" y="567690"/>
                  </a:lnTo>
                  <a:lnTo>
                    <a:pt x="1037590" y="571923"/>
                  </a:lnTo>
                  <a:lnTo>
                    <a:pt x="1046057" y="587586"/>
                  </a:lnTo>
                  <a:lnTo>
                    <a:pt x="1044787" y="601557"/>
                  </a:lnTo>
                  <a:lnTo>
                    <a:pt x="1037590" y="615103"/>
                  </a:lnTo>
                  <a:lnTo>
                    <a:pt x="1036320" y="630767"/>
                  </a:lnTo>
                  <a:lnTo>
                    <a:pt x="1036320" y="644313"/>
                  </a:lnTo>
                  <a:lnTo>
                    <a:pt x="1046057" y="658283"/>
                  </a:lnTo>
                  <a:lnTo>
                    <a:pt x="1058757" y="672676"/>
                  </a:lnTo>
                  <a:lnTo>
                    <a:pt x="1058757" y="687917"/>
                  </a:lnTo>
                  <a:lnTo>
                    <a:pt x="1054524" y="701886"/>
                  </a:lnTo>
                  <a:lnTo>
                    <a:pt x="1064260" y="718820"/>
                  </a:lnTo>
                  <a:lnTo>
                    <a:pt x="1075267" y="732367"/>
                  </a:lnTo>
                  <a:lnTo>
                    <a:pt x="1089237" y="742103"/>
                  </a:lnTo>
                  <a:lnTo>
                    <a:pt x="1104477" y="753533"/>
                  </a:lnTo>
                  <a:lnTo>
                    <a:pt x="1120140" y="765810"/>
                  </a:lnTo>
                  <a:lnTo>
                    <a:pt x="1110403" y="779780"/>
                  </a:lnTo>
                  <a:lnTo>
                    <a:pt x="1094740" y="785283"/>
                  </a:lnTo>
                  <a:lnTo>
                    <a:pt x="1087967" y="799253"/>
                  </a:lnTo>
                  <a:lnTo>
                    <a:pt x="1086697" y="814917"/>
                  </a:lnTo>
                  <a:lnTo>
                    <a:pt x="1080770" y="825923"/>
                  </a:lnTo>
                  <a:lnTo>
                    <a:pt x="1082463" y="825923"/>
                  </a:lnTo>
                  <a:lnTo>
                    <a:pt x="1094740" y="835660"/>
                  </a:lnTo>
                  <a:lnTo>
                    <a:pt x="1093470" y="836930"/>
                  </a:lnTo>
                  <a:lnTo>
                    <a:pt x="1080770" y="836930"/>
                  </a:lnTo>
                  <a:lnTo>
                    <a:pt x="1066800" y="834390"/>
                  </a:lnTo>
                  <a:lnTo>
                    <a:pt x="1062990" y="834390"/>
                  </a:lnTo>
                  <a:lnTo>
                    <a:pt x="1049020" y="834390"/>
                  </a:lnTo>
                  <a:lnTo>
                    <a:pt x="1033357" y="834390"/>
                  </a:lnTo>
                  <a:lnTo>
                    <a:pt x="1019387" y="832696"/>
                  </a:lnTo>
                  <a:lnTo>
                    <a:pt x="1004147" y="832696"/>
                  </a:lnTo>
                  <a:lnTo>
                    <a:pt x="990177" y="831426"/>
                  </a:lnTo>
                  <a:lnTo>
                    <a:pt x="976207" y="830157"/>
                  </a:lnTo>
                  <a:lnTo>
                    <a:pt x="962237" y="828463"/>
                  </a:lnTo>
                  <a:lnTo>
                    <a:pt x="948267" y="827193"/>
                  </a:lnTo>
                  <a:lnTo>
                    <a:pt x="933027" y="825923"/>
                  </a:lnTo>
                  <a:lnTo>
                    <a:pt x="919057" y="827193"/>
                  </a:lnTo>
                  <a:lnTo>
                    <a:pt x="905087" y="830157"/>
                  </a:lnTo>
                  <a:lnTo>
                    <a:pt x="889847" y="834390"/>
                  </a:lnTo>
                  <a:lnTo>
                    <a:pt x="875877" y="836930"/>
                  </a:lnTo>
                  <a:lnTo>
                    <a:pt x="860637" y="836930"/>
                  </a:lnTo>
                  <a:lnTo>
                    <a:pt x="846667" y="849630"/>
                  </a:lnTo>
                  <a:lnTo>
                    <a:pt x="846667" y="863600"/>
                  </a:lnTo>
                  <a:lnTo>
                    <a:pt x="840740" y="877570"/>
                  </a:lnTo>
                  <a:lnTo>
                    <a:pt x="840740" y="878840"/>
                  </a:lnTo>
                  <a:lnTo>
                    <a:pt x="825500" y="886036"/>
                  </a:lnTo>
                  <a:lnTo>
                    <a:pt x="818727" y="888576"/>
                  </a:lnTo>
                  <a:lnTo>
                    <a:pt x="804757" y="892810"/>
                  </a:lnTo>
                  <a:lnTo>
                    <a:pt x="790787" y="897043"/>
                  </a:lnTo>
                  <a:lnTo>
                    <a:pt x="776817" y="902546"/>
                  </a:lnTo>
                  <a:lnTo>
                    <a:pt x="761577" y="906780"/>
                  </a:lnTo>
                  <a:lnTo>
                    <a:pt x="747607" y="902546"/>
                  </a:lnTo>
                  <a:lnTo>
                    <a:pt x="731943" y="901276"/>
                  </a:lnTo>
                  <a:lnTo>
                    <a:pt x="717974" y="913976"/>
                  </a:lnTo>
                  <a:lnTo>
                    <a:pt x="716703" y="927946"/>
                  </a:lnTo>
                  <a:lnTo>
                    <a:pt x="717974" y="943186"/>
                  </a:lnTo>
                  <a:lnTo>
                    <a:pt x="731943" y="951230"/>
                  </a:lnTo>
                  <a:lnTo>
                    <a:pt x="720937" y="966893"/>
                  </a:lnTo>
                  <a:lnTo>
                    <a:pt x="720937" y="980863"/>
                  </a:lnTo>
                  <a:lnTo>
                    <a:pt x="723900" y="993140"/>
                  </a:lnTo>
                  <a:lnTo>
                    <a:pt x="739140" y="999067"/>
                  </a:lnTo>
                  <a:lnTo>
                    <a:pt x="748877" y="1013036"/>
                  </a:lnTo>
                  <a:lnTo>
                    <a:pt x="736177" y="1028276"/>
                  </a:lnTo>
                  <a:lnTo>
                    <a:pt x="722630" y="1029546"/>
                  </a:lnTo>
                  <a:lnTo>
                    <a:pt x="706967" y="1030817"/>
                  </a:lnTo>
                  <a:lnTo>
                    <a:pt x="692997" y="1033780"/>
                  </a:lnTo>
                  <a:lnTo>
                    <a:pt x="677757" y="1044786"/>
                  </a:lnTo>
                  <a:lnTo>
                    <a:pt x="665057" y="1058757"/>
                  </a:lnTo>
                  <a:lnTo>
                    <a:pt x="658283" y="1062990"/>
                  </a:lnTo>
                  <a:lnTo>
                    <a:pt x="656590" y="1064260"/>
                  </a:lnTo>
                  <a:lnTo>
                    <a:pt x="641350" y="1071457"/>
                  </a:lnTo>
                  <a:lnTo>
                    <a:pt x="627803" y="1081193"/>
                  </a:lnTo>
                  <a:lnTo>
                    <a:pt x="626110" y="1081193"/>
                  </a:lnTo>
                  <a:lnTo>
                    <a:pt x="613410" y="1082463"/>
                  </a:lnTo>
                  <a:lnTo>
                    <a:pt x="598170" y="1086697"/>
                  </a:lnTo>
                  <a:lnTo>
                    <a:pt x="584200" y="1092200"/>
                  </a:lnTo>
                  <a:lnTo>
                    <a:pt x="568960" y="1098126"/>
                  </a:lnTo>
                  <a:lnTo>
                    <a:pt x="554990" y="1103630"/>
                  </a:lnTo>
                  <a:lnTo>
                    <a:pt x="545253" y="1118870"/>
                  </a:lnTo>
                  <a:lnTo>
                    <a:pt x="539750" y="1128607"/>
                  </a:lnTo>
                  <a:lnTo>
                    <a:pt x="532553" y="1143847"/>
                  </a:lnTo>
                  <a:lnTo>
                    <a:pt x="521547" y="1157817"/>
                  </a:lnTo>
                  <a:lnTo>
                    <a:pt x="520277" y="1160780"/>
                  </a:lnTo>
                  <a:lnTo>
                    <a:pt x="506307" y="1174750"/>
                  </a:lnTo>
                  <a:lnTo>
                    <a:pt x="492337" y="1187450"/>
                  </a:lnTo>
                  <a:lnTo>
                    <a:pt x="485140" y="1191260"/>
                  </a:lnTo>
                  <a:lnTo>
                    <a:pt x="471170" y="1199726"/>
                  </a:lnTo>
                  <a:lnTo>
                    <a:pt x="457200" y="1205230"/>
                  </a:lnTo>
                  <a:lnTo>
                    <a:pt x="443230" y="1206923"/>
                  </a:lnTo>
                  <a:lnTo>
                    <a:pt x="427990" y="1208193"/>
                  </a:lnTo>
                  <a:lnTo>
                    <a:pt x="414020" y="1212426"/>
                  </a:lnTo>
                  <a:lnTo>
                    <a:pt x="400050" y="1216660"/>
                  </a:lnTo>
                  <a:lnTo>
                    <a:pt x="393277" y="1214967"/>
                  </a:lnTo>
                  <a:lnTo>
                    <a:pt x="379307" y="1213697"/>
                  </a:lnTo>
                  <a:lnTo>
                    <a:pt x="365337" y="1220893"/>
                  </a:lnTo>
                  <a:lnTo>
                    <a:pt x="350097" y="1219200"/>
                  </a:lnTo>
                  <a:lnTo>
                    <a:pt x="337397" y="1219200"/>
                  </a:lnTo>
                  <a:lnTo>
                    <a:pt x="328930" y="1233170"/>
                  </a:lnTo>
                  <a:lnTo>
                    <a:pt x="324697" y="1247140"/>
                  </a:lnTo>
                  <a:lnTo>
                    <a:pt x="310727" y="1259840"/>
                  </a:lnTo>
                  <a:lnTo>
                    <a:pt x="296757" y="1258147"/>
                  </a:lnTo>
                  <a:lnTo>
                    <a:pt x="282787" y="1254336"/>
                  </a:lnTo>
                  <a:lnTo>
                    <a:pt x="267547" y="1253067"/>
                  </a:lnTo>
                  <a:lnTo>
                    <a:pt x="253577" y="1251373"/>
                  </a:lnTo>
                  <a:lnTo>
                    <a:pt x="239607" y="1248833"/>
                  </a:lnTo>
                  <a:lnTo>
                    <a:pt x="226060" y="1256876"/>
                  </a:lnTo>
                  <a:lnTo>
                    <a:pt x="210397" y="1266613"/>
                  </a:lnTo>
                  <a:lnTo>
                    <a:pt x="200660" y="1280583"/>
                  </a:lnTo>
                  <a:lnTo>
                    <a:pt x="185420" y="1290320"/>
                  </a:lnTo>
                  <a:lnTo>
                    <a:pt x="171450" y="1289050"/>
                  </a:lnTo>
                  <a:lnTo>
                    <a:pt x="157480" y="1294553"/>
                  </a:lnTo>
                  <a:lnTo>
                    <a:pt x="143510" y="1307253"/>
                  </a:lnTo>
                  <a:lnTo>
                    <a:pt x="136313" y="1314450"/>
                  </a:lnTo>
                  <a:lnTo>
                    <a:pt x="122343" y="1323763"/>
                  </a:lnTo>
                  <a:lnTo>
                    <a:pt x="107103" y="1338157"/>
                  </a:lnTo>
                  <a:lnTo>
                    <a:pt x="93133" y="1344930"/>
                  </a:lnTo>
                  <a:lnTo>
                    <a:pt x="79163" y="1351703"/>
                  </a:lnTo>
                  <a:lnTo>
                    <a:pt x="65193" y="1364403"/>
                  </a:lnTo>
                  <a:lnTo>
                    <a:pt x="51223" y="1377103"/>
                  </a:lnTo>
                  <a:lnTo>
                    <a:pt x="35983" y="1389380"/>
                  </a:lnTo>
                  <a:lnTo>
                    <a:pt x="22013" y="1396576"/>
                  </a:lnTo>
                  <a:lnTo>
                    <a:pt x="11007" y="1403350"/>
                  </a:lnTo>
                  <a:lnTo>
                    <a:pt x="9737" y="1417320"/>
                  </a:lnTo>
                  <a:lnTo>
                    <a:pt x="9737" y="1428326"/>
                  </a:lnTo>
                  <a:lnTo>
                    <a:pt x="9737" y="1445260"/>
                  </a:lnTo>
                  <a:lnTo>
                    <a:pt x="8043" y="1462193"/>
                  </a:lnTo>
                  <a:lnTo>
                    <a:pt x="6773" y="1478703"/>
                  </a:lnTo>
                  <a:lnTo>
                    <a:pt x="6773" y="1495636"/>
                  </a:lnTo>
                  <a:lnTo>
                    <a:pt x="5503" y="1512147"/>
                  </a:lnTo>
                  <a:lnTo>
                    <a:pt x="5503" y="1529080"/>
                  </a:lnTo>
                  <a:lnTo>
                    <a:pt x="4233" y="1545590"/>
                  </a:lnTo>
                  <a:lnTo>
                    <a:pt x="4233" y="1562523"/>
                  </a:lnTo>
                  <a:lnTo>
                    <a:pt x="2540" y="1579457"/>
                  </a:lnTo>
                  <a:lnTo>
                    <a:pt x="2540" y="1583267"/>
                  </a:lnTo>
                  <a:lnTo>
                    <a:pt x="2540" y="1590463"/>
                  </a:lnTo>
                  <a:lnTo>
                    <a:pt x="1270" y="1606973"/>
                  </a:lnTo>
                  <a:lnTo>
                    <a:pt x="1270" y="1623907"/>
                  </a:lnTo>
                  <a:lnTo>
                    <a:pt x="0" y="1642110"/>
                  </a:lnTo>
                  <a:lnTo>
                    <a:pt x="16510" y="1653117"/>
                  </a:lnTo>
                  <a:lnTo>
                    <a:pt x="31750" y="1662853"/>
                  </a:lnTo>
                  <a:lnTo>
                    <a:pt x="46990" y="1674283"/>
                  </a:lnTo>
                  <a:lnTo>
                    <a:pt x="62653" y="1683597"/>
                  </a:lnTo>
                  <a:lnTo>
                    <a:pt x="77893" y="1695026"/>
                  </a:lnTo>
                  <a:lnTo>
                    <a:pt x="93133" y="1704763"/>
                  </a:lnTo>
                  <a:lnTo>
                    <a:pt x="108373" y="1715770"/>
                  </a:lnTo>
                  <a:lnTo>
                    <a:pt x="124037" y="1727200"/>
                  </a:lnTo>
                  <a:lnTo>
                    <a:pt x="138007" y="1736936"/>
                  </a:lnTo>
                  <a:lnTo>
                    <a:pt x="153247" y="1747943"/>
                  </a:lnTo>
                  <a:lnTo>
                    <a:pt x="168487" y="1757680"/>
                  </a:lnTo>
                  <a:lnTo>
                    <a:pt x="183727" y="1769110"/>
                  </a:lnTo>
                  <a:lnTo>
                    <a:pt x="199390" y="1780117"/>
                  </a:lnTo>
                  <a:lnTo>
                    <a:pt x="214630" y="1789853"/>
                  </a:lnTo>
                  <a:lnTo>
                    <a:pt x="229870" y="1800860"/>
                  </a:lnTo>
                  <a:lnTo>
                    <a:pt x="245533" y="1812290"/>
                  </a:lnTo>
                  <a:lnTo>
                    <a:pt x="260773" y="1822026"/>
                  </a:lnTo>
                  <a:lnTo>
                    <a:pt x="274743" y="1833033"/>
                  </a:lnTo>
                  <a:lnTo>
                    <a:pt x="289983" y="1844040"/>
                  </a:lnTo>
                  <a:lnTo>
                    <a:pt x="305223" y="1853776"/>
                  </a:lnTo>
                  <a:lnTo>
                    <a:pt x="320463" y="1865207"/>
                  </a:lnTo>
                  <a:lnTo>
                    <a:pt x="336127" y="1876213"/>
                  </a:lnTo>
                  <a:lnTo>
                    <a:pt x="351367" y="1887643"/>
                  </a:lnTo>
                  <a:lnTo>
                    <a:pt x="365337" y="1897380"/>
                  </a:lnTo>
                  <a:lnTo>
                    <a:pt x="380577" y="1908386"/>
                  </a:lnTo>
                  <a:lnTo>
                    <a:pt x="395817" y="1919817"/>
                  </a:lnTo>
                  <a:lnTo>
                    <a:pt x="411480" y="1930823"/>
                  </a:lnTo>
                  <a:lnTo>
                    <a:pt x="422487" y="1939290"/>
                  </a:lnTo>
                  <a:lnTo>
                    <a:pt x="437727" y="1950297"/>
                  </a:lnTo>
                  <a:lnTo>
                    <a:pt x="453390" y="1961303"/>
                  </a:lnTo>
                  <a:lnTo>
                    <a:pt x="468630" y="1972733"/>
                  </a:lnTo>
                  <a:lnTo>
                    <a:pt x="483870" y="1982470"/>
                  </a:lnTo>
                  <a:lnTo>
                    <a:pt x="497840" y="1993476"/>
                  </a:lnTo>
                  <a:lnTo>
                    <a:pt x="513080" y="2004907"/>
                  </a:lnTo>
                  <a:lnTo>
                    <a:pt x="514350" y="2006176"/>
                  </a:lnTo>
                  <a:lnTo>
                    <a:pt x="530013" y="2017183"/>
                  </a:lnTo>
                  <a:lnTo>
                    <a:pt x="541020" y="2025650"/>
                  </a:lnTo>
                  <a:lnTo>
                    <a:pt x="556260" y="2036657"/>
                  </a:lnTo>
                  <a:lnTo>
                    <a:pt x="571500" y="2048086"/>
                  </a:lnTo>
                  <a:lnTo>
                    <a:pt x="585470" y="2059093"/>
                  </a:lnTo>
                  <a:lnTo>
                    <a:pt x="601133" y="2070100"/>
                  </a:lnTo>
                  <a:lnTo>
                    <a:pt x="616373" y="2081530"/>
                  </a:lnTo>
                  <a:lnTo>
                    <a:pt x="630343" y="2092536"/>
                  </a:lnTo>
                  <a:lnTo>
                    <a:pt x="645583" y="2103543"/>
                  </a:lnTo>
                  <a:lnTo>
                    <a:pt x="659553" y="2114973"/>
                  </a:lnTo>
                  <a:lnTo>
                    <a:pt x="667597" y="2120900"/>
                  </a:lnTo>
                  <a:lnTo>
                    <a:pt x="2831677" y="2120900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5" name="Freeform 2294">
              <a:extLst>
                <a:ext uri="{FF2B5EF4-FFF2-40B4-BE49-F238E27FC236}">
                  <a16:creationId xmlns:a16="http://schemas.microsoft.com/office/drawing/2014/main" id="{2CC51C9E-D14D-0D4A-A945-075A87680ABB}"/>
                </a:ext>
              </a:extLst>
            </p:cNvPr>
            <p:cNvSpPr/>
            <p:nvPr/>
          </p:nvSpPr>
          <p:spPr>
            <a:xfrm>
              <a:off x="6863926" y="5404273"/>
              <a:ext cx="573616" cy="1188296"/>
            </a:xfrm>
            <a:custGeom>
              <a:avLst/>
              <a:gdLst>
                <a:gd name="connsiteX0" fmla="*/ 4233 w 573616"/>
                <a:gd name="connsiteY0" fmla="*/ 546947 h 1188296"/>
                <a:gd name="connsiteX1" fmla="*/ 5503 w 573616"/>
                <a:gd name="connsiteY1" fmla="*/ 541443 h 1188296"/>
                <a:gd name="connsiteX2" fmla="*/ 7196 w 573616"/>
                <a:gd name="connsiteY2" fmla="*/ 537210 h 1188296"/>
                <a:gd name="connsiteX3" fmla="*/ 21167 w 573616"/>
                <a:gd name="connsiteY3" fmla="*/ 523240 h 1188296"/>
                <a:gd name="connsiteX4" fmla="*/ 35137 w 573616"/>
                <a:gd name="connsiteY4" fmla="*/ 517737 h 1188296"/>
                <a:gd name="connsiteX5" fmla="*/ 46143 w 573616"/>
                <a:gd name="connsiteY5" fmla="*/ 503767 h 1188296"/>
                <a:gd name="connsiteX6" fmla="*/ 49107 w 573616"/>
                <a:gd name="connsiteY6" fmla="*/ 489797 h 1188296"/>
                <a:gd name="connsiteX7" fmla="*/ 50377 w 573616"/>
                <a:gd name="connsiteY7" fmla="*/ 488527 h 1188296"/>
                <a:gd name="connsiteX8" fmla="*/ 55880 w 573616"/>
                <a:gd name="connsiteY8" fmla="*/ 483023 h 1188296"/>
                <a:gd name="connsiteX9" fmla="*/ 71120 w 573616"/>
                <a:gd name="connsiteY9" fmla="*/ 476250 h 1188296"/>
                <a:gd name="connsiteX10" fmla="*/ 85090 w 573616"/>
                <a:gd name="connsiteY10" fmla="*/ 467783 h 1188296"/>
                <a:gd name="connsiteX11" fmla="*/ 88053 w 573616"/>
                <a:gd name="connsiteY11" fmla="*/ 467783 h 1188296"/>
                <a:gd name="connsiteX12" fmla="*/ 100330 w 573616"/>
                <a:gd name="connsiteY12" fmla="*/ 452543 h 1188296"/>
                <a:gd name="connsiteX13" fmla="*/ 104563 w 573616"/>
                <a:gd name="connsiteY13" fmla="*/ 438573 h 1188296"/>
                <a:gd name="connsiteX14" fmla="*/ 110067 w 573616"/>
                <a:gd name="connsiteY14" fmla="*/ 433070 h 1188296"/>
                <a:gd name="connsiteX15" fmla="*/ 111337 w 573616"/>
                <a:gd name="connsiteY15" fmla="*/ 417830 h 1188296"/>
                <a:gd name="connsiteX16" fmla="*/ 110067 w 573616"/>
                <a:gd name="connsiteY16" fmla="*/ 403860 h 1188296"/>
                <a:gd name="connsiteX17" fmla="*/ 114300 w 573616"/>
                <a:gd name="connsiteY17" fmla="*/ 389890 h 1188296"/>
                <a:gd name="connsiteX18" fmla="*/ 118533 w 573616"/>
                <a:gd name="connsiteY18" fmla="*/ 374650 h 1188296"/>
                <a:gd name="connsiteX19" fmla="*/ 128270 w 573616"/>
                <a:gd name="connsiteY19" fmla="*/ 360680 h 1188296"/>
                <a:gd name="connsiteX20" fmla="*/ 128270 w 573616"/>
                <a:gd name="connsiteY20" fmla="*/ 359410 h 1188296"/>
                <a:gd name="connsiteX21" fmla="*/ 132503 w 573616"/>
                <a:gd name="connsiteY21" fmla="*/ 344170 h 1188296"/>
                <a:gd name="connsiteX22" fmla="*/ 118533 w 573616"/>
                <a:gd name="connsiteY22" fmla="*/ 338667 h 1188296"/>
                <a:gd name="connsiteX23" fmla="*/ 115570 w 573616"/>
                <a:gd name="connsiteY23" fmla="*/ 323427 h 1188296"/>
                <a:gd name="connsiteX24" fmla="*/ 121073 w 573616"/>
                <a:gd name="connsiteY24" fmla="*/ 309457 h 1188296"/>
                <a:gd name="connsiteX25" fmla="*/ 124037 w 573616"/>
                <a:gd name="connsiteY25" fmla="*/ 298450 h 1188296"/>
                <a:gd name="connsiteX26" fmla="*/ 122767 w 573616"/>
                <a:gd name="connsiteY26" fmla="*/ 294217 h 1188296"/>
                <a:gd name="connsiteX27" fmla="*/ 121496 w 573616"/>
                <a:gd name="connsiteY27" fmla="*/ 285750 h 1188296"/>
                <a:gd name="connsiteX28" fmla="*/ 118533 w 573616"/>
                <a:gd name="connsiteY28" fmla="*/ 271780 h 1188296"/>
                <a:gd name="connsiteX29" fmla="*/ 111337 w 573616"/>
                <a:gd name="connsiteY29" fmla="*/ 256540 h 1188296"/>
                <a:gd name="connsiteX30" fmla="*/ 110067 w 573616"/>
                <a:gd name="connsiteY30" fmla="*/ 242570 h 1188296"/>
                <a:gd name="connsiteX31" fmla="*/ 112607 w 573616"/>
                <a:gd name="connsiteY31" fmla="*/ 228600 h 1188296"/>
                <a:gd name="connsiteX32" fmla="*/ 115570 w 573616"/>
                <a:gd name="connsiteY32" fmla="*/ 213360 h 1188296"/>
                <a:gd name="connsiteX33" fmla="*/ 119803 w 573616"/>
                <a:gd name="connsiteY33" fmla="*/ 199390 h 1188296"/>
                <a:gd name="connsiteX34" fmla="*/ 118533 w 573616"/>
                <a:gd name="connsiteY34" fmla="*/ 185420 h 1188296"/>
                <a:gd name="connsiteX35" fmla="*/ 119803 w 573616"/>
                <a:gd name="connsiteY35" fmla="*/ 182457 h 1188296"/>
                <a:gd name="connsiteX36" fmla="*/ 124037 w 573616"/>
                <a:gd name="connsiteY36" fmla="*/ 168487 h 1188296"/>
                <a:gd name="connsiteX37" fmla="*/ 125307 w 573616"/>
                <a:gd name="connsiteY37" fmla="*/ 162983 h 1188296"/>
                <a:gd name="connsiteX38" fmla="*/ 126577 w 573616"/>
                <a:gd name="connsiteY38" fmla="*/ 154517 h 1188296"/>
                <a:gd name="connsiteX39" fmla="*/ 126577 w 573616"/>
                <a:gd name="connsiteY39" fmla="*/ 153247 h 1188296"/>
                <a:gd name="connsiteX40" fmla="*/ 126577 w 573616"/>
                <a:gd name="connsiteY40" fmla="*/ 149014 h 1188296"/>
                <a:gd name="connsiteX41" fmla="*/ 111337 w 573616"/>
                <a:gd name="connsiteY41" fmla="*/ 141817 h 1188296"/>
                <a:gd name="connsiteX42" fmla="*/ 100330 w 573616"/>
                <a:gd name="connsiteY42" fmla="*/ 138854 h 1188296"/>
                <a:gd name="connsiteX43" fmla="*/ 114300 w 573616"/>
                <a:gd name="connsiteY43" fmla="*/ 124883 h 1188296"/>
                <a:gd name="connsiteX44" fmla="*/ 128270 w 573616"/>
                <a:gd name="connsiteY44" fmla="*/ 115147 h 1188296"/>
                <a:gd name="connsiteX45" fmla="*/ 140970 w 573616"/>
                <a:gd name="connsiteY45" fmla="*/ 101177 h 1188296"/>
                <a:gd name="connsiteX46" fmla="*/ 154940 w 573616"/>
                <a:gd name="connsiteY46" fmla="*/ 87207 h 1188296"/>
                <a:gd name="connsiteX47" fmla="*/ 159173 w 573616"/>
                <a:gd name="connsiteY47" fmla="*/ 84243 h 1188296"/>
                <a:gd name="connsiteX48" fmla="*/ 160443 w 573616"/>
                <a:gd name="connsiteY48" fmla="*/ 71967 h 1188296"/>
                <a:gd name="connsiteX49" fmla="*/ 161713 w 573616"/>
                <a:gd name="connsiteY49" fmla="*/ 64770 h 1188296"/>
                <a:gd name="connsiteX50" fmla="*/ 170180 w 573616"/>
                <a:gd name="connsiteY50" fmla="*/ 60537 h 1188296"/>
                <a:gd name="connsiteX51" fmla="*/ 185420 w 573616"/>
                <a:gd name="connsiteY51" fmla="*/ 60537 h 1188296"/>
                <a:gd name="connsiteX52" fmla="*/ 199390 w 573616"/>
                <a:gd name="connsiteY52" fmla="*/ 52070 h 1188296"/>
                <a:gd name="connsiteX53" fmla="*/ 210820 w 573616"/>
                <a:gd name="connsiteY53" fmla="*/ 38100 h 1188296"/>
                <a:gd name="connsiteX54" fmla="*/ 224790 w 573616"/>
                <a:gd name="connsiteY54" fmla="*/ 27093 h 1188296"/>
                <a:gd name="connsiteX55" fmla="*/ 233257 w 573616"/>
                <a:gd name="connsiteY55" fmla="*/ 25823 h 1188296"/>
                <a:gd name="connsiteX56" fmla="*/ 247227 w 573616"/>
                <a:gd name="connsiteY56" fmla="*/ 17780 h 1188296"/>
                <a:gd name="connsiteX57" fmla="*/ 260773 w 573616"/>
                <a:gd name="connsiteY57" fmla="*/ 16510 h 1188296"/>
                <a:gd name="connsiteX58" fmla="*/ 274743 w 573616"/>
                <a:gd name="connsiteY58" fmla="*/ 11007 h 1188296"/>
                <a:gd name="connsiteX59" fmla="*/ 289983 w 573616"/>
                <a:gd name="connsiteY59" fmla="*/ 5504 h 1188296"/>
                <a:gd name="connsiteX60" fmla="*/ 303953 w 573616"/>
                <a:gd name="connsiteY60" fmla="*/ 0 h 1188296"/>
                <a:gd name="connsiteX61" fmla="*/ 319193 w 573616"/>
                <a:gd name="connsiteY61" fmla="*/ 0 h 1188296"/>
                <a:gd name="connsiteX62" fmla="*/ 333163 w 573616"/>
                <a:gd name="connsiteY62" fmla="*/ 5504 h 1188296"/>
                <a:gd name="connsiteX63" fmla="*/ 333163 w 573616"/>
                <a:gd name="connsiteY63" fmla="*/ 9737 h 1188296"/>
                <a:gd name="connsiteX64" fmla="*/ 324696 w 573616"/>
                <a:gd name="connsiteY64" fmla="*/ 16510 h 1188296"/>
                <a:gd name="connsiteX65" fmla="*/ 324696 w 573616"/>
                <a:gd name="connsiteY65" fmla="*/ 30480 h 1188296"/>
                <a:gd name="connsiteX66" fmla="*/ 340360 w 573616"/>
                <a:gd name="connsiteY66" fmla="*/ 26247 h 1188296"/>
                <a:gd name="connsiteX67" fmla="*/ 334857 w 573616"/>
                <a:gd name="connsiteY67" fmla="*/ 11007 h 1188296"/>
                <a:gd name="connsiteX68" fmla="*/ 337396 w 573616"/>
                <a:gd name="connsiteY68" fmla="*/ 12277 h 1188296"/>
                <a:gd name="connsiteX69" fmla="*/ 352637 w 573616"/>
                <a:gd name="connsiteY69" fmla="*/ 13547 h 1188296"/>
                <a:gd name="connsiteX70" fmla="*/ 364067 w 573616"/>
                <a:gd name="connsiteY70" fmla="*/ 14817 h 1188296"/>
                <a:gd name="connsiteX71" fmla="*/ 378037 w 573616"/>
                <a:gd name="connsiteY71" fmla="*/ 19050 h 1188296"/>
                <a:gd name="connsiteX72" fmla="*/ 381000 w 573616"/>
                <a:gd name="connsiteY72" fmla="*/ 33020 h 1188296"/>
                <a:gd name="connsiteX73" fmla="*/ 381000 w 573616"/>
                <a:gd name="connsiteY73" fmla="*/ 37254 h 1188296"/>
                <a:gd name="connsiteX74" fmla="*/ 379307 w 573616"/>
                <a:gd name="connsiteY74" fmla="*/ 38523 h 1188296"/>
                <a:gd name="connsiteX75" fmla="*/ 378037 w 573616"/>
                <a:gd name="connsiteY75" fmla="*/ 52493 h 1188296"/>
                <a:gd name="connsiteX76" fmla="*/ 392007 w 573616"/>
                <a:gd name="connsiteY76" fmla="*/ 66464 h 1188296"/>
                <a:gd name="connsiteX77" fmla="*/ 398780 w 573616"/>
                <a:gd name="connsiteY77" fmla="*/ 73660 h 1188296"/>
                <a:gd name="connsiteX78" fmla="*/ 390313 w 573616"/>
                <a:gd name="connsiteY78" fmla="*/ 85937 h 1188296"/>
                <a:gd name="connsiteX79" fmla="*/ 387773 w 573616"/>
                <a:gd name="connsiteY79" fmla="*/ 90170 h 1188296"/>
                <a:gd name="connsiteX80" fmla="*/ 390313 w 573616"/>
                <a:gd name="connsiteY80" fmla="*/ 87207 h 1188296"/>
                <a:gd name="connsiteX81" fmla="*/ 392007 w 573616"/>
                <a:gd name="connsiteY81" fmla="*/ 92710 h 1188296"/>
                <a:gd name="connsiteX82" fmla="*/ 394970 w 573616"/>
                <a:gd name="connsiteY82" fmla="*/ 96943 h 1188296"/>
                <a:gd name="connsiteX83" fmla="*/ 410210 w 573616"/>
                <a:gd name="connsiteY83" fmla="*/ 101177 h 1188296"/>
                <a:gd name="connsiteX84" fmla="*/ 411480 w 573616"/>
                <a:gd name="connsiteY84" fmla="*/ 99907 h 1188296"/>
                <a:gd name="connsiteX85" fmla="*/ 426720 w 573616"/>
                <a:gd name="connsiteY85" fmla="*/ 88477 h 1188296"/>
                <a:gd name="connsiteX86" fmla="*/ 440690 w 573616"/>
                <a:gd name="connsiteY86" fmla="*/ 76200 h 1188296"/>
                <a:gd name="connsiteX87" fmla="*/ 454660 w 573616"/>
                <a:gd name="connsiteY87" fmla="*/ 70697 h 1188296"/>
                <a:gd name="connsiteX88" fmla="*/ 468630 w 573616"/>
                <a:gd name="connsiteY88" fmla="*/ 59690 h 1188296"/>
                <a:gd name="connsiteX89" fmla="*/ 482600 w 573616"/>
                <a:gd name="connsiteY89" fmla="*/ 45720 h 1188296"/>
                <a:gd name="connsiteX90" fmla="*/ 497840 w 573616"/>
                <a:gd name="connsiteY90" fmla="*/ 52917 h 1188296"/>
                <a:gd name="connsiteX91" fmla="*/ 503343 w 573616"/>
                <a:gd name="connsiteY91" fmla="*/ 66887 h 1188296"/>
                <a:gd name="connsiteX92" fmla="*/ 504613 w 573616"/>
                <a:gd name="connsiteY92" fmla="*/ 80857 h 1188296"/>
                <a:gd name="connsiteX93" fmla="*/ 489373 w 573616"/>
                <a:gd name="connsiteY93" fmla="*/ 93557 h 1188296"/>
                <a:gd name="connsiteX94" fmla="*/ 480907 w 573616"/>
                <a:gd name="connsiteY94" fmla="*/ 107527 h 1188296"/>
                <a:gd name="connsiteX95" fmla="*/ 474133 w 573616"/>
                <a:gd name="connsiteY95" fmla="*/ 121497 h 1188296"/>
                <a:gd name="connsiteX96" fmla="*/ 467360 w 573616"/>
                <a:gd name="connsiteY96" fmla="*/ 135467 h 1188296"/>
                <a:gd name="connsiteX97" fmla="*/ 453390 w 573616"/>
                <a:gd name="connsiteY97" fmla="*/ 146473 h 1188296"/>
                <a:gd name="connsiteX98" fmla="*/ 439420 w 573616"/>
                <a:gd name="connsiteY98" fmla="*/ 154940 h 1188296"/>
                <a:gd name="connsiteX99" fmla="*/ 424180 w 573616"/>
                <a:gd name="connsiteY99" fmla="*/ 162137 h 1188296"/>
                <a:gd name="connsiteX100" fmla="*/ 422910 w 573616"/>
                <a:gd name="connsiteY100" fmla="*/ 166370 h 1188296"/>
                <a:gd name="connsiteX101" fmla="*/ 417407 w 573616"/>
                <a:gd name="connsiteY101" fmla="*/ 180340 h 1188296"/>
                <a:gd name="connsiteX102" fmla="*/ 415713 w 573616"/>
                <a:gd name="connsiteY102" fmla="*/ 194310 h 1188296"/>
                <a:gd name="connsiteX103" fmla="*/ 417407 w 573616"/>
                <a:gd name="connsiteY103" fmla="*/ 209550 h 1188296"/>
                <a:gd name="connsiteX104" fmla="*/ 424180 w 573616"/>
                <a:gd name="connsiteY104" fmla="*/ 223520 h 1188296"/>
                <a:gd name="connsiteX105" fmla="*/ 425450 w 573616"/>
                <a:gd name="connsiteY105" fmla="*/ 229023 h 1188296"/>
                <a:gd name="connsiteX106" fmla="*/ 435187 w 573616"/>
                <a:gd name="connsiteY106" fmla="*/ 244264 h 1188296"/>
                <a:gd name="connsiteX107" fmla="*/ 447887 w 573616"/>
                <a:gd name="connsiteY107" fmla="*/ 258233 h 1188296"/>
                <a:gd name="connsiteX108" fmla="*/ 452120 w 573616"/>
                <a:gd name="connsiteY108" fmla="*/ 259504 h 1188296"/>
                <a:gd name="connsiteX109" fmla="*/ 466090 w 573616"/>
                <a:gd name="connsiteY109" fmla="*/ 267970 h 1188296"/>
                <a:gd name="connsiteX110" fmla="*/ 480060 w 573616"/>
                <a:gd name="connsiteY110" fmla="*/ 277707 h 1188296"/>
                <a:gd name="connsiteX111" fmla="*/ 494030 w 573616"/>
                <a:gd name="connsiteY111" fmla="*/ 281940 h 1188296"/>
                <a:gd name="connsiteX112" fmla="*/ 494030 w 573616"/>
                <a:gd name="connsiteY112" fmla="*/ 295910 h 1188296"/>
                <a:gd name="connsiteX113" fmla="*/ 495300 w 573616"/>
                <a:gd name="connsiteY113" fmla="*/ 302683 h 1188296"/>
                <a:gd name="connsiteX114" fmla="*/ 495300 w 573616"/>
                <a:gd name="connsiteY114" fmla="*/ 316654 h 1188296"/>
                <a:gd name="connsiteX115" fmla="*/ 495300 w 573616"/>
                <a:gd name="connsiteY115" fmla="*/ 330623 h 1188296"/>
                <a:gd name="connsiteX116" fmla="*/ 505037 w 573616"/>
                <a:gd name="connsiteY116" fmla="*/ 345864 h 1188296"/>
                <a:gd name="connsiteX117" fmla="*/ 502073 w 573616"/>
                <a:gd name="connsiteY117" fmla="*/ 359833 h 1188296"/>
                <a:gd name="connsiteX118" fmla="*/ 493607 w 573616"/>
                <a:gd name="connsiteY118" fmla="*/ 373804 h 1188296"/>
                <a:gd name="connsiteX119" fmla="*/ 493607 w 573616"/>
                <a:gd name="connsiteY119" fmla="*/ 375073 h 1188296"/>
                <a:gd name="connsiteX120" fmla="*/ 486833 w 573616"/>
                <a:gd name="connsiteY120" fmla="*/ 390314 h 1188296"/>
                <a:gd name="connsiteX121" fmla="*/ 479637 w 573616"/>
                <a:gd name="connsiteY121" fmla="*/ 402590 h 1188296"/>
                <a:gd name="connsiteX122" fmla="*/ 472440 w 573616"/>
                <a:gd name="connsiteY122" fmla="*/ 416560 h 1188296"/>
                <a:gd name="connsiteX123" fmla="*/ 458470 w 573616"/>
                <a:gd name="connsiteY123" fmla="*/ 430530 h 1188296"/>
                <a:gd name="connsiteX124" fmla="*/ 454237 w 573616"/>
                <a:gd name="connsiteY124" fmla="*/ 444500 h 1188296"/>
                <a:gd name="connsiteX125" fmla="*/ 440267 w 573616"/>
                <a:gd name="connsiteY125" fmla="*/ 451273 h 1188296"/>
                <a:gd name="connsiteX126" fmla="*/ 431800 w 573616"/>
                <a:gd name="connsiteY126" fmla="*/ 465243 h 1188296"/>
                <a:gd name="connsiteX127" fmla="*/ 417830 w 573616"/>
                <a:gd name="connsiteY127" fmla="*/ 470747 h 1188296"/>
                <a:gd name="connsiteX128" fmla="*/ 403860 w 573616"/>
                <a:gd name="connsiteY128" fmla="*/ 483023 h 1188296"/>
                <a:gd name="connsiteX129" fmla="*/ 389890 w 573616"/>
                <a:gd name="connsiteY129" fmla="*/ 491490 h 1188296"/>
                <a:gd name="connsiteX130" fmla="*/ 375920 w 573616"/>
                <a:gd name="connsiteY130" fmla="*/ 501227 h 1188296"/>
                <a:gd name="connsiteX131" fmla="*/ 360680 w 573616"/>
                <a:gd name="connsiteY131" fmla="*/ 513927 h 1188296"/>
                <a:gd name="connsiteX132" fmla="*/ 353907 w 573616"/>
                <a:gd name="connsiteY132" fmla="*/ 527897 h 1188296"/>
                <a:gd name="connsiteX133" fmla="*/ 353907 w 573616"/>
                <a:gd name="connsiteY133" fmla="*/ 538904 h 1188296"/>
                <a:gd name="connsiteX134" fmla="*/ 356446 w 573616"/>
                <a:gd name="connsiteY134" fmla="*/ 552873 h 1188296"/>
                <a:gd name="connsiteX135" fmla="*/ 363643 w 573616"/>
                <a:gd name="connsiteY135" fmla="*/ 566843 h 1188296"/>
                <a:gd name="connsiteX136" fmla="*/ 363643 w 573616"/>
                <a:gd name="connsiteY136" fmla="*/ 568114 h 1188296"/>
                <a:gd name="connsiteX137" fmla="*/ 373380 w 573616"/>
                <a:gd name="connsiteY137" fmla="*/ 583354 h 1188296"/>
                <a:gd name="connsiteX138" fmla="*/ 387350 w 573616"/>
                <a:gd name="connsiteY138" fmla="*/ 597323 h 1188296"/>
                <a:gd name="connsiteX139" fmla="*/ 401320 w 573616"/>
                <a:gd name="connsiteY139" fmla="*/ 608330 h 1188296"/>
                <a:gd name="connsiteX140" fmla="*/ 416560 w 573616"/>
                <a:gd name="connsiteY140" fmla="*/ 615527 h 1188296"/>
                <a:gd name="connsiteX141" fmla="*/ 423333 w 573616"/>
                <a:gd name="connsiteY141" fmla="*/ 615527 h 1188296"/>
                <a:gd name="connsiteX142" fmla="*/ 438573 w 573616"/>
                <a:gd name="connsiteY142" fmla="*/ 610023 h 1188296"/>
                <a:gd name="connsiteX143" fmla="*/ 452543 w 573616"/>
                <a:gd name="connsiteY143" fmla="*/ 614257 h 1188296"/>
                <a:gd name="connsiteX144" fmla="*/ 449580 w 573616"/>
                <a:gd name="connsiteY144" fmla="*/ 628227 h 1188296"/>
                <a:gd name="connsiteX145" fmla="*/ 450850 w 573616"/>
                <a:gd name="connsiteY145" fmla="*/ 642197 h 1188296"/>
                <a:gd name="connsiteX146" fmla="*/ 466090 w 573616"/>
                <a:gd name="connsiteY146" fmla="*/ 640927 h 1188296"/>
                <a:gd name="connsiteX147" fmla="*/ 480060 w 573616"/>
                <a:gd name="connsiteY147" fmla="*/ 632460 h 1188296"/>
                <a:gd name="connsiteX148" fmla="*/ 483023 w 573616"/>
                <a:gd name="connsiteY148" fmla="*/ 618490 h 1188296"/>
                <a:gd name="connsiteX149" fmla="*/ 495723 w 573616"/>
                <a:gd name="connsiteY149" fmla="*/ 619760 h 1188296"/>
                <a:gd name="connsiteX150" fmla="*/ 506730 w 573616"/>
                <a:gd name="connsiteY150" fmla="*/ 633730 h 1188296"/>
                <a:gd name="connsiteX151" fmla="*/ 505460 w 573616"/>
                <a:gd name="connsiteY151" fmla="*/ 648970 h 1188296"/>
                <a:gd name="connsiteX152" fmla="*/ 506730 w 573616"/>
                <a:gd name="connsiteY152" fmla="*/ 662940 h 1188296"/>
                <a:gd name="connsiteX153" fmla="*/ 510963 w 573616"/>
                <a:gd name="connsiteY153" fmla="*/ 662940 h 1188296"/>
                <a:gd name="connsiteX154" fmla="*/ 524933 w 573616"/>
                <a:gd name="connsiteY154" fmla="*/ 675640 h 1188296"/>
                <a:gd name="connsiteX155" fmla="*/ 510963 w 573616"/>
                <a:gd name="connsiteY155" fmla="*/ 679873 h 1188296"/>
                <a:gd name="connsiteX156" fmla="*/ 524933 w 573616"/>
                <a:gd name="connsiteY156" fmla="*/ 688340 h 1188296"/>
                <a:gd name="connsiteX157" fmla="*/ 538903 w 573616"/>
                <a:gd name="connsiteY157" fmla="*/ 681567 h 1188296"/>
                <a:gd name="connsiteX158" fmla="*/ 551180 w 573616"/>
                <a:gd name="connsiteY158" fmla="*/ 690033 h 1188296"/>
                <a:gd name="connsiteX159" fmla="*/ 565573 w 573616"/>
                <a:gd name="connsiteY159" fmla="*/ 695537 h 1188296"/>
                <a:gd name="connsiteX160" fmla="*/ 565573 w 573616"/>
                <a:gd name="connsiteY160" fmla="*/ 701040 h 1188296"/>
                <a:gd name="connsiteX161" fmla="*/ 565573 w 573616"/>
                <a:gd name="connsiteY161" fmla="*/ 704004 h 1188296"/>
                <a:gd name="connsiteX162" fmla="*/ 563880 w 573616"/>
                <a:gd name="connsiteY162" fmla="*/ 708237 h 1188296"/>
                <a:gd name="connsiteX163" fmla="*/ 562610 w 573616"/>
                <a:gd name="connsiteY163" fmla="*/ 712470 h 1188296"/>
                <a:gd name="connsiteX164" fmla="*/ 560917 w 573616"/>
                <a:gd name="connsiteY164" fmla="*/ 726440 h 1188296"/>
                <a:gd name="connsiteX165" fmla="*/ 559646 w 573616"/>
                <a:gd name="connsiteY165" fmla="*/ 734907 h 1188296"/>
                <a:gd name="connsiteX166" fmla="*/ 558377 w 573616"/>
                <a:gd name="connsiteY166" fmla="*/ 741680 h 1188296"/>
                <a:gd name="connsiteX167" fmla="*/ 559646 w 573616"/>
                <a:gd name="connsiteY167" fmla="*/ 751417 h 1188296"/>
                <a:gd name="connsiteX168" fmla="*/ 559646 w 573616"/>
                <a:gd name="connsiteY168" fmla="*/ 756920 h 1188296"/>
                <a:gd name="connsiteX169" fmla="*/ 559646 w 573616"/>
                <a:gd name="connsiteY169" fmla="*/ 763693 h 1188296"/>
                <a:gd name="connsiteX170" fmla="*/ 559646 w 573616"/>
                <a:gd name="connsiteY170" fmla="*/ 766657 h 1188296"/>
                <a:gd name="connsiteX171" fmla="*/ 558377 w 573616"/>
                <a:gd name="connsiteY171" fmla="*/ 780627 h 1188296"/>
                <a:gd name="connsiteX172" fmla="*/ 565573 w 573616"/>
                <a:gd name="connsiteY172" fmla="*/ 794597 h 1188296"/>
                <a:gd name="connsiteX173" fmla="*/ 573617 w 573616"/>
                <a:gd name="connsiteY173" fmla="*/ 808567 h 1188296"/>
                <a:gd name="connsiteX174" fmla="*/ 565573 w 573616"/>
                <a:gd name="connsiteY174" fmla="*/ 824230 h 1188296"/>
                <a:gd name="connsiteX175" fmla="*/ 562610 w 573616"/>
                <a:gd name="connsiteY175" fmla="*/ 825500 h 1188296"/>
                <a:gd name="connsiteX176" fmla="*/ 548640 w 573616"/>
                <a:gd name="connsiteY176" fmla="*/ 833967 h 1188296"/>
                <a:gd name="connsiteX177" fmla="*/ 533400 w 573616"/>
                <a:gd name="connsiteY177" fmla="*/ 840740 h 1188296"/>
                <a:gd name="connsiteX178" fmla="*/ 518160 w 573616"/>
                <a:gd name="connsiteY178" fmla="*/ 849207 h 1188296"/>
                <a:gd name="connsiteX179" fmla="*/ 515196 w 573616"/>
                <a:gd name="connsiteY179" fmla="*/ 850477 h 1188296"/>
                <a:gd name="connsiteX180" fmla="*/ 498263 w 573616"/>
                <a:gd name="connsiteY180" fmla="*/ 857673 h 1188296"/>
                <a:gd name="connsiteX181" fmla="*/ 484293 w 573616"/>
                <a:gd name="connsiteY181" fmla="*/ 864870 h 1188296"/>
                <a:gd name="connsiteX182" fmla="*/ 471593 w 573616"/>
                <a:gd name="connsiteY182" fmla="*/ 877570 h 1188296"/>
                <a:gd name="connsiteX183" fmla="*/ 463127 w 573616"/>
                <a:gd name="connsiteY183" fmla="*/ 891540 h 1188296"/>
                <a:gd name="connsiteX184" fmla="*/ 460163 w 573616"/>
                <a:gd name="connsiteY184" fmla="*/ 893233 h 1188296"/>
                <a:gd name="connsiteX185" fmla="*/ 444923 w 573616"/>
                <a:gd name="connsiteY185" fmla="*/ 897467 h 1188296"/>
                <a:gd name="connsiteX186" fmla="*/ 439420 w 573616"/>
                <a:gd name="connsiteY186" fmla="*/ 901700 h 1188296"/>
                <a:gd name="connsiteX187" fmla="*/ 438150 w 573616"/>
                <a:gd name="connsiteY187" fmla="*/ 916940 h 1188296"/>
                <a:gd name="connsiteX188" fmla="*/ 427143 w 573616"/>
                <a:gd name="connsiteY188" fmla="*/ 930910 h 1188296"/>
                <a:gd name="connsiteX189" fmla="*/ 421640 w 573616"/>
                <a:gd name="connsiteY189" fmla="*/ 937683 h 1188296"/>
                <a:gd name="connsiteX190" fmla="*/ 407670 w 573616"/>
                <a:gd name="connsiteY190" fmla="*/ 938954 h 1188296"/>
                <a:gd name="connsiteX191" fmla="*/ 393700 w 573616"/>
                <a:gd name="connsiteY191" fmla="*/ 943187 h 1188296"/>
                <a:gd name="connsiteX192" fmla="*/ 389467 w 573616"/>
                <a:gd name="connsiteY192" fmla="*/ 948690 h 1188296"/>
                <a:gd name="connsiteX193" fmla="*/ 381423 w 573616"/>
                <a:gd name="connsiteY193" fmla="*/ 962660 h 1188296"/>
                <a:gd name="connsiteX194" fmla="*/ 369993 w 573616"/>
                <a:gd name="connsiteY194" fmla="*/ 976630 h 1188296"/>
                <a:gd name="connsiteX195" fmla="*/ 368723 w 573616"/>
                <a:gd name="connsiteY195" fmla="*/ 991870 h 1188296"/>
                <a:gd name="connsiteX196" fmla="*/ 375920 w 573616"/>
                <a:gd name="connsiteY196" fmla="*/ 1007110 h 1188296"/>
                <a:gd name="connsiteX197" fmla="*/ 380153 w 573616"/>
                <a:gd name="connsiteY197" fmla="*/ 1021080 h 1188296"/>
                <a:gd name="connsiteX198" fmla="*/ 384387 w 573616"/>
                <a:gd name="connsiteY198" fmla="*/ 1036320 h 1188296"/>
                <a:gd name="connsiteX199" fmla="*/ 388620 w 573616"/>
                <a:gd name="connsiteY199" fmla="*/ 1051560 h 1188296"/>
                <a:gd name="connsiteX200" fmla="*/ 389890 w 573616"/>
                <a:gd name="connsiteY200" fmla="*/ 1066800 h 1188296"/>
                <a:gd name="connsiteX201" fmla="*/ 392853 w 573616"/>
                <a:gd name="connsiteY201" fmla="*/ 1075267 h 1188296"/>
                <a:gd name="connsiteX202" fmla="*/ 388620 w 573616"/>
                <a:gd name="connsiteY202" fmla="*/ 1089237 h 1188296"/>
                <a:gd name="connsiteX203" fmla="*/ 383117 w 573616"/>
                <a:gd name="connsiteY203" fmla="*/ 1103207 h 1188296"/>
                <a:gd name="connsiteX204" fmla="*/ 369146 w 573616"/>
                <a:gd name="connsiteY204" fmla="*/ 1117177 h 1188296"/>
                <a:gd name="connsiteX205" fmla="*/ 361950 w 573616"/>
                <a:gd name="connsiteY205" fmla="*/ 1132417 h 1188296"/>
                <a:gd name="connsiteX206" fmla="*/ 352213 w 573616"/>
                <a:gd name="connsiteY206" fmla="*/ 1146387 h 1188296"/>
                <a:gd name="connsiteX207" fmla="*/ 346710 w 573616"/>
                <a:gd name="connsiteY207" fmla="*/ 1156123 h 1188296"/>
                <a:gd name="connsiteX208" fmla="*/ 335280 w 573616"/>
                <a:gd name="connsiteY208" fmla="*/ 1170093 h 1188296"/>
                <a:gd name="connsiteX209" fmla="*/ 328507 w 573616"/>
                <a:gd name="connsiteY209" fmla="*/ 1170093 h 1188296"/>
                <a:gd name="connsiteX210" fmla="*/ 314537 w 573616"/>
                <a:gd name="connsiteY210" fmla="*/ 1174327 h 1188296"/>
                <a:gd name="connsiteX211" fmla="*/ 300567 w 573616"/>
                <a:gd name="connsiteY211" fmla="*/ 1181523 h 1188296"/>
                <a:gd name="connsiteX212" fmla="*/ 284903 w 573616"/>
                <a:gd name="connsiteY212" fmla="*/ 1188297 h 1188296"/>
                <a:gd name="connsiteX213" fmla="*/ 284903 w 573616"/>
                <a:gd name="connsiteY213" fmla="*/ 1184064 h 1188296"/>
                <a:gd name="connsiteX214" fmla="*/ 280670 w 573616"/>
                <a:gd name="connsiteY214" fmla="*/ 1167130 h 1188296"/>
                <a:gd name="connsiteX215" fmla="*/ 277707 w 573616"/>
                <a:gd name="connsiteY215" fmla="*/ 1151890 h 1188296"/>
                <a:gd name="connsiteX216" fmla="*/ 273473 w 573616"/>
                <a:gd name="connsiteY216" fmla="*/ 1134957 h 1188296"/>
                <a:gd name="connsiteX217" fmla="*/ 270933 w 573616"/>
                <a:gd name="connsiteY217" fmla="*/ 1119717 h 1188296"/>
                <a:gd name="connsiteX218" fmla="*/ 266700 w 573616"/>
                <a:gd name="connsiteY218" fmla="*/ 1102783 h 1188296"/>
                <a:gd name="connsiteX219" fmla="*/ 263737 w 573616"/>
                <a:gd name="connsiteY219" fmla="*/ 1085850 h 1188296"/>
                <a:gd name="connsiteX220" fmla="*/ 259503 w 573616"/>
                <a:gd name="connsiteY220" fmla="*/ 1070610 h 1188296"/>
                <a:gd name="connsiteX221" fmla="*/ 256963 w 573616"/>
                <a:gd name="connsiteY221" fmla="*/ 1053677 h 1188296"/>
                <a:gd name="connsiteX222" fmla="*/ 252730 w 573616"/>
                <a:gd name="connsiteY222" fmla="*/ 1038437 h 1188296"/>
                <a:gd name="connsiteX223" fmla="*/ 249767 w 573616"/>
                <a:gd name="connsiteY223" fmla="*/ 1021504 h 1188296"/>
                <a:gd name="connsiteX224" fmla="*/ 245533 w 573616"/>
                <a:gd name="connsiteY224" fmla="*/ 1006264 h 1188296"/>
                <a:gd name="connsiteX225" fmla="*/ 242570 w 573616"/>
                <a:gd name="connsiteY225" fmla="*/ 989754 h 1188296"/>
                <a:gd name="connsiteX226" fmla="*/ 238337 w 573616"/>
                <a:gd name="connsiteY226" fmla="*/ 972820 h 1188296"/>
                <a:gd name="connsiteX227" fmla="*/ 235796 w 573616"/>
                <a:gd name="connsiteY227" fmla="*/ 957580 h 1188296"/>
                <a:gd name="connsiteX228" fmla="*/ 231563 w 573616"/>
                <a:gd name="connsiteY228" fmla="*/ 941070 h 1188296"/>
                <a:gd name="connsiteX229" fmla="*/ 228600 w 573616"/>
                <a:gd name="connsiteY229" fmla="*/ 925830 h 1188296"/>
                <a:gd name="connsiteX230" fmla="*/ 224367 w 573616"/>
                <a:gd name="connsiteY230" fmla="*/ 908897 h 1188296"/>
                <a:gd name="connsiteX231" fmla="*/ 221403 w 573616"/>
                <a:gd name="connsiteY231" fmla="*/ 893657 h 1188296"/>
                <a:gd name="connsiteX232" fmla="*/ 221403 w 573616"/>
                <a:gd name="connsiteY232" fmla="*/ 892387 h 1188296"/>
                <a:gd name="connsiteX233" fmla="*/ 217170 w 573616"/>
                <a:gd name="connsiteY233" fmla="*/ 877147 h 1188296"/>
                <a:gd name="connsiteX234" fmla="*/ 201507 w 573616"/>
                <a:gd name="connsiteY234" fmla="*/ 864447 h 1188296"/>
                <a:gd name="connsiteX235" fmla="*/ 184996 w 573616"/>
                <a:gd name="connsiteY235" fmla="*/ 851747 h 1188296"/>
                <a:gd name="connsiteX236" fmla="*/ 169757 w 573616"/>
                <a:gd name="connsiteY236" fmla="*/ 840740 h 1188296"/>
                <a:gd name="connsiteX237" fmla="*/ 154517 w 573616"/>
                <a:gd name="connsiteY237" fmla="*/ 829733 h 1188296"/>
                <a:gd name="connsiteX238" fmla="*/ 139277 w 573616"/>
                <a:gd name="connsiteY238" fmla="*/ 818727 h 1188296"/>
                <a:gd name="connsiteX239" fmla="*/ 125307 w 573616"/>
                <a:gd name="connsiteY239" fmla="*/ 808990 h 1188296"/>
                <a:gd name="connsiteX240" fmla="*/ 118110 w 573616"/>
                <a:gd name="connsiteY240" fmla="*/ 803487 h 1188296"/>
                <a:gd name="connsiteX241" fmla="*/ 116840 w 573616"/>
                <a:gd name="connsiteY241" fmla="*/ 789517 h 1188296"/>
                <a:gd name="connsiteX242" fmla="*/ 113877 w 573616"/>
                <a:gd name="connsiteY242" fmla="*/ 774277 h 1188296"/>
                <a:gd name="connsiteX243" fmla="*/ 112607 w 573616"/>
                <a:gd name="connsiteY243" fmla="*/ 757767 h 1188296"/>
                <a:gd name="connsiteX244" fmla="*/ 104140 w 573616"/>
                <a:gd name="connsiteY244" fmla="*/ 740833 h 1188296"/>
                <a:gd name="connsiteX245" fmla="*/ 94403 w 573616"/>
                <a:gd name="connsiteY245" fmla="*/ 725593 h 1188296"/>
                <a:gd name="connsiteX246" fmla="*/ 83396 w 573616"/>
                <a:gd name="connsiteY246" fmla="*/ 709083 h 1188296"/>
                <a:gd name="connsiteX247" fmla="*/ 69427 w 573616"/>
                <a:gd name="connsiteY247" fmla="*/ 704850 h 1188296"/>
                <a:gd name="connsiteX248" fmla="*/ 55457 w 573616"/>
                <a:gd name="connsiteY248" fmla="*/ 695114 h 1188296"/>
                <a:gd name="connsiteX249" fmla="*/ 40217 w 573616"/>
                <a:gd name="connsiteY249" fmla="*/ 692150 h 1188296"/>
                <a:gd name="connsiteX250" fmla="*/ 30480 w 573616"/>
                <a:gd name="connsiteY250" fmla="*/ 676910 h 1188296"/>
                <a:gd name="connsiteX251" fmla="*/ 30480 w 573616"/>
                <a:gd name="connsiteY251" fmla="*/ 662940 h 1188296"/>
                <a:gd name="connsiteX252" fmla="*/ 30480 w 573616"/>
                <a:gd name="connsiteY252" fmla="*/ 654473 h 1188296"/>
                <a:gd name="connsiteX253" fmla="*/ 24977 w 573616"/>
                <a:gd name="connsiteY253" fmla="*/ 640504 h 1188296"/>
                <a:gd name="connsiteX254" fmla="*/ 15240 w 573616"/>
                <a:gd name="connsiteY254" fmla="*/ 623993 h 1188296"/>
                <a:gd name="connsiteX255" fmla="*/ 6773 w 573616"/>
                <a:gd name="connsiteY255" fmla="*/ 610023 h 1188296"/>
                <a:gd name="connsiteX256" fmla="*/ 3810 w 573616"/>
                <a:gd name="connsiteY256" fmla="*/ 596054 h 1188296"/>
                <a:gd name="connsiteX257" fmla="*/ 3810 w 573616"/>
                <a:gd name="connsiteY257" fmla="*/ 593090 h 1188296"/>
                <a:gd name="connsiteX258" fmla="*/ 0 w 573616"/>
                <a:gd name="connsiteY258" fmla="*/ 579120 h 1188296"/>
                <a:gd name="connsiteX259" fmla="*/ 1270 w 573616"/>
                <a:gd name="connsiteY259" fmla="*/ 565150 h 1188296"/>
                <a:gd name="connsiteX260" fmla="*/ 2540 w 573616"/>
                <a:gd name="connsiteY260" fmla="*/ 549487 h 1188296"/>
                <a:gd name="connsiteX261" fmla="*/ 2540 w 573616"/>
                <a:gd name="connsiteY261" fmla="*/ 546947 h 1188296"/>
                <a:gd name="connsiteX262" fmla="*/ 4233 w 573616"/>
                <a:gd name="connsiteY262" fmla="*/ 546947 h 1188296"/>
                <a:gd name="connsiteX263" fmla="*/ 480060 w 573616"/>
                <a:gd name="connsiteY263" fmla="*/ 608330 h 1188296"/>
                <a:gd name="connsiteX264" fmla="*/ 488527 w 573616"/>
                <a:gd name="connsiteY264" fmla="*/ 601133 h 1188296"/>
                <a:gd name="connsiteX265" fmla="*/ 498263 w 573616"/>
                <a:gd name="connsiteY265" fmla="*/ 585893 h 1188296"/>
                <a:gd name="connsiteX266" fmla="*/ 483023 w 573616"/>
                <a:gd name="connsiteY266" fmla="*/ 574464 h 1188296"/>
                <a:gd name="connsiteX267" fmla="*/ 469053 w 573616"/>
                <a:gd name="connsiteY267" fmla="*/ 575733 h 1188296"/>
                <a:gd name="connsiteX268" fmla="*/ 455083 w 573616"/>
                <a:gd name="connsiteY268" fmla="*/ 574464 h 1188296"/>
                <a:gd name="connsiteX269" fmla="*/ 453813 w 573616"/>
                <a:gd name="connsiteY269" fmla="*/ 589704 h 1188296"/>
                <a:gd name="connsiteX270" fmla="*/ 455083 w 573616"/>
                <a:gd name="connsiteY270" fmla="*/ 603673 h 1188296"/>
                <a:gd name="connsiteX271" fmla="*/ 469053 w 573616"/>
                <a:gd name="connsiteY271" fmla="*/ 601980 h 1188296"/>
                <a:gd name="connsiteX272" fmla="*/ 474557 w 573616"/>
                <a:gd name="connsiteY272" fmla="*/ 615950 h 1188296"/>
                <a:gd name="connsiteX273" fmla="*/ 480060 w 573616"/>
                <a:gd name="connsiteY273" fmla="*/ 608330 h 11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</a:cxnLst>
              <a:rect l="l" t="t" r="r" b="b"/>
              <a:pathLst>
                <a:path w="573616" h="1188296">
                  <a:moveTo>
                    <a:pt x="4233" y="546947"/>
                  </a:moveTo>
                  <a:lnTo>
                    <a:pt x="5503" y="541443"/>
                  </a:lnTo>
                  <a:lnTo>
                    <a:pt x="7196" y="537210"/>
                  </a:lnTo>
                  <a:lnTo>
                    <a:pt x="21167" y="523240"/>
                  </a:lnTo>
                  <a:lnTo>
                    <a:pt x="35137" y="517737"/>
                  </a:lnTo>
                  <a:lnTo>
                    <a:pt x="46143" y="503767"/>
                  </a:lnTo>
                  <a:lnTo>
                    <a:pt x="49107" y="489797"/>
                  </a:lnTo>
                  <a:lnTo>
                    <a:pt x="50377" y="488527"/>
                  </a:lnTo>
                  <a:lnTo>
                    <a:pt x="55880" y="483023"/>
                  </a:lnTo>
                  <a:lnTo>
                    <a:pt x="71120" y="476250"/>
                  </a:lnTo>
                  <a:lnTo>
                    <a:pt x="85090" y="467783"/>
                  </a:lnTo>
                  <a:lnTo>
                    <a:pt x="88053" y="467783"/>
                  </a:lnTo>
                  <a:lnTo>
                    <a:pt x="100330" y="452543"/>
                  </a:lnTo>
                  <a:lnTo>
                    <a:pt x="104563" y="438573"/>
                  </a:lnTo>
                  <a:lnTo>
                    <a:pt x="110067" y="433070"/>
                  </a:lnTo>
                  <a:lnTo>
                    <a:pt x="111337" y="417830"/>
                  </a:lnTo>
                  <a:lnTo>
                    <a:pt x="110067" y="403860"/>
                  </a:lnTo>
                  <a:lnTo>
                    <a:pt x="114300" y="389890"/>
                  </a:lnTo>
                  <a:lnTo>
                    <a:pt x="118533" y="374650"/>
                  </a:lnTo>
                  <a:lnTo>
                    <a:pt x="128270" y="360680"/>
                  </a:lnTo>
                  <a:lnTo>
                    <a:pt x="128270" y="359410"/>
                  </a:lnTo>
                  <a:lnTo>
                    <a:pt x="132503" y="344170"/>
                  </a:lnTo>
                  <a:lnTo>
                    <a:pt x="118533" y="338667"/>
                  </a:lnTo>
                  <a:lnTo>
                    <a:pt x="115570" y="323427"/>
                  </a:lnTo>
                  <a:lnTo>
                    <a:pt x="121073" y="309457"/>
                  </a:lnTo>
                  <a:lnTo>
                    <a:pt x="124037" y="298450"/>
                  </a:lnTo>
                  <a:lnTo>
                    <a:pt x="122767" y="294217"/>
                  </a:lnTo>
                  <a:lnTo>
                    <a:pt x="121496" y="285750"/>
                  </a:lnTo>
                  <a:lnTo>
                    <a:pt x="118533" y="271780"/>
                  </a:lnTo>
                  <a:lnTo>
                    <a:pt x="111337" y="256540"/>
                  </a:lnTo>
                  <a:lnTo>
                    <a:pt x="110067" y="242570"/>
                  </a:lnTo>
                  <a:lnTo>
                    <a:pt x="112607" y="228600"/>
                  </a:lnTo>
                  <a:lnTo>
                    <a:pt x="115570" y="213360"/>
                  </a:lnTo>
                  <a:lnTo>
                    <a:pt x="119803" y="199390"/>
                  </a:lnTo>
                  <a:lnTo>
                    <a:pt x="118533" y="185420"/>
                  </a:lnTo>
                  <a:lnTo>
                    <a:pt x="119803" y="182457"/>
                  </a:lnTo>
                  <a:lnTo>
                    <a:pt x="124037" y="168487"/>
                  </a:lnTo>
                  <a:lnTo>
                    <a:pt x="125307" y="162983"/>
                  </a:lnTo>
                  <a:lnTo>
                    <a:pt x="126577" y="154517"/>
                  </a:lnTo>
                  <a:lnTo>
                    <a:pt x="126577" y="153247"/>
                  </a:lnTo>
                  <a:lnTo>
                    <a:pt x="126577" y="149014"/>
                  </a:lnTo>
                  <a:lnTo>
                    <a:pt x="111337" y="141817"/>
                  </a:lnTo>
                  <a:lnTo>
                    <a:pt x="100330" y="138854"/>
                  </a:lnTo>
                  <a:lnTo>
                    <a:pt x="114300" y="124883"/>
                  </a:lnTo>
                  <a:lnTo>
                    <a:pt x="128270" y="115147"/>
                  </a:lnTo>
                  <a:lnTo>
                    <a:pt x="140970" y="101177"/>
                  </a:lnTo>
                  <a:lnTo>
                    <a:pt x="154940" y="87207"/>
                  </a:lnTo>
                  <a:lnTo>
                    <a:pt x="159173" y="84243"/>
                  </a:lnTo>
                  <a:lnTo>
                    <a:pt x="160443" y="71967"/>
                  </a:lnTo>
                  <a:lnTo>
                    <a:pt x="161713" y="64770"/>
                  </a:lnTo>
                  <a:lnTo>
                    <a:pt x="170180" y="60537"/>
                  </a:lnTo>
                  <a:lnTo>
                    <a:pt x="185420" y="60537"/>
                  </a:lnTo>
                  <a:lnTo>
                    <a:pt x="199390" y="52070"/>
                  </a:lnTo>
                  <a:lnTo>
                    <a:pt x="210820" y="38100"/>
                  </a:lnTo>
                  <a:lnTo>
                    <a:pt x="224790" y="27093"/>
                  </a:lnTo>
                  <a:lnTo>
                    <a:pt x="233257" y="25823"/>
                  </a:lnTo>
                  <a:lnTo>
                    <a:pt x="247227" y="17780"/>
                  </a:lnTo>
                  <a:lnTo>
                    <a:pt x="260773" y="16510"/>
                  </a:lnTo>
                  <a:lnTo>
                    <a:pt x="274743" y="11007"/>
                  </a:lnTo>
                  <a:lnTo>
                    <a:pt x="289983" y="5504"/>
                  </a:lnTo>
                  <a:lnTo>
                    <a:pt x="303953" y="0"/>
                  </a:lnTo>
                  <a:lnTo>
                    <a:pt x="319193" y="0"/>
                  </a:lnTo>
                  <a:lnTo>
                    <a:pt x="333163" y="5504"/>
                  </a:lnTo>
                  <a:lnTo>
                    <a:pt x="333163" y="9737"/>
                  </a:lnTo>
                  <a:lnTo>
                    <a:pt x="324696" y="16510"/>
                  </a:lnTo>
                  <a:lnTo>
                    <a:pt x="324696" y="30480"/>
                  </a:lnTo>
                  <a:lnTo>
                    <a:pt x="340360" y="26247"/>
                  </a:lnTo>
                  <a:lnTo>
                    <a:pt x="334857" y="11007"/>
                  </a:lnTo>
                  <a:lnTo>
                    <a:pt x="337396" y="12277"/>
                  </a:lnTo>
                  <a:lnTo>
                    <a:pt x="352637" y="13547"/>
                  </a:lnTo>
                  <a:lnTo>
                    <a:pt x="364067" y="14817"/>
                  </a:lnTo>
                  <a:lnTo>
                    <a:pt x="378037" y="19050"/>
                  </a:lnTo>
                  <a:lnTo>
                    <a:pt x="381000" y="33020"/>
                  </a:lnTo>
                  <a:lnTo>
                    <a:pt x="381000" y="37254"/>
                  </a:lnTo>
                  <a:lnTo>
                    <a:pt x="379307" y="38523"/>
                  </a:lnTo>
                  <a:lnTo>
                    <a:pt x="378037" y="52493"/>
                  </a:lnTo>
                  <a:lnTo>
                    <a:pt x="392007" y="66464"/>
                  </a:lnTo>
                  <a:lnTo>
                    <a:pt x="398780" y="73660"/>
                  </a:lnTo>
                  <a:lnTo>
                    <a:pt x="390313" y="85937"/>
                  </a:lnTo>
                  <a:lnTo>
                    <a:pt x="387773" y="90170"/>
                  </a:lnTo>
                  <a:lnTo>
                    <a:pt x="390313" y="87207"/>
                  </a:lnTo>
                  <a:lnTo>
                    <a:pt x="392007" y="92710"/>
                  </a:lnTo>
                  <a:lnTo>
                    <a:pt x="394970" y="96943"/>
                  </a:lnTo>
                  <a:lnTo>
                    <a:pt x="410210" y="101177"/>
                  </a:lnTo>
                  <a:lnTo>
                    <a:pt x="411480" y="99907"/>
                  </a:lnTo>
                  <a:lnTo>
                    <a:pt x="426720" y="88477"/>
                  </a:lnTo>
                  <a:lnTo>
                    <a:pt x="440690" y="76200"/>
                  </a:lnTo>
                  <a:lnTo>
                    <a:pt x="454660" y="70697"/>
                  </a:lnTo>
                  <a:lnTo>
                    <a:pt x="468630" y="59690"/>
                  </a:lnTo>
                  <a:lnTo>
                    <a:pt x="482600" y="45720"/>
                  </a:lnTo>
                  <a:lnTo>
                    <a:pt x="497840" y="52917"/>
                  </a:lnTo>
                  <a:lnTo>
                    <a:pt x="503343" y="66887"/>
                  </a:lnTo>
                  <a:lnTo>
                    <a:pt x="504613" y="80857"/>
                  </a:lnTo>
                  <a:lnTo>
                    <a:pt x="489373" y="93557"/>
                  </a:lnTo>
                  <a:lnTo>
                    <a:pt x="480907" y="107527"/>
                  </a:lnTo>
                  <a:lnTo>
                    <a:pt x="474133" y="121497"/>
                  </a:lnTo>
                  <a:lnTo>
                    <a:pt x="467360" y="135467"/>
                  </a:lnTo>
                  <a:lnTo>
                    <a:pt x="453390" y="146473"/>
                  </a:lnTo>
                  <a:lnTo>
                    <a:pt x="439420" y="154940"/>
                  </a:lnTo>
                  <a:lnTo>
                    <a:pt x="424180" y="162137"/>
                  </a:lnTo>
                  <a:lnTo>
                    <a:pt x="422910" y="166370"/>
                  </a:lnTo>
                  <a:lnTo>
                    <a:pt x="417407" y="180340"/>
                  </a:lnTo>
                  <a:lnTo>
                    <a:pt x="415713" y="194310"/>
                  </a:lnTo>
                  <a:lnTo>
                    <a:pt x="417407" y="209550"/>
                  </a:lnTo>
                  <a:lnTo>
                    <a:pt x="424180" y="223520"/>
                  </a:lnTo>
                  <a:lnTo>
                    <a:pt x="425450" y="229023"/>
                  </a:lnTo>
                  <a:lnTo>
                    <a:pt x="435187" y="244264"/>
                  </a:lnTo>
                  <a:lnTo>
                    <a:pt x="447887" y="258233"/>
                  </a:lnTo>
                  <a:lnTo>
                    <a:pt x="452120" y="259504"/>
                  </a:lnTo>
                  <a:lnTo>
                    <a:pt x="466090" y="267970"/>
                  </a:lnTo>
                  <a:lnTo>
                    <a:pt x="480060" y="277707"/>
                  </a:lnTo>
                  <a:lnTo>
                    <a:pt x="494030" y="281940"/>
                  </a:lnTo>
                  <a:lnTo>
                    <a:pt x="494030" y="295910"/>
                  </a:lnTo>
                  <a:lnTo>
                    <a:pt x="495300" y="302683"/>
                  </a:lnTo>
                  <a:lnTo>
                    <a:pt x="495300" y="316654"/>
                  </a:lnTo>
                  <a:lnTo>
                    <a:pt x="495300" y="330623"/>
                  </a:lnTo>
                  <a:lnTo>
                    <a:pt x="505037" y="345864"/>
                  </a:lnTo>
                  <a:lnTo>
                    <a:pt x="502073" y="359833"/>
                  </a:lnTo>
                  <a:lnTo>
                    <a:pt x="493607" y="373804"/>
                  </a:lnTo>
                  <a:lnTo>
                    <a:pt x="493607" y="375073"/>
                  </a:lnTo>
                  <a:lnTo>
                    <a:pt x="486833" y="390314"/>
                  </a:lnTo>
                  <a:lnTo>
                    <a:pt x="479637" y="402590"/>
                  </a:lnTo>
                  <a:lnTo>
                    <a:pt x="472440" y="416560"/>
                  </a:lnTo>
                  <a:lnTo>
                    <a:pt x="458470" y="430530"/>
                  </a:lnTo>
                  <a:lnTo>
                    <a:pt x="454237" y="444500"/>
                  </a:lnTo>
                  <a:lnTo>
                    <a:pt x="440267" y="451273"/>
                  </a:lnTo>
                  <a:lnTo>
                    <a:pt x="431800" y="465243"/>
                  </a:lnTo>
                  <a:lnTo>
                    <a:pt x="417830" y="470747"/>
                  </a:lnTo>
                  <a:lnTo>
                    <a:pt x="403860" y="483023"/>
                  </a:lnTo>
                  <a:lnTo>
                    <a:pt x="389890" y="491490"/>
                  </a:lnTo>
                  <a:lnTo>
                    <a:pt x="375920" y="501227"/>
                  </a:lnTo>
                  <a:lnTo>
                    <a:pt x="360680" y="513927"/>
                  </a:lnTo>
                  <a:lnTo>
                    <a:pt x="353907" y="527897"/>
                  </a:lnTo>
                  <a:lnTo>
                    <a:pt x="353907" y="538904"/>
                  </a:lnTo>
                  <a:lnTo>
                    <a:pt x="356446" y="552873"/>
                  </a:lnTo>
                  <a:lnTo>
                    <a:pt x="363643" y="566843"/>
                  </a:lnTo>
                  <a:lnTo>
                    <a:pt x="363643" y="568114"/>
                  </a:lnTo>
                  <a:lnTo>
                    <a:pt x="373380" y="583354"/>
                  </a:lnTo>
                  <a:lnTo>
                    <a:pt x="387350" y="597323"/>
                  </a:lnTo>
                  <a:lnTo>
                    <a:pt x="401320" y="608330"/>
                  </a:lnTo>
                  <a:lnTo>
                    <a:pt x="416560" y="615527"/>
                  </a:lnTo>
                  <a:lnTo>
                    <a:pt x="423333" y="615527"/>
                  </a:lnTo>
                  <a:lnTo>
                    <a:pt x="438573" y="610023"/>
                  </a:lnTo>
                  <a:lnTo>
                    <a:pt x="452543" y="614257"/>
                  </a:lnTo>
                  <a:lnTo>
                    <a:pt x="449580" y="628227"/>
                  </a:lnTo>
                  <a:lnTo>
                    <a:pt x="450850" y="642197"/>
                  </a:lnTo>
                  <a:lnTo>
                    <a:pt x="466090" y="640927"/>
                  </a:lnTo>
                  <a:lnTo>
                    <a:pt x="480060" y="632460"/>
                  </a:lnTo>
                  <a:lnTo>
                    <a:pt x="483023" y="618490"/>
                  </a:lnTo>
                  <a:lnTo>
                    <a:pt x="495723" y="619760"/>
                  </a:lnTo>
                  <a:lnTo>
                    <a:pt x="506730" y="633730"/>
                  </a:lnTo>
                  <a:lnTo>
                    <a:pt x="505460" y="648970"/>
                  </a:lnTo>
                  <a:lnTo>
                    <a:pt x="506730" y="662940"/>
                  </a:lnTo>
                  <a:lnTo>
                    <a:pt x="510963" y="662940"/>
                  </a:lnTo>
                  <a:lnTo>
                    <a:pt x="524933" y="675640"/>
                  </a:lnTo>
                  <a:lnTo>
                    <a:pt x="510963" y="679873"/>
                  </a:lnTo>
                  <a:lnTo>
                    <a:pt x="524933" y="688340"/>
                  </a:lnTo>
                  <a:lnTo>
                    <a:pt x="538903" y="681567"/>
                  </a:lnTo>
                  <a:lnTo>
                    <a:pt x="551180" y="690033"/>
                  </a:lnTo>
                  <a:lnTo>
                    <a:pt x="565573" y="695537"/>
                  </a:lnTo>
                  <a:lnTo>
                    <a:pt x="565573" y="701040"/>
                  </a:lnTo>
                  <a:lnTo>
                    <a:pt x="565573" y="704004"/>
                  </a:lnTo>
                  <a:lnTo>
                    <a:pt x="563880" y="708237"/>
                  </a:lnTo>
                  <a:lnTo>
                    <a:pt x="562610" y="712470"/>
                  </a:lnTo>
                  <a:lnTo>
                    <a:pt x="560917" y="726440"/>
                  </a:lnTo>
                  <a:lnTo>
                    <a:pt x="559646" y="734907"/>
                  </a:lnTo>
                  <a:lnTo>
                    <a:pt x="558377" y="741680"/>
                  </a:lnTo>
                  <a:lnTo>
                    <a:pt x="559646" y="751417"/>
                  </a:lnTo>
                  <a:lnTo>
                    <a:pt x="559646" y="756920"/>
                  </a:lnTo>
                  <a:lnTo>
                    <a:pt x="559646" y="763693"/>
                  </a:lnTo>
                  <a:lnTo>
                    <a:pt x="559646" y="766657"/>
                  </a:lnTo>
                  <a:lnTo>
                    <a:pt x="558377" y="780627"/>
                  </a:lnTo>
                  <a:lnTo>
                    <a:pt x="565573" y="794597"/>
                  </a:lnTo>
                  <a:lnTo>
                    <a:pt x="573617" y="808567"/>
                  </a:lnTo>
                  <a:lnTo>
                    <a:pt x="565573" y="824230"/>
                  </a:lnTo>
                  <a:lnTo>
                    <a:pt x="562610" y="825500"/>
                  </a:lnTo>
                  <a:lnTo>
                    <a:pt x="548640" y="833967"/>
                  </a:lnTo>
                  <a:lnTo>
                    <a:pt x="533400" y="840740"/>
                  </a:lnTo>
                  <a:lnTo>
                    <a:pt x="518160" y="849207"/>
                  </a:lnTo>
                  <a:lnTo>
                    <a:pt x="515196" y="850477"/>
                  </a:lnTo>
                  <a:lnTo>
                    <a:pt x="498263" y="857673"/>
                  </a:lnTo>
                  <a:lnTo>
                    <a:pt x="484293" y="864870"/>
                  </a:lnTo>
                  <a:lnTo>
                    <a:pt x="471593" y="877570"/>
                  </a:lnTo>
                  <a:lnTo>
                    <a:pt x="463127" y="891540"/>
                  </a:lnTo>
                  <a:lnTo>
                    <a:pt x="460163" y="893233"/>
                  </a:lnTo>
                  <a:lnTo>
                    <a:pt x="444923" y="897467"/>
                  </a:lnTo>
                  <a:lnTo>
                    <a:pt x="439420" y="901700"/>
                  </a:lnTo>
                  <a:lnTo>
                    <a:pt x="438150" y="916940"/>
                  </a:lnTo>
                  <a:lnTo>
                    <a:pt x="427143" y="930910"/>
                  </a:lnTo>
                  <a:lnTo>
                    <a:pt x="421640" y="937683"/>
                  </a:lnTo>
                  <a:lnTo>
                    <a:pt x="407670" y="938954"/>
                  </a:lnTo>
                  <a:lnTo>
                    <a:pt x="393700" y="943187"/>
                  </a:lnTo>
                  <a:lnTo>
                    <a:pt x="389467" y="948690"/>
                  </a:lnTo>
                  <a:lnTo>
                    <a:pt x="381423" y="962660"/>
                  </a:lnTo>
                  <a:lnTo>
                    <a:pt x="369993" y="976630"/>
                  </a:lnTo>
                  <a:lnTo>
                    <a:pt x="368723" y="991870"/>
                  </a:lnTo>
                  <a:lnTo>
                    <a:pt x="375920" y="1007110"/>
                  </a:lnTo>
                  <a:lnTo>
                    <a:pt x="380153" y="1021080"/>
                  </a:lnTo>
                  <a:lnTo>
                    <a:pt x="384387" y="1036320"/>
                  </a:lnTo>
                  <a:lnTo>
                    <a:pt x="388620" y="1051560"/>
                  </a:lnTo>
                  <a:lnTo>
                    <a:pt x="389890" y="1066800"/>
                  </a:lnTo>
                  <a:lnTo>
                    <a:pt x="392853" y="1075267"/>
                  </a:lnTo>
                  <a:lnTo>
                    <a:pt x="388620" y="1089237"/>
                  </a:lnTo>
                  <a:lnTo>
                    <a:pt x="383117" y="1103207"/>
                  </a:lnTo>
                  <a:lnTo>
                    <a:pt x="369146" y="1117177"/>
                  </a:lnTo>
                  <a:lnTo>
                    <a:pt x="361950" y="1132417"/>
                  </a:lnTo>
                  <a:lnTo>
                    <a:pt x="352213" y="1146387"/>
                  </a:lnTo>
                  <a:lnTo>
                    <a:pt x="346710" y="1156123"/>
                  </a:lnTo>
                  <a:lnTo>
                    <a:pt x="335280" y="1170093"/>
                  </a:lnTo>
                  <a:lnTo>
                    <a:pt x="328507" y="1170093"/>
                  </a:lnTo>
                  <a:lnTo>
                    <a:pt x="314537" y="1174327"/>
                  </a:lnTo>
                  <a:lnTo>
                    <a:pt x="300567" y="1181523"/>
                  </a:lnTo>
                  <a:lnTo>
                    <a:pt x="284903" y="1188297"/>
                  </a:lnTo>
                  <a:lnTo>
                    <a:pt x="284903" y="1184064"/>
                  </a:lnTo>
                  <a:lnTo>
                    <a:pt x="280670" y="1167130"/>
                  </a:lnTo>
                  <a:lnTo>
                    <a:pt x="277707" y="1151890"/>
                  </a:lnTo>
                  <a:lnTo>
                    <a:pt x="273473" y="1134957"/>
                  </a:lnTo>
                  <a:lnTo>
                    <a:pt x="270933" y="1119717"/>
                  </a:lnTo>
                  <a:lnTo>
                    <a:pt x="266700" y="1102783"/>
                  </a:lnTo>
                  <a:lnTo>
                    <a:pt x="263737" y="1085850"/>
                  </a:lnTo>
                  <a:lnTo>
                    <a:pt x="259503" y="1070610"/>
                  </a:lnTo>
                  <a:lnTo>
                    <a:pt x="256963" y="1053677"/>
                  </a:lnTo>
                  <a:lnTo>
                    <a:pt x="252730" y="1038437"/>
                  </a:lnTo>
                  <a:lnTo>
                    <a:pt x="249767" y="1021504"/>
                  </a:lnTo>
                  <a:lnTo>
                    <a:pt x="245533" y="1006264"/>
                  </a:lnTo>
                  <a:lnTo>
                    <a:pt x="242570" y="989754"/>
                  </a:lnTo>
                  <a:lnTo>
                    <a:pt x="238337" y="972820"/>
                  </a:lnTo>
                  <a:lnTo>
                    <a:pt x="235796" y="957580"/>
                  </a:lnTo>
                  <a:lnTo>
                    <a:pt x="231563" y="941070"/>
                  </a:lnTo>
                  <a:lnTo>
                    <a:pt x="228600" y="925830"/>
                  </a:lnTo>
                  <a:lnTo>
                    <a:pt x="224367" y="908897"/>
                  </a:lnTo>
                  <a:lnTo>
                    <a:pt x="221403" y="893657"/>
                  </a:lnTo>
                  <a:lnTo>
                    <a:pt x="221403" y="892387"/>
                  </a:lnTo>
                  <a:lnTo>
                    <a:pt x="217170" y="877147"/>
                  </a:lnTo>
                  <a:lnTo>
                    <a:pt x="201507" y="864447"/>
                  </a:lnTo>
                  <a:lnTo>
                    <a:pt x="184996" y="851747"/>
                  </a:lnTo>
                  <a:lnTo>
                    <a:pt x="169757" y="840740"/>
                  </a:lnTo>
                  <a:lnTo>
                    <a:pt x="154517" y="829733"/>
                  </a:lnTo>
                  <a:lnTo>
                    <a:pt x="139277" y="818727"/>
                  </a:lnTo>
                  <a:lnTo>
                    <a:pt x="125307" y="808990"/>
                  </a:lnTo>
                  <a:lnTo>
                    <a:pt x="118110" y="803487"/>
                  </a:lnTo>
                  <a:lnTo>
                    <a:pt x="116840" y="789517"/>
                  </a:lnTo>
                  <a:lnTo>
                    <a:pt x="113877" y="774277"/>
                  </a:lnTo>
                  <a:lnTo>
                    <a:pt x="112607" y="757767"/>
                  </a:lnTo>
                  <a:lnTo>
                    <a:pt x="104140" y="740833"/>
                  </a:lnTo>
                  <a:lnTo>
                    <a:pt x="94403" y="725593"/>
                  </a:lnTo>
                  <a:lnTo>
                    <a:pt x="83396" y="709083"/>
                  </a:lnTo>
                  <a:lnTo>
                    <a:pt x="69427" y="704850"/>
                  </a:lnTo>
                  <a:lnTo>
                    <a:pt x="55457" y="695114"/>
                  </a:lnTo>
                  <a:lnTo>
                    <a:pt x="40217" y="692150"/>
                  </a:lnTo>
                  <a:lnTo>
                    <a:pt x="30480" y="676910"/>
                  </a:lnTo>
                  <a:lnTo>
                    <a:pt x="30480" y="662940"/>
                  </a:lnTo>
                  <a:lnTo>
                    <a:pt x="30480" y="654473"/>
                  </a:lnTo>
                  <a:lnTo>
                    <a:pt x="24977" y="640504"/>
                  </a:lnTo>
                  <a:lnTo>
                    <a:pt x="15240" y="623993"/>
                  </a:lnTo>
                  <a:lnTo>
                    <a:pt x="6773" y="610023"/>
                  </a:lnTo>
                  <a:lnTo>
                    <a:pt x="3810" y="596054"/>
                  </a:lnTo>
                  <a:lnTo>
                    <a:pt x="3810" y="593090"/>
                  </a:lnTo>
                  <a:lnTo>
                    <a:pt x="0" y="579120"/>
                  </a:lnTo>
                  <a:lnTo>
                    <a:pt x="1270" y="565150"/>
                  </a:lnTo>
                  <a:lnTo>
                    <a:pt x="2540" y="549487"/>
                  </a:lnTo>
                  <a:lnTo>
                    <a:pt x="2540" y="546947"/>
                  </a:lnTo>
                  <a:lnTo>
                    <a:pt x="4233" y="546947"/>
                  </a:lnTo>
                  <a:close/>
                  <a:moveTo>
                    <a:pt x="480060" y="608330"/>
                  </a:moveTo>
                  <a:lnTo>
                    <a:pt x="488527" y="601133"/>
                  </a:lnTo>
                  <a:lnTo>
                    <a:pt x="498263" y="585893"/>
                  </a:lnTo>
                  <a:lnTo>
                    <a:pt x="483023" y="574464"/>
                  </a:lnTo>
                  <a:lnTo>
                    <a:pt x="469053" y="575733"/>
                  </a:lnTo>
                  <a:lnTo>
                    <a:pt x="455083" y="574464"/>
                  </a:lnTo>
                  <a:lnTo>
                    <a:pt x="453813" y="589704"/>
                  </a:lnTo>
                  <a:lnTo>
                    <a:pt x="455083" y="603673"/>
                  </a:lnTo>
                  <a:lnTo>
                    <a:pt x="469053" y="601980"/>
                  </a:lnTo>
                  <a:lnTo>
                    <a:pt x="474557" y="615950"/>
                  </a:lnTo>
                  <a:lnTo>
                    <a:pt x="480060" y="608330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6" name="Freeform 2295">
              <a:extLst>
                <a:ext uri="{FF2B5EF4-FFF2-40B4-BE49-F238E27FC236}">
                  <a16:creationId xmlns:a16="http://schemas.microsoft.com/office/drawing/2014/main" id="{C65EFBD4-3F64-8B45-BF3D-94A8D84FF1A3}"/>
                </a:ext>
              </a:extLst>
            </p:cNvPr>
            <p:cNvSpPr/>
            <p:nvPr/>
          </p:nvSpPr>
          <p:spPr>
            <a:xfrm>
              <a:off x="9307406" y="6354656"/>
              <a:ext cx="1548130" cy="1209463"/>
            </a:xfrm>
            <a:custGeom>
              <a:avLst/>
              <a:gdLst>
                <a:gd name="connsiteX0" fmla="*/ 1548130 w 1548130"/>
                <a:gd name="connsiteY0" fmla="*/ 1209464 h 1209463"/>
                <a:gd name="connsiteX1" fmla="*/ 73237 w 1548130"/>
                <a:gd name="connsiteY1" fmla="*/ 1209464 h 1209463"/>
                <a:gd name="connsiteX2" fmla="*/ 73237 w 1548130"/>
                <a:gd name="connsiteY2" fmla="*/ 1198033 h 1209463"/>
                <a:gd name="connsiteX3" fmla="*/ 71543 w 1548130"/>
                <a:gd name="connsiteY3" fmla="*/ 1170093 h 1209463"/>
                <a:gd name="connsiteX4" fmla="*/ 70273 w 1548130"/>
                <a:gd name="connsiteY4" fmla="*/ 1137920 h 1209463"/>
                <a:gd name="connsiteX5" fmla="*/ 70273 w 1548130"/>
                <a:gd name="connsiteY5" fmla="*/ 1114214 h 1209463"/>
                <a:gd name="connsiteX6" fmla="*/ 69004 w 1548130"/>
                <a:gd name="connsiteY6" fmla="*/ 1098973 h 1209463"/>
                <a:gd name="connsiteX7" fmla="*/ 69004 w 1548130"/>
                <a:gd name="connsiteY7" fmla="*/ 1080770 h 1209463"/>
                <a:gd name="connsiteX8" fmla="*/ 69004 w 1548130"/>
                <a:gd name="connsiteY8" fmla="*/ 1065530 h 1209463"/>
                <a:gd name="connsiteX9" fmla="*/ 67733 w 1548130"/>
                <a:gd name="connsiteY9" fmla="*/ 1050290 h 1209463"/>
                <a:gd name="connsiteX10" fmla="*/ 67733 w 1548130"/>
                <a:gd name="connsiteY10" fmla="*/ 1030817 h 1209463"/>
                <a:gd name="connsiteX11" fmla="*/ 66040 w 1548130"/>
                <a:gd name="connsiteY11" fmla="*/ 1007110 h 1209463"/>
                <a:gd name="connsiteX12" fmla="*/ 66040 w 1548130"/>
                <a:gd name="connsiteY12" fmla="*/ 982133 h 1209463"/>
                <a:gd name="connsiteX13" fmla="*/ 64770 w 1548130"/>
                <a:gd name="connsiteY13" fmla="*/ 957157 h 1209463"/>
                <a:gd name="connsiteX14" fmla="*/ 64770 w 1548130"/>
                <a:gd name="connsiteY14" fmla="*/ 934720 h 1209463"/>
                <a:gd name="connsiteX15" fmla="*/ 63077 w 1548130"/>
                <a:gd name="connsiteY15" fmla="*/ 915247 h 1209463"/>
                <a:gd name="connsiteX16" fmla="*/ 63077 w 1548130"/>
                <a:gd name="connsiteY16" fmla="*/ 888577 h 1209463"/>
                <a:gd name="connsiteX17" fmla="*/ 61807 w 1548130"/>
                <a:gd name="connsiteY17" fmla="*/ 850900 h 1209463"/>
                <a:gd name="connsiteX18" fmla="*/ 60537 w 1548130"/>
                <a:gd name="connsiteY18" fmla="*/ 818727 h 1209463"/>
                <a:gd name="connsiteX19" fmla="*/ 60537 w 1548130"/>
                <a:gd name="connsiteY19" fmla="*/ 793327 h 1209463"/>
                <a:gd name="connsiteX20" fmla="*/ 59267 w 1548130"/>
                <a:gd name="connsiteY20" fmla="*/ 779357 h 1209463"/>
                <a:gd name="connsiteX21" fmla="*/ 59267 w 1548130"/>
                <a:gd name="connsiteY21" fmla="*/ 775123 h 1209463"/>
                <a:gd name="connsiteX22" fmla="*/ 59267 w 1548130"/>
                <a:gd name="connsiteY22" fmla="*/ 759883 h 1209463"/>
                <a:gd name="connsiteX23" fmla="*/ 57573 w 1548130"/>
                <a:gd name="connsiteY23" fmla="*/ 741680 h 1209463"/>
                <a:gd name="connsiteX24" fmla="*/ 57573 w 1548130"/>
                <a:gd name="connsiteY24" fmla="*/ 726440 h 1209463"/>
                <a:gd name="connsiteX25" fmla="*/ 57573 w 1548130"/>
                <a:gd name="connsiteY25" fmla="*/ 712470 h 1209463"/>
                <a:gd name="connsiteX26" fmla="*/ 56304 w 1548130"/>
                <a:gd name="connsiteY26" fmla="*/ 698500 h 1209463"/>
                <a:gd name="connsiteX27" fmla="*/ 56304 w 1548130"/>
                <a:gd name="connsiteY27" fmla="*/ 682837 h 1209463"/>
                <a:gd name="connsiteX28" fmla="*/ 56304 w 1548130"/>
                <a:gd name="connsiteY28" fmla="*/ 667597 h 1209463"/>
                <a:gd name="connsiteX29" fmla="*/ 55033 w 1548130"/>
                <a:gd name="connsiteY29" fmla="*/ 656590 h 1209463"/>
                <a:gd name="connsiteX30" fmla="*/ 55033 w 1548130"/>
                <a:gd name="connsiteY30" fmla="*/ 642620 h 1209463"/>
                <a:gd name="connsiteX31" fmla="*/ 53340 w 1548130"/>
                <a:gd name="connsiteY31" fmla="*/ 626110 h 1209463"/>
                <a:gd name="connsiteX32" fmla="*/ 53340 w 1548130"/>
                <a:gd name="connsiteY32" fmla="*/ 612140 h 1209463"/>
                <a:gd name="connsiteX33" fmla="*/ 53340 w 1548130"/>
                <a:gd name="connsiteY33" fmla="*/ 607907 h 1209463"/>
                <a:gd name="connsiteX34" fmla="*/ 53340 w 1548130"/>
                <a:gd name="connsiteY34" fmla="*/ 592667 h 1209463"/>
                <a:gd name="connsiteX35" fmla="*/ 52070 w 1548130"/>
                <a:gd name="connsiteY35" fmla="*/ 578697 h 1209463"/>
                <a:gd name="connsiteX36" fmla="*/ 52070 w 1548130"/>
                <a:gd name="connsiteY36" fmla="*/ 563457 h 1209463"/>
                <a:gd name="connsiteX37" fmla="*/ 52070 w 1548130"/>
                <a:gd name="connsiteY37" fmla="*/ 548217 h 1209463"/>
                <a:gd name="connsiteX38" fmla="*/ 50800 w 1548130"/>
                <a:gd name="connsiteY38" fmla="*/ 532977 h 1209463"/>
                <a:gd name="connsiteX39" fmla="*/ 50800 w 1548130"/>
                <a:gd name="connsiteY39" fmla="*/ 519007 h 1209463"/>
                <a:gd name="connsiteX40" fmla="*/ 49530 w 1548130"/>
                <a:gd name="connsiteY40" fmla="*/ 503343 h 1209463"/>
                <a:gd name="connsiteX41" fmla="*/ 48260 w 1548130"/>
                <a:gd name="connsiteY41" fmla="*/ 444923 h 1209463"/>
                <a:gd name="connsiteX42" fmla="*/ 46990 w 1548130"/>
                <a:gd name="connsiteY42" fmla="*/ 430954 h 1209463"/>
                <a:gd name="connsiteX43" fmla="*/ 46990 w 1548130"/>
                <a:gd name="connsiteY43" fmla="*/ 416983 h 1209463"/>
                <a:gd name="connsiteX44" fmla="*/ 45297 w 1548130"/>
                <a:gd name="connsiteY44" fmla="*/ 401743 h 1209463"/>
                <a:gd name="connsiteX45" fmla="*/ 38523 w 1548130"/>
                <a:gd name="connsiteY45" fmla="*/ 386080 h 1209463"/>
                <a:gd name="connsiteX46" fmla="*/ 33020 w 1548130"/>
                <a:gd name="connsiteY46" fmla="*/ 372110 h 1209463"/>
                <a:gd name="connsiteX47" fmla="*/ 27517 w 1548130"/>
                <a:gd name="connsiteY47" fmla="*/ 356870 h 1209463"/>
                <a:gd name="connsiteX48" fmla="*/ 27517 w 1548130"/>
                <a:gd name="connsiteY48" fmla="*/ 342900 h 1209463"/>
                <a:gd name="connsiteX49" fmla="*/ 27517 w 1548130"/>
                <a:gd name="connsiteY49" fmla="*/ 334433 h 1209463"/>
                <a:gd name="connsiteX50" fmla="*/ 20743 w 1548130"/>
                <a:gd name="connsiteY50" fmla="*/ 320464 h 1209463"/>
                <a:gd name="connsiteX51" fmla="*/ 19473 w 1548130"/>
                <a:gd name="connsiteY51" fmla="*/ 305223 h 1209463"/>
                <a:gd name="connsiteX52" fmla="*/ 16510 w 1548130"/>
                <a:gd name="connsiteY52" fmla="*/ 289983 h 1209463"/>
                <a:gd name="connsiteX53" fmla="*/ 11007 w 1548130"/>
                <a:gd name="connsiteY53" fmla="*/ 276014 h 1209463"/>
                <a:gd name="connsiteX54" fmla="*/ 8467 w 1548130"/>
                <a:gd name="connsiteY54" fmla="*/ 268817 h 1209463"/>
                <a:gd name="connsiteX55" fmla="*/ 0 w 1548130"/>
                <a:gd name="connsiteY55" fmla="*/ 253577 h 1209463"/>
                <a:gd name="connsiteX56" fmla="*/ 1270 w 1548130"/>
                <a:gd name="connsiteY56" fmla="*/ 239607 h 1209463"/>
                <a:gd name="connsiteX57" fmla="*/ 8043 w 1548130"/>
                <a:gd name="connsiteY57" fmla="*/ 224367 h 1209463"/>
                <a:gd name="connsiteX58" fmla="*/ 17780 w 1548130"/>
                <a:gd name="connsiteY58" fmla="*/ 210397 h 1209463"/>
                <a:gd name="connsiteX59" fmla="*/ 26247 w 1548130"/>
                <a:gd name="connsiteY59" fmla="*/ 195157 h 1209463"/>
                <a:gd name="connsiteX60" fmla="*/ 28787 w 1548130"/>
                <a:gd name="connsiteY60" fmla="*/ 181187 h 1209463"/>
                <a:gd name="connsiteX61" fmla="*/ 34290 w 1548130"/>
                <a:gd name="connsiteY61" fmla="*/ 167217 h 1209463"/>
                <a:gd name="connsiteX62" fmla="*/ 35560 w 1548130"/>
                <a:gd name="connsiteY62" fmla="*/ 153247 h 1209463"/>
                <a:gd name="connsiteX63" fmla="*/ 36830 w 1548130"/>
                <a:gd name="connsiteY63" fmla="*/ 151977 h 1209463"/>
                <a:gd name="connsiteX64" fmla="*/ 35560 w 1548130"/>
                <a:gd name="connsiteY64" fmla="*/ 138007 h 1209463"/>
                <a:gd name="connsiteX65" fmla="*/ 30057 w 1548130"/>
                <a:gd name="connsiteY65" fmla="*/ 126577 h 1209463"/>
                <a:gd name="connsiteX66" fmla="*/ 25823 w 1548130"/>
                <a:gd name="connsiteY66" fmla="*/ 111337 h 1209463"/>
                <a:gd name="connsiteX67" fmla="*/ 18627 w 1548130"/>
                <a:gd name="connsiteY67" fmla="*/ 97367 h 1209463"/>
                <a:gd name="connsiteX68" fmla="*/ 14393 w 1548130"/>
                <a:gd name="connsiteY68" fmla="*/ 83397 h 1209463"/>
                <a:gd name="connsiteX69" fmla="*/ 15664 w 1548130"/>
                <a:gd name="connsiteY69" fmla="*/ 69427 h 1209463"/>
                <a:gd name="connsiteX70" fmla="*/ 12700 w 1548130"/>
                <a:gd name="connsiteY70" fmla="*/ 54187 h 1209463"/>
                <a:gd name="connsiteX71" fmla="*/ 16933 w 1548130"/>
                <a:gd name="connsiteY71" fmla="*/ 40217 h 1209463"/>
                <a:gd name="connsiteX72" fmla="*/ 30904 w 1548130"/>
                <a:gd name="connsiteY72" fmla="*/ 29210 h 1209463"/>
                <a:gd name="connsiteX73" fmla="*/ 35137 w 1548130"/>
                <a:gd name="connsiteY73" fmla="*/ 26247 h 1209463"/>
                <a:gd name="connsiteX74" fmla="*/ 39370 w 1548130"/>
                <a:gd name="connsiteY74" fmla="*/ 11007 h 1209463"/>
                <a:gd name="connsiteX75" fmla="*/ 50377 w 1548130"/>
                <a:gd name="connsiteY75" fmla="*/ 0 h 1209463"/>
                <a:gd name="connsiteX76" fmla="*/ 52917 w 1548130"/>
                <a:gd name="connsiteY76" fmla="*/ 12700 h 1209463"/>
                <a:gd name="connsiteX77" fmla="*/ 62654 w 1548130"/>
                <a:gd name="connsiteY77" fmla="*/ 21167 h 1209463"/>
                <a:gd name="connsiteX78" fmla="*/ 77893 w 1548130"/>
                <a:gd name="connsiteY78" fmla="*/ 25400 h 1209463"/>
                <a:gd name="connsiteX79" fmla="*/ 91864 w 1548130"/>
                <a:gd name="connsiteY79" fmla="*/ 24130 h 1209463"/>
                <a:gd name="connsiteX80" fmla="*/ 105833 w 1548130"/>
                <a:gd name="connsiteY80" fmla="*/ 19897 h 1209463"/>
                <a:gd name="connsiteX81" fmla="*/ 119804 w 1548130"/>
                <a:gd name="connsiteY81" fmla="*/ 14393 h 1209463"/>
                <a:gd name="connsiteX82" fmla="*/ 135043 w 1548130"/>
                <a:gd name="connsiteY82" fmla="*/ 11430 h 1209463"/>
                <a:gd name="connsiteX83" fmla="*/ 149014 w 1548130"/>
                <a:gd name="connsiteY83" fmla="*/ 5927 h 1209463"/>
                <a:gd name="connsiteX84" fmla="*/ 162983 w 1548130"/>
                <a:gd name="connsiteY84" fmla="*/ 5927 h 1209463"/>
                <a:gd name="connsiteX85" fmla="*/ 178223 w 1548130"/>
                <a:gd name="connsiteY85" fmla="*/ 8890 h 1209463"/>
                <a:gd name="connsiteX86" fmla="*/ 192193 w 1548130"/>
                <a:gd name="connsiteY86" fmla="*/ 14393 h 1209463"/>
                <a:gd name="connsiteX87" fmla="*/ 206164 w 1548130"/>
                <a:gd name="connsiteY87" fmla="*/ 17357 h 1209463"/>
                <a:gd name="connsiteX88" fmla="*/ 217170 w 1548130"/>
                <a:gd name="connsiteY88" fmla="*/ 21590 h 1209463"/>
                <a:gd name="connsiteX89" fmla="*/ 231140 w 1548130"/>
                <a:gd name="connsiteY89" fmla="*/ 22860 h 1209463"/>
                <a:gd name="connsiteX90" fmla="*/ 246380 w 1548130"/>
                <a:gd name="connsiteY90" fmla="*/ 24130 h 1209463"/>
                <a:gd name="connsiteX91" fmla="*/ 261620 w 1548130"/>
                <a:gd name="connsiteY91" fmla="*/ 28364 h 1209463"/>
                <a:gd name="connsiteX92" fmla="*/ 275590 w 1548130"/>
                <a:gd name="connsiteY92" fmla="*/ 29633 h 1209463"/>
                <a:gd name="connsiteX93" fmla="*/ 290830 w 1548130"/>
                <a:gd name="connsiteY93" fmla="*/ 36407 h 1209463"/>
                <a:gd name="connsiteX94" fmla="*/ 304800 w 1548130"/>
                <a:gd name="connsiteY94" fmla="*/ 35137 h 1209463"/>
                <a:gd name="connsiteX95" fmla="*/ 318770 w 1548130"/>
                <a:gd name="connsiteY95" fmla="*/ 39370 h 1209463"/>
                <a:gd name="connsiteX96" fmla="*/ 334010 w 1548130"/>
                <a:gd name="connsiteY96" fmla="*/ 44873 h 1209463"/>
                <a:gd name="connsiteX97" fmla="*/ 347980 w 1548130"/>
                <a:gd name="connsiteY97" fmla="*/ 46143 h 1209463"/>
                <a:gd name="connsiteX98" fmla="*/ 361950 w 1548130"/>
                <a:gd name="connsiteY98" fmla="*/ 50377 h 1209463"/>
                <a:gd name="connsiteX99" fmla="*/ 369147 w 1548130"/>
                <a:gd name="connsiteY99" fmla="*/ 65617 h 1209463"/>
                <a:gd name="connsiteX100" fmla="*/ 383117 w 1548130"/>
                <a:gd name="connsiteY100" fmla="*/ 74083 h 1209463"/>
                <a:gd name="connsiteX101" fmla="*/ 397087 w 1548130"/>
                <a:gd name="connsiteY101" fmla="*/ 78317 h 1209463"/>
                <a:gd name="connsiteX102" fmla="*/ 411057 w 1548130"/>
                <a:gd name="connsiteY102" fmla="*/ 80010 h 1209463"/>
                <a:gd name="connsiteX103" fmla="*/ 425027 w 1548130"/>
                <a:gd name="connsiteY103" fmla="*/ 74507 h 1209463"/>
                <a:gd name="connsiteX104" fmla="*/ 438997 w 1548130"/>
                <a:gd name="connsiteY104" fmla="*/ 78740 h 1209463"/>
                <a:gd name="connsiteX105" fmla="*/ 445770 w 1548130"/>
                <a:gd name="connsiteY105" fmla="*/ 92710 h 1209463"/>
                <a:gd name="connsiteX106" fmla="*/ 459740 w 1548130"/>
                <a:gd name="connsiteY106" fmla="*/ 93980 h 1209463"/>
                <a:gd name="connsiteX107" fmla="*/ 473710 w 1548130"/>
                <a:gd name="connsiteY107" fmla="*/ 95250 h 1209463"/>
                <a:gd name="connsiteX108" fmla="*/ 488950 w 1548130"/>
                <a:gd name="connsiteY108" fmla="*/ 98214 h 1209463"/>
                <a:gd name="connsiteX109" fmla="*/ 502920 w 1548130"/>
                <a:gd name="connsiteY109" fmla="*/ 99483 h 1209463"/>
                <a:gd name="connsiteX110" fmla="*/ 516890 w 1548130"/>
                <a:gd name="connsiteY110" fmla="*/ 95250 h 1209463"/>
                <a:gd name="connsiteX111" fmla="*/ 532130 w 1548130"/>
                <a:gd name="connsiteY111" fmla="*/ 100754 h 1209463"/>
                <a:gd name="connsiteX112" fmla="*/ 546100 w 1548130"/>
                <a:gd name="connsiteY112" fmla="*/ 107527 h 1209463"/>
                <a:gd name="connsiteX113" fmla="*/ 561340 w 1548130"/>
                <a:gd name="connsiteY113" fmla="*/ 111760 h 1209463"/>
                <a:gd name="connsiteX114" fmla="*/ 575310 w 1548130"/>
                <a:gd name="connsiteY114" fmla="*/ 121497 h 1209463"/>
                <a:gd name="connsiteX115" fmla="*/ 575310 w 1548130"/>
                <a:gd name="connsiteY115" fmla="*/ 122767 h 1209463"/>
                <a:gd name="connsiteX116" fmla="*/ 590973 w 1548130"/>
                <a:gd name="connsiteY116" fmla="*/ 132504 h 1209463"/>
                <a:gd name="connsiteX117" fmla="*/ 604943 w 1548130"/>
                <a:gd name="connsiteY117" fmla="*/ 138007 h 1209463"/>
                <a:gd name="connsiteX118" fmla="*/ 614680 w 1548130"/>
                <a:gd name="connsiteY118" fmla="*/ 139277 h 1209463"/>
                <a:gd name="connsiteX119" fmla="*/ 628650 w 1548130"/>
                <a:gd name="connsiteY119" fmla="*/ 136314 h 1209463"/>
                <a:gd name="connsiteX120" fmla="*/ 642620 w 1548130"/>
                <a:gd name="connsiteY120" fmla="*/ 132080 h 1209463"/>
                <a:gd name="connsiteX121" fmla="*/ 656590 w 1548130"/>
                <a:gd name="connsiteY121" fmla="*/ 125307 h 1209463"/>
                <a:gd name="connsiteX122" fmla="*/ 670560 w 1548130"/>
                <a:gd name="connsiteY122" fmla="*/ 118110 h 1209463"/>
                <a:gd name="connsiteX123" fmla="*/ 684530 w 1548130"/>
                <a:gd name="connsiteY123" fmla="*/ 107104 h 1209463"/>
                <a:gd name="connsiteX124" fmla="*/ 685800 w 1548130"/>
                <a:gd name="connsiteY124" fmla="*/ 107104 h 1209463"/>
                <a:gd name="connsiteX125" fmla="*/ 699770 w 1548130"/>
                <a:gd name="connsiteY125" fmla="*/ 94827 h 1209463"/>
                <a:gd name="connsiteX126" fmla="*/ 709507 w 1548130"/>
                <a:gd name="connsiteY126" fmla="*/ 86360 h 1209463"/>
                <a:gd name="connsiteX127" fmla="*/ 723477 w 1548130"/>
                <a:gd name="connsiteY127" fmla="*/ 77893 h 1209463"/>
                <a:gd name="connsiteX128" fmla="*/ 725170 w 1548130"/>
                <a:gd name="connsiteY128" fmla="*/ 75354 h 1209463"/>
                <a:gd name="connsiteX129" fmla="*/ 739140 w 1548130"/>
                <a:gd name="connsiteY129" fmla="*/ 62654 h 1209463"/>
                <a:gd name="connsiteX130" fmla="*/ 747183 w 1548130"/>
                <a:gd name="connsiteY130" fmla="*/ 54187 h 1209463"/>
                <a:gd name="connsiteX131" fmla="*/ 752687 w 1548130"/>
                <a:gd name="connsiteY131" fmla="*/ 62654 h 1209463"/>
                <a:gd name="connsiteX132" fmla="*/ 761154 w 1548130"/>
                <a:gd name="connsiteY132" fmla="*/ 63923 h 1209463"/>
                <a:gd name="connsiteX133" fmla="*/ 764117 w 1548130"/>
                <a:gd name="connsiteY133" fmla="*/ 63923 h 1209463"/>
                <a:gd name="connsiteX134" fmla="*/ 761154 w 1548130"/>
                <a:gd name="connsiteY134" fmla="*/ 66887 h 1209463"/>
                <a:gd name="connsiteX135" fmla="*/ 766657 w 1548130"/>
                <a:gd name="connsiteY135" fmla="*/ 71120 h 1209463"/>
                <a:gd name="connsiteX136" fmla="*/ 780627 w 1548130"/>
                <a:gd name="connsiteY136" fmla="*/ 69850 h 1209463"/>
                <a:gd name="connsiteX137" fmla="*/ 777664 w 1548130"/>
                <a:gd name="connsiteY137" fmla="*/ 63077 h 1209463"/>
                <a:gd name="connsiteX138" fmla="*/ 763693 w 1548130"/>
                <a:gd name="connsiteY138" fmla="*/ 64347 h 1209463"/>
                <a:gd name="connsiteX139" fmla="*/ 763693 w 1548130"/>
                <a:gd name="connsiteY139" fmla="*/ 63077 h 1209463"/>
                <a:gd name="connsiteX140" fmla="*/ 769197 w 1548130"/>
                <a:gd name="connsiteY140" fmla="*/ 61807 h 1209463"/>
                <a:gd name="connsiteX141" fmla="*/ 783167 w 1548130"/>
                <a:gd name="connsiteY141" fmla="*/ 49107 h 1209463"/>
                <a:gd name="connsiteX142" fmla="*/ 792904 w 1548130"/>
                <a:gd name="connsiteY142" fmla="*/ 35137 h 1209463"/>
                <a:gd name="connsiteX143" fmla="*/ 794173 w 1548130"/>
                <a:gd name="connsiteY143" fmla="*/ 28364 h 1209463"/>
                <a:gd name="connsiteX144" fmla="*/ 808143 w 1548130"/>
                <a:gd name="connsiteY144" fmla="*/ 33867 h 1209463"/>
                <a:gd name="connsiteX145" fmla="*/ 822114 w 1548130"/>
                <a:gd name="connsiteY145" fmla="*/ 29633 h 1209463"/>
                <a:gd name="connsiteX146" fmla="*/ 836083 w 1548130"/>
                <a:gd name="connsiteY146" fmla="*/ 25400 h 1209463"/>
                <a:gd name="connsiteX147" fmla="*/ 850054 w 1548130"/>
                <a:gd name="connsiteY147" fmla="*/ 18627 h 1209463"/>
                <a:gd name="connsiteX148" fmla="*/ 864023 w 1548130"/>
                <a:gd name="connsiteY148" fmla="*/ 17357 h 1209463"/>
                <a:gd name="connsiteX149" fmla="*/ 850054 w 1548130"/>
                <a:gd name="connsiteY149" fmla="*/ 24130 h 1209463"/>
                <a:gd name="connsiteX150" fmla="*/ 836083 w 1548130"/>
                <a:gd name="connsiteY150" fmla="*/ 32597 h 1209463"/>
                <a:gd name="connsiteX151" fmla="*/ 820843 w 1548130"/>
                <a:gd name="connsiteY151" fmla="*/ 46567 h 1209463"/>
                <a:gd name="connsiteX152" fmla="*/ 834814 w 1548130"/>
                <a:gd name="connsiteY152" fmla="*/ 39793 h 1209463"/>
                <a:gd name="connsiteX153" fmla="*/ 848783 w 1548130"/>
                <a:gd name="connsiteY153" fmla="*/ 35560 h 1209463"/>
                <a:gd name="connsiteX154" fmla="*/ 851323 w 1548130"/>
                <a:gd name="connsiteY154" fmla="*/ 36830 h 1209463"/>
                <a:gd name="connsiteX155" fmla="*/ 865293 w 1548130"/>
                <a:gd name="connsiteY155" fmla="*/ 38100 h 1209463"/>
                <a:gd name="connsiteX156" fmla="*/ 877993 w 1548130"/>
                <a:gd name="connsiteY156" fmla="*/ 31327 h 1209463"/>
                <a:gd name="connsiteX157" fmla="*/ 889000 w 1548130"/>
                <a:gd name="connsiteY157" fmla="*/ 16087 h 1209463"/>
                <a:gd name="connsiteX158" fmla="*/ 875030 w 1548130"/>
                <a:gd name="connsiteY158" fmla="*/ 11854 h 1209463"/>
                <a:gd name="connsiteX159" fmla="*/ 889000 w 1548130"/>
                <a:gd name="connsiteY159" fmla="*/ 9314 h 1209463"/>
                <a:gd name="connsiteX160" fmla="*/ 902970 w 1548130"/>
                <a:gd name="connsiteY160" fmla="*/ 11854 h 1209463"/>
                <a:gd name="connsiteX161" fmla="*/ 912707 w 1548130"/>
                <a:gd name="connsiteY161" fmla="*/ 14817 h 1209463"/>
                <a:gd name="connsiteX162" fmla="*/ 927100 w 1548130"/>
                <a:gd name="connsiteY162" fmla="*/ 22014 h 1209463"/>
                <a:gd name="connsiteX163" fmla="*/ 928370 w 1548130"/>
                <a:gd name="connsiteY163" fmla="*/ 22014 h 1209463"/>
                <a:gd name="connsiteX164" fmla="*/ 943610 w 1548130"/>
                <a:gd name="connsiteY164" fmla="*/ 30480 h 1209463"/>
                <a:gd name="connsiteX165" fmla="*/ 957580 w 1548130"/>
                <a:gd name="connsiteY165" fmla="*/ 35983 h 1209463"/>
                <a:gd name="connsiteX166" fmla="*/ 958850 w 1548130"/>
                <a:gd name="connsiteY166" fmla="*/ 35983 h 1209463"/>
                <a:gd name="connsiteX167" fmla="*/ 968587 w 1548130"/>
                <a:gd name="connsiteY167" fmla="*/ 34714 h 1209463"/>
                <a:gd name="connsiteX168" fmla="*/ 982557 w 1548130"/>
                <a:gd name="connsiteY168" fmla="*/ 30480 h 1209463"/>
                <a:gd name="connsiteX169" fmla="*/ 996104 w 1548130"/>
                <a:gd name="connsiteY169" fmla="*/ 22014 h 1209463"/>
                <a:gd name="connsiteX170" fmla="*/ 1010073 w 1548130"/>
                <a:gd name="connsiteY170" fmla="*/ 23283 h 1209463"/>
                <a:gd name="connsiteX171" fmla="*/ 1018540 w 1548130"/>
                <a:gd name="connsiteY171" fmla="*/ 37254 h 1209463"/>
                <a:gd name="connsiteX172" fmla="*/ 1032510 w 1548130"/>
                <a:gd name="connsiteY172" fmla="*/ 49954 h 1209463"/>
                <a:gd name="connsiteX173" fmla="*/ 1046480 w 1548130"/>
                <a:gd name="connsiteY173" fmla="*/ 59690 h 1209463"/>
                <a:gd name="connsiteX174" fmla="*/ 1031240 w 1548130"/>
                <a:gd name="connsiteY174" fmla="*/ 49954 h 1209463"/>
                <a:gd name="connsiteX175" fmla="*/ 1022773 w 1548130"/>
                <a:gd name="connsiteY175" fmla="*/ 45720 h 1209463"/>
                <a:gd name="connsiteX176" fmla="*/ 1014307 w 1548130"/>
                <a:gd name="connsiteY176" fmla="*/ 31750 h 1209463"/>
                <a:gd name="connsiteX177" fmla="*/ 1000337 w 1548130"/>
                <a:gd name="connsiteY177" fmla="*/ 27517 h 1209463"/>
                <a:gd name="connsiteX178" fmla="*/ 1002877 w 1548130"/>
                <a:gd name="connsiteY178" fmla="*/ 41487 h 1209463"/>
                <a:gd name="connsiteX179" fmla="*/ 1000337 w 1548130"/>
                <a:gd name="connsiteY179" fmla="*/ 51223 h 1209463"/>
                <a:gd name="connsiteX180" fmla="*/ 998643 w 1548130"/>
                <a:gd name="connsiteY180" fmla="*/ 51223 h 1209463"/>
                <a:gd name="connsiteX181" fmla="*/ 993140 w 1548130"/>
                <a:gd name="connsiteY181" fmla="*/ 62230 h 1209463"/>
                <a:gd name="connsiteX182" fmla="*/ 1000337 w 1548130"/>
                <a:gd name="connsiteY182" fmla="*/ 69004 h 1209463"/>
                <a:gd name="connsiteX183" fmla="*/ 1014307 w 1548130"/>
                <a:gd name="connsiteY183" fmla="*/ 77470 h 1209463"/>
                <a:gd name="connsiteX184" fmla="*/ 1028277 w 1548130"/>
                <a:gd name="connsiteY184" fmla="*/ 78740 h 1209463"/>
                <a:gd name="connsiteX185" fmla="*/ 1029547 w 1548130"/>
                <a:gd name="connsiteY185" fmla="*/ 88477 h 1209463"/>
                <a:gd name="connsiteX186" fmla="*/ 1030817 w 1548130"/>
                <a:gd name="connsiteY186" fmla="*/ 91440 h 1209463"/>
                <a:gd name="connsiteX187" fmla="*/ 1039283 w 1548130"/>
                <a:gd name="connsiteY187" fmla="*/ 102447 h 1209463"/>
                <a:gd name="connsiteX188" fmla="*/ 1039283 w 1548130"/>
                <a:gd name="connsiteY188" fmla="*/ 99483 h 1209463"/>
                <a:gd name="connsiteX189" fmla="*/ 1039283 w 1548130"/>
                <a:gd name="connsiteY189" fmla="*/ 93980 h 1209463"/>
                <a:gd name="connsiteX190" fmla="*/ 1043517 w 1548130"/>
                <a:gd name="connsiteY190" fmla="*/ 96520 h 1209463"/>
                <a:gd name="connsiteX191" fmla="*/ 1043517 w 1548130"/>
                <a:gd name="connsiteY191" fmla="*/ 95250 h 1209463"/>
                <a:gd name="connsiteX192" fmla="*/ 1056217 w 1548130"/>
                <a:gd name="connsiteY192" fmla="*/ 92287 h 1209463"/>
                <a:gd name="connsiteX193" fmla="*/ 1058757 w 1548130"/>
                <a:gd name="connsiteY193" fmla="*/ 91017 h 1209463"/>
                <a:gd name="connsiteX194" fmla="*/ 1062990 w 1548130"/>
                <a:gd name="connsiteY194" fmla="*/ 81280 h 1209463"/>
                <a:gd name="connsiteX195" fmla="*/ 1062990 w 1548130"/>
                <a:gd name="connsiteY195" fmla="*/ 78317 h 1209463"/>
                <a:gd name="connsiteX196" fmla="*/ 1062990 w 1548130"/>
                <a:gd name="connsiteY196" fmla="*/ 71543 h 1209463"/>
                <a:gd name="connsiteX197" fmla="*/ 1057487 w 1548130"/>
                <a:gd name="connsiteY197" fmla="*/ 64770 h 1209463"/>
                <a:gd name="connsiteX198" fmla="*/ 1051983 w 1548130"/>
                <a:gd name="connsiteY198" fmla="*/ 61807 h 1209463"/>
                <a:gd name="connsiteX199" fmla="*/ 1057487 w 1548130"/>
                <a:gd name="connsiteY199" fmla="*/ 61807 h 1209463"/>
                <a:gd name="connsiteX200" fmla="*/ 1064260 w 1548130"/>
                <a:gd name="connsiteY200" fmla="*/ 63077 h 1209463"/>
                <a:gd name="connsiteX201" fmla="*/ 1064260 w 1548130"/>
                <a:gd name="connsiteY201" fmla="*/ 69850 h 1209463"/>
                <a:gd name="connsiteX202" fmla="*/ 1072727 w 1548130"/>
                <a:gd name="connsiteY202" fmla="*/ 69850 h 1209463"/>
                <a:gd name="connsiteX203" fmla="*/ 1086697 w 1548130"/>
                <a:gd name="connsiteY203" fmla="*/ 81280 h 1209463"/>
                <a:gd name="connsiteX204" fmla="*/ 1093893 w 1548130"/>
                <a:gd name="connsiteY204" fmla="*/ 89747 h 1209463"/>
                <a:gd name="connsiteX205" fmla="*/ 1095164 w 1548130"/>
                <a:gd name="connsiteY205" fmla="*/ 91017 h 1209463"/>
                <a:gd name="connsiteX206" fmla="*/ 1109133 w 1548130"/>
                <a:gd name="connsiteY206" fmla="*/ 99483 h 1209463"/>
                <a:gd name="connsiteX207" fmla="*/ 1121833 w 1548130"/>
                <a:gd name="connsiteY207" fmla="*/ 99483 h 1209463"/>
                <a:gd name="connsiteX208" fmla="*/ 1118870 w 1548130"/>
                <a:gd name="connsiteY208" fmla="*/ 100754 h 1209463"/>
                <a:gd name="connsiteX209" fmla="*/ 1132840 w 1548130"/>
                <a:gd name="connsiteY209" fmla="*/ 102023 h 1209463"/>
                <a:gd name="connsiteX210" fmla="*/ 1137073 w 1548130"/>
                <a:gd name="connsiteY210" fmla="*/ 99060 h 1209463"/>
                <a:gd name="connsiteX211" fmla="*/ 1148080 w 1548130"/>
                <a:gd name="connsiteY211" fmla="*/ 93557 h 1209463"/>
                <a:gd name="connsiteX212" fmla="*/ 1152314 w 1548130"/>
                <a:gd name="connsiteY212" fmla="*/ 93557 h 1209463"/>
                <a:gd name="connsiteX213" fmla="*/ 1152314 w 1548130"/>
                <a:gd name="connsiteY213" fmla="*/ 94827 h 1209463"/>
                <a:gd name="connsiteX214" fmla="*/ 1152314 w 1548130"/>
                <a:gd name="connsiteY214" fmla="*/ 96097 h 1209463"/>
                <a:gd name="connsiteX215" fmla="*/ 1165014 w 1548130"/>
                <a:gd name="connsiteY215" fmla="*/ 100330 h 1209463"/>
                <a:gd name="connsiteX216" fmla="*/ 1169247 w 1548130"/>
                <a:gd name="connsiteY216" fmla="*/ 93557 h 1209463"/>
                <a:gd name="connsiteX217" fmla="*/ 1165014 w 1548130"/>
                <a:gd name="connsiteY217" fmla="*/ 93557 h 1209463"/>
                <a:gd name="connsiteX218" fmla="*/ 1165014 w 1548130"/>
                <a:gd name="connsiteY218" fmla="*/ 89323 h 1209463"/>
                <a:gd name="connsiteX219" fmla="*/ 1171787 w 1548130"/>
                <a:gd name="connsiteY219" fmla="*/ 82550 h 1209463"/>
                <a:gd name="connsiteX220" fmla="*/ 1185757 w 1548130"/>
                <a:gd name="connsiteY220" fmla="*/ 88054 h 1209463"/>
                <a:gd name="connsiteX221" fmla="*/ 1185757 w 1548130"/>
                <a:gd name="connsiteY221" fmla="*/ 102023 h 1209463"/>
                <a:gd name="connsiteX222" fmla="*/ 1189990 w 1548130"/>
                <a:gd name="connsiteY222" fmla="*/ 100754 h 1209463"/>
                <a:gd name="connsiteX223" fmla="*/ 1203960 w 1548130"/>
                <a:gd name="connsiteY223" fmla="*/ 92287 h 1209463"/>
                <a:gd name="connsiteX224" fmla="*/ 1217930 w 1548130"/>
                <a:gd name="connsiteY224" fmla="*/ 91017 h 1209463"/>
                <a:gd name="connsiteX225" fmla="*/ 1222164 w 1548130"/>
                <a:gd name="connsiteY225" fmla="*/ 86783 h 1209463"/>
                <a:gd name="connsiteX226" fmla="*/ 1236133 w 1548130"/>
                <a:gd name="connsiteY226" fmla="*/ 88054 h 1209463"/>
                <a:gd name="connsiteX227" fmla="*/ 1250104 w 1548130"/>
                <a:gd name="connsiteY227" fmla="*/ 91017 h 1209463"/>
                <a:gd name="connsiteX228" fmla="*/ 1264073 w 1548130"/>
                <a:gd name="connsiteY228" fmla="*/ 88054 h 1209463"/>
                <a:gd name="connsiteX229" fmla="*/ 1278043 w 1548130"/>
                <a:gd name="connsiteY229" fmla="*/ 83820 h 1209463"/>
                <a:gd name="connsiteX230" fmla="*/ 1283547 w 1548130"/>
                <a:gd name="connsiteY230" fmla="*/ 82550 h 1209463"/>
                <a:gd name="connsiteX231" fmla="*/ 1297517 w 1548130"/>
                <a:gd name="connsiteY231" fmla="*/ 78317 h 1209463"/>
                <a:gd name="connsiteX232" fmla="*/ 1311487 w 1548130"/>
                <a:gd name="connsiteY232" fmla="*/ 71543 h 1209463"/>
                <a:gd name="connsiteX233" fmla="*/ 1319530 w 1548130"/>
                <a:gd name="connsiteY233" fmla="*/ 67310 h 1209463"/>
                <a:gd name="connsiteX234" fmla="*/ 1325457 w 1548130"/>
                <a:gd name="connsiteY234" fmla="*/ 61807 h 1209463"/>
                <a:gd name="connsiteX235" fmla="*/ 1335193 w 1548130"/>
                <a:gd name="connsiteY235" fmla="*/ 54610 h 1209463"/>
                <a:gd name="connsiteX236" fmla="*/ 1339427 w 1548130"/>
                <a:gd name="connsiteY236" fmla="*/ 63077 h 1209463"/>
                <a:gd name="connsiteX237" fmla="*/ 1339427 w 1548130"/>
                <a:gd name="connsiteY237" fmla="*/ 64347 h 1209463"/>
                <a:gd name="connsiteX238" fmla="*/ 1340697 w 1548130"/>
                <a:gd name="connsiteY238" fmla="*/ 67310 h 1209463"/>
                <a:gd name="connsiteX239" fmla="*/ 1343237 w 1548130"/>
                <a:gd name="connsiteY239" fmla="*/ 72814 h 1209463"/>
                <a:gd name="connsiteX240" fmla="*/ 1343237 w 1548130"/>
                <a:gd name="connsiteY240" fmla="*/ 74083 h 1209463"/>
                <a:gd name="connsiteX241" fmla="*/ 1346200 w 1548130"/>
                <a:gd name="connsiteY241" fmla="*/ 82550 h 1209463"/>
                <a:gd name="connsiteX242" fmla="*/ 1351704 w 1548130"/>
                <a:gd name="connsiteY242" fmla="*/ 96520 h 1209463"/>
                <a:gd name="connsiteX243" fmla="*/ 1357207 w 1548130"/>
                <a:gd name="connsiteY243" fmla="*/ 110490 h 1209463"/>
                <a:gd name="connsiteX244" fmla="*/ 1358900 w 1548130"/>
                <a:gd name="connsiteY244" fmla="*/ 114723 h 1209463"/>
                <a:gd name="connsiteX245" fmla="*/ 1364404 w 1548130"/>
                <a:gd name="connsiteY245" fmla="*/ 128693 h 1209463"/>
                <a:gd name="connsiteX246" fmla="*/ 1371177 w 1548130"/>
                <a:gd name="connsiteY246" fmla="*/ 142664 h 1209463"/>
                <a:gd name="connsiteX247" fmla="*/ 1375410 w 1548130"/>
                <a:gd name="connsiteY247" fmla="*/ 151130 h 1209463"/>
                <a:gd name="connsiteX248" fmla="*/ 1380914 w 1548130"/>
                <a:gd name="connsiteY248" fmla="*/ 165100 h 1209463"/>
                <a:gd name="connsiteX249" fmla="*/ 1382183 w 1548130"/>
                <a:gd name="connsiteY249" fmla="*/ 169333 h 1209463"/>
                <a:gd name="connsiteX250" fmla="*/ 1385993 w 1548130"/>
                <a:gd name="connsiteY250" fmla="*/ 183304 h 1209463"/>
                <a:gd name="connsiteX251" fmla="*/ 1391497 w 1548130"/>
                <a:gd name="connsiteY251" fmla="*/ 197273 h 1209463"/>
                <a:gd name="connsiteX252" fmla="*/ 1394037 w 1548130"/>
                <a:gd name="connsiteY252" fmla="*/ 211243 h 1209463"/>
                <a:gd name="connsiteX253" fmla="*/ 1403773 w 1548130"/>
                <a:gd name="connsiteY253" fmla="*/ 225214 h 1209463"/>
                <a:gd name="connsiteX254" fmla="*/ 1410547 w 1548130"/>
                <a:gd name="connsiteY254" fmla="*/ 240454 h 1209463"/>
                <a:gd name="connsiteX255" fmla="*/ 1416050 w 1548130"/>
                <a:gd name="connsiteY255" fmla="*/ 254423 h 1209463"/>
                <a:gd name="connsiteX256" fmla="*/ 1417320 w 1548130"/>
                <a:gd name="connsiteY256" fmla="*/ 258657 h 1209463"/>
                <a:gd name="connsiteX257" fmla="*/ 1418590 w 1548130"/>
                <a:gd name="connsiteY257" fmla="*/ 262467 h 1209463"/>
                <a:gd name="connsiteX258" fmla="*/ 1424093 w 1548130"/>
                <a:gd name="connsiteY258" fmla="*/ 276437 h 1209463"/>
                <a:gd name="connsiteX259" fmla="*/ 1428327 w 1548130"/>
                <a:gd name="connsiteY259" fmla="*/ 290407 h 1209463"/>
                <a:gd name="connsiteX260" fmla="*/ 1433830 w 1548130"/>
                <a:gd name="connsiteY260" fmla="*/ 305647 h 1209463"/>
                <a:gd name="connsiteX261" fmla="*/ 1439333 w 1548130"/>
                <a:gd name="connsiteY261" fmla="*/ 319617 h 1209463"/>
                <a:gd name="connsiteX262" fmla="*/ 1443567 w 1548130"/>
                <a:gd name="connsiteY262" fmla="*/ 333587 h 1209463"/>
                <a:gd name="connsiteX263" fmla="*/ 1443567 w 1548130"/>
                <a:gd name="connsiteY263" fmla="*/ 343323 h 1209463"/>
                <a:gd name="connsiteX264" fmla="*/ 1446530 w 1548130"/>
                <a:gd name="connsiteY264" fmla="*/ 351790 h 1209463"/>
                <a:gd name="connsiteX265" fmla="*/ 1450764 w 1548130"/>
                <a:gd name="connsiteY265" fmla="*/ 361527 h 1209463"/>
                <a:gd name="connsiteX266" fmla="*/ 1450764 w 1548130"/>
                <a:gd name="connsiteY266" fmla="*/ 362797 h 1209463"/>
                <a:gd name="connsiteX267" fmla="*/ 1446530 w 1548130"/>
                <a:gd name="connsiteY267" fmla="*/ 364067 h 1209463"/>
                <a:gd name="connsiteX268" fmla="*/ 1438064 w 1548130"/>
                <a:gd name="connsiteY268" fmla="*/ 378037 h 1209463"/>
                <a:gd name="connsiteX269" fmla="*/ 1429597 w 1548130"/>
                <a:gd name="connsiteY269" fmla="*/ 392007 h 1209463"/>
                <a:gd name="connsiteX270" fmla="*/ 1429597 w 1548130"/>
                <a:gd name="connsiteY270" fmla="*/ 393277 h 1209463"/>
                <a:gd name="connsiteX271" fmla="*/ 1429597 w 1548130"/>
                <a:gd name="connsiteY271" fmla="*/ 408517 h 1209463"/>
                <a:gd name="connsiteX272" fmla="*/ 1424093 w 1548130"/>
                <a:gd name="connsiteY272" fmla="*/ 422487 h 1209463"/>
                <a:gd name="connsiteX273" fmla="*/ 1422823 w 1548130"/>
                <a:gd name="connsiteY273" fmla="*/ 436457 h 1209463"/>
                <a:gd name="connsiteX274" fmla="*/ 1420283 w 1548130"/>
                <a:gd name="connsiteY274" fmla="*/ 450427 h 1209463"/>
                <a:gd name="connsiteX275" fmla="*/ 1420283 w 1548130"/>
                <a:gd name="connsiteY275" fmla="*/ 464397 h 1209463"/>
                <a:gd name="connsiteX276" fmla="*/ 1419014 w 1548130"/>
                <a:gd name="connsiteY276" fmla="*/ 478367 h 1209463"/>
                <a:gd name="connsiteX277" fmla="*/ 1417743 w 1548130"/>
                <a:gd name="connsiteY277" fmla="*/ 492337 h 1209463"/>
                <a:gd name="connsiteX278" fmla="*/ 1413510 w 1548130"/>
                <a:gd name="connsiteY278" fmla="*/ 508000 h 1209463"/>
                <a:gd name="connsiteX279" fmla="*/ 1406314 w 1548130"/>
                <a:gd name="connsiteY279" fmla="*/ 521970 h 1209463"/>
                <a:gd name="connsiteX280" fmla="*/ 1402080 w 1548130"/>
                <a:gd name="connsiteY280" fmla="*/ 532977 h 1209463"/>
                <a:gd name="connsiteX281" fmla="*/ 1397847 w 1548130"/>
                <a:gd name="connsiteY281" fmla="*/ 546947 h 1209463"/>
                <a:gd name="connsiteX282" fmla="*/ 1393614 w 1548130"/>
                <a:gd name="connsiteY282" fmla="*/ 562187 h 1209463"/>
                <a:gd name="connsiteX283" fmla="*/ 1394883 w 1548130"/>
                <a:gd name="connsiteY283" fmla="*/ 576157 h 1209463"/>
                <a:gd name="connsiteX284" fmla="*/ 1399117 w 1548130"/>
                <a:gd name="connsiteY284" fmla="*/ 587164 h 1209463"/>
                <a:gd name="connsiteX285" fmla="*/ 1400387 w 1548130"/>
                <a:gd name="connsiteY285" fmla="*/ 602404 h 1209463"/>
                <a:gd name="connsiteX286" fmla="*/ 1399117 w 1548130"/>
                <a:gd name="connsiteY286" fmla="*/ 606637 h 1209463"/>
                <a:gd name="connsiteX287" fmla="*/ 1393614 w 1548130"/>
                <a:gd name="connsiteY287" fmla="*/ 620607 h 1209463"/>
                <a:gd name="connsiteX288" fmla="*/ 1385147 w 1548130"/>
                <a:gd name="connsiteY288" fmla="*/ 634577 h 1209463"/>
                <a:gd name="connsiteX289" fmla="*/ 1378373 w 1548130"/>
                <a:gd name="connsiteY289" fmla="*/ 635847 h 1209463"/>
                <a:gd name="connsiteX290" fmla="*/ 1375833 w 1548130"/>
                <a:gd name="connsiteY290" fmla="*/ 646854 h 1209463"/>
                <a:gd name="connsiteX291" fmla="*/ 1377104 w 1548130"/>
                <a:gd name="connsiteY291" fmla="*/ 656590 h 1209463"/>
                <a:gd name="connsiteX292" fmla="*/ 1368637 w 1548130"/>
                <a:gd name="connsiteY292" fmla="*/ 649393 h 1209463"/>
                <a:gd name="connsiteX293" fmla="*/ 1358900 w 1548130"/>
                <a:gd name="connsiteY293" fmla="*/ 645160 h 1209463"/>
                <a:gd name="connsiteX294" fmla="*/ 1344930 w 1548130"/>
                <a:gd name="connsiteY294" fmla="*/ 640927 h 1209463"/>
                <a:gd name="connsiteX295" fmla="*/ 1330960 w 1548130"/>
                <a:gd name="connsiteY295" fmla="*/ 628650 h 1209463"/>
                <a:gd name="connsiteX296" fmla="*/ 1316990 w 1548130"/>
                <a:gd name="connsiteY296" fmla="*/ 618914 h 1209463"/>
                <a:gd name="connsiteX297" fmla="*/ 1304290 w 1548130"/>
                <a:gd name="connsiteY297" fmla="*/ 604943 h 1209463"/>
                <a:gd name="connsiteX298" fmla="*/ 1292014 w 1548130"/>
                <a:gd name="connsiteY298" fmla="*/ 589704 h 1209463"/>
                <a:gd name="connsiteX299" fmla="*/ 1282277 w 1548130"/>
                <a:gd name="connsiteY299" fmla="*/ 575733 h 1209463"/>
                <a:gd name="connsiteX300" fmla="*/ 1272540 w 1548130"/>
                <a:gd name="connsiteY300" fmla="*/ 561764 h 1209463"/>
                <a:gd name="connsiteX301" fmla="*/ 1268307 w 1548130"/>
                <a:gd name="connsiteY301" fmla="*/ 559223 h 1209463"/>
                <a:gd name="connsiteX302" fmla="*/ 1254337 w 1548130"/>
                <a:gd name="connsiteY302" fmla="*/ 552027 h 1209463"/>
                <a:gd name="connsiteX303" fmla="*/ 1243330 w 1548130"/>
                <a:gd name="connsiteY303" fmla="*/ 538057 h 1209463"/>
                <a:gd name="connsiteX304" fmla="*/ 1229360 w 1548130"/>
                <a:gd name="connsiteY304" fmla="*/ 524087 h 1209463"/>
                <a:gd name="connsiteX305" fmla="*/ 1229360 w 1548130"/>
                <a:gd name="connsiteY305" fmla="*/ 522817 h 1209463"/>
                <a:gd name="connsiteX306" fmla="*/ 1228090 w 1548130"/>
                <a:gd name="connsiteY306" fmla="*/ 521547 h 1209463"/>
                <a:gd name="connsiteX307" fmla="*/ 1219623 w 1548130"/>
                <a:gd name="connsiteY307" fmla="*/ 507577 h 1209463"/>
                <a:gd name="connsiteX308" fmla="*/ 1219623 w 1548130"/>
                <a:gd name="connsiteY308" fmla="*/ 506307 h 1209463"/>
                <a:gd name="connsiteX309" fmla="*/ 1216660 w 1548130"/>
                <a:gd name="connsiteY309" fmla="*/ 499110 h 1209463"/>
                <a:gd name="connsiteX310" fmla="*/ 1219623 w 1548130"/>
                <a:gd name="connsiteY310" fmla="*/ 485140 h 1209463"/>
                <a:gd name="connsiteX311" fmla="*/ 1211157 w 1548130"/>
                <a:gd name="connsiteY311" fmla="*/ 471170 h 1209463"/>
                <a:gd name="connsiteX312" fmla="*/ 1211157 w 1548130"/>
                <a:gd name="connsiteY312" fmla="*/ 457200 h 1209463"/>
                <a:gd name="connsiteX313" fmla="*/ 1209887 w 1548130"/>
                <a:gd name="connsiteY313" fmla="*/ 443230 h 1209463"/>
                <a:gd name="connsiteX314" fmla="*/ 1203114 w 1548130"/>
                <a:gd name="connsiteY314" fmla="*/ 437727 h 1209463"/>
                <a:gd name="connsiteX315" fmla="*/ 1193377 w 1548130"/>
                <a:gd name="connsiteY315" fmla="*/ 427990 h 1209463"/>
                <a:gd name="connsiteX316" fmla="*/ 1179407 w 1548130"/>
                <a:gd name="connsiteY316" fmla="*/ 414020 h 1209463"/>
                <a:gd name="connsiteX317" fmla="*/ 1165437 w 1548130"/>
                <a:gd name="connsiteY317" fmla="*/ 401743 h 1209463"/>
                <a:gd name="connsiteX318" fmla="*/ 1158664 w 1548130"/>
                <a:gd name="connsiteY318" fmla="*/ 390314 h 1209463"/>
                <a:gd name="connsiteX319" fmla="*/ 1155700 w 1548130"/>
                <a:gd name="connsiteY319" fmla="*/ 376343 h 1209463"/>
                <a:gd name="connsiteX320" fmla="*/ 1141730 w 1548130"/>
                <a:gd name="connsiteY320" fmla="*/ 367877 h 1209463"/>
                <a:gd name="connsiteX321" fmla="*/ 1140460 w 1548130"/>
                <a:gd name="connsiteY321" fmla="*/ 353907 h 1209463"/>
                <a:gd name="connsiteX322" fmla="*/ 1134957 w 1548130"/>
                <a:gd name="connsiteY322" fmla="*/ 342900 h 1209463"/>
                <a:gd name="connsiteX323" fmla="*/ 1134957 w 1548130"/>
                <a:gd name="connsiteY323" fmla="*/ 328930 h 1209463"/>
                <a:gd name="connsiteX324" fmla="*/ 1130723 w 1548130"/>
                <a:gd name="connsiteY324" fmla="*/ 314960 h 1209463"/>
                <a:gd name="connsiteX325" fmla="*/ 1128183 w 1548130"/>
                <a:gd name="connsiteY325" fmla="*/ 312420 h 1209463"/>
                <a:gd name="connsiteX326" fmla="*/ 1126914 w 1548130"/>
                <a:gd name="connsiteY326" fmla="*/ 310727 h 1209463"/>
                <a:gd name="connsiteX327" fmla="*/ 1123950 w 1548130"/>
                <a:gd name="connsiteY327" fmla="*/ 299720 h 1209463"/>
                <a:gd name="connsiteX328" fmla="*/ 1117177 w 1548130"/>
                <a:gd name="connsiteY328" fmla="*/ 284480 h 1209463"/>
                <a:gd name="connsiteX329" fmla="*/ 1115907 w 1548130"/>
                <a:gd name="connsiteY329" fmla="*/ 276014 h 1209463"/>
                <a:gd name="connsiteX330" fmla="*/ 1114637 w 1548130"/>
                <a:gd name="connsiteY330" fmla="*/ 276014 h 1209463"/>
                <a:gd name="connsiteX331" fmla="*/ 1110404 w 1548130"/>
                <a:gd name="connsiteY331" fmla="*/ 282787 h 1209463"/>
                <a:gd name="connsiteX332" fmla="*/ 1103207 w 1548130"/>
                <a:gd name="connsiteY332" fmla="*/ 296757 h 1209463"/>
                <a:gd name="connsiteX333" fmla="*/ 1098973 w 1548130"/>
                <a:gd name="connsiteY333" fmla="*/ 310727 h 1209463"/>
                <a:gd name="connsiteX334" fmla="*/ 1090930 w 1548130"/>
                <a:gd name="connsiteY334" fmla="*/ 324697 h 1209463"/>
                <a:gd name="connsiteX335" fmla="*/ 1087967 w 1548130"/>
                <a:gd name="connsiteY335" fmla="*/ 334433 h 1209463"/>
                <a:gd name="connsiteX336" fmla="*/ 1089237 w 1548130"/>
                <a:gd name="connsiteY336" fmla="*/ 337397 h 1209463"/>
                <a:gd name="connsiteX337" fmla="*/ 1087967 w 1548130"/>
                <a:gd name="connsiteY337" fmla="*/ 347133 h 1209463"/>
                <a:gd name="connsiteX338" fmla="*/ 1100667 w 1548130"/>
                <a:gd name="connsiteY338" fmla="*/ 361104 h 1209463"/>
                <a:gd name="connsiteX339" fmla="*/ 1107440 w 1548130"/>
                <a:gd name="connsiteY339" fmla="*/ 367877 h 1209463"/>
                <a:gd name="connsiteX340" fmla="*/ 1121410 w 1548130"/>
                <a:gd name="connsiteY340" fmla="*/ 381847 h 1209463"/>
                <a:gd name="connsiteX341" fmla="*/ 1126914 w 1548130"/>
                <a:gd name="connsiteY341" fmla="*/ 395817 h 1209463"/>
                <a:gd name="connsiteX342" fmla="*/ 1131147 w 1548130"/>
                <a:gd name="connsiteY342" fmla="*/ 409787 h 1209463"/>
                <a:gd name="connsiteX343" fmla="*/ 1137073 w 1548130"/>
                <a:gd name="connsiteY343" fmla="*/ 423757 h 1209463"/>
                <a:gd name="connsiteX344" fmla="*/ 1132840 w 1548130"/>
                <a:gd name="connsiteY344" fmla="*/ 434764 h 1209463"/>
                <a:gd name="connsiteX345" fmla="*/ 1132840 w 1548130"/>
                <a:gd name="connsiteY345" fmla="*/ 448733 h 1209463"/>
                <a:gd name="connsiteX346" fmla="*/ 1142577 w 1548130"/>
                <a:gd name="connsiteY346" fmla="*/ 462704 h 1209463"/>
                <a:gd name="connsiteX347" fmla="*/ 1152314 w 1548130"/>
                <a:gd name="connsiteY347" fmla="*/ 476673 h 1209463"/>
                <a:gd name="connsiteX348" fmla="*/ 1165014 w 1548130"/>
                <a:gd name="connsiteY348" fmla="*/ 489373 h 1209463"/>
                <a:gd name="connsiteX349" fmla="*/ 1169247 w 1548130"/>
                <a:gd name="connsiteY349" fmla="*/ 503343 h 1209463"/>
                <a:gd name="connsiteX350" fmla="*/ 1176020 w 1548130"/>
                <a:gd name="connsiteY350" fmla="*/ 517314 h 1209463"/>
                <a:gd name="connsiteX351" fmla="*/ 1189990 w 1548130"/>
                <a:gd name="connsiteY351" fmla="*/ 530014 h 1209463"/>
                <a:gd name="connsiteX352" fmla="*/ 1191683 w 1548130"/>
                <a:gd name="connsiteY352" fmla="*/ 532554 h 1209463"/>
                <a:gd name="connsiteX353" fmla="*/ 1194223 w 1548130"/>
                <a:gd name="connsiteY353" fmla="*/ 533823 h 1209463"/>
                <a:gd name="connsiteX354" fmla="*/ 1195493 w 1548130"/>
                <a:gd name="connsiteY354" fmla="*/ 536787 h 1209463"/>
                <a:gd name="connsiteX355" fmla="*/ 1200997 w 1548130"/>
                <a:gd name="connsiteY355" fmla="*/ 546523 h 1209463"/>
                <a:gd name="connsiteX356" fmla="*/ 1203960 w 1548130"/>
                <a:gd name="connsiteY356" fmla="*/ 550757 h 1209463"/>
                <a:gd name="connsiteX357" fmla="*/ 1208193 w 1548130"/>
                <a:gd name="connsiteY357" fmla="*/ 554990 h 1209463"/>
                <a:gd name="connsiteX358" fmla="*/ 1216660 w 1548130"/>
                <a:gd name="connsiteY358" fmla="*/ 568960 h 1209463"/>
                <a:gd name="connsiteX359" fmla="*/ 1229360 w 1548130"/>
                <a:gd name="connsiteY359" fmla="*/ 582930 h 1209463"/>
                <a:gd name="connsiteX360" fmla="*/ 1229360 w 1548130"/>
                <a:gd name="connsiteY360" fmla="*/ 585893 h 1209463"/>
                <a:gd name="connsiteX361" fmla="*/ 1236133 w 1548130"/>
                <a:gd name="connsiteY361" fmla="*/ 592667 h 1209463"/>
                <a:gd name="connsiteX362" fmla="*/ 1237404 w 1548130"/>
                <a:gd name="connsiteY362" fmla="*/ 593937 h 1209463"/>
                <a:gd name="connsiteX363" fmla="*/ 1251373 w 1548130"/>
                <a:gd name="connsiteY363" fmla="*/ 606637 h 1209463"/>
                <a:gd name="connsiteX364" fmla="*/ 1266614 w 1548130"/>
                <a:gd name="connsiteY364" fmla="*/ 615104 h 1209463"/>
                <a:gd name="connsiteX365" fmla="*/ 1275080 w 1548130"/>
                <a:gd name="connsiteY365" fmla="*/ 629073 h 1209463"/>
                <a:gd name="connsiteX366" fmla="*/ 1276350 w 1548130"/>
                <a:gd name="connsiteY366" fmla="*/ 633307 h 1209463"/>
                <a:gd name="connsiteX367" fmla="*/ 1279314 w 1548130"/>
                <a:gd name="connsiteY367" fmla="*/ 647277 h 1209463"/>
                <a:gd name="connsiteX368" fmla="*/ 1265343 w 1548130"/>
                <a:gd name="connsiteY368" fmla="*/ 640504 h 1209463"/>
                <a:gd name="connsiteX369" fmla="*/ 1278043 w 1548130"/>
                <a:gd name="connsiteY369" fmla="*/ 654473 h 1209463"/>
                <a:gd name="connsiteX370" fmla="*/ 1278043 w 1548130"/>
                <a:gd name="connsiteY370" fmla="*/ 655743 h 1209463"/>
                <a:gd name="connsiteX371" fmla="*/ 1282277 w 1548130"/>
                <a:gd name="connsiteY371" fmla="*/ 669714 h 1209463"/>
                <a:gd name="connsiteX372" fmla="*/ 1283547 w 1548130"/>
                <a:gd name="connsiteY372" fmla="*/ 670983 h 1209463"/>
                <a:gd name="connsiteX373" fmla="*/ 1276773 w 1548130"/>
                <a:gd name="connsiteY373" fmla="*/ 676487 h 1209463"/>
                <a:gd name="connsiteX374" fmla="*/ 1279737 w 1548130"/>
                <a:gd name="connsiteY374" fmla="*/ 690457 h 1209463"/>
                <a:gd name="connsiteX375" fmla="*/ 1294977 w 1548130"/>
                <a:gd name="connsiteY375" fmla="*/ 704427 h 1209463"/>
                <a:gd name="connsiteX376" fmla="*/ 1300480 w 1548130"/>
                <a:gd name="connsiteY376" fmla="*/ 718397 h 1209463"/>
                <a:gd name="connsiteX377" fmla="*/ 1314450 w 1548130"/>
                <a:gd name="connsiteY377" fmla="*/ 734060 h 1209463"/>
                <a:gd name="connsiteX378" fmla="*/ 1322917 w 1548130"/>
                <a:gd name="connsiteY378" fmla="*/ 748030 h 1209463"/>
                <a:gd name="connsiteX379" fmla="*/ 1324187 w 1548130"/>
                <a:gd name="connsiteY379" fmla="*/ 762000 h 1209463"/>
                <a:gd name="connsiteX380" fmla="*/ 1332654 w 1548130"/>
                <a:gd name="connsiteY380" fmla="*/ 775970 h 1209463"/>
                <a:gd name="connsiteX381" fmla="*/ 1341120 w 1548130"/>
                <a:gd name="connsiteY381" fmla="*/ 791210 h 1209463"/>
                <a:gd name="connsiteX382" fmla="*/ 1350857 w 1548130"/>
                <a:gd name="connsiteY382" fmla="*/ 806450 h 1209463"/>
                <a:gd name="connsiteX383" fmla="*/ 1343660 w 1548130"/>
                <a:gd name="connsiteY383" fmla="*/ 821690 h 1209463"/>
                <a:gd name="connsiteX384" fmla="*/ 1342390 w 1548130"/>
                <a:gd name="connsiteY384" fmla="*/ 836930 h 1209463"/>
                <a:gd name="connsiteX385" fmla="*/ 1356360 w 1548130"/>
                <a:gd name="connsiteY385" fmla="*/ 850900 h 1209463"/>
                <a:gd name="connsiteX386" fmla="*/ 1364827 w 1548130"/>
                <a:gd name="connsiteY386" fmla="*/ 866140 h 1209463"/>
                <a:gd name="connsiteX387" fmla="*/ 1371600 w 1548130"/>
                <a:gd name="connsiteY387" fmla="*/ 881380 h 1209463"/>
                <a:gd name="connsiteX388" fmla="*/ 1380067 w 1548130"/>
                <a:gd name="connsiteY388" fmla="*/ 895350 h 1209463"/>
                <a:gd name="connsiteX389" fmla="*/ 1385570 w 1548130"/>
                <a:gd name="connsiteY389" fmla="*/ 909320 h 1209463"/>
                <a:gd name="connsiteX390" fmla="*/ 1394037 w 1548130"/>
                <a:gd name="connsiteY390" fmla="*/ 924560 h 1209463"/>
                <a:gd name="connsiteX391" fmla="*/ 1402504 w 1548130"/>
                <a:gd name="connsiteY391" fmla="*/ 938530 h 1209463"/>
                <a:gd name="connsiteX392" fmla="*/ 1410970 w 1548130"/>
                <a:gd name="connsiteY392" fmla="*/ 953770 h 1209463"/>
                <a:gd name="connsiteX393" fmla="*/ 1419437 w 1548130"/>
                <a:gd name="connsiteY393" fmla="*/ 967740 h 1209463"/>
                <a:gd name="connsiteX394" fmla="*/ 1427904 w 1548130"/>
                <a:gd name="connsiteY394" fmla="*/ 981710 h 1209463"/>
                <a:gd name="connsiteX395" fmla="*/ 1440604 w 1548130"/>
                <a:gd name="connsiteY395" fmla="*/ 996950 h 1209463"/>
                <a:gd name="connsiteX396" fmla="*/ 1447800 w 1548130"/>
                <a:gd name="connsiteY396" fmla="*/ 1012190 h 1209463"/>
                <a:gd name="connsiteX397" fmla="*/ 1453304 w 1548130"/>
                <a:gd name="connsiteY397" fmla="*/ 1026160 h 1209463"/>
                <a:gd name="connsiteX398" fmla="*/ 1460500 w 1548130"/>
                <a:gd name="connsiteY398" fmla="*/ 1040130 h 1209463"/>
                <a:gd name="connsiteX399" fmla="*/ 1468967 w 1548130"/>
                <a:gd name="connsiteY399" fmla="*/ 1054100 h 1209463"/>
                <a:gd name="connsiteX400" fmla="*/ 1477433 w 1548130"/>
                <a:gd name="connsiteY400" fmla="*/ 1069340 h 1209463"/>
                <a:gd name="connsiteX401" fmla="*/ 1484630 w 1548130"/>
                <a:gd name="connsiteY401" fmla="*/ 1084580 h 1209463"/>
                <a:gd name="connsiteX402" fmla="*/ 1493097 w 1548130"/>
                <a:gd name="connsiteY402" fmla="*/ 1099820 h 1209463"/>
                <a:gd name="connsiteX403" fmla="*/ 1502833 w 1548130"/>
                <a:gd name="connsiteY403" fmla="*/ 1113790 h 1209463"/>
                <a:gd name="connsiteX404" fmla="*/ 1509607 w 1548130"/>
                <a:gd name="connsiteY404" fmla="*/ 1129030 h 1209463"/>
                <a:gd name="connsiteX405" fmla="*/ 1511300 w 1548130"/>
                <a:gd name="connsiteY405" fmla="*/ 1143000 h 1209463"/>
                <a:gd name="connsiteX406" fmla="*/ 1512570 w 1548130"/>
                <a:gd name="connsiteY406" fmla="*/ 1145964 h 1209463"/>
                <a:gd name="connsiteX407" fmla="*/ 1525270 w 1548130"/>
                <a:gd name="connsiteY407" fmla="*/ 1161204 h 1209463"/>
                <a:gd name="connsiteX408" fmla="*/ 1529504 w 1548130"/>
                <a:gd name="connsiteY408" fmla="*/ 1175173 h 1209463"/>
                <a:gd name="connsiteX409" fmla="*/ 1535007 w 1548130"/>
                <a:gd name="connsiteY409" fmla="*/ 1189143 h 1209463"/>
                <a:gd name="connsiteX410" fmla="*/ 1543473 w 1548130"/>
                <a:gd name="connsiteY410" fmla="*/ 1203114 h 1209463"/>
                <a:gd name="connsiteX411" fmla="*/ 1548130 w 1548130"/>
                <a:gd name="connsiteY411" fmla="*/ 1209464 h 1209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</a:cxnLst>
              <a:rect l="l" t="t" r="r" b="b"/>
              <a:pathLst>
                <a:path w="1548130" h="1209463">
                  <a:moveTo>
                    <a:pt x="1548130" y="1209464"/>
                  </a:moveTo>
                  <a:lnTo>
                    <a:pt x="73237" y="1209464"/>
                  </a:lnTo>
                  <a:lnTo>
                    <a:pt x="73237" y="1198033"/>
                  </a:lnTo>
                  <a:lnTo>
                    <a:pt x="71543" y="1170093"/>
                  </a:lnTo>
                  <a:lnTo>
                    <a:pt x="70273" y="1137920"/>
                  </a:lnTo>
                  <a:lnTo>
                    <a:pt x="70273" y="1114214"/>
                  </a:lnTo>
                  <a:lnTo>
                    <a:pt x="69004" y="1098973"/>
                  </a:lnTo>
                  <a:lnTo>
                    <a:pt x="69004" y="1080770"/>
                  </a:lnTo>
                  <a:lnTo>
                    <a:pt x="69004" y="1065530"/>
                  </a:lnTo>
                  <a:lnTo>
                    <a:pt x="67733" y="1050290"/>
                  </a:lnTo>
                  <a:lnTo>
                    <a:pt x="67733" y="1030817"/>
                  </a:lnTo>
                  <a:lnTo>
                    <a:pt x="66040" y="1007110"/>
                  </a:lnTo>
                  <a:lnTo>
                    <a:pt x="66040" y="982133"/>
                  </a:lnTo>
                  <a:lnTo>
                    <a:pt x="64770" y="957157"/>
                  </a:lnTo>
                  <a:lnTo>
                    <a:pt x="64770" y="934720"/>
                  </a:lnTo>
                  <a:lnTo>
                    <a:pt x="63077" y="915247"/>
                  </a:lnTo>
                  <a:lnTo>
                    <a:pt x="63077" y="888577"/>
                  </a:lnTo>
                  <a:lnTo>
                    <a:pt x="61807" y="850900"/>
                  </a:lnTo>
                  <a:lnTo>
                    <a:pt x="60537" y="818727"/>
                  </a:lnTo>
                  <a:lnTo>
                    <a:pt x="60537" y="793327"/>
                  </a:lnTo>
                  <a:lnTo>
                    <a:pt x="59267" y="779357"/>
                  </a:lnTo>
                  <a:lnTo>
                    <a:pt x="59267" y="775123"/>
                  </a:lnTo>
                  <a:lnTo>
                    <a:pt x="59267" y="759883"/>
                  </a:lnTo>
                  <a:lnTo>
                    <a:pt x="57573" y="741680"/>
                  </a:lnTo>
                  <a:lnTo>
                    <a:pt x="57573" y="726440"/>
                  </a:lnTo>
                  <a:lnTo>
                    <a:pt x="57573" y="712470"/>
                  </a:lnTo>
                  <a:lnTo>
                    <a:pt x="56304" y="698500"/>
                  </a:lnTo>
                  <a:lnTo>
                    <a:pt x="56304" y="682837"/>
                  </a:lnTo>
                  <a:lnTo>
                    <a:pt x="56304" y="667597"/>
                  </a:lnTo>
                  <a:lnTo>
                    <a:pt x="55033" y="656590"/>
                  </a:lnTo>
                  <a:lnTo>
                    <a:pt x="55033" y="642620"/>
                  </a:lnTo>
                  <a:lnTo>
                    <a:pt x="53340" y="626110"/>
                  </a:lnTo>
                  <a:lnTo>
                    <a:pt x="53340" y="612140"/>
                  </a:lnTo>
                  <a:lnTo>
                    <a:pt x="53340" y="607907"/>
                  </a:lnTo>
                  <a:lnTo>
                    <a:pt x="53340" y="592667"/>
                  </a:lnTo>
                  <a:lnTo>
                    <a:pt x="52070" y="578697"/>
                  </a:lnTo>
                  <a:lnTo>
                    <a:pt x="52070" y="563457"/>
                  </a:lnTo>
                  <a:lnTo>
                    <a:pt x="52070" y="548217"/>
                  </a:lnTo>
                  <a:lnTo>
                    <a:pt x="50800" y="532977"/>
                  </a:lnTo>
                  <a:lnTo>
                    <a:pt x="50800" y="519007"/>
                  </a:lnTo>
                  <a:lnTo>
                    <a:pt x="49530" y="503343"/>
                  </a:lnTo>
                  <a:lnTo>
                    <a:pt x="48260" y="444923"/>
                  </a:lnTo>
                  <a:lnTo>
                    <a:pt x="46990" y="430954"/>
                  </a:lnTo>
                  <a:lnTo>
                    <a:pt x="46990" y="416983"/>
                  </a:lnTo>
                  <a:lnTo>
                    <a:pt x="45297" y="401743"/>
                  </a:lnTo>
                  <a:lnTo>
                    <a:pt x="38523" y="386080"/>
                  </a:lnTo>
                  <a:lnTo>
                    <a:pt x="33020" y="372110"/>
                  </a:lnTo>
                  <a:lnTo>
                    <a:pt x="27517" y="356870"/>
                  </a:lnTo>
                  <a:lnTo>
                    <a:pt x="27517" y="342900"/>
                  </a:lnTo>
                  <a:lnTo>
                    <a:pt x="27517" y="334433"/>
                  </a:lnTo>
                  <a:lnTo>
                    <a:pt x="20743" y="320464"/>
                  </a:lnTo>
                  <a:lnTo>
                    <a:pt x="19473" y="305223"/>
                  </a:lnTo>
                  <a:lnTo>
                    <a:pt x="16510" y="289983"/>
                  </a:lnTo>
                  <a:lnTo>
                    <a:pt x="11007" y="276014"/>
                  </a:lnTo>
                  <a:lnTo>
                    <a:pt x="8467" y="268817"/>
                  </a:lnTo>
                  <a:lnTo>
                    <a:pt x="0" y="253577"/>
                  </a:lnTo>
                  <a:lnTo>
                    <a:pt x="1270" y="239607"/>
                  </a:lnTo>
                  <a:lnTo>
                    <a:pt x="8043" y="224367"/>
                  </a:lnTo>
                  <a:lnTo>
                    <a:pt x="17780" y="210397"/>
                  </a:lnTo>
                  <a:lnTo>
                    <a:pt x="26247" y="195157"/>
                  </a:lnTo>
                  <a:lnTo>
                    <a:pt x="28787" y="181187"/>
                  </a:lnTo>
                  <a:lnTo>
                    <a:pt x="34290" y="167217"/>
                  </a:lnTo>
                  <a:lnTo>
                    <a:pt x="35560" y="153247"/>
                  </a:lnTo>
                  <a:lnTo>
                    <a:pt x="36830" y="151977"/>
                  </a:lnTo>
                  <a:lnTo>
                    <a:pt x="35560" y="138007"/>
                  </a:lnTo>
                  <a:lnTo>
                    <a:pt x="30057" y="126577"/>
                  </a:lnTo>
                  <a:lnTo>
                    <a:pt x="25823" y="111337"/>
                  </a:lnTo>
                  <a:lnTo>
                    <a:pt x="18627" y="97367"/>
                  </a:lnTo>
                  <a:lnTo>
                    <a:pt x="14393" y="83397"/>
                  </a:lnTo>
                  <a:lnTo>
                    <a:pt x="15664" y="69427"/>
                  </a:lnTo>
                  <a:lnTo>
                    <a:pt x="12700" y="54187"/>
                  </a:lnTo>
                  <a:lnTo>
                    <a:pt x="16933" y="40217"/>
                  </a:lnTo>
                  <a:lnTo>
                    <a:pt x="30904" y="29210"/>
                  </a:lnTo>
                  <a:lnTo>
                    <a:pt x="35137" y="26247"/>
                  </a:lnTo>
                  <a:lnTo>
                    <a:pt x="39370" y="11007"/>
                  </a:lnTo>
                  <a:lnTo>
                    <a:pt x="50377" y="0"/>
                  </a:lnTo>
                  <a:lnTo>
                    <a:pt x="52917" y="12700"/>
                  </a:lnTo>
                  <a:lnTo>
                    <a:pt x="62654" y="21167"/>
                  </a:lnTo>
                  <a:lnTo>
                    <a:pt x="77893" y="25400"/>
                  </a:lnTo>
                  <a:lnTo>
                    <a:pt x="91864" y="24130"/>
                  </a:lnTo>
                  <a:lnTo>
                    <a:pt x="105833" y="19897"/>
                  </a:lnTo>
                  <a:lnTo>
                    <a:pt x="119804" y="14393"/>
                  </a:lnTo>
                  <a:lnTo>
                    <a:pt x="135043" y="11430"/>
                  </a:lnTo>
                  <a:lnTo>
                    <a:pt x="149014" y="5927"/>
                  </a:lnTo>
                  <a:lnTo>
                    <a:pt x="162983" y="5927"/>
                  </a:lnTo>
                  <a:lnTo>
                    <a:pt x="178223" y="8890"/>
                  </a:lnTo>
                  <a:lnTo>
                    <a:pt x="192193" y="14393"/>
                  </a:lnTo>
                  <a:lnTo>
                    <a:pt x="206164" y="17357"/>
                  </a:lnTo>
                  <a:lnTo>
                    <a:pt x="217170" y="21590"/>
                  </a:lnTo>
                  <a:lnTo>
                    <a:pt x="231140" y="22860"/>
                  </a:lnTo>
                  <a:lnTo>
                    <a:pt x="246380" y="24130"/>
                  </a:lnTo>
                  <a:lnTo>
                    <a:pt x="261620" y="28364"/>
                  </a:lnTo>
                  <a:lnTo>
                    <a:pt x="275590" y="29633"/>
                  </a:lnTo>
                  <a:lnTo>
                    <a:pt x="290830" y="36407"/>
                  </a:lnTo>
                  <a:lnTo>
                    <a:pt x="304800" y="35137"/>
                  </a:lnTo>
                  <a:lnTo>
                    <a:pt x="318770" y="39370"/>
                  </a:lnTo>
                  <a:lnTo>
                    <a:pt x="334010" y="44873"/>
                  </a:lnTo>
                  <a:lnTo>
                    <a:pt x="347980" y="46143"/>
                  </a:lnTo>
                  <a:lnTo>
                    <a:pt x="361950" y="50377"/>
                  </a:lnTo>
                  <a:lnTo>
                    <a:pt x="369147" y="65617"/>
                  </a:lnTo>
                  <a:lnTo>
                    <a:pt x="383117" y="74083"/>
                  </a:lnTo>
                  <a:lnTo>
                    <a:pt x="397087" y="78317"/>
                  </a:lnTo>
                  <a:lnTo>
                    <a:pt x="411057" y="80010"/>
                  </a:lnTo>
                  <a:lnTo>
                    <a:pt x="425027" y="74507"/>
                  </a:lnTo>
                  <a:lnTo>
                    <a:pt x="438997" y="78740"/>
                  </a:lnTo>
                  <a:lnTo>
                    <a:pt x="445770" y="92710"/>
                  </a:lnTo>
                  <a:lnTo>
                    <a:pt x="459740" y="93980"/>
                  </a:lnTo>
                  <a:lnTo>
                    <a:pt x="473710" y="95250"/>
                  </a:lnTo>
                  <a:lnTo>
                    <a:pt x="488950" y="98214"/>
                  </a:lnTo>
                  <a:lnTo>
                    <a:pt x="502920" y="99483"/>
                  </a:lnTo>
                  <a:lnTo>
                    <a:pt x="516890" y="95250"/>
                  </a:lnTo>
                  <a:lnTo>
                    <a:pt x="532130" y="100754"/>
                  </a:lnTo>
                  <a:lnTo>
                    <a:pt x="546100" y="107527"/>
                  </a:lnTo>
                  <a:lnTo>
                    <a:pt x="561340" y="111760"/>
                  </a:lnTo>
                  <a:lnTo>
                    <a:pt x="575310" y="121497"/>
                  </a:lnTo>
                  <a:lnTo>
                    <a:pt x="575310" y="122767"/>
                  </a:lnTo>
                  <a:lnTo>
                    <a:pt x="590973" y="132504"/>
                  </a:lnTo>
                  <a:lnTo>
                    <a:pt x="604943" y="138007"/>
                  </a:lnTo>
                  <a:lnTo>
                    <a:pt x="614680" y="139277"/>
                  </a:lnTo>
                  <a:lnTo>
                    <a:pt x="628650" y="136314"/>
                  </a:lnTo>
                  <a:lnTo>
                    <a:pt x="642620" y="132080"/>
                  </a:lnTo>
                  <a:lnTo>
                    <a:pt x="656590" y="125307"/>
                  </a:lnTo>
                  <a:lnTo>
                    <a:pt x="670560" y="118110"/>
                  </a:lnTo>
                  <a:lnTo>
                    <a:pt x="684530" y="107104"/>
                  </a:lnTo>
                  <a:lnTo>
                    <a:pt x="685800" y="107104"/>
                  </a:lnTo>
                  <a:lnTo>
                    <a:pt x="699770" y="94827"/>
                  </a:lnTo>
                  <a:lnTo>
                    <a:pt x="709507" y="86360"/>
                  </a:lnTo>
                  <a:lnTo>
                    <a:pt x="723477" y="77893"/>
                  </a:lnTo>
                  <a:lnTo>
                    <a:pt x="725170" y="75354"/>
                  </a:lnTo>
                  <a:lnTo>
                    <a:pt x="739140" y="62654"/>
                  </a:lnTo>
                  <a:lnTo>
                    <a:pt x="747183" y="54187"/>
                  </a:lnTo>
                  <a:lnTo>
                    <a:pt x="752687" y="62654"/>
                  </a:lnTo>
                  <a:lnTo>
                    <a:pt x="761154" y="63923"/>
                  </a:lnTo>
                  <a:lnTo>
                    <a:pt x="764117" y="63923"/>
                  </a:lnTo>
                  <a:lnTo>
                    <a:pt x="761154" y="66887"/>
                  </a:lnTo>
                  <a:lnTo>
                    <a:pt x="766657" y="71120"/>
                  </a:lnTo>
                  <a:lnTo>
                    <a:pt x="780627" y="69850"/>
                  </a:lnTo>
                  <a:lnTo>
                    <a:pt x="777664" y="63077"/>
                  </a:lnTo>
                  <a:lnTo>
                    <a:pt x="763693" y="64347"/>
                  </a:lnTo>
                  <a:lnTo>
                    <a:pt x="763693" y="63077"/>
                  </a:lnTo>
                  <a:lnTo>
                    <a:pt x="769197" y="61807"/>
                  </a:lnTo>
                  <a:lnTo>
                    <a:pt x="783167" y="49107"/>
                  </a:lnTo>
                  <a:lnTo>
                    <a:pt x="792904" y="35137"/>
                  </a:lnTo>
                  <a:lnTo>
                    <a:pt x="794173" y="28364"/>
                  </a:lnTo>
                  <a:lnTo>
                    <a:pt x="808143" y="33867"/>
                  </a:lnTo>
                  <a:lnTo>
                    <a:pt x="822114" y="29633"/>
                  </a:lnTo>
                  <a:lnTo>
                    <a:pt x="836083" y="25400"/>
                  </a:lnTo>
                  <a:lnTo>
                    <a:pt x="850054" y="18627"/>
                  </a:lnTo>
                  <a:lnTo>
                    <a:pt x="864023" y="17357"/>
                  </a:lnTo>
                  <a:lnTo>
                    <a:pt x="850054" y="24130"/>
                  </a:lnTo>
                  <a:lnTo>
                    <a:pt x="836083" y="32597"/>
                  </a:lnTo>
                  <a:lnTo>
                    <a:pt x="820843" y="46567"/>
                  </a:lnTo>
                  <a:lnTo>
                    <a:pt x="834814" y="39793"/>
                  </a:lnTo>
                  <a:lnTo>
                    <a:pt x="848783" y="35560"/>
                  </a:lnTo>
                  <a:lnTo>
                    <a:pt x="851323" y="36830"/>
                  </a:lnTo>
                  <a:lnTo>
                    <a:pt x="865293" y="38100"/>
                  </a:lnTo>
                  <a:lnTo>
                    <a:pt x="877993" y="31327"/>
                  </a:lnTo>
                  <a:lnTo>
                    <a:pt x="889000" y="16087"/>
                  </a:lnTo>
                  <a:lnTo>
                    <a:pt x="875030" y="11854"/>
                  </a:lnTo>
                  <a:lnTo>
                    <a:pt x="889000" y="9314"/>
                  </a:lnTo>
                  <a:lnTo>
                    <a:pt x="902970" y="11854"/>
                  </a:lnTo>
                  <a:lnTo>
                    <a:pt x="912707" y="14817"/>
                  </a:lnTo>
                  <a:lnTo>
                    <a:pt x="927100" y="22014"/>
                  </a:lnTo>
                  <a:lnTo>
                    <a:pt x="928370" y="22014"/>
                  </a:lnTo>
                  <a:lnTo>
                    <a:pt x="943610" y="30480"/>
                  </a:lnTo>
                  <a:lnTo>
                    <a:pt x="957580" y="35983"/>
                  </a:lnTo>
                  <a:lnTo>
                    <a:pt x="958850" y="35983"/>
                  </a:lnTo>
                  <a:lnTo>
                    <a:pt x="968587" y="34714"/>
                  </a:lnTo>
                  <a:lnTo>
                    <a:pt x="982557" y="30480"/>
                  </a:lnTo>
                  <a:lnTo>
                    <a:pt x="996104" y="22014"/>
                  </a:lnTo>
                  <a:lnTo>
                    <a:pt x="1010073" y="23283"/>
                  </a:lnTo>
                  <a:lnTo>
                    <a:pt x="1018540" y="37254"/>
                  </a:lnTo>
                  <a:lnTo>
                    <a:pt x="1032510" y="49954"/>
                  </a:lnTo>
                  <a:lnTo>
                    <a:pt x="1046480" y="59690"/>
                  </a:lnTo>
                  <a:lnTo>
                    <a:pt x="1031240" y="49954"/>
                  </a:lnTo>
                  <a:lnTo>
                    <a:pt x="1022773" y="45720"/>
                  </a:lnTo>
                  <a:lnTo>
                    <a:pt x="1014307" y="31750"/>
                  </a:lnTo>
                  <a:lnTo>
                    <a:pt x="1000337" y="27517"/>
                  </a:lnTo>
                  <a:lnTo>
                    <a:pt x="1002877" y="41487"/>
                  </a:lnTo>
                  <a:lnTo>
                    <a:pt x="1000337" y="51223"/>
                  </a:lnTo>
                  <a:lnTo>
                    <a:pt x="998643" y="51223"/>
                  </a:lnTo>
                  <a:lnTo>
                    <a:pt x="993140" y="62230"/>
                  </a:lnTo>
                  <a:lnTo>
                    <a:pt x="1000337" y="69004"/>
                  </a:lnTo>
                  <a:lnTo>
                    <a:pt x="1014307" y="77470"/>
                  </a:lnTo>
                  <a:lnTo>
                    <a:pt x="1028277" y="78740"/>
                  </a:lnTo>
                  <a:lnTo>
                    <a:pt x="1029547" y="88477"/>
                  </a:lnTo>
                  <a:lnTo>
                    <a:pt x="1030817" y="91440"/>
                  </a:lnTo>
                  <a:lnTo>
                    <a:pt x="1039283" y="102447"/>
                  </a:lnTo>
                  <a:lnTo>
                    <a:pt x="1039283" y="99483"/>
                  </a:lnTo>
                  <a:lnTo>
                    <a:pt x="1039283" y="93980"/>
                  </a:lnTo>
                  <a:lnTo>
                    <a:pt x="1043517" y="96520"/>
                  </a:lnTo>
                  <a:lnTo>
                    <a:pt x="1043517" y="95250"/>
                  </a:lnTo>
                  <a:lnTo>
                    <a:pt x="1056217" y="92287"/>
                  </a:lnTo>
                  <a:lnTo>
                    <a:pt x="1058757" y="91017"/>
                  </a:lnTo>
                  <a:lnTo>
                    <a:pt x="1062990" y="81280"/>
                  </a:lnTo>
                  <a:lnTo>
                    <a:pt x="1062990" y="78317"/>
                  </a:lnTo>
                  <a:lnTo>
                    <a:pt x="1062990" y="71543"/>
                  </a:lnTo>
                  <a:lnTo>
                    <a:pt x="1057487" y="64770"/>
                  </a:lnTo>
                  <a:lnTo>
                    <a:pt x="1051983" y="61807"/>
                  </a:lnTo>
                  <a:lnTo>
                    <a:pt x="1057487" y="61807"/>
                  </a:lnTo>
                  <a:lnTo>
                    <a:pt x="1064260" y="63077"/>
                  </a:lnTo>
                  <a:lnTo>
                    <a:pt x="1064260" y="69850"/>
                  </a:lnTo>
                  <a:lnTo>
                    <a:pt x="1072727" y="69850"/>
                  </a:lnTo>
                  <a:lnTo>
                    <a:pt x="1086697" y="81280"/>
                  </a:lnTo>
                  <a:lnTo>
                    <a:pt x="1093893" y="89747"/>
                  </a:lnTo>
                  <a:lnTo>
                    <a:pt x="1095164" y="91017"/>
                  </a:lnTo>
                  <a:lnTo>
                    <a:pt x="1109133" y="99483"/>
                  </a:lnTo>
                  <a:lnTo>
                    <a:pt x="1121833" y="99483"/>
                  </a:lnTo>
                  <a:lnTo>
                    <a:pt x="1118870" y="100754"/>
                  </a:lnTo>
                  <a:lnTo>
                    <a:pt x="1132840" y="102023"/>
                  </a:lnTo>
                  <a:lnTo>
                    <a:pt x="1137073" y="99060"/>
                  </a:lnTo>
                  <a:lnTo>
                    <a:pt x="1148080" y="93557"/>
                  </a:lnTo>
                  <a:lnTo>
                    <a:pt x="1152314" y="93557"/>
                  </a:lnTo>
                  <a:lnTo>
                    <a:pt x="1152314" y="94827"/>
                  </a:lnTo>
                  <a:lnTo>
                    <a:pt x="1152314" y="96097"/>
                  </a:lnTo>
                  <a:lnTo>
                    <a:pt x="1165014" y="100330"/>
                  </a:lnTo>
                  <a:lnTo>
                    <a:pt x="1169247" y="93557"/>
                  </a:lnTo>
                  <a:lnTo>
                    <a:pt x="1165014" y="93557"/>
                  </a:lnTo>
                  <a:lnTo>
                    <a:pt x="1165014" y="89323"/>
                  </a:lnTo>
                  <a:lnTo>
                    <a:pt x="1171787" y="82550"/>
                  </a:lnTo>
                  <a:lnTo>
                    <a:pt x="1185757" y="88054"/>
                  </a:lnTo>
                  <a:lnTo>
                    <a:pt x="1185757" y="102023"/>
                  </a:lnTo>
                  <a:lnTo>
                    <a:pt x="1189990" y="100754"/>
                  </a:lnTo>
                  <a:lnTo>
                    <a:pt x="1203960" y="92287"/>
                  </a:lnTo>
                  <a:lnTo>
                    <a:pt x="1217930" y="91017"/>
                  </a:lnTo>
                  <a:lnTo>
                    <a:pt x="1222164" y="86783"/>
                  </a:lnTo>
                  <a:lnTo>
                    <a:pt x="1236133" y="88054"/>
                  </a:lnTo>
                  <a:lnTo>
                    <a:pt x="1250104" y="91017"/>
                  </a:lnTo>
                  <a:lnTo>
                    <a:pt x="1264073" y="88054"/>
                  </a:lnTo>
                  <a:lnTo>
                    <a:pt x="1278043" y="83820"/>
                  </a:lnTo>
                  <a:lnTo>
                    <a:pt x="1283547" y="82550"/>
                  </a:lnTo>
                  <a:lnTo>
                    <a:pt x="1297517" y="78317"/>
                  </a:lnTo>
                  <a:lnTo>
                    <a:pt x="1311487" y="71543"/>
                  </a:lnTo>
                  <a:lnTo>
                    <a:pt x="1319530" y="67310"/>
                  </a:lnTo>
                  <a:lnTo>
                    <a:pt x="1325457" y="61807"/>
                  </a:lnTo>
                  <a:lnTo>
                    <a:pt x="1335193" y="54610"/>
                  </a:lnTo>
                  <a:lnTo>
                    <a:pt x="1339427" y="63077"/>
                  </a:lnTo>
                  <a:lnTo>
                    <a:pt x="1339427" y="64347"/>
                  </a:lnTo>
                  <a:lnTo>
                    <a:pt x="1340697" y="67310"/>
                  </a:lnTo>
                  <a:lnTo>
                    <a:pt x="1343237" y="72814"/>
                  </a:lnTo>
                  <a:lnTo>
                    <a:pt x="1343237" y="74083"/>
                  </a:lnTo>
                  <a:lnTo>
                    <a:pt x="1346200" y="82550"/>
                  </a:lnTo>
                  <a:lnTo>
                    <a:pt x="1351704" y="96520"/>
                  </a:lnTo>
                  <a:lnTo>
                    <a:pt x="1357207" y="110490"/>
                  </a:lnTo>
                  <a:lnTo>
                    <a:pt x="1358900" y="114723"/>
                  </a:lnTo>
                  <a:lnTo>
                    <a:pt x="1364404" y="128693"/>
                  </a:lnTo>
                  <a:lnTo>
                    <a:pt x="1371177" y="142664"/>
                  </a:lnTo>
                  <a:lnTo>
                    <a:pt x="1375410" y="151130"/>
                  </a:lnTo>
                  <a:lnTo>
                    <a:pt x="1380914" y="165100"/>
                  </a:lnTo>
                  <a:lnTo>
                    <a:pt x="1382183" y="169333"/>
                  </a:lnTo>
                  <a:lnTo>
                    <a:pt x="1385993" y="183304"/>
                  </a:lnTo>
                  <a:lnTo>
                    <a:pt x="1391497" y="197273"/>
                  </a:lnTo>
                  <a:lnTo>
                    <a:pt x="1394037" y="211243"/>
                  </a:lnTo>
                  <a:lnTo>
                    <a:pt x="1403773" y="225214"/>
                  </a:lnTo>
                  <a:lnTo>
                    <a:pt x="1410547" y="240454"/>
                  </a:lnTo>
                  <a:lnTo>
                    <a:pt x="1416050" y="254423"/>
                  </a:lnTo>
                  <a:lnTo>
                    <a:pt x="1417320" y="258657"/>
                  </a:lnTo>
                  <a:lnTo>
                    <a:pt x="1418590" y="262467"/>
                  </a:lnTo>
                  <a:lnTo>
                    <a:pt x="1424093" y="276437"/>
                  </a:lnTo>
                  <a:lnTo>
                    <a:pt x="1428327" y="290407"/>
                  </a:lnTo>
                  <a:lnTo>
                    <a:pt x="1433830" y="305647"/>
                  </a:lnTo>
                  <a:lnTo>
                    <a:pt x="1439333" y="319617"/>
                  </a:lnTo>
                  <a:lnTo>
                    <a:pt x="1443567" y="333587"/>
                  </a:lnTo>
                  <a:lnTo>
                    <a:pt x="1443567" y="343323"/>
                  </a:lnTo>
                  <a:lnTo>
                    <a:pt x="1446530" y="351790"/>
                  </a:lnTo>
                  <a:lnTo>
                    <a:pt x="1450764" y="361527"/>
                  </a:lnTo>
                  <a:lnTo>
                    <a:pt x="1450764" y="362797"/>
                  </a:lnTo>
                  <a:lnTo>
                    <a:pt x="1446530" y="364067"/>
                  </a:lnTo>
                  <a:lnTo>
                    <a:pt x="1438064" y="378037"/>
                  </a:lnTo>
                  <a:lnTo>
                    <a:pt x="1429597" y="392007"/>
                  </a:lnTo>
                  <a:lnTo>
                    <a:pt x="1429597" y="393277"/>
                  </a:lnTo>
                  <a:lnTo>
                    <a:pt x="1429597" y="408517"/>
                  </a:lnTo>
                  <a:lnTo>
                    <a:pt x="1424093" y="422487"/>
                  </a:lnTo>
                  <a:lnTo>
                    <a:pt x="1422823" y="436457"/>
                  </a:lnTo>
                  <a:lnTo>
                    <a:pt x="1420283" y="450427"/>
                  </a:lnTo>
                  <a:lnTo>
                    <a:pt x="1420283" y="464397"/>
                  </a:lnTo>
                  <a:lnTo>
                    <a:pt x="1419014" y="478367"/>
                  </a:lnTo>
                  <a:lnTo>
                    <a:pt x="1417743" y="492337"/>
                  </a:lnTo>
                  <a:lnTo>
                    <a:pt x="1413510" y="508000"/>
                  </a:lnTo>
                  <a:lnTo>
                    <a:pt x="1406314" y="521970"/>
                  </a:lnTo>
                  <a:lnTo>
                    <a:pt x="1402080" y="532977"/>
                  </a:lnTo>
                  <a:lnTo>
                    <a:pt x="1397847" y="546947"/>
                  </a:lnTo>
                  <a:lnTo>
                    <a:pt x="1393614" y="562187"/>
                  </a:lnTo>
                  <a:lnTo>
                    <a:pt x="1394883" y="576157"/>
                  </a:lnTo>
                  <a:lnTo>
                    <a:pt x="1399117" y="587164"/>
                  </a:lnTo>
                  <a:lnTo>
                    <a:pt x="1400387" y="602404"/>
                  </a:lnTo>
                  <a:lnTo>
                    <a:pt x="1399117" y="606637"/>
                  </a:lnTo>
                  <a:lnTo>
                    <a:pt x="1393614" y="620607"/>
                  </a:lnTo>
                  <a:lnTo>
                    <a:pt x="1385147" y="634577"/>
                  </a:lnTo>
                  <a:lnTo>
                    <a:pt x="1378373" y="635847"/>
                  </a:lnTo>
                  <a:lnTo>
                    <a:pt x="1375833" y="646854"/>
                  </a:lnTo>
                  <a:lnTo>
                    <a:pt x="1377104" y="656590"/>
                  </a:lnTo>
                  <a:lnTo>
                    <a:pt x="1368637" y="649393"/>
                  </a:lnTo>
                  <a:lnTo>
                    <a:pt x="1358900" y="645160"/>
                  </a:lnTo>
                  <a:lnTo>
                    <a:pt x="1344930" y="640927"/>
                  </a:lnTo>
                  <a:lnTo>
                    <a:pt x="1330960" y="628650"/>
                  </a:lnTo>
                  <a:lnTo>
                    <a:pt x="1316990" y="618914"/>
                  </a:lnTo>
                  <a:lnTo>
                    <a:pt x="1304290" y="604943"/>
                  </a:lnTo>
                  <a:lnTo>
                    <a:pt x="1292014" y="589704"/>
                  </a:lnTo>
                  <a:lnTo>
                    <a:pt x="1282277" y="575733"/>
                  </a:lnTo>
                  <a:lnTo>
                    <a:pt x="1272540" y="561764"/>
                  </a:lnTo>
                  <a:lnTo>
                    <a:pt x="1268307" y="559223"/>
                  </a:lnTo>
                  <a:lnTo>
                    <a:pt x="1254337" y="552027"/>
                  </a:lnTo>
                  <a:lnTo>
                    <a:pt x="1243330" y="538057"/>
                  </a:lnTo>
                  <a:lnTo>
                    <a:pt x="1229360" y="524087"/>
                  </a:lnTo>
                  <a:lnTo>
                    <a:pt x="1229360" y="522817"/>
                  </a:lnTo>
                  <a:lnTo>
                    <a:pt x="1228090" y="521547"/>
                  </a:lnTo>
                  <a:lnTo>
                    <a:pt x="1219623" y="507577"/>
                  </a:lnTo>
                  <a:lnTo>
                    <a:pt x="1219623" y="506307"/>
                  </a:lnTo>
                  <a:lnTo>
                    <a:pt x="1216660" y="499110"/>
                  </a:lnTo>
                  <a:lnTo>
                    <a:pt x="1219623" y="485140"/>
                  </a:lnTo>
                  <a:lnTo>
                    <a:pt x="1211157" y="471170"/>
                  </a:lnTo>
                  <a:lnTo>
                    <a:pt x="1211157" y="457200"/>
                  </a:lnTo>
                  <a:lnTo>
                    <a:pt x="1209887" y="443230"/>
                  </a:lnTo>
                  <a:lnTo>
                    <a:pt x="1203114" y="437727"/>
                  </a:lnTo>
                  <a:lnTo>
                    <a:pt x="1193377" y="427990"/>
                  </a:lnTo>
                  <a:lnTo>
                    <a:pt x="1179407" y="414020"/>
                  </a:lnTo>
                  <a:lnTo>
                    <a:pt x="1165437" y="401743"/>
                  </a:lnTo>
                  <a:lnTo>
                    <a:pt x="1158664" y="390314"/>
                  </a:lnTo>
                  <a:lnTo>
                    <a:pt x="1155700" y="376343"/>
                  </a:lnTo>
                  <a:lnTo>
                    <a:pt x="1141730" y="367877"/>
                  </a:lnTo>
                  <a:lnTo>
                    <a:pt x="1140460" y="353907"/>
                  </a:lnTo>
                  <a:lnTo>
                    <a:pt x="1134957" y="342900"/>
                  </a:lnTo>
                  <a:lnTo>
                    <a:pt x="1134957" y="328930"/>
                  </a:lnTo>
                  <a:lnTo>
                    <a:pt x="1130723" y="314960"/>
                  </a:lnTo>
                  <a:lnTo>
                    <a:pt x="1128183" y="312420"/>
                  </a:lnTo>
                  <a:lnTo>
                    <a:pt x="1126914" y="310727"/>
                  </a:lnTo>
                  <a:lnTo>
                    <a:pt x="1123950" y="299720"/>
                  </a:lnTo>
                  <a:lnTo>
                    <a:pt x="1117177" y="284480"/>
                  </a:lnTo>
                  <a:lnTo>
                    <a:pt x="1115907" y="276014"/>
                  </a:lnTo>
                  <a:lnTo>
                    <a:pt x="1114637" y="276014"/>
                  </a:lnTo>
                  <a:lnTo>
                    <a:pt x="1110404" y="282787"/>
                  </a:lnTo>
                  <a:lnTo>
                    <a:pt x="1103207" y="296757"/>
                  </a:lnTo>
                  <a:lnTo>
                    <a:pt x="1098973" y="310727"/>
                  </a:lnTo>
                  <a:lnTo>
                    <a:pt x="1090930" y="324697"/>
                  </a:lnTo>
                  <a:lnTo>
                    <a:pt x="1087967" y="334433"/>
                  </a:lnTo>
                  <a:lnTo>
                    <a:pt x="1089237" y="337397"/>
                  </a:lnTo>
                  <a:lnTo>
                    <a:pt x="1087967" y="347133"/>
                  </a:lnTo>
                  <a:lnTo>
                    <a:pt x="1100667" y="361104"/>
                  </a:lnTo>
                  <a:lnTo>
                    <a:pt x="1107440" y="367877"/>
                  </a:lnTo>
                  <a:lnTo>
                    <a:pt x="1121410" y="381847"/>
                  </a:lnTo>
                  <a:lnTo>
                    <a:pt x="1126914" y="395817"/>
                  </a:lnTo>
                  <a:lnTo>
                    <a:pt x="1131147" y="409787"/>
                  </a:lnTo>
                  <a:lnTo>
                    <a:pt x="1137073" y="423757"/>
                  </a:lnTo>
                  <a:lnTo>
                    <a:pt x="1132840" y="434764"/>
                  </a:lnTo>
                  <a:lnTo>
                    <a:pt x="1132840" y="448733"/>
                  </a:lnTo>
                  <a:lnTo>
                    <a:pt x="1142577" y="462704"/>
                  </a:lnTo>
                  <a:lnTo>
                    <a:pt x="1152314" y="476673"/>
                  </a:lnTo>
                  <a:lnTo>
                    <a:pt x="1165014" y="489373"/>
                  </a:lnTo>
                  <a:lnTo>
                    <a:pt x="1169247" y="503343"/>
                  </a:lnTo>
                  <a:lnTo>
                    <a:pt x="1176020" y="517314"/>
                  </a:lnTo>
                  <a:lnTo>
                    <a:pt x="1189990" y="530014"/>
                  </a:lnTo>
                  <a:lnTo>
                    <a:pt x="1191683" y="532554"/>
                  </a:lnTo>
                  <a:lnTo>
                    <a:pt x="1194223" y="533823"/>
                  </a:lnTo>
                  <a:lnTo>
                    <a:pt x="1195493" y="536787"/>
                  </a:lnTo>
                  <a:lnTo>
                    <a:pt x="1200997" y="546523"/>
                  </a:lnTo>
                  <a:lnTo>
                    <a:pt x="1203960" y="550757"/>
                  </a:lnTo>
                  <a:lnTo>
                    <a:pt x="1208193" y="554990"/>
                  </a:lnTo>
                  <a:lnTo>
                    <a:pt x="1216660" y="568960"/>
                  </a:lnTo>
                  <a:lnTo>
                    <a:pt x="1229360" y="582930"/>
                  </a:lnTo>
                  <a:lnTo>
                    <a:pt x="1229360" y="585893"/>
                  </a:lnTo>
                  <a:lnTo>
                    <a:pt x="1236133" y="592667"/>
                  </a:lnTo>
                  <a:lnTo>
                    <a:pt x="1237404" y="593937"/>
                  </a:lnTo>
                  <a:lnTo>
                    <a:pt x="1251373" y="606637"/>
                  </a:lnTo>
                  <a:lnTo>
                    <a:pt x="1266614" y="615104"/>
                  </a:lnTo>
                  <a:lnTo>
                    <a:pt x="1275080" y="629073"/>
                  </a:lnTo>
                  <a:lnTo>
                    <a:pt x="1276350" y="633307"/>
                  </a:lnTo>
                  <a:lnTo>
                    <a:pt x="1279314" y="647277"/>
                  </a:lnTo>
                  <a:lnTo>
                    <a:pt x="1265343" y="640504"/>
                  </a:lnTo>
                  <a:lnTo>
                    <a:pt x="1278043" y="654473"/>
                  </a:lnTo>
                  <a:lnTo>
                    <a:pt x="1278043" y="655743"/>
                  </a:lnTo>
                  <a:lnTo>
                    <a:pt x="1282277" y="669714"/>
                  </a:lnTo>
                  <a:lnTo>
                    <a:pt x="1283547" y="670983"/>
                  </a:lnTo>
                  <a:lnTo>
                    <a:pt x="1276773" y="676487"/>
                  </a:lnTo>
                  <a:lnTo>
                    <a:pt x="1279737" y="690457"/>
                  </a:lnTo>
                  <a:lnTo>
                    <a:pt x="1294977" y="704427"/>
                  </a:lnTo>
                  <a:lnTo>
                    <a:pt x="1300480" y="718397"/>
                  </a:lnTo>
                  <a:lnTo>
                    <a:pt x="1314450" y="734060"/>
                  </a:lnTo>
                  <a:lnTo>
                    <a:pt x="1322917" y="748030"/>
                  </a:lnTo>
                  <a:lnTo>
                    <a:pt x="1324187" y="762000"/>
                  </a:lnTo>
                  <a:lnTo>
                    <a:pt x="1332654" y="775970"/>
                  </a:lnTo>
                  <a:lnTo>
                    <a:pt x="1341120" y="791210"/>
                  </a:lnTo>
                  <a:lnTo>
                    <a:pt x="1350857" y="806450"/>
                  </a:lnTo>
                  <a:lnTo>
                    <a:pt x="1343660" y="821690"/>
                  </a:lnTo>
                  <a:lnTo>
                    <a:pt x="1342390" y="836930"/>
                  </a:lnTo>
                  <a:lnTo>
                    <a:pt x="1356360" y="850900"/>
                  </a:lnTo>
                  <a:lnTo>
                    <a:pt x="1364827" y="866140"/>
                  </a:lnTo>
                  <a:lnTo>
                    <a:pt x="1371600" y="881380"/>
                  </a:lnTo>
                  <a:lnTo>
                    <a:pt x="1380067" y="895350"/>
                  </a:lnTo>
                  <a:lnTo>
                    <a:pt x="1385570" y="909320"/>
                  </a:lnTo>
                  <a:lnTo>
                    <a:pt x="1394037" y="924560"/>
                  </a:lnTo>
                  <a:lnTo>
                    <a:pt x="1402504" y="938530"/>
                  </a:lnTo>
                  <a:lnTo>
                    <a:pt x="1410970" y="953770"/>
                  </a:lnTo>
                  <a:lnTo>
                    <a:pt x="1419437" y="967740"/>
                  </a:lnTo>
                  <a:lnTo>
                    <a:pt x="1427904" y="981710"/>
                  </a:lnTo>
                  <a:lnTo>
                    <a:pt x="1440604" y="996950"/>
                  </a:lnTo>
                  <a:lnTo>
                    <a:pt x="1447800" y="1012190"/>
                  </a:lnTo>
                  <a:lnTo>
                    <a:pt x="1453304" y="1026160"/>
                  </a:lnTo>
                  <a:lnTo>
                    <a:pt x="1460500" y="1040130"/>
                  </a:lnTo>
                  <a:lnTo>
                    <a:pt x="1468967" y="1054100"/>
                  </a:lnTo>
                  <a:lnTo>
                    <a:pt x="1477433" y="1069340"/>
                  </a:lnTo>
                  <a:lnTo>
                    <a:pt x="1484630" y="1084580"/>
                  </a:lnTo>
                  <a:lnTo>
                    <a:pt x="1493097" y="1099820"/>
                  </a:lnTo>
                  <a:lnTo>
                    <a:pt x="1502833" y="1113790"/>
                  </a:lnTo>
                  <a:lnTo>
                    <a:pt x="1509607" y="1129030"/>
                  </a:lnTo>
                  <a:lnTo>
                    <a:pt x="1511300" y="1143000"/>
                  </a:lnTo>
                  <a:lnTo>
                    <a:pt x="1512570" y="1145964"/>
                  </a:lnTo>
                  <a:lnTo>
                    <a:pt x="1525270" y="1161204"/>
                  </a:lnTo>
                  <a:lnTo>
                    <a:pt x="1529504" y="1175173"/>
                  </a:lnTo>
                  <a:lnTo>
                    <a:pt x="1535007" y="1189143"/>
                  </a:lnTo>
                  <a:lnTo>
                    <a:pt x="1543473" y="1203114"/>
                  </a:lnTo>
                  <a:lnTo>
                    <a:pt x="1548130" y="1209464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7" name="Freeform 2296">
              <a:extLst>
                <a:ext uri="{FF2B5EF4-FFF2-40B4-BE49-F238E27FC236}">
                  <a16:creationId xmlns:a16="http://schemas.microsoft.com/office/drawing/2014/main" id="{010B440B-E209-544C-84CB-2CC9B51C8971}"/>
                </a:ext>
              </a:extLst>
            </p:cNvPr>
            <p:cNvSpPr/>
            <p:nvPr/>
          </p:nvSpPr>
          <p:spPr>
            <a:xfrm>
              <a:off x="3899323" y="5640070"/>
              <a:ext cx="1762336" cy="1382606"/>
            </a:xfrm>
            <a:custGeom>
              <a:avLst/>
              <a:gdLst>
                <a:gd name="connsiteX0" fmla="*/ 0 w 1762336"/>
                <a:gd name="connsiteY0" fmla="*/ 1382607 h 1382606"/>
                <a:gd name="connsiteX1" fmla="*/ 2963 w 1762336"/>
                <a:gd name="connsiteY1" fmla="*/ 1376680 h 1382606"/>
                <a:gd name="connsiteX2" fmla="*/ 18627 w 1762336"/>
                <a:gd name="connsiteY2" fmla="*/ 1368636 h 1382606"/>
                <a:gd name="connsiteX3" fmla="*/ 26670 w 1762336"/>
                <a:gd name="connsiteY3" fmla="*/ 1352973 h 1382606"/>
                <a:gd name="connsiteX4" fmla="*/ 32173 w 1762336"/>
                <a:gd name="connsiteY4" fmla="*/ 1339003 h 1382606"/>
                <a:gd name="connsiteX5" fmla="*/ 47837 w 1762336"/>
                <a:gd name="connsiteY5" fmla="*/ 1333500 h 1382606"/>
                <a:gd name="connsiteX6" fmla="*/ 61807 w 1762336"/>
                <a:gd name="connsiteY6" fmla="*/ 1329267 h 1382606"/>
                <a:gd name="connsiteX7" fmla="*/ 75353 w 1762336"/>
                <a:gd name="connsiteY7" fmla="*/ 1327997 h 1382606"/>
                <a:gd name="connsiteX8" fmla="*/ 89323 w 1762336"/>
                <a:gd name="connsiteY8" fmla="*/ 1327997 h 1382606"/>
                <a:gd name="connsiteX9" fmla="*/ 104987 w 1762336"/>
                <a:gd name="connsiteY9" fmla="*/ 1323763 h 1382606"/>
                <a:gd name="connsiteX10" fmla="*/ 118957 w 1762336"/>
                <a:gd name="connsiteY10" fmla="*/ 1320800 h 1382606"/>
                <a:gd name="connsiteX11" fmla="*/ 132927 w 1762336"/>
                <a:gd name="connsiteY11" fmla="*/ 1318260 h 1382606"/>
                <a:gd name="connsiteX12" fmla="*/ 146897 w 1762336"/>
                <a:gd name="connsiteY12" fmla="*/ 1315297 h 1382606"/>
                <a:gd name="connsiteX13" fmla="*/ 160443 w 1762336"/>
                <a:gd name="connsiteY13" fmla="*/ 1312757 h 1382606"/>
                <a:gd name="connsiteX14" fmla="*/ 167640 w 1762336"/>
                <a:gd name="connsiteY14" fmla="*/ 1306830 h 1382606"/>
                <a:gd name="connsiteX15" fmla="*/ 181610 w 1762336"/>
                <a:gd name="connsiteY15" fmla="*/ 1300057 h 1382606"/>
                <a:gd name="connsiteX16" fmla="*/ 196850 w 1762336"/>
                <a:gd name="connsiteY16" fmla="*/ 1294553 h 1382606"/>
                <a:gd name="connsiteX17" fmla="*/ 210820 w 1762336"/>
                <a:gd name="connsiteY17" fmla="*/ 1289050 h 1382606"/>
                <a:gd name="connsiteX18" fmla="*/ 224790 w 1762336"/>
                <a:gd name="connsiteY18" fmla="*/ 1281853 h 1382606"/>
                <a:gd name="connsiteX19" fmla="*/ 240030 w 1762336"/>
                <a:gd name="connsiteY19" fmla="*/ 1276350 h 1382606"/>
                <a:gd name="connsiteX20" fmla="*/ 254000 w 1762336"/>
                <a:gd name="connsiteY20" fmla="*/ 1266613 h 1382606"/>
                <a:gd name="connsiteX21" fmla="*/ 262467 w 1762336"/>
                <a:gd name="connsiteY21" fmla="*/ 1252643 h 1382606"/>
                <a:gd name="connsiteX22" fmla="*/ 275167 w 1762336"/>
                <a:gd name="connsiteY22" fmla="*/ 1238673 h 1382606"/>
                <a:gd name="connsiteX23" fmla="*/ 287443 w 1762336"/>
                <a:gd name="connsiteY23" fmla="*/ 1224703 h 1382606"/>
                <a:gd name="connsiteX24" fmla="*/ 302683 w 1762336"/>
                <a:gd name="connsiteY24" fmla="*/ 1210733 h 1382606"/>
                <a:gd name="connsiteX25" fmla="*/ 305647 w 1762336"/>
                <a:gd name="connsiteY25" fmla="*/ 1206500 h 1382606"/>
                <a:gd name="connsiteX26" fmla="*/ 320887 w 1762336"/>
                <a:gd name="connsiteY26" fmla="*/ 1196763 h 1382606"/>
                <a:gd name="connsiteX27" fmla="*/ 335280 w 1762336"/>
                <a:gd name="connsiteY27" fmla="*/ 1187026 h 1382606"/>
                <a:gd name="connsiteX28" fmla="*/ 349250 w 1762336"/>
                <a:gd name="connsiteY28" fmla="*/ 1180253 h 1382606"/>
                <a:gd name="connsiteX29" fmla="*/ 362797 w 1762336"/>
                <a:gd name="connsiteY29" fmla="*/ 1171786 h 1382606"/>
                <a:gd name="connsiteX30" fmla="*/ 376767 w 1762336"/>
                <a:gd name="connsiteY30" fmla="*/ 1164590 h 1382606"/>
                <a:gd name="connsiteX31" fmla="*/ 390737 w 1762336"/>
                <a:gd name="connsiteY31" fmla="*/ 1153583 h 1382606"/>
                <a:gd name="connsiteX32" fmla="*/ 403437 w 1762336"/>
                <a:gd name="connsiteY32" fmla="*/ 1139613 h 1382606"/>
                <a:gd name="connsiteX33" fmla="*/ 408940 w 1762336"/>
                <a:gd name="connsiteY33" fmla="*/ 1132417 h 1382606"/>
                <a:gd name="connsiteX34" fmla="*/ 418677 w 1762336"/>
                <a:gd name="connsiteY34" fmla="*/ 1118447 h 1382606"/>
                <a:gd name="connsiteX35" fmla="*/ 432647 w 1762336"/>
                <a:gd name="connsiteY35" fmla="*/ 1107440 h 1382606"/>
                <a:gd name="connsiteX36" fmla="*/ 442807 w 1762336"/>
                <a:gd name="connsiteY36" fmla="*/ 1093470 h 1382606"/>
                <a:gd name="connsiteX37" fmla="*/ 453813 w 1762336"/>
                <a:gd name="connsiteY37" fmla="*/ 1078230 h 1382606"/>
                <a:gd name="connsiteX38" fmla="*/ 459317 w 1762336"/>
                <a:gd name="connsiteY38" fmla="*/ 1064260 h 1382606"/>
                <a:gd name="connsiteX39" fmla="*/ 470323 w 1762336"/>
                <a:gd name="connsiteY39" fmla="*/ 1050290 h 1382606"/>
                <a:gd name="connsiteX40" fmla="*/ 475827 w 1762336"/>
                <a:gd name="connsiteY40" fmla="*/ 1043517 h 1382606"/>
                <a:gd name="connsiteX41" fmla="*/ 488527 w 1762336"/>
                <a:gd name="connsiteY41" fmla="*/ 1027853 h 1382606"/>
                <a:gd name="connsiteX42" fmla="*/ 501227 w 1762336"/>
                <a:gd name="connsiteY42" fmla="*/ 1014307 h 1382606"/>
                <a:gd name="connsiteX43" fmla="*/ 506730 w 1762336"/>
                <a:gd name="connsiteY43" fmla="*/ 1004146 h 1382606"/>
                <a:gd name="connsiteX44" fmla="*/ 513503 w 1762336"/>
                <a:gd name="connsiteY44" fmla="*/ 990600 h 1382606"/>
                <a:gd name="connsiteX45" fmla="*/ 514773 w 1762336"/>
                <a:gd name="connsiteY45" fmla="*/ 987636 h 1382606"/>
                <a:gd name="connsiteX46" fmla="*/ 523240 w 1762336"/>
                <a:gd name="connsiteY46" fmla="*/ 973667 h 1382606"/>
                <a:gd name="connsiteX47" fmla="*/ 526203 w 1762336"/>
                <a:gd name="connsiteY47" fmla="*/ 958426 h 1382606"/>
                <a:gd name="connsiteX48" fmla="*/ 529167 w 1762336"/>
                <a:gd name="connsiteY48" fmla="*/ 944457 h 1382606"/>
                <a:gd name="connsiteX49" fmla="*/ 531707 w 1762336"/>
                <a:gd name="connsiteY49" fmla="*/ 928793 h 1382606"/>
                <a:gd name="connsiteX50" fmla="*/ 527473 w 1762336"/>
                <a:gd name="connsiteY50" fmla="*/ 917786 h 1382606"/>
                <a:gd name="connsiteX51" fmla="*/ 521970 w 1762336"/>
                <a:gd name="connsiteY51" fmla="*/ 903817 h 1382606"/>
                <a:gd name="connsiteX52" fmla="*/ 509270 w 1762336"/>
                <a:gd name="connsiteY52" fmla="*/ 889846 h 1382606"/>
                <a:gd name="connsiteX53" fmla="*/ 495300 w 1762336"/>
                <a:gd name="connsiteY53" fmla="*/ 885613 h 1382606"/>
                <a:gd name="connsiteX54" fmla="*/ 498263 w 1762336"/>
                <a:gd name="connsiteY54" fmla="*/ 871643 h 1382606"/>
                <a:gd name="connsiteX55" fmla="*/ 506730 w 1762336"/>
                <a:gd name="connsiteY55" fmla="*/ 857673 h 1382606"/>
                <a:gd name="connsiteX56" fmla="*/ 508000 w 1762336"/>
                <a:gd name="connsiteY56" fmla="*/ 842433 h 1382606"/>
                <a:gd name="connsiteX57" fmla="*/ 506730 w 1762336"/>
                <a:gd name="connsiteY57" fmla="*/ 832696 h 1382606"/>
                <a:gd name="connsiteX58" fmla="*/ 508000 w 1762336"/>
                <a:gd name="connsiteY58" fmla="*/ 818726 h 1382606"/>
                <a:gd name="connsiteX59" fmla="*/ 506730 w 1762336"/>
                <a:gd name="connsiteY59" fmla="*/ 804757 h 1382606"/>
                <a:gd name="connsiteX60" fmla="*/ 509270 w 1762336"/>
                <a:gd name="connsiteY60" fmla="*/ 790786 h 1382606"/>
                <a:gd name="connsiteX61" fmla="*/ 513503 w 1762336"/>
                <a:gd name="connsiteY61" fmla="*/ 775546 h 1382606"/>
                <a:gd name="connsiteX62" fmla="*/ 512233 w 1762336"/>
                <a:gd name="connsiteY62" fmla="*/ 761576 h 1382606"/>
                <a:gd name="connsiteX63" fmla="*/ 514773 w 1762336"/>
                <a:gd name="connsiteY63" fmla="*/ 747607 h 1382606"/>
                <a:gd name="connsiteX64" fmla="*/ 523240 w 1762336"/>
                <a:gd name="connsiteY64" fmla="*/ 732367 h 1382606"/>
                <a:gd name="connsiteX65" fmla="*/ 532977 w 1762336"/>
                <a:gd name="connsiteY65" fmla="*/ 718396 h 1382606"/>
                <a:gd name="connsiteX66" fmla="*/ 535940 w 1762336"/>
                <a:gd name="connsiteY66" fmla="*/ 704426 h 1382606"/>
                <a:gd name="connsiteX67" fmla="*/ 548640 w 1762336"/>
                <a:gd name="connsiteY67" fmla="*/ 689186 h 1382606"/>
                <a:gd name="connsiteX68" fmla="*/ 560917 w 1762336"/>
                <a:gd name="connsiteY68" fmla="*/ 675217 h 1382606"/>
                <a:gd name="connsiteX69" fmla="*/ 572347 w 1762336"/>
                <a:gd name="connsiteY69" fmla="*/ 661246 h 1382606"/>
                <a:gd name="connsiteX70" fmla="*/ 584623 w 1762336"/>
                <a:gd name="connsiteY70" fmla="*/ 648546 h 1382606"/>
                <a:gd name="connsiteX71" fmla="*/ 586317 w 1762336"/>
                <a:gd name="connsiteY71" fmla="*/ 646007 h 1382606"/>
                <a:gd name="connsiteX72" fmla="*/ 591820 w 1762336"/>
                <a:gd name="connsiteY72" fmla="*/ 630343 h 1382606"/>
                <a:gd name="connsiteX73" fmla="*/ 598593 w 1762336"/>
                <a:gd name="connsiteY73" fmla="*/ 616373 h 1382606"/>
                <a:gd name="connsiteX74" fmla="*/ 600287 w 1762336"/>
                <a:gd name="connsiteY74" fmla="*/ 602403 h 1382606"/>
                <a:gd name="connsiteX75" fmla="*/ 600287 w 1762336"/>
                <a:gd name="connsiteY75" fmla="*/ 587163 h 1382606"/>
                <a:gd name="connsiteX76" fmla="*/ 601557 w 1762336"/>
                <a:gd name="connsiteY76" fmla="*/ 573193 h 1382606"/>
                <a:gd name="connsiteX77" fmla="*/ 605790 w 1762336"/>
                <a:gd name="connsiteY77" fmla="*/ 559223 h 1382606"/>
                <a:gd name="connsiteX78" fmla="*/ 619760 w 1762336"/>
                <a:gd name="connsiteY78" fmla="*/ 545253 h 1382606"/>
                <a:gd name="connsiteX79" fmla="*/ 633730 w 1762336"/>
                <a:gd name="connsiteY79" fmla="*/ 532976 h 1382606"/>
                <a:gd name="connsiteX80" fmla="*/ 635000 w 1762336"/>
                <a:gd name="connsiteY80" fmla="*/ 531283 h 1382606"/>
                <a:gd name="connsiteX81" fmla="*/ 648970 w 1762336"/>
                <a:gd name="connsiteY81" fmla="*/ 517313 h 1382606"/>
                <a:gd name="connsiteX82" fmla="*/ 662940 w 1762336"/>
                <a:gd name="connsiteY82" fmla="*/ 505036 h 1382606"/>
                <a:gd name="connsiteX83" fmla="*/ 678180 w 1762336"/>
                <a:gd name="connsiteY83" fmla="*/ 489373 h 1382606"/>
                <a:gd name="connsiteX84" fmla="*/ 689187 w 1762336"/>
                <a:gd name="connsiteY84" fmla="*/ 475826 h 1382606"/>
                <a:gd name="connsiteX85" fmla="*/ 698923 w 1762336"/>
                <a:gd name="connsiteY85" fmla="*/ 461433 h 1382606"/>
                <a:gd name="connsiteX86" fmla="*/ 710353 w 1762336"/>
                <a:gd name="connsiteY86" fmla="*/ 446193 h 1382606"/>
                <a:gd name="connsiteX87" fmla="*/ 724323 w 1762336"/>
                <a:gd name="connsiteY87" fmla="*/ 443653 h 1382606"/>
                <a:gd name="connsiteX88" fmla="*/ 739563 w 1762336"/>
                <a:gd name="connsiteY88" fmla="*/ 432223 h 1382606"/>
                <a:gd name="connsiteX89" fmla="*/ 745067 w 1762336"/>
                <a:gd name="connsiteY89" fmla="*/ 425450 h 1382606"/>
                <a:gd name="connsiteX90" fmla="*/ 759037 w 1762336"/>
                <a:gd name="connsiteY90" fmla="*/ 419946 h 1382606"/>
                <a:gd name="connsiteX91" fmla="*/ 774277 w 1762336"/>
                <a:gd name="connsiteY91" fmla="*/ 416983 h 1382606"/>
                <a:gd name="connsiteX92" fmla="*/ 788247 w 1762336"/>
                <a:gd name="connsiteY92" fmla="*/ 410210 h 1382606"/>
                <a:gd name="connsiteX93" fmla="*/ 796713 w 1762336"/>
                <a:gd name="connsiteY93" fmla="*/ 405553 h 1382606"/>
                <a:gd name="connsiteX94" fmla="*/ 810683 w 1762336"/>
                <a:gd name="connsiteY94" fmla="*/ 398780 h 1382606"/>
                <a:gd name="connsiteX95" fmla="*/ 825923 w 1762336"/>
                <a:gd name="connsiteY95" fmla="*/ 394546 h 1382606"/>
                <a:gd name="connsiteX96" fmla="*/ 840317 w 1762336"/>
                <a:gd name="connsiteY96" fmla="*/ 384810 h 1382606"/>
                <a:gd name="connsiteX97" fmla="*/ 853863 w 1762336"/>
                <a:gd name="connsiteY97" fmla="*/ 383540 h 1382606"/>
                <a:gd name="connsiteX98" fmla="*/ 869103 w 1762336"/>
                <a:gd name="connsiteY98" fmla="*/ 372533 h 1382606"/>
                <a:gd name="connsiteX99" fmla="*/ 879263 w 1762336"/>
                <a:gd name="connsiteY99" fmla="*/ 368300 h 1382606"/>
                <a:gd name="connsiteX100" fmla="*/ 894503 w 1762336"/>
                <a:gd name="connsiteY100" fmla="*/ 358563 h 1382606"/>
                <a:gd name="connsiteX101" fmla="*/ 908473 w 1762336"/>
                <a:gd name="connsiteY101" fmla="*/ 351367 h 1382606"/>
                <a:gd name="connsiteX102" fmla="*/ 916940 w 1762336"/>
                <a:gd name="connsiteY102" fmla="*/ 348826 h 1382606"/>
                <a:gd name="connsiteX103" fmla="*/ 930910 w 1762336"/>
                <a:gd name="connsiteY103" fmla="*/ 338667 h 1382606"/>
                <a:gd name="connsiteX104" fmla="*/ 944880 w 1762336"/>
                <a:gd name="connsiteY104" fmla="*/ 327660 h 1382606"/>
                <a:gd name="connsiteX105" fmla="*/ 958427 w 1762336"/>
                <a:gd name="connsiteY105" fmla="*/ 313690 h 1382606"/>
                <a:gd name="connsiteX106" fmla="*/ 965623 w 1762336"/>
                <a:gd name="connsiteY106" fmla="*/ 303953 h 1382606"/>
                <a:gd name="connsiteX107" fmla="*/ 975360 w 1762336"/>
                <a:gd name="connsiteY107" fmla="*/ 289983 h 1382606"/>
                <a:gd name="connsiteX108" fmla="*/ 982133 w 1762336"/>
                <a:gd name="connsiteY108" fmla="*/ 276013 h 1382606"/>
                <a:gd name="connsiteX109" fmla="*/ 986367 w 1762336"/>
                <a:gd name="connsiteY109" fmla="*/ 267970 h 1382606"/>
                <a:gd name="connsiteX110" fmla="*/ 997797 w 1762336"/>
                <a:gd name="connsiteY110" fmla="*/ 252307 h 1382606"/>
                <a:gd name="connsiteX111" fmla="*/ 1006263 w 1762336"/>
                <a:gd name="connsiteY111" fmla="*/ 238336 h 1382606"/>
                <a:gd name="connsiteX112" fmla="*/ 1014307 w 1762336"/>
                <a:gd name="connsiteY112" fmla="*/ 224367 h 1382606"/>
                <a:gd name="connsiteX113" fmla="*/ 1021503 w 1762336"/>
                <a:gd name="connsiteY113" fmla="*/ 210396 h 1382606"/>
                <a:gd name="connsiteX114" fmla="*/ 1029970 w 1762336"/>
                <a:gd name="connsiteY114" fmla="*/ 196426 h 1382606"/>
                <a:gd name="connsiteX115" fmla="*/ 1036743 w 1762336"/>
                <a:gd name="connsiteY115" fmla="*/ 182457 h 1382606"/>
                <a:gd name="connsiteX116" fmla="*/ 1043517 w 1762336"/>
                <a:gd name="connsiteY116" fmla="*/ 167217 h 1382606"/>
                <a:gd name="connsiteX117" fmla="*/ 1049443 w 1762336"/>
                <a:gd name="connsiteY117" fmla="*/ 153246 h 1382606"/>
                <a:gd name="connsiteX118" fmla="*/ 1050713 w 1762336"/>
                <a:gd name="connsiteY118" fmla="*/ 149013 h 1382606"/>
                <a:gd name="connsiteX119" fmla="*/ 1056217 w 1762336"/>
                <a:gd name="connsiteY119" fmla="*/ 133773 h 1382606"/>
                <a:gd name="connsiteX120" fmla="*/ 1063413 w 1762336"/>
                <a:gd name="connsiteY120" fmla="*/ 119803 h 1382606"/>
                <a:gd name="connsiteX121" fmla="*/ 1068917 w 1762336"/>
                <a:gd name="connsiteY121" fmla="*/ 105833 h 1382606"/>
                <a:gd name="connsiteX122" fmla="*/ 1074420 w 1762336"/>
                <a:gd name="connsiteY122" fmla="*/ 90593 h 1382606"/>
                <a:gd name="connsiteX123" fmla="*/ 1079923 w 1762336"/>
                <a:gd name="connsiteY123" fmla="*/ 77893 h 1382606"/>
                <a:gd name="connsiteX124" fmla="*/ 1085427 w 1762336"/>
                <a:gd name="connsiteY124" fmla="*/ 62653 h 1382606"/>
                <a:gd name="connsiteX125" fmla="*/ 1091353 w 1762336"/>
                <a:gd name="connsiteY125" fmla="*/ 48683 h 1382606"/>
                <a:gd name="connsiteX126" fmla="*/ 1098127 w 1762336"/>
                <a:gd name="connsiteY126" fmla="*/ 34713 h 1382606"/>
                <a:gd name="connsiteX127" fmla="*/ 1103630 w 1762336"/>
                <a:gd name="connsiteY127" fmla="*/ 19473 h 1382606"/>
                <a:gd name="connsiteX128" fmla="*/ 1117600 w 1762336"/>
                <a:gd name="connsiteY128" fmla="*/ 20743 h 1382606"/>
                <a:gd name="connsiteX129" fmla="*/ 1131570 w 1762336"/>
                <a:gd name="connsiteY129" fmla="*/ 13546 h 1382606"/>
                <a:gd name="connsiteX130" fmla="*/ 1145540 w 1762336"/>
                <a:gd name="connsiteY130" fmla="*/ 15240 h 1382606"/>
                <a:gd name="connsiteX131" fmla="*/ 1160780 w 1762336"/>
                <a:gd name="connsiteY131" fmla="*/ 6773 h 1382606"/>
                <a:gd name="connsiteX132" fmla="*/ 1162473 w 1762336"/>
                <a:gd name="connsiteY132" fmla="*/ 4233 h 1382606"/>
                <a:gd name="connsiteX133" fmla="*/ 1176020 w 1762336"/>
                <a:gd name="connsiteY133" fmla="*/ 0 h 1382606"/>
                <a:gd name="connsiteX134" fmla="*/ 1178983 w 1762336"/>
                <a:gd name="connsiteY134" fmla="*/ 8467 h 1382606"/>
                <a:gd name="connsiteX135" fmla="*/ 1181947 w 1762336"/>
                <a:gd name="connsiteY135" fmla="*/ 12276 h 1382606"/>
                <a:gd name="connsiteX136" fmla="*/ 1183217 w 1762336"/>
                <a:gd name="connsiteY136" fmla="*/ 20743 h 1382606"/>
                <a:gd name="connsiteX137" fmla="*/ 1184910 w 1762336"/>
                <a:gd name="connsiteY137" fmla="*/ 34713 h 1382606"/>
                <a:gd name="connsiteX138" fmla="*/ 1191683 w 1762336"/>
                <a:gd name="connsiteY138" fmla="*/ 48683 h 1382606"/>
                <a:gd name="connsiteX139" fmla="*/ 1204383 w 1762336"/>
                <a:gd name="connsiteY139" fmla="*/ 63923 h 1382606"/>
                <a:gd name="connsiteX140" fmla="*/ 1213697 w 1762336"/>
                <a:gd name="connsiteY140" fmla="*/ 77893 h 1382606"/>
                <a:gd name="connsiteX141" fmla="*/ 1226397 w 1762336"/>
                <a:gd name="connsiteY141" fmla="*/ 87630 h 1382606"/>
                <a:gd name="connsiteX142" fmla="*/ 1233593 w 1762336"/>
                <a:gd name="connsiteY142" fmla="*/ 93133 h 1382606"/>
                <a:gd name="connsiteX143" fmla="*/ 1247563 w 1762336"/>
                <a:gd name="connsiteY143" fmla="*/ 105833 h 1382606"/>
                <a:gd name="connsiteX144" fmla="*/ 1262803 w 1762336"/>
                <a:gd name="connsiteY144" fmla="*/ 115570 h 1382606"/>
                <a:gd name="connsiteX145" fmla="*/ 1276773 w 1762336"/>
                <a:gd name="connsiteY145" fmla="*/ 119803 h 1382606"/>
                <a:gd name="connsiteX146" fmla="*/ 1292013 w 1762336"/>
                <a:gd name="connsiteY146" fmla="*/ 122767 h 1382606"/>
                <a:gd name="connsiteX147" fmla="*/ 1304713 w 1762336"/>
                <a:gd name="connsiteY147" fmla="*/ 127000 h 1382606"/>
                <a:gd name="connsiteX148" fmla="*/ 1319953 w 1762336"/>
                <a:gd name="connsiteY148" fmla="*/ 127000 h 1382606"/>
                <a:gd name="connsiteX149" fmla="*/ 1333923 w 1762336"/>
                <a:gd name="connsiteY149" fmla="*/ 121073 h 1382606"/>
                <a:gd name="connsiteX150" fmla="*/ 1349163 w 1762336"/>
                <a:gd name="connsiteY150" fmla="*/ 118533 h 1382606"/>
                <a:gd name="connsiteX151" fmla="*/ 1363133 w 1762336"/>
                <a:gd name="connsiteY151" fmla="*/ 113030 h 1382606"/>
                <a:gd name="connsiteX152" fmla="*/ 1377103 w 1762336"/>
                <a:gd name="connsiteY152" fmla="*/ 115570 h 1382606"/>
                <a:gd name="connsiteX153" fmla="*/ 1391073 w 1762336"/>
                <a:gd name="connsiteY153" fmla="*/ 118533 h 1382606"/>
                <a:gd name="connsiteX154" fmla="*/ 1399540 w 1762336"/>
                <a:gd name="connsiteY154" fmla="*/ 108796 h 1382606"/>
                <a:gd name="connsiteX155" fmla="*/ 1414780 w 1762336"/>
                <a:gd name="connsiteY155" fmla="*/ 108796 h 1382606"/>
                <a:gd name="connsiteX156" fmla="*/ 1428750 w 1762336"/>
                <a:gd name="connsiteY156" fmla="*/ 115570 h 1382606"/>
                <a:gd name="connsiteX157" fmla="*/ 1442720 w 1762336"/>
                <a:gd name="connsiteY157" fmla="*/ 118533 h 1382606"/>
                <a:gd name="connsiteX158" fmla="*/ 1456690 w 1762336"/>
                <a:gd name="connsiteY158" fmla="*/ 121073 h 1382606"/>
                <a:gd name="connsiteX159" fmla="*/ 1471930 w 1762336"/>
                <a:gd name="connsiteY159" fmla="*/ 114300 h 1382606"/>
                <a:gd name="connsiteX160" fmla="*/ 1485900 w 1762336"/>
                <a:gd name="connsiteY160" fmla="*/ 105833 h 1382606"/>
                <a:gd name="connsiteX161" fmla="*/ 1499870 w 1762336"/>
                <a:gd name="connsiteY161" fmla="*/ 97790 h 1382606"/>
                <a:gd name="connsiteX162" fmla="*/ 1511300 w 1762336"/>
                <a:gd name="connsiteY162" fmla="*/ 82126 h 1382606"/>
                <a:gd name="connsiteX163" fmla="*/ 1512147 w 1762336"/>
                <a:gd name="connsiteY163" fmla="*/ 97790 h 1382606"/>
                <a:gd name="connsiteX164" fmla="*/ 1509607 w 1762336"/>
                <a:gd name="connsiteY164" fmla="*/ 107526 h 1382606"/>
                <a:gd name="connsiteX165" fmla="*/ 1515533 w 1762336"/>
                <a:gd name="connsiteY165" fmla="*/ 107526 h 1382606"/>
                <a:gd name="connsiteX166" fmla="*/ 1516803 w 1762336"/>
                <a:gd name="connsiteY166" fmla="*/ 107526 h 1382606"/>
                <a:gd name="connsiteX167" fmla="*/ 1516803 w 1762336"/>
                <a:gd name="connsiteY167" fmla="*/ 114300 h 1382606"/>
                <a:gd name="connsiteX168" fmla="*/ 1519343 w 1762336"/>
                <a:gd name="connsiteY168" fmla="*/ 128270 h 1382606"/>
                <a:gd name="connsiteX169" fmla="*/ 1533313 w 1762336"/>
                <a:gd name="connsiteY169" fmla="*/ 129540 h 1382606"/>
                <a:gd name="connsiteX170" fmla="*/ 1523577 w 1762336"/>
                <a:gd name="connsiteY170" fmla="*/ 115570 h 1382606"/>
                <a:gd name="connsiteX171" fmla="*/ 1537547 w 1762336"/>
                <a:gd name="connsiteY171" fmla="*/ 129540 h 1382606"/>
                <a:gd name="connsiteX172" fmla="*/ 1551517 w 1762336"/>
                <a:gd name="connsiteY172" fmla="*/ 135467 h 1382606"/>
                <a:gd name="connsiteX173" fmla="*/ 1566757 w 1762336"/>
                <a:gd name="connsiteY173" fmla="*/ 136736 h 1382606"/>
                <a:gd name="connsiteX174" fmla="*/ 1580727 w 1762336"/>
                <a:gd name="connsiteY174" fmla="*/ 129540 h 1382606"/>
                <a:gd name="connsiteX175" fmla="*/ 1594697 w 1762336"/>
                <a:gd name="connsiteY175" fmla="*/ 132503 h 1382606"/>
                <a:gd name="connsiteX176" fmla="*/ 1598930 w 1762336"/>
                <a:gd name="connsiteY176" fmla="*/ 132503 h 1382606"/>
                <a:gd name="connsiteX177" fmla="*/ 1612900 w 1762336"/>
                <a:gd name="connsiteY177" fmla="*/ 138007 h 1382606"/>
                <a:gd name="connsiteX178" fmla="*/ 1621367 w 1762336"/>
                <a:gd name="connsiteY178" fmla="*/ 153246 h 1382606"/>
                <a:gd name="connsiteX179" fmla="*/ 1633643 w 1762336"/>
                <a:gd name="connsiteY179" fmla="*/ 163407 h 1382606"/>
                <a:gd name="connsiteX180" fmla="*/ 1647613 w 1762336"/>
                <a:gd name="connsiteY180" fmla="*/ 175683 h 1382606"/>
                <a:gd name="connsiteX181" fmla="*/ 1663277 w 1762336"/>
                <a:gd name="connsiteY181" fmla="*/ 186690 h 1382606"/>
                <a:gd name="connsiteX182" fmla="*/ 1665817 w 1762336"/>
                <a:gd name="connsiteY182" fmla="*/ 189653 h 1382606"/>
                <a:gd name="connsiteX183" fmla="*/ 1671320 w 1762336"/>
                <a:gd name="connsiteY183" fmla="*/ 199390 h 1382606"/>
                <a:gd name="connsiteX184" fmla="*/ 1663277 w 1762336"/>
                <a:gd name="connsiteY184" fmla="*/ 213360 h 1382606"/>
                <a:gd name="connsiteX185" fmla="*/ 1667087 w 1762336"/>
                <a:gd name="connsiteY185" fmla="*/ 227330 h 1382606"/>
                <a:gd name="connsiteX186" fmla="*/ 1682750 w 1762336"/>
                <a:gd name="connsiteY186" fmla="*/ 238336 h 1382606"/>
                <a:gd name="connsiteX187" fmla="*/ 1679787 w 1762336"/>
                <a:gd name="connsiteY187" fmla="*/ 241300 h 1382606"/>
                <a:gd name="connsiteX188" fmla="*/ 1667087 w 1762336"/>
                <a:gd name="connsiteY188" fmla="*/ 257810 h 1382606"/>
                <a:gd name="connsiteX189" fmla="*/ 1675553 w 1762336"/>
                <a:gd name="connsiteY189" fmla="*/ 271780 h 1382606"/>
                <a:gd name="connsiteX190" fmla="*/ 1679787 w 1762336"/>
                <a:gd name="connsiteY190" fmla="*/ 287443 h 1382606"/>
                <a:gd name="connsiteX191" fmla="*/ 1684020 w 1762336"/>
                <a:gd name="connsiteY191" fmla="*/ 303953 h 1382606"/>
                <a:gd name="connsiteX192" fmla="*/ 1682750 w 1762336"/>
                <a:gd name="connsiteY192" fmla="*/ 312420 h 1382606"/>
                <a:gd name="connsiteX193" fmla="*/ 1678517 w 1762336"/>
                <a:gd name="connsiteY193" fmla="*/ 326390 h 1382606"/>
                <a:gd name="connsiteX194" fmla="*/ 1674283 w 1762336"/>
                <a:gd name="connsiteY194" fmla="*/ 341630 h 1382606"/>
                <a:gd name="connsiteX195" fmla="*/ 1677247 w 1762336"/>
                <a:gd name="connsiteY195" fmla="*/ 355600 h 1382606"/>
                <a:gd name="connsiteX196" fmla="*/ 1671320 w 1762336"/>
                <a:gd name="connsiteY196" fmla="*/ 370840 h 1382606"/>
                <a:gd name="connsiteX197" fmla="*/ 1679787 w 1762336"/>
                <a:gd name="connsiteY197" fmla="*/ 375073 h 1382606"/>
                <a:gd name="connsiteX198" fmla="*/ 1688253 w 1762336"/>
                <a:gd name="connsiteY198" fmla="*/ 390736 h 1382606"/>
                <a:gd name="connsiteX199" fmla="*/ 1686983 w 1762336"/>
                <a:gd name="connsiteY199" fmla="*/ 404707 h 1382606"/>
                <a:gd name="connsiteX200" fmla="*/ 1679787 w 1762336"/>
                <a:gd name="connsiteY200" fmla="*/ 418253 h 1382606"/>
                <a:gd name="connsiteX201" fmla="*/ 1678517 w 1762336"/>
                <a:gd name="connsiteY201" fmla="*/ 433917 h 1382606"/>
                <a:gd name="connsiteX202" fmla="*/ 1678517 w 1762336"/>
                <a:gd name="connsiteY202" fmla="*/ 447463 h 1382606"/>
                <a:gd name="connsiteX203" fmla="*/ 1688253 w 1762336"/>
                <a:gd name="connsiteY203" fmla="*/ 461433 h 1382606"/>
                <a:gd name="connsiteX204" fmla="*/ 1700953 w 1762336"/>
                <a:gd name="connsiteY204" fmla="*/ 475826 h 1382606"/>
                <a:gd name="connsiteX205" fmla="*/ 1700953 w 1762336"/>
                <a:gd name="connsiteY205" fmla="*/ 491067 h 1382606"/>
                <a:gd name="connsiteX206" fmla="*/ 1696720 w 1762336"/>
                <a:gd name="connsiteY206" fmla="*/ 505036 h 1382606"/>
                <a:gd name="connsiteX207" fmla="*/ 1706457 w 1762336"/>
                <a:gd name="connsiteY207" fmla="*/ 521970 h 1382606"/>
                <a:gd name="connsiteX208" fmla="*/ 1717463 w 1762336"/>
                <a:gd name="connsiteY208" fmla="*/ 535517 h 1382606"/>
                <a:gd name="connsiteX209" fmla="*/ 1731433 w 1762336"/>
                <a:gd name="connsiteY209" fmla="*/ 545253 h 1382606"/>
                <a:gd name="connsiteX210" fmla="*/ 1746673 w 1762336"/>
                <a:gd name="connsiteY210" fmla="*/ 556683 h 1382606"/>
                <a:gd name="connsiteX211" fmla="*/ 1762337 w 1762336"/>
                <a:gd name="connsiteY211" fmla="*/ 568960 h 1382606"/>
                <a:gd name="connsiteX212" fmla="*/ 1752600 w 1762336"/>
                <a:gd name="connsiteY212" fmla="*/ 582930 h 1382606"/>
                <a:gd name="connsiteX213" fmla="*/ 1736937 w 1762336"/>
                <a:gd name="connsiteY213" fmla="*/ 588433 h 1382606"/>
                <a:gd name="connsiteX214" fmla="*/ 1730163 w 1762336"/>
                <a:gd name="connsiteY214" fmla="*/ 602403 h 1382606"/>
                <a:gd name="connsiteX215" fmla="*/ 1728893 w 1762336"/>
                <a:gd name="connsiteY215" fmla="*/ 618067 h 1382606"/>
                <a:gd name="connsiteX216" fmla="*/ 1722967 w 1762336"/>
                <a:gd name="connsiteY216" fmla="*/ 629073 h 1382606"/>
                <a:gd name="connsiteX217" fmla="*/ 1724660 w 1762336"/>
                <a:gd name="connsiteY217" fmla="*/ 629073 h 1382606"/>
                <a:gd name="connsiteX218" fmla="*/ 1736937 w 1762336"/>
                <a:gd name="connsiteY218" fmla="*/ 638810 h 1382606"/>
                <a:gd name="connsiteX219" fmla="*/ 1735667 w 1762336"/>
                <a:gd name="connsiteY219" fmla="*/ 640080 h 1382606"/>
                <a:gd name="connsiteX220" fmla="*/ 1722967 w 1762336"/>
                <a:gd name="connsiteY220" fmla="*/ 640080 h 1382606"/>
                <a:gd name="connsiteX221" fmla="*/ 1708997 w 1762336"/>
                <a:gd name="connsiteY221" fmla="*/ 637540 h 1382606"/>
                <a:gd name="connsiteX222" fmla="*/ 1705187 w 1762336"/>
                <a:gd name="connsiteY222" fmla="*/ 637540 h 1382606"/>
                <a:gd name="connsiteX223" fmla="*/ 1691217 w 1762336"/>
                <a:gd name="connsiteY223" fmla="*/ 637540 h 1382606"/>
                <a:gd name="connsiteX224" fmla="*/ 1675553 w 1762336"/>
                <a:gd name="connsiteY224" fmla="*/ 637540 h 1382606"/>
                <a:gd name="connsiteX225" fmla="*/ 1661583 w 1762336"/>
                <a:gd name="connsiteY225" fmla="*/ 635846 h 1382606"/>
                <a:gd name="connsiteX226" fmla="*/ 1646343 w 1762336"/>
                <a:gd name="connsiteY226" fmla="*/ 635846 h 1382606"/>
                <a:gd name="connsiteX227" fmla="*/ 1632373 w 1762336"/>
                <a:gd name="connsiteY227" fmla="*/ 634576 h 1382606"/>
                <a:gd name="connsiteX228" fmla="*/ 1618403 w 1762336"/>
                <a:gd name="connsiteY228" fmla="*/ 633307 h 1382606"/>
                <a:gd name="connsiteX229" fmla="*/ 1604433 w 1762336"/>
                <a:gd name="connsiteY229" fmla="*/ 631613 h 1382606"/>
                <a:gd name="connsiteX230" fmla="*/ 1590463 w 1762336"/>
                <a:gd name="connsiteY230" fmla="*/ 630343 h 1382606"/>
                <a:gd name="connsiteX231" fmla="*/ 1575223 w 1762336"/>
                <a:gd name="connsiteY231" fmla="*/ 629073 h 1382606"/>
                <a:gd name="connsiteX232" fmla="*/ 1561253 w 1762336"/>
                <a:gd name="connsiteY232" fmla="*/ 630343 h 1382606"/>
                <a:gd name="connsiteX233" fmla="*/ 1547283 w 1762336"/>
                <a:gd name="connsiteY233" fmla="*/ 633307 h 1382606"/>
                <a:gd name="connsiteX234" fmla="*/ 1532043 w 1762336"/>
                <a:gd name="connsiteY234" fmla="*/ 637540 h 1382606"/>
                <a:gd name="connsiteX235" fmla="*/ 1518073 w 1762336"/>
                <a:gd name="connsiteY235" fmla="*/ 640080 h 1382606"/>
                <a:gd name="connsiteX236" fmla="*/ 1502833 w 1762336"/>
                <a:gd name="connsiteY236" fmla="*/ 640080 h 1382606"/>
                <a:gd name="connsiteX237" fmla="*/ 1488863 w 1762336"/>
                <a:gd name="connsiteY237" fmla="*/ 652780 h 1382606"/>
                <a:gd name="connsiteX238" fmla="*/ 1488863 w 1762336"/>
                <a:gd name="connsiteY238" fmla="*/ 666750 h 1382606"/>
                <a:gd name="connsiteX239" fmla="*/ 1482937 w 1762336"/>
                <a:gd name="connsiteY239" fmla="*/ 680720 h 1382606"/>
                <a:gd name="connsiteX240" fmla="*/ 1482937 w 1762336"/>
                <a:gd name="connsiteY240" fmla="*/ 681990 h 1382606"/>
                <a:gd name="connsiteX241" fmla="*/ 1467697 w 1762336"/>
                <a:gd name="connsiteY241" fmla="*/ 689186 h 1382606"/>
                <a:gd name="connsiteX242" fmla="*/ 1460923 w 1762336"/>
                <a:gd name="connsiteY242" fmla="*/ 691726 h 1382606"/>
                <a:gd name="connsiteX243" fmla="*/ 1446953 w 1762336"/>
                <a:gd name="connsiteY243" fmla="*/ 695960 h 1382606"/>
                <a:gd name="connsiteX244" fmla="*/ 1432983 w 1762336"/>
                <a:gd name="connsiteY244" fmla="*/ 700193 h 1382606"/>
                <a:gd name="connsiteX245" fmla="*/ 1419013 w 1762336"/>
                <a:gd name="connsiteY245" fmla="*/ 705696 h 1382606"/>
                <a:gd name="connsiteX246" fmla="*/ 1403773 w 1762336"/>
                <a:gd name="connsiteY246" fmla="*/ 709930 h 1382606"/>
                <a:gd name="connsiteX247" fmla="*/ 1389803 w 1762336"/>
                <a:gd name="connsiteY247" fmla="*/ 705696 h 1382606"/>
                <a:gd name="connsiteX248" fmla="*/ 1374140 w 1762336"/>
                <a:gd name="connsiteY248" fmla="*/ 704426 h 1382606"/>
                <a:gd name="connsiteX249" fmla="*/ 1360170 w 1762336"/>
                <a:gd name="connsiteY249" fmla="*/ 717126 h 1382606"/>
                <a:gd name="connsiteX250" fmla="*/ 1358900 w 1762336"/>
                <a:gd name="connsiteY250" fmla="*/ 731096 h 1382606"/>
                <a:gd name="connsiteX251" fmla="*/ 1360170 w 1762336"/>
                <a:gd name="connsiteY251" fmla="*/ 746336 h 1382606"/>
                <a:gd name="connsiteX252" fmla="*/ 1374140 w 1762336"/>
                <a:gd name="connsiteY252" fmla="*/ 754380 h 1382606"/>
                <a:gd name="connsiteX253" fmla="*/ 1363133 w 1762336"/>
                <a:gd name="connsiteY253" fmla="*/ 770043 h 1382606"/>
                <a:gd name="connsiteX254" fmla="*/ 1363133 w 1762336"/>
                <a:gd name="connsiteY254" fmla="*/ 784013 h 1382606"/>
                <a:gd name="connsiteX255" fmla="*/ 1366097 w 1762336"/>
                <a:gd name="connsiteY255" fmla="*/ 796290 h 1382606"/>
                <a:gd name="connsiteX256" fmla="*/ 1381337 w 1762336"/>
                <a:gd name="connsiteY256" fmla="*/ 802217 h 1382606"/>
                <a:gd name="connsiteX257" fmla="*/ 1391073 w 1762336"/>
                <a:gd name="connsiteY257" fmla="*/ 816186 h 1382606"/>
                <a:gd name="connsiteX258" fmla="*/ 1378373 w 1762336"/>
                <a:gd name="connsiteY258" fmla="*/ 831426 h 1382606"/>
                <a:gd name="connsiteX259" fmla="*/ 1364827 w 1762336"/>
                <a:gd name="connsiteY259" fmla="*/ 832696 h 1382606"/>
                <a:gd name="connsiteX260" fmla="*/ 1349163 w 1762336"/>
                <a:gd name="connsiteY260" fmla="*/ 833967 h 1382606"/>
                <a:gd name="connsiteX261" fmla="*/ 1335193 w 1762336"/>
                <a:gd name="connsiteY261" fmla="*/ 836930 h 1382606"/>
                <a:gd name="connsiteX262" fmla="*/ 1319953 w 1762336"/>
                <a:gd name="connsiteY262" fmla="*/ 847936 h 1382606"/>
                <a:gd name="connsiteX263" fmla="*/ 1307253 w 1762336"/>
                <a:gd name="connsiteY263" fmla="*/ 861907 h 1382606"/>
                <a:gd name="connsiteX264" fmla="*/ 1300480 w 1762336"/>
                <a:gd name="connsiteY264" fmla="*/ 866140 h 1382606"/>
                <a:gd name="connsiteX265" fmla="*/ 1298787 w 1762336"/>
                <a:gd name="connsiteY265" fmla="*/ 867410 h 1382606"/>
                <a:gd name="connsiteX266" fmla="*/ 1283547 w 1762336"/>
                <a:gd name="connsiteY266" fmla="*/ 874607 h 1382606"/>
                <a:gd name="connsiteX267" fmla="*/ 1270000 w 1762336"/>
                <a:gd name="connsiteY267" fmla="*/ 884343 h 1382606"/>
                <a:gd name="connsiteX268" fmla="*/ 1268307 w 1762336"/>
                <a:gd name="connsiteY268" fmla="*/ 884343 h 1382606"/>
                <a:gd name="connsiteX269" fmla="*/ 1255607 w 1762336"/>
                <a:gd name="connsiteY269" fmla="*/ 885613 h 1382606"/>
                <a:gd name="connsiteX270" fmla="*/ 1240367 w 1762336"/>
                <a:gd name="connsiteY270" fmla="*/ 889846 h 1382606"/>
                <a:gd name="connsiteX271" fmla="*/ 1226397 w 1762336"/>
                <a:gd name="connsiteY271" fmla="*/ 895350 h 1382606"/>
                <a:gd name="connsiteX272" fmla="*/ 1211157 w 1762336"/>
                <a:gd name="connsiteY272" fmla="*/ 901276 h 1382606"/>
                <a:gd name="connsiteX273" fmla="*/ 1197187 w 1762336"/>
                <a:gd name="connsiteY273" fmla="*/ 906780 h 1382606"/>
                <a:gd name="connsiteX274" fmla="*/ 1187450 w 1762336"/>
                <a:gd name="connsiteY274" fmla="*/ 922020 h 1382606"/>
                <a:gd name="connsiteX275" fmla="*/ 1181947 w 1762336"/>
                <a:gd name="connsiteY275" fmla="*/ 931757 h 1382606"/>
                <a:gd name="connsiteX276" fmla="*/ 1174750 w 1762336"/>
                <a:gd name="connsiteY276" fmla="*/ 946996 h 1382606"/>
                <a:gd name="connsiteX277" fmla="*/ 1163743 w 1762336"/>
                <a:gd name="connsiteY277" fmla="*/ 960967 h 1382606"/>
                <a:gd name="connsiteX278" fmla="*/ 1162473 w 1762336"/>
                <a:gd name="connsiteY278" fmla="*/ 963930 h 1382606"/>
                <a:gd name="connsiteX279" fmla="*/ 1148503 w 1762336"/>
                <a:gd name="connsiteY279" fmla="*/ 977900 h 1382606"/>
                <a:gd name="connsiteX280" fmla="*/ 1134533 w 1762336"/>
                <a:gd name="connsiteY280" fmla="*/ 990600 h 1382606"/>
                <a:gd name="connsiteX281" fmla="*/ 1127337 w 1762336"/>
                <a:gd name="connsiteY281" fmla="*/ 994410 h 1382606"/>
                <a:gd name="connsiteX282" fmla="*/ 1113367 w 1762336"/>
                <a:gd name="connsiteY282" fmla="*/ 1002876 h 1382606"/>
                <a:gd name="connsiteX283" fmla="*/ 1099397 w 1762336"/>
                <a:gd name="connsiteY283" fmla="*/ 1008380 h 1382606"/>
                <a:gd name="connsiteX284" fmla="*/ 1085427 w 1762336"/>
                <a:gd name="connsiteY284" fmla="*/ 1010073 h 1382606"/>
                <a:gd name="connsiteX285" fmla="*/ 1070187 w 1762336"/>
                <a:gd name="connsiteY285" fmla="*/ 1011343 h 1382606"/>
                <a:gd name="connsiteX286" fmla="*/ 1056217 w 1762336"/>
                <a:gd name="connsiteY286" fmla="*/ 1015576 h 1382606"/>
                <a:gd name="connsiteX287" fmla="*/ 1042247 w 1762336"/>
                <a:gd name="connsiteY287" fmla="*/ 1019810 h 1382606"/>
                <a:gd name="connsiteX288" fmla="*/ 1035473 w 1762336"/>
                <a:gd name="connsiteY288" fmla="*/ 1018117 h 1382606"/>
                <a:gd name="connsiteX289" fmla="*/ 1021503 w 1762336"/>
                <a:gd name="connsiteY289" fmla="*/ 1016846 h 1382606"/>
                <a:gd name="connsiteX290" fmla="*/ 1007533 w 1762336"/>
                <a:gd name="connsiteY290" fmla="*/ 1024043 h 1382606"/>
                <a:gd name="connsiteX291" fmla="*/ 992293 w 1762336"/>
                <a:gd name="connsiteY291" fmla="*/ 1022350 h 1382606"/>
                <a:gd name="connsiteX292" fmla="*/ 979593 w 1762336"/>
                <a:gd name="connsiteY292" fmla="*/ 1022350 h 1382606"/>
                <a:gd name="connsiteX293" fmla="*/ 971127 w 1762336"/>
                <a:gd name="connsiteY293" fmla="*/ 1036320 h 1382606"/>
                <a:gd name="connsiteX294" fmla="*/ 966893 w 1762336"/>
                <a:gd name="connsiteY294" fmla="*/ 1050290 h 1382606"/>
                <a:gd name="connsiteX295" fmla="*/ 952923 w 1762336"/>
                <a:gd name="connsiteY295" fmla="*/ 1062990 h 1382606"/>
                <a:gd name="connsiteX296" fmla="*/ 938953 w 1762336"/>
                <a:gd name="connsiteY296" fmla="*/ 1061297 h 1382606"/>
                <a:gd name="connsiteX297" fmla="*/ 924983 w 1762336"/>
                <a:gd name="connsiteY297" fmla="*/ 1057486 h 1382606"/>
                <a:gd name="connsiteX298" fmla="*/ 909743 w 1762336"/>
                <a:gd name="connsiteY298" fmla="*/ 1056217 h 1382606"/>
                <a:gd name="connsiteX299" fmla="*/ 895773 w 1762336"/>
                <a:gd name="connsiteY299" fmla="*/ 1054523 h 1382606"/>
                <a:gd name="connsiteX300" fmla="*/ 881803 w 1762336"/>
                <a:gd name="connsiteY300" fmla="*/ 1051983 h 1382606"/>
                <a:gd name="connsiteX301" fmla="*/ 868257 w 1762336"/>
                <a:gd name="connsiteY301" fmla="*/ 1060026 h 1382606"/>
                <a:gd name="connsiteX302" fmla="*/ 852593 w 1762336"/>
                <a:gd name="connsiteY302" fmla="*/ 1069763 h 1382606"/>
                <a:gd name="connsiteX303" fmla="*/ 842857 w 1762336"/>
                <a:gd name="connsiteY303" fmla="*/ 1083733 h 1382606"/>
                <a:gd name="connsiteX304" fmla="*/ 827617 w 1762336"/>
                <a:gd name="connsiteY304" fmla="*/ 1093470 h 1382606"/>
                <a:gd name="connsiteX305" fmla="*/ 813647 w 1762336"/>
                <a:gd name="connsiteY305" fmla="*/ 1092200 h 1382606"/>
                <a:gd name="connsiteX306" fmla="*/ 799677 w 1762336"/>
                <a:gd name="connsiteY306" fmla="*/ 1097703 h 1382606"/>
                <a:gd name="connsiteX307" fmla="*/ 785707 w 1762336"/>
                <a:gd name="connsiteY307" fmla="*/ 1110403 h 1382606"/>
                <a:gd name="connsiteX308" fmla="*/ 778510 w 1762336"/>
                <a:gd name="connsiteY308" fmla="*/ 1117600 h 1382606"/>
                <a:gd name="connsiteX309" fmla="*/ 764540 w 1762336"/>
                <a:gd name="connsiteY309" fmla="*/ 1126913 h 1382606"/>
                <a:gd name="connsiteX310" fmla="*/ 749300 w 1762336"/>
                <a:gd name="connsiteY310" fmla="*/ 1141307 h 1382606"/>
                <a:gd name="connsiteX311" fmla="*/ 735330 w 1762336"/>
                <a:gd name="connsiteY311" fmla="*/ 1148080 h 1382606"/>
                <a:gd name="connsiteX312" fmla="*/ 721360 w 1762336"/>
                <a:gd name="connsiteY312" fmla="*/ 1154853 h 1382606"/>
                <a:gd name="connsiteX313" fmla="*/ 707390 w 1762336"/>
                <a:gd name="connsiteY313" fmla="*/ 1167553 h 1382606"/>
                <a:gd name="connsiteX314" fmla="*/ 693420 w 1762336"/>
                <a:gd name="connsiteY314" fmla="*/ 1180253 h 1382606"/>
                <a:gd name="connsiteX315" fmla="*/ 678180 w 1762336"/>
                <a:gd name="connsiteY315" fmla="*/ 1192530 h 1382606"/>
                <a:gd name="connsiteX316" fmla="*/ 664210 w 1762336"/>
                <a:gd name="connsiteY316" fmla="*/ 1199726 h 1382606"/>
                <a:gd name="connsiteX317" fmla="*/ 653203 w 1762336"/>
                <a:gd name="connsiteY317" fmla="*/ 1206500 h 1382606"/>
                <a:gd name="connsiteX318" fmla="*/ 651933 w 1762336"/>
                <a:gd name="connsiteY318" fmla="*/ 1220470 h 1382606"/>
                <a:gd name="connsiteX319" fmla="*/ 651933 w 1762336"/>
                <a:gd name="connsiteY319" fmla="*/ 1231476 h 1382606"/>
                <a:gd name="connsiteX320" fmla="*/ 651933 w 1762336"/>
                <a:gd name="connsiteY320" fmla="*/ 1248410 h 1382606"/>
                <a:gd name="connsiteX321" fmla="*/ 650240 w 1762336"/>
                <a:gd name="connsiteY321" fmla="*/ 1265343 h 1382606"/>
                <a:gd name="connsiteX322" fmla="*/ 648970 w 1762336"/>
                <a:gd name="connsiteY322" fmla="*/ 1281853 h 1382606"/>
                <a:gd name="connsiteX323" fmla="*/ 648970 w 1762336"/>
                <a:gd name="connsiteY323" fmla="*/ 1298786 h 1382606"/>
                <a:gd name="connsiteX324" fmla="*/ 647700 w 1762336"/>
                <a:gd name="connsiteY324" fmla="*/ 1315297 h 1382606"/>
                <a:gd name="connsiteX325" fmla="*/ 647700 w 1762336"/>
                <a:gd name="connsiteY325" fmla="*/ 1332230 h 1382606"/>
                <a:gd name="connsiteX326" fmla="*/ 646430 w 1762336"/>
                <a:gd name="connsiteY326" fmla="*/ 1348740 h 1382606"/>
                <a:gd name="connsiteX327" fmla="*/ 646430 w 1762336"/>
                <a:gd name="connsiteY327" fmla="*/ 1365673 h 1382606"/>
                <a:gd name="connsiteX328" fmla="*/ 644737 w 1762336"/>
                <a:gd name="connsiteY328" fmla="*/ 1382607 h 1382606"/>
                <a:gd name="connsiteX329" fmla="*/ 630767 w 1762336"/>
                <a:gd name="connsiteY329" fmla="*/ 1382607 h 1382606"/>
                <a:gd name="connsiteX330" fmla="*/ 613833 w 1762336"/>
                <a:gd name="connsiteY330" fmla="*/ 1382607 h 1382606"/>
                <a:gd name="connsiteX331" fmla="*/ 611293 w 1762336"/>
                <a:gd name="connsiteY331" fmla="*/ 1382607 h 1382606"/>
                <a:gd name="connsiteX332" fmla="*/ 597323 w 1762336"/>
                <a:gd name="connsiteY332" fmla="*/ 1382607 h 1382606"/>
                <a:gd name="connsiteX333" fmla="*/ 583353 w 1762336"/>
                <a:gd name="connsiteY333" fmla="*/ 1382607 h 1382606"/>
                <a:gd name="connsiteX334" fmla="*/ 569383 w 1762336"/>
                <a:gd name="connsiteY334" fmla="*/ 1382607 h 1382606"/>
                <a:gd name="connsiteX335" fmla="*/ 554143 w 1762336"/>
                <a:gd name="connsiteY335" fmla="*/ 1382607 h 1382606"/>
                <a:gd name="connsiteX336" fmla="*/ 540173 w 1762336"/>
                <a:gd name="connsiteY336" fmla="*/ 1382607 h 1382606"/>
                <a:gd name="connsiteX337" fmla="*/ 526203 w 1762336"/>
                <a:gd name="connsiteY337" fmla="*/ 1382607 h 1382606"/>
                <a:gd name="connsiteX338" fmla="*/ 512233 w 1762336"/>
                <a:gd name="connsiteY338" fmla="*/ 1382607 h 1382606"/>
                <a:gd name="connsiteX339" fmla="*/ 496993 w 1762336"/>
                <a:gd name="connsiteY339" fmla="*/ 1382607 h 1382606"/>
                <a:gd name="connsiteX340" fmla="*/ 483023 w 1762336"/>
                <a:gd name="connsiteY340" fmla="*/ 1382607 h 1382606"/>
                <a:gd name="connsiteX341" fmla="*/ 469053 w 1762336"/>
                <a:gd name="connsiteY341" fmla="*/ 1382607 h 1382606"/>
                <a:gd name="connsiteX342" fmla="*/ 453813 w 1762336"/>
                <a:gd name="connsiteY342" fmla="*/ 1382607 h 1382606"/>
                <a:gd name="connsiteX343" fmla="*/ 449580 w 1762336"/>
                <a:gd name="connsiteY343" fmla="*/ 1382607 h 1382606"/>
                <a:gd name="connsiteX344" fmla="*/ 435610 w 1762336"/>
                <a:gd name="connsiteY344" fmla="*/ 1382607 h 1382606"/>
                <a:gd name="connsiteX345" fmla="*/ 420370 w 1762336"/>
                <a:gd name="connsiteY345" fmla="*/ 1382607 h 1382606"/>
                <a:gd name="connsiteX346" fmla="*/ 406400 w 1762336"/>
                <a:gd name="connsiteY346" fmla="*/ 1382607 h 1382606"/>
                <a:gd name="connsiteX347" fmla="*/ 392007 w 1762336"/>
                <a:gd name="connsiteY347" fmla="*/ 1382607 h 1382606"/>
                <a:gd name="connsiteX348" fmla="*/ 378460 w 1762336"/>
                <a:gd name="connsiteY348" fmla="*/ 1382607 h 1382606"/>
                <a:gd name="connsiteX349" fmla="*/ 362797 w 1762336"/>
                <a:gd name="connsiteY349" fmla="*/ 1382607 h 1382606"/>
                <a:gd name="connsiteX350" fmla="*/ 349250 w 1762336"/>
                <a:gd name="connsiteY350" fmla="*/ 1382607 h 1382606"/>
                <a:gd name="connsiteX351" fmla="*/ 335280 w 1762336"/>
                <a:gd name="connsiteY351" fmla="*/ 1382607 h 1382606"/>
                <a:gd name="connsiteX352" fmla="*/ 320887 w 1762336"/>
                <a:gd name="connsiteY352" fmla="*/ 1382607 h 1382606"/>
                <a:gd name="connsiteX353" fmla="*/ 305647 w 1762336"/>
                <a:gd name="connsiteY353" fmla="*/ 1382607 h 1382606"/>
                <a:gd name="connsiteX354" fmla="*/ 291677 w 1762336"/>
                <a:gd name="connsiteY354" fmla="*/ 1382607 h 1382606"/>
                <a:gd name="connsiteX355" fmla="*/ 277707 w 1762336"/>
                <a:gd name="connsiteY355" fmla="*/ 1382607 h 1382606"/>
                <a:gd name="connsiteX356" fmla="*/ 263737 w 1762336"/>
                <a:gd name="connsiteY356" fmla="*/ 1382607 h 1382606"/>
                <a:gd name="connsiteX357" fmla="*/ 248497 w 1762336"/>
                <a:gd name="connsiteY357" fmla="*/ 1382607 h 1382606"/>
                <a:gd name="connsiteX358" fmla="*/ 234527 w 1762336"/>
                <a:gd name="connsiteY358" fmla="*/ 1382607 h 1382606"/>
                <a:gd name="connsiteX359" fmla="*/ 220557 w 1762336"/>
                <a:gd name="connsiteY359" fmla="*/ 1382607 h 1382606"/>
                <a:gd name="connsiteX360" fmla="*/ 206587 w 1762336"/>
                <a:gd name="connsiteY360" fmla="*/ 1382607 h 1382606"/>
                <a:gd name="connsiteX361" fmla="*/ 191347 w 1762336"/>
                <a:gd name="connsiteY361" fmla="*/ 1382607 h 1382606"/>
                <a:gd name="connsiteX362" fmla="*/ 177377 w 1762336"/>
                <a:gd name="connsiteY362" fmla="*/ 1382607 h 1382606"/>
                <a:gd name="connsiteX363" fmla="*/ 163407 w 1762336"/>
                <a:gd name="connsiteY363" fmla="*/ 1382607 h 1382606"/>
                <a:gd name="connsiteX364" fmla="*/ 149437 w 1762336"/>
                <a:gd name="connsiteY364" fmla="*/ 1382607 h 1382606"/>
                <a:gd name="connsiteX365" fmla="*/ 134197 w 1762336"/>
                <a:gd name="connsiteY365" fmla="*/ 1382607 h 1382606"/>
                <a:gd name="connsiteX366" fmla="*/ 120227 w 1762336"/>
                <a:gd name="connsiteY366" fmla="*/ 1382607 h 1382606"/>
                <a:gd name="connsiteX367" fmla="*/ 106257 w 1762336"/>
                <a:gd name="connsiteY367" fmla="*/ 1382607 h 1382606"/>
                <a:gd name="connsiteX368" fmla="*/ 92287 w 1762336"/>
                <a:gd name="connsiteY368" fmla="*/ 1382607 h 1382606"/>
                <a:gd name="connsiteX369" fmla="*/ 77047 w 1762336"/>
                <a:gd name="connsiteY369" fmla="*/ 1382607 h 1382606"/>
                <a:gd name="connsiteX370" fmla="*/ 63077 w 1762336"/>
                <a:gd name="connsiteY370" fmla="*/ 1382607 h 1382606"/>
                <a:gd name="connsiteX371" fmla="*/ 47837 w 1762336"/>
                <a:gd name="connsiteY371" fmla="*/ 1382607 h 1382606"/>
                <a:gd name="connsiteX372" fmla="*/ 43603 w 1762336"/>
                <a:gd name="connsiteY372" fmla="*/ 1382607 h 1382606"/>
                <a:gd name="connsiteX373" fmla="*/ 32173 w 1762336"/>
                <a:gd name="connsiteY373" fmla="*/ 1382607 h 1382606"/>
                <a:gd name="connsiteX374" fmla="*/ 29633 w 1762336"/>
                <a:gd name="connsiteY374" fmla="*/ 1382607 h 1382606"/>
                <a:gd name="connsiteX375" fmla="*/ 15663 w 1762336"/>
                <a:gd name="connsiteY375" fmla="*/ 1382607 h 1382606"/>
                <a:gd name="connsiteX376" fmla="*/ 0 w 1762336"/>
                <a:gd name="connsiteY376" fmla="*/ 1382607 h 138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</a:cxnLst>
              <a:rect l="l" t="t" r="r" b="b"/>
              <a:pathLst>
                <a:path w="1762336" h="1382606">
                  <a:moveTo>
                    <a:pt x="0" y="1382607"/>
                  </a:moveTo>
                  <a:lnTo>
                    <a:pt x="2963" y="1376680"/>
                  </a:lnTo>
                  <a:lnTo>
                    <a:pt x="18627" y="1368636"/>
                  </a:lnTo>
                  <a:lnTo>
                    <a:pt x="26670" y="1352973"/>
                  </a:lnTo>
                  <a:lnTo>
                    <a:pt x="32173" y="1339003"/>
                  </a:lnTo>
                  <a:lnTo>
                    <a:pt x="47837" y="1333500"/>
                  </a:lnTo>
                  <a:lnTo>
                    <a:pt x="61807" y="1329267"/>
                  </a:lnTo>
                  <a:lnTo>
                    <a:pt x="75353" y="1327997"/>
                  </a:lnTo>
                  <a:lnTo>
                    <a:pt x="89323" y="1327997"/>
                  </a:lnTo>
                  <a:lnTo>
                    <a:pt x="104987" y="1323763"/>
                  </a:lnTo>
                  <a:lnTo>
                    <a:pt x="118957" y="1320800"/>
                  </a:lnTo>
                  <a:lnTo>
                    <a:pt x="132927" y="1318260"/>
                  </a:lnTo>
                  <a:lnTo>
                    <a:pt x="146897" y="1315297"/>
                  </a:lnTo>
                  <a:lnTo>
                    <a:pt x="160443" y="1312757"/>
                  </a:lnTo>
                  <a:lnTo>
                    <a:pt x="167640" y="1306830"/>
                  </a:lnTo>
                  <a:lnTo>
                    <a:pt x="181610" y="1300057"/>
                  </a:lnTo>
                  <a:lnTo>
                    <a:pt x="196850" y="1294553"/>
                  </a:lnTo>
                  <a:lnTo>
                    <a:pt x="210820" y="1289050"/>
                  </a:lnTo>
                  <a:lnTo>
                    <a:pt x="224790" y="1281853"/>
                  </a:lnTo>
                  <a:lnTo>
                    <a:pt x="240030" y="1276350"/>
                  </a:lnTo>
                  <a:lnTo>
                    <a:pt x="254000" y="1266613"/>
                  </a:lnTo>
                  <a:lnTo>
                    <a:pt x="262467" y="1252643"/>
                  </a:lnTo>
                  <a:lnTo>
                    <a:pt x="275167" y="1238673"/>
                  </a:lnTo>
                  <a:lnTo>
                    <a:pt x="287443" y="1224703"/>
                  </a:lnTo>
                  <a:lnTo>
                    <a:pt x="302683" y="1210733"/>
                  </a:lnTo>
                  <a:lnTo>
                    <a:pt x="305647" y="1206500"/>
                  </a:lnTo>
                  <a:lnTo>
                    <a:pt x="320887" y="1196763"/>
                  </a:lnTo>
                  <a:lnTo>
                    <a:pt x="335280" y="1187026"/>
                  </a:lnTo>
                  <a:lnTo>
                    <a:pt x="349250" y="1180253"/>
                  </a:lnTo>
                  <a:lnTo>
                    <a:pt x="362797" y="1171786"/>
                  </a:lnTo>
                  <a:lnTo>
                    <a:pt x="376767" y="1164590"/>
                  </a:lnTo>
                  <a:lnTo>
                    <a:pt x="390737" y="1153583"/>
                  </a:lnTo>
                  <a:lnTo>
                    <a:pt x="403437" y="1139613"/>
                  </a:lnTo>
                  <a:lnTo>
                    <a:pt x="408940" y="1132417"/>
                  </a:lnTo>
                  <a:lnTo>
                    <a:pt x="418677" y="1118447"/>
                  </a:lnTo>
                  <a:lnTo>
                    <a:pt x="432647" y="1107440"/>
                  </a:lnTo>
                  <a:lnTo>
                    <a:pt x="442807" y="1093470"/>
                  </a:lnTo>
                  <a:lnTo>
                    <a:pt x="453813" y="1078230"/>
                  </a:lnTo>
                  <a:lnTo>
                    <a:pt x="459317" y="1064260"/>
                  </a:lnTo>
                  <a:lnTo>
                    <a:pt x="470323" y="1050290"/>
                  </a:lnTo>
                  <a:lnTo>
                    <a:pt x="475827" y="1043517"/>
                  </a:lnTo>
                  <a:lnTo>
                    <a:pt x="488527" y="1027853"/>
                  </a:lnTo>
                  <a:lnTo>
                    <a:pt x="501227" y="1014307"/>
                  </a:lnTo>
                  <a:lnTo>
                    <a:pt x="506730" y="1004146"/>
                  </a:lnTo>
                  <a:lnTo>
                    <a:pt x="513503" y="990600"/>
                  </a:lnTo>
                  <a:lnTo>
                    <a:pt x="514773" y="987636"/>
                  </a:lnTo>
                  <a:lnTo>
                    <a:pt x="523240" y="973667"/>
                  </a:lnTo>
                  <a:lnTo>
                    <a:pt x="526203" y="958426"/>
                  </a:lnTo>
                  <a:lnTo>
                    <a:pt x="529167" y="944457"/>
                  </a:lnTo>
                  <a:lnTo>
                    <a:pt x="531707" y="928793"/>
                  </a:lnTo>
                  <a:lnTo>
                    <a:pt x="527473" y="917786"/>
                  </a:lnTo>
                  <a:lnTo>
                    <a:pt x="521970" y="903817"/>
                  </a:lnTo>
                  <a:lnTo>
                    <a:pt x="509270" y="889846"/>
                  </a:lnTo>
                  <a:lnTo>
                    <a:pt x="495300" y="885613"/>
                  </a:lnTo>
                  <a:lnTo>
                    <a:pt x="498263" y="871643"/>
                  </a:lnTo>
                  <a:lnTo>
                    <a:pt x="506730" y="857673"/>
                  </a:lnTo>
                  <a:lnTo>
                    <a:pt x="508000" y="842433"/>
                  </a:lnTo>
                  <a:lnTo>
                    <a:pt x="506730" y="832696"/>
                  </a:lnTo>
                  <a:lnTo>
                    <a:pt x="508000" y="818726"/>
                  </a:lnTo>
                  <a:lnTo>
                    <a:pt x="506730" y="804757"/>
                  </a:lnTo>
                  <a:lnTo>
                    <a:pt x="509270" y="790786"/>
                  </a:lnTo>
                  <a:lnTo>
                    <a:pt x="513503" y="775546"/>
                  </a:lnTo>
                  <a:lnTo>
                    <a:pt x="512233" y="761576"/>
                  </a:lnTo>
                  <a:lnTo>
                    <a:pt x="514773" y="747607"/>
                  </a:lnTo>
                  <a:lnTo>
                    <a:pt x="523240" y="732367"/>
                  </a:lnTo>
                  <a:lnTo>
                    <a:pt x="532977" y="718396"/>
                  </a:lnTo>
                  <a:lnTo>
                    <a:pt x="535940" y="704426"/>
                  </a:lnTo>
                  <a:lnTo>
                    <a:pt x="548640" y="689186"/>
                  </a:lnTo>
                  <a:lnTo>
                    <a:pt x="560917" y="675217"/>
                  </a:lnTo>
                  <a:lnTo>
                    <a:pt x="572347" y="661246"/>
                  </a:lnTo>
                  <a:lnTo>
                    <a:pt x="584623" y="648546"/>
                  </a:lnTo>
                  <a:lnTo>
                    <a:pt x="586317" y="646007"/>
                  </a:lnTo>
                  <a:lnTo>
                    <a:pt x="591820" y="630343"/>
                  </a:lnTo>
                  <a:lnTo>
                    <a:pt x="598593" y="616373"/>
                  </a:lnTo>
                  <a:lnTo>
                    <a:pt x="600287" y="602403"/>
                  </a:lnTo>
                  <a:lnTo>
                    <a:pt x="600287" y="587163"/>
                  </a:lnTo>
                  <a:lnTo>
                    <a:pt x="601557" y="573193"/>
                  </a:lnTo>
                  <a:lnTo>
                    <a:pt x="605790" y="559223"/>
                  </a:lnTo>
                  <a:lnTo>
                    <a:pt x="619760" y="545253"/>
                  </a:lnTo>
                  <a:lnTo>
                    <a:pt x="633730" y="532976"/>
                  </a:lnTo>
                  <a:lnTo>
                    <a:pt x="635000" y="531283"/>
                  </a:lnTo>
                  <a:lnTo>
                    <a:pt x="648970" y="517313"/>
                  </a:lnTo>
                  <a:lnTo>
                    <a:pt x="662940" y="505036"/>
                  </a:lnTo>
                  <a:lnTo>
                    <a:pt x="678180" y="489373"/>
                  </a:lnTo>
                  <a:lnTo>
                    <a:pt x="689187" y="475826"/>
                  </a:lnTo>
                  <a:lnTo>
                    <a:pt x="698923" y="461433"/>
                  </a:lnTo>
                  <a:lnTo>
                    <a:pt x="710353" y="446193"/>
                  </a:lnTo>
                  <a:lnTo>
                    <a:pt x="724323" y="443653"/>
                  </a:lnTo>
                  <a:lnTo>
                    <a:pt x="739563" y="432223"/>
                  </a:lnTo>
                  <a:lnTo>
                    <a:pt x="745067" y="425450"/>
                  </a:lnTo>
                  <a:lnTo>
                    <a:pt x="759037" y="419946"/>
                  </a:lnTo>
                  <a:lnTo>
                    <a:pt x="774277" y="416983"/>
                  </a:lnTo>
                  <a:lnTo>
                    <a:pt x="788247" y="410210"/>
                  </a:lnTo>
                  <a:lnTo>
                    <a:pt x="796713" y="405553"/>
                  </a:lnTo>
                  <a:lnTo>
                    <a:pt x="810683" y="398780"/>
                  </a:lnTo>
                  <a:lnTo>
                    <a:pt x="825923" y="394546"/>
                  </a:lnTo>
                  <a:lnTo>
                    <a:pt x="840317" y="384810"/>
                  </a:lnTo>
                  <a:lnTo>
                    <a:pt x="853863" y="383540"/>
                  </a:lnTo>
                  <a:lnTo>
                    <a:pt x="869103" y="372533"/>
                  </a:lnTo>
                  <a:lnTo>
                    <a:pt x="879263" y="368300"/>
                  </a:lnTo>
                  <a:lnTo>
                    <a:pt x="894503" y="358563"/>
                  </a:lnTo>
                  <a:lnTo>
                    <a:pt x="908473" y="351367"/>
                  </a:lnTo>
                  <a:lnTo>
                    <a:pt x="916940" y="348826"/>
                  </a:lnTo>
                  <a:lnTo>
                    <a:pt x="930910" y="338667"/>
                  </a:lnTo>
                  <a:lnTo>
                    <a:pt x="944880" y="327660"/>
                  </a:lnTo>
                  <a:lnTo>
                    <a:pt x="958427" y="313690"/>
                  </a:lnTo>
                  <a:lnTo>
                    <a:pt x="965623" y="303953"/>
                  </a:lnTo>
                  <a:lnTo>
                    <a:pt x="975360" y="289983"/>
                  </a:lnTo>
                  <a:lnTo>
                    <a:pt x="982133" y="276013"/>
                  </a:lnTo>
                  <a:lnTo>
                    <a:pt x="986367" y="267970"/>
                  </a:lnTo>
                  <a:lnTo>
                    <a:pt x="997797" y="252307"/>
                  </a:lnTo>
                  <a:lnTo>
                    <a:pt x="1006263" y="238336"/>
                  </a:lnTo>
                  <a:lnTo>
                    <a:pt x="1014307" y="224367"/>
                  </a:lnTo>
                  <a:lnTo>
                    <a:pt x="1021503" y="210396"/>
                  </a:lnTo>
                  <a:lnTo>
                    <a:pt x="1029970" y="196426"/>
                  </a:lnTo>
                  <a:lnTo>
                    <a:pt x="1036743" y="182457"/>
                  </a:lnTo>
                  <a:lnTo>
                    <a:pt x="1043517" y="167217"/>
                  </a:lnTo>
                  <a:lnTo>
                    <a:pt x="1049443" y="153246"/>
                  </a:lnTo>
                  <a:lnTo>
                    <a:pt x="1050713" y="149013"/>
                  </a:lnTo>
                  <a:lnTo>
                    <a:pt x="1056217" y="133773"/>
                  </a:lnTo>
                  <a:lnTo>
                    <a:pt x="1063413" y="119803"/>
                  </a:lnTo>
                  <a:lnTo>
                    <a:pt x="1068917" y="105833"/>
                  </a:lnTo>
                  <a:lnTo>
                    <a:pt x="1074420" y="90593"/>
                  </a:lnTo>
                  <a:lnTo>
                    <a:pt x="1079923" y="77893"/>
                  </a:lnTo>
                  <a:lnTo>
                    <a:pt x="1085427" y="62653"/>
                  </a:lnTo>
                  <a:lnTo>
                    <a:pt x="1091353" y="48683"/>
                  </a:lnTo>
                  <a:lnTo>
                    <a:pt x="1098127" y="34713"/>
                  </a:lnTo>
                  <a:lnTo>
                    <a:pt x="1103630" y="19473"/>
                  </a:lnTo>
                  <a:lnTo>
                    <a:pt x="1117600" y="20743"/>
                  </a:lnTo>
                  <a:lnTo>
                    <a:pt x="1131570" y="13546"/>
                  </a:lnTo>
                  <a:lnTo>
                    <a:pt x="1145540" y="15240"/>
                  </a:lnTo>
                  <a:lnTo>
                    <a:pt x="1160780" y="6773"/>
                  </a:lnTo>
                  <a:lnTo>
                    <a:pt x="1162473" y="4233"/>
                  </a:lnTo>
                  <a:lnTo>
                    <a:pt x="1176020" y="0"/>
                  </a:lnTo>
                  <a:lnTo>
                    <a:pt x="1178983" y="8467"/>
                  </a:lnTo>
                  <a:lnTo>
                    <a:pt x="1181947" y="12276"/>
                  </a:lnTo>
                  <a:lnTo>
                    <a:pt x="1183217" y="20743"/>
                  </a:lnTo>
                  <a:lnTo>
                    <a:pt x="1184910" y="34713"/>
                  </a:lnTo>
                  <a:lnTo>
                    <a:pt x="1191683" y="48683"/>
                  </a:lnTo>
                  <a:lnTo>
                    <a:pt x="1204383" y="63923"/>
                  </a:lnTo>
                  <a:lnTo>
                    <a:pt x="1213697" y="77893"/>
                  </a:lnTo>
                  <a:lnTo>
                    <a:pt x="1226397" y="87630"/>
                  </a:lnTo>
                  <a:lnTo>
                    <a:pt x="1233593" y="93133"/>
                  </a:lnTo>
                  <a:lnTo>
                    <a:pt x="1247563" y="105833"/>
                  </a:lnTo>
                  <a:lnTo>
                    <a:pt x="1262803" y="115570"/>
                  </a:lnTo>
                  <a:lnTo>
                    <a:pt x="1276773" y="119803"/>
                  </a:lnTo>
                  <a:lnTo>
                    <a:pt x="1292013" y="122767"/>
                  </a:lnTo>
                  <a:lnTo>
                    <a:pt x="1304713" y="127000"/>
                  </a:lnTo>
                  <a:lnTo>
                    <a:pt x="1319953" y="127000"/>
                  </a:lnTo>
                  <a:lnTo>
                    <a:pt x="1333923" y="121073"/>
                  </a:lnTo>
                  <a:lnTo>
                    <a:pt x="1349163" y="118533"/>
                  </a:lnTo>
                  <a:lnTo>
                    <a:pt x="1363133" y="113030"/>
                  </a:lnTo>
                  <a:lnTo>
                    <a:pt x="1377103" y="115570"/>
                  </a:lnTo>
                  <a:lnTo>
                    <a:pt x="1391073" y="118533"/>
                  </a:lnTo>
                  <a:lnTo>
                    <a:pt x="1399540" y="108796"/>
                  </a:lnTo>
                  <a:lnTo>
                    <a:pt x="1414780" y="108796"/>
                  </a:lnTo>
                  <a:lnTo>
                    <a:pt x="1428750" y="115570"/>
                  </a:lnTo>
                  <a:lnTo>
                    <a:pt x="1442720" y="118533"/>
                  </a:lnTo>
                  <a:lnTo>
                    <a:pt x="1456690" y="121073"/>
                  </a:lnTo>
                  <a:lnTo>
                    <a:pt x="1471930" y="114300"/>
                  </a:lnTo>
                  <a:lnTo>
                    <a:pt x="1485900" y="105833"/>
                  </a:lnTo>
                  <a:lnTo>
                    <a:pt x="1499870" y="97790"/>
                  </a:lnTo>
                  <a:lnTo>
                    <a:pt x="1511300" y="82126"/>
                  </a:lnTo>
                  <a:lnTo>
                    <a:pt x="1512147" y="97790"/>
                  </a:lnTo>
                  <a:lnTo>
                    <a:pt x="1509607" y="107526"/>
                  </a:lnTo>
                  <a:lnTo>
                    <a:pt x="1515533" y="107526"/>
                  </a:lnTo>
                  <a:lnTo>
                    <a:pt x="1516803" y="107526"/>
                  </a:lnTo>
                  <a:lnTo>
                    <a:pt x="1516803" y="114300"/>
                  </a:lnTo>
                  <a:lnTo>
                    <a:pt x="1519343" y="128270"/>
                  </a:lnTo>
                  <a:lnTo>
                    <a:pt x="1533313" y="129540"/>
                  </a:lnTo>
                  <a:lnTo>
                    <a:pt x="1523577" y="115570"/>
                  </a:lnTo>
                  <a:lnTo>
                    <a:pt x="1537547" y="129540"/>
                  </a:lnTo>
                  <a:lnTo>
                    <a:pt x="1551517" y="135467"/>
                  </a:lnTo>
                  <a:lnTo>
                    <a:pt x="1566757" y="136736"/>
                  </a:lnTo>
                  <a:lnTo>
                    <a:pt x="1580727" y="129540"/>
                  </a:lnTo>
                  <a:lnTo>
                    <a:pt x="1594697" y="132503"/>
                  </a:lnTo>
                  <a:lnTo>
                    <a:pt x="1598930" y="132503"/>
                  </a:lnTo>
                  <a:lnTo>
                    <a:pt x="1612900" y="138007"/>
                  </a:lnTo>
                  <a:lnTo>
                    <a:pt x="1621367" y="153246"/>
                  </a:lnTo>
                  <a:lnTo>
                    <a:pt x="1633643" y="163407"/>
                  </a:lnTo>
                  <a:lnTo>
                    <a:pt x="1647613" y="175683"/>
                  </a:lnTo>
                  <a:lnTo>
                    <a:pt x="1663277" y="186690"/>
                  </a:lnTo>
                  <a:lnTo>
                    <a:pt x="1665817" y="189653"/>
                  </a:lnTo>
                  <a:lnTo>
                    <a:pt x="1671320" y="199390"/>
                  </a:lnTo>
                  <a:lnTo>
                    <a:pt x="1663277" y="213360"/>
                  </a:lnTo>
                  <a:lnTo>
                    <a:pt x="1667087" y="227330"/>
                  </a:lnTo>
                  <a:lnTo>
                    <a:pt x="1682750" y="238336"/>
                  </a:lnTo>
                  <a:lnTo>
                    <a:pt x="1679787" y="241300"/>
                  </a:lnTo>
                  <a:lnTo>
                    <a:pt x="1667087" y="257810"/>
                  </a:lnTo>
                  <a:lnTo>
                    <a:pt x="1675553" y="271780"/>
                  </a:lnTo>
                  <a:lnTo>
                    <a:pt x="1679787" y="287443"/>
                  </a:lnTo>
                  <a:lnTo>
                    <a:pt x="1684020" y="303953"/>
                  </a:lnTo>
                  <a:lnTo>
                    <a:pt x="1682750" y="312420"/>
                  </a:lnTo>
                  <a:lnTo>
                    <a:pt x="1678517" y="326390"/>
                  </a:lnTo>
                  <a:lnTo>
                    <a:pt x="1674283" y="341630"/>
                  </a:lnTo>
                  <a:lnTo>
                    <a:pt x="1677247" y="355600"/>
                  </a:lnTo>
                  <a:lnTo>
                    <a:pt x="1671320" y="370840"/>
                  </a:lnTo>
                  <a:lnTo>
                    <a:pt x="1679787" y="375073"/>
                  </a:lnTo>
                  <a:lnTo>
                    <a:pt x="1688253" y="390736"/>
                  </a:lnTo>
                  <a:lnTo>
                    <a:pt x="1686983" y="404707"/>
                  </a:lnTo>
                  <a:lnTo>
                    <a:pt x="1679787" y="418253"/>
                  </a:lnTo>
                  <a:lnTo>
                    <a:pt x="1678517" y="433917"/>
                  </a:lnTo>
                  <a:lnTo>
                    <a:pt x="1678517" y="447463"/>
                  </a:lnTo>
                  <a:lnTo>
                    <a:pt x="1688253" y="461433"/>
                  </a:lnTo>
                  <a:lnTo>
                    <a:pt x="1700953" y="475826"/>
                  </a:lnTo>
                  <a:lnTo>
                    <a:pt x="1700953" y="491067"/>
                  </a:lnTo>
                  <a:lnTo>
                    <a:pt x="1696720" y="505036"/>
                  </a:lnTo>
                  <a:lnTo>
                    <a:pt x="1706457" y="521970"/>
                  </a:lnTo>
                  <a:lnTo>
                    <a:pt x="1717463" y="535517"/>
                  </a:lnTo>
                  <a:lnTo>
                    <a:pt x="1731433" y="545253"/>
                  </a:lnTo>
                  <a:lnTo>
                    <a:pt x="1746673" y="556683"/>
                  </a:lnTo>
                  <a:lnTo>
                    <a:pt x="1762337" y="568960"/>
                  </a:lnTo>
                  <a:lnTo>
                    <a:pt x="1752600" y="582930"/>
                  </a:lnTo>
                  <a:lnTo>
                    <a:pt x="1736937" y="588433"/>
                  </a:lnTo>
                  <a:lnTo>
                    <a:pt x="1730163" y="602403"/>
                  </a:lnTo>
                  <a:lnTo>
                    <a:pt x="1728893" y="618067"/>
                  </a:lnTo>
                  <a:lnTo>
                    <a:pt x="1722967" y="629073"/>
                  </a:lnTo>
                  <a:lnTo>
                    <a:pt x="1724660" y="629073"/>
                  </a:lnTo>
                  <a:lnTo>
                    <a:pt x="1736937" y="638810"/>
                  </a:lnTo>
                  <a:lnTo>
                    <a:pt x="1735667" y="640080"/>
                  </a:lnTo>
                  <a:lnTo>
                    <a:pt x="1722967" y="640080"/>
                  </a:lnTo>
                  <a:lnTo>
                    <a:pt x="1708997" y="637540"/>
                  </a:lnTo>
                  <a:lnTo>
                    <a:pt x="1705187" y="637540"/>
                  </a:lnTo>
                  <a:lnTo>
                    <a:pt x="1691217" y="637540"/>
                  </a:lnTo>
                  <a:lnTo>
                    <a:pt x="1675553" y="637540"/>
                  </a:lnTo>
                  <a:lnTo>
                    <a:pt x="1661583" y="635846"/>
                  </a:lnTo>
                  <a:lnTo>
                    <a:pt x="1646343" y="635846"/>
                  </a:lnTo>
                  <a:lnTo>
                    <a:pt x="1632373" y="634576"/>
                  </a:lnTo>
                  <a:lnTo>
                    <a:pt x="1618403" y="633307"/>
                  </a:lnTo>
                  <a:lnTo>
                    <a:pt x="1604433" y="631613"/>
                  </a:lnTo>
                  <a:lnTo>
                    <a:pt x="1590463" y="630343"/>
                  </a:lnTo>
                  <a:lnTo>
                    <a:pt x="1575223" y="629073"/>
                  </a:lnTo>
                  <a:lnTo>
                    <a:pt x="1561253" y="630343"/>
                  </a:lnTo>
                  <a:lnTo>
                    <a:pt x="1547283" y="633307"/>
                  </a:lnTo>
                  <a:lnTo>
                    <a:pt x="1532043" y="637540"/>
                  </a:lnTo>
                  <a:lnTo>
                    <a:pt x="1518073" y="640080"/>
                  </a:lnTo>
                  <a:lnTo>
                    <a:pt x="1502833" y="640080"/>
                  </a:lnTo>
                  <a:lnTo>
                    <a:pt x="1488863" y="652780"/>
                  </a:lnTo>
                  <a:lnTo>
                    <a:pt x="1488863" y="666750"/>
                  </a:lnTo>
                  <a:lnTo>
                    <a:pt x="1482937" y="680720"/>
                  </a:lnTo>
                  <a:lnTo>
                    <a:pt x="1482937" y="681990"/>
                  </a:lnTo>
                  <a:lnTo>
                    <a:pt x="1467697" y="689186"/>
                  </a:lnTo>
                  <a:lnTo>
                    <a:pt x="1460923" y="691726"/>
                  </a:lnTo>
                  <a:lnTo>
                    <a:pt x="1446953" y="695960"/>
                  </a:lnTo>
                  <a:lnTo>
                    <a:pt x="1432983" y="700193"/>
                  </a:lnTo>
                  <a:lnTo>
                    <a:pt x="1419013" y="705696"/>
                  </a:lnTo>
                  <a:lnTo>
                    <a:pt x="1403773" y="709930"/>
                  </a:lnTo>
                  <a:lnTo>
                    <a:pt x="1389803" y="705696"/>
                  </a:lnTo>
                  <a:lnTo>
                    <a:pt x="1374140" y="704426"/>
                  </a:lnTo>
                  <a:lnTo>
                    <a:pt x="1360170" y="717126"/>
                  </a:lnTo>
                  <a:lnTo>
                    <a:pt x="1358900" y="731096"/>
                  </a:lnTo>
                  <a:lnTo>
                    <a:pt x="1360170" y="746336"/>
                  </a:lnTo>
                  <a:lnTo>
                    <a:pt x="1374140" y="754380"/>
                  </a:lnTo>
                  <a:lnTo>
                    <a:pt x="1363133" y="770043"/>
                  </a:lnTo>
                  <a:lnTo>
                    <a:pt x="1363133" y="784013"/>
                  </a:lnTo>
                  <a:lnTo>
                    <a:pt x="1366097" y="796290"/>
                  </a:lnTo>
                  <a:lnTo>
                    <a:pt x="1381337" y="802217"/>
                  </a:lnTo>
                  <a:lnTo>
                    <a:pt x="1391073" y="816186"/>
                  </a:lnTo>
                  <a:lnTo>
                    <a:pt x="1378373" y="831426"/>
                  </a:lnTo>
                  <a:lnTo>
                    <a:pt x="1364827" y="832696"/>
                  </a:lnTo>
                  <a:lnTo>
                    <a:pt x="1349163" y="833967"/>
                  </a:lnTo>
                  <a:lnTo>
                    <a:pt x="1335193" y="836930"/>
                  </a:lnTo>
                  <a:lnTo>
                    <a:pt x="1319953" y="847936"/>
                  </a:lnTo>
                  <a:lnTo>
                    <a:pt x="1307253" y="861907"/>
                  </a:lnTo>
                  <a:lnTo>
                    <a:pt x="1300480" y="866140"/>
                  </a:lnTo>
                  <a:lnTo>
                    <a:pt x="1298787" y="867410"/>
                  </a:lnTo>
                  <a:lnTo>
                    <a:pt x="1283547" y="874607"/>
                  </a:lnTo>
                  <a:lnTo>
                    <a:pt x="1270000" y="884343"/>
                  </a:lnTo>
                  <a:lnTo>
                    <a:pt x="1268307" y="884343"/>
                  </a:lnTo>
                  <a:lnTo>
                    <a:pt x="1255607" y="885613"/>
                  </a:lnTo>
                  <a:lnTo>
                    <a:pt x="1240367" y="889846"/>
                  </a:lnTo>
                  <a:lnTo>
                    <a:pt x="1226397" y="895350"/>
                  </a:lnTo>
                  <a:lnTo>
                    <a:pt x="1211157" y="901276"/>
                  </a:lnTo>
                  <a:lnTo>
                    <a:pt x="1197187" y="906780"/>
                  </a:lnTo>
                  <a:lnTo>
                    <a:pt x="1187450" y="922020"/>
                  </a:lnTo>
                  <a:lnTo>
                    <a:pt x="1181947" y="931757"/>
                  </a:lnTo>
                  <a:lnTo>
                    <a:pt x="1174750" y="946996"/>
                  </a:lnTo>
                  <a:lnTo>
                    <a:pt x="1163743" y="960967"/>
                  </a:lnTo>
                  <a:lnTo>
                    <a:pt x="1162473" y="963930"/>
                  </a:lnTo>
                  <a:lnTo>
                    <a:pt x="1148503" y="977900"/>
                  </a:lnTo>
                  <a:lnTo>
                    <a:pt x="1134533" y="990600"/>
                  </a:lnTo>
                  <a:lnTo>
                    <a:pt x="1127337" y="994410"/>
                  </a:lnTo>
                  <a:lnTo>
                    <a:pt x="1113367" y="1002876"/>
                  </a:lnTo>
                  <a:lnTo>
                    <a:pt x="1099397" y="1008380"/>
                  </a:lnTo>
                  <a:lnTo>
                    <a:pt x="1085427" y="1010073"/>
                  </a:lnTo>
                  <a:lnTo>
                    <a:pt x="1070187" y="1011343"/>
                  </a:lnTo>
                  <a:lnTo>
                    <a:pt x="1056217" y="1015576"/>
                  </a:lnTo>
                  <a:lnTo>
                    <a:pt x="1042247" y="1019810"/>
                  </a:lnTo>
                  <a:lnTo>
                    <a:pt x="1035473" y="1018117"/>
                  </a:lnTo>
                  <a:lnTo>
                    <a:pt x="1021503" y="1016846"/>
                  </a:lnTo>
                  <a:lnTo>
                    <a:pt x="1007533" y="1024043"/>
                  </a:lnTo>
                  <a:lnTo>
                    <a:pt x="992293" y="1022350"/>
                  </a:lnTo>
                  <a:lnTo>
                    <a:pt x="979593" y="1022350"/>
                  </a:lnTo>
                  <a:lnTo>
                    <a:pt x="971127" y="1036320"/>
                  </a:lnTo>
                  <a:lnTo>
                    <a:pt x="966893" y="1050290"/>
                  </a:lnTo>
                  <a:lnTo>
                    <a:pt x="952923" y="1062990"/>
                  </a:lnTo>
                  <a:lnTo>
                    <a:pt x="938953" y="1061297"/>
                  </a:lnTo>
                  <a:lnTo>
                    <a:pt x="924983" y="1057486"/>
                  </a:lnTo>
                  <a:lnTo>
                    <a:pt x="909743" y="1056217"/>
                  </a:lnTo>
                  <a:lnTo>
                    <a:pt x="895773" y="1054523"/>
                  </a:lnTo>
                  <a:lnTo>
                    <a:pt x="881803" y="1051983"/>
                  </a:lnTo>
                  <a:lnTo>
                    <a:pt x="868257" y="1060026"/>
                  </a:lnTo>
                  <a:lnTo>
                    <a:pt x="852593" y="1069763"/>
                  </a:lnTo>
                  <a:lnTo>
                    <a:pt x="842857" y="1083733"/>
                  </a:lnTo>
                  <a:lnTo>
                    <a:pt x="827617" y="1093470"/>
                  </a:lnTo>
                  <a:lnTo>
                    <a:pt x="813647" y="1092200"/>
                  </a:lnTo>
                  <a:lnTo>
                    <a:pt x="799677" y="1097703"/>
                  </a:lnTo>
                  <a:lnTo>
                    <a:pt x="785707" y="1110403"/>
                  </a:lnTo>
                  <a:lnTo>
                    <a:pt x="778510" y="1117600"/>
                  </a:lnTo>
                  <a:lnTo>
                    <a:pt x="764540" y="1126913"/>
                  </a:lnTo>
                  <a:lnTo>
                    <a:pt x="749300" y="1141307"/>
                  </a:lnTo>
                  <a:lnTo>
                    <a:pt x="735330" y="1148080"/>
                  </a:lnTo>
                  <a:lnTo>
                    <a:pt x="721360" y="1154853"/>
                  </a:lnTo>
                  <a:lnTo>
                    <a:pt x="707390" y="1167553"/>
                  </a:lnTo>
                  <a:lnTo>
                    <a:pt x="693420" y="1180253"/>
                  </a:lnTo>
                  <a:lnTo>
                    <a:pt x="678180" y="1192530"/>
                  </a:lnTo>
                  <a:lnTo>
                    <a:pt x="664210" y="1199726"/>
                  </a:lnTo>
                  <a:lnTo>
                    <a:pt x="653203" y="1206500"/>
                  </a:lnTo>
                  <a:lnTo>
                    <a:pt x="651933" y="1220470"/>
                  </a:lnTo>
                  <a:lnTo>
                    <a:pt x="651933" y="1231476"/>
                  </a:lnTo>
                  <a:lnTo>
                    <a:pt x="651933" y="1248410"/>
                  </a:lnTo>
                  <a:lnTo>
                    <a:pt x="650240" y="1265343"/>
                  </a:lnTo>
                  <a:lnTo>
                    <a:pt x="648970" y="1281853"/>
                  </a:lnTo>
                  <a:lnTo>
                    <a:pt x="648970" y="1298786"/>
                  </a:lnTo>
                  <a:lnTo>
                    <a:pt x="647700" y="1315297"/>
                  </a:lnTo>
                  <a:lnTo>
                    <a:pt x="647700" y="1332230"/>
                  </a:lnTo>
                  <a:lnTo>
                    <a:pt x="646430" y="1348740"/>
                  </a:lnTo>
                  <a:lnTo>
                    <a:pt x="646430" y="1365673"/>
                  </a:lnTo>
                  <a:lnTo>
                    <a:pt x="644737" y="1382607"/>
                  </a:lnTo>
                  <a:lnTo>
                    <a:pt x="630767" y="1382607"/>
                  </a:lnTo>
                  <a:lnTo>
                    <a:pt x="613833" y="1382607"/>
                  </a:lnTo>
                  <a:lnTo>
                    <a:pt x="611293" y="1382607"/>
                  </a:lnTo>
                  <a:lnTo>
                    <a:pt x="597323" y="1382607"/>
                  </a:lnTo>
                  <a:lnTo>
                    <a:pt x="583353" y="1382607"/>
                  </a:lnTo>
                  <a:lnTo>
                    <a:pt x="569383" y="1382607"/>
                  </a:lnTo>
                  <a:lnTo>
                    <a:pt x="554143" y="1382607"/>
                  </a:lnTo>
                  <a:lnTo>
                    <a:pt x="540173" y="1382607"/>
                  </a:lnTo>
                  <a:lnTo>
                    <a:pt x="526203" y="1382607"/>
                  </a:lnTo>
                  <a:lnTo>
                    <a:pt x="512233" y="1382607"/>
                  </a:lnTo>
                  <a:lnTo>
                    <a:pt x="496993" y="1382607"/>
                  </a:lnTo>
                  <a:lnTo>
                    <a:pt x="483023" y="1382607"/>
                  </a:lnTo>
                  <a:lnTo>
                    <a:pt x="469053" y="1382607"/>
                  </a:lnTo>
                  <a:lnTo>
                    <a:pt x="453813" y="1382607"/>
                  </a:lnTo>
                  <a:lnTo>
                    <a:pt x="449580" y="1382607"/>
                  </a:lnTo>
                  <a:lnTo>
                    <a:pt x="435610" y="1382607"/>
                  </a:lnTo>
                  <a:lnTo>
                    <a:pt x="420370" y="1382607"/>
                  </a:lnTo>
                  <a:lnTo>
                    <a:pt x="406400" y="1382607"/>
                  </a:lnTo>
                  <a:lnTo>
                    <a:pt x="392007" y="1382607"/>
                  </a:lnTo>
                  <a:lnTo>
                    <a:pt x="378460" y="1382607"/>
                  </a:lnTo>
                  <a:lnTo>
                    <a:pt x="362797" y="1382607"/>
                  </a:lnTo>
                  <a:lnTo>
                    <a:pt x="349250" y="1382607"/>
                  </a:lnTo>
                  <a:lnTo>
                    <a:pt x="335280" y="1382607"/>
                  </a:lnTo>
                  <a:lnTo>
                    <a:pt x="320887" y="1382607"/>
                  </a:lnTo>
                  <a:lnTo>
                    <a:pt x="305647" y="1382607"/>
                  </a:lnTo>
                  <a:lnTo>
                    <a:pt x="291677" y="1382607"/>
                  </a:lnTo>
                  <a:lnTo>
                    <a:pt x="277707" y="1382607"/>
                  </a:lnTo>
                  <a:lnTo>
                    <a:pt x="263737" y="1382607"/>
                  </a:lnTo>
                  <a:lnTo>
                    <a:pt x="248497" y="1382607"/>
                  </a:lnTo>
                  <a:lnTo>
                    <a:pt x="234527" y="1382607"/>
                  </a:lnTo>
                  <a:lnTo>
                    <a:pt x="220557" y="1382607"/>
                  </a:lnTo>
                  <a:lnTo>
                    <a:pt x="206587" y="1382607"/>
                  </a:lnTo>
                  <a:lnTo>
                    <a:pt x="191347" y="1382607"/>
                  </a:lnTo>
                  <a:lnTo>
                    <a:pt x="177377" y="1382607"/>
                  </a:lnTo>
                  <a:lnTo>
                    <a:pt x="163407" y="1382607"/>
                  </a:lnTo>
                  <a:lnTo>
                    <a:pt x="149437" y="1382607"/>
                  </a:lnTo>
                  <a:lnTo>
                    <a:pt x="134197" y="1382607"/>
                  </a:lnTo>
                  <a:lnTo>
                    <a:pt x="120227" y="1382607"/>
                  </a:lnTo>
                  <a:lnTo>
                    <a:pt x="106257" y="1382607"/>
                  </a:lnTo>
                  <a:lnTo>
                    <a:pt x="92287" y="1382607"/>
                  </a:lnTo>
                  <a:lnTo>
                    <a:pt x="77047" y="1382607"/>
                  </a:lnTo>
                  <a:lnTo>
                    <a:pt x="63077" y="1382607"/>
                  </a:lnTo>
                  <a:lnTo>
                    <a:pt x="47837" y="1382607"/>
                  </a:lnTo>
                  <a:lnTo>
                    <a:pt x="43603" y="1382607"/>
                  </a:lnTo>
                  <a:lnTo>
                    <a:pt x="32173" y="1382607"/>
                  </a:lnTo>
                  <a:lnTo>
                    <a:pt x="29633" y="1382607"/>
                  </a:lnTo>
                  <a:lnTo>
                    <a:pt x="15663" y="1382607"/>
                  </a:lnTo>
                  <a:lnTo>
                    <a:pt x="0" y="138260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8" name="Freeform 2297">
              <a:extLst>
                <a:ext uri="{FF2B5EF4-FFF2-40B4-BE49-F238E27FC236}">
                  <a16:creationId xmlns:a16="http://schemas.microsoft.com/office/drawing/2014/main" id="{29F66B6B-040E-5C45-A7AC-70B0B11951AE}"/>
                </a:ext>
              </a:extLst>
            </p:cNvPr>
            <p:cNvSpPr/>
            <p:nvPr/>
          </p:nvSpPr>
          <p:spPr>
            <a:xfrm>
              <a:off x="6866889" y="4331546"/>
              <a:ext cx="6773" cy="6773"/>
            </a:xfrm>
            <a:custGeom>
              <a:avLst/>
              <a:gdLst>
                <a:gd name="connsiteX0" fmla="*/ 0 w 6773"/>
                <a:gd name="connsiteY0" fmla="*/ 6773 h 6773"/>
                <a:gd name="connsiteX1" fmla="*/ 4233 w 6773"/>
                <a:gd name="connsiteY1" fmla="*/ 0 h 6773"/>
                <a:gd name="connsiteX2" fmla="*/ 5504 w 6773"/>
                <a:gd name="connsiteY2" fmla="*/ 0 h 6773"/>
                <a:gd name="connsiteX3" fmla="*/ 6773 w 6773"/>
                <a:gd name="connsiteY3" fmla="*/ 2540 h 6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73" h="6773">
                  <a:moveTo>
                    <a:pt x="0" y="6773"/>
                  </a:moveTo>
                  <a:lnTo>
                    <a:pt x="4233" y="0"/>
                  </a:lnTo>
                  <a:lnTo>
                    <a:pt x="5504" y="0"/>
                  </a:lnTo>
                  <a:lnTo>
                    <a:pt x="6773" y="2540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9" name="Freeform 2298">
              <a:extLst>
                <a:ext uri="{FF2B5EF4-FFF2-40B4-BE49-F238E27FC236}">
                  <a16:creationId xmlns:a16="http://schemas.microsoft.com/office/drawing/2014/main" id="{06106D9F-8A01-3C45-BB65-935108BBD70A}"/>
                </a:ext>
              </a:extLst>
            </p:cNvPr>
            <p:cNvSpPr/>
            <p:nvPr/>
          </p:nvSpPr>
          <p:spPr>
            <a:xfrm>
              <a:off x="5641763" y="3431539"/>
              <a:ext cx="18203" cy="13970"/>
            </a:xfrm>
            <a:custGeom>
              <a:avLst/>
              <a:gdLst>
                <a:gd name="connsiteX0" fmla="*/ 14393 w 18203"/>
                <a:gd name="connsiteY0" fmla="*/ 13970 h 13970"/>
                <a:gd name="connsiteX1" fmla="*/ 18203 w 18203"/>
                <a:gd name="connsiteY1" fmla="*/ 1693 h 13970"/>
                <a:gd name="connsiteX2" fmla="*/ 4233 w 18203"/>
                <a:gd name="connsiteY2" fmla="*/ 0 h 13970"/>
                <a:gd name="connsiteX3" fmla="*/ 0 w 18203"/>
                <a:gd name="connsiteY3" fmla="*/ 13970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203" h="13970">
                  <a:moveTo>
                    <a:pt x="14393" y="13970"/>
                  </a:moveTo>
                  <a:lnTo>
                    <a:pt x="18203" y="1693"/>
                  </a:lnTo>
                  <a:lnTo>
                    <a:pt x="4233" y="0"/>
                  </a:lnTo>
                  <a:lnTo>
                    <a:pt x="0" y="13970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0" name="Freeform 2299">
              <a:extLst>
                <a:ext uri="{FF2B5EF4-FFF2-40B4-BE49-F238E27FC236}">
                  <a16:creationId xmlns:a16="http://schemas.microsoft.com/office/drawing/2014/main" id="{5CF31BB9-3600-DE46-8318-F4052F01121D}"/>
                </a:ext>
              </a:extLst>
            </p:cNvPr>
            <p:cNvSpPr/>
            <p:nvPr/>
          </p:nvSpPr>
          <p:spPr>
            <a:xfrm>
              <a:off x="5374216" y="2606039"/>
              <a:ext cx="59689" cy="52916"/>
            </a:xfrm>
            <a:custGeom>
              <a:avLst/>
              <a:gdLst>
                <a:gd name="connsiteX0" fmla="*/ 37253 w 59689"/>
                <a:gd name="connsiteY0" fmla="*/ 41487 h 52916"/>
                <a:gd name="connsiteX1" fmla="*/ 49953 w 59689"/>
                <a:gd name="connsiteY1" fmla="*/ 27517 h 52916"/>
                <a:gd name="connsiteX2" fmla="*/ 59690 w 59689"/>
                <a:gd name="connsiteY2" fmla="*/ 13547 h 52916"/>
                <a:gd name="connsiteX3" fmla="*/ 44450 w 59689"/>
                <a:gd name="connsiteY3" fmla="*/ 0 h 52916"/>
                <a:gd name="connsiteX4" fmla="*/ 30480 w 59689"/>
                <a:gd name="connsiteY4" fmla="*/ 11007 h 52916"/>
                <a:gd name="connsiteX5" fmla="*/ 18203 w 59689"/>
                <a:gd name="connsiteY5" fmla="*/ 24977 h 52916"/>
                <a:gd name="connsiteX6" fmla="*/ 8043 w 59689"/>
                <a:gd name="connsiteY6" fmla="*/ 38947 h 52916"/>
                <a:gd name="connsiteX7" fmla="*/ 0 w 59689"/>
                <a:gd name="connsiteY7" fmla="*/ 52917 h 52916"/>
                <a:gd name="connsiteX8" fmla="*/ 9737 w 59689"/>
                <a:gd name="connsiteY8" fmla="*/ 49954 h 52916"/>
                <a:gd name="connsiteX9" fmla="*/ 23707 w 59689"/>
                <a:gd name="connsiteY9" fmla="*/ 48683 h 52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689" h="52916">
                  <a:moveTo>
                    <a:pt x="37253" y="41487"/>
                  </a:moveTo>
                  <a:lnTo>
                    <a:pt x="49953" y="27517"/>
                  </a:lnTo>
                  <a:lnTo>
                    <a:pt x="59690" y="13547"/>
                  </a:lnTo>
                  <a:lnTo>
                    <a:pt x="44450" y="0"/>
                  </a:lnTo>
                  <a:lnTo>
                    <a:pt x="30480" y="11007"/>
                  </a:lnTo>
                  <a:lnTo>
                    <a:pt x="18203" y="24977"/>
                  </a:lnTo>
                  <a:lnTo>
                    <a:pt x="8043" y="38947"/>
                  </a:lnTo>
                  <a:lnTo>
                    <a:pt x="0" y="52917"/>
                  </a:lnTo>
                  <a:lnTo>
                    <a:pt x="9737" y="49954"/>
                  </a:lnTo>
                  <a:lnTo>
                    <a:pt x="23707" y="48683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1" name="Freeform 2300">
              <a:extLst>
                <a:ext uri="{FF2B5EF4-FFF2-40B4-BE49-F238E27FC236}">
                  <a16:creationId xmlns:a16="http://schemas.microsoft.com/office/drawing/2014/main" id="{99FDAD11-5CF7-0444-82C8-2556D9FBC629}"/>
                </a:ext>
              </a:extLst>
            </p:cNvPr>
            <p:cNvSpPr/>
            <p:nvPr/>
          </p:nvSpPr>
          <p:spPr>
            <a:xfrm>
              <a:off x="5206576" y="1371176"/>
              <a:ext cx="108796" cy="146473"/>
            </a:xfrm>
            <a:custGeom>
              <a:avLst/>
              <a:gdLst>
                <a:gd name="connsiteX0" fmla="*/ 0 w 108796"/>
                <a:gd name="connsiteY0" fmla="*/ 44873 h 146473"/>
                <a:gd name="connsiteX1" fmla="*/ 5503 w 108796"/>
                <a:gd name="connsiteY1" fmla="*/ 30903 h 146473"/>
                <a:gd name="connsiteX2" fmla="*/ 19473 w 108796"/>
                <a:gd name="connsiteY2" fmla="*/ 33443 h 146473"/>
                <a:gd name="connsiteX3" fmla="*/ 33443 w 108796"/>
                <a:gd name="connsiteY3" fmla="*/ 38947 h 146473"/>
                <a:gd name="connsiteX4" fmla="*/ 19473 w 108796"/>
                <a:gd name="connsiteY4" fmla="*/ 46143 h 146473"/>
                <a:gd name="connsiteX5" fmla="*/ 13970 w 108796"/>
                <a:gd name="connsiteY5" fmla="*/ 50377 h 146473"/>
                <a:gd name="connsiteX6" fmla="*/ 0 w 108796"/>
                <a:gd name="connsiteY6" fmla="*/ 44873 h 146473"/>
                <a:gd name="connsiteX7" fmla="*/ 65617 w 108796"/>
                <a:gd name="connsiteY7" fmla="*/ 146473 h 146473"/>
                <a:gd name="connsiteX8" fmla="*/ 65617 w 108796"/>
                <a:gd name="connsiteY8" fmla="*/ 132503 h 146473"/>
                <a:gd name="connsiteX9" fmla="*/ 51647 w 108796"/>
                <a:gd name="connsiteY9" fmla="*/ 119803 h 146473"/>
                <a:gd name="connsiteX10" fmla="*/ 36407 w 108796"/>
                <a:gd name="connsiteY10" fmla="*/ 108797 h 146473"/>
                <a:gd name="connsiteX11" fmla="*/ 40640 w 108796"/>
                <a:gd name="connsiteY11" fmla="*/ 122767 h 146473"/>
                <a:gd name="connsiteX12" fmla="*/ 50377 w 108796"/>
                <a:gd name="connsiteY12" fmla="*/ 136737 h 146473"/>
                <a:gd name="connsiteX13" fmla="*/ 64347 w 108796"/>
                <a:gd name="connsiteY13" fmla="*/ 145203 h 146473"/>
                <a:gd name="connsiteX14" fmla="*/ 65617 w 108796"/>
                <a:gd name="connsiteY14" fmla="*/ 146473 h 146473"/>
                <a:gd name="connsiteX15" fmla="*/ 72813 w 108796"/>
                <a:gd name="connsiteY15" fmla="*/ 92287 h 146473"/>
                <a:gd name="connsiteX16" fmla="*/ 77047 w 108796"/>
                <a:gd name="connsiteY16" fmla="*/ 88053 h 146473"/>
                <a:gd name="connsiteX17" fmla="*/ 72813 w 108796"/>
                <a:gd name="connsiteY17" fmla="*/ 74083 h 146473"/>
                <a:gd name="connsiteX18" fmla="*/ 58843 w 108796"/>
                <a:gd name="connsiteY18" fmla="*/ 79587 h 146473"/>
                <a:gd name="connsiteX19" fmla="*/ 72813 w 108796"/>
                <a:gd name="connsiteY19" fmla="*/ 92287 h 146473"/>
                <a:gd name="connsiteX20" fmla="*/ 96520 w 108796"/>
                <a:gd name="connsiteY20" fmla="*/ 27940 h 146473"/>
                <a:gd name="connsiteX21" fmla="*/ 97790 w 108796"/>
                <a:gd name="connsiteY21" fmla="*/ 26670 h 146473"/>
                <a:gd name="connsiteX22" fmla="*/ 108797 w 108796"/>
                <a:gd name="connsiteY22" fmla="*/ 12700 h 146473"/>
                <a:gd name="connsiteX23" fmla="*/ 94827 w 108796"/>
                <a:gd name="connsiteY23" fmla="*/ 0 h 146473"/>
                <a:gd name="connsiteX24" fmla="*/ 94827 w 108796"/>
                <a:gd name="connsiteY24" fmla="*/ 13970 h 146473"/>
                <a:gd name="connsiteX25" fmla="*/ 96520 w 108796"/>
                <a:gd name="connsiteY25" fmla="*/ 27940 h 146473"/>
                <a:gd name="connsiteX26" fmla="*/ 68580 w 108796"/>
                <a:gd name="connsiteY26" fmla="*/ 38947 h 146473"/>
                <a:gd name="connsiteX27" fmla="*/ 63077 w 108796"/>
                <a:gd name="connsiteY27" fmla="*/ 24977 h 146473"/>
                <a:gd name="connsiteX28" fmla="*/ 72813 w 108796"/>
                <a:gd name="connsiteY28" fmla="*/ 38947 h 146473"/>
                <a:gd name="connsiteX29" fmla="*/ 78317 w 108796"/>
                <a:gd name="connsiteY29" fmla="*/ 44450 h 146473"/>
                <a:gd name="connsiteX30" fmla="*/ 85090 w 108796"/>
                <a:gd name="connsiteY30" fmla="*/ 30480 h 146473"/>
                <a:gd name="connsiteX31" fmla="*/ 71120 w 108796"/>
                <a:gd name="connsiteY31" fmla="*/ 20743 h 146473"/>
                <a:gd name="connsiteX32" fmla="*/ 57150 w 108796"/>
                <a:gd name="connsiteY32" fmla="*/ 11007 h 146473"/>
                <a:gd name="connsiteX33" fmla="*/ 43180 w 108796"/>
                <a:gd name="connsiteY33" fmla="*/ 3810 h 146473"/>
                <a:gd name="connsiteX34" fmla="*/ 40217 w 108796"/>
                <a:gd name="connsiteY34" fmla="*/ 19050 h 146473"/>
                <a:gd name="connsiteX35" fmla="*/ 54187 w 108796"/>
                <a:gd name="connsiteY35" fmla="*/ 28787 h 146473"/>
                <a:gd name="connsiteX36" fmla="*/ 55457 w 108796"/>
                <a:gd name="connsiteY36" fmla="*/ 30057 h 146473"/>
                <a:gd name="connsiteX37" fmla="*/ 68580 w 108796"/>
                <a:gd name="connsiteY37" fmla="*/ 38947 h 146473"/>
                <a:gd name="connsiteX38" fmla="*/ 41910 w 108796"/>
                <a:gd name="connsiteY38" fmla="*/ 25400 h 146473"/>
                <a:gd name="connsiteX39" fmla="*/ 34713 w 108796"/>
                <a:gd name="connsiteY39" fmla="*/ 11430 h 146473"/>
                <a:gd name="connsiteX40" fmla="*/ 20743 w 108796"/>
                <a:gd name="connsiteY40" fmla="*/ 7197 h 146473"/>
                <a:gd name="connsiteX41" fmla="*/ 16510 w 108796"/>
                <a:gd name="connsiteY41" fmla="*/ 21167 h 146473"/>
                <a:gd name="connsiteX42" fmla="*/ 27517 w 108796"/>
                <a:gd name="connsiteY42" fmla="*/ 35137 h 146473"/>
                <a:gd name="connsiteX43" fmla="*/ 41487 w 108796"/>
                <a:gd name="connsiteY43" fmla="*/ 40640 h 146473"/>
                <a:gd name="connsiteX44" fmla="*/ 53763 w 108796"/>
                <a:gd name="connsiteY44" fmla="*/ 54610 h 146473"/>
                <a:gd name="connsiteX45" fmla="*/ 67733 w 108796"/>
                <a:gd name="connsiteY45" fmla="*/ 63077 h 146473"/>
                <a:gd name="connsiteX46" fmla="*/ 69003 w 108796"/>
                <a:gd name="connsiteY46" fmla="*/ 63077 h 146473"/>
                <a:gd name="connsiteX47" fmla="*/ 69003 w 108796"/>
                <a:gd name="connsiteY47" fmla="*/ 49107 h 146473"/>
                <a:gd name="connsiteX48" fmla="*/ 55033 w 108796"/>
                <a:gd name="connsiteY48" fmla="*/ 44873 h 146473"/>
                <a:gd name="connsiteX49" fmla="*/ 55033 w 108796"/>
                <a:gd name="connsiteY49" fmla="*/ 30903 h 146473"/>
                <a:gd name="connsiteX50" fmla="*/ 41910 w 108796"/>
                <a:gd name="connsiteY50" fmla="*/ 25400 h 14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8796" h="146473">
                  <a:moveTo>
                    <a:pt x="0" y="44873"/>
                  </a:moveTo>
                  <a:lnTo>
                    <a:pt x="5503" y="30903"/>
                  </a:lnTo>
                  <a:lnTo>
                    <a:pt x="19473" y="33443"/>
                  </a:lnTo>
                  <a:lnTo>
                    <a:pt x="33443" y="38947"/>
                  </a:lnTo>
                  <a:lnTo>
                    <a:pt x="19473" y="46143"/>
                  </a:lnTo>
                  <a:lnTo>
                    <a:pt x="13970" y="50377"/>
                  </a:lnTo>
                  <a:lnTo>
                    <a:pt x="0" y="44873"/>
                  </a:lnTo>
                  <a:close/>
                  <a:moveTo>
                    <a:pt x="65617" y="146473"/>
                  </a:moveTo>
                  <a:lnTo>
                    <a:pt x="65617" y="132503"/>
                  </a:lnTo>
                  <a:lnTo>
                    <a:pt x="51647" y="119803"/>
                  </a:lnTo>
                  <a:lnTo>
                    <a:pt x="36407" y="108797"/>
                  </a:lnTo>
                  <a:lnTo>
                    <a:pt x="40640" y="122767"/>
                  </a:lnTo>
                  <a:lnTo>
                    <a:pt x="50377" y="136737"/>
                  </a:lnTo>
                  <a:lnTo>
                    <a:pt x="64347" y="145203"/>
                  </a:lnTo>
                  <a:lnTo>
                    <a:pt x="65617" y="146473"/>
                  </a:lnTo>
                  <a:close/>
                  <a:moveTo>
                    <a:pt x="72813" y="92287"/>
                  </a:moveTo>
                  <a:lnTo>
                    <a:pt x="77047" y="88053"/>
                  </a:lnTo>
                  <a:lnTo>
                    <a:pt x="72813" y="74083"/>
                  </a:lnTo>
                  <a:lnTo>
                    <a:pt x="58843" y="79587"/>
                  </a:lnTo>
                  <a:lnTo>
                    <a:pt x="72813" y="92287"/>
                  </a:lnTo>
                  <a:close/>
                  <a:moveTo>
                    <a:pt x="96520" y="27940"/>
                  </a:moveTo>
                  <a:lnTo>
                    <a:pt x="97790" y="26670"/>
                  </a:lnTo>
                  <a:lnTo>
                    <a:pt x="108797" y="12700"/>
                  </a:lnTo>
                  <a:lnTo>
                    <a:pt x="94827" y="0"/>
                  </a:lnTo>
                  <a:lnTo>
                    <a:pt x="94827" y="13970"/>
                  </a:lnTo>
                  <a:lnTo>
                    <a:pt x="96520" y="27940"/>
                  </a:lnTo>
                  <a:close/>
                  <a:moveTo>
                    <a:pt x="68580" y="38947"/>
                  </a:moveTo>
                  <a:lnTo>
                    <a:pt x="63077" y="24977"/>
                  </a:lnTo>
                  <a:lnTo>
                    <a:pt x="72813" y="38947"/>
                  </a:lnTo>
                  <a:lnTo>
                    <a:pt x="78317" y="44450"/>
                  </a:lnTo>
                  <a:lnTo>
                    <a:pt x="85090" y="30480"/>
                  </a:lnTo>
                  <a:lnTo>
                    <a:pt x="71120" y="20743"/>
                  </a:lnTo>
                  <a:lnTo>
                    <a:pt x="57150" y="11007"/>
                  </a:lnTo>
                  <a:lnTo>
                    <a:pt x="43180" y="3810"/>
                  </a:lnTo>
                  <a:lnTo>
                    <a:pt x="40217" y="19050"/>
                  </a:lnTo>
                  <a:lnTo>
                    <a:pt x="54187" y="28787"/>
                  </a:lnTo>
                  <a:lnTo>
                    <a:pt x="55457" y="30057"/>
                  </a:lnTo>
                  <a:lnTo>
                    <a:pt x="68580" y="38947"/>
                  </a:lnTo>
                  <a:close/>
                  <a:moveTo>
                    <a:pt x="41910" y="25400"/>
                  </a:moveTo>
                  <a:lnTo>
                    <a:pt x="34713" y="11430"/>
                  </a:lnTo>
                  <a:lnTo>
                    <a:pt x="20743" y="7197"/>
                  </a:lnTo>
                  <a:lnTo>
                    <a:pt x="16510" y="21167"/>
                  </a:lnTo>
                  <a:lnTo>
                    <a:pt x="27517" y="35137"/>
                  </a:lnTo>
                  <a:lnTo>
                    <a:pt x="41487" y="40640"/>
                  </a:lnTo>
                  <a:lnTo>
                    <a:pt x="53763" y="54610"/>
                  </a:lnTo>
                  <a:lnTo>
                    <a:pt x="67733" y="63077"/>
                  </a:lnTo>
                  <a:lnTo>
                    <a:pt x="69003" y="63077"/>
                  </a:lnTo>
                  <a:lnTo>
                    <a:pt x="69003" y="49107"/>
                  </a:lnTo>
                  <a:lnTo>
                    <a:pt x="55033" y="44873"/>
                  </a:lnTo>
                  <a:lnTo>
                    <a:pt x="55033" y="30903"/>
                  </a:lnTo>
                  <a:lnTo>
                    <a:pt x="41910" y="25400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2" name="Freeform 2301">
              <a:extLst>
                <a:ext uri="{FF2B5EF4-FFF2-40B4-BE49-F238E27FC236}">
                  <a16:creationId xmlns:a16="http://schemas.microsoft.com/office/drawing/2014/main" id="{9B438AF9-41C4-8849-817A-B0A16DCAAC4E}"/>
                </a:ext>
              </a:extLst>
            </p:cNvPr>
            <p:cNvSpPr/>
            <p:nvPr/>
          </p:nvSpPr>
          <p:spPr>
            <a:xfrm>
              <a:off x="7147136" y="3755389"/>
              <a:ext cx="19473" cy="34713"/>
            </a:xfrm>
            <a:custGeom>
              <a:avLst/>
              <a:gdLst>
                <a:gd name="connsiteX0" fmla="*/ 0 w 19473"/>
                <a:gd name="connsiteY0" fmla="*/ 34713 h 34713"/>
                <a:gd name="connsiteX1" fmla="*/ 4233 w 19473"/>
                <a:gd name="connsiteY1" fmla="*/ 20743 h 34713"/>
                <a:gd name="connsiteX2" fmla="*/ 1693 w 19473"/>
                <a:gd name="connsiteY2" fmla="*/ 16510 h 34713"/>
                <a:gd name="connsiteX3" fmla="*/ 7197 w 19473"/>
                <a:gd name="connsiteY3" fmla="*/ 2963 h 34713"/>
                <a:gd name="connsiteX4" fmla="*/ 8467 w 19473"/>
                <a:gd name="connsiteY4" fmla="*/ 0 h 34713"/>
                <a:gd name="connsiteX5" fmla="*/ 12700 w 19473"/>
                <a:gd name="connsiteY5" fmla="*/ 8043 h 34713"/>
                <a:gd name="connsiteX6" fmla="*/ 13970 w 19473"/>
                <a:gd name="connsiteY6" fmla="*/ 9737 h 34713"/>
                <a:gd name="connsiteX7" fmla="*/ 19473 w 19473"/>
                <a:gd name="connsiteY7" fmla="*/ 19473 h 34713"/>
                <a:gd name="connsiteX8" fmla="*/ 16933 w 19473"/>
                <a:gd name="connsiteY8" fmla="*/ 34713 h 34713"/>
                <a:gd name="connsiteX9" fmla="*/ 5503 w 19473"/>
                <a:gd name="connsiteY9" fmla="*/ 33443 h 3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473" h="34713">
                  <a:moveTo>
                    <a:pt x="0" y="34713"/>
                  </a:moveTo>
                  <a:lnTo>
                    <a:pt x="4233" y="20743"/>
                  </a:lnTo>
                  <a:lnTo>
                    <a:pt x="1693" y="16510"/>
                  </a:lnTo>
                  <a:lnTo>
                    <a:pt x="7197" y="2963"/>
                  </a:lnTo>
                  <a:lnTo>
                    <a:pt x="8467" y="0"/>
                  </a:lnTo>
                  <a:lnTo>
                    <a:pt x="12700" y="8043"/>
                  </a:lnTo>
                  <a:lnTo>
                    <a:pt x="13970" y="9737"/>
                  </a:lnTo>
                  <a:lnTo>
                    <a:pt x="19473" y="19473"/>
                  </a:lnTo>
                  <a:lnTo>
                    <a:pt x="16933" y="34713"/>
                  </a:lnTo>
                  <a:lnTo>
                    <a:pt x="5503" y="33443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3" name="Freeform 2302">
              <a:extLst>
                <a:ext uri="{FF2B5EF4-FFF2-40B4-BE49-F238E27FC236}">
                  <a16:creationId xmlns:a16="http://schemas.microsoft.com/office/drawing/2014/main" id="{439BD79A-B111-BD49-9C75-3FD51D2E74E6}"/>
                </a:ext>
              </a:extLst>
            </p:cNvPr>
            <p:cNvSpPr/>
            <p:nvPr/>
          </p:nvSpPr>
          <p:spPr>
            <a:xfrm>
              <a:off x="7979833" y="4083049"/>
              <a:ext cx="519006" cy="447886"/>
            </a:xfrm>
            <a:custGeom>
              <a:avLst/>
              <a:gdLst>
                <a:gd name="connsiteX0" fmla="*/ 1693 w 519006"/>
                <a:gd name="connsiteY0" fmla="*/ 33443 h 447886"/>
                <a:gd name="connsiteX1" fmla="*/ 1693 w 519006"/>
                <a:gd name="connsiteY1" fmla="*/ 29210 h 447886"/>
                <a:gd name="connsiteX2" fmla="*/ 5927 w 519006"/>
                <a:gd name="connsiteY2" fmla="*/ 13970 h 447886"/>
                <a:gd name="connsiteX3" fmla="*/ 10160 w 519006"/>
                <a:gd name="connsiteY3" fmla="*/ 9737 h 447886"/>
                <a:gd name="connsiteX4" fmla="*/ 15663 w 519006"/>
                <a:gd name="connsiteY4" fmla="*/ 8467 h 447886"/>
                <a:gd name="connsiteX5" fmla="*/ 30904 w 519006"/>
                <a:gd name="connsiteY5" fmla="*/ 8467 h 447886"/>
                <a:gd name="connsiteX6" fmla="*/ 37677 w 519006"/>
                <a:gd name="connsiteY6" fmla="*/ 18203 h 447886"/>
                <a:gd name="connsiteX7" fmla="*/ 43604 w 519006"/>
                <a:gd name="connsiteY7" fmla="*/ 22437 h 447886"/>
                <a:gd name="connsiteX8" fmla="*/ 57150 w 519006"/>
                <a:gd name="connsiteY8" fmla="*/ 36407 h 447886"/>
                <a:gd name="connsiteX9" fmla="*/ 71120 w 519006"/>
                <a:gd name="connsiteY9" fmla="*/ 46143 h 447886"/>
                <a:gd name="connsiteX10" fmla="*/ 72813 w 519006"/>
                <a:gd name="connsiteY10" fmla="*/ 46143 h 447886"/>
                <a:gd name="connsiteX11" fmla="*/ 74083 w 519006"/>
                <a:gd name="connsiteY11" fmla="*/ 44873 h 447886"/>
                <a:gd name="connsiteX12" fmla="*/ 82550 w 519006"/>
                <a:gd name="connsiteY12" fmla="*/ 35137 h 447886"/>
                <a:gd name="connsiteX13" fmla="*/ 93557 w 519006"/>
                <a:gd name="connsiteY13" fmla="*/ 21167 h 447886"/>
                <a:gd name="connsiteX14" fmla="*/ 96520 w 519006"/>
                <a:gd name="connsiteY14" fmla="*/ 13970 h 447886"/>
                <a:gd name="connsiteX15" fmla="*/ 97790 w 519006"/>
                <a:gd name="connsiteY15" fmla="*/ 12700 h 447886"/>
                <a:gd name="connsiteX16" fmla="*/ 100754 w 519006"/>
                <a:gd name="connsiteY16" fmla="*/ 8467 h 447886"/>
                <a:gd name="connsiteX17" fmla="*/ 114723 w 519006"/>
                <a:gd name="connsiteY17" fmla="*/ 8467 h 447886"/>
                <a:gd name="connsiteX18" fmla="*/ 129963 w 519006"/>
                <a:gd name="connsiteY18" fmla="*/ 11430 h 447886"/>
                <a:gd name="connsiteX19" fmla="*/ 143933 w 519006"/>
                <a:gd name="connsiteY19" fmla="*/ 13970 h 447886"/>
                <a:gd name="connsiteX20" fmla="*/ 143933 w 519006"/>
                <a:gd name="connsiteY20" fmla="*/ 8467 h 447886"/>
                <a:gd name="connsiteX21" fmla="*/ 152400 w 519006"/>
                <a:gd name="connsiteY21" fmla="*/ 0 h 447886"/>
                <a:gd name="connsiteX22" fmla="*/ 165946 w 519006"/>
                <a:gd name="connsiteY22" fmla="*/ 7197 h 447886"/>
                <a:gd name="connsiteX23" fmla="*/ 164677 w 519006"/>
                <a:gd name="connsiteY23" fmla="*/ 9737 h 447886"/>
                <a:gd name="connsiteX24" fmla="*/ 179917 w 519006"/>
                <a:gd name="connsiteY24" fmla="*/ 16933 h 447886"/>
                <a:gd name="connsiteX25" fmla="*/ 195580 w 519006"/>
                <a:gd name="connsiteY25" fmla="*/ 21167 h 447886"/>
                <a:gd name="connsiteX26" fmla="*/ 196850 w 519006"/>
                <a:gd name="connsiteY26" fmla="*/ 21167 h 447886"/>
                <a:gd name="connsiteX27" fmla="*/ 210820 w 519006"/>
                <a:gd name="connsiteY27" fmla="*/ 21167 h 447886"/>
                <a:gd name="connsiteX28" fmla="*/ 226060 w 519006"/>
                <a:gd name="connsiteY28" fmla="*/ 23707 h 447886"/>
                <a:gd name="connsiteX29" fmla="*/ 233257 w 519006"/>
                <a:gd name="connsiteY29" fmla="*/ 26670 h 447886"/>
                <a:gd name="connsiteX30" fmla="*/ 247227 w 519006"/>
                <a:gd name="connsiteY30" fmla="*/ 26670 h 447886"/>
                <a:gd name="connsiteX31" fmla="*/ 252730 w 519006"/>
                <a:gd name="connsiteY31" fmla="*/ 22437 h 447886"/>
                <a:gd name="connsiteX32" fmla="*/ 266277 w 519006"/>
                <a:gd name="connsiteY32" fmla="*/ 32173 h 447886"/>
                <a:gd name="connsiteX33" fmla="*/ 272204 w 519006"/>
                <a:gd name="connsiteY33" fmla="*/ 35137 h 447886"/>
                <a:gd name="connsiteX34" fmla="*/ 286173 w 519006"/>
                <a:gd name="connsiteY34" fmla="*/ 35137 h 447886"/>
                <a:gd name="connsiteX35" fmla="*/ 291677 w 519006"/>
                <a:gd name="connsiteY35" fmla="*/ 26670 h 447886"/>
                <a:gd name="connsiteX36" fmla="*/ 294640 w 519006"/>
                <a:gd name="connsiteY36" fmla="*/ 24977 h 447886"/>
                <a:gd name="connsiteX37" fmla="*/ 298873 w 519006"/>
                <a:gd name="connsiteY37" fmla="*/ 21167 h 447886"/>
                <a:gd name="connsiteX38" fmla="*/ 314113 w 519006"/>
                <a:gd name="connsiteY38" fmla="*/ 32173 h 447886"/>
                <a:gd name="connsiteX39" fmla="*/ 326390 w 519006"/>
                <a:gd name="connsiteY39" fmla="*/ 29210 h 447886"/>
                <a:gd name="connsiteX40" fmla="*/ 342054 w 519006"/>
                <a:gd name="connsiteY40" fmla="*/ 27940 h 447886"/>
                <a:gd name="connsiteX41" fmla="*/ 356023 w 519006"/>
                <a:gd name="connsiteY41" fmla="*/ 29210 h 447886"/>
                <a:gd name="connsiteX42" fmla="*/ 359833 w 519006"/>
                <a:gd name="connsiteY42" fmla="*/ 35137 h 447886"/>
                <a:gd name="connsiteX43" fmla="*/ 361527 w 519006"/>
                <a:gd name="connsiteY43" fmla="*/ 35137 h 447886"/>
                <a:gd name="connsiteX44" fmla="*/ 362796 w 519006"/>
                <a:gd name="connsiteY44" fmla="*/ 35137 h 447886"/>
                <a:gd name="connsiteX45" fmla="*/ 369993 w 519006"/>
                <a:gd name="connsiteY45" fmla="*/ 33443 h 447886"/>
                <a:gd name="connsiteX46" fmla="*/ 379730 w 519006"/>
                <a:gd name="connsiteY46" fmla="*/ 35137 h 447886"/>
                <a:gd name="connsiteX47" fmla="*/ 393700 w 519006"/>
                <a:gd name="connsiteY47" fmla="*/ 40640 h 447886"/>
                <a:gd name="connsiteX48" fmla="*/ 394970 w 519006"/>
                <a:gd name="connsiteY48" fmla="*/ 46143 h 447886"/>
                <a:gd name="connsiteX49" fmla="*/ 397933 w 519006"/>
                <a:gd name="connsiteY49" fmla="*/ 46143 h 447886"/>
                <a:gd name="connsiteX50" fmla="*/ 402167 w 519006"/>
                <a:gd name="connsiteY50" fmla="*/ 46143 h 447886"/>
                <a:gd name="connsiteX51" fmla="*/ 399204 w 519006"/>
                <a:gd name="connsiteY51" fmla="*/ 55880 h 447886"/>
                <a:gd name="connsiteX52" fmla="*/ 414443 w 519006"/>
                <a:gd name="connsiteY52" fmla="*/ 68580 h 447886"/>
                <a:gd name="connsiteX53" fmla="*/ 428413 w 519006"/>
                <a:gd name="connsiteY53" fmla="*/ 69850 h 447886"/>
                <a:gd name="connsiteX54" fmla="*/ 436880 w 519006"/>
                <a:gd name="connsiteY54" fmla="*/ 68580 h 447886"/>
                <a:gd name="connsiteX55" fmla="*/ 450850 w 519006"/>
                <a:gd name="connsiteY55" fmla="*/ 60113 h 447886"/>
                <a:gd name="connsiteX56" fmla="*/ 456354 w 519006"/>
                <a:gd name="connsiteY56" fmla="*/ 58843 h 447886"/>
                <a:gd name="connsiteX57" fmla="*/ 471593 w 519006"/>
                <a:gd name="connsiteY57" fmla="*/ 60113 h 447886"/>
                <a:gd name="connsiteX58" fmla="*/ 478790 w 519006"/>
                <a:gd name="connsiteY58" fmla="*/ 63077 h 447886"/>
                <a:gd name="connsiteX59" fmla="*/ 478790 w 519006"/>
                <a:gd name="connsiteY59" fmla="*/ 77047 h 447886"/>
                <a:gd name="connsiteX60" fmla="*/ 477096 w 519006"/>
                <a:gd name="connsiteY60" fmla="*/ 88053 h 447886"/>
                <a:gd name="connsiteX61" fmla="*/ 475827 w 519006"/>
                <a:gd name="connsiteY61" fmla="*/ 92287 h 447886"/>
                <a:gd name="connsiteX62" fmla="*/ 466090 w 519006"/>
                <a:gd name="connsiteY62" fmla="*/ 106257 h 447886"/>
                <a:gd name="connsiteX63" fmla="*/ 458893 w 519006"/>
                <a:gd name="connsiteY63" fmla="*/ 115993 h 447886"/>
                <a:gd name="connsiteX64" fmla="*/ 457623 w 519006"/>
                <a:gd name="connsiteY64" fmla="*/ 121497 h 447886"/>
                <a:gd name="connsiteX65" fmla="*/ 452120 w 519006"/>
                <a:gd name="connsiteY65" fmla="*/ 131233 h 447886"/>
                <a:gd name="connsiteX66" fmla="*/ 449157 w 519006"/>
                <a:gd name="connsiteY66" fmla="*/ 146473 h 447886"/>
                <a:gd name="connsiteX67" fmla="*/ 449157 w 519006"/>
                <a:gd name="connsiteY67" fmla="*/ 149437 h 447886"/>
                <a:gd name="connsiteX68" fmla="*/ 457623 w 519006"/>
                <a:gd name="connsiteY68" fmla="*/ 163407 h 447886"/>
                <a:gd name="connsiteX69" fmla="*/ 466090 w 519006"/>
                <a:gd name="connsiteY69" fmla="*/ 165947 h 447886"/>
                <a:gd name="connsiteX70" fmla="*/ 480060 w 519006"/>
                <a:gd name="connsiteY70" fmla="*/ 167640 h 447886"/>
                <a:gd name="connsiteX71" fmla="*/ 489796 w 519006"/>
                <a:gd name="connsiteY71" fmla="*/ 181610 h 447886"/>
                <a:gd name="connsiteX72" fmla="*/ 503767 w 519006"/>
                <a:gd name="connsiteY72" fmla="*/ 192617 h 447886"/>
                <a:gd name="connsiteX73" fmla="*/ 503767 w 519006"/>
                <a:gd name="connsiteY73" fmla="*/ 193887 h 447886"/>
                <a:gd name="connsiteX74" fmla="*/ 517737 w 519006"/>
                <a:gd name="connsiteY74" fmla="*/ 202353 h 447886"/>
                <a:gd name="connsiteX75" fmla="*/ 519007 w 519006"/>
                <a:gd name="connsiteY75" fmla="*/ 205317 h 447886"/>
                <a:gd name="connsiteX76" fmla="*/ 505037 w 519006"/>
                <a:gd name="connsiteY76" fmla="*/ 217593 h 447886"/>
                <a:gd name="connsiteX77" fmla="*/ 491067 w 519006"/>
                <a:gd name="connsiteY77" fmla="*/ 216323 h 447886"/>
                <a:gd name="connsiteX78" fmla="*/ 477096 w 519006"/>
                <a:gd name="connsiteY78" fmla="*/ 210820 h 447886"/>
                <a:gd name="connsiteX79" fmla="*/ 471593 w 519006"/>
                <a:gd name="connsiteY79" fmla="*/ 216323 h 447886"/>
                <a:gd name="connsiteX80" fmla="*/ 485563 w 519006"/>
                <a:gd name="connsiteY80" fmla="*/ 231563 h 447886"/>
                <a:gd name="connsiteX81" fmla="*/ 494030 w 519006"/>
                <a:gd name="connsiteY81" fmla="*/ 240030 h 447886"/>
                <a:gd name="connsiteX82" fmla="*/ 502496 w 519006"/>
                <a:gd name="connsiteY82" fmla="*/ 248497 h 447886"/>
                <a:gd name="connsiteX83" fmla="*/ 503767 w 519006"/>
                <a:gd name="connsiteY83" fmla="*/ 248497 h 447886"/>
                <a:gd name="connsiteX84" fmla="*/ 508000 w 519006"/>
                <a:gd name="connsiteY84" fmla="*/ 256963 h 447886"/>
                <a:gd name="connsiteX85" fmla="*/ 508000 w 519006"/>
                <a:gd name="connsiteY85" fmla="*/ 261196 h 447886"/>
                <a:gd name="connsiteX86" fmla="*/ 508000 w 519006"/>
                <a:gd name="connsiteY86" fmla="*/ 267970 h 447886"/>
                <a:gd name="connsiteX87" fmla="*/ 508000 w 519006"/>
                <a:gd name="connsiteY87" fmla="*/ 273473 h 447886"/>
                <a:gd name="connsiteX88" fmla="*/ 498263 w 519006"/>
                <a:gd name="connsiteY88" fmla="*/ 281940 h 447886"/>
                <a:gd name="connsiteX89" fmla="*/ 484293 w 519006"/>
                <a:gd name="connsiteY89" fmla="*/ 278977 h 447886"/>
                <a:gd name="connsiteX90" fmla="*/ 474557 w 519006"/>
                <a:gd name="connsiteY90" fmla="*/ 278977 h 447886"/>
                <a:gd name="connsiteX91" fmla="*/ 467360 w 519006"/>
                <a:gd name="connsiteY91" fmla="*/ 290407 h 447886"/>
                <a:gd name="connsiteX92" fmla="*/ 458893 w 519006"/>
                <a:gd name="connsiteY92" fmla="*/ 290407 h 447886"/>
                <a:gd name="connsiteX93" fmla="*/ 446617 w 519006"/>
                <a:gd name="connsiteY93" fmla="*/ 292946 h 447886"/>
                <a:gd name="connsiteX94" fmla="*/ 431377 w 519006"/>
                <a:gd name="connsiteY94" fmla="*/ 290407 h 447886"/>
                <a:gd name="connsiteX95" fmla="*/ 431377 w 519006"/>
                <a:gd name="connsiteY95" fmla="*/ 301413 h 447886"/>
                <a:gd name="connsiteX96" fmla="*/ 445346 w 519006"/>
                <a:gd name="connsiteY96" fmla="*/ 316654 h 447886"/>
                <a:gd name="connsiteX97" fmla="*/ 442383 w 519006"/>
                <a:gd name="connsiteY97" fmla="*/ 333587 h 447886"/>
                <a:gd name="connsiteX98" fmla="*/ 441113 w 519006"/>
                <a:gd name="connsiteY98" fmla="*/ 330623 h 447886"/>
                <a:gd name="connsiteX99" fmla="*/ 435187 w 519006"/>
                <a:gd name="connsiteY99" fmla="*/ 320887 h 447886"/>
                <a:gd name="connsiteX100" fmla="*/ 421640 w 519006"/>
                <a:gd name="connsiteY100" fmla="*/ 318346 h 447886"/>
                <a:gd name="connsiteX101" fmla="*/ 422910 w 519006"/>
                <a:gd name="connsiteY101" fmla="*/ 320887 h 447886"/>
                <a:gd name="connsiteX102" fmla="*/ 419946 w 519006"/>
                <a:gd name="connsiteY102" fmla="*/ 322157 h 447886"/>
                <a:gd name="connsiteX103" fmla="*/ 411904 w 519006"/>
                <a:gd name="connsiteY103" fmla="*/ 326390 h 447886"/>
                <a:gd name="connsiteX104" fmla="*/ 397933 w 519006"/>
                <a:gd name="connsiteY104" fmla="*/ 334857 h 447886"/>
                <a:gd name="connsiteX105" fmla="*/ 399204 w 519006"/>
                <a:gd name="connsiteY105" fmla="*/ 342054 h 447886"/>
                <a:gd name="connsiteX106" fmla="*/ 392007 w 519006"/>
                <a:gd name="connsiteY106" fmla="*/ 357293 h 447886"/>
                <a:gd name="connsiteX107" fmla="*/ 392007 w 519006"/>
                <a:gd name="connsiteY107" fmla="*/ 358563 h 447886"/>
                <a:gd name="connsiteX108" fmla="*/ 396240 w 519006"/>
                <a:gd name="connsiteY108" fmla="*/ 372533 h 447886"/>
                <a:gd name="connsiteX109" fmla="*/ 376767 w 519006"/>
                <a:gd name="connsiteY109" fmla="*/ 373804 h 447886"/>
                <a:gd name="connsiteX110" fmla="*/ 371263 w 519006"/>
                <a:gd name="connsiteY110" fmla="*/ 385233 h 447886"/>
                <a:gd name="connsiteX111" fmla="*/ 375496 w 519006"/>
                <a:gd name="connsiteY111" fmla="*/ 401743 h 447886"/>
                <a:gd name="connsiteX112" fmla="*/ 374227 w 519006"/>
                <a:gd name="connsiteY112" fmla="*/ 403437 h 447886"/>
                <a:gd name="connsiteX113" fmla="*/ 379730 w 519006"/>
                <a:gd name="connsiteY113" fmla="*/ 416983 h 447886"/>
                <a:gd name="connsiteX114" fmla="*/ 387773 w 519006"/>
                <a:gd name="connsiteY114" fmla="*/ 424180 h 447886"/>
                <a:gd name="connsiteX115" fmla="*/ 389467 w 519006"/>
                <a:gd name="connsiteY115" fmla="*/ 431377 h 447886"/>
                <a:gd name="connsiteX116" fmla="*/ 382270 w 519006"/>
                <a:gd name="connsiteY116" fmla="*/ 446617 h 447886"/>
                <a:gd name="connsiteX117" fmla="*/ 381000 w 519006"/>
                <a:gd name="connsiteY117" fmla="*/ 447887 h 447886"/>
                <a:gd name="connsiteX118" fmla="*/ 375496 w 519006"/>
                <a:gd name="connsiteY118" fmla="*/ 447887 h 447886"/>
                <a:gd name="connsiteX119" fmla="*/ 359833 w 519006"/>
                <a:gd name="connsiteY119" fmla="*/ 438150 h 447886"/>
                <a:gd name="connsiteX120" fmla="*/ 346287 w 519006"/>
                <a:gd name="connsiteY120" fmla="*/ 436880 h 447886"/>
                <a:gd name="connsiteX121" fmla="*/ 340783 w 519006"/>
                <a:gd name="connsiteY121" fmla="*/ 431377 h 447886"/>
                <a:gd name="connsiteX122" fmla="*/ 333587 w 519006"/>
                <a:gd name="connsiteY122" fmla="*/ 425450 h 447886"/>
                <a:gd name="connsiteX123" fmla="*/ 319617 w 519006"/>
                <a:gd name="connsiteY123" fmla="*/ 415713 h 447886"/>
                <a:gd name="connsiteX124" fmla="*/ 305646 w 519006"/>
                <a:gd name="connsiteY124" fmla="*/ 411480 h 447886"/>
                <a:gd name="connsiteX125" fmla="*/ 291677 w 519006"/>
                <a:gd name="connsiteY125" fmla="*/ 400473 h 447886"/>
                <a:gd name="connsiteX126" fmla="*/ 290407 w 519006"/>
                <a:gd name="connsiteY126" fmla="*/ 392007 h 447886"/>
                <a:gd name="connsiteX127" fmla="*/ 275167 w 519006"/>
                <a:gd name="connsiteY127" fmla="*/ 389467 h 447886"/>
                <a:gd name="connsiteX128" fmla="*/ 266277 w 519006"/>
                <a:gd name="connsiteY128" fmla="*/ 393277 h 447886"/>
                <a:gd name="connsiteX129" fmla="*/ 265430 w 519006"/>
                <a:gd name="connsiteY129" fmla="*/ 394970 h 447886"/>
                <a:gd name="connsiteX130" fmla="*/ 254000 w 519006"/>
                <a:gd name="connsiteY130" fmla="*/ 385233 h 447886"/>
                <a:gd name="connsiteX131" fmla="*/ 255693 w 519006"/>
                <a:gd name="connsiteY131" fmla="*/ 385233 h 447886"/>
                <a:gd name="connsiteX132" fmla="*/ 267970 w 519006"/>
                <a:gd name="connsiteY132" fmla="*/ 381000 h 447886"/>
                <a:gd name="connsiteX133" fmla="*/ 265430 w 519006"/>
                <a:gd name="connsiteY133" fmla="*/ 369570 h 447886"/>
                <a:gd name="connsiteX134" fmla="*/ 263737 w 519006"/>
                <a:gd name="connsiteY134" fmla="*/ 367030 h 447886"/>
                <a:gd name="connsiteX135" fmla="*/ 262467 w 519006"/>
                <a:gd name="connsiteY135" fmla="*/ 367030 h 447886"/>
                <a:gd name="connsiteX136" fmla="*/ 255693 w 519006"/>
                <a:gd name="connsiteY136" fmla="*/ 360257 h 447886"/>
                <a:gd name="connsiteX137" fmla="*/ 241723 w 519006"/>
                <a:gd name="connsiteY137" fmla="*/ 353060 h 447886"/>
                <a:gd name="connsiteX138" fmla="*/ 234527 w 519006"/>
                <a:gd name="connsiteY138" fmla="*/ 347557 h 447886"/>
                <a:gd name="connsiteX139" fmla="*/ 219287 w 519006"/>
                <a:gd name="connsiteY139" fmla="*/ 333587 h 447886"/>
                <a:gd name="connsiteX140" fmla="*/ 216323 w 519006"/>
                <a:gd name="connsiteY140" fmla="*/ 330623 h 447886"/>
                <a:gd name="connsiteX141" fmla="*/ 212090 w 519006"/>
                <a:gd name="connsiteY141" fmla="*/ 322157 h 447886"/>
                <a:gd name="connsiteX142" fmla="*/ 209550 w 519006"/>
                <a:gd name="connsiteY142" fmla="*/ 308187 h 447886"/>
                <a:gd name="connsiteX143" fmla="*/ 209550 w 519006"/>
                <a:gd name="connsiteY143" fmla="*/ 305646 h 447886"/>
                <a:gd name="connsiteX144" fmla="*/ 210820 w 519006"/>
                <a:gd name="connsiteY144" fmla="*/ 304377 h 447886"/>
                <a:gd name="connsiteX145" fmla="*/ 195580 w 519006"/>
                <a:gd name="connsiteY145" fmla="*/ 294640 h 447886"/>
                <a:gd name="connsiteX146" fmla="*/ 182880 w 519006"/>
                <a:gd name="connsiteY146" fmla="*/ 287443 h 447886"/>
                <a:gd name="connsiteX147" fmla="*/ 173143 w 519006"/>
                <a:gd name="connsiteY147" fmla="*/ 277707 h 447886"/>
                <a:gd name="connsiteX148" fmla="*/ 162137 w 519006"/>
                <a:gd name="connsiteY148" fmla="*/ 266700 h 447886"/>
                <a:gd name="connsiteX149" fmla="*/ 146473 w 519006"/>
                <a:gd name="connsiteY149" fmla="*/ 254000 h 447886"/>
                <a:gd name="connsiteX150" fmla="*/ 138430 w 519006"/>
                <a:gd name="connsiteY150" fmla="*/ 248497 h 447886"/>
                <a:gd name="connsiteX151" fmla="*/ 131233 w 519006"/>
                <a:gd name="connsiteY151" fmla="*/ 234527 h 447886"/>
                <a:gd name="connsiteX152" fmla="*/ 118533 w 519006"/>
                <a:gd name="connsiteY152" fmla="*/ 220557 h 447886"/>
                <a:gd name="connsiteX153" fmla="*/ 114723 w 519006"/>
                <a:gd name="connsiteY153" fmla="*/ 216323 h 447886"/>
                <a:gd name="connsiteX154" fmla="*/ 100754 w 519006"/>
                <a:gd name="connsiteY154" fmla="*/ 206587 h 447886"/>
                <a:gd name="connsiteX155" fmla="*/ 86783 w 519006"/>
                <a:gd name="connsiteY155" fmla="*/ 198120 h 447886"/>
                <a:gd name="connsiteX156" fmla="*/ 77046 w 519006"/>
                <a:gd name="connsiteY156" fmla="*/ 184150 h 447886"/>
                <a:gd name="connsiteX157" fmla="*/ 69850 w 519006"/>
                <a:gd name="connsiteY157" fmla="*/ 178647 h 447886"/>
                <a:gd name="connsiteX158" fmla="*/ 65617 w 519006"/>
                <a:gd name="connsiteY158" fmla="*/ 174413 h 447886"/>
                <a:gd name="connsiteX159" fmla="*/ 65617 w 519006"/>
                <a:gd name="connsiteY159" fmla="*/ 171450 h 447886"/>
                <a:gd name="connsiteX160" fmla="*/ 65617 w 519006"/>
                <a:gd name="connsiteY160" fmla="*/ 168910 h 447886"/>
                <a:gd name="connsiteX161" fmla="*/ 65617 w 519006"/>
                <a:gd name="connsiteY161" fmla="*/ 154940 h 447886"/>
                <a:gd name="connsiteX162" fmla="*/ 64346 w 519006"/>
                <a:gd name="connsiteY162" fmla="*/ 153670 h 447886"/>
                <a:gd name="connsiteX163" fmla="*/ 57150 w 519006"/>
                <a:gd name="connsiteY163" fmla="*/ 146473 h 447886"/>
                <a:gd name="connsiteX164" fmla="*/ 55880 w 519006"/>
                <a:gd name="connsiteY164" fmla="*/ 139700 h 447886"/>
                <a:gd name="connsiteX165" fmla="*/ 53340 w 519006"/>
                <a:gd name="connsiteY165" fmla="*/ 131233 h 447886"/>
                <a:gd name="connsiteX166" fmla="*/ 44873 w 519006"/>
                <a:gd name="connsiteY166" fmla="*/ 122767 h 447886"/>
                <a:gd name="connsiteX167" fmla="*/ 35137 w 519006"/>
                <a:gd name="connsiteY167" fmla="*/ 107527 h 447886"/>
                <a:gd name="connsiteX168" fmla="*/ 30904 w 519006"/>
                <a:gd name="connsiteY168" fmla="*/ 99060 h 447886"/>
                <a:gd name="connsiteX169" fmla="*/ 26670 w 519006"/>
                <a:gd name="connsiteY169" fmla="*/ 93557 h 447886"/>
                <a:gd name="connsiteX170" fmla="*/ 23707 w 519006"/>
                <a:gd name="connsiteY170" fmla="*/ 93557 h 447886"/>
                <a:gd name="connsiteX171" fmla="*/ 14393 w 519006"/>
                <a:gd name="connsiteY171" fmla="*/ 92287 h 447886"/>
                <a:gd name="connsiteX172" fmla="*/ 0 w 519006"/>
                <a:gd name="connsiteY172" fmla="*/ 79587 h 447886"/>
                <a:gd name="connsiteX173" fmla="*/ 7196 w 519006"/>
                <a:gd name="connsiteY173" fmla="*/ 68580 h 447886"/>
                <a:gd name="connsiteX174" fmla="*/ 2963 w 519006"/>
                <a:gd name="connsiteY174" fmla="*/ 54610 h 447886"/>
                <a:gd name="connsiteX175" fmla="*/ 4233 w 519006"/>
                <a:gd name="connsiteY175" fmla="*/ 46143 h 447886"/>
                <a:gd name="connsiteX176" fmla="*/ 1693 w 519006"/>
                <a:gd name="connsiteY176" fmla="*/ 33443 h 447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</a:cxnLst>
              <a:rect l="l" t="t" r="r" b="b"/>
              <a:pathLst>
                <a:path w="519006" h="447886">
                  <a:moveTo>
                    <a:pt x="1693" y="33443"/>
                  </a:moveTo>
                  <a:lnTo>
                    <a:pt x="1693" y="29210"/>
                  </a:lnTo>
                  <a:lnTo>
                    <a:pt x="5927" y="13970"/>
                  </a:lnTo>
                  <a:lnTo>
                    <a:pt x="10160" y="9737"/>
                  </a:lnTo>
                  <a:lnTo>
                    <a:pt x="15663" y="8467"/>
                  </a:lnTo>
                  <a:lnTo>
                    <a:pt x="30904" y="8467"/>
                  </a:lnTo>
                  <a:lnTo>
                    <a:pt x="37677" y="18203"/>
                  </a:lnTo>
                  <a:lnTo>
                    <a:pt x="43604" y="22437"/>
                  </a:lnTo>
                  <a:lnTo>
                    <a:pt x="57150" y="36407"/>
                  </a:lnTo>
                  <a:lnTo>
                    <a:pt x="71120" y="46143"/>
                  </a:lnTo>
                  <a:lnTo>
                    <a:pt x="72813" y="46143"/>
                  </a:lnTo>
                  <a:lnTo>
                    <a:pt x="74083" y="44873"/>
                  </a:lnTo>
                  <a:lnTo>
                    <a:pt x="82550" y="35137"/>
                  </a:lnTo>
                  <a:lnTo>
                    <a:pt x="93557" y="21167"/>
                  </a:lnTo>
                  <a:lnTo>
                    <a:pt x="96520" y="13970"/>
                  </a:lnTo>
                  <a:lnTo>
                    <a:pt x="97790" y="12700"/>
                  </a:lnTo>
                  <a:lnTo>
                    <a:pt x="100754" y="8467"/>
                  </a:lnTo>
                  <a:lnTo>
                    <a:pt x="114723" y="8467"/>
                  </a:lnTo>
                  <a:lnTo>
                    <a:pt x="129963" y="11430"/>
                  </a:lnTo>
                  <a:lnTo>
                    <a:pt x="143933" y="13970"/>
                  </a:lnTo>
                  <a:lnTo>
                    <a:pt x="143933" y="8467"/>
                  </a:lnTo>
                  <a:lnTo>
                    <a:pt x="152400" y="0"/>
                  </a:lnTo>
                  <a:lnTo>
                    <a:pt x="165946" y="7197"/>
                  </a:lnTo>
                  <a:lnTo>
                    <a:pt x="164677" y="9737"/>
                  </a:lnTo>
                  <a:lnTo>
                    <a:pt x="179917" y="16933"/>
                  </a:lnTo>
                  <a:lnTo>
                    <a:pt x="195580" y="21167"/>
                  </a:lnTo>
                  <a:lnTo>
                    <a:pt x="196850" y="21167"/>
                  </a:lnTo>
                  <a:lnTo>
                    <a:pt x="210820" y="21167"/>
                  </a:lnTo>
                  <a:lnTo>
                    <a:pt x="226060" y="23707"/>
                  </a:lnTo>
                  <a:lnTo>
                    <a:pt x="233257" y="26670"/>
                  </a:lnTo>
                  <a:lnTo>
                    <a:pt x="247227" y="26670"/>
                  </a:lnTo>
                  <a:lnTo>
                    <a:pt x="252730" y="22437"/>
                  </a:lnTo>
                  <a:lnTo>
                    <a:pt x="266277" y="32173"/>
                  </a:lnTo>
                  <a:lnTo>
                    <a:pt x="272204" y="35137"/>
                  </a:lnTo>
                  <a:lnTo>
                    <a:pt x="286173" y="35137"/>
                  </a:lnTo>
                  <a:lnTo>
                    <a:pt x="291677" y="26670"/>
                  </a:lnTo>
                  <a:lnTo>
                    <a:pt x="294640" y="24977"/>
                  </a:lnTo>
                  <a:lnTo>
                    <a:pt x="298873" y="21167"/>
                  </a:lnTo>
                  <a:lnTo>
                    <a:pt x="314113" y="32173"/>
                  </a:lnTo>
                  <a:lnTo>
                    <a:pt x="326390" y="29210"/>
                  </a:lnTo>
                  <a:lnTo>
                    <a:pt x="342054" y="27940"/>
                  </a:lnTo>
                  <a:lnTo>
                    <a:pt x="356023" y="29210"/>
                  </a:lnTo>
                  <a:lnTo>
                    <a:pt x="359833" y="35137"/>
                  </a:lnTo>
                  <a:lnTo>
                    <a:pt x="361527" y="35137"/>
                  </a:lnTo>
                  <a:lnTo>
                    <a:pt x="362796" y="35137"/>
                  </a:lnTo>
                  <a:lnTo>
                    <a:pt x="369993" y="33443"/>
                  </a:lnTo>
                  <a:lnTo>
                    <a:pt x="379730" y="35137"/>
                  </a:lnTo>
                  <a:lnTo>
                    <a:pt x="393700" y="40640"/>
                  </a:lnTo>
                  <a:lnTo>
                    <a:pt x="394970" y="46143"/>
                  </a:lnTo>
                  <a:lnTo>
                    <a:pt x="397933" y="46143"/>
                  </a:lnTo>
                  <a:lnTo>
                    <a:pt x="402167" y="46143"/>
                  </a:lnTo>
                  <a:lnTo>
                    <a:pt x="399204" y="55880"/>
                  </a:lnTo>
                  <a:lnTo>
                    <a:pt x="414443" y="68580"/>
                  </a:lnTo>
                  <a:lnTo>
                    <a:pt x="428413" y="69850"/>
                  </a:lnTo>
                  <a:lnTo>
                    <a:pt x="436880" y="68580"/>
                  </a:lnTo>
                  <a:lnTo>
                    <a:pt x="450850" y="60113"/>
                  </a:lnTo>
                  <a:lnTo>
                    <a:pt x="456354" y="58843"/>
                  </a:lnTo>
                  <a:lnTo>
                    <a:pt x="471593" y="60113"/>
                  </a:lnTo>
                  <a:lnTo>
                    <a:pt x="478790" y="63077"/>
                  </a:lnTo>
                  <a:lnTo>
                    <a:pt x="478790" y="77047"/>
                  </a:lnTo>
                  <a:lnTo>
                    <a:pt x="477096" y="88053"/>
                  </a:lnTo>
                  <a:lnTo>
                    <a:pt x="475827" y="92287"/>
                  </a:lnTo>
                  <a:lnTo>
                    <a:pt x="466090" y="106257"/>
                  </a:lnTo>
                  <a:lnTo>
                    <a:pt x="458893" y="115993"/>
                  </a:lnTo>
                  <a:lnTo>
                    <a:pt x="457623" y="121497"/>
                  </a:lnTo>
                  <a:lnTo>
                    <a:pt x="452120" y="131233"/>
                  </a:lnTo>
                  <a:lnTo>
                    <a:pt x="449157" y="146473"/>
                  </a:lnTo>
                  <a:lnTo>
                    <a:pt x="449157" y="149437"/>
                  </a:lnTo>
                  <a:lnTo>
                    <a:pt x="457623" y="163407"/>
                  </a:lnTo>
                  <a:lnTo>
                    <a:pt x="466090" y="165947"/>
                  </a:lnTo>
                  <a:lnTo>
                    <a:pt x="480060" y="167640"/>
                  </a:lnTo>
                  <a:lnTo>
                    <a:pt x="489796" y="181610"/>
                  </a:lnTo>
                  <a:lnTo>
                    <a:pt x="503767" y="192617"/>
                  </a:lnTo>
                  <a:lnTo>
                    <a:pt x="503767" y="193887"/>
                  </a:lnTo>
                  <a:lnTo>
                    <a:pt x="517737" y="202353"/>
                  </a:lnTo>
                  <a:lnTo>
                    <a:pt x="519007" y="205317"/>
                  </a:lnTo>
                  <a:lnTo>
                    <a:pt x="505037" y="217593"/>
                  </a:lnTo>
                  <a:lnTo>
                    <a:pt x="491067" y="216323"/>
                  </a:lnTo>
                  <a:lnTo>
                    <a:pt x="477096" y="210820"/>
                  </a:lnTo>
                  <a:lnTo>
                    <a:pt x="471593" y="216323"/>
                  </a:lnTo>
                  <a:lnTo>
                    <a:pt x="485563" y="231563"/>
                  </a:lnTo>
                  <a:lnTo>
                    <a:pt x="494030" y="240030"/>
                  </a:lnTo>
                  <a:lnTo>
                    <a:pt x="502496" y="248497"/>
                  </a:lnTo>
                  <a:lnTo>
                    <a:pt x="503767" y="248497"/>
                  </a:lnTo>
                  <a:lnTo>
                    <a:pt x="508000" y="256963"/>
                  </a:lnTo>
                  <a:lnTo>
                    <a:pt x="508000" y="261196"/>
                  </a:lnTo>
                  <a:lnTo>
                    <a:pt x="508000" y="267970"/>
                  </a:lnTo>
                  <a:lnTo>
                    <a:pt x="508000" y="273473"/>
                  </a:lnTo>
                  <a:lnTo>
                    <a:pt x="498263" y="281940"/>
                  </a:lnTo>
                  <a:lnTo>
                    <a:pt x="484293" y="278977"/>
                  </a:lnTo>
                  <a:lnTo>
                    <a:pt x="474557" y="278977"/>
                  </a:lnTo>
                  <a:lnTo>
                    <a:pt x="467360" y="290407"/>
                  </a:lnTo>
                  <a:lnTo>
                    <a:pt x="458893" y="290407"/>
                  </a:lnTo>
                  <a:lnTo>
                    <a:pt x="446617" y="292946"/>
                  </a:lnTo>
                  <a:lnTo>
                    <a:pt x="431377" y="290407"/>
                  </a:lnTo>
                  <a:lnTo>
                    <a:pt x="431377" y="301413"/>
                  </a:lnTo>
                  <a:lnTo>
                    <a:pt x="445346" y="316654"/>
                  </a:lnTo>
                  <a:lnTo>
                    <a:pt x="442383" y="333587"/>
                  </a:lnTo>
                  <a:lnTo>
                    <a:pt x="441113" y="330623"/>
                  </a:lnTo>
                  <a:lnTo>
                    <a:pt x="435187" y="320887"/>
                  </a:lnTo>
                  <a:lnTo>
                    <a:pt x="421640" y="318346"/>
                  </a:lnTo>
                  <a:lnTo>
                    <a:pt x="422910" y="320887"/>
                  </a:lnTo>
                  <a:lnTo>
                    <a:pt x="419946" y="322157"/>
                  </a:lnTo>
                  <a:lnTo>
                    <a:pt x="411904" y="326390"/>
                  </a:lnTo>
                  <a:lnTo>
                    <a:pt x="397933" y="334857"/>
                  </a:lnTo>
                  <a:lnTo>
                    <a:pt x="399204" y="342054"/>
                  </a:lnTo>
                  <a:lnTo>
                    <a:pt x="392007" y="357293"/>
                  </a:lnTo>
                  <a:lnTo>
                    <a:pt x="392007" y="358563"/>
                  </a:lnTo>
                  <a:lnTo>
                    <a:pt x="396240" y="372533"/>
                  </a:lnTo>
                  <a:lnTo>
                    <a:pt x="376767" y="373804"/>
                  </a:lnTo>
                  <a:lnTo>
                    <a:pt x="371263" y="385233"/>
                  </a:lnTo>
                  <a:lnTo>
                    <a:pt x="375496" y="401743"/>
                  </a:lnTo>
                  <a:lnTo>
                    <a:pt x="374227" y="403437"/>
                  </a:lnTo>
                  <a:lnTo>
                    <a:pt x="379730" y="416983"/>
                  </a:lnTo>
                  <a:lnTo>
                    <a:pt x="387773" y="424180"/>
                  </a:lnTo>
                  <a:lnTo>
                    <a:pt x="389467" y="431377"/>
                  </a:lnTo>
                  <a:lnTo>
                    <a:pt x="382270" y="446617"/>
                  </a:lnTo>
                  <a:lnTo>
                    <a:pt x="381000" y="447887"/>
                  </a:lnTo>
                  <a:lnTo>
                    <a:pt x="375496" y="447887"/>
                  </a:lnTo>
                  <a:lnTo>
                    <a:pt x="359833" y="438150"/>
                  </a:lnTo>
                  <a:lnTo>
                    <a:pt x="346287" y="436880"/>
                  </a:lnTo>
                  <a:lnTo>
                    <a:pt x="340783" y="431377"/>
                  </a:lnTo>
                  <a:lnTo>
                    <a:pt x="333587" y="425450"/>
                  </a:lnTo>
                  <a:lnTo>
                    <a:pt x="319617" y="415713"/>
                  </a:lnTo>
                  <a:lnTo>
                    <a:pt x="305646" y="411480"/>
                  </a:lnTo>
                  <a:lnTo>
                    <a:pt x="291677" y="400473"/>
                  </a:lnTo>
                  <a:lnTo>
                    <a:pt x="290407" y="392007"/>
                  </a:lnTo>
                  <a:lnTo>
                    <a:pt x="275167" y="389467"/>
                  </a:lnTo>
                  <a:lnTo>
                    <a:pt x="266277" y="393277"/>
                  </a:lnTo>
                  <a:lnTo>
                    <a:pt x="265430" y="394970"/>
                  </a:lnTo>
                  <a:lnTo>
                    <a:pt x="254000" y="385233"/>
                  </a:lnTo>
                  <a:lnTo>
                    <a:pt x="255693" y="385233"/>
                  </a:lnTo>
                  <a:lnTo>
                    <a:pt x="267970" y="381000"/>
                  </a:lnTo>
                  <a:lnTo>
                    <a:pt x="265430" y="369570"/>
                  </a:lnTo>
                  <a:lnTo>
                    <a:pt x="263737" y="367030"/>
                  </a:lnTo>
                  <a:lnTo>
                    <a:pt x="262467" y="367030"/>
                  </a:lnTo>
                  <a:lnTo>
                    <a:pt x="255693" y="360257"/>
                  </a:lnTo>
                  <a:lnTo>
                    <a:pt x="241723" y="353060"/>
                  </a:lnTo>
                  <a:lnTo>
                    <a:pt x="234527" y="347557"/>
                  </a:lnTo>
                  <a:lnTo>
                    <a:pt x="219287" y="333587"/>
                  </a:lnTo>
                  <a:lnTo>
                    <a:pt x="216323" y="330623"/>
                  </a:lnTo>
                  <a:lnTo>
                    <a:pt x="212090" y="322157"/>
                  </a:lnTo>
                  <a:lnTo>
                    <a:pt x="209550" y="308187"/>
                  </a:lnTo>
                  <a:lnTo>
                    <a:pt x="209550" y="305646"/>
                  </a:lnTo>
                  <a:lnTo>
                    <a:pt x="210820" y="304377"/>
                  </a:lnTo>
                  <a:lnTo>
                    <a:pt x="195580" y="294640"/>
                  </a:lnTo>
                  <a:lnTo>
                    <a:pt x="182880" y="287443"/>
                  </a:lnTo>
                  <a:lnTo>
                    <a:pt x="173143" y="277707"/>
                  </a:lnTo>
                  <a:lnTo>
                    <a:pt x="162137" y="266700"/>
                  </a:lnTo>
                  <a:lnTo>
                    <a:pt x="146473" y="254000"/>
                  </a:lnTo>
                  <a:lnTo>
                    <a:pt x="138430" y="248497"/>
                  </a:lnTo>
                  <a:lnTo>
                    <a:pt x="131233" y="234527"/>
                  </a:lnTo>
                  <a:lnTo>
                    <a:pt x="118533" y="220557"/>
                  </a:lnTo>
                  <a:lnTo>
                    <a:pt x="114723" y="216323"/>
                  </a:lnTo>
                  <a:lnTo>
                    <a:pt x="100754" y="206587"/>
                  </a:lnTo>
                  <a:lnTo>
                    <a:pt x="86783" y="198120"/>
                  </a:lnTo>
                  <a:lnTo>
                    <a:pt x="77046" y="184150"/>
                  </a:lnTo>
                  <a:lnTo>
                    <a:pt x="69850" y="178647"/>
                  </a:lnTo>
                  <a:lnTo>
                    <a:pt x="65617" y="174413"/>
                  </a:lnTo>
                  <a:lnTo>
                    <a:pt x="65617" y="171450"/>
                  </a:lnTo>
                  <a:lnTo>
                    <a:pt x="65617" y="168910"/>
                  </a:lnTo>
                  <a:lnTo>
                    <a:pt x="65617" y="154940"/>
                  </a:lnTo>
                  <a:lnTo>
                    <a:pt x="64346" y="153670"/>
                  </a:lnTo>
                  <a:lnTo>
                    <a:pt x="57150" y="146473"/>
                  </a:lnTo>
                  <a:lnTo>
                    <a:pt x="55880" y="139700"/>
                  </a:lnTo>
                  <a:lnTo>
                    <a:pt x="53340" y="131233"/>
                  </a:lnTo>
                  <a:lnTo>
                    <a:pt x="44873" y="122767"/>
                  </a:lnTo>
                  <a:lnTo>
                    <a:pt x="35137" y="107527"/>
                  </a:lnTo>
                  <a:lnTo>
                    <a:pt x="30904" y="99060"/>
                  </a:lnTo>
                  <a:lnTo>
                    <a:pt x="26670" y="93557"/>
                  </a:lnTo>
                  <a:lnTo>
                    <a:pt x="23707" y="93557"/>
                  </a:lnTo>
                  <a:lnTo>
                    <a:pt x="14393" y="92287"/>
                  </a:lnTo>
                  <a:lnTo>
                    <a:pt x="0" y="79587"/>
                  </a:lnTo>
                  <a:lnTo>
                    <a:pt x="7196" y="68580"/>
                  </a:lnTo>
                  <a:lnTo>
                    <a:pt x="2963" y="54610"/>
                  </a:lnTo>
                  <a:lnTo>
                    <a:pt x="4233" y="46143"/>
                  </a:lnTo>
                  <a:lnTo>
                    <a:pt x="1693" y="33443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4" name="Freeform 2303">
              <a:extLst>
                <a:ext uri="{FF2B5EF4-FFF2-40B4-BE49-F238E27FC236}">
                  <a16:creationId xmlns:a16="http://schemas.microsoft.com/office/drawing/2014/main" id="{692C86E3-2384-4A4A-85E2-7D33470F6C0E}"/>
                </a:ext>
              </a:extLst>
            </p:cNvPr>
            <p:cNvSpPr/>
            <p:nvPr/>
          </p:nvSpPr>
          <p:spPr>
            <a:xfrm>
              <a:off x="8879839" y="2328333"/>
              <a:ext cx="1185756" cy="779780"/>
            </a:xfrm>
            <a:custGeom>
              <a:avLst/>
              <a:gdLst>
                <a:gd name="connsiteX0" fmla="*/ 0 w 1185756"/>
                <a:gd name="connsiteY0" fmla="*/ 613833 h 779780"/>
                <a:gd name="connsiteX1" fmla="*/ 8467 w 1185756"/>
                <a:gd name="connsiteY1" fmla="*/ 602403 h 779780"/>
                <a:gd name="connsiteX2" fmla="*/ 18204 w 1185756"/>
                <a:gd name="connsiteY2" fmla="*/ 588433 h 779780"/>
                <a:gd name="connsiteX3" fmla="*/ 20743 w 1185756"/>
                <a:gd name="connsiteY3" fmla="*/ 585893 h 779780"/>
                <a:gd name="connsiteX4" fmla="*/ 22437 w 1185756"/>
                <a:gd name="connsiteY4" fmla="*/ 582930 h 779780"/>
                <a:gd name="connsiteX5" fmla="*/ 24977 w 1185756"/>
                <a:gd name="connsiteY5" fmla="*/ 578697 h 779780"/>
                <a:gd name="connsiteX6" fmla="*/ 38947 w 1185756"/>
                <a:gd name="connsiteY6" fmla="*/ 568960 h 779780"/>
                <a:gd name="connsiteX7" fmla="*/ 52917 w 1185756"/>
                <a:gd name="connsiteY7" fmla="*/ 563457 h 779780"/>
                <a:gd name="connsiteX8" fmla="*/ 68580 w 1185756"/>
                <a:gd name="connsiteY8" fmla="*/ 560493 h 779780"/>
                <a:gd name="connsiteX9" fmla="*/ 82127 w 1185756"/>
                <a:gd name="connsiteY9" fmla="*/ 552450 h 779780"/>
                <a:gd name="connsiteX10" fmla="*/ 92287 w 1185756"/>
                <a:gd name="connsiteY10" fmla="*/ 538480 h 779780"/>
                <a:gd name="connsiteX11" fmla="*/ 92287 w 1185756"/>
                <a:gd name="connsiteY11" fmla="*/ 535517 h 779780"/>
                <a:gd name="connsiteX12" fmla="*/ 89323 w 1185756"/>
                <a:gd name="connsiteY12" fmla="*/ 521547 h 779780"/>
                <a:gd name="connsiteX13" fmla="*/ 89323 w 1185756"/>
                <a:gd name="connsiteY13" fmla="*/ 516043 h 779780"/>
                <a:gd name="connsiteX14" fmla="*/ 87630 w 1185756"/>
                <a:gd name="connsiteY14" fmla="*/ 508847 h 779780"/>
                <a:gd name="connsiteX15" fmla="*/ 87630 w 1185756"/>
                <a:gd name="connsiteY15" fmla="*/ 507577 h 779780"/>
                <a:gd name="connsiteX16" fmla="*/ 87630 w 1185756"/>
                <a:gd name="connsiteY16" fmla="*/ 497840 h 779780"/>
                <a:gd name="connsiteX17" fmla="*/ 79587 w 1185756"/>
                <a:gd name="connsiteY17" fmla="*/ 485563 h 779780"/>
                <a:gd name="connsiteX18" fmla="*/ 82127 w 1185756"/>
                <a:gd name="connsiteY18" fmla="*/ 478367 h 779780"/>
                <a:gd name="connsiteX19" fmla="*/ 75354 w 1185756"/>
                <a:gd name="connsiteY19" fmla="*/ 464397 h 779780"/>
                <a:gd name="connsiteX20" fmla="*/ 65617 w 1185756"/>
                <a:gd name="connsiteY20" fmla="*/ 450427 h 779780"/>
                <a:gd name="connsiteX21" fmla="*/ 58420 w 1185756"/>
                <a:gd name="connsiteY21" fmla="*/ 436457 h 779780"/>
                <a:gd name="connsiteX22" fmla="*/ 48683 w 1185756"/>
                <a:gd name="connsiteY22" fmla="*/ 422487 h 779780"/>
                <a:gd name="connsiteX23" fmla="*/ 45720 w 1185756"/>
                <a:gd name="connsiteY23" fmla="*/ 415713 h 779780"/>
                <a:gd name="connsiteX24" fmla="*/ 44450 w 1185756"/>
                <a:gd name="connsiteY24" fmla="*/ 412750 h 779780"/>
                <a:gd name="connsiteX25" fmla="*/ 38947 w 1185756"/>
                <a:gd name="connsiteY25" fmla="*/ 401743 h 779780"/>
                <a:gd name="connsiteX26" fmla="*/ 34714 w 1185756"/>
                <a:gd name="connsiteY26" fmla="*/ 387773 h 779780"/>
                <a:gd name="connsiteX27" fmla="*/ 33443 w 1185756"/>
                <a:gd name="connsiteY27" fmla="*/ 383540 h 779780"/>
                <a:gd name="connsiteX28" fmla="*/ 26247 w 1185756"/>
                <a:gd name="connsiteY28" fmla="*/ 369570 h 779780"/>
                <a:gd name="connsiteX29" fmla="*/ 22437 w 1185756"/>
                <a:gd name="connsiteY29" fmla="*/ 355600 h 779780"/>
                <a:gd name="connsiteX30" fmla="*/ 20743 w 1185756"/>
                <a:gd name="connsiteY30" fmla="*/ 348827 h 779780"/>
                <a:gd name="connsiteX31" fmla="*/ 30480 w 1185756"/>
                <a:gd name="connsiteY31" fmla="*/ 350097 h 779780"/>
                <a:gd name="connsiteX32" fmla="*/ 44450 w 1185756"/>
                <a:gd name="connsiteY32" fmla="*/ 353060 h 779780"/>
                <a:gd name="connsiteX33" fmla="*/ 58420 w 1185756"/>
                <a:gd name="connsiteY33" fmla="*/ 350097 h 779780"/>
                <a:gd name="connsiteX34" fmla="*/ 64347 w 1185756"/>
                <a:gd name="connsiteY34" fmla="*/ 351367 h 779780"/>
                <a:gd name="connsiteX35" fmla="*/ 77893 w 1185756"/>
                <a:gd name="connsiteY35" fmla="*/ 348827 h 779780"/>
                <a:gd name="connsiteX36" fmla="*/ 92287 w 1185756"/>
                <a:gd name="connsiteY36" fmla="*/ 350097 h 779780"/>
                <a:gd name="connsiteX37" fmla="*/ 94827 w 1185756"/>
                <a:gd name="connsiteY37" fmla="*/ 348827 h 779780"/>
                <a:gd name="connsiteX38" fmla="*/ 97790 w 1185756"/>
                <a:gd name="connsiteY38" fmla="*/ 347133 h 779780"/>
                <a:gd name="connsiteX39" fmla="*/ 111337 w 1185756"/>
                <a:gd name="connsiteY39" fmla="*/ 347133 h 779780"/>
                <a:gd name="connsiteX40" fmla="*/ 122767 w 1185756"/>
                <a:gd name="connsiteY40" fmla="*/ 355600 h 779780"/>
                <a:gd name="connsiteX41" fmla="*/ 136737 w 1185756"/>
                <a:gd name="connsiteY41" fmla="*/ 354330 h 779780"/>
                <a:gd name="connsiteX42" fmla="*/ 151977 w 1185756"/>
                <a:gd name="connsiteY42" fmla="*/ 345863 h 779780"/>
                <a:gd name="connsiteX43" fmla="*/ 160443 w 1185756"/>
                <a:gd name="connsiteY43" fmla="*/ 341630 h 779780"/>
                <a:gd name="connsiteX44" fmla="*/ 174414 w 1185756"/>
                <a:gd name="connsiteY44" fmla="*/ 344593 h 779780"/>
                <a:gd name="connsiteX45" fmla="*/ 184150 w 1185756"/>
                <a:gd name="connsiteY45" fmla="*/ 330623 h 779780"/>
                <a:gd name="connsiteX46" fmla="*/ 189654 w 1185756"/>
                <a:gd name="connsiteY46" fmla="*/ 316653 h 779780"/>
                <a:gd name="connsiteX47" fmla="*/ 204893 w 1185756"/>
                <a:gd name="connsiteY47" fmla="*/ 316653 h 779780"/>
                <a:gd name="connsiteX48" fmla="*/ 209127 w 1185756"/>
                <a:gd name="connsiteY48" fmla="*/ 319193 h 779780"/>
                <a:gd name="connsiteX49" fmla="*/ 223097 w 1185756"/>
                <a:gd name="connsiteY49" fmla="*/ 312420 h 779780"/>
                <a:gd name="connsiteX50" fmla="*/ 228600 w 1185756"/>
                <a:gd name="connsiteY50" fmla="*/ 303953 h 779780"/>
                <a:gd name="connsiteX51" fmla="*/ 231564 w 1185756"/>
                <a:gd name="connsiteY51" fmla="*/ 297180 h 779780"/>
                <a:gd name="connsiteX52" fmla="*/ 246804 w 1185756"/>
                <a:gd name="connsiteY52" fmla="*/ 299720 h 779780"/>
                <a:gd name="connsiteX53" fmla="*/ 249767 w 1185756"/>
                <a:gd name="connsiteY53" fmla="*/ 298450 h 779780"/>
                <a:gd name="connsiteX54" fmla="*/ 259504 w 1185756"/>
                <a:gd name="connsiteY54" fmla="*/ 291253 h 779780"/>
                <a:gd name="connsiteX55" fmla="*/ 273473 w 1185756"/>
                <a:gd name="connsiteY55" fmla="*/ 302683 h 779780"/>
                <a:gd name="connsiteX56" fmla="*/ 272204 w 1185756"/>
                <a:gd name="connsiteY56" fmla="*/ 316653 h 779780"/>
                <a:gd name="connsiteX57" fmla="*/ 287443 w 1185756"/>
                <a:gd name="connsiteY57" fmla="*/ 317923 h 779780"/>
                <a:gd name="connsiteX58" fmla="*/ 300990 w 1185756"/>
                <a:gd name="connsiteY58" fmla="*/ 308187 h 779780"/>
                <a:gd name="connsiteX59" fmla="*/ 298450 w 1185756"/>
                <a:gd name="connsiteY59" fmla="*/ 294217 h 779780"/>
                <a:gd name="connsiteX60" fmla="*/ 283210 w 1185756"/>
                <a:gd name="connsiteY60" fmla="*/ 288713 h 779780"/>
                <a:gd name="connsiteX61" fmla="*/ 269240 w 1185756"/>
                <a:gd name="connsiteY61" fmla="*/ 283210 h 779780"/>
                <a:gd name="connsiteX62" fmla="*/ 278977 w 1185756"/>
                <a:gd name="connsiteY62" fmla="*/ 269240 h 779780"/>
                <a:gd name="connsiteX63" fmla="*/ 281940 w 1185756"/>
                <a:gd name="connsiteY63" fmla="*/ 255270 h 779780"/>
                <a:gd name="connsiteX64" fmla="*/ 292947 w 1185756"/>
                <a:gd name="connsiteY64" fmla="*/ 245533 h 779780"/>
                <a:gd name="connsiteX65" fmla="*/ 289983 w 1185756"/>
                <a:gd name="connsiteY65" fmla="*/ 239607 h 779780"/>
                <a:gd name="connsiteX66" fmla="*/ 288714 w 1185756"/>
                <a:gd name="connsiteY66" fmla="*/ 226060 h 779780"/>
                <a:gd name="connsiteX67" fmla="*/ 286173 w 1185756"/>
                <a:gd name="connsiteY67" fmla="*/ 217593 h 779780"/>
                <a:gd name="connsiteX68" fmla="*/ 291254 w 1185756"/>
                <a:gd name="connsiteY68" fmla="*/ 203623 h 779780"/>
                <a:gd name="connsiteX69" fmla="*/ 292947 w 1185756"/>
                <a:gd name="connsiteY69" fmla="*/ 199390 h 779780"/>
                <a:gd name="connsiteX70" fmla="*/ 306917 w 1185756"/>
                <a:gd name="connsiteY70" fmla="*/ 188383 h 779780"/>
                <a:gd name="connsiteX71" fmla="*/ 320887 w 1185756"/>
                <a:gd name="connsiteY71" fmla="*/ 188383 h 779780"/>
                <a:gd name="connsiteX72" fmla="*/ 334857 w 1185756"/>
                <a:gd name="connsiteY72" fmla="*/ 184150 h 779780"/>
                <a:gd name="connsiteX73" fmla="*/ 337397 w 1185756"/>
                <a:gd name="connsiteY73" fmla="*/ 181187 h 779780"/>
                <a:gd name="connsiteX74" fmla="*/ 344593 w 1185756"/>
                <a:gd name="connsiteY74" fmla="*/ 167217 h 779780"/>
                <a:gd name="connsiteX75" fmla="*/ 344593 w 1185756"/>
                <a:gd name="connsiteY75" fmla="*/ 160443 h 779780"/>
                <a:gd name="connsiteX76" fmla="*/ 359833 w 1185756"/>
                <a:gd name="connsiteY76" fmla="*/ 157480 h 779780"/>
                <a:gd name="connsiteX77" fmla="*/ 373804 w 1185756"/>
                <a:gd name="connsiteY77" fmla="*/ 156210 h 779780"/>
                <a:gd name="connsiteX78" fmla="*/ 381000 w 1185756"/>
                <a:gd name="connsiteY78" fmla="*/ 158750 h 779780"/>
                <a:gd name="connsiteX79" fmla="*/ 390737 w 1185756"/>
                <a:gd name="connsiteY79" fmla="*/ 160443 h 779780"/>
                <a:gd name="connsiteX80" fmla="*/ 392007 w 1185756"/>
                <a:gd name="connsiteY80" fmla="*/ 157480 h 779780"/>
                <a:gd name="connsiteX81" fmla="*/ 394970 w 1185756"/>
                <a:gd name="connsiteY81" fmla="*/ 145203 h 779780"/>
                <a:gd name="connsiteX82" fmla="*/ 408517 w 1185756"/>
                <a:gd name="connsiteY82" fmla="*/ 133773 h 779780"/>
                <a:gd name="connsiteX83" fmla="*/ 394970 w 1185756"/>
                <a:gd name="connsiteY83" fmla="*/ 131233 h 779780"/>
                <a:gd name="connsiteX84" fmla="*/ 381000 w 1185756"/>
                <a:gd name="connsiteY84" fmla="*/ 131233 h 779780"/>
                <a:gd name="connsiteX85" fmla="*/ 367030 w 1185756"/>
                <a:gd name="connsiteY85" fmla="*/ 124037 h 779780"/>
                <a:gd name="connsiteX86" fmla="*/ 372533 w 1185756"/>
                <a:gd name="connsiteY86" fmla="*/ 110067 h 779780"/>
                <a:gd name="connsiteX87" fmla="*/ 375073 w 1185756"/>
                <a:gd name="connsiteY87" fmla="*/ 96097 h 779780"/>
                <a:gd name="connsiteX88" fmla="*/ 381000 w 1185756"/>
                <a:gd name="connsiteY88" fmla="*/ 90593 h 779780"/>
                <a:gd name="connsiteX89" fmla="*/ 381000 w 1185756"/>
                <a:gd name="connsiteY89" fmla="*/ 76623 h 779780"/>
                <a:gd name="connsiteX90" fmla="*/ 379307 w 1185756"/>
                <a:gd name="connsiteY90" fmla="*/ 73660 h 779780"/>
                <a:gd name="connsiteX91" fmla="*/ 387773 w 1185756"/>
                <a:gd name="connsiteY91" fmla="*/ 69427 h 779780"/>
                <a:gd name="connsiteX92" fmla="*/ 394970 w 1185756"/>
                <a:gd name="connsiteY92" fmla="*/ 72390 h 779780"/>
                <a:gd name="connsiteX93" fmla="*/ 396240 w 1185756"/>
                <a:gd name="connsiteY93" fmla="*/ 72390 h 779780"/>
                <a:gd name="connsiteX94" fmla="*/ 411480 w 1185756"/>
                <a:gd name="connsiteY94" fmla="*/ 62653 h 779780"/>
                <a:gd name="connsiteX95" fmla="*/ 424180 w 1185756"/>
                <a:gd name="connsiteY95" fmla="*/ 48683 h 779780"/>
                <a:gd name="connsiteX96" fmla="*/ 438150 w 1185756"/>
                <a:gd name="connsiteY96" fmla="*/ 47413 h 779780"/>
                <a:gd name="connsiteX97" fmla="*/ 453390 w 1185756"/>
                <a:gd name="connsiteY97" fmla="*/ 51647 h 779780"/>
                <a:gd name="connsiteX98" fmla="*/ 467360 w 1185756"/>
                <a:gd name="connsiteY98" fmla="*/ 49953 h 779780"/>
                <a:gd name="connsiteX99" fmla="*/ 468630 w 1185756"/>
                <a:gd name="connsiteY99" fmla="*/ 51647 h 779780"/>
                <a:gd name="connsiteX100" fmla="*/ 482600 w 1185756"/>
                <a:gd name="connsiteY100" fmla="*/ 55880 h 779780"/>
                <a:gd name="connsiteX101" fmla="*/ 496570 w 1185756"/>
                <a:gd name="connsiteY101" fmla="*/ 55880 h 779780"/>
                <a:gd name="connsiteX102" fmla="*/ 497840 w 1185756"/>
                <a:gd name="connsiteY102" fmla="*/ 55880 h 779780"/>
                <a:gd name="connsiteX103" fmla="*/ 500804 w 1185756"/>
                <a:gd name="connsiteY103" fmla="*/ 51647 h 779780"/>
                <a:gd name="connsiteX104" fmla="*/ 500804 w 1185756"/>
                <a:gd name="connsiteY104" fmla="*/ 47413 h 779780"/>
                <a:gd name="connsiteX105" fmla="*/ 505037 w 1185756"/>
                <a:gd name="connsiteY105" fmla="*/ 33443 h 779780"/>
                <a:gd name="connsiteX106" fmla="*/ 519007 w 1185756"/>
                <a:gd name="connsiteY106" fmla="*/ 18203 h 779780"/>
                <a:gd name="connsiteX107" fmla="*/ 532977 w 1185756"/>
                <a:gd name="connsiteY107" fmla="*/ 5503 h 779780"/>
                <a:gd name="connsiteX108" fmla="*/ 546947 w 1185756"/>
                <a:gd name="connsiteY108" fmla="*/ 1270 h 779780"/>
                <a:gd name="connsiteX109" fmla="*/ 560917 w 1185756"/>
                <a:gd name="connsiteY109" fmla="*/ 0 h 779780"/>
                <a:gd name="connsiteX110" fmla="*/ 566420 w 1185756"/>
                <a:gd name="connsiteY110" fmla="*/ 2540 h 779780"/>
                <a:gd name="connsiteX111" fmla="*/ 580390 w 1185756"/>
                <a:gd name="connsiteY111" fmla="*/ 15240 h 779780"/>
                <a:gd name="connsiteX112" fmla="*/ 585893 w 1185756"/>
                <a:gd name="connsiteY112" fmla="*/ 13970 h 779780"/>
                <a:gd name="connsiteX113" fmla="*/ 593090 w 1185756"/>
                <a:gd name="connsiteY113" fmla="*/ 8467 h 779780"/>
                <a:gd name="connsiteX114" fmla="*/ 608330 w 1185756"/>
                <a:gd name="connsiteY114" fmla="*/ 6773 h 779780"/>
                <a:gd name="connsiteX115" fmla="*/ 622300 w 1185756"/>
                <a:gd name="connsiteY115" fmla="*/ 9737 h 779780"/>
                <a:gd name="connsiteX116" fmla="*/ 622300 w 1185756"/>
                <a:gd name="connsiteY116" fmla="*/ 11007 h 779780"/>
                <a:gd name="connsiteX117" fmla="*/ 630343 w 1185756"/>
                <a:gd name="connsiteY117" fmla="*/ 24977 h 779780"/>
                <a:gd name="connsiteX118" fmla="*/ 633307 w 1185756"/>
                <a:gd name="connsiteY118" fmla="*/ 29210 h 779780"/>
                <a:gd name="connsiteX119" fmla="*/ 636270 w 1185756"/>
                <a:gd name="connsiteY119" fmla="*/ 30480 h 779780"/>
                <a:gd name="connsiteX120" fmla="*/ 650240 w 1185756"/>
                <a:gd name="connsiteY120" fmla="*/ 26247 h 779780"/>
                <a:gd name="connsiteX121" fmla="*/ 663787 w 1185756"/>
                <a:gd name="connsiteY121" fmla="*/ 20743 h 779780"/>
                <a:gd name="connsiteX122" fmla="*/ 677757 w 1185756"/>
                <a:gd name="connsiteY122" fmla="*/ 18203 h 779780"/>
                <a:gd name="connsiteX123" fmla="*/ 693420 w 1185756"/>
                <a:gd name="connsiteY123" fmla="*/ 23707 h 779780"/>
                <a:gd name="connsiteX124" fmla="*/ 706967 w 1185756"/>
                <a:gd name="connsiteY124" fmla="*/ 26247 h 779780"/>
                <a:gd name="connsiteX125" fmla="*/ 721360 w 1185756"/>
                <a:gd name="connsiteY125" fmla="*/ 31750 h 779780"/>
                <a:gd name="connsiteX126" fmla="*/ 717127 w 1185756"/>
                <a:gd name="connsiteY126" fmla="*/ 47413 h 779780"/>
                <a:gd name="connsiteX127" fmla="*/ 718397 w 1185756"/>
                <a:gd name="connsiteY127" fmla="*/ 61383 h 779780"/>
                <a:gd name="connsiteX128" fmla="*/ 729827 w 1185756"/>
                <a:gd name="connsiteY128" fmla="*/ 69427 h 779780"/>
                <a:gd name="connsiteX129" fmla="*/ 743373 w 1185756"/>
                <a:gd name="connsiteY129" fmla="*/ 63923 h 779780"/>
                <a:gd name="connsiteX130" fmla="*/ 757343 w 1185756"/>
                <a:gd name="connsiteY130" fmla="*/ 57150 h 779780"/>
                <a:gd name="connsiteX131" fmla="*/ 771314 w 1185756"/>
                <a:gd name="connsiteY131" fmla="*/ 58420 h 779780"/>
                <a:gd name="connsiteX132" fmla="*/ 785283 w 1185756"/>
                <a:gd name="connsiteY132" fmla="*/ 45720 h 779780"/>
                <a:gd name="connsiteX133" fmla="*/ 786977 w 1185756"/>
                <a:gd name="connsiteY133" fmla="*/ 45720 h 779780"/>
                <a:gd name="connsiteX134" fmla="*/ 788247 w 1185756"/>
                <a:gd name="connsiteY134" fmla="*/ 45720 h 779780"/>
                <a:gd name="connsiteX135" fmla="*/ 792480 w 1185756"/>
                <a:gd name="connsiteY135" fmla="*/ 45720 h 779780"/>
                <a:gd name="connsiteX136" fmla="*/ 801793 w 1185756"/>
                <a:gd name="connsiteY136" fmla="*/ 47413 h 779780"/>
                <a:gd name="connsiteX137" fmla="*/ 816187 w 1185756"/>
                <a:gd name="connsiteY137" fmla="*/ 47413 h 779780"/>
                <a:gd name="connsiteX138" fmla="*/ 824230 w 1185756"/>
                <a:gd name="connsiteY138" fmla="*/ 47413 h 779780"/>
                <a:gd name="connsiteX139" fmla="*/ 835660 w 1185756"/>
                <a:gd name="connsiteY139" fmla="*/ 49953 h 779780"/>
                <a:gd name="connsiteX140" fmla="*/ 839893 w 1185756"/>
                <a:gd name="connsiteY140" fmla="*/ 51647 h 779780"/>
                <a:gd name="connsiteX141" fmla="*/ 853864 w 1185756"/>
                <a:gd name="connsiteY141" fmla="*/ 55880 h 779780"/>
                <a:gd name="connsiteX142" fmla="*/ 857673 w 1185756"/>
                <a:gd name="connsiteY142" fmla="*/ 61383 h 779780"/>
                <a:gd name="connsiteX143" fmla="*/ 872067 w 1185756"/>
                <a:gd name="connsiteY143" fmla="*/ 73660 h 779780"/>
                <a:gd name="connsiteX144" fmla="*/ 886037 w 1185756"/>
                <a:gd name="connsiteY144" fmla="*/ 80857 h 779780"/>
                <a:gd name="connsiteX145" fmla="*/ 901277 w 1185756"/>
                <a:gd name="connsiteY145" fmla="*/ 83397 h 779780"/>
                <a:gd name="connsiteX146" fmla="*/ 911014 w 1185756"/>
                <a:gd name="connsiteY146" fmla="*/ 85090 h 779780"/>
                <a:gd name="connsiteX147" fmla="*/ 912283 w 1185756"/>
                <a:gd name="connsiteY147" fmla="*/ 100330 h 779780"/>
                <a:gd name="connsiteX148" fmla="*/ 911014 w 1185756"/>
                <a:gd name="connsiteY148" fmla="*/ 105833 h 779780"/>
                <a:gd name="connsiteX149" fmla="*/ 912283 w 1185756"/>
                <a:gd name="connsiteY149" fmla="*/ 110067 h 779780"/>
                <a:gd name="connsiteX150" fmla="*/ 908050 w 1185756"/>
                <a:gd name="connsiteY150" fmla="*/ 124037 h 779780"/>
                <a:gd name="connsiteX151" fmla="*/ 909320 w 1185756"/>
                <a:gd name="connsiteY151" fmla="*/ 138007 h 779780"/>
                <a:gd name="connsiteX152" fmla="*/ 923714 w 1185756"/>
                <a:gd name="connsiteY152" fmla="*/ 151977 h 779780"/>
                <a:gd name="connsiteX153" fmla="*/ 930487 w 1185756"/>
                <a:gd name="connsiteY153" fmla="*/ 165947 h 779780"/>
                <a:gd name="connsiteX154" fmla="*/ 926254 w 1185756"/>
                <a:gd name="connsiteY154" fmla="*/ 179917 h 779780"/>
                <a:gd name="connsiteX155" fmla="*/ 926254 w 1185756"/>
                <a:gd name="connsiteY155" fmla="*/ 181187 h 779780"/>
                <a:gd name="connsiteX156" fmla="*/ 927523 w 1185756"/>
                <a:gd name="connsiteY156" fmla="*/ 181187 h 779780"/>
                <a:gd name="connsiteX157" fmla="*/ 927523 w 1185756"/>
                <a:gd name="connsiteY157" fmla="*/ 184150 h 779780"/>
                <a:gd name="connsiteX158" fmla="*/ 913554 w 1185756"/>
                <a:gd name="connsiteY158" fmla="*/ 189653 h 779780"/>
                <a:gd name="connsiteX159" fmla="*/ 912283 w 1185756"/>
                <a:gd name="connsiteY159" fmla="*/ 203623 h 779780"/>
                <a:gd name="connsiteX160" fmla="*/ 923714 w 1185756"/>
                <a:gd name="connsiteY160" fmla="*/ 217593 h 779780"/>
                <a:gd name="connsiteX161" fmla="*/ 937260 w 1185756"/>
                <a:gd name="connsiteY161" fmla="*/ 224367 h 779780"/>
                <a:gd name="connsiteX162" fmla="*/ 941493 w 1185756"/>
                <a:gd name="connsiteY162" fmla="*/ 228600 h 779780"/>
                <a:gd name="connsiteX163" fmla="*/ 941493 w 1185756"/>
                <a:gd name="connsiteY163" fmla="*/ 231563 h 779780"/>
                <a:gd name="connsiteX164" fmla="*/ 941493 w 1185756"/>
                <a:gd name="connsiteY164" fmla="*/ 232833 h 779780"/>
                <a:gd name="connsiteX165" fmla="*/ 955464 w 1185756"/>
                <a:gd name="connsiteY165" fmla="*/ 237067 h 779780"/>
                <a:gd name="connsiteX166" fmla="*/ 957157 w 1185756"/>
                <a:gd name="connsiteY166" fmla="*/ 251037 h 779780"/>
                <a:gd name="connsiteX167" fmla="*/ 969433 w 1185756"/>
                <a:gd name="connsiteY167" fmla="*/ 265007 h 779780"/>
                <a:gd name="connsiteX168" fmla="*/ 969433 w 1185756"/>
                <a:gd name="connsiteY168" fmla="*/ 266277 h 779780"/>
                <a:gd name="connsiteX169" fmla="*/ 979170 w 1185756"/>
                <a:gd name="connsiteY169" fmla="*/ 277707 h 779780"/>
                <a:gd name="connsiteX170" fmla="*/ 985943 w 1185756"/>
                <a:gd name="connsiteY170" fmla="*/ 291253 h 779780"/>
                <a:gd name="connsiteX171" fmla="*/ 1000337 w 1185756"/>
                <a:gd name="connsiteY171" fmla="*/ 305223 h 779780"/>
                <a:gd name="connsiteX172" fmla="*/ 1015577 w 1185756"/>
                <a:gd name="connsiteY172" fmla="*/ 314960 h 779780"/>
                <a:gd name="connsiteX173" fmla="*/ 1029547 w 1185756"/>
                <a:gd name="connsiteY173" fmla="*/ 317923 h 779780"/>
                <a:gd name="connsiteX174" fmla="*/ 1043517 w 1185756"/>
                <a:gd name="connsiteY174" fmla="*/ 322157 h 779780"/>
                <a:gd name="connsiteX175" fmla="*/ 1049020 w 1185756"/>
                <a:gd name="connsiteY175" fmla="*/ 326390 h 779780"/>
                <a:gd name="connsiteX176" fmla="*/ 1062990 w 1185756"/>
                <a:gd name="connsiteY176" fmla="*/ 338667 h 779780"/>
                <a:gd name="connsiteX177" fmla="*/ 1062990 w 1185756"/>
                <a:gd name="connsiteY177" fmla="*/ 340360 h 779780"/>
                <a:gd name="connsiteX178" fmla="*/ 1061720 w 1185756"/>
                <a:gd name="connsiteY178" fmla="*/ 341630 h 779780"/>
                <a:gd name="connsiteX179" fmla="*/ 1060027 w 1185756"/>
                <a:gd name="connsiteY179" fmla="*/ 355600 h 779780"/>
                <a:gd name="connsiteX180" fmla="*/ 1054523 w 1185756"/>
                <a:gd name="connsiteY180" fmla="*/ 369570 h 779780"/>
                <a:gd name="connsiteX181" fmla="*/ 1054523 w 1185756"/>
                <a:gd name="connsiteY181" fmla="*/ 370840 h 779780"/>
                <a:gd name="connsiteX182" fmla="*/ 1068493 w 1185756"/>
                <a:gd name="connsiteY182" fmla="*/ 375073 h 779780"/>
                <a:gd name="connsiteX183" fmla="*/ 1082464 w 1185756"/>
                <a:gd name="connsiteY183" fmla="*/ 370840 h 779780"/>
                <a:gd name="connsiteX184" fmla="*/ 1096433 w 1185756"/>
                <a:gd name="connsiteY184" fmla="*/ 368300 h 779780"/>
                <a:gd name="connsiteX185" fmla="*/ 1110404 w 1185756"/>
                <a:gd name="connsiteY185" fmla="*/ 375073 h 779780"/>
                <a:gd name="connsiteX186" fmla="*/ 1115907 w 1185756"/>
                <a:gd name="connsiteY186" fmla="*/ 375073 h 779780"/>
                <a:gd name="connsiteX187" fmla="*/ 1127337 w 1185756"/>
                <a:gd name="connsiteY187" fmla="*/ 378037 h 779780"/>
                <a:gd name="connsiteX188" fmla="*/ 1142577 w 1185756"/>
                <a:gd name="connsiteY188" fmla="*/ 383540 h 779780"/>
                <a:gd name="connsiteX189" fmla="*/ 1139614 w 1185756"/>
                <a:gd name="connsiteY189" fmla="*/ 397510 h 779780"/>
                <a:gd name="connsiteX190" fmla="*/ 1150620 w 1185756"/>
                <a:gd name="connsiteY190" fmla="*/ 411480 h 779780"/>
                <a:gd name="connsiteX191" fmla="*/ 1157817 w 1185756"/>
                <a:gd name="connsiteY191" fmla="*/ 414020 h 779780"/>
                <a:gd name="connsiteX192" fmla="*/ 1173057 w 1185756"/>
                <a:gd name="connsiteY192" fmla="*/ 419947 h 779780"/>
                <a:gd name="connsiteX193" fmla="*/ 1184487 w 1185756"/>
                <a:gd name="connsiteY193" fmla="*/ 429683 h 779780"/>
                <a:gd name="connsiteX194" fmla="*/ 1185757 w 1185756"/>
                <a:gd name="connsiteY194" fmla="*/ 443653 h 779780"/>
                <a:gd name="connsiteX195" fmla="*/ 1173057 w 1185756"/>
                <a:gd name="connsiteY195" fmla="*/ 446193 h 779780"/>
                <a:gd name="connsiteX196" fmla="*/ 1159510 w 1185756"/>
                <a:gd name="connsiteY196" fmla="*/ 450427 h 779780"/>
                <a:gd name="connsiteX197" fmla="*/ 1153583 w 1185756"/>
                <a:gd name="connsiteY197" fmla="*/ 464397 h 779780"/>
                <a:gd name="connsiteX198" fmla="*/ 1139614 w 1185756"/>
                <a:gd name="connsiteY198" fmla="*/ 474133 h 779780"/>
                <a:gd name="connsiteX199" fmla="*/ 1138343 w 1185756"/>
                <a:gd name="connsiteY199" fmla="*/ 477097 h 779780"/>
                <a:gd name="connsiteX200" fmla="*/ 1124373 w 1185756"/>
                <a:gd name="connsiteY200" fmla="*/ 481330 h 779780"/>
                <a:gd name="connsiteX201" fmla="*/ 1109133 w 1185756"/>
                <a:gd name="connsiteY201" fmla="*/ 485563 h 779780"/>
                <a:gd name="connsiteX202" fmla="*/ 1095164 w 1185756"/>
                <a:gd name="connsiteY202" fmla="*/ 483870 h 779780"/>
                <a:gd name="connsiteX203" fmla="*/ 1081193 w 1185756"/>
                <a:gd name="connsiteY203" fmla="*/ 479637 h 779780"/>
                <a:gd name="connsiteX204" fmla="*/ 1065530 w 1185756"/>
                <a:gd name="connsiteY204" fmla="*/ 467360 h 779780"/>
                <a:gd name="connsiteX205" fmla="*/ 1051983 w 1185756"/>
                <a:gd name="connsiteY205" fmla="*/ 464397 h 779780"/>
                <a:gd name="connsiteX206" fmla="*/ 1038014 w 1185756"/>
                <a:gd name="connsiteY206" fmla="*/ 467360 h 779780"/>
                <a:gd name="connsiteX207" fmla="*/ 1022350 w 1185756"/>
                <a:gd name="connsiteY207" fmla="*/ 467360 h 779780"/>
                <a:gd name="connsiteX208" fmla="*/ 1019810 w 1185756"/>
                <a:gd name="connsiteY208" fmla="*/ 479637 h 779780"/>
                <a:gd name="connsiteX209" fmla="*/ 1011343 w 1185756"/>
                <a:gd name="connsiteY209" fmla="*/ 493607 h 779780"/>
                <a:gd name="connsiteX210" fmla="*/ 1024043 w 1185756"/>
                <a:gd name="connsiteY210" fmla="*/ 507577 h 779780"/>
                <a:gd name="connsiteX211" fmla="*/ 1038014 w 1185756"/>
                <a:gd name="connsiteY211" fmla="*/ 521547 h 779780"/>
                <a:gd name="connsiteX212" fmla="*/ 1053254 w 1185756"/>
                <a:gd name="connsiteY212" fmla="*/ 530013 h 779780"/>
                <a:gd name="connsiteX213" fmla="*/ 1054523 w 1185756"/>
                <a:gd name="connsiteY213" fmla="*/ 545253 h 779780"/>
                <a:gd name="connsiteX214" fmla="*/ 1054523 w 1185756"/>
                <a:gd name="connsiteY214" fmla="*/ 559223 h 779780"/>
                <a:gd name="connsiteX215" fmla="*/ 1060027 w 1185756"/>
                <a:gd name="connsiteY215" fmla="*/ 573193 h 779780"/>
                <a:gd name="connsiteX216" fmla="*/ 1062990 w 1185756"/>
                <a:gd name="connsiteY216" fmla="*/ 582930 h 779780"/>
                <a:gd name="connsiteX217" fmla="*/ 1062990 w 1185756"/>
                <a:gd name="connsiteY217" fmla="*/ 587163 h 779780"/>
                <a:gd name="connsiteX218" fmla="*/ 1068493 w 1185756"/>
                <a:gd name="connsiteY218" fmla="*/ 601133 h 779780"/>
                <a:gd name="connsiteX219" fmla="*/ 1071033 w 1185756"/>
                <a:gd name="connsiteY219" fmla="*/ 615103 h 779780"/>
                <a:gd name="connsiteX220" fmla="*/ 1083733 w 1185756"/>
                <a:gd name="connsiteY220" fmla="*/ 629073 h 779780"/>
                <a:gd name="connsiteX221" fmla="*/ 1093893 w 1185756"/>
                <a:gd name="connsiteY221" fmla="*/ 643043 h 779780"/>
                <a:gd name="connsiteX222" fmla="*/ 1079500 w 1185756"/>
                <a:gd name="connsiteY222" fmla="*/ 643043 h 779780"/>
                <a:gd name="connsiteX223" fmla="*/ 1065530 w 1185756"/>
                <a:gd name="connsiteY223" fmla="*/ 641773 h 779780"/>
                <a:gd name="connsiteX224" fmla="*/ 1050290 w 1185756"/>
                <a:gd name="connsiteY224" fmla="*/ 640080 h 779780"/>
                <a:gd name="connsiteX225" fmla="*/ 1040554 w 1185756"/>
                <a:gd name="connsiteY225" fmla="*/ 640080 h 779780"/>
                <a:gd name="connsiteX226" fmla="*/ 1026583 w 1185756"/>
                <a:gd name="connsiteY226" fmla="*/ 652780 h 779780"/>
                <a:gd name="connsiteX227" fmla="*/ 1012614 w 1185756"/>
                <a:gd name="connsiteY227" fmla="*/ 645583 h 779780"/>
                <a:gd name="connsiteX228" fmla="*/ 1005840 w 1185756"/>
                <a:gd name="connsiteY228" fmla="*/ 645583 h 779780"/>
                <a:gd name="connsiteX229" fmla="*/ 991870 w 1185756"/>
                <a:gd name="connsiteY229" fmla="*/ 645583 h 779780"/>
                <a:gd name="connsiteX230" fmla="*/ 987637 w 1185756"/>
                <a:gd name="connsiteY230" fmla="*/ 647277 h 779780"/>
                <a:gd name="connsiteX231" fmla="*/ 985943 w 1185756"/>
                <a:gd name="connsiteY231" fmla="*/ 655743 h 779780"/>
                <a:gd name="connsiteX232" fmla="*/ 985943 w 1185756"/>
                <a:gd name="connsiteY232" fmla="*/ 658283 h 779780"/>
                <a:gd name="connsiteX233" fmla="*/ 972397 w 1185756"/>
                <a:gd name="connsiteY233" fmla="*/ 668020 h 779780"/>
                <a:gd name="connsiteX234" fmla="*/ 972397 w 1185756"/>
                <a:gd name="connsiteY234" fmla="*/ 670983 h 779780"/>
                <a:gd name="connsiteX235" fmla="*/ 960967 w 1185756"/>
                <a:gd name="connsiteY235" fmla="*/ 683260 h 779780"/>
                <a:gd name="connsiteX236" fmla="*/ 952500 w 1185756"/>
                <a:gd name="connsiteY236" fmla="*/ 697230 h 779780"/>
                <a:gd name="connsiteX237" fmla="*/ 948690 w 1185756"/>
                <a:gd name="connsiteY237" fmla="*/ 711200 h 779780"/>
                <a:gd name="connsiteX238" fmla="*/ 943187 w 1185756"/>
                <a:gd name="connsiteY238" fmla="*/ 725170 h 779780"/>
                <a:gd name="connsiteX239" fmla="*/ 954193 w 1185756"/>
                <a:gd name="connsiteY239" fmla="*/ 740833 h 779780"/>
                <a:gd name="connsiteX240" fmla="*/ 955464 w 1185756"/>
                <a:gd name="connsiteY240" fmla="*/ 744643 h 779780"/>
                <a:gd name="connsiteX241" fmla="*/ 960967 w 1185756"/>
                <a:gd name="connsiteY241" fmla="*/ 758613 h 779780"/>
                <a:gd name="connsiteX242" fmla="*/ 963930 w 1185756"/>
                <a:gd name="connsiteY242" fmla="*/ 767080 h 779780"/>
                <a:gd name="connsiteX243" fmla="*/ 955464 w 1185756"/>
                <a:gd name="connsiteY243" fmla="*/ 776817 h 779780"/>
                <a:gd name="connsiteX244" fmla="*/ 954193 w 1185756"/>
                <a:gd name="connsiteY244" fmla="*/ 779780 h 779780"/>
                <a:gd name="connsiteX245" fmla="*/ 945727 w 1185756"/>
                <a:gd name="connsiteY245" fmla="*/ 778087 h 779780"/>
                <a:gd name="connsiteX246" fmla="*/ 931757 w 1185756"/>
                <a:gd name="connsiteY246" fmla="*/ 771313 h 779780"/>
                <a:gd name="connsiteX247" fmla="*/ 926254 w 1185756"/>
                <a:gd name="connsiteY247" fmla="*/ 762847 h 779780"/>
                <a:gd name="connsiteX248" fmla="*/ 912283 w 1185756"/>
                <a:gd name="connsiteY248" fmla="*/ 748877 h 779780"/>
                <a:gd name="connsiteX249" fmla="*/ 911014 w 1185756"/>
                <a:gd name="connsiteY249" fmla="*/ 746337 h 779780"/>
                <a:gd name="connsiteX250" fmla="*/ 908050 w 1185756"/>
                <a:gd name="connsiteY250" fmla="*/ 743373 h 779780"/>
                <a:gd name="connsiteX251" fmla="*/ 894080 w 1185756"/>
                <a:gd name="connsiteY251" fmla="*/ 742103 h 779780"/>
                <a:gd name="connsiteX252" fmla="*/ 878840 w 1185756"/>
                <a:gd name="connsiteY252" fmla="*/ 742103 h 779780"/>
                <a:gd name="connsiteX253" fmla="*/ 873337 w 1185756"/>
                <a:gd name="connsiteY253" fmla="*/ 746337 h 779780"/>
                <a:gd name="connsiteX254" fmla="*/ 857673 w 1185756"/>
                <a:gd name="connsiteY254" fmla="*/ 748877 h 779780"/>
                <a:gd name="connsiteX255" fmla="*/ 844127 w 1185756"/>
                <a:gd name="connsiteY255" fmla="*/ 742103 h 779780"/>
                <a:gd name="connsiteX256" fmla="*/ 830157 w 1185756"/>
                <a:gd name="connsiteY256" fmla="*/ 742103 h 779780"/>
                <a:gd name="connsiteX257" fmla="*/ 816187 w 1185756"/>
                <a:gd name="connsiteY257" fmla="*/ 756073 h 779780"/>
                <a:gd name="connsiteX258" fmla="*/ 801793 w 1185756"/>
                <a:gd name="connsiteY258" fmla="*/ 757343 h 779780"/>
                <a:gd name="connsiteX259" fmla="*/ 799254 w 1185756"/>
                <a:gd name="connsiteY259" fmla="*/ 760307 h 779780"/>
                <a:gd name="connsiteX260" fmla="*/ 784014 w 1185756"/>
                <a:gd name="connsiteY260" fmla="*/ 747607 h 779780"/>
                <a:gd name="connsiteX261" fmla="*/ 781050 w 1185756"/>
                <a:gd name="connsiteY261" fmla="*/ 733637 h 779780"/>
                <a:gd name="connsiteX262" fmla="*/ 774277 w 1185756"/>
                <a:gd name="connsiteY262" fmla="*/ 722630 h 779780"/>
                <a:gd name="connsiteX263" fmla="*/ 762847 w 1185756"/>
                <a:gd name="connsiteY263" fmla="*/ 718397 h 779780"/>
                <a:gd name="connsiteX264" fmla="*/ 757343 w 1185756"/>
                <a:gd name="connsiteY264" fmla="*/ 718397 h 779780"/>
                <a:gd name="connsiteX265" fmla="*/ 751840 w 1185756"/>
                <a:gd name="connsiteY265" fmla="*/ 726863 h 779780"/>
                <a:gd name="connsiteX266" fmla="*/ 737870 w 1185756"/>
                <a:gd name="connsiteY266" fmla="*/ 729403 h 779780"/>
                <a:gd name="connsiteX267" fmla="*/ 723900 w 1185756"/>
                <a:gd name="connsiteY267" fmla="*/ 740833 h 779780"/>
                <a:gd name="connsiteX268" fmla="*/ 722630 w 1185756"/>
                <a:gd name="connsiteY268" fmla="*/ 754803 h 779780"/>
                <a:gd name="connsiteX269" fmla="*/ 706967 w 1185756"/>
                <a:gd name="connsiteY269" fmla="*/ 743373 h 779780"/>
                <a:gd name="connsiteX270" fmla="*/ 701464 w 1185756"/>
                <a:gd name="connsiteY270" fmla="*/ 729403 h 779780"/>
                <a:gd name="connsiteX271" fmla="*/ 687493 w 1185756"/>
                <a:gd name="connsiteY271" fmla="*/ 726863 h 779780"/>
                <a:gd name="connsiteX272" fmla="*/ 673523 w 1185756"/>
                <a:gd name="connsiteY272" fmla="*/ 733637 h 779780"/>
                <a:gd name="connsiteX273" fmla="*/ 658283 w 1185756"/>
                <a:gd name="connsiteY273" fmla="*/ 722630 h 779780"/>
                <a:gd name="connsiteX274" fmla="*/ 644314 w 1185756"/>
                <a:gd name="connsiteY274" fmla="*/ 719667 h 779780"/>
                <a:gd name="connsiteX275" fmla="*/ 630343 w 1185756"/>
                <a:gd name="connsiteY275" fmla="*/ 729403 h 779780"/>
                <a:gd name="connsiteX276" fmla="*/ 616373 w 1185756"/>
                <a:gd name="connsiteY276" fmla="*/ 726863 h 779780"/>
                <a:gd name="connsiteX277" fmla="*/ 601133 w 1185756"/>
                <a:gd name="connsiteY277" fmla="*/ 722630 h 779780"/>
                <a:gd name="connsiteX278" fmla="*/ 599864 w 1185756"/>
                <a:gd name="connsiteY278" fmla="*/ 736600 h 779780"/>
                <a:gd name="connsiteX279" fmla="*/ 587164 w 1185756"/>
                <a:gd name="connsiteY279" fmla="*/ 732367 h 779780"/>
                <a:gd name="connsiteX280" fmla="*/ 573193 w 1185756"/>
                <a:gd name="connsiteY280" fmla="*/ 722630 h 779780"/>
                <a:gd name="connsiteX281" fmla="*/ 560917 w 1185756"/>
                <a:gd name="connsiteY281" fmla="*/ 719667 h 779780"/>
                <a:gd name="connsiteX282" fmla="*/ 548217 w 1185756"/>
                <a:gd name="connsiteY282" fmla="*/ 723900 h 779780"/>
                <a:gd name="connsiteX283" fmla="*/ 534247 w 1185756"/>
                <a:gd name="connsiteY283" fmla="*/ 723900 h 779780"/>
                <a:gd name="connsiteX284" fmla="*/ 520277 w 1185756"/>
                <a:gd name="connsiteY284" fmla="*/ 711200 h 779780"/>
                <a:gd name="connsiteX285" fmla="*/ 507577 w 1185756"/>
                <a:gd name="connsiteY285" fmla="*/ 697230 h 779780"/>
                <a:gd name="connsiteX286" fmla="*/ 493607 w 1185756"/>
                <a:gd name="connsiteY286" fmla="*/ 697230 h 779780"/>
                <a:gd name="connsiteX287" fmla="*/ 479637 w 1185756"/>
                <a:gd name="connsiteY287" fmla="*/ 698923 h 779780"/>
                <a:gd name="connsiteX288" fmla="*/ 464397 w 1185756"/>
                <a:gd name="connsiteY288" fmla="*/ 694690 h 779780"/>
                <a:gd name="connsiteX289" fmla="*/ 453390 w 1185756"/>
                <a:gd name="connsiteY289" fmla="*/ 690457 h 779780"/>
                <a:gd name="connsiteX290" fmla="*/ 443654 w 1185756"/>
                <a:gd name="connsiteY290" fmla="*/ 689187 h 779780"/>
                <a:gd name="connsiteX291" fmla="*/ 429683 w 1185756"/>
                <a:gd name="connsiteY291" fmla="*/ 690457 h 779780"/>
                <a:gd name="connsiteX292" fmla="*/ 414020 w 1185756"/>
                <a:gd name="connsiteY292" fmla="*/ 681990 h 779780"/>
                <a:gd name="connsiteX293" fmla="*/ 400473 w 1185756"/>
                <a:gd name="connsiteY293" fmla="*/ 683260 h 779780"/>
                <a:gd name="connsiteX294" fmla="*/ 386080 w 1185756"/>
                <a:gd name="connsiteY294" fmla="*/ 680720 h 779780"/>
                <a:gd name="connsiteX295" fmla="*/ 370840 w 1185756"/>
                <a:gd name="connsiteY295" fmla="*/ 673523 h 779780"/>
                <a:gd name="connsiteX296" fmla="*/ 356870 w 1185756"/>
                <a:gd name="connsiteY296" fmla="*/ 673523 h 779780"/>
                <a:gd name="connsiteX297" fmla="*/ 350097 w 1185756"/>
                <a:gd name="connsiteY297" fmla="*/ 672253 h 779780"/>
                <a:gd name="connsiteX298" fmla="*/ 334857 w 1185756"/>
                <a:gd name="connsiteY298" fmla="*/ 669290 h 779780"/>
                <a:gd name="connsiteX299" fmla="*/ 320887 w 1185756"/>
                <a:gd name="connsiteY299" fmla="*/ 672253 h 779780"/>
                <a:gd name="connsiteX300" fmla="*/ 306917 w 1185756"/>
                <a:gd name="connsiteY300" fmla="*/ 672253 h 779780"/>
                <a:gd name="connsiteX301" fmla="*/ 303954 w 1185756"/>
                <a:gd name="connsiteY301" fmla="*/ 672253 h 779780"/>
                <a:gd name="connsiteX302" fmla="*/ 294217 w 1185756"/>
                <a:gd name="connsiteY302" fmla="*/ 672253 h 779780"/>
                <a:gd name="connsiteX303" fmla="*/ 280247 w 1185756"/>
                <a:gd name="connsiteY303" fmla="*/ 670983 h 779780"/>
                <a:gd name="connsiteX304" fmla="*/ 265007 w 1185756"/>
                <a:gd name="connsiteY304" fmla="*/ 666750 h 779780"/>
                <a:gd name="connsiteX305" fmla="*/ 251037 w 1185756"/>
                <a:gd name="connsiteY305" fmla="*/ 668020 h 779780"/>
                <a:gd name="connsiteX306" fmla="*/ 237067 w 1185756"/>
                <a:gd name="connsiteY306" fmla="*/ 673523 h 779780"/>
                <a:gd name="connsiteX307" fmla="*/ 223097 w 1185756"/>
                <a:gd name="connsiteY307" fmla="*/ 676487 h 779780"/>
                <a:gd name="connsiteX308" fmla="*/ 209127 w 1185756"/>
                <a:gd name="connsiteY308" fmla="*/ 676487 h 779780"/>
                <a:gd name="connsiteX309" fmla="*/ 193887 w 1185756"/>
                <a:gd name="connsiteY309" fmla="*/ 676487 h 779780"/>
                <a:gd name="connsiteX310" fmla="*/ 179917 w 1185756"/>
                <a:gd name="connsiteY310" fmla="*/ 676487 h 779780"/>
                <a:gd name="connsiteX311" fmla="*/ 165947 w 1185756"/>
                <a:gd name="connsiteY311" fmla="*/ 677757 h 779780"/>
                <a:gd name="connsiteX312" fmla="*/ 151977 w 1185756"/>
                <a:gd name="connsiteY312" fmla="*/ 687493 h 779780"/>
                <a:gd name="connsiteX313" fmla="*/ 149014 w 1185756"/>
                <a:gd name="connsiteY313" fmla="*/ 701463 h 779780"/>
                <a:gd name="connsiteX314" fmla="*/ 136737 w 1185756"/>
                <a:gd name="connsiteY314" fmla="*/ 709930 h 779780"/>
                <a:gd name="connsiteX315" fmla="*/ 122767 w 1185756"/>
                <a:gd name="connsiteY315" fmla="*/ 720937 h 779780"/>
                <a:gd name="connsiteX316" fmla="*/ 107527 w 1185756"/>
                <a:gd name="connsiteY316" fmla="*/ 725170 h 779780"/>
                <a:gd name="connsiteX317" fmla="*/ 97790 w 1185756"/>
                <a:gd name="connsiteY317" fmla="*/ 718397 h 779780"/>
                <a:gd name="connsiteX318" fmla="*/ 82127 w 1185756"/>
                <a:gd name="connsiteY318" fmla="*/ 715433 h 779780"/>
                <a:gd name="connsiteX319" fmla="*/ 68580 w 1185756"/>
                <a:gd name="connsiteY319" fmla="*/ 718397 h 779780"/>
                <a:gd name="connsiteX320" fmla="*/ 66887 w 1185756"/>
                <a:gd name="connsiteY320" fmla="*/ 719667 h 779780"/>
                <a:gd name="connsiteX321" fmla="*/ 68580 w 1185756"/>
                <a:gd name="connsiteY321" fmla="*/ 728133 h 779780"/>
                <a:gd name="connsiteX322" fmla="*/ 69850 w 1185756"/>
                <a:gd name="connsiteY322" fmla="*/ 731097 h 779780"/>
                <a:gd name="connsiteX323" fmla="*/ 65617 w 1185756"/>
                <a:gd name="connsiteY323" fmla="*/ 734907 h 779780"/>
                <a:gd name="connsiteX324" fmla="*/ 60114 w 1185756"/>
                <a:gd name="connsiteY324" fmla="*/ 733637 h 779780"/>
                <a:gd name="connsiteX325" fmla="*/ 57150 w 1185756"/>
                <a:gd name="connsiteY325" fmla="*/ 718397 h 779780"/>
                <a:gd name="connsiteX326" fmla="*/ 55880 w 1185756"/>
                <a:gd name="connsiteY326" fmla="*/ 715433 h 779780"/>
                <a:gd name="connsiteX327" fmla="*/ 55880 w 1185756"/>
                <a:gd name="connsiteY327" fmla="*/ 701463 h 779780"/>
                <a:gd name="connsiteX328" fmla="*/ 60114 w 1185756"/>
                <a:gd name="connsiteY328" fmla="*/ 697230 h 779780"/>
                <a:gd name="connsiteX329" fmla="*/ 61383 w 1185756"/>
                <a:gd name="connsiteY329" fmla="*/ 683260 h 779780"/>
                <a:gd name="connsiteX330" fmla="*/ 62654 w 1185756"/>
                <a:gd name="connsiteY330" fmla="*/ 669290 h 779780"/>
                <a:gd name="connsiteX331" fmla="*/ 65617 w 1185756"/>
                <a:gd name="connsiteY331" fmla="*/ 654050 h 779780"/>
                <a:gd name="connsiteX332" fmla="*/ 65617 w 1185756"/>
                <a:gd name="connsiteY332" fmla="*/ 652780 h 779780"/>
                <a:gd name="connsiteX333" fmla="*/ 62654 w 1185756"/>
                <a:gd name="connsiteY333" fmla="*/ 648547 h 779780"/>
                <a:gd name="connsiteX334" fmla="*/ 62654 w 1185756"/>
                <a:gd name="connsiteY334" fmla="*/ 647277 h 779780"/>
                <a:gd name="connsiteX335" fmla="*/ 61383 w 1185756"/>
                <a:gd name="connsiteY335" fmla="*/ 645583 h 779780"/>
                <a:gd name="connsiteX336" fmla="*/ 54187 w 1185756"/>
                <a:gd name="connsiteY336" fmla="*/ 641773 h 779780"/>
                <a:gd name="connsiteX337" fmla="*/ 40217 w 1185756"/>
                <a:gd name="connsiteY337" fmla="*/ 632037 h 779780"/>
                <a:gd name="connsiteX338" fmla="*/ 26247 w 1185756"/>
                <a:gd name="connsiteY338" fmla="*/ 627803 h 779780"/>
                <a:gd name="connsiteX339" fmla="*/ 11007 w 1185756"/>
                <a:gd name="connsiteY339" fmla="*/ 624840 h 779780"/>
                <a:gd name="connsiteX340" fmla="*/ 0 w 1185756"/>
                <a:gd name="connsiteY340" fmla="*/ 613833 h 779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185756" h="779780">
                  <a:moveTo>
                    <a:pt x="0" y="613833"/>
                  </a:moveTo>
                  <a:lnTo>
                    <a:pt x="8467" y="602403"/>
                  </a:lnTo>
                  <a:lnTo>
                    <a:pt x="18204" y="588433"/>
                  </a:lnTo>
                  <a:lnTo>
                    <a:pt x="20743" y="585893"/>
                  </a:lnTo>
                  <a:lnTo>
                    <a:pt x="22437" y="582930"/>
                  </a:lnTo>
                  <a:lnTo>
                    <a:pt x="24977" y="578697"/>
                  </a:lnTo>
                  <a:lnTo>
                    <a:pt x="38947" y="568960"/>
                  </a:lnTo>
                  <a:lnTo>
                    <a:pt x="52917" y="563457"/>
                  </a:lnTo>
                  <a:lnTo>
                    <a:pt x="68580" y="560493"/>
                  </a:lnTo>
                  <a:lnTo>
                    <a:pt x="82127" y="552450"/>
                  </a:lnTo>
                  <a:lnTo>
                    <a:pt x="92287" y="538480"/>
                  </a:lnTo>
                  <a:lnTo>
                    <a:pt x="92287" y="535517"/>
                  </a:lnTo>
                  <a:lnTo>
                    <a:pt x="89323" y="521547"/>
                  </a:lnTo>
                  <a:lnTo>
                    <a:pt x="89323" y="516043"/>
                  </a:lnTo>
                  <a:lnTo>
                    <a:pt x="87630" y="508847"/>
                  </a:lnTo>
                  <a:lnTo>
                    <a:pt x="87630" y="507577"/>
                  </a:lnTo>
                  <a:lnTo>
                    <a:pt x="87630" y="497840"/>
                  </a:lnTo>
                  <a:lnTo>
                    <a:pt x="79587" y="485563"/>
                  </a:lnTo>
                  <a:lnTo>
                    <a:pt x="82127" y="478367"/>
                  </a:lnTo>
                  <a:lnTo>
                    <a:pt x="75354" y="464397"/>
                  </a:lnTo>
                  <a:lnTo>
                    <a:pt x="65617" y="450427"/>
                  </a:lnTo>
                  <a:lnTo>
                    <a:pt x="58420" y="436457"/>
                  </a:lnTo>
                  <a:lnTo>
                    <a:pt x="48683" y="422487"/>
                  </a:lnTo>
                  <a:lnTo>
                    <a:pt x="45720" y="415713"/>
                  </a:lnTo>
                  <a:lnTo>
                    <a:pt x="44450" y="412750"/>
                  </a:lnTo>
                  <a:lnTo>
                    <a:pt x="38947" y="401743"/>
                  </a:lnTo>
                  <a:lnTo>
                    <a:pt x="34714" y="387773"/>
                  </a:lnTo>
                  <a:lnTo>
                    <a:pt x="33443" y="383540"/>
                  </a:lnTo>
                  <a:lnTo>
                    <a:pt x="26247" y="369570"/>
                  </a:lnTo>
                  <a:lnTo>
                    <a:pt x="22437" y="355600"/>
                  </a:lnTo>
                  <a:lnTo>
                    <a:pt x="20743" y="348827"/>
                  </a:lnTo>
                  <a:lnTo>
                    <a:pt x="30480" y="350097"/>
                  </a:lnTo>
                  <a:lnTo>
                    <a:pt x="44450" y="353060"/>
                  </a:lnTo>
                  <a:lnTo>
                    <a:pt x="58420" y="350097"/>
                  </a:lnTo>
                  <a:lnTo>
                    <a:pt x="64347" y="351367"/>
                  </a:lnTo>
                  <a:lnTo>
                    <a:pt x="77893" y="348827"/>
                  </a:lnTo>
                  <a:lnTo>
                    <a:pt x="92287" y="350097"/>
                  </a:lnTo>
                  <a:lnTo>
                    <a:pt x="94827" y="348827"/>
                  </a:lnTo>
                  <a:lnTo>
                    <a:pt x="97790" y="347133"/>
                  </a:lnTo>
                  <a:lnTo>
                    <a:pt x="111337" y="347133"/>
                  </a:lnTo>
                  <a:lnTo>
                    <a:pt x="122767" y="355600"/>
                  </a:lnTo>
                  <a:lnTo>
                    <a:pt x="136737" y="354330"/>
                  </a:lnTo>
                  <a:lnTo>
                    <a:pt x="151977" y="345863"/>
                  </a:lnTo>
                  <a:lnTo>
                    <a:pt x="160443" y="341630"/>
                  </a:lnTo>
                  <a:lnTo>
                    <a:pt x="174414" y="344593"/>
                  </a:lnTo>
                  <a:lnTo>
                    <a:pt x="184150" y="330623"/>
                  </a:lnTo>
                  <a:lnTo>
                    <a:pt x="189654" y="316653"/>
                  </a:lnTo>
                  <a:lnTo>
                    <a:pt x="204893" y="316653"/>
                  </a:lnTo>
                  <a:lnTo>
                    <a:pt x="209127" y="319193"/>
                  </a:lnTo>
                  <a:lnTo>
                    <a:pt x="223097" y="312420"/>
                  </a:lnTo>
                  <a:lnTo>
                    <a:pt x="228600" y="303953"/>
                  </a:lnTo>
                  <a:lnTo>
                    <a:pt x="231564" y="297180"/>
                  </a:lnTo>
                  <a:lnTo>
                    <a:pt x="246804" y="299720"/>
                  </a:lnTo>
                  <a:lnTo>
                    <a:pt x="249767" y="298450"/>
                  </a:lnTo>
                  <a:lnTo>
                    <a:pt x="259504" y="291253"/>
                  </a:lnTo>
                  <a:lnTo>
                    <a:pt x="273473" y="302683"/>
                  </a:lnTo>
                  <a:lnTo>
                    <a:pt x="272204" y="316653"/>
                  </a:lnTo>
                  <a:lnTo>
                    <a:pt x="287443" y="317923"/>
                  </a:lnTo>
                  <a:lnTo>
                    <a:pt x="300990" y="308187"/>
                  </a:lnTo>
                  <a:lnTo>
                    <a:pt x="298450" y="294217"/>
                  </a:lnTo>
                  <a:lnTo>
                    <a:pt x="283210" y="288713"/>
                  </a:lnTo>
                  <a:lnTo>
                    <a:pt x="269240" y="283210"/>
                  </a:lnTo>
                  <a:lnTo>
                    <a:pt x="278977" y="269240"/>
                  </a:lnTo>
                  <a:lnTo>
                    <a:pt x="281940" y="255270"/>
                  </a:lnTo>
                  <a:lnTo>
                    <a:pt x="292947" y="245533"/>
                  </a:lnTo>
                  <a:lnTo>
                    <a:pt x="289983" y="239607"/>
                  </a:lnTo>
                  <a:lnTo>
                    <a:pt x="288714" y="226060"/>
                  </a:lnTo>
                  <a:lnTo>
                    <a:pt x="286173" y="217593"/>
                  </a:lnTo>
                  <a:lnTo>
                    <a:pt x="291254" y="203623"/>
                  </a:lnTo>
                  <a:lnTo>
                    <a:pt x="292947" y="199390"/>
                  </a:lnTo>
                  <a:lnTo>
                    <a:pt x="306917" y="188383"/>
                  </a:lnTo>
                  <a:lnTo>
                    <a:pt x="320887" y="188383"/>
                  </a:lnTo>
                  <a:lnTo>
                    <a:pt x="334857" y="184150"/>
                  </a:lnTo>
                  <a:lnTo>
                    <a:pt x="337397" y="181187"/>
                  </a:lnTo>
                  <a:lnTo>
                    <a:pt x="344593" y="167217"/>
                  </a:lnTo>
                  <a:lnTo>
                    <a:pt x="344593" y="160443"/>
                  </a:lnTo>
                  <a:lnTo>
                    <a:pt x="359833" y="157480"/>
                  </a:lnTo>
                  <a:lnTo>
                    <a:pt x="373804" y="156210"/>
                  </a:lnTo>
                  <a:lnTo>
                    <a:pt x="381000" y="158750"/>
                  </a:lnTo>
                  <a:lnTo>
                    <a:pt x="390737" y="160443"/>
                  </a:lnTo>
                  <a:lnTo>
                    <a:pt x="392007" y="157480"/>
                  </a:lnTo>
                  <a:lnTo>
                    <a:pt x="394970" y="145203"/>
                  </a:lnTo>
                  <a:lnTo>
                    <a:pt x="408517" y="133773"/>
                  </a:lnTo>
                  <a:lnTo>
                    <a:pt x="394970" y="131233"/>
                  </a:lnTo>
                  <a:lnTo>
                    <a:pt x="381000" y="131233"/>
                  </a:lnTo>
                  <a:lnTo>
                    <a:pt x="367030" y="124037"/>
                  </a:lnTo>
                  <a:lnTo>
                    <a:pt x="372533" y="110067"/>
                  </a:lnTo>
                  <a:lnTo>
                    <a:pt x="375073" y="96097"/>
                  </a:lnTo>
                  <a:lnTo>
                    <a:pt x="381000" y="90593"/>
                  </a:lnTo>
                  <a:lnTo>
                    <a:pt x="381000" y="76623"/>
                  </a:lnTo>
                  <a:lnTo>
                    <a:pt x="379307" y="73660"/>
                  </a:lnTo>
                  <a:lnTo>
                    <a:pt x="387773" y="69427"/>
                  </a:lnTo>
                  <a:lnTo>
                    <a:pt x="394970" y="72390"/>
                  </a:lnTo>
                  <a:lnTo>
                    <a:pt x="396240" y="72390"/>
                  </a:lnTo>
                  <a:lnTo>
                    <a:pt x="411480" y="62653"/>
                  </a:lnTo>
                  <a:lnTo>
                    <a:pt x="424180" y="48683"/>
                  </a:lnTo>
                  <a:lnTo>
                    <a:pt x="438150" y="47413"/>
                  </a:lnTo>
                  <a:lnTo>
                    <a:pt x="453390" y="51647"/>
                  </a:lnTo>
                  <a:lnTo>
                    <a:pt x="467360" y="49953"/>
                  </a:lnTo>
                  <a:lnTo>
                    <a:pt x="468630" y="51647"/>
                  </a:lnTo>
                  <a:lnTo>
                    <a:pt x="482600" y="55880"/>
                  </a:lnTo>
                  <a:lnTo>
                    <a:pt x="496570" y="55880"/>
                  </a:lnTo>
                  <a:lnTo>
                    <a:pt x="497840" y="55880"/>
                  </a:lnTo>
                  <a:lnTo>
                    <a:pt x="500804" y="51647"/>
                  </a:lnTo>
                  <a:lnTo>
                    <a:pt x="500804" y="47413"/>
                  </a:lnTo>
                  <a:lnTo>
                    <a:pt x="505037" y="33443"/>
                  </a:lnTo>
                  <a:lnTo>
                    <a:pt x="519007" y="18203"/>
                  </a:lnTo>
                  <a:lnTo>
                    <a:pt x="532977" y="5503"/>
                  </a:lnTo>
                  <a:lnTo>
                    <a:pt x="546947" y="1270"/>
                  </a:lnTo>
                  <a:lnTo>
                    <a:pt x="560917" y="0"/>
                  </a:lnTo>
                  <a:lnTo>
                    <a:pt x="566420" y="2540"/>
                  </a:lnTo>
                  <a:lnTo>
                    <a:pt x="580390" y="15240"/>
                  </a:lnTo>
                  <a:lnTo>
                    <a:pt x="585893" y="13970"/>
                  </a:lnTo>
                  <a:lnTo>
                    <a:pt x="593090" y="8467"/>
                  </a:lnTo>
                  <a:lnTo>
                    <a:pt x="608330" y="6773"/>
                  </a:lnTo>
                  <a:lnTo>
                    <a:pt x="622300" y="9737"/>
                  </a:lnTo>
                  <a:lnTo>
                    <a:pt x="622300" y="11007"/>
                  </a:lnTo>
                  <a:lnTo>
                    <a:pt x="630343" y="24977"/>
                  </a:lnTo>
                  <a:lnTo>
                    <a:pt x="633307" y="29210"/>
                  </a:lnTo>
                  <a:lnTo>
                    <a:pt x="636270" y="30480"/>
                  </a:lnTo>
                  <a:lnTo>
                    <a:pt x="650240" y="26247"/>
                  </a:lnTo>
                  <a:lnTo>
                    <a:pt x="663787" y="20743"/>
                  </a:lnTo>
                  <a:lnTo>
                    <a:pt x="677757" y="18203"/>
                  </a:lnTo>
                  <a:lnTo>
                    <a:pt x="693420" y="23707"/>
                  </a:lnTo>
                  <a:lnTo>
                    <a:pt x="706967" y="26247"/>
                  </a:lnTo>
                  <a:lnTo>
                    <a:pt x="721360" y="31750"/>
                  </a:lnTo>
                  <a:lnTo>
                    <a:pt x="717127" y="47413"/>
                  </a:lnTo>
                  <a:lnTo>
                    <a:pt x="718397" y="61383"/>
                  </a:lnTo>
                  <a:lnTo>
                    <a:pt x="729827" y="69427"/>
                  </a:lnTo>
                  <a:lnTo>
                    <a:pt x="743373" y="63923"/>
                  </a:lnTo>
                  <a:lnTo>
                    <a:pt x="757343" y="57150"/>
                  </a:lnTo>
                  <a:lnTo>
                    <a:pt x="771314" y="58420"/>
                  </a:lnTo>
                  <a:lnTo>
                    <a:pt x="785283" y="45720"/>
                  </a:lnTo>
                  <a:lnTo>
                    <a:pt x="786977" y="45720"/>
                  </a:lnTo>
                  <a:lnTo>
                    <a:pt x="788247" y="45720"/>
                  </a:lnTo>
                  <a:lnTo>
                    <a:pt x="792480" y="45720"/>
                  </a:lnTo>
                  <a:lnTo>
                    <a:pt x="801793" y="47413"/>
                  </a:lnTo>
                  <a:lnTo>
                    <a:pt x="816187" y="47413"/>
                  </a:lnTo>
                  <a:lnTo>
                    <a:pt x="824230" y="47413"/>
                  </a:lnTo>
                  <a:lnTo>
                    <a:pt x="835660" y="49953"/>
                  </a:lnTo>
                  <a:lnTo>
                    <a:pt x="839893" y="51647"/>
                  </a:lnTo>
                  <a:lnTo>
                    <a:pt x="853864" y="55880"/>
                  </a:lnTo>
                  <a:lnTo>
                    <a:pt x="857673" y="61383"/>
                  </a:lnTo>
                  <a:lnTo>
                    <a:pt x="872067" y="73660"/>
                  </a:lnTo>
                  <a:lnTo>
                    <a:pt x="886037" y="80857"/>
                  </a:lnTo>
                  <a:lnTo>
                    <a:pt x="901277" y="83397"/>
                  </a:lnTo>
                  <a:lnTo>
                    <a:pt x="911014" y="85090"/>
                  </a:lnTo>
                  <a:lnTo>
                    <a:pt x="912283" y="100330"/>
                  </a:lnTo>
                  <a:lnTo>
                    <a:pt x="911014" y="105833"/>
                  </a:lnTo>
                  <a:lnTo>
                    <a:pt x="912283" y="110067"/>
                  </a:lnTo>
                  <a:lnTo>
                    <a:pt x="908050" y="124037"/>
                  </a:lnTo>
                  <a:lnTo>
                    <a:pt x="909320" y="138007"/>
                  </a:lnTo>
                  <a:lnTo>
                    <a:pt x="923714" y="151977"/>
                  </a:lnTo>
                  <a:lnTo>
                    <a:pt x="930487" y="165947"/>
                  </a:lnTo>
                  <a:lnTo>
                    <a:pt x="926254" y="179917"/>
                  </a:lnTo>
                  <a:lnTo>
                    <a:pt x="926254" y="181187"/>
                  </a:lnTo>
                  <a:lnTo>
                    <a:pt x="927523" y="181187"/>
                  </a:lnTo>
                  <a:lnTo>
                    <a:pt x="927523" y="184150"/>
                  </a:lnTo>
                  <a:lnTo>
                    <a:pt x="913554" y="189653"/>
                  </a:lnTo>
                  <a:lnTo>
                    <a:pt x="912283" y="203623"/>
                  </a:lnTo>
                  <a:lnTo>
                    <a:pt x="923714" y="217593"/>
                  </a:lnTo>
                  <a:lnTo>
                    <a:pt x="937260" y="224367"/>
                  </a:lnTo>
                  <a:lnTo>
                    <a:pt x="941493" y="228600"/>
                  </a:lnTo>
                  <a:lnTo>
                    <a:pt x="941493" y="231563"/>
                  </a:lnTo>
                  <a:lnTo>
                    <a:pt x="941493" y="232833"/>
                  </a:lnTo>
                  <a:lnTo>
                    <a:pt x="955464" y="237067"/>
                  </a:lnTo>
                  <a:lnTo>
                    <a:pt x="957157" y="251037"/>
                  </a:lnTo>
                  <a:lnTo>
                    <a:pt x="969433" y="265007"/>
                  </a:lnTo>
                  <a:lnTo>
                    <a:pt x="969433" y="266277"/>
                  </a:lnTo>
                  <a:lnTo>
                    <a:pt x="979170" y="277707"/>
                  </a:lnTo>
                  <a:lnTo>
                    <a:pt x="985943" y="291253"/>
                  </a:lnTo>
                  <a:lnTo>
                    <a:pt x="1000337" y="305223"/>
                  </a:lnTo>
                  <a:lnTo>
                    <a:pt x="1015577" y="314960"/>
                  </a:lnTo>
                  <a:lnTo>
                    <a:pt x="1029547" y="317923"/>
                  </a:lnTo>
                  <a:lnTo>
                    <a:pt x="1043517" y="322157"/>
                  </a:lnTo>
                  <a:lnTo>
                    <a:pt x="1049020" y="326390"/>
                  </a:lnTo>
                  <a:lnTo>
                    <a:pt x="1062990" y="338667"/>
                  </a:lnTo>
                  <a:lnTo>
                    <a:pt x="1062990" y="340360"/>
                  </a:lnTo>
                  <a:lnTo>
                    <a:pt x="1061720" y="341630"/>
                  </a:lnTo>
                  <a:lnTo>
                    <a:pt x="1060027" y="355600"/>
                  </a:lnTo>
                  <a:lnTo>
                    <a:pt x="1054523" y="369570"/>
                  </a:lnTo>
                  <a:lnTo>
                    <a:pt x="1054523" y="370840"/>
                  </a:lnTo>
                  <a:lnTo>
                    <a:pt x="1068493" y="375073"/>
                  </a:lnTo>
                  <a:lnTo>
                    <a:pt x="1082464" y="370840"/>
                  </a:lnTo>
                  <a:lnTo>
                    <a:pt x="1096433" y="368300"/>
                  </a:lnTo>
                  <a:lnTo>
                    <a:pt x="1110404" y="375073"/>
                  </a:lnTo>
                  <a:lnTo>
                    <a:pt x="1115907" y="375073"/>
                  </a:lnTo>
                  <a:lnTo>
                    <a:pt x="1127337" y="378037"/>
                  </a:lnTo>
                  <a:lnTo>
                    <a:pt x="1142577" y="383540"/>
                  </a:lnTo>
                  <a:lnTo>
                    <a:pt x="1139614" y="397510"/>
                  </a:lnTo>
                  <a:lnTo>
                    <a:pt x="1150620" y="411480"/>
                  </a:lnTo>
                  <a:lnTo>
                    <a:pt x="1157817" y="414020"/>
                  </a:lnTo>
                  <a:lnTo>
                    <a:pt x="1173057" y="419947"/>
                  </a:lnTo>
                  <a:lnTo>
                    <a:pt x="1184487" y="429683"/>
                  </a:lnTo>
                  <a:lnTo>
                    <a:pt x="1185757" y="443653"/>
                  </a:lnTo>
                  <a:lnTo>
                    <a:pt x="1173057" y="446193"/>
                  </a:lnTo>
                  <a:lnTo>
                    <a:pt x="1159510" y="450427"/>
                  </a:lnTo>
                  <a:lnTo>
                    <a:pt x="1153583" y="464397"/>
                  </a:lnTo>
                  <a:lnTo>
                    <a:pt x="1139614" y="474133"/>
                  </a:lnTo>
                  <a:lnTo>
                    <a:pt x="1138343" y="477097"/>
                  </a:lnTo>
                  <a:lnTo>
                    <a:pt x="1124373" y="481330"/>
                  </a:lnTo>
                  <a:lnTo>
                    <a:pt x="1109133" y="485563"/>
                  </a:lnTo>
                  <a:lnTo>
                    <a:pt x="1095164" y="483870"/>
                  </a:lnTo>
                  <a:lnTo>
                    <a:pt x="1081193" y="479637"/>
                  </a:lnTo>
                  <a:lnTo>
                    <a:pt x="1065530" y="467360"/>
                  </a:lnTo>
                  <a:lnTo>
                    <a:pt x="1051983" y="464397"/>
                  </a:lnTo>
                  <a:lnTo>
                    <a:pt x="1038014" y="467360"/>
                  </a:lnTo>
                  <a:lnTo>
                    <a:pt x="1022350" y="467360"/>
                  </a:lnTo>
                  <a:lnTo>
                    <a:pt x="1019810" y="479637"/>
                  </a:lnTo>
                  <a:lnTo>
                    <a:pt x="1011343" y="493607"/>
                  </a:lnTo>
                  <a:lnTo>
                    <a:pt x="1024043" y="507577"/>
                  </a:lnTo>
                  <a:lnTo>
                    <a:pt x="1038014" y="521547"/>
                  </a:lnTo>
                  <a:lnTo>
                    <a:pt x="1053254" y="530013"/>
                  </a:lnTo>
                  <a:lnTo>
                    <a:pt x="1054523" y="545253"/>
                  </a:lnTo>
                  <a:lnTo>
                    <a:pt x="1054523" y="559223"/>
                  </a:lnTo>
                  <a:lnTo>
                    <a:pt x="1060027" y="573193"/>
                  </a:lnTo>
                  <a:lnTo>
                    <a:pt x="1062990" y="582930"/>
                  </a:lnTo>
                  <a:lnTo>
                    <a:pt x="1062990" y="587163"/>
                  </a:lnTo>
                  <a:lnTo>
                    <a:pt x="1068493" y="601133"/>
                  </a:lnTo>
                  <a:lnTo>
                    <a:pt x="1071033" y="615103"/>
                  </a:lnTo>
                  <a:lnTo>
                    <a:pt x="1083733" y="629073"/>
                  </a:lnTo>
                  <a:lnTo>
                    <a:pt x="1093893" y="643043"/>
                  </a:lnTo>
                  <a:lnTo>
                    <a:pt x="1079500" y="643043"/>
                  </a:lnTo>
                  <a:lnTo>
                    <a:pt x="1065530" y="641773"/>
                  </a:lnTo>
                  <a:lnTo>
                    <a:pt x="1050290" y="640080"/>
                  </a:lnTo>
                  <a:lnTo>
                    <a:pt x="1040554" y="640080"/>
                  </a:lnTo>
                  <a:lnTo>
                    <a:pt x="1026583" y="652780"/>
                  </a:lnTo>
                  <a:lnTo>
                    <a:pt x="1012614" y="645583"/>
                  </a:lnTo>
                  <a:lnTo>
                    <a:pt x="1005840" y="645583"/>
                  </a:lnTo>
                  <a:lnTo>
                    <a:pt x="991870" y="645583"/>
                  </a:lnTo>
                  <a:lnTo>
                    <a:pt x="987637" y="647277"/>
                  </a:lnTo>
                  <a:lnTo>
                    <a:pt x="985943" y="655743"/>
                  </a:lnTo>
                  <a:lnTo>
                    <a:pt x="985943" y="658283"/>
                  </a:lnTo>
                  <a:lnTo>
                    <a:pt x="972397" y="668020"/>
                  </a:lnTo>
                  <a:lnTo>
                    <a:pt x="972397" y="670983"/>
                  </a:lnTo>
                  <a:lnTo>
                    <a:pt x="960967" y="683260"/>
                  </a:lnTo>
                  <a:lnTo>
                    <a:pt x="952500" y="697230"/>
                  </a:lnTo>
                  <a:lnTo>
                    <a:pt x="948690" y="711200"/>
                  </a:lnTo>
                  <a:lnTo>
                    <a:pt x="943187" y="725170"/>
                  </a:lnTo>
                  <a:lnTo>
                    <a:pt x="954193" y="740833"/>
                  </a:lnTo>
                  <a:lnTo>
                    <a:pt x="955464" y="744643"/>
                  </a:lnTo>
                  <a:lnTo>
                    <a:pt x="960967" y="758613"/>
                  </a:lnTo>
                  <a:lnTo>
                    <a:pt x="963930" y="767080"/>
                  </a:lnTo>
                  <a:lnTo>
                    <a:pt x="955464" y="776817"/>
                  </a:lnTo>
                  <a:lnTo>
                    <a:pt x="954193" y="779780"/>
                  </a:lnTo>
                  <a:lnTo>
                    <a:pt x="945727" y="778087"/>
                  </a:lnTo>
                  <a:lnTo>
                    <a:pt x="931757" y="771313"/>
                  </a:lnTo>
                  <a:lnTo>
                    <a:pt x="926254" y="762847"/>
                  </a:lnTo>
                  <a:lnTo>
                    <a:pt x="912283" y="748877"/>
                  </a:lnTo>
                  <a:lnTo>
                    <a:pt x="911014" y="746337"/>
                  </a:lnTo>
                  <a:lnTo>
                    <a:pt x="908050" y="743373"/>
                  </a:lnTo>
                  <a:lnTo>
                    <a:pt x="894080" y="742103"/>
                  </a:lnTo>
                  <a:lnTo>
                    <a:pt x="878840" y="742103"/>
                  </a:lnTo>
                  <a:lnTo>
                    <a:pt x="873337" y="746337"/>
                  </a:lnTo>
                  <a:lnTo>
                    <a:pt x="857673" y="748877"/>
                  </a:lnTo>
                  <a:lnTo>
                    <a:pt x="844127" y="742103"/>
                  </a:lnTo>
                  <a:lnTo>
                    <a:pt x="830157" y="742103"/>
                  </a:lnTo>
                  <a:lnTo>
                    <a:pt x="816187" y="756073"/>
                  </a:lnTo>
                  <a:lnTo>
                    <a:pt x="801793" y="757343"/>
                  </a:lnTo>
                  <a:lnTo>
                    <a:pt x="799254" y="760307"/>
                  </a:lnTo>
                  <a:lnTo>
                    <a:pt x="784014" y="747607"/>
                  </a:lnTo>
                  <a:lnTo>
                    <a:pt x="781050" y="733637"/>
                  </a:lnTo>
                  <a:lnTo>
                    <a:pt x="774277" y="722630"/>
                  </a:lnTo>
                  <a:lnTo>
                    <a:pt x="762847" y="718397"/>
                  </a:lnTo>
                  <a:lnTo>
                    <a:pt x="757343" y="718397"/>
                  </a:lnTo>
                  <a:lnTo>
                    <a:pt x="751840" y="726863"/>
                  </a:lnTo>
                  <a:lnTo>
                    <a:pt x="737870" y="729403"/>
                  </a:lnTo>
                  <a:lnTo>
                    <a:pt x="723900" y="740833"/>
                  </a:lnTo>
                  <a:lnTo>
                    <a:pt x="722630" y="754803"/>
                  </a:lnTo>
                  <a:lnTo>
                    <a:pt x="706967" y="743373"/>
                  </a:lnTo>
                  <a:lnTo>
                    <a:pt x="701464" y="729403"/>
                  </a:lnTo>
                  <a:lnTo>
                    <a:pt x="687493" y="726863"/>
                  </a:lnTo>
                  <a:lnTo>
                    <a:pt x="673523" y="733637"/>
                  </a:lnTo>
                  <a:lnTo>
                    <a:pt x="658283" y="722630"/>
                  </a:lnTo>
                  <a:lnTo>
                    <a:pt x="644314" y="719667"/>
                  </a:lnTo>
                  <a:lnTo>
                    <a:pt x="630343" y="729403"/>
                  </a:lnTo>
                  <a:lnTo>
                    <a:pt x="616373" y="726863"/>
                  </a:lnTo>
                  <a:lnTo>
                    <a:pt x="601133" y="722630"/>
                  </a:lnTo>
                  <a:lnTo>
                    <a:pt x="599864" y="736600"/>
                  </a:lnTo>
                  <a:lnTo>
                    <a:pt x="587164" y="732367"/>
                  </a:lnTo>
                  <a:lnTo>
                    <a:pt x="573193" y="722630"/>
                  </a:lnTo>
                  <a:lnTo>
                    <a:pt x="560917" y="719667"/>
                  </a:lnTo>
                  <a:lnTo>
                    <a:pt x="548217" y="723900"/>
                  </a:lnTo>
                  <a:lnTo>
                    <a:pt x="534247" y="723900"/>
                  </a:lnTo>
                  <a:lnTo>
                    <a:pt x="520277" y="711200"/>
                  </a:lnTo>
                  <a:lnTo>
                    <a:pt x="507577" y="697230"/>
                  </a:lnTo>
                  <a:lnTo>
                    <a:pt x="493607" y="697230"/>
                  </a:lnTo>
                  <a:lnTo>
                    <a:pt x="479637" y="698923"/>
                  </a:lnTo>
                  <a:lnTo>
                    <a:pt x="464397" y="694690"/>
                  </a:lnTo>
                  <a:lnTo>
                    <a:pt x="453390" y="690457"/>
                  </a:lnTo>
                  <a:lnTo>
                    <a:pt x="443654" y="689187"/>
                  </a:lnTo>
                  <a:lnTo>
                    <a:pt x="429683" y="690457"/>
                  </a:lnTo>
                  <a:lnTo>
                    <a:pt x="414020" y="681990"/>
                  </a:lnTo>
                  <a:lnTo>
                    <a:pt x="400473" y="683260"/>
                  </a:lnTo>
                  <a:lnTo>
                    <a:pt x="386080" y="680720"/>
                  </a:lnTo>
                  <a:lnTo>
                    <a:pt x="370840" y="673523"/>
                  </a:lnTo>
                  <a:lnTo>
                    <a:pt x="356870" y="673523"/>
                  </a:lnTo>
                  <a:lnTo>
                    <a:pt x="350097" y="672253"/>
                  </a:lnTo>
                  <a:lnTo>
                    <a:pt x="334857" y="669290"/>
                  </a:lnTo>
                  <a:lnTo>
                    <a:pt x="320887" y="672253"/>
                  </a:lnTo>
                  <a:lnTo>
                    <a:pt x="306917" y="672253"/>
                  </a:lnTo>
                  <a:lnTo>
                    <a:pt x="303954" y="672253"/>
                  </a:lnTo>
                  <a:lnTo>
                    <a:pt x="294217" y="672253"/>
                  </a:lnTo>
                  <a:lnTo>
                    <a:pt x="280247" y="670983"/>
                  </a:lnTo>
                  <a:lnTo>
                    <a:pt x="265007" y="666750"/>
                  </a:lnTo>
                  <a:lnTo>
                    <a:pt x="251037" y="668020"/>
                  </a:lnTo>
                  <a:lnTo>
                    <a:pt x="237067" y="673523"/>
                  </a:lnTo>
                  <a:lnTo>
                    <a:pt x="223097" y="676487"/>
                  </a:lnTo>
                  <a:lnTo>
                    <a:pt x="209127" y="676487"/>
                  </a:lnTo>
                  <a:lnTo>
                    <a:pt x="193887" y="676487"/>
                  </a:lnTo>
                  <a:lnTo>
                    <a:pt x="179917" y="676487"/>
                  </a:lnTo>
                  <a:lnTo>
                    <a:pt x="165947" y="677757"/>
                  </a:lnTo>
                  <a:lnTo>
                    <a:pt x="151977" y="687493"/>
                  </a:lnTo>
                  <a:lnTo>
                    <a:pt x="149014" y="701463"/>
                  </a:lnTo>
                  <a:lnTo>
                    <a:pt x="136737" y="709930"/>
                  </a:lnTo>
                  <a:lnTo>
                    <a:pt x="122767" y="720937"/>
                  </a:lnTo>
                  <a:lnTo>
                    <a:pt x="107527" y="725170"/>
                  </a:lnTo>
                  <a:lnTo>
                    <a:pt x="97790" y="718397"/>
                  </a:lnTo>
                  <a:lnTo>
                    <a:pt x="82127" y="715433"/>
                  </a:lnTo>
                  <a:lnTo>
                    <a:pt x="68580" y="718397"/>
                  </a:lnTo>
                  <a:lnTo>
                    <a:pt x="66887" y="719667"/>
                  </a:lnTo>
                  <a:lnTo>
                    <a:pt x="68580" y="728133"/>
                  </a:lnTo>
                  <a:lnTo>
                    <a:pt x="69850" y="731097"/>
                  </a:lnTo>
                  <a:lnTo>
                    <a:pt x="65617" y="734907"/>
                  </a:lnTo>
                  <a:lnTo>
                    <a:pt x="60114" y="733637"/>
                  </a:lnTo>
                  <a:lnTo>
                    <a:pt x="57150" y="718397"/>
                  </a:lnTo>
                  <a:lnTo>
                    <a:pt x="55880" y="715433"/>
                  </a:lnTo>
                  <a:lnTo>
                    <a:pt x="55880" y="701463"/>
                  </a:lnTo>
                  <a:lnTo>
                    <a:pt x="60114" y="697230"/>
                  </a:lnTo>
                  <a:lnTo>
                    <a:pt x="61383" y="683260"/>
                  </a:lnTo>
                  <a:lnTo>
                    <a:pt x="62654" y="669290"/>
                  </a:lnTo>
                  <a:lnTo>
                    <a:pt x="65617" y="654050"/>
                  </a:lnTo>
                  <a:lnTo>
                    <a:pt x="65617" y="652780"/>
                  </a:lnTo>
                  <a:lnTo>
                    <a:pt x="62654" y="648547"/>
                  </a:lnTo>
                  <a:lnTo>
                    <a:pt x="62654" y="647277"/>
                  </a:lnTo>
                  <a:lnTo>
                    <a:pt x="61383" y="645583"/>
                  </a:lnTo>
                  <a:lnTo>
                    <a:pt x="54187" y="641773"/>
                  </a:lnTo>
                  <a:lnTo>
                    <a:pt x="40217" y="632037"/>
                  </a:lnTo>
                  <a:lnTo>
                    <a:pt x="26247" y="627803"/>
                  </a:lnTo>
                  <a:lnTo>
                    <a:pt x="11007" y="624840"/>
                  </a:lnTo>
                  <a:lnTo>
                    <a:pt x="0" y="613833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5" name="Freeform 2304">
              <a:extLst>
                <a:ext uri="{FF2B5EF4-FFF2-40B4-BE49-F238E27FC236}">
                  <a16:creationId xmlns:a16="http://schemas.microsoft.com/office/drawing/2014/main" id="{5A400DBA-3053-384E-95F6-7D37EC0A443C}"/>
                </a:ext>
              </a:extLst>
            </p:cNvPr>
            <p:cNvSpPr/>
            <p:nvPr/>
          </p:nvSpPr>
          <p:spPr>
            <a:xfrm>
              <a:off x="8633036" y="4563110"/>
              <a:ext cx="342900" cy="252306"/>
            </a:xfrm>
            <a:custGeom>
              <a:avLst/>
              <a:gdLst>
                <a:gd name="connsiteX0" fmla="*/ 0 w 342900"/>
                <a:gd name="connsiteY0" fmla="*/ 135467 h 252306"/>
                <a:gd name="connsiteX1" fmla="*/ 11007 w 342900"/>
                <a:gd name="connsiteY1" fmla="*/ 131233 h 252306"/>
                <a:gd name="connsiteX2" fmla="*/ 6773 w 342900"/>
                <a:gd name="connsiteY2" fmla="*/ 117263 h 252306"/>
                <a:gd name="connsiteX3" fmla="*/ 5503 w 342900"/>
                <a:gd name="connsiteY3" fmla="*/ 103293 h 252306"/>
                <a:gd name="connsiteX4" fmla="*/ 11007 w 342900"/>
                <a:gd name="connsiteY4" fmla="*/ 96096 h 252306"/>
                <a:gd name="connsiteX5" fmla="*/ 26246 w 342900"/>
                <a:gd name="connsiteY5" fmla="*/ 87630 h 252306"/>
                <a:gd name="connsiteX6" fmla="*/ 38946 w 342900"/>
                <a:gd name="connsiteY6" fmla="*/ 73660 h 252306"/>
                <a:gd name="connsiteX7" fmla="*/ 37676 w 342900"/>
                <a:gd name="connsiteY7" fmla="*/ 59690 h 252306"/>
                <a:gd name="connsiteX8" fmla="*/ 40217 w 342900"/>
                <a:gd name="connsiteY8" fmla="*/ 47413 h 252306"/>
                <a:gd name="connsiteX9" fmla="*/ 54186 w 342900"/>
                <a:gd name="connsiteY9" fmla="*/ 43180 h 252306"/>
                <a:gd name="connsiteX10" fmla="*/ 65617 w 342900"/>
                <a:gd name="connsiteY10" fmla="*/ 38946 h 252306"/>
                <a:gd name="connsiteX11" fmla="*/ 79163 w 342900"/>
                <a:gd name="connsiteY11" fmla="*/ 30480 h 252306"/>
                <a:gd name="connsiteX12" fmla="*/ 83396 w 342900"/>
                <a:gd name="connsiteY12" fmla="*/ 27940 h 252306"/>
                <a:gd name="connsiteX13" fmla="*/ 91863 w 342900"/>
                <a:gd name="connsiteY13" fmla="*/ 33443 h 252306"/>
                <a:gd name="connsiteX14" fmla="*/ 100330 w 342900"/>
                <a:gd name="connsiteY14" fmla="*/ 43180 h 252306"/>
                <a:gd name="connsiteX15" fmla="*/ 113030 w 342900"/>
                <a:gd name="connsiteY15" fmla="*/ 44450 h 252306"/>
                <a:gd name="connsiteX16" fmla="*/ 111336 w 342900"/>
                <a:gd name="connsiteY16" fmla="*/ 34713 h 252306"/>
                <a:gd name="connsiteX17" fmla="*/ 114300 w 342900"/>
                <a:gd name="connsiteY17" fmla="*/ 29210 h 252306"/>
                <a:gd name="connsiteX18" fmla="*/ 115570 w 342900"/>
                <a:gd name="connsiteY18" fmla="*/ 26670 h 252306"/>
                <a:gd name="connsiteX19" fmla="*/ 118533 w 342900"/>
                <a:gd name="connsiteY19" fmla="*/ 23707 h 252306"/>
                <a:gd name="connsiteX20" fmla="*/ 130810 w 342900"/>
                <a:gd name="connsiteY20" fmla="*/ 22436 h 252306"/>
                <a:gd name="connsiteX21" fmla="*/ 133773 w 342900"/>
                <a:gd name="connsiteY21" fmla="*/ 19473 h 252306"/>
                <a:gd name="connsiteX22" fmla="*/ 144780 w 342900"/>
                <a:gd name="connsiteY22" fmla="*/ 19473 h 252306"/>
                <a:gd name="connsiteX23" fmla="*/ 158750 w 342900"/>
                <a:gd name="connsiteY23" fmla="*/ 22436 h 252306"/>
                <a:gd name="connsiteX24" fmla="*/ 161713 w 342900"/>
                <a:gd name="connsiteY24" fmla="*/ 22436 h 252306"/>
                <a:gd name="connsiteX25" fmla="*/ 165946 w 342900"/>
                <a:gd name="connsiteY25" fmla="*/ 18203 h 252306"/>
                <a:gd name="connsiteX26" fmla="*/ 178223 w 342900"/>
                <a:gd name="connsiteY26" fmla="*/ 9736 h 252306"/>
                <a:gd name="connsiteX27" fmla="*/ 190923 w 342900"/>
                <a:gd name="connsiteY27" fmla="*/ 5503 h 252306"/>
                <a:gd name="connsiteX28" fmla="*/ 204893 w 342900"/>
                <a:gd name="connsiteY28" fmla="*/ 11007 h 252306"/>
                <a:gd name="connsiteX29" fmla="*/ 210396 w 342900"/>
                <a:gd name="connsiteY29" fmla="*/ 11007 h 252306"/>
                <a:gd name="connsiteX30" fmla="*/ 224367 w 342900"/>
                <a:gd name="connsiteY30" fmla="*/ 6773 h 252306"/>
                <a:gd name="connsiteX31" fmla="*/ 238336 w 342900"/>
                <a:gd name="connsiteY31" fmla="*/ 0 h 252306"/>
                <a:gd name="connsiteX32" fmla="*/ 239607 w 342900"/>
                <a:gd name="connsiteY32" fmla="*/ 0 h 252306"/>
                <a:gd name="connsiteX33" fmla="*/ 249343 w 342900"/>
                <a:gd name="connsiteY33" fmla="*/ 8467 h 252306"/>
                <a:gd name="connsiteX34" fmla="*/ 262043 w 342900"/>
                <a:gd name="connsiteY34" fmla="*/ 22436 h 252306"/>
                <a:gd name="connsiteX35" fmla="*/ 270510 w 342900"/>
                <a:gd name="connsiteY35" fmla="*/ 33443 h 252306"/>
                <a:gd name="connsiteX36" fmla="*/ 277283 w 342900"/>
                <a:gd name="connsiteY36" fmla="*/ 38946 h 252306"/>
                <a:gd name="connsiteX37" fmla="*/ 291253 w 342900"/>
                <a:gd name="connsiteY37" fmla="*/ 48683 h 252306"/>
                <a:gd name="connsiteX38" fmla="*/ 305223 w 342900"/>
                <a:gd name="connsiteY38" fmla="*/ 54186 h 252306"/>
                <a:gd name="connsiteX39" fmla="*/ 320463 w 342900"/>
                <a:gd name="connsiteY39" fmla="*/ 61383 h 252306"/>
                <a:gd name="connsiteX40" fmla="*/ 322157 w 342900"/>
                <a:gd name="connsiteY40" fmla="*/ 66886 h 252306"/>
                <a:gd name="connsiteX41" fmla="*/ 326390 w 342900"/>
                <a:gd name="connsiteY41" fmla="*/ 82127 h 252306"/>
                <a:gd name="connsiteX42" fmla="*/ 328930 w 342900"/>
                <a:gd name="connsiteY42" fmla="*/ 85090 h 252306"/>
                <a:gd name="connsiteX43" fmla="*/ 336126 w 342900"/>
                <a:gd name="connsiteY43" fmla="*/ 99060 h 252306"/>
                <a:gd name="connsiteX44" fmla="*/ 342900 w 342900"/>
                <a:gd name="connsiteY44" fmla="*/ 113030 h 252306"/>
                <a:gd name="connsiteX45" fmla="*/ 336126 w 342900"/>
                <a:gd name="connsiteY45" fmla="*/ 127000 h 252306"/>
                <a:gd name="connsiteX46" fmla="*/ 337396 w 342900"/>
                <a:gd name="connsiteY46" fmla="*/ 140546 h 252306"/>
                <a:gd name="connsiteX47" fmla="*/ 337396 w 342900"/>
                <a:gd name="connsiteY47" fmla="*/ 146473 h 252306"/>
                <a:gd name="connsiteX48" fmla="*/ 339090 w 342900"/>
                <a:gd name="connsiteY48" fmla="*/ 160443 h 252306"/>
                <a:gd name="connsiteX49" fmla="*/ 336126 w 342900"/>
                <a:gd name="connsiteY49" fmla="*/ 171450 h 252306"/>
                <a:gd name="connsiteX50" fmla="*/ 328930 w 342900"/>
                <a:gd name="connsiteY50" fmla="*/ 171450 h 252306"/>
                <a:gd name="connsiteX51" fmla="*/ 327660 w 342900"/>
                <a:gd name="connsiteY51" fmla="*/ 171450 h 252306"/>
                <a:gd name="connsiteX52" fmla="*/ 313690 w 342900"/>
                <a:gd name="connsiteY52" fmla="*/ 174413 h 252306"/>
                <a:gd name="connsiteX53" fmla="*/ 313690 w 342900"/>
                <a:gd name="connsiteY53" fmla="*/ 179917 h 252306"/>
                <a:gd name="connsiteX54" fmla="*/ 313690 w 342900"/>
                <a:gd name="connsiteY54" fmla="*/ 185420 h 252306"/>
                <a:gd name="connsiteX55" fmla="*/ 312420 w 342900"/>
                <a:gd name="connsiteY55" fmla="*/ 198120 h 252306"/>
                <a:gd name="connsiteX56" fmla="*/ 300990 w 342900"/>
                <a:gd name="connsiteY56" fmla="*/ 196427 h 252306"/>
                <a:gd name="connsiteX57" fmla="*/ 287020 w 342900"/>
                <a:gd name="connsiteY57" fmla="*/ 206586 h 252306"/>
                <a:gd name="connsiteX58" fmla="*/ 284480 w 342900"/>
                <a:gd name="connsiteY58" fmla="*/ 206586 h 252306"/>
                <a:gd name="connsiteX59" fmla="*/ 281517 w 342900"/>
                <a:gd name="connsiteY59" fmla="*/ 206586 h 252306"/>
                <a:gd name="connsiteX60" fmla="*/ 271780 w 342900"/>
                <a:gd name="connsiteY60" fmla="*/ 207857 h 252306"/>
                <a:gd name="connsiteX61" fmla="*/ 257810 w 342900"/>
                <a:gd name="connsiteY61" fmla="*/ 204893 h 252306"/>
                <a:gd name="connsiteX62" fmla="*/ 252307 w 342900"/>
                <a:gd name="connsiteY62" fmla="*/ 202353 h 252306"/>
                <a:gd name="connsiteX63" fmla="*/ 238336 w 342900"/>
                <a:gd name="connsiteY63" fmla="*/ 200660 h 252306"/>
                <a:gd name="connsiteX64" fmla="*/ 228600 w 342900"/>
                <a:gd name="connsiteY64" fmla="*/ 206586 h 252306"/>
                <a:gd name="connsiteX65" fmla="*/ 214630 w 342900"/>
                <a:gd name="connsiteY65" fmla="*/ 206586 h 252306"/>
                <a:gd name="connsiteX66" fmla="*/ 200660 w 342900"/>
                <a:gd name="connsiteY66" fmla="*/ 212090 h 252306"/>
                <a:gd name="connsiteX67" fmla="*/ 199390 w 342900"/>
                <a:gd name="connsiteY67" fmla="*/ 216323 h 252306"/>
                <a:gd name="connsiteX68" fmla="*/ 193886 w 342900"/>
                <a:gd name="connsiteY68" fmla="*/ 224367 h 252306"/>
                <a:gd name="connsiteX69" fmla="*/ 185420 w 342900"/>
                <a:gd name="connsiteY69" fmla="*/ 238336 h 252306"/>
                <a:gd name="connsiteX70" fmla="*/ 182457 w 342900"/>
                <a:gd name="connsiteY70" fmla="*/ 240030 h 252306"/>
                <a:gd name="connsiteX71" fmla="*/ 168486 w 342900"/>
                <a:gd name="connsiteY71" fmla="*/ 244263 h 252306"/>
                <a:gd name="connsiteX72" fmla="*/ 153246 w 342900"/>
                <a:gd name="connsiteY72" fmla="*/ 246803 h 252306"/>
                <a:gd name="connsiteX73" fmla="*/ 139276 w 342900"/>
                <a:gd name="connsiteY73" fmla="*/ 242570 h 252306"/>
                <a:gd name="connsiteX74" fmla="*/ 133773 w 342900"/>
                <a:gd name="connsiteY74" fmla="*/ 241300 h 252306"/>
                <a:gd name="connsiteX75" fmla="*/ 124036 w 342900"/>
                <a:gd name="connsiteY75" fmla="*/ 249767 h 252306"/>
                <a:gd name="connsiteX76" fmla="*/ 110067 w 342900"/>
                <a:gd name="connsiteY76" fmla="*/ 248073 h 252306"/>
                <a:gd name="connsiteX77" fmla="*/ 108796 w 342900"/>
                <a:gd name="connsiteY77" fmla="*/ 248073 h 252306"/>
                <a:gd name="connsiteX78" fmla="*/ 94826 w 342900"/>
                <a:gd name="connsiteY78" fmla="*/ 251036 h 252306"/>
                <a:gd name="connsiteX79" fmla="*/ 90593 w 342900"/>
                <a:gd name="connsiteY79" fmla="*/ 251036 h 252306"/>
                <a:gd name="connsiteX80" fmla="*/ 75353 w 342900"/>
                <a:gd name="connsiteY80" fmla="*/ 252307 h 252306"/>
                <a:gd name="connsiteX81" fmla="*/ 75353 w 342900"/>
                <a:gd name="connsiteY81" fmla="*/ 245533 h 252306"/>
                <a:gd name="connsiteX82" fmla="*/ 61383 w 342900"/>
                <a:gd name="connsiteY82" fmla="*/ 240030 h 252306"/>
                <a:gd name="connsiteX83" fmla="*/ 52917 w 342900"/>
                <a:gd name="connsiteY83" fmla="*/ 242570 h 252306"/>
                <a:gd name="connsiteX84" fmla="*/ 41910 w 342900"/>
                <a:gd name="connsiteY84" fmla="*/ 242570 h 252306"/>
                <a:gd name="connsiteX85" fmla="*/ 36407 w 342900"/>
                <a:gd name="connsiteY85" fmla="*/ 228600 h 252306"/>
                <a:gd name="connsiteX86" fmla="*/ 31750 w 342900"/>
                <a:gd name="connsiteY86" fmla="*/ 214630 h 252306"/>
                <a:gd name="connsiteX87" fmla="*/ 31750 w 342900"/>
                <a:gd name="connsiteY87" fmla="*/ 213360 h 252306"/>
                <a:gd name="connsiteX88" fmla="*/ 26246 w 342900"/>
                <a:gd name="connsiteY88" fmla="*/ 213360 h 252306"/>
                <a:gd name="connsiteX89" fmla="*/ 23707 w 342900"/>
                <a:gd name="connsiteY89" fmla="*/ 213360 h 252306"/>
                <a:gd name="connsiteX90" fmla="*/ 22013 w 342900"/>
                <a:gd name="connsiteY90" fmla="*/ 212090 h 252306"/>
                <a:gd name="connsiteX91" fmla="*/ 15240 w 342900"/>
                <a:gd name="connsiteY91" fmla="*/ 198120 h 252306"/>
                <a:gd name="connsiteX92" fmla="*/ 8043 w 342900"/>
                <a:gd name="connsiteY92" fmla="*/ 184150 h 252306"/>
                <a:gd name="connsiteX93" fmla="*/ 6773 w 342900"/>
                <a:gd name="connsiteY93" fmla="*/ 176953 h 252306"/>
                <a:gd name="connsiteX94" fmla="*/ 13970 w 342900"/>
                <a:gd name="connsiteY94" fmla="*/ 162983 h 252306"/>
                <a:gd name="connsiteX95" fmla="*/ 13970 w 342900"/>
                <a:gd name="connsiteY95" fmla="*/ 161713 h 252306"/>
                <a:gd name="connsiteX96" fmla="*/ 5503 w 342900"/>
                <a:gd name="connsiteY96" fmla="*/ 147743 h 252306"/>
                <a:gd name="connsiteX97" fmla="*/ 4233 w 342900"/>
                <a:gd name="connsiteY97" fmla="*/ 146473 h 25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342900" h="252306">
                  <a:moveTo>
                    <a:pt x="0" y="135467"/>
                  </a:moveTo>
                  <a:lnTo>
                    <a:pt x="11007" y="131233"/>
                  </a:lnTo>
                  <a:lnTo>
                    <a:pt x="6773" y="117263"/>
                  </a:lnTo>
                  <a:lnTo>
                    <a:pt x="5503" y="103293"/>
                  </a:lnTo>
                  <a:lnTo>
                    <a:pt x="11007" y="96096"/>
                  </a:lnTo>
                  <a:lnTo>
                    <a:pt x="26246" y="87630"/>
                  </a:lnTo>
                  <a:lnTo>
                    <a:pt x="38946" y="73660"/>
                  </a:lnTo>
                  <a:lnTo>
                    <a:pt x="37676" y="59690"/>
                  </a:lnTo>
                  <a:lnTo>
                    <a:pt x="40217" y="47413"/>
                  </a:lnTo>
                  <a:lnTo>
                    <a:pt x="54186" y="43180"/>
                  </a:lnTo>
                  <a:lnTo>
                    <a:pt x="65617" y="38946"/>
                  </a:lnTo>
                  <a:lnTo>
                    <a:pt x="79163" y="30480"/>
                  </a:lnTo>
                  <a:lnTo>
                    <a:pt x="83396" y="27940"/>
                  </a:lnTo>
                  <a:lnTo>
                    <a:pt x="91863" y="33443"/>
                  </a:lnTo>
                  <a:lnTo>
                    <a:pt x="100330" y="43180"/>
                  </a:lnTo>
                  <a:lnTo>
                    <a:pt x="113030" y="44450"/>
                  </a:lnTo>
                  <a:lnTo>
                    <a:pt x="111336" y="34713"/>
                  </a:lnTo>
                  <a:lnTo>
                    <a:pt x="114300" y="29210"/>
                  </a:lnTo>
                  <a:lnTo>
                    <a:pt x="115570" y="26670"/>
                  </a:lnTo>
                  <a:lnTo>
                    <a:pt x="118533" y="23707"/>
                  </a:lnTo>
                  <a:lnTo>
                    <a:pt x="130810" y="22436"/>
                  </a:lnTo>
                  <a:lnTo>
                    <a:pt x="133773" y="19473"/>
                  </a:lnTo>
                  <a:lnTo>
                    <a:pt x="144780" y="19473"/>
                  </a:lnTo>
                  <a:lnTo>
                    <a:pt x="158750" y="22436"/>
                  </a:lnTo>
                  <a:lnTo>
                    <a:pt x="161713" y="22436"/>
                  </a:lnTo>
                  <a:lnTo>
                    <a:pt x="165946" y="18203"/>
                  </a:lnTo>
                  <a:lnTo>
                    <a:pt x="178223" y="9736"/>
                  </a:lnTo>
                  <a:lnTo>
                    <a:pt x="190923" y="5503"/>
                  </a:lnTo>
                  <a:lnTo>
                    <a:pt x="204893" y="11007"/>
                  </a:lnTo>
                  <a:lnTo>
                    <a:pt x="210396" y="11007"/>
                  </a:lnTo>
                  <a:lnTo>
                    <a:pt x="224367" y="6773"/>
                  </a:lnTo>
                  <a:lnTo>
                    <a:pt x="238336" y="0"/>
                  </a:lnTo>
                  <a:lnTo>
                    <a:pt x="239607" y="0"/>
                  </a:lnTo>
                  <a:lnTo>
                    <a:pt x="249343" y="8467"/>
                  </a:lnTo>
                  <a:lnTo>
                    <a:pt x="262043" y="22436"/>
                  </a:lnTo>
                  <a:lnTo>
                    <a:pt x="270510" y="33443"/>
                  </a:lnTo>
                  <a:lnTo>
                    <a:pt x="277283" y="38946"/>
                  </a:lnTo>
                  <a:lnTo>
                    <a:pt x="291253" y="48683"/>
                  </a:lnTo>
                  <a:lnTo>
                    <a:pt x="305223" y="54186"/>
                  </a:lnTo>
                  <a:lnTo>
                    <a:pt x="320463" y="61383"/>
                  </a:lnTo>
                  <a:lnTo>
                    <a:pt x="322157" y="66886"/>
                  </a:lnTo>
                  <a:lnTo>
                    <a:pt x="326390" y="82127"/>
                  </a:lnTo>
                  <a:lnTo>
                    <a:pt x="328930" y="85090"/>
                  </a:lnTo>
                  <a:lnTo>
                    <a:pt x="336126" y="99060"/>
                  </a:lnTo>
                  <a:lnTo>
                    <a:pt x="342900" y="113030"/>
                  </a:lnTo>
                  <a:lnTo>
                    <a:pt x="336126" y="127000"/>
                  </a:lnTo>
                  <a:lnTo>
                    <a:pt x="337396" y="140546"/>
                  </a:lnTo>
                  <a:lnTo>
                    <a:pt x="337396" y="146473"/>
                  </a:lnTo>
                  <a:lnTo>
                    <a:pt x="339090" y="160443"/>
                  </a:lnTo>
                  <a:lnTo>
                    <a:pt x="336126" y="171450"/>
                  </a:lnTo>
                  <a:lnTo>
                    <a:pt x="328930" y="171450"/>
                  </a:lnTo>
                  <a:lnTo>
                    <a:pt x="327660" y="171450"/>
                  </a:lnTo>
                  <a:lnTo>
                    <a:pt x="313690" y="174413"/>
                  </a:lnTo>
                  <a:lnTo>
                    <a:pt x="313690" y="179917"/>
                  </a:lnTo>
                  <a:lnTo>
                    <a:pt x="313690" y="185420"/>
                  </a:lnTo>
                  <a:lnTo>
                    <a:pt x="312420" y="198120"/>
                  </a:lnTo>
                  <a:lnTo>
                    <a:pt x="300990" y="196427"/>
                  </a:lnTo>
                  <a:lnTo>
                    <a:pt x="287020" y="206586"/>
                  </a:lnTo>
                  <a:lnTo>
                    <a:pt x="284480" y="206586"/>
                  </a:lnTo>
                  <a:lnTo>
                    <a:pt x="281517" y="206586"/>
                  </a:lnTo>
                  <a:lnTo>
                    <a:pt x="271780" y="207857"/>
                  </a:lnTo>
                  <a:lnTo>
                    <a:pt x="257810" y="204893"/>
                  </a:lnTo>
                  <a:lnTo>
                    <a:pt x="252307" y="202353"/>
                  </a:lnTo>
                  <a:lnTo>
                    <a:pt x="238336" y="200660"/>
                  </a:lnTo>
                  <a:lnTo>
                    <a:pt x="228600" y="206586"/>
                  </a:lnTo>
                  <a:lnTo>
                    <a:pt x="214630" y="206586"/>
                  </a:lnTo>
                  <a:lnTo>
                    <a:pt x="200660" y="212090"/>
                  </a:lnTo>
                  <a:lnTo>
                    <a:pt x="199390" y="216323"/>
                  </a:lnTo>
                  <a:lnTo>
                    <a:pt x="193886" y="224367"/>
                  </a:lnTo>
                  <a:lnTo>
                    <a:pt x="185420" y="238336"/>
                  </a:lnTo>
                  <a:lnTo>
                    <a:pt x="182457" y="240030"/>
                  </a:lnTo>
                  <a:lnTo>
                    <a:pt x="168486" y="244263"/>
                  </a:lnTo>
                  <a:lnTo>
                    <a:pt x="153246" y="246803"/>
                  </a:lnTo>
                  <a:lnTo>
                    <a:pt x="139276" y="242570"/>
                  </a:lnTo>
                  <a:lnTo>
                    <a:pt x="133773" y="241300"/>
                  </a:lnTo>
                  <a:lnTo>
                    <a:pt x="124036" y="249767"/>
                  </a:lnTo>
                  <a:lnTo>
                    <a:pt x="110067" y="248073"/>
                  </a:lnTo>
                  <a:lnTo>
                    <a:pt x="108796" y="248073"/>
                  </a:lnTo>
                  <a:lnTo>
                    <a:pt x="94826" y="251036"/>
                  </a:lnTo>
                  <a:lnTo>
                    <a:pt x="90593" y="251036"/>
                  </a:lnTo>
                  <a:lnTo>
                    <a:pt x="75353" y="252307"/>
                  </a:lnTo>
                  <a:lnTo>
                    <a:pt x="75353" y="245533"/>
                  </a:lnTo>
                  <a:lnTo>
                    <a:pt x="61383" y="240030"/>
                  </a:lnTo>
                  <a:lnTo>
                    <a:pt x="52917" y="242570"/>
                  </a:lnTo>
                  <a:lnTo>
                    <a:pt x="41910" y="242570"/>
                  </a:lnTo>
                  <a:lnTo>
                    <a:pt x="36407" y="228600"/>
                  </a:lnTo>
                  <a:lnTo>
                    <a:pt x="31750" y="214630"/>
                  </a:lnTo>
                  <a:lnTo>
                    <a:pt x="31750" y="213360"/>
                  </a:lnTo>
                  <a:lnTo>
                    <a:pt x="26246" y="213360"/>
                  </a:lnTo>
                  <a:lnTo>
                    <a:pt x="23707" y="213360"/>
                  </a:lnTo>
                  <a:lnTo>
                    <a:pt x="22013" y="212090"/>
                  </a:lnTo>
                  <a:lnTo>
                    <a:pt x="15240" y="198120"/>
                  </a:lnTo>
                  <a:lnTo>
                    <a:pt x="8043" y="184150"/>
                  </a:lnTo>
                  <a:lnTo>
                    <a:pt x="6773" y="176953"/>
                  </a:lnTo>
                  <a:lnTo>
                    <a:pt x="13970" y="162983"/>
                  </a:lnTo>
                  <a:lnTo>
                    <a:pt x="13970" y="161713"/>
                  </a:lnTo>
                  <a:lnTo>
                    <a:pt x="5503" y="147743"/>
                  </a:lnTo>
                  <a:lnTo>
                    <a:pt x="4233" y="146473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6" name="Freeform 2305">
              <a:extLst>
                <a:ext uri="{FF2B5EF4-FFF2-40B4-BE49-F238E27FC236}">
                  <a16:creationId xmlns:a16="http://schemas.microsoft.com/office/drawing/2014/main" id="{3B78BCE5-0DD5-4D40-8E6B-8C999DFAF935}"/>
                </a:ext>
              </a:extLst>
            </p:cNvPr>
            <p:cNvSpPr/>
            <p:nvPr/>
          </p:nvSpPr>
          <p:spPr>
            <a:xfrm>
              <a:off x="8794750" y="2928196"/>
              <a:ext cx="2320713" cy="1303443"/>
            </a:xfrm>
            <a:custGeom>
              <a:avLst/>
              <a:gdLst>
                <a:gd name="connsiteX0" fmla="*/ 0 w 2320713"/>
                <a:gd name="connsiteY0" fmla="*/ 641773 h 1303443"/>
                <a:gd name="connsiteX1" fmla="*/ 0 w 2320713"/>
                <a:gd name="connsiteY1" fmla="*/ 638810 h 1303443"/>
                <a:gd name="connsiteX2" fmla="*/ 0 w 2320713"/>
                <a:gd name="connsiteY2" fmla="*/ 637540 h 1303443"/>
                <a:gd name="connsiteX3" fmla="*/ 0 w 2320713"/>
                <a:gd name="connsiteY3" fmla="*/ 623570 h 1303443"/>
                <a:gd name="connsiteX4" fmla="*/ 0 w 2320713"/>
                <a:gd name="connsiteY4" fmla="*/ 616373 h 1303443"/>
                <a:gd name="connsiteX5" fmla="*/ 9737 w 2320713"/>
                <a:gd name="connsiteY5" fmla="*/ 602403 h 1303443"/>
                <a:gd name="connsiteX6" fmla="*/ 11007 w 2320713"/>
                <a:gd name="connsiteY6" fmla="*/ 601133 h 1303443"/>
                <a:gd name="connsiteX7" fmla="*/ 22013 w 2320713"/>
                <a:gd name="connsiteY7" fmla="*/ 587163 h 1303443"/>
                <a:gd name="connsiteX8" fmla="*/ 24977 w 2320713"/>
                <a:gd name="connsiteY8" fmla="*/ 573193 h 1303443"/>
                <a:gd name="connsiteX9" fmla="*/ 30480 w 2320713"/>
                <a:gd name="connsiteY9" fmla="*/ 557953 h 1303443"/>
                <a:gd name="connsiteX10" fmla="*/ 44450 w 2320713"/>
                <a:gd name="connsiteY10" fmla="*/ 543983 h 1303443"/>
                <a:gd name="connsiteX11" fmla="*/ 45720 w 2320713"/>
                <a:gd name="connsiteY11" fmla="*/ 532977 h 1303443"/>
                <a:gd name="connsiteX12" fmla="*/ 59690 w 2320713"/>
                <a:gd name="connsiteY12" fmla="*/ 537210 h 1303443"/>
                <a:gd name="connsiteX13" fmla="*/ 73660 w 2320713"/>
                <a:gd name="connsiteY13" fmla="*/ 537210 h 1303443"/>
                <a:gd name="connsiteX14" fmla="*/ 87630 w 2320713"/>
                <a:gd name="connsiteY14" fmla="*/ 544407 h 1303443"/>
                <a:gd name="connsiteX15" fmla="*/ 86360 w 2320713"/>
                <a:gd name="connsiteY15" fmla="*/ 530437 h 1303443"/>
                <a:gd name="connsiteX16" fmla="*/ 72390 w 2320713"/>
                <a:gd name="connsiteY16" fmla="*/ 520700 h 1303443"/>
                <a:gd name="connsiteX17" fmla="*/ 65617 w 2320713"/>
                <a:gd name="connsiteY17" fmla="*/ 509693 h 1303443"/>
                <a:gd name="connsiteX18" fmla="*/ 68157 w 2320713"/>
                <a:gd name="connsiteY18" fmla="*/ 495723 h 1303443"/>
                <a:gd name="connsiteX19" fmla="*/ 65617 w 2320713"/>
                <a:gd name="connsiteY19" fmla="*/ 481753 h 1303443"/>
                <a:gd name="connsiteX20" fmla="*/ 58420 w 2320713"/>
                <a:gd name="connsiteY20" fmla="*/ 469053 h 1303443"/>
                <a:gd name="connsiteX21" fmla="*/ 58420 w 2320713"/>
                <a:gd name="connsiteY21" fmla="*/ 467783 h 1303443"/>
                <a:gd name="connsiteX22" fmla="*/ 55457 w 2320713"/>
                <a:gd name="connsiteY22" fmla="*/ 453813 h 1303443"/>
                <a:gd name="connsiteX23" fmla="*/ 56727 w 2320713"/>
                <a:gd name="connsiteY23" fmla="*/ 452543 h 1303443"/>
                <a:gd name="connsiteX24" fmla="*/ 66463 w 2320713"/>
                <a:gd name="connsiteY24" fmla="*/ 437303 h 1303443"/>
                <a:gd name="connsiteX25" fmla="*/ 70696 w 2320713"/>
                <a:gd name="connsiteY25" fmla="*/ 433070 h 1303443"/>
                <a:gd name="connsiteX26" fmla="*/ 71967 w 2320713"/>
                <a:gd name="connsiteY26" fmla="*/ 433070 h 1303443"/>
                <a:gd name="connsiteX27" fmla="*/ 83396 w 2320713"/>
                <a:gd name="connsiteY27" fmla="*/ 419100 h 1303443"/>
                <a:gd name="connsiteX28" fmla="*/ 87630 w 2320713"/>
                <a:gd name="connsiteY28" fmla="*/ 417830 h 1303443"/>
                <a:gd name="connsiteX29" fmla="*/ 87630 w 2320713"/>
                <a:gd name="connsiteY29" fmla="*/ 414867 h 1303443"/>
                <a:gd name="connsiteX30" fmla="*/ 99060 w 2320713"/>
                <a:gd name="connsiteY30" fmla="*/ 400897 h 1303443"/>
                <a:gd name="connsiteX31" fmla="*/ 107527 w 2320713"/>
                <a:gd name="connsiteY31" fmla="*/ 389467 h 1303443"/>
                <a:gd name="connsiteX32" fmla="*/ 114300 w 2320713"/>
                <a:gd name="connsiteY32" fmla="*/ 382693 h 1303443"/>
                <a:gd name="connsiteX33" fmla="*/ 128270 w 2320713"/>
                <a:gd name="connsiteY33" fmla="*/ 368723 h 1303443"/>
                <a:gd name="connsiteX34" fmla="*/ 129963 w 2320713"/>
                <a:gd name="connsiteY34" fmla="*/ 367453 h 1303443"/>
                <a:gd name="connsiteX35" fmla="*/ 143933 w 2320713"/>
                <a:gd name="connsiteY35" fmla="*/ 354753 h 1303443"/>
                <a:gd name="connsiteX36" fmla="*/ 157904 w 2320713"/>
                <a:gd name="connsiteY36" fmla="*/ 345017 h 1303443"/>
                <a:gd name="connsiteX37" fmla="*/ 159173 w 2320713"/>
                <a:gd name="connsiteY37" fmla="*/ 343747 h 1303443"/>
                <a:gd name="connsiteX38" fmla="*/ 164677 w 2320713"/>
                <a:gd name="connsiteY38" fmla="*/ 339513 h 1303443"/>
                <a:gd name="connsiteX39" fmla="*/ 167217 w 2320713"/>
                <a:gd name="connsiteY39" fmla="*/ 336550 h 1303443"/>
                <a:gd name="connsiteX40" fmla="*/ 176954 w 2320713"/>
                <a:gd name="connsiteY40" fmla="*/ 322580 h 1303443"/>
                <a:gd name="connsiteX41" fmla="*/ 192193 w 2320713"/>
                <a:gd name="connsiteY41" fmla="*/ 317077 h 1303443"/>
                <a:gd name="connsiteX42" fmla="*/ 206163 w 2320713"/>
                <a:gd name="connsiteY42" fmla="*/ 317077 h 1303443"/>
                <a:gd name="connsiteX43" fmla="*/ 217170 w 2320713"/>
                <a:gd name="connsiteY43" fmla="*/ 303107 h 1303443"/>
                <a:gd name="connsiteX44" fmla="*/ 218863 w 2320713"/>
                <a:gd name="connsiteY44" fmla="*/ 301837 h 1303443"/>
                <a:gd name="connsiteX45" fmla="*/ 224367 w 2320713"/>
                <a:gd name="connsiteY45" fmla="*/ 298873 h 1303443"/>
                <a:gd name="connsiteX46" fmla="*/ 226907 w 2320713"/>
                <a:gd name="connsiteY46" fmla="*/ 290407 h 1303443"/>
                <a:gd name="connsiteX47" fmla="*/ 225637 w 2320713"/>
                <a:gd name="connsiteY47" fmla="*/ 280670 h 1303443"/>
                <a:gd name="connsiteX48" fmla="*/ 215900 w 2320713"/>
                <a:gd name="connsiteY48" fmla="*/ 266700 h 1303443"/>
                <a:gd name="connsiteX49" fmla="*/ 204893 w 2320713"/>
                <a:gd name="connsiteY49" fmla="*/ 255693 h 1303443"/>
                <a:gd name="connsiteX50" fmla="*/ 220133 w 2320713"/>
                <a:gd name="connsiteY50" fmla="*/ 248497 h 1303443"/>
                <a:gd name="connsiteX51" fmla="*/ 228600 w 2320713"/>
                <a:gd name="connsiteY51" fmla="*/ 244263 h 1303443"/>
                <a:gd name="connsiteX52" fmla="*/ 214630 w 2320713"/>
                <a:gd name="connsiteY52" fmla="*/ 238760 h 1303443"/>
                <a:gd name="connsiteX53" fmla="*/ 201930 w 2320713"/>
                <a:gd name="connsiteY53" fmla="*/ 223520 h 1303443"/>
                <a:gd name="connsiteX54" fmla="*/ 198967 w 2320713"/>
                <a:gd name="connsiteY54" fmla="*/ 222250 h 1303443"/>
                <a:gd name="connsiteX55" fmla="*/ 190500 w 2320713"/>
                <a:gd name="connsiteY55" fmla="*/ 208280 h 1303443"/>
                <a:gd name="connsiteX56" fmla="*/ 180763 w 2320713"/>
                <a:gd name="connsiteY56" fmla="*/ 193040 h 1303443"/>
                <a:gd name="connsiteX57" fmla="*/ 177800 w 2320713"/>
                <a:gd name="connsiteY57" fmla="*/ 191770 h 1303443"/>
                <a:gd name="connsiteX58" fmla="*/ 166370 w 2320713"/>
                <a:gd name="connsiteY58" fmla="*/ 177800 h 1303443"/>
                <a:gd name="connsiteX59" fmla="*/ 157904 w 2320713"/>
                <a:gd name="connsiteY59" fmla="*/ 163830 h 1303443"/>
                <a:gd name="connsiteX60" fmla="*/ 154940 w 2320713"/>
                <a:gd name="connsiteY60" fmla="*/ 149860 h 1303443"/>
                <a:gd name="connsiteX61" fmla="*/ 149437 w 2320713"/>
                <a:gd name="connsiteY61" fmla="*/ 135890 h 1303443"/>
                <a:gd name="connsiteX62" fmla="*/ 153670 w 2320713"/>
                <a:gd name="connsiteY62" fmla="*/ 131657 h 1303443"/>
                <a:gd name="connsiteX63" fmla="*/ 152400 w 2320713"/>
                <a:gd name="connsiteY63" fmla="*/ 128693 h 1303443"/>
                <a:gd name="connsiteX64" fmla="*/ 151130 w 2320713"/>
                <a:gd name="connsiteY64" fmla="*/ 120650 h 1303443"/>
                <a:gd name="connsiteX65" fmla="*/ 152400 w 2320713"/>
                <a:gd name="connsiteY65" fmla="*/ 119380 h 1303443"/>
                <a:gd name="connsiteX66" fmla="*/ 165946 w 2320713"/>
                <a:gd name="connsiteY66" fmla="*/ 116417 h 1303443"/>
                <a:gd name="connsiteX67" fmla="*/ 181610 w 2320713"/>
                <a:gd name="connsiteY67" fmla="*/ 119380 h 1303443"/>
                <a:gd name="connsiteX68" fmla="*/ 191346 w 2320713"/>
                <a:gd name="connsiteY68" fmla="*/ 126153 h 1303443"/>
                <a:gd name="connsiteX69" fmla="*/ 206587 w 2320713"/>
                <a:gd name="connsiteY69" fmla="*/ 121920 h 1303443"/>
                <a:gd name="connsiteX70" fmla="*/ 220557 w 2320713"/>
                <a:gd name="connsiteY70" fmla="*/ 110913 h 1303443"/>
                <a:gd name="connsiteX71" fmla="*/ 233257 w 2320713"/>
                <a:gd name="connsiteY71" fmla="*/ 102447 h 1303443"/>
                <a:gd name="connsiteX72" fmla="*/ 236220 w 2320713"/>
                <a:gd name="connsiteY72" fmla="*/ 88477 h 1303443"/>
                <a:gd name="connsiteX73" fmla="*/ 250190 w 2320713"/>
                <a:gd name="connsiteY73" fmla="*/ 78740 h 1303443"/>
                <a:gd name="connsiteX74" fmla="*/ 264160 w 2320713"/>
                <a:gd name="connsiteY74" fmla="*/ 77470 h 1303443"/>
                <a:gd name="connsiteX75" fmla="*/ 278130 w 2320713"/>
                <a:gd name="connsiteY75" fmla="*/ 77470 h 1303443"/>
                <a:gd name="connsiteX76" fmla="*/ 293370 w 2320713"/>
                <a:gd name="connsiteY76" fmla="*/ 77470 h 1303443"/>
                <a:gd name="connsiteX77" fmla="*/ 307340 w 2320713"/>
                <a:gd name="connsiteY77" fmla="*/ 77470 h 1303443"/>
                <a:gd name="connsiteX78" fmla="*/ 321310 w 2320713"/>
                <a:gd name="connsiteY78" fmla="*/ 74507 h 1303443"/>
                <a:gd name="connsiteX79" fmla="*/ 335280 w 2320713"/>
                <a:gd name="connsiteY79" fmla="*/ 69003 h 1303443"/>
                <a:gd name="connsiteX80" fmla="*/ 349250 w 2320713"/>
                <a:gd name="connsiteY80" fmla="*/ 67733 h 1303443"/>
                <a:gd name="connsiteX81" fmla="*/ 364490 w 2320713"/>
                <a:gd name="connsiteY81" fmla="*/ 71967 h 1303443"/>
                <a:gd name="connsiteX82" fmla="*/ 378460 w 2320713"/>
                <a:gd name="connsiteY82" fmla="*/ 73237 h 1303443"/>
                <a:gd name="connsiteX83" fmla="*/ 388196 w 2320713"/>
                <a:gd name="connsiteY83" fmla="*/ 73237 h 1303443"/>
                <a:gd name="connsiteX84" fmla="*/ 391160 w 2320713"/>
                <a:gd name="connsiteY84" fmla="*/ 73237 h 1303443"/>
                <a:gd name="connsiteX85" fmla="*/ 405130 w 2320713"/>
                <a:gd name="connsiteY85" fmla="*/ 73237 h 1303443"/>
                <a:gd name="connsiteX86" fmla="*/ 419100 w 2320713"/>
                <a:gd name="connsiteY86" fmla="*/ 70273 h 1303443"/>
                <a:gd name="connsiteX87" fmla="*/ 434340 w 2320713"/>
                <a:gd name="connsiteY87" fmla="*/ 73237 h 1303443"/>
                <a:gd name="connsiteX88" fmla="*/ 441537 w 2320713"/>
                <a:gd name="connsiteY88" fmla="*/ 74507 h 1303443"/>
                <a:gd name="connsiteX89" fmla="*/ 455507 w 2320713"/>
                <a:gd name="connsiteY89" fmla="*/ 74507 h 1303443"/>
                <a:gd name="connsiteX90" fmla="*/ 470746 w 2320713"/>
                <a:gd name="connsiteY90" fmla="*/ 81280 h 1303443"/>
                <a:gd name="connsiteX91" fmla="*/ 484717 w 2320713"/>
                <a:gd name="connsiteY91" fmla="*/ 84243 h 1303443"/>
                <a:gd name="connsiteX92" fmla="*/ 498687 w 2320713"/>
                <a:gd name="connsiteY92" fmla="*/ 82973 h 1303443"/>
                <a:gd name="connsiteX93" fmla="*/ 514350 w 2320713"/>
                <a:gd name="connsiteY93" fmla="*/ 91440 h 1303443"/>
                <a:gd name="connsiteX94" fmla="*/ 528320 w 2320713"/>
                <a:gd name="connsiteY94" fmla="*/ 90170 h 1303443"/>
                <a:gd name="connsiteX95" fmla="*/ 538057 w 2320713"/>
                <a:gd name="connsiteY95" fmla="*/ 91440 h 1303443"/>
                <a:gd name="connsiteX96" fmla="*/ 549063 w 2320713"/>
                <a:gd name="connsiteY96" fmla="*/ 95673 h 1303443"/>
                <a:gd name="connsiteX97" fmla="*/ 564304 w 2320713"/>
                <a:gd name="connsiteY97" fmla="*/ 99907 h 1303443"/>
                <a:gd name="connsiteX98" fmla="*/ 578273 w 2320713"/>
                <a:gd name="connsiteY98" fmla="*/ 98637 h 1303443"/>
                <a:gd name="connsiteX99" fmla="*/ 592243 w 2320713"/>
                <a:gd name="connsiteY99" fmla="*/ 98637 h 1303443"/>
                <a:gd name="connsiteX100" fmla="*/ 604520 w 2320713"/>
                <a:gd name="connsiteY100" fmla="*/ 112607 h 1303443"/>
                <a:gd name="connsiteX101" fmla="*/ 618490 w 2320713"/>
                <a:gd name="connsiteY101" fmla="*/ 125307 h 1303443"/>
                <a:gd name="connsiteX102" fmla="*/ 632460 w 2320713"/>
                <a:gd name="connsiteY102" fmla="*/ 125307 h 1303443"/>
                <a:gd name="connsiteX103" fmla="*/ 645160 w 2320713"/>
                <a:gd name="connsiteY103" fmla="*/ 121073 h 1303443"/>
                <a:gd name="connsiteX104" fmla="*/ 657860 w 2320713"/>
                <a:gd name="connsiteY104" fmla="*/ 123613 h 1303443"/>
                <a:gd name="connsiteX105" fmla="*/ 671830 w 2320713"/>
                <a:gd name="connsiteY105" fmla="*/ 133350 h 1303443"/>
                <a:gd name="connsiteX106" fmla="*/ 684530 w 2320713"/>
                <a:gd name="connsiteY106" fmla="*/ 137583 h 1303443"/>
                <a:gd name="connsiteX107" fmla="*/ 685800 w 2320713"/>
                <a:gd name="connsiteY107" fmla="*/ 123613 h 1303443"/>
                <a:gd name="connsiteX108" fmla="*/ 701040 w 2320713"/>
                <a:gd name="connsiteY108" fmla="*/ 127847 h 1303443"/>
                <a:gd name="connsiteX109" fmla="*/ 715010 w 2320713"/>
                <a:gd name="connsiteY109" fmla="*/ 130810 h 1303443"/>
                <a:gd name="connsiteX110" fmla="*/ 728980 w 2320713"/>
                <a:gd name="connsiteY110" fmla="*/ 121073 h 1303443"/>
                <a:gd name="connsiteX111" fmla="*/ 742950 w 2320713"/>
                <a:gd name="connsiteY111" fmla="*/ 123613 h 1303443"/>
                <a:gd name="connsiteX112" fmla="*/ 758190 w 2320713"/>
                <a:gd name="connsiteY112" fmla="*/ 134620 h 1303443"/>
                <a:gd name="connsiteX113" fmla="*/ 772160 w 2320713"/>
                <a:gd name="connsiteY113" fmla="*/ 127423 h 1303443"/>
                <a:gd name="connsiteX114" fmla="*/ 786130 w 2320713"/>
                <a:gd name="connsiteY114" fmla="*/ 130387 h 1303443"/>
                <a:gd name="connsiteX115" fmla="*/ 791633 w 2320713"/>
                <a:gd name="connsiteY115" fmla="*/ 144357 h 1303443"/>
                <a:gd name="connsiteX116" fmla="*/ 807296 w 2320713"/>
                <a:gd name="connsiteY116" fmla="*/ 155363 h 1303443"/>
                <a:gd name="connsiteX117" fmla="*/ 808567 w 2320713"/>
                <a:gd name="connsiteY117" fmla="*/ 141393 h 1303443"/>
                <a:gd name="connsiteX118" fmla="*/ 822537 w 2320713"/>
                <a:gd name="connsiteY118" fmla="*/ 130387 h 1303443"/>
                <a:gd name="connsiteX119" fmla="*/ 836507 w 2320713"/>
                <a:gd name="connsiteY119" fmla="*/ 127423 h 1303443"/>
                <a:gd name="connsiteX120" fmla="*/ 842010 w 2320713"/>
                <a:gd name="connsiteY120" fmla="*/ 118957 h 1303443"/>
                <a:gd name="connsiteX121" fmla="*/ 847513 w 2320713"/>
                <a:gd name="connsiteY121" fmla="*/ 118957 h 1303443"/>
                <a:gd name="connsiteX122" fmla="*/ 858943 w 2320713"/>
                <a:gd name="connsiteY122" fmla="*/ 123190 h 1303443"/>
                <a:gd name="connsiteX123" fmla="*/ 865717 w 2320713"/>
                <a:gd name="connsiteY123" fmla="*/ 134197 h 1303443"/>
                <a:gd name="connsiteX124" fmla="*/ 868680 w 2320713"/>
                <a:gd name="connsiteY124" fmla="*/ 148167 h 1303443"/>
                <a:gd name="connsiteX125" fmla="*/ 883920 w 2320713"/>
                <a:gd name="connsiteY125" fmla="*/ 160867 h 1303443"/>
                <a:gd name="connsiteX126" fmla="*/ 886460 w 2320713"/>
                <a:gd name="connsiteY126" fmla="*/ 157903 h 1303443"/>
                <a:gd name="connsiteX127" fmla="*/ 900430 w 2320713"/>
                <a:gd name="connsiteY127" fmla="*/ 156633 h 1303443"/>
                <a:gd name="connsiteX128" fmla="*/ 914400 w 2320713"/>
                <a:gd name="connsiteY128" fmla="*/ 142663 h 1303443"/>
                <a:gd name="connsiteX129" fmla="*/ 928370 w 2320713"/>
                <a:gd name="connsiteY129" fmla="*/ 142663 h 1303443"/>
                <a:gd name="connsiteX130" fmla="*/ 942340 w 2320713"/>
                <a:gd name="connsiteY130" fmla="*/ 149860 h 1303443"/>
                <a:gd name="connsiteX131" fmla="*/ 957580 w 2320713"/>
                <a:gd name="connsiteY131" fmla="*/ 146897 h 1303443"/>
                <a:gd name="connsiteX132" fmla="*/ 963083 w 2320713"/>
                <a:gd name="connsiteY132" fmla="*/ 142663 h 1303443"/>
                <a:gd name="connsiteX133" fmla="*/ 978323 w 2320713"/>
                <a:gd name="connsiteY133" fmla="*/ 142663 h 1303443"/>
                <a:gd name="connsiteX134" fmla="*/ 992293 w 2320713"/>
                <a:gd name="connsiteY134" fmla="*/ 143933 h 1303443"/>
                <a:gd name="connsiteX135" fmla="*/ 994833 w 2320713"/>
                <a:gd name="connsiteY135" fmla="*/ 146897 h 1303443"/>
                <a:gd name="connsiteX136" fmla="*/ 996104 w 2320713"/>
                <a:gd name="connsiteY136" fmla="*/ 149860 h 1303443"/>
                <a:gd name="connsiteX137" fmla="*/ 1010073 w 2320713"/>
                <a:gd name="connsiteY137" fmla="*/ 163830 h 1303443"/>
                <a:gd name="connsiteX138" fmla="*/ 1015577 w 2320713"/>
                <a:gd name="connsiteY138" fmla="*/ 172297 h 1303443"/>
                <a:gd name="connsiteX139" fmla="*/ 1029546 w 2320713"/>
                <a:gd name="connsiteY139" fmla="*/ 179070 h 1303443"/>
                <a:gd name="connsiteX140" fmla="*/ 1038013 w 2320713"/>
                <a:gd name="connsiteY140" fmla="*/ 180340 h 1303443"/>
                <a:gd name="connsiteX141" fmla="*/ 1039283 w 2320713"/>
                <a:gd name="connsiteY141" fmla="*/ 177377 h 1303443"/>
                <a:gd name="connsiteX142" fmla="*/ 1047750 w 2320713"/>
                <a:gd name="connsiteY142" fmla="*/ 167640 h 1303443"/>
                <a:gd name="connsiteX143" fmla="*/ 1045210 w 2320713"/>
                <a:gd name="connsiteY143" fmla="*/ 159173 h 1303443"/>
                <a:gd name="connsiteX144" fmla="*/ 1039707 w 2320713"/>
                <a:gd name="connsiteY144" fmla="*/ 145203 h 1303443"/>
                <a:gd name="connsiteX145" fmla="*/ 1038437 w 2320713"/>
                <a:gd name="connsiteY145" fmla="*/ 140970 h 1303443"/>
                <a:gd name="connsiteX146" fmla="*/ 1027430 w 2320713"/>
                <a:gd name="connsiteY146" fmla="*/ 125730 h 1303443"/>
                <a:gd name="connsiteX147" fmla="*/ 1032933 w 2320713"/>
                <a:gd name="connsiteY147" fmla="*/ 111760 h 1303443"/>
                <a:gd name="connsiteX148" fmla="*/ 1036743 w 2320713"/>
                <a:gd name="connsiteY148" fmla="*/ 97790 h 1303443"/>
                <a:gd name="connsiteX149" fmla="*/ 1045210 w 2320713"/>
                <a:gd name="connsiteY149" fmla="*/ 83820 h 1303443"/>
                <a:gd name="connsiteX150" fmla="*/ 1056217 w 2320713"/>
                <a:gd name="connsiteY150" fmla="*/ 71543 h 1303443"/>
                <a:gd name="connsiteX151" fmla="*/ 1056217 w 2320713"/>
                <a:gd name="connsiteY151" fmla="*/ 68580 h 1303443"/>
                <a:gd name="connsiteX152" fmla="*/ 1070187 w 2320713"/>
                <a:gd name="connsiteY152" fmla="*/ 58843 h 1303443"/>
                <a:gd name="connsiteX153" fmla="*/ 1070187 w 2320713"/>
                <a:gd name="connsiteY153" fmla="*/ 55880 h 1303443"/>
                <a:gd name="connsiteX154" fmla="*/ 1071457 w 2320713"/>
                <a:gd name="connsiteY154" fmla="*/ 47413 h 1303443"/>
                <a:gd name="connsiteX155" fmla="*/ 1075690 w 2320713"/>
                <a:gd name="connsiteY155" fmla="*/ 46143 h 1303443"/>
                <a:gd name="connsiteX156" fmla="*/ 1089660 w 2320713"/>
                <a:gd name="connsiteY156" fmla="*/ 46143 h 1303443"/>
                <a:gd name="connsiteX157" fmla="*/ 1096433 w 2320713"/>
                <a:gd name="connsiteY157" fmla="*/ 46143 h 1303443"/>
                <a:gd name="connsiteX158" fmla="*/ 1110404 w 2320713"/>
                <a:gd name="connsiteY158" fmla="*/ 53340 h 1303443"/>
                <a:gd name="connsiteX159" fmla="*/ 1124373 w 2320713"/>
                <a:gd name="connsiteY159" fmla="*/ 40640 h 1303443"/>
                <a:gd name="connsiteX160" fmla="*/ 1134110 w 2320713"/>
                <a:gd name="connsiteY160" fmla="*/ 40640 h 1303443"/>
                <a:gd name="connsiteX161" fmla="*/ 1149350 w 2320713"/>
                <a:gd name="connsiteY161" fmla="*/ 41910 h 1303443"/>
                <a:gd name="connsiteX162" fmla="*/ 1163320 w 2320713"/>
                <a:gd name="connsiteY162" fmla="*/ 43180 h 1303443"/>
                <a:gd name="connsiteX163" fmla="*/ 1177290 w 2320713"/>
                <a:gd name="connsiteY163" fmla="*/ 43180 h 1303443"/>
                <a:gd name="connsiteX164" fmla="*/ 1191260 w 2320713"/>
                <a:gd name="connsiteY164" fmla="*/ 44450 h 1303443"/>
                <a:gd name="connsiteX165" fmla="*/ 1205230 w 2320713"/>
                <a:gd name="connsiteY165" fmla="*/ 51647 h 1303443"/>
                <a:gd name="connsiteX166" fmla="*/ 1219200 w 2320713"/>
                <a:gd name="connsiteY166" fmla="*/ 52917 h 1303443"/>
                <a:gd name="connsiteX167" fmla="*/ 1233170 w 2320713"/>
                <a:gd name="connsiteY167" fmla="*/ 47413 h 1303443"/>
                <a:gd name="connsiteX168" fmla="*/ 1245870 w 2320713"/>
                <a:gd name="connsiteY168" fmla="*/ 33443 h 1303443"/>
                <a:gd name="connsiteX169" fmla="*/ 1245870 w 2320713"/>
                <a:gd name="connsiteY169" fmla="*/ 23707 h 1303443"/>
                <a:gd name="connsiteX170" fmla="*/ 1248833 w 2320713"/>
                <a:gd name="connsiteY170" fmla="*/ 20743 h 1303443"/>
                <a:gd name="connsiteX171" fmla="*/ 1247563 w 2320713"/>
                <a:gd name="connsiteY171" fmla="*/ 6773 h 1303443"/>
                <a:gd name="connsiteX172" fmla="*/ 1261533 w 2320713"/>
                <a:gd name="connsiteY172" fmla="*/ 8043 h 1303443"/>
                <a:gd name="connsiteX173" fmla="*/ 1275504 w 2320713"/>
                <a:gd name="connsiteY173" fmla="*/ 11007 h 1303443"/>
                <a:gd name="connsiteX174" fmla="*/ 1289473 w 2320713"/>
                <a:gd name="connsiteY174" fmla="*/ 16510 h 1303443"/>
                <a:gd name="connsiteX175" fmla="*/ 1303443 w 2320713"/>
                <a:gd name="connsiteY175" fmla="*/ 17780 h 1303443"/>
                <a:gd name="connsiteX176" fmla="*/ 1318683 w 2320713"/>
                <a:gd name="connsiteY176" fmla="*/ 20743 h 1303443"/>
                <a:gd name="connsiteX177" fmla="*/ 1332654 w 2320713"/>
                <a:gd name="connsiteY177" fmla="*/ 9737 h 1303443"/>
                <a:gd name="connsiteX178" fmla="*/ 1346623 w 2320713"/>
                <a:gd name="connsiteY178" fmla="*/ 4233 h 1303443"/>
                <a:gd name="connsiteX179" fmla="*/ 1357630 w 2320713"/>
                <a:gd name="connsiteY179" fmla="*/ 0 h 1303443"/>
                <a:gd name="connsiteX180" fmla="*/ 1371600 w 2320713"/>
                <a:gd name="connsiteY180" fmla="*/ 1270 h 1303443"/>
                <a:gd name="connsiteX181" fmla="*/ 1378797 w 2320713"/>
                <a:gd name="connsiteY181" fmla="*/ 2540 h 1303443"/>
                <a:gd name="connsiteX182" fmla="*/ 1387263 w 2320713"/>
                <a:gd name="connsiteY182" fmla="*/ 2540 h 1303443"/>
                <a:gd name="connsiteX183" fmla="*/ 1388533 w 2320713"/>
                <a:gd name="connsiteY183" fmla="*/ 1270 h 1303443"/>
                <a:gd name="connsiteX184" fmla="*/ 1391497 w 2320713"/>
                <a:gd name="connsiteY184" fmla="*/ 5503 h 1303443"/>
                <a:gd name="connsiteX185" fmla="*/ 1397000 w 2320713"/>
                <a:gd name="connsiteY185" fmla="*/ 12700 h 1303443"/>
                <a:gd name="connsiteX186" fmla="*/ 1410970 w 2320713"/>
                <a:gd name="connsiteY186" fmla="*/ 2963 h 1303443"/>
                <a:gd name="connsiteX187" fmla="*/ 1424940 w 2320713"/>
                <a:gd name="connsiteY187" fmla="*/ 1693 h 1303443"/>
                <a:gd name="connsiteX188" fmla="*/ 1438910 w 2320713"/>
                <a:gd name="connsiteY188" fmla="*/ 10160 h 1303443"/>
                <a:gd name="connsiteX189" fmla="*/ 1452457 w 2320713"/>
                <a:gd name="connsiteY189" fmla="*/ 24130 h 1303443"/>
                <a:gd name="connsiteX190" fmla="*/ 1459654 w 2320713"/>
                <a:gd name="connsiteY190" fmla="*/ 25400 h 1303443"/>
                <a:gd name="connsiteX191" fmla="*/ 1468120 w 2320713"/>
                <a:gd name="connsiteY191" fmla="*/ 40640 h 1303443"/>
                <a:gd name="connsiteX192" fmla="*/ 1469390 w 2320713"/>
                <a:gd name="connsiteY192" fmla="*/ 54610 h 1303443"/>
                <a:gd name="connsiteX193" fmla="*/ 1484630 w 2320713"/>
                <a:gd name="connsiteY193" fmla="*/ 67310 h 1303443"/>
                <a:gd name="connsiteX194" fmla="*/ 1498600 w 2320713"/>
                <a:gd name="connsiteY194" fmla="*/ 78317 h 1303443"/>
                <a:gd name="connsiteX195" fmla="*/ 1504104 w 2320713"/>
                <a:gd name="connsiteY195" fmla="*/ 80857 h 1303443"/>
                <a:gd name="connsiteX196" fmla="*/ 1512570 w 2320713"/>
                <a:gd name="connsiteY196" fmla="*/ 85090 h 1303443"/>
                <a:gd name="connsiteX197" fmla="*/ 1522307 w 2320713"/>
                <a:gd name="connsiteY197" fmla="*/ 99060 h 1303443"/>
                <a:gd name="connsiteX198" fmla="*/ 1508337 w 2320713"/>
                <a:gd name="connsiteY198" fmla="*/ 106257 h 1303443"/>
                <a:gd name="connsiteX199" fmla="*/ 1494367 w 2320713"/>
                <a:gd name="connsiteY199" fmla="*/ 109220 h 1303443"/>
                <a:gd name="connsiteX200" fmla="*/ 1488863 w 2320713"/>
                <a:gd name="connsiteY200" fmla="*/ 110490 h 1303443"/>
                <a:gd name="connsiteX201" fmla="*/ 1480397 w 2320713"/>
                <a:gd name="connsiteY201" fmla="*/ 113453 h 1303443"/>
                <a:gd name="connsiteX202" fmla="*/ 1480397 w 2320713"/>
                <a:gd name="connsiteY202" fmla="*/ 116417 h 1303443"/>
                <a:gd name="connsiteX203" fmla="*/ 1494367 w 2320713"/>
                <a:gd name="connsiteY203" fmla="*/ 129117 h 1303443"/>
                <a:gd name="connsiteX204" fmla="*/ 1502833 w 2320713"/>
                <a:gd name="connsiteY204" fmla="*/ 143087 h 1303443"/>
                <a:gd name="connsiteX205" fmla="*/ 1499870 w 2320713"/>
                <a:gd name="connsiteY205" fmla="*/ 157057 h 1303443"/>
                <a:gd name="connsiteX206" fmla="*/ 1509607 w 2320713"/>
                <a:gd name="connsiteY206" fmla="*/ 162560 h 1303443"/>
                <a:gd name="connsiteX207" fmla="*/ 1512570 w 2320713"/>
                <a:gd name="connsiteY207" fmla="*/ 162560 h 1303443"/>
                <a:gd name="connsiteX208" fmla="*/ 1511300 w 2320713"/>
                <a:gd name="connsiteY208" fmla="*/ 176530 h 1303443"/>
                <a:gd name="connsiteX209" fmla="*/ 1507067 w 2320713"/>
                <a:gd name="connsiteY209" fmla="*/ 177800 h 1303443"/>
                <a:gd name="connsiteX210" fmla="*/ 1504104 w 2320713"/>
                <a:gd name="connsiteY210" fmla="*/ 179070 h 1303443"/>
                <a:gd name="connsiteX211" fmla="*/ 1508337 w 2320713"/>
                <a:gd name="connsiteY211" fmla="*/ 182033 h 1303443"/>
                <a:gd name="connsiteX212" fmla="*/ 1522307 w 2320713"/>
                <a:gd name="connsiteY212" fmla="*/ 180763 h 1303443"/>
                <a:gd name="connsiteX213" fmla="*/ 1536277 w 2320713"/>
                <a:gd name="connsiteY213" fmla="*/ 182033 h 1303443"/>
                <a:gd name="connsiteX214" fmla="*/ 1540510 w 2320713"/>
                <a:gd name="connsiteY214" fmla="*/ 182033 h 1303443"/>
                <a:gd name="connsiteX215" fmla="*/ 1554480 w 2320713"/>
                <a:gd name="connsiteY215" fmla="*/ 183303 h 1303443"/>
                <a:gd name="connsiteX216" fmla="*/ 1570143 w 2320713"/>
                <a:gd name="connsiteY216" fmla="*/ 193040 h 1303443"/>
                <a:gd name="connsiteX217" fmla="*/ 1584113 w 2320713"/>
                <a:gd name="connsiteY217" fmla="*/ 193040 h 1303443"/>
                <a:gd name="connsiteX218" fmla="*/ 1598083 w 2320713"/>
                <a:gd name="connsiteY218" fmla="*/ 185843 h 1303443"/>
                <a:gd name="connsiteX219" fmla="*/ 1606550 w 2320713"/>
                <a:gd name="connsiteY219" fmla="*/ 185843 h 1303443"/>
                <a:gd name="connsiteX220" fmla="*/ 1609090 w 2320713"/>
                <a:gd name="connsiteY220" fmla="*/ 187113 h 1303443"/>
                <a:gd name="connsiteX221" fmla="*/ 1623060 w 2320713"/>
                <a:gd name="connsiteY221" fmla="*/ 195580 h 1303443"/>
                <a:gd name="connsiteX222" fmla="*/ 1627293 w 2320713"/>
                <a:gd name="connsiteY222" fmla="*/ 204047 h 1303443"/>
                <a:gd name="connsiteX223" fmla="*/ 1641263 w 2320713"/>
                <a:gd name="connsiteY223" fmla="*/ 212513 h 1303443"/>
                <a:gd name="connsiteX224" fmla="*/ 1655233 w 2320713"/>
                <a:gd name="connsiteY224" fmla="*/ 213783 h 1303443"/>
                <a:gd name="connsiteX225" fmla="*/ 1651000 w 2320713"/>
                <a:gd name="connsiteY225" fmla="*/ 227753 h 1303443"/>
                <a:gd name="connsiteX226" fmla="*/ 1659467 w 2320713"/>
                <a:gd name="connsiteY226" fmla="*/ 234950 h 1303443"/>
                <a:gd name="connsiteX227" fmla="*/ 1664970 w 2320713"/>
                <a:gd name="connsiteY227" fmla="*/ 250190 h 1303443"/>
                <a:gd name="connsiteX228" fmla="*/ 1675977 w 2320713"/>
                <a:gd name="connsiteY228" fmla="*/ 264160 h 1303443"/>
                <a:gd name="connsiteX229" fmla="*/ 1673437 w 2320713"/>
                <a:gd name="connsiteY229" fmla="*/ 276860 h 1303443"/>
                <a:gd name="connsiteX230" fmla="*/ 1674707 w 2320713"/>
                <a:gd name="connsiteY230" fmla="*/ 292100 h 1303443"/>
                <a:gd name="connsiteX231" fmla="*/ 1683173 w 2320713"/>
                <a:gd name="connsiteY231" fmla="*/ 306070 h 1303443"/>
                <a:gd name="connsiteX232" fmla="*/ 1698413 w 2320713"/>
                <a:gd name="connsiteY232" fmla="*/ 312843 h 1303443"/>
                <a:gd name="connsiteX233" fmla="*/ 1700954 w 2320713"/>
                <a:gd name="connsiteY233" fmla="*/ 320887 h 1303443"/>
                <a:gd name="connsiteX234" fmla="*/ 1714923 w 2320713"/>
                <a:gd name="connsiteY234" fmla="*/ 326813 h 1303443"/>
                <a:gd name="connsiteX235" fmla="*/ 1719157 w 2320713"/>
                <a:gd name="connsiteY235" fmla="*/ 325120 h 1303443"/>
                <a:gd name="connsiteX236" fmla="*/ 1733127 w 2320713"/>
                <a:gd name="connsiteY236" fmla="*/ 314113 h 1303443"/>
                <a:gd name="connsiteX237" fmla="*/ 1738630 w 2320713"/>
                <a:gd name="connsiteY237" fmla="*/ 312843 h 1303443"/>
                <a:gd name="connsiteX238" fmla="*/ 1753870 w 2320713"/>
                <a:gd name="connsiteY238" fmla="*/ 311573 h 1303443"/>
                <a:gd name="connsiteX239" fmla="*/ 1767840 w 2320713"/>
                <a:gd name="connsiteY239" fmla="*/ 314537 h 1303443"/>
                <a:gd name="connsiteX240" fmla="*/ 1781810 w 2320713"/>
                <a:gd name="connsiteY240" fmla="*/ 327237 h 1303443"/>
                <a:gd name="connsiteX241" fmla="*/ 1792817 w 2320713"/>
                <a:gd name="connsiteY241" fmla="*/ 336973 h 1303443"/>
                <a:gd name="connsiteX242" fmla="*/ 1800860 w 2320713"/>
                <a:gd name="connsiteY242" fmla="*/ 335703 h 1303443"/>
                <a:gd name="connsiteX243" fmla="*/ 1816100 w 2320713"/>
                <a:gd name="connsiteY243" fmla="*/ 334433 h 1303443"/>
                <a:gd name="connsiteX244" fmla="*/ 1830070 w 2320713"/>
                <a:gd name="connsiteY244" fmla="*/ 348403 h 1303443"/>
                <a:gd name="connsiteX245" fmla="*/ 1844040 w 2320713"/>
                <a:gd name="connsiteY245" fmla="*/ 341630 h 1303443"/>
                <a:gd name="connsiteX246" fmla="*/ 1858010 w 2320713"/>
                <a:gd name="connsiteY246" fmla="*/ 333163 h 1303443"/>
                <a:gd name="connsiteX247" fmla="*/ 1862243 w 2320713"/>
                <a:gd name="connsiteY247" fmla="*/ 331893 h 1303443"/>
                <a:gd name="connsiteX248" fmla="*/ 1874520 w 2320713"/>
                <a:gd name="connsiteY248" fmla="*/ 327660 h 1303443"/>
                <a:gd name="connsiteX249" fmla="*/ 1882987 w 2320713"/>
                <a:gd name="connsiteY249" fmla="*/ 327660 h 1303443"/>
                <a:gd name="connsiteX250" fmla="*/ 1896957 w 2320713"/>
                <a:gd name="connsiteY250" fmla="*/ 327660 h 1303443"/>
                <a:gd name="connsiteX251" fmla="*/ 1910927 w 2320713"/>
                <a:gd name="connsiteY251" fmla="*/ 323427 h 1303443"/>
                <a:gd name="connsiteX252" fmla="*/ 1924897 w 2320713"/>
                <a:gd name="connsiteY252" fmla="*/ 313690 h 1303443"/>
                <a:gd name="connsiteX253" fmla="*/ 1938867 w 2320713"/>
                <a:gd name="connsiteY253" fmla="*/ 314960 h 1303443"/>
                <a:gd name="connsiteX254" fmla="*/ 1948604 w 2320713"/>
                <a:gd name="connsiteY254" fmla="*/ 330200 h 1303443"/>
                <a:gd name="connsiteX255" fmla="*/ 1962573 w 2320713"/>
                <a:gd name="connsiteY255" fmla="*/ 338667 h 1303443"/>
                <a:gd name="connsiteX256" fmla="*/ 1968077 w 2320713"/>
                <a:gd name="connsiteY256" fmla="*/ 352637 h 1303443"/>
                <a:gd name="connsiteX257" fmla="*/ 1980777 w 2320713"/>
                <a:gd name="connsiteY257" fmla="*/ 366607 h 1303443"/>
                <a:gd name="connsiteX258" fmla="*/ 1994747 w 2320713"/>
                <a:gd name="connsiteY258" fmla="*/ 373380 h 1303443"/>
                <a:gd name="connsiteX259" fmla="*/ 2008717 w 2320713"/>
                <a:gd name="connsiteY259" fmla="*/ 380153 h 1303443"/>
                <a:gd name="connsiteX260" fmla="*/ 2011257 w 2320713"/>
                <a:gd name="connsiteY260" fmla="*/ 383117 h 1303443"/>
                <a:gd name="connsiteX261" fmla="*/ 2014220 w 2320713"/>
                <a:gd name="connsiteY261" fmla="*/ 384387 h 1303443"/>
                <a:gd name="connsiteX262" fmla="*/ 2023957 w 2320713"/>
                <a:gd name="connsiteY262" fmla="*/ 399627 h 1303443"/>
                <a:gd name="connsiteX263" fmla="*/ 2029460 w 2320713"/>
                <a:gd name="connsiteY263" fmla="*/ 395393 h 1303443"/>
                <a:gd name="connsiteX264" fmla="*/ 2043430 w 2320713"/>
                <a:gd name="connsiteY264" fmla="*/ 382693 h 1303443"/>
                <a:gd name="connsiteX265" fmla="*/ 2042160 w 2320713"/>
                <a:gd name="connsiteY265" fmla="*/ 379730 h 1303443"/>
                <a:gd name="connsiteX266" fmla="*/ 2050627 w 2320713"/>
                <a:gd name="connsiteY266" fmla="*/ 372957 h 1303443"/>
                <a:gd name="connsiteX267" fmla="*/ 2064597 w 2320713"/>
                <a:gd name="connsiteY267" fmla="*/ 382693 h 1303443"/>
                <a:gd name="connsiteX268" fmla="*/ 2073063 w 2320713"/>
                <a:gd name="connsiteY268" fmla="*/ 385657 h 1303443"/>
                <a:gd name="connsiteX269" fmla="*/ 2087033 w 2320713"/>
                <a:gd name="connsiteY269" fmla="*/ 391160 h 1303443"/>
                <a:gd name="connsiteX270" fmla="*/ 2102273 w 2320713"/>
                <a:gd name="connsiteY270" fmla="*/ 389890 h 1303443"/>
                <a:gd name="connsiteX271" fmla="*/ 2116244 w 2320713"/>
                <a:gd name="connsiteY271" fmla="*/ 399627 h 1303443"/>
                <a:gd name="connsiteX272" fmla="*/ 2130213 w 2320713"/>
                <a:gd name="connsiteY272" fmla="*/ 402590 h 1303443"/>
                <a:gd name="connsiteX273" fmla="*/ 2145454 w 2320713"/>
                <a:gd name="connsiteY273" fmla="*/ 415290 h 1303443"/>
                <a:gd name="connsiteX274" fmla="*/ 2159423 w 2320713"/>
                <a:gd name="connsiteY274" fmla="*/ 414020 h 1303443"/>
                <a:gd name="connsiteX275" fmla="*/ 2173394 w 2320713"/>
                <a:gd name="connsiteY275" fmla="*/ 403013 h 1303443"/>
                <a:gd name="connsiteX276" fmla="*/ 2183130 w 2320713"/>
                <a:gd name="connsiteY276" fmla="*/ 416983 h 1303443"/>
                <a:gd name="connsiteX277" fmla="*/ 2198370 w 2320713"/>
                <a:gd name="connsiteY277" fmla="*/ 426720 h 1303443"/>
                <a:gd name="connsiteX278" fmla="*/ 2212340 w 2320713"/>
                <a:gd name="connsiteY278" fmla="*/ 422487 h 1303443"/>
                <a:gd name="connsiteX279" fmla="*/ 2226310 w 2320713"/>
                <a:gd name="connsiteY279" fmla="*/ 426720 h 1303443"/>
                <a:gd name="connsiteX280" fmla="*/ 2236047 w 2320713"/>
                <a:gd name="connsiteY280" fmla="*/ 441960 h 1303443"/>
                <a:gd name="connsiteX281" fmla="*/ 2247054 w 2320713"/>
                <a:gd name="connsiteY281" fmla="*/ 449157 h 1303443"/>
                <a:gd name="connsiteX282" fmla="*/ 2262294 w 2320713"/>
                <a:gd name="connsiteY282" fmla="*/ 455930 h 1303443"/>
                <a:gd name="connsiteX283" fmla="*/ 2276263 w 2320713"/>
                <a:gd name="connsiteY283" fmla="*/ 454660 h 1303443"/>
                <a:gd name="connsiteX284" fmla="*/ 2283037 w 2320713"/>
                <a:gd name="connsiteY284" fmla="*/ 447887 h 1303443"/>
                <a:gd name="connsiteX285" fmla="*/ 2286000 w 2320713"/>
                <a:gd name="connsiteY285" fmla="*/ 446617 h 1303443"/>
                <a:gd name="connsiteX286" fmla="*/ 2299970 w 2320713"/>
                <a:gd name="connsiteY286" fmla="*/ 447887 h 1303443"/>
                <a:gd name="connsiteX287" fmla="*/ 2304204 w 2320713"/>
                <a:gd name="connsiteY287" fmla="*/ 449157 h 1303443"/>
                <a:gd name="connsiteX288" fmla="*/ 2295737 w 2320713"/>
                <a:gd name="connsiteY288" fmla="*/ 463127 h 1303443"/>
                <a:gd name="connsiteX289" fmla="*/ 2301240 w 2320713"/>
                <a:gd name="connsiteY289" fmla="*/ 477097 h 1303443"/>
                <a:gd name="connsiteX290" fmla="*/ 2308013 w 2320713"/>
                <a:gd name="connsiteY290" fmla="*/ 484293 h 1303443"/>
                <a:gd name="connsiteX291" fmla="*/ 2315210 w 2320713"/>
                <a:gd name="connsiteY291" fmla="*/ 498263 h 1303443"/>
                <a:gd name="connsiteX292" fmla="*/ 2308013 w 2320713"/>
                <a:gd name="connsiteY292" fmla="*/ 513503 h 1303443"/>
                <a:gd name="connsiteX293" fmla="*/ 2297007 w 2320713"/>
                <a:gd name="connsiteY293" fmla="*/ 521970 h 1303443"/>
                <a:gd name="connsiteX294" fmla="*/ 2292773 w 2320713"/>
                <a:gd name="connsiteY294" fmla="*/ 537210 h 1303443"/>
                <a:gd name="connsiteX295" fmla="*/ 2278804 w 2320713"/>
                <a:gd name="connsiteY295" fmla="*/ 537210 h 1303443"/>
                <a:gd name="connsiteX296" fmla="*/ 2266104 w 2320713"/>
                <a:gd name="connsiteY296" fmla="*/ 541443 h 1303443"/>
                <a:gd name="connsiteX297" fmla="*/ 2269067 w 2320713"/>
                <a:gd name="connsiteY297" fmla="*/ 555413 h 1303443"/>
                <a:gd name="connsiteX298" fmla="*/ 2273300 w 2320713"/>
                <a:gd name="connsiteY298" fmla="*/ 562187 h 1303443"/>
                <a:gd name="connsiteX299" fmla="*/ 2287270 w 2320713"/>
                <a:gd name="connsiteY299" fmla="*/ 565150 h 1303443"/>
                <a:gd name="connsiteX300" fmla="*/ 2302510 w 2320713"/>
                <a:gd name="connsiteY300" fmla="*/ 569383 h 1303443"/>
                <a:gd name="connsiteX301" fmla="*/ 2305473 w 2320713"/>
                <a:gd name="connsiteY301" fmla="*/ 566420 h 1303443"/>
                <a:gd name="connsiteX302" fmla="*/ 2306744 w 2320713"/>
                <a:gd name="connsiteY302" fmla="*/ 580390 h 1303443"/>
                <a:gd name="connsiteX303" fmla="*/ 2292773 w 2320713"/>
                <a:gd name="connsiteY303" fmla="*/ 577850 h 1303443"/>
                <a:gd name="connsiteX304" fmla="*/ 2278804 w 2320713"/>
                <a:gd name="connsiteY304" fmla="*/ 579120 h 1303443"/>
                <a:gd name="connsiteX305" fmla="*/ 2270337 w 2320713"/>
                <a:gd name="connsiteY305" fmla="*/ 593090 h 1303443"/>
                <a:gd name="connsiteX306" fmla="*/ 2267373 w 2320713"/>
                <a:gd name="connsiteY306" fmla="*/ 605790 h 1303443"/>
                <a:gd name="connsiteX307" fmla="*/ 2268644 w 2320713"/>
                <a:gd name="connsiteY307" fmla="*/ 613833 h 1303443"/>
                <a:gd name="connsiteX308" fmla="*/ 2283883 w 2320713"/>
                <a:gd name="connsiteY308" fmla="*/ 613833 h 1303443"/>
                <a:gd name="connsiteX309" fmla="*/ 2296583 w 2320713"/>
                <a:gd name="connsiteY309" fmla="*/ 629073 h 1303443"/>
                <a:gd name="connsiteX310" fmla="*/ 2303780 w 2320713"/>
                <a:gd name="connsiteY310" fmla="*/ 643043 h 1303443"/>
                <a:gd name="connsiteX311" fmla="*/ 2308013 w 2320713"/>
                <a:gd name="connsiteY311" fmla="*/ 649817 h 1303443"/>
                <a:gd name="connsiteX312" fmla="*/ 2299970 w 2320713"/>
                <a:gd name="connsiteY312" fmla="*/ 657013 h 1303443"/>
                <a:gd name="connsiteX313" fmla="*/ 2305473 w 2320713"/>
                <a:gd name="connsiteY313" fmla="*/ 661247 h 1303443"/>
                <a:gd name="connsiteX314" fmla="*/ 2306744 w 2320713"/>
                <a:gd name="connsiteY314" fmla="*/ 662517 h 1303443"/>
                <a:gd name="connsiteX315" fmla="*/ 2312670 w 2320713"/>
                <a:gd name="connsiteY315" fmla="*/ 662517 h 1303443"/>
                <a:gd name="connsiteX316" fmla="*/ 2319444 w 2320713"/>
                <a:gd name="connsiteY316" fmla="*/ 661247 h 1303443"/>
                <a:gd name="connsiteX317" fmla="*/ 2320713 w 2320713"/>
                <a:gd name="connsiteY317" fmla="*/ 670983 h 1303443"/>
                <a:gd name="connsiteX318" fmla="*/ 2319444 w 2320713"/>
                <a:gd name="connsiteY318" fmla="*/ 672253 h 1303443"/>
                <a:gd name="connsiteX319" fmla="*/ 2309707 w 2320713"/>
                <a:gd name="connsiteY319" fmla="*/ 686223 h 1303443"/>
                <a:gd name="connsiteX320" fmla="*/ 2305473 w 2320713"/>
                <a:gd name="connsiteY320" fmla="*/ 697230 h 1303443"/>
                <a:gd name="connsiteX321" fmla="*/ 2308013 w 2320713"/>
                <a:gd name="connsiteY321" fmla="*/ 701463 h 1303443"/>
                <a:gd name="connsiteX322" fmla="*/ 2301240 w 2320713"/>
                <a:gd name="connsiteY322" fmla="*/ 709930 h 1303443"/>
                <a:gd name="connsiteX323" fmla="*/ 2302510 w 2320713"/>
                <a:gd name="connsiteY323" fmla="*/ 723900 h 1303443"/>
                <a:gd name="connsiteX324" fmla="*/ 2302510 w 2320713"/>
                <a:gd name="connsiteY324" fmla="*/ 734907 h 1303443"/>
                <a:gd name="connsiteX325" fmla="*/ 2301240 w 2320713"/>
                <a:gd name="connsiteY325" fmla="*/ 736177 h 1303443"/>
                <a:gd name="connsiteX326" fmla="*/ 2287270 w 2320713"/>
                <a:gd name="connsiteY326" fmla="*/ 737447 h 1303443"/>
                <a:gd name="connsiteX327" fmla="*/ 2273300 w 2320713"/>
                <a:gd name="connsiteY327" fmla="*/ 736177 h 1303443"/>
                <a:gd name="connsiteX328" fmla="*/ 2259330 w 2320713"/>
                <a:gd name="connsiteY328" fmla="*/ 736177 h 1303443"/>
                <a:gd name="connsiteX329" fmla="*/ 2245360 w 2320713"/>
                <a:gd name="connsiteY329" fmla="*/ 733213 h 1303443"/>
                <a:gd name="connsiteX330" fmla="*/ 2230120 w 2320713"/>
                <a:gd name="connsiteY330" fmla="*/ 733213 h 1303443"/>
                <a:gd name="connsiteX331" fmla="*/ 2216150 w 2320713"/>
                <a:gd name="connsiteY331" fmla="*/ 736177 h 1303443"/>
                <a:gd name="connsiteX332" fmla="*/ 2205144 w 2320713"/>
                <a:gd name="connsiteY332" fmla="*/ 731943 h 1303443"/>
                <a:gd name="connsiteX333" fmla="*/ 2191173 w 2320713"/>
                <a:gd name="connsiteY333" fmla="*/ 730673 h 1303443"/>
                <a:gd name="connsiteX334" fmla="*/ 2177204 w 2320713"/>
                <a:gd name="connsiteY334" fmla="*/ 737870 h 1303443"/>
                <a:gd name="connsiteX335" fmla="*/ 2174663 w 2320713"/>
                <a:gd name="connsiteY335" fmla="*/ 751840 h 1303443"/>
                <a:gd name="connsiteX336" fmla="*/ 2167467 w 2320713"/>
                <a:gd name="connsiteY336" fmla="*/ 760307 h 1303443"/>
                <a:gd name="connsiteX337" fmla="*/ 2160270 w 2320713"/>
                <a:gd name="connsiteY337" fmla="*/ 761577 h 1303443"/>
                <a:gd name="connsiteX338" fmla="*/ 2146300 w 2320713"/>
                <a:gd name="connsiteY338" fmla="*/ 770043 h 1303443"/>
                <a:gd name="connsiteX339" fmla="*/ 2132330 w 2320713"/>
                <a:gd name="connsiteY339" fmla="*/ 771313 h 1303443"/>
                <a:gd name="connsiteX340" fmla="*/ 2118360 w 2320713"/>
                <a:gd name="connsiteY340" fmla="*/ 781050 h 1303443"/>
                <a:gd name="connsiteX341" fmla="*/ 2115820 w 2320713"/>
                <a:gd name="connsiteY341" fmla="*/ 795020 h 1303443"/>
                <a:gd name="connsiteX342" fmla="*/ 2118360 w 2320713"/>
                <a:gd name="connsiteY342" fmla="*/ 808990 h 1303443"/>
                <a:gd name="connsiteX343" fmla="*/ 2109894 w 2320713"/>
                <a:gd name="connsiteY343" fmla="*/ 822960 h 1303443"/>
                <a:gd name="connsiteX344" fmla="*/ 2123863 w 2320713"/>
                <a:gd name="connsiteY344" fmla="*/ 825923 h 1303443"/>
                <a:gd name="connsiteX345" fmla="*/ 2114127 w 2320713"/>
                <a:gd name="connsiteY345" fmla="*/ 839893 h 1303443"/>
                <a:gd name="connsiteX346" fmla="*/ 2117090 w 2320713"/>
                <a:gd name="connsiteY346" fmla="*/ 852593 h 1303443"/>
                <a:gd name="connsiteX347" fmla="*/ 2118360 w 2320713"/>
                <a:gd name="connsiteY347" fmla="*/ 855557 h 1303443"/>
                <a:gd name="connsiteX348" fmla="*/ 2111587 w 2320713"/>
                <a:gd name="connsiteY348" fmla="*/ 862753 h 1303443"/>
                <a:gd name="connsiteX349" fmla="*/ 2097617 w 2320713"/>
                <a:gd name="connsiteY349" fmla="*/ 858520 h 1303443"/>
                <a:gd name="connsiteX350" fmla="*/ 2083647 w 2320713"/>
                <a:gd name="connsiteY350" fmla="*/ 858520 h 1303443"/>
                <a:gd name="connsiteX351" fmla="*/ 2068407 w 2320713"/>
                <a:gd name="connsiteY351" fmla="*/ 858520 h 1303443"/>
                <a:gd name="connsiteX352" fmla="*/ 2054437 w 2320713"/>
                <a:gd name="connsiteY352" fmla="*/ 862753 h 1303443"/>
                <a:gd name="connsiteX353" fmla="*/ 2040890 w 2320713"/>
                <a:gd name="connsiteY353" fmla="*/ 861483 h 1303443"/>
                <a:gd name="connsiteX354" fmla="*/ 2025650 w 2320713"/>
                <a:gd name="connsiteY354" fmla="*/ 864447 h 1303443"/>
                <a:gd name="connsiteX355" fmla="*/ 2018454 w 2320713"/>
                <a:gd name="connsiteY355" fmla="*/ 872913 h 1303443"/>
                <a:gd name="connsiteX356" fmla="*/ 2009987 w 2320713"/>
                <a:gd name="connsiteY356" fmla="*/ 886883 h 1303443"/>
                <a:gd name="connsiteX357" fmla="*/ 1996017 w 2320713"/>
                <a:gd name="connsiteY357" fmla="*/ 886883 h 1303443"/>
                <a:gd name="connsiteX358" fmla="*/ 1982047 w 2320713"/>
                <a:gd name="connsiteY358" fmla="*/ 889847 h 1303443"/>
                <a:gd name="connsiteX359" fmla="*/ 1966807 w 2320713"/>
                <a:gd name="connsiteY359" fmla="*/ 895350 h 1303443"/>
                <a:gd name="connsiteX360" fmla="*/ 1961304 w 2320713"/>
                <a:gd name="connsiteY360" fmla="*/ 898313 h 1303443"/>
                <a:gd name="connsiteX361" fmla="*/ 1946063 w 2320713"/>
                <a:gd name="connsiteY361" fmla="*/ 912283 h 1303443"/>
                <a:gd name="connsiteX362" fmla="*/ 1940560 w 2320713"/>
                <a:gd name="connsiteY362" fmla="*/ 926253 h 1303443"/>
                <a:gd name="connsiteX363" fmla="*/ 1926590 w 2320713"/>
                <a:gd name="connsiteY363" fmla="*/ 912283 h 1303443"/>
                <a:gd name="connsiteX364" fmla="*/ 1912620 w 2320713"/>
                <a:gd name="connsiteY364" fmla="*/ 912283 h 1303443"/>
                <a:gd name="connsiteX365" fmla="*/ 1898650 w 2320713"/>
                <a:gd name="connsiteY365" fmla="*/ 916517 h 1303443"/>
                <a:gd name="connsiteX366" fmla="*/ 1884680 w 2320713"/>
                <a:gd name="connsiteY366" fmla="*/ 922020 h 1303443"/>
                <a:gd name="connsiteX367" fmla="*/ 1870710 w 2320713"/>
                <a:gd name="connsiteY367" fmla="*/ 935990 h 1303443"/>
                <a:gd name="connsiteX368" fmla="*/ 1856740 w 2320713"/>
                <a:gd name="connsiteY368" fmla="*/ 930487 h 1303443"/>
                <a:gd name="connsiteX369" fmla="*/ 1843193 w 2320713"/>
                <a:gd name="connsiteY369" fmla="*/ 929217 h 1303443"/>
                <a:gd name="connsiteX370" fmla="*/ 1827530 w 2320713"/>
                <a:gd name="connsiteY370" fmla="*/ 931757 h 1303443"/>
                <a:gd name="connsiteX371" fmla="*/ 1813560 w 2320713"/>
                <a:gd name="connsiteY371" fmla="*/ 935990 h 1303443"/>
                <a:gd name="connsiteX372" fmla="*/ 1799590 w 2320713"/>
                <a:gd name="connsiteY372" fmla="*/ 948267 h 1303443"/>
                <a:gd name="connsiteX373" fmla="*/ 1785620 w 2320713"/>
                <a:gd name="connsiteY373" fmla="*/ 960967 h 1303443"/>
                <a:gd name="connsiteX374" fmla="*/ 1771650 w 2320713"/>
                <a:gd name="connsiteY374" fmla="*/ 967740 h 1303443"/>
                <a:gd name="connsiteX375" fmla="*/ 1758950 w 2320713"/>
                <a:gd name="connsiteY375" fmla="*/ 981710 h 1303443"/>
                <a:gd name="connsiteX376" fmla="*/ 1749213 w 2320713"/>
                <a:gd name="connsiteY376" fmla="*/ 996950 h 1303443"/>
                <a:gd name="connsiteX377" fmla="*/ 1743710 w 2320713"/>
                <a:gd name="connsiteY377" fmla="*/ 1006687 h 1303443"/>
                <a:gd name="connsiteX378" fmla="*/ 1729740 w 2320713"/>
                <a:gd name="connsiteY378" fmla="*/ 1020657 h 1303443"/>
                <a:gd name="connsiteX379" fmla="*/ 1715770 w 2320713"/>
                <a:gd name="connsiteY379" fmla="*/ 1026160 h 1303443"/>
                <a:gd name="connsiteX380" fmla="*/ 1715770 w 2320713"/>
                <a:gd name="connsiteY380" fmla="*/ 1021927 h 1303443"/>
                <a:gd name="connsiteX381" fmla="*/ 1723813 w 2320713"/>
                <a:gd name="connsiteY381" fmla="*/ 1013460 h 1303443"/>
                <a:gd name="connsiteX382" fmla="*/ 1739054 w 2320713"/>
                <a:gd name="connsiteY382" fmla="*/ 1009227 h 1303443"/>
                <a:gd name="connsiteX383" fmla="*/ 1747097 w 2320713"/>
                <a:gd name="connsiteY383" fmla="*/ 995257 h 1303443"/>
                <a:gd name="connsiteX384" fmla="*/ 1744133 w 2320713"/>
                <a:gd name="connsiteY384" fmla="*/ 980017 h 1303443"/>
                <a:gd name="connsiteX385" fmla="*/ 1744133 w 2320713"/>
                <a:gd name="connsiteY385" fmla="*/ 966047 h 1303443"/>
                <a:gd name="connsiteX386" fmla="*/ 1730163 w 2320713"/>
                <a:gd name="connsiteY386" fmla="*/ 960543 h 1303443"/>
                <a:gd name="connsiteX387" fmla="*/ 1735667 w 2320713"/>
                <a:gd name="connsiteY387" fmla="*/ 975783 h 1303443"/>
                <a:gd name="connsiteX388" fmla="*/ 1725930 w 2320713"/>
                <a:gd name="connsiteY388" fmla="*/ 989753 h 1303443"/>
                <a:gd name="connsiteX389" fmla="*/ 1712383 w 2320713"/>
                <a:gd name="connsiteY389" fmla="*/ 998220 h 1303443"/>
                <a:gd name="connsiteX390" fmla="*/ 1705187 w 2320713"/>
                <a:gd name="connsiteY390" fmla="*/ 999490 h 1303443"/>
                <a:gd name="connsiteX391" fmla="*/ 1691217 w 2320713"/>
                <a:gd name="connsiteY391" fmla="*/ 1004993 h 1303443"/>
                <a:gd name="connsiteX392" fmla="*/ 1691217 w 2320713"/>
                <a:gd name="connsiteY392" fmla="*/ 1018963 h 1303443"/>
                <a:gd name="connsiteX393" fmla="*/ 1695450 w 2320713"/>
                <a:gd name="connsiteY393" fmla="*/ 1032933 h 1303443"/>
                <a:gd name="connsiteX394" fmla="*/ 1696720 w 2320713"/>
                <a:gd name="connsiteY394" fmla="*/ 1037167 h 1303443"/>
                <a:gd name="connsiteX395" fmla="*/ 1702223 w 2320713"/>
                <a:gd name="connsiteY395" fmla="*/ 1051137 h 1303443"/>
                <a:gd name="connsiteX396" fmla="*/ 1710690 w 2320713"/>
                <a:gd name="connsiteY396" fmla="*/ 1065107 h 1303443"/>
                <a:gd name="connsiteX397" fmla="*/ 1719157 w 2320713"/>
                <a:gd name="connsiteY397" fmla="*/ 1079077 h 1303443"/>
                <a:gd name="connsiteX398" fmla="*/ 1721697 w 2320713"/>
                <a:gd name="connsiteY398" fmla="*/ 1083310 h 1303443"/>
                <a:gd name="connsiteX399" fmla="*/ 1722967 w 2320713"/>
                <a:gd name="connsiteY399" fmla="*/ 1083310 h 1303443"/>
                <a:gd name="connsiteX400" fmla="*/ 1732704 w 2320713"/>
                <a:gd name="connsiteY400" fmla="*/ 1097280 h 1303443"/>
                <a:gd name="connsiteX401" fmla="*/ 1746673 w 2320713"/>
                <a:gd name="connsiteY401" fmla="*/ 1112520 h 1303443"/>
                <a:gd name="connsiteX402" fmla="*/ 1758104 w 2320713"/>
                <a:gd name="connsiteY402" fmla="*/ 1126490 h 1303443"/>
                <a:gd name="connsiteX403" fmla="*/ 1772073 w 2320713"/>
                <a:gd name="connsiteY403" fmla="*/ 1140460 h 1303443"/>
                <a:gd name="connsiteX404" fmla="*/ 1786043 w 2320713"/>
                <a:gd name="connsiteY404" fmla="*/ 1148927 h 1303443"/>
                <a:gd name="connsiteX405" fmla="*/ 1800013 w 2320713"/>
                <a:gd name="connsiteY405" fmla="*/ 1156123 h 1303443"/>
                <a:gd name="connsiteX406" fmla="*/ 1813983 w 2320713"/>
                <a:gd name="connsiteY406" fmla="*/ 1150620 h 1303443"/>
                <a:gd name="connsiteX407" fmla="*/ 1827954 w 2320713"/>
                <a:gd name="connsiteY407" fmla="*/ 1142153 h 1303443"/>
                <a:gd name="connsiteX408" fmla="*/ 1834727 w 2320713"/>
                <a:gd name="connsiteY408" fmla="*/ 1128183 h 1303443"/>
                <a:gd name="connsiteX409" fmla="*/ 1848697 w 2320713"/>
                <a:gd name="connsiteY409" fmla="*/ 1139190 h 1303443"/>
                <a:gd name="connsiteX410" fmla="*/ 1851660 w 2320713"/>
                <a:gd name="connsiteY410" fmla="*/ 1140460 h 1303443"/>
                <a:gd name="connsiteX411" fmla="*/ 1865630 w 2320713"/>
                <a:gd name="connsiteY411" fmla="*/ 1143423 h 1303443"/>
                <a:gd name="connsiteX412" fmla="*/ 1875367 w 2320713"/>
                <a:gd name="connsiteY412" fmla="*/ 1129453 h 1303443"/>
                <a:gd name="connsiteX413" fmla="*/ 1889337 w 2320713"/>
                <a:gd name="connsiteY413" fmla="*/ 1126490 h 1303443"/>
                <a:gd name="connsiteX414" fmla="*/ 1904577 w 2320713"/>
                <a:gd name="connsiteY414" fmla="*/ 1127760 h 1303443"/>
                <a:gd name="connsiteX415" fmla="*/ 1918547 w 2320713"/>
                <a:gd name="connsiteY415" fmla="*/ 1130723 h 1303443"/>
                <a:gd name="connsiteX416" fmla="*/ 1932517 w 2320713"/>
                <a:gd name="connsiteY416" fmla="*/ 1136227 h 1303443"/>
                <a:gd name="connsiteX417" fmla="*/ 1946487 w 2320713"/>
                <a:gd name="connsiteY417" fmla="*/ 1145963 h 1303443"/>
                <a:gd name="connsiteX418" fmla="*/ 1942254 w 2320713"/>
                <a:gd name="connsiteY418" fmla="*/ 1148927 h 1303443"/>
                <a:gd name="connsiteX419" fmla="*/ 1928283 w 2320713"/>
                <a:gd name="connsiteY419" fmla="*/ 1151890 h 1303443"/>
                <a:gd name="connsiteX420" fmla="*/ 1919817 w 2320713"/>
                <a:gd name="connsiteY420" fmla="*/ 1165860 h 1303443"/>
                <a:gd name="connsiteX421" fmla="*/ 1921087 w 2320713"/>
                <a:gd name="connsiteY421" fmla="*/ 1181100 h 1303443"/>
                <a:gd name="connsiteX422" fmla="*/ 1919817 w 2320713"/>
                <a:gd name="connsiteY422" fmla="*/ 1195070 h 1303443"/>
                <a:gd name="connsiteX423" fmla="*/ 1905847 w 2320713"/>
                <a:gd name="connsiteY423" fmla="*/ 1196763 h 1303443"/>
                <a:gd name="connsiteX424" fmla="*/ 1891877 w 2320713"/>
                <a:gd name="connsiteY424" fmla="*/ 1200997 h 1303443"/>
                <a:gd name="connsiteX425" fmla="*/ 1883410 w 2320713"/>
                <a:gd name="connsiteY425" fmla="*/ 1198033 h 1303443"/>
                <a:gd name="connsiteX426" fmla="*/ 1869440 w 2320713"/>
                <a:gd name="connsiteY426" fmla="*/ 1203537 h 1303443"/>
                <a:gd name="connsiteX427" fmla="*/ 1863937 w 2320713"/>
                <a:gd name="connsiteY427" fmla="*/ 1203537 h 1303443"/>
                <a:gd name="connsiteX428" fmla="*/ 1862667 w 2320713"/>
                <a:gd name="connsiteY428" fmla="*/ 1202267 h 1303443"/>
                <a:gd name="connsiteX429" fmla="*/ 1860127 w 2320713"/>
                <a:gd name="connsiteY429" fmla="*/ 1203537 h 1303443"/>
                <a:gd name="connsiteX430" fmla="*/ 1847427 w 2320713"/>
                <a:gd name="connsiteY430" fmla="*/ 1203537 h 1303443"/>
                <a:gd name="connsiteX431" fmla="*/ 1832187 w 2320713"/>
                <a:gd name="connsiteY431" fmla="*/ 1189567 h 1303443"/>
                <a:gd name="connsiteX432" fmla="*/ 1818217 w 2320713"/>
                <a:gd name="connsiteY432" fmla="*/ 1184063 h 1303443"/>
                <a:gd name="connsiteX433" fmla="*/ 1804247 w 2320713"/>
                <a:gd name="connsiteY433" fmla="*/ 1184063 h 1303443"/>
                <a:gd name="connsiteX434" fmla="*/ 1790277 w 2320713"/>
                <a:gd name="connsiteY434" fmla="*/ 1192530 h 1303443"/>
                <a:gd name="connsiteX435" fmla="*/ 1794510 w 2320713"/>
                <a:gd name="connsiteY435" fmla="*/ 1203537 h 1303443"/>
                <a:gd name="connsiteX436" fmla="*/ 1780540 w 2320713"/>
                <a:gd name="connsiteY436" fmla="*/ 1209040 h 1303443"/>
                <a:gd name="connsiteX437" fmla="*/ 1766570 w 2320713"/>
                <a:gd name="connsiteY437" fmla="*/ 1217507 h 1303443"/>
                <a:gd name="connsiteX438" fmla="*/ 1755563 w 2320713"/>
                <a:gd name="connsiteY438" fmla="*/ 1231477 h 1303443"/>
                <a:gd name="connsiteX439" fmla="*/ 1741593 w 2320713"/>
                <a:gd name="connsiteY439" fmla="*/ 1231477 h 1303443"/>
                <a:gd name="connsiteX440" fmla="*/ 1740323 w 2320713"/>
                <a:gd name="connsiteY440" fmla="*/ 1230207 h 1303443"/>
                <a:gd name="connsiteX441" fmla="*/ 1726354 w 2320713"/>
                <a:gd name="connsiteY441" fmla="*/ 1234440 h 1303443"/>
                <a:gd name="connsiteX442" fmla="*/ 1712807 w 2320713"/>
                <a:gd name="connsiteY442" fmla="*/ 1233170 h 1303443"/>
                <a:gd name="connsiteX443" fmla="*/ 1698837 w 2320713"/>
                <a:gd name="connsiteY443" fmla="*/ 1238673 h 1303443"/>
                <a:gd name="connsiteX444" fmla="*/ 1684867 w 2320713"/>
                <a:gd name="connsiteY444" fmla="*/ 1244177 h 1303443"/>
                <a:gd name="connsiteX445" fmla="*/ 1670897 w 2320713"/>
                <a:gd name="connsiteY445" fmla="*/ 1249680 h 1303443"/>
                <a:gd name="connsiteX446" fmla="*/ 1662430 w 2320713"/>
                <a:gd name="connsiteY446" fmla="*/ 1263650 h 1303443"/>
                <a:gd name="connsiteX447" fmla="*/ 1658197 w 2320713"/>
                <a:gd name="connsiteY447" fmla="*/ 1278890 h 1303443"/>
                <a:gd name="connsiteX448" fmla="*/ 1642533 w 2320713"/>
                <a:gd name="connsiteY448" fmla="*/ 1285663 h 1303443"/>
                <a:gd name="connsiteX449" fmla="*/ 1628563 w 2320713"/>
                <a:gd name="connsiteY449" fmla="*/ 1297940 h 1303443"/>
                <a:gd name="connsiteX450" fmla="*/ 1614593 w 2320713"/>
                <a:gd name="connsiteY450" fmla="*/ 1302173 h 1303443"/>
                <a:gd name="connsiteX451" fmla="*/ 1600623 w 2320713"/>
                <a:gd name="connsiteY451" fmla="*/ 1303443 h 1303443"/>
                <a:gd name="connsiteX452" fmla="*/ 1585383 w 2320713"/>
                <a:gd name="connsiteY452" fmla="*/ 1303443 h 1303443"/>
                <a:gd name="connsiteX453" fmla="*/ 1571413 w 2320713"/>
                <a:gd name="connsiteY453" fmla="*/ 1297940 h 1303443"/>
                <a:gd name="connsiteX454" fmla="*/ 1560407 w 2320713"/>
                <a:gd name="connsiteY454" fmla="*/ 1286933 h 1303443"/>
                <a:gd name="connsiteX455" fmla="*/ 1554904 w 2320713"/>
                <a:gd name="connsiteY455" fmla="*/ 1286933 h 1303443"/>
                <a:gd name="connsiteX456" fmla="*/ 1539663 w 2320713"/>
                <a:gd name="connsiteY456" fmla="*/ 1281430 h 1303443"/>
                <a:gd name="connsiteX457" fmla="*/ 1529927 w 2320713"/>
                <a:gd name="connsiteY457" fmla="*/ 1270423 h 1303443"/>
                <a:gd name="connsiteX458" fmla="*/ 1534160 w 2320713"/>
                <a:gd name="connsiteY458" fmla="*/ 1271693 h 1303443"/>
                <a:gd name="connsiteX459" fmla="*/ 1548130 w 2320713"/>
                <a:gd name="connsiteY459" fmla="*/ 1267460 h 1303443"/>
                <a:gd name="connsiteX460" fmla="*/ 1548130 w 2320713"/>
                <a:gd name="connsiteY460" fmla="*/ 1263227 h 1303443"/>
                <a:gd name="connsiteX461" fmla="*/ 1549400 w 2320713"/>
                <a:gd name="connsiteY461" fmla="*/ 1249257 h 1303443"/>
                <a:gd name="connsiteX462" fmla="*/ 1546437 w 2320713"/>
                <a:gd name="connsiteY462" fmla="*/ 1235287 h 1303443"/>
                <a:gd name="connsiteX463" fmla="*/ 1556173 w 2320713"/>
                <a:gd name="connsiteY463" fmla="*/ 1220047 h 1303443"/>
                <a:gd name="connsiteX464" fmla="*/ 1553210 w 2320713"/>
                <a:gd name="connsiteY464" fmla="*/ 1206077 h 1303443"/>
                <a:gd name="connsiteX465" fmla="*/ 1550670 w 2320713"/>
                <a:gd name="connsiteY465" fmla="*/ 1203113 h 1303443"/>
                <a:gd name="connsiteX466" fmla="*/ 1545167 w 2320713"/>
                <a:gd name="connsiteY466" fmla="*/ 1187873 h 1303443"/>
                <a:gd name="connsiteX467" fmla="*/ 1531197 w 2320713"/>
                <a:gd name="connsiteY467" fmla="*/ 1178137 h 1303443"/>
                <a:gd name="connsiteX468" fmla="*/ 1517227 w 2320713"/>
                <a:gd name="connsiteY468" fmla="*/ 1172633 h 1303443"/>
                <a:gd name="connsiteX469" fmla="*/ 1510030 w 2320713"/>
                <a:gd name="connsiteY469" fmla="*/ 1173903 h 1303443"/>
                <a:gd name="connsiteX470" fmla="*/ 1496060 w 2320713"/>
                <a:gd name="connsiteY470" fmla="*/ 1170940 h 1303443"/>
                <a:gd name="connsiteX471" fmla="*/ 1482090 w 2320713"/>
                <a:gd name="connsiteY471" fmla="*/ 1162473 h 1303443"/>
                <a:gd name="connsiteX472" fmla="*/ 1466850 w 2320713"/>
                <a:gd name="connsiteY472" fmla="*/ 1151467 h 1303443"/>
                <a:gd name="connsiteX473" fmla="*/ 1452880 w 2320713"/>
                <a:gd name="connsiteY473" fmla="*/ 1144270 h 1303443"/>
                <a:gd name="connsiteX474" fmla="*/ 1437640 w 2320713"/>
                <a:gd name="connsiteY474" fmla="*/ 1144270 h 1303443"/>
                <a:gd name="connsiteX475" fmla="*/ 1423670 w 2320713"/>
                <a:gd name="connsiteY475" fmla="*/ 1147233 h 1303443"/>
                <a:gd name="connsiteX476" fmla="*/ 1409700 w 2320713"/>
                <a:gd name="connsiteY476" fmla="*/ 1150197 h 1303443"/>
                <a:gd name="connsiteX477" fmla="*/ 1397000 w 2320713"/>
                <a:gd name="connsiteY477" fmla="*/ 1136227 h 1303443"/>
                <a:gd name="connsiteX478" fmla="*/ 1409700 w 2320713"/>
                <a:gd name="connsiteY478" fmla="*/ 1120987 h 1303443"/>
                <a:gd name="connsiteX479" fmla="*/ 1424940 w 2320713"/>
                <a:gd name="connsiteY479" fmla="*/ 1115483 h 1303443"/>
                <a:gd name="connsiteX480" fmla="*/ 1439333 w 2320713"/>
                <a:gd name="connsiteY480" fmla="*/ 1111250 h 1303443"/>
                <a:gd name="connsiteX481" fmla="*/ 1447377 w 2320713"/>
                <a:gd name="connsiteY481" fmla="*/ 1097280 h 1303443"/>
                <a:gd name="connsiteX482" fmla="*/ 1461347 w 2320713"/>
                <a:gd name="connsiteY482" fmla="*/ 1090083 h 1303443"/>
                <a:gd name="connsiteX483" fmla="*/ 1475317 w 2320713"/>
                <a:gd name="connsiteY483" fmla="*/ 1083310 h 1303443"/>
                <a:gd name="connsiteX484" fmla="*/ 1489287 w 2320713"/>
                <a:gd name="connsiteY484" fmla="*/ 1080347 h 1303443"/>
                <a:gd name="connsiteX485" fmla="*/ 1503257 w 2320713"/>
                <a:gd name="connsiteY485" fmla="*/ 1073150 h 1303443"/>
                <a:gd name="connsiteX486" fmla="*/ 1517227 w 2320713"/>
                <a:gd name="connsiteY486" fmla="*/ 1064683 h 1303443"/>
                <a:gd name="connsiteX487" fmla="*/ 1531197 w 2320713"/>
                <a:gd name="connsiteY487" fmla="*/ 1060450 h 1303443"/>
                <a:gd name="connsiteX488" fmla="*/ 1546860 w 2320713"/>
                <a:gd name="connsiteY488" fmla="*/ 1061720 h 1303443"/>
                <a:gd name="connsiteX489" fmla="*/ 1555327 w 2320713"/>
                <a:gd name="connsiteY489" fmla="*/ 1047750 h 1303443"/>
                <a:gd name="connsiteX490" fmla="*/ 1541357 w 2320713"/>
                <a:gd name="connsiteY490" fmla="*/ 1044787 h 1303443"/>
                <a:gd name="connsiteX491" fmla="*/ 1535854 w 2320713"/>
                <a:gd name="connsiteY491" fmla="*/ 1030817 h 1303443"/>
                <a:gd name="connsiteX492" fmla="*/ 1534583 w 2320713"/>
                <a:gd name="connsiteY492" fmla="*/ 1018117 h 1303443"/>
                <a:gd name="connsiteX493" fmla="*/ 1534583 w 2320713"/>
                <a:gd name="connsiteY493" fmla="*/ 1016847 h 1303443"/>
                <a:gd name="connsiteX494" fmla="*/ 1520613 w 2320713"/>
                <a:gd name="connsiteY494" fmla="*/ 1023620 h 1303443"/>
                <a:gd name="connsiteX495" fmla="*/ 1520613 w 2320713"/>
                <a:gd name="connsiteY495" fmla="*/ 1030817 h 1303443"/>
                <a:gd name="connsiteX496" fmla="*/ 1505373 w 2320713"/>
                <a:gd name="connsiteY496" fmla="*/ 1026583 h 1303443"/>
                <a:gd name="connsiteX497" fmla="*/ 1491404 w 2320713"/>
                <a:gd name="connsiteY497" fmla="*/ 1022350 h 1303443"/>
                <a:gd name="connsiteX498" fmla="*/ 1480397 w 2320713"/>
                <a:gd name="connsiteY498" fmla="*/ 1008380 h 1303443"/>
                <a:gd name="connsiteX499" fmla="*/ 1466427 w 2320713"/>
                <a:gd name="connsiteY499" fmla="*/ 1015153 h 1303443"/>
                <a:gd name="connsiteX500" fmla="*/ 1452457 w 2320713"/>
                <a:gd name="connsiteY500" fmla="*/ 1018117 h 1303443"/>
                <a:gd name="connsiteX501" fmla="*/ 1438910 w 2320713"/>
                <a:gd name="connsiteY501" fmla="*/ 1019387 h 1303443"/>
                <a:gd name="connsiteX502" fmla="*/ 1423670 w 2320713"/>
                <a:gd name="connsiteY502" fmla="*/ 1015153 h 1303443"/>
                <a:gd name="connsiteX503" fmla="*/ 1409700 w 2320713"/>
                <a:gd name="connsiteY503" fmla="*/ 1019387 h 1303443"/>
                <a:gd name="connsiteX504" fmla="*/ 1395730 w 2320713"/>
                <a:gd name="connsiteY504" fmla="*/ 1022350 h 1303443"/>
                <a:gd name="connsiteX505" fmla="*/ 1380490 w 2320713"/>
                <a:gd name="connsiteY505" fmla="*/ 1023620 h 1303443"/>
                <a:gd name="connsiteX506" fmla="*/ 1366520 w 2320713"/>
                <a:gd name="connsiteY506" fmla="*/ 1019387 h 1303443"/>
                <a:gd name="connsiteX507" fmla="*/ 1352550 w 2320713"/>
                <a:gd name="connsiteY507" fmla="*/ 1009650 h 1303443"/>
                <a:gd name="connsiteX508" fmla="*/ 1337310 w 2320713"/>
                <a:gd name="connsiteY508" fmla="*/ 1004147 h 1303443"/>
                <a:gd name="connsiteX509" fmla="*/ 1323340 w 2320713"/>
                <a:gd name="connsiteY509" fmla="*/ 994410 h 1303443"/>
                <a:gd name="connsiteX510" fmla="*/ 1316143 w 2320713"/>
                <a:gd name="connsiteY510" fmla="*/ 993140 h 1303443"/>
                <a:gd name="connsiteX511" fmla="*/ 1302173 w 2320713"/>
                <a:gd name="connsiteY511" fmla="*/ 985943 h 1303443"/>
                <a:gd name="connsiteX512" fmla="*/ 1286933 w 2320713"/>
                <a:gd name="connsiteY512" fmla="*/ 987213 h 1303443"/>
                <a:gd name="connsiteX513" fmla="*/ 1302173 w 2320713"/>
                <a:gd name="connsiteY513" fmla="*/ 981710 h 1303443"/>
                <a:gd name="connsiteX514" fmla="*/ 1316143 w 2320713"/>
                <a:gd name="connsiteY514" fmla="*/ 977477 h 1303443"/>
                <a:gd name="connsiteX515" fmla="*/ 1316143 w 2320713"/>
                <a:gd name="connsiteY515" fmla="*/ 962237 h 1303443"/>
                <a:gd name="connsiteX516" fmla="*/ 1302173 w 2320713"/>
                <a:gd name="connsiteY516" fmla="*/ 960967 h 1303443"/>
                <a:gd name="connsiteX517" fmla="*/ 1289473 w 2320713"/>
                <a:gd name="connsiteY517" fmla="*/ 956733 h 1303443"/>
                <a:gd name="connsiteX518" fmla="*/ 1278467 w 2320713"/>
                <a:gd name="connsiteY518" fmla="*/ 955463 h 1303443"/>
                <a:gd name="connsiteX519" fmla="*/ 1264497 w 2320713"/>
                <a:gd name="connsiteY519" fmla="*/ 955463 h 1303443"/>
                <a:gd name="connsiteX520" fmla="*/ 1250527 w 2320713"/>
                <a:gd name="connsiteY520" fmla="*/ 942763 h 1303443"/>
                <a:gd name="connsiteX521" fmla="*/ 1264497 w 2320713"/>
                <a:gd name="connsiteY521" fmla="*/ 946997 h 1303443"/>
                <a:gd name="connsiteX522" fmla="*/ 1279737 w 2320713"/>
                <a:gd name="connsiteY522" fmla="*/ 944033 h 1303443"/>
                <a:gd name="connsiteX523" fmla="*/ 1293707 w 2320713"/>
                <a:gd name="connsiteY523" fmla="*/ 949537 h 1303443"/>
                <a:gd name="connsiteX524" fmla="*/ 1297940 w 2320713"/>
                <a:gd name="connsiteY524" fmla="*/ 950807 h 1303443"/>
                <a:gd name="connsiteX525" fmla="*/ 1313180 w 2320713"/>
                <a:gd name="connsiteY525" fmla="*/ 952500 h 1303443"/>
                <a:gd name="connsiteX526" fmla="*/ 1327150 w 2320713"/>
                <a:gd name="connsiteY526" fmla="*/ 952500 h 1303443"/>
                <a:gd name="connsiteX527" fmla="*/ 1341120 w 2320713"/>
                <a:gd name="connsiteY527" fmla="*/ 953770 h 1303443"/>
                <a:gd name="connsiteX528" fmla="*/ 1355090 w 2320713"/>
                <a:gd name="connsiteY528" fmla="*/ 959273 h 1303443"/>
                <a:gd name="connsiteX529" fmla="*/ 1369060 w 2320713"/>
                <a:gd name="connsiteY529" fmla="*/ 955040 h 1303443"/>
                <a:gd name="connsiteX530" fmla="*/ 1367367 w 2320713"/>
                <a:gd name="connsiteY530" fmla="*/ 947843 h 1303443"/>
                <a:gd name="connsiteX531" fmla="*/ 1381337 w 2320713"/>
                <a:gd name="connsiteY531" fmla="*/ 939377 h 1303443"/>
                <a:gd name="connsiteX532" fmla="*/ 1395307 w 2320713"/>
                <a:gd name="connsiteY532" fmla="*/ 929640 h 1303443"/>
                <a:gd name="connsiteX533" fmla="*/ 1394037 w 2320713"/>
                <a:gd name="connsiteY533" fmla="*/ 929640 h 1303443"/>
                <a:gd name="connsiteX534" fmla="*/ 1383030 w 2320713"/>
                <a:gd name="connsiteY534" fmla="*/ 933873 h 1303443"/>
                <a:gd name="connsiteX535" fmla="*/ 1369060 w 2320713"/>
                <a:gd name="connsiteY535" fmla="*/ 941070 h 1303443"/>
                <a:gd name="connsiteX536" fmla="*/ 1355090 w 2320713"/>
                <a:gd name="connsiteY536" fmla="*/ 943610 h 1303443"/>
                <a:gd name="connsiteX537" fmla="*/ 1339850 w 2320713"/>
                <a:gd name="connsiteY537" fmla="*/ 939377 h 1303443"/>
                <a:gd name="connsiteX538" fmla="*/ 1325880 w 2320713"/>
                <a:gd name="connsiteY538" fmla="*/ 935143 h 1303443"/>
                <a:gd name="connsiteX539" fmla="*/ 1311910 w 2320713"/>
                <a:gd name="connsiteY539" fmla="*/ 929640 h 1303443"/>
                <a:gd name="connsiteX540" fmla="*/ 1305137 w 2320713"/>
                <a:gd name="connsiteY540" fmla="*/ 915670 h 1303443"/>
                <a:gd name="connsiteX541" fmla="*/ 1299633 w 2320713"/>
                <a:gd name="connsiteY541" fmla="*/ 902970 h 1303443"/>
                <a:gd name="connsiteX542" fmla="*/ 1306407 w 2320713"/>
                <a:gd name="connsiteY542" fmla="*/ 889000 h 1303443"/>
                <a:gd name="connsiteX543" fmla="*/ 1299633 w 2320713"/>
                <a:gd name="connsiteY543" fmla="*/ 875030 h 1303443"/>
                <a:gd name="connsiteX544" fmla="*/ 1288204 w 2320713"/>
                <a:gd name="connsiteY544" fmla="*/ 862330 h 1303443"/>
                <a:gd name="connsiteX545" fmla="*/ 1296670 w 2320713"/>
                <a:gd name="connsiteY545" fmla="*/ 873760 h 1303443"/>
                <a:gd name="connsiteX546" fmla="*/ 1295400 w 2320713"/>
                <a:gd name="connsiteY546" fmla="*/ 875030 h 1303443"/>
                <a:gd name="connsiteX547" fmla="*/ 1302173 w 2320713"/>
                <a:gd name="connsiteY547" fmla="*/ 889000 h 1303443"/>
                <a:gd name="connsiteX548" fmla="*/ 1290743 w 2320713"/>
                <a:gd name="connsiteY548" fmla="*/ 902970 h 1303443"/>
                <a:gd name="connsiteX549" fmla="*/ 1297940 w 2320713"/>
                <a:gd name="connsiteY549" fmla="*/ 916940 h 1303443"/>
                <a:gd name="connsiteX550" fmla="*/ 1294977 w 2320713"/>
                <a:gd name="connsiteY550" fmla="*/ 930910 h 1303443"/>
                <a:gd name="connsiteX551" fmla="*/ 1279737 w 2320713"/>
                <a:gd name="connsiteY551" fmla="*/ 932180 h 1303443"/>
                <a:gd name="connsiteX552" fmla="*/ 1265767 w 2320713"/>
                <a:gd name="connsiteY552" fmla="*/ 927947 h 1303443"/>
                <a:gd name="connsiteX553" fmla="*/ 1251797 w 2320713"/>
                <a:gd name="connsiteY553" fmla="*/ 933450 h 1303443"/>
                <a:gd name="connsiteX554" fmla="*/ 1247563 w 2320713"/>
                <a:gd name="connsiteY554" fmla="*/ 919480 h 1303443"/>
                <a:gd name="connsiteX555" fmla="*/ 1253067 w 2320713"/>
                <a:gd name="connsiteY555" fmla="*/ 905510 h 1303443"/>
                <a:gd name="connsiteX556" fmla="*/ 1239097 w 2320713"/>
                <a:gd name="connsiteY556" fmla="*/ 912283 h 1303443"/>
                <a:gd name="connsiteX557" fmla="*/ 1239097 w 2320713"/>
                <a:gd name="connsiteY557" fmla="*/ 926253 h 1303443"/>
                <a:gd name="connsiteX558" fmla="*/ 1223857 w 2320713"/>
                <a:gd name="connsiteY558" fmla="*/ 935990 h 1303443"/>
                <a:gd name="connsiteX559" fmla="*/ 1219623 w 2320713"/>
                <a:gd name="connsiteY559" fmla="*/ 934720 h 1303443"/>
                <a:gd name="connsiteX560" fmla="*/ 1204383 w 2320713"/>
                <a:gd name="connsiteY560" fmla="*/ 932180 h 1303443"/>
                <a:gd name="connsiteX561" fmla="*/ 1192107 w 2320713"/>
                <a:gd name="connsiteY561" fmla="*/ 933450 h 1303443"/>
                <a:gd name="connsiteX562" fmla="*/ 1176867 w 2320713"/>
                <a:gd name="connsiteY562" fmla="*/ 937683 h 1303443"/>
                <a:gd name="connsiteX563" fmla="*/ 1162897 w 2320713"/>
                <a:gd name="connsiteY563" fmla="*/ 944880 h 1303443"/>
                <a:gd name="connsiteX564" fmla="*/ 1148927 w 2320713"/>
                <a:gd name="connsiteY564" fmla="*/ 952077 h 1303443"/>
                <a:gd name="connsiteX565" fmla="*/ 1154430 w 2320713"/>
                <a:gd name="connsiteY565" fmla="*/ 966047 h 1303443"/>
                <a:gd name="connsiteX566" fmla="*/ 1140460 w 2320713"/>
                <a:gd name="connsiteY566" fmla="*/ 981287 h 1303443"/>
                <a:gd name="connsiteX567" fmla="*/ 1140460 w 2320713"/>
                <a:gd name="connsiteY567" fmla="*/ 995257 h 1303443"/>
                <a:gd name="connsiteX568" fmla="*/ 1130300 w 2320713"/>
                <a:gd name="connsiteY568" fmla="*/ 1009227 h 1303443"/>
                <a:gd name="connsiteX569" fmla="*/ 1119293 w 2320713"/>
                <a:gd name="connsiteY569" fmla="*/ 1021927 h 1303443"/>
                <a:gd name="connsiteX570" fmla="*/ 1120563 w 2320713"/>
                <a:gd name="connsiteY570" fmla="*/ 1018963 h 1303443"/>
                <a:gd name="connsiteX571" fmla="*/ 1112097 w 2320713"/>
                <a:gd name="connsiteY571" fmla="*/ 1004993 h 1303443"/>
                <a:gd name="connsiteX572" fmla="*/ 1102360 w 2320713"/>
                <a:gd name="connsiteY572" fmla="*/ 991023 h 1303443"/>
                <a:gd name="connsiteX573" fmla="*/ 1088390 w 2320713"/>
                <a:gd name="connsiteY573" fmla="*/ 983827 h 1303443"/>
                <a:gd name="connsiteX574" fmla="*/ 1085427 w 2320713"/>
                <a:gd name="connsiteY574" fmla="*/ 978323 h 1303443"/>
                <a:gd name="connsiteX575" fmla="*/ 1082887 w 2320713"/>
                <a:gd name="connsiteY575" fmla="*/ 971127 h 1303443"/>
                <a:gd name="connsiteX576" fmla="*/ 1068917 w 2320713"/>
                <a:gd name="connsiteY576" fmla="*/ 976630 h 1303443"/>
                <a:gd name="connsiteX577" fmla="*/ 1077383 w 2320713"/>
                <a:gd name="connsiteY577" fmla="*/ 990600 h 1303443"/>
                <a:gd name="connsiteX578" fmla="*/ 1091354 w 2320713"/>
                <a:gd name="connsiteY578" fmla="*/ 997373 h 1303443"/>
                <a:gd name="connsiteX579" fmla="*/ 1105323 w 2320713"/>
                <a:gd name="connsiteY579" fmla="*/ 1008380 h 1303443"/>
                <a:gd name="connsiteX580" fmla="*/ 1118023 w 2320713"/>
                <a:gd name="connsiteY580" fmla="*/ 1022350 h 1303443"/>
                <a:gd name="connsiteX581" fmla="*/ 1118023 w 2320713"/>
                <a:gd name="connsiteY581" fmla="*/ 1023620 h 1303443"/>
                <a:gd name="connsiteX582" fmla="*/ 1112520 w 2320713"/>
                <a:gd name="connsiteY582" fmla="*/ 1030817 h 1303443"/>
                <a:gd name="connsiteX583" fmla="*/ 1101513 w 2320713"/>
                <a:gd name="connsiteY583" fmla="*/ 1043093 h 1303443"/>
                <a:gd name="connsiteX584" fmla="*/ 1091777 w 2320713"/>
                <a:gd name="connsiteY584" fmla="*/ 1055793 h 1303443"/>
                <a:gd name="connsiteX585" fmla="*/ 1077807 w 2320713"/>
                <a:gd name="connsiteY585" fmla="*/ 1065530 h 1303443"/>
                <a:gd name="connsiteX586" fmla="*/ 1063837 w 2320713"/>
                <a:gd name="connsiteY586" fmla="*/ 1078230 h 1303443"/>
                <a:gd name="connsiteX587" fmla="*/ 1049867 w 2320713"/>
                <a:gd name="connsiteY587" fmla="*/ 1089237 h 1303443"/>
                <a:gd name="connsiteX588" fmla="*/ 1035896 w 2320713"/>
                <a:gd name="connsiteY588" fmla="*/ 1097703 h 1303443"/>
                <a:gd name="connsiteX589" fmla="*/ 1049867 w 2320713"/>
                <a:gd name="connsiteY589" fmla="*/ 1087967 h 1303443"/>
                <a:gd name="connsiteX590" fmla="*/ 1063837 w 2320713"/>
                <a:gd name="connsiteY590" fmla="*/ 1076960 h 1303443"/>
                <a:gd name="connsiteX591" fmla="*/ 1070610 w 2320713"/>
                <a:gd name="connsiteY591" fmla="*/ 1069763 h 1303443"/>
                <a:gd name="connsiteX592" fmla="*/ 1076113 w 2320713"/>
                <a:gd name="connsiteY592" fmla="*/ 1055793 h 1303443"/>
                <a:gd name="connsiteX593" fmla="*/ 1062143 w 2320713"/>
                <a:gd name="connsiteY593" fmla="*/ 1060027 h 1303443"/>
                <a:gd name="connsiteX594" fmla="*/ 1052407 w 2320713"/>
                <a:gd name="connsiteY594" fmla="*/ 1075267 h 1303443"/>
                <a:gd name="connsiteX595" fmla="*/ 1038437 w 2320713"/>
                <a:gd name="connsiteY595" fmla="*/ 1078230 h 1303443"/>
                <a:gd name="connsiteX596" fmla="*/ 1039707 w 2320713"/>
                <a:gd name="connsiteY596" fmla="*/ 1092200 h 1303443"/>
                <a:gd name="connsiteX597" fmla="*/ 1025737 w 2320713"/>
                <a:gd name="connsiteY597" fmla="*/ 1090930 h 1303443"/>
                <a:gd name="connsiteX598" fmla="*/ 1020233 w 2320713"/>
                <a:gd name="connsiteY598" fmla="*/ 1075690 h 1303443"/>
                <a:gd name="connsiteX599" fmla="*/ 1010496 w 2320713"/>
                <a:gd name="connsiteY599" fmla="*/ 1092200 h 1303443"/>
                <a:gd name="connsiteX600" fmla="*/ 1011767 w 2320713"/>
                <a:gd name="connsiteY600" fmla="*/ 1106170 h 1303443"/>
                <a:gd name="connsiteX601" fmla="*/ 1027007 w 2320713"/>
                <a:gd name="connsiteY601" fmla="*/ 1103207 h 1303443"/>
                <a:gd name="connsiteX602" fmla="*/ 1017270 w 2320713"/>
                <a:gd name="connsiteY602" fmla="*/ 1117177 h 1303443"/>
                <a:gd name="connsiteX603" fmla="*/ 1031240 w 2320713"/>
                <a:gd name="connsiteY603" fmla="*/ 1122680 h 1303443"/>
                <a:gd name="connsiteX604" fmla="*/ 1033780 w 2320713"/>
                <a:gd name="connsiteY604" fmla="*/ 1126913 h 1303443"/>
                <a:gd name="connsiteX605" fmla="*/ 1036743 w 2320713"/>
                <a:gd name="connsiteY605" fmla="*/ 1142153 h 1303443"/>
                <a:gd name="connsiteX606" fmla="*/ 1033780 w 2320713"/>
                <a:gd name="connsiteY606" fmla="*/ 1157817 h 1303443"/>
                <a:gd name="connsiteX607" fmla="*/ 1033780 w 2320713"/>
                <a:gd name="connsiteY607" fmla="*/ 1162050 h 1303443"/>
                <a:gd name="connsiteX608" fmla="*/ 1025737 w 2320713"/>
                <a:gd name="connsiteY608" fmla="*/ 1165013 h 1303443"/>
                <a:gd name="connsiteX609" fmla="*/ 1027007 w 2320713"/>
                <a:gd name="connsiteY609" fmla="*/ 1156547 h 1303443"/>
                <a:gd name="connsiteX610" fmla="*/ 1022773 w 2320713"/>
                <a:gd name="connsiteY610" fmla="*/ 1143847 h 1303443"/>
                <a:gd name="connsiteX611" fmla="*/ 1014307 w 2320713"/>
                <a:gd name="connsiteY611" fmla="*/ 1135380 h 1303443"/>
                <a:gd name="connsiteX612" fmla="*/ 1008804 w 2320713"/>
                <a:gd name="connsiteY612" fmla="*/ 1134110 h 1303443"/>
                <a:gd name="connsiteX613" fmla="*/ 1007533 w 2320713"/>
                <a:gd name="connsiteY613" fmla="*/ 1132840 h 1303443"/>
                <a:gd name="connsiteX614" fmla="*/ 1000337 w 2320713"/>
                <a:gd name="connsiteY614" fmla="*/ 1131570 h 1303443"/>
                <a:gd name="connsiteX615" fmla="*/ 990600 w 2320713"/>
                <a:gd name="connsiteY615" fmla="*/ 1127337 h 1303443"/>
                <a:gd name="connsiteX616" fmla="*/ 982133 w 2320713"/>
                <a:gd name="connsiteY616" fmla="*/ 1127337 h 1303443"/>
                <a:gd name="connsiteX617" fmla="*/ 968163 w 2320713"/>
                <a:gd name="connsiteY617" fmla="*/ 1128607 h 1303443"/>
                <a:gd name="connsiteX618" fmla="*/ 966893 w 2320713"/>
                <a:gd name="connsiteY618" fmla="*/ 1128607 h 1303443"/>
                <a:gd name="connsiteX619" fmla="*/ 962660 w 2320713"/>
                <a:gd name="connsiteY619" fmla="*/ 1131570 h 1303443"/>
                <a:gd name="connsiteX620" fmla="*/ 952923 w 2320713"/>
                <a:gd name="connsiteY620" fmla="*/ 1138343 h 1303443"/>
                <a:gd name="connsiteX621" fmla="*/ 947420 w 2320713"/>
                <a:gd name="connsiteY621" fmla="*/ 1139613 h 1303443"/>
                <a:gd name="connsiteX622" fmla="*/ 933450 w 2320713"/>
                <a:gd name="connsiteY622" fmla="*/ 1145117 h 1303443"/>
                <a:gd name="connsiteX623" fmla="*/ 933450 w 2320713"/>
                <a:gd name="connsiteY623" fmla="*/ 1146387 h 1303443"/>
                <a:gd name="connsiteX624" fmla="*/ 922443 w 2320713"/>
                <a:gd name="connsiteY624" fmla="*/ 1150620 h 1303443"/>
                <a:gd name="connsiteX625" fmla="*/ 908473 w 2320713"/>
                <a:gd name="connsiteY625" fmla="*/ 1147657 h 1303443"/>
                <a:gd name="connsiteX626" fmla="*/ 905510 w 2320713"/>
                <a:gd name="connsiteY626" fmla="*/ 1161627 h 1303443"/>
                <a:gd name="connsiteX627" fmla="*/ 901277 w 2320713"/>
                <a:gd name="connsiteY627" fmla="*/ 1161627 h 1303443"/>
                <a:gd name="connsiteX628" fmla="*/ 886037 w 2320713"/>
                <a:gd name="connsiteY628" fmla="*/ 1159087 h 1303443"/>
                <a:gd name="connsiteX629" fmla="*/ 872067 w 2320713"/>
                <a:gd name="connsiteY629" fmla="*/ 1154853 h 1303443"/>
                <a:gd name="connsiteX630" fmla="*/ 858096 w 2320713"/>
                <a:gd name="connsiteY630" fmla="*/ 1150620 h 1303443"/>
                <a:gd name="connsiteX631" fmla="*/ 844127 w 2320713"/>
                <a:gd name="connsiteY631" fmla="*/ 1139613 h 1303443"/>
                <a:gd name="connsiteX632" fmla="*/ 831850 w 2320713"/>
                <a:gd name="connsiteY632" fmla="*/ 1125643 h 1303443"/>
                <a:gd name="connsiteX633" fmla="*/ 831850 w 2320713"/>
                <a:gd name="connsiteY633" fmla="*/ 1121410 h 1303443"/>
                <a:gd name="connsiteX634" fmla="*/ 831850 w 2320713"/>
                <a:gd name="connsiteY634" fmla="*/ 1118447 h 1303443"/>
                <a:gd name="connsiteX635" fmla="*/ 833120 w 2320713"/>
                <a:gd name="connsiteY635" fmla="*/ 1118447 h 1303443"/>
                <a:gd name="connsiteX636" fmla="*/ 847090 w 2320713"/>
                <a:gd name="connsiteY636" fmla="*/ 1112943 h 1303443"/>
                <a:gd name="connsiteX637" fmla="*/ 855557 w 2320713"/>
                <a:gd name="connsiteY637" fmla="*/ 1114213 h 1303443"/>
                <a:gd name="connsiteX638" fmla="*/ 858520 w 2320713"/>
                <a:gd name="connsiteY638" fmla="*/ 1114213 h 1303443"/>
                <a:gd name="connsiteX639" fmla="*/ 872490 w 2320713"/>
                <a:gd name="connsiteY639" fmla="*/ 1109980 h 1303443"/>
                <a:gd name="connsiteX640" fmla="*/ 871220 w 2320713"/>
                <a:gd name="connsiteY640" fmla="*/ 1096010 h 1303443"/>
                <a:gd name="connsiteX641" fmla="*/ 868257 w 2320713"/>
                <a:gd name="connsiteY641" fmla="*/ 1082040 h 1303443"/>
                <a:gd name="connsiteX642" fmla="*/ 873760 w 2320713"/>
                <a:gd name="connsiteY642" fmla="*/ 1080347 h 1303443"/>
                <a:gd name="connsiteX643" fmla="*/ 875030 w 2320713"/>
                <a:gd name="connsiteY643" fmla="*/ 1080347 h 1303443"/>
                <a:gd name="connsiteX644" fmla="*/ 877993 w 2320713"/>
                <a:gd name="connsiteY644" fmla="*/ 1071880 h 1303443"/>
                <a:gd name="connsiteX645" fmla="*/ 889423 w 2320713"/>
                <a:gd name="connsiteY645" fmla="*/ 1065107 h 1303443"/>
                <a:gd name="connsiteX646" fmla="*/ 897890 w 2320713"/>
                <a:gd name="connsiteY646" fmla="*/ 1051137 h 1303443"/>
                <a:gd name="connsiteX647" fmla="*/ 907627 w 2320713"/>
                <a:gd name="connsiteY647" fmla="*/ 1037167 h 1303443"/>
                <a:gd name="connsiteX648" fmla="*/ 914400 w 2320713"/>
                <a:gd name="connsiteY648" fmla="*/ 1035473 h 1303443"/>
                <a:gd name="connsiteX649" fmla="*/ 919904 w 2320713"/>
                <a:gd name="connsiteY649" fmla="*/ 1021503 h 1303443"/>
                <a:gd name="connsiteX650" fmla="*/ 926677 w 2320713"/>
                <a:gd name="connsiteY650" fmla="*/ 1008803 h 1303443"/>
                <a:gd name="connsiteX651" fmla="*/ 921173 w 2320713"/>
                <a:gd name="connsiteY651" fmla="*/ 994833 h 1303443"/>
                <a:gd name="connsiteX652" fmla="*/ 917363 w 2320713"/>
                <a:gd name="connsiteY652" fmla="*/ 980863 h 1303443"/>
                <a:gd name="connsiteX653" fmla="*/ 914400 w 2320713"/>
                <a:gd name="connsiteY653" fmla="*/ 974090 h 1303443"/>
                <a:gd name="connsiteX654" fmla="*/ 914400 w 2320713"/>
                <a:gd name="connsiteY654" fmla="*/ 962237 h 1303443"/>
                <a:gd name="connsiteX655" fmla="*/ 917363 w 2320713"/>
                <a:gd name="connsiteY655" fmla="*/ 959273 h 1303443"/>
                <a:gd name="connsiteX656" fmla="*/ 930910 w 2320713"/>
                <a:gd name="connsiteY656" fmla="*/ 952500 h 1303443"/>
                <a:gd name="connsiteX657" fmla="*/ 944880 w 2320713"/>
                <a:gd name="connsiteY657" fmla="*/ 946997 h 1303443"/>
                <a:gd name="connsiteX658" fmla="*/ 949113 w 2320713"/>
                <a:gd name="connsiteY658" fmla="*/ 958427 h 1303443"/>
                <a:gd name="connsiteX659" fmla="*/ 954617 w 2320713"/>
                <a:gd name="connsiteY659" fmla="*/ 972397 h 1303443"/>
                <a:gd name="connsiteX660" fmla="*/ 965623 w 2320713"/>
                <a:gd name="connsiteY660" fmla="*/ 958427 h 1303443"/>
                <a:gd name="connsiteX661" fmla="*/ 965623 w 2320713"/>
                <a:gd name="connsiteY661" fmla="*/ 959697 h 1303443"/>
                <a:gd name="connsiteX662" fmla="*/ 979593 w 2320713"/>
                <a:gd name="connsiteY662" fmla="*/ 955463 h 1303443"/>
                <a:gd name="connsiteX663" fmla="*/ 994833 w 2320713"/>
                <a:gd name="connsiteY663" fmla="*/ 966470 h 1303443"/>
                <a:gd name="connsiteX664" fmla="*/ 1008804 w 2320713"/>
                <a:gd name="connsiteY664" fmla="*/ 971973 h 1303443"/>
                <a:gd name="connsiteX665" fmla="*/ 1010073 w 2320713"/>
                <a:gd name="connsiteY665" fmla="*/ 964777 h 1303443"/>
                <a:gd name="connsiteX666" fmla="*/ 1024043 w 2320713"/>
                <a:gd name="connsiteY666" fmla="*/ 964777 h 1303443"/>
                <a:gd name="connsiteX667" fmla="*/ 1033780 w 2320713"/>
                <a:gd name="connsiteY667" fmla="*/ 978747 h 1303443"/>
                <a:gd name="connsiteX668" fmla="*/ 1049020 w 2320713"/>
                <a:gd name="connsiteY668" fmla="*/ 973243 h 1303443"/>
                <a:gd name="connsiteX669" fmla="*/ 1051983 w 2320713"/>
                <a:gd name="connsiteY669" fmla="*/ 973243 h 1303443"/>
                <a:gd name="connsiteX670" fmla="*/ 1064683 w 2320713"/>
                <a:gd name="connsiteY670" fmla="*/ 973243 h 1303443"/>
                <a:gd name="connsiteX671" fmla="*/ 1068917 w 2320713"/>
                <a:gd name="connsiteY671" fmla="*/ 969010 h 1303443"/>
                <a:gd name="connsiteX672" fmla="*/ 1068917 w 2320713"/>
                <a:gd name="connsiteY672" fmla="*/ 967740 h 1303443"/>
                <a:gd name="connsiteX673" fmla="*/ 1054947 w 2320713"/>
                <a:gd name="connsiteY673" fmla="*/ 962237 h 1303443"/>
                <a:gd name="connsiteX674" fmla="*/ 1050713 w 2320713"/>
                <a:gd name="connsiteY674" fmla="*/ 953770 h 1303443"/>
                <a:gd name="connsiteX675" fmla="*/ 1036743 w 2320713"/>
                <a:gd name="connsiteY675" fmla="*/ 948267 h 1303443"/>
                <a:gd name="connsiteX676" fmla="*/ 1035473 w 2320713"/>
                <a:gd name="connsiteY676" fmla="*/ 945303 h 1303443"/>
                <a:gd name="connsiteX677" fmla="*/ 1045210 w 2320713"/>
                <a:gd name="connsiteY677" fmla="*/ 939800 h 1303443"/>
                <a:gd name="connsiteX678" fmla="*/ 1042670 w 2320713"/>
                <a:gd name="connsiteY678" fmla="*/ 924560 h 1303443"/>
                <a:gd name="connsiteX679" fmla="*/ 1042670 w 2320713"/>
                <a:gd name="connsiteY679" fmla="*/ 913130 h 1303443"/>
                <a:gd name="connsiteX680" fmla="*/ 1041400 w 2320713"/>
                <a:gd name="connsiteY680" fmla="*/ 910590 h 1303443"/>
                <a:gd name="connsiteX681" fmla="*/ 1041400 w 2320713"/>
                <a:gd name="connsiteY681" fmla="*/ 908897 h 1303443"/>
                <a:gd name="connsiteX682" fmla="*/ 1028700 w 2320713"/>
                <a:gd name="connsiteY682" fmla="*/ 894927 h 1303443"/>
                <a:gd name="connsiteX683" fmla="*/ 1014730 w 2320713"/>
                <a:gd name="connsiteY683" fmla="*/ 893657 h 1303443"/>
                <a:gd name="connsiteX684" fmla="*/ 1000760 w 2320713"/>
                <a:gd name="connsiteY684" fmla="*/ 885190 h 1303443"/>
                <a:gd name="connsiteX685" fmla="*/ 988060 w 2320713"/>
                <a:gd name="connsiteY685" fmla="*/ 871220 h 1303443"/>
                <a:gd name="connsiteX686" fmla="*/ 978323 w 2320713"/>
                <a:gd name="connsiteY686" fmla="*/ 857250 h 1303443"/>
                <a:gd name="connsiteX687" fmla="*/ 982557 w 2320713"/>
                <a:gd name="connsiteY687" fmla="*/ 843280 h 1303443"/>
                <a:gd name="connsiteX688" fmla="*/ 985520 w 2320713"/>
                <a:gd name="connsiteY688" fmla="*/ 829310 h 1303443"/>
                <a:gd name="connsiteX689" fmla="*/ 973243 w 2320713"/>
                <a:gd name="connsiteY689" fmla="*/ 813647 h 1303443"/>
                <a:gd name="connsiteX690" fmla="*/ 959273 w 2320713"/>
                <a:gd name="connsiteY690" fmla="*/ 820843 h 1303443"/>
                <a:gd name="connsiteX691" fmla="*/ 946573 w 2320713"/>
                <a:gd name="connsiteY691" fmla="*/ 806873 h 1303443"/>
                <a:gd name="connsiteX692" fmla="*/ 936837 w 2320713"/>
                <a:gd name="connsiteY692" fmla="*/ 797137 h 1303443"/>
                <a:gd name="connsiteX693" fmla="*/ 922867 w 2320713"/>
                <a:gd name="connsiteY693" fmla="*/ 788670 h 1303443"/>
                <a:gd name="connsiteX694" fmla="*/ 924137 w 2320713"/>
                <a:gd name="connsiteY694" fmla="*/ 774700 h 1303443"/>
                <a:gd name="connsiteX695" fmla="*/ 926677 w 2320713"/>
                <a:gd name="connsiteY695" fmla="*/ 771737 h 1303443"/>
                <a:gd name="connsiteX696" fmla="*/ 927946 w 2320713"/>
                <a:gd name="connsiteY696" fmla="*/ 757767 h 1303443"/>
                <a:gd name="connsiteX697" fmla="*/ 930487 w 2320713"/>
                <a:gd name="connsiteY697" fmla="*/ 743797 h 1303443"/>
                <a:gd name="connsiteX698" fmla="*/ 923713 w 2320713"/>
                <a:gd name="connsiteY698" fmla="*/ 738293 h 1303443"/>
                <a:gd name="connsiteX699" fmla="*/ 922443 w 2320713"/>
                <a:gd name="connsiteY699" fmla="*/ 724323 h 1303443"/>
                <a:gd name="connsiteX700" fmla="*/ 908473 w 2320713"/>
                <a:gd name="connsiteY700" fmla="*/ 709083 h 1303443"/>
                <a:gd name="connsiteX701" fmla="*/ 893233 w 2320713"/>
                <a:gd name="connsiteY701" fmla="*/ 717550 h 1303443"/>
                <a:gd name="connsiteX702" fmla="*/ 879263 w 2320713"/>
                <a:gd name="connsiteY702" fmla="*/ 706543 h 1303443"/>
                <a:gd name="connsiteX703" fmla="*/ 870796 w 2320713"/>
                <a:gd name="connsiteY703" fmla="*/ 694267 h 1303443"/>
                <a:gd name="connsiteX704" fmla="*/ 862330 w 2320713"/>
                <a:gd name="connsiteY704" fmla="*/ 687070 h 1303443"/>
                <a:gd name="connsiteX705" fmla="*/ 848360 w 2320713"/>
                <a:gd name="connsiteY705" fmla="*/ 682837 h 1303443"/>
                <a:gd name="connsiteX706" fmla="*/ 833120 w 2320713"/>
                <a:gd name="connsiteY706" fmla="*/ 681567 h 1303443"/>
                <a:gd name="connsiteX707" fmla="*/ 824654 w 2320713"/>
                <a:gd name="connsiteY707" fmla="*/ 696807 h 1303443"/>
                <a:gd name="connsiteX708" fmla="*/ 822113 w 2320713"/>
                <a:gd name="connsiteY708" fmla="*/ 693843 h 1303443"/>
                <a:gd name="connsiteX709" fmla="*/ 817880 w 2320713"/>
                <a:gd name="connsiteY709" fmla="*/ 679873 h 1303443"/>
                <a:gd name="connsiteX710" fmla="*/ 803910 w 2320713"/>
                <a:gd name="connsiteY710" fmla="*/ 682837 h 1303443"/>
                <a:gd name="connsiteX711" fmla="*/ 800946 w 2320713"/>
                <a:gd name="connsiteY711" fmla="*/ 668867 h 1303443"/>
                <a:gd name="connsiteX712" fmla="*/ 786977 w 2320713"/>
                <a:gd name="connsiteY712" fmla="*/ 673100 h 1303443"/>
                <a:gd name="connsiteX713" fmla="*/ 773007 w 2320713"/>
                <a:gd name="connsiteY713" fmla="*/ 670137 h 1303443"/>
                <a:gd name="connsiteX714" fmla="*/ 760730 w 2320713"/>
                <a:gd name="connsiteY714" fmla="*/ 656167 h 1303443"/>
                <a:gd name="connsiteX715" fmla="*/ 746760 w 2320713"/>
                <a:gd name="connsiteY715" fmla="*/ 648970 h 1303443"/>
                <a:gd name="connsiteX716" fmla="*/ 732790 w 2320713"/>
                <a:gd name="connsiteY716" fmla="*/ 637963 h 1303443"/>
                <a:gd name="connsiteX717" fmla="*/ 731520 w 2320713"/>
                <a:gd name="connsiteY717" fmla="*/ 636693 h 1303443"/>
                <a:gd name="connsiteX718" fmla="*/ 730250 w 2320713"/>
                <a:gd name="connsiteY718" fmla="*/ 635423 h 1303443"/>
                <a:gd name="connsiteX719" fmla="*/ 728980 w 2320713"/>
                <a:gd name="connsiteY719" fmla="*/ 635423 h 1303443"/>
                <a:gd name="connsiteX720" fmla="*/ 727710 w 2320713"/>
                <a:gd name="connsiteY720" fmla="*/ 634153 h 1303443"/>
                <a:gd name="connsiteX721" fmla="*/ 724746 w 2320713"/>
                <a:gd name="connsiteY721" fmla="*/ 634153 h 1303443"/>
                <a:gd name="connsiteX722" fmla="*/ 709507 w 2320713"/>
                <a:gd name="connsiteY722" fmla="*/ 634153 h 1303443"/>
                <a:gd name="connsiteX723" fmla="*/ 695537 w 2320713"/>
                <a:gd name="connsiteY723" fmla="*/ 631190 h 1303443"/>
                <a:gd name="connsiteX724" fmla="*/ 690033 w 2320713"/>
                <a:gd name="connsiteY724" fmla="*/ 635423 h 1303443"/>
                <a:gd name="connsiteX725" fmla="*/ 679027 w 2320713"/>
                <a:gd name="connsiteY725" fmla="*/ 635423 h 1303443"/>
                <a:gd name="connsiteX726" fmla="*/ 670560 w 2320713"/>
                <a:gd name="connsiteY726" fmla="*/ 638387 h 1303443"/>
                <a:gd name="connsiteX727" fmla="*/ 669290 w 2320713"/>
                <a:gd name="connsiteY727" fmla="*/ 639657 h 1303443"/>
                <a:gd name="connsiteX728" fmla="*/ 655320 w 2320713"/>
                <a:gd name="connsiteY728" fmla="*/ 646430 h 1303443"/>
                <a:gd name="connsiteX729" fmla="*/ 651087 w 2320713"/>
                <a:gd name="connsiteY729" fmla="*/ 646430 h 1303443"/>
                <a:gd name="connsiteX730" fmla="*/ 635846 w 2320713"/>
                <a:gd name="connsiteY730" fmla="*/ 645160 h 1303443"/>
                <a:gd name="connsiteX731" fmla="*/ 630343 w 2320713"/>
                <a:gd name="connsiteY731" fmla="*/ 648123 h 1303443"/>
                <a:gd name="connsiteX732" fmla="*/ 616373 w 2320713"/>
                <a:gd name="connsiteY732" fmla="*/ 645160 h 1303443"/>
                <a:gd name="connsiteX733" fmla="*/ 602404 w 2320713"/>
                <a:gd name="connsiteY733" fmla="*/ 645160 h 1303443"/>
                <a:gd name="connsiteX734" fmla="*/ 602404 w 2320713"/>
                <a:gd name="connsiteY734" fmla="*/ 660400 h 1303443"/>
                <a:gd name="connsiteX735" fmla="*/ 598170 w 2320713"/>
                <a:gd name="connsiteY735" fmla="*/ 659130 h 1303443"/>
                <a:gd name="connsiteX736" fmla="*/ 584200 w 2320713"/>
                <a:gd name="connsiteY736" fmla="*/ 662093 h 1303443"/>
                <a:gd name="connsiteX737" fmla="*/ 584200 w 2320713"/>
                <a:gd name="connsiteY737" fmla="*/ 664633 h 1303443"/>
                <a:gd name="connsiteX738" fmla="*/ 584200 w 2320713"/>
                <a:gd name="connsiteY738" fmla="*/ 666327 h 1303443"/>
                <a:gd name="connsiteX739" fmla="*/ 571923 w 2320713"/>
                <a:gd name="connsiteY739" fmla="*/ 673100 h 1303443"/>
                <a:gd name="connsiteX740" fmla="*/ 557954 w 2320713"/>
                <a:gd name="connsiteY740" fmla="*/ 676063 h 1303443"/>
                <a:gd name="connsiteX741" fmla="*/ 543983 w 2320713"/>
                <a:gd name="connsiteY741" fmla="*/ 677333 h 1303443"/>
                <a:gd name="connsiteX742" fmla="*/ 543983 w 2320713"/>
                <a:gd name="connsiteY742" fmla="*/ 680297 h 1303443"/>
                <a:gd name="connsiteX743" fmla="*/ 539750 w 2320713"/>
                <a:gd name="connsiteY743" fmla="*/ 694267 h 1303443"/>
                <a:gd name="connsiteX744" fmla="*/ 530013 w 2320713"/>
                <a:gd name="connsiteY744" fmla="*/ 708237 h 1303443"/>
                <a:gd name="connsiteX745" fmla="*/ 519007 w 2320713"/>
                <a:gd name="connsiteY745" fmla="*/ 711200 h 1303443"/>
                <a:gd name="connsiteX746" fmla="*/ 513504 w 2320713"/>
                <a:gd name="connsiteY746" fmla="*/ 711200 h 1303443"/>
                <a:gd name="connsiteX747" fmla="*/ 510540 w 2320713"/>
                <a:gd name="connsiteY747" fmla="*/ 711200 h 1303443"/>
                <a:gd name="connsiteX748" fmla="*/ 502073 w 2320713"/>
                <a:gd name="connsiteY748" fmla="*/ 712470 h 1303443"/>
                <a:gd name="connsiteX749" fmla="*/ 486833 w 2320713"/>
                <a:gd name="connsiteY749" fmla="*/ 713740 h 1303443"/>
                <a:gd name="connsiteX750" fmla="*/ 472863 w 2320713"/>
                <a:gd name="connsiteY750" fmla="*/ 717973 h 1303443"/>
                <a:gd name="connsiteX751" fmla="*/ 458893 w 2320713"/>
                <a:gd name="connsiteY751" fmla="*/ 719243 h 1303443"/>
                <a:gd name="connsiteX752" fmla="*/ 446193 w 2320713"/>
                <a:gd name="connsiteY752" fmla="*/ 717973 h 1303443"/>
                <a:gd name="connsiteX753" fmla="*/ 432223 w 2320713"/>
                <a:gd name="connsiteY753" fmla="*/ 720937 h 1303443"/>
                <a:gd name="connsiteX754" fmla="*/ 416983 w 2320713"/>
                <a:gd name="connsiteY754" fmla="*/ 722207 h 1303443"/>
                <a:gd name="connsiteX755" fmla="*/ 403013 w 2320713"/>
                <a:gd name="connsiteY755" fmla="*/ 733213 h 1303443"/>
                <a:gd name="connsiteX756" fmla="*/ 393277 w 2320713"/>
                <a:gd name="connsiteY756" fmla="*/ 748453 h 1303443"/>
                <a:gd name="connsiteX757" fmla="*/ 379307 w 2320713"/>
                <a:gd name="connsiteY757" fmla="*/ 752687 h 1303443"/>
                <a:gd name="connsiteX758" fmla="*/ 378037 w 2320713"/>
                <a:gd name="connsiteY758" fmla="*/ 752687 h 1303443"/>
                <a:gd name="connsiteX759" fmla="*/ 369570 w 2320713"/>
                <a:gd name="connsiteY759" fmla="*/ 753957 h 1303443"/>
                <a:gd name="connsiteX760" fmla="*/ 362796 w 2320713"/>
                <a:gd name="connsiteY760" fmla="*/ 750993 h 1303443"/>
                <a:gd name="connsiteX761" fmla="*/ 348827 w 2320713"/>
                <a:gd name="connsiteY761" fmla="*/ 737023 h 1303443"/>
                <a:gd name="connsiteX762" fmla="*/ 334857 w 2320713"/>
                <a:gd name="connsiteY762" fmla="*/ 729827 h 1303443"/>
                <a:gd name="connsiteX763" fmla="*/ 320887 w 2320713"/>
                <a:gd name="connsiteY763" fmla="*/ 715857 h 1303443"/>
                <a:gd name="connsiteX764" fmla="*/ 312420 w 2320713"/>
                <a:gd name="connsiteY764" fmla="*/ 715857 h 1303443"/>
                <a:gd name="connsiteX765" fmla="*/ 298450 w 2320713"/>
                <a:gd name="connsiteY765" fmla="*/ 714587 h 1303443"/>
                <a:gd name="connsiteX766" fmla="*/ 284480 w 2320713"/>
                <a:gd name="connsiteY766" fmla="*/ 720090 h 1303443"/>
                <a:gd name="connsiteX767" fmla="*/ 269240 w 2320713"/>
                <a:gd name="connsiteY767" fmla="*/ 720090 h 1303443"/>
                <a:gd name="connsiteX768" fmla="*/ 267970 w 2320713"/>
                <a:gd name="connsiteY768" fmla="*/ 720090 h 1303443"/>
                <a:gd name="connsiteX769" fmla="*/ 254000 w 2320713"/>
                <a:gd name="connsiteY769" fmla="*/ 715857 h 1303443"/>
                <a:gd name="connsiteX770" fmla="*/ 240030 w 2320713"/>
                <a:gd name="connsiteY770" fmla="*/ 714587 h 1303443"/>
                <a:gd name="connsiteX771" fmla="*/ 233257 w 2320713"/>
                <a:gd name="connsiteY771" fmla="*/ 718820 h 1303443"/>
                <a:gd name="connsiteX772" fmla="*/ 218017 w 2320713"/>
                <a:gd name="connsiteY772" fmla="*/ 710353 h 1303443"/>
                <a:gd name="connsiteX773" fmla="*/ 212513 w 2320713"/>
                <a:gd name="connsiteY773" fmla="*/ 710353 h 1303443"/>
                <a:gd name="connsiteX774" fmla="*/ 197273 w 2320713"/>
                <a:gd name="connsiteY774" fmla="*/ 707390 h 1303443"/>
                <a:gd name="connsiteX775" fmla="*/ 186267 w 2320713"/>
                <a:gd name="connsiteY775" fmla="*/ 706120 h 1303443"/>
                <a:gd name="connsiteX776" fmla="*/ 182033 w 2320713"/>
                <a:gd name="connsiteY776" fmla="*/ 709083 h 1303443"/>
                <a:gd name="connsiteX777" fmla="*/ 172296 w 2320713"/>
                <a:gd name="connsiteY777" fmla="*/ 709083 h 1303443"/>
                <a:gd name="connsiteX778" fmla="*/ 158327 w 2320713"/>
                <a:gd name="connsiteY778" fmla="*/ 702310 h 1303443"/>
                <a:gd name="connsiteX779" fmla="*/ 144357 w 2320713"/>
                <a:gd name="connsiteY779" fmla="*/ 692573 h 1303443"/>
                <a:gd name="connsiteX780" fmla="*/ 130387 w 2320713"/>
                <a:gd name="connsiteY780" fmla="*/ 695537 h 1303443"/>
                <a:gd name="connsiteX781" fmla="*/ 116417 w 2320713"/>
                <a:gd name="connsiteY781" fmla="*/ 709507 h 1303443"/>
                <a:gd name="connsiteX782" fmla="*/ 102446 w 2320713"/>
                <a:gd name="connsiteY782" fmla="*/ 715010 h 1303443"/>
                <a:gd name="connsiteX783" fmla="*/ 99483 w 2320713"/>
                <a:gd name="connsiteY783" fmla="*/ 701040 h 1303443"/>
                <a:gd name="connsiteX784" fmla="*/ 92287 w 2320713"/>
                <a:gd name="connsiteY784" fmla="*/ 694267 h 1303443"/>
                <a:gd name="connsiteX785" fmla="*/ 89323 w 2320713"/>
                <a:gd name="connsiteY785" fmla="*/ 691303 h 1303443"/>
                <a:gd name="connsiteX786" fmla="*/ 75354 w 2320713"/>
                <a:gd name="connsiteY786" fmla="*/ 691303 h 1303443"/>
                <a:gd name="connsiteX787" fmla="*/ 63923 w 2320713"/>
                <a:gd name="connsiteY787" fmla="*/ 691303 h 1303443"/>
                <a:gd name="connsiteX788" fmla="*/ 58420 w 2320713"/>
                <a:gd name="connsiteY788" fmla="*/ 679873 h 1303443"/>
                <a:gd name="connsiteX789" fmla="*/ 44450 w 2320713"/>
                <a:gd name="connsiteY789" fmla="*/ 667597 h 1303443"/>
                <a:gd name="connsiteX790" fmla="*/ 30480 w 2320713"/>
                <a:gd name="connsiteY790" fmla="*/ 666327 h 1303443"/>
                <a:gd name="connsiteX791" fmla="*/ 22013 w 2320713"/>
                <a:gd name="connsiteY791" fmla="*/ 652357 h 1303443"/>
                <a:gd name="connsiteX792" fmla="*/ 14817 w 2320713"/>
                <a:gd name="connsiteY792" fmla="*/ 649393 h 1303443"/>
                <a:gd name="connsiteX793" fmla="*/ 13546 w 2320713"/>
                <a:gd name="connsiteY793" fmla="*/ 645160 h 1303443"/>
                <a:gd name="connsiteX794" fmla="*/ 3810 w 2320713"/>
                <a:gd name="connsiteY794" fmla="*/ 640927 h 1303443"/>
                <a:gd name="connsiteX795" fmla="*/ 2540 w 2320713"/>
                <a:gd name="connsiteY795" fmla="*/ 640927 h 1303443"/>
                <a:gd name="connsiteX796" fmla="*/ 0 w 2320713"/>
                <a:gd name="connsiteY796" fmla="*/ 640927 h 1303443"/>
                <a:gd name="connsiteX797" fmla="*/ 0 w 2320713"/>
                <a:gd name="connsiteY797" fmla="*/ 641773 h 1303443"/>
                <a:gd name="connsiteX798" fmla="*/ 1456267 w 2320713"/>
                <a:gd name="connsiteY798" fmla="*/ 1030817 h 1303443"/>
                <a:gd name="connsiteX799" fmla="*/ 1441027 w 2320713"/>
                <a:gd name="connsiteY799" fmla="*/ 1028277 h 1303443"/>
                <a:gd name="connsiteX800" fmla="*/ 1426633 w 2320713"/>
                <a:gd name="connsiteY800" fmla="*/ 1029547 h 1303443"/>
                <a:gd name="connsiteX801" fmla="*/ 1413087 w 2320713"/>
                <a:gd name="connsiteY801" fmla="*/ 1029547 h 1303443"/>
                <a:gd name="connsiteX802" fmla="*/ 1428327 w 2320713"/>
                <a:gd name="connsiteY802" fmla="*/ 1030817 h 1303443"/>
                <a:gd name="connsiteX803" fmla="*/ 1442297 w 2320713"/>
                <a:gd name="connsiteY803" fmla="*/ 1032087 h 1303443"/>
                <a:gd name="connsiteX804" fmla="*/ 1456267 w 2320713"/>
                <a:gd name="connsiteY804" fmla="*/ 1035050 h 1303443"/>
                <a:gd name="connsiteX805" fmla="*/ 1456267 w 2320713"/>
                <a:gd name="connsiteY805" fmla="*/ 1030817 h 1303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</a:cxnLst>
              <a:rect l="l" t="t" r="r" b="b"/>
              <a:pathLst>
                <a:path w="2320713" h="1303443">
                  <a:moveTo>
                    <a:pt x="0" y="641773"/>
                  </a:moveTo>
                  <a:lnTo>
                    <a:pt x="0" y="638810"/>
                  </a:lnTo>
                  <a:lnTo>
                    <a:pt x="0" y="637540"/>
                  </a:lnTo>
                  <a:lnTo>
                    <a:pt x="0" y="623570"/>
                  </a:lnTo>
                  <a:lnTo>
                    <a:pt x="0" y="616373"/>
                  </a:lnTo>
                  <a:lnTo>
                    <a:pt x="9737" y="602403"/>
                  </a:lnTo>
                  <a:lnTo>
                    <a:pt x="11007" y="601133"/>
                  </a:lnTo>
                  <a:lnTo>
                    <a:pt x="22013" y="587163"/>
                  </a:lnTo>
                  <a:lnTo>
                    <a:pt x="24977" y="573193"/>
                  </a:lnTo>
                  <a:lnTo>
                    <a:pt x="30480" y="557953"/>
                  </a:lnTo>
                  <a:lnTo>
                    <a:pt x="44450" y="543983"/>
                  </a:lnTo>
                  <a:lnTo>
                    <a:pt x="45720" y="532977"/>
                  </a:lnTo>
                  <a:lnTo>
                    <a:pt x="59690" y="537210"/>
                  </a:lnTo>
                  <a:lnTo>
                    <a:pt x="73660" y="537210"/>
                  </a:lnTo>
                  <a:lnTo>
                    <a:pt x="87630" y="544407"/>
                  </a:lnTo>
                  <a:lnTo>
                    <a:pt x="86360" y="530437"/>
                  </a:lnTo>
                  <a:lnTo>
                    <a:pt x="72390" y="520700"/>
                  </a:lnTo>
                  <a:lnTo>
                    <a:pt x="65617" y="509693"/>
                  </a:lnTo>
                  <a:lnTo>
                    <a:pt x="68157" y="495723"/>
                  </a:lnTo>
                  <a:lnTo>
                    <a:pt x="65617" y="481753"/>
                  </a:lnTo>
                  <a:lnTo>
                    <a:pt x="58420" y="469053"/>
                  </a:lnTo>
                  <a:lnTo>
                    <a:pt x="58420" y="467783"/>
                  </a:lnTo>
                  <a:lnTo>
                    <a:pt x="55457" y="453813"/>
                  </a:lnTo>
                  <a:lnTo>
                    <a:pt x="56727" y="452543"/>
                  </a:lnTo>
                  <a:lnTo>
                    <a:pt x="66463" y="437303"/>
                  </a:lnTo>
                  <a:lnTo>
                    <a:pt x="70696" y="433070"/>
                  </a:lnTo>
                  <a:lnTo>
                    <a:pt x="71967" y="433070"/>
                  </a:lnTo>
                  <a:lnTo>
                    <a:pt x="83396" y="419100"/>
                  </a:lnTo>
                  <a:lnTo>
                    <a:pt x="87630" y="417830"/>
                  </a:lnTo>
                  <a:lnTo>
                    <a:pt x="87630" y="414867"/>
                  </a:lnTo>
                  <a:lnTo>
                    <a:pt x="99060" y="400897"/>
                  </a:lnTo>
                  <a:lnTo>
                    <a:pt x="107527" y="389467"/>
                  </a:lnTo>
                  <a:lnTo>
                    <a:pt x="114300" y="382693"/>
                  </a:lnTo>
                  <a:lnTo>
                    <a:pt x="128270" y="368723"/>
                  </a:lnTo>
                  <a:lnTo>
                    <a:pt x="129963" y="367453"/>
                  </a:lnTo>
                  <a:lnTo>
                    <a:pt x="143933" y="354753"/>
                  </a:lnTo>
                  <a:lnTo>
                    <a:pt x="157904" y="345017"/>
                  </a:lnTo>
                  <a:lnTo>
                    <a:pt x="159173" y="343747"/>
                  </a:lnTo>
                  <a:lnTo>
                    <a:pt x="164677" y="339513"/>
                  </a:lnTo>
                  <a:lnTo>
                    <a:pt x="167217" y="336550"/>
                  </a:lnTo>
                  <a:lnTo>
                    <a:pt x="176954" y="322580"/>
                  </a:lnTo>
                  <a:lnTo>
                    <a:pt x="192193" y="317077"/>
                  </a:lnTo>
                  <a:lnTo>
                    <a:pt x="206163" y="317077"/>
                  </a:lnTo>
                  <a:lnTo>
                    <a:pt x="217170" y="303107"/>
                  </a:lnTo>
                  <a:lnTo>
                    <a:pt x="218863" y="301837"/>
                  </a:lnTo>
                  <a:lnTo>
                    <a:pt x="224367" y="298873"/>
                  </a:lnTo>
                  <a:lnTo>
                    <a:pt x="226907" y="290407"/>
                  </a:lnTo>
                  <a:lnTo>
                    <a:pt x="225637" y="280670"/>
                  </a:lnTo>
                  <a:lnTo>
                    <a:pt x="215900" y="266700"/>
                  </a:lnTo>
                  <a:lnTo>
                    <a:pt x="204893" y="255693"/>
                  </a:lnTo>
                  <a:lnTo>
                    <a:pt x="220133" y="248497"/>
                  </a:lnTo>
                  <a:lnTo>
                    <a:pt x="228600" y="244263"/>
                  </a:lnTo>
                  <a:lnTo>
                    <a:pt x="214630" y="238760"/>
                  </a:lnTo>
                  <a:lnTo>
                    <a:pt x="201930" y="223520"/>
                  </a:lnTo>
                  <a:lnTo>
                    <a:pt x="198967" y="222250"/>
                  </a:lnTo>
                  <a:lnTo>
                    <a:pt x="190500" y="208280"/>
                  </a:lnTo>
                  <a:lnTo>
                    <a:pt x="180763" y="193040"/>
                  </a:lnTo>
                  <a:lnTo>
                    <a:pt x="177800" y="191770"/>
                  </a:lnTo>
                  <a:lnTo>
                    <a:pt x="166370" y="177800"/>
                  </a:lnTo>
                  <a:lnTo>
                    <a:pt x="157904" y="163830"/>
                  </a:lnTo>
                  <a:lnTo>
                    <a:pt x="154940" y="149860"/>
                  </a:lnTo>
                  <a:lnTo>
                    <a:pt x="149437" y="135890"/>
                  </a:lnTo>
                  <a:lnTo>
                    <a:pt x="153670" y="131657"/>
                  </a:lnTo>
                  <a:lnTo>
                    <a:pt x="152400" y="128693"/>
                  </a:lnTo>
                  <a:lnTo>
                    <a:pt x="151130" y="120650"/>
                  </a:lnTo>
                  <a:lnTo>
                    <a:pt x="152400" y="119380"/>
                  </a:lnTo>
                  <a:lnTo>
                    <a:pt x="165946" y="116417"/>
                  </a:lnTo>
                  <a:lnTo>
                    <a:pt x="181610" y="119380"/>
                  </a:lnTo>
                  <a:lnTo>
                    <a:pt x="191346" y="126153"/>
                  </a:lnTo>
                  <a:lnTo>
                    <a:pt x="206587" y="121920"/>
                  </a:lnTo>
                  <a:lnTo>
                    <a:pt x="220557" y="110913"/>
                  </a:lnTo>
                  <a:lnTo>
                    <a:pt x="233257" y="102447"/>
                  </a:lnTo>
                  <a:lnTo>
                    <a:pt x="236220" y="88477"/>
                  </a:lnTo>
                  <a:lnTo>
                    <a:pt x="250190" y="78740"/>
                  </a:lnTo>
                  <a:lnTo>
                    <a:pt x="264160" y="77470"/>
                  </a:lnTo>
                  <a:lnTo>
                    <a:pt x="278130" y="77470"/>
                  </a:lnTo>
                  <a:lnTo>
                    <a:pt x="293370" y="77470"/>
                  </a:lnTo>
                  <a:lnTo>
                    <a:pt x="307340" y="77470"/>
                  </a:lnTo>
                  <a:lnTo>
                    <a:pt x="321310" y="74507"/>
                  </a:lnTo>
                  <a:lnTo>
                    <a:pt x="335280" y="69003"/>
                  </a:lnTo>
                  <a:lnTo>
                    <a:pt x="349250" y="67733"/>
                  </a:lnTo>
                  <a:lnTo>
                    <a:pt x="364490" y="71967"/>
                  </a:lnTo>
                  <a:lnTo>
                    <a:pt x="378460" y="73237"/>
                  </a:lnTo>
                  <a:lnTo>
                    <a:pt x="388196" y="73237"/>
                  </a:lnTo>
                  <a:lnTo>
                    <a:pt x="391160" y="73237"/>
                  </a:lnTo>
                  <a:lnTo>
                    <a:pt x="405130" y="73237"/>
                  </a:lnTo>
                  <a:lnTo>
                    <a:pt x="419100" y="70273"/>
                  </a:lnTo>
                  <a:lnTo>
                    <a:pt x="434340" y="73237"/>
                  </a:lnTo>
                  <a:lnTo>
                    <a:pt x="441537" y="74507"/>
                  </a:lnTo>
                  <a:lnTo>
                    <a:pt x="455507" y="74507"/>
                  </a:lnTo>
                  <a:lnTo>
                    <a:pt x="470746" y="81280"/>
                  </a:lnTo>
                  <a:lnTo>
                    <a:pt x="484717" y="84243"/>
                  </a:lnTo>
                  <a:lnTo>
                    <a:pt x="498687" y="82973"/>
                  </a:lnTo>
                  <a:lnTo>
                    <a:pt x="514350" y="91440"/>
                  </a:lnTo>
                  <a:lnTo>
                    <a:pt x="528320" y="90170"/>
                  </a:lnTo>
                  <a:lnTo>
                    <a:pt x="538057" y="91440"/>
                  </a:lnTo>
                  <a:lnTo>
                    <a:pt x="549063" y="95673"/>
                  </a:lnTo>
                  <a:lnTo>
                    <a:pt x="564304" y="99907"/>
                  </a:lnTo>
                  <a:lnTo>
                    <a:pt x="578273" y="98637"/>
                  </a:lnTo>
                  <a:lnTo>
                    <a:pt x="592243" y="98637"/>
                  </a:lnTo>
                  <a:lnTo>
                    <a:pt x="604520" y="112607"/>
                  </a:lnTo>
                  <a:lnTo>
                    <a:pt x="618490" y="125307"/>
                  </a:lnTo>
                  <a:lnTo>
                    <a:pt x="632460" y="125307"/>
                  </a:lnTo>
                  <a:lnTo>
                    <a:pt x="645160" y="121073"/>
                  </a:lnTo>
                  <a:lnTo>
                    <a:pt x="657860" y="123613"/>
                  </a:lnTo>
                  <a:lnTo>
                    <a:pt x="671830" y="133350"/>
                  </a:lnTo>
                  <a:lnTo>
                    <a:pt x="684530" y="137583"/>
                  </a:lnTo>
                  <a:lnTo>
                    <a:pt x="685800" y="123613"/>
                  </a:lnTo>
                  <a:lnTo>
                    <a:pt x="701040" y="127847"/>
                  </a:lnTo>
                  <a:lnTo>
                    <a:pt x="715010" y="130810"/>
                  </a:lnTo>
                  <a:lnTo>
                    <a:pt x="728980" y="121073"/>
                  </a:lnTo>
                  <a:lnTo>
                    <a:pt x="742950" y="123613"/>
                  </a:lnTo>
                  <a:lnTo>
                    <a:pt x="758190" y="134620"/>
                  </a:lnTo>
                  <a:lnTo>
                    <a:pt x="772160" y="127423"/>
                  </a:lnTo>
                  <a:lnTo>
                    <a:pt x="786130" y="130387"/>
                  </a:lnTo>
                  <a:lnTo>
                    <a:pt x="791633" y="144357"/>
                  </a:lnTo>
                  <a:lnTo>
                    <a:pt x="807296" y="155363"/>
                  </a:lnTo>
                  <a:lnTo>
                    <a:pt x="808567" y="141393"/>
                  </a:lnTo>
                  <a:lnTo>
                    <a:pt x="822537" y="130387"/>
                  </a:lnTo>
                  <a:lnTo>
                    <a:pt x="836507" y="127423"/>
                  </a:lnTo>
                  <a:lnTo>
                    <a:pt x="842010" y="118957"/>
                  </a:lnTo>
                  <a:lnTo>
                    <a:pt x="847513" y="118957"/>
                  </a:lnTo>
                  <a:lnTo>
                    <a:pt x="858943" y="123190"/>
                  </a:lnTo>
                  <a:lnTo>
                    <a:pt x="865717" y="134197"/>
                  </a:lnTo>
                  <a:lnTo>
                    <a:pt x="868680" y="148167"/>
                  </a:lnTo>
                  <a:lnTo>
                    <a:pt x="883920" y="160867"/>
                  </a:lnTo>
                  <a:lnTo>
                    <a:pt x="886460" y="157903"/>
                  </a:lnTo>
                  <a:lnTo>
                    <a:pt x="900430" y="156633"/>
                  </a:lnTo>
                  <a:lnTo>
                    <a:pt x="914400" y="142663"/>
                  </a:lnTo>
                  <a:lnTo>
                    <a:pt x="928370" y="142663"/>
                  </a:lnTo>
                  <a:lnTo>
                    <a:pt x="942340" y="149860"/>
                  </a:lnTo>
                  <a:lnTo>
                    <a:pt x="957580" y="146897"/>
                  </a:lnTo>
                  <a:lnTo>
                    <a:pt x="963083" y="142663"/>
                  </a:lnTo>
                  <a:lnTo>
                    <a:pt x="978323" y="142663"/>
                  </a:lnTo>
                  <a:lnTo>
                    <a:pt x="992293" y="143933"/>
                  </a:lnTo>
                  <a:lnTo>
                    <a:pt x="994833" y="146897"/>
                  </a:lnTo>
                  <a:lnTo>
                    <a:pt x="996104" y="149860"/>
                  </a:lnTo>
                  <a:lnTo>
                    <a:pt x="1010073" y="163830"/>
                  </a:lnTo>
                  <a:lnTo>
                    <a:pt x="1015577" y="172297"/>
                  </a:lnTo>
                  <a:lnTo>
                    <a:pt x="1029546" y="179070"/>
                  </a:lnTo>
                  <a:lnTo>
                    <a:pt x="1038013" y="180340"/>
                  </a:lnTo>
                  <a:lnTo>
                    <a:pt x="1039283" y="177377"/>
                  </a:lnTo>
                  <a:lnTo>
                    <a:pt x="1047750" y="167640"/>
                  </a:lnTo>
                  <a:lnTo>
                    <a:pt x="1045210" y="159173"/>
                  </a:lnTo>
                  <a:lnTo>
                    <a:pt x="1039707" y="145203"/>
                  </a:lnTo>
                  <a:lnTo>
                    <a:pt x="1038437" y="140970"/>
                  </a:lnTo>
                  <a:lnTo>
                    <a:pt x="1027430" y="125730"/>
                  </a:lnTo>
                  <a:lnTo>
                    <a:pt x="1032933" y="111760"/>
                  </a:lnTo>
                  <a:lnTo>
                    <a:pt x="1036743" y="97790"/>
                  </a:lnTo>
                  <a:lnTo>
                    <a:pt x="1045210" y="83820"/>
                  </a:lnTo>
                  <a:lnTo>
                    <a:pt x="1056217" y="71543"/>
                  </a:lnTo>
                  <a:lnTo>
                    <a:pt x="1056217" y="68580"/>
                  </a:lnTo>
                  <a:lnTo>
                    <a:pt x="1070187" y="58843"/>
                  </a:lnTo>
                  <a:lnTo>
                    <a:pt x="1070187" y="55880"/>
                  </a:lnTo>
                  <a:lnTo>
                    <a:pt x="1071457" y="47413"/>
                  </a:lnTo>
                  <a:lnTo>
                    <a:pt x="1075690" y="46143"/>
                  </a:lnTo>
                  <a:lnTo>
                    <a:pt x="1089660" y="46143"/>
                  </a:lnTo>
                  <a:lnTo>
                    <a:pt x="1096433" y="46143"/>
                  </a:lnTo>
                  <a:lnTo>
                    <a:pt x="1110404" y="53340"/>
                  </a:lnTo>
                  <a:lnTo>
                    <a:pt x="1124373" y="40640"/>
                  </a:lnTo>
                  <a:lnTo>
                    <a:pt x="1134110" y="40640"/>
                  </a:lnTo>
                  <a:lnTo>
                    <a:pt x="1149350" y="41910"/>
                  </a:lnTo>
                  <a:lnTo>
                    <a:pt x="1163320" y="43180"/>
                  </a:lnTo>
                  <a:lnTo>
                    <a:pt x="1177290" y="43180"/>
                  </a:lnTo>
                  <a:lnTo>
                    <a:pt x="1191260" y="44450"/>
                  </a:lnTo>
                  <a:lnTo>
                    <a:pt x="1205230" y="51647"/>
                  </a:lnTo>
                  <a:lnTo>
                    <a:pt x="1219200" y="52917"/>
                  </a:lnTo>
                  <a:lnTo>
                    <a:pt x="1233170" y="47413"/>
                  </a:lnTo>
                  <a:lnTo>
                    <a:pt x="1245870" y="33443"/>
                  </a:lnTo>
                  <a:lnTo>
                    <a:pt x="1245870" y="23707"/>
                  </a:lnTo>
                  <a:lnTo>
                    <a:pt x="1248833" y="20743"/>
                  </a:lnTo>
                  <a:lnTo>
                    <a:pt x="1247563" y="6773"/>
                  </a:lnTo>
                  <a:lnTo>
                    <a:pt x="1261533" y="8043"/>
                  </a:lnTo>
                  <a:lnTo>
                    <a:pt x="1275504" y="11007"/>
                  </a:lnTo>
                  <a:lnTo>
                    <a:pt x="1289473" y="16510"/>
                  </a:lnTo>
                  <a:lnTo>
                    <a:pt x="1303443" y="17780"/>
                  </a:lnTo>
                  <a:lnTo>
                    <a:pt x="1318683" y="20743"/>
                  </a:lnTo>
                  <a:lnTo>
                    <a:pt x="1332654" y="9737"/>
                  </a:lnTo>
                  <a:lnTo>
                    <a:pt x="1346623" y="4233"/>
                  </a:lnTo>
                  <a:lnTo>
                    <a:pt x="1357630" y="0"/>
                  </a:lnTo>
                  <a:lnTo>
                    <a:pt x="1371600" y="1270"/>
                  </a:lnTo>
                  <a:lnTo>
                    <a:pt x="1378797" y="2540"/>
                  </a:lnTo>
                  <a:lnTo>
                    <a:pt x="1387263" y="2540"/>
                  </a:lnTo>
                  <a:lnTo>
                    <a:pt x="1388533" y="1270"/>
                  </a:lnTo>
                  <a:lnTo>
                    <a:pt x="1391497" y="5503"/>
                  </a:lnTo>
                  <a:lnTo>
                    <a:pt x="1397000" y="12700"/>
                  </a:lnTo>
                  <a:lnTo>
                    <a:pt x="1410970" y="2963"/>
                  </a:lnTo>
                  <a:lnTo>
                    <a:pt x="1424940" y="1693"/>
                  </a:lnTo>
                  <a:lnTo>
                    <a:pt x="1438910" y="10160"/>
                  </a:lnTo>
                  <a:lnTo>
                    <a:pt x="1452457" y="24130"/>
                  </a:lnTo>
                  <a:lnTo>
                    <a:pt x="1459654" y="25400"/>
                  </a:lnTo>
                  <a:lnTo>
                    <a:pt x="1468120" y="40640"/>
                  </a:lnTo>
                  <a:lnTo>
                    <a:pt x="1469390" y="54610"/>
                  </a:lnTo>
                  <a:lnTo>
                    <a:pt x="1484630" y="67310"/>
                  </a:lnTo>
                  <a:lnTo>
                    <a:pt x="1498600" y="78317"/>
                  </a:lnTo>
                  <a:lnTo>
                    <a:pt x="1504104" y="80857"/>
                  </a:lnTo>
                  <a:lnTo>
                    <a:pt x="1512570" y="85090"/>
                  </a:lnTo>
                  <a:lnTo>
                    <a:pt x="1522307" y="99060"/>
                  </a:lnTo>
                  <a:lnTo>
                    <a:pt x="1508337" y="106257"/>
                  </a:lnTo>
                  <a:lnTo>
                    <a:pt x="1494367" y="109220"/>
                  </a:lnTo>
                  <a:lnTo>
                    <a:pt x="1488863" y="110490"/>
                  </a:lnTo>
                  <a:lnTo>
                    <a:pt x="1480397" y="113453"/>
                  </a:lnTo>
                  <a:lnTo>
                    <a:pt x="1480397" y="116417"/>
                  </a:lnTo>
                  <a:lnTo>
                    <a:pt x="1494367" y="129117"/>
                  </a:lnTo>
                  <a:lnTo>
                    <a:pt x="1502833" y="143087"/>
                  </a:lnTo>
                  <a:lnTo>
                    <a:pt x="1499870" y="157057"/>
                  </a:lnTo>
                  <a:lnTo>
                    <a:pt x="1509607" y="162560"/>
                  </a:lnTo>
                  <a:lnTo>
                    <a:pt x="1512570" y="162560"/>
                  </a:lnTo>
                  <a:lnTo>
                    <a:pt x="1511300" y="176530"/>
                  </a:lnTo>
                  <a:lnTo>
                    <a:pt x="1507067" y="177800"/>
                  </a:lnTo>
                  <a:lnTo>
                    <a:pt x="1504104" y="179070"/>
                  </a:lnTo>
                  <a:lnTo>
                    <a:pt x="1508337" y="182033"/>
                  </a:lnTo>
                  <a:lnTo>
                    <a:pt x="1522307" y="180763"/>
                  </a:lnTo>
                  <a:lnTo>
                    <a:pt x="1536277" y="182033"/>
                  </a:lnTo>
                  <a:lnTo>
                    <a:pt x="1540510" y="182033"/>
                  </a:lnTo>
                  <a:lnTo>
                    <a:pt x="1554480" y="183303"/>
                  </a:lnTo>
                  <a:lnTo>
                    <a:pt x="1570143" y="193040"/>
                  </a:lnTo>
                  <a:lnTo>
                    <a:pt x="1584113" y="193040"/>
                  </a:lnTo>
                  <a:lnTo>
                    <a:pt x="1598083" y="185843"/>
                  </a:lnTo>
                  <a:lnTo>
                    <a:pt x="1606550" y="185843"/>
                  </a:lnTo>
                  <a:lnTo>
                    <a:pt x="1609090" y="187113"/>
                  </a:lnTo>
                  <a:lnTo>
                    <a:pt x="1623060" y="195580"/>
                  </a:lnTo>
                  <a:lnTo>
                    <a:pt x="1627293" y="204047"/>
                  </a:lnTo>
                  <a:lnTo>
                    <a:pt x="1641263" y="212513"/>
                  </a:lnTo>
                  <a:lnTo>
                    <a:pt x="1655233" y="213783"/>
                  </a:lnTo>
                  <a:lnTo>
                    <a:pt x="1651000" y="227753"/>
                  </a:lnTo>
                  <a:lnTo>
                    <a:pt x="1659467" y="234950"/>
                  </a:lnTo>
                  <a:lnTo>
                    <a:pt x="1664970" y="250190"/>
                  </a:lnTo>
                  <a:lnTo>
                    <a:pt x="1675977" y="264160"/>
                  </a:lnTo>
                  <a:lnTo>
                    <a:pt x="1673437" y="276860"/>
                  </a:lnTo>
                  <a:lnTo>
                    <a:pt x="1674707" y="292100"/>
                  </a:lnTo>
                  <a:lnTo>
                    <a:pt x="1683173" y="306070"/>
                  </a:lnTo>
                  <a:lnTo>
                    <a:pt x="1698413" y="312843"/>
                  </a:lnTo>
                  <a:lnTo>
                    <a:pt x="1700954" y="320887"/>
                  </a:lnTo>
                  <a:lnTo>
                    <a:pt x="1714923" y="326813"/>
                  </a:lnTo>
                  <a:lnTo>
                    <a:pt x="1719157" y="325120"/>
                  </a:lnTo>
                  <a:lnTo>
                    <a:pt x="1733127" y="314113"/>
                  </a:lnTo>
                  <a:lnTo>
                    <a:pt x="1738630" y="312843"/>
                  </a:lnTo>
                  <a:lnTo>
                    <a:pt x="1753870" y="311573"/>
                  </a:lnTo>
                  <a:lnTo>
                    <a:pt x="1767840" y="314537"/>
                  </a:lnTo>
                  <a:lnTo>
                    <a:pt x="1781810" y="327237"/>
                  </a:lnTo>
                  <a:lnTo>
                    <a:pt x="1792817" y="336973"/>
                  </a:lnTo>
                  <a:lnTo>
                    <a:pt x="1800860" y="335703"/>
                  </a:lnTo>
                  <a:lnTo>
                    <a:pt x="1816100" y="334433"/>
                  </a:lnTo>
                  <a:lnTo>
                    <a:pt x="1830070" y="348403"/>
                  </a:lnTo>
                  <a:lnTo>
                    <a:pt x="1844040" y="341630"/>
                  </a:lnTo>
                  <a:lnTo>
                    <a:pt x="1858010" y="333163"/>
                  </a:lnTo>
                  <a:lnTo>
                    <a:pt x="1862243" y="331893"/>
                  </a:lnTo>
                  <a:lnTo>
                    <a:pt x="1874520" y="327660"/>
                  </a:lnTo>
                  <a:lnTo>
                    <a:pt x="1882987" y="327660"/>
                  </a:lnTo>
                  <a:lnTo>
                    <a:pt x="1896957" y="327660"/>
                  </a:lnTo>
                  <a:lnTo>
                    <a:pt x="1910927" y="323427"/>
                  </a:lnTo>
                  <a:lnTo>
                    <a:pt x="1924897" y="313690"/>
                  </a:lnTo>
                  <a:lnTo>
                    <a:pt x="1938867" y="314960"/>
                  </a:lnTo>
                  <a:lnTo>
                    <a:pt x="1948604" y="330200"/>
                  </a:lnTo>
                  <a:lnTo>
                    <a:pt x="1962573" y="338667"/>
                  </a:lnTo>
                  <a:lnTo>
                    <a:pt x="1968077" y="352637"/>
                  </a:lnTo>
                  <a:lnTo>
                    <a:pt x="1980777" y="366607"/>
                  </a:lnTo>
                  <a:lnTo>
                    <a:pt x="1994747" y="373380"/>
                  </a:lnTo>
                  <a:lnTo>
                    <a:pt x="2008717" y="380153"/>
                  </a:lnTo>
                  <a:lnTo>
                    <a:pt x="2011257" y="383117"/>
                  </a:lnTo>
                  <a:lnTo>
                    <a:pt x="2014220" y="384387"/>
                  </a:lnTo>
                  <a:lnTo>
                    <a:pt x="2023957" y="399627"/>
                  </a:lnTo>
                  <a:lnTo>
                    <a:pt x="2029460" y="395393"/>
                  </a:lnTo>
                  <a:lnTo>
                    <a:pt x="2043430" y="382693"/>
                  </a:lnTo>
                  <a:lnTo>
                    <a:pt x="2042160" y="379730"/>
                  </a:lnTo>
                  <a:lnTo>
                    <a:pt x="2050627" y="372957"/>
                  </a:lnTo>
                  <a:lnTo>
                    <a:pt x="2064597" y="382693"/>
                  </a:lnTo>
                  <a:lnTo>
                    <a:pt x="2073063" y="385657"/>
                  </a:lnTo>
                  <a:lnTo>
                    <a:pt x="2087033" y="391160"/>
                  </a:lnTo>
                  <a:lnTo>
                    <a:pt x="2102273" y="389890"/>
                  </a:lnTo>
                  <a:lnTo>
                    <a:pt x="2116244" y="399627"/>
                  </a:lnTo>
                  <a:lnTo>
                    <a:pt x="2130213" y="402590"/>
                  </a:lnTo>
                  <a:lnTo>
                    <a:pt x="2145454" y="415290"/>
                  </a:lnTo>
                  <a:lnTo>
                    <a:pt x="2159423" y="414020"/>
                  </a:lnTo>
                  <a:lnTo>
                    <a:pt x="2173394" y="403013"/>
                  </a:lnTo>
                  <a:lnTo>
                    <a:pt x="2183130" y="416983"/>
                  </a:lnTo>
                  <a:lnTo>
                    <a:pt x="2198370" y="426720"/>
                  </a:lnTo>
                  <a:lnTo>
                    <a:pt x="2212340" y="422487"/>
                  </a:lnTo>
                  <a:lnTo>
                    <a:pt x="2226310" y="426720"/>
                  </a:lnTo>
                  <a:lnTo>
                    <a:pt x="2236047" y="441960"/>
                  </a:lnTo>
                  <a:lnTo>
                    <a:pt x="2247054" y="449157"/>
                  </a:lnTo>
                  <a:lnTo>
                    <a:pt x="2262294" y="455930"/>
                  </a:lnTo>
                  <a:lnTo>
                    <a:pt x="2276263" y="454660"/>
                  </a:lnTo>
                  <a:lnTo>
                    <a:pt x="2283037" y="447887"/>
                  </a:lnTo>
                  <a:lnTo>
                    <a:pt x="2286000" y="446617"/>
                  </a:lnTo>
                  <a:lnTo>
                    <a:pt x="2299970" y="447887"/>
                  </a:lnTo>
                  <a:lnTo>
                    <a:pt x="2304204" y="449157"/>
                  </a:lnTo>
                  <a:lnTo>
                    <a:pt x="2295737" y="463127"/>
                  </a:lnTo>
                  <a:lnTo>
                    <a:pt x="2301240" y="477097"/>
                  </a:lnTo>
                  <a:lnTo>
                    <a:pt x="2308013" y="484293"/>
                  </a:lnTo>
                  <a:lnTo>
                    <a:pt x="2315210" y="498263"/>
                  </a:lnTo>
                  <a:lnTo>
                    <a:pt x="2308013" y="513503"/>
                  </a:lnTo>
                  <a:lnTo>
                    <a:pt x="2297007" y="521970"/>
                  </a:lnTo>
                  <a:lnTo>
                    <a:pt x="2292773" y="537210"/>
                  </a:lnTo>
                  <a:lnTo>
                    <a:pt x="2278804" y="537210"/>
                  </a:lnTo>
                  <a:lnTo>
                    <a:pt x="2266104" y="541443"/>
                  </a:lnTo>
                  <a:lnTo>
                    <a:pt x="2269067" y="555413"/>
                  </a:lnTo>
                  <a:lnTo>
                    <a:pt x="2273300" y="562187"/>
                  </a:lnTo>
                  <a:lnTo>
                    <a:pt x="2287270" y="565150"/>
                  </a:lnTo>
                  <a:lnTo>
                    <a:pt x="2302510" y="569383"/>
                  </a:lnTo>
                  <a:lnTo>
                    <a:pt x="2305473" y="566420"/>
                  </a:lnTo>
                  <a:lnTo>
                    <a:pt x="2306744" y="580390"/>
                  </a:lnTo>
                  <a:lnTo>
                    <a:pt x="2292773" y="577850"/>
                  </a:lnTo>
                  <a:lnTo>
                    <a:pt x="2278804" y="579120"/>
                  </a:lnTo>
                  <a:lnTo>
                    <a:pt x="2270337" y="593090"/>
                  </a:lnTo>
                  <a:lnTo>
                    <a:pt x="2267373" y="605790"/>
                  </a:lnTo>
                  <a:lnTo>
                    <a:pt x="2268644" y="613833"/>
                  </a:lnTo>
                  <a:lnTo>
                    <a:pt x="2283883" y="613833"/>
                  </a:lnTo>
                  <a:lnTo>
                    <a:pt x="2296583" y="629073"/>
                  </a:lnTo>
                  <a:lnTo>
                    <a:pt x="2303780" y="643043"/>
                  </a:lnTo>
                  <a:lnTo>
                    <a:pt x="2308013" y="649817"/>
                  </a:lnTo>
                  <a:lnTo>
                    <a:pt x="2299970" y="657013"/>
                  </a:lnTo>
                  <a:lnTo>
                    <a:pt x="2305473" y="661247"/>
                  </a:lnTo>
                  <a:lnTo>
                    <a:pt x="2306744" y="662517"/>
                  </a:lnTo>
                  <a:lnTo>
                    <a:pt x="2312670" y="662517"/>
                  </a:lnTo>
                  <a:lnTo>
                    <a:pt x="2319444" y="661247"/>
                  </a:lnTo>
                  <a:lnTo>
                    <a:pt x="2320713" y="670983"/>
                  </a:lnTo>
                  <a:lnTo>
                    <a:pt x="2319444" y="672253"/>
                  </a:lnTo>
                  <a:lnTo>
                    <a:pt x="2309707" y="686223"/>
                  </a:lnTo>
                  <a:lnTo>
                    <a:pt x="2305473" y="697230"/>
                  </a:lnTo>
                  <a:lnTo>
                    <a:pt x="2308013" y="701463"/>
                  </a:lnTo>
                  <a:lnTo>
                    <a:pt x="2301240" y="709930"/>
                  </a:lnTo>
                  <a:lnTo>
                    <a:pt x="2302510" y="723900"/>
                  </a:lnTo>
                  <a:lnTo>
                    <a:pt x="2302510" y="734907"/>
                  </a:lnTo>
                  <a:lnTo>
                    <a:pt x="2301240" y="736177"/>
                  </a:lnTo>
                  <a:lnTo>
                    <a:pt x="2287270" y="737447"/>
                  </a:lnTo>
                  <a:lnTo>
                    <a:pt x="2273300" y="736177"/>
                  </a:lnTo>
                  <a:lnTo>
                    <a:pt x="2259330" y="736177"/>
                  </a:lnTo>
                  <a:lnTo>
                    <a:pt x="2245360" y="733213"/>
                  </a:lnTo>
                  <a:lnTo>
                    <a:pt x="2230120" y="733213"/>
                  </a:lnTo>
                  <a:lnTo>
                    <a:pt x="2216150" y="736177"/>
                  </a:lnTo>
                  <a:lnTo>
                    <a:pt x="2205144" y="731943"/>
                  </a:lnTo>
                  <a:lnTo>
                    <a:pt x="2191173" y="730673"/>
                  </a:lnTo>
                  <a:lnTo>
                    <a:pt x="2177204" y="737870"/>
                  </a:lnTo>
                  <a:lnTo>
                    <a:pt x="2174663" y="751840"/>
                  </a:lnTo>
                  <a:lnTo>
                    <a:pt x="2167467" y="760307"/>
                  </a:lnTo>
                  <a:lnTo>
                    <a:pt x="2160270" y="761577"/>
                  </a:lnTo>
                  <a:lnTo>
                    <a:pt x="2146300" y="770043"/>
                  </a:lnTo>
                  <a:lnTo>
                    <a:pt x="2132330" y="771313"/>
                  </a:lnTo>
                  <a:lnTo>
                    <a:pt x="2118360" y="781050"/>
                  </a:lnTo>
                  <a:lnTo>
                    <a:pt x="2115820" y="795020"/>
                  </a:lnTo>
                  <a:lnTo>
                    <a:pt x="2118360" y="808990"/>
                  </a:lnTo>
                  <a:lnTo>
                    <a:pt x="2109894" y="822960"/>
                  </a:lnTo>
                  <a:lnTo>
                    <a:pt x="2123863" y="825923"/>
                  </a:lnTo>
                  <a:lnTo>
                    <a:pt x="2114127" y="839893"/>
                  </a:lnTo>
                  <a:lnTo>
                    <a:pt x="2117090" y="852593"/>
                  </a:lnTo>
                  <a:lnTo>
                    <a:pt x="2118360" y="855557"/>
                  </a:lnTo>
                  <a:lnTo>
                    <a:pt x="2111587" y="862753"/>
                  </a:lnTo>
                  <a:lnTo>
                    <a:pt x="2097617" y="858520"/>
                  </a:lnTo>
                  <a:lnTo>
                    <a:pt x="2083647" y="858520"/>
                  </a:lnTo>
                  <a:lnTo>
                    <a:pt x="2068407" y="858520"/>
                  </a:lnTo>
                  <a:lnTo>
                    <a:pt x="2054437" y="862753"/>
                  </a:lnTo>
                  <a:lnTo>
                    <a:pt x="2040890" y="861483"/>
                  </a:lnTo>
                  <a:lnTo>
                    <a:pt x="2025650" y="864447"/>
                  </a:lnTo>
                  <a:lnTo>
                    <a:pt x="2018454" y="872913"/>
                  </a:lnTo>
                  <a:lnTo>
                    <a:pt x="2009987" y="886883"/>
                  </a:lnTo>
                  <a:lnTo>
                    <a:pt x="1996017" y="886883"/>
                  </a:lnTo>
                  <a:lnTo>
                    <a:pt x="1982047" y="889847"/>
                  </a:lnTo>
                  <a:lnTo>
                    <a:pt x="1966807" y="895350"/>
                  </a:lnTo>
                  <a:lnTo>
                    <a:pt x="1961304" y="898313"/>
                  </a:lnTo>
                  <a:lnTo>
                    <a:pt x="1946063" y="912283"/>
                  </a:lnTo>
                  <a:lnTo>
                    <a:pt x="1940560" y="926253"/>
                  </a:lnTo>
                  <a:lnTo>
                    <a:pt x="1926590" y="912283"/>
                  </a:lnTo>
                  <a:lnTo>
                    <a:pt x="1912620" y="912283"/>
                  </a:lnTo>
                  <a:lnTo>
                    <a:pt x="1898650" y="916517"/>
                  </a:lnTo>
                  <a:lnTo>
                    <a:pt x="1884680" y="922020"/>
                  </a:lnTo>
                  <a:lnTo>
                    <a:pt x="1870710" y="935990"/>
                  </a:lnTo>
                  <a:lnTo>
                    <a:pt x="1856740" y="930487"/>
                  </a:lnTo>
                  <a:lnTo>
                    <a:pt x="1843193" y="929217"/>
                  </a:lnTo>
                  <a:lnTo>
                    <a:pt x="1827530" y="931757"/>
                  </a:lnTo>
                  <a:lnTo>
                    <a:pt x="1813560" y="935990"/>
                  </a:lnTo>
                  <a:lnTo>
                    <a:pt x="1799590" y="948267"/>
                  </a:lnTo>
                  <a:lnTo>
                    <a:pt x="1785620" y="960967"/>
                  </a:lnTo>
                  <a:lnTo>
                    <a:pt x="1771650" y="967740"/>
                  </a:lnTo>
                  <a:lnTo>
                    <a:pt x="1758950" y="981710"/>
                  </a:lnTo>
                  <a:lnTo>
                    <a:pt x="1749213" y="996950"/>
                  </a:lnTo>
                  <a:lnTo>
                    <a:pt x="1743710" y="1006687"/>
                  </a:lnTo>
                  <a:lnTo>
                    <a:pt x="1729740" y="1020657"/>
                  </a:lnTo>
                  <a:lnTo>
                    <a:pt x="1715770" y="1026160"/>
                  </a:lnTo>
                  <a:lnTo>
                    <a:pt x="1715770" y="1021927"/>
                  </a:lnTo>
                  <a:lnTo>
                    <a:pt x="1723813" y="1013460"/>
                  </a:lnTo>
                  <a:lnTo>
                    <a:pt x="1739054" y="1009227"/>
                  </a:lnTo>
                  <a:lnTo>
                    <a:pt x="1747097" y="995257"/>
                  </a:lnTo>
                  <a:lnTo>
                    <a:pt x="1744133" y="980017"/>
                  </a:lnTo>
                  <a:lnTo>
                    <a:pt x="1744133" y="966047"/>
                  </a:lnTo>
                  <a:lnTo>
                    <a:pt x="1730163" y="960543"/>
                  </a:lnTo>
                  <a:lnTo>
                    <a:pt x="1735667" y="975783"/>
                  </a:lnTo>
                  <a:lnTo>
                    <a:pt x="1725930" y="989753"/>
                  </a:lnTo>
                  <a:lnTo>
                    <a:pt x="1712383" y="998220"/>
                  </a:lnTo>
                  <a:lnTo>
                    <a:pt x="1705187" y="999490"/>
                  </a:lnTo>
                  <a:lnTo>
                    <a:pt x="1691217" y="1004993"/>
                  </a:lnTo>
                  <a:lnTo>
                    <a:pt x="1691217" y="1018963"/>
                  </a:lnTo>
                  <a:lnTo>
                    <a:pt x="1695450" y="1032933"/>
                  </a:lnTo>
                  <a:lnTo>
                    <a:pt x="1696720" y="1037167"/>
                  </a:lnTo>
                  <a:lnTo>
                    <a:pt x="1702223" y="1051137"/>
                  </a:lnTo>
                  <a:lnTo>
                    <a:pt x="1710690" y="1065107"/>
                  </a:lnTo>
                  <a:lnTo>
                    <a:pt x="1719157" y="1079077"/>
                  </a:lnTo>
                  <a:lnTo>
                    <a:pt x="1721697" y="1083310"/>
                  </a:lnTo>
                  <a:lnTo>
                    <a:pt x="1722967" y="1083310"/>
                  </a:lnTo>
                  <a:lnTo>
                    <a:pt x="1732704" y="1097280"/>
                  </a:lnTo>
                  <a:lnTo>
                    <a:pt x="1746673" y="1112520"/>
                  </a:lnTo>
                  <a:lnTo>
                    <a:pt x="1758104" y="1126490"/>
                  </a:lnTo>
                  <a:lnTo>
                    <a:pt x="1772073" y="1140460"/>
                  </a:lnTo>
                  <a:lnTo>
                    <a:pt x="1786043" y="1148927"/>
                  </a:lnTo>
                  <a:lnTo>
                    <a:pt x="1800013" y="1156123"/>
                  </a:lnTo>
                  <a:lnTo>
                    <a:pt x="1813983" y="1150620"/>
                  </a:lnTo>
                  <a:lnTo>
                    <a:pt x="1827954" y="1142153"/>
                  </a:lnTo>
                  <a:lnTo>
                    <a:pt x="1834727" y="1128183"/>
                  </a:lnTo>
                  <a:lnTo>
                    <a:pt x="1848697" y="1139190"/>
                  </a:lnTo>
                  <a:lnTo>
                    <a:pt x="1851660" y="1140460"/>
                  </a:lnTo>
                  <a:lnTo>
                    <a:pt x="1865630" y="1143423"/>
                  </a:lnTo>
                  <a:lnTo>
                    <a:pt x="1875367" y="1129453"/>
                  </a:lnTo>
                  <a:lnTo>
                    <a:pt x="1889337" y="1126490"/>
                  </a:lnTo>
                  <a:lnTo>
                    <a:pt x="1904577" y="1127760"/>
                  </a:lnTo>
                  <a:lnTo>
                    <a:pt x="1918547" y="1130723"/>
                  </a:lnTo>
                  <a:lnTo>
                    <a:pt x="1932517" y="1136227"/>
                  </a:lnTo>
                  <a:lnTo>
                    <a:pt x="1946487" y="1145963"/>
                  </a:lnTo>
                  <a:lnTo>
                    <a:pt x="1942254" y="1148927"/>
                  </a:lnTo>
                  <a:lnTo>
                    <a:pt x="1928283" y="1151890"/>
                  </a:lnTo>
                  <a:lnTo>
                    <a:pt x="1919817" y="1165860"/>
                  </a:lnTo>
                  <a:lnTo>
                    <a:pt x="1921087" y="1181100"/>
                  </a:lnTo>
                  <a:lnTo>
                    <a:pt x="1919817" y="1195070"/>
                  </a:lnTo>
                  <a:lnTo>
                    <a:pt x="1905847" y="1196763"/>
                  </a:lnTo>
                  <a:lnTo>
                    <a:pt x="1891877" y="1200997"/>
                  </a:lnTo>
                  <a:lnTo>
                    <a:pt x="1883410" y="1198033"/>
                  </a:lnTo>
                  <a:lnTo>
                    <a:pt x="1869440" y="1203537"/>
                  </a:lnTo>
                  <a:lnTo>
                    <a:pt x="1863937" y="1203537"/>
                  </a:lnTo>
                  <a:lnTo>
                    <a:pt x="1862667" y="1202267"/>
                  </a:lnTo>
                  <a:lnTo>
                    <a:pt x="1860127" y="1203537"/>
                  </a:lnTo>
                  <a:lnTo>
                    <a:pt x="1847427" y="1203537"/>
                  </a:lnTo>
                  <a:lnTo>
                    <a:pt x="1832187" y="1189567"/>
                  </a:lnTo>
                  <a:lnTo>
                    <a:pt x="1818217" y="1184063"/>
                  </a:lnTo>
                  <a:lnTo>
                    <a:pt x="1804247" y="1184063"/>
                  </a:lnTo>
                  <a:lnTo>
                    <a:pt x="1790277" y="1192530"/>
                  </a:lnTo>
                  <a:lnTo>
                    <a:pt x="1794510" y="1203537"/>
                  </a:lnTo>
                  <a:lnTo>
                    <a:pt x="1780540" y="1209040"/>
                  </a:lnTo>
                  <a:lnTo>
                    <a:pt x="1766570" y="1217507"/>
                  </a:lnTo>
                  <a:lnTo>
                    <a:pt x="1755563" y="1231477"/>
                  </a:lnTo>
                  <a:lnTo>
                    <a:pt x="1741593" y="1231477"/>
                  </a:lnTo>
                  <a:lnTo>
                    <a:pt x="1740323" y="1230207"/>
                  </a:lnTo>
                  <a:lnTo>
                    <a:pt x="1726354" y="1234440"/>
                  </a:lnTo>
                  <a:lnTo>
                    <a:pt x="1712807" y="1233170"/>
                  </a:lnTo>
                  <a:lnTo>
                    <a:pt x="1698837" y="1238673"/>
                  </a:lnTo>
                  <a:lnTo>
                    <a:pt x="1684867" y="1244177"/>
                  </a:lnTo>
                  <a:lnTo>
                    <a:pt x="1670897" y="1249680"/>
                  </a:lnTo>
                  <a:lnTo>
                    <a:pt x="1662430" y="1263650"/>
                  </a:lnTo>
                  <a:lnTo>
                    <a:pt x="1658197" y="1278890"/>
                  </a:lnTo>
                  <a:lnTo>
                    <a:pt x="1642533" y="1285663"/>
                  </a:lnTo>
                  <a:lnTo>
                    <a:pt x="1628563" y="1297940"/>
                  </a:lnTo>
                  <a:lnTo>
                    <a:pt x="1614593" y="1302173"/>
                  </a:lnTo>
                  <a:lnTo>
                    <a:pt x="1600623" y="1303443"/>
                  </a:lnTo>
                  <a:lnTo>
                    <a:pt x="1585383" y="1303443"/>
                  </a:lnTo>
                  <a:lnTo>
                    <a:pt x="1571413" y="1297940"/>
                  </a:lnTo>
                  <a:lnTo>
                    <a:pt x="1560407" y="1286933"/>
                  </a:lnTo>
                  <a:lnTo>
                    <a:pt x="1554904" y="1286933"/>
                  </a:lnTo>
                  <a:lnTo>
                    <a:pt x="1539663" y="1281430"/>
                  </a:lnTo>
                  <a:lnTo>
                    <a:pt x="1529927" y="1270423"/>
                  </a:lnTo>
                  <a:lnTo>
                    <a:pt x="1534160" y="1271693"/>
                  </a:lnTo>
                  <a:lnTo>
                    <a:pt x="1548130" y="1267460"/>
                  </a:lnTo>
                  <a:lnTo>
                    <a:pt x="1548130" y="1263227"/>
                  </a:lnTo>
                  <a:lnTo>
                    <a:pt x="1549400" y="1249257"/>
                  </a:lnTo>
                  <a:lnTo>
                    <a:pt x="1546437" y="1235287"/>
                  </a:lnTo>
                  <a:lnTo>
                    <a:pt x="1556173" y="1220047"/>
                  </a:lnTo>
                  <a:lnTo>
                    <a:pt x="1553210" y="1206077"/>
                  </a:lnTo>
                  <a:lnTo>
                    <a:pt x="1550670" y="1203113"/>
                  </a:lnTo>
                  <a:lnTo>
                    <a:pt x="1545167" y="1187873"/>
                  </a:lnTo>
                  <a:lnTo>
                    <a:pt x="1531197" y="1178137"/>
                  </a:lnTo>
                  <a:lnTo>
                    <a:pt x="1517227" y="1172633"/>
                  </a:lnTo>
                  <a:lnTo>
                    <a:pt x="1510030" y="1173903"/>
                  </a:lnTo>
                  <a:lnTo>
                    <a:pt x="1496060" y="1170940"/>
                  </a:lnTo>
                  <a:lnTo>
                    <a:pt x="1482090" y="1162473"/>
                  </a:lnTo>
                  <a:lnTo>
                    <a:pt x="1466850" y="1151467"/>
                  </a:lnTo>
                  <a:lnTo>
                    <a:pt x="1452880" y="1144270"/>
                  </a:lnTo>
                  <a:lnTo>
                    <a:pt x="1437640" y="1144270"/>
                  </a:lnTo>
                  <a:lnTo>
                    <a:pt x="1423670" y="1147233"/>
                  </a:lnTo>
                  <a:lnTo>
                    <a:pt x="1409700" y="1150197"/>
                  </a:lnTo>
                  <a:lnTo>
                    <a:pt x="1397000" y="1136227"/>
                  </a:lnTo>
                  <a:lnTo>
                    <a:pt x="1409700" y="1120987"/>
                  </a:lnTo>
                  <a:lnTo>
                    <a:pt x="1424940" y="1115483"/>
                  </a:lnTo>
                  <a:lnTo>
                    <a:pt x="1439333" y="1111250"/>
                  </a:lnTo>
                  <a:lnTo>
                    <a:pt x="1447377" y="1097280"/>
                  </a:lnTo>
                  <a:lnTo>
                    <a:pt x="1461347" y="1090083"/>
                  </a:lnTo>
                  <a:lnTo>
                    <a:pt x="1475317" y="1083310"/>
                  </a:lnTo>
                  <a:lnTo>
                    <a:pt x="1489287" y="1080347"/>
                  </a:lnTo>
                  <a:lnTo>
                    <a:pt x="1503257" y="1073150"/>
                  </a:lnTo>
                  <a:lnTo>
                    <a:pt x="1517227" y="1064683"/>
                  </a:lnTo>
                  <a:lnTo>
                    <a:pt x="1531197" y="1060450"/>
                  </a:lnTo>
                  <a:lnTo>
                    <a:pt x="1546860" y="1061720"/>
                  </a:lnTo>
                  <a:lnTo>
                    <a:pt x="1555327" y="1047750"/>
                  </a:lnTo>
                  <a:lnTo>
                    <a:pt x="1541357" y="1044787"/>
                  </a:lnTo>
                  <a:lnTo>
                    <a:pt x="1535854" y="1030817"/>
                  </a:lnTo>
                  <a:lnTo>
                    <a:pt x="1534583" y="1018117"/>
                  </a:lnTo>
                  <a:lnTo>
                    <a:pt x="1534583" y="1016847"/>
                  </a:lnTo>
                  <a:lnTo>
                    <a:pt x="1520613" y="1023620"/>
                  </a:lnTo>
                  <a:lnTo>
                    <a:pt x="1520613" y="1030817"/>
                  </a:lnTo>
                  <a:lnTo>
                    <a:pt x="1505373" y="1026583"/>
                  </a:lnTo>
                  <a:lnTo>
                    <a:pt x="1491404" y="1022350"/>
                  </a:lnTo>
                  <a:lnTo>
                    <a:pt x="1480397" y="1008380"/>
                  </a:lnTo>
                  <a:lnTo>
                    <a:pt x="1466427" y="1015153"/>
                  </a:lnTo>
                  <a:lnTo>
                    <a:pt x="1452457" y="1018117"/>
                  </a:lnTo>
                  <a:lnTo>
                    <a:pt x="1438910" y="1019387"/>
                  </a:lnTo>
                  <a:lnTo>
                    <a:pt x="1423670" y="1015153"/>
                  </a:lnTo>
                  <a:lnTo>
                    <a:pt x="1409700" y="1019387"/>
                  </a:lnTo>
                  <a:lnTo>
                    <a:pt x="1395730" y="1022350"/>
                  </a:lnTo>
                  <a:lnTo>
                    <a:pt x="1380490" y="1023620"/>
                  </a:lnTo>
                  <a:lnTo>
                    <a:pt x="1366520" y="1019387"/>
                  </a:lnTo>
                  <a:lnTo>
                    <a:pt x="1352550" y="1009650"/>
                  </a:lnTo>
                  <a:lnTo>
                    <a:pt x="1337310" y="1004147"/>
                  </a:lnTo>
                  <a:lnTo>
                    <a:pt x="1323340" y="994410"/>
                  </a:lnTo>
                  <a:lnTo>
                    <a:pt x="1316143" y="993140"/>
                  </a:lnTo>
                  <a:lnTo>
                    <a:pt x="1302173" y="985943"/>
                  </a:lnTo>
                  <a:lnTo>
                    <a:pt x="1286933" y="987213"/>
                  </a:lnTo>
                  <a:lnTo>
                    <a:pt x="1302173" y="981710"/>
                  </a:lnTo>
                  <a:lnTo>
                    <a:pt x="1316143" y="977477"/>
                  </a:lnTo>
                  <a:lnTo>
                    <a:pt x="1316143" y="962237"/>
                  </a:lnTo>
                  <a:lnTo>
                    <a:pt x="1302173" y="960967"/>
                  </a:lnTo>
                  <a:lnTo>
                    <a:pt x="1289473" y="956733"/>
                  </a:lnTo>
                  <a:lnTo>
                    <a:pt x="1278467" y="955463"/>
                  </a:lnTo>
                  <a:lnTo>
                    <a:pt x="1264497" y="955463"/>
                  </a:lnTo>
                  <a:lnTo>
                    <a:pt x="1250527" y="942763"/>
                  </a:lnTo>
                  <a:lnTo>
                    <a:pt x="1264497" y="946997"/>
                  </a:lnTo>
                  <a:lnTo>
                    <a:pt x="1279737" y="944033"/>
                  </a:lnTo>
                  <a:lnTo>
                    <a:pt x="1293707" y="949537"/>
                  </a:lnTo>
                  <a:lnTo>
                    <a:pt x="1297940" y="950807"/>
                  </a:lnTo>
                  <a:lnTo>
                    <a:pt x="1313180" y="952500"/>
                  </a:lnTo>
                  <a:lnTo>
                    <a:pt x="1327150" y="952500"/>
                  </a:lnTo>
                  <a:lnTo>
                    <a:pt x="1341120" y="953770"/>
                  </a:lnTo>
                  <a:lnTo>
                    <a:pt x="1355090" y="959273"/>
                  </a:lnTo>
                  <a:lnTo>
                    <a:pt x="1369060" y="955040"/>
                  </a:lnTo>
                  <a:lnTo>
                    <a:pt x="1367367" y="947843"/>
                  </a:lnTo>
                  <a:lnTo>
                    <a:pt x="1381337" y="939377"/>
                  </a:lnTo>
                  <a:lnTo>
                    <a:pt x="1395307" y="929640"/>
                  </a:lnTo>
                  <a:lnTo>
                    <a:pt x="1394037" y="929640"/>
                  </a:lnTo>
                  <a:lnTo>
                    <a:pt x="1383030" y="933873"/>
                  </a:lnTo>
                  <a:lnTo>
                    <a:pt x="1369060" y="941070"/>
                  </a:lnTo>
                  <a:lnTo>
                    <a:pt x="1355090" y="943610"/>
                  </a:lnTo>
                  <a:lnTo>
                    <a:pt x="1339850" y="939377"/>
                  </a:lnTo>
                  <a:lnTo>
                    <a:pt x="1325880" y="935143"/>
                  </a:lnTo>
                  <a:lnTo>
                    <a:pt x="1311910" y="929640"/>
                  </a:lnTo>
                  <a:lnTo>
                    <a:pt x="1305137" y="915670"/>
                  </a:lnTo>
                  <a:lnTo>
                    <a:pt x="1299633" y="902970"/>
                  </a:lnTo>
                  <a:lnTo>
                    <a:pt x="1306407" y="889000"/>
                  </a:lnTo>
                  <a:lnTo>
                    <a:pt x="1299633" y="875030"/>
                  </a:lnTo>
                  <a:lnTo>
                    <a:pt x="1288204" y="862330"/>
                  </a:lnTo>
                  <a:lnTo>
                    <a:pt x="1296670" y="873760"/>
                  </a:lnTo>
                  <a:lnTo>
                    <a:pt x="1295400" y="875030"/>
                  </a:lnTo>
                  <a:lnTo>
                    <a:pt x="1302173" y="889000"/>
                  </a:lnTo>
                  <a:lnTo>
                    <a:pt x="1290743" y="902970"/>
                  </a:lnTo>
                  <a:lnTo>
                    <a:pt x="1297940" y="916940"/>
                  </a:lnTo>
                  <a:lnTo>
                    <a:pt x="1294977" y="930910"/>
                  </a:lnTo>
                  <a:lnTo>
                    <a:pt x="1279737" y="932180"/>
                  </a:lnTo>
                  <a:lnTo>
                    <a:pt x="1265767" y="927947"/>
                  </a:lnTo>
                  <a:lnTo>
                    <a:pt x="1251797" y="933450"/>
                  </a:lnTo>
                  <a:lnTo>
                    <a:pt x="1247563" y="919480"/>
                  </a:lnTo>
                  <a:lnTo>
                    <a:pt x="1253067" y="905510"/>
                  </a:lnTo>
                  <a:lnTo>
                    <a:pt x="1239097" y="912283"/>
                  </a:lnTo>
                  <a:lnTo>
                    <a:pt x="1239097" y="926253"/>
                  </a:lnTo>
                  <a:lnTo>
                    <a:pt x="1223857" y="935990"/>
                  </a:lnTo>
                  <a:lnTo>
                    <a:pt x="1219623" y="934720"/>
                  </a:lnTo>
                  <a:lnTo>
                    <a:pt x="1204383" y="932180"/>
                  </a:lnTo>
                  <a:lnTo>
                    <a:pt x="1192107" y="933450"/>
                  </a:lnTo>
                  <a:lnTo>
                    <a:pt x="1176867" y="937683"/>
                  </a:lnTo>
                  <a:lnTo>
                    <a:pt x="1162897" y="944880"/>
                  </a:lnTo>
                  <a:lnTo>
                    <a:pt x="1148927" y="952077"/>
                  </a:lnTo>
                  <a:lnTo>
                    <a:pt x="1154430" y="966047"/>
                  </a:lnTo>
                  <a:lnTo>
                    <a:pt x="1140460" y="981287"/>
                  </a:lnTo>
                  <a:lnTo>
                    <a:pt x="1140460" y="995257"/>
                  </a:lnTo>
                  <a:lnTo>
                    <a:pt x="1130300" y="1009227"/>
                  </a:lnTo>
                  <a:lnTo>
                    <a:pt x="1119293" y="1021927"/>
                  </a:lnTo>
                  <a:lnTo>
                    <a:pt x="1120563" y="1018963"/>
                  </a:lnTo>
                  <a:lnTo>
                    <a:pt x="1112097" y="1004993"/>
                  </a:lnTo>
                  <a:lnTo>
                    <a:pt x="1102360" y="991023"/>
                  </a:lnTo>
                  <a:lnTo>
                    <a:pt x="1088390" y="983827"/>
                  </a:lnTo>
                  <a:lnTo>
                    <a:pt x="1085427" y="978323"/>
                  </a:lnTo>
                  <a:lnTo>
                    <a:pt x="1082887" y="971127"/>
                  </a:lnTo>
                  <a:lnTo>
                    <a:pt x="1068917" y="976630"/>
                  </a:lnTo>
                  <a:lnTo>
                    <a:pt x="1077383" y="990600"/>
                  </a:lnTo>
                  <a:lnTo>
                    <a:pt x="1091354" y="997373"/>
                  </a:lnTo>
                  <a:lnTo>
                    <a:pt x="1105323" y="1008380"/>
                  </a:lnTo>
                  <a:lnTo>
                    <a:pt x="1118023" y="1022350"/>
                  </a:lnTo>
                  <a:lnTo>
                    <a:pt x="1118023" y="1023620"/>
                  </a:lnTo>
                  <a:lnTo>
                    <a:pt x="1112520" y="1030817"/>
                  </a:lnTo>
                  <a:lnTo>
                    <a:pt x="1101513" y="1043093"/>
                  </a:lnTo>
                  <a:lnTo>
                    <a:pt x="1091777" y="1055793"/>
                  </a:lnTo>
                  <a:lnTo>
                    <a:pt x="1077807" y="1065530"/>
                  </a:lnTo>
                  <a:lnTo>
                    <a:pt x="1063837" y="1078230"/>
                  </a:lnTo>
                  <a:lnTo>
                    <a:pt x="1049867" y="1089237"/>
                  </a:lnTo>
                  <a:lnTo>
                    <a:pt x="1035896" y="1097703"/>
                  </a:lnTo>
                  <a:lnTo>
                    <a:pt x="1049867" y="1087967"/>
                  </a:lnTo>
                  <a:lnTo>
                    <a:pt x="1063837" y="1076960"/>
                  </a:lnTo>
                  <a:lnTo>
                    <a:pt x="1070610" y="1069763"/>
                  </a:lnTo>
                  <a:lnTo>
                    <a:pt x="1076113" y="1055793"/>
                  </a:lnTo>
                  <a:lnTo>
                    <a:pt x="1062143" y="1060027"/>
                  </a:lnTo>
                  <a:lnTo>
                    <a:pt x="1052407" y="1075267"/>
                  </a:lnTo>
                  <a:lnTo>
                    <a:pt x="1038437" y="1078230"/>
                  </a:lnTo>
                  <a:lnTo>
                    <a:pt x="1039707" y="1092200"/>
                  </a:lnTo>
                  <a:lnTo>
                    <a:pt x="1025737" y="1090930"/>
                  </a:lnTo>
                  <a:lnTo>
                    <a:pt x="1020233" y="1075690"/>
                  </a:lnTo>
                  <a:lnTo>
                    <a:pt x="1010496" y="1092200"/>
                  </a:lnTo>
                  <a:lnTo>
                    <a:pt x="1011767" y="1106170"/>
                  </a:lnTo>
                  <a:lnTo>
                    <a:pt x="1027007" y="1103207"/>
                  </a:lnTo>
                  <a:lnTo>
                    <a:pt x="1017270" y="1117177"/>
                  </a:lnTo>
                  <a:lnTo>
                    <a:pt x="1031240" y="1122680"/>
                  </a:lnTo>
                  <a:lnTo>
                    <a:pt x="1033780" y="1126913"/>
                  </a:lnTo>
                  <a:lnTo>
                    <a:pt x="1036743" y="1142153"/>
                  </a:lnTo>
                  <a:lnTo>
                    <a:pt x="1033780" y="1157817"/>
                  </a:lnTo>
                  <a:lnTo>
                    <a:pt x="1033780" y="1162050"/>
                  </a:lnTo>
                  <a:lnTo>
                    <a:pt x="1025737" y="1165013"/>
                  </a:lnTo>
                  <a:lnTo>
                    <a:pt x="1027007" y="1156547"/>
                  </a:lnTo>
                  <a:lnTo>
                    <a:pt x="1022773" y="1143847"/>
                  </a:lnTo>
                  <a:lnTo>
                    <a:pt x="1014307" y="1135380"/>
                  </a:lnTo>
                  <a:lnTo>
                    <a:pt x="1008804" y="1134110"/>
                  </a:lnTo>
                  <a:lnTo>
                    <a:pt x="1007533" y="1132840"/>
                  </a:lnTo>
                  <a:lnTo>
                    <a:pt x="1000337" y="1131570"/>
                  </a:lnTo>
                  <a:lnTo>
                    <a:pt x="990600" y="1127337"/>
                  </a:lnTo>
                  <a:lnTo>
                    <a:pt x="982133" y="1127337"/>
                  </a:lnTo>
                  <a:lnTo>
                    <a:pt x="968163" y="1128607"/>
                  </a:lnTo>
                  <a:lnTo>
                    <a:pt x="966893" y="1128607"/>
                  </a:lnTo>
                  <a:lnTo>
                    <a:pt x="962660" y="1131570"/>
                  </a:lnTo>
                  <a:lnTo>
                    <a:pt x="952923" y="1138343"/>
                  </a:lnTo>
                  <a:lnTo>
                    <a:pt x="947420" y="1139613"/>
                  </a:lnTo>
                  <a:lnTo>
                    <a:pt x="933450" y="1145117"/>
                  </a:lnTo>
                  <a:lnTo>
                    <a:pt x="933450" y="1146387"/>
                  </a:lnTo>
                  <a:lnTo>
                    <a:pt x="922443" y="1150620"/>
                  </a:lnTo>
                  <a:lnTo>
                    <a:pt x="908473" y="1147657"/>
                  </a:lnTo>
                  <a:lnTo>
                    <a:pt x="905510" y="1161627"/>
                  </a:lnTo>
                  <a:lnTo>
                    <a:pt x="901277" y="1161627"/>
                  </a:lnTo>
                  <a:lnTo>
                    <a:pt x="886037" y="1159087"/>
                  </a:lnTo>
                  <a:lnTo>
                    <a:pt x="872067" y="1154853"/>
                  </a:lnTo>
                  <a:lnTo>
                    <a:pt x="858096" y="1150620"/>
                  </a:lnTo>
                  <a:lnTo>
                    <a:pt x="844127" y="1139613"/>
                  </a:lnTo>
                  <a:lnTo>
                    <a:pt x="831850" y="1125643"/>
                  </a:lnTo>
                  <a:lnTo>
                    <a:pt x="831850" y="1121410"/>
                  </a:lnTo>
                  <a:lnTo>
                    <a:pt x="831850" y="1118447"/>
                  </a:lnTo>
                  <a:lnTo>
                    <a:pt x="833120" y="1118447"/>
                  </a:lnTo>
                  <a:lnTo>
                    <a:pt x="847090" y="1112943"/>
                  </a:lnTo>
                  <a:lnTo>
                    <a:pt x="855557" y="1114213"/>
                  </a:lnTo>
                  <a:lnTo>
                    <a:pt x="858520" y="1114213"/>
                  </a:lnTo>
                  <a:lnTo>
                    <a:pt x="872490" y="1109980"/>
                  </a:lnTo>
                  <a:lnTo>
                    <a:pt x="871220" y="1096010"/>
                  </a:lnTo>
                  <a:lnTo>
                    <a:pt x="868257" y="1082040"/>
                  </a:lnTo>
                  <a:lnTo>
                    <a:pt x="873760" y="1080347"/>
                  </a:lnTo>
                  <a:lnTo>
                    <a:pt x="875030" y="1080347"/>
                  </a:lnTo>
                  <a:lnTo>
                    <a:pt x="877993" y="1071880"/>
                  </a:lnTo>
                  <a:lnTo>
                    <a:pt x="889423" y="1065107"/>
                  </a:lnTo>
                  <a:lnTo>
                    <a:pt x="897890" y="1051137"/>
                  </a:lnTo>
                  <a:lnTo>
                    <a:pt x="907627" y="1037167"/>
                  </a:lnTo>
                  <a:lnTo>
                    <a:pt x="914400" y="1035473"/>
                  </a:lnTo>
                  <a:lnTo>
                    <a:pt x="919904" y="1021503"/>
                  </a:lnTo>
                  <a:lnTo>
                    <a:pt x="926677" y="1008803"/>
                  </a:lnTo>
                  <a:lnTo>
                    <a:pt x="921173" y="994833"/>
                  </a:lnTo>
                  <a:lnTo>
                    <a:pt x="917363" y="980863"/>
                  </a:lnTo>
                  <a:lnTo>
                    <a:pt x="914400" y="974090"/>
                  </a:lnTo>
                  <a:lnTo>
                    <a:pt x="914400" y="962237"/>
                  </a:lnTo>
                  <a:lnTo>
                    <a:pt x="917363" y="959273"/>
                  </a:lnTo>
                  <a:lnTo>
                    <a:pt x="930910" y="952500"/>
                  </a:lnTo>
                  <a:lnTo>
                    <a:pt x="944880" y="946997"/>
                  </a:lnTo>
                  <a:lnTo>
                    <a:pt x="949113" y="958427"/>
                  </a:lnTo>
                  <a:lnTo>
                    <a:pt x="954617" y="972397"/>
                  </a:lnTo>
                  <a:lnTo>
                    <a:pt x="965623" y="958427"/>
                  </a:lnTo>
                  <a:lnTo>
                    <a:pt x="965623" y="959697"/>
                  </a:lnTo>
                  <a:lnTo>
                    <a:pt x="979593" y="955463"/>
                  </a:lnTo>
                  <a:lnTo>
                    <a:pt x="994833" y="966470"/>
                  </a:lnTo>
                  <a:lnTo>
                    <a:pt x="1008804" y="971973"/>
                  </a:lnTo>
                  <a:lnTo>
                    <a:pt x="1010073" y="964777"/>
                  </a:lnTo>
                  <a:lnTo>
                    <a:pt x="1024043" y="964777"/>
                  </a:lnTo>
                  <a:lnTo>
                    <a:pt x="1033780" y="978747"/>
                  </a:lnTo>
                  <a:lnTo>
                    <a:pt x="1049020" y="973243"/>
                  </a:lnTo>
                  <a:lnTo>
                    <a:pt x="1051983" y="973243"/>
                  </a:lnTo>
                  <a:lnTo>
                    <a:pt x="1064683" y="973243"/>
                  </a:lnTo>
                  <a:lnTo>
                    <a:pt x="1068917" y="969010"/>
                  </a:lnTo>
                  <a:lnTo>
                    <a:pt x="1068917" y="967740"/>
                  </a:lnTo>
                  <a:lnTo>
                    <a:pt x="1054947" y="962237"/>
                  </a:lnTo>
                  <a:lnTo>
                    <a:pt x="1050713" y="953770"/>
                  </a:lnTo>
                  <a:lnTo>
                    <a:pt x="1036743" y="948267"/>
                  </a:lnTo>
                  <a:lnTo>
                    <a:pt x="1035473" y="945303"/>
                  </a:lnTo>
                  <a:lnTo>
                    <a:pt x="1045210" y="939800"/>
                  </a:lnTo>
                  <a:lnTo>
                    <a:pt x="1042670" y="924560"/>
                  </a:lnTo>
                  <a:lnTo>
                    <a:pt x="1042670" y="913130"/>
                  </a:lnTo>
                  <a:lnTo>
                    <a:pt x="1041400" y="910590"/>
                  </a:lnTo>
                  <a:lnTo>
                    <a:pt x="1041400" y="908897"/>
                  </a:lnTo>
                  <a:lnTo>
                    <a:pt x="1028700" y="894927"/>
                  </a:lnTo>
                  <a:lnTo>
                    <a:pt x="1014730" y="893657"/>
                  </a:lnTo>
                  <a:lnTo>
                    <a:pt x="1000760" y="885190"/>
                  </a:lnTo>
                  <a:lnTo>
                    <a:pt x="988060" y="871220"/>
                  </a:lnTo>
                  <a:lnTo>
                    <a:pt x="978323" y="857250"/>
                  </a:lnTo>
                  <a:lnTo>
                    <a:pt x="982557" y="843280"/>
                  </a:lnTo>
                  <a:lnTo>
                    <a:pt x="985520" y="829310"/>
                  </a:lnTo>
                  <a:lnTo>
                    <a:pt x="973243" y="813647"/>
                  </a:lnTo>
                  <a:lnTo>
                    <a:pt x="959273" y="820843"/>
                  </a:lnTo>
                  <a:lnTo>
                    <a:pt x="946573" y="806873"/>
                  </a:lnTo>
                  <a:lnTo>
                    <a:pt x="936837" y="797137"/>
                  </a:lnTo>
                  <a:lnTo>
                    <a:pt x="922867" y="788670"/>
                  </a:lnTo>
                  <a:lnTo>
                    <a:pt x="924137" y="774700"/>
                  </a:lnTo>
                  <a:lnTo>
                    <a:pt x="926677" y="771737"/>
                  </a:lnTo>
                  <a:lnTo>
                    <a:pt x="927946" y="757767"/>
                  </a:lnTo>
                  <a:lnTo>
                    <a:pt x="930487" y="743797"/>
                  </a:lnTo>
                  <a:lnTo>
                    <a:pt x="923713" y="738293"/>
                  </a:lnTo>
                  <a:lnTo>
                    <a:pt x="922443" y="724323"/>
                  </a:lnTo>
                  <a:lnTo>
                    <a:pt x="908473" y="709083"/>
                  </a:lnTo>
                  <a:lnTo>
                    <a:pt x="893233" y="717550"/>
                  </a:lnTo>
                  <a:lnTo>
                    <a:pt x="879263" y="706543"/>
                  </a:lnTo>
                  <a:lnTo>
                    <a:pt x="870796" y="694267"/>
                  </a:lnTo>
                  <a:lnTo>
                    <a:pt x="862330" y="687070"/>
                  </a:lnTo>
                  <a:lnTo>
                    <a:pt x="848360" y="682837"/>
                  </a:lnTo>
                  <a:lnTo>
                    <a:pt x="833120" y="681567"/>
                  </a:lnTo>
                  <a:lnTo>
                    <a:pt x="824654" y="696807"/>
                  </a:lnTo>
                  <a:lnTo>
                    <a:pt x="822113" y="693843"/>
                  </a:lnTo>
                  <a:lnTo>
                    <a:pt x="817880" y="679873"/>
                  </a:lnTo>
                  <a:lnTo>
                    <a:pt x="803910" y="682837"/>
                  </a:lnTo>
                  <a:lnTo>
                    <a:pt x="800946" y="668867"/>
                  </a:lnTo>
                  <a:lnTo>
                    <a:pt x="786977" y="673100"/>
                  </a:lnTo>
                  <a:lnTo>
                    <a:pt x="773007" y="670137"/>
                  </a:lnTo>
                  <a:lnTo>
                    <a:pt x="760730" y="656167"/>
                  </a:lnTo>
                  <a:lnTo>
                    <a:pt x="746760" y="648970"/>
                  </a:lnTo>
                  <a:lnTo>
                    <a:pt x="732790" y="637963"/>
                  </a:lnTo>
                  <a:lnTo>
                    <a:pt x="731520" y="636693"/>
                  </a:lnTo>
                  <a:lnTo>
                    <a:pt x="730250" y="635423"/>
                  </a:lnTo>
                  <a:lnTo>
                    <a:pt x="728980" y="635423"/>
                  </a:lnTo>
                  <a:lnTo>
                    <a:pt x="727710" y="634153"/>
                  </a:lnTo>
                  <a:lnTo>
                    <a:pt x="724746" y="634153"/>
                  </a:lnTo>
                  <a:lnTo>
                    <a:pt x="709507" y="634153"/>
                  </a:lnTo>
                  <a:lnTo>
                    <a:pt x="695537" y="631190"/>
                  </a:lnTo>
                  <a:lnTo>
                    <a:pt x="690033" y="635423"/>
                  </a:lnTo>
                  <a:lnTo>
                    <a:pt x="679027" y="635423"/>
                  </a:lnTo>
                  <a:lnTo>
                    <a:pt x="670560" y="638387"/>
                  </a:lnTo>
                  <a:lnTo>
                    <a:pt x="669290" y="639657"/>
                  </a:lnTo>
                  <a:lnTo>
                    <a:pt x="655320" y="646430"/>
                  </a:lnTo>
                  <a:lnTo>
                    <a:pt x="651087" y="646430"/>
                  </a:lnTo>
                  <a:lnTo>
                    <a:pt x="635846" y="645160"/>
                  </a:lnTo>
                  <a:lnTo>
                    <a:pt x="630343" y="648123"/>
                  </a:lnTo>
                  <a:lnTo>
                    <a:pt x="616373" y="645160"/>
                  </a:lnTo>
                  <a:lnTo>
                    <a:pt x="602404" y="645160"/>
                  </a:lnTo>
                  <a:lnTo>
                    <a:pt x="602404" y="660400"/>
                  </a:lnTo>
                  <a:lnTo>
                    <a:pt x="598170" y="659130"/>
                  </a:lnTo>
                  <a:lnTo>
                    <a:pt x="584200" y="662093"/>
                  </a:lnTo>
                  <a:lnTo>
                    <a:pt x="584200" y="664633"/>
                  </a:lnTo>
                  <a:lnTo>
                    <a:pt x="584200" y="666327"/>
                  </a:lnTo>
                  <a:lnTo>
                    <a:pt x="571923" y="673100"/>
                  </a:lnTo>
                  <a:lnTo>
                    <a:pt x="557954" y="676063"/>
                  </a:lnTo>
                  <a:lnTo>
                    <a:pt x="543983" y="677333"/>
                  </a:lnTo>
                  <a:lnTo>
                    <a:pt x="543983" y="680297"/>
                  </a:lnTo>
                  <a:lnTo>
                    <a:pt x="539750" y="694267"/>
                  </a:lnTo>
                  <a:lnTo>
                    <a:pt x="530013" y="708237"/>
                  </a:lnTo>
                  <a:lnTo>
                    <a:pt x="519007" y="711200"/>
                  </a:lnTo>
                  <a:lnTo>
                    <a:pt x="513504" y="711200"/>
                  </a:lnTo>
                  <a:lnTo>
                    <a:pt x="510540" y="711200"/>
                  </a:lnTo>
                  <a:lnTo>
                    <a:pt x="502073" y="712470"/>
                  </a:lnTo>
                  <a:lnTo>
                    <a:pt x="486833" y="713740"/>
                  </a:lnTo>
                  <a:lnTo>
                    <a:pt x="472863" y="717973"/>
                  </a:lnTo>
                  <a:lnTo>
                    <a:pt x="458893" y="719243"/>
                  </a:lnTo>
                  <a:lnTo>
                    <a:pt x="446193" y="717973"/>
                  </a:lnTo>
                  <a:lnTo>
                    <a:pt x="432223" y="720937"/>
                  </a:lnTo>
                  <a:lnTo>
                    <a:pt x="416983" y="722207"/>
                  </a:lnTo>
                  <a:lnTo>
                    <a:pt x="403013" y="733213"/>
                  </a:lnTo>
                  <a:lnTo>
                    <a:pt x="393277" y="748453"/>
                  </a:lnTo>
                  <a:lnTo>
                    <a:pt x="379307" y="752687"/>
                  </a:lnTo>
                  <a:lnTo>
                    <a:pt x="378037" y="752687"/>
                  </a:lnTo>
                  <a:lnTo>
                    <a:pt x="369570" y="753957"/>
                  </a:lnTo>
                  <a:lnTo>
                    <a:pt x="362796" y="750993"/>
                  </a:lnTo>
                  <a:lnTo>
                    <a:pt x="348827" y="737023"/>
                  </a:lnTo>
                  <a:lnTo>
                    <a:pt x="334857" y="729827"/>
                  </a:lnTo>
                  <a:lnTo>
                    <a:pt x="320887" y="715857"/>
                  </a:lnTo>
                  <a:lnTo>
                    <a:pt x="312420" y="715857"/>
                  </a:lnTo>
                  <a:lnTo>
                    <a:pt x="298450" y="714587"/>
                  </a:lnTo>
                  <a:lnTo>
                    <a:pt x="284480" y="720090"/>
                  </a:lnTo>
                  <a:lnTo>
                    <a:pt x="269240" y="720090"/>
                  </a:lnTo>
                  <a:lnTo>
                    <a:pt x="267970" y="720090"/>
                  </a:lnTo>
                  <a:lnTo>
                    <a:pt x="254000" y="715857"/>
                  </a:lnTo>
                  <a:lnTo>
                    <a:pt x="240030" y="714587"/>
                  </a:lnTo>
                  <a:lnTo>
                    <a:pt x="233257" y="718820"/>
                  </a:lnTo>
                  <a:lnTo>
                    <a:pt x="218017" y="710353"/>
                  </a:lnTo>
                  <a:lnTo>
                    <a:pt x="212513" y="710353"/>
                  </a:lnTo>
                  <a:lnTo>
                    <a:pt x="197273" y="707390"/>
                  </a:lnTo>
                  <a:lnTo>
                    <a:pt x="186267" y="706120"/>
                  </a:lnTo>
                  <a:lnTo>
                    <a:pt x="182033" y="709083"/>
                  </a:lnTo>
                  <a:lnTo>
                    <a:pt x="172296" y="709083"/>
                  </a:lnTo>
                  <a:lnTo>
                    <a:pt x="158327" y="702310"/>
                  </a:lnTo>
                  <a:lnTo>
                    <a:pt x="144357" y="692573"/>
                  </a:lnTo>
                  <a:lnTo>
                    <a:pt x="130387" y="695537"/>
                  </a:lnTo>
                  <a:lnTo>
                    <a:pt x="116417" y="709507"/>
                  </a:lnTo>
                  <a:lnTo>
                    <a:pt x="102446" y="715010"/>
                  </a:lnTo>
                  <a:lnTo>
                    <a:pt x="99483" y="701040"/>
                  </a:lnTo>
                  <a:lnTo>
                    <a:pt x="92287" y="694267"/>
                  </a:lnTo>
                  <a:lnTo>
                    <a:pt x="89323" y="691303"/>
                  </a:lnTo>
                  <a:lnTo>
                    <a:pt x="75354" y="691303"/>
                  </a:lnTo>
                  <a:lnTo>
                    <a:pt x="63923" y="691303"/>
                  </a:lnTo>
                  <a:lnTo>
                    <a:pt x="58420" y="679873"/>
                  </a:lnTo>
                  <a:lnTo>
                    <a:pt x="44450" y="667597"/>
                  </a:lnTo>
                  <a:lnTo>
                    <a:pt x="30480" y="666327"/>
                  </a:lnTo>
                  <a:lnTo>
                    <a:pt x="22013" y="652357"/>
                  </a:lnTo>
                  <a:lnTo>
                    <a:pt x="14817" y="649393"/>
                  </a:lnTo>
                  <a:lnTo>
                    <a:pt x="13546" y="645160"/>
                  </a:lnTo>
                  <a:lnTo>
                    <a:pt x="3810" y="640927"/>
                  </a:lnTo>
                  <a:lnTo>
                    <a:pt x="2540" y="640927"/>
                  </a:lnTo>
                  <a:lnTo>
                    <a:pt x="0" y="640927"/>
                  </a:lnTo>
                  <a:lnTo>
                    <a:pt x="0" y="641773"/>
                  </a:lnTo>
                  <a:close/>
                  <a:moveTo>
                    <a:pt x="1456267" y="1030817"/>
                  </a:moveTo>
                  <a:lnTo>
                    <a:pt x="1441027" y="1028277"/>
                  </a:lnTo>
                  <a:lnTo>
                    <a:pt x="1426633" y="1029547"/>
                  </a:lnTo>
                  <a:lnTo>
                    <a:pt x="1413087" y="1029547"/>
                  </a:lnTo>
                  <a:lnTo>
                    <a:pt x="1428327" y="1030817"/>
                  </a:lnTo>
                  <a:lnTo>
                    <a:pt x="1442297" y="1032087"/>
                  </a:lnTo>
                  <a:lnTo>
                    <a:pt x="1456267" y="1035050"/>
                  </a:lnTo>
                  <a:lnTo>
                    <a:pt x="1456267" y="103081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7" name="Freeform 2306">
              <a:extLst>
                <a:ext uri="{FF2B5EF4-FFF2-40B4-BE49-F238E27FC236}">
                  <a16:creationId xmlns:a16="http://schemas.microsoft.com/office/drawing/2014/main" id="{84E8B3EA-223F-884E-A78F-1135515232DA}"/>
                </a:ext>
              </a:extLst>
            </p:cNvPr>
            <p:cNvSpPr/>
            <p:nvPr/>
          </p:nvSpPr>
          <p:spPr>
            <a:xfrm>
              <a:off x="8568689" y="3594946"/>
              <a:ext cx="1258146" cy="760306"/>
            </a:xfrm>
            <a:custGeom>
              <a:avLst/>
              <a:gdLst>
                <a:gd name="connsiteX0" fmla="*/ 0 w 1258146"/>
                <a:gd name="connsiteY0" fmla="*/ 350097 h 760306"/>
                <a:gd name="connsiteX1" fmla="*/ 15240 w 1258146"/>
                <a:gd name="connsiteY1" fmla="*/ 342900 h 760306"/>
                <a:gd name="connsiteX2" fmla="*/ 29210 w 1258146"/>
                <a:gd name="connsiteY2" fmla="*/ 344593 h 760306"/>
                <a:gd name="connsiteX3" fmla="*/ 29210 w 1258146"/>
                <a:gd name="connsiteY3" fmla="*/ 339090 h 760306"/>
                <a:gd name="connsiteX4" fmla="*/ 43180 w 1258146"/>
                <a:gd name="connsiteY4" fmla="*/ 344593 h 760306"/>
                <a:gd name="connsiteX5" fmla="*/ 55880 w 1258146"/>
                <a:gd name="connsiteY5" fmla="*/ 344593 h 760306"/>
                <a:gd name="connsiteX6" fmla="*/ 58843 w 1258146"/>
                <a:gd name="connsiteY6" fmla="*/ 342900 h 760306"/>
                <a:gd name="connsiteX7" fmla="*/ 61383 w 1258146"/>
                <a:gd name="connsiteY7" fmla="*/ 340360 h 760306"/>
                <a:gd name="connsiteX8" fmla="*/ 68580 w 1258146"/>
                <a:gd name="connsiteY8" fmla="*/ 326390 h 760306"/>
                <a:gd name="connsiteX9" fmla="*/ 69850 w 1258146"/>
                <a:gd name="connsiteY9" fmla="*/ 325120 h 760306"/>
                <a:gd name="connsiteX10" fmla="*/ 83397 w 1258146"/>
                <a:gd name="connsiteY10" fmla="*/ 326390 h 760306"/>
                <a:gd name="connsiteX11" fmla="*/ 97790 w 1258146"/>
                <a:gd name="connsiteY11" fmla="*/ 326390 h 760306"/>
                <a:gd name="connsiteX12" fmla="*/ 111760 w 1258146"/>
                <a:gd name="connsiteY12" fmla="*/ 322157 h 760306"/>
                <a:gd name="connsiteX13" fmla="*/ 119804 w 1258146"/>
                <a:gd name="connsiteY13" fmla="*/ 306917 h 760306"/>
                <a:gd name="connsiteX14" fmla="*/ 127000 w 1258146"/>
                <a:gd name="connsiteY14" fmla="*/ 301413 h 760306"/>
                <a:gd name="connsiteX15" fmla="*/ 128270 w 1258146"/>
                <a:gd name="connsiteY15" fmla="*/ 287443 h 760306"/>
                <a:gd name="connsiteX16" fmla="*/ 133773 w 1258146"/>
                <a:gd name="connsiteY16" fmla="*/ 271780 h 760306"/>
                <a:gd name="connsiteX17" fmla="*/ 135467 w 1258146"/>
                <a:gd name="connsiteY17" fmla="*/ 267547 h 760306"/>
                <a:gd name="connsiteX18" fmla="*/ 136737 w 1258146"/>
                <a:gd name="connsiteY18" fmla="*/ 267547 h 760306"/>
                <a:gd name="connsiteX19" fmla="*/ 150707 w 1258146"/>
                <a:gd name="connsiteY19" fmla="*/ 262043 h 760306"/>
                <a:gd name="connsiteX20" fmla="*/ 156210 w 1258146"/>
                <a:gd name="connsiteY20" fmla="*/ 256540 h 760306"/>
                <a:gd name="connsiteX21" fmla="*/ 156210 w 1258146"/>
                <a:gd name="connsiteY21" fmla="*/ 245533 h 760306"/>
                <a:gd name="connsiteX22" fmla="*/ 163407 w 1258146"/>
                <a:gd name="connsiteY22" fmla="*/ 231563 h 760306"/>
                <a:gd name="connsiteX23" fmla="*/ 173143 w 1258146"/>
                <a:gd name="connsiteY23" fmla="*/ 217593 h 760306"/>
                <a:gd name="connsiteX24" fmla="*/ 179917 w 1258146"/>
                <a:gd name="connsiteY24" fmla="*/ 203623 h 760306"/>
                <a:gd name="connsiteX25" fmla="*/ 175683 w 1258146"/>
                <a:gd name="connsiteY25" fmla="*/ 202353 h 760306"/>
                <a:gd name="connsiteX26" fmla="*/ 189654 w 1258146"/>
                <a:gd name="connsiteY26" fmla="*/ 188383 h 760306"/>
                <a:gd name="connsiteX27" fmla="*/ 192617 w 1258146"/>
                <a:gd name="connsiteY27" fmla="*/ 185420 h 760306"/>
                <a:gd name="connsiteX28" fmla="*/ 192617 w 1258146"/>
                <a:gd name="connsiteY28" fmla="*/ 182880 h 760306"/>
                <a:gd name="connsiteX29" fmla="*/ 198120 w 1258146"/>
                <a:gd name="connsiteY29" fmla="*/ 168487 h 760306"/>
                <a:gd name="connsiteX30" fmla="*/ 202354 w 1258146"/>
                <a:gd name="connsiteY30" fmla="*/ 154940 h 760306"/>
                <a:gd name="connsiteX31" fmla="*/ 216323 w 1258146"/>
                <a:gd name="connsiteY31" fmla="*/ 143510 h 760306"/>
                <a:gd name="connsiteX32" fmla="*/ 217593 w 1258146"/>
                <a:gd name="connsiteY32" fmla="*/ 129540 h 760306"/>
                <a:gd name="connsiteX33" fmla="*/ 216323 w 1258146"/>
                <a:gd name="connsiteY33" fmla="*/ 122767 h 760306"/>
                <a:gd name="connsiteX34" fmla="*/ 217593 w 1258146"/>
                <a:gd name="connsiteY34" fmla="*/ 119803 h 760306"/>
                <a:gd name="connsiteX35" fmla="*/ 230293 w 1258146"/>
                <a:gd name="connsiteY35" fmla="*/ 110067 h 760306"/>
                <a:gd name="connsiteX36" fmla="*/ 240030 w 1258146"/>
                <a:gd name="connsiteY36" fmla="*/ 105833 h 760306"/>
                <a:gd name="connsiteX37" fmla="*/ 245533 w 1258146"/>
                <a:gd name="connsiteY37" fmla="*/ 91863 h 760306"/>
                <a:gd name="connsiteX38" fmla="*/ 259504 w 1258146"/>
                <a:gd name="connsiteY38" fmla="*/ 83820 h 760306"/>
                <a:gd name="connsiteX39" fmla="*/ 269240 w 1258146"/>
                <a:gd name="connsiteY39" fmla="*/ 80857 h 760306"/>
                <a:gd name="connsiteX40" fmla="*/ 283210 w 1258146"/>
                <a:gd name="connsiteY40" fmla="*/ 79587 h 760306"/>
                <a:gd name="connsiteX41" fmla="*/ 297180 w 1258146"/>
                <a:gd name="connsiteY41" fmla="*/ 77893 h 760306"/>
                <a:gd name="connsiteX42" fmla="*/ 303954 w 1258146"/>
                <a:gd name="connsiteY42" fmla="*/ 69850 h 760306"/>
                <a:gd name="connsiteX43" fmla="*/ 317923 w 1258146"/>
                <a:gd name="connsiteY43" fmla="*/ 58420 h 760306"/>
                <a:gd name="connsiteX44" fmla="*/ 328083 w 1258146"/>
                <a:gd name="connsiteY44" fmla="*/ 48683 h 760306"/>
                <a:gd name="connsiteX45" fmla="*/ 341630 w 1258146"/>
                <a:gd name="connsiteY45" fmla="*/ 43180 h 760306"/>
                <a:gd name="connsiteX46" fmla="*/ 355600 w 1258146"/>
                <a:gd name="connsiteY46" fmla="*/ 29210 h 760306"/>
                <a:gd name="connsiteX47" fmla="*/ 369570 w 1258146"/>
                <a:gd name="connsiteY47" fmla="*/ 26247 h 760306"/>
                <a:gd name="connsiteX48" fmla="*/ 383540 w 1258146"/>
                <a:gd name="connsiteY48" fmla="*/ 36407 h 760306"/>
                <a:gd name="connsiteX49" fmla="*/ 397510 w 1258146"/>
                <a:gd name="connsiteY49" fmla="*/ 43180 h 760306"/>
                <a:gd name="connsiteX50" fmla="*/ 407247 w 1258146"/>
                <a:gd name="connsiteY50" fmla="*/ 43180 h 760306"/>
                <a:gd name="connsiteX51" fmla="*/ 411480 w 1258146"/>
                <a:gd name="connsiteY51" fmla="*/ 40217 h 760306"/>
                <a:gd name="connsiteX52" fmla="*/ 422487 w 1258146"/>
                <a:gd name="connsiteY52" fmla="*/ 41910 h 760306"/>
                <a:gd name="connsiteX53" fmla="*/ 438150 w 1258146"/>
                <a:gd name="connsiteY53" fmla="*/ 44450 h 760306"/>
                <a:gd name="connsiteX54" fmla="*/ 443654 w 1258146"/>
                <a:gd name="connsiteY54" fmla="*/ 44450 h 760306"/>
                <a:gd name="connsiteX55" fmla="*/ 458893 w 1258146"/>
                <a:gd name="connsiteY55" fmla="*/ 52917 h 760306"/>
                <a:gd name="connsiteX56" fmla="*/ 465667 w 1258146"/>
                <a:gd name="connsiteY56" fmla="*/ 48683 h 760306"/>
                <a:gd name="connsiteX57" fmla="*/ 480060 w 1258146"/>
                <a:gd name="connsiteY57" fmla="*/ 50377 h 760306"/>
                <a:gd name="connsiteX58" fmla="*/ 494030 w 1258146"/>
                <a:gd name="connsiteY58" fmla="*/ 54187 h 760306"/>
                <a:gd name="connsiteX59" fmla="*/ 495300 w 1258146"/>
                <a:gd name="connsiteY59" fmla="*/ 54187 h 760306"/>
                <a:gd name="connsiteX60" fmla="*/ 510540 w 1258146"/>
                <a:gd name="connsiteY60" fmla="*/ 54187 h 760306"/>
                <a:gd name="connsiteX61" fmla="*/ 524510 w 1258146"/>
                <a:gd name="connsiteY61" fmla="*/ 48683 h 760306"/>
                <a:gd name="connsiteX62" fmla="*/ 538480 w 1258146"/>
                <a:gd name="connsiteY62" fmla="*/ 50377 h 760306"/>
                <a:gd name="connsiteX63" fmla="*/ 546947 w 1258146"/>
                <a:gd name="connsiteY63" fmla="*/ 50377 h 760306"/>
                <a:gd name="connsiteX64" fmla="*/ 560917 w 1258146"/>
                <a:gd name="connsiteY64" fmla="*/ 63923 h 760306"/>
                <a:gd name="connsiteX65" fmla="*/ 574887 w 1258146"/>
                <a:gd name="connsiteY65" fmla="*/ 71120 h 760306"/>
                <a:gd name="connsiteX66" fmla="*/ 588857 w 1258146"/>
                <a:gd name="connsiteY66" fmla="*/ 85090 h 760306"/>
                <a:gd name="connsiteX67" fmla="*/ 595630 w 1258146"/>
                <a:gd name="connsiteY67" fmla="*/ 88053 h 760306"/>
                <a:gd name="connsiteX68" fmla="*/ 604097 w 1258146"/>
                <a:gd name="connsiteY68" fmla="*/ 86360 h 760306"/>
                <a:gd name="connsiteX69" fmla="*/ 605367 w 1258146"/>
                <a:gd name="connsiteY69" fmla="*/ 86360 h 760306"/>
                <a:gd name="connsiteX70" fmla="*/ 619337 w 1258146"/>
                <a:gd name="connsiteY70" fmla="*/ 82127 h 760306"/>
                <a:gd name="connsiteX71" fmla="*/ 629073 w 1258146"/>
                <a:gd name="connsiteY71" fmla="*/ 66887 h 760306"/>
                <a:gd name="connsiteX72" fmla="*/ 643043 w 1258146"/>
                <a:gd name="connsiteY72" fmla="*/ 55880 h 760306"/>
                <a:gd name="connsiteX73" fmla="*/ 658707 w 1258146"/>
                <a:gd name="connsiteY73" fmla="*/ 54187 h 760306"/>
                <a:gd name="connsiteX74" fmla="*/ 672254 w 1258146"/>
                <a:gd name="connsiteY74" fmla="*/ 51647 h 760306"/>
                <a:gd name="connsiteX75" fmla="*/ 684954 w 1258146"/>
                <a:gd name="connsiteY75" fmla="*/ 52917 h 760306"/>
                <a:gd name="connsiteX76" fmla="*/ 698923 w 1258146"/>
                <a:gd name="connsiteY76" fmla="*/ 51647 h 760306"/>
                <a:gd name="connsiteX77" fmla="*/ 712893 w 1258146"/>
                <a:gd name="connsiteY77" fmla="*/ 47413 h 760306"/>
                <a:gd name="connsiteX78" fmla="*/ 728133 w 1258146"/>
                <a:gd name="connsiteY78" fmla="*/ 46143 h 760306"/>
                <a:gd name="connsiteX79" fmla="*/ 736600 w 1258146"/>
                <a:gd name="connsiteY79" fmla="*/ 44450 h 760306"/>
                <a:gd name="connsiteX80" fmla="*/ 739564 w 1258146"/>
                <a:gd name="connsiteY80" fmla="*/ 44450 h 760306"/>
                <a:gd name="connsiteX81" fmla="*/ 745067 w 1258146"/>
                <a:gd name="connsiteY81" fmla="*/ 44450 h 760306"/>
                <a:gd name="connsiteX82" fmla="*/ 756073 w 1258146"/>
                <a:gd name="connsiteY82" fmla="*/ 41910 h 760306"/>
                <a:gd name="connsiteX83" fmla="*/ 765810 w 1258146"/>
                <a:gd name="connsiteY83" fmla="*/ 27940 h 760306"/>
                <a:gd name="connsiteX84" fmla="*/ 770043 w 1258146"/>
                <a:gd name="connsiteY84" fmla="*/ 13970 h 760306"/>
                <a:gd name="connsiteX85" fmla="*/ 770043 w 1258146"/>
                <a:gd name="connsiteY85" fmla="*/ 11007 h 760306"/>
                <a:gd name="connsiteX86" fmla="*/ 784014 w 1258146"/>
                <a:gd name="connsiteY86" fmla="*/ 9737 h 760306"/>
                <a:gd name="connsiteX87" fmla="*/ 797983 w 1258146"/>
                <a:gd name="connsiteY87" fmla="*/ 6773 h 760306"/>
                <a:gd name="connsiteX88" fmla="*/ 810260 w 1258146"/>
                <a:gd name="connsiteY88" fmla="*/ 0 h 760306"/>
                <a:gd name="connsiteX89" fmla="*/ 824654 w 1258146"/>
                <a:gd name="connsiteY89" fmla="*/ 1270 h 760306"/>
                <a:gd name="connsiteX90" fmla="*/ 839893 w 1258146"/>
                <a:gd name="connsiteY90" fmla="*/ 5503 h 760306"/>
                <a:gd name="connsiteX91" fmla="*/ 853864 w 1258146"/>
                <a:gd name="connsiteY91" fmla="*/ 13970 h 760306"/>
                <a:gd name="connsiteX92" fmla="*/ 864870 w 1258146"/>
                <a:gd name="connsiteY92" fmla="*/ 27940 h 760306"/>
                <a:gd name="connsiteX93" fmla="*/ 878840 w 1258146"/>
                <a:gd name="connsiteY93" fmla="*/ 40217 h 760306"/>
                <a:gd name="connsiteX94" fmla="*/ 878840 w 1258146"/>
                <a:gd name="connsiteY94" fmla="*/ 41910 h 760306"/>
                <a:gd name="connsiteX95" fmla="*/ 883073 w 1258146"/>
                <a:gd name="connsiteY95" fmla="*/ 47413 h 760306"/>
                <a:gd name="connsiteX96" fmla="*/ 889847 w 1258146"/>
                <a:gd name="connsiteY96" fmla="*/ 61383 h 760306"/>
                <a:gd name="connsiteX97" fmla="*/ 895773 w 1258146"/>
                <a:gd name="connsiteY97" fmla="*/ 75353 h 760306"/>
                <a:gd name="connsiteX98" fmla="*/ 901277 w 1258146"/>
                <a:gd name="connsiteY98" fmla="*/ 89323 h 760306"/>
                <a:gd name="connsiteX99" fmla="*/ 915247 w 1258146"/>
                <a:gd name="connsiteY99" fmla="*/ 104563 h 760306"/>
                <a:gd name="connsiteX100" fmla="*/ 917787 w 1258146"/>
                <a:gd name="connsiteY100" fmla="*/ 108797 h 760306"/>
                <a:gd name="connsiteX101" fmla="*/ 930487 w 1258146"/>
                <a:gd name="connsiteY101" fmla="*/ 122767 h 760306"/>
                <a:gd name="connsiteX102" fmla="*/ 932180 w 1258146"/>
                <a:gd name="connsiteY102" fmla="*/ 125307 h 760306"/>
                <a:gd name="connsiteX103" fmla="*/ 945727 w 1258146"/>
                <a:gd name="connsiteY103" fmla="*/ 131233 h 760306"/>
                <a:gd name="connsiteX104" fmla="*/ 947420 w 1258146"/>
                <a:gd name="connsiteY104" fmla="*/ 144780 h 760306"/>
                <a:gd name="connsiteX105" fmla="*/ 961390 w 1258146"/>
                <a:gd name="connsiteY105" fmla="*/ 157480 h 760306"/>
                <a:gd name="connsiteX106" fmla="*/ 976630 w 1258146"/>
                <a:gd name="connsiteY106" fmla="*/ 171450 h 760306"/>
                <a:gd name="connsiteX107" fmla="*/ 976630 w 1258146"/>
                <a:gd name="connsiteY107" fmla="*/ 173143 h 760306"/>
                <a:gd name="connsiteX108" fmla="*/ 977900 w 1258146"/>
                <a:gd name="connsiteY108" fmla="*/ 181187 h 760306"/>
                <a:gd name="connsiteX109" fmla="*/ 991870 w 1258146"/>
                <a:gd name="connsiteY109" fmla="*/ 192617 h 760306"/>
                <a:gd name="connsiteX110" fmla="*/ 1005840 w 1258146"/>
                <a:gd name="connsiteY110" fmla="*/ 200660 h 760306"/>
                <a:gd name="connsiteX111" fmla="*/ 1021080 w 1258146"/>
                <a:gd name="connsiteY111" fmla="*/ 214630 h 760306"/>
                <a:gd name="connsiteX112" fmla="*/ 1025314 w 1258146"/>
                <a:gd name="connsiteY112" fmla="*/ 228600 h 760306"/>
                <a:gd name="connsiteX113" fmla="*/ 1029547 w 1258146"/>
                <a:gd name="connsiteY113" fmla="*/ 240030 h 760306"/>
                <a:gd name="connsiteX114" fmla="*/ 1030817 w 1258146"/>
                <a:gd name="connsiteY114" fmla="*/ 240030 h 760306"/>
                <a:gd name="connsiteX115" fmla="*/ 1038014 w 1258146"/>
                <a:gd name="connsiteY115" fmla="*/ 254000 h 760306"/>
                <a:gd name="connsiteX116" fmla="*/ 1044787 w 1258146"/>
                <a:gd name="connsiteY116" fmla="*/ 267547 h 760306"/>
                <a:gd name="connsiteX117" fmla="*/ 1043517 w 1258146"/>
                <a:gd name="connsiteY117" fmla="*/ 281517 h 760306"/>
                <a:gd name="connsiteX118" fmla="*/ 1047750 w 1258146"/>
                <a:gd name="connsiteY118" fmla="*/ 295487 h 760306"/>
                <a:gd name="connsiteX119" fmla="*/ 1043517 w 1258146"/>
                <a:gd name="connsiteY119" fmla="*/ 309457 h 760306"/>
                <a:gd name="connsiteX120" fmla="*/ 1038014 w 1258146"/>
                <a:gd name="connsiteY120" fmla="*/ 323427 h 760306"/>
                <a:gd name="connsiteX121" fmla="*/ 1035050 w 1258146"/>
                <a:gd name="connsiteY121" fmla="*/ 328083 h 760306"/>
                <a:gd name="connsiteX122" fmla="*/ 1033780 w 1258146"/>
                <a:gd name="connsiteY122" fmla="*/ 334857 h 760306"/>
                <a:gd name="connsiteX123" fmla="*/ 1036743 w 1258146"/>
                <a:gd name="connsiteY123" fmla="*/ 348827 h 760306"/>
                <a:gd name="connsiteX124" fmla="*/ 1035050 w 1258146"/>
                <a:gd name="connsiteY124" fmla="*/ 354330 h 760306"/>
                <a:gd name="connsiteX125" fmla="*/ 1033780 w 1258146"/>
                <a:gd name="connsiteY125" fmla="*/ 368300 h 760306"/>
                <a:gd name="connsiteX126" fmla="*/ 1039283 w 1258146"/>
                <a:gd name="connsiteY126" fmla="*/ 383540 h 760306"/>
                <a:gd name="connsiteX127" fmla="*/ 1039283 w 1258146"/>
                <a:gd name="connsiteY127" fmla="*/ 397510 h 760306"/>
                <a:gd name="connsiteX128" fmla="*/ 1046057 w 1258146"/>
                <a:gd name="connsiteY128" fmla="*/ 411480 h 760306"/>
                <a:gd name="connsiteX129" fmla="*/ 1047750 w 1258146"/>
                <a:gd name="connsiteY129" fmla="*/ 425450 h 760306"/>
                <a:gd name="connsiteX130" fmla="*/ 1042247 w 1258146"/>
                <a:gd name="connsiteY130" fmla="*/ 439420 h 760306"/>
                <a:gd name="connsiteX131" fmla="*/ 1051983 w 1258146"/>
                <a:gd name="connsiteY131" fmla="*/ 453390 h 760306"/>
                <a:gd name="connsiteX132" fmla="*/ 1054523 w 1258146"/>
                <a:gd name="connsiteY132" fmla="*/ 457623 h 760306"/>
                <a:gd name="connsiteX133" fmla="*/ 1058757 w 1258146"/>
                <a:gd name="connsiteY133" fmla="*/ 460163 h 760306"/>
                <a:gd name="connsiteX134" fmla="*/ 1071457 w 1258146"/>
                <a:gd name="connsiteY134" fmla="*/ 474133 h 760306"/>
                <a:gd name="connsiteX135" fmla="*/ 1085427 w 1258146"/>
                <a:gd name="connsiteY135" fmla="*/ 485563 h 760306"/>
                <a:gd name="connsiteX136" fmla="*/ 1099397 w 1258146"/>
                <a:gd name="connsiteY136" fmla="*/ 489373 h 760306"/>
                <a:gd name="connsiteX137" fmla="*/ 1112943 w 1258146"/>
                <a:gd name="connsiteY137" fmla="*/ 494030 h 760306"/>
                <a:gd name="connsiteX138" fmla="*/ 1128607 w 1258146"/>
                <a:gd name="connsiteY138" fmla="*/ 496570 h 760306"/>
                <a:gd name="connsiteX139" fmla="*/ 1132840 w 1258146"/>
                <a:gd name="connsiteY139" fmla="*/ 496570 h 760306"/>
                <a:gd name="connsiteX140" fmla="*/ 1135380 w 1258146"/>
                <a:gd name="connsiteY140" fmla="*/ 482600 h 760306"/>
                <a:gd name="connsiteX141" fmla="*/ 1149350 w 1258146"/>
                <a:gd name="connsiteY141" fmla="*/ 485563 h 760306"/>
                <a:gd name="connsiteX142" fmla="*/ 1160780 w 1258146"/>
                <a:gd name="connsiteY142" fmla="*/ 481330 h 760306"/>
                <a:gd name="connsiteX143" fmla="*/ 1160780 w 1258146"/>
                <a:gd name="connsiteY143" fmla="*/ 479637 h 760306"/>
                <a:gd name="connsiteX144" fmla="*/ 1174750 w 1258146"/>
                <a:gd name="connsiteY144" fmla="*/ 474133 h 760306"/>
                <a:gd name="connsiteX145" fmla="*/ 1180254 w 1258146"/>
                <a:gd name="connsiteY145" fmla="*/ 472863 h 760306"/>
                <a:gd name="connsiteX146" fmla="*/ 1189990 w 1258146"/>
                <a:gd name="connsiteY146" fmla="*/ 466090 h 760306"/>
                <a:gd name="connsiteX147" fmla="*/ 1194223 w 1258146"/>
                <a:gd name="connsiteY147" fmla="*/ 463127 h 760306"/>
                <a:gd name="connsiteX148" fmla="*/ 1195493 w 1258146"/>
                <a:gd name="connsiteY148" fmla="*/ 463127 h 760306"/>
                <a:gd name="connsiteX149" fmla="*/ 1209464 w 1258146"/>
                <a:gd name="connsiteY149" fmla="*/ 461857 h 760306"/>
                <a:gd name="connsiteX150" fmla="*/ 1217930 w 1258146"/>
                <a:gd name="connsiteY150" fmla="*/ 461857 h 760306"/>
                <a:gd name="connsiteX151" fmla="*/ 1227667 w 1258146"/>
                <a:gd name="connsiteY151" fmla="*/ 466090 h 760306"/>
                <a:gd name="connsiteX152" fmla="*/ 1234864 w 1258146"/>
                <a:gd name="connsiteY152" fmla="*/ 467360 h 760306"/>
                <a:gd name="connsiteX153" fmla="*/ 1236133 w 1258146"/>
                <a:gd name="connsiteY153" fmla="*/ 468630 h 760306"/>
                <a:gd name="connsiteX154" fmla="*/ 1241637 w 1258146"/>
                <a:gd name="connsiteY154" fmla="*/ 469900 h 760306"/>
                <a:gd name="connsiteX155" fmla="*/ 1250104 w 1258146"/>
                <a:gd name="connsiteY155" fmla="*/ 478367 h 760306"/>
                <a:gd name="connsiteX156" fmla="*/ 1254337 w 1258146"/>
                <a:gd name="connsiteY156" fmla="*/ 491067 h 760306"/>
                <a:gd name="connsiteX157" fmla="*/ 1252643 w 1258146"/>
                <a:gd name="connsiteY157" fmla="*/ 499533 h 760306"/>
                <a:gd name="connsiteX158" fmla="*/ 1258147 w 1258146"/>
                <a:gd name="connsiteY158" fmla="*/ 509270 h 760306"/>
                <a:gd name="connsiteX159" fmla="*/ 1255607 w 1258146"/>
                <a:gd name="connsiteY159" fmla="*/ 519007 h 760306"/>
                <a:gd name="connsiteX160" fmla="*/ 1255607 w 1258146"/>
                <a:gd name="connsiteY160" fmla="*/ 534247 h 760306"/>
                <a:gd name="connsiteX161" fmla="*/ 1254337 w 1258146"/>
                <a:gd name="connsiteY161" fmla="*/ 538480 h 760306"/>
                <a:gd name="connsiteX162" fmla="*/ 1251373 w 1258146"/>
                <a:gd name="connsiteY162" fmla="*/ 552450 h 760306"/>
                <a:gd name="connsiteX163" fmla="*/ 1241637 w 1258146"/>
                <a:gd name="connsiteY163" fmla="*/ 563457 h 760306"/>
                <a:gd name="connsiteX164" fmla="*/ 1227667 w 1258146"/>
                <a:gd name="connsiteY164" fmla="*/ 565150 h 760306"/>
                <a:gd name="connsiteX165" fmla="*/ 1212427 w 1258146"/>
                <a:gd name="connsiteY165" fmla="*/ 566420 h 760306"/>
                <a:gd name="connsiteX166" fmla="*/ 1198457 w 1258146"/>
                <a:gd name="connsiteY166" fmla="*/ 567690 h 760306"/>
                <a:gd name="connsiteX167" fmla="*/ 1184487 w 1258146"/>
                <a:gd name="connsiteY167" fmla="*/ 574463 h 760306"/>
                <a:gd name="connsiteX168" fmla="*/ 1170517 w 1258146"/>
                <a:gd name="connsiteY168" fmla="*/ 576157 h 760306"/>
                <a:gd name="connsiteX169" fmla="*/ 1180254 w 1258146"/>
                <a:gd name="connsiteY169" fmla="*/ 562187 h 760306"/>
                <a:gd name="connsiteX170" fmla="*/ 1176020 w 1258146"/>
                <a:gd name="connsiteY170" fmla="*/ 548217 h 760306"/>
                <a:gd name="connsiteX171" fmla="*/ 1176020 w 1258146"/>
                <a:gd name="connsiteY171" fmla="*/ 534247 h 760306"/>
                <a:gd name="connsiteX172" fmla="*/ 1173057 w 1258146"/>
                <a:gd name="connsiteY172" fmla="*/ 534247 h 760306"/>
                <a:gd name="connsiteX173" fmla="*/ 1170517 w 1258146"/>
                <a:gd name="connsiteY173" fmla="*/ 534247 h 760306"/>
                <a:gd name="connsiteX174" fmla="*/ 1165014 w 1258146"/>
                <a:gd name="connsiteY174" fmla="*/ 534247 h 760306"/>
                <a:gd name="connsiteX175" fmla="*/ 1152314 w 1258146"/>
                <a:gd name="connsiteY175" fmla="*/ 545253 h 760306"/>
                <a:gd name="connsiteX176" fmla="*/ 1160780 w 1258146"/>
                <a:gd name="connsiteY176" fmla="*/ 559223 h 760306"/>
                <a:gd name="connsiteX177" fmla="*/ 1159087 w 1258146"/>
                <a:gd name="connsiteY177" fmla="*/ 574463 h 760306"/>
                <a:gd name="connsiteX178" fmla="*/ 1145540 w 1258146"/>
                <a:gd name="connsiteY178" fmla="*/ 587163 h 760306"/>
                <a:gd name="connsiteX179" fmla="*/ 1145540 w 1258146"/>
                <a:gd name="connsiteY179" fmla="*/ 590127 h 760306"/>
                <a:gd name="connsiteX180" fmla="*/ 1159087 w 1258146"/>
                <a:gd name="connsiteY180" fmla="*/ 587163 h 760306"/>
                <a:gd name="connsiteX181" fmla="*/ 1173057 w 1258146"/>
                <a:gd name="connsiteY181" fmla="*/ 585893 h 760306"/>
                <a:gd name="connsiteX182" fmla="*/ 1171787 w 1258146"/>
                <a:gd name="connsiteY182" fmla="*/ 588433 h 760306"/>
                <a:gd name="connsiteX183" fmla="*/ 1157817 w 1258146"/>
                <a:gd name="connsiteY183" fmla="*/ 591397 h 760306"/>
                <a:gd name="connsiteX184" fmla="*/ 1143847 w 1258146"/>
                <a:gd name="connsiteY184" fmla="*/ 598593 h 760306"/>
                <a:gd name="connsiteX185" fmla="*/ 1151043 w 1258146"/>
                <a:gd name="connsiteY185" fmla="*/ 612140 h 760306"/>
                <a:gd name="connsiteX186" fmla="*/ 1165014 w 1258146"/>
                <a:gd name="connsiteY186" fmla="*/ 598593 h 760306"/>
                <a:gd name="connsiteX187" fmla="*/ 1159087 w 1258146"/>
                <a:gd name="connsiteY187" fmla="*/ 612140 h 760306"/>
                <a:gd name="connsiteX188" fmla="*/ 1146810 w 1258146"/>
                <a:gd name="connsiteY188" fmla="*/ 626533 h 760306"/>
                <a:gd name="connsiteX189" fmla="*/ 1138343 w 1258146"/>
                <a:gd name="connsiteY189" fmla="*/ 640503 h 760306"/>
                <a:gd name="connsiteX190" fmla="*/ 1131570 w 1258146"/>
                <a:gd name="connsiteY190" fmla="*/ 655743 h 760306"/>
                <a:gd name="connsiteX191" fmla="*/ 1137073 w 1258146"/>
                <a:gd name="connsiteY191" fmla="*/ 669713 h 760306"/>
                <a:gd name="connsiteX192" fmla="*/ 1135380 w 1258146"/>
                <a:gd name="connsiteY192" fmla="*/ 683260 h 760306"/>
                <a:gd name="connsiteX193" fmla="*/ 1140037 w 1258146"/>
                <a:gd name="connsiteY193" fmla="*/ 697230 h 760306"/>
                <a:gd name="connsiteX194" fmla="*/ 1137073 w 1258146"/>
                <a:gd name="connsiteY194" fmla="*/ 712893 h 760306"/>
                <a:gd name="connsiteX195" fmla="*/ 1132840 w 1258146"/>
                <a:gd name="connsiteY195" fmla="*/ 726863 h 760306"/>
                <a:gd name="connsiteX196" fmla="*/ 1132840 w 1258146"/>
                <a:gd name="connsiteY196" fmla="*/ 740833 h 760306"/>
                <a:gd name="connsiteX197" fmla="*/ 1127337 w 1258146"/>
                <a:gd name="connsiteY197" fmla="*/ 740833 h 760306"/>
                <a:gd name="connsiteX198" fmla="*/ 1117600 w 1258146"/>
                <a:gd name="connsiteY198" fmla="*/ 740833 h 760306"/>
                <a:gd name="connsiteX199" fmla="*/ 1101937 w 1258146"/>
                <a:gd name="connsiteY199" fmla="*/ 739140 h 760306"/>
                <a:gd name="connsiteX200" fmla="*/ 1087967 w 1258146"/>
                <a:gd name="connsiteY200" fmla="*/ 737870 h 760306"/>
                <a:gd name="connsiteX201" fmla="*/ 1073997 w 1258146"/>
                <a:gd name="connsiteY201" fmla="*/ 732367 h 760306"/>
                <a:gd name="connsiteX202" fmla="*/ 1060450 w 1258146"/>
                <a:gd name="connsiteY202" fmla="*/ 726863 h 760306"/>
                <a:gd name="connsiteX203" fmla="*/ 1047750 w 1258146"/>
                <a:gd name="connsiteY203" fmla="*/ 712893 h 760306"/>
                <a:gd name="connsiteX204" fmla="*/ 1039283 w 1258146"/>
                <a:gd name="connsiteY204" fmla="*/ 698923 h 760306"/>
                <a:gd name="connsiteX205" fmla="*/ 1025314 w 1258146"/>
                <a:gd name="connsiteY205" fmla="*/ 704427 h 760306"/>
                <a:gd name="connsiteX206" fmla="*/ 1010073 w 1258146"/>
                <a:gd name="connsiteY206" fmla="*/ 700193 h 760306"/>
                <a:gd name="connsiteX207" fmla="*/ 997373 w 1258146"/>
                <a:gd name="connsiteY207" fmla="*/ 694690 h 760306"/>
                <a:gd name="connsiteX208" fmla="*/ 982133 w 1258146"/>
                <a:gd name="connsiteY208" fmla="*/ 695960 h 760306"/>
                <a:gd name="connsiteX209" fmla="*/ 968164 w 1258146"/>
                <a:gd name="connsiteY209" fmla="*/ 691727 h 760306"/>
                <a:gd name="connsiteX210" fmla="*/ 954193 w 1258146"/>
                <a:gd name="connsiteY210" fmla="*/ 679450 h 760306"/>
                <a:gd name="connsiteX211" fmla="*/ 952923 w 1258146"/>
                <a:gd name="connsiteY211" fmla="*/ 677757 h 760306"/>
                <a:gd name="connsiteX212" fmla="*/ 951230 w 1258146"/>
                <a:gd name="connsiteY212" fmla="*/ 676487 h 760306"/>
                <a:gd name="connsiteX213" fmla="*/ 937683 w 1258146"/>
                <a:gd name="connsiteY213" fmla="*/ 677757 h 760306"/>
                <a:gd name="connsiteX214" fmla="*/ 929217 w 1258146"/>
                <a:gd name="connsiteY214" fmla="*/ 675217 h 760306"/>
                <a:gd name="connsiteX215" fmla="*/ 920750 w 1258146"/>
                <a:gd name="connsiteY215" fmla="*/ 675217 h 760306"/>
                <a:gd name="connsiteX216" fmla="*/ 905510 w 1258146"/>
                <a:gd name="connsiteY216" fmla="*/ 676487 h 760306"/>
                <a:gd name="connsiteX217" fmla="*/ 899583 w 1258146"/>
                <a:gd name="connsiteY217" fmla="*/ 677757 h 760306"/>
                <a:gd name="connsiteX218" fmla="*/ 886037 w 1258146"/>
                <a:gd name="connsiteY218" fmla="*/ 684953 h 760306"/>
                <a:gd name="connsiteX219" fmla="*/ 878840 w 1258146"/>
                <a:gd name="connsiteY219" fmla="*/ 684953 h 760306"/>
                <a:gd name="connsiteX220" fmla="*/ 869104 w 1258146"/>
                <a:gd name="connsiteY220" fmla="*/ 687917 h 760306"/>
                <a:gd name="connsiteX221" fmla="*/ 864870 w 1258146"/>
                <a:gd name="connsiteY221" fmla="*/ 689187 h 760306"/>
                <a:gd name="connsiteX222" fmla="*/ 850900 w 1258146"/>
                <a:gd name="connsiteY222" fmla="*/ 690457 h 760306"/>
                <a:gd name="connsiteX223" fmla="*/ 841164 w 1258146"/>
                <a:gd name="connsiteY223" fmla="*/ 691727 h 760306"/>
                <a:gd name="connsiteX224" fmla="*/ 838623 w 1258146"/>
                <a:gd name="connsiteY224" fmla="*/ 691727 h 760306"/>
                <a:gd name="connsiteX225" fmla="*/ 831427 w 1258146"/>
                <a:gd name="connsiteY225" fmla="*/ 693420 h 760306"/>
                <a:gd name="connsiteX226" fmla="*/ 825923 w 1258146"/>
                <a:gd name="connsiteY226" fmla="*/ 693420 h 760306"/>
                <a:gd name="connsiteX227" fmla="*/ 820420 w 1258146"/>
                <a:gd name="connsiteY227" fmla="*/ 695960 h 760306"/>
                <a:gd name="connsiteX228" fmla="*/ 817457 w 1258146"/>
                <a:gd name="connsiteY228" fmla="*/ 697230 h 760306"/>
                <a:gd name="connsiteX229" fmla="*/ 814917 w 1258146"/>
                <a:gd name="connsiteY229" fmla="*/ 698923 h 760306"/>
                <a:gd name="connsiteX230" fmla="*/ 810260 w 1258146"/>
                <a:gd name="connsiteY230" fmla="*/ 700193 h 760306"/>
                <a:gd name="connsiteX231" fmla="*/ 807720 w 1258146"/>
                <a:gd name="connsiteY231" fmla="*/ 700193 h 760306"/>
                <a:gd name="connsiteX232" fmla="*/ 795020 w 1258146"/>
                <a:gd name="connsiteY232" fmla="*/ 709930 h 760306"/>
                <a:gd name="connsiteX233" fmla="*/ 793750 w 1258146"/>
                <a:gd name="connsiteY233" fmla="*/ 709930 h 760306"/>
                <a:gd name="connsiteX234" fmla="*/ 792480 w 1258146"/>
                <a:gd name="connsiteY234" fmla="*/ 711200 h 760306"/>
                <a:gd name="connsiteX235" fmla="*/ 790787 w 1258146"/>
                <a:gd name="connsiteY235" fmla="*/ 714163 h 760306"/>
                <a:gd name="connsiteX236" fmla="*/ 786977 w 1258146"/>
                <a:gd name="connsiteY236" fmla="*/ 717127 h 760306"/>
                <a:gd name="connsiteX237" fmla="*/ 785283 w 1258146"/>
                <a:gd name="connsiteY237" fmla="*/ 718397 h 760306"/>
                <a:gd name="connsiteX238" fmla="*/ 781473 w 1258146"/>
                <a:gd name="connsiteY238" fmla="*/ 720937 h 760306"/>
                <a:gd name="connsiteX239" fmla="*/ 775547 w 1258146"/>
                <a:gd name="connsiteY239" fmla="*/ 726863 h 760306"/>
                <a:gd name="connsiteX240" fmla="*/ 774277 w 1258146"/>
                <a:gd name="connsiteY240" fmla="*/ 729403 h 760306"/>
                <a:gd name="connsiteX241" fmla="*/ 770043 w 1258146"/>
                <a:gd name="connsiteY241" fmla="*/ 733637 h 760306"/>
                <a:gd name="connsiteX242" fmla="*/ 770043 w 1258146"/>
                <a:gd name="connsiteY242" fmla="*/ 735330 h 760306"/>
                <a:gd name="connsiteX243" fmla="*/ 761577 w 1258146"/>
                <a:gd name="connsiteY243" fmla="*/ 740833 h 760306"/>
                <a:gd name="connsiteX244" fmla="*/ 751840 w 1258146"/>
                <a:gd name="connsiteY244" fmla="*/ 749300 h 760306"/>
                <a:gd name="connsiteX245" fmla="*/ 745067 w 1258146"/>
                <a:gd name="connsiteY245" fmla="*/ 750570 h 760306"/>
                <a:gd name="connsiteX246" fmla="*/ 737870 w 1258146"/>
                <a:gd name="connsiteY246" fmla="*/ 753110 h 760306"/>
                <a:gd name="connsiteX247" fmla="*/ 731097 w 1258146"/>
                <a:gd name="connsiteY247" fmla="*/ 757343 h 760306"/>
                <a:gd name="connsiteX248" fmla="*/ 722630 w 1258146"/>
                <a:gd name="connsiteY248" fmla="*/ 757343 h 760306"/>
                <a:gd name="connsiteX249" fmla="*/ 717127 w 1258146"/>
                <a:gd name="connsiteY249" fmla="*/ 758613 h 760306"/>
                <a:gd name="connsiteX250" fmla="*/ 714164 w 1258146"/>
                <a:gd name="connsiteY250" fmla="*/ 760307 h 760306"/>
                <a:gd name="connsiteX251" fmla="*/ 701887 w 1258146"/>
                <a:gd name="connsiteY251" fmla="*/ 760307 h 760306"/>
                <a:gd name="connsiteX252" fmla="*/ 693420 w 1258146"/>
                <a:gd name="connsiteY252" fmla="*/ 754803 h 760306"/>
                <a:gd name="connsiteX253" fmla="*/ 681990 w 1258146"/>
                <a:gd name="connsiteY253" fmla="*/ 750570 h 760306"/>
                <a:gd name="connsiteX254" fmla="*/ 670983 w 1258146"/>
                <a:gd name="connsiteY254" fmla="*/ 750570 h 760306"/>
                <a:gd name="connsiteX255" fmla="*/ 668020 w 1258146"/>
                <a:gd name="connsiteY255" fmla="*/ 750570 h 760306"/>
                <a:gd name="connsiteX256" fmla="*/ 666750 w 1258146"/>
                <a:gd name="connsiteY256" fmla="*/ 750570 h 760306"/>
                <a:gd name="connsiteX257" fmla="*/ 655743 w 1258146"/>
                <a:gd name="connsiteY257" fmla="*/ 746337 h 760306"/>
                <a:gd name="connsiteX258" fmla="*/ 652780 w 1258146"/>
                <a:gd name="connsiteY258" fmla="*/ 745066 h 760306"/>
                <a:gd name="connsiteX259" fmla="*/ 643043 w 1258146"/>
                <a:gd name="connsiteY259" fmla="*/ 745066 h 760306"/>
                <a:gd name="connsiteX260" fmla="*/ 627804 w 1258146"/>
                <a:gd name="connsiteY260" fmla="*/ 746337 h 760306"/>
                <a:gd name="connsiteX261" fmla="*/ 626110 w 1258146"/>
                <a:gd name="connsiteY261" fmla="*/ 746337 h 760306"/>
                <a:gd name="connsiteX262" fmla="*/ 612140 w 1258146"/>
                <a:gd name="connsiteY262" fmla="*/ 745066 h 760306"/>
                <a:gd name="connsiteX263" fmla="*/ 607907 w 1258146"/>
                <a:gd name="connsiteY263" fmla="*/ 745066 h 760306"/>
                <a:gd name="connsiteX264" fmla="*/ 595630 w 1258146"/>
                <a:gd name="connsiteY264" fmla="*/ 739140 h 760306"/>
                <a:gd name="connsiteX265" fmla="*/ 585893 w 1258146"/>
                <a:gd name="connsiteY265" fmla="*/ 737870 h 760306"/>
                <a:gd name="connsiteX266" fmla="*/ 580390 w 1258146"/>
                <a:gd name="connsiteY266" fmla="*/ 742103 h 760306"/>
                <a:gd name="connsiteX267" fmla="*/ 570654 w 1258146"/>
                <a:gd name="connsiteY267" fmla="*/ 747607 h 760306"/>
                <a:gd name="connsiteX268" fmla="*/ 563457 w 1258146"/>
                <a:gd name="connsiteY268" fmla="*/ 749300 h 760306"/>
                <a:gd name="connsiteX269" fmla="*/ 555414 w 1258146"/>
                <a:gd name="connsiteY269" fmla="*/ 749300 h 760306"/>
                <a:gd name="connsiteX270" fmla="*/ 541443 w 1258146"/>
                <a:gd name="connsiteY270" fmla="*/ 750570 h 760306"/>
                <a:gd name="connsiteX271" fmla="*/ 535517 w 1258146"/>
                <a:gd name="connsiteY271" fmla="*/ 749300 h 760306"/>
                <a:gd name="connsiteX272" fmla="*/ 532977 w 1258146"/>
                <a:gd name="connsiteY272" fmla="*/ 747607 h 760306"/>
                <a:gd name="connsiteX273" fmla="*/ 530014 w 1258146"/>
                <a:gd name="connsiteY273" fmla="*/ 746337 h 760306"/>
                <a:gd name="connsiteX274" fmla="*/ 523240 w 1258146"/>
                <a:gd name="connsiteY274" fmla="*/ 743374 h 760306"/>
                <a:gd name="connsiteX275" fmla="*/ 513504 w 1258146"/>
                <a:gd name="connsiteY275" fmla="*/ 740833 h 760306"/>
                <a:gd name="connsiteX276" fmla="*/ 499533 w 1258146"/>
                <a:gd name="connsiteY276" fmla="*/ 736600 h 760306"/>
                <a:gd name="connsiteX277" fmla="*/ 494030 w 1258146"/>
                <a:gd name="connsiteY277" fmla="*/ 735330 h 760306"/>
                <a:gd name="connsiteX278" fmla="*/ 485564 w 1258146"/>
                <a:gd name="connsiteY278" fmla="*/ 731097 h 760306"/>
                <a:gd name="connsiteX279" fmla="*/ 478367 w 1258146"/>
                <a:gd name="connsiteY279" fmla="*/ 731097 h 760306"/>
                <a:gd name="connsiteX280" fmla="*/ 470323 w 1258146"/>
                <a:gd name="connsiteY280" fmla="*/ 732367 h 760306"/>
                <a:gd name="connsiteX281" fmla="*/ 456354 w 1258146"/>
                <a:gd name="connsiteY281" fmla="*/ 728133 h 760306"/>
                <a:gd name="connsiteX282" fmla="*/ 452120 w 1258146"/>
                <a:gd name="connsiteY282" fmla="*/ 725170 h 760306"/>
                <a:gd name="connsiteX283" fmla="*/ 449157 w 1258146"/>
                <a:gd name="connsiteY283" fmla="*/ 725170 h 760306"/>
                <a:gd name="connsiteX284" fmla="*/ 442383 w 1258146"/>
                <a:gd name="connsiteY284" fmla="*/ 722630 h 760306"/>
                <a:gd name="connsiteX285" fmla="*/ 433917 w 1258146"/>
                <a:gd name="connsiteY285" fmla="*/ 723900 h 760306"/>
                <a:gd name="connsiteX286" fmla="*/ 419947 w 1258146"/>
                <a:gd name="connsiteY286" fmla="*/ 723900 h 760306"/>
                <a:gd name="connsiteX287" fmla="*/ 414443 w 1258146"/>
                <a:gd name="connsiteY287" fmla="*/ 725170 h 760306"/>
                <a:gd name="connsiteX288" fmla="*/ 407247 w 1258146"/>
                <a:gd name="connsiteY288" fmla="*/ 728133 h 760306"/>
                <a:gd name="connsiteX289" fmla="*/ 397510 w 1258146"/>
                <a:gd name="connsiteY289" fmla="*/ 731097 h 760306"/>
                <a:gd name="connsiteX290" fmla="*/ 394547 w 1258146"/>
                <a:gd name="connsiteY290" fmla="*/ 731097 h 760306"/>
                <a:gd name="connsiteX291" fmla="*/ 390737 w 1258146"/>
                <a:gd name="connsiteY291" fmla="*/ 731097 h 760306"/>
                <a:gd name="connsiteX292" fmla="*/ 384810 w 1258146"/>
                <a:gd name="connsiteY292" fmla="*/ 729403 h 760306"/>
                <a:gd name="connsiteX293" fmla="*/ 378037 w 1258146"/>
                <a:gd name="connsiteY293" fmla="*/ 728133 h 760306"/>
                <a:gd name="connsiteX294" fmla="*/ 375497 w 1258146"/>
                <a:gd name="connsiteY294" fmla="*/ 726863 h 760306"/>
                <a:gd name="connsiteX295" fmla="*/ 365337 w 1258146"/>
                <a:gd name="connsiteY295" fmla="*/ 722630 h 760306"/>
                <a:gd name="connsiteX296" fmla="*/ 362797 w 1258146"/>
                <a:gd name="connsiteY296" fmla="*/ 715433 h 760306"/>
                <a:gd name="connsiteX297" fmla="*/ 364067 w 1258146"/>
                <a:gd name="connsiteY297" fmla="*/ 714163 h 760306"/>
                <a:gd name="connsiteX298" fmla="*/ 365337 w 1258146"/>
                <a:gd name="connsiteY298" fmla="*/ 707390 h 760306"/>
                <a:gd name="connsiteX299" fmla="*/ 367030 w 1258146"/>
                <a:gd name="connsiteY299" fmla="*/ 704427 h 760306"/>
                <a:gd name="connsiteX300" fmla="*/ 367030 w 1258146"/>
                <a:gd name="connsiteY300" fmla="*/ 703157 h 760306"/>
                <a:gd name="connsiteX301" fmla="*/ 372533 w 1258146"/>
                <a:gd name="connsiteY301" fmla="*/ 698923 h 760306"/>
                <a:gd name="connsiteX302" fmla="*/ 378037 w 1258146"/>
                <a:gd name="connsiteY302" fmla="*/ 697230 h 760306"/>
                <a:gd name="connsiteX303" fmla="*/ 384810 w 1258146"/>
                <a:gd name="connsiteY303" fmla="*/ 694690 h 760306"/>
                <a:gd name="connsiteX304" fmla="*/ 382270 w 1258146"/>
                <a:gd name="connsiteY304" fmla="*/ 681990 h 760306"/>
                <a:gd name="connsiteX305" fmla="*/ 381000 w 1258146"/>
                <a:gd name="connsiteY305" fmla="*/ 681990 h 760306"/>
                <a:gd name="connsiteX306" fmla="*/ 367030 w 1258146"/>
                <a:gd name="connsiteY306" fmla="*/ 677757 h 760306"/>
                <a:gd name="connsiteX307" fmla="*/ 353060 w 1258146"/>
                <a:gd name="connsiteY307" fmla="*/ 669713 h 760306"/>
                <a:gd name="connsiteX308" fmla="*/ 339090 w 1258146"/>
                <a:gd name="connsiteY308" fmla="*/ 661247 h 760306"/>
                <a:gd name="connsiteX309" fmla="*/ 328083 w 1258146"/>
                <a:gd name="connsiteY309" fmla="*/ 648547 h 760306"/>
                <a:gd name="connsiteX310" fmla="*/ 326390 w 1258146"/>
                <a:gd name="connsiteY310" fmla="*/ 648547 h 760306"/>
                <a:gd name="connsiteX311" fmla="*/ 323427 w 1258146"/>
                <a:gd name="connsiteY311" fmla="*/ 648547 h 760306"/>
                <a:gd name="connsiteX312" fmla="*/ 313690 w 1258146"/>
                <a:gd name="connsiteY312" fmla="*/ 634577 h 760306"/>
                <a:gd name="connsiteX313" fmla="*/ 312420 w 1258146"/>
                <a:gd name="connsiteY313" fmla="*/ 629073 h 760306"/>
                <a:gd name="connsiteX314" fmla="*/ 311150 w 1258146"/>
                <a:gd name="connsiteY314" fmla="*/ 627803 h 760306"/>
                <a:gd name="connsiteX315" fmla="*/ 306917 w 1258146"/>
                <a:gd name="connsiteY315" fmla="*/ 621877 h 760306"/>
                <a:gd name="connsiteX316" fmla="*/ 308187 w 1258146"/>
                <a:gd name="connsiteY316" fmla="*/ 618067 h 760306"/>
                <a:gd name="connsiteX317" fmla="*/ 323427 w 1258146"/>
                <a:gd name="connsiteY317" fmla="*/ 608330 h 760306"/>
                <a:gd name="connsiteX318" fmla="*/ 337397 w 1258146"/>
                <a:gd name="connsiteY318" fmla="*/ 612140 h 760306"/>
                <a:gd name="connsiteX319" fmla="*/ 345864 w 1258146"/>
                <a:gd name="connsiteY319" fmla="*/ 606637 h 760306"/>
                <a:gd name="connsiteX320" fmla="*/ 334857 w 1258146"/>
                <a:gd name="connsiteY320" fmla="*/ 596900 h 760306"/>
                <a:gd name="connsiteX321" fmla="*/ 320887 w 1258146"/>
                <a:gd name="connsiteY321" fmla="*/ 594360 h 760306"/>
                <a:gd name="connsiteX322" fmla="*/ 308187 w 1258146"/>
                <a:gd name="connsiteY322" fmla="*/ 582930 h 760306"/>
                <a:gd name="connsiteX323" fmla="*/ 294217 w 1258146"/>
                <a:gd name="connsiteY323" fmla="*/ 587163 h 760306"/>
                <a:gd name="connsiteX324" fmla="*/ 280247 w 1258146"/>
                <a:gd name="connsiteY324" fmla="*/ 598593 h 760306"/>
                <a:gd name="connsiteX325" fmla="*/ 277707 w 1258146"/>
                <a:gd name="connsiteY325" fmla="*/ 602403 h 760306"/>
                <a:gd name="connsiteX326" fmla="*/ 270510 w 1258146"/>
                <a:gd name="connsiteY326" fmla="*/ 616797 h 760306"/>
                <a:gd name="connsiteX327" fmla="*/ 256540 w 1258146"/>
                <a:gd name="connsiteY327" fmla="*/ 615103 h 760306"/>
                <a:gd name="connsiteX328" fmla="*/ 248497 w 1258146"/>
                <a:gd name="connsiteY328" fmla="*/ 601133 h 760306"/>
                <a:gd name="connsiteX329" fmla="*/ 246804 w 1258146"/>
                <a:gd name="connsiteY329" fmla="*/ 599863 h 760306"/>
                <a:gd name="connsiteX330" fmla="*/ 244264 w 1258146"/>
                <a:gd name="connsiteY330" fmla="*/ 594360 h 760306"/>
                <a:gd name="connsiteX331" fmla="*/ 230293 w 1258146"/>
                <a:gd name="connsiteY331" fmla="*/ 591397 h 760306"/>
                <a:gd name="connsiteX332" fmla="*/ 215054 w 1258146"/>
                <a:gd name="connsiteY332" fmla="*/ 590127 h 760306"/>
                <a:gd name="connsiteX333" fmla="*/ 200660 w 1258146"/>
                <a:gd name="connsiteY333" fmla="*/ 588433 h 760306"/>
                <a:gd name="connsiteX334" fmla="*/ 190923 w 1258146"/>
                <a:gd name="connsiteY334" fmla="*/ 578697 h 760306"/>
                <a:gd name="connsiteX335" fmla="*/ 189654 w 1258146"/>
                <a:gd name="connsiteY335" fmla="*/ 574463 h 760306"/>
                <a:gd name="connsiteX336" fmla="*/ 175683 w 1258146"/>
                <a:gd name="connsiteY336" fmla="*/ 570653 h 760306"/>
                <a:gd name="connsiteX337" fmla="*/ 161714 w 1258146"/>
                <a:gd name="connsiteY337" fmla="*/ 569383 h 760306"/>
                <a:gd name="connsiteX338" fmla="*/ 157480 w 1258146"/>
                <a:gd name="connsiteY338" fmla="*/ 562187 h 760306"/>
                <a:gd name="connsiteX339" fmla="*/ 171450 w 1258146"/>
                <a:gd name="connsiteY339" fmla="*/ 553720 h 760306"/>
                <a:gd name="connsiteX340" fmla="*/ 171450 w 1258146"/>
                <a:gd name="connsiteY340" fmla="*/ 539750 h 760306"/>
                <a:gd name="connsiteX341" fmla="*/ 157480 w 1258146"/>
                <a:gd name="connsiteY341" fmla="*/ 534247 h 760306"/>
                <a:gd name="connsiteX342" fmla="*/ 168910 w 1258146"/>
                <a:gd name="connsiteY342" fmla="*/ 519007 h 760306"/>
                <a:gd name="connsiteX343" fmla="*/ 170180 w 1258146"/>
                <a:gd name="connsiteY343" fmla="*/ 505037 h 760306"/>
                <a:gd name="connsiteX344" fmla="*/ 168910 w 1258146"/>
                <a:gd name="connsiteY344" fmla="*/ 502073 h 760306"/>
                <a:gd name="connsiteX345" fmla="*/ 153247 w 1258146"/>
                <a:gd name="connsiteY345" fmla="*/ 497840 h 760306"/>
                <a:gd name="connsiteX346" fmla="*/ 143510 w 1258146"/>
                <a:gd name="connsiteY346" fmla="*/ 495300 h 760306"/>
                <a:gd name="connsiteX347" fmla="*/ 139700 w 1258146"/>
                <a:gd name="connsiteY347" fmla="*/ 494030 h 760306"/>
                <a:gd name="connsiteX348" fmla="*/ 135467 w 1258146"/>
                <a:gd name="connsiteY348" fmla="*/ 492337 h 760306"/>
                <a:gd name="connsiteX349" fmla="*/ 121497 w 1258146"/>
                <a:gd name="connsiteY349" fmla="*/ 485563 h 760306"/>
                <a:gd name="connsiteX350" fmla="*/ 110067 w 1258146"/>
                <a:gd name="connsiteY350" fmla="*/ 481330 h 760306"/>
                <a:gd name="connsiteX351" fmla="*/ 96097 w 1258146"/>
                <a:gd name="connsiteY351" fmla="*/ 469900 h 760306"/>
                <a:gd name="connsiteX352" fmla="*/ 85090 w 1258146"/>
                <a:gd name="connsiteY352" fmla="*/ 461857 h 760306"/>
                <a:gd name="connsiteX353" fmla="*/ 83397 w 1258146"/>
                <a:gd name="connsiteY353" fmla="*/ 457623 h 760306"/>
                <a:gd name="connsiteX354" fmla="*/ 74083 w 1258146"/>
                <a:gd name="connsiteY354" fmla="*/ 452120 h 760306"/>
                <a:gd name="connsiteX355" fmla="*/ 79587 w 1258146"/>
                <a:gd name="connsiteY355" fmla="*/ 446193 h 760306"/>
                <a:gd name="connsiteX356" fmla="*/ 71120 w 1258146"/>
                <a:gd name="connsiteY356" fmla="*/ 432223 h 760306"/>
                <a:gd name="connsiteX357" fmla="*/ 75354 w 1258146"/>
                <a:gd name="connsiteY357" fmla="*/ 422487 h 760306"/>
                <a:gd name="connsiteX358" fmla="*/ 74083 w 1258146"/>
                <a:gd name="connsiteY358" fmla="*/ 407247 h 760306"/>
                <a:gd name="connsiteX359" fmla="*/ 61383 w 1258146"/>
                <a:gd name="connsiteY359" fmla="*/ 408940 h 760306"/>
                <a:gd name="connsiteX360" fmla="*/ 57150 w 1258146"/>
                <a:gd name="connsiteY360" fmla="*/ 403013 h 760306"/>
                <a:gd name="connsiteX361" fmla="*/ 55880 w 1258146"/>
                <a:gd name="connsiteY361" fmla="*/ 401743 h 760306"/>
                <a:gd name="connsiteX362" fmla="*/ 45720 w 1258146"/>
                <a:gd name="connsiteY362" fmla="*/ 387773 h 760306"/>
                <a:gd name="connsiteX363" fmla="*/ 32173 w 1258146"/>
                <a:gd name="connsiteY363" fmla="*/ 382270 h 760306"/>
                <a:gd name="connsiteX364" fmla="*/ 18204 w 1258146"/>
                <a:gd name="connsiteY364" fmla="*/ 373803 h 760306"/>
                <a:gd name="connsiteX365" fmla="*/ 8467 w 1258146"/>
                <a:gd name="connsiteY365" fmla="*/ 359833 h 760306"/>
                <a:gd name="connsiteX366" fmla="*/ 0 w 1258146"/>
                <a:gd name="connsiteY366" fmla="*/ 350097 h 76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258146" h="760306">
                  <a:moveTo>
                    <a:pt x="0" y="350097"/>
                  </a:moveTo>
                  <a:lnTo>
                    <a:pt x="15240" y="342900"/>
                  </a:lnTo>
                  <a:lnTo>
                    <a:pt x="29210" y="344593"/>
                  </a:lnTo>
                  <a:lnTo>
                    <a:pt x="29210" y="339090"/>
                  </a:lnTo>
                  <a:lnTo>
                    <a:pt x="43180" y="344593"/>
                  </a:lnTo>
                  <a:lnTo>
                    <a:pt x="55880" y="344593"/>
                  </a:lnTo>
                  <a:lnTo>
                    <a:pt x="58843" y="342900"/>
                  </a:lnTo>
                  <a:lnTo>
                    <a:pt x="61383" y="340360"/>
                  </a:lnTo>
                  <a:lnTo>
                    <a:pt x="68580" y="326390"/>
                  </a:lnTo>
                  <a:lnTo>
                    <a:pt x="69850" y="325120"/>
                  </a:lnTo>
                  <a:lnTo>
                    <a:pt x="83397" y="326390"/>
                  </a:lnTo>
                  <a:lnTo>
                    <a:pt x="97790" y="326390"/>
                  </a:lnTo>
                  <a:lnTo>
                    <a:pt x="111760" y="322157"/>
                  </a:lnTo>
                  <a:lnTo>
                    <a:pt x="119804" y="306917"/>
                  </a:lnTo>
                  <a:lnTo>
                    <a:pt x="127000" y="301413"/>
                  </a:lnTo>
                  <a:lnTo>
                    <a:pt x="128270" y="287443"/>
                  </a:lnTo>
                  <a:lnTo>
                    <a:pt x="133773" y="271780"/>
                  </a:lnTo>
                  <a:lnTo>
                    <a:pt x="135467" y="267547"/>
                  </a:lnTo>
                  <a:lnTo>
                    <a:pt x="136737" y="267547"/>
                  </a:lnTo>
                  <a:lnTo>
                    <a:pt x="150707" y="262043"/>
                  </a:lnTo>
                  <a:lnTo>
                    <a:pt x="156210" y="256540"/>
                  </a:lnTo>
                  <a:lnTo>
                    <a:pt x="156210" y="245533"/>
                  </a:lnTo>
                  <a:lnTo>
                    <a:pt x="163407" y="231563"/>
                  </a:lnTo>
                  <a:lnTo>
                    <a:pt x="173143" y="217593"/>
                  </a:lnTo>
                  <a:lnTo>
                    <a:pt x="179917" y="203623"/>
                  </a:lnTo>
                  <a:lnTo>
                    <a:pt x="175683" y="202353"/>
                  </a:lnTo>
                  <a:lnTo>
                    <a:pt x="189654" y="188383"/>
                  </a:lnTo>
                  <a:lnTo>
                    <a:pt x="192617" y="185420"/>
                  </a:lnTo>
                  <a:lnTo>
                    <a:pt x="192617" y="182880"/>
                  </a:lnTo>
                  <a:lnTo>
                    <a:pt x="198120" y="168487"/>
                  </a:lnTo>
                  <a:lnTo>
                    <a:pt x="202354" y="154940"/>
                  </a:lnTo>
                  <a:lnTo>
                    <a:pt x="216323" y="143510"/>
                  </a:lnTo>
                  <a:lnTo>
                    <a:pt x="217593" y="129540"/>
                  </a:lnTo>
                  <a:lnTo>
                    <a:pt x="216323" y="122767"/>
                  </a:lnTo>
                  <a:lnTo>
                    <a:pt x="217593" y="119803"/>
                  </a:lnTo>
                  <a:lnTo>
                    <a:pt x="230293" y="110067"/>
                  </a:lnTo>
                  <a:lnTo>
                    <a:pt x="240030" y="105833"/>
                  </a:lnTo>
                  <a:lnTo>
                    <a:pt x="245533" y="91863"/>
                  </a:lnTo>
                  <a:lnTo>
                    <a:pt x="259504" y="83820"/>
                  </a:lnTo>
                  <a:lnTo>
                    <a:pt x="269240" y="80857"/>
                  </a:lnTo>
                  <a:lnTo>
                    <a:pt x="283210" y="79587"/>
                  </a:lnTo>
                  <a:lnTo>
                    <a:pt x="297180" y="77893"/>
                  </a:lnTo>
                  <a:lnTo>
                    <a:pt x="303954" y="69850"/>
                  </a:lnTo>
                  <a:lnTo>
                    <a:pt x="317923" y="58420"/>
                  </a:lnTo>
                  <a:lnTo>
                    <a:pt x="328083" y="48683"/>
                  </a:lnTo>
                  <a:lnTo>
                    <a:pt x="341630" y="43180"/>
                  </a:lnTo>
                  <a:lnTo>
                    <a:pt x="355600" y="29210"/>
                  </a:lnTo>
                  <a:lnTo>
                    <a:pt x="369570" y="26247"/>
                  </a:lnTo>
                  <a:lnTo>
                    <a:pt x="383540" y="36407"/>
                  </a:lnTo>
                  <a:lnTo>
                    <a:pt x="397510" y="43180"/>
                  </a:lnTo>
                  <a:lnTo>
                    <a:pt x="407247" y="43180"/>
                  </a:lnTo>
                  <a:lnTo>
                    <a:pt x="411480" y="40217"/>
                  </a:lnTo>
                  <a:lnTo>
                    <a:pt x="422487" y="41910"/>
                  </a:lnTo>
                  <a:lnTo>
                    <a:pt x="438150" y="44450"/>
                  </a:lnTo>
                  <a:lnTo>
                    <a:pt x="443654" y="44450"/>
                  </a:lnTo>
                  <a:lnTo>
                    <a:pt x="458893" y="52917"/>
                  </a:lnTo>
                  <a:lnTo>
                    <a:pt x="465667" y="48683"/>
                  </a:lnTo>
                  <a:lnTo>
                    <a:pt x="480060" y="50377"/>
                  </a:lnTo>
                  <a:lnTo>
                    <a:pt x="494030" y="54187"/>
                  </a:lnTo>
                  <a:lnTo>
                    <a:pt x="495300" y="54187"/>
                  </a:lnTo>
                  <a:lnTo>
                    <a:pt x="510540" y="54187"/>
                  </a:lnTo>
                  <a:lnTo>
                    <a:pt x="524510" y="48683"/>
                  </a:lnTo>
                  <a:lnTo>
                    <a:pt x="538480" y="50377"/>
                  </a:lnTo>
                  <a:lnTo>
                    <a:pt x="546947" y="50377"/>
                  </a:lnTo>
                  <a:lnTo>
                    <a:pt x="560917" y="63923"/>
                  </a:lnTo>
                  <a:lnTo>
                    <a:pt x="574887" y="71120"/>
                  </a:lnTo>
                  <a:lnTo>
                    <a:pt x="588857" y="85090"/>
                  </a:lnTo>
                  <a:lnTo>
                    <a:pt x="595630" y="88053"/>
                  </a:lnTo>
                  <a:lnTo>
                    <a:pt x="604097" y="86360"/>
                  </a:lnTo>
                  <a:lnTo>
                    <a:pt x="605367" y="86360"/>
                  </a:lnTo>
                  <a:lnTo>
                    <a:pt x="619337" y="82127"/>
                  </a:lnTo>
                  <a:lnTo>
                    <a:pt x="629073" y="66887"/>
                  </a:lnTo>
                  <a:lnTo>
                    <a:pt x="643043" y="55880"/>
                  </a:lnTo>
                  <a:lnTo>
                    <a:pt x="658707" y="54187"/>
                  </a:lnTo>
                  <a:lnTo>
                    <a:pt x="672254" y="51647"/>
                  </a:lnTo>
                  <a:lnTo>
                    <a:pt x="684954" y="52917"/>
                  </a:lnTo>
                  <a:lnTo>
                    <a:pt x="698923" y="51647"/>
                  </a:lnTo>
                  <a:lnTo>
                    <a:pt x="712893" y="47413"/>
                  </a:lnTo>
                  <a:lnTo>
                    <a:pt x="728133" y="46143"/>
                  </a:lnTo>
                  <a:lnTo>
                    <a:pt x="736600" y="44450"/>
                  </a:lnTo>
                  <a:lnTo>
                    <a:pt x="739564" y="44450"/>
                  </a:lnTo>
                  <a:lnTo>
                    <a:pt x="745067" y="44450"/>
                  </a:lnTo>
                  <a:lnTo>
                    <a:pt x="756073" y="41910"/>
                  </a:lnTo>
                  <a:lnTo>
                    <a:pt x="765810" y="27940"/>
                  </a:lnTo>
                  <a:lnTo>
                    <a:pt x="770043" y="13970"/>
                  </a:lnTo>
                  <a:lnTo>
                    <a:pt x="770043" y="11007"/>
                  </a:lnTo>
                  <a:lnTo>
                    <a:pt x="784014" y="9737"/>
                  </a:lnTo>
                  <a:lnTo>
                    <a:pt x="797983" y="6773"/>
                  </a:lnTo>
                  <a:lnTo>
                    <a:pt x="810260" y="0"/>
                  </a:lnTo>
                  <a:lnTo>
                    <a:pt x="824654" y="1270"/>
                  </a:lnTo>
                  <a:lnTo>
                    <a:pt x="839893" y="5503"/>
                  </a:lnTo>
                  <a:lnTo>
                    <a:pt x="853864" y="13970"/>
                  </a:lnTo>
                  <a:lnTo>
                    <a:pt x="864870" y="27940"/>
                  </a:lnTo>
                  <a:lnTo>
                    <a:pt x="878840" y="40217"/>
                  </a:lnTo>
                  <a:lnTo>
                    <a:pt x="878840" y="41910"/>
                  </a:lnTo>
                  <a:lnTo>
                    <a:pt x="883073" y="47413"/>
                  </a:lnTo>
                  <a:lnTo>
                    <a:pt x="889847" y="61383"/>
                  </a:lnTo>
                  <a:lnTo>
                    <a:pt x="895773" y="75353"/>
                  </a:lnTo>
                  <a:lnTo>
                    <a:pt x="901277" y="89323"/>
                  </a:lnTo>
                  <a:lnTo>
                    <a:pt x="915247" y="104563"/>
                  </a:lnTo>
                  <a:lnTo>
                    <a:pt x="917787" y="108797"/>
                  </a:lnTo>
                  <a:lnTo>
                    <a:pt x="930487" y="122767"/>
                  </a:lnTo>
                  <a:lnTo>
                    <a:pt x="932180" y="125307"/>
                  </a:lnTo>
                  <a:lnTo>
                    <a:pt x="945727" y="131233"/>
                  </a:lnTo>
                  <a:lnTo>
                    <a:pt x="947420" y="144780"/>
                  </a:lnTo>
                  <a:lnTo>
                    <a:pt x="961390" y="157480"/>
                  </a:lnTo>
                  <a:lnTo>
                    <a:pt x="976630" y="171450"/>
                  </a:lnTo>
                  <a:lnTo>
                    <a:pt x="976630" y="173143"/>
                  </a:lnTo>
                  <a:lnTo>
                    <a:pt x="977900" y="181187"/>
                  </a:lnTo>
                  <a:lnTo>
                    <a:pt x="991870" y="192617"/>
                  </a:lnTo>
                  <a:lnTo>
                    <a:pt x="1005840" y="200660"/>
                  </a:lnTo>
                  <a:lnTo>
                    <a:pt x="1021080" y="214630"/>
                  </a:lnTo>
                  <a:lnTo>
                    <a:pt x="1025314" y="228600"/>
                  </a:lnTo>
                  <a:lnTo>
                    <a:pt x="1029547" y="240030"/>
                  </a:lnTo>
                  <a:lnTo>
                    <a:pt x="1030817" y="240030"/>
                  </a:lnTo>
                  <a:lnTo>
                    <a:pt x="1038014" y="254000"/>
                  </a:lnTo>
                  <a:lnTo>
                    <a:pt x="1044787" y="267547"/>
                  </a:lnTo>
                  <a:lnTo>
                    <a:pt x="1043517" y="281517"/>
                  </a:lnTo>
                  <a:lnTo>
                    <a:pt x="1047750" y="295487"/>
                  </a:lnTo>
                  <a:lnTo>
                    <a:pt x="1043517" y="309457"/>
                  </a:lnTo>
                  <a:lnTo>
                    <a:pt x="1038014" y="323427"/>
                  </a:lnTo>
                  <a:lnTo>
                    <a:pt x="1035050" y="328083"/>
                  </a:lnTo>
                  <a:lnTo>
                    <a:pt x="1033780" y="334857"/>
                  </a:lnTo>
                  <a:lnTo>
                    <a:pt x="1036743" y="348827"/>
                  </a:lnTo>
                  <a:lnTo>
                    <a:pt x="1035050" y="354330"/>
                  </a:lnTo>
                  <a:lnTo>
                    <a:pt x="1033780" y="368300"/>
                  </a:lnTo>
                  <a:lnTo>
                    <a:pt x="1039283" y="383540"/>
                  </a:lnTo>
                  <a:lnTo>
                    <a:pt x="1039283" y="397510"/>
                  </a:lnTo>
                  <a:lnTo>
                    <a:pt x="1046057" y="411480"/>
                  </a:lnTo>
                  <a:lnTo>
                    <a:pt x="1047750" y="425450"/>
                  </a:lnTo>
                  <a:lnTo>
                    <a:pt x="1042247" y="439420"/>
                  </a:lnTo>
                  <a:lnTo>
                    <a:pt x="1051983" y="453390"/>
                  </a:lnTo>
                  <a:lnTo>
                    <a:pt x="1054523" y="457623"/>
                  </a:lnTo>
                  <a:lnTo>
                    <a:pt x="1058757" y="460163"/>
                  </a:lnTo>
                  <a:lnTo>
                    <a:pt x="1071457" y="474133"/>
                  </a:lnTo>
                  <a:lnTo>
                    <a:pt x="1085427" y="485563"/>
                  </a:lnTo>
                  <a:lnTo>
                    <a:pt x="1099397" y="489373"/>
                  </a:lnTo>
                  <a:lnTo>
                    <a:pt x="1112943" y="494030"/>
                  </a:lnTo>
                  <a:lnTo>
                    <a:pt x="1128607" y="496570"/>
                  </a:lnTo>
                  <a:lnTo>
                    <a:pt x="1132840" y="496570"/>
                  </a:lnTo>
                  <a:lnTo>
                    <a:pt x="1135380" y="482600"/>
                  </a:lnTo>
                  <a:lnTo>
                    <a:pt x="1149350" y="485563"/>
                  </a:lnTo>
                  <a:lnTo>
                    <a:pt x="1160780" y="481330"/>
                  </a:lnTo>
                  <a:lnTo>
                    <a:pt x="1160780" y="479637"/>
                  </a:lnTo>
                  <a:lnTo>
                    <a:pt x="1174750" y="474133"/>
                  </a:lnTo>
                  <a:lnTo>
                    <a:pt x="1180254" y="472863"/>
                  </a:lnTo>
                  <a:lnTo>
                    <a:pt x="1189990" y="466090"/>
                  </a:lnTo>
                  <a:lnTo>
                    <a:pt x="1194223" y="463127"/>
                  </a:lnTo>
                  <a:lnTo>
                    <a:pt x="1195493" y="463127"/>
                  </a:lnTo>
                  <a:lnTo>
                    <a:pt x="1209464" y="461857"/>
                  </a:lnTo>
                  <a:lnTo>
                    <a:pt x="1217930" y="461857"/>
                  </a:lnTo>
                  <a:lnTo>
                    <a:pt x="1227667" y="466090"/>
                  </a:lnTo>
                  <a:lnTo>
                    <a:pt x="1234864" y="467360"/>
                  </a:lnTo>
                  <a:lnTo>
                    <a:pt x="1236133" y="468630"/>
                  </a:lnTo>
                  <a:lnTo>
                    <a:pt x="1241637" y="469900"/>
                  </a:lnTo>
                  <a:lnTo>
                    <a:pt x="1250104" y="478367"/>
                  </a:lnTo>
                  <a:lnTo>
                    <a:pt x="1254337" y="491067"/>
                  </a:lnTo>
                  <a:lnTo>
                    <a:pt x="1252643" y="499533"/>
                  </a:lnTo>
                  <a:lnTo>
                    <a:pt x="1258147" y="509270"/>
                  </a:lnTo>
                  <a:lnTo>
                    <a:pt x="1255607" y="519007"/>
                  </a:lnTo>
                  <a:lnTo>
                    <a:pt x="1255607" y="534247"/>
                  </a:lnTo>
                  <a:lnTo>
                    <a:pt x="1254337" y="538480"/>
                  </a:lnTo>
                  <a:lnTo>
                    <a:pt x="1251373" y="552450"/>
                  </a:lnTo>
                  <a:lnTo>
                    <a:pt x="1241637" y="563457"/>
                  </a:lnTo>
                  <a:lnTo>
                    <a:pt x="1227667" y="565150"/>
                  </a:lnTo>
                  <a:lnTo>
                    <a:pt x="1212427" y="566420"/>
                  </a:lnTo>
                  <a:lnTo>
                    <a:pt x="1198457" y="567690"/>
                  </a:lnTo>
                  <a:lnTo>
                    <a:pt x="1184487" y="574463"/>
                  </a:lnTo>
                  <a:lnTo>
                    <a:pt x="1170517" y="576157"/>
                  </a:lnTo>
                  <a:lnTo>
                    <a:pt x="1180254" y="562187"/>
                  </a:lnTo>
                  <a:lnTo>
                    <a:pt x="1176020" y="548217"/>
                  </a:lnTo>
                  <a:lnTo>
                    <a:pt x="1176020" y="534247"/>
                  </a:lnTo>
                  <a:lnTo>
                    <a:pt x="1173057" y="534247"/>
                  </a:lnTo>
                  <a:lnTo>
                    <a:pt x="1170517" y="534247"/>
                  </a:lnTo>
                  <a:lnTo>
                    <a:pt x="1165014" y="534247"/>
                  </a:lnTo>
                  <a:lnTo>
                    <a:pt x="1152314" y="545253"/>
                  </a:lnTo>
                  <a:lnTo>
                    <a:pt x="1160780" y="559223"/>
                  </a:lnTo>
                  <a:lnTo>
                    <a:pt x="1159087" y="574463"/>
                  </a:lnTo>
                  <a:lnTo>
                    <a:pt x="1145540" y="587163"/>
                  </a:lnTo>
                  <a:lnTo>
                    <a:pt x="1145540" y="590127"/>
                  </a:lnTo>
                  <a:lnTo>
                    <a:pt x="1159087" y="587163"/>
                  </a:lnTo>
                  <a:lnTo>
                    <a:pt x="1173057" y="585893"/>
                  </a:lnTo>
                  <a:lnTo>
                    <a:pt x="1171787" y="588433"/>
                  </a:lnTo>
                  <a:lnTo>
                    <a:pt x="1157817" y="591397"/>
                  </a:lnTo>
                  <a:lnTo>
                    <a:pt x="1143847" y="598593"/>
                  </a:lnTo>
                  <a:lnTo>
                    <a:pt x="1151043" y="612140"/>
                  </a:lnTo>
                  <a:lnTo>
                    <a:pt x="1165014" y="598593"/>
                  </a:lnTo>
                  <a:lnTo>
                    <a:pt x="1159087" y="612140"/>
                  </a:lnTo>
                  <a:lnTo>
                    <a:pt x="1146810" y="626533"/>
                  </a:lnTo>
                  <a:lnTo>
                    <a:pt x="1138343" y="640503"/>
                  </a:lnTo>
                  <a:lnTo>
                    <a:pt x="1131570" y="655743"/>
                  </a:lnTo>
                  <a:lnTo>
                    <a:pt x="1137073" y="669713"/>
                  </a:lnTo>
                  <a:lnTo>
                    <a:pt x="1135380" y="683260"/>
                  </a:lnTo>
                  <a:lnTo>
                    <a:pt x="1140037" y="697230"/>
                  </a:lnTo>
                  <a:lnTo>
                    <a:pt x="1137073" y="712893"/>
                  </a:lnTo>
                  <a:lnTo>
                    <a:pt x="1132840" y="726863"/>
                  </a:lnTo>
                  <a:lnTo>
                    <a:pt x="1132840" y="740833"/>
                  </a:lnTo>
                  <a:lnTo>
                    <a:pt x="1127337" y="740833"/>
                  </a:lnTo>
                  <a:lnTo>
                    <a:pt x="1117600" y="740833"/>
                  </a:lnTo>
                  <a:lnTo>
                    <a:pt x="1101937" y="739140"/>
                  </a:lnTo>
                  <a:lnTo>
                    <a:pt x="1087967" y="737870"/>
                  </a:lnTo>
                  <a:lnTo>
                    <a:pt x="1073997" y="732367"/>
                  </a:lnTo>
                  <a:lnTo>
                    <a:pt x="1060450" y="726863"/>
                  </a:lnTo>
                  <a:lnTo>
                    <a:pt x="1047750" y="712893"/>
                  </a:lnTo>
                  <a:lnTo>
                    <a:pt x="1039283" y="698923"/>
                  </a:lnTo>
                  <a:lnTo>
                    <a:pt x="1025314" y="704427"/>
                  </a:lnTo>
                  <a:lnTo>
                    <a:pt x="1010073" y="700193"/>
                  </a:lnTo>
                  <a:lnTo>
                    <a:pt x="997373" y="694690"/>
                  </a:lnTo>
                  <a:lnTo>
                    <a:pt x="982133" y="695960"/>
                  </a:lnTo>
                  <a:lnTo>
                    <a:pt x="968164" y="691727"/>
                  </a:lnTo>
                  <a:lnTo>
                    <a:pt x="954193" y="679450"/>
                  </a:lnTo>
                  <a:lnTo>
                    <a:pt x="952923" y="677757"/>
                  </a:lnTo>
                  <a:lnTo>
                    <a:pt x="951230" y="676487"/>
                  </a:lnTo>
                  <a:lnTo>
                    <a:pt x="937683" y="677757"/>
                  </a:lnTo>
                  <a:lnTo>
                    <a:pt x="929217" y="675217"/>
                  </a:lnTo>
                  <a:lnTo>
                    <a:pt x="920750" y="675217"/>
                  </a:lnTo>
                  <a:lnTo>
                    <a:pt x="905510" y="676487"/>
                  </a:lnTo>
                  <a:lnTo>
                    <a:pt x="899583" y="677757"/>
                  </a:lnTo>
                  <a:lnTo>
                    <a:pt x="886037" y="684953"/>
                  </a:lnTo>
                  <a:lnTo>
                    <a:pt x="878840" y="684953"/>
                  </a:lnTo>
                  <a:lnTo>
                    <a:pt x="869104" y="687917"/>
                  </a:lnTo>
                  <a:lnTo>
                    <a:pt x="864870" y="689187"/>
                  </a:lnTo>
                  <a:lnTo>
                    <a:pt x="850900" y="690457"/>
                  </a:lnTo>
                  <a:lnTo>
                    <a:pt x="841164" y="691727"/>
                  </a:lnTo>
                  <a:lnTo>
                    <a:pt x="838623" y="691727"/>
                  </a:lnTo>
                  <a:lnTo>
                    <a:pt x="831427" y="693420"/>
                  </a:lnTo>
                  <a:lnTo>
                    <a:pt x="825923" y="693420"/>
                  </a:lnTo>
                  <a:lnTo>
                    <a:pt x="820420" y="695960"/>
                  </a:lnTo>
                  <a:lnTo>
                    <a:pt x="817457" y="697230"/>
                  </a:lnTo>
                  <a:lnTo>
                    <a:pt x="814917" y="698923"/>
                  </a:lnTo>
                  <a:lnTo>
                    <a:pt x="810260" y="700193"/>
                  </a:lnTo>
                  <a:lnTo>
                    <a:pt x="807720" y="700193"/>
                  </a:lnTo>
                  <a:lnTo>
                    <a:pt x="795020" y="709930"/>
                  </a:lnTo>
                  <a:lnTo>
                    <a:pt x="793750" y="709930"/>
                  </a:lnTo>
                  <a:lnTo>
                    <a:pt x="792480" y="711200"/>
                  </a:lnTo>
                  <a:lnTo>
                    <a:pt x="790787" y="714163"/>
                  </a:lnTo>
                  <a:lnTo>
                    <a:pt x="786977" y="717127"/>
                  </a:lnTo>
                  <a:lnTo>
                    <a:pt x="785283" y="718397"/>
                  </a:lnTo>
                  <a:lnTo>
                    <a:pt x="781473" y="720937"/>
                  </a:lnTo>
                  <a:lnTo>
                    <a:pt x="775547" y="726863"/>
                  </a:lnTo>
                  <a:lnTo>
                    <a:pt x="774277" y="729403"/>
                  </a:lnTo>
                  <a:lnTo>
                    <a:pt x="770043" y="733637"/>
                  </a:lnTo>
                  <a:lnTo>
                    <a:pt x="770043" y="735330"/>
                  </a:lnTo>
                  <a:lnTo>
                    <a:pt x="761577" y="740833"/>
                  </a:lnTo>
                  <a:lnTo>
                    <a:pt x="751840" y="749300"/>
                  </a:lnTo>
                  <a:lnTo>
                    <a:pt x="745067" y="750570"/>
                  </a:lnTo>
                  <a:lnTo>
                    <a:pt x="737870" y="753110"/>
                  </a:lnTo>
                  <a:lnTo>
                    <a:pt x="731097" y="757343"/>
                  </a:lnTo>
                  <a:lnTo>
                    <a:pt x="722630" y="757343"/>
                  </a:lnTo>
                  <a:lnTo>
                    <a:pt x="717127" y="758613"/>
                  </a:lnTo>
                  <a:lnTo>
                    <a:pt x="714164" y="760307"/>
                  </a:lnTo>
                  <a:lnTo>
                    <a:pt x="701887" y="760307"/>
                  </a:lnTo>
                  <a:lnTo>
                    <a:pt x="693420" y="754803"/>
                  </a:lnTo>
                  <a:lnTo>
                    <a:pt x="681990" y="750570"/>
                  </a:lnTo>
                  <a:lnTo>
                    <a:pt x="670983" y="750570"/>
                  </a:lnTo>
                  <a:lnTo>
                    <a:pt x="668020" y="750570"/>
                  </a:lnTo>
                  <a:lnTo>
                    <a:pt x="666750" y="750570"/>
                  </a:lnTo>
                  <a:lnTo>
                    <a:pt x="655743" y="746337"/>
                  </a:lnTo>
                  <a:lnTo>
                    <a:pt x="652780" y="745066"/>
                  </a:lnTo>
                  <a:lnTo>
                    <a:pt x="643043" y="745066"/>
                  </a:lnTo>
                  <a:lnTo>
                    <a:pt x="627804" y="746337"/>
                  </a:lnTo>
                  <a:lnTo>
                    <a:pt x="626110" y="746337"/>
                  </a:lnTo>
                  <a:lnTo>
                    <a:pt x="612140" y="745066"/>
                  </a:lnTo>
                  <a:lnTo>
                    <a:pt x="607907" y="745066"/>
                  </a:lnTo>
                  <a:lnTo>
                    <a:pt x="595630" y="739140"/>
                  </a:lnTo>
                  <a:lnTo>
                    <a:pt x="585893" y="737870"/>
                  </a:lnTo>
                  <a:lnTo>
                    <a:pt x="580390" y="742103"/>
                  </a:lnTo>
                  <a:lnTo>
                    <a:pt x="570654" y="747607"/>
                  </a:lnTo>
                  <a:lnTo>
                    <a:pt x="563457" y="749300"/>
                  </a:lnTo>
                  <a:lnTo>
                    <a:pt x="555414" y="749300"/>
                  </a:lnTo>
                  <a:lnTo>
                    <a:pt x="541443" y="750570"/>
                  </a:lnTo>
                  <a:lnTo>
                    <a:pt x="535517" y="749300"/>
                  </a:lnTo>
                  <a:lnTo>
                    <a:pt x="532977" y="747607"/>
                  </a:lnTo>
                  <a:lnTo>
                    <a:pt x="530014" y="746337"/>
                  </a:lnTo>
                  <a:lnTo>
                    <a:pt x="523240" y="743374"/>
                  </a:lnTo>
                  <a:lnTo>
                    <a:pt x="513504" y="740833"/>
                  </a:lnTo>
                  <a:lnTo>
                    <a:pt x="499533" y="736600"/>
                  </a:lnTo>
                  <a:lnTo>
                    <a:pt x="494030" y="735330"/>
                  </a:lnTo>
                  <a:lnTo>
                    <a:pt x="485564" y="731097"/>
                  </a:lnTo>
                  <a:lnTo>
                    <a:pt x="478367" y="731097"/>
                  </a:lnTo>
                  <a:lnTo>
                    <a:pt x="470323" y="732367"/>
                  </a:lnTo>
                  <a:lnTo>
                    <a:pt x="456354" y="728133"/>
                  </a:lnTo>
                  <a:lnTo>
                    <a:pt x="452120" y="725170"/>
                  </a:lnTo>
                  <a:lnTo>
                    <a:pt x="449157" y="725170"/>
                  </a:lnTo>
                  <a:lnTo>
                    <a:pt x="442383" y="722630"/>
                  </a:lnTo>
                  <a:lnTo>
                    <a:pt x="433917" y="723900"/>
                  </a:lnTo>
                  <a:lnTo>
                    <a:pt x="419947" y="723900"/>
                  </a:lnTo>
                  <a:lnTo>
                    <a:pt x="414443" y="725170"/>
                  </a:lnTo>
                  <a:lnTo>
                    <a:pt x="407247" y="728133"/>
                  </a:lnTo>
                  <a:lnTo>
                    <a:pt x="397510" y="731097"/>
                  </a:lnTo>
                  <a:lnTo>
                    <a:pt x="394547" y="731097"/>
                  </a:lnTo>
                  <a:lnTo>
                    <a:pt x="390737" y="731097"/>
                  </a:lnTo>
                  <a:lnTo>
                    <a:pt x="384810" y="729403"/>
                  </a:lnTo>
                  <a:lnTo>
                    <a:pt x="378037" y="728133"/>
                  </a:lnTo>
                  <a:lnTo>
                    <a:pt x="375497" y="726863"/>
                  </a:lnTo>
                  <a:lnTo>
                    <a:pt x="365337" y="722630"/>
                  </a:lnTo>
                  <a:lnTo>
                    <a:pt x="362797" y="715433"/>
                  </a:lnTo>
                  <a:lnTo>
                    <a:pt x="364067" y="714163"/>
                  </a:lnTo>
                  <a:lnTo>
                    <a:pt x="365337" y="707390"/>
                  </a:lnTo>
                  <a:lnTo>
                    <a:pt x="367030" y="704427"/>
                  </a:lnTo>
                  <a:lnTo>
                    <a:pt x="367030" y="703157"/>
                  </a:lnTo>
                  <a:lnTo>
                    <a:pt x="372533" y="698923"/>
                  </a:lnTo>
                  <a:lnTo>
                    <a:pt x="378037" y="697230"/>
                  </a:lnTo>
                  <a:lnTo>
                    <a:pt x="384810" y="694690"/>
                  </a:lnTo>
                  <a:lnTo>
                    <a:pt x="382270" y="681990"/>
                  </a:lnTo>
                  <a:lnTo>
                    <a:pt x="381000" y="681990"/>
                  </a:lnTo>
                  <a:lnTo>
                    <a:pt x="367030" y="677757"/>
                  </a:lnTo>
                  <a:lnTo>
                    <a:pt x="353060" y="669713"/>
                  </a:lnTo>
                  <a:lnTo>
                    <a:pt x="339090" y="661247"/>
                  </a:lnTo>
                  <a:lnTo>
                    <a:pt x="328083" y="648547"/>
                  </a:lnTo>
                  <a:lnTo>
                    <a:pt x="326390" y="648547"/>
                  </a:lnTo>
                  <a:lnTo>
                    <a:pt x="323427" y="648547"/>
                  </a:lnTo>
                  <a:lnTo>
                    <a:pt x="313690" y="634577"/>
                  </a:lnTo>
                  <a:lnTo>
                    <a:pt x="312420" y="629073"/>
                  </a:lnTo>
                  <a:lnTo>
                    <a:pt x="311150" y="627803"/>
                  </a:lnTo>
                  <a:lnTo>
                    <a:pt x="306917" y="621877"/>
                  </a:lnTo>
                  <a:lnTo>
                    <a:pt x="308187" y="618067"/>
                  </a:lnTo>
                  <a:lnTo>
                    <a:pt x="323427" y="608330"/>
                  </a:lnTo>
                  <a:lnTo>
                    <a:pt x="337397" y="612140"/>
                  </a:lnTo>
                  <a:lnTo>
                    <a:pt x="345864" y="606637"/>
                  </a:lnTo>
                  <a:lnTo>
                    <a:pt x="334857" y="596900"/>
                  </a:lnTo>
                  <a:lnTo>
                    <a:pt x="320887" y="594360"/>
                  </a:lnTo>
                  <a:lnTo>
                    <a:pt x="308187" y="582930"/>
                  </a:lnTo>
                  <a:lnTo>
                    <a:pt x="294217" y="587163"/>
                  </a:lnTo>
                  <a:lnTo>
                    <a:pt x="280247" y="598593"/>
                  </a:lnTo>
                  <a:lnTo>
                    <a:pt x="277707" y="602403"/>
                  </a:lnTo>
                  <a:lnTo>
                    <a:pt x="270510" y="616797"/>
                  </a:lnTo>
                  <a:lnTo>
                    <a:pt x="256540" y="615103"/>
                  </a:lnTo>
                  <a:lnTo>
                    <a:pt x="248497" y="601133"/>
                  </a:lnTo>
                  <a:lnTo>
                    <a:pt x="246804" y="599863"/>
                  </a:lnTo>
                  <a:lnTo>
                    <a:pt x="244264" y="594360"/>
                  </a:lnTo>
                  <a:lnTo>
                    <a:pt x="230293" y="591397"/>
                  </a:lnTo>
                  <a:lnTo>
                    <a:pt x="215054" y="590127"/>
                  </a:lnTo>
                  <a:lnTo>
                    <a:pt x="200660" y="588433"/>
                  </a:lnTo>
                  <a:lnTo>
                    <a:pt x="190923" y="578697"/>
                  </a:lnTo>
                  <a:lnTo>
                    <a:pt x="189654" y="574463"/>
                  </a:lnTo>
                  <a:lnTo>
                    <a:pt x="175683" y="570653"/>
                  </a:lnTo>
                  <a:lnTo>
                    <a:pt x="161714" y="569383"/>
                  </a:lnTo>
                  <a:lnTo>
                    <a:pt x="157480" y="562187"/>
                  </a:lnTo>
                  <a:lnTo>
                    <a:pt x="171450" y="553720"/>
                  </a:lnTo>
                  <a:lnTo>
                    <a:pt x="171450" y="539750"/>
                  </a:lnTo>
                  <a:lnTo>
                    <a:pt x="157480" y="534247"/>
                  </a:lnTo>
                  <a:lnTo>
                    <a:pt x="168910" y="519007"/>
                  </a:lnTo>
                  <a:lnTo>
                    <a:pt x="170180" y="505037"/>
                  </a:lnTo>
                  <a:lnTo>
                    <a:pt x="168910" y="502073"/>
                  </a:lnTo>
                  <a:lnTo>
                    <a:pt x="153247" y="497840"/>
                  </a:lnTo>
                  <a:lnTo>
                    <a:pt x="143510" y="495300"/>
                  </a:lnTo>
                  <a:lnTo>
                    <a:pt x="139700" y="494030"/>
                  </a:lnTo>
                  <a:lnTo>
                    <a:pt x="135467" y="492337"/>
                  </a:lnTo>
                  <a:lnTo>
                    <a:pt x="121497" y="485563"/>
                  </a:lnTo>
                  <a:lnTo>
                    <a:pt x="110067" y="481330"/>
                  </a:lnTo>
                  <a:lnTo>
                    <a:pt x="96097" y="469900"/>
                  </a:lnTo>
                  <a:lnTo>
                    <a:pt x="85090" y="461857"/>
                  </a:lnTo>
                  <a:lnTo>
                    <a:pt x="83397" y="457623"/>
                  </a:lnTo>
                  <a:lnTo>
                    <a:pt x="74083" y="452120"/>
                  </a:lnTo>
                  <a:lnTo>
                    <a:pt x="79587" y="446193"/>
                  </a:lnTo>
                  <a:lnTo>
                    <a:pt x="71120" y="432223"/>
                  </a:lnTo>
                  <a:lnTo>
                    <a:pt x="75354" y="422487"/>
                  </a:lnTo>
                  <a:lnTo>
                    <a:pt x="74083" y="407247"/>
                  </a:lnTo>
                  <a:lnTo>
                    <a:pt x="61383" y="408940"/>
                  </a:lnTo>
                  <a:lnTo>
                    <a:pt x="57150" y="403013"/>
                  </a:lnTo>
                  <a:lnTo>
                    <a:pt x="55880" y="401743"/>
                  </a:lnTo>
                  <a:lnTo>
                    <a:pt x="45720" y="387773"/>
                  </a:lnTo>
                  <a:lnTo>
                    <a:pt x="32173" y="382270"/>
                  </a:lnTo>
                  <a:lnTo>
                    <a:pt x="18204" y="373803"/>
                  </a:lnTo>
                  <a:lnTo>
                    <a:pt x="8467" y="359833"/>
                  </a:lnTo>
                  <a:lnTo>
                    <a:pt x="0" y="35009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8" name="Freeform 2307">
              <a:extLst>
                <a:ext uri="{FF2B5EF4-FFF2-40B4-BE49-F238E27FC236}">
                  <a16:creationId xmlns:a16="http://schemas.microsoft.com/office/drawing/2014/main" id="{1ED82012-5BB9-B94F-A2B4-53F2B1AEE26F}"/>
                </a:ext>
              </a:extLst>
            </p:cNvPr>
            <p:cNvSpPr/>
            <p:nvPr/>
          </p:nvSpPr>
          <p:spPr>
            <a:xfrm>
              <a:off x="8473863" y="4519929"/>
              <a:ext cx="245533" cy="496570"/>
            </a:xfrm>
            <a:custGeom>
              <a:avLst/>
              <a:gdLst>
                <a:gd name="connsiteX0" fmla="*/ 8467 w 245533"/>
                <a:gd name="connsiteY0" fmla="*/ 330624 h 496570"/>
                <a:gd name="connsiteX1" fmla="*/ 15240 w 245533"/>
                <a:gd name="connsiteY1" fmla="*/ 316654 h 496570"/>
                <a:gd name="connsiteX2" fmla="*/ 19474 w 245533"/>
                <a:gd name="connsiteY2" fmla="*/ 302683 h 496570"/>
                <a:gd name="connsiteX3" fmla="*/ 16510 w 245533"/>
                <a:gd name="connsiteY3" fmla="*/ 287443 h 496570"/>
                <a:gd name="connsiteX4" fmla="*/ 26670 w 245533"/>
                <a:gd name="connsiteY4" fmla="*/ 289983 h 496570"/>
                <a:gd name="connsiteX5" fmla="*/ 33443 w 245533"/>
                <a:gd name="connsiteY5" fmla="*/ 276014 h 496570"/>
                <a:gd name="connsiteX6" fmla="*/ 23707 w 245533"/>
                <a:gd name="connsiteY6" fmla="*/ 267547 h 496570"/>
                <a:gd name="connsiteX7" fmla="*/ 24977 w 245533"/>
                <a:gd name="connsiteY7" fmla="*/ 253577 h 496570"/>
                <a:gd name="connsiteX8" fmla="*/ 27940 w 245533"/>
                <a:gd name="connsiteY8" fmla="*/ 239607 h 496570"/>
                <a:gd name="connsiteX9" fmla="*/ 31750 w 245533"/>
                <a:gd name="connsiteY9" fmla="*/ 224367 h 496570"/>
                <a:gd name="connsiteX10" fmla="*/ 18204 w 245533"/>
                <a:gd name="connsiteY10" fmla="*/ 210397 h 496570"/>
                <a:gd name="connsiteX11" fmla="*/ 24977 w 245533"/>
                <a:gd name="connsiteY11" fmla="*/ 196427 h 496570"/>
                <a:gd name="connsiteX12" fmla="*/ 30480 w 245533"/>
                <a:gd name="connsiteY12" fmla="*/ 182457 h 496570"/>
                <a:gd name="connsiteX13" fmla="*/ 37677 w 245533"/>
                <a:gd name="connsiteY13" fmla="*/ 174414 h 496570"/>
                <a:gd name="connsiteX14" fmla="*/ 36407 w 245533"/>
                <a:gd name="connsiteY14" fmla="*/ 160443 h 496570"/>
                <a:gd name="connsiteX15" fmla="*/ 36407 w 245533"/>
                <a:gd name="connsiteY15" fmla="*/ 146474 h 496570"/>
                <a:gd name="connsiteX16" fmla="*/ 29210 w 245533"/>
                <a:gd name="connsiteY16" fmla="*/ 132504 h 496570"/>
                <a:gd name="connsiteX17" fmla="*/ 15240 w 245533"/>
                <a:gd name="connsiteY17" fmla="*/ 128270 h 496570"/>
                <a:gd name="connsiteX18" fmla="*/ 8467 w 245533"/>
                <a:gd name="connsiteY18" fmla="*/ 129540 h 496570"/>
                <a:gd name="connsiteX19" fmla="*/ 8467 w 245533"/>
                <a:gd name="connsiteY19" fmla="*/ 125307 h 496570"/>
                <a:gd name="connsiteX20" fmla="*/ 5504 w 245533"/>
                <a:gd name="connsiteY20" fmla="*/ 119804 h 496570"/>
                <a:gd name="connsiteX21" fmla="*/ 9737 w 245533"/>
                <a:gd name="connsiteY21" fmla="*/ 104564 h 496570"/>
                <a:gd name="connsiteX22" fmla="*/ 8467 w 245533"/>
                <a:gd name="connsiteY22" fmla="*/ 96097 h 496570"/>
                <a:gd name="connsiteX23" fmla="*/ 8467 w 245533"/>
                <a:gd name="connsiteY23" fmla="*/ 91864 h 496570"/>
                <a:gd name="connsiteX24" fmla="*/ 0 w 245533"/>
                <a:gd name="connsiteY24" fmla="*/ 77893 h 496570"/>
                <a:gd name="connsiteX25" fmla="*/ 2964 w 245533"/>
                <a:gd name="connsiteY25" fmla="*/ 63924 h 496570"/>
                <a:gd name="connsiteX26" fmla="*/ 12700 w 245533"/>
                <a:gd name="connsiteY26" fmla="*/ 49954 h 496570"/>
                <a:gd name="connsiteX27" fmla="*/ 11007 w 245533"/>
                <a:gd name="connsiteY27" fmla="*/ 48683 h 496570"/>
                <a:gd name="connsiteX28" fmla="*/ 11007 w 245533"/>
                <a:gd name="connsiteY28" fmla="*/ 47414 h 496570"/>
                <a:gd name="connsiteX29" fmla="*/ 12700 w 245533"/>
                <a:gd name="connsiteY29" fmla="*/ 44450 h 496570"/>
                <a:gd name="connsiteX30" fmla="*/ 24977 w 245533"/>
                <a:gd name="connsiteY30" fmla="*/ 30480 h 496570"/>
                <a:gd name="connsiteX31" fmla="*/ 34714 w 245533"/>
                <a:gd name="connsiteY31" fmla="*/ 16510 h 496570"/>
                <a:gd name="connsiteX32" fmla="*/ 40217 w 245533"/>
                <a:gd name="connsiteY32" fmla="*/ 2540 h 496570"/>
                <a:gd name="connsiteX33" fmla="*/ 43180 w 245533"/>
                <a:gd name="connsiteY33" fmla="*/ 0 h 496570"/>
                <a:gd name="connsiteX34" fmla="*/ 58420 w 245533"/>
                <a:gd name="connsiteY34" fmla="*/ 6774 h 496570"/>
                <a:gd name="connsiteX35" fmla="*/ 55880 w 245533"/>
                <a:gd name="connsiteY35" fmla="*/ 12277 h 496570"/>
                <a:gd name="connsiteX36" fmla="*/ 65617 w 245533"/>
                <a:gd name="connsiteY36" fmla="*/ 26247 h 496570"/>
                <a:gd name="connsiteX37" fmla="*/ 74083 w 245533"/>
                <a:gd name="connsiteY37" fmla="*/ 23707 h 496570"/>
                <a:gd name="connsiteX38" fmla="*/ 89324 w 245533"/>
                <a:gd name="connsiteY38" fmla="*/ 19474 h 496570"/>
                <a:gd name="connsiteX39" fmla="*/ 100330 w 245533"/>
                <a:gd name="connsiteY39" fmla="*/ 13970 h 496570"/>
                <a:gd name="connsiteX40" fmla="*/ 114300 w 245533"/>
                <a:gd name="connsiteY40" fmla="*/ 26247 h 496570"/>
                <a:gd name="connsiteX41" fmla="*/ 118533 w 245533"/>
                <a:gd name="connsiteY41" fmla="*/ 37677 h 496570"/>
                <a:gd name="connsiteX42" fmla="*/ 124037 w 245533"/>
                <a:gd name="connsiteY42" fmla="*/ 51647 h 496570"/>
                <a:gd name="connsiteX43" fmla="*/ 138007 w 245533"/>
                <a:gd name="connsiteY43" fmla="*/ 52917 h 496570"/>
                <a:gd name="connsiteX44" fmla="*/ 142240 w 245533"/>
                <a:gd name="connsiteY44" fmla="*/ 54187 h 496570"/>
                <a:gd name="connsiteX45" fmla="*/ 156210 w 245533"/>
                <a:gd name="connsiteY45" fmla="*/ 62654 h 496570"/>
                <a:gd name="connsiteX46" fmla="*/ 156210 w 245533"/>
                <a:gd name="connsiteY46" fmla="*/ 63924 h 496570"/>
                <a:gd name="connsiteX47" fmla="*/ 165947 w 245533"/>
                <a:gd name="connsiteY47" fmla="*/ 77893 h 496570"/>
                <a:gd name="connsiteX48" fmla="*/ 167217 w 245533"/>
                <a:gd name="connsiteY48" fmla="*/ 80857 h 496570"/>
                <a:gd name="connsiteX49" fmla="*/ 168910 w 245533"/>
                <a:gd name="connsiteY49" fmla="*/ 87630 h 496570"/>
                <a:gd name="connsiteX50" fmla="*/ 173143 w 245533"/>
                <a:gd name="connsiteY50" fmla="*/ 97367 h 496570"/>
                <a:gd name="connsiteX51" fmla="*/ 177377 w 245533"/>
                <a:gd name="connsiteY51" fmla="*/ 111337 h 496570"/>
                <a:gd name="connsiteX52" fmla="*/ 170180 w 245533"/>
                <a:gd name="connsiteY52" fmla="*/ 125307 h 496570"/>
                <a:gd name="connsiteX53" fmla="*/ 170180 w 245533"/>
                <a:gd name="connsiteY53" fmla="*/ 139277 h 496570"/>
                <a:gd name="connsiteX54" fmla="*/ 164677 w 245533"/>
                <a:gd name="connsiteY54" fmla="*/ 146474 h 496570"/>
                <a:gd name="connsiteX55" fmla="*/ 165947 w 245533"/>
                <a:gd name="connsiteY55" fmla="*/ 160443 h 496570"/>
                <a:gd name="connsiteX56" fmla="*/ 170180 w 245533"/>
                <a:gd name="connsiteY56" fmla="*/ 174414 h 496570"/>
                <a:gd name="connsiteX57" fmla="*/ 159174 w 245533"/>
                <a:gd name="connsiteY57" fmla="*/ 178647 h 496570"/>
                <a:gd name="connsiteX58" fmla="*/ 163407 w 245533"/>
                <a:gd name="connsiteY58" fmla="*/ 189654 h 496570"/>
                <a:gd name="connsiteX59" fmla="*/ 164677 w 245533"/>
                <a:gd name="connsiteY59" fmla="*/ 190924 h 496570"/>
                <a:gd name="connsiteX60" fmla="*/ 173143 w 245533"/>
                <a:gd name="connsiteY60" fmla="*/ 204893 h 496570"/>
                <a:gd name="connsiteX61" fmla="*/ 173143 w 245533"/>
                <a:gd name="connsiteY61" fmla="*/ 206164 h 496570"/>
                <a:gd name="connsiteX62" fmla="*/ 165947 w 245533"/>
                <a:gd name="connsiteY62" fmla="*/ 220133 h 496570"/>
                <a:gd name="connsiteX63" fmla="*/ 167217 w 245533"/>
                <a:gd name="connsiteY63" fmla="*/ 227330 h 496570"/>
                <a:gd name="connsiteX64" fmla="*/ 174414 w 245533"/>
                <a:gd name="connsiteY64" fmla="*/ 241300 h 496570"/>
                <a:gd name="connsiteX65" fmla="*/ 181187 w 245533"/>
                <a:gd name="connsiteY65" fmla="*/ 255270 h 496570"/>
                <a:gd name="connsiteX66" fmla="*/ 182880 w 245533"/>
                <a:gd name="connsiteY66" fmla="*/ 256540 h 496570"/>
                <a:gd name="connsiteX67" fmla="*/ 185420 w 245533"/>
                <a:gd name="connsiteY67" fmla="*/ 256540 h 496570"/>
                <a:gd name="connsiteX68" fmla="*/ 190924 w 245533"/>
                <a:gd name="connsiteY68" fmla="*/ 256540 h 496570"/>
                <a:gd name="connsiteX69" fmla="*/ 190924 w 245533"/>
                <a:gd name="connsiteY69" fmla="*/ 257810 h 496570"/>
                <a:gd name="connsiteX70" fmla="*/ 195580 w 245533"/>
                <a:gd name="connsiteY70" fmla="*/ 271780 h 496570"/>
                <a:gd name="connsiteX71" fmla="*/ 201083 w 245533"/>
                <a:gd name="connsiteY71" fmla="*/ 285750 h 496570"/>
                <a:gd name="connsiteX72" fmla="*/ 212090 w 245533"/>
                <a:gd name="connsiteY72" fmla="*/ 285750 h 496570"/>
                <a:gd name="connsiteX73" fmla="*/ 220557 w 245533"/>
                <a:gd name="connsiteY73" fmla="*/ 283210 h 496570"/>
                <a:gd name="connsiteX74" fmla="*/ 234527 w 245533"/>
                <a:gd name="connsiteY74" fmla="*/ 288714 h 496570"/>
                <a:gd name="connsiteX75" fmla="*/ 234527 w 245533"/>
                <a:gd name="connsiteY75" fmla="*/ 295487 h 496570"/>
                <a:gd name="connsiteX76" fmla="*/ 235797 w 245533"/>
                <a:gd name="connsiteY76" fmla="*/ 303954 h 496570"/>
                <a:gd name="connsiteX77" fmla="*/ 234527 w 245533"/>
                <a:gd name="connsiteY77" fmla="*/ 306917 h 496570"/>
                <a:gd name="connsiteX78" fmla="*/ 242570 w 245533"/>
                <a:gd name="connsiteY78" fmla="*/ 320887 h 496570"/>
                <a:gd name="connsiteX79" fmla="*/ 244264 w 245533"/>
                <a:gd name="connsiteY79" fmla="*/ 322157 h 496570"/>
                <a:gd name="connsiteX80" fmla="*/ 244264 w 245533"/>
                <a:gd name="connsiteY80" fmla="*/ 323427 h 496570"/>
                <a:gd name="connsiteX81" fmla="*/ 245533 w 245533"/>
                <a:gd name="connsiteY81" fmla="*/ 337397 h 496570"/>
                <a:gd name="connsiteX82" fmla="*/ 240030 w 245533"/>
                <a:gd name="connsiteY82" fmla="*/ 347133 h 496570"/>
                <a:gd name="connsiteX83" fmla="*/ 226060 w 245533"/>
                <a:gd name="connsiteY83" fmla="*/ 358564 h 496570"/>
                <a:gd name="connsiteX84" fmla="*/ 212090 w 245533"/>
                <a:gd name="connsiteY84" fmla="*/ 365337 h 496570"/>
                <a:gd name="connsiteX85" fmla="*/ 212090 w 245533"/>
                <a:gd name="connsiteY85" fmla="*/ 366607 h 496570"/>
                <a:gd name="connsiteX86" fmla="*/ 209127 w 245533"/>
                <a:gd name="connsiteY86" fmla="*/ 380577 h 496570"/>
                <a:gd name="connsiteX87" fmla="*/ 202354 w 245533"/>
                <a:gd name="connsiteY87" fmla="*/ 394547 h 496570"/>
                <a:gd name="connsiteX88" fmla="*/ 198120 w 245533"/>
                <a:gd name="connsiteY88" fmla="*/ 408517 h 496570"/>
                <a:gd name="connsiteX89" fmla="*/ 190924 w 245533"/>
                <a:gd name="connsiteY89" fmla="*/ 422487 h 496570"/>
                <a:gd name="connsiteX90" fmla="*/ 187114 w 245533"/>
                <a:gd name="connsiteY90" fmla="*/ 425450 h 496570"/>
                <a:gd name="connsiteX91" fmla="*/ 184150 w 245533"/>
                <a:gd name="connsiteY91" fmla="*/ 426720 h 496570"/>
                <a:gd name="connsiteX92" fmla="*/ 170180 w 245533"/>
                <a:gd name="connsiteY92" fmla="*/ 425450 h 496570"/>
                <a:gd name="connsiteX93" fmla="*/ 160443 w 245533"/>
                <a:gd name="connsiteY93" fmla="*/ 438150 h 496570"/>
                <a:gd name="connsiteX94" fmla="*/ 150707 w 245533"/>
                <a:gd name="connsiteY94" fmla="*/ 439420 h 496570"/>
                <a:gd name="connsiteX95" fmla="*/ 157480 w 245533"/>
                <a:gd name="connsiteY95" fmla="*/ 454660 h 496570"/>
                <a:gd name="connsiteX96" fmla="*/ 159174 w 245533"/>
                <a:gd name="connsiteY96" fmla="*/ 455930 h 496570"/>
                <a:gd name="connsiteX97" fmla="*/ 164677 w 245533"/>
                <a:gd name="connsiteY97" fmla="*/ 469900 h 496570"/>
                <a:gd name="connsiteX98" fmla="*/ 150707 w 245533"/>
                <a:gd name="connsiteY98" fmla="*/ 468630 h 496570"/>
                <a:gd name="connsiteX99" fmla="*/ 153670 w 245533"/>
                <a:gd name="connsiteY99" fmla="*/ 481330 h 496570"/>
                <a:gd name="connsiteX100" fmla="*/ 139277 w 245533"/>
                <a:gd name="connsiteY100" fmla="*/ 496570 h 496570"/>
                <a:gd name="connsiteX101" fmla="*/ 125730 w 245533"/>
                <a:gd name="connsiteY101" fmla="*/ 493607 h 496570"/>
                <a:gd name="connsiteX102" fmla="*/ 113030 w 245533"/>
                <a:gd name="connsiteY102" fmla="*/ 491067 h 496570"/>
                <a:gd name="connsiteX103" fmla="*/ 110067 w 245533"/>
                <a:gd name="connsiteY103" fmla="*/ 489374 h 496570"/>
                <a:gd name="connsiteX104" fmla="*/ 108797 w 245533"/>
                <a:gd name="connsiteY104" fmla="*/ 489374 h 496570"/>
                <a:gd name="connsiteX105" fmla="*/ 108797 w 245533"/>
                <a:gd name="connsiteY105" fmla="*/ 475404 h 496570"/>
                <a:gd name="connsiteX106" fmla="*/ 108797 w 245533"/>
                <a:gd name="connsiteY106" fmla="*/ 474133 h 496570"/>
                <a:gd name="connsiteX107" fmla="*/ 108797 w 245533"/>
                <a:gd name="connsiteY107" fmla="*/ 472864 h 496570"/>
                <a:gd name="connsiteX108" fmla="*/ 108797 w 245533"/>
                <a:gd name="connsiteY108" fmla="*/ 469900 h 496570"/>
                <a:gd name="connsiteX109" fmla="*/ 107527 w 245533"/>
                <a:gd name="connsiteY109" fmla="*/ 458893 h 496570"/>
                <a:gd name="connsiteX110" fmla="*/ 97790 w 245533"/>
                <a:gd name="connsiteY110" fmla="*/ 444924 h 496570"/>
                <a:gd name="connsiteX111" fmla="*/ 92287 w 245533"/>
                <a:gd name="connsiteY111" fmla="*/ 438150 h 496570"/>
                <a:gd name="connsiteX112" fmla="*/ 85090 w 245533"/>
                <a:gd name="connsiteY112" fmla="*/ 427990 h 496570"/>
                <a:gd name="connsiteX113" fmla="*/ 71120 w 245533"/>
                <a:gd name="connsiteY113" fmla="*/ 419947 h 496570"/>
                <a:gd name="connsiteX114" fmla="*/ 57150 w 245533"/>
                <a:gd name="connsiteY114" fmla="*/ 414020 h 496570"/>
                <a:gd name="connsiteX115" fmla="*/ 43180 w 245533"/>
                <a:gd name="connsiteY115" fmla="*/ 407247 h 496570"/>
                <a:gd name="connsiteX116" fmla="*/ 27940 w 245533"/>
                <a:gd name="connsiteY116" fmla="*/ 397510 h 496570"/>
                <a:gd name="connsiteX117" fmla="*/ 18204 w 245533"/>
                <a:gd name="connsiteY117" fmla="*/ 382270 h 496570"/>
                <a:gd name="connsiteX118" fmla="*/ 8467 w 245533"/>
                <a:gd name="connsiteY118" fmla="*/ 367877 h 496570"/>
                <a:gd name="connsiteX119" fmla="*/ 22437 w 245533"/>
                <a:gd name="connsiteY119" fmla="*/ 373804 h 496570"/>
                <a:gd name="connsiteX120" fmla="*/ 27940 w 245533"/>
                <a:gd name="connsiteY120" fmla="*/ 383540 h 496570"/>
                <a:gd name="connsiteX121" fmla="*/ 30480 w 245533"/>
                <a:gd name="connsiteY121" fmla="*/ 382270 h 496570"/>
                <a:gd name="connsiteX122" fmla="*/ 33443 w 245533"/>
                <a:gd name="connsiteY122" fmla="*/ 367877 h 496570"/>
                <a:gd name="connsiteX123" fmla="*/ 22437 w 245533"/>
                <a:gd name="connsiteY123" fmla="*/ 354330 h 496570"/>
                <a:gd name="connsiteX124" fmla="*/ 29210 w 245533"/>
                <a:gd name="connsiteY124" fmla="*/ 351367 h 496570"/>
                <a:gd name="connsiteX125" fmla="*/ 15240 w 245533"/>
                <a:gd name="connsiteY125" fmla="*/ 340360 h 496570"/>
                <a:gd name="connsiteX126" fmla="*/ 8467 w 245533"/>
                <a:gd name="connsiteY126" fmla="*/ 330624 h 496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245533" h="496570">
                  <a:moveTo>
                    <a:pt x="8467" y="330624"/>
                  </a:moveTo>
                  <a:lnTo>
                    <a:pt x="15240" y="316654"/>
                  </a:lnTo>
                  <a:lnTo>
                    <a:pt x="19474" y="302683"/>
                  </a:lnTo>
                  <a:lnTo>
                    <a:pt x="16510" y="287443"/>
                  </a:lnTo>
                  <a:lnTo>
                    <a:pt x="26670" y="289983"/>
                  </a:lnTo>
                  <a:lnTo>
                    <a:pt x="33443" y="276014"/>
                  </a:lnTo>
                  <a:lnTo>
                    <a:pt x="23707" y="267547"/>
                  </a:lnTo>
                  <a:lnTo>
                    <a:pt x="24977" y="253577"/>
                  </a:lnTo>
                  <a:lnTo>
                    <a:pt x="27940" y="239607"/>
                  </a:lnTo>
                  <a:lnTo>
                    <a:pt x="31750" y="224367"/>
                  </a:lnTo>
                  <a:lnTo>
                    <a:pt x="18204" y="210397"/>
                  </a:lnTo>
                  <a:lnTo>
                    <a:pt x="24977" y="196427"/>
                  </a:lnTo>
                  <a:lnTo>
                    <a:pt x="30480" y="182457"/>
                  </a:lnTo>
                  <a:lnTo>
                    <a:pt x="37677" y="174414"/>
                  </a:lnTo>
                  <a:lnTo>
                    <a:pt x="36407" y="160443"/>
                  </a:lnTo>
                  <a:lnTo>
                    <a:pt x="36407" y="146474"/>
                  </a:lnTo>
                  <a:lnTo>
                    <a:pt x="29210" y="132504"/>
                  </a:lnTo>
                  <a:lnTo>
                    <a:pt x="15240" y="128270"/>
                  </a:lnTo>
                  <a:lnTo>
                    <a:pt x="8467" y="129540"/>
                  </a:lnTo>
                  <a:lnTo>
                    <a:pt x="8467" y="125307"/>
                  </a:lnTo>
                  <a:lnTo>
                    <a:pt x="5504" y="119804"/>
                  </a:lnTo>
                  <a:lnTo>
                    <a:pt x="9737" y="104564"/>
                  </a:lnTo>
                  <a:lnTo>
                    <a:pt x="8467" y="96097"/>
                  </a:lnTo>
                  <a:lnTo>
                    <a:pt x="8467" y="91864"/>
                  </a:lnTo>
                  <a:lnTo>
                    <a:pt x="0" y="77893"/>
                  </a:lnTo>
                  <a:lnTo>
                    <a:pt x="2964" y="63924"/>
                  </a:lnTo>
                  <a:lnTo>
                    <a:pt x="12700" y="49954"/>
                  </a:lnTo>
                  <a:lnTo>
                    <a:pt x="11007" y="48683"/>
                  </a:lnTo>
                  <a:lnTo>
                    <a:pt x="11007" y="47414"/>
                  </a:lnTo>
                  <a:lnTo>
                    <a:pt x="12700" y="44450"/>
                  </a:lnTo>
                  <a:lnTo>
                    <a:pt x="24977" y="30480"/>
                  </a:lnTo>
                  <a:lnTo>
                    <a:pt x="34714" y="16510"/>
                  </a:lnTo>
                  <a:lnTo>
                    <a:pt x="40217" y="2540"/>
                  </a:lnTo>
                  <a:lnTo>
                    <a:pt x="43180" y="0"/>
                  </a:lnTo>
                  <a:lnTo>
                    <a:pt x="58420" y="6774"/>
                  </a:lnTo>
                  <a:lnTo>
                    <a:pt x="55880" y="12277"/>
                  </a:lnTo>
                  <a:lnTo>
                    <a:pt x="65617" y="26247"/>
                  </a:lnTo>
                  <a:lnTo>
                    <a:pt x="74083" y="23707"/>
                  </a:lnTo>
                  <a:lnTo>
                    <a:pt x="89324" y="19474"/>
                  </a:lnTo>
                  <a:lnTo>
                    <a:pt x="100330" y="13970"/>
                  </a:lnTo>
                  <a:lnTo>
                    <a:pt x="114300" y="26247"/>
                  </a:lnTo>
                  <a:lnTo>
                    <a:pt x="118533" y="37677"/>
                  </a:lnTo>
                  <a:lnTo>
                    <a:pt x="124037" y="51647"/>
                  </a:lnTo>
                  <a:lnTo>
                    <a:pt x="138007" y="52917"/>
                  </a:lnTo>
                  <a:lnTo>
                    <a:pt x="142240" y="54187"/>
                  </a:lnTo>
                  <a:lnTo>
                    <a:pt x="156210" y="62654"/>
                  </a:lnTo>
                  <a:lnTo>
                    <a:pt x="156210" y="63924"/>
                  </a:lnTo>
                  <a:lnTo>
                    <a:pt x="165947" y="77893"/>
                  </a:lnTo>
                  <a:lnTo>
                    <a:pt x="167217" y="80857"/>
                  </a:lnTo>
                  <a:lnTo>
                    <a:pt x="168910" y="87630"/>
                  </a:lnTo>
                  <a:lnTo>
                    <a:pt x="173143" y="97367"/>
                  </a:lnTo>
                  <a:lnTo>
                    <a:pt x="177377" y="111337"/>
                  </a:lnTo>
                  <a:lnTo>
                    <a:pt x="170180" y="125307"/>
                  </a:lnTo>
                  <a:lnTo>
                    <a:pt x="170180" y="139277"/>
                  </a:lnTo>
                  <a:lnTo>
                    <a:pt x="164677" y="146474"/>
                  </a:lnTo>
                  <a:lnTo>
                    <a:pt x="165947" y="160443"/>
                  </a:lnTo>
                  <a:lnTo>
                    <a:pt x="170180" y="174414"/>
                  </a:lnTo>
                  <a:lnTo>
                    <a:pt x="159174" y="178647"/>
                  </a:lnTo>
                  <a:lnTo>
                    <a:pt x="163407" y="189654"/>
                  </a:lnTo>
                  <a:lnTo>
                    <a:pt x="164677" y="190924"/>
                  </a:lnTo>
                  <a:lnTo>
                    <a:pt x="173143" y="204893"/>
                  </a:lnTo>
                  <a:lnTo>
                    <a:pt x="173143" y="206164"/>
                  </a:lnTo>
                  <a:lnTo>
                    <a:pt x="165947" y="220133"/>
                  </a:lnTo>
                  <a:lnTo>
                    <a:pt x="167217" y="227330"/>
                  </a:lnTo>
                  <a:lnTo>
                    <a:pt x="174414" y="241300"/>
                  </a:lnTo>
                  <a:lnTo>
                    <a:pt x="181187" y="255270"/>
                  </a:lnTo>
                  <a:lnTo>
                    <a:pt x="182880" y="256540"/>
                  </a:lnTo>
                  <a:lnTo>
                    <a:pt x="185420" y="256540"/>
                  </a:lnTo>
                  <a:lnTo>
                    <a:pt x="190924" y="256540"/>
                  </a:lnTo>
                  <a:lnTo>
                    <a:pt x="190924" y="257810"/>
                  </a:lnTo>
                  <a:lnTo>
                    <a:pt x="195580" y="271780"/>
                  </a:lnTo>
                  <a:lnTo>
                    <a:pt x="201083" y="285750"/>
                  </a:lnTo>
                  <a:lnTo>
                    <a:pt x="212090" y="285750"/>
                  </a:lnTo>
                  <a:lnTo>
                    <a:pt x="220557" y="283210"/>
                  </a:lnTo>
                  <a:lnTo>
                    <a:pt x="234527" y="288714"/>
                  </a:lnTo>
                  <a:lnTo>
                    <a:pt x="234527" y="295487"/>
                  </a:lnTo>
                  <a:lnTo>
                    <a:pt x="235797" y="303954"/>
                  </a:lnTo>
                  <a:lnTo>
                    <a:pt x="234527" y="306917"/>
                  </a:lnTo>
                  <a:lnTo>
                    <a:pt x="242570" y="320887"/>
                  </a:lnTo>
                  <a:lnTo>
                    <a:pt x="244264" y="322157"/>
                  </a:lnTo>
                  <a:lnTo>
                    <a:pt x="244264" y="323427"/>
                  </a:lnTo>
                  <a:lnTo>
                    <a:pt x="245533" y="337397"/>
                  </a:lnTo>
                  <a:lnTo>
                    <a:pt x="240030" y="347133"/>
                  </a:lnTo>
                  <a:lnTo>
                    <a:pt x="226060" y="358564"/>
                  </a:lnTo>
                  <a:lnTo>
                    <a:pt x="212090" y="365337"/>
                  </a:lnTo>
                  <a:lnTo>
                    <a:pt x="212090" y="366607"/>
                  </a:lnTo>
                  <a:lnTo>
                    <a:pt x="209127" y="380577"/>
                  </a:lnTo>
                  <a:lnTo>
                    <a:pt x="202354" y="394547"/>
                  </a:lnTo>
                  <a:lnTo>
                    <a:pt x="198120" y="408517"/>
                  </a:lnTo>
                  <a:lnTo>
                    <a:pt x="190924" y="422487"/>
                  </a:lnTo>
                  <a:lnTo>
                    <a:pt x="187114" y="425450"/>
                  </a:lnTo>
                  <a:lnTo>
                    <a:pt x="184150" y="426720"/>
                  </a:lnTo>
                  <a:lnTo>
                    <a:pt x="170180" y="425450"/>
                  </a:lnTo>
                  <a:lnTo>
                    <a:pt x="160443" y="438150"/>
                  </a:lnTo>
                  <a:lnTo>
                    <a:pt x="150707" y="439420"/>
                  </a:lnTo>
                  <a:lnTo>
                    <a:pt x="157480" y="454660"/>
                  </a:lnTo>
                  <a:lnTo>
                    <a:pt x="159174" y="455930"/>
                  </a:lnTo>
                  <a:lnTo>
                    <a:pt x="164677" y="469900"/>
                  </a:lnTo>
                  <a:lnTo>
                    <a:pt x="150707" y="468630"/>
                  </a:lnTo>
                  <a:lnTo>
                    <a:pt x="153670" y="481330"/>
                  </a:lnTo>
                  <a:lnTo>
                    <a:pt x="139277" y="496570"/>
                  </a:lnTo>
                  <a:lnTo>
                    <a:pt x="125730" y="493607"/>
                  </a:lnTo>
                  <a:lnTo>
                    <a:pt x="113030" y="491067"/>
                  </a:lnTo>
                  <a:lnTo>
                    <a:pt x="110067" y="489374"/>
                  </a:lnTo>
                  <a:lnTo>
                    <a:pt x="108797" y="489374"/>
                  </a:lnTo>
                  <a:lnTo>
                    <a:pt x="108797" y="475404"/>
                  </a:lnTo>
                  <a:lnTo>
                    <a:pt x="108797" y="474133"/>
                  </a:lnTo>
                  <a:lnTo>
                    <a:pt x="108797" y="472864"/>
                  </a:lnTo>
                  <a:lnTo>
                    <a:pt x="108797" y="469900"/>
                  </a:lnTo>
                  <a:lnTo>
                    <a:pt x="107527" y="458893"/>
                  </a:lnTo>
                  <a:lnTo>
                    <a:pt x="97790" y="444924"/>
                  </a:lnTo>
                  <a:lnTo>
                    <a:pt x="92287" y="438150"/>
                  </a:lnTo>
                  <a:lnTo>
                    <a:pt x="85090" y="427990"/>
                  </a:lnTo>
                  <a:lnTo>
                    <a:pt x="71120" y="419947"/>
                  </a:lnTo>
                  <a:lnTo>
                    <a:pt x="57150" y="414020"/>
                  </a:lnTo>
                  <a:lnTo>
                    <a:pt x="43180" y="407247"/>
                  </a:lnTo>
                  <a:lnTo>
                    <a:pt x="27940" y="397510"/>
                  </a:lnTo>
                  <a:lnTo>
                    <a:pt x="18204" y="382270"/>
                  </a:lnTo>
                  <a:lnTo>
                    <a:pt x="8467" y="367877"/>
                  </a:lnTo>
                  <a:lnTo>
                    <a:pt x="22437" y="373804"/>
                  </a:lnTo>
                  <a:lnTo>
                    <a:pt x="27940" y="383540"/>
                  </a:lnTo>
                  <a:lnTo>
                    <a:pt x="30480" y="382270"/>
                  </a:lnTo>
                  <a:lnTo>
                    <a:pt x="33443" y="367877"/>
                  </a:lnTo>
                  <a:lnTo>
                    <a:pt x="22437" y="354330"/>
                  </a:lnTo>
                  <a:lnTo>
                    <a:pt x="29210" y="351367"/>
                  </a:lnTo>
                  <a:lnTo>
                    <a:pt x="15240" y="340360"/>
                  </a:lnTo>
                  <a:lnTo>
                    <a:pt x="8467" y="330624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9" name="Freeform 2308">
              <a:extLst>
                <a:ext uri="{FF2B5EF4-FFF2-40B4-BE49-F238E27FC236}">
                  <a16:creationId xmlns:a16="http://schemas.microsoft.com/office/drawing/2014/main" id="{81EE9826-00C8-A843-BA76-ED10786B356B}"/>
                </a:ext>
              </a:extLst>
            </p:cNvPr>
            <p:cNvSpPr/>
            <p:nvPr/>
          </p:nvSpPr>
          <p:spPr>
            <a:xfrm>
              <a:off x="8871373" y="4256193"/>
              <a:ext cx="832696" cy="493606"/>
            </a:xfrm>
            <a:custGeom>
              <a:avLst/>
              <a:gdLst>
                <a:gd name="connsiteX0" fmla="*/ 0 w 832696"/>
                <a:gd name="connsiteY0" fmla="*/ 74083 h 493606"/>
                <a:gd name="connsiteX1" fmla="*/ 0 w 832696"/>
                <a:gd name="connsiteY1" fmla="*/ 61383 h 493606"/>
                <a:gd name="connsiteX2" fmla="*/ 2964 w 832696"/>
                <a:gd name="connsiteY2" fmla="*/ 46143 h 493606"/>
                <a:gd name="connsiteX3" fmla="*/ 16933 w 832696"/>
                <a:gd name="connsiteY3" fmla="*/ 33443 h 493606"/>
                <a:gd name="connsiteX4" fmla="*/ 18204 w 832696"/>
                <a:gd name="connsiteY4" fmla="*/ 29210 h 493606"/>
                <a:gd name="connsiteX5" fmla="*/ 27940 w 832696"/>
                <a:gd name="connsiteY5" fmla="*/ 15240 h 493606"/>
                <a:gd name="connsiteX6" fmla="*/ 33443 w 832696"/>
                <a:gd name="connsiteY6" fmla="*/ 1270 h 493606"/>
                <a:gd name="connsiteX7" fmla="*/ 36407 w 832696"/>
                <a:gd name="connsiteY7" fmla="*/ 0 h 493606"/>
                <a:gd name="connsiteX8" fmla="*/ 50377 w 832696"/>
                <a:gd name="connsiteY8" fmla="*/ 8467 h 493606"/>
                <a:gd name="connsiteX9" fmla="*/ 64347 w 832696"/>
                <a:gd name="connsiteY9" fmla="*/ 16510 h 493606"/>
                <a:gd name="connsiteX10" fmla="*/ 78317 w 832696"/>
                <a:gd name="connsiteY10" fmla="*/ 20743 h 493606"/>
                <a:gd name="connsiteX11" fmla="*/ 79587 w 832696"/>
                <a:gd name="connsiteY11" fmla="*/ 20743 h 493606"/>
                <a:gd name="connsiteX12" fmla="*/ 82127 w 832696"/>
                <a:gd name="connsiteY12" fmla="*/ 33443 h 493606"/>
                <a:gd name="connsiteX13" fmla="*/ 75354 w 832696"/>
                <a:gd name="connsiteY13" fmla="*/ 35983 h 493606"/>
                <a:gd name="connsiteX14" fmla="*/ 69850 w 832696"/>
                <a:gd name="connsiteY14" fmla="*/ 37677 h 493606"/>
                <a:gd name="connsiteX15" fmla="*/ 64347 w 832696"/>
                <a:gd name="connsiteY15" fmla="*/ 41910 h 493606"/>
                <a:gd name="connsiteX16" fmla="*/ 64347 w 832696"/>
                <a:gd name="connsiteY16" fmla="*/ 43180 h 493606"/>
                <a:gd name="connsiteX17" fmla="*/ 62654 w 832696"/>
                <a:gd name="connsiteY17" fmla="*/ 46143 h 493606"/>
                <a:gd name="connsiteX18" fmla="*/ 61383 w 832696"/>
                <a:gd name="connsiteY18" fmla="*/ 52917 h 493606"/>
                <a:gd name="connsiteX19" fmla="*/ 60114 w 832696"/>
                <a:gd name="connsiteY19" fmla="*/ 54187 h 493606"/>
                <a:gd name="connsiteX20" fmla="*/ 62654 w 832696"/>
                <a:gd name="connsiteY20" fmla="*/ 61383 h 493606"/>
                <a:gd name="connsiteX21" fmla="*/ 72814 w 832696"/>
                <a:gd name="connsiteY21" fmla="*/ 65617 h 493606"/>
                <a:gd name="connsiteX22" fmla="*/ 75354 w 832696"/>
                <a:gd name="connsiteY22" fmla="*/ 66887 h 493606"/>
                <a:gd name="connsiteX23" fmla="*/ 82127 w 832696"/>
                <a:gd name="connsiteY23" fmla="*/ 68157 h 493606"/>
                <a:gd name="connsiteX24" fmla="*/ 88054 w 832696"/>
                <a:gd name="connsiteY24" fmla="*/ 69850 h 493606"/>
                <a:gd name="connsiteX25" fmla="*/ 91864 w 832696"/>
                <a:gd name="connsiteY25" fmla="*/ 69850 h 493606"/>
                <a:gd name="connsiteX26" fmla="*/ 94827 w 832696"/>
                <a:gd name="connsiteY26" fmla="*/ 69850 h 493606"/>
                <a:gd name="connsiteX27" fmla="*/ 104564 w 832696"/>
                <a:gd name="connsiteY27" fmla="*/ 66887 h 493606"/>
                <a:gd name="connsiteX28" fmla="*/ 111760 w 832696"/>
                <a:gd name="connsiteY28" fmla="*/ 63923 h 493606"/>
                <a:gd name="connsiteX29" fmla="*/ 117264 w 832696"/>
                <a:gd name="connsiteY29" fmla="*/ 62653 h 493606"/>
                <a:gd name="connsiteX30" fmla="*/ 131233 w 832696"/>
                <a:gd name="connsiteY30" fmla="*/ 62653 h 493606"/>
                <a:gd name="connsiteX31" fmla="*/ 139700 w 832696"/>
                <a:gd name="connsiteY31" fmla="*/ 61383 h 493606"/>
                <a:gd name="connsiteX32" fmla="*/ 146473 w 832696"/>
                <a:gd name="connsiteY32" fmla="*/ 63923 h 493606"/>
                <a:gd name="connsiteX33" fmla="*/ 149437 w 832696"/>
                <a:gd name="connsiteY33" fmla="*/ 63923 h 493606"/>
                <a:gd name="connsiteX34" fmla="*/ 153670 w 832696"/>
                <a:gd name="connsiteY34" fmla="*/ 66887 h 493606"/>
                <a:gd name="connsiteX35" fmla="*/ 167640 w 832696"/>
                <a:gd name="connsiteY35" fmla="*/ 71120 h 493606"/>
                <a:gd name="connsiteX36" fmla="*/ 175683 w 832696"/>
                <a:gd name="connsiteY36" fmla="*/ 69850 h 493606"/>
                <a:gd name="connsiteX37" fmla="*/ 182880 w 832696"/>
                <a:gd name="connsiteY37" fmla="*/ 69850 h 493606"/>
                <a:gd name="connsiteX38" fmla="*/ 191347 w 832696"/>
                <a:gd name="connsiteY38" fmla="*/ 74083 h 493606"/>
                <a:gd name="connsiteX39" fmla="*/ 196850 w 832696"/>
                <a:gd name="connsiteY39" fmla="*/ 75353 h 493606"/>
                <a:gd name="connsiteX40" fmla="*/ 210820 w 832696"/>
                <a:gd name="connsiteY40" fmla="*/ 79586 h 493606"/>
                <a:gd name="connsiteX41" fmla="*/ 220557 w 832696"/>
                <a:gd name="connsiteY41" fmla="*/ 82127 h 493606"/>
                <a:gd name="connsiteX42" fmla="*/ 227330 w 832696"/>
                <a:gd name="connsiteY42" fmla="*/ 85090 h 493606"/>
                <a:gd name="connsiteX43" fmla="*/ 230293 w 832696"/>
                <a:gd name="connsiteY43" fmla="*/ 86360 h 493606"/>
                <a:gd name="connsiteX44" fmla="*/ 232833 w 832696"/>
                <a:gd name="connsiteY44" fmla="*/ 88053 h 493606"/>
                <a:gd name="connsiteX45" fmla="*/ 238760 w 832696"/>
                <a:gd name="connsiteY45" fmla="*/ 89323 h 493606"/>
                <a:gd name="connsiteX46" fmla="*/ 252730 w 832696"/>
                <a:gd name="connsiteY46" fmla="*/ 88053 h 493606"/>
                <a:gd name="connsiteX47" fmla="*/ 260773 w 832696"/>
                <a:gd name="connsiteY47" fmla="*/ 88053 h 493606"/>
                <a:gd name="connsiteX48" fmla="*/ 267970 w 832696"/>
                <a:gd name="connsiteY48" fmla="*/ 86360 h 493606"/>
                <a:gd name="connsiteX49" fmla="*/ 277707 w 832696"/>
                <a:gd name="connsiteY49" fmla="*/ 80857 h 493606"/>
                <a:gd name="connsiteX50" fmla="*/ 283210 w 832696"/>
                <a:gd name="connsiteY50" fmla="*/ 76623 h 493606"/>
                <a:gd name="connsiteX51" fmla="*/ 292947 w 832696"/>
                <a:gd name="connsiteY51" fmla="*/ 77893 h 493606"/>
                <a:gd name="connsiteX52" fmla="*/ 305223 w 832696"/>
                <a:gd name="connsiteY52" fmla="*/ 83820 h 493606"/>
                <a:gd name="connsiteX53" fmla="*/ 309457 w 832696"/>
                <a:gd name="connsiteY53" fmla="*/ 83820 h 493606"/>
                <a:gd name="connsiteX54" fmla="*/ 323427 w 832696"/>
                <a:gd name="connsiteY54" fmla="*/ 85090 h 493606"/>
                <a:gd name="connsiteX55" fmla="*/ 325120 w 832696"/>
                <a:gd name="connsiteY55" fmla="*/ 85090 h 493606"/>
                <a:gd name="connsiteX56" fmla="*/ 340360 w 832696"/>
                <a:gd name="connsiteY56" fmla="*/ 83820 h 493606"/>
                <a:gd name="connsiteX57" fmla="*/ 350097 w 832696"/>
                <a:gd name="connsiteY57" fmla="*/ 83820 h 493606"/>
                <a:gd name="connsiteX58" fmla="*/ 353060 w 832696"/>
                <a:gd name="connsiteY58" fmla="*/ 85090 h 493606"/>
                <a:gd name="connsiteX59" fmla="*/ 364067 w 832696"/>
                <a:gd name="connsiteY59" fmla="*/ 89323 h 493606"/>
                <a:gd name="connsiteX60" fmla="*/ 365337 w 832696"/>
                <a:gd name="connsiteY60" fmla="*/ 89323 h 493606"/>
                <a:gd name="connsiteX61" fmla="*/ 368300 w 832696"/>
                <a:gd name="connsiteY61" fmla="*/ 89323 h 493606"/>
                <a:gd name="connsiteX62" fmla="*/ 379307 w 832696"/>
                <a:gd name="connsiteY62" fmla="*/ 89323 h 493606"/>
                <a:gd name="connsiteX63" fmla="*/ 390737 w 832696"/>
                <a:gd name="connsiteY63" fmla="*/ 93557 h 493606"/>
                <a:gd name="connsiteX64" fmla="*/ 399204 w 832696"/>
                <a:gd name="connsiteY64" fmla="*/ 99060 h 493606"/>
                <a:gd name="connsiteX65" fmla="*/ 411480 w 832696"/>
                <a:gd name="connsiteY65" fmla="*/ 99060 h 493606"/>
                <a:gd name="connsiteX66" fmla="*/ 414443 w 832696"/>
                <a:gd name="connsiteY66" fmla="*/ 97367 h 493606"/>
                <a:gd name="connsiteX67" fmla="*/ 419947 w 832696"/>
                <a:gd name="connsiteY67" fmla="*/ 96096 h 493606"/>
                <a:gd name="connsiteX68" fmla="*/ 428414 w 832696"/>
                <a:gd name="connsiteY68" fmla="*/ 96096 h 493606"/>
                <a:gd name="connsiteX69" fmla="*/ 435187 w 832696"/>
                <a:gd name="connsiteY69" fmla="*/ 91863 h 493606"/>
                <a:gd name="connsiteX70" fmla="*/ 442383 w 832696"/>
                <a:gd name="connsiteY70" fmla="*/ 89323 h 493606"/>
                <a:gd name="connsiteX71" fmla="*/ 449157 w 832696"/>
                <a:gd name="connsiteY71" fmla="*/ 88053 h 493606"/>
                <a:gd name="connsiteX72" fmla="*/ 458893 w 832696"/>
                <a:gd name="connsiteY72" fmla="*/ 79586 h 493606"/>
                <a:gd name="connsiteX73" fmla="*/ 467360 w 832696"/>
                <a:gd name="connsiteY73" fmla="*/ 74083 h 493606"/>
                <a:gd name="connsiteX74" fmla="*/ 467360 w 832696"/>
                <a:gd name="connsiteY74" fmla="*/ 72390 h 493606"/>
                <a:gd name="connsiteX75" fmla="*/ 471593 w 832696"/>
                <a:gd name="connsiteY75" fmla="*/ 68157 h 493606"/>
                <a:gd name="connsiteX76" fmla="*/ 472864 w 832696"/>
                <a:gd name="connsiteY76" fmla="*/ 65617 h 493606"/>
                <a:gd name="connsiteX77" fmla="*/ 478790 w 832696"/>
                <a:gd name="connsiteY77" fmla="*/ 59690 h 493606"/>
                <a:gd name="connsiteX78" fmla="*/ 482600 w 832696"/>
                <a:gd name="connsiteY78" fmla="*/ 57150 h 493606"/>
                <a:gd name="connsiteX79" fmla="*/ 484293 w 832696"/>
                <a:gd name="connsiteY79" fmla="*/ 55880 h 493606"/>
                <a:gd name="connsiteX80" fmla="*/ 488104 w 832696"/>
                <a:gd name="connsiteY80" fmla="*/ 52917 h 493606"/>
                <a:gd name="connsiteX81" fmla="*/ 489797 w 832696"/>
                <a:gd name="connsiteY81" fmla="*/ 49953 h 493606"/>
                <a:gd name="connsiteX82" fmla="*/ 491067 w 832696"/>
                <a:gd name="connsiteY82" fmla="*/ 48683 h 493606"/>
                <a:gd name="connsiteX83" fmla="*/ 492337 w 832696"/>
                <a:gd name="connsiteY83" fmla="*/ 48683 h 493606"/>
                <a:gd name="connsiteX84" fmla="*/ 505037 w 832696"/>
                <a:gd name="connsiteY84" fmla="*/ 38946 h 493606"/>
                <a:gd name="connsiteX85" fmla="*/ 507577 w 832696"/>
                <a:gd name="connsiteY85" fmla="*/ 38946 h 493606"/>
                <a:gd name="connsiteX86" fmla="*/ 512233 w 832696"/>
                <a:gd name="connsiteY86" fmla="*/ 37677 h 493606"/>
                <a:gd name="connsiteX87" fmla="*/ 514773 w 832696"/>
                <a:gd name="connsiteY87" fmla="*/ 35983 h 493606"/>
                <a:gd name="connsiteX88" fmla="*/ 517737 w 832696"/>
                <a:gd name="connsiteY88" fmla="*/ 34713 h 493606"/>
                <a:gd name="connsiteX89" fmla="*/ 523240 w 832696"/>
                <a:gd name="connsiteY89" fmla="*/ 32173 h 493606"/>
                <a:gd name="connsiteX90" fmla="*/ 528743 w 832696"/>
                <a:gd name="connsiteY90" fmla="*/ 32173 h 493606"/>
                <a:gd name="connsiteX91" fmla="*/ 535940 w 832696"/>
                <a:gd name="connsiteY91" fmla="*/ 30480 h 493606"/>
                <a:gd name="connsiteX92" fmla="*/ 538480 w 832696"/>
                <a:gd name="connsiteY92" fmla="*/ 30480 h 493606"/>
                <a:gd name="connsiteX93" fmla="*/ 548217 w 832696"/>
                <a:gd name="connsiteY93" fmla="*/ 29210 h 493606"/>
                <a:gd name="connsiteX94" fmla="*/ 562187 w 832696"/>
                <a:gd name="connsiteY94" fmla="*/ 27940 h 493606"/>
                <a:gd name="connsiteX95" fmla="*/ 566420 w 832696"/>
                <a:gd name="connsiteY95" fmla="*/ 26670 h 493606"/>
                <a:gd name="connsiteX96" fmla="*/ 576157 w 832696"/>
                <a:gd name="connsiteY96" fmla="*/ 23707 h 493606"/>
                <a:gd name="connsiteX97" fmla="*/ 583354 w 832696"/>
                <a:gd name="connsiteY97" fmla="*/ 23707 h 493606"/>
                <a:gd name="connsiteX98" fmla="*/ 596900 w 832696"/>
                <a:gd name="connsiteY98" fmla="*/ 16510 h 493606"/>
                <a:gd name="connsiteX99" fmla="*/ 602827 w 832696"/>
                <a:gd name="connsiteY99" fmla="*/ 15240 h 493606"/>
                <a:gd name="connsiteX100" fmla="*/ 618067 w 832696"/>
                <a:gd name="connsiteY100" fmla="*/ 13970 h 493606"/>
                <a:gd name="connsiteX101" fmla="*/ 626533 w 832696"/>
                <a:gd name="connsiteY101" fmla="*/ 13970 h 493606"/>
                <a:gd name="connsiteX102" fmla="*/ 635000 w 832696"/>
                <a:gd name="connsiteY102" fmla="*/ 16510 h 493606"/>
                <a:gd name="connsiteX103" fmla="*/ 648547 w 832696"/>
                <a:gd name="connsiteY103" fmla="*/ 15240 h 493606"/>
                <a:gd name="connsiteX104" fmla="*/ 650240 w 832696"/>
                <a:gd name="connsiteY104" fmla="*/ 16510 h 493606"/>
                <a:gd name="connsiteX105" fmla="*/ 651510 w 832696"/>
                <a:gd name="connsiteY105" fmla="*/ 18203 h 493606"/>
                <a:gd name="connsiteX106" fmla="*/ 665480 w 832696"/>
                <a:gd name="connsiteY106" fmla="*/ 30480 h 493606"/>
                <a:gd name="connsiteX107" fmla="*/ 679450 w 832696"/>
                <a:gd name="connsiteY107" fmla="*/ 34713 h 493606"/>
                <a:gd name="connsiteX108" fmla="*/ 694690 w 832696"/>
                <a:gd name="connsiteY108" fmla="*/ 33443 h 493606"/>
                <a:gd name="connsiteX109" fmla="*/ 707390 w 832696"/>
                <a:gd name="connsiteY109" fmla="*/ 38946 h 493606"/>
                <a:gd name="connsiteX110" fmla="*/ 722630 w 832696"/>
                <a:gd name="connsiteY110" fmla="*/ 43180 h 493606"/>
                <a:gd name="connsiteX111" fmla="*/ 736600 w 832696"/>
                <a:gd name="connsiteY111" fmla="*/ 37677 h 493606"/>
                <a:gd name="connsiteX112" fmla="*/ 745067 w 832696"/>
                <a:gd name="connsiteY112" fmla="*/ 51646 h 493606"/>
                <a:gd name="connsiteX113" fmla="*/ 757767 w 832696"/>
                <a:gd name="connsiteY113" fmla="*/ 65617 h 493606"/>
                <a:gd name="connsiteX114" fmla="*/ 771314 w 832696"/>
                <a:gd name="connsiteY114" fmla="*/ 71120 h 493606"/>
                <a:gd name="connsiteX115" fmla="*/ 785283 w 832696"/>
                <a:gd name="connsiteY115" fmla="*/ 76623 h 493606"/>
                <a:gd name="connsiteX116" fmla="*/ 799254 w 832696"/>
                <a:gd name="connsiteY116" fmla="*/ 77893 h 493606"/>
                <a:gd name="connsiteX117" fmla="*/ 814917 w 832696"/>
                <a:gd name="connsiteY117" fmla="*/ 79586 h 493606"/>
                <a:gd name="connsiteX118" fmla="*/ 824654 w 832696"/>
                <a:gd name="connsiteY118" fmla="*/ 79586 h 493606"/>
                <a:gd name="connsiteX119" fmla="*/ 830157 w 832696"/>
                <a:gd name="connsiteY119" fmla="*/ 79586 h 493606"/>
                <a:gd name="connsiteX120" fmla="*/ 830157 w 832696"/>
                <a:gd name="connsiteY120" fmla="*/ 93557 h 493606"/>
                <a:gd name="connsiteX121" fmla="*/ 832697 w 832696"/>
                <a:gd name="connsiteY121" fmla="*/ 107527 h 493606"/>
                <a:gd name="connsiteX122" fmla="*/ 832697 w 832696"/>
                <a:gd name="connsiteY122" fmla="*/ 122767 h 493606"/>
                <a:gd name="connsiteX123" fmla="*/ 822960 w 832696"/>
                <a:gd name="connsiteY123" fmla="*/ 136736 h 493606"/>
                <a:gd name="connsiteX124" fmla="*/ 807720 w 832696"/>
                <a:gd name="connsiteY124" fmla="*/ 135043 h 493606"/>
                <a:gd name="connsiteX125" fmla="*/ 793750 w 832696"/>
                <a:gd name="connsiteY125" fmla="*/ 133773 h 493606"/>
                <a:gd name="connsiteX126" fmla="*/ 779780 w 832696"/>
                <a:gd name="connsiteY126" fmla="*/ 136736 h 493606"/>
                <a:gd name="connsiteX127" fmla="*/ 767504 w 832696"/>
                <a:gd name="connsiteY127" fmla="*/ 150707 h 493606"/>
                <a:gd name="connsiteX128" fmla="*/ 761577 w 832696"/>
                <a:gd name="connsiteY128" fmla="*/ 164253 h 493606"/>
                <a:gd name="connsiteX129" fmla="*/ 749300 w 832696"/>
                <a:gd name="connsiteY129" fmla="*/ 170180 h 493606"/>
                <a:gd name="connsiteX130" fmla="*/ 750570 w 832696"/>
                <a:gd name="connsiteY130" fmla="*/ 184150 h 493606"/>
                <a:gd name="connsiteX131" fmla="*/ 746337 w 832696"/>
                <a:gd name="connsiteY131" fmla="*/ 199390 h 493606"/>
                <a:gd name="connsiteX132" fmla="*/ 750570 w 832696"/>
                <a:gd name="connsiteY132" fmla="*/ 213360 h 493606"/>
                <a:gd name="connsiteX133" fmla="*/ 750570 w 832696"/>
                <a:gd name="connsiteY133" fmla="*/ 227330 h 493606"/>
                <a:gd name="connsiteX134" fmla="*/ 747607 w 832696"/>
                <a:gd name="connsiteY134" fmla="*/ 228600 h 493606"/>
                <a:gd name="connsiteX135" fmla="*/ 750570 w 832696"/>
                <a:gd name="connsiteY135" fmla="*/ 242570 h 493606"/>
                <a:gd name="connsiteX136" fmla="*/ 736600 w 832696"/>
                <a:gd name="connsiteY136" fmla="*/ 251036 h 493606"/>
                <a:gd name="connsiteX137" fmla="*/ 722630 w 832696"/>
                <a:gd name="connsiteY137" fmla="*/ 262043 h 493606"/>
                <a:gd name="connsiteX138" fmla="*/ 721360 w 832696"/>
                <a:gd name="connsiteY138" fmla="*/ 276013 h 493606"/>
                <a:gd name="connsiteX139" fmla="*/ 707390 w 832696"/>
                <a:gd name="connsiteY139" fmla="*/ 276013 h 493606"/>
                <a:gd name="connsiteX140" fmla="*/ 694690 w 832696"/>
                <a:gd name="connsiteY140" fmla="*/ 289983 h 493606"/>
                <a:gd name="connsiteX141" fmla="*/ 709930 w 832696"/>
                <a:gd name="connsiteY141" fmla="*/ 294217 h 493606"/>
                <a:gd name="connsiteX142" fmla="*/ 724323 w 832696"/>
                <a:gd name="connsiteY142" fmla="*/ 299720 h 493606"/>
                <a:gd name="connsiteX143" fmla="*/ 738293 w 832696"/>
                <a:gd name="connsiteY143" fmla="*/ 313690 h 493606"/>
                <a:gd name="connsiteX144" fmla="*/ 739564 w 832696"/>
                <a:gd name="connsiteY144" fmla="*/ 327660 h 493606"/>
                <a:gd name="connsiteX145" fmla="*/ 753110 w 832696"/>
                <a:gd name="connsiteY145" fmla="*/ 339090 h 493606"/>
                <a:gd name="connsiteX146" fmla="*/ 767504 w 832696"/>
                <a:gd name="connsiteY146" fmla="*/ 353060 h 493606"/>
                <a:gd name="connsiteX147" fmla="*/ 778510 w 832696"/>
                <a:gd name="connsiteY147" fmla="*/ 368300 h 493606"/>
                <a:gd name="connsiteX148" fmla="*/ 777240 w 832696"/>
                <a:gd name="connsiteY148" fmla="*/ 372533 h 493606"/>
                <a:gd name="connsiteX149" fmla="*/ 763270 w 832696"/>
                <a:gd name="connsiteY149" fmla="*/ 370840 h 493606"/>
                <a:gd name="connsiteX150" fmla="*/ 749300 w 832696"/>
                <a:gd name="connsiteY150" fmla="*/ 376767 h 493606"/>
                <a:gd name="connsiteX151" fmla="*/ 735330 w 832696"/>
                <a:gd name="connsiteY151" fmla="*/ 372533 h 493606"/>
                <a:gd name="connsiteX152" fmla="*/ 721360 w 832696"/>
                <a:gd name="connsiteY152" fmla="*/ 379307 h 493606"/>
                <a:gd name="connsiteX153" fmla="*/ 707390 w 832696"/>
                <a:gd name="connsiteY153" fmla="*/ 376767 h 493606"/>
                <a:gd name="connsiteX154" fmla="*/ 700193 w 832696"/>
                <a:gd name="connsiteY154" fmla="*/ 372533 h 493606"/>
                <a:gd name="connsiteX155" fmla="*/ 689187 w 832696"/>
                <a:gd name="connsiteY155" fmla="*/ 358563 h 493606"/>
                <a:gd name="connsiteX156" fmla="*/ 675217 w 832696"/>
                <a:gd name="connsiteY156" fmla="*/ 351367 h 493606"/>
                <a:gd name="connsiteX157" fmla="*/ 661247 w 832696"/>
                <a:gd name="connsiteY157" fmla="*/ 356870 h 493606"/>
                <a:gd name="connsiteX158" fmla="*/ 646007 w 832696"/>
                <a:gd name="connsiteY158" fmla="*/ 354330 h 493606"/>
                <a:gd name="connsiteX159" fmla="*/ 637540 w 832696"/>
                <a:gd name="connsiteY159" fmla="*/ 362796 h 493606"/>
                <a:gd name="connsiteX160" fmla="*/ 636270 w 832696"/>
                <a:gd name="connsiteY160" fmla="*/ 368300 h 493606"/>
                <a:gd name="connsiteX161" fmla="*/ 621030 w 832696"/>
                <a:gd name="connsiteY161" fmla="*/ 370840 h 493606"/>
                <a:gd name="connsiteX162" fmla="*/ 607060 w 832696"/>
                <a:gd name="connsiteY162" fmla="*/ 375073 h 493606"/>
                <a:gd name="connsiteX163" fmla="*/ 593090 w 832696"/>
                <a:gd name="connsiteY163" fmla="*/ 372533 h 493606"/>
                <a:gd name="connsiteX164" fmla="*/ 581660 w 832696"/>
                <a:gd name="connsiteY164" fmla="*/ 380577 h 493606"/>
                <a:gd name="connsiteX165" fmla="*/ 584623 w 832696"/>
                <a:gd name="connsiteY165" fmla="*/ 384810 h 493606"/>
                <a:gd name="connsiteX166" fmla="*/ 584623 w 832696"/>
                <a:gd name="connsiteY166" fmla="*/ 392007 h 493606"/>
                <a:gd name="connsiteX167" fmla="*/ 569383 w 832696"/>
                <a:gd name="connsiteY167" fmla="*/ 397510 h 493606"/>
                <a:gd name="connsiteX168" fmla="*/ 555414 w 832696"/>
                <a:gd name="connsiteY168" fmla="*/ 403013 h 493606"/>
                <a:gd name="connsiteX169" fmla="*/ 555414 w 832696"/>
                <a:gd name="connsiteY169" fmla="*/ 414020 h 493606"/>
                <a:gd name="connsiteX170" fmla="*/ 556683 w 832696"/>
                <a:gd name="connsiteY170" fmla="*/ 414020 h 493606"/>
                <a:gd name="connsiteX171" fmla="*/ 557954 w 832696"/>
                <a:gd name="connsiteY171" fmla="*/ 416983 h 493606"/>
                <a:gd name="connsiteX172" fmla="*/ 543983 w 832696"/>
                <a:gd name="connsiteY172" fmla="*/ 414020 h 493606"/>
                <a:gd name="connsiteX173" fmla="*/ 538480 w 832696"/>
                <a:gd name="connsiteY173" fmla="*/ 411480 h 493606"/>
                <a:gd name="connsiteX174" fmla="*/ 531707 w 832696"/>
                <a:gd name="connsiteY174" fmla="*/ 410210 h 493606"/>
                <a:gd name="connsiteX175" fmla="*/ 519007 w 832696"/>
                <a:gd name="connsiteY175" fmla="*/ 425450 h 493606"/>
                <a:gd name="connsiteX176" fmla="*/ 531707 w 832696"/>
                <a:gd name="connsiteY176" fmla="*/ 439420 h 493606"/>
                <a:gd name="connsiteX177" fmla="*/ 534247 w 832696"/>
                <a:gd name="connsiteY177" fmla="*/ 453390 h 493606"/>
                <a:gd name="connsiteX178" fmla="*/ 535940 w 832696"/>
                <a:gd name="connsiteY178" fmla="*/ 467360 h 493606"/>
                <a:gd name="connsiteX179" fmla="*/ 521970 w 832696"/>
                <a:gd name="connsiteY179" fmla="*/ 477096 h 493606"/>
                <a:gd name="connsiteX180" fmla="*/ 506307 w 832696"/>
                <a:gd name="connsiteY180" fmla="*/ 481330 h 493606"/>
                <a:gd name="connsiteX181" fmla="*/ 499533 w 832696"/>
                <a:gd name="connsiteY181" fmla="*/ 482600 h 493606"/>
                <a:gd name="connsiteX182" fmla="*/ 485564 w 832696"/>
                <a:gd name="connsiteY182" fmla="*/ 480060 h 493606"/>
                <a:gd name="connsiteX183" fmla="*/ 471593 w 832696"/>
                <a:gd name="connsiteY183" fmla="*/ 483870 h 493606"/>
                <a:gd name="connsiteX184" fmla="*/ 457623 w 832696"/>
                <a:gd name="connsiteY184" fmla="*/ 481330 h 493606"/>
                <a:gd name="connsiteX185" fmla="*/ 442383 w 832696"/>
                <a:gd name="connsiteY185" fmla="*/ 486833 h 493606"/>
                <a:gd name="connsiteX186" fmla="*/ 436880 w 832696"/>
                <a:gd name="connsiteY186" fmla="*/ 488103 h 493606"/>
                <a:gd name="connsiteX187" fmla="*/ 422487 w 832696"/>
                <a:gd name="connsiteY187" fmla="*/ 493607 h 493606"/>
                <a:gd name="connsiteX188" fmla="*/ 411480 w 832696"/>
                <a:gd name="connsiteY188" fmla="*/ 492336 h 493606"/>
                <a:gd name="connsiteX189" fmla="*/ 404707 w 832696"/>
                <a:gd name="connsiteY189" fmla="*/ 485563 h 493606"/>
                <a:gd name="connsiteX190" fmla="*/ 392007 w 832696"/>
                <a:gd name="connsiteY190" fmla="*/ 478367 h 493606"/>
                <a:gd name="connsiteX191" fmla="*/ 378037 w 832696"/>
                <a:gd name="connsiteY191" fmla="*/ 471593 h 493606"/>
                <a:gd name="connsiteX192" fmla="*/ 367030 w 832696"/>
                <a:gd name="connsiteY192" fmla="*/ 467360 h 493606"/>
                <a:gd name="connsiteX193" fmla="*/ 353060 w 832696"/>
                <a:gd name="connsiteY193" fmla="*/ 475827 h 493606"/>
                <a:gd name="connsiteX194" fmla="*/ 345864 w 832696"/>
                <a:gd name="connsiteY194" fmla="*/ 474133 h 493606"/>
                <a:gd name="connsiteX195" fmla="*/ 331893 w 832696"/>
                <a:gd name="connsiteY195" fmla="*/ 464396 h 493606"/>
                <a:gd name="connsiteX196" fmla="*/ 317923 w 832696"/>
                <a:gd name="connsiteY196" fmla="*/ 454660 h 493606"/>
                <a:gd name="connsiteX197" fmla="*/ 309457 w 832696"/>
                <a:gd name="connsiteY197" fmla="*/ 440690 h 493606"/>
                <a:gd name="connsiteX198" fmla="*/ 295910 w 832696"/>
                <a:gd name="connsiteY198" fmla="*/ 444923 h 493606"/>
                <a:gd name="connsiteX199" fmla="*/ 281940 w 832696"/>
                <a:gd name="connsiteY199" fmla="*/ 443653 h 493606"/>
                <a:gd name="connsiteX200" fmla="*/ 267970 w 832696"/>
                <a:gd name="connsiteY200" fmla="*/ 444923 h 493606"/>
                <a:gd name="connsiteX201" fmla="*/ 258233 w 832696"/>
                <a:gd name="connsiteY201" fmla="*/ 444923 h 493606"/>
                <a:gd name="connsiteX202" fmla="*/ 244264 w 832696"/>
                <a:gd name="connsiteY202" fmla="*/ 456353 h 493606"/>
                <a:gd name="connsiteX203" fmla="*/ 232833 w 832696"/>
                <a:gd name="connsiteY203" fmla="*/ 460163 h 493606"/>
                <a:gd name="connsiteX204" fmla="*/ 219287 w 832696"/>
                <a:gd name="connsiteY204" fmla="*/ 461857 h 493606"/>
                <a:gd name="connsiteX205" fmla="*/ 204893 w 832696"/>
                <a:gd name="connsiteY205" fmla="*/ 467360 h 493606"/>
                <a:gd name="connsiteX206" fmla="*/ 191347 w 832696"/>
                <a:gd name="connsiteY206" fmla="*/ 471593 h 493606"/>
                <a:gd name="connsiteX207" fmla="*/ 185420 w 832696"/>
                <a:gd name="connsiteY207" fmla="*/ 471593 h 493606"/>
                <a:gd name="connsiteX208" fmla="*/ 171450 w 832696"/>
                <a:gd name="connsiteY208" fmla="*/ 467360 h 493606"/>
                <a:gd name="connsiteX209" fmla="*/ 157480 w 832696"/>
                <a:gd name="connsiteY209" fmla="*/ 469900 h 493606"/>
                <a:gd name="connsiteX210" fmla="*/ 156210 w 832696"/>
                <a:gd name="connsiteY210" fmla="*/ 471593 h 493606"/>
                <a:gd name="connsiteX211" fmla="*/ 153670 w 832696"/>
                <a:gd name="connsiteY211" fmla="*/ 472863 h 493606"/>
                <a:gd name="connsiteX212" fmla="*/ 140970 w 832696"/>
                <a:gd name="connsiteY212" fmla="*/ 471593 h 493606"/>
                <a:gd name="connsiteX213" fmla="*/ 127000 w 832696"/>
                <a:gd name="connsiteY213" fmla="*/ 481330 h 493606"/>
                <a:gd name="connsiteX214" fmla="*/ 113030 w 832696"/>
                <a:gd name="connsiteY214" fmla="*/ 480060 h 493606"/>
                <a:gd name="connsiteX215" fmla="*/ 97790 w 832696"/>
                <a:gd name="connsiteY215" fmla="*/ 478367 h 493606"/>
                <a:gd name="connsiteX216" fmla="*/ 100754 w 832696"/>
                <a:gd name="connsiteY216" fmla="*/ 467360 h 493606"/>
                <a:gd name="connsiteX217" fmla="*/ 99060 w 832696"/>
                <a:gd name="connsiteY217" fmla="*/ 453390 h 493606"/>
                <a:gd name="connsiteX218" fmla="*/ 99060 w 832696"/>
                <a:gd name="connsiteY218" fmla="*/ 447463 h 493606"/>
                <a:gd name="connsiteX219" fmla="*/ 97790 w 832696"/>
                <a:gd name="connsiteY219" fmla="*/ 433917 h 493606"/>
                <a:gd name="connsiteX220" fmla="*/ 104564 w 832696"/>
                <a:gd name="connsiteY220" fmla="*/ 419946 h 493606"/>
                <a:gd name="connsiteX221" fmla="*/ 97790 w 832696"/>
                <a:gd name="connsiteY221" fmla="*/ 405977 h 493606"/>
                <a:gd name="connsiteX222" fmla="*/ 90593 w 832696"/>
                <a:gd name="connsiteY222" fmla="*/ 392007 h 493606"/>
                <a:gd name="connsiteX223" fmla="*/ 88054 w 832696"/>
                <a:gd name="connsiteY223" fmla="*/ 389043 h 493606"/>
                <a:gd name="connsiteX224" fmla="*/ 83820 w 832696"/>
                <a:gd name="connsiteY224" fmla="*/ 373803 h 493606"/>
                <a:gd name="connsiteX225" fmla="*/ 82127 w 832696"/>
                <a:gd name="connsiteY225" fmla="*/ 368300 h 493606"/>
                <a:gd name="connsiteX226" fmla="*/ 66887 w 832696"/>
                <a:gd name="connsiteY226" fmla="*/ 361103 h 493606"/>
                <a:gd name="connsiteX227" fmla="*/ 52917 w 832696"/>
                <a:gd name="connsiteY227" fmla="*/ 355600 h 493606"/>
                <a:gd name="connsiteX228" fmla="*/ 38947 w 832696"/>
                <a:gd name="connsiteY228" fmla="*/ 345863 h 493606"/>
                <a:gd name="connsiteX229" fmla="*/ 32173 w 832696"/>
                <a:gd name="connsiteY229" fmla="*/ 340360 h 493606"/>
                <a:gd name="connsiteX230" fmla="*/ 23707 w 832696"/>
                <a:gd name="connsiteY230" fmla="*/ 329353 h 493606"/>
                <a:gd name="connsiteX231" fmla="*/ 11007 w 832696"/>
                <a:gd name="connsiteY231" fmla="*/ 315383 h 493606"/>
                <a:gd name="connsiteX232" fmla="*/ 25400 w 832696"/>
                <a:gd name="connsiteY232" fmla="*/ 305646 h 493606"/>
                <a:gd name="connsiteX233" fmla="*/ 33443 w 832696"/>
                <a:gd name="connsiteY233" fmla="*/ 299720 h 493606"/>
                <a:gd name="connsiteX234" fmla="*/ 34714 w 832696"/>
                <a:gd name="connsiteY234" fmla="*/ 284480 h 493606"/>
                <a:gd name="connsiteX235" fmla="*/ 20743 w 832696"/>
                <a:gd name="connsiteY235" fmla="*/ 273473 h 493606"/>
                <a:gd name="connsiteX236" fmla="*/ 20743 w 832696"/>
                <a:gd name="connsiteY236" fmla="*/ 265007 h 493606"/>
                <a:gd name="connsiteX237" fmla="*/ 22437 w 832696"/>
                <a:gd name="connsiteY237" fmla="*/ 251036 h 493606"/>
                <a:gd name="connsiteX238" fmla="*/ 19473 w 832696"/>
                <a:gd name="connsiteY238" fmla="*/ 237067 h 493606"/>
                <a:gd name="connsiteX239" fmla="*/ 18204 w 832696"/>
                <a:gd name="connsiteY239" fmla="*/ 235796 h 493606"/>
                <a:gd name="connsiteX240" fmla="*/ 16933 w 832696"/>
                <a:gd name="connsiteY240" fmla="*/ 232833 h 493606"/>
                <a:gd name="connsiteX241" fmla="*/ 26670 w 832696"/>
                <a:gd name="connsiteY241" fmla="*/ 226060 h 493606"/>
                <a:gd name="connsiteX242" fmla="*/ 40640 w 832696"/>
                <a:gd name="connsiteY242" fmla="*/ 220133 h 493606"/>
                <a:gd name="connsiteX243" fmla="*/ 40640 w 832696"/>
                <a:gd name="connsiteY243" fmla="*/ 221827 h 493606"/>
                <a:gd name="connsiteX244" fmla="*/ 55880 w 832696"/>
                <a:gd name="connsiteY244" fmla="*/ 221827 h 493606"/>
                <a:gd name="connsiteX245" fmla="*/ 62654 w 832696"/>
                <a:gd name="connsiteY245" fmla="*/ 207857 h 493606"/>
                <a:gd name="connsiteX246" fmla="*/ 68580 w 832696"/>
                <a:gd name="connsiteY246" fmla="*/ 203623 h 493606"/>
                <a:gd name="connsiteX247" fmla="*/ 69850 w 832696"/>
                <a:gd name="connsiteY247" fmla="*/ 203623 h 493606"/>
                <a:gd name="connsiteX248" fmla="*/ 79587 w 832696"/>
                <a:gd name="connsiteY248" fmla="*/ 189653 h 493606"/>
                <a:gd name="connsiteX249" fmla="*/ 88054 w 832696"/>
                <a:gd name="connsiteY249" fmla="*/ 175683 h 493606"/>
                <a:gd name="connsiteX250" fmla="*/ 89323 w 832696"/>
                <a:gd name="connsiteY250" fmla="*/ 171450 h 493606"/>
                <a:gd name="connsiteX251" fmla="*/ 80857 w 832696"/>
                <a:gd name="connsiteY251" fmla="*/ 168910 h 493606"/>
                <a:gd name="connsiteX252" fmla="*/ 66887 w 832696"/>
                <a:gd name="connsiteY252" fmla="*/ 154517 h 493606"/>
                <a:gd name="connsiteX253" fmla="*/ 55880 w 832696"/>
                <a:gd name="connsiteY253" fmla="*/ 139277 h 493606"/>
                <a:gd name="connsiteX254" fmla="*/ 46143 w 832696"/>
                <a:gd name="connsiteY254" fmla="*/ 136736 h 493606"/>
                <a:gd name="connsiteX255" fmla="*/ 30904 w 832696"/>
                <a:gd name="connsiteY255" fmla="*/ 128270 h 493606"/>
                <a:gd name="connsiteX256" fmla="*/ 19473 w 832696"/>
                <a:gd name="connsiteY256" fmla="*/ 114300 h 493606"/>
                <a:gd name="connsiteX257" fmla="*/ 16933 w 832696"/>
                <a:gd name="connsiteY257" fmla="*/ 100330 h 493606"/>
                <a:gd name="connsiteX258" fmla="*/ 5504 w 832696"/>
                <a:gd name="connsiteY258" fmla="*/ 88053 h 493606"/>
                <a:gd name="connsiteX259" fmla="*/ 0 w 832696"/>
                <a:gd name="connsiteY259" fmla="*/ 74083 h 493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</a:cxnLst>
              <a:rect l="l" t="t" r="r" b="b"/>
              <a:pathLst>
                <a:path w="832696" h="493606">
                  <a:moveTo>
                    <a:pt x="0" y="74083"/>
                  </a:moveTo>
                  <a:lnTo>
                    <a:pt x="0" y="61383"/>
                  </a:lnTo>
                  <a:lnTo>
                    <a:pt x="2964" y="46143"/>
                  </a:lnTo>
                  <a:lnTo>
                    <a:pt x="16933" y="33443"/>
                  </a:lnTo>
                  <a:lnTo>
                    <a:pt x="18204" y="29210"/>
                  </a:lnTo>
                  <a:lnTo>
                    <a:pt x="27940" y="15240"/>
                  </a:lnTo>
                  <a:lnTo>
                    <a:pt x="33443" y="1270"/>
                  </a:lnTo>
                  <a:lnTo>
                    <a:pt x="36407" y="0"/>
                  </a:lnTo>
                  <a:lnTo>
                    <a:pt x="50377" y="8467"/>
                  </a:lnTo>
                  <a:lnTo>
                    <a:pt x="64347" y="16510"/>
                  </a:lnTo>
                  <a:lnTo>
                    <a:pt x="78317" y="20743"/>
                  </a:lnTo>
                  <a:lnTo>
                    <a:pt x="79587" y="20743"/>
                  </a:lnTo>
                  <a:lnTo>
                    <a:pt x="82127" y="33443"/>
                  </a:lnTo>
                  <a:lnTo>
                    <a:pt x="75354" y="35983"/>
                  </a:lnTo>
                  <a:lnTo>
                    <a:pt x="69850" y="37677"/>
                  </a:lnTo>
                  <a:lnTo>
                    <a:pt x="64347" y="41910"/>
                  </a:lnTo>
                  <a:lnTo>
                    <a:pt x="64347" y="43180"/>
                  </a:lnTo>
                  <a:lnTo>
                    <a:pt x="62654" y="46143"/>
                  </a:lnTo>
                  <a:lnTo>
                    <a:pt x="61383" y="52917"/>
                  </a:lnTo>
                  <a:lnTo>
                    <a:pt x="60114" y="54187"/>
                  </a:lnTo>
                  <a:lnTo>
                    <a:pt x="62654" y="61383"/>
                  </a:lnTo>
                  <a:lnTo>
                    <a:pt x="72814" y="65617"/>
                  </a:lnTo>
                  <a:lnTo>
                    <a:pt x="75354" y="66887"/>
                  </a:lnTo>
                  <a:lnTo>
                    <a:pt x="82127" y="68157"/>
                  </a:lnTo>
                  <a:lnTo>
                    <a:pt x="88054" y="69850"/>
                  </a:lnTo>
                  <a:lnTo>
                    <a:pt x="91864" y="69850"/>
                  </a:lnTo>
                  <a:lnTo>
                    <a:pt x="94827" y="69850"/>
                  </a:lnTo>
                  <a:lnTo>
                    <a:pt x="104564" y="66887"/>
                  </a:lnTo>
                  <a:lnTo>
                    <a:pt x="111760" y="63923"/>
                  </a:lnTo>
                  <a:lnTo>
                    <a:pt x="117264" y="62653"/>
                  </a:lnTo>
                  <a:lnTo>
                    <a:pt x="131233" y="62653"/>
                  </a:lnTo>
                  <a:lnTo>
                    <a:pt x="139700" y="61383"/>
                  </a:lnTo>
                  <a:lnTo>
                    <a:pt x="146473" y="63923"/>
                  </a:lnTo>
                  <a:lnTo>
                    <a:pt x="149437" y="63923"/>
                  </a:lnTo>
                  <a:lnTo>
                    <a:pt x="153670" y="66887"/>
                  </a:lnTo>
                  <a:lnTo>
                    <a:pt x="167640" y="71120"/>
                  </a:lnTo>
                  <a:lnTo>
                    <a:pt x="175683" y="69850"/>
                  </a:lnTo>
                  <a:lnTo>
                    <a:pt x="182880" y="69850"/>
                  </a:lnTo>
                  <a:lnTo>
                    <a:pt x="191347" y="74083"/>
                  </a:lnTo>
                  <a:lnTo>
                    <a:pt x="196850" y="75353"/>
                  </a:lnTo>
                  <a:lnTo>
                    <a:pt x="210820" y="79586"/>
                  </a:lnTo>
                  <a:lnTo>
                    <a:pt x="220557" y="82127"/>
                  </a:lnTo>
                  <a:lnTo>
                    <a:pt x="227330" y="85090"/>
                  </a:lnTo>
                  <a:lnTo>
                    <a:pt x="230293" y="86360"/>
                  </a:lnTo>
                  <a:lnTo>
                    <a:pt x="232833" y="88053"/>
                  </a:lnTo>
                  <a:lnTo>
                    <a:pt x="238760" y="89323"/>
                  </a:lnTo>
                  <a:lnTo>
                    <a:pt x="252730" y="88053"/>
                  </a:lnTo>
                  <a:lnTo>
                    <a:pt x="260773" y="88053"/>
                  </a:lnTo>
                  <a:lnTo>
                    <a:pt x="267970" y="86360"/>
                  </a:lnTo>
                  <a:lnTo>
                    <a:pt x="277707" y="80857"/>
                  </a:lnTo>
                  <a:lnTo>
                    <a:pt x="283210" y="76623"/>
                  </a:lnTo>
                  <a:lnTo>
                    <a:pt x="292947" y="77893"/>
                  </a:lnTo>
                  <a:lnTo>
                    <a:pt x="305223" y="83820"/>
                  </a:lnTo>
                  <a:lnTo>
                    <a:pt x="309457" y="83820"/>
                  </a:lnTo>
                  <a:lnTo>
                    <a:pt x="323427" y="85090"/>
                  </a:lnTo>
                  <a:lnTo>
                    <a:pt x="325120" y="85090"/>
                  </a:lnTo>
                  <a:lnTo>
                    <a:pt x="340360" y="83820"/>
                  </a:lnTo>
                  <a:lnTo>
                    <a:pt x="350097" y="83820"/>
                  </a:lnTo>
                  <a:lnTo>
                    <a:pt x="353060" y="85090"/>
                  </a:lnTo>
                  <a:lnTo>
                    <a:pt x="364067" y="89323"/>
                  </a:lnTo>
                  <a:lnTo>
                    <a:pt x="365337" y="89323"/>
                  </a:lnTo>
                  <a:lnTo>
                    <a:pt x="368300" y="89323"/>
                  </a:lnTo>
                  <a:lnTo>
                    <a:pt x="379307" y="89323"/>
                  </a:lnTo>
                  <a:lnTo>
                    <a:pt x="390737" y="93557"/>
                  </a:lnTo>
                  <a:lnTo>
                    <a:pt x="399204" y="99060"/>
                  </a:lnTo>
                  <a:lnTo>
                    <a:pt x="411480" y="99060"/>
                  </a:lnTo>
                  <a:lnTo>
                    <a:pt x="414443" y="97367"/>
                  </a:lnTo>
                  <a:lnTo>
                    <a:pt x="419947" y="96096"/>
                  </a:lnTo>
                  <a:lnTo>
                    <a:pt x="428414" y="96096"/>
                  </a:lnTo>
                  <a:lnTo>
                    <a:pt x="435187" y="91863"/>
                  </a:lnTo>
                  <a:lnTo>
                    <a:pt x="442383" y="89323"/>
                  </a:lnTo>
                  <a:lnTo>
                    <a:pt x="449157" y="88053"/>
                  </a:lnTo>
                  <a:lnTo>
                    <a:pt x="458893" y="79586"/>
                  </a:lnTo>
                  <a:lnTo>
                    <a:pt x="467360" y="74083"/>
                  </a:lnTo>
                  <a:lnTo>
                    <a:pt x="467360" y="72390"/>
                  </a:lnTo>
                  <a:lnTo>
                    <a:pt x="471593" y="68157"/>
                  </a:lnTo>
                  <a:lnTo>
                    <a:pt x="472864" y="65617"/>
                  </a:lnTo>
                  <a:lnTo>
                    <a:pt x="478790" y="59690"/>
                  </a:lnTo>
                  <a:lnTo>
                    <a:pt x="482600" y="57150"/>
                  </a:lnTo>
                  <a:lnTo>
                    <a:pt x="484293" y="55880"/>
                  </a:lnTo>
                  <a:lnTo>
                    <a:pt x="488104" y="52917"/>
                  </a:lnTo>
                  <a:lnTo>
                    <a:pt x="489797" y="49953"/>
                  </a:lnTo>
                  <a:lnTo>
                    <a:pt x="491067" y="48683"/>
                  </a:lnTo>
                  <a:lnTo>
                    <a:pt x="492337" y="48683"/>
                  </a:lnTo>
                  <a:lnTo>
                    <a:pt x="505037" y="38946"/>
                  </a:lnTo>
                  <a:lnTo>
                    <a:pt x="507577" y="38946"/>
                  </a:lnTo>
                  <a:lnTo>
                    <a:pt x="512233" y="37677"/>
                  </a:lnTo>
                  <a:lnTo>
                    <a:pt x="514773" y="35983"/>
                  </a:lnTo>
                  <a:lnTo>
                    <a:pt x="517737" y="34713"/>
                  </a:lnTo>
                  <a:lnTo>
                    <a:pt x="523240" y="32173"/>
                  </a:lnTo>
                  <a:lnTo>
                    <a:pt x="528743" y="32173"/>
                  </a:lnTo>
                  <a:lnTo>
                    <a:pt x="535940" y="30480"/>
                  </a:lnTo>
                  <a:lnTo>
                    <a:pt x="538480" y="30480"/>
                  </a:lnTo>
                  <a:lnTo>
                    <a:pt x="548217" y="29210"/>
                  </a:lnTo>
                  <a:lnTo>
                    <a:pt x="562187" y="27940"/>
                  </a:lnTo>
                  <a:lnTo>
                    <a:pt x="566420" y="26670"/>
                  </a:lnTo>
                  <a:lnTo>
                    <a:pt x="576157" y="23707"/>
                  </a:lnTo>
                  <a:lnTo>
                    <a:pt x="583354" y="23707"/>
                  </a:lnTo>
                  <a:lnTo>
                    <a:pt x="596900" y="16510"/>
                  </a:lnTo>
                  <a:lnTo>
                    <a:pt x="602827" y="15240"/>
                  </a:lnTo>
                  <a:lnTo>
                    <a:pt x="618067" y="13970"/>
                  </a:lnTo>
                  <a:lnTo>
                    <a:pt x="626533" y="13970"/>
                  </a:lnTo>
                  <a:lnTo>
                    <a:pt x="635000" y="16510"/>
                  </a:lnTo>
                  <a:lnTo>
                    <a:pt x="648547" y="15240"/>
                  </a:lnTo>
                  <a:lnTo>
                    <a:pt x="650240" y="16510"/>
                  </a:lnTo>
                  <a:lnTo>
                    <a:pt x="651510" y="18203"/>
                  </a:lnTo>
                  <a:lnTo>
                    <a:pt x="665480" y="30480"/>
                  </a:lnTo>
                  <a:lnTo>
                    <a:pt x="679450" y="34713"/>
                  </a:lnTo>
                  <a:lnTo>
                    <a:pt x="694690" y="33443"/>
                  </a:lnTo>
                  <a:lnTo>
                    <a:pt x="707390" y="38946"/>
                  </a:lnTo>
                  <a:lnTo>
                    <a:pt x="722630" y="43180"/>
                  </a:lnTo>
                  <a:lnTo>
                    <a:pt x="736600" y="37677"/>
                  </a:lnTo>
                  <a:lnTo>
                    <a:pt x="745067" y="51646"/>
                  </a:lnTo>
                  <a:lnTo>
                    <a:pt x="757767" y="65617"/>
                  </a:lnTo>
                  <a:lnTo>
                    <a:pt x="771314" y="71120"/>
                  </a:lnTo>
                  <a:lnTo>
                    <a:pt x="785283" y="76623"/>
                  </a:lnTo>
                  <a:lnTo>
                    <a:pt x="799254" y="77893"/>
                  </a:lnTo>
                  <a:lnTo>
                    <a:pt x="814917" y="79586"/>
                  </a:lnTo>
                  <a:lnTo>
                    <a:pt x="824654" y="79586"/>
                  </a:lnTo>
                  <a:lnTo>
                    <a:pt x="830157" y="79586"/>
                  </a:lnTo>
                  <a:lnTo>
                    <a:pt x="830157" y="93557"/>
                  </a:lnTo>
                  <a:lnTo>
                    <a:pt x="832697" y="107527"/>
                  </a:lnTo>
                  <a:lnTo>
                    <a:pt x="832697" y="122767"/>
                  </a:lnTo>
                  <a:lnTo>
                    <a:pt x="822960" y="136736"/>
                  </a:lnTo>
                  <a:lnTo>
                    <a:pt x="807720" y="135043"/>
                  </a:lnTo>
                  <a:lnTo>
                    <a:pt x="793750" y="133773"/>
                  </a:lnTo>
                  <a:lnTo>
                    <a:pt x="779780" y="136736"/>
                  </a:lnTo>
                  <a:lnTo>
                    <a:pt x="767504" y="150707"/>
                  </a:lnTo>
                  <a:lnTo>
                    <a:pt x="761577" y="164253"/>
                  </a:lnTo>
                  <a:lnTo>
                    <a:pt x="749300" y="170180"/>
                  </a:lnTo>
                  <a:lnTo>
                    <a:pt x="750570" y="184150"/>
                  </a:lnTo>
                  <a:lnTo>
                    <a:pt x="746337" y="199390"/>
                  </a:lnTo>
                  <a:lnTo>
                    <a:pt x="750570" y="213360"/>
                  </a:lnTo>
                  <a:lnTo>
                    <a:pt x="750570" y="227330"/>
                  </a:lnTo>
                  <a:lnTo>
                    <a:pt x="747607" y="228600"/>
                  </a:lnTo>
                  <a:lnTo>
                    <a:pt x="750570" y="242570"/>
                  </a:lnTo>
                  <a:lnTo>
                    <a:pt x="736600" y="251036"/>
                  </a:lnTo>
                  <a:lnTo>
                    <a:pt x="722630" y="262043"/>
                  </a:lnTo>
                  <a:lnTo>
                    <a:pt x="721360" y="276013"/>
                  </a:lnTo>
                  <a:lnTo>
                    <a:pt x="707390" y="276013"/>
                  </a:lnTo>
                  <a:lnTo>
                    <a:pt x="694690" y="289983"/>
                  </a:lnTo>
                  <a:lnTo>
                    <a:pt x="709930" y="294217"/>
                  </a:lnTo>
                  <a:lnTo>
                    <a:pt x="724323" y="299720"/>
                  </a:lnTo>
                  <a:lnTo>
                    <a:pt x="738293" y="313690"/>
                  </a:lnTo>
                  <a:lnTo>
                    <a:pt x="739564" y="327660"/>
                  </a:lnTo>
                  <a:lnTo>
                    <a:pt x="753110" y="339090"/>
                  </a:lnTo>
                  <a:lnTo>
                    <a:pt x="767504" y="353060"/>
                  </a:lnTo>
                  <a:lnTo>
                    <a:pt x="778510" y="368300"/>
                  </a:lnTo>
                  <a:lnTo>
                    <a:pt x="777240" y="372533"/>
                  </a:lnTo>
                  <a:lnTo>
                    <a:pt x="763270" y="370840"/>
                  </a:lnTo>
                  <a:lnTo>
                    <a:pt x="749300" y="376767"/>
                  </a:lnTo>
                  <a:lnTo>
                    <a:pt x="735330" y="372533"/>
                  </a:lnTo>
                  <a:lnTo>
                    <a:pt x="721360" y="379307"/>
                  </a:lnTo>
                  <a:lnTo>
                    <a:pt x="707390" y="376767"/>
                  </a:lnTo>
                  <a:lnTo>
                    <a:pt x="700193" y="372533"/>
                  </a:lnTo>
                  <a:lnTo>
                    <a:pt x="689187" y="358563"/>
                  </a:lnTo>
                  <a:lnTo>
                    <a:pt x="675217" y="351367"/>
                  </a:lnTo>
                  <a:lnTo>
                    <a:pt x="661247" y="356870"/>
                  </a:lnTo>
                  <a:lnTo>
                    <a:pt x="646007" y="354330"/>
                  </a:lnTo>
                  <a:lnTo>
                    <a:pt x="637540" y="362796"/>
                  </a:lnTo>
                  <a:lnTo>
                    <a:pt x="636270" y="368300"/>
                  </a:lnTo>
                  <a:lnTo>
                    <a:pt x="621030" y="370840"/>
                  </a:lnTo>
                  <a:lnTo>
                    <a:pt x="607060" y="375073"/>
                  </a:lnTo>
                  <a:lnTo>
                    <a:pt x="593090" y="372533"/>
                  </a:lnTo>
                  <a:lnTo>
                    <a:pt x="581660" y="380577"/>
                  </a:lnTo>
                  <a:lnTo>
                    <a:pt x="584623" y="384810"/>
                  </a:lnTo>
                  <a:lnTo>
                    <a:pt x="584623" y="392007"/>
                  </a:lnTo>
                  <a:lnTo>
                    <a:pt x="569383" y="397510"/>
                  </a:lnTo>
                  <a:lnTo>
                    <a:pt x="555414" y="403013"/>
                  </a:lnTo>
                  <a:lnTo>
                    <a:pt x="555414" y="414020"/>
                  </a:lnTo>
                  <a:lnTo>
                    <a:pt x="556683" y="414020"/>
                  </a:lnTo>
                  <a:lnTo>
                    <a:pt x="557954" y="416983"/>
                  </a:lnTo>
                  <a:lnTo>
                    <a:pt x="543983" y="414020"/>
                  </a:lnTo>
                  <a:lnTo>
                    <a:pt x="538480" y="411480"/>
                  </a:lnTo>
                  <a:lnTo>
                    <a:pt x="531707" y="410210"/>
                  </a:lnTo>
                  <a:lnTo>
                    <a:pt x="519007" y="425450"/>
                  </a:lnTo>
                  <a:lnTo>
                    <a:pt x="531707" y="439420"/>
                  </a:lnTo>
                  <a:lnTo>
                    <a:pt x="534247" y="453390"/>
                  </a:lnTo>
                  <a:lnTo>
                    <a:pt x="535940" y="467360"/>
                  </a:lnTo>
                  <a:lnTo>
                    <a:pt x="521970" y="477096"/>
                  </a:lnTo>
                  <a:lnTo>
                    <a:pt x="506307" y="481330"/>
                  </a:lnTo>
                  <a:lnTo>
                    <a:pt x="499533" y="482600"/>
                  </a:lnTo>
                  <a:lnTo>
                    <a:pt x="485564" y="480060"/>
                  </a:lnTo>
                  <a:lnTo>
                    <a:pt x="471593" y="483870"/>
                  </a:lnTo>
                  <a:lnTo>
                    <a:pt x="457623" y="481330"/>
                  </a:lnTo>
                  <a:lnTo>
                    <a:pt x="442383" y="486833"/>
                  </a:lnTo>
                  <a:lnTo>
                    <a:pt x="436880" y="488103"/>
                  </a:lnTo>
                  <a:lnTo>
                    <a:pt x="422487" y="493607"/>
                  </a:lnTo>
                  <a:lnTo>
                    <a:pt x="411480" y="492336"/>
                  </a:lnTo>
                  <a:lnTo>
                    <a:pt x="404707" y="485563"/>
                  </a:lnTo>
                  <a:lnTo>
                    <a:pt x="392007" y="478367"/>
                  </a:lnTo>
                  <a:lnTo>
                    <a:pt x="378037" y="471593"/>
                  </a:lnTo>
                  <a:lnTo>
                    <a:pt x="367030" y="467360"/>
                  </a:lnTo>
                  <a:lnTo>
                    <a:pt x="353060" y="475827"/>
                  </a:lnTo>
                  <a:lnTo>
                    <a:pt x="345864" y="474133"/>
                  </a:lnTo>
                  <a:lnTo>
                    <a:pt x="331893" y="464396"/>
                  </a:lnTo>
                  <a:lnTo>
                    <a:pt x="317923" y="454660"/>
                  </a:lnTo>
                  <a:lnTo>
                    <a:pt x="309457" y="440690"/>
                  </a:lnTo>
                  <a:lnTo>
                    <a:pt x="295910" y="444923"/>
                  </a:lnTo>
                  <a:lnTo>
                    <a:pt x="281940" y="443653"/>
                  </a:lnTo>
                  <a:lnTo>
                    <a:pt x="267970" y="444923"/>
                  </a:lnTo>
                  <a:lnTo>
                    <a:pt x="258233" y="444923"/>
                  </a:lnTo>
                  <a:lnTo>
                    <a:pt x="244264" y="456353"/>
                  </a:lnTo>
                  <a:lnTo>
                    <a:pt x="232833" y="460163"/>
                  </a:lnTo>
                  <a:lnTo>
                    <a:pt x="219287" y="461857"/>
                  </a:lnTo>
                  <a:lnTo>
                    <a:pt x="204893" y="467360"/>
                  </a:lnTo>
                  <a:lnTo>
                    <a:pt x="191347" y="471593"/>
                  </a:lnTo>
                  <a:lnTo>
                    <a:pt x="185420" y="471593"/>
                  </a:lnTo>
                  <a:lnTo>
                    <a:pt x="171450" y="467360"/>
                  </a:lnTo>
                  <a:lnTo>
                    <a:pt x="157480" y="469900"/>
                  </a:lnTo>
                  <a:lnTo>
                    <a:pt x="156210" y="471593"/>
                  </a:lnTo>
                  <a:lnTo>
                    <a:pt x="153670" y="472863"/>
                  </a:lnTo>
                  <a:lnTo>
                    <a:pt x="140970" y="471593"/>
                  </a:lnTo>
                  <a:lnTo>
                    <a:pt x="127000" y="481330"/>
                  </a:lnTo>
                  <a:lnTo>
                    <a:pt x="113030" y="480060"/>
                  </a:lnTo>
                  <a:lnTo>
                    <a:pt x="97790" y="478367"/>
                  </a:lnTo>
                  <a:lnTo>
                    <a:pt x="100754" y="467360"/>
                  </a:lnTo>
                  <a:lnTo>
                    <a:pt x="99060" y="453390"/>
                  </a:lnTo>
                  <a:lnTo>
                    <a:pt x="99060" y="447463"/>
                  </a:lnTo>
                  <a:lnTo>
                    <a:pt x="97790" y="433917"/>
                  </a:lnTo>
                  <a:lnTo>
                    <a:pt x="104564" y="419946"/>
                  </a:lnTo>
                  <a:lnTo>
                    <a:pt x="97790" y="405977"/>
                  </a:lnTo>
                  <a:lnTo>
                    <a:pt x="90593" y="392007"/>
                  </a:lnTo>
                  <a:lnTo>
                    <a:pt x="88054" y="389043"/>
                  </a:lnTo>
                  <a:lnTo>
                    <a:pt x="83820" y="373803"/>
                  </a:lnTo>
                  <a:lnTo>
                    <a:pt x="82127" y="368300"/>
                  </a:lnTo>
                  <a:lnTo>
                    <a:pt x="66887" y="361103"/>
                  </a:lnTo>
                  <a:lnTo>
                    <a:pt x="52917" y="355600"/>
                  </a:lnTo>
                  <a:lnTo>
                    <a:pt x="38947" y="345863"/>
                  </a:lnTo>
                  <a:lnTo>
                    <a:pt x="32173" y="340360"/>
                  </a:lnTo>
                  <a:lnTo>
                    <a:pt x="23707" y="329353"/>
                  </a:lnTo>
                  <a:lnTo>
                    <a:pt x="11007" y="315383"/>
                  </a:lnTo>
                  <a:lnTo>
                    <a:pt x="25400" y="305646"/>
                  </a:lnTo>
                  <a:lnTo>
                    <a:pt x="33443" y="299720"/>
                  </a:lnTo>
                  <a:lnTo>
                    <a:pt x="34714" y="284480"/>
                  </a:lnTo>
                  <a:lnTo>
                    <a:pt x="20743" y="273473"/>
                  </a:lnTo>
                  <a:lnTo>
                    <a:pt x="20743" y="265007"/>
                  </a:lnTo>
                  <a:lnTo>
                    <a:pt x="22437" y="251036"/>
                  </a:lnTo>
                  <a:lnTo>
                    <a:pt x="19473" y="237067"/>
                  </a:lnTo>
                  <a:lnTo>
                    <a:pt x="18204" y="235796"/>
                  </a:lnTo>
                  <a:lnTo>
                    <a:pt x="16933" y="232833"/>
                  </a:lnTo>
                  <a:lnTo>
                    <a:pt x="26670" y="226060"/>
                  </a:lnTo>
                  <a:lnTo>
                    <a:pt x="40640" y="220133"/>
                  </a:lnTo>
                  <a:lnTo>
                    <a:pt x="40640" y="221827"/>
                  </a:lnTo>
                  <a:lnTo>
                    <a:pt x="55880" y="221827"/>
                  </a:lnTo>
                  <a:lnTo>
                    <a:pt x="62654" y="207857"/>
                  </a:lnTo>
                  <a:lnTo>
                    <a:pt x="68580" y="203623"/>
                  </a:lnTo>
                  <a:lnTo>
                    <a:pt x="69850" y="203623"/>
                  </a:lnTo>
                  <a:lnTo>
                    <a:pt x="79587" y="189653"/>
                  </a:lnTo>
                  <a:lnTo>
                    <a:pt x="88054" y="175683"/>
                  </a:lnTo>
                  <a:lnTo>
                    <a:pt x="89323" y="171450"/>
                  </a:lnTo>
                  <a:lnTo>
                    <a:pt x="80857" y="168910"/>
                  </a:lnTo>
                  <a:lnTo>
                    <a:pt x="66887" y="154517"/>
                  </a:lnTo>
                  <a:lnTo>
                    <a:pt x="55880" y="139277"/>
                  </a:lnTo>
                  <a:lnTo>
                    <a:pt x="46143" y="136736"/>
                  </a:lnTo>
                  <a:lnTo>
                    <a:pt x="30904" y="128270"/>
                  </a:lnTo>
                  <a:lnTo>
                    <a:pt x="19473" y="114300"/>
                  </a:lnTo>
                  <a:lnTo>
                    <a:pt x="16933" y="100330"/>
                  </a:lnTo>
                  <a:lnTo>
                    <a:pt x="5504" y="88053"/>
                  </a:lnTo>
                  <a:lnTo>
                    <a:pt x="0" y="74083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0" name="Freeform 2309">
              <a:extLst>
                <a:ext uri="{FF2B5EF4-FFF2-40B4-BE49-F238E27FC236}">
                  <a16:creationId xmlns:a16="http://schemas.microsoft.com/office/drawing/2014/main" id="{E98901EB-04DE-684D-841D-8EA386F76C33}"/>
                </a:ext>
              </a:extLst>
            </p:cNvPr>
            <p:cNvSpPr/>
            <p:nvPr/>
          </p:nvSpPr>
          <p:spPr>
            <a:xfrm>
              <a:off x="9378950" y="3559810"/>
              <a:ext cx="485563" cy="495299"/>
            </a:xfrm>
            <a:custGeom>
              <a:avLst/>
              <a:gdLst>
                <a:gd name="connsiteX0" fmla="*/ 0 w 485563"/>
                <a:gd name="connsiteY0" fmla="*/ 35137 h 495299"/>
                <a:gd name="connsiteX1" fmla="*/ 0 w 485563"/>
                <a:gd name="connsiteY1" fmla="*/ 33443 h 495299"/>
                <a:gd name="connsiteX2" fmla="*/ 0 w 485563"/>
                <a:gd name="connsiteY2" fmla="*/ 30903 h 495299"/>
                <a:gd name="connsiteX3" fmla="*/ 14393 w 485563"/>
                <a:gd name="connsiteY3" fmla="*/ 27940 h 495299"/>
                <a:gd name="connsiteX4" fmla="*/ 18204 w 485563"/>
                <a:gd name="connsiteY4" fmla="*/ 29633 h 495299"/>
                <a:gd name="connsiteX5" fmla="*/ 18204 w 485563"/>
                <a:gd name="connsiteY5" fmla="*/ 13970 h 495299"/>
                <a:gd name="connsiteX6" fmla="*/ 32596 w 485563"/>
                <a:gd name="connsiteY6" fmla="*/ 13970 h 495299"/>
                <a:gd name="connsiteX7" fmla="*/ 46143 w 485563"/>
                <a:gd name="connsiteY7" fmla="*/ 16933 h 495299"/>
                <a:gd name="connsiteX8" fmla="*/ 52070 w 485563"/>
                <a:gd name="connsiteY8" fmla="*/ 13970 h 495299"/>
                <a:gd name="connsiteX9" fmla="*/ 67310 w 485563"/>
                <a:gd name="connsiteY9" fmla="*/ 15663 h 495299"/>
                <a:gd name="connsiteX10" fmla="*/ 71120 w 485563"/>
                <a:gd name="connsiteY10" fmla="*/ 15663 h 495299"/>
                <a:gd name="connsiteX11" fmla="*/ 85513 w 485563"/>
                <a:gd name="connsiteY11" fmla="*/ 8467 h 495299"/>
                <a:gd name="connsiteX12" fmla="*/ 86783 w 485563"/>
                <a:gd name="connsiteY12" fmla="*/ 7196 h 495299"/>
                <a:gd name="connsiteX13" fmla="*/ 95250 w 485563"/>
                <a:gd name="connsiteY13" fmla="*/ 4233 h 495299"/>
                <a:gd name="connsiteX14" fmla="*/ 106257 w 485563"/>
                <a:gd name="connsiteY14" fmla="*/ 4233 h 495299"/>
                <a:gd name="connsiteX15" fmla="*/ 111760 w 485563"/>
                <a:gd name="connsiteY15" fmla="*/ 0 h 495299"/>
                <a:gd name="connsiteX16" fmla="*/ 125730 w 485563"/>
                <a:gd name="connsiteY16" fmla="*/ 2963 h 495299"/>
                <a:gd name="connsiteX17" fmla="*/ 140970 w 485563"/>
                <a:gd name="connsiteY17" fmla="*/ 2963 h 495299"/>
                <a:gd name="connsiteX18" fmla="*/ 143933 w 485563"/>
                <a:gd name="connsiteY18" fmla="*/ 2963 h 495299"/>
                <a:gd name="connsiteX19" fmla="*/ 145204 w 485563"/>
                <a:gd name="connsiteY19" fmla="*/ 4233 h 495299"/>
                <a:gd name="connsiteX20" fmla="*/ 146896 w 485563"/>
                <a:gd name="connsiteY20" fmla="*/ 4233 h 495299"/>
                <a:gd name="connsiteX21" fmla="*/ 148167 w 485563"/>
                <a:gd name="connsiteY21" fmla="*/ 5927 h 495299"/>
                <a:gd name="connsiteX22" fmla="*/ 149437 w 485563"/>
                <a:gd name="connsiteY22" fmla="*/ 7196 h 495299"/>
                <a:gd name="connsiteX23" fmla="*/ 163407 w 485563"/>
                <a:gd name="connsiteY23" fmla="*/ 18203 h 495299"/>
                <a:gd name="connsiteX24" fmla="*/ 177377 w 485563"/>
                <a:gd name="connsiteY24" fmla="*/ 25400 h 495299"/>
                <a:gd name="connsiteX25" fmla="*/ 190077 w 485563"/>
                <a:gd name="connsiteY25" fmla="*/ 39370 h 495299"/>
                <a:gd name="connsiteX26" fmla="*/ 204046 w 485563"/>
                <a:gd name="connsiteY26" fmla="*/ 41910 h 495299"/>
                <a:gd name="connsiteX27" fmla="*/ 218017 w 485563"/>
                <a:gd name="connsiteY27" fmla="*/ 37677 h 495299"/>
                <a:gd name="connsiteX28" fmla="*/ 220557 w 485563"/>
                <a:gd name="connsiteY28" fmla="*/ 51646 h 495299"/>
                <a:gd name="connsiteX29" fmla="*/ 234527 w 485563"/>
                <a:gd name="connsiteY29" fmla="*/ 49107 h 495299"/>
                <a:gd name="connsiteX30" fmla="*/ 238760 w 485563"/>
                <a:gd name="connsiteY30" fmla="*/ 63077 h 495299"/>
                <a:gd name="connsiteX31" fmla="*/ 241723 w 485563"/>
                <a:gd name="connsiteY31" fmla="*/ 65617 h 495299"/>
                <a:gd name="connsiteX32" fmla="*/ 250190 w 485563"/>
                <a:gd name="connsiteY32" fmla="*/ 50377 h 495299"/>
                <a:gd name="connsiteX33" fmla="*/ 265430 w 485563"/>
                <a:gd name="connsiteY33" fmla="*/ 51646 h 495299"/>
                <a:gd name="connsiteX34" fmla="*/ 279400 w 485563"/>
                <a:gd name="connsiteY34" fmla="*/ 55880 h 495299"/>
                <a:gd name="connsiteX35" fmla="*/ 287867 w 485563"/>
                <a:gd name="connsiteY35" fmla="*/ 63077 h 495299"/>
                <a:gd name="connsiteX36" fmla="*/ 295910 w 485563"/>
                <a:gd name="connsiteY36" fmla="*/ 75353 h 495299"/>
                <a:gd name="connsiteX37" fmla="*/ 309880 w 485563"/>
                <a:gd name="connsiteY37" fmla="*/ 86783 h 495299"/>
                <a:gd name="connsiteX38" fmla="*/ 325120 w 485563"/>
                <a:gd name="connsiteY38" fmla="*/ 78317 h 495299"/>
                <a:gd name="connsiteX39" fmla="*/ 339090 w 485563"/>
                <a:gd name="connsiteY39" fmla="*/ 93557 h 495299"/>
                <a:gd name="connsiteX40" fmla="*/ 340783 w 485563"/>
                <a:gd name="connsiteY40" fmla="*/ 107527 h 495299"/>
                <a:gd name="connsiteX41" fmla="*/ 347557 w 485563"/>
                <a:gd name="connsiteY41" fmla="*/ 113030 h 495299"/>
                <a:gd name="connsiteX42" fmla="*/ 345017 w 485563"/>
                <a:gd name="connsiteY42" fmla="*/ 127000 h 495299"/>
                <a:gd name="connsiteX43" fmla="*/ 343323 w 485563"/>
                <a:gd name="connsiteY43" fmla="*/ 140970 h 495299"/>
                <a:gd name="connsiteX44" fmla="*/ 340783 w 485563"/>
                <a:gd name="connsiteY44" fmla="*/ 143933 h 495299"/>
                <a:gd name="connsiteX45" fmla="*/ 339090 w 485563"/>
                <a:gd name="connsiteY45" fmla="*/ 157903 h 495299"/>
                <a:gd name="connsiteX46" fmla="*/ 353060 w 485563"/>
                <a:gd name="connsiteY46" fmla="*/ 166370 h 495299"/>
                <a:gd name="connsiteX47" fmla="*/ 362796 w 485563"/>
                <a:gd name="connsiteY47" fmla="*/ 176107 h 495299"/>
                <a:gd name="connsiteX48" fmla="*/ 375496 w 485563"/>
                <a:gd name="connsiteY48" fmla="*/ 190077 h 495299"/>
                <a:gd name="connsiteX49" fmla="*/ 389467 w 485563"/>
                <a:gd name="connsiteY49" fmla="*/ 182880 h 495299"/>
                <a:gd name="connsiteX50" fmla="*/ 402167 w 485563"/>
                <a:gd name="connsiteY50" fmla="*/ 198543 h 495299"/>
                <a:gd name="connsiteX51" fmla="*/ 399204 w 485563"/>
                <a:gd name="connsiteY51" fmla="*/ 212090 h 495299"/>
                <a:gd name="connsiteX52" fmla="*/ 394970 w 485563"/>
                <a:gd name="connsiteY52" fmla="*/ 226060 h 495299"/>
                <a:gd name="connsiteX53" fmla="*/ 404707 w 485563"/>
                <a:gd name="connsiteY53" fmla="*/ 240030 h 495299"/>
                <a:gd name="connsiteX54" fmla="*/ 417407 w 485563"/>
                <a:gd name="connsiteY54" fmla="*/ 254000 h 495299"/>
                <a:gd name="connsiteX55" fmla="*/ 431377 w 485563"/>
                <a:gd name="connsiteY55" fmla="*/ 262467 h 495299"/>
                <a:gd name="connsiteX56" fmla="*/ 445346 w 485563"/>
                <a:gd name="connsiteY56" fmla="*/ 263737 h 495299"/>
                <a:gd name="connsiteX57" fmla="*/ 458046 w 485563"/>
                <a:gd name="connsiteY57" fmla="*/ 277707 h 495299"/>
                <a:gd name="connsiteX58" fmla="*/ 458046 w 485563"/>
                <a:gd name="connsiteY58" fmla="*/ 279400 h 495299"/>
                <a:gd name="connsiteX59" fmla="*/ 459317 w 485563"/>
                <a:gd name="connsiteY59" fmla="*/ 281940 h 495299"/>
                <a:gd name="connsiteX60" fmla="*/ 459317 w 485563"/>
                <a:gd name="connsiteY60" fmla="*/ 293370 h 495299"/>
                <a:gd name="connsiteX61" fmla="*/ 461857 w 485563"/>
                <a:gd name="connsiteY61" fmla="*/ 308610 h 495299"/>
                <a:gd name="connsiteX62" fmla="*/ 452120 w 485563"/>
                <a:gd name="connsiteY62" fmla="*/ 314113 h 495299"/>
                <a:gd name="connsiteX63" fmla="*/ 453390 w 485563"/>
                <a:gd name="connsiteY63" fmla="*/ 316653 h 495299"/>
                <a:gd name="connsiteX64" fmla="*/ 467783 w 485563"/>
                <a:gd name="connsiteY64" fmla="*/ 322580 h 495299"/>
                <a:gd name="connsiteX65" fmla="*/ 471593 w 485563"/>
                <a:gd name="connsiteY65" fmla="*/ 330623 h 495299"/>
                <a:gd name="connsiteX66" fmla="*/ 485563 w 485563"/>
                <a:gd name="connsiteY66" fmla="*/ 336550 h 495299"/>
                <a:gd name="connsiteX67" fmla="*/ 485563 w 485563"/>
                <a:gd name="connsiteY67" fmla="*/ 337820 h 495299"/>
                <a:gd name="connsiteX68" fmla="*/ 481754 w 485563"/>
                <a:gd name="connsiteY68" fmla="*/ 342053 h 495299"/>
                <a:gd name="connsiteX69" fmla="*/ 469054 w 485563"/>
                <a:gd name="connsiteY69" fmla="*/ 342053 h 495299"/>
                <a:gd name="connsiteX70" fmla="*/ 466090 w 485563"/>
                <a:gd name="connsiteY70" fmla="*/ 342053 h 495299"/>
                <a:gd name="connsiteX71" fmla="*/ 450850 w 485563"/>
                <a:gd name="connsiteY71" fmla="*/ 347557 h 495299"/>
                <a:gd name="connsiteX72" fmla="*/ 441113 w 485563"/>
                <a:gd name="connsiteY72" fmla="*/ 333587 h 495299"/>
                <a:gd name="connsiteX73" fmla="*/ 427143 w 485563"/>
                <a:gd name="connsiteY73" fmla="*/ 333587 h 495299"/>
                <a:gd name="connsiteX74" fmla="*/ 425873 w 485563"/>
                <a:gd name="connsiteY74" fmla="*/ 340783 h 495299"/>
                <a:gd name="connsiteX75" fmla="*/ 411904 w 485563"/>
                <a:gd name="connsiteY75" fmla="*/ 334857 h 495299"/>
                <a:gd name="connsiteX76" fmla="*/ 396240 w 485563"/>
                <a:gd name="connsiteY76" fmla="*/ 323850 h 495299"/>
                <a:gd name="connsiteX77" fmla="*/ 382270 w 485563"/>
                <a:gd name="connsiteY77" fmla="*/ 328083 h 495299"/>
                <a:gd name="connsiteX78" fmla="*/ 382270 w 485563"/>
                <a:gd name="connsiteY78" fmla="*/ 326813 h 495299"/>
                <a:gd name="connsiteX79" fmla="*/ 371263 w 485563"/>
                <a:gd name="connsiteY79" fmla="*/ 340783 h 495299"/>
                <a:gd name="connsiteX80" fmla="*/ 365760 w 485563"/>
                <a:gd name="connsiteY80" fmla="*/ 326813 h 495299"/>
                <a:gd name="connsiteX81" fmla="*/ 361527 w 485563"/>
                <a:gd name="connsiteY81" fmla="*/ 315383 h 495299"/>
                <a:gd name="connsiteX82" fmla="*/ 347557 w 485563"/>
                <a:gd name="connsiteY82" fmla="*/ 321310 h 495299"/>
                <a:gd name="connsiteX83" fmla="*/ 333587 w 485563"/>
                <a:gd name="connsiteY83" fmla="*/ 328083 h 495299"/>
                <a:gd name="connsiteX84" fmla="*/ 331046 w 485563"/>
                <a:gd name="connsiteY84" fmla="*/ 330623 h 495299"/>
                <a:gd name="connsiteX85" fmla="*/ 331046 w 485563"/>
                <a:gd name="connsiteY85" fmla="*/ 344593 h 495299"/>
                <a:gd name="connsiteX86" fmla="*/ 333587 w 485563"/>
                <a:gd name="connsiteY86" fmla="*/ 351790 h 495299"/>
                <a:gd name="connsiteX87" fmla="*/ 337820 w 485563"/>
                <a:gd name="connsiteY87" fmla="*/ 365760 h 495299"/>
                <a:gd name="connsiteX88" fmla="*/ 343323 w 485563"/>
                <a:gd name="connsiteY88" fmla="*/ 379730 h 495299"/>
                <a:gd name="connsiteX89" fmla="*/ 336550 w 485563"/>
                <a:gd name="connsiteY89" fmla="*/ 392007 h 495299"/>
                <a:gd name="connsiteX90" fmla="*/ 331046 w 485563"/>
                <a:gd name="connsiteY90" fmla="*/ 405977 h 495299"/>
                <a:gd name="connsiteX91" fmla="*/ 323850 w 485563"/>
                <a:gd name="connsiteY91" fmla="*/ 407670 h 495299"/>
                <a:gd name="connsiteX92" fmla="*/ 314113 w 485563"/>
                <a:gd name="connsiteY92" fmla="*/ 421640 h 495299"/>
                <a:gd name="connsiteX93" fmla="*/ 305646 w 485563"/>
                <a:gd name="connsiteY93" fmla="*/ 435610 h 495299"/>
                <a:gd name="connsiteX94" fmla="*/ 294640 w 485563"/>
                <a:gd name="connsiteY94" fmla="*/ 442383 h 495299"/>
                <a:gd name="connsiteX95" fmla="*/ 291677 w 485563"/>
                <a:gd name="connsiteY95" fmla="*/ 450850 h 495299"/>
                <a:gd name="connsiteX96" fmla="*/ 290407 w 485563"/>
                <a:gd name="connsiteY96" fmla="*/ 450850 h 495299"/>
                <a:gd name="connsiteX97" fmla="*/ 284904 w 485563"/>
                <a:gd name="connsiteY97" fmla="*/ 452120 h 495299"/>
                <a:gd name="connsiteX98" fmla="*/ 287867 w 485563"/>
                <a:gd name="connsiteY98" fmla="*/ 466090 h 495299"/>
                <a:gd name="connsiteX99" fmla="*/ 289137 w 485563"/>
                <a:gd name="connsiteY99" fmla="*/ 480060 h 495299"/>
                <a:gd name="connsiteX100" fmla="*/ 275167 w 485563"/>
                <a:gd name="connsiteY100" fmla="*/ 484293 h 495299"/>
                <a:gd name="connsiteX101" fmla="*/ 272204 w 485563"/>
                <a:gd name="connsiteY101" fmla="*/ 484293 h 495299"/>
                <a:gd name="connsiteX102" fmla="*/ 263737 w 485563"/>
                <a:gd name="connsiteY102" fmla="*/ 483023 h 495299"/>
                <a:gd name="connsiteX103" fmla="*/ 250190 w 485563"/>
                <a:gd name="connsiteY103" fmla="*/ 488527 h 495299"/>
                <a:gd name="connsiteX104" fmla="*/ 248496 w 485563"/>
                <a:gd name="connsiteY104" fmla="*/ 488527 h 495299"/>
                <a:gd name="connsiteX105" fmla="*/ 248496 w 485563"/>
                <a:gd name="connsiteY105" fmla="*/ 491067 h 495299"/>
                <a:gd name="connsiteX106" fmla="*/ 248496 w 485563"/>
                <a:gd name="connsiteY106" fmla="*/ 495300 h 495299"/>
                <a:gd name="connsiteX107" fmla="*/ 244263 w 485563"/>
                <a:gd name="connsiteY107" fmla="*/ 492760 h 495299"/>
                <a:gd name="connsiteX108" fmla="*/ 241723 w 485563"/>
                <a:gd name="connsiteY108" fmla="*/ 488527 h 495299"/>
                <a:gd name="connsiteX109" fmla="*/ 231987 w 485563"/>
                <a:gd name="connsiteY109" fmla="*/ 474557 h 495299"/>
                <a:gd name="connsiteX110" fmla="*/ 237490 w 485563"/>
                <a:gd name="connsiteY110" fmla="*/ 460587 h 495299"/>
                <a:gd name="connsiteX111" fmla="*/ 235796 w 485563"/>
                <a:gd name="connsiteY111" fmla="*/ 446617 h 495299"/>
                <a:gd name="connsiteX112" fmla="*/ 229023 w 485563"/>
                <a:gd name="connsiteY112" fmla="*/ 432646 h 495299"/>
                <a:gd name="connsiteX113" fmla="*/ 229023 w 485563"/>
                <a:gd name="connsiteY113" fmla="*/ 418677 h 495299"/>
                <a:gd name="connsiteX114" fmla="*/ 223520 w 485563"/>
                <a:gd name="connsiteY114" fmla="*/ 403437 h 495299"/>
                <a:gd name="connsiteX115" fmla="*/ 224790 w 485563"/>
                <a:gd name="connsiteY115" fmla="*/ 389467 h 495299"/>
                <a:gd name="connsiteX116" fmla="*/ 226483 w 485563"/>
                <a:gd name="connsiteY116" fmla="*/ 383963 h 495299"/>
                <a:gd name="connsiteX117" fmla="*/ 223520 w 485563"/>
                <a:gd name="connsiteY117" fmla="*/ 369993 h 495299"/>
                <a:gd name="connsiteX118" fmla="*/ 224790 w 485563"/>
                <a:gd name="connsiteY118" fmla="*/ 363220 h 495299"/>
                <a:gd name="connsiteX119" fmla="*/ 227754 w 485563"/>
                <a:gd name="connsiteY119" fmla="*/ 358563 h 495299"/>
                <a:gd name="connsiteX120" fmla="*/ 233257 w 485563"/>
                <a:gd name="connsiteY120" fmla="*/ 344593 h 495299"/>
                <a:gd name="connsiteX121" fmla="*/ 237490 w 485563"/>
                <a:gd name="connsiteY121" fmla="*/ 330623 h 495299"/>
                <a:gd name="connsiteX122" fmla="*/ 233257 w 485563"/>
                <a:gd name="connsiteY122" fmla="*/ 316653 h 495299"/>
                <a:gd name="connsiteX123" fmla="*/ 234527 w 485563"/>
                <a:gd name="connsiteY123" fmla="*/ 302683 h 495299"/>
                <a:gd name="connsiteX124" fmla="*/ 227754 w 485563"/>
                <a:gd name="connsiteY124" fmla="*/ 289137 h 495299"/>
                <a:gd name="connsiteX125" fmla="*/ 220557 w 485563"/>
                <a:gd name="connsiteY125" fmla="*/ 275167 h 495299"/>
                <a:gd name="connsiteX126" fmla="*/ 219287 w 485563"/>
                <a:gd name="connsiteY126" fmla="*/ 275167 h 495299"/>
                <a:gd name="connsiteX127" fmla="*/ 215054 w 485563"/>
                <a:gd name="connsiteY127" fmla="*/ 263737 h 495299"/>
                <a:gd name="connsiteX128" fmla="*/ 210820 w 485563"/>
                <a:gd name="connsiteY128" fmla="*/ 249767 h 495299"/>
                <a:gd name="connsiteX129" fmla="*/ 195580 w 485563"/>
                <a:gd name="connsiteY129" fmla="*/ 235796 h 495299"/>
                <a:gd name="connsiteX130" fmla="*/ 181610 w 485563"/>
                <a:gd name="connsiteY130" fmla="*/ 227753 h 495299"/>
                <a:gd name="connsiteX131" fmla="*/ 167640 w 485563"/>
                <a:gd name="connsiteY131" fmla="*/ 216323 h 495299"/>
                <a:gd name="connsiteX132" fmla="*/ 166370 w 485563"/>
                <a:gd name="connsiteY132" fmla="*/ 208280 h 495299"/>
                <a:gd name="connsiteX133" fmla="*/ 166370 w 485563"/>
                <a:gd name="connsiteY133" fmla="*/ 206587 h 495299"/>
                <a:gd name="connsiteX134" fmla="*/ 151130 w 485563"/>
                <a:gd name="connsiteY134" fmla="*/ 192617 h 495299"/>
                <a:gd name="connsiteX135" fmla="*/ 137160 w 485563"/>
                <a:gd name="connsiteY135" fmla="*/ 179917 h 495299"/>
                <a:gd name="connsiteX136" fmla="*/ 135467 w 485563"/>
                <a:gd name="connsiteY136" fmla="*/ 166370 h 495299"/>
                <a:gd name="connsiteX137" fmla="*/ 121920 w 485563"/>
                <a:gd name="connsiteY137" fmla="*/ 160443 h 495299"/>
                <a:gd name="connsiteX138" fmla="*/ 120227 w 485563"/>
                <a:gd name="connsiteY138" fmla="*/ 157903 h 495299"/>
                <a:gd name="connsiteX139" fmla="*/ 107527 w 485563"/>
                <a:gd name="connsiteY139" fmla="*/ 143933 h 495299"/>
                <a:gd name="connsiteX140" fmla="*/ 104987 w 485563"/>
                <a:gd name="connsiteY140" fmla="*/ 139700 h 495299"/>
                <a:gd name="connsiteX141" fmla="*/ 91017 w 485563"/>
                <a:gd name="connsiteY141" fmla="*/ 124460 h 495299"/>
                <a:gd name="connsiteX142" fmla="*/ 85513 w 485563"/>
                <a:gd name="connsiteY142" fmla="*/ 110490 h 495299"/>
                <a:gd name="connsiteX143" fmla="*/ 79587 w 485563"/>
                <a:gd name="connsiteY143" fmla="*/ 96520 h 495299"/>
                <a:gd name="connsiteX144" fmla="*/ 72813 w 485563"/>
                <a:gd name="connsiteY144" fmla="*/ 82550 h 495299"/>
                <a:gd name="connsiteX145" fmla="*/ 68580 w 485563"/>
                <a:gd name="connsiteY145" fmla="*/ 77046 h 495299"/>
                <a:gd name="connsiteX146" fmla="*/ 68580 w 485563"/>
                <a:gd name="connsiteY146" fmla="*/ 75353 h 495299"/>
                <a:gd name="connsiteX147" fmla="*/ 54610 w 485563"/>
                <a:gd name="connsiteY147" fmla="*/ 63077 h 495299"/>
                <a:gd name="connsiteX148" fmla="*/ 43604 w 485563"/>
                <a:gd name="connsiteY148" fmla="*/ 49107 h 495299"/>
                <a:gd name="connsiteX149" fmla="*/ 29633 w 485563"/>
                <a:gd name="connsiteY149" fmla="*/ 40640 h 495299"/>
                <a:gd name="connsiteX150" fmla="*/ 14393 w 485563"/>
                <a:gd name="connsiteY150" fmla="*/ 36407 h 495299"/>
                <a:gd name="connsiteX151" fmla="*/ 0 w 485563"/>
                <a:gd name="connsiteY151" fmla="*/ 35137 h 495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485563" h="495299">
                  <a:moveTo>
                    <a:pt x="0" y="35137"/>
                  </a:moveTo>
                  <a:lnTo>
                    <a:pt x="0" y="33443"/>
                  </a:lnTo>
                  <a:lnTo>
                    <a:pt x="0" y="30903"/>
                  </a:lnTo>
                  <a:lnTo>
                    <a:pt x="14393" y="27940"/>
                  </a:lnTo>
                  <a:lnTo>
                    <a:pt x="18204" y="29633"/>
                  </a:lnTo>
                  <a:lnTo>
                    <a:pt x="18204" y="13970"/>
                  </a:lnTo>
                  <a:lnTo>
                    <a:pt x="32596" y="13970"/>
                  </a:lnTo>
                  <a:lnTo>
                    <a:pt x="46143" y="16933"/>
                  </a:lnTo>
                  <a:lnTo>
                    <a:pt x="52070" y="13970"/>
                  </a:lnTo>
                  <a:lnTo>
                    <a:pt x="67310" y="15663"/>
                  </a:lnTo>
                  <a:lnTo>
                    <a:pt x="71120" y="15663"/>
                  </a:lnTo>
                  <a:lnTo>
                    <a:pt x="85513" y="8467"/>
                  </a:lnTo>
                  <a:lnTo>
                    <a:pt x="86783" y="7196"/>
                  </a:lnTo>
                  <a:lnTo>
                    <a:pt x="95250" y="4233"/>
                  </a:lnTo>
                  <a:lnTo>
                    <a:pt x="106257" y="4233"/>
                  </a:lnTo>
                  <a:lnTo>
                    <a:pt x="111760" y="0"/>
                  </a:lnTo>
                  <a:lnTo>
                    <a:pt x="125730" y="2963"/>
                  </a:lnTo>
                  <a:lnTo>
                    <a:pt x="140970" y="2963"/>
                  </a:lnTo>
                  <a:lnTo>
                    <a:pt x="143933" y="2963"/>
                  </a:lnTo>
                  <a:lnTo>
                    <a:pt x="145204" y="4233"/>
                  </a:lnTo>
                  <a:lnTo>
                    <a:pt x="146896" y="4233"/>
                  </a:lnTo>
                  <a:lnTo>
                    <a:pt x="148167" y="5927"/>
                  </a:lnTo>
                  <a:lnTo>
                    <a:pt x="149437" y="7196"/>
                  </a:lnTo>
                  <a:lnTo>
                    <a:pt x="163407" y="18203"/>
                  </a:lnTo>
                  <a:lnTo>
                    <a:pt x="177377" y="25400"/>
                  </a:lnTo>
                  <a:lnTo>
                    <a:pt x="190077" y="39370"/>
                  </a:lnTo>
                  <a:lnTo>
                    <a:pt x="204046" y="41910"/>
                  </a:lnTo>
                  <a:lnTo>
                    <a:pt x="218017" y="37677"/>
                  </a:lnTo>
                  <a:lnTo>
                    <a:pt x="220557" y="51646"/>
                  </a:lnTo>
                  <a:lnTo>
                    <a:pt x="234527" y="49107"/>
                  </a:lnTo>
                  <a:lnTo>
                    <a:pt x="238760" y="63077"/>
                  </a:lnTo>
                  <a:lnTo>
                    <a:pt x="241723" y="65617"/>
                  </a:lnTo>
                  <a:lnTo>
                    <a:pt x="250190" y="50377"/>
                  </a:lnTo>
                  <a:lnTo>
                    <a:pt x="265430" y="51646"/>
                  </a:lnTo>
                  <a:lnTo>
                    <a:pt x="279400" y="55880"/>
                  </a:lnTo>
                  <a:lnTo>
                    <a:pt x="287867" y="63077"/>
                  </a:lnTo>
                  <a:lnTo>
                    <a:pt x="295910" y="75353"/>
                  </a:lnTo>
                  <a:lnTo>
                    <a:pt x="309880" y="86783"/>
                  </a:lnTo>
                  <a:lnTo>
                    <a:pt x="325120" y="78317"/>
                  </a:lnTo>
                  <a:lnTo>
                    <a:pt x="339090" y="93557"/>
                  </a:lnTo>
                  <a:lnTo>
                    <a:pt x="340783" y="107527"/>
                  </a:lnTo>
                  <a:lnTo>
                    <a:pt x="347557" y="113030"/>
                  </a:lnTo>
                  <a:lnTo>
                    <a:pt x="345017" y="127000"/>
                  </a:lnTo>
                  <a:lnTo>
                    <a:pt x="343323" y="140970"/>
                  </a:lnTo>
                  <a:lnTo>
                    <a:pt x="340783" y="143933"/>
                  </a:lnTo>
                  <a:lnTo>
                    <a:pt x="339090" y="157903"/>
                  </a:lnTo>
                  <a:lnTo>
                    <a:pt x="353060" y="166370"/>
                  </a:lnTo>
                  <a:lnTo>
                    <a:pt x="362796" y="176107"/>
                  </a:lnTo>
                  <a:lnTo>
                    <a:pt x="375496" y="190077"/>
                  </a:lnTo>
                  <a:lnTo>
                    <a:pt x="389467" y="182880"/>
                  </a:lnTo>
                  <a:lnTo>
                    <a:pt x="402167" y="198543"/>
                  </a:lnTo>
                  <a:lnTo>
                    <a:pt x="399204" y="212090"/>
                  </a:lnTo>
                  <a:lnTo>
                    <a:pt x="394970" y="226060"/>
                  </a:lnTo>
                  <a:lnTo>
                    <a:pt x="404707" y="240030"/>
                  </a:lnTo>
                  <a:lnTo>
                    <a:pt x="417407" y="254000"/>
                  </a:lnTo>
                  <a:lnTo>
                    <a:pt x="431377" y="262467"/>
                  </a:lnTo>
                  <a:lnTo>
                    <a:pt x="445346" y="263737"/>
                  </a:lnTo>
                  <a:lnTo>
                    <a:pt x="458046" y="277707"/>
                  </a:lnTo>
                  <a:lnTo>
                    <a:pt x="458046" y="279400"/>
                  </a:lnTo>
                  <a:lnTo>
                    <a:pt x="459317" y="281940"/>
                  </a:lnTo>
                  <a:lnTo>
                    <a:pt x="459317" y="293370"/>
                  </a:lnTo>
                  <a:lnTo>
                    <a:pt x="461857" y="308610"/>
                  </a:lnTo>
                  <a:lnTo>
                    <a:pt x="452120" y="314113"/>
                  </a:lnTo>
                  <a:lnTo>
                    <a:pt x="453390" y="316653"/>
                  </a:lnTo>
                  <a:lnTo>
                    <a:pt x="467783" y="322580"/>
                  </a:lnTo>
                  <a:lnTo>
                    <a:pt x="471593" y="330623"/>
                  </a:lnTo>
                  <a:lnTo>
                    <a:pt x="485563" y="336550"/>
                  </a:lnTo>
                  <a:lnTo>
                    <a:pt x="485563" y="337820"/>
                  </a:lnTo>
                  <a:lnTo>
                    <a:pt x="481754" y="342053"/>
                  </a:lnTo>
                  <a:lnTo>
                    <a:pt x="469054" y="342053"/>
                  </a:lnTo>
                  <a:lnTo>
                    <a:pt x="466090" y="342053"/>
                  </a:lnTo>
                  <a:lnTo>
                    <a:pt x="450850" y="347557"/>
                  </a:lnTo>
                  <a:lnTo>
                    <a:pt x="441113" y="333587"/>
                  </a:lnTo>
                  <a:lnTo>
                    <a:pt x="427143" y="333587"/>
                  </a:lnTo>
                  <a:lnTo>
                    <a:pt x="425873" y="340783"/>
                  </a:lnTo>
                  <a:lnTo>
                    <a:pt x="411904" y="334857"/>
                  </a:lnTo>
                  <a:lnTo>
                    <a:pt x="396240" y="323850"/>
                  </a:lnTo>
                  <a:lnTo>
                    <a:pt x="382270" y="328083"/>
                  </a:lnTo>
                  <a:lnTo>
                    <a:pt x="382270" y="326813"/>
                  </a:lnTo>
                  <a:lnTo>
                    <a:pt x="371263" y="340783"/>
                  </a:lnTo>
                  <a:lnTo>
                    <a:pt x="365760" y="326813"/>
                  </a:lnTo>
                  <a:lnTo>
                    <a:pt x="361527" y="315383"/>
                  </a:lnTo>
                  <a:lnTo>
                    <a:pt x="347557" y="321310"/>
                  </a:lnTo>
                  <a:lnTo>
                    <a:pt x="333587" y="328083"/>
                  </a:lnTo>
                  <a:lnTo>
                    <a:pt x="331046" y="330623"/>
                  </a:lnTo>
                  <a:lnTo>
                    <a:pt x="331046" y="344593"/>
                  </a:lnTo>
                  <a:lnTo>
                    <a:pt x="333587" y="351790"/>
                  </a:lnTo>
                  <a:lnTo>
                    <a:pt x="337820" y="365760"/>
                  </a:lnTo>
                  <a:lnTo>
                    <a:pt x="343323" y="379730"/>
                  </a:lnTo>
                  <a:lnTo>
                    <a:pt x="336550" y="392007"/>
                  </a:lnTo>
                  <a:lnTo>
                    <a:pt x="331046" y="405977"/>
                  </a:lnTo>
                  <a:lnTo>
                    <a:pt x="323850" y="407670"/>
                  </a:lnTo>
                  <a:lnTo>
                    <a:pt x="314113" y="421640"/>
                  </a:lnTo>
                  <a:lnTo>
                    <a:pt x="305646" y="435610"/>
                  </a:lnTo>
                  <a:lnTo>
                    <a:pt x="294640" y="442383"/>
                  </a:lnTo>
                  <a:lnTo>
                    <a:pt x="291677" y="450850"/>
                  </a:lnTo>
                  <a:lnTo>
                    <a:pt x="290407" y="450850"/>
                  </a:lnTo>
                  <a:lnTo>
                    <a:pt x="284904" y="452120"/>
                  </a:lnTo>
                  <a:lnTo>
                    <a:pt x="287867" y="466090"/>
                  </a:lnTo>
                  <a:lnTo>
                    <a:pt x="289137" y="480060"/>
                  </a:lnTo>
                  <a:lnTo>
                    <a:pt x="275167" y="484293"/>
                  </a:lnTo>
                  <a:lnTo>
                    <a:pt x="272204" y="484293"/>
                  </a:lnTo>
                  <a:lnTo>
                    <a:pt x="263737" y="483023"/>
                  </a:lnTo>
                  <a:lnTo>
                    <a:pt x="250190" y="488527"/>
                  </a:lnTo>
                  <a:lnTo>
                    <a:pt x="248496" y="488527"/>
                  </a:lnTo>
                  <a:lnTo>
                    <a:pt x="248496" y="491067"/>
                  </a:lnTo>
                  <a:lnTo>
                    <a:pt x="248496" y="495300"/>
                  </a:lnTo>
                  <a:lnTo>
                    <a:pt x="244263" y="492760"/>
                  </a:lnTo>
                  <a:lnTo>
                    <a:pt x="241723" y="488527"/>
                  </a:lnTo>
                  <a:lnTo>
                    <a:pt x="231987" y="474557"/>
                  </a:lnTo>
                  <a:lnTo>
                    <a:pt x="237490" y="460587"/>
                  </a:lnTo>
                  <a:lnTo>
                    <a:pt x="235796" y="446617"/>
                  </a:lnTo>
                  <a:lnTo>
                    <a:pt x="229023" y="432646"/>
                  </a:lnTo>
                  <a:lnTo>
                    <a:pt x="229023" y="418677"/>
                  </a:lnTo>
                  <a:lnTo>
                    <a:pt x="223520" y="403437"/>
                  </a:lnTo>
                  <a:lnTo>
                    <a:pt x="224790" y="389467"/>
                  </a:lnTo>
                  <a:lnTo>
                    <a:pt x="226483" y="383963"/>
                  </a:lnTo>
                  <a:lnTo>
                    <a:pt x="223520" y="369993"/>
                  </a:lnTo>
                  <a:lnTo>
                    <a:pt x="224790" y="363220"/>
                  </a:lnTo>
                  <a:lnTo>
                    <a:pt x="227754" y="358563"/>
                  </a:lnTo>
                  <a:lnTo>
                    <a:pt x="233257" y="344593"/>
                  </a:lnTo>
                  <a:lnTo>
                    <a:pt x="237490" y="330623"/>
                  </a:lnTo>
                  <a:lnTo>
                    <a:pt x="233257" y="316653"/>
                  </a:lnTo>
                  <a:lnTo>
                    <a:pt x="234527" y="302683"/>
                  </a:lnTo>
                  <a:lnTo>
                    <a:pt x="227754" y="289137"/>
                  </a:lnTo>
                  <a:lnTo>
                    <a:pt x="220557" y="275167"/>
                  </a:lnTo>
                  <a:lnTo>
                    <a:pt x="219287" y="275167"/>
                  </a:lnTo>
                  <a:lnTo>
                    <a:pt x="215054" y="263737"/>
                  </a:lnTo>
                  <a:lnTo>
                    <a:pt x="210820" y="249767"/>
                  </a:lnTo>
                  <a:lnTo>
                    <a:pt x="195580" y="235796"/>
                  </a:lnTo>
                  <a:lnTo>
                    <a:pt x="181610" y="227753"/>
                  </a:lnTo>
                  <a:lnTo>
                    <a:pt x="167640" y="216323"/>
                  </a:lnTo>
                  <a:lnTo>
                    <a:pt x="166370" y="208280"/>
                  </a:lnTo>
                  <a:lnTo>
                    <a:pt x="166370" y="206587"/>
                  </a:lnTo>
                  <a:lnTo>
                    <a:pt x="151130" y="192617"/>
                  </a:lnTo>
                  <a:lnTo>
                    <a:pt x="137160" y="179917"/>
                  </a:lnTo>
                  <a:lnTo>
                    <a:pt x="135467" y="166370"/>
                  </a:lnTo>
                  <a:lnTo>
                    <a:pt x="121920" y="160443"/>
                  </a:lnTo>
                  <a:lnTo>
                    <a:pt x="120227" y="157903"/>
                  </a:lnTo>
                  <a:lnTo>
                    <a:pt x="107527" y="143933"/>
                  </a:lnTo>
                  <a:lnTo>
                    <a:pt x="104987" y="139700"/>
                  </a:lnTo>
                  <a:lnTo>
                    <a:pt x="91017" y="124460"/>
                  </a:lnTo>
                  <a:lnTo>
                    <a:pt x="85513" y="110490"/>
                  </a:lnTo>
                  <a:lnTo>
                    <a:pt x="79587" y="96520"/>
                  </a:lnTo>
                  <a:lnTo>
                    <a:pt x="72813" y="82550"/>
                  </a:lnTo>
                  <a:lnTo>
                    <a:pt x="68580" y="77046"/>
                  </a:lnTo>
                  <a:lnTo>
                    <a:pt x="68580" y="75353"/>
                  </a:lnTo>
                  <a:lnTo>
                    <a:pt x="54610" y="63077"/>
                  </a:lnTo>
                  <a:lnTo>
                    <a:pt x="43604" y="49107"/>
                  </a:lnTo>
                  <a:lnTo>
                    <a:pt x="29633" y="40640"/>
                  </a:lnTo>
                  <a:lnTo>
                    <a:pt x="14393" y="36407"/>
                  </a:lnTo>
                  <a:lnTo>
                    <a:pt x="0" y="3513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1" name="Freeform 2310">
              <a:extLst>
                <a:ext uri="{FF2B5EF4-FFF2-40B4-BE49-F238E27FC236}">
                  <a16:creationId xmlns:a16="http://schemas.microsoft.com/office/drawing/2014/main" id="{924106D1-CF0B-BA41-8518-6CF76B844640}"/>
                </a:ext>
              </a:extLst>
            </p:cNvPr>
            <p:cNvSpPr/>
            <p:nvPr/>
          </p:nvSpPr>
          <p:spPr>
            <a:xfrm>
              <a:off x="8568689" y="4415366"/>
              <a:ext cx="234526" cy="243839"/>
            </a:xfrm>
            <a:custGeom>
              <a:avLst/>
              <a:gdLst>
                <a:gd name="connsiteX0" fmla="*/ 0 w 234526"/>
                <a:gd name="connsiteY0" fmla="*/ 91863 h 243839"/>
                <a:gd name="connsiteX1" fmla="*/ 1693 w 234526"/>
                <a:gd name="connsiteY1" fmla="*/ 83396 h 243839"/>
                <a:gd name="connsiteX2" fmla="*/ 13970 w 234526"/>
                <a:gd name="connsiteY2" fmla="*/ 84667 h 243839"/>
                <a:gd name="connsiteX3" fmla="*/ 21167 w 234526"/>
                <a:gd name="connsiteY3" fmla="*/ 86360 h 243839"/>
                <a:gd name="connsiteX4" fmla="*/ 22437 w 234526"/>
                <a:gd name="connsiteY4" fmla="*/ 77893 h 243839"/>
                <a:gd name="connsiteX5" fmla="*/ 36407 w 234526"/>
                <a:gd name="connsiteY5" fmla="*/ 72390 h 243839"/>
                <a:gd name="connsiteX6" fmla="*/ 37677 w 234526"/>
                <a:gd name="connsiteY6" fmla="*/ 72390 h 243839"/>
                <a:gd name="connsiteX7" fmla="*/ 40640 w 234526"/>
                <a:gd name="connsiteY7" fmla="*/ 72390 h 243839"/>
                <a:gd name="connsiteX8" fmla="*/ 55880 w 234526"/>
                <a:gd name="connsiteY8" fmla="*/ 68157 h 243839"/>
                <a:gd name="connsiteX9" fmla="*/ 61383 w 234526"/>
                <a:gd name="connsiteY9" fmla="*/ 63923 h 243839"/>
                <a:gd name="connsiteX10" fmla="*/ 57150 w 234526"/>
                <a:gd name="connsiteY10" fmla="*/ 49954 h 243839"/>
                <a:gd name="connsiteX11" fmla="*/ 61383 w 234526"/>
                <a:gd name="connsiteY11" fmla="*/ 46990 h 243839"/>
                <a:gd name="connsiteX12" fmla="*/ 62654 w 234526"/>
                <a:gd name="connsiteY12" fmla="*/ 48683 h 243839"/>
                <a:gd name="connsiteX13" fmla="*/ 76623 w 234526"/>
                <a:gd name="connsiteY13" fmla="*/ 40217 h 243839"/>
                <a:gd name="connsiteX14" fmla="*/ 79587 w 234526"/>
                <a:gd name="connsiteY14" fmla="*/ 33443 h 243839"/>
                <a:gd name="connsiteX15" fmla="*/ 75354 w 234526"/>
                <a:gd name="connsiteY15" fmla="*/ 19473 h 243839"/>
                <a:gd name="connsiteX16" fmla="*/ 72390 w 234526"/>
                <a:gd name="connsiteY16" fmla="*/ 9737 h 243839"/>
                <a:gd name="connsiteX17" fmla="*/ 82550 w 234526"/>
                <a:gd name="connsiteY17" fmla="*/ 8043 h 243839"/>
                <a:gd name="connsiteX18" fmla="*/ 83397 w 234526"/>
                <a:gd name="connsiteY18" fmla="*/ 6773 h 243839"/>
                <a:gd name="connsiteX19" fmla="*/ 97790 w 234526"/>
                <a:gd name="connsiteY19" fmla="*/ 0 h 243839"/>
                <a:gd name="connsiteX20" fmla="*/ 103293 w 234526"/>
                <a:gd name="connsiteY20" fmla="*/ 13546 h 243839"/>
                <a:gd name="connsiteX21" fmla="*/ 113030 w 234526"/>
                <a:gd name="connsiteY21" fmla="*/ 19473 h 243839"/>
                <a:gd name="connsiteX22" fmla="*/ 119804 w 234526"/>
                <a:gd name="connsiteY22" fmla="*/ 23707 h 243839"/>
                <a:gd name="connsiteX23" fmla="*/ 131233 w 234526"/>
                <a:gd name="connsiteY23" fmla="*/ 29210 h 243839"/>
                <a:gd name="connsiteX24" fmla="*/ 145204 w 234526"/>
                <a:gd name="connsiteY24" fmla="*/ 37254 h 243839"/>
                <a:gd name="connsiteX25" fmla="*/ 157480 w 234526"/>
                <a:gd name="connsiteY25" fmla="*/ 51223 h 243839"/>
                <a:gd name="connsiteX26" fmla="*/ 157480 w 234526"/>
                <a:gd name="connsiteY26" fmla="*/ 54187 h 243839"/>
                <a:gd name="connsiteX27" fmla="*/ 170180 w 234526"/>
                <a:gd name="connsiteY27" fmla="*/ 62654 h 243839"/>
                <a:gd name="connsiteX28" fmla="*/ 184150 w 234526"/>
                <a:gd name="connsiteY28" fmla="*/ 66887 h 243839"/>
                <a:gd name="connsiteX29" fmla="*/ 184150 w 234526"/>
                <a:gd name="connsiteY29" fmla="*/ 71120 h 243839"/>
                <a:gd name="connsiteX30" fmla="*/ 179917 w 234526"/>
                <a:gd name="connsiteY30" fmla="*/ 84667 h 243839"/>
                <a:gd name="connsiteX31" fmla="*/ 182880 w 234526"/>
                <a:gd name="connsiteY31" fmla="*/ 86360 h 243839"/>
                <a:gd name="connsiteX32" fmla="*/ 195157 w 234526"/>
                <a:gd name="connsiteY32" fmla="*/ 88900 h 243839"/>
                <a:gd name="connsiteX33" fmla="*/ 207857 w 234526"/>
                <a:gd name="connsiteY33" fmla="*/ 91863 h 243839"/>
                <a:gd name="connsiteX34" fmla="*/ 221827 w 234526"/>
                <a:gd name="connsiteY34" fmla="*/ 94827 h 243839"/>
                <a:gd name="connsiteX35" fmla="*/ 228600 w 234526"/>
                <a:gd name="connsiteY35" fmla="*/ 94827 h 243839"/>
                <a:gd name="connsiteX36" fmla="*/ 234527 w 234526"/>
                <a:gd name="connsiteY36" fmla="*/ 101600 h 243839"/>
                <a:gd name="connsiteX37" fmla="*/ 228600 w 234526"/>
                <a:gd name="connsiteY37" fmla="*/ 112607 h 243839"/>
                <a:gd name="connsiteX38" fmla="*/ 223097 w 234526"/>
                <a:gd name="connsiteY38" fmla="*/ 126577 h 243839"/>
                <a:gd name="connsiteX39" fmla="*/ 220557 w 234526"/>
                <a:gd name="connsiteY39" fmla="*/ 128270 h 243839"/>
                <a:gd name="connsiteX40" fmla="*/ 216323 w 234526"/>
                <a:gd name="connsiteY40" fmla="*/ 133773 h 243839"/>
                <a:gd name="connsiteX41" fmla="*/ 216323 w 234526"/>
                <a:gd name="connsiteY41" fmla="*/ 143510 h 243839"/>
                <a:gd name="connsiteX42" fmla="*/ 202354 w 234526"/>
                <a:gd name="connsiteY42" fmla="*/ 153246 h 243839"/>
                <a:gd name="connsiteX43" fmla="*/ 209127 w 234526"/>
                <a:gd name="connsiteY43" fmla="*/ 167217 h 243839"/>
                <a:gd name="connsiteX44" fmla="*/ 198120 w 234526"/>
                <a:gd name="connsiteY44" fmla="*/ 167217 h 243839"/>
                <a:gd name="connsiteX45" fmla="*/ 195157 w 234526"/>
                <a:gd name="connsiteY45" fmla="*/ 170180 h 243839"/>
                <a:gd name="connsiteX46" fmla="*/ 182880 w 234526"/>
                <a:gd name="connsiteY46" fmla="*/ 171450 h 243839"/>
                <a:gd name="connsiteX47" fmla="*/ 179917 w 234526"/>
                <a:gd name="connsiteY47" fmla="*/ 174413 h 243839"/>
                <a:gd name="connsiteX48" fmla="*/ 178647 w 234526"/>
                <a:gd name="connsiteY48" fmla="*/ 176954 h 243839"/>
                <a:gd name="connsiteX49" fmla="*/ 175683 w 234526"/>
                <a:gd name="connsiteY49" fmla="*/ 182457 h 243839"/>
                <a:gd name="connsiteX50" fmla="*/ 177377 w 234526"/>
                <a:gd name="connsiteY50" fmla="*/ 192193 h 243839"/>
                <a:gd name="connsiteX51" fmla="*/ 164677 w 234526"/>
                <a:gd name="connsiteY51" fmla="*/ 190923 h 243839"/>
                <a:gd name="connsiteX52" fmla="*/ 156210 w 234526"/>
                <a:gd name="connsiteY52" fmla="*/ 181187 h 243839"/>
                <a:gd name="connsiteX53" fmla="*/ 147743 w 234526"/>
                <a:gd name="connsiteY53" fmla="*/ 175683 h 243839"/>
                <a:gd name="connsiteX54" fmla="*/ 143510 w 234526"/>
                <a:gd name="connsiteY54" fmla="*/ 178223 h 243839"/>
                <a:gd name="connsiteX55" fmla="*/ 129964 w 234526"/>
                <a:gd name="connsiteY55" fmla="*/ 186690 h 243839"/>
                <a:gd name="connsiteX56" fmla="*/ 118533 w 234526"/>
                <a:gd name="connsiteY56" fmla="*/ 190923 h 243839"/>
                <a:gd name="connsiteX57" fmla="*/ 104564 w 234526"/>
                <a:gd name="connsiteY57" fmla="*/ 195157 h 243839"/>
                <a:gd name="connsiteX58" fmla="*/ 102023 w 234526"/>
                <a:gd name="connsiteY58" fmla="*/ 207433 h 243839"/>
                <a:gd name="connsiteX59" fmla="*/ 103293 w 234526"/>
                <a:gd name="connsiteY59" fmla="*/ 221404 h 243839"/>
                <a:gd name="connsiteX60" fmla="*/ 90593 w 234526"/>
                <a:gd name="connsiteY60" fmla="*/ 235373 h 243839"/>
                <a:gd name="connsiteX61" fmla="*/ 75354 w 234526"/>
                <a:gd name="connsiteY61" fmla="*/ 243840 h 243839"/>
                <a:gd name="connsiteX62" fmla="*/ 75354 w 234526"/>
                <a:gd name="connsiteY62" fmla="*/ 229870 h 243839"/>
                <a:gd name="connsiteX63" fmla="*/ 82550 w 234526"/>
                <a:gd name="connsiteY63" fmla="*/ 215900 h 243839"/>
                <a:gd name="connsiteX64" fmla="*/ 78317 w 234526"/>
                <a:gd name="connsiteY64" fmla="*/ 201930 h 243839"/>
                <a:gd name="connsiteX65" fmla="*/ 74083 w 234526"/>
                <a:gd name="connsiteY65" fmla="*/ 192193 h 243839"/>
                <a:gd name="connsiteX66" fmla="*/ 72390 w 234526"/>
                <a:gd name="connsiteY66" fmla="*/ 185420 h 243839"/>
                <a:gd name="connsiteX67" fmla="*/ 71120 w 234526"/>
                <a:gd name="connsiteY67" fmla="*/ 182457 h 243839"/>
                <a:gd name="connsiteX68" fmla="*/ 61383 w 234526"/>
                <a:gd name="connsiteY68" fmla="*/ 168487 h 243839"/>
                <a:gd name="connsiteX69" fmla="*/ 61383 w 234526"/>
                <a:gd name="connsiteY69" fmla="*/ 167217 h 243839"/>
                <a:gd name="connsiteX70" fmla="*/ 47414 w 234526"/>
                <a:gd name="connsiteY70" fmla="*/ 158750 h 243839"/>
                <a:gd name="connsiteX71" fmla="*/ 43180 w 234526"/>
                <a:gd name="connsiteY71" fmla="*/ 157480 h 243839"/>
                <a:gd name="connsiteX72" fmla="*/ 29210 w 234526"/>
                <a:gd name="connsiteY72" fmla="*/ 156210 h 243839"/>
                <a:gd name="connsiteX73" fmla="*/ 23707 w 234526"/>
                <a:gd name="connsiteY73" fmla="*/ 142240 h 243839"/>
                <a:gd name="connsiteX74" fmla="*/ 19473 w 234526"/>
                <a:gd name="connsiteY74" fmla="*/ 130810 h 243839"/>
                <a:gd name="connsiteX75" fmla="*/ 5504 w 234526"/>
                <a:gd name="connsiteY75" fmla="*/ 118533 h 243839"/>
                <a:gd name="connsiteX76" fmla="*/ 8467 w 234526"/>
                <a:gd name="connsiteY76" fmla="*/ 104563 h 243839"/>
                <a:gd name="connsiteX77" fmla="*/ 11007 w 234526"/>
                <a:gd name="connsiteY77" fmla="*/ 101600 h 243839"/>
                <a:gd name="connsiteX78" fmla="*/ 4233 w 234526"/>
                <a:gd name="connsiteY78" fmla="*/ 94827 h 24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234526" h="243839">
                  <a:moveTo>
                    <a:pt x="0" y="91863"/>
                  </a:moveTo>
                  <a:lnTo>
                    <a:pt x="1693" y="83396"/>
                  </a:lnTo>
                  <a:lnTo>
                    <a:pt x="13970" y="84667"/>
                  </a:lnTo>
                  <a:lnTo>
                    <a:pt x="21167" y="86360"/>
                  </a:lnTo>
                  <a:lnTo>
                    <a:pt x="22437" y="77893"/>
                  </a:lnTo>
                  <a:lnTo>
                    <a:pt x="36407" y="72390"/>
                  </a:lnTo>
                  <a:lnTo>
                    <a:pt x="37677" y="72390"/>
                  </a:lnTo>
                  <a:lnTo>
                    <a:pt x="40640" y="72390"/>
                  </a:lnTo>
                  <a:lnTo>
                    <a:pt x="55880" y="68157"/>
                  </a:lnTo>
                  <a:lnTo>
                    <a:pt x="61383" y="63923"/>
                  </a:lnTo>
                  <a:lnTo>
                    <a:pt x="57150" y="49954"/>
                  </a:lnTo>
                  <a:lnTo>
                    <a:pt x="61383" y="46990"/>
                  </a:lnTo>
                  <a:lnTo>
                    <a:pt x="62654" y="48683"/>
                  </a:lnTo>
                  <a:lnTo>
                    <a:pt x="76623" y="40217"/>
                  </a:lnTo>
                  <a:lnTo>
                    <a:pt x="79587" y="33443"/>
                  </a:lnTo>
                  <a:lnTo>
                    <a:pt x="75354" y="19473"/>
                  </a:lnTo>
                  <a:lnTo>
                    <a:pt x="72390" y="9737"/>
                  </a:lnTo>
                  <a:lnTo>
                    <a:pt x="82550" y="8043"/>
                  </a:lnTo>
                  <a:lnTo>
                    <a:pt x="83397" y="6773"/>
                  </a:lnTo>
                  <a:lnTo>
                    <a:pt x="97790" y="0"/>
                  </a:lnTo>
                  <a:lnTo>
                    <a:pt x="103293" y="13546"/>
                  </a:lnTo>
                  <a:lnTo>
                    <a:pt x="113030" y="19473"/>
                  </a:lnTo>
                  <a:lnTo>
                    <a:pt x="119804" y="23707"/>
                  </a:lnTo>
                  <a:lnTo>
                    <a:pt x="131233" y="29210"/>
                  </a:lnTo>
                  <a:lnTo>
                    <a:pt x="145204" y="37254"/>
                  </a:lnTo>
                  <a:lnTo>
                    <a:pt x="157480" y="51223"/>
                  </a:lnTo>
                  <a:lnTo>
                    <a:pt x="157480" y="54187"/>
                  </a:lnTo>
                  <a:lnTo>
                    <a:pt x="170180" y="62654"/>
                  </a:lnTo>
                  <a:lnTo>
                    <a:pt x="184150" y="66887"/>
                  </a:lnTo>
                  <a:lnTo>
                    <a:pt x="184150" y="71120"/>
                  </a:lnTo>
                  <a:lnTo>
                    <a:pt x="179917" y="84667"/>
                  </a:lnTo>
                  <a:lnTo>
                    <a:pt x="182880" y="86360"/>
                  </a:lnTo>
                  <a:lnTo>
                    <a:pt x="195157" y="88900"/>
                  </a:lnTo>
                  <a:lnTo>
                    <a:pt x="207857" y="91863"/>
                  </a:lnTo>
                  <a:lnTo>
                    <a:pt x="221827" y="94827"/>
                  </a:lnTo>
                  <a:lnTo>
                    <a:pt x="228600" y="94827"/>
                  </a:lnTo>
                  <a:lnTo>
                    <a:pt x="234527" y="101600"/>
                  </a:lnTo>
                  <a:lnTo>
                    <a:pt x="228600" y="112607"/>
                  </a:lnTo>
                  <a:lnTo>
                    <a:pt x="223097" y="126577"/>
                  </a:lnTo>
                  <a:lnTo>
                    <a:pt x="220557" y="128270"/>
                  </a:lnTo>
                  <a:lnTo>
                    <a:pt x="216323" y="133773"/>
                  </a:lnTo>
                  <a:lnTo>
                    <a:pt x="216323" y="143510"/>
                  </a:lnTo>
                  <a:lnTo>
                    <a:pt x="202354" y="153246"/>
                  </a:lnTo>
                  <a:lnTo>
                    <a:pt x="209127" y="167217"/>
                  </a:lnTo>
                  <a:lnTo>
                    <a:pt x="198120" y="167217"/>
                  </a:lnTo>
                  <a:lnTo>
                    <a:pt x="195157" y="170180"/>
                  </a:lnTo>
                  <a:lnTo>
                    <a:pt x="182880" y="171450"/>
                  </a:lnTo>
                  <a:lnTo>
                    <a:pt x="179917" y="174413"/>
                  </a:lnTo>
                  <a:lnTo>
                    <a:pt x="178647" y="176954"/>
                  </a:lnTo>
                  <a:lnTo>
                    <a:pt x="175683" y="182457"/>
                  </a:lnTo>
                  <a:lnTo>
                    <a:pt x="177377" y="192193"/>
                  </a:lnTo>
                  <a:lnTo>
                    <a:pt x="164677" y="190923"/>
                  </a:lnTo>
                  <a:lnTo>
                    <a:pt x="156210" y="181187"/>
                  </a:lnTo>
                  <a:lnTo>
                    <a:pt x="147743" y="175683"/>
                  </a:lnTo>
                  <a:lnTo>
                    <a:pt x="143510" y="178223"/>
                  </a:lnTo>
                  <a:lnTo>
                    <a:pt x="129964" y="186690"/>
                  </a:lnTo>
                  <a:lnTo>
                    <a:pt x="118533" y="190923"/>
                  </a:lnTo>
                  <a:lnTo>
                    <a:pt x="104564" y="195157"/>
                  </a:lnTo>
                  <a:lnTo>
                    <a:pt x="102023" y="207433"/>
                  </a:lnTo>
                  <a:lnTo>
                    <a:pt x="103293" y="221404"/>
                  </a:lnTo>
                  <a:lnTo>
                    <a:pt x="90593" y="235373"/>
                  </a:lnTo>
                  <a:lnTo>
                    <a:pt x="75354" y="243840"/>
                  </a:lnTo>
                  <a:lnTo>
                    <a:pt x="75354" y="229870"/>
                  </a:lnTo>
                  <a:lnTo>
                    <a:pt x="82550" y="215900"/>
                  </a:lnTo>
                  <a:lnTo>
                    <a:pt x="78317" y="201930"/>
                  </a:lnTo>
                  <a:lnTo>
                    <a:pt x="74083" y="192193"/>
                  </a:lnTo>
                  <a:lnTo>
                    <a:pt x="72390" y="185420"/>
                  </a:lnTo>
                  <a:lnTo>
                    <a:pt x="71120" y="182457"/>
                  </a:lnTo>
                  <a:lnTo>
                    <a:pt x="61383" y="168487"/>
                  </a:lnTo>
                  <a:lnTo>
                    <a:pt x="61383" y="167217"/>
                  </a:lnTo>
                  <a:lnTo>
                    <a:pt x="47414" y="158750"/>
                  </a:lnTo>
                  <a:lnTo>
                    <a:pt x="43180" y="157480"/>
                  </a:lnTo>
                  <a:lnTo>
                    <a:pt x="29210" y="156210"/>
                  </a:lnTo>
                  <a:lnTo>
                    <a:pt x="23707" y="142240"/>
                  </a:lnTo>
                  <a:lnTo>
                    <a:pt x="19473" y="130810"/>
                  </a:lnTo>
                  <a:lnTo>
                    <a:pt x="5504" y="118533"/>
                  </a:lnTo>
                  <a:lnTo>
                    <a:pt x="8467" y="104563"/>
                  </a:lnTo>
                  <a:lnTo>
                    <a:pt x="11007" y="101600"/>
                  </a:lnTo>
                  <a:lnTo>
                    <a:pt x="4233" y="9482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2" name="Freeform 2311">
              <a:extLst>
                <a:ext uri="{FF2B5EF4-FFF2-40B4-BE49-F238E27FC236}">
                  <a16:creationId xmlns:a16="http://schemas.microsoft.com/office/drawing/2014/main" id="{2DA09757-DB2D-2941-9A14-D062F575CEB4}"/>
                </a:ext>
              </a:extLst>
            </p:cNvPr>
            <p:cNvSpPr/>
            <p:nvPr/>
          </p:nvSpPr>
          <p:spPr>
            <a:xfrm>
              <a:off x="8380306" y="3935306"/>
              <a:ext cx="580389" cy="650239"/>
            </a:xfrm>
            <a:custGeom>
              <a:avLst/>
              <a:gdLst>
                <a:gd name="connsiteX0" fmla="*/ 571923 w 580389"/>
                <a:gd name="connsiteY0" fmla="*/ 489797 h 650239"/>
                <a:gd name="connsiteX1" fmla="*/ 557954 w 580389"/>
                <a:gd name="connsiteY1" fmla="*/ 475404 h 650239"/>
                <a:gd name="connsiteX2" fmla="*/ 546947 w 580389"/>
                <a:gd name="connsiteY2" fmla="*/ 460164 h 650239"/>
                <a:gd name="connsiteX3" fmla="*/ 537210 w 580389"/>
                <a:gd name="connsiteY3" fmla="*/ 457623 h 650239"/>
                <a:gd name="connsiteX4" fmla="*/ 521970 w 580389"/>
                <a:gd name="connsiteY4" fmla="*/ 449157 h 650239"/>
                <a:gd name="connsiteX5" fmla="*/ 510540 w 580389"/>
                <a:gd name="connsiteY5" fmla="*/ 435187 h 650239"/>
                <a:gd name="connsiteX6" fmla="*/ 508000 w 580389"/>
                <a:gd name="connsiteY6" fmla="*/ 421217 h 650239"/>
                <a:gd name="connsiteX7" fmla="*/ 496570 w 580389"/>
                <a:gd name="connsiteY7" fmla="*/ 408940 h 650239"/>
                <a:gd name="connsiteX8" fmla="*/ 491067 w 580389"/>
                <a:gd name="connsiteY8" fmla="*/ 394970 h 650239"/>
                <a:gd name="connsiteX9" fmla="*/ 491067 w 580389"/>
                <a:gd name="connsiteY9" fmla="*/ 382270 h 650239"/>
                <a:gd name="connsiteX10" fmla="*/ 494030 w 580389"/>
                <a:gd name="connsiteY10" fmla="*/ 367030 h 650239"/>
                <a:gd name="connsiteX11" fmla="*/ 508000 w 580389"/>
                <a:gd name="connsiteY11" fmla="*/ 354330 h 650239"/>
                <a:gd name="connsiteX12" fmla="*/ 509270 w 580389"/>
                <a:gd name="connsiteY12" fmla="*/ 350097 h 650239"/>
                <a:gd name="connsiteX13" fmla="*/ 519007 w 580389"/>
                <a:gd name="connsiteY13" fmla="*/ 336127 h 650239"/>
                <a:gd name="connsiteX14" fmla="*/ 524510 w 580389"/>
                <a:gd name="connsiteY14" fmla="*/ 322157 h 650239"/>
                <a:gd name="connsiteX15" fmla="*/ 527473 w 580389"/>
                <a:gd name="connsiteY15" fmla="*/ 320887 h 650239"/>
                <a:gd name="connsiteX16" fmla="*/ 516467 w 580389"/>
                <a:gd name="connsiteY16" fmla="*/ 308187 h 650239"/>
                <a:gd name="connsiteX17" fmla="*/ 514773 w 580389"/>
                <a:gd name="connsiteY17" fmla="*/ 308187 h 650239"/>
                <a:gd name="connsiteX18" fmla="*/ 511810 w 580389"/>
                <a:gd name="connsiteY18" fmla="*/ 308187 h 650239"/>
                <a:gd name="connsiteX19" fmla="*/ 502073 w 580389"/>
                <a:gd name="connsiteY19" fmla="*/ 294217 h 650239"/>
                <a:gd name="connsiteX20" fmla="*/ 500804 w 580389"/>
                <a:gd name="connsiteY20" fmla="*/ 288713 h 650239"/>
                <a:gd name="connsiteX21" fmla="*/ 499533 w 580389"/>
                <a:gd name="connsiteY21" fmla="*/ 287443 h 650239"/>
                <a:gd name="connsiteX22" fmla="*/ 495300 w 580389"/>
                <a:gd name="connsiteY22" fmla="*/ 281517 h 650239"/>
                <a:gd name="connsiteX23" fmla="*/ 496570 w 580389"/>
                <a:gd name="connsiteY23" fmla="*/ 277707 h 650239"/>
                <a:gd name="connsiteX24" fmla="*/ 511810 w 580389"/>
                <a:gd name="connsiteY24" fmla="*/ 267970 h 650239"/>
                <a:gd name="connsiteX25" fmla="*/ 525780 w 580389"/>
                <a:gd name="connsiteY25" fmla="*/ 271780 h 650239"/>
                <a:gd name="connsiteX26" fmla="*/ 534247 w 580389"/>
                <a:gd name="connsiteY26" fmla="*/ 266277 h 650239"/>
                <a:gd name="connsiteX27" fmla="*/ 523240 w 580389"/>
                <a:gd name="connsiteY27" fmla="*/ 256540 h 650239"/>
                <a:gd name="connsiteX28" fmla="*/ 509270 w 580389"/>
                <a:gd name="connsiteY28" fmla="*/ 254000 h 650239"/>
                <a:gd name="connsiteX29" fmla="*/ 496570 w 580389"/>
                <a:gd name="connsiteY29" fmla="*/ 242570 h 650239"/>
                <a:gd name="connsiteX30" fmla="*/ 482600 w 580389"/>
                <a:gd name="connsiteY30" fmla="*/ 246804 h 650239"/>
                <a:gd name="connsiteX31" fmla="*/ 468630 w 580389"/>
                <a:gd name="connsiteY31" fmla="*/ 258233 h 650239"/>
                <a:gd name="connsiteX32" fmla="*/ 466090 w 580389"/>
                <a:gd name="connsiteY32" fmla="*/ 262043 h 650239"/>
                <a:gd name="connsiteX33" fmla="*/ 458893 w 580389"/>
                <a:gd name="connsiteY33" fmla="*/ 276437 h 650239"/>
                <a:gd name="connsiteX34" fmla="*/ 444923 w 580389"/>
                <a:gd name="connsiteY34" fmla="*/ 274743 h 650239"/>
                <a:gd name="connsiteX35" fmla="*/ 436880 w 580389"/>
                <a:gd name="connsiteY35" fmla="*/ 260773 h 650239"/>
                <a:gd name="connsiteX36" fmla="*/ 435187 w 580389"/>
                <a:gd name="connsiteY36" fmla="*/ 259504 h 650239"/>
                <a:gd name="connsiteX37" fmla="*/ 432647 w 580389"/>
                <a:gd name="connsiteY37" fmla="*/ 254000 h 650239"/>
                <a:gd name="connsiteX38" fmla="*/ 418677 w 580389"/>
                <a:gd name="connsiteY38" fmla="*/ 251037 h 650239"/>
                <a:gd name="connsiteX39" fmla="*/ 403437 w 580389"/>
                <a:gd name="connsiteY39" fmla="*/ 249767 h 650239"/>
                <a:gd name="connsiteX40" fmla="*/ 389043 w 580389"/>
                <a:gd name="connsiteY40" fmla="*/ 248073 h 650239"/>
                <a:gd name="connsiteX41" fmla="*/ 379307 w 580389"/>
                <a:gd name="connsiteY41" fmla="*/ 238337 h 650239"/>
                <a:gd name="connsiteX42" fmla="*/ 378037 w 580389"/>
                <a:gd name="connsiteY42" fmla="*/ 234104 h 650239"/>
                <a:gd name="connsiteX43" fmla="*/ 364067 w 580389"/>
                <a:gd name="connsiteY43" fmla="*/ 230293 h 650239"/>
                <a:gd name="connsiteX44" fmla="*/ 350097 w 580389"/>
                <a:gd name="connsiteY44" fmla="*/ 229023 h 650239"/>
                <a:gd name="connsiteX45" fmla="*/ 345864 w 580389"/>
                <a:gd name="connsiteY45" fmla="*/ 221827 h 650239"/>
                <a:gd name="connsiteX46" fmla="*/ 359833 w 580389"/>
                <a:gd name="connsiteY46" fmla="*/ 213360 h 650239"/>
                <a:gd name="connsiteX47" fmla="*/ 359833 w 580389"/>
                <a:gd name="connsiteY47" fmla="*/ 199390 h 650239"/>
                <a:gd name="connsiteX48" fmla="*/ 345864 w 580389"/>
                <a:gd name="connsiteY48" fmla="*/ 193887 h 650239"/>
                <a:gd name="connsiteX49" fmla="*/ 357293 w 580389"/>
                <a:gd name="connsiteY49" fmla="*/ 178647 h 650239"/>
                <a:gd name="connsiteX50" fmla="*/ 358564 w 580389"/>
                <a:gd name="connsiteY50" fmla="*/ 164677 h 650239"/>
                <a:gd name="connsiteX51" fmla="*/ 357293 w 580389"/>
                <a:gd name="connsiteY51" fmla="*/ 161713 h 650239"/>
                <a:gd name="connsiteX52" fmla="*/ 341630 w 580389"/>
                <a:gd name="connsiteY52" fmla="*/ 157480 h 650239"/>
                <a:gd name="connsiteX53" fmla="*/ 331893 w 580389"/>
                <a:gd name="connsiteY53" fmla="*/ 154940 h 650239"/>
                <a:gd name="connsiteX54" fmla="*/ 328083 w 580389"/>
                <a:gd name="connsiteY54" fmla="*/ 153670 h 650239"/>
                <a:gd name="connsiteX55" fmla="*/ 323850 w 580389"/>
                <a:gd name="connsiteY55" fmla="*/ 151977 h 650239"/>
                <a:gd name="connsiteX56" fmla="*/ 309880 w 580389"/>
                <a:gd name="connsiteY56" fmla="*/ 145204 h 650239"/>
                <a:gd name="connsiteX57" fmla="*/ 298450 w 580389"/>
                <a:gd name="connsiteY57" fmla="*/ 140970 h 650239"/>
                <a:gd name="connsiteX58" fmla="*/ 284480 w 580389"/>
                <a:gd name="connsiteY58" fmla="*/ 129540 h 650239"/>
                <a:gd name="connsiteX59" fmla="*/ 273473 w 580389"/>
                <a:gd name="connsiteY59" fmla="*/ 121497 h 650239"/>
                <a:gd name="connsiteX60" fmla="*/ 271780 w 580389"/>
                <a:gd name="connsiteY60" fmla="*/ 117263 h 650239"/>
                <a:gd name="connsiteX61" fmla="*/ 262467 w 580389"/>
                <a:gd name="connsiteY61" fmla="*/ 111760 h 650239"/>
                <a:gd name="connsiteX62" fmla="*/ 267970 w 580389"/>
                <a:gd name="connsiteY62" fmla="*/ 105833 h 650239"/>
                <a:gd name="connsiteX63" fmla="*/ 259504 w 580389"/>
                <a:gd name="connsiteY63" fmla="*/ 91863 h 650239"/>
                <a:gd name="connsiteX64" fmla="*/ 263737 w 580389"/>
                <a:gd name="connsiteY64" fmla="*/ 82127 h 650239"/>
                <a:gd name="connsiteX65" fmla="*/ 262467 w 580389"/>
                <a:gd name="connsiteY65" fmla="*/ 66887 h 650239"/>
                <a:gd name="connsiteX66" fmla="*/ 249767 w 580389"/>
                <a:gd name="connsiteY66" fmla="*/ 68580 h 650239"/>
                <a:gd name="connsiteX67" fmla="*/ 245533 w 580389"/>
                <a:gd name="connsiteY67" fmla="*/ 62654 h 650239"/>
                <a:gd name="connsiteX68" fmla="*/ 244264 w 580389"/>
                <a:gd name="connsiteY68" fmla="*/ 61383 h 650239"/>
                <a:gd name="connsiteX69" fmla="*/ 234104 w 580389"/>
                <a:gd name="connsiteY69" fmla="*/ 47413 h 650239"/>
                <a:gd name="connsiteX70" fmla="*/ 220557 w 580389"/>
                <a:gd name="connsiteY70" fmla="*/ 41910 h 650239"/>
                <a:gd name="connsiteX71" fmla="*/ 206587 w 580389"/>
                <a:gd name="connsiteY71" fmla="*/ 33443 h 650239"/>
                <a:gd name="connsiteX72" fmla="*/ 196850 w 580389"/>
                <a:gd name="connsiteY72" fmla="*/ 19473 h 650239"/>
                <a:gd name="connsiteX73" fmla="*/ 188383 w 580389"/>
                <a:gd name="connsiteY73" fmla="*/ 9737 h 650239"/>
                <a:gd name="connsiteX74" fmla="*/ 174414 w 580389"/>
                <a:gd name="connsiteY74" fmla="*/ 5504 h 650239"/>
                <a:gd name="connsiteX75" fmla="*/ 161714 w 580389"/>
                <a:gd name="connsiteY75" fmla="*/ 5504 h 650239"/>
                <a:gd name="connsiteX76" fmla="*/ 153670 w 580389"/>
                <a:gd name="connsiteY76" fmla="*/ 1270 h 650239"/>
                <a:gd name="connsiteX77" fmla="*/ 151977 w 580389"/>
                <a:gd name="connsiteY77" fmla="*/ 1270 h 650239"/>
                <a:gd name="connsiteX78" fmla="*/ 149437 w 580389"/>
                <a:gd name="connsiteY78" fmla="*/ 1270 h 650239"/>
                <a:gd name="connsiteX79" fmla="*/ 140970 w 580389"/>
                <a:gd name="connsiteY79" fmla="*/ 2540 h 650239"/>
                <a:gd name="connsiteX80" fmla="*/ 127000 w 580389"/>
                <a:gd name="connsiteY80" fmla="*/ 6773 h 650239"/>
                <a:gd name="connsiteX81" fmla="*/ 114723 w 580389"/>
                <a:gd name="connsiteY81" fmla="*/ 0 h 650239"/>
                <a:gd name="connsiteX82" fmla="*/ 104564 w 580389"/>
                <a:gd name="connsiteY82" fmla="*/ 1270 h 650239"/>
                <a:gd name="connsiteX83" fmla="*/ 96520 w 580389"/>
                <a:gd name="connsiteY83" fmla="*/ 0 h 650239"/>
                <a:gd name="connsiteX84" fmla="*/ 85090 w 580389"/>
                <a:gd name="connsiteY84" fmla="*/ 15240 h 650239"/>
                <a:gd name="connsiteX85" fmla="*/ 71120 w 580389"/>
                <a:gd name="connsiteY85" fmla="*/ 22437 h 650239"/>
                <a:gd name="connsiteX86" fmla="*/ 61383 w 580389"/>
                <a:gd name="connsiteY86" fmla="*/ 30480 h 650239"/>
                <a:gd name="connsiteX87" fmla="*/ 46143 w 580389"/>
                <a:gd name="connsiteY87" fmla="*/ 30480 h 650239"/>
                <a:gd name="connsiteX88" fmla="*/ 32173 w 580389"/>
                <a:gd name="connsiteY88" fmla="*/ 27940 h 650239"/>
                <a:gd name="connsiteX89" fmla="*/ 27940 w 580389"/>
                <a:gd name="connsiteY89" fmla="*/ 33443 h 650239"/>
                <a:gd name="connsiteX90" fmla="*/ 13970 w 580389"/>
                <a:gd name="connsiteY90" fmla="*/ 38947 h 650239"/>
                <a:gd name="connsiteX91" fmla="*/ 11430 w 580389"/>
                <a:gd name="connsiteY91" fmla="*/ 38947 h 650239"/>
                <a:gd name="connsiteX92" fmla="*/ 0 w 580389"/>
                <a:gd name="connsiteY92" fmla="*/ 43180 h 650239"/>
                <a:gd name="connsiteX93" fmla="*/ 5504 w 580389"/>
                <a:gd name="connsiteY93" fmla="*/ 52917 h 650239"/>
                <a:gd name="connsiteX94" fmla="*/ 5504 w 580389"/>
                <a:gd name="connsiteY94" fmla="*/ 54187 h 650239"/>
                <a:gd name="connsiteX95" fmla="*/ 15664 w 580389"/>
                <a:gd name="connsiteY95" fmla="*/ 63923 h 650239"/>
                <a:gd name="connsiteX96" fmla="*/ 13970 w 580389"/>
                <a:gd name="connsiteY96" fmla="*/ 75354 h 650239"/>
                <a:gd name="connsiteX97" fmla="*/ 12700 w 580389"/>
                <a:gd name="connsiteY97" fmla="*/ 75354 h 650239"/>
                <a:gd name="connsiteX98" fmla="*/ 16933 w 580389"/>
                <a:gd name="connsiteY98" fmla="*/ 90593 h 650239"/>
                <a:gd name="connsiteX99" fmla="*/ 16933 w 580389"/>
                <a:gd name="connsiteY99" fmla="*/ 103293 h 650239"/>
                <a:gd name="connsiteX100" fmla="*/ 30904 w 580389"/>
                <a:gd name="connsiteY100" fmla="*/ 103293 h 650239"/>
                <a:gd name="connsiteX101" fmla="*/ 36407 w 580389"/>
                <a:gd name="connsiteY101" fmla="*/ 105833 h 650239"/>
                <a:gd name="connsiteX102" fmla="*/ 37677 w 580389"/>
                <a:gd name="connsiteY102" fmla="*/ 105833 h 650239"/>
                <a:gd name="connsiteX103" fmla="*/ 30904 w 580389"/>
                <a:gd name="connsiteY103" fmla="*/ 111760 h 650239"/>
                <a:gd name="connsiteX104" fmla="*/ 27940 w 580389"/>
                <a:gd name="connsiteY104" fmla="*/ 119804 h 650239"/>
                <a:gd name="connsiteX105" fmla="*/ 30904 w 580389"/>
                <a:gd name="connsiteY105" fmla="*/ 133773 h 650239"/>
                <a:gd name="connsiteX106" fmla="*/ 46143 w 580389"/>
                <a:gd name="connsiteY106" fmla="*/ 145204 h 650239"/>
                <a:gd name="connsiteX107" fmla="*/ 52917 w 580389"/>
                <a:gd name="connsiteY107" fmla="*/ 147743 h 650239"/>
                <a:gd name="connsiteX108" fmla="*/ 54610 w 580389"/>
                <a:gd name="connsiteY108" fmla="*/ 149013 h 650239"/>
                <a:gd name="connsiteX109" fmla="*/ 60114 w 580389"/>
                <a:gd name="connsiteY109" fmla="*/ 147743 h 650239"/>
                <a:gd name="connsiteX110" fmla="*/ 63923 w 580389"/>
                <a:gd name="connsiteY110" fmla="*/ 149013 h 650239"/>
                <a:gd name="connsiteX111" fmla="*/ 63077 w 580389"/>
                <a:gd name="connsiteY111" fmla="*/ 151977 h 650239"/>
                <a:gd name="connsiteX112" fmla="*/ 76623 w 580389"/>
                <a:gd name="connsiteY112" fmla="*/ 154940 h 650239"/>
                <a:gd name="connsiteX113" fmla="*/ 81280 w 580389"/>
                <a:gd name="connsiteY113" fmla="*/ 154940 h 650239"/>
                <a:gd name="connsiteX114" fmla="*/ 82550 w 580389"/>
                <a:gd name="connsiteY114" fmla="*/ 154940 h 650239"/>
                <a:gd name="connsiteX115" fmla="*/ 82550 w 580389"/>
                <a:gd name="connsiteY115" fmla="*/ 164677 h 650239"/>
                <a:gd name="connsiteX116" fmla="*/ 79587 w 580389"/>
                <a:gd name="connsiteY116" fmla="*/ 164677 h 650239"/>
                <a:gd name="connsiteX117" fmla="*/ 65617 w 580389"/>
                <a:gd name="connsiteY117" fmla="*/ 164677 h 650239"/>
                <a:gd name="connsiteX118" fmla="*/ 50377 w 580389"/>
                <a:gd name="connsiteY118" fmla="*/ 167217 h 650239"/>
                <a:gd name="connsiteX119" fmla="*/ 44873 w 580389"/>
                <a:gd name="connsiteY119" fmla="*/ 168910 h 650239"/>
                <a:gd name="connsiteX120" fmla="*/ 37677 w 580389"/>
                <a:gd name="connsiteY120" fmla="*/ 171450 h 650239"/>
                <a:gd name="connsiteX121" fmla="*/ 44873 w 580389"/>
                <a:gd name="connsiteY121" fmla="*/ 185420 h 650239"/>
                <a:gd name="connsiteX122" fmla="*/ 44873 w 580389"/>
                <a:gd name="connsiteY122" fmla="*/ 193887 h 650239"/>
                <a:gd name="connsiteX123" fmla="*/ 46143 w 580389"/>
                <a:gd name="connsiteY123" fmla="*/ 196427 h 650239"/>
                <a:gd name="connsiteX124" fmla="*/ 33443 w 580389"/>
                <a:gd name="connsiteY124" fmla="*/ 212090 h 650239"/>
                <a:gd name="connsiteX125" fmla="*/ 36407 w 580389"/>
                <a:gd name="connsiteY125" fmla="*/ 216323 h 650239"/>
                <a:gd name="connsiteX126" fmla="*/ 50377 w 580389"/>
                <a:gd name="connsiteY126" fmla="*/ 207857 h 650239"/>
                <a:gd name="connsiteX127" fmla="*/ 55880 w 580389"/>
                <a:gd name="connsiteY127" fmla="*/ 206587 h 650239"/>
                <a:gd name="connsiteX128" fmla="*/ 71120 w 580389"/>
                <a:gd name="connsiteY128" fmla="*/ 207857 h 650239"/>
                <a:gd name="connsiteX129" fmla="*/ 78317 w 580389"/>
                <a:gd name="connsiteY129" fmla="*/ 210820 h 650239"/>
                <a:gd name="connsiteX130" fmla="*/ 78317 w 580389"/>
                <a:gd name="connsiteY130" fmla="*/ 224790 h 650239"/>
                <a:gd name="connsiteX131" fmla="*/ 76623 w 580389"/>
                <a:gd name="connsiteY131" fmla="*/ 235797 h 650239"/>
                <a:gd name="connsiteX132" fmla="*/ 75354 w 580389"/>
                <a:gd name="connsiteY132" fmla="*/ 240030 h 650239"/>
                <a:gd name="connsiteX133" fmla="*/ 65617 w 580389"/>
                <a:gd name="connsiteY133" fmla="*/ 254000 h 650239"/>
                <a:gd name="connsiteX134" fmla="*/ 58420 w 580389"/>
                <a:gd name="connsiteY134" fmla="*/ 263737 h 650239"/>
                <a:gd name="connsiteX135" fmla="*/ 57150 w 580389"/>
                <a:gd name="connsiteY135" fmla="*/ 269240 h 650239"/>
                <a:gd name="connsiteX136" fmla="*/ 51647 w 580389"/>
                <a:gd name="connsiteY136" fmla="*/ 278977 h 650239"/>
                <a:gd name="connsiteX137" fmla="*/ 48683 w 580389"/>
                <a:gd name="connsiteY137" fmla="*/ 294217 h 650239"/>
                <a:gd name="connsiteX138" fmla="*/ 48683 w 580389"/>
                <a:gd name="connsiteY138" fmla="*/ 297180 h 650239"/>
                <a:gd name="connsiteX139" fmla="*/ 57150 w 580389"/>
                <a:gd name="connsiteY139" fmla="*/ 311150 h 650239"/>
                <a:gd name="connsiteX140" fmla="*/ 65617 w 580389"/>
                <a:gd name="connsiteY140" fmla="*/ 313690 h 650239"/>
                <a:gd name="connsiteX141" fmla="*/ 79587 w 580389"/>
                <a:gd name="connsiteY141" fmla="*/ 315383 h 650239"/>
                <a:gd name="connsiteX142" fmla="*/ 89323 w 580389"/>
                <a:gd name="connsiteY142" fmla="*/ 329354 h 650239"/>
                <a:gd name="connsiteX143" fmla="*/ 103293 w 580389"/>
                <a:gd name="connsiteY143" fmla="*/ 340360 h 650239"/>
                <a:gd name="connsiteX144" fmla="*/ 103293 w 580389"/>
                <a:gd name="connsiteY144" fmla="*/ 341630 h 650239"/>
                <a:gd name="connsiteX145" fmla="*/ 117264 w 580389"/>
                <a:gd name="connsiteY145" fmla="*/ 350097 h 650239"/>
                <a:gd name="connsiteX146" fmla="*/ 118533 w 580389"/>
                <a:gd name="connsiteY146" fmla="*/ 353060 h 650239"/>
                <a:gd name="connsiteX147" fmla="*/ 104564 w 580389"/>
                <a:gd name="connsiteY147" fmla="*/ 365337 h 650239"/>
                <a:gd name="connsiteX148" fmla="*/ 90593 w 580389"/>
                <a:gd name="connsiteY148" fmla="*/ 364067 h 650239"/>
                <a:gd name="connsiteX149" fmla="*/ 76623 w 580389"/>
                <a:gd name="connsiteY149" fmla="*/ 358563 h 650239"/>
                <a:gd name="connsiteX150" fmla="*/ 71120 w 580389"/>
                <a:gd name="connsiteY150" fmla="*/ 364067 h 650239"/>
                <a:gd name="connsiteX151" fmla="*/ 85090 w 580389"/>
                <a:gd name="connsiteY151" fmla="*/ 379307 h 650239"/>
                <a:gd name="connsiteX152" fmla="*/ 93557 w 580389"/>
                <a:gd name="connsiteY152" fmla="*/ 387774 h 650239"/>
                <a:gd name="connsiteX153" fmla="*/ 102023 w 580389"/>
                <a:gd name="connsiteY153" fmla="*/ 396240 h 650239"/>
                <a:gd name="connsiteX154" fmla="*/ 103293 w 580389"/>
                <a:gd name="connsiteY154" fmla="*/ 396240 h 650239"/>
                <a:gd name="connsiteX155" fmla="*/ 107527 w 580389"/>
                <a:gd name="connsiteY155" fmla="*/ 404707 h 650239"/>
                <a:gd name="connsiteX156" fmla="*/ 107527 w 580389"/>
                <a:gd name="connsiteY156" fmla="*/ 408940 h 650239"/>
                <a:gd name="connsiteX157" fmla="*/ 107527 w 580389"/>
                <a:gd name="connsiteY157" fmla="*/ 415714 h 650239"/>
                <a:gd name="connsiteX158" fmla="*/ 107527 w 580389"/>
                <a:gd name="connsiteY158" fmla="*/ 421217 h 650239"/>
                <a:gd name="connsiteX159" fmla="*/ 97790 w 580389"/>
                <a:gd name="connsiteY159" fmla="*/ 429683 h 650239"/>
                <a:gd name="connsiteX160" fmla="*/ 83820 w 580389"/>
                <a:gd name="connsiteY160" fmla="*/ 426720 h 650239"/>
                <a:gd name="connsiteX161" fmla="*/ 74083 w 580389"/>
                <a:gd name="connsiteY161" fmla="*/ 426720 h 650239"/>
                <a:gd name="connsiteX162" fmla="*/ 66887 w 580389"/>
                <a:gd name="connsiteY162" fmla="*/ 438150 h 650239"/>
                <a:gd name="connsiteX163" fmla="*/ 68580 w 580389"/>
                <a:gd name="connsiteY163" fmla="*/ 446193 h 650239"/>
                <a:gd name="connsiteX164" fmla="*/ 69850 w 580389"/>
                <a:gd name="connsiteY164" fmla="*/ 449157 h 650239"/>
                <a:gd name="connsiteX165" fmla="*/ 74083 w 580389"/>
                <a:gd name="connsiteY165" fmla="*/ 450427 h 650239"/>
                <a:gd name="connsiteX166" fmla="*/ 88054 w 580389"/>
                <a:gd name="connsiteY166" fmla="*/ 457623 h 650239"/>
                <a:gd name="connsiteX167" fmla="*/ 96520 w 580389"/>
                <a:gd name="connsiteY167" fmla="*/ 463127 h 650239"/>
                <a:gd name="connsiteX168" fmla="*/ 102023 w 580389"/>
                <a:gd name="connsiteY168" fmla="*/ 468630 h 650239"/>
                <a:gd name="connsiteX169" fmla="*/ 103293 w 580389"/>
                <a:gd name="connsiteY169" fmla="*/ 469900 h 650239"/>
                <a:gd name="connsiteX170" fmla="*/ 113030 w 580389"/>
                <a:gd name="connsiteY170" fmla="*/ 483870 h 650239"/>
                <a:gd name="connsiteX171" fmla="*/ 127000 w 580389"/>
                <a:gd name="connsiteY171" fmla="*/ 495300 h 650239"/>
                <a:gd name="connsiteX172" fmla="*/ 142240 w 580389"/>
                <a:gd name="connsiteY172" fmla="*/ 495300 h 650239"/>
                <a:gd name="connsiteX173" fmla="*/ 143510 w 580389"/>
                <a:gd name="connsiteY173" fmla="*/ 499533 h 650239"/>
                <a:gd name="connsiteX174" fmla="*/ 146473 w 580389"/>
                <a:gd name="connsiteY174" fmla="*/ 503767 h 650239"/>
                <a:gd name="connsiteX175" fmla="*/ 149437 w 580389"/>
                <a:gd name="connsiteY175" fmla="*/ 505037 h 650239"/>
                <a:gd name="connsiteX176" fmla="*/ 162983 w 580389"/>
                <a:gd name="connsiteY176" fmla="*/ 508000 h 650239"/>
                <a:gd name="connsiteX177" fmla="*/ 177377 w 580389"/>
                <a:gd name="connsiteY177" fmla="*/ 511810 h 650239"/>
                <a:gd name="connsiteX178" fmla="*/ 191347 w 580389"/>
                <a:gd name="connsiteY178" fmla="*/ 520277 h 650239"/>
                <a:gd name="connsiteX179" fmla="*/ 193887 w 580389"/>
                <a:gd name="connsiteY179" fmla="*/ 524510 h 650239"/>
                <a:gd name="connsiteX180" fmla="*/ 198120 w 580389"/>
                <a:gd name="connsiteY180" fmla="*/ 527050 h 650239"/>
                <a:gd name="connsiteX181" fmla="*/ 201083 w 580389"/>
                <a:gd name="connsiteY181" fmla="*/ 528743 h 650239"/>
                <a:gd name="connsiteX182" fmla="*/ 215054 w 580389"/>
                <a:gd name="connsiteY182" fmla="*/ 531283 h 650239"/>
                <a:gd name="connsiteX183" fmla="*/ 224790 w 580389"/>
                <a:gd name="connsiteY183" fmla="*/ 537210 h 650239"/>
                <a:gd name="connsiteX184" fmla="*/ 230293 w 580389"/>
                <a:gd name="connsiteY184" fmla="*/ 551180 h 650239"/>
                <a:gd name="connsiteX185" fmla="*/ 229023 w 580389"/>
                <a:gd name="connsiteY185" fmla="*/ 552450 h 650239"/>
                <a:gd name="connsiteX186" fmla="*/ 244264 w 580389"/>
                <a:gd name="connsiteY186" fmla="*/ 548217 h 650239"/>
                <a:gd name="connsiteX187" fmla="*/ 249767 w 580389"/>
                <a:gd name="connsiteY187" fmla="*/ 543983 h 650239"/>
                <a:gd name="connsiteX188" fmla="*/ 245533 w 580389"/>
                <a:gd name="connsiteY188" fmla="*/ 530014 h 650239"/>
                <a:gd name="connsiteX189" fmla="*/ 249767 w 580389"/>
                <a:gd name="connsiteY189" fmla="*/ 527050 h 650239"/>
                <a:gd name="connsiteX190" fmla="*/ 251037 w 580389"/>
                <a:gd name="connsiteY190" fmla="*/ 528743 h 650239"/>
                <a:gd name="connsiteX191" fmla="*/ 265007 w 580389"/>
                <a:gd name="connsiteY191" fmla="*/ 520277 h 650239"/>
                <a:gd name="connsiteX192" fmla="*/ 267970 w 580389"/>
                <a:gd name="connsiteY192" fmla="*/ 513504 h 650239"/>
                <a:gd name="connsiteX193" fmla="*/ 263737 w 580389"/>
                <a:gd name="connsiteY193" fmla="*/ 499533 h 650239"/>
                <a:gd name="connsiteX194" fmla="*/ 260773 w 580389"/>
                <a:gd name="connsiteY194" fmla="*/ 489797 h 650239"/>
                <a:gd name="connsiteX195" fmla="*/ 270933 w 580389"/>
                <a:gd name="connsiteY195" fmla="*/ 488104 h 650239"/>
                <a:gd name="connsiteX196" fmla="*/ 271780 w 580389"/>
                <a:gd name="connsiteY196" fmla="*/ 486833 h 650239"/>
                <a:gd name="connsiteX197" fmla="*/ 286173 w 580389"/>
                <a:gd name="connsiteY197" fmla="*/ 480060 h 650239"/>
                <a:gd name="connsiteX198" fmla="*/ 291677 w 580389"/>
                <a:gd name="connsiteY198" fmla="*/ 493607 h 650239"/>
                <a:gd name="connsiteX199" fmla="*/ 301414 w 580389"/>
                <a:gd name="connsiteY199" fmla="*/ 499533 h 650239"/>
                <a:gd name="connsiteX200" fmla="*/ 308187 w 580389"/>
                <a:gd name="connsiteY200" fmla="*/ 503767 h 650239"/>
                <a:gd name="connsiteX201" fmla="*/ 319617 w 580389"/>
                <a:gd name="connsiteY201" fmla="*/ 509270 h 650239"/>
                <a:gd name="connsiteX202" fmla="*/ 333587 w 580389"/>
                <a:gd name="connsiteY202" fmla="*/ 517314 h 650239"/>
                <a:gd name="connsiteX203" fmla="*/ 345864 w 580389"/>
                <a:gd name="connsiteY203" fmla="*/ 531283 h 650239"/>
                <a:gd name="connsiteX204" fmla="*/ 345864 w 580389"/>
                <a:gd name="connsiteY204" fmla="*/ 534247 h 650239"/>
                <a:gd name="connsiteX205" fmla="*/ 358564 w 580389"/>
                <a:gd name="connsiteY205" fmla="*/ 542714 h 650239"/>
                <a:gd name="connsiteX206" fmla="*/ 372533 w 580389"/>
                <a:gd name="connsiteY206" fmla="*/ 546947 h 650239"/>
                <a:gd name="connsiteX207" fmla="*/ 372533 w 580389"/>
                <a:gd name="connsiteY207" fmla="*/ 551180 h 650239"/>
                <a:gd name="connsiteX208" fmla="*/ 368300 w 580389"/>
                <a:gd name="connsiteY208" fmla="*/ 564727 h 650239"/>
                <a:gd name="connsiteX209" fmla="*/ 371264 w 580389"/>
                <a:gd name="connsiteY209" fmla="*/ 566420 h 650239"/>
                <a:gd name="connsiteX210" fmla="*/ 383540 w 580389"/>
                <a:gd name="connsiteY210" fmla="*/ 568960 h 650239"/>
                <a:gd name="connsiteX211" fmla="*/ 396240 w 580389"/>
                <a:gd name="connsiteY211" fmla="*/ 571923 h 650239"/>
                <a:gd name="connsiteX212" fmla="*/ 410210 w 580389"/>
                <a:gd name="connsiteY212" fmla="*/ 574887 h 650239"/>
                <a:gd name="connsiteX213" fmla="*/ 416983 w 580389"/>
                <a:gd name="connsiteY213" fmla="*/ 574887 h 650239"/>
                <a:gd name="connsiteX214" fmla="*/ 422910 w 580389"/>
                <a:gd name="connsiteY214" fmla="*/ 581660 h 650239"/>
                <a:gd name="connsiteX215" fmla="*/ 416983 w 580389"/>
                <a:gd name="connsiteY215" fmla="*/ 592667 h 650239"/>
                <a:gd name="connsiteX216" fmla="*/ 411480 w 580389"/>
                <a:gd name="connsiteY216" fmla="*/ 606637 h 650239"/>
                <a:gd name="connsiteX217" fmla="*/ 408940 w 580389"/>
                <a:gd name="connsiteY217" fmla="*/ 608330 h 650239"/>
                <a:gd name="connsiteX218" fmla="*/ 404707 w 580389"/>
                <a:gd name="connsiteY218" fmla="*/ 613833 h 650239"/>
                <a:gd name="connsiteX219" fmla="*/ 404707 w 580389"/>
                <a:gd name="connsiteY219" fmla="*/ 623570 h 650239"/>
                <a:gd name="connsiteX220" fmla="*/ 390737 w 580389"/>
                <a:gd name="connsiteY220" fmla="*/ 633307 h 650239"/>
                <a:gd name="connsiteX221" fmla="*/ 397510 w 580389"/>
                <a:gd name="connsiteY221" fmla="*/ 647277 h 650239"/>
                <a:gd name="connsiteX222" fmla="*/ 411480 w 580389"/>
                <a:gd name="connsiteY222" fmla="*/ 650240 h 650239"/>
                <a:gd name="connsiteX223" fmla="*/ 414443 w 580389"/>
                <a:gd name="connsiteY223" fmla="*/ 650240 h 650239"/>
                <a:gd name="connsiteX224" fmla="*/ 418677 w 580389"/>
                <a:gd name="connsiteY224" fmla="*/ 646007 h 650239"/>
                <a:gd name="connsiteX225" fmla="*/ 430954 w 580389"/>
                <a:gd name="connsiteY225" fmla="*/ 637540 h 650239"/>
                <a:gd name="connsiteX226" fmla="*/ 443654 w 580389"/>
                <a:gd name="connsiteY226" fmla="*/ 633307 h 650239"/>
                <a:gd name="connsiteX227" fmla="*/ 457623 w 580389"/>
                <a:gd name="connsiteY227" fmla="*/ 638810 h 650239"/>
                <a:gd name="connsiteX228" fmla="*/ 463127 w 580389"/>
                <a:gd name="connsiteY228" fmla="*/ 638810 h 650239"/>
                <a:gd name="connsiteX229" fmla="*/ 477097 w 580389"/>
                <a:gd name="connsiteY229" fmla="*/ 634577 h 650239"/>
                <a:gd name="connsiteX230" fmla="*/ 491067 w 580389"/>
                <a:gd name="connsiteY230" fmla="*/ 627804 h 650239"/>
                <a:gd name="connsiteX231" fmla="*/ 492337 w 580389"/>
                <a:gd name="connsiteY231" fmla="*/ 627804 h 650239"/>
                <a:gd name="connsiteX232" fmla="*/ 502073 w 580389"/>
                <a:gd name="connsiteY232" fmla="*/ 636270 h 650239"/>
                <a:gd name="connsiteX233" fmla="*/ 516467 w 580389"/>
                <a:gd name="connsiteY233" fmla="*/ 626533 h 650239"/>
                <a:gd name="connsiteX234" fmla="*/ 524510 w 580389"/>
                <a:gd name="connsiteY234" fmla="*/ 620607 h 650239"/>
                <a:gd name="connsiteX235" fmla="*/ 525780 w 580389"/>
                <a:gd name="connsiteY235" fmla="*/ 605367 h 650239"/>
                <a:gd name="connsiteX236" fmla="*/ 511810 w 580389"/>
                <a:gd name="connsiteY236" fmla="*/ 594360 h 650239"/>
                <a:gd name="connsiteX237" fmla="*/ 511810 w 580389"/>
                <a:gd name="connsiteY237" fmla="*/ 585893 h 650239"/>
                <a:gd name="connsiteX238" fmla="*/ 513504 w 580389"/>
                <a:gd name="connsiteY238" fmla="*/ 571923 h 650239"/>
                <a:gd name="connsiteX239" fmla="*/ 510540 w 580389"/>
                <a:gd name="connsiteY239" fmla="*/ 557954 h 650239"/>
                <a:gd name="connsiteX240" fmla="*/ 509270 w 580389"/>
                <a:gd name="connsiteY240" fmla="*/ 556683 h 650239"/>
                <a:gd name="connsiteX241" fmla="*/ 508000 w 580389"/>
                <a:gd name="connsiteY241" fmla="*/ 553720 h 650239"/>
                <a:gd name="connsiteX242" fmla="*/ 517737 w 580389"/>
                <a:gd name="connsiteY242" fmla="*/ 546947 h 650239"/>
                <a:gd name="connsiteX243" fmla="*/ 531707 w 580389"/>
                <a:gd name="connsiteY243" fmla="*/ 541020 h 650239"/>
                <a:gd name="connsiteX244" fmla="*/ 531707 w 580389"/>
                <a:gd name="connsiteY244" fmla="*/ 542714 h 650239"/>
                <a:gd name="connsiteX245" fmla="*/ 546947 w 580389"/>
                <a:gd name="connsiteY245" fmla="*/ 542714 h 650239"/>
                <a:gd name="connsiteX246" fmla="*/ 553720 w 580389"/>
                <a:gd name="connsiteY246" fmla="*/ 528743 h 650239"/>
                <a:gd name="connsiteX247" fmla="*/ 559647 w 580389"/>
                <a:gd name="connsiteY247" fmla="*/ 524510 h 650239"/>
                <a:gd name="connsiteX248" fmla="*/ 560917 w 580389"/>
                <a:gd name="connsiteY248" fmla="*/ 524510 h 650239"/>
                <a:gd name="connsiteX249" fmla="*/ 570654 w 580389"/>
                <a:gd name="connsiteY249" fmla="*/ 510540 h 650239"/>
                <a:gd name="connsiteX250" fmla="*/ 579120 w 580389"/>
                <a:gd name="connsiteY250" fmla="*/ 496570 h 650239"/>
                <a:gd name="connsiteX251" fmla="*/ 580390 w 580389"/>
                <a:gd name="connsiteY251" fmla="*/ 492337 h 65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580389" h="650239">
                  <a:moveTo>
                    <a:pt x="571923" y="489797"/>
                  </a:moveTo>
                  <a:lnTo>
                    <a:pt x="557954" y="475404"/>
                  </a:lnTo>
                  <a:lnTo>
                    <a:pt x="546947" y="460164"/>
                  </a:lnTo>
                  <a:lnTo>
                    <a:pt x="537210" y="457623"/>
                  </a:lnTo>
                  <a:lnTo>
                    <a:pt x="521970" y="449157"/>
                  </a:lnTo>
                  <a:lnTo>
                    <a:pt x="510540" y="435187"/>
                  </a:lnTo>
                  <a:lnTo>
                    <a:pt x="508000" y="421217"/>
                  </a:lnTo>
                  <a:lnTo>
                    <a:pt x="496570" y="408940"/>
                  </a:lnTo>
                  <a:lnTo>
                    <a:pt x="491067" y="394970"/>
                  </a:lnTo>
                  <a:lnTo>
                    <a:pt x="491067" y="382270"/>
                  </a:lnTo>
                  <a:lnTo>
                    <a:pt x="494030" y="367030"/>
                  </a:lnTo>
                  <a:lnTo>
                    <a:pt x="508000" y="354330"/>
                  </a:lnTo>
                  <a:lnTo>
                    <a:pt x="509270" y="350097"/>
                  </a:lnTo>
                  <a:lnTo>
                    <a:pt x="519007" y="336127"/>
                  </a:lnTo>
                  <a:lnTo>
                    <a:pt x="524510" y="322157"/>
                  </a:lnTo>
                  <a:lnTo>
                    <a:pt x="527473" y="320887"/>
                  </a:lnTo>
                  <a:lnTo>
                    <a:pt x="516467" y="308187"/>
                  </a:lnTo>
                  <a:lnTo>
                    <a:pt x="514773" y="308187"/>
                  </a:lnTo>
                  <a:lnTo>
                    <a:pt x="511810" y="308187"/>
                  </a:lnTo>
                  <a:lnTo>
                    <a:pt x="502073" y="294217"/>
                  </a:lnTo>
                  <a:lnTo>
                    <a:pt x="500804" y="288713"/>
                  </a:lnTo>
                  <a:lnTo>
                    <a:pt x="499533" y="287443"/>
                  </a:lnTo>
                  <a:lnTo>
                    <a:pt x="495300" y="281517"/>
                  </a:lnTo>
                  <a:lnTo>
                    <a:pt x="496570" y="277707"/>
                  </a:lnTo>
                  <a:lnTo>
                    <a:pt x="511810" y="267970"/>
                  </a:lnTo>
                  <a:lnTo>
                    <a:pt x="525780" y="271780"/>
                  </a:lnTo>
                  <a:lnTo>
                    <a:pt x="534247" y="266277"/>
                  </a:lnTo>
                  <a:lnTo>
                    <a:pt x="523240" y="256540"/>
                  </a:lnTo>
                  <a:lnTo>
                    <a:pt x="509270" y="254000"/>
                  </a:lnTo>
                  <a:lnTo>
                    <a:pt x="496570" y="242570"/>
                  </a:lnTo>
                  <a:lnTo>
                    <a:pt x="482600" y="246804"/>
                  </a:lnTo>
                  <a:lnTo>
                    <a:pt x="468630" y="258233"/>
                  </a:lnTo>
                  <a:lnTo>
                    <a:pt x="466090" y="262043"/>
                  </a:lnTo>
                  <a:lnTo>
                    <a:pt x="458893" y="276437"/>
                  </a:lnTo>
                  <a:lnTo>
                    <a:pt x="444923" y="274743"/>
                  </a:lnTo>
                  <a:lnTo>
                    <a:pt x="436880" y="260773"/>
                  </a:lnTo>
                  <a:lnTo>
                    <a:pt x="435187" y="259504"/>
                  </a:lnTo>
                  <a:lnTo>
                    <a:pt x="432647" y="254000"/>
                  </a:lnTo>
                  <a:lnTo>
                    <a:pt x="418677" y="251037"/>
                  </a:lnTo>
                  <a:lnTo>
                    <a:pt x="403437" y="249767"/>
                  </a:lnTo>
                  <a:lnTo>
                    <a:pt x="389043" y="248073"/>
                  </a:lnTo>
                  <a:lnTo>
                    <a:pt x="379307" y="238337"/>
                  </a:lnTo>
                  <a:lnTo>
                    <a:pt x="378037" y="234104"/>
                  </a:lnTo>
                  <a:lnTo>
                    <a:pt x="364067" y="230293"/>
                  </a:lnTo>
                  <a:lnTo>
                    <a:pt x="350097" y="229023"/>
                  </a:lnTo>
                  <a:lnTo>
                    <a:pt x="345864" y="221827"/>
                  </a:lnTo>
                  <a:lnTo>
                    <a:pt x="359833" y="213360"/>
                  </a:lnTo>
                  <a:lnTo>
                    <a:pt x="359833" y="199390"/>
                  </a:lnTo>
                  <a:lnTo>
                    <a:pt x="345864" y="193887"/>
                  </a:lnTo>
                  <a:lnTo>
                    <a:pt x="357293" y="178647"/>
                  </a:lnTo>
                  <a:lnTo>
                    <a:pt x="358564" y="164677"/>
                  </a:lnTo>
                  <a:lnTo>
                    <a:pt x="357293" y="161713"/>
                  </a:lnTo>
                  <a:lnTo>
                    <a:pt x="341630" y="157480"/>
                  </a:lnTo>
                  <a:lnTo>
                    <a:pt x="331893" y="154940"/>
                  </a:lnTo>
                  <a:lnTo>
                    <a:pt x="328083" y="153670"/>
                  </a:lnTo>
                  <a:lnTo>
                    <a:pt x="323850" y="151977"/>
                  </a:lnTo>
                  <a:lnTo>
                    <a:pt x="309880" y="145204"/>
                  </a:lnTo>
                  <a:lnTo>
                    <a:pt x="298450" y="140970"/>
                  </a:lnTo>
                  <a:lnTo>
                    <a:pt x="284480" y="129540"/>
                  </a:lnTo>
                  <a:lnTo>
                    <a:pt x="273473" y="121497"/>
                  </a:lnTo>
                  <a:lnTo>
                    <a:pt x="271780" y="117263"/>
                  </a:lnTo>
                  <a:lnTo>
                    <a:pt x="262467" y="111760"/>
                  </a:lnTo>
                  <a:lnTo>
                    <a:pt x="267970" y="105833"/>
                  </a:lnTo>
                  <a:lnTo>
                    <a:pt x="259504" y="91863"/>
                  </a:lnTo>
                  <a:lnTo>
                    <a:pt x="263737" y="82127"/>
                  </a:lnTo>
                  <a:lnTo>
                    <a:pt x="262467" y="66887"/>
                  </a:lnTo>
                  <a:lnTo>
                    <a:pt x="249767" y="68580"/>
                  </a:lnTo>
                  <a:lnTo>
                    <a:pt x="245533" y="62654"/>
                  </a:lnTo>
                  <a:lnTo>
                    <a:pt x="244264" y="61383"/>
                  </a:lnTo>
                  <a:lnTo>
                    <a:pt x="234104" y="47413"/>
                  </a:lnTo>
                  <a:lnTo>
                    <a:pt x="220557" y="41910"/>
                  </a:lnTo>
                  <a:lnTo>
                    <a:pt x="206587" y="33443"/>
                  </a:lnTo>
                  <a:lnTo>
                    <a:pt x="196850" y="19473"/>
                  </a:lnTo>
                  <a:lnTo>
                    <a:pt x="188383" y="9737"/>
                  </a:lnTo>
                  <a:lnTo>
                    <a:pt x="174414" y="5504"/>
                  </a:lnTo>
                  <a:lnTo>
                    <a:pt x="161714" y="5504"/>
                  </a:lnTo>
                  <a:lnTo>
                    <a:pt x="153670" y="1270"/>
                  </a:lnTo>
                  <a:lnTo>
                    <a:pt x="151977" y="1270"/>
                  </a:lnTo>
                  <a:lnTo>
                    <a:pt x="149437" y="1270"/>
                  </a:lnTo>
                  <a:lnTo>
                    <a:pt x="140970" y="2540"/>
                  </a:lnTo>
                  <a:lnTo>
                    <a:pt x="127000" y="6773"/>
                  </a:lnTo>
                  <a:lnTo>
                    <a:pt x="114723" y="0"/>
                  </a:lnTo>
                  <a:lnTo>
                    <a:pt x="104564" y="1270"/>
                  </a:lnTo>
                  <a:lnTo>
                    <a:pt x="96520" y="0"/>
                  </a:lnTo>
                  <a:lnTo>
                    <a:pt x="85090" y="15240"/>
                  </a:lnTo>
                  <a:lnTo>
                    <a:pt x="71120" y="22437"/>
                  </a:lnTo>
                  <a:lnTo>
                    <a:pt x="61383" y="30480"/>
                  </a:lnTo>
                  <a:lnTo>
                    <a:pt x="46143" y="30480"/>
                  </a:lnTo>
                  <a:lnTo>
                    <a:pt x="32173" y="27940"/>
                  </a:lnTo>
                  <a:lnTo>
                    <a:pt x="27940" y="33443"/>
                  </a:lnTo>
                  <a:lnTo>
                    <a:pt x="13970" y="38947"/>
                  </a:lnTo>
                  <a:lnTo>
                    <a:pt x="11430" y="38947"/>
                  </a:lnTo>
                  <a:lnTo>
                    <a:pt x="0" y="43180"/>
                  </a:lnTo>
                  <a:lnTo>
                    <a:pt x="5504" y="52917"/>
                  </a:lnTo>
                  <a:lnTo>
                    <a:pt x="5504" y="54187"/>
                  </a:lnTo>
                  <a:lnTo>
                    <a:pt x="15664" y="63923"/>
                  </a:lnTo>
                  <a:lnTo>
                    <a:pt x="13970" y="75354"/>
                  </a:lnTo>
                  <a:lnTo>
                    <a:pt x="12700" y="75354"/>
                  </a:lnTo>
                  <a:lnTo>
                    <a:pt x="16933" y="90593"/>
                  </a:lnTo>
                  <a:lnTo>
                    <a:pt x="16933" y="103293"/>
                  </a:lnTo>
                  <a:lnTo>
                    <a:pt x="30904" y="103293"/>
                  </a:lnTo>
                  <a:lnTo>
                    <a:pt x="36407" y="105833"/>
                  </a:lnTo>
                  <a:lnTo>
                    <a:pt x="37677" y="105833"/>
                  </a:lnTo>
                  <a:lnTo>
                    <a:pt x="30904" y="111760"/>
                  </a:lnTo>
                  <a:lnTo>
                    <a:pt x="27940" y="119804"/>
                  </a:lnTo>
                  <a:lnTo>
                    <a:pt x="30904" y="133773"/>
                  </a:lnTo>
                  <a:lnTo>
                    <a:pt x="46143" y="145204"/>
                  </a:lnTo>
                  <a:lnTo>
                    <a:pt x="52917" y="147743"/>
                  </a:lnTo>
                  <a:lnTo>
                    <a:pt x="54610" y="149013"/>
                  </a:lnTo>
                  <a:lnTo>
                    <a:pt x="60114" y="147743"/>
                  </a:lnTo>
                  <a:lnTo>
                    <a:pt x="63923" y="149013"/>
                  </a:lnTo>
                  <a:lnTo>
                    <a:pt x="63077" y="151977"/>
                  </a:lnTo>
                  <a:lnTo>
                    <a:pt x="76623" y="154940"/>
                  </a:lnTo>
                  <a:lnTo>
                    <a:pt x="81280" y="154940"/>
                  </a:lnTo>
                  <a:lnTo>
                    <a:pt x="82550" y="154940"/>
                  </a:lnTo>
                  <a:lnTo>
                    <a:pt x="82550" y="164677"/>
                  </a:lnTo>
                  <a:lnTo>
                    <a:pt x="79587" y="164677"/>
                  </a:lnTo>
                  <a:lnTo>
                    <a:pt x="65617" y="164677"/>
                  </a:lnTo>
                  <a:lnTo>
                    <a:pt x="50377" y="167217"/>
                  </a:lnTo>
                  <a:lnTo>
                    <a:pt x="44873" y="168910"/>
                  </a:lnTo>
                  <a:lnTo>
                    <a:pt x="37677" y="171450"/>
                  </a:lnTo>
                  <a:lnTo>
                    <a:pt x="44873" y="185420"/>
                  </a:lnTo>
                  <a:lnTo>
                    <a:pt x="44873" y="193887"/>
                  </a:lnTo>
                  <a:lnTo>
                    <a:pt x="46143" y="196427"/>
                  </a:lnTo>
                  <a:lnTo>
                    <a:pt x="33443" y="212090"/>
                  </a:lnTo>
                  <a:lnTo>
                    <a:pt x="36407" y="216323"/>
                  </a:lnTo>
                  <a:lnTo>
                    <a:pt x="50377" y="207857"/>
                  </a:lnTo>
                  <a:lnTo>
                    <a:pt x="55880" y="206587"/>
                  </a:lnTo>
                  <a:lnTo>
                    <a:pt x="71120" y="207857"/>
                  </a:lnTo>
                  <a:lnTo>
                    <a:pt x="78317" y="210820"/>
                  </a:lnTo>
                  <a:lnTo>
                    <a:pt x="78317" y="224790"/>
                  </a:lnTo>
                  <a:lnTo>
                    <a:pt x="76623" y="235797"/>
                  </a:lnTo>
                  <a:lnTo>
                    <a:pt x="75354" y="240030"/>
                  </a:lnTo>
                  <a:lnTo>
                    <a:pt x="65617" y="254000"/>
                  </a:lnTo>
                  <a:lnTo>
                    <a:pt x="58420" y="263737"/>
                  </a:lnTo>
                  <a:lnTo>
                    <a:pt x="57150" y="269240"/>
                  </a:lnTo>
                  <a:lnTo>
                    <a:pt x="51647" y="278977"/>
                  </a:lnTo>
                  <a:lnTo>
                    <a:pt x="48683" y="294217"/>
                  </a:lnTo>
                  <a:lnTo>
                    <a:pt x="48683" y="297180"/>
                  </a:lnTo>
                  <a:lnTo>
                    <a:pt x="57150" y="311150"/>
                  </a:lnTo>
                  <a:lnTo>
                    <a:pt x="65617" y="313690"/>
                  </a:lnTo>
                  <a:lnTo>
                    <a:pt x="79587" y="315383"/>
                  </a:lnTo>
                  <a:lnTo>
                    <a:pt x="89323" y="329354"/>
                  </a:lnTo>
                  <a:lnTo>
                    <a:pt x="103293" y="340360"/>
                  </a:lnTo>
                  <a:lnTo>
                    <a:pt x="103293" y="341630"/>
                  </a:lnTo>
                  <a:lnTo>
                    <a:pt x="117264" y="350097"/>
                  </a:lnTo>
                  <a:lnTo>
                    <a:pt x="118533" y="353060"/>
                  </a:lnTo>
                  <a:lnTo>
                    <a:pt x="104564" y="365337"/>
                  </a:lnTo>
                  <a:lnTo>
                    <a:pt x="90593" y="364067"/>
                  </a:lnTo>
                  <a:lnTo>
                    <a:pt x="76623" y="358563"/>
                  </a:lnTo>
                  <a:lnTo>
                    <a:pt x="71120" y="364067"/>
                  </a:lnTo>
                  <a:lnTo>
                    <a:pt x="85090" y="379307"/>
                  </a:lnTo>
                  <a:lnTo>
                    <a:pt x="93557" y="387774"/>
                  </a:lnTo>
                  <a:lnTo>
                    <a:pt x="102023" y="396240"/>
                  </a:lnTo>
                  <a:lnTo>
                    <a:pt x="103293" y="396240"/>
                  </a:lnTo>
                  <a:lnTo>
                    <a:pt x="107527" y="404707"/>
                  </a:lnTo>
                  <a:lnTo>
                    <a:pt x="107527" y="408940"/>
                  </a:lnTo>
                  <a:lnTo>
                    <a:pt x="107527" y="415714"/>
                  </a:lnTo>
                  <a:lnTo>
                    <a:pt x="107527" y="421217"/>
                  </a:lnTo>
                  <a:lnTo>
                    <a:pt x="97790" y="429683"/>
                  </a:lnTo>
                  <a:lnTo>
                    <a:pt x="83820" y="426720"/>
                  </a:lnTo>
                  <a:lnTo>
                    <a:pt x="74083" y="426720"/>
                  </a:lnTo>
                  <a:lnTo>
                    <a:pt x="66887" y="438150"/>
                  </a:lnTo>
                  <a:lnTo>
                    <a:pt x="68580" y="446193"/>
                  </a:lnTo>
                  <a:lnTo>
                    <a:pt x="69850" y="449157"/>
                  </a:lnTo>
                  <a:lnTo>
                    <a:pt x="74083" y="450427"/>
                  </a:lnTo>
                  <a:lnTo>
                    <a:pt x="88054" y="457623"/>
                  </a:lnTo>
                  <a:lnTo>
                    <a:pt x="96520" y="463127"/>
                  </a:lnTo>
                  <a:lnTo>
                    <a:pt x="102023" y="468630"/>
                  </a:lnTo>
                  <a:lnTo>
                    <a:pt x="103293" y="469900"/>
                  </a:lnTo>
                  <a:lnTo>
                    <a:pt x="113030" y="483870"/>
                  </a:lnTo>
                  <a:lnTo>
                    <a:pt x="127000" y="495300"/>
                  </a:lnTo>
                  <a:lnTo>
                    <a:pt x="142240" y="495300"/>
                  </a:lnTo>
                  <a:lnTo>
                    <a:pt x="143510" y="499533"/>
                  </a:lnTo>
                  <a:lnTo>
                    <a:pt x="146473" y="503767"/>
                  </a:lnTo>
                  <a:lnTo>
                    <a:pt x="149437" y="505037"/>
                  </a:lnTo>
                  <a:lnTo>
                    <a:pt x="162983" y="508000"/>
                  </a:lnTo>
                  <a:lnTo>
                    <a:pt x="177377" y="511810"/>
                  </a:lnTo>
                  <a:lnTo>
                    <a:pt x="191347" y="520277"/>
                  </a:lnTo>
                  <a:lnTo>
                    <a:pt x="193887" y="524510"/>
                  </a:lnTo>
                  <a:lnTo>
                    <a:pt x="198120" y="527050"/>
                  </a:lnTo>
                  <a:lnTo>
                    <a:pt x="201083" y="528743"/>
                  </a:lnTo>
                  <a:lnTo>
                    <a:pt x="215054" y="531283"/>
                  </a:lnTo>
                  <a:lnTo>
                    <a:pt x="224790" y="537210"/>
                  </a:lnTo>
                  <a:lnTo>
                    <a:pt x="230293" y="551180"/>
                  </a:lnTo>
                  <a:lnTo>
                    <a:pt x="229023" y="552450"/>
                  </a:lnTo>
                  <a:lnTo>
                    <a:pt x="244264" y="548217"/>
                  </a:lnTo>
                  <a:lnTo>
                    <a:pt x="249767" y="543983"/>
                  </a:lnTo>
                  <a:lnTo>
                    <a:pt x="245533" y="530014"/>
                  </a:lnTo>
                  <a:lnTo>
                    <a:pt x="249767" y="527050"/>
                  </a:lnTo>
                  <a:lnTo>
                    <a:pt x="251037" y="528743"/>
                  </a:lnTo>
                  <a:lnTo>
                    <a:pt x="265007" y="520277"/>
                  </a:lnTo>
                  <a:lnTo>
                    <a:pt x="267970" y="513504"/>
                  </a:lnTo>
                  <a:lnTo>
                    <a:pt x="263737" y="499533"/>
                  </a:lnTo>
                  <a:lnTo>
                    <a:pt x="260773" y="489797"/>
                  </a:lnTo>
                  <a:lnTo>
                    <a:pt x="270933" y="488104"/>
                  </a:lnTo>
                  <a:lnTo>
                    <a:pt x="271780" y="486833"/>
                  </a:lnTo>
                  <a:lnTo>
                    <a:pt x="286173" y="480060"/>
                  </a:lnTo>
                  <a:lnTo>
                    <a:pt x="291677" y="493607"/>
                  </a:lnTo>
                  <a:lnTo>
                    <a:pt x="301414" y="499533"/>
                  </a:lnTo>
                  <a:lnTo>
                    <a:pt x="308187" y="503767"/>
                  </a:lnTo>
                  <a:lnTo>
                    <a:pt x="319617" y="509270"/>
                  </a:lnTo>
                  <a:lnTo>
                    <a:pt x="333587" y="517314"/>
                  </a:lnTo>
                  <a:lnTo>
                    <a:pt x="345864" y="531283"/>
                  </a:lnTo>
                  <a:lnTo>
                    <a:pt x="345864" y="534247"/>
                  </a:lnTo>
                  <a:lnTo>
                    <a:pt x="358564" y="542714"/>
                  </a:lnTo>
                  <a:lnTo>
                    <a:pt x="372533" y="546947"/>
                  </a:lnTo>
                  <a:lnTo>
                    <a:pt x="372533" y="551180"/>
                  </a:lnTo>
                  <a:lnTo>
                    <a:pt x="368300" y="564727"/>
                  </a:lnTo>
                  <a:lnTo>
                    <a:pt x="371264" y="566420"/>
                  </a:lnTo>
                  <a:lnTo>
                    <a:pt x="383540" y="568960"/>
                  </a:lnTo>
                  <a:lnTo>
                    <a:pt x="396240" y="571923"/>
                  </a:lnTo>
                  <a:lnTo>
                    <a:pt x="410210" y="574887"/>
                  </a:lnTo>
                  <a:lnTo>
                    <a:pt x="416983" y="574887"/>
                  </a:lnTo>
                  <a:lnTo>
                    <a:pt x="422910" y="581660"/>
                  </a:lnTo>
                  <a:lnTo>
                    <a:pt x="416983" y="592667"/>
                  </a:lnTo>
                  <a:lnTo>
                    <a:pt x="411480" y="606637"/>
                  </a:lnTo>
                  <a:lnTo>
                    <a:pt x="408940" y="608330"/>
                  </a:lnTo>
                  <a:lnTo>
                    <a:pt x="404707" y="613833"/>
                  </a:lnTo>
                  <a:lnTo>
                    <a:pt x="404707" y="623570"/>
                  </a:lnTo>
                  <a:lnTo>
                    <a:pt x="390737" y="633307"/>
                  </a:lnTo>
                  <a:lnTo>
                    <a:pt x="397510" y="647277"/>
                  </a:lnTo>
                  <a:lnTo>
                    <a:pt x="411480" y="650240"/>
                  </a:lnTo>
                  <a:lnTo>
                    <a:pt x="414443" y="650240"/>
                  </a:lnTo>
                  <a:lnTo>
                    <a:pt x="418677" y="646007"/>
                  </a:lnTo>
                  <a:lnTo>
                    <a:pt x="430954" y="637540"/>
                  </a:lnTo>
                  <a:lnTo>
                    <a:pt x="443654" y="633307"/>
                  </a:lnTo>
                  <a:lnTo>
                    <a:pt x="457623" y="638810"/>
                  </a:lnTo>
                  <a:lnTo>
                    <a:pt x="463127" y="638810"/>
                  </a:lnTo>
                  <a:lnTo>
                    <a:pt x="477097" y="634577"/>
                  </a:lnTo>
                  <a:lnTo>
                    <a:pt x="491067" y="627804"/>
                  </a:lnTo>
                  <a:lnTo>
                    <a:pt x="492337" y="627804"/>
                  </a:lnTo>
                  <a:lnTo>
                    <a:pt x="502073" y="636270"/>
                  </a:lnTo>
                  <a:lnTo>
                    <a:pt x="516467" y="626533"/>
                  </a:lnTo>
                  <a:lnTo>
                    <a:pt x="524510" y="620607"/>
                  </a:lnTo>
                  <a:lnTo>
                    <a:pt x="525780" y="605367"/>
                  </a:lnTo>
                  <a:lnTo>
                    <a:pt x="511810" y="594360"/>
                  </a:lnTo>
                  <a:lnTo>
                    <a:pt x="511810" y="585893"/>
                  </a:lnTo>
                  <a:lnTo>
                    <a:pt x="513504" y="571923"/>
                  </a:lnTo>
                  <a:lnTo>
                    <a:pt x="510540" y="557954"/>
                  </a:lnTo>
                  <a:lnTo>
                    <a:pt x="509270" y="556683"/>
                  </a:lnTo>
                  <a:lnTo>
                    <a:pt x="508000" y="553720"/>
                  </a:lnTo>
                  <a:lnTo>
                    <a:pt x="517737" y="546947"/>
                  </a:lnTo>
                  <a:lnTo>
                    <a:pt x="531707" y="541020"/>
                  </a:lnTo>
                  <a:lnTo>
                    <a:pt x="531707" y="542714"/>
                  </a:lnTo>
                  <a:lnTo>
                    <a:pt x="546947" y="542714"/>
                  </a:lnTo>
                  <a:lnTo>
                    <a:pt x="553720" y="528743"/>
                  </a:lnTo>
                  <a:lnTo>
                    <a:pt x="559647" y="524510"/>
                  </a:lnTo>
                  <a:lnTo>
                    <a:pt x="560917" y="524510"/>
                  </a:lnTo>
                  <a:lnTo>
                    <a:pt x="570654" y="510540"/>
                  </a:lnTo>
                  <a:lnTo>
                    <a:pt x="579120" y="496570"/>
                  </a:lnTo>
                  <a:lnTo>
                    <a:pt x="580390" y="49233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4" name="Freeform 2313">
              <a:extLst>
                <a:ext uri="{FF2B5EF4-FFF2-40B4-BE49-F238E27FC236}">
                  <a16:creationId xmlns:a16="http://schemas.microsoft.com/office/drawing/2014/main" id="{6E0B7888-83F4-A744-AB75-597C3B44EDC2}"/>
                </a:ext>
              </a:extLst>
            </p:cNvPr>
            <p:cNvSpPr/>
            <p:nvPr/>
          </p:nvSpPr>
          <p:spPr>
            <a:xfrm>
              <a:off x="10323829" y="5680286"/>
              <a:ext cx="315383" cy="184150"/>
            </a:xfrm>
            <a:custGeom>
              <a:avLst/>
              <a:gdLst>
                <a:gd name="connsiteX0" fmla="*/ 5504 w 315383"/>
                <a:gd name="connsiteY0" fmla="*/ 113030 h 184150"/>
                <a:gd name="connsiteX1" fmla="*/ 0 w 315383"/>
                <a:gd name="connsiteY1" fmla="*/ 97790 h 184150"/>
                <a:gd name="connsiteX2" fmla="*/ 15240 w 315383"/>
                <a:gd name="connsiteY2" fmla="*/ 106257 h 184150"/>
                <a:gd name="connsiteX3" fmla="*/ 29210 w 315383"/>
                <a:gd name="connsiteY3" fmla="*/ 99060 h 184150"/>
                <a:gd name="connsiteX4" fmla="*/ 37254 w 315383"/>
                <a:gd name="connsiteY4" fmla="*/ 85090 h 184150"/>
                <a:gd name="connsiteX5" fmla="*/ 40217 w 315383"/>
                <a:gd name="connsiteY5" fmla="*/ 83820 h 184150"/>
                <a:gd name="connsiteX6" fmla="*/ 44450 w 315383"/>
                <a:gd name="connsiteY6" fmla="*/ 83820 h 184150"/>
                <a:gd name="connsiteX7" fmla="*/ 45720 w 315383"/>
                <a:gd name="connsiteY7" fmla="*/ 83820 h 184150"/>
                <a:gd name="connsiteX8" fmla="*/ 48683 w 315383"/>
                <a:gd name="connsiteY8" fmla="*/ 82550 h 184150"/>
                <a:gd name="connsiteX9" fmla="*/ 49954 w 315383"/>
                <a:gd name="connsiteY9" fmla="*/ 80857 h 184150"/>
                <a:gd name="connsiteX10" fmla="*/ 58420 w 315383"/>
                <a:gd name="connsiteY10" fmla="*/ 82550 h 184150"/>
                <a:gd name="connsiteX11" fmla="*/ 60114 w 315383"/>
                <a:gd name="connsiteY11" fmla="*/ 82550 h 184150"/>
                <a:gd name="connsiteX12" fmla="*/ 74930 w 315383"/>
                <a:gd name="connsiteY12" fmla="*/ 88053 h 184150"/>
                <a:gd name="connsiteX13" fmla="*/ 88900 w 315383"/>
                <a:gd name="connsiteY13" fmla="*/ 80857 h 184150"/>
                <a:gd name="connsiteX14" fmla="*/ 90593 w 315383"/>
                <a:gd name="connsiteY14" fmla="*/ 68580 h 184150"/>
                <a:gd name="connsiteX15" fmla="*/ 88900 w 315383"/>
                <a:gd name="connsiteY15" fmla="*/ 54610 h 184150"/>
                <a:gd name="connsiteX16" fmla="*/ 102870 w 315383"/>
                <a:gd name="connsiteY16" fmla="*/ 51646 h 184150"/>
                <a:gd name="connsiteX17" fmla="*/ 116840 w 315383"/>
                <a:gd name="connsiteY17" fmla="*/ 52917 h 184150"/>
                <a:gd name="connsiteX18" fmla="*/ 132504 w 315383"/>
                <a:gd name="connsiteY18" fmla="*/ 54610 h 184150"/>
                <a:gd name="connsiteX19" fmla="*/ 146050 w 315383"/>
                <a:gd name="connsiteY19" fmla="*/ 55880 h 184150"/>
                <a:gd name="connsiteX20" fmla="*/ 160020 w 315383"/>
                <a:gd name="connsiteY20" fmla="*/ 57573 h 184150"/>
                <a:gd name="connsiteX21" fmla="*/ 175683 w 315383"/>
                <a:gd name="connsiteY21" fmla="*/ 55880 h 184150"/>
                <a:gd name="connsiteX22" fmla="*/ 189654 w 315383"/>
                <a:gd name="connsiteY22" fmla="*/ 52917 h 184150"/>
                <a:gd name="connsiteX23" fmla="*/ 203624 w 315383"/>
                <a:gd name="connsiteY23" fmla="*/ 46143 h 184150"/>
                <a:gd name="connsiteX24" fmla="*/ 217170 w 315383"/>
                <a:gd name="connsiteY24" fmla="*/ 44873 h 184150"/>
                <a:gd name="connsiteX25" fmla="*/ 232833 w 315383"/>
                <a:gd name="connsiteY25" fmla="*/ 39370 h 184150"/>
                <a:gd name="connsiteX26" fmla="*/ 246804 w 315383"/>
                <a:gd name="connsiteY26" fmla="*/ 32173 h 184150"/>
                <a:gd name="connsiteX27" fmla="*/ 260774 w 315383"/>
                <a:gd name="connsiteY27" fmla="*/ 21167 h 184150"/>
                <a:gd name="connsiteX28" fmla="*/ 266277 w 315383"/>
                <a:gd name="connsiteY28" fmla="*/ 21167 h 184150"/>
                <a:gd name="connsiteX29" fmla="*/ 280247 w 315383"/>
                <a:gd name="connsiteY29" fmla="*/ 13970 h 184150"/>
                <a:gd name="connsiteX30" fmla="*/ 294217 w 315383"/>
                <a:gd name="connsiteY30" fmla="*/ 5926 h 184150"/>
                <a:gd name="connsiteX31" fmla="*/ 308187 w 315383"/>
                <a:gd name="connsiteY31" fmla="*/ 0 h 184150"/>
                <a:gd name="connsiteX32" fmla="*/ 315383 w 315383"/>
                <a:gd name="connsiteY32" fmla="*/ 0 h 184150"/>
                <a:gd name="connsiteX33" fmla="*/ 299720 w 315383"/>
                <a:gd name="connsiteY33" fmla="*/ 11430 h 184150"/>
                <a:gd name="connsiteX34" fmla="*/ 285750 w 315383"/>
                <a:gd name="connsiteY34" fmla="*/ 25400 h 184150"/>
                <a:gd name="connsiteX35" fmla="*/ 271780 w 315383"/>
                <a:gd name="connsiteY35" fmla="*/ 35136 h 184150"/>
                <a:gd name="connsiteX36" fmla="*/ 257810 w 315383"/>
                <a:gd name="connsiteY36" fmla="*/ 41910 h 184150"/>
                <a:gd name="connsiteX37" fmla="*/ 248074 w 315383"/>
                <a:gd name="connsiteY37" fmla="*/ 57573 h 184150"/>
                <a:gd name="connsiteX38" fmla="*/ 232833 w 315383"/>
                <a:gd name="connsiteY38" fmla="*/ 60113 h 184150"/>
                <a:gd name="connsiteX39" fmla="*/ 226060 w 315383"/>
                <a:gd name="connsiteY39" fmla="*/ 74083 h 184150"/>
                <a:gd name="connsiteX40" fmla="*/ 229870 w 315383"/>
                <a:gd name="connsiteY40" fmla="*/ 86783 h 184150"/>
                <a:gd name="connsiteX41" fmla="*/ 241300 w 315383"/>
                <a:gd name="connsiteY41" fmla="*/ 100753 h 184150"/>
                <a:gd name="connsiteX42" fmla="*/ 242570 w 315383"/>
                <a:gd name="connsiteY42" fmla="*/ 102023 h 184150"/>
                <a:gd name="connsiteX43" fmla="*/ 252307 w 315383"/>
                <a:gd name="connsiteY43" fmla="*/ 113030 h 184150"/>
                <a:gd name="connsiteX44" fmla="*/ 238337 w 315383"/>
                <a:gd name="connsiteY44" fmla="*/ 114723 h 184150"/>
                <a:gd name="connsiteX45" fmla="*/ 229870 w 315383"/>
                <a:gd name="connsiteY45" fmla="*/ 118957 h 184150"/>
                <a:gd name="connsiteX46" fmla="*/ 214630 w 315383"/>
                <a:gd name="connsiteY46" fmla="*/ 117263 h 184150"/>
                <a:gd name="connsiteX47" fmla="*/ 201930 w 315383"/>
                <a:gd name="connsiteY47" fmla="*/ 117263 h 184150"/>
                <a:gd name="connsiteX48" fmla="*/ 193887 w 315383"/>
                <a:gd name="connsiteY48" fmla="*/ 131233 h 184150"/>
                <a:gd name="connsiteX49" fmla="*/ 181187 w 315383"/>
                <a:gd name="connsiteY49" fmla="*/ 145203 h 184150"/>
                <a:gd name="connsiteX50" fmla="*/ 165947 w 315383"/>
                <a:gd name="connsiteY50" fmla="*/ 153670 h 184150"/>
                <a:gd name="connsiteX51" fmla="*/ 151977 w 315383"/>
                <a:gd name="connsiteY51" fmla="*/ 160443 h 184150"/>
                <a:gd name="connsiteX52" fmla="*/ 144780 w 315383"/>
                <a:gd name="connsiteY52" fmla="*/ 160443 h 184150"/>
                <a:gd name="connsiteX53" fmla="*/ 131233 w 315383"/>
                <a:gd name="connsiteY53" fmla="*/ 162136 h 184150"/>
                <a:gd name="connsiteX54" fmla="*/ 116840 w 315383"/>
                <a:gd name="connsiteY54" fmla="*/ 165946 h 184150"/>
                <a:gd name="connsiteX55" fmla="*/ 110067 w 315383"/>
                <a:gd name="connsiteY55" fmla="*/ 173143 h 184150"/>
                <a:gd name="connsiteX56" fmla="*/ 112607 w 315383"/>
                <a:gd name="connsiteY56" fmla="*/ 184150 h 184150"/>
                <a:gd name="connsiteX57" fmla="*/ 99060 w 315383"/>
                <a:gd name="connsiteY57" fmla="*/ 178646 h 184150"/>
                <a:gd name="connsiteX58" fmla="*/ 94404 w 315383"/>
                <a:gd name="connsiteY58" fmla="*/ 170180 h 184150"/>
                <a:gd name="connsiteX59" fmla="*/ 80857 w 315383"/>
                <a:gd name="connsiteY59" fmla="*/ 168910 h 184150"/>
                <a:gd name="connsiteX60" fmla="*/ 73660 w 315383"/>
                <a:gd name="connsiteY60" fmla="*/ 170180 h 184150"/>
                <a:gd name="connsiteX61" fmla="*/ 60114 w 315383"/>
                <a:gd name="connsiteY61" fmla="*/ 170180 h 184150"/>
                <a:gd name="connsiteX62" fmla="*/ 57150 w 315383"/>
                <a:gd name="connsiteY62" fmla="*/ 170180 h 184150"/>
                <a:gd name="connsiteX63" fmla="*/ 45720 w 315383"/>
                <a:gd name="connsiteY63" fmla="*/ 163407 h 184150"/>
                <a:gd name="connsiteX64" fmla="*/ 37254 w 315383"/>
                <a:gd name="connsiteY64" fmla="*/ 162136 h 184150"/>
                <a:gd name="connsiteX65" fmla="*/ 23707 w 315383"/>
                <a:gd name="connsiteY65" fmla="*/ 153670 h 184150"/>
                <a:gd name="connsiteX66" fmla="*/ 20743 w 315383"/>
                <a:gd name="connsiteY66" fmla="*/ 139700 h 184150"/>
                <a:gd name="connsiteX67" fmla="*/ 11007 w 315383"/>
                <a:gd name="connsiteY67" fmla="*/ 125730 h 18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315383" h="184150">
                  <a:moveTo>
                    <a:pt x="5504" y="113030"/>
                  </a:moveTo>
                  <a:lnTo>
                    <a:pt x="0" y="97790"/>
                  </a:lnTo>
                  <a:lnTo>
                    <a:pt x="15240" y="106257"/>
                  </a:lnTo>
                  <a:lnTo>
                    <a:pt x="29210" y="99060"/>
                  </a:lnTo>
                  <a:lnTo>
                    <a:pt x="37254" y="85090"/>
                  </a:lnTo>
                  <a:lnTo>
                    <a:pt x="40217" y="83820"/>
                  </a:lnTo>
                  <a:lnTo>
                    <a:pt x="44450" y="83820"/>
                  </a:lnTo>
                  <a:lnTo>
                    <a:pt x="45720" y="83820"/>
                  </a:lnTo>
                  <a:lnTo>
                    <a:pt x="48683" y="82550"/>
                  </a:lnTo>
                  <a:lnTo>
                    <a:pt x="49954" y="80857"/>
                  </a:lnTo>
                  <a:lnTo>
                    <a:pt x="58420" y="82550"/>
                  </a:lnTo>
                  <a:lnTo>
                    <a:pt x="60114" y="82550"/>
                  </a:lnTo>
                  <a:lnTo>
                    <a:pt x="74930" y="88053"/>
                  </a:lnTo>
                  <a:lnTo>
                    <a:pt x="88900" y="80857"/>
                  </a:lnTo>
                  <a:lnTo>
                    <a:pt x="90593" y="68580"/>
                  </a:lnTo>
                  <a:lnTo>
                    <a:pt x="88900" y="54610"/>
                  </a:lnTo>
                  <a:lnTo>
                    <a:pt x="102870" y="51646"/>
                  </a:lnTo>
                  <a:lnTo>
                    <a:pt x="116840" y="52917"/>
                  </a:lnTo>
                  <a:lnTo>
                    <a:pt x="132504" y="54610"/>
                  </a:lnTo>
                  <a:lnTo>
                    <a:pt x="146050" y="55880"/>
                  </a:lnTo>
                  <a:lnTo>
                    <a:pt x="160020" y="57573"/>
                  </a:lnTo>
                  <a:lnTo>
                    <a:pt x="175683" y="55880"/>
                  </a:lnTo>
                  <a:lnTo>
                    <a:pt x="189654" y="52917"/>
                  </a:lnTo>
                  <a:lnTo>
                    <a:pt x="203624" y="46143"/>
                  </a:lnTo>
                  <a:lnTo>
                    <a:pt x="217170" y="44873"/>
                  </a:lnTo>
                  <a:lnTo>
                    <a:pt x="232833" y="39370"/>
                  </a:lnTo>
                  <a:lnTo>
                    <a:pt x="246804" y="32173"/>
                  </a:lnTo>
                  <a:lnTo>
                    <a:pt x="260774" y="21167"/>
                  </a:lnTo>
                  <a:lnTo>
                    <a:pt x="266277" y="21167"/>
                  </a:lnTo>
                  <a:lnTo>
                    <a:pt x="280247" y="13970"/>
                  </a:lnTo>
                  <a:lnTo>
                    <a:pt x="294217" y="5926"/>
                  </a:lnTo>
                  <a:lnTo>
                    <a:pt x="308187" y="0"/>
                  </a:lnTo>
                  <a:lnTo>
                    <a:pt x="315383" y="0"/>
                  </a:lnTo>
                  <a:lnTo>
                    <a:pt x="299720" y="11430"/>
                  </a:lnTo>
                  <a:lnTo>
                    <a:pt x="285750" y="25400"/>
                  </a:lnTo>
                  <a:lnTo>
                    <a:pt x="271780" y="35136"/>
                  </a:lnTo>
                  <a:lnTo>
                    <a:pt x="257810" y="41910"/>
                  </a:lnTo>
                  <a:lnTo>
                    <a:pt x="248074" y="57573"/>
                  </a:lnTo>
                  <a:lnTo>
                    <a:pt x="232833" y="60113"/>
                  </a:lnTo>
                  <a:lnTo>
                    <a:pt x="226060" y="74083"/>
                  </a:lnTo>
                  <a:lnTo>
                    <a:pt x="229870" y="86783"/>
                  </a:lnTo>
                  <a:lnTo>
                    <a:pt x="241300" y="100753"/>
                  </a:lnTo>
                  <a:lnTo>
                    <a:pt x="242570" y="102023"/>
                  </a:lnTo>
                  <a:lnTo>
                    <a:pt x="252307" y="113030"/>
                  </a:lnTo>
                  <a:lnTo>
                    <a:pt x="238337" y="114723"/>
                  </a:lnTo>
                  <a:lnTo>
                    <a:pt x="229870" y="118957"/>
                  </a:lnTo>
                  <a:lnTo>
                    <a:pt x="214630" y="117263"/>
                  </a:lnTo>
                  <a:lnTo>
                    <a:pt x="201930" y="117263"/>
                  </a:lnTo>
                  <a:lnTo>
                    <a:pt x="193887" y="131233"/>
                  </a:lnTo>
                  <a:lnTo>
                    <a:pt x="181187" y="145203"/>
                  </a:lnTo>
                  <a:lnTo>
                    <a:pt x="165947" y="153670"/>
                  </a:lnTo>
                  <a:lnTo>
                    <a:pt x="151977" y="160443"/>
                  </a:lnTo>
                  <a:lnTo>
                    <a:pt x="144780" y="160443"/>
                  </a:lnTo>
                  <a:lnTo>
                    <a:pt x="131233" y="162136"/>
                  </a:lnTo>
                  <a:lnTo>
                    <a:pt x="116840" y="165946"/>
                  </a:lnTo>
                  <a:lnTo>
                    <a:pt x="110067" y="173143"/>
                  </a:lnTo>
                  <a:lnTo>
                    <a:pt x="112607" y="184150"/>
                  </a:lnTo>
                  <a:lnTo>
                    <a:pt x="99060" y="178646"/>
                  </a:lnTo>
                  <a:lnTo>
                    <a:pt x="94404" y="170180"/>
                  </a:lnTo>
                  <a:lnTo>
                    <a:pt x="80857" y="168910"/>
                  </a:lnTo>
                  <a:lnTo>
                    <a:pt x="73660" y="170180"/>
                  </a:lnTo>
                  <a:lnTo>
                    <a:pt x="60114" y="170180"/>
                  </a:lnTo>
                  <a:lnTo>
                    <a:pt x="57150" y="170180"/>
                  </a:lnTo>
                  <a:lnTo>
                    <a:pt x="45720" y="163407"/>
                  </a:lnTo>
                  <a:lnTo>
                    <a:pt x="37254" y="162136"/>
                  </a:lnTo>
                  <a:lnTo>
                    <a:pt x="23707" y="153670"/>
                  </a:lnTo>
                  <a:lnTo>
                    <a:pt x="20743" y="139700"/>
                  </a:lnTo>
                  <a:lnTo>
                    <a:pt x="11007" y="125730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5" name="Freeform 2314">
              <a:extLst>
                <a:ext uri="{FF2B5EF4-FFF2-40B4-BE49-F238E27FC236}">
                  <a16:creationId xmlns:a16="http://schemas.microsoft.com/office/drawing/2014/main" id="{08AE3C25-E606-7049-9746-75604A0B3C19}"/>
                </a:ext>
              </a:extLst>
            </p:cNvPr>
            <p:cNvSpPr/>
            <p:nvPr/>
          </p:nvSpPr>
          <p:spPr>
            <a:xfrm>
              <a:off x="8557683" y="2026919"/>
              <a:ext cx="888576" cy="375073"/>
            </a:xfrm>
            <a:custGeom>
              <a:avLst/>
              <a:gdLst>
                <a:gd name="connsiteX0" fmla="*/ 2963 w 888576"/>
                <a:gd name="connsiteY0" fmla="*/ 244263 h 375073"/>
                <a:gd name="connsiteX1" fmla="*/ 8467 w 888576"/>
                <a:gd name="connsiteY1" fmla="*/ 258233 h 375073"/>
                <a:gd name="connsiteX2" fmla="*/ 8467 w 888576"/>
                <a:gd name="connsiteY2" fmla="*/ 244263 h 375073"/>
                <a:gd name="connsiteX3" fmla="*/ 2963 w 888576"/>
                <a:gd name="connsiteY3" fmla="*/ 241300 h 375073"/>
                <a:gd name="connsiteX4" fmla="*/ 4233 w 888576"/>
                <a:gd name="connsiteY4" fmla="*/ 227330 h 375073"/>
                <a:gd name="connsiteX5" fmla="*/ 6773 w 888576"/>
                <a:gd name="connsiteY5" fmla="*/ 213360 h 375073"/>
                <a:gd name="connsiteX6" fmla="*/ 5504 w 888576"/>
                <a:gd name="connsiteY6" fmla="*/ 199390 h 375073"/>
                <a:gd name="connsiteX7" fmla="*/ 18204 w 888576"/>
                <a:gd name="connsiteY7" fmla="*/ 185420 h 375073"/>
                <a:gd name="connsiteX8" fmla="*/ 32173 w 888576"/>
                <a:gd name="connsiteY8" fmla="*/ 174413 h 375073"/>
                <a:gd name="connsiteX9" fmla="*/ 44450 w 888576"/>
                <a:gd name="connsiteY9" fmla="*/ 160443 h 375073"/>
                <a:gd name="connsiteX10" fmla="*/ 43180 w 888576"/>
                <a:gd name="connsiteY10" fmla="*/ 146473 h 375073"/>
                <a:gd name="connsiteX11" fmla="*/ 43180 w 888576"/>
                <a:gd name="connsiteY11" fmla="*/ 132503 h 375073"/>
                <a:gd name="connsiteX12" fmla="*/ 47413 w 888576"/>
                <a:gd name="connsiteY12" fmla="*/ 118533 h 375073"/>
                <a:gd name="connsiteX13" fmla="*/ 58420 w 888576"/>
                <a:gd name="connsiteY13" fmla="*/ 103293 h 375073"/>
                <a:gd name="connsiteX14" fmla="*/ 68157 w 888576"/>
                <a:gd name="connsiteY14" fmla="*/ 89323 h 375073"/>
                <a:gd name="connsiteX15" fmla="*/ 82127 w 888576"/>
                <a:gd name="connsiteY15" fmla="*/ 76623 h 375073"/>
                <a:gd name="connsiteX16" fmla="*/ 96096 w 888576"/>
                <a:gd name="connsiteY16" fmla="*/ 74083 h 375073"/>
                <a:gd name="connsiteX17" fmla="*/ 111760 w 888576"/>
                <a:gd name="connsiteY17" fmla="*/ 74083 h 375073"/>
                <a:gd name="connsiteX18" fmla="*/ 125307 w 888576"/>
                <a:gd name="connsiteY18" fmla="*/ 68157 h 375073"/>
                <a:gd name="connsiteX19" fmla="*/ 139277 w 888576"/>
                <a:gd name="connsiteY19" fmla="*/ 61383 h 375073"/>
                <a:gd name="connsiteX20" fmla="*/ 144780 w 888576"/>
                <a:gd name="connsiteY20" fmla="*/ 60113 h 375073"/>
                <a:gd name="connsiteX21" fmla="*/ 158750 w 888576"/>
                <a:gd name="connsiteY21" fmla="*/ 54610 h 375073"/>
                <a:gd name="connsiteX22" fmla="*/ 172720 w 888576"/>
                <a:gd name="connsiteY22" fmla="*/ 50377 h 375073"/>
                <a:gd name="connsiteX23" fmla="*/ 179917 w 888576"/>
                <a:gd name="connsiteY23" fmla="*/ 63923 h 375073"/>
                <a:gd name="connsiteX24" fmla="*/ 193887 w 888576"/>
                <a:gd name="connsiteY24" fmla="*/ 79587 h 375073"/>
                <a:gd name="connsiteX25" fmla="*/ 207857 w 888576"/>
                <a:gd name="connsiteY25" fmla="*/ 86360 h 375073"/>
                <a:gd name="connsiteX26" fmla="*/ 221827 w 888576"/>
                <a:gd name="connsiteY26" fmla="*/ 96097 h 375073"/>
                <a:gd name="connsiteX27" fmla="*/ 235796 w 888576"/>
                <a:gd name="connsiteY27" fmla="*/ 105833 h 375073"/>
                <a:gd name="connsiteX28" fmla="*/ 249767 w 888576"/>
                <a:gd name="connsiteY28" fmla="*/ 110067 h 375073"/>
                <a:gd name="connsiteX29" fmla="*/ 256540 w 888576"/>
                <a:gd name="connsiteY29" fmla="*/ 124037 h 375073"/>
                <a:gd name="connsiteX30" fmla="*/ 263313 w 888576"/>
                <a:gd name="connsiteY30" fmla="*/ 138007 h 375073"/>
                <a:gd name="connsiteX31" fmla="*/ 270510 w 888576"/>
                <a:gd name="connsiteY31" fmla="*/ 151977 h 375073"/>
                <a:gd name="connsiteX32" fmla="*/ 284480 w 888576"/>
                <a:gd name="connsiteY32" fmla="*/ 160443 h 375073"/>
                <a:gd name="connsiteX33" fmla="*/ 298450 w 888576"/>
                <a:gd name="connsiteY33" fmla="*/ 161713 h 375073"/>
                <a:gd name="connsiteX34" fmla="*/ 313690 w 888576"/>
                <a:gd name="connsiteY34" fmla="*/ 171450 h 375073"/>
                <a:gd name="connsiteX35" fmla="*/ 327660 w 888576"/>
                <a:gd name="connsiteY35" fmla="*/ 173143 h 375073"/>
                <a:gd name="connsiteX36" fmla="*/ 341630 w 888576"/>
                <a:gd name="connsiteY36" fmla="*/ 170180 h 375073"/>
                <a:gd name="connsiteX37" fmla="*/ 355600 w 888576"/>
                <a:gd name="connsiteY37" fmla="*/ 164677 h 375073"/>
                <a:gd name="connsiteX38" fmla="*/ 365337 w 888576"/>
                <a:gd name="connsiteY38" fmla="*/ 156210 h 375073"/>
                <a:gd name="connsiteX39" fmla="*/ 379307 w 888576"/>
                <a:gd name="connsiteY39" fmla="*/ 150707 h 375073"/>
                <a:gd name="connsiteX40" fmla="*/ 393277 w 888576"/>
                <a:gd name="connsiteY40" fmla="*/ 139277 h 375073"/>
                <a:gd name="connsiteX41" fmla="*/ 405554 w 888576"/>
                <a:gd name="connsiteY41" fmla="*/ 125730 h 375073"/>
                <a:gd name="connsiteX42" fmla="*/ 404283 w 888576"/>
                <a:gd name="connsiteY42" fmla="*/ 111760 h 375073"/>
                <a:gd name="connsiteX43" fmla="*/ 400050 w 888576"/>
                <a:gd name="connsiteY43" fmla="*/ 97790 h 375073"/>
                <a:gd name="connsiteX44" fmla="*/ 395817 w 888576"/>
                <a:gd name="connsiteY44" fmla="*/ 83820 h 375073"/>
                <a:gd name="connsiteX45" fmla="*/ 395817 w 888576"/>
                <a:gd name="connsiteY45" fmla="*/ 69850 h 375073"/>
                <a:gd name="connsiteX46" fmla="*/ 387773 w 888576"/>
                <a:gd name="connsiteY46" fmla="*/ 55880 h 375073"/>
                <a:gd name="connsiteX47" fmla="*/ 383540 w 888576"/>
                <a:gd name="connsiteY47" fmla="*/ 40217 h 375073"/>
                <a:gd name="connsiteX48" fmla="*/ 384810 w 888576"/>
                <a:gd name="connsiteY48" fmla="*/ 30480 h 375073"/>
                <a:gd name="connsiteX49" fmla="*/ 390737 w 888576"/>
                <a:gd name="connsiteY49" fmla="*/ 32173 h 375073"/>
                <a:gd name="connsiteX50" fmla="*/ 393277 w 888576"/>
                <a:gd name="connsiteY50" fmla="*/ 32173 h 375073"/>
                <a:gd name="connsiteX51" fmla="*/ 394546 w 888576"/>
                <a:gd name="connsiteY51" fmla="*/ 32173 h 375073"/>
                <a:gd name="connsiteX52" fmla="*/ 408517 w 888576"/>
                <a:gd name="connsiteY52" fmla="*/ 20743 h 375073"/>
                <a:gd name="connsiteX53" fmla="*/ 422487 w 888576"/>
                <a:gd name="connsiteY53" fmla="*/ 19473 h 375073"/>
                <a:gd name="connsiteX54" fmla="*/ 436457 w 888576"/>
                <a:gd name="connsiteY54" fmla="*/ 11007 h 375073"/>
                <a:gd name="connsiteX55" fmla="*/ 451696 w 888576"/>
                <a:gd name="connsiteY55" fmla="*/ 9737 h 375073"/>
                <a:gd name="connsiteX56" fmla="*/ 465667 w 888576"/>
                <a:gd name="connsiteY56" fmla="*/ 6773 h 375073"/>
                <a:gd name="connsiteX57" fmla="*/ 476673 w 888576"/>
                <a:gd name="connsiteY57" fmla="*/ 0 h 375073"/>
                <a:gd name="connsiteX58" fmla="*/ 491067 w 888576"/>
                <a:gd name="connsiteY58" fmla="*/ 6773 h 375073"/>
                <a:gd name="connsiteX59" fmla="*/ 499110 w 888576"/>
                <a:gd name="connsiteY59" fmla="*/ 11007 h 375073"/>
                <a:gd name="connsiteX60" fmla="*/ 513080 w 888576"/>
                <a:gd name="connsiteY60" fmla="*/ 5503 h 375073"/>
                <a:gd name="connsiteX61" fmla="*/ 527050 w 888576"/>
                <a:gd name="connsiteY61" fmla="*/ 13970 h 375073"/>
                <a:gd name="connsiteX62" fmla="*/ 541020 w 888576"/>
                <a:gd name="connsiteY62" fmla="*/ 23707 h 375073"/>
                <a:gd name="connsiteX63" fmla="*/ 554990 w 888576"/>
                <a:gd name="connsiteY63" fmla="*/ 22437 h 375073"/>
                <a:gd name="connsiteX64" fmla="*/ 570230 w 888576"/>
                <a:gd name="connsiteY64" fmla="*/ 33443 h 375073"/>
                <a:gd name="connsiteX65" fmla="*/ 584623 w 888576"/>
                <a:gd name="connsiteY65" fmla="*/ 33443 h 375073"/>
                <a:gd name="connsiteX66" fmla="*/ 594360 w 888576"/>
                <a:gd name="connsiteY66" fmla="*/ 44450 h 375073"/>
                <a:gd name="connsiteX67" fmla="*/ 596900 w 888576"/>
                <a:gd name="connsiteY67" fmla="*/ 46143 h 375073"/>
                <a:gd name="connsiteX68" fmla="*/ 599863 w 888576"/>
                <a:gd name="connsiteY68" fmla="*/ 47413 h 375073"/>
                <a:gd name="connsiteX69" fmla="*/ 612140 w 888576"/>
                <a:gd name="connsiteY69" fmla="*/ 54610 h 375073"/>
                <a:gd name="connsiteX70" fmla="*/ 624840 w 888576"/>
                <a:gd name="connsiteY70" fmla="*/ 68157 h 375073"/>
                <a:gd name="connsiteX71" fmla="*/ 640080 w 888576"/>
                <a:gd name="connsiteY71" fmla="*/ 76623 h 375073"/>
                <a:gd name="connsiteX72" fmla="*/ 654050 w 888576"/>
                <a:gd name="connsiteY72" fmla="*/ 82127 h 375073"/>
                <a:gd name="connsiteX73" fmla="*/ 668020 w 888576"/>
                <a:gd name="connsiteY73" fmla="*/ 85090 h 375073"/>
                <a:gd name="connsiteX74" fmla="*/ 669713 w 888576"/>
                <a:gd name="connsiteY74" fmla="*/ 82127 h 375073"/>
                <a:gd name="connsiteX75" fmla="*/ 683260 w 888576"/>
                <a:gd name="connsiteY75" fmla="*/ 76623 h 375073"/>
                <a:gd name="connsiteX76" fmla="*/ 698500 w 888576"/>
                <a:gd name="connsiteY76" fmla="*/ 68157 h 375073"/>
                <a:gd name="connsiteX77" fmla="*/ 712893 w 888576"/>
                <a:gd name="connsiteY77" fmla="*/ 71120 h 375073"/>
                <a:gd name="connsiteX78" fmla="*/ 720937 w 888576"/>
                <a:gd name="connsiteY78" fmla="*/ 76623 h 375073"/>
                <a:gd name="connsiteX79" fmla="*/ 736177 w 888576"/>
                <a:gd name="connsiteY79" fmla="*/ 80857 h 375073"/>
                <a:gd name="connsiteX80" fmla="*/ 750570 w 888576"/>
                <a:gd name="connsiteY80" fmla="*/ 83820 h 375073"/>
                <a:gd name="connsiteX81" fmla="*/ 760307 w 888576"/>
                <a:gd name="connsiteY81" fmla="*/ 83820 h 375073"/>
                <a:gd name="connsiteX82" fmla="*/ 772583 w 888576"/>
                <a:gd name="connsiteY82" fmla="*/ 85090 h 375073"/>
                <a:gd name="connsiteX83" fmla="*/ 781050 w 888576"/>
                <a:gd name="connsiteY83" fmla="*/ 99060 h 375073"/>
                <a:gd name="connsiteX84" fmla="*/ 795020 w 888576"/>
                <a:gd name="connsiteY84" fmla="*/ 104563 h 375073"/>
                <a:gd name="connsiteX85" fmla="*/ 808990 w 888576"/>
                <a:gd name="connsiteY85" fmla="*/ 113030 h 375073"/>
                <a:gd name="connsiteX86" fmla="*/ 822960 w 888576"/>
                <a:gd name="connsiteY86" fmla="*/ 118533 h 375073"/>
                <a:gd name="connsiteX87" fmla="*/ 824230 w 888576"/>
                <a:gd name="connsiteY87" fmla="*/ 133773 h 375073"/>
                <a:gd name="connsiteX88" fmla="*/ 821267 w 888576"/>
                <a:gd name="connsiteY88" fmla="*/ 143510 h 375073"/>
                <a:gd name="connsiteX89" fmla="*/ 814493 w 888576"/>
                <a:gd name="connsiteY89" fmla="*/ 146473 h 375073"/>
                <a:gd name="connsiteX90" fmla="*/ 817457 w 888576"/>
                <a:gd name="connsiteY90" fmla="*/ 160443 h 375073"/>
                <a:gd name="connsiteX91" fmla="*/ 814493 w 888576"/>
                <a:gd name="connsiteY91" fmla="*/ 174413 h 375073"/>
                <a:gd name="connsiteX92" fmla="*/ 806027 w 888576"/>
                <a:gd name="connsiteY92" fmla="*/ 188383 h 375073"/>
                <a:gd name="connsiteX93" fmla="*/ 818727 w 888576"/>
                <a:gd name="connsiteY93" fmla="*/ 188383 h 375073"/>
                <a:gd name="connsiteX94" fmla="*/ 828463 w 888576"/>
                <a:gd name="connsiteY94" fmla="*/ 186690 h 375073"/>
                <a:gd name="connsiteX95" fmla="*/ 842433 w 888576"/>
                <a:gd name="connsiteY95" fmla="*/ 195157 h 375073"/>
                <a:gd name="connsiteX96" fmla="*/ 839470 w 888576"/>
                <a:gd name="connsiteY96" fmla="*/ 209127 h 375073"/>
                <a:gd name="connsiteX97" fmla="*/ 853863 w 888576"/>
                <a:gd name="connsiteY97" fmla="*/ 217593 h 375073"/>
                <a:gd name="connsiteX98" fmla="*/ 856404 w 888576"/>
                <a:gd name="connsiteY98" fmla="*/ 228600 h 375073"/>
                <a:gd name="connsiteX99" fmla="*/ 857673 w 888576"/>
                <a:gd name="connsiteY99" fmla="*/ 230293 h 375073"/>
                <a:gd name="connsiteX100" fmla="*/ 871643 w 888576"/>
                <a:gd name="connsiteY100" fmla="*/ 235797 h 375073"/>
                <a:gd name="connsiteX101" fmla="*/ 875877 w 888576"/>
                <a:gd name="connsiteY101" fmla="*/ 251037 h 375073"/>
                <a:gd name="connsiteX102" fmla="*/ 880110 w 888576"/>
                <a:gd name="connsiteY102" fmla="*/ 260773 h 375073"/>
                <a:gd name="connsiteX103" fmla="*/ 881380 w 888576"/>
                <a:gd name="connsiteY103" fmla="*/ 265007 h 375073"/>
                <a:gd name="connsiteX104" fmla="*/ 888577 w 888576"/>
                <a:gd name="connsiteY104" fmla="*/ 278977 h 375073"/>
                <a:gd name="connsiteX105" fmla="*/ 887307 w 888576"/>
                <a:gd name="connsiteY105" fmla="*/ 292947 h 375073"/>
                <a:gd name="connsiteX106" fmla="*/ 883073 w 888576"/>
                <a:gd name="connsiteY106" fmla="*/ 301413 h 375073"/>
                <a:gd name="connsiteX107" fmla="*/ 869104 w 888576"/>
                <a:gd name="connsiteY107" fmla="*/ 302683 h 375073"/>
                <a:gd name="connsiteX108" fmla="*/ 855133 w 888576"/>
                <a:gd name="connsiteY108" fmla="*/ 306917 h 375073"/>
                <a:gd name="connsiteX109" fmla="*/ 841163 w 888576"/>
                <a:gd name="connsiteY109" fmla="*/ 319617 h 375073"/>
                <a:gd name="connsiteX110" fmla="*/ 827193 w 888576"/>
                <a:gd name="connsiteY110" fmla="*/ 334857 h 375073"/>
                <a:gd name="connsiteX111" fmla="*/ 822960 w 888576"/>
                <a:gd name="connsiteY111" fmla="*/ 348827 h 375073"/>
                <a:gd name="connsiteX112" fmla="*/ 822960 w 888576"/>
                <a:gd name="connsiteY112" fmla="*/ 353060 h 375073"/>
                <a:gd name="connsiteX113" fmla="*/ 819996 w 888576"/>
                <a:gd name="connsiteY113" fmla="*/ 357293 h 375073"/>
                <a:gd name="connsiteX114" fmla="*/ 818727 w 888576"/>
                <a:gd name="connsiteY114" fmla="*/ 357293 h 375073"/>
                <a:gd name="connsiteX115" fmla="*/ 804757 w 888576"/>
                <a:gd name="connsiteY115" fmla="*/ 357293 h 375073"/>
                <a:gd name="connsiteX116" fmla="*/ 790787 w 888576"/>
                <a:gd name="connsiteY116" fmla="*/ 353060 h 375073"/>
                <a:gd name="connsiteX117" fmla="*/ 789517 w 888576"/>
                <a:gd name="connsiteY117" fmla="*/ 351367 h 375073"/>
                <a:gd name="connsiteX118" fmla="*/ 775546 w 888576"/>
                <a:gd name="connsiteY118" fmla="*/ 353060 h 375073"/>
                <a:gd name="connsiteX119" fmla="*/ 760307 w 888576"/>
                <a:gd name="connsiteY119" fmla="*/ 348827 h 375073"/>
                <a:gd name="connsiteX120" fmla="*/ 746337 w 888576"/>
                <a:gd name="connsiteY120" fmla="*/ 350097 h 375073"/>
                <a:gd name="connsiteX121" fmla="*/ 733637 w 888576"/>
                <a:gd name="connsiteY121" fmla="*/ 364067 h 375073"/>
                <a:gd name="connsiteX122" fmla="*/ 718396 w 888576"/>
                <a:gd name="connsiteY122" fmla="*/ 373803 h 375073"/>
                <a:gd name="connsiteX123" fmla="*/ 717127 w 888576"/>
                <a:gd name="connsiteY123" fmla="*/ 373803 h 375073"/>
                <a:gd name="connsiteX124" fmla="*/ 709930 w 888576"/>
                <a:gd name="connsiteY124" fmla="*/ 370840 h 375073"/>
                <a:gd name="connsiteX125" fmla="*/ 701463 w 888576"/>
                <a:gd name="connsiteY125" fmla="*/ 375074 h 375073"/>
                <a:gd name="connsiteX126" fmla="*/ 695960 w 888576"/>
                <a:gd name="connsiteY126" fmla="*/ 375074 h 375073"/>
                <a:gd name="connsiteX127" fmla="*/ 681990 w 888576"/>
                <a:gd name="connsiteY127" fmla="*/ 370840 h 375073"/>
                <a:gd name="connsiteX128" fmla="*/ 676487 w 888576"/>
                <a:gd name="connsiteY128" fmla="*/ 369570 h 375073"/>
                <a:gd name="connsiteX129" fmla="*/ 662517 w 888576"/>
                <a:gd name="connsiteY129" fmla="*/ 364067 h 375073"/>
                <a:gd name="connsiteX130" fmla="*/ 655320 w 888576"/>
                <a:gd name="connsiteY130" fmla="*/ 357293 h 375073"/>
                <a:gd name="connsiteX131" fmla="*/ 641350 w 888576"/>
                <a:gd name="connsiteY131" fmla="*/ 343324 h 375073"/>
                <a:gd name="connsiteX132" fmla="*/ 627804 w 888576"/>
                <a:gd name="connsiteY132" fmla="*/ 333163 h 375073"/>
                <a:gd name="connsiteX133" fmla="*/ 623146 w 888576"/>
                <a:gd name="connsiteY133" fmla="*/ 331893 h 375073"/>
                <a:gd name="connsiteX134" fmla="*/ 609600 w 888576"/>
                <a:gd name="connsiteY134" fmla="*/ 325120 h 375073"/>
                <a:gd name="connsiteX135" fmla="*/ 606637 w 888576"/>
                <a:gd name="connsiteY135" fmla="*/ 325120 h 375073"/>
                <a:gd name="connsiteX136" fmla="*/ 592667 w 888576"/>
                <a:gd name="connsiteY136" fmla="*/ 313690 h 375073"/>
                <a:gd name="connsiteX137" fmla="*/ 578696 w 888576"/>
                <a:gd name="connsiteY137" fmla="*/ 300143 h 375073"/>
                <a:gd name="connsiteX138" fmla="*/ 563457 w 888576"/>
                <a:gd name="connsiteY138" fmla="*/ 298450 h 375073"/>
                <a:gd name="connsiteX139" fmla="*/ 549487 w 888576"/>
                <a:gd name="connsiteY139" fmla="*/ 298450 h 375073"/>
                <a:gd name="connsiteX140" fmla="*/ 535517 w 888576"/>
                <a:gd name="connsiteY140" fmla="*/ 297180 h 375073"/>
                <a:gd name="connsiteX141" fmla="*/ 528743 w 888576"/>
                <a:gd name="connsiteY141" fmla="*/ 295910 h 375073"/>
                <a:gd name="connsiteX142" fmla="*/ 513080 w 888576"/>
                <a:gd name="connsiteY142" fmla="*/ 295910 h 375073"/>
                <a:gd name="connsiteX143" fmla="*/ 499110 w 888576"/>
                <a:gd name="connsiteY143" fmla="*/ 281940 h 375073"/>
                <a:gd name="connsiteX144" fmla="*/ 493607 w 888576"/>
                <a:gd name="connsiteY144" fmla="*/ 277707 h 375073"/>
                <a:gd name="connsiteX145" fmla="*/ 486833 w 888576"/>
                <a:gd name="connsiteY145" fmla="*/ 265007 h 375073"/>
                <a:gd name="connsiteX146" fmla="*/ 476673 w 888576"/>
                <a:gd name="connsiteY146" fmla="*/ 254000 h 375073"/>
                <a:gd name="connsiteX147" fmla="*/ 464396 w 888576"/>
                <a:gd name="connsiteY147" fmla="*/ 260773 h 375073"/>
                <a:gd name="connsiteX148" fmla="*/ 450427 w 888576"/>
                <a:gd name="connsiteY148" fmla="*/ 266277 h 375073"/>
                <a:gd name="connsiteX149" fmla="*/ 437727 w 888576"/>
                <a:gd name="connsiteY149" fmla="*/ 278977 h 375073"/>
                <a:gd name="connsiteX150" fmla="*/ 423757 w 888576"/>
                <a:gd name="connsiteY150" fmla="*/ 281940 h 375073"/>
                <a:gd name="connsiteX151" fmla="*/ 408517 w 888576"/>
                <a:gd name="connsiteY151" fmla="*/ 276013 h 375073"/>
                <a:gd name="connsiteX152" fmla="*/ 400050 w 888576"/>
                <a:gd name="connsiteY152" fmla="*/ 280247 h 375073"/>
                <a:gd name="connsiteX153" fmla="*/ 386504 w 888576"/>
                <a:gd name="connsiteY153" fmla="*/ 281940 h 375073"/>
                <a:gd name="connsiteX154" fmla="*/ 370840 w 888576"/>
                <a:gd name="connsiteY154" fmla="*/ 274743 h 375073"/>
                <a:gd name="connsiteX155" fmla="*/ 356870 w 888576"/>
                <a:gd name="connsiteY155" fmla="*/ 270510 h 375073"/>
                <a:gd name="connsiteX156" fmla="*/ 342900 w 888576"/>
                <a:gd name="connsiteY156" fmla="*/ 270510 h 375073"/>
                <a:gd name="connsiteX157" fmla="*/ 327660 w 888576"/>
                <a:gd name="connsiteY157" fmla="*/ 267970 h 375073"/>
                <a:gd name="connsiteX158" fmla="*/ 326390 w 888576"/>
                <a:gd name="connsiteY158" fmla="*/ 267970 h 375073"/>
                <a:gd name="connsiteX159" fmla="*/ 324696 w 888576"/>
                <a:gd name="connsiteY159" fmla="*/ 267970 h 375073"/>
                <a:gd name="connsiteX160" fmla="*/ 311150 w 888576"/>
                <a:gd name="connsiteY160" fmla="*/ 271780 h 375073"/>
                <a:gd name="connsiteX161" fmla="*/ 297180 w 888576"/>
                <a:gd name="connsiteY161" fmla="*/ 267970 h 375073"/>
                <a:gd name="connsiteX162" fmla="*/ 283210 w 888576"/>
                <a:gd name="connsiteY162" fmla="*/ 265007 h 375073"/>
                <a:gd name="connsiteX163" fmla="*/ 271780 w 888576"/>
                <a:gd name="connsiteY163" fmla="*/ 266277 h 375073"/>
                <a:gd name="connsiteX164" fmla="*/ 257810 w 888576"/>
                <a:gd name="connsiteY164" fmla="*/ 274743 h 375073"/>
                <a:gd name="connsiteX165" fmla="*/ 245533 w 888576"/>
                <a:gd name="connsiteY165" fmla="*/ 260773 h 375073"/>
                <a:gd name="connsiteX166" fmla="*/ 229870 w 888576"/>
                <a:gd name="connsiteY166" fmla="*/ 260773 h 375073"/>
                <a:gd name="connsiteX167" fmla="*/ 215900 w 888576"/>
                <a:gd name="connsiteY167" fmla="*/ 266277 h 375073"/>
                <a:gd name="connsiteX168" fmla="*/ 201930 w 888576"/>
                <a:gd name="connsiteY168" fmla="*/ 263737 h 375073"/>
                <a:gd name="connsiteX169" fmla="*/ 198120 w 888576"/>
                <a:gd name="connsiteY169" fmla="*/ 262043 h 375073"/>
                <a:gd name="connsiteX170" fmla="*/ 182457 w 888576"/>
                <a:gd name="connsiteY170" fmla="*/ 260773 h 375073"/>
                <a:gd name="connsiteX171" fmla="*/ 168487 w 888576"/>
                <a:gd name="connsiteY171" fmla="*/ 260773 h 375073"/>
                <a:gd name="connsiteX172" fmla="*/ 167217 w 888576"/>
                <a:gd name="connsiteY172" fmla="*/ 260773 h 375073"/>
                <a:gd name="connsiteX173" fmla="*/ 151977 w 888576"/>
                <a:gd name="connsiteY173" fmla="*/ 260773 h 375073"/>
                <a:gd name="connsiteX174" fmla="*/ 138007 w 888576"/>
                <a:gd name="connsiteY174" fmla="*/ 258233 h 375073"/>
                <a:gd name="connsiteX175" fmla="*/ 122767 w 888576"/>
                <a:gd name="connsiteY175" fmla="*/ 263737 h 375073"/>
                <a:gd name="connsiteX176" fmla="*/ 117263 w 888576"/>
                <a:gd name="connsiteY176" fmla="*/ 265007 h 375073"/>
                <a:gd name="connsiteX177" fmla="*/ 113030 w 888576"/>
                <a:gd name="connsiteY177" fmla="*/ 266277 h 375073"/>
                <a:gd name="connsiteX178" fmla="*/ 99060 w 888576"/>
                <a:gd name="connsiteY178" fmla="*/ 270510 h 375073"/>
                <a:gd name="connsiteX179" fmla="*/ 85090 w 888576"/>
                <a:gd name="connsiteY179" fmla="*/ 274743 h 375073"/>
                <a:gd name="connsiteX180" fmla="*/ 69850 w 888576"/>
                <a:gd name="connsiteY180" fmla="*/ 278977 h 375073"/>
                <a:gd name="connsiteX181" fmla="*/ 65617 w 888576"/>
                <a:gd name="connsiteY181" fmla="*/ 281940 h 375073"/>
                <a:gd name="connsiteX182" fmla="*/ 63923 w 888576"/>
                <a:gd name="connsiteY182" fmla="*/ 281940 h 375073"/>
                <a:gd name="connsiteX183" fmla="*/ 49954 w 888576"/>
                <a:gd name="connsiteY183" fmla="*/ 285750 h 375073"/>
                <a:gd name="connsiteX184" fmla="*/ 35983 w 888576"/>
                <a:gd name="connsiteY184" fmla="*/ 297180 h 375073"/>
                <a:gd name="connsiteX185" fmla="*/ 30480 w 888576"/>
                <a:gd name="connsiteY185" fmla="*/ 311150 h 375073"/>
                <a:gd name="connsiteX186" fmla="*/ 16510 w 888576"/>
                <a:gd name="connsiteY186" fmla="*/ 311150 h 375073"/>
                <a:gd name="connsiteX187" fmla="*/ 12700 w 888576"/>
                <a:gd name="connsiteY187" fmla="*/ 312420 h 375073"/>
                <a:gd name="connsiteX188" fmla="*/ 6773 w 888576"/>
                <a:gd name="connsiteY188" fmla="*/ 297180 h 375073"/>
                <a:gd name="connsiteX189" fmla="*/ 1270 w 888576"/>
                <a:gd name="connsiteY189" fmla="*/ 283210 h 375073"/>
                <a:gd name="connsiteX190" fmla="*/ 0 w 888576"/>
                <a:gd name="connsiteY190" fmla="*/ 269240 h 375073"/>
                <a:gd name="connsiteX191" fmla="*/ 2963 w 888576"/>
                <a:gd name="connsiteY191" fmla="*/ 255270 h 375073"/>
                <a:gd name="connsiteX192" fmla="*/ 2963 w 888576"/>
                <a:gd name="connsiteY192" fmla="*/ 244263 h 375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888576" h="375073">
                  <a:moveTo>
                    <a:pt x="2963" y="244263"/>
                  </a:moveTo>
                  <a:lnTo>
                    <a:pt x="8467" y="258233"/>
                  </a:lnTo>
                  <a:lnTo>
                    <a:pt x="8467" y="244263"/>
                  </a:lnTo>
                  <a:lnTo>
                    <a:pt x="2963" y="241300"/>
                  </a:lnTo>
                  <a:lnTo>
                    <a:pt x="4233" y="227330"/>
                  </a:lnTo>
                  <a:lnTo>
                    <a:pt x="6773" y="213360"/>
                  </a:lnTo>
                  <a:lnTo>
                    <a:pt x="5504" y="199390"/>
                  </a:lnTo>
                  <a:lnTo>
                    <a:pt x="18204" y="185420"/>
                  </a:lnTo>
                  <a:lnTo>
                    <a:pt x="32173" y="174413"/>
                  </a:lnTo>
                  <a:lnTo>
                    <a:pt x="44450" y="160443"/>
                  </a:lnTo>
                  <a:lnTo>
                    <a:pt x="43180" y="146473"/>
                  </a:lnTo>
                  <a:lnTo>
                    <a:pt x="43180" y="132503"/>
                  </a:lnTo>
                  <a:lnTo>
                    <a:pt x="47413" y="118533"/>
                  </a:lnTo>
                  <a:lnTo>
                    <a:pt x="58420" y="103293"/>
                  </a:lnTo>
                  <a:lnTo>
                    <a:pt x="68157" y="89323"/>
                  </a:lnTo>
                  <a:lnTo>
                    <a:pt x="82127" y="76623"/>
                  </a:lnTo>
                  <a:lnTo>
                    <a:pt x="96096" y="74083"/>
                  </a:lnTo>
                  <a:lnTo>
                    <a:pt x="111760" y="74083"/>
                  </a:lnTo>
                  <a:lnTo>
                    <a:pt x="125307" y="68157"/>
                  </a:lnTo>
                  <a:lnTo>
                    <a:pt x="139277" y="61383"/>
                  </a:lnTo>
                  <a:lnTo>
                    <a:pt x="144780" y="60113"/>
                  </a:lnTo>
                  <a:lnTo>
                    <a:pt x="158750" y="54610"/>
                  </a:lnTo>
                  <a:lnTo>
                    <a:pt x="172720" y="50377"/>
                  </a:lnTo>
                  <a:lnTo>
                    <a:pt x="179917" y="63923"/>
                  </a:lnTo>
                  <a:lnTo>
                    <a:pt x="193887" y="79587"/>
                  </a:lnTo>
                  <a:lnTo>
                    <a:pt x="207857" y="86360"/>
                  </a:lnTo>
                  <a:lnTo>
                    <a:pt x="221827" y="96097"/>
                  </a:lnTo>
                  <a:lnTo>
                    <a:pt x="235796" y="105833"/>
                  </a:lnTo>
                  <a:lnTo>
                    <a:pt x="249767" y="110067"/>
                  </a:lnTo>
                  <a:lnTo>
                    <a:pt x="256540" y="124037"/>
                  </a:lnTo>
                  <a:lnTo>
                    <a:pt x="263313" y="138007"/>
                  </a:lnTo>
                  <a:lnTo>
                    <a:pt x="270510" y="151977"/>
                  </a:lnTo>
                  <a:lnTo>
                    <a:pt x="284480" y="160443"/>
                  </a:lnTo>
                  <a:lnTo>
                    <a:pt x="298450" y="161713"/>
                  </a:lnTo>
                  <a:lnTo>
                    <a:pt x="313690" y="171450"/>
                  </a:lnTo>
                  <a:lnTo>
                    <a:pt x="327660" y="173143"/>
                  </a:lnTo>
                  <a:lnTo>
                    <a:pt x="341630" y="170180"/>
                  </a:lnTo>
                  <a:lnTo>
                    <a:pt x="355600" y="164677"/>
                  </a:lnTo>
                  <a:lnTo>
                    <a:pt x="365337" y="156210"/>
                  </a:lnTo>
                  <a:lnTo>
                    <a:pt x="379307" y="150707"/>
                  </a:lnTo>
                  <a:lnTo>
                    <a:pt x="393277" y="139277"/>
                  </a:lnTo>
                  <a:lnTo>
                    <a:pt x="405554" y="125730"/>
                  </a:lnTo>
                  <a:lnTo>
                    <a:pt x="404283" y="111760"/>
                  </a:lnTo>
                  <a:lnTo>
                    <a:pt x="400050" y="97790"/>
                  </a:lnTo>
                  <a:lnTo>
                    <a:pt x="395817" y="83820"/>
                  </a:lnTo>
                  <a:lnTo>
                    <a:pt x="395817" y="69850"/>
                  </a:lnTo>
                  <a:lnTo>
                    <a:pt x="387773" y="55880"/>
                  </a:lnTo>
                  <a:lnTo>
                    <a:pt x="383540" y="40217"/>
                  </a:lnTo>
                  <a:lnTo>
                    <a:pt x="384810" y="30480"/>
                  </a:lnTo>
                  <a:lnTo>
                    <a:pt x="390737" y="32173"/>
                  </a:lnTo>
                  <a:lnTo>
                    <a:pt x="393277" y="32173"/>
                  </a:lnTo>
                  <a:lnTo>
                    <a:pt x="394546" y="32173"/>
                  </a:lnTo>
                  <a:lnTo>
                    <a:pt x="408517" y="20743"/>
                  </a:lnTo>
                  <a:lnTo>
                    <a:pt x="422487" y="19473"/>
                  </a:lnTo>
                  <a:lnTo>
                    <a:pt x="436457" y="11007"/>
                  </a:lnTo>
                  <a:lnTo>
                    <a:pt x="451696" y="9737"/>
                  </a:lnTo>
                  <a:lnTo>
                    <a:pt x="465667" y="6773"/>
                  </a:lnTo>
                  <a:lnTo>
                    <a:pt x="476673" y="0"/>
                  </a:lnTo>
                  <a:lnTo>
                    <a:pt x="491067" y="6773"/>
                  </a:lnTo>
                  <a:lnTo>
                    <a:pt x="499110" y="11007"/>
                  </a:lnTo>
                  <a:lnTo>
                    <a:pt x="513080" y="5503"/>
                  </a:lnTo>
                  <a:lnTo>
                    <a:pt x="527050" y="13970"/>
                  </a:lnTo>
                  <a:lnTo>
                    <a:pt x="541020" y="23707"/>
                  </a:lnTo>
                  <a:lnTo>
                    <a:pt x="554990" y="22437"/>
                  </a:lnTo>
                  <a:lnTo>
                    <a:pt x="570230" y="33443"/>
                  </a:lnTo>
                  <a:lnTo>
                    <a:pt x="584623" y="33443"/>
                  </a:lnTo>
                  <a:lnTo>
                    <a:pt x="594360" y="44450"/>
                  </a:lnTo>
                  <a:lnTo>
                    <a:pt x="596900" y="46143"/>
                  </a:lnTo>
                  <a:lnTo>
                    <a:pt x="599863" y="47413"/>
                  </a:lnTo>
                  <a:lnTo>
                    <a:pt x="612140" y="54610"/>
                  </a:lnTo>
                  <a:lnTo>
                    <a:pt x="624840" y="68157"/>
                  </a:lnTo>
                  <a:lnTo>
                    <a:pt x="640080" y="76623"/>
                  </a:lnTo>
                  <a:lnTo>
                    <a:pt x="654050" y="82127"/>
                  </a:lnTo>
                  <a:lnTo>
                    <a:pt x="668020" y="85090"/>
                  </a:lnTo>
                  <a:lnTo>
                    <a:pt x="669713" y="82127"/>
                  </a:lnTo>
                  <a:lnTo>
                    <a:pt x="683260" y="76623"/>
                  </a:lnTo>
                  <a:lnTo>
                    <a:pt x="698500" y="68157"/>
                  </a:lnTo>
                  <a:lnTo>
                    <a:pt x="712893" y="71120"/>
                  </a:lnTo>
                  <a:lnTo>
                    <a:pt x="720937" y="76623"/>
                  </a:lnTo>
                  <a:lnTo>
                    <a:pt x="736177" y="80857"/>
                  </a:lnTo>
                  <a:lnTo>
                    <a:pt x="750570" y="83820"/>
                  </a:lnTo>
                  <a:lnTo>
                    <a:pt x="760307" y="83820"/>
                  </a:lnTo>
                  <a:lnTo>
                    <a:pt x="772583" y="85090"/>
                  </a:lnTo>
                  <a:lnTo>
                    <a:pt x="781050" y="99060"/>
                  </a:lnTo>
                  <a:lnTo>
                    <a:pt x="795020" y="104563"/>
                  </a:lnTo>
                  <a:lnTo>
                    <a:pt x="808990" y="113030"/>
                  </a:lnTo>
                  <a:lnTo>
                    <a:pt x="822960" y="118533"/>
                  </a:lnTo>
                  <a:lnTo>
                    <a:pt x="824230" y="133773"/>
                  </a:lnTo>
                  <a:lnTo>
                    <a:pt x="821267" y="143510"/>
                  </a:lnTo>
                  <a:lnTo>
                    <a:pt x="814493" y="146473"/>
                  </a:lnTo>
                  <a:lnTo>
                    <a:pt x="817457" y="160443"/>
                  </a:lnTo>
                  <a:lnTo>
                    <a:pt x="814493" y="174413"/>
                  </a:lnTo>
                  <a:lnTo>
                    <a:pt x="806027" y="188383"/>
                  </a:lnTo>
                  <a:lnTo>
                    <a:pt x="818727" y="188383"/>
                  </a:lnTo>
                  <a:lnTo>
                    <a:pt x="828463" y="186690"/>
                  </a:lnTo>
                  <a:lnTo>
                    <a:pt x="842433" y="195157"/>
                  </a:lnTo>
                  <a:lnTo>
                    <a:pt x="839470" y="209127"/>
                  </a:lnTo>
                  <a:lnTo>
                    <a:pt x="853863" y="217593"/>
                  </a:lnTo>
                  <a:lnTo>
                    <a:pt x="856404" y="228600"/>
                  </a:lnTo>
                  <a:lnTo>
                    <a:pt x="857673" y="230293"/>
                  </a:lnTo>
                  <a:lnTo>
                    <a:pt x="871643" y="235797"/>
                  </a:lnTo>
                  <a:lnTo>
                    <a:pt x="875877" y="251037"/>
                  </a:lnTo>
                  <a:lnTo>
                    <a:pt x="880110" y="260773"/>
                  </a:lnTo>
                  <a:lnTo>
                    <a:pt x="881380" y="265007"/>
                  </a:lnTo>
                  <a:lnTo>
                    <a:pt x="888577" y="278977"/>
                  </a:lnTo>
                  <a:lnTo>
                    <a:pt x="887307" y="292947"/>
                  </a:lnTo>
                  <a:lnTo>
                    <a:pt x="883073" y="301413"/>
                  </a:lnTo>
                  <a:lnTo>
                    <a:pt x="869104" y="302683"/>
                  </a:lnTo>
                  <a:lnTo>
                    <a:pt x="855133" y="306917"/>
                  </a:lnTo>
                  <a:lnTo>
                    <a:pt x="841163" y="319617"/>
                  </a:lnTo>
                  <a:lnTo>
                    <a:pt x="827193" y="334857"/>
                  </a:lnTo>
                  <a:lnTo>
                    <a:pt x="822960" y="348827"/>
                  </a:lnTo>
                  <a:lnTo>
                    <a:pt x="822960" y="353060"/>
                  </a:lnTo>
                  <a:lnTo>
                    <a:pt x="819996" y="357293"/>
                  </a:lnTo>
                  <a:lnTo>
                    <a:pt x="818727" y="357293"/>
                  </a:lnTo>
                  <a:lnTo>
                    <a:pt x="804757" y="357293"/>
                  </a:lnTo>
                  <a:lnTo>
                    <a:pt x="790787" y="353060"/>
                  </a:lnTo>
                  <a:lnTo>
                    <a:pt x="789517" y="351367"/>
                  </a:lnTo>
                  <a:lnTo>
                    <a:pt x="775546" y="353060"/>
                  </a:lnTo>
                  <a:lnTo>
                    <a:pt x="760307" y="348827"/>
                  </a:lnTo>
                  <a:lnTo>
                    <a:pt x="746337" y="350097"/>
                  </a:lnTo>
                  <a:lnTo>
                    <a:pt x="733637" y="364067"/>
                  </a:lnTo>
                  <a:lnTo>
                    <a:pt x="718396" y="373803"/>
                  </a:lnTo>
                  <a:lnTo>
                    <a:pt x="717127" y="373803"/>
                  </a:lnTo>
                  <a:lnTo>
                    <a:pt x="709930" y="370840"/>
                  </a:lnTo>
                  <a:lnTo>
                    <a:pt x="701463" y="375074"/>
                  </a:lnTo>
                  <a:lnTo>
                    <a:pt x="695960" y="375074"/>
                  </a:lnTo>
                  <a:lnTo>
                    <a:pt x="681990" y="370840"/>
                  </a:lnTo>
                  <a:lnTo>
                    <a:pt x="676487" y="369570"/>
                  </a:lnTo>
                  <a:lnTo>
                    <a:pt x="662517" y="364067"/>
                  </a:lnTo>
                  <a:lnTo>
                    <a:pt x="655320" y="357293"/>
                  </a:lnTo>
                  <a:lnTo>
                    <a:pt x="641350" y="343324"/>
                  </a:lnTo>
                  <a:lnTo>
                    <a:pt x="627804" y="333163"/>
                  </a:lnTo>
                  <a:lnTo>
                    <a:pt x="623146" y="331893"/>
                  </a:lnTo>
                  <a:lnTo>
                    <a:pt x="609600" y="325120"/>
                  </a:lnTo>
                  <a:lnTo>
                    <a:pt x="606637" y="325120"/>
                  </a:lnTo>
                  <a:lnTo>
                    <a:pt x="592667" y="313690"/>
                  </a:lnTo>
                  <a:lnTo>
                    <a:pt x="578696" y="300143"/>
                  </a:lnTo>
                  <a:lnTo>
                    <a:pt x="563457" y="298450"/>
                  </a:lnTo>
                  <a:lnTo>
                    <a:pt x="549487" y="298450"/>
                  </a:lnTo>
                  <a:lnTo>
                    <a:pt x="535517" y="297180"/>
                  </a:lnTo>
                  <a:lnTo>
                    <a:pt x="528743" y="295910"/>
                  </a:lnTo>
                  <a:lnTo>
                    <a:pt x="513080" y="295910"/>
                  </a:lnTo>
                  <a:lnTo>
                    <a:pt x="499110" y="281940"/>
                  </a:lnTo>
                  <a:lnTo>
                    <a:pt x="493607" y="277707"/>
                  </a:lnTo>
                  <a:lnTo>
                    <a:pt x="486833" y="265007"/>
                  </a:lnTo>
                  <a:lnTo>
                    <a:pt x="476673" y="254000"/>
                  </a:lnTo>
                  <a:lnTo>
                    <a:pt x="464396" y="260773"/>
                  </a:lnTo>
                  <a:lnTo>
                    <a:pt x="450427" y="266277"/>
                  </a:lnTo>
                  <a:lnTo>
                    <a:pt x="437727" y="278977"/>
                  </a:lnTo>
                  <a:lnTo>
                    <a:pt x="423757" y="281940"/>
                  </a:lnTo>
                  <a:lnTo>
                    <a:pt x="408517" y="276013"/>
                  </a:lnTo>
                  <a:lnTo>
                    <a:pt x="400050" y="280247"/>
                  </a:lnTo>
                  <a:lnTo>
                    <a:pt x="386504" y="281940"/>
                  </a:lnTo>
                  <a:lnTo>
                    <a:pt x="370840" y="274743"/>
                  </a:lnTo>
                  <a:lnTo>
                    <a:pt x="356870" y="270510"/>
                  </a:lnTo>
                  <a:lnTo>
                    <a:pt x="342900" y="270510"/>
                  </a:lnTo>
                  <a:lnTo>
                    <a:pt x="327660" y="267970"/>
                  </a:lnTo>
                  <a:lnTo>
                    <a:pt x="326390" y="267970"/>
                  </a:lnTo>
                  <a:lnTo>
                    <a:pt x="324696" y="267970"/>
                  </a:lnTo>
                  <a:lnTo>
                    <a:pt x="311150" y="271780"/>
                  </a:lnTo>
                  <a:lnTo>
                    <a:pt x="297180" y="267970"/>
                  </a:lnTo>
                  <a:lnTo>
                    <a:pt x="283210" y="265007"/>
                  </a:lnTo>
                  <a:lnTo>
                    <a:pt x="271780" y="266277"/>
                  </a:lnTo>
                  <a:lnTo>
                    <a:pt x="257810" y="274743"/>
                  </a:lnTo>
                  <a:lnTo>
                    <a:pt x="245533" y="260773"/>
                  </a:lnTo>
                  <a:lnTo>
                    <a:pt x="229870" y="260773"/>
                  </a:lnTo>
                  <a:lnTo>
                    <a:pt x="215900" y="266277"/>
                  </a:lnTo>
                  <a:lnTo>
                    <a:pt x="201930" y="263737"/>
                  </a:lnTo>
                  <a:lnTo>
                    <a:pt x="198120" y="262043"/>
                  </a:lnTo>
                  <a:lnTo>
                    <a:pt x="182457" y="260773"/>
                  </a:lnTo>
                  <a:lnTo>
                    <a:pt x="168487" y="260773"/>
                  </a:lnTo>
                  <a:lnTo>
                    <a:pt x="167217" y="260773"/>
                  </a:lnTo>
                  <a:lnTo>
                    <a:pt x="151977" y="260773"/>
                  </a:lnTo>
                  <a:lnTo>
                    <a:pt x="138007" y="258233"/>
                  </a:lnTo>
                  <a:lnTo>
                    <a:pt x="122767" y="263737"/>
                  </a:lnTo>
                  <a:lnTo>
                    <a:pt x="117263" y="265007"/>
                  </a:lnTo>
                  <a:lnTo>
                    <a:pt x="113030" y="266277"/>
                  </a:lnTo>
                  <a:lnTo>
                    <a:pt x="99060" y="270510"/>
                  </a:lnTo>
                  <a:lnTo>
                    <a:pt x="85090" y="274743"/>
                  </a:lnTo>
                  <a:lnTo>
                    <a:pt x="69850" y="278977"/>
                  </a:lnTo>
                  <a:lnTo>
                    <a:pt x="65617" y="281940"/>
                  </a:lnTo>
                  <a:lnTo>
                    <a:pt x="63923" y="281940"/>
                  </a:lnTo>
                  <a:lnTo>
                    <a:pt x="49954" y="285750"/>
                  </a:lnTo>
                  <a:lnTo>
                    <a:pt x="35983" y="297180"/>
                  </a:lnTo>
                  <a:lnTo>
                    <a:pt x="30480" y="311150"/>
                  </a:lnTo>
                  <a:lnTo>
                    <a:pt x="16510" y="311150"/>
                  </a:lnTo>
                  <a:lnTo>
                    <a:pt x="12700" y="312420"/>
                  </a:lnTo>
                  <a:lnTo>
                    <a:pt x="6773" y="297180"/>
                  </a:lnTo>
                  <a:lnTo>
                    <a:pt x="1270" y="283210"/>
                  </a:lnTo>
                  <a:lnTo>
                    <a:pt x="0" y="269240"/>
                  </a:lnTo>
                  <a:lnTo>
                    <a:pt x="2963" y="255270"/>
                  </a:lnTo>
                  <a:lnTo>
                    <a:pt x="2963" y="244263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6" name="Freeform 2315">
              <a:extLst>
                <a:ext uri="{FF2B5EF4-FFF2-40B4-BE49-F238E27FC236}">
                  <a16:creationId xmlns:a16="http://schemas.microsoft.com/office/drawing/2014/main" id="{1EF4392A-370B-CE43-A358-93B3A9303C3C}"/>
                </a:ext>
              </a:extLst>
            </p:cNvPr>
            <p:cNvSpPr/>
            <p:nvPr/>
          </p:nvSpPr>
          <p:spPr>
            <a:xfrm>
              <a:off x="11963823" y="4643543"/>
              <a:ext cx="757766" cy="584200"/>
            </a:xfrm>
            <a:custGeom>
              <a:avLst/>
              <a:gdLst>
                <a:gd name="connsiteX0" fmla="*/ 215053 w 757766"/>
                <a:gd name="connsiteY0" fmla="*/ 504190 h 584200"/>
                <a:gd name="connsiteX1" fmla="*/ 218017 w 757766"/>
                <a:gd name="connsiteY1" fmla="*/ 507153 h 584200"/>
                <a:gd name="connsiteX2" fmla="*/ 215053 w 757766"/>
                <a:gd name="connsiteY2" fmla="*/ 507153 h 584200"/>
                <a:gd name="connsiteX3" fmla="*/ 199813 w 757766"/>
                <a:gd name="connsiteY3" fmla="*/ 501650 h 584200"/>
                <a:gd name="connsiteX4" fmla="*/ 185843 w 757766"/>
                <a:gd name="connsiteY4" fmla="*/ 500380 h 584200"/>
                <a:gd name="connsiteX5" fmla="*/ 171873 w 757766"/>
                <a:gd name="connsiteY5" fmla="*/ 499110 h 584200"/>
                <a:gd name="connsiteX6" fmla="*/ 156633 w 757766"/>
                <a:gd name="connsiteY6" fmla="*/ 493607 h 584200"/>
                <a:gd name="connsiteX7" fmla="*/ 142663 w 757766"/>
                <a:gd name="connsiteY7" fmla="*/ 489373 h 584200"/>
                <a:gd name="connsiteX8" fmla="*/ 141393 w 757766"/>
                <a:gd name="connsiteY8" fmla="*/ 489373 h 584200"/>
                <a:gd name="connsiteX9" fmla="*/ 132926 w 757766"/>
                <a:gd name="connsiteY9" fmla="*/ 486833 h 584200"/>
                <a:gd name="connsiteX10" fmla="*/ 118956 w 757766"/>
                <a:gd name="connsiteY10" fmla="*/ 483870 h 584200"/>
                <a:gd name="connsiteX11" fmla="*/ 111760 w 757766"/>
                <a:gd name="connsiteY11" fmla="*/ 480907 h 584200"/>
                <a:gd name="connsiteX12" fmla="*/ 103717 w 757766"/>
                <a:gd name="connsiteY12" fmla="*/ 466936 h 584200"/>
                <a:gd name="connsiteX13" fmla="*/ 95250 w 757766"/>
                <a:gd name="connsiteY13" fmla="*/ 452967 h 584200"/>
                <a:gd name="connsiteX14" fmla="*/ 80010 w 757766"/>
                <a:gd name="connsiteY14" fmla="*/ 448733 h 584200"/>
                <a:gd name="connsiteX15" fmla="*/ 66039 w 757766"/>
                <a:gd name="connsiteY15" fmla="*/ 438996 h 584200"/>
                <a:gd name="connsiteX16" fmla="*/ 57573 w 757766"/>
                <a:gd name="connsiteY16" fmla="*/ 425027 h 584200"/>
                <a:gd name="connsiteX17" fmla="*/ 42333 w 757766"/>
                <a:gd name="connsiteY17" fmla="*/ 411057 h 584200"/>
                <a:gd name="connsiteX18" fmla="*/ 32596 w 757766"/>
                <a:gd name="connsiteY18" fmla="*/ 402590 h 584200"/>
                <a:gd name="connsiteX19" fmla="*/ 27093 w 757766"/>
                <a:gd name="connsiteY19" fmla="*/ 388620 h 584200"/>
                <a:gd name="connsiteX20" fmla="*/ 13123 w 757766"/>
                <a:gd name="connsiteY20" fmla="*/ 375920 h 584200"/>
                <a:gd name="connsiteX21" fmla="*/ 6350 w 757766"/>
                <a:gd name="connsiteY21" fmla="*/ 363220 h 584200"/>
                <a:gd name="connsiteX22" fmla="*/ 14817 w 757766"/>
                <a:gd name="connsiteY22" fmla="*/ 360257 h 584200"/>
                <a:gd name="connsiteX23" fmla="*/ 16086 w 757766"/>
                <a:gd name="connsiteY23" fmla="*/ 360257 h 584200"/>
                <a:gd name="connsiteX24" fmla="*/ 20319 w 757766"/>
                <a:gd name="connsiteY24" fmla="*/ 360257 h 584200"/>
                <a:gd name="connsiteX25" fmla="*/ 35560 w 757766"/>
                <a:gd name="connsiteY25" fmla="*/ 354753 h 584200"/>
                <a:gd name="connsiteX26" fmla="*/ 49530 w 757766"/>
                <a:gd name="connsiteY26" fmla="*/ 356023 h 584200"/>
                <a:gd name="connsiteX27" fmla="*/ 62230 w 757766"/>
                <a:gd name="connsiteY27" fmla="*/ 369993 h 584200"/>
                <a:gd name="connsiteX28" fmla="*/ 63923 w 757766"/>
                <a:gd name="connsiteY28" fmla="*/ 383963 h 584200"/>
                <a:gd name="connsiteX29" fmla="*/ 77893 w 757766"/>
                <a:gd name="connsiteY29" fmla="*/ 379730 h 584200"/>
                <a:gd name="connsiteX30" fmla="*/ 93133 w 757766"/>
                <a:gd name="connsiteY30" fmla="*/ 390736 h 584200"/>
                <a:gd name="connsiteX31" fmla="*/ 107103 w 757766"/>
                <a:gd name="connsiteY31" fmla="*/ 397510 h 584200"/>
                <a:gd name="connsiteX32" fmla="*/ 121073 w 757766"/>
                <a:gd name="connsiteY32" fmla="*/ 389043 h 584200"/>
                <a:gd name="connsiteX33" fmla="*/ 135043 w 757766"/>
                <a:gd name="connsiteY33" fmla="*/ 384810 h 584200"/>
                <a:gd name="connsiteX34" fmla="*/ 150283 w 757766"/>
                <a:gd name="connsiteY34" fmla="*/ 386080 h 584200"/>
                <a:gd name="connsiteX35" fmla="*/ 152823 w 757766"/>
                <a:gd name="connsiteY35" fmla="*/ 391583 h 584200"/>
                <a:gd name="connsiteX36" fmla="*/ 155786 w 757766"/>
                <a:gd name="connsiteY36" fmla="*/ 405553 h 584200"/>
                <a:gd name="connsiteX37" fmla="*/ 152823 w 757766"/>
                <a:gd name="connsiteY37" fmla="*/ 419523 h 584200"/>
                <a:gd name="connsiteX38" fmla="*/ 166793 w 757766"/>
                <a:gd name="connsiteY38" fmla="*/ 426296 h 584200"/>
                <a:gd name="connsiteX39" fmla="*/ 180763 w 757766"/>
                <a:gd name="connsiteY39" fmla="*/ 433070 h 584200"/>
                <a:gd name="connsiteX40" fmla="*/ 180763 w 757766"/>
                <a:gd name="connsiteY40" fmla="*/ 448310 h 584200"/>
                <a:gd name="connsiteX41" fmla="*/ 190500 w 757766"/>
                <a:gd name="connsiteY41" fmla="*/ 462280 h 584200"/>
                <a:gd name="connsiteX42" fmla="*/ 198967 w 757766"/>
                <a:gd name="connsiteY42" fmla="*/ 476250 h 584200"/>
                <a:gd name="connsiteX43" fmla="*/ 207433 w 757766"/>
                <a:gd name="connsiteY43" fmla="*/ 490220 h 584200"/>
                <a:gd name="connsiteX44" fmla="*/ 211667 w 757766"/>
                <a:gd name="connsiteY44" fmla="*/ 496993 h 584200"/>
                <a:gd name="connsiteX45" fmla="*/ 215053 w 757766"/>
                <a:gd name="connsiteY45" fmla="*/ 504190 h 584200"/>
                <a:gd name="connsiteX46" fmla="*/ 752263 w 757766"/>
                <a:gd name="connsiteY46" fmla="*/ 262890 h 584200"/>
                <a:gd name="connsiteX47" fmla="*/ 748030 w 757766"/>
                <a:gd name="connsiteY47" fmla="*/ 250190 h 584200"/>
                <a:gd name="connsiteX48" fmla="*/ 746760 w 757766"/>
                <a:gd name="connsiteY48" fmla="*/ 247227 h 584200"/>
                <a:gd name="connsiteX49" fmla="*/ 735753 w 757766"/>
                <a:gd name="connsiteY49" fmla="*/ 240453 h 584200"/>
                <a:gd name="connsiteX50" fmla="*/ 721783 w 757766"/>
                <a:gd name="connsiteY50" fmla="*/ 229023 h 584200"/>
                <a:gd name="connsiteX51" fmla="*/ 707813 w 757766"/>
                <a:gd name="connsiteY51" fmla="*/ 222250 h 584200"/>
                <a:gd name="connsiteX52" fmla="*/ 695113 w 757766"/>
                <a:gd name="connsiteY52" fmla="*/ 216746 h 584200"/>
                <a:gd name="connsiteX53" fmla="*/ 681143 w 757766"/>
                <a:gd name="connsiteY53" fmla="*/ 218440 h 584200"/>
                <a:gd name="connsiteX54" fmla="*/ 667173 w 757766"/>
                <a:gd name="connsiteY54" fmla="*/ 219710 h 584200"/>
                <a:gd name="connsiteX55" fmla="*/ 651933 w 757766"/>
                <a:gd name="connsiteY55" fmla="*/ 215477 h 584200"/>
                <a:gd name="connsiteX56" fmla="*/ 637963 w 757766"/>
                <a:gd name="connsiteY56" fmla="*/ 209973 h 584200"/>
                <a:gd name="connsiteX57" fmla="*/ 625263 w 757766"/>
                <a:gd name="connsiteY57" fmla="*/ 196003 h 584200"/>
                <a:gd name="connsiteX58" fmla="*/ 623993 w 757766"/>
                <a:gd name="connsiteY58" fmla="*/ 180763 h 584200"/>
                <a:gd name="connsiteX59" fmla="*/ 610023 w 757766"/>
                <a:gd name="connsiteY59" fmla="*/ 175260 h 584200"/>
                <a:gd name="connsiteX60" fmla="*/ 596053 w 757766"/>
                <a:gd name="connsiteY60" fmla="*/ 162560 h 584200"/>
                <a:gd name="connsiteX61" fmla="*/ 582083 w 757766"/>
                <a:gd name="connsiteY61" fmla="*/ 148590 h 584200"/>
                <a:gd name="connsiteX62" fmla="*/ 571076 w 757766"/>
                <a:gd name="connsiteY62" fmla="*/ 134620 h 584200"/>
                <a:gd name="connsiteX63" fmla="*/ 564303 w 757766"/>
                <a:gd name="connsiteY63" fmla="*/ 120650 h 584200"/>
                <a:gd name="connsiteX64" fmla="*/ 560069 w 757766"/>
                <a:gd name="connsiteY64" fmla="*/ 106680 h 584200"/>
                <a:gd name="connsiteX65" fmla="*/ 550333 w 757766"/>
                <a:gd name="connsiteY65" fmla="*/ 91440 h 584200"/>
                <a:gd name="connsiteX66" fmla="*/ 539326 w 757766"/>
                <a:gd name="connsiteY66" fmla="*/ 77470 h 584200"/>
                <a:gd name="connsiteX67" fmla="*/ 525356 w 757766"/>
                <a:gd name="connsiteY67" fmla="*/ 64770 h 584200"/>
                <a:gd name="connsiteX68" fmla="*/ 512656 w 757766"/>
                <a:gd name="connsiteY68" fmla="*/ 49530 h 584200"/>
                <a:gd name="connsiteX69" fmla="*/ 499956 w 757766"/>
                <a:gd name="connsiteY69" fmla="*/ 35560 h 584200"/>
                <a:gd name="connsiteX70" fmla="*/ 485986 w 757766"/>
                <a:gd name="connsiteY70" fmla="*/ 21590 h 584200"/>
                <a:gd name="connsiteX71" fmla="*/ 472017 w 757766"/>
                <a:gd name="connsiteY71" fmla="*/ 10583 h 584200"/>
                <a:gd name="connsiteX72" fmla="*/ 467783 w 757766"/>
                <a:gd name="connsiteY72" fmla="*/ 9313 h 584200"/>
                <a:gd name="connsiteX73" fmla="*/ 463550 w 757766"/>
                <a:gd name="connsiteY73" fmla="*/ 17780 h 584200"/>
                <a:gd name="connsiteX74" fmla="*/ 455083 w 757766"/>
                <a:gd name="connsiteY74" fmla="*/ 33020 h 584200"/>
                <a:gd name="connsiteX75" fmla="*/ 452543 w 757766"/>
                <a:gd name="connsiteY75" fmla="*/ 44027 h 584200"/>
                <a:gd name="connsiteX76" fmla="*/ 438573 w 757766"/>
                <a:gd name="connsiteY76" fmla="*/ 56727 h 584200"/>
                <a:gd name="connsiteX77" fmla="*/ 423333 w 757766"/>
                <a:gd name="connsiteY77" fmla="*/ 66463 h 584200"/>
                <a:gd name="connsiteX78" fmla="*/ 409363 w 757766"/>
                <a:gd name="connsiteY78" fmla="*/ 70696 h 584200"/>
                <a:gd name="connsiteX79" fmla="*/ 405130 w 757766"/>
                <a:gd name="connsiteY79" fmla="*/ 84667 h 584200"/>
                <a:gd name="connsiteX80" fmla="*/ 391160 w 757766"/>
                <a:gd name="connsiteY80" fmla="*/ 99907 h 584200"/>
                <a:gd name="connsiteX81" fmla="*/ 385656 w 757766"/>
                <a:gd name="connsiteY81" fmla="*/ 113877 h 584200"/>
                <a:gd name="connsiteX82" fmla="*/ 371686 w 757766"/>
                <a:gd name="connsiteY82" fmla="*/ 113877 h 584200"/>
                <a:gd name="connsiteX83" fmla="*/ 356446 w 757766"/>
                <a:gd name="connsiteY83" fmla="*/ 109643 h 584200"/>
                <a:gd name="connsiteX84" fmla="*/ 342476 w 757766"/>
                <a:gd name="connsiteY84" fmla="*/ 107103 h 584200"/>
                <a:gd name="connsiteX85" fmla="*/ 328506 w 757766"/>
                <a:gd name="connsiteY85" fmla="*/ 104140 h 584200"/>
                <a:gd name="connsiteX86" fmla="*/ 313267 w 757766"/>
                <a:gd name="connsiteY86" fmla="*/ 98636 h 584200"/>
                <a:gd name="connsiteX87" fmla="*/ 301836 w 757766"/>
                <a:gd name="connsiteY87" fmla="*/ 84667 h 584200"/>
                <a:gd name="connsiteX88" fmla="*/ 293369 w 757766"/>
                <a:gd name="connsiteY88" fmla="*/ 70696 h 584200"/>
                <a:gd name="connsiteX89" fmla="*/ 283633 w 757766"/>
                <a:gd name="connsiteY89" fmla="*/ 55457 h 584200"/>
                <a:gd name="connsiteX90" fmla="*/ 268393 w 757766"/>
                <a:gd name="connsiteY90" fmla="*/ 55457 h 584200"/>
                <a:gd name="connsiteX91" fmla="*/ 259926 w 757766"/>
                <a:gd name="connsiteY91" fmla="*/ 41486 h 584200"/>
                <a:gd name="connsiteX92" fmla="*/ 244686 w 757766"/>
                <a:gd name="connsiteY92" fmla="*/ 27517 h 584200"/>
                <a:gd name="connsiteX93" fmla="*/ 230717 w 757766"/>
                <a:gd name="connsiteY93" fmla="*/ 22013 h 584200"/>
                <a:gd name="connsiteX94" fmla="*/ 222250 w 757766"/>
                <a:gd name="connsiteY94" fmla="*/ 6773 h 584200"/>
                <a:gd name="connsiteX95" fmla="*/ 208280 w 757766"/>
                <a:gd name="connsiteY95" fmla="*/ 11007 h 584200"/>
                <a:gd name="connsiteX96" fmla="*/ 192617 w 757766"/>
                <a:gd name="connsiteY96" fmla="*/ 1270 h 584200"/>
                <a:gd name="connsiteX97" fmla="*/ 178646 w 757766"/>
                <a:gd name="connsiteY97" fmla="*/ 0 h 584200"/>
                <a:gd name="connsiteX98" fmla="*/ 177376 w 757766"/>
                <a:gd name="connsiteY98" fmla="*/ 0 h 584200"/>
                <a:gd name="connsiteX99" fmla="*/ 171873 w 757766"/>
                <a:gd name="connsiteY99" fmla="*/ 13970 h 584200"/>
                <a:gd name="connsiteX100" fmla="*/ 166369 w 757766"/>
                <a:gd name="connsiteY100" fmla="*/ 20743 h 584200"/>
                <a:gd name="connsiteX101" fmla="*/ 152400 w 757766"/>
                <a:gd name="connsiteY101" fmla="*/ 20743 h 584200"/>
                <a:gd name="connsiteX102" fmla="*/ 149860 w 757766"/>
                <a:gd name="connsiteY102" fmla="*/ 35983 h 584200"/>
                <a:gd name="connsiteX103" fmla="*/ 158326 w 757766"/>
                <a:gd name="connsiteY103" fmla="*/ 49953 h 584200"/>
                <a:gd name="connsiteX104" fmla="*/ 173567 w 757766"/>
                <a:gd name="connsiteY104" fmla="*/ 54186 h 584200"/>
                <a:gd name="connsiteX105" fmla="*/ 173567 w 757766"/>
                <a:gd name="connsiteY105" fmla="*/ 68157 h 584200"/>
                <a:gd name="connsiteX106" fmla="*/ 187536 w 757766"/>
                <a:gd name="connsiteY106" fmla="*/ 75353 h 584200"/>
                <a:gd name="connsiteX107" fmla="*/ 202776 w 757766"/>
                <a:gd name="connsiteY107" fmla="*/ 83820 h 584200"/>
                <a:gd name="connsiteX108" fmla="*/ 216746 w 757766"/>
                <a:gd name="connsiteY108" fmla="*/ 92286 h 584200"/>
                <a:gd name="connsiteX109" fmla="*/ 230717 w 757766"/>
                <a:gd name="connsiteY109" fmla="*/ 106257 h 584200"/>
                <a:gd name="connsiteX110" fmla="*/ 227753 w 757766"/>
                <a:gd name="connsiteY110" fmla="*/ 121496 h 584200"/>
                <a:gd name="connsiteX111" fmla="*/ 212513 w 757766"/>
                <a:gd name="connsiteY111" fmla="*/ 131233 h 584200"/>
                <a:gd name="connsiteX112" fmla="*/ 198543 w 757766"/>
                <a:gd name="connsiteY112" fmla="*/ 134196 h 584200"/>
                <a:gd name="connsiteX113" fmla="*/ 184573 w 757766"/>
                <a:gd name="connsiteY113" fmla="*/ 128693 h 584200"/>
                <a:gd name="connsiteX114" fmla="*/ 170603 w 757766"/>
                <a:gd name="connsiteY114" fmla="*/ 115993 h 584200"/>
                <a:gd name="connsiteX115" fmla="*/ 156633 w 757766"/>
                <a:gd name="connsiteY115" fmla="*/ 114723 h 584200"/>
                <a:gd name="connsiteX116" fmla="*/ 141393 w 757766"/>
                <a:gd name="connsiteY116" fmla="*/ 120227 h 584200"/>
                <a:gd name="connsiteX117" fmla="*/ 127423 w 757766"/>
                <a:gd name="connsiteY117" fmla="*/ 117263 h 584200"/>
                <a:gd name="connsiteX118" fmla="*/ 113453 w 757766"/>
                <a:gd name="connsiteY118" fmla="*/ 111760 h 584200"/>
                <a:gd name="connsiteX119" fmla="*/ 98213 w 757766"/>
                <a:gd name="connsiteY119" fmla="*/ 104986 h 584200"/>
                <a:gd name="connsiteX120" fmla="*/ 98213 w 757766"/>
                <a:gd name="connsiteY120" fmla="*/ 91017 h 584200"/>
                <a:gd name="connsiteX121" fmla="*/ 84243 w 757766"/>
                <a:gd name="connsiteY121" fmla="*/ 88053 h 584200"/>
                <a:gd name="connsiteX122" fmla="*/ 70273 w 757766"/>
                <a:gd name="connsiteY122" fmla="*/ 82550 h 584200"/>
                <a:gd name="connsiteX123" fmla="*/ 55033 w 757766"/>
                <a:gd name="connsiteY123" fmla="*/ 75777 h 584200"/>
                <a:gd name="connsiteX124" fmla="*/ 41063 w 757766"/>
                <a:gd name="connsiteY124" fmla="*/ 72813 h 584200"/>
                <a:gd name="connsiteX125" fmla="*/ 26669 w 757766"/>
                <a:gd name="connsiteY125" fmla="*/ 75777 h 584200"/>
                <a:gd name="connsiteX126" fmla="*/ 18203 w 757766"/>
                <a:gd name="connsiteY126" fmla="*/ 82550 h 584200"/>
                <a:gd name="connsiteX127" fmla="*/ 8467 w 757766"/>
                <a:gd name="connsiteY127" fmla="*/ 92286 h 584200"/>
                <a:gd name="connsiteX128" fmla="*/ 4233 w 757766"/>
                <a:gd name="connsiteY128" fmla="*/ 95250 h 584200"/>
                <a:gd name="connsiteX129" fmla="*/ 0 w 757766"/>
                <a:gd name="connsiteY129" fmla="*/ 99483 h 584200"/>
                <a:gd name="connsiteX130" fmla="*/ 5503 w 757766"/>
                <a:gd name="connsiteY130" fmla="*/ 113453 h 584200"/>
                <a:gd name="connsiteX131" fmla="*/ 19473 w 757766"/>
                <a:gd name="connsiteY131" fmla="*/ 114723 h 584200"/>
                <a:gd name="connsiteX132" fmla="*/ 27939 w 757766"/>
                <a:gd name="connsiteY132" fmla="*/ 128693 h 584200"/>
                <a:gd name="connsiteX133" fmla="*/ 12700 w 757766"/>
                <a:gd name="connsiteY133" fmla="*/ 128693 h 584200"/>
                <a:gd name="connsiteX134" fmla="*/ 27939 w 757766"/>
                <a:gd name="connsiteY134" fmla="*/ 140123 h 584200"/>
                <a:gd name="connsiteX135" fmla="*/ 36406 w 757766"/>
                <a:gd name="connsiteY135" fmla="*/ 145627 h 584200"/>
                <a:gd name="connsiteX136" fmla="*/ 41910 w 757766"/>
                <a:gd name="connsiteY136" fmla="*/ 145627 h 584200"/>
                <a:gd name="connsiteX137" fmla="*/ 55880 w 757766"/>
                <a:gd name="connsiteY137" fmla="*/ 146896 h 584200"/>
                <a:gd name="connsiteX138" fmla="*/ 69850 w 757766"/>
                <a:gd name="connsiteY138" fmla="*/ 156633 h 584200"/>
                <a:gd name="connsiteX139" fmla="*/ 83819 w 757766"/>
                <a:gd name="connsiteY139" fmla="*/ 169333 h 584200"/>
                <a:gd name="connsiteX140" fmla="*/ 91017 w 757766"/>
                <a:gd name="connsiteY140" fmla="*/ 183303 h 584200"/>
                <a:gd name="connsiteX141" fmla="*/ 77046 w 757766"/>
                <a:gd name="connsiteY141" fmla="*/ 190077 h 584200"/>
                <a:gd name="connsiteX142" fmla="*/ 66039 w 757766"/>
                <a:gd name="connsiteY142" fmla="*/ 204046 h 584200"/>
                <a:gd name="connsiteX143" fmla="*/ 77046 w 757766"/>
                <a:gd name="connsiteY143" fmla="*/ 218017 h 584200"/>
                <a:gd name="connsiteX144" fmla="*/ 86783 w 757766"/>
                <a:gd name="connsiteY144" fmla="*/ 233257 h 584200"/>
                <a:gd name="connsiteX145" fmla="*/ 102023 w 757766"/>
                <a:gd name="connsiteY145" fmla="*/ 247227 h 584200"/>
                <a:gd name="connsiteX146" fmla="*/ 115993 w 757766"/>
                <a:gd name="connsiteY146" fmla="*/ 255693 h 584200"/>
                <a:gd name="connsiteX147" fmla="*/ 129963 w 757766"/>
                <a:gd name="connsiteY147" fmla="*/ 262890 h 584200"/>
                <a:gd name="connsiteX148" fmla="*/ 145203 w 757766"/>
                <a:gd name="connsiteY148" fmla="*/ 271357 h 584200"/>
                <a:gd name="connsiteX149" fmla="*/ 159173 w 757766"/>
                <a:gd name="connsiteY149" fmla="*/ 276860 h 584200"/>
                <a:gd name="connsiteX150" fmla="*/ 159173 w 757766"/>
                <a:gd name="connsiteY150" fmla="*/ 290830 h 584200"/>
                <a:gd name="connsiteX151" fmla="*/ 153669 w 757766"/>
                <a:gd name="connsiteY151" fmla="*/ 306070 h 584200"/>
                <a:gd name="connsiteX152" fmla="*/ 138430 w 757766"/>
                <a:gd name="connsiteY152" fmla="*/ 311573 h 584200"/>
                <a:gd name="connsiteX153" fmla="*/ 124460 w 757766"/>
                <a:gd name="connsiteY153" fmla="*/ 311573 h 584200"/>
                <a:gd name="connsiteX154" fmla="*/ 110489 w 757766"/>
                <a:gd name="connsiteY154" fmla="*/ 315807 h 584200"/>
                <a:gd name="connsiteX155" fmla="*/ 124460 w 757766"/>
                <a:gd name="connsiteY155" fmla="*/ 321310 h 584200"/>
                <a:gd name="connsiteX156" fmla="*/ 140123 w 757766"/>
                <a:gd name="connsiteY156" fmla="*/ 328083 h 584200"/>
                <a:gd name="connsiteX157" fmla="*/ 148589 w 757766"/>
                <a:gd name="connsiteY157" fmla="*/ 342053 h 584200"/>
                <a:gd name="connsiteX158" fmla="*/ 162560 w 757766"/>
                <a:gd name="connsiteY158" fmla="*/ 350520 h 584200"/>
                <a:gd name="connsiteX159" fmla="*/ 176530 w 757766"/>
                <a:gd name="connsiteY159" fmla="*/ 357293 h 584200"/>
                <a:gd name="connsiteX160" fmla="*/ 190500 w 757766"/>
                <a:gd name="connsiteY160" fmla="*/ 369993 h 584200"/>
                <a:gd name="connsiteX161" fmla="*/ 205739 w 757766"/>
                <a:gd name="connsiteY161" fmla="*/ 382270 h 584200"/>
                <a:gd name="connsiteX162" fmla="*/ 219710 w 757766"/>
                <a:gd name="connsiteY162" fmla="*/ 376767 h 584200"/>
                <a:gd name="connsiteX163" fmla="*/ 234950 w 757766"/>
                <a:gd name="connsiteY163" fmla="*/ 385233 h 584200"/>
                <a:gd name="connsiteX164" fmla="*/ 243417 w 757766"/>
                <a:gd name="connsiteY164" fmla="*/ 383963 h 584200"/>
                <a:gd name="connsiteX165" fmla="*/ 247650 w 757766"/>
                <a:gd name="connsiteY165" fmla="*/ 397933 h 584200"/>
                <a:gd name="connsiteX166" fmla="*/ 233680 w 757766"/>
                <a:gd name="connsiteY166" fmla="*/ 406400 h 584200"/>
                <a:gd name="connsiteX167" fmla="*/ 240453 w 757766"/>
                <a:gd name="connsiteY167" fmla="*/ 420370 h 584200"/>
                <a:gd name="connsiteX168" fmla="*/ 254423 w 757766"/>
                <a:gd name="connsiteY168" fmla="*/ 428836 h 584200"/>
                <a:gd name="connsiteX169" fmla="*/ 268393 w 757766"/>
                <a:gd name="connsiteY169" fmla="*/ 442807 h 584200"/>
                <a:gd name="connsiteX170" fmla="*/ 254423 w 757766"/>
                <a:gd name="connsiteY170" fmla="*/ 448310 h 584200"/>
                <a:gd name="connsiteX171" fmla="*/ 256117 w 757766"/>
                <a:gd name="connsiteY171" fmla="*/ 462280 h 584200"/>
                <a:gd name="connsiteX172" fmla="*/ 260350 w 757766"/>
                <a:gd name="connsiteY172" fmla="*/ 476250 h 584200"/>
                <a:gd name="connsiteX173" fmla="*/ 260350 w 757766"/>
                <a:gd name="connsiteY173" fmla="*/ 491490 h 584200"/>
                <a:gd name="connsiteX174" fmla="*/ 264583 w 757766"/>
                <a:gd name="connsiteY174" fmla="*/ 496993 h 584200"/>
                <a:gd name="connsiteX175" fmla="*/ 267546 w 757766"/>
                <a:gd name="connsiteY175" fmla="*/ 502496 h 584200"/>
                <a:gd name="connsiteX176" fmla="*/ 277283 w 757766"/>
                <a:gd name="connsiteY176" fmla="*/ 488527 h 584200"/>
                <a:gd name="connsiteX177" fmla="*/ 291253 w 757766"/>
                <a:gd name="connsiteY177" fmla="*/ 474557 h 584200"/>
                <a:gd name="connsiteX178" fmla="*/ 298026 w 757766"/>
                <a:gd name="connsiteY178" fmla="*/ 460586 h 584200"/>
                <a:gd name="connsiteX179" fmla="*/ 311996 w 757766"/>
                <a:gd name="connsiteY179" fmla="*/ 453813 h 584200"/>
                <a:gd name="connsiteX180" fmla="*/ 325967 w 757766"/>
                <a:gd name="connsiteY180" fmla="*/ 450850 h 584200"/>
                <a:gd name="connsiteX181" fmla="*/ 331469 w 757766"/>
                <a:gd name="connsiteY181" fmla="*/ 435610 h 584200"/>
                <a:gd name="connsiteX182" fmla="*/ 338243 w 757766"/>
                <a:gd name="connsiteY182" fmla="*/ 427143 h 584200"/>
                <a:gd name="connsiteX183" fmla="*/ 353483 w 757766"/>
                <a:gd name="connsiteY183" fmla="*/ 421640 h 584200"/>
                <a:gd name="connsiteX184" fmla="*/ 366183 w 757766"/>
                <a:gd name="connsiteY184" fmla="*/ 406400 h 584200"/>
                <a:gd name="connsiteX185" fmla="*/ 367453 w 757766"/>
                <a:gd name="connsiteY185" fmla="*/ 406400 h 584200"/>
                <a:gd name="connsiteX186" fmla="*/ 381423 w 757766"/>
                <a:gd name="connsiteY186" fmla="*/ 397933 h 584200"/>
                <a:gd name="connsiteX187" fmla="*/ 396663 w 757766"/>
                <a:gd name="connsiteY187" fmla="*/ 388196 h 584200"/>
                <a:gd name="connsiteX188" fmla="*/ 410633 w 757766"/>
                <a:gd name="connsiteY188" fmla="*/ 379730 h 584200"/>
                <a:gd name="connsiteX189" fmla="*/ 424603 w 757766"/>
                <a:gd name="connsiteY189" fmla="*/ 367030 h 584200"/>
                <a:gd name="connsiteX190" fmla="*/ 439843 w 757766"/>
                <a:gd name="connsiteY190" fmla="*/ 365760 h 584200"/>
                <a:gd name="connsiteX191" fmla="*/ 442806 w 757766"/>
                <a:gd name="connsiteY191" fmla="*/ 361527 h 584200"/>
                <a:gd name="connsiteX192" fmla="*/ 456353 w 757766"/>
                <a:gd name="connsiteY192" fmla="*/ 371263 h 584200"/>
                <a:gd name="connsiteX193" fmla="*/ 471593 w 757766"/>
                <a:gd name="connsiteY193" fmla="*/ 386503 h 584200"/>
                <a:gd name="connsiteX194" fmla="*/ 485563 w 757766"/>
                <a:gd name="connsiteY194" fmla="*/ 399203 h 584200"/>
                <a:gd name="connsiteX195" fmla="*/ 499533 w 757766"/>
                <a:gd name="connsiteY195" fmla="*/ 411903 h 584200"/>
                <a:gd name="connsiteX196" fmla="*/ 503767 w 757766"/>
                <a:gd name="connsiteY196" fmla="*/ 417407 h 584200"/>
                <a:gd name="connsiteX197" fmla="*/ 488103 w 757766"/>
                <a:gd name="connsiteY197" fmla="*/ 424603 h 584200"/>
                <a:gd name="connsiteX198" fmla="*/ 474133 w 757766"/>
                <a:gd name="connsiteY198" fmla="*/ 434340 h 584200"/>
                <a:gd name="connsiteX199" fmla="*/ 479636 w 757766"/>
                <a:gd name="connsiteY199" fmla="*/ 448310 h 584200"/>
                <a:gd name="connsiteX200" fmla="*/ 493606 w 757766"/>
                <a:gd name="connsiteY200" fmla="*/ 459740 h 584200"/>
                <a:gd name="connsiteX201" fmla="*/ 507576 w 757766"/>
                <a:gd name="connsiteY201" fmla="*/ 474980 h 584200"/>
                <a:gd name="connsiteX202" fmla="*/ 501650 w 757766"/>
                <a:gd name="connsiteY202" fmla="*/ 484717 h 584200"/>
                <a:gd name="connsiteX203" fmla="*/ 486410 w 757766"/>
                <a:gd name="connsiteY203" fmla="*/ 487680 h 584200"/>
                <a:gd name="connsiteX204" fmla="*/ 472439 w 757766"/>
                <a:gd name="connsiteY204" fmla="*/ 496146 h 584200"/>
                <a:gd name="connsiteX205" fmla="*/ 469900 w 757766"/>
                <a:gd name="connsiteY205" fmla="*/ 510117 h 584200"/>
                <a:gd name="connsiteX206" fmla="*/ 483869 w 757766"/>
                <a:gd name="connsiteY206" fmla="*/ 519853 h 584200"/>
                <a:gd name="connsiteX207" fmla="*/ 499110 w 757766"/>
                <a:gd name="connsiteY207" fmla="*/ 526627 h 584200"/>
                <a:gd name="connsiteX208" fmla="*/ 508846 w 757766"/>
                <a:gd name="connsiteY208" fmla="*/ 540596 h 584200"/>
                <a:gd name="connsiteX209" fmla="*/ 522817 w 757766"/>
                <a:gd name="connsiteY209" fmla="*/ 547793 h 584200"/>
                <a:gd name="connsiteX210" fmla="*/ 538480 w 757766"/>
                <a:gd name="connsiteY210" fmla="*/ 556260 h 584200"/>
                <a:gd name="connsiteX211" fmla="*/ 552450 w 757766"/>
                <a:gd name="connsiteY211" fmla="*/ 568960 h 584200"/>
                <a:gd name="connsiteX212" fmla="*/ 560917 w 757766"/>
                <a:gd name="connsiteY212" fmla="*/ 579967 h 584200"/>
                <a:gd name="connsiteX213" fmla="*/ 565150 w 757766"/>
                <a:gd name="connsiteY213" fmla="*/ 584200 h 584200"/>
                <a:gd name="connsiteX214" fmla="*/ 579119 w 757766"/>
                <a:gd name="connsiteY214" fmla="*/ 579967 h 584200"/>
                <a:gd name="connsiteX215" fmla="*/ 588856 w 757766"/>
                <a:gd name="connsiteY215" fmla="*/ 575733 h 584200"/>
                <a:gd name="connsiteX216" fmla="*/ 598593 w 757766"/>
                <a:gd name="connsiteY216" fmla="*/ 575733 h 584200"/>
                <a:gd name="connsiteX217" fmla="*/ 599863 w 757766"/>
                <a:gd name="connsiteY217" fmla="*/ 575733 h 584200"/>
                <a:gd name="connsiteX218" fmla="*/ 595630 w 757766"/>
                <a:gd name="connsiteY218" fmla="*/ 561763 h 584200"/>
                <a:gd name="connsiteX219" fmla="*/ 592667 w 757766"/>
                <a:gd name="connsiteY219" fmla="*/ 546523 h 584200"/>
                <a:gd name="connsiteX220" fmla="*/ 590126 w 757766"/>
                <a:gd name="connsiteY220" fmla="*/ 532553 h 584200"/>
                <a:gd name="connsiteX221" fmla="*/ 584623 w 757766"/>
                <a:gd name="connsiteY221" fmla="*/ 518583 h 584200"/>
                <a:gd name="connsiteX222" fmla="*/ 587586 w 757766"/>
                <a:gd name="connsiteY222" fmla="*/ 503343 h 584200"/>
                <a:gd name="connsiteX223" fmla="*/ 593089 w 757766"/>
                <a:gd name="connsiteY223" fmla="*/ 489373 h 584200"/>
                <a:gd name="connsiteX224" fmla="*/ 590550 w 757766"/>
                <a:gd name="connsiteY224" fmla="*/ 475403 h 584200"/>
                <a:gd name="connsiteX225" fmla="*/ 590550 w 757766"/>
                <a:gd name="connsiteY225" fmla="*/ 460163 h 584200"/>
                <a:gd name="connsiteX226" fmla="*/ 604519 w 757766"/>
                <a:gd name="connsiteY226" fmla="*/ 455930 h 584200"/>
                <a:gd name="connsiteX227" fmla="*/ 618489 w 757766"/>
                <a:gd name="connsiteY227" fmla="*/ 466936 h 584200"/>
                <a:gd name="connsiteX228" fmla="*/ 610023 w 757766"/>
                <a:gd name="connsiteY228" fmla="*/ 480907 h 584200"/>
                <a:gd name="connsiteX229" fmla="*/ 623993 w 757766"/>
                <a:gd name="connsiteY229" fmla="*/ 483446 h 584200"/>
                <a:gd name="connsiteX230" fmla="*/ 626956 w 757766"/>
                <a:gd name="connsiteY230" fmla="*/ 468207 h 584200"/>
                <a:gd name="connsiteX231" fmla="*/ 629496 w 757766"/>
                <a:gd name="connsiteY231" fmla="*/ 454236 h 584200"/>
                <a:gd name="connsiteX232" fmla="*/ 626956 w 757766"/>
                <a:gd name="connsiteY232" fmla="*/ 440267 h 584200"/>
                <a:gd name="connsiteX233" fmla="*/ 626956 w 757766"/>
                <a:gd name="connsiteY233" fmla="*/ 438996 h 584200"/>
                <a:gd name="connsiteX234" fmla="*/ 639233 w 757766"/>
                <a:gd name="connsiteY234" fmla="*/ 427990 h 584200"/>
                <a:gd name="connsiteX235" fmla="*/ 642196 w 757766"/>
                <a:gd name="connsiteY235" fmla="*/ 423757 h 584200"/>
                <a:gd name="connsiteX236" fmla="*/ 636693 w 757766"/>
                <a:gd name="connsiteY236" fmla="*/ 409786 h 584200"/>
                <a:gd name="connsiteX237" fmla="*/ 626956 w 757766"/>
                <a:gd name="connsiteY237" fmla="*/ 395817 h 584200"/>
                <a:gd name="connsiteX238" fmla="*/ 628226 w 757766"/>
                <a:gd name="connsiteY238" fmla="*/ 381846 h 584200"/>
                <a:gd name="connsiteX239" fmla="*/ 636693 w 757766"/>
                <a:gd name="connsiteY239" fmla="*/ 367877 h 584200"/>
                <a:gd name="connsiteX240" fmla="*/ 635000 w 757766"/>
                <a:gd name="connsiteY240" fmla="*/ 353907 h 584200"/>
                <a:gd name="connsiteX241" fmla="*/ 639233 w 757766"/>
                <a:gd name="connsiteY241" fmla="*/ 338667 h 584200"/>
                <a:gd name="connsiteX242" fmla="*/ 635000 w 757766"/>
                <a:gd name="connsiteY242" fmla="*/ 324696 h 584200"/>
                <a:gd name="connsiteX243" fmla="*/ 640503 w 757766"/>
                <a:gd name="connsiteY243" fmla="*/ 316230 h 584200"/>
                <a:gd name="connsiteX244" fmla="*/ 636269 w 757766"/>
                <a:gd name="connsiteY244" fmla="*/ 300990 h 584200"/>
                <a:gd name="connsiteX245" fmla="*/ 640503 w 757766"/>
                <a:gd name="connsiteY245" fmla="*/ 287020 h 584200"/>
                <a:gd name="connsiteX246" fmla="*/ 654473 w 757766"/>
                <a:gd name="connsiteY246" fmla="*/ 277283 h 584200"/>
                <a:gd name="connsiteX247" fmla="*/ 668443 w 757766"/>
                <a:gd name="connsiteY247" fmla="*/ 271780 h 584200"/>
                <a:gd name="connsiteX248" fmla="*/ 682413 w 757766"/>
                <a:gd name="connsiteY248" fmla="*/ 257810 h 584200"/>
                <a:gd name="connsiteX249" fmla="*/ 697653 w 757766"/>
                <a:gd name="connsiteY249" fmla="*/ 259080 h 584200"/>
                <a:gd name="connsiteX250" fmla="*/ 701886 w 757766"/>
                <a:gd name="connsiteY250" fmla="*/ 261620 h 584200"/>
                <a:gd name="connsiteX251" fmla="*/ 714163 w 757766"/>
                <a:gd name="connsiteY251" fmla="*/ 257386 h 584200"/>
                <a:gd name="connsiteX252" fmla="*/ 729826 w 757766"/>
                <a:gd name="connsiteY252" fmla="*/ 258657 h 584200"/>
                <a:gd name="connsiteX253" fmla="*/ 743796 w 757766"/>
                <a:gd name="connsiteY253" fmla="*/ 264160 h 584200"/>
                <a:gd name="connsiteX254" fmla="*/ 757767 w 757766"/>
                <a:gd name="connsiteY254" fmla="*/ 278130 h 584200"/>
                <a:gd name="connsiteX255" fmla="*/ 752263 w 757766"/>
                <a:gd name="connsiteY255" fmla="*/ 262890 h 584200"/>
                <a:gd name="connsiteX256" fmla="*/ 748030 w 757766"/>
                <a:gd name="connsiteY256" fmla="*/ 238760 h 584200"/>
                <a:gd name="connsiteX257" fmla="*/ 752263 w 757766"/>
                <a:gd name="connsiteY257" fmla="*/ 244263 h 584200"/>
                <a:gd name="connsiteX258" fmla="*/ 750993 w 757766"/>
                <a:gd name="connsiteY258" fmla="*/ 248496 h 584200"/>
                <a:gd name="connsiteX259" fmla="*/ 749723 w 757766"/>
                <a:gd name="connsiteY259" fmla="*/ 248496 h 584200"/>
                <a:gd name="connsiteX260" fmla="*/ 748453 w 757766"/>
                <a:gd name="connsiteY260" fmla="*/ 247227 h 584200"/>
                <a:gd name="connsiteX261" fmla="*/ 748453 w 757766"/>
                <a:gd name="connsiteY261" fmla="*/ 238760 h 58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757766" h="584200">
                  <a:moveTo>
                    <a:pt x="215053" y="504190"/>
                  </a:moveTo>
                  <a:lnTo>
                    <a:pt x="218017" y="507153"/>
                  </a:lnTo>
                  <a:lnTo>
                    <a:pt x="215053" y="507153"/>
                  </a:lnTo>
                  <a:lnTo>
                    <a:pt x="199813" y="501650"/>
                  </a:lnTo>
                  <a:lnTo>
                    <a:pt x="185843" y="500380"/>
                  </a:lnTo>
                  <a:lnTo>
                    <a:pt x="171873" y="499110"/>
                  </a:lnTo>
                  <a:lnTo>
                    <a:pt x="156633" y="493607"/>
                  </a:lnTo>
                  <a:lnTo>
                    <a:pt x="142663" y="489373"/>
                  </a:lnTo>
                  <a:lnTo>
                    <a:pt x="141393" y="489373"/>
                  </a:lnTo>
                  <a:lnTo>
                    <a:pt x="132926" y="486833"/>
                  </a:lnTo>
                  <a:lnTo>
                    <a:pt x="118956" y="483870"/>
                  </a:lnTo>
                  <a:lnTo>
                    <a:pt x="111760" y="480907"/>
                  </a:lnTo>
                  <a:lnTo>
                    <a:pt x="103717" y="466936"/>
                  </a:lnTo>
                  <a:lnTo>
                    <a:pt x="95250" y="452967"/>
                  </a:lnTo>
                  <a:lnTo>
                    <a:pt x="80010" y="448733"/>
                  </a:lnTo>
                  <a:lnTo>
                    <a:pt x="66039" y="438996"/>
                  </a:lnTo>
                  <a:lnTo>
                    <a:pt x="57573" y="425027"/>
                  </a:lnTo>
                  <a:lnTo>
                    <a:pt x="42333" y="411057"/>
                  </a:lnTo>
                  <a:lnTo>
                    <a:pt x="32596" y="402590"/>
                  </a:lnTo>
                  <a:lnTo>
                    <a:pt x="27093" y="388620"/>
                  </a:lnTo>
                  <a:lnTo>
                    <a:pt x="13123" y="375920"/>
                  </a:lnTo>
                  <a:lnTo>
                    <a:pt x="6350" y="363220"/>
                  </a:lnTo>
                  <a:lnTo>
                    <a:pt x="14817" y="360257"/>
                  </a:lnTo>
                  <a:lnTo>
                    <a:pt x="16086" y="360257"/>
                  </a:lnTo>
                  <a:lnTo>
                    <a:pt x="20319" y="360257"/>
                  </a:lnTo>
                  <a:lnTo>
                    <a:pt x="35560" y="354753"/>
                  </a:lnTo>
                  <a:lnTo>
                    <a:pt x="49530" y="356023"/>
                  </a:lnTo>
                  <a:lnTo>
                    <a:pt x="62230" y="369993"/>
                  </a:lnTo>
                  <a:lnTo>
                    <a:pt x="63923" y="383963"/>
                  </a:lnTo>
                  <a:lnTo>
                    <a:pt x="77893" y="379730"/>
                  </a:lnTo>
                  <a:lnTo>
                    <a:pt x="93133" y="390736"/>
                  </a:lnTo>
                  <a:lnTo>
                    <a:pt x="107103" y="397510"/>
                  </a:lnTo>
                  <a:lnTo>
                    <a:pt x="121073" y="389043"/>
                  </a:lnTo>
                  <a:lnTo>
                    <a:pt x="135043" y="384810"/>
                  </a:lnTo>
                  <a:lnTo>
                    <a:pt x="150283" y="386080"/>
                  </a:lnTo>
                  <a:lnTo>
                    <a:pt x="152823" y="391583"/>
                  </a:lnTo>
                  <a:lnTo>
                    <a:pt x="155786" y="405553"/>
                  </a:lnTo>
                  <a:lnTo>
                    <a:pt x="152823" y="419523"/>
                  </a:lnTo>
                  <a:lnTo>
                    <a:pt x="166793" y="426296"/>
                  </a:lnTo>
                  <a:lnTo>
                    <a:pt x="180763" y="433070"/>
                  </a:lnTo>
                  <a:lnTo>
                    <a:pt x="180763" y="448310"/>
                  </a:lnTo>
                  <a:lnTo>
                    <a:pt x="190500" y="462280"/>
                  </a:lnTo>
                  <a:lnTo>
                    <a:pt x="198967" y="476250"/>
                  </a:lnTo>
                  <a:lnTo>
                    <a:pt x="207433" y="490220"/>
                  </a:lnTo>
                  <a:lnTo>
                    <a:pt x="211667" y="496993"/>
                  </a:lnTo>
                  <a:lnTo>
                    <a:pt x="215053" y="504190"/>
                  </a:lnTo>
                  <a:close/>
                  <a:moveTo>
                    <a:pt x="752263" y="262890"/>
                  </a:moveTo>
                  <a:lnTo>
                    <a:pt x="748030" y="250190"/>
                  </a:lnTo>
                  <a:lnTo>
                    <a:pt x="746760" y="247227"/>
                  </a:lnTo>
                  <a:lnTo>
                    <a:pt x="735753" y="240453"/>
                  </a:lnTo>
                  <a:lnTo>
                    <a:pt x="721783" y="229023"/>
                  </a:lnTo>
                  <a:lnTo>
                    <a:pt x="707813" y="222250"/>
                  </a:lnTo>
                  <a:lnTo>
                    <a:pt x="695113" y="216746"/>
                  </a:lnTo>
                  <a:lnTo>
                    <a:pt x="681143" y="218440"/>
                  </a:lnTo>
                  <a:lnTo>
                    <a:pt x="667173" y="219710"/>
                  </a:lnTo>
                  <a:lnTo>
                    <a:pt x="651933" y="215477"/>
                  </a:lnTo>
                  <a:lnTo>
                    <a:pt x="637963" y="209973"/>
                  </a:lnTo>
                  <a:lnTo>
                    <a:pt x="625263" y="196003"/>
                  </a:lnTo>
                  <a:lnTo>
                    <a:pt x="623993" y="180763"/>
                  </a:lnTo>
                  <a:lnTo>
                    <a:pt x="610023" y="175260"/>
                  </a:lnTo>
                  <a:lnTo>
                    <a:pt x="596053" y="162560"/>
                  </a:lnTo>
                  <a:lnTo>
                    <a:pt x="582083" y="148590"/>
                  </a:lnTo>
                  <a:lnTo>
                    <a:pt x="571076" y="134620"/>
                  </a:lnTo>
                  <a:lnTo>
                    <a:pt x="564303" y="120650"/>
                  </a:lnTo>
                  <a:lnTo>
                    <a:pt x="560069" y="106680"/>
                  </a:lnTo>
                  <a:lnTo>
                    <a:pt x="550333" y="91440"/>
                  </a:lnTo>
                  <a:lnTo>
                    <a:pt x="539326" y="77470"/>
                  </a:lnTo>
                  <a:lnTo>
                    <a:pt x="525356" y="64770"/>
                  </a:lnTo>
                  <a:lnTo>
                    <a:pt x="512656" y="49530"/>
                  </a:lnTo>
                  <a:lnTo>
                    <a:pt x="499956" y="35560"/>
                  </a:lnTo>
                  <a:lnTo>
                    <a:pt x="485986" y="21590"/>
                  </a:lnTo>
                  <a:lnTo>
                    <a:pt x="472017" y="10583"/>
                  </a:lnTo>
                  <a:lnTo>
                    <a:pt x="467783" y="9313"/>
                  </a:lnTo>
                  <a:lnTo>
                    <a:pt x="463550" y="17780"/>
                  </a:lnTo>
                  <a:lnTo>
                    <a:pt x="455083" y="33020"/>
                  </a:lnTo>
                  <a:lnTo>
                    <a:pt x="452543" y="44027"/>
                  </a:lnTo>
                  <a:lnTo>
                    <a:pt x="438573" y="56727"/>
                  </a:lnTo>
                  <a:lnTo>
                    <a:pt x="423333" y="66463"/>
                  </a:lnTo>
                  <a:lnTo>
                    <a:pt x="409363" y="70696"/>
                  </a:lnTo>
                  <a:lnTo>
                    <a:pt x="405130" y="84667"/>
                  </a:lnTo>
                  <a:lnTo>
                    <a:pt x="391160" y="99907"/>
                  </a:lnTo>
                  <a:lnTo>
                    <a:pt x="385656" y="113877"/>
                  </a:lnTo>
                  <a:lnTo>
                    <a:pt x="371686" y="113877"/>
                  </a:lnTo>
                  <a:lnTo>
                    <a:pt x="356446" y="109643"/>
                  </a:lnTo>
                  <a:lnTo>
                    <a:pt x="342476" y="107103"/>
                  </a:lnTo>
                  <a:lnTo>
                    <a:pt x="328506" y="104140"/>
                  </a:lnTo>
                  <a:lnTo>
                    <a:pt x="313267" y="98636"/>
                  </a:lnTo>
                  <a:lnTo>
                    <a:pt x="301836" y="84667"/>
                  </a:lnTo>
                  <a:lnTo>
                    <a:pt x="293369" y="70696"/>
                  </a:lnTo>
                  <a:lnTo>
                    <a:pt x="283633" y="55457"/>
                  </a:lnTo>
                  <a:lnTo>
                    <a:pt x="268393" y="55457"/>
                  </a:lnTo>
                  <a:lnTo>
                    <a:pt x="259926" y="41486"/>
                  </a:lnTo>
                  <a:lnTo>
                    <a:pt x="244686" y="27517"/>
                  </a:lnTo>
                  <a:lnTo>
                    <a:pt x="230717" y="22013"/>
                  </a:lnTo>
                  <a:lnTo>
                    <a:pt x="222250" y="6773"/>
                  </a:lnTo>
                  <a:lnTo>
                    <a:pt x="208280" y="11007"/>
                  </a:lnTo>
                  <a:lnTo>
                    <a:pt x="192617" y="1270"/>
                  </a:lnTo>
                  <a:lnTo>
                    <a:pt x="178646" y="0"/>
                  </a:lnTo>
                  <a:lnTo>
                    <a:pt x="177376" y="0"/>
                  </a:lnTo>
                  <a:lnTo>
                    <a:pt x="171873" y="13970"/>
                  </a:lnTo>
                  <a:lnTo>
                    <a:pt x="166369" y="20743"/>
                  </a:lnTo>
                  <a:lnTo>
                    <a:pt x="152400" y="20743"/>
                  </a:lnTo>
                  <a:lnTo>
                    <a:pt x="149860" y="35983"/>
                  </a:lnTo>
                  <a:lnTo>
                    <a:pt x="158326" y="49953"/>
                  </a:lnTo>
                  <a:lnTo>
                    <a:pt x="173567" y="54186"/>
                  </a:lnTo>
                  <a:lnTo>
                    <a:pt x="173567" y="68157"/>
                  </a:lnTo>
                  <a:lnTo>
                    <a:pt x="187536" y="75353"/>
                  </a:lnTo>
                  <a:lnTo>
                    <a:pt x="202776" y="83820"/>
                  </a:lnTo>
                  <a:lnTo>
                    <a:pt x="216746" y="92286"/>
                  </a:lnTo>
                  <a:lnTo>
                    <a:pt x="230717" y="106257"/>
                  </a:lnTo>
                  <a:lnTo>
                    <a:pt x="227753" y="121496"/>
                  </a:lnTo>
                  <a:lnTo>
                    <a:pt x="212513" y="131233"/>
                  </a:lnTo>
                  <a:lnTo>
                    <a:pt x="198543" y="134196"/>
                  </a:lnTo>
                  <a:lnTo>
                    <a:pt x="184573" y="128693"/>
                  </a:lnTo>
                  <a:lnTo>
                    <a:pt x="170603" y="115993"/>
                  </a:lnTo>
                  <a:lnTo>
                    <a:pt x="156633" y="114723"/>
                  </a:lnTo>
                  <a:lnTo>
                    <a:pt x="141393" y="120227"/>
                  </a:lnTo>
                  <a:lnTo>
                    <a:pt x="127423" y="117263"/>
                  </a:lnTo>
                  <a:lnTo>
                    <a:pt x="113453" y="111760"/>
                  </a:lnTo>
                  <a:lnTo>
                    <a:pt x="98213" y="104986"/>
                  </a:lnTo>
                  <a:lnTo>
                    <a:pt x="98213" y="91017"/>
                  </a:lnTo>
                  <a:lnTo>
                    <a:pt x="84243" y="88053"/>
                  </a:lnTo>
                  <a:lnTo>
                    <a:pt x="70273" y="82550"/>
                  </a:lnTo>
                  <a:lnTo>
                    <a:pt x="55033" y="75777"/>
                  </a:lnTo>
                  <a:lnTo>
                    <a:pt x="41063" y="72813"/>
                  </a:lnTo>
                  <a:lnTo>
                    <a:pt x="26669" y="75777"/>
                  </a:lnTo>
                  <a:lnTo>
                    <a:pt x="18203" y="82550"/>
                  </a:lnTo>
                  <a:lnTo>
                    <a:pt x="8467" y="92286"/>
                  </a:lnTo>
                  <a:lnTo>
                    <a:pt x="4233" y="95250"/>
                  </a:lnTo>
                  <a:lnTo>
                    <a:pt x="0" y="99483"/>
                  </a:lnTo>
                  <a:lnTo>
                    <a:pt x="5503" y="113453"/>
                  </a:lnTo>
                  <a:lnTo>
                    <a:pt x="19473" y="114723"/>
                  </a:lnTo>
                  <a:lnTo>
                    <a:pt x="27939" y="128693"/>
                  </a:lnTo>
                  <a:lnTo>
                    <a:pt x="12700" y="128693"/>
                  </a:lnTo>
                  <a:lnTo>
                    <a:pt x="27939" y="140123"/>
                  </a:lnTo>
                  <a:lnTo>
                    <a:pt x="36406" y="145627"/>
                  </a:lnTo>
                  <a:lnTo>
                    <a:pt x="41910" y="145627"/>
                  </a:lnTo>
                  <a:lnTo>
                    <a:pt x="55880" y="146896"/>
                  </a:lnTo>
                  <a:lnTo>
                    <a:pt x="69850" y="156633"/>
                  </a:lnTo>
                  <a:lnTo>
                    <a:pt x="83819" y="169333"/>
                  </a:lnTo>
                  <a:lnTo>
                    <a:pt x="91017" y="183303"/>
                  </a:lnTo>
                  <a:lnTo>
                    <a:pt x="77046" y="190077"/>
                  </a:lnTo>
                  <a:lnTo>
                    <a:pt x="66039" y="204046"/>
                  </a:lnTo>
                  <a:lnTo>
                    <a:pt x="77046" y="218017"/>
                  </a:lnTo>
                  <a:lnTo>
                    <a:pt x="86783" y="233257"/>
                  </a:lnTo>
                  <a:lnTo>
                    <a:pt x="102023" y="247227"/>
                  </a:lnTo>
                  <a:lnTo>
                    <a:pt x="115993" y="255693"/>
                  </a:lnTo>
                  <a:lnTo>
                    <a:pt x="129963" y="262890"/>
                  </a:lnTo>
                  <a:lnTo>
                    <a:pt x="145203" y="271357"/>
                  </a:lnTo>
                  <a:lnTo>
                    <a:pt x="159173" y="276860"/>
                  </a:lnTo>
                  <a:lnTo>
                    <a:pt x="159173" y="290830"/>
                  </a:lnTo>
                  <a:lnTo>
                    <a:pt x="153669" y="306070"/>
                  </a:lnTo>
                  <a:lnTo>
                    <a:pt x="138430" y="311573"/>
                  </a:lnTo>
                  <a:lnTo>
                    <a:pt x="124460" y="311573"/>
                  </a:lnTo>
                  <a:lnTo>
                    <a:pt x="110489" y="315807"/>
                  </a:lnTo>
                  <a:lnTo>
                    <a:pt x="124460" y="321310"/>
                  </a:lnTo>
                  <a:lnTo>
                    <a:pt x="140123" y="328083"/>
                  </a:lnTo>
                  <a:lnTo>
                    <a:pt x="148589" y="342053"/>
                  </a:lnTo>
                  <a:lnTo>
                    <a:pt x="162560" y="350520"/>
                  </a:lnTo>
                  <a:lnTo>
                    <a:pt x="176530" y="357293"/>
                  </a:lnTo>
                  <a:lnTo>
                    <a:pt x="190500" y="369993"/>
                  </a:lnTo>
                  <a:lnTo>
                    <a:pt x="205739" y="382270"/>
                  </a:lnTo>
                  <a:lnTo>
                    <a:pt x="219710" y="376767"/>
                  </a:lnTo>
                  <a:lnTo>
                    <a:pt x="234950" y="385233"/>
                  </a:lnTo>
                  <a:lnTo>
                    <a:pt x="243417" y="383963"/>
                  </a:lnTo>
                  <a:lnTo>
                    <a:pt x="247650" y="397933"/>
                  </a:lnTo>
                  <a:lnTo>
                    <a:pt x="233680" y="406400"/>
                  </a:lnTo>
                  <a:lnTo>
                    <a:pt x="240453" y="420370"/>
                  </a:lnTo>
                  <a:lnTo>
                    <a:pt x="254423" y="428836"/>
                  </a:lnTo>
                  <a:lnTo>
                    <a:pt x="268393" y="442807"/>
                  </a:lnTo>
                  <a:lnTo>
                    <a:pt x="254423" y="448310"/>
                  </a:lnTo>
                  <a:lnTo>
                    <a:pt x="256117" y="462280"/>
                  </a:lnTo>
                  <a:lnTo>
                    <a:pt x="260350" y="476250"/>
                  </a:lnTo>
                  <a:lnTo>
                    <a:pt x="260350" y="491490"/>
                  </a:lnTo>
                  <a:lnTo>
                    <a:pt x="264583" y="496993"/>
                  </a:lnTo>
                  <a:lnTo>
                    <a:pt x="267546" y="502496"/>
                  </a:lnTo>
                  <a:lnTo>
                    <a:pt x="277283" y="488527"/>
                  </a:lnTo>
                  <a:lnTo>
                    <a:pt x="291253" y="474557"/>
                  </a:lnTo>
                  <a:lnTo>
                    <a:pt x="298026" y="460586"/>
                  </a:lnTo>
                  <a:lnTo>
                    <a:pt x="311996" y="453813"/>
                  </a:lnTo>
                  <a:lnTo>
                    <a:pt x="325967" y="450850"/>
                  </a:lnTo>
                  <a:lnTo>
                    <a:pt x="331469" y="435610"/>
                  </a:lnTo>
                  <a:lnTo>
                    <a:pt x="338243" y="427143"/>
                  </a:lnTo>
                  <a:lnTo>
                    <a:pt x="353483" y="421640"/>
                  </a:lnTo>
                  <a:lnTo>
                    <a:pt x="366183" y="406400"/>
                  </a:lnTo>
                  <a:lnTo>
                    <a:pt x="367453" y="406400"/>
                  </a:lnTo>
                  <a:lnTo>
                    <a:pt x="381423" y="397933"/>
                  </a:lnTo>
                  <a:lnTo>
                    <a:pt x="396663" y="388196"/>
                  </a:lnTo>
                  <a:lnTo>
                    <a:pt x="410633" y="379730"/>
                  </a:lnTo>
                  <a:lnTo>
                    <a:pt x="424603" y="367030"/>
                  </a:lnTo>
                  <a:lnTo>
                    <a:pt x="439843" y="365760"/>
                  </a:lnTo>
                  <a:lnTo>
                    <a:pt x="442806" y="361527"/>
                  </a:lnTo>
                  <a:lnTo>
                    <a:pt x="456353" y="371263"/>
                  </a:lnTo>
                  <a:lnTo>
                    <a:pt x="471593" y="386503"/>
                  </a:lnTo>
                  <a:lnTo>
                    <a:pt x="485563" y="399203"/>
                  </a:lnTo>
                  <a:lnTo>
                    <a:pt x="499533" y="411903"/>
                  </a:lnTo>
                  <a:lnTo>
                    <a:pt x="503767" y="417407"/>
                  </a:lnTo>
                  <a:lnTo>
                    <a:pt x="488103" y="424603"/>
                  </a:lnTo>
                  <a:lnTo>
                    <a:pt x="474133" y="434340"/>
                  </a:lnTo>
                  <a:lnTo>
                    <a:pt x="479636" y="448310"/>
                  </a:lnTo>
                  <a:lnTo>
                    <a:pt x="493606" y="459740"/>
                  </a:lnTo>
                  <a:lnTo>
                    <a:pt x="507576" y="474980"/>
                  </a:lnTo>
                  <a:lnTo>
                    <a:pt x="501650" y="484717"/>
                  </a:lnTo>
                  <a:lnTo>
                    <a:pt x="486410" y="487680"/>
                  </a:lnTo>
                  <a:lnTo>
                    <a:pt x="472439" y="496146"/>
                  </a:lnTo>
                  <a:lnTo>
                    <a:pt x="469900" y="510117"/>
                  </a:lnTo>
                  <a:lnTo>
                    <a:pt x="483869" y="519853"/>
                  </a:lnTo>
                  <a:lnTo>
                    <a:pt x="499110" y="526627"/>
                  </a:lnTo>
                  <a:lnTo>
                    <a:pt x="508846" y="540596"/>
                  </a:lnTo>
                  <a:lnTo>
                    <a:pt x="522817" y="547793"/>
                  </a:lnTo>
                  <a:lnTo>
                    <a:pt x="538480" y="556260"/>
                  </a:lnTo>
                  <a:lnTo>
                    <a:pt x="552450" y="568960"/>
                  </a:lnTo>
                  <a:lnTo>
                    <a:pt x="560917" y="579967"/>
                  </a:lnTo>
                  <a:lnTo>
                    <a:pt x="565150" y="584200"/>
                  </a:lnTo>
                  <a:lnTo>
                    <a:pt x="579119" y="579967"/>
                  </a:lnTo>
                  <a:lnTo>
                    <a:pt x="588856" y="575733"/>
                  </a:lnTo>
                  <a:lnTo>
                    <a:pt x="598593" y="575733"/>
                  </a:lnTo>
                  <a:lnTo>
                    <a:pt x="599863" y="575733"/>
                  </a:lnTo>
                  <a:lnTo>
                    <a:pt x="595630" y="561763"/>
                  </a:lnTo>
                  <a:lnTo>
                    <a:pt x="592667" y="546523"/>
                  </a:lnTo>
                  <a:lnTo>
                    <a:pt x="590126" y="532553"/>
                  </a:lnTo>
                  <a:lnTo>
                    <a:pt x="584623" y="518583"/>
                  </a:lnTo>
                  <a:lnTo>
                    <a:pt x="587586" y="503343"/>
                  </a:lnTo>
                  <a:lnTo>
                    <a:pt x="593089" y="489373"/>
                  </a:lnTo>
                  <a:lnTo>
                    <a:pt x="590550" y="475403"/>
                  </a:lnTo>
                  <a:lnTo>
                    <a:pt x="590550" y="460163"/>
                  </a:lnTo>
                  <a:lnTo>
                    <a:pt x="604519" y="455930"/>
                  </a:lnTo>
                  <a:lnTo>
                    <a:pt x="618489" y="466936"/>
                  </a:lnTo>
                  <a:lnTo>
                    <a:pt x="610023" y="480907"/>
                  </a:lnTo>
                  <a:lnTo>
                    <a:pt x="623993" y="483446"/>
                  </a:lnTo>
                  <a:lnTo>
                    <a:pt x="626956" y="468207"/>
                  </a:lnTo>
                  <a:lnTo>
                    <a:pt x="629496" y="454236"/>
                  </a:lnTo>
                  <a:lnTo>
                    <a:pt x="626956" y="440267"/>
                  </a:lnTo>
                  <a:lnTo>
                    <a:pt x="626956" y="438996"/>
                  </a:lnTo>
                  <a:lnTo>
                    <a:pt x="639233" y="427990"/>
                  </a:lnTo>
                  <a:lnTo>
                    <a:pt x="642196" y="423757"/>
                  </a:lnTo>
                  <a:lnTo>
                    <a:pt x="636693" y="409786"/>
                  </a:lnTo>
                  <a:lnTo>
                    <a:pt x="626956" y="395817"/>
                  </a:lnTo>
                  <a:lnTo>
                    <a:pt x="628226" y="381846"/>
                  </a:lnTo>
                  <a:lnTo>
                    <a:pt x="636693" y="367877"/>
                  </a:lnTo>
                  <a:lnTo>
                    <a:pt x="635000" y="353907"/>
                  </a:lnTo>
                  <a:lnTo>
                    <a:pt x="639233" y="338667"/>
                  </a:lnTo>
                  <a:lnTo>
                    <a:pt x="635000" y="324696"/>
                  </a:lnTo>
                  <a:lnTo>
                    <a:pt x="640503" y="316230"/>
                  </a:lnTo>
                  <a:lnTo>
                    <a:pt x="636269" y="300990"/>
                  </a:lnTo>
                  <a:lnTo>
                    <a:pt x="640503" y="287020"/>
                  </a:lnTo>
                  <a:lnTo>
                    <a:pt x="654473" y="277283"/>
                  </a:lnTo>
                  <a:lnTo>
                    <a:pt x="668443" y="271780"/>
                  </a:lnTo>
                  <a:lnTo>
                    <a:pt x="682413" y="257810"/>
                  </a:lnTo>
                  <a:lnTo>
                    <a:pt x="697653" y="259080"/>
                  </a:lnTo>
                  <a:lnTo>
                    <a:pt x="701886" y="261620"/>
                  </a:lnTo>
                  <a:lnTo>
                    <a:pt x="714163" y="257386"/>
                  </a:lnTo>
                  <a:lnTo>
                    <a:pt x="729826" y="258657"/>
                  </a:lnTo>
                  <a:lnTo>
                    <a:pt x="743796" y="264160"/>
                  </a:lnTo>
                  <a:lnTo>
                    <a:pt x="757767" y="278130"/>
                  </a:lnTo>
                  <a:lnTo>
                    <a:pt x="752263" y="262890"/>
                  </a:lnTo>
                  <a:close/>
                  <a:moveTo>
                    <a:pt x="748030" y="238760"/>
                  </a:moveTo>
                  <a:lnTo>
                    <a:pt x="752263" y="244263"/>
                  </a:lnTo>
                  <a:lnTo>
                    <a:pt x="750993" y="248496"/>
                  </a:lnTo>
                  <a:lnTo>
                    <a:pt x="749723" y="248496"/>
                  </a:lnTo>
                  <a:lnTo>
                    <a:pt x="748453" y="247227"/>
                  </a:lnTo>
                  <a:lnTo>
                    <a:pt x="748453" y="238760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7" name="Freeform 2316">
              <a:extLst>
                <a:ext uri="{FF2B5EF4-FFF2-40B4-BE49-F238E27FC236}">
                  <a16:creationId xmlns:a16="http://schemas.microsoft.com/office/drawing/2014/main" id="{BFE081E6-16F7-CE47-BCD8-3A8373D83846}"/>
                </a:ext>
              </a:extLst>
            </p:cNvPr>
            <p:cNvSpPr/>
            <p:nvPr/>
          </p:nvSpPr>
          <p:spPr>
            <a:xfrm>
              <a:off x="11237383" y="4363720"/>
              <a:ext cx="957157" cy="412749"/>
            </a:xfrm>
            <a:custGeom>
              <a:avLst/>
              <a:gdLst>
                <a:gd name="connsiteX0" fmla="*/ 0 w 957157"/>
                <a:gd name="connsiteY0" fmla="*/ 33443 h 412749"/>
                <a:gd name="connsiteX1" fmla="*/ 0 w 957157"/>
                <a:gd name="connsiteY1" fmla="*/ 29210 h 412749"/>
                <a:gd name="connsiteX2" fmla="*/ 0 w 957157"/>
                <a:gd name="connsiteY2" fmla="*/ 24976 h 412749"/>
                <a:gd name="connsiteX3" fmla="*/ 4233 w 957157"/>
                <a:gd name="connsiteY3" fmla="*/ 13970 h 412749"/>
                <a:gd name="connsiteX4" fmla="*/ 16933 w 957157"/>
                <a:gd name="connsiteY4" fmla="*/ 0 h 412749"/>
                <a:gd name="connsiteX5" fmla="*/ 30904 w 957157"/>
                <a:gd name="connsiteY5" fmla="*/ 0 h 412749"/>
                <a:gd name="connsiteX6" fmla="*/ 44450 w 957157"/>
                <a:gd name="connsiteY6" fmla="*/ 3810 h 412749"/>
                <a:gd name="connsiteX7" fmla="*/ 60113 w 957157"/>
                <a:gd name="connsiteY7" fmla="*/ 9736 h 412749"/>
                <a:gd name="connsiteX8" fmla="*/ 74083 w 957157"/>
                <a:gd name="connsiteY8" fmla="*/ 11007 h 412749"/>
                <a:gd name="connsiteX9" fmla="*/ 88054 w 957157"/>
                <a:gd name="connsiteY9" fmla="*/ 5503 h 412749"/>
                <a:gd name="connsiteX10" fmla="*/ 103293 w 957157"/>
                <a:gd name="connsiteY10" fmla="*/ 13970 h 412749"/>
                <a:gd name="connsiteX11" fmla="*/ 117263 w 957157"/>
                <a:gd name="connsiteY11" fmla="*/ 19473 h 412749"/>
                <a:gd name="connsiteX12" fmla="*/ 132504 w 957157"/>
                <a:gd name="connsiteY12" fmla="*/ 29210 h 412749"/>
                <a:gd name="connsiteX13" fmla="*/ 146473 w 957157"/>
                <a:gd name="connsiteY13" fmla="*/ 33443 h 412749"/>
                <a:gd name="connsiteX14" fmla="*/ 160443 w 957157"/>
                <a:gd name="connsiteY14" fmla="*/ 31750 h 412749"/>
                <a:gd name="connsiteX15" fmla="*/ 174413 w 957157"/>
                <a:gd name="connsiteY15" fmla="*/ 40217 h 412749"/>
                <a:gd name="connsiteX16" fmla="*/ 188383 w 957157"/>
                <a:gd name="connsiteY16" fmla="*/ 40217 h 412749"/>
                <a:gd name="connsiteX17" fmla="*/ 202354 w 957157"/>
                <a:gd name="connsiteY17" fmla="*/ 49953 h 412749"/>
                <a:gd name="connsiteX18" fmla="*/ 217593 w 957157"/>
                <a:gd name="connsiteY18" fmla="*/ 58420 h 412749"/>
                <a:gd name="connsiteX19" fmla="*/ 231563 w 957157"/>
                <a:gd name="connsiteY19" fmla="*/ 58420 h 412749"/>
                <a:gd name="connsiteX20" fmla="*/ 246804 w 957157"/>
                <a:gd name="connsiteY20" fmla="*/ 61383 h 412749"/>
                <a:gd name="connsiteX21" fmla="*/ 256963 w 957157"/>
                <a:gd name="connsiteY21" fmla="*/ 59690 h 412749"/>
                <a:gd name="connsiteX22" fmla="*/ 270510 w 957157"/>
                <a:gd name="connsiteY22" fmla="*/ 62653 h 412749"/>
                <a:gd name="connsiteX23" fmla="*/ 284480 w 957157"/>
                <a:gd name="connsiteY23" fmla="*/ 63923 h 412749"/>
                <a:gd name="connsiteX24" fmla="*/ 285750 w 957157"/>
                <a:gd name="connsiteY24" fmla="*/ 62653 h 412749"/>
                <a:gd name="connsiteX25" fmla="*/ 300143 w 957157"/>
                <a:gd name="connsiteY25" fmla="*/ 56726 h 412749"/>
                <a:gd name="connsiteX26" fmla="*/ 315383 w 957157"/>
                <a:gd name="connsiteY26" fmla="*/ 56726 h 412749"/>
                <a:gd name="connsiteX27" fmla="*/ 319617 w 957157"/>
                <a:gd name="connsiteY27" fmla="*/ 55457 h 412749"/>
                <a:gd name="connsiteX28" fmla="*/ 333587 w 957157"/>
                <a:gd name="connsiteY28" fmla="*/ 58420 h 412749"/>
                <a:gd name="connsiteX29" fmla="*/ 347133 w 957157"/>
                <a:gd name="connsiteY29" fmla="*/ 68157 h 412749"/>
                <a:gd name="connsiteX30" fmla="*/ 362796 w 957157"/>
                <a:gd name="connsiteY30" fmla="*/ 69426 h 412749"/>
                <a:gd name="connsiteX31" fmla="*/ 376767 w 957157"/>
                <a:gd name="connsiteY31" fmla="*/ 65193 h 412749"/>
                <a:gd name="connsiteX32" fmla="*/ 390313 w 957157"/>
                <a:gd name="connsiteY32" fmla="*/ 69426 h 412749"/>
                <a:gd name="connsiteX33" fmla="*/ 405977 w 957157"/>
                <a:gd name="connsiteY33" fmla="*/ 76623 h 412749"/>
                <a:gd name="connsiteX34" fmla="*/ 418677 w 957157"/>
                <a:gd name="connsiteY34" fmla="*/ 90593 h 412749"/>
                <a:gd name="connsiteX35" fmla="*/ 432223 w 957157"/>
                <a:gd name="connsiteY35" fmla="*/ 102870 h 412749"/>
                <a:gd name="connsiteX36" fmla="*/ 446617 w 957157"/>
                <a:gd name="connsiteY36" fmla="*/ 107103 h 412749"/>
                <a:gd name="connsiteX37" fmla="*/ 454660 w 957157"/>
                <a:gd name="connsiteY37" fmla="*/ 108796 h 412749"/>
                <a:gd name="connsiteX38" fmla="*/ 466090 w 957157"/>
                <a:gd name="connsiteY38" fmla="*/ 111336 h 412749"/>
                <a:gd name="connsiteX39" fmla="*/ 480060 w 957157"/>
                <a:gd name="connsiteY39" fmla="*/ 115570 h 412749"/>
                <a:gd name="connsiteX40" fmla="*/ 495300 w 957157"/>
                <a:gd name="connsiteY40" fmla="*/ 121073 h 412749"/>
                <a:gd name="connsiteX41" fmla="*/ 509270 w 957157"/>
                <a:gd name="connsiteY41" fmla="*/ 130810 h 412749"/>
                <a:gd name="connsiteX42" fmla="*/ 523240 w 957157"/>
                <a:gd name="connsiteY42" fmla="*/ 135043 h 412749"/>
                <a:gd name="connsiteX43" fmla="*/ 525780 w 957157"/>
                <a:gd name="connsiteY43" fmla="*/ 144780 h 412749"/>
                <a:gd name="connsiteX44" fmla="*/ 519007 w 957157"/>
                <a:gd name="connsiteY44" fmla="*/ 153246 h 412749"/>
                <a:gd name="connsiteX45" fmla="*/ 532976 w 957157"/>
                <a:gd name="connsiteY45" fmla="*/ 161713 h 412749"/>
                <a:gd name="connsiteX46" fmla="*/ 546946 w 957157"/>
                <a:gd name="connsiteY46" fmla="*/ 165946 h 412749"/>
                <a:gd name="connsiteX47" fmla="*/ 560917 w 957157"/>
                <a:gd name="connsiteY47" fmla="*/ 158750 h 412749"/>
                <a:gd name="connsiteX48" fmla="*/ 576157 w 957157"/>
                <a:gd name="connsiteY48" fmla="*/ 158750 h 412749"/>
                <a:gd name="connsiteX49" fmla="*/ 580390 w 957157"/>
                <a:gd name="connsiteY49" fmla="*/ 157480 h 412749"/>
                <a:gd name="connsiteX50" fmla="*/ 587163 w 957157"/>
                <a:gd name="connsiteY50" fmla="*/ 147743 h 412749"/>
                <a:gd name="connsiteX51" fmla="*/ 602826 w 957157"/>
                <a:gd name="connsiteY51" fmla="*/ 143510 h 412749"/>
                <a:gd name="connsiteX52" fmla="*/ 616374 w 957157"/>
                <a:gd name="connsiteY52" fmla="*/ 138007 h 412749"/>
                <a:gd name="connsiteX53" fmla="*/ 630343 w 957157"/>
                <a:gd name="connsiteY53" fmla="*/ 135043 h 412749"/>
                <a:gd name="connsiteX54" fmla="*/ 637540 w 957157"/>
                <a:gd name="connsiteY54" fmla="*/ 136313 h 412749"/>
                <a:gd name="connsiteX55" fmla="*/ 651510 w 957157"/>
                <a:gd name="connsiteY55" fmla="*/ 144780 h 412749"/>
                <a:gd name="connsiteX56" fmla="*/ 661246 w 957157"/>
                <a:gd name="connsiteY56" fmla="*/ 158750 h 412749"/>
                <a:gd name="connsiteX57" fmla="*/ 665480 w 957157"/>
                <a:gd name="connsiteY57" fmla="*/ 144780 h 412749"/>
                <a:gd name="connsiteX58" fmla="*/ 679450 w 957157"/>
                <a:gd name="connsiteY58" fmla="*/ 136313 h 412749"/>
                <a:gd name="connsiteX59" fmla="*/ 686224 w 957157"/>
                <a:gd name="connsiteY59" fmla="*/ 142240 h 412749"/>
                <a:gd name="connsiteX60" fmla="*/ 697654 w 957157"/>
                <a:gd name="connsiteY60" fmla="*/ 146473 h 412749"/>
                <a:gd name="connsiteX61" fmla="*/ 711200 w 957157"/>
                <a:gd name="connsiteY61" fmla="*/ 146473 h 412749"/>
                <a:gd name="connsiteX62" fmla="*/ 725593 w 957157"/>
                <a:gd name="connsiteY62" fmla="*/ 158750 h 412749"/>
                <a:gd name="connsiteX63" fmla="*/ 737870 w 957157"/>
                <a:gd name="connsiteY63" fmla="*/ 172720 h 412749"/>
                <a:gd name="connsiteX64" fmla="*/ 753110 w 957157"/>
                <a:gd name="connsiteY64" fmla="*/ 171450 h 412749"/>
                <a:gd name="connsiteX65" fmla="*/ 767504 w 957157"/>
                <a:gd name="connsiteY65" fmla="*/ 170180 h 412749"/>
                <a:gd name="connsiteX66" fmla="*/ 781050 w 957157"/>
                <a:gd name="connsiteY66" fmla="*/ 174413 h 412749"/>
                <a:gd name="connsiteX67" fmla="*/ 795443 w 957157"/>
                <a:gd name="connsiteY67" fmla="*/ 182457 h 412749"/>
                <a:gd name="connsiteX68" fmla="*/ 795443 w 957157"/>
                <a:gd name="connsiteY68" fmla="*/ 185420 h 412749"/>
                <a:gd name="connsiteX69" fmla="*/ 792480 w 957157"/>
                <a:gd name="connsiteY69" fmla="*/ 199390 h 412749"/>
                <a:gd name="connsiteX70" fmla="*/ 788246 w 957157"/>
                <a:gd name="connsiteY70" fmla="*/ 214630 h 412749"/>
                <a:gd name="connsiteX71" fmla="*/ 789517 w 957157"/>
                <a:gd name="connsiteY71" fmla="*/ 228600 h 412749"/>
                <a:gd name="connsiteX72" fmla="*/ 803487 w 957157"/>
                <a:gd name="connsiteY72" fmla="*/ 234103 h 412749"/>
                <a:gd name="connsiteX73" fmla="*/ 817457 w 957157"/>
                <a:gd name="connsiteY73" fmla="*/ 242570 h 412749"/>
                <a:gd name="connsiteX74" fmla="*/ 832696 w 957157"/>
                <a:gd name="connsiteY74" fmla="*/ 252307 h 412749"/>
                <a:gd name="connsiteX75" fmla="*/ 846667 w 957157"/>
                <a:gd name="connsiteY75" fmla="*/ 257810 h 412749"/>
                <a:gd name="connsiteX76" fmla="*/ 860637 w 957157"/>
                <a:gd name="connsiteY76" fmla="*/ 262043 h 412749"/>
                <a:gd name="connsiteX77" fmla="*/ 876300 w 957157"/>
                <a:gd name="connsiteY77" fmla="*/ 262043 h 412749"/>
                <a:gd name="connsiteX78" fmla="*/ 890270 w 957157"/>
                <a:gd name="connsiteY78" fmla="*/ 271780 h 412749"/>
                <a:gd name="connsiteX79" fmla="*/ 903817 w 957157"/>
                <a:gd name="connsiteY79" fmla="*/ 278976 h 412749"/>
                <a:gd name="connsiteX80" fmla="*/ 898313 w 957157"/>
                <a:gd name="connsiteY80" fmla="*/ 292946 h 412749"/>
                <a:gd name="connsiteX81" fmla="*/ 892810 w 957157"/>
                <a:gd name="connsiteY81" fmla="*/ 299720 h 412749"/>
                <a:gd name="connsiteX82" fmla="*/ 878840 w 957157"/>
                <a:gd name="connsiteY82" fmla="*/ 299720 h 412749"/>
                <a:gd name="connsiteX83" fmla="*/ 876300 w 957157"/>
                <a:gd name="connsiteY83" fmla="*/ 314960 h 412749"/>
                <a:gd name="connsiteX84" fmla="*/ 884343 w 957157"/>
                <a:gd name="connsiteY84" fmla="*/ 328930 h 412749"/>
                <a:gd name="connsiteX85" fmla="*/ 899583 w 957157"/>
                <a:gd name="connsiteY85" fmla="*/ 333163 h 412749"/>
                <a:gd name="connsiteX86" fmla="*/ 899583 w 957157"/>
                <a:gd name="connsiteY86" fmla="*/ 347133 h 412749"/>
                <a:gd name="connsiteX87" fmla="*/ 913554 w 957157"/>
                <a:gd name="connsiteY87" fmla="*/ 354330 h 412749"/>
                <a:gd name="connsiteX88" fmla="*/ 929217 w 957157"/>
                <a:gd name="connsiteY88" fmla="*/ 362373 h 412749"/>
                <a:gd name="connsiteX89" fmla="*/ 943187 w 957157"/>
                <a:gd name="connsiteY89" fmla="*/ 370840 h 412749"/>
                <a:gd name="connsiteX90" fmla="*/ 957157 w 957157"/>
                <a:gd name="connsiteY90" fmla="*/ 384810 h 412749"/>
                <a:gd name="connsiteX91" fmla="*/ 954193 w 957157"/>
                <a:gd name="connsiteY91" fmla="*/ 400050 h 412749"/>
                <a:gd name="connsiteX92" fmla="*/ 938954 w 957157"/>
                <a:gd name="connsiteY92" fmla="*/ 409786 h 412749"/>
                <a:gd name="connsiteX93" fmla="*/ 924983 w 957157"/>
                <a:gd name="connsiteY93" fmla="*/ 412750 h 412749"/>
                <a:gd name="connsiteX94" fmla="*/ 911013 w 957157"/>
                <a:gd name="connsiteY94" fmla="*/ 407246 h 412749"/>
                <a:gd name="connsiteX95" fmla="*/ 897043 w 957157"/>
                <a:gd name="connsiteY95" fmla="*/ 394546 h 412749"/>
                <a:gd name="connsiteX96" fmla="*/ 883074 w 957157"/>
                <a:gd name="connsiteY96" fmla="*/ 393276 h 412749"/>
                <a:gd name="connsiteX97" fmla="*/ 867410 w 957157"/>
                <a:gd name="connsiteY97" fmla="*/ 398780 h 412749"/>
                <a:gd name="connsiteX98" fmla="*/ 853863 w 957157"/>
                <a:gd name="connsiteY98" fmla="*/ 395817 h 412749"/>
                <a:gd name="connsiteX99" fmla="*/ 839893 w 957157"/>
                <a:gd name="connsiteY99" fmla="*/ 390313 h 412749"/>
                <a:gd name="connsiteX100" fmla="*/ 824654 w 957157"/>
                <a:gd name="connsiteY100" fmla="*/ 383540 h 412749"/>
                <a:gd name="connsiteX101" fmla="*/ 824654 w 957157"/>
                <a:gd name="connsiteY101" fmla="*/ 369570 h 412749"/>
                <a:gd name="connsiteX102" fmla="*/ 810260 w 957157"/>
                <a:gd name="connsiteY102" fmla="*/ 366607 h 412749"/>
                <a:gd name="connsiteX103" fmla="*/ 796713 w 957157"/>
                <a:gd name="connsiteY103" fmla="*/ 361103 h 412749"/>
                <a:gd name="connsiteX104" fmla="*/ 781050 w 957157"/>
                <a:gd name="connsiteY104" fmla="*/ 354330 h 412749"/>
                <a:gd name="connsiteX105" fmla="*/ 767504 w 957157"/>
                <a:gd name="connsiteY105" fmla="*/ 351367 h 412749"/>
                <a:gd name="connsiteX106" fmla="*/ 753110 w 957157"/>
                <a:gd name="connsiteY106" fmla="*/ 354330 h 412749"/>
                <a:gd name="connsiteX107" fmla="*/ 744643 w 957157"/>
                <a:gd name="connsiteY107" fmla="*/ 361103 h 412749"/>
                <a:gd name="connsiteX108" fmla="*/ 735330 w 957157"/>
                <a:gd name="connsiteY108" fmla="*/ 370840 h 412749"/>
                <a:gd name="connsiteX109" fmla="*/ 731096 w 957157"/>
                <a:gd name="connsiteY109" fmla="*/ 373803 h 412749"/>
                <a:gd name="connsiteX110" fmla="*/ 726863 w 957157"/>
                <a:gd name="connsiteY110" fmla="*/ 378036 h 412749"/>
                <a:gd name="connsiteX111" fmla="*/ 723900 w 957157"/>
                <a:gd name="connsiteY111" fmla="*/ 379307 h 412749"/>
                <a:gd name="connsiteX112" fmla="*/ 718396 w 957157"/>
                <a:gd name="connsiteY112" fmla="*/ 383540 h 412749"/>
                <a:gd name="connsiteX113" fmla="*/ 704426 w 957157"/>
                <a:gd name="connsiteY113" fmla="*/ 386080 h 412749"/>
                <a:gd name="connsiteX114" fmla="*/ 708660 w 957157"/>
                <a:gd name="connsiteY114" fmla="*/ 392007 h 412749"/>
                <a:gd name="connsiteX115" fmla="*/ 705696 w 957157"/>
                <a:gd name="connsiteY115" fmla="*/ 392007 h 412749"/>
                <a:gd name="connsiteX116" fmla="*/ 692150 w 957157"/>
                <a:gd name="connsiteY116" fmla="*/ 392007 h 412749"/>
                <a:gd name="connsiteX117" fmla="*/ 677757 w 957157"/>
                <a:gd name="connsiteY117" fmla="*/ 389043 h 412749"/>
                <a:gd name="connsiteX118" fmla="*/ 662517 w 957157"/>
                <a:gd name="connsiteY118" fmla="*/ 392007 h 412749"/>
                <a:gd name="connsiteX119" fmla="*/ 648546 w 957157"/>
                <a:gd name="connsiteY119" fmla="*/ 395817 h 412749"/>
                <a:gd name="connsiteX120" fmla="*/ 635000 w 957157"/>
                <a:gd name="connsiteY120" fmla="*/ 394546 h 412749"/>
                <a:gd name="connsiteX121" fmla="*/ 623570 w 957157"/>
                <a:gd name="connsiteY121" fmla="*/ 390313 h 412749"/>
                <a:gd name="connsiteX122" fmla="*/ 609600 w 957157"/>
                <a:gd name="connsiteY122" fmla="*/ 397510 h 412749"/>
                <a:gd name="connsiteX123" fmla="*/ 595630 w 957157"/>
                <a:gd name="connsiteY123" fmla="*/ 397510 h 412749"/>
                <a:gd name="connsiteX124" fmla="*/ 580390 w 957157"/>
                <a:gd name="connsiteY124" fmla="*/ 400050 h 412749"/>
                <a:gd name="connsiteX125" fmla="*/ 566420 w 957157"/>
                <a:gd name="connsiteY125" fmla="*/ 405976 h 412749"/>
                <a:gd name="connsiteX126" fmla="*/ 563457 w 957157"/>
                <a:gd name="connsiteY126" fmla="*/ 407246 h 412749"/>
                <a:gd name="connsiteX127" fmla="*/ 562187 w 957157"/>
                <a:gd name="connsiteY127" fmla="*/ 408517 h 412749"/>
                <a:gd name="connsiteX128" fmla="*/ 548217 w 957157"/>
                <a:gd name="connsiteY128" fmla="*/ 407246 h 412749"/>
                <a:gd name="connsiteX129" fmla="*/ 534246 w 957157"/>
                <a:gd name="connsiteY129" fmla="*/ 404283 h 412749"/>
                <a:gd name="connsiteX130" fmla="*/ 519007 w 957157"/>
                <a:gd name="connsiteY130" fmla="*/ 408517 h 412749"/>
                <a:gd name="connsiteX131" fmla="*/ 517313 w 957157"/>
                <a:gd name="connsiteY131" fmla="*/ 401743 h 412749"/>
                <a:gd name="connsiteX132" fmla="*/ 503767 w 957157"/>
                <a:gd name="connsiteY132" fmla="*/ 393276 h 412749"/>
                <a:gd name="connsiteX133" fmla="*/ 489796 w 957157"/>
                <a:gd name="connsiteY133" fmla="*/ 397510 h 412749"/>
                <a:gd name="connsiteX134" fmla="*/ 475827 w 957157"/>
                <a:gd name="connsiteY134" fmla="*/ 386080 h 412749"/>
                <a:gd name="connsiteX135" fmla="*/ 481330 w 957157"/>
                <a:gd name="connsiteY135" fmla="*/ 378036 h 412749"/>
                <a:gd name="connsiteX136" fmla="*/ 475827 w 957157"/>
                <a:gd name="connsiteY136" fmla="*/ 376343 h 412749"/>
                <a:gd name="connsiteX137" fmla="*/ 461857 w 957157"/>
                <a:gd name="connsiteY137" fmla="*/ 366607 h 412749"/>
                <a:gd name="connsiteX138" fmla="*/ 447887 w 957157"/>
                <a:gd name="connsiteY138" fmla="*/ 355600 h 412749"/>
                <a:gd name="connsiteX139" fmla="*/ 432223 w 957157"/>
                <a:gd name="connsiteY139" fmla="*/ 342900 h 412749"/>
                <a:gd name="connsiteX140" fmla="*/ 418677 w 957157"/>
                <a:gd name="connsiteY140" fmla="*/ 342900 h 412749"/>
                <a:gd name="connsiteX141" fmla="*/ 424180 w 957157"/>
                <a:gd name="connsiteY141" fmla="*/ 330623 h 412749"/>
                <a:gd name="connsiteX142" fmla="*/ 418677 w 957157"/>
                <a:gd name="connsiteY142" fmla="*/ 330623 h 412749"/>
                <a:gd name="connsiteX143" fmla="*/ 404707 w 957157"/>
                <a:gd name="connsiteY143" fmla="*/ 328930 h 412749"/>
                <a:gd name="connsiteX144" fmla="*/ 390313 w 957157"/>
                <a:gd name="connsiteY144" fmla="*/ 330623 h 412749"/>
                <a:gd name="connsiteX145" fmla="*/ 390313 w 957157"/>
                <a:gd name="connsiteY145" fmla="*/ 331893 h 412749"/>
                <a:gd name="connsiteX146" fmla="*/ 387773 w 957157"/>
                <a:gd name="connsiteY146" fmla="*/ 339936 h 412749"/>
                <a:gd name="connsiteX147" fmla="*/ 378037 w 957157"/>
                <a:gd name="connsiteY147" fmla="*/ 355600 h 412749"/>
                <a:gd name="connsiteX148" fmla="*/ 376767 w 957157"/>
                <a:gd name="connsiteY148" fmla="*/ 355600 h 412749"/>
                <a:gd name="connsiteX149" fmla="*/ 361104 w 957157"/>
                <a:gd name="connsiteY149" fmla="*/ 350096 h 412749"/>
                <a:gd name="connsiteX150" fmla="*/ 347133 w 957157"/>
                <a:gd name="connsiteY150" fmla="*/ 345863 h 412749"/>
                <a:gd name="connsiteX151" fmla="*/ 333587 w 957157"/>
                <a:gd name="connsiteY151" fmla="*/ 342900 h 412749"/>
                <a:gd name="connsiteX152" fmla="*/ 317923 w 957157"/>
                <a:gd name="connsiteY152" fmla="*/ 345863 h 412749"/>
                <a:gd name="connsiteX153" fmla="*/ 303954 w 957157"/>
                <a:gd name="connsiteY153" fmla="*/ 342900 h 412749"/>
                <a:gd name="connsiteX154" fmla="*/ 290407 w 957157"/>
                <a:gd name="connsiteY154" fmla="*/ 355600 h 412749"/>
                <a:gd name="connsiteX155" fmla="*/ 276437 w 957157"/>
                <a:gd name="connsiteY155" fmla="*/ 348826 h 412749"/>
                <a:gd name="connsiteX156" fmla="*/ 266700 w 957157"/>
                <a:gd name="connsiteY156" fmla="*/ 347133 h 412749"/>
                <a:gd name="connsiteX157" fmla="*/ 252307 w 957157"/>
                <a:gd name="connsiteY157" fmla="*/ 341630 h 412749"/>
                <a:gd name="connsiteX158" fmla="*/ 248496 w 957157"/>
                <a:gd name="connsiteY158" fmla="*/ 339936 h 412749"/>
                <a:gd name="connsiteX159" fmla="*/ 252307 w 957157"/>
                <a:gd name="connsiteY159" fmla="*/ 330623 h 412749"/>
                <a:gd name="connsiteX160" fmla="*/ 256963 w 957157"/>
                <a:gd name="connsiteY160" fmla="*/ 323426 h 412749"/>
                <a:gd name="connsiteX161" fmla="*/ 269240 w 957157"/>
                <a:gd name="connsiteY161" fmla="*/ 309457 h 412749"/>
                <a:gd name="connsiteX162" fmla="*/ 273473 w 957157"/>
                <a:gd name="connsiteY162" fmla="*/ 295486 h 412749"/>
                <a:gd name="connsiteX163" fmla="*/ 272204 w 957157"/>
                <a:gd name="connsiteY163" fmla="*/ 280246 h 412749"/>
                <a:gd name="connsiteX164" fmla="*/ 267546 w 957157"/>
                <a:gd name="connsiteY164" fmla="*/ 266276 h 412749"/>
                <a:gd name="connsiteX165" fmla="*/ 259504 w 957157"/>
                <a:gd name="connsiteY165" fmla="*/ 251036 h 412749"/>
                <a:gd name="connsiteX166" fmla="*/ 249767 w 957157"/>
                <a:gd name="connsiteY166" fmla="*/ 237067 h 412749"/>
                <a:gd name="connsiteX167" fmla="*/ 246804 w 957157"/>
                <a:gd name="connsiteY167" fmla="*/ 223096 h 412749"/>
                <a:gd name="connsiteX168" fmla="*/ 238337 w 957157"/>
                <a:gd name="connsiteY168" fmla="*/ 207857 h 412749"/>
                <a:gd name="connsiteX169" fmla="*/ 230293 w 957157"/>
                <a:gd name="connsiteY169" fmla="*/ 193886 h 412749"/>
                <a:gd name="connsiteX170" fmla="*/ 224790 w 957157"/>
                <a:gd name="connsiteY170" fmla="*/ 179917 h 412749"/>
                <a:gd name="connsiteX171" fmla="*/ 220557 w 957157"/>
                <a:gd name="connsiteY171" fmla="*/ 164253 h 412749"/>
                <a:gd name="connsiteX172" fmla="*/ 214630 w 957157"/>
                <a:gd name="connsiteY172" fmla="*/ 150707 h 412749"/>
                <a:gd name="connsiteX173" fmla="*/ 201083 w 957157"/>
                <a:gd name="connsiteY173" fmla="*/ 136313 h 412749"/>
                <a:gd name="connsiteX174" fmla="*/ 185420 w 957157"/>
                <a:gd name="connsiteY174" fmla="*/ 133773 h 412749"/>
                <a:gd name="connsiteX175" fmla="*/ 171450 w 957157"/>
                <a:gd name="connsiteY175" fmla="*/ 129540 h 412749"/>
                <a:gd name="connsiteX176" fmla="*/ 157480 w 957157"/>
                <a:gd name="connsiteY176" fmla="*/ 119803 h 412749"/>
                <a:gd name="connsiteX177" fmla="*/ 150707 w 957157"/>
                <a:gd name="connsiteY177" fmla="*/ 104563 h 412749"/>
                <a:gd name="connsiteX178" fmla="*/ 136737 w 957157"/>
                <a:gd name="connsiteY178" fmla="*/ 100330 h 412749"/>
                <a:gd name="connsiteX179" fmla="*/ 122767 w 957157"/>
                <a:gd name="connsiteY179" fmla="*/ 86360 h 412749"/>
                <a:gd name="connsiteX180" fmla="*/ 107527 w 957157"/>
                <a:gd name="connsiteY180" fmla="*/ 82126 h 412749"/>
                <a:gd name="connsiteX181" fmla="*/ 93557 w 957157"/>
                <a:gd name="connsiteY181" fmla="*/ 80857 h 412749"/>
                <a:gd name="connsiteX182" fmla="*/ 79587 w 957157"/>
                <a:gd name="connsiteY182" fmla="*/ 77893 h 412749"/>
                <a:gd name="connsiteX183" fmla="*/ 64346 w 957157"/>
                <a:gd name="connsiteY183" fmla="*/ 73660 h 412749"/>
                <a:gd name="connsiteX184" fmla="*/ 49954 w 957157"/>
                <a:gd name="connsiteY184" fmla="*/ 71120 h 412749"/>
                <a:gd name="connsiteX185" fmla="*/ 38946 w 957157"/>
                <a:gd name="connsiteY185" fmla="*/ 56726 h 412749"/>
                <a:gd name="connsiteX186" fmla="*/ 27940 w 957157"/>
                <a:gd name="connsiteY186" fmla="*/ 41486 h 412749"/>
                <a:gd name="connsiteX187" fmla="*/ 13970 w 957157"/>
                <a:gd name="connsiteY187" fmla="*/ 35983 h 412749"/>
                <a:gd name="connsiteX188" fmla="*/ 0 w 957157"/>
                <a:gd name="connsiteY188" fmla="*/ 33443 h 412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957157" h="412749">
                  <a:moveTo>
                    <a:pt x="0" y="33443"/>
                  </a:moveTo>
                  <a:lnTo>
                    <a:pt x="0" y="29210"/>
                  </a:lnTo>
                  <a:lnTo>
                    <a:pt x="0" y="24976"/>
                  </a:lnTo>
                  <a:lnTo>
                    <a:pt x="4233" y="13970"/>
                  </a:lnTo>
                  <a:lnTo>
                    <a:pt x="16933" y="0"/>
                  </a:lnTo>
                  <a:lnTo>
                    <a:pt x="30904" y="0"/>
                  </a:lnTo>
                  <a:lnTo>
                    <a:pt x="44450" y="3810"/>
                  </a:lnTo>
                  <a:lnTo>
                    <a:pt x="60113" y="9736"/>
                  </a:lnTo>
                  <a:lnTo>
                    <a:pt x="74083" y="11007"/>
                  </a:lnTo>
                  <a:lnTo>
                    <a:pt x="88054" y="5503"/>
                  </a:lnTo>
                  <a:lnTo>
                    <a:pt x="103293" y="13970"/>
                  </a:lnTo>
                  <a:lnTo>
                    <a:pt x="117263" y="19473"/>
                  </a:lnTo>
                  <a:lnTo>
                    <a:pt x="132504" y="29210"/>
                  </a:lnTo>
                  <a:lnTo>
                    <a:pt x="146473" y="33443"/>
                  </a:lnTo>
                  <a:lnTo>
                    <a:pt x="160443" y="31750"/>
                  </a:lnTo>
                  <a:lnTo>
                    <a:pt x="174413" y="40217"/>
                  </a:lnTo>
                  <a:lnTo>
                    <a:pt x="188383" y="40217"/>
                  </a:lnTo>
                  <a:lnTo>
                    <a:pt x="202354" y="49953"/>
                  </a:lnTo>
                  <a:lnTo>
                    <a:pt x="217593" y="58420"/>
                  </a:lnTo>
                  <a:lnTo>
                    <a:pt x="231563" y="58420"/>
                  </a:lnTo>
                  <a:lnTo>
                    <a:pt x="246804" y="61383"/>
                  </a:lnTo>
                  <a:lnTo>
                    <a:pt x="256963" y="59690"/>
                  </a:lnTo>
                  <a:lnTo>
                    <a:pt x="270510" y="62653"/>
                  </a:lnTo>
                  <a:lnTo>
                    <a:pt x="284480" y="63923"/>
                  </a:lnTo>
                  <a:lnTo>
                    <a:pt x="285750" y="62653"/>
                  </a:lnTo>
                  <a:lnTo>
                    <a:pt x="300143" y="56726"/>
                  </a:lnTo>
                  <a:lnTo>
                    <a:pt x="315383" y="56726"/>
                  </a:lnTo>
                  <a:lnTo>
                    <a:pt x="319617" y="55457"/>
                  </a:lnTo>
                  <a:lnTo>
                    <a:pt x="333587" y="58420"/>
                  </a:lnTo>
                  <a:lnTo>
                    <a:pt x="347133" y="68157"/>
                  </a:lnTo>
                  <a:lnTo>
                    <a:pt x="362796" y="69426"/>
                  </a:lnTo>
                  <a:lnTo>
                    <a:pt x="376767" y="65193"/>
                  </a:lnTo>
                  <a:lnTo>
                    <a:pt x="390313" y="69426"/>
                  </a:lnTo>
                  <a:lnTo>
                    <a:pt x="405977" y="76623"/>
                  </a:lnTo>
                  <a:lnTo>
                    <a:pt x="418677" y="90593"/>
                  </a:lnTo>
                  <a:lnTo>
                    <a:pt x="432223" y="102870"/>
                  </a:lnTo>
                  <a:lnTo>
                    <a:pt x="446617" y="107103"/>
                  </a:lnTo>
                  <a:lnTo>
                    <a:pt x="454660" y="108796"/>
                  </a:lnTo>
                  <a:lnTo>
                    <a:pt x="466090" y="111336"/>
                  </a:lnTo>
                  <a:lnTo>
                    <a:pt x="480060" y="115570"/>
                  </a:lnTo>
                  <a:lnTo>
                    <a:pt x="495300" y="121073"/>
                  </a:lnTo>
                  <a:lnTo>
                    <a:pt x="509270" y="130810"/>
                  </a:lnTo>
                  <a:lnTo>
                    <a:pt x="523240" y="135043"/>
                  </a:lnTo>
                  <a:lnTo>
                    <a:pt x="525780" y="144780"/>
                  </a:lnTo>
                  <a:lnTo>
                    <a:pt x="519007" y="153246"/>
                  </a:lnTo>
                  <a:lnTo>
                    <a:pt x="532976" y="161713"/>
                  </a:lnTo>
                  <a:lnTo>
                    <a:pt x="546946" y="165946"/>
                  </a:lnTo>
                  <a:lnTo>
                    <a:pt x="560917" y="158750"/>
                  </a:lnTo>
                  <a:lnTo>
                    <a:pt x="576157" y="158750"/>
                  </a:lnTo>
                  <a:lnTo>
                    <a:pt x="580390" y="157480"/>
                  </a:lnTo>
                  <a:lnTo>
                    <a:pt x="587163" y="147743"/>
                  </a:lnTo>
                  <a:lnTo>
                    <a:pt x="602826" y="143510"/>
                  </a:lnTo>
                  <a:lnTo>
                    <a:pt x="616374" y="138007"/>
                  </a:lnTo>
                  <a:lnTo>
                    <a:pt x="630343" y="135043"/>
                  </a:lnTo>
                  <a:lnTo>
                    <a:pt x="637540" y="136313"/>
                  </a:lnTo>
                  <a:lnTo>
                    <a:pt x="651510" y="144780"/>
                  </a:lnTo>
                  <a:lnTo>
                    <a:pt x="661246" y="158750"/>
                  </a:lnTo>
                  <a:lnTo>
                    <a:pt x="665480" y="144780"/>
                  </a:lnTo>
                  <a:lnTo>
                    <a:pt x="679450" y="136313"/>
                  </a:lnTo>
                  <a:lnTo>
                    <a:pt x="686224" y="142240"/>
                  </a:lnTo>
                  <a:lnTo>
                    <a:pt x="697654" y="146473"/>
                  </a:lnTo>
                  <a:lnTo>
                    <a:pt x="711200" y="146473"/>
                  </a:lnTo>
                  <a:lnTo>
                    <a:pt x="725593" y="158750"/>
                  </a:lnTo>
                  <a:lnTo>
                    <a:pt x="737870" y="172720"/>
                  </a:lnTo>
                  <a:lnTo>
                    <a:pt x="753110" y="171450"/>
                  </a:lnTo>
                  <a:lnTo>
                    <a:pt x="767504" y="170180"/>
                  </a:lnTo>
                  <a:lnTo>
                    <a:pt x="781050" y="174413"/>
                  </a:lnTo>
                  <a:lnTo>
                    <a:pt x="795443" y="182457"/>
                  </a:lnTo>
                  <a:lnTo>
                    <a:pt x="795443" y="185420"/>
                  </a:lnTo>
                  <a:lnTo>
                    <a:pt x="792480" y="199390"/>
                  </a:lnTo>
                  <a:lnTo>
                    <a:pt x="788246" y="214630"/>
                  </a:lnTo>
                  <a:lnTo>
                    <a:pt x="789517" y="228600"/>
                  </a:lnTo>
                  <a:lnTo>
                    <a:pt x="803487" y="234103"/>
                  </a:lnTo>
                  <a:lnTo>
                    <a:pt x="817457" y="242570"/>
                  </a:lnTo>
                  <a:lnTo>
                    <a:pt x="832696" y="252307"/>
                  </a:lnTo>
                  <a:lnTo>
                    <a:pt x="846667" y="257810"/>
                  </a:lnTo>
                  <a:lnTo>
                    <a:pt x="860637" y="262043"/>
                  </a:lnTo>
                  <a:lnTo>
                    <a:pt x="876300" y="262043"/>
                  </a:lnTo>
                  <a:lnTo>
                    <a:pt x="890270" y="271780"/>
                  </a:lnTo>
                  <a:lnTo>
                    <a:pt x="903817" y="278976"/>
                  </a:lnTo>
                  <a:lnTo>
                    <a:pt x="898313" y="292946"/>
                  </a:lnTo>
                  <a:lnTo>
                    <a:pt x="892810" y="299720"/>
                  </a:lnTo>
                  <a:lnTo>
                    <a:pt x="878840" y="299720"/>
                  </a:lnTo>
                  <a:lnTo>
                    <a:pt x="876300" y="314960"/>
                  </a:lnTo>
                  <a:lnTo>
                    <a:pt x="884343" y="328930"/>
                  </a:lnTo>
                  <a:lnTo>
                    <a:pt x="899583" y="333163"/>
                  </a:lnTo>
                  <a:lnTo>
                    <a:pt x="899583" y="347133"/>
                  </a:lnTo>
                  <a:lnTo>
                    <a:pt x="913554" y="354330"/>
                  </a:lnTo>
                  <a:lnTo>
                    <a:pt x="929217" y="362373"/>
                  </a:lnTo>
                  <a:lnTo>
                    <a:pt x="943187" y="370840"/>
                  </a:lnTo>
                  <a:lnTo>
                    <a:pt x="957157" y="384810"/>
                  </a:lnTo>
                  <a:lnTo>
                    <a:pt x="954193" y="400050"/>
                  </a:lnTo>
                  <a:lnTo>
                    <a:pt x="938954" y="409786"/>
                  </a:lnTo>
                  <a:lnTo>
                    <a:pt x="924983" y="412750"/>
                  </a:lnTo>
                  <a:lnTo>
                    <a:pt x="911013" y="407246"/>
                  </a:lnTo>
                  <a:lnTo>
                    <a:pt x="897043" y="394546"/>
                  </a:lnTo>
                  <a:lnTo>
                    <a:pt x="883074" y="393276"/>
                  </a:lnTo>
                  <a:lnTo>
                    <a:pt x="867410" y="398780"/>
                  </a:lnTo>
                  <a:lnTo>
                    <a:pt x="853863" y="395817"/>
                  </a:lnTo>
                  <a:lnTo>
                    <a:pt x="839893" y="390313"/>
                  </a:lnTo>
                  <a:lnTo>
                    <a:pt x="824654" y="383540"/>
                  </a:lnTo>
                  <a:lnTo>
                    <a:pt x="824654" y="369570"/>
                  </a:lnTo>
                  <a:lnTo>
                    <a:pt x="810260" y="366607"/>
                  </a:lnTo>
                  <a:lnTo>
                    <a:pt x="796713" y="361103"/>
                  </a:lnTo>
                  <a:lnTo>
                    <a:pt x="781050" y="354330"/>
                  </a:lnTo>
                  <a:lnTo>
                    <a:pt x="767504" y="351367"/>
                  </a:lnTo>
                  <a:lnTo>
                    <a:pt x="753110" y="354330"/>
                  </a:lnTo>
                  <a:lnTo>
                    <a:pt x="744643" y="361103"/>
                  </a:lnTo>
                  <a:lnTo>
                    <a:pt x="735330" y="370840"/>
                  </a:lnTo>
                  <a:lnTo>
                    <a:pt x="731096" y="373803"/>
                  </a:lnTo>
                  <a:lnTo>
                    <a:pt x="726863" y="378036"/>
                  </a:lnTo>
                  <a:lnTo>
                    <a:pt x="723900" y="379307"/>
                  </a:lnTo>
                  <a:lnTo>
                    <a:pt x="718396" y="383540"/>
                  </a:lnTo>
                  <a:lnTo>
                    <a:pt x="704426" y="386080"/>
                  </a:lnTo>
                  <a:lnTo>
                    <a:pt x="708660" y="392007"/>
                  </a:lnTo>
                  <a:lnTo>
                    <a:pt x="705696" y="392007"/>
                  </a:lnTo>
                  <a:lnTo>
                    <a:pt x="692150" y="392007"/>
                  </a:lnTo>
                  <a:lnTo>
                    <a:pt x="677757" y="389043"/>
                  </a:lnTo>
                  <a:lnTo>
                    <a:pt x="662517" y="392007"/>
                  </a:lnTo>
                  <a:lnTo>
                    <a:pt x="648546" y="395817"/>
                  </a:lnTo>
                  <a:lnTo>
                    <a:pt x="635000" y="394546"/>
                  </a:lnTo>
                  <a:lnTo>
                    <a:pt x="623570" y="390313"/>
                  </a:lnTo>
                  <a:lnTo>
                    <a:pt x="609600" y="397510"/>
                  </a:lnTo>
                  <a:lnTo>
                    <a:pt x="595630" y="397510"/>
                  </a:lnTo>
                  <a:lnTo>
                    <a:pt x="580390" y="400050"/>
                  </a:lnTo>
                  <a:lnTo>
                    <a:pt x="566420" y="405976"/>
                  </a:lnTo>
                  <a:lnTo>
                    <a:pt x="563457" y="407246"/>
                  </a:lnTo>
                  <a:lnTo>
                    <a:pt x="562187" y="408517"/>
                  </a:lnTo>
                  <a:lnTo>
                    <a:pt x="548217" y="407246"/>
                  </a:lnTo>
                  <a:lnTo>
                    <a:pt x="534246" y="404283"/>
                  </a:lnTo>
                  <a:lnTo>
                    <a:pt x="519007" y="408517"/>
                  </a:lnTo>
                  <a:lnTo>
                    <a:pt x="517313" y="401743"/>
                  </a:lnTo>
                  <a:lnTo>
                    <a:pt x="503767" y="393276"/>
                  </a:lnTo>
                  <a:lnTo>
                    <a:pt x="489796" y="397510"/>
                  </a:lnTo>
                  <a:lnTo>
                    <a:pt x="475827" y="386080"/>
                  </a:lnTo>
                  <a:lnTo>
                    <a:pt x="481330" y="378036"/>
                  </a:lnTo>
                  <a:lnTo>
                    <a:pt x="475827" y="376343"/>
                  </a:lnTo>
                  <a:lnTo>
                    <a:pt x="461857" y="366607"/>
                  </a:lnTo>
                  <a:lnTo>
                    <a:pt x="447887" y="355600"/>
                  </a:lnTo>
                  <a:lnTo>
                    <a:pt x="432223" y="342900"/>
                  </a:lnTo>
                  <a:lnTo>
                    <a:pt x="418677" y="342900"/>
                  </a:lnTo>
                  <a:lnTo>
                    <a:pt x="424180" y="330623"/>
                  </a:lnTo>
                  <a:lnTo>
                    <a:pt x="418677" y="330623"/>
                  </a:lnTo>
                  <a:lnTo>
                    <a:pt x="404707" y="328930"/>
                  </a:lnTo>
                  <a:lnTo>
                    <a:pt x="390313" y="330623"/>
                  </a:lnTo>
                  <a:lnTo>
                    <a:pt x="390313" y="331893"/>
                  </a:lnTo>
                  <a:lnTo>
                    <a:pt x="387773" y="339936"/>
                  </a:lnTo>
                  <a:lnTo>
                    <a:pt x="378037" y="355600"/>
                  </a:lnTo>
                  <a:lnTo>
                    <a:pt x="376767" y="355600"/>
                  </a:lnTo>
                  <a:lnTo>
                    <a:pt x="361104" y="350096"/>
                  </a:lnTo>
                  <a:lnTo>
                    <a:pt x="347133" y="345863"/>
                  </a:lnTo>
                  <a:lnTo>
                    <a:pt x="333587" y="342900"/>
                  </a:lnTo>
                  <a:lnTo>
                    <a:pt x="317923" y="345863"/>
                  </a:lnTo>
                  <a:lnTo>
                    <a:pt x="303954" y="342900"/>
                  </a:lnTo>
                  <a:lnTo>
                    <a:pt x="290407" y="355600"/>
                  </a:lnTo>
                  <a:lnTo>
                    <a:pt x="276437" y="348826"/>
                  </a:lnTo>
                  <a:lnTo>
                    <a:pt x="266700" y="347133"/>
                  </a:lnTo>
                  <a:lnTo>
                    <a:pt x="252307" y="341630"/>
                  </a:lnTo>
                  <a:lnTo>
                    <a:pt x="248496" y="339936"/>
                  </a:lnTo>
                  <a:lnTo>
                    <a:pt x="252307" y="330623"/>
                  </a:lnTo>
                  <a:lnTo>
                    <a:pt x="256963" y="323426"/>
                  </a:lnTo>
                  <a:lnTo>
                    <a:pt x="269240" y="309457"/>
                  </a:lnTo>
                  <a:lnTo>
                    <a:pt x="273473" y="295486"/>
                  </a:lnTo>
                  <a:lnTo>
                    <a:pt x="272204" y="280246"/>
                  </a:lnTo>
                  <a:lnTo>
                    <a:pt x="267546" y="266276"/>
                  </a:lnTo>
                  <a:lnTo>
                    <a:pt x="259504" y="251036"/>
                  </a:lnTo>
                  <a:lnTo>
                    <a:pt x="249767" y="237067"/>
                  </a:lnTo>
                  <a:lnTo>
                    <a:pt x="246804" y="223096"/>
                  </a:lnTo>
                  <a:lnTo>
                    <a:pt x="238337" y="207857"/>
                  </a:lnTo>
                  <a:lnTo>
                    <a:pt x="230293" y="193886"/>
                  </a:lnTo>
                  <a:lnTo>
                    <a:pt x="224790" y="179917"/>
                  </a:lnTo>
                  <a:lnTo>
                    <a:pt x="220557" y="164253"/>
                  </a:lnTo>
                  <a:lnTo>
                    <a:pt x="214630" y="150707"/>
                  </a:lnTo>
                  <a:lnTo>
                    <a:pt x="201083" y="136313"/>
                  </a:lnTo>
                  <a:lnTo>
                    <a:pt x="185420" y="133773"/>
                  </a:lnTo>
                  <a:lnTo>
                    <a:pt x="171450" y="129540"/>
                  </a:lnTo>
                  <a:lnTo>
                    <a:pt x="157480" y="119803"/>
                  </a:lnTo>
                  <a:lnTo>
                    <a:pt x="150707" y="104563"/>
                  </a:lnTo>
                  <a:lnTo>
                    <a:pt x="136737" y="100330"/>
                  </a:lnTo>
                  <a:lnTo>
                    <a:pt x="122767" y="86360"/>
                  </a:lnTo>
                  <a:lnTo>
                    <a:pt x="107527" y="82126"/>
                  </a:lnTo>
                  <a:lnTo>
                    <a:pt x="93557" y="80857"/>
                  </a:lnTo>
                  <a:lnTo>
                    <a:pt x="79587" y="77893"/>
                  </a:lnTo>
                  <a:lnTo>
                    <a:pt x="64346" y="73660"/>
                  </a:lnTo>
                  <a:lnTo>
                    <a:pt x="49954" y="71120"/>
                  </a:lnTo>
                  <a:lnTo>
                    <a:pt x="38946" y="56726"/>
                  </a:lnTo>
                  <a:lnTo>
                    <a:pt x="27940" y="41486"/>
                  </a:lnTo>
                  <a:lnTo>
                    <a:pt x="13970" y="35983"/>
                  </a:lnTo>
                  <a:lnTo>
                    <a:pt x="0" y="33443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8" name="Freeform 2317">
              <a:extLst>
                <a:ext uri="{FF2B5EF4-FFF2-40B4-BE49-F238E27FC236}">
                  <a16:creationId xmlns:a16="http://schemas.microsoft.com/office/drawing/2014/main" id="{C528A9C6-51F4-B046-A6AA-50E0158B7119}"/>
                </a:ext>
              </a:extLst>
            </p:cNvPr>
            <p:cNvSpPr/>
            <p:nvPr/>
          </p:nvSpPr>
          <p:spPr>
            <a:xfrm>
              <a:off x="11756390" y="4741756"/>
              <a:ext cx="475826" cy="408516"/>
            </a:xfrm>
            <a:custGeom>
              <a:avLst/>
              <a:gdLst>
                <a:gd name="connsiteX0" fmla="*/ 0 w 475826"/>
                <a:gd name="connsiteY0" fmla="*/ 30480 h 408516"/>
                <a:gd name="connsiteX1" fmla="*/ 15239 w 475826"/>
                <a:gd name="connsiteY1" fmla="*/ 26247 h 408516"/>
                <a:gd name="connsiteX2" fmla="*/ 29210 w 475826"/>
                <a:gd name="connsiteY2" fmla="*/ 29210 h 408516"/>
                <a:gd name="connsiteX3" fmla="*/ 43180 w 475826"/>
                <a:gd name="connsiteY3" fmla="*/ 30480 h 408516"/>
                <a:gd name="connsiteX4" fmla="*/ 44450 w 475826"/>
                <a:gd name="connsiteY4" fmla="*/ 29210 h 408516"/>
                <a:gd name="connsiteX5" fmla="*/ 47413 w 475826"/>
                <a:gd name="connsiteY5" fmla="*/ 27940 h 408516"/>
                <a:gd name="connsiteX6" fmla="*/ 61383 w 475826"/>
                <a:gd name="connsiteY6" fmla="*/ 22014 h 408516"/>
                <a:gd name="connsiteX7" fmla="*/ 76623 w 475826"/>
                <a:gd name="connsiteY7" fmla="*/ 19473 h 408516"/>
                <a:gd name="connsiteX8" fmla="*/ 90593 w 475826"/>
                <a:gd name="connsiteY8" fmla="*/ 19473 h 408516"/>
                <a:gd name="connsiteX9" fmla="*/ 104563 w 475826"/>
                <a:gd name="connsiteY9" fmla="*/ 12277 h 408516"/>
                <a:gd name="connsiteX10" fmla="*/ 115993 w 475826"/>
                <a:gd name="connsiteY10" fmla="*/ 16510 h 408516"/>
                <a:gd name="connsiteX11" fmla="*/ 129539 w 475826"/>
                <a:gd name="connsiteY11" fmla="*/ 17780 h 408516"/>
                <a:gd name="connsiteX12" fmla="*/ 143510 w 475826"/>
                <a:gd name="connsiteY12" fmla="*/ 13970 h 408516"/>
                <a:gd name="connsiteX13" fmla="*/ 158750 w 475826"/>
                <a:gd name="connsiteY13" fmla="*/ 11007 h 408516"/>
                <a:gd name="connsiteX14" fmla="*/ 173143 w 475826"/>
                <a:gd name="connsiteY14" fmla="*/ 13970 h 408516"/>
                <a:gd name="connsiteX15" fmla="*/ 186689 w 475826"/>
                <a:gd name="connsiteY15" fmla="*/ 13970 h 408516"/>
                <a:gd name="connsiteX16" fmla="*/ 189653 w 475826"/>
                <a:gd name="connsiteY16" fmla="*/ 13970 h 408516"/>
                <a:gd name="connsiteX17" fmla="*/ 185419 w 475826"/>
                <a:gd name="connsiteY17" fmla="*/ 8043 h 408516"/>
                <a:gd name="connsiteX18" fmla="*/ 199389 w 475826"/>
                <a:gd name="connsiteY18" fmla="*/ 5504 h 408516"/>
                <a:gd name="connsiteX19" fmla="*/ 204893 w 475826"/>
                <a:gd name="connsiteY19" fmla="*/ 1270 h 408516"/>
                <a:gd name="connsiteX20" fmla="*/ 207856 w 475826"/>
                <a:gd name="connsiteY20" fmla="*/ 0 h 408516"/>
                <a:gd name="connsiteX21" fmla="*/ 213360 w 475826"/>
                <a:gd name="connsiteY21" fmla="*/ 13970 h 408516"/>
                <a:gd name="connsiteX22" fmla="*/ 227330 w 475826"/>
                <a:gd name="connsiteY22" fmla="*/ 15240 h 408516"/>
                <a:gd name="connsiteX23" fmla="*/ 235796 w 475826"/>
                <a:gd name="connsiteY23" fmla="*/ 29210 h 408516"/>
                <a:gd name="connsiteX24" fmla="*/ 220133 w 475826"/>
                <a:gd name="connsiteY24" fmla="*/ 29210 h 408516"/>
                <a:gd name="connsiteX25" fmla="*/ 235796 w 475826"/>
                <a:gd name="connsiteY25" fmla="*/ 40217 h 408516"/>
                <a:gd name="connsiteX26" fmla="*/ 244263 w 475826"/>
                <a:gd name="connsiteY26" fmla="*/ 45720 h 408516"/>
                <a:gd name="connsiteX27" fmla="*/ 249767 w 475826"/>
                <a:gd name="connsiteY27" fmla="*/ 45720 h 408516"/>
                <a:gd name="connsiteX28" fmla="*/ 263736 w 475826"/>
                <a:gd name="connsiteY28" fmla="*/ 46990 h 408516"/>
                <a:gd name="connsiteX29" fmla="*/ 277706 w 475826"/>
                <a:gd name="connsiteY29" fmla="*/ 57150 h 408516"/>
                <a:gd name="connsiteX30" fmla="*/ 291253 w 475826"/>
                <a:gd name="connsiteY30" fmla="*/ 69427 h 408516"/>
                <a:gd name="connsiteX31" fmla="*/ 298450 w 475826"/>
                <a:gd name="connsiteY31" fmla="*/ 83397 h 408516"/>
                <a:gd name="connsiteX32" fmla="*/ 284480 w 475826"/>
                <a:gd name="connsiteY32" fmla="*/ 90593 h 408516"/>
                <a:gd name="connsiteX33" fmla="*/ 273473 w 475826"/>
                <a:gd name="connsiteY33" fmla="*/ 104564 h 408516"/>
                <a:gd name="connsiteX34" fmla="*/ 284480 w 475826"/>
                <a:gd name="connsiteY34" fmla="*/ 118533 h 408516"/>
                <a:gd name="connsiteX35" fmla="*/ 294217 w 475826"/>
                <a:gd name="connsiteY35" fmla="*/ 133773 h 408516"/>
                <a:gd name="connsiteX36" fmla="*/ 309456 w 475826"/>
                <a:gd name="connsiteY36" fmla="*/ 147743 h 408516"/>
                <a:gd name="connsiteX37" fmla="*/ 323426 w 475826"/>
                <a:gd name="connsiteY37" fmla="*/ 156210 h 408516"/>
                <a:gd name="connsiteX38" fmla="*/ 337396 w 475826"/>
                <a:gd name="connsiteY38" fmla="*/ 162983 h 408516"/>
                <a:gd name="connsiteX39" fmla="*/ 353060 w 475826"/>
                <a:gd name="connsiteY39" fmla="*/ 171450 h 408516"/>
                <a:gd name="connsiteX40" fmla="*/ 367030 w 475826"/>
                <a:gd name="connsiteY40" fmla="*/ 176954 h 408516"/>
                <a:gd name="connsiteX41" fmla="*/ 367030 w 475826"/>
                <a:gd name="connsiteY41" fmla="*/ 190923 h 408516"/>
                <a:gd name="connsiteX42" fmla="*/ 361103 w 475826"/>
                <a:gd name="connsiteY42" fmla="*/ 206164 h 408516"/>
                <a:gd name="connsiteX43" fmla="*/ 345863 w 475826"/>
                <a:gd name="connsiteY43" fmla="*/ 211667 h 408516"/>
                <a:gd name="connsiteX44" fmla="*/ 331893 w 475826"/>
                <a:gd name="connsiteY44" fmla="*/ 211667 h 408516"/>
                <a:gd name="connsiteX45" fmla="*/ 317923 w 475826"/>
                <a:gd name="connsiteY45" fmla="*/ 216323 h 408516"/>
                <a:gd name="connsiteX46" fmla="*/ 331893 w 475826"/>
                <a:gd name="connsiteY46" fmla="*/ 221827 h 408516"/>
                <a:gd name="connsiteX47" fmla="*/ 347556 w 475826"/>
                <a:gd name="connsiteY47" fmla="*/ 228600 h 408516"/>
                <a:gd name="connsiteX48" fmla="*/ 355600 w 475826"/>
                <a:gd name="connsiteY48" fmla="*/ 242570 h 408516"/>
                <a:gd name="connsiteX49" fmla="*/ 369569 w 475826"/>
                <a:gd name="connsiteY49" fmla="*/ 251037 h 408516"/>
                <a:gd name="connsiteX50" fmla="*/ 383539 w 475826"/>
                <a:gd name="connsiteY50" fmla="*/ 257810 h 408516"/>
                <a:gd name="connsiteX51" fmla="*/ 397510 w 475826"/>
                <a:gd name="connsiteY51" fmla="*/ 270510 h 408516"/>
                <a:gd name="connsiteX52" fmla="*/ 412750 w 475826"/>
                <a:gd name="connsiteY52" fmla="*/ 283210 h 408516"/>
                <a:gd name="connsiteX53" fmla="*/ 426719 w 475826"/>
                <a:gd name="connsiteY53" fmla="*/ 277283 h 408516"/>
                <a:gd name="connsiteX54" fmla="*/ 442383 w 475826"/>
                <a:gd name="connsiteY54" fmla="*/ 285750 h 408516"/>
                <a:gd name="connsiteX55" fmla="*/ 450426 w 475826"/>
                <a:gd name="connsiteY55" fmla="*/ 284480 h 408516"/>
                <a:gd name="connsiteX56" fmla="*/ 454660 w 475826"/>
                <a:gd name="connsiteY56" fmla="*/ 298450 h 408516"/>
                <a:gd name="connsiteX57" fmla="*/ 440689 w 475826"/>
                <a:gd name="connsiteY57" fmla="*/ 306917 h 408516"/>
                <a:gd name="connsiteX58" fmla="*/ 447886 w 475826"/>
                <a:gd name="connsiteY58" fmla="*/ 320464 h 408516"/>
                <a:gd name="connsiteX59" fmla="*/ 461433 w 475826"/>
                <a:gd name="connsiteY59" fmla="*/ 328930 h 408516"/>
                <a:gd name="connsiteX60" fmla="*/ 475826 w 475826"/>
                <a:gd name="connsiteY60" fmla="*/ 342900 h 408516"/>
                <a:gd name="connsiteX61" fmla="*/ 461433 w 475826"/>
                <a:gd name="connsiteY61" fmla="*/ 348404 h 408516"/>
                <a:gd name="connsiteX62" fmla="*/ 463126 w 475826"/>
                <a:gd name="connsiteY62" fmla="*/ 362373 h 408516"/>
                <a:gd name="connsiteX63" fmla="*/ 467360 w 475826"/>
                <a:gd name="connsiteY63" fmla="*/ 376343 h 408516"/>
                <a:gd name="connsiteX64" fmla="*/ 467360 w 475826"/>
                <a:gd name="connsiteY64" fmla="*/ 392007 h 408516"/>
                <a:gd name="connsiteX65" fmla="*/ 471593 w 475826"/>
                <a:gd name="connsiteY65" fmla="*/ 397510 h 408516"/>
                <a:gd name="connsiteX66" fmla="*/ 474133 w 475826"/>
                <a:gd name="connsiteY66" fmla="*/ 403014 h 408516"/>
                <a:gd name="connsiteX67" fmla="*/ 468630 w 475826"/>
                <a:gd name="connsiteY67" fmla="*/ 401743 h 408516"/>
                <a:gd name="connsiteX68" fmla="*/ 453389 w 475826"/>
                <a:gd name="connsiteY68" fmla="*/ 398780 h 408516"/>
                <a:gd name="connsiteX69" fmla="*/ 439419 w 475826"/>
                <a:gd name="connsiteY69" fmla="*/ 400050 h 408516"/>
                <a:gd name="connsiteX70" fmla="*/ 425450 w 475826"/>
                <a:gd name="connsiteY70" fmla="*/ 408517 h 408516"/>
                <a:gd name="connsiteX71" fmla="*/ 422486 w 475826"/>
                <a:gd name="connsiteY71" fmla="*/ 405977 h 408516"/>
                <a:gd name="connsiteX72" fmla="*/ 418253 w 475826"/>
                <a:gd name="connsiteY72" fmla="*/ 400050 h 408516"/>
                <a:gd name="connsiteX73" fmla="*/ 414443 w 475826"/>
                <a:gd name="connsiteY73" fmla="*/ 393277 h 408516"/>
                <a:gd name="connsiteX74" fmla="*/ 405976 w 475826"/>
                <a:gd name="connsiteY74" fmla="*/ 379307 h 408516"/>
                <a:gd name="connsiteX75" fmla="*/ 397510 w 475826"/>
                <a:gd name="connsiteY75" fmla="*/ 365337 h 408516"/>
                <a:gd name="connsiteX76" fmla="*/ 387773 w 475826"/>
                <a:gd name="connsiteY76" fmla="*/ 351367 h 408516"/>
                <a:gd name="connsiteX77" fmla="*/ 387773 w 475826"/>
                <a:gd name="connsiteY77" fmla="*/ 336127 h 408516"/>
                <a:gd name="connsiteX78" fmla="*/ 373803 w 475826"/>
                <a:gd name="connsiteY78" fmla="*/ 328930 h 408516"/>
                <a:gd name="connsiteX79" fmla="*/ 359833 w 475826"/>
                <a:gd name="connsiteY79" fmla="*/ 322157 h 408516"/>
                <a:gd name="connsiteX80" fmla="*/ 362796 w 475826"/>
                <a:gd name="connsiteY80" fmla="*/ 308187 h 408516"/>
                <a:gd name="connsiteX81" fmla="*/ 359833 w 475826"/>
                <a:gd name="connsiteY81" fmla="*/ 294217 h 408516"/>
                <a:gd name="connsiteX82" fmla="*/ 357293 w 475826"/>
                <a:gd name="connsiteY82" fmla="*/ 288714 h 408516"/>
                <a:gd name="connsiteX83" fmla="*/ 341630 w 475826"/>
                <a:gd name="connsiteY83" fmla="*/ 287020 h 408516"/>
                <a:gd name="connsiteX84" fmla="*/ 327660 w 475826"/>
                <a:gd name="connsiteY84" fmla="*/ 291254 h 408516"/>
                <a:gd name="connsiteX85" fmla="*/ 313689 w 475826"/>
                <a:gd name="connsiteY85" fmla="*/ 299720 h 408516"/>
                <a:gd name="connsiteX86" fmla="*/ 299719 w 475826"/>
                <a:gd name="connsiteY86" fmla="*/ 292947 h 408516"/>
                <a:gd name="connsiteX87" fmla="*/ 284480 w 475826"/>
                <a:gd name="connsiteY87" fmla="*/ 281517 h 408516"/>
                <a:gd name="connsiteX88" fmla="*/ 270510 w 475826"/>
                <a:gd name="connsiteY88" fmla="*/ 285750 h 408516"/>
                <a:gd name="connsiteX89" fmla="*/ 269239 w 475826"/>
                <a:gd name="connsiteY89" fmla="*/ 271780 h 408516"/>
                <a:gd name="connsiteX90" fmla="*/ 256539 w 475826"/>
                <a:gd name="connsiteY90" fmla="*/ 257810 h 408516"/>
                <a:gd name="connsiteX91" fmla="*/ 242569 w 475826"/>
                <a:gd name="connsiteY91" fmla="*/ 256540 h 408516"/>
                <a:gd name="connsiteX92" fmla="*/ 227330 w 475826"/>
                <a:gd name="connsiteY92" fmla="*/ 262043 h 408516"/>
                <a:gd name="connsiteX93" fmla="*/ 223096 w 475826"/>
                <a:gd name="connsiteY93" fmla="*/ 262043 h 408516"/>
                <a:gd name="connsiteX94" fmla="*/ 221826 w 475826"/>
                <a:gd name="connsiteY94" fmla="*/ 262043 h 408516"/>
                <a:gd name="connsiteX95" fmla="*/ 213360 w 475826"/>
                <a:gd name="connsiteY95" fmla="*/ 265007 h 408516"/>
                <a:gd name="connsiteX96" fmla="*/ 210396 w 475826"/>
                <a:gd name="connsiteY96" fmla="*/ 262043 h 408516"/>
                <a:gd name="connsiteX97" fmla="*/ 196850 w 475826"/>
                <a:gd name="connsiteY97" fmla="*/ 249767 h 408516"/>
                <a:gd name="connsiteX98" fmla="*/ 181186 w 475826"/>
                <a:gd name="connsiteY98" fmla="*/ 238337 h 408516"/>
                <a:gd name="connsiteX99" fmla="*/ 168486 w 475826"/>
                <a:gd name="connsiteY99" fmla="*/ 224367 h 408516"/>
                <a:gd name="connsiteX100" fmla="*/ 154939 w 475826"/>
                <a:gd name="connsiteY100" fmla="*/ 216323 h 408516"/>
                <a:gd name="connsiteX101" fmla="*/ 151976 w 475826"/>
                <a:gd name="connsiteY101" fmla="*/ 214630 h 408516"/>
                <a:gd name="connsiteX102" fmla="*/ 138006 w 475826"/>
                <a:gd name="connsiteY102" fmla="*/ 207857 h 408516"/>
                <a:gd name="connsiteX103" fmla="*/ 124036 w 475826"/>
                <a:gd name="connsiteY103" fmla="*/ 210397 h 408516"/>
                <a:gd name="connsiteX104" fmla="*/ 118533 w 475826"/>
                <a:gd name="connsiteY104" fmla="*/ 213360 h 408516"/>
                <a:gd name="connsiteX105" fmla="*/ 104563 w 475826"/>
                <a:gd name="connsiteY105" fmla="*/ 214630 h 408516"/>
                <a:gd name="connsiteX106" fmla="*/ 90593 w 475826"/>
                <a:gd name="connsiteY106" fmla="*/ 213360 h 408516"/>
                <a:gd name="connsiteX107" fmla="*/ 76623 w 475826"/>
                <a:gd name="connsiteY107" fmla="*/ 206164 h 408516"/>
                <a:gd name="connsiteX108" fmla="*/ 63923 w 475826"/>
                <a:gd name="connsiteY108" fmla="*/ 201930 h 408516"/>
                <a:gd name="connsiteX109" fmla="*/ 48683 w 475826"/>
                <a:gd name="connsiteY109" fmla="*/ 195157 h 408516"/>
                <a:gd name="connsiteX110" fmla="*/ 57150 w 475826"/>
                <a:gd name="connsiteY110" fmla="*/ 186690 h 408516"/>
                <a:gd name="connsiteX111" fmla="*/ 50376 w 475826"/>
                <a:gd name="connsiteY111" fmla="*/ 172720 h 408516"/>
                <a:gd name="connsiteX112" fmla="*/ 35983 w 475826"/>
                <a:gd name="connsiteY112" fmla="*/ 158750 h 408516"/>
                <a:gd name="connsiteX113" fmla="*/ 37676 w 475826"/>
                <a:gd name="connsiteY113" fmla="*/ 144780 h 408516"/>
                <a:gd name="connsiteX114" fmla="*/ 34713 w 475826"/>
                <a:gd name="connsiteY114" fmla="*/ 130810 h 408516"/>
                <a:gd name="connsiteX115" fmla="*/ 44450 w 475826"/>
                <a:gd name="connsiteY115" fmla="*/ 117264 h 408516"/>
                <a:gd name="connsiteX116" fmla="*/ 45719 w 475826"/>
                <a:gd name="connsiteY116" fmla="*/ 114300 h 408516"/>
                <a:gd name="connsiteX117" fmla="*/ 50376 w 475826"/>
                <a:gd name="connsiteY117" fmla="*/ 103293 h 408516"/>
                <a:gd name="connsiteX118" fmla="*/ 48683 w 475826"/>
                <a:gd name="connsiteY118" fmla="*/ 94827 h 408516"/>
                <a:gd name="connsiteX119" fmla="*/ 47413 w 475826"/>
                <a:gd name="connsiteY119" fmla="*/ 88900 h 408516"/>
                <a:gd name="connsiteX120" fmla="*/ 37676 w 475826"/>
                <a:gd name="connsiteY120" fmla="*/ 74930 h 408516"/>
                <a:gd name="connsiteX121" fmla="*/ 33443 w 475826"/>
                <a:gd name="connsiteY121" fmla="*/ 61383 h 408516"/>
                <a:gd name="connsiteX122" fmla="*/ 19473 w 475826"/>
                <a:gd name="connsiteY122" fmla="*/ 49954 h 408516"/>
                <a:gd name="connsiteX123" fmla="*/ 4233 w 475826"/>
                <a:gd name="connsiteY123" fmla="*/ 44450 h 408516"/>
                <a:gd name="connsiteX124" fmla="*/ 0 w 475826"/>
                <a:gd name="connsiteY124" fmla="*/ 30480 h 40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475826" h="408516">
                  <a:moveTo>
                    <a:pt x="0" y="30480"/>
                  </a:moveTo>
                  <a:lnTo>
                    <a:pt x="15239" y="26247"/>
                  </a:lnTo>
                  <a:lnTo>
                    <a:pt x="29210" y="29210"/>
                  </a:lnTo>
                  <a:lnTo>
                    <a:pt x="43180" y="30480"/>
                  </a:lnTo>
                  <a:lnTo>
                    <a:pt x="44450" y="29210"/>
                  </a:lnTo>
                  <a:lnTo>
                    <a:pt x="47413" y="27940"/>
                  </a:lnTo>
                  <a:lnTo>
                    <a:pt x="61383" y="22014"/>
                  </a:lnTo>
                  <a:lnTo>
                    <a:pt x="76623" y="19473"/>
                  </a:lnTo>
                  <a:lnTo>
                    <a:pt x="90593" y="19473"/>
                  </a:lnTo>
                  <a:lnTo>
                    <a:pt x="104563" y="12277"/>
                  </a:lnTo>
                  <a:lnTo>
                    <a:pt x="115993" y="16510"/>
                  </a:lnTo>
                  <a:lnTo>
                    <a:pt x="129539" y="17780"/>
                  </a:lnTo>
                  <a:lnTo>
                    <a:pt x="143510" y="13970"/>
                  </a:lnTo>
                  <a:lnTo>
                    <a:pt x="158750" y="11007"/>
                  </a:lnTo>
                  <a:lnTo>
                    <a:pt x="173143" y="13970"/>
                  </a:lnTo>
                  <a:lnTo>
                    <a:pt x="186689" y="13970"/>
                  </a:lnTo>
                  <a:lnTo>
                    <a:pt x="189653" y="13970"/>
                  </a:lnTo>
                  <a:lnTo>
                    <a:pt x="185419" y="8043"/>
                  </a:lnTo>
                  <a:lnTo>
                    <a:pt x="199389" y="5504"/>
                  </a:lnTo>
                  <a:lnTo>
                    <a:pt x="204893" y="1270"/>
                  </a:lnTo>
                  <a:lnTo>
                    <a:pt x="207856" y="0"/>
                  </a:lnTo>
                  <a:lnTo>
                    <a:pt x="213360" y="13970"/>
                  </a:lnTo>
                  <a:lnTo>
                    <a:pt x="227330" y="15240"/>
                  </a:lnTo>
                  <a:lnTo>
                    <a:pt x="235796" y="29210"/>
                  </a:lnTo>
                  <a:lnTo>
                    <a:pt x="220133" y="29210"/>
                  </a:lnTo>
                  <a:lnTo>
                    <a:pt x="235796" y="40217"/>
                  </a:lnTo>
                  <a:lnTo>
                    <a:pt x="244263" y="45720"/>
                  </a:lnTo>
                  <a:lnTo>
                    <a:pt x="249767" y="45720"/>
                  </a:lnTo>
                  <a:lnTo>
                    <a:pt x="263736" y="46990"/>
                  </a:lnTo>
                  <a:lnTo>
                    <a:pt x="277706" y="57150"/>
                  </a:lnTo>
                  <a:lnTo>
                    <a:pt x="291253" y="69427"/>
                  </a:lnTo>
                  <a:lnTo>
                    <a:pt x="298450" y="83397"/>
                  </a:lnTo>
                  <a:lnTo>
                    <a:pt x="284480" y="90593"/>
                  </a:lnTo>
                  <a:lnTo>
                    <a:pt x="273473" y="104564"/>
                  </a:lnTo>
                  <a:lnTo>
                    <a:pt x="284480" y="118533"/>
                  </a:lnTo>
                  <a:lnTo>
                    <a:pt x="294217" y="133773"/>
                  </a:lnTo>
                  <a:lnTo>
                    <a:pt x="309456" y="147743"/>
                  </a:lnTo>
                  <a:lnTo>
                    <a:pt x="323426" y="156210"/>
                  </a:lnTo>
                  <a:lnTo>
                    <a:pt x="337396" y="162983"/>
                  </a:lnTo>
                  <a:lnTo>
                    <a:pt x="353060" y="171450"/>
                  </a:lnTo>
                  <a:lnTo>
                    <a:pt x="367030" y="176954"/>
                  </a:lnTo>
                  <a:lnTo>
                    <a:pt x="367030" y="190923"/>
                  </a:lnTo>
                  <a:lnTo>
                    <a:pt x="361103" y="206164"/>
                  </a:lnTo>
                  <a:lnTo>
                    <a:pt x="345863" y="211667"/>
                  </a:lnTo>
                  <a:lnTo>
                    <a:pt x="331893" y="211667"/>
                  </a:lnTo>
                  <a:lnTo>
                    <a:pt x="317923" y="216323"/>
                  </a:lnTo>
                  <a:lnTo>
                    <a:pt x="331893" y="221827"/>
                  </a:lnTo>
                  <a:lnTo>
                    <a:pt x="347556" y="228600"/>
                  </a:lnTo>
                  <a:lnTo>
                    <a:pt x="355600" y="242570"/>
                  </a:lnTo>
                  <a:lnTo>
                    <a:pt x="369569" y="251037"/>
                  </a:lnTo>
                  <a:lnTo>
                    <a:pt x="383539" y="257810"/>
                  </a:lnTo>
                  <a:lnTo>
                    <a:pt x="397510" y="270510"/>
                  </a:lnTo>
                  <a:lnTo>
                    <a:pt x="412750" y="283210"/>
                  </a:lnTo>
                  <a:lnTo>
                    <a:pt x="426719" y="277283"/>
                  </a:lnTo>
                  <a:lnTo>
                    <a:pt x="442383" y="285750"/>
                  </a:lnTo>
                  <a:lnTo>
                    <a:pt x="450426" y="284480"/>
                  </a:lnTo>
                  <a:lnTo>
                    <a:pt x="454660" y="298450"/>
                  </a:lnTo>
                  <a:lnTo>
                    <a:pt x="440689" y="306917"/>
                  </a:lnTo>
                  <a:lnTo>
                    <a:pt x="447886" y="320464"/>
                  </a:lnTo>
                  <a:lnTo>
                    <a:pt x="461433" y="328930"/>
                  </a:lnTo>
                  <a:lnTo>
                    <a:pt x="475826" y="342900"/>
                  </a:lnTo>
                  <a:lnTo>
                    <a:pt x="461433" y="348404"/>
                  </a:lnTo>
                  <a:lnTo>
                    <a:pt x="463126" y="362373"/>
                  </a:lnTo>
                  <a:lnTo>
                    <a:pt x="467360" y="376343"/>
                  </a:lnTo>
                  <a:lnTo>
                    <a:pt x="467360" y="392007"/>
                  </a:lnTo>
                  <a:lnTo>
                    <a:pt x="471593" y="397510"/>
                  </a:lnTo>
                  <a:lnTo>
                    <a:pt x="474133" y="403014"/>
                  </a:lnTo>
                  <a:lnTo>
                    <a:pt x="468630" y="401743"/>
                  </a:lnTo>
                  <a:lnTo>
                    <a:pt x="453389" y="398780"/>
                  </a:lnTo>
                  <a:lnTo>
                    <a:pt x="439419" y="400050"/>
                  </a:lnTo>
                  <a:lnTo>
                    <a:pt x="425450" y="408517"/>
                  </a:lnTo>
                  <a:lnTo>
                    <a:pt x="422486" y="405977"/>
                  </a:lnTo>
                  <a:lnTo>
                    <a:pt x="418253" y="400050"/>
                  </a:lnTo>
                  <a:lnTo>
                    <a:pt x="414443" y="393277"/>
                  </a:lnTo>
                  <a:lnTo>
                    <a:pt x="405976" y="379307"/>
                  </a:lnTo>
                  <a:lnTo>
                    <a:pt x="397510" y="365337"/>
                  </a:lnTo>
                  <a:lnTo>
                    <a:pt x="387773" y="351367"/>
                  </a:lnTo>
                  <a:lnTo>
                    <a:pt x="387773" y="336127"/>
                  </a:lnTo>
                  <a:lnTo>
                    <a:pt x="373803" y="328930"/>
                  </a:lnTo>
                  <a:lnTo>
                    <a:pt x="359833" y="322157"/>
                  </a:lnTo>
                  <a:lnTo>
                    <a:pt x="362796" y="308187"/>
                  </a:lnTo>
                  <a:lnTo>
                    <a:pt x="359833" y="294217"/>
                  </a:lnTo>
                  <a:lnTo>
                    <a:pt x="357293" y="288714"/>
                  </a:lnTo>
                  <a:lnTo>
                    <a:pt x="341630" y="287020"/>
                  </a:lnTo>
                  <a:lnTo>
                    <a:pt x="327660" y="291254"/>
                  </a:lnTo>
                  <a:lnTo>
                    <a:pt x="313689" y="299720"/>
                  </a:lnTo>
                  <a:lnTo>
                    <a:pt x="299719" y="292947"/>
                  </a:lnTo>
                  <a:lnTo>
                    <a:pt x="284480" y="281517"/>
                  </a:lnTo>
                  <a:lnTo>
                    <a:pt x="270510" y="285750"/>
                  </a:lnTo>
                  <a:lnTo>
                    <a:pt x="269239" y="271780"/>
                  </a:lnTo>
                  <a:lnTo>
                    <a:pt x="256539" y="257810"/>
                  </a:lnTo>
                  <a:lnTo>
                    <a:pt x="242569" y="256540"/>
                  </a:lnTo>
                  <a:lnTo>
                    <a:pt x="227330" y="262043"/>
                  </a:lnTo>
                  <a:lnTo>
                    <a:pt x="223096" y="262043"/>
                  </a:lnTo>
                  <a:lnTo>
                    <a:pt x="221826" y="262043"/>
                  </a:lnTo>
                  <a:lnTo>
                    <a:pt x="213360" y="265007"/>
                  </a:lnTo>
                  <a:lnTo>
                    <a:pt x="210396" y="262043"/>
                  </a:lnTo>
                  <a:lnTo>
                    <a:pt x="196850" y="249767"/>
                  </a:lnTo>
                  <a:lnTo>
                    <a:pt x="181186" y="238337"/>
                  </a:lnTo>
                  <a:lnTo>
                    <a:pt x="168486" y="224367"/>
                  </a:lnTo>
                  <a:lnTo>
                    <a:pt x="154939" y="216323"/>
                  </a:lnTo>
                  <a:lnTo>
                    <a:pt x="151976" y="214630"/>
                  </a:lnTo>
                  <a:lnTo>
                    <a:pt x="138006" y="207857"/>
                  </a:lnTo>
                  <a:lnTo>
                    <a:pt x="124036" y="210397"/>
                  </a:lnTo>
                  <a:lnTo>
                    <a:pt x="118533" y="213360"/>
                  </a:lnTo>
                  <a:lnTo>
                    <a:pt x="104563" y="214630"/>
                  </a:lnTo>
                  <a:lnTo>
                    <a:pt x="90593" y="213360"/>
                  </a:lnTo>
                  <a:lnTo>
                    <a:pt x="76623" y="206164"/>
                  </a:lnTo>
                  <a:lnTo>
                    <a:pt x="63923" y="201930"/>
                  </a:lnTo>
                  <a:lnTo>
                    <a:pt x="48683" y="195157"/>
                  </a:lnTo>
                  <a:lnTo>
                    <a:pt x="57150" y="186690"/>
                  </a:lnTo>
                  <a:lnTo>
                    <a:pt x="50376" y="172720"/>
                  </a:lnTo>
                  <a:lnTo>
                    <a:pt x="35983" y="158750"/>
                  </a:lnTo>
                  <a:lnTo>
                    <a:pt x="37676" y="144780"/>
                  </a:lnTo>
                  <a:lnTo>
                    <a:pt x="34713" y="130810"/>
                  </a:lnTo>
                  <a:lnTo>
                    <a:pt x="44450" y="117264"/>
                  </a:lnTo>
                  <a:lnTo>
                    <a:pt x="45719" y="114300"/>
                  </a:lnTo>
                  <a:lnTo>
                    <a:pt x="50376" y="103293"/>
                  </a:lnTo>
                  <a:lnTo>
                    <a:pt x="48683" y="94827"/>
                  </a:lnTo>
                  <a:lnTo>
                    <a:pt x="47413" y="88900"/>
                  </a:lnTo>
                  <a:lnTo>
                    <a:pt x="37676" y="74930"/>
                  </a:lnTo>
                  <a:lnTo>
                    <a:pt x="33443" y="61383"/>
                  </a:lnTo>
                  <a:lnTo>
                    <a:pt x="19473" y="49954"/>
                  </a:lnTo>
                  <a:lnTo>
                    <a:pt x="4233" y="44450"/>
                  </a:lnTo>
                  <a:lnTo>
                    <a:pt x="0" y="30480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9" name="Freeform 2318">
              <a:extLst>
                <a:ext uri="{FF2B5EF4-FFF2-40B4-BE49-F238E27FC236}">
                  <a16:creationId xmlns:a16="http://schemas.microsoft.com/office/drawing/2014/main" id="{0A2EA9DC-1A9F-A743-9650-BA15E0E4A77A}"/>
                </a:ext>
              </a:extLst>
            </p:cNvPr>
            <p:cNvSpPr/>
            <p:nvPr/>
          </p:nvSpPr>
          <p:spPr>
            <a:xfrm>
              <a:off x="10644293" y="6363970"/>
              <a:ext cx="43603" cy="62653"/>
            </a:xfrm>
            <a:custGeom>
              <a:avLst/>
              <a:gdLst>
                <a:gd name="connsiteX0" fmla="*/ 0 w 43603"/>
                <a:gd name="connsiteY0" fmla="*/ 44873 h 62653"/>
                <a:gd name="connsiteX1" fmla="*/ 2963 w 43603"/>
                <a:gd name="connsiteY1" fmla="*/ 41910 h 62653"/>
                <a:gd name="connsiteX2" fmla="*/ 15663 w 43603"/>
                <a:gd name="connsiteY2" fmla="*/ 27940 h 62653"/>
                <a:gd name="connsiteX3" fmla="*/ 26670 w 43603"/>
                <a:gd name="connsiteY3" fmla="*/ 13970 h 62653"/>
                <a:gd name="connsiteX4" fmla="*/ 35136 w 43603"/>
                <a:gd name="connsiteY4" fmla="*/ 0 h 62653"/>
                <a:gd name="connsiteX5" fmla="*/ 43603 w 43603"/>
                <a:gd name="connsiteY5" fmla="*/ 5503 h 62653"/>
                <a:gd name="connsiteX6" fmla="*/ 40640 w 43603"/>
                <a:gd name="connsiteY6" fmla="*/ 13970 h 62653"/>
                <a:gd name="connsiteX7" fmla="*/ 36407 w 43603"/>
                <a:gd name="connsiteY7" fmla="*/ 18203 h 62653"/>
                <a:gd name="connsiteX8" fmla="*/ 25400 w 43603"/>
                <a:gd name="connsiteY8" fmla="*/ 30480 h 62653"/>
                <a:gd name="connsiteX9" fmla="*/ 21167 w 43603"/>
                <a:gd name="connsiteY9" fmla="*/ 44873 h 62653"/>
                <a:gd name="connsiteX10" fmla="*/ 11430 w 43603"/>
                <a:gd name="connsiteY10" fmla="*/ 60113 h 62653"/>
                <a:gd name="connsiteX11" fmla="*/ 8467 w 43603"/>
                <a:gd name="connsiteY11" fmla="*/ 62653 h 62653"/>
                <a:gd name="connsiteX12" fmla="*/ 5927 w 43603"/>
                <a:gd name="connsiteY12" fmla="*/ 57150 h 62653"/>
                <a:gd name="connsiteX13" fmla="*/ 4233 w 43603"/>
                <a:gd name="connsiteY13" fmla="*/ 54610 h 62653"/>
                <a:gd name="connsiteX14" fmla="*/ 4233 w 43603"/>
                <a:gd name="connsiteY14" fmla="*/ 52917 h 62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603" h="62653">
                  <a:moveTo>
                    <a:pt x="0" y="44873"/>
                  </a:moveTo>
                  <a:lnTo>
                    <a:pt x="2963" y="41910"/>
                  </a:lnTo>
                  <a:lnTo>
                    <a:pt x="15663" y="27940"/>
                  </a:lnTo>
                  <a:lnTo>
                    <a:pt x="26670" y="13970"/>
                  </a:lnTo>
                  <a:lnTo>
                    <a:pt x="35136" y="0"/>
                  </a:lnTo>
                  <a:lnTo>
                    <a:pt x="43603" y="5503"/>
                  </a:lnTo>
                  <a:lnTo>
                    <a:pt x="40640" y="13970"/>
                  </a:lnTo>
                  <a:lnTo>
                    <a:pt x="36407" y="18203"/>
                  </a:lnTo>
                  <a:lnTo>
                    <a:pt x="25400" y="30480"/>
                  </a:lnTo>
                  <a:lnTo>
                    <a:pt x="21167" y="44873"/>
                  </a:lnTo>
                  <a:lnTo>
                    <a:pt x="11430" y="60113"/>
                  </a:lnTo>
                  <a:lnTo>
                    <a:pt x="8467" y="62653"/>
                  </a:lnTo>
                  <a:lnTo>
                    <a:pt x="5927" y="57150"/>
                  </a:lnTo>
                  <a:lnTo>
                    <a:pt x="4233" y="54610"/>
                  </a:lnTo>
                  <a:lnTo>
                    <a:pt x="4233" y="5291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0" name="Freeform 2319">
              <a:extLst>
                <a:ext uri="{FF2B5EF4-FFF2-40B4-BE49-F238E27FC236}">
                  <a16:creationId xmlns:a16="http://schemas.microsoft.com/office/drawing/2014/main" id="{A74C557A-2798-D042-8F10-ED2E2DBE75EF}"/>
                </a:ext>
              </a:extLst>
            </p:cNvPr>
            <p:cNvSpPr/>
            <p:nvPr/>
          </p:nvSpPr>
          <p:spPr>
            <a:xfrm>
              <a:off x="10739120" y="6203526"/>
              <a:ext cx="89323" cy="201083"/>
            </a:xfrm>
            <a:custGeom>
              <a:avLst/>
              <a:gdLst>
                <a:gd name="connsiteX0" fmla="*/ 0 w 89323"/>
                <a:gd name="connsiteY0" fmla="*/ 60113 h 201083"/>
                <a:gd name="connsiteX1" fmla="*/ 0 w 89323"/>
                <a:gd name="connsiteY1" fmla="*/ 58420 h 201083"/>
                <a:gd name="connsiteX2" fmla="*/ 4233 w 89323"/>
                <a:gd name="connsiteY2" fmla="*/ 54610 h 201083"/>
                <a:gd name="connsiteX3" fmla="*/ 5926 w 89323"/>
                <a:gd name="connsiteY3" fmla="*/ 40640 h 201083"/>
                <a:gd name="connsiteX4" fmla="*/ 5926 w 89323"/>
                <a:gd name="connsiteY4" fmla="*/ 38946 h 201083"/>
                <a:gd name="connsiteX5" fmla="*/ 7196 w 89323"/>
                <a:gd name="connsiteY5" fmla="*/ 35136 h 201083"/>
                <a:gd name="connsiteX6" fmla="*/ 8890 w 89323"/>
                <a:gd name="connsiteY6" fmla="*/ 27940 h 201083"/>
                <a:gd name="connsiteX7" fmla="*/ 10160 w 89323"/>
                <a:gd name="connsiteY7" fmla="*/ 22436 h 201083"/>
                <a:gd name="connsiteX8" fmla="*/ 21167 w 89323"/>
                <a:gd name="connsiteY8" fmla="*/ 8467 h 201083"/>
                <a:gd name="connsiteX9" fmla="*/ 29633 w 89323"/>
                <a:gd name="connsiteY9" fmla="*/ 0 h 201083"/>
                <a:gd name="connsiteX10" fmla="*/ 43603 w 89323"/>
                <a:gd name="connsiteY10" fmla="*/ 5503 h 201083"/>
                <a:gd name="connsiteX11" fmla="*/ 44873 w 89323"/>
                <a:gd name="connsiteY11" fmla="*/ 5503 h 201083"/>
                <a:gd name="connsiteX12" fmla="*/ 58843 w 89323"/>
                <a:gd name="connsiteY12" fmla="*/ 8467 h 201083"/>
                <a:gd name="connsiteX13" fmla="*/ 66040 w 89323"/>
                <a:gd name="connsiteY13" fmla="*/ 22436 h 201083"/>
                <a:gd name="connsiteX14" fmla="*/ 71543 w 89323"/>
                <a:gd name="connsiteY14" fmla="*/ 23707 h 201083"/>
                <a:gd name="connsiteX15" fmla="*/ 79586 w 89323"/>
                <a:gd name="connsiteY15" fmla="*/ 26670 h 201083"/>
                <a:gd name="connsiteX16" fmla="*/ 82550 w 89323"/>
                <a:gd name="connsiteY16" fmla="*/ 40640 h 201083"/>
                <a:gd name="connsiteX17" fmla="*/ 85090 w 89323"/>
                <a:gd name="connsiteY17" fmla="*/ 54610 h 201083"/>
                <a:gd name="connsiteX18" fmla="*/ 83820 w 89323"/>
                <a:gd name="connsiteY18" fmla="*/ 58420 h 201083"/>
                <a:gd name="connsiteX19" fmla="*/ 82550 w 89323"/>
                <a:gd name="connsiteY19" fmla="*/ 72390 h 201083"/>
                <a:gd name="connsiteX20" fmla="*/ 81280 w 89323"/>
                <a:gd name="connsiteY20" fmla="*/ 74083 h 201083"/>
                <a:gd name="connsiteX21" fmla="*/ 81280 w 89323"/>
                <a:gd name="connsiteY21" fmla="*/ 88053 h 201083"/>
                <a:gd name="connsiteX22" fmla="*/ 85090 w 89323"/>
                <a:gd name="connsiteY22" fmla="*/ 102023 h 201083"/>
                <a:gd name="connsiteX23" fmla="*/ 85090 w 89323"/>
                <a:gd name="connsiteY23" fmla="*/ 113030 h 201083"/>
                <a:gd name="connsiteX24" fmla="*/ 86783 w 89323"/>
                <a:gd name="connsiteY24" fmla="*/ 125730 h 201083"/>
                <a:gd name="connsiteX25" fmla="*/ 89323 w 89323"/>
                <a:gd name="connsiteY25" fmla="*/ 132503 h 201083"/>
                <a:gd name="connsiteX26" fmla="*/ 83820 w 89323"/>
                <a:gd name="connsiteY26" fmla="*/ 146473 h 201083"/>
                <a:gd name="connsiteX27" fmla="*/ 81280 w 89323"/>
                <a:gd name="connsiteY27" fmla="*/ 165946 h 201083"/>
                <a:gd name="connsiteX28" fmla="*/ 81280 w 89323"/>
                <a:gd name="connsiteY28" fmla="*/ 175683 h 201083"/>
                <a:gd name="connsiteX29" fmla="*/ 69850 w 89323"/>
                <a:gd name="connsiteY29" fmla="*/ 177377 h 201083"/>
                <a:gd name="connsiteX30" fmla="*/ 68580 w 89323"/>
                <a:gd name="connsiteY30" fmla="*/ 177377 h 201083"/>
                <a:gd name="connsiteX31" fmla="*/ 68580 w 89323"/>
                <a:gd name="connsiteY31" fmla="*/ 178646 h 201083"/>
                <a:gd name="connsiteX32" fmla="*/ 64346 w 89323"/>
                <a:gd name="connsiteY32" fmla="*/ 181610 h 201083"/>
                <a:gd name="connsiteX33" fmla="*/ 63076 w 89323"/>
                <a:gd name="connsiteY33" fmla="*/ 182880 h 201083"/>
                <a:gd name="connsiteX34" fmla="*/ 57573 w 89323"/>
                <a:gd name="connsiteY34" fmla="*/ 187113 h 201083"/>
                <a:gd name="connsiteX35" fmla="*/ 43603 w 89323"/>
                <a:gd name="connsiteY35" fmla="*/ 196850 h 201083"/>
                <a:gd name="connsiteX36" fmla="*/ 29633 w 89323"/>
                <a:gd name="connsiteY36" fmla="*/ 199390 h 201083"/>
                <a:gd name="connsiteX37" fmla="*/ 15663 w 89323"/>
                <a:gd name="connsiteY37" fmla="*/ 199390 h 201083"/>
                <a:gd name="connsiteX38" fmla="*/ 5926 w 89323"/>
                <a:gd name="connsiteY38" fmla="*/ 201083 h 201083"/>
                <a:gd name="connsiteX39" fmla="*/ 0 w 89323"/>
                <a:gd name="connsiteY39" fmla="*/ 187113 h 201083"/>
                <a:gd name="connsiteX40" fmla="*/ 5926 w 89323"/>
                <a:gd name="connsiteY40" fmla="*/ 173143 h 201083"/>
                <a:gd name="connsiteX41" fmla="*/ 7196 w 89323"/>
                <a:gd name="connsiteY41" fmla="*/ 159173 h 201083"/>
                <a:gd name="connsiteX42" fmla="*/ 11430 w 89323"/>
                <a:gd name="connsiteY42" fmla="*/ 151977 h 201083"/>
                <a:gd name="connsiteX43" fmla="*/ 14393 w 89323"/>
                <a:gd name="connsiteY43" fmla="*/ 150707 h 201083"/>
                <a:gd name="connsiteX44" fmla="*/ 27940 w 89323"/>
                <a:gd name="connsiteY44" fmla="*/ 139277 h 201083"/>
                <a:gd name="connsiteX45" fmla="*/ 40640 w 89323"/>
                <a:gd name="connsiteY45" fmla="*/ 133773 h 201083"/>
                <a:gd name="connsiteX46" fmla="*/ 42333 w 89323"/>
                <a:gd name="connsiteY46" fmla="*/ 128270 h 201083"/>
                <a:gd name="connsiteX47" fmla="*/ 42333 w 89323"/>
                <a:gd name="connsiteY47" fmla="*/ 125730 h 201083"/>
                <a:gd name="connsiteX48" fmla="*/ 38100 w 89323"/>
                <a:gd name="connsiteY48" fmla="*/ 124036 h 201083"/>
                <a:gd name="connsiteX49" fmla="*/ 25400 w 89323"/>
                <a:gd name="connsiteY49" fmla="*/ 119803 h 201083"/>
                <a:gd name="connsiteX50" fmla="*/ 11430 w 89323"/>
                <a:gd name="connsiteY50" fmla="*/ 122767 h 201083"/>
                <a:gd name="connsiteX51" fmla="*/ 10160 w 89323"/>
                <a:gd name="connsiteY51" fmla="*/ 122767 h 201083"/>
                <a:gd name="connsiteX52" fmla="*/ 4233 w 89323"/>
                <a:gd name="connsiteY52" fmla="*/ 119803 h 201083"/>
                <a:gd name="connsiteX53" fmla="*/ 4233 w 89323"/>
                <a:gd name="connsiteY53" fmla="*/ 115993 h 201083"/>
                <a:gd name="connsiteX54" fmla="*/ 8890 w 89323"/>
                <a:gd name="connsiteY54" fmla="*/ 114300 h 201083"/>
                <a:gd name="connsiteX55" fmla="*/ 8890 w 89323"/>
                <a:gd name="connsiteY55" fmla="*/ 103293 h 201083"/>
                <a:gd name="connsiteX56" fmla="*/ 7196 w 89323"/>
                <a:gd name="connsiteY56" fmla="*/ 94827 h 201083"/>
                <a:gd name="connsiteX57" fmla="*/ 7196 w 89323"/>
                <a:gd name="connsiteY57" fmla="*/ 92286 h 201083"/>
                <a:gd name="connsiteX58" fmla="*/ 7196 w 89323"/>
                <a:gd name="connsiteY58" fmla="*/ 89323 h 201083"/>
                <a:gd name="connsiteX59" fmla="*/ 7196 w 89323"/>
                <a:gd name="connsiteY59" fmla="*/ 79586 h 201083"/>
                <a:gd name="connsiteX60" fmla="*/ 4233 w 89323"/>
                <a:gd name="connsiteY60" fmla="*/ 71120 h 20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89323" h="201083">
                  <a:moveTo>
                    <a:pt x="0" y="60113"/>
                  </a:moveTo>
                  <a:lnTo>
                    <a:pt x="0" y="58420"/>
                  </a:lnTo>
                  <a:lnTo>
                    <a:pt x="4233" y="54610"/>
                  </a:lnTo>
                  <a:lnTo>
                    <a:pt x="5926" y="40640"/>
                  </a:lnTo>
                  <a:lnTo>
                    <a:pt x="5926" y="38946"/>
                  </a:lnTo>
                  <a:lnTo>
                    <a:pt x="7196" y="35136"/>
                  </a:lnTo>
                  <a:lnTo>
                    <a:pt x="8890" y="27940"/>
                  </a:lnTo>
                  <a:lnTo>
                    <a:pt x="10160" y="22436"/>
                  </a:lnTo>
                  <a:lnTo>
                    <a:pt x="21167" y="8467"/>
                  </a:lnTo>
                  <a:lnTo>
                    <a:pt x="29633" y="0"/>
                  </a:lnTo>
                  <a:lnTo>
                    <a:pt x="43603" y="5503"/>
                  </a:lnTo>
                  <a:lnTo>
                    <a:pt x="44873" y="5503"/>
                  </a:lnTo>
                  <a:lnTo>
                    <a:pt x="58843" y="8467"/>
                  </a:lnTo>
                  <a:lnTo>
                    <a:pt x="66040" y="22436"/>
                  </a:lnTo>
                  <a:lnTo>
                    <a:pt x="71543" y="23707"/>
                  </a:lnTo>
                  <a:lnTo>
                    <a:pt x="79586" y="26670"/>
                  </a:lnTo>
                  <a:lnTo>
                    <a:pt x="82550" y="40640"/>
                  </a:lnTo>
                  <a:lnTo>
                    <a:pt x="85090" y="54610"/>
                  </a:lnTo>
                  <a:lnTo>
                    <a:pt x="83820" y="58420"/>
                  </a:lnTo>
                  <a:lnTo>
                    <a:pt x="82550" y="72390"/>
                  </a:lnTo>
                  <a:lnTo>
                    <a:pt x="81280" y="74083"/>
                  </a:lnTo>
                  <a:lnTo>
                    <a:pt x="81280" y="88053"/>
                  </a:lnTo>
                  <a:lnTo>
                    <a:pt x="85090" y="102023"/>
                  </a:lnTo>
                  <a:lnTo>
                    <a:pt x="85090" y="113030"/>
                  </a:lnTo>
                  <a:lnTo>
                    <a:pt x="86783" y="125730"/>
                  </a:lnTo>
                  <a:lnTo>
                    <a:pt x="89323" y="132503"/>
                  </a:lnTo>
                  <a:lnTo>
                    <a:pt x="83820" y="146473"/>
                  </a:lnTo>
                  <a:lnTo>
                    <a:pt x="81280" y="165946"/>
                  </a:lnTo>
                  <a:lnTo>
                    <a:pt x="81280" y="175683"/>
                  </a:lnTo>
                  <a:lnTo>
                    <a:pt x="69850" y="177377"/>
                  </a:lnTo>
                  <a:lnTo>
                    <a:pt x="68580" y="177377"/>
                  </a:lnTo>
                  <a:lnTo>
                    <a:pt x="68580" y="178646"/>
                  </a:lnTo>
                  <a:lnTo>
                    <a:pt x="64346" y="181610"/>
                  </a:lnTo>
                  <a:lnTo>
                    <a:pt x="63076" y="182880"/>
                  </a:lnTo>
                  <a:lnTo>
                    <a:pt x="57573" y="187113"/>
                  </a:lnTo>
                  <a:lnTo>
                    <a:pt x="43603" y="196850"/>
                  </a:lnTo>
                  <a:lnTo>
                    <a:pt x="29633" y="199390"/>
                  </a:lnTo>
                  <a:lnTo>
                    <a:pt x="15663" y="199390"/>
                  </a:lnTo>
                  <a:lnTo>
                    <a:pt x="5926" y="201083"/>
                  </a:lnTo>
                  <a:lnTo>
                    <a:pt x="0" y="187113"/>
                  </a:lnTo>
                  <a:lnTo>
                    <a:pt x="5926" y="173143"/>
                  </a:lnTo>
                  <a:lnTo>
                    <a:pt x="7196" y="159173"/>
                  </a:lnTo>
                  <a:lnTo>
                    <a:pt x="11430" y="151977"/>
                  </a:lnTo>
                  <a:lnTo>
                    <a:pt x="14393" y="150707"/>
                  </a:lnTo>
                  <a:lnTo>
                    <a:pt x="27940" y="139277"/>
                  </a:lnTo>
                  <a:lnTo>
                    <a:pt x="40640" y="133773"/>
                  </a:lnTo>
                  <a:lnTo>
                    <a:pt x="42333" y="128270"/>
                  </a:lnTo>
                  <a:lnTo>
                    <a:pt x="42333" y="125730"/>
                  </a:lnTo>
                  <a:lnTo>
                    <a:pt x="38100" y="124036"/>
                  </a:lnTo>
                  <a:lnTo>
                    <a:pt x="25400" y="119803"/>
                  </a:lnTo>
                  <a:lnTo>
                    <a:pt x="11430" y="122767"/>
                  </a:lnTo>
                  <a:lnTo>
                    <a:pt x="10160" y="122767"/>
                  </a:lnTo>
                  <a:lnTo>
                    <a:pt x="4233" y="119803"/>
                  </a:lnTo>
                  <a:lnTo>
                    <a:pt x="4233" y="115993"/>
                  </a:lnTo>
                  <a:lnTo>
                    <a:pt x="8890" y="114300"/>
                  </a:lnTo>
                  <a:lnTo>
                    <a:pt x="8890" y="103293"/>
                  </a:lnTo>
                  <a:lnTo>
                    <a:pt x="7196" y="94827"/>
                  </a:lnTo>
                  <a:lnTo>
                    <a:pt x="7196" y="92286"/>
                  </a:lnTo>
                  <a:lnTo>
                    <a:pt x="7196" y="89323"/>
                  </a:lnTo>
                  <a:lnTo>
                    <a:pt x="7196" y="79586"/>
                  </a:lnTo>
                  <a:lnTo>
                    <a:pt x="4233" y="71120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1" name="Freeform 2320">
              <a:extLst>
                <a:ext uri="{FF2B5EF4-FFF2-40B4-BE49-F238E27FC236}">
                  <a16:creationId xmlns:a16="http://schemas.microsoft.com/office/drawing/2014/main" id="{C295F3C7-FAF5-3947-B328-585EFF9E9C89}"/>
                </a:ext>
              </a:extLst>
            </p:cNvPr>
            <p:cNvSpPr/>
            <p:nvPr/>
          </p:nvSpPr>
          <p:spPr>
            <a:xfrm>
              <a:off x="10771293" y="6065520"/>
              <a:ext cx="580389" cy="701463"/>
            </a:xfrm>
            <a:custGeom>
              <a:avLst/>
              <a:gdLst>
                <a:gd name="connsiteX0" fmla="*/ 0 w 580389"/>
                <a:gd name="connsiteY0" fmla="*/ 672253 h 701463"/>
                <a:gd name="connsiteX1" fmla="*/ 0 w 580389"/>
                <a:gd name="connsiteY1" fmla="*/ 661246 h 701463"/>
                <a:gd name="connsiteX2" fmla="*/ 4233 w 580389"/>
                <a:gd name="connsiteY2" fmla="*/ 646007 h 701463"/>
                <a:gd name="connsiteX3" fmla="*/ 4233 w 580389"/>
                <a:gd name="connsiteY3" fmla="*/ 643043 h 701463"/>
                <a:gd name="connsiteX4" fmla="*/ 1693 w 580389"/>
                <a:gd name="connsiteY4" fmla="*/ 641773 h 701463"/>
                <a:gd name="connsiteX5" fmla="*/ 0 w 580389"/>
                <a:gd name="connsiteY5" fmla="*/ 635846 h 701463"/>
                <a:gd name="connsiteX6" fmla="*/ 2963 w 580389"/>
                <a:gd name="connsiteY6" fmla="*/ 627803 h 701463"/>
                <a:gd name="connsiteX7" fmla="*/ 4233 w 580389"/>
                <a:gd name="connsiteY7" fmla="*/ 626533 h 701463"/>
                <a:gd name="connsiteX8" fmla="*/ 4233 w 580389"/>
                <a:gd name="connsiteY8" fmla="*/ 610870 h 701463"/>
                <a:gd name="connsiteX9" fmla="*/ 8467 w 580389"/>
                <a:gd name="connsiteY9" fmla="*/ 596900 h 701463"/>
                <a:gd name="connsiteX10" fmla="*/ 10160 w 580389"/>
                <a:gd name="connsiteY10" fmla="*/ 582930 h 701463"/>
                <a:gd name="connsiteX11" fmla="*/ 12700 w 580389"/>
                <a:gd name="connsiteY11" fmla="*/ 565150 h 701463"/>
                <a:gd name="connsiteX12" fmla="*/ 15663 w 580389"/>
                <a:gd name="connsiteY12" fmla="*/ 553720 h 701463"/>
                <a:gd name="connsiteX13" fmla="*/ 21167 w 580389"/>
                <a:gd name="connsiteY13" fmla="*/ 539750 h 701463"/>
                <a:gd name="connsiteX14" fmla="*/ 16933 w 580389"/>
                <a:gd name="connsiteY14" fmla="*/ 525780 h 701463"/>
                <a:gd name="connsiteX15" fmla="*/ 18203 w 580389"/>
                <a:gd name="connsiteY15" fmla="*/ 510540 h 701463"/>
                <a:gd name="connsiteX16" fmla="*/ 16933 w 580389"/>
                <a:gd name="connsiteY16" fmla="*/ 495300 h 701463"/>
                <a:gd name="connsiteX17" fmla="*/ 15663 w 580389"/>
                <a:gd name="connsiteY17" fmla="*/ 492336 h 701463"/>
                <a:gd name="connsiteX18" fmla="*/ 19896 w 580389"/>
                <a:gd name="connsiteY18" fmla="*/ 478367 h 701463"/>
                <a:gd name="connsiteX19" fmla="*/ 21167 w 580389"/>
                <a:gd name="connsiteY19" fmla="*/ 465667 h 701463"/>
                <a:gd name="connsiteX20" fmla="*/ 26670 w 580389"/>
                <a:gd name="connsiteY20" fmla="*/ 451696 h 701463"/>
                <a:gd name="connsiteX21" fmla="*/ 32173 w 580389"/>
                <a:gd name="connsiteY21" fmla="*/ 438150 h 701463"/>
                <a:gd name="connsiteX22" fmla="*/ 36407 w 580389"/>
                <a:gd name="connsiteY22" fmla="*/ 424180 h 701463"/>
                <a:gd name="connsiteX23" fmla="*/ 40640 w 580389"/>
                <a:gd name="connsiteY23" fmla="*/ 410210 h 701463"/>
                <a:gd name="connsiteX24" fmla="*/ 43180 w 580389"/>
                <a:gd name="connsiteY24" fmla="*/ 407246 h 701463"/>
                <a:gd name="connsiteX25" fmla="*/ 44873 w 580389"/>
                <a:gd name="connsiteY25" fmla="*/ 401743 h 701463"/>
                <a:gd name="connsiteX26" fmla="*/ 44873 w 580389"/>
                <a:gd name="connsiteY26" fmla="*/ 396240 h 701463"/>
                <a:gd name="connsiteX27" fmla="*/ 47413 w 580389"/>
                <a:gd name="connsiteY27" fmla="*/ 390736 h 701463"/>
                <a:gd name="connsiteX28" fmla="*/ 50377 w 580389"/>
                <a:gd name="connsiteY28" fmla="*/ 382270 h 701463"/>
                <a:gd name="connsiteX29" fmla="*/ 51646 w 580389"/>
                <a:gd name="connsiteY29" fmla="*/ 376767 h 701463"/>
                <a:gd name="connsiteX30" fmla="*/ 44873 w 580389"/>
                <a:gd name="connsiteY30" fmla="*/ 362796 h 701463"/>
                <a:gd name="connsiteX31" fmla="*/ 41910 w 580389"/>
                <a:gd name="connsiteY31" fmla="*/ 359833 h 701463"/>
                <a:gd name="connsiteX32" fmla="*/ 40640 w 580389"/>
                <a:gd name="connsiteY32" fmla="*/ 358563 h 701463"/>
                <a:gd name="connsiteX33" fmla="*/ 43180 w 580389"/>
                <a:gd name="connsiteY33" fmla="*/ 344593 h 701463"/>
                <a:gd name="connsiteX34" fmla="*/ 44873 w 580389"/>
                <a:gd name="connsiteY34" fmla="*/ 343323 h 701463"/>
                <a:gd name="connsiteX35" fmla="*/ 49107 w 580389"/>
                <a:gd name="connsiteY35" fmla="*/ 328930 h 701463"/>
                <a:gd name="connsiteX36" fmla="*/ 49107 w 580389"/>
                <a:gd name="connsiteY36" fmla="*/ 313690 h 701463"/>
                <a:gd name="connsiteX37" fmla="*/ 49107 w 580389"/>
                <a:gd name="connsiteY37" fmla="*/ 303953 h 701463"/>
                <a:gd name="connsiteX38" fmla="*/ 51646 w 580389"/>
                <a:gd name="connsiteY38" fmla="*/ 284480 h 701463"/>
                <a:gd name="connsiteX39" fmla="*/ 57150 w 580389"/>
                <a:gd name="connsiteY39" fmla="*/ 270510 h 701463"/>
                <a:gd name="connsiteX40" fmla="*/ 54610 w 580389"/>
                <a:gd name="connsiteY40" fmla="*/ 263736 h 701463"/>
                <a:gd name="connsiteX41" fmla="*/ 52917 w 580389"/>
                <a:gd name="connsiteY41" fmla="*/ 251036 h 701463"/>
                <a:gd name="connsiteX42" fmla="*/ 52917 w 580389"/>
                <a:gd name="connsiteY42" fmla="*/ 240030 h 701463"/>
                <a:gd name="connsiteX43" fmla="*/ 49107 w 580389"/>
                <a:gd name="connsiteY43" fmla="*/ 226060 h 701463"/>
                <a:gd name="connsiteX44" fmla="*/ 49107 w 580389"/>
                <a:gd name="connsiteY44" fmla="*/ 212090 h 701463"/>
                <a:gd name="connsiteX45" fmla="*/ 50377 w 580389"/>
                <a:gd name="connsiteY45" fmla="*/ 210396 h 701463"/>
                <a:gd name="connsiteX46" fmla="*/ 51646 w 580389"/>
                <a:gd name="connsiteY46" fmla="*/ 196426 h 701463"/>
                <a:gd name="connsiteX47" fmla="*/ 52917 w 580389"/>
                <a:gd name="connsiteY47" fmla="*/ 192617 h 701463"/>
                <a:gd name="connsiteX48" fmla="*/ 50377 w 580389"/>
                <a:gd name="connsiteY48" fmla="*/ 178646 h 701463"/>
                <a:gd name="connsiteX49" fmla="*/ 47413 w 580389"/>
                <a:gd name="connsiteY49" fmla="*/ 164676 h 701463"/>
                <a:gd name="connsiteX50" fmla="*/ 49107 w 580389"/>
                <a:gd name="connsiteY50" fmla="*/ 160443 h 701463"/>
                <a:gd name="connsiteX51" fmla="*/ 49107 w 580389"/>
                <a:gd name="connsiteY51" fmla="*/ 146473 h 701463"/>
                <a:gd name="connsiteX52" fmla="*/ 49107 w 580389"/>
                <a:gd name="connsiteY52" fmla="*/ 132503 h 701463"/>
                <a:gd name="connsiteX53" fmla="*/ 49107 w 580389"/>
                <a:gd name="connsiteY53" fmla="*/ 129540 h 701463"/>
                <a:gd name="connsiteX54" fmla="*/ 46143 w 580389"/>
                <a:gd name="connsiteY54" fmla="*/ 121496 h 701463"/>
                <a:gd name="connsiteX55" fmla="*/ 49107 w 580389"/>
                <a:gd name="connsiteY55" fmla="*/ 121496 h 701463"/>
                <a:gd name="connsiteX56" fmla="*/ 51646 w 580389"/>
                <a:gd name="connsiteY56" fmla="*/ 117263 h 701463"/>
                <a:gd name="connsiteX57" fmla="*/ 55880 w 580389"/>
                <a:gd name="connsiteY57" fmla="*/ 114300 h 701463"/>
                <a:gd name="connsiteX58" fmla="*/ 60113 w 580389"/>
                <a:gd name="connsiteY58" fmla="*/ 115570 h 701463"/>
                <a:gd name="connsiteX59" fmla="*/ 61383 w 580389"/>
                <a:gd name="connsiteY59" fmla="*/ 114300 h 701463"/>
                <a:gd name="connsiteX60" fmla="*/ 71120 w 580389"/>
                <a:gd name="connsiteY60" fmla="*/ 107526 h 701463"/>
                <a:gd name="connsiteX61" fmla="*/ 72390 w 580389"/>
                <a:gd name="connsiteY61" fmla="*/ 104563 h 701463"/>
                <a:gd name="connsiteX62" fmla="*/ 74083 w 580389"/>
                <a:gd name="connsiteY62" fmla="*/ 104563 h 701463"/>
                <a:gd name="connsiteX63" fmla="*/ 75353 w 580389"/>
                <a:gd name="connsiteY63" fmla="*/ 104563 h 701463"/>
                <a:gd name="connsiteX64" fmla="*/ 89323 w 580389"/>
                <a:gd name="connsiteY64" fmla="*/ 107526 h 701463"/>
                <a:gd name="connsiteX65" fmla="*/ 91017 w 580389"/>
                <a:gd name="connsiteY65" fmla="*/ 108796 h 701463"/>
                <a:gd name="connsiteX66" fmla="*/ 93557 w 580389"/>
                <a:gd name="connsiteY66" fmla="*/ 108796 h 701463"/>
                <a:gd name="connsiteX67" fmla="*/ 99060 w 580389"/>
                <a:gd name="connsiteY67" fmla="*/ 113030 h 701463"/>
                <a:gd name="connsiteX68" fmla="*/ 104986 w 580389"/>
                <a:gd name="connsiteY68" fmla="*/ 119803 h 701463"/>
                <a:gd name="connsiteX69" fmla="*/ 111760 w 580389"/>
                <a:gd name="connsiteY69" fmla="*/ 122767 h 701463"/>
                <a:gd name="connsiteX70" fmla="*/ 115993 w 580389"/>
                <a:gd name="connsiteY70" fmla="*/ 131233 h 701463"/>
                <a:gd name="connsiteX71" fmla="*/ 129963 w 580389"/>
                <a:gd name="connsiteY71" fmla="*/ 142240 h 701463"/>
                <a:gd name="connsiteX72" fmla="*/ 132503 w 580389"/>
                <a:gd name="connsiteY72" fmla="*/ 143510 h 701463"/>
                <a:gd name="connsiteX73" fmla="*/ 138430 w 580389"/>
                <a:gd name="connsiteY73" fmla="*/ 142240 h 701463"/>
                <a:gd name="connsiteX74" fmla="*/ 143933 w 580389"/>
                <a:gd name="connsiteY74" fmla="*/ 146473 h 701463"/>
                <a:gd name="connsiteX75" fmla="*/ 157903 w 580389"/>
                <a:gd name="connsiteY75" fmla="*/ 156210 h 701463"/>
                <a:gd name="connsiteX76" fmla="*/ 171873 w 580389"/>
                <a:gd name="connsiteY76" fmla="*/ 165946 h 701463"/>
                <a:gd name="connsiteX77" fmla="*/ 173143 w 580389"/>
                <a:gd name="connsiteY77" fmla="*/ 165946 h 701463"/>
                <a:gd name="connsiteX78" fmla="*/ 182880 w 580389"/>
                <a:gd name="connsiteY78" fmla="*/ 168910 h 701463"/>
                <a:gd name="connsiteX79" fmla="*/ 184150 w 580389"/>
                <a:gd name="connsiteY79" fmla="*/ 168910 h 701463"/>
                <a:gd name="connsiteX80" fmla="*/ 198120 w 580389"/>
                <a:gd name="connsiteY80" fmla="*/ 171450 h 701463"/>
                <a:gd name="connsiteX81" fmla="*/ 213783 w 580389"/>
                <a:gd name="connsiteY81" fmla="*/ 174413 h 701463"/>
                <a:gd name="connsiteX82" fmla="*/ 224790 w 580389"/>
                <a:gd name="connsiteY82" fmla="*/ 175683 h 701463"/>
                <a:gd name="connsiteX83" fmla="*/ 238760 w 580389"/>
                <a:gd name="connsiteY83" fmla="*/ 170180 h 701463"/>
                <a:gd name="connsiteX84" fmla="*/ 252730 w 580389"/>
                <a:gd name="connsiteY84" fmla="*/ 160443 h 701463"/>
                <a:gd name="connsiteX85" fmla="*/ 267970 w 580389"/>
                <a:gd name="connsiteY85" fmla="*/ 149436 h 701463"/>
                <a:gd name="connsiteX86" fmla="*/ 272203 w 580389"/>
                <a:gd name="connsiteY86" fmla="*/ 146473 h 701463"/>
                <a:gd name="connsiteX87" fmla="*/ 286173 w 580389"/>
                <a:gd name="connsiteY87" fmla="*/ 136736 h 701463"/>
                <a:gd name="connsiteX88" fmla="*/ 300143 w 580389"/>
                <a:gd name="connsiteY88" fmla="*/ 127000 h 701463"/>
                <a:gd name="connsiteX89" fmla="*/ 315383 w 580389"/>
                <a:gd name="connsiteY89" fmla="*/ 117263 h 701463"/>
                <a:gd name="connsiteX90" fmla="*/ 318346 w 580389"/>
                <a:gd name="connsiteY90" fmla="*/ 114300 h 701463"/>
                <a:gd name="connsiteX91" fmla="*/ 332317 w 580389"/>
                <a:gd name="connsiteY91" fmla="*/ 104563 h 701463"/>
                <a:gd name="connsiteX92" fmla="*/ 346286 w 580389"/>
                <a:gd name="connsiteY92" fmla="*/ 94826 h 701463"/>
                <a:gd name="connsiteX93" fmla="*/ 361527 w 580389"/>
                <a:gd name="connsiteY93" fmla="*/ 85090 h 701463"/>
                <a:gd name="connsiteX94" fmla="*/ 367030 w 580389"/>
                <a:gd name="connsiteY94" fmla="*/ 80857 h 701463"/>
                <a:gd name="connsiteX95" fmla="*/ 381000 w 580389"/>
                <a:gd name="connsiteY95" fmla="*/ 72390 h 701463"/>
                <a:gd name="connsiteX96" fmla="*/ 394970 w 580389"/>
                <a:gd name="connsiteY96" fmla="*/ 62653 h 701463"/>
                <a:gd name="connsiteX97" fmla="*/ 408940 w 580389"/>
                <a:gd name="connsiteY97" fmla="*/ 52917 h 701463"/>
                <a:gd name="connsiteX98" fmla="*/ 424180 w 580389"/>
                <a:gd name="connsiteY98" fmla="*/ 43180 h 701463"/>
                <a:gd name="connsiteX99" fmla="*/ 427143 w 580389"/>
                <a:gd name="connsiteY99" fmla="*/ 40217 h 701463"/>
                <a:gd name="connsiteX100" fmla="*/ 441113 w 580389"/>
                <a:gd name="connsiteY100" fmla="*/ 32173 h 701463"/>
                <a:gd name="connsiteX101" fmla="*/ 456353 w 580389"/>
                <a:gd name="connsiteY101" fmla="*/ 22013 h 701463"/>
                <a:gd name="connsiteX102" fmla="*/ 470323 w 580389"/>
                <a:gd name="connsiteY102" fmla="*/ 12700 h 701463"/>
                <a:gd name="connsiteX103" fmla="*/ 484293 w 580389"/>
                <a:gd name="connsiteY103" fmla="*/ 4233 h 701463"/>
                <a:gd name="connsiteX104" fmla="*/ 485563 w 580389"/>
                <a:gd name="connsiteY104" fmla="*/ 2540 h 701463"/>
                <a:gd name="connsiteX105" fmla="*/ 491067 w 580389"/>
                <a:gd name="connsiteY105" fmla="*/ 0 h 701463"/>
                <a:gd name="connsiteX106" fmla="*/ 498263 w 580389"/>
                <a:gd name="connsiteY106" fmla="*/ 20743 h 701463"/>
                <a:gd name="connsiteX107" fmla="*/ 508000 w 580389"/>
                <a:gd name="connsiteY107" fmla="*/ 44450 h 701463"/>
                <a:gd name="connsiteX108" fmla="*/ 513503 w 580389"/>
                <a:gd name="connsiteY108" fmla="*/ 62653 h 701463"/>
                <a:gd name="connsiteX109" fmla="*/ 528743 w 580389"/>
                <a:gd name="connsiteY109" fmla="*/ 104563 h 701463"/>
                <a:gd name="connsiteX110" fmla="*/ 530436 w 580389"/>
                <a:gd name="connsiteY110" fmla="*/ 107526 h 701463"/>
                <a:gd name="connsiteX111" fmla="*/ 531707 w 580389"/>
                <a:gd name="connsiteY111" fmla="*/ 114300 h 701463"/>
                <a:gd name="connsiteX112" fmla="*/ 538480 w 580389"/>
                <a:gd name="connsiteY112" fmla="*/ 131233 h 701463"/>
                <a:gd name="connsiteX113" fmla="*/ 541443 w 580389"/>
                <a:gd name="connsiteY113" fmla="*/ 139700 h 701463"/>
                <a:gd name="connsiteX114" fmla="*/ 544407 w 580389"/>
                <a:gd name="connsiteY114" fmla="*/ 146473 h 701463"/>
                <a:gd name="connsiteX115" fmla="*/ 541443 w 580389"/>
                <a:gd name="connsiteY115" fmla="*/ 146473 h 701463"/>
                <a:gd name="connsiteX116" fmla="*/ 534246 w 580389"/>
                <a:gd name="connsiteY116" fmla="*/ 149436 h 701463"/>
                <a:gd name="connsiteX117" fmla="*/ 532977 w 580389"/>
                <a:gd name="connsiteY117" fmla="*/ 150707 h 701463"/>
                <a:gd name="connsiteX118" fmla="*/ 535940 w 580389"/>
                <a:gd name="connsiteY118" fmla="*/ 154940 h 701463"/>
                <a:gd name="connsiteX119" fmla="*/ 535940 w 580389"/>
                <a:gd name="connsiteY119" fmla="*/ 156210 h 701463"/>
                <a:gd name="connsiteX120" fmla="*/ 538480 w 580389"/>
                <a:gd name="connsiteY120" fmla="*/ 162983 h 701463"/>
                <a:gd name="connsiteX121" fmla="*/ 548217 w 580389"/>
                <a:gd name="connsiteY121" fmla="*/ 176953 h 701463"/>
                <a:gd name="connsiteX122" fmla="*/ 566420 w 580389"/>
                <a:gd name="connsiteY122" fmla="*/ 171450 h 701463"/>
                <a:gd name="connsiteX123" fmla="*/ 570653 w 580389"/>
                <a:gd name="connsiteY123" fmla="*/ 170180 h 701463"/>
                <a:gd name="connsiteX124" fmla="*/ 574886 w 580389"/>
                <a:gd name="connsiteY124" fmla="*/ 173143 h 701463"/>
                <a:gd name="connsiteX125" fmla="*/ 580390 w 580389"/>
                <a:gd name="connsiteY125" fmla="*/ 188383 h 701463"/>
                <a:gd name="connsiteX126" fmla="*/ 579120 w 580389"/>
                <a:gd name="connsiteY126" fmla="*/ 190923 h 701463"/>
                <a:gd name="connsiteX127" fmla="*/ 576580 w 580389"/>
                <a:gd name="connsiteY127" fmla="*/ 193886 h 701463"/>
                <a:gd name="connsiteX128" fmla="*/ 562186 w 580389"/>
                <a:gd name="connsiteY128" fmla="*/ 207857 h 701463"/>
                <a:gd name="connsiteX129" fmla="*/ 551180 w 580389"/>
                <a:gd name="connsiteY129" fmla="*/ 218863 h 701463"/>
                <a:gd name="connsiteX130" fmla="*/ 537210 w 580389"/>
                <a:gd name="connsiteY130" fmla="*/ 230293 h 701463"/>
                <a:gd name="connsiteX131" fmla="*/ 523240 w 580389"/>
                <a:gd name="connsiteY131" fmla="*/ 234526 h 701463"/>
                <a:gd name="connsiteX132" fmla="*/ 517736 w 580389"/>
                <a:gd name="connsiteY132" fmla="*/ 235796 h 701463"/>
                <a:gd name="connsiteX133" fmla="*/ 503767 w 580389"/>
                <a:gd name="connsiteY133" fmla="*/ 240030 h 701463"/>
                <a:gd name="connsiteX134" fmla="*/ 489796 w 580389"/>
                <a:gd name="connsiteY134" fmla="*/ 244263 h 701463"/>
                <a:gd name="connsiteX135" fmla="*/ 474557 w 580389"/>
                <a:gd name="connsiteY135" fmla="*/ 248073 h 701463"/>
                <a:gd name="connsiteX136" fmla="*/ 463127 w 580389"/>
                <a:gd name="connsiteY136" fmla="*/ 252307 h 701463"/>
                <a:gd name="connsiteX137" fmla="*/ 449580 w 580389"/>
                <a:gd name="connsiteY137" fmla="*/ 256540 h 701463"/>
                <a:gd name="connsiteX138" fmla="*/ 433917 w 580389"/>
                <a:gd name="connsiteY138" fmla="*/ 260773 h 701463"/>
                <a:gd name="connsiteX139" fmla="*/ 432646 w 580389"/>
                <a:gd name="connsiteY139" fmla="*/ 262043 h 701463"/>
                <a:gd name="connsiteX140" fmla="*/ 428413 w 580389"/>
                <a:gd name="connsiteY140" fmla="*/ 262043 h 701463"/>
                <a:gd name="connsiteX141" fmla="*/ 414443 w 580389"/>
                <a:gd name="connsiteY141" fmla="*/ 267970 h 701463"/>
                <a:gd name="connsiteX142" fmla="*/ 400473 w 580389"/>
                <a:gd name="connsiteY142" fmla="*/ 271780 h 701463"/>
                <a:gd name="connsiteX143" fmla="*/ 397933 w 580389"/>
                <a:gd name="connsiteY143" fmla="*/ 271780 h 701463"/>
                <a:gd name="connsiteX144" fmla="*/ 396240 w 580389"/>
                <a:gd name="connsiteY144" fmla="*/ 273473 h 701463"/>
                <a:gd name="connsiteX145" fmla="*/ 382270 w 580389"/>
                <a:gd name="connsiteY145" fmla="*/ 277283 h 701463"/>
                <a:gd name="connsiteX146" fmla="*/ 367030 w 580389"/>
                <a:gd name="connsiteY146" fmla="*/ 281940 h 701463"/>
                <a:gd name="connsiteX147" fmla="*/ 353060 w 580389"/>
                <a:gd name="connsiteY147" fmla="*/ 286173 h 701463"/>
                <a:gd name="connsiteX148" fmla="*/ 339090 w 580389"/>
                <a:gd name="connsiteY148" fmla="*/ 289983 h 701463"/>
                <a:gd name="connsiteX149" fmla="*/ 325120 w 580389"/>
                <a:gd name="connsiteY149" fmla="*/ 294217 h 701463"/>
                <a:gd name="connsiteX150" fmla="*/ 311150 w 580389"/>
                <a:gd name="connsiteY150" fmla="*/ 298450 h 701463"/>
                <a:gd name="connsiteX151" fmla="*/ 297180 w 580389"/>
                <a:gd name="connsiteY151" fmla="*/ 302683 h 701463"/>
                <a:gd name="connsiteX152" fmla="*/ 291677 w 580389"/>
                <a:gd name="connsiteY152" fmla="*/ 303953 h 701463"/>
                <a:gd name="connsiteX153" fmla="*/ 289136 w 580389"/>
                <a:gd name="connsiteY153" fmla="*/ 305646 h 701463"/>
                <a:gd name="connsiteX154" fmla="*/ 287443 w 580389"/>
                <a:gd name="connsiteY154" fmla="*/ 306917 h 701463"/>
                <a:gd name="connsiteX155" fmla="*/ 276436 w 580389"/>
                <a:gd name="connsiteY155" fmla="*/ 309880 h 701463"/>
                <a:gd name="connsiteX156" fmla="*/ 269240 w 580389"/>
                <a:gd name="connsiteY156" fmla="*/ 316653 h 701463"/>
                <a:gd name="connsiteX157" fmla="*/ 270933 w 580389"/>
                <a:gd name="connsiteY157" fmla="*/ 319617 h 701463"/>
                <a:gd name="connsiteX158" fmla="*/ 283210 w 580389"/>
                <a:gd name="connsiteY158" fmla="*/ 333163 h 701463"/>
                <a:gd name="connsiteX159" fmla="*/ 297180 w 580389"/>
                <a:gd name="connsiteY159" fmla="*/ 347133 h 701463"/>
                <a:gd name="connsiteX160" fmla="*/ 309880 w 580389"/>
                <a:gd name="connsiteY160" fmla="*/ 361103 h 701463"/>
                <a:gd name="connsiteX161" fmla="*/ 314113 w 580389"/>
                <a:gd name="connsiteY161" fmla="*/ 366607 h 701463"/>
                <a:gd name="connsiteX162" fmla="*/ 327660 w 580389"/>
                <a:gd name="connsiteY162" fmla="*/ 381000 h 701463"/>
                <a:gd name="connsiteX163" fmla="*/ 337820 w 580389"/>
                <a:gd name="connsiteY163" fmla="*/ 392007 h 701463"/>
                <a:gd name="connsiteX164" fmla="*/ 351790 w 580389"/>
                <a:gd name="connsiteY164" fmla="*/ 405976 h 701463"/>
                <a:gd name="connsiteX165" fmla="*/ 353060 w 580389"/>
                <a:gd name="connsiteY165" fmla="*/ 408517 h 701463"/>
                <a:gd name="connsiteX166" fmla="*/ 365760 w 580389"/>
                <a:gd name="connsiteY166" fmla="*/ 422486 h 701463"/>
                <a:gd name="connsiteX167" fmla="*/ 367030 w 580389"/>
                <a:gd name="connsiteY167" fmla="*/ 422486 h 701463"/>
                <a:gd name="connsiteX168" fmla="*/ 379730 w 580389"/>
                <a:gd name="connsiteY168" fmla="*/ 436457 h 701463"/>
                <a:gd name="connsiteX169" fmla="*/ 392430 w 580389"/>
                <a:gd name="connsiteY169" fmla="*/ 450426 h 701463"/>
                <a:gd name="connsiteX170" fmla="*/ 404707 w 580389"/>
                <a:gd name="connsiteY170" fmla="*/ 465667 h 701463"/>
                <a:gd name="connsiteX171" fmla="*/ 407670 w 580389"/>
                <a:gd name="connsiteY171" fmla="*/ 468630 h 701463"/>
                <a:gd name="connsiteX172" fmla="*/ 417407 w 580389"/>
                <a:gd name="connsiteY172" fmla="*/ 482600 h 701463"/>
                <a:gd name="connsiteX173" fmla="*/ 401743 w 580389"/>
                <a:gd name="connsiteY173" fmla="*/ 491067 h 701463"/>
                <a:gd name="connsiteX174" fmla="*/ 388196 w 580389"/>
                <a:gd name="connsiteY174" fmla="*/ 500803 h 701463"/>
                <a:gd name="connsiteX175" fmla="*/ 374227 w 580389"/>
                <a:gd name="connsiteY175" fmla="*/ 509270 h 701463"/>
                <a:gd name="connsiteX176" fmla="*/ 369993 w 580389"/>
                <a:gd name="connsiteY176" fmla="*/ 523240 h 701463"/>
                <a:gd name="connsiteX177" fmla="*/ 364067 w 580389"/>
                <a:gd name="connsiteY177" fmla="*/ 536786 h 701463"/>
                <a:gd name="connsiteX178" fmla="*/ 360257 w 580389"/>
                <a:gd name="connsiteY178" fmla="*/ 550757 h 701463"/>
                <a:gd name="connsiteX179" fmla="*/ 353060 w 580389"/>
                <a:gd name="connsiteY179" fmla="*/ 565150 h 701463"/>
                <a:gd name="connsiteX180" fmla="*/ 342053 w 580389"/>
                <a:gd name="connsiteY180" fmla="*/ 567690 h 701463"/>
                <a:gd name="connsiteX181" fmla="*/ 329353 w 580389"/>
                <a:gd name="connsiteY181" fmla="*/ 570653 h 701463"/>
                <a:gd name="connsiteX182" fmla="*/ 315383 w 580389"/>
                <a:gd name="connsiteY182" fmla="*/ 573193 h 701463"/>
                <a:gd name="connsiteX183" fmla="*/ 301413 w 580389"/>
                <a:gd name="connsiteY183" fmla="*/ 576157 h 701463"/>
                <a:gd name="connsiteX184" fmla="*/ 287443 w 580389"/>
                <a:gd name="connsiteY184" fmla="*/ 578696 h 701463"/>
                <a:gd name="connsiteX185" fmla="*/ 273473 w 580389"/>
                <a:gd name="connsiteY185" fmla="*/ 582930 h 701463"/>
                <a:gd name="connsiteX186" fmla="*/ 259503 w 580389"/>
                <a:gd name="connsiteY186" fmla="*/ 585893 h 701463"/>
                <a:gd name="connsiteX187" fmla="*/ 245533 w 580389"/>
                <a:gd name="connsiteY187" fmla="*/ 594360 h 701463"/>
                <a:gd name="connsiteX188" fmla="*/ 238760 w 580389"/>
                <a:gd name="connsiteY188" fmla="*/ 608330 h 701463"/>
                <a:gd name="connsiteX189" fmla="*/ 231563 w 580389"/>
                <a:gd name="connsiteY189" fmla="*/ 622300 h 701463"/>
                <a:gd name="connsiteX190" fmla="*/ 224790 w 580389"/>
                <a:gd name="connsiteY190" fmla="*/ 635846 h 701463"/>
                <a:gd name="connsiteX191" fmla="*/ 216323 w 580389"/>
                <a:gd name="connsiteY191" fmla="*/ 651510 h 701463"/>
                <a:gd name="connsiteX192" fmla="*/ 201083 w 580389"/>
                <a:gd name="connsiteY192" fmla="*/ 663786 h 701463"/>
                <a:gd name="connsiteX193" fmla="*/ 187113 w 580389"/>
                <a:gd name="connsiteY193" fmla="*/ 676486 h 701463"/>
                <a:gd name="connsiteX194" fmla="*/ 174413 w 580389"/>
                <a:gd name="connsiteY194" fmla="*/ 689186 h 701463"/>
                <a:gd name="connsiteX195" fmla="*/ 160443 w 580389"/>
                <a:gd name="connsiteY195" fmla="*/ 701463 h 701463"/>
                <a:gd name="connsiteX196" fmla="*/ 159173 w 580389"/>
                <a:gd name="connsiteY196" fmla="*/ 701463 h 701463"/>
                <a:gd name="connsiteX197" fmla="*/ 146896 w 580389"/>
                <a:gd name="connsiteY197" fmla="*/ 698923 h 701463"/>
                <a:gd name="connsiteX198" fmla="*/ 132503 w 580389"/>
                <a:gd name="connsiteY198" fmla="*/ 695960 h 701463"/>
                <a:gd name="connsiteX199" fmla="*/ 117263 w 580389"/>
                <a:gd name="connsiteY199" fmla="*/ 692996 h 701463"/>
                <a:gd name="connsiteX200" fmla="*/ 103293 w 580389"/>
                <a:gd name="connsiteY200" fmla="*/ 690457 h 701463"/>
                <a:gd name="connsiteX201" fmla="*/ 89323 w 580389"/>
                <a:gd name="connsiteY201" fmla="*/ 689186 h 701463"/>
                <a:gd name="connsiteX202" fmla="*/ 75353 w 580389"/>
                <a:gd name="connsiteY202" fmla="*/ 686223 h 701463"/>
                <a:gd name="connsiteX203" fmla="*/ 61383 w 580389"/>
                <a:gd name="connsiteY203" fmla="*/ 683683 h 701463"/>
                <a:gd name="connsiteX204" fmla="*/ 47413 w 580389"/>
                <a:gd name="connsiteY204" fmla="*/ 680720 h 701463"/>
                <a:gd name="connsiteX205" fmla="*/ 33867 w 580389"/>
                <a:gd name="connsiteY205" fmla="*/ 677757 h 701463"/>
                <a:gd name="connsiteX206" fmla="*/ 19896 w 580389"/>
                <a:gd name="connsiteY206" fmla="*/ 676486 h 701463"/>
                <a:gd name="connsiteX207" fmla="*/ 5927 w 580389"/>
                <a:gd name="connsiteY207" fmla="*/ 673946 h 701463"/>
                <a:gd name="connsiteX208" fmla="*/ 1693 w 580389"/>
                <a:gd name="connsiteY208" fmla="*/ 672253 h 701463"/>
                <a:gd name="connsiteX209" fmla="*/ 0 w 580389"/>
                <a:gd name="connsiteY209" fmla="*/ 672253 h 70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580389" h="701463">
                  <a:moveTo>
                    <a:pt x="0" y="672253"/>
                  </a:moveTo>
                  <a:lnTo>
                    <a:pt x="0" y="661246"/>
                  </a:lnTo>
                  <a:lnTo>
                    <a:pt x="4233" y="646007"/>
                  </a:lnTo>
                  <a:lnTo>
                    <a:pt x="4233" y="643043"/>
                  </a:lnTo>
                  <a:lnTo>
                    <a:pt x="1693" y="641773"/>
                  </a:lnTo>
                  <a:lnTo>
                    <a:pt x="0" y="635846"/>
                  </a:lnTo>
                  <a:lnTo>
                    <a:pt x="2963" y="627803"/>
                  </a:lnTo>
                  <a:lnTo>
                    <a:pt x="4233" y="626533"/>
                  </a:lnTo>
                  <a:lnTo>
                    <a:pt x="4233" y="610870"/>
                  </a:lnTo>
                  <a:lnTo>
                    <a:pt x="8467" y="596900"/>
                  </a:lnTo>
                  <a:lnTo>
                    <a:pt x="10160" y="582930"/>
                  </a:lnTo>
                  <a:lnTo>
                    <a:pt x="12700" y="565150"/>
                  </a:lnTo>
                  <a:lnTo>
                    <a:pt x="15663" y="553720"/>
                  </a:lnTo>
                  <a:lnTo>
                    <a:pt x="21167" y="539750"/>
                  </a:lnTo>
                  <a:lnTo>
                    <a:pt x="16933" y="525780"/>
                  </a:lnTo>
                  <a:lnTo>
                    <a:pt x="18203" y="510540"/>
                  </a:lnTo>
                  <a:lnTo>
                    <a:pt x="16933" y="495300"/>
                  </a:lnTo>
                  <a:lnTo>
                    <a:pt x="15663" y="492336"/>
                  </a:lnTo>
                  <a:lnTo>
                    <a:pt x="19896" y="478367"/>
                  </a:lnTo>
                  <a:lnTo>
                    <a:pt x="21167" y="465667"/>
                  </a:lnTo>
                  <a:lnTo>
                    <a:pt x="26670" y="451696"/>
                  </a:lnTo>
                  <a:lnTo>
                    <a:pt x="32173" y="438150"/>
                  </a:lnTo>
                  <a:lnTo>
                    <a:pt x="36407" y="424180"/>
                  </a:lnTo>
                  <a:lnTo>
                    <a:pt x="40640" y="410210"/>
                  </a:lnTo>
                  <a:lnTo>
                    <a:pt x="43180" y="407246"/>
                  </a:lnTo>
                  <a:lnTo>
                    <a:pt x="44873" y="401743"/>
                  </a:lnTo>
                  <a:lnTo>
                    <a:pt x="44873" y="396240"/>
                  </a:lnTo>
                  <a:lnTo>
                    <a:pt x="47413" y="390736"/>
                  </a:lnTo>
                  <a:lnTo>
                    <a:pt x="50377" y="382270"/>
                  </a:lnTo>
                  <a:lnTo>
                    <a:pt x="51646" y="376767"/>
                  </a:lnTo>
                  <a:lnTo>
                    <a:pt x="44873" y="362796"/>
                  </a:lnTo>
                  <a:lnTo>
                    <a:pt x="41910" y="359833"/>
                  </a:lnTo>
                  <a:lnTo>
                    <a:pt x="40640" y="358563"/>
                  </a:lnTo>
                  <a:lnTo>
                    <a:pt x="43180" y="344593"/>
                  </a:lnTo>
                  <a:lnTo>
                    <a:pt x="44873" y="343323"/>
                  </a:lnTo>
                  <a:lnTo>
                    <a:pt x="49107" y="328930"/>
                  </a:lnTo>
                  <a:lnTo>
                    <a:pt x="49107" y="313690"/>
                  </a:lnTo>
                  <a:lnTo>
                    <a:pt x="49107" y="303953"/>
                  </a:lnTo>
                  <a:lnTo>
                    <a:pt x="51646" y="284480"/>
                  </a:lnTo>
                  <a:lnTo>
                    <a:pt x="57150" y="270510"/>
                  </a:lnTo>
                  <a:lnTo>
                    <a:pt x="54610" y="263736"/>
                  </a:lnTo>
                  <a:lnTo>
                    <a:pt x="52917" y="251036"/>
                  </a:lnTo>
                  <a:lnTo>
                    <a:pt x="52917" y="240030"/>
                  </a:lnTo>
                  <a:lnTo>
                    <a:pt x="49107" y="226060"/>
                  </a:lnTo>
                  <a:lnTo>
                    <a:pt x="49107" y="212090"/>
                  </a:lnTo>
                  <a:lnTo>
                    <a:pt x="50377" y="210396"/>
                  </a:lnTo>
                  <a:lnTo>
                    <a:pt x="51646" y="196426"/>
                  </a:lnTo>
                  <a:lnTo>
                    <a:pt x="52917" y="192617"/>
                  </a:lnTo>
                  <a:lnTo>
                    <a:pt x="50377" y="178646"/>
                  </a:lnTo>
                  <a:lnTo>
                    <a:pt x="47413" y="164676"/>
                  </a:lnTo>
                  <a:lnTo>
                    <a:pt x="49107" y="160443"/>
                  </a:lnTo>
                  <a:lnTo>
                    <a:pt x="49107" y="146473"/>
                  </a:lnTo>
                  <a:lnTo>
                    <a:pt x="49107" y="132503"/>
                  </a:lnTo>
                  <a:lnTo>
                    <a:pt x="49107" y="129540"/>
                  </a:lnTo>
                  <a:lnTo>
                    <a:pt x="46143" y="121496"/>
                  </a:lnTo>
                  <a:lnTo>
                    <a:pt x="49107" y="121496"/>
                  </a:lnTo>
                  <a:lnTo>
                    <a:pt x="51646" y="117263"/>
                  </a:lnTo>
                  <a:lnTo>
                    <a:pt x="55880" y="114300"/>
                  </a:lnTo>
                  <a:lnTo>
                    <a:pt x="60113" y="115570"/>
                  </a:lnTo>
                  <a:lnTo>
                    <a:pt x="61383" y="114300"/>
                  </a:lnTo>
                  <a:lnTo>
                    <a:pt x="71120" y="107526"/>
                  </a:lnTo>
                  <a:lnTo>
                    <a:pt x="72390" y="104563"/>
                  </a:lnTo>
                  <a:lnTo>
                    <a:pt x="74083" y="104563"/>
                  </a:lnTo>
                  <a:lnTo>
                    <a:pt x="75353" y="104563"/>
                  </a:lnTo>
                  <a:lnTo>
                    <a:pt x="89323" y="107526"/>
                  </a:lnTo>
                  <a:lnTo>
                    <a:pt x="91017" y="108796"/>
                  </a:lnTo>
                  <a:lnTo>
                    <a:pt x="93557" y="108796"/>
                  </a:lnTo>
                  <a:lnTo>
                    <a:pt x="99060" y="113030"/>
                  </a:lnTo>
                  <a:lnTo>
                    <a:pt x="104986" y="119803"/>
                  </a:lnTo>
                  <a:lnTo>
                    <a:pt x="111760" y="122767"/>
                  </a:lnTo>
                  <a:lnTo>
                    <a:pt x="115993" y="131233"/>
                  </a:lnTo>
                  <a:lnTo>
                    <a:pt x="129963" y="142240"/>
                  </a:lnTo>
                  <a:lnTo>
                    <a:pt x="132503" y="143510"/>
                  </a:lnTo>
                  <a:lnTo>
                    <a:pt x="138430" y="142240"/>
                  </a:lnTo>
                  <a:lnTo>
                    <a:pt x="143933" y="146473"/>
                  </a:lnTo>
                  <a:lnTo>
                    <a:pt x="157903" y="156210"/>
                  </a:lnTo>
                  <a:lnTo>
                    <a:pt x="171873" y="165946"/>
                  </a:lnTo>
                  <a:lnTo>
                    <a:pt x="173143" y="165946"/>
                  </a:lnTo>
                  <a:lnTo>
                    <a:pt x="182880" y="168910"/>
                  </a:lnTo>
                  <a:lnTo>
                    <a:pt x="184150" y="168910"/>
                  </a:lnTo>
                  <a:lnTo>
                    <a:pt x="198120" y="171450"/>
                  </a:lnTo>
                  <a:lnTo>
                    <a:pt x="213783" y="174413"/>
                  </a:lnTo>
                  <a:lnTo>
                    <a:pt x="224790" y="175683"/>
                  </a:lnTo>
                  <a:lnTo>
                    <a:pt x="238760" y="170180"/>
                  </a:lnTo>
                  <a:lnTo>
                    <a:pt x="252730" y="160443"/>
                  </a:lnTo>
                  <a:lnTo>
                    <a:pt x="267970" y="149436"/>
                  </a:lnTo>
                  <a:lnTo>
                    <a:pt x="272203" y="146473"/>
                  </a:lnTo>
                  <a:lnTo>
                    <a:pt x="286173" y="136736"/>
                  </a:lnTo>
                  <a:lnTo>
                    <a:pt x="300143" y="127000"/>
                  </a:lnTo>
                  <a:lnTo>
                    <a:pt x="315383" y="117263"/>
                  </a:lnTo>
                  <a:lnTo>
                    <a:pt x="318346" y="114300"/>
                  </a:lnTo>
                  <a:lnTo>
                    <a:pt x="332317" y="104563"/>
                  </a:lnTo>
                  <a:lnTo>
                    <a:pt x="346286" y="94826"/>
                  </a:lnTo>
                  <a:lnTo>
                    <a:pt x="361527" y="85090"/>
                  </a:lnTo>
                  <a:lnTo>
                    <a:pt x="367030" y="80857"/>
                  </a:lnTo>
                  <a:lnTo>
                    <a:pt x="381000" y="72390"/>
                  </a:lnTo>
                  <a:lnTo>
                    <a:pt x="394970" y="62653"/>
                  </a:lnTo>
                  <a:lnTo>
                    <a:pt x="408940" y="52917"/>
                  </a:lnTo>
                  <a:lnTo>
                    <a:pt x="424180" y="43180"/>
                  </a:lnTo>
                  <a:lnTo>
                    <a:pt x="427143" y="40217"/>
                  </a:lnTo>
                  <a:lnTo>
                    <a:pt x="441113" y="32173"/>
                  </a:lnTo>
                  <a:lnTo>
                    <a:pt x="456353" y="22013"/>
                  </a:lnTo>
                  <a:lnTo>
                    <a:pt x="470323" y="12700"/>
                  </a:lnTo>
                  <a:lnTo>
                    <a:pt x="484293" y="4233"/>
                  </a:lnTo>
                  <a:lnTo>
                    <a:pt x="485563" y="2540"/>
                  </a:lnTo>
                  <a:lnTo>
                    <a:pt x="491067" y="0"/>
                  </a:lnTo>
                  <a:lnTo>
                    <a:pt x="498263" y="20743"/>
                  </a:lnTo>
                  <a:lnTo>
                    <a:pt x="508000" y="44450"/>
                  </a:lnTo>
                  <a:lnTo>
                    <a:pt x="513503" y="62653"/>
                  </a:lnTo>
                  <a:lnTo>
                    <a:pt x="528743" y="104563"/>
                  </a:lnTo>
                  <a:lnTo>
                    <a:pt x="530436" y="107526"/>
                  </a:lnTo>
                  <a:lnTo>
                    <a:pt x="531707" y="114300"/>
                  </a:lnTo>
                  <a:lnTo>
                    <a:pt x="538480" y="131233"/>
                  </a:lnTo>
                  <a:lnTo>
                    <a:pt x="541443" y="139700"/>
                  </a:lnTo>
                  <a:lnTo>
                    <a:pt x="544407" y="146473"/>
                  </a:lnTo>
                  <a:lnTo>
                    <a:pt x="541443" y="146473"/>
                  </a:lnTo>
                  <a:lnTo>
                    <a:pt x="534246" y="149436"/>
                  </a:lnTo>
                  <a:lnTo>
                    <a:pt x="532977" y="150707"/>
                  </a:lnTo>
                  <a:lnTo>
                    <a:pt x="535940" y="154940"/>
                  </a:lnTo>
                  <a:lnTo>
                    <a:pt x="535940" y="156210"/>
                  </a:lnTo>
                  <a:lnTo>
                    <a:pt x="538480" y="162983"/>
                  </a:lnTo>
                  <a:lnTo>
                    <a:pt x="548217" y="176953"/>
                  </a:lnTo>
                  <a:lnTo>
                    <a:pt x="566420" y="171450"/>
                  </a:lnTo>
                  <a:lnTo>
                    <a:pt x="570653" y="170180"/>
                  </a:lnTo>
                  <a:lnTo>
                    <a:pt x="574886" y="173143"/>
                  </a:lnTo>
                  <a:lnTo>
                    <a:pt x="580390" y="188383"/>
                  </a:lnTo>
                  <a:lnTo>
                    <a:pt x="579120" y="190923"/>
                  </a:lnTo>
                  <a:lnTo>
                    <a:pt x="576580" y="193886"/>
                  </a:lnTo>
                  <a:lnTo>
                    <a:pt x="562186" y="207857"/>
                  </a:lnTo>
                  <a:lnTo>
                    <a:pt x="551180" y="218863"/>
                  </a:lnTo>
                  <a:lnTo>
                    <a:pt x="537210" y="230293"/>
                  </a:lnTo>
                  <a:lnTo>
                    <a:pt x="523240" y="234526"/>
                  </a:lnTo>
                  <a:lnTo>
                    <a:pt x="517736" y="235796"/>
                  </a:lnTo>
                  <a:lnTo>
                    <a:pt x="503767" y="240030"/>
                  </a:lnTo>
                  <a:lnTo>
                    <a:pt x="489796" y="244263"/>
                  </a:lnTo>
                  <a:lnTo>
                    <a:pt x="474557" y="248073"/>
                  </a:lnTo>
                  <a:lnTo>
                    <a:pt x="463127" y="252307"/>
                  </a:lnTo>
                  <a:lnTo>
                    <a:pt x="449580" y="256540"/>
                  </a:lnTo>
                  <a:lnTo>
                    <a:pt x="433917" y="260773"/>
                  </a:lnTo>
                  <a:lnTo>
                    <a:pt x="432646" y="262043"/>
                  </a:lnTo>
                  <a:lnTo>
                    <a:pt x="428413" y="262043"/>
                  </a:lnTo>
                  <a:lnTo>
                    <a:pt x="414443" y="267970"/>
                  </a:lnTo>
                  <a:lnTo>
                    <a:pt x="400473" y="271780"/>
                  </a:lnTo>
                  <a:lnTo>
                    <a:pt x="397933" y="271780"/>
                  </a:lnTo>
                  <a:lnTo>
                    <a:pt x="396240" y="273473"/>
                  </a:lnTo>
                  <a:lnTo>
                    <a:pt x="382270" y="277283"/>
                  </a:lnTo>
                  <a:lnTo>
                    <a:pt x="367030" y="281940"/>
                  </a:lnTo>
                  <a:lnTo>
                    <a:pt x="353060" y="286173"/>
                  </a:lnTo>
                  <a:lnTo>
                    <a:pt x="339090" y="289983"/>
                  </a:lnTo>
                  <a:lnTo>
                    <a:pt x="325120" y="294217"/>
                  </a:lnTo>
                  <a:lnTo>
                    <a:pt x="311150" y="298450"/>
                  </a:lnTo>
                  <a:lnTo>
                    <a:pt x="297180" y="302683"/>
                  </a:lnTo>
                  <a:lnTo>
                    <a:pt x="291677" y="303953"/>
                  </a:lnTo>
                  <a:lnTo>
                    <a:pt x="289136" y="305646"/>
                  </a:lnTo>
                  <a:lnTo>
                    <a:pt x="287443" y="306917"/>
                  </a:lnTo>
                  <a:lnTo>
                    <a:pt x="276436" y="309880"/>
                  </a:lnTo>
                  <a:lnTo>
                    <a:pt x="269240" y="316653"/>
                  </a:lnTo>
                  <a:lnTo>
                    <a:pt x="270933" y="319617"/>
                  </a:lnTo>
                  <a:lnTo>
                    <a:pt x="283210" y="333163"/>
                  </a:lnTo>
                  <a:lnTo>
                    <a:pt x="297180" y="347133"/>
                  </a:lnTo>
                  <a:lnTo>
                    <a:pt x="309880" y="361103"/>
                  </a:lnTo>
                  <a:lnTo>
                    <a:pt x="314113" y="366607"/>
                  </a:lnTo>
                  <a:lnTo>
                    <a:pt x="327660" y="381000"/>
                  </a:lnTo>
                  <a:lnTo>
                    <a:pt x="337820" y="392007"/>
                  </a:lnTo>
                  <a:lnTo>
                    <a:pt x="351790" y="405976"/>
                  </a:lnTo>
                  <a:lnTo>
                    <a:pt x="353060" y="408517"/>
                  </a:lnTo>
                  <a:lnTo>
                    <a:pt x="365760" y="422486"/>
                  </a:lnTo>
                  <a:lnTo>
                    <a:pt x="367030" y="422486"/>
                  </a:lnTo>
                  <a:lnTo>
                    <a:pt x="379730" y="436457"/>
                  </a:lnTo>
                  <a:lnTo>
                    <a:pt x="392430" y="450426"/>
                  </a:lnTo>
                  <a:lnTo>
                    <a:pt x="404707" y="465667"/>
                  </a:lnTo>
                  <a:lnTo>
                    <a:pt x="407670" y="468630"/>
                  </a:lnTo>
                  <a:lnTo>
                    <a:pt x="417407" y="482600"/>
                  </a:lnTo>
                  <a:lnTo>
                    <a:pt x="401743" y="491067"/>
                  </a:lnTo>
                  <a:lnTo>
                    <a:pt x="388196" y="500803"/>
                  </a:lnTo>
                  <a:lnTo>
                    <a:pt x="374227" y="509270"/>
                  </a:lnTo>
                  <a:lnTo>
                    <a:pt x="369993" y="523240"/>
                  </a:lnTo>
                  <a:lnTo>
                    <a:pt x="364067" y="536786"/>
                  </a:lnTo>
                  <a:lnTo>
                    <a:pt x="360257" y="550757"/>
                  </a:lnTo>
                  <a:lnTo>
                    <a:pt x="353060" y="565150"/>
                  </a:lnTo>
                  <a:lnTo>
                    <a:pt x="342053" y="567690"/>
                  </a:lnTo>
                  <a:lnTo>
                    <a:pt x="329353" y="570653"/>
                  </a:lnTo>
                  <a:lnTo>
                    <a:pt x="315383" y="573193"/>
                  </a:lnTo>
                  <a:lnTo>
                    <a:pt x="301413" y="576157"/>
                  </a:lnTo>
                  <a:lnTo>
                    <a:pt x="287443" y="578696"/>
                  </a:lnTo>
                  <a:lnTo>
                    <a:pt x="273473" y="582930"/>
                  </a:lnTo>
                  <a:lnTo>
                    <a:pt x="259503" y="585893"/>
                  </a:lnTo>
                  <a:lnTo>
                    <a:pt x="245533" y="594360"/>
                  </a:lnTo>
                  <a:lnTo>
                    <a:pt x="238760" y="608330"/>
                  </a:lnTo>
                  <a:lnTo>
                    <a:pt x="231563" y="622300"/>
                  </a:lnTo>
                  <a:lnTo>
                    <a:pt x="224790" y="635846"/>
                  </a:lnTo>
                  <a:lnTo>
                    <a:pt x="216323" y="651510"/>
                  </a:lnTo>
                  <a:lnTo>
                    <a:pt x="201083" y="663786"/>
                  </a:lnTo>
                  <a:lnTo>
                    <a:pt x="187113" y="676486"/>
                  </a:lnTo>
                  <a:lnTo>
                    <a:pt x="174413" y="689186"/>
                  </a:lnTo>
                  <a:lnTo>
                    <a:pt x="160443" y="701463"/>
                  </a:lnTo>
                  <a:lnTo>
                    <a:pt x="159173" y="701463"/>
                  </a:lnTo>
                  <a:lnTo>
                    <a:pt x="146896" y="698923"/>
                  </a:lnTo>
                  <a:lnTo>
                    <a:pt x="132503" y="695960"/>
                  </a:lnTo>
                  <a:lnTo>
                    <a:pt x="117263" y="692996"/>
                  </a:lnTo>
                  <a:lnTo>
                    <a:pt x="103293" y="690457"/>
                  </a:lnTo>
                  <a:lnTo>
                    <a:pt x="89323" y="689186"/>
                  </a:lnTo>
                  <a:lnTo>
                    <a:pt x="75353" y="686223"/>
                  </a:lnTo>
                  <a:lnTo>
                    <a:pt x="61383" y="683683"/>
                  </a:lnTo>
                  <a:lnTo>
                    <a:pt x="47413" y="680720"/>
                  </a:lnTo>
                  <a:lnTo>
                    <a:pt x="33867" y="677757"/>
                  </a:lnTo>
                  <a:lnTo>
                    <a:pt x="19896" y="676486"/>
                  </a:lnTo>
                  <a:lnTo>
                    <a:pt x="5927" y="673946"/>
                  </a:lnTo>
                  <a:lnTo>
                    <a:pt x="1693" y="672253"/>
                  </a:lnTo>
                  <a:lnTo>
                    <a:pt x="0" y="672253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2" name="Freeform 2321">
              <a:extLst>
                <a:ext uri="{FF2B5EF4-FFF2-40B4-BE49-F238E27FC236}">
                  <a16:creationId xmlns:a16="http://schemas.microsoft.com/office/drawing/2014/main" id="{B07877B5-8122-0F44-8EB5-38D20986756A}"/>
                </a:ext>
              </a:extLst>
            </p:cNvPr>
            <p:cNvSpPr/>
            <p:nvPr/>
          </p:nvSpPr>
          <p:spPr>
            <a:xfrm>
              <a:off x="10802196" y="5404273"/>
              <a:ext cx="894080" cy="836930"/>
            </a:xfrm>
            <a:custGeom>
              <a:avLst/>
              <a:gdLst>
                <a:gd name="connsiteX0" fmla="*/ 15240 w 894080"/>
                <a:gd name="connsiteY0" fmla="*/ 677757 h 836930"/>
                <a:gd name="connsiteX1" fmla="*/ 16510 w 894080"/>
                <a:gd name="connsiteY1" fmla="*/ 676487 h 836930"/>
                <a:gd name="connsiteX2" fmla="*/ 20743 w 894080"/>
                <a:gd name="connsiteY2" fmla="*/ 676487 h 836930"/>
                <a:gd name="connsiteX3" fmla="*/ 30480 w 894080"/>
                <a:gd name="connsiteY3" fmla="*/ 668020 h 836930"/>
                <a:gd name="connsiteX4" fmla="*/ 33443 w 894080"/>
                <a:gd name="connsiteY4" fmla="*/ 666750 h 836930"/>
                <a:gd name="connsiteX5" fmla="*/ 37677 w 894080"/>
                <a:gd name="connsiteY5" fmla="*/ 665480 h 836930"/>
                <a:gd name="connsiteX6" fmla="*/ 46143 w 894080"/>
                <a:gd name="connsiteY6" fmla="*/ 654050 h 836930"/>
                <a:gd name="connsiteX7" fmla="*/ 47414 w 894080"/>
                <a:gd name="connsiteY7" fmla="*/ 652780 h 836930"/>
                <a:gd name="connsiteX8" fmla="*/ 51647 w 894080"/>
                <a:gd name="connsiteY8" fmla="*/ 651510 h 836930"/>
                <a:gd name="connsiteX9" fmla="*/ 58420 w 894080"/>
                <a:gd name="connsiteY9" fmla="*/ 643043 h 836930"/>
                <a:gd name="connsiteX10" fmla="*/ 57150 w 894080"/>
                <a:gd name="connsiteY10" fmla="*/ 634577 h 836930"/>
                <a:gd name="connsiteX11" fmla="*/ 58420 w 894080"/>
                <a:gd name="connsiteY11" fmla="*/ 634577 h 836930"/>
                <a:gd name="connsiteX12" fmla="*/ 72390 w 894080"/>
                <a:gd name="connsiteY12" fmla="*/ 626533 h 836930"/>
                <a:gd name="connsiteX13" fmla="*/ 71120 w 894080"/>
                <a:gd name="connsiteY13" fmla="*/ 623570 h 836930"/>
                <a:gd name="connsiteX14" fmla="*/ 68157 w 894080"/>
                <a:gd name="connsiteY14" fmla="*/ 620607 h 836930"/>
                <a:gd name="connsiteX15" fmla="*/ 58420 w 894080"/>
                <a:gd name="connsiteY15" fmla="*/ 609600 h 836930"/>
                <a:gd name="connsiteX16" fmla="*/ 61383 w 894080"/>
                <a:gd name="connsiteY16" fmla="*/ 599864 h 836930"/>
                <a:gd name="connsiteX17" fmla="*/ 71120 w 894080"/>
                <a:gd name="connsiteY17" fmla="*/ 584623 h 836930"/>
                <a:gd name="connsiteX18" fmla="*/ 82127 w 894080"/>
                <a:gd name="connsiteY18" fmla="*/ 580390 h 836930"/>
                <a:gd name="connsiteX19" fmla="*/ 85090 w 894080"/>
                <a:gd name="connsiteY19" fmla="*/ 582930 h 836930"/>
                <a:gd name="connsiteX20" fmla="*/ 86360 w 894080"/>
                <a:gd name="connsiteY20" fmla="*/ 582930 h 836930"/>
                <a:gd name="connsiteX21" fmla="*/ 100330 w 894080"/>
                <a:gd name="connsiteY21" fmla="*/ 581660 h 836930"/>
                <a:gd name="connsiteX22" fmla="*/ 114300 w 894080"/>
                <a:gd name="connsiteY22" fmla="*/ 584623 h 836930"/>
                <a:gd name="connsiteX23" fmla="*/ 114300 w 894080"/>
                <a:gd name="connsiteY23" fmla="*/ 580390 h 836930"/>
                <a:gd name="connsiteX24" fmla="*/ 100330 w 894080"/>
                <a:gd name="connsiteY24" fmla="*/ 567690 h 836930"/>
                <a:gd name="connsiteX25" fmla="*/ 111760 w 894080"/>
                <a:gd name="connsiteY25" fmla="*/ 553720 h 836930"/>
                <a:gd name="connsiteX26" fmla="*/ 125307 w 894080"/>
                <a:gd name="connsiteY26" fmla="*/ 546947 h 836930"/>
                <a:gd name="connsiteX27" fmla="*/ 136737 w 894080"/>
                <a:gd name="connsiteY27" fmla="*/ 532977 h 836930"/>
                <a:gd name="connsiteX28" fmla="*/ 142240 w 894080"/>
                <a:gd name="connsiteY28" fmla="*/ 521547 h 836930"/>
                <a:gd name="connsiteX29" fmla="*/ 138007 w 894080"/>
                <a:gd name="connsiteY29" fmla="*/ 507577 h 836930"/>
                <a:gd name="connsiteX30" fmla="*/ 127000 w 894080"/>
                <a:gd name="connsiteY30" fmla="*/ 493607 h 836930"/>
                <a:gd name="connsiteX31" fmla="*/ 129540 w 894080"/>
                <a:gd name="connsiteY31" fmla="*/ 483870 h 836930"/>
                <a:gd name="connsiteX32" fmla="*/ 119804 w 894080"/>
                <a:gd name="connsiteY32" fmla="*/ 480060 h 836930"/>
                <a:gd name="connsiteX33" fmla="*/ 113030 w 894080"/>
                <a:gd name="connsiteY33" fmla="*/ 471593 h 836930"/>
                <a:gd name="connsiteX34" fmla="*/ 100330 w 894080"/>
                <a:gd name="connsiteY34" fmla="*/ 472864 h 836930"/>
                <a:gd name="connsiteX35" fmla="*/ 99060 w 894080"/>
                <a:gd name="connsiteY35" fmla="*/ 467360 h 836930"/>
                <a:gd name="connsiteX36" fmla="*/ 107527 w 894080"/>
                <a:gd name="connsiteY36" fmla="*/ 453390 h 836930"/>
                <a:gd name="connsiteX37" fmla="*/ 104564 w 894080"/>
                <a:gd name="connsiteY37" fmla="*/ 450427 h 836930"/>
                <a:gd name="connsiteX38" fmla="*/ 104564 w 894080"/>
                <a:gd name="connsiteY38" fmla="*/ 449157 h 836930"/>
                <a:gd name="connsiteX39" fmla="*/ 99060 w 894080"/>
                <a:gd name="connsiteY39" fmla="*/ 444923 h 836930"/>
                <a:gd name="connsiteX40" fmla="*/ 97367 w 894080"/>
                <a:gd name="connsiteY40" fmla="*/ 443654 h 836930"/>
                <a:gd name="connsiteX41" fmla="*/ 97367 w 894080"/>
                <a:gd name="connsiteY41" fmla="*/ 441960 h 836930"/>
                <a:gd name="connsiteX42" fmla="*/ 92287 w 894080"/>
                <a:gd name="connsiteY42" fmla="*/ 440690 h 836930"/>
                <a:gd name="connsiteX43" fmla="*/ 92287 w 894080"/>
                <a:gd name="connsiteY43" fmla="*/ 441960 h 836930"/>
                <a:gd name="connsiteX44" fmla="*/ 90593 w 894080"/>
                <a:gd name="connsiteY44" fmla="*/ 443654 h 836930"/>
                <a:gd name="connsiteX45" fmla="*/ 92287 w 894080"/>
                <a:gd name="connsiteY45" fmla="*/ 444923 h 836930"/>
                <a:gd name="connsiteX46" fmla="*/ 90593 w 894080"/>
                <a:gd name="connsiteY46" fmla="*/ 447887 h 836930"/>
                <a:gd name="connsiteX47" fmla="*/ 83820 w 894080"/>
                <a:gd name="connsiteY47" fmla="*/ 449157 h 836930"/>
                <a:gd name="connsiteX48" fmla="*/ 69850 w 894080"/>
                <a:gd name="connsiteY48" fmla="*/ 449157 h 836930"/>
                <a:gd name="connsiteX49" fmla="*/ 65617 w 894080"/>
                <a:gd name="connsiteY49" fmla="*/ 447887 h 836930"/>
                <a:gd name="connsiteX50" fmla="*/ 65617 w 894080"/>
                <a:gd name="connsiteY50" fmla="*/ 449157 h 836930"/>
                <a:gd name="connsiteX51" fmla="*/ 63924 w 894080"/>
                <a:gd name="connsiteY51" fmla="*/ 449157 h 836930"/>
                <a:gd name="connsiteX52" fmla="*/ 57150 w 894080"/>
                <a:gd name="connsiteY52" fmla="*/ 449157 h 836930"/>
                <a:gd name="connsiteX53" fmla="*/ 46143 w 894080"/>
                <a:gd name="connsiteY53" fmla="*/ 446193 h 836930"/>
                <a:gd name="connsiteX54" fmla="*/ 44450 w 894080"/>
                <a:gd name="connsiteY54" fmla="*/ 447887 h 836930"/>
                <a:gd name="connsiteX55" fmla="*/ 41487 w 894080"/>
                <a:gd name="connsiteY55" fmla="*/ 440690 h 836930"/>
                <a:gd name="connsiteX56" fmla="*/ 37677 w 894080"/>
                <a:gd name="connsiteY56" fmla="*/ 426720 h 836930"/>
                <a:gd name="connsiteX57" fmla="*/ 30480 w 894080"/>
                <a:gd name="connsiteY57" fmla="*/ 411480 h 836930"/>
                <a:gd name="connsiteX58" fmla="*/ 27940 w 894080"/>
                <a:gd name="connsiteY58" fmla="*/ 397510 h 836930"/>
                <a:gd name="connsiteX59" fmla="*/ 27940 w 894080"/>
                <a:gd name="connsiteY59" fmla="*/ 389043 h 836930"/>
                <a:gd name="connsiteX60" fmla="*/ 27940 w 894080"/>
                <a:gd name="connsiteY60" fmla="*/ 373804 h 836930"/>
                <a:gd name="connsiteX61" fmla="*/ 30480 w 894080"/>
                <a:gd name="connsiteY61" fmla="*/ 359833 h 836930"/>
                <a:gd name="connsiteX62" fmla="*/ 30480 w 894080"/>
                <a:gd name="connsiteY62" fmla="*/ 345864 h 836930"/>
                <a:gd name="connsiteX63" fmla="*/ 29210 w 894080"/>
                <a:gd name="connsiteY63" fmla="*/ 344593 h 836930"/>
                <a:gd name="connsiteX64" fmla="*/ 27940 w 894080"/>
                <a:gd name="connsiteY64" fmla="*/ 330623 h 836930"/>
                <a:gd name="connsiteX65" fmla="*/ 24977 w 894080"/>
                <a:gd name="connsiteY65" fmla="*/ 316654 h 836930"/>
                <a:gd name="connsiteX66" fmla="*/ 9737 w 894080"/>
                <a:gd name="connsiteY66" fmla="*/ 303954 h 836930"/>
                <a:gd name="connsiteX67" fmla="*/ 0 w 894080"/>
                <a:gd name="connsiteY67" fmla="*/ 289983 h 836930"/>
                <a:gd name="connsiteX68" fmla="*/ 2964 w 894080"/>
                <a:gd name="connsiteY68" fmla="*/ 276014 h 836930"/>
                <a:gd name="connsiteX69" fmla="*/ 11007 w 894080"/>
                <a:gd name="connsiteY69" fmla="*/ 262043 h 836930"/>
                <a:gd name="connsiteX70" fmla="*/ 4233 w 894080"/>
                <a:gd name="connsiteY70" fmla="*/ 248073 h 836930"/>
                <a:gd name="connsiteX71" fmla="*/ 18204 w 894080"/>
                <a:gd name="connsiteY71" fmla="*/ 235797 h 836930"/>
                <a:gd name="connsiteX72" fmla="*/ 19474 w 894080"/>
                <a:gd name="connsiteY72" fmla="*/ 232833 h 836930"/>
                <a:gd name="connsiteX73" fmla="*/ 32174 w 894080"/>
                <a:gd name="connsiteY73" fmla="*/ 237067 h 836930"/>
                <a:gd name="connsiteX74" fmla="*/ 38947 w 894080"/>
                <a:gd name="connsiteY74" fmla="*/ 242570 h 836930"/>
                <a:gd name="connsiteX75" fmla="*/ 52917 w 894080"/>
                <a:gd name="connsiteY75" fmla="*/ 251037 h 836930"/>
                <a:gd name="connsiteX76" fmla="*/ 55880 w 894080"/>
                <a:gd name="connsiteY76" fmla="*/ 242570 h 836930"/>
                <a:gd name="connsiteX77" fmla="*/ 66887 w 894080"/>
                <a:gd name="connsiteY77" fmla="*/ 228600 h 836930"/>
                <a:gd name="connsiteX78" fmla="*/ 80857 w 894080"/>
                <a:gd name="connsiteY78" fmla="*/ 221827 h 836930"/>
                <a:gd name="connsiteX79" fmla="*/ 80857 w 894080"/>
                <a:gd name="connsiteY79" fmla="*/ 218864 h 836930"/>
                <a:gd name="connsiteX80" fmla="*/ 79587 w 894080"/>
                <a:gd name="connsiteY80" fmla="*/ 204893 h 836930"/>
                <a:gd name="connsiteX81" fmla="*/ 77893 w 894080"/>
                <a:gd name="connsiteY81" fmla="*/ 189654 h 836930"/>
                <a:gd name="connsiteX82" fmla="*/ 77893 w 894080"/>
                <a:gd name="connsiteY82" fmla="*/ 184150 h 836930"/>
                <a:gd name="connsiteX83" fmla="*/ 79587 w 894080"/>
                <a:gd name="connsiteY83" fmla="*/ 182880 h 836930"/>
                <a:gd name="connsiteX84" fmla="*/ 83820 w 894080"/>
                <a:gd name="connsiteY84" fmla="*/ 185420 h 836930"/>
                <a:gd name="connsiteX85" fmla="*/ 97367 w 894080"/>
                <a:gd name="connsiteY85" fmla="*/ 182880 h 836930"/>
                <a:gd name="connsiteX86" fmla="*/ 106257 w 894080"/>
                <a:gd name="connsiteY86" fmla="*/ 182880 h 836930"/>
                <a:gd name="connsiteX87" fmla="*/ 121074 w 894080"/>
                <a:gd name="connsiteY87" fmla="*/ 181187 h 836930"/>
                <a:gd name="connsiteX88" fmla="*/ 115993 w 894080"/>
                <a:gd name="connsiteY88" fmla="*/ 168487 h 836930"/>
                <a:gd name="connsiteX89" fmla="*/ 107527 w 894080"/>
                <a:gd name="connsiteY89" fmla="*/ 165947 h 836930"/>
                <a:gd name="connsiteX90" fmla="*/ 107527 w 894080"/>
                <a:gd name="connsiteY90" fmla="*/ 157480 h 836930"/>
                <a:gd name="connsiteX91" fmla="*/ 101600 w 894080"/>
                <a:gd name="connsiteY91" fmla="*/ 153247 h 836930"/>
                <a:gd name="connsiteX92" fmla="*/ 97367 w 894080"/>
                <a:gd name="connsiteY92" fmla="*/ 138007 h 836930"/>
                <a:gd name="connsiteX93" fmla="*/ 101600 w 894080"/>
                <a:gd name="connsiteY93" fmla="*/ 124037 h 836930"/>
                <a:gd name="connsiteX94" fmla="*/ 101600 w 894080"/>
                <a:gd name="connsiteY94" fmla="*/ 110067 h 836930"/>
                <a:gd name="connsiteX95" fmla="*/ 103293 w 894080"/>
                <a:gd name="connsiteY95" fmla="*/ 96097 h 836930"/>
                <a:gd name="connsiteX96" fmla="*/ 107527 w 894080"/>
                <a:gd name="connsiteY96" fmla="*/ 82127 h 836930"/>
                <a:gd name="connsiteX97" fmla="*/ 110067 w 894080"/>
                <a:gd name="connsiteY97" fmla="*/ 82127 h 836930"/>
                <a:gd name="connsiteX98" fmla="*/ 115993 w 894080"/>
                <a:gd name="connsiteY98" fmla="*/ 83820 h 836930"/>
                <a:gd name="connsiteX99" fmla="*/ 131233 w 894080"/>
                <a:gd name="connsiteY99" fmla="*/ 89323 h 836930"/>
                <a:gd name="connsiteX100" fmla="*/ 144780 w 894080"/>
                <a:gd name="connsiteY100" fmla="*/ 90593 h 836930"/>
                <a:gd name="connsiteX101" fmla="*/ 147743 w 894080"/>
                <a:gd name="connsiteY101" fmla="*/ 91864 h 836930"/>
                <a:gd name="connsiteX102" fmla="*/ 161714 w 894080"/>
                <a:gd name="connsiteY102" fmla="*/ 101600 h 836930"/>
                <a:gd name="connsiteX103" fmla="*/ 167217 w 894080"/>
                <a:gd name="connsiteY103" fmla="*/ 117264 h 836930"/>
                <a:gd name="connsiteX104" fmla="*/ 181187 w 894080"/>
                <a:gd name="connsiteY104" fmla="*/ 113030 h 836930"/>
                <a:gd name="connsiteX105" fmla="*/ 195157 w 894080"/>
                <a:gd name="connsiteY105" fmla="*/ 110067 h 836930"/>
                <a:gd name="connsiteX106" fmla="*/ 210397 w 894080"/>
                <a:gd name="connsiteY106" fmla="*/ 111760 h 836930"/>
                <a:gd name="connsiteX107" fmla="*/ 224367 w 894080"/>
                <a:gd name="connsiteY107" fmla="*/ 113030 h 836930"/>
                <a:gd name="connsiteX108" fmla="*/ 227330 w 894080"/>
                <a:gd name="connsiteY108" fmla="*/ 111760 h 836930"/>
                <a:gd name="connsiteX109" fmla="*/ 237067 w 894080"/>
                <a:gd name="connsiteY109" fmla="*/ 103293 h 836930"/>
                <a:gd name="connsiteX110" fmla="*/ 251037 w 894080"/>
                <a:gd name="connsiteY110" fmla="*/ 97790 h 836930"/>
                <a:gd name="connsiteX111" fmla="*/ 266277 w 894080"/>
                <a:gd name="connsiteY111" fmla="*/ 94827 h 836930"/>
                <a:gd name="connsiteX112" fmla="*/ 280247 w 894080"/>
                <a:gd name="connsiteY112" fmla="*/ 89323 h 836930"/>
                <a:gd name="connsiteX113" fmla="*/ 294217 w 894080"/>
                <a:gd name="connsiteY113" fmla="*/ 83820 h 836930"/>
                <a:gd name="connsiteX114" fmla="*/ 295487 w 894080"/>
                <a:gd name="connsiteY114" fmla="*/ 82127 h 836930"/>
                <a:gd name="connsiteX115" fmla="*/ 309457 w 894080"/>
                <a:gd name="connsiteY115" fmla="*/ 74083 h 836930"/>
                <a:gd name="connsiteX116" fmla="*/ 323427 w 894080"/>
                <a:gd name="connsiteY116" fmla="*/ 68157 h 836930"/>
                <a:gd name="connsiteX117" fmla="*/ 337397 w 894080"/>
                <a:gd name="connsiteY117" fmla="*/ 71120 h 836930"/>
                <a:gd name="connsiteX118" fmla="*/ 353060 w 894080"/>
                <a:gd name="connsiteY118" fmla="*/ 74083 h 836930"/>
                <a:gd name="connsiteX119" fmla="*/ 367030 w 894080"/>
                <a:gd name="connsiteY119" fmla="*/ 79587 h 836930"/>
                <a:gd name="connsiteX120" fmla="*/ 381000 w 894080"/>
                <a:gd name="connsiteY120" fmla="*/ 93557 h 836930"/>
                <a:gd name="connsiteX121" fmla="*/ 384810 w 894080"/>
                <a:gd name="connsiteY121" fmla="*/ 96097 h 836930"/>
                <a:gd name="connsiteX122" fmla="*/ 398780 w 894080"/>
                <a:gd name="connsiteY122" fmla="*/ 104564 h 836930"/>
                <a:gd name="connsiteX123" fmla="*/ 412750 w 894080"/>
                <a:gd name="connsiteY123" fmla="*/ 104564 h 836930"/>
                <a:gd name="connsiteX124" fmla="*/ 426720 w 894080"/>
                <a:gd name="connsiteY124" fmla="*/ 104564 h 836930"/>
                <a:gd name="connsiteX125" fmla="*/ 433917 w 894080"/>
                <a:gd name="connsiteY125" fmla="*/ 103293 h 836930"/>
                <a:gd name="connsiteX126" fmla="*/ 438150 w 894080"/>
                <a:gd name="connsiteY126" fmla="*/ 103293 h 836930"/>
                <a:gd name="connsiteX127" fmla="*/ 452120 w 894080"/>
                <a:gd name="connsiteY127" fmla="*/ 107527 h 836930"/>
                <a:gd name="connsiteX128" fmla="*/ 466090 w 894080"/>
                <a:gd name="connsiteY128" fmla="*/ 110067 h 836930"/>
                <a:gd name="connsiteX129" fmla="*/ 479637 w 894080"/>
                <a:gd name="connsiteY129" fmla="*/ 107527 h 836930"/>
                <a:gd name="connsiteX130" fmla="*/ 493607 w 894080"/>
                <a:gd name="connsiteY130" fmla="*/ 104564 h 836930"/>
                <a:gd name="connsiteX131" fmla="*/ 499533 w 894080"/>
                <a:gd name="connsiteY131" fmla="*/ 103293 h 836930"/>
                <a:gd name="connsiteX132" fmla="*/ 513504 w 894080"/>
                <a:gd name="connsiteY132" fmla="*/ 100330 h 836930"/>
                <a:gd name="connsiteX133" fmla="*/ 527474 w 894080"/>
                <a:gd name="connsiteY133" fmla="*/ 97790 h 836930"/>
                <a:gd name="connsiteX134" fmla="*/ 541020 w 894080"/>
                <a:gd name="connsiteY134" fmla="*/ 96097 h 836930"/>
                <a:gd name="connsiteX135" fmla="*/ 556683 w 894080"/>
                <a:gd name="connsiteY135" fmla="*/ 90593 h 836930"/>
                <a:gd name="connsiteX136" fmla="*/ 570230 w 894080"/>
                <a:gd name="connsiteY136" fmla="*/ 85090 h 836930"/>
                <a:gd name="connsiteX137" fmla="*/ 576157 w 894080"/>
                <a:gd name="connsiteY137" fmla="*/ 82127 h 836930"/>
                <a:gd name="connsiteX138" fmla="*/ 578697 w 894080"/>
                <a:gd name="connsiteY138" fmla="*/ 79587 h 836930"/>
                <a:gd name="connsiteX139" fmla="*/ 587164 w 894080"/>
                <a:gd name="connsiteY139" fmla="*/ 75354 h 836930"/>
                <a:gd name="connsiteX140" fmla="*/ 592667 w 894080"/>
                <a:gd name="connsiteY140" fmla="*/ 74083 h 836930"/>
                <a:gd name="connsiteX141" fmla="*/ 604097 w 894080"/>
                <a:gd name="connsiteY141" fmla="*/ 66887 h 836930"/>
                <a:gd name="connsiteX142" fmla="*/ 613833 w 894080"/>
                <a:gd name="connsiteY142" fmla="*/ 61383 h 836930"/>
                <a:gd name="connsiteX143" fmla="*/ 627804 w 894080"/>
                <a:gd name="connsiteY143" fmla="*/ 51647 h 836930"/>
                <a:gd name="connsiteX144" fmla="*/ 641350 w 894080"/>
                <a:gd name="connsiteY144" fmla="*/ 47414 h 836930"/>
                <a:gd name="connsiteX145" fmla="*/ 657014 w 894080"/>
                <a:gd name="connsiteY145" fmla="*/ 40217 h 836930"/>
                <a:gd name="connsiteX146" fmla="*/ 666750 w 894080"/>
                <a:gd name="connsiteY146" fmla="*/ 36407 h 836930"/>
                <a:gd name="connsiteX147" fmla="*/ 681990 w 894080"/>
                <a:gd name="connsiteY147" fmla="*/ 35137 h 836930"/>
                <a:gd name="connsiteX148" fmla="*/ 695960 w 894080"/>
                <a:gd name="connsiteY148" fmla="*/ 33443 h 836930"/>
                <a:gd name="connsiteX149" fmla="*/ 707390 w 894080"/>
                <a:gd name="connsiteY149" fmla="*/ 35137 h 836930"/>
                <a:gd name="connsiteX150" fmla="*/ 720937 w 894080"/>
                <a:gd name="connsiteY150" fmla="*/ 37677 h 836930"/>
                <a:gd name="connsiteX151" fmla="*/ 735330 w 894080"/>
                <a:gd name="connsiteY151" fmla="*/ 41910 h 836930"/>
                <a:gd name="connsiteX152" fmla="*/ 736600 w 894080"/>
                <a:gd name="connsiteY152" fmla="*/ 41910 h 836930"/>
                <a:gd name="connsiteX153" fmla="*/ 747607 w 894080"/>
                <a:gd name="connsiteY153" fmla="*/ 41910 h 836930"/>
                <a:gd name="connsiteX154" fmla="*/ 749300 w 894080"/>
                <a:gd name="connsiteY154" fmla="*/ 41910 h 836930"/>
                <a:gd name="connsiteX155" fmla="*/ 762847 w 894080"/>
                <a:gd name="connsiteY155" fmla="*/ 40217 h 836930"/>
                <a:gd name="connsiteX156" fmla="*/ 775547 w 894080"/>
                <a:gd name="connsiteY156" fmla="*/ 40217 h 836930"/>
                <a:gd name="connsiteX157" fmla="*/ 785283 w 894080"/>
                <a:gd name="connsiteY157" fmla="*/ 38947 h 836930"/>
                <a:gd name="connsiteX158" fmla="*/ 792480 w 894080"/>
                <a:gd name="connsiteY158" fmla="*/ 35137 h 836930"/>
                <a:gd name="connsiteX159" fmla="*/ 799254 w 894080"/>
                <a:gd name="connsiteY159" fmla="*/ 33443 h 836930"/>
                <a:gd name="connsiteX160" fmla="*/ 800947 w 894080"/>
                <a:gd name="connsiteY160" fmla="*/ 35137 h 836930"/>
                <a:gd name="connsiteX161" fmla="*/ 811954 w 894080"/>
                <a:gd name="connsiteY161" fmla="*/ 33443 h 836930"/>
                <a:gd name="connsiteX162" fmla="*/ 827193 w 894080"/>
                <a:gd name="connsiteY162" fmla="*/ 29210 h 836930"/>
                <a:gd name="connsiteX163" fmla="*/ 839893 w 894080"/>
                <a:gd name="connsiteY163" fmla="*/ 24977 h 836930"/>
                <a:gd name="connsiteX164" fmla="*/ 853864 w 894080"/>
                <a:gd name="connsiteY164" fmla="*/ 15240 h 836930"/>
                <a:gd name="connsiteX165" fmla="*/ 866140 w 894080"/>
                <a:gd name="connsiteY165" fmla="*/ 0 h 836930"/>
                <a:gd name="connsiteX166" fmla="*/ 880110 w 894080"/>
                <a:gd name="connsiteY166" fmla="*/ 9737 h 836930"/>
                <a:gd name="connsiteX167" fmla="*/ 885614 w 894080"/>
                <a:gd name="connsiteY167" fmla="*/ 24977 h 836930"/>
                <a:gd name="connsiteX168" fmla="*/ 889847 w 894080"/>
                <a:gd name="connsiteY168" fmla="*/ 36407 h 836930"/>
                <a:gd name="connsiteX169" fmla="*/ 894080 w 894080"/>
                <a:gd name="connsiteY169" fmla="*/ 43180 h 836930"/>
                <a:gd name="connsiteX170" fmla="*/ 883074 w 894080"/>
                <a:gd name="connsiteY170" fmla="*/ 57150 h 836930"/>
                <a:gd name="connsiteX171" fmla="*/ 880110 w 894080"/>
                <a:gd name="connsiteY171" fmla="*/ 60114 h 836930"/>
                <a:gd name="connsiteX172" fmla="*/ 874607 w 894080"/>
                <a:gd name="connsiteY172" fmla="*/ 66887 h 836930"/>
                <a:gd name="connsiteX173" fmla="*/ 866140 w 894080"/>
                <a:gd name="connsiteY173" fmla="*/ 76623 h 836930"/>
                <a:gd name="connsiteX174" fmla="*/ 857674 w 894080"/>
                <a:gd name="connsiteY174" fmla="*/ 85090 h 836930"/>
                <a:gd name="connsiteX175" fmla="*/ 856404 w 894080"/>
                <a:gd name="connsiteY175" fmla="*/ 86360 h 836930"/>
                <a:gd name="connsiteX176" fmla="*/ 852170 w 894080"/>
                <a:gd name="connsiteY176" fmla="*/ 91864 h 836930"/>
                <a:gd name="connsiteX177" fmla="*/ 839893 w 894080"/>
                <a:gd name="connsiteY177" fmla="*/ 107527 h 836930"/>
                <a:gd name="connsiteX178" fmla="*/ 824230 w 894080"/>
                <a:gd name="connsiteY178" fmla="*/ 121497 h 836930"/>
                <a:gd name="connsiteX179" fmla="*/ 810260 w 894080"/>
                <a:gd name="connsiteY179" fmla="*/ 124037 h 836930"/>
                <a:gd name="connsiteX180" fmla="*/ 796290 w 894080"/>
                <a:gd name="connsiteY180" fmla="*/ 128270 h 836930"/>
                <a:gd name="connsiteX181" fmla="*/ 782320 w 894080"/>
                <a:gd name="connsiteY181" fmla="*/ 131233 h 836930"/>
                <a:gd name="connsiteX182" fmla="*/ 767080 w 894080"/>
                <a:gd name="connsiteY182" fmla="*/ 139277 h 836930"/>
                <a:gd name="connsiteX183" fmla="*/ 764540 w 894080"/>
                <a:gd name="connsiteY183" fmla="*/ 146473 h 836930"/>
                <a:gd name="connsiteX184" fmla="*/ 760307 w 894080"/>
                <a:gd name="connsiteY184" fmla="*/ 156210 h 836930"/>
                <a:gd name="connsiteX185" fmla="*/ 758614 w 894080"/>
                <a:gd name="connsiteY185" fmla="*/ 158750 h 836930"/>
                <a:gd name="connsiteX186" fmla="*/ 757343 w 894080"/>
                <a:gd name="connsiteY186" fmla="*/ 161714 h 836930"/>
                <a:gd name="connsiteX187" fmla="*/ 757343 w 894080"/>
                <a:gd name="connsiteY187" fmla="*/ 174414 h 836930"/>
                <a:gd name="connsiteX188" fmla="*/ 757343 w 894080"/>
                <a:gd name="connsiteY188" fmla="*/ 175683 h 836930"/>
                <a:gd name="connsiteX189" fmla="*/ 757343 w 894080"/>
                <a:gd name="connsiteY189" fmla="*/ 190923 h 836930"/>
                <a:gd name="connsiteX190" fmla="*/ 757343 w 894080"/>
                <a:gd name="connsiteY190" fmla="*/ 206587 h 836930"/>
                <a:gd name="connsiteX191" fmla="*/ 762847 w 894080"/>
                <a:gd name="connsiteY191" fmla="*/ 221827 h 836930"/>
                <a:gd name="connsiteX192" fmla="*/ 771314 w 894080"/>
                <a:gd name="connsiteY192" fmla="*/ 235797 h 836930"/>
                <a:gd name="connsiteX193" fmla="*/ 779780 w 894080"/>
                <a:gd name="connsiteY193" fmla="*/ 251037 h 836930"/>
                <a:gd name="connsiteX194" fmla="*/ 781050 w 894080"/>
                <a:gd name="connsiteY194" fmla="*/ 266277 h 836930"/>
                <a:gd name="connsiteX195" fmla="*/ 784014 w 894080"/>
                <a:gd name="connsiteY195" fmla="*/ 281940 h 836930"/>
                <a:gd name="connsiteX196" fmla="*/ 776817 w 894080"/>
                <a:gd name="connsiteY196" fmla="*/ 295910 h 836930"/>
                <a:gd name="connsiteX197" fmla="*/ 771314 w 894080"/>
                <a:gd name="connsiteY197" fmla="*/ 308187 h 836930"/>
                <a:gd name="connsiteX198" fmla="*/ 771314 w 894080"/>
                <a:gd name="connsiteY198" fmla="*/ 323427 h 836930"/>
                <a:gd name="connsiteX199" fmla="*/ 770043 w 894080"/>
                <a:gd name="connsiteY199" fmla="*/ 337397 h 836930"/>
                <a:gd name="connsiteX200" fmla="*/ 767080 w 894080"/>
                <a:gd name="connsiteY200" fmla="*/ 351367 h 836930"/>
                <a:gd name="connsiteX201" fmla="*/ 768774 w 894080"/>
                <a:gd name="connsiteY201" fmla="*/ 365337 h 836930"/>
                <a:gd name="connsiteX202" fmla="*/ 768774 w 894080"/>
                <a:gd name="connsiteY202" fmla="*/ 368300 h 836930"/>
                <a:gd name="connsiteX203" fmla="*/ 770043 w 894080"/>
                <a:gd name="connsiteY203" fmla="*/ 372533 h 836930"/>
                <a:gd name="connsiteX204" fmla="*/ 772583 w 894080"/>
                <a:gd name="connsiteY204" fmla="*/ 389043 h 836930"/>
                <a:gd name="connsiteX205" fmla="*/ 772583 w 894080"/>
                <a:gd name="connsiteY205" fmla="*/ 394970 h 836930"/>
                <a:gd name="connsiteX206" fmla="*/ 775547 w 894080"/>
                <a:gd name="connsiteY206" fmla="*/ 410210 h 836930"/>
                <a:gd name="connsiteX207" fmla="*/ 776817 w 894080"/>
                <a:gd name="connsiteY207" fmla="*/ 425450 h 836930"/>
                <a:gd name="connsiteX208" fmla="*/ 770043 w 894080"/>
                <a:gd name="connsiteY208" fmla="*/ 439420 h 836930"/>
                <a:gd name="connsiteX209" fmla="*/ 761577 w 894080"/>
                <a:gd name="connsiteY209" fmla="*/ 454660 h 836930"/>
                <a:gd name="connsiteX210" fmla="*/ 757343 w 894080"/>
                <a:gd name="connsiteY210" fmla="*/ 469900 h 836930"/>
                <a:gd name="connsiteX211" fmla="*/ 753110 w 894080"/>
                <a:gd name="connsiteY211" fmla="*/ 483870 h 836930"/>
                <a:gd name="connsiteX212" fmla="*/ 747607 w 894080"/>
                <a:gd name="connsiteY212" fmla="*/ 488104 h 836930"/>
                <a:gd name="connsiteX213" fmla="*/ 737870 w 894080"/>
                <a:gd name="connsiteY213" fmla="*/ 493607 h 836930"/>
                <a:gd name="connsiteX214" fmla="*/ 723900 w 894080"/>
                <a:gd name="connsiteY214" fmla="*/ 503767 h 836930"/>
                <a:gd name="connsiteX215" fmla="*/ 719667 w 894080"/>
                <a:gd name="connsiteY215" fmla="*/ 505037 h 836930"/>
                <a:gd name="connsiteX216" fmla="*/ 714164 w 894080"/>
                <a:gd name="connsiteY216" fmla="*/ 509270 h 836930"/>
                <a:gd name="connsiteX217" fmla="*/ 702733 w 894080"/>
                <a:gd name="connsiteY217" fmla="*/ 514773 h 836930"/>
                <a:gd name="connsiteX218" fmla="*/ 689187 w 894080"/>
                <a:gd name="connsiteY218" fmla="*/ 523240 h 836930"/>
                <a:gd name="connsiteX219" fmla="*/ 675217 w 894080"/>
                <a:gd name="connsiteY219" fmla="*/ 531283 h 836930"/>
                <a:gd name="connsiteX220" fmla="*/ 661247 w 894080"/>
                <a:gd name="connsiteY220" fmla="*/ 541443 h 836930"/>
                <a:gd name="connsiteX221" fmla="*/ 646007 w 894080"/>
                <a:gd name="connsiteY221" fmla="*/ 549487 h 836930"/>
                <a:gd name="connsiteX222" fmla="*/ 634577 w 894080"/>
                <a:gd name="connsiteY222" fmla="*/ 556683 h 836930"/>
                <a:gd name="connsiteX223" fmla="*/ 619337 w 894080"/>
                <a:gd name="connsiteY223" fmla="*/ 565150 h 836930"/>
                <a:gd name="connsiteX224" fmla="*/ 613833 w 894080"/>
                <a:gd name="connsiteY224" fmla="*/ 568960 h 836930"/>
                <a:gd name="connsiteX225" fmla="*/ 599864 w 894080"/>
                <a:gd name="connsiteY225" fmla="*/ 577427 h 836930"/>
                <a:gd name="connsiteX226" fmla="*/ 584624 w 894080"/>
                <a:gd name="connsiteY226" fmla="*/ 585893 h 836930"/>
                <a:gd name="connsiteX227" fmla="*/ 577427 w 894080"/>
                <a:gd name="connsiteY227" fmla="*/ 590127 h 836930"/>
                <a:gd name="connsiteX228" fmla="*/ 562187 w 894080"/>
                <a:gd name="connsiteY228" fmla="*/ 598170 h 836930"/>
                <a:gd name="connsiteX229" fmla="*/ 548217 w 894080"/>
                <a:gd name="connsiteY229" fmla="*/ 606637 h 836930"/>
                <a:gd name="connsiteX230" fmla="*/ 534247 w 894080"/>
                <a:gd name="connsiteY230" fmla="*/ 615104 h 836930"/>
                <a:gd name="connsiteX231" fmla="*/ 520277 w 894080"/>
                <a:gd name="connsiteY231" fmla="*/ 624840 h 836930"/>
                <a:gd name="connsiteX232" fmla="*/ 506307 w 894080"/>
                <a:gd name="connsiteY232" fmla="*/ 633307 h 836930"/>
                <a:gd name="connsiteX233" fmla="*/ 492337 w 894080"/>
                <a:gd name="connsiteY233" fmla="*/ 641350 h 836930"/>
                <a:gd name="connsiteX234" fmla="*/ 477097 w 894080"/>
                <a:gd name="connsiteY234" fmla="*/ 650240 h 836930"/>
                <a:gd name="connsiteX235" fmla="*/ 474133 w 894080"/>
                <a:gd name="connsiteY235" fmla="*/ 652780 h 836930"/>
                <a:gd name="connsiteX236" fmla="*/ 460164 w 894080"/>
                <a:gd name="connsiteY236" fmla="*/ 661247 h 836930"/>
                <a:gd name="connsiteX237" fmla="*/ 454660 w 894080"/>
                <a:gd name="connsiteY237" fmla="*/ 663787 h 836930"/>
                <a:gd name="connsiteX238" fmla="*/ 453390 w 894080"/>
                <a:gd name="connsiteY238" fmla="*/ 665480 h 836930"/>
                <a:gd name="connsiteX239" fmla="*/ 439420 w 894080"/>
                <a:gd name="connsiteY239" fmla="*/ 673947 h 836930"/>
                <a:gd name="connsiteX240" fmla="*/ 425450 w 894080"/>
                <a:gd name="connsiteY240" fmla="*/ 683260 h 836930"/>
                <a:gd name="connsiteX241" fmla="*/ 410210 w 894080"/>
                <a:gd name="connsiteY241" fmla="*/ 693420 h 836930"/>
                <a:gd name="connsiteX242" fmla="*/ 396240 w 894080"/>
                <a:gd name="connsiteY242" fmla="*/ 701464 h 836930"/>
                <a:gd name="connsiteX243" fmla="*/ 393277 w 894080"/>
                <a:gd name="connsiteY243" fmla="*/ 704427 h 836930"/>
                <a:gd name="connsiteX244" fmla="*/ 378037 w 894080"/>
                <a:gd name="connsiteY244" fmla="*/ 714164 h 836930"/>
                <a:gd name="connsiteX245" fmla="*/ 364067 w 894080"/>
                <a:gd name="connsiteY245" fmla="*/ 723900 h 836930"/>
                <a:gd name="connsiteX246" fmla="*/ 350097 w 894080"/>
                <a:gd name="connsiteY246" fmla="*/ 733637 h 836930"/>
                <a:gd name="connsiteX247" fmla="*/ 336127 w 894080"/>
                <a:gd name="connsiteY247" fmla="*/ 742104 h 836930"/>
                <a:gd name="connsiteX248" fmla="*/ 330624 w 894080"/>
                <a:gd name="connsiteY248" fmla="*/ 746337 h 836930"/>
                <a:gd name="connsiteX249" fmla="*/ 315383 w 894080"/>
                <a:gd name="connsiteY249" fmla="*/ 756073 h 836930"/>
                <a:gd name="connsiteX250" fmla="*/ 301414 w 894080"/>
                <a:gd name="connsiteY250" fmla="*/ 765810 h 836930"/>
                <a:gd name="connsiteX251" fmla="*/ 287443 w 894080"/>
                <a:gd name="connsiteY251" fmla="*/ 775547 h 836930"/>
                <a:gd name="connsiteX252" fmla="*/ 284480 w 894080"/>
                <a:gd name="connsiteY252" fmla="*/ 778510 h 836930"/>
                <a:gd name="connsiteX253" fmla="*/ 269240 w 894080"/>
                <a:gd name="connsiteY253" fmla="*/ 788247 h 836930"/>
                <a:gd name="connsiteX254" fmla="*/ 255270 w 894080"/>
                <a:gd name="connsiteY254" fmla="*/ 797983 h 836930"/>
                <a:gd name="connsiteX255" fmla="*/ 241300 w 894080"/>
                <a:gd name="connsiteY255" fmla="*/ 807720 h 836930"/>
                <a:gd name="connsiteX256" fmla="*/ 237067 w 894080"/>
                <a:gd name="connsiteY256" fmla="*/ 810683 h 836930"/>
                <a:gd name="connsiteX257" fmla="*/ 221827 w 894080"/>
                <a:gd name="connsiteY257" fmla="*/ 821690 h 836930"/>
                <a:gd name="connsiteX258" fmla="*/ 207857 w 894080"/>
                <a:gd name="connsiteY258" fmla="*/ 831427 h 836930"/>
                <a:gd name="connsiteX259" fmla="*/ 193887 w 894080"/>
                <a:gd name="connsiteY259" fmla="*/ 836930 h 836930"/>
                <a:gd name="connsiteX260" fmla="*/ 182880 w 894080"/>
                <a:gd name="connsiteY260" fmla="*/ 835660 h 836930"/>
                <a:gd name="connsiteX261" fmla="*/ 167217 w 894080"/>
                <a:gd name="connsiteY261" fmla="*/ 832697 h 836930"/>
                <a:gd name="connsiteX262" fmla="*/ 153247 w 894080"/>
                <a:gd name="connsiteY262" fmla="*/ 830157 h 836930"/>
                <a:gd name="connsiteX263" fmla="*/ 151977 w 894080"/>
                <a:gd name="connsiteY263" fmla="*/ 830157 h 836930"/>
                <a:gd name="connsiteX264" fmla="*/ 142240 w 894080"/>
                <a:gd name="connsiteY264" fmla="*/ 827193 h 836930"/>
                <a:gd name="connsiteX265" fmla="*/ 140970 w 894080"/>
                <a:gd name="connsiteY265" fmla="*/ 827193 h 836930"/>
                <a:gd name="connsiteX266" fmla="*/ 127000 w 894080"/>
                <a:gd name="connsiteY266" fmla="*/ 817457 h 836930"/>
                <a:gd name="connsiteX267" fmla="*/ 113030 w 894080"/>
                <a:gd name="connsiteY267" fmla="*/ 807720 h 836930"/>
                <a:gd name="connsiteX268" fmla="*/ 107527 w 894080"/>
                <a:gd name="connsiteY268" fmla="*/ 803487 h 836930"/>
                <a:gd name="connsiteX269" fmla="*/ 101600 w 894080"/>
                <a:gd name="connsiteY269" fmla="*/ 804757 h 836930"/>
                <a:gd name="connsiteX270" fmla="*/ 99060 w 894080"/>
                <a:gd name="connsiteY270" fmla="*/ 803487 h 836930"/>
                <a:gd name="connsiteX271" fmla="*/ 85090 w 894080"/>
                <a:gd name="connsiteY271" fmla="*/ 792480 h 836930"/>
                <a:gd name="connsiteX272" fmla="*/ 80857 w 894080"/>
                <a:gd name="connsiteY272" fmla="*/ 784014 h 836930"/>
                <a:gd name="connsiteX273" fmla="*/ 74083 w 894080"/>
                <a:gd name="connsiteY273" fmla="*/ 781050 h 836930"/>
                <a:gd name="connsiteX274" fmla="*/ 68157 w 894080"/>
                <a:gd name="connsiteY274" fmla="*/ 774277 h 836930"/>
                <a:gd name="connsiteX275" fmla="*/ 62654 w 894080"/>
                <a:gd name="connsiteY275" fmla="*/ 770043 h 836930"/>
                <a:gd name="connsiteX276" fmla="*/ 60114 w 894080"/>
                <a:gd name="connsiteY276" fmla="*/ 770043 h 836930"/>
                <a:gd name="connsiteX277" fmla="*/ 58420 w 894080"/>
                <a:gd name="connsiteY277" fmla="*/ 768773 h 836930"/>
                <a:gd name="connsiteX278" fmla="*/ 44450 w 894080"/>
                <a:gd name="connsiteY278" fmla="*/ 765810 h 836930"/>
                <a:gd name="connsiteX279" fmla="*/ 43180 w 894080"/>
                <a:gd name="connsiteY279" fmla="*/ 765810 h 836930"/>
                <a:gd name="connsiteX280" fmla="*/ 41487 w 894080"/>
                <a:gd name="connsiteY280" fmla="*/ 765810 h 836930"/>
                <a:gd name="connsiteX281" fmla="*/ 40217 w 894080"/>
                <a:gd name="connsiteY281" fmla="*/ 768773 h 836930"/>
                <a:gd name="connsiteX282" fmla="*/ 30480 w 894080"/>
                <a:gd name="connsiteY282" fmla="*/ 775547 h 836930"/>
                <a:gd name="connsiteX283" fmla="*/ 29210 w 894080"/>
                <a:gd name="connsiteY283" fmla="*/ 776817 h 836930"/>
                <a:gd name="connsiteX284" fmla="*/ 24977 w 894080"/>
                <a:gd name="connsiteY284" fmla="*/ 775547 h 836930"/>
                <a:gd name="connsiteX285" fmla="*/ 20743 w 894080"/>
                <a:gd name="connsiteY285" fmla="*/ 772583 h 836930"/>
                <a:gd name="connsiteX286" fmla="*/ 19474 w 894080"/>
                <a:gd name="connsiteY286" fmla="*/ 771314 h 836930"/>
                <a:gd name="connsiteX287" fmla="*/ 23707 w 894080"/>
                <a:gd name="connsiteY287" fmla="*/ 765810 h 836930"/>
                <a:gd name="connsiteX288" fmla="*/ 24977 w 894080"/>
                <a:gd name="connsiteY288" fmla="*/ 765810 h 836930"/>
                <a:gd name="connsiteX289" fmla="*/ 26247 w 894080"/>
                <a:gd name="connsiteY289" fmla="*/ 764540 h 836930"/>
                <a:gd name="connsiteX290" fmla="*/ 27940 w 894080"/>
                <a:gd name="connsiteY290" fmla="*/ 764540 h 836930"/>
                <a:gd name="connsiteX291" fmla="*/ 27940 w 894080"/>
                <a:gd name="connsiteY291" fmla="*/ 762847 h 836930"/>
                <a:gd name="connsiteX292" fmla="*/ 27940 w 894080"/>
                <a:gd name="connsiteY292" fmla="*/ 760307 h 836930"/>
                <a:gd name="connsiteX293" fmla="*/ 26247 w 894080"/>
                <a:gd name="connsiteY293" fmla="*/ 756073 h 836930"/>
                <a:gd name="connsiteX294" fmla="*/ 24977 w 894080"/>
                <a:gd name="connsiteY294" fmla="*/ 756073 h 836930"/>
                <a:gd name="connsiteX295" fmla="*/ 23707 w 894080"/>
                <a:gd name="connsiteY295" fmla="*/ 754804 h 836930"/>
                <a:gd name="connsiteX296" fmla="*/ 20743 w 894080"/>
                <a:gd name="connsiteY296" fmla="*/ 743373 h 836930"/>
                <a:gd name="connsiteX297" fmla="*/ 19474 w 894080"/>
                <a:gd name="connsiteY297" fmla="*/ 740833 h 836930"/>
                <a:gd name="connsiteX298" fmla="*/ 19474 w 894080"/>
                <a:gd name="connsiteY298" fmla="*/ 739140 h 836930"/>
                <a:gd name="connsiteX299" fmla="*/ 18204 w 894080"/>
                <a:gd name="connsiteY299" fmla="*/ 735330 h 836930"/>
                <a:gd name="connsiteX300" fmla="*/ 16510 w 894080"/>
                <a:gd name="connsiteY300" fmla="*/ 722630 h 836930"/>
                <a:gd name="connsiteX301" fmla="*/ 18204 w 894080"/>
                <a:gd name="connsiteY301" fmla="*/ 717127 h 836930"/>
                <a:gd name="connsiteX302" fmla="*/ 19474 w 894080"/>
                <a:gd name="connsiteY302" fmla="*/ 715857 h 836930"/>
                <a:gd name="connsiteX303" fmla="*/ 22014 w 894080"/>
                <a:gd name="connsiteY303" fmla="*/ 708660 h 836930"/>
                <a:gd name="connsiteX304" fmla="*/ 22014 w 894080"/>
                <a:gd name="connsiteY304" fmla="*/ 701464 h 836930"/>
                <a:gd name="connsiteX305" fmla="*/ 22014 w 894080"/>
                <a:gd name="connsiteY305" fmla="*/ 687493 h 836930"/>
                <a:gd name="connsiteX306" fmla="*/ 22014 w 894080"/>
                <a:gd name="connsiteY306" fmla="*/ 681990 h 836930"/>
                <a:gd name="connsiteX307" fmla="*/ 22014 w 894080"/>
                <a:gd name="connsiteY307" fmla="*/ 680720 h 836930"/>
                <a:gd name="connsiteX308" fmla="*/ 20743 w 894080"/>
                <a:gd name="connsiteY308" fmla="*/ 680720 h 836930"/>
                <a:gd name="connsiteX309" fmla="*/ 16510 w 894080"/>
                <a:gd name="connsiteY309" fmla="*/ 681990 h 836930"/>
                <a:gd name="connsiteX310" fmla="*/ 15240 w 894080"/>
                <a:gd name="connsiteY310" fmla="*/ 677757 h 83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</a:cxnLst>
              <a:rect l="l" t="t" r="r" b="b"/>
              <a:pathLst>
                <a:path w="894080" h="836930">
                  <a:moveTo>
                    <a:pt x="15240" y="677757"/>
                  </a:moveTo>
                  <a:lnTo>
                    <a:pt x="16510" y="676487"/>
                  </a:lnTo>
                  <a:lnTo>
                    <a:pt x="20743" y="676487"/>
                  </a:lnTo>
                  <a:lnTo>
                    <a:pt x="30480" y="668020"/>
                  </a:lnTo>
                  <a:lnTo>
                    <a:pt x="33443" y="666750"/>
                  </a:lnTo>
                  <a:lnTo>
                    <a:pt x="37677" y="665480"/>
                  </a:lnTo>
                  <a:lnTo>
                    <a:pt x="46143" y="654050"/>
                  </a:lnTo>
                  <a:lnTo>
                    <a:pt x="47414" y="652780"/>
                  </a:lnTo>
                  <a:lnTo>
                    <a:pt x="51647" y="651510"/>
                  </a:lnTo>
                  <a:lnTo>
                    <a:pt x="58420" y="643043"/>
                  </a:lnTo>
                  <a:lnTo>
                    <a:pt x="57150" y="634577"/>
                  </a:lnTo>
                  <a:lnTo>
                    <a:pt x="58420" y="634577"/>
                  </a:lnTo>
                  <a:lnTo>
                    <a:pt x="72390" y="626533"/>
                  </a:lnTo>
                  <a:lnTo>
                    <a:pt x="71120" y="623570"/>
                  </a:lnTo>
                  <a:lnTo>
                    <a:pt x="68157" y="620607"/>
                  </a:lnTo>
                  <a:lnTo>
                    <a:pt x="58420" y="609600"/>
                  </a:lnTo>
                  <a:lnTo>
                    <a:pt x="61383" y="599864"/>
                  </a:lnTo>
                  <a:lnTo>
                    <a:pt x="71120" y="584623"/>
                  </a:lnTo>
                  <a:lnTo>
                    <a:pt x="82127" y="580390"/>
                  </a:lnTo>
                  <a:lnTo>
                    <a:pt x="85090" y="582930"/>
                  </a:lnTo>
                  <a:lnTo>
                    <a:pt x="86360" y="582930"/>
                  </a:lnTo>
                  <a:lnTo>
                    <a:pt x="100330" y="581660"/>
                  </a:lnTo>
                  <a:lnTo>
                    <a:pt x="114300" y="584623"/>
                  </a:lnTo>
                  <a:lnTo>
                    <a:pt x="114300" y="580390"/>
                  </a:lnTo>
                  <a:lnTo>
                    <a:pt x="100330" y="567690"/>
                  </a:lnTo>
                  <a:lnTo>
                    <a:pt x="111760" y="553720"/>
                  </a:lnTo>
                  <a:lnTo>
                    <a:pt x="125307" y="546947"/>
                  </a:lnTo>
                  <a:lnTo>
                    <a:pt x="136737" y="532977"/>
                  </a:lnTo>
                  <a:lnTo>
                    <a:pt x="142240" y="521547"/>
                  </a:lnTo>
                  <a:lnTo>
                    <a:pt x="138007" y="507577"/>
                  </a:lnTo>
                  <a:lnTo>
                    <a:pt x="127000" y="493607"/>
                  </a:lnTo>
                  <a:lnTo>
                    <a:pt x="129540" y="483870"/>
                  </a:lnTo>
                  <a:lnTo>
                    <a:pt x="119804" y="480060"/>
                  </a:lnTo>
                  <a:lnTo>
                    <a:pt x="113030" y="471593"/>
                  </a:lnTo>
                  <a:lnTo>
                    <a:pt x="100330" y="472864"/>
                  </a:lnTo>
                  <a:lnTo>
                    <a:pt x="99060" y="467360"/>
                  </a:lnTo>
                  <a:lnTo>
                    <a:pt x="107527" y="453390"/>
                  </a:lnTo>
                  <a:lnTo>
                    <a:pt x="104564" y="450427"/>
                  </a:lnTo>
                  <a:lnTo>
                    <a:pt x="104564" y="449157"/>
                  </a:lnTo>
                  <a:lnTo>
                    <a:pt x="99060" y="444923"/>
                  </a:lnTo>
                  <a:lnTo>
                    <a:pt x="97367" y="443654"/>
                  </a:lnTo>
                  <a:lnTo>
                    <a:pt x="97367" y="441960"/>
                  </a:lnTo>
                  <a:lnTo>
                    <a:pt x="92287" y="440690"/>
                  </a:lnTo>
                  <a:lnTo>
                    <a:pt x="92287" y="441960"/>
                  </a:lnTo>
                  <a:lnTo>
                    <a:pt x="90593" y="443654"/>
                  </a:lnTo>
                  <a:lnTo>
                    <a:pt x="92287" y="444923"/>
                  </a:lnTo>
                  <a:lnTo>
                    <a:pt x="90593" y="447887"/>
                  </a:lnTo>
                  <a:lnTo>
                    <a:pt x="83820" y="449157"/>
                  </a:lnTo>
                  <a:lnTo>
                    <a:pt x="69850" y="449157"/>
                  </a:lnTo>
                  <a:lnTo>
                    <a:pt x="65617" y="447887"/>
                  </a:lnTo>
                  <a:lnTo>
                    <a:pt x="65617" y="449157"/>
                  </a:lnTo>
                  <a:lnTo>
                    <a:pt x="63924" y="449157"/>
                  </a:lnTo>
                  <a:lnTo>
                    <a:pt x="57150" y="449157"/>
                  </a:lnTo>
                  <a:lnTo>
                    <a:pt x="46143" y="446193"/>
                  </a:lnTo>
                  <a:lnTo>
                    <a:pt x="44450" y="447887"/>
                  </a:lnTo>
                  <a:lnTo>
                    <a:pt x="41487" y="440690"/>
                  </a:lnTo>
                  <a:lnTo>
                    <a:pt x="37677" y="426720"/>
                  </a:lnTo>
                  <a:lnTo>
                    <a:pt x="30480" y="411480"/>
                  </a:lnTo>
                  <a:lnTo>
                    <a:pt x="27940" y="397510"/>
                  </a:lnTo>
                  <a:lnTo>
                    <a:pt x="27940" y="389043"/>
                  </a:lnTo>
                  <a:lnTo>
                    <a:pt x="27940" y="373804"/>
                  </a:lnTo>
                  <a:lnTo>
                    <a:pt x="30480" y="359833"/>
                  </a:lnTo>
                  <a:lnTo>
                    <a:pt x="30480" y="345864"/>
                  </a:lnTo>
                  <a:lnTo>
                    <a:pt x="29210" y="344593"/>
                  </a:lnTo>
                  <a:lnTo>
                    <a:pt x="27940" y="330623"/>
                  </a:lnTo>
                  <a:lnTo>
                    <a:pt x="24977" y="316654"/>
                  </a:lnTo>
                  <a:lnTo>
                    <a:pt x="9737" y="303954"/>
                  </a:lnTo>
                  <a:lnTo>
                    <a:pt x="0" y="289983"/>
                  </a:lnTo>
                  <a:lnTo>
                    <a:pt x="2964" y="276014"/>
                  </a:lnTo>
                  <a:lnTo>
                    <a:pt x="11007" y="262043"/>
                  </a:lnTo>
                  <a:lnTo>
                    <a:pt x="4233" y="248073"/>
                  </a:lnTo>
                  <a:lnTo>
                    <a:pt x="18204" y="235797"/>
                  </a:lnTo>
                  <a:lnTo>
                    <a:pt x="19474" y="232833"/>
                  </a:lnTo>
                  <a:lnTo>
                    <a:pt x="32174" y="237067"/>
                  </a:lnTo>
                  <a:lnTo>
                    <a:pt x="38947" y="242570"/>
                  </a:lnTo>
                  <a:lnTo>
                    <a:pt x="52917" y="251037"/>
                  </a:lnTo>
                  <a:lnTo>
                    <a:pt x="55880" y="242570"/>
                  </a:lnTo>
                  <a:lnTo>
                    <a:pt x="66887" y="228600"/>
                  </a:lnTo>
                  <a:lnTo>
                    <a:pt x="80857" y="221827"/>
                  </a:lnTo>
                  <a:lnTo>
                    <a:pt x="80857" y="218864"/>
                  </a:lnTo>
                  <a:lnTo>
                    <a:pt x="79587" y="204893"/>
                  </a:lnTo>
                  <a:lnTo>
                    <a:pt x="77893" y="189654"/>
                  </a:lnTo>
                  <a:lnTo>
                    <a:pt x="77893" y="184150"/>
                  </a:lnTo>
                  <a:lnTo>
                    <a:pt x="79587" y="182880"/>
                  </a:lnTo>
                  <a:lnTo>
                    <a:pt x="83820" y="185420"/>
                  </a:lnTo>
                  <a:lnTo>
                    <a:pt x="97367" y="182880"/>
                  </a:lnTo>
                  <a:lnTo>
                    <a:pt x="106257" y="182880"/>
                  </a:lnTo>
                  <a:lnTo>
                    <a:pt x="121074" y="181187"/>
                  </a:lnTo>
                  <a:lnTo>
                    <a:pt x="115993" y="168487"/>
                  </a:lnTo>
                  <a:lnTo>
                    <a:pt x="107527" y="165947"/>
                  </a:lnTo>
                  <a:lnTo>
                    <a:pt x="107527" y="157480"/>
                  </a:lnTo>
                  <a:lnTo>
                    <a:pt x="101600" y="153247"/>
                  </a:lnTo>
                  <a:lnTo>
                    <a:pt x="97367" y="138007"/>
                  </a:lnTo>
                  <a:lnTo>
                    <a:pt x="101600" y="124037"/>
                  </a:lnTo>
                  <a:lnTo>
                    <a:pt x="101600" y="110067"/>
                  </a:lnTo>
                  <a:lnTo>
                    <a:pt x="103293" y="96097"/>
                  </a:lnTo>
                  <a:lnTo>
                    <a:pt x="107527" y="82127"/>
                  </a:lnTo>
                  <a:lnTo>
                    <a:pt x="110067" y="82127"/>
                  </a:lnTo>
                  <a:lnTo>
                    <a:pt x="115993" y="83820"/>
                  </a:lnTo>
                  <a:lnTo>
                    <a:pt x="131233" y="89323"/>
                  </a:lnTo>
                  <a:lnTo>
                    <a:pt x="144780" y="90593"/>
                  </a:lnTo>
                  <a:lnTo>
                    <a:pt x="147743" y="91864"/>
                  </a:lnTo>
                  <a:lnTo>
                    <a:pt x="161714" y="101600"/>
                  </a:lnTo>
                  <a:lnTo>
                    <a:pt x="167217" y="117264"/>
                  </a:lnTo>
                  <a:lnTo>
                    <a:pt x="181187" y="113030"/>
                  </a:lnTo>
                  <a:lnTo>
                    <a:pt x="195157" y="110067"/>
                  </a:lnTo>
                  <a:lnTo>
                    <a:pt x="210397" y="111760"/>
                  </a:lnTo>
                  <a:lnTo>
                    <a:pt x="224367" y="113030"/>
                  </a:lnTo>
                  <a:lnTo>
                    <a:pt x="227330" y="111760"/>
                  </a:lnTo>
                  <a:lnTo>
                    <a:pt x="237067" y="103293"/>
                  </a:lnTo>
                  <a:lnTo>
                    <a:pt x="251037" y="97790"/>
                  </a:lnTo>
                  <a:lnTo>
                    <a:pt x="266277" y="94827"/>
                  </a:lnTo>
                  <a:lnTo>
                    <a:pt x="280247" y="89323"/>
                  </a:lnTo>
                  <a:lnTo>
                    <a:pt x="294217" y="83820"/>
                  </a:lnTo>
                  <a:lnTo>
                    <a:pt x="295487" y="82127"/>
                  </a:lnTo>
                  <a:lnTo>
                    <a:pt x="309457" y="74083"/>
                  </a:lnTo>
                  <a:lnTo>
                    <a:pt x="323427" y="68157"/>
                  </a:lnTo>
                  <a:lnTo>
                    <a:pt x="337397" y="71120"/>
                  </a:lnTo>
                  <a:lnTo>
                    <a:pt x="353060" y="74083"/>
                  </a:lnTo>
                  <a:lnTo>
                    <a:pt x="367030" y="79587"/>
                  </a:lnTo>
                  <a:lnTo>
                    <a:pt x="381000" y="93557"/>
                  </a:lnTo>
                  <a:lnTo>
                    <a:pt x="384810" y="96097"/>
                  </a:lnTo>
                  <a:lnTo>
                    <a:pt x="398780" y="104564"/>
                  </a:lnTo>
                  <a:lnTo>
                    <a:pt x="412750" y="104564"/>
                  </a:lnTo>
                  <a:lnTo>
                    <a:pt x="426720" y="104564"/>
                  </a:lnTo>
                  <a:lnTo>
                    <a:pt x="433917" y="103293"/>
                  </a:lnTo>
                  <a:lnTo>
                    <a:pt x="438150" y="103293"/>
                  </a:lnTo>
                  <a:lnTo>
                    <a:pt x="452120" y="107527"/>
                  </a:lnTo>
                  <a:lnTo>
                    <a:pt x="466090" y="110067"/>
                  </a:lnTo>
                  <a:lnTo>
                    <a:pt x="479637" y="107527"/>
                  </a:lnTo>
                  <a:lnTo>
                    <a:pt x="493607" y="104564"/>
                  </a:lnTo>
                  <a:lnTo>
                    <a:pt x="499533" y="103293"/>
                  </a:lnTo>
                  <a:lnTo>
                    <a:pt x="513504" y="100330"/>
                  </a:lnTo>
                  <a:lnTo>
                    <a:pt x="527474" y="97790"/>
                  </a:lnTo>
                  <a:lnTo>
                    <a:pt x="541020" y="96097"/>
                  </a:lnTo>
                  <a:lnTo>
                    <a:pt x="556683" y="90593"/>
                  </a:lnTo>
                  <a:lnTo>
                    <a:pt x="570230" y="85090"/>
                  </a:lnTo>
                  <a:lnTo>
                    <a:pt x="576157" y="82127"/>
                  </a:lnTo>
                  <a:lnTo>
                    <a:pt x="578697" y="79587"/>
                  </a:lnTo>
                  <a:lnTo>
                    <a:pt x="587164" y="75354"/>
                  </a:lnTo>
                  <a:lnTo>
                    <a:pt x="592667" y="74083"/>
                  </a:lnTo>
                  <a:lnTo>
                    <a:pt x="604097" y="66887"/>
                  </a:lnTo>
                  <a:lnTo>
                    <a:pt x="613833" y="61383"/>
                  </a:lnTo>
                  <a:lnTo>
                    <a:pt x="627804" y="51647"/>
                  </a:lnTo>
                  <a:lnTo>
                    <a:pt x="641350" y="47414"/>
                  </a:lnTo>
                  <a:lnTo>
                    <a:pt x="657014" y="40217"/>
                  </a:lnTo>
                  <a:lnTo>
                    <a:pt x="666750" y="36407"/>
                  </a:lnTo>
                  <a:lnTo>
                    <a:pt x="681990" y="35137"/>
                  </a:lnTo>
                  <a:lnTo>
                    <a:pt x="695960" y="33443"/>
                  </a:lnTo>
                  <a:lnTo>
                    <a:pt x="707390" y="35137"/>
                  </a:lnTo>
                  <a:lnTo>
                    <a:pt x="720937" y="37677"/>
                  </a:lnTo>
                  <a:lnTo>
                    <a:pt x="735330" y="41910"/>
                  </a:lnTo>
                  <a:lnTo>
                    <a:pt x="736600" y="41910"/>
                  </a:lnTo>
                  <a:lnTo>
                    <a:pt x="747607" y="41910"/>
                  </a:lnTo>
                  <a:lnTo>
                    <a:pt x="749300" y="41910"/>
                  </a:lnTo>
                  <a:lnTo>
                    <a:pt x="762847" y="40217"/>
                  </a:lnTo>
                  <a:lnTo>
                    <a:pt x="775547" y="40217"/>
                  </a:lnTo>
                  <a:lnTo>
                    <a:pt x="785283" y="38947"/>
                  </a:lnTo>
                  <a:lnTo>
                    <a:pt x="792480" y="35137"/>
                  </a:lnTo>
                  <a:lnTo>
                    <a:pt x="799254" y="33443"/>
                  </a:lnTo>
                  <a:lnTo>
                    <a:pt x="800947" y="35137"/>
                  </a:lnTo>
                  <a:lnTo>
                    <a:pt x="811954" y="33443"/>
                  </a:lnTo>
                  <a:lnTo>
                    <a:pt x="827193" y="29210"/>
                  </a:lnTo>
                  <a:lnTo>
                    <a:pt x="839893" y="24977"/>
                  </a:lnTo>
                  <a:lnTo>
                    <a:pt x="853864" y="15240"/>
                  </a:lnTo>
                  <a:lnTo>
                    <a:pt x="866140" y="0"/>
                  </a:lnTo>
                  <a:lnTo>
                    <a:pt x="880110" y="9737"/>
                  </a:lnTo>
                  <a:lnTo>
                    <a:pt x="885614" y="24977"/>
                  </a:lnTo>
                  <a:lnTo>
                    <a:pt x="889847" y="36407"/>
                  </a:lnTo>
                  <a:lnTo>
                    <a:pt x="894080" y="43180"/>
                  </a:lnTo>
                  <a:lnTo>
                    <a:pt x="883074" y="57150"/>
                  </a:lnTo>
                  <a:lnTo>
                    <a:pt x="880110" y="60114"/>
                  </a:lnTo>
                  <a:lnTo>
                    <a:pt x="874607" y="66887"/>
                  </a:lnTo>
                  <a:lnTo>
                    <a:pt x="866140" y="76623"/>
                  </a:lnTo>
                  <a:lnTo>
                    <a:pt x="857674" y="85090"/>
                  </a:lnTo>
                  <a:lnTo>
                    <a:pt x="856404" y="86360"/>
                  </a:lnTo>
                  <a:lnTo>
                    <a:pt x="852170" y="91864"/>
                  </a:lnTo>
                  <a:lnTo>
                    <a:pt x="839893" y="107527"/>
                  </a:lnTo>
                  <a:lnTo>
                    <a:pt x="824230" y="121497"/>
                  </a:lnTo>
                  <a:lnTo>
                    <a:pt x="810260" y="124037"/>
                  </a:lnTo>
                  <a:lnTo>
                    <a:pt x="796290" y="128270"/>
                  </a:lnTo>
                  <a:lnTo>
                    <a:pt x="782320" y="131233"/>
                  </a:lnTo>
                  <a:lnTo>
                    <a:pt x="767080" y="139277"/>
                  </a:lnTo>
                  <a:lnTo>
                    <a:pt x="764540" y="146473"/>
                  </a:lnTo>
                  <a:lnTo>
                    <a:pt x="760307" y="156210"/>
                  </a:lnTo>
                  <a:lnTo>
                    <a:pt x="758614" y="158750"/>
                  </a:lnTo>
                  <a:lnTo>
                    <a:pt x="757343" y="161714"/>
                  </a:lnTo>
                  <a:lnTo>
                    <a:pt x="757343" y="174414"/>
                  </a:lnTo>
                  <a:lnTo>
                    <a:pt x="757343" y="175683"/>
                  </a:lnTo>
                  <a:lnTo>
                    <a:pt x="757343" y="190923"/>
                  </a:lnTo>
                  <a:lnTo>
                    <a:pt x="757343" y="206587"/>
                  </a:lnTo>
                  <a:lnTo>
                    <a:pt x="762847" y="221827"/>
                  </a:lnTo>
                  <a:lnTo>
                    <a:pt x="771314" y="235797"/>
                  </a:lnTo>
                  <a:lnTo>
                    <a:pt x="779780" y="251037"/>
                  </a:lnTo>
                  <a:lnTo>
                    <a:pt x="781050" y="266277"/>
                  </a:lnTo>
                  <a:lnTo>
                    <a:pt x="784014" y="281940"/>
                  </a:lnTo>
                  <a:lnTo>
                    <a:pt x="776817" y="295910"/>
                  </a:lnTo>
                  <a:lnTo>
                    <a:pt x="771314" y="308187"/>
                  </a:lnTo>
                  <a:lnTo>
                    <a:pt x="771314" y="323427"/>
                  </a:lnTo>
                  <a:lnTo>
                    <a:pt x="770043" y="337397"/>
                  </a:lnTo>
                  <a:lnTo>
                    <a:pt x="767080" y="351367"/>
                  </a:lnTo>
                  <a:lnTo>
                    <a:pt x="768774" y="365337"/>
                  </a:lnTo>
                  <a:lnTo>
                    <a:pt x="768774" y="368300"/>
                  </a:lnTo>
                  <a:lnTo>
                    <a:pt x="770043" y="372533"/>
                  </a:lnTo>
                  <a:lnTo>
                    <a:pt x="772583" y="389043"/>
                  </a:lnTo>
                  <a:lnTo>
                    <a:pt x="772583" y="394970"/>
                  </a:lnTo>
                  <a:lnTo>
                    <a:pt x="775547" y="410210"/>
                  </a:lnTo>
                  <a:lnTo>
                    <a:pt x="776817" y="425450"/>
                  </a:lnTo>
                  <a:lnTo>
                    <a:pt x="770043" y="439420"/>
                  </a:lnTo>
                  <a:lnTo>
                    <a:pt x="761577" y="454660"/>
                  </a:lnTo>
                  <a:lnTo>
                    <a:pt x="757343" y="469900"/>
                  </a:lnTo>
                  <a:lnTo>
                    <a:pt x="753110" y="483870"/>
                  </a:lnTo>
                  <a:lnTo>
                    <a:pt x="747607" y="488104"/>
                  </a:lnTo>
                  <a:lnTo>
                    <a:pt x="737870" y="493607"/>
                  </a:lnTo>
                  <a:lnTo>
                    <a:pt x="723900" y="503767"/>
                  </a:lnTo>
                  <a:lnTo>
                    <a:pt x="719667" y="505037"/>
                  </a:lnTo>
                  <a:lnTo>
                    <a:pt x="714164" y="509270"/>
                  </a:lnTo>
                  <a:lnTo>
                    <a:pt x="702733" y="514773"/>
                  </a:lnTo>
                  <a:lnTo>
                    <a:pt x="689187" y="523240"/>
                  </a:lnTo>
                  <a:lnTo>
                    <a:pt x="675217" y="531283"/>
                  </a:lnTo>
                  <a:lnTo>
                    <a:pt x="661247" y="541443"/>
                  </a:lnTo>
                  <a:lnTo>
                    <a:pt x="646007" y="549487"/>
                  </a:lnTo>
                  <a:lnTo>
                    <a:pt x="634577" y="556683"/>
                  </a:lnTo>
                  <a:lnTo>
                    <a:pt x="619337" y="565150"/>
                  </a:lnTo>
                  <a:lnTo>
                    <a:pt x="613833" y="568960"/>
                  </a:lnTo>
                  <a:lnTo>
                    <a:pt x="599864" y="577427"/>
                  </a:lnTo>
                  <a:lnTo>
                    <a:pt x="584624" y="585893"/>
                  </a:lnTo>
                  <a:lnTo>
                    <a:pt x="577427" y="590127"/>
                  </a:lnTo>
                  <a:lnTo>
                    <a:pt x="562187" y="598170"/>
                  </a:lnTo>
                  <a:lnTo>
                    <a:pt x="548217" y="606637"/>
                  </a:lnTo>
                  <a:lnTo>
                    <a:pt x="534247" y="615104"/>
                  </a:lnTo>
                  <a:lnTo>
                    <a:pt x="520277" y="624840"/>
                  </a:lnTo>
                  <a:lnTo>
                    <a:pt x="506307" y="633307"/>
                  </a:lnTo>
                  <a:lnTo>
                    <a:pt x="492337" y="641350"/>
                  </a:lnTo>
                  <a:lnTo>
                    <a:pt x="477097" y="650240"/>
                  </a:lnTo>
                  <a:lnTo>
                    <a:pt x="474133" y="652780"/>
                  </a:lnTo>
                  <a:lnTo>
                    <a:pt x="460164" y="661247"/>
                  </a:lnTo>
                  <a:lnTo>
                    <a:pt x="454660" y="663787"/>
                  </a:lnTo>
                  <a:lnTo>
                    <a:pt x="453390" y="665480"/>
                  </a:lnTo>
                  <a:lnTo>
                    <a:pt x="439420" y="673947"/>
                  </a:lnTo>
                  <a:lnTo>
                    <a:pt x="425450" y="683260"/>
                  </a:lnTo>
                  <a:lnTo>
                    <a:pt x="410210" y="693420"/>
                  </a:lnTo>
                  <a:lnTo>
                    <a:pt x="396240" y="701464"/>
                  </a:lnTo>
                  <a:lnTo>
                    <a:pt x="393277" y="704427"/>
                  </a:lnTo>
                  <a:lnTo>
                    <a:pt x="378037" y="714164"/>
                  </a:lnTo>
                  <a:lnTo>
                    <a:pt x="364067" y="723900"/>
                  </a:lnTo>
                  <a:lnTo>
                    <a:pt x="350097" y="733637"/>
                  </a:lnTo>
                  <a:lnTo>
                    <a:pt x="336127" y="742104"/>
                  </a:lnTo>
                  <a:lnTo>
                    <a:pt x="330624" y="746337"/>
                  </a:lnTo>
                  <a:lnTo>
                    <a:pt x="315383" y="756073"/>
                  </a:lnTo>
                  <a:lnTo>
                    <a:pt x="301414" y="765810"/>
                  </a:lnTo>
                  <a:lnTo>
                    <a:pt x="287443" y="775547"/>
                  </a:lnTo>
                  <a:lnTo>
                    <a:pt x="284480" y="778510"/>
                  </a:lnTo>
                  <a:lnTo>
                    <a:pt x="269240" y="788247"/>
                  </a:lnTo>
                  <a:lnTo>
                    <a:pt x="255270" y="797983"/>
                  </a:lnTo>
                  <a:lnTo>
                    <a:pt x="241300" y="807720"/>
                  </a:lnTo>
                  <a:lnTo>
                    <a:pt x="237067" y="810683"/>
                  </a:lnTo>
                  <a:lnTo>
                    <a:pt x="221827" y="821690"/>
                  </a:lnTo>
                  <a:lnTo>
                    <a:pt x="207857" y="831427"/>
                  </a:lnTo>
                  <a:lnTo>
                    <a:pt x="193887" y="836930"/>
                  </a:lnTo>
                  <a:lnTo>
                    <a:pt x="182880" y="835660"/>
                  </a:lnTo>
                  <a:lnTo>
                    <a:pt x="167217" y="832697"/>
                  </a:lnTo>
                  <a:lnTo>
                    <a:pt x="153247" y="830157"/>
                  </a:lnTo>
                  <a:lnTo>
                    <a:pt x="151977" y="830157"/>
                  </a:lnTo>
                  <a:lnTo>
                    <a:pt x="142240" y="827193"/>
                  </a:lnTo>
                  <a:lnTo>
                    <a:pt x="140970" y="827193"/>
                  </a:lnTo>
                  <a:lnTo>
                    <a:pt x="127000" y="817457"/>
                  </a:lnTo>
                  <a:lnTo>
                    <a:pt x="113030" y="807720"/>
                  </a:lnTo>
                  <a:lnTo>
                    <a:pt x="107527" y="803487"/>
                  </a:lnTo>
                  <a:lnTo>
                    <a:pt x="101600" y="804757"/>
                  </a:lnTo>
                  <a:lnTo>
                    <a:pt x="99060" y="803487"/>
                  </a:lnTo>
                  <a:lnTo>
                    <a:pt x="85090" y="792480"/>
                  </a:lnTo>
                  <a:lnTo>
                    <a:pt x="80857" y="784014"/>
                  </a:lnTo>
                  <a:lnTo>
                    <a:pt x="74083" y="781050"/>
                  </a:lnTo>
                  <a:lnTo>
                    <a:pt x="68157" y="774277"/>
                  </a:lnTo>
                  <a:lnTo>
                    <a:pt x="62654" y="770043"/>
                  </a:lnTo>
                  <a:lnTo>
                    <a:pt x="60114" y="770043"/>
                  </a:lnTo>
                  <a:lnTo>
                    <a:pt x="58420" y="768773"/>
                  </a:lnTo>
                  <a:lnTo>
                    <a:pt x="44450" y="765810"/>
                  </a:lnTo>
                  <a:lnTo>
                    <a:pt x="43180" y="765810"/>
                  </a:lnTo>
                  <a:lnTo>
                    <a:pt x="41487" y="765810"/>
                  </a:lnTo>
                  <a:lnTo>
                    <a:pt x="40217" y="768773"/>
                  </a:lnTo>
                  <a:lnTo>
                    <a:pt x="30480" y="775547"/>
                  </a:lnTo>
                  <a:lnTo>
                    <a:pt x="29210" y="776817"/>
                  </a:lnTo>
                  <a:lnTo>
                    <a:pt x="24977" y="775547"/>
                  </a:lnTo>
                  <a:lnTo>
                    <a:pt x="20743" y="772583"/>
                  </a:lnTo>
                  <a:lnTo>
                    <a:pt x="19474" y="771314"/>
                  </a:lnTo>
                  <a:lnTo>
                    <a:pt x="23707" y="765810"/>
                  </a:lnTo>
                  <a:lnTo>
                    <a:pt x="24977" y="765810"/>
                  </a:lnTo>
                  <a:lnTo>
                    <a:pt x="26247" y="764540"/>
                  </a:lnTo>
                  <a:lnTo>
                    <a:pt x="27940" y="764540"/>
                  </a:lnTo>
                  <a:lnTo>
                    <a:pt x="27940" y="762847"/>
                  </a:lnTo>
                  <a:lnTo>
                    <a:pt x="27940" y="760307"/>
                  </a:lnTo>
                  <a:lnTo>
                    <a:pt x="26247" y="756073"/>
                  </a:lnTo>
                  <a:lnTo>
                    <a:pt x="24977" y="756073"/>
                  </a:lnTo>
                  <a:lnTo>
                    <a:pt x="23707" y="754804"/>
                  </a:lnTo>
                  <a:lnTo>
                    <a:pt x="20743" y="743373"/>
                  </a:lnTo>
                  <a:lnTo>
                    <a:pt x="19474" y="740833"/>
                  </a:lnTo>
                  <a:lnTo>
                    <a:pt x="19474" y="739140"/>
                  </a:lnTo>
                  <a:lnTo>
                    <a:pt x="18204" y="735330"/>
                  </a:lnTo>
                  <a:lnTo>
                    <a:pt x="16510" y="722630"/>
                  </a:lnTo>
                  <a:lnTo>
                    <a:pt x="18204" y="717127"/>
                  </a:lnTo>
                  <a:lnTo>
                    <a:pt x="19474" y="715857"/>
                  </a:lnTo>
                  <a:lnTo>
                    <a:pt x="22014" y="708660"/>
                  </a:lnTo>
                  <a:lnTo>
                    <a:pt x="22014" y="701464"/>
                  </a:lnTo>
                  <a:lnTo>
                    <a:pt x="22014" y="687493"/>
                  </a:lnTo>
                  <a:lnTo>
                    <a:pt x="22014" y="681990"/>
                  </a:lnTo>
                  <a:lnTo>
                    <a:pt x="22014" y="680720"/>
                  </a:lnTo>
                  <a:lnTo>
                    <a:pt x="20743" y="680720"/>
                  </a:lnTo>
                  <a:lnTo>
                    <a:pt x="16510" y="681990"/>
                  </a:lnTo>
                  <a:lnTo>
                    <a:pt x="15240" y="67775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3" name="Freeform 2322">
              <a:extLst>
                <a:ext uri="{FF2B5EF4-FFF2-40B4-BE49-F238E27FC236}">
                  <a16:creationId xmlns:a16="http://schemas.microsoft.com/office/drawing/2014/main" id="{899DD37E-9427-9849-8E81-B01A977E28A9}"/>
                </a:ext>
              </a:extLst>
            </p:cNvPr>
            <p:cNvSpPr/>
            <p:nvPr/>
          </p:nvSpPr>
          <p:spPr>
            <a:xfrm>
              <a:off x="10746316" y="5844963"/>
              <a:ext cx="198120" cy="272203"/>
            </a:xfrm>
            <a:custGeom>
              <a:avLst/>
              <a:gdLst>
                <a:gd name="connsiteX0" fmla="*/ 0 w 198120"/>
                <a:gd name="connsiteY0" fmla="*/ 267970 h 272203"/>
                <a:gd name="connsiteX1" fmla="*/ 1693 w 198120"/>
                <a:gd name="connsiteY1" fmla="*/ 263737 h 272203"/>
                <a:gd name="connsiteX2" fmla="*/ 12700 w 198120"/>
                <a:gd name="connsiteY2" fmla="*/ 249767 h 272203"/>
                <a:gd name="connsiteX3" fmla="*/ 11007 w 198120"/>
                <a:gd name="connsiteY3" fmla="*/ 235797 h 272203"/>
                <a:gd name="connsiteX4" fmla="*/ 13970 w 198120"/>
                <a:gd name="connsiteY4" fmla="*/ 230293 h 272203"/>
                <a:gd name="connsiteX5" fmla="*/ 16510 w 198120"/>
                <a:gd name="connsiteY5" fmla="*/ 224790 h 272203"/>
                <a:gd name="connsiteX6" fmla="*/ 18204 w 198120"/>
                <a:gd name="connsiteY6" fmla="*/ 216324 h 272203"/>
                <a:gd name="connsiteX7" fmla="*/ 24977 w 198120"/>
                <a:gd name="connsiteY7" fmla="*/ 200660 h 272203"/>
                <a:gd name="connsiteX8" fmla="*/ 32173 w 198120"/>
                <a:gd name="connsiteY8" fmla="*/ 187114 h 272203"/>
                <a:gd name="connsiteX9" fmla="*/ 33443 w 198120"/>
                <a:gd name="connsiteY9" fmla="*/ 184150 h 272203"/>
                <a:gd name="connsiteX10" fmla="*/ 36407 w 198120"/>
                <a:gd name="connsiteY10" fmla="*/ 170180 h 272203"/>
                <a:gd name="connsiteX11" fmla="*/ 40640 w 198120"/>
                <a:gd name="connsiteY11" fmla="*/ 156210 h 272203"/>
                <a:gd name="connsiteX12" fmla="*/ 44873 w 198120"/>
                <a:gd name="connsiteY12" fmla="*/ 140970 h 272203"/>
                <a:gd name="connsiteX13" fmla="*/ 43180 w 198120"/>
                <a:gd name="connsiteY13" fmla="*/ 138007 h 272203"/>
                <a:gd name="connsiteX14" fmla="*/ 51646 w 198120"/>
                <a:gd name="connsiteY14" fmla="*/ 132504 h 272203"/>
                <a:gd name="connsiteX15" fmla="*/ 57150 w 198120"/>
                <a:gd name="connsiteY15" fmla="*/ 122767 h 272203"/>
                <a:gd name="connsiteX16" fmla="*/ 60113 w 198120"/>
                <a:gd name="connsiteY16" fmla="*/ 117264 h 272203"/>
                <a:gd name="connsiteX17" fmla="*/ 62654 w 198120"/>
                <a:gd name="connsiteY17" fmla="*/ 103293 h 272203"/>
                <a:gd name="connsiteX18" fmla="*/ 61383 w 198120"/>
                <a:gd name="connsiteY18" fmla="*/ 93557 h 272203"/>
                <a:gd name="connsiteX19" fmla="*/ 61383 w 198120"/>
                <a:gd name="connsiteY19" fmla="*/ 79587 h 272203"/>
                <a:gd name="connsiteX20" fmla="*/ 61383 w 198120"/>
                <a:gd name="connsiteY20" fmla="*/ 69850 h 272203"/>
                <a:gd name="connsiteX21" fmla="*/ 71120 w 198120"/>
                <a:gd name="connsiteY21" fmla="*/ 57150 h 272203"/>
                <a:gd name="connsiteX22" fmla="*/ 77893 w 198120"/>
                <a:gd name="connsiteY22" fmla="*/ 49107 h 272203"/>
                <a:gd name="connsiteX23" fmla="*/ 86360 w 198120"/>
                <a:gd name="connsiteY23" fmla="*/ 37677 h 272203"/>
                <a:gd name="connsiteX24" fmla="*/ 100330 w 198120"/>
                <a:gd name="connsiteY24" fmla="*/ 27940 h 272203"/>
                <a:gd name="connsiteX25" fmla="*/ 102023 w 198120"/>
                <a:gd name="connsiteY25" fmla="*/ 27940 h 272203"/>
                <a:gd name="connsiteX26" fmla="*/ 104563 w 198120"/>
                <a:gd name="connsiteY26" fmla="*/ 21167 h 272203"/>
                <a:gd name="connsiteX27" fmla="*/ 100330 w 198120"/>
                <a:gd name="connsiteY27" fmla="*/ 7197 h 272203"/>
                <a:gd name="connsiteX28" fmla="*/ 102023 w 198120"/>
                <a:gd name="connsiteY28" fmla="*/ 5504 h 272203"/>
                <a:gd name="connsiteX29" fmla="*/ 113030 w 198120"/>
                <a:gd name="connsiteY29" fmla="*/ 8467 h 272203"/>
                <a:gd name="connsiteX30" fmla="*/ 119804 w 198120"/>
                <a:gd name="connsiteY30" fmla="*/ 8467 h 272203"/>
                <a:gd name="connsiteX31" fmla="*/ 121496 w 198120"/>
                <a:gd name="connsiteY31" fmla="*/ 8467 h 272203"/>
                <a:gd name="connsiteX32" fmla="*/ 121496 w 198120"/>
                <a:gd name="connsiteY32" fmla="*/ 7197 h 272203"/>
                <a:gd name="connsiteX33" fmla="*/ 125730 w 198120"/>
                <a:gd name="connsiteY33" fmla="*/ 8467 h 272203"/>
                <a:gd name="connsiteX34" fmla="*/ 139700 w 198120"/>
                <a:gd name="connsiteY34" fmla="*/ 8467 h 272203"/>
                <a:gd name="connsiteX35" fmla="*/ 146473 w 198120"/>
                <a:gd name="connsiteY35" fmla="*/ 7197 h 272203"/>
                <a:gd name="connsiteX36" fmla="*/ 148167 w 198120"/>
                <a:gd name="connsiteY36" fmla="*/ 4233 h 272203"/>
                <a:gd name="connsiteX37" fmla="*/ 146473 w 198120"/>
                <a:gd name="connsiteY37" fmla="*/ 2964 h 272203"/>
                <a:gd name="connsiteX38" fmla="*/ 148167 w 198120"/>
                <a:gd name="connsiteY38" fmla="*/ 1270 h 272203"/>
                <a:gd name="connsiteX39" fmla="*/ 148167 w 198120"/>
                <a:gd name="connsiteY39" fmla="*/ 0 h 272203"/>
                <a:gd name="connsiteX40" fmla="*/ 153246 w 198120"/>
                <a:gd name="connsiteY40" fmla="*/ 1270 h 272203"/>
                <a:gd name="connsiteX41" fmla="*/ 153246 w 198120"/>
                <a:gd name="connsiteY41" fmla="*/ 2964 h 272203"/>
                <a:gd name="connsiteX42" fmla="*/ 154940 w 198120"/>
                <a:gd name="connsiteY42" fmla="*/ 4233 h 272203"/>
                <a:gd name="connsiteX43" fmla="*/ 160443 w 198120"/>
                <a:gd name="connsiteY43" fmla="*/ 8467 h 272203"/>
                <a:gd name="connsiteX44" fmla="*/ 160443 w 198120"/>
                <a:gd name="connsiteY44" fmla="*/ 9737 h 272203"/>
                <a:gd name="connsiteX45" fmla="*/ 163407 w 198120"/>
                <a:gd name="connsiteY45" fmla="*/ 12700 h 272203"/>
                <a:gd name="connsiteX46" fmla="*/ 154940 w 198120"/>
                <a:gd name="connsiteY46" fmla="*/ 26670 h 272203"/>
                <a:gd name="connsiteX47" fmla="*/ 156210 w 198120"/>
                <a:gd name="connsiteY47" fmla="*/ 32174 h 272203"/>
                <a:gd name="connsiteX48" fmla="*/ 168910 w 198120"/>
                <a:gd name="connsiteY48" fmla="*/ 30904 h 272203"/>
                <a:gd name="connsiteX49" fmla="*/ 175683 w 198120"/>
                <a:gd name="connsiteY49" fmla="*/ 39370 h 272203"/>
                <a:gd name="connsiteX50" fmla="*/ 185420 w 198120"/>
                <a:gd name="connsiteY50" fmla="*/ 43180 h 272203"/>
                <a:gd name="connsiteX51" fmla="*/ 182880 w 198120"/>
                <a:gd name="connsiteY51" fmla="*/ 52917 h 272203"/>
                <a:gd name="connsiteX52" fmla="*/ 193887 w 198120"/>
                <a:gd name="connsiteY52" fmla="*/ 66887 h 272203"/>
                <a:gd name="connsiteX53" fmla="*/ 198120 w 198120"/>
                <a:gd name="connsiteY53" fmla="*/ 80857 h 272203"/>
                <a:gd name="connsiteX54" fmla="*/ 192617 w 198120"/>
                <a:gd name="connsiteY54" fmla="*/ 92287 h 272203"/>
                <a:gd name="connsiteX55" fmla="*/ 181187 w 198120"/>
                <a:gd name="connsiteY55" fmla="*/ 106257 h 272203"/>
                <a:gd name="connsiteX56" fmla="*/ 167640 w 198120"/>
                <a:gd name="connsiteY56" fmla="*/ 113030 h 272203"/>
                <a:gd name="connsiteX57" fmla="*/ 156210 w 198120"/>
                <a:gd name="connsiteY57" fmla="*/ 127000 h 272203"/>
                <a:gd name="connsiteX58" fmla="*/ 170180 w 198120"/>
                <a:gd name="connsiteY58" fmla="*/ 139700 h 272203"/>
                <a:gd name="connsiteX59" fmla="*/ 170180 w 198120"/>
                <a:gd name="connsiteY59" fmla="*/ 143933 h 272203"/>
                <a:gd name="connsiteX60" fmla="*/ 156210 w 198120"/>
                <a:gd name="connsiteY60" fmla="*/ 140970 h 272203"/>
                <a:gd name="connsiteX61" fmla="*/ 142240 w 198120"/>
                <a:gd name="connsiteY61" fmla="*/ 142240 h 272203"/>
                <a:gd name="connsiteX62" fmla="*/ 140970 w 198120"/>
                <a:gd name="connsiteY62" fmla="*/ 142240 h 272203"/>
                <a:gd name="connsiteX63" fmla="*/ 138007 w 198120"/>
                <a:gd name="connsiteY63" fmla="*/ 139700 h 272203"/>
                <a:gd name="connsiteX64" fmla="*/ 127000 w 198120"/>
                <a:gd name="connsiteY64" fmla="*/ 143933 h 272203"/>
                <a:gd name="connsiteX65" fmla="*/ 117263 w 198120"/>
                <a:gd name="connsiteY65" fmla="*/ 159174 h 272203"/>
                <a:gd name="connsiteX66" fmla="*/ 114300 w 198120"/>
                <a:gd name="connsiteY66" fmla="*/ 168910 h 272203"/>
                <a:gd name="connsiteX67" fmla="*/ 124037 w 198120"/>
                <a:gd name="connsiteY67" fmla="*/ 179917 h 272203"/>
                <a:gd name="connsiteX68" fmla="*/ 127000 w 198120"/>
                <a:gd name="connsiteY68" fmla="*/ 182880 h 272203"/>
                <a:gd name="connsiteX69" fmla="*/ 128270 w 198120"/>
                <a:gd name="connsiteY69" fmla="*/ 185843 h 272203"/>
                <a:gd name="connsiteX70" fmla="*/ 114300 w 198120"/>
                <a:gd name="connsiteY70" fmla="*/ 193887 h 272203"/>
                <a:gd name="connsiteX71" fmla="*/ 113030 w 198120"/>
                <a:gd name="connsiteY71" fmla="*/ 193887 h 272203"/>
                <a:gd name="connsiteX72" fmla="*/ 114300 w 198120"/>
                <a:gd name="connsiteY72" fmla="*/ 202354 h 272203"/>
                <a:gd name="connsiteX73" fmla="*/ 107527 w 198120"/>
                <a:gd name="connsiteY73" fmla="*/ 210820 h 272203"/>
                <a:gd name="connsiteX74" fmla="*/ 103293 w 198120"/>
                <a:gd name="connsiteY74" fmla="*/ 212090 h 272203"/>
                <a:gd name="connsiteX75" fmla="*/ 102023 w 198120"/>
                <a:gd name="connsiteY75" fmla="*/ 213360 h 272203"/>
                <a:gd name="connsiteX76" fmla="*/ 93557 w 198120"/>
                <a:gd name="connsiteY76" fmla="*/ 224790 h 272203"/>
                <a:gd name="connsiteX77" fmla="*/ 89323 w 198120"/>
                <a:gd name="connsiteY77" fmla="*/ 226060 h 272203"/>
                <a:gd name="connsiteX78" fmla="*/ 86360 w 198120"/>
                <a:gd name="connsiteY78" fmla="*/ 227330 h 272203"/>
                <a:gd name="connsiteX79" fmla="*/ 76623 w 198120"/>
                <a:gd name="connsiteY79" fmla="*/ 235797 h 272203"/>
                <a:gd name="connsiteX80" fmla="*/ 72390 w 198120"/>
                <a:gd name="connsiteY80" fmla="*/ 235797 h 272203"/>
                <a:gd name="connsiteX81" fmla="*/ 71120 w 198120"/>
                <a:gd name="connsiteY81" fmla="*/ 237067 h 272203"/>
                <a:gd name="connsiteX82" fmla="*/ 72390 w 198120"/>
                <a:gd name="connsiteY82" fmla="*/ 241300 h 272203"/>
                <a:gd name="connsiteX83" fmla="*/ 68157 w 198120"/>
                <a:gd name="connsiteY83" fmla="*/ 240030 h 272203"/>
                <a:gd name="connsiteX84" fmla="*/ 65617 w 198120"/>
                <a:gd name="connsiteY84" fmla="*/ 234527 h 272203"/>
                <a:gd name="connsiteX85" fmla="*/ 61383 w 198120"/>
                <a:gd name="connsiteY85" fmla="*/ 241300 h 272203"/>
                <a:gd name="connsiteX86" fmla="*/ 60113 w 198120"/>
                <a:gd name="connsiteY86" fmla="*/ 255270 h 272203"/>
                <a:gd name="connsiteX87" fmla="*/ 57150 w 198120"/>
                <a:gd name="connsiteY87" fmla="*/ 263737 h 272203"/>
                <a:gd name="connsiteX88" fmla="*/ 50377 w 198120"/>
                <a:gd name="connsiteY88" fmla="*/ 267970 h 272203"/>
                <a:gd name="connsiteX89" fmla="*/ 36407 w 198120"/>
                <a:gd name="connsiteY89" fmla="*/ 272204 h 272203"/>
                <a:gd name="connsiteX90" fmla="*/ 26670 w 198120"/>
                <a:gd name="connsiteY90" fmla="*/ 265007 h 272203"/>
                <a:gd name="connsiteX91" fmla="*/ 15240 w 198120"/>
                <a:gd name="connsiteY91" fmla="*/ 267970 h 272203"/>
                <a:gd name="connsiteX92" fmla="*/ 1693 w 198120"/>
                <a:gd name="connsiteY92" fmla="*/ 266700 h 272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198120" h="272203">
                  <a:moveTo>
                    <a:pt x="0" y="267970"/>
                  </a:moveTo>
                  <a:lnTo>
                    <a:pt x="1693" y="263737"/>
                  </a:lnTo>
                  <a:lnTo>
                    <a:pt x="12700" y="249767"/>
                  </a:lnTo>
                  <a:lnTo>
                    <a:pt x="11007" y="235797"/>
                  </a:lnTo>
                  <a:lnTo>
                    <a:pt x="13970" y="230293"/>
                  </a:lnTo>
                  <a:lnTo>
                    <a:pt x="16510" y="224790"/>
                  </a:lnTo>
                  <a:lnTo>
                    <a:pt x="18204" y="216324"/>
                  </a:lnTo>
                  <a:lnTo>
                    <a:pt x="24977" y="200660"/>
                  </a:lnTo>
                  <a:lnTo>
                    <a:pt x="32173" y="187114"/>
                  </a:lnTo>
                  <a:lnTo>
                    <a:pt x="33443" y="184150"/>
                  </a:lnTo>
                  <a:lnTo>
                    <a:pt x="36407" y="170180"/>
                  </a:lnTo>
                  <a:lnTo>
                    <a:pt x="40640" y="156210"/>
                  </a:lnTo>
                  <a:lnTo>
                    <a:pt x="44873" y="140970"/>
                  </a:lnTo>
                  <a:lnTo>
                    <a:pt x="43180" y="138007"/>
                  </a:lnTo>
                  <a:lnTo>
                    <a:pt x="51646" y="132504"/>
                  </a:lnTo>
                  <a:lnTo>
                    <a:pt x="57150" y="122767"/>
                  </a:lnTo>
                  <a:lnTo>
                    <a:pt x="60113" y="117264"/>
                  </a:lnTo>
                  <a:lnTo>
                    <a:pt x="62654" y="103293"/>
                  </a:lnTo>
                  <a:lnTo>
                    <a:pt x="61383" y="93557"/>
                  </a:lnTo>
                  <a:lnTo>
                    <a:pt x="61383" y="79587"/>
                  </a:lnTo>
                  <a:lnTo>
                    <a:pt x="61383" y="69850"/>
                  </a:lnTo>
                  <a:lnTo>
                    <a:pt x="71120" y="57150"/>
                  </a:lnTo>
                  <a:lnTo>
                    <a:pt x="77893" y="49107"/>
                  </a:lnTo>
                  <a:lnTo>
                    <a:pt x="86360" y="37677"/>
                  </a:lnTo>
                  <a:lnTo>
                    <a:pt x="100330" y="27940"/>
                  </a:lnTo>
                  <a:lnTo>
                    <a:pt x="102023" y="27940"/>
                  </a:lnTo>
                  <a:lnTo>
                    <a:pt x="104563" y="21167"/>
                  </a:lnTo>
                  <a:lnTo>
                    <a:pt x="100330" y="7197"/>
                  </a:lnTo>
                  <a:lnTo>
                    <a:pt x="102023" y="5504"/>
                  </a:lnTo>
                  <a:lnTo>
                    <a:pt x="113030" y="8467"/>
                  </a:lnTo>
                  <a:lnTo>
                    <a:pt x="119804" y="8467"/>
                  </a:lnTo>
                  <a:lnTo>
                    <a:pt x="121496" y="8467"/>
                  </a:lnTo>
                  <a:lnTo>
                    <a:pt x="121496" y="7197"/>
                  </a:lnTo>
                  <a:lnTo>
                    <a:pt x="125730" y="8467"/>
                  </a:lnTo>
                  <a:lnTo>
                    <a:pt x="139700" y="8467"/>
                  </a:lnTo>
                  <a:lnTo>
                    <a:pt x="146473" y="7197"/>
                  </a:lnTo>
                  <a:lnTo>
                    <a:pt x="148167" y="4233"/>
                  </a:lnTo>
                  <a:lnTo>
                    <a:pt x="146473" y="2964"/>
                  </a:lnTo>
                  <a:lnTo>
                    <a:pt x="148167" y="1270"/>
                  </a:lnTo>
                  <a:lnTo>
                    <a:pt x="148167" y="0"/>
                  </a:lnTo>
                  <a:lnTo>
                    <a:pt x="153246" y="1270"/>
                  </a:lnTo>
                  <a:lnTo>
                    <a:pt x="153246" y="2964"/>
                  </a:lnTo>
                  <a:lnTo>
                    <a:pt x="154940" y="4233"/>
                  </a:lnTo>
                  <a:lnTo>
                    <a:pt x="160443" y="8467"/>
                  </a:lnTo>
                  <a:lnTo>
                    <a:pt x="160443" y="9737"/>
                  </a:lnTo>
                  <a:lnTo>
                    <a:pt x="163407" y="12700"/>
                  </a:lnTo>
                  <a:lnTo>
                    <a:pt x="154940" y="26670"/>
                  </a:lnTo>
                  <a:lnTo>
                    <a:pt x="156210" y="32174"/>
                  </a:lnTo>
                  <a:lnTo>
                    <a:pt x="168910" y="30904"/>
                  </a:lnTo>
                  <a:lnTo>
                    <a:pt x="175683" y="39370"/>
                  </a:lnTo>
                  <a:lnTo>
                    <a:pt x="185420" y="43180"/>
                  </a:lnTo>
                  <a:lnTo>
                    <a:pt x="182880" y="52917"/>
                  </a:lnTo>
                  <a:lnTo>
                    <a:pt x="193887" y="66887"/>
                  </a:lnTo>
                  <a:lnTo>
                    <a:pt x="198120" y="80857"/>
                  </a:lnTo>
                  <a:lnTo>
                    <a:pt x="192617" y="92287"/>
                  </a:lnTo>
                  <a:lnTo>
                    <a:pt x="181187" y="106257"/>
                  </a:lnTo>
                  <a:lnTo>
                    <a:pt x="167640" y="113030"/>
                  </a:lnTo>
                  <a:lnTo>
                    <a:pt x="156210" y="127000"/>
                  </a:lnTo>
                  <a:lnTo>
                    <a:pt x="170180" y="139700"/>
                  </a:lnTo>
                  <a:lnTo>
                    <a:pt x="170180" y="143933"/>
                  </a:lnTo>
                  <a:lnTo>
                    <a:pt x="156210" y="140970"/>
                  </a:lnTo>
                  <a:lnTo>
                    <a:pt x="142240" y="142240"/>
                  </a:lnTo>
                  <a:lnTo>
                    <a:pt x="140970" y="142240"/>
                  </a:lnTo>
                  <a:lnTo>
                    <a:pt x="138007" y="139700"/>
                  </a:lnTo>
                  <a:lnTo>
                    <a:pt x="127000" y="143933"/>
                  </a:lnTo>
                  <a:lnTo>
                    <a:pt x="117263" y="159174"/>
                  </a:lnTo>
                  <a:lnTo>
                    <a:pt x="114300" y="168910"/>
                  </a:lnTo>
                  <a:lnTo>
                    <a:pt x="124037" y="179917"/>
                  </a:lnTo>
                  <a:lnTo>
                    <a:pt x="127000" y="182880"/>
                  </a:lnTo>
                  <a:lnTo>
                    <a:pt x="128270" y="185843"/>
                  </a:lnTo>
                  <a:lnTo>
                    <a:pt x="114300" y="193887"/>
                  </a:lnTo>
                  <a:lnTo>
                    <a:pt x="113030" y="193887"/>
                  </a:lnTo>
                  <a:lnTo>
                    <a:pt x="114300" y="202354"/>
                  </a:lnTo>
                  <a:lnTo>
                    <a:pt x="107527" y="210820"/>
                  </a:lnTo>
                  <a:lnTo>
                    <a:pt x="103293" y="212090"/>
                  </a:lnTo>
                  <a:lnTo>
                    <a:pt x="102023" y="213360"/>
                  </a:lnTo>
                  <a:lnTo>
                    <a:pt x="93557" y="224790"/>
                  </a:lnTo>
                  <a:lnTo>
                    <a:pt x="89323" y="226060"/>
                  </a:lnTo>
                  <a:lnTo>
                    <a:pt x="86360" y="227330"/>
                  </a:lnTo>
                  <a:lnTo>
                    <a:pt x="76623" y="235797"/>
                  </a:lnTo>
                  <a:lnTo>
                    <a:pt x="72390" y="235797"/>
                  </a:lnTo>
                  <a:lnTo>
                    <a:pt x="71120" y="237067"/>
                  </a:lnTo>
                  <a:lnTo>
                    <a:pt x="72390" y="241300"/>
                  </a:lnTo>
                  <a:lnTo>
                    <a:pt x="68157" y="240030"/>
                  </a:lnTo>
                  <a:lnTo>
                    <a:pt x="65617" y="234527"/>
                  </a:lnTo>
                  <a:lnTo>
                    <a:pt x="61383" y="241300"/>
                  </a:lnTo>
                  <a:lnTo>
                    <a:pt x="60113" y="255270"/>
                  </a:lnTo>
                  <a:lnTo>
                    <a:pt x="57150" y="263737"/>
                  </a:lnTo>
                  <a:lnTo>
                    <a:pt x="50377" y="267970"/>
                  </a:lnTo>
                  <a:lnTo>
                    <a:pt x="36407" y="272204"/>
                  </a:lnTo>
                  <a:lnTo>
                    <a:pt x="26670" y="265007"/>
                  </a:lnTo>
                  <a:lnTo>
                    <a:pt x="15240" y="267970"/>
                  </a:lnTo>
                  <a:lnTo>
                    <a:pt x="1693" y="266700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4" name="Freeform 2323">
              <a:extLst>
                <a:ext uri="{FF2B5EF4-FFF2-40B4-BE49-F238E27FC236}">
                  <a16:creationId xmlns:a16="http://schemas.microsoft.com/office/drawing/2014/main" id="{9C57D532-432E-5E45-9771-C36B50B4CBAD}"/>
                </a:ext>
              </a:extLst>
            </p:cNvPr>
            <p:cNvSpPr/>
            <p:nvPr/>
          </p:nvSpPr>
          <p:spPr>
            <a:xfrm>
              <a:off x="11877463" y="4994486"/>
              <a:ext cx="1991783" cy="2225886"/>
            </a:xfrm>
            <a:custGeom>
              <a:avLst/>
              <a:gdLst>
                <a:gd name="connsiteX0" fmla="*/ 1533313 w 1991783"/>
                <a:gd name="connsiteY0" fmla="*/ 2170430 h 2225886"/>
                <a:gd name="connsiteX1" fmla="*/ 1548554 w 1991783"/>
                <a:gd name="connsiteY1" fmla="*/ 2167467 h 2225886"/>
                <a:gd name="connsiteX2" fmla="*/ 1562524 w 1991783"/>
                <a:gd name="connsiteY2" fmla="*/ 2172970 h 2225886"/>
                <a:gd name="connsiteX3" fmla="*/ 1555327 w 1991783"/>
                <a:gd name="connsiteY3" fmla="*/ 2172970 h 2225886"/>
                <a:gd name="connsiteX4" fmla="*/ 1554057 w 1991783"/>
                <a:gd name="connsiteY4" fmla="*/ 2172970 h 2225886"/>
                <a:gd name="connsiteX5" fmla="*/ 1551094 w 1991783"/>
                <a:gd name="connsiteY5" fmla="*/ 2172970 h 2225886"/>
                <a:gd name="connsiteX6" fmla="*/ 1548554 w 1991783"/>
                <a:gd name="connsiteY6" fmla="*/ 2175933 h 2225886"/>
                <a:gd name="connsiteX7" fmla="*/ 1533313 w 1991783"/>
                <a:gd name="connsiteY7" fmla="*/ 2170430 h 2225886"/>
                <a:gd name="connsiteX8" fmla="*/ 1660313 w 1991783"/>
                <a:gd name="connsiteY8" fmla="*/ 2225886 h 2225886"/>
                <a:gd name="connsiteX9" fmla="*/ 1660313 w 1991783"/>
                <a:gd name="connsiteY9" fmla="*/ 2217420 h 2225886"/>
                <a:gd name="connsiteX10" fmla="*/ 1646344 w 1991783"/>
                <a:gd name="connsiteY10" fmla="*/ 2222923 h 2225886"/>
                <a:gd name="connsiteX11" fmla="*/ 1660313 w 1991783"/>
                <a:gd name="connsiteY11" fmla="*/ 2225886 h 2225886"/>
                <a:gd name="connsiteX12" fmla="*/ 1956224 w 1991783"/>
                <a:gd name="connsiteY12" fmla="*/ 2139526 h 2225886"/>
                <a:gd name="connsiteX13" fmla="*/ 1940561 w 1991783"/>
                <a:gd name="connsiteY13" fmla="*/ 2143760 h 2225886"/>
                <a:gd name="connsiteX14" fmla="*/ 1926590 w 1991783"/>
                <a:gd name="connsiteY14" fmla="*/ 2154767 h 2225886"/>
                <a:gd name="connsiteX15" fmla="*/ 1911350 w 1991783"/>
                <a:gd name="connsiteY15" fmla="*/ 2152226 h 2225886"/>
                <a:gd name="connsiteX16" fmla="*/ 1902883 w 1991783"/>
                <a:gd name="connsiteY16" fmla="*/ 2160693 h 2225886"/>
                <a:gd name="connsiteX17" fmla="*/ 1897380 w 1991783"/>
                <a:gd name="connsiteY17" fmla="*/ 2175933 h 2225886"/>
                <a:gd name="connsiteX18" fmla="*/ 1882140 w 1991783"/>
                <a:gd name="connsiteY18" fmla="*/ 2184400 h 2225886"/>
                <a:gd name="connsiteX19" fmla="*/ 1866900 w 1991783"/>
                <a:gd name="connsiteY19" fmla="*/ 2189903 h 2225886"/>
                <a:gd name="connsiteX20" fmla="*/ 1851661 w 1991783"/>
                <a:gd name="connsiteY20" fmla="*/ 2198370 h 2225886"/>
                <a:gd name="connsiteX21" fmla="*/ 1835997 w 1991783"/>
                <a:gd name="connsiteY21" fmla="*/ 2198370 h 2225886"/>
                <a:gd name="connsiteX22" fmla="*/ 1838961 w 1991783"/>
                <a:gd name="connsiteY22" fmla="*/ 2213610 h 2225886"/>
                <a:gd name="connsiteX23" fmla="*/ 1854200 w 1991783"/>
                <a:gd name="connsiteY23" fmla="*/ 2211917 h 2225886"/>
                <a:gd name="connsiteX24" fmla="*/ 1868170 w 1991783"/>
                <a:gd name="connsiteY24" fmla="*/ 2207683 h 2225886"/>
                <a:gd name="connsiteX25" fmla="*/ 1883411 w 1991783"/>
                <a:gd name="connsiteY25" fmla="*/ 2199217 h 2225886"/>
                <a:gd name="connsiteX26" fmla="*/ 1897380 w 1991783"/>
                <a:gd name="connsiteY26" fmla="*/ 2190750 h 2225886"/>
                <a:gd name="connsiteX27" fmla="*/ 1913890 w 1991783"/>
                <a:gd name="connsiteY27" fmla="*/ 2188210 h 2225886"/>
                <a:gd name="connsiteX28" fmla="*/ 1927861 w 1991783"/>
                <a:gd name="connsiteY28" fmla="*/ 2189480 h 2225886"/>
                <a:gd name="connsiteX29" fmla="*/ 1941830 w 1991783"/>
                <a:gd name="connsiteY29" fmla="*/ 2181013 h 2225886"/>
                <a:gd name="connsiteX30" fmla="*/ 1955800 w 1991783"/>
                <a:gd name="connsiteY30" fmla="*/ 2167043 h 2225886"/>
                <a:gd name="connsiteX31" fmla="*/ 1961304 w 1991783"/>
                <a:gd name="connsiteY31" fmla="*/ 2153073 h 2225886"/>
                <a:gd name="connsiteX32" fmla="*/ 1976544 w 1991783"/>
                <a:gd name="connsiteY32" fmla="*/ 2147570 h 2225886"/>
                <a:gd name="connsiteX33" fmla="*/ 1969770 w 1991783"/>
                <a:gd name="connsiteY33" fmla="*/ 2142067 h 2225886"/>
                <a:gd name="connsiteX34" fmla="*/ 1956224 w 1991783"/>
                <a:gd name="connsiteY34" fmla="*/ 2139526 h 2225886"/>
                <a:gd name="connsiteX35" fmla="*/ 1887644 w 1991783"/>
                <a:gd name="connsiteY35" fmla="*/ 2175933 h 2225886"/>
                <a:gd name="connsiteX36" fmla="*/ 1898650 w 1991783"/>
                <a:gd name="connsiteY36" fmla="*/ 2166197 h 2225886"/>
                <a:gd name="connsiteX37" fmla="*/ 1884680 w 1991783"/>
                <a:gd name="connsiteY37" fmla="*/ 2161963 h 2225886"/>
                <a:gd name="connsiteX38" fmla="*/ 1887644 w 1991783"/>
                <a:gd name="connsiteY38" fmla="*/ 2175933 h 2225886"/>
                <a:gd name="connsiteX39" fmla="*/ 1982470 w 1991783"/>
                <a:gd name="connsiteY39" fmla="*/ 330200 h 2225886"/>
                <a:gd name="connsiteX40" fmla="*/ 1968500 w 1991783"/>
                <a:gd name="connsiteY40" fmla="*/ 328930 h 2225886"/>
                <a:gd name="connsiteX41" fmla="*/ 1954530 w 1991783"/>
                <a:gd name="connsiteY41" fmla="*/ 323426 h 2225886"/>
                <a:gd name="connsiteX42" fmla="*/ 1950297 w 1991783"/>
                <a:gd name="connsiteY42" fmla="*/ 320886 h 2225886"/>
                <a:gd name="connsiteX43" fmla="*/ 1934633 w 1991783"/>
                <a:gd name="connsiteY43" fmla="*/ 317923 h 2225886"/>
                <a:gd name="connsiteX44" fmla="*/ 1920663 w 1991783"/>
                <a:gd name="connsiteY44" fmla="*/ 312420 h 2225886"/>
                <a:gd name="connsiteX45" fmla="*/ 1906694 w 1991783"/>
                <a:gd name="connsiteY45" fmla="*/ 309457 h 2225886"/>
                <a:gd name="connsiteX46" fmla="*/ 1892724 w 1991783"/>
                <a:gd name="connsiteY46" fmla="*/ 308186 h 2225886"/>
                <a:gd name="connsiteX47" fmla="*/ 1877483 w 1991783"/>
                <a:gd name="connsiteY47" fmla="*/ 306917 h 2225886"/>
                <a:gd name="connsiteX48" fmla="*/ 1863513 w 1991783"/>
                <a:gd name="connsiteY48" fmla="*/ 298450 h 2225886"/>
                <a:gd name="connsiteX49" fmla="*/ 1863513 w 1991783"/>
                <a:gd name="connsiteY49" fmla="*/ 284480 h 2225886"/>
                <a:gd name="connsiteX50" fmla="*/ 1850813 w 1991783"/>
                <a:gd name="connsiteY50" fmla="*/ 269240 h 2225886"/>
                <a:gd name="connsiteX51" fmla="*/ 1841077 w 1991783"/>
                <a:gd name="connsiteY51" fmla="*/ 255270 h 2225886"/>
                <a:gd name="connsiteX52" fmla="*/ 1827107 w 1991783"/>
                <a:gd name="connsiteY52" fmla="*/ 254000 h 2225886"/>
                <a:gd name="connsiteX53" fmla="*/ 1821604 w 1991783"/>
                <a:gd name="connsiteY53" fmla="*/ 260773 h 2225886"/>
                <a:gd name="connsiteX54" fmla="*/ 1805940 w 1991783"/>
                <a:gd name="connsiteY54" fmla="*/ 262043 h 2225886"/>
                <a:gd name="connsiteX55" fmla="*/ 1800437 w 1991783"/>
                <a:gd name="connsiteY55" fmla="*/ 262043 h 2225886"/>
                <a:gd name="connsiteX56" fmla="*/ 1786467 w 1991783"/>
                <a:gd name="connsiteY56" fmla="*/ 257810 h 2225886"/>
                <a:gd name="connsiteX57" fmla="*/ 1772497 w 1991783"/>
                <a:gd name="connsiteY57" fmla="*/ 249343 h 2225886"/>
                <a:gd name="connsiteX58" fmla="*/ 1769533 w 1991783"/>
                <a:gd name="connsiteY58" fmla="*/ 250613 h 2225886"/>
                <a:gd name="connsiteX59" fmla="*/ 1755563 w 1991783"/>
                <a:gd name="connsiteY59" fmla="*/ 256117 h 2225886"/>
                <a:gd name="connsiteX60" fmla="*/ 1740324 w 1991783"/>
                <a:gd name="connsiteY60" fmla="*/ 251883 h 2225886"/>
                <a:gd name="connsiteX61" fmla="*/ 1726354 w 1991783"/>
                <a:gd name="connsiteY61" fmla="*/ 254846 h 2225886"/>
                <a:gd name="connsiteX62" fmla="*/ 1715347 w 1991783"/>
                <a:gd name="connsiteY62" fmla="*/ 268817 h 2225886"/>
                <a:gd name="connsiteX63" fmla="*/ 1719580 w 1991783"/>
                <a:gd name="connsiteY63" fmla="*/ 282786 h 2225886"/>
                <a:gd name="connsiteX64" fmla="*/ 1704340 w 1991783"/>
                <a:gd name="connsiteY64" fmla="*/ 284057 h 2225886"/>
                <a:gd name="connsiteX65" fmla="*/ 1693333 w 1991783"/>
                <a:gd name="connsiteY65" fmla="*/ 281093 h 2225886"/>
                <a:gd name="connsiteX66" fmla="*/ 1678094 w 1991783"/>
                <a:gd name="connsiteY66" fmla="*/ 284057 h 2225886"/>
                <a:gd name="connsiteX67" fmla="*/ 1664547 w 1991783"/>
                <a:gd name="connsiteY67" fmla="*/ 281093 h 2225886"/>
                <a:gd name="connsiteX68" fmla="*/ 1650577 w 1991783"/>
                <a:gd name="connsiteY68" fmla="*/ 278553 h 2225886"/>
                <a:gd name="connsiteX69" fmla="*/ 1635337 w 1991783"/>
                <a:gd name="connsiteY69" fmla="*/ 277283 h 2225886"/>
                <a:gd name="connsiteX70" fmla="*/ 1621367 w 1991783"/>
                <a:gd name="connsiteY70" fmla="*/ 278553 h 2225886"/>
                <a:gd name="connsiteX71" fmla="*/ 1607820 w 1991783"/>
                <a:gd name="connsiteY71" fmla="*/ 281093 h 2225886"/>
                <a:gd name="connsiteX72" fmla="*/ 1592157 w 1991783"/>
                <a:gd name="connsiteY72" fmla="*/ 289560 h 2225886"/>
                <a:gd name="connsiteX73" fmla="*/ 1578187 w 1991783"/>
                <a:gd name="connsiteY73" fmla="*/ 296757 h 2225886"/>
                <a:gd name="connsiteX74" fmla="*/ 1570990 w 1991783"/>
                <a:gd name="connsiteY74" fmla="*/ 302260 h 2225886"/>
                <a:gd name="connsiteX75" fmla="*/ 1557020 w 1991783"/>
                <a:gd name="connsiteY75" fmla="*/ 309033 h 2225886"/>
                <a:gd name="connsiteX76" fmla="*/ 1544744 w 1991783"/>
                <a:gd name="connsiteY76" fmla="*/ 323003 h 2225886"/>
                <a:gd name="connsiteX77" fmla="*/ 1536277 w 1991783"/>
                <a:gd name="connsiteY77" fmla="*/ 330200 h 2225886"/>
                <a:gd name="connsiteX78" fmla="*/ 1522730 w 1991783"/>
                <a:gd name="connsiteY78" fmla="*/ 344170 h 2225886"/>
                <a:gd name="connsiteX79" fmla="*/ 1519767 w 1991783"/>
                <a:gd name="connsiteY79" fmla="*/ 358140 h 2225886"/>
                <a:gd name="connsiteX80" fmla="*/ 1524000 w 1991783"/>
                <a:gd name="connsiteY80" fmla="*/ 372110 h 2225886"/>
                <a:gd name="connsiteX81" fmla="*/ 1512994 w 1991783"/>
                <a:gd name="connsiteY81" fmla="*/ 386080 h 2225886"/>
                <a:gd name="connsiteX82" fmla="*/ 1499024 w 1991783"/>
                <a:gd name="connsiteY82" fmla="*/ 389043 h 2225886"/>
                <a:gd name="connsiteX83" fmla="*/ 1485054 w 1991783"/>
                <a:gd name="connsiteY83" fmla="*/ 394546 h 2225886"/>
                <a:gd name="connsiteX84" fmla="*/ 1469813 w 1991783"/>
                <a:gd name="connsiteY84" fmla="*/ 403013 h 2225886"/>
                <a:gd name="connsiteX85" fmla="*/ 1455844 w 1991783"/>
                <a:gd name="connsiteY85" fmla="*/ 407246 h 2225886"/>
                <a:gd name="connsiteX86" fmla="*/ 1441874 w 1991783"/>
                <a:gd name="connsiteY86" fmla="*/ 408517 h 2225886"/>
                <a:gd name="connsiteX87" fmla="*/ 1426633 w 1991783"/>
                <a:gd name="connsiteY87" fmla="*/ 407246 h 2225886"/>
                <a:gd name="connsiteX88" fmla="*/ 1412663 w 1991783"/>
                <a:gd name="connsiteY88" fmla="*/ 405976 h 2225886"/>
                <a:gd name="connsiteX89" fmla="*/ 1407161 w 1991783"/>
                <a:gd name="connsiteY89" fmla="*/ 405976 h 2225886"/>
                <a:gd name="connsiteX90" fmla="*/ 1408430 w 1991783"/>
                <a:gd name="connsiteY90" fmla="*/ 407246 h 2225886"/>
                <a:gd name="connsiteX91" fmla="*/ 1412663 w 1991783"/>
                <a:gd name="connsiteY91" fmla="*/ 422486 h 2225886"/>
                <a:gd name="connsiteX92" fmla="*/ 1419861 w 1991783"/>
                <a:gd name="connsiteY92" fmla="*/ 436457 h 2225886"/>
                <a:gd name="connsiteX93" fmla="*/ 1424094 w 1991783"/>
                <a:gd name="connsiteY93" fmla="*/ 450426 h 2225886"/>
                <a:gd name="connsiteX94" fmla="*/ 1431290 w 1991783"/>
                <a:gd name="connsiteY94" fmla="*/ 464396 h 2225886"/>
                <a:gd name="connsiteX95" fmla="*/ 1428327 w 1991783"/>
                <a:gd name="connsiteY95" fmla="*/ 465667 h 2225886"/>
                <a:gd name="connsiteX96" fmla="*/ 1436794 w 1991783"/>
                <a:gd name="connsiteY96" fmla="*/ 479636 h 2225886"/>
                <a:gd name="connsiteX97" fmla="*/ 1438063 w 1991783"/>
                <a:gd name="connsiteY97" fmla="*/ 493607 h 2225886"/>
                <a:gd name="connsiteX98" fmla="*/ 1422824 w 1991783"/>
                <a:gd name="connsiteY98" fmla="*/ 497840 h 2225886"/>
                <a:gd name="connsiteX99" fmla="*/ 1408854 w 1991783"/>
                <a:gd name="connsiteY99" fmla="*/ 496570 h 2225886"/>
                <a:gd name="connsiteX100" fmla="*/ 1395307 w 1991783"/>
                <a:gd name="connsiteY100" fmla="*/ 494876 h 2225886"/>
                <a:gd name="connsiteX101" fmla="*/ 1379644 w 1991783"/>
                <a:gd name="connsiteY101" fmla="*/ 486410 h 2225886"/>
                <a:gd name="connsiteX102" fmla="*/ 1395307 w 1991783"/>
                <a:gd name="connsiteY102" fmla="*/ 485140 h 2225886"/>
                <a:gd name="connsiteX103" fmla="*/ 1408854 w 1991783"/>
                <a:gd name="connsiteY103" fmla="*/ 485140 h 2225886"/>
                <a:gd name="connsiteX104" fmla="*/ 1424094 w 1991783"/>
                <a:gd name="connsiteY104" fmla="*/ 480907 h 2225886"/>
                <a:gd name="connsiteX105" fmla="*/ 1408854 w 1991783"/>
                <a:gd name="connsiteY105" fmla="*/ 479213 h 2225886"/>
                <a:gd name="connsiteX106" fmla="*/ 1395307 w 1991783"/>
                <a:gd name="connsiteY106" fmla="*/ 480907 h 2225886"/>
                <a:gd name="connsiteX107" fmla="*/ 1379644 w 1991783"/>
                <a:gd name="connsiteY107" fmla="*/ 482176 h 2225886"/>
                <a:gd name="connsiteX108" fmla="*/ 1365674 w 1991783"/>
                <a:gd name="connsiteY108" fmla="*/ 482176 h 2225886"/>
                <a:gd name="connsiteX109" fmla="*/ 1350433 w 1991783"/>
                <a:gd name="connsiteY109" fmla="*/ 485140 h 2225886"/>
                <a:gd name="connsiteX110" fmla="*/ 1336463 w 1991783"/>
                <a:gd name="connsiteY110" fmla="*/ 487680 h 2225886"/>
                <a:gd name="connsiteX111" fmla="*/ 1322494 w 1991783"/>
                <a:gd name="connsiteY111" fmla="*/ 490643 h 2225886"/>
                <a:gd name="connsiteX112" fmla="*/ 1318261 w 1991783"/>
                <a:gd name="connsiteY112" fmla="*/ 491913 h 2225886"/>
                <a:gd name="connsiteX113" fmla="*/ 1305561 w 1991783"/>
                <a:gd name="connsiteY113" fmla="*/ 496146 h 2225886"/>
                <a:gd name="connsiteX114" fmla="*/ 1291590 w 1991783"/>
                <a:gd name="connsiteY114" fmla="*/ 500380 h 2225886"/>
                <a:gd name="connsiteX115" fmla="*/ 1277620 w 1991783"/>
                <a:gd name="connsiteY115" fmla="*/ 504613 h 2225886"/>
                <a:gd name="connsiteX116" fmla="*/ 1263650 w 1991783"/>
                <a:gd name="connsiteY116" fmla="*/ 508846 h 2225886"/>
                <a:gd name="connsiteX117" fmla="*/ 1248411 w 1991783"/>
                <a:gd name="connsiteY117" fmla="*/ 511386 h 2225886"/>
                <a:gd name="connsiteX118" fmla="*/ 1234440 w 1991783"/>
                <a:gd name="connsiteY118" fmla="*/ 515620 h 2225886"/>
                <a:gd name="connsiteX119" fmla="*/ 1220470 w 1991783"/>
                <a:gd name="connsiteY119" fmla="*/ 516890 h 2225886"/>
                <a:gd name="connsiteX120" fmla="*/ 1205230 w 1991783"/>
                <a:gd name="connsiteY120" fmla="*/ 521123 h 2225886"/>
                <a:gd name="connsiteX121" fmla="*/ 1191261 w 1991783"/>
                <a:gd name="connsiteY121" fmla="*/ 525357 h 2225886"/>
                <a:gd name="connsiteX122" fmla="*/ 1177290 w 1991783"/>
                <a:gd name="connsiteY122" fmla="*/ 530860 h 2225886"/>
                <a:gd name="connsiteX123" fmla="*/ 1161627 w 1991783"/>
                <a:gd name="connsiteY123" fmla="*/ 533823 h 2225886"/>
                <a:gd name="connsiteX124" fmla="*/ 1147657 w 1991783"/>
                <a:gd name="connsiteY124" fmla="*/ 533823 h 2225886"/>
                <a:gd name="connsiteX125" fmla="*/ 1133687 w 1991783"/>
                <a:gd name="connsiteY125" fmla="*/ 529590 h 2225886"/>
                <a:gd name="connsiteX126" fmla="*/ 1118447 w 1991783"/>
                <a:gd name="connsiteY126" fmla="*/ 526626 h 2225886"/>
                <a:gd name="connsiteX127" fmla="*/ 1104477 w 1991783"/>
                <a:gd name="connsiteY127" fmla="*/ 523663 h 2225886"/>
                <a:gd name="connsiteX128" fmla="*/ 1089237 w 1991783"/>
                <a:gd name="connsiteY128" fmla="*/ 519430 h 2225886"/>
                <a:gd name="connsiteX129" fmla="*/ 1085004 w 1991783"/>
                <a:gd name="connsiteY129" fmla="*/ 518160 h 2225886"/>
                <a:gd name="connsiteX130" fmla="*/ 1071033 w 1991783"/>
                <a:gd name="connsiteY130" fmla="*/ 515196 h 2225886"/>
                <a:gd name="connsiteX131" fmla="*/ 1055794 w 1991783"/>
                <a:gd name="connsiteY131" fmla="*/ 512233 h 2225886"/>
                <a:gd name="connsiteX132" fmla="*/ 1040130 w 1991783"/>
                <a:gd name="connsiteY132" fmla="*/ 509693 h 2225886"/>
                <a:gd name="connsiteX133" fmla="*/ 1026161 w 1991783"/>
                <a:gd name="connsiteY133" fmla="*/ 504190 h 2225886"/>
                <a:gd name="connsiteX134" fmla="*/ 1010920 w 1991783"/>
                <a:gd name="connsiteY134" fmla="*/ 495723 h 2225886"/>
                <a:gd name="connsiteX135" fmla="*/ 996950 w 1991783"/>
                <a:gd name="connsiteY135" fmla="*/ 487257 h 2225886"/>
                <a:gd name="connsiteX136" fmla="*/ 982980 w 1991783"/>
                <a:gd name="connsiteY136" fmla="*/ 480483 h 2225886"/>
                <a:gd name="connsiteX137" fmla="*/ 969011 w 1991783"/>
                <a:gd name="connsiteY137" fmla="*/ 472017 h 2225886"/>
                <a:gd name="connsiteX138" fmla="*/ 960544 w 1991783"/>
                <a:gd name="connsiteY138" fmla="*/ 467783 h 2225886"/>
                <a:gd name="connsiteX139" fmla="*/ 945304 w 1991783"/>
                <a:gd name="connsiteY139" fmla="*/ 460586 h 2225886"/>
                <a:gd name="connsiteX140" fmla="*/ 931333 w 1991783"/>
                <a:gd name="connsiteY140" fmla="*/ 447886 h 2225886"/>
                <a:gd name="connsiteX141" fmla="*/ 917363 w 1991783"/>
                <a:gd name="connsiteY141" fmla="*/ 438150 h 2225886"/>
                <a:gd name="connsiteX142" fmla="*/ 908896 w 1991783"/>
                <a:gd name="connsiteY142" fmla="*/ 424180 h 2225886"/>
                <a:gd name="connsiteX143" fmla="*/ 899161 w 1991783"/>
                <a:gd name="connsiteY143" fmla="*/ 410210 h 2225886"/>
                <a:gd name="connsiteX144" fmla="*/ 885190 w 1991783"/>
                <a:gd name="connsiteY144" fmla="*/ 396240 h 2225886"/>
                <a:gd name="connsiteX145" fmla="*/ 869950 w 1991783"/>
                <a:gd name="connsiteY145" fmla="*/ 392007 h 2225886"/>
                <a:gd name="connsiteX146" fmla="*/ 865717 w 1991783"/>
                <a:gd name="connsiteY146" fmla="*/ 390736 h 2225886"/>
                <a:gd name="connsiteX147" fmla="*/ 857250 w 1991783"/>
                <a:gd name="connsiteY147" fmla="*/ 389467 h 2225886"/>
                <a:gd name="connsiteX148" fmla="*/ 843280 w 1991783"/>
                <a:gd name="connsiteY148" fmla="*/ 388196 h 2225886"/>
                <a:gd name="connsiteX149" fmla="*/ 833544 w 1991783"/>
                <a:gd name="connsiteY149" fmla="*/ 385233 h 2225886"/>
                <a:gd name="connsiteX150" fmla="*/ 818304 w 1991783"/>
                <a:gd name="connsiteY150" fmla="*/ 383963 h 2225886"/>
                <a:gd name="connsiteX151" fmla="*/ 804333 w 1991783"/>
                <a:gd name="connsiteY151" fmla="*/ 382693 h 2225886"/>
                <a:gd name="connsiteX152" fmla="*/ 789094 w 1991783"/>
                <a:gd name="connsiteY152" fmla="*/ 381423 h 2225886"/>
                <a:gd name="connsiteX153" fmla="*/ 773854 w 1991783"/>
                <a:gd name="connsiteY153" fmla="*/ 377190 h 2225886"/>
                <a:gd name="connsiteX154" fmla="*/ 759883 w 1991783"/>
                <a:gd name="connsiteY154" fmla="*/ 369993 h 2225886"/>
                <a:gd name="connsiteX155" fmla="*/ 745913 w 1991783"/>
                <a:gd name="connsiteY155" fmla="*/ 363220 h 2225886"/>
                <a:gd name="connsiteX156" fmla="*/ 732367 w 1991783"/>
                <a:gd name="connsiteY156" fmla="*/ 352213 h 2225886"/>
                <a:gd name="connsiteX157" fmla="*/ 719667 w 1991783"/>
                <a:gd name="connsiteY157" fmla="*/ 336973 h 2225886"/>
                <a:gd name="connsiteX158" fmla="*/ 715433 w 1991783"/>
                <a:gd name="connsiteY158" fmla="*/ 323003 h 2225886"/>
                <a:gd name="connsiteX159" fmla="*/ 707390 w 1991783"/>
                <a:gd name="connsiteY159" fmla="*/ 309033 h 2225886"/>
                <a:gd name="connsiteX160" fmla="*/ 703580 w 1991783"/>
                <a:gd name="connsiteY160" fmla="*/ 295063 h 2225886"/>
                <a:gd name="connsiteX161" fmla="*/ 699346 w 1991783"/>
                <a:gd name="connsiteY161" fmla="*/ 279823 h 2225886"/>
                <a:gd name="connsiteX162" fmla="*/ 695113 w 1991783"/>
                <a:gd name="connsiteY162" fmla="*/ 265853 h 2225886"/>
                <a:gd name="connsiteX163" fmla="*/ 690880 w 1991783"/>
                <a:gd name="connsiteY163" fmla="*/ 250613 h 2225886"/>
                <a:gd name="connsiteX164" fmla="*/ 687917 w 1991783"/>
                <a:gd name="connsiteY164" fmla="*/ 236643 h 2225886"/>
                <a:gd name="connsiteX165" fmla="*/ 687917 w 1991783"/>
                <a:gd name="connsiteY165" fmla="*/ 222673 h 2225886"/>
                <a:gd name="connsiteX166" fmla="*/ 686646 w 1991783"/>
                <a:gd name="connsiteY166" fmla="*/ 222673 h 2225886"/>
                <a:gd name="connsiteX167" fmla="*/ 676911 w 1991783"/>
                <a:gd name="connsiteY167" fmla="*/ 222673 h 2225886"/>
                <a:gd name="connsiteX168" fmla="*/ 667174 w 1991783"/>
                <a:gd name="connsiteY168" fmla="*/ 226907 h 2225886"/>
                <a:gd name="connsiteX169" fmla="*/ 653204 w 1991783"/>
                <a:gd name="connsiteY169" fmla="*/ 231140 h 2225886"/>
                <a:gd name="connsiteX170" fmla="*/ 648970 w 1991783"/>
                <a:gd name="connsiteY170" fmla="*/ 226907 h 2225886"/>
                <a:gd name="connsiteX171" fmla="*/ 640504 w 1991783"/>
                <a:gd name="connsiteY171" fmla="*/ 215900 h 2225886"/>
                <a:gd name="connsiteX172" fmla="*/ 626533 w 1991783"/>
                <a:gd name="connsiteY172" fmla="*/ 203200 h 2225886"/>
                <a:gd name="connsiteX173" fmla="*/ 610870 w 1991783"/>
                <a:gd name="connsiteY173" fmla="*/ 194733 h 2225886"/>
                <a:gd name="connsiteX174" fmla="*/ 596900 w 1991783"/>
                <a:gd name="connsiteY174" fmla="*/ 187536 h 2225886"/>
                <a:gd name="connsiteX175" fmla="*/ 587163 w 1991783"/>
                <a:gd name="connsiteY175" fmla="*/ 173567 h 2225886"/>
                <a:gd name="connsiteX176" fmla="*/ 571924 w 1991783"/>
                <a:gd name="connsiteY176" fmla="*/ 166793 h 2225886"/>
                <a:gd name="connsiteX177" fmla="*/ 557954 w 1991783"/>
                <a:gd name="connsiteY177" fmla="*/ 157057 h 2225886"/>
                <a:gd name="connsiteX178" fmla="*/ 560494 w 1991783"/>
                <a:gd name="connsiteY178" fmla="*/ 143086 h 2225886"/>
                <a:gd name="connsiteX179" fmla="*/ 574463 w 1991783"/>
                <a:gd name="connsiteY179" fmla="*/ 134620 h 2225886"/>
                <a:gd name="connsiteX180" fmla="*/ 589704 w 1991783"/>
                <a:gd name="connsiteY180" fmla="*/ 131657 h 2225886"/>
                <a:gd name="connsiteX181" fmla="*/ 595630 w 1991783"/>
                <a:gd name="connsiteY181" fmla="*/ 121920 h 2225886"/>
                <a:gd name="connsiteX182" fmla="*/ 581661 w 1991783"/>
                <a:gd name="connsiteY182" fmla="*/ 106680 h 2225886"/>
                <a:gd name="connsiteX183" fmla="*/ 567690 w 1991783"/>
                <a:gd name="connsiteY183" fmla="*/ 95250 h 2225886"/>
                <a:gd name="connsiteX184" fmla="*/ 562187 w 1991783"/>
                <a:gd name="connsiteY184" fmla="*/ 81280 h 2225886"/>
                <a:gd name="connsiteX185" fmla="*/ 576157 w 1991783"/>
                <a:gd name="connsiteY185" fmla="*/ 71543 h 2225886"/>
                <a:gd name="connsiteX186" fmla="*/ 591820 w 1991783"/>
                <a:gd name="connsiteY186" fmla="*/ 64346 h 2225886"/>
                <a:gd name="connsiteX187" fmla="*/ 587587 w 1991783"/>
                <a:gd name="connsiteY187" fmla="*/ 58843 h 2225886"/>
                <a:gd name="connsiteX188" fmla="*/ 573617 w 1991783"/>
                <a:gd name="connsiteY188" fmla="*/ 46143 h 2225886"/>
                <a:gd name="connsiteX189" fmla="*/ 559646 w 1991783"/>
                <a:gd name="connsiteY189" fmla="*/ 33443 h 2225886"/>
                <a:gd name="connsiteX190" fmla="*/ 544407 w 1991783"/>
                <a:gd name="connsiteY190" fmla="*/ 18203 h 2225886"/>
                <a:gd name="connsiteX191" fmla="*/ 530861 w 1991783"/>
                <a:gd name="connsiteY191" fmla="*/ 8467 h 2225886"/>
                <a:gd name="connsiteX192" fmla="*/ 527896 w 1991783"/>
                <a:gd name="connsiteY192" fmla="*/ 12700 h 2225886"/>
                <a:gd name="connsiteX193" fmla="*/ 512657 w 1991783"/>
                <a:gd name="connsiteY193" fmla="*/ 13970 h 2225886"/>
                <a:gd name="connsiteX194" fmla="*/ 498687 w 1991783"/>
                <a:gd name="connsiteY194" fmla="*/ 26670 h 2225886"/>
                <a:gd name="connsiteX195" fmla="*/ 484717 w 1991783"/>
                <a:gd name="connsiteY195" fmla="*/ 35136 h 2225886"/>
                <a:gd name="connsiteX196" fmla="*/ 469477 w 1991783"/>
                <a:gd name="connsiteY196" fmla="*/ 44873 h 2225886"/>
                <a:gd name="connsiteX197" fmla="*/ 455507 w 1991783"/>
                <a:gd name="connsiteY197" fmla="*/ 53340 h 2225886"/>
                <a:gd name="connsiteX198" fmla="*/ 454237 w 1991783"/>
                <a:gd name="connsiteY198" fmla="*/ 53340 h 2225886"/>
                <a:gd name="connsiteX199" fmla="*/ 441537 w 1991783"/>
                <a:gd name="connsiteY199" fmla="*/ 68580 h 2225886"/>
                <a:gd name="connsiteX200" fmla="*/ 426296 w 1991783"/>
                <a:gd name="connsiteY200" fmla="*/ 74083 h 2225886"/>
                <a:gd name="connsiteX201" fmla="*/ 419524 w 1991783"/>
                <a:gd name="connsiteY201" fmla="*/ 82550 h 2225886"/>
                <a:gd name="connsiteX202" fmla="*/ 414020 w 1991783"/>
                <a:gd name="connsiteY202" fmla="*/ 97790 h 2225886"/>
                <a:gd name="connsiteX203" fmla="*/ 400050 w 1991783"/>
                <a:gd name="connsiteY203" fmla="*/ 100753 h 2225886"/>
                <a:gd name="connsiteX204" fmla="*/ 386080 w 1991783"/>
                <a:gd name="connsiteY204" fmla="*/ 107526 h 2225886"/>
                <a:gd name="connsiteX205" fmla="*/ 379307 w 1991783"/>
                <a:gd name="connsiteY205" fmla="*/ 121496 h 2225886"/>
                <a:gd name="connsiteX206" fmla="*/ 365337 w 1991783"/>
                <a:gd name="connsiteY206" fmla="*/ 135467 h 2225886"/>
                <a:gd name="connsiteX207" fmla="*/ 355600 w 1991783"/>
                <a:gd name="connsiteY207" fmla="*/ 149436 h 2225886"/>
                <a:gd name="connsiteX208" fmla="*/ 350096 w 1991783"/>
                <a:gd name="connsiteY208" fmla="*/ 148167 h 2225886"/>
                <a:gd name="connsiteX209" fmla="*/ 334857 w 1991783"/>
                <a:gd name="connsiteY209" fmla="*/ 145203 h 2225886"/>
                <a:gd name="connsiteX210" fmla="*/ 320887 w 1991783"/>
                <a:gd name="connsiteY210" fmla="*/ 146473 h 2225886"/>
                <a:gd name="connsiteX211" fmla="*/ 306917 w 1991783"/>
                <a:gd name="connsiteY211" fmla="*/ 154940 h 2225886"/>
                <a:gd name="connsiteX212" fmla="*/ 303954 w 1991783"/>
                <a:gd name="connsiteY212" fmla="*/ 154940 h 2225886"/>
                <a:gd name="connsiteX213" fmla="*/ 288713 w 1991783"/>
                <a:gd name="connsiteY213" fmla="*/ 149436 h 2225886"/>
                <a:gd name="connsiteX214" fmla="*/ 274744 w 1991783"/>
                <a:gd name="connsiteY214" fmla="*/ 148167 h 2225886"/>
                <a:gd name="connsiteX215" fmla="*/ 260774 w 1991783"/>
                <a:gd name="connsiteY215" fmla="*/ 146896 h 2225886"/>
                <a:gd name="connsiteX216" fmla="*/ 245533 w 1991783"/>
                <a:gd name="connsiteY216" fmla="*/ 141393 h 2225886"/>
                <a:gd name="connsiteX217" fmla="*/ 231563 w 1991783"/>
                <a:gd name="connsiteY217" fmla="*/ 137160 h 2225886"/>
                <a:gd name="connsiteX218" fmla="*/ 230294 w 1991783"/>
                <a:gd name="connsiteY218" fmla="*/ 137160 h 2225886"/>
                <a:gd name="connsiteX219" fmla="*/ 221827 w 1991783"/>
                <a:gd name="connsiteY219" fmla="*/ 134620 h 2225886"/>
                <a:gd name="connsiteX220" fmla="*/ 207857 w 1991783"/>
                <a:gd name="connsiteY220" fmla="*/ 131657 h 2225886"/>
                <a:gd name="connsiteX221" fmla="*/ 200661 w 1991783"/>
                <a:gd name="connsiteY221" fmla="*/ 128693 h 2225886"/>
                <a:gd name="connsiteX222" fmla="*/ 192617 w 1991783"/>
                <a:gd name="connsiteY222" fmla="*/ 114723 h 2225886"/>
                <a:gd name="connsiteX223" fmla="*/ 184150 w 1991783"/>
                <a:gd name="connsiteY223" fmla="*/ 100753 h 2225886"/>
                <a:gd name="connsiteX224" fmla="*/ 168911 w 1991783"/>
                <a:gd name="connsiteY224" fmla="*/ 96520 h 2225886"/>
                <a:gd name="connsiteX225" fmla="*/ 154940 w 1991783"/>
                <a:gd name="connsiteY225" fmla="*/ 86783 h 2225886"/>
                <a:gd name="connsiteX226" fmla="*/ 146474 w 1991783"/>
                <a:gd name="connsiteY226" fmla="*/ 72813 h 2225886"/>
                <a:gd name="connsiteX227" fmla="*/ 131233 w 1991783"/>
                <a:gd name="connsiteY227" fmla="*/ 58843 h 2225886"/>
                <a:gd name="connsiteX228" fmla="*/ 121496 w 1991783"/>
                <a:gd name="connsiteY228" fmla="*/ 50376 h 2225886"/>
                <a:gd name="connsiteX229" fmla="*/ 115994 w 1991783"/>
                <a:gd name="connsiteY229" fmla="*/ 36407 h 2225886"/>
                <a:gd name="connsiteX230" fmla="*/ 102024 w 1991783"/>
                <a:gd name="connsiteY230" fmla="*/ 23707 h 2225886"/>
                <a:gd name="connsiteX231" fmla="*/ 95250 w 1991783"/>
                <a:gd name="connsiteY231" fmla="*/ 18203 h 2225886"/>
                <a:gd name="connsiteX232" fmla="*/ 81280 w 1991783"/>
                <a:gd name="connsiteY232" fmla="*/ 8467 h 2225886"/>
                <a:gd name="connsiteX233" fmla="*/ 67311 w 1991783"/>
                <a:gd name="connsiteY233" fmla="*/ 0 h 2225886"/>
                <a:gd name="connsiteX234" fmla="*/ 53340 w 1991783"/>
                <a:gd name="connsiteY234" fmla="*/ 12700 h 2225886"/>
                <a:gd name="connsiteX235" fmla="*/ 54611 w 1991783"/>
                <a:gd name="connsiteY235" fmla="*/ 16933 h 2225886"/>
                <a:gd name="connsiteX236" fmla="*/ 51646 w 1991783"/>
                <a:gd name="connsiteY236" fmla="*/ 30903 h 2225886"/>
                <a:gd name="connsiteX237" fmla="*/ 51646 w 1991783"/>
                <a:gd name="connsiteY237" fmla="*/ 46143 h 2225886"/>
                <a:gd name="connsiteX238" fmla="*/ 48683 w 1991783"/>
                <a:gd name="connsiteY238" fmla="*/ 60113 h 2225886"/>
                <a:gd name="connsiteX239" fmla="*/ 43180 w 1991783"/>
                <a:gd name="connsiteY239" fmla="*/ 61383 h 2225886"/>
                <a:gd name="connsiteX240" fmla="*/ 29211 w 1991783"/>
                <a:gd name="connsiteY240" fmla="*/ 61383 h 2225886"/>
                <a:gd name="connsiteX241" fmla="*/ 15240 w 1991783"/>
                <a:gd name="connsiteY241" fmla="*/ 61383 h 2225886"/>
                <a:gd name="connsiteX242" fmla="*/ 0 w 1991783"/>
                <a:gd name="connsiteY242" fmla="*/ 65617 h 2225886"/>
                <a:gd name="connsiteX243" fmla="*/ 2963 w 1991783"/>
                <a:gd name="connsiteY243" fmla="*/ 68580 h 2225886"/>
                <a:gd name="connsiteX244" fmla="*/ 11007 w 1991783"/>
                <a:gd name="connsiteY244" fmla="*/ 82550 h 2225886"/>
                <a:gd name="connsiteX245" fmla="*/ 16511 w 1991783"/>
                <a:gd name="connsiteY245" fmla="*/ 96520 h 2225886"/>
                <a:gd name="connsiteX246" fmla="*/ 30480 w 1991783"/>
                <a:gd name="connsiteY246" fmla="*/ 110490 h 2225886"/>
                <a:gd name="connsiteX247" fmla="*/ 30480 w 1991783"/>
                <a:gd name="connsiteY247" fmla="*/ 124460 h 2225886"/>
                <a:gd name="connsiteX248" fmla="*/ 26670 w 1991783"/>
                <a:gd name="connsiteY248" fmla="*/ 129963 h 2225886"/>
                <a:gd name="connsiteX249" fmla="*/ 35137 w 1991783"/>
                <a:gd name="connsiteY249" fmla="*/ 143933 h 2225886"/>
                <a:gd name="connsiteX250" fmla="*/ 49107 w 1991783"/>
                <a:gd name="connsiteY250" fmla="*/ 154940 h 2225886"/>
                <a:gd name="connsiteX251" fmla="*/ 47413 w 1991783"/>
                <a:gd name="connsiteY251" fmla="*/ 168910 h 2225886"/>
                <a:gd name="connsiteX252" fmla="*/ 49107 w 1991783"/>
                <a:gd name="connsiteY252" fmla="*/ 182880 h 2225886"/>
                <a:gd name="connsiteX253" fmla="*/ 57574 w 1991783"/>
                <a:gd name="connsiteY253" fmla="*/ 198120 h 2225886"/>
                <a:gd name="connsiteX254" fmla="*/ 60537 w 1991783"/>
                <a:gd name="connsiteY254" fmla="*/ 212090 h 2225886"/>
                <a:gd name="connsiteX255" fmla="*/ 59267 w 1991783"/>
                <a:gd name="connsiteY255" fmla="*/ 216323 h 2225886"/>
                <a:gd name="connsiteX256" fmla="*/ 59267 w 1991783"/>
                <a:gd name="connsiteY256" fmla="*/ 218863 h 2225886"/>
                <a:gd name="connsiteX257" fmla="*/ 71544 w 1991783"/>
                <a:gd name="connsiteY257" fmla="*/ 234103 h 2225886"/>
                <a:gd name="connsiteX258" fmla="*/ 85513 w 1991783"/>
                <a:gd name="connsiteY258" fmla="*/ 240876 h 2225886"/>
                <a:gd name="connsiteX259" fmla="*/ 75777 w 1991783"/>
                <a:gd name="connsiteY259" fmla="*/ 254846 h 2225886"/>
                <a:gd name="connsiteX260" fmla="*/ 75777 w 1991783"/>
                <a:gd name="connsiteY260" fmla="*/ 268817 h 2225886"/>
                <a:gd name="connsiteX261" fmla="*/ 67311 w 1991783"/>
                <a:gd name="connsiteY261" fmla="*/ 282786 h 2225886"/>
                <a:gd name="connsiteX262" fmla="*/ 61807 w 1991783"/>
                <a:gd name="connsiteY262" fmla="*/ 298026 h 2225886"/>
                <a:gd name="connsiteX263" fmla="*/ 60537 w 1991783"/>
                <a:gd name="connsiteY263" fmla="*/ 311996 h 2225886"/>
                <a:gd name="connsiteX264" fmla="*/ 60537 w 1991783"/>
                <a:gd name="connsiteY264" fmla="*/ 313267 h 2225886"/>
                <a:gd name="connsiteX265" fmla="*/ 74507 w 1991783"/>
                <a:gd name="connsiteY265" fmla="*/ 314536 h 2225886"/>
                <a:gd name="connsiteX266" fmla="*/ 89746 w 1991783"/>
                <a:gd name="connsiteY266" fmla="*/ 325543 h 2225886"/>
                <a:gd name="connsiteX267" fmla="*/ 103717 w 1991783"/>
                <a:gd name="connsiteY267" fmla="*/ 331046 h 2225886"/>
                <a:gd name="connsiteX268" fmla="*/ 117687 w 1991783"/>
                <a:gd name="connsiteY268" fmla="*/ 342476 h 2225886"/>
                <a:gd name="connsiteX269" fmla="*/ 116417 w 1991783"/>
                <a:gd name="connsiteY269" fmla="*/ 346710 h 2225886"/>
                <a:gd name="connsiteX270" fmla="*/ 119380 w 1991783"/>
                <a:gd name="connsiteY270" fmla="*/ 360680 h 2225886"/>
                <a:gd name="connsiteX271" fmla="*/ 119380 w 1991783"/>
                <a:gd name="connsiteY271" fmla="*/ 374650 h 2225886"/>
                <a:gd name="connsiteX272" fmla="*/ 123613 w 1991783"/>
                <a:gd name="connsiteY272" fmla="*/ 389890 h 2225886"/>
                <a:gd name="connsiteX273" fmla="*/ 138854 w 1991783"/>
                <a:gd name="connsiteY273" fmla="*/ 396663 h 2225886"/>
                <a:gd name="connsiteX274" fmla="*/ 152824 w 1991783"/>
                <a:gd name="connsiteY274" fmla="*/ 409363 h 2225886"/>
                <a:gd name="connsiteX275" fmla="*/ 149861 w 1991783"/>
                <a:gd name="connsiteY275" fmla="*/ 423333 h 2225886"/>
                <a:gd name="connsiteX276" fmla="*/ 153670 w 1991783"/>
                <a:gd name="connsiteY276" fmla="*/ 437303 h 2225886"/>
                <a:gd name="connsiteX277" fmla="*/ 153670 w 1991783"/>
                <a:gd name="connsiteY277" fmla="*/ 445770 h 2225886"/>
                <a:gd name="connsiteX278" fmla="*/ 167640 w 1991783"/>
                <a:gd name="connsiteY278" fmla="*/ 455507 h 2225886"/>
                <a:gd name="connsiteX279" fmla="*/ 171874 w 1991783"/>
                <a:gd name="connsiteY279" fmla="*/ 469476 h 2225886"/>
                <a:gd name="connsiteX280" fmla="*/ 171874 w 1991783"/>
                <a:gd name="connsiteY280" fmla="*/ 483446 h 2225886"/>
                <a:gd name="connsiteX281" fmla="*/ 177377 w 1991783"/>
                <a:gd name="connsiteY281" fmla="*/ 498686 h 2225886"/>
                <a:gd name="connsiteX282" fmla="*/ 191346 w 1991783"/>
                <a:gd name="connsiteY282" fmla="*/ 502920 h 2225886"/>
                <a:gd name="connsiteX283" fmla="*/ 193040 w 1991783"/>
                <a:gd name="connsiteY283" fmla="*/ 502920 h 2225886"/>
                <a:gd name="connsiteX284" fmla="*/ 202777 w 1991783"/>
                <a:gd name="connsiteY284" fmla="*/ 516890 h 2225886"/>
                <a:gd name="connsiteX285" fmla="*/ 200237 w 1991783"/>
                <a:gd name="connsiteY285" fmla="*/ 526626 h 2225886"/>
                <a:gd name="connsiteX286" fmla="*/ 198967 w 1991783"/>
                <a:gd name="connsiteY286" fmla="*/ 540596 h 2225886"/>
                <a:gd name="connsiteX287" fmla="*/ 209974 w 1991783"/>
                <a:gd name="connsiteY287" fmla="*/ 552026 h 2225886"/>
                <a:gd name="connsiteX288" fmla="*/ 223944 w 1991783"/>
                <a:gd name="connsiteY288" fmla="*/ 560070 h 2225886"/>
                <a:gd name="connsiteX289" fmla="*/ 237913 w 1991783"/>
                <a:gd name="connsiteY289" fmla="*/ 568536 h 2225886"/>
                <a:gd name="connsiteX290" fmla="*/ 243417 w 1991783"/>
                <a:gd name="connsiteY290" fmla="*/ 583776 h 2225886"/>
                <a:gd name="connsiteX291" fmla="*/ 248920 w 1991783"/>
                <a:gd name="connsiteY291" fmla="*/ 597746 h 2225886"/>
                <a:gd name="connsiteX292" fmla="*/ 248920 w 1991783"/>
                <a:gd name="connsiteY292" fmla="*/ 600710 h 2225886"/>
                <a:gd name="connsiteX293" fmla="*/ 257387 w 1991783"/>
                <a:gd name="connsiteY293" fmla="*/ 614680 h 2225886"/>
                <a:gd name="connsiteX294" fmla="*/ 254424 w 1991783"/>
                <a:gd name="connsiteY294" fmla="*/ 628650 h 2225886"/>
                <a:gd name="connsiteX295" fmla="*/ 254424 w 1991783"/>
                <a:gd name="connsiteY295" fmla="*/ 629920 h 2225886"/>
                <a:gd name="connsiteX296" fmla="*/ 279400 w 1991783"/>
                <a:gd name="connsiteY296" fmla="*/ 627380 h 2225886"/>
                <a:gd name="connsiteX297" fmla="*/ 284904 w 1991783"/>
                <a:gd name="connsiteY297" fmla="*/ 629920 h 2225886"/>
                <a:gd name="connsiteX298" fmla="*/ 292100 w 1991783"/>
                <a:gd name="connsiteY298" fmla="*/ 635423 h 2225886"/>
                <a:gd name="connsiteX299" fmla="*/ 296333 w 1991783"/>
                <a:gd name="connsiteY299" fmla="*/ 634153 h 2225886"/>
                <a:gd name="connsiteX300" fmla="*/ 301837 w 1991783"/>
                <a:gd name="connsiteY300" fmla="*/ 641350 h 2225886"/>
                <a:gd name="connsiteX301" fmla="*/ 312844 w 1991783"/>
                <a:gd name="connsiteY301" fmla="*/ 655320 h 2225886"/>
                <a:gd name="connsiteX302" fmla="*/ 326813 w 1991783"/>
                <a:gd name="connsiteY302" fmla="*/ 660823 h 2225886"/>
                <a:gd name="connsiteX303" fmla="*/ 340783 w 1991783"/>
                <a:gd name="connsiteY303" fmla="*/ 656590 h 2225886"/>
                <a:gd name="connsiteX304" fmla="*/ 354754 w 1991783"/>
                <a:gd name="connsiteY304" fmla="*/ 655320 h 2225886"/>
                <a:gd name="connsiteX305" fmla="*/ 368724 w 1991783"/>
                <a:gd name="connsiteY305" fmla="*/ 654050 h 2225886"/>
                <a:gd name="connsiteX306" fmla="*/ 382694 w 1991783"/>
                <a:gd name="connsiteY306" fmla="*/ 660823 h 2225886"/>
                <a:gd name="connsiteX307" fmla="*/ 397933 w 1991783"/>
                <a:gd name="connsiteY307" fmla="*/ 659553 h 2225886"/>
                <a:gd name="connsiteX308" fmla="*/ 390737 w 1991783"/>
                <a:gd name="connsiteY308" fmla="*/ 673523 h 2225886"/>
                <a:gd name="connsiteX309" fmla="*/ 376767 w 1991783"/>
                <a:gd name="connsiteY309" fmla="*/ 679026 h 2225886"/>
                <a:gd name="connsiteX310" fmla="*/ 362796 w 1991783"/>
                <a:gd name="connsiteY310" fmla="*/ 680296 h 2225886"/>
                <a:gd name="connsiteX311" fmla="*/ 357294 w 1991783"/>
                <a:gd name="connsiteY311" fmla="*/ 694267 h 2225886"/>
                <a:gd name="connsiteX312" fmla="*/ 354330 w 1991783"/>
                <a:gd name="connsiteY312" fmla="*/ 704003 h 2225886"/>
                <a:gd name="connsiteX313" fmla="*/ 357294 w 1991783"/>
                <a:gd name="connsiteY313" fmla="*/ 717973 h 2225886"/>
                <a:gd name="connsiteX314" fmla="*/ 368300 w 1991783"/>
                <a:gd name="connsiteY314" fmla="*/ 733213 h 2225886"/>
                <a:gd name="connsiteX315" fmla="*/ 380577 w 1991783"/>
                <a:gd name="connsiteY315" fmla="*/ 747183 h 2225886"/>
                <a:gd name="connsiteX316" fmla="*/ 379307 w 1991783"/>
                <a:gd name="connsiteY316" fmla="*/ 752686 h 2225886"/>
                <a:gd name="connsiteX317" fmla="*/ 387350 w 1991783"/>
                <a:gd name="connsiteY317" fmla="*/ 766657 h 2225886"/>
                <a:gd name="connsiteX318" fmla="*/ 387350 w 1991783"/>
                <a:gd name="connsiteY318" fmla="*/ 777663 h 2225886"/>
                <a:gd name="connsiteX319" fmla="*/ 384811 w 1991783"/>
                <a:gd name="connsiteY319" fmla="*/ 780626 h 2225886"/>
                <a:gd name="connsiteX320" fmla="*/ 369146 w 1991783"/>
                <a:gd name="connsiteY320" fmla="*/ 787400 h 2225886"/>
                <a:gd name="connsiteX321" fmla="*/ 355177 w 1991783"/>
                <a:gd name="connsiteY321" fmla="*/ 780626 h 2225886"/>
                <a:gd name="connsiteX322" fmla="*/ 353907 w 1991783"/>
                <a:gd name="connsiteY322" fmla="*/ 781896 h 2225886"/>
                <a:gd name="connsiteX323" fmla="*/ 349674 w 1991783"/>
                <a:gd name="connsiteY323" fmla="*/ 797136 h 2225886"/>
                <a:gd name="connsiteX324" fmla="*/ 350944 w 1991783"/>
                <a:gd name="connsiteY324" fmla="*/ 805603 h 2225886"/>
                <a:gd name="connsiteX325" fmla="*/ 336974 w 1991783"/>
                <a:gd name="connsiteY325" fmla="*/ 811107 h 2225886"/>
                <a:gd name="connsiteX326" fmla="*/ 336974 w 1991783"/>
                <a:gd name="connsiteY326" fmla="*/ 814070 h 2225886"/>
                <a:gd name="connsiteX327" fmla="*/ 325967 w 1991783"/>
                <a:gd name="connsiteY327" fmla="*/ 828040 h 2225886"/>
                <a:gd name="connsiteX328" fmla="*/ 323004 w 1991783"/>
                <a:gd name="connsiteY328" fmla="*/ 842010 h 2225886"/>
                <a:gd name="connsiteX329" fmla="*/ 332740 w 1991783"/>
                <a:gd name="connsiteY329" fmla="*/ 857250 h 2225886"/>
                <a:gd name="connsiteX330" fmla="*/ 336974 w 1991783"/>
                <a:gd name="connsiteY330" fmla="*/ 871220 h 2225886"/>
                <a:gd name="connsiteX331" fmla="*/ 323004 w 1991783"/>
                <a:gd name="connsiteY331" fmla="*/ 869950 h 2225886"/>
                <a:gd name="connsiteX332" fmla="*/ 307763 w 1991783"/>
                <a:gd name="connsiteY332" fmla="*/ 862753 h 2225886"/>
                <a:gd name="connsiteX333" fmla="*/ 307763 w 1991783"/>
                <a:gd name="connsiteY333" fmla="*/ 871220 h 2225886"/>
                <a:gd name="connsiteX334" fmla="*/ 299296 w 1991783"/>
                <a:gd name="connsiteY334" fmla="*/ 885190 h 2225886"/>
                <a:gd name="connsiteX335" fmla="*/ 303530 w 1991783"/>
                <a:gd name="connsiteY335" fmla="*/ 899160 h 2225886"/>
                <a:gd name="connsiteX336" fmla="*/ 316230 w 1991783"/>
                <a:gd name="connsiteY336" fmla="*/ 905933 h 2225886"/>
                <a:gd name="connsiteX337" fmla="*/ 323427 w 1991783"/>
                <a:gd name="connsiteY337" fmla="*/ 919903 h 2225886"/>
                <a:gd name="connsiteX338" fmla="*/ 320463 w 1991783"/>
                <a:gd name="connsiteY338" fmla="*/ 933873 h 2225886"/>
                <a:gd name="connsiteX339" fmla="*/ 314961 w 1991783"/>
                <a:gd name="connsiteY339" fmla="*/ 947843 h 2225886"/>
                <a:gd name="connsiteX340" fmla="*/ 309457 w 1991783"/>
                <a:gd name="connsiteY340" fmla="*/ 961813 h 2225886"/>
                <a:gd name="connsiteX341" fmla="*/ 307763 w 1991783"/>
                <a:gd name="connsiteY341" fmla="*/ 966046 h 2225886"/>
                <a:gd name="connsiteX342" fmla="*/ 303530 w 1991783"/>
                <a:gd name="connsiteY342" fmla="*/ 967740 h 2225886"/>
                <a:gd name="connsiteX343" fmla="*/ 307763 w 1991783"/>
                <a:gd name="connsiteY343" fmla="*/ 973243 h 2225886"/>
                <a:gd name="connsiteX344" fmla="*/ 311996 w 1991783"/>
                <a:gd name="connsiteY344" fmla="*/ 974513 h 2225886"/>
                <a:gd name="connsiteX345" fmla="*/ 325967 w 1991783"/>
                <a:gd name="connsiteY345" fmla="*/ 984250 h 2225886"/>
                <a:gd name="connsiteX346" fmla="*/ 335704 w 1991783"/>
                <a:gd name="connsiteY346" fmla="*/ 998220 h 2225886"/>
                <a:gd name="connsiteX347" fmla="*/ 344170 w 1991783"/>
                <a:gd name="connsiteY347" fmla="*/ 1012190 h 2225886"/>
                <a:gd name="connsiteX348" fmla="*/ 359411 w 1991783"/>
                <a:gd name="connsiteY348" fmla="*/ 1024467 h 2225886"/>
                <a:gd name="connsiteX349" fmla="*/ 372111 w 1991783"/>
                <a:gd name="connsiteY349" fmla="*/ 1026160 h 2225886"/>
                <a:gd name="connsiteX350" fmla="*/ 386080 w 1991783"/>
                <a:gd name="connsiteY350" fmla="*/ 1035896 h 2225886"/>
                <a:gd name="connsiteX351" fmla="*/ 384811 w 1991783"/>
                <a:gd name="connsiteY351" fmla="*/ 1049867 h 2225886"/>
                <a:gd name="connsiteX352" fmla="*/ 398780 w 1991783"/>
                <a:gd name="connsiteY352" fmla="*/ 1052830 h 2225886"/>
                <a:gd name="connsiteX353" fmla="*/ 404283 w 1991783"/>
                <a:gd name="connsiteY353" fmla="*/ 1058333 h 2225886"/>
                <a:gd name="connsiteX354" fmla="*/ 410211 w 1991783"/>
                <a:gd name="connsiteY354" fmla="*/ 1072303 h 2225886"/>
                <a:gd name="connsiteX355" fmla="*/ 425450 w 1991783"/>
                <a:gd name="connsiteY355" fmla="*/ 1086273 h 2225886"/>
                <a:gd name="connsiteX356" fmla="*/ 430954 w 1991783"/>
                <a:gd name="connsiteY356" fmla="*/ 1100243 h 2225886"/>
                <a:gd name="connsiteX357" fmla="*/ 422487 w 1991783"/>
                <a:gd name="connsiteY357" fmla="*/ 1109980 h 2225886"/>
                <a:gd name="connsiteX358" fmla="*/ 411480 w 1991783"/>
                <a:gd name="connsiteY358" fmla="*/ 1115483 h 2225886"/>
                <a:gd name="connsiteX359" fmla="*/ 425450 w 1991783"/>
                <a:gd name="connsiteY359" fmla="*/ 1125220 h 2225886"/>
                <a:gd name="connsiteX360" fmla="*/ 426720 w 1991783"/>
                <a:gd name="connsiteY360" fmla="*/ 1139190 h 2225886"/>
                <a:gd name="connsiteX361" fmla="*/ 441961 w 1991783"/>
                <a:gd name="connsiteY361" fmla="*/ 1137920 h 2225886"/>
                <a:gd name="connsiteX362" fmla="*/ 455930 w 1991783"/>
                <a:gd name="connsiteY362" fmla="*/ 1139190 h 2225886"/>
                <a:gd name="connsiteX363" fmla="*/ 469900 w 1991783"/>
                <a:gd name="connsiteY363" fmla="*/ 1143423 h 2225886"/>
                <a:gd name="connsiteX364" fmla="*/ 479637 w 1991783"/>
                <a:gd name="connsiteY364" fmla="*/ 1150197 h 2225886"/>
                <a:gd name="connsiteX365" fmla="*/ 493607 w 1991783"/>
                <a:gd name="connsiteY365" fmla="*/ 1158663 h 2225886"/>
                <a:gd name="connsiteX366" fmla="*/ 496570 w 1991783"/>
                <a:gd name="connsiteY366" fmla="*/ 1159933 h 2225886"/>
                <a:gd name="connsiteX367" fmla="*/ 510540 w 1991783"/>
                <a:gd name="connsiteY367" fmla="*/ 1169670 h 2225886"/>
                <a:gd name="connsiteX368" fmla="*/ 525780 w 1991783"/>
                <a:gd name="connsiteY368" fmla="*/ 1182370 h 2225886"/>
                <a:gd name="connsiteX369" fmla="*/ 539750 w 1991783"/>
                <a:gd name="connsiteY369" fmla="*/ 1195070 h 2225886"/>
                <a:gd name="connsiteX370" fmla="*/ 554990 w 1991783"/>
                <a:gd name="connsiteY370" fmla="*/ 1204807 h 2225886"/>
                <a:gd name="connsiteX371" fmla="*/ 568961 w 1991783"/>
                <a:gd name="connsiteY371" fmla="*/ 1215813 h 2225886"/>
                <a:gd name="connsiteX372" fmla="*/ 582930 w 1991783"/>
                <a:gd name="connsiteY372" fmla="*/ 1221317 h 2225886"/>
                <a:gd name="connsiteX373" fmla="*/ 591396 w 1991783"/>
                <a:gd name="connsiteY373" fmla="*/ 1220047 h 2225886"/>
                <a:gd name="connsiteX374" fmla="*/ 593937 w 1991783"/>
                <a:gd name="connsiteY374" fmla="*/ 1218776 h 2225886"/>
                <a:gd name="connsiteX375" fmla="*/ 599440 w 1991783"/>
                <a:gd name="connsiteY375" fmla="*/ 1218776 h 2225886"/>
                <a:gd name="connsiteX376" fmla="*/ 611717 w 1991783"/>
                <a:gd name="connsiteY376" fmla="*/ 1224280 h 2225886"/>
                <a:gd name="connsiteX377" fmla="*/ 618913 w 1991783"/>
                <a:gd name="connsiteY377" fmla="*/ 1239520 h 2225886"/>
                <a:gd name="connsiteX378" fmla="*/ 617644 w 1991783"/>
                <a:gd name="connsiteY378" fmla="*/ 1240790 h 2225886"/>
                <a:gd name="connsiteX379" fmla="*/ 627380 w 1991783"/>
                <a:gd name="connsiteY379" fmla="*/ 1251797 h 2225886"/>
                <a:gd name="connsiteX380" fmla="*/ 637117 w 1991783"/>
                <a:gd name="connsiteY380" fmla="*/ 1265767 h 2225886"/>
                <a:gd name="connsiteX381" fmla="*/ 643890 w 1991783"/>
                <a:gd name="connsiteY381" fmla="*/ 1279736 h 2225886"/>
                <a:gd name="connsiteX382" fmla="*/ 645161 w 1991783"/>
                <a:gd name="connsiteY382" fmla="*/ 1279736 h 2225886"/>
                <a:gd name="connsiteX383" fmla="*/ 646430 w 1991783"/>
                <a:gd name="connsiteY383" fmla="*/ 1279736 h 2225886"/>
                <a:gd name="connsiteX384" fmla="*/ 649394 w 1991783"/>
                <a:gd name="connsiteY384" fmla="*/ 1282700 h 2225886"/>
                <a:gd name="connsiteX385" fmla="*/ 661670 w 1991783"/>
                <a:gd name="connsiteY385" fmla="*/ 1295400 h 2225886"/>
                <a:gd name="connsiteX386" fmla="*/ 663363 w 1991783"/>
                <a:gd name="connsiteY386" fmla="*/ 1296670 h 2225886"/>
                <a:gd name="connsiteX387" fmla="*/ 663363 w 1991783"/>
                <a:gd name="connsiteY387" fmla="*/ 1297940 h 2225886"/>
                <a:gd name="connsiteX388" fmla="*/ 665904 w 1991783"/>
                <a:gd name="connsiteY388" fmla="*/ 1303443 h 2225886"/>
                <a:gd name="connsiteX389" fmla="*/ 678604 w 1991783"/>
                <a:gd name="connsiteY389" fmla="*/ 1317413 h 2225886"/>
                <a:gd name="connsiteX390" fmla="*/ 689611 w 1991783"/>
                <a:gd name="connsiteY390" fmla="*/ 1331383 h 2225886"/>
                <a:gd name="connsiteX391" fmla="*/ 688340 w 1991783"/>
                <a:gd name="connsiteY391" fmla="*/ 1345353 h 2225886"/>
                <a:gd name="connsiteX392" fmla="*/ 687070 w 1991783"/>
                <a:gd name="connsiteY392" fmla="*/ 1350857 h 2225886"/>
                <a:gd name="connsiteX393" fmla="*/ 682837 w 1991783"/>
                <a:gd name="connsiteY393" fmla="*/ 1364826 h 2225886"/>
                <a:gd name="connsiteX394" fmla="*/ 680296 w 1991783"/>
                <a:gd name="connsiteY394" fmla="*/ 1380067 h 2225886"/>
                <a:gd name="connsiteX395" fmla="*/ 676063 w 1991783"/>
                <a:gd name="connsiteY395" fmla="*/ 1394036 h 2225886"/>
                <a:gd name="connsiteX396" fmla="*/ 676063 w 1991783"/>
                <a:gd name="connsiteY396" fmla="*/ 1409276 h 2225886"/>
                <a:gd name="connsiteX397" fmla="*/ 677333 w 1991783"/>
                <a:gd name="connsiteY397" fmla="*/ 1423247 h 2225886"/>
                <a:gd name="connsiteX398" fmla="*/ 678604 w 1991783"/>
                <a:gd name="connsiteY398" fmla="*/ 1437217 h 2225886"/>
                <a:gd name="connsiteX399" fmla="*/ 679874 w 1991783"/>
                <a:gd name="connsiteY399" fmla="*/ 1452457 h 2225886"/>
                <a:gd name="connsiteX400" fmla="*/ 687070 w 1991783"/>
                <a:gd name="connsiteY400" fmla="*/ 1466426 h 2225886"/>
                <a:gd name="connsiteX401" fmla="*/ 702311 w 1991783"/>
                <a:gd name="connsiteY401" fmla="*/ 1466426 h 2225886"/>
                <a:gd name="connsiteX402" fmla="*/ 716280 w 1991783"/>
                <a:gd name="connsiteY402" fmla="*/ 1466426 h 2225886"/>
                <a:gd name="connsiteX403" fmla="*/ 730250 w 1991783"/>
                <a:gd name="connsiteY403" fmla="*/ 1467697 h 2225886"/>
                <a:gd name="connsiteX404" fmla="*/ 731520 w 1991783"/>
                <a:gd name="connsiteY404" fmla="*/ 1482936 h 2225886"/>
                <a:gd name="connsiteX405" fmla="*/ 732790 w 1991783"/>
                <a:gd name="connsiteY405" fmla="*/ 1496907 h 2225886"/>
                <a:gd name="connsiteX406" fmla="*/ 734061 w 1991783"/>
                <a:gd name="connsiteY406" fmla="*/ 1512147 h 2225886"/>
                <a:gd name="connsiteX407" fmla="*/ 735330 w 1991783"/>
                <a:gd name="connsiteY407" fmla="*/ 1527386 h 2225886"/>
                <a:gd name="connsiteX408" fmla="*/ 738294 w 1991783"/>
                <a:gd name="connsiteY408" fmla="*/ 1542626 h 2225886"/>
                <a:gd name="connsiteX409" fmla="*/ 743796 w 1991783"/>
                <a:gd name="connsiteY409" fmla="*/ 1556597 h 2225886"/>
                <a:gd name="connsiteX410" fmla="*/ 756074 w 1991783"/>
                <a:gd name="connsiteY410" fmla="*/ 1560830 h 2225886"/>
                <a:gd name="connsiteX411" fmla="*/ 757767 w 1991783"/>
                <a:gd name="connsiteY411" fmla="*/ 1562523 h 2225886"/>
                <a:gd name="connsiteX412" fmla="*/ 763270 w 1991783"/>
                <a:gd name="connsiteY412" fmla="*/ 1576493 h 2225886"/>
                <a:gd name="connsiteX413" fmla="*/ 777240 w 1991783"/>
                <a:gd name="connsiteY413" fmla="*/ 1579033 h 2225886"/>
                <a:gd name="connsiteX414" fmla="*/ 789940 w 1991783"/>
                <a:gd name="connsiteY414" fmla="*/ 1593003 h 2225886"/>
                <a:gd name="connsiteX415" fmla="*/ 797137 w 1991783"/>
                <a:gd name="connsiteY415" fmla="*/ 1606973 h 2225886"/>
                <a:gd name="connsiteX416" fmla="*/ 802640 w 1991783"/>
                <a:gd name="connsiteY416" fmla="*/ 1620943 h 2225886"/>
                <a:gd name="connsiteX417" fmla="*/ 806874 w 1991783"/>
                <a:gd name="connsiteY417" fmla="*/ 1633643 h 2225886"/>
                <a:gd name="connsiteX418" fmla="*/ 820844 w 1991783"/>
                <a:gd name="connsiteY418" fmla="*/ 1640417 h 2225886"/>
                <a:gd name="connsiteX419" fmla="*/ 829311 w 1991783"/>
                <a:gd name="connsiteY419" fmla="*/ 1641686 h 2225886"/>
                <a:gd name="connsiteX420" fmla="*/ 836083 w 1991783"/>
                <a:gd name="connsiteY420" fmla="*/ 1633220 h 2225886"/>
                <a:gd name="connsiteX421" fmla="*/ 833544 w 1991783"/>
                <a:gd name="connsiteY421" fmla="*/ 1624753 h 2225886"/>
                <a:gd name="connsiteX422" fmla="*/ 846244 w 1991783"/>
                <a:gd name="connsiteY422" fmla="*/ 1628986 h 2225886"/>
                <a:gd name="connsiteX423" fmla="*/ 861483 w 1991783"/>
                <a:gd name="connsiteY423" fmla="*/ 1628986 h 2225886"/>
                <a:gd name="connsiteX424" fmla="*/ 868680 w 1991783"/>
                <a:gd name="connsiteY424" fmla="*/ 1628986 h 2225886"/>
                <a:gd name="connsiteX425" fmla="*/ 872490 w 1991783"/>
                <a:gd name="connsiteY425" fmla="*/ 1615017 h 2225886"/>
                <a:gd name="connsiteX426" fmla="*/ 872490 w 1991783"/>
                <a:gd name="connsiteY426" fmla="*/ 1601047 h 2225886"/>
                <a:gd name="connsiteX427" fmla="*/ 862754 w 1991783"/>
                <a:gd name="connsiteY427" fmla="*/ 1587076 h 2225886"/>
                <a:gd name="connsiteX428" fmla="*/ 859790 w 1991783"/>
                <a:gd name="connsiteY428" fmla="*/ 1579880 h 2225886"/>
                <a:gd name="connsiteX429" fmla="*/ 865294 w 1991783"/>
                <a:gd name="connsiteY429" fmla="*/ 1565910 h 2225886"/>
                <a:gd name="connsiteX430" fmla="*/ 879263 w 1991783"/>
                <a:gd name="connsiteY430" fmla="*/ 1564640 h 2225886"/>
                <a:gd name="connsiteX431" fmla="*/ 868257 w 1991783"/>
                <a:gd name="connsiteY431" fmla="*/ 1551940 h 2225886"/>
                <a:gd name="connsiteX432" fmla="*/ 882227 w 1991783"/>
                <a:gd name="connsiteY432" fmla="*/ 1546436 h 2225886"/>
                <a:gd name="connsiteX433" fmla="*/ 886461 w 1991783"/>
                <a:gd name="connsiteY433" fmla="*/ 1548130 h 2225886"/>
                <a:gd name="connsiteX434" fmla="*/ 889424 w 1991783"/>
                <a:gd name="connsiteY434" fmla="*/ 1548130 h 2225886"/>
                <a:gd name="connsiteX435" fmla="*/ 903394 w 1991783"/>
                <a:gd name="connsiteY435" fmla="*/ 1552363 h 2225886"/>
                <a:gd name="connsiteX436" fmla="*/ 911861 w 1991783"/>
                <a:gd name="connsiteY436" fmla="*/ 1567603 h 2225886"/>
                <a:gd name="connsiteX437" fmla="*/ 897890 w 1991783"/>
                <a:gd name="connsiteY437" fmla="*/ 1570143 h 2225886"/>
                <a:gd name="connsiteX438" fmla="*/ 883920 w 1991783"/>
                <a:gd name="connsiteY438" fmla="*/ 1567603 h 2225886"/>
                <a:gd name="connsiteX439" fmla="*/ 868680 w 1991783"/>
                <a:gd name="connsiteY439" fmla="*/ 1567603 h 2225886"/>
                <a:gd name="connsiteX440" fmla="*/ 879687 w 1991783"/>
                <a:gd name="connsiteY440" fmla="*/ 1581573 h 2225886"/>
                <a:gd name="connsiteX441" fmla="*/ 894927 w 1991783"/>
                <a:gd name="connsiteY441" fmla="*/ 1591310 h 2225886"/>
                <a:gd name="connsiteX442" fmla="*/ 908896 w 1991783"/>
                <a:gd name="connsiteY442" fmla="*/ 1592580 h 2225886"/>
                <a:gd name="connsiteX443" fmla="*/ 915670 w 1991783"/>
                <a:gd name="connsiteY443" fmla="*/ 1606550 h 2225886"/>
                <a:gd name="connsiteX444" fmla="*/ 929640 w 1991783"/>
                <a:gd name="connsiteY444" fmla="*/ 1605280 h 2225886"/>
                <a:gd name="connsiteX445" fmla="*/ 943611 w 1991783"/>
                <a:gd name="connsiteY445" fmla="*/ 1605280 h 2225886"/>
                <a:gd name="connsiteX446" fmla="*/ 955040 w 1991783"/>
                <a:gd name="connsiteY446" fmla="*/ 1617980 h 2225886"/>
                <a:gd name="connsiteX447" fmla="*/ 955040 w 1991783"/>
                <a:gd name="connsiteY447" fmla="*/ 1622213 h 2225886"/>
                <a:gd name="connsiteX448" fmla="*/ 969011 w 1991783"/>
                <a:gd name="connsiteY448" fmla="*/ 1631950 h 2225886"/>
                <a:gd name="connsiteX449" fmla="*/ 982980 w 1991783"/>
                <a:gd name="connsiteY449" fmla="*/ 1620943 h 2225886"/>
                <a:gd name="connsiteX450" fmla="*/ 996950 w 1991783"/>
                <a:gd name="connsiteY450" fmla="*/ 1609513 h 2225886"/>
                <a:gd name="connsiteX451" fmla="*/ 1012190 w 1991783"/>
                <a:gd name="connsiteY451" fmla="*/ 1599776 h 2225886"/>
                <a:gd name="connsiteX452" fmla="*/ 1023196 w 1991783"/>
                <a:gd name="connsiteY452" fmla="*/ 1596813 h 2225886"/>
                <a:gd name="connsiteX453" fmla="*/ 1028700 w 1991783"/>
                <a:gd name="connsiteY453" fmla="*/ 1598507 h 2225886"/>
                <a:gd name="connsiteX454" fmla="*/ 1040130 w 1991783"/>
                <a:gd name="connsiteY454" fmla="*/ 1612476 h 2225886"/>
                <a:gd name="connsiteX455" fmla="*/ 1046904 w 1991783"/>
                <a:gd name="connsiteY455" fmla="*/ 1626447 h 2225886"/>
                <a:gd name="connsiteX456" fmla="*/ 1046904 w 1991783"/>
                <a:gd name="connsiteY456" fmla="*/ 1633643 h 2225886"/>
                <a:gd name="connsiteX457" fmla="*/ 1052830 w 1991783"/>
                <a:gd name="connsiteY457" fmla="*/ 1648883 h 2225886"/>
                <a:gd name="connsiteX458" fmla="*/ 1066800 w 1991783"/>
                <a:gd name="connsiteY458" fmla="*/ 1661583 h 2225886"/>
                <a:gd name="connsiteX459" fmla="*/ 1068070 w 1991783"/>
                <a:gd name="connsiteY459" fmla="*/ 1662853 h 2225886"/>
                <a:gd name="connsiteX460" fmla="*/ 1068070 w 1991783"/>
                <a:gd name="connsiteY460" fmla="*/ 1664123 h 2225886"/>
                <a:gd name="connsiteX461" fmla="*/ 1079077 w 1991783"/>
                <a:gd name="connsiteY461" fmla="*/ 1678093 h 2225886"/>
                <a:gd name="connsiteX462" fmla="*/ 1090507 w 1991783"/>
                <a:gd name="connsiteY462" fmla="*/ 1692063 h 2225886"/>
                <a:gd name="connsiteX463" fmla="*/ 1100244 w 1991783"/>
                <a:gd name="connsiteY463" fmla="*/ 1696297 h 2225886"/>
                <a:gd name="connsiteX464" fmla="*/ 1103207 w 1991783"/>
                <a:gd name="connsiteY464" fmla="*/ 1700530 h 2225886"/>
                <a:gd name="connsiteX465" fmla="*/ 1115907 w 1991783"/>
                <a:gd name="connsiteY465" fmla="*/ 1714500 h 2225886"/>
                <a:gd name="connsiteX466" fmla="*/ 1129877 w 1991783"/>
                <a:gd name="connsiteY466" fmla="*/ 1725507 h 2225886"/>
                <a:gd name="connsiteX467" fmla="*/ 1132840 w 1991783"/>
                <a:gd name="connsiteY467" fmla="*/ 1739476 h 2225886"/>
                <a:gd name="connsiteX468" fmla="*/ 1138344 w 1991783"/>
                <a:gd name="connsiteY468" fmla="*/ 1754717 h 2225886"/>
                <a:gd name="connsiteX469" fmla="*/ 1131147 w 1991783"/>
                <a:gd name="connsiteY469" fmla="*/ 1768686 h 2225886"/>
                <a:gd name="connsiteX470" fmla="*/ 1132417 w 1991783"/>
                <a:gd name="connsiteY470" fmla="*/ 1774190 h 2225886"/>
                <a:gd name="connsiteX471" fmla="*/ 1146387 w 1991783"/>
                <a:gd name="connsiteY471" fmla="*/ 1778423 h 2225886"/>
                <a:gd name="connsiteX472" fmla="*/ 1160357 w 1991783"/>
                <a:gd name="connsiteY472" fmla="*/ 1778423 h 2225886"/>
                <a:gd name="connsiteX473" fmla="*/ 1175597 w 1991783"/>
                <a:gd name="connsiteY473" fmla="*/ 1791123 h 2225886"/>
                <a:gd name="connsiteX474" fmla="*/ 1174327 w 1991783"/>
                <a:gd name="connsiteY474" fmla="*/ 1805093 h 2225886"/>
                <a:gd name="connsiteX475" fmla="*/ 1160357 w 1991783"/>
                <a:gd name="connsiteY475" fmla="*/ 1803823 h 2225886"/>
                <a:gd name="connsiteX476" fmla="*/ 1162897 w 1991783"/>
                <a:gd name="connsiteY476" fmla="*/ 1817793 h 2225886"/>
                <a:gd name="connsiteX477" fmla="*/ 1178561 w 1991783"/>
                <a:gd name="connsiteY477" fmla="*/ 1830493 h 2225886"/>
                <a:gd name="connsiteX478" fmla="*/ 1192530 w 1991783"/>
                <a:gd name="connsiteY478" fmla="*/ 1835997 h 2225886"/>
                <a:gd name="connsiteX479" fmla="*/ 1202267 w 1991783"/>
                <a:gd name="connsiteY479" fmla="*/ 1849967 h 2225886"/>
                <a:gd name="connsiteX480" fmla="*/ 1204807 w 1991783"/>
                <a:gd name="connsiteY480" fmla="*/ 1865630 h 2225886"/>
                <a:gd name="connsiteX481" fmla="*/ 1206077 w 1991783"/>
                <a:gd name="connsiteY481" fmla="*/ 1879600 h 2225886"/>
                <a:gd name="connsiteX482" fmla="*/ 1207347 w 1991783"/>
                <a:gd name="connsiteY482" fmla="*/ 1886797 h 2225886"/>
                <a:gd name="connsiteX483" fmla="*/ 1217083 w 1991783"/>
                <a:gd name="connsiteY483" fmla="*/ 1902036 h 2225886"/>
                <a:gd name="connsiteX484" fmla="*/ 1226820 w 1991783"/>
                <a:gd name="connsiteY484" fmla="*/ 1916007 h 2225886"/>
                <a:gd name="connsiteX485" fmla="*/ 1240790 w 1991783"/>
                <a:gd name="connsiteY485" fmla="*/ 1929976 h 2225886"/>
                <a:gd name="connsiteX486" fmla="*/ 1239520 w 1991783"/>
                <a:gd name="connsiteY486" fmla="*/ 1943947 h 2225886"/>
                <a:gd name="connsiteX487" fmla="*/ 1240790 w 1991783"/>
                <a:gd name="connsiteY487" fmla="*/ 1952413 h 2225886"/>
                <a:gd name="connsiteX488" fmla="*/ 1254761 w 1991783"/>
                <a:gd name="connsiteY488" fmla="*/ 1963420 h 2225886"/>
                <a:gd name="connsiteX489" fmla="*/ 1261533 w 1991783"/>
                <a:gd name="connsiteY489" fmla="*/ 1978660 h 2225886"/>
                <a:gd name="connsiteX490" fmla="*/ 1277197 w 1991783"/>
                <a:gd name="connsiteY490" fmla="*/ 1984163 h 2225886"/>
                <a:gd name="connsiteX491" fmla="*/ 1291167 w 1991783"/>
                <a:gd name="connsiteY491" fmla="*/ 1995170 h 2225886"/>
                <a:gd name="connsiteX492" fmla="*/ 1305137 w 1991783"/>
                <a:gd name="connsiteY492" fmla="*/ 1998133 h 2225886"/>
                <a:gd name="connsiteX493" fmla="*/ 1322070 w 1991783"/>
                <a:gd name="connsiteY493" fmla="*/ 1995170 h 2225886"/>
                <a:gd name="connsiteX494" fmla="*/ 1337311 w 1991783"/>
                <a:gd name="connsiteY494" fmla="*/ 1998133 h 2225886"/>
                <a:gd name="connsiteX495" fmla="*/ 1352550 w 1991783"/>
                <a:gd name="connsiteY495" fmla="*/ 1998133 h 2225886"/>
                <a:gd name="connsiteX496" fmla="*/ 1366520 w 1991783"/>
                <a:gd name="connsiteY496" fmla="*/ 2007870 h 2225886"/>
                <a:gd name="connsiteX497" fmla="*/ 1380490 w 1991783"/>
                <a:gd name="connsiteY497" fmla="*/ 2020570 h 2225886"/>
                <a:gd name="connsiteX498" fmla="*/ 1396154 w 1991783"/>
                <a:gd name="connsiteY498" fmla="*/ 2026073 h 2225886"/>
                <a:gd name="connsiteX499" fmla="*/ 1409700 w 1991783"/>
                <a:gd name="connsiteY499" fmla="*/ 2028613 h 2225886"/>
                <a:gd name="connsiteX500" fmla="*/ 1424940 w 1991783"/>
                <a:gd name="connsiteY500" fmla="*/ 2035386 h 2225886"/>
                <a:gd name="connsiteX501" fmla="*/ 1436370 w 1991783"/>
                <a:gd name="connsiteY501" fmla="*/ 2049357 h 2225886"/>
                <a:gd name="connsiteX502" fmla="*/ 1450340 w 1991783"/>
                <a:gd name="connsiteY502" fmla="*/ 2062057 h 2225886"/>
                <a:gd name="connsiteX503" fmla="*/ 1441874 w 1991783"/>
                <a:gd name="connsiteY503" fmla="*/ 2076026 h 2225886"/>
                <a:gd name="connsiteX504" fmla="*/ 1455844 w 1991783"/>
                <a:gd name="connsiteY504" fmla="*/ 2082800 h 2225886"/>
                <a:gd name="connsiteX505" fmla="*/ 1457113 w 1991783"/>
                <a:gd name="connsiteY505" fmla="*/ 2084070 h 2225886"/>
                <a:gd name="connsiteX506" fmla="*/ 1471083 w 1991783"/>
                <a:gd name="connsiteY506" fmla="*/ 2093807 h 2225886"/>
                <a:gd name="connsiteX507" fmla="*/ 1486324 w 1991783"/>
                <a:gd name="connsiteY507" fmla="*/ 2102273 h 2225886"/>
                <a:gd name="connsiteX508" fmla="*/ 1500294 w 1991783"/>
                <a:gd name="connsiteY508" fmla="*/ 2112010 h 2225886"/>
                <a:gd name="connsiteX509" fmla="*/ 1514263 w 1991783"/>
                <a:gd name="connsiteY509" fmla="*/ 2121747 h 2225886"/>
                <a:gd name="connsiteX510" fmla="*/ 1529504 w 1991783"/>
                <a:gd name="connsiteY510" fmla="*/ 2125980 h 2225886"/>
                <a:gd name="connsiteX511" fmla="*/ 1543474 w 1991783"/>
                <a:gd name="connsiteY511" fmla="*/ 2131483 h 2225886"/>
                <a:gd name="connsiteX512" fmla="*/ 1557444 w 1991783"/>
                <a:gd name="connsiteY512" fmla="*/ 2136986 h 2225886"/>
                <a:gd name="connsiteX513" fmla="*/ 1571413 w 1991783"/>
                <a:gd name="connsiteY513" fmla="*/ 2142490 h 2225886"/>
                <a:gd name="connsiteX514" fmla="*/ 1575647 w 1991783"/>
                <a:gd name="connsiteY514" fmla="*/ 2149686 h 2225886"/>
                <a:gd name="connsiteX515" fmla="*/ 1584113 w 1991783"/>
                <a:gd name="connsiteY515" fmla="*/ 2164926 h 2225886"/>
                <a:gd name="connsiteX516" fmla="*/ 1598083 w 1991783"/>
                <a:gd name="connsiteY516" fmla="*/ 2176357 h 2225886"/>
                <a:gd name="connsiteX517" fmla="*/ 1613324 w 1991783"/>
                <a:gd name="connsiteY517" fmla="*/ 2187363 h 2225886"/>
                <a:gd name="connsiteX518" fmla="*/ 1628563 w 1991783"/>
                <a:gd name="connsiteY518" fmla="*/ 2187363 h 2225886"/>
                <a:gd name="connsiteX519" fmla="*/ 1642533 w 1991783"/>
                <a:gd name="connsiteY519" fmla="*/ 2186093 h 2225886"/>
                <a:gd name="connsiteX520" fmla="*/ 1657774 w 1991783"/>
                <a:gd name="connsiteY520" fmla="*/ 2180590 h 2225886"/>
                <a:gd name="connsiteX521" fmla="*/ 1671744 w 1991783"/>
                <a:gd name="connsiteY521" fmla="*/ 2186093 h 2225886"/>
                <a:gd name="connsiteX522" fmla="*/ 1686983 w 1991783"/>
                <a:gd name="connsiteY522" fmla="*/ 2186093 h 2225886"/>
                <a:gd name="connsiteX523" fmla="*/ 1702224 w 1991783"/>
                <a:gd name="connsiteY523" fmla="*/ 2187363 h 2225886"/>
                <a:gd name="connsiteX524" fmla="*/ 1710690 w 1991783"/>
                <a:gd name="connsiteY524" fmla="*/ 2202603 h 2225886"/>
                <a:gd name="connsiteX525" fmla="*/ 1725930 w 1991783"/>
                <a:gd name="connsiteY525" fmla="*/ 2205567 h 2225886"/>
                <a:gd name="connsiteX526" fmla="*/ 1739900 w 1991783"/>
                <a:gd name="connsiteY526" fmla="*/ 2209800 h 2225886"/>
                <a:gd name="connsiteX527" fmla="*/ 1753870 w 1991783"/>
                <a:gd name="connsiteY527" fmla="*/ 2219536 h 2225886"/>
                <a:gd name="connsiteX528" fmla="*/ 1769111 w 1991783"/>
                <a:gd name="connsiteY528" fmla="*/ 2222500 h 2225886"/>
                <a:gd name="connsiteX529" fmla="*/ 1784350 w 1991783"/>
                <a:gd name="connsiteY529" fmla="*/ 2214033 h 2225886"/>
                <a:gd name="connsiteX530" fmla="*/ 1798320 w 1991783"/>
                <a:gd name="connsiteY530" fmla="*/ 2200063 h 2225886"/>
                <a:gd name="connsiteX531" fmla="*/ 1800013 w 1991783"/>
                <a:gd name="connsiteY531" fmla="*/ 2200063 h 2225886"/>
                <a:gd name="connsiteX532" fmla="*/ 1815254 w 1991783"/>
                <a:gd name="connsiteY532" fmla="*/ 2186093 h 2225886"/>
                <a:gd name="connsiteX533" fmla="*/ 1830494 w 1991783"/>
                <a:gd name="connsiteY533" fmla="*/ 2175086 h 2225886"/>
                <a:gd name="connsiteX534" fmla="*/ 1844463 w 1991783"/>
                <a:gd name="connsiteY534" fmla="*/ 2173817 h 2225886"/>
                <a:gd name="connsiteX535" fmla="*/ 1859704 w 1991783"/>
                <a:gd name="connsiteY535" fmla="*/ 2178050 h 2225886"/>
                <a:gd name="connsiteX536" fmla="*/ 1868170 w 1991783"/>
                <a:gd name="connsiteY536" fmla="*/ 2176780 h 2225886"/>
                <a:gd name="connsiteX537" fmla="*/ 1882140 w 1991783"/>
                <a:gd name="connsiteY537" fmla="*/ 2169583 h 2225886"/>
                <a:gd name="connsiteX538" fmla="*/ 1874944 w 1991783"/>
                <a:gd name="connsiteY538" fmla="*/ 2155613 h 2225886"/>
                <a:gd name="connsiteX539" fmla="*/ 1874944 w 1991783"/>
                <a:gd name="connsiteY539" fmla="*/ 2154343 h 2225886"/>
                <a:gd name="connsiteX540" fmla="*/ 1888913 w 1991783"/>
                <a:gd name="connsiteY540" fmla="*/ 2139103 h 2225886"/>
                <a:gd name="connsiteX541" fmla="*/ 1904154 w 1991783"/>
                <a:gd name="connsiteY541" fmla="*/ 2137833 h 2225886"/>
                <a:gd name="connsiteX542" fmla="*/ 1910927 w 1991783"/>
                <a:gd name="connsiteY542" fmla="*/ 2136563 h 2225886"/>
                <a:gd name="connsiteX543" fmla="*/ 1916430 w 1991783"/>
                <a:gd name="connsiteY543" fmla="*/ 2135293 h 2225886"/>
                <a:gd name="connsiteX544" fmla="*/ 1931670 w 1991783"/>
                <a:gd name="connsiteY544" fmla="*/ 2126826 h 2225886"/>
                <a:gd name="connsiteX545" fmla="*/ 1945640 w 1991783"/>
                <a:gd name="connsiteY545" fmla="*/ 2118360 h 2225886"/>
                <a:gd name="connsiteX546" fmla="*/ 1959611 w 1991783"/>
                <a:gd name="connsiteY546" fmla="*/ 2109893 h 2225886"/>
                <a:gd name="connsiteX547" fmla="*/ 1974850 w 1991783"/>
                <a:gd name="connsiteY547" fmla="*/ 2105660 h 2225886"/>
                <a:gd name="connsiteX548" fmla="*/ 1988820 w 1991783"/>
                <a:gd name="connsiteY548" fmla="*/ 2105660 h 2225886"/>
                <a:gd name="connsiteX549" fmla="*/ 1991783 w 1991783"/>
                <a:gd name="connsiteY549" fmla="*/ 2106507 h 2225886"/>
                <a:gd name="connsiteX550" fmla="*/ 1991783 w 1991783"/>
                <a:gd name="connsiteY550" fmla="*/ 340360 h 2225886"/>
                <a:gd name="connsiteX551" fmla="*/ 1982470 w 1991783"/>
                <a:gd name="connsiteY551" fmla="*/ 330200 h 2225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</a:cxnLst>
              <a:rect l="l" t="t" r="r" b="b"/>
              <a:pathLst>
                <a:path w="1991783" h="2225886">
                  <a:moveTo>
                    <a:pt x="1533313" y="2170430"/>
                  </a:moveTo>
                  <a:lnTo>
                    <a:pt x="1548554" y="2167467"/>
                  </a:lnTo>
                  <a:lnTo>
                    <a:pt x="1562524" y="2172970"/>
                  </a:lnTo>
                  <a:lnTo>
                    <a:pt x="1555327" y="2172970"/>
                  </a:lnTo>
                  <a:lnTo>
                    <a:pt x="1554057" y="2172970"/>
                  </a:lnTo>
                  <a:lnTo>
                    <a:pt x="1551094" y="2172970"/>
                  </a:lnTo>
                  <a:lnTo>
                    <a:pt x="1548554" y="2175933"/>
                  </a:lnTo>
                  <a:lnTo>
                    <a:pt x="1533313" y="2170430"/>
                  </a:lnTo>
                  <a:close/>
                  <a:moveTo>
                    <a:pt x="1660313" y="2225886"/>
                  </a:moveTo>
                  <a:lnTo>
                    <a:pt x="1660313" y="2217420"/>
                  </a:lnTo>
                  <a:lnTo>
                    <a:pt x="1646344" y="2222923"/>
                  </a:lnTo>
                  <a:lnTo>
                    <a:pt x="1660313" y="2225886"/>
                  </a:lnTo>
                  <a:close/>
                  <a:moveTo>
                    <a:pt x="1956224" y="2139526"/>
                  </a:moveTo>
                  <a:lnTo>
                    <a:pt x="1940561" y="2143760"/>
                  </a:lnTo>
                  <a:lnTo>
                    <a:pt x="1926590" y="2154767"/>
                  </a:lnTo>
                  <a:lnTo>
                    <a:pt x="1911350" y="2152226"/>
                  </a:lnTo>
                  <a:lnTo>
                    <a:pt x="1902883" y="2160693"/>
                  </a:lnTo>
                  <a:lnTo>
                    <a:pt x="1897380" y="2175933"/>
                  </a:lnTo>
                  <a:lnTo>
                    <a:pt x="1882140" y="2184400"/>
                  </a:lnTo>
                  <a:lnTo>
                    <a:pt x="1866900" y="2189903"/>
                  </a:lnTo>
                  <a:lnTo>
                    <a:pt x="1851661" y="2198370"/>
                  </a:lnTo>
                  <a:lnTo>
                    <a:pt x="1835997" y="2198370"/>
                  </a:lnTo>
                  <a:lnTo>
                    <a:pt x="1838961" y="2213610"/>
                  </a:lnTo>
                  <a:lnTo>
                    <a:pt x="1854200" y="2211917"/>
                  </a:lnTo>
                  <a:lnTo>
                    <a:pt x="1868170" y="2207683"/>
                  </a:lnTo>
                  <a:lnTo>
                    <a:pt x="1883411" y="2199217"/>
                  </a:lnTo>
                  <a:lnTo>
                    <a:pt x="1897380" y="2190750"/>
                  </a:lnTo>
                  <a:lnTo>
                    <a:pt x="1913890" y="2188210"/>
                  </a:lnTo>
                  <a:lnTo>
                    <a:pt x="1927861" y="2189480"/>
                  </a:lnTo>
                  <a:lnTo>
                    <a:pt x="1941830" y="2181013"/>
                  </a:lnTo>
                  <a:lnTo>
                    <a:pt x="1955800" y="2167043"/>
                  </a:lnTo>
                  <a:lnTo>
                    <a:pt x="1961304" y="2153073"/>
                  </a:lnTo>
                  <a:lnTo>
                    <a:pt x="1976544" y="2147570"/>
                  </a:lnTo>
                  <a:lnTo>
                    <a:pt x="1969770" y="2142067"/>
                  </a:lnTo>
                  <a:lnTo>
                    <a:pt x="1956224" y="2139526"/>
                  </a:lnTo>
                  <a:close/>
                  <a:moveTo>
                    <a:pt x="1887644" y="2175933"/>
                  </a:moveTo>
                  <a:lnTo>
                    <a:pt x="1898650" y="2166197"/>
                  </a:lnTo>
                  <a:lnTo>
                    <a:pt x="1884680" y="2161963"/>
                  </a:lnTo>
                  <a:lnTo>
                    <a:pt x="1887644" y="2175933"/>
                  </a:lnTo>
                  <a:close/>
                  <a:moveTo>
                    <a:pt x="1982470" y="330200"/>
                  </a:moveTo>
                  <a:lnTo>
                    <a:pt x="1968500" y="328930"/>
                  </a:lnTo>
                  <a:lnTo>
                    <a:pt x="1954530" y="323426"/>
                  </a:lnTo>
                  <a:lnTo>
                    <a:pt x="1950297" y="320886"/>
                  </a:lnTo>
                  <a:lnTo>
                    <a:pt x="1934633" y="317923"/>
                  </a:lnTo>
                  <a:lnTo>
                    <a:pt x="1920663" y="312420"/>
                  </a:lnTo>
                  <a:lnTo>
                    <a:pt x="1906694" y="309457"/>
                  </a:lnTo>
                  <a:lnTo>
                    <a:pt x="1892724" y="308186"/>
                  </a:lnTo>
                  <a:lnTo>
                    <a:pt x="1877483" y="306917"/>
                  </a:lnTo>
                  <a:lnTo>
                    <a:pt x="1863513" y="298450"/>
                  </a:lnTo>
                  <a:lnTo>
                    <a:pt x="1863513" y="284480"/>
                  </a:lnTo>
                  <a:lnTo>
                    <a:pt x="1850813" y="269240"/>
                  </a:lnTo>
                  <a:lnTo>
                    <a:pt x="1841077" y="255270"/>
                  </a:lnTo>
                  <a:lnTo>
                    <a:pt x="1827107" y="254000"/>
                  </a:lnTo>
                  <a:lnTo>
                    <a:pt x="1821604" y="260773"/>
                  </a:lnTo>
                  <a:lnTo>
                    <a:pt x="1805940" y="262043"/>
                  </a:lnTo>
                  <a:lnTo>
                    <a:pt x="1800437" y="262043"/>
                  </a:lnTo>
                  <a:lnTo>
                    <a:pt x="1786467" y="257810"/>
                  </a:lnTo>
                  <a:lnTo>
                    <a:pt x="1772497" y="249343"/>
                  </a:lnTo>
                  <a:lnTo>
                    <a:pt x="1769533" y="250613"/>
                  </a:lnTo>
                  <a:lnTo>
                    <a:pt x="1755563" y="256117"/>
                  </a:lnTo>
                  <a:lnTo>
                    <a:pt x="1740324" y="251883"/>
                  </a:lnTo>
                  <a:lnTo>
                    <a:pt x="1726354" y="254846"/>
                  </a:lnTo>
                  <a:lnTo>
                    <a:pt x="1715347" y="268817"/>
                  </a:lnTo>
                  <a:lnTo>
                    <a:pt x="1719580" y="282786"/>
                  </a:lnTo>
                  <a:lnTo>
                    <a:pt x="1704340" y="284057"/>
                  </a:lnTo>
                  <a:lnTo>
                    <a:pt x="1693333" y="281093"/>
                  </a:lnTo>
                  <a:lnTo>
                    <a:pt x="1678094" y="284057"/>
                  </a:lnTo>
                  <a:lnTo>
                    <a:pt x="1664547" y="281093"/>
                  </a:lnTo>
                  <a:lnTo>
                    <a:pt x="1650577" y="278553"/>
                  </a:lnTo>
                  <a:lnTo>
                    <a:pt x="1635337" y="277283"/>
                  </a:lnTo>
                  <a:lnTo>
                    <a:pt x="1621367" y="278553"/>
                  </a:lnTo>
                  <a:lnTo>
                    <a:pt x="1607820" y="281093"/>
                  </a:lnTo>
                  <a:lnTo>
                    <a:pt x="1592157" y="289560"/>
                  </a:lnTo>
                  <a:lnTo>
                    <a:pt x="1578187" y="296757"/>
                  </a:lnTo>
                  <a:lnTo>
                    <a:pt x="1570990" y="302260"/>
                  </a:lnTo>
                  <a:lnTo>
                    <a:pt x="1557020" y="309033"/>
                  </a:lnTo>
                  <a:lnTo>
                    <a:pt x="1544744" y="323003"/>
                  </a:lnTo>
                  <a:lnTo>
                    <a:pt x="1536277" y="330200"/>
                  </a:lnTo>
                  <a:lnTo>
                    <a:pt x="1522730" y="344170"/>
                  </a:lnTo>
                  <a:lnTo>
                    <a:pt x="1519767" y="358140"/>
                  </a:lnTo>
                  <a:lnTo>
                    <a:pt x="1524000" y="372110"/>
                  </a:lnTo>
                  <a:lnTo>
                    <a:pt x="1512994" y="386080"/>
                  </a:lnTo>
                  <a:lnTo>
                    <a:pt x="1499024" y="389043"/>
                  </a:lnTo>
                  <a:lnTo>
                    <a:pt x="1485054" y="394546"/>
                  </a:lnTo>
                  <a:lnTo>
                    <a:pt x="1469813" y="403013"/>
                  </a:lnTo>
                  <a:lnTo>
                    <a:pt x="1455844" y="407246"/>
                  </a:lnTo>
                  <a:lnTo>
                    <a:pt x="1441874" y="408517"/>
                  </a:lnTo>
                  <a:lnTo>
                    <a:pt x="1426633" y="407246"/>
                  </a:lnTo>
                  <a:lnTo>
                    <a:pt x="1412663" y="405976"/>
                  </a:lnTo>
                  <a:lnTo>
                    <a:pt x="1407161" y="405976"/>
                  </a:lnTo>
                  <a:lnTo>
                    <a:pt x="1408430" y="407246"/>
                  </a:lnTo>
                  <a:lnTo>
                    <a:pt x="1412663" y="422486"/>
                  </a:lnTo>
                  <a:lnTo>
                    <a:pt x="1419861" y="436457"/>
                  </a:lnTo>
                  <a:lnTo>
                    <a:pt x="1424094" y="450426"/>
                  </a:lnTo>
                  <a:lnTo>
                    <a:pt x="1431290" y="464396"/>
                  </a:lnTo>
                  <a:lnTo>
                    <a:pt x="1428327" y="465667"/>
                  </a:lnTo>
                  <a:lnTo>
                    <a:pt x="1436794" y="479636"/>
                  </a:lnTo>
                  <a:lnTo>
                    <a:pt x="1438063" y="493607"/>
                  </a:lnTo>
                  <a:lnTo>
                    <a:pt x="1422824" y="497840"/>
                  </a:lnTo>
                  <a:lnTo>
                    <a:pt x="1408854" y="496570"/>
                  </a:lnTo>
                  <a:lnTo>
                    <a:pt x="1395307" y="494876"/>
                  </a:lnTo>
                  <a:lnTo>
                    <a:pt x="1379644" y="486410"/>
                  </a:lnTo>
                  <a:lnTo>
                    <a:pt x="1395307" y="485140"/>
                  </a:lnTo>
                  <a:lnTo>
                    <a:pt x="1408854" y="485140"/>
                  </a:lnTo>
                  <a:lnTo>
                    <a:pt x="1424094" y="480907"/>
                  </a:lnTo>
                  <a:lnTo>
                    <a:pt x="1408854" y="479213"/>
                  </a:lnTo>
                  <a:lnTo>
                    <a:pt x="1395307" y="480907"/>
                  </a:lnTo>
                  <a:lnTo>
                    <a:pt x="1379644" y="482176"/>
                  </a:lnTo>
                  <a:lnTo>
                    <a:pt x="1365674" y="482176"/>
                  </a:lnTo>
                  <a:lnTo>
                    <a:pt x="1350433" y="485140"/>
                  </a:lnTo>
                  <a:lnTo>
                    <a:pt x="1336463" y="487680"/>
                  </a:lnTo>
                  <a:lnTo>
                    <a:pt x="1322494" y="490643"/>
                  </a:lnTo>
                  <a:lnTo>
                    <a:pt x="1318261" y="491913"/>
                  </a:lnTo>
                  <a:lnTo>
                    <a:pt x="1305561" y="496146"/>
                  </a:lnTo>
                  <a:lnTo>
                    <a:pt x="1291590" y="500380"/>
                  </a:lnTo>
                  <a:lnTo>
                    <a:pt x="1277620" y="504613"/>
                  </a:lnTo>
                  <a:lnTo>
                    <a:pt x="1263650" y="508846"/>
                  </a:lnTo>
                  <a:lnTo>
                    <a:pt x="1248411" y="511386"/>
                  </a:lnTo>
                  <a:lnTo>
                    <a:pt x="1234440" y="515620"/>
                  </a:lnTo>
                  <a:lnTo>
                    <a:pt x="1220470" y="516890"/>
                  </a:lnTo>
                  <a:lnTo>
                    <a:pt x="1205230" y="521123"/>
                  </a:lnTo>
                  <a:lnTo>
                    <a:pt x="1191261" y="525357"/>
                  </a:lnTo>
                  <a:lnTo>
                    <a:pt x="1177290" y="530860"/>
                  </a:lnTo>
                  <a:lnTo>
                    <a:pt x="1161627" y="533823"/>
                  </a:lnTo>
                  <a:lnTo>
                    <a:pt x="1147657" y="533823"/>
                  </a:lnTo>
                  <a:lnTo>
                    <a:pt x="1133687" y="529590"/>
                  </a:lnTo>
                  <a:lnTo>
                    <a:pt x="1118447" y="526626"/>
                  </a:lnTo>
                  <a:lnTo>
                    <a:pt x="1104477" y="523663"/>
                  </a:lnTo>
                  <a:lnTo>
                    <a:pt x="1089237" y="519430"/>
                  </a:lnTo>
                  <a:lnTo>
                    <a:pt x="1085004" y="518160"/>
                  </a:lnTo>
                  <a:lnTo>
                    <a:pt x="1071033" y="515196"/>
                  </a:lnTo>
                  <a:lnTo>
                    <a:pt x="1055794" y="512233"/>
                  </a:lnTo>
                  <a:lnTo>
                    <a:pt x="1040130" y="509693"/>
                  </a:lnTo>
                  <a:lnTo>
                    <a:pt x="1026161" y="504190"/>
                  </a:lnTo>
                  <a:lnTo>
                    <a:pt x="1010920" y="495723"/>
                  </a:lnTo>
                  <a:lnTo>
                    <a:pt x="996950" y="487257"/>
                  </a:lnTo>
                  <a:lnTo>
                    <a:pt x="982980" y="480483"/>
                  </a:lnTo>
                  <a:lnTo>
                    <a:pt x="969011" y="472017"/>
                  </a:lnTo>
                  <a:lnTo>
                    <a:pt x="960544" y="467783"/>
                  </a:lnTo>
                  <a:lnTo>
                    <a:pt x="945304" y="460586"/>
                  </a:lnTo>
                  <a:lnTo>
                    <a:pt x="931333" y="447886"/>
                  </a:lnTo>
                  <a:lnTo>
                    <a:pt x="917363" y="438150"/>
                  </a:lnTo>
                  <a:lnTo>
                    <a:pt x="908896" y="424180"/>
                  </a:lnTo>
                  <a:lnTo>
                    <a:pt x="899161" y="410210"/>
                  </a:lnTo>
                  <a:lnTo>
                    <a:pt x="885190" y="396240"/>
                  </a:lnTo>
                  <a:lnTo>
                    <a:pt x="869950" y="392007"/>
                  </a:lnTo>
                  <a:lnTo>
                    <a:pt x="865717" y="390736"/>
                  </a:lnTo>
                  <a:lnTo>
                    <a:pt x="857250" y="389467"/>
                  </a:lnTo>
                  <a:lnTo>
                    <a:pt x="843280" y="388196"/>
                  </a:lnTo>
                  <a:lnTo>
                    <a:pt x="833544" y="385233"/>
                  </a:lnTo>
                  <a:lnTo>
                    <a:pt x="818304" y="383963"/>
                  </a:lnTo>
                  <a:lnTo>
                    <a:pt x="804333" y="382693"/>
                  </a:lnTo>
                  <a:lnTo>
                    <a:pt x="789094" y="381423"/>
                  </a:lnTo>
                  <a:lnTo>
                    <a:pt x="773854" y="377190"/>
                  </a:lnTo>
                  <a:lnTo>
                    <a:pt x="759883" y="369993"/>
                  </a:lnTo>
                  <a:lnTo>
                    <a:pt x="745913" y="363220"/>
                  </a:lnTo>
                  <a:lnTo>
                    <a:pt x="732367" y="352213"/>
                  </a:lnTo>
                  <a:lnTo>
                    <a:pt x="719667" y="336973"/>
                  </a:lnTo>
                  <a:lnTo>
                    <a:pt x="715433" y="323003"/>
                  </a:lnTo>
                  <a:lnTo>
                    <a:pt x="707390" y="309033"/>
                  </a:lnTo>
                  <a:lnTo>
                    <a:pt x="703580" y="295063"/>
                  </a:lnTo>
                  <a:lnTo>
                    <a:pt x="699346" y="279823"/>
                  </a:lnTo>
                  <a:lnTo>
                    <a:pt x="695113" y="265853"/>
                  </a:lnTo>
                  <a:lnTo>
                    <a:pt x="690880" y="250613"/>
                  </a:lnTo>
                  <a:lnTo>
                    <a:pt x="687917" y="236643"/>
                  </a:lnTo>
                  <a:lnTo>
                    <a:pt x="687917" y="222673"/>
                  </a:lnTo>
                  <a:lnTo>
                    <a:pt x="686646" y="222673"/>
                  </a:lnTo>
                  <a:lnTo>
                    <a:pt x="676911" y="222673"/>
                  </a:lnTo>
                  <a:lnTo>
                    <a:pt x="667174" y="226907"/>
                  </a:lnTo>
                  <a:lnTo>
                    <a:pt x="653204" y="231140"/>
                  </a:lnTo>
                  <a:lnTo>
                    <a:pt x="648970" y="226907"/>
                  </a:lnTo>
                  <a:lnTo>
                    <a:pt x="640504" y="215900"/>
                  </a:lnTo>
                  <a:lnTo>
                    <a:pt x="626533" y="203200"/>
                  </a:lnTo>
                  <a:lnTo>
                    <a:pt x="610870" y="194733"/>
                  </a:lnTo>
                  <a:lnTo>
                    <a:pt x="596900" y="187536"/>
                  </a:lnTo>
                  <a:lnTo>
                    <a:pt x="587163" y="173567"/>
                  </a:lnTo>
                  <a:lnTo>
                    <a:pt x="571924" y="166793"/>
                  </a:lnTo>
                  <a:lnTo>
                    <a:pt x="557954" y="157057"/>
                  </a:lnTo>
                  <a:lnTo>
                    <a:pt x="560494" y="143086"/>
                  </a:lnTo>
                  <a:lnTo>
                    <a:pt x="574463" y="134620"/>
                  </a:lnTo>
                  <a:lnTo>
                    <a:pt x="589704" y="131657"/>
                  </a:lnTo>
                  <a:lnTo>
                    <a:pt x="595630" y="121920"/>
                  </a:lnTo>
                  <a:lnTo>
                    <a:pt x="581661" y="106680"/>
                  </a:lnTo>
                  <a:lnTo>
                    <a:pt x="567690" y="95250"/>
                  </a:lnTo>
                  <a:lnTo>
                    <a:pt x="562187" y="81280"/>
                  </a:lnTo>
                  <a:lnTo>
                    <a:pt x="576157" y="71543"/>
                  </a:lnTo>
                  <a:lnTo>
                    <a:pt x="591820" y="64346"/>
                  </a:lnTo>
                  <a:lnTo>
                    <a:pt x="587587" y="58843"/>
                  </a:lnTo>
                  <a:lnTo>
                    <a:pt x="573617" y="46143"/>
                  </a:lnTo>
                  <a:lnTo>
                    <a:pt x="559646" y="33443"/>
                  </a:lnTo>
                  <a:lnTo>
                    <a:pt x="544407" y="18203"/>
                  </a:lnTo>
                  <a:lnTo>
                    <a:pt x="530861" y="8467"/>
                  </a:lnTo>
                  <a:lnTo>
                    <a:pt x="527896" y="12700"/>
                  </a:lnTo>
                  <a:lnTo>
                    <a:pt x="512657" y="13970"/>
                  </a:lnTo>
                  <a:lnTo>
                    <a:pt x="498687" y="26670"/>
                  </a:lnTo>
                  <a:lnTo>
                    <a:pt x="484717" y="35136"/>
                  </a:lnTo>
                  <a:lnTo>
                    <a:pt x="469477" y="44873"/>
                  </a:lnTo>
                  <a:lnTo>
                    <a:pt x="455507" y="53340"/>
                  </a:lnTo>
                  <a:lnTo>
                    <a:pt x="454237" y="53340"/>
                  </a:lnTo>
                  <a:lnTo>
                    <a:pt x="441537" y="68580"/>
                  </a:lnTo>
                  <a:lnTo>
                    <a:pt x="426296" y="74083"/>
                  </a:lnTo>
                  <a:lnTo>
                    <a:pt x="419524" y="82550"/>
                  </a:lnTo>
                  <a:lnTo>
                    <a:pt x="414020" y="97790"/>
                  </a:lnTo>
                  <a:lnTo>
                    <a:pt x="400050" y="100753"/>
                  </a:lnTo>
                  <a:lnTo>
                    <a:pt x="386080" y="107526"/>
                  </a:lnTo>
                  <a:lnTo>
                    <a:pt x="379307" y="121496"/>
                  </a:lnTo>
                  <a:lnTo>
                    <a:pt x="365337" y="135467"/>
                  </a:lnTo>
                  <a:lnTo>
                    <a:pt x="355600" y="149436"/>
                  </a:lnTo>
                  <a:lnTo>
                    <a:pt x="350096" y="148167"/>
                  </a:lnTo>
                  <a:lnTo>
                    <a:pt x="334857" y="145203"/>
                  </a:lnTo>
                  <a:lnTo>
                    <a:pt x="320887" y="146473"/>
                  </a:lnTo>
                  <a:lnTo>
                    <a:pt x="306917" y="154940"/>
                  </a:lnTo>
                  <a:lnTo>
                    <a:pt x="303954" y="154940"/>
                  </a:lnTo>
                  <a:lnTo>
                    <a:pt x="288713" y="149436"/>
                  </a:lnTo>
                  <a:lnTo>
                    <a:pt x="274744" y="148167"/>
                  </a:lnTo>
                  <a:lnTo>
                    <a:pt x="260774" y="146896"/>
                  </a:lnTo>
                  <a:lnTo>
                    <a:pt x="245533" y="141393"/>
                  </a:lnTo>
                  <a:lnTo>
                    <a:pt x="231563" y="137160"/>
                  </a:lnTo>
                  <a:lnTo>
                    <a:pt x="230294" y="137160"/>
                  </a:lnTo>
                  <a:lnTo>
                    <a:pt x="221827" y="134620"/>
                  </a:lnTo>
                  <a:lnTo>
                    <a:pt x="207857" y="131657"/>
                  </a:lnTo>
                  <a:lnTo>
                    <a:pt x="200661" y="128693"/>
                  </a:lnTo>
                  <a:lnTo>
                    <a:pt x="192617" y="114723"/>
                  </a:lnTo>
                  <a:lnTo>
                    <a:pt x="184150" y="100753"/>
                  </a:lnTo>
                  <a:lnTo>
                    <a:pt x="168911" y="96520"/>
                  </a:lnTo>
                  <a:lnTo>
                    <a:pt x="154940" y="86783"/>
                  </a:lnTo>
                  <a:lnTo>
                    <a:pt x="146474" y="72813"/>
                  </a:lnTo>
                  <a:lnTo>
                    <a:pt x="131233" y="58843"/>
                  </a:lnTo>
                  <a:lnTo>
                    <a:pt x="121496" y="50376"/>
                  </a:lnTo>
                  <a:lnTo>
                    <a:pt x="115994" y="36407"/>
                  </a:lnTo>
                  <a:lnTo>
                    <a:pt x="102024" y="23707"/>
                  </a:lnTo>
                  <a:lnTo>
                    <a:pt x="95250" y="18203"/>
                  </a:lnTo>
                  <a:lnTo>
                    <a:pt x="81280" y="8467"/>
                  </a:lnTo>
                  <a:lnTo>
                    <a:pt x="67311" y="0"/>
                  </a:lnTo>
                  <a:lnTo>
                    <a:pt x="53340" y="12700"/>
                  </a:lnTo>
                  <a:lnTo>
                    <a:pt x="54611" y="16933"/>
                  </a:lnTo>
                  <a:lnTo>
                    <a:pt x="51646" y="30903"/>
                  </a:lnTo>
                  <a:lnTo>
                    <a:pt x="51646" y="46143"/>
                  </a:lnTo>
                  <a:lnTo>
                    <a:pt x="48683" y="60113"/>
                  </a:lnTo>
                  <a:lnTo>
                    <a:pt x="43180" y="61383"/>
                  </a:lnTo>
                  <a:lnTo>
                    <a:pt x="29211" y="61383"/>
                  </a:lnTo>
                  <a:lnTo>
                    <a:pt x="15240" y="61383"/>
                  </a:lnTo>
                  <a:lnTo>
                    <a:pt x="0" y="65617"/>
                  </a:lnTo>
                  <a:lnTo>
                    <a:pt x="2963" y="68580"/>
                  </a:lnTo>
                  <a:lnTo>
                    <a:pt x="11007" y="82550"/>
                  </a:lnTo>
                  <a:lnTo>
                    <a:pt x="16511" y="96520"/>
                  </a:lnTo>
                  <a:lnTo>
                    <a:pt x="30480" y="110490"/>
                  </a:lnTo>
                  <a:lnTo>
                    <a:pt x="30480" y="124460"/>
                  </a:lnTo>
                  <a:lnTo>
                    <a:pt x="26670" y="129963"/>
                  </a:lnTo>
                  <a:lnTo>
                    <a:pt x="35137" y="143933"/>
                  </a:lnTo>
                  <a:lnTo>
                    <a:pt x="49107" y="154940"/>
                  </a:lnTo>
                  <a:lnTo>
                    <a:pt x="47413" y="168910"/>
                  </a:lnTo>
                  <a:lnTo>
                    <a:pt x="49107" y="182880"/>
                  </a:lnTo>
                  <a:lnTo>
                    <a:pt x="57574" y="198120"/>
                  </a:lnTo>
                  <a:lnTo>
                    <a:pt x="60537" y="212090"/>
                  </a:lnTo>
                  <a:lnTo>
                    <a:pt x="59267" y="216323"/>
                  </a:lnTo>
                  <a:lnTo>
                    <a:pt x="59267" y="218863"/>
                  </a:lnTo>
                  <a:lnTo>
                    <a:pt x="71544" y="234103"/>
                  </a:lnTo>
                  <a:lnTo>
                    <a:pt x="85513" y="240876"/>
                  </a:lnTo>
                  <a:lnTo>
                    <a:pt x="75777" y="254846"/>
                  </a:lnTo>
                  <a:lnTo>
                    <a:pt x="75777" y="268817"/>
                  </a:lnTo>
                  <a:lnTo>
                    <a:pt x="67311" y="282786"/>
                  </a:lnTo>
                  <a:lnTo>
                    <a:pt x="61807" y="298026"/>
                  </a:lnTo>
                  <a:lnTo>
                    <a:pt x="60537" y="311996"/>
                  </a:lnTo>
                  <a:lnTo>
                    <a:pt x="60537" y="313267"/>
                  </a:lnTo>
                  <a:lnTo>
                    <a:pt x="74507" y="314536"/>
                  </a:lnTo>
                  <a:lnTo>
                    <a:pt x="89746" y="325543"/>
                  </a:lnTo>
                  <a:lnTo>
                    <a:pt x="103717" y="331046"/>
                  </a:lnTo>
                  <a:lnTo>
                    <a:pt x="117687" y="342476"/>
                  </a:lnTo>
                  <a:lnTo>
                    <a:pt x="116417" y="346710"/>
                  </a:lnTo>
                  <a:lnTo>
                    <a:pt x="119380" y="360680"/>
                  </a:lnTo>
                  <a:lnTo>
                    <a:pt x="119380" y="374650"/>
                  </a:lnTo>
                  <a:lnTo>
                    <a:pt x="123613" y="389890"/>
                  </a:lnTo>
                  <a:lnTo>
                    <a:pt x="138854" y="396663"/>
                  </a:lnTo>
                  <a:lnTo>
                    <a:pt x="152824" y="409363"/>
                  </a:lnTo>
                  <a:lnTo>
                    <a:pt x="149861" y="423333"/>
                  </a:lnTo>
                  <a:lnTo>
                    <a:pt x="153670" y="437303"/>
                  </a:lnTo>
                  <a:lnTo>
                    <a:pt x="153670" y="445770"/>
                  </a:lnTo>
                  <a:lnTo>
                    <a:pt x="167640" y="455507"/>
                  </a:lnTo>
                  <a:lnTo>
                    <a:pt x="171874" y="469476"/>
                  </a:lnTo>
                  <a:lnTo>
                    <a:pt x="171874" y="483446"/>
                  </a:lnTo>
                  <a:lnTo>
                    <a:pt x="177377" y="498686"/>
                  </a:lnTo>
                  <a:lnTo>
                    <a:pt x="191346" y="502920"/>
                  </a:lnTo>
                  <a:lnTo>
                    <a:pt x="193040" y="502920"/>
                  </a:lnTo>
                  <a:lnTo>
                    <a:pt x="202777" y="516890"/>
                  </a:lnTo>
                  <a:lnTo>
                    <a:pt x="200237" y="526626"/>
                  </a:lnTo>
                  <a:lnTo>
                    <a:pt x="198967" y="540596"/>
                  </a:lnTo>
                  <a:lnTo>
                    <a:pt x="209974" y="552026"/>
                  </a:lnTo>
                  <a:lnTo>
                    <a:pt x="223944" y="560070"/>
                  </a:lnTo>
                  <a:lnTo>
                    <a:pt x="237913" y="568536"/>
                  </a:lnTo>
                  <a:lnTo>
                    <a:pt x="243417" y="583776"/>
                  </a:lnTo>
                  <a:lnTo>
                    <a:pt x="248920" y="597746"/>
                  </a:lnTo>
                  <a:lnTo>
                    <a:pt x="248920" y="600710"/>
                  </a:lnTo>
                  <a:lnTo>
                    <a:pt x="257387" y="614680"/>
                  </a:lnTo>
                  <a:lnTo>
                    <a:pt x="254424" y="628650"/>
                  </a:lnTo>
                  <a:lnTo>
                    <a:pt x="254424" y="629920"/>
                  </a:lnTo>
                  <a:lnTo>
                    <a:pt x="279400" y="627380"/>
                  </a:lnTo>
                  <a:lnTo>
                    <a:pt x="284904" y="629920"/>
                  </a:lnTo>
                  <a:lnTo>
                    <a:pt x="292100" y="635423"/>
                  </a:lnTo>
                  <a:lnTo>
                    <a:pt x="296333" y="634153"/>
                  </a:lnTo>
                  <a:lnTo>
                    <a:pt x="301837" y="641350"/>
                  </a:lnTo>
                  <a:lnTo>
                    <a:pt x="312844" y="655320"/>
                  </a:lnTo>
                  <a:lnTo>
                    <a:pt x="326813" y="660823"/>
                  </a:lnTo>
                  <a:lnTo>
                    <a:pt x="340783" y="656590"/>
                  </a:lnTo>
                  <a:lnTo>
                    <a:pt x="354754" y="655320"/>
                  </a:lnTo>
                  <a:lnTo>
                    <a:pt x="368724" y="654050"/>
                  </a:lnTo>
                  <a:lnTo>
                    <a:pt x="382694" y="660823"/>
                  </a:lnTo>
                  <a:lnTo>
                    <a:pt x="397933" y="659553"/>
                  </a:lnTo>
                  <a:lnTo>
                    <a:pt x="390737" y="673523"/>
                  </a:lnTo>
                  <a:lnTo>
                    <a:pt x="376767" y="679026"/>
                  </a:lnTo>
                  <a:lnTo>
                    <a:pt x="362796" y="680296"/>
                  </a:lnTo>
                  <a:lnTo>
                    <a:pt x="357294" y="694267"/>
                  </a:lnTo>
                  <a:lnTo>
                    <a:pt x="354330" y="704003"/>
                  </a:lnTo>
                  <a:lnTo>
                    <a:pt x="357294" y="717973"/>
                  </a:lnTo>
                  <a:lnTo>
                    <a:pt x="368300" y="733213"/>
                  </a:lnTo>
                  <a:lnTo>
                    <a:pt x="380577" y="747183"/>
                  </a:lnTo>
                  <a:lnTo>
                    <a:pt x="379307" y="752686"/>
                  </a:lnTo>
                  <a:lnTo>
                    <a:pt x="387350" y="766657"/>
                  </a:lnTo>
                  <a:lnTo>
                    <a:pt x="387350" y="777663"/>
                  </a:lnTo>
                  <a:lnTo>
                    <a:pt x="384811" y="780626"/>
                  </a:lnTo>
                  <a:lnTo>
                    <a:pt x="369146" y="787400"/>
                  </a:lnTo>
                  <a:lnTo>
                    <a:pt x="355177" y="780626"/>
                  </a:lnTo>
                  <a:lnTo>
                    <a:pt x="353907" y="781896"/>
                  </a:lnTo>
                  <a:lnTo>
                    <a:pt x="349674" y="797136"/>
                  </a:lnTo>
                  <a:lnTo>
                    <a:pt x="350944" y="805603"/>
                  </a:lnTo>
                  <a:lnTo>
                    <a:pt x="336974" y="811107"/>
                  </a:lnTo>
                  <a:lnTo>
                    <a:pt x="336974" y="814070"/>
                  </a:lnTo>
                  <a:lnTo>
                    <a:pt x="325967" y="828040"/>
                  </a:lnTo>
                  <a:lnTo>
                    <a:pt x="323004" y="842010"/>
                  </a:lnTo>
                  <a:lnTo>
                    <a:pt x="332740" y="857250"/>
                  </a:lnTo>
                  <a:lnTo>
                    <a:pt x="336974" y="871220"/>
                  </a:lnTo>
                  <a:lnTo>
                    <a:pt x="323004" y="869950"/>
                  </a:lnTo>
                  <a:lnTo>
                    <a:pt x="307763" y="862753"/>
                  </a:lnTo>
                  <a:lnTo>
                    <a:pt x="307763" y="871220"/>
                  </a:lnTo>
                  <a:lnTo>
                    <a:pt x="299296" y="885190"/>
                  </a:lnTo>
                  <a:lnTo>
                    <a:pt x="303530" y="899160"/>
                  </a:lnTo>
                  <a:lnTo>
                    <a:pt x="316230" y="905933"/>
                  </a:lnTo>
                  <a:lnTo>
                    <a:pt x="323427" y="919903"/>
                  </a:lnTo>
                  <a:lnTo>
                    <a:pt x="320463" y="933873"/>
                  </a:lnTo>
                  <a:lnTo>
                    <a:pt x="314961" y="947843"/>
                  </a:lnTo>
                  <a:lnTo>
                    <a:pt x="309457" y="961813"/>
                  </a:lnTo>
                  <a:lnTo>
                    <a:pt x="307763" y="966046"/>
                  </a:lnTo>
                  <a:lnTo>
                    <a:pt x="303530" y="967740"/>
                  </a:lnTo>
                  <a:lnTo>
                    <a:pt x="307763" y="973243"/>
                  </a:lnTo>
                  <a:lnTo>
                    <a:pt x="311996" y="974513"/>
                  </a:lnTo>
                  <a:lnTo>
                    <a:pt x="325967" y="984250"/>
                  </a:lnTo>
                  <a:lnTo>
                    <a:pt x="335704" y="998220"/>
                  </a:lnTo>
                  <a:lnTo>
                    <a:pt x="344170" y="1012190"/>
                  </a:lnTo>
                  <a:lnTo>
                    <a:pt x="359411" y="1024467"/>
                  </a:lnTo>
                  <a:lnTo>
                    <a:pt x="372111" y="1026160"/>
                  </a:lnTo>
                  <a:lnTo>
                    <a:pt x="386080" y="1035896"/>
                  </a:lnTo>
                  <a:lnTo>
                    <a:pt x="384811" y="1049867"/>
                  </a:lnTo>
                  <a:lnTo>
                    <a:pt x="398780" y="1052830"/>
                  </a:lnTo>
                  <a:lnTo>
                    <a:pt x="404283" y="1058333"/>
                  </a:lnTo>
                  <a:lnTo>
                    <a:pt x="410211" y="1072303"/>
                  </a:lnTo>
                  <a:lnTo>
                    <a:pt x="425450" y="1086273"/>
                  </a:lnTo>
                  <a:lnTo>
                    <a:pt x="430954" y="1100243"/>
                  </a:lnTo>
                  <a:lnTo>
                    <a:pt x="422487" y="1109980"/>
                  </a:lnTo>
                  <a:lnTo>
                    <a:pt x="411480" y="1115483"/>
                  </a:lnTo>
                  <a:lnTo>
                    <a:pt x="425450" y="1125220"/>
                  </a:lnTo>
                  <a:lnTo>
                    <a:pt x="426720" y="1139190"/>
                  </a:lnTo>
                  <a:lnTo>
                    <a:pt x="441961" y="1137920"/>
                  </a:lnTo>
                  <a:lnTo>
                    <a:pt x="455930" y="1139190"/>
                  </a:lnTo>
                  <a:lnTo>
                    <a:pt x="469900" y="1143423"/>
                  </a:lnTo>
                  <a:lnTo>
                    <a:pt x="479637" y="1150197"/>
                  </a:lnTo>
                  <a:lnTo>
                    <a:pt x="493607" y="1158663"/>
                  </a:lnTo>
                  <a:lnTo>
                    <a:pt x="496570" y="1159933"/>
                  </a:lnTo>
                  <a:lnTo>
                    <a:pt x="510540" y="1169670"/>
                  </a:lnTo>
                  <a:lnTo>
                    <a:pt x="525780" y="1182370"/>
                  </a:lnTo>
                  <a:lnTo>
                    <a:pt x="539750" y="1195070"/>
                  </a:lnTo>
                  <a:lnTo>
                    <a:pt x="554990" y="1204807"/>
                  </a:lnTo>
                  <a:lnTo>
                    <a:pt x="568961" y="1215813"/>
                  </a:lnTo>
                  <a:lnTo>
                    <a:pt x="582930" y="1221317"/>
                  </a:lnTo>
                  <a:lnTo>
                    <a:pt x="591396" y="1220047"/>
                  </a:lnTo>
                  <a:lnTo>
                    <a:pt x="593937" y="1218776"/>
                  </a:lnTo>
                  <a:lnTo>
                    <a:pt x="599440" y="1218776"/>
                  </a:lnTo>
                  <a:lnTo>
                    <a:pt x="611717" y="1224280"/>
                  </a:lnTo>
                  <a:lnTo>
                    <a:pt x="618913" y="1239520"/>
                  </a:lnTo>
                  <a:lnTo>
                    <a:pt x="617644" y="1240790"/>
                  </a:lnTo>
                  <a:lnTo>
                    <a:pt x="627380" y="1251797"/>
                  </a:lnTo>
                  <a:lnTo>
                    <a:pt x="637117" y="1265767"/>
                  </a:lnTo>
                  <a:lnTo>
                    <a:pt x="643890" y="1279736"/>
                  </a:lnTo>
                  <a:lnTo>
                    <a:pt x="645161" y="1279736"/>
                  </a:lnTo>
                  <a:lnTo>
                    <a:pt x="646430" y="1279736"/>
                  </a:lnTo>
                  <a:lnTo>
                    <a:pt x="649394" y="1282700"/>
                  </a:lnTo>
                  <a:lnTo>
                    <a:pt x="661670" y="1295400"/>
                  </a:lnTo>
                  <a:lnTo>
                    <a:pt x="663363" y="1296670"/>
                  </a:lnTo>
                  <a:lnTo>
                    <a:pt x="663363" y="1297940"/>
                  </a:lnTo>
                  <a:lnTo>
                    <a:pt x="665904" y="1303443"/>
                  </a:lnTo>
                  <a:lnTo>
                    <a:pt x="678604" y="1317413"/>
                  </a:lnTo>
                  <a:lnTo>
                    <a:pt x="689611" y="1331383"/>
                  </a:lnTo>
                  <a:lnTo>
                    <a:pt x="688340" y="1345353"/>
                  </a:lnTo>
                  <a:lnTo>
                    <a:pt x="687070" y="1350857"/>
                  </a:lnTo>
                  <a:lnTo>
                    <a:pt x="682837" y="1364826"/>
                  </a:lnTo>
                  <a:lnTo>
                    <a:pt x="680296" y="1380067"/>
                  </a:lnTo>
                  <a:lnTo>
                    <a:pt x="676063" y="1394036"/>
                  </a:lnTo>
                  <a:lnTo>
                    <a:pt x="676063" y="1409276"/>
                  </a:lnTo>
                  <a:lnTo>
                    <a:pt x="677333" y="1423247"/>
                  </a:lnTo>
                  <a:lnTo>
                    <a:pt x="678604" y="1437217"/>
                  </a:lnTo>
                  <a:lnTo>
                    <a:pt x="679874" y="1452457"/>
                  </a:lnTo>
                  <a:lnTo>
                    <a:pt x="687070" y="1466426"/>
                  </a:lnTo>
                  <a:lnTo>
                    <a:pt x="702311" y="1466426"/>
                  </a:lnTo>
                  <a:lnTo>
                    <a:pt x="716280" y="1466426"/>
                  </a:lnTo>
                  <a:lnTo>
                    <a:pt x="730250" y="1467697"/>
                  </a:lnTo>
                  <a:lnTo>
                    <a:pt x="731520" y="1482936"/>
                  </a:lnTo>
                  <a:lnTo>
                    <a:pt x="732790" y="1496907"/>
                  </a:lnTo>
                  <a:lnTo>
                    <a:pt x="734061" y="1512147"/>
                  </a:lnTo>
                  <a:lnTo>
                    <a:pt x="735330" y="1527386"/>
                  </a:lnTo>
                  <a:lnTo>
                    <a:pt x="738294" y="1542626"/>
                  </a:lnTo>
                  <a:lnTo>
                    <a:pt x="743796" y="1556597"/>
                  </a:lnTo>
                  <a:lnTo>
                    <a:pt x="756074" y="1560830"/>
                  </a:lnTo>
                  <a:lnTo>
                    <a:pt x="757767" y="1562523"/>
                  </a:lnTo>
                  <a:lnTo>
                    <a:pt x="763270" y="1576493"/>
                  </a:lnTo>
                  <a:lnTo>
                    <a:pt x="777240" y="1579033"/>
                  </a:lnTo>
                  <a:lnTo>
                    <a:pt x="789940" y="1593003"/>
                  </a:lnTo>
                  <a:lnTo>
                    <a:pt x="797137" y="1606973"/>
                  </a:lnTo>
                  <a:lnTo>
                    <a:pt x="802640" y="1620943"/>
                  </a:lnTo>
                  <a:lnTo>
                    <a:pt x="806874" y="1633643"/>
                  </a:lnTo>
                  <a:lnTo>
                    <a:pt x="820844" y="1640417"/>
                  </a:lnTo>
                  <a:lnTo>
                    <a:pt x="829311" y="1641686"/>
                  </a:lnTo>
                  <a:lnTo>
                    <a:pt x="836083" y="1633220"/>
                  </a:lnTo>
                  <a:lnTo>
                    <a:pt x="833544" y="1624753"/>
                  </a:lnTo>
                  <a:lnTo>
                    <a:pt x="846244" y="1628986"/>
                  </a:lnTo>
                  <a:lnTo>
                    <a:pt x="861483" y="1628986"/>
                  </a:lnTo>
                  <a:lnTo>
                    <a:pt x="868680" y="1628986"/>
                  </a:lnTo>
                  <a:lnTo>
                    <a:pt x="872490" y="1615017"/>
                  </a:lnTo>
                  <a:lnTo>
                    <a:pt x="872490" y="1601047"/>
                  </a:lnTo>
                  <a:lnTo>
                    <a:pt x="862754" y="1587076"/>
                  </a:lnTo>
                  <a:lnTo>
                    <a:pt x="859790" y="1579880"/>
                  </a:lnTo>
                  <a:lnTo>
                    <a:pt x="865294" y="1565910"/>
                  </a:lnTo>
                  <a:lnTo>
                    <a:pt x="879263" y="1564640"/>
                  </a:lnTo>
                  <a:lnTo>
                    <a:pt x="868257" y="1551940"/>
                  </a:lnTo>
                  <a:lnTo>
                    <a:pt x="882227" y="1546436"/>
                  </a:lnTo>
                  <a:lnTo>
                    <a:pt x="886461" y="1548130"/>
                  </a:lnTo>
                  <a:lnTo>
                    <a:pt x="889424" y="1548130"/>
                  </a:lnTo>
                  <a:lnTo>
                    <a:pt x="903394" y="1552363"/>
                  </a:lnTo>
                  <a:lnTo>
                    <a:pt x="911861" y="1567603"/>
                  </a:lnTo>
                  <a:lnTo>
                    <a:pt x="897890" y="1570143"/>
                  </a:lnTo>
                  <a:lnTo>
                    <a:pt x="883920" y="1567603"/>
                  </a:lnTo>
                  <a:lnTo>
                    <a:pt x="868680" y="1567603"/>
                  </a:lnTo>
                  <a:lnTo>
                    <a:pt x="879687" y="1581573"/>
                  </a:lnTo>
                  <a:lnTo>
                    <a:pt x="894927" y="1591310"/>
                  </a:lnTo>
                  <a:lnTo>
                    <a:pt x="908896" y="1592580"/>
                  </a:lnTo>
                  <a:lnTo>
                    <a:pt x="915670" y="1606550"/>
                  </a:lnTo>
                  <a:lnTo>
                    <a:pt x="929640" y="1605280"/>
                  </a:lnTo>
                  <a:lnTo>
                    <a:pt x="943611" y="1605280"/>
                  </a:lnTo>
                  <a:lnTo>
                    <a:pt x="955040" y="1617980"/>
                  </a:lnTo>
                  <a:lnTo>
                    <a:pt x="955040" y="1622213"/>
                  </a:lnTo>
                  <a:lnTo>
                    <a:pt x="969011" y="1631950"/>
                  </a:lnTo>
                  <a:lnTo>
                    <a:pt x="982980" y="1620943"/>
                  </a:lnTo>
                  <a:lnTo>
                    <a:pt x="996950" y="1609513"/>
                  </a:lnTo>
                  <a:lnTo>
                    <a:pt x="1012190" y="1599776"/>
                  </a:lnTo>
                  <a:lnTo>
                    <a:pt x="1023196" y="1596813"/>
                  </a:lnTo>
                  <a:lnTo>
                    <a:pt x="1028700" y="1598507"/>
                  </a:lnTo>
                  <a:lnTo>
                    <a:pt x="1040130" y="1612476"/>
                  </a:lnTo>
                  <a:lnTo>
                    <a:pt x="1046904" y="1626447"/>
                  </a:lnTo>
                  <a:lnTo>
                    <a:pt x="1046904" y="1633643"/>
                  </a:lnTo>
                  <a:lnTo>
                    <a:pt x="1052830" y="1648883"/>
                  </a:lnTo>
                  <a:lnTo>
                    <a:pt x="1066800" y="1661583"/>
                  </a:lnTo>
                  <a:lnTo>
                    <a:pt x="1068070" y="1662853"/>
                  </a:lnTo>
                  <a:lnTo>
                    <a:pt x="1068070" y="1664123"/>
                  </a:lnTo>
                  <a:lnTo>
                    <a:pt x="1079077" y="1678093"/>
                  </a:lnTo>
                  <a:lnTo>
                    <a:pt x="1090507" y="1692063"/>
                  </a:lnTo>
                  <a:lnTo>
                    <a:pt x="1100244" y="1696297"/>
                  </a:lnTo>
                  <a:lnTo>
                    <a:pt x="1103207" y="1700530"/>
                  </a:lnTo>
                  <a:lnTo>
                    <a:pt x="1115907" y="1714500"/>
                  </a:lnTo>
                  <a:lnTo>
                    <a:pt x="1129877" y="1725507"/>
                  </a:lnTo>
                  <a:lnTo>
                    <a:pt x="1132840" y="1739476"/>
                  </a:lnTo>
                  <a:lnTo>
                    <a:pt x="1138344" y="1754717"/>
                  </a:lnTo>
                  <a:lnTo>
                    <a:pt x="1131147" y="1768686"/>
                  </a:lnTo>
                  <a:lnTo>
                    <a:pt x="1132417" y="1774190"/>
                  </a:lnTo>
                  <a:lnTo>
                    <a:pt x="1146387" y="1778423"/>
                  </a:lnTo>
                  <a:lnTo>
                    <a:pt x="1160357" y="1778423"/>
                  </a:lnTo>
                  <a:lnTo>
                    <a:pt x="1175597" y="1791123"/>
                  </a:lnTo>
                  <a:lnTo>
                    <a:pt x="1174327" y="1805093"/>
                  </a:lnTo>
                  <a:lnTo>
                    <a:pt x="1160357" y="1803823"/>
                  </a:lnTo>
                  <a:lnTo>
                    <a:pt x="1162897" y="1817793"/>
                  </a:lnTo>
                  <a:lnTo>
                    <a:pt x="1178561" y="1830493"/>
                  </a:lnTo>
                  <a:lnTo>
                    <a:pt x="1192530" y="1835997"/>
                  </a:lnTo>
                  <a:lnTo>
                    <a:pt x="1202267" y="1849967"/>
                  </a:lnTo>
                  <a:lnTo>
                    <a:pt x="1204807" y="1865630"/>
                  </a:lnTo>
                  <a:lnTo>
                    <a:pt x="1206077" y="1879600"/>
                  </a:lnTo>
                  <a:lnTo>
                    <a:pt x="1207347" y="1886797"/>
                  </a:lnTo>
                  <a:lnTo>
                    <a:pt x="1217083" y="1902036"/>
                  </a:lnTo>
                  <a:lnTo>
                    <a:pt x="1226820" y="1916007"/>
                  </a:lnTo>
                  <a:lnTo>
                    <a:pt x="1240790" y="1929976"/>
                  </a:lnTo>
                  <a:lnTo>
                    <a:pt x="1239520" y="1943947"/>
                  </a:lnTo>
                  <a:lnTo>
                    <a:pt x="1240790" y="1952413"/>
                  </a:lnTo>
                  <a:lnTo>
                    <a:pt x="1254761" y="1963420"/>
                  </a:lnTo>
                  <a:lnTo>
                    <a:pt x="1261533" y="1978660"/>
                  </a:lnTo>
                  <a:lnTo>
                    <a:pt x="1277197" y="1984163"/>
                  </a:lnTo>
                  <a:lnTo>
                    <a:pt x="1291167" y="1995170"/>
                  </a:lnTo>
                  <a:lnTo>
                    <a:pt x="1305137" y="1998133"/>
                  </a:lnTo>
                  <a:lnTo>
                    <a:pt x="1322070" y="1995170"/>
                  </a:lnTo>
                  <a:lnTo>
                    <a:pt x="1337311" y="1998133"/>
                  </a:lnTo>
                  <a:lnTo>
                    <a:pt x="1352550" y="1998133"/>
                  </a:lnTo>
                  <a:lnTo>
                    <a:pt x="1366520" y="2007870"/>
                  </a:lnTo>
                  <a:lnTo>
                    <a:pt x="1380490" y="2020570"/>
                  </a:lnTo>
                  <a:lnTo>
                    <a:pt x="1396154" y="2026073"/>
                  </a:lnTo>
                  <a:lnTo>
                    <a:pt x="1409700" y="2028613"/>
                  </a:lnTo>
                  <a:lnTo>
                    <a:pt x="1424940" y="2035386"/>
                  </a:lnTo>
                  <a:lnTo>
                    <a:pt x="1436370" y="2049357"/>
                  </a:lnTo>
                  <a:lnTo>
                    <a:pt x="1450340" y="2062057"/>
                  </a:lnTo>
                  <a:lnTo>
                    <a:pt x="1441874" y="2076026"/>
                  </a:lnTo>
                  <a:lnTo>
                    <a:pt x="1455844" y="2082800"/>
                  </a:lnTo>
                  <a:lnTo>
                    <a:pt x="1457113" y="2084070"/>
                  </a:lnTo>
                  <a:lnTo>
                    <a:pt x="1471083" y="2093807"/>
                  </a:lnTo>
                  <a:lnTo>
                    <a:pt x="1486324" y="2102273"/>
                  </a:lnTo>
                  <a:lnTo>
                    <a:pt x="1500294" y="2112010"/>
                  </a:lnTo>
                  <a:lnTo>
                    <a:pt x="1514263" y="2121747"/>
                  </a:lnTo>
                  <a:lnTo>
                    <a:pt x="1529504" y="2125980"/>
                  </a:lnTo>
                  <a:lnTo>
                    <a:pt x="1543474" y="2131483"/>
                  </a:lnTo>
                  <a:lnTo>
                    <a:pt x="1557444" y="2136986"/>
                  </a:lnTo>
                  <a:lnTo>
                    <a:pt x="1571413" y="2142490"/>
                  </a:lnTo>
                  <a:lnTo>
                    <a:pt x="1575647" y="2149686"/>
                  </a:lnTo>
                  <a:lnTo>
                    <a:pt x="1584113" y="2164926"/>
                  </a:lnTo>
                  <a:lnTo>
                    <a:pt x="1598083" y="2176357"/>
                  </a:lnTo>
                  <a:lnTo>
                    <a:pt x="1613324" y="2187363"/>
                  </a:lnTo>
                  <a:lnTo>
                    <a:pt x="1628563" y="2187363"/>
                  </a:lnTo>
                  <a:lnTo>
                    <a:pt x="1642533" y="2186093"/>
                  </a:lnTo>
                  <a:lnTo>
                    <a:pt x="1657774" y="2180590"/>
                  </a:lnTo>
                  <a:lnTo>
                    <a:pt x="1671744" y="2186093"/>
                  </a:lnTo>
                  <a:lnTo>
                    <a:pt x="1686983" y="2186093"/>
                  </a:lnTo>
                  <a:lnTo>
                    <a:pt x="1702224" y="2187363"/>
                  </a:lnTo>
                  <a:lnTo>
                    <a:pt x="1710690" y="2202603"/>
                  </a:lnTo>
                  <a:lnTo>
                    <a:pt x="1725930" y="2205567"/>
                  </a:lnTo>
                  <a:lnTo>
                    <a:pt x="1739900" y="2209800"/>
                  </a:lnTo>
                  <a:lnTo>
                    <a:pt x="1753870" y="2219536"/>
                  </a:lnTo>
                  <a:lnTo>
                    <a:pt x="1769111" y="2222500"/>
                  </a:lnTo>
                  <a:lnTo>
                    <a:pt x="1784350" y="2214033"/>
                  </a:lnTo>
                  <a:lnTo>
                    <a:pt x="1798320" y="2200063"/>
                  </a:lnTo>
                  <a:lnTo>
                    <a:pt x="1800013" y="2200063"/>
                  </a:lnTo>
                  <a:lnTo>
                    <a:pt x="1815254" y="2186093"/>
                  </a:lnTo>
                  <a:lnTo>
                    <a:pt x="1830494" y="2175086"/>
                  </a:lnTo>
                  <a:lnTo>
                    <a:pt x="1844463" y="2173817"/>
                  </a:lnTo>
                  <a:lnTo>
                    <a:pt x="1859704" y="2178050"/>
                  </a:lnTo>
                  <a:lnTo>
                    <a:pt x="1868170" y="2176780"/>
                  </a:lnTo>
                  <a:lnTo>
                    <a:pt x="1882140" y="2169583"/>
                  </a:lnTo>
                  <a:lnTo>
                    <a:pt x="1874944" y="2155613"/>
                  </a:lnTo>
                  <a:lnTo>
                    <a:pt x="1874944" y="2154343"/>
                  </a:lnTo>
                  <a:lnTo>
                    <a:pt x="1888913" y="2139103"/>
                  </a:lnTo>
                  <a:lnTo>
                    <a:pt x="1904154" y="2137833"/>
                  </a:lnTo>
                  <a:lnTo>
                    <a:pt x="1910927" y="2136563"/>
                  </a:lnTo>
                  <a:lnTo>
                    <a:pt x="1916430" y="2135293"/>
                  </a:lnTo>
                  <a:lnTo>
                    <a:pt x="1931670" y="2126826"/>
                  </a:lnTo>
                  <a:lnTo>
                    <a:pt x="1945640" y="2118360"/>
                  </a:lnTo>
                  <a:lnTo>
                    <a:pt x="1959611" y="2109893"/>
                  </a:lnTo>
                  <a:lnTo>
                    <a:pt x="1974850" y="2105660"/>
                  </a:lnTo>
                  <a:lnTo>
                    <a:pt x="1988820" y="2105660"/>
                  </a:lnTo>
                  <a:lnTo>
                    <a:pt x="1991783" y="2106507"/>
                  </a:lnTo>
                  <a:lnTo>
                    <a:pt x="1991783" y="340360"/>
                  </a:lnTo>
                  <a:lnTo>
                    <a:pt x="1982470" y="330200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5" name="Freeform 2324">
              <a:extLst>
                <a:ext uri="{FF2B5EF4-FFF2-40B4-BE49-F238E27FC236}">
                  <a16:creationId xmlns:a16="http://schemas.microsoft.com/office/drawing/2014/main" id="{185DD2B9-FF0F-9C4D-92F7-24F95C129D9C}"/>
                </a:ext>
              </a:extLst>
            </p:cNvPr>
            <p:cNvSpPr/>
            <p:nvPr/>
          </p:nvSpPr>
          <p:spPr>
            <a:xfrm>
              <a:off x="12425679" y="6616276"/>
              <a:ext cx="275590" cy="259503"/>
            </a:xfrm>
            <a:custGeom>
              <a:avLst/>
              <a:gdLst>
                <a:gd name="connsiteX0" fmla="*/ 230717 w 275590"/>
                <a:gd name="connsiteY0" fmla="*/ 32173 h 259503"/>
                <a:gd name="connsiteX1" fmla="*/ 241724 w 275590"/>
                <a:gd name="connsiteY1" fmla="*/ 46143 h 259503"/>
                <a:gd name="connsiteX2" fmla="*/ 248496 w 275590"/>
                <a:gd name="connsiteY2" fmla="*/ 60113 h 259503"/>
                <a:gd name="connsiteX3" fmla="*/ 247227 w 275590"/>
                <a:gd name="connsiteY3" fmla="*/ 64346 h 259503"/>
                <a:gd name="connsiteX4" fmla="*/ 237490 w 275590"/>
                <a:gd name="connsiteY4" fmla="*/ 78317 h 259503"/>
                <a:gd name="connsiteX5" fmla="*/ 223520 w 275590"/>
                <a:gd name="connsiteY5" fmla="*/ 79586 h 259503"/>
                <a:gd name="connsiteX6" fmla="*/ 222250 w 275590"/>
                <a:gd name="connsiteY6" fmla="*/ 76623 h 259503"/>
                <a:gd name="connsiteX7" fmla="*/ 212513 w 275590"/>
                <a:gd name="connsiteY7" fmla="*/ 61383 h 259503"/>
                <a:gd name="connsiteX8" fmla="*/ 205740 w 275590"/>
                <a:gd name="connsiteY8" fmla="*/ 47413 h 259503"/>
                <a:gd name="connsiteX9" fmla="*/ 207011 w 275590"/>
                <a:gd name="connsiteY9" fmla="*/ 33443 h 259503"/>
                <a:gd name="connsiteX10" fmla="*/ 222250 w 275590"/>
                <a:gd name="connsiteY10" fmla="*/ 29210 h 259503"/>
                <a:gd name="connsiteX11" fmla="*/ 219287 w 275590"/>
                <a:gd name="connsiteY11" fmla="*/ 17780 h 259503"/>
                <a:gd name="connsiteX12" fmla="*/ 230717 w 275590"/>
                <a:gd name="connsiteY12" fmla="*/ 32173 h 259503"/>
                <a:gd name="connsiteX13" fmla="*/ 2963 w 275590"/>
                <a:gd name="connsiteY13" fmla="*/ 165100 h 259503"/>
                <a:gd name="connsiteX14" fmla="*/ 9737 w 275590"/>
                <a:gd name="connsiteY14" fmla="*/ 166370 h 259503"/>
                <a:gd name="connsiteX15" fmla="*/ 23707 w 275590"/>
                <a:gd name="connsiteY15" fmla="*/ 168063 h 259503"/>
                <a:gd name="connsiteX16" fmla="*/ 29211 w 275590"/>
                <a:gd name="connsiteY16" fmla="*/ 169333 h 259503"/>
                <a:gd name="connsiteX17" fmla="*/ 43180 w 275590"/>
                <a:gd name="connsiteY17" fmla="*/ 170603 h 259503"/>
                <a:gd name="connsiteX18" fmla="*/ 58844 w 275590"/>
                <a:gd name="connsiteY18" fmla="*/ 173567 h 259503"/>
                <a:gd name="connsiteX19" fmla="*/ 72813 w 275590"/>
                <a:gd name="connsiteY19" fmla="*/ 174836 h 259503"/>
                <a:gd name="connsiteX20" fmla="*/ 88054 w 275590"/>
                <a:gd name="connsiteY20" fmla="*/ 176107 h 259503"/>
                <a:gd name="connsiteX21" fmla="*/ 102024 w 275590"/>
                <a:gd name="connsiteY21" fmla="*/ 179070 h 259503"/>
                <a:gd name="connsiteX22" fmla="*/ 117263 w 275590"/>
                <a:gd name="connsiteY22" fmla="*/ 180340 h 259503"/>
                <a:gd name="connsiteX23" fmla="*/ 132504 w 275590"/>
                <a:gd name="connsiteY23" fmla="*/ 182880 h 259503"/>
                <a:gd name="connsiteX24" fmla="*/ 134196 w 275590"/>
                <a:gd name="connsiteY24" fmla="*/ 187113 h 259503"/>
                <a:gd name="connsiteX25" fmla="*/ 142240 w 275590"/>
                <a:gd name="connsiteY25" fmla="*/ 201083 h 259503"/>
                <a:gd name="connsiteX26" fmla="*/ 142240 w 275590"/>
                <a:gd name="connsiteY26" fmla="*/ 202353 h 259503"/>
                <a:gd name="connsiteX27" fmla="*/ 149437 w 275590"/>
                <a:gd name="connsiteY27" fmla="*/ 216323 h 259503"/>
                <a:gd name="connsiteX28" fmla="*/ 151977 w 275590"/>
                <a:gd name="connsiteY28" fmla="*/ 230293 h 259503"/>
                <a:gd name="connsiteX29" fmla="*/ 159174 w 275590"/>
                <a:gd name="connsiteY29" fmla="*/ 244263 h 259503"/>
                <a:gd name="connsiteX30" fmla="*/ 171874 w 275590"/>
                <a:gd name="connsiteY30" fmla="*/ 259503 h 259503"/>
                <a:gd name="connsiteX31" fmla="*/ 178646 w 275590"/>
                <a:gd name="connsiteY31" fmla="*/ 259503 h 259503"/>
                <a:gd name="connsiteX32" fmla="*/ 194311 w 275590"/>
                <a:gd name="connsiteY32" fmla="*/ 259503 h 259503"/>
                <a:gd name="connsiteX33" fmla="*/ 198544 w 275590"/>
                <a:gd name="connsiteY33" fmla="*/ 259503 h 259503"/>
                <a:gd name="connsiteX34" fmla="*/ 201083 w 275590"/>
                <a:gd name="connsiteY34" fmla="*/ 259503 h 259503"/>
                <a:gd name="connsiteX35" fmla="*/ 205317 w 275590"/>
                <a:gd name="connsiteY35" fmla="*/ 259503 h 259503"/>
                <a:gd name="connsiteX36" fmla="*/ 209550 w 275590"/>
                <a:gd name="connsiteY36" fmla="*/ 259503 h 259503"/>
                <a:gd name="connsiteX37" fmla="*/ 215054 w 275590"/>
                <a:gd name="connsiteY37" fmla="*/ 259503 h 259503"/>
                <a:gd name="connsiteX38" fmla="*/ 229024 w 275590"/>
                <a:gd name="connsiteY38" fmla="*/ 258233 h 259503"/>
                <a:gd name="connsiteX39" fmla="*/ 244687 w 275590"/>
                <a:gd name="connsiteY39" fmla="*/ 258233 h 259503"/>
                <a:gd name="connsiteX40" fmla="*/ 258657 w 275590"/>
                <a:gd name="connsiteY40" fmla="*/ 258233 h 259503"/>
                <a:gd name="connsiteX41" fmla="*/ 272627 w 275590"/>
                <a:gd name="connsiteY41" fmla="*/ 258233 h 259503"/>
                <a:gd name="connsiteX42" fmla="*/ 275590 w 275590"/>
                <a:gd name="connsiteY42" fmla="*/ 258233 h 259503"/>
                <a:gd name="connsiteX43" fmla="*/ 271357 w 275590"/>
                <a:gd name="connsiteY43" fmla="*/ 244263 h 259503"/>
                <a:gd name="connsiteX44" fmla="*/ 268817 w 275590"/>
                <a:gd name="connsiteY44" fmla="*/ 229023 h 259503"/>
                <a:gd name="connsiteX45" fmla="*/ 254846 w 275590"/>
                <a:gd name="connsiteY45" fmla="*/ 215053 h 259503"/>
                <a:gd name="connsiteX46" fmla="*/ 252307 w 275590"/>
                <a:gd name="connsiteY46" fmla="*/ 205317 h 259503"/>
                <a:gd name="connsiteX47" fmla="*/ 239607 w 275590"/>
                <a:gd name="connsiteY47" fmla="*/ 191346 h 259503"/>
                <a:gd name="connsiteX48" fmla="*/ 229870 w 275590"/>
                <a:gd name="connsiteY48" fmla="*/ 177377 h 259503"/>
                <a:gd name="connsiteX49" fmla="*/ 228600 w 275590"/>
                <a:gd name="connsiteY49" fmla="*/ 173143 h 259503"/>
                <a:gd name="connsiteX50" fmla="*/ 228600 w 275590"/>
                <a:gd name="connsiteY50" fmla="*/ 168910 h 259503"/>
                <a:gd name="connsiteX51" fmla="*/ 225637 w 275590"/>
                <a:gd name="connsiteY51" fmla="*/ 162136 h 259503"/>
                <a:gd name="connsiteX52" fmla="*/ 220133 w 275590"/>
                <a:gd name="connsiteY52" fmla="*/ 146896 h 259503"/>
                <a:gd name="connsiteX53" fmla="*/ 215900 w 275590"/>
                <a:gd name="connsiteY53" fmla="*/ 132927 h 259503"/>
                <a:gd name="connsiteX54" fmla="*/ 201930 w 275590"/>
                <a:gd name="connsiteY54" fmla="*/ 118957 h 259503"/>
                <a:gd name="connsiteX55" fmla="*/ 187961 w 275590"/>
                <a:gd name="connsiteY55" fmla="*/ 125730 h 259503"/>
                <a:gd name="connsiteX56" fmla="*/ 173990 w 275590"/>
                <a:gd name="connsiteY56" fmla="*/ 118957 h 259503"/>
                <a:gd name="connsiteX57" fmla="*/ 160020 w 275590"/>
                <a:gd name="connsiteY57" fmla="*/ 118957 h 259503"/>
                <a:gd name="connsiteX58" fmla="*/ 171027 w 275590"/>
                <a:gd name="connsiteY58" fmla="*/ 104986 h 259503"/>
                <a:gd name="connsiteX59" fmla="*/ 184996 w 275590"/>
                <a:gd name="connsiteY59" fmla="*/ 89323 h 259503"/>
                <a:gd name="connsiteX60" fmla="*/ 200237 w 275590"/>
                <a:gd name="connsiteY60" fmla="*/ 77046 h 259503"/>
                <a:gd name="connsiteX61" fmla="*/ 214207 w 275590"/>
                <a:gd name="connsiteY61" fmla="*/ 88053 h 259503"/>
                <a:gd name="connsiteX62" fmla="*/ 219711 w 275590"/>
                <a:gd name="connsiteY62" fmla="*/ 78317 h 259503"/>
                <a:gd name="connsiteX63" fmla="*/ 211244 w 275590"/>
                <a:gd name="connsiteY63" fmla="*/ 63077 h 259503"/>
                <a:gd name="connsiteX64" fmla="*/ 198544 w 275590"/>
                <a:gd name="connsiteY64" fmla="*/ 49107 h 259503"/>
                <a:gd name="connsiteX65" fmla="*/ 191346 w 275590"/>
                <a:gd name="connsiteY65" fmla="*/ 35136 h 259503"/>
                <a:gd name="connsiteX66" fmla="*/ 187113 w 275590"/>
                <a:gd name="connsiteY66" fmla="*/ 19896 h 259503"/>
                <a:gd name="connsiteX67" fmla="*/ 185844 w 275590"/>
                <a:gd name="connsiteY67" fmla="*/ 14393 h 259503"/>
                <a:gd name="connsiteX68" fmla="*/ 184574 w 275590"/>
                <a:gd name="connsiteY68" fmla="*/ 11430 h 259503"/>
                <a:gd name="connsiteX69" fmla="*/ 170604 w 275590"/>
                <a:gd name="connsiteY69" fmla="*/ 7196 h 259503"/>
                <a:gd name="connsiteX70" fmla="*/ 155363 w 275590"/>
                <a:gd name="connsiteY70" fmla="*/ 1693 h 259503"/>
                <a:gd name="connsiteX71" fmla="*/ 152400 w 275590"/>
                <a:gd name="connsiteY71" fmla="*/ 0 h 259503"/>
                <a:gd name="connsiteX72" fmla="*/ 137161 w 275590"/>
                <a:gd name="connsiteY72" fmla="*/ 0 h 259503"/>
                <a:gd name="connsiteX73" fmla="*/ 123190 w 275590"/>
                <a:gd name="connsiteY73" fmla="*/ 0 h 259503"/>
                <a:gd name="connsiteX74" fmla="*/ 118957 w 275590"/>
                <a:gd name="connsiteY74" fmla="*/ 0 h 259503"/>
                <a:gd name="connsiteX75" fmla="*/ 115994 w 275590"/>
                <a:gd name="connsiteY75" fmla="*/ 0 h 259503"/>
                <a:gd name="connsiteX76" fmla="*/ 106257 w 275590"/>
                <a:gd name="connsiteY76" fmla="*/ 0 h 259503"/>
                <a:gd name="connsiteX77" fmla="*/ 91017 w 275590"/>
                <a:gd name="connsiteY77" fmla="*/ 5503 h 259503"/>
                <a:gd name="connsiteX78" fmla="*/ 77046 w 275590"/>
                <a:gd name="connsiteY78" fmla="*/ 9736 h 259503"/>
                <a:gd name="connsiteX79" fmla="*/ 72813 w 275590"/>
                <a:gd name="connsiteY79" fmla="*/ 13970 h 259503"/>
                <a:gd name="connsiteX80" fmla="*/ 65617 w 275590"/>
                <a:gd name="connsiteY80" fmla="*/ 29210 h 259503"/>
                <a:gd name="connsiteX81" fmla="*/ 62654 w 275590"/>
                <a:gd name="connsiteY81" fmla="*/ 43180 h 259503"/>
                <a:gd name="connsiteX82" fmla="*/ 57150 w 275590"/>
                <a:gd name="connsiteY82" fmla="*/ 58420 h 259503"/>
                <a:gd name="connsiteX83" fmla="*/ 54187 w 275590"/>
                <a:gd name="connsiteY83" fmla="*/ 72390 h 259503"/>
                <a:gd name="connsiteX84" fmla="*/ 48683 w 275590"/>
                <a:gd name="connsiteY84" fmla="*/ 86360 h 259503"/>
                <a:gd name="connsiteX85" fmla="*/ 41911 w 275590"/>
                <a:gd name="connsiteY85" fmla="*/ 100330 h 259503"/>
                <a:gd name="connsiteX86" fmla="*/ 34713 w 275590"/>
                <a:gd name="connsiteY86" fmla="*/ 111336 h 259503"/>
                <a:gd name="connsiteX87" fmla="*/ 26246 w 275590"/>
                <a:gd name="connsiteY87" fmla="*/ 125307 h 259503"/>
                <a:gd name="connsiteX88" fmla="*/ 19474 w 275590"/>
                <a:gd name="connsiteY88" fmla="*/ 140970 h 259503"/>
                <a:gd name="connsiteX89" fmla="*/ 18204 w 275590"/>
                <a:gd name="connsiteY89" fmla="*/ 143510 h 259503"/>
                <a:gd name="connsiteX90" fmla="*/ 15240 w 275590"/>
                <a:gd name="connsiteY90" fmla="*/ 143510 h 259503"/>
                <a:gd name="connsiteX91" fmla="*/ 13970 w 275590"/>
                <a:gd name="connsiteY91" fmla="*/ 150707 h 259503"/>
                <a:gd name="connsiteX92" fmla="*/ 1270 w 275590"/>
                <a:gd name="connsiteY92" fmla="*/ 161713 h 259503"/>
                <a:gd name="connsiteX93" fmla="*/ 0 w 275590"/>
                <a:gd name="connsiteY93" fmla="*/ 164677 h 259503"/>
                <a:gd name="connsiteX94" fmla="*/ 2963 w 275590"/>
                <a:gd name="connsiteY94" fmla="*/ 164677 h 259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275590" h="259503">
                  <a:moveTo>
                    <a:pt x="230717" y="32173"/>
                  </a:moveTo>
                  <a:lnTo>
                    <a:pt x="241724" y="46143"/>
                  </a:lnTo>
                  <a:lnTo>
                    <a:pt x="248496" y="60113"/>
                  </a:lnTo>
                  <a:lnTo>
                    <a:pt x="247227" y="64346"/>
                  </a:lnTo>
                  <a:lnTo>
                    <a:pt x="237490" y="78317"/>
                  </a:lnTo>
                  <a:lnTo>
                    <a:pt x="223520" y="79586"/>
                  </a:lnTo>
                  <a:lnTo>
                    <a:pt x="222250" y="76623"/>
                  </a:lnTo>
                  <a:lnTo>
                    <a:pt x="212513" y="61383"/>
                  </a:lnTo>
                  <a:lnTo>
                    <a:pt x="205740" y="47413"/>
                  </a:lnTo>
                  <a:lnTo>
                    <a:pt x="207011" y="33443"/>
                  </a:lnTo>
                  <a:lnTo>
                    <a:pt x="222250" y="29210"/>
                  </a:lnTo>
                  <a:lnTo>
                    <a:pt x="219287" y="17780"/>
                  </a:lnTo>
                  <a:lnTo>
                    <a:pt x="230717" y="32173"/>
                  </a:lnTo>
                  <a:close/>
                  <a:moveTo>
                    <a:pt x="2963" y="165100"/>
                  </a:moveTo>
                  <a:lnTo>
                    <a:pt x="9737" y="166370"/>
                  </a:lnTo>
                  <a:lnTo>
                    <a:pt x="23707" y="168063"/>
                  </a:lnTo>
                  <a:lnTo>
                    <a:pt x="29211" y="169333"/>
                  </a:lnTo>
                  <a:lnTo>
                    <a:pt x="43180" y="170603"/>
                  </a:lnTo>
                  <a:lnTo>
                    <a:pt x="58844" y="173567"/>
                  </a:lnTo>
                  <a:lnTo>
                    <a:pt x="72813" y="174836"/>
                  </a:lnTo>
                  <a:lnTo>
                    <a:pt x="88054" y="176107"/>
                  </a:lnTo>
                  <a:lnTo>
                    <a:pt x="102024" y="179070"/>
                  </a:lnTo>
                  <a:lnTo>
                    <a:pt x="117263" y="180340"/>
                  </a:lnTo>
                  <a:lnTo>
                    <a:pt x="132504" y="182880"/>
                  </a:lnTo>
                  <a:lnTo>
                    <a:pt x="134196" y="187113"/>
                  </a:lnTo>
                  <a:lnTo>
                    <a:pt x="142240" y="201083"/>
                  </a:lnTo>
                  <a:lnTo>
                    <a:pt x="142240" y="202353"/>
                  </a:lnTo>
                  <a:lnTo>
                    <a:pt x="149437" y="216323"/>
                  </a:lnTo>
                  <a:lnTo>
                    <a:pt x="151977" y="230293"/>
                  </a:lnTo>
                  <a:lnTo>
                    <a:pt x="159174" y="244263"/>
                  </a:lnTo>
                  <a:lnTo>
                    <a:pt x="171874" y="259503"/>
                  </a:lnTo>
                  <a:lnTo>
                    <a:pt x="178646" y="259503"/>
                  </a:lnTo>
                  <a:lnTo>
                    <a:pt x="194311" y="259503"/>
                  </a:lnTo>
                  <a:lnTo>
                    <a:pt x="198544" y="259503"/>
                  </a:lnTo>
                  <a:lnTo>
                    <a:pt x="201083" y="259503"/>
                  </a:lnTo>
                  <a:lnTo>
                    <a:pt x="205317" y="259503"/>
                  </a:lnTo>
                  <a:lnTo>
                    <a:pt x="209550" y="259503"/>
                  </a:lnTo>
                  <a:lnTo>
                    <a:pt x="215054" y="259503"/>
                  </a:lnTo>
                  <a:lnTo>
                    <a:pt x="229024" y="258233"/>
                  </a:lnTo>
                  <a:lnTo>
                    <a:pt x="244687" y="258233"/>
                  </a:lnTo>
                  <a:lnTo>
                    <a:pt x="258657" y="258233"/>
                  </a:lnTo>
                  <a:lnTo>
                    <a:pt x="272627" y="258233"/>
                  </a:lnTo>
                  <a:lnTo>
                    <a:pt x="275590" y="258233"/>
                  </a:lnTo>
                  <a:lnTo>
                    <a:pt x="271357" y="244263"/>
                  </a:lnTo>
                  <a:lnTo>
                    <a:pt x="268817" y="229023"/>
                  </a:lnTo>
                  <a:lnTo>
                    <a:pt x="254846" y="215053"/>
                  </a:lnTo>
                  <a:lnTo>
                    <a:pt x="252307" y="205317"/>
                  </a:lnTo>
                  <a:lnTo>
                    <a:pt x="239607" y="191346"/>
                  </a:lnTo>
                  <a:lnTo>
                    <a:pt x="229870" y="177377"/>
                  </a:lnTo>
                  <a:lnTo>
                    <a:pt x="228600" y="173143"/>
                  </a:lnTo>
                  <a:lnTo>
                    <a:pt x="228600" y="168910"/>
                  </a:lnTo>
                  <a:lnTo>
                    <a:pt x="225637" y="162136"/>
                  </a:lnTo>
                  <a:lnTo>
                    <a:pt x="220133" y="146896"/>
                  </a:lnTo>
                  <a:lnTo>
                    <a:pt x="215900" y="132927"/>
                  </a:lnTo>
                  <a:lnTo>
                    <a:pt x="201930" y="118957"/>
                  </a:lnTo>
                  <a:lnTo>
                    <a:pt x="187961" y="125730"/>
                  </a:lnTo>
                  <a:lnTo>
                    <a:pt x="173990" y="118957"/>
                  </a:lnTo>
                  <a:lnTo>
                    <a:pt x="160020" y="118957"/>
                  </a:lnTo>
                  <a:lnTo>
                    <a:pt x="171027" y="104986"/>
                  </a:lnTo>
                  <a:lnTo>
                    <a:pt x="184996" y="89323"/>
                  </a:lnTo>
                  <a:lnTo>
                    <a:pt x="200237" y="77046"/>
                  </a:lnTo>
                  <a:lnTo>
                    <a:pt x="214207" y="88053"/>
                  </a:lnTo>
                  <a:lnTo>
                    <a:pt x="219711" y="78317"/>
                  </a:lnTo>
                  <a:lnTo>
                    <a:pt x="211244" y="63077"/>
                  </a:lnTo>
                  <a:lnTo>
                    <a:pt x="198544" y="49107"/>
                  </a:lnTo>
                  <a:lnTo>
                    <a:pt x="191346" y="35136"/>
                  </a:lnTo>
                  <a:lnTo>
                    <a:pt x="187113" y="19896"/>
                  </a:lnTo>
                  <a:lnTo>
                    <a:pt x="185844" y="14393"/>
                  </a:lnTo>
                  <a:lnTo>
                    <a:pt x="184574" y="11430"/>
                  </a:lnTo>
                  <a:lnTo>
                    <a:pt x="170604" y="7196"/>
                  </a:lnTo>
                  <a:lnTo>
                    <a:pt x="155363" y="1693"/>
                  </a:lnTo>
                  <a:lnTo>
                    <a:pt x="152400" y="0"/>
                  </a:lnTo>
                  <a:lnTo>
                    <a:pt x="137161" y="0"/>
                  </a:lnTo>
                  <a:lnTo>
                    <a:pt x="123190" y="0"/>
                  </a:lnTo>
                  <a:lnTo>
                    <a:pt x="118957" y="0"/>
                  </a:lnTo>
                  <a:lnTo>
                    <a:pt x="115994" y="0"/>
                  </a:lnTo>
                  <a:lnTo>
                    <a:pt x="106257" y="0"/>
                  </a:lnTo>
                  <a:lnTo>
                    <a:pt x="91017" y="5503"/>
                  </a:lnTo>
                  <a:lnTo>
                    <a:pt x="77046" y="9736"/>
                  </a:lnTo>
                  <a:lnTo>
                    <a:pt x="72813" y="13970"/>
                  </a:lnTo>
                  <a:lnTo>
                    <a:pt x="65617" y="29210"/>
                  </a:lnTo>
                  <a:lnTo>
                    <a:pt x="62654" y="43180"/>
                  </a:lnTo>
                  <a:lnTo>
                    <a:pt x="57150" y="58420"/>
                  </a:lnTo>
                  <a:lnTo>
                    <a:pt x="54187" y="72390"/>
                  </a:lnTo>
                  <a:lnTo>
                    <a:pt x="48683" y="86360"/>
                  </a:lnTo>
                  <a:lnTo>
                    <a:pt x="41911" y="100330"/>
                  </a:lnTo>
                  <a:lnTo>
                    <a:pt x="34713" y="111336"/>
                  </a:lnTo>
                  <a:lnTo>
                    <a:pt x="26246" y="125307"/>
                  </a:lnTo>
                  <a:lnTo>
                    <a:pt x="19474" y="140970"/>
                  </a:lnTo>
                  <a:lnTo>
                    <a:pt x="18204" y="143510"/>
                  </a:lnTo>
                  <a:lnTo>
                    <a:pt x="15240" y="143510"/>
                  </a:lnTo>
                  <a:lnTo>
                    <a:pt x="13970" y="150707"/>
                  </a:lnTo>
                  <a:lnTo>
                    <a:pt x="1270" y="161713"/>
                  </a:lnTo>
                  <a:lnTo>
                    <a:pt x="0" y="164677"/>
                  </a:lnTo>
                  <a:lnTo>
                    <a:pt x="2963" y="16467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6" name="Freeform 2325">
              <a:extLst>
                <a:ext uri="{FF2B5EF4-FFF2-40B4-BE49-F238E27FC236}">
                  <a16:creationId xmlns:a16="http://schemas.microsoft.com/office/drawing/2014/main" id="{1B3B2B91-254E-AB4D-AF67-67C7BE8E5F0B}"/>
                </a:ext>
              </a:extLst>
            </p:cNvPr>
            <p:cNvSpPr/>
            <p:nvPr/>
          </p:nvSpPr>
          <p:spPr>
            <a:xfrm>
              <a:off x="11262360" y="5395806"/>
              <a:ext cx="1435523" cy="1392343"/>
            </a:xfrm>
            <a:custGeom>
              <a:avLst/>
              <a:gdLst>
                <a:gd name="connsiteX0" fmla="*/ 0 w 1435523"/>
                <a:gd name="connsiteY0" fmla="*/ 669714 h 1392343"/>
                <a:gd name="connsiteX1" fmla="*/ 13970 w 1435523"/>
                <a:gd name="connsiteY1" fmla="*/ 661247 h 1392343"/>
                <a:gd name="connsiteX2" fmla="*/ 16933 w 1435523"/>
                <a:gd name="connsiteY2" fmla="*/ 658707 h 1392343"/>
                <a:gd name="connsiteX3" fmla="*/ 32173 w 1435523"/>
                <a:gd name="connsiteY3" fmla="*/ 649817 h 1392343"/>
                <a:gd name="connsiteX4" fmla="*/ 46143 w 1435523"/>
                <a:gd name="connsiteY4" fmla="*/ 641773 h 1392343"/>
                <a:gd name="connsiteX5" fmla="*/ 60113 w 1435523"/>
                <a:gd name="connsiteY5" fmla="*/ 633307 h 1392343"/>
                <a:gd name="connsiteX6" fmla="*/ 74083 w 1435523"/>
                <a:gd name="connsiteY6" fmla="*/ 623570 h 1392343"/>
                <a:gd name="connsiteX7" fmla="*/ 88053 w 1435523"/>
                <a:gd name="connsiteY7" fmla="*/ 615104 h 1392343"/>
                <a:gd name="connsiteX8" fmla="*/ 102023 w 1435523"/>
                <a:gd name="connsiteY8" fmla="*/ 606637 h 1392343"/>
                <a:gd name="connsiteX9" fmla="*/ 117263 w 1435523"/>
                <a:gd name="connsiteY9" fmla="*/ 598593 h 1392343"/>
                <a:gd name="connsiteX10" fmla="*/ 124460 w 1435523"/>
                <a:gd name="connsiteY10" fmla="*/ 594360 h 1392343"/>
                <a:gd name="connsiteX11" fmla="*/ 139700 w 1435523"/>
                <a:gd name="connsiteY11" fmla="*/ 585893 h 1392343"/>
                <a:gd name="connsiteX12" fmla="*/ 153670 w 1435523"/>
                <a:gd name="connsiteY12" fmla="*/ 577427 h 1392343"/>
                <a:gd name="connsiteX13" fmla="*/ 159173 w 1435523"/>
                <a:gd name="connsiteY13" fmla="*/ 573617 h 1392343"/>
                <a:gd name="connsiteX14" fmla="*/ 174413 w 1435523"/>
                <a:gd name="connsiteY14" fmla="*/ 565150 h 1392343"/>
                <a:gd name="connsiteX15" fmla="*/ 185843 w 1435523"/>
                <a:gd name="connsiteY15" fmla="*/ 557954 h 1392343"/>
                <a:gd name="connsiteX16" fmla="*/ 201083 w 1435523"/>
                <a:gd name="connsiteY16" fmla="*/ 549910 h 1392343"/>
                <a:gd name="connsiteX17" fmla="*/ 215053 w 1435523"/>
                <a:gd name="connsiteY17" fmla="*/ 539750 h 1392343"/>
                <a:gd name="connsiteX18" fmla="*/ 229023 w 1435523"/>
                <a:gd name="connsiteY18" fmla="*/ 531707 h 1392343"/>
                <a:gd name="connsiteX19" fmla="*/ 242570 w 1435523"/>
                <a:gd name="connsiteY19" fmla="*/ 523240 h 1392343"/>
                <a:gd name="connsiteX20" fmla="*/ 254000 w 1435523"/>
                <a:gd name="connsiteY20" fmla="*/ 517737 h 1392343"/>
                <a:gd name="connsiteX21" fmla="*/ 259503 w 1435523"/>
                <a:gd name="connsiteY21" fmla="*/ 513504 h 1392343"/>
                <a:gd name="connsiteX22" fmla="*/ 263736 w 1435523"/>
                <a:gd name="connsiteY22" fmla="*/ 512233 h 1392343"/>
                <a:gd name="connsiteX23" fmla="*/ 277707 w 1435523"/>
                <a:gd name="connsiteY23" fmla="*/ 502073 h 1392343"/>
                <a:gd name="connsiteX24" fmla="*/ 287443 w 1435523"/>
                <a:gd name="connsiteY24" fmla="*/ 496570 h 1392343"/>
                <a:gd name="connsiteX25" fmla="*/ 292946 w 1435523"/>
                <a:gd name="connsiteY25" fmla="*/ 492337 h 1392343"/>
                <a:gd name="connsiteX26" fmla="*/ 297180 w 1435523"/>
                <a:gd name="connsiteY26" fmla="*/ 478367 h 1392343"/>
                <a:gd name="connsiteX27" fmla="*/ 301413 w 1435523"/>
                <a:gd name="connsiteY27" fmla="*/ 463127 h 1392343"/>
                <a:gd name="connsiteX28" fmla="*/ 309880 w 1435523"/>
                <a:gd name="connsiteY28" fmla="*/ 447887 h 1392343"/>
                <a:gd name="connsiteX29" fmla="*/ 316653 w 1435523"/>
                <a:gd name="connsiteY29" fmla="*/ 433917 h 1392343"/>
                <a:gd name="connsiteX30" fmla="*/ 315383 w 1435523"/>
                <a:gd name="connsiteY30" fmla="*/ 418677 h 1392343"/>
                <a:gd name="connsiteX31" fmla="*/ 312420 w 1435523"/>
                <a:gd name="connsiteY31" fmla="*/ 403437 h 1392343"/>
                <a:gd name="connsiteX32" fmla="*/ 312420 w 1435523"/>
                <a:gd name="connsiteY32" fmla="*/ 397510 h 1392343"/>
                <a:gd name="connsiteX33" fmla="*/ 309880 w 1435523"/>
                <a:gd name="connsiteY33" fmla="*/ 381000 h 1392343"/>
                <a:gd name="connsiteX34" fmla="*/ 308610 w 1435523"/>
                <a:gd name="connsiteY34" fmla="*/ 376767 h 1392343"/>
                <a:gd name="connsiteX35" fmla="*/ 308610 w 1435523"/>
                <a:gd name="connsiteY35" fmla="*/ 373804 h 1392343"/>
                <a:gd name="connsiteX36" fmla="*/ 306917 w 1435523"/>
                <a:gd name="connsiteY36" fmla="*/ 359833 h 1392343"/>
                <a:gd name="connsiteX37" fmla="*/ 309880 w 1435523"/>
                <a:gd name="connsiteY37" fmla="*/ 345864 h 1392343"/>
                <a:gd name="connsiteX38" fmla="*/ 311150 w 1435523"/>
                <a:gd name="connsiteY38" fmla="*/ 331893 h 1392343"/>
                <a:gd name="connsiteX39" fmla="*/ 311150 w 1435523"/>
                <a:gd name="connsiteY39" fmla="*/ 316654 h 1392343"/>
                <a:gd name="connsiteX40" fmla="*/ 316653 w 1435523"/>
                <a:gd name="connsiteY40" fmla="*/ 304377 h 1392343"/>
                <a:gd name="connsiteX41" fmla="*/ 323850 w 1435523"/>
                <a:gd name="connsiteY41" fmla="*/ 290407 h 1392343"/>
                <a:gd name="connsiteX42" fmla="*/ 320886 w 1435523"/>
                <a:gd name="connsiteY42" fmla="*/ 274743 h 1392343"/>
                <a:gd name="connsiteX43" fmla="*/ 319617 w 1435523"/>
                <a:gd name="connsiteY43" fmla="*/ 259504 h 1392343"/>
                <a:gd name="connsiteX44" fmla="*/ 311150 w 1435523"/>
                <a:gd name="connsiteY44" fmla="*/ 244264 h 1392343"/>
                <a:gd name="connsiteX45" fmla="*/ 302683 w 1435523"/>
                <a:gd name="connsiteY45" fmla="*/ 230293 h 1392343"/>
                <a:gd name="connsiteX46" fmla="*/ 297180 w 1435523"/>
                <a:gd name="connsiteY46" fmla="*/ 215054 h 1392343"/>
                <a:gd name="connsiteX47" fmla="*/ 297180 w 1435523"/>
                <a:gd name="connsiteY47" fmla="*/ 199390 h 1392343"/>
                <a:gd name="connsiteX48" fmla="*/ 297180 w 1435523"/>
                <a:gd name="connsiteY48" fmla="*/ 184150 h 1392343"/>
                <a:gd name="connsiteX49" fmla="*/ 297180 w 1435523"/>
                <a:gd name="connsiteY49" fmla="*/ 182880 h 1392343"/>
                <a:gd name="connsiteX50" fmla="*/ 297180 w 1435523"/>
                <a:gd name="connsiteY50" fmla="*/ 170180 h 1392343"/>
                <a:gd name="connsiteX51" fmla="*/ 298450 w 1435523"/>
                <a:gd name="connsiteY51" fmla="*/ 167217 h 1392343"/>
                <a:gd name="connsiteX52" fmla="*/ 300143 w 1435523"/>
                <a:gd name="connsiteY52" fmla="*/ 164677 h 1392343"/>
                <a:gd name="connsiteX53" fmla="*/ 304377 w 1435523"/>
                <a:gd name="connsiteY53" fmla="*/ 154940 h 1392343"/>
                <a:gd name="connsiteX54" fmla="*/ 306917 w 1435523"/>
                <a:gd name="connsiteY54" fmla="*/ 147743 h 1392343"/>
                <a:gd name="connsiteX55" fmla="*/ 322157 w 1435523"/>
                <a:gd name="connsiteY55" fmla="*/ 139700 h 1392343"/>
                <a:gd name="connsiteX56" fmla="*/ 336127 w 1435523"/>
                <a:gd name="connsiteY56" fmla="*/ 136737 h 1392343"/>
                <a:gd name="connsiteX57" fmla="*/ 350096 w 1435523"/>
                <a:gd name="connsiteY57" fmla="*/ 132504 h 1392343"/>
                <a:gd name="connsiteX58" fmla="*/ 364067 w 1435523"/>
                <a:gd name="connsiteY58" fmla="*/ 129964 h 1392343"/>
                <a:gd name="connsiteX59" fmla="*/ 379730 w 1435523"/>
                <a:gd name="connsiteY59" fmla="*/ 115993 h 1392343"/>
                <a:gd name="connsiteX60" fmla="*/ 392007 w 1435523"/>
                <a:gd name="connsiteY60" fmla="*/ 100330 h 1392343"/>
                <a:gd name="connsiteX61" fmla="*/ 396240 w 1435523"/>
                <a:gd name="connsiteY61" fmla="*/ 94827 h 1392343"/>
                <a:gd name="connsiteX62" fmla="*/ 397510 w 1435523"/>
                <a:gd name="connsiteY62" fmla="*/ 93557 h 1392343"/>
                <a:gd name="connsiteX63" fmla="*/ 405977 w 1435523"/>
                <a:gd name="connsiteY63" fmla="*/ 85090 h 1392343"/>
                <a:gd name="connsiteX64" fmla="*/ 414443 w 1435523"/>
                <a:gd name="connsiteY64" fmla="*/ 75354 h 1392343"/>
                <a:gd name="connsiteX65" fmla="*/ 419946 w 1435523"/>
                <a:gd name="connsiteY65" fmla="*/ 68580 h 1392343"/>
                <a:gd name="connsiteX66" fmla="*/ 422910 w 1435523"/>
                <a:gd name="connsiteY66" fmla="*/ 65617 h 1392343"/>
                <a:gd name="connsiteX67" fmla="*/ 433917 w 1435523"/>
                <a:gd name="connsiteY67" fmla="*/ 51647 h 1392343"/>
                <a:gd name="connsiteX68" fmla="*/ 429683 w 1435523"/>
                <a:gd name="connsiteY68" fmla="*/ 44873 h 1392343"/>
                <a:gd name="connsiteX69" fmla="*/ 438150 w 1435523"/>
                <a:gd name="connsiteY69" fmla="*/ 43604 h 1392343"/>
                <a:gd name="connsiteX70" fmla="*/ 452120 w 1435523"/>
                <a:gd name="connsiteY70" fmla="*/ 39370 h 1392343"/>
                <a:gd name="connsiteX71" fmla="*/ 460586 w 1435523"/>
                <a:gd name="connsiteY71" fmla="*/ 36407 h 1392343"/>
                <a:gd name="connsiteX72" fmla="*/ 469053 w 1435523"/>
                <a:gd name="connsiteY72" fmla="*/ 21167 h 1392343"/>
                <a:gd name="connsiteX73" fmla="*/ 477097 w 1435523"/>
                <a:gd name="connsiteY73" fmla="*/ 7197 h 1392343"/>
                <a:gd name="connsiteX74" fmla="*/ 481330 w 1435523"/>
                <a:gd name="connsiteY74" fmla="*/ 0 h 1392343"/>
                <a:gd name="connsiteX75" fmla="*/ 495299 w 1435523"/>
                <a:gd name="connsiteY75" fmla="*/ 4233 h 1392343"/>
                <a:gd name="connsiteX76" fmla="*/ 510540 w 1435523"/>
                <a:gd name="connsiteY76" fmla="*/ 8467 h 1392343"/>
                <a:gd name="connsiteX77" fmla="*/ 524510 w 1435523"/>
                <a:gd name="connsiteY77" fmla="*/ 2964 h 1392343"/>
                <a:gd name="connsiteX78" fmla="*/ 538480 w 1435523"/>
                <a:gd name="connsiteY78" fmla="*/ 2964 h 1392343"/>
                <a:gd name="connsiteX79" fmla="*/ 552450 w 1435523"/>
                <a:gd name="connsiteY79" fmla="*/ 8467 h 1392343"/>
                <a:gd name="connsiteX80" fmla="*/ 566420 w 1435523"/>
                <a:gd name="connsiteY80" fmla="*/ 9737 h 1392343"/>
                <a:gd name="connsiteX81" fmla="*/ 581660 w 1435523"/>
                <a:gd name="connsiteY81" fmla="*/ 18204 h 1392343"/>
                <a:gd name="connsiteX82" fmla="*/ 594360 w 1435523"/>
                <a:gd name="connsiteY82" fmla="*/ 19473 h 1392343"/>
                <a:gd name="connsiteX83" fmla="*/ 610023 w 1435523"/>
                <a:gd name="connsiteY83" fmla="*/ 23707 h 1392343"/>
                <a:gd name="connsiteX84" fmla="*/ 623570 w 1435523"/>
                <a:gd name="connsiteY84" fmla="*/ 23707 h 1392343"/>
                <a:gd name="connsiteX85" fmla="*/ 637540 w 1435523"/>
                <a:gd name="connsiteY85" fmla="*/ 25400 h 1392343"/>
                <a:gd name="connsiteX86" fmla="*/ 651510 w 1435523"/>
                <a:gd name="connsiteY86" fmla="*/ 12700 h 1392343"/>
                <a:gd name="connsiteX87" fmla="*/ 665480 w 1435523"/>
                <a:gd name="connsiteY87" fmla="*/ 9737 h 1392343"/>
                <a:gd name="connsiteX88" fmla="*/ 679450 w 1435523"/>
                <a:gd name="connsiteY88" fmla="*/ 13970 h 1392343"/>
                <a:gd name="connsiteX89" fmla="*/ 692150 w 1435523"/>
                <a:gd name="connsiteY89" fmla="*/ 27940 h 1392343"/>
                <a:gd name="connsiteX90" fmla="*/ 686223 w 1435523"/>
                <a:gd name="connsiteY90" fmla="*/ 41910 h 1392343"/>
                <a:gd name="connsiteX91" fmla="*/ 690880 w 1435523"/>
                <a:gd name="connsiteY91" fmla="*/ 55880 h 1392343"/>
                <a:gd name="connsiteX92" fmla="*/ 704427 w 1435523"/>
                <a:gd name="connsiteY92" fmla="*/ 67310 h 1392343"/>
                <a:gd name="connsiteX93" fmla="*/ 715857 w 1435523"/>
                <a:gd name="connsiteY93" fmla="*/ 52917 h 1392343"/>
                <a:gd name="connsiteX94" fmla="*/ 729827 w 1435523"/>
                <a:gd name="connsiteY94" fmla="*/ 43604 h 1392343"/>
                <a:gd name="connsiteX95" fmla="*/ 743797 w 1435523"/>
                <a:gd name="connsiteY95" fmla="*/ 30904 h 1392343"/>
                <a:gd name="connsiteX96" fmla="*/ 757766 w 1435523"/>
                <a:gd name="connsiteY96" fmla="*/ 33443 h 1392343"/>
                <a:gd name="connsiteX97" fmla="*/ 765810 w 1435523"/>
                <a:gd name="connsiteY97" fmla="*/ 37677 h 1392343"/>
                <a:gd name="connsiteX98" fmla="*/ 765810 w 1435523"/>
                <a:gd name="connsiteY98" fmla="*/ 46143 h 1392343"/>
                <a:gd name="connsiteX99" fmla="*/ 779780 w 1435523"/>
                <a:gd name="connsiteY99" fmla="*/ 55880 h 1392343"/>
                <a:gd name="connsiteX100" fmla="*/ 784014 w 1435523"/>
                <a:gd name="connsiteY100" fmla="*/ 69850 h 1392343"/>
                <a:gd name="connsiteX101" fmla="*/ 784014 w 1435523"/>
                <a:gd name="connsiteY101" fmla="*/ 83820 h 1392343"/>
                <a:gd name="connsiteX102" fmla="*/ 789516 w 1435523"/>
                <a:gd name="connsiteY102" fmla="*/ 99060 h 1392343"/>
                <a:gd name="connsiteX103" fmla="*/ 803486 w 1435523"/>
                <a:gd name="connsiteY103" fmla="*/ 103293 h 1392343"/>
                <a:gd name="connsiteX104" fmla="*/ 805180 w 1435523"/>
                <a:gd name="connsiteY104" fmla="*/ 103293 h 1392343"/>
                <a:gd name="connsiteX105" fmla="*/ 814916 w 1435523"/>
                <a:gd name="connsiteY105" fmla="*/ 117264 h 1392343"/>
                <a:gd name="connsiteX106" fmla="*/ 811953 w 1435523"/>
                <a:gd name="connsiteY106" fmla="*/ 127000 h 1392343"/>
                <a:gd name="connsiteX107" fmla="*/ 810683 w 1435523"/>
                <a:gd name="connsiteY107" fmla="*/ 140970 h 1392343"/>
                <a:gd name="connsiteX108" fmla="*/ 821690 w 1435523"/>
                <a:gd name="connsiteY108" fmla="*/ 152400 h 1392343"/>
                <a:gd name="connsiteX109" fmla="*/ 835660 w 1435523"/>
                <a:gd name="connsiteY109" fmla="*/ 160443 h 1392343"/>
                <a:gd name="connsiteX110" fmla="*/ 849630 w 1435523"/>
                <a:gd name="connsiteY110" fmla="*/ 168910 h 1392343"/>
                <a:gd name="connsiteX111" fmla="*/ 855133 w 1435523"/>
                <a:gd name="connsiteY111" fmla="*/ 184150 h 1392343"/>
                <a:gd name="connsiteX112" fmla="*/ 861060 w 1435523"/>
                <a:gd name="connsiteY112" fmla="*/ 198120 h 1392343"/>
                <a:gd name="connsiteX113" fmla="*/ 861060 w 1435523"/>
                <a:gd name="connsiteY113" fmla="*/ 201083 h 1392343"/>
                <a:gd name="connsiteX114" fmla="*/ 869103 w 1435523"/>
                <a:gd name="connsiteY114" fmla="*/ 215054 h 1392343"/>
                <a:gd name="connsiteX115" fmla="*/ 866564 w 1435523"/>
                <a:gd name="connsiteY115" fmla="*/ 229023 h 1392343"/>
                <a:gd name="connsiteX116" fmla="*/ 866564 w 1435523"/>
                <a:gd name="connsiteY116" fmla="*/ 230293 h 1392343"/>
                <a:gd name="connsiteX117" fmla="*/ 891540 w 1435523"/>
                <a:gd name="connsiteY117" fmla="*/ 227330 h 1392343"/>
                <a:gd name="connsiteX118" fmla="*/ 897043 w 1435523"/>
                <a:gd name="connsiteY118" fmla="*/ 230293 h 1392343"/>
                <a:gd name="connsiteX119" fmla="*/ 904240 w 1435523"/>
                <a:gd name="connsiteY119" fmla="*/ 235797 h 1392343"/>
                <a:gd name="connsiteX120" fmla="*/ 908473 w 1435523"/>
                <a:gd name="connsiteY120" fmla="*/ 234527 h 1392343"/>
                <a:gd name="connsiteX121" fmla="*/ 913977 w 1435523"/>
                <a:gd name="connsiteY121" fmla="*/ 241300 h 1392343"/>
                <a:gd name="connsiteX122" fmla="*/ 924983 w 1435523"/>
                <a:gd name="connsiteY122" fmla="*/ 255270 h 1392343"/>
                <a:gd name="connsiteX123" fmla="*/ 938953 w 1435523"/>
                <a:gd name="connsiteY123" fmla="*/ 260773 h 1392343"/>
                <a:gd name="connsiteX124" fmla="*/ 952923 w 1435523"/>
                <a:gd name="connsiteY124" fmla="*/ 256540 h 1392343"/>
                <a:gd name="connsiteX125" fmla="*/ 966893 w 1435523"/>
                <a:gd name="connsiteY125" fmla="*/ 255270 h 1392343"/>
                <a:gd name="connsiteX126" fmla="*/ 980864 w 1435523"/>
                <a:gd name="connsiteY126" fmla="*/ 254000 h 1392343"/>
                <a:gd name="connsiteX127" fmla="*/ 994833 w 1435523"/>
                <a:gd name="connsiteY127" fmla="*/ 260773 h 1392343"/>
                <a:gd name="connsiteX128" fmla="*/ 1010073 w 1435523"/>
                <a:gd name="connsiteY128" fmla="*/ 259504 h 1392343"/>
                <a:gd name="connsiteX129" fmla="*/ 1003300 w 1435523"/>
                <a:gd name="connsiteY129" fmla="*/ 273473 h 1392343"/>
                <a:gd name="connsiteX130" fmla="*/ 989330 w 1435523"/>
                <a:gd name="connsiteY130" fmla="*/ 278977 h 1392343"/>
                <a:gd name="connsiteX131" fmla="*/ 974936 w 1435523"/>
                <a:gd name="connsiteY131" fmla="*/ 280670 h 1392343"/>
                <a:gd name="connsiteX132" fmla="*/ 969857 w 1435523"/>
                <a:gd name="connsiteY132" fmla="*/ 294640 h 1392343"/>
                <a:gd name="connsiteX133" fmla="*/ 966893 w 1435523"/>
                <a:gd name="connsiteY133" fmla="*/ 304377 h 1392343"/>
                <a:gd name="connsiteX134" fmla="*/ 969857 w 1435523"/>
                <a:gd name="connsiteY134" fmla="*/ 317923 h 1392343"/>
                <a:gd name="connsiteX135" fmla="*/ 980864 w 1435523"/>
                <a:gd name="connsiteY135" fmla="*/ 333587 h 1392343"/>
                <a:gd name="connsiteX136" fmla="*/ 993140 w 1435523"/>
                <a:gd name="connsiteY136" fmla="*/ 347557 h 1392343"/>
                <a:gd name="connsiteX137" fmla="*/ 991870 w 1435523"/>
                <a:gd name="connsiteY137" fmla="*/ 353060 h 1392343"/>
                <a:gd name="connsiteX138" fmla="*/ 1000336 w 1435523"/>
                <a:gd name="connsiteY138" fmla="*/ 367030 h 1392343"/>
                <a:gd name="connsiteX139" fmla="*/ 1000336 w 1435523"/>
                <a:gd name="connsiteY139" fmla="*/ 378037 h 1392343"/>
                <a:gd name="connsiteX140" fmla="*/ 997797 w 1435523"/>
                <a:gd name="connsiteY140" fmla="*/ 381000 h 1392343"/>
                <a:gd name="connsiteX141" fmla="*/ 982133 w 1435523"/>
                <a:gd name="connsiteY141" fmla="*/ 387773 h 1392343"/>
                <a:gd name="connsiteX142" fmla="*/ 968164 w 1435523"/>
                <a:gd name="connsiteY142" fmla="*/ 381000 h 1392343"/>
                <a:gd name="connsiteX143" fmla="*/ 966893 w 1435523"/>
                <a:gd name="connsiteY143" fmla="*/ 382270 h 1392343"/>
                <a:gd name="connsiteX144" fmla="*/ 962660 w 1435523"/>
                <a:gd name="connsiteY144" fmla="*/ 397510 h 1392343"/>
                <a:gd name="connsiteX145" fmla="*/ 963930 w 1435523"/>
                <a:gd name="connsiteY145" fmla="*/ 405977 h 1392343"/>
                <a:gd name="connsiteX146" fmla="*/ 949960 w 1435523"/>
                <a:gd name="connsiteY146" fmla="*/ 411480 h 1392343"/>
                <a:gd name="connsiteX147" fmla="*/ 949960 w 1435523"/>
                <a:gd name="connsiteY147" fmla="*/ 414443 h 1392343"/>
                <a:gd name="connsiteX148" fmla="*/ 938953 w 1435523"/>
                <a:gd name="connsiteY148" fmla="*/ 428414 h 1392343"/>
                <a:gd name="connsiteX149" fmla="*/ 936414 w 1435523"/>
                <a:gd name="connsiteY149" fmla="*/ 442383 h 1392343"/>
                <a:gd name="connsiteX150" fmla="*/ 945727 w 1435523"/>
                <a:gd name="connsiteY150" fmla="*/ 457623 h 1392343"/>
                <a:gd name="connsiteX151" fmla="*/ 949960 w 1435523"/>
                <a:gd name="connsiteY151" fmla="*/ 471593 h 1392343"/>
                <a:gd name="connsiteX152" fmla="*/ 936414 w 1435523"/>
                <a:gd name="connsiteY152" fmla="*/ 470323 h 1392343"/>
                <a:gd name="connsiteX153" fmla="*/ 920750 w 1435523"/>
                <a:gd name="connsiteY153" fmla="*/ 463127 h 1392343"/>
                <a:gd name="connsiteX154" fmla="*/ 920750 w 1435523"/>
                <a:gd name="connsiteY154" fmla="*/ 471593 h 1392343"/>
                <a:gd name="connsiteX155" fmla="*/ 912283 w 1435523"/>
                <a:gd name="connsiteY155" fmla="*/ 485564 h 1392343"/>
                <a:gd name="connsiteX156" fmla="*/ 916516 w 1435523"/>
                <a:gd name="connsiteY156" fmla="*/ 499533 h 1392343"/>
                <a:gd name="connsiteX157" fmla="*/ 929216 w 1435523"/>
                <a:gd name="connsiteY157" fmla="*/ 506307 h 1392343"/>
                <a:gd name="connsiteX158" fmla="*/ 936414 w 1435523"/>
                <a:gd name="connsiteY158" fmla="*/ 520277 h 1392343"/>
                <a:gd name="connsiteX159" fmla="*/ 933450 w 1435523"/>
                <a:gd name="connsiteY159" fmla="*/ 534247 h 1392343"/>
                <a:gd name="connsiteX160" fmla="*/ 927947 w 1435523"/>
                <a:gd name="connsiteY160" fmla="*/ 548217 h 1392343"/>
                <a:gd name="connsiteX161" fmla="*/ 922443 w 1435523"/>
                <a:gd name="connsiteY161" fmla="*/ 562187 h 1392343"/>
                <a:gd name="connsiteX162" fmla="*/ 920750 w 1435523"/>
                <a:gd name="connsiteY162" fmla="*/ 566420 h 1392343"/>
                <a:gd name="connsiteX163" fmla="*/ 916516 w 1435523"/>
                <a:gd name="connsiteY163" fmla="*/ 567690 h 1392343"/>
                <a:gd name="connsiteX164" fmla="*/ 920750 w 1435523"/>
                <a:gd name="connsiteY164" fmla="*/ 573617 h 1392343"/>
                <a:gd name="connsiteX165" fmla="*/ 924983 w 1435523"/>
                <a:gd name="connsiteY165" fmla="*/ 574887 h 1392343"/>
                <a:gd name="connsiteX166" fmla="*/ 938953 w 1435523"/>
                <a:gd name="connsiteY166" fmla="*/ 584623 h 1392343"/>
                <a:gd name="connsiteX167" fmla="*/ 948690 w 1435523"/>
                <a:gd name="connsiteY167" fmla="*/ 598593 h 1392343"/>
                <a:gd name="connsiteX168" fmla="*/ 957157 w 1435523"/>
                <a:gd name="connsiteY168" fmla="*/ 612564 h 1392343"/>
                <a:gd name="connsiteX169" fmla="*/ 972397 w 1435523"/>
                <a:gd name="connsiteY169" fmla="*/ 624840 h 1392343"/>
                <a:gd name="connsiteX170" fmla="*/ 985097 w 1435523"/>
                <a:gd name="connsiteY170" fmla="*/ 626533 h 1392343"/>
                <a:gd name="connsiteX171" fmla="*/ 999066 w 1435523"/>
                <a:gd name="connsiteY171" fmla="*/ 636270 h 1392343"/>
                <a:gd name="connsiteX172" fmla="*/ 997797 w 1435523"/>
                <a:gd name="connsiteY172" fmla="*/ 649817 h 1392343"/>
                <a:gd name="connsiteX173" fmla="*/ 1011343 w 1435523"/>
                <a:gd name="connsiteY173" fmla="*/ 652780 h 1392343"/>
                <a:gd name="connsiteX174" fmla="*/ 1016847 w 1435523"/>
                <a:gd name="connsiteY174" fmla="*/ 658707 h 1392343"/>
                <a:gd name="connsiteX175" fmla="*/ 1022773 w 1435523"/>
                <a:gd name="connsiteY175" fmla="*/ 672254 h 1392343"/>
                <a:gd name="connsiteX176" fmla="*/ 1038014 w 1435523"/>
                <a:gd name="connsiteY176" fmla="*/ 686223 h 1392343"/>
                <a:gd name="connsiteX177" fmla="*/ 1043516 w 1435523"/>
                <a:gd name="connsiteY177" fmla="*/ 700193 h 1392343"/>
                <a:gd name="connsiteX178" fmla="*/ 1035050 w 1435523"/>
                <a:gd name="connsiteY178" fmla="*/ 709930 h 1392343"/>
                <a:gd name="connsiteX179" fmla="*/ 1024043 w 1435523"/>
                <a:gd name="connsiteY179" fmla="*/ 715857 h 1392343"/>
                <a:gd name="connsiteX180" fmla="*/ 1038014 w 1435523"/>
                <a:gd name="connsiteY180" fmla="*/ 725593 h 1392343"/>
                <a:gd name="connsiteX181" fmla="*/ 1039283 w 1435523"/>
                <a:gd name="connsiteY181" fmla="*/ 739564 h 1392343"/>
                <a:gd name="connsiteX182" fmla="*/ 1054947 w 1435523"/>
                <a:gd name="connsiteY182" fmla="*/ 737870 h 1392343"/>
                <a:gd name="connsiteX183" fmla="*/ 1068493 w 1435523"/>
                <a:gd name="connsiteY183" fmla="*/ 739564 h 1392343"/>
                <a:gd name="connsiteX184" fmla="*/ 1082464 w 1435523"/>
                <a:gd name="connsiteY184" fmla="*/ 743797 h 1392343"/>
                <a:gd name="connsiteX185" fmla="*/ 1092200 w 1435523"/>
                <a:gd name="connsiteY185" fmla="*/ 750570 h 1392343"/>
                <a:gd name="connsiteX186" fmla="*/ 1106593 w 1435523"/>
                <a:gd name="connsiteY186" fmla="*/ 759037 h 1392343"/>
                <a:gd name="connsiteX187" fmla="*/ 1109133 w 1435523"/>
                <a:gd name="connsiteY187" fmla="*/ 760307 h 1392343"/>
                <a:gd name="connsiteX188" fmla="*/ 1123103 w 1435523"/>
                <a:gd name="connsiteY188" fmla="*/ 770043 h 1392343"/>
                <a:gd name="connsiteX189" fmla="*/ 1138343 w 1435523"/>
                <a:gd name="connsiteY189" fmla="*/ 782743 h 1392343"/>
                <a:gd name="connsiteX190" fmla="*/ 1152314 w 1435523"/>
                <a:gd name="connsiteY190" fmla="*/ 795443 h 1392343"/>
                <a:gd name="connsiteX191" fmla="*/ 1167553 w 1435523"/>
                <a:gd name="connsiteY191" fmla="*/ 805180 h 1392343"/>
                <a:gd name="connsiteX192" fmla="*/ 1181523 w 1435523"/>
                <a:gd name="connsiteY192" fmla="*/ 816187 h 1392343"/>
                <a:gd name="connsiteX193" fmla="*/ 1195493 w 1435523"/>
                <a:gd name="connsiteY193" fmla="*/ 821690 h 1392343"/>
                <a:gd name="connsiteX194" fmla="*/ 1203960 w 1435523"/>
                <a:gd name="connsiteY194" fmla="*/ 820420 h 1392343"/>
                <a:gd name="connsiteX195" fmla="*/ 1206500 w 1435523"/>
                <a:gd name="connsiteY195" fmla="*/ 819150 h 1392343"/>
                <a:gd name="connsiteX196" fmla="*/ 1212427 w 1435523"/>
                <a:gd name="connsiteY196" fmla="*/ 819150 h 1392343"/>
                <a:gd name="connsiteX197" fmla="*/ 1224703 w 1435523"/>
                <a:gd name="connsiteY197" fmla="*/ 824654 h 1392343"/>
                <a:gd name="connsiteX198" fmla="*/ 1231900 w 1435523"/>
                <a:gd name="connsiteY198" fmla="*/ 839893 h 1392343"/>
                <a:gd name="connsiteX199" fmla="*/ 1230630 w 1435523"/>
                <a:gd name="connsiteY199" fmla="*/ 841164 h 1392343"/>
                <a:gd name="connsiteX200" fmla="*/ 1240366 w 1435523"/>
                <a:gd name="connsiteY200" fmla="*/ 852593 h 1392343"/>
                <a:gd name="connsiteX201" fmla="*/ 1250103 w 1435523"/>
                <a:gd name="connsiteY201" fmla="*/ 866140 h 1392343"/>
                <a:gd name="connsiteX202" fmla="*/ 1256877 w 1435523"/>
                <a:gd name="connsiteY202" fmla="*/ 880110 h 1392343"/>
                <a:gd name="connsiteX203" fmla="*/ 1258570 w 1435523"/>
                <a:gd name="connsiteY203" fmla="*/ 880110 h 1392343"/>
                <a:gd name="connsiteX204" fmla="*/ 1259840 w 1435523"/>
                <a:gd name="connsiteY204" fmla="*/ 880110 h 1392343"/>
                <a:gd name="connsiteX205" fmla="*/ 1262803 w 1435523"/>
                <a:gd name="connsiteY205" fmla="*/ 883073 h 1392343"/>
                <a:gd name="connsiteX206" fmla="*/ 1275080 w 1435523"/>
                <a:gd name="connsiteY206" fmla="*/ 895773 h 1392343"/>
                <a:gd name="connsiteX207" fmla="*/ 1276773 w 1435523"/>
                <a:gd name="connsiteY207" fmla="*/ 897043 h 1392343"/>
                <a:gd name="connsiteX208" fmla="*/ 1276773 w 1435523"/>
                <a:gd name="connsiteY208" fmla="*/ 898314 h 1392343"/>
                <a:gd name="connsiteX209" fmla="*/ 1279314 w 1435523"/>
                <a:gd name="connsiteY209" fmla="*/ 904240 h 1392343"/>
                <a:gd name="connsiteX210" fmla="*/ 1292014 w 1435523"/>
                <a:gd name="connsiteY210" fmla="*/ 917787 h 1392343"/>
                <a:gd name="connsiteX211" fmla="*/ 1303020 w 1435523"/>
                <a:gd name="connsiteY211" fmla="*/ 931757 h 1392343"/>
                <a:gd name="connsiteX212" fmla="*/ 1301750 w 1435523"/>
                <a:gd name="connsiteY212" fmla="*/ 945727 h 1392343"/>
                <a:gd name="connsiteX213" fmla="*/ 1300480 w 1435523"/>
                <a:gd name="connsiteY213" fmla="*/ 951654 h 1392343"/>
                <a:gd name="connsiteX214" fmla="*/ 1295823 w 1435523"/>
                <a:gd name="connsiteY214" fmla="*/ 965200 h 1392343"/>
                <a:gd name="connsiteX215" fmla="*/ 1293283 w 1435523"/>
                <a:gd name="connsiteY215" fmla="*/ 980864 h 1392343"/>
                <a:gd name="connsiteX216" fmla="*/ 1289050 w 1435523"/>
                <a:gd name="connsiteY216" fmla="*/ 994833 h 1392343"/>
                <a:gd name="connsiteX217" fmla="*/ 1289050 w 1435523"/>
                <a:gd name="connsiteY217" fmla="*/ 1010073 h 1392343"/>
                <a:gd name="connsiteX218" fmla="*/ 1290320 w 1435523"/>
                <a:gd name="connsiteY218" fmla="*/ 1024043 h 1392343"/>
                <a:gd name="connsiteX219" fmla="*/ 1292014 w 1435523"/>
                <a:gd name="connsiteY219" fmla="*/ 1038014 h 1392343"/>
                <a:gd name="connsiteX220" fmla="*/ 1293283 w 1435523"/>
                <a:gd name="connsiteY220" fmla="*/ 1053254 h 1392343"/>
                <a:gd name="connsiteX221" fmla="*/ 1300480 w 1435523"/>
                <a:gd name="connsiteY221" fmla="*/ 1067223 h 1392343"/>
                <a:gd name="connsiteX222" fmla="*/ 1315720 w 1435523"/>
                <a:gd name="connsiteY222" fmla="*/ 1067223 h 1392343"/>
                <a:gd name="connsiteX223" fmla="*/ 1329266 w 1435523"/>
                <a:gd name="connsiteY223" fmla="*/ 1067223 h 1392343"/>
                <a:gd name="connsiteX224" fmla="*/ 1343660 w 1435523"/>
                <a:gd name="connsiteY224" fmla="*/ 1068493 h 1392343"/>
                <a:gd name="connsiteX225" fmla="*/ 1344930 w 1435523"/>
                <a:gd name="connsiteY225" fmla="*/ 1084157 h 1392343"/>
                <a:gd name="connsiteX226" fmla="*/ 1346200 w 1435523"/>
                <a:gd name="connsiteY226" fmla="*/ 1097704 h 1392343"/>
                <a:gd name="connsiteX227" fmla="*/ 1347470 w 1435523"/>
                <a:gd name="connsiteY227" fmla="*/ 1113367 h 1392343"/>
                <a:gd name="connsiteX228" fmla="*/ 1349164 w 1435523"/>
                <a:gd name="connsiteY228" fmla="*/ 1128607 h 1392343"/>
                <a:gd name="connsiteX229" fmla="*/ 1352127 w 1435523"/>
                <a:gd name="connsiteY229" fmla="*/ 1143847 h 1392343"/>
                <a:gd name="connsiteX230" fmla="*/ 1357630 w 1435523"/>
                <a:gd name="connsiteY230" fmla="*/ 1157817 h 1392343"/>
                <a:gd name="connsiteX231" fmla="*/ 1369907 w 1435523"/>
                <a:gd name="connsiteY231" fmla="*/ 1162050 h 1392343"/>
                <a:gd name="connsiteX232" fmla="*/ 1371600 w 1435523"/>
                <a:gd name="connsiteY232" fmla="*/ 1163743 h 1392343"/>
                <a:gd name="connsiteX233" fmla="*/ 1377103 w 1435523"/>
                <a:gd name="connsiteY233" fmla="*/ 1177290 h 1392343"/>
                <a:gd name="connsiteX234" fmla="*/ 1391073 w 1435523"/>
                <a:gd name="connsiteY234" fmla="*/ 1180254 h 1392343"/>
                <a:gd name="connsiteX235" fmla="*/ 1403350 w 1435523"/>
                <a:gd name="connsiteY235" fmla="*/ 1194223 h 1392343"/>
                <a:gd name="connsiteX236" fmla="*/ 1410547 w 1435523"/>
                <a:gd name="connsiteY236" fmla="*/ 1208193 h 1392343"/>
                <a:gd name="connsiteX237" fmla="*/ 1416050 w 1435523"/>
                <a:gd name="connsiteY237" fmla="*/ 1222164 h 1392343"/>
                <a:gd name="connsiteX238" fmla="*/ 1420283 w 1435523"/>
                <a:gd name="connsiteY238" fmla="*/ 1234864 h 1392343"/>
                <a:gd name="connsiteX239" fmla="*/ 1434253 w 1435523"/>
                <a:gd name="connsiteY239" fmla="*/ 1241637 h 1392343"/>
                <a:gd name="connsiteX240" fmla="*/ 1432983 w 1435523"/>
                <a:gd name="connsiteY240" fmla="*/ 1241637 h 1392343"/>
                <a:gd name="connsiteX241" fmla="*/ 1432983 w 1435523"/>
                <a:gd name="connsiteY241" fmla="*/ 1242907 h 1392343"/>
                <a:gd name="connsiteX242" fmla="*/ 1435523 w 1435523"/>
                <a:gd name="connsiteY242" fmla="*/ 1247140 h 1392343"/>
                <a:gd name="connsiteX243" fmla="*/ 1421553 w 1435523"/>
                <a:gd name="connsiteY243" fmla="*/ 1247140 h 1392343"/>
                <a:gd name="connsiteX244" fmla="*/ 1406314 w 1435523"/>
                <a:gd name="connsiteY244" fmla="*/ 1242907 h 1392343"/>
                <a:gd name="connsiteX245" fmla="*/ 1392343 w 1435523"/>
                <a:gd name="connsiteY245" fmla="*/ 1234864 h 1392343"/>
                <a:gd name="connsiteX246" fmla="*/ 1378373 w 1435523"/>
                <a:gd name="connsiteY246" fmla="*/ 1228937 h 1392343"/>
                <a:gd name="connsiteX247" fmla="*/ 1364403 w 1435523"/>
                <a:gd name="connsiteY247" fmla="*/ 1227667 h 1392343"/>
                <a:gd name="connsiteX248" fmla="*/ 1350433 w 1435523"/>
                <a:gd name="connsiteY248" fmla="*/ 1231900 h 1392343"/>
                <a:gd name="connsiteX249" fmla="*/ 1344930 w 1435523"/>
                <a:gd name="connsiteY249" fmla="*/ 1217930 h 1392343"/>
                <a:gd name="connsiteX250" fmla="*/ 1347470 w 1435523"/>
                <a:gd name="connsiteY250" fmla="*/ 1228937 h 1392343"/>
                <a:gd name="connsiteX251" fmla="*/ 1347470 w 1435523"/>
                <a:gd name="connsiteY251" fmla="*/ 1231900 h 1392343"/>
                <a:gd name="connsiteX252" fmla="*/ 1333923 w 1435523"/>
                <a:gd name="connsiteY252" fmla="*/ 1227667 h 1392343"/>
                <a:gd name="connsiteX253" fmla="*/ 1318683 w 1435523"/>
                <a:gd name="connsiteY253" fmla="*/ 1222164 h 1392343"/>
                <a:gd name="connsiteX254" fmla="*/ 1315720 w 1435523"/>
                <a:gd name="connsiteY254" fmla="*/ 1220470 h 1392343"/>
                <a:gd name="connsiteX255" fmla="*/ 1300480 w 1435523"/>
                <a:gd name="connsiteY255" fmla="*/ 1220470 h 1392343"/>
                <a:gd name="connsiteX256" fmla="*/ 1286510 w 1435523"/>
                <a:gd name="connsiteY256" fmla="*/ 1220470 h 1392343"/>
                <a:gd name="connsiteX257" fmla="*/ 1282277 w 1435523"/>
                <a:gd name="connsiteY257" fmla="*/ 1220470 h 1392343"/>
                <a:gd name="connsiteX258" fmla="*/ 1279314 w 1435523"/>
                <a:gd name="connsiteY258" fmla="*/ 1220470 h 1392343"/>
                <a:gd name="connsiteX259" fmla="*/ 1269577 w 1435523"/>
                <a:gd name="connsiteY259" fmla="*/ 1220470 h 1392343"/>
                <a:gd name="connsiteX260" fmla="*/ 1254336 w 1435523"/>
                <a:gd name="connsiteY260" fmla="*/ 1226397 h 1392343"/>
                <a:gd name="connsiteX261" fmla="*/ 1240366 w 1435523"/>
                <a:gd name="connsiteY261" fmla="*/ 1230630 h 1392343"/>
                <a:gd name="connsiteX262" fmla="*/ 1236133 w 1435523"/>
                <a:gd name="connsiteY262" fmla="*/ 1234864 h 1392343"/>
                <a:gd name="connsiteX263" fmla="*/ 1228936 w 1435523"/>
                <a:gd name="connsiteY263" fmla="*/ 1250104 h 1392343"/>
                <a:gd name="connsiteX264" fmla="*/ 1226397 w 1435523"/>
                <a:gd name="connsiteY264" fmla="*/ 1264073 h 1392343"/>
                <a:gd name="connsiteX265" fmla="*/ 1220893 w 1435523"/>
                <a:gd name="connsiteY265" fmla="*/ 1279314 h 1392343"/>
                <a:gd name="connsiteX266" fmla="*/ 1217930 w 1435523"/>
                <a:gd name="connsiteY266" fmla="*/ 1293283 h 1392343"/>
                <a:gd name="connsiteX267" fmla="*/ 1212427 w 1435523"/>
                <a:gd name="connsiteY267" fmla="*/ 1307254 h 1392343"/>
                <a:gd name="connsiteX268" fmla="*/ 1205653 w 1435523"/>
                <a:gd name="connsiteY268" fmla="*/ 1321223 h 1392343"/>
                <a:gd name="connsiteX269" fmla="*/ 1198457 w 1435523"/>
                <a:gd name="connsiteY269" fmla="*/ 1332230 h 1392343"/>
                <a:gd name="connsiteX270" fmla="*/ 1189990 w 1435523"/>
                <a:gd name="connsiteY270" fmla="*/ 1346200 h 1392343"/>
                <a:gd name="connsiteX271" fmla="*/ 1183216 w 1435523"/>
                <a:gd name="connsiteY271" fmla="*/ 1361864 h 1392343"/>
                <a:gd name="connsiteX272" fmla="*/ 1181523 w 1435523"/>
                <a:gd name="connsiteY272" fmla="*/ 1364404 h 1392343"/>
                <a:gd name="connsiteX273" fmla="*/ 1178983 w 1435523"/>
                <a:gd name="connsiteY273" fmla="*/ 1364404 h 1392343"/>
                <a:gd name="connsiteX274" fmla="*/ 1177714 w 1435523"/>
                <a:gd name="connsiteY274" fmla="*/ 1371177 h 1392343"/>
                <a:gd name="connsiteX275" fmla="*/ 1165014 w 1435523"/>
                <a:gd name="connsiteY275" fmla="*/ 1382607 h 1392343"/>
                <a:gd name="connsiteX276" fmla="*/ 1163743 w 1435523"/>
                <a:gd name="connsiteY276" fmla="*/ 1385570 h 1392343"/>
                <a:gd name="connsiteX277" fmla="*/ 1159510 w 1435523"/>
                <a:gd name="connsiteY277" fmla="*/ 1386840 h 1392343"/>
                <a:gd name="connsiteX278" fmla="*/ 1145116 w 1435523"/>
                <a:gd name="connsiteY278" fmla="*/ 1392343 h 1392343"/>
                <a:gd name="connsiteX279" fmla="*/ 1129877 w 1435523"/>
                <a:gd name="connsiteY279" fmla="*/ 1390650 h 1392343"/>
                <a:gd name="connsiteX280" fmla="*/ 1102360 w 1435523"/>
                <a:gd name="connsiteY280" fmla="*/ 1388110 h 1392343"/>
                <a:gd name="connsiteX281" fmla="*/ 1075690 w 1435523"/>
                <a:gd name="connsiteY281" fmla="*/ 1385570 h 1392343"/>
                <a:gd name="connsiteX282" fmla="*/ 1054947 w 1435523"/>
                <a:gd name="connsiteY282" fmla="*/ 1382607 h 1392343"/>
                <a:gd name="connsiteX283" fmla="*/ 1031240 w 1435523"/>
                <a:gd name="connsiteY283" fmla="*/ 1380914 h 1392343"/>
                <a:gd name="connsiteX284" fmla="*/ 1007533 w 1435523"/>
                <a:gd name="connsiteY284" fmla="*/ 1378373 h 1392343"/>
                <a:gd name="connsiteX285" fmla="*/ 982133 w 1435523"/>
                <a:gd name="connsiteY285" fmla="*/ 1375410 h 1392343"/>
                <a:gd name="connsiteX286" fmla="*/ 957157 w 1435523"/>
                <a:gd name="connsiteY286" fmla="*/ 1374140 h 1392343"/>
                <a:gd name="connsiteX287" fmla="*/ 941916 w 1435523"/>
                <a:gd name="connsiteY287" fmla="*/ 1372870 h 1392343"/>
                <a:gd name="connsiteX288" fmla="*/ 934720 w 1435523"/>
                <a:gd name="connsiteY288" fmla="*/ 1371177 h 1392343"/>
                <a:gd name="connsiteX289" fmla="*/ 919480 w 1435523"/>
                <a:gd name="connsiteY289" fmla="*/ 1369907 h 1392343"/>
                <a:gd name="connsiteX290" fmla="*/ 901277 w 1435523"/>
                <a:gd name="connsiteY290" fmla="*/ 1368637 h 1392343"/>
                <a:gd name="connsiteX291" fmla="*/ 886036 w 1435523"/>
                <a:gd name="connsiteY291" fmla="*/ 1355937 h 1392343"/>
                <a:gd name="connsiteX292" fmla="*/ 867833 w 1435523"/>
                <a:gd name="connsiteY292" fmla="*/ 1341967 h 1392343"/>
                <a:gd name="connsiteX293" fmla="*/ 849630 w 1435523"/>
                <a:gd name="connsiteY293" fmla="*/ 1327997 h 1392343"/>
                <a:gd name="connsiteX294" fmla="*/ 828886 w 1435523"/>
                <a:gd name="connsiteY294" fmla="*/ 1311487 h 1392343"/>
                <a:gd name="connsiteX295" fmla="*/ 799677 w 1435523"/>
                <a:gd name="connsiteY295" fmla="*/ 1289050 h 1392343"/>
                <a:gd name="connsiteX296" fmla="*/ 781473 w 1435523"/>
                <a:gd name="connsiteY296" fmla="*/ 1275080 h 1392343"/>
                <a:gd name="connsiteX297" fmla="*/ 763270 w 1435523"/>
                <a:gd name="connsiteY297" fmla="*/ 1259840 h 1392343"/>
                <a:gd name="connsiteX298" fmla="*/ 762000 w 1435523"/>
                <a:gd name="connsiteY298" fmla="*/ 1258570 h 1392343"/>
                <a:gd name="connsiteX299" fmla="*/ 746336 w 1435523"/>
                <a:gd name="connsiteY299" fmla="*/ 1248410 h 1392343"/>
                <a:gd name="connsiteX300" fmla="*/ 731097 w 1435523"/>
                <a:gd name="connsiteY300" fmla="*/ 1236133 h 1392343"/>
                <a:gd name="connsiteX301" fmla="*/ 729827 w 1435523"/>
                <a:gd name="connsiteY301" fmla="*/ 1234864 h 1392343"/>
                <a:gd name="connsiteX302" fmla="*/ 728133 w 1435523"/>
                <a:gd name="connsiteY302" fmla="*/ 1233170 h 1392343"/>
                <a:gd name="connsiteX303" fmla="*/ 708660 w 1435523"/>
                <a:gd name="connsiteY303" fmla="*/ 1219200 h 1392343"/>
                <a:gd name="connsiteX304" fmla="*/ 692150 w 1435523"/>
                <a:gd name="connsiteY304" fmla="*/ 1205230 h 1392343"/>
                <a:gd name="connsiteX305" fmla="*/ 677757 w 1435523"/>
                <a:gd name="connsiteY305" fmla="*/ 1194223 h 1392343"/>
                <a:gd name="connsiteX306" fmla="*/ 661247 w 1435523"/>
                <a:gd name="connsiteY306" fmla="*/ 1181523 h 1392343"/>
                <a:gd name="connsiteX307" fmla="*/ 640503 w 1435523"/>
                <a:gd name="connsiteY307" fmla="*/ 1166283 h 1392343"/>
                <a:gd name="connsiteX308" fmla="*/ 624840 w 1435523"/>
                <a:gd name="connsiteY308" fmla="*/ 1155277 h 1392343"/>
                <a:gd name="connsiteX309" fmla="*/ 611293 w 1435523"/>
                <a:gd name="connsiteY309" fmla="*/ 1143847 h 1392343"/>
                <a:gd name="connsiteX310" fmla="*/ 581660 w 1435523"/>
                <a:gd name="connsiteY310" fmla="*/ 1120140 h 1392343"/>
                <a:gd name="connsiteX311" fmla="*/ 562186 w 1435523"/>
                <a:gd name="connsiteY311" fmla="*/ 1103630 h 1392343"/>
                <a:gd name="connsiteX312" fmla="*/ 544407 w 1435523"/>
                <a:gd name="connsiteY312" fmla="*/ 1087967 h 1392343"/>
                <a:gd name="connsiteX313" fmla="*/ 519007 w 1435523"/>
                <a:gd name="connsiteY313" fmla="*/ 1067223 h 1392343"/>
                <a:gd name="connsiteX314" fmla="*/ 495299 w 1435523"/>
                <a:gd name="connsiteY314" fmla="*/ 1047750 h 1392343"/>
                <a:gd name="connsiteX315" fmla="*/ 480060 w 1435523"/>
                <a:gd name="connsiteY315" fmla="*/ 1042247 h 1392343"/>
                <a:gd name="connsiteX316" fmla="*/ 466090 w 1435523"/>
                <a:gd name="connsiteY316" fmla="*/ 1035050 h 1392343"/>
                <a:gd name="connsiteX317" fmla="*/ 450850 w 1435523"/>
                <a:gd name="connsiteY317" fmla="*/ 1028277 h 1392343"/>
                <a:gd name="connsiteX318" fmla="*/ 435186 w 1435523"/>
                <a:gd name="connsiteY318" fmla="*/ 1021080 h 1392343"/>
                <a:gd name="connsiteX319" fmla="*/ 433917 w 1435523"/>
                <a:gd name="connsiteY319" fmla="*/ 1019810 h 1392343"/>
                <a:gd name="connsiteX320" fmla="*/ 418677 w 1435523"/>
                <a:gd name="connsiteY320" fmla="*/ 1014307 h 1392343"/>
                <a:gd name="connsiteX321" fmla="*/ 401743 w 1435523"/>
                <a:gd name="connsiteY321" fmla="*/ 1005840 h 1392343"/>
                <a:gd name="connsiteX322" fmla="*/ 400473 w 1435523"/>
                <a:gd name="connsiteY322" fmla="*/ 1004570 h 1392343"/>
                <a:gd name="connsiteX323" fmla="*/ 375496 w 1435523"/>
                <a:gd name="connsiteY323" fmla="*/ 989330 h 1392343"/>
                <a:gd name="connsiteX324" fmla="*/ 344593 w 1435523"/>
                <a:gd name="connsiteY324" fmla="*/ 968164 h 1392343"/>
                <a:gd name="connsiteX325" fmla="*/ 323850 w 1435523"/>
                <a:gd name="connsiteY325" fmla="*/ 955887 h 1392343"/>
                <a:gd name="connsiteX326" fmla="*/ 297180 w 1435523"/>
                <a:gd name="connsiteY326" fmla="*/ 938954 h 1392343"/>
                <a:gd name="connsiteX327" fmla="*/ 275167 w 1435523"/>
                <a:gd name="connsiteY327" fmla="*/ 924983 h 1392343"/>
                <a:gd name="connsiteX328" fmla="*/ 249767 w 1435523"/>
                <a:gd name="connsiteY328" fmla="*/ 909743 h 1392343"/>
                <a:gd name="connsiteX329" fmla="*/ 235796 w 1435523"/>
                <a:gd name="connsiteY329" fmla="*/ 906780 h 1392343"/>
                <a:gd name="connsiteX330" fmla="*/ 215053 w 1435523"/>
                <a:gd name="connsiteY330" fmla="*/ 902547 h 1392343"/>
                <a:gd name="connsiteX331" fmla="*/ 198120 w 1435523"/>
                <a:gd name="connsiteY331" fmla="*/ 900007 h 1392343"/>
                <a:gd name="connsiteX332" fmla="*/ 189653 w 1435523"/>
                <a:gd name="connsiteY332" fmla="*/ 898314 h 1392343"/>
                <a:gd name="connsiteX333" fmla="*/ 163407 w 1435523"/>
                <a:gd name="connsiteY333" fmla="*/ 894080 h 1392343"/>
                <a:gd name="connsiteX334" fmla="*/ 149436 w 1435523"/>
                <a:gd name="connsiteY334" fmla="*/ 891540 h 1392343"/>
                <a:gd name="connsiteX335" fmla="*/ 133773 w 1435523"/>
                <a:gd name="connsiteY335" fmla="*/ 888577 h 1392343"/>
                <a:gd name="connsiteX336" fmla="*/ 114723 w 1435523"/>
                <a:gd name="connsiteY336" fmla="*/ 886037 h 1392343"/>
                <a:gd name="connsiteX337" fmla="*/ 110067 w 1435523"/>
                <a:gd name="connsiteY337" fmla="*/ 884343 h 1392343"/>
                <a:gd name="connsiteX338" fmla="*/ 92286 w 1435523"/>
                <a:gd name="connsiteY338" fmla="*/ 881804 h 1392343"/>
                <a:gd name="connsiteX339" fmla="*/ 71120 w 1435523"/>
                <a:gd name="connsiteY339" fmla="*/ 877570 h 1392343"/>
                <a:gd name="connsiteX340" fmla="*/ 85513 w 1435523"/>
                <a:gd name="connsiteY340" fmla="*/ 863600 h 1392343"/>
                <a:gd name="connsiteX341" fmla="*/ 88053 w 1435523"/>
                <a:gd name="connsiteY341" fmla="*/ 860637 h 1392343"/>
                <a:gd name="connsiteX342" fmla="*/ 89323 w 1435523"/>
                <a:gd name="connsiteY342" fmla="*/ 858097 h 1392343"/>
                <a:gd name="connsiteX343" fmla="*/ 83820 w 1435523"/>
                <a:gd name="connsiteY343" fmla="*/ 842857 h 1392343"/>
                <a:gd name="connsiteX344" fmla="*/ 79586 w 1435523"/>
                <a:gd name="connsiteY344" fmla="*/ 839893 h 1392343"/>
                <a:gd name="connsiteX345" fmla="*/ 75353 w 1435523"/>
                <a:gd name="connsiteY345" fmla="*/ 841164 h 1392343"/>
                <a:gd name="connsiteX346" fmla="*/ 57150 w 1435523"/>
                <a:gd name="connsiteY346" fmla="*/ 846667 h 1392343"/>
                <a:gd name="connsiteX347" fmla="*/ 47413 w 1435523"/>
                <a:gd name="connsiteY347" fmla="*/ 832697 h 1392343"/>
                <a:gd name="connsiteX348" fmla="*/ 44873 w 1435523"/>
                <a:gd name="connsiteY348" fmla="*/ 825923 h 1392343"/>
                <a:gd name="connsiteX349" fmla="*/ 44873 w 1435523"/>
                <a:gd name="connsiteY349" fmla="*/ 824654 h 1392343"/>
                <a:gd name="connsiteX350" fmla="*/ 41910 w 1435523"/>
                <a:gd name="connsiteY350" fmla="*/ 820420 h 1392343"/>
                <a:gd name="connsiteX351" fmla="*/ 43180 w 1435523"/>
                <a:gd name="connsiteY351" fmla="*/ 819150 h 1392343"/>
                <a:gd name="connsiteX352" fmla="*/ 50377 w 1435523"/>
                <a:gd name="connsiteY352" fmla="*/ 816187 h 1392343"/>
                <a:gd name="connsiteX353" fmla="*/ 53340 w 1435523"/>
                <a:gd name="connsiteY353" fmla="*/ 816187 h 1392343"/>
                <a:gd name="connsiteX354" fmla="*/ 50377 w 1435523"/>
                <a:gd name="connsiteY354" fmla="*/ 809414 h 1392343"/>
                <a:gd name="connsiteX355" fmla="*/ 47413 w 1435523"/>
                <a:gd name="connsiteY355" fmla="*/ 800947 h 1392343"/>
                <a:gd name="connsiteX356" fmla="*/ 40640 w 1435523"/>
                <a:gd name="connsiteY356" fmla="*/ 784014 h 1392343"/>
                <a:gd name="connsiteX357" fmla="*/ 39370 w 1435523"/>
                <a:gd name="connsiteY357" fmla="*/ 777240 h 1392343"/>
                <a:gd name="connsiteX358" fmla="*/ 37677 w 1435523"/>
                <a:gd name="connsiteY358" fmla="*/ 774277 h 1392343"/>
                <a:gd name="connsiteX359" fmla="*/ 22436 w 1435523"/>
                <a:gd name="connsiteY359" fmla="*/ 732367 h 1392343"/>
                <a:gd name="connsiteX360" fmla="*/ 16933 w 1435523"/>
                <a:gd name="connsiteY360" fmla="*/ 714164 h 1392343"/>
                <a:gd name="connsiteX361" fmla="*/ 7196 w 1435523"/>
                <a:gd name="connsiteY361" fmla="*/ 690457 h 1392343"/>
                <a:gd name="connsiteX362" fmla="*/ 0 w 1435523"/>
                <a:gd name="connsiteY362" fmla="*/ 669714 h 1392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</a:cxnLst>
              <a:rect l="l" t="t" r="r" b="b"/>
              <a:pathLst>
                <a:path w="1435523" h="1392343">
                  <a:moveTo>
                    <a:pt x="0" y="669714"/>
                  </a:moveTo>
                  <a:lnTo>
                    <a:pt x="13970" y="661247"/>
                  </a:lnTo>
                  <a:lnTo>
                    <a:pt x="16933" y="658707"/>
                  </a:lnTo>
                  <a:lnTo>
                    <a:pt x="32173" y="649817"/>
                  </a:lnTo>
                  <a:lnTo>
                    <a:pt x="46143" y="641773"/>
                  </a:lnTo>
                  <a:lnTo>
                    <a:pt x="60113" y="633307"/>
                  </a:lnTo>
                  <a:lnTo>
                    <a:pt x="74083" y="623570"/>
                  </a:lnTo>
                  <a:lnTo>
                    <a:pt x="88053" y="615104"/>
                  </a:lnTo>
                  <a:lnTo>
                    <a:pt x="102023" y="606637"/>
                  </a:lnTo>
                  <a:lnTo>
                    <a:pt x="117263" y="598593"/>
                  </a:lnTo>
                  <a:lnTo>
                    <a:pt x="124460" y="594360"/>
                  </a:lnTo>
                  <a:lnTo>
                    <a:pt x="139700" y="585893"/>
                  </a:lnTo>
                  <a:lnTo>
                    <a:pt x="153670" y="577427"/>
                  </a:lnTo>
                  <a:lnTo>
                    <a:pt x="159173" y="573617"/>
                  </a:lnTo>
                  <a:lnTo>
                    <a:pt x="174413" y="565150"/>
                  </a:lnTo>
                  <a:lnTo>
                    <a:pt x="185843" y="557954"/>
                  </a:lnTo>
                  <a:lnTo>
                    <a:pt x="201083" y="549910"/>
                  </a:lnTo>
                  <a:lnTo>
                    <a:pt x="215053" y="539750"/>
                  </a:lnTo>
                  <a:lnTo>
                    <a:pt x="229023" y="531707"/>
                  </a:lnTo>
                  <a:lnTo>
                    <a:pt x="242570" y="523240"/>
                  </a:lnTo>
                  <a:lnTo>
                    <a:pt x="254000" y="517737"/>
                  </a:lnTo>
                  <a:lnTo>
                    <a:pt x="259503" y="513504"/>
                  </a:lnTo>
                  <a:lnTo>
                    <a:pt x="263736" y="512233"/>
                  </a:lnTo>
                  <a:lnTo>
                    <a:pt x="277707" y="502073"/>
                  </a:lnTo>
                  <a:lnTo>
                    <a:pt x="287443" y="496570"/>
                  </a:lnTo>
                  <a:lnTo>
                    <a:pt x="292946" y="492337"/>
                  </a:lnTo>
                  <a:lnTo>
                    <a:pt x="297180" y="478367"/>
                  </a:lnTo>
                  <a:lnTo>
                    <a:pt x="301413" y="463127"/>
                  </a:lnTo>
                  <a:lnTo>
                    <a:pt x="309880" y="447887"/>
                  </a:lnTo>
                  <a:lnTo>
                    <a:pt x="316653" y="433917"/>
                  </a:lnTo>
                  <a:lnTo>
                    <a:pt x="315383" y="418677"/>
                  </a:lnTo>
                  <a:lnTo>
                    <a:pt x="312420" y="403437"/>
                  </a:lnTo>
                  <a:lnTo>
                    <a:pt x="312420" y="397510"/>
                  </a:lnTo>
                  <a:lnTo>
                    <a:pt x="309880" y="381000"/>
                  </a:lnTo>
                  <a:lnTo>
                    <a:pt x="308610" y="376767"/>
                  </a:lnTo>
                  <a:lnTo>
                    <a:pt x="308610" y="373804"/>
                  </a:lnTo>
                  <a:lnTo>
                    <a:pt x="306917" y="359833"/>
                  </a:lnTo>
                  <a:lnTo>
                    <a:pt x="309880" y="345864"/>
                  </a:lnTo>
                  <a:lnTo>
                    <a:pt x="311150" y="331893"/>
                  </a:lnTo>
                  <a:lnTo>
                    <a:pt x="311150" y="316654"/>
                  </a:lnTo>
                  <a:lnTo>
                    <a:pt x="316653" y="304377"/>
                  </a:lnTo>
                  <a:lnTo>
                    <a:pt x="323850" y="290407"/>
                  </a:lnTo>
                  <a:lnTo>
                    <a:pt x="320886" y="274743"/>
                  </a:lnTo>
                  <a:lnTo>
                    <a:pt x="319617" y="259504"/>
                  </a:lnTo>
                  <a:lnTo>
                    <a:pt x="311150" y="244264"/>
                  </a:lnTo>
                  <a:lnTo>
                    <a:pt x="302683" y="230293"/>
                  </a:lnTo>
                  <a:lnTo>
                    <a:pt x="297180" y="215054"/>
                  </a:lnTo>
                  <a:lnTo>
                    <a:pt x="297180" y="199390"/>
                  </a:lnTo>
                  <a:lnTo>
                    <a:pt x="297180" y="184150"/>
                  </a:lnTo>
                  <a:lnTo>
                    <a:pt x="297180" y="182880"/>
                  </a:lnTo>
                  <a:lnTo>
                    <a:pt x="297180" y="170180"/>
                  </a:lnTo>
                  <a:lnTo>
                    <a:pt x="298450" y="167217"/>
                  </a:lnTo>
                  <a:lnTo>
                    <a:pt x="300143" y="164677"/>
                  </a:lnTo>
                  <a:lnTo>
                    <a:pt x="304377" y="154940"/>
                  </a:lnTo>
                  <a:lnTo>
                    <a:pt x="306917" y="147743"/>
                  </a:lnTo>
                  <a:lnTo>
                    <a:pt x="322157" y="139700"/>
                  </a:lnTo>
                  <a:lnTo>
                    <a:pt x="336127" y="136737"/>
                  </a:lnTo>
                  <a:lnTo>
                    <a:pt x="350096" y="132504"/>
                  </a:lnTo>
                  <a:lnTo>
                    <a:pt x="364067" y="129964"/>
                  </a:lnTo>
                  <a:lnTo>
                    <a:pt x="379730" y="115993"/>
                  </a:lnTo>
                  <a:lnTo>
                    <a:pt x="392007" y="100330"/>
                  </a:lnTo>
                  <a:lnTo>
                    <a:pt x="396240" y="94827"/>
                  </a:lnTo>
                  <a:lnTo>
                    <a:pt x="397510" y="93557"/>
                  </a:lnTo>
                  <a:lnTo>
                    <a:pt x="405977" y="85090"/>
                  </a:lnTo>
                  <a:lnTo>
                    <a:pt x="414443" y="75354"/>
                  </a:lnTo>
                  <a:lnTo>
                    <a:pt x="419946" y="68580"/>
                  </a:lnTo>
                  <a:lnTo>
                    <a:pt x="422910" y="65617"/>
                  </a:lnTo>
                  <a:lnTo>
                    <a:pt x="433917" y="51647"/>
                  </a:lnTo>
                  <a:lnTo>
                    <a:pt x="429683" y="44873"/>
                  </a:lnTo>
                  <a:lnTo>
                    <a:pt x="438150" y="43604"/>
                  </a:lnTo>
                  <a:lnTo>
                    <a:pt x="452120" y="39370"/>
                  </a:lnTo>
                  <a:lnTo>
                    <a:pt x="460586" y="36407"/>
                  </a:lnTo>
                  <a:lnTo>
                    <a:pt x="469053" y="21167"/>
                  </a:lnTo>
                  <a:lnTo>
                    <a:pt x="477097" y="7197"/>
                  </a:lnTo>
                  <a:lnTo>
                    <a:pt x="481330" y="0"/>
                  </a:lnTo>
                  <a:lnTo>
                    <a:pt x="495299" y="4233"/>
                  </a:lnTo>
                  <a:lnTo>
                    <a:pt x="510540" y="8467"/>
                  </a:lnTo>
                  <a:lnTo>
                    <a:pt x="524510" y="2964"/>
                  </a:lnTo>
                  <a:lnTo>
                    <a:pt x="538480" y="2964"/>
                  </a:lnTo>
                  <a:lnTo>
                    <a:pt x="552450" y="8467"/>
                  </a:lnTo>
                  <a:lnTo>
                    <a:pt x="566420" y="9737"/>
                  </a:lnTo>
                  <a:lnTo>
                    <a:pt x="581660" y="18204"/>
                  </a:lnTo>
                  <a:lnTo>
                    <a:pt x="594360" y="19473"/>
                  </a:lnTo>
                  <a:lnTo>
                    <a:pt x="610023" y="23707"/>
                  </a:lnTo>
                  <a:lnTo>
                    <a:pt x="623570" y="23707"/>
                  </a:lnTo>
                  <a:lnTo>
                    <a:pt x="637540" y="25400"/>
                  </a:lnTo>
                  <a:lnTo>
                    <a:pt x="651510" y="12700"/>
                  </a:lnTo>
                  <a:lnTo>
                    <a:pt x="665480" y="9737"/>
                  </a:lnTo>
                  <a:lnTo>
                    <a:pt x="679450" y="13970"/>
                  </a:lnTo>
                  <a:lnTo>
                    <a:pt x="692150" y="27940"/>
                  </a:lnTo>
                  <a:lnTo>
                    <a:pt x="686223" y="41910"/>
                  </a:lnTo>
                  <a:lnTo>
                    <a:pt x="690880" y="55880"/>
                  </a:lnTo>
                  <a:lnTo>
                    <a:pt x="704427" y="67310"/>
                  </a:lnTo>
                  <a:lnTo>
                    <a:pt x="715857" y="52917"/>
                  </a:lnTo>
                  <a:lnTo>
                    <a:pt x="729827" y="43604"/>
                  </a:lnTo>
                  <a:lnTo>
                    <a:pt x="743797" y="30904"/>
                  </a:lnTo>
                  <a:lnTo>
                    <a:pt x="757766" y="33443"/>
                  </a:lnTo>
                  <a:lnTo>
                    <a:pt x="765810" y="37677"/>
                  </a:lnTo>
                  <a:lnTo>
                    <a:pt x="765810" y="46143"/>
                  </a:lnTo>
                  <a:lnTo>
                    <a:pt x="779780" y="55880"/>
                  </a:lnTo>
                  <a:lnTo>
                    <a:pt x="784014" y="69850"/>
                  </a:lnTo>
                  <a:lnTo>
                    <a:pt x="784014" y="83820"/>
                  </a:lnTo>
                  <a:lnTo>
                    <a:pt x="789516" y="99060"/>
                  </a:lnTo>
                  <a:lnTo>
                    <a:pt x="803486" y="103293"/>
                  </a:lnTo>
                  <a:lnTo>
                    <a:pt x="805180" y="103293"/>
                  </a:lnTo>
                  <a:lnTo>
                    <a:pt x="814916" y="117264"/>
                  </a:lnTo>
                  <a:lnTo>
                    <a:pt x="811953" y="127000"/>
                  </a:lnTo>
                  <a:lnTo>
                    <a:pt x="810683" y="140970"/>
                  </a:lnTo>
                  <a:lnTo>
                    <a:pt x="821690" y="152400"/>
                  </a:lnTo>
                  <a:lnTo>
                    <a:pt x="835660" y="160443"/>
                  </a:lnTo>
                  <a:lnTo>
                    <a:pt x="849630" y="168910"/>
                  </a:lnTo>
                  <a:lnTo>
                    <a:pt x="855133" y="184150"/>
                  </a:lnTo>
                  <a:lnTo>
                    <a:pt x="861060" y="198120"/>
                  </a:lnTo>
                  <a:lnTo>
                    <a:pt x="861060" y="201083"/>
                  </a:lnTo>
                  <a:lnTo>
                    <a:pt x="869103" y="215054"/>
                  </a:lnTo>
                  <a:lnTo>
                    <a:pt x="866564" y="229023"/>
                  </a:lnTo>
                  <a:lnTo>
                    <a:pt x="866564" y="230293"/>
                  </a:lnTo>
                  <a:lnTo>
                    <a:pt x="891540" y="227330"/>
                  </a:lnTo>
                  <a:lnTo>
                    <a:pt x="897043" y="230293"/>
                  </a:lnTo>
                  <a:lnTo>
                    <a:pt x="904240" y="235797"/>
                  </a:lnTo>
                  <a:lnTo>
                    <a:pt x="908473" y="234527"/>
                  </a:lnTo>
                  <a:lnTo>
                    <a:pt x="913977" y="241300"/>
                  </a:lnTo>
                  <a:lnTo>
                    <a:pt x="924983" y="255270"/>
                  </a:lnTo>
                  <a:lnTo>
                    <a:pt x="938953" y="260773"/>
                  </a:lnTo>
                  <a:lnTo>
                    <a:pt x="952923" y="256540"/>
                  </a:lnTo>
                  <a:lnTo>
                    <a:pt x="966893" y="255270"/>
                  </a:lnTo>
                  <a:lnTo>
                    <a:pt x="980864" y="254000"/>
                  </a:lnTo>
                  <a:lnTo>
                    <a:pt x="994833" y="260773"/>
                  </a:lnTo>
                  <a:lnTo>
                    <a:pt x="1010073" y="259504"/>
                  </a:lnTo>
                  <a:lnTo>
                    <a:pt x="1003300" y="273473"/>
                  </a:lnTo>
                  <a:lnTo>
                    <a:pt x="989330" y="278977"/>
                  </a:lnTo>
                  <a:lnTo>
                    <a:pt x="974936" y="280670"/>
                  </a:lnTo>
                  <a:lnTo>
                    <a:pt x="969857" y="294640"/>
                  </a:lnTo>
                  <a:lnTo>
                    <a:pt x="966893" y="304377"/>
                  </a:lnTo>
                  <a:lnTo>
                    <a:pt x="969857" y="317923"/>
                  </a:lnTo>
                  <a:lnTo>
                    <a:pt x="980864" y="333587"/>
                  </a:lnTo>
                  <a:lnTo>
                    <a:pt x="993140" y="347557"/>
                  </a:lnTo>
                  <a:lnTo>
                    <a:pt x="991870" y="353060"/>
                  </a:lnTo>
                  <a:lnTo>
                    <a:pt x="1000336" y="367030"/>
                  </a:lnTo>
                  <a:lnTo>
                    <a:pt x="1000336" y="378037"/>
                  </a:lnTo>
                  <a:lnTo>
                    <a:pt x="997797" y="381000"/>
                  </a:lnTo>
                  <a:lnTo>
                    <a:pt x="982133" y="387773"/>
                  </a:lnTo>
                  <a:lnTo>
                    <a:pt x="968164" y="381000"/>
                  </a:lnTo>
                  <a:lnTo>
                    <a:pt x="966893" y="382270"/>
                  </a:lnTo>
                  <a:lnTo>
                    <a:pt x="962660" y="397510"/>
                  </a:lnTo>
                  <a:lnTo>
                    <a:pt x="963930" y="405977"/>
                  </a:lnTo>
                  <a:lnTo>
                    <a:pt x="949960" y="411480"/>
                  </a:lnTo>
                  <a:lnTo>
                    <a:pt x="949960" y="414443"/>
                  </a:lnTo>
                  <a:lnTo>
                    <a:pt x="938953" y="428414"/>
                  </a:lnTo>
                  <a:lnTo>
                    <a:pt x="936414" y="442383"/>
                  </a:lnTo>
                  <a:lnTo>
                    <a:pt x="945727" y="457623"/>
                  </a:lnTo>
                  <a:lnTo>
                    <a:pt x="949960" y="471593"/>
                  </a:lnTo>
                  <a:lnTo>
                    <a:pt x="936414" y="470323"/>
                  </a:lnTo>
                  <a:lnTo>
                    <a:pt x="920750" y="463127"/>
                  </a:lnTo>
                  <a:lnTo>
                    <a:pt x="920750" y="471593"/>
                  </a:lnTo>
                  <a:lnTo>
                    <a:pt x="912283" y="485564"/>
                  </a:lnTo>
                  <a:lnTo>
                    <a:pt x="916516" y="499533"/>
                  </a:lnTo>
                  <a:lnTo>
                    <a:pt x="929216" y="506307"/>
                  </a:lnTo>
                  <a:lnTo>
                    <a:pt x="936414" y="520277"/>
                  </a:lnTo>
                  <a:lnTo>
                    <a:pt x="933450" y="534247"/>
                  </a:lnTo>
                  <a:lnTo>
                    <a:pt x="927947" y="548217"/>
                  </a:lnTo>
                  <a:lnTo>
                    <a:pt x="922443" y="562187"/>
                  </a:lnTo>
                  <a:lnTo>
                    <a:pt x="920750" y="566420"/>
                  </a:lnTo>
                  <a:lnTo>
                    <a:pt x="916516" y="567690"/>
                  </a:lnTo>
                  <a:lnTo>
                    <a:pt x="920750" y="573617"/>
                  </a:lnTo>
                  <a:lnTo>
                    <a:pt x="924983" y="574887"/>
                  </a:lnTo>
                  <a:lnTo>
                    <a:pt x="938953" y="584623"/>
                  </a:lnTo>
                  <a:lnTo>
                    <a:pt x="948690" y="598593"/>
                  </a:lnTo>
                  <a:lnTo>
                    <a:pt x="957157" y="612564"/>
                  </a:lnTo>
                  <a:lnTo>
                    <a:pt x="972397" y="624840"/>
                  </a:lnTo>
                  <a:lnTo>
                    <a:pt x="985097" y="626533"/>
                  </a:lnTo>
                  <a:lnTo>
                    <a:pt x="999066" y="636270"/>
                  </a:lnTo>
                  <a:lnTo>
                    <a:pt x="997797" y="649817"/>
                  </a:lnTo>
                  <a:lnTo>
                    <a:pt x="1011343" y="652780"/>
                  </a:lnTo>
                  <a:lnTo>
                    <a:pt x="1016847" y="658707"/>
                  </a:lnTo>
                  <a:lnTo>
                    <a:pt x="1022773" y="672254"/>
                  </a:lnTo>
                  <a:lnTo>
                    <a:pt x="1038014" y="686223"/>
                  </a:lnTo>
                  <a:lnTo>
                    <a:pt x="1043516" y="700193"/>
                  </a:lnTo>
                  <a:lnTo>
                    <a:pt x="1035050" y="709930"/>
                  </a:lnTo>
                  <a:lnTo>
                    <a:pt x="1024043" y="715857"/>
                  </a:lnTo>
                  <a:lnTo>
                    <a:pt x="1038014" y="725593"/>
                  </a:lnTo>
                  <a:lnTo>
                    <a:pt x="1039283" y="739564"/>
                  </a:lnTo>
                  <a:lnTo>
                    <a:pt x="1054947" y="737870"/>
                  </a:lnTo>
                  <a:lnTo>
                    <a:pt x="1068493" y="739564"/>
                  </a:lnTo>
                  <a:lnTo>
                    <a:pt x="1082464" y="743797"/>
                  </a:lnTo>
                  <a:lnTo>
                    <a:pt x="1092200" y="750570"/>
                  </a:lnTo>
                  <a:lnTo>
                    <a:pt x="1106593" y="759037"/>
                  </a:lnTo>
                  <a:lnTo>
                    <a:pt x="1109133" y="760307"/>
                  </a:lnTo>
                  <a:lnTo>
                    <a:pt x="1123103" y="770043"/>
                  </a:lnTo>
                  <a:lnTo>
                    <a:pt x="1138343" y="782743"/>
                  </a:lnTo>
                  <a:lnTo>
                    <a:pt x="1152314" y="795443"/>
                  </a:lnTo>
                  <a:lnTo>
                    <a:pt x="1167553" y="805180"/>
                  </a:lnTo>
                  <a:lnTo>
                    <a:pt x="1181523" y="816187"/>
                  </a:lnTo>
                  <a:lnTo>
                    <a:pt x="1195493" y="821690"/>
                  </a:lnTo>
                  <a:lnTo>
                    <a:pt x="1203960" y="820420"/>
                  </a:lnTo>
                  <a:lnTo>
                    <a:pt x="1206500" y="819150"/>
                  </a:lnTo>
                  <a:lnTo>
                    <a:pt x="1212427" y="819150"/>
                  </a:lnTo>
                  <a:lnTo>
                    <a:pt x="1224703" y="824654"/>
                  </a:lnTo>
                  <a:lnTo>
                    <a:pt x="1231900" y="839893"/>
                  </a:lnTo>
                  <a:lnTo>
                    <a:pt x="1230630" y="841164"/>
                  </a:lnTo>
                  <a:lnTo>
                    <a:pt x="1240366" y="852593"/>
                  </a:lnTo>
                  <a:lnTo>
                    <a:pt x="1250103" y="866140"/>
                  </a:lnTo>
                  <a:lnTo>
                    <a:pt x="1256877" y="880110"/>
                  </a:lnTo>
                  <a:lnTo>
                    <a:pt x="1258570" y="880110"/>
                  </a:lnTo>
                  <a:lnTo>
                    <a:pt x="1259840" y="880110"/>
                  </a:lnTo>
                  <a:lnTo>
                    <a:pt x="1262803" y="883073"/>
                  </a:lnTo>
                  <a:lnTo>
                    <a:pt x="1275080" y="895773"/>
                  </a:lnTo>
                  <a:lnTo>
                    <a:pt x="1276773" y="897043"/>
                  </a:lnTo>
                  <a:lnTo>
                    <a:pt x="1276773" y="898314"/>
                  </a:lnTo>
                  <a:lnTo>
                    <a:pt x="1279314" y="904240"/>
                  </a:lnTo>
                  <a:lnTo>
                    <a:pt x="1292014" y="917787"/>
                  </a:lnTo>
                  <a:lnTo>
                    <a:pt x="1303020" y="931757"/>
                  </a:lnTo>
                  <a:lnTo>
                    <a:pt x="1301750" y="945727"/>
                  </a:lnTo>
                  <a:lnTo>
                    <a:pt x="1300480" y="951654"/>
                  </a:lnTo>
                  <a:lnTo>
                    <a:pt x="1295823" y="965200"/>
                  </a:lnTo>
                  <a:lnTo>
                    <a:pt x="1293283" y="980864"/>
                  </a:lnTo>
                  <a:lnTo>
                    <a:pt x="1289050" y="994833"/>
                  </a:lnTo>
                  <a:lnTo>
                    <a:pt x="1289050" y="1010073"/>
                  </a:lnTo>
                  <a:lnTo>
                    <a:pt x="1290320" y="1024043"/>
                  </a:lnTo>
                  <a:lnTo>
                    <a:pt x="1292014" y="1038014"/>
                  </a:lnTo>
                  <a:lnTo>
                    <a:pt x="1293283" y="1053254"/>
                  </a:lnTo>
                  <a:lnTo>
                    <a:pt x="1300480" y="1067223"/>
                  </a:lnTo>
                  <a:lnTo>
                    <a:pt x="1315720" y="1067223"/>
                  </a:lnTo>
                  <a:lnTo>
                    <a:pt x="1329266" y="1067223"/>
                  </a:lnTo>
                  <a:lnTo>
                    <a:pt x="1343660" y="1068493"/>
                  </a:lnTo>
                  <a:lnTo>
                    <a:pt x="1344930" y="1084157"/>
                  </a:lnTo>
                  <a:lnTo>
                    <a:pt x="1346200" y="1097704"/>
                  </a:lnTo>
                  <a:lnTo>
                    <a:pt x="1347470" y="1113367"/>
                  </a:lnTo>
                  <a:lnTo>
                    <a:pt x="1349164" y="1128607"/>
                  </a:lnTo>
                  <a:lnTo>
                    <a:pt x="1352127" y="1143847"/>
                  </a:lnTo>
                  <a:lnTo>
                    <a:pt x="1357630" y="1157817"/>
                  </a:lnTo>
                  <a:lnTo>
                    <a:pt x="1369907" y="1162050"/>
                  </a:lnTo>
                  <a:lnTo>
                    <a:pt x="1371600" y="1163743"/>
                  </a:lnTo>
                  <a:lnTo>
                    <a:pt x="1377103" y="1177290"/>
                  </a:lnTo>
                  <a:lnTo>
                    <a:pt x="1391073" y="1180254"/>
                  </a:lnTo>
                  <a:lnTo>
                    <a:pt x="1403350" y="1194223"/>
                  </a:lnTo>
                  <a:lnTo>
                    <a:pt x="1410547" y="1208193"/>
                  </a:lnTo>
                  <a:lnTo>
                    <a:pt x="1416050" y="1222164"/>
                  </a:lnTo>
                  <a:lnTo>
                    <a:pt x="1420283" y="1234864"/>
                  </a:lnTo>
                  <a:lnTo>
                    <a:pt x="1434253" y="1241637"/>
                  </a:lnTo>
                  <a:lnTo>
                    <a:pt x="1432983" y="1241637"/>
                  </a:lnTo>
                  <a:lnTo>
                    <a:pt x="1432983" y="1242907"/>
                  </a:lnTo>
                  <a:lnTo>
                    <a:pt x="1435523" y="1247140"/>
                  </a:lnTo>
                  <a:lnTo>
                    <a:pt x="1421553" y="1247140"/>
                  </a:lnTo>
                  <a:lnTo>
                    <a:pt x="1406314" y="1242907"/>
                  </a:lnTo>
                  <a:lnTo>
                    <a:pt x="1392343" y="1234864"/>
                  </a:lnTo>
                  <a:lnTo>
                    <a:pt x="1378373" y="1228937"/>
                  </a:lnTo>
                  <a:lnTo>
                    <a:pt x="1364403" y="1227667"/>
                  </a:lnTo>
                  <a:lnTo>
                    <a:pt x="1350433" y="1231900"/>
                  </a:lnTo>
                  <a:lnTo>
                    <a:pt x="1344930" y="1217930"/>
                  </a:lnTo>
                  <a:lnTo>
                    <a:pt x="1347470" y="1228937"/>
                  </a:lnTo>
                  <a:lnTo>
                    <a:pt x="1347470" y="1231900"/>
                  </a:lnTo>
                  <a:lnTo>
                    <a:pt x="1333923" y="1227667"/>
                  </a:lnTo>
                  <a:lnTo>
                    <a:pt x="1318683" y="1222164"/>
                  </a:lnTo>
                  <a:lnTo>
                    <a:pt x="1315720" y="1220470"/>
                  </a:lnTo>
                  <a:lnTo>
                    <a:pt x="1300480" y="1220470"/>
                  </a:lnTo>
                  <a:lnTo>
                    <a:pt x="1286510" y="1220470"/>
                  </a:lnTo>
                  <a:lnTo>
                    <a:pt x="1282277" y="1220470"/>
                  </a:lnTo>
                  <a:lnTo>
                    <a:pt x="1279314" y="1220470"/>
                  </a:lnTo>
                  <a:lnTo>
                    <a:pt x="1269577" y="1220470"/>
                  </a:lnTo>
                  <a:lnTo>
                    <a:pt x="1254336" y="1226397"/>
                  </a:lnTo>
                  <a:lnTo>
                    <a:pt x="1240366" y="1230630"/>
                  </a:lnTo>
                  <a:lnTo>
                    <a:pt x="1236133" y="1234864"/>
                  </a:lnTo>
                  <a:lnTo>
                    <a:pt x="1228936" y="1250104"/>
                  </a:lnTo>
                  <a:lnTo>
                    <a:pt x="1226397" y="1264073"/>
                  </a:lnTo>
                  <a:lnTo>
                    <a:pt x="1220893" y="1279314"/>
                  </a:lnTo>
                  <a:lnTo>
                    <a:pt x="1217930" y="1293283"/>
                  </a:lnTo>
                  <a:lnTo>
                    <a:pt x="1212427" y="1307254"/>
                  </a:lnTo>
                  <a:lnTo>
                    <a:pt x="1205653" y="1321223"/>
                  </a:lnTo>
                  <a:lnTo>
                    <a:pt x="1198457" y="1332230"/>
                  </a:lnTo>
                  <a:lnTo>
                    <a:pt x="1189990" y="1346200"/>
                  </a:lnTo>
                  <a:lnTo>
                    <a:pt x="1183216" y="1361864"/>
                  </a:lnTo>
                  <a:lnTo>
                    <a:pt x="1181523" y="1364404"/>
                  </a:lnTo>
                  <a:lnTo>
                    <a:pt x="1178983" y="1364404"/>
                  </a:lnTo>
                  <a:lnTo>
                    <a:pt x="1177714" y="1371177"/>
                  </a:lnTo>
                  <a:lnTo>
                    <a:pt x="1165014" y="1382607"/>
                  </a:lnTo>
                  <a:lnTo>
                    <a:pt x="1163743" y="1385570"/>
                  </a:lnTo>
                  <a:lnTo>
                    <a:pt x="1159510" y="1386840"/>
                  </a:lnTo>
                  <a:lnTo>
                    <a:pt x="1145116" y="1392343"/>
                  </a:lnTo>
                  <a:lnTo>
                    <a:pt x="1129877" y="1390650"/>
                  </a:lnTo>
                  <a:lnTo>
                    <a:pt x="1102360" y="1388110"/>
                  </a:lnTo>
                  <a:lnTo>
                    <a:pt x="1075690" y="1385570"/>
                  </a:lnTo>
                  <a:lnTo>
                    <a:pt x="1054947" y="1382607"/>
                  </a:lnTo>
                  <a:lnTo>
                    <a:pt x="1031240" y="1380914"/>
                  </a:lnTo>
                  <a:lnTo>
                    <a:pt x="1007533" y="1378373"/>
                  </a:lnTo>
                  <a:lnTo>
                    <a:pt x="982133" y="1375410"/>
                  </a:lnTo>
                  <a:lnTo>
                    <a:pt x="957157" y="1374140"/>
                  </a:lnTo>
                  <a:lnTo>
                    <a:pt x="941916" y="1372870"/>
                  </a:lnTo>
                  <a:lnTo>
                    <a:pt x="934720" y="1371177"/>
                  </a:lnTo>
                  <a:lnTo>
                    <a:pt x="919480" y="1369907"/>
                  </a:lnTo>
                  <a:lnTo>
                    <a:pt x="901277" y="1368637"/>
                  </a:lnTo>
                  <a:lnTo>
                    <a:pt x="886036" y="1355937"/>
                  </a:lnTo>
                  <a:lnTo>
                    <a:pt x="867833" y="1341967"/>
                  </a:lnTo>
                  <a:lnTo>
                    <a:pt x="849630" y="1327997"/>
                  </a:lnTo>
                  <a:lnTo>
                    <a:pt x="828886" y="1311487"/>
                  </a:lnTo>
                  <a:lnTo>
                    <a:pt x="799677" y="1289050"/>
                  </a:lnTo>
                  <a:lnTo>
                    <a:pt x="781473" y="1275080"/>
                  </a:lnTo>
                  <a:lnTo>
                    <a:pt x="763270" y="1259840"/>
                  </a:lnTo>
                  <a:lnTo>
                    <a:pt x="762000" y="1258570"/>
                  </a:lnTo>
                  <a:lnTo>
                    <a:pt x="746336" y="1248410"/>
                  </a:lnTo>
                  <a:lnTo>
                    <a:pt x="731097" y="1236133"/>
                  </a:lnTo>
                  <a:lnTo>
                    <a:pt x="729827" y="1234864"/>
                  </a:lnTo>
                  <a:lnTo>
                    <a:pt x="728133" y="1233170"/>
                  </a:lnTo>
                  <a:lnTo>
                    <a:pt x="708660" y="1219200"/>
                  </a:lnTo>
                  <a:lnTo>
                    <a:pt x="692150" y="1205230"/>
                  </a:lnTo>
                  <a:lnTo>
                    <a:pt x="677757" y="1194223"/>
                  </a:lnTo>
                  <a:lnTo>
                    <a:pt x="661247" y="1181523"/>
                  </a:lnTo>
                  <a:lnTo>
                    <a:pt x="640503" y="1166283"/>
                  </a:lnTo>
                  <a:lnTo>
                    <a:pt x="624840" y="1155277"/>
                  </a:lnTo>
                  <a:lnTo>
                    <a:pt x="611293" y="1143847"/>
                  </a:lnTo>
                  <a:lnTo>
                    <a:pt x="581660" y="1120140"/>
                  </a:lnTo>
                  <a:lnTo>
                    <a:pt x="562186" y="1103630"/>
                  </a:lnTo>
                  <a:lnTo>
                    <a:pt x="544407" y="1087967"/>
                  </a:lnTo>
                  <a:lnTo>
                    <a:pt x="519007" y="1067223"/>
                  </a:lnTo>
                  <a:lnTo>
                    <a:pt x="495299" y="1047750"/>
                  </a:lnTo>
                  <a:lnTo>
                    <a:pt x="480060" y="1042247"/>
                  </a:lnTo>
                  <a:lnTo>
                    <a:pt x="466090" y="1035050"/>
                  </a:lnTo>
                  <a:lnTo>
                    <a:pt x="450850" y="1028277"/>
                  </a:lnTo>
                  <a:lnTo>
                    <a:pt x="435186" y="1021080"/>
                  </a:lnTo>
                  <a:lnTo>
                    <a:pt x="433917" y="1019810"/>
                  </a:lnTo>
                  <a:lnTo>
                    <a:pt x="418677" y="1014307"/>
                  </a:lnTo>
                  <a:lnTo>
                    <a:pt x="401743" y="1005840"/>
                  </a:lnTo>
                  <a:lnTo>
                    <a:pt x="400473" y="1004570"/>
                  </a:lnTo>
                  <a:lnTo>
                    <a:pt x="375496" y="989330"/>
                  </a:lnTo>
                  <a:lnTo>
                    <a:pt x="344593" y="968164"/>
                  </a:lnTo>
                  <a:lnTo>
                    <a:pt x="323850" y="955887"/>
                  </a:lnTo>
                  <a:lnTo>
                    <a:pt x="297180" y="938954"/>
                  </a:lnTo>
                  <a:lnTo>
                    <a:pt x="275167" y="924983"/>
                  </a:lnTo>
                  <a:lnTo>
                    <a:pt x="249767" y="909743"/>
                  </a:lnTo>
                  <a:lnTo>
                    <a:pt x="235796" y="906780"/>
                  </a:lnTo>
                  <a:lnTo>
                    <a:pt x="215053" y="902547"/>
                  </a:lnTo>
                  <a:lnTo>
                    <a:pt x="198120" y="900007"/>
                  </a:lnTo>
                  <a:lnTo>
                    <a:pt x="189653" y="898314"/>
                  </a:lnTo>
                  <a:lnTo>
                    <a:pt x="163407" y="894080"/>
                  </a:lnTo>
                  <a:lnTo>
                    <a:pt x="149436" y="891540"/>
                  </a:lnTo>
                  <a:lnTo>
                    <a:pt x="133773" y="888577"/>
                  </a:lnTo>
                  <a:lnTo>
                    <a:pt x="114723" y="886037"/>
                  </a:lnTo>
                  <a:lnTo>
                    <a:pt x="110067" y="884343"/>
                  </a:lnTo>
                  <a:lnTo>
                    <a:pt x="92286" y="881804"/>
                  </a:lnTo>
                  <a:lnTo>
                    <a:pt x="71120" y="877570"/>
                  </a:lnTo>
                  <a:lnTo>
                    <a:pt x="85513" y="863600"/>
                  </a:lnTo>
                  <a:lnTo>
                    <a:pt x="88053" y="860637"/>
                  </a:lnTo>
                  <a:lnTo>
                    <a:pt x="89323" y="858097"/>
                  </a:lnTo>
                  <a:lnTo>
                    <a:pt x="83820" y="842857"/>
                  </a:lnTo>
                  <a:lnTo>
                    <a:pt x="79586" y="839893"/>
                  </a:lnTo>
                  <a:lnTo>
                    <a:pt x="75353" y="841164"/>
                  </a:lnTo>
                  <a:lnTo>
                    <a:pt x="57150" y="846667"/>
                  </a:lnTo>
                  <a:lnTo>
                    <a:pt x="47413" y="832697"/>
                  </a:lnTo>
                  <a:lnTo>
                    <a:pt x="44873" y="825923"/>
                  </a:lnTo>
                  <a:lnTo>
                    <a:pt x="44873" y="824654"/>
                  </a:lnTo>
                  <a:lnTo>
                    <a:pt x="41910" y="820420"/>
                  </a:lnTo>
                  <a:lnTo>
                    <a:pt x="43180" y="819150"/>
                  </a:lnTo>
                  <a:lnTo>
                    <a:pt x="50377" y="816187"/>
                  </a:lnTo>
                  <a:lnTo>
                    <a:pt x="53340" y="816187"/>
                  </a:lnTo>
                  <a:lnTo>
                    <a:pt x="50377" y="809414"/>
                  </a:lnTo>
                  <a:lnTo>
                    <a:pt x="47413" y="800947"/>
                  </a:lnTo>
                  <a:lnTo>
                    <a:pt x="40640" y="784014"/>
                  </a:lnTo>
                  <a:lnTo>
                    <a:pt x="39370" y="777240"/>
                  </a:lnTo>
                  <a:lnTo>
                    <a:pt x="37677" y="774277"/>
                  </a:lnTo>
                  <a:lnTo>
                    <a:pt x="22436" y="732367"/>
                  </a:lnTo>
                  <a:lnTo>
                    <a:pt x="16933" y="714164"/>
                  </a:lnTo>
                  <a:lnTo>
                    <a:pt x="7196" y="690457"/>
                  </a:lnTo>
                  <a:lnTo>
                    <a:pt x="0" y="669714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7" name="Freeform 2326">
              <a:extLst>
                <a:ext uri="{FF2B5EF4-FFF2-40B4-BE49-F238E27FC236}">
                  <a16:creationId xmlns:a16="http://schemas.microsoft.com/office/drawing/2014/main" id="{580BBD71-73F3-954B-BDC4-18CAA6504531}"/>
                </a:ext>
              </a:extLst>
            </p:cNvPr>
            <p:cNvSpPr/>
            <p:nvPr/>
          </p:nvSpPr>
          <p:spPr>
            <a:xfrm>
              <a:off x="10722610" y="6274223"/>
              <a:ext cx="2472266" cy="1289896"/>
            </a:xfrm>
            <a:custGeom>
              <a:avLst/>
              <a:gdLst>
                <a:gd name="connsiteX0" fmla="*/ 2456180 w 2472266"/>
                <a:gd name="connsiteY0" fmla="*/ 1289897 h 1289896"/>
                <a:gd name="connsiteX1" fmla="*/ 457200 w 2472266"/>
                <a:gd name="connsiteY1" fmla="*/ 1289897 h 1289896"/>
                <a:gd name="connsiteX2" fmla="*/ 456777 w 2472266"/>
                <a:gd name="connsiteY2" fmla="*/ 1284817 h 1289896"/>
                <a:gd name="connsiteX3" fmla="*/ 447040 w 2472266"/>
                <a:gd name="connsiteY3" fmla="*/ 1270847 h 1289896"/>
                <a:gd name="connsiteX4" fmla="*/ 444077 w 2472266"/>
                <a:gd name="connsiteY4" fmla="*/ 1264073 h 1289896"/>
                <a:gd name="connsiteX5" fmla="*/ 431800 w 2472266"/>
                <a:gd name="connsiteY5" fmla="*/ 1248833 h 1289896"/>
                <a:gd name="connsiteX6" fmla="*/ 422063 w 2472266"/>
                <a:gd name="connsiteY6" fmla="*/ 1234864 h 1289896"/>
                <a:gd name="connsiteX7" fmla="*/ 410633 w 2472266"/>
                <a:gd name="connsiteY7" fmla="*/ 1219623 h 1289896"/>
                <a:gd name="connsiteX8" fmla="*/ 424603 w 2472266"/>
                <a:gd name="connsiteY8" fmla="*/ 1209887 h 1289896"/>
                <a:gd name="connsiteX9" fmla="*/ 425873 w 2472266"/>
                <a:gd name="connsiteY9" fmla="*/ 1192954 h 1289896"/>
                <a:gd name="connsiteX10" fmla="*/ 421640 w 2472266"/>
                <a:gd name="connsiteY10" fmla="*/ 1184487 h 1289896"/>
                <a:gd name="connsiteX11" fmla="*/ 422910 w 2472266"/>
                <a:gd name="connsiteY11" fmla="*/ 1169247 h 1289896"/>
                <a:gd name="connsiteX12" fmla="*/ 411480 w 2472266"/>
                <a:gd name="connsiteY12" fmla="*/ 1155277 h 1289896"/>
                <a:gd name="connsiteX13" fmla="*/ 400473 w 2472266"/>
                <a:gd name="connsiteY13" fmla="*/ 1141307 h 1289896"/>
                <a:gd name="connsiteX14" fmla="*/ 393277 w 2472266"/>
                <a:gd name="connsiteY14" fmla="*/ 1126067 h 1289896"/>
                <a:gd name="connsiteX15" fmla="*/ 384810 w 2472266"/>
                <a:gd name="connsiteY15" fmla="*/ 1110827 h 1289896"/>
                <a:gd name="connsiteX16" fmla="*/ 376343 w 2472266"/>
                <a:gd name="connsiteY16" fmla="*/ 1096857 h 1289896"/>
                <a:gd name="connsiteX17" fmla="*/ 365336 w 2472266"/>
                <a:gd name="connsiteY17" fmla="*/ 1081617 h 1289896"/>
                <a:gd name="connsiteX18" fmla="*/ 350096 w 2472266"/>
                <a:gd name="connsiteY18" fmla="*/ 1073573 h 1289896"/>
                <a:gd name="connsiteX19" fmla="*/ 336127 w 2472266"/>
                <a:gd name="connsiteY19" fmla="*/ 1058333 h 1289896"/>
                <a:gd name="connsiteX20" fmla="*/ 331893 w 2472266"/>
                <a:gd name="connsiteY20" fmla="*/ 1044364 h 1289896"/>
                <a:gd name="connsiteX21" fmla="*/ 336127 w 2472266"/>
                <a:gd name="connsiteY21" fmla="*/ 1034627 h 1289896"/>
                <a:gd name="connsiteX22" fmla="*/ 328930 w 2472266"/>
                <a:gd name="connsiteY22" fmla="*/ 1017693 h 1289896"/>
                <a:gd name="connsiteX23" fmla="*/ 314960 w 2472266"/>
                <a:gd name="connsiteY23" fmla="*/ 1014730 h 1289896"/>
                <a:gd name="connsiteX24" fmla="*/ 302260 w 2472266"/>
                <a:gd name="connsiteY24" fmla="*/ 1000760 h 1289896"/>
                <a:gd name="connsiteX25" fmla="*/ 295486 w 2472266"/>
                <a:gd name="connsiteY25" fmla="*/ 985520 h 1289896"/>
                <a:gd name="connsiteX26" fmla="*/ 287020 w 2472266"/>
                <a:gd name="connsiteY26" fmla="*/ 970280 h 1289896"/>
                <a:gd name="connsiteX27" fmla="*/ 279823 w 2472266"/>
                <a:gd name="connsiteY27" fmla="*/ 955040 h 1289896"/>
                <a:gd name="connsiteX28" fmla="*/ 271357 w 2472266"/>
                <a:gd name="connsiteY28" fmla="*/ 941070 h 1289896"/>
                <a:gd name="connsiteX29" fmla="*/ 262890 w 2472266"/>
                <a:gd name="connsiteY29" fmla="*/ 925830 h 1289896"/>
                <a:gd name="connsiteX30" fmla="*/ 251883 w 2472266"/>
                <a:gd name="connsiteY30" fmla="*/ 911860 h 1289896"/>
                <a:gd name="connsiteX31" fmla="*/ 239183 w 2472266"/>
                <a:gd name="connsiteY31" fmla="*/ 896620 h 1289896"/>
                <a:gd name="connsiteX32" fmla="*/ 232410 w 2472266"/>
                <a:gd name="connsiteY32" fmla="*/ 882650 h 1289896"/>
                <a:gd name="connsiteX33" fmla="*/ 220980 w 2472266"/>
                <a:gd name="connsiteY33" fmla="*/ 867410 h 1289896"/>
                <a:gd name="connsiteX34" fmla="*/ 205740 w 2472266"/>
                <a:gd name="connsiteY34" fmla="*/ 853440 h 1289896"/>
                <a:gd name="connsiteX35" fmla="*/ 196003 w 2472266"/>
                <a:gd name="connsiteY35" fmla="*/ 839470 h 1289896"/>
                <a:gd name="connsiteX36" fmla="*/ 194733 w 2472266"/>
                <a:gd name="connsiteY36" fmla="*/ 825500 h 1289896"/>
                <a:gd name="connsiteX37" fmla="*/ 183727 w 2472266"/>
                <a:gd name="connsiteY37" fmla="*/ 811530 h 1289896"/>
                <a:gd name="connsiteX38" fmla="*/ 168486 w 2472266"/>
                <a:gd name="connsiteY38" fmla="*/ 799254 h 1289896"/>
                <a:gd name="connsiteX39" fmla="*/ 157480 w 2472266"/>
                <a:gd name="connsiteY39" fmla="*/ 785283 h 1289896"/>
                <a:gd name="connsiteX40" fmla="*/ 149013 w 2472266"/>
                <a:gd name="connsiteY40" fmla="*/ 770043 h 1289896"/>
                <a:gd name="connsiteX41" fmla="*/ 146473 w 2472266"/>
                <a:gd name="connsiteY41" fmla="*/ 754804 h 1289896"/>
                <a:gd name="connsiteX42" fmla="*/ 136736 w 2472266"/>
                <a:gd name="connsiteY42" fmla="*/ 740833 h 1289896"/>
                <a:gd name="connsiteX43" fmla="*/ 124460 w 2472266"/>
                <a:gd name="connsiteY43" fmla="*/ 726864 h 1289896"/>
                <a:gd name="connsiteX44" fmla="*/ 118957 w 2472266"/>
                <a:gd name="connsiteY44" fmla="*/ 711623 h 1289896"/>
                <a:gd name="connsiteX45" fmla="*/ 104986 w 2472266"/>
                <a:gd name="connsiteY45" fmla="*/ 697654 h 1289896"/>
                <a:gd name="connsiteX46" fmla="*/ 104986 w 2472266"/>
                <a:gd name="connsiteY46" fmla="*/ 696383 h 1289896"/>
                <a:gd name="connsiteX47" fmla="*/ 99483 w 2472266"/>
                <a:gd name="connsiteY47" fmla="*/ 682414 h 1289896"/>
                <a:gd name="connsiteX48" fmla="*/ 85513 w 2472266"/>
                <a:gd name="connsiteY48" fmla="*/ 678180 h 1289896"/>
                <a:gd name="connsiteX49" fmla="*/ 69850 w 2472266"/>
                <a:gd name="connsiteY49" fmla="*/ 672677 h 1289896"/>
                <a:gd name="connsiteX50" fmla="*/ 64346 w 2472266"/>
                <a:gd name="connsiteY50" fmla="*/ 675640 h 1289896"/>
                <a:gd name="connsiteX51" fmla="*/ 50377 w 2472266"/>
                <a:gd name="connsiteY51" fmla="*/ 672677 h 1289896"/>
                <a:gd name="connsiteX52" fmla="*/ 36407 w 2472266"/>
                <a:gd name="connsiteY52" fmla="*/ 675640 h 1289896"/>
                <a:gd name="connsiteX53" fmla="*/ 22436 w 2472266"/>
                <a:gd name="connsiteY53" fmla="*/ 674370 h 1289896"/>
                <a:gd name="connsiteX54" fmla="*/ 18203 w 2472266"/>
                <a:gd name="connsiteY54" fmla="*/ 688340 h 1289896"/>
                <a:gd name="connsiteX55" fmla="*/ 9736 w 2472266"/>
                <a:gd name="connsiteY55" fmla="*/ 674370 h 1289896"/>
                <a:gd name="connsiteX56" fmla="*/ 15240 w 2472266"/>
                <a:gd name="connsiteY56" fmla="*/ 665904 h 1289896"/>
                <a:gd name="connsiteX57" fmla="*/ 22436 w 2472266"/>
                <a:gd name="connsiteY57" fmla="*/ 651933 h 1289896"/>
                <a:gd name="connsiteX58" fmla="*/ 26670 w 2472266"/>
                <a:gd name="connsiteY58" fmla="*/ 637964 h 1289896"/>
                <a:gd name="connsiteX59" fmla="*/ 30903 w 2472266"/>
                <a:gd name="connsiteY59" fmla="*/ 623993 h 1289896"/>
                <a:gd name="connsiteX60" fmla="*/ 35136 w 2472266"/>
                <a:gd name="connsiteY60" fmla="*/ 610023 h 1289896"/>
                <a:gd name="connsiteX61" fmla="*/ 37677 w 2472266"/>
                <a:gd name="connsiteY61" fmla="*/ 596054 h 1289896"/>
                <a:gd name="connsiteX62" fmla="*/ 36407 w 2472266"/>
                <a:gd name="connsiteY62" fmla="*/ 586317 h 1289896"/>
                <a:gd name="connsiteX63" fmla="*/ 34713 w 2472266"/>
                <a:gd name="connsiteY63" fmla="*/ 572347 h 1289896"/>
                <a:gd name="connsiteX64" fmla="*/ 38946 w 2472266"/>
                <a:gd name="connsiteY64" fmla="*/ 558377 h 1289896"/>
                <a:gd name="connsiteX65" fmla="*/ 40217 w 2472266"/>
                <a:gd name="connsiteY65" fmla="*/ 543137 h 1289896"/>
                <a:gd name="connsiteX66" fmla="*/ 40217 w 2472266"/>
                <a:gd name="connsiteY66" fmla="*/ 534670 h 1289896"/>
                <a:gd name="connsiteX67" fmla="*/ 40217 w 2472266"/>
                <a:gd name="connsiteY67" fmla="*/ 519430 h 1289896"/>
                <a:gd name="connsiteX68" fmla="*/ 42757 w 2472266"/>
                <a:gd name="connsiteY68" fmla="*/ 505460 h 1289896"/>
                <a:gd name="connsiteX69" fmla="*/ 44450 w 2472266"/>
                <a:gd name="connsiteY69" fmla="*/ 491490 h 1289896"/>
                <a:gd name="connsiteX70" fmla="*/ 47413 w 2472266"/>
                <a:gd name="connsiteY70" fmla="*/ 477520 h 1289896"/>
                <a:gd name="connsiteX71" fmla="*/ 51646 w 2472266"/>
                <a:gd name="connsiteY71" fmla="*/ 463550 h 1289896"/>
                <a:gd name="connsiteX72" fmla="*/ 52917 w 2472266"/>
                <a:gd name="connsiteY72" fmla="*/ 463550 h 1289896"/>
                <a:gd name="connsiteX73" fmla="*/ 57150 w 2472266"/>
                <a:gd name="connsiteY73" fmla="*/ 465243 h 1289896"/>
                <a:gd name="connsiteX74" fmla="*/ 71120 w 2472266"/>
                <a:gd name="connsiteY74" fmla="*/ 468207 h 1289896"/>
                <a:gd name="connsiteX75" fmla="*/ 85090 w 2472266"/>
                <a:gd name="connsiteY75" fmla="*/ 469477 h 1289896"/>
                <a:gd name="connsiteX76" fmla="*/ 99060 w 2472266"/>
                <a:gd name="connsiteY76" fmla="*/ 472017 h 1289896"/>
                <a:gd name="connsiteX77" fmla="*/ 113030 w 2472266"/>
                <a:gd name="connsiteY77" fmla="*/ 474980 h 1289896"/>
                <a:gd name="connsiteX78" fmla="*/ 127000 w 2472266"/>
                <a:gd name="connsiteY78" fmla="*/ 477520 h 1289896"/>
                <a:gd name="connsiteX79" fmla="*/ 140970 w 2472266"/>
                <a:gd name="connsiteY79" fmla="*/ 480483 h 1289896"/>
                <a:gd name="connsiteX80" fmla="*/ 154940 w 2472266"/>
                <a:gd name="connsiteY80" fmla="*/ 481754 h 1289896"/>
                <a:gd name="connsiteX81" fmla="*/ 168910 w 2472266"/>
                <a:gd name="connsiteY81" fmla="*/ 484717 h 1289896"/>
                <a:gd name="connsiteX82" fmla="*/ 184150 w 2472266"/>
                <a:gd name="connsiteY82" fmla="*/ 487680 h 1289896"/>
                <a:gd name="connsiteX83" fmla="*/ 198120 w 2472266"/>
                <a:gd name="connsiteY83" fmla="*/ 490643 h 1289896"/>
                <a:gd name="connsiteX84" fmla="*/ 210820 w 2472266"/>
                <a:gd name="connsiteY84" fmla="*/ 493607 h 1289896"/>
                <a:gd name="connsiteX85" fmla="*/ 212090 w 2472266"/>
                <a:gd name="connsiteY85" fmla="*/ 493607 h 1289896"/>
                <a:gd name="connsiteX86" fmla="*/ 226060 w 2472266"/>
                <a:gd name="connsiteY86" fmla="*/ 480907 h 1289896"/>
                <a:gd name="connsiteX87" fmla="*/ 238760 w 2472266"/>
                <a:gd name="connsiteY87" fmla="*/ 468630 h 1289896"/>
                <a:gd name="connsiteX88" fmla="*/ 252730 w 2472266"/>
                <a:gd name="connsiteY88" fmla="*/ 455930 h 1289896"/>
                <a:gd name="connsiteX89" fmla="*/ 267970 w 2472266"/>
                <a:gd name="connsiteY89" fmla="*/ 443230 h 1289896"/>
                <a:gd name="connsiteX90" fmla="*/ 276436 w 2472266"/>
                <a:gd name="connsiteY90" fmla="*/ 427990 h 1289896"/>
                <a:gd name="connsiteX91" fmla="*/ 283210 w 2472266"/>
                <a:gd name="connsiteY91" fmla="*/ 414020 h 1289896"/>
                <a:gd name="connsiteX92" fmla="*/ 289983 w 2472266"/>
                <a:gd name="connsiteY92" fmla="*/ 400050 h 1289896"/>
                <a:gd name="connsiteX93" fmla="*/ 296757 w 2472266"/>
                <a:gd name="connsiteY93" fmla="*/ 386080 h 1289896"/>
                <a:gd name="connsiteX94" fmla="*/ 310727 w 2472266"/>
                <a:gd name="connsiteY94" fmla="*/ 377614 h 1289896"/>
                <a:gd name="connsiteX95" fmla="*/ 324696 w 2472266"/>
                <a:gd name="connsiteY95" fmla="*/ 375073 h 1289896"/>
                <a:gd name="connsiteX96" fmla="*/ 338667 w 2472266"/>
                <a:gd name="connsiteY96" fmla="*/ 370840 h 1289896"/>
                <a:gd name="connsiteX97" fmla="*/ 352636 w 2472266"/>
                <a:gd name="connsiteY97" fmla="*/ 367877 h 1289896"/>
                <a:gd name="connsiteX98" fmla="*/ 366607 w 2472266"/>
                <a:gd name="connsiteY98" fmla="*/ 364914 h 1289896"/>
                <a:gd name="connsiteX99" fmla="*/ 380153 w 2472266"/>
                <a:gd name="connsiteY99" fmla="*/ 361950 h 1289896"/>
                <a:gd name="connsiteX100" fmla="*/ 398357 w 2472266"/>
                <a:gd name="connsiteY100" fmla="*/ 360257 h 1289896"/>
                <a:gd name="connsiteX101" fmla="*/ 408940 w 2472266"/>
                <a:gd name="connsiteY101" fmla="*/ 349673 h 1289896"/>
                <a:gd name="connsiteX102" fmla="*/ 420370 w 2472266"/>
                <a:gd name="connsiteY102" fmla="*/ 300567 h 1289896"/>
                <a:gd name="connsiteX103" fmla="*/ 465243 w 2472266"/>
                <a:gd name="connsiteY103" fmla="*/ 273473 h 1289896"/>
                <a:gd name="connsiteX104" fmla="*/ 395393 w 2472266"/>
                <a:gd name="connsiteY104" fmla="*/ 194733 h 1289896"/>
                <a:gd name="connsiteX105" fmla="*/ 402590 w 2472266"/>
                <a:gd name="connsiteY105" fmla="*/ 197697 h 1289896"/>
                <a:gd name="connsiteX106" fmla="*/ 388620 w 2472266"/>
                <a:gd name="connsiteY106" fmla="*/ 183727 h 1289896"/>
                <a:gd name="connsiteX107" fmla="*/ 378883 w 2472266"/>
                <a:gd name="connsiteY107" fmla="*/ 172720 h 1289896"/>
                <a:gd name="connsiteX108" fmla="*/ 364913 w 2472266"/>
                <a:gd name="connsiteY108" fmla="*/ 158750 h 1289896"/>
                <a:gd name="connsiteX109" fmla="*/ 319617 w 2472266"/>
                <a:gd name="connsiteY109" fmla="*/ 107104 h 1289896"/>
                <a:gd name="connsiteX110" fmla="*/ 462703 w 2472266"/>
                <a:gd name="connsiteY110" fmla="*/ 57573 h 1289896"/>
                <a:gd name="connsiteX111" fmla="*/ 479213 w 2472266"/>
                <a:gd name="connsiteY111" fmla="*/ 54187 h 1289896"/>
                <a:gd name="connsiteX112" fmla="*/ 483446 w 2472266"/>
                <a:gd name="connsiteY112" fmla="*/ 54187 h 1289896"/>
                <a:gd name="connsiteX113" fmla="*/ 484717 w 2472266"/>
                <a:gd name="connsiteY113" fmla="*/ 52917 h 1289896"/>
                <a:gd name="connsiteX114" fmla="*/ 499957 w 2472266"/>
                <a:gd name="connsiteY114" fmla="*/ 48683 h 1289896"/>
                <a:gd name="connsiteX115" fmla="*/ 513927 w 2472266"/>
                <a:gd name="connsiteY115" fmla="*/ 44450 h 1289896"/>
                <a:gd name="connsiteX116" fmla="*/ 524933 w 2472266"/>
                <a:gd name="connsiteY116" fmla="*/ 40217 h 1289896"/>
                <a:gd name="connsiteX117" fmla="*/ 540173 w 2472266"/>
                <a:gd name="connsiteY117" fmla="*/ 35983 h 1289896"/>
                <a:gd name="connsiteX118" fmla="*/ 554143 w 2472266"/>
                <a:gd name="connsiteY118" fmla="*/ 31750 h 1289896"/>
                <a:gd name="connsiteX119" fmla="*/ 568113 w 2472266"/>
                <a:gd name="connsiteY119" fmla="*/ 27517 h 1289896"/>
                <a:gd name="connsiteX120" fmla="*/ 573617 w 2472266"/>
                <a:gd name="connsiteY120" fmla="*/ 26247 h 1289896"/>
                <a:gd name="connsiteX121" fmla="*/ 587163 w 2472266"/>
                <a:gd name="connsiteY121" fmla="*/ 22014 h 1289896"/>
                <a:gd name="connsiteX122" fmla="*/ 601133 w 2472266"/>
                <a:gd name="connsiteY122" fmla="*/ 11007 h 1289896"/>
                <a:gd name="connsiteX123" fmla="*/ 612140 w 2472266"/>
                <a:gd name="connsiteY123" fmla="*/ 0 h 1289896"/>
                <a:gd name="connsiteX124" fmla="*/ 632883 w 2472266"/>
                <a:gd name="connsiteY124" fmla="*/ 4233 h 1289896"/>
                <a:gd name="connsiteX125" fmla="*/ 651086 w 2472266"/>
                <a:gd name="connsiteY125" fmla="*/ 6773 h 1289896"/>
                <a:gd name="connsiteX126" fmla="*/ 655320 w 2472266"/>
                <a:gd name="connsiteY126" fmla="*/ 8043 h 1289896"/>
                <a:gd name="connsiteX127" fmla="*/ 674793 w 2472266"/>
                <a:gd name="connsiteY127" fmla="*/ 11007 h 1289896"/>
                <a:gd name="connsiteX128" fmla="*/ 690033 w 2472266"/>
                <a:gd name="connsiteY128" fmla="*/ 13970 h 1289896"/>
                <a:gd name="connsiteX129" fmla="*/ 704003 w 2472266"/>
                <a:gd name="connsiteY129" fmla="*/ 16933 h 1289896"/>
                <a:gd name="connsiteX130" fmla="*/ 730250 w 2472266"/>
                <a:gd name="connsiteY130" fmla="*/ 21167 h 1289896"/>
                <a:gd name="connsiteX131" fmla="*/ 738717 w 2472266"/>
                <a:gd name="connsiteY131" fmla="*/ 22437 h 1289896"/>
                <a:gd name="connsiteX132" fmla="*/ 755227 w 2472266"/>
                <a:gd name="connsiteY132" fmla="*/ 25400 h 1289896"/>
                <a:gd name="connsiteX133" fmla="*/ 776393 w 2472266"/>
                <a:gd name="connsiteY133" fmla="*/ 29633 h 1289896"/>
                <a:gd name="connsiteX134" fmla="*/ 790363 w 2472266"/>
                <a:gd name="connsiteY134" fmla="*/ 32173 h 1289896"/>
                <a:gd name="connsiteX135" fmla="*/ 815340 w 2472266"/>
                <a:gd name="connsiteY135" fmla="*/ 47414 h 1289896"/>
                <a:gd name="connsiteX136" fmla="*/ 837353 w 2472266"/>
                <a:gd name="connsiteY136" fmla="*/ 61383 h 1289896"/>
                <a:gd name="connsiteX137" fmla="*/ 864023 w 2472266"/>
                <a:gd name="connsiteY137" fmla="*/ 77893 h 1289896"/>
                <a:gd name="connsiteX138" fmla="*/ 884767 w 2472266"/>
                <a:gd name="connsiteY138" fmla="*/ 90593 h 1289896"/>
                <a:gd name="connsiteX139" fmla="*/ 915246 w 2472266"/>
                <a:gd name="connsiteY139" fmla="*/ 111760 h 1289896"/>
                <a:gd name="connsiteX140" fmla="*/ 940223 w 2472266"/>
                <a:gd name="connsiteY140" fmla="*/ 127000 h 1289896"/>
                <a:gd name="connsiteX141" fmla="*/ 941917 w 2472266"/>
                <a:gd name="connsiteY141" fmla="*/ 128270 h 1289896"/>
                <a:gd name="connsiteX142" fmla="*/ 958427 w 2472266"/>
                <a:gd name="connsiteY142" fmla="*/ 136737 h 1289896"/>
                <a:gd name="connsiteX143" fmla="*/ 973667 w 2472266"/>
                <a:gd name="connsiteY143" fmla="*/ 142240 h 1289896"/>
                <a:gd name="connsiteX144" fmla="*/ 975360 w 2472266"/>
                <a:gd name="connsiteY144" fmla="*/ 143510 h 1289896"/>
                <a:gd name="connsiteX145" fmla="*/ 990600 w 2472266"/>
                <a:gd name="connsiteY145" fmla="*/ 150283 h 1289896"/>
                <a:gd name="connsiteX146" fmla="*/ 1005840 w 2472266"/>
                <a:gd name="connsiteY146" fmla="*/ 157480 h 1289896"/>
                <a:gd name="connsiteX147" fmla="*/ 1019810 w 2472266"/>
                <a:gd name="connsiteY147" fmla="*/ 164677 h 1289896"/>
                <a:gd name="connsiteX148" fmla="*/ 1035050 w 2472266"/>
                <a:gd name="connsiteY148" fmla="*/ 170180 h 1289896"/>
                <a:gd name="connsiteX149" fmla="*/ 1058757 w 2472266"/>
                <a:gd name="connsiteY149" fmla="*/ 189654 h 1289896"/>
                <a:gd name="connsiteX150" fmla="*/ 1084157 w 2472266"/>
                <a:gd name="connsiteY150" fmla="*/ 210397 h 1289896"/>
                <a:gd name="connsiteX151" fmla="*/ 1102360 w 2472266"/>
                <a:gd name="connsiteY151" fmla="*/ 225637 h 1289896"/>
                <a:gd name="connsiteX152" fmla="*/ 1121833 w 2472266"/>
                <a:gd name="connsiteY152" fmla="*/ 242570 h 1289896"/>
                <a:gd name="connsiteX153" fmla="*/ 1151043 w 2472266"/>
                <a:gd name="connsiteY153" fmla="*/ 266277 h 1289896"/>
                <a:gd name="connsiteX154" fmla="*/ 1165014 w 2472266"/>
                <a:gd name="connsiteY154" fmla="*/ 277283 h 1289896"/>
                <a:gd name="connsiteX155" fmla="*/ 1180253 w 2472266"/>
                <a:gd name="connsiteY155" fmla="*/ 288290 h 1289896"/>
                <a:gd name="connsiteX156" fmla="*/ 1200997 w 2472266"/>
                <a:gd name="connsiteY156" fmla="*/ 303530 h 1289896"/>
                <a:gd name="connsiteX157" fmla="*/ 1217930 w 2472266"/>
                <a:gd name="connsiteY157" fmla="*/ 316230 h 1289896"/>
                <a:gd name="connsiteX158" fmla="*/ 1231477 w 2472266"/>
                <a:gd name="connsiteY158" fmla="*/ 327237 h 1289896"/>
                <a:gd name="connsiteX159" fmla="*/ 1248410 w 2472266"/>
                <a:gd name="connsiteY159" fmla="*/ 341207 h 1289896"/>
                <a:gd name="connsiteX160" fmla="*/ 1267883 w 2472266"/>
                <a:gd name="connsiteY160" fmla="*/ 355177 h 1289896"/>
                <a:gd name="connsiteX161" fmla="*/ 1269153 w 2472266"/>
                <a:gd name="connsiteY161" fmla="*/ 356447 h 1289896"/>
                <a:gd name="connsiteX162" fmla="*/ 1270847 w 2472266"/>
                <a:gd name="connsiteY162" fmla="*/ 357717 h 1289896"/>
                <a:gd name="connsiteX163" fmla="*/ 1286086 w 2472266"/>
                <a:gd name="connsiteY163" fmla="*/ 370417 h 1289896"/>
                <a:gd name="connsiteX164" fmla="*/ 1301327 w 2472266"/>
                <a:gd name="connsiteY164" fmla="*/ 380154 h 1289896"/>
                <a:gd name="connsiteX165" fmla="*/ 1303020 w 2472266"/>
                <a:gd name="connsiteY165" fmla="*/ 381423 h 1289896"/>
                <a:gd name="connsiteX166" fmla="*/ 1321223 w 2472266"/>
                <a:gd name="connsiteY166" fmla="*/ 396664 h 1289896"/>
                <a:gd name="connsiteX167" fmla="*/ 1339003 w 2472266"/>
                <a:gd name="connsiteY167" fmla="*/ 410633 h 1289896"/>
                <a:gd name="connsiteX168" fmla="*/ 1368214 w 2472266"/>
                <a:gd name="connsiteY168" fmla="*/ 433070 h 1289896"/>
                <a:gd name="connsiteX169" fmla="*/ 1388957 w 2472266"/>
                <a:gd name="connsiteY169" fmla="*/ 449580 h 1289896"/>
                <a:gd name="connsiteX170" fmla="*/ 1406736 w 2472266"/>
                <a:gd name="connsiteY170" fmla="*/ 463550 h 1289896"/>
                <a:gd name="connsiteX171" fmla="*/ 1424940 w 2472266"/>
                <a:gd name="connsiteY171" fmla="*/ 477520 h 1289896"/>
                <a:gd name="connsiteX172" fmla="*/ 1440180 w 2472266"/>
                <a:gd name="connsiteY172" fmla="*/ 490220 h 1289896"/>
                <a:gd name="connsiteX173" fmla="*/ 1458383 w 2472266"/>
                <a:gd name="connsiteY173" fmla="*/ 491490 h 1289896"/>
                <a:gd name="connsiteX174" fmla="*/ 1473623 w 2472266"/>
                <a:gd name="connsiteY174" fmla="*/ 492760 h 1289896"/>
                <a:gd name="connsiteX175" fmla="*/ 1480397 w 2472266"/>
                <a:gd name="connsiteY175" fmla="*/ 494030 h 1289896"/>
                <a:gd name="connsiteX176" fmla="*/ 1495636 w 2472266"/>
                <a:gd name="connsiteY176" fmla="*/ 495300 h 1289896"/>
                <a:gd name="connsiteX177" fmla="*/ 1520614 w 2472266"/>
                <a:gd name="connsiteY177" fmla="*/ 496570 h 1289896"/>
                <a:gd name="connsiteX178" fmla="*/ 1545590 w 2472266"/>
                <a:gd name="connsiteY178" fmla="*/ 499533 h 1289896"/>
                <a:gd name="connsiteX179" fmla="*/ 1569297 w 2472266"/>
                <a:gd name="connsiteY179" fmla="*/ 502497 h 1289896"/>
                <a:gd name="connsiteX180" fmla="*/ 1593003 w 2472266"/>
                <a:gd name="connsiteY180" fmla="*/ 503767 h 1289896"/>
                <a:gd name="connsiteX181" fmla="*/ 1613747 w 2472266"/>
                <a:gd name="connsiteY181" fmla="*/ 506730 h 1289896"/>
                <a:gd name="connsiteX182" fmla="*/ 1640416 w 2472266"/>
                <a:gd name="connsiteY182" fmla="*/ 509693 h 1289896"/>
                <a:gd name="connsiteX183" fmla="*/ 1667933 w 2472266"/>
                <a:gd name="connsiteY183" fmla="*/ 512233 h 1289896"/>
                <a:gd name="connsiteX184" fmla="*/ 1683597 w 2472266"/>
                <a:gd name="connsiteY184" fmla="*/ 513504 h 1289896"/>
                <a:gd name="connsiteX185" fmla="*/ 1697566 w 2472266"/>
                <a:gd name="connsiteY185" fmla="*/ 508000 h 1289896"/>
                <a:gd name="connsiteX186" fmla="*/ 1701800 w 2472266"/>
                <a:gd name="connsiteY186" fmla="*/ 506730 h 1289896"/>
                <a:gd name="connsiteX187" fmla="*/ 1703070 w 2472266"/>
                <a:gd name="connsiteY187" fmla="*/ 503767 h 1289896"/>
                <a:gd name="connsiteX188" fmla="*/ 1725083 w 2472266"/>
                <a:gd name="connsiteY188" fmla="*/ 509270 h 1289896"/>
                <a:gd name="connsiteX189" fmla="*/ 1730586 w 2472266"/>
                <a:gd name="connsiteY189" fmla="*/ 510540 h 1289896"/>
                <a:gd name="connsiteX190" fmla="*/ 1744557 w 2472266"/>
                <a:gd name="connsiteY190" fmla="*/ 511810 h 1289896"/>
                <a:gd name="connsiteX191" fmla="*/ 1759797 w 2472266"/>
                <a:gd name="connsiteY191" fmla="*/ 514773 h 1289896"/>
                <a:gd name="connsiteX192" fmla="*/ 1773766 w 2472266"/>
                <a:gd name="connsiteY192" fmla="*/ 516043 h 1289896"/>
                <a:gd name="connsiteX193" fmla="*/ 1789007 w 2472266"/>
                <a:gd name="connsiteY193" fmla="*/ 517314 h 1289896"/>
                <a:gd name="connsiteX194" fmla="*/ 1802977 w 2472266"/>
                <a:gd name="connsiteY194" fmla="*/ 519854 h 1289896"/>
                <a:gd name="connsiteX195" fmla="*/ 1818216 w 2472266"/>
                <a:gd name="connsiteY195" fmla="*/ 521547 h 1289896"/>
                <a:gd name="connsiteX196" fmla="*/ 1833457 w 2472266"/>
                <a:gd name="connsiteY196" fmla="*/ 524087 h 1289896"/>
                <a:gd name="connsiteX197" fmla="*/ 1843193 w 2472266"/>
                <a:gd name="connsiteY197" fmla="*/ 542290 h 1289896"/>
                <a:gd name="connsiteX198" fmla="*/ 1843193 w 2472266"/>
                <a:gd name="connsiteY198" fmla="*/ 543560 h 1289896"/>
                <a:gd name="connsiteX199" fmla="*/ 1849966 w 2472266"/>
                <a:gd name="connsiteY199" fmla="*/ 557530 h 1289896"/>
                <a:gd name="connsiteX200" fmla="*/ 1852930 w 2472266"/>
                <a:gd name="connsiteY200" fmla="*/ 571500 h 1289896"/>
                <a:gd name="connsiteX201" fmla="*/ 1859703 w 2472266"/>
                <a:gd name="connsiteY201" fmla="*/ 585470 h 1289896"/>
                <a:gd name="connsiteX202" fmla="*/ 1872403 w 2472266"/>
                <a:gd name="connsiteY202" fmla="*/ 600710 h 1289896"/>
                <a:gd name="connsiteX203" fmla="*/ 1879600 w 2472266"/>
                <a:gd name="connsiteY203" fmla="*/ 600710 h 1289896"/>
                <a:gd name="connsiteX204" fmla="*/ 1894840 w 2472266"/>
                <a:gd name="connsiteY204" fmla="*/ 600710 h 1289896"/>
                <a:gd name="connsiteX205" fmla="*/ 1910080 w 2472266"/>
                <a:gd name="connsiteY205" fmla="*/ 600710 h 1289896"/>
                <a:gd name="connsiteX206" fmla="*/ 1915583 w 2472266"/>
                <a:gd name="connsiteY206" fmla="*/ 600710 h 1289896"/>
                <a:gd name="connsiteX207" fmla="*/ 1929553 w 2472266"/>
                <a:gd name="connsiteY207" fmla="*/ 599440 h 1289896"/>
                <a:gd name="connsiteX208" fmla="*/ 1944793 w 2472266"/>
                <a:gd name="connsiteY208" fmla="*/ 599440 h 1289896"/>
                <a:gd name="connsiteX209" fmla="*/ 1958764 w 2472266"/>
                <a:gd name="connsiteY209" fmla="*/ 599440 h 1289896"/>
                <a:gd name="connsiteX210" fmla="*/ 1972733 w 2472266"/>
                <a:gd name="connsiteY210" fmla="*/ 599440 h 1289896"/>
                <a:gd name="connsiteX211" fmla="*/ 1975697 w 2472266"/>
                <a:gd name="connsiteY211" fmla="*/ 599440 h 1289896"/>
                <a:gd name="connsiteX212" fmla="*/ 1989666 w 2472266"/>
                <a:gd name="connsiteY212" fmla="*/ 609177 h 1289896"/>
                <a:gd name="connsiteX213" fmla="*/ 1995170 w 2472266"/>
                <a:gd name="connsiteY213" fmla="*/ 623147 h 1289896"/>
                <a:gd name="connsiteX214" fmla="*/ 1995170 w 2472266"/>
                <a:gd name="connsiteY214" fmla="*/ 638387 h 1289896"/>
                <a:gd name="connsiteX215" fmla="*/ 2007870 w 2472266"/>
                <a:gd name="connsiteY215" fmla="*/ 652357 h 1289896"/>
                <a:gd name="connsiteX216" fmla="*/ 2007870 w 2472266"/>
                <a:gd name="connsiteY216" fmla="*/ 663364 h 1289896"/>
                <a:gd name="connsiteX217" fmla="*/ 2015066 w 2472266"/>
                <a:gd name="connsiteY217" fmla="*/ 678604 h 1289896"/>
                <a:gd name="connsiteX218" fmla="*/ 2029036 w 2472266"/>
                <a:gd name="connsiteY218" fmla="*/ 687070 h 1289896"/>
                <a:gd name="connsiteX219" fmla="*/ 2033270 w 2472266"/>
                <a:gd name="connsiteY219" fmla="*/ 688340 h 1289896"/>
                <a:gd name="connsiteX220" fmla="*/ 2034540 w 2472266"/>
                <a:gd name="connsiteY220" fmla="*/ 699347 h 1289896"/>
                <a:gd name="connsiteX221" fmla="*/ 2037080 w 2472266"/>
                <a:gd name="connsiteY221" fmla="*/ 702310 h 1289896"/>
                <a:gd name="connsiteX222" fmla="*/ 2051050 w 2472266"/>
                <a:gd name="connsiteY222" fmla="*/ 716280 h 1289896"/>
                <a:gd name="connsiteX223" fmla="*/ 2053590 w 2472266"/>
                <a:gd name="connsiteY223" fmla="*/ 719243 h 1289896"/>
                <a:gd name="connsiteX224" fmla="*/ 2052320 w 2472266"/>
                <a:gd name="connsiteY224" fmla="*/ 733214 h 1289896"/>
                <a:gd name="connsiteX225" fmla="*/ 2048086 w 2472266"/>
                <a:gd name="connsiteY225" fmla="*/ 723477 h 1289896"/>
                <a:gd name="connsiteX226" fmla="*/ 2042583 w 2472266"/>
                <a:gd name="connsiteY226" fmla="*/ 720514 h 1289896"/>
                <a:gd name="connsiteX227" fmla="*/ 2041314 w 2472266"/>
                <a:gd name="connsiteY227" fmla="*/ 734483 h 1289896"/>
                <a:gd name="connsiteX228" fmla="*/ 2039620 w 2472266"/>
                <a:gd name="connsiteY228" fmla="*/ 737447 h 1289896"/>
                <a:gd name="connsiteX229" fmla="*/ 2041314 w 2472266"/>
                <a:gd name="connsiteY229" fmla="*/ 740410 h 1289896"/>
                <a:gd name="connsiteX230" fmla="*/ 2042583 w 2472266"/>
                <a:gd name="connsiteY230" fmla="*/ 739140 h 1289896"/>
                <a:gd name="connsiteX231" fmla="*/ 2049780 w 2472266"/>
                <a:gd name="connsiteY231" fmla="*/ 740410 h 1289896"/>
                <a:gd name="connsiteX232" fmla="*/ 2052743 w 2472266"/>
                <a:gd name="connsiteY232" fmla="*/ 754380 h 1289896"/>
                <a:gd name="connsiteX233" fmla="*/ 2049780 w 2472266"/>
                <a:gd name="connsiteY233" fmla="*/ 755650 h 1289896"/>
                <a:gd name="connsiteX234" fmla="*/ 2051473 w 2472266"/>
                <a:gd name="connsiteY234" fmla="*/ 756920 h 1289896"/>
                <a:gd name="connsiteX235" fmla="*/ 2052743 w 2472266"/>
                <a:gd name="connsiteY235" fmla="*/ 758190 h 1289896"/>
                <a:gd name="connsiteX236" fmla="*/ 2055707 w 2472266"/>
                <a:gd name="connsiteY236" fmla="*/ 758190 h 1289896"/>
                <a:gd name="connsiteX237" fmla="*/ 2058670 w 2472266"/>
                <a:gd name="connsiteY237" fmla="*/ 755650 h 1289896"/>
                <a:gd name="connsiteX238" fmla="*/ 2072640 w 2472266"/>
                <a:gd name="connsiteY238" fmla="*/ 755650 h 1289896"/>
                <a:gd name="connsiteX239" fmla="*/ 2079414 w 2472266"/>
                <a:gd name="connsiteY239" fmla="*/ 762423 h 1289896"/>
                <a:gd name="connsiteX240" fmla="*/ 2083647 w 2472266"/>
                <a:gd name="connsiteY240" fmla="*/ 766657 h 1289896"/>
                <a:gd name="connsiteX241" fmla="*/ 2084916 w 2472266"/>
                <a:gd name="connsiteY241" fmla="*/ 769620 h 1289896"/>
                <a:gd name="connsiteX242" fmla="*/ 2090420 w 2472266"/>
                <a:gd name="connsiteY242" fmla="*/ 768350 h 1289896"/>
                <a:gd name="connsiteX243" fmla="*/ 2105660 w 2472266"/>
                <a:gd name="connsiteY243" fmla="*/ 766657 h 1289896"/>
                <a:gd name="connsiteX244" fmla="*/ 2119630 w 2472266"/>
                <a:gd name="connsiteY244" fmla="*/ 778087 h 1289896"/>
                <a:gd name="connsiteX245" fmla="*/ 2108623 w 2472266"/>
                <a:gd name="connsiteY245" fmla="*/ 793327 h 1289896"/>
                <a:gd name="connsiteX246" fmla="*/ 2122594 w 2472266"/>
                <a:gd name="connsiteY246" fmla="*/ 801793 h 1289896"/>
                <a:gd name="connsiteX247" fmla="*/ 2125557 w 2472266"/>
                <a:gd name="connsiteY247" fmla="*/ 815764 h 1289896"/>
                <a:gd name="connsiteX248" fmla="*/ 2125557 w 2472266"/>
                <a:gd name="connsiteY248" fmla="*/ 819997 h 1289896"/>
                <a:gd name="connsiteX249" fmla="*/ 2139527 w 2472266"/>
                <a:gd name="connsiteY249" fmla="*/ 824230 h 1289896"/>
                <a:gd name="connsiteX250" fmla="*/ 2138257 w 2472266"/>
                <a:gd name="connsiteY250" fmla="*/ 835237 h 1289896"/>
                <a:gd name="connsiteX251" fmla="*/ 2145030 w 2472266"/>
                <a:gd name="connsiteY251" fmla="*/ 836507 h 1289896"/>
                <a:gd name="connsiteX252" fmla="*/ 2153920 w 2472266"/>
                <a:gd name="connsiteY252" fmla="*/ 837777 h 1289896"/>
                <a:gd name="connsiteX253" fmla="*/ 2156036 w 2472266"/>
                <a:gd name="connsiteY253" fmla="*/ 838200 h 1289896"/>
                <a:gd name="connsiteX254" fmla="*/ 2162810 w 2472266"/>
                <a:gd name="connsiteY254" fmla="*/ 827193 h 1289896"/>
                <a:gd name="connsiteX255" fmla="*/ 2159847 w 2472266"/>
                <a:gd name="connsiteY255" fmla="*/ 833967 h 1289896"/>
                <a:gd name="connsiteX256" fmla="*/ 2169583 w 2472266"/>
                <a:gd name="connsiteY256" fmla="*/ 847937 h 1289896"/>
                <a:gd name="connsiteX257" fmla="*/ 2176357 w 2472266"/>
                <a:gd name="connsiteY257" fmla="*/ 856404 h 1289896"/>
                <a:gd name="connsiteX258" fmla="*/ 2176357 w 2472266"/>
                <a:gd name="connsiteY258" fmla="*/ 857673 h 1289896"/>
                <a:gd name="connsiteX259" fmla="*/ 2178050 w 2472266"/>
                <a:gd name="connsiteY259" fmla="*/ 857673 h 1289896"/>
                <a:gd name="connsiteX260" fmla="*/ 2191597 w 2472266"/>
                <a:gd name="connsiteY260" fmla="*/ 871643 h 1289896"/>
                <a:gd name="connsiteX261" fmla="*/ 2195830 w 2472266"/>
                <a:gd name="connsiteY261" fmla="*/ 874607 h 1289896"/>
                <a:gd name="connsiteX262" fmla="*/ 2209800 w 2472266"/>
                <a:gd name="connsiteY262" fmla="*/ 883073 h 1289896"/>
                <a:gd name="connsiteX263" fmla="*/ 2212764 w 2472266"/>
                <a:gd name="connsiteY263" fmla="*/ 883073 h 1289896"/>
                <a:gd name="connsiteX264" fmla="*/ 2220807 w 2472266"/>
                <a:gd name="connsiteY264" fmla="*/ 884343 h 1289896"/>
                <a:gd name="connsiteX265" fmla="*/ 2225040 w 2472266"/>
                <a:gd name="connsiteY265" fmla="*/ 885614 h 1289896"/>
                <a:gd name="connsiteX266" fmla="*/ 2228003 w 2472266"/>
                <a:gd name="connsiteY266" fmla="*/ 889847 h 1289896"/>
                <a:gd name="connsiteX267" fmla="*/ 2229697 w 2472266"/>
                <a:gd name="connsiteY267" fmla="*/ 891117 h 1289896"/>
                <a:gd name="connsiteX268" fmla="*/ 2230966 w 2472266"/>
                <a:gd name="connsiteY268" fmla="*/ 892810 h 1289896"/>
                <a:gd name="connsiteX269" fmla="*/ 2242397 w 2472266"/>
                <a:gd name="connsiteY269" fmla="*/ 906780 h 1289896"/>
                <a:gd name="connsiteX270" fmla="*/ 2253403 w 2472266"/>
                <a:gd name="connsiteY270" fmla="*/ 919480 h 1289896"/>
                <a:gd name="connsiteX271" fmla="*/ 2240703 w 2472266"/>
                <a:gd name="connsiteY271" fmla="*/ 911014 h 1289896"/>
                <a:gd name="connsiteX272" fmla="*/ 2239433 w 2472266"/>
                <a:gd name="connsiteY272" fmla="*/ 911014 h 1289896"/>
                <a:gd name="connsiteX273" fmla="*/ 2236470 w 2472266"/>
                <a:gd name="connsiteY273" fmla="*/ 912283 h 1289896"/>
                <a:gd name="connsiteX274" fmla="*/ 2230966 w 2472266"/>
                <a:gd name="connsiteY274" fmla="*/ 901277 h 1289896"/>
                <a:gd name="connsiteX275" fmla="*/ 2229697 w 2472266"/>
                <a:gd name="connsiteY275" fmla="*/ 913977 h 1289896"/>
                <a:gd name="connsiteX276" fmla="*/ 2230966 w 2472266"/>
                <a:gd name="connsiteY276" fmla="*/ 916940 h 1289896"/>
                <a:gd name="connsiteX277" fmla="*/ 2233930 w 2472266"/>
                <a:gd name="connsiteY277" fmla="*/ 918210 h 1289896"/>
                <a:gd name="connsiteX278" fmla="*/ 2232660 w 2472266"/>
                <a:gd name="connsiteY278" fmla="*/ 927947 h 1289896"/>
                <a:gd name="connsiteX279" fmla="*/ 2232660 w 2472266"/>
                <a:gd name="connsiteY279" fmla="*/ 932180 h 1289896"/>
                <a:gd name="connsiteX280" fmla="*/ 2235623 w 2472266"/>
                <a:gd name="connsiteY280" fmla="*/ 935143 h 1289896"/>
                <a:gd name="connsiteX281" fmla="*/ 2242397 w 2472266"/>
                <a:gd name="connsiteY281" fmla="*/ 950383 h 1289896"/>
                <a:gd name="connsiteX282" fmla="*/ 2256366 w 2472266"/>
                <a:gd name="connsiteY282" fmla="*/ 955887 h 1289896"/>
                <a:gd name="connsiteX283" fmla="*/ 2258907 w 2472266"/>
                <a:gd name="connsiteY283" fmla="*/ 955887 h 1289896"/>
                <a:gd name="connsiteX284" fmla="*/ 2261870 w 2472266"/>
                <a:gd name="connsiteY284" fmla="*/ 958850 h 1289896"/>
                <a:gd name="connsiteX285" fmla="*/ 2267373 w 2472266"/>
                <a:gd name="connsiteY285" fmla="*/ 972820 h 1289896"/>
                <a:gd name="connsiteX286" fmla="*/ 2268644 w 2472266"/>
                <a:gd name="connsiteY286" fmla="*/ 986790 h 1289896"/>
                <a:gd name="connsiteX287" fmla="*/ 2268644 w 2472266"/>
                <a:gd name="connsiteY287" fmla="*/ 989754 h 1289896"/>
                <a:gd name="connsiteX288" fmla="*/ 2267373 w 2472266"/>
                <a:gd name="connsiteY288" fmla="*/ 999490 h 1289896"/>
                <a:gd name="connsiteX289" fmla="*/ 2253403 w 2472266"/>
                <a:gd name="connsiteY289" fmla="*/ 1007533 h 1289896"/>
                <a:gd name="connsiteX290" fmla="*/ 2239433 w 2472266"/>
                <a:gd name="connsiteY290" fmla="*/ 1000337 h 1289896"/>
                <a:gd name="connsiteX291" fmla="*/ 2239433 w 2472266"/>
                <a:gd name="connsiteY291" fmla="*/ 1010073 h 1289896"/>
                <a:gd name="connsiteX292" fmla="*/ 2240703 w 2472266"/>
                <a:gd name="connsiteY292" fmla="*/ 1015577 h 1289896"/>
                <a:gd name="connsiteX293" fmla="*/ 2239433 w 2472266"/>
                <a:gd name="connsiteY293" fmla="*/ 1026583 h 1289896"/>
                <a:gd name="connsiteX294" fmla="*/ 2240703 w 2472266"/>
                <a:gd name="connsiteY294" fmla="*/ 1027854 h 1289896"/>
                <a:gd name="connsiteX295" fmla="*/ 2242397 w 2472266"/>
                <a:gd name="connsiteY295" fmla="*/ 1027854 h 1289896"/>
                <a:gd name="connsiteX296" fmla="*/ 2256366 w 2472266"/>
                <a:gd name="connsiteY296" fmla="*/ 1027854 h 1289896"/>
                <a:gd name="connsiteX297" fmla="*/ 2257636 w 2472266"/>
                <a:gd name="connsiteY297" fmla="*/ 1043093 h 1289896"/>
                <a:gd name="connsiteX298" fmla="*/ 2263564 w 2472266"/>
                <a:gd name="connsiteY298" fmla="*/ 1057064 h 1289896"/>
                <a:gd name="connsiteX299" fmla="*/ 2275840 w 2472266"/>
                <a:gd name="connsiteY299" fmla="*/ 1071033 h 1289896"/>
                <a:gd name="connsiteX300" fmla="*/ 2281344 w 2472266"/>
                <a:gd name="connsiteY300" fmla="*/ 1085004 h 1289896"/>
                <a:gd name="connsiteX301" fmla="*/ 2266103 w 2472266"/>
                <a:gd name="connsiteY301" fmla="*/ 1071033 h 1289896"/>
                <a:gd name="connsiteX302" fmla="*/ 2275840 w 2472266"/>
                <a:gd name="connsiteY302" fmla="*/ 1085004 h 1289896"/>
                <a:gd name="connsiteX303" fmla="*/ 2287270 w 2472266"/>
                <a:gd name="connsiteY303" fmla="*/ 1100243 h 1289896"/>
                <a:gd name="connsiteX304" fmla="*/ 2302510 w 2472266"/>
                <a:gd name="connsiteY304" fmla="*/ 1109980 h 1289896"/>
                <a:gd name="connsiteX305" fmla="*/ 2316057 w 2472266"/>
                <a:gd name="connsiteY305" fmla="*/ 1120987 h 1289896"/>
                <a:gd name="connsiteX306" fmla="*/ 2323253 w 2472266"/>
                <a:gd name="connsiteY306" fmla="*/ 1134957 h 1289896"/>
                <a:gd name="connsiteX307" fmla="*/ 2325794 w 2472266"/>
                <a:gd name="connsiteY307" fmla="*/ 1148927 h 1289896"/>
                <a:gd name="connsiteX308" fmla="*/ 2331297 w 2472266"/>
                <a:gd name="connsiteY308" fmla="*/ 1164167 h 1289896"/>
                <a:gd name="connsiteX309" fmla="*/ 2332990 w 2472266"/>
                <a:gd name="connsiteY309" fmla="*/ 1179407 h 1289896"/>
                <a:gd name="connsiteX310" fmla="*/ 2346960 w 2472266"/>
                <a:gd name="connsiteY310" fmla="*/ 1193377 h 1289896"/>
                <a:gd name="connsiteX311" fmla="*/ 2352464 w 2472266"/>
                <a:gd name="connsiteY311" fmla="*/ 1204383 h 1289896"/>
                <a:gd name="connsiteX312" fmla="*/ 2362200 w 2472266"/>
                <a:gd name="connsiteY312" fmla="*/ 1218354 h 1289896"/>
                <a:gd name="connsiteX313" fmla="*/ 2365164 w 2472266"/>
                <a:gd name="connsiteY313" fmla="*/ 1233593 h 1289896"/>
                <a:gd name="connsiteX314" fmla="*/ 2377440 w 2472266"/>
                <a:gd name="connsiteY314" fmla="*/ 1234864 h 1289896"/>
                <a:gd name="connsiteX315" fmla="*/ 2378710 w 2472266"/>
                <a:gd name="connsiteY315" fmla="*/ 1237404 h 1289896"/>
                <a:gd name="connsiteX316" fmla="*/ 2382944 w 2472266"/>
                <a:gd name="connsiteY316" fmla="*/ 1244177 h 1289896"/>
                <a:gd name="connsiteX317" fmla="*/ 2391410 w 2472266"/>
                <a:gd name="connsiteY317" fmla="*/ 1253914 h 1289896"/>
                <a:gd name="connsiteX318" fmla="*/ 2405380 w 2472266"/>
                <a:gd name="connsiteY318" fmla="*/ 1264920 h 1289896"/>
                <a:gd name="connsiteX319" fmla="*/ 2420620 w 2472266"/>
                <a:gd name="connsiteY319" fmla="*/ 1267883 h 1289896"/>
                <a:gd name="connsiteX320" fmla="*/ 2423583 w 2472266"/>
                <a:gd name="connsiteY320" fmla="*/ 1264920 h 1289896"/>
                <a:gd name="connsiteX321" fmla="*/ 2434590 w 2472266"/>
                <a:gd name="connsiteY321" fmla="*/ 1256454 h 1289896"/>
                <a:gd name="connsiteX322" fmla="*/ 2448560 w 2472266"/>
                <a:gd name="connsiteY322" fmla="*/ 1259417 h 1289896"/>
                <a:gd name="connsiteX323" fmla="*/ 2448560 w 2472266"/>
                <a:gd name="connsiteY323" fmla="*/ 1274657 h 1289896"/>
                <a:gd name="connsiteX324" fmla="*/ 2458297 w 2472266"/>
                <a:gd name="connsiteY324" fmla="*/ 1261957 h 1289896"/>
                <a:gd name="connsiteX325" fmla="*/ 2472266 w 2472266"/>
                <a:gd name="connsiteY325" fmla="*/ 1266190 h 1289896"/>
                <a:gd name="connsiteX326" fmla="*/ 2461260 w 2472266"/>
                <a:gd name="connsiteY326" fmla="*/ 1280160 h 1289896"/>
                <a:gd name="connsiteX327" fmla="*/ 2456180 w 2472266"/>
                <a:gd name="connsiteY327" fmla="*/ 1289897 h 1289896"/>
                <a:gd name="connsiteX328" fmla="*/ 0 w 2472266"/>
                <a:gd name="connsiteY328" fmla="*/ 689610 h 1289896"/>
                <a:gd name="connsiteX329" fmla="*/ 0 w 2472266"/>
                <a:gd name="connsiteY329" fmla="*/ 703580 h 1289896"/>
                <a:gd name="connsiteX330" fmla="*/ 13970 w 2472266"/>
                <a:gd name="connsiteY330" fmla="*/ 703580 h 1289896"/>
                <a:gd name="connsiteX331" fmla="*/ 0 w 2472266"/>
                <a:gd name="connsiteY331" fmla="*/ 689610 h 1289896"/>
                <a:gd name="connsiteX332" fmla="*/ 2163657 w 2472266"/>
                <a:gd name="connsiteY332" fmla="*/ 809837 h 1289896"/>
                <a:gd name="connsiteX333" fmla="*/ 2177627 w 2472266"/>
                <a:gd name="connsiteY333" fmla="*/ 808567 h 1289896"/>
                <a:gd name="connsiteX334" fmla="*/ 2175086 w 2472266"/>
                <a:gd name="connsiteY334" fmla="*/ 805604 h 1289896"/>
                <a:gd name="connsiteX335" fmla="*/ 2161116 w 2472266"/>
                <a:gd name="connsiteY335" fmla="*/ 800100 h 1289896"/>
                <a:gd name="connsiteX336" fmla="*/ 2153073 w 2472266"/>
                <a:gd name="connsiteY336" fmla="*/ 808567 h 1289896"/>
                <a:gd name="connsiteX337" fmla="*/ 2163657 w 2472266"/>
                <a:gd name="connsiteY337" fmla="*/ 809837 h 1289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2472266" h="1289896">
                  <a:moveTo>
                    <a:pt x="2456180" y="1289897"/>
                  </a:moveTo>
                  <a:lnTo>
                    <a:pt x="457200" y="1289897"/>
                  </a:lnTo>
                  <a:lnTo>
                    <a:pt x="456777" y="1284817"/>
                  </a:lnTo>
                  <a:lnTo>
                    <a:pt x="447040" y="1270847"/>
                  </a:lnTo>
                  <a:lnTo>
                    <a:pt x="444077" y="1264073"/>
                  </a:lnTo>
                  <a:lnTo>
                    <a:pt x="431800" y="1248833"/>
                  </a:lnTo>
                  <a:lnTo>
                    <a:pt x="422063" y="1234864"/>
                  </a:lnTo>
                  <a:lnTo>
                    <a:pt x="410633" y="1219623"/>
                  </a:lnTo>
                  <a:lnTo>
                    <a:pt x="424603" y="1209887"/>
                  </a:lnTo>
                  <a:lnTo>
                    <a:pt x="425873" y="1192954"/>
                  </a:lnTo>
                  <a:lnTo>
                    <a:pt x="421640" y="1184487"/>
                  </a:lnTo>
                  <a:lnTo>
                    <a:pt x="422910" y="1169247"/>
                  </a:lnTo>
                  <a:lnTo>
                    <a:pt x="411480" y="1155277"/>
                  </a:lnTo>
                  <a:lnTo>
                    <a:pt x="400473" y="1141307"/>
                  </a:lnTo>
                  <a:lnTo>
                    <a:pt x="393277" y="1126067"/>
                  </a:lnTo>
                  <a:lnTo>
                    <a:pt x="384810" y="1110827"/>
                  </a:lnTo>
                  <a:lnTo>
                    <a:pt x="376343" y="1096857"/>
                  </a:lnTo>
                  <a:lnTo>
                    <a:pt x="365336" y="1081617"/>
                  </a:lnTo>
                  <a:lnTo>
                    <a:pt x="350096" y="1073573"/>
                  </a:lnTo>
                  <a:lnTo>
                    <a:pt x="336127" y="1058333"/>
                  </a:lnTo>
                  <a:lnTo>
                    <a:pt x="331893" y="1044364"/>
                  </a:lnTo>
                  <a:lnTo>
                    <a:pt x="336127" y="1034627"/>
                  </a:lnTo>
                  <a:lnTo>
                    <a:pt x="328930" y="1017693"/>
                  </a:lnTo>
                  <a:lnTo>
                    <a:pt x="314960" y="1014730"/>
                  </a:lnTo>
                  <a:lnTo>
                    <a:pt x="302260" y="1000760"/>
                  </a:lnTo>
                  <a:lnTo>
                    <a:pt x="295486" y="985520"/>
                  </a:lnTo>
                  <a:lnTo>
                    <a:pt x="287020" y="970280"/>
                  </a:lnTo>
                  <a:lnTo>
                    <a:pt x="279823" y="955040"/>
                  </a:lnTo>
                  <a:lnTo>
                    <a:pt x="271357" y="941070"/>
                  </a:lnTo>
                  <a:lnTo>
                    <a:pt x="262890" y="925830"/>
                  </a:lnTo>
                  <a:lnTo>
                    <a:pt x="251883" y="911860"/>
                  </a:lnTo>
                  <a:lnTo>
                    <a:pt x="239183" y="896620"/>
                  </a:lnTo>
                  <a:lnTo>
                    <a:pt x="232410" y="882650"/>
                  </a:lnTo>
                  <a:lnTo>
                    <a:pt x="220980" y="867410"/>
                  </a:lnTo>
                  <a:lnTo>
                    <a:pt x="205740" y="853440"/>
                  </a:lnTo>
                  <a:lnTo>
                    <a:pt x="196003" y="839470"/>
                  </a:lnTo>
                  <a:lnTo>
                    <a:pt x="194733" y="825500"/>
                  </a:lnTo>
                  <a:lnTo>
                    <a:pt x="183727" y="811530"/>
                  </a:lnTo>
                  <a:lnTo>
                    <a:pt x="168486" y="799254"/>
                  </a:lnTo>
                  <a:lnTo>
                    <a:pt x="157480" y="785283"/>
                  </a:lnTo>
                  <a:lnTo>
                    <a:pt x="149013" y="770043"/>
                  </a:lnTo>
                  <a:lnTo>
                    <a:pt x="146473" y="754804"/>
                  </a:lnTo>
                  <a:lnTo>
                    <a:pt x="136736" y="740833"/>
                  </a:lnTo>
                  <a:lnTo>
                    <a:pt x="124460" y="726864"/>
                  </a:lnTo>
                  <a:lnTo>
                    <a:pt x="118957" y="711623"/>
                  </a:lnTo>
                  <a:lnTo>
                    <a:pt x="104986" y="697654"/>
                  </a:lnTo>
                  <a:lnTo>
                    <a:pt x="104986" y="696383"/>
                  </a:lnTo>
                  <a:lnTo>
                    <a:pt x="99483" y="682414"/>
                  </a:lnTo>
                  <a:lnTo>
                    <a:pt x="85513" y="678180"/>
                  </a:lnTo>
                  <a:lnTo>
                    <a:pt x="69850" y="672677"/>
                  </a:lnTo>
                  <a:lnTo>
                    <a:pt x="64346" y="675640"/>
                  </a:lnTo>
                  <a:lnTo>
                    <a:pt x="50377" y="672677"/>
                  </a:lnTo>
                  <a:lnTo>
                    <a:pt x="36407" y="675640"/>
                  </a:lnTo>
                  <a:lnTo>
                    <a:pt x="22436" y="674370"/>
                  </a:lnTo>
                  <a:lnTo>
                    <a:pt x="18203" y="688340"/>
                  </a:lnTo>
                  <a:lnTo>
                    <a:pt x="9736" y="674370"/>
                  </a:lnTo>
                  <a:lnTo>
                    <a:pt x="15240" y="665904"/>
                  </a:lnTo>
                  <a:lnTo>
                    <a:pt x="22436" y="651933"/>
                  </a:lnTo>
                  <a:lnTo>
                    <a:pt x="26670" y="637964"/>
                  </a:lnTo>
                  <a:lnTo>
                    <a:pt x="30903" y="623993"/>
                  </a:lnTo>
                  <a:lnTo>
                    <a:pt x="35136" y="610023"/>
                  </a:lnTo>
                  <a:lnTo>
                    <a:pt x="37677" y="596054"/>
                  </a:lnTo>
                  <a:lnTo>
                    <a:pt x="36407" y="586317"/>
                  </a:lnTo>
                  <a:lnTo>
                    <a:pt x="34713" y="572347"/>
                  </a:lnTo>
                  <a:lnTo>
                    <a:pt x="38946" y="558377"/>
                  </a:lnTo>
                  <a:lnTo>
                    <a:pt x="40217" y="543137"/>
                  </a:lnTo>
                  <a:lnTo>
                    <a:pt x="40217" y="534670"/>
                  </a:lnTo>
                  <a:lnTo>
                    <a:pt x="40217" y="519430"/>
                  </a:lnTo>
                  <a:lnTo>
                    <a:pt x="42757" y="505460"/>
                  </a:lnTo>
                  <a:lnTo>
                    <a:pt x="44450" y="491490"/>
                  </a:lnTo>
                  <a:lnTo>
                    <a:pt x="47413" y="477520"/>
                  </a:lnTo>
                  <a:lnTo>
                    <a:pt x="51646" y="463550"/>
                  </a:lnTo>
                  <a:lnTo>
                    <a:pt x="52917" y="463550"/>
                  </a:lnTo>
                  <a:lnTo>
                    <a:pt x="57150" y="465243"/>
                  </a:lnTo>
                  <a:lnTo>
                    <a:pt x="71120" y="468207"/>
                  </a:lnTo>
                  <a:lnTo>
                    <a:pt x="85090" y="469477"/>
                  </a:lnTo>
                  <a:lnTo>
                    <a:pt x="99060" y="472017"/>
                  </a:lnTo>
                  <a:lnTo>
                    <a:pt x="113030" y="474980"/>
                  </a:lnTo>
                  <a:lnTo>
                    <a:pt x="127000" y="477520"/>
                  </a:lnTo>
                  <a:lnTo>
                    <a:pt x="140970" y="480483"/>
                  </a:lnTo>
                  <a:lnTo>
                    <a:pt x="154940" y="481754"/>
                  </a:lnTo>
                  <a:lnTo>
                    <a:pt x="168910" y="484717"/>
                  </a:lnTo>
                  <a:lnTo>
                    <a:pt x="184150" y="487680"/>
                  </a:lnTo>
                  <a:lnTo>
                    <a:pt x="198120" y="490643"/>
                  </a:lnTo>
                  <a:lnTo>
                    <a:pt x="210820" y="493607"/>
                  </a:lnTo>
                  <a:lnTo>
                    <a:pt x="212090" y="493607"/>
                  </a:lnTo>
                  <a:lnTo>
                    <a:pt x="226060" y="480907"/>
                  </a:lnTo>
                  <a:lnTo>
                    <a:pt x="238760" y="468630"/>
                  </a:lnTo>
                  <a:lnTo>
                    <a:pt x="252730" y="455930"/>
                  </a:lnTo>
                  <a:lnTo>
                    <a:pt x="267970" y="443230"/>
                  </a:lnTo>
                  <a:lnTo>
                    <a:pt x="276436" y="427990"/>
                  </a:lnTo>
                  <a:lnTo>
                    <a:pt x="283210" y="414020"/>
                  </a:lnTo>
                  <a:lnTo>
                    <a:pt x="289983" y="400050"/>
                  </a:lnTo>
                  <a:lnTo>
                    <a:pt x="296757" y="386080"/>
                  </a:lnTo>
                  <a:lnTo>
                    <a:pt x="310727" y="377614"/>
                  </a:lnTo>
                  <a:lnTo>
                    <a:pt x="324696" y="375073"/>
                  </a:lnTo>
                  <a:lnTo>
                    <a:pt x="338667" y="370840"/>
                  </a:lnTo>
                  <a:lnTo>
                    <a:pt x="352636" y="367877"/>
                  </a:lnTo>
                  <a:lnTo>
                    <a:pt x="366607" y="364914"/>
                  </a:lnTo>
                  <a:lnTo>
                    <a:pt x="380153" y="361950"/>
                  </a:lnTo>
                  <a:lnTo>
                    <a:pt x="398357" y="360257"/>
                  </a:lnTo>
                  <a:lnTo>
                    <a:pt x="408940" y="349673"/>
                  </a:lnTo>
                  <a:lnTo>
                    <a:pt x="420370" y="300567"/>
                  </a:lnTo>
                  <a:lnTo>
                    <a:pt x="465243" y="273473"/>
                  </a:lnTo>
                  <a:lnTo>
                    <a:pt x="395393" y="194733"/>
                  </a:lnTo>
                  <a:lnTo>
                    <a:pt x="402590" y="197697"/>
                  </a:lnTo>
                  <a:lnTo>
                    <a:pt x="388620" y="183727"/>
                  </a:lnTo>
                  <a:lnTo>
                    <a:pt x="378883" y="172720"/>
                  </a:lnTo>
                  <a:lnTo>
                    <a:pt x="364913" y="158750"/>
                  </a:lnTo>
                  <a:lnTo>
                    <a:pt x="319617" y="107104"/>
                  </a:lnTo>
                  <a:lnTo>
                    <a:pt x="462703" y="57573"/>
                  </a:lnTo>
                  <a:lnTo>
                    <a:pt x="479213" y="54187"/>
                  </a:lnTo>
                  <a:lnTo>
                    <a:pt x="483446" y="54187"/>
                  </a:lnTo>
                  <a:lnTo>
                    <a:pt x="484717" y="52917"/>
                  </a:lnTo>
                  <a:lnTo>
                    <a:pt x="499957" y="48683"/>
                  </a:lnTo>
                  <a:lnTo>
                    <a:pt x="513927" y="44450"/>
                  </a:lnTo>
                  <a:lnTo>
                    <a:pt x="524933" y="40217"/>
                  </a:lnTo>
                  <a:lnTo>
                    <a:pt x="540173" y="35983"/>
                  </a:lnTo>
                  <a:lnTo>
                    <a:pt x="554143" y="31750"/>
                  </a:lnTo>
                  <a:lnTo>
                    <a:pt x="568113" y="27517"/>
                  </a:lnTo>
                  <a:lnTo>
                    <a:pt x="573617" y="26247"/>
                  </a:lnTo>
                  <a:lnTo>
                    <a:pt x="587163" y="22014"/>
                  </a:lnTo>
                  <a:lnTo>
                    <a:pt x="601133" y="11007"/>
                  </a:lnTo>
                  <a:lnTo>
                    <a:pt x="612140" y="0"/>
                  </a:lnTo>
                  <a:lnTo>
                    <a:pt x="632883" y="4233"/>
                  </a:lnTo>
                  <a:lnTo>
                    <a:pt x="651086" y="6773"/>
                  </a:lnTo>
                  <a:lnTo>
                    <a:pt x="655320" y="8043"/>
                  </a:lnTo>
                  <a:lnTo>
                    <a:pt x="674793" y="11007"/>
                  </a:lnTo>
                  <a:lnTo>
                    <a:pt x="690033" y="13970"/>
                  </a:lnTo>
                  <a:lnTo>
                    <a:pt x="704003" y="16933"/>
                  </a:lnTo>
                  <a:lnTo>
                    <a:pt x="730250" y="21167"/>
                  </a:lnTo>
                  <a:lnTo>
                    <a:pt x="738717" y="22437"/>
                  </a:lnTo>
                  <a:lnTo>
                    <a:pt x="755227" y="25400"/>
                  </a:lnTo>
                  <a:lnTo>
                    <a:pt x="776393" y="29633"/>
                  </a:lnTo>
                  <a:lnTo>
                    <a:pt x="790363" y="32173"/>
                  </a:lnTo>
                  <a:lnTo>
                    <a:pt x="815340" y="47414"/>
                  </a:lnTo>
                  <a:lnTo>
                    <a:pt x="837353" y="61383"/>
                  </a:lnTo>
                  <a:lnTo>
                    <a:pt x="864023" y="77893"/>
                  </a:lnTo>
                  <a:lnTo>
                    <a:pt x="884767" y="90593"/>
                  </a:lnTo>
                  <a:lnTo>
                    <a:pt x="915246" y="111760"/>
                  </a:lnTo>
                  <a:lnTo>
                    <a:pt x="940223" y="127000"/>
                  </a:lnTo>
                  <a:lnTo>
                    <a:pt x="941917" y="128270"/>
                  </a:lnTo>
                  <a:lnTo>
                    <a:pt x="958427" y="136737"/>
                  </a:lnTo>
                  <a:lnTo>
                    <a:pt x="973667" y="142240"/>
                  </a:lnTo>
                  <a:lnTo>
                    <a:pt x="975360" y="143510"/>
                  </a:lnTo>
                  <a:lnTo>
                    <a:pt x="990600" y="150283"/>
                  </a:lnTo>
                  <a:lnTo>
                    <a:pt x="1005840" y="157480"/>
                  </a:lnTo>
                  <a:lnTo>
                    <a:pt x="1019810" y="164677"/>
                  </a:lnTo>
                  <a:lnTo>
                    <a:pt x="1035050" y="170180"/>
                  </a:lnTo>
                  <a:lnTo>
                    <a:pt x="1058757" y="189654"/>
                  </a:lnTo>
                  <a:lnTo>
                    <a:pt x="1084157" y="210397"/>
                  </a:lnTo>
                  <a:lnTo>
                    <a:pt x="1102360" y="225637"/>
                  </a:lnTo>
                  <a:lnTo>
                    <a:pt x="1121833" y="242570"/>
                  </a:lnTo>
                  <a:lnTo>
                    <a:pt x="1151043" y="266277"/>
                  </a:lnTo>
                  <a:lnTo>
                    <a:pt x="1165014" y="277283"/>
                  </a:lnTo>
                  <a:lnTo>
                    <a:pt x="1180253" y="288290"/>
                  </a:lnTo>
                  <a:lnTo>
                    <a:pt x="1200997" y="303530"/>
                  </a:lnTo>
                  <a:lnTo>
                    <a:pt x="1217930" y="316230"/>
                  </a:lnTo>
                  <a:lnTo>
                    <a:pt x="1231477" y="327237"/>
                  </a:lnTo>
                  <a:lnTo>
                    <a:pt x="1248410" y="341207"/>
                  </a:lnTo>
                  <a:lnTo>
                    <a:pt x="1267883" y="355177"/>
                  </a:lnTo>
                  <a:lnTo>
                    <a:pt x="1269153" y="356447"/>
                  </a:lnTo>
                  <a:lnTo>
                    <a:pt x="1270847" y="357717"/>
                  </a:lnTo>
                  <a:lnTo>
                    <a:pt x="1286086" y="370417"/>
                  </a:lnTo>
                  <a:lnTo>
                    <a:pt x="1301327" y="380154"/>
                  </a:lnTo>
                  <a:lnTo>
                    <a:pt x="1303020" y="381423"/>
                  </a:lnTo>
                  <a:lnTo>
                    <a:pt x="1321223" y="396664"/>
                  </a:lnTo>
                  <a:lnTo>
                    <a:pt x="1339003" y="410633"/>
                  </a:lnTo>
                  <a:lnTo>
                    <a:pt x="1368214" y="433070"/>
                  </a:lnTo>
                  <a:lnTo>
                    <a:pt x="1388957" y="449580"/>
                  </a:lnTo>
                  <a:lnTo>
                    <a:pt x="1406736" y="463550"/>
                  </a:lnTo>
                  <a:lnTo>
                    <a:pt x="1424940" y="477520"/>
                  </a:lnTo>
                  <a:lnTo>
                    <a:pt x="1440180" y="490220"/>
                  </a:lnTo>
                  <a:lnTo>
                    <a:pt x="1458383" y="491490"/>
                  </a:lnTo>
                  <a:lnTo>
                    <a:pt x="1473623" y="492760"/>
                  </a:lnTo>
                  <a:lnTo>
                    <a:pt x="1480397" y="494030"/>
                  </a:lnTo>
                  <a:lnTo>
                    <a:pt x="1495636" y="495300"/>
                  </a:lnTo>
                  <a:lnTo>
                    <a:pt x="1520614" y="496570"/>
                  </a:lnTo>
                  <a:lnTo>
                    <a:pt x="1545590" y="499533"/>
                  </a:lnTo>
                  <a:lnTo>
                    <a:pt x="1569297" y="502497"/>
                  </a:lnTo>
                  <a:lnTo>
                    <a:pt x="1593003" y="503767"/>
                  </a:lnTo>
                  <a:lnTo>
                    <a:pt x="1613747" y="506730"/>
                  </a:lnTo>
                  <a:lnTo>
                    <a:pt x="1640416" y="509693"/>
                  </a:lnTo>
                  <a:lnTo>
                    <a:pt x="1667933" y="512233"/>
                  </a:lnTo>
                  <a:lnTo>
                    <a:pt x="1683597" y="513504"/>
                  </a:lnTo>
                  <a:lnTo>
                    <a:pt x="1697566" y="508000"/>
                  </a:lnTo>
                  <a:lnTo>
                    <a:pt x="1701800" y="506730"/>
                  </a:lnTo>
                  <a:lnTo>
                    <a:pt x="1703070" y="503767"/>
                  </a:lnTo>
                  <a:lnTo>
                    <a:pt x="1725083" y="509270"/>
                  </a:lnTo>
                  <a:lnTo>
                    <a:pt x="1730586" y="510540"/>
                  </a:lnTo>
                  <a:lnTo>
                    <a:pt x="1744557" y="511810"/>
                  </a:lnTo>
                  <a:lnTo>
                    <a:pt x="1759797" y="514773"/>
                  </a:lnTo>
                  <a:lnTo>
                    <a:pt x="1773766" y="516043"/>
                  </a:lnTo>
                  <a:lnTo>
                    <a:pt x="1789007" y="517314"/>
                  </a:lnTo>
                  <a:lnTo>
                    <a:pt x="1802977" y="519854"/>
                  </a:lnTo>
                  <a:lnTo>
                    <a:pt x="1818216" y="521547"/>
                  </a:lnTo>
                  <a:lnTo>
                    <a:pt x="1833457" y="524087"/>
                  </a:lnTo>
                  <a:lnTo>
                    <a:pt x="1843193" y="542290"/>
                  </a:lnTo>
                  <a:lnTo>
                    <a:pt x="1843193" y="543560"/>
                  </a:lnTo>
                  <a:lnTo>
                    <a:pt x="1849966" y="557530"/>
                  </a:lnTo>
                  <a:lnTo>
                    <a:pt x="1852930" y="571500"/>
                  </a:lnTo>
                  <a:lnTo>
                    <a:pt x="1859703" y="585470"/>
                  </a:lnTo>
                  <a:lnTo>
                    <a:pt x="1872403" y="600710"/>
                  </a:lnTo>
                  <a:lnTo>
                    <a:pt x="1879600" y="600710"/>
                  </a:lnTo>
                  <a:lnTo>
                    <a:pt x="1894840" y="600710"/>
                  </a:lnTo>
                  <a:lnTo>
                    <a:pt x="1910080" y="600710"/>
                  </a:lnTo>
                  <a:lnTo>
                    <a:pt x="1915583" y="600710"/>
                  </a:lnTo>
                  <a:lnTo>
                    <a:pt x="1929553" y="599440"/>
                  </a:lnTo>
                  <a:lnTo>
                    <a:pt x="1944793" y="599440"/>
                  </a:lnTo>
                  <a:lnTo>
                    <a:pt x="1958764" y="599440"/>
                  </a:lnTo>
                  <a:lnTo>
                    <a:pt x="1972733" y="599440"/>
                  </a:lnTo>
                  <a:lnTo>
                    <a:pt x="1975697" y="599440"/>
                  </a:lnTo>
                  <a:lnTo>
                    <a:pt x="1989666" y="609177"/>
                  </a:lnTo>
                  <a:lnTo>
                    <a:pt x="1995170" y="623147"/>
                  </a:lnTo>
                  <a:lnTo>
                    <a:pt x="1995170" y="638387"/>
                  </a:lnTo>
                  <a:lnTo>
                    <a:pt x="2007870" y="652357"/>
                  </a:lnTo>
                  <a:lnTo>
                    <a:pt x="2007870" y="663364"/>
                  </a:lnTo>
                  <a:lnTo>
                    <a:pt x="2015066" y="678604"/>
                  </a:lnTo>
                  <a:lnTo>
                    <a:pt x="2029036" y="687070"/>
                  </a:lnTo>
                  <a:lnTo>
                    <a:pt x="2033270" y="688340"/>
                  </a:lnTo>
                  <a:lnTo>
                    <a:pt x="2034540" y="699347"/>
                  </a:lnTo>
                  <a:lnTo>
                    <a:pt x="2037080" y="702310"/>
                  </a:lnTo>
                  <a:lnTo>
                    <a:pt x="2051050" y="716280"/>
                  </a:lnTo>
                  <a:lnTo>
                    <a:pt x="2053590" y="719243"/>
                  </a:lnTo>
                  <a:lnTo>
                    <a:pt x="2052320" y="733214"/>
                  </a:lnTo>
                  <a:lnTo>
                    <a:pt x="2048086" y="723477"/>
                  </a:lnTo>
                  <a:lnTo>
                    <a:pt x="2042583" y="720514"/>
                  </a:lnTo>
                  <a:lnTo>
                    <a:pt x="2041314" y="734483"/>
                  </a:lnTo>
                  <a:lnTo>
                    <a:pt x="2039620" y="737447"/>
                  </a:lnTo>
                  <a:lnTo>
                    <a:pt x="2041314" y="740410"/>
                  </a:lnTo>
                  <a:lnTo>
                    <a:pt x="2042583" y="739140"/>
                  </a:lnTo>
                  <a:lnTo>
                    <a:pt x="2049780" y="740410"/>
                  </a:lnTo>
                  <a:lnTo>
                    <a:pt x="2052743" y="754380"/>
                  </a:lnTo>
                  <a:lnTo>
                    <a:pt x="2049780" y="755650"/>
                  </a:lnTo>
                  <a:lnTo>
                    <a:pt x="2051473" y="756920"/>
                  </a:lnTo>
                  <a:lnTo>
                    <a:pt x="2052743" y="758190"/>
                  </a:lnTo>
                  <a:lnTo>
                    <a:pt x="2055707" y="758190"/>
                  </a:lnTo>
                  <a:lnTo>
                    <a:pt x="2058670" y="755650"/>
                  </a:lnTo>
                  <a:lnTo>
                    <a:pt x="2072640" y="755650"/>
                  </a:lnTo>
                  <a:lnTo>
                    <a:pt x="2079414" y="762423"/>
                  </a:lnTo>
                  <a:lnTo>
                    <a:pt x="2083647" y="766657"/>
                  </a:lnTo>
                  <a:lnTo>
                    <a:pt x="2084916" y="769620"/>
                  </a:lnTo>
                  <a:lnTo>
                    <a:pt x="2090420" y="768350"/>
                  </a:lnTo>
                  <a:lnTo>
                    <a:pt x="2105660" y="766657"/>
                  </a:lnTo>
                  <a:lnTo>
                    <a:pt x="2119630" y="778087"/>
                  </a:lnTo>
                  <a:lnTo>
                    <a:pt x="2108623" y="793327"/>
                  </a:lnTo>
                  <a:lnTo>
                    <a:pt x="2122594" y="801793"/>
                  </a:lnTo>
                  <a:lnTo>
                    <a:pt x="2125557" y="815764"/>
                  </a:lnTo>
                  <a:lnTo>
                    <a:pt x="2125557" y="819997"/>
                  </a:lnTo>
                  <a:lnTo>
                    <a:pt x="2139527" y="824230"/>
                  </a:lnTo>
                  <a:lnTo>
                    <a:pt x="2138257" y="835237"/>
                  </a:lnTo>
                  <a:lnTo>
                    <a:pt x="2145030" y="836507"/>
                  </a:lnTo>
                  <a:lnTo>
                    <a:pt x="2153920" y="837777"/>
                  </a:lnTo>
                  <a:lnTo>
                    <a:pt x="2156036" y="838200"/>
                  </a:lnTo>
                  <a:lnTo>
                    <a:pt x="2162810" y="827193"/>
                  </a:lnTo>
                  <a:lnTo>
                    <a:pt x="2159847" y="833967"/>
                  </a:lnTo>
                  <a:lnTo>
                    <a:pt x="2169583" y="847937"/>
                  </a:lnTo>
                  <a:lnTo>
                    <a:pt x="2176357" y="856404"/>
                  </a:lnTo>
                  <a:lnTo>
                    <a:pt x="2176357" y="857673"/>
                  </a:lnTo>
                  <a:lnTo>
                    <a:pt x="2178050" y="857673"/>
                  </a:lnTo>
                  <a:lnTo>
                    <a:pt x="2191597" y="871643"/>
                  </a:lnTo>
                  <a:lnTo>
                    <a:pt x="2195830" y="874607"/>
                  </a:lnTo>
                  <a:lnTo>
                    <a:pt x="2209800" y="883073"/>
                  </a:lnTo>
                  <a:lnTo>
                    <a:pt x="2212764" y="883073"/>
                  </a:lnTo>
                  <a:lnTo>
                    <a:pt x="2220807" y="884343"/>
                  </a:lnTo>
                  <a:lnTo>
                    <a:pt x="2225040" y="885614"/>
                  </a:lnTo>
                  <a:lnTo>
                    <a:pt x="2228003" y="889847"/>
                  </a:lnTo>
                  <a:lnTo>
                    <a:pt x="2229697" y="891117"/>
                  </a:lnTo>
                  <a:lnTo>
                    <a:pt x="2230966" y="892810"/>
                  </a:lnTo>
                  <a:lnTo>
                    <a:pt x="2242397" y="906780"/>
                  </a:lnTo>
                  <a:lnTo>
                    <a:pt x="2253403" y="919480"/>
                  </a:lnTo>
                  <a:lnTo>
                    <a:pt x="2240703" y="911014"/>
                  </a:lnTo>
                  <a:lnTo>
                    <a:pt x="2239433" y="911014"/>
                  </a:lnTo>
                  <a:lnTo>
                    <a:pt x="2236470" y="912283"/>
                  </a:lnTo>
                  <a:lnTo>
                    <a:pt x="2230966" y="901277"/>
                  </a:lnTo>
                  <a:lnTo>
                    <a:pt x="2229697" y="913977"/>
                  </a:lnTo>
                  <a:lnTo>
                    <a:pt x="2230966" y="916940"/>
                  </a:lnTo>
                  <a:lnTo>
                    <a:pt x="2233930" y="918210"/>
                  </a:lnTo>
                  <a:lnTo>
                    <a:pt x="2232660" y="927947"/>
                  </a:lnTo>
                  <a:lnTo>
                    <a:pt x="2232660" y="932180"/>
                  </a:lnTo>
                  <a:lnTo>
                    <a:pt x="2235623" y="935143"/>
                  </a:lnTo>
                  <a:lnTo>
                    <a:pt x="2242397" y="950383"/>
                  </a:lnTo>
                  <a:lnTo>
                    <a:pt x="2256366" y="955887"/>
                  </a:lnTo>
                  <a:lnTo>
                    <a:pt x="2258907" y="955887"/>
                  </a:lnTo>
                  <a:lnTo>
                    <a:pt x="2261870" y="958850"/>
                  </a:lnTo>
                  <a:lnTo>
                    <a:pt x="2267373" y="972820"/>
                  </a:lnTo>
                  <a:lnTo>
                    <a:pt x="2268644" y="986790"/>
                  </a:lnTo>
                  <a:lnTo>
                    <a:pt x="2268644" y="989754"/>
                  </a:lnTo>
                  <a:lnTo>
                    <a:pt x="2267373" y="999490"/>
                  </a:lnTo>
                  <a:lnTo>
                    <a:pt x="2253403" y="1007533"/>
                  </a:lnTo>
                  <a:lnTo>
                    <a:pt x="2239433" y="1000337"/>
                  </a:lnTo>
                  <a:lnTo>
                    <a:pt x="2239433" y="1010073"/>
                  </a:lnTo>
                  <a:lnTo>
                    <a:pt x="2240703" y="1015577"/>
                  </a:lnTo>
                  <a:lnTo>
                    <a:pt x="2239433" y="1026583"/>
                  </a:lnTo>
                  <a:lnTo>
                    <a:pt x="2240703" y="1027854"/>
                  </a:lnTo>
                  <a:lnTo>
                    <a:pt x="2242397" y="1027854"/>
                  </a:lnTo>
                  <a:lnTo>
                    <a:pt x="2256366" y="1027854"/>
                  </a:lnTo>
                  <a:lnTo>
                    <a:pt x="2257636" y="1043093"/>
                  </a:lnTo>
                  <a:lnTo>
                    <a:pt x="2263564" y="1057064"/>
                  </a:lnTo>
                  <a:lnTo>
                    <a:pt x="2275840" y="1071033"/>
                  </a:lnTo>
                  <a:lnTo>
                    <a:pt x="2281344" y="1085004"/>
                  </a:lnTo>
                  <a:lnTo>
                    <a:pt x="2266103" y="1071033"/>
                  </a:lnTo>
                  <a:lnTo>
                    <a:pt x="2275840" y="1085004"/>
                  </a:lnTo>
                  <a:lnTo>
                    <a:pt x="2287270" y="1100243"/>
                  </a:lnTo>
                  <a:lnTo>
                    <a:pt x="2302510" y="1109980"/>
                  </a:lnTo>
                  <a:lnTo>
                    <a:pt x="2316057" y="1120987"/>
                  </a:lnTo>
                  <a:lnTo>
                    <a:pt x="2323253" y="1134957"/>
                  </a:lnTo>
                  <a:lnTo>
                    <a:pt x="2325794" y="1148927"/>
                  </a:lnTo>
                  <a:lnTo>
                    <a:pt x="2331297" y="1164167"/>
                  </a:lnTo>
                  <a:lnTo>
                    <a:pt x="2332990" y="1179407"/>
                  </a:lnTo>
                  <a:lnTo>
                    <a:pt x="2346960" y="1193377"/>
                  </a:lnTo>
                  <a:lnTo>
                    <a:pt x="2352464" y="1204383"/>
                  </a:lnTo>
                  <a:lnTo>
                    <a:pt x="2362200" y="1218354"/>
                  </a:lnTo>
                  <a:lnTo>
                    <a:pt x="2365164" y="1233593"/>
                  </a:lnTo>
                  <a:lnTo>
                    <a:pt x="2377440" y="1234864"/>
                  </a:lnTo>
                  <a:lnTo>
                    <a:pt x="2378710" y="1237404"/>
                  </a:lnTo>
                  <a:lnTo>
                    <a:pt x="2382944" y="1244177"/>
                  </a:lnTo>
                  <a:lnTo>
                    <a:pt x="2391410" y="1253914"/>
                  </a:lnTo>
                  <a:lnTo>
                    <a:pt x="2405380" y="1264920"/>
                  </a:lnTo>
                  <a:lnTo>
                    <a:pt x="2420620" y="1267883"/>
                  </a:lnTo>
                  <a:lnTo>
                    <a:pt x="2423583" y="1264920"/>
                  </a:lnTo>
                  <a:lnTo>
                    <a:pt x="2434590" y="1256454"/>
                  </a:lnTo>
                  <a:lnTo>
                    <a:pt x="2448560" y="1259417"/>
                  </a:lnTo>
                  <a:lnTo>
                    <a:pt x="2448560" y="1274657"/>
                  </a:lnTo>
                  <a:lnTo>
                    <a:pt x="2458297" y="1261957"/>
                  </a:lnTo>
                  <a:lnTo>
                    <a:pt x="2472266" y="1266190"/>
                  </a:lnTo>
                  <a:lnTo>
                    <a:pt x="2461260" y="1280160"/>
                  </a:lnTo>
                  <a:lnTo>
                    <a:pt x="2456180" y="1289897"/>
                  </a:lnTo>
                  <a:close/>
                  <a:moveTo>
                    <a:pt x="0" y="689610"/>
                  </a:moveTo>
                  <a:lnTo>
                    <a:pt x="0" y="703580"/>
                  </a:lnTo>
                  <a:lnTo>
                    <a:pt x="13970" y="703580"/>
                  </a:lnTo>
                  <a:lnTo>
                    <a:pt x="0" y="689610"/>
                  </a:lnTo>
                  <a:close/>
                  <a:moveTo>
                    <a:pt x="2163657" y="809837"/>
                  </a:moveTo>
                  <a:lnTo>
                    <a:pt x="2177627" y="808567"/>
                  </a:lnTo>
                  <a:lnTo>
                    <a:pt x="2175086" y="805604"/>
                  </a:lnTo>
                  <a:lnTo>
                    <a:pt x="2161116" y="800100"/>
                  </a:lnTo>
                  <a:lnTo>
                    <a:pt x="2153073" y="808567"/>
                  </a:lnTo>
                  <a:lnTo>
                    <a:pt x="2163657" y="80983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8" name="Freeform 2327">
              <a:extLst>
                <a:ext uri="{FF2B5EF4-FFF2-40B4-BE49-F238E27FC236}">
                  <a16:creationId xmlns:a16="http://schemas.microsoft.com/office/drawing/2014/main" id="{59A908DB-EF7B-3949-B39B-6787071CE49C}"/>
                </a:ext>
              </a:extLst>
            </p:cNvPr>
            <p:cNvSpPr/>
            <p:nvPr/>
          </p:nvSpPr>
          <p:spPr>
            <a:xfrm>
              <a:off x="11960013" y="2637789"/>
              <a:ext cx="1908386" cy="2109470"/>
            </a:xfrm>
            <a:custGeom>
              <a:avLst/>
              <a:gdLst>
                <a:gd name="connsiteX0" fmla="*/ 1904154 w 1908386"/>
                <a:gd name="connsiteY0" fmla="*/ 2963 h 2109470"/>
                <a:gd name="connsiteX1" fmla="*/ 1894417 w 1908386"/>
                <a:gd name="connsiteY1" fmla="*/ 1270 h 2109470"/>
                <a:gd name="connsiteX2" fmla="*/ 1880447 w 1908386"/>
                <a:gd name="connsiteY2" fmla="*/ 0 h 2109470"/>
                <a:gd name="connsiteX3" fmla="*/ 1874944 w 1908386"/>
                <a:gd name="connsiteY3" fmla="*/ 13970 h 2109470"/>
                <a:gd name="connsiteX4" fmla="*/ 1860974 w 1908386"/>
                <a:gd name="connsiteY4" fmla="*/ 13970 h 2109470"/>
                <a:gd name="connsiteX5" fmla="*/ 1845733 w 1908386"/>
                <a:gd name="connsiteY5" fmla="*/ 15663 h 2109470"/>
                <a:gd name="connsiteX6" fmla="*/ 1831340 w 1908386"/>
                <a:gd name="connsiteY6" fmla="*/ 16933 h 2109470"/>
                <a:gd name="connsiteX7" fmla="*/ 1816100 w 1908386"/>
                <a:gd name="connsiteY7" fmla="*/ 18204 h 2109470"/>
                <a:gd name="connsiteX8" fmla="*/ 1814830 w 1908386"/>
                <a:gd name="connsiteY8" fmla="*/ 32173 h 2109470"/>
                <a:gd name="connsiteX9" fmla="*/ 1816100 w 1908386"/>
                <a:gd name="connsiteY9" fmla="*/ 46143 h 2109470"/>
                <a:gd name="connsiteX10" fmla="*/ 1802130 w 1908386"/>
                <a:gd name="connsiteY10" fmla="*/ 41910 h 2109470"/>
                <a:gd name="connsiteX11" fmla="*/ 1796627 w 1908386"/>
                <a:gd name="connsiteY11" fmla="*/ 27940 h 2109470"/>
                <a:gd name="connsiteX12" fmla="*/ 1782657 w 1908386"/>
                <a:gd name="connsiteY12" fmla="*/ 26670 h 2109470"/>
                <a:gd name="connsiteX13" fmla="*/ 1768687 w 1908386"/>
                <a:gd name="connsiteY13" fmla="*/ 26670 h 2109470"/>
                <a:gd name="connsiteX14" fmla="*/ 1754717 w 1908386"/>
                <a:gd name="connsiteY14" fmla="*/ 25400 h 2109470"/>
                <a:gd name="connsiteX15" fmla="*/ 1746674 w 1908386"/>
                <a:gd name="connsiteY15" fmla="*/ 39370 h 2109470"/>
                <a:gd name="connsiteX16" fmla="*/ 1729740 w 1908386"/>
                <a:gd name="connsiteY16" fmla="*/ 37677 h 2109470"/>
                <a:gd name="connsiteX17" fmla="*/ 1715770 w 1908386"/>
                <a:gd name="connsiteY17" fmla="*/ 29210 h 2109470"/>
                <a:gd name="connsiteX18" fmla="*/ 1700530 w 1908386"/>
                <a:gd name="connsiteY18" fmla="*/ 29210 h 2109470"/>
                <a:gd name="connsiteX19" fmla="*/ 1699261 w 1908386"/>
                <a:gd name="connsiteY19" fmla="*/ 29210 h 2109470"/>
                <a:gd name="connsiteX20" fmla="*/ 1695027 w 1908386"/>
                <a:gd name="connsiteY20" fmla="*/ 32173 h 2109470"/>
                <a:gd name="connsiteX21" fmla="*/ 1681057 w 1908386"/>
                <a:gd name="connsiteY21" fmla="*/ 29210 h 2109470"/>
                <a:gd name="connsiteX22" fmla="*/ 1679363 w 1908386"/>
                <a:gd name="connsiteY22" fmla="*/ 27940 h 2109470"/>
                <a:gd name="connsiteX23" fmla="*/ 1664124 w 1908386"/>
                <a:gd name="connsiteY23" fmla="*/ 19473 h 2109470"/>
                <a:gd name="connsiteX24" fmla="*/ 1648883 w 1908386"/>
                <a:gd name="connsiteY24" fmla="*/ 25400 h 2109470"/>
                <a:gd name="connsiteX25" fmla="*/ 1648883 w 1908386"/>
                <a:gd name="connsiteY25" fmla="*/ 39370 h 2109470"/>
                <a:gd name="connsiteX26" fmla="*/ 1634913 w 1908386"/>
                <a:gd name="connsiteY26" fmla="*/ 36407 h 2109470"/>
                <a:gd name="connsiteX27" fmla="*/ 1620944 w 1908386"/>
                <a:gd name="connsiteY27" fmla="*/ 37677 h 2109470"/>
                <a:gd name="connsiteX28" fmla="*/ 1636607 w 1908386"/>
                <a:gd name="connsiteY28" fmla="*/ 49107 h 2109470"/>
                <a:gd name="connsiteX29" fmla="*/ 1650154 w 1908386"/>
                <a:gd name="connsiteY29" fmla="*/ 55880 h 2109470"/>
                <a:gd name="connsiteX30" fmla="*/ 1648883 w 1908386"/>
                <a:gd name="connsiteY30" fmla="*/ 65617 h 2109470"/>
                <a:gd name="connsiteX31" fmla="*/ 1639147 w 1908386"/>
                <a:gd name="connsiteY31" fmla="*/ 79587 h 2109470"/>
                <a:gd name="connsiteX32" fmla="*/ 1625177 w 1908386"/>
                <a:gd name="connsiteY32" fmla="*/ 83820 h 2109470"/>
                <a:gd name="connsiteX33" fmla="*/ 1639147 w 1908386"/>
                <a:gd name="connsiteY33" fmla="*/ 90593 h 2109470"/>
                <a:gd name="connsiteX34" fmla="*/ 1653117 w 1908386"/>
                <a:gd name="connsiteY34" fmla="*/ 96520 h 2109470"/>
                <a:gd name="connsiteX35" fmla="*/ 1668357 w 1908386"/>
                <a:gd name="connsiteY35" fmla="*/ 100330 h 2109470"/>
                <a:gd name="connsiteX36" fmla="*/ 1683597 w 1908386"/>
                <a:gd name="connsiteY36" fmla="*/ 96520 h 2109470"/>
                <a:gd name="connsiteX37" fmla="*/ 1697567 w 1908386"/>
                <a:gd name="connsiteY37" fmla="*/ 95250 h 2109470"/>
                <a:gd name="connsiteX38" fmla="*/ 1711537 w 1908386"/>
                <a:gd name="connsiteY38" fmla="*/ 107527 h 2109470"/>
                <a:gd name="connsiteX39" fmla="*/ 1697567 w 1908386"/>
                <a:gd name="connsiteY39" fmla="*/ 118533 h 2109470"/>
                <a:gd name="connsiteX40" fmla="*/ 1683597 w 1908386"/>
                <a:gd name="connsiteY40" fmla="*/ 111760 h 2109470"/>
                <a:gd name="connsiteX41" fmla="*/ 1670050 w 1908386"/>
                <a:gd name="connsiteY41" fmla="*/ 121497 h 2109470"/>
                <a:gd name="connsiteX42" fmla="*/ 1668357 w 1908386"/>
                <a:gd name="connsiteY42" fmla="*/ 135467 h 2109470"/>
                <a:gd name="connsiteX43" fmla="*/ 1683597 w 1908386"/>
                <a:gd name="connsiteY43" fmla="*/ 145204 h 2109470"/>
                <a:gd name="connsiteX44" fmla="*/ 1699261 w 1908386"/>
                <a:gd name="connsiteY44" fmla="*/ 145204 h 2109470"/>
                <a:gd name="connsiteX45" fmla="*/ 1713230 w 1908386"/>
                <a:gd name="connsiteY45" fmla="*/ 151977 h 2109470"/>
                <a:gd name="connsiteX46" fmla="*/ 1727200 w 1908386"/>
                <a:gd name="connsiteY46" fmla="*/ 154940 h 2109470"/>
                <a:gd name="connsiteX47" fmla="*/ 1740747 w 1908386"/>
                <a:gd name="connsiteY47" fmla="*/ 150707 h 2109470"/>
                <a:gd name="connsiteX48" fmla="*/ 1756411 w 1908386"/>
                <a:gd name="connsiteY48" fmla="*/ 162137 h 2109470"/>
                <a:gd name="connsiteX49" fmla="*/ 1770380 w 1908386"/>
                <a:gd name="connsiteY49" fmla="*/ 164677 h 2109470"/>
                <a:gd name="connsiteX50" fmla="*/ 1785620 w 1908386"/>
                <a:gd name="connsiteY50" fmla="*/ 167640 h 2109470"/>
                <a:gd name="connsiteX51" fmla="*/ 1799590 w 1908386"/>
                <a:gd name="connsiteY51" fmla="*/ 171873 h 2109470"/>
                <a:gd name="connsiteX52" fmla="*/ 1806363 w 1908386"/>
                <a:gd name="connsiteY52" fmla="*/ 185843 h 2109470"/>
                <a:gd name="connsiteX53" fmla="*/ 1792817 w 1908386"/>
                <a:gd name="connsiteY53" fmla="*/ 199390 h 2109470"/>
                <a:gd name="connsiteX54" fmla="*/ 1777154 w 1908386"/>
                <a:gd name="connsiteY54" fmla="*/ 192617 h 2109470"/>
                <a:gd name="connsiteX55" fmla="*/ 1761913 w 1908386"/>
                <a:gd name="connsiteY55" fmla="*/ 193887 h 2109470"/>
                <a:gd name="connsiteX56" fmla="*/ 1747944 w 1908386"/>
                <a:gd name="connsiteY56" fmla="*/ 196850 h 2109470"/>
                <a:gd name="connsiteX57" fmla="*/ 1733974 w 1908386"/>
                <a:gd name="connsiteY57" fmla="*/ 189654 h 2109470"/>
                <a:gd name="connsiteX58" fmla="*/ 1718733 w 1908386"/>
                <a:gd name="connsiteY58" fmla="*/ 185843 h 2109470"/>
                <a:gd name="connsiteX59" fmla="*/ 1703070 w 1908386"/>
                <a:gd name="connsiteY59" fmla="*/ 191347 h 2109470"/>
                <a:gd name="connsiteX60" fmla="*/ 1689100 w 1908386"/>
                <a:gd name="connsiteY60" fmla="*/ 187113 h 2109470"/>
                <a:gd name="connsiteX61" fmla="*/ 1682327 w 1908386"/>
                <a:gd name="connsiteY61" fmla="*/ 191347 h 2109470"/>
                <a:gd name="connsiteX62" fmla="*/ 1667087 w 1908386"/>
                <a:gd name="connsiteY62" fmla="*/ 192617 h 2109470"/>
                <a:gd name="connsiteX63" fmla="*/ 1673861 w 1908386"/>
                <a:gd name="connsiteY63" fmla="*/ 207857 h 2109470"/>
                <a:gd name="connsiteX64" fmla="*/ 1659890 w 1908386"/>
                <a:gd name="connsiteY64" fmla="*/ 217593 h 2109470"/>
                <a:gd name="connsiteX65" fmla="*/ 1645920 w 1908386"/>
                <a:gd name="connsiteY65" fmla="*/ 229023 h 2109470"/>
                <a:gd name="connsiteX66" fmla="*/ 1645920 w 1908386"/>
                <a:gd name="connsiteY66" fmla="*/ 242993 h 2109470"/>
                <a:gd name="connsiteX67" fmla="*/ 1659890 w 1908386"/>
                <a:gd name="connsiteY67" fmla="*/ 248497 h 2109470"/>
                <a:gd name="connsiteX68" fmla="*/ 1668357 w 1908386"/>
                <a:gd name="connsiteY68" fmla="*/ 262467 h 2109470"/>
                <a:gd name="connsiteX69" fmla="*/ 1685290 w 1908386"/>
                <a:gd name="connsiteY69" fmla="*/ 269240 h 2109470"/>
                <a:gd name="connsiteX70" fmla="*/ 1692063 w 1908386"/>
                <a:gd name="connsiteY70" fmla="*/ 283210 h 2109470"/>
                <a:gd name="connsiteX71" fmla="*/ 1706033 w 1908386"/>
                <a:gd name="connsiteY71" fmla="*/ 295910 h 2109470"/>
                <a:gd name="connsiteX72" fmla="*/ 1700530 w 1908386"/>
                <a:gd name="connsiteY72" fmla="*/ 298450 h 2109470"/>
                <a:gd name="connsiteX73" fmla="*/ 1685290 w 1908386"/>
                <a:gd name="connsiteY73" fmla="*/ 311150 h 2109470"/>
                <a:gd name="connsiteX74" fmla="*/ 1671320 w 1908386"/>
                <a:gd name="connsiteY74" fmla="*/ 325120 h 2109470"/>
                <a:gd name="connsiteX75" fmla="*/ 1657350 w 1908386"/>
                <a:gd name="connsiteY75" fmla="*/ 325120 h 2109470"/>
                <a:gd name="connsiteX76" fmla="*/ 1641687 w 1908386"/>
                <a:gd name="connsiteY76" fmla="*/ 325120 h 2109470"/>
                <a:gd name="connsiteX77" fmla="*/ 1628140 w 1908386"/>
                <a:gd name="connsiteY77" fmla="*/ 339090 h 2109470"/>
                <a:gd name="connsiteX78" fmla="*/ 1612477 w 1908386"/>
                <a:gd name="connsiteY78" fmla="*/ 350097 h 2109470"/>
                <a:gd name="connsiteX79" fmla="*/ 1601470 w 1908386"/>
                <a:gd name="connsiteY79" fmla="*/ 350097 h 2109470"/>
                <a:gd name="connsiteX80" fmla="*/ 1600200 w 1908386"/>
                <a:gd name="connsiteY80" fmla="*/ 350097 h 2109470"/>
                <a:gd name="connsiteX81" fmla="*/ 1591733 w 1908386"/>
                <a:gd name="connsiteY81" fmla="*/ 350097 h 2109470"/>
                <a:gd name="connsiteX82" fmla="*/ 1591733 w 1908386"/>
                <a:gd name="connsiteY82" fmla="*/ 358563 h 2109470"/>
                <a:gd name="connsiteX83" fmla="*/ 1606974 w 1908386"/>
                <a:gd name="connsiteY83" fmla="*/ 371263 h 2109470"/>
                <a:gd name="connsiteX84" fmla="*/ 1620944 w 1908386"/>
                <a:gd name="connsiteY84" fmla="*/ 369993 h 2109470"/>
                <a:gd name="connsiteX85" fmla="*/ 1634913 w 1908386"/>
                <a:gd name="connsiteY85" fmla="*/ 376767 h 2109470"/>
                <a:gd name="connsiteX86" fmla="*/ 1650154 w 1908386"/>
                <a:gd name="connsiteY86" fmla="*/ 379730 h 2109470"/>
                <a:gd name="connsiteX87" fmla="*/ 1659890 w 1908386"/>
                <a:gd name="connsiteY87" fmla="*/ 393700 h 2109470"/>
                <a:gd name="connsiteX88" fmla="*/ 1673861 w 1908386"/>
                <a:gd name="connsiteY88" fmla="*/ 410210 h 2109470"/>
                <a:gd name="connsiteX89" fmla="*/ 1690794 w 1908386"/>
                <a:gd name="connsiteY89" fmla="*/ 410210 h 2109470"/>
                <a:gd name="connsiteX90" fmla="*/ 1704763 w 1908386"/>
                <a:gd name="connsiteY90" fmla="*/ 410210 h 2109470"/>
                <a:gd name="connsiteX91" fmla="*/ 1718733 w 1908386"/>
                <a:gd name="connsiteY91" fmla="*/ 411480 h 2109470"/>
                <a:gd name="connsiteX92" fmla="*/ 1727200 w 1908386"/>
                <a:gd name="connsiteY92" fmla="*/ 411480 h 2109470"/>
                <a:gd name="connsiteX93" fmla="*/ 1733974 w 1908386"/>
                <a:gd name="connsiteY93" fmla="*/ 427143 h 2109470"/>
                <a:gd name="connsiteX94" fmla="*/ 1747944 w 1908386"/>
                <a:gd name="connsiteY94" fmla="*/ 433917 h 2109470"/>
                <a:gd name="connsiteX95" fmla="*/ 1761913 w 1908386"/>
                <a:gd name="connsiteY95" fmla="*/ 436880 h 2109470"/>
                <a:gd name="connsiteX96" fmla="*/ 1775883 w 1908386"/>
                <a:gd name="connsiteY96" fmla="*/ 436880 h 2109470"/>
                <a:gd name="connsiteX97" fmla="*/ 1789854 w 1908386"/>
                <a:gd name="connsiteY97" fmla="*/ 439420 h 2109470"/>
                <a:gd name="connsiteX98" fmla="*/ 1805094 w 1908386"/>
                <a:gd name="connsiteY98" fmla="*/ 442383 h 2109470"/>
                <a:gd name="connsiteX99" fmla="*/ 1806363 w 1908386"/>
                <a:gd name="connsiteY99" fmla="*/ 442383 h 2109470"/>
                <a:gd name="connsiteX100" fmla="*/ 1819063 w 1908386"/>
                <a:gd name="connsiteY100" fmla="*/ 456354 h 2109470"/>
                <a:gd name="connsiteX101" fmla="*/ 1833033 w 1908386"/>
                <a:gd name="connsiteY101" fmla="*/ 467360 h 2109470"/>
                <a:gd name="connsiteX102" fmla="*/ 1838537 w 1908386"/>
                <a:gd name="connsiteY102" fmla="*/ 468630 h 2109470"/>
                <a:gd name="connsiteX103" fmla="*/ 1824567 w 1908386"/>
                <a:gd name="connsiteY103" fmla="*/ 474557 h 2109470"/>
                <a:gd name="connsiteX104" fmla="*/ 1824567 w 1908386"/>
                <a:gd name="connsiteY104" fmla="*/ 488527 h 2109470"/>
                <a:gd name="connsiteX105" fmla="*/ 1825837 w 1908386"/>
                <a:gd name="connsiteY105" fmla="*/ 503767 h 2109470"/>
                <a:gd name="connsiteX106" fmla="*/ 1825837 w 1908386"/>
                <a:gd name="connsiteY106" fmla="*/ 508000 h 2109470"/>
                <a:gd name="connsiteX107" fmla="*/ 1825837 w 1908386"/>
                <a:gd name="connsiteY107" fmla="*/ 509270 h 2109470"/>
                <a:gd name="connsiteX108" fmla="*/ 1827530 w 1908386"/>
                <a:gd name="connsiteY108" fmla="*/ 524510 h 2109470"/>
                <a:gd name="connsiteX109" fmla="*/ 1828800 w 1908386"/>
                <a:gd name="connsiteY109" fmla="*/ 538480 h 2109470"/>
                <a:gd name="connsiteX110" fmla="*/ 1814830 w 1908386"/>
                <a:gd name="connsiteY110" fmla="*/ 546947 h 2109470"/>
                <a:gd name="connsiteX111" fmla="*/ 1800861 w 1908386"/>
                <a:gd name="connsiteY111" fmla="*/ 551180 h 2109470"/>
                <a:gd name="connsiteX112" fmla="*/ 1786890 w 1908386"/>
                <a:gd name="connsiteY112" fmla="*/ 554143 h 2109470"/>
                <a:gd name="connsiteX113" fmla="*/ 1771650 w 1908386"/>
                <a:gd name="connsiteY113" fmla="*/ 559647 h 2109470"/>
                <a:gd name="connsiteX114" fmla="*/ 1757680 w 1908386"/>
                <a:gd name="connsiteY114" fmla="*/ 563880 h 2109470"/>
                <a:gd name="connsiteX115" fmla="*/ 1742440 w 1908386"/>
                <a:gd name="connsiteY115" fmla="*/ 566420 h 2109470"/>
                <a:gd name="connsiteX116" fmla="*/ 1728470 w 1908386"/>
                <a:gd name="connsiteY116" fmla="*/ 563880 h 2109470"/>
                <a:gd name="connsiteX117" fmla="*/ 1714500 w 1908386"/>
                <a:gd name="connsiteY117" fmla="*/ 563880 h 2109470"/>
                <a:gd name="connsiteX118" fmla="*/ 1699261 w 1908386"/>
                <a:gd name="connsiteY118" fmla="*/ 562187 h 2109470"/>
                <a:gd name="connsiteX119" fmla="*/ 1685290 w 1908386"/>
                <a:gd name="connsiteY119" fmla="*/ 557954 h 2109470"/>
                <a:gd name="connsiteX120" fmla="*/ 1670050 w 1908386"/>
                <a:gd name="connsiteY120" fmla="*/ 548640 h 2109470"/>
                <a:gd name="connsiteX121" fmla="*/ 1664124 w 1908386"/>
                <a:gd name="connsiteY121" fmla="*/ 535940 h 2109470"/>
                <a:gd name="connsiteX122" fmla="*/ 1650154 w 1908386"/>
                <a:gd name="connsiteY122" fmla="*/ 532977 h 2109470"/>
                <a:gd name="connsiteX123" fmla="*/ 1643380 w 1908386"/>
                <a:gd name="connsiteY123" fmla="*/ 535940 h 2109470"/>
                <a:gd name="connsiteX124" fmla="*/ 1641687 w 1908386"/>
                <a:gd name="connsiteY124" fmla="*/ 538480 h 2109470"/>
                <a:gd name="connsiteX125" fmla="*/ 1641687 w 1908386"/>
                <a:gd name="connsiteY125" fmla="*/ 540174 h 2109470"/>
                <a:gd name="connsiteX126" fmla="*/ 1640417 w 1908386"/>
                <a:gd name="connsiteY126" fmla="*/ 554143 h 2109470"/>
                <a:gd name="connsiteX127" fmla="*/ 1639147 w 1908386"/>
                <a:gd name="connsiteY127" fmla="*/ 569383 h 2109470"/>
                <a:gd name="connsiteX128" fmla="*/ 1637877 w 1908386"/>
                <a:gd name="connsiteY128" fmla="*/ 571924 h 2109470"/>
                <a:gd name="connsiteX129" fmla="*/ 1623907 w 1908386"/>
                <a:gd name="connsiteY129" fmla="*/ 585893 h 2109470"/>
                <a:gd name="connsiteX130" fmla="*/ 1609937 w 1908386"/>
                <a:gd name="connsiteY130" fmla="*/ 588857 h 2109470"/>
                <a:gd name="connsiteX131" fmla="*/ 1595967 w 1908386"/>
                <a:gd name="connsiteY131" fmla="*/ 590127 h 2109470"/>
                <a:gd name="connsiteX132" fmla="*/ 1600200 w 1908386"/>
                <a:gd name="connsiteY132" fmla="*/ 576157 h 2109470"/>
                <a:gd name="connsiteX133" fmla="*/ 1584961 w 1908386"/>
                <a:gd name="connsiteY133" fmla="*/ 570654 h 2109470"/>
                <a:gd name="connsiteX134" fmla="*/ 1570990 w 1908386"/>
                <a:gd name="connsiteY134" fmla="*/ 570654 h 2109470"/>
                <a:gd name="connsiteX135" fmla="*/ 1555327 w 1908386"/>
                <a:gd name="connsiteY135" fmla="*/ 565150 h 2109470"/>
                <a:gd name="connsiteX136" fmla="*/ 1541357 w 1908386"/>
                <a:gd name="connsiteY136" fmla="*/ 565150 h 2109470"/>
                <a:gd name="connsiteX137" fmla="*/ 1527387 w 1908386"/>
                <a:gd name="connsiteY137" fmla="*/ 562187 h 2109470"/>
                <a:gd name="connsiteX138" fmla="*/ 1520613 w 1908386"/>
                <a:gd name="connsiteY138" fmla="*/ 562187 h 2109470"/>
                <a:gd name="connsiteX139" fmla="*/ 1506644 w 1908386"/>
                <a:gd name="connsiteY139" fmla="*/ 557954 h 2109470"/>
                <a:gd name="connsiteX140" fmla="*/ 1491404 w 1908386"/>
                <a:gd name="connsiteY140" fmla="*/ 545677 h 2109470"/>
                <a:gd name="connsiteX141" fmla="*/ 1477433 w 1908386"/>
                <a:gd name="connsiteY141" fmla="*/ 544407 h 2109470"/>
                <a:gd name="connsiteX142" fmla="*/ 1463463 w 1908386"/>
                <a:gd name="connsiteY142" fmla="*/ 532977 h 2109470"/>
                <a:gd name="connsiteX143" fmla="*/ 1460500 w 1908386"/>
                <a:gd name="connsiteY143" fmla="*/ 517737 h 2109470"/>
                <a:gd name="connsiteX144" fmla="*/ 1456267 w 1908386"/>
                <a:gd name="connsiteY144" fmla="*/ 503767 h 2109470"/>
                <a:gd name="connsiteX145" fmla="*/ 1441027 w 1908386"/>
                <a:gd name="connsiteY145" fmla="*/ 499533 h 2109470"/>
                <a:gd name="connsiteX146" fmla="*/ 1438487 w 1908386"/>
                <a:gd name="connsiteY146" fmla="*/ 499533 h 2109470"/>
                <a:gd name="connsiteX147" fmla="*/ 1432561 w 1908386"/>
                <a:gd name="connsiteY147" fmla="*/ 499533 h 2109470"/>
                <a:gd name="connsiteX148" fmla="*/ 1417320 w 1908386"/>
                <a:gd name="connsiteY148" fmla="*/ 485563 h 2109470"/>
                <a:gd name="connsiteX149" fmla="*/ 1407583 w 1908386"/>
                <a:gd name="connsiteY149" fmla="*/ 489797 h 2109470"/>
                <a:gd name="connsiteX150" fmla="*/ 1392344 w 1908386"/>
                <a:gd name="connsiteY150" fmla="*/ 500804 h 2109470"/>
                <a:gd name="connsiteX151" fmla="*/ 1378374 w 1908386"/>
                <a:gd name="connsiteY151" fmla="*/ 498263 h 2109470"/>
                <a:gd name="connsiteX152" fmla="*/ 1363980 w 1908386"/>
                <a:gd name="connsiteY152" fmla="*/ 495300 h 2109470"/>
                <a:gd name="connsiteX153" fmla="*/ 1350433 w 1908386"/>
                <a:gd name="connsiteY153" fmla="*/ 492760 h 2109470"/>
                <a:gd name="connsiteX154" fmla="*/ 1346200 w 1908386"/>
                <a:gd name="connsiteY154" fmla="*/ 496570 h 2109470"/>
                <a:gd name="connsiteX155" fmla="*/ 1350433 w 1908386"/>
                <a:gd name="connsiteY155" fmla="*/ 510540 h 2109470"/>
                <a:gd name="connsiteX156" fmla="*/ 1351704 w 1908386"/>
                <a:gd name="connsiteY156" fmla="*/ 526204 h 2109470"/>
                <a:gd name="connsiteX157" fmla="*/ 1337733 w 1908386"/>
                <a:gd name="connsiteY157" fmla="*/ 523240 h 2109470"/>
                <a:gd name="connsiteX158" fmla="*/ 1323763 w 1908386"/>
                <a:gd name="connsiteY158" fmla="*/ 532977 h 2109470"/>
                <a:gd name="connsiteX159" fmla="*/ 1322494 w 1908386"/>
                <a:gd name="connsiteY159" fmla="*/ 532977 h 2109470"/>
                <a:gd name="connsiteX160" fmla="*/ 1308524 w 1908386"/>
                <a:gd name="connsiteY160" fmla="*/ 528743 h 2109470"/>
                <a:gd name="connsiteX161" fmla="*/ 1295824 w 1908386"/>
                <a:gd name="connsiteY161" fmla="*/ 514774 h 2109470"/>
                <a:gd name="connsiteX162" fmla="*/ 1280583 w 1908386"/>
                <a:gd name="connsiteY162" fmla="*/ 508000 h 2109470"/>
                <a:gd name="connsiteX163" fmla="*/ 1272117 w 1908386"/>
                <a:gd name="connsiteY163" fmla="*/ 494030 h 2109470"/>
                <a:gd name="connsiteX164" fmla="*/ 1258147 w 1908386"/>
                <a:gd name="connsiteY164" fmla="*/ 499533 h 2109470"/>
                <a:gd name="connsiteX165" fmla="*/ 1244177 w 1908386"/>
                <a:gd name="connsiteY165" fmla="*/ 499533 h 2109470"/>
                <a:gd name="connsiteX166" fmla="*/ 1230630 w 1908386"/>
                <a:gd name="connsiteY166" fmla="*/ 500804 h 2109470"/>
                <a:gd name="connsiteX167" fmla="*/ 1214967 w 1908386"/>
                <a:gd name="connsiteY167" fmla="*/ 499533 h 2109470"/>
                <a:gd name="connsiteX168" fmla="*/ 1210733 w 1908386"/>
                <a:gd name="connsiteY168" fmla="*/ 513504 h 2109470"/>
                <a:gd name="connsiteX169" fmla="*/ 1196763 w 1908386"/>
                <a:gd name="connsiteY169" fmla="*/ 505037 h 2109470"/>
                <a:gd name="connsiteX170" fmla="*/ 1181524 w 1908386"/>
                <a:gd name="connsiteY170" fmla="*/ 502497 h 2109470"/>
                <a:gd name="connsiteX171" fmla="*/ 1178561 w 1908386"/>
                <a:gd name="connsiteY171" fmla="*/ 517737 h 2109470"/>
                <a:gd name="connsiteX172" fmla="*/ 1165013 w 1908386"/>
                <a:gd name="connsiteY172" fmla="*/ 527474 h 2109470"/>
                <a:gd name="connsiteX173" fmla="*/ 1150620 w 1908386"/>
                <a:gd name="connsiteY173" fmla="*/ 537210 h 2109470"/>
                <a:gd name="connsiteX174" fmla="*/ 1150620 w 1908386"/>
                <a:gd name="connsiteY174" fmla="*/ 542713 h 2109470"/>
                <a:gd name="connsiteX175" fmla="*/ 1146811 w 1908386"/>
                <a:gd name="connsiteY175" fmla="*/ 556683 h 2109470"/>
                <a:gd name="connsiteX176" fmla="*/ 1132840 w 1908386"/>
                <a:gd name="connsiteY176" fmla="*/ 569383 h 2109470"/>
                <a:gd name="connsiteX177" fmla="*/ 1118870 w 1908386"/>
                <a:gd name="connsiteY177" fmla="*/ 574887 h 2109470"/>
                <a:gd name="connsiteX178" fmla="*/ 1104900 w 1908386"/>
                <a:gd name="connsiteY178" fmla="*/ 585893 h 2109470"/>
                <a:gd name="connsiteX179" fmla="*/ 1089661 w 1908386"/>
                <a:gd name="connsiteY179" fmla="*/ 576157 h 2109470"/>
                <a:gd name="connsiteX180" fmla="*/ 1075690 w 1908386"/>
                <a:gd name="connsiteY180" fmla="*/ 565150 h 2109470"/>
                <a:gd name="connsiteX181" fmla="*/ 1060027 w 1908386"/>
                <a:gd name="connsiteY181" fmla="*/ 568113 h 2109470"/>
                <a:gd name="connsiteX182" fmla="*/ 1046057 w 1908386"/>
                <a:gd name="connsiteY182" fmla="*/ 559647 h 2109470"/>
                <a:gd name="connsiteX183" fmla="*/ 1032511 w 1908386"/>
                <a:gd name="connsiteY183" fmla="*/ 549487 h 2109470"/>
                <a:gd name="connsiteX184" fmla="*/ 1016846 w 1908386"/>
                <a:gd name="connsiteY184" fmla="*/ 541443 h 2109470"/>
                <a:gd name="connsiteX185" fmla="*/ 1002877 w 1908386"/>
                <a:gd name="connsiteY185" fmla="*/ 527474 h 2109470"/>
                <a:gd name="connsiteX186" fmla="*/ 996104 w 1908386"/>
                <a:gd name="connsiteY186" fmla="*/ 526204 h 2109470"/>
                <a:gd name="connsiteX187" fmla="*/ 984674 w 1908386"/>
                <a:gd name="connsiteY187" fmla="*/ 519007 h 2109470"/>
                <a:gd name="connsiteX188" fmla="*/ 969433 w 1908386"/>
                <a:gd name="connsiteY188" fmla="*/ 512233 h 2109470"/>
                <a:gd name="connsiteX189" fmla="*/ 955463 w 1908386"/>
                <a:gd name="connsiteY189" fmla="*/ 505037 h 2109470"/>
                <a:gd name="connsiteX190" fmla="*/ 940224 w 1908386"/>
                <a:gd name="connsiteY190" fmla="*/ 510540 h 2109470"/>
                <a:gd name="connsiteX191" fmla="*/ 947420 w 1908386"/>
                <a:gd name="connsiteY191" fmla="*/ 524510 h 2109470"/>
                <a:gd name="connsiteX192" fmla="*/ 962237 w 1908386"/>
                <a:gd name="connsiteY192" fmla="*/ 537210 h 2109470"/>
                <a:gd name="connsiteX193" fmla="*/ 965200 w 1908386"/>
                <a:gd name="connsiteY193" fmla="*/ 552450 h 2109470"/>
                <a:gd name="connsiteX194" fmla="*/ 972396 w 1908386"/>
                <a:gd name="connsiteY194" fmla="*/ 566420 h 2109470"/>
                <a:gd name="connsiteX195" fmla="*/ 970704 w 1908386"/>
                <a:gd name="connsiteY195" fmla="*/ 580390 h 2109470"/>
                <a:gd name="connsiteX196" fmla="*/ 956733 w 1908386"/>
                <a:gd name="connsiteY196" fmla="*/ 587587 h 2109470"/>
                <a:gd name="connsiteX197" fmla="*/ 955463 w 1908386"/>
                <a:gd name="connsiteY197" fmla="*/ 587587 h 2109470"/>
                <a:gd name="connsiteX198" fmla="*/ 941494 w 1908386"/>
                <a:gd name="connsiteY198" fmla="*/ 577850 h 2109470"/>
                <a:gd name="connsiteX199" fmla="*/ 938954 w 1908386"/>
                <a:gd name="connsiteY199" fmla="*/ 563880 h 2109470"/>
                <a:gd name="connsiteX200" fmla="*/ 935990 w 1908386"/>
                <a:gd name="connsiteY200" fmla="*/ 549487 h 2109470"/>
                <a:gd name="connsiteX201" fmla="*/ 941494 w 1908386"/>
                <a:gd name="connsiteY201" fmla="*/ 534247 h 2109470"/>
                <a:gd name="connsiteX202" fmla="*/ 926254 w 1908386"/>
                <a:gd name="connsiteY202" fmla="*/ 528743 h 2109470"/>
                <a:gd name="connsiteX203" fmla="*/ 912283 w 1908386"/>
                <a:gd name="connsiteY203" fmla="*/ 526204 h 2109470"/>
                <a:gd name="connsiteX204" fmla="*/ 898313 w 1908386"/>
                <a:gd name="connsiteY204" fmla="*/ 516467 h 2109470"/>
                <a:gd name="connsiteX205" fmla="*/ 887307 w 1908386"/>
                <a:gd name="connsiteY205" fmla="*/ 500804 h 2109470"/>
                <a:gd name="connsiteX206" fmla="*/ 877570 w 1908386"/>
                <a:gd name="connsiteY206" fmla="*/ 492760 h 2109470"/>
                <a:gd name="connsiteX207" fmla="*/ 875877 w 1908386"/>
                <a:gd name="connsiteY207" fmla="*/ 492760 h 2109470"/>
                <a:gd name="connsiteX208" fmla="*/ 861907 w 1908386"/>
                <a:gd name="connsiteY208" fmla="*/ 482600 h 2109470"/>
                <a:gd name="connsiteX209" fmla="*/ 846667 w 1908386"/>
                <a:gd name="connsiteY209" fmla="*/ 480060 h 2109470"/>
                <a:gd name="connsiteX210" fmla="*/ 832696 w 1908386"/>
                <a:gd name="connsiteY210" fmla="*/ 477097 h 2109470"/>
                <a:gd name="connsiteX211" fmla="*/ 818727 w 1908386"/>
                <a:gd name="connsiteY211" fmla="*/ 471593 h 2109470"/>
                <a:gd name="connsiteX212" fmla="*/ 808990 w 1908386"/>
                <a:gd name="connsiteY212" fmla="*/ 457624 h 2109470"/>
                <a:gd name="connsiteX213" fmla="*/ 799254 w 1908386"/>
                <a:gd name="connsiteY213" fmla="*/ 442383 h 2109470"/>
                <a:gd name="connsiteX214" fmla="*/ 784013 w 1908386"/>
                <a:gd name="connsiteY214" fmla="*/ 438150 h 2109470"/>
                <a:gd name="connsiteX215" fmla="*/ 770044 w 1908386"/>
                <a:gd name="connsiteY215" fmla="*/ 431377 h 2109470"/>
                <a:gd name="connsiteX216" fmla="*/ 767080 w 1908386"/>
                <a:gd name="connsiteY216" fmla="*/ 431377 h 2109470"/>
                <a:gd name="connsiteX217" fmla="*/ 754804 w 1908386"/>
                <a:gd name="connsiteY217" fmla="*/ 431377 h 2109470"/>
                <a:gd name="connsiteX218" fmla="*/ 739140 w 1908386"/>
                <a:gd name="connsiteY218" fmla="*/ 433917 h 2109470"/>
                <a:gd name="connsiteX219" fmla="*/ 723900 w 1908386"/>
                <a:gd name="connsiteY219" fmla="*/ 433917 h 2109470"/>
                <a:gd name="connsiteX220" fmla="*/ 715433 w 1908386"/>
                <a:gd name="connsiteY220" fmla="*/ 438150 h 2109470"/>
                <a:gd name="connsiteX221" fmla="*/ 701463 w 1908386"/>
                <a:gd name="connsiteY221" fmla="*/ 432647 h 2109470"/>
                <a:gd name="connsiteX222" fmla="*/ 686224 w 1908386"/>
                <a:gd name="connsiteY222" fmla="*/ 435187 h 2109470"/>
                <a:gd name="connsiteX223" fmla="*/ 670983 w 1908386"/>
                <a:gd name="connsiteY223" fmla="*/ 436880 h 2109470"/>
                <a:gd name="connsiteX224" fmla="*/ 661246 w 1908386"/>
                <a:gd name="connsiteY224" fmla="*/ 431377 h 2109470"/>
                <a:gd name="connsiteX225" fmla="*/ 658283 w 1908386"/>
                <a:gd name="connsiteY225" fmla="*/ 428413 h 2109470"/>
                <a:gd name="connsiteX226" fmla="*/ 649817 w 1908386"/>
                <a:gd name="connsiteY226" fmla="*/ 414443 h 2109470"/>
                <a:gd name="connsiteX227" fmla="*/ 636270 w 1908386"/>
                <a:gd name="connsiteY227" fmla="*/ 400474 h 2109470"/>
                <a:gd name="connsiteX228" fmla="*/ 629074 w 1908386"/>
                <a:gd name="connsiteY228" fmla="*/ 385233 h 2109470"/>
                <a:gd name="connsiteX229" fmla="*/ 615104 w 1908386"/>
                <a:gd name="connsiteY229" fmla="*/ 393700 h 2109470"/>
                <a:gd name="connsiteX230" fmla="*/ 599863 w 1908386"/>
                <a:gd name="connsiteY230" fmla="*/ 404707 h 2109470"/>
                <a:gd name="connsiteX231" fmla="*/ 584624 w 1908386"/>
                <a:gd name="connsiteY231" fmla="*/ 401743 h 2109470"/>
                <a:gd name="connsiteX232" fmla="*/ 569383 w 1908386"/>
                <a:gd name="connsiteY232" fmla="*/ 408940 h 2109470"/>
                <a:gd name="connsiteX233" fmla="*/ 567690 w 1908386"/>
                <a:gd name="connsiteY233" fmla="*/ 422910 h 2109470"/>
                <a:gd name="connsiteX234" fmla="*/ 559224 w 1908386"/>
                <a:gd name="connsiteY234" fmla="*/ 436880 h 2109470"/>
                <a:gd name="connsiteX235" fmla="*/ 545677 w 1908386"/>
                <a:gd name="connsiteY235" fmla="*/ 424180 h 2109470"/>
                <a:gd name="connsiteX236" fmla="*/ 531283 w 1908386"/>
                <a:gd name="connsiteY236" fmla="*/ 432647 h 2109470"/>
                <a:gd name="connsiteX237" fmla="*/ 521546 w 1908386"/>
                <a:gd name="connsiteY237" fmla="*/ 435187 h 2109470"/>
                <a:gd name="connsiteX238" fmla="*/ 508000 w 1908386"/>
                <a:gd name="connsiteY238" fmla="*/ 421640 h 2109470"/>
                <a:gd name="connsiteX239" fmla="*/ 508000 w 1908386"/>
                <a:gd name="connsiteY239" fmla="*/ 407670 h 2109470"/>
                <a:gd name="connsiteX240" fmla="*/ 494030 w 1908386"/>
                <a:gd name="connsiteY240" fmla="*/ 399204 h 2109470"/>
                <a:gd name="connsiteX241" fmla="*/ 478367 w 1908386"/>
                <a:gd name="connsiteY241" fmla="*/ 400474 h 2109470"/>
                <a:gd name="connsiteX242" fmla="*/ 464396 w 1908386"/>
                <a:gd name="connsiteY242" fmla="*/ 400474 h 2109470"/>
                <a:gd name="connsiteX243" fmla="*/ 458894 w 1908386"/>
                <a:gd name="connsiteY243" fmla="*/ 400474 h 2109470"/>
                <a:gd name="connsiteX244" fmla="*/ 443654 w 1908386"/>
                <a:gd name="connsiteY244" fmla="*/ 392007 h 2109470"/>
                <a:gd name="connsiteX245" fmla="*/ 429683 w 1908386"/>
                <a:gd name="connsiteY245" fmla="*/ 387774 h 2109470"/>
                <a:gd name="connsiteX246" fmla="*/ 435187 w 1908386"/>
                <a:gd name="connsiteY246" fmla="*/ 401743 h 2109470"/>
                <a:gd name="connsiteX247" fmla="*/ 440690 w 1908386"/>
                <a:gd name="connsiteY247" fmla="*/ 415713 h 2109470"/>
                <a:gd name="connsiteX248" fmla="*/ 426720 w 1908386"/>
                <a:gd name="connsiteY248" fmla="*/ 410210 h 2109470"/>
                <a:gd name="connsiteX249" fmla="*/ 412750 w 1908386"/>
                <a:gd name="connsiteY249" fmla="*/ 407670 h 2109470"/>
                <a:gd name="connsiteX250" fmla="*/ 408940 w 1908386"/>
                <a:gd name="connsiteY250" fmla="*/ 422910 h 2109470"/>
                <a:gd name="connsiteX251" fmla="*/ 410211 w 1908386"/>
                <a:gd name="connsiteY251" fmla="*/ 436880 h 2109470"/>
                <a:gd name="connsiteX252" fmla="*/ 396240 w 1908386"/>
                <a:gd name="connsiteY252" fmla="*/ 446617 h 2109470"/>
                <a:gd name="connsiteX253" fmla="*/ 393277 w 1908386"/>
                <a:gd name="connsiteY253" fmla="*/ 460587 h 2109470"/>
                <a:gd name="connsiteX254" fmla="*/ 379307 w 1908386"/>
                <a:gd name="connsiteY254" fmla="*/ 467360 h 2109470"/>
                <a:gd name="connsiteX255" fmla="*/ 365337 w 1908386"/>
                <a:gd name="connsiteY255" fmla="*/ 470324 h 2109470"/>
                <a:gd name="connsiteX256" fmla="*/ 351790 w 1908386"/>
                <a:gd name="connsiteY256" fmla="*/ 472863 h 2109470"/>
                <a:gd name="connsiteX257" fmla="*/ 344594 w 1908386"/>
                <a:gd name="connsiteY257" fmla="*/ 478367 h 2109470"/>
                <a:gd name="connsiteX258" fmla="*/ 341630 w 1908386"/>
                <a:gd name="connsiteY258" fmla="*/ 481330 h 2109470"/>
                <a:gd name="connsiteX259" fmla="*/ 326390 w 1908386"/>
                <a:gd name="connsiteY259" fmla="*/ 494030 h 2109470"/>
                <a:gd name="connsiteX260" fmla="*/ 311150 w 1908386"/>
                <a:gd name="connsiteY260" fmla="*/ 494030 h 2109470"/>
                <a:gd name="connsiteX261" fmla="*/ 297180 w 1908386"/>
                <a:gd name="connsiteY261" fmla="*/ 494030 h 2109470"/>
                <a:gd name="connsiteX262" fmla="*/ 283211 w 1908386"/>
                <a:gd name="connsiteY262" fmla="*/ 498263 h 2109470"/>
                <a:gd name="connsiteX263" fmla="*/ 280246 w 1908386"/>
                <a:gd name="connsiteY263" fmla="*/ 512233 h 2109470"/>
                <a:gd name="connsiteX264" fmla="*/ 292946 w 1908386"/>
                <a:gd name="connsiteY264" fmla="*/ 527474 h 2109470"/>
                <a:gd name="connsiteX265" fmla="*/ 280246 w 1908386"/>
                <a:gd name="connsiteY265" fmla="*/ 541443 h 2109470"/>
                <a:gd name="connsiteX266" fmla="*/ 266277 w 1908386"/>
                <a:gd name="connsiteY266" fmla="*/ 544407 h 2109470"/>
                <a:gd name="connsiteX267" fmla="*/ 252307 w 1908386"/>
                <a:gd name="connsiteY267" fmla="*/ 556683 h 2109470"/>
                <a:gd name="connsiteX268" fmla="*/ 237067 w 1908386"/>
                <a:gd name="connsiteY268" fmla="*/ 569383 h 2109470"/>
                <a:gd name="connsiteX269" fmla="*/ 223096 w 1908386"/>
                <a:gd name="connsiteY269" fmla="*/ 576157 h 2109470"/>
                <a:gd name="connsiteX270" fmla="*/ 209127 w 1908386"/>
                <a:gd name="connsiteY270" fmla="*/ 571924 h 2109470"/>
                <a:gd name="connsiteX271" fmla="*/ 193887 w 1908386"/>
                <a:gd name="connsiteY271" fmla="*/ 568113 h 2109470"/>
                <a:gd name="connsiteX272" fmla="*/ 207857 w 1908386"/>
                <a:gd name="connsiteY272" fmla="*/ 576157 h 2109470"/>
                <a:gd name="connsiteX273" fmla="*/ 210820 w 1908386"/>
                <a:gd name="connsiteY273" fmla="*/ 590127 h 2109470"/>
                <a:gd name="connsiteX274" fmla="*/ 216324 w 1908386"/>
                <a:gd name="connsiteY274" fmla="*/ 605367 h 2109470"/>
                <a:gd name="connsiteX275" fmla="*/ 221827 w 1908386"/>
                <a:gd name="connsiteY275" fmla="*/ 619337 h 2109470"/>
                <a:gd name="connsiteX276" fmla="*/ 230294 w 1908386"/>
                <a:gd name="connsiteY276" fmla="*/ 633307 h 2109470"/>
                <a:gd name="connsiteX277" fmla="*/ 238761 w 1908386"/>
                <a:gd name="connsiteY277" fmla="*/ 647277 h 2109470"/>
                <a:gd name="connsiteX278" fmla="*/ 252307 w 1908386"/>
                <a:gd name="connsiteY278" fmla="*/ 659977 h 2109470"/>
                <a:gd name="connsiteX279" fmla="*/ 256540 w 1908386"/>
                <a:gd name="connsiteY279" fmla="*/ 666750 h 2109470"/>
                <a:gd name="connsiteX280" fmla="*/ 254000 w 1908386"/>
                <a:gd name="connsiteY280" fmla="*/ 672677 h 2109470"/>
                <a:gd name="connsiteX281" fmla="*/ 238761 w 1908386"/>
                <a:gd name="connsiteY281" fmla="*/ 684954 h 2109470"/>
                <a:gd name="connsiteX282" fmla="*/ 227330 w 1908386"/>
                <a:gd name="connsiteY282" fmla="*/ 690880 h 2109470"/>
                <a:gd name="connsiteX283" fmla="*/ 212090 w 1908386"/>
                <a:gd name="connsiteY283" fmla="*/ 696383 h 2109470"/>
                <a:gd name="connsiteX284" fmla="*/ 198120 w 1908386"/>
                <a:gd name="connsiteY284" fmla="*/ 698924 h 2109470"/>
                <a:gd name="connsiteX285" fmla="*/ 184150 w 1908386"/>
                <a:gd name="connsiteY285" fmla="*/ 693420 h 2109470"/>
                <a:gd name="connsiteX286" fmla="*/ 170180 w 1908386"/>
                <a:gd name="connsiteY286" fmla="*/ 682413 h 2109470"/>
                <a:gd name="connsiteX287" fmla="*/ 159174 w 1908386"/>
                <a:gd name="connsiteY287" fmla="*/ 672677 h 2109470"/>
                <a:gd name="connsiteX288" fmla="*/ 151977 w 1908386"/>
                <a:gd name="connsiteY288" fmla="*/ 658707 h 2109470"/>
                <a:gd name="connsiteX289" fmla="*/ 138007 w 1908386"/>
                <a:gd name="connsiteY289" fmla="*/ 646007 h 2109470"/>
                <a:gd name="connsiteX290" fmla="*/ 128270 w 1908386"/>
                <a:gd name="connsiteY290" fmla="*/ 637540 h 2109470"/>
                <a:gd name="connsiteX291" fmla="*/ 114300 w 1908386"/>
                <a:gd name="connsiteY291" fmla="*/ 626533 h 2109470"/>
                <a:gd name="connsiteX292" fmla="*/ 99061 w 1908386"/>
                <a:gd name="connsiteY292" fmla="*/ 615104 h 2109470"/>
                <a:gd name="connsiteX293" fmla="*/ 85090 w 1908386"/>
                <a:gd name="connsiteY293" fmla="*/ 605367 h 2109470"/>
                <a:gd name="connsiteX294" fmla="*/ 71120 w 1908386"/>
                <a:gd name="connsiteY294" fmla="*/ 598593 h 2109470"/>
                <a:gd name="connsiteX295" fmla="*/ 55880 w 1908386"/>
                <a:gd name="connsiteY295" fmla="*/ 610870 h 2109470"/>
                <a:gd name="connsiteX296" fmla="*/ 41911 w 1908386"/>
                <a:gd name="connsiteY296" fmla="*/ 626533 h 2109470"/>
                <a:gd name="connsiteX297" fmla="*/ 43180 w 1908386"/>
                <a:gd name="connsiteY297" fmla="*/ 640504 h 2109470"/>
                <a:gd name="connsiteX298" fmla="*/ 51646 w 1908386"/>
                <a:gd name="connsiteY298" fmla="*/ 651510 h 2109470"/>
                <a:gd name="connsiteX299" fmla="*/ 50377 w 1908386"/>
                <a:gd name="connsiteY299" fmla="*/ 665480 h 2109470"/>
                <a:gd name="connsiteX300" fmla="*/ 46144 w 1908386"/>
                <a:gd name="connsiteY300" fmla="*/ 672677 h 2109470"/>
                <a:gd name="connsiteX301" fmla="*/ 30480 w 1908386"/>
                <a:gd name="connsiteY301" fmla="*/ 683683 h 2109470"/>
                <a:gd name="connsiteX302" fmla="*/ 16511 w 1908386"/>
                <a:gd name="connsiteY302" fmla="*/ 689187 h 2109470"/>
                <a:gd name="connsiteX303" fmla="*/ 6774 w 1908386"/>
                <a:gd name="connsiteY303" fmla="*/ 703157 h 2109470"/>
                <a:gd name="connsiteX304" fmla="*/ 6774 w 1908386"/>
                <a:gd name="connsiteY304" fmla="*/ 718397 h 2109470"/>
                <a:gd name="connsiteX305" fmla="*/ 6774 w 1908386"/>
                <a:gd name="connsiteY305" fmla="*/ 734060 h 2109470"/>
                <a:gd name="connsiteX306" fmla="*/ 6774 w 1908386"/>
                <a:gd name="connsiteY306" fmla="*/ 742104 h 2109470"/>
                <a:gd name="connsiteX307" fmla="*/ 6774 w 1908386"/>
                <a:gd name="connsiteY307" fmla="*/ 759037 h 2109470"/>
                <a:gd name="connsiteX308" fmla="*/ 6774 w 1908386"/>
                <a:gd name="connsiteY308" fmla="*/ 770043 h 2109470"/>
                <a:gd name="connsiteX309" fmla="*/ 13970 w 1908386"/>
                <a:gd name="connsiteY309" fmla="*/ 782743 h 2109470"/>
                <a:gd name="connsiteX310" fmla="*/ 29211 w 1908386"/>
                <a:gd name="connsiteY310" fmla="*/ 789517 h 2109470"/>
                <a:gd name="connsiteX311" fmla="*/ 43180 w 1908386"/>
                <a:gd name="connsiteY311" fmla="*/ 800947 h 2109470"/>
                <a:gd name="connsiteX312" fmla="*/ 47413 w 1908386"/>
                <a:gd name="connsiteY312" fmla="*/ 814917 h 2109470"/>
                <a:gd name="connsiteX313" fmla="*/ 40640 w 1908386"/>
                <a:gd name="connsiteY313" fmla="*/ 830157 h 2109470"/>
                <a:gd name="connsiteX314" fmla="*/ 26670 w 1908386"/>
                <a:gd name="connsiteY314" fmla="*/ 839893 h 2109470"/>
                <a:gd name="connsiteX315" fmla="*/ 23707 w 1908386"/>
                <a:gd name="connsiteY315" fmla="*/ 841163 h 2109470"/>
                <a:gd name="connsiteX316" fmla="*/ 19474 w 1908386"/>
                <a:gd name="connsiteY316" fmla="*/ 844127 h 2109470"/>
                <a:gd name="connsiteX317" fmla="*/ 13970 w 1908386"/>
                <a:gd name="connsiteY317" fmla="*/ 859367 h 2109470"/>
                <a:gd name="connsiteX318" fmla="*/ 12700 w 1908386"/>
                <a:gd name="connsiteY318" fmla="*/ 867833 h 2109470"/>
                <a:gd name="connsiteX319" fmla="*/ 9737 w 1908386"/>
                <a:gd name="connsiteY319" fmla="*/ 880533 h 2109470"/>
                <a:gd name="connsiteX320" fmla="*/ 6774 w 1908386"/>
                <a:gd name="connsiteY320" fmla="*/ 890270 h 2109470"/>
                <a:gd name="connsiteX321" fmla="*/ 4233 w 1908386"/>
                <a:gd name="connsiteY321" fmla="*/ 904240 h 2109470"/>
                <a:gd name="connsiteX322" fmla="*/ 0 w 1908386"/>
                <a:gd name="connsiteY322" fmla="*/ 919480 h 2109470"/>
                <a:gd name="connsiteX323" fmla="*/ 11007 w 1908386"/>
                <a:gd name="connsiteY323" fmla="*/ 934720 h 2109470"/>
                <a:gd name="connsiteX324" fmla="*/ 27940 w 1908386"/>
                <a:gd name="connsiteY324" fmla="*/ 938954 h 2109470"/>
                <a:gd name="connsiteX325" fmla="*/ 30480 w 1908386"/>
                <a:gd name="connsiteY325" fmla="*/ 940224 h 2109470"/>
                <a:gd name="connsiteX326" fmla="*/ 34713 w 1908386"/>
                <a:gd name="connsiteY326" fmla="*/ 940224 h 2109470"/>
                <a:gd name="connsiteX327" fmla="*/ 50377 w 1908386"/>
                <a:gd name="connsiteY327" fmla="*/ 944457 h 2109470"/>
                <a:gd name="connsiteX328" fmla="*/ 65617 w 1908386"/>
                <a:gd name="connsiteY328" fmla="*/ 949960 h 2109470"/>
                <a:gd name="connsiteX329" fmla="*/ 82127 w 1908386"/>
                <a:gd name="connsiteY329" fmla="*/ 954193 h 2109470"/>
                <a:gd name="connsiteX330" fmla="*/ 85090 w 1908386"/>
                <a:gd name="connsiteY330" fmla="*/ 958427 h 2109470"/>
                <a:gd name="connsiteX331" fmla="*/ 89324 w 1908386"/>
                <a:gd name="connsiteY331" fmla="*/ 972397 h 2109470"/>
                <a:gd name="connsiteX332" fmla="*/ 102024 w 1908386"/>
                <a:gd name="connsiteY332" fmla="*/ 987637 h 2109470"/>
                <a:gd name="connsiteX333" fmla="*/ 87630 w 1908386"/>
                <a:gd name="connsiteY333" fmla="*/ 997374 h 2109470"/>
                <a:gd name="connsiteX334" fmla="*/ 97790 w 1908386"/>
                <a:gd name="connsiteY334" fmla="*/ 1011343 h 2109470"/>
                <a:gd name="connsiteX335" fmla="*/ 99061 w 1908386"/>
                <a:gd name="connsiteY335" fmla="*/ 1027007 h 2109470"/>
                <a:gd name="connsiteX336" fmla="*/ 113030 w 1908386"/>
                <a:gd name="connsiteY336" fmla="*/ 1038013 h 2109470"/>
                <a:gd name="connsiteX337" fmla="*/ 128270 w 1908386"/>
                <a:gd name="connsiteY337" fmla="*/ 1045210 h 2109470"/>
                <a:gd name="connsiteX338" fmla="*/ 135467 w 1908386"/>
                <a:gd name="connsiteY338" fmla="*/ 1029547 h 2109470"/>
                <a:gd name="connsiteX339" fmla="*/ 149437 w 1908386"/>
                <a:gd name="connsiteY339" fmla="*/ 1028277 h 2109470"/>
                <a:gd name="connsiteX340" fmla="*/ 163407 w 1908386"/>
                <a:gd name="connsiteY340" fmla="*/ 1033780 h 2109470"/>
                <a:gd name="connsiteX341" fmla="*/ 178646 w 1908386"/>
                <a:gd name="connsiteY341" fmla="*/ 1036743 h 2109470"/>
                <a:gd name="connsiteX342" fmla="*/ 192617 w 1908386"/>
                <a:gd name="connsiteY342" fmla="*/ 1035050 h 2109470"/>
                <a:gd name="connsiteX343" fmla="*/ 207857 w 1908386"/>
                <a:gd name="connsiteY343" fmla="*/ 1033780 h 2109470"/>
                <a:gd name="connsiteX344" fmla="*/ 221827 w 1908386"/>
                <a:gd name="connsiteY344" fmla="*/ 1035050 h 2109470"/>
                <a:gd name="connsiteX345" fmla="*/ 235796 w 1908386"/>
                <a:gd name="connsiteY345" fmla="*/ 1042247 h 2109470"/>
                <a:gd name="connsiteX346" fmla="*/ 251037 w 1908386"/>
                <a:gd name="connsiteY346" fmla="*/ 1056217 h 2109470"/>
                <a:gd name="connsiteX347" fmla="*/ 262044 w 1908386"/>
                <a:gd name="connsiteY347" fmla="*/ 1070187 h 2109470"/>
                <a:gd name="connsiteX348" fmla="*/ 276437 w 1908386"/>
                <a:gd name="connsiteY348" fmla="*/ 1084157 h 2109470"/>
                <a:gd name="connsiteX349" fmla="*/ 289983 w 1908386"/>
                <a:gd name="connsiteY349" fmla="*/ 1092200 h 2109470"/>
                <a:gd name="connsiteX350" fmla="*/ 303954 w 1908386"/>
                <a:gd name="connsiteY350" fmla="*/ 1107863 h 2109470"/>
                <a:gd name="connsiteX351" fmla="*/ 313690 w 1908386"/>
                <a:gd name="connsiteY351" fmla="*/ 1123104 h 2109470"/>
                <a:gd name="connsiteX352" fmla="*/ 323850 w 1908386"/>
                <a:gd name="connsiteY352" fmla="*/ 1137074 h 2109470"/>
                <a:gd name="connsiteX353" fmla="*/ 333587 w 1908386"/>
                <a:gd name="connsiteY353" fmla="*/ 1151043 h 2109470"/>
                <a:gd name="connsiteX354" fmla="*/ 348827 w 1908386"/>
                <a:gd name="connsiteY354" fmla="*/ 1166283 h 2109470"/>
                <a:gd name="connsiteX355" fmla="*/ 362796 w 1908386"/>
                <a:gd name="connsiteY355" fmla="*/ 1181524 h 2109470"/>
                <a:gd name="connsiteX356" fmla="*/ 376767 w 1908386"/>
                <a:gd name="connsiteY356" fmla="*/ 1195493 h 2109470"/>
                <a:gd name="connsiteX357" fmla="*/ 370840 w 1908386"/>
                <a:gd name="connsiteY357" fmla="*/ 1211157 h 2109470"/>
                <a:gd name="connsiteX358" fmla="*/ 354330 w 1908386"/>
                <a:gd name="connsiteY358" fmla="*/ 1212427 h 2109470"/>
                <a:gd name="connsiteX359" fmla="*/ 340361 w 1908386"/>
                <a:gd name="connsiteY359" fmla="*/ 1203960 h 2109470"/>
                <a:gd name="connsiteX360" fmla="*/ 326390 w 1908386"/>
                <a:gd name="connsiteY360" fmla="*/ 1199727 h 2109470"/>
                <a:gd name="connsiteX361" fmla="*/ 312420 w 1908386"/>
                <a:gd name="connsiteY361" fmla="*/ 1213697 h 2109470"/>
                <a:gd name="connsiteX362" fmla="*/ 311150 w 1908386"/>
                <a:gd name="connsiteY362" fmla="*/ 1216660 h 2109470"/>
                <a:gd name="connsiteX363" fmla="*/ 325120 w 1908386"/>
                <a:gd name="connsiteY363" fmla="*/ 1227667 h 2109470"/>
                <a:gd name="connsiteX364" fmla="*/ 326390 w 1908386"/>
                <a:gd name="connsiteY364" fmla="*/ 1227667 h 2109470"/>
                <a:gd name="connsiteX365" fmla="*/ 341630 w 1908386"/>
                <a:gd name="connsiteY365" fmla="*/ 1233170 h 2109470"/>
                <a:gd name="connsiteX366" fmla="*/ 350096 w 1908386"/>
                <a:gd name="connsiteY366" fmla="*/ 1236133 h 2109470"/>
                <a:gd name="connsiteX367" fmla="*/ 365337 w 1908386"/>
                <a:gd name="connsiteY367" fmla="*/ 1247140 h 2109470"/>
                <a:gd name="connsiteX368" fmla="*/ 373804 w 1908386"/>
                <a:gd name="connsiteY368" fmla="*/ 1245870 h 2109470"/>
                <a:gd name="connsiteX369" fmla="*/ 389044 w 1908386"/>
                <a:gd name="connsiteY369" fmla="*/ 1255607 h 2109470"/>
                <a:gd name="connsiteX370" fmla="*/ 403013 w 1908386"/>
                <a:gd name="connsiteY370" fmla="*/ 1262804 h 2109470"/>
                <a:gd name="connsiteX371" fmla="*/ 418254 w 1908386"/>
                <a:gd name="connsiteY371" fmla="*/ 1269577 h 2109470"/>
                <a:gd name="connsiteX372" fmla="*/ 410211 w 1908386"/>
                <a:gd name="connsiteY372" fmla="*/ 1259840 h 2109470"/>
                <a:gd name="connsiteX373" fmla="*/ 425450 w 1908386"/>
                <a:gd name="connsiteY373" fmla="*/ 1262804 h 2109470"/>
                <a:gd name="connsiteX374" fmla="*/ 423757 w 1908386"/>
                <a:gd name="connsiteY374" fmla="*/ 1248833 h 2109470"/>
                <a:gd name="connsiteX375" fmla="*/ 438150 w 1908386"/>
                <a:gd name="connsiteY375" fmla="*/ 1247140 h 2109470"/>
                <a:gd name="connsiteX376" fmla="*/ 422911 w 1908386"/>
                <a:gd name="connsiteY376" fmla="*/ 1233170 h 2109470"/>
                <a:gd name="connsiteX377" fmla="*/ 421217 w 1908386"/>
                <a:gd name="connsiteY377" fmla="*/ 1230630 h 2109470"/>
                <a:gd name="connsiteX378" fmla="*/ 436880 w 1908386"/>
                <a:gd name="connsiteY378" fmla="*/ 1237404 h 2109470"/>
                <a:gd name="connsiteX379" fmla="*/ 450427 w 1908386"/>
                <a:gd name="connsiteY379" fmla="*/ 1245870 h 2109470"/>
                <a:gd name="connsiteX380" fmla="*/ 443654 w 1908386"/>
                <a:gd name="connsiteY380" fmla="*/ 1230630 h 2109470"/>
                <a:gd name="connsiteX381" fmla="*/ 457624 w 1908386"/>
                <a:gd name="connsiteY381" fmla="*/ 1238674 h 2109470"/>
                <a:gd name="connsiteX382" fmla="*/ 471594 w 1908386"/>
                <a:gd name="connsiteY382" fmla="*/ 1236133 h 2109470"/>
                <a:gd name="connsiteX383" fmla="*/ 486833 w 1908386"/>
                <a:gd name="connsiteY383" fmla="*/ 1236133 h 2109470"/>
                <a:gd name="connsiteX384" fmla="*/ 500804 w 1908386"/>
                <a:gd name="connsiteY384" fmla="*/ 1228937 h 2109470"/>
                <a:gd name="connsiteX385" fmla="*/ 512233 w 1908386"/>
                <a:gd name="connsiteY385" fmla="*/ 1223433 h 2109470"/>
                <a:gd name="connsiteX386" fmla="*/ 525780 w 1908386"/>
                <a:gd name="connsiteY386" fmla="*/ 1209463 h 2109470"/>
                <a:gd name="connsiteX387" fmla="*/ 539750 w 1908386"/>
                <a:gd name="connsiteY387" fmla="*/ 1206924 h 2109470"/>
                <a:gd name="connsiteX388" fmla="*/ 551180 w 1908386"/>
                <a:gd name="connsiteY388" fmla="*/ 1192954 h 2109470"/>
                <a:gd name="connsiteX389" fmla="*/ 559224 w 1908386"/>
                <a:gd name="connsiteY389" fmla="*/ 1178983 h 2109470"/>
                <a:gd name="connsiteX390" fmla="*/ 573617 w 1908386"/>
                <a:gd name="connsiteY390" fmla="*/ 1183217 h 2109470"/>
                <a:gd name="connsiteX391" fmla="*/ 587163 w 1908386"/>
                <a:gd name="connsiteY391" fmla="*/ 1174750 h 2109470"/>
                <a:gd name="connsiteX392" fmla="*/ 602827 w 1908386"/>
                <a:gd name="connsiteY392" fmla="*/ 1177713 h 2109470"/>
                <a:gd name="connsiteX393" fmla="*/ 609600 w 1908386"/>
                <a:gd name="connsiteY393" fmla="*/ 1163743 h 2109470"/>
                <a:gd name="connsiteX394" fmla="*/ 623570 w 1908386"/>
                <a:gd name="connsiteY394" fmla="*/ 1153583 h 2109470"/>
                <a:gd name="connsiteX395" fmla="*/ 637540 w 1908386"/>
                <a:gd name="connsiteY395" fmla="*/ 1151043 h 2109470"/>
                <a:gd name="connsiteX396" fmla="*/ 651511 w 1908386"/>
                <a:gd name="connsiteY396" fmla="*/ 1143847 h 2109470"/>
                <a:gd name="connsiteX397" fmla="*/ 666750 w 1908386"/>
                <a:gd name="connsiteY397" fmla="*/ 1146810 h 2109470"/>
                <a:gd name="connsiteX398" fmla="*/ 680720 w 1908386"/>
                <a:gd name="connsiteY398" fmla="*/ 1149774 h 2109470"/>
                <a:gd name="connsiteX399" fmla="*/ 696383 w 1908386"/>
                <a:gd name="connsiteY399" fmla="*/ 1152313 h 2109470"/>
                <a:gd name="connsiteX400" fmla="*/ 709930 w 1908386"/>
                <a:gd name="connsiteY400" fmla="*/ 1165013 h 2109470"/>
                <a:gd name="connsiteX401" fmla="*/ 725170 w 1908386"/>
                <a:gd name="connsiteY401" fmla="*/ 1171787 h 2109470"/>
                <a:gd name="connsiteX402" fmla="*/ 726863 w 1908386"/>
                <a:gd name="connsiteY402" fmla="*/ 1171787 h 2109470"/>
                <a:gd name="connsiteX403" fmla="*/ 742104 w 1908386"/>
                <a:gd name="connsiteY403" fmla="*/ 1176020 h 2109470"/>
                <a:gd name="connsiteX404" fmla="*/ 756074 w 1908386"/>
                <a:gd name="connsiteY404" fmla="*/ 1183217 h 2109470"/>
                <a:gd name="connsiteX405" fmla="*/ 771313 w 1908386"/>
                <a:gd name="connsiteY405" fmla="*/ 1185757 h 2109470"/>
                <a:gd name="connsiteX406" fmla="*/ 786977 w 1908386"/>
                <a:gd name="connsiteY406" fmla="*/ 1192954 h 2109470"/>
                <a:gd name="connsiteX407" fmla="*/ 800524 w 1908386"/>
                <a:gd name="connsiteY407" fmla="*/ 1194224 h 2109470"/>
                <a:gd name="connsiteX408" fmla="*/ 813224 w 1908386"/>
                <a:gd name="connsiteY408" fmla="*/ 1180254 h 2109470"/>
                <a:gd name="connsiteX409" fmla="*/ 818727 w 1908386"/>
                <a:gd name="connsiteY409" fmla="*/ 1166283 h 2109470"/>
                <a:gd name="connsiteX410" fmla="*/ 832696 w 1908386"/>
                <a:gd name="connsiteY410" fmla="*/ 1165013 h 2109470"/>
                <a:gd name="connsiteX411" fmla="*/ 846667 w 1908386"/>
                <a:gd name="connsiteY411" fmla="*/ 1171787 h 2109470"/>
                <a:gd name="connsiteX412" fmla="*/ 860637 w 1908386"/>
                <a:gd name="connsiteY412" fmla="*/ 1171787 h 2109470"/>
                <a:gd name="connsiteX413" fmla="*/ 875877 w 1908386"/>
                <a:gd name="connsiteY413" fmla="*/ 1170517 h 2109470"/>
                <a:gd name="connsiteX414" fmla="*/ 886037 w 1908386"/>
                <a:gd name="connsiteY414" fmla="*/ 1178560 h 2109470"/>
                <a:gd name="connsiteX415" fmla="*/ 891963 w 1908386"/>
                <a:gd name="connsiteY415" fmla="*/ 1191683 h 2109470"/>
                <a:gd name="connsiteX416" fmla="*/ 905087 w 1908386"/>
                <a:gd name="connsiteY416" fmla="*/ 1198033 h 2109470"/>
                <a:gd name="connsiteX417" fmla="*/ 908050 w 1908386"/>
                <a:gd name="connsiteY417" fmla="*/ 1214967 h 2109470"/>
                <a:gd name="connsiteX418" fmla="*/ 916094 w 1908386"/>
                <a:gd name="connsiteY418" fmla="*/ 1228937 h 2109470"/>
                <a:gd name="connsiteX419" fmla="*/ 919480 w 1908386"/>
                <a:gd name="connsiteY419" fmla="*/ 1236133 h 2109470"/>
                <a:gd name="connsiteX420" fmla="*/ 922020 w 1908386"/>
                <a:gd name="connsiteY420" fmla="*/ 1250104 h 2109470"/>
                <a:gd name="connsiteX421" fmla="*/ 934720 w 1908386"/>
                <a:gd name="connsiteY421" fmla="*/ 1265343 h 2109470"/>
                <a:gd name="connsiteX422" fmla="*/ 938954 w 1908386"/>
                <a:gd name="connsiteY422" fmla="*/ 1279313 h 2109470"/>
                <a:gd name="connsiteX423" fmla="*/ 938954 w 1908386"/>
                <a:gd name="connsiteY423" fmla="*/ 1293283 h 2109470"/>
                <a:gd name="connsiteX424" fmla="*/ 940224 w 1908386"/>
                <a:gd name="connsiteY424" fmla="*/ 1308524 h 2109470"/>
                <a:gd name="connsiteX425" fmla="*/ 935990 w 1908386"/>
                <a:gd name="connsiteY425" fmla="*/ 1316990 h 2109470"/>
                <a:gd name="connsiteX426" fmla="*/ 935990 w 1908386"/>
                <a:gd name="connsiteY426" fmla="*/ 1332230 h 2109470"/>
                <a:gd name="connsiteX427" fmla="*/ 930487 w 1908386"/>
                <a:gd name="connsiteY427" fmla="*/ 1346200 h 2109470"/>
                <a:gd name="connsiteX428" fmla="*/ 924983 w 1908386"/>
                <a:gd name="connsiteY428" fmla="*/ 1360170 h 2109470"/>
                <a:gd name="connsiteX429" fmla="*/ 913554 w 1908386"/>
                <a:gd name="connsiteY429" fmla="*/ 1374140 h 2109470"/>
                <a:gd name="connsiteX430" fmla="*/ 908050 w 1908386"/>
                <a:gd name="connsiteY430" fmla="*/ 1389380 h 2109470"/>
                <a:gd name="connsiteX431" fmla="*/ 911013 w 1908386"/>
                <a:gd name="connsiteY431" fmla="*/ 1403350 h 2109470"/>
                <a:gd name="connsiteX432" fmla="*/ 911013 w 1908386"/>
                <a:gd name="connsiteY432" fmla="*/ 1405043 h 2109470"/>
                <a:gd name="connsiteX433" fmla="*/ 924983 w 1908386"/>
                <a:gd name="connsiteY433" fmla="*/ 1409277 h 2109470"/>
                <a:gd name="connsiteX434" fmla="*/ 938954 w 1908386"/>
                <a:gd name="connsiteY434" fmla="*/ 1416050 h 2109470"/>
                <a:gd name="connsiteX435" fmla="*/ 954194 w 1908386"/>
                <a:gd name="connsiteY435" fmla="*/ 1421554 h 2109470"/>
                <a:gd name="connsiteX436" fmla="*/ 968163 w 1908386"/>
                <a:gd name="connsiteY436" fmla="*/ 1428750 h 2109470"/>
                <a:gd name="connsiteX437" fmla="*/ 982133 w 1908386"/>
                <a:gd name="connsiteY437" fmla="*/ 1435524 h 2109470"/>
                <a:gd name="connsiteX438" fmla="*/ 968163 w 1908386"/>
                <a:gd name="connsiteY438" fmla="*/ 1441027 h 2109470"/>
                <a:gd name="connsiteX439" fmla="*/ 954194 w 1908386"/>
                <a:gd name="connsiteY439" fmla="*/ 1439757 h 2109470"/>
                <a:gd name="connsiteX440" fmla="*/ 940224 w 1908386"/>
                <a:gd name="connsiteY440" fmla="*/ 1439757 h 2109470"/>
                <a:gd name="connsiteX441" fmla="*/ 924983 w 1908386"/>
                <a:gd name="connsiteY441" fmla="*/ 1434254 h 2109470"/>
                <a:gd name="connsiteX442" fmla="*/ 911013 w 1908386"/>
                <a:gd name="connsiteY442" fmla="*/ 1432983 h 2109470"/>
                <a:gd name="connsiteX443" fmla="*/ 897044 w 1908386"/>
                <a:gd name="connsiteY443" fmla="*/ 1428750 h 2109470"/>
                <a:gd name="connsiteX444" fmla="*/ 883074 w 1908386"/>
                <a:gd name="connsiteY444" fmla="*/ 1424517 h 2109470"/>
                <a:gd name="connsiteX445" fmla="*/ 867833 w 1908386"/>
                <a:gd name="connsiteY445" fmla="*/ 1424517 h 2109470"/>
                <a:gd name="connsiteX446" fmla="*/ 853440 w 1908386"/>
                <a:gd name="connsiteY446" fmla="*/ 1425787 h 2109470"/>
                <a:gd name="connsiteX447" fmla="*/ 839894 w 1908386"/>
                <a:gd name="connsiteY447" fmla="*/ 1427057 h 2109470"/>
                <a:gd name="connsiteX448" fmla="*/ 824654 w 1908386"/>
                <a:gd name="connsiteY448" fmla="*/ 1427057 h 2109470"/>
                <a:gd name="connsiteX449" fmla="*/ 808990 w 1908386"/>
                <a:gd name="connsiteY449" fmla="*/ 1431290 h 2109470"/>
                <a:gd name="connsiteX450" fmla="*/ 795020 w 1908386"/>
                <a:gd name="connsiteY450" fmla="*/ 1425787 h 2109470"/>
                <a:gd name="connsiteX451" fmla="*/ 779780 w 1908386"/>
                <a:gd name="connsiteY451" fmla="*/ 1419013 h 2109470"/>
                <a:gd name="connsiteX452" fmla="*/ 768774 w 1908386"/>
                <a:gd name="connsiteY452" fmla="*/ 1432983 h 2109470"/>
                <a:gd name="connsiteX453" fmla="*/ 753533 w 1908386"/>
                <a:gd name="connsiteY453" fmla="*/ 1435524 h 2109470"/>
                <a:gd name="connsiteX454" fmla="*/ 739140 w 1908386"/>
                <a:gd name="connsiteY454" fmla="*/ 1436793 h 2109470"/>
                <a:gd name="connsiteX455" fmla="*/ 729404 w 1908386"/>
                <a:gd name="connsiteY455" fmla="*/ 1452457 h 2109470"/>
                <a:gd name="connsiteX456" fmla="*/ 726863 w 1908386"/>
                <a:gd name="connsiteY456" fmla="*/ 1466427 h 2109470"/>
                <a:gd name="connsiteX457" fmla="*/ 722630 w 1908386"/>
                <a:gd name="connsiteY457" fmla="*/ 1480397 h 2109470"/>
                <a:gd name="connsiteX458" fmla="*/ 707390 w 1908386"/>
                <a:gd name="connsiteY458" fmla="*/ 1491404 h 2109470"/>
                <a:gd name="connsiteX459" fmla="*/ 698924 w 1908386"/>
                <a:gd name="connsiteY459" fmla="*/ 1504104 h 2109470"/>
                <a:gd name="connsiteX460" fmla="*/ 701463 w 1908386"/>
                <a:gd name="connsiteY460" fmla="*/ 1517650 h 2109470"/>
                <a:gd name="connsiteX461" fmla="*/ 715433 w 1908386"/>
                <a:gd name="connsiteY461" fmla="*/ 1524847 h 2109470"/>
                <a:gd name="connsiteX462" fmla="*/ 729404 w 1908386"/>
                <a:gd name="connsiteY462" fmla="*/ 1531620 h 2109470"/>
                <a:gd name="connsiteX463" fmla="*/ 743374 w 1908386"/>
                <a:gd name="connsiteY463" fmla="*/ 1545590 h 2109470"/>
                <a:gd name="connsiteX464" fmla="*/ 757344 w 1908386"/>
                <a:gd name="connsiteY464" fmla="*/ 1558290 h 2109470"/>
                <a:gd name="connsiteX465" fmla="*/ 772583 w 1908386"/>
                <a:gd name="connsiteY465" fmla="*/ 1558290 h 2109470"/>
                <a:gd name="connsiteX466" fmla="*/ 786977 w 1908386"/>
                <a:gd name="connsiteY466" fmla="*/ 1572260 h 2109470"/>
                <a:gd name="connsiteX467" fmla="*/ 772583 w 1908386"/>
                <a:gd name="connsiteY467" fmla="*/ 1569297 h 2109470"/>
                <a:gd name="connsiteX468" fmla="*/ 759037 w 1908386"/>
                <a:gd name="connsiteY468" fmla="*/ 1565487 h 2109470"/>
                <a:gd name="connsiteX469" fmla="*/ 745067 w 1908386"/>
                <a:gd name="connsiteY469" fmla="*/ 1573954 h 2109470"/>
                <a:gd name="connsiteX470" fmla="*/ 729404 w 1908386"/>
                <a:gd name="connsiteY470" fmla="*/ 1576493 h 2109470"/>
                <a:gd name="connsiteX471" fmla="*/ 715433 w 1908386"/>
                <a:gd name="connsiteY471" fmla="*/ 1569297 h 2109470"/>
                <a:gd name="connsiteX472" fmla="*/ 701463 w 1908386"/>
                <a:gd name="connsiteY472" fmla="*/ 1558290 h 2109470"/>
                <a:gd name="connsiteX473" fmla="*/ 687494 w 1908386"/>
                <a:gd name="connsiteY473" fmla="*/ 1552787 h 2109470"/>
                <a:gd name="connsiteX474" fmla="*/ 673946 w 1908386"/>
                <a:gd name="connsiteY474" fmla="*/ 1554057 h 2109470"/>
                <a:gd name="connsiteX475" fmla="*/ 658283 w 1908386"/>
                <a:gd name="connsiteY475" fmla="*/ 1551517 h 2109470"/>
                <a:gd name="connsiteX476" fmla="*/ 644313 w 1908386"/>
                <a:gd name="connsiteY476" fmla="*/ 1551517 h 2109470"/>
                <a:gd name="connsiteX477" fmla="*/ 630767 w 1908386"/>
                <a:gd name="connsiteY477" fmla="*/ 1551517 h 2109470"/>
                <a:gd name="connsiteX478" fmla="*/ 615104 w 1908386"/>
                <a:gd name="connsiteY478" fmla="*/ 1554057 h 2109470"/>
                <a:gd name="connsiteX479" fmla="*/ 609600 w 1908386"/>
                <a:gd name="connsiteY479" fmla="*/ 1569297 h 2109470"/>
                <a:gd name="connsiteX480" fmla="*/ 613833 w 1908386"/>
                <a:gd name="connsiteY480" fmla="*/ 1583690 h 2109470"/>
                <a:gd name="connsiteX481" fmla="*/ 618067 w 1908386"/>
                <a:gd name="connsiteY481" fmla="*/ 1597660 h 2109470"/>
                <a:gd name="connsiteX482" fmla="*/ 631613 w 1908386"/>
                <a:gd name="connsiteY482" fmla="*/ 1604433 h 2109470"/>
                <a:gd name="connsiteX483" fmla="*/ 646007 w 1908386"/>
                <a:gd name="connsiteY483" fmla="*/ 1608667 h 2109470"/>
                <a:gd name="connsiteX484" fmla="*/ 661246 w 1908386"/>
                <a:gd name="connsiteY484" fmla="*/ 1608667 h 2109470"/>
                <a:gd name="connsiteX485" fmla="*/ 675217 w 1908386"/>
                <a:gd name="connsiteY485" fmla="*/ 1611207 h 2109470"/>
                <a:gd name="connsiteX486" fmla="*/ 690457 w 1908386"/>
                <a:gd name="connsiteY486" fmla="*/ 1616710 h 2109470"/>
                <a:gd name="connsiteX487" fmla="*/ 704427 w 1908386"/>
                <a:gd name="connsiteY487" fmla="*/ 1628140 h 2109470"/>
                <a:gd name="connsiteX488" fmla="*/ 709930 w 1908386"/>
                <a:gd name="connsiteY488" fmla="*/ 1642110 h 2109470"/>
                <a:gd name="connsiteX489" fmla="*/ 719667 w 1908386"/>
                <a:gd name="connsiteY489" fmla="*/ 1657350 h 2109470"/>
                <a:gd name="connsiteX490" fmla="*/ 732367 w 1908386"/>
                <a:gd name="connsiteY490" fmla="*/ 1671320 h 2109470"/>
                <a:gd name="connsiteX491" fmla="*/ 737870 w 1908386"/>
                <a:gd name="connsiteY491" fmla="*/ 1686560 h 2109470"/>
                <a:gd name="connsiteX492" fmla="*/ 749300 w 1908386"/>
                <a:gd name="connsiteY492" fmla="*/ 1700530 h 2109470"/>
                <a:gd name="connsiteX493" fmla="*/ 759037 w 1908386"/>
                <a:gd name="connsiteY493" fmla="*/ 1714500 h 2109470"/>
                <a:gd name="connsiteX494" fmla="*/ 772583 w 1908386"/>
                <a:gd name="connsiteY494" fmla="*/ 1724237 h 2109470"/>
                <a:gd name="connsiteX495" fmla="*/ 774277 w 1908386"/>
                <a:gd name="connsiteY495" fmla="*/ 1724237 h 2109470"/>
                <a:gd name="connsiteX496" fmla="*/ 785283 w 1908386"/>
                <a:gd name="connsiteY496" fmla="*/ 1739900 h 2109470"/>
                <a:gd name="connsiteX497" fmla="*/ 792480 w 1908386"/>
                <a:gd name="connsiteY497" fmla="*/ 1753447 h 2109470"/>
                <a:gd name="connsiteX498" fmla="*/ 793750 w 1908386"/>
                <a:gd name="connsiteY498" fmla="*/ 1767417 h 2109470"/>
                <a:gd name="connsiteX499" fmla="*/ 793750 w 1908386"/>
                <a:gd name="connsiteY499" fmla="*/ 1781387 h 2109470"/>
                <a:gd name="connsiteX500" fmla="*/ 802217 w 1908386"/>
                <a:gd name="connsiteY500" fmla="*/ 1795357 h 2109470"/>
                <a:gd name="connsiteX501" fmla="*/ 816187 w 1908386"/>
                <a:gd name="connsiteY501" fmla="*/ 1794087 h 2109470"/>
                <a:gd name="connsiteX502" fmla="*/ 831427 w 1908386"/>
                <a:gd name="connsiteY502" fmla="*/ 1792817 h 2109470"/>
                <a:gd name="connsiteX503" fmla="*/ 845396 w 1908386"/>
                <a:gd name="connsiteY503" fmla="*/ 1791123 h 2109470"/>
                <a:gd name="connsiteX504" fmla="*/ 850900 w 1908386"/>
                <a:gd name="connsiteY504" fmla="*/ 1805517 h 2109470"/>
                <a:gd name="connsiteX505" fmla="*/ 866140 w 1908386"/>
                <a:gd name="connsiteY505" fmla="*/ 1819064 h 2109470"/>
                <a:gd name="connsiteX506" fmla="*/ 874607 w 1908386"/>
                <a:gd name="connsiteY506" fmla="*/ 1833033 h 2109470"/>
                <a:gd name="connsiteX507" fmla="*/ 888577 w 1908386"/>
                <a:gd name="connsiteY507" fmla="*/ 1847004 h 2109470"/>
                <a:gd name="connsiteX508" fmla="*/ 902546 w 1908386"/>
                <a:gd name="connsiteY508" fmla="*/ 1844464 h 2109470"/>
                <a:gd name="connsiteX509" fmla="*/ 917787 w 1908386"/>
                <a:gd name="connsiteY509" fmla="*/ 1840230 h 2109470"/>
                <a:gd name="connsiteX510" fmla="*/ 931757 w 1908386"/>
                <a:gd name="connsiteY510" fmla="*/ 1845733 h 2109470"/>
                <a:gd name="connsiteX511" fmla="*/ 947420 w 1908386"/>
                <a:gd name="connsiteY511" fmla="*/ 1851237 h 2109470"/>
                <a:gd name="connsiteX512" fmla="*/ 960967 w 1908386"/>
                <a:gd name="connsiteY512" fmla="*/ 1849967 h 2109470"/>
                <a:gd name="connsiteX513" fmla="*/ 976630 w 1908386"/>
                <a:gd name="connsiteY513" fmla="*/ 1852930 h 2109470"/>
                <a:gd name="connsiteX514" fmla="*/ 990600 w 1908386"/>
                <a:gd name="connsiteY514" fmla="*/ 1863937 h 2109470"/>
                <a:gd name="connsiteX515" fmla="*/ 1005840 w 1908386"/>
                <a:gd name="connsiteY515" fmla="*/ 1869440 h 2109470"/>
                <a:gd name="connsiteX516" fmla="*/ 1000337 w 1908386"/>
                <a:gd name="connsiteY516" fmla="*/ 1883410 h 2109470"/>
                <a:gd name="connsiteX517" fmla="*/ 986367 w 1908386"/>
                <a:gd name="connsiteY517" fmla="*/ 1873673 h 2109470"/>
                <a:gd name="connsiteX518" fmla="*/ 998644 w 1908386"/>
                <a:gd name="connsiteY518" fmla="*/ 1887643 h 2109470"/>
                <a:gd name="connsiteX519" fmla="*/ 1002877 w 1908386"/>
                <a:gd name="connsiteY519" fmla="*/ 1901614 h 2109470"/>
                <a:gd name="connsiteX520" fmla="*/ 1001607 w 1908386"/>
                <a:gd name="connsiteY520" fmla="*/ 1916854 h 2109470"/>
                <a:gd name="connsiteX521" fmla="*/ 997374 w 1908386"/>
                <a:gd name="connsiteY521" fmla="*/ 1930823 h 2109470"/>
                <a:gd name="connsiteX522" fmla="*/ 990600 w 1908386"/>
                <a:gd name="connsiteY522" fmla="*/ 1944793 h 2109470"/>
                <a:gd name="connsiteX523" fmla="*/ 980440 w 1908386"/>
                <a:gd name="connsiteY523" fmla="*/ 1958764 h 2109470"/>
                <a:gd name="connsiteX524" fmla="*/ 980440 w 1908386"/>
                <a:gd name="connsiteY524" fmla="*/ 1972733 h 2109470"/>
                <a:gd name="connsiteX525" fmla="*/ 986367 w 1908386"/>
                <a:gd name="connsiteY525" fmla="*/ 1987973 h 2109470"/>
                <a:gd name="connsiteX526" fmla="*/ 997374 w 1908386"/>
                <a:gd name="connsiteY526" fmla="*/ 2001943 h 2109470"/>
                <a:gd name="connsiteX527" fmla="*/ 997374 w 1908386"/>
                <a:gd name="connsiteY527" fmla="*/ 2015914 h 2109470"/>
                <a:gd name="connsiteX528" fmla="*/ 996104 w 1908386"/>
                <a:gd name="connsiteY528" fmla="*/ 2029883 h 2109470"/>
                <a:gd name="connsiteX529" fmla="*/ 1010074 w 1908386"/>
                <a:gd name="connsiteY529" fmla="*/ 2012950 h 2109470"/>
                <a:gd name="connsiteX530" fmla="*/ 1015577 w 1908386"/>
                <a:gd name="connsiteY530" fmla="*/ 2008717 h 2109470"/>
                <a:gd name="connsiteX531" fmla="*/ 1029546 w 1908386"/>
                <a:gd name="connsiteY531" fmla="*/ 1993477 h 2109470"/>
                <a:gd name="connsiteX532" fmla="*/ 1043517 w 1908386"/>
                <a:gd name="connsiteY532" fmla="*/ 1978237 h 2109470"/>
                <a:gd name="connsiteX533" fmla="*/ 1057487 w 1908386"/>
                <a:gd name="connsiteY533" fmla="*/ 1967230 h 2109470"/>
                <a:gd name="connsiteX534" fmla="*/ 1071457 w 1908386"/>
                <a:gd name="connsiteY534" fmla="*/ 1960033 h 2109470"/>
                <a:gd name="connsiteX535" fmla="*/ 1085427 w 1908386"/>
                <a:gd name="connsiteY535" fmla="*/ 1954530 h 2109470"/>
                <a:gd name="connsiteX536" fmla="*/ 1100667 w 1908386"/>
                <a:gd name="connsiteY536" fmla="*/ 1947757 h 2109470"/>
                <a:gd name="connsiteX537" fmla="*/ 1114637 w 1908386"/>
                <a:gd name="connsiteY537" fmla="*/ 1943523 h 2109470"/>
                <a:gd name="connsiteX538" fmla="*/ 1128607 w 1908386"/>
                <a:gd name="connsiteY538" fmla="*/ 1940560 h 2109470"/>
                <a:gd name="connsiteX539" fmla="*/ 1143847 w 1908386"/>
                <a:gd name="connsiteY539" fmla="*/ 1939290 h 2109470"/>
                <a:gd name="connsiteX540" fmla="*/ 1154854 w 1908386"/>
                <a:gd name="connsiteY540" fmla="*/ 1936327 h 2109470"/>
                <a:gd name="connsiteX541" fmla="*/ 1168824 w 1908386"/>
                <a:gd name="connsiteY541" fmla="*/ 1933787 h 2109470"/>
                <a:gd name="connsiteX542" fmla="*/ 1178561 w 1908386"/>
                <a:gd name="connsiteY542" fmla="*/ 1930823 h 2109470"/>
                <a:gd name="connsiteX543" fmla="*/ 1192954 w 1908386"/>
                <a:gd name="connsiteY543" fmla="*/ 1929554 h 2109470"/>
                <a:gd name="connsiteX544" fmla="*/ 1207770 w 1908386"/>
                <a:gd name="connsiteY544" fmla="*/ 1930823 h 2109470"/>
                <a:gd name="connsiteX545" fmla="*/ 1222163 w 1908386"/>
                <a:gd name="connsiteY545" fmla="*/ 1936327 h 2109470"/>
                <a:gd name="connsiteX546" fmla="*/ 1237404 w 1908386"/>
                <a:gd name="connsiteY546" fmla="*/ 1946064 h 2109470"/>
                <a:gd name="connsiteX547" fmla="*/ 1251374 w 1908386"/>
                <a:gd name="connsiteY547" fmla="*/ 1953260 h 2109470"/>
                <a:gd name="connsiteX548" fmla="*/ 1266613 w 1908386"/>
                <a:gd name="connsiteY548" fmla="*/ 1960033 h 2109470"/>
                <a:gd name="connsiteX549" fmla="*/ 1280583 w 1908386"/>
                <a:gd name="connsiteY549" fmla="*/ 1967230 h 2109470"/>
                <a:gd name="connsiteX550" fmla="*/ 1294554 w 1908386"/>
                <a:gd name="connsiteY550" fmla="*/ 1975273 h 2109470"/>
                <a:gd name="connsiteX551" fmla="*/ 1309794 w 1908386"/>
                <a:gd name="connsiteY551" fmla="*/ 1985010 h 2109470"/>
                <a:gd name="connsiteX552" fmla="*/ 1323763 w 1908386"/>
                <a:gd name="connsiteY552" fmla="*/ 1996440 h 2109470"/>
                <a:gd name="connsiteX553" fmla="*/ 1332230 w 1908386"/>
                <a:gd name="connsiteY553" fmla="*/ 2010410 h 2109470"/>
                <a:gd name="connsiteX554" fmla="*/ 1340697 w 1908386"/>
                <a:gd name="connsiteY554" fmla="*/ 2024380 h 2109470"/>
                <a:gd name="connsiteX555" fmla="*/ 1354667 w 1908386"/>
                <a:gd name="connsiteY555" fmla="*/ 2038350 h 2109470"/>
                <a:gd name="connsiteX556" fmla="*/ 1366944 w 1908386"/>
                <a:gd name="connsiteY556" fmla="*/ 2052320 h 2109470"/>
                <a:gd name="connsiteX557" fmla="*/ 1379644 w 1908386"/>
                <a:gd name="connsiteY557" fmla="*/ 2067560 h 2109470"/>
                <a:gd name="connsiteX558" fmla="*/ 1392344 w 1908386"/>
                <a:gd name="connsiteY558" fmla="*/ 2081530 h 2109470"/>
                <a:gd name="connsiteX559" fmla="*/ 1407583 w 1908386"/>
                <a:gd name="connsiteY559" fmla="*/ 2088304 h 2109470"/>
                <a:gd name="connsiteX560" fmla="*/ 1416050 w 1908386"/>
                <a:gd name="connsiteY560" fmla="*/ 2102273 h 2109470"/>
                <a:gd name="connsiteX561" fmla="*/ 1430020 w 1908386"/>
                <a:gd name="connsiteY561" fmla="*/ 2109470 h 2109470"/>
                <a:gd name="connsiteX562" fmla="*/ 1445261 w 1908386"/>
                <a:gd name="connsiteY562" fmla="*/ 2109470 h 2109470"/>
                <a:gd name="connsiteX563" fmla="*/ 1459230 w 1908386"/>
                <a:gd name="connsiteY563" fmla="*/ 2105237 h 2109470"/>
                <a:gd name="connsiteX564" fmla="*/ 1474470 w 1908386"/>
                <a:gd name="connsiteY564" fmla="*/ 2099733 h 2109470"/>
                <a:gd name="connsiteX565" fmla="*/ 1488440 w 1908386"/>
                <a:gd name="connsiteY565" fmla="*/ 2098464 h 2109470"/>
                <a:gd name="connsiteX566" fmla="*/ 1491404 w 1908386"/>
                <a:gd name="connsiteY566" fmla="*/ 2098464 h 2109470"/>
                <a:gd name="connsiteX567" fmla="*/ 1485900 w 1908386"/>
                <a:gd name="connsiteY567" fmla="*/ 2070523 h 2109470"/>
                <a:gd name="connsiteX568" fmla="*/ 1481244 w 1908386"/>
                <a:gd name="connsiteY568" fmla="*/ 2049357 h 2109470"/>
                <a:gd name="connsiteX569" fmla="*/ 1478704 w 1908386"/>
                <a:gd name="connsiteY569" fmla="*/ 2034117 h 2109470"/>
                <a:gd name="connsiteX570" fmla="*/ 1474470 w 1908386"/>
                <a:gd name="connsiteY570" fmla="*/ 2020147 h 2109470"/>
                <a:gd name="connsiteX571" fmla="*/ 1471930 w 1908386"/>
                <a:gd name="connsiteY571" fmla="*/ 2000673 h 2109470"/>
                <a:gd name="connsiteX572" fmla="*/ 1467697 w 1908386"/>
                <a:gd name="connsiteY572" fmla="*/ 1986704 h 2109470"/>
                <a:gd name="connsiteX573" fmla="*/ 1464733 w 1908386"/>
                <a:gd name="connsiteY573" fmla="*/ 1969770 h 2109470"/>
                <a:gd name="connsiteX574" fmla="*/ 1459230 w 1908386"/>
                <a:gd name="connsiteY574" fmla="*/ 1939290 h 2109470"/>
                <a:gd name="connsiteX575" fmla="*/ 1454997 w 1908386"/>
                <a:gd name="connsiteY575" fmla="*/ 1924050 h 2109470"/>
                <a:gd name="connsiteX576" fmla="*/ 1452033 w 1908386"/>
                <a:gd name="connsiteY576" fmla="*/ 1907117 h 2109470"/>
                <a:gd name="connsiteX577" fmla="*/ 1447800 w 1908386"/>
                <a:gd name="connsiteY577" fmla="*/ 1891877 h 2109470"/>
                <a:gd name="connsiteX578" fmla="*/ 1445261 w 1908386"/>
                <a:gd name="connsiteY578" fmla="*/ 1874943 h 2109470"/>
                <a:gd name="connsiteX579" fmla="*/ 1441027 w 1908386"/>
                <a:gd name="connsiteY579" fmla="*/ 1858433 h 2109470"/>
                <a:gd name="connsiteX580" fmla="*/ 1438487 w 1908386"/>
                <a:gd name="connsiteY580" fmla="*/ 1842770 h 2109470"/>
                <a:gd name="connsiteX581" fmla="*/ 1434254 w 1908386"/>
                <a:gd name="connsiteY581" fmla="*/ 1826260 h 2109470"/>
                <a:gd name="connsiteX582" fmla="*/ 1431290 w 1908386"/>
                <a:gd name="connsiteY582" fmla="*/ 1812290 h 2109470"/>
                <a:gd name="connsiteX583" fmla="*/ 1428327 w 1908386"/>
                <a:gd name="connsiteY583" fmla="*/ 1797050 h 2109470"/>
                <a:gd name="connsiteX584" fmla="*/ 1424517 w 1908386"/>
                <a:gd name="connsiteY584" fmla="*/ 1780117 h 2109470"/>
                <a:gd name="connsiteX585" fmla="*/ 1421554 w 1908386"/>
                <a:gd name="connsiteY585" fmla="*/ 1763607 h 2109470"/>
                <a:gd name="connsiteX586" fmla="*/ 1417320 w 1908386"/>
                <a:gd name="connsiteY586" fmla="*/ 1747943 h 2109470"/>
                <a:gd name="connsiteX587" fmla="*/ 1414780 w 1908386"/>
                <a:gd name="connsiteY587" fmla="*/ 1731433 h 2109470"/>
                <a:gd name="connsiteX588" fmla="*/ 1410124 w 1908386"/>
                <a:gd name="connsiteY588" fmla="*/ 1715770 h 2109470"/>
                <a:gd name="connsiteX589" fmla="*/ 1407583 w 1908386"/>
                <a:gd name="connsiteY589" fmla="*/ 1700530 h 2109470"/>
                <a:gd name="connsiteX590" fmla="*/ 1407583 w 1908386"/>
                <a:gd name="connsiteY590" fmla="*/ 1699260 h 2109470"/>
                <a:gd name="connsiteX591" fmla="*/ 1403350 w 1908386"/>
                <a:gd name="connsiteY591" fmla="*/ 1682327 h 2109470"/>
                <a:gd name="connsiteX592" fmla="*/ 1400387 w 1908386"/>
                <a:gd name="connsiteY592" fmla="*/ 1667087 h 2109470"/>
                <a:gd name="connsiteX593" fmla="*/ 1396577 w 1908386"/>
                <a:gd name="connsiteY593" fmla="*/ 1650577 h 2109470"/>
                <a:gd name="connsiteX594" fmla="*/ 1393613 w 1908386"/>
                <a:gd name="connsiteY594" fmla="*/ 1633643 h 2109470"/>
                <a:gd name="connsiteX595" fmla="*/ 1389380 w 1908386"/>
                <a:gd name="connsiteY595" fmla="*/ 1618404 h 2109470"/>
                <a:gd name="connsiteX596" fmla="*/ 1385147 w 1908386"/>
                <a:gd name="connsiteY596" fmla="*/ 1601470 h 2109470"/>
                <a:gd name="connsiteX597" fmla="*/ 1382183 w 1908386"/>
                <a:gd name="connsiteY597" fmla="*/ 1586230 h 2109470"/>
                <a:gd name="connsiteX598" fmla="*/ 1378374 w 1908386"/>
                <a:gd name="connsiteY598" fmla="*/ 1569297 h 2109470"/>
                <a:gd name="connsiteX599" fmla="*/ 1375411 w 1908386"/>
                <a:gd name="connsiteY599" fmla="*/ 1552787 h 2109470"/>
                <a:gd name="connsiteX600" fmla="*/ 1371177 w 1908386"/>
                <a:gd name="connsiteY600" fmla="*/ 1537547 h 2109470"/>
                <a:gd name="connsiteX601" fmla="*/ 1366944 w 1908386"/>
                <a:gd name="connsiteY601" fmla="*/ 1520613 h 2109470"/>
                <a:gd name="connsiteX602" fmla="*/ 1363980 w 1908386"/>
                <a:gd name="connsiteY602" fmla="*/ 1505374 h 2109470"/>
                <a:gd name="connsiteX603" fmla="*/ 1360170 w 1908386"/>
                <a:gd name="connsiteY603" fmla="*/ 1491404 h 2109470"/>
                <a:gd name="connsiteX604" fmla="*/ 1361440 w 1908386"/>
                <a:gd name="connsiteY604" fmla="*/ 1490133 h 2109470"/>
                <a:gd name="connsiteX605" fmla="*/ 1376680 w 1908386"/>
                <a:gd name="connsiteY605" fmla="*/ 1485900 h 2109470"/>
                <a:gd name="connsiteX606" fmla="*/ 1392344 w 1908386"/>
                <a:gd name="connsiteY606" fmla="*/ 1480397 h 2109470"/>
                <a:gd name="connsiteX607" fmla="*/ 1408854 w 1908386"/>
                <a:gd name="connsiteY607" fmla="*/ 1474470 h 2109470"/>
                <a:gd name="connsiteX608" fmla="*/ 1425787 w 1908386"/>
                <a:gd name="connsiteY608" fmla="*/ 1470237 h 2109470"/>
                <a:gd name="connsiteX609" fmla="*/ 1439757 w 1908386"/>
                <a:gd name="connsiteY609" fmla="*/ 1466427 h 2109470"/>
                <a:gd name="connsiteX610" fmla="*/ 1453727 w 1908386"/>
                <a:gd name="connsiteY610" fmla="*/ 1462193 h 2109470"/>
                <a:gd name="connsiteX611" fmla="*/ 1463463 w 1908386"/>
                <a:gd name="connsiteY611" fmla="*/ 1459230 h 2109470"/>
                <a:gd name="connsiteX612" fmla="*/ 1479974 w 1908386"/>
                <a:gd name="connsiteY612" fmla="*/ 1453727 h 2109470"/>
                <a:gd name="connsiteX613" fmla="*/ 1495637 w 1908386"/>
                <a:gd name="connsiteY613" fmla="*/ 1449493 h 2109470"/>
                <a:gd name="connsiteX614" fmla="*/ 1512147 w 1908386"/>
                <a:gd name="connsiteY614" fmla="*/ 1443990 h 2109470"/>
                <a:gd name="connsiteX615" fmla="*/ 1529080 w 1908386"/>
                <a:gd name="connsiteY615" fmla="*/ 1439757 h 2109470"/>
                <a:gd name="connsiteX616" fmla="*/ 1544320 w 1908386"/>
                <a:gd name="connsiteY616" fmla="*/ 1435524 h 2109470"/>
                <a:gd name="connsiteX617" fmla="*/ 1560830 w 1908386"/>
                <a:gd name="connsiteY617" fmla="*/ 1430020 h 2109470"/>
                <a:gd name="connsiteX618" fmla="*/ 1577763 w 1908386"/>
                <a:gd name="connsiteY618" fmla="*/ 1425787 h 2109470"/>
                <a:gd name="connsiteX619" fmla="*/ 1594274 w 1908386"/>
                <a:gd name="connsiteY619" fmla="*/ 1420283 h 2109470"/>
                <a:gd name="connsiteX620" fmla="*/ 1609937 w 1908386"/>
                <a:gd name="connsiteY620" fmla="*/ 1416050 h 2109470"/>
                <a:gd name="connsiteX621" fmla="*/ 1623907 w 1908386"/>
                <a:gd name="connsiteY621" fmla="*/ 1411817 h 2109470"/>
                <a:gd name="connsiteX622" fmla="*/ 1637877 w 1908386"/>
                <a:gd name="connsiteY622" fmla="*/ 1409277 h 2109470"/>
                <a:gd name="connsiteX623" fmla="*/ 1654387 w 1908386"/>
                <a:gd name="connsiteY623" fmla="*/ 1403350 h 2109470"/>
                <a:gd name="connsiteX624" fmla="*/ 1671320 w 1908386"/>
                <a:gd name="connsiteY624" fmla="*/ 1399540 h 2109470"/>
                <a:gd name="connsiteX625" fmla="*/ 1678094 w 1908386"/>
                <a:gd name="connsiteY625" fmla="*/ 1396577 h 2109470"/>
                <a:gd name="connsiteX626" fmla="*/ 1683597 w 1908386"/>
                <a:gd name="connsiteY626" fmla="*/ 1399540 h 2109470"/>
                <a:gd name="connsiteX627" fmla="*/ 1685290 w 1908386"/>
                <a:gd name="connsiteY627" fmla="*/ 1399540 h 2109470"/>
                <a:gd name="connsiteX628" fmla="*/ 1700530 w 1908386"/>
                <a:gd name="connsiteY628" fmla="*/ 1407583 h 2109470"/>
                <a:gd name="connsiteX629" fmla="*/ 1715770 w 1908386"/>
                <a:gd name="connsiteY629" fmla="*/ 1414780 h 2109470"/>
                <a:gd name="connsiteX630" fmla="*/ 1731011 w 1908386"/>
                <a:gd name="connsiteY630" fmla="*/ 1423247 h 2109470"/>
                <a:gd name="connsiteX631" fmla="*/ 1736937 w 1908386"/>
                <a:gd name="connsiteY631" fmla="*/ 1425787 h 2109470"/>
                <a:gd name="connsiteX632" fmla="*/ 1752177 w 1908386"/>
                <a:gd name="connsiteY632" fmla="*/ 1432983 h 2109470"/>
                <a:gd name="connsiteX633" fmla="*/ 1767417 w 1908386"/>
                <a:gd name="connsiteY633" fmla="*/ 1441027 h 2109470"/>
                <a:gd name="connsiteX634" fmla="*/ 1782657 w 1908386"/>
                <a:gd name="connsiteY634" fmla="*/ 1449493 h 2109470"/>
                <a:gd name="connsiteX635" fmla="*/ 1788583 w 1908386"/>
                <a:gd name="connsiteY635" fmla="*/ 1452457 h 2109470"/>
                <a:gd name="connsiteX636" fmla="*/ 1789854 w 1908386"/>
                <a:gd name="connsiteY636" fmla="*/ 1453727 h 2109470"/>
                <a:gd name="connsiteX637" fmla="*/ 1805094 w 1908386"/>
                <a:gd name="connsiteY637" fmla="*/ 1460924 h 2109470"/>
                <a:gd name="connsiteX638" fmla="*/ 1811020 w 1908386"/>
                <a:gd name="connsiteY638" fmla="*/ 1463463 h 2109470"/>
                <a:gd name="connsiteX639" fmla="*/ 1820333 w 1908386"/>
                <a:gd name="connsiteY639" fmla="*/ 1468967 h 2109470"/>
                <a:gd name="connsiteX640" fmla="*/ 1863513 w 1908386"/>
                <a:gd name="connsiteY640" fmla="*/ 1491404 h 2109470"/>
                <a:gd name="connsiteX641" fmla="*/ 1908387 w 1908386"/>
                <a:gd name="connsiteY641" fmla="*/ 1513417 h 2109470"/>
                <a:gd name="connsiteX642" fmla="*/ 1908387 w 1908386"/>
                <a:gd name="connsiteY642" fmla="*/ 1270 h 2109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</a:cxnLst>
              <a:rect l="l" t="t" r="r" b="b"/>
              <a:pathLst>
                <a:path w="1908386" h="2109470">
                  <a:moveTo>
                    <a:pt x="1904154" y="2963"/>
                  </a:moveTo>
                  <a:lnTo>
                    <a:pt x="1894417" y="1270"/>
                  </a:lnTo>
                  <a:lnTo>
                    <a:pt x="1880447" y="0"/>
                  </a:lnTo>
                  <a:lnTo>
                    <a:pt x="1874944" y="13970"/>
                  </a:lnTo>
                  <a:lnTo>
                    <a:pt x="1860974" y="13970"/>
                  </a:lnTo>
                  <a:lnTo>
                    <a:pt x="1845733" y="15663"/>
                  </a:lnTo>
                  <a:lnTo>
                    <a:pt x="1831340" y="16933"/>
                  </a:lnTo>
                  <a:lnTo>
                    <a:pt x="1816100" y="18204"/>
                  </a:lnTo>
                  <a:lnTo>
                    <a:pt x="1814830" y="32173"/>
                  </a:lnTo>
                  <a:lnTo>
                    <a:pt x="1816100" y="46143"/>
                  </a:lnTo>
                  <a:lnTo>
                    <a:pt x="1802130" y="41910"/>
                  </a:lnTo>
                  <a:lnTo>
                    <a:pt x="1796627" y="27940"/>
                  </a:lnTo>
                  <a:lnTo>
                    <a:pt x="1782657" y="26670"/>
                  </a:lnTo>
                  <a:lnTo>
                    <a:pt x="1768687" y="26670"/>
                  </a:lnTo>
                  <a:lnTo>
                    <a:pt x="1754717" y="25400"/>
                  </a:lnTo>
                  <a:lnTo>
                    <a:pt x="1746674" y="39370"/>
                  </a:lnTo>
                  <a:lnTo>
                    <a:pt x="1729740" y="37677"/>
                  </a:lnTo>
                  <a:lnTo>
                    <a:pt x="1715770" y="29210"/>
                  </a:lnTo>
                  <a:lnTo>
                    <a:pt x="1700530" y="29210"/>
                  </a:lnTo>
                  <a:lnTo>
                    <a:pt x="1699261" y="29210"/>
                  </a:lnTo>
                  <a:lnTo>
                    <a:pt x="1695027" y="32173"/>
                  </a:lnTo>
                  <a:lnTo>
                    <a:pt x="1681057" y="29210"/>
                  </a:lnTo>
                  <a:lnTo>
                    <a:pt x="1679363" y="27940"/>
                  </a:lnTo>
                  <a:lnTo>
                    <a:pt x="1664124" y="19473"/>
                  </a:lnTo>
                  <a:lnTo>
                    <a:pt x="1648883" y="25400"/>
                  </a:lnTo>
                  <a:lnTo>
                    <a:pt x="1648883" y="39370"/>
                  </a:lnTo>
                  <a:lnTo>
                    <a:pt x="1634913" y="36407"/>
                  </a:lnTo>
                  <a:lnTo>
                    <a:pt x="1620944" y="37677"/>
                  </a:lnTo>
                  <a:lnTo>
                    <a:pt x="1636607" y="49107"/>
                  </a:lnTo>
                  <a:lnTo>
                    <a:pt x="1650154" y="55880"/>
                  </a:lnTo>
                  <a:lnTo>
                    <a:pt x="1648883" y="65617"/>
                  </a:lnTo>
                  <a:lnTo>
                    <a:pt x="1639147" y="79587"/>
                  </a:lnTo>
                  <a:lnTo>
                    <a:pt x="1625177" y="83820"/>
                  </a:lnTo>
                  <a:lnTo>
                    <a:pt x="1639147" y="90593"/>
                  </a:lnTo>
                  <a:lnTo>
                    <a:pt x="1653117" y="96520"/>
                  </a:lnTo>
                  <a:lnTo>
                    <a:pt x="1668357" y="100330"/>
                  </a:lnTo>
                  <a:lnTo>
                    <a:pt x="1683597" y="96520"/>
                  </a:lnTo>
                  <a:lnTo>
                    <a:pt x="1697567" y="95250"/>
                  </a:lnTo>
                  <a:lnTo>
                    <a:pt x="1711537" y="107527"/>
                  </a:lnTo>
                  <a:lnTo>
                    <a:pt x="1697567" y="118533"/>
                  </a:lnTo>
                  <a:lnTo>
                    <a:pt x="1683597" y="111760"/>
                  </a:lnTo>
                  <a:lnTo>
                    <a:pt x="1670050" y="121497"/>
                  </a:lnTo>
                  <a:lnTo>
                    <a:pt x="1668357" y="135467"/>
                  </a:lnTo>
                  <a:lnTo>
                    <a:pt x="1683597" y="145204"/>
                  </a:lnTo>
                  <a:lnTo>
                    <a:pt x="1699261" y="145204"/>
                  </a:lnTo>
                  <a:lnTo>
                    <a:pt x="1713230" y="151977"/>
                  </a:lnTo>
                  <a:lnTo>
                    <a:pt x="1727200" y="154940"/>
                  </a:lnTo>
                  <a:lnTo>
                    <a:pt x="1740747" y="150707"/>
                  </a:lnTo>
                  <a:lnTo>
                    <a:pt x="1756411" y="162137"/>
                  </a:lnTo>
                  <a:lnTo>
                    <a:pt x="1770380" y="164677"/>
                  </a:lnTo>
                  <a:lnTo>
                    <a:pt x="1785620" y="167640"/>
                  </a:lnTo>
                  <a:lnTo>
                    <a:pt x="1799590" y="171873"/>
                  </a:lnTo>
                  <a:lnTo>
                    <a:pt x="1806363" y="185843"/>
                  </a:lnTo>
                  <a:lnTo>
                    <a:pt x="1792817" y="199390"/>
                  </a:lnTo>
                  <a:lnTo>
                    <a:pt x="1777154" y="192617"/>
                  </a:lnTo>
                  <a:lnTo>
                    <a:pt x="1761913" y="193887"/>
                  </a:lnTo>
                  <a:lnTo>
                    <a:pt x="1747944" y="196850"/>
                  </a:lnTo>
                  <a:lnTo>
                    <a:pt x="1733974" y="189654"/>
                  </a:lnTo>
                  <a:lnTo>
                    <a:pt x="1718733" y="185843"/>
                  </a:lnTo>
                  <a:lnTo>
                    <a:pt x="1703070" y="191347"/>
                  </a:lnTo>
                  <a:lnTo>
                    <a:pt x="1689100" y="187113"/>
                  </a:lnTo>
                  <a:lnTo>
                    <a:pt x="1682327" y="191347"/>
                  </a:lnTo>
                  <a:lnTo>
                    <a:pt x="1667087" y="192617"/>
                  </a:lnTo>
                  <a:lnTo>
                    <a:pt x="1673861" y="207857"/>
                  </a:lnTo>
                  <a:lnTo>
                    <a:pt x="1659890" y="217593"/>
                  </a:lnTo>
                  <a:lnTo>
                    <a:pt x="1645920" y="229023"/>
                  </a:lnTo>
                  <a:lnTo>
                    <a:pt x="1645920" y="242993"/>
                  </a:lnTo>
                  <a:lnTo>
                    <a:pt x="1659890" y="248497"/>
                  </a:lnTo>
                  <a:lnTo>
                    <a:pt x="1668357" y="262467"/>
                  </a:lnTo>
                  <a:lnTo>
                    <a:pt x="1685290" y="269240"/>
                  </a:lnTo>
                  <a:lnTo>
                    <a:pt x="1692063" y="283210"/>
                  </a:lnTo>
                  <a:lnTo>
                    <a:pt x="1706033" y="295910"/>
                  </a:lnTo>
                  <a:lnTo>
                    <a:pt x="1700530" y="298450"/>
                  </a:lnTo>
                  <a:lnTo>
                    <a:pt x="1685290" y="311150"/>
                  </a:lnTo>
                  <a:lnTo>
                    <a:pt x="1671320" y="325120"/>
                  </a:lnTo>
                  <a:lnTo>
                    <a:pt x="1657350" y="325120"/>
                  </a:lnTo>
                  <a:lnTo>
                    <a:pt x="1641687" y="325120"/>
                  </a:lnTo>
                  <a:lnTo>
                    <a:pt x="1628140" y="339090"/>
                  </a:lnTo>
                  <a:lnTo>
                    <a:pt x="1612477" y="350097"/>
                  </a:lnTo>
                  <a:lnTo>
                    <a:pt x="1601470" y="350097"/>
                  </a:lnTo>
                  <a:lnTo>
                    <a:pt x="1600200" y="350097"/>
                  </a:lnTo>
                  <a:lnTo>
                    <a:pt x="1591733" y="350097"/>
                  </a:lnTo>
                  <a:lnTo>
                    <a:pt x="1591733" y="358563"/>
                  </a:lnTo>
                  <a:lnTo>
                    <a:pt x="1606974" y="371263"/>
                  </a:lnTo>
                  <a:lnTo>
                    <a:pt x="1620944" y="369993"/>
                  </a:lnTo>
                  <a:lnTo>
                    <a:pt x="1634913" y="376767"/>
                  </a:lnTo>
                  <a:lnTo>
                    <a:pt x="1650154" y="379730"/>
                  </a:lnTo>
                  <a:lnTo>
                    <a:pt x="1659890" y="393700"/>
                  </a:lnTo>
                  <a:lnTo>
                    <a:pt x="1673861" y="410210"/>
                  </a:lnTo>
                  <a:lnTo>
                    <a:pt x="1690794" y="410210"/>
                  </a:lnTo>
                  <a:lnTo>
                    <a:pt x="1704763" y="410210"/>
                  </a:lnTo>
                  <a:lnTo>
                    <a:pt x="1718733" y="411480"/>
                  </a:lnTo>
                  <a:lnTo>
                    <a:pt x="1727200" y="411480"/>
                  </a:lnTo>
                  <a:lnTo>
                    <a:pt x="1733974" y="427143"/>
                  </a:lnTo>
                  <a:lnTo>
                    <a:pt x="1747944" y="433917"/>
                  </a:lnTo>
                  <a:lnTo>
                    <a:pt x="1761913" y="436880"/>
                  </a:lnTo>
                  <a:lnTo>
                    <a:pt x="1775883" y="436880"/>
                  </a:lnTo>
                  <a:lnTo>
                    <a:pt x="1789854" y="439420"/>
                  </a:lnTo>
                  <a:lnTo>
                    <a:pt x="1805094" y="442383"/>
                  </a:lnTo>
                  <a:lnTo>
                    <a:pt x="1806363" y="442383"/>
                  </a:lnTo>
                  <a:lnTo>
                    <a:pt x="1819063" y="456354"/>
                  </a:lnTo>
                  <a:lnTo>
                    <a:pt x="1833033" y="467360"/>
                  </a:lnTo>
                  <a:lnTo>
                    <a:pt x="1838537" y="468630"/>
                  </a:lnTo>
                  <a:lnTo>
                    <a:pt x="1824567" y="474557"/>
                  </a:lnTo>
                  <a:lnTo>
                    <a:pt x="1824567" y="488527"/>
                  </a:lnTo>
                  <a:lnTo>
                    <a:pt x="1825837" y="503767"/>
                  </a:lnTo>
                  <a:lnTo>
                    <a:pt x="1825837" y="508000"/>
                  </a:lnTo>
                  <a:lnTo>
                    <a:pt x="1825837" y="509270"/>
                  </a:lnTo>
                  <a:lnTo>
                    <a:pt x="1827530" y="524510"/>
                  </a:lnTo>
                  <a:lnTo>
                    <a:pt x="1828800" y="538480"/>
                  </a:lnTo>
                  <a:lnTo>
                    <a:pt x="1814830" y="546947"/>
                  </a:lnTo>
                  <a:lnTo>
                    <a:pt x="1800861" y="551180"/>
                  </a:lnTo>
                  <a:lnTo>
                    <a:pt x="1786890" y="554143"/>
                  </a:lnTo>
                  <a:lnTo>
                    <a:pt x="1771650" y="559647"/>
                  </a:lnTo>
                  <a:lnTo>
                    <a:pt x="1757680" y="563880"/>
                  </a:lnTo>
                  <a:lnTo>
                    <a:pt x="1742440" y="566420"/>
                  </a:lnTo>
                  <a:lnTo>
                    <a:pt x="1728470" y="563880"/>
                  </a:lnTo>
                  <a:lnTo>
                    <a:pt x="1714500" y="563880"/>
                  </a:lnTo>
                  <a:lnTo>
                    <a:pt x="1699261" y="562187"/>
                  </a:lnTo>
                  <a:lnTo>
                    <a:pt x="1685290" y="557954"/>
                  </a:lnTo>
                  <a:lnTo>
                    <a:pt x="1670050" y="548640"/>
                  </a:lnTo>
                  <a:lnTo>
                    <a:pt x="1664124" y="535940"/>
                  </a:lnTo>
                  <a:lnTo>
                    <a:pt x="1650154" y="532977"/>
                  </a:lnTo>
                  <a:lnTo>
                    <a:pt x="1643380" y="535940"/>
                  </a:lnTo>
                  <a:lnTo>
                    <a:pt x="1641687" y="538480"/>
                  </a:lnTo>
                  <a:lnTo>
                    <a:pt x="1641687" y="540174"/>
                  </a:lnTo>
                  <a:lnTo>
                    <a:pt x="1640417" y="554143"/>
                  </a:lnTo>
                  <a:lnTo>
                    <a:pt x="1639147" y="569383"/>
                  </a:lnTo>
                  <a:lnTo>
                    <a:pt x="1637877" y="571924"/>
                  </a:lnTo>
                  <a:lnTo>
                    <a:pt x="1623907" y="585893"/>
                  </a:lnTo>
                  <a:lnTo>
                    <a:pt x="1609937" y="588857"/>
                  </a:lnTo>
                  <a:lnTo>
                    <a:pt x="1595967" y="590127"/>
                  </a:lnTo>
                  <a:lnTo>
                    <a:pt x="1600200" y="576157"/>
                  </a:lnTo>
                  <a:lnTo>
                    <a:pt x="1584961" y="570654"/>
                  </a:lnTo>
                  <a:lnTo>
                    <a:pt x="1570990" y="570654"/>
                  </a:lnTo>
                  <a:lnTo>
                    <a:pt x="1555327" y="565150"/>
                  </a:lnTo>
                  <a:lnTo>
                    <a:pt x="1541357" y="565150"/>
                  </a:lnTo>
                  <a:lnTo>
                    <a:pt x="1527387" y="562187"/>
                  </a:lnTo>
                  <a:lnTo>
                    <a:pt x="1520613" y="562187"/>
                  </a:lnTo>
                  <a:lnTo>
                    <a:pt x="1506644" y="557954"/>
                  </a:lnTo>
                  <a:lnTo>
                    <a:pt x="1491404" y="545677"/>
                  </a:lnTo>
                  <a:lnTo>
                    <a:pt x="1477433" y="544407"/>
                  </a:lnTo>
                  <a:lnTo>
                    <a:pt x="1463463" y="532977"/>
                  </a:lnTo>
                  <a:lnTo>
                    <a:pt x="1460500" y="517737"/>
                  </a:lnTo>
                  <a:lnTo>
                    <a:pt x="1456267" y="503767"/>
                  </a:lnTo>
                  <a:lnTo>
                    <a:pt x="1441027" y="499533"/>
                  </a:lnTo>
                  <a:lnTo>
                    <a:pt x="1438487" y="499533"/>
                  </a:lnTo>
                  <a:lnTo>
                    <a:pt x="1432561" y="499533"/>
                  </a:lnTo>
                  <a:lnTo>
                    <a:pt x="1417320" y="485563"/>
                  </a:lnTo>
                  <a:lnTo>
                    <a:pt x="1407583" y="489797"/>
                  </a:lnTo>
                  <a:lnTo>
                    <a:pt x="1392344" y="500804"/>
                  </a:lnTo>
                  <a:lnTo>
                    <a:pt x="1378374" y="498263"/>
                  </a:lnTo>
                  <a:lnTo>
                    <a:pt x="1363980" y="495300"/>
                  </a:lnTo>
                  <a:lnTo>
                    <a:pt x="1350433" y="492760"/>
                  </a:lnTo>
                  <a:lnTo>
                    <a:pt x="1346200" y="496570"/>
                  </a:lnTo>
                  <a:lnTo>
                    <a:pt x="1350433" y="510540"/>
                  </a:lnTo>
                  <a:lnTo>
                    <a:pt x="1351704" y="526204"/>
                  </a:lnTo>
                  <a:lnTo>
                    <a:pt x="1337733" y="523240"/>
                  </a:lnTo>
                  <a:lnTo>
                    <a:pt x="1323763" y="532977"/>
                  </a:lnTo>
                  <a:lnTo>
                    <a:pt x="1322494" y="532977"/>
                  </a:lnTo>
                  <a:lnTo>
                    <a:pt x="1308524" y="528743"/>
                  </a:lnTo>
                  <a:lnTo>
                    <a:pt x="1295824" y="514774"/>
                  </a:lnTo>
                  <a:lnTo>
                    <a:pt x="1280583" y="508000"/>
                  </a:lnTo>
                  <a:lnTo>
                    <a:pt x="1272117" y="494030"/>
                  </a:lnTo>
                  <a:lnTo>
                    <a:pt x="1258147" y="499533"/>
                  </a:lnTo>
                  <a:lnTo>
                    <a:pt x="1244177" y="499533"/>
                  </a:lnTo>
                  <a:lnTo>
                    <a:pt x="1230630" y="500804"/>
                  </a:lnTo>
                  <a:lnTo>
                    <a:pt x="1214967" y="499533"/>
                  </a:lnTo>
                  <a:lnTo>
                    <a:pt x="1210733" y="513504"/>
                  </a:lnTo>
                  <a:lnTo>
                    <a:pt x="1196763" y="505037"/>
                  </a:lnTo>
                  <a:lnTo>
                    <a:pt x="1181524" y="502497"/>
                  </a:lnTo>
                  <a:lnTo>
                    <a:pt x="1178561" y="517737"/>
                  </a:lnTo>
                  <a:lnTo>
                    <a:pt x="1165013" y="527474"/>
                  </a:lnTo>
                  <a:lnTo>
                    <a:pt x="1150620" y="537210"/>
                  </a:lnTo>
                  <a:lnTo>
                    <a:pt x="1150620" y="542713"/>
                  </a:lnTo>
                  <a:lnTo>
                    <a:pt x="1146811" y="556683"/>
                  </a:lnTo>
                  <a:lnTo>
                    <a:pt x="1132840" y="569383"/>
                  </a:lnTo>
                  <a:lnTo>
                    <a:pt x="1118870" y="574887"/>
                  </a:lnTo>
                  <a:lnTo>
                    <a:pt x="1104900" y="585893"/>
                  </a:lnTo>
                  <a:lnTo>
                    <a:pt x="1089661" y="576157"/>
                  </a:lnTo>
                  <a:lnTo>
                    <a:pt x="1075690" y="565150"/>
                  </a:lnTo>
                  <a:lnTo>
                    <a:pt x="1060027" y="568113"/>
                  </a:lnTo>
                  <a:lnTo>
                    <a:pt x="1046057" y="559647"/>
                  </a:lnTo>
                  <a:lnTo>
                    <a:pt x="1032511" y="549487"/>
                  </a:lnTo>
                  <a:lnTo>
                    <a:pt x="1016846" y="541443"/>
                  </a:lnTo>
                  <a:lnTo>
                    <a:pt x="1002877" y="527474"/>
                  </a:lnTo>
                  <a:lnTo>
                    <a:pt x="996104" y="526204"/>
                  </a:lnTo>
                  <a:lnTo>
                    <a:pt x="984674" y="519007"/>
                  </a:lnTo>
                  <a:lnTo>
                    <a:pt x="969433" y="512233"/>
                  </a:lnTo>
                  <a:lnTo>
                    <a:pt x="955463" y="505037"/>
                  </a:lnTo>
                  <a:lnTo>
                    <a:pt x="940224" y="510540"/>
                  </a:lnTo>
                  <a:lnTo>
                    <a:pt x="947420" y="524510"/>
                  </a:lnTo>
                  <a:lnTo>
                    <a:pt x="962237" y="537210"/>
                  </a:lnTo>
                  <a:lnTo>
                    <a:pt x="965200" y="552450"/>
                  </a:lnTo>
                  <a:lnTo>
                    <a:pt x="972396" y="566420"/>
                  </a:lnTo>
                  <a:lnTo>
                    <a:pt x="970704" y="580390"/>
                  </a:lnTo>
                  <a:lnTo>
                    <a:pt x="956733" y="587587"/>
                  </a:lnTo>
                  <a:lnTo>
                    <a:pt x="955463" y="587587"/>
                  </a:lnTo>
                  <a:lnTo>
                    <a:pt x="941494" y="577850"/>
                  </a:lnTo>
                  <a:lnTo>
                    <a:pt x="938954" y="563880"/>
                  </a:lnTo>
                  <a:lnTo>
                    <a:pt x="935990" y="549487"/>
                  </a:lnTo>
                  <a:lnTo>
                    <a:pt x="941494" y="534247"/>
                  </a:lnTo>
                  <a:lnTo>
                    <a:pt x="926254" y="528743"/>
                  </a:lnTo>
                  <a:lnTo>
                    <a:pt x="912283" y="526204"/>
                  </a:lnTo>
                  <a:lnTo>
                    <a:pt x="898313" y="516467"/>
                  </a:lnTo>
                  <a:lnTo>
                    <a:pt x="887307" y="500804"/>
                  </a:lnTo>
                  <a:lnTo>
                    <a:pt x="877570" y="492760"/>
                  </a:lnTo>
                  <a:lnTo>
                    <a:pt x="875877" y="492760"/>
                  </a:lnTo>
                  <a:lnTo>
                    <a:pt x="861907" y="482600"/>
                  </a:lnTo>
                  <a:lnTo>
                    <a:pt x="846667" y="480060"/>
                  </a:lnTo>
                  <a:lnTo>
                    <a:pt x="832696" y="477097"/>
                  </a:lnTo>
                  <a:lnTo>
                    <a:pt x="818727" y="471593"/>
                  </a:lnTo>
                  <a:lnTo>
                    <a:pt x="808990" y="457624"/>
                  </a:lnTo>
                  <a:lnTo>
                    <a:pt x="799254" y="442383"/>
                  </a:lnTo>
                  <a:lnTo>
                    <a:pt x="784013" y="438150"/>
                  </a:lnTo>
                  <a:lnTo>
                    <a:pt x="770044" y="431377"/>
                  </a:lnTo>
                  <a:lnTo>
                    <a:pt x="767080" y="431377"/>
                  </a:lnTo>
                  <a:lnTo>
                    <a:pt x="754804" y="431377"/>
                  </a:lnTo>
                  <a:lnTo>
                    <a:pt x="739140" y="433917"/>
                  </a:lnTo>
                  <a:lnTo>
                    <a:pt x="723900" y="433917"/>
                  </a:lnTo>
                  <a:lnTo>
                    <a:pt x="715433" y="438150"/>
                  </a:lnTo>
                  <a:lnTo>
                    <a:pt x="701463" y="432647"/>
                  </a:lnTo>
                  <a:lnTo>
                    <a:pt x="686224" y="435187"/>
                  </a:lnTo>
                  <a:lnTo>
                    <a:pt x="670983" y="436880"/>
                  </a:lnTo>
                  <a:lnTo>
                    <a:pt x="661246" y="431377"/>
                  </a:lnTo>
                  <a:lnTo>
                    <a:pt x="658283" y="428413"/>
                  </a:lnTo>
                  <a:lnTo>
                    <a:pt x="649817" y="414443"/>
                  </a:lnTo>
                  <a:lnTo>
                    <a:pt x="636270" y="400474"/>
                  </a:lnTo>
                  <a:lnTo>
                    <a:pt x="629074" y="385233"/>
                  </a:lnTo>
                  <a:lnTo>
                    <a:pt x="615104" y="393700"/>
                  </a:lnTo>
                  <a:lnTo>
                    <a:pt x="599863" y="404707"/>
                  </a:lnTo>
                  <a:lnTo>
                    <a:pt x="584624" y="401743"/>
                  </a:lnTo>
                  <a:lnTo>
                    <a:pt x="569383" y="408940"/>
                  </a:lnTo>
                  <a:lnTo>
                    <a:pt x="567690" y="422910"/>
                  </a:lnTo>
                  <a:lnTo>
                    <a:pt x="559224" y="436880"/>
                  </a:lnTo>
                  <a:lnTo>
                    <a:pt x="545677" y="424180"/>
                  </a:lnTo>
                  <a:lnTo>
                    <a:pt x="531283" y="432647"/>
                  </a:lnTo>
                  <a:lnTo>
                    <a:pt x="521546" y="435187"/>
                  </a:lnTo>
                  <a:lnTo>
                    <a:pt x="508000" y="421640"/>
                  </a:lnTo>
                  <a:lnTo>
                    <a:pt x="508000" y="407670"/>
                  </a:lnTo>
                  <a:lnTo>
                    <a:pt x="494030" y="399204"/>
                  </a:lnTo>
                  <a:lnTo>
                    <a:pt x="478367" y="400474"/>
                  </a:lnTo>
                  <a:lnTo>
                    <a:pt x="464396" y="400474"/>
                  </a:lnTo>
                  <a:lnTo>
                    <a:pt x="458894" y="400474"/>
                  </a:lnTo>
                  <a:lnTo>
                    <a:pt x="443654" y="392007"/>
                  </a:lnTo>
                  <a:lnTo>
                    <a:pt x="429683" y="387774"/>
                  </a:lnTo>
                  <a:lnTo>
                    <a:pt x="435187" y="401743"/>
                  </a:lnTo>
                  <a:lnTo>
                    <a:pt x="440690" y="415713"/>
                  </a:lnTo>
                  <a:lnTo>
                    <a:pt x="426720" y="410210"/>
                  </a:lnTo>
                  <a:lnTo>
                    <a:pt x="412750" y="407670"/>
                  </a:lnTo>
                  <a:lnTo>
                    <a:pt x="408940" y="422910"/>
                  </a:lnTo>
                  <a:lnTo>
                    <a:pt x="410211" y="436880"/>
                  </a:lnTo>
                  <a:lnTo>
                    <a:pt x="396240" y="446617"/>
                  </a:lnTo>
                  <a:lnTo>
                    <a:pt x="393277" y="460587"/>
                  </a:lnTo>
                  <a:lnTo>
                    <a:pt x="379307" y="467360"/>
                  </a:lnTo>
                  <a:lnTo>
                    <a:pt x="365337" y="470324"/>
                  </a:lnTo>
                  <a:lnTo>
                    <a:pt x="351790" y="472863"/>
                  </a:lnTo>
                  <a:lnTo>
                    <a:pt x="344594" y="478367"/>
                  </a:lnTo>
                  <a:lnTo>
                    <a:pt x="341630" y="481330"/>
                  </a:lnTo>
                  <a:lnTo>
                    <a:pt x="326390" y="494030"/>
                  </a:lnTo>
                  <a:lnTo>
                    <a:pt x="311150" y="494030"/>
                  </a:lnTo>
                  <a:lnTo>
                    <a:pt x="297180" y="494030"/>
                  </a:lnTo>
                  <a:lnTo>
                    <a:pt x="283211" y="498263"/>
                  </a:lnTo>
                  <a:lnTo>
                    <a:pt x="280246" y="512233"/>
                  </a:lnTo>
                  <a:lnTo>
                    <a:pt x="292946" y="527474"/>
                  </a:lnTo>
                  <a:lnTo>
                    <a:pt x="280246" y="541443"/>
                  </a:lnTo>
                  <a:lnTo>
                    <a:pt x="266277" y="544407"/>
                  </a:lnTo>
                  <a:lnTo>
                    <a:pt x="252307" y="556683"/>
                  </a:lnTo>
                  <a:lnTo>
                    <a:pt x="237067" y="569383"/>
                  </a:lnTo>
                  <a:lnTo>
                    <a:pt x="223096" y="576157"/>
                  </a:lnTo>
                  <a:lnTo>
                    <a:pt x="209127" y="571924"/>
                  </a:lnTo>
                  <a:lnTo>
                    <a:pt x="193887" y="568113"/>
                  </a:lnTo>
                  <a:lnTo>
                    <a:pt x="207857" y="576157"/>
                  </a:lnTo>
                  <a:lnTo>
                    <a:pt x="210820" y="590127"/>
                  </a:lnTo>
                  <a:lnTo>
                    <a:pt x="216324" y="605367"/>
                  </a:lnTo>
                  <a:lnTo>
                    <a:pt x="221827" y="619337"/>
                  </a:lnTo>
                  <a:lnTo>
                    <a:pt x="230294" y="633307"/>
                  </a:lnTo>
                  <a:lnTo>
                    <a:pt x="238761" y="647277"/>
                  </a:lnTo>
                  <a:lnTo>
                    <a:pt x="252307" y="659977"/>
                  </a:lnTo>
                  <a:lnTo>
                    <a:pt x="256540" y="666750"/>
                  </a:lnTo>
                  <a:lnTo>
                    <a:pt x="254000" y="672677"/>
                  </a:lnTo>
                  <a:lnTo>
                    <a:pt x="238761" y="684954"/>
                  </a:lnTo>
                  <a:lnTo>
                    <a:pt x="227330" y="690880"/>
                  </a:lnTo>
                  <a:lnTo>
                    <a:pt x="212090" y="696383"/>
                  </a:lnTo>
                  <a:lnTo>
                    <a:pt x="198120" y="698924"/>
                  </a:lnTo>
                  <a:lnTo>
                    <a:pt x="184150" y="693420"/>
                  </a:lnTo>
                  <a:lnTo>
                    <a:pt x="170180" y="682413"/>
                  </a:lnTo>
                  <a:lnTo>
                    <a:pt x="159174" y="672677"/>
                  </a:lnTo>
                  <a:lnTo>
                    <a:pt x="151977" y="658707"/>
                  </a:lnTo>
                  <a:lnTo>
                    <a:pt x="138007" y="646007"/>
                  </a:lnTo>
                  <a:lnTo>
                    <a:pt x="128270" y="637540"/>
                  </a:lnTo>
                  <a:lnTo>
                    <a:pt x="114300" y="626533"/>
                  </a:lnTo>
                  <a:lnTo>
                    <a:pt x="99061" y="615104"/>
                  </a:lnTo>
                  <a:lnTo>
                    <a:pt x="85090" y="605367"/>
                  </a:lnTo>
                  <a:lnTo>
                    <a:pt x="71120" y="598593"/>
                  </a:lnTo>
                  <a:lnTo>
                    <a:pt x="55880" y="610870"/>
                  </a:lnTo>
                  <a:lnTo>
                    <a:pt x="41911" y="626533"/>
                  </a:lnTo>
                  <a:lnTo>
                    <a:pt x="43180" y="640504"/>
                  </a:lnTo>
                  <a:lnTo>
                    <a:pt x="51646" y="651510"/>
                  </a:lnTo>
                  <a:lnTo>
                    <a:pt x="50377" y="665480"/>
                  </a:lnTo>
                  <a:lnTo>
                    <a:pt x="46144" y="672677"/>
                  </a:lnTo>
                  <a:lnTo>
                    <a:pt x="30480" y="683683"/>
                  </a:lnTo>
                  <a:lnTo>
                    <a:pt x="16511" y="689187"/>
                  </a:lnTo>
                  <a:lnTo>
                    <a:pt x="6774" y="703157"/>
                  </a:lnTo>
                  <a:lnTo>
                    <a:pt x="6774" y="718397"/>
                  </a:lnTo>
                  <a:lnTo>
                    <a:pt x="6774" y="734060"/>
                  </a:lnTo>
                  <a:lnTo>
                    <a:pt x="6774" y="742104"/>
                  </a:lnTo>
                  <a:lnTo>
                    <a:pt x="6774" y="759037"/>
                  </a:lnTo>
                  <a:lnTo>
                    <a:pt x="6774" y="770043"/>
                  </a:lnTo>
                  <a:lnTo>
                    <a:pt x="13970" y="782743"/>
                  </a:lnTo>
                  <a:lnTo>
                    <a:pt x="29211" y="789517"/>
                  </a:lnTo>
                  <a:lnTo>
                    <a:pt x="43180" y="800947"/>
                  </a:lnTo>
                  <a:lnTo>
                    <a:pt x="47413" y="814917"/>
                  </a:lnTo>
                  <a:lnTo>
                    <a:pt x="40640" y="830157"/>
                  </a:lnTo>
                  <a:lnTo>
                    <a:pt x="26670" y="839893"/>
                  </a:lnTo>
                  <a:lnTo>
                    <a:pt x="23707" y="841163"/>
                  </a:lnTo>
                  <a:lnTo>
                    <a:pt x="19474" y="844127"/>
                  </a:lnTo>
                  <a:lnTo>
                    <a:pt x="13970" y="859367"/>
                  </a:lnTo>
                  <a:lnTo>
                    <a:pt x="12700" y="867833"/>
                  </a:lnTo>
                  <a:lnTo>
                    <a:pt x="9737" y="880533"/>
                  </a:lnTo>
                  <a:lnTo>
                    <a:pt x="6774" y="890270"/>
                  </a:lnTo>
                  <a:lnTo>
                    <a:pt x="4233" y="904240"/>
                  </a:lnTo>
                  <a:lnTo>
                    <a:pt x="0" y="919480"/>
                  </a:lnTo>
                  <a:lnTo>
                    <a:pt x="11007" y="934720"/>
                  </a:lnTo>
                  <a:lnTo>
                    <a:pt x="27940" y="938954"/>
                  </a:lnTo>
                  <a:lnTo>
                    <a:pt x="30480" y="940224"/>
                  </a:lnTo>
                  <a:lnTo>
                    <a:pt x="34713" y="940224"/>
                  </a:lnTo>
                  <a:lnTo>
                    <a:pt x="50377" y="944457"/>
                  </a:lnTo>
                  <a:lnTo>
                    <a:pt x="65617" y="949960"/>
                  </a:lnTo>
                  <a:lnTo>
                    <a:pt x="82127" y="954193"/>
                  </a:lnTo>
                  <a:lnTo>
                    <a:pt x="85090" y="958427"/>
                  </a:lnTo>
                  <a:lnTo>
                    <a:pt x="89324" y="972397"/>
                  </a:lnTo>
                  <a:lnTo>
                    <a:pt x="102024" y="987637"/>
                  </a:lnTo>
                  <a:lnTo>
                    <a:pt x="87630" y="997374"/>
                  </a:lnTo>
                  <a:lnTo>
                    <a:pt x="97790" y="1011343"/>
                  </a:lnTo>
                  <a:lnTo>
                    <a:pt x="99061" y="1027007"/>
                  </a:lnTo>
                  <a:lnTo>
                    <a:pt x="113030" y="1038013"/>
                  </a:lnTo>
                  <a:lnTo>
                    <a:pt x="128270" y="1045210"/>
                  </a:lnTo>
                  <a:lnTo>
                    <a:pt x="135467" y="1029547"/>
                  </a:lnTo>
                  <a:lnTo>
                    <a:pt x="149437" y="1028277"/>
                  </a:lnTo>
                  <a:lnTo>
                    <a:pt x="163407" y="1033780"/>
                  </a:lnTo>
                  <a:lnTo>
                    <a:pt x="178646" y="1036743"/>
                  </a:lnTo>
                  <a:lnTo>
                    <a:pt x="192617" y="1035050"/>
                  </a:lnTo>
                  <a:lnTo>
                    <a:pt x="207857" y="1033780"/>
                  </a:lnTo>
                  <a:lnTo>
                    <a:pt x="221827" y="1035050"/>
                  </a:lnTo>
                  <a:lnTo>
                    <a:pt x="235796" y="1042247"/>
                  </a:lnTo>
                  <a:lnTo>
                    <a:pt x="251037" y="1056217"/>
                  </a:lnTo>
                  <a:lnTo>
                    <a:pt x="262044" y="1070187"/>
                  </a:lnTo>
                  <a:lnTo>
                    <a:pt x="276437" y="1084157"/>
                  </a:lnTo>
                  <a:lnTo>
                    <a:pt x="289983" y="1092200"/>
                  </a:lnTo>
                  <a:lnTo>
                    <a:pt x="303954" y="1107863"/>
                  </a:lnTo>
                  <a:lnTo>
                    <a:pt x="313690" y="1123104"/>
                  </a:lnTo>
                  <a:lnTo>
                    <a:pt x="323850" y="1137074"/>
                  </a:lnTo>
                  <a:lnTo>
                    <a:pt x="333587" y="1151043"/>
                  </a:lnTo>
                  <a:lnTo>
                    <a:pt x="348827" y="1166283"/>
                  </a:lnTo>
                  <a:lnTo>
                    <a:pt x="362796" y="1181524"/>
                  </a:lnTo>
                  <a:lnTo>
                    <a:pt x="376767" y="1195493"/>
                  </a:lnTo>
                  <a:lnTo>
                    <a:pt x="370840" y="1211157"/>
                  </a:lnTo>
                  <a:lnTo>
                    <a:pt x="354330" y="1212427"/>
                  </a:lnTo>
                  <a:lnTo>
                    <a:pt x="340361" y="1203960"/>
                  </a:lnTo>
                  <a:lnTo>
                    <a:pt x="326390" y="1199727"/>
                  </a:lnTo>
                  <a:lnTo>
                    <a:pt x="312420" y="1213697"/>
                  </a:lnTo>
                  <a:lnTo>
                    <a:pt x="311150" y="1216660"/>
                  </a:lnTo>
                  <a:lnTo>
                    <a:pt x="325120" y="1227667"/>
                  </a:lnTo>
                  <a:lnTo>
                    <a:pt x="326390" y="1227667"/>
                  </a:lnTo>
                  <a:lnTo>
                    <a:pt x="341630" y="1233170"/>
                  </a:lnTo>
                  <a:lnTo>
                    <a:pt x="350096" y="1236133"/>
                  </a:lnTo>
                  <a:lnTo>
                    <a:pt x="365337" y="1247140"/>
                  </a:lnTo>
                  <a:lnTo>
                    <a:pt x="373804" y="1245870"/>
                  </a:lnTo>
                  <a:lnTo>
                    <a:pt x="389044" y="1255607"/>
                  </a:lnTo>
                  <a:lnTo>
                    <a:pt x="403013" y="1262804"/>
                  </a:lnTo>
                  <a:lnTo>
                    <a:pt x="418254" y="1269577"/>
                  </a:lnTo>
                  <a:lnTo>
                    <a:pt x="410211" y="1259840"/>
                  </a:lnTo>
                  <a:lnTo>
                    <a:pt x="425450" y="1262804"/>
                  </a:lnTo>
                  <a:lnTo>
                    <a:pt x="423757" y="1248833"/>
                  </a:lnTo>
                  <a:lnTo>
                    <a:pt x="438150" y="1247140"/>
                  </a:lnTo>
                  <a:lnTo>
                    <a:pt x="422911" y="1233170"/>
                  </a:lnTo>
                  <a:lnTo>
                    <a:pt x="421217" y="1230630"/>
                  </a:lnTo>
                  <a:lnTo>
                    <a:pt x="436880" y="1237404"/>
                  </a:lnTo>
                  <a:lnTo>
                    <a:pt x="450427" y="1245870"/>
                  </a:lnTo>
                  <a:lnTo>
                    <a:pt x="443654" y="1230630"/>
                  </a:lnTo>
                  <a:lnTo>
                    <a:pt x="457624" y="1238674"/>
                  </a:lnTo>
                  <a:lnTo>
                    <a:pt x="471594" y="1236133"/>
                  </a:lnTo>
                  <a:lnTo>
                    <a:pt x="486833" y="1236133"/>
                  </a:lnTo>
                  <a:lnTo>
                    <a:pt x="500804" y="1228937"/>
                  </a:lnTo>
                  <a:lnTo>
                    <a:pt x="512233" y="1223433"/>
                  </a:lnTo>
                  <a:lnTo>
                    <a:pt x="525780" y="1209463"/>
                  </a:lnTo>
                  <a:lnTo>
                    <a:pt x="539750" y="1206924"/>
                  </a:lnTo>
                  <a:lnTo>
                    <a:pt x="551180" y="1192954"/>
                  </a:lnTo>
                  <a:lnTo>
                    <a:pt x="559224" y="1178983"/>
                  </a:lnTo>
                  <a:lnTo>
                    <a:pt x="573617" y="1183217"/>
                  </a:lnTo>
                  <a:lnTo>
                    <a:pt x="587163" y="1174750"/>
                  </a:lnTo>
                  <a:lnTo>
                    <a:pt x="602827" y="1177713"/>
                  </a:lnTo>
                  <a:lnTo>
                    <a:pt x="609600" y="1163743"/>
                  </a:lnTo>
                  <a:lnTo>
                    <a:pt x="623570" y="1153583"/>
                  </a:lnTo>
                  <a:lnTo>
                    <a:pt x="637540" y="1151043"/>
                  </a:lnTo>
                  <a:lnTo>
                    <a:pt x="651511" y="1143847"/>
                  </a:lnTo>
                  <a:lnTo>
                    <a:pt x="666750" y="1146810"/>
                  </a:lnTo>
                  <a:lnTo>
                    <a:pt x="680720" y="1149774"/>
                  </a:lnTo>
                  <a:lnTo>
                    <a:pt x="696383" y="1152313"/>
                  </a:lnTo>
                  <a:lnTo>
                    <a:pt x="709930" y="1165013"/>
                  </a:lnTo>
                  <a:lnTo>
                    <a:pt x="725170" y="1171787"/>
                  </a:lnTo>
                  <a:lnTo>
                    <a:pt x="726863" y="1171787"/>
                  </a:lnTo>
                  <a:lnTo>
                    <a:pt x="742104" y="1176020"/>
                  </a:lnTo>
                  <a:lnTo>
                    <a:pt x="756074" y="1183217"/>
                  </a:lnTo>
                  <a:lnTo>
                    <a:pt x="771313" y="1185757"/>
                  </a:lnTo>
                  <a:lnTo>
                    <a:pt x="786977" y="1192954"/>
                  </a:lnTo>
                  <a:lnTo>
                    <a:pt x="800524" y="1194224"/>
                  </a:lnTo>
                  <a:lnTo>
                    <a:pt x="813224" y="1180254"/>
                  </a:lnTo>
                  <a:lnTo>
                    <a:pt x="818727" y="1166283"/>
                  </a:lnTo>
                  <a:lnTo>
                    <a:pt x="832696" y="1165013"/>
                  </a:lnTo>
                  <a:lnTo>
                    <a:pt x="846667" y="1171787"/>
                  </a:lnTo>
                  <a:lnTo>
                    <a:pt x="860637" y="1171787"/>
                  </a:lnTo>
                  <a:lnTo>
                    <a:pt x="875877" y="1170517"/>
                  </a:lnTo>
                  <a:lnTo>
                    <a:pt x="886037" y="1178560"/>
                  </a:lnTo>
                  <a:lnTo>
                    <a:pt x="891963" y="1191683"/>
                  </a:lnTo>
                  <a:lnTo>
                    <a:pt x="905087" y="1198033"/>
                  </a:lnTo>
                  <a:lnTo>
                    <a:pt x="908050" y="1214967"/>
                  </a:lnTo>
                  <a:lnTo>
                    <a:pt x="916094" y="1228937"/>
                  </a:lnTo>
                  <a:lnTo>
                    <a:pt x="919480" y="1236133"/>
                  </a:lnTo>
                  <a:lnTo>
                    <a:pt x="922020" y="1250104"/>
                  </a:lnTo>
                  <a:lnTo>
                    <a:pt x="934720" y="1265343"/>
                  </a:lnTo>
                  <a:lnTo>
                    <a:pt x="938954" y="1279313"/>
                  </a:lnTo>
                  <a:lnTo>
                    <a:pt x="938954" y="1293283"/>
                  </a:lnTo>
                  <a:lnTo>
                    <a:pt x="940224" y="1308524"/>
                  </a:lnTo>
                  <a:lnTo>
                    <a:pt x="935990" y="1316990"/>
                  </a:lnTo>
                  <a:lnTo>
                    <a:pt x="935990" y="1332230"/>
                  </a:lnTo>
                  <a:lnTo>
                    <a:pt x="930487" y="1346200"/>
                  </a:lnTo>
                  <a:lnTo>
                    <a:pt x="924983" y="1360170"/>
                  </a:lnTo>
                  <a:lnTo>
                    <a:pt x="913554" y="1374140"/>
                  </a:lnTo>
                  <a:lnTo>
                    <a:pt x="908050" y="1389380"/>
                  </a:lnTo>
                  <a:lnTo>
                    <a:pt x="911013" y="1403350"/>
                  </a:lnTo>
                  <a:lnTo>
                    <a:pt x="911013" y="1405043"/>
                  </a:lnTo>
                  <a:lnTo>
                    <a:pt x="924983" y="1409277"/>
                  </a:lnTo>
                  <a:lnTo>
                    <a:pt x="938954" y="1416050"/>
                  </a:lnTo>
                  <a:lnTo>
                    <a:pt x="954194" y="1421554"/>
                  </a:lnTo>
                  <a:lnTo>
                    <a:pt x="968163" y="1428750"/>
                  </a:lnTo>
                  <a:lnTo>
                    <a:pt x="982133" y="1435524"/>
                  </a:lnTo>
                  <a:lnTo>
                    <a:pt x="968163" y="1441027"/>
                  </a:lnTo>
                  <a:lnTo>
                    <a:pt x="954194" y="1439757"/>
                  </a:lnTo>
                  <a:lnTo>
                    <a:pt x="940224" y="1439757"/>
                  </a:lnTo>
                  <a:lnTo>
                    <a:pt x="924983" y="1434254"/>
                  </a:lnTo>
                  <a:lnTo>
                    <a:pt x="911013" y="1432983"/>
                  </a:lnTo>
                  <a:lnTo>
                    <a:pt x="897044" y="1428750"/>
                  </a:lnTo>
                  <a:lnTo>
                    <a:pt x="883074" y="1424517"/>
                  </a:lnTo>
                  <a:lnTo>
                    <a:pt x="867833" y="1424517"/>
                  </a:lnTo>
                  <a:lnTo>
                    <a:pt x="853440" y="1425787"/>
                  </a:lnTo>
                  <a:lnTo>
                    <a:pt x="839894" y="1427057"/>
                  </a:lnTo>
                  <a:lnTo>
                    <a:pt x="824654" y="1427057"/>
                  </a:lnTo>
                  <a:lnTo>
                    <a:pt x="808990" y="1431290"/>
                  </a:lnTo>
                  <a:lnTo>
                    <a:pt x="795020" y="1425787"/>
                  </a:lnTo>
                  <a:lnTo>
                    <a:pt x="779780" y="1419013"/>
                  </a:lnTo>
                  <a:lnTo>
                    <a:pt x="768774" y="1432983"/>
                  </a:lnTo>
                  <a:lnTo>
                    <a:pt x="753533" y="1435524"/>
                  </a:lnTo>
                  <a:lnTo>
                    <a:pt x="739140" y="1436793"/>
                  </a:lnTo>
                  <a:lnTo>
                    <a:pt x="729404" y="1452457"/>
                  </a:lnTo>
                  <a:lnTo>
                    <a:pt x="726863" y="1466427"/>
                  </a:lnTo>
                  <a:lnTo>
                    <a:pt x="722630" y="1480397"/>
                  </a:lnTo>
                  <a:lnTo>
                    <a:pt x="707390" y="1491404"/>
                  </a:lnTo>
                  <a:lnTo>
                    <a:pt x="698924" y="1504104"/>
                  </a:lnTo>
                  <a:lnTo>
                    <a:pt x="701463" y="1517650"/>
                  </a:lnTo>
                  <a:lnTo>
                    <a:pt x="715433" y="1524847"/>
                  </a:lnTo>
                  <a:lnTo>
                    <a:pt x="729404" y="1531620"/>
                  </a:lnTo>
                  <a:lnTo>
                    <a:pt x="743374" y="1545590"/>
                  </a:lnTo>
                  <a:lnTo>
                    <a:pt x="757344" y="1558290"/>
                  </a:lnTo>
                  <a:lnTo>
                    <a:pt x="772583" y="1558290"/>
                  </a:lnTo>
                  <a:lnTo>
                    <a:pt x="786977" y="1572260"/>
                  </a:lnTo>
                  <a:lnTo>
                    <a:pt x="772583" y="1569297"/>
                  </a:lnTo>
                  <a:lnTo>
                    <a:pt x="759037" y="1565487"/>
                  </a:lnTo>
                  <a:lnTo>
                    <a:pt x="745067" y="1573954"/>
                  </a:lnTo>
                  <a:lnTo>
                    <a:pt x="729404" y="1576493"/>
                  </a:lnTo>
                  <a:lnTo>
                    <a:pt x="715433" y="1569297"/>
                  </a:lnTo>
                  <a:lnTo>
                    <a:pt x="701463" y="1558290"/>
                  </a:lnTo>
                  <a:lnTo>
                    <a:pt x="687494" y="1552787"/>
                  </a:lnTo>
                  <a:lnTo>
                    <a:pt x="673946" y="1554057"/>
                  </a:lnTo>
                  <a:lnTo>
                    <a:pt x="658283" y="1551517"/>
                  </a:lnTo>
                  <a:lnTo>
                    <a:pt x="644313" y="1551517"/>
                  </a:lnTo>
                  <a:lnTo>
                    <a:pt x="630767" y="1551517"/>
                  </a:lnTo>
                  <a:lnTo>
                    <a:pt x="615104" y="1554057"/>
                  </a:lnTo>
                  <a:lnTo>
                    <a:pt x="609600" y="1569297"/>
                  </a:lnTo>
                  <a:lnTo>
                    <a:pt x="613833" y="1583690"/>
                  </a:lnTo>
                  <a:lnTo>
                    <a:pt x="618067" y="1597660"/>
                  </a:lnTo>
                  <a:lnTo>
                    <a:pt x="631613" y="1604433"/>
                  </a:lnTo>
                  <a:lnTo>
                    <a:pt x="646007" y="1608667"/>
                  </a:lnTo>
                  <a:lnTo>
                    <a:pt x="661246" y="1608667"/>
                  </a:lnTo>
                  <a:lnTo>
                    <a:pt x="675217" y="1611207"/>
                  </a:lnTo>
                  <a:lnTo>
                    <a:pt x="690457" y="1616710"/>
                  </a:lnTo>
                  <a:lnTo>
                    <a:pt x="704427" y="1628140"/>
                  </a:lnTo>
                  <a:lnTo>
                    <a:pt x="709930" y="1642110"/>
                  </a:lnTo>
                  <a:lnTo>
                    <a:pt x="719667" y="1657350"/>
                  </a:lnTo>
                  <a:lnTo>
                    <a:pt x="732367" y="1671320"/>
                  </a:lnTo>
                  <a:lnTo>
                    <a:pt x="737870" y="1686560"/>
                  </a:lnTo>
                  <a:lnTo>
                    <a:pt x="749300" y="1700530"/>
                  </a:lnTo>
                  <a:lnTo>
                    <a:pt x="759037" y="1714500"/>
                  </a:lnTo>
                  <a:lnTo>
                    <a:pt x="772583" y="1724237"/>
                  </a:lnTo>
                  <a:lnTo>
                    <a:pt x="774277" y="1724237"/>
                  </a:lnTo>
                  <a:lnTo>
                    <a:pt x="785283" y="1739900"/>
                  </a:lnTo>
                  <a:lnTo>
                    <a:pt x="792480" y="1753447"/>
                  </a:lnTo>
                  <a:lnTo>
                    <a:pt x="793750" y="1767417"/>
                  </a:lnTo>
                  <a:lnTo>
                    <a:pt x="793750" y="1781387"/>
                  </a:lnTo>
                  <a:lnTo>
                    <a:pt x="802217" y="1795357"/>
                  </a:lnTo>
                  <a:lnTo>
                    <a:pt x="816187" y="1794087"/>
                  </a:lnTo>
                  <a:lnTo>
                    <a:pt x="831427" y="1792817"/>
                  </a:lnTo>
                  <a:lnTo>
                    <a:pt x="845396" y="1791123"/>
                  </a:lnTo>
                  <a:lnTo>
                    <a:pt x="850900" y="1805517"/>
                  </a:lnTo>
                  <a:lnTo>
                    <a:pt x="866140" y="1819064"/>
                  </a:lnTo>
                  <a:lnTo>
                    <a:pt x="874607" y="1833033"/>
                  </a:lnTo>
                  <a:lnTo>
                    <a:pt x="888577" y="1847004"/>
                  </a:lnTo>
                  <a:lnTo>
                    <a:pt x="902546" y="1844464"/>
                  </a:lnTo>
                  <a:lnTo>
                    <a:pt x="917787" y="1840230"/>
                  </a:lnTo>
                  <a:lnTo>
                    <a:pt x="931757" y="1845733"/>
                  </a:lnTo>
                  <a:lnTo>
                    <a:pt x="947420" y="1851237"/>
                  </a:lnTo>
                  <a:lnTo>
                    <a:pt x="960967" y="1849967"/>
                  </a:lnTo>
                  <a:lnTo>
                    <a:pt x="976630" y="1852930"/>
                  </a:lnTo>
                  <a:lnTo>
                    <a:pt x="990600" y="1863937"/>
                  </a:lnTo>
                  <a:lnTo>
                    <a:pt x="1005840" y="1869440"/>
                  </a:lnTo>
                  <a:lnTo>
                    <a:pt x="1000337" y="1883410"/>
                  </a:lnTo>
                  <a:lnTo>
                    <a:pt x="986367" y="1873673"/>
                  </a:lnTo>
                  <a:lnTo>
                    <a:pt x="998644" y="1887643"/>
                  </a:lnTo>
                  <a:lnTo>
                    <a:pt x="1002877" y="1901614"/>
                  </a:lnTo>
                  <a:lnTo>
                    <a:pt x="1001607" y="1916854"/>
                  </a:lnTo>
                  <a:lnTo>
                    <a:pt x="997374" y="1930823"/>
                  </a:lnTo>
                  <a:lnTo>
                    <a:pt x="990600" y="1944793"/>
                  </a:lnTo>
                  <a:lnTo>
                    <a:pt x="980440" y="1958764"/>
                  </a:lnTo>
                  <a:lnTo>
                    <a:pt x="980440" y="1972733"/>
                  </a:lnTo>
                  <a:lnTo>
                    <a:pt x="986367" y="1987973"/>
                  </a:lnTo>
                  <a:lnTo>
                    <a:pt x="997374" y="2001943"/>
                  </a:lnTo>
                  <a:lnTo>
                    <a:pt x="997374" y="2015914"/>
                  </a:lnTo>
                  <a:lnTo>
                    <a:pt x="996104" y="2029883"/>
                  </a:lnTo>
                  <a:lnTo>
                    <a:pt x="1010074" y="2012950"/>
                  </a:lnTo>
                  <a:lnTo>
                    <a:pt x="1015577" y="2008717"/>
                  </a:lnTo>
                  <a:lnTo>
                    <a:pt x="1029546" y="1993477"/>
                  </a:lnTo>
                  <a:lnTo>
                    <a:pt x="1043517" y="1978237"/>
                  </a:lnTo>
                  <a:lnTo>
                    <a:pt x="1057487" y="1967230"/>
                  </a:lnTo>
                  <a:lnTo>
                    <a:pt x="1071457" y="1960033"/>
                  </a:lnTo>
                  <a:lnTo>
                    <a:pt x="1085427" y="1954530"/>
                  </a:lnTo>
                  <a:lnTo>
                    <a:pt x="1100667" y="1947757"/>
                  </a:lnTo>
                  <a:lnTo>
                    <a:pt x="1114637" y="1943523"/>
                  </a:lnTo>
                  <a:lnTo>
                    <a:pt x="1128607" y="1940560"/>
                  </a:lnTo>
                  <a:lnTo>
                    <a:pt x="1143847" y="1939290"/>
                  </a:lnTo>
                  <a:lnTo>
                    <a:pt x="1154854" y="1936327"/>
                  </a:lnTo>
                  <a:lnTo>
                    <a:pt x="1168824" y="1933787"/>
                  </a:lnTo>
                  <a:lnTo>
                    <a:pt x="1178561" y="1930823"/>
                  </a:lnTo>
                  <a:lnTo>
                    <a:pt x="1192954" y="1929554"/>
                  </a:lnTo>
                  <a:lnTo>
                    <a:pt x="1207770" y="1930823"/>
                  </a:lnTo>
                  <a:lnTo>
                    <a:pt x="1222163" y="1936327"/>
                  </a:lnTo>
                  <a:lnTo>
                    <a:pt x="1237404" y="1946064"/>
                  </a:lnTo>
                  <a:lnTo>
                    <a:pt x="1251374" y="1953260"/>
                  </a:lnTo>
                  <a:lnTo>
                    <a:pt x="1266613" y="1960033"/>
                  </a:lnTo>
                  <a:lnTo>
                    <a:pt x="1280583" y="1967230"/>
                  </a:lnTo>
                  <a:lnTo>
                    <a:pt x="1294554" y="1975273"/>
                  </a:lnTo>
                  <a:lnTo>
                    <a:pt x="1309794" y="1985010"/>
                  </a:lnTo>
                  <a:lnTo>
                    <a:pt x="1323763" y="1996440"/>
                  </a:lnTo>
                  <a:lnTo>
                    <a:pt x="1332230" y="2010410"/>
                  </a:lnTo>
                  <a:lnTo>
                    <a:pt x="1340697" y="2024380"/>
                  </a:lnTo>
                  <a:lnTo>
                    <a:pt x="1354667" y="2038350"/>
                  </a:lnTo>
                  <a:lnTo>
                    <a:pt x="1366944" y="2052320"/>
                  </a:lnTo>
                  <a:lnTo>
                    <a:pt x="1379644" y="2067560"/>
                  </a:lnTo>
                  <a:lnTo>
                    <a:pt x="1392344" y="2081530"/>
                  </a:lnTo>
                  <a:lnTo>
                    <a:pt x="1407583" y="2088304"/>
                  </a:lnTo>
                  <a:lnTo>
                    <a:pt x="1416050" y="2102273"/>
                  </a:lnTo>
                  <a:lnTo>
                    <a:pt x="1430020" y="2109470"/>
                  </a:lnTo>
                  <a:lnTo>
                    <a:pt x="1445261" y="2109470"/>
                  </a:lnTo>
                  <a:lnTo>
                    <a:pt x="1459230" y="2105237"/>
                  </a:lnTo>
                  <a:lnTo>
                    <a:pt x="1474470" y="2099733"/>
                  </a:lnTo>
                  <a:lnTo>
                    <a:pt x="1488440" y="2098464"/>
                  </a:lnTo>
                  <a:lnTo>
                    <a:pt x="1491404" y="2098464"/>
                  </a:lnTo>
                  <a:lnTo>
                    <a:pt x="1485900" y="2070523"/>
                  </a:lnTo>
                  <a:lnTo>
                    <a:pt x="1481244" y="2049357"/>
                  </a:lnTo>
                  <a:lnTo>
                    <a:pt x="1478704" y="2034117"/>
                  </a:lnTo>
                  <a:lnTo>
                    <a:pt x="1474470" y="2020147"/>
                  </a:lnTo>
                  <a:lnTo>
                    <a:pt x="1471930" y="2000673"/>
                  </a:lnTo>
                  <a:lnTo>
                    <a:pt x="1467697" y="1986704"/>
                  </a:lnTo>
                  <a:lnTo>
                    <a:pt x="1464733" y="1969770"/>
                  </a:lnTo>
                  <a:lnTo>
                    <a:pt x="1459230" y="1939290"/>
                  </a:lnTo>
                  <a:lnTo>
                    <a:pt x="1454997" y="1924050"/>
                  </a:lnTo>
                  <a:lnTo>
                    <a:pt x="1452033" y="1907117"/>
                  </a:lnTo>
                  <a:lnTo>
                    <a:pt x="1447800" y="1891877"/>
                  </a:lnTo>
                  <a:lnTo>
                    <a:pt x="1445261" y="1874943"/>
                  </a:lnTo>
                  <a:lnTo>
                    <a:pt x="1441027" y="1858433"/>
                  </a:lnTo>
                  <a:lnTo>
                    <a:pt x="1438487" y="1842770"/>
                  </a:lnTo>
                  <a:lnTo>
                    <a:pt x="1434254" y="1826260"/>
                  </a:lnTo>
                  <a:lnTo>
                    <a:pt x="1431290" y="1812290"/>
                  </a:lnTo>
                  <a:lnTo>
                    <a:pt x="1428327" y="1797050"/>
                  </a:lnTo>
                  <a:lnTo>
                    <a:pt x="1424517" y="1780117"/>
                  </a:lnTo>
                  <a:lnTo>
                    <a:pt x="1421554" y="1763607"/>
                  </a:lnTo>
                  <a:lnTo>
                    <a:pt x="1417320" y="1747943"/>
                  </a:lnTo>
                  <a:lnTo>
                    <a:pt x="1414780" y="1731433"/>
                  </a:lnTo>
                  <a:lnTo>
                    <a:pt x="1410124" y="1715770"/>
                  </a:lnTo>
                  <a:lnTo>
                    <a:pt x="1407583" y="1700530"/>
                  </a:lnTo>
                  <a:lnTo>
                    <a:pt x="1407583" y="1699260"/>
                  </a:lnTo>
                  <a:lnTo>
                    <a:pt x="1403350" y="1682327"/>
                  </a:lnTo>
                  <a:lnTo>
                    <a:pt x="1400387" y="1667087"/>
                  </a:lnTo>
                  <a:lnTo>
                    <a:pt x="1396577" y="1650577"/>
                  </a:lnTo>
                  <a:lnTo>
                    <a:pt x="1393613" y="1633643"/>
                  </a:lnTo>
                  <a:lnTo>
                    <a:pt x="1389380" y="1618404"/>
                  </a:lnTo>
                  <a:lnTo>
                    <a:pt x="1385147" y="1601470"/>
                  </a:lnTo>
                  <a:lnTo>
                    <a:pt x="1382183" y="1586230"/>
                  </a:lnTo>
                  <a:lnTo>
                    <a:pt x="1378374" y="1569297"/>
                  </a:lnTo>
                  <a:lnTo>
                    <a:pt x="1375411" y="1552787"/>
                  </a:lnTo>
                  <a:lnTo>
                    <a:pt x="1371177" y="1537547"/>
                  </a:lnTo>
                  <a:lnTo>
                    <a:pt x="1366944" y="1520613"/>
                  </a:lnTo>
                  <a:lnTo>
                    <a:pt x="1363980" y="1505374"/>
                  </a:lnTo>
                  <a:lnTo>
                    <a:pt x="1360170" y="1491404"/>
                  </a:lnTo>
                  <a:lnTo>
                    <a:pt x="1361440" y="1490133"/>
                  </a:lnTo>
                  <a:lnTo>
                    <a:pt x="1376680" y="1485900"/>
                  </a:lnTo>
                  <a:lnTo>
                    <a:pt x="1392344" y="1480397"/>
                  </a:lnTo>
                  <a:lnTo>
                    <a:pt x="1408854" y="1474470"/>
                  </a:lnTo>
                  <a:lnTo>
                    <a:pt x="1425787" y="1470237"/>
                  </a:lnTo>
                  <a:lnTo>
                    <a:pt x="1439757" y="1466427"/>
                  </a:lnTo>
                  <a:lnTo>
                    <a:pt x="1453727" y="1462193"/>
                  </a:lnTo>
                  <a:lnTo>
                    <a:pt x="1463463" y="1459230"/>
                  </a:lnTo>
                  <a:lnTo>
                    <a:pt x="1479974" y="1453727"/>
                  </a:lnTo>
                  <a:lnTo>
                    <a:pt x="1495637" y="1449493"/>
                  </a:lnTo>
                  <a:lnTo>
                    <a:pt x="1512147" y="1443990"/>
                  </a:lnTo>
                  <a:lnTo>
                    <a:pt x="1529080" y="1439757"/>
                  </a:lnTo>
                  <a:lnTo>
                    <a:pt x="1544320" y="1435524"/>
                  </a:lnTo>
                  <a:lnTo>
                    <a:pt x="1560830" y="1430020"/>
                  </a:lnTo>
                  <a:lnTo>
                    <a:pt x="1577763" y="1425787"/>
                  </a:lnTo>
                  <a:lnTo>
                    <a:pt x="1594274" y="1420283"/>
                  </a:lnTo>
                  <a:lnTo>
                    <a:pt x="1609937" y="1416050"/>
                  </a:lnTo>
                  <a:lnTo>
                    <a:pt x="1623907" y="1411817"/>
                  </a:lnTo>
                  <a:lnTo>
                    <a:pt x="1637877" y="1409277"/>
                  </a:lnTo>
                  <a:lnTo>
                    <a:pt x="1654387" y="1403350"/>
                  </a:lnTo>
                  <a:lnTo>
                    <a:pt x="1671320" y="1399540"/>
                  </a:lnTo>
                  <a:lnTo>
                    <a:pt x="1678094" y="1396577"/>
                  </a:lnTo>
                  <a:lnTo>
                    <a:pt x="1683597" y="1399540"/>
                  </a:lnTo>
                  <a:lnTo>
                    <a:pt x="1685290" y="1399540"/>
                  </a:lnTo>
                  <a:lnTo>
                    <a:pt x="1700530" y="1407583"/>
                  </a:lnTo>
                  <a:lnTo>
                    <a:pt x="1715770" y="1414780"/>
                  </a:lnTo>
                  <a:lnTo>
                    <a:pt x="1731011" y="1423247"/>
                  </a:lnTo>
                  <a:lnTo>
                    <a:pt x="1736937" y="1425787"/>
                  </a:lnTo>
                  <a:lnTo>
                    <a:pt x="1752177" y="1432983"/>
                  </a:lnTo>
                  <a:lnTo>
                    <a:pt x="1767417" y="1441027"/>
                  </a:lnTo>
                  <a:lnTo>
                    <a:pt x="1782657" y="1449493"/>
                  </a:lnTo>
                  <a:lnTo>
                    <a:pt x="1788583" y="1452457"/>
                  </a:lnTo>
                  <a:lnTo>
                    <a:pt x="1789854" y="1453727"/>
                  </a:lnTo>
                  <a:lnTo>
                    <a:pt x="1805094" y="1460924"/>
                  </a:lnTo>
                  <a:lnTo>
                    <a:pt x="1811020" y="1463463"/>
                  </a:lnTo>
                  <a:lnTo>
                    <a:pt x="1820333" y="1468967"/>
                  </a:lnTo>
                  <a:lnTo>
                    <a:pt x="1863513" y="1491404"/>
                  </a:lnTo>
                  <a:lnTo>
                    <a:pt x="1908387" y="1513417"/>
                  </a:lnTo>
                  <a:lnTo>
                    <a:pt x="1908387" y="1270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329" name="Graphic 4">
              <a:extLst>
                <a:ext uri="{FF2B5EF4-FFF2-40B4-BE49-F238E27FC236}">
                  <a16:creationId xmlns:a16="http://schemas.microsoft.com/office/drawing/2014/main" id="{20475C34-F8F2-EF4B-B338-15C7C607AA19}"/>
                </a:ext>
              </a:extLst>
            </p:cNvPr>
            <p:cNvGrpSpPr/>
            <p:nvPr/>
          </p:nvGrpSpPr>
          <p:grpSpPr>
            <a:xfrm>
              <a:off x="8412479" y="-573193"/>
              <a:ext cx="5514340" cy="5330190"/>
              <a:chOff x="8412479" y="-573193"/>
              <a:chExt cx="5514340" cy="5330190"/>
            </a:xfrm>
            <a:grpFill/>
          </p:grpSpPr>
          <p:sp>
            <p:nvSpPr>
              <p:cNvPr id="2330" name="Freeform 2329">
                <a:extLst>
                  <a:ext uri="{FF2B5EF4-FFF2-40B4-BE49-F238E27FC236}">
                    <a16:creationId xmlns:a16="http://schemas.microsoft.com/office/drawing/2014/main" id="{82344648-2CE2-C54E-A7C5-ECE2F1228D3D}"/>
                  </a:ext>
                </a:extLst>
              </p:cNvPr>
              <p:cNvSpPr/>
              <p:nvPr/>
            </p:nvSpPr>
            <p:spPr>
              <a:xfrm>
                <a:off x="12014200" y="-545676"/>
                <a:ext cx="32173" cy="10159"/>
              </a:xfrm>
              <a:custGeom>
                <a:avLst/>
                <a:gdLst>
                  <a:gd name="connsiteX0" fmla="*/ 32174 w 32173"/>
                  <a:gd name="connsiteY0" fmla="*/ 0 h 10159"/>
                  <a:gd name="connsiteX1" fmla="*/ 16933 w 32173"/>
                  <a:gd name="connsiteY1" fmla="*/ 4233 h 10159"/>
                  <a:gd name="connsiteX2" fmla="*/ 0 w 32173"/>
                  <a:gd name="connsiteY2" fmla="*/ 7197 h 10159"/>
                  <a:gd name="connsiteX3" fmla="*/ 0 w 32173"/>
                  <a:gd name="connsiteY3" fmla="*/ 10160 h 10159"/>
                  <a:gd name="connsiteX4" fmla="*/ 16933 w 32173"/>
                  <a:gd name="connsiteY4" fmla="*/ 71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173" h="10159">
                    <a:moveTo>
                      <a:pt x="32174" y="0"/>
                    </a:moveTo>
                    <a:lnTo>
                      <a:pt x="16933" y="4233"/>
                    </a:lnTo>
                    <a:lnTo>
                      <a:pt x="0" y="7197"/>
                    </a:lnTo>
                    <a:lnTo>
                      <a:pt x="0" y="10160"/>
                    </a:lnTo>
                    <a:lnTo>
                      <a:pt x="16933" y="7197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31" name="Freeform 2330">
                <a:extLst>
                  <a:ext uri="{FF2B5EF4-FFF2-40B4-BE49-F238E27FC236}">
                    <a16:creationId xmlns:a16="http://schemas.microsoft.com/office/drawing/2014/main" id="{4343E800-D99F-B548-BE56-70BBF5FE56BA}"/>
                  </a:ext>
                </a:extLst>
              </p:cNvPr>
              <p:cNvSpPr/>
              <p:nvPr/>
            </p:nvSpPr>
            <p:spPr>
              <a:xfrm>
                <a:off x="12042140" y="-539750"/>
                <a:ext cx="15663" cy="5503"/>
              </a:xfrm>
              <a:custGeom>
                <a:avLst/>
                <a:gdLst>
                  <a:gd name="connsiteX0" fmla="*/ 0 w 15663"/>
                  <a:gd name="connsiteY0" fmla="*/ 5503 h 5503"/>
                  <a:gd name="connsiteX1" fmla="*/ 15663 w 15663"/>
                  <a:gd name="connsiteY1" fmla="*/ 0 h 5503"/>
                  <a:gd name="connsiteX2" fmla="*/ 0 w 15663"/>
                  <a:gd name="connsiteY2" fmla="*/ 2540 h 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663" h="5503">
                    <a:moveTo>
                      <a:pt x="0" y="5503"/>
                    </a:moveTo>
                    <a:lnTo>
                      <a:pt x="15663" y="0"/>
                    </a:lnTo>
                    <a:lnTo>
                      <a:pt x="0" y="2540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32" name="Freeform 2331">
                <a:extLst>
                  <a:ext uri="{FF2B5EF4-FFF2-40B4-BE49-F238E27FC236}">
                    <a16:creationId xmlns:a16="http://schemas.microsoft.com/office/drawing/2014/main" id="{2A1D4467-BEB7-7347-804C-9DAEEFFD0BF2}"/>
                  </a:ext>
                </a:extLst>
              </p:cNvPr>
              <p:cNvSpPr/>
              <p:nvPr/>
            </p:nvSpPr>
            <p:spPr>
              <a:xfrm>
                <a:off x="12078546" y="-557953"/>
                <a:ext cx="16933" cy="4233"/>
              </a:xfrm>
              <a:custGeom>
                <a:avLst/>
                <a:gdLst>
                  <a:gd name="connsiteX0" fmla="*/ 16933 w 16933"/>
                  <a:gd name="connsiteY0" fmla="*/ 0 h 4233"/>
                  <a:gd name="connsiteX1" fmla="*/ 0 w 16933"/>
                  <a:gd name="connsiteY1" fmla="*/ 2540 h 4233"/>
                  <a:gd name="connsiteX2" fmla="*/ 1270 w 16933"/>
                  <a:gd name="connsiteY2" fmla="*/ 4233 h 4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933" h="4233">
                    <a:moveTo>
                      <a:pt x="16933" y="0"/>
                    </a:moveTo>
                    <a:lnTo>
                      <a:pt x="0" y="2540"/>
                    </a:lnTo>
                    <a:lnTo>
                      <a:pt x="1270" y="4233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33" name="Freeform 2332">
                <a:extLst>
                  <a:ext uri="{FF2B5EF4-FFF2-40B4-BE49-F238E27FC236}">
                    <a16:creationId xmlns:a16="http://schemas.microsoft.com/office/drawing/2014/main" id="{118DE3E1-16DB-BB4F-A612-BC4BC244BB2E}"/>
                  </a:ext>
                </a:extLst>
              </p:cNvPr>
              <p:cNvSpPr/>
              <p:nvPr/>
            </p:nvSpPr>
            <p:spPr>
              <a:xfrm>
                <a:off x="12117492" y="-573193"/>
                <a:ext cx="44873" cy="11006"/>
              </a:xfrm>
              <a:custGeom>
                <a:avLst/>
                <a:gdLst>
                  <a:gd name="connsiteX0" fmla="*/ 13970 w 44873"/>
                  <a:gd name="connsiteY0" fmla="*/ 11007 h 11006"/>
                  <a:gd name="connsiteX1" fmla="*/ 27940 w 44873"/>
                  <a:gd name="connsiteY1" fmla="*/ 5503 h 11006"/>
                  <a:gd name="connsiteX2" fmla="*/ 44874 w 44873"/>
                  <a:gd name="connsiteY2" fmla="*/ 0 h 11006"/>
                  <a:gd name="connsiteX3" fmla="*/ 29633 w 44873"/>
                  <a:gd name="connsiteY3" fmla="*/ 1270 h 11006"/>
                  <a:gd name="connsiteX4" fmla="*/ 15240 w 44873"/>
                  <a:gd name="connsiteY4" fmla="*/ 3810 h 11006"/>
                  <a:gd name="connsiteX5" fmla="*/ 0 w 44873"/>
                  <a:gd name="connsiteY5" fmla="*/ 5503 h 11006"/>
                  <a:gd name="connsiteX6" fmla="*/ 1694 w 44873"/>
                  <a:gd name="connsiteY6" fmla="*/ 9737 h 1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873" h="11006">
                    <a:moveTo>
                      <a:pt x="13970" y="11007"/>
                    </a:moveTo>
                    <a:lnTo>
                      <a:pt x="27940" y="5503"/>
                    </a:lnTo>
                    <a:lnTo>
                      <a:pt x="44874" y="0"/>
                    </a:lnTo>
                    <a:lnTo>
                      <a:pt x="29633" y="1270"/>
                    </a:lnTo>
                    <a:lnTo>
                      <a:pt x="15240" y="3810"/>
                    </a:lnTo>
                    <a:lnTo>
                      <a:pt x="0" y="5503"/>
                    </a:lnTo>
                    <a:lnTo>
                      <a:pt x="1694" y="9737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34" name="Freeform 2333">
                <a:extLst>
                  <a:ext uri="{FF2B5EF4-FFF2-40B4-BE49-F238E27FC236}">
                    <a16:creationId xmlns:a16="http://schemas.microsoft.com/office/drawing/2014/main" id="{FDD5D202-6BD5-AB41-A2EC-D37E5C56D249}"/>
                  </a:ext>
                </a:extLst>
              </p:cNvPr>
              <p:cNvSpPr/>
              <p:nvPr/>
            </p:nvSpPr>
            <p:spPr>
              <a:xfrm>
                <a:off x="13233823" y="383539"/>
                <a:ext cx="73659" cy="22436"/>
              </a:xfrm>
              <a:custGeom>
                <a:avLst/>
                <a:gdLst>
                  <a:gd name="connsiteX0" fmla="*/ 29210 w 73659"/>
                  <a:gd name="connsiteY0" fmla="*/ 7197 h 22436"/>
                  <a:gd name="connsiteX1" fmla="*/ 43180 w 73659"/>
                  <a:gd name="connsiteY1" fmla="*/ 11007 h 22436"/>
                  <a:gd name="connsiteX2" fmla="*/ 58419 w 73659"/>
                  <a:gd name="connsiteY2" fmla="*/ 18203 h 22436"/>
                  <a:gd name="connsiteX3" fmla="*/ 73660 w 73659"/>
                  <a:gd name="connsiteY3" fmla="*/ 22437 h 22436"/>
                  <a:gd name="connsiteX4" fmla="*/ 58419 w 73659"/>
                  <a:gd name="connsiteY4" fmla="*/ 15240 h 22436"/>
                  <a:gd name="connsiteX5" fmla="*/ 44450 w 73659"/>
                  <a:gd name="connsiteY5" fmla="*/ 8467 h 22436"/>
                  <a:gd name="connsiteX6" fmla="*/ 29210 w 73659"/>
                  <a:gd name="connsiteY6" fmla="*/ 2963 h 22436"/>
                  <a:gd name="connsiteX7" fmla="*/ 15239 w 73659"/>
                  <a:gd name="connsiteY7" fmla="*/ 0 h 22436"/>
                  <a:gd name="connsiteX8" fmla="*/ 0 w 73659"/>
                  <a:gd name="connsiteY8" fmla="*/ 0 h 22436"/>
                  <a:gd name="connsiteX9" fmla="*/ 0 w 73659"/>
                  <a:gd name="connsiteY9" fmla="*/ 1270 h 22436"/>
                  <a:gd name="connsiteX10" fmla="*/ 13969 w 73659"/>
                  <a:gd name="connsiteY10" fmla="*/ 2963 h 22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3659" h="22436">
                    <a:moveTo>
                      <a:pt x="29210" y="7197"/>
                    </a:moveTo>
                    <a:lnTo>
                      <a:pt x="43180" y="11007"/>
                    </a:lnTo>
                    <a:lnTo>
                      <a:pt x="58419" y="18203"/>
                    </a:lnTo>
                    <a:lnTo>
                      <a:pt x="73660" y="22437"/>
                    </a:lnTo>
                    <a:lnTo>
                      <a:pt x="58419" y="15240"/>
                    </a:lnTo>
                    <a:lnTo>
                      <a:pt x="44450" y="8467"/>
                    </a:lnTo>
                    <a:lnTo>
                      <a:pt x="29210" y="2963"/>
                    </a:lnTo>
                    <a:lnTo>
                      <a:pt x="15239" y="0"/>
                    </a:lnTo>
                    <a:lnTo>
                      <a:pt x="0" y="0"/>
                    </a:lnTo>
                    <a:lnTo>
                      <a:pt x="0" y="1270"/>
                    </a:lnTo>
                    <a:lnTo>
                      <a:pt x="13969" y="2963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35" name="Freeform 2334">
                <a:extLst>
                  <a:ext uri="{FF2B5EF4-FFF2-40B4-BE49-F238E27FC236}">
                    <a16:creationId xmlns:a16="http://schemas.microsoft.com/office/drawing/2014/main" id="{E377D6EA-C5AA-D04F-80C2-800520E81284}"/>
                  </a:ext>
                </a:extLst>
              </p:cNvPr>
              <p:cNvSpPr/>
              <p:nvPr/>
            </p:nvSpPr>
            <p:spPr>
              <a:xfrm>
                <a:off x="12089553" y="405976"/>
                <a:ext cx="30903" cy="4233"/>
              </a:xfrm>
              <a:custGeom>
                <a:avLst/>
                <a:gdLst>
                  <a:gd name="connsiteX0" fmla="*/ 1693 w 30903"/>
                  <a:gd name="connsiteY0" fmla="*/ 2540 h 4233"/>
                  <a:gd name="connsiteX1" fmla="*/ 0 w 30903"/>
                  <a:gd name="connsiteY1" fmla="*/ 4233 h 4233"/>
                  <a:gd name="connsiteX2" fmla="*/ 15239 w 30903"/>
                  <a:gd name="connsiteY2" fmla="*/ 2540 h 4233"/>
                  <a:gd name="connsiteX3" fmla="*/ 30904 w 30903"/>
                  <a:gd name="connsiteY3" fmla="*/ 4233 h 4233"/>
                  <a:gd name="connsiteX4" fmla="*/ 16933 w 30903"/>
                  <a:gd name="connsiteY4" fmla="*/ 0 h 4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03" h="4233">
                    <a:moveTo>
                      <a:pt x="1693" y="2540"/>
                    </a:moveTo>
                    <a:lnTo>
                      <a:pt x="0" y="4233"/>
                    </a:lnTo>
                    <a:lnTo>
                      <a:pt x="15239" y="2540"/>
                    </a:lnTo>
                    <a:lnTo>
                      <a:pt x="30904" y="4233"/>
                    </a:lnTo>
                    <a:lnTo>
                      <a:pt x="16933" y="0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36" name="Freeform 2335">
                <a:extLst>
                  <a:ext uri="{FF2B5EF4-FFF2-40B4-BE49-F238E27FC236}">
                    <a16:creationId xmlns:a16="http://schemas.microsoft.com/office/drawing/2014/main" id="{2AE16AD7-DF1B-AC4F-A1CE-6663737E5C6F}"/>
                  </a:ext>
                </a:extLst>
              </p:cNvPr>
              <p:cNvSpPr/>
              <p:nvPr/>
            </p:nvSpPr>
            <p:spPr>
              <a:xfrm>
                <a:off x="11645900" y="63923"/>
                <a:ext cx="99483" cy="57573"/>
              </a:xfrm>
              <a:custGeom>
                <a:avLst/>
                <a:gdLst>
                  <a:gd name="connsiteX0" fmla="*/ 77046 w 99483"/>
                  <a:gd name="connsiteY0" fmla="*/ 44873 h 57573"/>
                  <a:gd name="connsiteX1" fmla="*/ 92287 w 99483"/>
                  <a:gd name="connsiteY1" fmla="*/ 57573 h 57573"/>
                  <a:gd name="connsiteX2" fmla="*/ 93557 w 99483"/>
                  <a:gd name="connsiteY2" fmla="*/ 51647 h 57573"/>
                  <a:gd name="connsiteX3" fmla="*/ 99483 w 99483"/>
                  <a:gd name="connsiteY3" fmla="*/ 36407 h 57573"/>
                  <a:gd name="connsiteX4" fmla="*/ 91017 w 99483"/>
                  <a:gd name="connsiteY4" fmla="*/ 22437 h 57573"/>
                  <a:gd name="connsiteX5" fmla="*/ 75354 w 99483"/>
                  <a:gd name="connsiteY5" fmla="*/ 18203 h 57573"/>
                  <a:gd name="connsiteX6" fmla="*/ 61807 w 99483"/>
                  <a:gd name="connsiteY6" fmla="*/ 13970 h 57573"/>
                  <a:gd name="connsiteX7" fmla="*/ 46143 w 99483"/>
                  <a:gd name="connsiteY7" fmla="*/ 2963 h 57573"/>
                  <a:gd name="connsiteX8" fmla="*/ 61807 w 99483"/>
                  <a:gd name="connsiteY8" fmla="*/ 8467 h 57573"/>
                  <a:gd name="connsiteX9" fmla="*/ 75354 w 99483"/>
                  <a:gd name="connsiteY9" fmla="*/ 13970 h 57573"/>
                  <a:gd name="connsiteX10" fmla="*/ 61807 w 99483"/>
                  <a:gd name="connsiteY10" fmla="*/ 4233 h 57573"/>
                  <a:gd name="connsiteX11" fmla="*/ 47413 w 99483"/>
                  <a:gd name="connsiteY11" fmla="*/ 0 h 57573"/>
                  <a:gd name="connsiteX12" fmla="*/ 33867 w 99483"/>
                  <a:gd name="connsiteY12" fmla="*/ 1693 h 57573"/>
                  <a:gd name="connsiteX13" fmla="*/ 19896 w 99483"/>
                  <a:gd name="connsiteY13" fmla="*/ 1693 h 57573"/>
                  <a:gd name="connsiteX14" fmla="*/ 5927 w 99483"/>
                  <a:gd name="connsiteY14" fmla="*/ 4233 h 57573"/>
                  <a:gd name="connsiteX15" fmla="*/ 0 w 99483"/>
                  <a:gd name="connsiteY15" fmla="*/ 18203 h 57573"/>
                  <a:gd name="connsiteX16" fmla="*/ 15663 w 99483"/>
                  <a:gd name="connsiteY16" fmla="*/ 21167 h 57573"/>
                  <a:gd name="connsiteX17" fmla="*/ 32173 w 99483"/>
                  <a:gd name="connsiteY17" fmla="*/ 21167 h 57573"/>
                  <a:gd name="connsiteX18" fmla="*/ 47413 w 99483"/>
                  <a:gd name="connsiteY18" fmla="*/ 27940 h 57573"/>
                  <a:gd name="connsiteX19" fmla="*/ 61807 w 99483"/>
                  <a:gd name="connsiteY19" fmla="*/ 37677 h 57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99483" h="57573">
                    <a:moveTo>
                      <a:pt x="77046" y="44873"/>
                    </a:moveTo>
                    <a:lnTo>
                      <a:pt x="92287" y="57573"/>
                    </a:lnTo>
                    <a:lnTo>
                      <a:pt x="93557" y="51647"/>
                    </a:lnTo>
                    <a:lnTo>
                      <a:pt x="99483" y="36407"/>
                    </a:lnTo>
                    <a:lnTo>
                      <a:pt x="91017" y="22437"/>
                    </a:lnTo>
                    <a:lnTo>
                      <a:pt x="75354" y="18203"/>
                    </a:lnTo>
                    <a:lnTo>
                      <a:pt x="61807" y="13970"/>
                    </a:lnTo>
                    <a:lnTo>
                      <a:pt x="46143" y="2963"/>
                    </a:lnTo>
                    <a:lnTo>
                      <a:pt x="61807" y="8467"/>
                    </a:lnTo>
                    <a:lnTo>
                      <a:pt x="75354" y="13970"/>
                    </a:lnTo>
                    <a:lnTo>
                      <a:pt x="61807" y="4233"/>
                    </a:lnTo>
                    <a:lnTo>
                      <a:pt x="47413" y="0"/>
                    </a:lnTo>
                    <a:lnTo>
                      <a:pt x="33867" y="1693"/>
                    </a:lnTo>
                    <a:lnTo>
                      <a:pt x="19896" y="1693"/>
                    </a:lnTo>
                    <a:lnTo>
                      <a:pt x="5927" y="4233"/>
                    </a:lnTo>
                    <a:lnTo>
                      <a:pt x="0" y="18203"/>
                    </a:lnTo>
                    <a:lnTo>
                      <a:pt x="15663" y="21167"/>
                    </a:lnTo>
                    <a:lnTo>
                      <a:pt x="32173" y="21167"/>
                    </a:lnTo>
                    <a:lnTo>
                      <a:pt x="47413" y="27940"/>
                    </a:lnTo>
                    <a:lnTo>
                      <a:pt x="61807" y="37677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37" name="Freeform 2336">
                <a:extLst>
                  <a:ext uri="{FF2B5EF4-FFF2-40B4-BE49-F238E27FC236}">
                    <a16:creationId xmlns:a16="http://schemas.microsoft.com/office/drawing/2014/main" id="{DC9BEC16-C566-2544-8428-534D8B3ACE93}"/>
                  </a:ext>
                </a:extLst>
              </p:cNvPr>
              <p:cNvSpPr/>
              <p:nvPr/>
            </p:nvSpPr>
            <p:spPr>
              <a:xfrm>
                <a:off x="12177607" y="179916"/>
                <a:ext cx="30479" cy="6773"/>
              </a:xfrm>
              <a:custGeom>
                <a:avLst/>
                <a:gdLst>
                  <a:gd name="connsiteX0" fmla="*/ 0 w 30479"/>
                  <a:gd name="connsiteY0" fmla="*/ 2963 h 6773"/>
                  <a:gd name="connsiteX1" fmla="*/ 15239 w 30479"/>
                  <a:gd name="connsiteY1" fmla="*/ 6773 h 6773"/>
                  <a:gd name="connsiteX2" fmla="*/ 15239 w 30479"/>
                  <a:gd name="connsiteY2" fmla="*/ 2963 h 6773"/>
                  <a:gd name="connsiteX3" fmla="*/ 30480 w 30479"/>
                  <a:gd name="connsiteY3" fmla="*/ 2963 h 6773"/>
                  <a:gd name="connsiteX4" fmla="*/ 15239 w 30479"/>
                  <a:gd name="connsiteY4" fmla="*/ 0 h 6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6773">
                    <a:moveTo>
                      <a:pt x="0" y="2963"/>
                    </a:moveTo>
                    <a:lnTo>
                      <a:pt x="15239" y="6773"/>
                    </a:lnTo>
                    <a:lnTo>
                      <a:pt x="15239" y="2963"/>
                    </a:lnTo>
                    <a:lnTo>
                      <a:pt x="30480" y="2963"/>
                    </a:lnTo>
                    <a:lnTo>
                      <a:pt x="15239" y="0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38" name="Freeform 2337">
                <a:extLst>
                  <a:ext uri="{FF2B5EF4-FFF2-40B4-BE49-F238E27FC236}">
                    <a16:creationId xmlns:a16="http://schemas.microsoft.com/office/drawing/2014/main" id="{B070AAD8-ABEF-CB41-A14C-A6D2996D5D08}"/>
                  </a:ext>
                </a:extLst>
              </p:cNvPr>
              <p:cNvSpPr/>
              <p:nvPr/>
            </p:nvSpPr>
            <p:spPr>
              <a:xfrm>
                <a:off x="11521863" y="-212089"/>
                <a:ext cx="711623" cy="393276"/>
              </a:xfrm>
              <a:custGeom>
                <a:avLst/>
                <a:gdLst>
                  <a:gd name="connsiteX0" fmla="*/ 8467 w 711623"/>
                  <a:gd name="connsiteY0" fmla="*/ 230293 h 393276"/>
                  <a:gd name="connsiteX1" fmla="*/ 23707 w 711623"/>
                  <a:gd name="connsiteY1" fmla="*/ 241300 h 393276"/>
                  <a:gd name="connsiteX2" fmla="*/ 36407 w 711623"/>
                  <a:gd name="connsiteY2" fmla="*/ 255270 h 393276"/>
                  <a:gd name="connsiteX3" fmla="*/ 50377 w 711623"/>
                  <a:gd name="connsiteY3" fmla="*/ 259503 h 393276"/>
                  <a:gd name="connsiteX4" fmla="*/ 65617 w 711623"/>
                  <a:gd name="connsiteY4" fmla="*/ 266277 h 393276"/>
                  <a:gd name="connsiteX5" fmla="*/ 79587 w 711623"/>
                  <a:gd name="connsiteY5" fmla="*/ 265007 h 393276"/>
                  <a:gd name="connsiteX6" fmla="*/ 94827 w 711623"/>
                  <a:gd name="connsiteY6" fmla="*/ 263737 h 393276"/>
                  <a:gd name="connsiteX7" fmla="*/ 108797 w 711623"/>
                  <a:gd name="connsiteY7" fmla="*/ 263737 h 393276"/>
                  <a:gd name="connsiteX8" fmla="*/ 94827 w 711623"/>
                  <a:gd name="connsiteY8" fmla="*/ 255270 h 393276"/>
                  <a:gd name="connsiteX9" fmla="*/ 108797 w 711623"/>
                  <a:gd name="connsiteY9" fmla="*/ 258233 h 393276"/>
                  <a:gd name="connsiteX10" fmla="*/ 124037 w 711623"/>
                  <a:gd name="connsiteY10" fmla="*/ 254000 h 393276"/>
                  <a:gd name="connsiteX11" fmla="*/ 139700 w 711623"/>
                  <a:gd name="connsiteY11" fmla="*/ 252307 h 393276"/>
                  <a:gd name="connsiteX12" fmla="*/ 153670 w 711623"/>
                  <a:gd name="connsiteY12" fmla="*/ 265007 h 393276"/>
                  <a:gd name="connsiteX13" fmla="*/ 167640 w 711623"/>
                  <a:gd name="connsiteY13" fmla="*/ 265007 h 393276"/>
                  <a:gd name="connsiteX14" fmla="*/ 182880 w 711623"/>
                  <a:gd name="connsiteY14" fmla="*/ 274743 h 393276"/>
                  <a:gd name="connsiteX15" fmla="*/ 189654 w 711623"/>
                  <a:gd name="connsiteY15" fmla="*/ 260773 h 393276"/>
                  <a:gd name="connsiteX16" fmla="*/ 203624 w 711623"/>
                  <a:gd name="connsiteY16" fmla="*/ 272203 h 393276"/>
                  <a:gd name="connsiteX17" fmla="*/ 209550 w 711623"/>
                  <a:gd name="connsiteY17" fmla="*/ 258233 h 393276"/>
                  <a:gd name="connsiteX18" fmla="*/ 223520 w 711623"/>
                  <a:gd name="connsiteY18" fmla="*/ 258233 h 393276"/>
                  <a:gd name="connsiteX19" fmla="*/ 221827 w 711623"/>
                  <a:gd name="connsiteY19" fmla="*/ 273473 h 393276"/>
                  <a:gd name="connsiteX20" fmla="*/ 237490 w 711623"/>
                  <a:gd name="connsiteY20" fmla="*/ 286173 h 393276"/>
                  <a:gd name="connsiteX21" fmla="*/ 252307 w 711623"/>
                  <a:gd name="connsiteY21" fmla="*/ 288713 h 393276"/>
                  <a:gd name="connsiteX22" fmla="*/ 263737 w 711623"/>
                  <a:gd name="connsiteY22" fmla="*/ 274743 h 393276"/>
                  <a:gd name="connsiteX23" fmla="*/ 278977 w 711623"/>
                  <a:gd name="connsiteY23" fmla="*/ 273473 h 393276"/>
                  <a:gd name="connsiteX24" fmla="*/ 263737 w 711623"/>
                  <a:gd name="connsiteY24" fmla="*/ 281940 h 393276"/>
                  <a:gd name="connsiteX25" fmla="*/ 251037 w 711623"/>
                  <a:gd name="connsiteY25" fmla="*/ 295910 h 393276"/>
                  <a:gd name="connsiteX26" fmla="*/ 266700 w 711623"/>
                  <a:gd name="connsiteY26" fmla="*/ 302683 h 393276"/>
                  <a:gd name="connsiteX27" fmla="*/ 281940 w 711623"/>
                  <a:gd name="connsiteY27" fmla="*/ 306917 h 393276"/>
                  <a:gd name="connsiteX28" fmla="*/ 295911 w 711623"/>
                  <a:gd name="connsiteY28" fmla="*/ 303953 h 393276"/>
                  <a:gd name="connsiteX29" fmla="*/ 311150 w 711623"/>
                  <a:gd name="connsiteY29" fmla="*/ 309880 h 393276"/>
                  <a:gd name="connsiteX30" fmla="*/ 326390 w 711623"/>
                  <a:gd name="connsiteY30" fmla="*/ 316653 h 393276"/>
                  <a:gd name="connsiteX31" fmla="*/ 309880 w 711623"/>
                  <a:gd name="connsiteY31" fmla="*/ 311150 h 393276"/>
                  <a:gd name="connsiteX32" fmla="*/ 294217 w 711623"/>
                  <a:gd name="connsiteY32" fmla="*/ 313690 h 393276"/>
                  <a:gd name="connsiteX33" fmla="*/ 309880 w 711623"/>
                  <a:gd name="connsiteY33" fmla="*/ 322157 h 393276"/>
                  <a:gd name="connsiteX34" fmla="*/ 295911 w 711623"/>
                  <a:gd name="connsiteY34" fmla="*/ 319617 h 393276"/>
                  <a:gd name="connsiteX35" fmla="*/ 281940 w 711623"/>
                  <a:gd name="connsiteY35" fmla="*/ 319617 h 393276"/>
                  <a:gd name="connsiteX36" fmla="*/ 267970 w 711623"/>
                  <a:gd name="connsiteY36" fmla="*/ 323427 h 393276"/>
                  <a:gd name="connsiteX37" fmla="*/ 281940 w 711623"/>
                  <a:gd name="connsiteY37" fmla="*/ 327660 h 393276"/>
                  <a:gd name="connsiteX38" fmla="*/ 295911 w 711623"/>
                  <a:gd name="connsiteY38" fmla="*/ 339090 h 393276"/>
                  <a:gd name="connsiteX39" fmla="*/ 294217 w 711623"/>
                  <a:gd name="connsiteY39" fmla="*/ 353060 h 393276"/>
                  <a:gd name="connsiteX40" fmla="*/ 278977 w 711623"/>
                  <a:gd name="connsiteY40" fmla="*/ 345863 h 393276"/>
                  <a:gd name="connsiteX41" fmla="*/ 265007 w 711623"/>
                  <a:gd name="connsiteY41" fmla="*/ 351367 h 393276"/>
                  <a:gd name="connsiteX42" fmla="*/ 280246 w 711623"/>
                  <a:gd name="connsiteY42" fmla="*/ 351367 h 393276"/>
                  <a:gd name="connsiteX43" fmla="*/ 295911 w 711623"/>
                  <a:gd name="connsiteY43" fmla="*/ 355600 h 393276"/>
                  <a:gd name="connsiteX44" fmla="*/ 311150 w 711623"/>
                  <a:gd name="connsiteY44" fmla="*/ 356870 h 393276"/>
                  <a:gd name="connsiteX45" fmla="*/ 325120 w 711623"/>
                  <a:gd name="connsiteY45" fmla="*/ 359833 h 393276"/>
                  <a:gd name="connsiteX46" fmla="*/ 340361 w 711623"/>
                  <a:gd name="connsiteY46" fmla="*/ 365337 h 393276"/>
                  <a:gd name="connsiteX47" fmla="*/ 356024 w 711623"/>
                  <a:gd name="connsiteY47" fmla="*/ 367030 h 393276"/>
                  <a:gd name="connsiteX48" fmla="*/ 369994 w 711623"/>
                  <a:gd name="connsiteY48" fmla="*/ 364067 h 393276"/>
                  <a:gd name="connsiteX49" fmla="*/ 385233 w 711623"/>
                  <a:gd name="connsiteY49" fmla="*/ 369570 h 393276"/>
                  <a:gd name="connsiteX50" fmla="*/ 399204 w 711623"/>
                  <a:gd name="connsiteY50" fmla="*/ 375073 h 393276"/>
                  <a:gd name="connsiteX51" fmla="*/ 413174 w 711623"/>
                  <a:gd name="connsiteY51" fmla="*/ 375073 h 393276"/>
                  <a:gd name="connsiteX52" fmla="*/ 397933 w 711623"/>
                  <a:gd name="connsiteY52" fmla="*/ 361103 h 393276"/>
                  <a:gd name="connsiteX53" fmla="*/ 411904 w 711623"/>
                  <a:gd name="connsiteY53" fmla="*/ 371263 h 393276"/>
                  <a:gd name="connsiteX54" fmla="*/ 425450 w 711623"/>
                  <a:gd name="connsiteY54" fmla="*/ 376767 h 393276"/>
                  <a:gd name="connsiteX55" fmla="*/ 441113 w 711623"/>
                  <a:gd name="connsiteY55" fmla="*/ 381000 h 393276"/>
                  <a:gd name="connsiteX56" fmla="*/ 456354 w 711623"/>
                  <a:gd name="connsiteY56" fmla="*/ 386503 h 393276"/>
                  <a:gd name="connsiteX57" fmla="*/ 471594 w 711623"/>
                  <a:gd name="connsiteY57" fmla="*/ 379307 h 393276"/>
                  <a:gd name="connsiteX58" fmla="*/ 481330 w 711623"/>
                  <a:gd name="connsiteY58" fmla="*/ 365337 h 393276"/>
                  <a:gd name="connsiteX59" fmla="*/ 495300 w 711623"/>
                  <a:gd name="connsiteY59" fmla="*/ 371263 h 393276"/>
                  <a:gd name="connsiteX60" fmla="*/ 510963 w 711623"/>
                  <a:gd name="connsiteY60" fmla="*/ 368300 h 393276"/>
                  <a:gd name="connsiteX61" fmla="*/ 519007 w 711623"/>
                  <a:gd name="connsiteY61" fmla="*/ 382270 h 393276"/>
                  <a:gd name="connsiteX62" fmla="*/ 532977 w 711623"/>
                  <a:gd name="connsiteY62" fmla="*/ 383540 h 393276"/>
                  <a:gd name="connsiteX63" fmla="*/ 549487 w 711623"/>
                  <a:gd name="connsiteY63" fmla="*/ 382270 h 393276"/>
                  <a:gd name="connsiteX64" fmla="*/ 532977 w 711623"/>
                  <a:gd name="connsiteY64" fmla="*/ 373803 h 393276"/>
                  <a:gd name="connsiteX65" fmla="*/ 548217 w 711623"/>
                  <a:gd name="connsiteY65" fmla="*/ 378037 h 393276"/>
                  <a:gd name="connsiteX66" fmla="*/ 562187 w 711623"/>
                  <a:gd name="connsiteY66" fmla="*/ 376767 h 393276"/>
                  <a:gd name="connsiteX67" fmla="*/ 579120 w 711623"/>
                  <a:gd name="connsiteY67" fmla="*/ 382270 h 393276"/>
                  <a:gd name="connsiteX68" fmla="*/ 593090 w 711623"/>
                  <a:gd name="connsiteY68" fmla="*/ 386503 h 393276"/>
                  <a:gd name="connsiteX69" fmla="*/ 607061 w 711623"/>
                  <a:gd name="connsiteY69" fmla="*/ 393277 h 393276"/>
                  <a:gd name="connsiteX70" fmla="*/ 622300 w 711623"/>
                  <a:gd name="connsiteY70" fmla="*/ 386503 h 393276"/>
                  <a:gd name="connsiteX71" fmla="*/ 607061 w 711623"/>
                  <a:gd name="connsiteY71" fmla="*/ 379307 h 393276"/>
                  <a:gd name="connsiteX72" fmla="*/ 590127 w 711623"/>
                  <a:gd name="connsiteY72" fmla="*/ 379307 h 393276"/>
                  <a:gd name="connsiteX73" fmla="*/ 576157 w 711623"/>
                  <a:gd name="connsiteY73" fmla="*/ 368300 h 393276"/>
                  <a:gd name="connsiteX74" fmla="*/ 590127 w 711623"/>
                  <a:gd name="connsiteY74" fmla="*/ 369570 h 393276"/>
                  <a:gd name="connsiteX75" fmla="*/ 605790 w 711623"/>
                  <a:gd name="connsiteY75" fmla="*/ 376767 h 393276"/>
                  <a:gd name="connsiteX76" fmla="*/ 622300 w 711623"/>
                  <a:gd name="connsiteY76" fmla="*/ 378037 h 393276"/>
                  <a:gd name="connsiteX77" fmla="*/ 636270 w 711623"/>
                  <a:gd name="connsiteY77" fmla="*/ 382270 h 393276"/>
                  <a:gd name="connsiteX78" fmla="*/ 651511 w 711623"/>
                  <a:gd name="connsiteY78" fmla="*/ 384810 h 393276"/>
                  <a:gd name="connsiteX79" fmla="*/ 667174 w 711623"/>
                  <a:gd name="connsiteY79" fmla="*/ 386503 h 393276"/>
                  <a:gd name="connsiteX80" fmla="*/ 682413 w 711623"/>
                  <a:gd name="connsiteY80" fmla="*/ 389043 h 393276"/>
                  <a:gd name="connsiteX81" fmla="*/ 697654 w 711623"/>
                  <a:gd name="connsiteY81" fmla="*/ 389043 h 393276"/>
                  <a:gd name="connsiteX82" fmla="*/ 683683 w 711623"/>
                  <a:gd name="connsiteY82" fmla="*/ 384810 h 393276"/>
                  <a:gd name="connsiteX83" fmla="*/ 668444 w 711623"/>
                  <a:gd name="connsiteY83" fmla="*/ 381000 h 393276"/>
                  <a:gd name="connsiteX84" fmla="*/ 654474 w 711623"/>
                  <a:gd name="connsiteY84" fmla="*/ 381000 h 393276"/>
                  <a:gd name="connsiteX85" fmla="*/ 637540 w 711623"/>
                  <a:gd name="connsiteY85" fmla="*/ 372533 h 393276"/>
                  <a:gd name="connsiteX86" fmla="*/ 652780 w 711623"/>
                  <a:gd name="connsiteY86" fmla="*/ 378037 h 393276"/>
                  <a:gd name="connsiteX87" fmla="*/ 667174 w 711623"/>
                  <a:gd name="connsiteY87" fmla="*/ 376767 h 393276"/>
                  <a:gd name="connsiteX88" fmla="*/ 682413 w 711623"/>
                  <a:gd name="connsiteY88" fmla="*/ 381000 h 393276"/>
                  <a:gd name="connsiteX89" fmla="*/ 695961 w 711623"/>
                  <a:gd name="connsiteY89" fmla="*/ 383540 h 393276"/>
                  <a:gd name="connsiteX90" fmla="*/ 711624 w 711623"/>
                  <a:gd name="connsiteY90" fmla="*/ 371263 h 393276"/>
                  <a:gd name="connsiteX91" fmla="*/ 695961 w 711623"/>
                  <a:gd name="connsiteY91" fmla="*/ 365337 h 393276"/>
                  <a:gd name="connsiteX92" fmla="*/ 710354 w 711623"/>
                  <a:gd name="connsiteY92" fmla="*/ 364067 h 393276"/>
                  <a:gd name="connsiteX93" fmla="*/ 694690 w 711623"/>
                  <a:gd name="connsiteY93" fmla="*/ 355600 h 393276"/>
                  <a:gd name="connsiteX94" fmla="*/ 679450 w 711623"/>
                  <a:gd name="connsiteY94" fmla="*/ 355600 h 393276"/>
                  <a:gd name="connsiteX95" fmla="*/ 664211 w 711623"/>
                  <a:gd name="connsiteY95" fmla="*/ 351367 h 393276"/>
                  <a:gd name="connsiteX96" fmla="*/ 648970 w 711623"/>
                  <a:gd name="connsiteY96" fmla="*/ 348827 h 393276"/>
                  <a:gd name="connsiteX97" fmla="*/ 634577 w 711623"/>
                  <a:gd name="connsiteY97" fmla="*/ 343323 h 393276"/>
                  <a:gd name="connsiteX98" fmla="*/ 621030 w 711623"/>
                  <a:gd name="connsiteY98" fmla="*/ 336127 h 393276"/>
                  <a:gd name="connsiteX99" fmla="*/ 605790 w 711623"/>
                  <a:gd name="connsiteY99" fmla="*/ 331893 h 393276"/>
                  <a:gd name="connsiteX100" fmla="*/ 591820 w 711623"/>
                  <a:gd name="connsiteY100" fmla="*/ 325120 h 393276"/>
                  <a:gd name="connsiteX101" fmla="*/ 577427 w 711623"/>
                  <a:gd name="connsiteY101" fmla="*/ 317923 h 393276"/>
                  <a:gd name="connsiteX102" fmla="*/ 562187 w 711623"/>
                  <a:gd name="connsiteY102" fmla="*/ 311150 h 393276"/>
                  <a:gd name="connsiteX103" fmla="*/ 546946 w 711623"/>
                  <a:gd name="connsiteY103" fmla="*/ 305647 h 393276"/>
                  <a:gd name="connsiteX104" fmla="*/ 532977 w 711623"/>
                  <a:gd name="connsiteY104" fmla="*/ 298450 h 393276"/>
                  <a:gd name="connsiteX105" fmla="*/ 517737 w 711623"/>
                  <a:gd name="connsiteY105" fmla="*/ 289983 h 393276"/>
                  <a:gd name="connsiteX106" fmla="*/ 503767 w 711623"/>
                  <a:gd name="connsiteY106" fmla="*/ 274743 h 393276"/>
                  <a:gd name="connsiteX107" fmla="*/ 489796 w 711623"/>
                  <a:gd name="connsiteY107" fmla="*/ 266277 h 393276"/>
                  <a:gd name="connsiteX108" fmla="*/ 475827 w 711623"/>
                  <a:gd name="connsiteY108" fmla="*/ 255270 h 393276"/>
                  <a:gd name="connsiteX109" fmla="*/ 460163 w 711623"/>
                  <a:gd name="connsiteY109" fmla="*/ 246803 h 393276"/>
                  <a:gd name="connsiteX110" fmla="*/ 446617 w 711623"/>
                  <a:gd name="connsiteY110" fmla="*/ 234527 h 393276"/>
                  <a:gd name="connsiteX111" fmla="*/ 431377 w 711623"/>
                  <a:gd name="connsiteY111" fmla="*/ 220557 h 393276"/>
                  <a:gd name="connsiteX112" fmla="*/ 419946 w 711623"/>
                  <a:gd name="connsiteY112" fmla="*/ 206587 h 393276"/>
                  <a:gd name="connsiteX113" fmla="*/ 404707 w 711623"/>
                  <a:gd name="connsiteY113" fmla="*/ 192617 h 393276"/>
                  <a:gd name="connsiteX114" fmla="*/ 401744 w 711623"/>
                  <a:gd name="connsiteY114" fmla="*/ 177377 h 393276"/>
                  <a:gd name="connsiteX115" fmla="*/ 408940 w 711623"/>
                  <a:gd name="connsiteY115" fmla="*/ 162983 h 393276"/>
                  <a:gd name="connsiteX116" fmla="*/ 393277 w 711623"/>
                  <a:gd name="connsiteY116" fmla="*/ 154940 h 393276"/>
                  <a:gd name="connsiteX117" fmla="*/ 392007 w 711623"/>
                  <a:gd name="connsiteY117" fmla="*/ 140970 h 393276"/>
                  <a:gd name="connsiteX118" fmla="*/ 378037 w 711623"/>
                  <a:gd name="connsiteY118" fmla="*/ 133773 h 393276"/>
                  <a:gd name="connsiteX119" fmla="*/ 364067 w 711623"/>
                  <a:gd name="connsiteY119" fmla="*/ 129540 h 393276"/>
                  <a:gd name="connsiteX120" fmla="*/ 378037 w 711623"/>
                  <a:gd name="connsiteY120" fmla="*/ 131233 h 393276"/>
                  <a:gd name="connsiteX121" fmla="*/ 392007 w 711623"/>
                  <a:gd name="connsiteY121" fmla="*/ 128270 h 393276"/>
                  <a:gd name="connsiteX122" fmla="*/ 378037 w 711623"/>
                  <a:gd name="connsiteY122" fmla="*/ 115570 h 393276"/>
                  <a:gd name="connsiteX123" fmla="*/ 364067 w 711623"/>
                  <a:gd name="connsiteY123" fmla="*/ 113030 h 393276"/>
                  <a:gd name="connsiteX124" fmla="*/ 379730 w 711623"/>
                  <a:gd name="connsiteY124" fmla="*/ 114300 h 393276"/>
                  <a:gd name="connsiteX125" fmla="*/ 396240 w 711623"/>
                  <a:gd name="connsiteY125" fmla="*/ 119803 h 393276"/>
                  <a:gd name="connsiteX126" fmla="*/ 401744 w 711623"/>
                  <a:gd name="connsiteY126" fmla="*/ 105833 h 393276"/>
                  <a:gd name="connsiteX127" fmla="*/ 386504 w 711623"/>
                  <a:gd name="connsiteY127" fmla="*/ 97790 h 393276"/>
                  <a:gd name="connsiteX128" fmla="*/ 401744 w 711623"/>
                  <a:gd name="connsiteY128" fmla="*/ 100330 h 393276"/>
                  <a:gd name="connsiteX129" fmla="*/ 417407 w 711623"/>
                  <a:gd name="connsiteY129" fmla="*/ 99060 h 393276"/>
                  <a:gd name="connsiteX130" fmla="*/ 403013 w 711623"/>
                  <a:gd name="connsiteY130" fmla="*/ 90593 h 393276"/>
                  <a:gd name="connsiteX131" fmla="*/ 387774 w 711623"/>
                  <a:gd name="connsiteY131" fmla="*/ 89323 h 393276"/>
                  <a:gd name="connsiteX132" fmla="*/ 373804 w 711623"/>
                  <a:gd name="connsiteY132" fmla="*/ 83820 h 393276"/>
                  <a:gd name="connsiteX133" fmla="*/ 389467 w 711623"/>
                  <a:gd name="connsiteY133" fmla="*/ 88053 h 393276"/>
                  <a:gd name="connsiteX134" fmla="*/ 405977 w 711623"/>
                  <a:gd name="connsiteY134" fmla="*/ 83820 h 393276"/>
                  <a:gd name="connsiteX135" fmla="*/ 419946 w 711623"/>
                  <a:gd name="connsiteY135" fmla="*/ 88053 h 393276"/>
                  <a:gd name="connsiteX136" fmla="*/ 433917 w 711623"/>
                  <a:gd name="connsiteY136" fmla="*/ 86360 h 393276"/>
                  <a:gd name="connsiteX137" fmla="*/ 439420 w 711623"/>
                  <a:gd name="connsiteY137" fmla="*/ 72390 h 393276"/>
                  <a:gd name="connsiteX138" fmla="*/ 424180 w 711623"/>
                  <a:gd name="connsiteY138" fmla="*/ 61383 h 393276"/>
                  <a:gd name="connsiteX139" fmla="*/ 408940 w 711623"/>
                  <a:gd name="connsiteY139" fmla="*/ 65617 h 393276"/>
                  <a:gd name="connsiteX140" fmla="*/ 393277 w 711623"/>
                  <a:gd name="connsiteY140" fmla="*/ 64347 h 393276"/>
                  <a:gd name="connsiteX141" fmla="*/ 378037 w 711623"/>
                  <a:gd name="connsiteY141" fmla="*/ 61383 h 393276"/>
                  <a:gd name="connsiteX142" fmla="*/ 393277 w 711623"/>
                  <a:gd name="connsiteY142" fmla="*/ 61383 h 393276"/>
                  <a:gd name="connsiteX143" fmla="*/ 408940 w 711623"/>
                  <a:gd name="connsiteY143" fmla="*/ 58420 h 393276"/>
                  <a:gd name="connsiteX144" fmla="*/ 424180 w 711623"/>
                  <a:gd name="connsiteY144" fmla="*/ 57150 h 393276"/>
                  <a:gd name="connsiteX145" fmla="*/ 438150 w 711623"/>
                  <a:gd name="connsiteY145" fmla="*/ 48683 h 393276"/>
                  <a:gd name="connsiteX146" fmla="*/ 422911 w 711623"/>
                  <a:gd name="connsiteY146" fmla="*/ 48683 h 393276"/>
                  <a:gd name="connsiteX147" fmla="*/ 407670 w 711623"/>
                  <a:gd name="connsiteY147" fmla="*/ 48683 h 393276"/>
                  <a:gd name="connsiteX148" fmla="*/ 392007 w 711623"/>
                  <a:gd name="connsiteY148" fmla="*/ 48683 h 393276"/>
                  <a:gd name="connsiteX149" fmla="*/ 407670 w 711623"/>
                  <a:gd name="connsiteY149" fmla="*/ 46143 h 393276"/>
                  <a:gd name="connsiteX150" fmla="*/ 421217 w 711623"/>
                  <a:gd name="connsiteY150" fmla="*/ 44450 h 393276"/>
                  <a:gd name="connsiteX151" fmla="*/ 438150 w 711623"/>
                  <a:gd name="connsiteY151" fmla="*/ 43180 h 393276"/>
                  <a:gd name="connsiteX152" fmla="*/ 453390 w 711623"/>
                  <a:gd name="connsiteY152" fmla="*/ 35137 h 393276"/>
                  <a:gd name="connsiteX153" fmla="*/ 438150 w 711623"/>
                  <a:gd name="connsiteY153" fmla="*/ 26670 h 393276"/>
                  <a:gd name="connsiteX154" fmla="*/ 424180 w 711623"/>
                  <a:gd name="connsiteY154" fmla="*/ 24977 h 393276"/>
                  <a:gd name="connsiteX155" fmla="*/ 407670 w 711623"/>
                  <a:gd name="connsiteY155" fmla="*/ 23707 h 393276"/>
                  <a:gd name="connsiteX156" fmla="*/ 393277 w 711623"/>
                  <a:gd name="connsiteY156" fmla="*/ 22437 h 393276"/>
                  <a:gd name="connsiteX157" fmla="*/ 378037 w 711623"/>
                  <a:gd name="connsiteY157" fmla="*/ 19473 h 393276"/>
                  <a:gd name="connsiteX158" fmla="*/ 362796 w 711623"/>
                  <a:gd name="connsiteY158" fmla="*/ 13970 h 393276"/>
                  <a:gd name="connsiteX159" fmla="*/ 347557 w 711623"/>
                  <a:gd name="connsiteY159" fmla="*/ 13970 h 393276"/>
                  <a:gd name="connsiteX160" fmla="*/ 331894 w 711623"/>
                  <a:gd name="connsiteY160" fmla="*/ 15240 h 393276"/>
                  <a:gd name="connsiteX161" fmla="*/ 316654 w 711623"/>
                  <a:gd name="connsiteY161" fmla="*/ 12700 h 393276"/>
                  <a:gd name="connsiteX162" fmla="*/ 301413 w 711623"/>
                  <a:gd name="connsiteY162" fmla="*/ 7197 h 393276"/>
                  <a:gd name="connsiteX163" fmla="*/ 287444 w 711623"/>
                  <a:gd name="connsiteY163" fmla="*/ 4233 h 393276"/>
                  <a:gd name="connsiteX164" fmla="*/ 272204 w 711623"/>
                  <a:gd name="connsiteY164" fmla="*/ 0 h 393276"/>
                  <a:gd name="connsiteX165" fmla="*/ 258233 w 711623"/>
                  <a:gd name="connsiteY165" fmla="*/ 1270 h 393276"/>
                  <a:gd name="connsiteX166" fmla="*/ 242994 w 711623"/>
                  <a:gd name="connsiteY166" fmla="*/ 5503 h 393276"/>
                  <a:gd name="connsiteX167" fmla="*/ 226061 w 711623"/>
                  <a:gd name="connsiteY167" fmla="*/ 15240 h 393276"/>
                  <a:gd name="connsiteX168" fmla="*/ 210820 w 711623"/>
                  <a:gd name="connsiteY168" fmla="*/ 18203 h 393276"/>
                  <a:gd name="connsiteX169" fmla="*/ 196850 w 711623"/>
                  <a:gd name="connsiteY169" fmla="*/ 20743 h 393276"/>
                  <a:gd name="connsiteX170" fmla="*/ 182880 w 711623"/>
                  <a:gd name="connsiteY170" fmla="*/ 18203 h 393276"/>
                  <a:gd name="connsiteX171" fmla="*/ 165947 w 711623"/>
                  <a:gd name="connsiteY171" fmla="*/ 16510 h 393276"/>
                  <a:gd name="connsiteX172" fmla="*/ 150707 w 711623"/>
                  <a:gd name="connsiteY172" fmla="*/ 20743 h 393276"/>
                  <a:gd name="connsiteX173" fmla="*/ 135467 w 711623"/>
                  <a:gd name="connsiteY173" fmla="*/ 24977 h 393276"/>
                  <a:gd name="connsiteX174" fmla="*/ 120227 w 711623"/>
                  <a:gd name="connsiteY174" fmla="*/ 27940 h 393276"/>
                  <a:gd name="connsiteX175" fmla="*/ 114724 w 711623"/>
                  <a:gd name="connsiteY175" fmla="*/ 32173 h 393276"/>
                  <a:gd name="connsiteX176" fmla="*/ 111760 w 711623"/>
                  <a:gd name="connsiteY176" fmla="*/ 46143 h 393276"/>
                  <a:gd name="connsiteX177" fmla="*/ 127000 w 711623"/>
                  <a:gd name="connsiteY177" fmla="*/ 51647 h 393276"/>
                  <a:gd name="connsiteX178" fmla="*/ 125730 w 711623"/>
                  <a:gd name="connsiteY178" fmla="*/ 65617 h 393276"/>
                  <a:gd name="connsiteX179" fmla="*/ 140970 w 711623"/>
                  <a:gd name="connsiteY179" fmla="*/ 74083 h 393276"/>
                  <a:gd name="connsiteX180" fmla="*/ 125730 w 711623"/>
                  <a:gd name="connsiteY180" fmla="*/ 71120 h 393276"/>
                  <a:gd name="connsiteX181" fmla="*/ 110490 w 711623"/>
                  <a:gd name="connsiteY181" fmla="*/ 68157 h 393276"/>
                  <a:gd name="connsiteX182" fmla="*/ 94827 w 711623"/>
                  <a:gd name="connsiteY182" fmla="*/ 69850 h 393276"/>
                  <a:gd name="connsiteX183" fmla="*/ 81280 w 711623"/>
                  <a:gd name="connsiteY183" fmla="*/ 74083 h 393276"/>
                  <a:gd name="connsiteX184" fmla="*/ 65617 w 711623"/>
                  <a:gd name="connsiteY184" fmla="*/ 80857 h 393276"/>
                  <a:gd name="connsiteX185" fmla="*/ 52917 w 711623"/>
                  <a:gd name="connsiteY185" fmla="*/ 94827 h 393276"/>
                  <a:gd name="connsiteX186" fmla="*/ 66887 w 711623"/>
                  <a:gd name="connsiteY186" fmla="*/ 97790 h 393276"/>
                  <a:gd name="connsiteX187" fmla="*/ 82550 w 711623"/>
                  <a:gd name="connsiteY187" fmla="*/ 102023 h 393276"/>
                  <a:gd name="connsiteX188" fmla="*/ 96097 w 711623"/>
                  <a:gd name="connsiteY188" fmla="*/ 100330 h 393276"/>
                  <a:gd name="connsiteX189" fmla="*/ 111760 w 711623"/>
                  <a:gd name="connsiteY189" fmla="*/ 100330 h 393276"/>
                  <a:gd name="connsiteX190" fmla="*/ 125730 w 711623"/>
                  <a:gd name="connsiteY190" fmla="*/ 102023 h 393276"/>
                  <a:gd name="connsiteX191" fmla="*/ 140970 w 711623"/>
                  <a:gd name="connsiteY191" fmla="*/ 104563 h 393276"/>
                  <a:gd name="connsiteX192" fmla="*/ 125730 w 711623"/>
                  <a:gd name="connsiteY192" fmla="*/ 103293 h 393276"/>
                  <a:gd name="connsiteX193" fmla="*/ 110490 w 711623"/>
                  <a:gd name="connsiteY193" fmla="*/ 103293 h 393276"/>
                  <a:gd name="connsiteX194" fmla="*/ 97790 w 711623"/>
                  <a:gd name="connsiteY194" fmla="*/ 117263 h 393276"/>
                  <a:gd name="connsiteX195" fmla="*/ 111760 w 711623"/>
                  <a:gd name="connsiteY195" fmla="*/ 113030 h 393276"/>
                  <a:gd name="connsiteX196" fmla="*/ 125730 w 711623"/>
                  <a:gd name="connsiteY196" fmla="*/ 113030 h 393276"/>
                  <a:gd name="connsiteX197" fmla="*/ 111760 w 711623"/>
                  <a:gd name="connsiteY197" fmla="*/ 124037 h 393276"/>
                  <a:gd name="connsiteX198" fmla="*/ 96097 w 711623"/>
                  <a:gd name="connsiteY198" fmla="*/ 127000 h 393276"/>
                  <a:gd name="connsiteX199" fmla="*/ 104564 w 711623"/>
                  <a:gd name="connsiteY199" fmla="*/ 142240 h 393276"/>
                  <a:gd name="connsiteX200" fmla="*/ 118533 w 711623"/>
                  <a:gd name="connsiteY200" fmla="*/ 146473 h 393276"/>
                  <a:gd name="connsiteX201" fmla="*/ 104564 w 711623"/>
                  <a:gd name="connsiteY201" fmla="*/ 151977 h 393276"/>
                  <a:gd name="connsiteX202" fmla="*/ 89324 w 711623"/>
                  <a:gd name="connsiteY202" fmla="*/ 158750 h 393276"/>
                  <a:gd name="connsiteX203" fmla="*/ 93557 w 711623"/>
                  <a:gd name="connsiteY203" fmla="*/ 173143 h 393276"/>
                  <a:gd name="connsiteX204" fmla="*/ 78317 w 711623"/>
                  <a:gd name="connsiteY204" fmla="*/ 181187 h 393276"/>
                  <a:gd name="connsiteX205" fmla="*/ 64347 w 711623"/>
                  <a:gd name="connsiteY205" fmla="*/ 177377 h 393276"/>
                  <a:gd name="connsiteX206" fmla="*/ 50377 w 711623"/>
                  <a:gd name="connsiteY206" fmla="*/ 178647 h 393276"/>
                  <a:gd name="connsiteX207" fmla="*/ 35137 w 711623"/>
                  <a:gd name="connsiteY207" fmla="*/ 173143 h 393276"/>
                  <a:gd name="connsiteX208" fmla="*/ 21167 w 711623"/>
                  <a:gd name="connsiteY208" fmla="*/ 175683 h 393276"/>
                  <a:gd name="connsiteX209" fmla="*/ 5927 w 711623"/>
                  <a:gd name="connsiteY209" fmla="*/ 187113 h 393276"/>
                  <a:gd name="connsiteX210" fmla="*/ 0 w 711623"/>
                  <a:gd name="connsiteY210" fmla="*/ 201083 h 393276"/>
                  <a:gd name="connsiteX211" fmla="*/ 1270 w 711623"/>
                  <a:gd name="connsiteY211" fmla="*/ 216323 h 393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711623" h="393276">
                    <a:moveTo>
                      <a:pt x="8467" y="230293"/>
                    </a:moveTo>
                    <a:lnTo>
                      <a:pt x="23707" y="241300"/>
                    </a:lnTo>
                    <a:lnTo>
                      <a:pt x="36407" y="255270"/>
                    </a:lnTo>
                    <a:lnTo>
                      <a:pt x="50377" y="259503"/>
                    </a:lnTo>
                    <a:lnTo>
                      <a:pt x="65617" y="266277"/>
                    </a:lnTo>
                    <a:lnTo>
                      <a:pt x="79587" y="265007"/>
                    </a:lnTo>
                    <a:lnTo>
                      <a:pt x="94827" y="263737"/>
                    </a:lnTo>
                    <a:lnTo>
                      <a:pt x="108797" y="263737"/>
                    </a:lnTo>
                    <a:lnTo>
                      <a:pt x="94827" y="255270"/>
                    </a:lnTo>
                    <a:lnTo>
                      <a:pt x="108797" y="258233"/>
                    </a:lnTo>
                    <a:lnTo>
                      <a:pt x="124037" y="254000"/>
                    </a:lnTo>
                    <a:lnTo>
                      <a:pt x="139700" y="252307"/>
                    </a:lnTo>
                    <a:lnTo>
                      <a:pt x="153670" y="265007"/>
                    </a:lnTo>
                    <a:lnTo>
                      <a:pt x="167640" y="265007"/>
                    </a:lnTo>
                    <a:lnTo>
                      <a:pt x="182880" y="274743"/>
                    </a:lnTo>
                    <a:lnTo>
                      <a:pt x="189654" y="260773"/>
                    </a:lnTo>
                    <a:lnTo>
                      <a:pt x="203624" y="272203"/>
                    </a:lnTo>
                    <a:lnTo>
                      <a:pt x="209550" y="258233"/>
                    </a:lnTo>
                    <a:lnTo>
                      <a:pt x="223520" y="258233"/>
                    </a:lnTo>
                    <a:lnTo>
                      <a:pt x="221827" y="273473"/>
                    </a:lnTo>
                    <a:lnTo>
                      <a:pt x="237490" y="286173"/>
                    </a:lnTo>
                    <a:lnTo>
                      <a:pt x="252307" y="288713"/>
                    </a:lnTo>
                    <a:lnTo>
                      <a:pt x="263737" y="274743"/>
                    </a:lnTo>
                    <a:lnTo>
                      <a:pt x="278977" y="273473"/>
                    </a:lnTo>
                    <a:lnTo>
                      <a:pt x="263737" y="281940"/>
                    </a:lnTo>
                    <a:lnTo>
                      <a:pt x="251037" y="295910"/>
                    </a:lnTo>
                    <a:lnTo>
                      <a:pt x="266700" y="302683"/>
                    </a:lnTo>
                    <a:lnTo>
                      <a:pt x="281940" y="306917"/>
                    </a:lnTo>
                    <a:lnTo>
                      <a:pt x="295911" y="303953"/>
                    </a:lnTo>
                    <a:lnTo>
                      <a:pt x="311150" y="309880"/>
                    </a:lnTo>
                    <a:lnTo>
                      <a:pt x="326390" y="316653"/>
                    </a:lnTo>
                    <a:lnTo>
                      <a:pt x="309880" y="311150"/>
                    </a:lnTo>
                    <a:lnTo>
                      <a:pt x="294217" y="313690"/>
                    </a:lnTo>
                    <a:lnTo>
                      <a:pt x="309880" y="322157"/>
                    </a:lnTo>
                    <a:lnTo>
                      <a:pt x="295911" y="319617"/>
                    </a:lnTo>
                    <a:lnTo>
                      <a:pt x="281940" y="319617"/>
                    </a:lnTo>
                    <a:lnTo>
                      <a:pt x="267970" y="323427"/>
                    </a:lnTo>
                    <a:lnTo>
                      <a:pt x="281940" y="327660"/>
                    </a:lnTo>
                    <a:lnTo>
                      <a:pt x="295911" y="339090"/>
                    </a:lnTo>
                    <a:lnTo>
                      <a:pt x="294217" y="353060"/>
                    </a:lnTo>
                    <a:lnTo>
                      <a:pt x="278977" y="345863"/>
                    </a:lnTo>
                    <a:lnTo>
                      <a:pt x="265007" y="351367"/>
                    </a:lnTo>
                    <a:lnTo>
                      <a:pt x="280246" y="351367"/>
                    </a:lnTo>
                    <a:lnTo>
                      <a:pt x="295911" y="355600"/>
                    </a:lnTo>
                    <a:lnTo>
                      <a:pt x="311150" y="356870"/>
                    </a:lnTo>
                    <a:lnTo>
                      <a:pt x="325120" y="359833"/>
                    </a:lnTo>
                    <a:lnTo>
                      <a:pt x="340361" y="365337"/>
                    </a:lnTo>
                    <a:lnTo>
                      <a:pt x="356024" y="367030"/>
                    </a:lnTo>
                    <a:lnTo>
                      <a:pt x="369994" y="364067"/>
                    </a:lnTo>
                    <a:lnTo>
                      <a:pt x="385233" y="369570"/>
                    </a:lnTo>
                    <a:lnTo>
                      <a:pt x="399204" y="375073"/>
                    </a:lnTo>
                    <a:lnTo>
                      <a:pt x="413174" y="375073"/>
                    </a:lnTo>
                    <a:lnTo>
                      <a:pt x="397933" y="361103"/>
                    </a:lnTo>
                    <a:lnTo>
                      <a:pt x="411904" y="371263"/>
                    </a:lnTo>
                    <a:lnTo>
                      <a:pt x="425450" y="376767"/>
                    </a:lnTo>
                    <a:lnTo>
                      <a:pt x="441113" y="381000"/>
                    </a:lnTo>
                    <a:lnTo>
                      <a:pt x="456354" y="386503"/>
                    </a:lnTo>
                    <a:lnTo>
                      <a:pt x="471594" y="379307"/>
                    </a:lnTo>
                    <a:lnTo>
                      <a:pt x="481330" y="365337"/>
                    </a:lnTo>
                    <a:lnTo>
                      <a:pt x="495300" y="371263"/>
                    </a:lnTo>
                    <a:lnTo>
                      <a:pt x="510963" y="368300"/>
                    </a:lnTo>
                    <a:lnTo>
                      <a:pt x="519007" y="382270"/>
                    </a:lnTo>
                    <a:lnTo>
                      <a:pt x="532977" y="383540"/>
                    </a:lnTo>
                    <a:lnTo>
                      <a:pt x="549487" y="382270"/>
                    </a:lnTo>
                    <a:lnTo>
                      <a:pt x="532977" y="373803"/>
                    </a:lnTo>
                    <a:lnTo>
                      <a:pt x="548217" y="378037"/>
                    </a:lnTo>
                    <a:lnTo>
                      <a:pt x="562187" y="376767"/>
                    </a:lnTo>
                    <a:lnTo>
                      <a:pt x="579120" y="382270"/>
                    </a:lnTo>
                    <a:lnTo>
                      <a:pt x="593090" y="386503"/>
                    </a:lnTo>
                    <a:lnTo>
                      <a:pt x="607061" y="393277"/>
                    </a:lnTo>
                    <a:lnTo>
                      <a:pt x="622300" y="386503"/>
                    </a:lnTo>
                    <a:lnTo>
                      <a:pt x="607061" y="379307"/>
                    </a:lnTo>
                    <a:lnTo>
                      <a:pt x="590127" y="379307"/>
                    </a:lnTo>
                    <a:lnTo>
                      <a:pt x="576157" y="368300"/>
                    </a:lnTo>
                    <a:lnTo>
                      <a:pt x="590127" y="369570"/>
                    </a:lnTo>
                    <a:lnTo>
                      <a:pt x="605790" y="376767"/>
                    </a:lnTo>
                    <a:lnTo>
                      <a:pt x="622300" y="378037"/>
                    </a:lnTo>
                    <a:lnTo>
                      <a:pt x="636270" y="382270"/>
                    </a:lnTo>
                    <a:lnTo>
                      <a:pt x="651511" y="384810"/>
                    </a:lnTo>
                    <a:lnTo>
                      <a:pt x="667174" y="386503"/>
                    </a:lnTo>
                    <a:lnTo>
                      <a:pt x="682413" y="389043"/>
                    </a:lnTo>
                    <a:lnTo>
                      <a:pt x="697654" y="389043"/>
                    </a:lnTo>
                    <a:lnTo>
                      <a:pt x="683683" y="384810"/>
                    </a:lnTo>
                    <a:lnTo>
                      <a:pt x="668444" y="381000"/>
                    </a:lnTo>
                    <a:lnTo>
                      <a:pt x="654474" y="381000"/>
                    </a:lnTo>
                    <a:lnTo>
                      <a:pt x="637540" y="372533"/>
                    </a:lnTo>
                    <a:lnTo>
                      <a:pt x="652780" y="378037"/>
                    </a:lnTo>
                    <a:lnTo>
                      <a:pt x="667174" y="376767"/>
                    </a:lnTo>
                    <a:lnTo>
                      <a:pt x="682413" y="381000"/>
                    </a:lnTo>
                    <a:lnTo>
                      <a:pt x="695961" y="383540"/>
                    </a:lnTo>
                    <a:lnTo>
                      <a:pt x="711624" y="371263"/>
                    </a:lnTo>
                    <a:lnTo>
                      <a:pt x="695961" y="365337"/>
                    </a:lnTo>
                    <a:lnTo>
                      <a:pt x="710354" y="364067"/>
                    </a:lnTo>
                    <a:lnTo>
                      <a:pt x="694690" y="355600"/>
                    </a:lnTo>
                    <a:lnTo>
                      <a:pt x="679450" y="355600"/>
                    </a:lnTo>
                    <a:lnTo>
                      <a:pt x="664211" y="351367"/>
                    </a:lnTo>
                    <a:lnTo>
                      <a:pt x="648970" y="348827"/>
                    </a:lnTo>
                    <a:lnTo>
                      <a:pt x="634577" y="343323"/>
                    </a:lnTo>
                    <a:lnTo>
                      <a:pt x="621030" y="336127"/>
                    </a:lnTo>
                    <a:lnTo>
                      <a:pt x="605790" y="331893"/>
                    </a:lnTo>
                    <a:lnTo>
                      <a:pt x="591820" y="325120"/>
                    </a:lnTo>
                    <a:lnTo>
                      <a:pt x="577427" y="317923"/>
                    </a:lnTo>
                    <a:lnTo>
                      <a:pt x="562187" y="311150"/>
                    </a:lnTo>
                    <a:lnTo>
                      <a:pt x="546946" y="305647"/>
                    </a:lnTo>
                    <a:lnTo>
                      <a:pt x="532977" y="298450"/>
                    </a:lnTo>
                    <a:lnTo>
                      <a:pt x="517737" y="289983"/>
                    </a:lnTo>
                    <a:lnTo>
                      <a:pt x="503767" y="274743"/>
                    </a:lnTo>
                    <a:lnTo>
                      <a:pt x="489796" y="266277"/>
                    </a:lnTo>
                    <a:lnTo>
                      <a:pt x="475827" y="255270"/>
                    </a:lnTo>
                    <a:lnTo>
                      <a:pt x="460163" y="246803"/>
                    </a:lnTo>
                    <a:lnTo>
                      <a:pt x="446617" y="234527"/>
                    </a:lnTo>
                    <a:lnTo>
                      <a:pt x="431377" y="220557"/>
                    </a:lnTo>
                    <a:lnTo>
                      <a:pt x="419946" y="206587"/>
                    </a:lnTo>
                    <a:lnTo>
                      <a:pt x="404707" y="192617"/>
                    </a:lnTo>
                    <a:lnTo>
                      <a:pt x="401744" y="177377"/>
                    </a:lnTo>
                    <a:lnTo>
                      <a:pt x="408940" y="162983"/>
                    </a:lnTo>
                    <a:lnTo>
                      <a:pt x="393277" y="154940"/>
                    </a:lnTo>
                    <a:lnTo>
                      <a:pt x="392007" y="140970"/>
                    </a:lnTo>
                    <a:lnTo>
                      <a:pt x="378037" y="133773"/>
                    </a:lnTo>
                    <a:lnTo>
                      <a:pt x="364067" y="129540"/>
                    </a:lnTo>
                    <a:lnTo>
                      <a:pt x="378037" y="131233"/>
                    </a:lnTo>
                    <a:lnTo>
                      <a:pt x="392007" y="128270"/>
                    </a:lnTo>
                    <a:lnTo>
                      <a:pt x="378037" y="115570"/>
                    </a:lnTo>
                    <a:lnTo>
                      <a:pt x="364067" y="113030"/>
                    </a:lnTo>
                    <a:lnTo>
                      <a:pt x="379730" y="114300"/>
                    </a:lnTo>
                    <a:lnTo>
                      <a:pt x="396240" y="119803"/>
                    </a:lnTo>
                    <a:lnTo>
                      <a:pt x="401744" y="105833"/>
                    </a:lnTo>
                    <a:lnTo>
                      <a:pt x="386504" y="97790"/>
                    </a:lnTo>
                    <a:lnTo>
                      <a:pt x="401744" y="100330"/>
                    </a:lnTo>
                    <a:lnTo>
                      <a:pt x="417407" y="99060"/>
                    </a:lnTo>
                    <a:lnTo>
                      <a:pt x="403013" y="90593"/>
                    </a:lnTo>
                    <a:lnTo>
                      <a:pt x="387774" y="89323"/>
                    </a:lnTo>
                    <a:lnTo>
                      <a:pt x="373804" y="83820"/>
                    </a:lnTo>
                    <a:lnTo>
                      <a:pt x="389467" y="88053"/>
                    </a:lnTo>
                    <a:lnTo>
                      <a:pt x="405977" y="83820"/>
                    </a:lnTo>
                    <a:lnTo>
                      <a:pt x="419946" y="88053"/>
                    </a:lnTo>
                    <a:lnTo>
                      <a:pt x="433917" y="86360"/>
                    </a:lnTo>
                    <a:lnTo>
                      <a:pt x="439420" y="72390"/>
                    </a:lnTo>
                    <a:lnTo>
                      <a:pt x="424180" y="61383"/>
                    </a:lnTo>
                    <a:lnTo>
                      <a:pt x="408940" y="65617"/>
                    </a:lnTo>
                    <a:lnTo>
                      <a:pt x="393277" y="64347"/>
                    </a:lnTo>
                    <a:lnTo>
                      <a:pt x="378037" y="61383"/>
                    </a:lnTo>
                    <a:lnTo>
                      <a:pt x="393277" y="61383"/>
                    </a:lnTo>
                    <a:lnTo>
                      <a:pt x="408940" y="58420"/>
                    </a:lnTo>
                    <a:lnTo>
                      <a:pt x="424180" y="57150"/>
                    </a:lnTo>
                    <a:lnTo>
                      <a:pt x="438150" y="48683"/>
                    </a:lnTo>
                    <a:lnTo>
                      <a:pt x="422911" y="48683"/>
                    </a:lnTo>
                    <a:lnTo>
                      <a:pt x="407670" y="48683"/>
                    </a:lnTo>
                    <a:lnTo>
                      <a:pt x="392007" y="48683"/>
                    </a:lnTo>
                    <a:lnTo>
                      <a:pt x="407670" y="46143"/>
                    </a:lnTo>
                    <a:lnTo>
                      <a:pt x="421217" y="44450"/>
                    </a:lnTo>
                    <a:lnTo>
                      <a:pt x="438150" y="43180"/>
                    </a:lnTo>
                    <a:lnTo>
                      <a:pt x="453390" y="35137"/>
                    </a:lnTo>
                    <a:lnTo>
                      <a:pt x="438150" y="26670"/>
                    </a:lnTo>
                    <a:lnTo>
                      <a:pt x="424180" y="24977"/>
                    </a:lnTo>
                    <a:lnTo>
                      <a:pt x="407670" y="23707"/>
                    </a:lnTo>
                    <a:lnTo>
                      <a:pt x="393277" y="22437"/>
                    </a:lnTo>
                    <a:lnTo>
                      <a:pt x="378037" y="19473"/>
                    </a:lnTo>
                    <a:lnTo>
                      <a:pt x="362796" y="13970"/>
                    </a:lnTo>
                    <a:lnTo>
                      <a:pt x="347557" y="13970"/>
                    </a:lnTo>
                    <a:lnTo>
                      <a:pt x="331894" y="15240"/>
                    </a:lnTo>
                    <a:lnTo>
                      <a:pt x="316654" y="12700"/>
                    </a:lnTo>
                    <a:lnTo>
                      <a:pt x="301413" y="7197"/>
                    </a:lnTo>
                    <a:lnTo>
                      <a:pt x="287444" y="4233"/>
                    </a:lnTo>
                    <a:lnTo>
                      <a:pt x="272204" y="0"/>
                    </a:lnTo>
                    <a:lnTo>
                      <a:pt x="258233" y="1270"/>
                    </a:lnTo>
                    <a:lnTo>
                      <a:pt x="242994" y="5503"/>
                    </a:lnTo>
                    <a:lnTo>
                      <a:pt x="226061" y="15240"/>
                    </a:lnTo>
                    <a:lnTo>
                      <a:pt x="210820" y="18203"/>
                    </a:lnTo>
                    <a:lnTo>
                      <a:pt x="196850" y="20743"/>
                    </a:lnTo>
                    <a:lnTo>
                      <a:pt x="182880" y="18203"/>
                    </a:lnTo>
                    <a:lnTo>
                      <a:pt x="165947" y="16510"/>
                    </a:lnTo>
                    <a:lnTo>
                      <a:pt x="150707" y="20743"/>
                    </a:lnTo>
                    <a:lnTo>
                      <a:pt x="135467" y="24977"/>
                    </a:lnTo>
                    <a:lnTo>
                      <a:pt x="120227" y="27940"/>
                    </a:lnTo>
                    <a:lnTo>
                      <a:pt x="114724" y="32173"/>
                    </a:lnTo>
                    <a:lnTo>
                      <a:pt x="111760" y="46143"/>
                    </a:lnTo>
                    <a:lnTo>
                      <a:pt x="127000" y="51647"/>
                    </a:lnTo>
                    <a:lnTo>
                      <a:pt x="125730" y="65617"/>
                    </a:lnTo>
                    <a:lnTo>
                      <a:pt x="140970" y="74083"/>
                    </a:lnTo>
                    <a:lnTo>
                      <a:pt x="125730" y="71120"/>
                    </a:lnTo>
                    <a:lnTo>
                      <a:pt x="110490" y="68157"/>
                    </a:lnTo>
                    <a:lnTo>
                      <a:pt x="94827" y="69850"/>
                    </a:lnTo>
                    <a:lnTo>
                      <a:pt x="81280" y="74083"/>
                    </a:lnTo>
                    <a:lnTo>
                      <a:pt x="65617" y="80857"/>
                    </a:lnTo>
                    <a:lnTo>
                      <a:pt x="52917" y="94827"/>
                    </a:lnTo>
                    <a:lnTo>
                      <a:pt x="66887" y="97790"/>
                    </a:lnTo>
                    <a:lnTo>
                      <a:pt x="82550" y="102023"/>
                    </a:lnTo>
                    <a:lnTo>
                      <a:pt x="96097" y="100330"/>
                    </a:lnTo>
                    <a:lnTo>
                      <a:pt x="111760" y="100330"/>
                    </a:lnTo>
                    <a:lnTo>
                      <a:pt x="125730" y="102023"/>
                    </a:lnTo>
                    <a:lnTo>
                      <a:pt x="140970" y="104563"/>
                    </a:lnTo>
                    <a:lnTo>
                      <a:pt x="125730" y="103293"/>
                    </a:lnTo>
                    <a:lnTo>
                      <a:pt x="110490" y="103293"/>
                    </a:lnTo>
                    <a:lnTo>
                      <a:pt x="97790" y="117263"/>
                    </a:lnTo>
                    <a:lnTo>
                      <a:pt x="111760" y="113030"/>
                    </a:lnTo>
                    <a:lnTo>
                      <a:pt x="125730" y="113030"/>
                    </a:lnTo>
                    <a:lnTo>
                      <a:pt x="111760" y="124037"/>
                    </a:lnTo>
                    <a:lnTo>
                      <a:pt x="96097" y="127000"/>
                    </a:lnTo>
                    <a:lnTo>
                      <a:pt x="104564" y="142240"/>
                    </a:lnTo>
                    <a:lnTo>
                      <a:pt x="118533" y="146473"/>
                    </a:lnTo>
                    <a:lnTo>
                      <a:pt x="104564" y="151977"/>
                    </a:lnTo>
                    <a:lnTo>
                      <a:pt x="89324" y="158750"/>
                    </a:lnTo>
                    <a:lnTo>
                      <a:pt x="93557" y="173143"/>
                    </a:lnTo>
                    <a:lnTo>
                      <a:pt x="78317" y="181187"/>
                    </a:lnTo>
                    <a:lnTo>
                      <a:pt x="64347" y="177377"/>
                    </a:lnTo>
                    <a:lnTo>
                      <a:pt x="50377" y="178647"/>
                    </a:lnTo>
                    <a:lnTo>
                      <a:pt x="35137" y="173143"/>
                    </a:lnTo>
                    <a:lnTo>
                      <a:pt x="21167" y="175683"/>
                    </a:lnTo>
                    <a:lnTo>
                      <a:pt x="5927" y="187113"/>
                    </a:lnTo>
                    <a:lnTo>
                      <a:pt x="0" y="201083"/>
                    </a:lnTo>
                    <a:lnTo>
                      <a:pt x="1270" y="216323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39" name="Freeform 2338">
                <a:extLst>
                  <a:ext uri="{FF2B5EF4-FFF2-40B4-BE49-F238E27FC236}">
                    <a16:creationId xmlns:a16="http://schemas.microsoft.com/office/drawing/2014/main" id="{7E90209E-0912-EA4E-B29A-6A1293E5CC4C}"/>
                  </a:ext>
                </a:extLst>
              </p:cNvPr>
              <p:cNvSpPr/>
              <p:nvPr/>
            </p:nvSpPr>
            <p:spPr>
              <a:xfrm>
                <a:off x="11642089" y="469899"/>
                <a:ext cx="62653" cy="15663"/>
              </a:xfrm>
              <a:custGeom>
                <a:avLst/>
                <a:gdLst>
                  <a:gd name="connsiteX0" fmla="*/ 30480 w 62653"/>
                  <a:gd name="connsiteY0" fmla="*/ 0 h 15663"/>
                  <a:gd name="connsiteX1" fmla="*/ 15240 w 62653"/>
                  <a:gd name="connsiteY1" fmla="*/ 4233 h 15663"/>
                  <a:gd name="connsiteX2" fmla="*/ 0 w 62653"/>
                  <a:gd name="connsiteY2" fmla="*/ 11430 h 15663"/>
                  <a:gd name="connsiteX3" fmla="*/ 3810 w 62653"/>
                  <a:gd name="connsiteY3" fmla="*/ 15663 h 15663"/>
                  <a:gd name="connsiteX4" fmla="*/ 19473 w 62653"/>
                  <a:gd name="connsiteY4" fmla="*/ 10160 h 15663"/>
                  <a:gd name="connsiteX5" fmla="*/ 33443 w 62653"/>
                  <a:gd name="connsiteY5" fmla="*/ 7197 h 15663"/>
                  <a:gd name="connsiteX6" fmla="*/ 47414 w 62653"/>
                  <a:gd name="connsiteY6" fmla="*/ 5927 h 15663"/>
                  <a:gd name="connsiteX7" fmla="*/ 62654 w 62653"/>
                  <a:gd name="connsiteY7" fmla="*/ 1693 h 15663"/>
                  <a:gd name="connsiteX8" fmla="*/ 45720 w 62653"/>
                  <a:gd name="connsiteY8" fmla="*/ 0 h 15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653" h="15663">
                    <a:moveTo>
                      <a:pt x="30480" y="0"/>
                    </a:moveTo>
                    <a:lnTo>
                      <a:pt x="15240" y="4233"/>
                    </a:lnTo>
                    <a:lnTo>
                      <a:pt x="0" y="11430"/>
                    </a:lnTo>
                    <a:lnTo>
                      <a:pt x="3810" y="15663"/>
                    </a:lnTo>
                    <a:lnTo>
                      <a:pt x="19473" y="10160"/>
                    </a:lnTo>
                    <a:lnTo>
                      <a:pt x="33443" y="7197"/>
                    </a:lnTo>
                    <a:lnTo>
                      <a:pt x="47414" y="5927"/>
                    </a:lnTo>
                    <a:lnTo>
                      <a:pt x="62654" y="1693"/>
                    </a:lnTo>
                    <a:lnTo>
                      <a:pt x="45720" y="0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0" name="Freeform 2339">
                <a:extLst>
                  <a:ext uri="{FF2B5EF4-FFF2-40B4-BE49-F238E27FC236}">
                    <a16:creationId xmlns:a16="http://schemas.microsoft.com/office/drawing/2014/main" id="{C5C4C26B-E499-C141-931B-1EDD9B1B06B3}"/>
                  </a:ext>
                </a:extLst>
              </p:cNvPr>
              <p:cNvSpPr/>
              <p:nvPr/>
            </p:nvSpPr>
            <p:spPr>
              <a:xfrm>
                <a:off x="13684250" y="-110066"/>
                <a:ext cx="13970" cy="5503"/>
              </a:xfrm>
              <a:custGeom>
                <a:avLst/>
                <a:gdLst>
                  <a:gd name="connsiteX0" fmla="*/ 0 w 13970"/>
                  <a:gd name="connsiteY0" fmla="*/ 0 h 5503"/>
                  <a:gd name="connsiteX1" fmla="*/ 0 w 13970"/>
                  <a:gd name="connsiteY1" fmla="*/ 1270 h 5503"/>
                  <a:gd name="connsiteX2" fmla="*/ 13970 w 13970"/>
                  <a:gd name="connsiteY2" fmla="*/ 5503 h 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5503">
                    <a:moveTo>
                      <a:pt x="0" y="0"/>
                    </a:moveTo>
                    <a:lnTo>
                      <a:pt x="0" y="1270"/>
                    </a:lnTo>
                    <a:lnTo>
                      <a:pt x="13970" y="5503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1" name="Freeform 2340">
                <a:extLst>
                  <a:ext uri="{FF2B5EF4-FFF2-40B4-BE49-F238E27FC236}">
                    <a16:creationId xmlns:a16="http://schemas.microsoft.com/office/drawing/2014/main" id="{0494C820-7F85-8941-90FB-830AD02D0454}"/>
                  </a:ext>
                </a:extLst>
              </p:cNvPr>
              <p:cNvSpPr/>
              <p:nvPr/>
            </p:nvSpPr>
            <p:spPr>
              <a:xfrm>
                <a:off x="13452686" y="-207856"/>
                <a:ext cx="15663" cy="13969"/>
              </a:xfrm>
              <a:custGeom>
                <a:avLst/>
                <a:gdLst>
                  <a:gd name="connsiteX0" fmla="*/ 13970 w 15663"/>
                  <a:gd name="connsiteY0" fmla="*/ 13970 h 13969"/>
                  <a:gd name="connsiteX1" fmla="*/ 15663 w 15663"/>
                  <a:gd name="connsiteY1" fmla="*/ 0 h 13969"/>
                  <a:gd name="connsiteX2" fmla="*/ 0 w 15663"/>
                  <a:gd name="connsiteY2" fmla="*/ 6773 h 13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663" h="13969">
                    <a:moveTo>
                      <a:pt x="13970" y="13970"/>
                    </a:moveTo>
                    <a:lnTo>
                      <a:pt x="15663" y="0"/>
                    </a:lnTo>
                    <a:lnTo>
                      <a:pt x="0" y="6773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2" name="Freeform 2341">
                <a:extLst>
                  <a:ext uri="{FF2B5EF4-FFF2-40B4-BE49-F238E27FC236}">
                    <a16:creationId xmlns:a16="http://schemas.microsoft.com/office/drawing/2014/main" id="{18440DC5-4963-484F-806E-3E80B3B537E3}"/>
                  </a:ext>
                </a:extLst>
              </p:cNvPr>
              <p:cNvSpPr/>
              <p:nvPr/>
            </p:nvSpPr>
            <p:spPr>
              <a:xfrm>
                <a:off x="13329920" y="-223096"/>
                <a:ext cx="189653" cy="65616"/>
              </a:xfrm>
              <a:custGeom>
                <a:avLst/>
                <a:gdLst>
                  <a:gd name="connsiteX0" fmla="*/ 16933 w 189653"/>
                  <a:gd name="connsiteY0" fmla="*/ 31750 h 65616"/>
                  <a:gd name="connsiteX1" fmla="*/ 19473 w 189653"/>
                  <a:gd name="connsiteY1" fmla="*/ 46143 h 65616"/>
                  <a:gd name="connsiteX2" fmla="*/ 16933 w 189653"/>
                  <a:gd name="connsiteY2" fmla="*/ 49953 h 65616"/>
                  <a:gd name="connsiteX3" fmla="*/ 16933 w 189653"/>
                  <a:gd name="connsiteY3" fmla="*/ 63923 h 65616"/>
                  <a:gd name="connsiteX4" fmla="*/ 32173 w 189653"/>
                  <a:gd name="connsiteY4" fmla="*/ 65617 h 65616"/>
                  <a:gd name="connsiteX5" fmla="*/ 36406 w 189653"/>
                  <a:gd name="connsiteY5" fmla="*/ 55457 h 65616"/>
                  <a:gd name="connsiteX6" fmla="*/ 52917 w 189653"/>
                  <a:gd name="connsiteY6" fmla="*/ 62653 h 65616"/>
                  <a:gd name="connsiteX7" fmla="*/ 68580 w 189653"/>
                  <a:gd name="connsiteY7" fmla="*/ 63923 h 65616"/>
                  <a:gd name="connsiteX8" fmla="*/ 85089 w 189653"/>
                  <a:gd name="connsiteY8" fmla="*/ 58420 h 65616"/>
                  <a:gd name="connsiteX9" fmla="*/ 100330 w 189653"/>
                  <a:gd name="connsiteY9" fmla="*/ 54187 h 65616"/>
                  <a:gd name="connsiteX10" fmla="*/ 114300 w 189653"/>
                  <a:gd name="connsiteY10" fmla="*/ 51647 h 65616"/>
                  <a:gd name="connsiteX11" fmla="*/ 129963 w 189653"/>
                  <a:gd name="connsiteY11" fmla="*/ 52917 h 65616"/>
                  <a:gd name="connsiteX12" fmla="*/ 143933 w 189653"/>
                  <a:gd name="connsiteY12" fmla="*/ 51647 h 65616"/>
                  <a:gd name="connsiteX13" fmla="*/ 159173 w 189653"/>
                  <a:gd name="connsiteY13" fmla="*/ 44450 h 65616"/>
                  <a:gd name="connsiteX14" fmla="*/ 174413 w 189653"/>
                  <a:gd name="connsiteY14" fmla="*/ 44450 h 65616"/>
                  <a:gd name="connsiteX15" fmla="*/ 189654 w 189653"/>
                  <a:gd name="connsiteY15" fmla="*/ 41487 h 65616"/>
                  <a:gd name="connsiteX16" fmla="*/ 174413 w 189653"/>
                  <a:gd name="connsiteY16" fmla="*/ 31750 h 65616"/>
                  <a:gd name="connsiteX17" fmla="*/ 159173 w 189653"/>
                  <a:gd name="connsiteY17" fmla="*/ 23707 h 65616"/>
                  <a:gd name="connsiteX18" fmla="*/ 144780 w 189653"/>
                  <a:gd name="connsiteY18" fmla="*/ 34713 h 65616"/>
                  <a:gd name="connsiteX19" fmla="*/ 131233 w 189653"/>
                  <a:gd name="connsiteY19" fmla="*/ 31750 h 65616"/>
                  <a:gd name="connsiteX20" fmla="*/ 115993 w 189653"/>
                  <a:gd name="connsiteY20" fmla="*/ 20743 h 65616"/>
                  <a:gd name="connsiteX21" fmla="*/ 124037 w 189653"/>
                  <a:gd name="connsiteY21" fmla="*/ 6773 h 65616"/>
                  <a:gd name="connsiteX22" fmla="*/ 107526 w 189653"/>
                  <a:gd name="connsiteY22" fmla="*/ 3810 h 65616"/>
                  <a:gd name="connsiteX23" fmla="*/ 90593 w 189653"/>
                  <a:gd name="connsiteY23" fmla="*/ 0 h 65616"/>
                  <a:gd name="connsiteX24" fmla="*/ 75354 w 189653"/>
                  <a:gd name="connsiteY24" fmla="*/ 0 h 65616"/>
                  <a:gd name="connsiteX25" fmla="*/ 60113 w 189653"/>
                  <a:gd name="connsiteY25" fmla="*/ 1270 h 65616"/>
                  <a:gd name="connsiteX26" fmla="*/ 44873 w 189653"/>
                  <a:gd name="connsiteY26" fmla="*/ 2540 h 65616"/>
                  <a:gd name="connsiteX27" fmla="*/ 29210 w 189653"/>
                  <a:gd name="connsiteY27" fmla="*/ 3810 h 65616"/>
                  <a:gd name="connsiteX28" fmla="*/ 15239 w 189653"/>
                  <a:gd name="connsiteY28" fmla="*/ 6773 h 65616"/>
                  <a:gd name="connsiteX29" fmla="*/ 0 w 189653"/>
                  <a:gd name="connsiteY29" fmla="*/ 12277 h 65616"/>
                  <a:gd name="connsiteX30" fmla="*/ 6773 w 189653"/>
                  <a:gd name="connsiteY30" fmla="*/ 23707 h 65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89653" h="65616">
                    <a:moveTo>
                      <a:pt x="16933" y="31750"/>
                    </a:moveTo>
                    <a:lnTo>
                      <a:pt x="19473" y="46143"/>
                    </a:lnTo>
                    <a:lnTo>
                      <a:pt x="16933" y="49953"/>
                    </a:lnTo>
                    <a:lnTo>
                      <a:pt x="16933" y="63923"/>
                    </a:lnTo>
                    <a:lnTo>
                      <a:pt x="32173" y="65617"/>
                    </a:lnTo>
                    <a:lnTo>
                      <a:pt x="36406" y="55457"/>
                    </a:lnTo>
                    <a:lnTo>
                      <a:pt x="52917" y="62653"/>
                    </a:lnTo>
                    <a:lnTo>
                      <a:pt x="68580" y="63923"/>
                    </a:lnTo>
                    <a:lnTo>
                      <a:pt x="85089" y="58420"/>
                    </a:lnTo>
                    <a:lnTo>
                      <a:pt x="100330" y="54187"/>
                    </a:lnTo>
                    <a:lnTo>
                      <a:pt x="114300" y="51647"/>
                    </a:lnTo>
                    <a:lnTo>
                      <a:pt x="129963" y="52917"/>
                    </a:lnTo>
                    <a:lnTo>
                      <a:pt x="143933" y="51647"/>
                    </a:lnTo>
                    <a:lnTo>
                      <a:pt x="159173" y="44450"/>
                    </a:lnTo>
                    <a:lnTo>
                      <a:pt x="174413" y="44450"/>
                    </a:lnTo>
                    <a:lnTo>
                      <a:pt x="189654" y="41487"/>
                    </a:lnTo>
                    <a:lnTo>
                      <a:pt x="174413" y="31750"/>
                    </a:lnTo>
                    <a:lnTo>
                      <a:pt x="159173" y="23707"/>
                    </a:lnTo>
                    <a:lnTo>
                      <a:pt x="144780" y="34713"/>
                    </a:lnTo>
                    <a:lnTo>
                      <a:pt x="131233" y="31750"/>
                    </a:lnTo>
                    <a:lnTo>
                      <a:pt x="115993" y="20743"/>
                    </a:lnTo>
                    <a:lnTo>
                      <a:pt x="124037" y="6773"/>
                    </a:lnTo>
                    <a:lnTo>
                      <a:pt x="107526" y="3810"/>
                    </a:lnTo>
                    <a:lnTo>
                      <a:pt x="90593" y="0"/>
                    </a:lnTo>
                    <a:lnTo>
                      <a:pt x="75354" y="0"/>
                    </a:lnTo>
                    <a:lnTo>
                      <a:pt x="60113" y="1270"/>
                    </a:lnTo>
                    <a:lnTo>
                      <a:pt x="44873" y="2540"/>
                    </a:lnTo>
                    <a:lnTo>
                      <a:pt x="29210" y="3810"/>
                    </a:lnTo>
                    <a:lnTo>
                      <a:pt x="15239" y="6773"/>
                    </a:lnTo>
                    <a:lnTo>
                      <a:pt x="0" y="12277"/>
                    </a:lnTo>
                    <a:lnTo>
                      <a:pt x="6773" y="23707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3" name="Freeform 2342">
                <a:extLst>
                  <a:ext uri="{FF2B5EF4-FFF2-40B4-BE49-F238E27FC236}">
                    <a16:creationId xmlns:a16="http://schemas.microsoft.com/office/drawing/2014/main" id="{8A6774E4-1E7D-DB4C-856B-4CFA47F8B656}"/>
                  </a:ext>
                </a:extLst>
              </p:cNvPr>
              <p:cNvSpPr/>
              <p:nvPr/>
            </p:nvSpPr>
            <p:spPr>
              <a:xfrm>
                <a:off x="12138659" y="-337820"/>
                <a:ext cx="13970" cy="1693"/>
              </a:xfrm>
              <a:custGeom>
                <a:avLst/>
                <a:gdLst>
                  <a:gd name="connsiteX0" fmla="*/ 0 w 13970"/>
                  <a:gd name="connsiteY0" fmla="*/ 1693 h 1693"/>
                  <a:gd name="connsiteX1" fmla="*/ 13970 w 13970"/>
                  <a:gd name="connsiteY1" fmla="*/ 1693 h 1693"/>
                  <a:gd name="connsiteX2" fmla="*/ 0 w 13970"/>
                  <a:gd name="connsiteY2" fmla="*/ 0 h 1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1693">
                    <a:moveTo>
                      <a:pt x="0" y="1693"/>
                    </a:moveTo>
                    <a:lnTo>
                      <a:pt x="13970" y="169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4" name="Freeform 2343">
                <a:extLst>
                  <a:ext uri="{FF2B5EF4-FFF2-40B4-BE49-F238E27FC236}">
                    <a16:creationId xmlns:a16="http://schemas.microsoft.com/office/drawing/2014/main" id="{119F97B1-C981-874B-BC9B-36D4DDD9C387}"/>
                  </a:ext>
                </a:extLst>
              </p:cNvPr>
              <p:cNvSpPr/>
              <p:nvPr/>
            </p:nvSpPr>
            <p:spPr>
              <a:xfrm>
                <a:off x="13780346" y="-173143"/>
                <a:ext cx="74083" cy="37676"/>
              </a:xfrm>
              <a:custGeom>
                <a:avLst/>
                <a:gdLst>
                  <a:gd name="connsiteX0" fmla="*/ 29633 w 74083"/>
                  <a:gd name="connsiteY0" fmla="*/ 25400 h 37676"/>
                  <a:gd name="connsiteX1" fmla="*/ 44874 w 74083"/>
                  <a:gd name="connsiteY1" fmla="*/ 30903 h 37676"/>
                  <a:gd name="connsiteX2" fmla="*/ 60113 w 74083"/>
                  <a:gd name="connsiteY2" fmla="*/ 33443 h 37676"/>
                  <a:gd name="connsiteX3" fmla="*/ 74083 w 74083"/>
                  <a:gd name="connsiteY3" fmla="*/ 37677 h 37676"/>
                  <a:gd name="connsiteX4" fmla="*/ 63077 w 74083"/>
                  <a:gd name="connsiteY4" fmla="*/ 22437 h 37676"/>
                  <a:gd name="connsiteX5" fmla="*/ 58844 w 74083"/>
                  <a:gd name="connsiteY5" fmla="*/ 8467 h 37676"/>
                  <a:gd name="connsiteX6" fmla="*/ 74083 w 74083"/>
                  <a:gd name="connsiteY6" fmla="*/ 5503 h 37676"/>
                  <a:gd name="connsiteX7" fmla="*/ 58844 w 74083"/>
                  <a:gd name="connsiteY7" fmla="*/ 4233 h 37676"/>
                  <a:gd name="connsiteX8" fmla="*/ 44874 w 74083"/>
                  <a:gd name="connsiteY8" fmla="*/ 2963 h 37676"/>
                  <a:gd name="connsiteX9" fmla="*/ 29633 w 74083"/>
                  <a:gd name="connsiteY9" fmla="*/ 0 h 37676"/>
                  <a:gd name="connsiteX10" fmla="*/ 15240 w 74083"/>
                  <a:gd name="connsiteY10" fmla="*/ 1693 h 37676"/>
                  <a:gd name="connsiteX11" fmla="*/ 0 w 74083"/>
                  <a:gd name="connsiteY11" fmla="*/ 13970 h 37676"/>
                  <a:gd name="connsiteX12" fmla="*/ 0 w 74083"/>
                  <a:gd name="connsiteY12" fmla="*/ 15663 h 37676"/>
                  <a:gd name="connsiteX13" fmla="*/ 15240 w 74083"/>
                  <a:gd name="connsiteY13" fmla="*/ 22437 h 37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083" h="37676">
                    <a:moveTo>
                      <a:pt x="29633" y="25400"/>
                    </a:moveTo>
                    <a:lnTo>
                      <a:pt x="44874" y="30903"/>
                    </a:lnTo>
                    <a:lnTo>
                      <a:pt x="60113" y="33443"/>
                    </a:lnTo>
                    <a:lnTo>
                      <a:pt x="74083" y="37677"/>
                    </a:lnTo>
                    <a:lnTo>
                      <a:pt x="63077" y="22437"/>
                    </a:lnTo>
                    <a:lnTo>
                      <a:pt x="58844" y="8467"/>
                    </a:lnTo>
                    <a:lnTo>
                      <a:pt x="74083" y="5503"/>
                    </a:lnTo>
                    <a:lnTo>
                      <a:pt x="58844" y="4233"/>
                    </a:lnTo>
                    <a:lnTo>
                      <a:pt x="44874" y="2963"/>
                    </a:lnTo>
                    <a:lnTo>
                      <a:pt x="29633" y="0"/>
                    </a:lnTo>
                    <a:lnTo>
                      <a:pt x="15240" y="1693"/>
                    </a:lnTo>
                    <a:lnTo>
                      <a:pt x="0" y="13970"/>
                    </a:lnTo>
                    <a:lnTo>
                      <a:pt x="0" y="15663"/>
                    </a:lnTo>
                    <a:lnTo>
                      <a:pt x="15240" y="22437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5" name="Freeform 2344">
                <a:extLst>
                  <a:ext uri="{FF2B5EF4-FFF2-40B4-BE49-F238E27FC236}">
                    <a16:creationId xmlns:a16="http://schemas.microsoft.com/office/drawing/2014/main" id="{3D973EB1-D273-0145-8A58-63E38F210591}"/>
                  </a:ext>
                </a:extLst>
              </p:cNvPr>
              <p:cNvSpPr/>
              <p:nvPr/>
            </p:nvSpPr>
            <p:spPr>
              <a:xfrm>
                <a:off x="12356253" y="192616"/>
                <a:ext cx="248072" cy="107103"/>
              </a:xfrm>
              <a:custGeom>
                <a:avLst/>
                <a:gdLst>
                  <a:gd name="connsiteX0" fmla="*/ 32173 w 248072"/>
                  <a:gd name="connsiteY0" fmla="*/ 27940 h 107103"/>
                  <a:gd name="connsiteX1" fmla="*/ 16510 w 248072"/>
                  <a:gd name="connsiteY1" fmla="*/ 29210 h 107103"/>
                  <a:gd name="connsiteX2" fmla="*/ 1270 w 248072"/>
                  <a:gd name="connsiteY2" fmla="*/ 26247 h 107103"/>
                  <a:gd name="connsiteX3" fmla="*/ 13970 w 248072"/>
                  <a:gd name="connsiteY3" fmla="*/ 40217 h 107103"/>
                  <a:gd name="connsiteX4" fmla="*/ 24976 w 248072"/>
                  <a:gd name="connsiteY4" fmla="*/ 54187 h 107103"/>
                  <a:gd name="connsiteX5" fmla="*/ 40639 w 248072"/>
                  <a:gd name="connsiteY5" fmla="*/ 62653 h 107103"/>
                  <a:gd name="connsiteX6" fmla="*/ 41910 w 248072"/>
                  <a:gd name="connsiteY6" fmla="*/ 63923 h 107103"/>
                  <a:gd name="connsiteX7" fmla="*/ 57150 w 248072"/>
                  <a:gd name="connsiteY7" fmla="*/ 71120 h 107103"/>
                  <a:gd name="connsiteX8" fmla="*/ 72389 w 248072"/>
                  <a:gd name="connsiteY8" fmla="*/ 76623 h 107103"/>
                  <a:gd name="connsiteX9" fmla="*/ 87630 w 248072"/>
                  <a:gd name="connsiteY9" fmla="*/ 85090 h 107103"/>
                  <a:gd name="connsiteX10" fmla="*/ 72389 w 248072"/>
                  <a:gd name="connsiteY10" fmla="*/ 73660 h 107103"/>
                  <a:gd name="connsiteX11" fmla="*/ 87630 w 248072"/>
                  <a:gd name="connsiteY11" fmla="*/ 75353 h 107103"/>
                  <a:gd name="connsiteX12" fmla="*/ 103293 w 248072"/>
                  <a:gd name="connsiteY12" fmla="*/ 77893 h 107103"/>
                  <a:gd name="connsiteX13" fmla="*/ 118533 w 248072"/>
                  <a:gd name="connsiteY13" fmla="*/ 79163 h 107103"/>
                  <a:gd name="connsiteX14" fmla="*/ 132504 w 248072"/>
                  <a:gd name="connsiteY14" fmla="*/ 83397 h 107103"/>
                  <a:gd name="connsiteX15" fmla="*/ 149437 w 248072"/>
                  <a:gd name="connsiteY15" fmla="*/ 88900 h 107103"/>
                  <a:gd name="connsiteX16" fmla="*/ 153246 w 248072"/>
                  <a:gd name="connsiteY16" fmla="*/ 102870 h 107103"/>
                  <a:gd name="connsiteX17" fmla="*/ 168910 w 248072"/>
                  <a:gd name="connsiteY17" fmla="*/ 105833 h 107103"/>
                  <a:gd name="connsiteX18" fmla="*/ 182880 w 248072"/>
                  <a:gd name="connsiteY18" fmla="*/ 107103 h 107103"/>
                  <a:gd name="connsiteX19" fmla="*/ 196426 w 248072"/>
                  <a:gd name="connsiteY19" fmla="*/ 104563 h 107103"/>
                  <a:gd name="connsiteX20" fmla="*/ 198120 w 248072"/>
                  <a:gd name="connsiteY20" fmla="*/ 102870 h 107103"/>
                  <a:gd name="connsiteX21" fmla="*/ 212089 w 248072"/>
                  <a:gd name="connsiteY21" fmla="*/ 105833 h 107103"/>
                  <a:gd name="connsiteX22" fmla="*/ 227330 w 248072"/>
                  <a:gd name="connsiteY22" fmla="*/ 107103 h 107103"/>
                  <a:gd name="connsiteX23" fmla="*/ 242570 w 248072"/>
                  <a:gd name="connsiteY23" fmla="*/ 102870 h 107103"/>
                  <a:gd name="connsiteX24" fmla="*/ 248073 w 248072"/>
                  <a:gd name="connsiteY24" fmla="*/ 88900 h 107103"/>
                  <a:gd name="connsiteX25" fmla="*/ 234526 w 248072"/>
                  <a:gd name="connsiteY25" fmla="*/ 73660 h 107103"/>
                  <a:gd name="connsiteX26" fmla="*/ 218863 w 248072"/>
                  <a:gd name="connsiteY26" fmla="*/ 71120 h 107103"/>
                  <a:gd name="connsiteX27" fmla="*/ 206587 w 248072"/>
                  <a:gd name="connsiteY27" fmla="*/ 63923 h 107103"/>
                  <a:gd name="connsiteX28" fmla="*/ 192617 w 248072"/>
                  <a:gd name="connsiteY28" fmla="*/ 58420 h 107103"/>
                  <a:gd name="connsiteX29" fmla="*/ 178646 w 248072"/>
                  <a:gd name="connsiteY29" fmla="*/ 49953 h 107103"/>
                  <a:gd name="connsiteX30" fmla="*/ 174413 w 248072"/>
                  <a:gd name="connsiteY30" fmla="*/ 49953 h 107103"/>
                  <a:gd name="connsiteX31" fmla="*/ 160443 w 248072"/>
                  <a:gd name="connsiteY31" fmla="*/ 48683 h 107103"/>
                  <a:gd name="connsiteX32" fmla="*/ 145204 w 248072"/>
                  <a:gd name="connsiteY32" fmla="*/ 40217 h 107103"/>
                  <a:gd name="connsiteX33" fmla="*/ 129539 w 248072"/>
                  <a:gd name="connsiteY33" fmla="*/ 35983 h 107103"/>
                  <a:gd name="connsiteX34" fmla="*/ 115993 w 248072"/>
                  <a:gd name="connsiteY34" fmla="*/ 29210 h 107103"/>
                  <a:gd name="connsiteX35" fmla="*/ 101600 w 248072"/>
                  <a:gd name="connsiteY35" fmla="*/ 23707 h 107103"/>
                  <a:gd name="connsiteX36" fmla="*/ 86360 w 248072"/>
                  <a:gd name="connsiteY36" fmla="*/ 13970 h 107103"/>
                  <a:gd name="connsiteX37" fmla="*/ 71120 w 248072"/>
                  <a:gd name="connsiteY37" fmla="*/ 8043 h 107103"/>
                  <a:gd name="connsiteX38" fmla="*/ 57150 w 248072"/>
                  <a:gd name="connsiteY38" fmla="*/ 3810 h 107103"/>
                  <a:gd name="connsiteX39" fmla="*/ 41910 w 248072"/>
                  <a:gd name="connsiteY39" fmla="*/ 0 h 107103"/>
                  <a:gd name="connsiteX40" fmla="*/ 27517 w 248072"/>
                  <a:gd name="connsiteY40" fmla="*/ 3810 h 107103"/>
                  <a:gd name="connsiteX41" fmla="*/ 15239 w 248072"/>
                  <a:gd name="connsiteY41" fmla="*/ 17780 h 107103"/>
                  <a:gd name="connsiteX42" fmla="*/ 0 w 248072"/>
                  <a:gd name="connsiteY42" fmla="*/ 16510 h 107103"/>
                  <a:gd name="connsiteX43" fmla="*/ 15239 w 248072"/>
                  <a:gd name="connsiteY43" fmla="*/ 22013 h 107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248072" h="107103">
                    <a:moveTo>
                      <a:pt x="32173" y="27940"/>
                    </a:moveTo>
                    <a:lnTo>
                      <a:pt x="16510" y="29210"/>
                    </a:lnTo>
                    <a:lnTo>
                      <a:pt x="1270" y="26247"/>
                    </a:lnTo>
                    <a:lnTo>
                      <a:pt x="13970" y="40217"/>
                    </a:lnTo>
                    <a:lnTo>
                      <a:pt x="24976" y="54187"/>
                    </a:lnTo>
                    <a:lnTo>
                      <a:pt x="40639" y="62653"/>
                    </a:lnTo>
                    <a:lnTo>
                      <a:pt x="41910" y="63923"/>
                    </a:lnTo>
                    <a:lnTo>
                      <a:pt x="57150" y="71120"/>
                    </a:lnTo>
                    <a:lnTo>
                      <a:pt x="72389" y="76623"/>
                    </a:lnTo>
                    <a:lnTo>
                      <a:pt x="87630" y="85090"/>
                    </a:lnTo>
                    <a:lnTo>
                      <a:pt x="72389" y="73660"/>
                    </a:lnTo>
                    <a:lnTo>
                      <a:pt x="87630" y="75353"/>
                    </a:lnTo>
                    <a:lnTo>
                      <a:pt x="103293" y="77893"/>
                    </a:lnTo>
                    <a:lnTo>
                      <a:pt x="118533" y="79163"/>
                    </a:lnTo>
                    <a:lnTo>
                      <a:pt x="132504" y="83397"/>
                    </a:lnTo>
                    <a:lnTo>
                      <a:pt x="149437" y="88900"/>
                    </a:lnTo>
                    <a:lnTo>
                      <a:pt x="153246" y="102870"/>
                    </a:lnTo>
                    <a:lnTo>
                      <a:pt x="168910" y="105833"/>
                    </a:lnTo>
                    <a:lnTo>
                      <a:pt x="182880" y="107103"/>
                    </a:lnTo>
                    <a:lnTo>
                      <a:pt x="196426" y="104563"/>
                    </a:lnTo>
                    <a:lnTo>
                      <a:pt x="198120" y="102870"/>
                    </a:lnTo>
                    <a:lnTo>
                      <a:pt x="212089" y="105833"/>
                    </a:lnTo>
                    <a:lnTo>
                      <a:pt x="227330" y="107103"/>
                    </a:lnTo>
                    <a:lnTo>
                      <a:pt x="242570" y="102870"/>
                    </a:lnTo>
                    <a:lnTo>
                      <a:pt x="248073" y="88900"/>
                    </a:lnTo>
                    <a:lnTo>
                      <a:pt x="234526" y="73660"/>
                    </a:lnTo>
                    <a:lnTo>
                      <a:pt x="218863" y="71120"/>
                    </a:lnTo>
                    <a:lnTo>
                      <a:pt x="206587" y="63923"/>
                    </a:lnTo>
                    <a:lnTo>
                      <a:pt x="192617" y="58420"/>
                    </a:lnTo>
                    <a:lnTo>
                      <a:pt x="178646" y="49953"/>
                    </a:lnTo>
                    <a:lnTo>
                      <a:pt x="174413" y="49953"/>
                    </a:lnTo>
                    <a:lnTo>
                      <a:pt x="160443" y="48683"/>
                    </a:lnTo>
                    <a:lnTo>
                      <a:pt x="145204" y="40217"/>
                    </a:lnTo>
                    <a:lnTo>
                      <a:pt x="129539" y="35983"/>
                    </a:lnTo>
                    <a:lnTo>
                      <a:pt x="115993" y="29210"/>
                    </a:lnTo>
                    <a:lnTo>
                      <a:pt x="101600" y="23707"/>
                    </a:lnTo>
                    <a:lnTo>
                      <a:pt x="86360" y="13970"/>
                    </a:lnTo>
                    <a:lnTo>
                      <a:pt x="71120" y="8043"/>
                    </a:lnTo>
                    <a:lnTo>
                      <a:pt x="57150" y="3810"/>
                    </a:lnTo>
                    <a:lnTo>
                      <a:pt x="41910" y="0"/>
                    </a:lnTo>
                    <a:lnTo>
                      <a:pt x="27517" y="3810"/>
                    </a:lnTo>
                    <a:lnTo>
                      <a:pt x="15239" y="17780"/>
                    </a:lnTo>
                    <a:lnTo>
                      <a:pt x="0" y="16510"/>
                    </a:lnTo>
                    <a:lnTo>
                      <a:pt x="15239" y="22013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6" name="Freeform 2345">
                <a:extLst>
                  <a:ext uri="{FF2B5EF4-FFF2-40B4-BE49-F238E27FC236}">
                    <a16:creationId xmlns:a16="http://schemas.microsoft.com/office/drawing/2014/main" id="{A4D00CB6-7D5E-CE45-9CE1-EDC57EAE98DF}"/>
                  </a:ext>
                </a:extLst>
              </p:cNvPr>
              <p:cNvSpPr/>
              <p:nvPr/>
            </p:nvSpPr>
            <p:spPr>
              <a:xfrm>
                <a:off x="12321116" y="425449"/>
                <a:ext cx="58842" cy="11006"/>
              </a:xfrm>
              <a:custGeom>
                <a:avLst/>
                <a:gdLst>
                  <a:gd name="connsiteX0" fmla="*/ 29210 w 58842"/>
                  <a:gd name="connsiteY0" fmla="*/ 5503 h 11006"/>
                  <a:gd name="connsiteX1" fmla="*/ 44874 w 58842"/>
                  <a:gd name="connsiteY1" fmla="*/ 6773 h 11006"/>
                  <a:gd name="connsiteX2" fmla="*/ 58843 w 58842"/>
                  <a:gd name="connsiteY2" fmla="*/ 0 h 11006"/>
                  <a:gd name="connsiteX3" fmla="*/ 43604 w 58842"/>
                  <a:gd name="connsiteY3" fmla="*/ 2963 h 11006"/>
                  <a:gd name="connsiteX4" fmla="*/ 27940 w 58842"/>
                  <a:gd name="connsiteY4" fmla="*/ 2963 h 11006"/>
                  <a:gd name="connsiteX5" fmla="*/ 13970 w 58842"/>
                  <a:gd name="connsiteY5" fmla="*/ 4233 h 11006"/>
                  <a:gd name="connsiteX6" fmla="*/ 0 w 58842"/>
                  <a:gd name="connsiteY6" fmla="*/ 6773 h 11006"/>
                  <a:gd name="connsiteX7" fmla="*/ 0 w 58842"/>
                  <a:gd name="connsiteY7" fmla="*/ 11007 h 11006"/>
                  <a:gd name="connsiteX8" fmla="*/ 13970 w 58842"/>
                  <a:gd name="connsiteY8" fmla="*/ 8467 h 1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42" h="11006">
                    <a:moveTo>
                      <a:pt x="29210" y="5503"/>
                    </a:moveTo>
                    <a:lnTo>
                      <a:pt x="44874" y="6773"/>
                    </a:lnTo>
                    <a:lnTo>
                      <a:pt x="58843" y="0"/>
                    </a:lnTo>
                    <a:lnTo>
                      <a:pt x="43604" y="2963"/>
                    </a:lnTo>
                    <a:lnTo>
                      <a:pt x="27940" y="2963"/>
                    </a:lnTo>
                    <a:lnTo>
                      <a:pt x="13970" y="4233"/>
                    </a:lnTo>
                    <a:lnTo>
                      <a:pt x="0" y="6773"/>
                    </a:lnTo>
                    <a:lnTo>
                      <a:pt x="0" y="11007"/>
                    </a:lnTo>
                    <a:lnTo>
                      <a:pt x="13970" y="8467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7" name="Freeform 2346">
                <a:extLst>
                  <a:ext uri="{FF2B5EF4-FFF2-40B4-BE49-F238E27FC236}">
                    <a16:creationId xmlns:a16="http://schemas.microsoft.com/office/drawing/2014/main" id="{73B26CA0-3788-5C49-94E3-1A9716CBB5B1}"/>
                  </a:ext>
                </a:extLst>
              </p:cNvPr>
              <p:cNvSpPr/>
              <p:nvPr/>
            </p:nvSpPr>
            <p:spPr>
              <a:xfrm>
                <a:off x="12451079" y="350096"/>
                <a:ext cx="58420" cy="27940"/>
              </a:xfrm>
              <a:custGeom>
                <a:avLst/>
                <a:gdLst>
                  <a:gd name="connsiteX0" fmla="*/ 30480 w 58420"/>
                  <a:gd name="connsiteY0" fmla="*/ 9737 h 27940"/>
                  <a:gd name="connsiteX1" fmla="*/ 15240 w 58420"/>
                  <a:gd name="connsiteY1" fmla="*/ 5503 h 27940"/>
                  <a:gd name="connsiteX2" fmla="*/ 0 w 58420"/>
                  <a:gd name="connsiteY2" fmla="*/ 0 h 27940"/>
                  <a:gd name="connsiteX3" fmla="*/ 15240 w 58420"/>
                  <a:gd name="connsiteY3" fmla="*/ 8467 h 27940"/>
                  <a:gd name="connsiteX4" fmla="*/ 30480 w 58420"/>
                  <a:gd name="connsiteY4" fmla="*/ 12700 h 27940"/>
                  <a:gd name="connsiteX5" fmla="*/ 44450 w 58420"/>
                  <a:gd name="connsiteY5" fmla="*/ 22437 h 27940"/>
                  <a:gd name="connsiteX6" fmla="*/ 58420 w 58420"/>
                  <a:gd name="connsiteY6" fmla="*/ 27940 h 27940"/>
                  <a:gd name="connsiteX7" fmla="*/ 44450 w 58420"/>
                  <a:gd name="connsiteY7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8420" h="27940">
                    <a:moveTo>
                      <a:pt x="30480" y="9737"/>
                    </a:moveTo>
                    <a:lnTo>
                      <a:pt x="15240" y="5503"/>
                    </a:lnTo>
                    <a:lnTo>
                      <a:pt x="0" y="0"/>
                    </a:lnTo>
                    <a:lnTo>
                      <a:pt x="15240" y="8467"/>
                    </a:lnTo>
                    <a:lnTo>
                      <a:pt x="30480" y="12700"/>
                    </a:lnTo>
                    <a:lnTo>
                      <a:pt x="44450" y="22437"/>
                    </a:lnTo>
                    <a:lnTo>
                      <a:pt x="58420" y="27940"/>
                    </a:lnTo>
                    <a:lnTo>
                      <a:pt x="44450" y="13970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8" name="Freeform 2347">
                <a:extLst>
                  <a:ext uri="{FF2B5EF4-FFF2-40B4-BE49-F238E27FC236}">
                    <a16:creationId xmlns:a16="http://schemas.microsoft.com/office/drawing/2014/main" id="{2BAD4557-C34D-AF42-B5D2-7B3DFA997B8D}"/>
                  </a:ext>
                </a:extLst>
              </p:cNvPr>
              <p:cNvSpPr/>
              <p:nvPr/>
            </p:nvSpPr>
            <p:spPr>
              <a:xfrm>
                <a:off x="10615083" y="979170"/>
                <a:ext cx="11429" cy="15239"/>
              </a:xfrm>
              <a:custGeom>
                <a:avLst/>
                <a:gdLst>
                  <a:gd name="connsiteX0" fmla="*/ 2963 w 11429"/>
                  <a:gd name="connsiteY0" fmla="*/ 0 h 15239"/>
                  <a:gd name="connsiteX1" fmla="*/ 0 w 11429"/>
                  <a:gd name="connsiteY1" fmla="*/ 1270 h 15239"/>
                  <a:gd name="connsiteX2" fmla="*/ 11430 w 11429"/>
                  <a:gd name="connsiteY2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9" h="15239">
                    <a:moveTo>
                      <a:pt x="2963" y="0"/>
                    </a:moveTo>
                    <a:lnTo>
                      <a:pt x="0" y="1270"/>
                    </a:lnTo>
                    <a:lnTo>
                      <a:pt x="11430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9" name="Freeform 2348">
                <a:extLst>
                  <a:ext uri="{FF2B5EF4-FFF2-40B4-BE49-F238E27FC236}">
                    <a16:creationId xmlns:a16="http://schemas.microsoft.com/office/drawing/2014/main" id="{4C69675B-DE72-504A-B350-0E9C055F1917}"/>
                  </a:ext>
                </a:extLst>
              </p:cNvPr>
              <p:cNvSpPr/>
              <p:nvPr/>
            </p:nvSpPr>
            <p:spPr>
              <a:xfrm>
                <a:off x="10598573" y="1010073"/>
                <a:ext cx="1270" cy="2539"/>
              </a:xfrm>
              <a:custGeom>
                <a:avLst/>
                <a:gdLst>
                  <a:gd name="connsiteX0" fmla="*/ 0 w 1270"/>
                  <a:gd name="connsiteY0" fmla="*/ 0 h 2539"/>
                  <a:gd name="connsiteX1" fmla="*/ 1270 w 1270"/>
                  <a:gd name="connsiteY1" fmla="*/ 2540 h 2539"/>
                  <a:gd name="connsiteX2" fmla="*/ 1270 w 1270"/>
                  <a:gd name="connsiteY2" fmla="*/ 1270 h 2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" h="2539">
                    <a:moveTo>
                      <a:pt x="0" y="0"/>
                    </a:moveTo>
                    <a:lnTo>
                      <a:pt x="1270" y="2540"/>
                    </a:lnTo>
                    <a:lnTo>
                      <a:pt x="1270" y="1270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0" name="Freeform 2349">
                <a:extLst>
                  <a:ext uri="{FF2B5EF4-FFF2-40B4-BE49-F238E27FC236}">
                    <a16:creationId xmlns:a16="http://schemas.microsoft.com/office/drawing/2014/main" id="{40D16F0B-8266-1242-96FD-FF32CCDCF840}"/>
                  </a:ext>
                </a:extLst>
              </p:cNvPr>
              <p:cNvSpPr/>
              <p:nvPr/>
            </p:nvSpPr>
            <p:spPr>
              <a:xfrm>
                <a:off x="11975253" y="491066"/>
                <a:ext cx="13970" cy="5503"/>
              </a:xfrm>
              <a:custGeom>
                <a:avLst/>
                <a:gdLst>
                  <a:gd name="connsiteX0" fmla="*/ 0 w 13970"/>
                  <a:gd name="connsiteY0" fmla="*/ 5503 h 5503"/>
                  <a:gd name="connsiteX1" fmla="*/ 13970 w 13970"/>
                  <a:gd name="connsiteY1" fmla="*/ 0 h 5503"/>
                  <a:gd name="connsiteX2" fmla="*/ 0 w 13970"/>
                  <a:gd name="connsiteY2" fmla="*/ 4233 h 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5503">
                    <a:moveTo>
                      <a:pt x="0" y="5503"/>
                    </a:moveTo>
                    <a:lnTo>
                      <a:pt x="13970" y="0"/>
                    </a:lnTo>
                    <a:lnTo>
                      <a:pt x="0" y="4233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1" name="Freeform 2350">
                <a:extLst>
                  <a:ext uri="{FF2B5EF4-FFF2-40B4-BE49-F238E27FC236}">
                    <a16:creationId xmlns:a16="http://schemas.microsoft.com/office/drawing/2014/main" id="{4D2318CA-D13B-7348-8385-13B96C1657F5}"/>
                  </a:ext>
                </a:extLst>
              </p:cNvPr>
              <p:cNvSpPr/>
              <p:nvPr/>
            </p:nvSpPr>
            <p:spPr>
              <a:xfrm>
                <a:off x="10602806" y="1011343"/>
                <a:ext cx="57149" cy="29210"/>
              </a:xfrm>
              <a:custGeom>
                <a:avLst/>
                <a:gdLst>
                  <a:gd name="connsiteX0" fmla="*/ 0 w 57149"/>
                  <a:gd name="connsiteY0" fmla="*/ 13970 h 29210"/>
                  <a:gd name="connsiteX1" fmla="*/ 13970 w 57149"/>
                  <a:gd name="connsiteY1" fmla="*/ 18203 h 29210"/>
                  <a:gd name="connsiteX2" fmla="*/ 27517 w 57149"/>
                  <a:gd name="connsiteY2" fmla="*/ 24977 h 29210"/>
                  <a:gd name="connsiteX3" fmla="*/ 41487 w 57149"/>
                  <a:gd name="connsiteY3" fmla="*/ 24977 h 29210"/>
                  <a:gd name="connsiteX4" fmla="*/ 57150 w 57149"/>
                  <a:gd name="connsiteY4" fmla="*/ 29210 h 29210"/>
                  <a:gd name="connsiteX5" fmla="*/ 47414 w 57149"/>
                  <a:gd name="connsiteY5" fmla="*/ 15240 h 29210"/>
                  <a:gd name="connsiteX6" fmla="*/ 36407 w 57149"/>
                  <a:gd name="connsiteY6" fmla="*/ 0 h 29210"/>
                  <a:gd name="connsiteX7" fmla="*/ 20743 w 57149"/>
                  <a:gd name="connsiteY7" fmla="*/ 4233 h 29210"/>
                  <a:gd name="connsiteX8" fmla="*/ 29210 w 57149"/>
                  <a:gd name="connsiteY8" fmla="*/ 18203 h 29210"/>
                  <a:gd name="connsiteX9" fmla="*/ 15240 w 57149"/>
                  <a:gd name="connsiteY9" fmla="*/ 12700 h 29210"/>
                  <a:gd name="connsiteX10" fmla="*/ 0 w 57149"/>
                  <a:gd name="connsiteY10" fmla="*/ 9737 h 29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7149" h="29210">
                    <a:moveTo>
                      <a:pt x="0" y="13970"/>
                    </a:moveTo>
                    <a:lnTo>
                      <a:pt x="13970" y="18203"/>
                    </a:lnTo>
                    <a:lnTo>
                      <a:pt x="27517" y="24977"/>
                    </a:lnTo>
                    <a:lnTo>
                      <a:pt x="41487" y="24977"/>
                    </a:lnTo>
                    <a:lnTo>
                      <a:pt x="57150" y="29210"/>
                    </a:lnTo>
                    <a:lnTo>
                      <a:pt x="47414" y="15240"/>
                    </a:lnTo>
                    <a:lnTo>
                      <a:pt x="36407" y="0"/>
                    </a:lnTo>
                    <a:lnTo>
                      <a:pt x="20743" y="4233"/>
                    </a:lnTo>
                    <a:lnTo>
                      <a:pt x="29210" y="18203"/>
                    </a:lnTo>
                    <a:lnTo>
                      <a:pt x="15240" y="12700"/>
                    </a:lnTo>
                    <a:lnTo>
                      <a:pt x="0" y="9737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2" name="Freeform 2351">
                <a:extLst>
                  <a:ext uri="{FF2B5EF4-FFF2-40B4-BE49-F238E27FC236}">
                    <a16:creationId xmlns:a16="http://schemas.microsoft.com/office/drawing/2014/main" id="{F21B20BF-99F5-E74B-B340-E20047CB9E7E}"/>
                  </a:ext>
                </a:extLst>
              </p:cNvPr>
              <p:cNvSpPr/>
              <p:nvPr/>
            </p:nvSpPr>
            <p:spPr>
              <a:xfrm>
                <a:off x="11326706" y="326389"/>
                <a:ext cx="223096" cy="110066"/>
              </a:xfrm>
              <a:custGeom>
                <a:avLst/>
                <a:gdLst>
                  <a:gd name="connsiteX0" fmla="*/ 9737 w 223096"/>
                  <a:gd name="connsiteY0" fmla="*/ 72390 h 110066"/>
                  <a:gd name="connsiteX1" fmla="*/ 9737 w 223096"/>
                  <a:gd name="connsiteY1" fmla="*/ 88053 h 110066"/>
                  <a:gd name="connsiteX2" fmla="*/ 23707 w 223096"/>
                  <a:gd name="connsiteY2" fmla="*/ 93557 h 110066"/>
                  <a:gd name="connsiteX3" fmla="*/ 37677 w 223096"/>
                  <a:gd name="connsiteY3" fmla="*/ 100330 h 110066"/>
                  <a:gd name="connsiteX4" fmla="*/ 52917 w 223096"/>
                  <a:gd name="connsiteY4" fmla="*/ 107527 h 110066"/>
                  <a:gd name="connsiteX5" fmla="*/ 66887 w 223096"/>
                  <a:gd name="connsiteY5" fmla="*/ 110067 h 110066"/>
                  <a:gd name="connsiteX6" fmla="*/ 80857 w 223096"/>
                  <a:gd name="connsiteY6" fmla="*/ 110067 h 110066"/>
                  <a:gd name="connsiteX7" fmla="*/ 96097 w 223096"/>
                  <a:gd name="connsiteY7" fmla="*/ 107527 h 110066"/>
                  <a:gd name="connsiteX8" fmla="*/ 111760 w 223096"/>
                  <a:gd name="connsiteY8" fmla="*/ 104563 h 110066"/>
                  <a:gd name="connsiteX9" fmla="*/ 127000 w 223096"/>
                  <a:gd name="connsiteY9" fmla="*/ 102023 h 110066"/>
                  <a:gd name="connsiteX10" fmla="*/ 140970 w 223096"/>
                  <a:gd name="connsiteY10" fmla="*/ 99060 h 110066"/>
                  <a:gd name="connsiteX11" fmla="*/ 154940 w 223096"/>
                  <a:gd name="connsiteY11" fmla="*/ 94827 h 110066"/>
                  <a:gd name="connsiteX12" fmla="*/ 170180 w 223096"/>
                  <a:gd name="connsiteY12" fmla="*/ 86360 h 110066"/>
                  <a:gd name="connsiteX13" fmla="*/ 184150 w 223096"/>
                  <a:gd name="connsiteY13" fmla="*/ 74083 h 110066"/>
                  <a:gd name="connsiteX14" fmla="*/ 190923 w 223096"/>
                  <a:gd name="connsiteY14" fmla="*/ 60113 h 110066"/>
                  <a:gd name="connsiteX15" fmla="*/ 198120 w 223096"/>
                  <a:gd name="connsiteY15" fmla="*/ 57150 h 110066"/>
                  <a:gd name="connsiteX16" fmla="*/ 212090 w 223096"/>
                  <a:gd name="connsiteY16" fmla="*/ 49953 h 110066"/>
                  <a:gd name="connsiteX17" fmla="*/ 217593 w 223096"/>
                  <a:gd name="connsiteY17" fmla="*/ 64347 h 110066"/>
                  <a:gd name="connsiteX18" fmla="*/ 223097 w 223096"/>
                  <a:gd name="connsiteY18" fmla="*/ 49953 h 110066"/>
                  <a:gd name="connsiteX19" fmla="*/ 209127 w 223096"/>
                  <a:gd name="connsiteY19" fmla="*/ 40640 h 110066"/>
                  <a:gd name="connsiteX20" fmla="*/ 195157 w 223096"/>
                  <a:gd name="connsiteY20" fmla="*/ 32173 h 110066"/>
                  <a:gd name="connsiteX21" fmla="*/ 181187 w 223096"/>
                  <a:gd name="connsiteY21" fmla="*/ 27940 h 110066"/>
                  <a:gd name="connsiteX22" fmla="*/ 167640 w 223096"/>
                  <a:gd name="connsiteY22" fmla="*/ 23707 h 110066"/>
                  <a:gd name="connsiteX23" fmla="*/ 151977 w 223096"/>
                  <a:gd name="connsiteY23" fmla="*/ 19473 h 110066"/>
                  <a:gd name="connsiteX24" fmla="*/ 136737 w 223096"/>
                  <a:gd name="connsiteY24" fmla="*/ 13970 h 110066"/>
                  <a:gd name="connsiteX25" fmla="*/ 121497 w 223096"/>
                  <a:gd name="connsiteY25" fmla="*/ 9737 h 110066"/>
                  <a:gd name="connsiteX26" fmla="*/ 107527 w 223096"/>
                  <a:gd name="connsiteY26" fmla="*/ 4233 h 110066"/>
                  <a:gd name="connsiteX27" fmla="*/ 91864 w 223096"/>
                  <a:gd name="connsiteY27" fmla="*/ 0 h 110066"/>
                  <a:gd name="connsiteX28" fmla="*/ 76623 w 223096"/>
                  <a:gd name="connsiteY28" fmla="*/ 0 h 110066"/>
                  <a:gd name="connsiteX29" fmla="*/ 61383 w 223096"/>
                  <a:gd name="connsiteY29" fmla="*/ 0 h 110066"/>
                  <a:gd name="connsiteX30" fmla="*/ 45720 w 223096"/>
                  <a:gd name="connsiteY30" fmla="*/ 2963 h 110066"/>
                  <a:gd name="connsiteX31" fmla="*/ 32173 w 223096"/>
                  <a:gd name="connsiteY31" fmla="*/ 6773 h 110066"/>
                  <a:gd name="connsiteX32" fmla="*/ 16510 w 223096"/>
                  <a:gd name="connsiteY32" fmla="*/ 16510 h 110066"/>
                  <a:gd name="connsiteX33" fmla="*/ 2964 w 223096"/>
                  <a:gd name="connsiteY33" fmla="*/ 29210 h 110066"/>
                  <a:gd name="connsiteX34" fmla="*/ 0 w 223096"/>
                  <a:gd name="connsiteY34" fmla="*/ 44873 h 110066"/>
                  <a:gd name="connsiteX35" fmla="*/ 1270 w 223096"/>
                  <a:gd name="connsiteY35" fmla="*/ 58420 h 110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223096" h="110066">
                    <a:moveTo>
                      <a:pt x="9737" y="72390"/>
                    </a:moveTo>
                    <a:lnTo>
                      <a:pt x="9737" y="88053"/>
                    </a:lnTo>
                    <a:lnTo>
                      <a:pt x="23707" y="93557"/>
                    </a:lnTo>
                    <a:lnTo>
                      <a:pt x="37677" y="100330"/>
                    </a:lnTo>
                    <a:lnTo>
                      <a:pt x="52917" y="107527"/>
                    </a:lnTo>
                    <a:lnTo>
                      <a:pt x="66887" y="110067"/>
                    </a:lnTo>
                    <a:lnTo>
                      <a:pt x="80857" y="110067"/>
                    </a:lnTo>
                    <a:lnTo>
                      <a:pt x="96097" y="107527"/>
                    </a:lnTo>
                    <a:lnTo>
                      <a:pt x="111760" y="104563"/>
                    </a:lnTo>
                    <a:lnTo>
                      <a:pt x="127000" y="102023"/>
                    </a:lnTo>
                    <a:lnTo>
                      <a:pt x="140970" y="99060"/>
                    </a:lnTo>
                    <a:lnTo>
                      <a:pt x="154940" y="94827"/>
                    </a:lnTo>
                    <a:lnTo>
                      <a:pt x="170180" y="86360"/>
                    </a:lnTo>
                    <a:lnTo>
                      <a:pt x="184150" y="74083"/>
                    </a:lnTo>
                    <a:lnTo>
                      <a:pt x="190923" y="60113"/>
                    </a:lnTo>
                    <a:lnTo>
                      <a:pt x="198120" y="57150"/>
                    </a:lnTo>
                    <a:lnTo>
                      <a:pt x="212090" y="49953"/>
                    </a:lnTo>
                    <a:lnTo>
                      <a:pt x="217593" y="64347"/>
                    </a:lnTo>
                    <a:lnTo>
                      <a:pt x="223097" y="49953"/>
                    </a:lnTo>
                    <a:lnTo>
                      <a:pt x="209127" y="40640"/>
                    </a:lnTo>
                    <a:lnTo>
                      <a:pt x="195157" y="32173"/>
                    </a:lnTo>
                    <a:lnTo>
                      <a:pt x="181187" y="27940"/>
                    </a:lnTo>
                    <a:lnTo>
                      <a:pt x="167640" y="23707"/>
                    </a:lnTo>
                    <a:lnTo>
                      <a:pt x="151977" y="19473"/>
                    </a:lnTo>
                    <a:lnTo>
                      <a:pt x="136737" y="13970"/>
                    </a:lnTo>
                    <a:lnTo>
                      <a:pt x="121497" y="9737"/>
                    </a:lnTo>
                    <a:lnTo>
                      <a:pt x="107527" y="4233"/>
                    </a:lnTo>
                    <a:lnTo>
                      <a:pt x="91864" y="0"/>
                    </a:lnTo>
                    <a:lnTo>
                      <a:pt x="76623" y="0"/>
                    </a:lnTo>
                    <a:lnTo>
                      <a:pt x="61383" y="0"/>
                    </a:lnTo>
                    <a:lnTo>
                      <a:pt x="45720" y="2963"/>
                    </a:lnTo>
                    <a:lnTo>
                      <a:pt x="32173" y="6773"/>
                    </a:lnTo>
                    <a:lnTo>
                      <a:pt x="16510" y="16510"/>
                    </a:lnTo>
                    <a:lnTo>
                      <a:pt x="2964" y="29210"/>
                    </a:lnTo>
                    <a:lnTo>
                      <a:pt x="0" y="44873"/>
                    </a:lnTo>
                    <a:lnTo>
                      <a:pt x="1270" y="58420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3" name="Freeform 2352">
                <a:extLst>
                  <a:ext uri="{FF2B5EF4-FFF2-40B4-BE49-F238E27FC236}">
                    <a16:creationId xmlns:a16="http://schemas.microsoft.com/office/drawing/2014/main" id="{2DEA52EA-C4D5-8C4D-A1BB-2AC6B33DE0AC}"/>
                  </a:ext>
                </a:extLst>
              </p:cNvPr>
              <p:cNvSpPr/>
              <p:nvPr/>
            </p:nvSpPr>
            <p:spPr>
              <a:xfrm>
                <a:off x="13321453" y="316653"/>
                <a:ext cx="30903" cy="16509"/>
              </a:xfrm>
              <a:custGeom>
                <a:avLst/>
                <a:gdLst>
                  <a:gd name="connsiteX0" fmla="*/ 30904 w 30903"/>
                  <a:gd name="connsiteY0" fmla="*/ 13970 h 16509"/>
                  <a:gd name="connsiteX1" fmla="*/ 27939 w 30903"/>
                  <a:gd name="connsiteY1" fmla="*/ 0 h 16509"/>
                  <a:gd name="connsiteX2" fmla="*/ 13970 w 30903"/>
                  <a:gd name="connsiteY2" fmla="*/ 0 h 16509"/>
                  <a:gd name="connsiteX3" fmla="*/ 0 w 30903"/>
                  <a:gd name="connsiteY3" fmla="*/ 11007 h 16509"/>
                  <a:gd name="connsiteX4" fmla="*/ 0 w 30903"/>
                  <a:gd name="connsiteY4" fmla="*/ 13970 h 16509"/>
                  <a:gd name="connsiteX5" fmla="*/ 15239 w 30903"/>
                  <a:gd name="connsiteY5" fmla="*/ 16510 h 16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903" h="16509">
                    <a:moveTo>
                      <a:pt x="30904" y="13970"/>
                    </a:moveTo>
                    <a:lnTo>
                      <a:pt x="27939" y="0"/>
                    </a:lnTo>
                    <a:lnTo>
                      <a:pt x="13970" y="0"/>
                    </a:lnTo>
                    <a:lnTo>
                      <a:pt x="0" y="11007"/>
                    </a:lnTo>
                    <a:lnTo>
                      <a:pt x="0" y="13970"/>
                    </a:lnTo>
                    <a:lnTo>
                      <a:pt x="15239" y="16510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4" name="Freeform 2353">
                <a:extLst>
                  <a:ext uri="{FF2B5EF4-FFF2-40B4-BE49-F238E27FC236}">
                    <a16:creationId xmlns:a16="http://schemas.microsoft.com/office/drawing/2014/main" id="{48928F72-FF5A-694A-8AC9-4412A83516A4}"/>
                  </a:ext>
                </a:extLst>
              </p:cNvPr>
              <p:cNvSpPr/>
              <p:nvPr/>
            </p:nvSpPr>
            <p:spPr>
              <a:xfrm>
                <a:off x="10129943" y="966893"/>
                <a:ext cx="13546" cy="3810"/>
              </a:xfrm>
              <a:custGeom>
                <a:avLst/>
                <a:gdLst>
                  <a:gd name="connsiteX0" fmla="*/ 13546 w 13546"/>
                  <a:gd name="connsiteY0" fmla="*/ 1270 h 3810"/>
                  <a:gd name="connsiteX1" fmla="*/ 13546 w 13546"/>
                  <a:gd name="connsiteY1" fmla="*/ 0 h 3810"/>
                  <a:gd name="connsiteX2" fmla="*/ 0 w 13546"/>
                  <a:gd name="connsiteY2" fmla="*/ 3810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46" h="3810">
                    <a:moveTo>
                      <a:pt x="13546" y="1270"/>
                    </a:moveTo>
                    <a:lnTo>
                      <a:pt x="13546" y="0"/>
                    </a:lnTo>
                    <a:lnTo>
                      <a:pt x="0" y="3810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5" name="Freeform 2354">
                <a:extLst>
                  <a:ext uri="{FF2B5EF4-FFF2-40B4-BE49-F238E27FC236}">
                    <a16:creationId xmlns:a16="http://schemas.microsoft.com/office/drawing/2014/main" id="{5CCEFDF2-4D47-AB46-8EE4-42D3BD52C617}"/>
                  </a:ext>
                </a:extLst>
              </p:cNvPr>
              <p:cNvSpPr/>
              <p:nvPr/>
            </p:nvSpPr>
            <p:spPr>
              <a:xfrm>
                <a:off x="13869670" y="-231563"/>
                <a:ext cx="57149" cy="20743"/>
              </a:xfrm>
              <a:custGeom>
                <a:avLst/>
                <a:gdLst>
                  <a:gd name="connsiteX0" fmla="*/ 43604 w 57149"/>
                  <a:gd name="connsiteY0" fmla="*/ 1270 h 20743"/>
                  <a:gd name="connsiteX1" fmla="*/ 27939 w 57149"/>
                  <a:gd name="connsiteY1" fmla="*/ 1270 h 20743"/>
                  <a:gd name="connsiteX2" fmla="*/ 12700 w 57149"/>
                  <a:gd name="connsiteY2" fmla="*/ 6773 h 20743"/>
                  <a:gd name="connsiteX3" fmla="*/ 0 w 57149"/>
                  <a:gd name="connsiteY3" fmla="*/ 20743 h 20743"/>
                  <a:gd name="connsiteX4" fmla="*/ 11430 w 57149"/>
                  <a:gd name="connsiteY4" fmla="*/ 13970 h 20743"/>
                  <a:gd name="connsiteX5" fmla="*/ 26670 w 57149"/>
                  <a:gd name="connsiteY5" fmla="*/ 16510 h 20743"/>
                  <a:gd name="connsiteX6" fmla="*/ 40639 w 57149"/>
                  <a:gd name="connsiteY6" fmla="*/ 16510 h 20743"/>
                  <a:gd name="connsiteX7" fmla="*/ 55880 w 57149"/>
                  <a:gd name="connsiteY7" fmla="*/ 13970 h 20743"/>
                  <a:gd name="connsiteX8" fmla="*/ 57150 w 57149"/>
                  <a:gd name="connsiteY8" fmla="*/ 0 h 2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49" h="20743">
                    <a:moveTo>
                      <a:pt x="43604" y="1270"/>
                    </a:moveTo>
                    <a:lnTo>
                      <a:pt x="27939" y="1270"/>
                    </a:lnTo>
                    <a:lnTo>
                      <a:pt x="12700" y="6773"/>
                    </a:lnTo>
                    <a:lnTo>
                      <a:pt x="0" y="20743"/>
                    </a:lnTo>
                    <a:lnTo>
                      <a:pt x="11430" y="13970"/>
                    </a:lnTo>
                    <a:lnTo>
                      <a:pt x="26670" y="16510"/>
                    </a:lnTo>
                    <a:lnTo>
                      <a:pt x="40639" y="16510"/>
                    </a:lnTo>
                    <a:lnTo>
                      <a:pt x="55880" y="13970"/>
                    </a:lnTo>
                    <a:lnTo>
                      <a:pt x="57150" y="0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6" name="Freeform 2355">
                <a:extLst>
                  <a:ext uri="{FF2B5EF4-FFF2-40B4-BE49-F238E27FC236}">
                    <a16:creationId xmlns:a16="http://schemas.microsoft.com/office/drawing/2014/main" id="{A83F9CF0-2749-1548-931D-9CFE5C5A1B29}"/>
                  </a:ext>
                </a:extLst>
              </p:cNvPr>
              <p:cNvSpPr/>
              <p:nvPr/>
            </p:nvSpPr>
            <p:spPr>
              <a:xfrm>
                <a:off x="13805746" y="-7619"/>
                <a:ext cx="62653" cy="87629"/>
              </a:xfrm>
              <a:custGeom>
                <a:avLst/>
                <a:gdLst>
                  <a:gd name="connsiteX0" fmla="*/ 43180 w 62653"/>
                  <a:gd name="connsiteY0" fmla="*/ 3387 h 87629"/>
                  <a:gd name="connsiteX1" fmla="*/ 27940 w 62653"/>
                  <a:gd name="connsiteY1" fmla="*/ 10583 h 87629"/>
                  <a:gd name="connsiteX2" fmla="*/ 24977 w 62653"/>
                  <a:gd name="connsiteY2" fmla="*/ 24130 h 87629"/>
                  <a:gd name="connsiteX3" fmla="*/ 26670 w 62653"/>
                  <a:gd name="connsiteY3" fmla="*/ 38100 h 87629"/>
                  <a:gd name="connsiteX4" fmla="*/ 15240 w 62653"/>
                  <a:gd name="connsiteY4" fmla="*/ 53763 h 87629"/>
                  <a:gd name="connsiteX5" fmla="*/ 0 w 62653"/>
                  <a:gd name="connsiteY5" fmla="*/ 69003 h 87629"/>
                  <a:gd name="connsiteX6" fmla="*/ 15240 w 62653"/>
                  <a:gd name="connsiteY6" fmla="*/ 73237 h 87629"/>
                  <a:gd name="connsiteX7" fmla="*/ 30480 w 62653"/>
                  <a:gd name="connsiteY7" fmla="*/ 77470 h 87629"/>
                  <a:gd name="connsiteX8" fmla="*/ 45720 w 62653"/>
                  <a:gd name="connsiteY8" fmla="*/ 81703 h 87629"/>
                  <a:gd name="connsiteX9" fmla="*/ 61383 w 62653"/>
                  <a:gd name="connsiteY9" fmla="*/ 87207 h 87629"/>
                  <a:gd name="connsiteX10" fmla="*/ 62654 w 62653"/>
                  <a:gd name="connsiteY10" fmla="*/ 87630 h 87629"/>
                  <a:gd name="connsiteX11" fmla="*/ 62654 w 62653"/>
                  <a:gd name="connsiteY11" fmla="*/ 0 h 87629"/>
                  <a:gd name="connsiteX12" fmla="*/ 59690 w 62653"/>
                  <a:gd name="connsiteY12" fmla="*/ 423 h 87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2653" h="87629">
                    <a:moveTo>
                      <a:pt x="43180" y="3387"/>
                    </a:moveTo>
                    <a:lnTo>
                      <a:pt x="27940" y="10583"/>
                    </a:lnTo>
                    <a:lnTo>
                      <a:pt x="24977" y="24130"/>
                    </a:lnTo>
                    <a:lnTo>
                      <a:pt x="26670" y="38100"/>
                    </a:lnTo>
                    <a:lnTo>
                      <a:pt x="15240" y="53763"/>
                    </a:lnTo>
                    <a:lnTo>
                      <a:pt x="0" y="69003"/>
                    </a:lnTo>
                    <a:lnTo>
                      <a:pt x="15240" y="73237"/>
                    </a:lnTo>
                    <a:lnTo>
                      <a:pt x="30480" y="77470"/>
                    </a:lnTo>
                    <a:lnTo>
                      <a:pt x="45720" y="81703"/>
                    </a:lnTo>
                    <a:lnTo>
                      <a:pt x="61383" y="87207"/>
                    </a:lnTo>
                    <a:lnTo>
                      <a:pt x="62654" y="87630"/>
                    </a:lnTo>
                    <a:lnTo>
                      <a:pt x="62654" y="0"/>
                    </a:lnTo>
                    <a:lnTo>
                      <a:pt x="59690" y="423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7" name="Freeform 2356">
                <a:extLst>
                  <a:ext uri="{FF2B5EF4-FFF2-40B4-BE49-F238E27FC236}">
                    <a16:creationId xmlns:a16="http://schemas.microsoft.com/office/drawing/2014/main" id="{B3829F28-4DFA-2A49-BD78-73CDBF38A7E0}"/>
                  </a:ext>
                </a:extLst>
              </p:cNvPr>
              <p:cNvSpPr/>
              <p:nvPr/>
            </p:nvSpPr>
            <p:spPr>
              <a:xfrm>
                <a:off x="10082106" y="948690"/>
                <a:ext cx="43603" cy="30479"/>
              </a:xfrm>
              <a:custGeom>
                <a:avLst/>
                <a:gdLst>
                  <a:gd name="connsiteX0" fmla="*/ 15664 w 43603"/>
                  <a:gd name="connsiteY0" fmla="*/ 1270 h 30479"/>
                  <a:gd name="connsiteX1" fmla="*/ 0 w 43603"/>
                  <a:gd name="connsiteY1" fmla="*/ 3810 h 30479"/>
                  <a:gd name="connsiteX2" fmla="*/ 13970 w 43603"/>
                  <a:gd name="connsiteY2" fmla="*/ 18203 h 30479"/>
                  <a:gd name="connsiteX3" fmla="*/ 27940 w 43603"/>
                  <a:gd name="connsiteY3" fmla="*/ 27940 h 30479"/>
                  <a:gd name="connsiteX4" fmla="*/ 29633 w 43603"/>
                  <a:gd name="connsiteY4" fmla="*/ 30480 h 30479"/>
                  <a:gd name="connsiteX5" fmla="*/ 43604 w 43603"/>
                  <a:gd name="connsiteY5" fmla="*/ 27940 h 30479"/>
                  <a:gd name="connsiteX6" fmla="*/ 39370 w 43603"/>
                  <a:gd name="connsiteY6" fmla="*/ 13970 h 30479"/>
                  <a:gd name="connsiteX7" fmla="*/ 29633 w 43603"/>
                  <a:gd name="connsiteY7" fmla="*/ 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603" h="30479">
                    <a:moveTo>
                      <a:pt x="15664" y="1270"/>
                    </a:moveTo>
                    <a:lnTo>
                      <a:pt x="0" y="3810"/>
                    </a:lnTo>
                    <a:lnTo>
                      <a:pt x="13970" y="18203"/>
                    </a:lnTo>
                    <a:lnTo>
                      <a:pt x="27940" y="27940"/>
                    </a:lnTo>
                    <a:lnTo>
                      <a:pt x="29633" y="30480"/>
                    </a:lnTo>
                    <a:lnTo>
                      <a:pt x="43604" y="27940"/>
                    </a:lnTo>
                    <a:lnTo>
                      <a:pt x="39370" y="13970"/>
                    </a:lnTo>
                    <a:lnTo>
                      <a:pt x="29633" y="0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8" name="Freeform 2357">
                <a:extLst>
                  <a:ext uri="{FF2B5EF4-FFF2-40B4-BE49-F238E27FC236}">
                    <a16:creationId xmlns:a16="http://schemas.microsoft.com/office/drawing/2014/main" id="{3641BB81-569F-B748-8171-6BB725907F41}"/>
                  </a:ext>
                </a:extLst>
              </p:cNvPr>
              <p:cNvSpPr/>
              <p:nvPr/>
            </p:nvSpPr>
            <p:spPr>
              <a:xfrm>
                <a:off x="8412479" y="2463376"/>
                <a:ext cx="397510" cy="152400"/>
              </a:xfrm>
              <a:custGeom>
                <a:avLst/>
                <a:gdLst>
                  <a:gd name="connsiteX0" fmla="*/ 382270 w 397510"/>
                  <a:gd name="connsiteY0" fmla="*/ 103293 h 152400"/>
                  <a:gd name="connsiteX1" fmla="*/ 382270 w 397510"/>
                  <a:gd name="connsiteY1" fmla="*/ 102023 h 152400"/>
                  <a:gd name="connsiteX2" fmla="*/ 383540 w 397510"/>
                  <a:gd name="connsiteY2" fmla="*/ 88053 h 152400"/>
                  <a:gd name="connsiteX3" fmla="*/ 397510 w 397510"/>
                  <a:gd name="connsiteY3" fmla="*/ 75353 h 152400"/>
                  <a:gd name="connsiteX4" fmla="*/ 393277 w 397510"/>
                  <a:gd name="connsiteY4" fmla="*/ 61383 h 152400"/>
                  <a:gd name="connsiteX5" fmla="*/ 379307 w 397510"/>
                  <a:gd name="connsiteY5" fmla="*/ 53340 h 152400"/>
                  <a:gd name="connsiteX6" fmla="*/ 365337 w 397510"/>
                  <a:gd name="connsiteY6" fmla="*/ 46143 h 152400"/>
                  <a:gd name="connsiteX7" fmla="*/ 361104 w 397510"/>
                  <a:gd name="connsiteY7" fmla="*/ 33443 h 152400"/>
                  <a:gd name="connsiteX8" fmla="*/ 359833 w 397510"/>
                  <a:gd name="connsiteY8" fmla="*/ 33443 h 152400"/>
                  <a:gd name="connsiteX9" fmla="*/ 345864 w 397510"/>
                  <a:gd name="connsiteY9" fmla="*/ 36407 h 152400"/>
                  <a:gd name="connsiteX10" fmla="*/ 331893 w 397510"/>
                  <a:gd name="connsiteY10" fmla="*/ 36407 h 152400"/>
                  <a:gd name="connsiteX11" fmla="*/ 316654 w 397510"/>
                  <a:gd name="connsiteY11" fmla="*/ 35137 h 152400"/>
                  <a:gd name="connsiteX12" fmla="*/ 302683 w 397510"/>
                  <a:gd name="connsiteY12" fmla="*/ 39370 h 152400"/>
                  <a:gd name="connsiteX13" fmla="*/ 288714 w 397510"/>
                  <a:gd name="connsiteY13" fmla="*/ 32173 h 152400"/>
                  <a:gd name="connsiteX14" fmla="*/ 274743 w 397510"/>
                  <a:gd name="connsiteY14" fmla="*/ 32173 h 152400"/>
                  <a:gd name="connsiteX15" fmla="*/ 273474 w 397510"/>
                  <a:gd name="connsiteY15" fmla="*/ 32173 h 152400"/>
                  <a:gd name="connsiteX16" fmla="*/ 272204 w 397510"/>
                  <a:gd name="connsiteY16" fmla="*/ 32173 h 152400"/>
                  <a:gd name="connsiteX17" fmla="*/ 263737 w 397510"/>
                  <a:gd name="connsiteY17" fmla="*/ 26670 h 152400"/>
                  <a:gd name="connsiteX18" fmla="*/ 249767 w 397510"/>
                  <a:gd name="connsiteY18" fmla="*/ 22437 h 152400"/>
                  <a:gd name="connsiteX19" fmla="*/ 235797 w 397510"/>
                  <a:gd name="connsiteY19" fmla="*/ 15663 h 152400"/>
                  <a:gd name="connsiteX20" fmla="*/ 221827 w 397510"/>
                  <a:gd name="connsiteY20" fmla="*/ 12700 h 152400"/>
                  <a:gd name="connsiteX21" fmla="*/ 206164 w 397510"/>
                  <a:gd name="connsiteY21" fmla="*/ 0 h 152400"/>
                  <a:gd name="connsiteX22" fmla="*/ 198120 w 397510"/>
                  <a:gd name="connsiteY22" fmla="*/ 4233 h 152400"/>
                  <a:gd name="connsiteX23" fmla="*/ 193887 w 397510"/>
                  <a:gd name="connsiteY23" fmla="*/ 5503 h 152400"/>
                  <a:gd name="connsiteX24" fmla="*/ 184150 w 397510"/>
                  <a:gd name="connsiteY24" fmla="*/ 16933 h 152400"/>
                  <a:gd name="connsiteX25" fmla="*/ 188383 w 397510"/>
                  <a:gd name="connsiteY25" fmla="*/ 30903 h 152400"/>
                  <a:gd name="connsiteX26" fmla="*/ 190924 w 397510"/>
                  <a:gd name="connsiteY26" fmla="*/ 46143 h 152400"/>
                  <a:gd name="connsiteX27" fmla="*/ 178647 w 397510"/>
                  <a:gd name="connsiteY27" fmla="*/ 60113 h 152400"/>
                  <a:gd name="connsiteX28" fmla="*/ 164677 w 397510"/>
                  <a:gd name="connsiteY28" fmla="*/ 61383 h 152400"/>
                  <a:gd name="connsiteX29" fmla="*/ 150707 w 397510"/>
                  <a:gd name="connsiteY29" fmla="*/ 61383 h 152400"/>
                  <a:gd name="connsiteX30" fmla="*/ 136737 w 397510"/>
                  <a:gd name="connsiteY30" fmla="*/ 54610 h 152400"/>
                  <a:gd name="connsiteX31" fmla="*/ 121497 w 397510"/>
                  <a:gd name="connsiteY31" fmla="*/ 54610 h 152400"/>
                  <a:gd name="connsiteX32" fmla="*/ 107527 w 397510"/>
                  <a:gd name="connsiteY32" fmla="*/ 54610 h 152400"/>
                  <a:gd name="connsiteX33" fmla="*/ 113030 w 397510"/>
                  <a:gd name="connsiteY33" fmla="*/ 46143 h 152400"/>
                  <a:gd name="connsiteX34" fmla="*/ 127000 w 397510"/>
                  <a:gd name="connsiteY34" fmla="*/ 36407 h 152400"/>
                  <a:gd name="connsiteX35" fmla="*/ 140970 w 397510"/>
                  <a:gd name="connsiteY35" fmla="*/ 23707 h 152400"/>
                  <a:gd name="connsiteX36" fmla="*/ 150707 w 397510"/>
                  <a:gd name="connsiteY36" fmla="*/ 10160 h 152400"/>
                  <a:gd name="connsiteX37" fmla="*/ 159174 w 397510"/>
                  <a:gd name="connsiteY37" fmla="*/ 1693 h 152400"/>
                  <a:gd name="connsiteX38" fmla="*/ 153670 w 397510"/>
                  <a:gd name="connsiteY38" fmla="*/ 0 h 152400"/>
                  <a:gd name="connsiteX39" fmla="*/ 140970 w 397510"/>
                  <a:gd name="connsiteY39" fmla="*/ 13970 h 152400"/>
                  <a:gd name="connsiteX40" fmla="*/ 128270 w 397510"/>
                  <a:gd name="connsiteY40" fmla="*/ 27940 h 152400"/>
                  <a:gd name="connsiteX41" fmla="*/ 114300 w 397510"/>
                  <a:gd name="connsiteY41" fmla="*/ 41910 h 152400"/>
                  <a:gd name="connsiteX42" fmla="*/ 108797 w 397510"/>
                  <a:gd name="connsiteY42" fmla="*/ 46143 h 152400"/>
                  <a:gd name="connsiteX43" fmla="*/ 97790 w 397510"/>
                  <a:gd name="connsiteY43" fmla="*/ 50377 h 152400"/>
                  <a:gd name="connsiteX44" fmla="*/ 83820 w 397510"/>
                  <a:gd name="connsiteY44" fmla="*/ 54610 h 152400"/>
                  <a:gd name="connsiteX45" fmla="*/ 69850 w 397510"/>
                  <a:gd name="connsiteY45" fmla="*/ 53340 h 152400"/>
                  <a:gd name="connsiteX46" fmla="*/ 54187 w 397510"/>
                  <a:gd name="connsiteY46" fmla="*/ 54610 h 152400"/>
                  <a:gd name="connsiteX47" fmla="*/ 40640 w 397510"/>
                  <a:gd name="connsiteY47" fmla="*/ 53340 h 152400"/>
                  <a:gd name="connsiteX48" fmla="*/ 31750 w 397510"/>
                  <a:gd name="connsiteY48" fmla="*/ 60113 h 152400"/>
                  <a:gd name="connsiteX49" fmla="*/ 36407 w 397510"/>
                  <a:gd name="connsiteY49" fmla="*/ 74083 h 152400"/>
                  <a:gd name="connsiteX50" fmla="*/ 34714 w 397510"/>
                  <a:gd name="connsiteY50" fmla="*/ 88053 h 152400"/>
                  <a:gd name="connsiteX51" fmla="*/ 27940 w 397510"/>
                  <a:gd name="connsiteY51" fmla="*/ 103293 h 152400"/>
                  <a:gd name="connsiteX52" fmla="*/ 26247 w 397510"/>
                  <a:gd name="connsiteY52" fmla="*/ 106257 h 152400"/>
                  <a:gd name="connsiteX53" fmla="*/ 13970 w 397510"/>
                  <a:gd name="connsiteY53" fmla="*/ 120227 h 152400"/>
                  <a:gd name="connsiteX54" fmla="*/ 0 w 397510"/>
                  <a:gd name="connsiteY54" fmla="*/ 131233 h 152400"/>
                  <a:gd name="connsiteX55" fmla="*/ 2540 w 397510"/>
                  <a:gd name="connsiteY55" fmla="*/ 132927 h 152400"/>
                  <a:gd name="connsiteX56" fmla="*/ 16510 w 397510"/>
                  <a:gd name="connsiteY56" fmla="*/ 121496 h 152400"/>
                  <a:gd name="connsiteX57" fmla="*/ 30904 w 397510"/>
                  <a:gd name="connsiteY57" fmla="*/ 107527 h 152400"/>
                  <a:gd name="connsiteX58" fmla="*/ 31750 w 397510"/>
                  <a:gd name="connsiteY58" fmla="*/ 104563 h 152400"/>
                  <a:gd name="connsiteX59" fmla="*/ 41910 w 397510"/>
                  <a:gd name="connsiteY59" fmla="*/ 91017 h 152400"/>
                  <a:gd name="connsiteX60" fmla="*/ 43180 w 397510"/>
                  <a:gd name="connsiteY60" fmla="*/ 89323 h 152400"/>
                  <a:gd name="connsiteX61" fmla="*/ 57150 w 397510"/>
                  <a:gd name="connsiteY61" fmla="*/ 97790 h 152400"/>
                  <a:gd name="connsiteX62" fmla="*/ 71120 w 397510"/>
                  <a:gd name="connsiteY62" fmla="*/ 94827 h 152400"/>
                  <a:gd name="connsiteX63" fmla="*/ 86360 w 397510"/>
                  <a:gd name="connsiteY63" fmla="*/ 94827 h 152400"/>
                  <a:gd name="connsiteX64" fmla="*/ 89324 w 397510"/>
                  <a:gd name="connsiteY64" fmla="*/ 94827 h 152400"/>
                  <a:gd name="connsiteX65" fmla="*/ 75354 w 397510"/>
                  <a:gd name="connsiteY65" fmla="*/ 107527 h 152400"/>
                  <a:gd name="connsiteX66" fmla="*/ 60114 w 397510"/>
                  <a:gd name="connsiteY66" fmla="*/ 111760 h 152400"/>
                  <a:gd name="connsiteX67" fmla="*/ 46143 w 397510"/>
                  <a:gd name="connsiteY67" fmla="*/ 113030 h 152400"/>
                  <a:gd name="connsiteX68" fmla="*/ 44450 w 397510"/>
                  <a:gd name="connsiteY68" fmla="*/ 113030 h 152400"/>
                  <a:gd name="connsiteX69" fmla="*/ 34714 w 397510"/>
                  <a:gd name="connsiteY69" fmla="*/ 127000 h 152400"/>
                  <a:gd name="connsiteX70" fmla="*/ 20743 w 397510"/>
                  <a:gd name="connsiteY70" fmla="*/ 135467 h 152400"/>
                  <a:gd name="connsiteX71" fmla="*/ 27940 w 397510"/>
                  <a:gd name="connsiteY71" fmla="*/ 135467 h 152400"/>
                  <a:gd name="connsiteX72" fmla="*/ 29210 w 397510"/>
                  <a:gd name="connsiteY72" fmla="*/ 136737 h 152400"/>
                  <a:gd name="connsiteX73" fmla="*/ 33443 w 397510"/>
                  <a:gd name="connsiteY73" fmla="*/ 136737 h 152400"/>
                  <a:gd name="connsiteX74" fmla="*/ 46143 w 397510"/>
                  <a:gd name="connsiteY74" fmla="*/ 138430 h 152400"/>
                  <a:gd name="connsiteX75" fmla="*/ 50377 w 397510"/>
                  <a:gd name="connsiteY75" fmla="*/ 138430 h 152400"/>
                  <a:gd name="connsiteX76" fmla="*/ 52917 w 397510"/>
                  <a:gd name="connsiteY76" fmla="*/ 139700 h 152400"/>
                  <a:gd name="connsiteX77" fmla="*/ 66887 w 397510"/>
                  <a:gd name="connsiteY77" fmla="*/ 139700 h 152400"/>
                  <a:gd name="connsiteX78" fmla="*/ 80857 w 397510"/>
                  <a:gd name="connsiteY78" fmla="*/ 140970 h 152400"/>
                  <a:gd name="connsiteX79" fmla="*/ 88054 w 397510"/>
                  <a:gd name="connsiteY79" fmla="*/ 142663 h 152400"/>
                  <a:gd name="connsiteX80" fmla="*/ 94827 w 397510"/>
                  <a:gd name="connsiteY80" fmla="*/ 142663 h 152400"/>
                  <a:gd name="connsiteX81" fmla="*/ 108797 w 397510"/>
                  <a:gd name="connsiteY81" fmla="*/ 143933 h 152400"/>
                  <a:gd name="connsiteX82" fmla="*/ 122767 w 397510"/>
                  <a:gd name="connsiteY82" fmla="*/ 145203 h 152400"/>
                  <a:gd name="connsiteX83" fmla="*/ 129540 w 397510"/>
                  <a:gd name="connsiteY83" fmla="*/ 146473 h 152400"/>
                  <a:gd name="connsiteX84" fmla="*/ 136737 w 397510"/>
                  <a:gd name="connsiteY84" fmla="*/ 148167 h 152400"/>
                  <a:gd name="connsiteX85" fmla="*/ 139277 w 397510"/>
                  <a:gd name="connsiteY85" fmla="*/ 148167 h 152400"/>
                  <a:gd name="connsiteX86" fmla="*/ 149437 w 397510"/>
                  <a:gd name="connsiteY86" fmla="*/ 148167 h 152400"/>
                  <a:gd name="connsiteX87" fmla="*/ 164677 w 397510"/>
                  <a:gd name="connsiteY87" fmla="*/ 148167 h 152400"/>
                  <a:gd name="connsiteX88" fmla="*/ 178647 w 397510"/>
                  <a:gd name="connsiteY88" fmla="*/ 149437 h 152400"/>
                  <a:gd name="connsiteX89" fmla="*/ 193887 w 397510"/>
                  <a:gd name="connsiteY89" fmla="*/ 150707 h 152400"/>
                  <a:gd name="connsiteX90" fmla="*/ 207857 w 397510"/>
                  <a:gd name="connsiteY90" fmla="*/ 152400 h 152400"/>
                  <a:gd name="connsiteX91" fmla="*/ 209127 w 397510"/>
                  <a:gd name="connsiteY91" fmla="*/ 152400 h 152400"/>
                  <a:gd name="connsiteX92" fmla="*/ 212090 w 397510"/>
                  <a:gd name="connsiteY92" fmla="*/ 152400 h 152400"/>
                  <a:gd name="connsiteX93" fmla="*/ 213360 w 397510"/>
                  <a:gd name="connsiteY93" fmla="*/ 152400 h 152400"/>
                  <a:gd name="connsiteX94" fmla="*/ 228600 w 397510"/>
                  <a:gd name="connsiteY94" fmla="*/ 152400 h 152400"/>
                  <a:gd name="connsiteX95" fmla="*/ 242570 w 397510"/>
                  <a:gd name="connsiteY95" fmla="*/ 152400 h 152400"/>
                  <a:gd name="connsiteX96" fmla="*/ 248497 w 397510"/>
                  <a:gd name="connsiteY96" fmla="*/ 152400 h 152400"/>
                  <a:gd name="connsiteX97" fmla="*/ 249767 w 397510"/>
                  <a:gd name="connsiteY97" fmla="*/ 152400 h 152400"/>
                  <a:gd name="connsiteX98" fmla="*/ 263737 w 397510"/>
                  <a:gd name="connsiteY98" fmla="*/ 152400 h 152400"/>
                  <a:gd name="connsiteX99" fmla="*/ 278977 w 397510"/>
                  <a:gd name="connsiteY99" fmla="*/ 152400 h 152400"/>
                  <a:gd name="connsiteX100" fmla="*/ 294217 w 397510"/>
                  <a:gd name="connsiteY100" fmla="*/ 152400 h 152400"/>
                  <a:gd name="connsiteX101" fmla="*/ 299720 w 397510"/>
                  <a:gd name="connsiteY101" fmla="*/ 150707 h 152400"/>
                  <a:gd name="connsiteX102" fmla="*/ 315383 w 397510"/>
                  <a:gd name="connsiteY102" fmla="*/ 150707 h 152400"/>
                  <a:gd name="connsiteX103" fmla="*/ 319617 w 397510"/>
                  <a:gd name="connsiteY103" fmla="*/ 150707 h 152400"/>
                  <a:gd name="connsiteX104" fmla="*/ 333587 w 397510"/>
                  <a:gd name="connsiteY104" fmla="*/ 150707 h 152400"/>
                  <a:gd name="connsiteX105" fmla="*/ 336127 w 397510"/>
                  <a:gd name="connsiteY105" fmla="*/ 150707 h 152400"/>
                  <a:gd name="connsiteX106" fmla="*/ 350097 w 397510"/>
                  <a:gd name="connsiteY106" fmla="*/ 149437 h 152400"/>
                  <a:gd name="connsiteX107" fmla="*/ 364067 w 397510"/>
                  <a:gd name="connsiteY107" fmla="*/ 149437 h 152400"/>
                  <a:gd name="connsiteX108" fmla="*/ 379307 w 397510"/>
                  <a:gd name="connsiteY108" fmla="*/ 148167 h 152400"/>
                  <a:gd name="connsiteX109" fmla="*/ 393277 w 397510"/>
                  <a:gd name="connsiteY109" fmla="*/ 146473 h 152400"/>
                  <a:gd name="connsiteX110" fmla="*/ 390737 w 397510"/>
                  <a:gd name="connsiteY110" fmla="*/ 143933 h 152400"/>
                  <a:gd name="connsiteX111" fmla="*/ 382270 w 397510"/>
                  <a:gd name="connsiteY111" fmla="*/ 132927 h 152400"/>
                  <a:gd name="connsiteX112" fmla="*/ 381000 w 397510"/>
                  <a:gd name="connsiteY112" fmla="*/ 131233 h 152400"/>
                  <a:gd name="connsiteX113" fmla="*/ 381000 w 397510"/>
                  <a:gd name="connsiteY113" fmla="*/ 117263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</a:cxnLst>
                <a:rect l="l" t="t" r="r" b="b"/>
                <a:pathLst>
                  <a:path w="397510" h="152400">
                    <a:moveTo>
                      <a:pt x="382270" y="103293"/>
                    </a:moveTo>
                    <a:lnTo>
                      <a:pt x="382270" y="102023"/>
                    </a:lnTo>
                    <a:lnTo>
                      <a:pt x="383540" y="88053"/>
                    </a:lnTo>
                    <a:lnTo>
                      <a:pt x="397510" y="75353"/>
                    </a:lnTo>
                    <a:lnTo>
                      <a:pt x="393277" y="61383"/>
                    </a:lnTo>
                    <a:lnTo>
                      <a:pt x="379307" y="53340"/>
                    </a:lnTo>
                    <a:lnTo>
                      <a:pt x="365337" y="46143"/>
                    </a:lnTo>
                    <a:lnTo>
                      <a:pt x="361104" y="33443"/>
                    </a:lnTo>
                    <a:lnTo>
                      <a:pt x="359833" y="33443"/>
                    </a:lnTo>
                    <a:lnTo>
                      <a:pt x="345864" y="36407"/>
                    </a:lnTo>
                    <a:lnTo>
                      <a:pt x="331893" y="36407"/>
                    </a:lnTo>
                    <a:lnTo>
                      <a:pt x="316654" y="35137"/>
                    </a:lnTo>
                    <a:lnTo>
                      <a:pt x="302683" y="39370"/>
                    </a:lnTo>
                    <a:lnTo>
                      <a:pt x="288714" y="32173"/>
                    </a:lnTo>
                    <a:lnTo>
                      <a:pt x="274743" y="32173"/>
                    </a:lnTo>
                    <a:lnTo>
                      <a:pt x="273474" y="32173"/>
                    </a:lnTo>
                    <a:lnTo>
                      <a:pt x="272204" y="32173"/>
                    </a:lnTo>
                    <a:lnTo>
                      <a:pt x="263737" y="26670"/>
                    </a:lnTo>
                    <a:lnTo>
                      <a:pt x="249767" y="22437"/>
                    </a:lnTo>
                    <a:lnTo>
                      <a:pt x="235797" y="15663"/>
                    </a:lnTo>
                    <a:lnTo>
                      <a:pt x="221827" y="12700"/>
                    </a:lnTo>
                    <a:lnTo>
                      <a:pt x="206164" y="0"/>
                    </a:lnTo>
                    <a:lnTo>
                      <a:pt x="198120" y="4233"/>
                    </a:lnTo>
                    <a:lnTo>
                      <a:pt x="193887" y="5503"/>
                    </a:lnTo>
                    <a:lnTo>
                      <a:pt x="184150" y="16933"/>
                    </a:lnTo>
                    <a:lnTo>
                      <a:pt x="188383" y="30903"/>
                    </a:lnTo>
                    <a:lnTo>
                      <a:pt x="190924" y="46143"/>
                    </a:lnTo>
                    <a:lnTo>
                      <a:pt x="178647" y="60113"/>
                    </a:lnTo>
                    <a:lnTo>
                      <a:pt x="164677" y="61383"/>
                    </a:lnTo>
                    <a:lnTo>
                      <a:pt x="150707" y="61383"/>
                    </a:lnTo>
                    <a:lnTo>
                      <a:pt x="136737" y="54610"/>
                    </a:lnTo>
                    <a:lnTo>
                      <a:pt x="121497" y="54610"/>
                    </a:lnTo>
                    <a:lnTo>
                      <a:pt x="107527" y="54610"/>
                    </a:lnTo>
                    <a:lnTo>
                      <a:pt x="113030" y="46143"/>
                    </a:lnTo>
                    <a:lnTo>
                      <a:pt x="127000" y="36407"/>
                    </a:lnTo>
                    <a:lnTo>
                      <a:pt x="140970" y="23707"/>
                    </a:lnTo>
                    <a:lnTo>
                      <a:pt x="150707" y="10160"/>
                    </a:lnTo>
                    <a:lnTo>
                      <a:pt x="159174" y="1693"/>
                    </a:lnTo>
                    <a:lnTo>
                      <a:pt x="153670" y="0"/>
                    </a:lnTo>
                    <a:lnTo>
                      <a:pt x="140970" y="13970"/>
                    </a:lnTo>
                    <a:lnTo>
                      <a:pt x="128270" y="27940"/>
                    </a:lnTo>
                    <a:lnTo>
                      <a:pt x="114300" y="41910"/>
                    </a:lnTo>
                    <a:lnTo>
                      <a:pt x="108797" y="46143"/>
                    </a:lnTo>
                    <a:lnTo>
                      <a:pt x="97790" y="50377"/>
                    </a:lnTo>
                    <a:lnTo>
                      <a:pt x="83820" y="54610"/>
                    </a:lnTo>
                    <a:lnTo>
                      <a:pt x="69850" y="53340"/>
                    </a:lnTo>
                    <a:lnTo>
                      <a:pt x="54187" y="54610"/>
                    </a:lnTo>
                    <a:lnTo>
                      <a:pt x="40640" y="53340"/>
                    </a:lnTo>
                    <a:lnTo>
                      <a:pt x="31750" y="60113"/>
                    </a:lnTo>
                    <a:lnTo>
                      <a:pt x="36407" y="74083"/>
                    </a:lnTo>
                    <a:lnTo>
                      <a:pt x="34714" y="88053"/>
                    </a:lnTo>
                    <a:lnTo>
                      <a:pt x="27940" y="103293"/>
                    </a:lnTo>
                    <a:lnTo>
                      <a:pt x="26247" y="106257"/>
                    </a:lnTo>
                    <a:lnTo>
                      <a:pt x="13970" y="120227"/>
                    </a:lnTo>
                    <a:lnTo>
                      <a:pt x="0" y="131233"/>
                    </a:lnTo>
                    <a:lnTo>
                      <a:pt x="2540" y="132927"/>
                    </a:lnTo>
                    <a:lnTo>
                      <a:pt x="16510" y="121496"/>
                    </a:lnTo>
                    <a:lnTo>
                      <a:pt x="30904" y="107527"/>
                    </a:lnTo>
                    <a:lnTo>
                      <a:pt x="31750" y="104563"/>
                    </a:lnTo>
                    <a:lnTo>
                      <a:pt x="41910" y="91017"/>
                    </a:lnTo>
                    <a:lnTo>
                      <a:pt x="43180" y="89323"/>
                    </a:lnTo>
                    <a:lnTo>
                      <a:pt x="57150" y="97790"/>
                    </a:lnTo>
                    <a:lnTo>
                      <a:pt x="71120" y="94827"/>
                    </a:lnTo>
                    <a:lnTo>
                      <a:pt x="86360" y="94827"/>
                    </a:lnTo>
                    <a:lnTo>
                      <a:pt x="89324" y="94827"/>
                    </a:lnTo>
                    <a:lnTo>
                      <a:pt x="75354" y="107527"/>
                    </a:lnTo>
                    <a:lnTo>
                      <a:pt x="60114" y="111760"/>
                    </a:lnTo>
                    <a:lnTo>
                      <a:pt x="46143" y="113030"/>
                    </a:lnTo>
                    <a:lnTo>
                      <a:pt x="44450" y="113030"/>
                    </a:lnTo>
                    <a:lnTo>
                      <a:pt x="34714" y="127000"/>
                    </a:lnTo>
                    <a:lnTo>
                      <a:pt x="20743" y="135467"/>
                    </a:lnTo>
                    <a:lnTo>
                      <a:pt x="27940" y="135467"/>
                    </a:lnTo>
                    <a:lnTo>
                      <a:pt x="29210" y="136737"/>
                    </a:lnTo>
                    <a:lnTo>
                      <a:pt x="33443" y="136737"/>
                    </a:lnTo>
                    <a:lnTo>
                      <a:pt x="46143" y="138430"/>
                    </a:lnTo>
                    <a:lnTo>
                      <a:pt x="50377" y="138430"/>
                    </a:lnTo>
                    <a:lnTo>
                      <a:pt x="52917" y="139700"/>
                    </a:lnTo>
                    <a:lnTo>
                      <a:pt x="66887" y="139700"/>
                    </a:lnTo>
                    <a:lnTo>
                      <a:pt x="80857" y="140970"/>
                    </a:lnTo>
                    <a:lnTo>
                      <a:pt x="88054" y="142663"/>
                    </a:lnTo>
                    <a:lnTo>
                      <a:pt x="94827" y="142663"/>
                    </a:lnTo>
                    <a:lnTo>
                      <a:pt x="108797" y="143933"/>
                    </a:lnTo>
                    <a:lnTo>
                      <a:pt x="122767" y="145203"/>
                    </a:lnTo>
                    <a:lnTo>
                      <a:pt x="129540" y="146473"/>
                    </a:lnTo>
                    <a:lnTo>
                      <a:pt x="136737" y="148167"/>
                    </a:lnTo>
                    <a:lnTo>
                      <a:pt x="139277" y="148167"/>
                    </a:lnTo>
                    <a:lnTo>
                      <a:pt x="149437" y="148167"/>
                    </a:lnTo>
                    <a:lnTo>
                      <a:pt x="164677" y="148167"/>
                    </a:lnTo>
                    <a:lnTo>
                      <a:pt x="178647" y="149437"/>
                    </a:lnTo>
                    <a:lnTo>
                      <a:pt x="193887" y="150707"/>
                    </a:lnTo>
                    <a:lnTo>
                      <a:pt x="207857" y="152400"/>
                    </a:lnTo>
                    <a:lnTo>
                      <a:pt x="209127" y="152400"/>
                    </a:lnTo>
                    <a:lnTo>
                      <a:pt x="212090" y="152400"/>
                    </a:lnTo>
                    <a:lnTo>
                      <a:pt x="213360" y="152400"/>
                    </a:lnTo>
                    <a:lnTo>
                      <a:pt x="228600" y="152400"/>
                    </a:lnTo>
                    <a:lnTo>
                      <a:pt x="242570" y="152400"/>
                    </a:lnTo>
                    <a:lnTo>
                      <a:pt x="248497" y="152400"/>
                    </a:lnTo>
                    <a:lnTo>
                      <a:pt x="249767" y="152400"/>
                    </a:lnTo>
                    <a:lnTo>
                      <a:pt x="263737" y="152400"/>
                    </a:lnTo>
                    <a:lnTo>
                      <a:pt x="278977" y="152400"/>
                    </a:lnTo>
                    <a:lnTo>
                      <a:pt x="294217" y="152400"/>
                    </a:lnTo>
                    <a:lnTo>
                      <a:pt x="299720" y="150707"/>
                    </a:lnTo>
                    <a:lnTo>
                      <a:pt x="315383" y="150707"/>
                    </a:lnTo>
                    <a:lnTo>
                      <a:pt x="319617" y="150707"/>
                    </a:lnTo>
                    <a:lnTo>
                      <a:pt x="333587" y="150707"/>
                    </a:lnTo>
                    <a:lnTo>
                      <a:pt x="336127" y="150707"/>
                    </a:lnTo>
                    <a:lnTo>
                      <a:pt x="350097" y="149437"/>
                    </a:lnTo>
                    <a:lnTo>
                      <a:pt x="364067" y="149437"/>
                    </a:lnTo>
                    <a:lnTo>
                      <a:pt x="379307" y="148167"/>
                    </a:lnTo>
                    <a:lnTo>
                      <a:pt x="393277" y="146473"/>
                    </a:lnTo>
                    <a:lnTo>
                      <a:pt x="390737" y="143933"/>
                    </a:lnTo>
                    <a:lnTo>
                      <a:pt x="382270" y="132927"/>
                    </a:lnTo>
                    <a:lnTo>
                      <a:pt x="381000" y="131233"/>
                    </a:lnTo>
                    <a:lnTo>
                      <a:pt x="381000" y="117263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9" name="Freeform 2358">
                <a:extLst>
                  <a:ext uri="{FF2B5EF4-FFF2-40B4-BE49-F238E27FC236}">
                    <a16:creationId xmlns:a16="http://schemas.microsoft.com/office/drawing/2014/main" id="{26B57F27-8E06-624D-AFB5-4596F90FA346}"/>
                  </a:ext>
                </a:extLst>
              </p:cNvPr>
              <p:cNvSpPr/>
              <p:nvPr/>
            </p:nvSpPr>
            <p:spPr>
              <a:xfrm>
                <a:off x="9795086" y="340360"/>
                <a:ext cx="30479" cy="9736"/>
              </a:xfrm>
              <a:custGeom>
                <a:avLst/>
                <a:gdLst>
                  <a:gd name="connsiteX0" fmla="*/ 30480 w 30479"/>
                  <a:gd name="connsiteY0" fmla="*/ 5503 h 9736"/>
                  <a:gd name="connsiteX1" fmla="*/ 15240 w 30479"/>
                  <a:gd name="connsiteY1" fmla="*/ 0 h 9736"/>
                  <a:gd name="connsiteX2" fmla="*/ 0 w 30479"/>
                  <a:gd name="connsiteY2" fmla="*/ 8467 h 9736"/>
                  <a:gd name="connsiteX3" fmla="*/ 15240 w 30479"/>
                  <a:gd name="connsiteY3" fmla="*/ 9737 h 9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79" h="9736">
                    <a:moveTo>
                      <a:pt x="30480" y="5503"/>
                    </a:moveTo>
                    <a:lnTo>
                      <a:pt x="15240" y="0"/>
                    </a:lnTo>
                    <a:lnTo>
                      <a:pt x="0" y="8467"/>
                    </a:lnTo>
                    <a:lnTo>
                      <a:pt x="15240" y="9737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0" name="Freeform 2359">
                <a:extLst>
                  <a:ext uri="{FF2B5EF4-FFF2-40B4-BE49-F238E27FC236}">
                    <a16:creationId xmlns:a16="http://schemas.microsoft.com/office/drawing/2014/main" id="{F3FD633D-EC9B-A542-9B0C-B54D899B478B}"/>
                  </a:ext>
                </a:extLst>
              </p:cNvPr>
              <p:cNvSpPr/>
              <p:nvPr/>
            </p:nvSpPr>
            <p:spPr>
              <a:xfrm>
                <a:off x="10806429" y="714163"/>
                <a:ext cx="15240" cy="9736"/>
              </a:xfrm>
              <a:custGeom>
                <a:avLst/>
                <a:gdLst>
                  <a:gd name="connsiteX0" fmla="*/ 1270 w 15240"/>
                  <a:gd name="connsiteY0" fmla="*/ 0 h 9736"/>
                  <a:gd name="connsiteX1" fmla="*/ 0 w 15240"/>
                  <a:gd name="connsiteY1" fmla="*/ 9737 h 9736"/>
                  <a:gd name="connsiteX2" fmla="*/ 15240 w 15240"/>
                  <a:gd name="connsiteY2" fmla="*/ 2963 h 9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240" h="9736">
                    <a:moveTo>
                      <a:pt x="1270" y="0"/>
                    </a:moveTo>
                    <a:lnTo>
                      <a:pt x="0" y="9737"/>
                    </a:lnTo>
                    <a:lnTo>
                      <a:pt x="15240" y="2963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1" name="Freeform 2360">
                <a:extLst>
                  <a:ext uri="{FF2B5EF4-FFF2-40B4-BE49-F238E27FC236}">
                    <a16:creationId xmlns:a16="http://schemas.microsoft.com/office/drawing/2014/main" id="{F7970BD9-8BA8-C64A-A9BE-56F3396721D7}"/>
                  </a:ext>
                </a:extLst>
              </p:cNvPr>
              <p:cNvSpPr/>
              <p:nvPr/>
            </p:nvSpPr>
            <p:spPr>
              <a:xfrm>
                <a:off x="13752829" y="712893"/>
                <a:ext cx="114299" cy="47413"/>
              </a:xfrm>
              <a:custGeom>
                <a:avLst/>
                <a:gdLst>
                  <a:gd name="connsiteX0" fmla="*/ 44450 w 114299"/>
                  <a:gd name="connsiteY0" fmla="*/ 13970 h 47413"/>
                  <a:gd name="connsiteX1" fmla="*/ 29211 w 114299"/>
                  <a:gd name="connsiteY1" fmla="*/ 2540 h 47413"/>
                  <a:gd name="connsiteX2" fmla="*/ 13546 w 114299"/>
                  <a:gd name="connsiteY2" fmla="*/ 0 h 47413"/>
                  <a:gd name="connsiteX3" fmla="*/ 0 w 114299"/>
                  <a:gd name="connsiteY3" fmla="*/ 5503 h 47413"/>
                  <a:gd name="connsiteX4" fmla="*/ 13546 w 114299"/>
                  <a:gd name="connsiteY4" fmla="*/ 4233 h 47413"/>
                  <a:gd name="connsiteX5" fmla="*/ 29211 w 114299"/>
                  <a:gd name="connsiteY5" fmla="*/ 8043 h 47413"/>
                  <a:gd name="connsiteX6" fmla="*/ 42757 w 114299"/>
                  <a:gd name="connsiteY6" fmla="*/ 20743 h 47413"/>
                  <a:gd name="connsiteX7" fmla="*/ 57150 w 114299"/>
                  <a:gd name="connsiteY7" fmla="*/ 34713 h 47413"/>
                  <a:gd name="connsiteX8" fmla="*/ 73661 w 114299"/>
                  <a:gd name="connsiteY8" fmla="*/ 38947 h 47413"/>
                  <a:gd name="connsiteX9" fmla="*/ 90594 w 114299"/>
                  <a:gd name="connsiteY9" fmla="*/ 47413 h 47413"/>
                  <a:gd name="connsiteX10" fmla="*/ 105833 w 114299"/>
                  <a:gd name="connsiteY10" fmla="*/ 43180 h 47413"/>
                  <a:gd name="connsiteX11" fmla="*/ 114300 w 114299"/>
                  <a:gd name="connsiteY11" fmla="*/ 37677 h 47413"/>
                  <a:gd name="connsiteX12" fmla="*/ 105833 w 114299"/>
                  <a:gd name="connsiteY12" fmla="*/ 23707 h 47413"/>
                  <a:gd name="connsiteX13" fmla="*/ 90594 w 114299"/>
                  <a:gd name="connsiteY13" fmla="*/ 13970 h 47413"/>
                  <a:gd name="connsiteX14" fmla="*/ 76624 w 114299"/>
                  <a:gd name="connsiteY14" fmla="*/ 11007 h 47413"/>
                  <a:gd name="connsiteX15" fmla="*/ 59690 w 114299"/>
                  <a:gd name="connsiteY15" fmla="*/ 6773 h 47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4299" h="47413">
                    <a:moveTo>
                      <a:pt x="44450" y="13970"/>
                    </a:moveTo>
                    <a:lnTo>
                      <a:pt x="29211" y="2540"/>
                    </a:lnTo>
                    <a:lnTo>
                      <a:pt x="13546" y="0"/>
                    </a:lnTo>
                    <a:lnTo>
                      <a:pt x="0" y="5503"/>
                    </a:lnTo>
                    <a:lnTo>
                      <a:pt x="13546" y="4233"/>
                    </a:lnTo>
                    <a:lnTo>
                      <a:pt x="29211" y="8043"/>
                    </a:lnTo>
                    <a:lnTo>
                      <a:pt x="42757" y="20743"/>
                    </a:lnTo>
                    <a:lnTo>
                      <a:pt x="57150" y="34713"/>
                    </a:lnTo>
                    <a:lnTo>
                      <a:pt x="73661" y="38947"/>
                    </a:lnTo>
                    <a:lnTo>
                      <a:pt x="90594" y="47413"/>
                    </a:lnTo>
                    <a:lnTo>
                      <a:pt x="105833" y="43180"/>
                    </a:lnTo>
                    <a:lnTo>
                      <a:pt x="114300" y="37677"/>
                    </a:lnTo>
                    <a:lnTo>
                      <a:pt x="105833" y="23707"/>
                    </a:lnTo>
                    <a:lnTo>
                      <a:pt x="90594" y="13970"/>
                    </a:lnTo>
                    <a:lnTo>
                      <a:pt x="76624" y="11007"/>
                    </a:lnTo>
                    <a:lnTo>
                      <a:pt x="59690" y="6773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2" name="Freeform 2361">
                <a:extLst>
                  <a:ext uri="{FF2B5EF4-FFF2-40B4-BE49-F238E27FC236}">
                    <a16:creationId xmlns:a16="http://schemas.microsoft.com/office/drawing/2014/main" id="{3537ACFC-798C-4948-B4B2-46EFADB2DA21}"/>
                  </a:ext>
                </a:extLst>
              </p:cNvPr>
              <p:cNvSpPr/>
              <p:nvPr/>
            </p:nvSpPr>
            <p:spPr>
              <a:xfrm>
                <a:off x="13826490" y="720936"/>
                <a:ext cx="16933" cy="2963"/>
              </a:xfrm>
              <a:custGeom>
                <a:avLst/>
                <a:gdLst>
                  <a:gd name="connsiteX0" fmla="*/ 13969 w 16933"/>
                  <a:gd name="connsiteY0" fmla="*/ 0 h 2963"/>
                  <a:gd name="connsiteX1" fmla="*/ 0 w 16933"/>
                  <a:gd name="connsiteY1" fmla="*/ 0 h 2963"/>
                  <a:gd name="connsiteX2" fmla="*/ 16933 w 16933"/>
                  <a:gd name="connsiteY2" fmla="*/ 2963 h 2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933" h="2963">
                    <a:moveTo>
                      <a:pt x="13969" y="0"/>
                    </a:moveTo>
                    <a:lnTo>
                      <a:pt x="0" y="0"/>
                    </a:lnTo>
                    <a:lnTo>
                      <a:pt x="16933" y="2963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3" name="Freeform 2362">
                <a:extLst>
                  <a:ext uri="{FF2B5EF4-FFF2-40B4-BE49-F238E27FC236}">
                    <a16:creationId xmlns:a16="http://schemas.microsoft.com/office/drawing/2014/main" id="{D1A2727C-C509-6B43-A1A8-1DC2AE1FABD5}"/>
                  </a:ext>
                </a:extLst>
              </p:cNvPr>
              <p:cNvSpPr/>
              <p:nvPr/>
            </p:nvSpPr>
            <p:spPr>
              <a:xfrm>
                <a:off x="9203266" y="-150706"/>
                <a:ext cx="4665133" cy="4907703"/>
              </a:xfrm>
              <a:custGeom>
                <a:avLst/>
                <a:gdLst>
                  <a:gd name="connsiteX0" fmla="*/ 4652434 w 4665133"/>
                  <a:gd name="connsiteY0" fmla="*/ 378037 h 4907703"/>
                  <a:gd name="connsiteX1" fmla="*/ 4638463 w 4665133"/>
                  <a:gd name="connsiteY1" fmla="*/ 372533 h 4907703"/>
                  <a:gd name="connsiteX2" fmla="*/ 4640157 w 4665133"/>
                  <a:gd name="connsiteY2" fmla="*/ 358563 h 4907703"/>
                  <a:gd name="connsiteX3" fmla="*/ 4653704 w 4665133"/>
                  <a:gd name="connsiteY3" fmla="*/ 350097 h 4907703"/>
                  <a:gd name="connsiteX4" fmla="*/ 4651163 w 4665133"/>
                  <a:gd name="connsiteY4" fmla="*/ 334857 h 4907703"/>
                  <a:gd name="connsiteX5" fmla="*/ 4637193 w 4665133"/>
                  <a:gd name="connsiteY5" fmla="*/ 325120 h 4907703"/>
                  <a:gd name="connsiteX6" fmla="*/ 4637193 w 4665133"/>
                  <a:gd name="connsiteY6" fmla="*/ 311150 h 4907703"/>
                  <a:gd name="connsiteX7" fmla="*/ 4631691 w 4665133"/>
                  <a:gd name="connsiteY7" fmla="*/ 297180 h 4907703"/>
                  <a:gd name="connsiteX8" fmla="*/ 4623224 w 4665133"/>
                  <a:gd name="connsiteY8" fmla="*/ 281940 h 4907703"/>
                  <a:gd name="connsiteX9" fmla="*/ 4609254 w 4665133"/>
                  <a:gd name="connsiteY9" fmla="*/ 274743 h 4907703"/>
                  <a:gd name="connsiteX10" fmla="*/ 4595284 w 4665133"/>
                  <a:gd name="connsiteY10" fmla="*/ 266277 h 4907703"/>
                  <a:gd name="connsiteX11" fmla="*/ 4589780 w 4665133"/>
                  <a:gd name="connsiteY11" fmla="*/ 252307 h 4907703"/>
                  <a:gd name="connsiteX12" fmla="*/ 4574541 w 4665133"/>
                  <a:gd name="connsiteY12" fmla="*/ 245533 h 4907703"/>
                  <a:gd name="connsiteX13" fmla="*/ 4560570 w 4665133"/>
                  <a:gd name="connsiteY13" fmla="*/ 242570 h 4907703"/>
                  <a:gd name="connsiteX14" fmla="*/ 4545330 w 4665133"/>
                  <a:gd name="connsiteY14" fmla="*/ 238337 h 4907703"/>
                  <a:gd name="connsiteX15" fmla="*/ 4528397 w 4665133"/>
                  <a:gd name="connsiteY15" fmla="*/ 232833 h 4907703"/>
                  <a:gd name="connsiteX16" fmla="*/ 4514427 w 4665133"/>
                  <a:gd name="connsiteY16" fmla="*/ 227330 h 4907703"/>
                  <a:gd name="connsiteX17" fmla="*/ 4499187 w 4665133"/>
                  <a:gd name="connsiteY17" fmla="*/ 218863 h 4907703"/>
                  <a:gd name="connsiteX18" fmla="*/ 4483947 w 4665133"/>
                  <a:gd name="connsiteY18" fmla="*/ 212090 h 4907703"/>
                  <a:gd name="connsiteX19" fmla="*/ 4469977 w 4665133"/>
                  <a:gd name="connsiteY19" fmla="*/ 196850 h 4907703"/>
                  <a:gd name="connsiteX20" fmla="*/ 4483947 w 4665133"/>
                  <a:gd name="connsiteY20" fmla="*/ 190923 h 4907703"/>
                  <a:gd name="connsiteX21" fmla="*/ 4497493 w 4665133"/>
                  <a:gd name="connsiteY21" fmla="*/ 187113 h 4907703"/>
                  <a:gd name="connsiteX22" fmla="*/ 4507654 w 4665133"/>
                  <a:gd name="connsiteY22" fmla="*/ 173143 h 4907703"/>
                  <a:gd name="connsiteX23" fmla="*/ 4497493 w 4665133"/>
                  <a:gd name="connsiteY23" fmla="*/ 157480 h 4907703"/>
                  <a:gd name="connsiteX24" fmla="*/ 4510193 w 4665133"/>
                  <a:gd name="connsiteY24" fmla="*/ 143510 h 4907703"/>
                  <a:gd name="connsiteX25" fmla="*/ 4507654 w 4665133"/>
                  <a:gd name="connsiteY25" fmla="*/ 132503 h 4907703"/>
                  <a:gd name="connsiteX26" fmla="*/ 4511463 w 4665133"/>
                  <a:gd name="connsiteY26" fmla="*/ 117263 h 4907703"/>
                  <a:gd name="connsiteX27" fmla="*/ 4508924 w 4665133"/>
                  <a:gd name="connsiteY27" fmla="*/ 103293 h 4907703"/>
                  <a:gd name="connsiteX28" fmla="*/ 4511463 w 4665133"/>
                  <a:gd name="connsiteY28" fmla="*/ 89323 h 4907703"/>
                  <a:gd name="connsiteX29" fmla="*/ 4497493 w 4665133"/>
                  <a:gd name="connsiteY29" fmla="*/ 76623 h 4907703"/>
                  <a:gd name="connsiteX30" fmla="*/ 4494954 w 4665133"/>
                  <a:gd name="connsiteY30" fmla="*/ 62653 h 4907703"/>
                  <a:gd name="connsiteX31" fmla="*/ 4479291 w 4665133"/>
                  <a:gd name="connsiteY31" fmla="*/ 54187 h 4907703"/>
                  <a:gd name="connsiteX32" fmla="*/ 4469977 w 4665133"/>
                  <a:gd name="connsiteY32" fmla="*/ 40640 h 4907703"/>
                  <a:gd name="connsiteX33" fmla="*/ 4454313 w 4665133"/>
                  <a:gd name="connsiteY33" fmla="*/ 30480 h 4907703"/>
                  <a:gd name="connsiteX34" fmla="*/ 4439074 w 4665133"/>
                  <a:gd name="connsiteY34" fmla="*/ 27940 h 4907703"/>
                  <a:gd name="connsiteX35" fmla="*/ 4423834 w 4665133"/>
                  <a:gd name="connsiteY35" fmla="*/ 24977 h 4907703"/>
                  <a:gd name="connsiteX36" fmla="*/ 4408170 w 4665133"/>
                  <a:gd name="connsiteY36" fmla="*/ 22437 h 4907703"/>
                  <a:gd name="connsiteX37" fmla="*/ 4391660 w 4665133"/>
                  <a:gd name="connsiteY37" fmla="*/ 19473 h 4907703"/>
                  <a:gd name="connsiteX38" fmla="*/ 4376420 w 4665133"/>
                  <a:gd name="connsiteY38" fmla="*/ 23707 h 4907703"/>
                  <a:gd name="connsiteX39" fmla="*/ 4359487 w 4665133"/>
                  <a:gd name="connsiteY39" fmla="*/ 15240 h 4907703"/>
                  <a:gd name="connsiteX40" fmla="*/ 4344247 w 4665133"/>
                  <a:gd name="connsiteY40" fmla="*/ 12700 h 4907703"/>
                  <a:gd name="connsiteX41" fmla="*/ 4330277 w 4665133"/>
                  <a:gd name="connsiteY41" fmla="*/ 8467 h 4907703"/>
                  <a:gd name="connsiteX42" fmla="*/ 4315037 w 4665133"/>
                  <a:gd name="connsiteY42" fmla="*/ 8467 h 4907703"/>
                  <a:gd name="connsiteX43" fmla="*/ 4299797 w 4665133"/>
                  <a:gd name="connsiteY43" fmla="*/ 9737 h 4907703"/>
                  <a:gd name="connsiteX44" fmla="*/ 4282863 w 4665133"/>
                  <a:gd name="connsiteY44" fmla="*/ 8467 h 4907703"/>
                  <a:gd name="connsiteX45" fmla="*/ 4267624 w 4665133"/>
                  <a:gd name="connsiteY45" fmla="*/ 8467 h 4907703"/>
                  <a:gd name="connsiteX46" fmla="*/ 4253654 w 4665133"/>
                  <a:gd name="connsiteY46" fmla="*/ 11007 h 4907703"/>
                  <a:gd name="connsiteX47" fmla="*/ 4237991 w 4665133"/>
                  <a:gd name="connsiteY47" fmla="*/ 11007 h 4907703"/>
                  <a:gd name="connsiteX48" fmla="*/ 4222750 w 4665133"/>
                  <a:gd name="connsiteY48" fmla="*/ 9737 h 4907703"/>
                  <a:gd name="connsiteX49" fmla="*/ 4206241 w 4665133"/>
                  <a:gd name="connsiteY49" fmla="*/ 9737 h 4907703"/>
                  <a:gd name="connsiteX50" fmla="*/ 4192270 w 4665133"/>
                  <a:gd name="connsiteY50" fmla="*/ 9737 h 4907703"/>
                  <a:gd name="connsiteX51" fmla="*/ 4175760 w 4665133"/>
                  <a:gd name="connsiteY51" fmla="*/ 11007 h 4907703"/>
                  <a:gd name="connsiteX52" fmla="*/ 4169833 w 4665133"/>
                  <a:gd name="connsiteY52" fmla="*/ 11007 h 4907703"/>
                  <a:gd name="connsiteX53" fmla="*/ 4154593 w 4665133"/>
                  <a:gd name="connsiteY53" fmla="*/ 11007 h 4907703"/>
                  <a:gd name="connsiteX54" fmla="*/ 4138930 w 4665133"/>
                  <a:gd name="connsiteY54" fmla="*/ 12700 h 4907703"/>
                  <a:gd name="connsiteX55" fmla="*/ 4123691 w 4665133"/>
                  <a:gd name="connsiteY55" fmla="*/ 11007 h 4907703"/>
                  <a:gd name="connsiteX56" fmla="*/ 4137660 w 4665133"/>
                  <a:gd name="connsiteY56" fmla="*/ 5503 h 4907703"/>
                  <a:gd name="connsiteX57" fmla="*/ 4123691 w 4665133"/>
                  <a:gd name="connsiteY57" fmla="*/ 0 h 4907703"/>
                  <a:gd name="connsiteX58" fmla="*/ 4108450 w 4665133"/>
                  <a:gd name="connsiteY58" fmla="*/ 0 h 4907703"/>
                  <a:gd name="connsiteX59" fmla="*/ 4099983 w 4665133"/>
                  <a:gd name="connsiteY59" fmla="*/ 15240 h 4907703"/>
                  <a:gd name="connsiteX60" fmla="*/ 4091941 w 4665133"/>
                  <a:gd name="connsiteY60" fmla="*/ 29210 h 4907703"/>
                  <a:gd name="connsiteX61" fmla="*/ 4090670 w 4665133"/>
                  <a:gd name="connsiteY61" fmla="*/ 43180 h 4907703"/>
                  <a:gd name="connsiteX62" fmla="*/ 4083474 w 4665133"/>
                  <a:gd name="connsiteY62" fmla="*/ 57150 h 4907703"/>
                  <a:gd name="connsiteX63" fmla="*/ 4086013 w 4665133"/>
                  <a:gd name="connsiteY63" fmla="*/ 72390 h 4907703"/>
                  <a:gd name="connsiteX64" fmla="*/ 4091941 w 4665133"/>
                  <a:gd name="connsiteY64" fmla="*/ 86360 h 4907703"/>
                  <a:gd name="connsiteX65" fmla="*/ 4091941 w 4665133"/>
                  <a:gd name="connsiteY65" fmla="*/ 100330 h 4907703"/>
                  <a:gd name="connsiteX66" fmla="*/ 4094480 w 4665133"/>
                  <a:gd name="connsiteY66" fmla="*/ 114300 h 4907703"/>
                  <a:gd name="connsiteX67" fmla="*/ 4095750 w 4665133"/>
                  <a:gd name="connsiteY67" fmla="*/ 128270 h 4907703"/>
                  <a:gd name="connsiteX68" fmla="*/ 4093210 w 4665133"/>
                  <a:gd name="connsiteY68" fmla="*/ 131233 h 4907703"/>
                  <a:gd name="connsiteX69" fmla="*/ 4094480 w 4665133"/>
                  <a:gd name="connsiteY69" fmla="*/ 145203 h 4907703"/>
                  <a:gd name="connsiteX70" fmla="*/ 4094480 w 4665133"/>
                  <a:gd name="connsiteY70" fmla="*/ 160443 h 4907703"/>
                  <a:gd name="connsiteX71" fmla="*/ 4091941 w 4665133"/>
                  <a:gd name="connsiteY71" fmla="*/ 174413 h 4907703"/>
                  <a:gd name="connsiteX72" fmla="*/ 4076276 w 4665133"/>
                  <a:gd name="connsiteY72" fmla="*/ 182880 h 4907703"/>
                  <a:gd name="connsiteX73" fmla="*/ 4064000 w 4665133"/>
                  <a:gd name="connsiteY73" fmla="*/ 196850 h 4907703"/>
                  <a:gd name="connsiteX74" fmla="*/ 4048337 w 4665133"/>
                  <a:gd name="connsiteY74" fmla="*/ 203623 h 4907703"/>
                  <a:gd name="connsiteX75" fmla="*/ 4034791 w 4665133"/>
                  <a:gd name="connsiteY75" fmla="*/ 212090 h 4907703"/>
                  <a:gd name="connsiteX76" fmla="*/ 4017857 w 4665133"/>
                  <a:gd name="connsiteY76" fmla="*/ 218863 h 4907703"/>
                  <a:gd name="connsiteX77" fmla="*/ 4003887 w 4665133"/>
                  <a:gd name="connsiteY77" fmla="*/ 221827 h 4907703"/>
                  <a:gd name="connsiteX78" fmla="*/ 3987376 w 4665133"/>
                  <a:gd name="connsiteY78" fmla="*/ 227330 h 4907703"/>
                  <a:gd name="connsiteX79" fmla="*/ 3971713 w 4665133"/>
                  <a:gd name="connsiteY79" fmla="*/ 240030 h 4907703"/>
                  <a:gd name="connsiteX80" fmla="*/ 3966210 w 4665133"/>
                  <a:gd name="connsiteY80" fmla="*/ 254000 h 4907703"/>
                  <a:gd name="connsiteX81" fmla="*/ 3972983 w 4665133"/>
                  <a:gd name="connsiteY81" fmla="*/ 267970 h 4907703"/>
                  <a:gd name="connsiteX82" fmla="*/ 3987376 w 4665133"/>
                  <a:gd name="connsiteY82" fmla="*/ 267970 h 4907703"/>
                  <a:gd name="connsiteX83" fmla="*/ 3974676 w 4665133"/>
                  <a:gd name="connsiteY83" fmla="*/ 281940 h 4907703"/>
                  <a:gd name="connsiteX84" fmla="*/ 3985683 w 4665133"/>
                  <a:gd name="connsiteY84" fmla="*/ 297180 h 4907703"/>
                  <a:gd name="connsiteX85" fmla="*/ 3999654 w 4665133"/>
                  <a:gd name="connsiteY85" fmla="*/ 297180 h 4907703"/>
                  <a:gd name="connsiteX86" fmla="*/ 4014893 w 4665133"/>
                  <a:gd name="connsiteY86" fmla="*/ 295487 h 4907703"/>
                  <a:gd name="connsiteX87" fmla="*/ 4030557 w 4665133"/>
                  <a:gd name="connsiteY87" fmla="*/ 291677 h 4907703"/>
                  <a:gd name="connsiteX88" fmla="*/ 4045797 w 4665133"/>
                  <a:gd name="connsiteY88" fmla="*/ 294217 h 4907703"/>
                  <a:gd name="connsiteX89" fmla="*/ 4061037 w 4665133"/>
                  <a:gd name="connsiteY89" fmla="*/ 306917 h 4907703"/>
                  <a:gd name="connsiteX90" fmla="*/ 4059767 w 4665133"/>
                  <a:gd name="connsiteY90" fmla="*/ 322157 h 4907703"/>
                  <a:gd name="connsiteX91" fmla="*/ 4064000 w 4665133"/>
                  <a:gd name="connsiteY91" fmla="*/ 336127 h 4907703"/>
                  <a:gd name="connsiteX92" fmla="*/ 4072043 w 4665133"/>
                  <a:gd name="connsiteY92" fmla="*/ 351367 h 4907703"/>
                  <a:gd name="connsiteX93" fmla="*/ 4073737 w 4665133"/>
                  <a:gd name="connsiteY93" fmla="*/ 365337 h 4907703"/>
                  <a:gd name="connsiteX94" fmla="*/ 4076276 w 4665133"/>
                  <a:gd name="connsiteY94" fmla="*/ 379307 h 4907703"/>
                  <a:gd name="connsiteX95" fmla="*/ 4090670 w 4665133"/>
                  <a:gd name="connsiteY95" fmla="*/ 381000 h 4907703"/>
                  <a:gd name="connsiteX96" fmla="*/ 4105487 w 4665133"/>
                  <a:gd name="connsiteY96" fmla="*/ 393277 h 4907703"/>
                  <a:gd name="connsiteX97" fmla="*/ 4101676 w 4665133"/>
                  <a:gd name="connsiteY97" fmla="*/ 407247 h 4907703"/>
                  <a:gd name="connsiteX98" fmla="*/ 4088976 w 4665133"/>
                  <a:gd name="connsiteY98" fmla="*/ 410210 h 4907703"/>
                  <a:gd name="connsiteX99" fmla="*/ 4075007 w 4665133"/>
                  <a:gd name="connsiteY99" fmla="*/ 407247 h 4907703"/>
                  <a:gd name="connsiteX100" fmla="*/ 4065270 w 4665133"/>
                  <a:gd name="connsiteY100" fmla="*/ 407247 h 4907703"/>
                  <a:gd name="connsiteX101" fmla="*/ 4066541 w 4665133"/>
                  <a:gd name="connsiteY101" fmla="*/ 412750 h 4907703"/>
                  <a:gd name="connsiteX102" fmla="*/ 4069504 w 4665133"/>
                  <a:gd name="connsiteY102" fmla="*/ 428413 h 4907703"/>
                  <a:gd name="connsiteX103" fmla="*/ 4072043 w 4665133"/>
                  <a:gd name="connsiteY103" fmla="*/ 443653 h 4907703"/>
                  <a:gd name="connsiteX104" fmla="*/ 4080510 w 4665133"/>
                  <a:gd name="connsiteY104" fmla="*/ 457623 h 4907703"/>
                  <a:gd name="connsiteX105" fmla="*/ 4095750 w 4665133"/>
                  <a:gd name="connsiteY105" fmla="*/ 464397 h 4907703"/>
                  <a:gd name="connsiteX106" fmla="*/ 4097443 w 4665133"/>
                  <a:gd name="connsiteY106" fmla="*/ 450427 h 4907703"/>
                  <a:gd name="connsiteX107" fmla="*/ 4111413 w 4665133"/>
                  <a:gd name="connsiteY107" fmla="*/ 452120 h 4907703"/>
                  <a:gd name="connsiteX108" fmla="*/ 4126654 w 4665133"/>
                  <a:gd name="connsiteY108" fmla="*/ 456353 h 4907703"/>
                  <a:gd name="connsiteX109" fmla="*/ 4140624 w 4665133"/>
                  <a:gd name="connsiteY109" fmla="*/ 460163 h 4907703"/>
                  <a:gd name="connsiteX110" fmla="*/ 4155863 w 4665133"/>
                  <a:gd name="connsiteY110" fmla="*/ 460163 h 4907703"/>
                  <a:gd name="connsiteX111" fmla="*/ 4171526 w 4665133"/>
                  <a:gd name="connsiteY111" fmla="*/ 464397 h 4907703"/>
                  <a:gd name="connsiteX112" fmla="*/ 4185074 w 4665133"/>
                  <a:gd name="connsiteY112" fmla="*/ 471593 h 4907703"/>
                  <a:gd name="connsiteX113" fmla="*/ 4199043 w 4665133"/>
                  <a:gd name="connsiteY113" fmla="*/ 475827 h 4907703"/>
                  <a:gd name="connsiteX114" fmla="*/ 4214707 w 4665133"/>
                  <a:gd name="connsiteY114" fmla="*/ 478367 h 4907703"/>
                  <a:gd name="connsiteX115" fmla="*/ 4228677 w 4665133"/>
                  <a:gd name="connsiteY115" fmla="*/ 471593 h 4907703"/>
                  <a:gd name="connsiteX116" fmla="*/ 4235450 w 4665133"/>
                  <a:gd name="connsiteY116" fmla="*/ 485563 h 4907703"/>
                  <a:gd name="connsiteX117" fmla="*/ 4234180 w 4665133"/>
                  <a:gd name="connsiteY117" fmla="*/ 499533 h 4907703"/>
                  <a:gd name="connsiteX118" fmla="*/ 4249420 w 4665133"/>
                  <a:gd name="connsiteY118" fmla="*/ 513503 h 4907703"/>
                  <a:gd name="connsiteX119" fmla="*/ 4263391 w 4665133"/>
                  <a:gd name="connsiteY119" fmla="*/ 523240 h 4907703"/>
                  <a:gd name="connsiteX120" fmla="*/ 4278630 w 4665133"/>
                  <a:gd name="connsiteY120" fmla="*/ 531283 h 4907703"/>
                  <a:gd name="connsiteX121" fmla="*/ 4292600 w 4665133"/>
                  <a:gd name="connsiteY121" fmla="*/ 539750 h 4907703"/>
                  <a:gd name="connsiteX122" fmla="*/ 4307841 w 4665133"/>
                  <a:gd name="connsiteY122" fmla="*/ 551180 h 4907703"/>
                  <a:gd name="connsiteX123" fmla="*/ 4323504 w 4665133"/>
                  <a:gd name="connsiteY123" fmla="*/ 556683 h 4907703"/>
                  <a:gd name="connsiteX124" fmla="*/ 4340013 w 4665133"/>
                  <a:gd name="connsiteY124" fmla="*/ 560917 h 4907703"/>
                  <a:gd name="connsiteX125" fmla="*/ 4353984 w 4665133"/>
                  <a:gd name="connsiteY125" fmla="*/ 559223 h 4907703"/>
                  <a:gd name="connsiteX126" fmla="*/ 4367954 w 4665133"/>
                  <a:gd name="connsiteY126" fmla="*/ 553720 h 4907703"/>
                  <a:gd name="connsiteX127" fmla="*/ 4383193 w 4665133"/>
                  <a:gd name="connsiteY127" fmla="*/ 560917 h 4907703"/>
                  <a:gd name="connsiteX128" fmla="*/ 4367954 w 4665133"/>
                  <a:gd name="connsiteY128" fmla="*/ 565150 h 4907703"/>
                  <a:gd name="connsiteX129" fmla="*/ 4383193 w 4665133"/>
                  <a:gd name="connsiteY129" fmla="*/ 574887 h 4907703"/>
                  <a:gd name="connsiteX130" fmla="*/ 4383193 w 4665133"/>
                  <a:gd name="connsiteY130" fmla="*/ 588433 h 4907703"/>
                  <a:gd name="connsiteX131" fmla="*/ 4381924 w 4665133"/>
                  <a:gd name="connsiteY131" fmla="*/ 602827 h 4907703"/>
                  <a:gd name="connsiteX132" fmla="*/ 4376420 w 4665133"/>
                  <a:gd name="connsiteY132" fmla="*/ 618067 h 4907703"/>
                  <a:gd name="connsiteX133" fmla="*/ 4366684 w 4665133"/>
                  <a:gd name="connsiteY133" fmla="*/ 632037 h 4907703"/>
                  <a:gd name="connsiteX134" fmla="*/ 4376420 w 4665133"/>
                  <a:gd name="connsiteY134" fmla="*/ 646007 h 4907703"/>
                  <a:gd name="connsiteX135" fmla="*/ 4375150 w 4665133"/>
                  <a:gd name="connsiteY135" fmla="*/ 646007 h 4907703"/>
                  <a:gd name="connsiteX136" fmla="*/ 4361180 w 4665133"/>
                  <a:gd name="connsiteY136" fmla="*/ 658283 h 4907703"/>
                  <a:gd name="connsiteX137" fmla="*/ 4345517 w 4665133"/>
                  <a:gd name="connsiteY137" fmla="*/ 663787 h 4907703"/>
                  <a:gd name="connsiteX138" fmla="*/ 4331547 w 4665133"/>
                  <a:gd name="connsiteY138" fmla="*/ 657013 h 4907703"/>
                  <a:gd name="connsiteX139" fmla="*/ 4333241 w 4665133"/>
                  <a:gd name="connsiteY139" fmla="*/ 643043 h 4907703"/>
                  <a:gd name="connsiteX140" fmla="*/ 4317577 w 4665133"/>
                  <a:gd name="connsiteY140" fmla="*/ 633307 h 4907703"/>
                  <a:gd name="connsiteX141" fmla="*/ 4304030 w 4665133"/>
                  <a:gd name="connsiteY141" fmla="*/ 629073 h 4907703"/>
                  <a:gd name="connsiteX142" fmla="*/ 4287097 w 4665133"/>
                  <a:gd name="connsiteY142" fmla="*/ 624840 h 4907703"/>
                  <a:gd name="connsiteX143" fmla="*/ 4273127 w 4665133"/>
                  <a:gd name="connsiteY143" fmla="*/ 623570 h 4907703"/>
                  <a:gd name="connsiteX144" fmla="*/ 4257887 w 4665133"/>
                  <a:gd name="connsiteY144" fmla="*/ 613833 h 4907703"/>
                  <a:gd name="connsiteX145" fmla="*/ 4243917 w 4665133"/>
                  <a:gd name="connsiteY145" fmla="*/ 606637 h 4907703"/>
                  <a:gd name="connsiteX146" fmla="*/ 4229947 w 4665133"/>
                  <a:gd name="connsiteY146" fmla="*/ 601133 h 4907703"/>
                  <a:gd name="connsiteX147" fmla="*/ 4214707 w 4665133"/>
                  <a:gd name="connsiteY147" fmla="*/ 595630 h 4907703"/>
                  <a:gd name="connsiteX148" fmla="*/ 4199043 w 4665133"/>
                  <a:gd name="connsiteY148" fmla="*/ 591397 h 4907703"/>
                  <a:gd name="connsiteX149" fmla="*/ 4185074 w 4665133"/>
                  <a:gd name="connsiteY149" fmla="*/ 585893 h 4907703"/>
                  <a:gd name="connsiteX150" fmla="*/ 4172797 w 4665133"/>
                  <a:gd name="connsiteY150" fmla="*/ 570653 h 4907703"/>
                  <a:gd name="connsiteX151" fmla="*/ 4158826 w 4665133"/>
                  <a:gd name="connsiteY151" fmla="*/ 567690 h 4907703"/>
                  <a:gd name="connsiteX152" fmla="*/ 4141893 w 4665133"/>
                  <a:gd name="connsiteY152" fmla="*/ 565150 h 4907703"/>
                  <a:gd name="connsiteX153" fmla="*/ 4127924 w 4665133"/>
                  <a:gd name="connsiteY153" fmla="*/ 563457 h 4907703"/>
                  <a:gd name="connsiteX154" fmla="*/ 4112683 w 4665133"/>
                  <a:gd name="connsiteY154" fmla="*/ 562187 h 4907703"/>
                  <a:gd name="connsiteX155" fmla="*/ 4098713 w 4665133"/>
                  <a:gd name="connsiteY155" fmla="*/ 557953 h 4907703"/>
                  <a:gd name="connsiteX156" fmla="*/ 4081780 w 4665133"/>
                  <a:gd name="connsiteY156" fmla="*/ 555413 h 4907703"/>
                  <a:gd name="connsiteX157" fmla="*/ 4068233 w 4665133"/>
                  <a:gd name="connsiteY157" fmla="*/ 548217 h 4907703"/>
                  <a:gd name="connsiteX158" fmla="*/ 4053841 w 4665133"/>
                  <a:gd name="connsiteY158" fmla="*/ 545253 h 4907703"/>
                  <a:gd name="connsiteX159" fmla="*/ 4038600 w 4665133"/>
                  <a:gd name="connsiteY159" fmla="*/ 542713 h 4907703"/>
                  <a:gd name="connsiteX160" fmla="*/ 4024630 w 4665133"/>
                  <a:gd name="connsiteY160" fmla="*/ 539750 h 4907703"/>
                  <a:gd name="connsiteX161" fmla="*/ 4009391 w 4665133"/>
                  <a:gd name="connsiteY161" fmla="*/ 537210 h 4907703"/>
                  <a:gd name="connsiteX162" fmla="*/ 3994150 w 4665133"/>
                  <a:gd name="connsiteY162" fmla="*/ 530013 h 4907703"/>
                  <a:gd name="connsiteX163" fmla="*/ 4009391 w 4665133"/>
                  <a:gd name="connsiteY163" fmla="*/ 528743 h 4907703"/>
                  <a:gd name="connsiteX164" fmla="*/ 3995420 w 4665133"/>
                  <a:gd name="connsiteY164" fmla="*/ 527050 h 4907703"/>
                  <a:gd name="connsiteX165" fmla="*/ 3978910 w 4665133"/>
                  <a:gd name="connsiteY165" fmla="*/ 525780 h 4907703"/>
                  <a:gd name="connsiteX166" fmla="*/ 3964517 w 4665133"/>
                  <a:gd name="connsiteY166" fmla="*/ 523240 h 4907703"/>
                  <a:gd name="connsiteX167" fmla="*/ 3949700 w 4665133"/>
                  <a:gd name="connsiteY167" fmla="*/ 519007 h 4907703"/>
                  <a:gd name="connsiteX168" fmla="*/ 3935307 w 4665133"/>
                  <a:gd name="connsiteY168" fmla="*/ 514773 h 4907703"/>
                  <a:gd name="connsiteX169" fmla="*/ 3920491 w 4665133"/>
                  <a:gd name="connsiteY169" fmla="*/ 509270 h 4907703"/>
                  <a:gd name="connsiteX170" fmla="*/ 3911600 w 4665133"/>
                  <a:gd name="connsiteY170" fmla="*/ 521970 h 4907703"/>
                  <a:gd name="connsiteX171" fmla="*/ 3906097 w 4665133"/>
                  <a:gd name="connsiteY171" fmla="*/ 527050 h 4907703"/>
                  <a:gd name="connsiteX172" fmla="*/ 3897630 w 4665133"/>
                  <a:gd name="connsiteY172" fmla="*/ 525780 h 4907703"/>
                  <a:gd name="connsiteX173" fmla="*/ 3895091 w 4665133"/>
                  <a:gd name="connsiteY173" fmla="*/ 511810 h 4907703"/>
                  <a:gd name="connsiteX174" fmla="*/ 3910330 w 4665133"/>
                  <a:gd name="connsiteY174" fmla="*/ 503767 h 4907703"/>
                  <a:gd name="connsiteX175" fmla="*/ 3893820 w 4665133"/>
                  <a:gd name="connsiteY175" fmla="*/ 499533 h 4907703"/>
                  <a:gd name="connsiteX176" fmla="*/ 3878157 w 4665133"/>
                  <a:gd name="connsiteY176" fmla="*/ 493607 h 4907703"/>
                  <a:gd name="connsiteX177" fmla="*/ 3861647 w 4665133"/>
                  <a:gd name="connsiteY177" fmla="*/ 488103 h 4907703"/>
                  <a:gd name="connsiteX178" fmla="*/ 3846407 w 4665133"/>
                  <a:gd name="connsiteY178" fmla="*/ 482600 h 4907703"/>
                  <a:gd name="connsiteX179" fmla="*/ 3830743 w 4665133"/>
                  <a:gd name="connsiteY179" fmla="*/ 478367 h 4907703"/>
                  <a:gd name="connsiteX180" fmla="*/ 3816774 w 4665133"/>
                  <a:gd name="connsiteY180" fmla="*/ 474133 h 4907703"/>
                  <a:gd name="connsiteX181" fmla="*/ 3801533 w 4665133"/>
                  <a:gd name="connsiteY181" fmla="*/ 471593 h 4907703"/>
                  <a:gd name="connsiteX182" fmla="*/ 3786293 w 4665133"/>
                  <a:gd name="connsiteY182" fmla="*/ 468630 h 4907703"/>
                  <a:gd name="connsiteX183" fmla="*/ 3772324 w 4665133"/>
                  <a:gd name="connsiteY183" fmla="*/ 464397 h 4907703"/>
                  <a:gd name="connsiteX184" fmla="*/ 3757083 w 4665133"/>
                  <a:gd name="connsiteY184" fmla="*/ 461857 h 4907703"/>
                  <a:gd name="connsiteX185" fmla="*/ 3741420 w 4665133"/>
                  <a:gd name="connsiteY185" fmla="*/ 458893 h 4907703"/>
                  <a:gd name="connsiteX186" fmla="*/ 3726180 w 4665133"/>
                  <a:gd name="connsiteY186" fmla="*/ 456353 h 4907703"/>
                  <a:gd name="connsiteX187" fmla="*/ 3712210 w 4665133"/>
                  <a:gd name="connsiteY187" fmla="*/ 453390 h 4907703"/>
                  <a:gd name="connsiteX188" fmla="*/ 3698241 w 4665133"/>
                  <a:gd name="connsiteY188" fmla="*/ 450427 h 4907703"/>
                  <a:gd name="connsiteX189" fmla="*/ 3681730 w 4665133"/>
                  <a:gd name="connsiteY189" fmla="*/ 449157 h 4907703"/>
                  <a:gd name="connsiteX190" fmla="*/ 3666491 w 4665133"/>
                  <a:gd name="connsiteY190" fmla="*/ 447887 h 4907703"/>
                  <a:gd name="connsiteX191" fmla="*/ 3652520 w 4665133"/>
                  <a:gd name="connsiteY191" fmla="*/ 447887 h 4907703"/>
                  <a:gd name="connsiteX192" fmla="*/ 3634317 w 4665133"/>
                  <a:gd name="connsiteY192" fmla="*/ 444923 h 4907703"/>
                  <a:gd name="connsiteX193" fmla="*/ 3618654 w 4665133"/>
                  <a:gd name="connsiteY193" fmla="*/ 443653 h 4907703"/>
                  <a:gd name="connsiteX194" fmla="*/ 3603413 w 4665133"/>
                  <a:gd name="connsiteY194" fmla="*/ 443653 h 4907703"/>
                  <a:gd name="connsiteX195" fmla="*/ 3588174 w 4665133"/>
                  <a:gd name="connsiteY195" fmla="*/ 443653 h 4907703"/>
                  <a:gd name="connsiteX196" fmla="*/ 3572933 w 4665133"/>
                  <a:gd name="connsiteY196" fmla="*/ 443653 h 4907703"/>
                  <a:gd name="connsiteX197" fmla="*/ 3557270 w 4665133"/>
                  <a:gd name="connsiteY197" fmla="*/ 441960 h 4907703"/>
                  <a:gd name="connsiteX198" fmla="*/ 3542030 w 4665133"/>
                  <a:gd name="connsiteY198" fmla="*/ 440690 h 4907703"/>
                  <a:gd name="connsiteX199" fmla="*/ 3525520 w 4665133"/>
                  <a:gd name="connsiteY199" fmla="*/ 439420 h 4907703"/>
                  <a:gd name="connsiteX200" fmla="*/ 3511550 w 4665133"/>
                  <a:gd name="connsiteY200" fmla="*/ 438150 h 4907703"/>
                  <a:gd name="connsiteX201" fmla="*/ 3494617 w 4665133"/>
                  <a:gd name="connsiteY201" fmla="*/ 436457 h 4907703"/>
                  <a:gd name="connsiteX202" fmla="*/ 3479376 w 4665133"/>
                  <a:gd name="connsiteY202" fmla="*/ 430953 h 4907703"/>
                  <a:gd name="connsiteX203" fmla="*/ 3465407 w 4665133"/>
                  <a:gd name="connsiteY203" fmla="*/ 429683 h 4907703"/>
                  <a:gd name="connsiteX204" fmla="*/ 3450167 w 4665133"/>
                  <a:gd name="connsiteY204" fmla="*/ 428413 h 4907703"/>
                  <a:gd name="connsiteX205" fmla="*/ 3436197 w 4665133"/>
                  <a:gd name="connsiteY205" fmla="*/ 426720 h 4907703"/>
                  <a:gd name="connsiteX206" fmla="*/ 3420957 w 4665133"/>
                  <a:gd name="connsiteY206" fmla="*/ 439420 h 4907703"/>
                  <a:gd name="connsiteX207" fmla="*/ 3419263 w 4665133"/>
                  <a:gd name="connsiteY207" fmla="*/ 453390 h 4907703"/>
                  <a:gd name="connsiteX208" fmla="*/ 3404024 w 4665133"/>
                  <a:gd name="connsiteY208" fmla="*/ 454660 h 4907703"/>
                  <a:gd name="connsiteX209" fmla="*/ 3388360 w 4665133"/>
                  <a:gd name="connsiteY209" fmla="*/ 453390 h 4907703"/>
                  <a:gd name="connsiteX210" fmla="*/ 3374813 w 4665133"/>
                  <a:gd name="connsiteY210" fmla="*/ 467360 h 4907703"/>
                  <a:gd name="connsiteX211" fmla="*/ 3388360 w 4665133"/>
                  <a:gd name="connsiteY211" fmla="*/ 475827 h 4907703"/>
                  <a:gd name="connsiteX212" fmla="*/ 3405293 w 4665133"/>
                  <a:gd name="connsiteY212" fmla="*/ 486833 h 4907703"/>
                  <a:gd name="connsiteX213" fmla="*/ 3420957 w 4665133"/>
                  <a:gd name="connsiteY213" fmla="*/ 496570 h 4907703"/>
                  <a:gd name="connsiteX214" fmla="*/ 3434926 w 4665133"/>
                  <a:gd name="connsiteY214" fmla="*/ 505037 h 4907703"/>
                  <a:gd name="connsiteX215" fmla="*/ 3447204 w 4665133"/>
                  <a:gd name="connsiteY215" fmla="*/ 519007 h 4907703"/>
                  <a:gd name="connsiteX216" fmla="*/ 3456941 w 4665133"/>
                  <a:gd name="connsiteY216" fmla="*/ 532977 h 4907703"/>
                  <a:gd name="connsiteX217" fmla="*/ 3473874 w 4665133"/>
                  <a:gd name="connsiteY217" fmla="*/ 525780 h 4907703"/>
                  <a:gd name="connsiteX218" fmla="*/ 3487843 w 4665133"/>
                  <a:gd name="connsiteY218" fmla="*/ 532977 h 4907703"/>
                  <a:gd name="connsiteX219" fmla="*/ 3497580 w 4665133"/>
                  <a:gd name="connsiteY219" fmla="*/ 548217 h 4907703"/>
                  <a:gd name="connsiteX220" fmla="*/ 3500120 w 4665133"/>
                  <a:gd name="connsiteY220" fmla="*/ 562187 h 4907703"/>
                  <a:gd name="connsiteX221" fmla="*/ 3484880 w 4665133"/>
                  <a:gd name="connsiteY221" fmla="*/ 570653 h 4907703"/>
                  <a:gd name="connsiteX222" fmla="*/ 3473874 w 4665133"/>
                  <a:gd name="connsiteY222" fmla="*/ 585893 h 4907703"/>
                  <a:gd name="connsiteX223" fmla="*/ 3458210 w 4665133"/>
                  <a:gd name="connsiteY223" fmla="*/ 590127 h 4907703"/>
                  <a:gd name="connsiteX224" fmla="*/ 3444241 w 4665133"/>
                  <a:gd name="connsiteY224" fmla="*/ 591397 h 4907703"/>
                  <a:gd name="connsiteX225" fmla="*/ 3430693 w 4665133"/>
                  <a:gd name="connsiteY225" fmla="*/ 593090 h 4907703"/>
                  <a:gd name="connsiteX226" fmla="*/ 3415030 w 4665133"/>
                  <a:gd name="connsiteY226" fmla="*/ 591397 h 4907703"/>
                  <a:gd name="connsiteX227" fmla="*/ 3409526 w 4665133"/>
                  <a:gd name="connsiteY227" fmla="*/ 588433 h 4907703"/>
                  <a:gd name="connsiteX228" fmla="*/ 3394287 w 4665133"/>
                  <a:gd name="connsiteY228" fmla="*/ 601133 h 4907703"/>
                  <a:gd name="connsiteX229" fmla="*/ 3408257 w 4665133"/>
                  <a:gd name="connsiteY229" fmla="*/ 608330 h 4907703"/>
                  <a:gd name="connsiteX230" fmla="*/ 3421804 w 4665133"/>
                  <a:gd name="connsiteY230" fmla="*/ 622300 h 4907703"/>
                  <a:gd name="connsiteX231" fmla="*/ 3419263 w 4665133"/>
                  <a:gd name="connsiteY231" fmla="*/ 636270 h 4907703"/>
                  <a:gd name="connsiteX232" fmla="*/ 3405293 w 4665133"/>
                  <a:gd name="connsiteY232" fmla="*/ 641773 h 4907703"/>
                  <a:gd name="connsiteX233" fmla="*/ 3391324 w 4665133"/>
                  <a:gd name="connsiteY233" fmla="*/ 641773 h 4907703"/>
                  <a:gd name="connsiteX234" fmla="*/ 3376507 w 4665133"/>
                  <a:gd name="connsiteY234" fmla="*/ 638810 h 4907703"/>
                  <a:gd name="connsiteX235" fmla="*/ 3359574 w 4665133"/>
                  <a:gd name="connsiteY235" fmla="*/ 636270 h 4907703"/>
                  <a:gd name="connsiteX236" fmla="*/ 3345604 w 4665133"/>
                  <a:gd name="connsiteY236" fmla="*/ 634577 h 4907703"/>
                  <a:gd name="connsiteX237" fmla="*/ 3331633 w 4665133"/>
                  <a:gd name="connsiteY237" fmla="*/ 630767 h 4907703"/>
                  <a:gd name="connsiteX238" fmla="*/ 3330363 w 4665133"/>
                  <a:gd name="connsiteY238" fmla="*/ 616373 h 4907703"/>
                  <a:gd name="connsiteX239" fmla="*/ 3318933 w 4665133"/>
                  <a:gd name="connsiteY239" fmla="*/ 601133 h 4907703"/>
                  <a:gd name="connsiteX240" fmla="*/ 3334174 w 4665133"/>
                  <a:gd name="connsiteY240" fmla="*/ 590127 h 4907703"/>
                  <a:gd name="connsiteX241" fmla="*/ 3349413 w 4665133"/>
                  <a:gd name="connsiteY241" fmla="*/ 584623 h 4907703"/>
                  <a:gd name="connsiteX242" fmla="*/ 3335867 w 4665133"/>
                  <a:gd name="connsiteY242" fmla="*/ 576157 h 4907703"/>
                  <a:gd name="connsiteX243" fmla="*/ 3320204 w 4665133"/>
                  <a:gd name="connsiteY243" fmla="*/ 568960 h 4907703"/>
                  <a:gd name="connsiteX244" fmla="*/ 3306233 w 4665133"/>
                  <a:gd name="connsiteY244" fmla="*/ 562187 h 4907703"/>
                  <a:gd name="connsiteX245" fmla="*/ 3292263 w 4665133"/>
                  <a:gd name="connsiteY245" fmla="*/ 552450 h 4907703"/>
                  <a:gd name="connsiteX246" fmla="*/ 3307926 w 4665133"/>
                  <a:gd name="connsiteY246" fmla="*/ 548217 h 4907703"/>
                  <a:gd name="connsiteX247" fmla="*/ 3292263 w 4665133"/>
                  <a:gd name="connsiteY247" fmla="*/ 549487 h 4907703"/>
                  <a:gd name="connsiteX248" fmla="*/ 3277024 w 4665133"/>
                  <a:gd name="connsiteY248" fmla="*/ 548217 h 4907703"/>
                  <a:gd name="connsiteX249" fmla="*/ 3261783 w 4665133"/>
                  <a:gd name="connsiteY249" fmla="*/ 551180 h 4907703"/>
                  <a:gd name="connsiteX250" fmla="*/ 3247813 w 4665133"/>
                  <a:gd name="connsiteY250" fmla="*/ 553720 h 4907703"/>
                  <a:gd name="connsiteX251" fmla="*/ 3232574 w 4665133"/>
                  <a:gd name="connsiteY251" fmla="*/ 557953 h 4907703"/>
                  <a:gd name="connsiteX252" fmla="*/ 3218604 w 4665133"/>
                  <a:gd name="connsiteY252" fmla="*/ 567690 h 4907703"/>
                  <a:gd name="connsiteX253" fmla="*/ 3229610 w 4665133"/>
                  <a:gd name="connsiteY253" fmla="*/ 581660 h 4907703"/>
                  <a:gd name="connsiteX254" fmla="*/ 3214370 w 4665133"/>
                  <a:gd name="connsiteY254" fmla="*/ 574887 h 4907703"/>
                  <a:gd name="connsiteX255" fmla="*/ 3200400 w 4665133"/>
                  <a:gd name="connsiteY255" fmla="*/ 566420 h 4907703"/>
                  <a:gd name="connsiteX256" fmla="*/ 3186430 w 4665133"/>
                  <a:gd name="connsiteY256" fmla="*/ 570653 h 4907703"/>
                  <a:gd name="connsiteX257" fmla="*/ 3185160 w 4665133"/>
                  <a:gd name="connsiteY257" fmla="*/ 584623 h 4907703"/>
                  <a:gd name="connsiteX258" fmla="*/ 3169497 w 4665133"/>
                  <a:gd name="connsiteY258" fmla="*/ 585893 h 4907703"/>
                  <a:gd name="connsiteX259" fmla="*/ 3155950 w 4665133"/>
                  <a:gd name="connsiteY259" fmla="*/ 584623 h 4907703"/>
                  <a:gd name="connsiteX260" fmla="*/ 3141557 w 4665133"/>
                  <a:gd name="connsiteY260" fmla="*/ 596900 h 4907703"/>
                  <a:gd name="connsiteX261" fmla="*/ 3129280 w 4665133"/>
                  <a:gd name="connsiteY261" fmla="*/ 610870 h 4907703"/>
                  <a:gd name="connsiteX262" fmla="*/ 3112347 w 4665133"/>
                  <a:gd name="connsiteY262" fmla="*/ 613833 h 4907703"/>
                  <a:gd name="connsiteX263" fmla="*/ 3098376 w 4665133"/>
                  <a:gd name="connsiteY263" fmla="*/ 612563 h 4907703"/>
                  <a:gd name="connsiteX264" fmla="*/ 3081867 w 4665133"/>
                  <a:gd name="connsiteY264" fmla="*/ 609600 h 4907703"/>
                  <a:gd name="connsiteX265" fmla="*/ 3066626 w 4665133"/>
                  <a:gd name="connsiteY265" fmla="*/ 604097 h 4907703"/>
                  <a:gd name="connsiteX266" fmla="*/ 3050963 w 4665133"/>
                  <a:gd name="connsiteY266" fmla="*/ 599863 h 4907703"/>
                  <a:gd name="connsiteX267" fmla="*/ 3036993 w 4665133"/>
                  <a:gd name="connsiteY267" fmla="*/ 601133 h 4907703"/>
                  <a:gd name="connsiteX268" fmla="*/ 3023024 w 4665133"/>
                  <a:gd name="connsiteY268" fmla="*/ 604097 h 4907703"/>
                  <a:gd name="connsiteX269" fmla="*/ 3007783 w 4665133"/>
                  <a:gd name="connsiteY269" fmla="*/ 602827 h 4907703"/>
                  <a:gd name="connsiteX270" fmla="*/ 2992543 w 4665133"/>
                  <a:gd name="connsiteY270" fmla="*/ 598593 h 4907703"/>
                  <a:gd name="connsiteX271" fmla="*/ 2977304 w 4665133"/>
                  <a:gd name="connsiteY271" fmla="*/ 599863 h 4907703"/>
                  <a:gd name="connsiteX272" fmla="*/ 2963333 w 4665133"/>
                  <a:gd name="connsiteY272" fmla="*/ 606637 h 4907703"/>
                  <a:gd name="connsiteX273" fmla="*/ 2949363 w 4665133"/>
                  <a:gd name="connsiteY273" fmla="*/ 609600 h 4907703"/>
                  <a:gd name="connsiteX274" fmla="*/ 2933700 w 4665133"/>
                  <a:gd name="connsiteY274" fmla="*/ 609600 h 4907703"/>
                  <a:gd name="connsiteX275" fmla="*/ 2920154 w 4665133"/>
                  <a:gd name="connsiteY275" fmla="*/ 612563 h 4907703"/>
                  <a:gd name="connsiteX276" fmla="*/ 2904491 w 4665133"/>
                  <a:gd name="connsiteY276" fmla="*/ 620607 h 4907703"/>
                  <a:gd name="connsiteX277" fmla="*/ 2889250 w 4665133"/>
                  <a:gd name="connsiteY277" fmla="*/ 629073 h 4907703"/>
                  <a:gd name="connsiteX278" fmla="*/ 2883747 w 4665133"/>
                  <a:gd name="connsiteY278" fmla="*/ 634577 h 4907703"/>
                  <a:gd name="connsiteX279" fmla="*/ 2886287 w 4665133"/>
                  <a:gd name="connsiteY279" fmla="*/ 648547 h 4907703"/>
                  <a:gd name="connsiteX280" fmla="*/ 2889250 w 4665133"/>
                  <a:gd name="connsiteY280" fmla="*/ 663787 h 4907703"/>
                  <a:gd name="connsiteX281" fmla="*/ 2874010 w 4665133"/>
                  <a:gd name="connsiteY281" fmla="*/ 666750 h 4907703"/>
                  <a:gd name="connsiteX282" fmla="*/ 2860041 w 4665133"/>
                  <a:gd name="connsiteY282" fmla="*/ 659977 h 4907703"/>
                  <a:gd name="connsiteX283" fmla="*/ 2846070 w 4665133"/>
                  <a:gd name="connsiteY283" fmla="*/ 647277 h 4907703"/>
                  <a:gd name="connsiteX284" fmla="*/ 2832100 w 4665133"/>
                  <a:gd name="connsiteY284" fmla="*/ 654473 h 4907703"/>
                  <a:gd name="connsiteX285" fmla="*/ 2816860 w 4665133"/>
                  <a:gd name="connsiteY285" fmla="*/ 661247 h 4907703"/>
                  <a:gd name="connsiteX286" fmla="*/ 2815167 w 4665133"/>
                  <a:gd name="connsiteY286" fmla="*/ 661247 h 4907703"/>
                  <a:gd name="connsiteX287" fmla="*/ 2813897 w 4665133"/>
                  <a:gd name="connsiteY287" fmla="*/ 661247 h 4907703"/>
                  <a:gd name="connsiteX288" fmla="*/ 2810933 w 4665133"/>
                  <a:gd name="connsiteY288" fmla="*/ 646007 h 4907703"/>
                  <a:gd name="connsiteX289" fmla="*/ 2795693 w 4665133"/>
                  <a:gd name="connsiteY289" fmla="*/ 658283 h 4907703"/>
                  <a:gd name="connsiteX290" fmla="*/ 2781724 w 4665133"/>
                  <a:gd name="connsiteY290" fmla="*/ 659977 h 4907703"/>
                  <a:gd name="connsiteX291" fmla="*/ 2769447 w 4665133"/>
                  <a:gd name="connsiteY291" fmla="*/ 655743 h 4907703"/>
                  <a:gd name="connsiteX292" fmla="*/ 2753783 w 4665133"/>
                  <a:gd name="connsiteY292" fmla="*/ 654473 h 4907703"/>
                  <a:gd name="connsiteX293" fmla="*/ 2738543 w 4665133"/>
                  <a:gd name="connsiteY293" fmla="*/ 654473 h 4907703"/>
                  <a:gd name="connsiteX294" fmla="*/ 2724574 w 4665133"/>
                  <a:gd name="connsiteY294" fmla="*/ 657013 h 4907703"/>
                  <a:gd name="connsiteX295" fmla="*/ 2708063 w 4665133"/>
                  <a:gd name="connsiteY295" fmla="*/ 655743 h 4907703"/>
                  <a:gd name="connsiteX296" fmla="*/ 2711874 w 4665133"/>
                  <a:gd name="connsiteY296" fmla="*/ 641773 h 4907703"/>
                  <a:gd name="connsiteX297" fmla="*/ 2727537 w 4665133"/>
                  <a:gd name="connsiteY297" fmla="*/ 638810 h 4907703"/>
                  <a:gd name="connsiteX298" fmla="*/ 2742776 w 4665133"/>
                  <a:gd name="connsiteY298" fmla="*/ 633307 h 4907703"/>
                  <a:gd name="connsiteX299" fmla="*/ 2758017 w 4665133"/>
                  <a:gd name="connsiteY299" fmla="*/ 638810 h 4907703"/>
                  <a:gd name="connsiteX300" fmla="*/ 2773257 w 4665133"/>
                  <a:gd name="connsiteY300" fmla="*/ 629073 h 4907703"/>
                  <a:gd name="connsiteX301" fmla="*/ 2762250 w 4665133"/>
                  <a:gd name="connsiteY301" fmla="*/ 615103 h 4907703"/>
                  <a:gd name="connsiteX302" fmla="*/ 2747010 w 4665133"/>
                  <a:gd name="connsiteY302" fmla="*/ 605367 h 4907703"/>
                  <a:gd name="connsiteX303" fmla="*/ 2748280 w 4665133"/>
                  <a:gd name="connsiteY303" fmla="*/ 591397 h 4907703"/>
                  <a:gd name="connsiteX304" fmla="*/ 2747010 w 4665133"/>
                  <a:gd name="connsiteY304" fmla="*/ 576157 h 4907703"/>
                  <a:gd name="connsiteX305" fmla="*/ 2760980 w 4665133"/>
                  <a:gd name="connsiteY305" fmla="*/ 570653 h 4907703"/>
                  <a:gd name="connsiteX306" fmla="*/ 2745317 w 4665133"/>
                  <a:gd name="connsiteY306" fmla="*/ 566420 h 4907703"/>
                  <a:gd name="connsiteX307" fmla="*/ 2730500 w 4665133"/>
                  <a:gd name="connsiteY307" fmla="*/ 565150 h 4907703"/>
                  <a:gd name="connsiteX308" fmla="*/ 2714837 w 4665133"/>
                  <a:gd name="connsiteY308" fmla="*/ 560917 h 4907703"/>
                  <a:gd name="connsiteX309" fmla="*/ 2730500 w 4665133"/>
                  <a:gd name="connsiteY309" fmla="*/ 557953 h 4907703"/>
                  <a:gd name="connsiteX310" fmla="*/ 2745317 w 4665133"/>
                  <a:gd name="connsiteY310" fmla="*/ 559223 h 4907703"/>
                  <a:gd name="connsiteX311" fmla="*/ 2759710 w 4665133"/>
                  <a:gd name="connsiteY311" fmla="*/ 556683 h 4907703"/>
                  <a:gd name="connsiteX312" fmla="*/ 2774950 w 4665133"/>
                  <a:gd name="connsiteY312" fmla="*/ 556683 h 4907703"/>
                  <a:gd name="connsiteX313" fmla="*/ 2788920 w 4665133"/>
                  <a:gd name="connsiteY313" fmla="*/ 555413 h 4907703"/>
                  <a:gd name="connsiteX314" fmla="*/ 2802891 w 4665133"/>
                  <a:gd name="connsiteY314" fmla="*/ 548217 h 4907703"/>
                  <a:gd name="connsiteX315" fmla="*/ 2787226 w 4665133"/>
                  <a:gd name="connsiteY315" fmla="*/ 548217 h 4907703"/>
                  <a:gd name="connsiteX316" fmla="*/ 2771987 w 4665133"/>
                  <a:gd name="connsiteY316" fmla="*/ 549487 h 4907703"/>
                  <a:gd name="connsiteX317" fmla="*/ 2756747 w 4665133"/>
                  <a:gd name="connsiteY317" fmla="*/ 549487 h 4907703"/>
                  <a:gd name="connsiteX318" fmla="*/ 2742776 w 4665133"/>
                  <a:gd name="connsiteY318" fmla="*/ 551180 h 4907703"/>
                  <a:gd name="connsiteX319" fmla="*/ 2728807 w 4665133"/>
                  <a:gd name="connsiteY319" fmla="*/ 552450 h 4907703"/>
                  <a:gd name="connsiteX320" fmla="*/ 2713567 w 4665133"/>
                  <a:gd name="connsiteY320" fmla="*/ 556683 h 4907703"/>
                  <a:gd name="connsiteX321" fmla="*/ 2698326 w 4665133"/>
                  <a:gd name="connsiteY321" fmla="*/ 559223 h 4907703"/>
                  <a:gd name="connsiteX322" fmla="*/ 2683933 w 4665133"/>
                  <a:gd name="connsiteY322" fmla="*/ 563457 h 4907703"/>
                  <a:gd name="connsiteX323" fmla="*/ 2667424 w 4665133"/>
                  <a:gd name="connsiteY323" fmla="*/ 570653 h 4907703"/>
                  <a:gd name="connsiteX324" fmla="*/ 2653454 w 4665133"/>
                  <a:gd name="connsiteY324" fmla="*/ 577427 h 4907703"/>
                  <a:gd name="connsiteX325" fmla="*/ 2639483 w 4665133"/>
                  <a:gd name="connsiteY325" fmla="*/ 580390 h 4907703"/>
                  <a:gd name="connsiteX326" fmla="*/ 2624243 w 4665133"/>
                  <a:gd name="connsiteY326" fmla="*/ 587163 h 4907703"/>
                  <a:gd name="connsiteX327" fmla="*/ 2610274 w 4665133"/>
                  <a:gd name="connsiteY327" fmla="*/ 593090 h 4907703"/>
                  <a:gd name="connsiteX328" fmla="*/ 2595033 w 4665133"/>
                  <a:gd name="connsiteY328" fmla="*/ 606637 h 4907703"/>
                  <a:gd name="connsiteX329" fmla="*/ 2610274 w 4665133"/>
                  <a:gd name="connsiteY329" fmla="*/ 608330 h 4907703"/>
                  <a:gd name="connsiteX330" fmla="*/ 2625513 w 4665133"/>
                  <a:gd name="connsiteY330" fmla="*/ 616373 h 4907703"/>
                  <a:gd name="connsiteX331" fmla="*/ 2640754 w 4665133"/>
                  <a:gd name="connsiteY331" fmla="*/ 629073 h 4907703"/>
                  <a:gd name="connsiteX332" fmla="*/ 2627207 w 4665133"/>
                  <a:gd name="connsiteY332" fmla="*/ 633307 h 4907703"/>
                  <a:gd name="connsiteX333" fmla="*/ 2611543 w 4665133"/>
                  <a:gd name="connsiteY333" fmla="*/ 643043 h 4907703"/>
                  <a:gd name="connsiteX334" fmla="*/ 2597574 w 4665133"/>
                  <a:gd name="connsiteY334" fmla="*/ 647277 h 4907703"/>
                  <a:gd name="connsiteX335" fmla="*/ 2582333 w 4665133"/>
                  <a:gd name="connsiteY335" fmla="*/ 634577 h 4907703"/>
                  <a:gd name="connsiteX336" fmla="*/ 2589107 w 4665133"/>
                  <a:gd name="connsiteY336" fmla="*/ 620607 h 4907703"/>
                  <a:gd name="connsiteX337" fmla="*/ 2573867 w 4665133"/>
                  <a:gd name="connsiteY337" fmla="*/ 609600 h 4907703"/>
                  <a:gd name="connsiteX338" fmla="*/ 2558626 w 4665133"/>
                  <a:gd name="connsiteY338" fmla="*/ 615103 h 4907703"/>
                  <a:gd name="connsiteX339" fmla="*/ 2543387 w 4665133"/>
                  <a:gd name="connsiteY339" fmla="*/ 619337 h 4907703"/>
                  <a:gd name="connsiteX340" fmla="*/ 2528147 w 4665133"/>
                  <a:gd name="connsiteY340" fmla="*/ 620607 h 4907703"/>
                  <a:gd name="connsiteX341" fmla="*/ 2512483 w 4665133"/>
                  <a:gd name="connsiteY341" fmla="*/ 630767 h 4907703"/>
                  <a:gd name="connsiteX342" fmla="*/ 2498513 w 4665133"/>
                  <a:gd name="connsiteY342" fmla="*/ 633307 h 4907703"/>
                  <a:gd name="connsiteX343" fmla="*/ 2483273 w 4665133"/>
                  <a:gd name="connsiteY343" fmla="*/ 636270 h 4907703"/>
                  <a:gd name="connsiteX344" fmla="*/ 2468033 w 4665133"/>
                  <a:gd name="connsiteY344" fmla="*/ 640080 h 4907703"/>
                  <a:gd name="connsiteX345" fmla="*/ 2454063 w 4665133"/>
                  <a:gd name="connsiteY345" fmla="*/ 641773 h 4907703"/>
                  <a:gd name="connsiteX346" fmla="*/ 2438823 w 4665133"/>
                  <a:gd name="connsiteY346" fmla="*/ 638810 h 4907703"/>
                  <a:gd name="connsiteX347" fmla="*/ 2423160 w 4665133"/>
                  <a:gd name="connsiteY347" fmla="*/ 648547 h 4907703"/>
                  <a:gd name="connsiteX348" fmla="*/ 2409190 w 4665133"/>
                  <a:gd name="connsiteY348" fmla="*/ 657013 h 4907703"/>
                  <a:gd name="connsiteX349" fmla="*/ 2393950 w 4665133"/>
                  <a:gd name="connsiteY349" fmla="*/ 662517 h 4907703"/>
                  <a:gd name="connsiteX350" fmla="*/ 2379980 w 4665133"/>
                  <a:gd name="connsiteY350" fmla="*/ 669713 h 4907703"/>
                  <a:gd name="connsiteX351" fmla="*/ 2366010 w 4665133"/>
                  <a:gd name="connsiteY351" fmla="*/ 683683 h 4907703"/>
                  <a:gd name="connsiteX352" fmla="*/ 2364740 w 4665133"/>
                  <a:gd name="connsiteY352" fmla="*/ 680720 h 4907703"/>
                  <a:gd name="connsiteX353" fmla="*/ 2364740 w 4665133"/>
                  <a:gd name="connsiteY353" fmla="*/ 677757 h 4907703"/>
                  <a:gd name="connsiteX354" fmla="*/ 2363470 w 4665133"/>
                  <a:gd name="connsiteY354" fmla="*/ 677757 h 4907703"/>
                  <a:gd name="connsiteX355" fmla="*/ 2348230 w 4665133"/>
                  <a:gd name="connsiteY355" fmla="*/ 684953 h 4907703"/>
                  <a:gd name="connsiteX356" fmla="*/ 2334260 w 4665133"/>
                  <a:gd name="connsiteY356" fmla="*/ 693420 h 4907703"/>
                  <a:gd name="connsiteX357" fmla="*/ 2318597 w 4665133"/>
                  <a:gd name="connsiteY357" fmla="*/ 698923 h 4907703"/>
                  <a:gd name="connsiteX358" fmla="*/ 2304627 w 4665133"/>
                  <a:gd name="connsiteY358" fmla="*/ 703157 h 4907703"/>
                  <a:gd name="connsiteX359" fmla="*/ 2291080 w 4665133"/>
                  <a:gd name="connsiteY359" fmla="*/ 708660 h 4907703"/>
                  <a:gd name="connsiteX360" fmla="*/ 2275417 w 4665133"/>
                  <a:gd name="connsiteY360" fmla="*/ 711200 h 4907703"/>
                  <a:gd name="connsiteX361" fmla="*/ 2260177 w 4665133"/>
                  <a:gd name="connsiteY361" fmla="*/ 712893 h 4907703"/>
                  <a:gd name="connsiteX362" fmla="*/ 2244937 w 4665133"/>
                  <a:gd name="connsiteY362" fmla="*/ 709930 h 4907703"/>
                  <a:gd name="connsiteX363" fmla="*/ 2230967 w 4665133"/>
                  <a:gd name="connsiteY363" fmla="*/ 707390 h 4907703"/>
                  <a:gd name="connsiteX364" fmla="*/ 2246207 w 4665133"/>
                  <a:gd name="connsiteY364" fmla="*/ 715857 h 4907703"/>
                  <a:gd name="connsiteX365" fmla="*/ 2257213 w 4665133"/>
                  <a:gd name="connsiteY365" fmla="*/ 729403 h 4907703"/>
                  <a:gd name="connsiteX366" fmla="*/ 2272454 w 4665133"/>
                  <a:gd name="connsiteY366" fmla="*/ 735330 h 4907703"/>
                  <a:gd name="connsiteX367" fmla="*/ 2286423 w 4665133"/>
                  <a:gd name="connsiteY367" fmla="*/ 745067 h 4907703"/>
                  <a:gd name="connsiteX368" fmla="*/ 2271183 w 4665133"/>
                  <a:gd name="connsiteY368" fmla="*/ 737870 h 4907703"/>
                  <a:gd name="connsiteX369" fmla="*/ 2255944 w 4665133"/>
                  <a:gd name="connsiteY369" fmla="*/ 735330 h 4907703"/>
                  <a:gd name="connsiteX370" fmla="*/ 2240280 w 4665133"/>
                  <a:gd name="connsiteY370" fmla="*/ 732367 h 4907703"/>
                  <a:gd name="connsiteX371" fmla="*/ 2225463 w 4665133"/>
                  <a:gd name="connsiteY371" fmla="*/ 739140 h 4907703"/>
                  <a:gd name="connsiteX372" fmla="*/ 2209800 w 4665133"/>
                  <a:gd name="connsiteY372" fmla="*/ 737870 h 4907703"/>
                  <a:gd name="connsiteX373" fmla="*/ 2195830 w 4665133"/>
                  <a:gd name="connsiteY373" fmla="*/ 736600 h 4907703"/>
                  <a:gd name="connsiteX374" fmla="*/ 2180590 w 4665133"/>
                  <a:gd name="connsiteY374" fmla="*/ 750570 h 4907703"/>
                  <a:gd name="connsiteX375" fmla="*/ 2165350 w 4665133"/>
                  <a:gd name="connsiteY375" fmla="*/ 743373 h 4907703"/>
                  <a:gd name="connsiteX376" fmla="*/ 2150110 w 4665133"/>
                  <a:gd name="connsiteY376" fmla="*/ 751840 h 4907703"/>
                  <a:gd name="connsiteX377" fmla="*/ 2163657 w 4665133"/>
                  <a:gd name="connsiteY377" fmla="*/ 763270 h 4907703"/>
                  <a:gd name="connsiteX378" fmla="*/ 2167890 w 4665133"/>
                  <a:gd name="connsiteY378" fmla="*/ 776817 h 4907703"/>
                  <a:gd name="connsiteX379" fmla="*/ 2158154 w 4665133"/>
                  <a:gd name="connsiteY379" fmla="*/ 790787 h 4907703"/>
                  <a:gd name="connsiteX380" fmla="*/ 2153920 w 4665133"/>
                  <a:gd name="connsiteY380" fmla="*/ 806450 h 4907703"/>
                  <a:gd name="connsiteX381" fmla="*/ 2165350 w 4665133"/>
                  <a:gd name="connsiteY381" fmla="*/ 820420 h 4907703"/>
                  <a:gd name="connsiteX382" fmla="*/ 2165350 w 4665133"/>
                  <a:gd name="connsiteY382" fmla="*/ 835660 h 4907703"/>
                  <a:gd name="connsiteX383" fmla="*/ 2153920 w 4665133"/>
                  <a:gd name="connsiteY383" fmla="*/ 849630 h 4907703"/>
                  <a:gd name="connsiteX384" fmla="*/ 2139950 w 4665133"/>
                  <a:gd name="connsiteY384" fmla="*/ 846667 h 4907703"/>
                  <a:gd name="connsiteX385" fmla="*/ 2126404 w 4665133"/>
                  <a:gd name="connsiteY385" fmla="*/ 846667 h 4907703"/>
                  <a:gd name="connsiteX386" fmla="*/ 2110740 w 4665133"/>
                  <a:gd name="connsiteY386" fmla="*/ 852170 h 4907703"/>
                  <a:gd name="connsiteX387" fmla="*/ 2094230 w 4665133"/>
                  <a:gd name="connsiteY387" fmla="*/ 855133 h 4907703"/>
                  <a:gd name="connsiteX388" fmla="*/ 2080260 w 4665133"/>
                  <a:gd name="connsiteY388" fmla="*/ 858097 h 4907703"/>
                  <a:gd name="connsiteX389" fmla="*/ 2065020 w 4665133"/>
                  <a:gd name="connsiteY389" fmla="*/ 860637 h 4907703"/>
                  <a:gd name="connsiteX390" fmla="*/ 2049357 w 4665133"/>
                  <a:gd name="connsiteY390" fmla="*/ 860637 h 4907703"/>
                  <a:gd name="connsiteX391" fmla="*/ 2034117 w 4665133"/>
                  <a:gd name="connsiteY391" fmla="*/ 869103 h 4907703"/>
                  <a:gd name="connsiteX392" fmla="*/ 2046393 w 4665133"/>
                  <a:gd name="connsiteY392" fmla="*/ 855133 h 4907703"/>
                  <a:gd name="connsiteX393" fmla="*/ 2032847 w 4665133"/>
                  <a:gd name="connsiteY393" fmla="*/ 855133 h 4907703"/>
                  <a:gd name="connsiteX394" fmla="*/ 2018877 w 4665133"/>
                  <a:gd name="connsiteY394" fmla="*/ 858097 h 4907703"/>
                  <a:gd name="connsiteX395" fmla="*/ 2003213 w 4665133"/>
                  <a:gd name="connsiteY395" fmla="*/ 859367 h 4907703"/>
                  <a:gd name="connsiteX396" fmla="*/ 1987973 w 4665133"/>
                  <a:gd name="connsiteY396" fmla="*/ 860637 h 4907703"/>
                  <a:gd name="connsiteX397" fmla="*/ 1982470 w 4665133"/>
                  <a:gd name="connsiteY397" fmla="*/ 856403 h 4907703"/>
                  <a:gd name="connsiteX398" fmla="*/ 1966807 w 4665133"/>
                  <a:gd name="connsiteY398" fmla="*/ 852170 h 4907703"/>
                  <a:gd name="connsiteX399" fmla="*/ 1953260 w 4665133"/>
                  <a:gd name="connsiteY399" fmla="*/ 839893 h 4907703"/>
                  <a:gd name="connsiteX400" fmla="*/ 1939290 w 4665133"/>
                  <a:gd name="connsiteY400" fmla="*/ 827193 h 4907703"/>
                  <a:gd name="connsiteX401" fmla="*/ 1929554 w 4665133"/>
                  <a:gd name="connsiteY401" fmla="*/ 813223 h 4907703"/>
                  <a:gd name="connsiteX402" fmla="*/ 1915583 w 4665133"/>
                  <a:gd name="connsiteY402" fmla="*/ 806450 h 4907703"/>
                  <a:gd name="connsiteX403" fmla="*/ 1900343 w 4665133"/>
                  <a:gd name="connsiteY403" fmla="*/ 802217 h 4907703"/>
                  <a:gd name="connsiteX404" fmla="*/ 1883410 w 4665133"/>
                  <a:gd name="connsiteY404" fmla="*/ 799253 h 4907703"/>
                  <a:gd name="connsiteX405" fmla="*/ 1868170 w 4665133"/>
                  <a:gd name="connsiteY405" fmla="*/ 793750 h 4907703"/>
                  <a:gd name="connsiteX406" fmla="*/ 1852930 w 4665133"/>
                  <a:gd name="connsiteY406" fmla="*/ 788247 h 4907703"/>
                  <a:gd name="connsiteX407" fmla="*/ 1841500 w 4665133"/>
                  <a:gd name="connsiteY407" fmla="*/ 775547 h 4907703"/>
                  <a:gd name="connsiteX408" fmla="*/ 1844463 w 4665133"/>
                  <a:gd name="connsiteY408" fmla="*/ 761577 h 4907703"/>
                  <a:gd name="connsiteX409" fmla="*/ 1848697 w 4665133"/>
                  <a:gd name="connsiteY409" fmla="*/ 757343 h 4907703"/>
                  <a:gd name="connsiteX410" fmla="*/ 1863937 w 4665133"/>
                  <a:gd name="connsiteY410" fmla="*/ 750570 h 4907703"/>
                  <a:gd name="connsiteX411" fmla="*/ 1877907 w 4665133"/>
                  <a:gd name="connsiteY411" fmla="*/ 746337 h 4907703"/>
                  <a:gd name="connsiteX412" fmla="*/ 1872404 w 4665133"/>
                  <a:gd name="connsiteY412" fmla="*/ 731097 h 4907703"/>
                  <a:gd name="connsiteX413" fmla="*/ 1886373 w 4665133"/>
                  <a:gd name="connsiteY413" fmla="*/ 726863 h 4907703"/>
                  <a:gd name="connsiteX414" fmla="*/ 1901613 w 4665133"/>
                  <a:gd name="connsiteY414" fmla="*/ 723900 h 4907703"/>
                  <a:gd name="connsiteX415" fmla="*/ 1915583 w 4665133"/>
                  <a:gd name="connsiteY415" fmla="*/ 723900 h 4907703"/>
                  <a:gd name="connsiteX416" fmla="*/ 1930823 w 4665133"/>
                  <a:gd name="connsiteY416" fmla="*/ 722630 h 4907703"/>
                  <a:gd name="connsiteX417" fmla="*/ 1944793 w 4665133"/>
                  <a:gd name="connsiteY417" fmla="*/ 721360 h 4907703"/>
                  <a:gd name="connsiteX418" fmla="*/ 1958763 w 4665133"/>
                  <a:gd name="connsiteY418" fmla="*/ 719667 h 4907703"/>
                  <a:gd name="connsiteX419" fmla="*/ 1975697 w 4665133"/>
                  <a:gd name="connsiteY419" fmla="*/ 715857 h 4907703"/>
                  <a:gd name="connsiteX420" fmla="*/ 1989243 w 4665133"/>
                  <a:gd name="connsiteY420" fmla="*/ 717127 h 4907703"/>
                  <a:gd name="connsiteX421" fmla="*/ 2004907 w 4665133"/>
                  <a:gd name="connsiteY421" fmla="*/ 718397 h 4907703"/>
                  <a:gd name="connsiteX422" fmla="*/ 2018877 w 4665133"/>
                  <a:gd name="connsiteY422" fmla="*/ 715857 h 4907703"/>
                  <a:gd name="connsiteX423" fmla="*/ 2009140 w 4665133"/>
                  <a:gd name="connsiteY423" fmla="*/ 700193 h 4907703"/>
                  <a:gd name="connsiteX424" fmla="*/ 1993900 w 4665133"/>
                  <a:gd name="connsiteY424" fmla="*/ 690457 h 4907703"/>
                  <a:gd name="connsiteX425" fmla="*/ 1986704 w 4665133"/>
                  <a:gd name="connsiteY425" fmla="*/ 676487 h 4907703"/>
                  <a:gd name="connsiteX426" fmla="*/ 1972733 w 4665133"/>
                  <a:gd name="connsiteY426" fmla="*/ 665480 h 4907703"/>
                  <a:gd name="connsiteX427" fmla="*/ 1957493 w 4665133"/>
                  <a:gd name="connsiteY427" fmla="*/ 662517 h 4907703"/>
                  <a:gd name="connsiteX428" fmla="*/ 1943523 w 4665133"/>
                  <a:gd name="connsiteY428" fmla="*/ 655743 h 4907703"/>
                  <a:gd name="connsiteX429" fmla="*/ 1928283 w 4665133"/>
                  <a:gd name="connsiteY429" fmla="*/ 646007 h 4907703"/>
                  <a:gd name="connsiteX430" fmla="*/ 1914313 w 4665133"/>
                  <a:gd name="connsiteY430" fmla="*/ 636270 h 4907703"/>
                  <a:gd name="connsiteX431" fmla="*/ 1905847 w 4665133"/>
                  <a:gd name="connsiteY431" fmla="*/ 622300 h 4907703"/>
                  <a:gd name="connsiteX432" fmla="*/ 1891877 w 4665133"/>
                  <a:gd name="connsiteY432" fmla="*/ 620607 h 4907703"/>
                  <a:gd name="connsiteX433" fmla="*/ 1876637 w 4665133"/>
                  <a:gd name="connsiteY433" fmla="*/ 616373 h 4907703"/>
                  <a:gd name="connsiteX434" fmla="*/ 1860973 w 4665133"/>
                  <a:gd name="connsiteY434" fmla="*/ 615103 h 4907703"/>
                  <a:gd name="connsiteX435" fmla="*/ 1845733 w 4665133"/>
                  <a:gd name="connsiteY435" fmla="*/ 610870 h 4907703"/>
                  <a:gd name="connsiteX436" fmla="*/ 1830493 w 4665133"/>
                  <a:gd name="connsiteY436" fmla="*/ 609600 h 4907703"/>
                  <a:gd name="connsiteX437" fmla="*/ 1813560 w 4665133"/>
                  <a:gd name="connsiteY437" fmla="*/ 608330 h 4907703"/>
                  <a:gd name="connsiteX438" fmla="*/ 1799590 w 4665133"/>
                  <a:gd name="connsiteY438" fmla="*/ 608330 h 4907703"/>
                  <a:gd name="connsiteX439" fmla="*/ 1795780 w 4665133"/>
                  <a:gd name="connsiteY439" fmla="*/ 608330 h 4907703"/>
                  <a:gd name="connsiteX440" fmla="*/ 1781810 w 4665133"/>
                  <a:gd name="connsiteY440" fmla="*/ 608330 h 4907703"/>
                  <a:gd name="connsiteX441" fmla="*/ 1766147 w 4665133"/>
                  <a:gd name="connsiteY441" fmla="*/ 610870 h 4907703"/>
                  <a:gd name="connsiteX442" fmla="*/ 1752177 w 4665133"/>
                  <a:gd name="connsiteY442" fmla="*/ 610870 h 4907703"/>
                  <a:gd name="connsiteX443" fmla="*/ 1739900 w 4665133"/>
                  <a:gd name="connsiteY443" fmla="*/ 612563 h 4907703"/>
                  <a:gd name="connsiteX444" fmla="*/ 1724237 w 4665133"/>
                  <a:gd name="connsiteY444" fmla="*/ 613833 h 4907703"/>
                  <a:gd name="connsiteX445" fmla="*/ 1707727 w 4665133"/>
                  <a:gd name="connsiteY445" fmla="*/ 615103 h 4907703"/>
                  <a:gd name="connsiteX446" fmla="*/ 1692487 w 4665133"/>
                  <a:gd name="connsiteY446" fmla="*/ 612563 h 4907703"/>
                  <a:gd name="connsiteX447" fmla="*/ 1678517 w 4665133"/>
                  <a:gd name="connsiteY447" fmla="*/ 608330 h 4907703"/>
                  <a:gd name="connsiteX448" fmla="*/ 1662854 w 4665133"/>
                  <a:gd name="connsiteY448" fmla="*/ 601133 h 4907703"/>
                  <a:gd name="connsiteX449" fmla="*/ 1646343 w 4665133"/>
                  <a:gd name="connsiteY449" fmla="*/ 599863 h 4907703"/>
                  <a:gd name="connsiteX450" fmla="*/ 1632373 w 4665133"/>
                  <a:gd name="connsiteY450" fmla="*/ 594360 h 4907703"/>
                  <a:gd name="connsiteX451" fmla="*/ 1617133 w 4665133"/>
                  <a:gd name="connsiteY451" fmla="*/ 604097 h 4907703"/>
                  <a:gd name="connsiteX452" fmla="*/ 1632373 w 4665133"/>
                  <a:gd name="connsiteY452" fmla="*/ 609600 h 4907703"/>
                  <a:gd name="connsiteX453" fmla="*/ 1646343 w 4665133"/>
                  <a:gd name="connsiteY453" fmla="*/ 616373 h 4907703"/>
                  <a:gd name="connsiteX454" fmla="*/ 1660313 w 4665133"/>
                  <a:gd name="connsiteY454" fmla="*/ 622300 h 4907703"/>
                  <a:gd name="connsiteX455" fmla="*/ 1675554 w 4665133"/>
                  <a:gd name="connsiteY455" fmla="*/ 627803 h 4907703"/>
                  <a:gd name="connsiteX456" fmla="*/ 1689523 w 4665133"/>
                  <a:gd name="connsiteY456" fmla="*/ 632037 h 4907703"/>
                  <a:gd name="connsiteX457" fmla="*/ 1705187 w 4665133"/>
                  <a:gd name="connsiteY457" fmla="*/ 637540 h 4907703"/>
                  <a:gd name="connsiteX458" fmla="*/ 1718733 w 4665133"/>
                  <a:gd name="connsiteY458" fmla="*/ 644313 h 4907703"/>
                  <a:gd name="connsiteX459" fmla="*/ 1730163 w 4665133"/>
                  <a:gd name="connsiteY459" fmla="*/ 651510 h 4907703"/>
                  <a:gd name="connsiteX460" fmla="*/ 1731433 w 4665133"/>
                  <a:gd name="connsiteY460" fmla="*/ 665480 h 4907703"/>
                  <a:gd name="connsiteX461" fmla="*/ 1731433 w 4665133"/>
                  <a:gd name="connsiteY461" fmla="*/ 679450 h 4907703"/>
                  <a:gd name="connsiteX462" fmla="*/ 1745404 w 4665133"/>
                  <a:gd name="connsiteY462" fmla="*/ 684953 h 4907703"/>
                  <a:gd name="connsiteX463" fmla="*/ 1731433 w 4665133"/>
                  <a:gd name="connsiteY463" fmla="*/ 690457 h 4907703"/>
                  <a:gd name="connsiteX464" fmla="*/ 1743710 w 4665133"/>
                  <a:gd name="connsiteY464" fmla="*/ 704427 h 4907703"/>
                  <a:gd name="connsiteX465" fmla="*/ 1730163 w 4665133"/>
                  <a:gd name="connsiteY465" fmla="*/ 708660 h 4907703"/>
                  <a:gd name="connsiteX466" fmla="*/ 1738207 w 4665133"/>
                  <a:gd name="connsiteY466" fmla="*/ 722630 h 4907703"/>
                  <a:gd name="connsiteX467" fmla="*/ 1732704 w 4665133"/>
                  <a:gd name="connsiteY467" fmla="*/ 737870 h 4907703"/>
                  <a:gd name="connsiteX468" fmla="*/ 1727200 w 4665133"/>
                  <a:gd name="connsiteY468" fmla="*/ 751840 h 4907703"/>
                  <a:gd name="connsiteX469" fmla="*/ 1721697 w 4665133"/>
                  <a:gd name="connsiteY469" fmla="*/ 765810 h 4907703"/>
                  <a:gd name="connsiteX470" fmla="*/ 1717463 w 4665133"/>
                  <a:gd name="connsiteY470" fmla="*/ 781050 h 4907703"/>
                  <a:gd name="connsiteX471" fmla="*/ 1717463 w 4665133"/>
                  <a:gd name="connsiteY471" fmla="*/ 795020 h 4907703"/>
                  <a:gd name="connsiteX472" fmla="*/ 1731433 w 4665133"/>
                  <a:gd name="connsiteY472" fmla="*/ 808990 h 4907703"/>
                  <a:gd name="connsiteX473" fmla="*/ 1745404 w 4665133"/>
                  <a:gd name="connsiteY473" fmla="*/ 808990 h 4907703"/>
                  <a:gd name="connsiteX474" fmla="*/ 1760643 w 4665133"/>
                  <a:gd name="connsiteY474" fmla="*/ 808990 h 4907703"/>
                  <a:gd name="connsiteX475" fmla="*/ 1774613 w 4665133"/>
                  <a:gd name="connsiteY475" fmla="*/ 817457 h 4907703"/>
                  <a:gd name="connsiteX476" fmla="*/ 1789854 w 4665133"/>
                  <a:gd name="connsiteY476" fmla="*/ 828463 h 4907703"/>
                  <a:gd name="connsiteX477" fmla="*/ 1803823 w 4665133"/>
                  <a:gd name="connsiteY477" fmla="*/ 836930 h 4907703"/>
                  <a:gd name="connsiteX478" fmla="*/ 1817793 w 4665133"/>
                  <a:gd name="connsiteY478" fmla="*/ 846667 h 4907703"/>
                  <a:gd name="connsiteX479" fmla="*/ 1813560 w 4665133"/>
                  <a:gd name="connsiteY479" fmla="*/ 861907 h 4907703"/>
                  <a:gd name="connsiteX480" fmla="*/ 1816523 w 4665133"/>
                  <a:gd name="connsiteY480" fmla="*/ 876300 h 4907703"/>
                  <a:gd name="connsiteX481" fmla="*/ 1831763 w 4665133"/>
                  <a:gd name="connsiteY481" fmla="*/ 884343 h 4907703"/>
                  <a:gd name="connsiteX482" fmla="*/ 1816523 w 4665133"/>
                  <a:gd name="connsiteY482" fmla="*/ 894080 h 4907703"/>
                  <a:gd name="connsiteX483" fmla="*/ 1813560 w 4665133"/>
                  <a:gd name="connsiteY483" fmla="*/ 909743 h 4907703"/>
                  <a:gd name="connsiteX484" fmla="*/ 1805093 w 4665133"/>
                  <a:gd name="connsiteY484" fmla="*/ 920750 h 4907703"/>
                  <a:gd name="connsiteX485" fmla="*/ 1801283 w 4665133"/>
                  <a:gd name="connsiteY485" fmla="*/ 926253 h 4907703"/>
                  <a:gd name="connsiteX486" fmla="*/ 1798320 w 4665133"/>
                  <a:gd name="connsiteY486" fmla="*/ 941493 h 4907703"/>
                  <a:gd name="connsiteX487" fmla="*/ 1799590 w 4665133"/>
                  <a:gd name="connsiteY487" fmla="*/ 955463 h 4907703"/>
                  <a:gd name="connsiteX488" fmla="*/ 1812290 w 4665133"/>
                  <a:gd name="connsiteY488" fmla="*/ 971127 h 4907703"/>
                  <a:gd name="connsiteX489" fmla="*/ 1815254 w 4665133"/>
                  <a:gd name="connsiteY489" fmla="*/ 986367 h 4907703"/>
                  <a:gd name="connsiteX490" fmla="*/ 1823297 w 4665133"/>
                  <a:gd name="connsiteY490" fmla="*/ 1000337 h 4907703"/>
                  <a:gd name="connsiteX491" fmla="*/ 1816523 w 4665133"/>
                  <a:gd name="connsiteY491" fmla="*/ 994410 h 4907703"/>
                  <a:gd name="connsiteX492" fmla="*/ 1802554 w 4665133"/>
                  <a:gd name="connsiteY492" fmla="*/ 980440 h 4907703"/>
                  <a:gd name="connsiteX493" fmla="*/ 1795780 w 4665133"/>
                  <a:gd name="connsiteY493" fmla="*/ 966893 h 4907703"/>
                  <a:gd name="connsiteX494" fmla="*/ 1780117 w 4665133"/>
                  <a:gd name="connsiteY494" fmla="*/ 958427 h 4907703"/>
                  <a:gd name="connsiteX495" fmla="*/ 1766147 w 4665133"/>
                  <a:gd name="connsiteY495" fmla="*/ 954193 h 4907703"/>
                  <a:gd name="connsiteX496" fmla="*/ 1750907 w 4665133"/>
                  <a:gd name="connsiteY496" fmla="*/ 958427 h 4907703"/>
                  <a:gd name="connsiteX497" fmla="*/ 1736937 w 4665133"/>
                  <a:gd name="connsiteY497" fmla="*/ 959697 h 4907703"/>
                  <a:gd name="connsiteX498" fmla="*/ 1733973 w 4665133"/>
                  <a:gd name="connsiteY498" fmla="*/ 974937 h 4907703"/>
                  <a:gd name="connsiteX499" fmla="*/ 1718733 w 4665133"/>
                  <a:gd name="connsiteY499" fmla="*/ 965200 h 4907703"/>
                  <a:gd name="connsiteX500" fmla="*/ 1733973 w 4665133"/>
                  <a:gd name="connsiteY500" fmla="*/ 954193 h 4907703"/>
                  <a:gd name="connsiteX501" fmla="*/ 1747943 w 4665133"/>
                  <a:gd name="connsiteY501" fmla="*/ 949960 h 4907703"/>
                  <a:gd name="connsiteX502" fmla="*/ 1741170 w 4665133"/>
                  <a:gd name="connsiteY502" fmla="*/ 935990 h 4907703"/>
                  <a:gd name="connsiteX503" fmla="*/ 1727200 w 4665133"/>
                  <a:gd name="connsiteY503" fmla="*/ 931757 h 4907703"/>
                  <a:gd name="connsiteX504" fmla="*/ 1713230 w 4665133"/>
                  <a:gd name="connsiteY504" fmla="*/ 929217 h 4907703"/>
                  <a:gd name="connsiteX505" fmla="*/ 1697990 w 4665133"/>
                  <a:gd name="connsiteY505" fmla="*/ 917787 h 4907703"/>
                  <a:gd name="connsiteX506" fmla="*/ 1684020 w 4665133"/>
                  <a:gd name="connsiteY506" fmla="*/ 917787 h 4907703"/>
                  <a:gd name="connsiteX507" fmla="*/ 1668780 w 4665133"/>
                  <a:gd name="connsiteY507" fmla="*/ 919057 h 4907703"/>
                  <a:gd name="connsiteX508" fmla="*/ 1653540 w 4665133"/>
                  <a:gd name="connsiteY508" fmla="*/ 920750 h 4907703"/>
                  <a:gd name="connsiteX509" fmla="*/ 1637877 w 4665133"/>
                  <a:gd name="connsiteY509" fmla="*/ 922020 h 4907703"/>
                  <a:gd name="connsiteX510" fmla="*/ 1623907 w 4665133"/>
                  <a:gd name="connsiteY510" fmla="*/ 913553 h 4907703"/>
                  <a:gd name="connsiteX511" fmla="*/ 1609937 w 4665133"/>
                  <a:gd name="connsiteY511" fmla="*/ 909743 h 4907703"/>
                  <a:gd name="connsiteX512" fmla="*/ 1593427 w 4665133"/>
                  <a:gd name="connsiteY512" fmla="*/ 905510 h 4907703"/>
                  <a:gd name="connsiteX513" fmla="*/ 1578187 w 4665133"/>
                  <a:gd name="connsiteY513" fmla="*/ 902547 h 4907703"/>
                  <a:gd name="connsiteX514" fmla="*/ 1563793 w 4665133"/>
                  <a:gd name="connsiteY514" fmla="*/ 916517 h 4907703"/>
                  <a:gd name="connsiteX515" fmla="*/ 1552787 w 4665133"/>
                  <a:gd name="connsiteY515" fmla="*/ 930487 h 4907703"/>
                  <a:gd name="connsiteX516" fmla="*/ 1538817 w 4665133"/>
                  <a:gd name="connsiteY516" fmla="*/ 945727 h 4907703"/>
                  <a:gd name="connsiteX517" fmla="*/ 1523577 w 4665133"/>
                  <a:gd name="connsiteY517" fmla="*/ 956733 h 4907703"/>
                  <a:gd name="connsiteX518" fmla="*/ 1509607 w 4665133"/>
                  <a:gd name="connsiteY518" fmla="*/ 965200 h 4907703"/>
                  <a:gd name="connsiteX519" fmla="*/ 1494367 w 4665133"/>
                  <a:gd name="connsiteY519" fmla="*/ 972397 h 4907703"/>
                  <a:gd name="connsiteX520" fmla="*/ 1480397 w 4665133"/>
                  <a:gd name="connsiteY520" fmla="*/ 974937 h 4907703"/>
                  <a:gd name="connsiteX521" fmla="*/ 1466427 w 4665133"/>
                  <a:gd name="connsiteY521" fmla="*/ 979170 h 4907703"/>
                  <a:gd name="connsiteX522" fmla="*/ 1451187 w 4665133"/>
                  <a:gd name="connsiteY522" fmla="*/ 980440 h 4907703"/>
                  <a:gd name="connsiteX523" fmla="*/ 1435947 w 4665133"/>
                  <a:gd name="connsiteY523" fmla="*/ 983403 h 4907703"/>
                  <a:gd name="connsiteX524" fmla="*/ 1421554 w 4665133"/>
                  <a:gd name="connsiteY524" fmla="*/ 996103 h 4907703"/>
                  <a:gd name="connsiteX525" fmla="*/ 1407583 w 4665133"/>
                  <a:gd name="connsiteY525" fmla="*/ 1011343 h 4907703"/>
                  <a:gd name="connsiteX526" fmla="*/ 1393613 w 4665133"/>
                  <a:gd name="connsiteY526" fmla="*/ 1018540 h 4907703"/>
                  <a:gd name="connsiteX527" fmla="*/ 1378373 w 4665133"/>
                  <a:gd name="connsiteY527" fmla="*/ 1026583 h 4907703"/>
                  <a:gd name="connsiteX528" fmla="*/ 1364404 w 4665133"/>
                  <a:gd name="connsiteY528" fmla="*/ 1030817 h 4907703"/>
                  <a:gd name="connsiteX529" fmla="*/ 1352127 w 4665133"/>
                  <a:gd name="connsiteY529" fmla="*/ 1036320 h 4907703"/>
                  <a:gd name="connsiteX530" fmla="*/ 1339427 w 4665133"/>
                  <a:gd name="connsiteY530" fmla="*/ 1050290 h 4907703"/>
                  <a:gd name="connsiteX531" fmla="*/ 1339427 w 4665133"/>
                  <a:gd name="connsiteY531" fmla="*/ 1064260 h 4907703"/>
                  <a:gd name="connsiteX532" fmla="*/ 1352127 w 4665133"/>
                  <a:gd name="connsiteY532" fmla="*/ 1079923 h 4907703"/>
                  <a:gd name="connsiteX533" fmla="*/ 1367367 w 4665133"/>
                  <a:gd name="connsiteY533" fmla="*/ 1089660 h 4907703"/>
                  <a:gd name="connsiteX534" fmla="*/ 1381337 w 4665133"/>
                  <a:gd name="connsiteY534" fmla="*/ 1100667 h 4907703"/>
                  <a:gd name="connsiteX535" fmla="*/ 1389380 w 4665133"/>
                  <a:gd name="connsiteY535" fmla="*/ 1109133 h 4907703"/>
                  <a:gd name="connsiteX536" fmla="*/ 1405043 w 4665133"/>
                  <a:gd name="connsiteY536" fmla="*/ 1120140 h 4907703"/>
                  <a:gd name="connsiteX537" fmla="*/ 1420283 w 4665133"/>
                  <a:gd name="connsiteY537" fmla="*/ 1127337 h 4907703"/>
                  <a:gd name="connsiteX538" fmla="*/ 1428750 w 4665133"/>
                  <a:gd name="connsiteY538" fmla="*/ 1134110 h 4907703"/>
                  <a:gd name="connsiteX539" fmla="*/ 1439757 w 4665133"/>
                  <a:gd name="connsiteY539" fmla="*/ 1148080 h 4907703"/>
                  <a:gd name="connsiteX540" fmla="*/ 1445260 w 4665133"/>
                  <a:gd name="connsiteY540" fmla="*/ 1162050 h 4907703"/>
                  <a:gd name="connsiteX541" fmla="*/ 1451187 w 4665133"/>
                  <a:gd name="connsiteY541" fmla="*/ 1177290 h 4907703"/>
                  <a:gd name="connsiteX542" fmla="*/ 1463463 w 4665133"/>
                  <a:gd name="connsiteY542" fmla="*/ 1191260 h 4907703"/>
                  <a:gd name="connsiteX543" fmla="*/ 1463463 w 4665133"/>
                  <a:gd name="connsiteY543" fmla="*/ 1192953 h 4907703"/>
                  <a:gd name="connsiteX544" fmla="*/ 1463463 w 4665133"/>
                  <a:gd name="connsiteY544" fmla="*/ 1195493 h 4907703"/>
                  <a:gd name="connsiteX545" fmla="*/ 1459654 w 4665133"/>
                  <a:gd name="connsiteY545" fmla="*/ 1195493 h 4907703"/>
                  <a:gd name="connsiteX546" fmla="*/ 1445260 w 4665133"/>
                  <a:gd name="connsiteY546" fmla="*/ 1191260 h 4907703"/>
                  <a:gd name="connsiteX547" fmla="*/ 1430020 w 4665133"/>
                  <a:gd name="connsiteY547" fmla="*/ 1192953 h 4907703"/>
                  <a:gd name="connsiteX548" fmla="*/ 1414780 w 4665133"/>
                  <a:gd name="connsiteY548" fmla="*/ 1185757 h 4907703"/>
                  <a:gd name="connsiteX549" fmla="*/ 1400810 w 4665133"/>
                  <a:gd name="connsiteY549" fmla="*/ 1180253 h 4907703"/>
                  <a:gd name="connsiteX550" fmla="*/ 1395307 w 4665133"/>
                  <a:gd name="connsiteY550" fmla="*/ 1178983 h 4907703"/>
                  <a:gd name="connsiteX551" fmla="*/ 1381337 w 4665133"/>
                  <a:gd name="connsiteY551" fmla="*/ 1188297 h 4907703"/>
                  <a:gd name="connsiteX552" fmla="*/ 1366097 w 4665133"/>
                  <a:gd name="connsiteY552" fmla="*/ 1192953 h 4907703"/>
                  <a:gd name="connsiteX553" fmla="*/ 1352127 w 4665133"/>
                  <a:gd name="connsiteY553" fmla="*/ 1191260 h 4907703"/>
                  <a:gd name="connsiteX554" fmla="*/ 1336463 w 4665133"/>
                  <a:gd name="connsiteY554" fmla="*/ 1185757 h 4907703"/>
                  <a:gd name="connsiteX555" fmla="*/ 1321223 w 4665133"/>
                  <a:gd name="connsiteY555" fmla="*/ 1178983 h 4907703"/>
                  <a:gd name="connsiteX556" fmla="*/ 1305983 w 4665133"/>
                  <a:gd name="connsiteY556" fmla="*/ 1176020 h 4907703"/>
                  <a:gd name="connsiteX557" fmla="*/ 1292013 w 4665133"/>
                  <a:gd name="connsiteY557" fmla="*/ 1170517 h 4907703"/>
                  <a:gd name="connsiteX558" fmla="*/ 1276773 w 4665133"/>
                  <a:gd name="connsiteY558" fmla="*/ 1165013 h 4907703"/>
                  <a:gd name="connsiteX559" fmla="*/ 1262804 w 4665133"/>
                  <a:gd name="connsiteY559" fmla="*/ 1162050 h 4907703"/>
                  <a:gd name="connsiteX560" fmla="*/ 1248833 w 4665133"/>
                  <a:gd name="connsiteY560" fmla="*/ 1160780 h 4907703"/>
                  <a:gd name="connsiteX561" fmla="*/ 1231900 w 4665133"/>
                  <a:gd name="connsiteY561" fmla="*/ 1156547 h 4907703"/>
                  <a:gd name="connsiteX562" fmla="*/ 1216660 w 4665133"/>
                  <a:gd name="connsiteY562" fmla="*/ 1163320 h 4907703"/>
                  <a:gd name="connsiteX563" fmla="*/ 1201420 w 4665133"/>
                  <a:gd name="connsiteY563" fmla="*/ 1166283 h 4907703"/>
                  <a:gd name="connsiteX564" fmla="*/ 1187450 w 4665133"/>
                  <a:gd name="connsiteY564" fmla="*/ 1174750 h 4907703"/>
                  <a:gd name="connsiteX565" fmla="*/ 1178983 w 4665133"/>
                  <a:gd name="connsiteY565" fmla="*/ 1159087 h 4907703"/>
                  <a:gd name="connsiteX566" fmla="*/ 1194223 w 4665133"/>
                  <a:gd name="connsiteY566" fmla="*/ 1157817 h 4907703"/>
                  <a:gd name="connsiteX567" fmla="*/ 1209463 w 4665133"/>
                  <a:gd name="connsiteY567" fmla="*/ 1146810 h 4907703"/>
                  <a:gd name="connsiteX568" fmla="*/ 1194223 w 4665133"/>
                  <a:gd name="connsiteY568" fmla="*/ 1149350 h 4907703"/>
                  <a:gd name="connsiteX569" fmla="*/ 1178983 w 4665133"/>
                  <a:gd name="connsiteY569" fmla="*/ 1148080 h 4907703"/>
                  <a:gd name="connsiteX570" fmla="*/ 1165013 w 4665133"/>
                  <a:gd name="connsiteY570" fmla="*/ 1143847 h 4907703"/>
                  <a:gd name="connsiteX571" fmla="*/ 1149773 w 4665133"/>
                  <a:gd name="connsiteY571" fmla="*/ 1138343 h 4907703"/>
                  <a:gd name="connsiteX572" fmla="*/ 1134110 w 4665133"/>
                  <a:gd name="connsiteY572" fmla="*/ 1127337 h 4907703"/>
                  <a:gd name="connsiteX573" fmla="*/ 1128607 w 4665133"/>
                  <a:gd name="connsiteY573" fmla="*/ 1120140 h 4907703"/>
                  <a:gd name="connsiteX574" fmla="*/ 1115060 w 4665133"/>
                  <a:gd name="connsiteY574" fmla="*/ 1114637 h 4907703"/>
                  <a:gd name="connsiteX575" fmla="*/ 1099397 w 4665133"/>
                  <a:gd name="connsiteY575" fmla="*/ 1107440 h 4907703"/>
                  <a:gd name="connsiteX576" fmla="*/ 1085427 w 4665133"/>
                  <a:gd name="connsiteY576" fmla="*/ 1104900 h 4907703"/>
                  <a:gd name="connsiteX577" fmla="*/ 1070187 w 4665133"/>
                  <a:gd name="connsiteY577" fmla="*/ 1101937 h 4907703"/>
                  <a:gd name="connsiteX578" fmla="*/ 1054947 w 4665133"/>
                  <a:gd name="connsiteY578" fmla="*/ 1097703 h 4907703"/>
                  <a:gd name="connsiteX579" fmla="*/ 1039283 w 4665133"/>
                  <a:gd name="connsiteY579" fmla="*/ 1097703 h 4907703"/>
                  <a:gd name="connsiteX580" fmla="*/ 1032510 w 4665133"/>
                  <a:gd name="connsiteY580" fmla="*/ 1111673 h 4907703"/>
                  <a:gd name="connsiteX581" fmla="*/ 1032510 w 4665133"/>
                  <a:gd name="connsiteY581" fmla="*/ 1127337 h 4907703"/>
                  <a:gd name="connsiteX582" fmla="*/ 1018540 w 4665133"/>
                  <a:gd name="connsiteY582" fmla="*/ 1134110 h 4907703"/>
                  <a:gd name="connsiteX583" fmla="*/ 1003300 w 4665133"/>
                  <a:gd name="connsiteY583" fmla="*/ 1137073 h 4907703"/>
                  <a:gd name="connsiteX584" fmla="*/ 989330 w 4665133"/>
                  <a:gd name="connsiteY584" fmla="*/ 1137073 h 4907703"/>
                  <a:gd name="connsiteX585" fmla="*/ 1000337 w 4665133"/>
                  <a:gd name="connsiteY585" fmla="*/ 1151043 h 4907703"/>
                  <a:gd name="connsiteX586" fmla="*/ 1014307 w 4665133"/>
                  <a:gd name="connsiteY586" fmla="*/ 1165013 h 4907703"/>
                  <a:gd name="connsiteX587" fmla="*/ 1029546 w 4665133"/>
                  <a:gd name="connsiteY587" fmla="*/ 1168823 h 4907703"/>
                  <a:gd name="connsiteX588" fmla="*/ 1044787 w 4665133"/>
                  <a:gd name="connsiteY588" fmla="*/ 1181523 h 4907703"/>
                  <a:gd name="connsiteX589" fmla="*/ 1059180 w 4665133"/>
                  <a:gd name="connsiteY589" fmla="*/ 1194223 h 4907703"/>
                  <a:gd name="connsiteX590" fmla="*/ 1073150 w 4665133"/>
                  <a:gd name="connsiteY590" fmla="*/ 1203960 h 4907703"/>
                  <a:gd name="connsiteX591" fmla="*/ 1086697 w 4665133"/>
                  <a:gd name="connsiteY591" fmla="*/ 1214967 h 4907703"/>
                  <a:gd name="connsiteX592" fmla="*/ 1101937 w 4665133"/>
                  <a:gd name="connsiteY592" fmla="*/ 1219200 h 4907703"/>
                  <a:gd name="connsiteX593" fmla="*/ 1115907 w 4665133"/>
                  <a:gd name="connsiteY593" fmla="*/ 1222163 h 4907703"/>
                  <a:gd name="connsiteX594" fmla="*/ 1131570 w 4665133"/>
                  <a:gd name="connsiteY594" fmla="*/ 1217930 h 4907703"/>
                  <a:gd name="connsiteX595" fmla="*/ 1145540 w 4665133"/>
                  <a:gd name="connsiteY595" fmla="*/ 1213697 h 4907703"/>
                  <a:gd name="connsiteX596" fmla="*/ 1159510 w 4665133"/>
                  <a:gd name="connsiteY596" fmla="*/ 1213697 h 4907703"/>
                  <a:gd name="connsiteX597" fmla="*/ 1174750 w 4665133"/>
                  <a:gd name="connsiteY597" fmla="*/ 1224703 h 4907703"/>
                  <a:gd name="connsiteX598" fmla="*/ 1188720 w 4665133"/>
                  <a:gd name="connsiteY598" fmla="*/ 1230630 h 4907703"/>
                  <a:gd name="connsiteX599" fmla="*/ 1183217 w 4665133"/>
                  <a:gd name="connsiteY599" fmla="*/ 1244177 h 4907703"/>
                  <a:gd name="connsiteX600" fmla="*/ 1197187 w 4665133"/>
                  <a:gd name="connsiteY600" fmla="*/ 1253913 h 4907703"/>
                  <a:gd name="connsiteX601" fmla="*/ 1203960 w 4665133"/>
                  <a:gd name="connsiteY601" fmla="*/ 1269577 h 4907703"/>
                  <a:gd name="connsiteX602" fmla="*/ 1197187 w 4665133"/>
                  <a:gd name="connsiteY602" fmla="*/ 1283547 h 4907703"/>
                  <a:gd name="connsiteX603" fmla="*/ 1185757 w 4665133"/>
                  <a:gd name="connsiteY603" fmla="*/ 1287357 h 4907703"/>
                  <a:gd name="connsiteX604" fmla="*/ 1172210 w 4665133"/>
                  <a:gd name="connsiteY604" fmla="*/ 1289050 h 4907703"/>
                  <a:gd name="connsiteX605" fmla="*/ 1157817 w 4665133"/>
                  <a:gd name="connsiteY605" fmla="*/ 1287357 h 4907703"/>
                  <a:gd name="connsiteX606" fmla="*/ 1146810 w 4665133"/>
                  <a:gd name="connsiteY606" fmla="*/ 1301327 h 4907703"/>
                  <a:gd name="connsiteX607" fmla="*/ 1131570 w 4665133"/>
                  <a:gd name="connsiteY607" fmla="*/ 1304290 h 4907703"/>
                  <a:gd name="connsiteX608" fmla="*/ 1115907 w 4665133"/>
                  <a:gd name="connsiteY608" fmla="*/ 1298787 h 4907703"/>
                  <a:gd name="connsiteX609" fmla="*/ 1101937 w 4665133"/>
                  <a:gd name="connsiteY609" fmla="*/ 1290320 h 4907703"/>
                  <a:gd name="connsiteX610" fmla="*/ 1086697 w 4665133"/>
                  <a:gd name="connsiteY610" fmla="*/ 1290320 h 4907703"/>
                  <a:gd name="connsiteX611" fmla="*/ 1073150 w 4665133"/>
                  <a:gd name="connsiteY611" fmla="*/ 1287357 h 4907703"/>
                  <a:gd name="connsiteX612" fmla="*/ 1059180 w 4665133"/>
                  <a:gd name="connsiteY612" fmla="*/ 1284817 h 4907703"/>
                  <a:gd name="connsiteX613" fmla="*/ 1043517 w 4665133"/>
                  <a:gd name="connsiteY613" fmla="*/ 1284817 h 4907703"/>
                  <a:gd name="connsiteX614" fmla="*/ 1029546 w 4665133"/>
                  <a:gd name="connsiteY614" fmla="*/ 1279313 h 4907703"/>
                  <a:gd name="connsiteX615" fmla="*/ 1016000 w 4665133"/>
                  <a:gd name="connsiteY615" fmla="*/ 1276350 h 4907703"/>
                  <a:gd name="connsiteX616" fmla="*/ 1000337 w 4665133"/>
                  <a:gd name="connsiteY616" fmla="*/ 1265343 h 4907703"/>
                  <a:gd name="connsiteX617" fmla="*/ 988060 w 4665133"/>
                  <a:gd name="connsiteY617" fmla="*/ 1251373 h 4907703"/>
                  <a:gd name="connsiteX618" fmla="*/ 974090 w 4665133"/>
                  <a:gd name="connsiteY618" fmla="*/ 1240367 h 4907703"/>
                  <a:gd name="connsiteX619" fmla="*/ 959696 w 4665133"/>
                  <a:gd name="connsiteY619" fmla="*/ 1244177 h 4907703"/>
                  <a:gd name="connsiteX620" fmla="*/ 946150 w 4665133"/>
                  <a:gd name="connsiteY620" fmla="*/ 1230630 h 4907703"/>
                  <a:gd name="connsiteX621" fmla="*/ 932180 w 4665133"/>
                  <a:gd name="connsiteY621" fmla="*/ 1223433 h 4907703"/>
                  <a:gd name="connsiteX622" fmla="*/ 916517 w 4665133"/>
                  <a:gd name="connsiteY622" fmla="*/ 1216237 h 4907703"/>
                  <a:gd name="connsiteX623" fmla="*/ 901277 w 4665133"/>
                  <a:gd name="connsiteY623" fmla="*/ 1223433 h 4907703"/>
                  <a:gd name="connsiteX624" fmla="*/ 887307 w 4665133"/>
                  <a:gd name="connsiteY624" fmla="*/ 1226397 h 4907703"/>
                  <a:gd name="connsiteX625" fmla="*/ 870796 w 4665133"/>
                  <a:gd name="connsiteY625" fmla="*/ 1219200 h 4907703"/>
                  <a:gd name="connsiteX626" fmla="*/ 856827 w 4665133"/>
                  <a:gd name="connsiteY626" fmla="*/ 1213697 h 4907703"/>
                  <a:gd name="connsiteX627" fmla="*/ 842857 w 4665133"/>
                  <a:gd name="connsiteY627" fmla="*/ 1209463 h 4907703"/>
                  <a:gd name="connsiteX628" fmla="*/ 827193 w 4665133"/>
                  <a:gd name="connsiteY628" fmla="*/ 1198457 h 4907703"/>
                  <a:gd name="connsiteX629" fmla="*/ 821690 w 4665133"/>
                  <a:gd name="connsiteY629" fmla="*/ 1196763 h 4907703"/>
                  <a:gd name="connsiteX630" fmla="*/ 819150 w 4665133"/>
                  <a:gd name="connsiteY630" fmla="*/ 1195493 h 4907703"/>
                  <a:gd name="connsiteX631" fmla="*/ 831427 w 4665133"/>
                  <a:gd name="connsiteY631" fmla="*/ 1181523 h 4907703"/>
                  <a:gd name="connsiteX632" fmla="*/ 816187 w 4665133"/>
                  <a:gd name="connsiteY632" fmla="*/ 1171787 h 4907703"/>
                  <a:gd name="connsiteX633" fmla="*/ 831427 w 4665133"/>
                  <a:gd name="connsiteY633" fmla="*/ 1162050 h 4907703"/>
                  <a:gd name="connsiteX634" fmla="*/ 833120 w 4665133"/>
                  <a:gd name="connsiteY634" fmla="*/ 1162050 h 4907703"/>
                  <a:gd name="connsiteX635" fmla="*/ 831427 w 4665133"/>
                  <a:gd name="connsiteY635" fmla="*/ 1159087 h 4907703"/>
                  <a:gd name="connsiteX636" fmla="*/ 817880 w 4665133"/>
                  <a:gd name="connsiteY636" fmla="*/ 1157817 h 4907703"/>
                  <a:gd name="connsiteX637" fmla="*/ 814917 w 4665133"/>
                  <a:gd name="connsiteY637" fmla="*/ 1143847 h 4907703"/>
                  <a:gd name="connsiteX638" fmla="*/ 800946 w 4665133"/>
                  <a:gd name="connsiteY638" fmla="*/ 1131147 h 4907703"/>
                  <a:gd name="connsiteX639" fmla="*/ 792480 w 4665133"/>
                  <a:gd name="connsiteY639" fmla="*/ 1129877 h 4907703"/>
                  <a:gd name="connsiteX640" fmla="*/ 796713 w 4665133"/>
                  <a:gd name="connsiteY640" fmla="*/ 1127337 h 4907703"/>
                  <a:gd name="connsiteX641" fmla="*/ 797983 w 4665133"/>
                  <a:gd name="connsiteY641" fmla="*/ 1111673 h 4907703"/>
                  <a:gd name="connsiteX642" fmla="*/ 782743 w 4665133"/>
                  <a:gd name="connsiteY642" fmla="*/ 1103207 h 4907703"/>
                  <a:gd name="connsiteX643" fmla="*/ 774277 w 4665133"/>
                  <a:gd name="connsiteY643" fmla="*/ 1089660 h 4907703"/>
                  <a:gd name="connsiteX644" fmla="*/ 759037 w 4665133"/>
                  <a:gd name="connsiteY644" fmla="*/ 1086697 h 4907703"/>
                  <a:gd name="connsiteX645" fmla="*/ 747607 w 4665133"/>
                  <a:gd name="connsiteY645" fmla="*/ 1071457 h 4907703"/>
                  <a:gd name="connsiteX646" fmla="*/ 763270 w 4665133"/>
                  <a:gd name="connsiteY646" fmla="*/ 1060027 h 4907703"/>
                  <a:gd name="connsiteX647" fmla="*/ 777240 w 4665133"/>
                  <a:gd name="connsiteY647" fmla="*/ 1050290 h 4907703"/>
                  <a:gd name="connsiteX648" fmla="*/ 782743 w 4665133"/>
                  <a:gd name="connsiteY648" fmla="*/ 1036320 h 4907703"/>
                  <a:gd name="connsiteX649" fmla="*/ 777240 w 4665133"/>
                  <a:gd name="connsiteY649" fmla="*/ 1022350 h 4907703"/>
                  <a:gd name="connsiteX650" fmla="*/ 792480 w 4665133"/>
                  <a:gd name="connsiteY650" fmla="*/ 1022350 h 4907703"/>
                  <a:gd name="connsiteX651" fmla="*/ 789940 w 4665133"/>
                  <a:gd name="connsiteY651" fmla="*/ 1008380 h 4907703"/>
                  <a:gd name="connsiteX652" fmla="*/ 781473 w 4665133"/>
                  <a:gd name="connsiteY652" fmla="*/ 994410 h 4907703"/>
                  <a:gd name="connsiteX653" fmla="*/ 765810 w 4665133"/>
                  <a:gd name="connsiteY653" fmla="*/ 994410 h 4907703"/>
                  <a:gd name="connsiteX654" fmla="*/ 762000 w 4665133"/>
                  <a:gd name="connsiteY654" fmla="*/ 980440 h 4907703"/>
                  <a:gd name="connsiteX655" fmla="*/ 746337 w 4665133"/>
                  <a:gd name="connsiteY655" fmla="*/ 971127 h 4907703"/>
                  <a:gd name="connsiteX656" fmla="*/ 732790 w 4665133"/>
                  <a:gd name="connsiteY656" fmla="*/ 962660 h 4907703"/>
                  <a:gd name="connsiteX657" fmla="*/ 717127 w 4665133"/>
                  <a:gd name="connsiteY657" fmla="*/ 956733 h 4907703"/>
                  <a:gd name="connsiteX658" fmla="*/ 701887 w 4665133"/>
                  <a:gd name="connsiteY658" fmla="*/ 954193 h 4907703"/>
                  <a:gd name="connsiteX659" fmla="*/ 686646 w 4665133"/>
                  <a:gd name="connsiteY659" fmla="*/ 942763 h 4907703"/>
                  <a:gd name="connsiteX660" fmla="*/ 672677 w 4665133"/>
                  <a:gd name="connsiteY660" fmla="*/ 944457 h 4907703"/>
                  <a:gd name="connsiteX661" fmla="*/ 658707 w 4665133"/>
                  <a:gd name="connsiteY661" fmla="*/ 940223 h 4907703"/>
                  <a:gd name="connsiteX662" fmla="*/ 643467 w 4665133"/>
                  <a:gd name="connsiteY662" fmla="*/ 937260 h 4907703"/>
                  <a:gd name="connsiteX663" fmla="*/ 627804 w 4665133"/>
                  <a:gd name="connsiteY663" fmla="*/ 931757 h 4907703"/>
                  <a:gd name="connsiteX664" fmla="*/ 612563 w 4665133"/>
                  <a:gd name="connsiteY664" fmla="*/ 934720 h 4907703"/>
                  <a:gd name="connsiteX665" fmla="*/ 598593 w 4665133"/>
                  <a:gd name="connsiteY665" fmla="*/ 934720 h 4907703"/>
                  <a:gd name="connsiteX666" fmla="*/ 613833 w 4665133"/>
                  <a:gd name="connsiteY666" fmla="*/ 930487 h 4907703"/>
                  <a:gd name="connsiteX667" fmla="*/ 629073 w 4665133"/>
                  <a:gd name="connsiteY667" fmla="*/ 929217 h 4907703"/>
                  <a:gd name="connsiteX668" fmla="*/ 630767 w 4665133"/>
                  <a:gd name="connsiteY668" fmla="*/ 924983 h 4907703"/>
                  <a:gd name="connsiteX669" fmla="*/ 630767 w 4665133"/>
                  <a:gd name="connsiteY669" fmla="*/ 911013 h 4907703"/>
                  <a:gd name="connsiteX670" fmla="*/ 615527 w 4665133"/>
                  <a:gd name="connsiteY670" fmla="*/ 912283 h 4907703"/>
                  <a:gd name="connsiteX671" fmla="*/ 600287 w 4665133"/>
                  <a:gd name="connsiteY671" fmla="*/ 909743 h 4907703"/>
                  <a:gd name="connsiteX672" fmla="*/ 584623 w 4665133"/>
                  <a:gd name="connsiteY672" fmla="*/ 902547 h 4907703"/>
                  <a:gd name="connsiteX673" fmla="*/ 569383 w 4665133"/>
                  <a:gd name="connsiteY673" fmla="*/ 906780 h 4907703"/>
                  <a:gd name="connsiteX674" fmla="*/ 554143 w 4665133"/>
                  <a:gd name="connsiteY674" fmla="*/ 905510 h 4907703"/>
                  <a:gd name="connsiteX675" fmla="*/ 569383 w 4665133"/>
                  <a:gd name="connsiteY675" fmla="*/ 899583 h 4907703"/>
                  <a:gd name="connsiteX676" fmla="*/ 577850 w 4665133"/>
                  <a:gd name="connsiteY676" fmla="*/ 899583 h 4907703"/>
                  <a:gd name="connsiteX677" fmla="*/ 594360 w 4665133"/>
                  <a:gd name="connsiteY677" fmla="*/ 899583 h 4907703"/>
                  <a:gd name="connsiteX678" fmla="*/ 608330 w 4665133"/>
                  <a:gd name="connsiteY678" fmla="*/ 902547 h 4907703"/>
                  <a:gd name="connsiteX679" fmla="*/ 593090 w 4665133"/>
                  <a:gd name="connsiteY679" fmla="*/ 892810 h 4907703"/>
                  <a:gd name="connsiteX680" fmla="*/ 577850 w 4665133"/>
                  <a:gd name="connsiteY680" fmla="*/ 894080 h 4907703"/>
                  <a:gd name="connsiteX681" fmla="*/ 565150 w 4665133"/>
                  <a:gd name="connsiteY681" fmla="*/ 897043 h 4907703"/>
                  <a:gd name="connsiteX682" fmla="*/ 549910 w 4665133"/>
                  <a:gd name="connsiteY682" fmla="*/ 895773 h 4907703"/>
                  <a:gd name="connsiteX683" fmla="*/ 541443 w 4665133"/>
                  <a:gd name="connsiteY683" fmla="*/ 894080 h 4907703"/>
                  <a:gd name="connsiteX684" fmla="*/ 556683 w 4665133"/>
                  <a:gd name="connsiteY684" fmla="*/ 894080 h 4907703"/>
                  <a:gd name="connsiteX685" fmla="*/ 571923 w 4665133"/>
                  <a:gd name="connsiteY685" fmla="*/ 885613 h 4907703"/>
                  <a:gd name="connsiteX686" fmla="*/ 587587 w 4665133"/>
                  <a:gd name="connsiteY686" fmla="*/ 888577 h 4907703"/>
                  <a:gd name="connsiteX687" fmla="*/ 571923 w 4665133"/>
                  <a:gd name="connsiteY687" fmla="*/ 880110 h 4907703"/>
                  <a:gd name="connsiteX688" fmla="*/ 555413 w 4665133"/>
                  <a:gd name="connsiteY688" fmla="*/ 880110 h 4907703"/>
                  <a:gd name="connsiteX689" fmla="*/ 541443 w 4665133"/>
                  <a:gd name="connsiteY689" fmla="*/ 877570 h 4907703"/>
                  <a:gd name="connsiteX690" fmla="*/ 527473 w 4665133"/>
                  <a:gd name="connsiteY690" fmla="*/ 873337 h 4907703"/>
                  <a:gd name="connsiteX691" fmla="*/ 542713 w 4665133"/>
                  <a:gd name="connsiteY691" fmla="*/ 873337 h 4907703"/>
                  <a:gd name="connsiteX692" fmla="*/ 527473 w 4665133"/>
                  <a:gd name="connsiteY692" fmla="*/ 864870 h 4907703"/>
                  <a:gd name="connsiteX693" fmla="*/ 513504 w 4665133"/>
                  <a:gd name="connsiteY693" fmla="*/ 859367 h 4907703"/>
                  <a:gd name="connsiteX694" fmla="*/ 499533 w 4665133"/>
                  <a:gd name="connsiteY694" fmla="*/ 852170 h 4907703"/>
                  <a:gd name="connsiteX695" fmla="*/ 484293 w 4665133"/>
                  <a:gd name="connsiteY695" fmla="*/ 852170 h 4907703"/>
                  <a:gd name="connsiteX696" fmla="*/ 498263 w 4665133"/>
                  <a:gd name="connsiteY696" fmla="*/ 836930 h 4907703"/>
                  <a:gd name="connsiteX697" fmla="*/ 483023 w 4665133"/>
                  <a:gd name="connsiteY697" fmla="*/ 828463 h 4907703"/>
                  <a:gd name="connsiteX698" fmla="*/ 469054 w 4665133"/>
                  <a:gd name="connsiteY698" fmla="*/ 825923 h 4907703"/>
                  <a:gd name="connsiteX699" fmla="*/ 455083 w 4665133"/>
                  <a:gd name="connsiteY699" fmla="*/ 816187 h 4907703"/>
                  <a:gd name="connsiteX700" fmla="*/ 447887 w 4665133"/>
                  <a:gd name="connsiteY700" fmla="*/ 816187 h 4907703"/>
                  <a:gd name="connsiteX701" fmla="*/ 432646 w 4665133"/>
                  <a:gd name="connsiteY701" fmla="*/ 817457 h 4907703"/>
                  <a:gd name="connsiteX702" fmla="*/ 417407 w 4665133"/>
                  <a:gd name="connsiteY702" fmla="*/ 813223 h 4907703"/>
                  <a:gd name="connsiteX703" fmla="*/ 432646 w 4665133"/>
                  <a:gd name="connsiteY703" fmla="*/ 814917 h 4907703"/>
                  <a:gd name="connsiteX704" fmla="*/ 446617 w 4665133"/>
                  <a:gd name="connsiteY704" fmla="*/ 813223 h 4907703"/>
                  <a:gd name="connsiteX705" fmla="*/ 447887 w 4665133"/>
                  <a:gd name="connsiteY705" fmla="*/ 813223 h 4907703"/>
                  <a:gd name="connsiteX706" fmla="*/ 455083 w 4665133"/>
                  <a:gd name="connsiteY706" fmla="*/ 813223 h 4907703"/>
                  <a:gd name="connsiteX707" fmla="*/ 471593 w 4665133"/>
                  <a:gd name="connsiteY707" fmla="*/ 811953 h 4907703"/>
                  <a:gd name="connsiteX708" fmla="*/ 478367 w 4665133"/>
                  <a:gd name="connsiteY708" fmla="*/ 814917 h 4907703"/>
                  <a:gd name="connsiteX709" fmla="*/ 494030 w 4665133"/>
                  <a:gd name="connsiteY709" fmla="*/ 816187 h 4907703"/>
                  <a:gd name="connsiteX710" fmla="*/ 509270 w 4665133"/>
                  <a:gd name="connsiteY710" fmla="*/ 818727 h 4907703"/>
                  <a:gd name="connsiteX711" fmla="*/ 524510 w 4665133"/>
                  <a:gd name="connsiteY711" fmla="*/ 821690 h 4907703"/>
                  <a:gd name="connsiteX712" fmla="*/ 538480 w 4665133"/>
                  <a:gd name="connsiteY712" fmla="*/ 821690 h 4907703"/>
                  <a:gd name="connsiteX713" fmla="*/ 524510 w 4665133"/>
                  <a:gd name="connsiteY713" fmla="*/ 825923 h 4907703"/>
                  <a:gd name="connsiteX714" fmla="*/ 531707 w 4665133"/>
                  <a:gd name="connsiteY714" fmla="*/ 839893 h 4907703"/>
                  <a:gd name="connsiteX715" fmla="*/ 545677 w 4665133"/>
                  <a:gd name="connsiteY715" fmla="*/ 846667 h 4907703"/>
                  <a:gd name="connsiteX716" fmla="*/ 560917 w 4665133"/>
                  <a:gd name="connsiteY716" fmla="*/ 856403 h 4907703"/>
                  <a:gd name="connsiteX717" fmla="*/ 576157 w 4665133"/>
                  <a:gd name="connsiteY717" fmla="*/ 863600 h 4907703"/>
                  <a:gd name="connsiteX718" fmla="*/ 590127 w 4665133"/>
                  <a:gd name="connsiteY718" fmla="*/ 869103 h 4907703"/>
                  <a:gd name="connsiteX719" fmla="*/ 605367 w 4665133"/>
                  <a:gd name="connsiteY719" fmla="*/ 874607 h 4907703"/>
                  <a:gd name="connsiteX720" fmla="*/ 621030 w 4665133"/>
                  <a:gd name="connsiteY720" fmla="*/ 871643 h 4907703"/>
                  <a:gd name="connsiteX721" fmla="*/ 635000 w 4665133"/>
                  <a:gd name="connsiteY721" fmla="*/ 867833 h 4907703"/>
                  <a:gd name="connsiteX722" fmla="*/ 648970 w 4665133"/>
                  <a:gd name="connsiteY722" fmla="*/ 878840 h 4907703"/>
                  <a:gd name="connsiteX723" fmla="*/ 664210 w 4665133"/>
                  <a:gd name="connsiteY723" fmla="*/ 880110 h 4907703"/>
                  <a:gd name="connsiteX724" fmla="*/ 678180 w 4665133"/>
                  <a:gd name="connsiteY724" fmla="*/ 867833 h 4907703"/>
                  <a:gd name="connsiteX725" fmla="*/ 675217 w 4665133"/>
                  <a:gd name="connsiteY725" fmla="*/ 881803 h 4907703"/>
                  <a:gd name="connsiteX726" fmla="*/ 689187 w 4665133"/>
                  <a:gd name="connsiteY726" fmla="*/ 883073 h 4907703"/>
                  <a:gd name="connsiteX727" fmla="*/ 704850 w 4665133"/>
                  <a:gd name="connsiteY727" fmla="*/ 884343 h 4907703"/>
                  <a:gd name="connsiteX728" fmla="*/ 718820 w 4665133"/>
                  <a:gd name="connsiteY728" fmla="*/ 885613 h 4907703"/>
                  <a:gd name="connsiteX729" fmla="*/ 718820 w 4665133"/>
                  <a:gd name="connsiteY729" fmla="*/ 901277 h 4907703"/>
                  <a:gd name="connsiteX730" fmla="*/ 732790 w 4665133"/>
                  <a:gd name="connsiteY730" fmla="*/ 901277 h 4907703"/>
                  <a:gd name="connsiteX731" fmla="*/ 746337 w 4665133"/>
                  <a:gd name="connsiteY731" fmla="*/ 894080 h 4907703"/>
                  <a:gd name="connsiteX732" fmla="*/ 762000 w 4665133"/>
                  <a:gd name="connsiteY732" fmla="*/ 892810 h 4907703"/>
                  <a:gd name="connsiteX733" fmla="*/ 777240 w 4665133"/>
                  <a:gd name="connsiteY733" fmla="*/ 898313 h 4907703"/>
                  <a:gd name="connsiteX734" fmla="*/ 778510 w 4665133"/>
                  <a:gd name="connsiteY734" fmla="*/ 899583 h 4907703"/>
                  <a:gd name="connsiteX735" fmla="*/ 793750 w 4665133"/>
                  <a:gd name="connsiteY735" fmla="*/ 906780 h 4907703"/>
                  <a:gd name="connsiteX736" fmla="*/ 809413 w 4665133"/>
                  <a:gd name="connsiteY736" fmla="*/ 912283 h 4907703"/>
                  <a:gd name="connsiteX737" fmla="*/ 823383 w 4665133"/>
                  <a:gd name="connsiteY737" fmla="*/ 919057 h 4907703"/>
                  <a:gd name="connsiteX738" fmla="*/ 839893 w 4665133"/>
                  <a:gd name="connsiteY738" fmla="*/ 923290 h 4907703"/>
                  <a:gd name="connsiteX739" fmla="*/ 855133 w 4665133"/>
                  <a:gd name="connsiteY739" fmla="*/ 924983 h 4907703"/>
                  <a:gd name="connsiteX740" fmla="*/ 872067 w 4665133"/>
                  <a:gd name="connsiteY740" fmla="*/ 927523 h 4907703"/>
                  <a:gd name="connsiteX741" fmla="*/ 886037 w 4665133"/>
                  <a:gd name="connsiteY741" fmla="*/ 929217 h 4907703"/>
                  <a:gd name="connsiteX742" fmla="*/ 901277 w 4665133"/>
                  <a:gd name="connsiteY742" fmla="*/ 930487 h 4907703"/>
                  <a:gd name="connsiteX743" fmla="*/ 916517 w 4665133"/>
                  <a:gd name="connsiteY743" fmla="*/ 933450 h 4907703"/>
                  <a:gd name="connsiteX744" fmla="*/ 930487 w 4665133"/>
                  <a:gd name="connsiteY744" fmla="*/ 934720 h 4907703"/>
                  <a:gd name="connsiteX745" fmla="*/ 944457 w 4665133"/>
                  <a:gd name="connsiteY745" fmla="*/ 937260 h 4907703"/>
                  <a:gd name="connsiteX746" fmla="*/ 959696 w 4665133"/>
                  <a:gd name="connsiteY746" fmla="*/ 937260 h 4907703"/>
                  <a:gd name="connsiteX747" fmla="*/ 975360 w 4665133"/>
                  <a:gd name="connsiteY747" fmla="*/ 937260 h 4907703"/>
                  <a:gd name="connsiteX748" fmla="*/ 989330 w 4665133"/>
                  <a:gd name="connsiteY748" fmla="*/ 938953 h 4907703"/>
                  <a:gd name="connsiteX749" fmla="*/ 999067 w 4665133"/>
                  <a:gd name="connsiteY749" fmla="*/ 940223 h 4907703"/>
                  <a:gd name="connsiteX750" fmla="*/ 1013037 w 4665133"/>
                  <a:gd name="connsiteY750" fmla="*/ 941493 h 4907703"/>
                  <a:gd name="connsiteX751" fmla="*/ 1028277 w 4665133"/>
                  <a:gd name="connsiteY751" fmla="*/ 944457 h 4907703"/>
                  <a:gd name="connsiteX752" fmla="*/ 1043517 w 4665133"/>
                  <a:gd name="connsiteY752" fmla="*/ 946997 h 4907703"/>
                  <a:gd name="connsiteX753" fmla="*/ 1059180 w 4665133"/>
                  <a:gd name="connsiteY753" fmla="*/ 952923 h 4907703"/>
                  <a:gd name="connsiteX754" fmla="*/ 1073150 w 4665133"/>
                  <a:gd name="connsiteY754" fmla="*/ 959697 h 4907703"/>
                  <a:gd name="connsiteX755" fmla="*/ 1086697 w 4665133"/>
                  <a:gd name="connsiteY755" fmla="*/ 962660 h 4907703"/>
                  <a:gd name="connsiteX756" fmla="*/ 1100667 w 4665133"/>
                  <a:gd name="connsiteY756" fmla="*/ 963930 h 4907703"/>
                  <a:gd name="connsiteX757" fmla="*/ 1115907 w 4665133"/>
                  <a:gd name="connsiteY757" fmla="*/ 966893 h 4907703"/>
                  <a:gd name="connsiteX758" fmla="*/ 1132840 w 4665133"/>
                  <a:gd name="connsiteY758" fmla="*/ 968163 h 4907703"/>
                  <a:gd name="connsiteX759" fmla="*/ 1146810 w 4665133"/>
                  <a:gd name="connsiteY759" fmla="*/ 969433 h 4907703"/>
                  <a:gd name="connsiteX760" fmla="*/ 1160780 w 4665133"/>
                  <a:gd name="connsiteY760" fmla="*/ 971127 h 4907703"/>
                  <a:gd name="connsiteX761" fmla="*/ 1174750 w 4665133"/>
                  <a:gd name="connsiteY761" fmla="*/ 972397 h 4907703"/>
                  <a:gd name="connsiteX762" fmla="*/ 1189990 w 4665133"/>
                  <a:gd name="connsiteY762" fmla="*/ 972397 h 4907703"/>
                  <a:gd name="connsiteX763" fmla="*/ 1203960 w 4665133"/>
                  <a:gd name="connsiteY763" fmla="*/ 971127 h 4907703"/>
                  <a:gd name="connsiteX764" fmla="*/ 1217930 w 4665133"/>
                  <a:gd name="connsiteY764" fmla="*/ 969433 h 4907703"/>
                  <a:gd name="connsiteX765" fmla="*/ 1233170 w 4665133"/>
                  <a:gd name="connsiteY765" fmla="*/ 965200 h 4907703"/>
                  <a:gd name="connsiteX766" fmla="*/ 1247140 w 4665133"/>
                  <a:gd name="connsiteY766" fmla="*/ 965200 h 4907703"/>
                  <a:gd name="connsiteX767" fmla="*/ 1262804 w 4665133"/>
                  <a:gd name="connsiteY767" fmla="*/ 963930 h 4907703"/>
                  <a:gd name="connsiteX768" fmla="*/ 1276773 w 4665133"/>
                  <a:gd name="connsiteY768" fmla="*/ 959697 h 4907703"/>
                  <a:gd name="connsiteX769" fmla="*/ 1290743 w 4665133"/>
                  <a:gd name="connsiteY769" fmla="*/ 954193 h 4907703"/>
                  <a:gd name="connsiteX770" fmla="*/ 1304290 w 4665133"/>
                  <a:gd name="connsiteY770" fmla="*/ 951230 h 4907703"/>
                  <a:gd name="connsiteX771" fmla="*/ 1319954 w 4665133"/>
                  <a:gd name="connsiteY771" fmla="*/ 948690 h 4907703"/>
                  <a:gd name="connsiteX772" fmla="*/ 1333923 w 4665133"/>
                  <a:gd name="connsiteY772" fmla="*/ 942763 h 4907703"/>
                  <a:gd name="connsiteX773" fmla="*/ 1342390 w 4665133"/>
                  <a:gd name="connsiteY773" fmla="*/ 941493 h 4907703"/>
                  <a:gd name="connsiteX774" fmla="*/ 1357630 w 4665133"/>
                  <a:gd name="connsiteY774" fmla="*/ 933450 h 4907703"/>
                  <a:gd name="connsiteX775" fmla="*/ 1371600 w 4665133"/>
                  <a:gd name="connsiteY775" fmla="*/ 924983 h 4907703"/>
                  <a:gd name="connsiteX776" fmla="*/ 1386840 w 4665133"/>
                  <a:gd name="connsiteY776" fmla="*/ 922020 h 4907703"/>
                  <a:gd name="connsiteX777" fmla="*/ 1400810 w 4665133"/>
                  <a:gd name="connsiteY777" fmla="*/ 908050 h 4907703"/>
                  <a:gd name="connsiteX778" fmla="*/ 1414780 w 4665133"/>
                  <a:gd name="connsiteY778" fmla="*/ 894080 h 4907703"/>
                  <a:gd name="connsiteX779" fmla="*/ 1428750 w 4665133"/>
                  <a:gd name="connsiteY779" fmla="*/ 883073 h 4907703"/>
                  <a:gd name="connsiteX780" fmla="*/ 1442720 w 4665133"/>
                  <a:gd name="connsiteY780" fmla="*/ 871643 h 4907703"/>
                  <a:gd name="connsiteX781" fmla="*/ 1456690 w 4665133"/>
                  <a:gd name="connsiteY781" fmla="*/ 858097 h 4907703"/>
                  <a:gd name="connsiteX782" fmla="*/ 1460923 w 4665133"/>
                  <a:gd name="connsiteY782" fmla="*/ 844127 h 4907703"/>
                  <a:gd name="connsiteX783" fmla="*/ 1457960 w 4665133"/>
                  <a:gd name="connsiteY783" fmla="*/ 835660 h 4907703"/>
                  <a:gd name="connsiteX784" fmla="*/ 1459654 w 4665133"/>
                  <a:gd name="connsiteY784" fmla="*/ 835660 h 4907703"/>
                  <a:gd name="connsiteX785" fmla="*/ 1463463 w 4665133"/>
                  <a:gd name="connsiteY785" fmla="*/ 821690 h 4907703"/>
                  <a:gd name="connsiteX786" fmla="*/ 1457960 w 4665133"/>
                  <a:gd name="connsiteY786" fmla="*/ 806450 h 4907703"/>
                  <a:gd name="connsiteX787" fmla="*/ 1442720 w 4665133"/>
                  <a:gd name="connsiteY787" fmla="*/ 803487 h 4907703"/>
                  <a:gd name="connsiteX788" fmla="*/ 1428750 w 4665133"/>
                  <a:gd name="connsiteY788" fmla="*/ 797983 h 4907703"/>
                  <a:gd name="connsiteX789" fmla="*/ 1428750 w 4665133"/>
                  <a:gd name="connsiteY789" fmla="*/ 784013 h 4907703"/>
                  <a:gd name="connsiteX790" fmla="*/ 1421554 w 4665133"/>
                  <a:gd name="connsiteY790" fmla="*/ 770043 h 4907703"/>
                  <a:gd name="connsiteX791" fmla="*/ 1407583 w 4665133"/>
                  <a:gd name="connsiteY791" fmla="*/ 757343 h 4907703"/>
                  <a:gd name="connsiteX792" fmla="*/ 1407583 w 4665133"/>
                  <a:gd name="connsiteY792" fmla="*/ 742103 h 4907703"/>
                  <a:gd name="connsiteX793" fmla="*/ 1393613 w 4665133"/>
                  <a:gd name="connsiteY793" fmla="*/ 729403 h 4907703"/>
                  <a:gd name="connsiteX794" fmla="*/ 1378373 w 4665133"/>
                  <a:gd name="connsiteY794" fmla="*/ 731097 h 4907703"/>
                  <a:gd name="connsiteX795" fmla="*/ 1364404 w 4665133"/>
                  <a:gd name="connsiteY795" fmla="*/ 723900 h 4907703"/>
                  <a:gd name="connsiteX796" fmla="*/ 1350433 w 4665133"/>
                  <a:gd name="connsiteY796" fmla="*/ 718397 h 4907703"/>
                  <a:gd name="connsiteX797" fmla="*/ 1335193 w 4665133"/>
                  <a:gd name="connsiteY797" fmla="*/ 723900 h 4907703"/>
                  <a:gd name="connsiteX798" fmla="*/ 1321223 w 4665133"/>
                  <a:gd name="connsiteY798" fmla="*/ 714163 h 4907703"/>
                  <a:gd name="connsiteX799" fmla="*/ 1305983 w 4665133"/>
                  <a:gd name="connsiteY799" fmla="*/ 700193 h 4907703"/>
                  <a:gd name="connsiteX800" fmla="*/ 1290743 w 4665133"/>
                  <a:gd name="connsiteY800" fmla="*/ 693420 h 4907703"/>
                  <a:gd name="connsiteX801" fmla="*/ 1279313 w 4665133"/>
                  <a:gd name="connsiteY801" fmla="*/ 687917 h 4907703"/>
                  <a:gd name="connsiteX802" fmla="*/ 1264073 w 4665133"/>
                  <a:gd name="connsiteY802" fmla="*/ 673947 h 4907703"/>
                  <a:gd name="connsiteX803" fmla="*/ 1248833 w 4665133"/>
                  <a:gd name="connsiteY803" fmla="*/ 666750 h 4907703"/>
                  <a:gd name="connsiteX804" fmla="*/ 1259840 w 4665133"/>
                  <a:gd name="connsiteY804" fmla="*/ 681990 h 4907703"/>
                  <a:gd name="connsiteX805" fmla="*/ 1245870 w 4665133"/>
                  <a:gd name="connsiteY805" fmla="*/ 683683 h 4907703"/>
                  <a:gd name="connsiteX806" fmla="*/ 1239097 w 4665133"/>
                  <a:gd name="connsiteY806" fmla="*/ 681990 h 4907703"/>
                  <a:gd name="connsiteX807" fmla="*/ 1223433 w 4665133"/>
                  <a:gd name="connsiteY807" fmla="*/ 680720 h 4907703"/>
                  <a:gd name="connsiteX808" fmla="*/ 1208193 w 4665133"/>
                  <a:gd name="connsiteY808" fmla="*/ 672253 h 4907703"/>
                  <a:gd name="connsiteX809" fmla="*/ 1192954 w 4665133"/>
                  <a:gd name="connsiteY809" fmla="*/ 666750 h 4907703"/>
                  <a:gd name="connsiteX810" fmla="*/ 1177713 w 4665133"/>
                  <a:gd name="connsiteY810" fmla="*/ 661247 h 4907703"/>
                  <a:gd name="connsiteX811" fmla="*/ 1162473 w 4665133"/>
                  <a:gd name="connsiteY811" fmla="*/ 654473 h 4907703"/>
                  <a:gd name="connsiteX812" fmla="*/ 1146810 w 4665133"/>
                  <a:gd name="connsiteY812" fmla="*/ 646007 h 4907703"/>
                  <a:gd name="connsiteX813" fmla="*/ 1132840 w 4665133"/>
                  <a:gd name="connsiteY813" fmla="*/ 643043 h 4907703"/>
                  <a:gd name="connsiteX814" fmla="*/ 1117600 w 4665133"/>
                  <a:gd name="connsiteY814" fmla="*/ 636270 h 4907703"/>
                  <a:gd name="connsiteX815" fmla="*/ 1132840 w 4665133"/>
                  <a:gd name="connsiteY815" fmla="*/ 648547 h 4907703"/>
                  <a:gd name="connsiteX816" fmla="*/ 1117600 w 4665133"/>
                  <a:gd name="connsiteY816" fmla="*/ 646007 h 4907703"/>
                  <a:gd name="connsiteX817" fmla="*/ 1103630 w 4665133"/>
                  <a:gd name="connsiteY817" fmla="*/ 643043 h 4907703"/>
                  <a:gd name="connsiteX818" fmla="*/ 1089660 w 4665133"/>
                  <a:gd name="connsiteY818" fmla="*/ 633307 h 4907703"/>
                  <a:gd name="connsiteX819" fmla="*/ 1074420 w 4665133"/>
                  <a:gd name="connsiteY819" fmla="*/ 624840 h 4907703"/>
                  <a:gd name="connsiteX820" fmla="*/ 1060450 w 4665133"/>
                  <a:gd name="connsiteY820" fmla="*/ 619337 h 4907703"/>
                  <a:gd name="connsiteX821" fmla="*/ 1046480 w 4665133"/>
                  <a:gd name="connsiteY821" fmla="*/ 612563 h 4907703"/>
                  <a:gd name="connsiteX822" fmla="*/ 1031240 w 4665133"/>
                  <a:gd name="connsiteY822" fmla="*/ 604097 h 4907703"/>
                  <a:gd name="connsiteX823" fmla="*/ 1016000 w 4665133"/>
                  <a:gd name="connsiteY823" fmla="*/ 595630 h 4907703"/>
                  <a:gd name="connsiteX824" fmla="*/ 1000337 w 4665133"/>
                  <a:gd name="connsiteY824" fmla="*/ 590127 h 4907703"/>
                  <a:gd name="connsiteX825" fmla="*/ 986367 w 4665133"/>
                  <a:gd name="connsiteY825" fmla="*/ 585893 h 4907703"/>
                  <a:gd name="connsiteX826" fmla="*/ 972396 w 4665133"/>
                  <a:gd name="connsiteY826" fmla="*/ 582930 h 4907703"/>
                  <a:gd name="connsiteX827" fmla="*/ 955887 w 4665133"/>
                  <a:gd name="connsiteY827" fmla="*/ 576157 h 4907703"/>
                  <a:gd name="connsiteX828" fmla="*/ 941917 w 4665133"/>
                  <a:gd name="connsiteY828" fmla="*/ 570653 h 4907703"/>
                  <a:gd name="connsiteX829" fmla="*/ 926677 w 4665133"/>
                  <a:gd name="connsiteY829" fmla="*/ 565150 h 4907703"/>
                  <a:gd name="connsiteX830" fmla="*/ 912707 w 4665133"/>
                  <a:gd name="connsiteY830" fmla="*/ 559223 h 4907703"/>
                  <a:gd name="connsiteX831" fmla="*/ 895773 w 4665133"/>
                  <a:gd name="connsiteY831" fmla="*/ 555413 h 4907703"/>
                  <a:gd name="connsiteX832" fmla="*/ 881804 w 4665133"/>
                  <a:gd name="connsiteY832" fmla="*/ 548217 h 4907703"/>
                  <a:gd name="connsiteX833" fmla="*/ 866563 w 4665133"/>
                  <a:gd name="connsiteY833" fmla="*/ 543983 h 4907703"/>
                  <a:gd name="connsiteX834" fmla="*/ 852593 w 4665133"/>
                  <a:gd name="connsiteY834" fmla="*/ 542713 h 4907703"/>
                  <a:gd name="connsiteX835" fmla="*/ 838623 w 4665133"/>
                  <a:gd name="connsiteY835" fmla="*/ 538480 h 4907703"/>
                  <a:gd name="connsiteX836" fmla="*/ 823383 w 4665133"/>
                  <a:gd name="connsiteY836" fmla="*/ 531283 h 4907703"/>
                  <a:gd name="connsiteX837" fmla="*/ 808143 w 4665133"/>
                  <a:gd name="connsiteY837" fmla="*/ 527050 h 4907703"/>
                  <a:gd name="connsiteX838" fmla="*/ 793750 w 4665133"/>
                  <a:gd name="connsiteY838" fmla="*/ 521970 h 4907703"/>
                  <a:gd name="connsiteX839" fmla="*/ 786977 w 4665133"/>
                  <a:gd name="connsiteY839" fmla="*/ 520277 h 4907703"/>
                  <a:gd name="connsiteX840" fmla="*/ 771737 w 4665133"/>
                  <a:gd name="connsiteY840" fmla="*/ 519007 h 4907703"/>
                  <a:gd name="connsiteX841" fmla="*/ 757767 w 4665133"/>
                  <a:gd name="connsiteY841" fmla="*/ 516043 h 4907703"/>
                  <a:gd name="connsiteX842" fmla="*/ 742104 w 4665133"/>
                  <a:gd name="connsiteY842" fmla="*/ 513503 h 4907703"/>
                  <a:gd name="connsiteX843" fmla="*/ 725593 w 4665133"/>
                  <a:gd name="connsiteY843" fmla="*/ 510540 h 4907703"/>
                  <a:gd name="connsiteX844" fmla="*/ 711623 w 4665133"/>
                  <a:gd name="connsiteY844" fmla="*/ 517737 h 4907703"/>
                  <a:gd name="connsiteX845" fmla="*/ 697654 w 4665133"/>
                  <a:gd name="connsiteY845" fmla="*/ 519007 h 4907703"/>
                  <a:gd name="connsiteX846" fmla="*/ 680720 w 4665133"/>
                  <a:gd name="connsiteY846" fmla="*/ 516043 h 4907703"/>
                  <a:gd name="connsiteX847" fmla="*/ 665480 w 4665133"/>
                  <a:gd name="connsiteY847" fmla="*/ 513503 h 4907703"/>
                  <a:gd name="connsiteX848" fmla="*/ 650240 w 4665133"/>
                  <a:gd name="connsiteY848" fmla="*/ 510540 h 4907703"/>
                  <a:gd name="connsiteX849" fmla="*/ 633730 w 4665133"/>
                  <a:gd name="connsiteY849" fmla="*/ 508000 h 4907703"/>
                  <a:gd name="connsiteX850" fmla="*/ 618067 w 4665133"/>
                  <a:gd name="connsiteY850" fmla="*/ 503767 h 4907703"/>
                  <a:gd name="connsiteX851" fmla="*/ 604096 w 4665133"/>
                  <a:gd name="connsiteY851" fmla="*/ 503767 h 4907703"/>
                  <a:gd name="connsiteX852" fmla="*/ 588857 w 4665133"/>
                  <a:gd name="connsiteY852" fmla="*/ 502073 h 4907703"/>
                  <a:gd name="connsiteX853" fmla="*/ 574887 w 4665133"/>
                  <a:gd name="connsiteY853" fmla="*/ 500803 h 4907703"/>
                  <a:gd name="connsiteX854" fmla="*/ 560917 w 4665133"/>
                  <a:gd name="connsiteY854" fmla="*/ 505037 h 4907703"/>
                  <a:gd name="connsiteX855" fmla="*/ 546946 w 4665133"/>
                  <a:gd name="connsiteY855" fmla="*/ 502073 h 4907703"/>
                  <a:gd name="connsiteX856" fmla="*/ 544407 w 4665133"/>
                  <a:gd name="connsiteY856" fmla="*/ 517737 h 4907703"/>
                  <a:gd name="connsiteX857" fmla="*/ 534246 w 4665133"/>
                  <a:gd name="connsiteY857" fmla="*/ 532977 h 4907703"/>
                  <a:gd name="connsiteX858" fmla="*/ 519007 w 4665133"/>
                  <a:gd name="connsiteY858" fmla="*/ 535517 h 4907703"/>
                  <a:gd name="connsiteX859" fmla="*/ 505460 w 4665133"/>
                  <a:gd name="connsiteY859" fmla="*/ 538480 h 4907703"/>
                  <a:gd name="connsiteX860" fmla="*/ 494030 w 4665133"/>
                  <a:gd name="connsiteY860" fmla="*/ 553720 h 4907703"/>
                  <a:gd name="connsiteX861" fmla="*/ 492760 w 4665133"/>
                  <a:gd name="connsiteY861" fmla="*/ 555413 h 4907703"/>
                  <a:gd name="connsiteX862" fmla="*/ 489796 w 4665133"/>
                  <a:gd name="connsiteY862" fmla="*/ 539750 h 4907703"/>
                  <a:gd name="connsiteX863" fmla="*/ 503767 w 4665133"/>
                  <a:gd name="connsiteY863" fmla="*/ 535517 h 4907703"/>
                  <a:gd name="connsiteX864" fmla="*/ 517737 w 4665133"/>
                  <a:gd name="connsiteY864" fmla="*/ 532977 h 4907703"/>
                  <a:gd name="connsiteX865" fmla="*/ 532977 w 4665133"/>
                  <a:gd name="connsiteY865" fmla="*/ 524510 h 4907703"/>
                  <a:gd name="connsiteX866" fmla="*/ 516467 w 4665133"/>
                  <a:gd name="connsiteY866" fmla="*/ 516043 h 4907703"/>
                  <a:gd name="connsiteX867" fmla="*/ 530437 w 4665133"/>
                  <a:gd name="connsiteY867" fmla="*/ 511810 h 4907703"/>
                  <a:gd name="connsiteX868" fmla="*/ 516467 w 4665133"/>
                  <a:gd name="connsiteY868" fmla="*/ 509270 h 4907703"/>
                  <a:gd name="connsiteX869" fmla="*/ 530437 w 4665133"/>
                  <a:gd name="connsiteY869" fmla="*/ 497840 h 4907703"/>
                  <a:gd name="connsiteX870" fmla="*/ 514773 w 4665133"/>
                  <a:gd name="connsiteY870" fmla="*/ 486833 h 4907703"/>
                  <a:gd name="connsiteX871" fmla="*/ 499533 w 4665133"/>
                  <a:gd name="connsiteY871" fmla="*/ 488103 h 4907703"/>
                  <a:gd name="connsiteX872" fmla="*/ 485563 w 4665133"/>
                  <a:gd name="connsiteY872" fmla="*/ 492337 h 4907703"/>
                  <a:gd name="connsiteX873" fmla="*/ 470323 w 4665133"/>
                  <a:gd name="connsiteY873" fmla="*/ 500803 h 4907703"/>
                  <a:gd name="connsiteX874" fmla="*/ 480060 w 4665133"/>
                  <a:gd name="connsiteY874" fmla="*/ 485563 h 4907703"/>
                  <a:gd name="connsiteX875" fmla="*/ 464820 w 4665133"/>
                  <a:gd name="connsiteY875" fmla="*/ 483870 h 4907703"/>
                  <a:gd name="connsiteX876" fmla="*/ 449580 w 4665133"/>
                  <a:gd name="connsiteY876" fmla="*/ 480060 h 4907703"/>
                  <a:gd name="connsiteX877" fmla="*/ 435610 w 4665133"/>
                  <a:gd name="connsiteY877" fmla="*/ 480060 h 4907703"/>
                  <a:gd name="connsiteX878" fmla="*/ 419946 w 4665133"/>
                  <a:gd name="connsiteY878" fmla="*/ 478367 h 4907703"/>
                  <a:gd name="connsiteX879" fmla="*/ 406400 w 4665133"/>
                  <a:gd name="connsiteY879" fmla="*/ 485563 h 4907703"/>
                  <a:gd name="connsiteX880" fmla="*/ 390737 w 4665133"/>
                  <a:gd name="connsiteY880" fmla="*/ 488103 h 4907703"/>
                  <a:gd name="connsiteX881" fmla="*/ 406400 w 4665133"/>
                  <a:gd name="connsiteY881" fmla="*/ 482600 h 4907703"/>
                  <a:gd name="connsiteX882" fmla="*/ 419946 w 4665133"/>
                  <a:gd name="connsiteY882" fmla="*/ 478367 h 4907703"/>
                  <a:gd name="connsiteX883" fmla="*/ 408940 w 4665133"/>
                  <a:gd name="connsiteY883" fmla="*/ 472863 h 4907703"/>
                  <a:gd name="connsiteX884" fmla="*/ 394970 w 4665133"/>
                  <a:gd name="connsiteY884" fmla="*/ 467360 h 4907703"/>
                  <a:gd name="connsiteX885" fmla="*/ 379730 w 4665133"/>
                  <a:gd name="connsiteY885" fmla="*/ 463127 h 4907703"/>
                  <a:gd name="connsiteX886" fmla="*/ 364067 w 4665133"/>
                  <a:gd name="connsiteY886" fmla="*/ 457623 h 4907703"/>
                  <a:gd name="connsiteX887" fmla="*/ 372533 w 4665133"/>
                  <a:gd name="connsiteY887" fmla="*/ 443653 h 4907703"/>
                  <a:gd name="connsiteX888" fmla="*/ 387773 w 4665133"/>
                  <a:gd name="connsiteY888" fmla="*/ 456353 h 4907703"/>
                  <a:gd name="connsiteX889" fmla="*/ 403437 w 4665133"/>
                  <a:gd name="connsiteY889" fmla="*/ 458893 h 4907703"/>
                  <a:gd name="connsiteX890" fmla="*/ 417407 w 4665133"/>
                  <a:gd name="connsiteY890" fmla="*/ 460163 h 4907703"/>
                  <a:gd name="connsiteX891" fmla="*/ 432646 w 4665133"/>
                  <a:gd name="connsiteY891" fmla="*/ 461857 h 4907703"/>
                  <a:gd name="connsiteX892" fmla="*/ 449580 w 4665133"/>
                  <a:gd name="connsiteY892" fmla="*/ 464397 h 4907703"/>
                  <a:gd name="connsiteX893" fmla="*/ 463550 w 4665133"/>
                  <a:gd name="connsiteY893" fmla="*/ 466090 h 4907703"/>
                  <a:gd name="connsiteX894" fmla="*/ 477520 w 4665133"/>
                  <a:gd name="connsiteY894" fmla="*/ 460163 h 4907703"/>
                  <a:gd name="connsiteX895" fmla="*/ 483023 w 4665133"/>
                  <a:gd name="connsiteY895" fmla="*/ 446193 h 4907703"/>
                  <a:gd name="connsiteX896" fmla="*/ 467360 w 4665133"/>
                  <a:gd name="connsiteY896" fmla="*/ 440690 h 4907703"/>
                  <a:gd name="connsiteX897" fmla="*/ 453390 w 4665133"/>
                  <a:gd name="connsiteY897" fmla="*/ 438150 h 4907703"/>
                  <a:gd name="connsiteX898" fmla="*/ 438150 w 4665133"/>
                  <a:gd name="connsiteY898" fmla="*/ 436457 h 4907703"/>
                  <a:gd name="connsiteX899" fmla="*/ 422910 w 4665133"/>
                  <a:gd name="connsiteY899" fmla="*/ 438150 h 4907703"/>
                  <a:gd name="connsiteX900" fmla="*/ 406400 w 4665133"/>
                  <a:gd name="connsiteY900" fmla="*/ 428413 h 4907703"/>
                  <a:gd name="connsiteX901" fmla="*/ 390737 w 4665133"/>
                  <a:gd name="connsiteY901" fmla="*/ 424180 h 4907703"/>
                  <a:gd name="connsiteX902" fmla="*/ 375496 w 4665133"/>
                  <a:gd name="connsiteY902" fmla="*/ 419947 h 4907703"/>
                  <a:gd name="connsiteX903" fmla="*/ 361527 w 4665133"/>
                  <a:gd name="connsiteY903" fmla="*/ 412750 h 4907703"/>
                  <a:gd name="connsiteX904" fmla="*/ 347557 w 4665133"/>
                  <a:gd name="connsiteY904" fmla="*/ 415713 h 4907703"/>
                  <a:gd name="connsiteX905" fmla="*/ 361527 w 4665133"/>
                  <a:gd name="connsiteY905" fmla="*/ 428413 h 4907703"/>
                  <a:gd name="connsiteX906" fmla="*/ 346287 w 4665133"/>
                  <a:gd name="connsiteY906" fmla="*/ 429683 h 4907703"/>
                  <a:gd name="connsiteX907" fmla="*/ 331046 w 4665133"/>
                  <a:gd name="connsiteY907" fmla="*/ 429683 h 4907703"/>
                  <a:gd name="connsiteX908" fmla="*/ 328083 w 4665133"/>
                  <a:gd name="connsiteY908" fmla="*/ 443653 h 4907703"/>
                  <a:gd name="connsiteX909" fmla="*/ 312843 w 4665133"/>
                  <a:gd name="connsiteY909" fmla="*/ 449157 h 4907703"/>
                  <a:gd name="connsiteX910" fmla="*/ 298873 w 4665133"/>
                  <a:gd name="connsiteY910" fmla="*/ 457623 h 4907703"/>
                  <a:gd name="connsiteX911" fmla="*/ 287443 w 4665133"/>
                  <a:gd name="connsiteY911" fmla="*/ 443653 h 4907703"/>
                  <a:gd name="connsiteX912" fmla="*/ 272204 w 4665133"/>
                  <a:gd name="connsiteY912" fmla="*/ 440690 h 4907703"/>
                  <a:gd name="connsiteX913" fmla="*/ 258233 w 4665133"/>
                  <a:gd name="connsiteY913" fmla="*/ 439420 h 4907703"/>
                  <a:gd name="connsiteX914" fmla="*/ 244263 w 4665133"/>
                  <a:gd name="connsiteY914" fmla="*/ 438150 h 4907703"/>
                  <a:gd name="connsiteX915" fmla="*/ 237490 w 4665133"/>
                  <a:gd name="connsiteY915" fmla="*/ 436457 h 4907703"/>
                  <a:gd name="connsiteX916" fmla="*/ 251460 w 4665133"/>
                  <a:gd name="connsiteY916" fmla="*/ 452120 h 4907703"/>
                  <a:gd name="connsiteX917" fmla="*/ 252730 w 4665133"/>
                  <a:gd name="connsiteY917" fmla="*/ 466090 h 4907703"/>
                  <a:gd name="connsiteX918" fmla="*/ 238760 w 4665133"/>
                  <a:gd name="connsiteY918" fmla="*/ 472863 h 4907703"/>
                  <a:gd name="connsiteX919" fmla="*/ 223520 w 4665133"/>
                  <a:gd name="connsiteY919" fmla="*/ 471593 h 4907703"/>
                  <a:gd name="connsiteX920" fmla="*/ 209550 w 4665133"/>
                  <a:gd name="connsiteY920" fmla="*/ 471593 h 4907703"/>
                  <a:gd name="connsiteX921" fmla="*/ 193887 w 4665133"/>
                  <a:gd name="connsiteY921" fmla="*/ 466090 h 4907703"/>
                  <a:gd name="connsiteX922" fmla="*/ 180340 w 4665133"/>
                  <a:gd name="connsiteY922" fmla="*/ 458893 h 4907703"/>
                  <a:gd name="connsiteX923" fmla="*/ 175683 w 4665133"/>
                  <a:gd name="connsiteY923" fmla="*/ 457623 h 4907703"/>
                  <a:gd name="connsiteX924" fmla="*/ 173143 w 4665133"/>
                  <a:gd name="connsiteY924" fmla="*/ 456353 h 4907703"/>
                  <a:gd name="connsiteX925" fmla="*/ 175683 w 4665133"/>
                  <a:gd name="connsiteY925" fmla="*/ 461857 h 4907703"/>
                  <a:gd name="connsiteX926" fmla="*/ 171873 w 4665133"/>
                  <a:gd name="connsiteY926" fmla="*/ 477097 h 4907703"/>
                  <a:gd name="connsiteX927" fmla="*/ 157904 w 4665133"/>
                  <a:gd name="connsiteY927" fmla="*/ 492337 h 4907703"/>
                  <a:gd name="connsiteX928" fmla="*/ 156210 w 4665133"/>
                  <a:gd name="connsiteY928" fmla="*/ 492337 h 4907703"/>
                  <a:gd name="connsiteX929" fmla="*/ 140970 w 4665133"/>
                  <a:gd name="connsiteY929" fmla="*/ 496570 h 4907703"/>
                  <a:gd name="connsiteX930" fmla="*/ 135467 w 4665133"/>
                  <a:gd name="connsiteY930" fmla="*/ 496570 h 4907703"/>
                  <a:gd name="connsiteX931" fmla="*/ 121496 w 4665133"/>
                  <a:gd name="connsiteY931" fmla="*/ 502073 h 4907703"/>
                  <a:gd name="connsiteX932" fmla="*/ 104987 w 4665133"/>
                  <a:gd name="connsiteY932" fmla="*/ 503767 h 4907703"/>
                  <a:gd name="connsiteX933" fmla="*/ 89323 w 4665133"/>
                  <a:gd name="connsiteY933" fmla="*/ 508000 h 4907703"/>
                  <a:gd name="connsiteX934" fmla="*/ 90593 w 4665133"/>
                  <a:gd name="connsiteY934" fmla="*/ 523240 h 4907703"/>
                  <a:gd name="connsiteX935" fmla="*/ 88054 w 4665133"/>
                  <a:gd name="connsiteY935" fmla="*/ 531283 h 4907703"/>
                  <a:gd name="connsiteX936" fmla="*/ 74083 w 4665133"/>
                  <a:gd name="connsiteY936" fmla="*/ 543983 h 4907703"/>
                  <a:gd name="connsiteX937" fmla="*/ 60113 w 4665133"/>
                  <a:gd name="connsiteY937" fmla="*/ 546947 h 4907703"/>
                  <a:gd name="connsiteX938" fmla="*/ 46143 w 4665133"/>
                  <a:gd name="connsiteY938" fmla="*/ 551180 h 4907703"/>
                  <a:gd name="connsiteX939" fmla="*/ 30904 w 4665133"/>
                  <a:gd name="connsiteY939" fmla="*/ 553720 h 4907703"/>
                  <a:gd name="connsiteX940" fmla="*/ 15663 w 4665133"/>
                  <a:gd name="connsiteY940" fmla="*/ 559223 h 4907703"/>
                  <a:gd name="connsiteX941" fmla="*/ 4233 w 4665133"/>
                  <a:gd name="connsiteY941" fmla="*/ 563457 h 4907703"/>
                  <a:gd name="connsiteX942" fmla="*/ 0 w 4665133"/>
                  <a:gd name="connsiteY942" fmla="*/ 565150 h 4907703"/>
                  <a:gd name="connsiteX943" fmla="*/ 13970 w 4665133"/>
                  <a:gd name="connsiteY943" fmla="*/ 566420 h 4907703"/>
                  <a:gd name="connsiteX944" fmla="*/ 29633 w 4665133"/>
                  <a:gd name="connsiteY944" fmla="*/ 566420 h 4907703"/>
                  <a:gd name="connsiteX945" fmla="*/ 39370 w 4665133"/>
                  <a:gd name="connsiteY945" fmla="*/ 580390 h 4907703"/>
                  <a:gd name="connsiteX946" fmla="*/ 27940 w 4665133"/>
                  <a:gd name="connsiteY946" fmla="*/ 594360 h 4907703"/>
                  <a:gd name="connsiteX947" fmla="*/ 13970 w 4665133"/>
                  <a:gd name="connsiteY947" fmla="*/ 609600 h 4907703"/>
                  <a:gd name="connsiteX948" fmla="*/ 13970 w 4665133"/>
                  <a:gd name="connsiteY948" fmla="*/ 619337 h 4907703"/>
                  <a:gd name="connsiteX949" fmla="*/ 13970 w 4665133"/>
                  <a:gd name="connsiteY949" fmla="*/ 620607 h 4907703"/>
                  <a:gd name="connsiteX950" fmla="*/ 25400 w 4665133"/>
                  <a:gd name="connsiteY950" fmla="*/ 636270 h 4907703"/>
                  <a:gd name="connsiteX951" fmla="*/ 35137 w 4665133"/>
                  <a:gd name="connsiteY951" fmla="*/ 650240 h 4907703"/>
                  <a:gd name="connsiteX952" fmla="*/ 54610 w 4665133"/>
                  <a:gd name="connsiteY952" fmla="*/ 665480 h 4907703"/>
                  <a:gd name="connsiteX953" fmla="*/ 68580 w 4665133"/>
                  <a:gd name="connsiteY953" fmla="*/ 668020 h 4907703"/>
                  <a:gd name="connsiteX954" fmla="*/ 82550 w 4665133"/>
                  <a:gd name="connsiteY954" fmla="*/ 670983 h 4907703"/>
                  <a:gd name="connsiteX955" fmla="*/ 96520 w 4665133"/>
                  <a:gd name="connsiteY955" fmla="*/ 673947 h 4907703"/>
                  <a:gd name="connsiteX956" fmla="*/ 110490 w 4665133"/>
                  <a:gd name="connsiteY956" fmla="*/ 677757 h 4907703"/>
                  <a:gd name="connsiteX957" fmla="*/ 125730 w 4665133"/>
                  <a:gd name="connsiteY957" fmla="*/ 684953 h 4907703"/>
                  <a:gd name="connsiteX958" fmla="*/ 142240 w 4665133"/>
                  <a:gd name="connsiteY958" fmla="*/ 700193 h 4907703"/>
                  <a:gd name="connsiteX959" fmla="*/ 157904 w 4665133"/>
                  <a:gd name="connsiteY959" fmla="*/ 714163 h 4907703"/>
                  <a:gd name="connsiteX960" fmla="*/ 174413 w 4665133"/>
                  <a:gd name="connsiteY960" fmla="*/ 722630 h 4907703"/>
                  <a:gd name="connsiteX961" fmla="*/ 190077 w 4665133"/>
                  <a:gd name="connsiteY961" fmla="*/ 729403 h 4907703"/>
                  <a:gd name="connsiteX962" fmla="*/ 198120 w 4665133"/>
                  <a:gd name="connsiteY962" fmla="*/ 733637 h 4907703"/>
                  <a:gd name="connsiteX963" fmla="*/ 198120 w 4665133"/>
                  <a:gd name="connsiteY963" fmla="*/ 736600 h 4907703"/>
                  <a:gd name="connsiteX964" fmla="*/ 198120 w 4665133"/>
                  <a:gd name="connsiteY964" fmla="*/ 751840 h 4907703"/>
                  <a:gd name="connsiteX965" fmla="*/ 190077 w 4665133"/>
                  <a:gd name="connsiteY965" fmla="*/ 765810 h 4907703"/>
                  <a:gd name="connsiteX966" fmla="*/ 174413 w 4665133"/>
                  <a:gd name="connsiteY966" fmla="*/ 778510 h 4907703"/>
                  <a:gd name="connsiteX967" fmla="*/ 160443 w 4665133"/>
                  <a:gd name="connsiteY967" fmla="*/ 788247 h 4907703"/>
                  <a:gd name="connsiteX968" fmla="*/ 146896 w 4665133"/>
                  <a:gd name="connsiteY968" fmla="*/ 802217 h 4907703"/>
                  <a:gd name="connsiteX969" fmla="*/ 134196 w 4665133"/>
                  <a:gd name="connsiteY969" fmla="*/ 817457 h 4907703"/>
                  <a:gd name="connsiteX970" fmla="*/ 121496 w 4665133"/>
                  <a:gd name="connsiteY970" fmla="*/ 831427 h 4907703"/>
                  <a:gd name="connsiteX971" fmla="*/ 115993 w 4665133"/>
                  <a:gd name="connsiteY971" fmla="*/ 841163 h 4907703"/>
                  <a:gd name="connsiteX972" fmla="*/ 118533 w 4665133"/>
                  <a:gd name="connsiteY972" fmla="*/ 855133 h 4907703"/>
                  <a:gd name="connsiteX973" fmla="*/ 132927 w 4665133"/>
                  <a:gd name="connsiteY973" fmla="*/ 867833 h 4907703"/>
                  <a:gd name="connsiteX974" fmla="*/ 146896 w 4665133"/>
                  <a:gd name="connsiteY974" fmla="*/ 877570 h 4907703"/>
                  <a:gd name="connsiteX975" fmla="*/ 156210 w 4665133"/>
                  <a:gd name="connsiteY975" fmla="*/ 888577 h 4907703"/>
                  <a:gd name="connsiteX976" fmla="*/ 170180 w 4665133"/>
                  <a:gd name="connsiteY976" fmla="*/ 902547 h 4907703"/>
                  <a:gd name="connsiteX977" fmla="*/ 180340 w 4665133"/>
                  <a:gd name="connsiteY977" fmla="*/ 915247 h 4907703"/>
                  <a:gd name="connsiteX978" fmla="*/ 188383 w 4665133"/>
                  <a:gd name="connsiteY978" fmla="*/ 929217 h 4907703"/>
                  <a:gd name="connsiteX979" fmla="*/ 202354 w 4665133"/>
                  <a:gd name="connsiteY979" fmla="*/ 942763 h 4907703"/>
                  <a:gd name="connsiteX980" fmla="*/ 216323 w 4665133"/>
                  <a:gd name="connsiteY980" fmla="*/ 955463 h 4907703"/>
                  <a:gd name="connsiteX981" fmla="*/ 230293 w 4665133"/>
                  <a:gd name="connsiteY981" fmla="*/ 969433 h 4907703"/>
                  <a:gd name="connsiteX982" fmla="*/ 237490 w 4665133"/>
                  <a:gd name="connsiteY982" fmla="*/ 983403 h 4907703"/>
                  <a:gd name="connsiteX983" fmla="*/ 240030 w 4665133"/>
                  <a:gd name="connsiteY983" fmla="*/ 986367 h 4907703"/>
                  <a:gd name="connsiteX984" fmla="*/ 249767 w 4665133"/>
                  <a:gd name="connsiteY984" fmla="*/ 1000337 h 4907703"/>
                  <a:gd name="connsiteX985" fmla="*/ 255270 w 4665133"/>
                  <a:gd name="connsiteY985" fmla="*/ 1010073 h 4907703"/>
                  <a:gd name="connsiteX986" fmla="*/ 261196 w 4665133"/>
                  <a:gd name="connsiteY986" fmla="*/ 1024043 h 4907703"/>
                  <a:gd name="connsiteX987" fmla="*/ 246804 w 4665133"/>
                  <a:gd name="connsiteY987" fmla="*/ 1025313 h 4907703"/>
                  <a:gd name="connsiteX988" fmla="*/ 231563 w 4665133"/>
                  <a:gd name="connsiteY988" fmla="*/ 1029547 h 4907703"/>
                  <a:gd name="connsiteX989" fmla="*/ 218017 w 4665133"/>
                  <a:gd name="connsiteY989" fmla="*/ 1032510 h 4907703"/>
                  <a:gd name="connsiteX990" fmla="*/ 231563 w 4665133"/>
                  <a:gd name="connsiteY990" fmla="*/ 1040553 h 4907703"/>
                  <a:gd name="connsiteX991" fmla="*/ 221827 w 4665133"/>
                  <a:gd name="connsiteY991" fmla="*/ 1054523 h 4907703"/>
                  <a:gd name="connsiteX992" fmla="*/ 224790 w 4665133"/>
                  <a:gd name="connsiteY992" fmla="*/ 1069763 h 4907703"/>
                  <a:gd name="connsiteX993" fmla="*/ 216323 w 4665133"/>
                  <a:gd name="connsiteY993" fmla="*/ 1083733 h 4907703"/>
                  <a:gd name="connsiteX994" fmla="*/ 219287 w 4665133"/>
                  <a:gd name="connsiteY994" fmla="*/ 1093893 h 4907703"/>
                  <a:gd name="connsiteX995" fmla="*/ 233257 w 4665133"/>
                  <a:gd name="connsiteY995" fmla="*/ 1093893 h 4907703"/>
                  <a:gd name="connsiteX996" fmla="*/ 244263 w 4665133"/>
                  <a:gd name="connsiteY996" fmla="*/ 1107440 h 4907703"/>
                  <a:gd name="connsiteX997" fmla="*/ 230293 w 4665133"/>
                  <a:gd name="connsiteY997" fmla="*/ 1113367 h 4907703"/>
                  <a:gd name="connsiteX998" fmla="*/ 219287 w 4665133"/>
                  <a:gd name="connsiteY998" fmla="*/ 1127337 h 4907703"/>
                  <a:gd name="connsiteX999" fmla="*/ 226060 w 4665133"/>
                  <a:gd name="connsiteY999" fmla="*/ 1141307 h 4907703"/>
                  <a:gd name="connsiteX1000" fmla="*/ 240030 w 4665133"/>
                  <a:gd name="connsiteY1000" fmla="*/ 1153583 h 4907703"/>
                  <a:gd name="connsiteX1001" fmla="*/ 255270 w 4665133"/>
                  <a:gd name="connsiteY1001" fmla="*/ 1157817 h 4907703"/>
                  <a:gd name="connsiteX1002" fmla="*/ 267970 w 4665133"/>
                  <a:gd name="connsiteY1002" fmla="*/ 1156547 h 4907703"/>
                  <a:gd name="connsiteX1003" fmla="*/ 281940 w 4665133"/>
                  <a:gd name="connsiteY1003" fmla="*/ 1159087 h 4907703"/>
                  <a:gd name="connsiteX1004" fmla="*/ 292946 w 4665133"/>
                  <a:gd name="connsiteY1004" fmla="*/ 1173057 h 4907703"/>
                  <a:gd name="connsiteX1005" fmla="*/ 276437 w 4665133"/>
                  <a:gd name="connsiteY1005" fmla="*/ 1185757 h 4907703"/>
                  <a:gd name="connsiteX1006" fmla="*/ 272204 w 4665133"/>
                  <a:gd name="connsiteY1006" fmla="*/ 1187027 h 4907703"/>
                  <a:gd name="connsiteX1007" fmla="*/ 273473 w 4665133"/>
                  <a:gd name="connsiteY1007" fmla="*/ 1196763 h 4907703"/>
                  <a:gd name="connsiteX1008" fmla="*/ 276437 w 4665133"/>
                  <a:gd name="connsiteY1008" fmla="*/ 1198457 h 4907703"/>
                  <a:gd name="connsiteX1009" fmla="*/ 283210 w 4665133"/>
                  <a:gd name="connsiteY1009" fmla="*/ 1212427 h 4907703"/>
                  <a:gd name="connsiteX1010" fmla="*/ 297604 w 4665133"/>
                  <a:gd name="connsiteY1010" fmla="*/ 1222163 h 4907703"/>
                  <a:gd name="connsiteX1011" fmla="*/ 312843 w 4665133"/>
                  <a:gd name="connsiteY1011" fmla="*/ 1224703 h 4907703"/>
                  <a:gd name="connsiteX1012" fmla="*/ 326813 w 4665133"/>
                  <a:gd name="connsiteY1012" fmla="*/ 1230630 h 4907703"/>
                  <a:gd name="connsiteX1013" fmla="*/ 340360 w 4665133"/>
                  <a:gd name="connsiteY1013" fmla="*/ 1237403 h 4907703"/>
                  <a:gd name="connsiteX1014" fmla="*/ 346287 w 4665133"/>
                  <a:gd name="connsiteY1014" fmla="*/ 1251373 h 4907703"/>
                  <a:gd name="connsiteX1015" fmla="*/ 354330 w 4665133"/>
                  <a:gd name="connsiteY1015" fmla="*/ 1266613 h 4907703"/>
                  <a:gd name="connsiteX1016" fmla="*/ 340360 w 4665133"/>
                  <a:gd name="connsiteY1016" fmla="*/ 1280583 h 4907703"/>
                  <a:gd name="connsiteX1017" fmla="*/ 326813 w 4665133"/>
                  <a:gd name="connsiteY1017" fmla="*/ 1291590 h 4907703"/>
                  <a:gd name="connsiteX1018" fmla="*/ 312843 w 4665133"/>
                  <a:gd name="connsiteY1018" fmla="*/ 1305560 h 4907703"/>
                  <a:gd name="connsiteX1019" fmla="*/ 297604 w 4665133"/>
                  <a:gd name="connsiteY1019" fmla="*/ 1309793 h 4907703"/>
                  <a:gd name="connsiteX1020" fmla="*/ 292946 w 4665133"/>
                  <a:gd name="connsiteY1020" fmla="*/ 1312757 h 4907703"/>
                  <a:gd name="connsiteX1021" fmla="*/ 291677 w 4665133"/>
                  <a:gd name="connsiteY1021" fmla="*/ 1314027 h 4907703"/>
                  <a:gd name="connsiteX1022" fmla="*/ 292946 w 4665133"/>
                  <a:gd name="connsiteY1022" fmla="*/ 1314027 h 4907703"/>
                  <a:gd name="connsiteX1023" fmla="*/ 306917 w 4665133"/>
                  <a:gd name="connsiteY1023" fmla="*/ 1323763 h 4907703"/>
                  <a:gd name="connsiteX1024" fmla="*/ 320887 w 4665133"/>
                  <a:gd name="connsiteY1024" fmla="*/ 1333500 h 4907703"/>
                  <a:gd name="connsiteX1025" fmla="*/ 329354 w 4665133"/>
                  <a:gd name="connsiteY1025" fmla="*/ 1337733 h 4907703"/>
                  <a:gd name="connsiteX1026" fmla="*/ 343323 w 4665133"/>
                  <a:gd name="connsiteY1026" fmla="*/ 1343237 h 4907703"/>
                  <a:gd name="connsiteX1027" fmla="*/ 358563 w 4665133"/>
                  <a:gd name="connsiteY1027" fmla="*/ 1354667 h 4907703"/>
                  <a:gd name="connsiteX1028" fmla="*/ 372533 w 4665133"/>
                  <a:gd name="connsiteY1028" fmla="*/ 1358900 h 4907703"/>
                  <a:gd name="connsiteX1029" fmla="*/ 386504 w 4665133"/>
                  <a:gd name="connsiteY1029" fmla="*/ 1361440 h 4907703"/>
                  <a:gd name="connsiteX1030" fmla="*/ 400473 w 4665133"/>
                  <a:gd name="connsiteY1030" fmla="*/ 1369907 h 4907703"/>
                  <a:gd name="connsiteX1031" fmla="*/ 415713 w 4665133"/>
                  <a:gd name="connsiteY1031" fmla="*/ 1379643 h 4907703"/>
                  <a:gd name="connsiteX1032" fmla="*/ 429683 w 4665133"/>
                  <a:gd name="connsiteY1032" fmla="*/ 1385147 h 4907703"/>
                  <a:gd name="connsiteX1033" fmla="*/ 445346 w 4665133"/>
                  <a:gd name="connsiteY1033" fmla="*/ 1390650 h 4907703"/>
                  <a:gd name="connsiteX1034" fmla="*/ 452120 w 4665133"/>
                  <a:gd name="connsiteY1034" fmla="*/ 1404620 h 4907703"/>
                  <a:gd name="connsiteX1035" fmla="*/ 467360 w 4665133"/>
                  <a:gd name="connsiteY1035" fmla="*/ 1414357 h 4907703"/>
                  <a:gd name="connsiteX1036" fmla="*/ 481330 w 4665133"/>
                  <a:gd name="connsiteY1036" fmla="*/ 1424517 h 4907703"/>
                  <a:gd name="connsiteX1037" fmla="*/ 494030 w 4665133"/>
                  <a:gd name="connsiteY1037" fmla="*/ 1436793 h 4907703"/>
                  <a:gd name="connsiteX1038" fmla="*/ 484293 w 4665133"/>
                  <a:gd name="connsiteY1038" fmla="*/ 1452033 h 4907703"/>
                  <a:gd name="connsiteX1039" fmla="*/ 478367 w 4665133"/>
                  <a:gd name="connsiteY1039" fmla="*/ 1466003 h 4907703"/>
                  <a:gd name="connsiteX1040" fmla="*/ 474557 w 4665133"/>
                  <a:gd name="connsiteY1040" fmla="*/ 1479973 h 4907703"/>
                  <a:gd name="connsiteX1041" fmla="*/ 469054 w 4665133"/>
                  <a:gd name="connsiteY1041" fmla="*/ 1493943 h 4907703"/>
                  <a:gd name="connsiteX1042" fmla="*/ 455083 w 4665133"/>
                  <a:gd name="connsiteY1042" fmla="*/ 1507913 h 4907703"/>
                  <a:gd name="connsiteX1043" fmla="*/ 439420 w 4665133"/>
                  <a:gd name="connsiteY1043" fmla="*/ 1519343 h 4907703"/>
                  <a:gd name="connsiteX1044" fmla="*/ 425873 w 4665133"/>
                  <a:gd name="connsiteY1044" fmla="*/ 1533313 h 4907703"/>
                  <a:gd name="connsiteX1045" fmla="*/ 411480 w 4665133"/>
                  <a:gd name="connsiteY1045" fmla="*/ 1543050 h 4907703"/>
                  <a:gd name="connsiteX1046" fmla="*/ 402167 w 4665133"/>
                  <a:gd name="connsiteY1046" fmla="*/ 1549823 h 4907703"/>
                  <a:gd name="connsiteX1047" fmla="*/ 387773 w 4665133"/>
                  <a:gd name="connsiteY1047" fmla="*/ 1565063 h 4907703"/>
                  <a:gd name="connsiteX1048" fmla="*/ 374227 w 4665133"/>
                  <a:gd name="connsiteY1048" fmla="*/ 1576493 h 4907703"/>
                  <a:gd name="connsiteX1049" fmla="*/ 359833 w 4665133"/>
                  <a:gd name="connsiteY1049" fmla="*/ 1590463 h 4907703"/>
                  <a:gd name="connsiteX1050" fmla="*/ 354330 w 4665133"/>
                  <a:gd name="connsiteY1050" fmla="*/ 1595967 h 4907703"/>
                  <a:gd name="connsiteX1051" fmla="*/ 354330 w 4665133"/>
                  <a:gd name="connsiteY1051" fmla="*/ 1597237 h 4907703"/>
                  <a:gd name="connsiteX1052" fmla="*/ 343323 w 4665133"/>
                  <a:gd name="connsiteY1052" fmla="*/ 1608667 h 4907703"/>
                  <a:gd name="connsiteX1053" fmla="*/ 339090 w 4665133"/>
                  <a:gd name="connsiteY1053" fmla="*/ 1615440 h 4907703"/>
                  <a:gd name="connsiteX1054" fmla="*/ 325120 w 4665133"/>
                  <a:gd name="connsiteY1054" fmla="*/ 1625177 h 4907703"/>
                  <a:gd name="connsiteX1055" fmla="*/ 314113 w 4665133"/>
                  <a:gd name="connsiteY1055" fmla="*/ 1639147 h 4907703"/>
                  <a:gd name="connsiteX1056" fmla="*/ 300143 w 4665133"/>
                  <a:gd name="connsiteY1056" fmla="*/ 1650153 h 4907703"/>
                  <a:gd name="connsiteX1057" fmla="*/ 291677 w 4665133"/>
                  <a:gd name="connsiteY1057" fmla="*/ 1651847 h 4907703"/>
                  <a:gd name="connsiteX1058" fmla="*/ 289137 w 4665133"/>
                  <a:gd name="connsiteY1058" fmla="*/ 1654387 h 4907703"/>
                  <a:gd name="connsiteX1059" fmla="*/ 287443 w 4665133"/>
                  <a:gd name="connsiteY1059" fmla="*/ 1658620 h 4907703"/>
                  <a:gd name="connsiteX1060" fmla="*/ 273473 w 4665133"/>
                  <a:gd name="connsiteY1060" fmla="*/ 1671320 h 4907703"/>
                  <a:gd name="connsiteX1061" fmla="*/ 265007 w 4665133"/>
                  <a:gd name="connsiteY1061" fmla="*/ 1681057 h 4907703"/>
                  <a:gd name="connsiteX1062" fmla="*/ 251460 w 4665133"/>
                  <a:gd name="connsiteY1062" fmla="*/ 1692063 h 4907703"/>
                  <a:gd name="connsiteX1063" fmla="*/ 237490 w 4665133"/>
                  <a:gd name="connsiteY1063" fmla="*/ 1699260 h 4907703"/>
                  <a:gd name="connsiteX1064" fmla="*/ 223520 w 4665133"/>
                  <a:gd name="connsiteY1064" fmla="*/ 1707303 h 4907703"/>
                  <a:gd name="connsiteX1065" fmla="*/ 220557 w 4665133"/>
                  <a:gd name="connsiteY1065" fmla="*/ 1708997 h 4907703"/>
                  <a:gd name="connsiteX1066" fmla="*/ 218017 w 4665133"/>
                  <a:gd name="connsiteY1066" fmla="*/ 1710267 h 4907703"/>
                  <a:gd name="connsiteX1067" fmla="*/ 204046 w 4665133"/>
                  <a:gd name="connsiteY1067" fmla="*/ 1720003 h 4907703"/>
                  <a:gd name="connsiteX1068" fmla="*/ 190077 w 4665133"/>
                  <a:gd name="connsiteY1068" fmla="*/ 1732703 h 4907703"/>
                  <a:gd name="connsiteX1069" fmla="*/ 182880 w 4665133"/>
                  <a:gd name="connsiteY1069" fmla="*/ 1733973 h 4907703"/>
                  <a:gd name="connsiteX1070" fmla="*/ 181610 w 4665133"/>
                  <a:gd name="connsiteY1070" fmla="*/ 1735243 h 4907703"/>
                  <a:gd name="connsiteX1071" fmla="*/ 167640 w 4665133"/>
                  <a:gd name="connsiteY1071" fmla="*/ 1746673 h 4907703"/>
                  <a:gd name="connsiteX1072" fmla="*/ 164677 w 4665133"/>
                  <a:gd name="connsiteY1072" fmla="*/ 1747943 h 4907703"/>
                  <a:gd name="connsiteX1073" fmla="*/ 149437 w 4665133"/>
                  <a:gd name="connsiteY1073" fmla="*/ 1760220 h 4907703"/>
                  <a:gd name="connsiteX1074" fmla="*/ 142240 w 4665133"/>
                  <a:gd name="connsiteY1074" fmla="*/ 1766147 h 4907703"/>
                  <a:gd name="connsiteX1075" fmla="*/ 128693 w 4665133"/>
                  <a:gd name="connsiteY1075" fmla="*/ 1778847 h 4907703"/>
                  <a:gd name="connsiteX1076" fmla="*/ 115993 w 4665133"/>
                  <a:gd name="connsiteY1076" fmla="*/ 1788160 h 4907703"/>
                  <a:gd name="connsiteX1077" fmla="*/ 107527 w 4665133"/>
                  <a:gd name="connsiteY1077" fmla="*/ 1796627 h 4907703"/>
                  <a:gd name="connsiteX1078" fmla="*/ 117263 w 4665133"/>
                  <a:gd name="connsiteY1078" fmla="*/ 1796627 h 4907703"/>
                  <a:gd name="connsiteX1079" fmla="*/ 131233 w 4665133"/>
                  <a:gd name="connsiteY1079" fmla="*/ 1798320 h 4907703"/>
                  <a:gd name="connsiteX1080" fmla="*/ 146896 w 4665133"/>
                  <a:gd name="connsiteY1080" fmla="*/ 1798320 h 4907703"/>
                  <a:gd name="connsiteX1081" fmla="*/ 160443 w 4665133"/>
                  <a:gd name="connsiteY1081" fmla="*/ 1791123 h 4907703"/>
                  <a:gd name="connsiteX1082" fmla="*/ 175683 w 4665133"/>
                  <a:gd name="connsiteY1082" fmla="*/ 1778847 h 4907703"/>
                  <a:gd name="connsiteX1083" fmla="*/ 190077 w 4665133"/>
                  <a:gd name="connsiteY1083" fmla="*/ 1775883 h 4907703"/>
                  <a:gd name="connsiteX1084" fmla="*/ 205317 w 4665133"/>
                  <a:gd name="connsiteY1084" fmla="*/ 1767417 h 4907703"/>
                  <a:gd name="connsiteX1085" fmla="*/ 208280 w 4665133"/>
                  <a:gd name="connsiteY1085" fmla="*/ 1767417 h 4907703"/>
                  <a:gd name="connsiteX1086" fmla="*/ 213783 w 4665133"/>
                  <a:gd name="connsiteY1086" fmla="*/ 1772920 h 4907703"/>
                  <a:gd name="connsiteX1087" fmla="*/ 205317 w 4665133"/>
                  <a:gd name="connsiteY1087" fmla="*/ 1780117 h 4907703"/>
                  <a:gd name="connsiteX1088" fmla="*/ 208280 w 4665133"/>
                  <a:gd name="connsiteY1088" fmla="*/ 1795357 h 4907703"/>
                  <a:gd name="connsiteX1089" fmla="*/ 212090 w 4665133"/>
                  <a:gd name="connsiteY1089" fmla="*/ 1809327 h 4907703"/>
                  <a:gd name="connsiteX1090" fmla="*/ 198120 w 4665133"/>
                  <a:gd name="connsiteY1090" fmla="*/ 1802130 h 4907703"/>
                  <a:gd name="connsiteX1091" fmla="*/ 182880 w 4665133"/>
                  <a:gd name="connsiteY1091" fmla="*/ 1794087 h 4907703"/>
                  <a:gd name="connsiteX1092" fmla="*/ 195580 w 4665133"/>
                  <a:gd name="connsiteY1092" fmla="*/ 1808057 h 4907703"/>
                  <a:gd name="connsiteX1093" fmla="*/ 208280 w 4665133"/>
                  <a:gd name="connsiteY1093" fmla="*/ 1821603 h 4907703"/>
                  <a:gd name="connsiteX1094" fmla="*/ 216323 w 4665133"/>
                  <a:gd name="connsiteY1094" fmla="*/ 1824567 h 4907703"/>
                  <a:gd name="connsiteX1095" fmla="*/ 230293 w 4665133"/>
                  <a:gd name="connsiteY1095" fmla="*/ 1823297 h 4907703"/>
                  <a:gd name="connsiteX1096" fmla="*/ 244263 w 4665133"/>
                  <a:gd name="connsiteY1096" fmla="*/ 1837267 h 4907703"/>
                  <a:gd name="connsiteX1097" fmla="*/ 258233 w 4665133"/>
                  <a:gd name="connsiteY1097" fmla="*/ 1851237 h 4907703"/>
                  <a:gd name="connsiteX1098" fmla="*/ 272204 w 4665133"/>
                  <a:gd name="connsiteY1098" fmla="*/ 1853777 h 4907703"/>
                  <a:gd name="connsiteX1099" fmla="*/ 287443 w 4665133"/>
                  <a:gd name="connsiteY1099" fmla="*/ 1852507 h 4907703"/>
                  <a:gd name="connsiteX1100" fmla="*/ 303107 w 4665133"/>
                  <a:gd name="connsiteY1100" fmla="*/ 1855470 h 4907703"/>
                  <a:gd name="connsiteX1101" fmla="*/ 318346 w 4665133"/>
                  <a:gd name="connsiteY1101" fmla="*/ 1849967 h 4907703"/>
                  <a:gd name="connsiteX1102" fmla="*/ 333587 w 4665133"/>
                  <a:gd name="connsiteY1102" fmla="*/ 1849967 h 4907703"/>
                  <a:gd name="connsiteX1103" fmla="*/ 348827 w 4665133"/>
                  <a:gd name="connsiteY1103" fmla="*/ 1852507 h 4907703"/>
                  <a:gd name="connsiteX1104" fmla="*/ 364067 w 4665133"/>
                  <a:gd name="connsiteY1104" fmla="*/ 1866477 h 4907703"/>
                  <a:gd name="connsiteX1105" fmla="*/ 378037 w 4665133"/>
                  <a:gd name="connsiteY1105" fmla="*/ 1877907 h 4907703"/>
                  <a:gd name="connsiteX1106" fmla="*/ 381000 w 4665133"/>
                  <a:gd name="connsiteY1106" fmla="*/ 1877907 h 4907703"/>
                  <a:gd name="connsiteX1107" fmla="*/ 396240 w 4665133"/>
                  <a:gd name="connsiteY1107" fmla="*/ 1879177 h 4907703"/>
                  <a:gd name="connsiteX1108" fmla="*/ 406400 w 4665133"/>
                  <a:gd name="connsiteY1108" fmla="*/ 1893147 h 4907703"/>
                  <a:gd name="connsiteX1109" fmla="*/ 399204 w 4665133"/>
                  <a:gd name="connsiteY1109" fmla="*/ 1899920 h 4907703"/>
                  <a:gd name="connsiteX1110" fmla="*/ 394970 w 4665133"/>
                  <a:gd name="connsiteY1110" fmla="*/ 1899920 h 4907703"/>
                  <a:gd name="connsiteX1111" fmla="*/ 381000 w 4665133"/>
                  <a:gd name="connsiteY1111" fmla="*/ 1896957 h 4907703"/>
                  <a:gd name="connsiteX1112" fmla="*/ 376767 w 4665133"/>
                  <a:gd name="connsiteY1112" fmla="*/ 1895687 h 4907703"/>
                  <a:gd name="connsiteX1113" fmla="*/ 362796 w 4665133"/>
                  <a:gd name="connsiteY1113" fmla="*/ 1891453 h 4907703"/>
                  <a:gd name="connsiteX1114" fmla="*/ 347557 w 4665133"/>
                  <a:gd name="connsiteY1114" fmla="*/ 1888913 h 4907703"/>
                  <a:gd name="connsiteX1115" fmla="*/ 333587 w 4665133"/>
                  <a:gd name="connsiteY1115" fmla="*/ 1885950 h 4907703"/>
                  <a:gd name="connsiteX1116" fmla="*/ 318346 w 4665133"/>
                  <a:gd name="connsiteY1116" fmla="*/ 1882987 h 4907703"/>
                  <a:gd name="connsiteX1117" fmla="*/ 304377 w 4665133"/>
                  <a:gd name="connsiteY1117" fmla="*/ 1880447 h 4907703"/>
                  <a:gd name="connsiteX1118" fmla="*/ 289137 w 4665133"/>
                  <a:gd name="connsiteY1118" fmla="*/ 1879177 h 4907703"/>
                  <a:gd name="connsiteX1119" fmla="*/ 278977 w 4665133"/>
                  <a:gd name="connsiteY1119" fmla="*/ 1879177 h 4907703"/>
                  <a:gd name="connsiteX1120" fmla="*/ 265007 w 4665133"/>
                  <a:gd name="connsiteY1120" fmla="*/ 1893147 h 4907703"/>
                  <a:gd name="connsiteX1121" fmla="*/ 262467 w 4665133"/>
                  <a:gd name="connsiteY1121" fmla="*/ 1904153 h 4907703"/>
                  <a:gd name="connsiteX1122" fmla="*/ 248496 w 4665133"/>
                  <a:gd name="connsiteY1122" fmla="*/ 1909657 h 4907703"/>
                  <a:gd name="connsiteX1123" fmla="*/ 233257 w 4665133"/>
                  <a:gd name="connsiteY1123" fmla="*/ 1912620 h 4907703"/>
                  <a:gd name="connsiteX1124" fmla="*/ 218017 w 4665133"/>
                  <a:gd name="connsiteY1124" fmla="*/ 1907117 h 4907703"/>
                  <a:gd name="connsiteX1125" fmla="*/ 202354 w 4665133"/>
                  <a:gd name="connsiteY1125" fmla="*/ 1902883 h 4907703"/>
                  <a:gd name="connsiteX1126" fmla="*/ 195580 w 4665133"/>
                  <a:gd name="connsiteY1126" fmla="*/ 1916853 h 4907703"/>
                  <a:gd name="connsiteX1127" fmla="*/ 190077 w 4665133"/>
                  <a:gd name="connsiteY1127" fmla="*/ 1930823 h 4907703"/>
                  <a:gd name="connsiteX1128" fmla="*/ 174413 w 4665133"/>
                  <a:gd name="connsiteY1128" fmla="*/ 1927860 h 4907703"/>
                  <a:gd name="connsiteX1129" fmla="*/ 162137 w 4665133"/>
                  <a:gd name="connsiteY1129" fmla="*/ 1913890 h 4907703"/>
                  <a:gd name="connsiteX1130" fmla="*/ 148167 w 4665133"/>
                  <a:gd name="connsiteY1130" fmla="*/ 1916853 h 4907703"/>
                  <a:gd name="connsiteX1131" fmla="*/ 150707 w 4665133"/>
                  <a:gd name="connsiteY1131" fmla="*/ 1932093 h 4907703"/>
                  <a:gd name="connsiteX1132" fmla="*/ 159173 w 4665133"/>
                  <a:gd name="connsiteY1132" fmla="*/ 1946063 h 4907703"/>
                  <a:gd name="connsiteX1133" fmla="*/ 153670 w 4665133"/>
                  <a:gd name="connsiteY1133" fmla="*/ 1960033 h 4907703"/>
                  <a:gd name="connsiteX1134" fmla="*/ 160443 w 4665133"/>
                  <a:gd name="connsiteY1134" fmla="*/ 1962573 h 4907703"/>
                  <a:gd name="connsiteX1135" fmla="*/ 174413 w 4665133"/>
                  <a:gd name="connsiteY1135" fmla="*/ 1972733 h 4907703"/>
                  <a:gd name="connsiteX1136" fmla="*/ 175683 w 4665133"/>
                  <a:gd name="connsiteY1136" fmla="*/ 1974003 h 4907703"/>
                  <a:gd name="connsiteX1137" fmla="*/ 177377 w 4665133"/>
                  <a:gd name="connsiteY1137" fmla="*/ 1979507 h 4907703"/>
                  <a:gd name="connsiteX1138" fmla="*/ 163407 w 4665133"/>
                  <a:gd name="connsiteY1138" fmla="*/ 1980777 h 4907703"/>
                  <a:gd name="connsiteX1139" fmla="*/ 148167 w 4665133"/>
                  <a:gd name="connsiteY1139" fmla="*/ 1987973 h 4907703"/>
                  <a:gd name="connsiteX1140" fmla="*/ 142240 w 4665133"/>
                  <a:gd name="connsiteY1140" fmla="*/ 1992207 h 4907703"/>
                  <a:gd name="connsiteX1141" fmla="*/ 139700 w 4665133"/>
                  <a:gd name="connsiteY1141" fmla="*/ 2007447 h 4907703"/>
                  <a:gd name="connsiteX1142" fmla="*/ 139700 w 4665133"/>
                  <a:gd name="connsiteY1142" fmla="*/ 2008717 h 4907703"/>
                  <a:gd name="connsiteX1143" fmla="*/ 136737 w 4665133"/>
                  <a:gd name="connsiteY1143" fmla="*/ 2021417 h 4907703"/>
                  <a:gd name="connsiteX1144" fmla="*/ 129963 w 4665133"/>
                  <a:gd name="connsiteY1144" fmla="*/ 2035387 h 4907703"/>
                  <a:gd name="connsiteX1145" fmla="*/ 114723 w 4665133"/>
                  <a:gd name="connsiteY1145" fmla="*/ 2045123 h 4907703"/>
                  <a:gd name="connsiteX1146" fmla="*/ 100754 w 4665133"/>
                  <a:gd name="connsiteY1146" fmla="*/ 2054860 h 4907703"/>
                  <a:gd name="connsiteX1147" fmla="*/ 97790 w 4665133"/>
                  <a:gd name="connsiteY1147" fmla="*/ 2070100 h 4907703"/>
                  <a:gd name="connsiteX1148" fmla="*/ 103293 w 4665133"/>
                  <a:gd name="connsiteY1148" fmla="*/ 2084070 h 4907703"/>
                  <a:gd name="connsiteX1149" fmla="*/ 108796 w 4665133"/>
                  <a:gd name="connsiteY1149" fmla="*/ 2098040 h 4907703"/>
                  <a:gd name="connsiteX1150" fmla="*/ 114723 w 4665133"/>
                  <a:gd name="connsiteY1150" fmla="*/ 2112010 h 4907703"/>
                  <a:gd name="connsiteX1151" fmla="*/ 118533 w 4665133"/>
                  <a:gd name="connsiteY1151" fmla="*/ 2127250 h 4907703"/>
                  <a:gd name="connsiteX1152" fmla="*/ 111760 w 4665133"/>
                  <a:gd name="connsiteY1152" fmla="*/ 2141220 h 4907703"/>
                  <a:gd name="connsiteX1153" fmla="*/ 114723 w 4665133"/>
                  <a:gd name="connsiteY1153" fmla="*/ 2155190 h 4907703"/>
                  <a:gd name="connsiteX1154" fmla="*/ 128693 w 4665133"/>
                  <a:gd name="connsiteY1154" fmla="*/ 2170430 h 4907703"/>
                  <a:gd name="connsiteX1155" fmla="*/ 142240 w 4665133"/>
                  <a:gd name="connsiteY1155" fmla="*/ 2178897 h 4907703"/>
                  <a:gd name="connsiteX1156" fmla="*/ 140970 w 4665133"/>
                  <a:gd name="connsiteY1156" fmla="*/ 2187363 h 4907703"/>
                  <a:gd name="connsiteX1157" fmla="*/ 146896 w 4665133"/>
                  <a:gd name="connsiteY1157" fmla="*/ 2201333 h 4907703"/>
                  <a:gd name="connsiteX1158" fmla="*/ 160443 w 4665133"/>
                  <a:gd name="connsiteY1158" fmla="*/ 2206837 h 4907703"/>
                  <a:gd name="connsiteX1159" fmla="*/ 146896 w 4665133"/>
                  <a:gd name="connsiteY1159" fmla="*/ 2215304 h 4907703"/>
                  <a:gd name="connsiteX1160" fmla="*/ 145204 w 4665133"/>
                  <a:gd name="connsiteY1160" fmla="*/ 2215304 h 4907703"/>
                  <a:gd name="connsiteX1161" fmla="*/ 142240 w 4665133"/>
                  <a:gd name="connsiteY1161" fmla="*/ 2215304 h 4907703"/>
                  <a:gd name="connsiteX1162" fmla="*/ 136737 w 4665133"/>
                  <a:gd name="connsiteY1162" fmla="*/ 2216573 h 4907703"/>
                  <a:gd name="connsiteX1163" fmla="*/ 129963 w 4665133"/>
                  <a:gd name="connsiteY1163" fmla="*/ 2230543 h 4907703"/>
                  <a:gd name="connsiteX1164" fmla="*/ 115993 w 4665133"/>
                  <a:gd name="connsiteY1164" fmla="*/ 2239010 h 4907703"/>
                  <a:gd name="connsiteX1165" fmla="*/ 115993 w 4665133"/>
                  <a:gd name="connsiteY1165" fmla="*/ 2243243 h 4907703"/>
                  <a:gd name="connsiteX1166" fmla="*/ 113030 w 4665133"/>
                  <a:gd name="connsiteY1166" fmla="*/ 2257213 h 4907703"/>
                  <a:gd name="connsiteX1167" fmla="*/ 114723 w 4665133"/>
                  <a:gd name="connsiteY1167" fmla="*/ 2261447 h 4907703"/>
                  <a:gd name="connsiteX1168" fmla="*/ 127000 w 4665133"/>
                  <a:gd name="connsiteY1168" fmla="*/ 2262717 h 4907703"/>
                  <a:gd name="connsiteX1169" fmla="*/ 135467 w 4665133"/>
                  <a:gd name="connsiteY1169" fmla="*/ 2276687 h 4907703"/>
                  <a:gd name="connsiteX1170" fmla="*/ 149437 w 4665133"/>
                  <a:gd name="connsiteY1170" fmla="*/ 2282190 h 4907703"/>
                  <a:gd name="connsiteX1171" fmla="*/ 163407 w 4665133"/>
                  <a:gd name="connsiteY1171" fmla="*/ 2290657 h 4907703"/>
                  <a:gd name="connsiteX1172" fmla="*/ 177377 w 4665133"/>
                  <a:gd name="connsiteY1172" fmla="*/ 2296160 h 4907703"/>
                  <a:gd name="connsiteX1173" fmla="*/ 178646 w 4665133"/>
                  <a:gd name="connsiteY1173" fmla="*/ 2311400 h 4907703"/>
                  <a:gd name="connsiteX1174" fmla="*/ 175683 w 4665133"/>
                  <a:gd name="connsiteY1174" fmla="*/ 2321137 h 4907703"/>
                  <a:gd name="connsiteX1175" fmla="*/ 168910 w 4665133"/>
                  <a:gd name="connsiteY1175" fmla="*/ 2324100 h 4907703"/>
                  <a:gd name="connsiteX1176" fmla="*/ 171873 w 4665133"/>
                  <a:gd name="connsiteY1176" fmla="*/ 2338070 h 4907703"/>
                  <a:gd name="connsiteX1177" fmla="*/ 168910 w 4665133"/>
                  <a:gd name="connsiteY1177" fmla="*/ 2352040 h 4907703"/>
                  <a:gd name="connsiteX1178" fmla="*/ 160443 w 4665133"/>
                  <a:gd name="connsiteY1178" fmla="*/ 2366010 h 4907703"/>
                  <a:gd name="connsiteX1179" fmla="*/ 173143 w 4665133"/>
                  <a:gd name="connsiteY1179" fmla="*/ 2366010 h 4907703"/>
                  <a:gd name="connsiteX1180" fmla="*/ 182880 w 4665133"/>
                  <a:gd name="connsiteY1180" fmla="*/ 2364317 h 4907703"/>
                  <a:gd name="connsiteX1181" fmla="*/ 196850 w 4665133"/>
                  <a:gd name="connsiteY1181" fmla="*/ 2372784 h 4907703"/>
                  <a:gd name="connsiteX1182" fmla="*/ 193887 w 4665133"/>
                  <a:gd name="connsiteY1182" fmla="*/ 2386754 h 4907703"/>
                  <a:gd name="connsiteX1183" fmla="*/ 208280 w 4665133"/>
                  <a:gd name="connsiteY1183" fmla="*/ 2395220 h 4907703"/>
                  <a:gd name="connsiteX1184" fmla="*/ 210820 w 4665133"/>
                  <a:gd name="connsiteY1184" fmla="*/ 2406227 h 4907703"/>
                  <a:gd name="connsiteX1185" fmla="*/ 212090 w 4665133"/>
                  <a:gd name="connsiteY1185" fmla="*/ 2407920 h 4907703"/>
                  <a:gd name="connsiteX1186" fmla="*/ 226060 w 4665133"/>
                  <a:gd name="connsiteY1186" fmla="*/ 2413423 h 4907703"/>
                  <a:gd name="connsiteX1187" fmla="*/ 230293 w 4665133"/>
                  <a:gd name="connsiteY1187" fmla="*/ 2428663 h 4907703"/>
                  <a:gd name="connsiteX1188" fmla="*/ 234527 w 4665133"/>
                  <a:gd name="connsiteY1188" fmla="*/ 2438400 h 4907703"/>
                  <a:gd name="connsiteX1189" fmla="*/ 235796 w 4665133"/>
                  <a:gd name="connsiteY1189" fmla="*/ 2442634 h 4907703"/>
                  <a:gd name="connsiteX1190" fmla="*/ 242993 w 4665133"/>
                  <a:gd name="connsiteY1190" fmla="*/ 2456604 h 4907703"/>
                  <a:gd name="connsiteX1191" fmla="*/ 241723 w 4665133"/>
                  <a:gd name="connsiteY1191" fmla="*/ 2470573 h 4907703"/>
                  <a:gd name="connsiteX1192" fmla="*/ 237490 w 4665133"/>
                  <a:gd name="connsiteY1192" fmla="*/ 2479040 h 4907703"/>
                  <a:gd name="connsiteX1193" fmla="*/ 242993 w 4665133"/>
                  <a:gd name="connsiteY1193" fmla="*/ 2481580 h 4907703"/>
                  <a:gd name="connsiteX1194" fmla="*/ 256963 w 4665133"/>
                  <a:gd name="connsiteY1194" fmla="*/ 2494280 h 4907703"/>
                  <a:gd name="connsiteX1195" fmla="*/ 262467 w 4665133"/>
                  <a:gd name="connsiteY1195" fmla="*/ 2493010 h 4907703"/>
                  <a:gd name="connsiteX1196" fmla="*/ 269663 w 4665133"/>
                  <a:gd name="connsiteY1196" fmla="*/ 2487507 h 4907703"/>
                  <a:gd name="connsiteX1197" fmla="*/ 284904 w 4665133"/>
                  <a:gd name="connsiteY1197" fmla="*/ 2485813 h 4907703"/>
                  <a:gd name="connsiteX1198" fmla="*/ 298873 w 4665133"/>
                  <a:gd name="connsiteY1198" fmla="*/ 2488777 h 4907703"/>
                  <a:gd name="connsiteX1199" fmla="*/ 298873 w 4665133"/>
                  <a:gd name="connsiteY1199" fmla="*/ 2490047 h 4907703"/>
                  <a:gd name="connsiteX1200" fmla="*/ 306917 w 4665133"/>
                  <a:gd name="connsiteY1200" fmla="*/ 2504017 h 4907703"/>
                  <a:gd name="connsiteX1201" fmla="*/ 309880 w 4665133"/>
                  <a:gd name="connsiteY1201" fmla="*/ 2508250 h 4907703"/>
                  <a:gd name="connsiteX1202" fmla="*/ 312843 w 4665133"/>
                  <a:gd name="connsiteY1202" fmla="*/ 2509520 h 4907703"/>
                  <a:gd name="connsiteX1203" fmla="*/ 326813 w 4665133"/>
                  <a:gd name="connsiteY1203" fmla="*/ 2505287 h 4907703"/>
                  <a:gd name="connsiteX1204" fmla="*/ 340360 w 4665133"/>
                  <a:gd name="connsiteY1204" fmla="*/ 2499784 h 4907703"/>
                  <a:gd name="connsiteX1205" fmla="*/ 354330 w 4665133"/>
                  <a:gd name="connsiteY1205" fmla="*/ 2497243 h 4907703"/>
                  <a:gd name="connsiteX1206" fmla="*/ 369993 w 4665133"/>
                  <a:gd name="connsiteY1206" fmla="*/ 2502747 h 4907703"/>
                  <a:gd name="connsiteX1207" fmla="*/ 383540 w 4665133"/>
                  <a:gd name="connsiteY1207" fmla="*/ 2505287 h 4907703"/>
                  <a:gd name="connsiteX1208" fmla="*/ 397933 w 4665133"/>
                  <a:gd name="connsiteY1208" fmla="*/ 2510790 h 4907703"/>
                  <a:gd name="connsiteX1209" fmla="*/ 393700 w 4665133"/>
                  <a:gd name="connsiteY1209" fmla="*/ 2526454 h 4907703"/>
                  <a:gd name="connsiteX1210" fmla="*/ 394970 w 4665133"/>
                  <a:gd name="connsiteY1210" fmla="*/ 2540423 h 4907703"/>
                  <a:gd name="connsiteX1211" fmla="*/ 406400 w 4665133"/>
                  <a:gd name="connsiteY1211" fmla="*/ 2548467 h 4907703"/>
                  <a:gd name="connsiteX1212" fmla="*/ 419946 w 4665133"/>
                  <a:gd name="connsiteY1212" fmla="*/ 2542963 h 4907703"/>
                  <a:gd name="connsiteX1213" fmla="*/ 433917 w 4665133"/>
                  <a:gd name="connsiteY1213" fmla="*/ 2536190 h 4907703"/>
                  <a:gd name="connsiteX1214" fmla="*/ 447887 w 4665133"/>
                  <a:gd name="connsiteY1214" fmla="*/ 2537460 h 4907703"/>
                  <a:gd name="connsiteX1215" fmla="*/ 461857 w 4665133"/>
                  <a:gd name="connsiteY1215" fmla="*/ 2524760 h 4907703"/>
                  <a:gd name="connsiteX1216" fmla="*/ 463550 w 4665133"/>
                  <a:gd name="connsiteY1216" fmla="*/ 2524760 h 4907703"/>
                  <a:gd name="connsiteX1217" fmla="*/ 464820 w 4665133"/>
                  <a:gd name="connsiteY1217" fmla="*/ 2524760 h 4907703"/>
                  <a:gd name="connsiteX1218" fmla="*/ 469054 w 4665133"/>
                  <a:gd name="connsiteY1218" fmla="*/ 2524760 h 4907703"/>
                  <a:gd name="connsiteX1219" fmla="*/ 478367 w 4665133"/>
                  <a:gd name="connsiteY1219" fmla="*/ 2526454 h 4907703"/>
                  <a:gd name="connsiteX1220" fmla="*/ 492760 w 4665133"/>
                  <a:gd name="connsiteY1220" fmla="*/ 2526454 h 4907703"/>
                  <a:gd name="connsiteX1221" fmla="*/ 500804 w 4665133"/>
                  <a:gd name="connsiteY1221" fmla="*/ 2526454 h 4907703"/>
                  <a:gd name="connsiteX1222" fmla="*/ 512233 w 4665133"/>
                  <a:gd name="connsiteY1222" fmla="*/ 2528993 h 4907703"/>
                  <a:gd name="connsiteX1223" fmla="*/ 516467 w 4665133"/>
                  <a:gd name="connsiteY1223" fmla="*/ 2530687 h 4907703"/>
                  <a:gd name="connsiteX1224" fmla="*/ 530437 w 4665133"/>
                  <a:gd name="connsiteY1224" fmla="*/ 2534920 h 4907703"/>
                  <a:gd name="connsiteX1225" fmla="*/ 534246 w 4665133"/>
                  <a:gd name="connsiteY1225" fmla="*/ 2540423 h 4907703"/>
                  <a:gd name="connsiteX1226" fmla="*/ 548640 w 4665133"/>
                  <a:gd name="connsiteY1226" fmla="*/ 2552700 h 4907703"/>
                  <a:gd name="connsiteX1227" fmla="*/ 562610 w 4665133"/>
                  <a:gd name="connsiteY1227" fmla="*/ 2559897 h 4907703"/>
                  <a:gd name="connsiteX1228" fmla="*/ 577850 w 4665133"/>
                  <a:gd name="connsiteY1228" fmla="*/ 2562437 h 4907703"/>
                  <a:gd name="connsiteX1229" fmla="*/ 587587 w 4665133"/>
                  <a:gd name="connsiteY1229" fmla="*/ 2564130 h 4907703"/>
                  <a:gd name="connsiteX1230" fmla="*/ 588857 w 4665133"/>
                  <a:gd name="connsiteY1230" fmla="*/ 2579370 h 4907703"/>
                  <a:gd name="connsiteX1231" fmla="*/ 587587 w 4665133"/>
                  <a:gd name="connsiteY1231" fmla="*/ 2584873 h 4907703"/>
                  <a:gd name="connsiteX1232" fmla="*/ 588857 w 4665133"/>
                  <a:gd name="connsiteY1232" fmla="*/ 2589107 h 4907703"/>
                  <a:gd name="connsiteX1233" fmla="*/ 584623 w 4665133"/>
                  <a:gd name="connsiteY1233" fmla="*/ 2603077 h 4907703"/>
                  <a:gd name="connsiteX1234" fmla="*/ 585893 w 4665133"/>
                  <a:gd name="connsiteY1234" fmla="*/ 2617047 h 4907703"/>
                  <a:gd name="connsiteX1235" fmla="*/ 600287 w 4665133"/>
                  <a:gd name="connsiteY1235" fmla="*/ 2631017 h 4907703"/>
                  <a:gd name="connsiteX1236" fmla="*/ 607060 w 4665133"/>
                  <a:gd name="connsiteY1236" fmla="*/ 2644987 h 4907703"/>
                  <a:gd name="connsiteX1237" fmla="*/ 602827 w 4665133"/>
                  <a:gd name="connsiteY1237" fmla="*/ 2658957 h 4907703"/>
                  <a:gd name="connsiteX1238" fmla="*/ 602827 w 4665133"/>
                  <a:gd name="connsiteY1238" fmla="*/ 2660227 h 4907703"/>
                  <a:gd name="connsiteX1239" fmla="*/ 604096 w 4665133"/>
                  <a:gd name="connsiteY1239" fmla="*/ 2660227 h 4907703"/>
                  <a:gd name="connsiteX1240" fmla="*/ 604096 w 4665133"/>
                  <a:gd name="connsiteY1240" fmla="*/ 2663190 h 4907703"/>
                  <a:gd name="connsiteX1241" fmla="*/ 590127 w 4665133"/>
                  <a:gd name="connsiteY1241" fmla="*/ 2668693 h 4907703"/>
                  <a:gd name="connsiteX1242" fmla="*/ 588857 w 4665133"/>
                  <a:gd name="connsiteY1242" fmla="*/ 2682663 h 4907703"/>
                  <a:gd name="connsiteX1243" fmla="*/ 600287 w 4665133"/>
                  <a:gd name="connsiteY1243" fmla="*/ 2696634 h 4907703"/>
                  <a:gd name="connsiteX1244" fmla="*/ 613833 w 4665133"/>
                  <a:gd name="connsiteY1244" fmla="*/ 2703407 h 4907703"/>
                  <a:gd name="connsiteX1245" fmla="*/ 618067 w 4665133"/>
                  <a:gd name="connsiteY1245" fmla="*/ 2707640 h 4907703"/>
                  <a:gd name="connsiteX1246" fmla="*/ 618067 w 4665133"/>
                  <a:gd name="connsiteY1246" fmla="*/ 2710604 h 4907703"/>
                  <a:gd name="connsiteX1247" fmla="*/ 618067 w 4665133"/>
                  <a:gd name="connsiteY1247" fmla="*/ 2711873 h 4907703"/>
                  <a:gd name="connsiteX1248" fmla="*/ 632037 w 4665133"/>
                  <a:gd name="connsiteY1248" fmla="*/ 2716107 h 4907703"/>
                  <a:gd name="connsiteX1249" fmla="*/ 633730 w 4665133"/>
                  <a:gd name="connsiteY1249" fmla="*/ 2730077 h 4907703"/>
                  <a:gd name="connsiteX1250" fmla="*/ 646007 w 4665133"/>
                  <a:gd name="connsiteY1250" fmla="*/ 2744047 h 4907703"/>
                  <a:gd name="connsiteX1251" fmla="*/ 646007 w 4665133"/>
                  <a:gd name="connsiteY1251" fmla="*/ 2745317 h 4907703"/>
                  <a:gd name="connsiteX1252" fmla="*/ 655743 w 4665133"/>
                  <a:gd name="connsiteY1252" fmla="*/ 2756747 h 4907703"/>
                  <a:gd name="connsiteX1253" fmla="*/ 662517 w 4665133"/>
                  <a:gd name="connsiteY1253" fmla="*/ 2770293 h 4907703"/>
                  <a:gd name="connsiteX1254" fmla="*/ 676910 w 4665133"/>
                  <a:gd name="connsiteY1254" fmla="*/ 2784263 h 4907703"/>
                  <a:gd name="connsiteX1255" fmla="*/ 692150 w 4665133"/>
                  <a:gd name="connsiteY1255" fmla="*/ 2794000 h 4907703"/>
                  <a:gd name="connsiteX1256" fmla="*/ 706120 w 4665133"/>
                  <a:gd name="connsiteY1256" fmla="*/ 2796963 h 4907703"/>
                  <a:gd name="connsiteX1257" fmla="*/ 720090 w 4665133"/>
                  <a:gd name="connsiteY1257" fmla="*/ 2801197 h 4907703"/>
                  <a:gd name="connsiteX1258" fmla="*/ 725593 w 4665133"/>
                  <a:gd name="connsiteY1258" fmla="*/ 2805430 h 4907703"/>
                  <a:gd name="connsiteX1259" fmla="*/ 739563 w 4665133"/>
                  <a:gd name="connsiteY1259" fmla="*/ 2817707 h 4907703"/>
                  <a:gd name="connsiteX1260" fmla="*/ 739563 w 4665133"/>
                  <a:gd name="connsiteY1260" fmla="*/ 2819400 h 4907703"/>
                  <a:gd name="connsiteX1261" fmla="*/ 738293 w 4665133"/>
                  <a:gd name="connsiteY1261" fmla="*/ 2820670 h 4907703"/>
                  <a:gd name="connsiteX1262" fmla="*/ 736600 w 4665133"/>
                  <a:gd name="connsiteY1262" fmla="*/ 2834640 h 4907703"/>
                  <a:gd name="connsiteX1263" fmla="*/ 731096 w 4665133"/>
                  <a:gd name="connsiteY1263" fmla="*/ 2848610 h 4907703"/>
                  <a:gd name="connsiteX1264" fmla="*/ 731096 w 4665133"/>
                  <a:gd name="connsiteY1264" fmla="*/ 2849880 h 4907703"/>
                  <a:gd name="connsiteX1265" fmla="*/ 745067 w 4665133"/>
                  <a:gd name="connsiteY1265" fmla="*/ 2854113 h 4907703"/>
                  <a:gd name="connsiteX1266" fmla="*/ 759037 w 4665133"/>
                  <a:gd name="connsiteY1266" fmla="*/ 2849880 h 4907703"/>
                  <a:gd name="connsiteX1267" fmla="*/ 773007 w 4665133"/>
                  <a:gd name="connsiteY1267" fmla="*/ 2847340 h 4907703"/>
                  <a:gd name="connsiteX1268" fmla="*/ 786977 w 4665133"/>
                  <a:gd name="connsiteY1268" fmla="*/ 2854113 h 4907703"/>
                  <a:gd name="connsiteX1269" fmla="*/ 792480 w 4665133"/>
                  <a:gd name="connsiteY1269" fmla="*/ 2854113 h 4907703"/>
                  <a:gd name="connsiteX1270" fmla="*/ 803910 w 4665133"/>
                  <a:gd name="connsiteY1270" fmla="*/ 2857077 h 4907703"/>
                  <a:gd name="connsiteX1271" fmla="*/ 819150 w 4665133"/>
                  <a:gd name="connsiteY1271" fmla="*/ 2862580 h 4907703"/>
                  <a:gd name="connsiteX1272" fmla="*/ 816187 w 4665133"/>
                  <a:gd name="connsiteY1272" fmla="*/ 2876550 h 4907703"/>
                  <a:gd name="connsiteX1273" fmla="*/ 827193 w 4665133"/>
                  <a:gd name="connsiteY1273" fmla="*/ 2890520 h 4907703"/>
                  <a:gd name="connsiteX1274" fmla="*/ 834390 w 4665133"/>
                  <a:gd name="connsiteY1274" fmla="*/ 2893060 h 4907703"/>
                  <a:gd name="connsiteX1275" fmla="*/ 849630 w 4665133"/>
                  <a:gd name="connsiteY1275" fmla="*/ 2898987 h 4907703"/>
                  <a:gd name="connsiteX1276" fmla="*/ 861060 w 4665133"/>
                  <a:gd name="connsiteY1276" fmla="*/ 2908723 h 4907703"/>
                  <a:gd name="connsiteX1277" fmla="*/ 862330 w 4665133"/>
                  <a:gd name="connsiteY1277" fmla="*/ 2922693 h 4907703"/>
                  <a:gd name="connsiteX1278" fmla="*/ 849630 w 4665133"/>
                  <a:gd name="connsiteY1278" fmla="*/ 2925234 h 4907703"/>
                  <a:gd name="connsiteX1279" fmla="*/ 836083 w 4665133"/>
                  <a:gd name="connsiteY1279" fmla="*/ 2929467 h 4907703"/>
                  <a:gd name="connsiteX1280" fmla="*/ 830157 w 4665133"/>
                  <a:gd name="connsiteY1280" fmla="*/ 2943437 h 4907703"/>
                  <a:gd name="connsiteX1281" fmla="*/ 816187 w 4665133"/>
                  <a:gd name="connsiteY1281" fmla="*/ 2953173 h 4907703"/>
                  <a:gd name="connsiteX1282" fmla="*/ 814917 w 4665133"/>
                  <a:gd name="connsiteY1282" fmla="*/ 2956137 h 4907703"/>
                  <a:gd name="connsiteX1283" fmla="*/ 800946 w 4665133"/>
                  <a:gd name="connsiteY1283" fmla="*/ 2960370 h 4907703"/>
                  <a:gd name="connsiteX1284" fmla="*/ 785707 w 4665133"/>
                  <a:gd name="connsiteY1284" fmla="*/ 2964604 h 4907703"/>
                  <a:gd name="connsiteX1285" fmla="*/ 771737 w 4665133"/>
                  <a:gd name="connsiteY1285" fmla="*/ 2962910 h 4907703"/>
                  <a:gd name="connsiteX1286" fmla="*/ 757767 w 4665133"/>
                  <a:gd name="connsiteY1286" fmla="*/ 2958677 h 4907703"/>
                  <a:gd name="connsiteX1287" fmla="*/ 742104 w 4665133"/>
                  <a:gd name="connsiteY1287" fmla="*/ 2946400 h 4907703"/>
                  <a:gd name="connsiteX1288" fmla="*/ 728557 w 4665133"/>
                  <a:gd name="connsiteY1288" fmla="*/ 2943437 h 4907703"/>
                  <a:gd name="connsiteX1289" fmla="*/ 714587 w 4665133"/>
                  <a:gd name="connsiteY1289" fmla="*/ 2946400 h 4907703"/>
                  <a:gd name="connsiteX1290" fmla="*/ 698923 w 4665133"/>
                  <a:gd name="connsiteY1290" fmla="*/ 2946400 h 4907703"/>
                  <a:gd name="connsiteX1291" fmla="*/ 696383 w 4665133"/>
                  <a:gd name="connsiteY1291" fmla="*/ 2958677 h 4907703"/>
                  <a:gd name="connsiteX1292" fmla="*/ 687917 w 4665133"/>
                  <a:gd name="connsiteY1292" fmla="*/ 2972647 h 4907703"/>
                  <a:gd name="connsiteX1293" fmla="*/ 700617 w 4665133"/>
                  <a:gd name="connsiteY1293" fmla="*/ 2986617 h 4907703"/>
                  <a:gd name="connsiteX1294" fmla="*/ 714587 w 4665133"/>
                  <a:gd name="connsiteY1294" fmla="*/ 3000587 h 4907703"/>
                  <a:gd name="connsiteX1295" fmla="*/ 729827 w 4665133"/>
                  <a:gd name="connsiteY1295" fmla="*/ 3009054 h 4907703"/>
                  <a:gd name="connsiteX1296" fmla="*/ 731096 w 4665133"/>
                  <a:gd name="connsiteY1296" fmla="*/ 3024293 h 4907703"/>
                  <a:gd name="connsiteX1297" fmla="*/ 731096 w 4665133"/>
                  <a:gd name="connsiteY1297" fmla="*/ 3038263 h 4907703"/>
                  <a:gd name="connsiteX1298" fmla="*/ 736600 w 4665133"/>
                  <a:gd name="connsiteY1298" fmla="*/ 3052234 h 4907703"/>
                  <a:gd name="connsiteX1299" fmla="*/ 739563 w 4665133"/>
                  <a:gd name="connsiteY1299" fmla="*/ 3061970 h 4907703"/>
                  <a:gd name="connsiteX1300" fmla="*/ 739563 w 4665133"/>
                  <a:gd name="connsiteY1300" fmla="*/ 3066204 h 4907703"/>
                  <a:gd name="connsiteX1301" fmla="*/ 745067 w 4665133"/>
                  <a:gd name="connsiteY1301" fmla="*/ 3080173 h 4907703"/>
                  <a:gd name="connsiteX1302" fmla="*/ 747607 w 4665133"/>
                  <a:gd name="connsiteY1302" fmla="*/ 3094143 h 4907703"/>
                  <a:gd name="connsiteX1303" fmla="*/ 760307 w 4665133"/>
                  <a:gd name="connsiteY1303" fmla="*/ 3108113 h 4907703"/>
                  <a:gd name="connsiteX1304" fmla="*/ 770467 w 4665133"/>
                  <a:gd name="connsiteY1304" fmla="*/ 3122084 h 4907703"/>
                  <a:gd name="connsiteX1305" fmla="*/ 784013 w 4665133"/>
                  <a:gd name="connsiteY1305" fmla="*/ 3123354 h 4907703"/>
                  <a:gd name="connsiteX1306" fmla="*/ 797983 w 4665133"/>
                  <a:gd name="connsiteY1306" fmla="*/ 3130550 h 4907703"/>
                  <a:gd name="connsiteX1307" fmla="*/ 811954 w 4665133"/>
                  <a:gd name="connsiteY1307" fmla="*/ 3131820 h 4907703"/>
                  <a:gd name="connsiteX1308" fmla="*/ 825923 w 4665133"/>
                  <a:gd name="connsiteY1308" fmla="*/ 3126317 h 4907703"/>
                  <a:gd name="connsiteX1309" fmla="*/ 838623 w 4665133"/>
                  <a:gd name="connsiteY1309" fmla="*/ 3112347 h 4907703"/>
                  <a:gd name="connsiteX1310" fmla="*/ 838623 w 4665133"/>
                  <a:gd name="connsiteY1310" fmla="*/ 3102610 h 4907703"/>
                  <a:gd name="connsiteX1311" fmla="*/ 841587 w 4665133"/>
                  <a:gd name="connsiteY1311" fmla="*/ 3099647 h 4907703"/>
                  <a:gd name="connsiteX1312" fmla="*/ 839893 w 4665133"/>
                  <a:gd name="connsiteY1312" fmla="*/ 3085677 h 4907703"/>
                  <a:gd name="connsiteX1313" fmla="*/ 853863 w 4665133"/>
                  <a:gd name="connsiteY1313" fmla="*/ 3086947 h 4907703"/>
                  <a:gd name="connsiteX1314" fmla="*/ 867833 w 4665133"/>
                  <a:gd name="connsiteY1314" fmla="*/ 3089910 h 4907703"/>
                  <a:gd name="connsiteX1315" fmla="*/ 881804 w 4665133"/>
                  <a:gd name="connsiteY1315" fmla="*/ 3095413 h 4907703"/>
                  <a:gd name="connsiteX1316" fmla="*/ 895773 w 4665133"/>
                  <a:gd name="connsiteY1316" fmla="*/ 3096684 h 4907703"/>
                  <a:gd name="connsiteX1317" fmla="*/ 911013 w 4665133"/>
                  <a:gd name="connsiteY1317" fmla="*/ 3099647 h 4907703"/>
                  <a:gd name="connsiteX1318" fmla="*/ 924983 w 4665133"/>
                  <a:gd name="connsiteY1318" fmla="*/ 3088640 h 4907703"/>
                  <a:gd name="connsiteX1319" fmla="*/ 938954 w 4665133"/>
                  <a:gd name="connsiteY1319" fmla="*/ 3083137 h 4907703"/>
                  <a:gd name="connsiteX1320" fmla="*/ 949960 w 4665133"/>
                  <a:gd name="connsiteY1320" fmla="*/ 3078904 h 4907703"/>
                  <a:gd name="connsiteX1321" fmla="*/ 963930 w 4665133"/>
                  <a:gd name="connsiteY1321" fmla="*/ 3080173 h 4907703"/>
                  <a:gd name="connsiteX1322" fmla="*/ 971127 w 4665133"/>
                  <a:gd name="connsiteY1322" fmla="*/ 3081443 h 4907703"/>
                  <a:gd name="connsiteX1323" fmla="*/ 979593 w 4665133"/>
                  <a:gd name="connsiteY1323" fmla="*/ 3081443 h 4907703"/>
                  <a:gd name="connsiteX1324" fmla="*/ 980863 w 4665133"/>
                  <a:gd name="connsiteY1324" fmla="*/ 3080173 h 4907703"/>
                  <a:gd name="connsiteX1325" fmla="*/ 983827 w 4665133"/>
                  <a:gd name="connsiteY1325" fmla="*/ 3084407 h 4907703"/>
                  <a:gd name="connsiteX1326" fmla="*/ 989330 w 4665133"/>
                  <a:gd name="connsiteY1326" fmla="*/ 3091180 h 4907703"/>
                  <a:gd name="connsiteX1327" fmla="*/ 1003300 w 4665133"/>
                  <a:gd name="connsiteY1327" fmla="*/ 3081443 h 4907703"/>
                  <a:gd name="connsiteX1328" fmla="*/ 1017270 w 4665133"/>
                  <a:gd name="connsiteY1328" fmla="*/ 3080173 h 4907703"/>
                  <a:gd name="connsiteX1329" fmla="*/ 1031240 w 4665133"/>
                  <a:gd name="connsiteY1329" fmla="*/ 3088640 h 4907703"/>
                  <a:gd name="connsiteX1330" fmla="*/ 1044787 w 4665133"/>
                  <a:gd name="connsiteY1330" fmla="*/ 3102610 h 4907703"/>
                  <a:gd name="connsiteX1331" fmla="*/ 1051983 w 4665133"/>
                  <a:gd name="connsiteY1331" fmla="*/ 3103880 h 4907703"/>
                  <a:gd name="connsiteX1332" fmla="*/ 1060450 w 4665133"/>
                  <a:gd name="connsiteY1332" fmla="*/ 3119120 h 4907703"/>
                  <a:gd name="connsiteX1333" fmla="*/ 1061720 w 4665133"/>
                  <a:gd name="connsiteY1333" fmla="*/ 3133090 h 4907703"/>
                  <a:gd name="connsiteX1334" fmla="*/ 1077383 w 4665133"/>
                  <a:gd name="connsiteY1334" fmla="*/ 3145790 h 4907703"/>
                  <a:gd name="connsiteX1335" fmla="*/ 1091354 w 4665133"/>
                  <a:gd name="connsiteY1335" fmla="*/ 3156797 h 4907703"/>
                  <a:gd name="connsiteX1336" fmla="*/ 1096433 w 4665133"/>
                  <a:gd name="connsiteY1336" fmla="*/ 3159760 h 4907703"/>
                  <a:gd name="connsiteX1337" fmla="*/ 1104900 w 4665133"/>
                  <a:gd name="connsiteY1337" fmla="*/ 3163993 h 4907703"/>
                  <a:gd name="connsiteX1338" fmla="*/ 1115060 w 4665133"/>
                  <a:gd name="connsiteY1338" fmla="*/ 3177963 h 4907703"/>
                  <a:gd name="connsiteX1339" fmla="*/ 1100667 w 4665133"/>
                  <a:gd name="connsiteY1339" fmla="*/ 3184737 h 4907703"/>
                  <a:gd name="connsiteX1340" fmla="*/ 1086697 w 4665133"/>
                  <a:gd name="connsiteY1340" fmla="*/ 3187700 h 4907703"/>
                  <a:gd name="connsiteX1341" fmla="*/ 1081193 w 4665133"/>
                  <a:gd name="connsiteY1341" fmla="*/ 3188970 h 4907703"/>
                  <a:gd name="connsiteX1342" fmla="*/ 1073150 w 4665133"/>
                  <a:gd name="connsiteY1342" fmla="*/ 3191934 h 4907703"/>
                  <a:gd name="connsiteX1343" fmla="*/ 1073150 w 4665133"/>
                  <a:gd name="connsiteY1343" fmla="*/ 3194473 h 4907703"/>
                  <a:gd name="connsiteX1344" fmla="*/ 1086697 w 4665133"/>
                  <a:gd name="connsiteY1344" fmla="*/ 3207173 h 4907703"/>
                  <a:gd name="connsiteX1345" fmla="*/ 1095163 w 4665133"/>
                  <a:gd name="connsiteY1345" fmla="*/ 3221143 h 4907703"/>
                  <a:gd name="connsiteX1346" fmla="*/ 1092623 w 4665133"/>
                  <a:gd name="connsiteY1346" fmla="*/ 3235113 h 4907703"/>
                  <a:gd name="connsiteX1347" fmla="*/ 1101937 w 4665133"/>
                  <a:gd name="connsiteY1347" fmla="*/ 3240617 h 4907703"/>
                  <a:gd name="connsiteX1348" fmla="*/ 1104900 w 4665133"/>
                  <a:gd name="connsiteY1348" fmla="*/ 3240617 h 4907703"/>
                  <a:gd name="connsiteX1349" fmla="*/ 1103630 w 4665133"/>
                  <a:gd name="connsiteY1349" fmla="*/ 3254587 h 4907703"/>
                  <a:gd name="connsiteX1350" fmla="*/ 1099397 w 4665133"/>
                  <a:gd name="connsiteY1350" fmla="*/ 3255857 h 4907703"/>
                  <a:gd name="connsiteX1351" fmla="*/ 1096433 w 4665133"/>
                  <a:gd name="connsiteY1351" fmla="*/ 3257127 h 4907703"/>
                  <a:gd name="connsiteX1352" fmla="*/ 1100667 w 4665133"/>
                  <a:gd name="connsiteY1352" fmla="*/ 3260090 h 4907703"/>
                  <a:gd name="connsiteX1353" fmla="*/ 1115060 w 4665133"/>
                  <a:gd name="connsiteY1353" fmla="*/ 3258820 h 4907703"/>
                  <a:gd name="connsiteX1354" fmla="*/ 1128607 w 4665133"/>
                  <a:gd name="connsiteY1354" fmla="*/ 3260090 h 4907703"/>
                  <a:gd name="connsiteX1355" fmla="*/ 1132840 w 4665133"/>
                  <a:gd name="connsiteY1355" fmla="*/ 3260090 h 4907703"/>
                  <a:gd name="connsiteX1356" fmla="*/ 1146810 w 4665133"/>
                  <a:gd name="connsiteY1356" fmla="*/ 3261360 h 4907703"/>
                  <a:gd name="connsiteX1357" fmla="*/ 1162473 w 4665133"/>
                  <a:gd name="connsiteY1357" fmla="*/ 3271097 h 4907703"/>
                  <a:gd name="connsiteX1358" fmla="*/ 1176020 w 4665133"/>
                  <a:gd name="connsiteY1358" fmla="*/ 3271097 h 4907703"/>
                  <a:gd name="connsiteX1359" fmla="*/ 1189990 w 4665133"/>
                  <a:gd name="connsiteY1359" fmla="*/ 3264323 h 4907703"/>
                  <a:gd name="connsiteX1360" fmla="*/ 1198457 w 4665133"/>
                  <a:gd name="connsiteY1360" fmla="*/ 3264323 h 4907703"/>
                  <a:gd name="connsiteX1361" fmla="*/ 1201420 w 4665133"/>
                  <a:gd name="connsiteY1361" fmla="*/ 3265593 h 4907703"/>
                  <a:gd name="connsiteX1362" fmla="*/ 1214967 w 4665133"/>
                  <a:gd name="connsiteY1362" fmla="*/ 3274060 h 4907703"/>
                  <a:gd name="connsiteX1363" fmla="*/ 1219623 w 4665133"/>
                  <a:gd name="connsiteY1363" fmla="*/ 3282527 h 4907703"/>
                  <a:gd name="connsiteX1364" fmla="*/ 1233170 w 4665133"/>
                  <a:gd name="connsiteY1364" fmla="*/ 3290993 h 4907703"/>
                  <a:gd name="connsiteX1365" fmla="*/ 1247140 w 4665133"/>
                  <a:gd name="connsiteY1365" fmla="*/ 3292263 h 4907703"/>
                  <a:gd name="connsiteX1366" fmla="*/ 1243330 w 4665133"/>
                  <a:gd name="connsiteY1366" fmla="*/ 3306234 h 4907703"/>
                  <a:gd name="connsiteX1367" fmla="*/ 1251797 w 4665133"/>
                  <a:gd name="connsiteY1367" fmla="*/ 3313007 h 4907703"/>
                  <a:gd name="connsiteX1368" fmla="*/ 1257300 w 4665133"/>
                  <a:gd name="connsiteY1368" fmla="*/ 3328670 h 4907703"/>
                  <a:gd name="connsiteX1369" fmla="*/ 1268307 w 4665133"/>
                  <a:gd name="connsiteY1369" fmla="*/ 3342640 h 4907703"/>
                  <a:gd name="connsiteX1370" fmla="*/ 1265343 w 4665133"/>
                  <a:gd name="connsiteY1370" fmla="*/ 3354917 h 4907703"/>
                  <a:gd name="connsiteX1371" fmla="*/ 1266613 w 4665133"/>
                  <a:gd name="connsiteY1371" fmla="*/ 3370157 h 4907703"/>
                  <a:gd name="connsiteX1372" fmla="*/ 1275504 w 4665133"/>
                  <a:gd name="connsiteY1372" fmla="*/ 3384550 h 4907703"/>
                  <a:gd name="connsiteX1373" fmla="*/ 1290743 w 4665133"/>
                  <a:gd name="connsiteY1373" fmla="*/ 3391323 h 4907703"/>
                  <a:gd name="connsiteX1374" fmla="*/ 1293283 w 4665133"/>
                  <a:gd name="connsiteY1374" fmla="*/ 3399367 h 4907703"/>
                  <a:gd name="connsiteX1375" fmla="*/ 1307254 w 4665133"/>
                  <a:gd name="connsiteY1375" fmla="*/ 3405293 h 4907703"/>
                  <a:gd name="connsiteX1376" fmla="*/ 1311487 w 4665133"/>
                  <a:gd name="connsiteY1376" fmla="*/ 3403600 h 4907703"/>
                  <a:gd name="connsiteX1377" fmla="*/ 1325457 w 4665133"/>
                  <a:gd name="connsiteY1377" fmla="*/ 3392593 h 4907703"/>
                  <a:gd name="connsiteX1378" fmla="*/ 1330960 w 4665133"/>
                  <a:gd name="connsiteY1378" fmla="*/ 3391323 h 4907703"/>
                  <a:gd name="connsiteX1379" fmla="*/ 1346623 w 4665133"/>
                  <a:gd name="connsiteY1379" fmla="*/ 3390054 h 4907703"/>
                  <a:gd name="connsiteX1380" fmla="*/ 1360170 w 4665133"/>
                  <a:gd name="connsiteY1380" fmla="*/ 3392593 h 4907703"/>
                  <a:gd name="connsiteX1381" fmla="*/ 1374140 w 4665133"/>
                  <a:gd name="connsiteY1381" fmla="*/ 3405293 h 4907703"/>
                  <a:gd name="connsiteX1382" fmla="*/ 1385570 w 4665133"/>
                  <a:gd name="connsiteY1382" fmla="*/ 3415030 h 4907703"/>
                  <a:gd name="connsiteX1383" fmla="*/ 1393613 w 4665133"/>
                  <a:gd name="connsiteY1383" fmla="*/ 3413337 h 4907703"/>
                  <a:gd name="connsiteX1384" fmla="*/ 1409277 w 4665133"/>
                  <a:gd name="connsiteY1384" fmla="*/ 3412067 h 4907703"/>
                  <a:gd name="connsiteX1385" fmla="*/ 1423247 w 4665133"/>
                  <a:gd name="connsiteY1385" fmla="*/ 3426037 h 4907703"/>
                  <a:gd name="connsiteX1386" fmla="*/ 1437217 w 4665133"/>
                  <a:gd name="connsiteY1386" fmla="*/ 3419263 h 4907703"/>
                  <a:gd name="connsiteX1387" fmla="*/ 1451187 w 4665133"/>
                  <a:gd name="connsiteY1387" fmla="*/ 3410797 h 4907703"/>
                  <a:gd name="connsiteX1388" fmla="*/ 1455420 w 4665133"/>
                  <a:gd name="connsiteY1388" fmla="*/ 3409527 h 4907703"/>
                  <a:gd name="connsiteX1389" fmla="*/ 1467697 w 4665133"/>
                  <a:gd name="connsiteY1389" fmla="*/ 3405293 h 4907703"/>
                  <a:gd name="connsiteX1390" fmla="*/ 1476163 w 4665133"/>
                  <a:gd name="connsiteY1390" fmla="*/ 3405293 h 4907703"/>
                  <a:gd name="connsiteX1391" fmla="*/ 1490133 w 4665133"/>
                  <a:gd name="connsiteY1391" fmla="*/ 3405293 h 4907703"/>
                  <a:gd name="connsiteX1392" fmla="*/ 1504104 w 4665133"/>
                  <a:gd name="connsiteY1392" fmla="*/ 3401060 h 4907703"/>
                  <a:gd name="connsiteX1393" fmla="*/ 1518073 w 4665133"/>
                  <a:gd name="connsiteY1393" fmla="*/ 3391323 h 4907703"/>
                  <a:gd name="connsiteX1394" fmla="*/ 1531620 w 4665133"/>
                  <a:gd name="connsiteY1394" fmla="*/ 3392593 h 4907703"/>
                  <a:gd name="connsiteX1395" fmla="*/ 1541780 w 4665133"/>
                  <a:gd name="connsiteY1395" fmla="*/ 3407834 h 4907703"/>
                  <a:gd name="connsiteX1396" fmla="*/ 1555750 w 4665133"/>
                  <a:gd name="connsiteY1396" fmla="*/ 3416300 h 4907703"/>
                  <a:gd name="connsiteX1397" fmla="*/ 1561254 w 4665133"/>
                  <a:gd name="connsiteY1397" fmla="*/ 3430270 h 4907703"/>
                  <a:gd name="connsiteX1398" fmla="*/ 1573954 w 4665133"/>
                  <a:gd name="connsiteY1398" fmla="*/ 3444240 h 4907703"/>
                  <a:gd name="connsiteX1399" fmla="*/ 1587923 w 4665133"/>
                  <a:gd name="connsiteY1399" fmla="*/ 3451437 h 4907703"/>
                  <a:gd name="connsiteX1400" fmla="*/ 1601893 w 4665133"/>
                  <a:gd name="connsiteY1400" fmla="*/ 3458210 h 4907703"/>
                  <a:gd name="connsiteX1401" fmla="*/ 1604433 w 4665133"/>
                  <a:gd name="connsiteY1401" fmla="*/ 3461173 h 4907703"/>
                  <a:gd name="connsiteX1402" fmla="*/ 1607397 w 4665133"/>
                  <a:gd name="connsiteY1402" fmla="*/ 3462443 h 4907703"/>
                  <a:gd name="connsiteX1403" fmla="*/ 1617133 w 4665133"/>
                  <a:gd name="connsiteY1403" fmla="*/ 3477684 h 4907703"/>
                  <a:gd name="connsiteX1404" fmla="*/ 1622637 w 4665133"/>
                  <a:gd name="connsiteY1404" fmla="*/ 3473450 h 4907703"/>
                  <a:gd name="connsiteX1405" fmla="*/ 1636607 w 4665133"/>
                  <a:gd name="connsiteY1405" fmla="*/ 3461173 h 4907703"/>
                  <a:gd name="connsiteX1406" fmla="*/ 1635337 w 4665133"/>
                  <a:gd name="connsiteY1406" fmla="*/ 3458210 h 4907703"/>
                  <a:gd name="connsiteX1407" fmla="*/ 1643380 w 4665133"/>
                  <a:gd name="connsiteY1407" fmla="*/ 3451437 h 4907703"/>
                  <a:gd name="connsiteX1408" fmla="*/ 1657350 w 4665133"/>
                  <a:gd name="connsiteY1408" fmla="*/ 3461173 h 4907703"/>
                  <a:gd name="connsiteX1409" fmla="*/ 1665817 w 4665133"/>
                  <a:gd name="connsiteY1409" fmla="*/ 3463713 h 4907703"/>
                  <a:gd name="connsiteX1410" fmla="*/ 1679787 w 4665133"/>
                  <a:gd name="connsiteY1410" fmla="*/ 3469217 h 4907703"/>
                  <a:gd name="connsiteX1411" fmla="*/ 1695027 w 4665133"/>
                  <a:gd name="connsiteY1411" fmla="*/ 3467947 h 4907703"/>
                  <a:gd name="connsiteX1412" fmla="*/ 1708997 w 4665133"/>
                  <a:gd name="connsiteY1412" fmla="*/ 3477684 h 4907703"/>
                  <a:gd name="connsiteX1413" fmla="*/ 1722967 w 4665133"/>
                  <a:gd name="connsiteY1413" fmla="*/ 3480647 h 4907703"/>
                  <a:gd name="connsiteX1414" fmla="*/ 1738207 w 4665133"/>
                  <a:gd name="connsiteY1414" fmla="*/ 3492923 h 4907703"/>
                  <a:gd name="connsiteX1415" fmla="*/ 1752177 w 4665133"/>
                  <a:gd name="connsiteY1415" fmla="*/ 3491654 h 4907703"/>
                  <a:gd name="connsiteX1416" fmla="*/ 1766147 w 4665133"/>
                  <a:gd name="connsiteY1416" fmla="*/ 3480647 h 4907703"/>
                  <a:gd name="connsiteX1417" fmla="*/ 1775883 w 4665133"/>
                  <a:gd name="connsiteY1417" fmla="*/ 3494617 h 4907703"/>
                  <a:gd name="connsiteX1418" fmla="*/ 1791547 w 4665133"/>
                  <a:gd name="connsiteY1418" fmla="*/ 3504354 h 4907703"/>
                  <a:gd name="connsiteX1419" fmla="*/ 1805093 w 4665133"/>
                  <a:gd name="connsiteY1419" fmla="*/ 3500120 h 4907703"/>
                  <a:gd name="connsiteX1420" fmla="*/ 1819487 w 4665133"/>
                  <a:gd name="connsiteY1420" fmla="*/ 3504354 h 4907703"/>
                  <a:gd name="connsiteX1421" fmla="*/ 1829223 w 4665133"/>
                  <a:gd name="connsiteY1421" fmla="*/ 3519593 h 4907703"/>
                  <a:gd name="connsiteX1422" fmla="*/ 1840230 w 4665133"/>
                  <a:gd name="connsiteY1422" fmla="*/ 3526790 h 4907703"/>
                  <a:gd name="connsiteX1423" fmla="*/ 1855470 w 4665133"/>
                  <a:gd name="connsiteY1423" fmla="*/ 3533563 h 4907703"/>
                  <a:gd name="connsiteX1424" fmla="*/ 1869440 w 4665133"/>
                  <a:gd name="connsiteY1424" fmla="*/ 3532293 h 4907703"/>
                  <a:gd name="connsiteX1425" fmla="*/ 1876637 w 4665133"/>
                  <a:gd name="connsiteY1425" fmla="*/ 3525097 h 4907703"/>
                  <a:gd name="connsiteX1426" fmla="*/ 1879177 w 4665133"/>
                  <a:gd name="connsiteY1426" fmla="*/ 3523827 h 4907703"/>
                  <a:gd name="connsiteX1427" fmla="*/ 1893147 w 4665133"/>
                  <a:gd name="connsiteY1427" fmla="*/ 3525097 h 4907703"/>
                  <a:gd name="connsiteX1428" fmla="*/ 1897380 w 4665133"/>
                  <a:gd name="connsiteY1428" fmla="*/ 3526790 h 4907703"/>
                  <a:gd name="connsiteX1429" fmla="*/ 1888913 w 4665133"/>
                  <a:gd name="connsiteY1429" fmla="*/ 3540337 h 4907703"/>
                  <a:gd name="connsiteX1430" fmla="*/ 1894417 w 4665133"/>
                  <a:gd name="connsiteY1430" fmla="*/ 3554307 h 4907703"/>
                  <a:gd name="connsiteX1431" fmla="*/ 1901613 w 4665133"/>
                  <a:gd name="connsiteY1431" fmla="*/ 3561504 h 4907703"/>
                  <a:gd name="connsiteX1432" fmla="*/ 1908387 w 4665133"/>
                  <a:gd name="connsiteY1432" fmla="*/ 3575473 h 4907703"/>
                  <a:gd name="connsiteX1433" fmla="*/ 1901613 w 4665133"/>
                  <a:gd name="connsiteY1433" fmla="*/ 3590713 h 4907703"/>
                  <a:gd name="connsiteX1434" fmla="*/ 1890183 w 4665133"/>
                  <a:gd name="connsiteY1434" fmla="*/ 3599180 h 4907703"/>
                  <a:gd name="connsiteX1435" fmla="*/ 1886373 w 4665133"/>
                  <a:gd name="connsiteY1435" fmla="*/ 3614420 h 4907703"/>
                  <a:gd name="connsiteX1436" fmla="*/ 1872404 w 4665133"/>
                  <a:gd name="connsiteY1436" fmla="*/ 3614420 h 4907703"/>
                  <a:gd name="connsiteX1437" fmla="*/ 1859704 w 4665133"/>
                  <a:gd name="connsiteY1437" fmla="*/ 3618654 h 4907703"/>
                  <a:gd name="connsiteX1438" fmla="*/ 1862667 w 4665133"/>
                  <a:gd name="connsiteY1438" fmla="*/ 3632623 h 4907703"/>
                  <a:gd name="connsiteX1439" fmla="*/ 1866477 w 4665133"/>
                  <a:gd name="connsiteY1439" fmla="*/ 3639397 h 4907703"/>
                  <a:gd name="connsiteX1440" fmla="*/ 1880870 w 4665133"/>
                  <a:gd name="connsiteY1440" fmla="*/ 3642360 h 4907703"/>
                  <a:gd name="connsiteX1441" fmla="*/ 1895687 w 4665133"/>
                  <a:gd name="connsiteY1441" fmla="*/ 3646593 h 4907703"/>
                  <a:gd name="connsiteX1442" fmla="*/ 1898650 w 4665133"/>
                  <a:gd name="connsiteY1442" fmla="*/ 3643630 h 4907703"/>
                  <a:gd name="connsiteX1443" fmla="*/ 1900343 w 4665133"/>
                  <a:gd name="connsiteY1443" fmla="*/ 3657600 h 4907703"/>
                  <a:gd name="connsiteX1444" fmla="*/ 1886373 w 4665133"/>
                  <a:gd name="connsiteY1444" fmla="*/ 3655060 h 4907703"/>
                  <a:gd name="connsiteX1445" fmla="*/ 1872404 w 4665133"/>
                  <a:gd name="connsiteY1445" fmla="*/ 3656330 h 4907703"/>
                  <a:gd name="connsiteX1446" fmla="*/ 1863937 w 4665133"/>
                  <a:gd name="connsiteY1446" fmla="*/ 3670300 h 4907703"/>
                  <a:gd name="connsiteX1447" fmla="*/ 1860973 w 4665133"/>
                  <a:gd name="connsiteY1447" fmla="*/ 3683000 h 4907703"/>
                  <a:gd name="connsiteX1448" fmla="*/ 1862667 w 4665133"/>
                  <a:gd name="connsiteY1448" fmla="*/ 3691043 h 4907703"/>
                  <a:gd name="connsiteX1449" fmla="*/ 1877907 w 4665133"/>
                  <a:gd name="connsiteY1449" fmla="*/ 3691043 h 4907703"/>
                  <a:gd name="connsiteX1450" fmla="*/ 1890183 w 4665133"/>
                  <a:gd name="connsiteY1450" fmla="*/ 3706707 h 4907703"/>
                  <a:gd name="connsiteX1451" fmla="*/ 1897380 w 4665133"/>
                  <a:gd name="connsiteY1451" fmla="*/ 3720677 h 4907703"/>
                  <a:gd name="connsiteX1452" fmla="*/ 1901613 w 4665133"/>
                  <a:gd name="connsiteY1452" fmla="*/ 3727450 h 4907703"/>
                  <a:gd name="connsiteX1453" fmla="*/ 1893147 w 4665133"/>
                  <a:gd name="connsiteY1453" fmla="*/ 3734647 h 4907703"/>
                  <a:gd name="connsiteX1454" fmla="*/ 1898650 w 4665133"/>
                  <a:gd name="connsiteY1454" fmla="*/ 3738457 h 4907703"/>
                  <a:gd name="connsiteX1455" fmla="*/ 1900343 w 4665133"/>
                  <a:gd name="connsiteY1455" fmla="*/ 3740150 h 4907703"/>
                  <a:gd name="connsiteX1456" fmla="*/ 1905847 w 4665133"/>
                  <a:gd name="connsiteY1456" fmla="*/ 3740150 h 4907703"/>
                  <a:gd name="connsiteX1457" fmla="*/ 1912620 w 4665133"/>
                  <a:gd name="connsiteY1457" fmla="*/ 3738457 h 4907703"/>
                  <a:gd name="connsiteX1458" fmla="*/ 1914313 w 4665133"/>
                  <a:gd name="connsiteY1458" fmla="*/ 3748193 h 4907703"/>
                  <a:gd name="connsiteX1459" fmla="*/ 1912620 w 4665133"/>
                  <a:gd name="connsiteY1459" fmla="*/ 3749887 h 4907703"/>
                  <a:gd name="connsiteX1460" fmla="*/ 1902883 w 4665133"/>
                  <a:gd name="connsiteY1460" fmla="*/ 3763857 h 4907703"/>
                  <a:gd name="connsiteX1461" fmla="*/ 1898650 w 4665133"/>
                  <a:gd name="connsiteY1461" fmla="*/ 3774863 h 4907703"/>
                  <a:gd name="connsiteX1462" fmla="*/ 1901613 w 4665133"/>
                  <a:gd name="connsiteY1462" fmla="*/ 3779097 h 4907703"/>
                  <a:gd name="connsiteX1463" fmla="*/ 1894417 w 4665133"/>
                  <a:gd name="connsiteY1463" fmla="*/ 3787563 h 4907703"/>
                  <a:gd name="connsiteX1464" fmla="*/ 1895687 w 4665133"/>
                  <a:gd name="connsiteY1464" fmla="*/ 3801534 h 4907703"/>
                  <a:gd name="connsiteX1465" fmla="*/ 1895687 w 4665133"/>
                  <a:gd name="connsiteY1465" fmla="*/ 3812540 h 4907703"/>
                  <a:gd name="connsiteX1466" fmla="*/ 1894417 w 4665133"/>
                  <a:gd name="connsiteY1466" fmla="*/ 3813810 h 4907703"/>
                  <a:gd name="connsiteX1467" fmla="*/ 1880870 w 4665133"/>
                  <a:gd name="connsiteY1467" fmla="*/ 3815504 h 4907703"/>
                  <a:gd name="connsiteX1468" fmla="*/ 1866477 w 4665133"/>
                  <a:gd name="connsiteY1468" fmla="*/ 3813810 h 4907703"/>
                  <a:gd name="connsiteX1469" fmla="*/ 1852930 w 4665133"/>
                  <a:gd name="connsiteY1469" fmla="*/ 3813810 h 4907703"/>
                  <a:gd name="connsiteX1470" fmla="*/ 1838960 w 4665133"/>
                  <a:gd name="connsiteY1470" fmla="*/ 3811270 h 4907703"/>
                  <a:gd name="connsiteX1471" fmla="*/ 1823297 w 4665133"/>
                  <a:gd name="connsiteY1471" fmla="*/ 3811270 h 4907703"/>
                  <a:gd name="connsiteX1472" fmla="*/ 1809327 w 4665133"/>
                  <a:gd name="connsiteY1472" fmla="*/ 3813810 h 4907703"/>
                  <a:gd name="connsiteX1473" fmla="*/ 1798320 w 4665133"/>
                  <a:gd name="connsiteY1473" fmla="*/ 3809577 h 4907703"/>
                  <a:gd name="connsiteX1474" fmla="*/ 1784350 w 4665133"/>
                  <a:gd name="connsiteY1474" fmla="*/ 3808307 h 4907703"/>
                  <a:gd name="connsiteX1475" fmla="*/ 1770380 w 4665133"/>
                  <a:gd name="connsiteY1475" fmla="*/ 3815504 h 4907703"/>
                  <a:gd name="connsiteX1476" fmla="*/ 1767840 w 4665133"/>
                  <a:gd name="connsiteY1476" fmla="*/ 3829473 h 4907703"/>
                  <a:gd name="connsiteX1477" fmla="*/ 1760643 w 4665133"/>
                  <a:gd name="connsiteY1477" fmla="*/ 3837517 h 4907703"/>
                  <a:gd name="connsiteX1478" fmla="*/ 1753870 w 4665133"/>
                  <a:gd name="connsiteY1478" fmla="*/ 3839210 h 4907703"/>
                  <a:gd name="connsiteX1479" fmla="*/ 1739900 w 4665133"/>
                  <a:gd name="connsiteY1479" fmla="*/ 3847254 h 4907703"/>
                  <a:gd name="connsiteX1480" fmla="*/ 1725930 w 4665133"/>
                  <a:gd name="connsiteY1480" fmla="*/ 3848947 h 4907703"/>
                  <a:gd name="connsiteX1481" fmla="*/ 1711960 w 4665133"/>
                  <a:gd name="connsiteY1481" fmla="*/ 3858684 h 4907703"/>
                  <a:gd name="connsiteX1482" fmla="*/ 1708997 w 4665133"/>
                  <a:gd name="connsiteY1482" fmla="*/ 3872654 h 4907703"/>
                  <a:gd name="connsiteX1483" fmla="*/ 1711960 w 4665133"/>
                  <a:gd name="connsiteY1483" fmla="*/ 3886623 h 4907703"/>
                  <a:gd name="connsiteX1484" fmla="*/ 1703493 w 4665133"/>
                  <a:gd name="connsiteY1484" fmla="*/ 3900593 h 4907703"/>
                  <a:gd name="connsiteX1485" fmla="*/ 1717463 w 4665133"/>
                  <a:gd name="connsiteY1485" fmla="*/ 3903134 h 4907703"/>
                  <a:gd name="connsiteX1486" fmla="*/ 1707727 w 4665133"/>
                  <a:gd name="connsiteY1486" fmla="*/ 3917104 h 4907703"/>
                  <a:gd name="connsiteX1487" fmla="*/ 1710690 w 4665133"/>
                  <a:gd name="connsiteY1487" fmla="*/ 3929804 h 4907703"/>
                  <a:gd name="connsiteX1488" fmla="*/ 1711960 w 4665133"/>
                  <a:gd name="connsiteY1488" fmla="*/ 3932343 h 4907703"/>
                  <a:gd name="connsiteX1489" fmla="*/ 1716193 w 4665133"/>
                  <a:gd name="connsiteY1489" fmla="*/ 3932343 h 4907703"/>
                  <a:gd name="connsiteX1490" fmla="*/ 1717463 w 4665133"/>
                  <a:gd name="connsiteY1490" fmla="*/ 3931073 h 4907703"/>
                  <a:gd name="connsiteX1491" fmla="*/ 1731433 w 4665133"/>
                  <a:gd name="connsiteY1491" fmla="*/ 3929804 h 4907703"/>
                  <a:gd name="connsiteX1492" fmla="*/ 1745404 w 4665133"/>
                  <a:gd name="connsiteY1492" fmla="*/ 3918797 h 4907703"/>
                  <a:gd name="connsiteX1493" fmla="*/ 1750907 w 4665133"/>
                  <a:gd name="connsiteY1493" fmla="*/ 3912870 h 4907703"/>
                  <a:gd name="connsiteX1494" fmla="*/ 1764877 w 4665133"/>
                  <a:gd name="connsiteY1494" fmla="*/ 3910330 h 4907703"/>
                  <a:gd name="connsiteX1495" fmla="*/ 1778847 w 4665133"/>
                  <a:gd name="connsiteY1495" fmla="*/ 3910330 h 4907703"/>
                  <a:gd name="connsiteX1496" fmla="*/ 1763607 w 4665133"/>
                  <a:gd name="connsiteY1496" fmla="*/ 3911600 h 4907703"/>
                  <a:gd name="connsiteX1497" fmla="*/ 1747943 w 4665133"/>
                  <a:gd name="connsiteY1497" fmla="*/ 3920067 h 4907703"/>
                  <a:gd name="connsiteX1498" fmla="*/ 1742440 w 4665133"/>
                  <a:gd name="connsiteY1498" fmla="*/ 3929804 h 4907703"/>
                  <a:gd name="connsiteX1499" fmla="*/ 1758104 w 4665133"/>
                  <a:gd name="connsiteY1499" fmla="*/ 3929804 h 4907703"/>
                  <a:gd name="connsiteX1500" fmla="*/ 1771650 w 4665133"/>
                  <a:gd name="connsiteY1500" fmla="*/ 3925570 h 4907703"/>
                  <a:gd name="connsiteX1501" fmla="*/ 1787313 w 4665133"/>
                  <a:gd name="connsiteY1501" fmla="*/ 3925570 h 4907703"/>
                  <a:gd name="connsiteX1502" fmla="*/ 1801283 w 4665133"/>
                  <a:gd name="connsiteY1502" fmla="*/ 3921337 h 4907703"/>
                  <a:gd name="connsiteX1503" fmla="*/ 1802554 w 4665133"/>
                  <a:gd name="connsiteY1503" fmla="*/ 3918797 h 4907703"/>
                  <a:gd name="connsiteX1504" fmla="*/ 1813560 w 4665133"/>
                  <a:gd name="connsiteY1504" fmla="*/ 3907367 h 4907703"/>
                  <a:gd name="connsiteX1505" fmla="*/ 1829223 w 4665133"/>
                  <a:gd name="connsiteY1505" fmla="*/ 3906097 h 4907703"/>
                  <a:gd name="connsiteX1506" fmla="*/ 1843193 w 4665133"/>
                  <a:gd name="connsiteY1506" fmla="*/ 3910330 h 4907703"/>
                  <a:gd name="connsiteX1507" fmla="*/ 1845733 w 4665133"/>
                  <a:gd name="connsiteY1507" fmla="*/ 3915834 h 4907703"/>
                  <a:gd name="connsiteX1508" fmla="*/ 1845733 w 4665133"/>
                  <a:gd name="connsiteY1508" fmla="*/ 3918797 h 4907703"/>
                  <a:gd name="connsiteX1509" fmla="*/ 1845733 w 4665133"/>
                  <a:gd name="connsiteY1509" fmla="*/ 3929804 h 4907703"/>
                  <a:gd name="connsiteX1510" fmla="*/ 1847427 w 4665133"/>
                  <a:gd name="connsiteY1510" fmla="*/ 3936577 h 4907703"/>
                  <a:gd name="connsiteX1511" fmla="*/ 1860973 w 4665133"/>
                  <a:gd name="connsiteY1511" fmla="*/ 3932343 h 4907703"/>
                  <a:gd name="connsiteX1512" fmla="*/ 1860973 w 4665133"/>
                  <a:gd name="connsiteY1512" fmla="*/ 3934037 h 4907703"/>
                  <a:gd name="connsiteX1513" fmla="*/ 1854200 w 4665133"/>
                  <a:gd name="connsiteY1513" fmla="*/ 3935307 h 4907703"/>
                  <a:gd name="connsiteX1514" fmla="*/ 1848697 w 4665133"/>
                  <a:gd name="connsiteY1514" fmla="*/ 3949277 h 4907703"/>
                  <a:gd name="connsiteX1515" fmla="*/ 1833033 w 4665133"/>
                  <a:gd name="connsiteY1515" fmla="*/ 3948007 h 4907703"/>
                  <a:gd name="connsiteX1516" fmla="*/ 1819487 w 4665133"/>
                  <a:gd name="connsiteY1516" fmla="*/ 3949277 h 4907703"/>
                  <a:gd name="connsiteX1517" fmla="*/ 1803823 w 4665133"/>
                  <a:gd name="connsiteY1517" fmla="*/ 3960284 h 4907703"/>
                  <a:gd name="connsiteX1518" fmla="*/ 1789854 w 4665133"/>
                  <a:gd name="connsiteY1518" fmla="*/ 3970020 h 4907703"/>
                  <a:gd name="connsiteX1519" fmla="*/ 1774613 w 4665133"/>
                  <a:gd name="connsiteY1519" fmla="*/ 3972984 h 4907703"/>
                  <a:gd name="connsiteX1520" fmla="*/ 1769110 w 4665133"/>
                  <a:gd name="connsiteY1520" fmla="*/ 3974254 h 4907703"/>
                  <a:gd name="connsiteX1521" fmla="*/ 1755140 w 4665133"/>
                  <a:gd name="connsiteY1521" fmla="*/ 3975947 h 4907703"/>
                  <a:gd name="connsiteX1522" fmla="*/ 1741170 w 4665133"/>
                  <a:gd name="connsiteY1522" fmla="*/ 3979757 h 4907703"/>
                  <a:gd name="connsiteX1523" fmla="*/ 1742440 w 4665133"/>
                  <a:gd name="connsiteY1523" fmla="*/ 3993727 h 4907703"/>
                  <a:gd name="connsiteX1524" fmla="*/ 1756410 w 4665133"/>
                  <a:gd name="connsiteY1524" fmla="*/ 3995420 h 4907703"/>
                  <a:gd name="connsiteX1525" fmla="*/ 1756410 w 4665133"/>
                  <a:gd name="connsiteY1525" fmla="*/ 4009390 h 4907703"/>
                  <a:gd name="connsiteX1526" fmla="*/ 1742440 w 4665133"/>
                  <a:gd name="connsiteY1526" fmla="*/ 4007697 h 4907703"/>
                  <a:gd name="connsiteX1527" fmla="*/ 1728470 w 4665133"/>
                  <a:gd name="connsiteY1527" fmla="*/ 3997960 h 4907703"/>
                  <a:gd name="connsiteX1528" fmla="*/ 1717463 w 4665133"/>
                  <a:gd name="connsiteY1528" fmla="*/ 4002193 h 4907703"/>
                  <a:gd name="connsiteX1529" fmla="*/ 1703493 w 4665133"/>
                  <a:gd name="connsiteY1529" fmla="*/ 4006427 h 4907703"/>
                  <a:gd name="connsiteX1530" fmla="*/ 1688254 w 4665133"/>
                  <a:gd name="connsiteY1530" fmla="*/ 4013200 h 4907703"/>
                  <a:gd name="connsiteX1531" fmla="*/ 1674283 w 4665133"/>
                  <a:gd name="connsiteY1531" fmla="*/ 4013200 h 4907703"/>
                  <a:gd name="connsiteX1532" fmla="*/ 1660313 w 4665133"/>
                  <a:gd name="connsiteY1532" fmla="*/ 4009390 h 4907703"/>
                  <a:gd name="connsiteX1533" fmla="*/ 1665817 w 4665133"/>
                  <a:gd name="connsiteY1533" fmla="*/ 4023360 h 4907703"/>
                  <a:gd name="connsiteX1534" fmla="*/ 1674283 w 4665133"/>
                  <a:gd name="connsiteY1534" fmla="*/ 4037330 h 4907703"/>
                  <a:gd name="connsiteX1535" fmla="*/ 1688254 w 4665133"/>
                  <a:gd name="connsiteY1535" fmla="*/ 4051300 h 4907703"/>
                  <a:gd name="connsiteX1536" fmla="*/ 1703493 w 4665133"/>
                  <a:gd name="connsiteY1536" fmla="*/ 4049607 h 4907703"/>
                  <a:gd name="connsiteX1537" fmla="*/ 1717463 w 4665133"/>
                  <a:gd name="connsiteY1537" fmla="*/ 4056804 h 4907703"/>
                  <a:gd name="connsiteX1538" fmla="*/ 1731433 w 4665133"/>
                  <a:gd name="connsiteY1538" fmla="*/ 4067810 h 4907703"/>
                  <a:gd name="connsiteX1539" fmla="*/ 1745404 w 4665133"/>
                  <a:gd name="connsiteY1539" fmla="*/ 4081780 h 4907703"/>
                  <a:gd name="connsiteX1540" fmla="*/ 1759373 w 4665133"/>
                  <a:gd name="connsiteY1540" fmla="*/ 4087284 h 4907703"/>
                  <a:gd name="connsiteX1541" fmla="*/ 1774613 w 4665133"/>
                  <a:gd name="connsiteY1541" fmla="*/ 4095750 h 4907703"/>
                  <a:gd name="connsiteX1542" fmla="*/ 1774613 w 4665133"/>
                  <a:gd name="connsiteY1542" fmla="*/ 4109720 h 4907703"/>
                  <a:gd name="connsiteX1543" fmla="*/ 1760643 w 4665133"/>
                  <a:gd name="connsiteY1543" fmla="*/ 4108450 h 4907703"/>
                  <a:gd name="connsiteX1544" fmla="*/ 1746673 w 4665133"/>
                  <a:gd name="connsiteY1544" fmla="*/ 4098290 h 4907703"/>
                  <a:gd name="connsiteX1545" fmla="*/ 1731433 w 4665133"/>
                  <a:gd name="connsiteY1545" fmla="*/ 4092787 h 4907703"/>
                  <a:gd name="connsiteX1546" fmla="*/ 1725930 w 4665133"/>
                  <a:gd name="connsiteY1546" fmla="*/ 4106757 h 4907703"/>
                  <a:gd name="connsiteX1547" fmla="*/ 1722967 w 4665133"/>
                  <a:gd name="connsiteY1547" fmla="*/ 4120727 h 4907703"/>
                  <a:gd name="connsiteX1548" fmla="*/ 1714923 w 4665133"/>
                  <a:gd name="connsiteY1548" fmla="*/ 4134697 h 4907703"/>
                  <a:gd name="connsiteX1549" fmla="*/ 1711960 w 4665133"/>
                  <a:gd name="connsiteY1549" fmla="*/ 4120727 h 4907703"/>
                  <a:gd name="connsiteX1550" fmla="*/ 1708997 w 4665133"/>
                  <a:gd name="connsiteY1550" fmla="*/ 4106757 h 4907703"/>
                  <a:gd name="connsiteX1551" fmla="*/ 1695027 w 4665133"/>
                  <a:gd name="connsiteY1551" fmla="*/ 4120727 h 4907703"/>
                  <a:gd name="connsiteX1552" fmla="*/ 1693757 w 4665133"/>
                  <a:gd name="connsiteY1552" fmla="*/ 4134697 h 4907703"/>
                  <a:gd name="connsiteX1553" fmla="*/ 1692487 w 4665133"/>
                  <a:gd name="connsiteY1553" fmla="*/ 4148667 h 4907703"/>
                  <a:gd name="connsiteX1554" fmla="*/ 1679787 w 4665133"/>
                  <a:gd name="connsiteY1554" fmla="*/ 4162637 h 4907703"/>
                  <a:gd name="connsiteX1555" fmla="*/ 1675554 w 4665133"/>
                  <a:gd name="connsiteY1555" fmla="*/ 4177877 h 4907703"/>
                  <a:gd name="connsiteX1556" fmla="*/ 1661583 w 4665133"/>
                  <a:gd name="connsiteY1556" fmla="*/ 4174067 h 4907703"/>
                  <a:gd name="connsiteX1557" fmla="*/ 1661583 w 4665133"/>
                  <a:gd name="connsiteY1557" fmla="*/ 4188037 h 4907703"/>
                  <a:gd name="connsiteX1558" fmla="*/ 1670050 w 4665133"/>
                  <a:gd name="connsiteY1558" fmla="*/ 4201584 h 4907703"/>
                  <a:gd name="connsiteX1559" fmla="*/ 1676823 w 4665133"/>
                  <a:gd name="connsiteY1559" fmla="*/ 4188037 h 4907703"/>
                  <a:gd name="connsiteX1560" fmla="*/ 1679787 w 4665133"/>
                  <a:gd name="connsiteY1560" fmla="*/ 4201584 h 4907703"/>
                  <a:gd name="connsiteX1561" fmla="*/ 1686983 w 4665133"/>
                  <a:gd name="connsiteY1561" fmla="*/ 4215554 h 4907703"/>
                  <a:gd name="connsiteX1562" fmla="*/ 1682750 w 4665133"/>
                  <a:gd name="connsiteY1562" fmla="*/ 4229524 h 4907703"/>
                  <a:gd name="connsiteX1563" fmla="*/ 1668780 w 4665133"/>
                  <a:gd name="connsiteY1563" fmla="*/ 4225290 h 4907703"/>
                  <a:gd name="connsiteX1564" fmla="*/ 1654810 w 4665133"/>
                  <a:gd name="connsiteY1564" fmla="*/ 4221480 h 4907703"/>
                  <a:gd name="connsiteX1565" fmla="*/ 1640417 w 4665133"/>
                  <a:gd name="connsiteY1565" fmla="*/ 4228254 h 4907703"/>
                  <a:gd name="connsiteX1566" fmla="*/ 1637877 w 4665133"/>
                  <a:gd name="connsiteY1566" fmla="*/ 4225290 h 4907703"/>
                  <a:gd name="connsiteX1567" fmla="*/ 1623907 w 4665133"/>
                  <a:gd name="connsiteY1567" fmla="*/ 4225290 h 4907703"/>
                  <a:gd name="connsiteX1568" fmla="*/ 1609937 w 4665133"/>
                  <a:gd name="connsiteY1568" fmla="*/ 4228254 h 4907703"/>
                  <a:gd name="connsiteX1569" fmla="*/ 1620943 w 4665133"/>
                  <a:gd name="connsiteY1569" fmla="*/ 4237990 h 4907703"/>
                  <a:gd name="connsiteX1570" fmla="*/ 1607397 w 4665133"/>
                  <a:gd name="connsiteY1570" fmla="*/ 4226984 h 4907703"/>
                  <a:gd name="connsiteX1571" fmla="*/ 1600200 w 4665133"/>
                  <a:gd name="connsiteY1571" fmla="*/ 4222750 h 4907703"/>
                  <a:gd name="connsiteX1572" fmla="*/ 1586230 w 4665133"/>
                  <a:gd name="connsiteY1572" fmla="*/ 4215554 h 4907703"/>
                  <a:gd name="connsiteX1573" fmla="*/ 1572260 w 4665133"/>
                  <a:gd name="connsiteY1573" fmla="*/ 4208780 h 4907703"/>
                  <a:gd name="connsiteX1574" fmla="*/ 1558290 w 4665133"/>
                  <a:gd name="connsiteY1574" fmla="*/ 4210050 h 4907703"/>
                  <a:gd name="connsiteX1575" fmla="*/ 1554057 w 4665133"/>
                  <a:gd name="connsiteY1575" fmla="*/ 4211744 h 4907703"/>
                  <a:gd name="connsiteX1576" fmla="*/ 1546013 w 4665133"/>
                  <a:gd name="connsiteY1576" fmla="*/ 4225290 h 4907703"/>
                  <a:gd name="connsiteX1577" fmla="*/ 1559560 w 4665133"/>
                  <a:gd name="connsiteY1577" fmla="*/ 4215554 h 4907703"/>
                  <a:gd name="connsiteX1578" fmla="*/ 1565487 w 4665133"/>
                  <a:gd name="connsiteY1578" fmla="*/ 4231217 h 4907703"/>
                  <a:gd name="connsiteX1579" fmla="*/ 1580727 w 4665133"/>
                  <a:gd name="connsiteY1579" fmla="*/ 4235027 h 4907703"/>
                  <a:gd name="connsiteX1580" fmla="*/ 1566757 w 4665133"/>
                  <a:gd name="connsiteY1580" fmla="*/ 4242224 h 4907703"/>
                  <a:gd name="connsiteX1581" fmla="*/ 1552787 w 4665133"/>
                  <a:gd name="connsiteY1581" fmla="*/ 4246457 h 4907703"/>
                  <a:gd name="connsiteX1582" fmla="*/ 1544743 w 4665133"/>
                  <a:gd name="connsiteY1582" fmla="*/ 4258734 h 4907703"/>
                  <a:gd name="connsiteX1583" fmla="*/ 1558290 w 4665133"/>
                  <a:gd name="connsiteY1583" fmla="*/ 4262967 h 4907703"/>
                  <a:gd name="connsiteX1584" fmla="*/ 1572260 w 4665133"/>
                  <a:gd name="connsiteY1584" fmla="*/ 4261697 h 4907703"/>
                  <a:gd name="connsiteX1585" fmla="*/ 1586230 w 4665133"/>
                  <a:gd name="connsiteY1585" fmla="*/ 4268894 h 4907703"/>
                  <a:gd name="connsiteX1586" fmla="*/ 1600200 w 4665133"/>
                  <a:gd name="connsiteY1586" fmla="*/ 4273127 h 4907703"/>
                  <a:gd name="connsiteX1587" fmla="*/ 1615440 w 4665133"/>
                  <a:gd name="connsiteY1587" fmla="*/ 4279900 h 4907703"/>
                  <a:gd name="connsiteX1588" fmla="*/ 1625177 w 4665133"/>
                  <a:gd name="connsiteY1588" fmla="*/ 4284134 h 4907703"/>
                  <a:gd name="connsiteX1589" fmla="*/ 1639147 w 4665133"/>
                  <a:gd name="connsiteY1589" fmla="*/ 4296834 h 4907703"/>
                  <a:gd name="connsiteX1590" fmla="*/ 1645073 w 4665133"/>
                  <a:gd name="connsiteY1590" fmla="*/ 4310804 h 4907703"/>
                  <a:gd name="connsiteX1591" fmla="*/ 1656080 w 4665133"/>
                  <a:gd name="connsiteY1591" fmla="*/ 4324350 h 4907703"/>
                  <a:gd name="connsiteX1592" fmla="*/ 1670050 w 4665133"/>
                  <a:gd name="connsiteY1592" fmla="*/ 4334087 h 4907703"/>
                  <a:gd name="connsiteX1593" fmla="*/ 1685290 w 4665133"/>
                  <a:gd name="connsiteY1593" fmla="*/ 4334087 h 4907703"/>
                  <a:gd name="connsiteX1594" fmla="*/ 1699260 w 4665133"/>
                  <a:gd name="connsiteY1594" fmla="*/ 4338320 h 4907703"/>
                  <a:gd name="connsiteX1595" fmla="*/ 1713230 w 4665133"/>
                  <a:gd name="connsiteY1595" fmla="*/ 4338320 h 4907703"/>
                  <a:gd name="connsiteX1596" fmla="*/ 1706457 w 4665133"/>
                  <a:gd name="connsiteY1596" fmla="*/ 4324350 h 4907703"/>
                  <a:gd name="connsiteX1597" fmla="*/ 1720004 w 4665133"/>
                  <a:gd name="connsiteY1597" fmla="*/ 4331547 h 4907703"/>
                  <a:gd name="connsiteX1598" fmla="*/ 1728470 w 4665133"/>
                  <a:gd name="connsiteY1598" fmla="*/ 4345517 h 4907703"/>
                  <a:gd name="connsiteX1599" fmla="*/ 1742440 w 4665133"/>
                  <a:gd name="connsiteY1599" fmla="*/ 4352290 h 4907703"/>
                  <a:gd name="connsiteX1600" fmla="*/ 1758104 w 4665133"/>
                  <a:gd name="connsiteY1600" fmla="*/ 4364990 h 4907703"/>
                  <a:gd name="connsiteX1601" fmla="*/ 1767840 w 4665133"/>
                  <a:gd name="connsiteY1601" fmla="*/ 4378960 h 4907703"/>
                  <a:gd name="connsiteX1602" fmla="*/ 1781810 w 4665133"/>
                  <a:gd name="connsiteY1602" fmla="*/ 4381924 h 4907703"/>
                  <a:gd name="connsiteX1603" fmla="*/ 1797050 w 4665133"/>
                  <a:gd name="connsiteY1603" fmla="*/ 4386157 h 4907703"/>
                  <a:gd name="connsiteX1604" fmla="*/ 1810597 w 4665133"/>
                  <a:gd name="connsiteY1604" fmla="*/ 4388697 h 4907703"/>
                  <a:gd name="connsiteX1605" fmla="*/ 1824990 w 4665133"/>
                  <a:gd name="connsiteY1605" fmla="*/ 4389967 h 4907703"/>
                  <a:gd name="connsiteX1606" fmla="*/ 1838960 w 4665133"/>
                  <a:gd name="connsiteY1606" fmla="*/ 4397163 h 4907703"/>
                  <a:gd name="connsiteX1607" fmla="*/ 1854200 w 4665133"/>
                  <a:gd name="connsiteY1607" fmla="*/ 4406900 h 4907703"/>
                  <a:gd name="connsiteX1608" fmla="*/ 1868170 w 4665133"/>
                  <a:gd name="connsiteY1608" fmla="*/ 4416637 h 4907703"/>
                  <a:gd name="connsiteX1609" fmla="*/ 1882140 w 4665133"/>
                  <a:gd name="connsiteY1609" fmla="*/ 4425104 h 4907703"/>
                  <a:gd name="connsiteX1610" fmla="*/ 1895687 w 4665133"/>
                  <a:gd name="connsiteY1610" fmla="*/ 4437380 h 4907703"/>
                  <a:gd name="connsiteX1611" fmla="*/ 1910080 w 4665133"/>
                  <a:gd name="connsiteY1611" fmla="*/ 4447540 h 4907703"/>
                  <a:gd name="connsiteX1612" fmla="*/ 1924050 w 4665133"/>
                  <a:gd name="connsiteY1612" fmla="*/ 4455584 h 4907703"/>
                  <a:gd name="connsiteX1613" fmla="*/ 1938020 w 4665133"/>
                  <a:gd name="connsiteY1613" fmla="*/ 4468284 h 4907703"/>
                  <a:gd name="connsiteX1614" fmla="*/ 1950297 w 4665133"/>
                  <a:gd name="connsiteY1614" fmla="*/ 4482254 h 4907703"/>
                  <a:gd name="connsiteX1615" fmla="*/ 1964267 w 4665133"/>
                  <a:gd name="connsiteY1615" fmla="*/ 4491990 h 4907703"/>
                  <a:gd name="connsiteX1616" fmla="*/ 1978237 w 4665133"/>
                  <a:gd name="connsiteY1616" fmla="*/ 4504267 h 4907703"/>
                  <a:gd name="connsiteX1617" fmla="*/ 1993900 w 4665133"/>
                  <a:gd name="connsiteY1617" fmla="*/ 4516967 h 4907703"/>
                  <a:gd name="connsiteX1618" fmla="*/ 2007447 w 4665133"/>
                  <a:gd name="connsiteY1618" fmla="*/ 4524163 h 4907703"/>
                  <a:gd name="connsiteX1619" fmla="*/ 2018877 w 4665133"/>
                  <a:gd name="connsiteY1619" fmla="*/ 4538134 h 4907703"/>
                  <a:gd name="connsiteX1620" fmla="*/ 2032847 w 4665133"/>
                  <a:gd name="connsiteY1620" fmla="*/ 4546177 h 4907703"/>
                  <a:gd name="connsiteX1621" fmla="*/ 2034117 w 4665133"/>
                  <a:gd name="connsiteY1621" fmla="*/ 4547870 h 4907703"/>
                  <a:gd name="connsiteX1622" fmla="*/ 2034117 w 4665133"/>
                  <a:gd name="connsiteY1622" fmla="*/ 4543637 h 4907703"/>
                  <a:gd name="connsiteX1623" fmla="*/ 2034117 w 4665133"/>
                  <a:gd name="connsiteY1623" fmla="*/ 4539403 h 4907703"/>
                  <a:gd name="connsiteX1624" fmla="*/ 2038350 w 4665133"/>
                  <a:gd name="connsiteY1624" fmla="*/ 4528397 h 4907703"/>
                  <a:gd name="connsiteX1625" fmla="*/ 2051050 w 4665133"/>
                  <a:gd name="connsiteY1625" fmla="*/ 4514427 h 4907703"/>
                  <a:gd name="connsiteX1626" fmla="*/ 2065020 w 4665133"/>
                  <a:gd name="connsiteY1626" fmla="*/ 4514427 h 4907703"/>
                  <a:gd name="connsiteX1627" fmla="*/ 2078567 w 4665133"/>
                  <a:gd name="connsiteY1627" fmla="*/ 4518237 h 4907703"/>
                  <a:gd name="connsiteX1628" fmla="*/ 2094230 w 4665133"/>
                  <a:gd name="connsiteY1628" fmla="*/ 4524163 h 4907703"/>
                  <a:gd name="connsiteX1629" fmla="*/ 2108200 w 4665133"/>
                  <a:gd name="connsiteY1629" fmla="*/ 4525434 h 4907703"/>
                  <a:gd name="connsiteX1630" fmla="*/ 2122170 w 4665133"/>
                  <a:gd name="connsiteY1630" fmla="*/ 4519930 h 4907703"/>
                  <a:gd name="connsiteX1631" fmla="*/ 2137410 w 4665133"/>
                  <a:gd name="connsiteY1631" fmla="*/ 4528397 h 4907703"/>
                  <a:gd name="connsiteX1632" fmla="*/ 2151380 w 4665133"/>
                  <a:gd name="connsiteY1632" fmla="*/ 4533900 h 4907703"/>
                  <a:gd name="connsiteX1633" fmla="*/ 2166620 w 4665133"/>
                  <a:gd name="connsiteY1633" fmla="*/ 4543637 h 4907703"/>
                  <a:gd name="connsiteX1634" fmla="*/ 2180590 w 4665133"/>
                  <a:gd name="connsiteY1634" fmla="*/ 4547870 h 4907703"/>
                  <a:gd name="connsiteX1635" fmla="*/ 2194560 w 4665133"/>
                  <a:gd name="connsiteY1635" fmla="*/ 4546177 h 4907703"/>
                  <a:gd name="connsiteX1636" fmla="*/ 2208530 w 4665133"/>
                  <a:gd name="connsiteY1636" fmla="*/ 4554644 h 4907703"/>
                  <a:gd name="connsiteX1637" fmla="*/ 2222500 w 4665133"/>
                  <a:gd name="connsiteY1637" fmla="*/ 4554644 h 4907703"/>
                  <a:gd name="connsiteX1638" fmla="*/ 2236470 w 4665133"/>
                  <a:gd name="connsiteY1638" fmla="*/ 4564380 h 4907703"/>
                  <a:gd name="connsiteX1639" fmla="*/ 2251710 w 4665133"/>
                  <a:gd name="connsiteY1639" fmla="*/ 4572847 h 4907703"/>
                  <a:gd name="connsiteX1640" fmla="*/ 2265680 w 4665133"/>
                  <a:gd name="connsiteY1640" fmla="*/ 4572847 h 4907703"/>
                  <a:gd name="connsiteX1641" fmla="*/ 2280920 w 4665133"/>
                  <a:gd name="connsiteY1641" fmla="*/ 4575810 h 4907703"/>
                  <a:gd name="connsiteX1642" fmla="*/ 2291080 w 4665133"/>
                  <a:gd name="connsiteY1642" fmla="*/ 4574117 h 4907703"/>
                  <a:gd name="connsiteX1643" fmla="*/ 2304627 w 4665133"/>
                  <a:gd name="connsiteY1643" fmla="*/ 4577080 h 4907703"/>
                  <a:gd name="connsiteX1644" fmla="*/ 2318597 w 4665133"/>
                  <a:gd name="connsiteY1644" fmla="*/ 4578350 h 4907703"/>
                  <a:gd name="connsiteX1645" fmla="*/ 2319867 w 4665133"/>
                  <a:gd name="connsiteY1645" fmla="*/ 4577080 h 4907703"/>
                  <a:gd name="connsiteX1646" fmla="*/ 2334260 w 4665133"/>
                  <a:gd name="connsiteY1646" fmla="*/ 4571153 h 4907703"/>
                  <a:gd name="connsiteX1647" fmla="*/ 2349500 w 4665133"/>
                  <a:gd name="connsiteY1647" fmla="*/ 4571153 h 4907703"/>
                  <a:gd name="connsiteX1648" fmla="*/ 2353733 w 4665133"/>
                  <a:gd name="connsiteY1648" fmla="*/ 4569884 h 4907703"/>
                  <a:gd name="connsiteX1649" fmla="*/ 2367704 w 4665133"/>
                  <a:gd name="connsiteY1649" fmla="*/ 4572847 h 4907703"/>
                  <a:gd name="connsiteX1650" fmla="*/ 2381250 w 4665133"/>
                  <a:gd name="connsiteY1650" fmla="*/ 4582584 h 4907703"/>
                  <a:gd name="connsiteX1651" fmla="*/ 2396913 w 4665133"/>
                  <a:gd name="connsiteY1651" fmla="*/ 4583853 h 4907703"/>
                  <a:gd name="connsiteX1652" fmla="*/ 2410883 w 4665133"/>
                  <a:gd name="connsiteY1652" fmla="*/ 4579620 h 4907703"/>
                  <a:gd name="connsiteX1653" fmla="*/ 2424430 w 4665133"/>
                  <a:gd name="connsiteY1653" fmla="*/ 4583853 h 4907703"/>
                  <a:gd name="connsiteX1654" fmla="*/ 2440094 w 4665133"/>
                  <a:gd name="connsiteY1654" fmla="*/ 4591050 h 4907703"/>
                  <a:gd name="connsiteX1655" fmla="*/ 2452794 w 4665133"/>
                  <a:gd name="connsiteY1655" fmla="*/ 4605020 h 4907703"/>
                  <a:gd name="connsiteX1656" fmla="*/ 2466340 w 4665133"/>
                  <a:gd name="connsiteY1656" fmla="*/ 4617297 h 4907703"/>
                  <a:gd name="connsiteX1657" fmla="*/ 2480733 w 4665133"/>
                  <a:gd name="connsiteY1657" fmla="*/ 4621530 h 4907703"/>
                  <a:gd name="connsiteX1658" fmla="*/ 2488777 w 4665133"/>
                  <a:gd name="connsiteY1658" fmla="*/ 4623224 h 4907703"/>
                  <a:gd name="connsiteX1659" fmla="*/ 2500207 w 4665133"/>
                  <a:gd name="connsiteY1659" fmla="*/ 4625763 h 4907703"/>
                  <a:gd name="connsiteX1660" fmla="*/ 2514177 w 4665133"/>
                  <a:gd name="connsiteY1660" fmla="*/ 4629997 h 4907703"/>
                  <a:gd name="connsiteX1661" fmla="*/ 2529417 w 4665133"/>
                  <a:gd name="connsiteY1661" fmla="*/ 4635500 h 4907703"/>
                  <a:gd name="connsiteX1662" fmla="*/ 2543387 w 4665133"/>
                  <a:gd name="connsiteY1662" fmla="*/ 4645237 h 4907703"/>
                  <a:gd name="connsiteX1663" fmla="*/ 2557357 w 4665133"/>
                  <a:gd name="connsiteY1663" fmla="*/ 4649470 h 4907703"/>
                  <a:gd name="connsiteX1664" fmla="*/ 2559897 w 4665133"/>
                  <a:gd name="connsiteY1664" fmla="*/ 4659207 h 4907703"/>
                  <a:gd name="connsiteX1665" fmla="*/ 2553124 w 4665133"/>
                  <a:gd name="connsiteY1665" fmla="*/ 4667674 h 4907703"/>
                  <a:gd name="connsiteX1666" fmla="*/ 2567093 w 4665133"/>
                  <a:gd name="connsiteY1666" fmla="*/ 4676140 h 4907703"/>
                  <a:gd name="connsiteX1667" fmla="*/ 2581063 w 4665133"/>
                  <a:gd name="connsiteY1667" fmla="*/ 4680374 h 4907703"/>
                  <a:gd name="connsiteX1668" fmla="*/ 2595033 w 4665133"/>
                  <a:gd name="connsiteY1668" fmla="*/ 4673177 h 4907703"/>
                  <a:gd name="connsiteX1669" fmla="*/ 2610274 w 4665133"/>
                  <a:gd name="connsiteY1669" fmla="*/ 4673177 h 4907703"/>
                  <a:gd name="connsiteX1670" fmla="*/ 2614507 w 4665133"/>
                  <a:gd name="connsiteY1670" fmla="*/ 4671907 h 4907703"/>
                  <a:gd name="connsiteX1671" fmla="*/ 2621280 w 4665133"/>
                  <a:gd name="connsiteY1671" fmla="*/ 4662170 h 4907703"/>
                  <a:gd name="connsiteX1672" fmla="*/ 2636943 w 4665133"/>
                  <a:gd name="connsiteY1672" fmla="*/ 4657937 h 4907703"/>
                  <a:gd name="connsiteX1673" fmla="*/ 2650491 w 4665133"/>
                  <a:gd name="connsiteY1673" fmla="*/ 4652434 h 4907703"/>
                  <a:gd name="connsiteX1674" fmla="*/ 2664460 w 4665133"/>
                  <a:gd name="connsiteY1674" fmla="*/ 4649470 h 4907703"/>
                  <a:gd name="connsiteX1675" fmla="*/ 2671657 w 4665133"/>
                  <a:gd name="connsiteY1675" fmla="*/ 4650740 h 4907703"/>
                  <a:gd name="connsiteX1676" fmla="*/ 2685626 w 4665133"/>
                  <a:gd name="connsiteY1676" fmla="*/ 4659207 h 4907703"/>
                  <a:gd name="connsiteX1677" fmla="*/ 2695363 w 4665133"/>
                  <a:gd name="connsiteY1677" fmla="*/ 4673177 h 4907703"/>
                  <a:gd name="connsiteX1678" fmla="*/ 2699597 w 4665133"/>
                  <a:gd name="connsiteY1678" fmla="*/ 4659207 h 4907703"/>
                  <a:gd name="connsiteX1679" fmla="*/ 2713567 w 4665133"/>
                  <a:gd name="connsiteY1679" fmla="*/ 4650740 h 4907703"/>
                  <a:gd name="connsiteX1680" fmla="*/ 2720341 w 4665133"/>
                  <a:gd name="connsiteY1680" fmla="*/ 4656667 h 4907703"/>
                  <a:gd name="connsiteX1681" fmla="*/ 2731770 w 4665133"/>
                  <a:gd name="connsiteY1681" fmla="*/ 4660900 h 4907703"/>
                  <a:gd name="connsiteX1682" fmla="*/ 2745317 w 4665133"/>
                  <a:gd name="connsiteY1682" fmla="*/ 4660900 h 4907703"/>
                  <a:gd name="connsiteX1683" fmla="*/ 2759710 w 4665133"/>
                  <a:gd name="connsiteY1683" fmla="*/ 4673177 h 4907703"/>
                  <a:gd name="connsiteX1684" fmla="*/ 2771987 w 4665133"/>
                  <a:gd name="connsiteY1684" fmla="*/ 4687147 h 4907703"/>
                  <a:gd name="connsiteX1685" fmla="*/ 2787226 w 4665133"/>
                  <a:gd name="connsiteY1685" fmla="*/ 4685877 h 4907703"/>
                  <a:gd name="connsiteX1686" fmla="*/ 2801620 w 4665133"/>
                  <a:gd name="connsiteY1686" fmla="*/ 4684607 h 4907703"/>
                  <a:gd name="connsiteX1687" fmla="*/ 2815167 w 4665133"/>
                  <a:gd name="connsiteY1687" fmla="*/ 4688840 h 4907703"/>
                  <a:gd name="connsiteX1688" fmla="*/ 2829560 w 4665133"/>
                  <a:gd name="connsiteY1688" fmla="*/ 4696884 h 4907703"/>
                  <a:gd name="connsiteX1689" fmla="*/ 2829560 w 4665133"/>
                  <a:gd name="connsiteY1689" fmla="*/ 4699847 h 4907703"/>
                  <a:gd name="connsiteX1690" fmla="*/ 2826597 w 4665133"/>
                  <a:gd name="connsiteY1690" fmla="*/ 4713817 h 4907703"/>
                  <a:gd name="connsiteX1691" fmla="*/ 2822363 w 4665133"/>
                  <a:gd name="connsiteY1691" fmla="*/ 4729057 h 4907703"/>
                  <a:gd name="connsiteX1692" fmla="*/ 2823633 w 4665133"/>
                  <a:gd name="connsiteY1692" fmla="*/ 4743027 h 4907703"/>
                  <a:gd name="connsiteX1693" fmla="*/ 2837604 w 4665133"/>
                  <a:gd name="connsiteY1693" fmla="*/ 4748530 h 4907703"/>
                  <a:gd name="connsiteX1694" fmla="*/ 2851574 w 4665133"/>
                  <a:gd name="connsiteY1694" fmla="*/ 4756997 h 4907703"/>
                  <a:gd name="connsiteX1695" fmla="*/ 2866813 w 4665133"/>
                  <a:gd name="connsiteY1695" fmla="*/ 4766734 h 4907703"/>
                  <a:gd name="connsiteX1696" fmla="*/ 2880783 w 4665133"/>
                  <a:gd name="connsiteY1696" fmla="*/ 4772237 h 4907703"/>
                  <a:gd name="connsiteX1697" fmla="*/ 2894754 w 4665133"/>
                  <a:gd name="connsiteY1697" fmla="*/ 4776470 h 4907703"/>
                  <a:gd name="connsiteX1698" fmla="*/ 2910417 w 4665133"/>
                  <a:gd name="connsiteY1698" fmla="*/ 4776470 h 4907703"/>
                  <a:gd name="connsiteX1699" fmla="*/ 2924387 w 4665133"/>
                  <a:gd name="connsiteY1699" fmla="*/ 4786207 h 4907703"/>
                  <a:gd name="connsiteX1700" fmla="*/ 2937933 w 4665133"/>
                  <a:gd name="connsiteY1700" fmla="*/ 4793403 h 4907703"/>
                  <a:gd name="connsiteX1701" fmla="*/ 2939626 w 4665133"/>
                  <a:gd name="connsiteY1701" fmla="*/ 4793403 h 4907703"/>
                  <a:gd name="connsiteX1702" fmla="*/ 2953174 w 4665133"/>
                  <a:gd name="connsiteY1702" fmla="*/ 4794674 h 4907703"/>
                  <a:gd name="connsiteX1703" fmla="*/ 2968837 w 4665133"/>
                  <a:gd name="connsiteY1703" fmla="*/ 4804410 h 4907703"/>
                  <a:gd name="connsiteX1704" fmla="*/ 2982807 w 4665133"/>
                  <a:gd name="connsiteY1704" fmla="*/ 4800177 h 4907703"/>
                  <a:gd name="connsiteX1705" fmla="*/ 2991274 w 4665133"/>
                  <a:gd name="connsiteY1705" fmla="*/ 4815417 h 4907703"/>
                  <a:gd name="connsiteX1706" fmla="*/ 3004820 w 4665133"/>
                  <a:gd name="connsiteY1706" fmla="*/ 4820920 h 4907703"/>
                  <a:gd name="connsiteX1707" fmla="*/ 3020483 w 4665133"/>
                  <a:gd name="connsiteY1707" fmla="*/ 4835313 h 4907703"/>
                  <a:gd name="connsiteX1708" fmla="*/ 3028950 w 4665133"/>
                  <a:gd name="connsiteY1708" fmla="*/ 4849284 h 4907703"/>
                  <a:gd name="connsiteX1709" fmla="*/ 3044191 w 4665133"/>
                  <a:gd name="connsiteY1709" fmla="*/ 4849284 h 4907703"/>
                  <a:gd name="connsiteX1710" fmla="*/ 3053926 w 4665133"/>
                  <a:gd name="connsiteY1710" fmla="*/ 4864524 h 4907703"/>
                  <a:gd name="connsiteX1711" fmla="*/ 3062393 w 4665133"/>
                  <a:gd name="connsiteY1711" fmla="*/ 4878494 h 4907703"/>
                  <a:gd name="connsiteX1712" fmla="*/ 3073400 w 4665133"/>
                  <a:gd name="connsiteY1712" fmla="*/ 4892463 h 4907703"/>
                  <a:gd name="connsiteX1713" fmla="*/ 3088641 w 4665133"/>
                  <a:gd name="connsiteY1713" fmla="*/ 4897967 h 4907703"/>
                  <a:gd name="connsiteX1714" fmla="*/ 3102610 w 4665133"/>
                  <a:gd name="connsiteY1714" fmla="*/ 4900507 h 4907703"/>
                  <a:gd name="connsiteX1715" fmla="*/ 3116580 w 4665133"/>
                  <a:gd name="connsiteY1715" fmla="*/ 4903470 h 4907703"/>
                  <a:gd name="connsiteX1716" fmla="*/ 3131820 w 4665133"/>
                  <a:gd name="connsiteY1716" fmla="*/ 4907703 h 4907703"/>
                  <a:gd name="connsiteX1717" fmla="*/ 3145791 w 4665133"/>
                  <a:gd name="connsiteY1717" fmla="*/ 4907703 h 4907703"/>
                  <a:gd name="connsiteX1718" fmla="*/ 3151293 w 4665133"/>
                  <a:gd name="connsiteY1718" fmla="*/ 4893734 h 4907703"/>
                  <a:gd name="connsiteX1719" fmla="*/ 3165687 w 4665133"/>
                  <a:gd name="connsiteY1719" fmla="*/ 4878494 h 4907703"/>
                  <a:gd name="connsiteX1720" fmla="*/ 3169497 w 4665133"/>
                  <a:gd name="connsiteY1720" fmla="*/ 4864524 h 4907703"/>
                  <a:gd name="connsiteX1721" fmla="*/ 3183467 w 4665133"/>
                  <a:gd name="connsiteY1721" fmla="*/ 4860290 h 4907703"/>
                  <a:gd name="connsiteX1722" fmla="*/ 3198707 w 4665133"/>
                  <a:gd name="connsiteY1722" fmla="*/ 4850553 h 4907703"/>
                  <a:gd name="connsiteX1723" fmla="*/ 3213100 w 4665133"/>
                  <a:gd name="connsiteY1723" fmla="*/ 4837853 h 4907703"/>
                  <a:gd name="connsiteX1724" fmla="*/ 3215641 w 4665133"/>
                  <a:gd name="connsiteY1724" fmla="*/ 4826847 h 4907703"/>
                  <a:gd name="connsiteX1725" fmla="*/ 3224107 w 4665133"/>
                  <a:gd name="connsiteY1725" fmla="*/ 4811607 h 4907703"/>
                  <a:gd name="connsiteX1726" fmla="*/ 3228341 w 4665133"/>
                  <a:gd name="connsiteY1726" fmla="*/ 4803140 h 4907703"/>
                  <a:gd name="connsiteX1727" fmla="*/ 3214370 w 4665133"/>
                  <a:gd name="connsiteY1727" fmla="*/ 4793403 h 4907703"/>
                  <a:gd name="connsiteX1728" fmla="*/ 3200400 w 4665133"/>
                  <a:gd name="connsiteY1728" fmla="*/ 4789170 h 4907703"/>
                  <a:gd name="connsiteX1729" fmla="*/ 3190663 w 4665133"/>
                  <a:gd name="connsiteY1729" fmla="*/ 4773507 h 4907703"/>
                  <a:gd name="connsiteX1730" fmla="*/ 3183467 w 4665133"/>
                  <a:gd name="connsiteY1730" fmla="*/ 4759960 h 4907703"/>
                  <a:gd name="connsiteX1731" fmla="*/ 3169497 w 4665133"/>
                  <a:gd name="connsiteY1731" fmla="*/ 4745990 h 4907703"/>
                  <a:gd name="connsiteX1732" fmla="*/ 3159760 w 4665133"/>
                  <a:gd name="connsiteY1732" fmla="*/ 4732020 h 4907703"/>
                  <a:gd name="connsiteX1733" fmla="*/ 3145791 w 4665133"/>
                  <a:gd name="connsiteY1733" fmla="*/ 4718050 h 4907703"/>
                  <a:gd name="connsiteX1734" fmla="*/ 3131820 w 4665133"/>
                  <a:gd name="connsiteY1734" fmla="*/ 4706620 h 4907703"/>
                  <a:gd name="connsiteX1735" fmla="*/ 3119543 w 4665133"/>
                  <a:gd name="connsiteY1735" fmla="*/ 4692650 h 4907703"/>
                  <a:gd name="connsiteX1736" fmla="*/ 3109383 w 4665133"/>
                  <a:gd name="connsiteY1736" fmla="*/ 4678680 h 4907703"/>
                  <a:gd name="connsiteX1737" fmla="*/ 3095837 w 4665133"/>
                  <a:gd name="connsiteY1737" fmla="*/ 4673177 h 4907703"/>
                  <a:gd name="connsiteX1738" fmla="*/ 3086100 w 4665133"/>
                  <a:gd name="connsiteY1738" fmla="*/ 4657937 h 4907703"/>
                  <a:gd name="connsiteX1739" fmla="*/ 3083137 w 4665133"/>
                  <a:gd name="connsiteY1739" fmla="*/ 4643967 h 4907703"/>
                  <a:gd name="connsiteX1740" fmla="*/ 3075941 w 4665133"/>
                  <a:gd name="connsiteY1740" fmla="*/ 4629997 h 4907703"/>
                  <a:gd name="connsiteX1741" fmla="*/ 3060700 w 4665133"/>
                  <a:gd name="connsiteY1741" fmla="*/ 4618990 h 4907703"/>
                  <a:gd name="connsiteX1742" fmla="*/ 3046730 w 4665133"/>
                  <a:gd name="connsiteY1742" fmla="*/ 4610524 h 4907703"/>
                  <a:gd name="connsiteX1743" fmla="*/ 3042497 w 4665133"/>
                  <a:gd name="connsiteY1743" fmla="*/ 4602057 h 4907703"/>
                  <a:gd name="connsiteX1744" fmla="*/ 3042497 w 4665133"/>
                  <a:gd name="connsiteY1744" fmla="*/ 4586817 h 4907703"/>
                  <a:gd name="connsiteX1745" fmla="*/ 3041226 w 4665133"/>
                  <a:gd name="connsiteY1745" fmla="*/ 4572847 h 4907703"/>
                  <a:gd name="connsiteX1746" fmla="*/ 3052233 w 4665133"/>
                  <a:gd name="connsiteY1746" fmla="*/ 4558877 h 4907703"/>
                  <a:gd name="connsiteX1747" fmla="*/ 3036993 w 4665133"/>
                  <a:gd name="connsiteY1747" fmla="*/ 4552103 h 4907703"/>
                  <a:gd name="connsiteX1748" fmla="*/ 3034030 w 4665133"/>
                  <a:gd name="connsiteY1748" fmla="*/ 4538134 h 4907703"/>
                  <a:gd name="connsiteX1749" fmla="*/ 3036993 w 4665133"/>
                  <a:gd name="connsiteY1749" fmla="*/ 4522470 h 4907703"/>
                  <a:gd name="connsiteX1750" fmla="*/ 3036993 w 4665133"/>
                  <a:gd name="connsiteY1750" fmla="*/ 4508500 h 4907703"/>
                  <a:gd name="connsiteX1751" fmla="*/ 3038687 w 4665133"/>
                  <a:gd name="connsiteY1751" fmla="*/ 4493260 h 4907703"/>
                  <a:gd name="connsiteX1752" fmla="*/ 3042497 w 4665133"/>
                  <a:gd name="connsiteY1752" fmla="*/ 4479290 h 4907703"/>
                  <a:gd name="connsiteX1753" fmla="*/ 3049693 w 4665133"/>
                  <a:gd name="connsiteY1753" fmla="*/ 4465320 h 4907703"/>
                  <a:gd name="connsiteX1754" fmla="*/ 3035724 w 4665133"/>
                  <a:gd name="connsiteY1754" fmla="*/ 4461087 h 4907703"/>
                  <a:gd name="connsiteX1755" fmla="*/ 3031491 w 4665133"/>
                  <a:gd name="connsiteY1755" fmla="*/ 4476750 h 4907703"/>
                  <a:gd name="connsiteX1756" fmla="*/ 3028950 w 4665133"/>
                  <a:gd name="connsiteY1756" fmla="*/ 4490720 h 4907703"/>
                  <a:gd name="connsiteX1757" fmla="*/ 3027257 w 4665133"/>
                  <a:gd name="connsiteY1757" fmla="*/ 4504267 h 4907703"/>
                  <a:gd name="connsiteX1758" fmla="*/ 3028950 w 4665133"/>
                  <a:gd name="connsiteY1758" fmla="*/ 4519930 h 4907703"/>
                  <a:gd name="connsiteX1759" fmla="*/ 3013287 w 4665133"/>
                  <a:gd name="connsiteY1759" fmla="*/ 4512734 h 4907703"/>
                  <a:gd name="connsiteX1760" fmla="*/ 3017943 w 4665133"/>
                  <a:gd name="connsiteY1760" fmla="*/ 4507230 h 4907703"/>
                  <a:gd name="connsiteX1761" fmla="*/ 3020483 w 4665133"/>
                  <a:gd name="connsiteY1761" fmla="*/ 4491990 h 4907703"/>
                  <a:gd name="connsiteX1762" fmla="*/ 3024717 w 4665133"/>
                  <a:gd name="connsiteY1762" fmla="*/ 4478020 h 4907703"/>
                  <a:gd name="connsiteX1763" fmla="*/ 3013287 w 4665133"/>
                  <a:gd name="connsiteY1763" fmla="*/ 4464050 h 4907703"/>
                  <a:gd name="connsiteX1764" fmla="*/ 3004820 w 4665133"/>
                  <a:gd name="connsiteY1764" fmla="*/ 4450080 h 4907703"/>
                  <a:gd name="connsiteX1765" fmla="*/ 2993813 w 4665133"/>
                  <a:gd name="connsiteY1765" fmla="*/ 4436110 h 4907703"/>
                  <a:gd name="connsiteX1766" fmla="*/ 2985770 w 4665133"/>
                  <a:gd name="connsiteY1766" fmla="*/ 4420870 h 4907703"/>
                  <a:gd name="connsiteX1767" fmla="*/ 2978574 w 4665133"/>
                  <a:gd name="connsiteY1767" fmla="*/ 4406900 h 4907703"/>
                  <a:gd name="connsiteX1768" fmla="*/ 2963333 w 4665133"/>
                  <a:gd name="connsiteY1768" fmla="*/ 4408170 h 4907703"/>
                  <a:gd name="connsiteX1769" fmla="*/ 2951904 w 4665133"/>
                  <a:gd name="connsiteY1769" fmla="*/ 4394200 h 4907703"/>
                  <a:gd name="connsiteX1770" fmla="*/ 2936663 w 4665133"/>
                  <a:gd name="connsiteY1770" fmla="*/ 4383194 h 4907703"/>
                  <a:gd name="connsiteX1771" fmla="*/ 2922693 w 4665133"/>
                  <a:gd name="connsiteY1771" fmla="*/ 4380230 h 4907703"/>
                  <a:gd name="connsiteX1772" fmla="*/ 2908724 w 4665133"/>
                  <a:gd name="connsiteY1772" fmla="*/ 4378960 h 4907703"/>
                  <a:gd name="connsiteX1773" fmla="*/ 2897717 w 4665133"/>
                  <a:gd name="connsiteY1773" fmla="*/ 4363720 h 4907703"/>
                  <a:gd name="connsiteX1774" fmla="*/ 2896024 w 4665133"/>
                  <a:gd name="connsiteY1774" fmla="*/ 4349750 h 4907703"/>
                  <a:gd name="connsiteX1775" fmla="*/ 2901526 w 4665133"/>
                  <a:gd name="connsiteY1775" fmla="*/ 4334087 h 4907703"/>
                  <a:gd name="connsiteX1776" fmla="*/ 2915920 w 4665133"/>
                  <a:gd name="connsiteY1776" fmla="*/ 4321810 h 4907703"/>
                  <a:gd name="connsiteX1777" fmla="*/ 2915920 w 4665133"/>
                  <a:gd name="connsiteY1777" fmla="*/ 4320117 h 4907703"/>
                  <a:gd name="connsiteX1778" fmla="*/ 2929467 w 4665133"/>
                  <a:gd name="connsiteY1778" fmla="*/ 4309110 h 4907703"/>
                  <a:gd name="connsiteX1779" fmla="*/ 2924387 w 4665133"/>
                  <a:gd name="connsiteY1779" fmla="*/ 4295140 h 4907703"/>
                  <a:gd name="connsiteX1780" fmla="*/ 2935393 w 4665133"/>
                  <a:gd name="connsiteY1780" fmla="*/ 4309110 h 4907703"/>
                  <a:gd name="connsiteX1781" fmla="*/ 2940897 w 4665133"/>
                  <a:gd name="connsiteY1781" fmla="*/ 4295140 h 4907703"/>
                  <a:gd name="connsiteX1782" fmla="*/ 2951904 w 4665133"/>
                  <a:gd name="connsiteY1782" fmla="*/ 4279900 h 4907703"/>
                  <a:gd name="connsiteX1783" fmla="*/ 2954867 w 4665133"/>
                  <a:gd name="connsiteY1783" fmla="*/ 4264660 h 4907703"/>
                  <a:gd name="connsiteX1784" fmla="*/ 2956137 w 4665133"/>
                  <a:gd name="connsiteY1784" fmla="*/ 4250690 h 4907703"/>
                  <a:gd name="connsiteX1785" fmla="*/ 2965874 w 4665133"/>
                  <a:gd name="connsiteY1785" fmla="*/ 4235027 h 4907703"/>
                  <a:gd name="connsiteX1786" fmla="*/ 2968837 w 4665133"/>
                  <a:gd name="connsiteY1786" fmla="*/ 4221480 h 4907703"/>
                  <a:gd name="connsiteX1787" fmla="*/ 2975610 w 4665133"/>
                  <a:gd name="connsiteY1787" fmla="*/ 4205817 h 4907703"/>
                  <a:gd name="connsiteX1788" fmla="*/ 2975610 w 4665133"/>
                  <a:gd name="connsiteY1788" fmla="*/ 4191847 h 4907703"/>
                  <a:gd name="connsiteX1789" fmla="*/ 2977304 w 4665133"/>
                  <a:gd name="connsiteY1789" fmla="*/ 4184650 h 4907703"/>
                  <a:gd name="connsiteX1790" fmla="*/ 2964604 w 4665133"/>
                  <a:gd name="connsiteY1790" fmla="*/ 4171104 h 4907703"/>
                  <a:gd name="connsiteX1791" fmla="*/ 2951904 w 4665133"/>
                  <a:gd name="connsiteY1791" fmla="*/ 4157134 h 4907703"/>
                  <a:gd name="connsiteX1792" fmla="*/ 2965874 w 4665133"/>
                  <a:gd name="connsiteY1792" fmla="*/ 4160097 h 4907703"/>
                  <a:gd name="connsiteX1793" fmla="*/ 2978574 w 4665133"/>
                  <a:gd name="connsiteY1793" fmla="*/ 4174067 h 4907703"/>
                  <a:gd name="connsiteX1794" fmla="*/ 2988310 w 4665133"/>
                  <a:gd name="connsiteY1794" fmla="*/ 4188037 h 4907703"/>
                  <a:gd name="connsiteX1795" fmla="*/ 2984076 w 4665133"/>
                  <a:gd name="connsiteY1795" fmla="*/ 4174067 h 4907703"/>
                  <a:gd name="connsiteX1796" fmla="*/ 2979843 w 4665133"/>
                  <a:gd name="connsiteY1796" fmla="*/ 4158404 h 4907703"/>
                  <a:gd name="connsiteX1797" fmla="*/ 2973070 w 4665133"/>
                  <a:gd name="connsiteY1797" fmla="*/ 4152900 h 4907703"/>
                  <a:gd name="connsiteX1798" fmla="*/ 2988310 w 4665133"/>
                  <a:gd name="connsiteY1798" fmla="*/ 4158404 h 4907703"/>
                  <a:gd name="connsiteX1799" fmla="*/ 3002280 w 4665133"/>
                  <a:gd name="connsiteY1799" fmla="*/ 4166870 h 4907703"/>
                  <a:gd name="connsiteX1800" fmla="*/ 3017943 w 4665133"/>
                  <a:gd name="connsiteY1800" fmla="*/ 4175337 h 4907703"/>
                  <a:gd name="connsiteX1801" fmla="*/ 3014557 w 4665133"/>
                  <a:gd name="connsiteY1801" fmla="*/ 4161367 h 4907703"/>
                  <a:gd name="connsiteX1802" fmla="*/ 3027257 w 4665133"/>
                  <a:gd name="connsiteY1802" fmla="*/ 4160097 h 4907703"/>
                  <a:gd name="connsiteX1803" fmla="*/ 3042497 w 4665133"/>
                  <a:gd name="connsiteY1803" fmla="*/ 4155863 h 4907703"/>
                  <a:gd name="connsiteX1804" fmla="*/ 3056891 w 4665133"/>
                  <a:gd name="connsiteY1804" fmla="*/ 4158404 h 4907703"/>
                  <a:gd name="connsiteX1805" fmla="*/ 3069167 w 4665133"/>
                  <a:gd name="connsiteY1805" fmla="*/ 4144434 h 4907703"/>
                  <a:gd name="connsiteX1806" fmla="*/ 3083137 w 4665133"/>
                  <a:gd name="connsiteY1806" fmla="*/ 4143163 h 4907703"/>
                  <a:gd name="connsiteX1807" fmla="*/ 3077633 w 4665133"/>
                  <a:gd name="connsiteY1807" fmla="*/ 4136390 h 4907703"/>
                  <a:gd name="connsiteX1808" fmla="*/ 3091604 w 4665133"/>
                  <a:gd name="connsiteY1808" fmla="*/ 4124960 h 4907703"/>
                  <a:gd name="connsiteX1809" fmla="*/ 3101341 w 4665133"/>
                  <a:gd name="connsiteY1809" fmla="*/ 4120727 h 4907703"/>
                  <a:gd name="connsiteX1810" fmla="*/ 3115310 w 4665133"/>
                  <a:gd name="connsiteY1810" fmla="*/ 4132157 h 4907703"/>
                  <a:gd name="connsiteX1811" fmla="*/ 3129280 w 4665133"/>
                  <a:gd name="connsiteY1811" fmla="*/ 4140200 h 4907703"/>
                  <a:gd name="connsiteX1812" fmla="*/ 3127587 w 4665133"/>
                  <a:gd name="connsiteY1812" fmla="*/ 4126230 h 4907703"/>
                  <a:gd name="connsiteX1813" fmla="*/ 3112347 w 4665133"/>
                  <a:gd name="connsiteY1813" fmla="*/ 4122420 h 4907703"/>
                  <a:gd name="connsiteX1814" fmla="*/ 3117850 w 4665133"/>
                  <a:gd name="connsiteY1814" fmla="*/ 4106757 h 4907703"/>
                  <a:gd name="connsiteX1815" fmla="*/ 3105574 w 4665133"/>
                  <a:gd name="connsiteY1815" fmla="*/ 4101254 h 4907703"/>
                  <a:gd name="connsiteX1816" fmla="*/ 3120813 w 4665133"/>
                  <a:gd name="connsiteY1816" fmla="*/ 4097020 h 4907703"/>
                  <a:gd name="connsiteX1817" fmla="*/ 3134783 w 4665133"/>
                  <a:gd name="connsiteY1817" fmla="*/ 4102523 h 4907703"/>
                  <a:gd name="connsiteX1818" fmla="*/ 3136054 w 4665133"/>
                  <a:gd name="connsiteY1818" fmla="*/ 4091517 h 4907703"/>
                  <a:gd name="connsiteX1819" fmla="*/ 3151293 w 4665133"/>
                  <a:gd name="connsiteY1819" fmla="*/ 4086013 h 4907703"/>
                  <a:gd name="connsiteX1820" fmla="*/ 3152987 w 4665133"/>
                  <a:gd name="connsiteY1820" fmla="*/ 4086013 h 4907703"/>
                  <a:gd name="connsiteX1821" fmla="*/ 3168226 w 4665133"/>
                  <a:gd name="connsiteY1821" fmla="*/ 4091517 h 4907703"/>
                  <a:gd name="connsiteX1822" fmla="*/ 3165687 w 4665133"/>
                  <a:gd name="connsiteY1822" fmla="*/ 4076277 h 4907703"/>
                  <a:gd name="connsiteX1823" fmla="*/ 3163993 w 4665133"/>
                  <a:gd name="connsiteY1823" fmla="*/ 4062307 h 4907703"/>
                  <a:gd name="connsiteX1824" fmla="*/ 3179657 w 4665133"/>
                  <a:gd name="connsiteY1824" fmla="*/ 4070773 h 4907703"/>
                  <a:gd name="connsiteX1825" fmla="*/ 3175000 w 4665133"/>
                  <a:gd name="connsiteY1825" fmla="*/ 4058073 h 4907703"/>
                  <a:gd name="connsiteX1826" fmla="*/ 3159760 w 4665133"/>
                  <a:gd name="connsiteY1826" fmla="*/ 4051300 h 4907703"/>
                  <a:gd name="connsiteX1827" fmla="*/ 3145791 w 4665133"/>
                  <a:gd name="connsiteY1827" fmla="*/ 4044104 h 4907703"/>
                  <a:gd name="connsiteX1828" fmla="*/ 3130550 w 4665133"/>
                  <a:gd name="connsiteY1828" fmla="*/ 4034367 h 4907703"/>
                  <a:gd name="connsiteX1829" fmla="*/ 3122083 w 4665133"/>
                  <a:gd name="connsiteY1829" fmla="*/ 4035637 h 4907703"/>
                  <a:gd name="connsiteX1830" fmla="*/ 3106843 w 4665133"/>
                  <a:gd name="connsiteY1830" fmla="*/ 4024630 h 4907703"/>
                  <a:gd name="connsiteX1831" fmla="*/ 3098376 w 4665133"/>
                  <a:gd name="connsiteY1831" fmla="*/ 4021667 h 4907703"/>
                  <a:gd name="connsiteX1832" fmla="*/ 3083137 w 4665133"/>
                  <a:gd name="connsiteY1832" fmla="*/ 4016163 h 4907703"/>
                  <a:gd name="connsiteX1833" fmla="*/ 3081867 w 4665133"/>
                  <a:gd name="connsiteY1833" fmla="*/ 4016163 h 4907703"/>
                  <a:gd name="connsiteX1834" fmla="*/ 3067897 w 4665133"/>
                  <a:gd name="connsiteY1834" fmla="*/ 4005157 h 4907703"/>
                  <a:gd name="connsiteX1835" fmla="*/ 3069167 w 4665133"/>
                  <a:gd name="connsiteY1835" fmla="*/ 4002193 h 4907703"/>
                  <a:gd name="connsiteX1836" fmla="*/ 3083137 w 4665133"/>
                  <a:gd name="connsiteY1836" fmla="*/ 3988223 h 4907703"/>
                  <a:gd name="connsiteX1837" fmla="*/ 3097107 w 4665133"/>
                  <a:gd name="connsiteY1837" fmla="*/ 3992457 h 4907703"/>
                  <a:gd name="connsiteX1838" fmla="*/ 3111076 w 4665133"/>
                  <a:gd name="connsiteY1838" fmla="*/ 4000923 h 4907703"/>
                  <a:gd name="connsiteX1839" fmla="*/ 3127587 w 4665133"/>
                  <a:gd name="connsiteY1839" fmla="*/ 3999654 h 4907703"/>
                  <a:gd name="connsiteX1840" fmla="*/ 3133513 w 4665133"/>
                  <a:gd name="connsiteY1840" fmla="*/ 3983990 h 4907703"/>
                  <a:gd name="connsiteX1841" fmla="*/ 3119543 w 4665133"/>
                  <a:gd name="connsiteY1841" fmla="*/ 3970020 h 4907703"/>
                  <a:gd name="connsiteX1842" fmla="*/ 3105574 w 4665133"/>
                  <a:gd name="connsiteY1842" fmla="*/ 3954780 h 4907703"/>
                  <a:gd name="connsiteX1843" fmla="*/ 3090333 w 4665133"/>
                  <a:gd name="connsiteY1843" fmla="*/ 3939540 h 4907703"/>
                  <a:gd name="connsiteX1844" fmla="*/ 3080597 w 4665133"/>
                  <a:gd name="connsiteY1844" fmla="*/ 3925570 h 4907703"/>
                  <a:gd name="connsiteX1845" fmla="*/ 3070437 w 4665133"/>
                  <a:gd name="connsiteY1845" fmla="*/ 3911600 h 4907703"/>
                  <a:gd name="connsiteX1846" fmla="*/ 3060700 w 4665133"/>
                  <a:gd name="connsiteY1846" fmla="*/ 3896360 h 4907703"/>
                  <a:gd name="connsiteX1847" fmla="*/ 3046730 w 4665133"/>
                  <a:gd name="connsiteY1847" fmla="*/ 3880697 h 4907703"/>
                  <a:gd name="connsiteX1848" fmla="*/ 3033183 w 4665133"/>
                  <a:gd name="connsiteY1848" fmla="*/ 3872654 h 4907703"/>
                  <a:gd name="connsiteX1849" fmla="*/ 3018791 w 4665133"/>
                  <a:gd name="connsiteY1849" fmla="*/ 3858684 h 4907703"/>
                  <a:gd name="connsiteX1850" fmla="*/ 3007783 w 4665133"/>
                  <a:gd name="connsiteY1850" fmla="*/ 3844713 h 4907703"/>
                  <a:gd name="connsiteX1851" fmla="*/ 2992543 w 4665133"/>
                  <a:gd name="connsiteY1851" fmla="*/ 3830743 h 4907703"/>
                  <a:gd name="connsiteX1852" fmla="*/ 2978574 w 4665133"/>
                  <a:gd name="connsiteY1852" fmla="*/ 3823547 h 4907703"/>
                  <a:gd name="connsiteX1853" fmla="*/ 2964604 w 4665133"/>
                  <a:gd name="connsiteY1853" fmla="*/ 3822277 h 4907703"/>
                  <a:gd name="connsiteX1854" fmla="*/ 2949363 w 4665133"/>
                  <a:gd name="connsiteY1854" fmla="*/ 3823547 h 4907703"/>
                  <a:gd name="connsiteX1855" fmla="*/ 2935393 w 4665133"/>
                  <a:gd name="connsiteY1855" fmla="*/ 3825240 h 4907703"/>
                  <a:gd name="connsiteX1856" fmla="*/ 2920154 w 4665133"/>
                  <a:gd name="connsiteY1856" fmla="*/ 3822277 h 4907703"/>
                  <a:gd name="connsiteX1857" fmla="*/ 2906183 w 4665133"/>
                  <a:gd name="connsiteY1857" fmla="*/ 3816773 h 4907703"/>
                  <a:gd name="connsiteX1858" fmla="*/ 2892213 w 4665133"/>
                  <a:gd name="connsiteY1858" fmla="*/ 3818043 h 4907703"/>
                  <a:gd name="connsiteX1859" fmla="*/ 2885017 w 4665133"/>
                  <a:gd name="connsiteY1859" fmla="*/ 3833707 h 4907703"/>
                  <a:gd name="connsiteX1860" fmla="*/ 2869776 w 4665133"/>
                  <a:gd name="connsiteY1860" fmla="*/ 3826510 h 4907703"/>
                  <a:gd name="connsiteX1861" fmla="*/ 2855807 w 4665133"/>
                  <a:gd name="connsiteY1861" fmla="*/ 3815504 h 4907703"/>
                  <a:gd name="connsiteX1862" fmla="*/ 2854537 w 4665133"/>
                  <a:gd name="connsiteY1862" fmla="*/ 3799840 h 4907703"/>
                  <a:gd name="connsiteX1863" fmla="*/ 2844376 w 4665133"/>
                  <a:gd name="connsiteY1863" fmla="*/ 3785870 h 4907703"/>
                  <a:gd name="connsiteX1864" fmla="*/ 2858770 w 4665133"/>
                  <a:gd name="connsiteY1864" fmla="*/ 3776134 h 4907703"/>
                  <a:gd name="connsiteX1865" fmla="*/ 2846070 w 4665133"/>
                  <a:gd name="connsiteY1865" fmla="*/ 3760893 h 4907703"/>
                  <a:gd name="connsiteX1866" fmla="*/ 2841837 w 4665133"/>
                  <a:gd name="connsiteY1866" fmla="*/ 3746923 h 4907703"/>
                  <a:gd name="connsiteX1867" fmla="*/ 2838874 w 4665133"/>
                  <a:gd name="connsiteY1867" fmla="*/ 3742690 h 4907703"/>
                  <a:gd name="connsiteX1868" fmla="*/ 2822363 w 4665133"/>
                  <a:gd name="connsiteY1868" fmla="*/ 3738457 h 4907703"/>
                  <a:gd name="connsiteX1869" fmla="*/ 2807124 w 4665133"/>
                  <a:gd name="connsiteY1869" fmla="*/ 3732954 h 4907703"/>
                  <a:gd name="connsiteX1870" fmla="*/ 2791460 w 4665133"/>
                  <a:gd name="connsiteY1870" fmla="*/ 3728720 h 4907703"/>
                  <a:gd name="connsiteX1871" fmla="*/ 2787226 w 4665133"/>
                  <a:gd name="connsiteY1871" fmla="*/ 3728720 h 4907703"/>
                  <a:gd name="connsiteX1872" fmla="*/ 2784687 w 4665133"/>
                  <a:gd name="connsiteY1872" fmla="*/ 3727450 h 4907703"/>
                  <a:gd name="connsiteX1873" fmla="*/ 2767754 w 4665133"/>
                  <a:gd name="connsiteY1873" fmla="*/ 3723217 h 4907703"/>
                  <a:gd name="connsiteX1874" fmla="*/ 2756747 w 4665133"/>
                  <a:gd name="connsiteY1874" fmla="*/ 3707977 h 4907703"/>
                  <a:gd name="connsiteX1875" fmla="*/ 2760980 w 4665133"/>
                  <a:gd name="connsiteY1875" fmla="*/ 3692737 h 4907703"/>
                  <a:gd name="connsiteX1876" fmla="*/ 2763520 w 4665133"/>
                  <a:gd name="connsiteY1876" fmla="*/ 3678767 h 4907703"/>
                  <a:gd name="connsiteX1877" fmla="*/ 2766483 w 4665133"/>
                  <a:gd name="connsiteY1877" fmla="*/ 3669030 h 4907703"/>
                  <a:gd name="connsiteX1878" fmla="*/ 2769447 w 4665133"/>
                  <a:gd name="connsiteY1878" fmla="*/ 3656330 h 4907703"/>
                  <a:gd name="connsiteX1879" fmla="*/ 2770717 w 4665133"/>
                  <a:gd name="connsiteY1879" fmla="*/ 3647863 h 4907703"/>
                  <a:gd name="connsiteX1880" fmla="*/ 2776220 w 4665133"/>
                  <a:gd name="connsiteY1880" fmla="*/ 3632623 h 4907703"/>
                  <a:gd name="connsiteX1881" fmla="*/ 2780454 w 4665133"/>
                  <a:gd name="connsiteY1881" fmla="*/ 3629660 h 4907703"/>
                  <a:gd name="connsiteX1882" fmla="*/ 2783417 w 4665133"/>
                  <a:gd name="connsiteY1882" fmla="*/ 3628390 h 4907703"/>
                  <a:gd name="connsiteX1883" fmla="*/ 2797387 w 4665133"/>
                  <a:gd name="connsiteY1883" fmla="*/ 3618654 h 4907703"/>
                  <a:gd name="connsiteX1884" fmla="*/ 2804160 w 4665133"/>
                  <a:gd name="connsiteY1884" fmla="*/ 3603413 h 4907703"/>
                  <a:gd name="connsiteX1885" fmla="*/ 2799926 w 4665133"/>
                  <a:gd name="connsiteY1885" fmla="*/ 3589443 h 4907703"/>
                  <a:gd name="connsiteX1886" fmla="*/ 2785957 w 4665133"/>
                  <a:gd name="connsiteY1886" fmla="*/ 3578013 h 4907703"/>
                  <a:gd name="connsiteX1887" fmla="*/ 2770717 w 4665133"/>
                  <a:gd name="connsiteY1887" fmla="*/ 3571240 h 4907703"/>
                  <a:gd name="connsiteX1888" fmla="*/ 2763520 w 4665133"/>
                  <a:gd name="connsiteY1888" fmla="*/ 3558540 h 4907703"/>
                  <a:gd name="connsiteX1889" fmla="*/ 2763520 w 4665133"/>
                  <a:gd name="connsiteY1889" fmla="*/ 3547534 h 4907703"/>
                  <a:gd name="connsiteX1890" fmla="*/ 2763520 w 4665133"/>
                  <a:gd name="connsiteY1890" fmla="*/ 3530600 h 4907703"/>
                  <a:gd name="connsiteX1891" fmla="*/ 2763520 w 4665133"/>
                  <a:gd name="connsiteY1891" fmla="*/ 3522557 h 4907703"/>
                  <a:gd name="connsiteX1892" fmla="*/ 2763520 w 4665133"/>
                  <a:gd name="connsiteY1892" fmla="*/ 3506893 h 4907703"/>
                  <a:gd name="connsiteX1893" fmla="*/ 2763520 w 4665133"/>
                  <a:gd name="connsiteY1893" fmla="*/ 3491654 h 4907703"/>
                  <a:gd name="connsiteX1894" fmla="*/ 2773257 w 4665133"/>
                  <a:gd name="connsiteY1894" fmla="*/ 3477684 h 4907703"/>
                  <a:gd name="connsiteX1895" fmla="*/ 2787226 w 4665133"/>
                  <a:gd name="connsiteY1895" fmla="*/ 3472180 h 4907703"/>
                  <a:gd name="connsiteX1896" fmla="*/ 2802891 w 4665133"/>
                  <a:gd name="connsiteY1896" fmla="*/ 3461173 h 4907703"/>
                  <a:gd name="connsiteX1897" fmla="*/ 2807124 w 4665133"/>
                  <a:gd name="connsiteY1897" fmla="*/ 3453977 h 4907703"/>
                  <a:gd name="connsiteX1898" fmla="*/ 2808393 w 4665133"/>
                  <a:gd name="connsiteY1898" fmla="*/ 3440007 h 4907703"/>
                  <a:gd name="connsiteX1899" fmla="*/ 2799926 w 4665133"/>
                  <a:gd name="connsiteY1899" fmla="*/ 3429000 h 4907703"/>
                  <a:gd name="connsiteX1900" fmla="*/ 2798657 w 4665133"/>
                  <a:gd name="connsiteY1900" fmla="*/ 3415030 h 4907703"/>
                  <a:gd name="connsiteX1901" fmla="*/ 2812626 w 4665133"/>
                  <a:gd name="connsiteY1901" fmla="*/ 3399367 h 4907703"/>
                  <a:gd name="connsiteX1902" fmla="*/ 2827867 w 4665133"/>
                  <a:gd name="connsiteY1902" fmla="*/ 3387090 h 4907703"/>
                  <a:gd name="connsiteX1903" fmla="*/ 2841837 w 4665133"/>
                  <a:gd name="connsiteY1903" fmla="*/ 3393863 h 4907703"/>
                  <a:gd name="connsiteX1904" fmla="*/ 2855807 w 4665133"/>
                  <a:gd name="connsiteY1904" fmla="*/ 3403600 h 4907703"/>
                  <a:gd name="connsiteX1905" fmla="*/ 2871047 w 4665133"/>
                  <a:gd name="connsiteY1905" fmla="*/ 3415030 h 4907703"/>
                  <a:gd name="connsiteX1906" fmla="*/ 2885017 w 4665133"/>
                  <a:gd name="connsiteY1906" fmla="*/ 3426037 h 4907703"/>
                  <a:gd name="connsiteX1907" fmla="*/ 2894754 w 4665133"/>
                  <a:gd name="connsiteY1907" fmla="*/ 3434504 h 4907703"/>
                  <a:gd name="connsiteX1908" fmla="*/ 2908724 w 4665133"/>
                  <a:gd name="connsiteY1908" fmla="*/ 3447204 h 4907703"/>
                  <a:gd name="connsiteX1909" fmla="*/ 2915920 w 4665133"/>
                  <a:gd name="connsiteY1909" fmla="*/ 3461173 h 4907703"/>
                  <a:gd name="connsiteX1910" fmla="*/ 2926926 w 4665133"/>
                  <a:gd name="connsiteY1910" fmla="*/ 3470910 h 4907703"/>
                  <a:gd name="connsiteX1911" fmla="*/ 2940897 w 4665133"/>
                  <a:gd name="connsiteY1911" fmla="*/ 3481917 h 4907703"/>
                  <a:gd name="connsiteX1912" fmla="*/ 2954867 w 4665133"/>
                  <a:gd name="connsiteY1912" fmla="*/ 3487420 h 4907703"/>
                  <a:gd name="connsiteX1913" fmla="*/ 2968837 w 4665133"/>
                  <a:gd name="connsiteY1913" fmla="*/ 3484880 h 4907703"/>
                  <a:gd name="connsiteX1914" fmla="*/ 2984076 w 4665133"/>
                  <a:gd name="connsiteY1914" fmla="*/ 3479377 h 4907703"/>
                  <a:gd name="connsiteX1915" fmla="*/ 2995507 w 4665133"/>
                  <a:gd name="connsiteY1915" fmla="*/ 3473450 h 4907703"/>
                  <a:gd name="connsiteX1916" fmla="*/ 3010747 w 4665133"/>
                  <a:gd name="connsiteY1916" fmla="*/ 3461173 h 4907703"/>
                  <a:gd name="connsiteX1917" fmla="*/ 3013287 w 4665133"/>
                  <a:gd name="connsiteY1917" fmla="*/ 3455247 h 4907703"/>
                  <a:gd name="connsiteX1918" fmla="*/ 3009054 w 4665133"/>
                  <a:gd name="connsiteY1918" fmla="*/ 3448473 h 4907703"/>
                  <a:gd name="connsiteX1919" fmla="*/ 2995507 w 4665133"/>
                  <a:gd name="connsiteY1919" fmla="*/ 3435773 h 4907703"/>
                  <a:gd name="connsiteX1920" fmla="*/ 2987041 w 4665133"/>
                  <a:gd name="connsiteY1920" fmla="*/ 3421804 h 4907703"/>
                  <a:gd name="connsiteX1921" fmla="*/ 2978574 w 4665133"/>
                  <a:gd name="connsiteY1921" fmla="*/ 3407834 h 4907703"/>
                  <a:gd name="connsiteX1922" fmla="*/ 2973070 w 4665133"/>
                  <a:gd name="connsiteY1922" fmla="*/ 3393863 h 4907703"/>
                  <a:gd name="connsiteX1923" fmla="*/ 2967567 w 4665133"/>
                  <a:gd name="connsiteY1923" fmla="*/ 3378623 h 4907703"/>
                  <a:gd name="connsiteX1924" fmla="*/ 2964604 w 4665133"/>
                  <a:gd name="connsiteY1924" fmla="*/ 3364654 h 4907703"/>
                  <a:gd name="connsiteX1925" fmla="*/ 2950633 w 4665133"/>
                  <a:gd name="connsiteY1925" fmla="*/ 3356610 h 4907703"/>
                  <a:gd name="connsiteX1926" fmla="*/ 2965874 w 4665133"/>
                  <a:gd name="connsiteY1926" fmla="*/ 3360420 h 4907703"/>
                  <a:gd name="connsiteX1927" fmla="*/ 2979843 w 4665133"/>
                  <a:gd name="connsiteY1927" fmla="*/ 3364654 h 4907703"/>
                  <a:gd name="connsiteX1928" fmla="*/ 2993813 w 4665133"/>
                  <a:gd name="connsiteY1928" fmla="*/ 3357880 h 4907703"/>
                  <a:gd name="connsiteX1929" fmla="*/ 3009054 w 4665133"/>
                  <a:gd name="connsiteY1929" fmla="*/ 3345180 h 4907703"/>
                  <a:gd name="connsiteX1930" fmla="*/ 3023024 w 4665133"/>
                  <a:gd name="connsiteY1930" fmla="*/ 3332904 h 4907703"/>
                  <a:gd name="connsiteX1931" fmla="*/ 3036993 w 4665133"/>
                  <a:gd name="connsiteY1931" fmla="*/ 3329940 h 4907703"/>
                  <a:gd name="connsiteX1932" fmla="*/ 3049693 w 4665133"/>
                  <a:gd name="connsiteY1932" fmla="*/ 3315970 h 4907703"/>
                  <a:gd name="connsiteX1933" fmla="*/ 3036993 w 4665133"/>
                  <a:gd name="connsiteY1933" fmla="*/ 3300730 h 4907703"/>
                  <a:gd name="connsiteX1934" fmla="*/ 3039957 w 4665133"/>
                  <a:gd name="connsiteY1934" fmla="*/ 3286760 h 4907703"/>
                  <a:gd name="connsiteX1935" fmla="*/ 3053926 w 4665133"/>
                  <a:gd name="connsiteY1935" fmla="*/ 3282527 h 4907703"/>
                  <a:gd name="connsiteX1936" fmla="*/ 3067897 w 4665133"/>
                  <a:gd name="connsiteY1936" fmla="*/ 3282527 h 4907703"/>
                  <a:gd name="connsiteX1937" fmla="*/ 3083137 w 4665133"/>
                  <a:gd name="connsiteY1937" fmla="*/ 3282527 h 4907703"/>
                  <a:gd name="connsiteX1938" fmla="*/ 3098376 w 4665133"/>
                  <a:gd name="connsiteY1938" fmla="*/ 3269827 h 4907703"/>
                  <a:gd name="connsiteX1939" fmla="*/ 3101341 w 4665133"/>
                  <a:gd name="connsiteY1939" fmla="*/ 3266863 h 4907703"/>
                  <a:gd name="connsiteX1940" fmla="*/ 3108537 w 4665133"/>
                  <a:gd name="connsiteY1940" fmla="*/ 3261360 h 4907703"/>
                  <a:gd name="connsiteX1941" fmla="*/ 3122083 w 4665133"/>
                  <a:gd name="connsiteY1941" fmla="*/ 3258820 h 4907703"/>
                  <a:gd name="connsiteX1942" fmla="*/ 3136054 w 4665133"/>
                  <a:gd name="connsiteY1942" fmla="*/ 3255857 h 4907703"/>
                  <a:gd name="connsiteX1943" fmla="*/ 3150024 w 4665133"/>
                  <a:gd name="connsiteY1943" fmla="*/ 3249084 h 4907703"/>
                  <a:gd name="connsiteX1944" fmla="*/ 3152987 w 4665133"/>
                  <a:gd name="connsiteY1944" fmla="*/ 3235113 h 4907703"/>
                  <a:gd name="connsiteX1945" fmla="*/ 3166957 w 4665133"/>
                  <a:gd name="connsiteY1945" fmla="*/ 3225377 h 4907703"/>
                  <a:gd name="connsiteX1946" fmla="*/ 3165687 w 4665133"/>
                  <a:gd name="connsiteY1946" fmla="*/ 3211407 h 4907703"/>
                  <a:gd name="connsiteX1947" fmla="*/ 3169497 w 4665133"/>
                  <a:gd name="connsiteY1947" fmla="*/ 3196167 h 4907703"/>
                  <a:gd name="connsiteX1948" fmla="*/ 3183467 w 4665133"/>
                  <a:gd name="connsiteY1948" fmla="*/ 3198707 h 4907703"/>
                  <a:gd name="connsiteX1949" fmla="*/ 3197437 w 4665133"/>
                  <a:gd name="connsiteY1949" fmla="*/ 3204210 h 4907703"/>
                  <a:gd name="connsiteX1950" fmla="*/ 3191933 w 4665133"/>
                  <a:gd name="connsiteY1950" fmla="*/ 3190240 h 4907703"/>
                  <a:gd name="connsiteX1951" fmla="*/ 3186430 w 4665133"/>
                  <a:gd name="connsiteY1951" fmla="*/ 3176270 h 4907703"/>
                  <a:gd name="connsiteX1952" fmla="*/ 3200400 w 4665133"/>
                  <a:gd name="connsiteY1952" fmla="*/ 3180504 h 4907703"/>
                  <a:gd name="connsiteX1953" fmla="*/ 3215641 w 4665133"/>
                  <a:gd name="connsiteY1953" fmla="*/ 3188970 h 4907703"/>
                  <a:gd name="connsiteX1954" fmla="*/ 3221143 w 4665133"/>
                  <a:gd name="connsiteY1954" fmla="*/ 3188970 h 4907703"/>
                  <a:gd name="connsiteX1955" fmla="*/ 3235113 w 4665133"/>
                  <a:gd name="connsiteY1955" fmla="*/ 3188970 h 4907703"/>
                  <a:gd name="connsiteX1956" fmla="*/ 3250776 w 4665133"/>
                  <a:gd name="connsiteY1956" fmla="*/ 3187700 h 4907703"/>
                  <a:gd name="connsiteX1957" fmla="*/ 3264747 w 4665133"/>
                  <a:gd name="connsiteY1957" fmla="*/ 3196167 h 4907703"/>
                  <a:gd name="connsiteX1958" fmla="*/ 3264747 w 4665133"/>
                  <a:gd name="connsiteY1958" fmla="*/ 3210137 h 4907703"/>
                  <a:gd name="connsiteX1959" fmla="*/ 3278293 w 4665133"/>
                  <a:gd name="connsiteY1959" fmla="*/ 3223684 h 4907703"/>
                  <a:gd name="connsiteX1960" fmla="*/ 3288030 w 4665133"/>
                  <a:gd name="connsiteY1960" fmla="*/ 3221143 h 4907703"/>
                  <a:gd name="connsiteX1961" fmla="*/ 3302424 w 4665133"/>
                  <a:gd name="connsiteY1961" fmla="*/ 3212677 h 4907703"/>
                  <a:gd name="connsiteX1962" fmla="*/ 3315970 w 4665133"/>
                  <a:gd name="connsiteY1962" fmla="*/ 3225377 h 4907703"/>
                  <a:gd name="connsiteX1963" fmla="*/ 3324437 w 4665133"/>
                  <a:gd name="connsiteY1963" fmla="*/ 3211407 h 4907703"/>
                  <a:gd name="connsiteX1964" fmla="*/ 3326130 w 4665133"/>
                  <a:gd name="connsiteY1964" fmla="*/ 3197437 h 4907703"/>
                  <a:gd name="connsiteX1965" fmla="*/ 3341370 w 4665133"/>
                  <a:gd name="connsiteY1965" fmla="*/ 3190240 h 4907703"/>
                  <a:gd name="connsiteX1966" fmla="*/ 3356610 w 4665133"/>
                  <a:gd name="connsiteY1966" fmla="*/ 3193204 h 4907703"/>
                  <a:gd name="connsiteX1967" fmla="*/ 3371850 w 4665133"/>
                  <a:gd name="connsiteY1967" fmla="*/ 3182197 h 4907703"/>
                  <a:gd name="connsiteX1968" fmla="*/ 3385820 w 4665133"/>
                  <a:gd name="connsiteY1968" fmla="*/ 3173730 h 4907703"/>
                  <a:gd name="connsiteX1969" fmla="*/ 3393017 w 4665133"/>
                  <a:gd name="connsiteY1969" fmla="*/ 3188970 h 4907703"/>
                  <a:gd name="connsiteX1970" fmla="*/ 3406563 w 4665133"/>
                  <a:gd name="connsiteY1970" fmla="*/ 3202940 h 4907703"/>
                  <a:gd name="connsiteX1971" fmla="*/ 3415030 w 4665133"/>
                  <a:gd name="connsiteY1971" fmla="*/ 3216910 h 4907703"/>
                  <a:gd name="connsiteX1972" fmla="*/ 3417993 w 4665133"/>
                  <a:gd name="connsiteY1972" fmla="*/ 3219873 h 4907703"/>
                  <a:gd name="connsiteX1973" fmla="*/ 3427730 w 4665133"/>
                  <a:gd name="connsiteY1973" fmla="*/ 3225377 h 4907703"/>
                  <a:gd name="connsiteX1974" fmla="*/ 3442970 w 4665133"/>
                  <a:gd name="connsiteY1974" fmla="*/ 3223684 h 4907703"/>
                  <a:gd name="connsiteX1975" fmla="*/ 3458210 w 4665133"/>
                  <a:gd name="connsiteY1975" fmla="*/ 3221143 h 4907703"/>
                  <a:gd name="connsiteX1976" fmla="*/ 3472180 w 4665133"/>
                  <a:gd name="connsiteY1976" fmla="*/ 3226647 h 4907703"/>
                  <a:gd name="connsiteX1977" fmla="*/ 3480647 w 4665133"/>
                  <a:gd name="connsiteY1977" fmla="*/ 3222413 h 4907703"/>
                  <a:gd name="connsiteX1978" fmla="*/ 3495887 w 4665133"/>
                  <a:gd name="connsiteY1978" fmla="*/ 3222413 h 4907703"/>
                  <a:gd name="connsiteX1979" fmla="*/ 3511550 w 4665133"/>
                  <a:gd name="connsiteY1979" fmla="*/ 3219873 h 4907703"/>
                  <a:gd name="connsiteX1980" fmla="*/ 3523826 w 4665133"/>
                  <a:gd name="connsiteY1980" fmla="*/ 3219873 h 4907703"/>
                  <a:gd name="connsiteX1981" fmla="*/ 3526791 w 4665133"/>
                  <a:gd name="connsiteY1981" fmla="*/ 3219873 h 4907703"/>
                  <a:gd name="connsiteX1982" fmla="*/ 3540760 w 4665133"/>
                  <a:gd name="connsiteY1982" fmla="*/ 3226647 h 4907703"/>
                  <a:gd name="connsiteX1983" fmla="*/ 3556000 w 4665133"/>
                  <a:gd name="connsiteY1983" fmla="*/ 3230880 h 4907703"/>
                  <a:gd name="connsiteX1984" fmla="*/ 3565737 w 4665133"/>
                  <a:gd name="connsiteY1984" fmla="*/ 3246120 h 4907703"/>
                  <a:gd name="connsiteX1985" fmla="*/ 3575474 w 4665133"/>
                  <a:gd name="connsiteY1985" fmla="*/ 3260090 h 4907703"/>
                  <a:gd name="connsiteX1986" fmla="*/ 3589443 w 4665133"/>
                  <a:gd name="connsiteY1986" fmla="*/ 3265593 h 4907703"/>
                  <a:gd name="connsiteX1987" fmla="*/ 3603413 w 4665133"/>
                  <a:gd name="connsiteY1987" fmla="*/ 3268557 h 4907703"/>
                  <a:gd name="connsiteX1988" fmla="*/ 3618654 w 4665133"/>
                  <a:gd name="connsiteY1988" fmla="*/ 3271097 h 4907703"/>
                  <a:gd name="connsiteX1989" fmla="*/ 3632624 w 4665133"/>
                  <a:gd name="connsiteY1989" fmla="*/ 3281257 h 4907703"/>
                  <a:gd name="connsiteX1990" fmla="*/ 3634317 w 4665133"/>
                  <a:gd name="connsiteY1990" fmla="*/ 3281257 h 4907703"/>
                  <a:gd name="connsiteX1991" fmla="*/ 3644054 w 4665133"/>
                  <a:gd name="connsiteY1991" fmla="*/ 3289300 h 4907703"/>
                  <a:gd name="connsiteX1992" fmla="*/ 3655060 w 4665133"/>
                  <a:gd name="connsiteY1992" fmla="*/ 3304963 h 4907703"/>
                  <a:gd name="connsiteX1993" fmla="*/ 3669030 w 4665133"/>
                  <a:gd name="connsiteY1993" fmla="*/ 3314700 h 4907703"/>
                  <a:gd name="connsiteX1994" fmla="*/ 3683000 w 4665133"/>
                  <a:gd name="connsiteY1994" fmla="*/ 3317240 h 4907703"/>
                  <a:gd name="connsiteX1995" fmla="*/ 3698241 w 4665133"/>
                  <a:gd name="connsiteY1995" fmla="*/ 3322743 h 4907703"/>
                  <a:gd name="connsiteX1996" fmla="*/ 3692737 w 4665133"/>
                  <a:gd name="connsiteY1996" fmla="*/ 3337984 h 4907703"/>
                  <a:gd name="connsiteX1997" fmla="*/ 3695700 w 4665133"/>
                  <a:gd name="connsiteY1997" fmla="*/ 3352377 h 4907703"/>
                  <a:gd name="connsiteX1998" fmla="*/ 3698241 w 4665133"/>
                  <a:gd name="connsiteY1998" fmla="*/ 3366347 h 4907703"/>
                  <a:gd name="connsiteX1999" fmla="*/ 3712210 w 4665133"/>
                  <a:gd name="connsiteY1999" fmla="*/ 3376084 h 4907703"/>
                  <a:gd name="connsiteX2000" fmla="*/ 3713480 w 4665133"/>
                  <a:gd name="connsiteY2000" fmla="*/ 3376084 h 4907703"/>
                  <a:gd name="connsiteX2001" fmla="*/ 3727450 w 4665133"/>
                  <a:gd name="connsiteY2001" fmla="*/ 3368887 h 4907703"/>
                  <a:gd name="connsiteX2002" fmla="*/ 3729143 w 4665133"/>
                  <a:gd name="connsiteY2002" fmla="*/ 3354917 h 4907703"/>
                  <a:gd name="connsiteX2003" fmla="*/ 3721947 w 4665133"/>
                  <a:gd name="connsiteY2003" fmla="*/ 3340947 h 4907703"/>
                  <a:gd name="connsiteX2004" fmla="*/ 3718983 w 4665133"/>
                  <a:gd name="connsiteY2004" fmla="*/ 3325707 h 4907703"/>
                  <a:gd name="connsiteX2005" fmla="*/ 3704167 w 4665133"/>
                  <a:gd name="connsiteY2005" fmla="*/ 3313007 h 4907703"/>
                  <a:gd name="connsiteX2006" fmla="*/ 3696970 w 4665133"/>
                  <a:gd name="connsiteY2006" fmla="*/ 3299037 h 4907703"/>
                  <a:gd name="connsiteX2007" fmla="*/ 3712210 w 4665133"/>
                  <a:gd name="connsiteY2007" fmla="*/ 3293534 h 4907703"/>
                  <a:gd name="connsiteX2008" fmla="*/ 3726180 w 4665133"/>
                  <a:gd name="connsiteY2008" fmla="*/ 3300730 h 4907703"/>
                  <a:gd name="connsiteX2009" fmla="*/ 3741420 w 4665133"/>
                  <a:gd name="connsiteY2009" fmla="*/ 3307504 h 4907703"/>
                  <a:gd name="connsiteX2010" fmla="*/ 3752850 w 4665133"/>
                  <a:gd name="connsiteY2010" fmla="*/ 3314700 h 4907703"/>
                  <a:gd name="connsiteX2011" fmla="*/ 3759624 w 4665133"/>
                  <a:gd name="connsiteY2011" fmla="*/ 3315970 h 4907703"/>
                  <a:gd name="connsiteX2012" fmla="*/ 3773593 w 4665133"/>
                  <a:gd name="connsiteY2012" fmla="*/ 3329940 h 4907703"/>
                  <a:gd name="connsiteX2013" fmla="*/ 3789257 w 4665133"/>
                  <a:gd name="connsiteY2013" fmla="*/ 3337984 h 4907703"/>
                  <a:gd name="connsiteX2014" fmla="*/ 3802804 w 4665133"/>
                  <a:gd name="connsiteY2014" fmla="*/ 3348143 h 4907703"/>
                  <a:gd name="connsiteX2015" fmla="*/ 3816774 w 4665133"/>
                  <a:gd name="connsiteY2015" fmla="*/ 3356610 h 4907703"/>
                  <a:gd name="connsiteX2016" fmla="*/ 3832437 w 4665133"/>
                  <a:gd name="connsiteY2016" fmla="*/ 3353647 h 4907703"/>
                  <a:gd name="connsiteX2017" fmla="*/ 3846407 w 4665133"/>
                  <a:gd name="connsiteY2017" fmla="*/ 3364654 h 4907703"/>
                  <a:gd name="connsiteX2018" fmla="*/ 3861647 w 4665133"/>
                  <a:gd name="connsiteY2018" fmla="*/ 3374390 h 4907703"/>
                  <a:gd name="connsiteX2019" fmla="*/ 3875617 w 4665133"/>
                  <a:gd name="connsiteY2019" fmla="*/ 3363384 h 4907703"/>
                  <a:gd name="connsiteX2020" fmla="*/ 3889587 w 4665133"/>
                  <a:gd name="connsiteY2020" fmla="*/ 3357880 h 4907703"/>
                  <a:gd name="connsiteX2021" fmla="*/ 3903557 w 4665133"/>
                  <a:gd name="connsiteY2021" fmla="*/ 3345180 h 4907703"/>
                  <a:gd name="connsiteX2022" fmla="*/ 3907367 w 4665133"/>
                  <a:gd name="connsiteY2022" fmla="*/ 3331210 h 4907703"/>
                  <a:gd name="connsiteX2023" fmla="*/ 3907367 w 4665133"/>
                  <a:gd name="connsiteY2023" fmla="*/ 3325707 h 4907703"/>
                  <a:gd name="connsiteX2024" fmla="*/ 3921760 w 4665133"/>
                  <a:gd name="connsiteY2024" fmla="*/ 3315970 h 4907703"/>
                  <a:gd name="connsiteX2025" fmla="*/ 3935307 w 4665133"/>
                  <a:gd name="connsiteY2025" fmla="*/ 3306234 h 4907703"/>
                  <a:gd name="connsiteX2026" fmla="*/ 3938270 w 4665133"/>
                  <a:gd name="connsiteY2026" fmla="*/ 3290993 h 4907703"/>
                  <a:gd name="connsiteX2027" fmla="*/ 3953510 w 4665133"/>
                  <a:gd name="connsiteY2027" fmla="*/ 3293534 h 4907703"/>
                  <a:gd name="connsiteX2028" fmla="*/ 3967480 w 4665133"/>
                  <a:gd name="connsiteY2028" fmla="*/ 3302000 h 4907703"/>
                  <a:gd name="connsiteX2029" fmla="*/ 3971713 w 4665133"/>
                  <a:gd name="connsiteY2029" fmla="*/ 3288030 h 4907703"/>
                  <a:gd name="connsiteX2030" fmla="*/ 3987376 w 4665133"/>
                  <a:gd name="connsiteY2030" fmla="*/ 3289300 h 4907703"/>
                  <a:gd name="connsiteX2031" fmla="*/ 4000924 w 4665133"/>
                  <a:gd name="connsiteY2031" fmla="*/ 3288030 h 4907703"/>
                  <a:gd name="connsiteX2032" fmla="*/ 4014893 w 4665133"/>
                  <a:gd name="connsiteY2032" fmla="*/ 3288030 h 4907703"/>
                  <a:gd name="connsiteX2033" fmla="*/ 4028863 w 4665133"/>
                  <a:gd name="connsiteY2033" fmla="*/ 3282527 h 4907703"/>
                  <a:gd name="connsiteX2034" fmla="*/ 4037330 w 4665133"/>
                  <a:gd name="connsiteY2034" fmla="*/ 3296497 h 4907703"/>
                  <a:gd name="connsiteX2035" fmla="*/ 4052570 w 4665133"/>
                  <a:gd name="connsiteY2035" fmla="*/ 3303270 h 4907703"/>
                  <a:gd name="connsiteX2036" fmla="*/ 4065270 w 4665133"/>
                  <a:gd name="connsiteY2036" fmla="*/ 3317240 h 4907703"/>
                  <a:gd name="connsiteX2037" fmla="*/ 4079241 w 4665133"/>
                  <a:gd name="connsiteY2037" fmla="*/ 3321473 h 4907703"/>
                  <a:gd name="connsiteX2038" fmla="*/ 4080510 w 4665133"/>
                  <a:gd name="connsiteY2038" fmla="*/ 3321473 h 4907703"/>
                  <a:gd name="connsiteX2039" fmla="*/ 4094480 w 4665133"/>
                  <a:gd name="connsiteY2039" fmla="*/ 3311737 h 4907703"/>
                  <a:gd name="connsiteX2040" fmla="*/ 4108450 w 4665133"/>
                  <a:gd name="connsiteY2040" fmla="*/ 3314700 h 4907703"/>
                  <a:gd name="connsiteX2041" fmla="*/ 4107180 w 4665133"/>
                  <a:gd name="connsiteY2041" fmla="*/ 3299037 h 4907703"/>
                  <a:gd name="connsiteX2042" fmla="*/ 4102947 w 4665133"/>
                  <a:gd name="connsiteY2042" fmla="*/ 3285067 h 4907703"/>
                  <a:gd name="connsiteX2043" fmla="*/ 4107180 w 4665133"/>
                  <a:gd name="connsiteY2043" fmla="*/ 3281257 h 4907703"/>
                  <a:gd name="connsiteX2044" fmla="*/ 4120726 w 4665133"/>
                  <a:gd name="connsiteY2044" fmla="*/ 3283797 h 4907703"/>
                  <a:gd name="connsiteX2045" fmla="*/ 4135120 w 4665133"/>
                  <a:gd name="connsiteY2045" fmla="*/ 3286760 h 4907703"/>
                  <a:gd name="connsiteX2046" fmla="*/ 4149091 w 4665133"/>
                  <a:gd name="connsiteY2046" fmla="*/ 3289300 h 4907703"/>
                  <a:gd name="connsiteX2047" fmla="*/ 4164330 w 4665133"/>
                  <a:gd name="connsiteY2047" fmla="*/ 3278293 h 4907703"/>
                  <a:gd name="connsiteX2048" fmla="*/ 4174067 w 4665133"/>
                  <a:gd name="connsiteY2048" fmla="*/ 3274060 h 4907703"/>
                  <a:gd name="connsiteX2049" fmla="*/ 4189307 w 4665133"/>
                  <a:gd name="connsiteY2049" fmla="*/ 3288030 h 4907703"/>
                  <a:gd name="connsiteX2050" fmla="*/ 4195234 w 4665133"/>
                  <a:gd name="connsiteY2050" fmla="*/ 3288030 h 4907703"/>
                  <a:gd name="connsiteX2051" fmla="*/ 4197774 w 4665133"/>
                  <a:gd name="connsiteY2051" fmla="*/ 3288030 h 4907703"/>
                  <a:gd name="connsiteX2052" fmla="*/ 4213013 w 4665133"/>
                  <a:gd name="connsiteY2052" fmla="*/ 3292263 h 4907703"/>
                  <a:gd name="connsiteX2053" fmla="*/ 4217247 w 4665133"/>
                  <a:gd name="connsiteY2053" fmla="*/ 3306234 h 4907703"/>
                  <a:gd name="connsiteX2054" fmla="*/ 4220210 w 4665133"/>
                  <a:gd name="connsiteY2054" fmla="*/ 3321473 h 4907703"/>
                  <a:gd name="connsiteX2055" fmla="*/ 4234180 w 4665133"/>
                  <a:gd name="connsiteY2055" fmla="*/ 3332904 h 4907703"/>
                  <a:gd name="connsiteX2056" fmla="*/ 4248150 w 4665133"/>
                  <a:gd name="connsiteY2056" fmla="*/ 3334173 h 4907703"/>
                  <a:gd name="connsiteX2057" fmla="*/ 4263391 w 4665133"/>
                  <a:gd name="connsiteY2057" fmla="*/ 3346450 h 4907703"/>
                  <a:gd name="connsiteX2058" fmla="*/ 4277360 w 4665133"/>
                  <a:gd name="connsiteY2058" fmla="*/ 3350684 h 4907703"/>
                  <a:gd name="connsiteX2059" fmla="*/ 4284134 w 4665133"/>
                  <a:gd name="connsiteY2059" fmla="*/ 3350684 h 4907703"/>
                  <a:gd name="connsiteX2060" fmla="*/ 4298104 w 4665133"/>
                  <a:gd name="connsiteY2060" fmla="*/ 3353647 h 4907703"/>
                  <a:gd name="connsiteX2061" fmla="*/ 4312074 w 4665133"/>
                  <a:gd name="connsiteY2061" fmla="*/ 3353647 h 4907703"/>
                  <a:gd name="connsiteX2062" fmla="*/ 4327737 w 4665133"/>
                  <a:gd name="connsiteY2062" fmla="*/ 3359150 h 4907703"/>
                  <a:gd name="connsiteX2063" fmla="*/ 4341707 w 4665133"/>
                  <a:gd name="connsiteY2063" fmla="*/ 3359150 h 4907703"/>
                  <a:gd name="connsiteX2064" fmla="*/ 4356947 w 4665133"/>
                  <a:gd name="connsiteY2064" fmla="*/ 3364654 h 4907703"/>
                  <a:gd name="connsiteX2065" fmla="*/ 4352713 w 4665133"/>
                  <a:gd name="connsiteY2065" fmla="*/ 3378623 h 4907703"/>
                  <a:gd name="connsiteX2066" fmla="*/ 4366684 w 4665133"/>
                  <a:gd name="connsiteY2066" fmla="*/ 3377354 h 4907703"/>
                  <a:gd name="connsiteX2067" fmla="*/ 4380654 w 4665133"/>
                  <a:gd name="connsiteY2067" fmla="*/ 3374390 h 4907703"/>
                  <a:gd name="connsiteX2068" fmla="*/ 4394624 w 4665133"/>
                  <a:gd name="connsiteY2068" fmla="*/ 3360420 h 4907703"/>
                  <a:gd name="connsiteX2069" fmla="*/ 4395893 w 4665133"/>
                  <a:gd name="connsiteY2069" fmla="*/ 3357880 h 4907703"/>
                  <a:gd name="connsiteX2070" fmla="*/ 4397163 w 4665133"/>
                  <a:gd name="connsiteY2070" fmla="*/ 3342640 h 4907703"/>
                  <a:gd name="connsiteX2071" fmla="*/ 4398434 w 4665133"/>
                  <a:gd name="connsiteY2071" fmla="*/ 3328670 h 4907703"/>
                  <a:gd name="connsiteX2072" fmla="*/ 4398434 w 4665133"/>
                  <a:gd name="connsiteY2072" fmla="*/ 3326977 h 4907703"/>
                  <a:gd name="connsiteX2073" fmla="*/ 4400127 w 4665133"/>
                  <a:gd name="connsiteY2073" fmla="*/ 3324437 h 4907703"/>
                  <a:gd name="connsiteX2074" fmla="*/ 4406900 w 4665133"/>
                  <a:gd name="connsiteY2074" fmla="*/ 3321473 h 4907703"/>
                  <a:gd name="connsiteX2075" fmla="*/ 4420870 w 4665133"/>
                  <a:gd name="connsiteY2075" fmla="*/ 3324437 h 4907703"/>
                  <a:gd name="connsiteX2076" fmla="*/ 4426797 w 4665133"/>
                  <a:gd name="connsiteY2076" fmla="*/ 3337137 h 4907703"/>
                  <a:gd name="connsiteX2077" fmla="*/ 4442037 w 4665133"/>
                  <a:gd name="connsiteY2077" fmla="*/ 3346450 h 4907703"/>
                  <a:gd name="connsiteX2078" fmla="*/ 4456007 w 4665133"/>
                  <a:gd name="connsiteY2078" fmla="*/ 3350684 h 4907703"/>
                  <a:gd name="connsiteX2079" fmla="*/ 4471247 w 4665133"/>
                  <a:gd name="connsiteY2079" fmla="*/ 3352377 h 4907703"/>
                  <a:gd name="connsiteX2080" fmla="*/ 4485217 w 4665133"/>
                  <a:gd name="connsiteY2080" fmla="*/ 3352377 h 4907703"/>
                  <a:gd name="connsiteX2081" fmla="*/ 4499187 w 4665133"/>
                  <a:gd name="connsiteY2081" fmla="*/ 3354917 h 4907703"/>
                  <a:gd name="connsiteX2082" fmla="*/ 4514427 w 4665133"/>
                  <a:gd name="connsiteY2082" fmla="*/ 3352377 h 4907703"/>
                  <a:gd name="connsiteX2083" fmla="*/ 4528397 w 4665133"/>
                  <a:gd name="connsiteY2083" fmla="*/ 3348143 h 4907703"/>
                  <a:gd name="connsiteX2084" fmla="*/ 4543637 w 4665133"/>
                  <a:gd name="connsiteY2084" fmla="*/ 3342640 h 4907703"/>
                  <a:gd name="connsiteX2085" fmla="*/ 4557607 w 4665133"/>
                  <a:gd name="connsiteY2085" fmla="*/ 3339677 h 4907703"/>
                  <a:gd name="connsiteX2086" fmla="*/ 4571577 w 4665133"/>
                  <a:gd name="connsiteY2086" fmla="*/ 3335443 h 4907703"/>
                  <a:gd name="connsiteX2087" fmla="*/ 4585547 w 4665133"/>
                  <a:gd name="connsiteY2087" fmla="*/ 3326977 h 4907703"/>
                  <a:gd name="connsiteX2088" fmla="*/ 4584277 w 4665133"/>
                  <a:gd name="connsiteY2088" fmla="*/ 3313007 h 4907703"/>
                  <a:gd name="connsiteX2089" fmla="*/ 4582584 w 4665133"/>
                  <a:gd name="connsiteY2089" fmla="*/ 3297767 h 4907703"/>
                  <a:gd name="connsiteX2090" fmla="*/ 4582584 w 4665133"/>
                  <a:gd name="connsiteY2090" fmla="*/ 3296497 h 4907703"/>
                  <a:gd name="connsiteX2091" fmla="*/ 4582584 w 4665133"/>
                  <a:gd name="connsiteY2091" fmla="*/ 3292263 h 4907703"/>
                  <a:gd name="connsiteX2092" fmla="*/ 4581313 w 4665133"/>
                  <a:gd name="connsiteY2092" fmla="*/ 3277023 h 4907703"/>
                  <a:gd name="connsiteX2093" fmla="*/ 4581313 w 4665133"/>
                  <a:gd name="connsiteY2093" fmla="*/ 3263054 h 4907703"/>
                  <a:gd name="connsiteX2094" fmla="*/ 4595284 w 4665133"/>
                  <a:gd name="connsiteY2094" fmla="*/ 3257127 h 4907703"/>
                  <a:gd name="connsiteX2095" fmla="*/ 4589780 w 4665133"/>
                  <a:gd name="connsiteY2095" fmla="*/ 3255857 h 4907703"/>
                  <a:gd name="connsiteX2096" fmla="*/ 4575810 w 4665133"/>
                  <a:gd name="connsiteY2096" fmla="*/ 3244850 h 4907703"/>
                  <a:gd name="connsiteX2097" fmla="*/ 4563110 w 4665133"/>
                  <a:gd name="connsiteY2097" fmla="*/ 3230880 h 4907703"/>
                  <a:gd name="connsiteX2098" fmla="*/ 4561841 w 4665133"/>
                  <a:gd name="connsiteY2098" fmla="*/ 3230880 h 4907703"/>
                  <a:gd name="connsiteX2099" fmla="*/ 4546600 w 4665133"/>
                  <a:gd name="connsiteY2099" fmla="*/ 3227917 h 4907703"/>
                  <a:gd name="connsiteX2100" fmla="*/ 4532630 w 4665133"/>
                  <a:gd name="connsiteY2100" fmla="*/ 3225377 h 4907703"/>
                  <a:gd name="connsiteX2101" fmla="*/ 4518660 w 4665133"/>
                  <a:gd name="connsiteY2101" fmla="*/ 3225377 h 4907703"/>
                  <a:gd name="connsiteX2102" fmla="*/ 4504691 w 4665133"/>
                  <a:gd name="connsiteY2102" fmla="*/ 3222413 h 4907703"/>
                  <a:gd name="connsiteX2103" fmla="*/ 4490720 w 4665133"/>
                  <a:gd name="connsiteY2103" fmla="*/ 3215640 h 4907703"/>
                  <a:gd name="connsiteX2104" fmla="*/ 4483947 w 4665133"/>
                  <a:gd name="connsiteY2104" fmla="*/ 3199977 h 4907703"/>
                  <a:gd name="connsiteX2105" fmla="*/ 4475480 w 4665133"/>
                  <a:gd name="connsiteY2105" fmla="*/ 3199977 h 4907703"/>
                  <a:gd name="connsiteX2106" fmla="*/ 4461510 w 4665133"/>
                  <a:gd name="connsiteY2106" fmla="*/ 3198707 h 4907703"/>
                  <a:gd name="connsiteX2107" fmla="*/ 4447541 w 4665133"/>
                  <a:gd name="connsiteY2107" fmla="*/ 3198707 h 4907703"/>
                  <a:gd name="connsiteX2108" fmla="*/ 4430607 w 4665133"/>
                  <a:gd name="connsiteY2108" fmla="*/ 3198707 h 4907703"/>
                  <a:gd name="connsiteX2109" fmla="*/ 4416637 w 4665133"/>
                  <a:gd name="connsiteY2109" fmla="*/ 3182197 h 4907703"/>
                  <a:gd name="connsiteX2110" fmla="*/ 4406900 w 4665133"/>
                  <a:gd name="connsiteY2110" fmla="*/ 3168227 h 4907703"/>
                  <a:gd name="connsiteX2111" fmla="*/ 4391660 w 4665133"/>
                  <a:gd name="connsiteY2111" fmla="*/ 3165263 h 4907703"/>
                  <a:gd name="connsiteX2112" fmla="*/ 4377691 w 4665133"/>
                  <a:gd name="connsiteY2112" fmla="*/ 3158490 h 4907703"/>
                  <a:gd name="connsiteX2113" fmla="*/ 4363720 w 4665133"/>
                  <a:gd name="connsiteY2113" fmla="*/ 3159760 h 4907703"/>
                  <a:gd name="connsiteX2114" fmla="*/ 4348480 w 4665133"/>
                  <a:gd name="connsiteY2114" fmla="*/ 3147060 h 4907703"/>
                  <a:gd name="connsiteX2115" fmla="*/ 4348480 w 4665133"/>
                  <a:gd name="connsiteY2115" fmla="*/ 3138593 h 4907703"/>
                  <a:gd name="connsiteX2116" fmla="*/ 4356947 w 4665133"/>
                  <a:gd name="connsiteY2116" fmla="*/ 3138593 h 4907703"/>
                  <a:gd name="connsiteX2117" fmla="*/ 4358217 w 4665133"/>
                  <a:gd name="connsiteY2117" fmla="*/ 3138593 h 4907703"/>
                  <a:gd name="connsiteX2118" fmla="*/ 4369224 w 4665133"/>
                  <a:gd name="connsiteY2118" fmla="*/ 3138593 h 4907703"/>
                  <a:gd name="connsiteX2119" fmla="*/ 4384887 w 4665133"/>
                  <a:gd name="connsiteY2119" fmla="*/ 3127587 h 4907703"/>
                  <a:gd name="connsiteX2120" fmla="*/ 4398434 w 4665133"/>
                  <a:gd name="connsiteY2120" fmla="*/ 3113617 h 4907703"/>
                  <a:gd name="connsiteX2121" fmla="*/ 4414097 w 4665133"/>
                  <a:gd name="connsiteY2121" fmla="*/ 3113617 h 4907703"/>
                  <a:gd name="connsiteX2122" fmla="*/ 4428067 w 4665133"/>
                  <a:gd name="connsiteY2122" fmla="*/ 3113617 h 4907703"/>
                  <a:gd name="connsiteX2123" fmla="*/ 4442037 w 4665133"/>
                  <a:gd name="connsiteY2123" fmla="*/ 3099647 h 4907703"/>
                  <a:gd name="connsiteX2124" fmla="*/ 4457277 w 4665133"/>
                  <a:gd name="connsiteY2124" fmla="*/ 3086947 h 4907703"/>
                  <a:gd name="connsiteX2125" fmla="*/ 4462780 w 4665133"/>
                  <a:gd name="connsiteY2125" fmla="*/ 3084407 h 4907703"/>
                  <a:gd name="connsiteX2126" fmla="*/ 4448810 w 4665133"/>
                  <a:gd name="connsiteY2126" fmla="*/ 3071707 h 4907703"/>
                  <a:gd name="connsiteX2127" fmla="*/ 4442037 w 4665133"/>
                  <a:gd name="connsiteY2127" fmla="*/ 3057737 h 4907703"/>
                  <a:gd name="connsiteX2128" fmla="*/ 4425104 w 4665133"/>
                  <a:gd name="connsiteY2128" fmla="*/ 3050963 h 4907703"/>
                  <a:gd name="connsiteX2129" fmla="*/ 4416637 w 4665133"/>
                  <a:gd name="connsiteY2129" fmla="*/ 3036993 h 4907703"/>
                  <a:gd name="connsiteX2130" fmla="*/ 4402667 w 4665133"/>
                  <a:gd name="connsiteY2130" fmla="*/ 3031490 h 4907703"/>
                  <a:gd name="connsiteX2131" fmla="*/ 4402667 w 4665133"/>
                  <a:gd name="connsiteY2131" fmla="*/ 3017520 h 4907703"/>
                  <a:gd name="connsiteX2132" fmla="*/ 4416637 w 4665133"/>
                  <a:gd name="connsiteY2132" fmla="*/ 3006090 h 4907703"/>
                  <a:gd name="connsiteX2133" fmla="*/ 4430607 w 4665133"/>
                  <a:gd name="connsiteY2133" fmla="*/ 2996354 h 4907703"/>
                  <a:gd name="connsiteX2134" fmla="*/ 4423834 w 4665133"/>
                  <a:gd name="connsiteY2134" fmla="*/ 2981113 h 4907703"/>
                  <a:gd name="connsiteX2135" fmla="*/ 4439074 w 4665133"/>
                  <a:gd name="connsiteY2135" fmla="*/ 2979843 h 4907703"/>
                  <a:gd name="connsiteX2136" fmla="*/ 4445847 w 4665133"/>
                  <a:gd name="connsiteY2136" fmla="*/ 2975610 h 4907703"/>
                  <a:gd name="connsiteX2137" fmla="*/ 4459817 w 4665133"/>
                  <a:gd name="connsiteY2137" fmla="*/ 2979843 h 4907703"/>
                  <a:gd name="connsiteX2138" fmla="*/ 4475480 w 4665133"/>
                  <a:gd name="connsiteY2138" fmla="*/ 2974340 h 4907703"/>
                  <a:gd name="connsiteX2139" fmla="*/ 4490720 w 4665133"/>
                  <a:gd name="connsiteY2139" fmla="*/ 2978150 h 4907703"/>
                  <a:gd name="connsiteX2140" fmla="*/ 4504691 w 4665133"/>
                  <a:gd name="connsiteY2140" fmla="*/ 2985347 h 4907703"/>
                  <a:gd name="connsiteX2141" fmla="*/ 4518660 w 4665133"/>
                  <a:gd name="connsiteY2141" fmla="*/ 2982384 h 4907703"/>
                  <a:gd name="connsiteX2142" fmla="*/ 4533900 w 4665133"/>
                  <a:gd name="connsiteY2142" fmla="*/ 2981113 h 4907703"/>
                  <a:gd name="connsiteX2143" fmla="*/ 4549563 w 4665133"/>
                  <a:gd name="connsiteY2143" fmla="*/ 2987887 h 4907703"/>
                  <a:gd name="connsiteX2144" fmla="*/ 4563110 w 4665133"/>
                  <a:gd name="connsiteY2144" fmla="*/ 2974340 h 4907703"/>
                  <a:gd name="connsiteX2145" fmla="*/ 4556337 w 4665133"/>
                  <a:gd name="connsiteY2145" fmla="*/ 2960370 h 4907703"/>
                  <a:gd name="connsiteX2146" fmla="*/ 4542367 w 4665133"/>
                  <a:gd name="connsiteY2146" fmla="*/ 2956137 h 4907703"/>
                  <a:gd name="connsiteX2147" fmla="*/ 4527127 w 4665133"/>
                  <a:gd name="connsiteY2147" fmla="*/ 2953173 h 4907703"/>
                  <a:gd name="connsiteX2148" fmla="*/ 4513157 w 4665133"/>
                  <a:gd name="connsiteY2148" fmla="*/ 2950634 h 4907703"/>
                  <a:gd name="connsiteX2149" fmla="*/ 4497493 w 4665133"/>
                  <a:gd name="connsiteY2149" fmla="*/ 2939204 h 4907703"/>
                  <a:gd name="connsiteX2150" fmla="*/ 4483947 w 4665133"/>
                  <a:gd name="connsiteY2150" fmla="*/ 2943437 h 4907703"/>
                  <a:gd name="connsiteX2151" fmla="*/ 4469977 w 4665133"/>
                  <a:gd name="connsiteY2151" fmla="*/ 2940473 h 4907703"/>
                  <a:gd name="connsiteX2152" fmla="*/ 4456007 w 4665133"/>
                  <a:gd name="connsiteY2152" fmla="*/ 2933700 h 4907703"/>
                  <a:gd name="connsiteX2153" fmla="*/ 4440343 w 4665133"/>
                  <a:gd name="connsiteY2153" fmla="*/ 2933700 h 4907703"/>
                  <a:gd name="connsiteX2154" fmla="*/ 4425104 w 4665133"/>
                  <a:gd name="connsiteY2154" fmla="*/ 2923963 h 4907703"/>
                  <a:gd name="connsiteX2155" fmla="*/ 4426797 w 4665133"/>
                  <a:gd name="connsiteY2155" fmla="*/ 2909993 h 4907703"/>
                  <a:gd name="connsiteX2156" fmla="*/ 4440343 w 4665133"/>
                  <a:gd name="connsiteY2156" fmla="*/ 2900257 h 4907703"/>
                  <a:gd name="connsiteX2157" fmla="*/ 4454313 w 4665133"/>
                  <a:gd name="connsiteY2157" fmla="*/ 2907030 h 4907703"/>
                  <a:gd name="connsiteX2158" fmla="*/ 4468284 w 4665133"/>
                  <a:gd name="connsiteY2158" fmla="*/ 2896023 h 4907703"/>
                  <a:gd name="connsiteX2159" fmla="*/ 4454313 w 4665133"/>
                  <a:gd name="connsiteY2159" fmla="*/ 2883747 h 4907703"/>
                  <a:gd name="connsiteX2160" fmla="*/ 4440343 w 4665133"/>
                  <a:gd name="connsiteY2160" fmla="*/ 2885017 h 4907703"/>
                  <a:gd name="connsiteX2161" fmla="*/ 4425104 w 4665133"/>
                  <a:gd name="connsiteY2161" fmla="*/ 2888827 h 4907703"/>
                  <a:gd name="connsiteX2162" fmla="*/ 4409863 w 4665133"/>
                  <a:gd name="connsiteY2162" fmla="*/ 2885017 h 4907703"/>
                  <a:gd name="connsiteX2163" fmla="*/ 4395893 w 4665133"/>
                  <a:gd name="connsiteY2163" fmla="*/ 2879090 h 4907703"/>
                  <a:gd name="connsiteX2164" fmla="*/ 4381924 w 4665133"/>
                  <a:gd name="connsiteY2164" fmla="*/ 2872317 h 4907703"/>
                  <a:gd name="connsiteX2165" fmla="*/ 4395893 w 4665133"/>
                  <a:gd name="connsiteY2165" fmla="*/ 2868084 h 4907703"/>
                  <a:gd name="connsiteX2166" fmla="*/ 4405630 w 4665133"/>
                  <a:gd name="connsiteY2166" fmla="*/ 2854113 h 4907703"/>
                  <a:gd name="connsiteX2167" fmla="*/ 4406900 w 4665133"/>
                  <a:gd name="connsiteY2167" fmla="*/ 2844377 h 4907703"/>
                  <a:gd name="connsiteX2168" fmla="*/ 4393354 w 4665133"/>
                  <a:gd name="connsiteY2168" fmla="*/ 2837604 h 4907703"/>
                  <a:gd name="connsiteX2169" fmla="*/ 4377691 w 4665133"/>
                  <a:gd name="connsiteY2169" fmla="*/ 2826173 h 4907703"/>
                  <a:gd name="connsiteX2170" fmla="*/ 4391660 w 4665133"/>
                  <a:gd name="connsiteY2170" fmla="*/ 2824904 h 4907703"/>
                  <a:gd name="connsiteX2171" fmla="*/ 4405630 w 4665133"/>
                  <a:gd name="connsiteY2171" fmla="*/ 2827867 h 4907703"/>
                  <a:gd name="connsiteX2172" fmla="*/ 4405630 w 4665133"/>
                  <a:gd name="connsiteY2172" fmla="*/ 2813897 h 4907703"/>
                  <a:gd name="connsiteX2173" fmla="*/ 4420870 w 4665133"/>
                  <a:gd name="connsiteY2173" fmla="*/ 2807970 h 4907703"/>
                  <a:gd name="connsiteX2174" fmla="*/ 4436110 w 4665133"/>
                  <a:gd name="connsiteY2174" fmla="*/ 2816437 h 4907703"/>
                  <a:gd name="connsiteX2175" fmla="*/ 4437804 w 4665133"/>
                  <a:gd name="connsiteY2175" fmla="*/ 2817707 h 4907703"/>
                  <a:gd name="connsiteX2176" fmla="*/ 4451774 w 4665133"/>
                  <a:gd name="connsiteY2176" fmla="*/ 2820670 h 4907703"/>
                  <a:gd name="connsiteX2177" fmla="*/ 4456007 w 4665133"/>
                  <a:gd name="connsiteY2177" fmla="*/ 2817707 h 4907703"/>
                  <a:gd name="connsiteX2178" fmla="*/ 4457277 w 4665133"/>
                  <a:gd name="connsiteY2178" fmla="*/ 2817707 h 4907703"/>
                  <a:gd name="connsiteX2179" fmla="*/ 4472517 w 4665133"/>
                  <a:gd name="connsiteY2179" fmla="*/ 2817707 h 4907703"/>
                  <a:gd name="connsiteX2180" fmla="*/ 4486487 w 4665133"/>
                  <a:gd name="connsiteY2180" fmla="*/ 2826173 h 4907703"/>
                  <a:gd name="connsiteX2181" fmla="*/ 4503420 w 4665133"/>
                  <a:gd name="connsiteY2181" fmla="*/ 2827867 h 4907703"/>
                  <a:gd name="connsiteX2182" fmla="*/ 4511463 w 4665133"/>
                  <a:gd name="connsiteY2182" fmla="*/ 2813897 h 4907703"/>
                  <a:gd name="connsiteX2183" fmla="*/ 4525434 w 4665133"/>
                  <a:gd name="connsiteY2183" fmla="*/ 2815167 h 4907703"/>
                  <a:gd name="connsiteX2184" fmla="*/ 4539404 w 4665133"/>
                  <a:gd name="connsiteY2184" fmla="*/ 2815167 h 4907703"/>
                  <a:gd name="connsiteX2185" fmla="*/ 4553374 w 4665133"/>
                  <a:gd name="connsiteY2185" fmla="*/ 2816437 h 4907703"/>
                  <a:gd name="connsiteX2186" fmla="*/ 4558877 w 4665133"/>
                  <a:gd name="connsiteY2186" fmla="*/ 2830407 h 4907703"/>
                  <a:gd name="connsiteX2187" fmla="*/ 4572847 w 4665133"/>
                  <a:gd name="connsiteY2187" fmla="*/ 2834640 h 4907703"/>
                  <a:gd name="connsiteX2188" fmla="*/ 4571577 w 4665133"/>
                  <a:gd name="connsiteY2188" fmla="*/ 2820670 h 4907703"/>
                  <a:gd name="connsiteX2189" fmla="*/ 4572847 w 4665133"/>
                  <a:gd name="connsiteY2189" fmla="*/ 2806700 h 4907703"/>
                  <a:gd name="connsiteX2190" fmla="*/ 4588087 w 4665133"/>
                  <a:gd name="connsiteY2190" fmla="*/ 2805430 h 4907703"/>
                  <a:gd name="connsiteX2191" fmla="*/ 4602480 w 4665133"/>
                  <a:gd name="connsiteY2191" fmla="*/ 2804160 h 4907703"/>
                  <a:gd name="connsiteX2192" fmla="*/ 4617720 w 4665133"/>
                  <a:gd name="connsiteY2192" fmla="*/ 2802467 h 4907703"/>
                  <a:gd name="connsiteX2193" fmla="*/ 4631691 w 4665133"/>
                  <a:gd name="connsiteY2193" fmla="*/ 2802467 h 4907703"/>
                  <a:gd name="connsiteX2194" fmla="*/ 4637193 w 4665133"/>
                  <a:gd name="connsiteY2194" fmla="*/ 2788497 h 4907703"/>
                  <a:gd name="connsiteX2195" fmla="*/ 4651163 w 4665133"/>
                  <a:gd name="connsiteY2195" fmla="*/ 2789767 h 4907703"/>
                  <a:gd name="connsiteX2196" fmla="*/ 4660900 w 4665133"/>
                  <a:gd name="connsiteY2196" fmla="*/ 2791460 h 4907703"/>
                  <a:gd name="connsiteX2197" fmla="*/ 4665134 w 4665133"/>
                  <a:gd name="connsiteY2197" fmla="*/ 2789767 h 4907703"/>
                  <a:gd name="connsiteX2198" fmla="*/ 4665134 w 4665133"/>
                  <a:gd name="connsiteY2198" fmla="*/ 922443 h 4907703"/>
                  <a:gd name="connsiteX2199" fmla="*/ 4662170 w 4665133"/>
                  <a:gd name="connsiteY2199" fmla="*/ 922020 h 4907703"/>
                  <a:gd name="connsiteX2200" fmla="*/ 4648200 w 4665133"/>
                  <a:gd name="connsiteY2200" fmla="*/ 919057 h 4907703"/>
                  <a:gd name="connsiteX2201" fmla="*/ 4632960 w 4665133"/>
                  <a:gd name="connsiteY2201" fmla="*/ 912283 h 4907703"/>
                  <a:gd name="connsiteX2202" fmla="*/ 4618991 w 4665133"/>
                  <a:gd name="connsiteY2202" fmla="*/ 909743 h 4907703"/>
                  <a:gd name="connsiteX2203" fmla="*/ 4603750 w 4665133"/>
                  <a:gd name="connsiteY2203" fmla="*/ 908050 h 4907703"/>
                  <a:gd name="connsiteX2204" fmla="*/ 4589780 w 4665133"/>
                  <a:gd name="connsiteY2204" fmla="*/ 906780 h 4907703"/>
                  <a:gd name="connsiteX2205" fmla="*/ 4574541 w 4665133"/>
                  <a:gd name="connsiteY2205" fmla="*/ 901277 h 4907703"/>
                  <a:gd name="connsiteX2206" fmla="*/ 4560570 w 4665133"/>
                  <a:gd name="connsiteY2206" fmla="*/ 895773 h 4907703"/>
                  <a:gd name="connsiteX2207" fmla="*/ 4545330 w 4665133"/>
                  <a:gd name="connsiteY2207" fmla="*/ 887307 h 4907703"/>
                  <a:gd name="connsiteX2208" fmla="*/ 4541097 w 4665133"/>
                  <a:gd name="connsiteY2208" fmla="*/ 871643 h 4907703"/>
                  <a:gd name="connsiteX2209" fmla="*/ 4525434 w 4665133"/>
                  <a:gd name="connsiteY2209" fmla="*/ 866140 h 4907703"/>
                  <a:gd name="connsiteX2210" fmla="*/ 4522893 w 4665133"/>
                  <a:gd name="connsiteY2210" fmla="*/ 866140 h 4907703"/>
                  <a:gd name="connsiteX2211" fmla="*/ 4519930 w 4665133"/>
                  <a:gd name="connsiteY2211" fmla="*/ 863600 h 4907703"/>
                  <a:gd name="connsiteX2212" fmla="*/ 4533900 w 4665133"/>
                  <a:gd name="connsiteY2212" fmla="*/ 859367 h 4907703"/>
                  <a:gd name="connsiteX2213" fmla="*/ 4549563 w 4665133"/>
                  <a:gd name="connsiteY2213" fmla="*/ 860637 h 4907703"/>
                  <a:gd name="connsiteX2214" fmla="*/ 4564380 w 4665133"/>
                  <a:gd name="connsiteY2214" fmla="*/ 859367 h 4907703"/>
                  <a:gd name="connsiteX2215" fmla="*/ 4580043 w 4665133"/>
                  <a:gd name="connsiteY2215" fmla="*/ 863600 h 4907703"/>
                  <a:gd name="connsiteX2216" fmla="*/ 4594013 w 4665133"/>
                  <a:gd name="connsiteY2216" fmla="*/ 860637 h 4907703"/>
                  <a:gd name="connsiteX2217" fmla="*/ 4609254 w 4665133"/>
                  <a:gd name="connsiteY2217" fmla="*/ 861907 h 4907703"/>
                  <a:gd name="connsiteX2218" fmla="*/ 4624493 w 4665133"/>
                  <a:gd name="connsiteY2218" fmla="*/ 856403 h 4907703"/>
                  <a:gd name="connsiteX2219" fmla="*/ 4634654 w 4665133"/>
                  <a:gd name="connsiteY2219" fmla="*/ 864870 h 4907703"/>
                  <a:gd name="connsiteX2220" fmla="*/ 4648200 w 4665133"/>
                  <a:gd name="connsiteY2220" fmla="*/ 871643 h 4907703"/>
                  <a:gd name="connsiteX2221" fmla="*/ 4663863 w 4665133"/>
                  <a:gd name="connsiteY2221" fmla="*/ 878840 h 4907703"/>
                  <a:gd name="connsiteX2222" fmla="*/ 4665134 w 4665133"/>
                  <a:gd name="connsiteY2222" fmla="*/ 879263 h 4907703"/>
                  <a:gd name="connsiteX2223" fmla="*/ 4665134 w 4665133"/>
                  <a:gd name="connsiteY2223" fmla="*/ 400473 h 4907703"/>
                  <a:gd name="connsiteX2224" fmla="*/ 4663863 w 4665133"/>
                  <a:gd name="connsiteY2224" fmla="*/ 393277 h 490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</a:cxnLst>
                <a:rect l="l" t="t" r="r" b="b"/>
                <a:pathLst>
                  <a:path w="4665133" h="4907703">
                    <a:moveTo>
                      <a:pt x="4652434" y="378037"/>
                    </a:moveTo>
                    <a:lnTo>
                      <a:pt x="4638463" y="372533"/>
                    </a:lnTo>
                    <a:lnTo>
                      <a:pt x="4640157" y="358563"/>
                    </a:lnTo>
                    <a:lnTo>
                      <a:pt x="4653704" y="350097"/>
                    </a:lnTo>
                    <a:lnTo>
                      <a:pt x="4651163" y="334857"/>
                    </a:lnTo>
                    <a:lnTo>
                      <a:pt x="4637193" y="325120"/>
                    </a:lnTo>
                    <a:lnTo>
                      <a:pt x="4637193" y="311150"/>
                    </a:lnTo>
                    <a:lnTo>
                      <a:pt x="4631691" y="297180"/>
                    </a:lnTo>
                    <a:lnTo>
                      <a:pt x="4623224" y="281940"/>
                    </a:lnTo>
                    <a:lnTo>
                      <a:pt x="4609254" y="274743"/>
                    </a:lnTo>
                    <a:lnTo>
                      <a:pt x="4595284" y="266277"/>
                    </a:lnTo>
                    <a:lnTo>
                      <a:pt x="4589780" y="252307"/>
                    </a:lnTo>
                    <a:lnTo>
                      <a:pt x="4574541" y="245533"/>
                    </a:lnTo>
                    <a:lnTo>
                      <a:pt x="4560570" y="242570"/>
                    </a:lnTo>
                    <a:lnTo>
                      <a:pt x="4545330" y="238337"/>
                    </a:lnTo>
                    <a:lnTo>
                      <a:pt x="4528397" y="232833"/>
                    </a:lnTo>
                    <a:lnTo>
                      <a:pt x="4514427" y="227330"/>
                    </a:lnTo>
                    <a:lnTo>
                      <a:pt x="4499187" y="218863"/>
                    </a:lnTo>
                    <a:lnTo>
                      <a:pt x="4483947" y="212090"/>
                    </a:lnTo>
                    <a:lnTo>
                      <a:pt x="4469977" y="196850"/>
                    </a:lnTo>
                    <a:lnTo>
                      <a:pt x="4483947" y="190923"/>
                    </a:lnTo>
                    <a:lnTo>
                      <a:pt x="4497493" y="187113"/>
                    </a:lnTo>
                    <a:lnTo>
                      <a:pt x="4507654" y="173143"/>
                    </a:lnTo>
                    <a:lnTo>
                      <a:pt x="4497493" y="157480"/>
                    </a:lnTo>
                    <a:lnTo>
                      <a:pt x="4510193" y="143510"/>
                    </a:lnTo>
                    <a:lnTo>
                      <a:pt x="4507654" y="132503"/>
                    </a:lnTo>
                    <a:lnTo>
                      <a:pt x="4511463" y="117263"/>
                    </a:lnTo>
                    <a:lnTo>
                      <a:pt x="4508924" y="103293"/>
                    </a:lnTo>
                    <a:lnTo>
                      <a:pt x="4511463" y="89323"/>
                    </a:lnTo>
                    <a:lnTo>
                      <a:pt x="4497493" y="76623"/>
                    </a:lnTo>
                    <a:lnTo>
                      <a:pt x="4494954" y="62653"/>
                    </a:lnTo>
                    <a:lnTo>
                      <a:pt x="4479291" y="54187"/>
                    </a:lnTo>
                    <a:lnTo>
                      <a:pt x="4469977" y="40640"/>
                    </a:lnTo>
                    <a:lnTo>
                      <a:pt x="4454313" y="30480"/>
                    </a:lnTo>
                    <a:lnTo>
                      <a:pt x="4439074" y="27940"/>
                    </a:lnTo>
                    <a:lnTo>
                      <a:pt x="4423834" y="24977"/>
                    </a:lnTo>
                    <a:lnTo>
                      <a:pt x="4408170" y="22437"/>
                    </a:lnTo>
                    <a:lnTo>
                      <a:pt x="4391660" y="19473"/>
                    </a:lnTo>
                    <a:lnTo>
                      <a:pt x="4376420" y="23707"/>
                    </a:lnTo>
                    <a:lnTo>
                      <a:pt x="4359487" y="15240"/>
                    </a:lnTo>
                    <a:lnTo>
                      <a:pt x="4344247" y="12700"/>
                    </a:lnTo>
                    <a:lnTo>
                      <a:pt x="4330277" y="8467"/>
                    </a:lnTo>
                    <a:lnTo>
                      <a:pt x="4315037" y="8467"/>
                    </a:lnTo>
                    <a:lnTo>
                      <a:pt x="4299797" y="9737"/>
                    </a:lnTo>
                    <a:lnTo>
                      <a:pt x="4282863" y="8467"/>
                    </a:lnTo>
                    <a:lnTo>
                      <a:pt x="4267624" y="8467"/>
                    </a:lnTo>
                    <a:lnTo>
                      <a:pt x="4253654" y="11007"/>
                    </a:lnTo>
                    <a:lnTo>
                      <a:pt x="4237991" y="11007"/>
                    </a:lnTo>
                    <a:lnTo>
                      <a:pt x="4222750" y="9737"/>
                    </a:lnTo>
                    <a:lnTo>
                      <a:pt x="4206241" y="9737"/>
                    </a:lnTo>
                    <a:lnTo>
                      <a:pt x="4192270" y="9737"/>
                    </a:lnTo>
                    <a:lnTo>
                      <a:pt x="4175760" y="11007"/>
                    </a:lnTo>
                    <a:lnTo>
                      <a:pt x="4169833" y="11007"/>
                    </a:lnTo>
                    <a:lnTo>
                      <a:pt x="4154593" y="11007"/>
                    </a:lnTo>
                    <a:lnTo>
                      <a:pt x="4138930" y="12700"/>
                    </a:lnTo>
                    <a:lnTo>
                      <a:pt x="4123691" y="11007"/>
                    </a:lnTo>
                    <a:lnTo>
                      <a:pt x="4137660" y="5503"/>
                    </a:lnTo>
                    <a:lnTo>
                      <a:pt x="4123691" y="0"/>
                    </a:lnTo>
                    <a:lnTo>
                      <a:pt x="4108450" y="0"/>
                    </a:lnTo>
                    <a:lnTo>
                      <a:pt x="4099983" y="15240"/>
                    </a:lnTo>
                    <a:lnTo>
                      <a:pt x="4091941" y="29210"/>
                    </a:lnTo>
                    <a:lnTo>
                      <a:pt x="4090670" y="43180"/>
                    </a:lnTo>
                    <a:lnTo>
                      <a:pt x="4083474" y="57150"/>
                    </a:lnTo>
                    <a:lnTo>
                      <a:pt x="4086013" y="72390"/>
                    </a:lnTo>
                    <a:lnTo>
                      <a:pt x="4091941" y="86360"/>
                    </a:lnTo>
                    <a:lnTo>
                      <a:pt x="4091941" y="100330"/>
                    </a:lnTo>
                    <a:lnTo>
                      <a:pt x="4094480" y="114300"/>
                    </a:lnTo>
                    <a:lnTo>
                      <a:pt x="4095750" y="128270"/>
                    </a:lnTo>
                    <a:lnTo>
                      <a:pt x="4093210" y="131233"/>
                    </a:lnTo>
                    <a:lnTo>
                      <a:pt x="4094480" y="145203"/>
                    </a:lnTo>
                    <a:lnTo>
                      <a:pt x="4094480" y="160443"/>
                    </a:lnTo>
                    <a:lnTo>
                      <a:pt x="4091941" y="174413"/>
                    </a:lnTo>
                    <a:lnTo>
                      <a:pt x="4076276" y="182880"/>
                    </a:lnTo>
                    <a:lnTo>
                      <a:pt x="4064000" y="196850"/>
                    </a:lnTo>
                    <a:lnTo>
                      <a:pt x="4048337" y="203623"/>
                    </a:lnTo>
                    <a:lnTo>
                      <a:pt x="4034791" y="212090"/>
                    </a:lnTo>
                    <a:lnTo>
                      <a:pt x="4017857" y="218863"/>
                    </a:lnTo>
                    <a:lnTo>
                      <a:pt x="4003887" y="221827"/>
                    </a:lnTo>
                    <a:lnTo>
                      <a:pt x="3987376" y="227330"/>
                    </a:lnTo>
                    <a:lnTo>
                      <a:pt x="3971713" y="240030"/>
                    </a:lnTo>
                    <a:lnTo>
                      <a:pt x="3966210" y="254000"/>
                    </a:lnTo>
                    <a:lnTo>
                      <a:pt x="3972983" y="267970"/>
                    </a:lnTo>
                    <a:lnTo>
                      <a:pt x="3987376" y="267970"/>
                    </a:lnTo>
                    <a:lnTo>
                      <a:pt x="3974676" y="281940"/>
                    </a:lnTo>
                    <a:lnTo>
                      <a:pt x="3985683" y="297180"/>
                    </a:lnTo>
                    <a:lnTo>
                      <a:pt x="3999654" y="297180"/>
                    </a:lnTo>
                    <a:lnTo>
                      <a:pt x="4014893" y="295487"/>
                    </a:lnTo>
                    <a:lnTo>
                      <a:pt x="4030557" y="291677"/>
                    </a:lnTo>
                    <a:lnTo>
                      <a:pt x="4045797" y="294217"/>
                    </a:lnTo>
                    <a:lnTo>
                      <a:pt x="4061037" y="306917"/>
                    </a:lnTo>
                    <a:lnTo>
                      <a:pt x="4059767" y="322157"/>
                    </a:lnTo>
                    <a:lnTo>
                      <a:pt x="4064000" y="336127"/>
                    </a:lnTo>
                    <a:lnTo>
                      <a:pt x="4072043" y="351367"/>
                    </a:lnTo>
                    <a:lnTo>
                      <a:pt x="4073737" y="365337"/>
                    </a:lnTo>
                    <a:lnTo>
                      <a:pt x="4076276" y="379307"/>
                    </a:lnTo>
                    <a:lnTo>
                      <a:pt x="4090670" y="381000"/>
                    </a:lnTo>
                    <a:lnTo>
                      <a:pt x="4105487" y="393277"/>
                    </a:lnTo>
                    <a:lnTo>
                      <a:pt x="4101676" y="407247"/>
                    </a:lnTo>
                    <a:lnTo>
                      <a:pt x="4088976" y="410210"/>
                    </a:lnTo>
                    <a:lnTo>
                      <a:pt x="4075007" y="407247"/>
                    </a:lnTo>
                    <a:lnTo>
                      <a:pt x="4065270" y="407247"/>
                    </a:lnTo>
                    <a:lnTo>
                      <a:pt x="4066541" y="412750"/>
                    </a:lnTo>
                    <a:lnTo>
                      <a:pt x="4069504" y="428413"/>
                    </a:lnTo>
                    <a:lnTo>
                      <a:pt x="4072043" y="443653"/>
                    </a:lnTo>
                    <a:lnTo>
                      <a:pt x="4080510" y="457623"/>
                    </a:lnTo>
                    <a:lnTo>
                      <a:pt x="4095750" y="464397"/>
                    </a:lnTo>
                    <a:lnTo>
                      <a:pt x="4097443" y="450427"/>
                    </a:lnTo>
                    <a:lnTo>
                      <a:pt x="4111413" y="452120"/>
                    </a:lnTo>
                    <a:lnTo>
                      <a:pt x="4126654" y="456353"/>
                    </a:lnTo>
                    <a:lnTo>
                      <a:pt x="4140624" y="460163"/>
                    </a:lnTo>
                    <a:lnTo>
                      <a:pt x="4155863" y="460163"/>
                    </a:lnTo>
                    <a:lnTo>
                      <a:pt x="4171526" y="464397"/>
                    </a:lnTo>
                    <a:lnTo>
                      <a:pt x="4185074" y="471593"/>
                    </a:lnTo>
                    <a:lnTo>
                      <a:pt x="4199043" y="475827"/>
                    </a:lnTo>
                    <a:lnTo>
                      <a:pt x="4214707" y="478367"/>
                    </a:lnTo>
                    <a:lnTo>
                      <a:pt x="4228677" y="471593"/>
                    </a:lnTo>
                    <a:lnTo>
                      <a:pt x="4235450" y="485563"/>
                    </a:lnTo>
                    <a:lnTo>
                      <a:pt x="4234180" y="499533"/>
                    </a:lnTo>
                    <a:lnTo>
                      <a:pt x="4249420" y="513503"/>
                    </a:lnTo>
                    <a:lnTo>
                      <a:pt x="4263391" y="523240"/>
                    </a:lnTo>
                    <a:lnTo>
                      <a:pt x="4278630" y="531283"/>
                    </a:lnTo>
                    <a:lnTo>
                      <a:pt x="4292600" y="539750"/>
                    </a:lnTo>
                    <a:lnTo>
                      <a:pt x="4307841" y="551180"/>
                    </a:lnTo>
                    <a:lnTo>
                      <a:pt x="4323504" y="556683"/>
                    </a:lnTo>
                    <a:lnTo>
                      <a:pt x="4340013" y="560917"/>
                    </a:lnTo>
                    <a:lnTo>
                      <a:pt x="4353984" y="559223"/>
                    </a:lnTo>
                    <a:lnTo>
                      <a:pt x="4367954" y="553720"/>
                    </a:lnTo>
                    <a:lnTo>
                      <a:pt x="4383193" y="560917"/>
                    </a:lnTo>
                    <a:lnTo>
                      <a:pt x="4367954" y="565150"/>
                    </a:lnTo>
                    <a:lnTo>
                      <a:pt x="4383193" y="574887"/>
                    </a:lnTo>
                    <a:lnTo>
                      <a:pt x="4383193" y="588433"/>
                    </a:lnTo>
                    <a:lnTo>
                      <a:pt x="4381924" y="602827"/>
                    </a:lnTo>
                    <a:lnTo>
                      <a:pt x="4376420" y="618067"/>
                    </a:lnTo>
                    <a:lnTo>
                      <a:pt x="4366684" y="632037"/>
                    </a:lnTo>
                    <a:lnTo>
                      <a:pt x="4376420" y="646007"/>
                    </a:lnTo>
                    <a:lnTo>
                      <a:pt x="4375150" y="646007"/>
                    </a:lnTo>
                    <a:lnTo>
                      <a:pt x="4361180" y="658283"/>
                    </a:lnTo>
                    <a:lnTo>
                      <a:pt x="4345517" y="663787"/>
                    </a:lnTo>
                    <a:lnTo>
                      <a:pt x="4331547" y="657013"/>
                    </a:lnTo>
                    <a:lnTo>
                      <a:pt x="4333241" y="643043"/>
                    </a:lnTo>
                    <a:lnTo>
                      <a:pt x="4317577" y="633307"/>
                    </a:lnTo>
                    <a:lnTo>
                      <a:pt x="4304030" y="629073"/>
                    </a:lnTo>
                    <a:lnTo>
                      <a:pt x="4287097" y="624840"/>
                    </a:lnTo>
                    <a:lnTo>
                      <a:pt x="4273127" y="623570"/>
                    </a:lnTo>
                    <a:lnTo>
                      <a:pt x="4257887" y="613833"/>
                    </a:lnTo>
                    <a:lnTo>
                      <a:pt x="4243917" y="606637"/>
                    </a:lnTo>
                    <a:lnTo>
                      <a:pt x="4229947" y="601133"/>
                    </a:lnTo>
                    <a:lnTo>
                      <a:pt x="4214707" y="595630"/>
                    </a:lnTo>
                    <a:lnTo>
                      <a:pt x="4199043" y="591397"/>
                    </a:lnTo>
                    <a:lnTo>
                      <a:pt x="4185074" y="585893"/>
                    </a:lnTo>
                    <a:lnTo>
                      <a:pt x="4172797" y="570653"/>
                    </a:lnTo>
                    <a:lnTo>
                      <a:pt x="4158826" y="567690"/>
                    </a:lnTo>
                    <a:lnTo>
                      <a:pt x="4141893" y="565150"/>
                    </a:lnTo>
                    <a:lnTo>
                      <a:pt x="4127924" y="563457"/>
                    </a:lnTo>
                    <a:lnTo>
                      <a:pt x="4112683" y="562187"/>
                    </a:lnTo>
                    <a:lnTo>
                      <a:pt x="4098713" y="557953"/>
                    </a:lnTo>
                    <a:lnTo>
                      <a:pt x="4081780" y="555413"/>
                    </a:lnTo>
                    <a:lnTo>
                      <a:pt x="4068233" y="548217"/>
                    </a:lnTo>
                    <a:lnTo>
                      <a:pt x="4053841" y="545253"/>
                    </a:lnTo>
                    <a:lnTo>
                      <a:pt x="4038600" y="542713"/>
                    </a:lnTo>
                    <a:lnTo>
                      <a:pt x="4024630" y="539750"/>
                    </a:lnTo>
                    <a:lnTo>
                      <a:pt x="4009391" y="537210"/>
                    </a:lnTo>
                    <a:lnTo>
                      <a:pt x="3994150" y="530013"/>
                    </a:lnTo>
                    <a:lnTo>
                      <a:pt x="4009391" y="528743"/>
                    </a:lnTo>
                    <a:lnTo>
                      <a:pt x="3995420" y="527050"/>
                    </a:lnTo>
                    <a:lnTo>
                      <a:pt x="3978910" y="525780"/>
                    </a:lnTo>
                    <a:lnTo>
                      <a:pt x="3964517" y="523240"/>
                    </a:lnTo>
                    <a:lnTo>
                      <a:pt x="3949700" y="519007"/>
                    </a:lnTo>
                    <a:lnTo>
                      <a:pt x="3935307" y="514773"/>
                    </a:lnTo>
                    <a:lnTo>
                      <a:pt x="3920491" y="509270"/>
                    </a:lnTo>
                    <a:lnTo>
                      <a:pt x="3911600" y="521970"/>
                    </a:lnTo>
                    <a:lnTo>
                      <a:pt x="3906097" y="527050"/>
                    </a:lnTo>
                    <a:lnTo>
                      <a:pt x="3897630" y="525780"/>
                    </a:lnTo>
                    <a:lnTo>
                      <a:pt x="3895091" y="511810"/>
                    </a:lnTo>
                    <a:lnTo>
                      <a:pt x="3910330" y="503767"/>
                    </a:lnTo>
                    <a:lnTo>
                      <a:pt x="3893820" y="499533"/>
                    </a:lnTo>
                    <a:lnTo>
                      <a:pt x="3878157" y="493607"/>
                    </a:lnTo>
                    <a:lnTo>
                      <a:pt x="3861647" y="488103"/>
                    </a:lnTo>
                    <a:lnTo>
                      <a:pt x="3846407" y="482600"/>
                    </a:lnTo>
                    <a:lnTo>
                      <a:pt x="3830743" y="478367"/>
                    </a:lnTo>
                    <a:lnTo>
                      <a:pt x="3816774" y="474133"/>
                    </a:lnTo>
                    <a:lnTo>
                      <a:pt x="3801533" y="471593"/>
                    </a:lnTo>
                    <a:lnTo>
                      <a:pt x="3786293" y="468630"/>
                    </a:lnTo>
                    <a:lnTo>
                      <a:pt x="3772324" y="464397"/>
                    </a:lnTo>
                    <a:lnTo>
                      <a:pt x="3757083" y="461857"/>
                    </a:lnTo>
                    <a:lnTo>
                      <a:pt x="3741420" y="458893"/>
                    </a:lnTo>
                    <a:lnTo>
                      <a:pt x="3726180" y="456353"/>
                    </a:lnTo>
                    <a:lnTo>
                      <a:pt x="3712210" y="453390"/>
                    </a:lnTo>
                    <a:lnTo>
                      <a:pt x="3698241" y="450427"/>
                    </a:lnTo>
                    <a:lnTo>
                      <a:pt x="3681730" y="449157"/>
                    </a:lnTo>
                    <a:lnTo>
                      <a:pt x="3666491" y="447887"/>
                    </a:lnTo>
                    <a:lnTo>
                      <a:pt x="3652520" y="447887"/>
                    </a:lnTo>
                    <a:lnTo>
                      <a:pt x="3634317" y="444923"/>
                    </a:lnTo>
                    <a:lnTo>
                      <a:pt x="3618654" y="443653"/>
                    </a:lnTo>
                    <a:lnTo>
                      <a:pt x="3603413" y="443653"/>
                    </a:lnTo>
                    <a:lnTo>
                      <a:pt x="3588174" y="443653"/>
                    </a:lnTo>
                    <a:lnTo>
                      <a:pt x="3572933" y="443653"/>
                    </a:lnTo>
                    <a:lnTo>
                      <a:pt x="3557270" y="441960"/>
                    </a:lnTo>
                    <a:lnTo>
                      <a:pt x="3542030" y="440690"/>
                    </a:lnTo>
                    <a:lnTo>
                      <a:pt x="3525520" y="439420"/>
                    </a:lnTo>
                    <a:lnTo>
                      <a:pt x="3511550" y="438150"/>
                    </a:lnTo>
                    <a:lnTo>
                      <a:pt x="3494617" y="436457"/>
                    </a:lnTo>
                    <a:lnTo>
                      <a:pt x="3479376" y="430953"/>
                    </a:lnTo>
                    <a:lnTo>
                      <a:pt x="3465407" y="429683"/>
                    </a:lnTo>
                    <a:lnTo>
                      <a:pt x="3450167" y="428413"/>
                    </a:lnTo>
                    <a:lnTo>
                      <a:pt x="3436197" y="426720"/>
                    </a:lnTo>
                    <a:lnTo>
                      <a:pt x="3420957" y="439420"/>
                    </a:lnTo>
                    <a:lnTo>
                      <a:pt x="3419263" y="453390"/>
                    </a:lnTo>
                    <a:lnTo>
                      <a:pt x="3404024" y="454660"/>
                    </a:lnTo>
                    <a:lnTo>
                      <a:pt x="3388360" y="453390"/>
                    </a:lnTo>
                    <a:lnTo>
                      <a:pt x="3374813" y="467360"/>
                    </a:lnTo>
                    <a:lnTo>
                      <a:pt x="3388360" y="475827"/>
                    </a:lnTo>
                    <a:lnTo>
                      <a:pt x="3405293" y="486833"/>
                    </a:lnTo>
                    <a:lnTo>
                      <a:pt x="3420957" y="496570"/>
                    </a:lnTo>
                    <a:lnTo>
                      <a:pt x="3434926" y="505037"/>
                    </a:lnTo>
                    <a:lnTo>
                      <a:pt x="3447204" y="519007"/>
                    </a:lnTo>
                    <a:lnTo>
                      <a:pt x="3456941" y="532977"/>
                    </a:lnTo>
                    <a:lnTo>
                      <a:pt x="3473874" y="525780"/>
                    </a:lnTo>
                    <a:lnTo>
                      <a:pt x="3487843" y="532977"/>
                    </a:lnTo>
                    <a:lnTo>
                      <a:pt x="3497580" y="548217"/>
                    </a:lnTo>
                    <a:lnTo>
                      <a:pt x="3500120" y="562187"/>
                    </a:lnTo>
                    <a:lnTo>
                      <a:pt x="3484880" y="570653"/>
                    </a:lnTo>
                    <a:lnTo>
                      <a:pt x="3473874" y="585893"/>
                    </a:lnTo>
                    <a:lnTo>
                      <a:pt x="3458210" y="590127"/>
                    </a:lnTo>
                    <a:lnTo>
                      <a:pt x="3444241" y="591397"/>
                    </a:lnTo>
                    <a:lnTo>
                      <a:pt x="3430693" y="593090"/>
                    </a:lnTo>
                    <a:lnTo>
                      <a:pt x="3415030" y="591397"/>
                    </a:lnTo>
                    <a:lnTo>
                      <a:pt x="3409526" y="588433"/>
                    </a:lnTo>
                    <a:lnTo>
                      <a:pt x="3394287" y="601133"/>
                    </a:lnTo>
                    <a:lnTo>
                      <a:pt x="3408257" y="608330"/>
                    </a:lnTo>
                    <a:lnTo>
                      <a:pt x="3421804" y="622300"/>
                    </a:lnTo>
                    <a:lnTo>
                      <a:pt x="3419263" y="636270"/>
                    </a:lnTo>
                    <a:lnTo>
                      <a:pt x="3405293" y="641773"/>
                    </a:lnTo>
                    <a:lnTo>
                      <a:pt x="3391324" y="641773"/>
                    </a:lnTo>
                    <a:lnTo>
                      <a:pt x="3376507" y="638810"/>
                    </a:lnTo>
                    <a:lnTo>
                      <a:pt x="3359574" y="636270"/>
                    </a:lnTo>
                    <a:lnTo>
                      <a:pt x="3345604" y="634577"/>
                    </a:lnTo>
                    <a:lnTo>
                      <a:pt x="3331633" y="630767"/>
                    </a:lnTo>
                    <a:lnTo>
                      <a:pt x="3330363" y="616373"/>
                    </a:lnTo>
                    <a:lnTo>
                      <a:pt x="3318933" y="601133"/>
                    </a:lnTo>
                    <a:lnTo>
                      <a:pt x="3334174" y="590127"/>
                    </a:lnTo>
                    <a:lnTo>
                      <a:pt x="3349413" y="584623"/>
                    </a:lnTo>
                    <a:lnTo>
                      <a:pt x="3335867" y="576157"/>
                    </a:lnTo>
                    <a:lnTo>
                      <a:pt x="3320204" y="568960"/>
                    </a:lnTo>
                    <a:lnTo>
                      <a:pt x="3306233" y="562187"/>
                    </a:lnTo>
                    <a:lnTo>
                      <a:pt x="3292263" y="552450"/>
                    </a:lnTo>
                    <a:lnTo>
                      <a:pt x="3307926" y="548217"/>
                    </a:lnTo>
                    <a:lnTo>
                      <a:pt x="3292263" y="549487"/>
                    </a:lnTo>
                    <a:lnTo>
                      <a:pt x="3277024" y="548217"/>
                    </a:lnTo>
                    <a:lnTo>
                      <a:pt x="3261783" y="551180"/>
                    </a:lnTo>
                    <a:lnTo>
                      <a:pt x="3247813" y="553720"/>
                    </a:lnTo>
                    <a:lnTo>
                      <a:pt x="3232574" y="557953"/>
                    </a:lnTo>
                    <a:lnTo>
                      <a:pt x="3218604" y="567690"/>
                    </a:lnTo>
                    <a:lnTo>
                      <a:pt x="3229610" y="581660"/>
                    </a:lnTo>
                    <a:lnTo>
                      <a:pt x="3214370" y="574887"/>
                    </a:lnTo>
                    <a:lnTo>
                      <a:pt x="3200400" y="566420"/>
                    </a:lnTo>
                    <a:lnTo>
                      <a:pt x="3186430" y="570653"/>
                    </a:lnTo>
                    <a:lnTo>
                      <a:pt x="3185160" y="584623"/>
                    </a:lnTo>
                    <a:lnTo>
                      <a:pt x="3169497" y="585893"/>
                    </a:lnTo>
                    <a:lnTo>
                      <a:pt x="3155950" y="584623"/>
                    </a:lnTo>
                    <a:lnTo>
                      <a:pt x="3141557" y="596900"/>
                    </a:lnTo>
                    <a:lnTo>
                      <a:pt x="3129280" y="610870"/>
                    </a:lnTo>
                    <a:lnTo>
                      <a:pt x="3112347" y="613833"/>
                    </a:lnTo>
                    <a:lnTo>
                      <a:pt x="3098376" y="612563"/>
                    </a:lnTo>
                    <a:lnTo>
                      <a:pt x="3081867" y="609600"/>
                    </a:lnTo>
                    <a:lnTo>
                      <a:pt x="3066626" y="604097"/>
                    </a:lnTo>
                    <a:lnTo>
                      <a:pt x="3050963" y="599863"/>
                    </a:lnTo>
                    <a:lnTo>
                      <a:pt x="3036993" y="601133"/>
                    </a:lnTo>
                    <a:lnTo>
                      <a:pt x="3023024" y="604097"/>
                    </a:lnTo>
                    <a:lnTo>
                      <a:pt x="3007783" y="602827"/>
                    </a:lnTo>
                    <a:lnTo>
                      <a:pt x="2992543" y="598593"/>
                    </a:lnTo>
                    <a:lnTo>
                      <a:pt x="2977304" y="599863"/>
                    </a:lnTo>
                    <a:lnTo>
                      <a:pt x="2963333" y="606637"/>
                    </a:lnTo>
                    <a:lnTo>
                      <a:pt x="2949363" y="609600"/>
                    </a:lnTo>
                    <a:lnTo>
                      <a:pt x="2933700" y="609600"/>
                    </a:lnTo>
                    <a:lnTo>
                      <a:pt x="2920154" y="612563"/>
                    </a:lnTo>
                    <a:lnTo>
                      <a:pt x="2904491" y="620607"/>
                    </a:lnTo>
                    <a:lnTo>
                      <a:pt x="2889250" y="629073"/>
                    </a:lnTo>
                    <a:lnTo>
                      <a:pt x="2883747" y="634577"/>
                    </a:lnTo>
                    <a:lnTo>
                      <a:pt x="2886287" y="648547"/>
                    </a:lnTo>
                    <a:lnTo>
                      <a:pt x="2889250" y="663787"/>
                    </a:lnTo>
                    <a:lnTo>
                      <a:pt x="2874010" y="666750"/>
                    </a:lnTo>
                    <a:lnTo>
                      <a:pt x="2860041" y="659977"/>
                    </a:lnTo>
                    <a:lnTo>
                      <a:pt x="2846070" y="647277"/>
                    </a:lnTo>
                    <a:lnTo>
                      <a:pt x="2832100" y="654473"/>
                    </a:lnTo>
                    <a:lnTo>
                      <a:pt x="2816860" y="661247"/>
                    </a:lnTo>
                    <a:lnTo>
                      <a:pt x="2815167" y="661247"/>
                    </a:lnTo>
                    <a:lnTo>
                      <a:pt x="2813897" y="661247"/>
                    </a:lnTo>
                    <a:lnTo>
                      <a:pt x="2810933" y="646007"/>
                    </a:lnTo>
                    <a:lnTo>
                      <a:pt x="2795693" y="658283"/>
                    </a:lnTo>
                    <a:lnTo>
                      <a:pt x="2781724" y="659977"/>
                    </a:lnTo>
                    <a:lnTo>
                      <a:pt x="2769447" y="655743"/>
                    </a:lnTo>
                    <a:lnTo>
                      <a:pt x="2753783" y="654473"/>
                    </a:lnTo>
                    <a:lnTo>
                      <a:pt x="2738543" y="654473"/>
                    </a:lnTo>
                    <a:lnTo>
                      <a:pt x="2724574" y="657013"/>
                    </a:lnTo>
                    <a:lnTo>
                      <a:pt x="2708063" y="655743"/>
                    </a:lnTo>
                    <a:lnTo>
                      <a:pt x="2711874" y="641773"/>
                    </a:lnTo>
                    <a:lnTo>
                      <a:pt x="2727537" y="638810"/>
                    </a:lnTo>
                    <a:lnTo>
                      <a:pt x="2742776" y="633307"/>
                    </a:lnTo>
                    <a:lnTo>
                      <a:pt x="2758017" y="638810"/>
                    </a:lnTo>
                    <a:lnTo>
                      <a:pt x="2773257" y="629073"/>
                    </a:lnTo>
                    <a:lnTo>
                      <a:pt x="2762250" y="615103"/>
                    </a:lnTo>
                    <a:lnTo>
                      <a:pt x="2747010" y="605367"/>
                    </a:lnTo>
                    <a:lnTo>
                      <a:pt x="2748280" y="591397"/>
                    </a:lnTo>
                    <a:lnTo>
                      <a:pt x="2747010" y="576157"/>
                    </a:lnTo>
                    <a:lnTo>
                      <a:pt x="2760980" y="570653"/>
                    </a:lnTo>
                    <a:lnTo>
                      <a:pt x="2745317" y="566420"/>
                    </a:lnTo>
                    <a:lnTo>
                      <a:pt x="2730500" y="565150"/>
                    </a:lnTo>
                    <a:lnTo>
                      <a:pt x="2714837" y="560917"/>
                    </a:lnTo>
                    <a:lnTo>
                      <a:pt x="2730500" y="557953"/>
                    </a:lnTo>
                    <a:lnTo>
                      <a:pt x="2745317" y="559223"/>
                    </a:lnTo>
                    <a:lnTo>
                      <a:pt x="2759710" y="556683"/>
                    </a:lnTo>
                    <a:lnTo>
                      <a:pt x="2774950" y="556683"/>
                    </a:lnTo>
                    <a:lnTo>
                      <a:pt x="2788920" y="555413"/>
                    </a:lnTo>
                    <a:lnTo>
                      <a:pt x="2802891" y="548217"/>
                    </a:lnTo>
                    <a:lnTo>
                      <a:pt x="2787226" y="548217"/>
                    </a:lnTo>
                    <a:lnTo>
                      <a:pt x="2771987" y="549487"/>
                    </a:lnTo>
                    <a:lnTo>
                      <a:pt x="2756747" y="549487"/>
                    </a:lnTo>
                    <a:lnTo>
                      <a:pt x="2742776" y="551180"/>
                    </a:lnTo>
                    <a:lnTo>
                      <a:pt x="2728807" y="552450"/>
                    </a:lnTo>
                    <a:lnTo>
                      <a:pt x="2713567" y="556683"/>
                    </a:lnTo>
                    <a:lnTo>
                      <a:pt x="2698326" y="559223"/>
                    </a:lnTo>
                    <a:lnTo>
                      <a:pt x="2683933" y="563457"/>
                    </a:lnTo>
                    <a:lnTo>
                      <a:pt x="2667424" y="570653"/>
                    </a:lnTo>
                    <a:lnTo>
                      <a:pt x="2653454" y="577427"/>
                    </a:lnTo>
                    <a:lnTo>
                      <a:pt x="2639483" y="580390"/>
                    </a:lnTo>
                    <a:lnTo>
                      <a:pt x="2624243" y="587163"/>
                    </a:lnTo>
                    <a:lnTo>
                      <a:pt x="2610274" y="593090"/>
                    </a:lnTo>
                    <a:lnTo>
                      <a:pt x="2595033" y="606637"/>
                    </a:lnTo>
                    <a:lnTo>
                      <a:pt x="2610274" y="608330"/>
                    </a:lnTo>
                    <a:lnTo>
                      <a:pt x="2625513" y="616373"/>
                    </a:lnTo>
                    <a:lnTo>
                      <a:pt x="2640754" y="629073"/>
                    </a:lnTo>
                    <a:lnTo>
                      <a:pt x="2627207" y="633307"/>
                    </a:lnTo>
                    <a:lnTo>
                      <a:pt x="2611543" y="643043"/>
                    </a:lnTo>
                    <a:lnTo>
                      <a:pt x="2597574" y="647277"/>
                    </a:lnTo>
                    <a:lnTo>
                      <a:pt x="2582333" y="634577"/>
                    </a:lnTo>
                    <a:lnTo>
                      <a:pt x="2589107" y="620607"/>
                    </a:lnTo>
                    <a:lnTo>
                      <a:pt x="2573867" y="609600"/>
                    </a:lnTo>
                    <a:lnTo>
                      <a:pt x="2558626" y="615103"/>
                    </a:lnTo>
                    <a:lnTo>
                      <a:pt x="2543387" y="619337"/>
                    </a:lnTo>
                    <a:lnTo>
                      <a:pt x="2528147" y="620607"/>
                    </a:lnTo>
                    <a:lnTo>
                      <a:pt x="2512483" y="630767"/>
                    </a:lnTo>
                    <a:lnTo>
                      <a:pt x="2498513" y="633307"/>
                    </a:lnTo>
                    <a:lnTo>
                      <a:pt x="2483273" y="636270"/>
                    </a:lnTo>
                    <a:lnTo>
                      <a:pt x="2468033" y="640080"/>
                    </a:lnTo>
                    <a:lnTo>
                      <a:pt x="2454063" y="641773"/>
                    </a:lnTo>
                    <a:lnTo>
                      <a:pt x="2438823" y="638810"/>
                    </a:lnTo>
                    <a:lnTo>
                      <a:pt x="2423160" y="648547"/>
                    </a:lnTo>
                    <a:lnTo>
                      <a:pt x="2409190" y="657013"/>
                    </a:lnTo>
                    <a:lnTo>
                      <a:pt x="2393950" y="662517"/>
                    </a:lnTo>
                    <a:lnTo>
                      <a:pt x="2379980" y="669713"/>
                    </a:lnTo>
                    <a:lnTo>
                      <a:pt x="2366010" y="683683"/>
                    </a:lnTo>
                    <a:lnTo>
                      <a:pt x="2364740" y="680720"/>
                    </a:lnTo>
                    <a:lnTo>
                      <a:pt x="2364740" y="677757"/>
                    </a:lnTo>
                    <a:lnTo>
                      <a:pt x="2363470" y="677757"/>
                    </a:lnTo>
                    <a:lnTo>
                      <a:pt x="2348230" y="684953"/>
                    </a:lnTo>
                    <a:lnTo>
                      <a:pt x="2334260" y="693420"/>
                    </a:lnTo>
                    <a:lnTo>
                      <a:pt x="2318597" y="698923"/>
                    </a:lnTo>
                    <a:lnTo>
                      <a:pt x="2304627" y="703157"/>
                    </a:lnTo>
                    <a:lnTo>
                      <a:pt x="2291080" y="708660"/>
                    </a:lnTo>
                    <a:lnTo>
                      <a:pt x="2275417" y="711200"/>
                    </a:lnTo>
                    <a:lnTo>
                      <a:pt x="2260177" y="712893"/>
                    </a:lnTo>
                    <a:lnTo>
                      <a:pt x="2244937" y="709930"/>
                    </a:lnTo>
                    <a:lnTo>
                      <a:pt x="2230967" y="707390"/>
                    </a:lnTo>
                    <a:lnTo>
                      <a:pt x="2246207" y="715857"/>
                    </a:lnTo>
                    <a:lnTo>
                      <a:pt x="2257213" y="729403"/>
                    </a:lnTo>
                    <a:lnTo>
                      <a:pt x="2272454" y="735330"/>
                    </a:lnTo>
                    <a:lnTo>
                      <a:pt x="2286423" y="745067"/>
                    </a:lnTo>
                    <a:lnTo>
                      <a:pt x="2271183" y="737870"/>
                    </a:lnTo>
                    <a:lnTo>
                      <a:pt x="2255944" y="735330"/>
                    </a:lnTo>
                    <a:lnTo>
                      <a:pt x="2240280" y="732367"/>
                    </a:lnTo>
                    <a:lnTo>
                      <a:pt x="2225463" y="739140"/>
                    </a:lnTo>
                    <a:lnTo>
                      <a:pt x="2209800" y="737870"/>
                    </a:lnTo>
                    <a:lnTo>
                      <a:pt x="2195830" y="736600"/>
                    </a:lnTo>
                    <a:lnTo>
                      <a:pt x="2180590" y="750570"/>
                    </a:lnTo>
                    <a:lnTo>
                      <a:pt x="2165350" y="743373"/>
                    </a:lnTo>
                    <a:lnTo>
                      <a:pt x="2150110" y="751840"/>
                    </a:lnTo>
                    <a:lnTo>
                      <a:pt x="2163657" y="763270"/>
                    </a:lnTo>
                    <a:lnTo>
                      <a:pt x="2167890" y="776817"/>
                    </a:lnTo>
                    <a:lnTo>
                      <a:pt x="2158154" y="790787"/>
                    </a:lnTo>
                    <a:lnTo>
                      <a:pt x="2153920" y="806450"/>
                    </a:lnTo>
                    <a:lnTo>
                      <a:pt x="2165350" y="820420"/>
                    </a:lnTo>
                    <a:lnTo>
                      <a:pt x="2165350" y="835660"/>
                    </a:lnTo>
                    <a:lnTo>
                      <a:pt x="2153920" y="849630"/>
                    </a:lnTo>
                    <a:lnTo>
                      <a:pt x="2139950" y="846667"/>
                    </a:lnTo>
                    <a:lnTo>
                      <a:pt x="2126404" y="846667"/>
                    </a:lnTo>
                    <a:lnTo>
                      <a:pt x="2110740" y="852170"/>
                    </a:lnTo>
                    <a:lnTo>
                      <a:pt x="2094230" y="855133"/>
                    </a:lnTo>
                    <a:lnTo>
                      <a:pt x="2080260" y="858097"/>
                    </a:lnTo>
                    <a:lnTo>
                      <a:pt x="2065020" y="860637"/>
                    </a:lnTo>
                    <a:lnTo>
                      <a:pt x="2049357" y="860637"/>
                    </a:lnTo>
                    <a:lnTo>
                      <a:pt x="2034117" y="869103"/>
                    </a:lnTo>
                    <a:lnTo>
                      <a:pt x="2046393" y="855133"/>
                    </a:lnTo>
                    <a:lnTo>
                      <a:pt x="2032847" y="855133"/>
                    </a:lnTo>
                    <a:lnTo>
                      <a:pt x="2018877" y="858097"/>
                    </a:lnTo>
                    <a:lnTo>
                      <a:pt x="2003213" y="859367"/>
                    </a:lnTo>
                    <a:lnTo>
                      <a:pt x="1987973" y="860637"/>
                    </a:lnTo>
                    <a:lnTo>
                      <a:pt x="1982470" y="856403"/>
                    </a:lnTo>
                    <a:lnTo>
                      <a:pt x="1966807" y="852170"/>
                    </a:lnTo>
                    <a:lnTo>
                      <a:pt x="1953260" y="839893"/>
                    </a:lnTo>
                    <a:lnTo>
                      <a:pt x="1939290" y="827193"/>
                    </a:lnTo>
                    <a:lnTo>
                      <a:pt x="1929554" y="813223"/>
                    </a:lnTo>
                    <a:lnTo>
                      <a:pt x="1915583" y="806450"/>
                    </a:lnTo>
                    <a:lnTo>
                      <a:pt x="1900343" y="802217"/>
                    </a:lnTo>
                    <a:lnTo>
                      <a:pt x="1883410" y="799253"/>
                    </a:lnTo>
                    <a:lnTo>
                      <a:pt x="1868170" y="793750"/>
                    </a:lnTo>
                    <a:lnTo>
                      <a:pt x="1852930" y="788247"/>
                    </a:lnTo>
                    <a:lnTo>
                      <a:pt x="1841500" y="775547"/>
                    </a:lnTo>
                    <a:lnTo>
                      <a:pt x="1844463" y="761577"/>
                    </a:lnTo>
                    <a:lnTo>
                      <a:pt x="1848697" y="757343"/>
                    </a:lnTo>
                    <a:lnTo>
                      <a:pt x="1863937" y="750570"/>
                    </a:lnTo>
                    <a:lnTo>
                      <a:pt x="1877907" y="746337"/>
                    </a:lnTo>
                    <a:lnTo>
                      <a:pt x="1872404" y="731097"/>
                    </a:lnTo>
                    <a:lnTo>
                      <a:pt x="1886373" y="726863"/>
                    </a:lnTo>
                    <a:lnTo>
                      <a:pt x="1901613" y="723900"/>
                    </a:lnTo>
                    <a:lnTo>
                      <a:pt x="1915583" y="723900"/>
                    </a:lnTo>
                    <a:lnTo>
                      <a:pt x="1930823" y="722630"/>
                    </a:lnTo>
                    <a:lnTo>
                      <a:pt x="1944793" y="721360"/>
                    </a:lnTo>
                    <a:lnTo>
                      <a:pt x="1958763" y="719667"/>
                    </a:lnTo>
                    <a:lnTo>
                      <a:pt x="1975697" y="715857"/>
                    </a:lnTo>
                    <a:lnTo>
                      <a:pt x="1989243" y="717127"/>
                    </a:lnTo>
                    <a:lnTo>
                      <a:pt x="2004907" y="718397"/>
                    </a:lnTo>
                    <a:lnTo>
                      <a:pt x="2018877" y="715857"/>
                    </a:lnTo>
                    <a:lnTo>
                      <a:pt x="2009140" y="700193"/>
                    </a:lnTo>
                    <a:lnTo>
                      <a:pt x="1993900" y="690457"/>
                    </a:lnTo>
                    <a:lnTo>
                      <a:pt x="1986704" y="676487"/>
                    </a:lnTo>
                    <a:lnTo>
                      <a:pt x="1972733" y="665480"/>
                    </a:lnTo>
                    <a:lnTo>
                      <a:pt x="1957493" y="662517"/>
                    </a:lnTo>
                    <a:lnTo>
                      <a:pt x="1943523" y="655743"/>
                    </a:lnTo>
                    <a:lnTo>
                      <a:pt x="1928283" y="646007"/>
                    </a:lnTo>
                    <a:lnTo>
                      <a:pt x="1914313" y="636270"/>
                    </a:lnTo>
                    <a:lnTo>
                      <a:pt x="1905847" y="622300"/>
                    </a:lnTo>
                    <a:lnTo>
                      <a:pt x="1891877" y="620607"/>
                    </a:lnTo>
                    <a:lnTo>
                      <a:pt x="1876637" y="616373"/>
                    </a:lnTo>
                    <a:lnTo>
                      <a:pt x="1860973" y="615103"/>
                    </a:lnTo>
                    <a:lnTo>
                      <a:pt x="1845733" y="610870"/>
                    </a:lnTo>
                    <a:lnTo>
                      <a:pt x="1830493" y="609600"/>
                    </a:lnTo>
                    <a:lnTo>
                      <a:pt x="1813560" y="608330"/>
                    </a:lnTo>
                    <a:lnTo>
                      <a:pt x="1799590" y="608330"/>
                    </a:lnTo>
                    <a:lnTo>
                      <a:pt x="1795780" y="608330"/>
                    </a:lnTo>
                    <a:lnTo>
                      <a:pt x="1781810" y="608330"/>
                    </a:lnTo>
                    <a:lnTo>
                      <a:pt x="1766147" y="610870"/>
                    </a:lnTo>
                    <a:lnTo>
                      <a:pt x="1752177" y="610870"/>
                    </a:lnTo>
                    <a:lnTo>
                      <a:pt x="1739900" y="612563"/>
                    </a:lnTo>
                    <a:lnTo>
                      <a:pt x="1724237" y="613833"/>
                    </a:lnTo>
                    <a:lnTo>
                      <a:pt x="1707727" y="615103"/>
                    </a:lnTo>
                    <a:lnTo>
                      <a:pt x="1692487" y="612563"/>
                    </a:lnTo>
                    <a:lnTo>
                      <a:pt x="1678517" y="608330"/>
                    </a:lnTo>
                    <a:lnTo>
                      <a:pt x="1662854" y="601133"/>
                    </a:lnTo>
                    <a:lnTo>
                      <a:pt x="1646343" y="599863"/>
                    </a:lnTo>
                    <a:lnTo>
                      <a:pt x="1632373" y="594360"/>
                    </a:lnTo>
                    <a:lnTo>
                      <a:pt x="1617133" y="604097"/>
                    </a:lnTo>
                    <a:lnTo>
                      <a:pt x="1632373" y="609600"/>
                    </a:lnTo>
                    <a:lnTo>
                      <a:pt x="1646343" y="616373"/>
                    </a:lnTo>
                    <a:lnTo>
                      <a:pt x="1660313" y="622300"/>
                    </a:lnTo>
                    <a:lnTo>
                      <a:pt x="1675554" y="627803"/>
                    </a:lnTo>
                    <a:lnTo>
                      <a:pt x="1689523" y="632037"/>
                    </a:lnTo>
                    <a:lnTo>
                      <a:pt x="1705187" y="637540"/>
                    </a:lnTo>
                    <a:lnTo>
                      <a:pt x="1718733" y="644313"/>
                    </a:lnTo>
                    <a:lnTo>
                      <a:pt x="1730163" y="651510"/>
                    </a:lnTo>
                    <a:lnTo>
                      <a:pt x="1731433" y="665480"/>
                    </a:lnTo>
                    <a:lnTo>
                      <a:pt x="1731433" y="679450"/>
                    </a:lnTo>
                    <a:lnTo>
                      <a:pt x="1745404" y="684953"/>
                    </a:lnTo>
                    <a:lnTo>
                      <a:pt x="1731433" y="690457"/>
                    </a:lnTo>
                    <a:lnTo>
                      <a:pt x="1743710" y="704427"/>
                    </a:lnTo>
                    <a:lnTo>
                      <a:pt x="1730163" y="708660"/>
                    </a:lnTo>
                    <a:lnTo>
                      <a:pt x="1738207" y="722630"/>
                    </a:lnTo>
                    <a:lnTo>
                      <a:pt x="1732704" y="737870"/>
                    </a:lnTo>
                    <a:lnTo>
                      <a:pt x="1727200" y="751840"/>
                    </a:lnTo>
                    <a:lnTo>
                      <a:pt x="1721697" y="765810"/>
                    </a:lnTo>
                    <a:lnTo>
                      <a:pt x="1717463" y="781050"/>
                    </a:lnTo>
                    <a:lnTo>
                      <a:pt x="1717463" y="795020"/>
                    </a:lnTo>
                    <a:lnTo>
                      <a:pt x="1731433" y="808990"/>
                    </a:lnTo>
                    <a:lnTo>
                      <a:pt x="1745404" y="808990"/>
                    </a:lnTo>
                    <a:lnTo>
                      <a:pt x="1760643" y="808990"/>
                    </a:lnTo>
                    <a:lnTo>
                      <a:pt x="1774613" y="817457"/>
                    </a:lnTo>
                    <a:lnTo>
                      <a:pt x="1789854" y="828463"/>
                    </a:lnTo>
                    <a:lnTo>
                      <a:pt x="1803823" y="836930"/>
                    </a:lnTo>
                    <a:lnTo>
                      <a:pt x="1817793" y="846667"/>
                    </a:lnTo>
                    <a:lnTo>
                      <a:pt x="1813560" y="861907"/>
                    </a:lnTo>
                    <a:lnTo>
                      <a:pt x="1816523" y="876300"/>
                    </a:lnTo>
                    <a:lnTo>
                      <a:pt x="1831763" y="884343"/>
                    </a:lnTo>
                    <a:lnTo>
                      <a:pt x="1816523" y="894080"/>
                    </a:lnTo>
                    <a:lnTo>
                      <a:pt x="1813560" y="909743"/>
                    </a:lnTo>
                    <a:lnTo>
                      <a:pt x="1805093" y="920750"/>
                    </a:lnTo>
                    <a:lnTo>
                      <a:pt x="1801283" y="926253"/>
                    </a:lnTo>
                    <a:lnTo>
                      <a:pt x="1798320" y="941493"/>
                    </a:lnTo>
                    <a:lnTo>
                      <a:pt x="1799590" y="955463"/>
                    </a:lnTo>
                    <a:lnTo>
                      <a:pt x="1812290" y="971127"/>
                    </a:lnTo>
                    <a:lnTo>
                      <a:pt x="1815254" y="986367"/>
                    </a:lnTo>
                    <a:lnTo>
                      <a:pt x="1823297" y="1000337"/>
                    </a:lnTo>
                    <a:lnTo>
                      <a:pt x="1816523" y="994410"/>
                    </a:lnTo>
                    <a:lnTo>
                      <a:pt x="1802554" y="980440"/>
                    </a:lnTo>
                    <a:lnTo>
                      <a:pt x="1795780" y="966893"/>
                    </a:lnTo>
                    <a:lnTo>
                      <a:pt x="1780117" y="958427"/>
                    </a:lnTo>
                    <a:lnTo>
                      <a:pt x="1766147" y="954193"/>
                    </a:lnTo>
                    <a:lnTo>
                      <a:pt x="1750907" y="958427"/>
                    </a:lnTo>
                    <a:lnTo>
                      <a:pt x="1736937" y="959697"/>
                    </a:lnTo>
                    <a:lnTo>
                      <a:pt x="1733973" y="974937"/>
                    </a:lnTo>
                    <a:lnTo>
                      <a:pt x="1718733" y="965200"/>
                    </a:lnTo>
                    <a:lnTo>
                      <a:pt x="1733973" y="954193"/>
                    </a:lnTo>
                    <a:lnTo>
                      <a:pt x="1747943" y="949960"/>
                    </a:lnTo>
                    <a:lnTo>
                      <a:pt x="1741170" y="935990"/>
                    </a:lnTo>
                    <a:lnTo>
                      <a:pt x="1727200" y="931757"/>
                    </a:lnTo>
                    <a:lnTo>
                      <a:pt x="1713230" y="929217"/>
                    </a:lnTo>
                    <a:lnTo>
                      <a:pt x="1697990" y="917787"/>
                    </a:lnTo>
                    <a:lnTo>
                      <a:pt x="1684020" y="917787"/>
                    </a:lnTo>
                    <a:lnTo>
                      <a:pt x="1668780" y="919057"/>
                    </a:lnTo>
                    <a:lnTo>
                      <a:pt x="1653540" y="920750"/>
                    </a:lnTo>
                    <a:lnTo>
                      <a:pt x="1637877" y="922020"/>
                    </a:lnTo>
                    <a:lnTo>
                      <a:pt x="1623907" y="913553"/>
                    </a:lnTo>
                    <a:lnTo>
                      <a:pt x="1609937" y="909743"/>
                    </a:lnTo>
                    <a:lnTo>
                      <a:pt x="1593427" y="905510"/>
                    </a:lnTo>
                    <a:lnTo>
                      <a:pt x="1578187" y="902547"/>
                    </a:lnTo>
                    <a:lnTo>
                      <a:pt x="1563793" y="916517"/>
                    </a:lnTo>
                    <a:lnTo>
                      <a:pt x="1552787" y="930487"/>
                    </a:lnTo>
                    <a:lnTo>
                      <a:pt x="1538817" y="945727"/>
                    </a:lnTo>
                    <a:lnTo>
                      <a:pt x="1523577" y="956733"/>
                    </a:lnTo>
                    <a:lnTo>
                      <a:pt x="1509607" y="965200"/>
                    </a:lnTo>
                    <a:lnTo>
                      <a:pt x="1494367" y="972397"/>
                    </a:lnTo>
                    <a:lnTo>
                      <a:pt x="1480397" y="974937"/>
                    </a:lnTo>
                    <a:lnTo>
                      <a:pt x="1466427" y="979170"/>
                    </a:lnTo>
                    <a:lnTo>
                      <a:pt x="1451187" y="980440"/>
                    </a:lnTo>
                    <a:lnTo>
                      <a:pt x="1435947" y="983403"/>
                    </a:lnTo>
                    <a:lnTo>
                      <a:pt x="1421554" y="996103"/>
                    </a:lnTo>
                    <a:lnTo>
                      <a:pt x="1407583" y="1011343"/>
                    </a:lnTo>
                    <a:lnTo>
                      <a:pt x="1393613" y="1018540"/>
                    </a:lnTo>
                    <a:lnTo>
                      <a:pt x="1378373" y="1026583"/>
                    </a:lnTo>
                    <a:lnTo>
                      <a:pt x="1364404" y="1030817"/>
                    </a:lnTo>
                    <a:lnTo>
                      <a:pt x="1352127" y="1036320"/>
                    </a:lnTo>
                    <a:lnTo>
                      <a:pt x="1339427" y="1050290"/>
                    </a:lnTo>
                    <a:lnTo>
                      <a:pt x="1339427" y="1064260"/>
                    </a:lnTo>
                    <a:lnTo>
                      <a:pt x="1352127" y="1079923"/>
                    </a:lnTo>
                    <a:lnTo>
                      <a:pt x="1367367" y="1089660"/>
                    </a:lnTo>
                    <a:lnTo>
                      <a:pt x="1381337" y="1100667"/>
                    </a:lnTo>
                    <a:lnTo>
                      <a:pt x="1389380" y="1109133"/>
                    </a:lnTo>
                    <a:lnTo>
                      <a:pt x="1405043" y="1120140"/>
                    </a:lnTo>
                    <a:lnTo>
                      <a:pt x="1420283" y="1127337"/>
                    </a:lnTo>
                    <a:lnTo>
                      <a:pt x="1428750" y="1134110"/>
                    </a:lnTo>
                    <a:lnTo>
                      <a:pt x="1439757" y="1148080"/>
                    </a:lnTo>
                    <a:lnTo>
                      <a:pt x="1445260" y="1162050"/>
                    </a:lnTo>
                    <a:lnTo>
                      <a:pt x="1451187" y="1177290"/>
                    </a:lnTo>
                    <a:lnTo>
                      <a:pt x="1463463" y="1191260"/>
                    </a:lnTo>
                    <a:lnTo>
                      <a:pt x="1463463" y="1192953"/>
                    </a:lnTo>
                    <a:lnTo>
                      <a:pt x="1463463" y="1195493"/>
                    </a:lnTo>
                    <a:lnTo>
                      <a:pt x="1459654" y="1195493"/>
                    </a:lnTo>
                    <a:lnTo>
                      <a:pt x="1445260" y="1191260"/>
                    </a:lnTo>
                    <a:lnTo>
                      <a:pt x="1430020" y="1192953"/>
                    </a:lnTo>
                    <a:lnTo>
                      <a:pt x="1414780" y="1185757"/>
                    </a:lnTo>
                    <a:lnTo>
                      <a:pt x="1400810" y="1180253"/>
                    </a:lnTo>
                    <a:lnTo>
                      <a:pt x="1395307" y="1178983"/>
                    </a:lnTo>
                    <a:lnTo>
                      <a:pt x="1381337" y="1188297"/>
                    </a:lnTo>
                    <a:lnTo>
                      <a:pt x="1366097" y="1192953"/>
                    </a:lnTo>
                    <a:lnTo>
                      <a:pt x="1352127" y="1191260"/>
                    </a:lnTo>
                    <a:lnTo>
                      <a:pt x="1336463" y="1185757"/>
                    </a:lnTo>
                    <a:lnTo>
                      <a:pt x="1321223" y="1178983"/>
                    </a:lnTo>
                    <a:lnTo>
                      <a:pt x="1305983" y="1176020"/>
                    </a:lnTo>
                    <a:lnTo>
                      <a:pt x="1292013" y="1170517"/>
                    </a:lnTo>
                    <a:lnTo>
                      <a:pt x="1276773" y="1165013"/>
                    </a:lnTo>
                    <a:lnTo>
                      <a:pt x="1262804" y="1162050"/>
                    </a:lnTo>
                    <a:lnTo>
                      <a:pt x="1248833" y="1160780"/>
                    </a:lnTo>
                    <a:lnTo>
                      <a:pt x="1231900" y="1156547"/>
                    </a:lnTo>
                    <a:lnTo>
                      <a:pt x="1216660" y="1163320"/>
                    </a:lnTo>
                    <a:lnTo>
                      <a:pt x="1201420" y="1166283"/>
                    </a:lnTo>
                    <a:lnTo>
                      <a:pt x="1187450" y="1174750"/>
                    </a:lnTo>
                    <a:lnTo>
                      <a:pt x="1178983" y="1159087"/>
                    </a:lnTo>
                    <a:lnTo>
                      <a:pt x="1194223" y="1157817"/>
                    </a:lnTo>
                    <a:lnTo>
                      <a:pt x="1209463" y="1146810"/>
                    </a:lnTo>
                    <a:lnTo>
                      <a:pt x="1194223" y="1149350"/>
                    </a:lnTo>
                    <a:lnTo>
                      <a:pt x="1178983" y="1148080"/>
                    </a:lnTo>
                    <a:lnTo>
                      <a:pt x="1165013" y="1143847"/>
                    </a:lnTo>
                    <a:lnTo>
                      <a:pt x="1149773" y="1138343"/>
                    </a:lnTo>
                    <a:lnTo>
                      <a:pt x="1134110" y="1127337"/>
                    </a:lnTo>
                    <a:lnTo>
                      <a:pt x="1128607" y="1120140"/>
                    </a:lnTo>
                    <a:lnTo>
                      <a:pt x="1115060" y="1114637"/>
                    </a:lnTo>
                    <a:lnTo>
                      <a:pt x="1099397" y="1107440"/>
                    </a:lnTo>
                    <a:lnTo>
                      <a:pt x="1085427" y="1104900"/>
                    </a:lnTo>
                    <a:lnTo>
                      <a:pt x="1070187" y="1101937"/>
                    </a:lnTo>
                    <a:lnTo>
                      <a:pt x="1054947" y="1097703"/>
                    </a:lnTo>
                    <a:lnTo>
                      <a:pt x="1039283" y="1097703"/>
                    </a:lnTo>
                    <a:lnTo>
                      <a:pt x="1032510" y="1111673"/>
                    </a:lnTo>
                    <a:lnTo>
                      <a:pt x="1032510" y="1127337"/>
                    </a:lnTo>
                    <a:lnTo>
                      <a:pt x="1018540" y="1134110"/>
                    </a:lnTo>
                    <a:lnTo>
                      <a:pt x="1003300" y="1137073"/>
                    </a:lnTo>
                    <a:lnTo>
                      <a:pt x="989330" y="1137073"/>
                    </a:lnTo>
                    <a:lnTo>
                      <a:pt x="1000337" y="1151043"/>
                    </a:lnTo>
                    <a:lnTo>
                      <a:pt x="1014307" y="1165013"/>
                    </a:lnTo>
                    <a:lnTo>
                      <a:pt x="1029546" y="1168823"/>
                    </a:lnTo>
                    <a:lnTo>
                      <a:pt x="1044787" y="1181523"/>
                    </a:lnTo>
                    <a:lnTo>
                      <a:pt x="1059180" y="1194223"/>
                    </a:lnTo>
                    <a:lnTo>
                      <a:pt x="1073150" y="1203960"/>
                    </a:lnTo>
                    <a:lnTo>
                      <a:pt x="1086697" y="1214967"/>
                    </a:lnTo>
                    <a:lnTo>
                      <a:pt x="1101937" y="1219200"/>
                    </a:lnTo>
                    <a:lnTo>
                      <a:pt x="1115907" y="1222163"/>
                    </a:lnTo>
                    <a:lnTo>
                      <a:pt x="1131570" y="1217930"/>
                    </a:lnTo>
                    <a:lnTo>
                      <a:pt x="1145540" y="1213697"/>
                    </a:lnTo>
                    <a:lnTo>
                      <a:pt x="1159510" y="1213697"/>
                    </a:lnTo>
                    <a:lnTo>
                      <a:pt x="1174750" y="1224703"/>
                    </a:lnTo>
                    <a:lnTo>
                      <a:pt x="1188720" y="1230630"/>
                    </a:lnTo>
                    <a:lnTo>
                      <a:pt x="1183217" y="1244177"/>
                    </a:lnTo>
                    <a:lnTo>
                      <a:pt x="1197187" y="1253913"/>
                    </a:lnTo>
                    <a:lnTo>
                      <a:pt x="1203960" y="1269577"/>
                    </a:lnTo>
                    <a:lnTo>
                      <a:pt x="1197187" y="1283547"/>
                    </a:lnTo>
                    <a:lnTo>
                      <a:pt x="1185757" y="1287357"/>
                    </a:lnTo>
                    <a:lnTo>
                      <a:pt x="1172210" y="1289050"/>
                    </a:lnTo>
                    <a:lnTo>
                      <a:pt x="1157817" y="1287357"/>
                    </a:lnTo>
                    <a:lnTo>
                      <a:pt x="1146810" y="1301327"/>
                    </a:lnTo>
                    <a:lnTo>
                      <a:pt x="1131570" y="1304290"/>
                    </a:lnTo>
                    <a:lnTo>
                      <a:pt x="1115907" y="1298787"/>
                    </a:lnTo>
                    <a:lnTo>
                      <a:pt x="1101937" y="1290320"/>
                    </a:lnTo>
                    <a:lnTo>
                      <a:pt x="1086697" y="1290320"/>
                    </a:lnTo>
                    <a:lnTo>
                      <a:pt x="1073150" y="1287357"/>
                    </a:lnTo>
                    <a:lnTo>
                      <a:pt x="1059180" y="1284817"/>
                    </a:lnTo>
                    <a:lnTo>
                      <a:pt x="1043517" y="1284817"/>
                    </a:lnTo>
                    <a:lnTo>
                      <a:pt x="1029546" y="1279313"/>
                    </a:lnTo>
                    <a:lnTo>
                      <a:pt x="1016000" y="1276350"/>
                    </a:lnTo>
                    <a:lnTo>
                      <a:pt x="1000337" y="1265343"/>
                    </a:lnTo>
                    <a:lnTo>
                      <a:pt x="988060" y="1251373"/>
                    </a:lnTo>
                    <a:lnTo>
                      <a:pt x="974090" y="1240367"/>
                    </a:lnTo>
                    <a:lnTo>
                      <a:pt x="959696" y="1244177"/>
                    </a:lnTo>
                    <a:lnTo>
                      <a:pt x="946150" y="1230630"/>
                    </a:lnTo>
                    <a:lnTo>
                      <a:pt x="932180" y="1223433"/>
                    </a:lnTo>
                    <a:lnTo>
                      <a:pt x="916517" y="1216237"/>
                    </a:lnTo>
                    <a:lnTo>
                      <a:pt x="901277" y="1223433"/>
                    </a:lnTo>
                    <a:lnTo>
                      <a:pt x="887307" y="1226397"/>
                    </a:lnTo>
                    <a:lnTo>
                      <a:pt x="870796" y="1219200"/>
                    </a:lnTo>
                    <a:lnTo>
                      <a:pt x="856827" y="1213697"/>
                    </a:lnTo>
                    <a:lnTo>
                      <a:pt x="842857" y="1209463"/>
                    </a:lnTo>
                    <a:lnTo>
                      <a:pt x="827193" y="1198457"/>
                    </a:lnTo>
                    <a:lnTo>
                      <a:pt x="821690" y="1196763"/>
                    </a:lnTo>
                    <a:lnTo>
                      <a:pt x="819150" y="1195493"/>
                    </a:lnTo>
                    <a:lnTo>
                      <a:pt x="831427" y="1181523"/>
                    </a:lnTo>
                    <a:lnTo>
                      <a:pt x="816187" y="1171787"/>
                    </a:lnTo>
                    <a:lnTo>
                      <a:pt x="831427" y="1162050"/>
                    </a:lnTo>
                    <a:lnTo>
                      <a:pt x="833120" y="1162050"/>
                    </a:lnTo>
                    <a:lnTo>
                      <a:pt x="831427" y="1159087"/>
                    </a:lnTo>
                    <a:lnTo>
                      <a:pt x="817880" y="1157817"/>
                    </a:lnTo>
                    <a:lnTo>
                      <a:pt x="814917" y="1143847"/>
                    </a:lnTo>
                    <a:lnTo>
                      <a:pt x="800946" y="1131147"/>
                    </a:lnTo>
                    <a:lnTo>
                      <a:pt x="792480" y="1129877"/>
                    </a:lnTo>
                    <a:lnTo>
                      <a:pt x="796713" y="1127337"/>
                    </a:lnTo>
                    <a:lnTo>
                      <a:pt x="797983" y="1111673"/>
                    </a:lnTo>
                    <a:lnTo>
                      <a:pt x="782743" y="1103207"/>
                    </a:lnTo>
                    <a:lnTo>
                      <a:pt x="774277" y="1089660"/>
                    </a:lnTo>
                    <a:lnTo>
                      <a:pt x="759037" y="1086697"/>
                    </a:lnTo>
                    <a:lnTo>
                      <a:pt x="747607" y="1071457"/>
                    </a:lnTo>
                    <a:lnTo>
                      <a:pt x="763270" y="1060027"/>
                    </a:lnTo>
                    <a:lnTo>
                      <a:pt x="777240" y="1050290"/>
                    </a:lnTo>
                    <a:lnTo>
                      <a:pt x="782743" y="1036320"/>
                    </a:lnTo>
                    <a:lnTo>
                      <a:pt x="777240" y="1022350"/>
                    </a:lnTo>
                    <a:lnTo>
                      <a:pt x="792480" y="1022350"/>
                    </a:lnTo>
                    <a:lnTo>
                      <a:pt x="789940" y="1008380"/>
                    </a:lnTo>
                    <a:lnTo>
                      <a:pt x="781473" y="994410"/>
                    </a:lnTo>
                    <a:lnTo>
                      <a:pt x="765810" y="994410"/>
                    </a:lnTo>
                    <a:lnTo>
                      <a:pt x="762000" y="980440"/>
                    </a:lnTo>
                    <a:lnTo>
                      <a:pt x="746337" y="971127"/>
                    </a:lnTo>
                    <a:lnTo>
                      <a:pt x="732790" y="962660"/>
                    </a:lnTo>
                    <a:lnTo>
                      <a:pt x="717127" y="956733"/>
                    </a:lnTo>
                    <a:lnTo>
                      <a:pt x="701887" y="954193"/>
                    </a:lnTo>
                    <a:lnTo>
                      <a:pt x="686646" y="942763"/>
                    </a:lnTo>
                    <a:lnTo>
                      <a:pt x="672677" y="944457"/>
                    </a:lnTo>
                    <a:lnTo>
                      <a:pt x="658707" y="940223"/>
                    </a:lnTo>
                    <a:lnTo>
                      <a:pt x="643467" y="937260"/>
                    </a:lnTo>
                    <a:lnTo>
                      <a:pt x="627804" y="931757"/>
                    </a:lnTo>
                    <a:lnTo>
                      <a:pt x="612563" y="934720"/>
                    </a:lnTo>
                    <a:lnTo>
                      <a:pt x="598593" y="934720"/>
                    </a:lnTo>
                    <a:lnTo>
                      <a:pt x="613833" y="930487"/>
                    </a:lnTo>
                    <a:lnTo>
                      <a:pt x="629073" y="929217"/>
                    </a:lnTo>
                    <a:lnTo>
                      <a:pt x="630767" y="924983"/>
                    </a:lnTo>
                    <a:lnTo>
                      <a:pt x="630767" y="911013"/>
                    </a:lnTo>
                    <a:lnTo>
                      <a:pt x="615527" y="912283"/>
                    </a:lnTo>
                    <a:lnTo>
                      <a:pt x="600287" y="909743"/>
                    </a:lnTo>
                    <a:lnTo>
                      <a:pt x="584623" y="902547"/>
                    </a:lnTo>
                    <a:lnTo>
                      <a:pt x="569383" y="906780"/>
                    </a:lnTo>
                    <a:lnTo>
                      <a:pt x="554143" y="905510"/>
                    </a:lnTo>
                    <a:lnTo>
                      <a:pt x="569383" y="899583"/>
                    </a:lnTo>
                    <a:lnTo>
                      <a:pt x="577850" y="899583"/>
                    </a:lnTo>
                    <a:lnTo>
                      <a:pt x="594360" y="899583"/>
                    </a:lnTo>
                    <a:lnTo>
                      <a:pt x="608330" y="902547"/>
                    </a:lnTo>
                    <a:lnTo>
                      <a:pt x="593090" y="892810"/>
                    </a:lnTo>
                    <a:lnTo>
                      <a:pt x="577850" y="894080"/>
                    </a:lnTo>
                    <a:lnTo>
                      <a:pt x="565150" y="897043"/>
                    </a:lnTo>
                    <a:lnTo>
                      <a:pt x="549910" y="895773"/>
                    </a:lnTo>
                    <a:lnTo>
                      <a:pt x="541443" y="894080"/>
                    </a:lnTo>
                    <a:lnTo>
                      <a:pt x="556683" y="894080"/>
                    </a:lnTo>
                    <a:lnTo>
                      <a:pt x="571923" y="885613"/>
                    </a:lnTo>
                    <a:lnTo>
                      <a:pt x="587587" y="888577"/>
                    </a:lnTo>
                    <a:lnTo>
                      <a:pt x="571923" y="880110"/>
                    </a:lnTo>
                    <a:lnTo>
                      <a:pt x="555413" y="880110"/>
                    </a:lnTo>
                    <a:lnTo>
                      <a:pt x="541443" y="877570"/>
                    </a:lnTo>
                    <a:lnTo>
                      <a:pt x="527473" y="873337"/>
                    </a:lnTo>
                    <a:lnTo>
                      <a:pt x="542713" y="873337"/>
                    </a:lnTo>
                    <a:lnTo>
                      <a:pt x="527473" y="864870"/>
                    </a:lnTo>
                    <a:lnTo>
                      <a:pt x="513504" y="859367"/>
                    </a:lnTo>
                    <a:lnTo>
                      <a:pt x="499533" y="852170"/>
                    </a:lnTo>
                    <a:lnTo>
                      <a:pt x="484293" y="852170"/>
                    </a:lnTo>
                    <a:lnTo>
                      <a:pt x="498263" y="836930"/>
                    </a:lnTo>
                    <a:lnTo>
                      <a:pt x="483023" y="828463"/>
                    </a:lnTo>
                    <a:lnTo>
                      <a:pt x="469054" y="825923"/>
                    </a:lnTo>
                    <a:lnTo>
                      <a:pt x="455083" y="816187"/>
                    </a:lnTo>
                    <a:lnTo>
                      <a:pt x="447887" y="816187"/>
                    </a:lnTo>
                    <a:lnTo>
                      <a:pt x="432646" y="817457"/>
                    </a:lnTo>
                    <a:lnTo>
                      <a:pt x="417407" y="813223"/>
                    </a:lnTo>
                    <a:lnTo>
                      <a:pt x="432646" y="814917"/>
                    </a:lnTo>
                    <a:lnTo>
                      <a:pt x="446617" y="813223"/>
                    </a:lnTo>
                    <a:lnTo>
                      <a:pt x="447887" y="813223"/>
                    </a:lnTo>
                    <a:lnTo>
                      <a:pt x="455083" y="813223"/>
                    </a:lnTo>
                    <a:lnTo>
                      <a:pt x="471593" y="811953"/>
                    </a:lnTo>
                    <a:lnTo>
                      <a:pt x="478367" y="814917"/>
                    </a:lnTo>
                    <a:lnTo>
                      <a:pt x="494030" y="816187"/>
                    </a:lnTo>
                    <a:lnTo>
                      <a:pt x="509270" y="818727"/>
                    </a:lnTo>
                    <a:lnTo>
                      <a:pt x="524510" y="821690"/>
                    </a:lnTo>
                    <a:lnTo>
                      <a:pt x="538480" y="821690"/>
                    </a:lnTo>
                    <a:lnTo>
                      <a:pt x="524510" y="825923"/>
                    </a:lnTo>
                    <a:lnTo>
                      <a:pt x="531707" y="839893"/>
                    </a:lnTo>
                    <a:lnTo>
                      <a:pt x="545677" y="846667"/>
                    </a:lnTo>
                    <a:lnTo>
                      <a:pt x="560917" y="856403"/>
                    </a:lnTo>
                    <a:lnTo>
                      <a:pt x="576157" y="863600"/>
                    </a:lnTo>
                    <a:lnTo>
                      <a:pt x="590127" y="869103"/>
                    </a:lnTo>
                    <a:lnTo>
                      <a:pt x="605367" y="874607"/>
                    </a:lnTo>
                    <a:lnTo>
                      <a:pt x="621030" y="871643"/>
                    </a:lnTo>
                    <a:lnTo>
                      <a:pt x="635000" y="867833"/>
                    </a:lnTo>
                    <a:lnTo>
                      <a:pt x="648970" y="878840"/>
                    </a:lnTo>
                    <a:lnTo>
                      <a:pt x="664210" y="880110"/>
                    </a:lnTo>
                    <a:lnTo>
                      <a:pt x="678180" y="867833"/>
                    </a:lnTo>
                    <a:lnTo>
                      <a:pt x="675217" y="881803"/>
                    </a:lnTo>
                    <a:lnTo>
                      <a:pt x="689187" y="883073"/>
                    </a:lnTo>
                    <a:lnTo>
                      <a:pt x="704850" y="884343"/>
                    </a:lnTo>
                    <a:lnTo>
                      <a:pt x="718820" y="885613"/>
                    </a:lnTo>
                    <a:lnTo>
                      <a:pt x="718820" y="901277"/>
                    </a:lnTo>
                    <a:lnTo>
                      <a:pt x="732790" y="901277"/>
                    </a:lnTo>
                    <a:lnTo>
                      <a:pt x="746337" y="894080"/>
                    </a:lnTo>
                    <a:lnTo>
                      <a:pt x="762000" y="892810"/>
                    </a:lnTo>
                    <a:lnTo>
                      <a:pt x="777240" y="898313"/>
                    </a:lnTo>
                    <a:lnTo>
                      <a:pt x="778510" y="899583"/>
                    </a:lnTo>
                    <a:lnTo>
                      <a:pt x="793750" y="906780"/>
                    </a:lnTo>
                    <a:lnTo>
                      <a:pt x="809413" y="912283"/>
                    </a:lnTo>
                    <a:lnTo>
                      <a:pt x="823383" y="919057"/>
                    </a:lnTo>
                    <a:lnTo>
                      <a:pt x="839893" y="923290"/>
                    </a:lnTo>
                    <a:lnTo>
                      <a:pt x="855133" y="924983"/>
                    </a:lnTo>
                    <a:lnTo>
                      <a:pt x="872067" y="927523"/>
                    </a:lnTo>
                    <a:lnTo>
                      <a:pt x="886037" y="929217"/>
                    </a:lnTo>
                    <a:lnTo>
                      <a:pt x="901277" y="930487"/>
                    </a:lnTo>
                    <a:lnTo>
                      <a:pt x="916517" y="933450"/>
                    </a:lnTo>
                    <a:lnTo>
                      <a:pt x="930487" y="934720"/>
                    </a:lnTo>
                    <a:lnTo>
                      <a:pt x="944457" y="937260"/>
                    </a:lnTo>
                    <a:lnTo>
                      <a:pt x="959696" y="937260"/>
                    </a:lnTo>
                    <a:lnTo>
                      <a:pt x="975360" y="937260"/>
                    </a:lnTo>
                    <a:lnTo>
                      <a:pt x="989330" y="938953"/>
                    </a:lnTo>
                    <a:lnTo>
                      <a:pt x="999067" y="940223"/>
                    </a:lnTo>
                    <a:lnTo>
                      <a:pt x="1013037" y="941493"/>
                    </a:lnTo>
                    <a:lnTo>
                      <a:pt x="1028277" y="944457"/>
                    </a:lnTo>
                    <a:lnTo>
                      <a:pt x="1043517" y="946997"/>
                    </a:lnTo>
                    <a:lnTo>
                      <a:pt x="1059180" y="952923"/>
                    </a:lnTo>
                    <a:lnTo>
                      <a:pt x="1073150" y="959697"/>
                    </a:lnTo>
                    <a:lnTo>
                      <a:pt x="1086697" y="962660"/>
                    </a:lnTo>
                    <a:lnTo>
                      <a:pt x="1100667" y="963930"/>
                    </a:lnTo>
                    <a:lnTo>
                      <a:pt x="1115907" y="966893"/>
                    </a:lnTo>
                    <a:lnTo>
                      <a:pt x="1132840" y="968163"/>
                    </a:lnTo>
                    <a:lnTo>
                      <a:pt x="1146810" y="969433"/>
                    </a:lnTo>
                    <a:lnTo>
                      <a:pt x="1160780" y="971127"/>
                    </a:lnTo>
                    <a:lnTo>
                      <a:pt x="1174750" y="972397"/>
                    </a:lnTo>
                    <a:lnTo>
                      <a:pt x="1189990" y="972397"/>
                    </a:lnTo>
                    <a:lnTo>
                      <a:pt x="1203960" y="971127"/>
                    </a:lnTo>
                    <a:lnTo>
                      <a:pt x="1217930" y="969433"/>
                    </a:lnTo>
                    <a:lnTo>
                      <a:pt x="1233170" y="965200"/>
                    </a:lnTo>
                    <a:lnTo>
                      <a:pt x="1247140" y="965200"/>
                    </a:lnTo>
                    <a:lnTo>
                      <a:pt x="1262804" y="963930"/>
                    </a:lnTo>
                    <a:lnTo>
                      <a:pt x="1276773" y="959697"/>
                    </a:lnTo>
                    <a:lnTo>
                      <a:pt x="1290743" y="954193"/>
                    </a:lnTo>
                    <a:lnTo>
                      <a:pt x="1304290" y="951230"/>
                    </a:lnTo>
                    <a:lnTo>
                      <a:pt x="1319954" y="948690"/>
                    </a:lnTo>
                    <a:lnTo>
                      <a:pt x="1333923" y="942763"/>
                    </a:lnTo>
                    <a:lnTo>
                      <a:pt x="1342390" y="941493"/>
                    </a:lnTo>
                    <a:lnTo>
                      <a:pt x="1357630" y="933450"/>
                    </a:lnTo>
                    <a:lnTo>
                      <a:pt x="1371600" y="924983"/>
                    </a:lnTo>
                    <a:lnTo>
                      <a:pt x="1386840" y="922020"/>
                    </a:lnTo>
                    <a:lnTo>
                      <a:pt x="1400810" y="908050"/>
                    </a:lnTo>
                    <a:lnTo>
                      <a:pt x="1414780" y="894080"/>
                    </a:lnTo>
                    <a:lnTo>
                      <a:pt x="1428750" y="883073"/>
                    </a:lnTo>
                    <a:lnTo>
                      <a:pt x="1442720" y="871643"/>
                    </a:lnTo>
                    <a:lnTo>
                      <a:pt x="1456690" y="858097"/>
                    </a:lnTo>
                    <a:lnTo>
                      <a:pt x="1460923" y="844127"/>
                    </a:lnTo>
                    <a:lnTo>
                      <a:pt x="1457960" y="835660"/>
                    </a:lnTo>
                    <a:lnTo>
                      <a:pt x="1459654" y="835660"/>
                    </a:lnTo>
                    <a:lnTo>
                      <a:pt x="1463463" y="821690"/>
                    </a:lnTo>
                    <a:lnTo>
                      <a:pt x="1457960" y="806450"/>
                    </a:lnTo>
                    <a:lnTo>
                      <a:pt x="1442720" y="803487"/>
                    </a:lnTo>
                    <a:lnTo>
                      <a:pt x="1428750" y="797983"/>
                    </a:lnTo>
                    <a:lnTo>
                      <a:pt x="1428750" y="784013"/>
                    </a:lnTo>
                    <a:lnTo>
                      <a:pt x="1421554" y="770043"/>
                    </a:lnTo>
                    <a:lnTo>
                      <a:pt x="1407583" y="757343"/>
                    </a:lnTo>
                    <a:lnTo>
                      <a:pt x="1407583" y="742103"/>
                    </a:lnTo>
                    <a:lnTo>
                      <a:pt x="1393613" y="729403"/>
                    </a:lnTo>
                    <a:lnTo>
                      <a:pt x="1378373" y="731097"/>
                    </a:lnTo>
                    <a:lnTo>
                      <a:pt x="1364404" y="723900"/>
                    </a:lnTo>
                    <a:lnTo>
                      <a:pt x="1350433" y="718397"/>
                    </a:lnTo>
                    <a:lnTo>
                      <a:pt x="1335193" y="723900"/>
                    </a:lnTo>
                    <a:lnTo>
                      <a:pt x="1321223" y="714163"/>
                    </a:lnTo>
                    <a:lnTo>
                      <a:pt x="1305983" y="700193"/>
                    </a:lnTo>
                    <a:lnTo>
                      <a:pt x="1290743" y="693420"/>
                    </a:lnTo>
                    <a:lnTo>
                      <a:pt x="1279313" y="687917"/>
                    </a:lnTo>
                    <a:lnTo>
                      <a:pt x="1264073" y="673947"/>
                    </a:lnTo>
                    <a:lnTo>
                      <a:pt x="1248833" y="666750"/>
                    </a:lnTo>
                    <a:lnTo>
                      <a:pt x="1259840" y="681990"/>
                    </a:lnTo>
                    <a:lnTo>
                      <a:pt x="1245870" y="683683"/>
                    </a:lnTo>
                    <a:lnTo>
                      <a:pt x="1239097" y="681990"/>
                    </a:lnTo>
                    <a:lnTo>
                      <a:pt x="1223433" y="680720"/>
                    </a:lnTo>
                    <a:lnTo>
                      <a:pt x="1208193" y="672253"/>
                    </a:lnTo>
                    <a:lnTo>
                      <a:pt x="1192954" y="666750"/>
                    </a:lnTo>
                    <a:lnTo>
                      <a:pt x="1177713" y="661247"/>
                    </a:lnTo>
                    <a:lnTo>
                      <a:pt x="1162473" y="654473"/>
                    </a:lnTo>
                    <a:lnTo>
                      <a:pt x="1146810" y="646007"/>
                    </a:lnTo>
                    <a:lnTo>
                      <a:pt x="1132840" y="643043"/>
                    </a:lnTo>
                    <a:lnTo>
                      <a:pt x="1117600" y="636270"/>
                    </a:lnTo>
                    <a:lnTo>
                      <a:pt x="1132840" y="648547"/>
                    </a:lnTo>
                    <a:lnTo>
                      <a:pt x="1117600" y="646007"/>
                    </a:lnTo>
                    <a:lnTo>
                      <a:pt x="1103630" y="643043"/>
                    </a:lnTo>
                    <a:lnTo>
                      <a:pt x="1089660" y="633307"/>
                    </a:lnTo>
                    <a:lnTo>
                      <a:pt x="1074420" y="624840"/>
                    </a:lnTo>
                    <a:lnTo>
                      <a:pt x="1060450" y="619337"/>
                    </a:lnTo>
                    <a:lnTo>
                      <a:pt x="1046480" y="612563"/>
                    </a:lnTo>
                    <a:lnTo>
                      <a:pt x="1031240" y="604097"/>
                    </a:lnTo>
                    <a:lnTo>
                      <a:pt x="1016000" y="595630"/>
                    </a:lnTo>
                    <a:lnTo>
                      <a:pt x="1000337" y="590127"/>
                    </a:lnTo>
                    <a:lnTo>
                      <a:pt x="986367" y="585893"/>
                    </a:lnTo>
                    <a:lnTo>
                      <a:pt x="972396" y="582930"/>
                    </a:lnTo>
                    <a:lnTo>
                      <a:pt x="955887" y="576157"/>
                    </a:lnTo>
                    <a:lnTo>
                      <a:pt x="941917" y="570653"/>
                    </a:lnTo>
                    <a:lnTo>
                      <a:pt x="926677" y="565150"/>
                    </a:lnTo>
                    <a:lnTo>
                      <a:pt x="912707" y="559223"/>
                    </a:lnTo>
                    <a:lnTo>
                      <a:pt x="895773" y="555413"/>
                    </a:lnTo>
                    <a:lnTo>
                      <a:pt x="881804" y="548217"/>
                    </a:lnTo>
                    <a:lnTo>
                      <a:pt x="866563" y="543983"/>
                    </a:lnTo>
                    <a:lnTo>
                      <a:pt x="852593" y="542713"/>
                    </a:lnTo>
                    <a:lnTo>
                      <a:pt x="838623" y="538480"/>
                    </a:lnTo>
                    <a:lnTo>
                      <a:pt x="823383" y="531283"/>
                    </a:lnTo>
                    <a:lnTo>
                      <a:pt x="808143" y="527050"/>
                    </a:lnTo>
                    <a:lnTo>
                      <a:pt x="793750" y="521970"/>
                    </a:lnTo>
                    <a:lnTo>
                      <a:pt x="786977" y="520277"/>
                    </a:lnTo>
                    <a:lnTo>
                      <a:pt x="771737" y="519007"/>
                    </a:lnTo>
                    <a:lnTo>
                      <a:pt x="757767" y="516043"/>
                    </a:lnTo>
                    <a:lnTo>
                      <a:pt x="742104" y="513503"/>
                    </a:lnTo>
                    <a:lnTo>
                      <a:pt x="725593" y="510540"/>
                    </a:lnTo>
                    <a:lnTo>
                      <a:pt x="711623" y="517737"/>
                    </a:lnTo>
                    <a:lnTo>
                      <a:pt x="697654" y="519007"/>
                    </a:lnTo>
                    <a:lnTo>
                      <a:pt x="680720" y="516043"/>
                    </a:lnTo>
                    <a:lnTo>
                      <a:pt x="665480" y="513503"/>
                    </a:lnTo>
                    <a:lnTo>
                      <a:pt x="650240" y="510540"/>
                    </a:lnTo>
                    <a:lnTo>
                      <a:pt x="633730" y="508000"/>
                    </a:lnTo>
                    <a:lnTo>
                      <a:pt x="618067" y="503767"/>
                    </a:lnTo>
                    <a:lnTo>
                      <a:pt x="604096" y="503767"/>
                    </a:lnTo>
                    <a:lnTo>
                      <a:pt x="588857" y="502073"/>
                    </a:lnTo>
                    <a:lnTo>
                      <a:pt x="574887" y="500803"/>
                    </a:lnTo>
                    <a:lnTo>
                      <a:pt x="560917" y="505037"/>
                    </a:lnTo>
                    <a:lnTo>
                      <a:pt x="546946" y="502073"/>
                    </a:lnTo>
                    <a:lnTo>
                      <a:pt x="544407" y="517737"/>
                    </a:lnTo>
                    <a:lnTo>
                      <a:pt x="534246" y="532977"/>
                    </a:lnTo>
                    <a:lnTo>
                      <a:pt x="519007" y="535517"/>
                    </a:lnTo>
                    <a:lnTo>
                      <a:pt x="505460" y="538480"/>
                    </a:lnTo>
                    <a:lnTo>
                      <a:pt x="494030" y="553720"/>
                    </a:lnTo>
                    <a:lnTo>
                      <a:pt x="492760" y="555413"/>
                    </a:lnTo>
                    <a:lnTo>
                      <a:pt x="489796" y="539750"/>
                    </a:lnTo>
                    <a:lnTo>
                      <a:pt x="503767" y="535517"/>
                    </a:lnTo>
                    <a:lnTo>
                      <a:pt x="517737" y="532977"/>
                    </a:lnTo>
                    <a:lnTo>
                      <a:pt x="532977" y="524510"/>
                    </a:lnTo>
                    <a:lnTo>
                      <a:pt x="516467" y="516043"/>
                    </a:lnTo>
                    <a:lnTo>
                      <a:pt x="530437" y="511810"/>
                    </a:lnTo>
                    <a:lnTo>
                      <a:pt x="516467" y="509270"/>
                    </a:lnTo>
                    <a:lnTo>
                      <a:pt x="530437" y="497840"/>
                    </a:lnTo>
                    <a:lnTo>
                      <a:pt x="514773" y="486833"/>
                    </a:lnTo>
                    <a:lnTo>
                      <a:pt x="499533" y="488103"/>
                    </a:lnTo>
                    <a:lnTo>
                      <a:pt x="485563" y="492337"/>
                    </a:lnTo>
                    <a:lnTo>
                      <a:pt x="470323" y="500803"/>
                    </a:lnTo>
                    <a:lnTo>
                      <a:pt x="480060" y="485563"/>
                    </a:lnTo>
                    <a:lnTo>
                      <a:pt x="464820" y="483870"/>
                    </a:lnTo>
                    <a:lnTo>
                      <a:pt x="449580" y="480060"/>
                    </a:lnTo>
                    <a:lnTo>
                      <a:pt x="435610" y="480060"/>
                    </a:lnTo>
                    <a:lnTo>
                      <a:pt x="419946" y="478367"/>
                    </a:lnTo>
                    <a:lnTo>
                      <a:pt x="406400" y="485563"/>
                    </a:lnTo>
                    <a:lnTo>
                      <a:pt x="390737" y="488103"/>
                    </a:lnTo>
                    <a:lnTo>
                      <a:pt x="406400" y="482600"/>
                    </a:lnTo>
                    <a:lnTo>
                      <a:pt x="419946" y="478367"/>
                    </a:lnTo>
                    <a:lnTo>
                      <a:pt x="408940" y="472863"/>
                    </a:lnTo>
                    <a:lnTo>
                      <a:pt x="394970" y="467360"/>
                    </a:lnTo>
                    <a:lnTo>
                      <a:pt x="379730" y="463127"/>
                    </a:lnTo>
                    <a:lnTo>
                      <a:pt x="364067" y="457623"/>
                    </a:lnTo>
                    <a:lnTo>
                      <a:pt x="372533" y="443653"/>
                    </a:lnTo>
                    <a:lnTo>
                      <a:pt x="387773" y="456353"/>
                    </a:lnTo>
                    <a:lnTo>
                      <a:pt x="403437" y="458893"/>
                    </a:lnTo>
                    <a:lnTo>
                      <a:pt x="417407" y="460163"/>
                    </a:lnTo>
                    <a:lnTo>
                      <a:pt x="432646" y="461857"/>
                    </a:lnTo>
                    <a:lnTo>
                      <a:pt x="449580" y="464397"/>
                    </a:lnTo>
                    <a:lnTo>
                      <a:pt x="463550" y="466090"/>
                    </a:lnTo>
                    <a:lnTo>
                      <a:pt x="477520" y="460163"/>
                    </a:lnTo>
                    <a:lnTo>
                      <a:pt x="483023" y="446193"/>
                    </a:lnTo>
                    <a:lnTo>
                      <a:pt x="467360" y="440690"/>
                    </a:lnTo>
                    <a:lnTo>
                      <a:pt x="453390" y="438150"/>
                    </a:lnTo>
                    <a:lnTo>
                      <a:pt x="438150" y="436457"/>
                    </a:lnTo>
                    <a:lnTo>
                      <a:pt x="422910" y="438150"/>
                    </a:lnTo>
                    <a:lnTo>
                      <a:pt x="406400" y="428413"/>
                    </a:lnTo>
                    <a:lnTo>
                      <a:pt x="390737" y="424180"/>
                    </a:lnTo>
                    <a:lnTo>
                      <a:pt x="375496" y="419947"/>
                    </a:lnTo>
                    <a:lnTo>
                      <a:pt x="361527" y="412750"/>
                    </a:lnTo>
                    <a:lnTo>
                      <a:pt x="347557" y="415713"/>
                    </a:lnTo>
                    <a:lnTo>
                      <a:pt x="361527" y="428413"/>
                    </a:lnTo>
                    <a:lnTo>
                      <a:pt x="346287" y="429683"/>
                    </a:lnTo>
                    <a:lnTo>
                      <a:pt x="331046" y="429683"/>
                    </a:lnTo>
                    <a:lnTo>
                      <a:pt x="328083" y="443653"/>
                    </a:lnTo>
                    <a:lnTo>
                      <a:pt x="312843" y="449157"/>
                    </a:lnTo>
                    <a:lnTo>
                      <a:pt x="298873" y="457623"/>
                    </a:lnTo>
                    <a:lnTo>
                      <a:pt x="287443" y="443653"/>
                    </a:lnTo>
                    <a:lnTo>
                      <a:pt x="272204" y="440690"/>
                    </a:lnTo>
                    <a:lnTo>
                      <a:pt x="258233" y="439420"/>
                    </a:lnTo>
                    <a:lnTo>
                      <a:pt x="244263" y="438150"/>
                    </a:lnTo>
                    <a:lnTo>
                      <a:pt x="237490" y="436457"/>
                    </a:lnTo>
                    <a:lnTo>
                      <a:pt x="251460" y="452120"/>
                    </a:lnTo>
                    <a:lnTo>
                      <a:pt x="252730" y="466090"/>
                    </a:lnTo>
                    <a:lnTo>
                      <a:pt x="238760" y="472863"/>
                    </a:lnTo>
                    <a:lnTo>
                      <a:pt x="223520" y="471593"/>
                    </a:lnTo>
                    <a:lnTo>
                      <a:pt x="209550" y="471593"/>
                    </a:lnTo>
                    <a:lnTo>
                      <a:pt x="193887" y="466090"/>
                    </a:lnTo>
                    <a:lnTo>
                      <a:pt x="180340" y="458893"/>
                    </a:lnTo>
                    <a:lnTo>
                      <a:pt x="175683" y="457623"/>
                    </a:lnTo>
                    <a:lnTo>
                      <a:pt x="173143" y="456353"/>
                    </a:lnTo>
                    <a:lnTo>
                      <a:pt x="175683" y="461857"/>
                    </a:lnTo>
                    <a:lnTo>
                      <a:pt x="171873" y="477097"/>
                    </a:lnTo>
                    <a:lnTo>
                      <a:pt x="157904" y="492337"/>
                    </a:lnTo>
                    <a:lnTo>
                      <a:pt x="156210" y="492337"/>
                    </a:lnTo>
                    <a:lnTo>
                      <a:pt x="140970" y="496570"/>
                    </a:lnTo>
                    <a:lnTo>
                      <a:pt x="135467" y="496570"/>
                    </a:lnTo>
                    <a:lnTo>
                      <a:pt x="121496" y="502073"/>
                    </a:lnTo>
                    <a:lnTo>
                      <a:pt x="104987" y="503767"/>
                    </a:lnTo>
                    <a:lnTo>
                      <a:pt x="89323" y="508000"/>
                    </a:lnTo>
                    <a:lnTo>
                      <a:pt x="90593" y="523240"/>
                    </a:lnTo>
                    <a:lnTo>
                      <a:pt x="88054" y="531283"/>
                    </a:lnTo>
                    <a:lnTo>
                      <a:pt x="74083" y="543983"/>
                    </a:lnTo>
                    <a:lnTo>
                      <a:pt x="60113" y="546947"/>
                    </a:lnTo>
                    <a:lnTo>
                      <a:pt x="46143" y="551180"/>
                    </a:lnTo>
                    <a:lnTo>
                      <a:pt x="30904" y="553720"/>
                    </a:lnTo>
                    <a:lnTo>
                      <a:pt x="15663" y="559223"/>
                    </a:lnTo>
                    <a:lnTo>
                      <a:pt x="4233" y="563457"/>
                    </a:lnTo>
                    <a:lnTo>
                      <a:pt x="0" y="565150"/>
                    </a:lnTo>
                    <a:lnTo>
                      <a:pt x="13970" y="566420"/>
                    </a:lnTo>
                    <a:lnTo>
                      <a:pt x="29633" y="566420"/>
                    </a:lnTo>
                    <a:lnTo>
                      <a:pt x="39370" y="580390"/>
                    </a:lnTo>
                    <a:lnTo>
                      <a:pt x="27940" y="594360"/>
                    </a:lnTo>
                    <a:lnTo>
                      <a:pt x="13970" y="609600"/>
                    </a:lnTo>
                    <a:lnTo>
                      <a:pt x="13970" y="619337"/>
                    </a:lnTo>
                    <a:lnTo>
                      <a:pt x="13970" y="620607"/>
                    </a:lnTo>
                    <a:lnTo>
                      <a:pt x="25400" y="636270"/>
                    </a:lnTo>
                    <a:lnTo>
                      <a:pt x="35137" y="650240"/>
                    </a:lnTo>
                    <a:lnTo>
                      <a:pt x="54610" y="665480"/>
                    </a:lnTo>
                    <a:lnTo>
                      <a:pt x="68580" y="668020"/>
                    </a:lnTo>
                    <a:lnTo>
                      <a:pt x="82550" y="670983"/>
                    </a:lnTo>
                    <a:lnTo>
                      <a:pt x="96520" y="673947"/>
                    </a:lnTo>
                    <a:lnTo>
                      <a:pt x="110490" y="677757"/>
                    </a:lnTo>
                    <a:lnTo>
                      <a:pt x="125730" y="684953"/>
                    </a:lnTo>
                    <a:lnTo>
                      <a:pt x="142240" y="700193"/>
                    </a:lnTo>
                    <a:lnTo>
                      <a:pt x="157904" y="714163"/>
                    </a:lnTo>
                    <a:lnTo>
                      <a:pt x="174413" y="722630"/>
                    </a:lnTo>
                    <a:lnTo>
                      <a:pt x="190077" y="729403"/>
                    </a:lnTo>
                    <a:lnTo>
                      <a:pt x="198120" y="733637"/>
                    </a:lnTo>
                    <a:lnTo>
                      <a:pt x="198120" y="736600"/>
                    </a:lnTo>
                    <a:lnTo>
                      <a:pt x="198120" y="751840"/>
                    </a:lnTo>
                    <a:lnTo>
                      <a:pt x="190077" y="765810"/>
                    </a:lnTo>
                    <a:lnTo>
                      <a:pt x="174413" y="778510"/>
                    </a:lnTo>
                    <a:lnTo>
                      <a:pt x="160443" y="788247"/>
                    </a:lnTo>
                    <a:lnTo>
                      <a:pt x="146896" y="802217"/>
                    </a:lnTo>
                    <a:lnTo>
                      <a:pt x="134196" y="817457"/>
                    </a:lnTo>
                    <a:lnTo>
                      <a:pt x="121496" y="831427"/>
                    </a:lnTo>
                    <a:lnTo>
                      <a:pt x="115993" y="841163"/>
                    </a:lnTo>
                    <a:lnTo>
                      <a:pt x="118533" y="855133"/>
                    </a:lnTo>
                    <a:lnTo>
                      <a:pt x="132927" y="867833"/>
                    </a:lnTo>
                    <a:lnTo>
                      <a:pt x="146896" y="877570"/>
                    </a:lnTo>
                    <a:lnTo>
                      <a:pt x="156210" y="888577"/>
                    </a:lnTo>
                    <a:lnTo>
                      <a:pt x="170180" y="902547"/>
                    </a:lnTo>
                    <a:lnTo>
                      <a:pt x="180340" y="915247"/>
                    </a:lnTo>
                    <a:lnTo>
                      <a:pt x="188383" y="929217"/>
                    </a:lnTo>
                    <a:lnTo>
                      <a:pt x="202354" y="942763"/>
                    </a:lnTo>
                    <a:lnTo>
                      <a:pt x="216323" y="955463"/>
                    </a:lnTo>
                    <a:lnTo>
                      <a:pt x="230293" y="969433"/>
                    </a:lnTo>
                    <a:lnTo>
                      <a:pt x="237490" y="983403"/>
                    </a:lnTo>
                    <a:lnTo>
                      <a:pt x="240030" y="986367"/>
                    </a:lnTo>
                    <a:lnTo>
                      <a:pt x="249767" y="1000337"/>
                    </a:lnTo>
                    <a:lnTo>
                      <a:pt x="255270" y="1010073"/>
                    </a:lnTo>
                    <a:lnTo>
                      <a:pt x="261196" y="1024043"/>
                    </a:lnTo>
                    <a:lnTo>
                      <a:pt x="246804" y="1025313"/>
                    </a:lnTo>
                    <a:lnTo>
                      <a:pt x="231563" y="1029547"/>
                    </a:lnTo>
                    <a:lnTo>
                      <a:pt x="218017" y="1032510"/>
                    </a:lnTo>
                    <a:lnTo>
                      <a:pt x="231563" y="1040553"/>
                    </a:lnTo>
                    <a:lnTo>
                      <a:pt x="221827" y="1054523"/>
                    </a:lnTo>
                    <a:lnTo>
                      <a:pt x="224790" y="1069763"/>
                    </a:lnTo>
                    <a:lnTo>
                      <a:pt x="216323" y="1083733"/>
                    </a:lnTo>
                    <a:lnTo>
                      <a:pt x="219287" y="1093893"/>
                    </a:lnTo>
                    <a:lnTo>
                      <a:pt x="233257" y="1093893"/>
                    </a:lnTo>
                    <a:lnTo>
                      <a:pt x="244263" y="1107440"/>
                    </a:lnTo>
                    <a:lnTo>
                      <a:pt x="230293" y="1113367"/>
                    </a:lnTo>
                    <a:lnTo>
                      <a:pt x="219287" y="1127337"/>
                    </a:lnTo>
                    <a:lnTo>
                      <a:pt x="226060" y="1141307"/>
                    </a:lnTo>
                    <a:lnTo>
                      <a:pt x="240030" y="1153583"/>
                    </a:lnTo>
                    <a:lnTo>
                      <a:pt x="255270" y="1157817"/>
                    </a:lnTo>
                    <a:lnTo>
                      <a:pt x="267970" y="1156547"/>
                    </a:lnTo>
                    <a:lnTo>
                      <a:pt x="281940" y="1159087"/>
                    </a:lnTo>
                    <a:lnTo>
                      <a:pt x="292946" y="1173057"/>
                    </a:lnTo>
                    <a:lnTo>
                      <a:pt x="276437" y="1185757"/>
                    </a:lnTo>
                    <a:lnTo>
                      <a:pt x="272204" y="1187027"/>
                    </a:lnTo>
                    <a:lnTo>
                      <a:pt x="273473" y="1196763"/>
                    </a:lnTo>
                    <a:lnTo>
                      <a:pt x="276437" y="1198457"/>
                    </a:lnTo>
                    <a:lnTo>
                      <a:pt x="283210" y="1212427"/>
                    </a:lnTo>
                    <a:lnTo>
                      <a:pt x="297604" y="1222163"/>
                    </a:lnTo>
                    <a:lnTo>
                      <a:pt x="312843" y="1224703"/>
                    </a:lnTo>
                    <a:lnTo>
                      <a:pt x="326813" y="1230630"/>
                    </a:lnTo>
                    <a:lnTo>
                      <a:pt x="340360" y="1237403"/>
                    </a:lnTo>
                    <a:lnTo>
                      <a:pt x="346287" y="1251373"/>
                    </a:lnTo>
                    <a:lnTo>
                      <a:pt x="354330" y="1266613"/>
                    </a:lnTo>
                    <a:lnTo>
                      <a:pt x="340360" y="1280583"/>
                    </a:lnTo>
                    <a:lnTo>
                      <a:pt x="326813" y="1291590"/>
                    </a:lnTo>
                    <a:lnTo>
                      <a:pt x="312843" y="1305560"/>
                    </a:lnTo>
                    <a:lnTo>
                      <a:pt x="297604" y="1309793"/>
                    </a:lnTo>
                    <a:lnTo>
                      <a:pt x="292946" y="1312757"/>
                    </a:lnTo>
                    <a:lnTo>
                      <a:pt x="291677" y="1314027"/>
                    </a:lnTo>
                    <a:lnTo>
                      <a:pt x="292946" y="1314027"/>
                    </a:lnTo>
                    <a:lnTo>
                      <a:pt x="306917" y="1323763"/>
                    </a:lnTo>
                    <a:lnTo>
                      <a:pt x="320887" y="1333500"/>
                    </a:lnTo>
                    <a:lnTo>
                      <a:pt x="329354" y="1337733"/>
                    </a:lnTo>
                    <a:lnTo>
                      <a:pt x="343323" y="1343237"/>
                    </a:lnTo>
                    <a:lnTo>
                      <a:pt x="358563" y="1354667"/>
                    </a:lnTo>
                    <a:lnTo>
                      <a:pt x="372533" y="1358900"/>
                    </a:lnTo>
                    <a:lnTo>
                      <a:pt x="386504" y="1361440"/>
                    </a:lnTo>
                    <a:lnTo>
                      <a:pt x="400473" y="1369907"/>
                    </a:lnTo>
                    <a:lnTo>
                      <a:pt x="415713" y="1379643"/>
                    </a:lnTo>
                    <a:lnTo>
                      <a:pt x="429683" y="1385147"/>
                    </a:lnTo>
                    <a:lnTo>
                      <a:pt x="445346" y="1390650"/>
                    </a:lnTo>
                    <a:lnTo>
                      <a:pt x="452120" y="1404620"/>
                    </a:lnTo>
                    <a:lnTo>
                      <a:pt x="467360" y="1414357"/>
                    </a:lnTo>
                    <a:lnTo>
                      <a:pt x="481330" y="1424517"/>
                    </a:lnTo>
                    <a:lnTo>
                      <a:pt x="494030" y="1436793"/>
                    </a:lnTo>
                    <a:lnTo>
                      <a:pt x="484293" y="1452033"/>
                    </a:lnTo>
                    <a:lnTo>
                      <a:pt x="478367" y="1466003"/>
                    </a:lnTo>
                    <a:lnTo>
                      <a:pt x="474557" y="1479973"/>
                    </a:lnTo>
                    <a:lnTo>
                      <a:pt x="469054" y="1493943"/>
                    </a:lnTo>
                    <a:lnTo>
                      <a:pt x="455083" y="1507913"/>
                    </a:lnTo>
                    <a:lnTo>
                      <a:pt x="439420" y="1519343"/>
                    </a:lnTo>
                    <a:lnTo>
                      <a:pt x="425873" y="1533313"/>
                    </a:lnTo>
                    <a:lnTo>
                      <a:pt x="411480" y="1543050"/>
                    </a:lnTo>
                    <a:lnTo>
                      <a:pt x="402167" y="1549823"/>
                    </a:lnTo>
                    <a:lnTo>
                      <a:pt x="387773" y="1565063"/>
                    </a:lnTo>
                    <a:lnTo>
                      <a:pt x="374227" y="1576493"/>
                    </a:lnTo>
                    <a:lnTo>
                      <a:pt x="359833" y="1590463"/>
                    </a:lnTo>
                    <a:lnTo>
                      <a:pt x="354330" y="1595967"/>
                    </a:lnTo>
                    <a:lnTo>
                      <a:pt x="354330" y="1597237"/>
                    </a:lnTo>
                    <a:lnTo>
                      <a:pt x="343323" y="1608667"/>
                    </a:lnTo>
                    <a:lnTo>
                      <a:pt x="339090" y="1615440"/>
                    </a:lnTo>
                    <a:lnTo>
                      <a:pt x="325120" y="1625177"/>
                    </a:lnTo>
                    <a:lnTo>
                      <a:pt x="314113" y="1639147"/>
                    </a:lnTo>
                    <a:lnTo>
                      <a:pt x="300143" y="1650153"/>
                    </a:lnTo>
                    <a:lnTo>
                      <a:pt x="291677" y="1651847"/>
                    </a:lnTo>
                    <a:lnTo>
                      <a:pt x="289137" y="1654387"/>
                    </a:lnTo>
                    <a:lnTo>
                      <a:pt x="287443" y="1658620"/>
                    </a:lnTo>
                    <a:lnTo>
                      <a:pt x="273473" y="1671320"/>
                    </a:lnTo>
                    <a:lnTo>
                      <a:pt x="265007" y="1681057"/>
                    </a:lnTo>
                    <a:lnTo>
                      <a:pt x="251460" y="1692063"/>
                    </a:lnTo>
                    <a:lnTo>
                      <a:pt x="237490" y="1699260"/>
                    </a:lnTo>
                    <a:lnTo>
                      <a:pt x="223520" y="1707303"/>
                    </a:lnTo>
                    <a:lnTo>
                      <a:pt x="220557" y="1708997"/>
                    </a:lnTo>
                    <a:lnTo>
                      <a:pt x="218017" y="1710267"/>
                    </a:lnTo>
                    <a:lnTo>
                      <a:pt x="204046" y="1720003"/>
                    </a:lnTo>
                    <a:lnTo>
                      <a:pt x="190077" y="1732703"/>
                    </a:lnTo>
                    <a:lnTo>
                      <a:pt x="182880" y="1733973"/>
                    </a:lnTo>
                    <a:lnTo>
                      <a:pt x="181610" y="1735243"/>
                    </a:lnTo>
                    <a:lnTo>
                      <a:pt x="167640" y="1746673"/>
                    </a:lnTo>
                    <a:lnTo>
                      <a:pt x="164677" y="1747943"/>
                    </a:lnTo>
                    <a:lnTo>
                      <a:pt x="149437" y="1760220"/>
                    </a:lnTo>
                    <a:lnTo>
                      <a:pt x="142240" y="1766147"/>
                    </a:lnTo>
                    <a:lnTo>
                      <a:pt x="128693" y="1778847"/>
                    </a:lnTo>
                    <a:lnTo>
                      <a:pt x="115993" y="1788160"/>
                    </a:lnTo>
                    <a:lnTo>
                      <a:pt x="107527" y="1796627"/>
                    </a:lnTo>
                    <a:lnTo>
                      <a:pt x="117263" y="1796627"/>
                    </a:lnTo>
                    <a:lnTo>
                      <a:pt x="131233" y="1798320"/>
                    </a:lnTo>
                    <a:lnTo>
                      <a:pt x="146896" y="1798320"/>
                    </a:lnTo>
                    <a:lnTo>
                      <a:pt x="160443" y="1791123"/>
                    </a:lnTo>
                    <a:lnTo>
                      <a:pt x="175683" y="1778847"/>
                    </a:lnTo>
                    <a:lnTo>
                      <a:pt x="190077" y="1775883"/>
                    </a:lnTo>
                    <a:lnTo>
                      <a:pt x="205317" y="1767417"/>
                    </a:lnTo>
                    <a:lnTo>
                      <a:pt x="208280" y="1767417"/>
                    </a:lnTo>
                    <a:lnTo>
                      <a:pt x="213783" y="1772920"/>
                    </a:lnTo>
                    <a:lnTo>
                      <a:pt x="205317" y="1780117"/>
                    </a:lnTo>
                    <a:lnTo>
                      <a:pt x="208280" y="1795357"/>
                    </a:lnTo>
                    <a:lnTo>
                      <a:pt x="212090" y="1809327"/>
                    </a:lnTo>
                    <a:lnTo>
                      <a:pt x="198120" y="1802130"/>
                    </a:lnTo>
                    <a:lnTo>
                      <a:pt x="182880" y="1794087"/>
                    </a:lnTo>
                    <a:lnTo>
                      <a:pt x="195580" y="1808057"/>
                    </a:lnTo>
                    <a:lnTo>
                      <a:pt x="208280" y="1821603"/>
                    </a:lnTo>
                    <a:lnTo>
                      <a:pt x="216323" y="1824567"/>
                    </a:lnTo>
                    <a:lnTo>
                      <a:pt x="230293" y="1823297"/>
                    </a:lnTo>
                    <a:lnTo>
                      <a:pt x="244263" y="1837267"/>
                    </a:lnTo>
                    <a:lnTo>
                      <a:pt x="258233" y="1851237"/>
                    </a:lnTo>
                    <a:lnTo>
                      <a:pt x="272204" y="1853777"/>
                    </a:lnTo>
                    <a:lnTo>
                      <a:pt x="287443" y="1852507"/>
                    </a:lnTo>
                    <a:lnTo>
                      <a:pt x="303107" y="1855470"/>
                    </a:lnTo>
                    <a:lnTo>
                      <a:pt x="318346" y="1849967"/>
                    </a:lnTo>
                    <a:lnTo>
                      <a:pt x="333587" y="1849967"/>
                    </a:lnTo>
                    <a:lnTo>
                      <a:pt x="348827" y="1852507"/>
                    </a:lnTo>
                    <a:lnTo>
                      <a:pt x="364067" y="1866477"/>
                    </a:lnTo>
                    <a:lnTo>
                      <a:pt x="378037" y="1877907"/>
                    </a:lnTo>
                    <a:lnTo>
                      <a:pt x="381000" y="1877907"/>
                    </a:lnTo>
                    <a:lnTo>
                      <a:pt x="396240" y="1879177"/>
                    </a:lnTo>
                    <a:lnTo>
                      <a:pt x="406400" y="1893147"/>
                    </a:lnTo>
                    <a:lnTo>
                      <a:pt x="399204" y="1899920"/>
                    </a:lnTo>
                    <a:lnTo>
                      <a:pt x="394970" y="1899920"/>
                    </a:lnTo>
                    <a:lnTo>
                      <a:pt x="381000" y="1896957"/>
                    </a:lnTo>
                    <a:lnTo>
                      <a:pt x="376767" y="1895687"/>
                    </a:lnTo>
                    <a:lnTo>
                      <a:pt x="362796" y="1891453"/>
                    </a:lnTo>
                    <a:lnTo>
                      <a:pt x="347557" y="1888913"/>
                    </a:lnTo>
                    <a:lnTo>
                      <a:pt x="333587" y="1885950"/>
                    </a:lnTo>
                    <a:lnTo>
                      <a:pt x="318346" y="1882987"/>
                    </a:lnTo>
                    <a:lnTo>
                      <a:pt x="304377" y="1880447"/>
                    </a:lnTo>
                    <a:lnTo>
                      <a:pt x="289137" y="1879177"/>
                    </a:lnTo>
                    <a:lnTo>
                      <a:pt x="278977" y="1879177"/>
                    </a:lnTo>
                    <a:lnTo>
                      <a:pt x="265007" y="1893147"/>
                    </a:lnTo>
                    <a:lnTo>
                      <a:pt x="262467" y="1904153"/>
                    </a:lnTo>
                    <a:lnTo>
                      <a:pt x="248496" y="1909657"/>
                    </a:lnTo>
                    <a:lnTo>
                      <a:pt x="233257" y="1912620"/>
                    </a:lnTo>
                    <a:lnTo>
                      <a:pt x="218017" y="1907117"/>
                    </a:lnTo>
                    <a:lnTo>
                      <a:pt x="202354" y="1902883"/>
                    </a:lnTo>
                    <a:lnTo>
                      <a:pt x="195580" y="1916853"/>
                    </a:lnTo>
                    <a:lnTo>
                      <a:pt x="190077" y="1930823"/>
                    </a:lnTo>
                    <a:lnTo>
                      <a:pt x="174413" y="1927860"/>
                    </a:lnTo>
                    <a:lnTo>
                      <a:pt x="162137" y="1913890"/>
                    </a:lnTo>
                    <a:lnTo>
                      <a:pt x="148167" y="1916853"/>
                    </a:lnTo>
                    <a:lnTo>
                      <a:pt x="150707" y="1932093"/>
                    </a:lnTo>
                    <a:lnTo>
                      <a:pt x="159173" y="1946063"/>
                    </a:lnTo>
                    <a:lnTo>
                      <a:pt x="153670" y="1960033"/>
                    </a:lnTo>
                    <a:lnTo>
                      <a:pt x="160443" y="1962573"/>
                    </a:lnTo>
                    <a:lnTo>
                      <a:pt x="174413" y="1972733"/>
                    </a:lnTo>
                    <a:lnTo>
                      <a:pt x="175683" y="1974003"/>
                    </a:lnTo>
                    <a:lnTo>
                      <a:pt x="177377" y="1979507"/>
                    </a:lnTo>
                    <a:lnTo>
                      <a:pt x="163407" y="1980777"/>
                    </a:lnTo>
                    <a:lnTo>
                      <a:pt x="148167" y="1987973"/>
                    </a:lnTo>
                    <a:lnTo>
                      <a:pt x="142240" y="1992207"/>
                    </a:lnTo>
                    <a:lnTo>
                      <a:pt x="139700" y="2007447"/>
                    </a:lnTo>
                    <a:lnTo>
                      <a:pt x="139700" y="2008717"/>
                    </a:lnTo>
                    <a:lnTo>
                      <a:pt x="136737" y="2021417"/>
                    </a:lnTo>
                    <a:lnTo>
                      <a:pt x="129963" y="2035387"/>
                    </a:lnTo>
                    <a:lnTo>
                      <a:pt x="114723" y="2045123"/>
                    </a:lnTo>
                    <a:lnTo>
                      <a:pt x="100754" y="2054860"/>
                    </a:lnTo>
                    <a:lnTo>
                      <a:pt x="97790" y="2070100"/>
                    </a:lnTo>
                    <a:lnTo>
                      <a:pt x="103293" y="2084070"/>
                    </a:lnTo>
                    <a:lnTo>
                      <a:pt x="108796" y="2098040"/>
                    </a:lnTo>
                    <a:lnTo>
                      <a:pt x="114723" y="2112010"/>
                    </a:lnTo>
                    <a:lnTo>
                      <a:pt x="118533" y="2127250"/>
                    </a:lnTo>
                    <a:lnTo>
                      <a:pt x="111760" y="2141220"/>
                    </a:lnTo>
                    <a:lnTo>
                      <a:pt x="114723" y="2155190"/>
                    </a:lnTo>
                    <a:lnTo>
                      <a:pt x="128693" y="2170430"/>
                    </a:lnTo>
                    <a:lnTo>
                      <a:pt x="142240" y="2178897"/>
                    </a:lnTo>
                    <a:lnTo>
                      <a:pt x="140970" y="2187363"/>
                    </a:lnTo>
                    <a:lnTo>
                      <a:pt x="146896" y="2201333"/>
                    </a:lnTo>
                    <a:lnTo>
                      <a:pt x="160443" y="2206837"/>
                    </a:lnTo>
                    <a:lnTo>
                      <a:pt x="146896" y="2215304"/>
                    </a:lnTo>
                    <a:lnTo>
                      <a:pt x="145204" y="2215304"/>
                    </a:lnTo>
                    <a:lnTo>
                      <a:pt x="142240" y="2215304"/>
                    </a:lnTo>
                    <a:lnTo>
                      <a:pt x="136737" y="2216573"/>
                    </a:lnTo>
                    <a:lnTo>
                      <a:pt x="129963" y="2230543"/>
                    </a:lnTo>
                    <a:lnTo>
                      <a:pt x="115993" y="2239010"/>
                    </a:lnTo>
                    <a:lnTo>
                      <a:pt x="115993" y="2243243"/>
                    </a:lnTo>
                    <a:lnTo>
                      <a:pt x="113030" y="2257213"/>
                    </a:lnTo>
                    <a:lnTo>
                      <a:pt x="114723" y="2261447"/>
                    </a:lnTo>
                    <a:lnTo>
                      <a:pt x="127000" y="2262717"/>
                    </a:lnTo>
                    <a:lnTo>
                      <a:pt x="135467" y="2276687"/>
                    </a:lnTo>
                    <a:lnTo>
                      <a:pt x="149437" y="2282190"/>
                    </a:lnTo>
                    <a:lnTo>
                      <a:pt x="163407" y="2290657"/>
                    </a:lnTo>
                    <a:lnTo>
                      <a:pt x="177377" y="2296160"/>
                    </a:lnTo>
                    <a:lnTo>
                      <a:pt x="178646" y="2311400"/>
                    </a:lnTo>
                    <a:lnTo>
                      <a:pt x="175683" y="2321137"/>
                    </a:lnTo>
                    <a:lnTo>
                      <a:pt x="168910" y="2324100"/>
                    </a:lnTo>
                    <a:lnTo>
                      <a:pt x="171873" y="2338070"/>
                    </a:lnTo>
                    <a:lnTo>
                      <a:pt x="168910" y="2352040"/>
                    </a:lnTo>
                    <a:lnTo>
                      <a:pt x="160443" y="2366010"/>
                    </a:lnTo>
                    <a:lnTo>
                      <a:pt x="173143" y="2366010"/>
                    </a:lnTo>
                    <a:lnTo>
                      <a:pt x="182880" y="2364317"/>
                    </a:lnTo>
                    <a:lnTo>
                      <a:pt x="196850" y="2372784"/>
                    </a:lnTo>
                    <a:lnTo>
                      <a:pt x="193887" y="2386754"/>
                    </a:lnTo>
                    <a:lnTo>
                      <a:pt x="208280" y="2395220"/>
                    </a:lnTo>
                    <a:lnTo>
                      <a:pt x="210820" y="2406227"/>
                    </a:lnTo>
                    <a:lnTo>
                      <a:pt x="212090" y="2407920"/>
                    </a:lnTo>
                    <a:lnTo>
                      <a:pt x="226060" y="2413423"/>
                    </a:lnTo>
                    <a:lnTo>
                      <a:pt x="230293" y="2428663"/>
                    </a:lnTo>
                    <a:lnTo>
                      <a:pt x="234527" y="2438400"/>
                    </a:lnTo>
                    <a:lnTo>
                      <a:pt x="235796" y="2442634"/>
                    </a:lnTo>
                    <a:lnTo>
                      <a:pt x="242993" y="2456604"/>
                    </a:lnTo>
                    <a:lnTo>
                      <a:pt x="241723" y="2470573"/>
                    </a:lnTo>
                    <a:lnTo>
                      <a:pt x="237490" y="2479040"/>
                    </a:lnTo>
                    <a:lnTo>
                      <a:pt x="242993" y="2481580"/>
                    </a:lnTo>
                    <a:lnTo>
                      <a:pt x="256963" y="2494280"/>
                    </a:lnTo>
                    <a:lnTo>
                      <a:pt x="262467" y="2493010"/>
                    </a:lnTo>
                    <a:lnTo>
                      <a:pt x="269663" y="2487507"/>
                    </a:lnTo>
                    <a:lnTo>
                      <a:pt x="284904" y="2485813"/>
                    </a:lnTo>
                    <a:lnTo>
                      <a:pt x="298873" y="2488777"/>
                    </a:lnTo>
                    <a:lnTo>
                      <a:pt x="298873" y="2490047"/>
                    </a:lnTo>
                    <a:lnTo>
                      <a:pt x="306917" y="2504017"/>
                    </a:lnTo>
                    <a:lnTo>
                      <a:pt x="309880" y="2508250"/>
                    </a:lnTo>
                    <a:lnTo>
                      <a:pt x="312843" y="2509520"/>
                    </a:lnTo>
                    <a:lnTo>
                      <a:pt x="326813" y="2505287"/>
                    </a:lnTo>
                    <a:lnTo>
                      <a:pt x="340360" y="2499784"/>
                    </a:lnTo>
                    <a:lnTo>
                      <a:pt x="354330" y="2497243"/>
                    </a:lnTo>
                    <a:lnTo>
                      <a:pt x="369993" y="2502747"/>
                    </a:lnTo>
                    <a:lnTo>
                      <a:pt x="383540" y="2505287"/>
                    </a:lnTo>
                    <a:lnTo>
                      <a:pt x="397933" y="2510790"/>
                    </a:lnTo>
                    <a:lnTo>
                      <a:pt x="393700" y="2526454"/>
                    </a:lnTo>
                    <a:lnTo>
                      <a:pt x="394970" y="2540423"/>
                    </a:lnTo>
                    <a:lnTo>
                      <a:pt x="406400" y="2548467"/>
                    </a:lnTo>
                    <a:lnTo>
                      <a:pt x="419946" y="2542963"/>
                    </a:lnTo>
                    <a:lnTo>
                      <a:pt x="433917" y="2536190"/>
                    </a:lnTo>
                    <a:lnTo>
                      <a:pt x="447887" y="2537460"/>
                    </a:lnTo>
                    <a:lnTo>
                      <a:pt x="461857" y="2524760"/>
                    </a:lnTo>
                    <a:lnTo>
                      <a:pt x="463550" y="2524760"/>
                    </a:lnTo>
                    <a:lnTo>
                      <a:pt x="464820" y="2524760"/>
                    </a:lnTo>
                    <a:lnTo>
                      <a:pt x="469054" y="2524760"/>
                    </a:lnTo>
                    <a:lnTo>
                      <a:pt x="478367" y="2526454"/>
                    </a:lnTo>
                    <a:lnTo>
                      <a:pt x="492760" y="2526454"/>
                    </a:lnTo>
                    <a:lnTo>
                      <a:pt x="500804" y="2526454"/>
                    </a:lnTo>
                    <a:lnTo>
                      <a:pt x="512233" y="2528993"/>
                    </a:lnTo>
                    <a:lnTo>
                      <a:pt x="516467" y="2530687"/>
                    </a:lnTo>
                    <a:lnTo>
                      <a:pt x="530437" y="2534920"/>
                    </a:lnTo>
                    <a:lnTo>
                      <a:pt x="534246" y="2540423"/>
                    </a:lnTo>
                    <a:lnTo>
                      <a:pt x="548640" y="2552700"/>
                    </a:lnTo>
                    <a:lnTo>
                      <a:pt x="562610" y="2559897"/>
                    </a:lnTo>
                    <a:lnTo>
                      <a:pt x="577850" y="2562437"/>
                    </a:lnTo>
                    <a:lnTo>
                      <a:pt x="587587" y="2564130"/>
                    </a:lnTo>
                    <a:lnTo>
                      <a:pt x="588857" y="2579370"/>
                    </a:lnTo>
                    <a:lnTo>
                      <a:pt x="587587" y="2584873"/>
                    </a:lnTo>
                    <a:lnTo>
                      <a:pt x="588857" y="2589107"/>
                    </a:lnTo>
                    <a:lnTo>
                      <a:pt x="584623" y="2603077"/>
                    </a:lnTo>
                    <a:lnTo>
                      <a:pt x="585893" y="2617047"/>
                    </a:lnTo>
                    <a:lnTo>
                      <a:pt x="600287" y="2631017"/>
                    </a:lnTo>
                    <a:lnTo>
                      <a:pt x="607060" y="2644987"/>
                    </a:lnTo>
                    <a:lnTo>
                      <a:pt x="602827" y="2658957"/>
                    </a:lnTo>
                    <a:lnTo>
                      <a:pt x="602827" y="2660227"/>
                    </a:lnTo>
                    <a:lnTo>
                      <a:pt x="604096" y="2660227"/>
                    </a:lnTo>
                    <a:lnTo>
                      <a:pt x="604096" y="2663190"/>
                    </a:lnTo>
                    <a:lnTo>
                      <a:pt x="590127" y="2668693"/>
                    </a:lnTo>
                    <a:lnTo>
                      <a:pt x="588857" y="2682663"/>
                    </a:lnTo>
                    <a:lnTo>
                      <a:pt x="600287" y="2696634"/>
                    </a:lnTo>
                    <a:lnTo>
                      <a:pt x="613833" y="2703407"/>
                    </a:lnTo>
                    <a:lnTo>
                      <a:pt x="618067" y="2707640"/>
                    </a:lnTo>
                    <a:lnTo>
                      <a:pt x="618067" y="2710604"/>
                    </a:lnTo>
                    <a:lnTo>
                      <a:pt x="618067" y="2711873"/>
                    </a:lnTo>
                    <a:lnTo>
                      <a:pt x="632037" y="2716107"/>
                    </a:lnTo>
                    <a:lnTo>
                      <a:pt x="633730" y="2730077"/>
                    </a:lnTo>
                    <a:lnTo>
                      <a:pt x="646007" y="2744047"/>
                    </a:lnTo>
                    <a:lnTo>
                      <a:pt x="646007" y="2745317"/>
                    </a:lnTo>
                    <a:lnTo>
                      <a:pt x="655743" y="2756747"/>
                    </a:lnTo>
                    <a:lnTo>
                      <a:pt x="662517" y="2770293"/>
                    </a:lnTo>
                    <a:lnTo>
                      <a:pt x="676910" y="2784263"/>
                    </a:lnTo>
                    <a:lnTo>
                      <a:pt x="692150" y="2794000"/>
                    </a:lnTo>
                    <a:lnTo>
                      <a:pt x="706120" y="2796963"/>
                    </a:lnTo>
                    <a:lnTo>
                      <a:pt x="720090" y="2801197"/>
                    </a:lnTo>
                    <a:lnTo>
                      <a:pt x="725593" y="2805430"/>
                    </a:lnTo>
                    <a:lnTo>
                      <a:pt x="739563" y="2817707"/>
                    </a:lnTo>
                    <a:lnTo>
                      <a:pt x="739563" y="2819400"/>
                    </a:lnTo>
                    <a:lnTo>
                      <a:pt x="738293" y="2820670"/>
                    </a:lnTo>
                    <a:lnTo>
                      <a:pt x="736600" y="2834640"/>
                    </a:lnTo>
                    <a:lnTo>
                      <a:pt x="731096" y="2848610"/>
                    </a:lnTo>
                    <a:lnTo>
                      <a:pt x="731096" y="2849880"/>
                    </a:lnTo>
                    <a:lnTo>
                      <a:pt x="745067" y="2854113"/>
                    </a:lnTo>
                    <a:lnTo>
                      <a:pt x="759037" y="2849880"/>
                    </a:lnTo>
                    <a:lnTo>
                      <a:pt x="773007" y="2847340"/>
                    </a:lnTo>
                    <a:lnTo>
                      <a:pt x="786977" y="2854113"/>
                    </a:lnTo>
                    <a:lnTo>
                      <a:pt x="792480" y="2854113"/>
                    </a:lnTo>
                    <a:lnTo>
                      <a:pt x="803910" y="2857077"/>
                    </a:lnTo>
                    <a:lnTo>
                      <a:pt x="819150" y="2862580"/>
                    </a:lnTo>
                    <a:lnTo>
                      <a:pt x="816187" y="2876550"/>
                    </a:lnTo>
                    <a:lnTo>
                      <a:pt x="827193" y="2890520"/>
                    </a:lnTo>
                    <a:lnTo>
                      <a:pt x="834390" y="2893060"/>
                    </a:lnTo>
                    <a:lnTo>
                      <a:pt x="849630" y="2898987"/>
                    </a:lnTo>
                    <a:lnTo>
                      <a:pt x="861060" y="2908723"/>
                    </a:lnTo>
                    <a:lnTo>
                      <a:pt x="862330" y="2922693"/>
                    </a:lnTo>
                    <a:lnTo>
                      <a:pt x="849630" y="2925234"/>
                    </a:lnTo>
                    <a:lnTo>
                      <a:pt x="836083" y="2929467"/>
                    </a:lnTo>
                    <a:lnTo>
                      <a:pt x="830157" y="2943437"/>
                    </a:lnTo>
                    <a:lnTo>
                      <a:pt x="816187" y="2953173"/>
                    </a:lnTo>
                    <a:lnTo>
                      <a:pt x="814917" y="2956137"/>
                    </a:lnTo>
                    <a:lnTo>
                      <a:pt x="800946" y="2960370"/>
                    </a:lnTo>
                    <a:lnTo>
                      <a:pt x="785707" y="2964604"/>
                    </a:lnTo>
                    <a:lnTo>
                      <a:pt x="771737" y="2962910"/>
                    </a:lnTo>
                    <a:lnTo>
                      <a:pt x="757767" y="2958677"/>
                    </a:lnTo>
                    <a:lnTo>
                      <a:pt x="742104" y="2946400"/>
                    </a:lnTo>
                    <a:lnTo>
                      <a:pt x="728557" y="2943437"/>
                    </a:lnTo>
                    <a:lnTo>
                      <a:pt x="714587" y="2946400"/>
                    </a:lnTo>
                    <a:lnTo>
                      <a:pt x="698923" y="2946400"/>
                    </a:lnTo>
                    <a:lnTo>
                      <a:pt x="696383" y="2958677"/>
                    </a:lnTo>
                    <a:lnTo>
                      <a:pt x="687917" y="2972647"/>
                    </a:lnTo>
                    <a:lnTo>
                      <a:pt x="700617" y="2986617"/>
                    </a:lnTo>
                    <a:lnTo>
                      <a:pt x="714587" y="3000587"/>
                    </a:lnTo>
                    <a:lnTo>
                      <a:pt x="729827" y="3009054"/>
                    </a:lnTo>
                    <a:lnTo>
                      <a:pt x="731096" y="3024293"/>
                    </a:lnTo>
                    <a:lnTo>
                      <a:pt x="731096" y="3038263"/>
                    </a:lnTo>
                    <a:lnTo>
                      <a:pt x="736600" y="3052234"/>
                    </a:lnTo>
                    <a:lnTo>
                      <a:pt x="739563" y="3061970"/>
                    </a:lnTo>
                    <a:lnTo>
                      <a:pt x="739563" y="3066204"/>
                    </a:lnTo>
                    <a:lnTo>
                      <a:pt x="745067" y="3080173"/>
                    </a:lnTo>
                    <a:lnTo>
                      <a:pt x="747607" y="3094143"/>
                    </a:lnTo>
                    <a:lnTo>
                      <a:pt x="760307" y="3108113"/>
                    </a:lnTo>
                    <a:lnTo>
                      <a:pt x="770467" y="3122084"/>
                    </a:lnTo>
                    <a:lnTo>
                      <a:pt x="784013" y="3123354"/>
                    </a:lnTo>
                    <a:lnTo>
                      <a:pt x="797983" y="3130550"/>
                    </a:lnTo>
                    <a:lnTo>
                      <a:pt x="811954" y="3131820"/>
                    </a:lnTo>
                    <a:lnTo>
                      <a:pt x="825923" y="3126317"/>
                    </a:lnTo>
                    <a:lnTo>
                      <a:pt x="838623" y="3112347"/>
                    </a:lnTo>
                    <a:lnTo>
                      <a:pt x="838623" y="3102610"/>
                    </a:lnTo>
                    <a:lnTo>
                      <a:pt x="841587" y="3099647"/>
                    </a:lnTo>
                    <a:lnTo>
                      <a:pt x="839893" y="3085677"/>
                    </a:lnTo>
                    <a:lnTo>
                      <a:pt x="853863" y="3086947"/>
                    </a:lnTo>
                    <a:lnTo>
                      <a:pt x="867833" y="3089910"/>
                    </a:lnTo>
                    <a:lnTo>
                      <a:pt x="881804" y="3095413"/>
                    </a:lnTo>
                    <a:lnTo>
                      <a:pt x="895773" y="3096684"/>
                    </a:lnTo>
                    <a:lnTo>
                      <a:pt x="911013" y="3099647"/>
                    </a:lnTo>
                    <a:lnTo>
                      <a:pt x="924983" y="3088640"/>
                    </a:lnTo>
                    <a:lnTo>
                      <a:pt x="938954" y="3083137"/>
                    </a:lnTo>
                    <a:lnTo>
                      <a:pt x="949960" y="3078904"/>
                    </a:lnTo>
                    <a:lnTo>
                      <a:pt x="963930" y="3080173"/>
                    </a:lnTo>
                    <a:lnTo>
                      <a:pt x="971127" y="3081443"/>
                    </a:lnTo>
                    <a:lnTo>
                      <a:pt x="979593" y="3081443"/>
                    </a:lnTo>
                    <a:lnTo>
                      <a:pt x="980863" y="3080173"/>
                    </a:lnTo>
                    <a:lnTo>
                      <a:pt x="983827" y="3084407"/>
                    </a:lnTo>
                    <a:lnTo>
                      <a:pt x="989330" y="3091180"/>
                    </a:lnTo>
                    <a:lnTo>
                      <a:pt x="1003300" y="3081443"/>
                    </a:lnTo>
                    <a:lnTo>
                      <a:pt x="1017270" y="3080173"/>
                    </a:lnTo>
                    <a:lnTo>
                      <a:pt x="1031240" y="3088640"/>
                    </a:lnTo>
                    <a:lnTo>
                      <a:pt x="1044787" y="3102610"/>
                    </a:lnTo>
                    <a:lnTo>
                      <a:pt x="1051983" y="3103880"/>
                    </a:lnTo>
                    <a:lnTo>
                      <a:pt x="1060450" y="3119120"/>
                    </a:lnTo>
                    <a:lnTo>
                      <a:pt x="1061720" y="3133090"/>
                    </a:lnTo>
                    <a:lnTo>
                      <a:pt x="1077383" y="3145790"/>
                    </a:lnTo>
                    <a:lnTo>
                      <a:pt x="1091354" y="3156797"/>
                    </a:lnTo>
                    <a:lnTo>
                      <a:pt x="1096433" y="3159760"/>
                    </a:lnTo>
                    <a:lnTo>
                      <a:pt x="1104900" y="3163993"/>
                    </a:lnTo>
                    <a:lnTo>
                      <a:pt x="1115060" y="3177963"/>
                    </a:lnTo>
                    <a:lnTo>
                      <a:pt x="1100667" y="3184737"/>
                    </a:lnTo>
                    <a:lnTo>
                      <a:pt x="1086697" y="3187700"/>
                    </a:lnTo>
                    <a:lnTo>
                      <a:pt x="1081193" y="3188970"/>
                    </a:lnTo>
                    <a:lnTo>
                      <a:pt x="1073150" y="3191934"/>
                    </a:lnTo>
                    <a:lnTo>
                      <a:pt x="1073150" y="3194473"/>
                    </a:lnTo>
                    <a:lnTo>
                      <a:pt x="1086697" y="3207173"/>
                    </a:lnTo>
                    <a:lnTo>
                      <a:pt x="1095163" y="3221143"/>
                    </a:lnTo>
                    <a:lnTo>
                      <a:pt x="1092623" y="3235113"/>
                    </a:lnTo>
                    <a:lnTo>
                      <a:pt x="1101937" y="3240617"/>
                    </a:lnTo>
                    <a:lnTo>
                      <a:pt x="1104900" y="3240617"/>
                    </a:lnTo>
                    <a:lnTo>
                      <a:pt x="1103630" y="3254587"/>
                    </a:lnTo>
                    <a:lnTo>
                      <a:pt x="1099397" y="3255857"/>
                    </a:lnTo>
                    <a:lnTo>
                      <a:pt x="1096433" y="3257127"/>
                    </a:lnTo>
                    <a:lnTo>
                      <a:pt x="1100667" y="3260090"/>
                    </a:lnTo>
                    <a:lnTo>
                      <a:pt x="1115060" y="3258820"/>
                    </a:lnTo>
                    <a:lnTo>
                      <a:pt x="1128607" y="3260090"/>
                    </a:lnTo>
                    <a:lnTo>
                      <a:pt x="1132840" y="3260090"/>
                    </a:lnTo>
                    <a:lnTo>
                      <a:pt x="1146810" y="3261360"/>
                    </a:lnTo>
                    <a:lnTo>
                      <a:pt x="1162473" y="3271097"/>
                    </a:lnTo>
                    <a:lnTo>
                      <a:pt x="1176020" y="3271097"/>
                    </a:lnTo>
                    <a:lnTo>
                      <a:pt x="1189990" y="3264323"/>
                    </a:lnTo>
                    <a:lnTo>
                      <a:pt x="1198457" y="3264323"/>
                    </a:lnTo>
                    <a:lnTo>
                      <a:pt x="1201420" y="3265593"/>
                    </a:lnTo>
                    <a:lnTo>
                      <a:pt x="1214967" y="3274060"/>
                    </a:lnTo>
                    <a:lnTo>
                      <a:pt x="1219623" y="3282527"/>
                    </a:lnTo>
                    <a:lnTo>
                      <a:pt x="1233170" y="3290993"/>
                    </a:lnTo>
                    <a:lnTo>
                      <a:pt x="1247140" y="3292263"/>
                    </a:lnTo>
                    <a:lnTo>
                      <a:pt x="1243330" y="3306234"/>
                    </a:lnTo>
                    <a:lnTo>
                      <a:pt x="1251797" y="3313007"/>
                    </a:lnTo>
                    <a:lnTo>
                      <a:pt x="1257300" y="3328670"/>
                    </a:lnTo>
                    <a:lnTo>
                      <a:pt x="1268307" y="3342640"/>
                    </a:lnTo>
                    <a:lnTo>
                      <a:pt x="1265343" y="3354917"/>
                    </a:lnTo>
                    <a:lnTo>
                      <a:pt x="1266613" y="3370157"/>
                    </a:lnTo>
                    <a:lnTo>
                      <a:pt x="1275504" y="3384550"/>
                    </a:lnTo>
                    <a:lnTo>
                      <a:pt x="1290743" y="3391323"/>
                    </a:lnTo>
                    <a:lnTo>
                      <a:pt x="1293283" y="3399367"/>
                    </a:lnTo>
                    <a:lnTo>
                      <a:pt x="1307254" y="3405293"/>
                    </a:lnTo>
                    <a:lnTo>
                      <a:pt x="1311487" y="3403600"/>
                    </a:lnTo>
                    <a:lnTo>
                      <a:pt x="1325457" y="3392593"/>
                    </a:lnTo>
                    <a:lnTo>
                      <a:pt x="1330960" y="3391323"/>
                    </a:lnTo>
                    <a:lnTo>
                      <a:pt x="1346623" y="3390054"/>
                    </a:lnTo>
                    <a:lnTo>
                      <a:pt x="1360170" y="3392593"/>
                    </a:lnTo>
                    <a:lnTo>
                      <a:pt x="1374140" y="3405293"/>
                    </a:lnTo>
                    <a:lnTo>
                      <a:pt x="1385570" y="3415030"/>
                    </a:lnTo>
                    <a:lnTo>
                      <a:pt x="1393613" y="3413337"/>
                    </a:lnTo>
                    <a:lnTo>
                      <a:pt x="1409277" y="3412067"/>
                    </a:lnTo>
                    <a:lnTo>
                      <a:pt x="1423247" y="3426037"/>
                    </a:lnTo>
                    <a:lnTo>
                      <a:pt x="1437217" y="3419263"/>
                    </a:lnTo>
                    <a:lnTo>
                      <a:pt x="1451187" y="3410797"/>
                    </a:lnTo>
                    <a:lnTo>
                      <a:pt x="1455420" y="3409527"/>
                    </a:lnTo>
                    <a:lnTo>
                      <a:pt x="1467697" y="3405293"/>
                    </a:lnTo>
                    <a:lnTo>
                      <a:pt x="1476163" y="3405293"/>
                    </a:lnTo>
                    <a:lnTo>
                      <a:pt x="1490133" y="3405293"/>
                    </a:lnTo>
                    <a:lnTo>
                      <a:pt x="1504104" y="3401060"/>
                    </a:lnTo>
                    <a:lnTo>
                      <a:pt x="1518073" y="3391323"/>
                    </a:lnTo>
                    <a:lnTo>
                      <a:pt x="1531620" y="3392593"/>
                    </a:lnTo>
                    <a:lnTo>
                      <a:pt x="1541780" y="3407834"/>
                    </a:lnTo>
                    <a:lnTo>
                      <a:pt x="1555750" y="3416300"/>
                    </a:lnTo>
                    <a:lnTo>
                      <a:pt x="1561254" y="3430270"/>
                    </a:lnTo>
                    <a:lnTo>
                      <a:pt x="1573954" y="3444240"/>
                    </a:lnTo>
                    <a:lnTo>
                      <a:pt x="1587923" y="3451437"/>
                    </a:lnTo>
                    <a:lnTo>
                      <a:pt x="1601893" y="3458210"/>
                    </a:lnTo>
                    <a:lnTo>
                      <a:pt x="1604433" y="3461173"/>
                    </a:lnTo>
                    <a:lnTo>
                      <a:pt x="1607397" y="3462443"/>
                    </a:lnTo>
                    <a:lnTo>
                      <a:pt x="1617133" y="3477684"/>
                    </a:lnTo>
                    <a:lnTo>
                      <a:pt x="1622637" y="3473450"/>
                    </a:lnTo>
                    <a:lnTo>
                      <a:pt x="1636607" y="3461173"/>
                    </a:lnTo>
                    <a:lnTo>
                      <a:pt x="1635337" y="3458210"/>
                    </a:lnTo>
                    <a:lnTo>
                      <a:pt x="1643380" y="3451437"/>
                    </a:lnTo>
                    <a:lnTo>
                      <a:pt x="1657350" y="3461173"/>
                    </a:lnTo>
                    <a:lnTo>
                      <a:pt x="1665817" y="3463713"/>
                    </a:lnTo>
                    <a:lnTo>
                      <a:pt x="1679787" y="3469217"/>
                    </a:lnTo>
                    <a:lnTo>
                      <a:pt x="1695027" y="3467947"/>
                    </a:lnTo>
                    <a:lnTo>
                      <a:pt x="1708997" y="3477684"/>
                    </a:lnTo>
                    <a:lnTo>
                      <a:pt x="1722967" y="3480647"/>
                    </a:lnTo>
                    <a:lnTo>
                      <a:pt x="1738207" y="3492923"/>
                    </a:lnTo>
                    <a:lnTo>
                      <a:pt x="1752177" y="3491654"/>
                    </a:lnTo>
                    <a:lnTo>
                      <a:pt x="1766147" y="3480647"/>
                    </a:lnTo>
                    <a:lnTo>
                      <a:pt x="1775883" y="3494617"/>
                    </a:lnTo>
                    <a:lnTo>
                      <a:pt x="1791547" y="3504354"/>
                    </a:lnTo>
                    <a:lnTo>
                      <a:pt x="1805093" y="3500120"/>
                    </a:lnTo>
                    <a:lnTo>
                      <a:pt x="1819487" y="3504354"/>
                    </a:lnTo>
                    <a:lnTo>
                      <a:pt x="1829223" y="3519593"/>
                    </a:lnTo>
                    <a:lnTo>
                      <a:pt x="1840230" y="3526790"/>
                    </a:lnTo>
                    <a:lnTo>
                      <a:pt x="1855470" y="3533563"/>
                    </a:lnTo>
                    <a:lnTo>
                      <a:pt x="1869440" y="3532293"/>
                    </a:lnTo>
                    <a:lnTo>
                      <a:pt x="1876637" y="3525097"/>
                    </a:lnTo>
                    <a:lnTo>
                      <a:pt x="1879177" y="3523827"/>
                    </a:lnTo>
                    <a:lnTo>
                      <a:pt x="1893147" y="3525097"/>
                    </a:lnTo>
                    <a:lnTo>
                      <a:pt x="1897380" y="3526790"/>
                    </a:lnTo>
                    <a:lnTo>
                      <a:pt x="1888913" y="3540337"/>
                    </a:lnTo>
                    <a:lnTo>
                      <a:pt x="1894417" y="3554307"/>
                    </a:lnTo>
                    <a:lnTo>
                      <a:pt x="1901613" y="3561504"/>
                    </a:lnTo>
                    <a:lnTo>
                      <a:pt x="1908387" y="3575473"/>
                    </a:lnTo>
                    <a:lnTo>
                      <a:pt x="1901613" y="3590713"/>
                    </a:lnTo>
                    <a:lnTo>
                      <a:pt x="1890183" y="3599180"/>
                    </a:lnTo>
                    <a:lnTo>
                      <a:pt x="1886373" y="3614420"/>
                    </a:lnTo>
                    <a:lnTo>
                      <a:pt x="1872404" y="3614420"/>
                    </a:lnTo>
                    <a:lnTo>
                      <a:pt x="1859704" y="3618654"/>
                    </a:lnTo>
                    <a:lnTo>
                      <a:pt x="1862667" y="3632623"/>
                    </a:lnTo>
                    <a:lnTo>
                      <a:pt x="1866477" y="3639397"/>
                    </a:lnTo>
                    <a:lnTo>
                      <a:pt x="1880870" y="3642360"/>
                    </a:lnTo>
                    <a:lnTo>
                      <a:pt x="1895687" y="3646593"/>
                    </a:lnTo>
                    <a:lnTo>
                      <a:pt x="1898650" y="3643630"/>
                    </a:lnTo>
                    <a:lnTo>
                      <a:pt x="1900343" y="3657600"/>
                    </a:lnTo>
                    <a:lnTo>
                      <a:pt x="1886373" y="3655060"/>
                    </a:lnTo>
                    <a:lnTo>
                      <a:pt x="1872404" y="3656330"/>
                    </a:lnTo>
                    <a:lnTo>
                      <a:pt x="1863937" y="3670300"/>
                    </a:lnTo>
                    <a:lnTo>
                      <a:pt x="1860973" y="3683000"/>
                    </a:lnTo>
                    <a:lnTo>
                      <a:pt x="1862667" y="3691043"/>
                    </a:lnTo>
                    <a:lnTo>
                      <a:pt x="1877907" y="3691043"/>
                    </a:lnTo>
                    <a:lnTo>
                      <a:pt x="1890183" y="3706707"/>
                    </a:lnTo>
                    <a:lnTo>
                      <a:pt x="1897380" y="3720677"/>
                    </a:lnTo>
                    <a:lnTo>
                      <a:pt x="1901613" y="3727450"/>
                    </a:lnTo>
                    <a:lnTo>
                      <a:pt x="1893147" y="3734647"/>
                    </a:lnTo>
                    <a:lnTo>
                      <a:pt x="1898650" y="3738457"/>
                    </a:lnTo>
                    <a:lnTo>
                      <a:pt x="1900343" y="3740150"/>
                    </a:lnTo>
                    <a:lnTo>
                      <a:pt x="1905847" y="3740150"/>
                    </a:lnTo>
                    <a:lnTo>
                      <a:pt x="1912620" y="3738457"/>
                    </a:lnTo>
                    <a:lnTo>
                      <a:pt x="1914313" y="3748193"/>
                    </a:lnTo>
                    <a:lnTo>
                      <a:pt x="1912620" y="3749887"/>
                    </a:lnTo>
                    <a:lnTo>
                      <a:pt x="1902883" y="3763857"/>
                    </a:lnTo>
                    <a:lnTo>
                      <a:pt x="1898650" y="3774863"/>
                    </a:lnTo>
                    <a:lnTo>
                      <a:pt x="1901613" y="3779097"/>
                    </a:lnTo>
                    <a:lnTo>
                      <a:pt x="1894417" y="3787563"/>
                    </a:lnTo>
                    <a:lnTo>
                      <a:pt x="1895687" y="3801534"/>
                    </a:lnTo>
                    <a:lnTo>
                      <a:pt x="1895687" y="3812540"/>
                    </a:lnTo>
                    <a:lnTo>
                      <a:pt x="1894417" y="3813810"/>
                    </a:lnTo>
                    <a:lnTo>
                      <a:pt x="1880870" y="3815504"/>
                    </a:lnTo>
                    <a:lnTo>
                      <a:pt x="1866477" y="3813810"/>
                    </a:lnTo>
                    <a:lnTo>
                      <a:pt x="1852930" y="3813810"/>
                    </a:lnTo>
                    <a:lnTo>
                      <a:pt x="1838960" y="3811270"/>
                    </a:lnTo>
                    <a:lnTo>
                      <a:pt x="1823297" y="3811270"/>
                    </a:lnTo>
                    <a:lnTo>
                      <a:pt x="1809327" y="3813810"/>
                    </a:lnTo>
                    <a:lnTo>
                      <a:pt x="1798320" y="3809577"/>
                    </a:lnTo>
                    <a:lnTo>
                      <a:pt x="1784350" y="3808307"/>
                    </a:lnTo>
                    <a:lnTo>
                      <a:pt x="1770380" y="3815504"/>
                    </a:lnTo>
                    <a:lnTo>
                      <a:pt x="1767840" y="3829473"/>
                    </a:lnTo>
                    <a:lnTo>
                      <a:pt x="1760643" y="3837517"/>
                    </a:lnTo>
                    <a:lnTo>
                      <a:pt x="1753870" y="3839210"/>
                    </a:lnTo>
                    <a:lnTo>
                      <a:pt x="1739900" y="3847254"/>
                    </a:lnTo>
                    <a:lnTo>
                      <a:pt x="1725930" y="3848947"/>
                    </a:lnTo>
                    <a:lnTo>
                      <a:pt x="1711960" y="3858684"/>
                    </a:lnTo>
                    <a:lnTo>
                      <a:pt x="1708997" y="3872654"/>
                    </a:lnTo>
                    <a:lnTo>
                      <a:pt x="1711960" y="3886623"/>
                    </a:lnTo>
                    <a:lnTo>
                      <a:pt x="1703493" y="3900593"/>
                    </a:lnTo>
                    <a:lnTo>
                      <a:pt x="1717463" y="3903134"/>
                    </a:lnTo>
                    <a:lnTo>
                      <a:pt x="1707727" y="3917104"/>
                    </a:lnTo>
                    <a:lnTo>
                      <a:pt x="1710690" y="3929804"/>
                    </a:lnTo>
                    <a:lnTo>
                      <a:pt x="1711960" y="3932343"/>
                    </a:lnTo>
                    <a:lnTo>
                      <a:pt x="1716193" y="3932343"/>
                    </a:lnTo>
                    <a:lnTo>
                      <a:pt x="1717463" y="3931073"/>
                    </a:lnTo>
                    <a:lnTo>
                      <a:pt x="1731433" y="3929804"/>
                    </a:lnTo>
                    <a:lnTo>
                      <a:pt x="1745404" y="3918797"/>
                    </a:lnTo>
                    <a:lnTo>
                      <a:pt x="1750907" y="3912870"/>
                    </a:lnTo>
                    <a:lnTo>
                      <a:pt x="1764877" y="3910330"/>
                    </a:lnTo>
                    <a:lnTo>
                      <a:pt x="1778847" y="3910330"/>
                    </a:lnTo>
                    <a:lnTo>
                      <a:pt x="1763607" y="3911600"/>
                    </a:lnTo>
                    <a:lnTo>
                      <a:pt x="1747943" y="3920067"/>
                    </a:lnTo>
                    <a:lnTo>
                      <a:pt x="1742440" y="3929804"/>
                    </a:lnTo>
                    <a:lnTo>
                      <a:pt x="1758104" y="3929804"/>
                    </a:lnTo>
                    <a:lnTo>
                      <a:pt x="1771650" y="3925570"/>
                    </a:lnTo>
                    <a:lnTo>
                      <a:pt x="1787313" y="3925570"/>
                    </a:lnTo>
                    <a:lnTo>
                      <a:pt x="1801283" y="3921337"/>
                    </a:lnTo>
                    <a:lnTo>
                      <a:pt x="1802554" y="3918797"/>
                    </a:lnTo>
                    <a:lnTo>
                      <a:pt x="1813560" y="3907367"/>
                    </a:lnTo>
                    <a:lnTo>
                      <a:pt x="1829223" y="3906097"/>
                    </a:lnTo>
                    <a:lnTo>
                      <a:pt x="1843193" y="3910330"/>
                    </a:lnTo>
                    <a:lnTo>
                      <a:pt x="1845733" y="3915834"/>
                    </a:lnTo>
                    <a:lnTo>
                      <a:pt x="1845733" y="3918797"/>
                    </a:lnTo>
                    <a:lnTo>
                      <a:pt x="1845733" y="3929804"/>
                    </a:lnTo>
                    <a:lnTo>
                      <a:pt x="1847427" y="3936577"/>
                    </a:lnTo>
                    <a:lnTo>
                      <a:pt x="1860973" y="3932343"/>
                    </a:lnTo>
                    <a:lnTo>
                      <a:pt x="1860973" y="3934037"/>
                    </a:lnTo>
                    <a:lnTo>
                      <a:pt x="1854200" y="3935307"/>
                    </a:lnTo>
                    <a:lnTo>
                      <a:pt x="1848697" y="3949277"/>
                    </a:lnTo>
                    <a:lnTo>
                      <a:pt x="1833033" y="3948007"/>
                    </a:lnTo>
                    <a:lnTo>
                      <a:pt x="1819487" y="3949277"/>
                    </a:lnTo>
                    <a:lnTo>
                      <a:pt x="1803823" y="3960284"/>
                    </a:lnTo>
                    <a:lnTo>
                      <a:pt x="1789854" y="3970020"/>
                    </a:lnTo>
                    <a:lnTo>
                      <a:pt x="1774613" y="3972984"/>
                    </a:lnTo>
                    <a:lnTo>
                      <a:pt x="1769110" y="3974254"/>
                    </a:lnTo>
                    <a:lnTo>
                      <a:pt x="1755140" y="3975947"/>
                    </a:lnTo>
                    <a:lnTo>
                      <a:pt x="1741170" y="3979757"/>
                    </a:lnTo>
                    <a:lnTo>
                      <a:pt x="1742440" y="3993727"/>
                    </a:lnTo>
                    <a:lnTo>
                      <a:pt x="1756410" y="3995420"/>
                    </a:lnTo>
                    <a:lnTo>
                      <a:pt x="1756410" y="4009390"/>
                    </a:lnTo>
                    <a:lnTo>
                      <a:pt x="1742440" y="4007697"/>
                    </a:lnTo>
                    <a:lnTo>
                      <a:pt x="1728470" y="3997960"/>
                    </a:lnTo>
                    <a:lnTo>
                      <a:pt x="1717463" y="4002193"/>
                    </a:lnTo>
                    <a:lnTo>
                      <a:pt x="1703493" y="4006427"/>
                    </a:lnTo>
                    <a:lnTo>
                      <a:pt x="1688254" y="4013200"/>
                    </a:lnTo>
                    <a:lnTo>
                      <a:pt x="1674283" y="4013200"/>
                    </a:lnTo>
                    <a:lnTo>
                      <a:pt x="1660313" y="4009390"/>
                    </a:lnTo>
                    <a:lnTo>
                      <a:pt x="1665817" y="4023360"/>
                    </a:lnTo>
                    <a:lnTo>
                      <a:pt x="1674283" y="4037330"/>
                    </a:lnTo>
                    <a:lnTo>
                      <a:pt x="1688254" y="4051300"/>
                    </a:lnTo>
                    <a:lnTo>
                      <a:pt x="1703493" y="4049607"/>
                    </a:lnTo>
                    <a:lnTo>
                      <a:pt x="1717463" y="4056804"/>
                    </a:lnTo>
                    <a:lnTo>
                      <a:pt x="1731433" y="4067810"/>
                    </a:lnTo>
                    <a:lnTo>
                      <a:pt x="1745404" y="4081780"/>
                    </a:lnTo>
                    <a:lnTo>
                      <a:pt x="1759373" y="4087284"/>
                    </a:lnTo>
                    <a:lnTo>
                      <a:pt x="1774613" y="4095750"/>
                    </a:lnTo>
                    <a:lnTo>
                      <a:pt x="1774613" y="4109720"/>
                    </a:lnTo>
                    <a:lnTo>
                      <a:pt x="1760643" y="4108450"/>
                    </a:lnTo>
                    <a:lnTo>
                      <a:pt x="1746673" y="4098290"/>
                    </a:lnTo>
                    <a:lnTo>
                      <a:pt x="1731433" y="4092787"/>
                    </a:lnTo>
                    <a:lnTo>
                      <a:pt x="1725930" y="4106757"/>
                    </a:lnTo>
                    <a:lnTo>
                      <a:pt x="1722967" y="4120727"/>
                    </a:lnTo>
                    <a:lnTo>
                      <a:pt x="1714923" y="4134697"/>
                    </a:lnTo>
                    <a:lnTo>
                      <a:pt x="1711960" y="4120727"/>
                    </a:lnTo>
                    <a:lnTo>
                      <a:pt x="1708997" y="4106757"/>
                    </a:lnTo>
                    <a:lnTo>
                      <a:pt x="1695027" y="4120727"/>
                    </a:lnTo>
                    <a:lnTo>
                      <a:pt x="1693757" y="4134697"/>
                    </a:lnTo>
                    <a:lnTo>
                      <a:pt x="1692487" y="4148667"/>
                    </a:lnTo>
                    <a:lnTo>
                      <a:pt x="1679787" y="4162637"/>
                    </a:lnTo>
                    <a:lnTo>
                      <a:pt x="1675554" y="4177877"/>
                    </a:lnTo>
                    <a:lnTo>
                      <a:pt x="1661583" y="4174067"/>
                    </a:lnTo>
                    <a:lnTo>
                      <a:pt x="1661583" y="4188037"/>
                    </a:lnTo>
                    <a:lnTo>
                      <a:pt x="1670050" y="4201584"/>
                    </a:lnTo>
                    <a:lnTo>
                      <a:pt x="1676823" y="4188037"/>
                    </a:lnTo>
                    <a:lnTo>
                      <a:pt x="1679787" y="4201584"/>
                    </a:lnTo>
                    <a:lnTo>
                      <a:pt x="1686983" y="4215554"/>
                    </a:lnTo>
                    <a:lnTo>
                      <a:pt x="1682750" y="4229524"/>
                    </a:lnTo>
                    <a:lnTo>
                      <a:pt x="1668780" y="4225290"/>
                    </a:lnTo>
                    <a:lnTo>
                      <a:pt x="1654810" y="4221480"/>
                    </a:lnTo>
                    <a:lnTo>
                      <a:pt x="1640417" y="4228254"/>
                    </a:lnTo>
                    <a:lnTo>
                      <a:pt x="1637877" y="4225290"/>
                    </a:lnTo>
                    <a:lnTo>
                      <a:pt x="1623907" y="4225290"/>
                    </a:lnTo>
                    <a:lnTo>
                      <a:pt x="1609937" y="4228254"/>
                    </a:lnTo>
                    <a:lnTo>
                      <a:pt x="1620943" y="4237990"/>
                    </a:lnTo>
                    <a:lnTo>
                      <a:pt x="1607397" y="4226984"/>
                    </a:lnTo>
                    <a:lnTo>
                      <a:pt x="1600200" y="4222750"/>
                    </a:lnTo>
                    <a:lnTo>
                      <a:pt x="1586230" y="4215554"/>
                    </a:lnTo>
                    <a:lnTo>
                      <a:pt x="1572260" y="4208780"/>
                    </a:lnTo>
                    <a:lnTo>
                      <a:pt x="1558290" y="4210050"/>
                    </a:lnTo>
                    <a:lnTo>
                      <a:pt x="1554057" y="4211744"/>
                    </a:lnTo>
                    <a:lnTo>
                      <a:pt x="1546013" y="4225290"/>
                    </a:lnTo>
                    <a:lnTo>
                      <a:pt x="1559560" y="4215554"/>
                    </a:lnTo>
                    <a:lnTo>
                      <a:pt x="1565487" y="4231217"/>
                    </a:lnTo>
                    <a:lnTo>
                      <a:pt x="1580727" y="4235027"/>
                    </a:lnTo>
                    <a:lnTo>
                      <a:pt x="1566757" y="4242224"/>
                    </a:lnTo>
                    <a:lnTo>
                      <a:pt x="1552787" y="4246457"/>
                    </a:lnTo>
                    <a:lnTo>
                      <a:pt x="1544743" y="4258734"/>
                    </a:lnTo>
                    <a:lnTo>
                      <a:pt x="1558290" y="4262967"/>
                    </a:lnTo>
                    <a:lnTo>
                      <a:pt x="1572260" y="4261697"/>
                    </a:lnTo>
                    <a:lnTo>
                      <a:pt x="1586230" y="4268894"/>
                    </a:lnTo>
                    <a:lnTo>
                      <a:pt x="1600200" y="4273127"/>
                    </a:lnTo>
                    <a:lnTo>
                      <a:pt x="1615440" y="4279900"/>
                    </a:lnTo>
                    <a:lnTo>
                      <a:pt x="1625177" y="4284134"/>
                    </a:lnTo>
                    <a:lnTo>
                      <a:pt x="1639147" y="4296834"/>
                    </a:lnTo>
                    <a:lnTo>
                      <a:pt x="1645073" y="4310804"/>
                    </a:lnTo>
                    <a:lnTo>
                      <a:pt x="1656080" y="4324350"/>
                    </a:lnTo>
                    <a:lnTo>
                      <a:pt x="1670050" y="4334087"/>
                    </a:lnTo>
                    <a:lnTo>
                      <a:pt x="1685290" y="4334087"/>
                    </a:lnTo>
                    <a:lnTo>
                      <a:pt x="1699260" y="4338320"/>
                    </a:lnTo>
                    <a:lnTo>
                      <a:pt x="1713230" y="4338320"/>
                    </a:lnTo>
                    <a:lnTo>
                      <a:pt x="1706457" y="4324350"/>
                    </a:lnTo>
                    <a:lnTo>
                      <a:pt x="1720004" y="4331547"/>
                    </a:lnTo>
                    <a:lnTo>
                      <a:pt x="1728470" y="4345517"/>
                    </a:lnTo>
                    <a:lnTo>
                      <a:pt x="1742440" y="4352290"/>
                    </a:lnTo>
                    <a:lnTo>
                      <a:pt x="1758104" y="4364990"/>
                    </a:lnTo>
                    <a:lnTo>
                      <a:pt x="1767840" y="4378960"/>
                    </a:lnTo>
                    <a:lnTo>
                      <a:pt x="1781810" y="4381924"/>
                    </a:lnTo>
                    <a:lnTo>
                      <a:pt x="1797050" y="4386157"/>
                    </a:lnTo>
                    <a:lnTo>
                      <a:pt x="1810597" y="4388697"/>
                    </a:lnTo>
                    <a:lnTo>
                      <a:pt x="1824990" y="4389967"/>
                    </a:lnTo>
                    <a:lnTo>
                      <a:pt x="1838960" y="4397163"/>
                    </a:lnTo>
                    <a:lnTo>
                      <a:pt x="1854200" y="4406900"/>
                    </a:lnTo>
                    <a:lnTo>
                      <a:pt x="1868170" y="4416637"/>
                    </a:lnTo>
                    <a:lnTo>
                      <a:pt x="1882140" y="4425104"/>
                    </a:lnTo>
                    <a:lnTo>
                      <a:pt x="1895687" y="4437380"/>
                    </a:lnTo>
                    <a:lnTo>
                      <a:pt x="1910080" y="4447540"/>
                    </a:lnTo>
                    <a:lnTo>
                      <a:pt x="1924050" y="4455584"/>
                    </a:lnTo>
                    <a:lnTo>
                      <a:pt x="1938020" y="4468284"/>
                    </a:lnTo>
                    <a:lnTo>
                      <a:pt x="1950297" y="4482254"/>
                    </a:lnTo>
                    <a:lnTo>
                      <a:pt x="1964267" y="4491990"/>
                    </a:lnTo>
                    <a:lnTo>
                      <a:pt x="1978237" y="4504267"/>
                    </a:lnTo>
                    <a:lnTo>
                      <a:pt x="1993900" y="4516967"/>
                    </a:lnTo>
                    <a:lnTo>
                      <a:pt x="2007447" y="4524163"/>
                    </a:lnTo>
                    <a:lnTo>
                      <a:pt x="2018877" y="4538134"/>
                    </a:lnTo>
                    <a:lnTo>
                      <a:pt x="2032847" y="4546177"/>
                    </a:lnTo>
                    <a:lnTo>
                      <a:pt x="2034117" y="4547870"/>
                    </a:lnTo>
                    <a:lnTo>
                      <a:pt x="2034117" y="4543637"/>
                    </a:lnTo>
                    <a:lnTo>
                      <a:pt x="2034117" y="4539403"/>
                    </a:lnTo>
                    <a:lnTo>
                      <a:pt x="2038350" y="4528397"/>
                    </a:lnTo>
                    <a:lnTo>
                      <a:pt x="2051050" y="4514427"/>
                    </a:lnTo>
                    <a:lnTo>
                      <a:pt x="2065020" y="4514427"/>
                    </a:lnTo>
                    <a:lnTo>
                      <a:pt x="2078567" y="4518237"/>
                    </a:lnTo>
                    <a:lnTo>
                      <a:pt x="2094230" y="4524163"/>
                    </a:lnTo>
                    <a:lnTo>
                      <a:pt x="2108200" y="4525434"/>
                    </a:lnTo>
                    <a:lnTo>
                      <a:pt x="2122170" y="4519930"/>
                    </a:lnTo>
                    <a:lnTo>
                      <a:pt x="2137410" y="4528397"/>
                    </a:lnTo>
                    <a:lnTo>
                      <a:pt x="2151380" y="4533900"/>
                    </a:lnTo>
                    <a:lnTo>
                      <a:pt x="2166620" y="4543637"/>
                    </a:lnTo>
                    <a:lnTo>
                      <a:pt x="2180590" y="4547870"/>
                    </a:lnTo>
                    <a:lnTo>
                      <a:pt x="2194560" y="4546177"/>
                    </a:lnTo>
                    <a:lnTo>
                      <a:pt x="2208530" y="4554644"/>
                    </a:lnTo>
                    <a:lnTo>
                      <a:pt x="2222500" y="4554644"/>
                    </a:lnTo>
                    <a:lnTo>
                      <a:pt x="2236470" y="4564380"/>
                    </a:lnTo>
                    <a:lnTo>
                      <a:pt x="2251710" y="4572847"/>
                    </a:lnTo>
                    <a:lnTo>
                      <a:pt x="2265680" y="4572847"/>
                    </a:lnTo>
                    <a:lnTo>
                      <a:pt x="2280920" y="4575810"/>
                    </a:lnTo>
                    <a:lnTo>
                      <a:pt x="2291080" y="4574117"/>
                    </a:lnTo>
                    <a:lnTo>
                      <a:pt x="2304627" y="4577080"/>
                    </a:lnTo>
                    <a:lnTo>
                      <a:pt x="2318597" y="4578350"/>
                    </a:lnTo>
                    <a:lnTo>
                      <a:pt x="2319867" y="4577080"/>
                    </a:lnTo>
                    <a:lnTo>
                      <a:pt x="2334260" y="4571153"/>
                    </a:lnTo>
                    <a:lnTo>
                      <a:pt x="2349500" y="4571153"/>
                    </a:lnTo>
                    <a:lnTo>
                      <a:pt x="2353733" y="4569884"/>
                    </a:lnTo>
                    <a:lnTo>
                      <a:pt x="2367704" y="4572847"/>
                    </a:lnTo>
                    <a:lnTo>
                      <a:pt x="2381250" y="4582584"/>
                    </a:lnTo>
                    <a:lnTo>
                      <a:pt x="2396913" y="4583853"/>
                    </a:lnTo>
                    <a:lnTo>
                      <a:pt x="2410883" y="4579620"/>
                    </a:lnTo>
                    <a:lnTo>
                      <a:pt x="2424430" y="4583853"/>
                    </a:lnTo>
                    <a:lnTo>
                      <a:pt x="2440094" y="4591050"/>
                    </a:lnTo>
                    <a:lnTo>
                      <a:pt x="2452794" y="4605020"/>
                    </a:lnTo>
                    <a:lnTo>
                      <a:pt x="2466340" y="4617297"/>
                    </a:lnTo>
                    <a:lnTo>
                      <a:pt x="2480733" y="4621530"/>
                    </a:lnTo>
                    <a:lnTo>
                      <a:pt x="2488777" y="4623224"/>
                    </a:lnTo>
                    <a:lnTo>
                      <a:pt x="2500207" y="4625763"/>
                    </a:lnTo>
                    <a:lnTo>
                      <a:pt x="2514177" y="4629997"/>
                    </a:lnTo>
                    <a:lnTo>
                      <a:pt x="2529417" y="4635500"/>
                    </a:lnTo>
                    <a:lnTo>
                      <a:pt x="2543387" y="4645237"/>
                    </a:lnTo>
                    <a:lnTo>
                      <a:pt x="2557357" y="4649470"/>
                    </a:lnTo>
                    <a:lnTo>
                      <a:pt x="2559897" y="4659207"/>
                    </a:lnTo>
                    <a:lnTo>
                      <a:pt x="2553124" y="4667674"/>
                    </a:lnTo>
                    <a:lnTo>
                      <a:pt x="2567093" y="4676140"/>
                    </a:lnTo>
                    <a:lnTo>
                      <a:pt x="2581063" y="4680374"/>
                    </a:lnTo>
                    <a:lnTo>
                      <a:pt x="2595033" y="4673177"/>
                    </a:lnTo>
                    <a:lnTo>
                      <a:pt x="2610274" y="4673177"/>
                    </a:lnTo>
                    <a:lnTo>
                      <a:pt x="2614507" y="4671907"/>
                    </a:lnTo>
                    <a:lnTo>
                      <a:pt x="2621280" y="4662170"/>
                    </a:lnTo>
                    <a:lnTo>
                      <a:pt x="2636943" y="4657937"/>
                    </a:lnTo>
                    <a:lnTo>
                      <a:pt x="2650491" y="4652434"/>
                    </a:lnTo>
                    <a:lnTo>
                      <a:pt x="2664460" y="4649470"/>
                    </a:lnTo>
                    <a:lnTo>
                      <a:pt x="2671657" y="4650740"/>
                    </a:lnTo>
                    <a:lnTo>
                      <a:pt x="2685626" y="4659207"/>
                    </a:lnTo>
                    <a:lnTo>
                      <a:pt x="2695363" y="4673177"/>
                    </a:lnTo>
                    <a:lnTo>
                      <a:pt x="2699597" y="4659207"/>
                    </a:lnTo>
                    <a:lnTo>
                      <a:pt x="2713567" y="4650740"/>
                    </a:lnTo>
                    <a:lnTo>
                      <a:pt x="2720341" y="4656667"/>
                    </a:lnTo>
                    <a:lnTo>
                      <a:pt x="2731770" y="4660900"/>
                    </a:lnTo>
                    <a:lnTo>
                      <a:pt x="2745317" y="4660900"/>
                    </a:lnTo>
                    <a:lnTo>
                      <a:pt x="2759710" y="4673177"/>
                    </a:lnTo>
                    <a:lnTo>
                      <a:pt x="2771987" y="4687147"/>
                    </a:lnTo>
                    <a:lnTo>
                      <a:pt x="2787226" y="4685877"/>
                    </a:lnTo>
                    <a:lnTo>
                      <a:pt x="2801620" y="4684607"/>
                    </a:lnTo>
                    <a:lnTo>
                      <a:pt x="2815167" y="4688840"/>
                    </a:lnTo>
                    <a:lnTo>
                      <a:pt x="2829560" y="4696884"/>
                    </a:lnTo>
                    <a:lnTo>
                      <a:pt x="2829560" y="4699847"/>
                    </a:lnTo>
                    <a:lnTo>
                      <a:pt x="2826597" y="4713817"/>
                    </a:lnTo>
                    <a:lnTo>
                      <a:pt x="2822363" y="4729057"/>
                    </a:lnTo>
                    <a:lnTo>
                      <a:pt x="2823633" y="4743027"/>
                    </a:lnTo>
                    <a:lnTo>
                      <a:pt x="2837604" y="4748530"/>
                    </a:lnTo>
                    <a:lnTo>
                      <a:pt x="2851574" y="4756997"/>
                    </a:lnTo>
                    <a:lnTo>
                      <a:pt x="2866813" y="4766734"/>
                    </a:lnTo>
                    <a:lnTo>
                      <a:pt x="2880783" y="4772237"/>
                    </a:lnTo>
                    <a:lnTo>
                      <a:pt x="2894754" y="4776470"/>
                    </a:lnTo>
                    <a:lnTo>
                      <a:pt x="2910417" y="4776470"/>
                    </a:lnTo>
                    <a:lnTo>
                      <a:pt x="2924387" y="4786207"/>
                    </a:lnTo>
                    <a:lnTo>
                      <a:pt x="2937933" y="4793403"/>
                    </a:lnTo>
                    <a:lnTo>
                      <a:pt x="2939626" y="4793403"/>
                    </a:lnTo>
                    <a:lnTo>
                      <a:pt x="2953174" y="4794674"/>
                    </a:lnTo>
                    <a:lnTo>
                      <a:pt x="2968837" y="4804410"/>
                    </a:lnTo>
                    <a:lnTo>
                      <a:pt x="2982807" y="4800177"/>
                    </a:lnTo>
                    <a:lnTo>
                      <a:pt x="2991274" y="4815417"/>
                    </a:lnTo>
                    <a:lnTo>
                      <a:pt x="3004820" y="4820920"/>
                    </a:lnTo>
                    <a:lnTo>
                      <a:pt x="3020483" y="4835313"/>
                    </a:lnTo>
                    <a:lnTo>
                      <a:pt x="3028950" y="4849284"/>
                    </a:lnTo>
                    <a:lnTo>
                      <a:pt x="3044191" y="4849284"/>
                    </a:lnTo>
                    <a:lnTo>
                      <a:pt x="3053926" y="4864524"/>
                    </a:lnTo>
                    <a:lnTo>
                      <a:pt x="3062393" y="4878494"/>
                    </a:lnTo>
                    <a:lnTo>
                      <a:pt x="3073400" y="4892463"/>
                    </a:lnTo>
                    <a:lnTo>
                      <a:pt x="3088641" y="4897967"/>
                    </a:lnTo>
                    <a:lnTo>
                      <a:pt x="3102610" y="4900507"/>
                    </a:lnTo>
                    <a:lnTo>
                      <a:pt x="3116580" y="4903470"/>
                    </a:lnTo>
                    <a:lnTo>
                      <a:pt x="3131820" y="4907703"/>
                    </a:lnTo>
                    <a:lnTo>
                      <a:pt x="3145791" y="4907703"/>
                    </a:lnTo>
                    <a:lnTo>
                      <a:pt x="3151293" y="4893734"/>
                    </a:lnTo>
                    <a:lnTo>
                      <a:pt x="3165687" y="4878494"/>
                    </a:lnTo>
                    <a:lnTo>
                      <a:pt x="3169497" y="4864524"/>
                    </a:lnTo>
                    <a:lnTo>
                      <a:pt x="3183467" y="4860290"/>
                    </a:lnTo>
                    <a:lnTo>
                      <a:pt x="3198707" y="4850553"/>
                    </a:lnTo>
                    <a:lnTo>
                      <a:pt x="3213100" y="4837853"/>
                    </a:lnTo>
                    <a:lnTo>
                      <a:pt x="3215641" y="4826847"/>
                    </a:lnTo>
                    <a:lnTo>
                      <a:pt x="3224107" y="4811607"/>
                    </a:lnTo>
                    <a:lnTo>
                      <a:pt x="3228341" y="4803140"/>
                    </a:lnTo>
                    <a:lnTo>
                      <a:pt x="3214370" y="4793403"/>
                    </a:lnTo>
                    <a:lnTo>
                      <a:pt x="3200400" y="4789170"/>
                    </a:lnTo>
                    <a:lnTo>
                      <a:pt x="3190663" y="4773507"/>
                    </a:lnTo>
                    <a:lnTo>
                      <a:pt x="3183467" y="4759960"/>
                    </a:lnTo>
                    <a:lnTo>
                      <a:pt x="3169497" y="4745990"/>
                    </a:lnTo>
                    <a:lnTo>
                      <a:pt x="3159760" y="4732020"/>
                    </a:lnTo>
                    <a:lnTo>
                      <a:pt x="3145791" y="4718050"/>
                    </a:lnTo>
                    <a:lnTo>
                      <a:pt x="3131820" y="4706620"/>
                    </a:lnTo>
                    <a:lnTo>
                      <a:pt x="3119543" y="4692650"/>
                    </a:lnTo>
                    <a:lnTo>
                      <a:pt x="3109383" y="4678680"/>
                    </a:lnTo>
                    <a:lnTo>
                      <a:pt x="3095837" y="4673177"/>
                    </a:lnTo>
                    <a:lnTo>
                      <a:pt x="3086100" y="4657937"/>
                    </a:lnTo>
                    <a:lnTo>
                      <a:pt x="3083137" y="4643967"/>
                    </a:lnTo>
                    <a:lnTo>
                      <a:pt x="3075941" y="4629997"/>
                    </a:lnTo>
                    <a:lnTo>
                      <a:pt x="3060700" y="4618990"/>
                    </a:lnTo>
                    <a:lnTo>
                      <a:pt x="3046730" y="4610524"/>
                    </a:lnTo>
                    <a:lnTo>
                      <a:pt x="3042497" y="4602057"/>
                    </a:lnTo>
                    <a:lnTo>
                      <a:pt x="3042497" y="4586817"/>
                    </a:lnTo>
                    <a:lnTo>
                      <a:pt x="3041226" y="4572847"/>
                    </a:lnTo>
                    <a:lnTo>
                      <a:pt x="3052233" y="4558877"/>
                    </a:lnTo>
                    <a:lnTo>
                      <a:pt x="3036993" y="4552103"/>
                    </a:lnTo>
                    <a:lnTo>
                      <a:pt x="3034030" y="4538134"/>
                    </a:lnTo>
                    <a:lnTo>
                      <a:pt x="3036993" y="4522470"/>
                    </a:lnTo>
                    <a:lnTo>
                      <a:pt x="3036993" y="4508500"/>
                    </a:lnTo>
                    <a:lnTo>
                      <a:pt x="3038687" y="4493260"/>
                    </a:lnTo>
                    <a:lnTo>
                      <a:pt x="3042497" y="4479290"/>
                    </a:lnTo>
                    <a:lnTo>
                      <a:pt x="3049693" y="4465320"/>
                    </a:lnTo>
                    <a:lnTo>
                      <a:pt x="3035724" y="4461087"/>
                    </a:lnTo>
                    <a:lnTo>
                      <a:pt x="3031491" y="4476750"/>
                    </a:lnTo>
                    <a:lnTo>
                      <a:pt x="3028950" y="4490720"/>
                    </a:lnTo>
                    <a:lnTo>
                      <a:pt x="3027257" y="4504267"/>
                    </a:lnTo>
                    <a:lnTo>
                      <a:pt x="3028950" y="4519930"/>
                    </a:lnTo>
                    <a:lnTo>
                      <a:pt x="3013287" y="4512734"/>
                    </a:lnTo>
                    <a:lnTo>
                      <a:pt x="3017943" y="4507230"/>
                    </a:lnTo>
                    <a:lnTo>
                      <a:pt x="3020483" y="4491990"/>
                    </a:lnTo>
                    <a:lnTo>
                      <a:pt x="3024717" y="4478020"/>
                    </a:lnTo>
                    <a:lnTo>
                      <a:pt x="3013287" y="4464050"/>
                    </a:lnTo>
                    <a:lnTo>
                      <a:pt x="3004820" y="4450080"/>
                    </a:lnTo>
                    <a:lnTo>
                      <a:pt x="2993813" y="4436110"/>
                    </a:lnTo>
                    <a:lnTo>
                      <a:pt x="2985770" y="4420870"/>
                    </a:lnTo>
                    <a:lnTo>
                      <a:pt x="2978574" y="4406900"/>
                    </a:lnTo>
                    <a:lnTo>
                      <a:pt x="2963333" y="4408170"/>
                    </a:lnTo>
                    <a:lnTo>
                      <a:pt x="2951904" y="4394200"/>
                    </a:lnTo>
                    <a:lnTo>
                      <a:pt x="2936663" y="4383194"/>
                    </a:lnTo>
                    <a:lnTo>
                      <a:pt x="2922693" y="4380230"/>
                    </a:lnTo>
                    <a:lnTo>
                      <a:pt x="2908724" y="4378960"/>
                    </a:lnTo>
                    <a:lnTo>
                      <a:pt x="2897717" y="4363720"/>
                    </a:lnTo>
                    <a:lnTo>
                      <a:pt x="2896024" y="4349750"/>
                    </a:lnTo>
                    <a:lnTo>
                      <a:pt x="2901526" y="4334087"/>
                    </a:lnTo>
                    <a:lnTo>
                      <a:pt x="2915920" y="4321810"/>
                    </a:lnTo>
                    <a:lnTo>
                      <a:pt x="2915920" y="4320117"/>
                    </a:lnTo>
                    <a:lnTo>
                      <a:pt x="2929467" y="4309110"/>
                    </a:lnTo>
                    <a:lnTo>
                      <a:pt x="2924387" y="4295140"/>
                    </a:lnTo>
                    <a:lnTo>
                      <a:pt x="2935393" y="4309110"/>
                    </a:lnTo>
                    <a:lnTo>
                      <a:pt x="2940897" y="4295140"/>
                    </a:lnTo>
                    <a:lnTo>
                      <a:pt x="2951904" y="4279900"/>
                    </a:lnTo>
                    <a:lnTo>
                      <a:pt x="2954867" y="4264660"/>
                    </a:lnTo>
                    <a:lnTo>
                      <a:pt x="2956137" y="4250690"/>
                    </a:lnTo>
                    <a:lnTo>
                      <a:pt x="2965874" y="4235027"/>
                    </a:lnTo>
                    <a:lnTo>
                      <a:pt x="2968837" y="4221480"/>
                    </a:lnTo>
                    <a:lnTo>
                      <a:pt x="2975610" y="4205817"/>
                    </a:lnTo>
                    <a:lnTo>
                      <a:pt x="2975610" y="4191847"/>
                    </a:lnTo>
                    <a:lnTo>
                      <a:pt x="2977304" y="4184650"/>
                    </a:lnTo>
                    <a:lnTo>
                      <a:pt x="2964604" y="4171104"/>
                    </a:lnTo>
                    <a:lnTo>
                      <a:pt x="2951904" y="4157134"/>
                    </a:lnTo>
                    <a:lnTo>
                      <a:pt x="2965874" y="4160097"/>
                    </a:lnTo>
                    <a:lnTo>
                      <a:pt x="2978574" y="4174067"/>
                    </a:lnTo>
                    <a:lnTo>
                      <a:pt x="2988310" y="4188037"/>
                    </a:lnTo>
                    <a:lnTo>
                      <a:pt x="2984076" y="4174067"/>
                    </a:lnTo>
                    <a:lnTo>
                      <a:pt x="2979843" y="4158404"/>
                    </a:lnTo>
                    <a:lnTo>
                      <a:pt x="2973070" y="4152900"/>
                    </a:lnTo>
                    <a:lnTo>
                      <a:pt x="2988310" y="4158404"/>
                    </a:lnTo>
                    <a:lnTo>
                      <a:pt x="3002280" y="4166870"/>
                    </a:lnTo>
                    <a:lnTo>
                      <a:pt x="3017943" y="4175337"/>
                    </a:lnTo>
                    <a:lnTo>
                      <a:pt x="3014557" y="4161367"/>
                    </a:lnTo>
                    <a:lnTo>
                      <a:pt x="3027257" y="4160097"/>
                    </a:lnTo>
                    <a:lnTo>
                      <a:pt x="3042497" y="4155863"/>
                    </a:lnTo>
                    <a:lnTo>
                      <a:pt x="3056891" y="4158404"/>
                    </a:lnTo>
                    <a:lnTo>
                      <a:pt x="3069167" y="4144434"/>
                    </a:lnTo>
                    <a:lnTo>
                      <a:pt x="3083137" y="4143163"/>
                    </a:lnTo>
                    <a:lnTo>
                      <a:pt x="3077633" y="4136390"/>
                    </a:lnTo>
                    <a:lnTo>
                      <a:pt x="3091604" y="4124960"/>
                    </a:lnTo>
                    <a:lnTo>
                      <a:pt x="3101341" y="4120727"/>
                    </a:lnTo>
                    <a:lnTo>
                      <a:pt x="3115310" y="4132157"/>
                    </a:lnTo>
                    <a:lnTo>
                      <a:pt x="3129280" y="4140200"/>
                    </a:lnTo>
                    <a:lnTo>
                      <a:pt x="3127587" y="4126230"/>
                    </a:lnTo>
                    <a:lnTo>
                      <a:pt x="3112347" y="4122420"/>
                    </a:lnTo>
                    <a:lnTo>
                      <a:pt x="3117850" y="4106757"/>
                    </a:lnTo>
                    <a:lnTo>
                      <a:pt x="3105574" y="4101254"/>
                    </a:lnTo>
                    <a:lnTo>
                      <a:pt x="3120813" y="4097020"/>
                    </a:lnTo>
                    <a:lnTo>
                      <a:pt x="3134783" y="4102523"/>
                    </a:lnTo>
                    <a:lnTo>
                      <a:pt x="3136054" y="4091517"/>
                    </a:lnTo>
                    <a:lnTo>
                      <a:pt x="3151293" y="4086013"/>
                    </a:lnTo>
                    <a:lnTo>
                      <a:pt x="3152987" y="4086013"/>
                    </a:lnTo>
                    <a:lnTo>
                      <a:pt x="3168226" y="4091517"/>
                    </a:lnTo>
                    <a:lnTo>
                      <a:pt x="3165687" y="4076277"/>
                    </a:lnTo>
                    <a:lnTo>
                      <a:pt x="3163993" y="4062307"/>
                    </a:lnTo>
                    <a:lnTo>
                      <a:pt x="3179657" y="4070773"/>
                    </a:lnTo>
                    <a:lnTo>
                      <a:pt x="3175000" y="4058073"/>
                    </a:lnTo>
                    <a:lnTo>
                      <a:pt x="3159760" y="4051300"/>
                    </a:lnTo>
                    <a:lnTo>
                      <a:pt x="3145791" y="4044104"/>
                    </a:lnTo>
                    <a:lnTo>
                      <a:pt x="3130550" y="4034367"/>
                    </a:lnTo>
                    <a:lnTo>
                      <a:pt x="3122083" y="4035637"/>
                    </a:lnTo>
                    <a:lnTo>
                      <a:pt x="3106843" y="4024630"/>
                    </a:lnTo>
                    <a:lnTo>
                      <a:pt x="3098376" y="4021667"/>
                    </a:lnTo>
                    <a:lnTo>
                      <a:pt x="3083137" y="4016163"/>
                    </a:lnTo>
                    <a:lnTo>
                      <a:pt x="3081867" y="4016163"/>
                    </a:lnTo>
                    <a:lnTo>
                      <a:pt x="3067897" y="4005157"/>
                    </a:lnTo>
                    <a:lnTo>
                      <a:pt x="3069167" y="4002193"/>
                    </a:lnTo>
                    <a:lnTo>
                      <a:pt x="3083137" y="3988223"/>
                    </a:lnTo>
                    <a:lnTo>
                      <a:pt x="3097107" y="3992457"/>
                    </a:lnTo>
                    <a:lnTo>
                      <a:pt x="3111076" y="4000923"/>
                    </a:lnTo>
                    <a:lnTo>
                      <a:pt x="3127587" y="3999654"/>
                    </a:lnTo>
                    <a:lnTo>
                      <a:pt x="3133513" y="3983990"/>
                    </a:lnTo>
                    <a:lnTo>
                      <a:pt x="3119543" y="3970020"/>
                    </a:lnTo>
                    <a:lnTo>
                      <a:pt x="3105574" y="3954780"/>
                    </a:lnTo>
                    <a:lnTo>
                      <a:pt x="3090333" y="3939540"/>
                    </a:lnTo>
                    <a:lnTo>
                      <a:pt x="3080597" y="3925570"/>
                    </a:lnTo>
                    <a:lnTo>
                      <a:pt x="3070437" y="3911600"/>
                    </a:lnTo>
                    <a:lnTo>
                      <a:pt x="3060700" y="3896360"/>
                    </a:lnTo>
                    <a:lnTo>
                      <a:pt x="3046730" y="3880697"/>
                    </a:lnTo>
                    <a:lnTo>
                      <a:pt x="3033183" y="3872654"/>
                    </a:lnTo>
                    <a:lnTo>
                      <a:pt x="3018791" y="3858684"/>
                    </a:lnTo>
                    <a:lnTo>
                      <a:pt x="3007783" y="3844713"/>
                    </a:lnTo>
                    <a:lnTo>
                      <a:pt x="2992543" y="3830743"/>
                    </a:lnTo>
                    <a:lnTo>
                      <a:pt x="2978574" y="3823547"/>
                    </a:lnTo>
                    <a:lnTo>
                      <a:pt x="2964604" y="3822277"/>
                    </a:lnTo>
                    <a:lnTo>
                      <a:pt x="2949363" y="3823547"/>
                    </a:lnTo>
                    <a:lnTo>
                      <a:pt x="2935393" y="3825240"/>
                    </a:lnTo>
                    <a:lnTo>
                      <a:pt x="2920154" y="3822277"/>
                    </a:lnTo>
                    <a:lnTo>
                      <a:pt x="2906183" y="3816773"/>
                    </a:lnTo>
                    <a:lnTo>
                      <a:pt x="2892213" y="3818043"/>
                    </a:lnTo>
                    <a:lnTo>
                      <a:pt x="2885017" y="3833707"/>
                    </a:lnTo>
                    <a:lnTo>
                      <a:pt x="2869776" y="3826510"/>
                    </a:lnTo>
                    <a:lnTo>
                      <a:pt x="2855807" y="3815504"/>
                    </a:lnTo>
                    <a:lnTo>
                      <a:pt x="2854537" y="3799840"/>
                    </a:lnTo>
                    <a:lnTo>
                      <a:pt x="2844376" y="3785870"/>
                    </a:lnTo>
                    <a:lnTo>
                      <a:pt x="2858770" y="3776134"/>
                    </a:lnTo>
                    <a:lnTo>
                      <a:pt x="2846070" y="3760893"/>
                    </a:lnTo>
                    <a:lnTo>
                      <a:pt x="2841837" y="3746923"/>
                    </a:lnTo>
                    <a:lnTo>
                      <a:pt x="2838874" y="3742690"/>
                    </a:lnTo>
                    <a:lnTo>
                      <a:pt x="2822363" y="3738457"/>
                    </a:lnTo>
                    <a:lnTo>
                      <a:pt x="2807124" y="3732954"/>
                    </a:lnTo>
                    <a:lnTo>
                      <a:pt x="2791460" y="3728720"/>
                    </a:lnTo>
                    <a:lnTo>
                      <a:pt x="2787226" y="3728720"/>
                    </a:lnTo>
                    <a:lnTo>
                      <a:pt x="2784687" y="3727450"/>
                    </a:lnTo>
                    <a:lnTo>
                      <a:pt x="2767754" y="3723217"/>
                    </a:lnTo>
                    <a:lnTo>
                      <a:pt x="2756747" y="3707977"/>
                    </a:lnTo>
                    <a:lnTo>
                      <a:pt x="2760980" y="3692737"/>
                    </a:lnTo>
                    <a:lnTo>
                      <a:pt x="2763520" y="3678767"/>
                    </a:lnTo>
                    <a:lnTo>
                      <a:pt x="2766483" y="3669030"/>
                    </a:lnTo>
                    <a:lnTo>
                      <a:pt x="2769447" y="3656330"/>
                    </a:lnTo>
                    <a:lnTo>
                      <a:pt x="2770717" y="3647863"/>
                    </a:lnTo>
                    <a:lnTo>
                      <a:pt x="2776220" y="3632623"/>
                    </a:lnTo>
                    <a:lnTo>
                      <a:pt x="2780454" y="3629660"/>
                    </a:lnTo>
                    <a:lnTo>
                      <a:pt x="2783417" y="3628390"/>
                    </a:lnTo>
                    <a:lnTo>
                      <a:pt x="2797387" y="3618654"/>
                    </a:lnTo>
                    <a:lnTo>
                      <a:pt x="2804160" y="3603413"/>
                    </a:lnTo>
                    <a:lnTo>
                      <a:pt x="2799926" y="3589443"/>
                    </a:lnTo>
                    <a:lnTo>
                      <a:pt x="2785957" y="3578013"/>
                    </a:lnTo>
                    <a:lnTo>
                      <a:pt x="2770717" y="3571240"/>
                    </a:lnTo>
                    <a:lnTo>
                      <a:pt x="2763520" y="3558540"/>
                    </a:lnTo>
                    <a:lnTo>
                      <a:pt x="2763520" y="3547534"/>
                    </a:lnTo>
                    <a:lnTo>
                      <a:pt x="2763520" y="3530600"/>
                    </a:lnTo>
                    <a:lnTo>
                      <a:pt x="2763520" y="3522557"/>
                    </a:lnTo>
                    <a:lnTo>
                      <a:pt x="2763520" y="3506893"/>
                    </a:lnTo>
                    <a:lnTo>
                      <a:pt x="2763520" y="3491654"/>
                    </a:lnTo>
                    <a:lnTo>
                      <a:pt x="2773257" y="3477684"/>
                    </a:lnTo>
                    <a:lnTo>
                      <a:pt x="2787226" y="3472180"/>
                    </a:lnTo>
                    <a:lnTo>
                      <a:pt x="2802891" y="3461173"/>
                    </a:lnTo>
                    <a:lnTo>
                      <a:pt x="2807124" y="3453977"/>
                    </a:lnTo>
                    <a:lnTo>
                      <a:pt x="2808393" y="3440007"/>
                    </a:lnTo>
                    <a:lnTo>
                      <a:pt x="2799926" y="3429000"/>
                    </a:lnTo>
                    <a:lnTo>
                      <a:pt x="2798657" y="3415030"/>
                    </a:lnTo>
                    <a:lnTo>
                      <a:pt x="2812626" y="3399367"/>
                    </a:lnTo>
                    <a:lnTo>
                      <a:pt x="2827867" y="3387090"/>
                    </a:lnTo>
                    <a:lnTo>
                      <a:pt x="2841837" y="3393863"/>
                    </a:lnTo>
                    <a:lnTo>
                      <a:pt x="2855807" y="3403600"/>
                    </a:lnTo>
                    <a:lnTo>
                      <a:pt x="2871047" y="3415030"/>
                    </a:lnTo>
                    <a:lnTo>
                      <a:pt x="2885017" y="3426037"/>
                    </a:lnTo>
                    <a:lnTo>
                      <a:pt x="2894754" y="3434504"/>
                    </a:lnTo>
                    <a:lnTo>
                      <a:pt x="2908724" y="3447204"/>
                    </a:lnTo>
                    <a:lnTo>
                      <a:pt x="2915920" y="3461173"/>
                    </a:lnTo>
                    <a:lnTo>
                      <a:pt x="2926926" y="3470910"/>
                    </a:lnTo>
                    <a:lnTo>
                      <a:pt x="2940897" y="3481917"/>
                    </a:lnTo>
                    <a:lnTo>
                      <a:pt x="2954867" y="3487420"/>
                    </a:lnTo>
                    <a:lnTo>
                      <a:pt x="2968837" y="3484880"/>
                    </a:lnTo>
                    <a:lnTo>
                      <a:pt x="2984076" y="3479377"/>
                    </a:lnTo>
                    <a:lnTo>
                      <a:pt x="2995507" y="3473450"/>
                    </a:lnTo>
                    <a:lnTo>
                      <a:pt x="3010747" y="3461173"/>
                    </a:lnTo>
                    <a:lnTo>
                      <a:pt x="3013287" y="3455247"/>
                    </a:lnTo>
                    <a:lnTo>
                      <a:pt x="3009054" y="3448473"/>
                    </a:lnTo>
                    <a:lnTo>
                      <a:pt x="2995507" y="3435773"/>
                    </a:lnTo>
                    <a:lnTo>
                      <a:pt x="2987041" y="3421804"/>
                    </a:lnTo>
                    <a:lnTo>
                      <a:pt x="2978574" y="3407834"/>
                    </a:lnTo>
                    <a:lnTo>
                      <a:pt x="2973070" y="3393863"/>
                    </a:lnTo>
                    <a:lnTo>
                      <a:pt x="2967567" y="3378623"/>
                    </a:lnTo>
                    <a:lnTo>
                      <a:pt x="2964604" y="3364654"/>
                    </a:lnTo>
                    <a:lnTo>
                      <a:pt x="2950633" y="3356610"/>
                    </a:lnTo>
                    <a:lnTo>
                      <a:pt x="2965874" y="3360420"/>
                    </a:lnTo>
                    <a:lnTo>
                      <a:pt x="2979843" y="3364654"/>
                    </a:lnTo>
                    <a:lnTo>
                      <a:pt x="2993813" y="3357880"/>
                    </a:lnTo>
                    <a:lnTo>
                      <a:pt x="3009054" y="3345180"/>
                    </a:lnTo>
                    <a:lnTo>
                      <a:pt x="3023024" y="3332904"/>
                    </a:lnTo>
                    <a:lnTo>
                      <a:pt x="3036993" y="3329940"/>
                    </a:lnTo>
                    <a:lnTo>
                      <a:pt x="3049693" y="3315970"/>
                    </a:lnTo>
                    <a:lnTo>
                      <a:pt x="3036993" y="3300730"/>
                    </a:lnTo>
                    <a:lnTo>
                      <a:pt x="3039957" y="3286760"/>
                    </a:lnTo>
                    <a:lnTo>
                      <a:pt x="3053926" y="3282527"/>
                    </a:lnTo>
                    <a:lnTo>
                      <a:pt x="3067897" y="3282527"/>
                    </a:lnTo>
                    <a:lnTo>
                      <a:pt x="3083137" y="3282527"/>
                    </a:lnTo>
                    <a:lnTo>
                      <a:pt x="3098376" y="3269827"/>
                    </a:lnTo>
                    <a:lnTo>
                      <a:pt x="3101341" y="3266863"/>
                    </a:lnTo>
                    <a:lnTo>
                      <a:pt x="3108537" y="3261360"/>
                    </a:lnTo>
                    <a:lnTo>
                      <a:pt x="3122083" y="3258820"/>
                    </a:lnTo>
                    <a:lnTo>
                      <a:pt x="3136054" y="3255857"/>
                    </a:lnTo>
                    <a:lnTo>
                      <a:pt x="3150024" y="3249084"/>
                    </a:lnTo>
                    <a:lnTo>
                      <a:pt x="3152987" y="3235113"/>
                    </a:lnTo>
                    <a:lnTo>
                      <a:pt x="3166957" y="3225377"/>
                    </a:lnTo>
                    <a:lnTo>
                      <a:pt x="3165687" y="3211407"/>
                    </a:lnTo>
                    <a:lnTo>
                      <a:pt x="3169497" y="3196167"/>
                    </a:lnTo>
                    <a:lnTo>
                      <a:pt x="3183467" y="3198707"/>
                    </a:lnTo>
                    <a:lnTo>
                      <a:pt x="3197437" y="3204210"/>
                    </a:lnTo>
                    <a:lnTo>
                      <a:pt x="3191933" y="3190240"/>
                    </a:lnTo>
                    <a:lnTo>
                      <a:pt x="3186430" y="3176270"/>
                    </a:lnTo>
                    <a:lnTo>
                      <a:pt x="3200400" y="3180504"/>
                    </a:lnTo>
                    <a:lnTo>
                      <a:pt x="3215641" y="3188970"/>
                    </a:lnTo>
                    <a:lnTo>
                      <a:pt x="3221143" y="3188970"/>
                    </a:lnTo>
                    <a:lnTo>
                      <a:pt x="3235113" y="3188970"/>
                    </a:lnTo>
                    <a:lnTo>
                      <a:pt x="3250776" y="3187700"/>
                    </a:lnTo>
                    <a:lnTo>
                      <a:pt x="3264747" y="3196167"/>
                    </a:lnTo>
                    <a:lnTo>
                      <a:pt x="3264747" y="3210137"/>
                    </a:lnTo>
                    <a:lnTo>
                      <a:pt x="3278293" y="3223684"/>
                    </a:lnTo>
                    <a:lnTo>
                      <a:pt x="3288030" y="3221143"/>
                    </a:lnTo>
                    <a:lnTo>
                      <a:pt x="3302424" y="3212677"/>
                    </a:lnTo>
                    <a:lnTo>
                      <a:pt x="3315970" y="3225377"/>
                    </a:lnTo>
                    <a:lnTo>
                      <a:pt x="3324437" y="3211407"/>
                    </a:lnTo>
                    <a:lnTo>
                      <a:pt x="3326130" y="3197437"/>
                    </a:lnTo>
                    <a:lnTo>
                      <a:pt x="3341370" y="3190240"/>
                    </a:lnTo>
                    <a:lnTo>
                      <a:pt x="3356610" y="3193204"/>
                    </a:lnTo>
                    <a:lnTo>
                      <a:pt x="3371850" y="3182197"/>
                    </a:lnTo>
                    <a:lnTo>
                      <a:pt x="3385820" y="3173730"/>
                    </a:lnTo>
                    <a:lnTo>
                      <a:pt x="3393017" y="3188970"/>
                    </a:lnTo>
                    <a:lnTo>
                      <a:pt x="3406563" y="3202940"/>
                    </a:lnTo>
                    <a:lnTo>
                      <a:pt x="3415030" y="3216910"/>
                    </a:lnTo>
                    <a:lnTo>
                      <a:pt x="3417993" y="3219873"/>
                    </a:lnTo>
                    <a:lnTo>
                      <a:pt x="3427730" y="3225377"/>
                    </a:lnTo>
                    <a:lnTo>
                      <a:pt x="3442970" y="3223684"/>
                    </a:lnTo>
                    <a:lnTo>
                      <a:pt x="3458210" y="3221143"/>
                    </a:lnTo>
                    <a:lnTo>
                      <a:pt x="3472180" y="3226647"/>
                    </a:lnTo>
                    <a:lnTo>
                      <a:pt x="3480647" y="3222413"/>
                    </a:lnTo>
                    <a:lnTo>
                      <a:pt x="3495887" y="3222413"/>
                    </a:lnTo>
                    <a:lnTo>
                      <a:pt x="3511550" y="3219873"/>
                    </a:lnTo>
                    <a:lnTo>
                      <a:pt x="3523826" y="3219873"/>
                    </a:lnTo>
                    <a:lnTo>
                      <a:pt x="3526791" y="3219873"/>
                    </a:lnTo>
                    <a:lnTo>
                      <a:pt x="3540760" y="3226647"/>
                    </a:lnTo>
                    <a:lnTo>
                      <a:pt x="3556000" y="3230880"/>
                    </a:lnTo>
                    <a:lnTo>
                      <a:pt x="3565737" y="3246120"/>
                    </a:lnTo>
                    <a:lnTo>
                      <a:pt x="3575474" y="3260090"/>
                    </a:lnTo>
                    <a:lnTo>
                      <a:pt x="3589443" y="3265593"/>
                    </a:lnTo>
                    <a:lnTo>
                      <a:pt x="3603413" y="3268557"/>
                    </a:lnTo>
                    <a:lnTo>
                      <a:pt x="3618654" y="3271097"/>
                    </a:lnTo>
                    <a:lnTo>
                      <a:pt x="3632624" y="3281257"/>
                    </a:lnTo>
                    <a:lnTo>
                      <a:pt x="3634317" y="3281257"/>
                    </a:lnTo>
                    <a:lnTo>
                      <a:pt x="3644054" y="3289300"/>
                    </a:lnTo>
                    <a:lnTo>
                      <a:pt x="3655060" y="3304963"/>
                    </a:lnTo>
                    <a:lnTo>
                      <a:pt x="3669030" y="3314700"/>
                    </a:lnTo>
                    <a:lnTo>
                      <a:pt x="3683000" y="3317240"/>
                    </a:lnTo>
                    <a:lnTo>
                      <a:pt x="3698241" y="3322743"/>
                    </a:lnTo>
                    <a:lnTo>
                      <a:pt x="3692737" y="3337984"/>
                    </a:lnTo>
                    <a:lnTo>
                      <a:pt x="3695700" y="3352377"/>
                    </a:lnTo>
                    <a:lnTo>
                      <a:pt x="3698241" y="3366347"/>
                    </a:lnTo>
                    <a:lnTo>
                      <a:pt x="3712210" y="3376084"/>
                    </a:lnTo>
                    <a:lnTo>
                      <a:pt x="3713480" y="3376084"/>
                    </a:lnTo>
                    <a:lnTo>
                      <a:pt x="3727450" y="3368887"/>
                    </a:lnTo>
                    <a:lnTo>
                      <a:pt x="3729143" y="3354917"/>
                    </a:lnTo>
                    <a:lnTo>
                      <a:pt x="3721947" y="3340947"/>
                    </a:lnTo>
                    <a:lnTo>
                      <a:pt x="3718983" y="3325707"/>
                    </a:lnTo>
                    <a:lnTo>
                      <a:pt x="3704167" y="3313007"/>
                    </a:lnTo>
                    <a:lnTo>
                      <a:pt x="3696970" y="3299037"/>
                    </a:lnTo>
                    <a:lnTo>
                      <a:pt x="3712210" y="3293534"/>
                    </a:lnTo>
                    <a:lnTo>
                      <a:pt x="3726180" y="3300730"/>
                    </a:lnTo>
                    <a:lnTo>
                      <a:pt x="3741420" y="3307504"/>
                    </a:lnTo>
                    <a:lnTo>
                      <a:pt x="3752850" y="3314700"/>
                    </a:lnTo>
                    <a:lnTo>
                      <a:pt x="3759624" y="3315970"/>
                    </a:lnTo>
                    <a:lnTo>
                      <a:pt x="3773593" y="3329940"/>
                    </a:lnTo>
                    <a:lnTo>
                      <a:pt x="3789257" y="3337984"/>
                    </a:lnTo>
                    <a:lnTo>
                      <a:pt x="3802804" y="3348143"/>
                    </a:lnTo>
                    <a:lnTo>
                      <a:pt x="3816774" y="3356610"/>
                    </a:lnTo>
                    <a:lnTo>
                      <a:pt x="3832437" y="3353647"/>
                    </a:lnTo>
                    <a:lnTo>
                      <a:pt x="3846407" y="3364654"/>
                    </a:lnTo>
                    <a:lnTo>
                      <a:pt x="3861647" y="3374390"/>
                    </a:lnTo>
                    <a:lnTo>
                      <a:pt x="3875617" y="3363384"/>
                    </a:lnTo>
                    <a:lnTo>
                      <a:pt x="3889587" y="3357880"/>
                    </a:lnTo>
                    <a:lnTo>
                      <a:pt x="3903557" y="3345180"/>
                    </a:lnTo>
                    <a:lnTo>
                      <a:pt x="3907367" y="3331210"/>
                    </a:lnTo>
                    <a:lnTo>
                      <a:pt x="3907367" y="3325707"/>
                    </a:lnTo>
                    <a:lnTo>
                      <a:pt x="3921760" y="3315970"/>
                    </a:lnTo>
                    <a:lnTo>
                      <a:pt x="3935307" y="3306234"/>
                    </a:lnTo>
                    <a:lnTo>
                      <a:pt x="3938270" y="3290993"/>
                    </a:lnTo>
                    <a:lnTo>
                      <a:pt x="3953510" y="3293534"/>
                    </a:lnTo>
                    <a:lnTo>
                      <a:pt x="3967480" y="3302000"/>
                    </a:lnTo>
                    <a:lnTo>
                      <a:pt x="3971713" y="3288030"/>
                    </a:lnTo>
                    <a:lnTo>
                      <a:pt x="3987376" y="3289300"/>
                    </a:lnTo>
                    <a:lnTo>
                      <a:pt x="4000924" y="3288030"/>
                    </a:lnTo>
                    <a:lnTo>
                      <a:pt x="4014893" y="3288030"/>
                    </a:lnTo>
                    <a:lnTo>
                      <a:pt x="4028863" y="3282527"/>
                    </a:lnTo>
                    <a:lnTo>
                      <a:pt x="4037330" y="3296497"/>
                    </a:lnTo>
                    <a:lnTo>
                      <a:pt x="4052570" y="3303270"/>
                    </a:lnTo>
                    <a:lnTo>
                      <a:pt x="4065270" y="3317240"/>
                    </a:lnTo>
                    <a:lnTo>
                      <a:pt x="4079241" y="3321473"/>
                    </a:lnTo>
                    <a:lnTo>
                      <a:pt x="4080510" y="3321473"/>
                    </a:lnTo>
                    <a:lnTo>
                      <a:pt x="4094480" y="3311737"/>
                    </a:lnTo>
                    <a:lnTo>
                      <a:pt x="4108450" y="3314700"/>
                    </a:lnTo>
                    <a:lnTo>
                      <a:pt x="4107180" y="3299037"/>
                    </a:lnTo>
                    <a:lnTo>
                      <a:pt x="4102947" y="3285067"/>
                    </a:lnTo>
                    <a:lnTo>
                      <a:pt x="4107180" y="3281257"/>
                    </a:lnTo>
                    <a:lnTo>
                      <a:pt x="4120726" y="3283797"/>
                    </a:lnTo>
                    <a:lnTo>
                      <a:pt x="4135120" y="3286760"/>
                    </a:lnTo>
                    <a:lnTo>
                      <a:pt x="4149091" y="3289300"/>
                    </a:lnTo>
                    <a:lnTo>
                      <a:pt x="4164330" y="3278293"/>
                    </a:lnTo>
                    <a:lnTo>
                      <a:pt x="4174067" y="3274060"/>
                    </a:lnTo>
                    <a:lnTo>
                      <a:pt x="4189307" y="3288030"/>
                    </a:lnTo>
                    <a:lnTo>
                      <a:pt x="4195234" y="3288030"/>
                    </a:lnTo>
                    <a:lnTo>
                      <a:pt x="4197774" y="3288030"/>
                    </a:lnTo>
                    <a:lnTo>
                      <a:pt x="4213013" y="3292263"/>
                    </a:lnTo>
                    <a:lnTo>
                      <a:pt x="4217247" y="3306234"/>
                    </a:lnTo>
                    <a:lnTo>
                      <a:pt x="4220210" y="3321473"/>
                    </a:lnTo>
                    <a:lnTo>
                      <a:pt x="4234180" y="3332904"/>
                    </a:lnTo>
                    <a:lnTo>
                      <a:pt x="4248150" y="3334173"/>
                    </a:lnTo>
                    <a:lnTo>
                      <a:pt x="4263391" y="3346450"/>
                    </a:lnTo>
                    <a:lnTo>
                      <a:pt x="4277360" y="3350684"/>
                    </a:lnTo>
                    <a:lnTo>
                      <a:pt x="4284134" y="3350684"/>
                    </a:lnTo>
                    <a:lnTo>
                      <a:pt x="4298104" y="3353647"/>
                    </a:lnTo>
                    <a:lnTo>
                      <a:pt x="4312074" y="3353647"/>
                    </a:lnTo>
                    <a:lnTo>
                      <a:pt x="4327737" y="3359150"/>
                    </a:lnTo>
                    <a:lnTo>
                      <a:pt x="4341707" y="3359150"/>
                    </a:lnTo>
                    <a:lnTo>
                      <a:pt x="4356947" y="3364654"/>
                    </a:lnTo>
                    <a:lnTo>
                      <a:pt x="4352713" y="3378623"/>
                    </a:lnTo>
                    <a:lnTo>
                      <a:pt x="4366684" y="3377354"/>
                    </a:lnTo>
                    <a:lnTo>
                      <a:pt x="4380654" y="3374390"/>
                    </a:lnTo>
                    <a:lnTo>
                      <a:pt x="4394624" y="3360420"/>
                    </a:lnTo>
                    <a:lnTo>
                      <a:pt x="4395893" y="3357880"/>
                    </a:lnTo>
                    <a:lnTo>
                      <a:pt x="4397163" y="3342640"/>
                    </a:lnTo>
                    <a:lnTo>
                      <a:pt x="4398434" y="3328670"/>
                    </a:lnTo>
                    <a:lnTo>
                      <a:pt x="4398434" y="3326977"/>
                    </a:lnTo>
                    <a:lnTo>
                      <a:pt x="4400127" y="3324437"/>
                    </a:lnTo>
                    <a:lnTo>
                      <a:pt x="4406900" y="3321473"/>
                    </a:lnTo>
                    <a:lnTo>
                      <a:pt x="4420870" y="3324437"/>
                    </a:lnTo>
                    <a:lnTo>
                      <a:pt x="4426797" y="3337137"/>
                    </a:lnTo>
                    <a:lnTo>
                      <a:pt x="4442037" y="3346450"/>
                    </a:lnTo>
                    <a:lnTo>
                      <a:pt x="4456007" y="3350684"/>
                    </a:lnTo>
                    <a:lnTo>
                      <a:pt x="4471247" y="3352377"/>
                    </a:lnTo>
                    <a:lnTo>
                      <a:pt x="4485217" y="3352377"/>
                    </a:lnTo>
                    <a:lnTo>
                      <a:pt x="4499187" y="3354917"/>
                    </a:lnTo>
                    <a:lnTo>
                      <a:pt x="4514427" y="3352377"/>
                    </a:lnTo>
                    <a:lnTo>
                      <a:pt x="4528397" y="3348143"/>
                    </a:lnTo>
                    <a:lnTo>
                      <a:pt x="4543637" y="3342640"/>
                    </a:lnTo>
                    <a:lnTo>
                      <a:pt x="4557607" y="3339677"/>
                    </a:lnTo>
                    <a:lnTo>
                      <a:pt x="4571577" y="3335443"/>
                    </a:lnTo>
                    <a:lnTo>
                      <a:pt x="4585547" y="3326977"/>
                    </a:lnTo>
                    <a:lnTo>
                      <a:pt x="4584277" y="3313007"/>
                    </a:lnTo>
                    <a:lnTo>
                      <a:pt x="4582584" y="3297767"/>
                    </a:lnTo>
                    <a:lnTo>
                      <a:pt x="4582584" y="3296497"/>
                    </a:lnTo>
                    <a:lnTo>
                      <a:pt x="4582584" y="3292263"/>
                    </a:lnTo>
                    <a:lnTo>
                      <a:pt x="4581313" y="3277023"/>
                    </a:lnTo>
                    <a:lnTo>
                      <a:pt x="4581313" y="3263054"/>
                    </a:lnTo>
                    <a:lnTo>
                      <a:pt x="4595284" y="3257127"/>
                    </a:lnTo>
                    <a:lnTo>
                      <a:pt x="4589780" y="3255857"/>
                    </a:lnTo>
                    <a:lnTo>
                      <a:pt x="4575810" y="3244850"/>
                    </a:lnTo>
                    <a:lnTo>
                      <a:pt x="4563110" y="3230880"/>
                    </a:lnTo>
                    <a:lnTo>
                      <a:pt x="4561841" y="3230880"/>
                    </a:lnTo>
                    <a:lnTo>
                      <a:pt x="4546600" y="3227917"/>
                    </a:lnTo>
                    <a:lnTo>
                      <a:pt x="4532630" y="3225377"/>
                    </a:lnTo>
                    <a:lnTo>
                      <a:pt x="4518660" y="3225377"/>
                    </a:lnTo>
                    <a:lnTo>
                      <a:pt x="4504691" y="3222413"/>
                    </a:lnTo>
                    <a:lnTo>
                      <a:pt x="4490720" y="3215640"/>
                    </a:lnTo>
                    <a:lnTo>
                      <a:pt x="4483947" y="3199977"/>
                    </a:lnTo>
                    <a:lnTo>
                      <a:pt x="4475480" y="3199977"/>
                    </a:lnTo>
                    <a:lnTo>
                      <a:pt x="4461510" y="3198707"/>
                    </a:lnTo>
                    <a:lnTo>
                      <a:pt x="4447541" y="3198707"/>
                    </a:lnTo>
                    <a:lnTo>
                      <a:pt x="4430607" y="3198707"/>
                    </a:lnTo>
                    <a:lnTo>
                      <a:pt x="4416637" y="3182197"/>
                    </a:lnTo>
                    <a:lnTo>
                      <a:pt x="4406900" y="3168227"/>
                    </a:lnTo>
                    <a:lnTo>
                      <a:pt x="4391660" y="3165263"/>
                    </a:lnTo>
                    <a:lnTo>
                      <a:pt x="4377691" y="3158490"/>
                    </a:lnTo>
                    <a:lnTo>
                      <a:pt x="4363720" y="3159760"/>
                    </a:lnTo>
                    <a:lnTo>
                      <a:pt x="4348480" y="3147060"/>
                    </a:lnTo>
                    <a:lnTo>
                      <a:pt x="4348480" y="3138593"/>
                    </a:lnTo>
                    <a:lnTo>
                      <a:pt x="4356947" y="3138593"/>
                    </a:lnTo>
                    <a:lnTo>
                      <a:pt x="4358217" y="3138593"/>
                    </a:lnTo>
                    <a:lnTo>
                      <a:pt x="4369224" y="3138593"/>
                    </a:lnTo>
                    <a:lnTo>
                      <a:pt x="4384887" y="3127587"/>
                    </a:lnTo>
                    <a:lnTo>
                      <a:pt x="4398434" y="3113617"/>
                    </a:lnTo>
                    <a:lnTo>
                      <a:pt x="4414097" y="3113617"/>
                    </a:lnTo>
                    <a:lnTo>
                      <a:pt x="4428067" y="3113617"/>
                    </a:lnTo>
                    <a:lnTo>
                      <a:pt x="4442037" y="3099647"/>
                    </a:lnTo>
                    <a:lnTo>
                      <a:pt x="4457277" y="3086947"/>
                    </a:lnTo>
                    <a:lnTo>
                      <a:pt x="4462780" y="3084407"/>
                    </a:lnTo>
                    <a:lnTo>
                      <a:pt x="4448810" y="3071707"/>
                    </a:lnTo>
                    <a:lnTo>
                      <a:pt x="4442037" y="3057737"/>
                    </a:lnTo>
                    <a:lnTo>
                      <a:pt x="4425104" y="3050963"/>
                    </a:lnTo>
                    <a:lnTo>
                      <a:pt x="4416637" y="3036993"/>
                    </a:lnTo>
                    <a:lnTo>
                      <a:pt x="4402667" y="3031490"/>
                    </a:lnTo>
                    <a:lnTo>
                      <a:pt x="4402667" y="3017520"/>
                    </a:lnTo>
                    <a:lnTo>
                      <a:pt x="4416637" y="3006090"/>
                    </a:lnTo>
                    <a:lnTo>
                      <a:pt x="4430607" y="2996354"/>
                    </a:lnTo>
                    <a:lnTo>
                      <a:pt x="4423834" y="2981113"/>
                    </a:lnTo>
                    <a:lnTo>
                      <a:pt x="4439074" y="2979843"/>
                    </a:lnTo>
                    <a:lnTo>
                      <a:pt x="4445847" y="2975610"/>
                    </a:lnTo>
                    <a:lnTo>
                      <a:pt x="4459817" y="2979843"/>
                    </a:lnTo>
                    <a:lnTo>
                      <a:pt x="4475480" y="2974340"/>
                    </a:lnTo>
                    <a:lnTo>
                      <a:pt x="4490720" y="2978150"/>
                    </a:lnTo>
                    <a:lnTo>
                      <a:pt x="4504691" y="2985347"/>
                    </a:lnTo>
                    <a:lnTo>
                      <a:pt x="4518660" y="2982384"/>
                    </a:lnTo>
                    <a:lnTo>
                      <a:pt x="4533900" y="2981113"/>
                    </a:lnTo>
                    <a:lnTo>
                      <a:pt x="4549563" y="2987887"/>
                    </a:lnTo>
                    <a:lnTo>
                      <a:pt x="4563110" y="2974340"/>
                    </a:lnTo>
                    <a:lnTo>
                      <a:pt x="4556337" y="2960370"/>
                    </a:lnTo>
                    <a:lnTo>
                      <a:pt x="4542367" y="2956137"/>
                    </a:lnTo>
                    <a:lnTo>
                      <a:pt x="4527127" y="2953173"/>
                    </a:lnTo>
                    <a:lnTo>
                      <a:pt x="4513157" y="2950634"/>
                    </a:lnTo>
                    <a:lnTo>
                      <a:pt x="4497493" y="2939204"/>
                    </a:lnTo>
                    <a:lnTo>
                      <a:pt x="4483947" y="2943437"/>
                    </a:lnTo>
                    <a:lnTo>
                      <a:pt x="4469977" y="2940473"/>
                    </a:lnTo>
                    <a:lnTo>
                      <a:pt x="4456007" y="2933700"/>
                    </a:lnTo>
                    <a:lnTo>
                      <a:pt x="4440343" y="2933700"/>
                    </a:lnTo>
                    <a:lnTo>
                      <a:pt x="4425104" y="2923963"/>
                    </a:lnTo>
                    <a:lnTo>
                      <a:pt x="4426797" y="2909993"/>
                    </a:lnTo>
                    <a:lnTo>
                      <a:pt x="4440343" y="2900257"/>
                    </a:lnTo>
                    <a:lnTo>
                      <a:pt x="4454313" y="2907030"/>
                    </a:lnTo>
                    <a:lnTo>
                      <a:pt x="4468284" y="2896023"/>
                    </a:lnTo>
                    <a:lnTo>
                      <a:pt x="4454313" y="2883747"/>
                    </a:lnTo>
                    <a:lnTo>
                      <a:pt x="4440343" y="2885017"/>
                    </a:lnTo>
                    <a:lnTo>
                      <a:pt x="4425104" y="2888827"/>
                    </a:lnTo>
                    <a:lnTo>
                      <a:pt x="4409863" y="2885017"/>
                    </a:lnTo>
                    <a:lnTo>
                      <a:pt x="4395893" y="2879090"/>
                    </a:lnTo>
                    <a:lnTo>
                      <a:pt x="4381924" y="2872317"/>
                    </a:lnTo>
                    <a:lnTo>
                      <a:pt x="4395893" y="2868084"/>
                    </a:lnTo>
                    <a:lnTo>
                      <a:pt x="4405630" y="2854113"/>
                    </a:lnTo>
                    <a:lnTo>
                      <a:pt x="4406900" y="2844377"/>
                    </a:lnTo>
                    <a:lnTo>
                      <a:pt x="4393354" y="2837604"/>
                    </a:lnTo>
                    <a:lnTo>
                      <a:pt x="4377691" y="2826173"/>
                    </a:lnTo>
                    <a:lnTo>
                      <a:pt x="4391660" y="2824904"/>
                    </a:lnTo>
                    <a:lnTo>
                      <a:pt x="4405630" y="2827867"/>
                    </a:lnTo>
                    <a:lnTo>
                      <a:pt x="4405630" y="2813897"/>
                    </a:lnTo>
                    <a:lnTo>
                      <a:pt x="4420870" y="2807970"/>
                    </a:lnTo>
                    <a:lnTo>
                      <a:pt x="4436110" y="2816437"/>
                    </a:lnTo>
                    <a:lnTo>
                      <a:pt x="4437804" y="2817707"/>
                    </a:lnTo>
                    <a:lnTo>
                      <a:pt x="4451774" y="2820670"/>
                    </a:lnTo>
                    <a:lnTo>
                      <a:pt x="4456007" y="2817707"/>
                    </a:lnTo>
                    <a:lnTo>
                      <a:pt x="4457277" y="2817707"/>
                    </a:lnTo>
                    <a:lnTo>
                      <a:pt x="4472517" y="2817707"/>
                    </a:lnTo>
                    <a:lnTo>
                      <a:pt x="4486487" y="2826173"/>
                    </a:lnTo>
                    <a:lnTo>
                      <a:pt x="4503420" y="2827867"/>
                    </a:lnTo>
                    <a:lnTo>
                      <a:pt x="4511463" y="2813897"/>
                    </a:lnTo>
                    <a:lnTo>
                      <a:pt x="4525434" y="2815167"/>
                    </a:lnTo>
                    <a:lnTo>
                      <a:pt x="4539404" y="2815167"/>
                    </a:lnTo>
                    <a:lnTo>
                      <a:pt x="4553374" y="2816437"/>
                    </a:lnTo>
                    <a:lnTo>
                      <a:pt x="4558877" y="2830407"/>
                    </a:lnTo>
                    <a:lnTo>
                      <a:pt x="4572847" y="2834640"/>
                    </a:lnTo>
                    <a:lnTo>
                      <a:pt x="4571577" y="2820670"/>
                    </a:lnTo>
                    <a:lnTo>
                      <a:pt x="4572847" y="2806700"/>
                    </a:lnTo>
                    <a:lnTo>
                      <a:pt x="4588087" y="2805430"/>
                    </a:lnTo>
                    <a:lnTo>
                      <a:pt x="4602480" y="2804160"/>
                    </a:lnTo>
                    <a:lnTo>
                      <a:pt x="4617720" y="2802467"/>
                    </a:lnTo>
                    <a:lnTo>
                      <a:pt x="4631691" y="2802467"/>
                    </a:lnTo>
                    <a:lnTo>
                      <a:pt x="4637193" y="2788497"/>
                    </a:lnTo>
                    <a:lnTo>
                      <a:pt x="4651163" y="2789767"/>
                    </a:lnTo>
                    <a:lnTo>
                      <a:pt x="4660900" y="2791460"/>
                    </a:lnTo>
                    <a:lnTo>
                      <a:pt x="4665134" y="2789767"/>
                    </a:lnTo>
                    <a:lnTo>
                      <a:pt x="4665134" y="922443"/>
                    </a:lnTo>
                    <a:lnTo>
                      <a:pt x="4662170" y="922020"/>
                    </a:lnTo>
                    <a:lnTo>
                      <a:pt x="4648200" y="919057"/>
                    </a:lnTo>
                    <a:lnTo>
                      <a:pt x="4632960" y="912283"/>
                    </a:lnTo>
                    <a:lnTo>
                      <a:pt x="4618991" y="909743"/>
                    </a:lnTo>
                    <a:lnTo>
                      <a:pt x="4603750" y="908050"/>
                    </a:lnTo>
                    <a:lnTo>
                      <a:pt x="4589780" y="906780"/>
                    </a:lnTo>
                    <a:lnTo>
                      <a:pt x="4574541" y="901277"/>
                    </a:lnTo>
                    <a:lnTo>
                      <a:pt x="4560570" y="895773"/>
                    </a:lnTo>
                    <a:lnTo>
                      <a:pt x="4545330" y="887307"/>
                    </a:lnTo>
                    <a:lnTo>
                      <a:pt x="4541097" y="871643"/>
                    </a:lnTo>
                    <a:lnTo>
                      <a:pt x="4525434" y="866140"/>
                    </a:lnTo>
                    <a:lnTo>
                      <a:pt x="4522893" y="866140"/>
                    </a:lnTo>
                    <a:lnTo>
                      <a:pt x="4519930" y="863600"/>
                    </a:lnTo>
                    <a:lnTo>
                      <a:pt x="4533900" y="859367"/>
                    </a:lnTo>
                    <a:lnTo>
                      <a:pt x="4549563" y="860637"/>
                    </a:lnTo>
                    <a:lnTo>
                      <a:pt x="4564380" y="859367"/>
                    </a:lnTo>
                    <a:lnTo>
                      <a:pt x="4580043" y="863600"/>
                    </a:lnTo>
                    <a:lnTo>
                      <a:pt x="4594013" y="860637"/>
                    </a:lnTo>
                    <a:lnTo>
                      <a:pt x="4609254" y="861907"/>
                    </a:lnTo>
                    <a:lnTo>
                      <a:pt x="4624493" y="856403"/>
                    </a:lnTo>
                    <a:lnTo>
                      <a:pt x="4634654" y="864870"/>
                    </a:lnTo>
                    <a:lnTo>
                      <a:pt x="4648200" y="871643"/>
                    </a:lnTo>
                    <a:lnTo>
                      <a:pt x="4663863" y="878840"/>
                    </a:lnTo>
                    <a:lnTo>
                      <a:pt x="4665134" y="879263"/>
                    </a:lnTo>
                    <a:lnTo>
                      <a:pt x="4665134" y="400473"/>
                    </a:lnTo>
                    <a:lnTo>
                      <a:pt x="4663863" y="393277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2364" name="Freeform 2363">
                <a:extLst>
                  <a:ext uri="{FF2B5EF4-FFF2-40B4-BE49-F238E27FC236}">
                    <a16:creationId xmlns:a16="http://schemas.microsoft.com/office/drawing/2014/main" id="{8FEDE99F-F926-ED47-8321-E173DABD31B1}"/>
                  </a:ext>
                </a:extLst>
              </p:cNvPr>
              <p:cNvSpPr/>
              <p:nvPr/>
            </p:nvSpPr>
            <p:spPr>
              <a:xfrm>
                <a:off x="10133753" y="946996"/>
                <a:ext cx="30903" cy="4233"/>
              </a:xfrm>
              <a:custGeom>
                <a:avLst/>
                <a:gdLst>
                  <a:gd name="connsiteX0" fmla="*/ 30903 w 30903"/>
                  <a:gd name="connsiteY0" fmla="*/ 1693 h 4233"/>
                  <a:gd name="connsiteX1" fmla="*/ 27940 w 30903"/>
                  <a:gd name="connsiteY1" fmla="*/ 0 h 4233"/>
                  <a:gd name="connsiteX2" fmla="*/ 13970 w 30903"/>
                  <a:gd name="connsiteY2" fmla="*/ 0 h 4233"/>
                  <a:gd name="connsiteX3" fmla="*/ 0 w 30903"/>
                  <a:gd name="connsiteY3" fmla="*/ 4233 h 4233"/>
                  <a:gd name="connsiteX4" fmla="*/ 15663 w 30903"/>
                  <a:gd name="connsiteY4" fmla="*/ 2963 h 4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03" h="4233">
                    <a:moveTo>
                      <a:pt x="30903" y="1693"/>
                    </a:moveTo>
                    <a:lnTo>
                      <a:pt x="27940" y="0"/>
                    </a:lnTo>
                    <a:lnTo>
                      <a:pt x="13970" y="0"/>
                    </a:lnTo>
                    <a:lnTo>
                      <a:pt x="0" y="4233"/>
                    </a:lnTo>
                    <a:lnTo>
                      <a:pt x="15663" y="2963"/>
                    </a:lnTo>
                    <a:close/>
                  </a:path>
                </a:pathLst>
              </a:custGeom>
              <a:grpFill/>
              <a:ln w="3175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365" name="Graphic 4">
            <a:extLst>
              <a:ext uri="{FF2B5EF4-FFF2-40B4-BE49-F238E27FC236}">
                <a16:creationId xmlns:a16="http://schemas.microsoft.com/office/drawing/2014/main" id="{A59EDA10-2495-FF44-B25C-4C50F055E379}"/>
              </a:ext>
            </a:extLst>
          </p:cNvPr>
          <p:cNvGrpSpPr/>
          <p:nvPr/>
        </p:nvGrpSpPr>
        <p:grpSpPr>
          <a:xfrm>
            <a:off x="3362536" y="94403"/>
            <a:ext cx="8665209" cy="6622626"/>
            <a:chOff x="3362536" y="94403"/>
            <a:chExt cx="8665209" cy="6622626"/>
          </a:xfrm>
          <a:solidFill>
            <a:schemeClr val="bg1">
              <a:lumMod val="95000"/>
            </a:schemeClr>
          </a:solidFill>
        </p:grpSpPr>
        <p:sp>
          <p:nvSpPr>
            <p:cNvPr id="2366" name="Freeform 2365">
              <a:extLst>
                <a:ext uri="{FF2B5EF4-FFF2-40B4-BE49-F238E27FC236}">
                  <a16:creationId xmlns:a16="http://schemas.microsoft.com/office/drawing/2014/main" id="{B9A91346-EF3A-754A-811B-A61AFAC735F6}"/>
                </a:ext>
              </a:extLst>
            </p:cNvPr>
            <p:cNvSpPr/>
            <p:nvPr/>
          </p:nvSpPr>
          <p:spPr>
            <a:xfrm>
              <a:off x="4539826" y="4599516"/>
              <a:ext cx="484293" cy="857673"/>
            </a:xfrm>
            <a:custGeom>
              <a:avLst/>
              <a:gdLst>
                <a:gd name="connsiteX0" fmla="*/ 27940 w 484293"/>
                <a:gd name="connsiteY0" fmla="*/ 475404 h 857673"/>
                <a:gd name="connsiteX1" fmla="*/ 23707 w 484293"/>
                <a:gd name="connsiteY1" fmla="*/ 461433 h 857673"/>
                <a:gd name="connsiteX2" fmla="*/ 38947 w 484293"/>
                <a:gd name="connsiteY2" fmla="*/ 457200 h 857673"/>
                <a:gd name="connsiteX3" fmla="*/ 51647 w 484293"/>
                <a:gd name="connsiteY3" fmla="*/ 443230 h 857673"/>
                <a:gd name="connsiteX4" fmla="*/ 64347 w 484293"/>
                <a:gd name="connsiteY4" fmla="*/ 429260 h 857673"/>
                <a:gd name="connsiteX5" fmla="*/ 69850 w 484293"/>
                <a:gd name="connsiteY5" fmla="*/ 414020 h 857673"/>
                <a:gd name="connsiteX6" fmla="*/ 75353 w 484293"/>
                <a:gd name="connsiteY6" fmla="*/ 400050 h 857673"/>
                <a:gd name="connsiteX7" fmla="*/ 82550 w 484293"/>
                <a:gd name="connsiteY7" fmla="*/ 384810 h 857673"/>
                <a:gd name="connsiteX8" fmla="*/ 89323 w 484293"/>
                <a:gd name="connsiteY8" fmla="*/ 370840 h 857673"/>
                <a:gd name="connsiteX9" fmla="*/ 94827 w 484293"/>
                <a:gd name="connsiteY9" fmla="*/ 358563 h 857673"/>
                <a:gd name="connsiteX10" fmla="*/ 97790 w 484293"/>
                <a:gd name="connsiteY10" fmla="*/ 350096 h 857673"/>
                <a:gd name="connsiteX11" fmla="*/ 103293 w 484293"/>
                <a:gd name="connsiteY11" fmla="*/ 337396 h 857673"/>
                <a:gd name="connsiteX12" fmla="*/ 104563 w 484293"/>
                <a:gd name="connsiteY12" fmla="*/ 333163 h 857673"/>
                <a:gd name="connsiteX13" fmla="*/ 102023 w 484293"/>
                <a:gd name="connsiteY13" fmla="*/ 317923 h 857673"/>
                <a:gd name="connsiteX14" fmla="*/ 108797 w 484293"/>
                <a:gd name="connsiteY14" fmla="*/ 303954 h 857673"/>
                <a:gd name="connsiteX15" fmla="*/ 113030 w 484293"/>
                <a:gd name="connsiteY15" fmla="*/ 289983 h 857673"/>
                <a:gd name="connsiteX16" fmla="*/ 118533 w 484293"/>
                <a:gd name="connsiteY16" fmla="*/ 276013 h 857673"/>
                <a:gd name="connsiteX17" fmla="*/ 120227 w 484293"/>
                <a:gd name="connsiteY17" fmla="*/ 271780 h 857673"/>
                <a:gd name="connsiteX18" fmla="*/ 124037 w 484293"/>
                <a:gd name="connsiteY18" fmla="*/ 256540 h 857673"/>
                <a:gd name="connsiteX19" fmla="*/ 135467 w 484293"/>
                <a:gd name="connsiteY19" fmla="*/ 251037 h 857673"/>
                <a:gd name="connsiteX20" fmla="*/ 140970 w 484293"/>
                <a:gd name="connsiteY20" fmla="*/ 242570 h 857673"/>
                <a:gd name="connsiteX21" fmla="*/ 138007 w 484293"/>
                <a:gd name="connsiteY21" fmla="*/ 228600 h 857673"/>
                <a:gd name="connsiteX22" fmla="*/ 131233 w 484293"/>
                <a:gd name="connsiteY22" fmla="*/ 242570 h 857673"/>
                <a:gd name="connsiteX23" fmla="*/ 133773 w 484293"/>
                <a:gd name="connsiteY23" fmla="*/ 227330 h 857673"/>
                <a:gd name="connsiteX24" fmla="*/ 138007 w 484293"/>
                <a:gd name="connsiteY24" fmla="*/ 213360 h 857673"/>
                <a:gd name="connsiteX25" fmla="*/ 142240 w 484293"/>
                <a:gd name="connsiteY25" fmla="*/ 199390 h 857673"/>
                <a:gd name="connsiteX26" fmla="*/ 145203 w 484293"/>
                <a:gd name="connsiteY26" fmla="*/ 187960 h 857673"/>
                <a:gd name="connsiteX27" fmla="*/ 143510 w 484293"/>
                <a:gd name="connsiteY27" fmla="*/ 173990 h 857673"/>
                <a:gd name="connsiteX28" fmla="*/ 147743 w 484293"/>
                <a:gd name="connsiteY28" fmla="*/ 167217 h 857673"/>
                <a:gd name="connsiteX29" fmla="*/ 139700 w 484293"/>
                <a:gd name="connsiteY29" fmla="*/ 160020 h 857673"/>
                <a:gd name="connsiteX30" fmla="*/ 136737 w 484293"/>
                <a:gd name="connsiteY30" fmla="*/ 144780 h 857673"/>
                <a:gd name="connsiteX31" fmla="*/ 135467 w 484293"/>
                <a:gd name="connsiteY31" fmla="*/ 135043 h 857673"/>
                <a:gd name="connsiteX32" fmla="*/ 131233 w 484293"/>
                <a:gd name="connsiteY32" fmla="*/ 121073 h 857673"/>
                <a:gd name="connsiteX33" fmla="*/ 132503 w 484293"/>
                <a:gd name="connsiteY33" fmla="*/ 114300 h 857673"/>
                <a:gd name="connsiteX34" fmla="*/ 132503 w 484293"/>
                <a:gd name="connsiteY34" fmla="*/ 102870 h 857673"/>
                <a:gd name="connsiteX35" fmla="*/ 129963 w 484293"/>
                <a:gd name="connsiteY35" fmla="*/ 88900 h 857673"/>
                <a:gd name="connsiteX36" fmla="*/ 128270 w 484293"/>
                <a:gd name="connsiteY36" fmla="*/ 77893 h 857673"/>
                <a:gd name="connsiteX37" fmla="*/ 131233 w 484293"/>
                <a:gd name="connsiteY37" fmla="*/ 76623 h 857673"/>
                <a:gd name="connsiteX38" fmla="*/ 140970 w 484293"/>
                <a:gd name="connsiteY38" fmla="*/ 75354 h 857673"/>
                <a:gd name="connsiteX39" fmla="*/ 129963 w 484293"/>
                <a:gd name="connsiteY39" fmla="*/ 75354 h 857673"/>
                <a:gd name="connsiteX40" fmla="*/ 127000 w 484293"/>
                <a:gd name="connsiteY40" fmla="*/ 76623 h 857673"/>
                <a:gd name="connsiteX41" fmla="*/ 124037 w 484293"/>
                <a:gd name="connsiteY41" fmla="*/ 62654 h 857673"/>
                <a:gd name="connsiteX42" fmla="*/ 127000 w 484293"/>
                <a:gd name="connsiteY42" fmla="*/ 48683 h 857673"/>
                <a:gd name="connsiteX43" fmla="*/ 140970 w 484293"/>
                <a:gd name="connsiteY43" fmla="*/ 37254 h 857673"/>
                <a:gd name="connsiteX44" fmla="*/ 143510 w 484293"/>
                <a:gd name="connsiteY44" fmla="*/ 33443 h 857673"/>
                <a:gd name="connsiteX45" fmla="*/ 157903 w 484293"/>
                <a:gd name="connsiteY45" fmla="*/ 19473 h 857673"/>
                <a:gd name="connsiteX46" fmla="*/ 159173 w 484293"/>
                <a:gd name="connsiteY46" fmla="*/ 17780 h 857673"/>
                <a:gd name="connsiteX47" fmla="*/ 173143 w 484293"/>
                <a:gd name="connsiteY47" fmla="*/ 15240 h 857673"/>
                <a:gd name="connsiteX48" fmla="*/ 188383 w 484293"/>
                <a:gd name="connsiteY48" fmla="*/ 12277 h 857673"/>
                <a:gd name="connsiteX49" fmla="*/ 202353 w 484293"/>
                <a:gd name="connsiteY49" fmla="*/ 11007 h 857673"/>
                <a:gd name="connsiteX50" fmla="*/ 217593 w 484293"/>
                <a:gd name="connsiteY50" fmla="*/ 2540 h 857673"/>
                <a:gd name="connsiteX51" fmla="*/ 220557 w 484293"/>
                <a:gd name="connsiteY51" fmla="*/ 0 h 857673"/>
                <a:gd name="connsiteX52" fmla="*/ 221827 w 484293"/>
                <a:gd name="connsiteY52" fmla="*/ 15240 h 857673"/>
                <a:gd name="connsiteX53" fmla="*/ 235797 w 484293"/>
                <a:gd name="connsiteY53" fmla="*/ 16510 h 857673"/>
                <a:gd name="connsiteX54" fmla="*/ 221827 w 484293"/>
                <a:gd name="connsiteY54" fmla="*/ 30480 h 857673"/>
                <a:gd name="connsiteX55" fmla="*/ 216323 w 484293"/>
                <a:gd name="connsiteY55" fmla="*/ 44450 h 857673"/>
                <a:gd name="connsiteX56" fmla="*/ 216323 w 484293"/>
                <a:gd name="connsiteY56" fmla="*/ 46990 h 857673"/>
                <a:gd name="connsiteX57" fmla="*/ 219287 w 484293"/>
                <a:gd name="connsiteY57" fmla="*/ 46990 h 857673"/>
                <a:gd name="connsiteX58" fmla="*/ 220557 w 484293"/>
                <a:gd name="connsiteY58" fmla="*/ 55457 h 857673"/>
                <a:gd name="connsiteX59" fmla="*/ 235797 w 484293"/>
                <a:gd name="connsiteY59" fmla="*/ 55457 h 857673"/>
                <a:gd name="connsiteX60" fmla="*/ 251037 w 484293"/>
                <a:gd name="connsiteY60" fmla="*/ 45720 h 857673"/>
                <a:gd name="connsiteX61" fmla="*/ 265007 w 484293"/>
                <a:gd name="connsiteY61" fmla="*/ 46990 h 857673"/>
                <a:gd name="connsiteX62" fmla="*/ 280247 w 484293"/>
                <a:gd name="connsiteY62" fmla="*/ 43180 h 857673"/>
                <a:gd name="connsiteX63" fmla="*/ 294640 w 484293"/>
                <a:gd name="connsiteY63" fmla="*/ 45720 h 857673"/>
                <a:gd name="connsiteX64" fmla="*/ 308187 w 484293"/>
                <a:gd name="connsiteY64" fmla="*/ 51223 h 857673"/>
                <a:gd name="connsiteX65" fmla="*/ 320887 w 484293"/>
                <a:gd name="connsiteY65" fmla="*/ 57150 h 857673"/>
                <a:gd name="connsiteX66" fmla="*/ 336127 w 484293"/>
                <a:gd name="connsiteY66" fmla="*/ 51223 h 857673"/>
                <a:gd name="connsiteX67" fmla="*/ 350097 w 484293"/>
                <a:gd name="connsiteY67" fmla="*/ 44450 h 857673"/>
                <a:gd name="connsiteX68" fmla="*/ 351790 w 484293"/>
                <a:gd name="connsiteY68" fmla="*/ 44450 h 857673"/>
                <a:gd name="connsiteX69" fmla="*/ 355600 w 484293"/>
                <a:gd name="connsiteY69" fmla="*/ 30480 h 857673"/>
                <a:gd name="connsiteX70" fmla="*/ 369993 w 484293"/>
                <a:gd name="connsiteY70" fmla="*/ 31750 h 857673"/>
                <a:gd name="connsiteX71" fmla="*/ 382270 w 484293"/>
                <a:gd name="connsiteY71" fmla="*/ 30480 h 857673"/>
                <a:gd name="connsiteX72" fmla="*/ 387773 w 484293"/>
                <a:gd name="connsiteY72" fmla="*/ 33443 h 857673"/>
                <a:gd name="connsiteX73" fmla="*/ 401743 w 484293"/>
                <a:gd name="connsiteY73" fmla="*/ 34713 h 857673"/>
                <a:gd name="connsiteX74" fmla="*/ 417407 w 484293"/>
                <a:gd name="connsiteY74" fmla="*/ 35983 h 857673"/>
                <a:gd name="connsiteX75" fmla="*/ 430953 w 484293"/>
                <a:gd name="connsiteY75" fmla="*/ 34713 h 857673"/>
                <a:gd name="connsiteX76" fmla="*/ 444923 w 484293"/>
                <a:gd name="connsiteY76" fmla="*/ 45720 h 857673"/>
                <a:gd name="connsiteX77" fmla="*/ 439420 w 484293"/>
                <a:gd name="connsiteY77" fmla="*/ 61383 h 857673"/>
                <a:gd name="connsiteX78" fmla="*/ 436880 w 484293"/>
                <a:gd name="connsiteY78" fmla="*/ 69427 h 857673"/>
                <a:gd name="connsiteX79" fmla="*/ 452120 w 484293"/>
                <a:gd name="connsiteY79" fmla="*/ 77893 h 857673"/>
                <a:gd name="connsiteX80" fmla="*/ 466090 w 484293"/>
                <a:gd name="connsiteY80" fmla="*/ 79163 h 857673"/>
                <a:gd name="connsiteX81" fmla="*/ 480060 w 484293"/>
                <a:gd name="connsiteY81" fmla="*/ 91863 h 857673"/>
                <a:gd name="connsiteX82" fmla="*/ 484293 w 484293"/>
                <a:gd name="connsiteY82" fmla="*/ 97367 h 857673"/>
                <a:gd name="connsiteX83" fmla="*/ 472863 w 484293"/>
                <a:gd name="connsiteY83" fmla="*/ 110067 h 857673"/>
                <a:gd name="connsiteX84" fmla="*/ 464397 w 484293"/>
                <a:gd name="connsiteY84" fmla="*/ 125307 h 857673"/>
                <a:gd name="connsiteX85" fmla="*/ 450850 w 484293"/>
                <a:gd name="connsiteY85" fmla="*/ 135043 h 857673"/>
                <a:gd name="connsiteX86" fmla="*/ 442383 w 484293"/>
                <a:gd name="connsiteY86" fmla="*/ 142240 h 857673"/>
                <a:gd name="connsiteX87" fmla="*/ 428413 w 484293"/>
                <a:gd name="connsiteY87" fmla="*/ 151977 h 857673"/>
                <a:gd name="connsiteX88" fmla="*/ 414443 w 484293"/>
                <a:gd name="connsiteY88" fmla="*/ 156210 h 857673"/>
                <a:gd name="connsiteX89" fmla="*/ 401743 w 484293"/>
                <a:gd name="connsiteY89" fmla="*/ 170180 h 857673"/>
                <a:gd name="connsiteX90" fmla="*/ 394970 w 484293"/>
                <a:gd name="connsiteY90" fmla="*/ 184150 h 857673"/>
                <a:gd name="connsiteX91" fmla="*/ 393277 w 484293"/>
                <a:gd name="connsiteY91" fmla="*/ 185420 h 857673"/>
                <a:gd name="connsiteX92" fmla="*/ 379307 w 484293"/>
                <a:gd name="connsiteY92" fmla="*/ 185420 h 857673"/>
                <a:gd name="connsiteX93" fmla="*/ 379307 w 484293"/>
                <a:gd name="connsiteY93" fmla="*/ 186690 h 857673"/>
                <a:gd name="connsiteX94" fmla="*/ 378037 w 484293"/>
                <a:gd name="connsiteY94" fmla="*/ 187960 h 857673"/>
                <a:gd name="connsiteX95" fmla="*/ 379307 w 484293"/>
                <a:gd name="connsiteY95" fmla="*/ 190923 h 857673"/>
                <a:gd name="connsiteX96" fmla="*/ 381000 w 484293"/>
                <a:gd name="connsiteY96" fmla="*/ 190923 h 857673"/>
                <a:gd name="connsiteX97" fmla="*/ 387773 w 484293"/>
                <a:gd name="connsiteY97" fmla="*/ 206163 h 857673"/>
                <a:gd name="connsiteX98" fmla="*/ 393277 w 484293"/>
                <a:gd name="connsiteY98" fmla="*/ 214630 h 857673"/>
                <a:gd name="connsiteX99" fmla="*/ 389467 w 484293"/>
                <a:gd name="connsiteY99" fmla="*/ 229870 h 857673"/>
                <a:gd name="connsiteX100" fmla="*/ 390737 w 484293"/>
                <a:gd name="connsiteY100" fmla="*/ 243840 h 857673"/>
                <a:gd name="connsiteX101" fmla="*/ 387773 w 484293"/>
                <a:gd name="connsiteY101" fmla="*/ 257810 h 857673"/>
                <a:gd name="connsiteX102" fmla="*/ 386503 w 484293"/>
                <a:gd name="connsiteY102" fmla="*/ 259504 h 857673"/>
                <a:gd name="connsiteX103" fmla="*/ 387773 w 484293"/>
                <a:gd name="connsiteY103" fmla="*/ 274743 h 857673"/>
                <a:gd name="connsiteX104" fmla="*/ 383540 w 484293"/>
                <a:gd name="connsiteY104" fmla="*/ 288290 h 857673"/>
                <a:gd name="connsiteX105" fmla="*/ 387773 w 484293"/>
                <a:gd name="connsiteY105" fmla="*/ 303954 h 857673"/>
                <a:gd name="connsiteX106" fmla="*/ 378037 w 484293"/>
                <a:gd name="connsiteY106" fmla="*/ 312420 h 857673"/>
                <a:gd name="connsiteX107" fmla="*/ 367030 w 484293"/>
                <a:gd name="connsiteY107" fmla="*/ 314960 h 857673"/>
                <a:gd name="connsiteX108" fmla="*/ 355600 w 484293"/>
                <a:gd name="connsiteY108" fmla="*/ 328930 h 857673"/>
                <a:gd name="connsiteX109" fmla="*/ 368300 w 484293"/>
                <a:gd name="connsiteY109" fmla="*/ 342900 h 857673"/>
                <a:gd name="connsiteX110" fmla="*/ 372533 w 484293"/>
                <a:gd name="connsiteY110" fmla="*/ 358563 h 857673"/>
                <a:gd name="connsiteX111" fmla="*/ 368300 w 484293"/>
                <a:gd name="connsiteY111" fmla="*/ 372533 h 857673"/>
                <a:gd name="connsiteX112" fmla="*/ 361103 w 484293"/>
                <a:gd name="connsiteY112" fmla="*/ 386080 h 857673"/>
                <a:gd name="connsiteX113" fmla="*/ 357293 w 484293"/>
                <a:gd name="connsiteY113" fmla="*/ 387773 h 857673"/>
                <a:gd name="connsiteX114" fmla="*/ 355600 w 484293"/>
                <a:gd name="connsiteY114" fmla="*/ 389043 h 857673"/>
                <a:gd name="connsiteX115" fmla="*/ 354330 w 484293"/>
                <a:gd name="connsiteY115" fmla="*/ 403013 h 857673"/>
                <a:gd name="connsiteX116" fmla="*/ 348827 w 484293"/>
                <a:gd name="connsiteY116" fmla="*/ 412750 h 857673"/>
                <a:gd name="connsiteX117" fmla="*/ 344593 w 484293"/>
                <a:gd name="connsiteY117" fmla="*/ 414020 h 857673"/>
                <a:gd name="connsiteX118" fmla="*/ 329353 w 484293"/>
                <a:gd name="connsiteY118" fmla="*/ 414020 h 857673"/>
                <a:gd name="connsiteX119" fmla="*/ 315383 w 484293"/>
                <a:gd name="connsiteY119" fmla="*/ 412750 h 857673"/>
                <a:gd name="connsiteX120" fmla="*/ 299720 w 484293"/>
                <a:gd name="connsiteY120" fmla="*/ 415713 h 857673"/>
                <a:gd name="connsiteX121" fmla="*/ 286173 w 484293"/>
                <a:gd name="connsiteY121" fmla="*/ 414020 h 857673"/>
                <a:gd name="connsiteX122" fmla="*/ 278977 w 484293"/>
                <a:gd name="connsiteY122" fmla="*/ 412750 h 857673"/>
                <a:gd name="connsiteX123" fmla="*/ 287443 w 484293"/>
                <a:gd name="connsiteY123" fmla="*/ 427990 h 857673"/>
                <a:gd name="connsiteX124" fmla="*/ 298450 w 484293"/>
                <a:gd name="connsiteY124" fmla="*/ 441960 h 857673"/>
                <a:gd name="connsiteX125" fmla="*/ 309880 w 484293"/>
                <a:gd name="connsiteY125" fmla="*/ 446193 h 857673"/>
                <a:gd name="connsiteX126" fmla="*/ 305647 w 484293"/>
                <a:gd name="connsiteY126" fmla="*/ 461433 h 857673"/>
                <a:gd name="connsiteX127" fmla="*/ 306917 w 484293"/>
                <a:gd name="connsiteY127" fmla="*/ 464396 h 857673"/>
                <a:gd name="connsiteX128" fmla="*/ 315383 w 484293"/>
                <a:gd name="connsiteY128" fmla="*/ 478367 h 857673"/>
                <a:gd name="connsiteX129" fmla="*/ 315383 w 484293"/>
                <a:gd name="connsiteY129" fmla="*/ 479637 h 857673"/>
                <a:gd name="connsiteX130" fmla="*/ 322157 w 484293"/>
                <a:gd name="connsiteY130" fmla="*/ 493607 h 857673"/>
                <a:gd name="connsiteX131" fmla="*/ 336127 w 484293"/>
                <a:gd name="connsiteY131" fmla="*/ 506307 h 857673"/>
                <a:gd name="connsiteX132" fmla="*/ 340360 w 484293"/>
                <a:gd name="connsiteY132" fmla="*/ 503343 h 857673"/>
                <a:gd name="connsiteX133" fmla="*/ 348827 w 484293"/>
                <a:gd name="connsiteY133" fmla="*/ 518583 h 857673"/>
                <a:gd name="connsiteX134" fmla="*/ 350097 w 484293"/>
                <a:gd name="connsiteY134" fmla="*/ 518583 h 857673"/>
                <a:gd name="connsiteX135" fmla="*/ 351790 w 484293"/>
                <a:gd name="connsiteY135" fmla="*/ 520277 h 857673"/>
                <a:gd name="connsiteX136" fmla="*/ 341630 w 484293"/>
                <a:gd name="connsiteY136" fmla="*/ 535517 h 857673"/>
                <a:gd name="connsiteX137" fmla="*/ 339090 w 484293"/>
                <a:gd name="connsiteY137" fmla="*/ 538057 h 857673"/>
                <a:gd name="connsiteX138" fmla="*/ 339090 w 484293"/>
                <a:gd name="connsiteY138" fmla="*/ 543983 h 857673"/>
                <a:gd name="connsiteX139" fmla="*/ 331893 w 484293"/>
                <a:gd name="connsiteY139" fmla="*/ 550757 h 857673"/>
                <a:gd name="connsiteX140" fmla="*/ 317923 w 484293"/>
                <a:gd name="connsiteY140" fmla="*/ 563457 h 857673"/>
                <a:gd name="connsiteX141" fmla="*/ 314113 w 484293"/>
                <a:gd name="connsiteY141" fmla="*/ 566420 h 857673"/>
                <a:gd name="connsiteX142" fmla="*/ 304377 w 484293"/>
                <a:gd name="connsiteY142" fmla="*/ 579967 h 857673"/>
                <a:gd name="connsiteX143" fmla="*/ 302683 w 484293"/>
                <a:gd name="connsiteY143" fmla="*/ 593937 h 857673"/>
                <a:gd name="connsiteX144" fmla="*/ 295910 w 484293"/>
                <a:gd name="connsiteY144" fmla="*/ 607907 h 857673"/>
                <a:gd name="connsiteX145" fmla="*/ 295910 w 484293"/>
                <a:gd name="connsiteY145" fmla="*/ 610870 h 857673"/>
                <a:gd name="connsiteX146" fmla="*/ 297180 w 484293"/>
                <a:gd name="connsiteY146" fmla="*/ 612140 h 857673"/>
                <a:gd name="connsiteX147" fmla="*/ 294640 w 484293"/>
                <a:gd name="connsiteY147" fmla="*/ 617643 h 857673"/>
                <a:gd name="connsiteX148" fmla="*/ 302683 w 484293"/>
                <a:gd name="connsiteY148" fmla="*/ 627380 h 857673"/>
                <a:gd name="connsiteX149" fmla="*/ 312420 w 484293"/>
                <a:gd name="connsiteY149" fmla="*/ 641350 h 857673"/>
                <a:gd name="connsiteX150" fmla="*/ 320887 w 484293"/>
                <a:gd name="connsiteY150" fmla="*/ 657013 h 857673"/>
                <a:gd name="connsiteX151" fmla="*/ 322157 w 484293"/>
                <a:gd name="connsiteY151" fmla="*/ 659554 h 857673"/>
                <a:gd name="connsiteX152" fmla="*/ 336127 w 484293"/>
                <a:gd name="connsiteY152" fmla="*/ 657013 h 857673"/>
                <a:gd name="connsiteX153" fmla="*/ 344593 w 484293"/>
                <a:gd name="connsiteY153" fmla="*/ 657013 h 857673"/>
                <a:gd name="connsiteX154" fmla="*/ 339090 w 484293"/>
                <a:gd name="connsiteY154" fmla="*/ 670983 h 857673"/>
                <a:gd name="connsiteX155" fmla="*/ 333587 w 484293"/>
                <a:gd name="connsiteY155" fmla="*/ 686223 h 857673"/>
                <a:gd name="connsiteX156" fmla="*/ 319617 w 484293"/>
                <a:gd name="connsiteY156" fmla="*/ 683260 h 857673"/>
                <a:gd name="connsiteX157" fmla="*/ 305647 w 484293"/>
                <a:gd name="connsiteY157" fmla="*/ 691727 h 857673"/>
                <a:gd name="connsiteX158" fmla="*/ 298450 w 484293"/>
                <a:gd name="connsiteY158" fmla="*/ 697230 h 857673"/>
                <a:gd name="connsiteX159" fmla="*/ 298450 w 484293"/>
                <a:gd name="connsiteY159" fmla="*/ 702733 h 857673"/>
                <a:gd name="connsiteX160" fmla="*/ 291677 w 484293"/>
                <a:gd name="connsiteY160" fmla="*/ 716704 h 857673"/>
                <a:gd name="connsiteX161" fmla="*/ 276437 w 484293"/>
                <a:gd name="connsiteY161" fmla="*/ 730673 h 857673"/>
                <a:gd name="connsiteX162" fmla="*/ 267970 w 484293"/>
                <a:gd name="connsiteY162" fmla="*/ 744643 h 857673"/>
                <a:gd name="connsiteX163" fmla="*/ 261197 w 484293"/>
                <a:gd name="connsiteY163" fmla="*/ 759883 h 857673"/>
                <a:gd name="connsiteX164" fmla="*/ 256540 w 484293"/>
                <a:gd name="connsiteY164" fmla="*/ 767080 h 857673"/>
                <a:gd name="connsiteX165" fmla="*/ 258233 w 484293"/>
                <a:gd name="connsiteY165" fmla="*/ 769620 h 857673"/>
                <a:gd name="connsiteX166" fmla="*/ 265007 w 484293"/>
                <a:gd name="connsiteY166" fmla="*/ 785283 h 857673"/>
                <a:gd name="connsiteX167" fmla="*/ 266700 w 484293"/>
                <a:gd name="connsiteY167" fmla="*/ 799254 h 857673"/>
                <a:gd name="connsiteX168" fmla="*/ 267970 w 484293"/>
                <a:gd name="connsiteY168" fmla="*/ 814493 h 857673"/>
                <a:gd name="connsiteX169" fmla="*/ 266700 w 484293"/>
                <a:gd name="connsiteY169" fmla="*/ 815763 h 857673"/>
                <a:gd name="connsiteX170" fmla="*/ 267970 w 484293"/>
                <a:gd name="connsiteY170" fmla="*/ 825500 h 857673"/>
                <a:gd name="connsiteX171" fmla="*/ 252730 w 484293"/>
                <a:gd name="connsiteY171" fmla="*/ 832696 h 857673"/>
                <a:gd name="connsiteX172" fmla="*/ 238760 w 484293"/>
                <a:gd name="connsiteY172" fmla="*/ 841163 h 857673"/>
                <a:gd name="connsiteX173" fmla="*/ 224790 w 484293"/>
                <a:gd name="connsiteY173" fmla="*/ 849207 h 857673"/>
                <a:gd name="connsiteX174" fmla="*/ 213360 w 484293"/>
                <a:gd name="connsiteY174" fmla="*/ 852170 h 857673"/>
                <a:gd name="connsiteX175" fmla="*/ 199813 w 484293"/>
                <a:gd name="connsiteY175" fmla="*/ 857673 h 857673"/>
                <a:gd name="connsiteX176" fmla="*/ 185420 w 484293"/>
                <a:gd name="connsiteY176" fmla="*/ 853440 h 857673"/>
                <a:gd name="connsiteX177" fmla="*/ 170180 w 484293"/>
                <a:gd name="connsiteY177" fmla="*/ 846667 h 857673"/>
                <a:gd name="connsiteX178" fmla="*/ 156210 w 484293"/>
                <a:gd name="connsiteY178" fmla="*/ 843704 h 857673"/>
                <a:gd name="connsiteX179" fmla="*/ 142240 w 484293"/>
                <a:gd name="connsiteY179" fmla="*/ 844973 h 857673"/>
                <a:gd name="connsiteX180" fmla="*/ 127000 w 484293"/>
                <a:gd name="connsiteY180" fmla="*/ 843704 h 857673"/>
                <a:gd name="connsiteX181" fmla="*/ 114723 w 484293"/>
                <a:gd name="connsiteY181" fmla="*/ 835660 h 857673"/>
                <a:gd name="connsiteX182" fmla="*/ 115993 w 484293"/>
                <a:gd name="connsiteY182" fmla="*/ 833967 h 857673"/>
                <a:gd name="connsiteX183" fmla="*/ 113030 w 484293"/>
                <a:gd name="connsiteY183" fmla="*/ 833967 h 857673"/>
                <a:gd name="connsiteX184" fmla="*/ 113030 w 484293"/>
                <a:gd name="connsiteY184" fmla="*/ 835660 h 857673"/>
                <a:gd name="connsiteX185" fmla="*/ 97790 w 484293"/>
                <a:gd name="connsiteY185" fmla="*/ 838200 h 857673"/>
                <a:gd name="connsiteX186" fmla="*/ 83820 w 484293"/>
                <a:gd name="connsiteY186" fmla="*/ 844973 h 857673"/>
                <a:gd name="connsiteX187" fmla="*/ 69850 w 484293"/>
                <a:gd name="connsiteY187" fmla="*/ 847937 h 857673"/>
                <a:gd name="connsiteX188" fmla="*/ 54610 w 484293"/>
                <a:gd name="connsiteY188" fmla="*/ 857673 h 857673"/>
                <a:gd name="connsiteX189" fmla="*/ 52917 w 484293"/>
                <a:gd name="connsiteY189" fmla="*/ 843704 h 857673"/>
                <a:gd name="connsiteX190" fmla="*/ 61383 w 484293"/>
                <a:gd name="connsiteY190" fmla="*/ 829733 h 857673"/>
                <a:gd name="connsiteX191" fmla="*/ 68580 w 484293"/>
                <a:gd name="connsiteY191" fmla="*/ 815763 h 857673"/>
                <a:gd name="connsiteX192" fmla="*/ 71120 w 484293"/>
                <a:gd name="connsiteY192" fmla="*/ 801793 h 857673"/>
                <a:gd name="connsiteX193" fmla="*/ 78317 w 484293"/>
                <a:gd name="connsiteY193" fmla="*/ 787823 h 857673"/>
                <a:gd name="connsiteX194" fmla="*/ 79587 w 484293"/>
                <a:gd name="connsiteY194" fmla="*/ 785283 h 857673"/>
                <a:gd name="connsiteX195" fmla="*/ 82550 w 484293"/>
                <a:gd name="connsiteY195" fmla="*/ 769620 h 857673"/>
                <a:gd name="connsiteX196" fmla="*/ 79587 w 484293"/>
                <a:gd name="connsiteY196" fmla="*/ 756073 h 857673"/>
                <a:gd name="connsiteX197" fmla="*/ 83820 w 484293"/>
                <a:gd name="connsiteY197" fmla="*/ 742104 h 857673"/>
                <a:gd name="connsiteX198" fmla="*/ 88053 w 484293"/>
                <a:gd name="connsiteY198" fmla="*/ 737870 h 857673"/>
                <a:gd name="connsiteX199" fmla="*/ 85090 w 484293"/>
                <a:gd name="connsiteY199" fmla="*/ 722207 h 857673"/>
                <a:gd name="connsiteX200" fmla="*/ 85090 w 484293"/>
                <a:gd name="connsiteY200" fmla="*/ 706967 h 857673"/>
                <a:gd name="connsiteX201" fmla="*/ 77047 w 484293"/>
                <a:gd name="connsiteY201" fmla="*/ 700193 h 857673"/>
                <a:gd name="connsiteX202" fmla="*/ 82550 w 484293"/>
                <a:gd name="connsiteY202" fmla="*/ 684954 h 857673"/>
                <a:gd name="connsiteX203" fmla="*/ 88053 w 484293"/>
                <a:gd name="connsiteY203" fmla="*/ 670983 h 857673"/>
                <a:gd name="connsiteX204" fmla="*/ 92287 w 484293"/>
                <a:gd name="connsiteY204" fmla="*/ 657013 h 857673"/>
                <a:gd name="connsiteX205" fmla="*/ 92287 w 484293"/>
                <a:gd name="connsiteY205" fmla="*/ 640080 h 857673"/>
                <a:gd name="connsiteX206" fmla="*/ 89323 w 484293"/>
                <a:gd name="connsiteY206" fmla="*/ 626110 h 857673"/>
                <a:gd name="connsiteX207" fmla="*/ 82550 w 484293"/>
                <a:gd name="connsiteY207" fmla="*/ 612140 h 857673"/>
                <a:gd name="connsiteX208" fmla="*/ 90593 w 484293"/>
                <a:gd name="connsiteY208" fmla="*/ 626110 h 857673"/>
                <a:gd name="connsiteX209" fmla="*/ 102023 w 484293"/>
                <a:gd name="connsiteY209" fmla="*/ 612140 h 857673"/>
                <a:gd name="connsiteX210" fmla="*/ 102023 w 484293"/>
                <a:gd name="connsiteY210" fmla="*/ 596900 h 857673"/>
                <a:gd name="connsiteX211" fmla="*/ 99060 w 484293"/>
                <a:gd name="connsiteY211" fmla="*/ 598170 h 857673"/>
                <a:gd name="connsiteX212" fmla="*/ 90593 w 484293"/>
                <a:gd name="connsiteY212" fmla="*/ 612140 h 857673"/>
                <a:gd name="connsiteX213" fmla="*/ 77047 w 484293"/>
                <a:gd name="connsiteY213" fmla="*/ 605367 h 857673"/>
                <a:gd name="connsiteX214" fmla="*/ 62653 w 484293"/>
                <a:gd name="connsiteY214" fmla="*/ 615104 h 857673"/>
                <a:gd name="connsiteX215" fmla="*/ 47413 w 484293"/>
                <a:gd name="connsiteY215" fmla="*/ 617643 h 857673"/>
                <a:gd name="connsiteX216" fmla="*/ 33443 w 484293"/>
                <a:gd name="connsiteY216" fmla="*/ 621877 h 857673"/>
                <a:gd name="connsiteX217" fmla="*/ 38947 w 484293"/>
                <a:gd name="connsiteY217" fmla="*/ 607907 h 857673"/>
                <a:gd name="connsiteX218" fmla="*/ 37677 w 484293"/>
                <a:gd name="connsiteY218" fmla="*/ 593937 h 857673"/>
                <a:gd name="connsiteX219" fmla="*/ 40640 w 484293"/>
                <a:gd name="connsiteY219" fmla="*/ 578696 h 857673"/>
                <a:gd name="connsiteX220" fmla="*/ 41910 w 484293"/>
                <a:gd name="connsiteY220" fmla="*/ 578696 h 857673"/>
                <a:gd name="connsiteX221" fmla="*/ 57150 w 484293"/>
                <a:gd name="connsiteY221" fmla="*/ 585893 h 857673"/>
                <a:gd name="connsiteX222" fmla="*/ 62653 w 484293"/>
                <a:gd name="connsiteY222" fmla="*/ 570230 h 857673"/>
                <a:gd name="connsiteX223" fmla="*/ 78317 w 484293"/>
                <a:gd name="connsiteY223" fmla="*/ 563457 h 857673"/>
                <a:gd name="connsiteX224" fmla="*/ 75353 w 484293"/>
                <a:gd name="connsiteY224" fmla="*/ 550757 h 857673"/>
                <a:gd name="connsiteX225" fmla="*/ 71120 w 484293"/>
                <a:gd name="connsiteY225" fmla="*/ 536787 h 857673"/>
                <a:gd name="connsiteX226" fmla="*/ 72813 w 484293"/>
                <a:gd name="connsiteY226" fmla="*/ 532554 h 857673"/>
                <a:gd name="connsiteX227" fmla="*/ 62653 w 484293"/>
                <a:gd name="connsiteY227" fmla="*/ 546523 h 857673"/>
                <a:gd name="connsiteX228" fmla="*/ 54610 w 484293"/>
                <a:gd name="connsiteY228" fmla="*/ 562187 h 857673"/>
                <a:gd name="connsiteX229" fmla="*/ 40640 w 484293"/>
                <a:gd name="connsiteY229" fmla="*/ 574463 h 857673"/>
                <a:gd name="connsiteX230" fmla="*/ 26670 w 484293"/>
                <a:gd name="connsiteY230" fmla="*/ 575733 h 857673"/>
                <a:gd name="connsiteX231" fmla="*/ 12700 w 484293"/>
                <a:gd name="connsiteY231" fmla="*/ 574463 h 857673"/>
                <a:gd name="connsiteX232" fmla="*/ 0 w 484293"/>
                <a:gd name="connsiteY232" fmla="*/ 560493 h 857673"/>
                <a:gd name="connsiteX233" fmla="*/ 8467 w 484293"/>
                <a:gd name="connsiteY233" fmla="*/ 546523 h 857673"/>
                <a:gd name="connsiteX234" fmla="*/ 13970 w 484293"/>
                <a:gd name="connsiteY234" fmla="*/ 531283 h 857673"/>
                <a:gd name="connsiteX235" fmla="*/ 13970 w 484293"/>
                <a:gd name="connsiteY235" fmla="*/ 516043 h 857673"/>
                <a:gd name="connsiteX236" fmla="*/ 18203 w 484293"/>
                <a:gd name="connsiteY236" fmla="*/ 502073 h 857673"/>
                <a:gd name="connsiteX237" fmla="*/ 26670 w 484293"/>
                <a:gd name="connsiteY237" fmla="*/ 488104 h 857673"/>
                <a:gd name="connsiteX238" fmla="*/ 27940 w 484293"/>
                <a:gd name="connsiteY238" fmla="*/ 475404 h 857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</a:cxnLst>
              <a:rect l="l" t="t" r="r" b="b"/>
              <a:pathLst>
                <a:path w="484293" h="857673">
                  <a:moveTo>
                    <a:pt x="27940" y="475404"/>
                  </a:moveTo>
                  <a:lnTo>
                    <a:pt x="23707" y="461433"/>
                  </a:lnTo>
                  <a:lnTo>
                    <a:pt x="38947" y="457200"/>
                  </a:lnTo>
                  <a:lnTo>
                    <a:pt x="51647" y="443230"/>
                  </a:lnTo>
                  <a:lnTo>
                    <a:pt x="64347" y="429260"/>
                  </a:lnTo>
                  <a:lnTo>
                    <a:pt x="69850" y="414020"/>
                  </a:lnTo>
                  <a:lnTo>
                    <a:pt x="75353" y="400050"/>
                  </a:lnTo>
                  <a:lnTo>
                    <a:pt x="82550" y="384810"/>
                  </a:lnTo>
                  <a:lnTo>
                    <a:pt x="89323" y="370840"/>
                  </a:lnTo>
                  <a:lnTo>
                    <a:pt x="94827" y="358563"/>
                  </a:lnTo>
                  <a:lnTo>
                    <a:pt x="97790" y="350096"/>
                  </a:lnTo>
                  <a:lnTo>
                    <a:pt x="103293" y="337396"/>
                  </a:lnTo>
                  <a:lnTo>
                    <a:pt x="104563" y="333163"/>
                  </a:lnTo>
                  <a:lnTo>
                    <a:pt x="102023" y="317923"/>
                  </a:lnTo>
                  <a:lnTo>
                    <a:pt x="108797" y="303954"/>
                  </a:lnTo>
                  <a:lnTo>
                    <a:pt x="113030" y="289983"/>
                  </a:lnTo>
                  <a:lnTo>
                    <a:pt x="118533" y="276013"/>
                  </a:lnTo>
                  <a:lnTo>
                    <a:pt x="120227" y="271780"/>
                  </a:lnTo>
                  <a:lnTo>
                    <a:pt x="124037" y="256540"/>
                  </a:lnTo>
                  <a:lnTo>
                    <a:pt x="135467" y="251037"/>
                  </a:lnTo>
                  <a:lnTo>
                    <a:pt x="140970" y="242570"/>
                  </a:lnTo>
                  <a:lnTo>
                    <a:pt x="138007" y="228600"/>
                  </a:lnTo>
                  <a:lnTo>
                    <a:pt x="131233" y="242570"/>
                  </a:lnTo>
                  <a:lnTo>
                    <a:pt x="133773" y="227330"/>
                  </a:lnTo>
                  <a:lnTo>
                    <a:pt x="138007" y="213360"/>
                  </a:lnTo>
                  <a:lnTo>
                    <a:pt x="142240" y="199390"/>
                  </a:lnTo>
                  <a:lnTo>
                    <a:pt x="145203" y="187960"/>
                  </a:lnTo>
                  <a:lnTo>
                    <a:pt x="143510" y="173990"/>
                  </a:lnTo>
                  <a:lnTo>
                    <a:pt x="147743" y="167217"/>
                  </a:lnTo>
                  <a:lnTo>
                    <a:pt x="139700" y="160020"/>
                  </a:lnTo>
                  <a:lnTo>
                    <a:pt x="136737" y="144780"/>
                  </a:lnTo>
                  <a:lnTo>
                    <a:pt x="135467" y="135043"/>
                  </a:lnTo>
                  <a:lnTo>
                    <a:pt x="131233" y="121073"/>
                  </a:lnTo>
                  <a:lnTo>
                    <a:pt x="132503" y="114300"/>
                  </a:lnTo>
                  <a:lnTo>
                    <a:pt x="132503" y="102870"/>
                  </a:lnTo>
                  <a:lnTo>
                    <a:pt x="129963" y="88900"/>
                  </a:lnTo>
                  <a:lnTo>
                    <a:pt x="128270" y="77893"/>
                  </a:lnTo>
                  <a:lnTo>
                    <a:pt x="131233" y="76623"/>
                  </a:lnTo>
                  <a:lnTo>
                    <a:pt x="140970" y="75354"/>
                  </a:lnTo>
                  <a:lnTo>
                    <a:pt x="129963" y="75354"/>
                  </a:lnTo>
                  <a:lnTo>
                    <a:pt x="127000" y="76623"/>
                  </a:lnTo>
                  <a:lnTo>
                    <a:pt x="124037" y="62654"/>
                  </a:lnTo>
                  <a:lnTo>
                    <a:pt x="127000" y="48683"/>
                  </a:lnTo>
                  <a:lnTo>
                    <a:pt x="140970" y="37254"/>
                  </a:lnTo>
                  <a:lnTo>
                    <a:pt x="143510" y="33443"/>
                  </a:lnTo>
                  <a:lnTo>
                    <a:pt x="157903" y="19473"/>
                  </a:lnTo>
                  <a:lnTo>
                    <a:pt x="159173" y="17780"/>
                  </a:lnTo>
                  <a:lnTo>
                    <a:pt x="173143" y="15240"/>
                  </a:lnTo>
                  <a:lnTo>
                    <a:pt x="188383" y="12277"/>
                  </a:lnTo>
                  <a:lnTo>
                    <a:pt x="202353" y="11007"/>
                  </a:lnTo>
                  <a:lnTo>
                    <a:pt x="217593" y="2540"/>
                  </a:lnTo>
                  <a:lnTo>
                    <a:pt x="220557" y="0"/>
                  </a:lnTo>
                  <a:lnTo>
                    <a:pt x="221827" y="15240"/>
                  </a:lnTo>
                  <a:lnTo>
                    <a:pt x="235797" y="16510"/>
                  </a:lnTo>
                  <a:lnTo>
                    <a:pt x="221827" y="30480"/>
                  </a:lnTo>
                  <a:lnTo>
                    <a:pt x="216323" y="44450"/>
                  </a:lnTo>
                  <a:lnTo>
                    <a:pt x="216323" y="46990"/>
                  </a:lnTo>
                  <a:lnTo>
                    <a:pt x="219287" y="46990"/>
                  </a:lnTo>
                  <a:lnTo>
                    <a:pt x="220557" y="55457"/>
                  </a:lnTo>
                  <a:lnTo>
                    <a:pt x="235797" y="55457"/>
                  </a:lnTo>
                  <a:lnTo>
                    <a:pt x="251037" y="45720"/>
                  </a:lnTo>
                  <a:lnTo>
                    <a:pt x="265007" y="46990"/>
                  </a:lnTo>
                  <a:lnTo>
                    <a:pt x="280247" y="43180"/>
                  </a:lnTo>
                  <a:lnTo>
                    <a:pt x="294640" y="45720"/>
                  </a:lnTo>
                  <a:lnTo>
                    <a:pt x="308187" y="51223"/>
                  </a:lnTo>
                  <a:lnTo>
                    <a:pt x="320887" y="57150"/>
                  </a:lnTo>
                  <a:lnTo>
                    <a:pt x="336127" y="51223"/>
                  </a:lnTo>
                  <a:lnTo>
                    <a:pt x="350097" y="44450"/>
                  </a:lnTo>
                  <a:lnTo>
                    <a:pt x="351790" y="44450"/>
                  </a:lnTo>
                  <a:lnTo>
                    <a:pt x="355600" y="30480"/>
                  </a:lnTo>
                  <a:lnTo>
                    <a:pt x="369993" y="31750"/>
                  </a:lnTo>
                  <a:lnTo>
                    <a:pt x="382270" y="30480"/>
                  </a:lnTo>
                  <a:lnTo>
                    <a:pt x="387773" y="33443"/>
                  </a:lnTo>
                  <a:lnTo>
                    <a:pt x="401743" y="34713"/>
                  </a:lnTo>
                  <a:lnTo>
                    <a:pt x="417407" y="35983"/>
                  </a:lnTo>
                  <a:lnTo>
                    <a:pt x="430953" y="34713"/>
                  </a:lnTo>
                  <a:lnTo>
                    <a:pt x="444923" y="45720"/>
                  </a:lnTo>
                  <a:lnTo>
                    <a:pt x="439420" y="61383"/>
                  </a:lnTo>
                  <a:lnTo>
                    <a:pt x="436880" y="69427"/>
                  </a:lnTo>
                  <a:lnTo>
                    <a:pt x="452120" y="77893"/>
                  </a:lnTo>
                  <a:lnTo>
                    <a:pt x="466090" y="79163"/>
                  </a:lnTo>
                  <a:lnTo>
                    <a:pt x="480060" y="91863"/>
                  </a:lnTo>
                  <a:lnTo>
                    <a:pt x="484293" y="97367"/>
                  </a:lnTo>
                  <a:lnTo>
                    <a:pt x="472863" y="110067"/>
                  </a:lnTo>
                  <a:lnTo>
                    <a:pt x="464397" y="125307"/>
                  </a:lnTo>
                  <a:lnTo>
                    <a:pt x="450850" y="135043"/>
                  </a:lnTo>
                  <a:lnTo>
                    <a:pt x="442383" y="142240"/>
                  </a:lnTo>
                  <a:lnTo>
                    <a:pt x="428413" y="151977"/>
                  </a:lnTo>
                  <a:lnTo>
                    <a:pt x="414443" y="156210"/>
                  </a:lnTo>
                  <a:lnTo>
                    <a:pt x="401743" y="170180"/>
                  </a:lnTo>
                  <a:lnTo>
                    <a:pt x="394970" y="184150"/>
                  </a:lnTo>
                  <a:lnTo>
                    <a:pt x="393277" y="185420"/>
                  </a:lnTo>
                  <a:lnTo>
                    <a:pt x="379307" y="185420"/>
                  </a:lnTo>
                  <a:lnTo>
                    <a:pt x="379307" y="186690"/>
                  </a:lnTo>
                  <a:lnTo>
                    <a:pt x="378037" y="187960"/>
                  </a:lnTo>
                  <a:lnTo>
                    <a:pt x="379307" y="190923"/>
                  </a:lnTo>
                  <a:lnTo>
                    <a:pt x="381000" y="190923"/>
                  </a:lnTo>
                  <a:lnTo>
                    <a:pt x="387773" y="206163"/>
                  </a:lnTo>
                  <a:lnTo>
                    <a:pt x="393277" y="214630"/>
                  </a:lnTo>
                  <a:lnTo>
                    <a:pt x="389467" y="229870"/>
                  </a:lnTo>
                  <a:lnTo>
                    <a:pt x="390737" y="243840"/>
                  </a:lnTo>
                  <a:lnTo>
                    <a:pt x="387773" y="257810"/>
                  </a:lnTo>
                  <a:lnTo>
                    <a:pt x="386503" y="259504"/>
                  </a:lnTo>
                  <a:lnTo>
                    <a:pt x="387773" y="274743"/>
                  </a:lnTo>
                  <a:lnTo>
                    <a:pt x="383540" y="288290"/>
                  </a:lnTo>
                  <a:lnTo>
                    <a:pt x="387773" y="303954"/>
                  </a:lnTo>
                  <a:lnTo>
                    <a:pt x="378037" y="312420"/>
                  </a:lnTo>
                  <a:lnTo>
                    <a:pt x="367030" y="314960"/>
                  </a:lnTo>
                  <a:lnTo>
                    <a:pt x="355600" y="328930"/>
                  </a:lnTo>
                  <a:lnTo>
                    <a:pt x="368300" y="342900"/>
                  </a:lnTo>
                  <a:lnTo>
                    <a:pt x="372533" y="358563"/>
                  </a:lnTo>
                  <a:lnTo>
                    <a:pt x="368300" y="372533"/>
                  </a:lnTo>
                  <a:lnTo>
                    <a:pt x="361103" y="386080"/>
                  </a:lnTo>
                  <a:lnTo>
                    <a:pt x="357293" y="387773"/>
                  </a:lnTo>
                  <a:lnTo>
                    <a:pt x="355600" y="389043"/>
                  </a:lnTo>
                  <a:lnTo>
                    <a:pt x="354330" y="403013"/>
                  </a:lnTo>
                  <a:lnTo>
                    <a:pt x="348827" y="412750"/>
                  </a:lnTo>
                  <a:lnTo>
                    <a:pt x="344593" y="414020"/>
                  </a:lnTo>
                  <a:lnTo>
                    <a:pt x="329353" y="414020"/>
                  </a:lnTo>
                  <a:lnTo>
                    <a:pt x="315383" y="412750"/>
                  </a:lnTo>
                  <a:lnTo>
                    <a:pt x="299720" y="415713"/>
                  </a:lnTo>
                  <a:lnTo>
                    <a:pt x="286173" y="414020"/>
                  </a:lnTo>
                  <a:lnTo>
                    <a:pt x="278977" y="412750"/>
                  </a:lnTo>
                  <a:lnTo>
                    <a:pt x="287443" y="427990"/>
                  </a:lnTo>
                  <a:lnTo>
                    <a:pt x="298450" y="441960"/>
                  </a:lnTo>
                  <a:lnTo>
                    <a:pt x="309880" y="446193"/>
                  </a:lnTo>
                  <a:lnTo>
                    <a:pt x="305647" y="461433"/>
                  </a:lnTo>
                  <a:lnTo>
                    <a:pt x="306917" y="464396"/>
                  </a:lnTo>
                  <a:lnTo>
                    <a:pt x="315383" y="478367"/>
                  </a:lnTo>
                  <a:lnTo>
                    <a:pt x="315383" y="479637"/>
                  </a:lnTo>
                  <a:lnTo>
                    <a:pt x="322157" y="493607"/>
                  </a:lnTo>
                  <a:lnTo>
                    <a:pt x="336127" y="506307"/>
                  </a:lnTo>
                  <a:lnTo>
                    <a:pt x="340360" y="503343"/>
                  </a:lnTo>
                  <a:lnTo>
                    <a:pt x="348827" y="518583"/>
                  </a:lnTo>
                  <a:lnTo>
                    <a:pt x="350097" y="518583"/>
                  </a:lnTo>
                  <a:lnTo>
                    <a:pt x="351790" y="520277"/>
                  </a:lnTo>
                  <a:lnTo>
                    <a:pt x="341630" y="535517"/>
                  </a:lnTo>
                  <a:lnTo>
                    <a:pt x="339090" y="538057"/>
                  </a:lnTo>
                  <a:lnTo>
                    <a:pt x="339090" y="543983"/>
                  </a:lnTo>
                  <a:lnTo>
                    <a:pt x="331893" y="550757"/>
                  </a:lnTo>
                  <a:lnTo>
                    <a:pt x="317923" y="563457"/>
                  </a:lnTo>
                  <a:lnTo>
                    <a:pt x="314113" y="566420"/>
                  </a:lnTo>
                  <a:lnTo>
                    <a:pt x="304377" y="579967"/>
                  </a:lnTo>
                  <a:lnTo>
                    <a:pt x="302683" y="593937"/>
                  </a:lnTo>
                  <a:lnTo>
                    <a:pt x="295910" y="607907"/>
                  </a:lnTo>
                  <a:lnTo>
                    <a:pt x="295910" y="610870"/>
                  </a:lnTo>
                  <a:lnTo>
                    <a:pt x="297180" y="612140"/>
                  </a:lnTo>
                  <a:lnTo>
                    <a:pt x="294640" y="617643"/>
                  </a:lnTo>
                  <a:lnTo>
                    <a:pt x="302683" y="627380"/>
                  </a:lnTo>
                  <a:lnTo>
                    <a:pt x="312420" y="641350"/>
                  </a:lnTo>
                  <a:lnTo>
                    <a:pt x="320887" y="657013"/>
                  </a:lnTo>
                  <a:lnTo>
                    <a:pt x="322157" y="659554"/>
                  </a:lnTo>
                  <a:lnTo>
                    <a:pt x="336127" y="657013"/>
                  </a:lnTo>
                  <a:lnTo>
                    <a:pt x="344593" y="657013"/>
                  </a:lnTo>
                  <a:lnTo>
                    <a:pt x="339090" y="670983"/>
                  </a:lnTo>
                  <a:lnTo>
                    <a:pt x="333587" y="686223"/>
                  </a:lnTo>
                  <a:lnTo>
                    <a:pt x="319617" y="683260"/>
                  </a:lnTo>
                  <a:lnTo>
                    <a:pt x="305647" y="691727"/>
                  </a:lnTo>
                  <a:lnTo>
                    <a:pt x="298450" y="697230"/>
                  </a:lnTo>
                  <a:lnTo>
                    <a:pt x="298450" y="702733"/>
                  </a:lnTo>
                  <a:lnTo>
                    <a:pt x="291677" y="716704"/>
                  </a:lnTo>
                  <a:lnTo>
                    <a:pt x="276437" y="730673"/>
                  </a:lnTo>
                  <a:lnTo>
                    <a:pt x="267970" y="744643"/>
                  </a:lnTo>
                  <a:lnTo>
                    <a:pt x="261197" y="759883"/>
                  </a:lnTo>
                  <a:lnTo>
                    <a:pt x="256540" y="767080"/>
                  </a:lnTo>
                  <a:lnTo>
                    <a:pt x="258233" y="769620"/>
                  </a:lnTo>
                  <a:lnTo>
                    <a:pt x="265007" y="785283"/>
                  </a:lnTo>
                  <a:lnTo>
                    <a:pt x="266700" y="799254"/>
                  </a:lnTo>
                  <a:lnTo>
                    <a:pt x="267970" y="814493"/>
                  </a:lnTo>
                  <a:lnTo>
                    <a:pt x="266700" y="815763"/>
                  </a:lnTo>
                  <a:lnTo>
                    <a:pt x="267970" y="825500"/>
                  </a:lnTo>
                  <a:lnTo>
                    <a:pt x="252730" y="832696"/>
                  </a:lnTo>
                  <a:lnTo>
                    <a:pt x="238760" y="841163"/>
                  </a:lnTo>
                  <a:lnTo>
                    <a:pt x="224790" y="849207"/>
                  </a:lnTo>
                  <a:lnTo>
                    <a:pt x="213360" y="852170"/>
                  </a:lnTo>
                  <a:lnTo>
                    <a:pt x="199813" y="857673"/>
                  </a:lnTo>
                  <a:lnTo>
                    <a:pt x="185420" y="853440"/>
                  </a:lnTo>
                  <a:lnTo>
                    <a:pt x="170180" y="846667"/>
                  </a:lnTo>
                  <a:lnTo>
                    <a:pt x="156210" y="843704"/>
                  </a:lnTo>
                  <a:lnTo>
                    <a:pt x="142240" y="844973"/>
                  </a:lnTo>
                  <a:lnTo>
                    <a:pt x="127000" y="843704"/>
                  </a:lnTo>
                  <a:lnTo>
                    <a:pt x="114723" y="835660"/>
                  </a:lnTo>
                  <a:lnTo>
                    <a:pt x="115993" y="833967"/>
                  </a:lnTo>
                  <a:lnTo>
                    <a:pt x="113030" y="833967"/>
                  </a:lnTo>
                  <a:lnTo>
                    <a:pt x="113030" y="835660"/>
                  </a:lnTo>
                  <a:lnTo>
                    <a:pt x="97790" y="838200"/>
                  </a:lnTo>
                  <a:lnTo>
                    <a:pt x="83820" y="844973"/>
                  </a:lnTo>
                  <a:lnTo>
                    <a:pt x="69850" y="847937"/>
                  </a:lnTo>
                  <a:lnTo>
                    <a:pt x="54610" y="857673"/>
                  </a:lnTo>
                  <a:lnTo>
                    <a:pt x="52917" y="843704"/>
                  </a:lnTo>
                  <a:lnTo>
                    <a:pt x="61383" y="829733"/>
                  </a:lnTo>
                  <a:lnTo>
                    <a:pt x="68580" y="815763"/>
                  </a:lnTo>
                  <a:lnTo>
                    <a:pt x="71120" y="801793"/>
                  </a:lnTo>
                  <a:lnTo>
                    <a:pt x="78317" y="787823"/>
                  </a:lnTo>
                  <a:lnTo>
                    <a:pt x="79587" y="785283"/>
                  </a:lnTo>
                  <a:lnTo>
                    <a:pt x="82550" y="769620"/>
                  </a:lnTo>
                  <a:lnTo>
                    <a:pt x="79587" y="756073"/>
                  </a:lnTo>
                  <a:lnTo>
                    <a:pt x="83820" y="742104"/>
                  </a:lnTo>
                  <a:lnTo>
                    <a:pt x="88053" y="737870"/>
                  </a:lnTo>
                  <a:lnTo>
                    <a:pt x="85090" y="722207"/>
                  </a:lnTo>
                  <a:lnTo>
                    <a:pt x="85090" y="706967"/>
                  </a:lnTo>
                  <a:lnTo>
                    <a:pt x="77047" y="700193"/>
                  </a:lnTo>
                  <a:lnTo>
                    <a:pt x="82550" y="684954"/>
                  </a:lnTo>
                  <a:lnTo>
                    <a:pt x="88053" y="670983"/>
                  </a:lnTo>
                  <a:lnTo>
                    <a:pt x="92287" y="657013"/>
                  </a:lnTo>
                  <a:lnTo>
                    <a:pt x="92287" y="640080"/>
                  </a:lnTo>
                  <a:lnTo>
                    <a:pt x="89323" y="626110"/>
                  </a:lnTo>
                  <a:lnTo>
                    <a:pt x="82550" y="612140"/>
                  </a:lnTo>
                  <a:lnTo>
                    <a:pt x="90593" y="626110"/>
                  </a:lnTo>
                  <a:lnTo>
                    <a:pt x="102023" y="612140"/>
                  </a:lnTo>
                  <a:lnTo>
                    <a:pt x="102023" y="596900"/>
                  </a:lnTo>
                  <a:lnTo>
                    <a:pt x="99060" y="598170"/>
                  </a:lnTo>
                  <a:lnTo>
                    <a:pt x="90593" y="612140"/>
                  </a:lnTo>
                  <a:lnTo>
                    <a:pt x="77047" y="605367"/>
                  </a:lnTo>
                  <a:lnTo>
                    <a:pt x="62653" y="615104"/>
                  </a:lnTo>
                  <a:lnTo>
                    <a:pt x="47413" y="617643"/>
                  </a:lnTo>
                  <a:lnTo>
                    <a:pt x="33443" y="621877"/>
                  </a:lnTo>
                  <a:lnTo>
                    <a:pt x="38947" y="607907"/>
                  </a:lnTo>
                  <a:lnTo>
                    <a:pt x="37677" y="593937"/>
                  </a:lnTo>
                  <a:lnTo>
                    <a:pt x="40640" y="578696"/>
                  </a:lnTo>
                  <a:lnTo>
                    <a:pt x="41910" y="578696"/>
                  </a:lnTo>
                  <a:lnTo>
                    <a:pt x="57150" y="585893"/>
                  </a:lnTo>
                  <a:lnTo>
                    <a:pt x="62653" y="570230"/>
                  </a:lnTo>
                  <a:lnTo>
                    <a:pt x="78317" y="563457"/>
                  </a:lnTo>
                  <a:lnTo>
                    <a:pt x="75353" y="550757"/>
                  </a:lnTo>
                  <a:lnTo>
                    <a:pt x="71120" y="536787"/>
                  </a:lnTo>
                  <a:lnTo>
                    <a:pt x="72813" y="532554"/>
                  </a:lnTo>
                  <a:lnTo>
                    <a:pt x="62653" y="546523"/>
                  </a:lnTo>
                  <a:lnTo>
                    <a:pt x="54610" y="562187"/>
                  </a:lnTo>
                  <a:lnTo>
                    <a:pt x="40640" y="574463"/>
                  </a:lnTo>
                  <a:lnTo>
                    <a:pt x="26670" y="575733"/>
                  </a:lnTo>
                  <a:lnTo>
                    <a:pt x="12700" y="574463"/>
                  </a:lnTo>
                  <a:lnTo>
                    <a:pt x="0" y="560493"/>
                  </a:lnTo>
                  <a:lnTo>
                    <a:pt x="8467" y="546523"/>
                  </a:lnTo>
                  <a:lnTo>
                    <a:pt x="13970" y="531283"/>
                  </a:lnTo>
                  <a:lnTo>
                    <a:pt x="13970" y="516043"/>
                  </a:lnTo>
                  <a:lnTo>
                    <a:pt x="18203" y="502073"/>
                  </a:lnTo>
                  <a:lnTo>
                    <a:pt x="26670" y="488104"/>
                  </a:lnTo>
                  <a:lnTo>
                    <a:pt x="27940" y="475404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367" name="Graphic 4">
              <a:extLst>
                <a:ext uri="{FF2B5EF4-FFF2-40B4-BE49-F238E27FC236}">
                  <a16:creationId xmlns:a16="http://schemas.microsoft.com/office/drawing/2014/main" id="{983B06C5-AC55-B24E-B6EE-C8899E1258F7}"/>
                </a:ext>
              </a:extLst>
            </p:cNvPr>
            <p:cNvGrpSpPr/>
            <p:nvPr/>
          </p:nvGrpSpPr>
          <p:grpSpPr>
            <a:xfrm>
              <a:off x="3380739" y="4331546"/>
              <a:ext cx="3059429" cy="1856740"/>
              <a:chOff x="3380739" y="4331546"/>
              <a:chExt cx="3059429" cy="1856740"/>
            </a:xfrm>
            <a:grpFill/>
          </p:grpSpPr>
          <p:sp>
            <p:nvSpPr>
              <p:cNvPr id="2368" name="Freeform 2367">
                <a:extLst>
                  <a:ext uri="{FF2B5EF4-FFF2-40B4-BE49-F238E27FC236}">
                    <a16:creationId xmlns:a16="http://schemas.microsoft.com/office/drawing/2014/main" id="{258C0E40-57ED-1341-ADDD-EDE7E70A8773}"/>
                  </a:ext>
                </a:extLst>
              </p:cNvPr>
              <p:cNvSpPr/>
              <p:nvPr/>
            </p:nvSpPr>
            <p:spPr>
              <a:xfrm>
                <a:off x="5408930" y="5737860"/>
                <a:ext cx="7196" cy="9736"/>
              </a:xfrm>
              <a:custGeom>
                <a:avLst/>
                <a:gdLst>
                  <a:gd name="connsiteX0" fmla="*/ 0 w 7196"/>
                  <a:gd name="connsiteY0" fmla="*/ 9736 h 9736"/>
                  <a:gd name="connsiteX1" fmla="*/ 5927 w 7196"/>
                  <a:gd name="connsiteY1" fmla="*/ 9736 h 9736"/>
                  <a:gd name="connsiteX2" fmla="*/ 7197 w 7196"/>
                  <a:gd name="connsiteY2" fmla="*/ 9736 h 9736"/>
                  <a:gd name="connsiteX3" fmla="*/ 2540 w 7196"/>
                  <a:gd name="connsiteY3" fmla="*/ 0 h 9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96" h="9736">
                    <a:moveTo>
                      <a:pt x="0" y="9736"/>
                    </a:moveTo>
                    <a:lnTo>
                      <a:pt x="5927" y="9736"/>
                    </a:lnTo>
                    <a:lnTo>
                      <a:pt x="7197" y="9736"/>
                    </a:lnTo>
                    <a:lnTo>
                      <a:pt x="254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9" name="Freeform 2368">
                <a:extLst>
                  <a:ext uri="{FF2B5EF4-FFF2-40B4-BE49-F238E27FC236}">
                    <a16:creationId xmlns:a16="http://schemas.microsoft.com/office/drawing/2014/main" id="{79451997-C652-7F46-828B-F6458E80153D}"/>
                  </a:ext>
                </a:extLst>
              </p:cNvPr>
              <p:cNvSpPr/>
              <p:nvPr/>
            </p:nvSpPr>
            <p:spPr>
              <a:xfrm>
                <a:off x="6033769" y="5169746"/>
                <a:ext cx="13969" cy="13970"/>
              </a:xfrm>
              <a:custGeom>
                <a:avLst/>
                <a:gdLst>
                  <a:gd name="connsiteX0" fmla="*/ 0 w 13969"/>
                  <a:gd name="connsiteY0" fmla="*/ 13970 h 13970"/>
                  <a:gd name="connsiteX1" fmla="*/ 13970 w 13969"/>
                  <a:gd name="connsiteY1" fmla="*/ 5504 h 13970"/>
                  <a:gd name="connsiteX2" fmla="*/ 0 w 13969"/>
                  <a:gd name="connsiteY2" fmla="*/ 0 h 13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9" h="13970">
                    <a:moveTo>
                      <a:pt x="0" y="13970"/>
                    </a:moveTo>
                    <a:lnTo>
                      <a:pt x="13970" y="550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0" name="Freeform 2369">
                <a:extLst>
                  <a:ext uri="{FF2B5EF4-FFF2-40B4-BE49-F238E27FC236}">
                    <a16:creationId xmlns:a16="http://schemas.microsoft.com/office/drawing/2014/main" id="{FDB732FE-6F94-7149-8624-1278BEF34F25}"/>
                  </a:ext>
                </a:extLst>
              </p:cNvPr>
              <p:cNvSpPr/>
              <p:nvPr/>
            </p:nvSpPr>
            <p:spPr>
              <a:xfrm>
                <a:off x="5075343" y="5640070"/>
                <a:ext cx="10159" cy="12276"/>
              </a:xfrm>
              <a:custGeom>
                <a:avLst/>
                <a:gdLst>
                  <a:gd name="connsiteX0" fmla="*/ 2963 w 10159"/>
                  <a:gd name="connsiteY0" fmla="*/ 8467 h 12276"/>
                  <a:gd name="connsiteX1" fmla="*/ 5927 w 10159"/>
                  <a:gd name="connsiteY1" fmla="*/ 12276 h 12276"/>
                  <a:gd name="connsiteX2" fmla="*/ 10160 w 10159"/>
                  <a:gd name="connsiteY2" fmla="*/ 2540 h 12276"/>
                  <a:gd name="connsiteX3" fmla="*/ 0 w 10159"/>
                  <a:gd name="connsiteY3" fmla="*/ 0 h 12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59" h="12276">
                    <a:moveTo>
                      <a:pt x="2963" y="8467"/>
                    </a:moveTo>
                    <a:lnTo>
                      <a:pt x="5927" y="12276"/>
                    </a:lnTo>
                    <a:lnTo>
                      <a:pt x="10160" y="254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1" name="Freeform 2370">
                <a:extLst>
                  <a:ext uri="{FF2B5EF4-FFF2-40B4-BE49-F238E27FC236}">
                    <a16:creationId xmlns:a16="http://schemas.microsoft.com/office/drawing/2014/main" id="{B41D59E4-5D67-E04E-A002-DC0B33BD89D1}"/>
                  </a:ext>
                </a:extLst>
              </p:cNvPr>
              <p:cNvSpPr/>
              <p:nvPr/>
            </p:nvSpPr>
            <p:spPr>
              <a:xfrm>
                <a:off x="3380739" y="6150610"/>
                <a:ext cx="66886" cy="37676"/>
              </a:xfrm>
              <a:custGeom>
                <a:avLst/>
                <a:gdLst>
                  <a:gd name="connsiteX0" fmla="*/ 40217 w 66886"/>
                  <a:gd name="connsiteY0" fmla="*/ 5503 h 37676"/>
                  <a:gd name="connsiteX1" fmla="*/ 24977 w 66886"/>
                  <a:gd name="connsiteY1" fmla="*/ 9736 h 37676"/>
                  <a:gd name="connsiteX2" fmla="*/ 11007 w 66886"/>
                  <a:gd name="connsiteY2" fmla="*/ 0 h 37676"/>
                  <a:gd name="connsiteX3" fmla="*/ 0 w 66886"/>
                  <a:gd name="connsiteY3" fmla="*/ 13970 h 37676"/>
                  <a:gd name="connsiteX4" fmla="*/ 13970 w 66886"/>
                  <a:gd name="connsiteY4" fmla="*/ 27940 h 37676"/>
                  <a:gd name="connsiteX5" fmla="*/ 27940 w 66886"/>
                  <a:gd name="connsiteY5" fmla="*/ 34713 h 37676"/>
                  <a:gd name="connsiteX6" fmla="*/ 38947 w 66886"/>
                  <a:gd name="connsiteY6" fmla="*/ 37677 h 37676"/>
                  <a:gd name="connsiteX7" fmla="*/ 54187 w 66886"/>
                  <a:gd name="connsiteY7" fmla="*/ 37677 h 37676"/>
                  <a:gd name="connsiteX8" fmla="*/ 66887 w 66886"/>
                  <a:gd name="connsiteY8" fmla="*/ 23707 h 37676"/>
                  <a:gd name="connsiteX9" fmla="*/ 54187 w 66886"/>
                  <a:gd name="connsiteY9" fmla="*/ 9736 h 37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886" h="37676">
                    <a:moveTo>
                      <a:pt x="40217" y="5503"/>
                    </a:moveTo>
                    <a:lnTo>
                      <a:pt x="24977" y="9736"/>
                    </a:lnTo>
                    <a:lnTo>
                      <a:pt x="11007" y="0"/>
                    </a:lnTo>
                    <a:lnTo>
                      <a:pt x="0" y="13970"/>
                    </a:lnTo>
                    <a:lnTo>
                      <a:pt x="13970" y="27940"/>
                    </a:lnTo>
                    <a:lnTo>
                      <a:pt x="27940" y="34713"/>
                    </a:lnTo>
                    <a:lnTo>
                      <a:pt x="38947" y="37677"/>
                    </a:lnTo>
                    <a:lnTo>
                      <a:pt x="54187" y="37677"/>
                    </a:lnTo>
                    <a:lnTo>
                      <a:pt x="66887" y="23707"/>
                    </a:lnTo>
                    <a:lnTo>
                      <a:pt x="54187" y="9736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2" name="Freeform 2371">
                <a:extLst>
                  <a:ext uri="{FF2B5EF4-FFF2-40B4-BE49-F238E27FC236}">
                    <a16:creationId xmlns:a16="http://schemas.microsoft.com/office/drawing/2014/main" id="{CFEE5571-036D-DE4E-A5F5-140B688C018A}"/>
                  </a:ext>
                </a:extLst>
              </p:cNvPr>
              <p:cNvSpPr/>
              <p:nvPr/>
            </p:nvSpPr>
            <p:spPr>
              <a:xfrm>
                <a:off x="6172200" y="4963583"/>
                <a:ext cx="150706" cy="115570"/>
              </a:xfrm>
              <a:custGeom>
                <a:avLst/>
                <a:gdLst>
                  <a:gd name="connsiteX0" fmla="*/ 133773 w 150706"/>
                  <a:gd name="connsiteY0" fmla="*/ 33443 h 115570"/>
                  <a:gd name="connsiteX1" fmla="*/ 119803 w 150706"/>
                  <a:gd name="connsiteY1" fmla="*/ 35983 h 115570"/>
                  <a:gd name="connsiteX2" fmla="*/ 105833 w 150706"/>
                  <a:gd name="connsiteY2" fmla="*/ 22013 h 115570"/>
                  <a:gd name="connsiteX3" fmla="*/ 104563 w 150706"/>
                  <a:gd name="connsiteY3" fmla="*/ 8467 h 115570"/>
                  <a:gd name="connsiteX4" fmla="*/ 118533 w 150706"/>
                  <a:gd name="connsiteY4" fmla="*/ 0 h 115570"/>
                  <a:gd name="connsiteX5" fmla="*/ 104563 w 150706"/>
                  <a:gd name="connsiteY5" fmla="*/ 3810 h 115570"/>
                  <a:gd name="connsiteX6" fmla="*/ 90593 w 150706"/>
                  <a:gd name="connsiteY6" fmla="*/ 6773 h 115570"/>
                  <a:gd name="connsiteX7" fmla="*/ 75353 w 150706"/>
                  <a:gd name="connsiteY7" fmla="*/ 11007 h 115570"/>
                  <a:gd name="connsiteX8" fmla="*/ 61383 w 150706"/>
                  <a:gd name="connsiteY8" fmla="*/ 17780 h 115570"/>
                  <a:gd name="connsiteX9" fmla="*/ 45720 w 150706"/>
                  <a:gd name="connsiteY9" fmla="*/ 27940 h 115570"/>
                  <a:gd name="connsiteX10" fmla="*/ 32173 w 150706"/>
                  <a:gd name="connsiteY10" fmla="*/ 40217 h 115570"/>
                  <a:gd name="connsiteX11" fmla="*/ 17780 w 150706"/>
                  <a:gd name="connsiteY11" fmla="*/ 48683 h 115570"/>
                  <a:gd name="connsiteX12" fmla="*/ 4233 w 150706"/>
                  <a:gd name="connsiteY12" fmla="*/ 58420 h 115570"/>
                  <a:gd name="connsiteX13" fmla="*/ 0 w 150706"/>
                  <a:gd name="connsiteY13" fmla="*/ 72390 h 115570"/>
                  <a:gd name="connsiteX14" fmla="*/ 13970 w 150706"/>
                  <a:gd name="connsiteY14" fmla="*/ 77893 h 115570"/>
                  <a:gd name="connsiteX15" fmla="*/ 29210 w 150706"/>
                  <a:gd name="connsiteY15" fmla="*/ 72390 h 115570"/>
                  <a:gd name="connsiteX16" fmla="*/ 43180 w 150706"/>
                  <a:gd name="connsiteY16" fmla="*/ 68157 h 115570"/>
                  <a:gd name="connsiteX17" fmla="*/ 48683 w 150706"/>
                  <a:gd name="connsiteY17" fmla="*/ 82127 h 115570"/>
                  <a:gd name="connsiteX18" fmla="*/ 52917 w 150706"/>
                  <a:gd name="connsiteY18" fmla="*/ 96096 h 115570"/>
                  <a:gd name="connsiteX19" fmla="*/ 66887 w 150706"/>
                  <a:gd name="connsiteY19" fmla="*/ 100330 h 115570"/>
                  <a:gd name="connsiteX20" fmla="*/ 82127 w 150706"/>
                  <a:gd name="connsiteY20" fmla="*/ 100330 h 115570"/>
                  <a:gd name="connsiteX21" fmla="*/ 96097 w 150706"/>
                  <a:gd name="connsiteY21" fmla="*/ 115570 h 115570"/>
                  <a:gd name="connsiteX22" fmla="*/ 111337 w 150706"/>
                  <a:gd name="connsiteY22" fmla="*/ 104563 h 115570"/>
                  <a:gd name="connsiteX23" fmla="*/ 125307 w 150706"/>
                  <a:gd name="connsiteY23" fmla="*/ 90593 h 115570"/>
                  <a:gd name="connsiteX24" fmla="*/ 128270 w 150706"/>
                  <a:gd name="connsiteY24" fmla="*/ 77893 h 115570"/>
                  <a:gd name="connsiteX25" fmla="*/ 139277 w 150706"/>
                  <a:gd name="connsiteY25" fmla="*/ 63923 h 115570"/>
                  <a:gd name="connsiteX26" fmla="*/ 150707 w 150706"/>
                  <a:gd name="connsiteY26" fmla="*/ 49954 h 115570"/>
                  <a:gd name="connsiteX27" fmla="*/ 147743 w 150706"/>
                  <a:gd name="connsiteY27" fmla="*/ 34713 h 115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50706" h="115570">
                    <a:moveTo>
                      <a:pt x="133773" y="33443"/>
                    </a:moveTo>
                    <a:lnTo>
                      <a:pt x="119803" y="35983"/>
                    </a:lnTo>
                    <a:lnTo>
                      <a:pt x="105833" y="22013"/>
                    </a:lnTo>
                    <a:lnTo>
                      <a:pt x="104563" y="8467"/>
                    </a:lnTo>
                    <a:lnTo>
                      <a:pt x="118533" y="0"/>
                    </a:lnTo>
                    <a:lnTo>
                      <a:pt x="104563" y="3810"/>
                    </a:lnTo>
                    <a:lnTo>
                      <a:pt x="90593" y="6773"/>
                    </a:lnTo>
                    <a:lnTo>
                      <a:pt x="75353" y="11007"/>
                    </a:lnTo>
                    <a:lnTo>
                      <a:pt x="61383" y="17780"/>
                    </a:lnTo>
                    <a:lnTo>
                      <a:pt x="45720" y="27940"/>
                    </a:lnTo>
                    <a:lnTo>
                      <a:pt x="32173" y="40217"/>
                    </a:lnTo>
                    <a:lnTo>
                      <a:pt x="17780" y="48683"/>
                    </a:lnTo>
                    <a:lnTo>
                      <a:pt x="4233" y="58420"/>
                    </a:lnTo>
                    <a:lnTo>
                      <a:pt x="0" y="72390"/>
                    </a:lnTo>
                    <a:lnTo>
                      <a:pt x="13970" y="77893"/>
                    </a:lnTo>
                    <a:lnTo>
                      <a:pt x="29210" y="72390"/>
                    </a:lnTo>
                    <a:lnTo>
                      <a:pt x="43180" y="68157"/>
                    </a:lnTo>
                    <a:lnTo>
                      <a:pt x="48683" y="82127"/>
                    </a:lnTo>
                    <a:lnTo>
                      <a:pt x="52917" y="96096"/>
                    </a:lnTo>
                    <a:lnTo>
                      <a:pt x="66887" y="100330"/>
                    </a:lnTo>
                    <a:lnTo>
                      <a:pt x="82127" y="100330"/>
                    </a:lnTo>
                    <a:lnTo>
                      <a:pt x="96097" y="115570"/>
                    </a:lnTo>
                    <a:lnTo>
                      <a:pt x="111337" y="104563"/>
                    </a:lnTo>
                    <a:lnTo>
                      <a:pt x="125307" y="90593"/>
                    </a:lnTo>
                    <a:lnTo>
                      <a:pt x="128270" y="77893"/>
                    </a:lnTo>
                    <a:lnTo>
                      <a:pt x="139277" y="63923"/>
                    </a:lnTo>
                    <a:lnTo>
                      <a:pt x="150707" y="49954"/>
                    </a:lnTo>
                    <a:lnTo>
                      <a:pt x="147743" y="3471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3" name="Freeform 2372">
                <a:extLst>
                  <a:ext uri="{FF2B5EF4-FFF2-40B4-BE49-F238E27FC236}">
                    <a16:creationId xmlns:a16="http://schemas.microsoft.com/office/drawing/2014/main" id="{1BD013E0-EC49-7F49-9C92-728B94D5D0B3}"/>
                  </a:ext>
                </a:extLst>
              </p:cNvPr>
              <p:cNvSpPr/>
              <p:nvPr/>
            </p:nvSpPr>
            <p:spPr>
              <a:xfrm>
                <a:off x="6011756" y="5105823"/>
                <a:ext cx="55880" cy="45720"/>
              </a:xfrm>
              <a:custGeom>
                <a:avLst/>
                <a:gdLst>
                  <a:gd name="connsiteX0" fmla="*/ 27517 w 55880"/>
                  <a:gd name="connsiteY0" fmla="*/ 5504 h 45720"/>
                  <a:gd name="connsiteX1" fmla="*/ 13970 w 55880"/>
                  <a:gd name="connsiteY1" fmla="*/ 11007 h 45720"/>
                  <a:gd name="connsiteX2" fmla="*/ 0 w 55880"/>
                  <a:gd name="connsiteY2" fmla="*/ 24977 h 45720"/>
                  <a:gd name="connsiteX3" fmla="*/ 5504 w 55880"/>
                  <a:gd name="connsiteY3" fmla="*/ 38947 h 45720"/>
                  <a:gd name="connsiteX4" fmla="*/ 20743 w 55880"/>
                  <a:gd name="connsiteY4" fmla="*/ 45720 h 45720"/>
                  <a:gd name="connsiteX5" fmla="*/ 26247 w 55880"/>
                  <a:gd name="connsiteY5" fmla="*/ 35983 h 45720"/>
                  <a:gd name="connsiteX6" fmla="*/ 41910 w 55880"/>
                  <a:gd name="connsiteY6" fmla="*/ 27940 h 45720"/>
                  <a:gd name="connsiteX7" fmla="*/ 55880 w 55880"/>
                  <a:gd name="connsiteY7" fmla="*/ 13970 h 45720"/>
                  <a:gd name="connsiteX8" fmla="*/ 41910 w 55880"/>
                  <a:gd name="connsiteY8" fmla="*/ 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880" h="45720">
                    <a:moveTo>
                      <a:pt x="27517" y="5504"/>
                    </a:moveTo>
                    <a:lnTo>
                      <a:pt x="13970" y="11007"/>
                    </a:lnTo>
                    <a:lnTo>
                      <a:pt x="0" y="24977"/>
                    </a:lnTo>
                    <a:lnTo>
                      <a:pt x="5504" y="38947"/>
                    </a:lnTo>
                    <a:lnTo>
                      <a:pt x="20743" y="45720"/>
                    </a:lnTo>
                    <a:lnTo>
                      <a:pt x="26247" y="35983"/>
                    </a:lnTo>
                    <a:lnTo>
                      <a:pt x="41910" y="27940"/>
                    </a:lnTo>
                    <a:lnTo>
                      <a:pt x="55880" y="13970"/>
                    </a:lnTo>
                    <a:lnTo>
                      <a:pt x="4191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4" name="Freeform 2373">
                <a:extLst>
                  <a:ext uri="{FF2B5EF4-FFF2-40B4-BE49-F238E27FC236}">
                    <a16:creationId xmlns:a16="http://schemas.microsoft.com/office/drawing/2014/main" id="{7BFF925A-E40F-584D-9FB8-236469928A66}"/>
                  </a:ext>
                </a:extLst>
              </p:cNvPr>
              <p:cNvSpPr/>
              <p:nvPr/>
            </p:nvSpPr>
            <p:spPr>
              <a:xfrm>
                <a:off x="6370319" y="4947920"/>
                <a:ext cx="69850" cy="37676"/>
              </a:xfrm>
              <a:custGeom>
                <a:avLst/>
                <a:gdLst>
                  <a:gd name="connsiteX0" fmla="*/ 66887 w 69850"/>
                  <a:gd name="connsiteY0" fmla="*/ 24130 h 37676"/>
                  <a:gd name="connsiteX1" fmla="*/ 58420 w 69850"/>
                  <a:gd name="connsiteY1" fmla="*/ 10160 h 37676"/>
                  <a:gd name="connsiteX2" fmla="*/ 57150 w 69850"/>
                  <a:gd name="connsiteY2" fmla="*/ 8467 h 37676"/>
                  <a:gd name="connsiteX3" fmla="*/ 43180 w 69850"/>
                  <a:gd name="connsiteY3" fmla="*/ 1693 h 37676"/>
                  <a:gd name="connsiteX4" fmla="*/ 29210 w 69850"/>
                  <a:gd name="connsiteY4" fmla="*/ 0 h 37676"/>
                  <a:gd name="connsiteX5" fmla="*/ 15240 w 69850"/>
                  <a:gd name="connsiteY5" fmla="*/ 0 h 37676"/>
                  <a:gd name="connsiteX6" fmla="*/ 0 w 69850"/>
                  <a:gd name="connsiteY6" fmla="*/ 10160 h 37676"/>
                  <a:gd name="connsiteX7" fmla="*/ 12700 w 69850"/>
                  <a:gd name="connsiteY7" fmla="*/ 22436 h 37676"/>
                  <a:gd name="connsiteX8" fmla="*/ 26247 w 69850"/>
                  <a:gd name="connsiteY8" fmla="*/ 21167 h 37676"/>
                  <a:gd name="connsiteX9" fmla="*/ 40640 w 69850"/>
                  <a:gd name="connsiteY9" fmla="*/ 29633 h 37676"/>
                  <a:gd name="connsiteX10" fmla="*/ 55457 w 69850"/>
                  <a:gd name="connsiteY10" fmla="*/ 37676 h 37676"/>
                  <a:gd name="connsiteX11" fmla="*/ 69850 w 69850"/>
                  <a:gd name="connsiteY11" fmla="*/ 37676 h 37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9850" h="37676">
                    <a:moveTo>
                      <a:pt x="66887" y="24130"/>
                    </a:moveTo>
                    <a:lnTo>
                      <a:pt x="58420" y="10160"/>
                    </a:lnTo>
                    <a:lnTo>
                      <a:pt x="57150" y="8467"/>
                    </a:lnTo>
                    <a:lnTo>
                      <a:pt x="43180" y="1693"/>
                    </a:lnTo>
                    <a:lnTo>
                      <a:pt x="29210" y="0"/>
                    </a:lnTo>
                    <a:lnTo>
                      <a:pt x="15240" y="0"/>
                    </a:lnTo>
                    <a:lnTo>
                      <a:pt x="0" y="10160"/>
                    </a:lnTo>
                    <a:lnTo>
                      <a:pt x="12700" y="22436"/>
                    </a:lnTo>
                    <a:lnTo>
                      <a:pt x="26247" y="21167"/>
                    </a:lnTo>
                    <a:lnTo>
                      <a:pt x="40640" y="29633"/>
                    </a:lnTo>
                    <a:lnTo>
                      <a:pt x="55457" y="37676"/>
                    </a:lnTo>
                    <a:lnTo>
                      <a:pt x="69850" y="37676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5" name="Freeform 2374">
                <a:extLst>
                  <a:ext uri="{FF2B5EF4-FFF2-40B4-BE49-F238E27FC236}">
                    <a16:creationId xmlns:a16="http://schemas.microsoft.com/office/drawing/2014/main" id="{FCE3986A-9D0D-524A-94C4-E421C2458917}"/>
                  </a:ext>
                </a:extLst>
              </p:cNvPr>
              <p:cNvSpPr/>
              <p:nvPr/>
            </p:nvSpPr>
            <p:spPr>
              <a:xfrm>
                <a:off x="4630419" y="4331546"/>
                <a:ext cx="1682326" cy="1294553"/>
              </a:xfrm>
              <a:custGeom>
                <a:avLst/>
                <a:gdLst>
                  <a:gd name="connsiteX0" fmla="*/ 1566757 w 1682326"/>
                  <a:gd name="connsiteY0" fmla="*/ 369570 h 1294553"/>
                  <a:gd name="connsiteX1" fmla="*/ 1580727 w 1682326"/>
                  <a:gd name="connsiteY1" fmla="*/ 362797 h 1294553"/>
                  <a:gd name="connsiteX2" fmla="*/ 1595967 w 1682326"/>
                  <a:gd name="connsiteY2" fmla="*/ 356870 h 1294553"/>
                  <a:gd name="connsiteX3" fmla="*/ 1609937 w 1682326"/>
                  <a:gd name="connsiteY3" fmla="*/ 350097 h 1294553"/>
                  <a:gd name="connsiteX4" fmla="*/ 1615440 w 1682326"/>
                  <a:gd name="connsiteY4" fmla="*/ 344593 h 1294553"/>
                  <a:gd name="connsiteX5" fmla="*/ 1629410 w 1682326"/>
                  <a:gd name="connsiteY5" fmla="*/ 340360 h 1294553"/>
                  <a:gd name="connsiteX6" fmla="*/ 1643380 w 1682326"/>
                  <a:gd name="connsiteY6" fmla="*/ 330624 h 1294553"/>
                  <a:gd name="connsiteX7" fmla="*/ 1657350 w 1682326"/>
                  <a:gd name="connsiteY7" fmla="*/ 319193 h 1294553"/>
                  <a:gd name="connsiteX8" fmla="*/ 1659043 w 1682326"/>
                  <a:gd name="connsiteY8" fmla="*/ 317924 h 1294553"/>
                  <a:gd name="connsiteX9" fmla="*/ 1668357 w 1682326"/>
                  <a:gd name="connsiteY9" fmla="*/ 303953 h 1294553"/>
                  <a:gd name="connsiteX10" fmla="*/ 1667087 w 1682326"/>
                  <a:gd name="connsiteY10" fmla="*/ 289983 h 1294553"/>
                  <a:gd name="connsiteX11" fmla="*/ 1667087 w 1682326"/>
                  <a:gd name="connsiteY11" fmla="*/ 288713 h 1294553"/>
                  <a:gd name="connsiteX12" fmla="*/ 1660313 w 1682326"/>
                  <a:gd name="connsiteY12" fmla="*/ 274743 h 1294553"/>
                  <a:gd name="connsiteX13" fmla="*/ 1657350 w 1682326"/>
                  <a:gd name="connsiteY13" fmla="*/ 259503 h 1294553"/>
                  <a:gd name="connsiteX14" fmla="*/ 1663277 w 1682326"/>
                  <a:gd name="connsiteY14" fmla="*/ 249766 h 1294553"/>
                  <a:gd name="connsiteX15" fmla="*/ 1678517 w 1682326"/>
                  <a:gd name="connsiteY15" fmla="*/ 252307 h 1294553"/>
                  <a:gd name="connsiteX16" fmla="*/ 1682327 w 1682326"/>
                  <a:gd name="connsiteY16" fmla="*/ 238337 h 1294553"/>
                  <a:gd name="connsiteX17" fmla="*/ 1668357 w 1682326"/>
                  <a:gd name="connsiteY17" fmla="*/ 237066 h 1294553"/>
                  <a:gd name="connsiteX18" fmla="*/ 1665817 w 1682326"/>
                  <a:gd name="connsiteY18" fmla="*/ 223097 h 1294553"/>
                  <a:gd name="connsiteX19" fmla="*/ 1665817 w 1682326"/>
                  <a:gd name="connsiteY19" fmla="*/ 221827 h 1294553"/>
                  <a:gd name="connsiteX20" fmla="*/ 1656080 w 1682326"/>
                  <a:gd name="connsiteY20" fmla="*/ 221827 h 1294553"/>
                  <a:gd name="connsiteX21" fmla="*/ 1640840 w 1682326"/>
                  <a:gd name="connsiteY21" fmla="*/ 214630 h 1294553"/>
                  <a:gd name="connsiteX22" fmla="*/ 1626870 w 1682326"/>
                  <a:gd name="connsiteY22" fmla="*/ 217593 h 1294553"/>
                  <a:gd name="connsiteX23" fmla="*/ 1626870 w 1682326"/>
                  <a:gd name="connsiteY23" fmla="*/ 215900 h 1294553"/>
                  <a:gd name="connsiteX24" fmla="*/ 1611630 w 1682326"/>
                  <a:gd name="connsiteY24" fmla="*/ 224366 h 1294553"/>
                  <a:gd name="connsiteX25" fmla="*/ 1597660 w 1682326"/>
                  <a:gd name="connsiteY25" fmla="*/ 237066 h 1294553"/>
                  <a:gd name="connsiteX26" fmla="*/ 1583690 w 1682326"/>
                  <a:gd name="connsiteY26" fmla="*/ 234103 h 1294553"/>
                  <a:gd name="connsiteX27" fmla="*/ 1569720 w 1682326"/>
                  <a:gd name="connsiteY27" fmla="*/ 232833 h 1294553"/>
                  <a:gd name="connsiteX28" fmla="*/ 1559560 w 1682326"/>
                  <a:gd name="connsiteY28" fmla="*/ 227330 h 1294553"/>
                  <a:gd name="connsiteX29" fmla="*/ 1546013 w 1682326"/>
                  <a:gd name="connsiteY29" fmla="*/ 221827 h 1294553"/>
                  <a:gd name="connsiteX30" fmla="*/ 1532043 w 1682326"/>
                  <a:gd name="connsiteY30" fmla="*/ 223097 h 1294553"/>
                  <a:gd name="connsiteX31" fmla="*/ 1516380 w 1682326"/>
                  <a:gd name="connsiteY31" fmla="*/ 234103 h 1294553"/>
                  <a:gd name="connsiteX32" fmla="*/ 1502410 w 1682326"/>
                  <a:gd name="connsiteY32" fmla="*/ 221827 h 1294553"/>
                  <a:gd name="connsiteX33" fmla="*/ 1501140 w 1682326"/>
                  <a:gd name="connsiteY33" fmla="*/ 221827 h 1294553"/>
                  <a:gd name="connsiteX34" fmla="*/ 1501140 w 1682326"/>
                  <a:gd name="connsiteY34" fmla="*/ 220133 h 1294553"/>
                  <a:gd name="connsiteX35" fmla="*/ 1495637 w 1682326"/>
                  <a:gd name="connsiteY35" fmla="*/ 218863 h 1294553"/>
                  <a:gd name="connsiteX36" fmla="*/ 1487170 w 1682326"/>
                  <a:gd name="connsiteY36" fmla="*/ 213360 h 1294553"/>
                  <a:gd name="connsiteX37" fmla="*/ 1471930 w 1682326"/>
                  <a:gd name="connsiteY37" fmla="*/ 212090 h 1294553"/>
                  <a:gd name="connsiteX38" fmla="*/ 1471930 w 1682326"/>
                  <a:gd name="connsiteY38" fmla="*/ 209127 h 1294553"/>
                  <a:gd name="connsiteX39" fmla="*/ 1466427 w 1682326"/>
                  <a:gd name="connsiteY39" fmla="*/ 210397 h 1294553"/>
                  <a:gd name="connsiteX40" fmla="*/ 1452457 w 1682326"/>
                  <a:gd name="connsiteY40" fmla="*/ 217593 h 1294553"/>
                  <a:gd name="connsiteX41" fmla="*/ 1438487 w 1682326"/>
                  <a:gd name="connsiteY41" fmla="*/ 220133 h 1294553"/>
                  <a:gd name="connsiteX42" fmla="*/ 1437217 w 1682326"/>
                  <a:gd name="connsiteY42" fmla="*/ 207857 h 1294553"/>
                  <a:gd name="connsiteX43" fmla="*/ 1434253 w 1682326"/>
                  <a:gd name="connsiteY43" fmla="*/ 193887 h 1294553"/>
                  <a:gd name="connsiteX44" fmla="*/ 1427480 w 1682326"/>
                  <a:gd name="connsiteY44" fmla="*/ 178647 h 1294553"/>
                  <a:gd name="connsiteX45" fmla="*/ 1413510 w 1682326"/>
                  <a:gd name="connsiteY45" fmla="*/ 174413 h 1294553"/>
                  <a:gd name="connsiteX46" fmla="*/ 1397847 w 1682326"/>
                  <a:gd name="connsiteY46" fmla="*/ 175683 h 1294553"/>
                  <a:gd name="connsiteX47" fmla="*/ 1384300 w 1682326"/>
                  <a:gd name="connsiteY47" fmla="*/ 164677 h 1294553"/>
                  <a:gd name="connsiteX48" fmla="*/ 1369907 w 1682326"/>
                  <a:gd name="connsiteY48" fmla="*/ 160443 h 1294553"/>
                  <a:gd name="connsiteX49" fmla="*/ 1354667 w 1682326"/>
                  <a:gd name="connsiteY49" fmla="*/ 156210 h 1294553"/>
                  <a:gd name="connsiteX50" fmla="*/ 1344930 w 1682326"/>
                  <a:gd name="connsiteY50" fmla="*/ 154940 h 1294553"/>
                  <a:gd name="connsiteX51" fmla="*/ 1342390 w 1682326"/>
                  <a:gd name="connsiteY51" fmla="*/ 153247 h 1294553"/>
                  <a:gd name="connsiteX52" fmla="*/ 1338157 w 1682326"/>
                  <a:gd name="connsiteY52" fmla="*/ 150707 h 1294553"/>
                  <a:gd name="connsiteX53" fmla="*/ 1330960 w 1682326"/>
                  <a:gd name="connsiteY53" fmla="*/ 164677 h 1294553"/>
                  <a:gd name="connsiteX54" fmla="*/ 1330960 w 1682326"/>
                  <a:gd name="connsiteY54" fmla="*/ 179916 h 1294553"/>
                  <a:gd name="connsiteX55" fmla="*/ 1318683 w 1682326"/>
                  <a:gd name="connsiteY55" fmla="*/ 178647 h 1294553"/>
                  <a:gd name="connsiteX56" fmla="*/ 1304713 w 1682326"/>
                  <a:gd name="connsiteY56" fmla="*/ 178647 h 1294553"/>
                  <a:gd name="connsiteX57" fmla="*/ 1298787 w 1682326"/>
                  <a:gd name="connsiteY57" fmla="*/ 179916 h 1294553"/>
                  <a:gd name="connsiteX58" fmla="*/ 1283547 w 1682326"/>
                  <a:gd name="connsiteY58" fmla="*/ 179916 h 1294553"/>
                  <a:gd name="connsiteX59" fmla="*/ 1269577 w 1682326"/>
                  <a:gd name="connsiteY59" fmla="*/ 172720 h 1294553"/>
                  <a:gd name="connsiteX60" fmla="*/ 1254337 w 1682326"/>
                  <a:gd name="connsiteY60" fmla="*/ 175683 h 1294553"/>
                  <a:gd name="connsiteX61" fmla="*/ 1240367 w 1682326"/>
                  <a:gd name="connsiteY61" fmla="*/ 179916 h 1294553"/>
                  <a:gd name="connsiteX62" fmla="*/ 1229360 w 1682326"/>
                  <a:gd name="connsiteY62" fmla="*/ 174413 h 1294553"/>
                  <a:gd name="connsiteX63" fmla="*/ 1215390 w 1682326"/>
                  <a:gd name="connsiteY63" fmla="*/ 161713 h 1294553"/>
                  <a:gd name="connsiteX64" fmla="*/ 1199727 w 1682326"/>
                  <a:gd name="connsiteY64" fmla="*/ 153247 h 1294553"/>
                  <a:gd name="connsiteX65" fmla="*/ 1187450 w 1682326"/>
                  <a:gd name="connsiteY65" fmla="*/ 160443 h 1294553"/>
                  <a:gd name="connsiteX66" fmla="*/ 1171787 w 1682326"/>
                  <a:gd name="connsiteY66" fmla="*/ 159173 h 1294553"/>
                  <a:gd name="connsiteX67" fmla="*/ 1171787 w 1682326"/>
                  <a:gd name="connsiteY67" fmla="*/ 161713 h 1294553"/>
                  <a:gd name="connsiteX68" fmla="*/ 1169247 w 1682326"/>
                  <a:gd name="connsiteY68" fmla="*/ 162983 h 1294553"/>
                  <a:gd name="connsiteX69" fmla="*/ 1159510 w 1682326"/>
                  <a:gd name="connsiteY69" fmla="*/ 154940 h 1294553"/>
                  <a:gd name="connsiteX70" fmla="*/ 1145540 w 1682326"/>
                  <a:gd name="connsiteY70" fmla="*/ 140970 h 1294553"/>
                  <a:gd name="connsiteX71" fmla="*/ 1141307 w 1682326"/>
                  <a:gd name="connsiteY71" fmla="*/ 133773 h 1294553"/>
                  <a:gd name="connsiteX72" fmla="*/ 1126067 w 1682326"/>
                  <a:gd name="connsiteY72" fmla="*/ 136737 h 1294553"/>
                  <a:gd name="connsiteX73" fmla="*/ 1112097 w 1682326"/>
                  <a:gd name="connsiteY73" fmla="*/ 133773 h 1294553"/>
                  <a:gd name="connsiteX74" fmla="*/ 1098127 w 1682326"/>
                  <a:gd name="connsiteY74" fmla="*/ 125307 h 1294553"/>
                  <a:gd name="connsiteX75" fmla="*/ 1085427 w 1682326"/>
                  <a:gd name="connsiteY75" fmla="*/ 122766 h 1294553"/>
                  <a:gd name="connsiteX76" fmla="*/ 1072727 w 1682326"/>
                  <a:gd name="connsiteY76" fmla="*/ 108797 h 1294553"/>
                  <a:gd name="connsiteX77" fmla="*/ 1071457 w 1682326"/>
                  <a:gd name="connsiteY77" fmla="*/ 108797 h 1294553"/>
                  <a:gd name="connsiteX78" fmla="*/ 1061720 w 1682326"/>
                  <a:gd name="connsiteY78" fmla="*/ 122766 h 1294553"/>
                  <a:gd name="connsiteX79" fmla="*/ 1047750 w 1682326"/>
                  <a:gd name="connsiteY79" fmla="*/ 111760 h 1294553"/>
                  <a:gd name="connsiteX80" fmla="*/ 1057487 w 1682326"/>
                  <a:gd name="connsiteY80" fmla="*/ 97366 h 1294553"/>
                  <a:gd name="connsiteX81" fmla="*/ 1056217 w 1682326"/>
                  <a:gd name="connsiteY81" fmla="*/ 82127 h 1294553"/>
                  <a:gd name="connsiteX82" fmla="*/ 1042247 w 1682326"/>
                  <a:gd name="connsiteY82" fmla="*/ 79163 h 1294553"/>
                  <a:gd name="connsiteX83" fmla="*/ 1027007 w 1682326"/>
                  <a:gd name="connsiteY83" fmla="*/ 77893 h 1294553"/>
                  <a:gd name="connsiteX84" fmla="*/ 1013037 w 1682326"/>
                  <a:gd name="connsiteY84" fmla="*/ 77893 h 1294553"/>
                  <a:gd name="connsiteX85" fmla="*/ 1010074 w 1682326"/>
                  <a:gd name="connsiteY85" fmla="*/ 71120 h 1294553"/>
                  <a:gd name="connsiteX86" fmla="*/ 1005840 w 1682326"/>
                  <a:gd name="connsiteY86" fmla="*/ 69850 h 1294553"/>
                  <a:gd name="connsiteX87" fmla="*/ 1007110 w 1682326"/>
                  <a:gd name="connsiteY87" fmla="*/ 68157 h 1294553"/>
                  <a:gd name="connsiteX88" fmla="*/ 996103 w 1682326"/>
                  <a:gd name="connsiteY88" fmla="*/ 66887 h 1294553"/>
                  <a:gd name="connsiteX89" fmla="*/ 982133 w 1682326"/>
                  <a:gd name="connsiteY89" fmla="*/ 72390 h 1294553"/>
                  <a:gd name="connsiteX90" fmla="*/ 979593 w 1682326"/>
                  <a:gd name="connsiteY90" fmla="*/ 73660 h 1294553"/>
                  <a:gd name="connsiteX91" fmla="*/ 977900 w 1682326"/>
                  <a:gd name="connsiteY91" fmla="*/ 75353 h 1294553"/>
                  <a:gd name="connsiteX92" fmla="*/ 963930 w 1682326"/>
                  <a:gd name="connsiteY92" fmla="*/ 76623 h 1294553"/>
                  <a:gd name="connsiteX93" fmla="*/ 950383 w 1682326"/>
                  <a:gd name="connsiteY93" fmla="*/ 75353 h 1294553"/>
                  <a:gd name="connsiteX94" fmla="*/ 935990 w 1682326"/>
                  <a:gd name="connsiteY94" fmla="*/ 77893 h 1294553"/>
                  <a:gd name="connsiteX95" fmla="*/ 920750 w 1682326"/>
                  <a:gd name="connsiteY95" fmla="*/ 73660 h 1294553"/>
                  <a:gd name="connsiteX96" fmla="*/ 908474 w 1682326"/>
                  <a:gd name="connsiteY96" fmla="*/ 65616 h 1294553"/>
                  <a:gd name="connsiteX97" fmla="*/ 894503 w 1682326"/>
                  <a:gd name="connsiteY97" fmla="*/ 62653 h 1294553"/>
                  <a:gd name="connsiteX98" fmla="*/ 879263 w 1682326"/>
                  <a:gd name="connsiteY98" fmla="*/ 57150 h 1294553"/>
                  <a:gd name="connsiteX99" fmla="*/ 865293 w 1682326"/>
                  <a:gd name="connsiteY99" fmla="*/ 55880 h 1294553"/>
                  <a:gd name="connsiteX100" fmla="*/ 851324 w 1682326"/>
                  <a:gd name="connsiteY100" fmla="*/ 59690 h 1294553"/>
                  <a:gd name="connsiteX101" fmla="*/ 848360 w 1682326"/>
                  <a:gd name="connsiteY101" fmla="*/ 58420 h 1294553"/>
                  <a:gd name="connsiteX102" fmla="*/ 839893 w 1682326"/>
                  <a:gd name="connsiteY102" fmla="*/ 73660 h 1294553"/>
                  <a:gd name="connsiteX103" fmla="*/ 835660 w 1682326"/>
                  <a:gd name="connsiteY103" fmla="*/ 71120 h 1294553"/>
                  <a:gd name="connsiteX104" fmla="*/ 823383 w 1682326"/>
                  <a:gd name="connsiteY104" fmla="*/ 69850 h 1294553"/>
                  <a:gd name="connsiteX105" fmla="*/ 820420 w 1682326"/>
                  <a:gd name="connsiteY105" fmla="*/ 68157 h 1294553"/>
                  <a:gd name="connsiteX106" fmla="*/ 806450 w 1682326"/>
                  <a:gd name="connsiteY106" fmla="*/ 59690 h 1294553"/>
                  <a:gd name="connsiteX107" fmla="*/ 791210 w 1682326"/>
                  <a:gd name="connsiteY107" fmla="*/ 58420 h 1294553"/>
                  <a:gd name="connsiteX108" fmla="*/ 777240 w 1682326"/>
                  <a:gd name="connsiteY108" fmla="*/ 49953 h 1294553"/>
                  <a:gd name="connsiteX109" fmla="*/ 763270 w 1682326"/>
                  <a:gd name="connsiteY109" fmla="*/ 44450 h 1294553"/>
                  <a:gd name="connsiteX110" fmla="*/ 749300 w 1682326"/>
                  <a:gd name="connsiteY110" fmla="*/ 49953 h 1294553"/>
                  <a:gd name="connsiteX111" fmla="*/ 735330 w 1682326"/>
                  <a:gd name="connsiteY111" fmla="*/ 47413 h 1294553"/>
                  <a:gd name="connsiteX112" fmla="*/ 721360 w 1682326"/>
                  <a:gd name="connsiteY112" fmla="*/ 49953 h 1294553"/>
                  <a:gd name="connsiteX113" fmla="*/ 706120 w 1682326"/>
                  <a:gd name="connsiteY113" fmla="*/ 59690 h 1294553"/>
                  <a:gd name="connsiteX114" fmla="*/ 704427 w 1682326"/>
                  <a:gd name="connsiteY114" fmla="*/ 55880 h 1294553"/>
                  <a:gd name="connsiteX115" fmla="*/ 701887 w 1682326"/>
                  <a:gd name="connsiteY115" fmla="*/ 55880 h 1294553"/>
                  <a:gd name="connsiteX116" fmla="*/ 687917 w 1682326"/>
                  <a:gd name="connsiteY116" fmla="*/ 59690 h 1294553"/>
                  <a:gd name="connsiteX117" fmla="*/ 673947 w 1682326"/>
                  <a:gd name="connsiteY117" fmla="*/ 62653 h 1294553"/>
                  <a:gd name="connsiteX118" fmla="*/ 658707 w 1682326"/>
                  <a:gd name="connsiteY118" fmla="*/ 62653 h 1294553"/>
                  <a:gd name="connsiteX119" fmla="*/ 654474 w 1682326"/>
                  <a:gd name="connsiteY119" fmla="*/ 61383 h 1294553"/>
                  <a:gd name="connsiteX120" fmla="*/ 640503 w 1682326"/>
                  <a:gd name="connsiteY120" fmla="*/ 62653 h 1294553"/>
                  <a:gd name="connsiteX121" fmla="*/ 635000 w 1682326"/>
                  <a:gd name="connsiteY121" fmla="*/ 62653 h 1294553"/>
                  <a:gd name="connsiteX122" fmla="*/ 621030 w 1682326"/>
                  <a:gd name="connsiteY122" fmla="*/ 59690 h 1294553"/>
                  <a:gd name="connsiteX123" fmla="*/ 607060 w 1682326"/>
                  <a:gd name="connsiteY123" fmla="*/ 55880 h 1294553"/>
                  <a:gd name="connsiteX124" fmla="*/ 591820 w 1682326"/>
                  <a:gd name="connsiteY124" fmla="*/ 52916 h 1294553"/>
                  <a:gd name="connsiteX125" fmla="*/ 576157 w 1682326"/>
                  <a:gd name="connsiteY125" fmla="*/ 51647 h 1294553"/>
                  <a:gd name="connsiteX126" fmla="*/ 567690 w 1682326"/>
                  <a:gd name="connsiteY126" fmla="*/ 49953 h 1294553"/>
                  <a:gd name="connsiteX127" fmla="*/ 562187 w 1682326"/>
                  <a:gd name="connsiteY127" fmla="*/ 48683 h 1294553"/>
                  <a:gd name="connsiteX128" fmla="*/ 548217 w 1682326"/>
                  <a:gd name="connsiteY128" fmla="*/ 48683 h 1294553"/>
                  <a:gd name="connsiteX129" fmla="*/ 534670 w 1682326"/>
                  <a:gd name="connsiteY129" fmla="*/ 38947 h 1294553"/>
                  <a:gd name="connsiteX130" fmla="*/ 520277 w 1682326"/>
                  <a:gd name="connsiteY130" fmla="*/ 35983 h 1294553"/>
                  <a:gd name="connsiteX131" fmla="*/ 505037 w 1682326"/>
                  <a:gd name="connsiteY131" fmla="*/ 35983 h 1294553"/>
                  <a:gd name="connsiteX132" fmla="*/ 491067 w 1682326"/>
                  <a:gd name="connsiteY132" fmla="*/ 37677 h 1294553"/>
                  <a:gd name="connsiteX133" fmla="*/ 475827 w 1682326"/>
                  <a:gd name="connsiteY133" fmla="*/ 27940 h 1294553"/>
                  <a:gd name="connsiteX134" fmla="*/ 461857 w 1682326"/>
                  <a:gd name="connsiteY134" fmla="*/ 23707 h 1294553"/>
                  <a:gd name="connsiteX135" fmla="*/ 447887 w 1682326"/>
                  <a:gd name="connsiteY135" fmla="*/ 32173 h 1294553"/>
                  <a:gd name="connsiteX136" fmla="*/ 433917 w 1682326"/>
                  <a:gd name="connsiteY136" fmla="*/ 33443 h 1294553"/>
                  <a:gd name="connsiteX137" fmla="*/ 432647 w 1682326"/>
                  <a:gd name="connsiteY137" fmla="*/ 33443 h 1294553"/>
                  <a:gd name="connsiteX138" fmla="*/ 418677 w 1682326"/>
                  <a:gd name="connsiteY138" fmla="*/ 32173 h 1294553"/>
                  <a:gd name="connsiteX139" fmla="*/ 404707 w 1682326"/>
                  <a:gd name="connsiteY139" fmla="*/ 33443 h 1294553"/>
                  <a:gd name="connsiteX140" fmla="*/ 389467 w 1682326"/>
                  <a:gd name="connsiteY140" fmla="*/ 34713 h 1294553"/>
                  <a:gd name="connsiteX141" fmla="*/ 375497 w 1682326"/>
                  <a:gd name="connsiteY141" fmla="*/ 35983 h 1294553"/>
                  <a:gd name="connsiteX142" fmla="*/ 361527 w 1682326"/>
                  <a:gd name="connsiteY142" fmla="*/ 33443 h 1294553"/>
                  <a:gd name="connsiteX143" fmla="*/ 347557 w 1682326"/>
                  <a:gd name="connsiteY143" fmla="*/ 37677 h 1294553"/>
                  <a:gd name="connsiteX144" fmla="*/ 339090 w 1682326"/>
                  <a:gd name="connsiteY144" fmla="*/ 34713 h 1294553"/>
                  <a:gd name="connsiteX145" fmla="*/ 332317 w 1682326"/>
                  <a:gd name="connsiteY145" fmla="*/ 33443 h 1294553"/>
                  <a:gd name="connsiteX146" fmla="*/ 318347 w 1682326"/>
                  <a:gd name="connsiteY146" fmla="*/ 33443 h 1294553"/>
                  <a:gd name="connsiteX147" fmla="*/ 302683 w 1682326"/>
                  <a:gd name="connsiteY147" fmla="*/ 46143 h 1294553"/>
                  <a:gd name="connsiteX148" fmla="*/ 301413 w 1682326"/>
                  <a:gd name="connsiteY148" fmla="*/ 34713 h 1294553"/>
                  <a:gd name="connsiteX149" fmla="*/ 287443 w 1682326"/>
                  <a:gd name="connsiteY149" fmla="*/ 34713 h 1294553"/>
                  <a:gd name="connsiteX150" fmla="*/ 273473 w 1682326"/>
                  <a:gd name="connsiteY150" fmla="*/ 29210 h 1294553"/>
                  <a:gd name="connsiteX151" fmla="*/ 262467 w 1682326"/>
                  <a:gd name="connsiteY151" fmla="*/ 15240 h 1294553"/>
                  <a:gd name="connsiteX152" fmla="*/ 248497 w 1682326"/>
                  <a:gd name="connsiteY152" fmla="*/ 6773 h 1294553"/>
                  <a:gd name="connsiteX153" fmla="*/ 234527 w 1682326"/>
                  <a:gd name="connsiteY153" fmla="*/ 13970 h 1294553"/>
                  <a:gd name="connsiteX154" fmla="*/ 219287 w 1682326"/>
                  <a:gd name="connsiteY154" fmla="*/ 6773 h 1294553"/>
                  <a:gd name="connsiteX155" fmla="*/ 219287 w 1682326"/>
                  <a:gd name="connsiteY155" fmla="*/ 0 h 1294553"/>
                  <a:gd name="connsiteX156" fmla="*/ 205317 w 1682326"/>
                  <a:gd name="connsiteY156" fmla="*/ 8466 h 1294553"/>
                  <a:gd name="connsiteX157" fmla="*/ 191347 w 1682326"/>
                  <a:gd name="connsiteY157" fmla="*/ 16510 h 1294553"/>
                  <a:gd name="connsiteX158" fmla="*/ 191347 w 1682326"/>
                  <a:gd name="connsiteY158" fmla="*/ 2540 h 1294553"/>
                  <a:gd name="connsiteX159" fmla="*/ 177377 w 1682326"/>
                  <a:gd name="connsiteY159" fmla="*/ 11007 h 1294553"/>
                  <a:gd name="connsiteX160" fmla="*/ 163407 w 1682326"/>
                  <a:gd name="connsiteY160" fmla="*/ 20743 h 1294553"/>
                  <a:gd name="connsiteX161" fmla="*/ 148167 w 1682326"/>
                  <a:gd name="connsiteY161" fmla="*/ 30480 h 1294553"/>
                  <a:gd name="connsiteX162" fmla="*/ 134197 w 1682326"/>
                  <a:gd name="connsiteY162" fmla="*/ 37677 h 1294553"/>
                  <a:gd name="connsiteX163" fmla="*/ 134197 w 1682326"/>
                  <a:gd name="connsiteY163" fmla="*/ 51647 h 1294553"/>
                  <a:gd name="connsiteX164" fmla="*/ 149437 w 1682326"/>
                  <a:gd name="connsiteY164" fmla="*/ 47413 h 1294553"/>
                  <a:gd name="connsiteX165" fmla="*/ 149437 w 1682326"/>
                  <a:gd name="connsiteY165" fmla="*/ 46143 h 1294553"/>
                  <a:gd name="connsiteX166" fmla="*/ 151977 w 1682326"/>
                  <a:gd name="connsiteY166" fmla="*/ 46143 h 1294553"/>
                  <a:gd name="connsiteX167" fmla="*/ 150707 w 1682326"/>
                  <a:gd name="connsiteY167" fmla="*/ 48683 h 1294553"/>
                  <a:gd name="connsiteX168" fmla="*/ 137160 w 1682326"/>
                  <a:gd name="connsiteY168" fmla="*/ 57150 h 1294553"/>
                  <a:gd name="connsiteX169" fmla="*/ 151977 w 1682326"/>
                  <a:gd name="connsiteY169" fmla="*/ 58420 h 1294553"/>
                  <a:gd name="connsiteX170" fmla="*/ 151977 w 1682326"/>
                  <a:gd name="connsiteY170" fmla="*/ 59690 h 1294553"/>
                  <a:gd name="connsiteX171" fmla="*/ 138007 w 1682326"/>
                  <a:gd name="connsiteY171" fmla="*/ 63923 h 1294553"/>
                  <a:gd name="connsiteX172" fmla="*/ 122767 w 1682326"/>
                  <a:gd name="connsiteY172" fmla="*/ 71120 h 1294553"/>
                  <a:gd name="connsiteX173" fmla="*/ 109220 w 1682326"/>
                  <a:gd name="connsiteY173" fmla="*/ 68157 h 1294553"/>
                  <a:gd name="connsiteX174" fmla="*/ 94827 w 1682326"/>
                  <a:gd name="connsiteY174" fmla="*/ 75353 h 1294553"/>
                  <a:gd name="connsiteX175" fmla="*/ 79587 w 1682326"/>
                  <a:gd name="connsiteY175" fmla="*/ 79163 h 1294553"/>
                  <a:gd name="connsiteX176" fmla="*/ 65617 w 1682326"/>
                  <a:gd name="connsiteY176" fmla="*/ 75353 h 1294553"/>
                  <a:gd name="connsiteX177" fmla="*/ 51647 w 1682326"/>
                  <a:gd name="connsiteY177" fmla="*/ 75353 h 1294553"/>
                  <a:gd name="connsiteX178" fmla="*/ 41910 w 1682326"/>
                  <a:gd name="connsiteY178" fmla="*/ 88900 h 1294553"/>
                  <a:gd name="connsiteX179" fmla="*/ 27940 w 1682326"/>
                  <a:gd name="connsiteY179" fmla="*/ 96097 h 1294553"/>
                  <a:gd name="connsiteX180" fmla="*/ 13970 w 1682326"/>
                  <a:gd name="connsiteY180" fmla="*/ 97366 h 1294553"/>
                  <a:gd name="connsiteX181" fmla="*/ 5927 w 1682326"/>
                  <a:gd name="connsiteY181" fmla="*/ 111760 h 1294553"/>
                  <a:gd name="connsiteX182" fmla="*/ 0 w 1682326"/>
                  <a:gd name="connsiteY182" fmla="*/ 127000 h 1294553"/>
                  <a:gd name="connsiteX183" fmla="*/ 1693 w 1682326"/>
                  <a:gd name="connsiteY183" fmla="*/ 140970 h 1294553"/>
                  <a:gd name="connsiteX184" fmla="*/ 16933 w 1682326"/>
                  <a:gd name="connsiteY184" fmla="*/ 143510 h 1294553"/>
                  <a:gd name="connsiteX185" fmla="*/ 12700 w 1682326"/>
                  <a:gd name="connsiteY185" fmla="*/ 150707 h 1294553"/>
                  <a:gd name="connsiteX186" fmla="*/ 16933 w 1682326"/>
                  <a:gd name="connsiteY186" fmla="*/ 153247 h 1294553"/>
                  <a:gd name="connsiteX187" fmla="*/ 21167 w 1682326"/>
                  <a:gd name="connsiteY187" fmla="*/ 168487 h 1294553"/>
                  <a:gd name="connsiteX188" fmla="*/ 36407 w 1682326"/>
                  <a:gd name="connsiteY188" fmla="*/ 165947 h 1294553"/>
                  <a:gd name="connsiteX189" fmla="*/ 50377 w 1682326"/>
                  <a:gd name="connsiteY189" fmla="*/ 157480 h 1294553"/>
                  <a:gd name="connsiteX190" fmla="*/ 43180 w 1682326"/>
                  <a:gd name="connsiteY190" fmla="*/ 162983 h 1294553"/>
                  <a:gd name="connsiteX191" fmla="*/ 29633 w 1682326"/>
                  <a:gd name="connsiteY191" fmla="*/ 175683 h 1294553"/>
                  <a:gd name="connsiteX192" fmla="*/ 22437 w 1682326"/>
                  <a:gd name="connsiteY192" fmla="*/ 189653 h 1294553"/>
                  <a:gd name="connsiteX193" fmla="*/ 27940 w 1682326"/>
                  <a:gd name="connsiteY193" fmla="*/ 204893 h 1294553"/>
                  <a:gd name="connsiteX194" fmla="*/ 39370 w 1682326"/>
                  <a:gd name="connsiteY194" fmla="*/ 189653 h 1294553"/>
                  <a:gd name="connsiteX195" fmla="*/ 52917 w 1682326"/>
                  <a:gd name="connsiteY195" fmla="*/ 186690 h 1294553"/>
                  <a:gd name="connsiteX196" fmla="*/ 67310 w 1682326"/>
                  <a:gd name="connsiteY196" fmla="*/ 176953 h 1294553"/>
                  <a:gd name="connsiteX197" fmla="*/ 67310 w 1682326"/>
                  <a:gd name="connsiteY197" fmla="*/ 182880 h 1294553"/>
                  <a:gd name="connsiteX198" fmla="*/ 55880 w 1682326"/>
                  <a:gd name="connsiteY198" fmla="*/ 196427 h 1294553"/>
                  <a:gd name="connsiteX199" fmla="*/ 41910 w 1682326"/>
                  <a:gd name="connsiteY199" fmla="*/ 210397 h 1294553"/>
                  <a:gd name="connsiteX200" fmla="*/ 43180 w 1682326"/>
                  <a:gd name="connsiteY200" fmla="*/ 224366 h 1294553"/>
                  <a:gd name="connsiteX201" fmla="*/ 57150 w 1682326"/>
                  <a:gd name="connsiteY201" fmla="*/ 227330 h 1294553"/>
                  <a:gd name="connsiteX202" fmla="*/ 72813 w 1682326"/>
                  <a:gd name="connsiteY202" fmla="*/ 223097 h 1294553"/>
                  <a:gd name="connsiteX203" fmla="*/ 63077 w 1682326"/>
                  <a:gd name="connsiteY203" fmla="*/ 228600 h 1294553"/>
                  <a:gd name="connsiteX204" fmla="*/ 47413 w 1682326"/>
                  <a:gd name="connsiteY204" fmla="*/ 238337 h 1294553"/>
                  <a:gd name="connsiteX205" fmla="*/ 41910 w 1682326"/>
                  <a:gd name="connsiteY205" fmla="*/ 252307 h 1294553"/>
                  <a:gd name="connsiteX206" fmla="*/ 55880 w 1682326"/>
                  <a:gd name="connsiteY206" fmla="*/ 251037 h 1294553"/>
                  <a:gd name="connsiteX207" fmla="*/ 69850 w 1682326"/>
                  <a:gd name="connsiteY207" fmla="*/ 245533 h 1294553"/>
                  <a:gd name="connsiteX208" fmla="*/ 78317 w 1682326"/>
                  <a:gd name="connsiteY208" fmla="*/ 234103 h 1294553"/>
                  <a:gd name="connsiteX209" fmla="*/ 79587 w 1682326"/>
                  <a:gd name="connsiteY209" fmla="*/ 235797 h 1294553"/>
                  <a:gd name="connsiteX210" fmla="*/ 69850 w 1682326"/>
                  <a:gd name="connsiteY210" fmla="*/ 246803 h 1294553"/>
                  <a:gd name="connsiteX211" fmla="*/ 61383 w 1682326"/>
                  <a:gd name="connsiteY211" fmla="*/ 254000 h 1294553"/>
                  <a:gd name="connsiteX212" fmla="*/ 46143 w 1682326"/>
                  <a:gd name="connsiteY212" fmla="*/ 266277 h 1294553"/>
                  <a:gd name="connsiteX213" fmla="*/ 35137 w 1682326"/>
                  <a:gd name="connsiteY213" fmla="*/ 280247 h 1294553"/>
                  <a:gd name="connsiteX214" fmla="*/ 35137 w 1682326"/>
                  <a:gd name="connsiteY214" fmla="*/ 294216 h 1294553"/>
                  <a:gd name="connsiteX215" fmla="*/ 39370 w 1682326"/>
                  <a:gd name="connsiteY215" fmla="*/ 309457 h 1294553"/>
                  <a:gd name="connsiteX216" fmla="*/ 52917 w 1682326"/>
                  <a:gd name="connsiteY216" fmla="*/ 301413 h 1294553"/>
                  <a:gd name="connsiteX217" fmla="*/ 67310 w 1682326"/>
                  <a:gd name="connsiteY217" fmla="*/ 287443 h 1294553"/>
                  <a:gd name="connsiteX218" fmla="*/ 68580 w 1682326"/>
                  <a:gd name="connsiteY218" fmla="*/ 285750 h 1294553"/>
                  <a:gd name="connsiteX219" fmla="*/ 82550 w 1682326"/>
                  <a:gd name="connsiteY219" fmla="*/ 283210 h 1294553"/>
                  <a:gd name="connsiteX220" fmla="*/ 97790 w 1682326"/>
                  <a:gd name="connsiteY220" fmla="*/ 280247 h 1294553"/>
                  <a:gd name="connsiteX221" fmla="*/ 111760 w 1682326"/>
                  <a:gd name="connsiteY221" fmla="*/ 278977 h 1294553"/>
                  <a:gd name="connsiteX222" fmla="*/ 127000 w 1682326"/>
                  <a:gd name="connsiteY222" fmla="*/ 270510 h 1294553"/>
                  <a:gd name="connsiteX223" fmla="*/ 129963 w 1682326"/>
                  <a:gd name="connsiteY223" fmla="*/ 267970 h 1294553"/>
                  <a:gd name="connsiteX224" fmla="*/ 131233 w 1682326"/>
                  <a:gd name="connsiteY224" fmla="*/ 283210 h 1294553"/>
                  <a:gd name="connsiteX225" fmla="*/ 145203 w 1682326"/>
                  <a:gd name="connsiteY225" fmla="*/ 284480 h 1294553"/>
                  <a:gd name="connsiteX226" fmla="*/ 131233 w 1682326"/>
                  <a:gd name="connsiteY226" fmla="*/ 298450 h 1294553"/>
                  <a:gd name="connsiteX227" fmla="*/ 125730 w 1682326"/>
                  <a:gd name="connsiteY227" fmla="*/ 312420 h 1294553"/>
                  <a:gd name="connsiteX228" fmla="*/ 125730 w 1682326"/>
                  <a:gd name="connsiteY228" fmla="*/ 314960 h 1294553"/>
                  <a:gd name="connsiteX229" fmla="*/ 128693 w 1682326"/>
                  <a:gd name="connsiteY229" fmla="*/ 314960 h 1294553"/>
                  <a:gd name="connsiteX230" fmla="*/ 129963 w 1682326"/>
                  <a:gd name="connsiteY230" fmla="*/ 323427 h 1294553"/>
                  <a:gd name="connsiteX231" fmla="*/ 145203 w 1682326"/>
                  <a:gd name="connsiteY231" fmla="*/ 323427 h 1294553"/>
                  <a:gd name="connsiteX232" fmla="*/ 160443 w 1682326"/>
                  <a:gd name="connsiteY232" fmla="*/ 313690 h 1294553"/>
                  <a:gd name="connsiteX233" fmla="*/ 174413 w 1682326"/>
                  <a:gd name="connsiteY233" fmla="*/ 314960 h 1294553"/>
                  <a:gd name="connsiteX234" fmla="*/ 189653 w 1682326"/>
                  <a:gd name="connsiteY234" fmla="*/ 311150 h 1294553"/>
                  <a:gd name="connsiteX235" fmla="*/ 204047 w 1682326"/>
                  <a:gd name="connsiteY235" fmla="*/ 313690 h 1294553"/>
                  <a:gd name="connsiteX236" fmla="*/ 217593 w 1682326"/>
                  <a:gd name="connsiteY236" fmla="*/ 319193 h 1294553"/>
                  <a:gd name="connsiteX237" fmla="*/ 230293 w 1682326"/>
                  <a:gd name="connsiteY237" fmla="*/ 325120 h 1294553"/>
                  <a:gd name="connsiteX238" fmla="*/ 245533 w 1682326"/>
                  <a:gd name="connsiteY238" fmla="*/ 319193 h 1294553"/>
                  <a:gd name="connsiteX239" fmla="*/ 259503 w 1682326"/>
                  <a:gd name="connsiteY239" fmla="*/ 312420 h 1294553"/>
                  <a:gd name="connsiteX240" fmla="*/ 261197 w 1682326"/>
                  <a:gd name="connsiteY240" fmla="*/ 312420 h 1294553"/>
                  <a:gd name="connsiteX241" fmla="*/ 265007 w 1682326"/>
                  <a:gd name="connsiteY241" fmla="*/ 298450 h 1294553"/>
                  <a:gd name="connsiteX242" fmla="*/ 279400 w 1682326"/>
                  <a:gd name="connsiteY242" fmla="*/ 299720 h 1294553"/>
                  <a:gd name="connsiteX243" fmla="*/ 291677 w 1682326"/>
                  <a:gd name="connsiteY243" fmla="*/ 298450 h 1294553"/>
                  <a:gd name="connsiteX244" fmla="*/ 297180 w 1682326"/>
                  <a:gd name="connsiteY244" fmla="*/ 301413 h 1294553"/>
                  <a:gd name="connsiteX245" fmla="*/ 311150 w 1682326"/>
                  <a:gd name="connsiteY245" fmla="*/ 302683 h 1294553"/>
                  <a:gd name="connsiteX246" fmla="*/ 326813 w 1682326"/>
                  <a:gd name="connsiteY246" fmla="*/ 303953 h 1294553"/>
                  <a:gd name="connsiteX247" fmla="*/ 340360 w 1682326"/>
                  <a:gd name="connsiteY247" fmla="*/ 302683 h 1294553"/>
                  <a:gd name="connsiteX248" fmla="*/ 354330 w 1682326"/>
                  <a:gd name="connsiteY248" fmla="*/ 313690 h 1294553"/>
                  <a:gd name="connsiteX249" fmla="*/ 348827 w 1682326"/>
                  <a:gd name="connsiteY249" fmla="*/ 329353 h 1294553"/>
                  <a:gd name="connsiteX250" fmla="*/ 346287 w 1682326"/>
                  <a:gd name="connsiteY250" fmla="*/ 337397 h 1294553"/>
                  <a:gd name="connsiteX251" fmla="*/ 361527 w 1682326"/>
                  <a:gd name="connsiteY251" fmla="*/ 345863 h 1294553"/>
                  <a:gd name="connsiteX252" fmla="*/ 375497 w 1682326"/>
                  <a:gd name="connsiteY252" fmla="*/ 347133 h 1294553"/>
                  <a:gd name="connsiteX253" fmla="*/ 389467 w 1682326"/>
                  <a:gd name="connsiteY253" fmla="*/ 359833 h 1294553"/>
                  <a:gd name="connsiteX254" fmla="*/ 393700 w 1682326"/>
                  <a:gd name="connsiteY254" fmla="*/ 365337 h 1294553"/>
                  <a:gd name="connsiteX255" fmla="*/ 382270 w 1682326"/>
                  <a:gd name="connsiteY255" fmla="*/ 378037 h 1294553"/>
                  <a:gd name="connsiteX256" fmla="*/ 373803 w 1682326"/>
                  <a:gd name="connsiteY256" fmla="*/ 393277 h 1294553"/>
                  <a:gd name="connsiteX257" fmla="*/ 360257 w 1682326"/>
                  <a:gd name="connsiteY257" fmla="*/ 403013 h 1294553"/>
                  <a:gd name="connsiteX258" fmla="*/ 351790 w 1682326"/>
                  <a:gd name="connsiteY258" fmla="*/ 410210 h 1294553"/>
                  <a:gd name="connsiteX259" fmla="*/ 337820 w 1682326"/>
                  <a:gd name="connsiteY259" fmla="*/ 419947 h 1294553"/>
                  <a:gd name="connsiteX260" fmla="*/ 323850 w 1682326"/>
                  <a:gd name="connsiteY260" fmla="*/ 424180 h 1294553"/>
                  <a:gd name="connsiteX261" fmla="*/ 311150 w 1682326"/>
                  <a:gd name="connsiteY261" fmla="*/ 438150 h 1294553"/>
                  <a:gd name="connsiteX262" fmla="*/ 304377 w 1682326"/>
                  <a:gd name="connsiteY262" fmla="*/ 452120 h 1294553"/>
                  <a:gd name="connsiteX263" fmla="*/ 302683 w 1682326"/>
                  <a:gd name="connsiteY263" fmla="*/ 453390 h 1294553"/>
                  <a:gd name="connsiteX264" fmla="*/ 288713 w 1682326"/>
                  <a:gd name="connsiteY264" fmla="*/ 453390 h 1294553"/>
                  <a:gd name="connsiteX265" fmla="*/ 288713 w 1682326"/>
                  <a:gd name="connsiteY265" fmla="*/ 454660 h 1294553"/>
                  <a:gd name="connsiteX266" fmla="*/ 287443 w 1682326"/>
                  <a:gd name="connsiteY266" fmla="*/ 455930 h 1294553"/>
                  <a:gd name="connsiteX267" fmla="*/ 288713 w 1682326"/>
                  <a:gd name="connsiteY267" fmla="*/ 458893 h 1294553"/>
                  <a:gd name="connsiteX268" fmla="*/ 290407 w 1682326"/>
                  <a:gd name="connsiteY268" fmla="*/ 458893 h 1294553"/>
                  <a:gd name="connsiteX269" fmla="*/ 297180 w 1682326"/>
                  <a:gd name="connsiteY269" fmla="*/ 474133 h 1294553"/>
                  <a:gd name="connsiteX270" fmla="*/ 302683 w 1682326"/>
                  <a:gd name="connsiteY270" fmla="*/ 482600 h 1294553"/>
                  <a:gd name="connsiteX271" fmla="*/ 298873 w 1682326"/>
                  <a:gd name="connsiteY271" fmla="*/ 497840 h 1294553"/>
                  <a:gd name="connsiteX272" fmla="*/ 300143 w 1682326"/>
                  <a:gd name="connsiteY272" fmla="*/ 511810 h 1294553"/>
                  <a:gd name="connsiteX273" fmla="*/ 297180 w 1682326"/>
                  <a:gd name="connsiteY273" fmla="*/ 525780 h 1294553"/>
                  <a:gd name="connsiteX274" fmla="*/ 295910 w 1682326"/>
                  <a:gd name="connsiteY274" fmla="*/ 527474 h 1294553"/>
                  <a:gd name="connsiteX275" fmla="*/ 297180 w 1682326"/>
                  <a:gd name="connsiteY275" fmla="*/ 542713 h 1294553"/>
                  <a:gd name="connsiteX276" fmla="*/ 292947 w 1682326"/>
                  <a:gd name="connsiteY276" fmla="*/ 556260 h 1294553"/>
                  <a:gd name="connsiteX277" fmla="*/ 297180 w 1682326"/>
                  <a:gd name="connsiteY277" fmla="*/ 571924 h 1294553"/>
                  <a:gd name="connsiteX278" fmla="*/ 287443 w 1682326"/>
                  <a:gd name="connsiteY278" fmla="*/ 580390 h 1294553"/>
                  <a:gd name="connsiteX279" fmla="*/ 276437 w 1682326"/>
                  <a:gd name="connsiteY279" fmla="*/ 582930 h 1294553"/>
                  <a:gd name="connsiteX280" fmla="*/ 265007 w 1682326"/>
                  <a:gd name="connsiteY280" fmla="*/ 596900 h 1294553"/>
                  <a:gd name="connsiteX281" fmla="*/ 277707 w 1682326"/>
                  <a:gd name="connsiteY281" fmla="*/ 610870 h 1294553"/>
                  <a:gd name="connsiteX282" fmla="*/ 281940 w 1682326"/>
                  <a:gd name="connsiteY282" fmla="*/ 626533 h 1294553"/>
                  <a:gd name="connsiteX283" fmla="*/ 277707 w 1682326"/>
                  <a:gd name="connsiteY283" fmla="*/ 640503 h 1294553"/>
                  <a:gd name="connsiteX284" fmla="*/ 270510 w 1682326"/>
                  <a:gd name="connsiteY284" fmla="*/ 654050 h 1294553"/>
                  <a:gd name="connsiteX285" fmla="*/ 266700 w 1682326"/>
                  <a:gd name="connsiteY285" fmla="*/ 655743 h 1294553"/>
                  <a:gd name="connsiteX286" fmla="*/ 265007 w 1682326"/>
                  <a:gd name="connsiteY286" fmla="*/ 657013 h 1294553"/>
                  <a:gd name="connsiteX287" fmla="*/ 263737 w 1682326"/>
                  <a:gd name="connsiteY287" fmla="*/ 670983 h 1294553"/>
                  <a:gd name="connsiteX288" fmla="*/ 258233 w 1682326"/>
                  <a:gd name="connsiteY288" fmla="*/ 680720 h 1294553"/>
                  <a:gd name="connsiteX289" fmla="*/ 254000 w 1682326"/>
                  <a:gd name="connsiteY289" fmla="*/ 681990 h 1294553"/>
                  <a:gd name="connsiteX290" fmla="*/ 238760 w 1682326"/>
                  <a:gd name="connsiteY290" fmla="*/ 681990 h 1294553"/>
                  <a:gd name="connsiteX291" fmla="*/ 224790 w 1682326"/>
                  <a:gd name="connsiteY291" fmla="*/ 680720 h 1294553"/>
                  <a:gd name="connsiteX292" fmla="*/ 209127 w 1682326"/>
                  <a:gd name="connsiteY292" fmla="*/ 683683 h 1294553"/>
                  <a:gd name="connsiteX293" fmla="*/ 195580 w 1682326"/>
                  <a:gd name="connsiteY293" fmla="*/ 681990 h 1294553"/>
                  <a:gd name="connsiteX294" fmla="*/ 188383 w 1682326"/>
                  <a:gd name="connsiteY294" fmla="*/ 680720 h 1294553"/>
                  <a:gd name="connsiteX295" fmla="*/ 196850 w 1682326"/>
                  <a:gd name="connsiteY295" fmla="*/ 695960 h 1294553"/>
                  <a:gd name="connsiteX296" fmla="*/ 207857 w 1682326"/>
                  <a:gd name="connsiteY296" fmla="*/ 709930 h 1294553"/>
                  <a:gd name="connsiteX297" fmla="*/ 219287 w 1682326"/>
                  <a:gd name="connsiteY297" fmla="*/ 714163 h 1294553"/>
                  <a:gd name="connsiteX298" fmla="*/ 215053 w 1682326"/>
                  <a:gd name="connsiteY298" fmla="*/ 729403 h 1294553"/>
                  <a:gd name="connsiteX299" fmla="*/ 216323 w 1682326"/>
                  <a:gd name="connsiteY299" fmla="*/ 732366 h 1294553"/>
                  <a:gd name="connsiteX300" fmla="*/ 224790 w 1682326"/>
                  <a:gd name="connsiteY300" fmla="*/ 746337 h 1294553"/>
                  <a:gd name="connsiteX301" fmla="*/ 224790 w 1682326"/>
                  <a:gd name="connsiteY301" fmla="*/ 747607 h 1294553"/>
                  <a:gd name="connsiteX302" fmla="*/ 231563 w 1682326"/>
                  <a:gd name="connsiteY302" fmla="*/ 761577 h 1294553"/>
                  <a:gd name="connsiteX303" fmla="*/ 245533 w 1682326"/>
                  <a:gd name="connsiteY303" fmla="*/ 774277 h 1294553"/>
                  <a:gd name="connsiteX304" fmla="*/ 249767 w 1682326"/>
                  <a:gd name="connsiteY304" fmla="*/ 771313 h 1294553"/>
                  <a:gd name="connsiteX305" fmla="*/ 258233 w 1682326"/>
                  <a:gd name="connsiteY305" fmla="*/ 786553 h 1294553"/>
                  <a:gd name="connsiteX306" fmla="*/ 259503 w 1682326"/>
                  <a:gd name="connsiteY306" fmla="*/ 786553 h 1294553"/>
                  <a:gd name="connsiteX307" fmla="*/ 261197 w 1682326"/>
                  <a:gd name="connsiteY307" fmla="*/ 788247 h 1294553"/>
                  <a:gd name="connsiteX308" fmla="*/ 251037 w 1682326"/>
                  <a:gd name="connsiteY308" fmla="*/ 803487 h 1294553"/>
                  <a:gd name="connsiteX309" fmla="*/ 248497 w 1682326"/>
                  <a:gd name="connsiteY309" fmla="*/ 806027 h 1294553"/>
                  <a:gd name="connsiteX310" fmla="*/ 248497 w 1682326"/>
                  <a:gd name="connsiteY310" fmla="*/ 811953 h 1294553"/>
                  <a:gd name="connsiteX311" fmla="*/ 241300 w 1682326"/>
                  <a:gd name="connsiteY311" fmla="*/ 818727 h 1294553"/>
                  <a:gd name="connsiteX312" fmla="*/ 227330 w 1682326"/>
                  <a:gd name="connsiteY312" fmla="*/ 831427 h 1294553"/>
                  <a:gd name="connsiteX313" fmla="*/ 223520 w 1682326"/>
                  <a:gd name="connsiteY313" fmla="*/ 834390 h 1294553"/>
                  <a:gd name="connsiteX314" fmla="*/ 213783 w 1682326"/>
                  <a:gd name="connsiteY314" fmla="*/ 847937 h 1294553"/>
                  <a:gd name="connsiteX315" fmla="*/ 212090 w 1682326"/>
                  <a:gd name="connsiteY315" fmla="*/ 861907 h 1294553"/>
                  <a:gd name="connsiteX316" fmla="*/ 205317 w 1682326"/>
                  <a:gd name="connsiteY316" fmla="*/ 875877 h 1294553"/>
                  <a:gd name="connsiteX317" fmla="*/ 205317 w 1682326"/>
                  <a:gd name="connsiteY317" fmla="*/ 878840 h 1294553"/>
                  <a:gd name="connsiteX318" fmla="*/ 206587 w 1682326"/>
                  <a:gd name="connsiteY318" fmla="*/ 880110 h 1294553"/>
                  <a:gd name="connsiteX319" fmla="*/ 204047 w 1682326"/>
                  <a:gd name="connsiteY319" fmla="*/ 885613 h 1294553"/>
                  <a:gd name="connsiteX320" fmla="*/ 212090 w 1682326"/>
                  <a:gd name="connsiteY320" fmla="*/ 895350 h 1294553"/>
                  <a:gd name="connsiteX321" fmla="*/ 221827 w 1682326"/>
                  <a:gd name="connsiteY321" fmla="*/ 909320 h 1294553"/>
                  <a:gd name="connsiteX322" fmla="*/ 230293 w 1682326"/>
                  <a:gd name="connsiteY322" fmla="*/ 924983 h 1294553"/>
                  <a:gd name="connsiteX323" fmla="*/ 231563 w 1682326"/>
                  <a:gd name="connsiteY323" fmla="*/ 927524 h 1294553"/>
                  <a:gd name="connsiteX324" fmla="*/ 245533 w 1682326"/>
                  <a:gd name="connsiteY324" fmla="*/ 924983 h 1294553"/>
                  <a:gd name="connsiteX325" fmla="*/ 254000 w 1682326"/>
                  <a:gd name="connsiteY325" fmla="*/ 924983 h 1294553"/>
                  <a:gd name="connsiteX326" fmla="*/ 248497 w 1682326"/>
                  <a:gd name="connsiteY326" fmla="*/ 938953 h 1294553"/>
                  <a:gd name="connsiteX327" fmla="*/ 242993 w 1682326"/>
                  <a:gd name="connsiteY327" fmla="*/ 954193 h 1294553"/>
                  <a:gd name="connsiteX328" fmla="*/ 229023 w 1682326"/>
                  <a:gd name="connsiteY328" fmla="*/ 951230 h 1294553"/>
                  <a:gd name="connsiteX329" fmla="*/ 215053 w 1682326"/>
                  <a:gd name="connsiteY329" fmla="*/ 959697 h 1294553"/>
                  <a:gd name="connsiteX330" fmla="*/ 207857 w 1682326"/>
                  <a:gd name="connsiteY330" fmla="*/ 965200 h 1294553"/>
                  <a:gd name="connsiteX331" fmla="*/ 207857 w 1682326"/>
                  <a:gd name="connsiteY331" fmla="*/ 970703 h 1294553"/>
                  <a:gd name="connsiteX332" fmla="*/ 201083 w 1682326"/>
                  <a:gd name="connsiteY332" fmla="*/ 984674 h 1294553"/>
                  <a:gd name="connsiteX333" fmla="*/ 185843 w 1682326"/>
                  <a:gd name="connsiteY333" fmla="*/ 998643 h 1294553"/>
                  <a:gd name="connsiteX334" fmla="*/ 177377 w 1682326"/>
                  <a:gd name="connsiteY334" fmla="*/ 1012613 h 1294553"/>
                  <a:gd name="connsiteX335" fmla="*/ 170603 w 1682326"/>
                  <a:gd name="connsiteY335" fmla="*/ 1027853 h 1294553"/>
                  <a:gd name="connsiteX336" fmla="*/ 165947 w 1682326"/>
                  <a:gd name="connsiteY336" fmla="*/ 1035050 h 1294553"/>
                  <a:gd name="connsiteX337" fmla="*/ 167640 w 1682326"/>
                  <a:gd name="connsiteY337" fmla="*/ 1037590 h 1294553"/>
                  <a:gd name="connsiteX338" fmla="*/ 174413 w 1682326"/>
                  <a:gd name="connsiteY338" fmla="*/ 1053253 h 1294553"/>
                  <a:gd name="connsiteX339" fmla="*/ 176107 w 1682326"/>
                  <a:gd name="connsiteY339" fmla="*/ 1067224 h 1294553"/>
                  <a:gd name="connsiteX340" fmla="*/ 177377 w 1682326"/>
                  <a:gd name="connsiteY340" fmla="*/ 1082463 h 1294553"/>
                  <a:gd name="connsiteX341" fmla="*/ 176107 w 1682326"/>
                  <a:gd name="connsiteY341" fmla="*/ 1083733 h 1294553"/>
                  <a:gd name="connsiteX342" fmla="*/ 178647 w 1682326"/>
                  <a:gd name="connsiteY342" fmla="*/ 1089660 h 1294553"/>
                  <a:gd name="connsiteX343" fmla="*/ 178647 w 1682326"/>
                  <a:gd name="connsiteY343" fmla="*/ 1090930 h 1294553"/>
                  <a:gd name="connsiteX344" fmla="*/ 181610 w 1682326"/>
                  <a:gd name="connsiteY344" fmla="*/ 1097703 h 1294553"/>
                  <a:gd name="connsiteX345" fmla="*/ 196850 w 1682326"/>
                  <a:gd name="connsiteY345" fmla="*/ 1092200 h 1294553"/>
                  <a:gd name="connsiteX346" fmla="*/ 210820 w 1682326"/>
                  <a:gd name="connsiteY346" fmla="*/ 1089660 h 1294553"/>
                  <a:gd name="connsiteX347" fmla="*/ 224790 w 1682326"/>
                  <a:gd name="connsiteY347" fmla="*/ 1090930 h 1294553"/>
                  <a:gd name="connsiteX348" fmla="*/ 238760 w 1682326"/>
                  <a:gd name="connsiteY348" fmla="*/ 1093470 h 1294553"/>
                  <a:gd name="connsiteX349" fmla="*/ 240030 w 1682326"/>
                  <a:gd name="connsiteY349" fmla="*/ 1079500 h 1294553"/>
                  <a:gd name="connsiteX350" fmla="*/ 252730 w 1682326"/>
                  <a:gd name="connsiteY350" fmla="*/ 1081193 h 1294553"/>
                  <a:gd name="connsiteX351" fmla="*/ 245533 w 1682326"/>
                  <a:gd name="connsiteY351" fmla="*/ 1090930 h 1294553"/>
                  <a:gd name="connsiteX352" fmla="*/ 254000 w 1682326"/>
                  <a:gd name="connsiteY352" fmla="*/ 1103630 h 1294553"/>
                  <a:gd name="connsiteX353" fmla="*/ 267970 w 1682326"/>
                  <a:gd name="connsiteY353" fmla="*/ 1110403 h 1294553"/>
                  <a:gd name="connsiteX354" fmla="*/ 281940 w 1682326"/>
                  <a:gd name="connsiteY354" fmla="*/ 1118870 h 1294553"/>
                  <a:gd name="connsiteX355" fmla="*/ 297180 w 1682326"/>
                  <a:gd name="connsiteY355" fmla="*/ 1129877 h 1294553"/>
                  <a:gd name="connsiteX356" fmla="*/ 308610 w 1682326"/>
                  <a:gd name="connsiteY356" fmla="*/ 1143847 h 1294553"/>
                  <a:gd name="connsiteX357" fmla="*/ 319617 w 1682326"/>
                  <a:gd name="connsiteY357" fmla="*/ 1156547 h 1294553"/>
                  <a:gd name="connsiteX358" fmla="*/ 322580 w 1682326"/>
                  <a:gd name="connsiteY358" fmla="*/ 1149350 h 1294553"/>
                  <a:gd name="connsiteX359" fmla="*/ 323850 w 1682326"/>
                  <a:gd name="connsiteY359" fmla="*/ 1142577 h 1294553"/>
                  <a:gd name="connsiteX360" fmla="*/ 336550 w 1682326"/>
                  <a:gd name="connsiteY360" fmla="*/ 1143847 h 1294553"/>
                  <a:gd name="connsiteX361" fmla="*/ 322580 w 1682326"/>
                  <a:gd name="connsiteY361" fmla="*/ 1149350 h 1294553"/>
                  <a:gd name="connsiteX362" fmla="*/ 320887 w 1682326"/>
                  <a:gd name="connsiteY362" fmla="*/ 1157816 h 1294553"/>
                  <a:gd name="connsiteX363" fmla="*/ 319617 w 1682326"/>
                  <a:gd name="connsiteY363" fmla="*/ 1156547 h 1294553"/>
                  <a:gd name="connsiteX364" fmla="*/ 318347 w 1682326"/>
                  <a:gd name="connsiteY364" fmla="*/ 1163320 h 1294553"/>
                  <a:gd name="connsiteX365" fmla="*/ 306917 w 1682326"/>
                  <a:gd name="connsiteY365" fmla="*/ 1176020 h 1294553"/>
                  <a:gd name="connsiteX366" fmla="*/ 319617 w 1682326"/>
                  <a:gd name="connsiteY366" fmla="*/ 1189990 h 1294553"/>
                  <a:gd name="connsiteX367" fmla="*/ 333587 w 1682326"/>
                  <a:gd name="connsiteY367" fmla="*/ 1196763 h 1294553"/>
                  <a:gd name="connsiteX368" fmla="*/ 340360 w 1682326"/>
                  <a:gd name="connsiteY368" fmla="*/ 1206500 h 1294553"/>
                  <a:gd name="connsiteX369" fmla="*/ 340360 w 1682326"/>
                  <a:gd name="connsiteY369" fmla="*/ 1209463 h 1294553"/>
                  <a:gd name="connsiteX370" fmla="*/ 329353 w 1682326"/>
                  <a:gd name="connsiteY370" fmla="*/ 1213697 h 1294553"/>
                  <a:gd name="connsiteX371" fmla="*/ 334857 w 1682326"/>
                  <a:gd name="connsiteY371" fmla="*/ 1227666 h 1294553"/>
                  <a:gd name="connsiteX372" fmla="*/ 340360 w 1682326"/>
                  <a:gd name="connsiteY372" fmla="*/ 1234440 h 1294553"/>
                  <a:gd name="connsiteX373" fmla="*/ 350097 w 1682326"/>
                  <a:gd name="connsiteY373" fmla="*/ 1249680 h 1294553"/>
                  <a:gd name="connsiteX374" fmla="*/ 358563 w 1682326"/>
                  <a:gd name="connsiteY374" fmla="*/ 1263650 h 1294553"/>
                  <a:gd name="connsiteX375" fmla="*/ 372533 w 1682326"/>
                  <a:gd name="connsiteY375" fmla="*/ 1263650 h 1294553"/>
                  <a:gd name="connsiteX376" fmla="*/ 386503 w 1682326"/>
                  <a:gd name="connsiteY376" fmla="*/ 1277620 h 1294553"/>
                  <a:gd name="connsiteX377" fmla="*/ 402167 w 1682326"/>
                  <a:gd name="connsiteY377" fmla="*/ 1284816 h 1294553"/>
                  <a:gd name="connsiteX378" fmla="*/ 415713 w 1682326"/>
                  <a:gd name="connsiteY378" fmla="*/ 1294553 h 1294553"/>
                  <a:gd name="connsiteX379" fmla="*/ 424180 w 1682326"/>
                  <a:gd name="connsiteY379" fmla="*/ 1290320 h 1294553"/>
                  <a:gd name="connsiteX380" fmla="*/ 439420 w 1682326"/>
                  <a:gd name="connsiteY380" fmla="*/ 1284816 h 1294553"/>
                  <a:gd name="connsiteX381" fmla="*/ 439420 w 1682326"/>
                  <a:gd name="connsiteY381" fmla="*/ 1269577 h 1294553"/>
                  <a:gd name="connsiteX382" fmla="*/ 453813 w 1682326"/>
                  <a:gd name="connsiteY382" fmla="*/ 1269577 h 1294553"/>
                  <a:gd name="connsiteX383" fmla="*/ 455083 w 1682326"/>
                  <a:gd name="connsiteY383" fmla="*/ 1269577 h 1294553"/>
                  <a:gd name="connsiteX384" fmla="*/ 456353 w 1682326"/>
                  <a:gd name="connsiteY384" fmla="*/ 1262380 h 1294553"/>
                  <a:gd name="connsiteX385" fmla="*/ 466090 w 1682326"/>
                  <a:gd name="connsiteY385" fmla="*/ 1247140 h 1294553"/>
                  <a:gd name="connsiteX386" fmla="*/ 469053 w 1682326"/>
                  <a:gd name="connsiteY386" fmla="*/ 1241213 h 1294553"/>
                  <a:gd name="connsiteX387" fmla="*/ 475827 w 1682326"/>
                  <a:gd name="connsiteY387" fmla="*/ 1228937 h 1294553"/>
                  <a:gd name="connsiteX388" fmla="*/ 489797 w 1682326"/>
                  <a:gd name="connsiteY388" fmla="*/ 1221740 h 1294553"/>
                  <a:gd name="connsiteX389" fmla="*/ 505037 w 1682326"/>
                  <a:gd name="connsiteY389" fmla="*/ 1216660 h 1294553"/>
                  <a:gd name="connsiteX390" fmla="*/ 513503 w 1682326"/>
                  <a:gd name="connsiteY390" fmla="*/ 1212003 h 1294553"/>
                  <a:gd name="connsiteX391" fmla="*/ 527473 w 1682326"/>
                  <a:gd name="connsiteY391" fmla="*/ 1210733 h 1294553"/>
                  <a:gd name="connsiteX392" fmla="*/ 541443 w 1682326"/>
                  <a:gd name="connsiteY392" fmla="*/ 1212003 h 1294553"/>
                  <a:gd name="connsiteX393" fmla="*/ 555413 w 1682326"/>
                  <a:gd name="connsiteY393" fmla="*/ 1207770 h 1294553"/>
                  <a:gd name="connsiteX394" fmla="*/ 570653 w 1682326"/>
                  <a:gd name="connsiteY394" fmla="*/ 1196763 h 1294553"/>
                  <a:gd name="connsiteX395" fmla="*/ 583353 w 1682326"/>
                  <a:gd name="connsiteY395" fmla="*/ 1181524 h 1294553"/>
                  <a:gd name="connsiteX396" fmla="*/ 593090 w 1682326"/>
                  <a:gd name="connsiteY396" fmla="*/ 1173057 h 1294553"/>
                  <a:gd name="connsiteX397" fmla="*/ 607060 w 1682326"/>
                  <a:gd name="connsiteY397" fmla="*/ 1174327 h 1294553"/>
                  <a:gd name="connsiteX398" fmla="*/ 622300 w 1682326"/>
                  <a:gd name="connsiteY398" fmla="*/ 1173057 h 1294553"/>
                  <a:gd name="connsiteX399" fmla="*/ 633730 w 1682326"/>
                  <a:gd name="connsiteY399" fmla="*/ 1168824 h 1294553"/>
                  <a:gd name="connsiteX400" fmla="*/ 647277 w 1682326"/>
                  <a:gd name="connsiteY400" fmla="*/ 1171787 h 1294553"/>
                  <a:gd name="connsiteX401" fmla="*/ 661247 w 1682326"/>
                  <a:gd name="connsiteY401" fmla="*/ 1170516 h 1294553"/>
                  <a:gd name="connsiteX402" fmla="*/ 676910 w 1682326"/>
                  <a:gd name="connsiteY402" fmla="*/ 1170516 h 1294553"/>
                  <a:gd name="connsiteX403" fmla="*/ 690880 w 1682326"/>
                  <a:gd name="connsiteY403" fmla="*/ 1171787 h 1294553"/>
                  <a:gd name="connsiteX404" fmla="*/ 704427 w 1682326"/>
                  <a:gd name="connsiteY404" fmla="*/ 1171787 h 1294553"/>
                  <a:gd name="connsiteX405" fmla="*/ 708660 w 1682326"/>
                  <a:gd name="connsiteY405" fmla="*/ 1173057 h 1294553"/>
                  <a:gd name="connsiteX406" fmla="*/ 722630 w 1682326"/>
                  <a:gd name="connsiteY406" fmla="*/ 1178560 h 1294553"/>
                  <a:gd name="connsiteX407" fmla="*/ 736600 w 1682326"/>
                  <a:gd name="connsiteY407" fmla="*/ 1170516 h 1294553"/>
                  <a:gd name="connsiteX408" fmla="*/ 751840 w 1682326"/>
                  <a:gd name="connsiteY408" fmla="*/ 1168824 h 1294553"/>
                  <a:gd name="connsiteX409" fmla="*/ 766233 w 1682326"/>
                  <a:gd name="connsiteY409" fmla="*/ 1168824 h 1294553"/>
                  <a:gd name="connsiteX410" fmla="*/ 780203 w 1682326"/>
                  <a:gd name="connsiteY410" fmla="*/ 1168824 h 1294553"/>
                  <a:gd name="connsiteX411" fmla="*/ 793750 w 1682326"/>
                  <a:gd name="connsiteY411" fmla="*/ 1168824 h 1294553"/>
                  <a:gd name="connsiteX412" fmla="*/ 809413 w 1682326"/>
                  <a:gd name="connsiteY412" fmla="*/ 1176020 h 1294553"/>
                  <a:gd name="connsiteX413" fmla="*/ 823383 w 1682326"/>
                  <a:gd name="connsiteY413" fmla="*/ 1180253 h 1294553"/>
                  <a:gd name="connsiteX414" fmla="*/ 837353 w 1682326"/>
                  <a:gd name="connsiteY414" fmla="*/ 1171787 h 1294553"/>
                  <a:gd name="connsiteX415" fmla="*/ 847090 w 1682326"/>
                  <a:gd name="connsiteY415" fmla="*/ 1157816 h 1294553"/>
                  <a:gd name="connsiteX416" fmla="*/ 861060 w 1682326"/>
                  <a:gd name="connsiteY416" fmla="*/ 1156547 h 1294553"/>
                  <a:gd name="connsiteX417" fmla="*/ 870374 w 1682326"/>
                  <a:gd name="connsiteY417" fmla="*/ 1154853 h 1294553"/>
                  <a:gd name="connsiteX418" fmla="*/ 884767 w 1682326"/>
                  <a:gd name="connsiteY418" fmla="*/ 1157816 h 1294553"/>
                  <a:gd name="connsiteX419" fmla="*/ 895774 w 1682326"/>
                  <a:gd name="connsiteY419" fmla="*/ 1171787 h 1294553"/>
                  <a:gd name="connsiteX420" fmla="*/ 909743 w 1682326"/>
                  <a:gd name="connsiteY420" fmla="*/ 1166283 h 1294553"/>
                  <a:gd name="connsiteX421" fmla="*/ 923713 w 1682326"/>
                  <a:gd name="connsiteY421" fmla="*/ 1153583 h 1294553"/>
                  <a:gd name="connsiteX422" fmla="*/ 932180 w 1682326"/>
                  <a:gd name="connsiteY422" fmla="*/ 1139613 h 1294553"/>
                  <a:gd name="connsiteX423" fmla="*/ 940224 w 1682326"/>
                  <a:gd name="connsiteY423" fmla="*/ 1125643 h 1294553"/>
                  <a:gd name="connsiteX424" fmla="*/ 947420 w 1682326"/>
                  <a:gd name="connsiteY424" fmla="*/ 1110403 h 1294553"/>
                  <a:gd name="connsiteX425" fmla="*/ 951653 w 1682326"/>
                  <a:gd name="connsiteY425" fmla="*/ 1096433 h 1294553"/>
                  <a:gd name="connsiteX426" fmla="*/ 950383 w 1682326"/>
                  <a:gd name="connsiteY426" fmla="*/ 1082463 h 1294553"/>
                  <a:gd name="connsiteX427" fmla="*/ 965624 w 1682326"/>
                  <a:gd name="connsiteY427" fmla="*/ 1078230 h 1294553"/>
                  <a:gd name="connsiteX428" fmla="*/ 977900 w 1682326"/>
                  <a:gd name="connsiteY428" fmla="*/ 1064260 h 1294553"/>
                  <a:gd name="connsiteX429" fmla="*/ 988060 w 1682326"/>
                  <a:gd name="connsiteY429" fmla="*/ 1058757 h 1294553"/>
                  <a:gd name="connsiteX430" fmla="*/ 997797 w 1682326"/>
                  <a:gd name="connsiteY430" fmla="*/ 1057487 h 1294553"/>
                  <a:gd name="connsiteX431" fmla="*/ 1007110 w 1682326"/>
                  <a:gd name="connsiteY431" fmla="*/ 1043516 h 1294553"/>
                  <a:gd name="connsiteX432" fmla="*/ 1021503 w 1682326"/>
                  <a:gd name="connsiteY432" fmla="*/ 1033357 h 1294553"/>
                  <a:gd name="connsiteX433" fmla="*/ 1035474 w 1682326"/>
                  <a:gd name="connsiteY433" fmla="*/ 1032087 h 1294553"/>
                  <a:gd name="connsiteX434" fmla="*/ 1050713 w 1682326"/>
                  <a:gd name="connsiteY434" fmla="*/ 1033357 h 1294553"/>
                  <a:gd name="connsiteX435" fmla="*/ 1064683 w 1682326"/>
                  <a:gd name="connsiteY435" fmla="*/ 1030816 h 1294553"/>
                  <a:gd name="connsiteX436" fmla="*/ 1078653 w 1682326"/>
                  <a:gd name="connsiteY436" fmla="*/ 1033357 h 1294553"/>
                  <a:gd name="connsiteX437" fmla="*/ 1093893 w 1682326"/>
                  <a:gd name="connsiteY437" fmla="*/ 1030816 h 1294553"/>
                  <a:gd name="connsiteX438" fmla="*/ 1107863 w 1682326"/>
                  <a:gd name="connsiteY438" fmla="*/ 1019810 h 1294553"/>
                  <a:gd name="connsiteX439" fmla="*/ 1103630 w 1682326"/>
                  <a:gd name="connsiteY439" fmla="*/ 1004147 h 1294553"/>
                  <a:gd name="connsiteX440" fmla="*/ 1106170 w 1682326"/>
                  <a:gd name="connsiteY440" fmla="*/ 1019810 h 1294553"/>
                  <a:gd name="connsiteX441" fmla="*/ 1092624 w 1682326"/>
                  <a:gd name="connsiteY441" fmla="*/ 1014307 h 1294553"/>
                  <a:gd name="connsiteX442" fmla="*/ 1093893 w 1682326"/>
                  <a:gd name="connsiteY442" fmla="*/ 1000337 h 1294553"/>
                  <a:gd name="connsiteX443" fmla="*/ 1102360 w 1682326"/>
                  <a:gd name="connsiteY443" fmla="*/ 984674 h 1294553"/>
                  <a:gd name="connsiteX444" fmla="*/ 1110827 w 1682326"/>
                  <a:gd name="connsiteY444" fmla="*/ 969433 h 1294553"/>
                  <a:gd name="connsiteX445" fmla="*/ 1117600 w 1682326"/>
                  <a:gd name="connsiteY445" fmla="*/ 955463 h 1294553"/>
                  <a:gd name="connsiteX446" fmla="*/ 1120563 w 1682326"/>
                  <a:gd name="connsiteY446" fmla="*/ 941493 h 1294553"/>
                  <a:gd name="connsiteX447" fmla="*/ 1124374 w 1682326"/>
                  <a:gd name="connsiteY447" fmla="*/ 930487 h 1294553"/>
                  <a:gd name="connsiteX448" fmla="*/ 1138767 w 1682326"/>
                  <a:gd name="connsiteY448" fmla="*/ 924983 h 1294553"/>
                  <a:gd name="connsiteX449" fmla="*/ 1138767 w 1682326"/>
                  <a:gd name="connsiteY449" fmla="*/ 911013 h 1294553"/>
                  <a:gd name="connsiteX450" fmla="*/ 1152313 w 1682326"/>
                  <a:gd name="connsiteY450" fmla="*/ 901277 h 1294553"/>
                  <a:gd name="connsiteX451" fmla="*/ 1159510 w 1682326"/>
                  <a:gd name="connsiteY451" fmla="*/ 885613 h 1294553"/>
                  <a:gd name="connsiteX452" fmla="*/ 1173480 w 1682326"/>
                  <a:gd name="connsiteY452" fmla="*/ 877570 h 1294553"/>
                  <a:gd name="connsiteX453" fmla="*/ 1188720 w 1682326"/>
                  <a:gd name="connsiteY453" fmla="*/ 873337 h 1294553"/>
                  <a:gd name="connsiteX454" fmla="*/ 1202690 w 1682326"/>
                  <a:gd name="connsiteY454" fmla="*/ 869103 h 1294553"/>
                  <a:gd name="connsiteX455" fmla="*/ 1212427 w 1682326"/>
                  <a:gd name="connsiteY455" fmla="*/ 855133 h 1294553"/>
                  <a:gd name="connsiteX456" fmla="*/ 1226397 w 1682326"/>
                  <a:gd name="connsiteY456" fmla="*/ 847937 h 1294553"/>
                  <a:gd name="connsiteX457" fmla="*/ 1240367 w 1682326"/>
                  <a:gd name="connsiteY457" fmla="*/ 838200 h 1294553"/>
                  <a:gd name="connsiteX458" fmla="*/ 1237827 w 1682326"/>
                  <a:gd name="connsiteY458" fmla="*/ 824230 h 1294553"/>
                  <a:gd name="connsiteX459" fmla="*/ 1222163 w 1682326"/>
                  <a:gd name="connsiteY459" fmla="*/ 816187 h 1294553"/>
                  <a:gd name="connsiteX460" fmla="*/ 1213697 w 1682326"/>
                  <a:gd name="connsiteY460" fmla="*/ 814493 h 1294553"/>
                  <a:gd name="connsiteX461" fmla="*/ 1209887 w 1682326"/>
                  <a:gd name="connsiteY461" fmla="*/ 811953 h 1294553"/>
                  <a:gd name="connsiteX462" fmla="*/ 1206924 w 1682326"/>
                  <a:gd name="connsiteY462" fmla="*/ 810260 h 1294553"/>
                  <a:gd name="connsiteX463" fmla="*/ 1194224 w 1682326"/>
                  <a:gd name="connsiteY463" fmla="*/ 796713 h 1294553"/>
                  <a:gd name="connsiteX464" fmla="*/ 1187450 w 1682326"/>
                  <a:gd name="connsiteY464" fmla="*/ 782743 h 1294553"/>
                  <a:gd name="connsiteX465" fmla="*/ 1181947 w 1682326"/>
                  <a:gd name="connsiteY465" fmla="*/ 767080 h 1294553"/>
                  <a:gd name="connsiteX466" fmla="*/ 1181947 w 1682326"/>
                  <a:gd name="connsiteY466" fmla="*/ 754803 h 1294553"/>
                  <a:gd name="connsiteX467" fmla="*/ 1174750 w 1682326"/>
                  <a:gd name="connsiteY467" fmla="*/ 740833 h 1294553"/>
                  <a:gd name="connsiteX468" fmla="*/ 1174750 w 1682326"/>
                  <a:gd name="connsiteY468" fmla="*/ 735330 h 1294553"/>
                  <a:gd name="connsiteX469" fmla="*/ 1170517 w 1682326"/>
                  <a:gd name="connsiteY469" fmla="*/ 721360 h 1294553"/>
                  <a:gd name="connsiteX470" fmla="*/ 1173480 w 1682326"/>
                  <a:gd name="connsiteY470" fmla="*/ 711200 h 1294553"/>
                  <a:gd name="connsiteX471" fmla="*/ 1180253 w 1682326"/>
                  <a:gd name="connsiteY471" fmla="*/ 695960 h 1294553"/>
                  <a:gd name="connsiteX472" fmla="*/ 1189990 w 1682326"/>
                  <a:gd name="connsiteY472" fmla="*/ 681990 h 1294553"/>
                  <a:gd name="connsiteX473" fmla="*/ 1189990 w 1682326"/>
                  <a:gd name="connsiteY473" fmla="*/ 680720 h 1294553"/>
                  <a:gd name="connsiteX474" fmla="*/ 1194224 w 1682326"/>
                  <a:gd name="connsiteY474" fmla="*/ 672253 h 1294553"/>
                  <a:gd name="connsiteX475" fmla="*/ 1195917 w 1682326"/>
                  <a:gd name="connsiteY475" fmla="*/ 668020 h 1294553"/>
                  <a:gd name="connsiteX476" fmla="*/ 1206924 w 1682326"/>
                  <a:gd name="connsiteY476" fmla="*/ 654050 h 1294553"/>
                  <a:gd name="connsiteX477" fmla="*/ 1217930 w 1682326"/>
                  <a:gd name="connsiteY477" fmla="*/ 638810 h 1294553"/>
                  <a:gd name="connsiteX478" fmla="*/ 1220893 w 1682326"/>
                  <a:gd name="connsiteY478" fmla="*/ 638810 h 1294553"/>
                  <a:gd name="connsiteX479" fmla="*/ 1225127 w 1682326"/>
                  <a:gd name="connsiteY479" fmla="*/ 626533 h 1294553"/>
                  <a:gd name="connsiteX480" fmla="*/ 1227667 w 1682326"/>
                  <a:gd name="connsiteY480" fmla="*/ 619337 h 1294553"/>
                  <a:gd name="connsiteX481" fmla="*/ 1243330 w 1682326"/>
                  <a:gd name="connsiteY481" fmla="*/ 609600 h 1294553"/>
                  <a:gd name="connsiteX482" fmla="*/ 1253067 w 1682326"/>
                  <a:gd name="connsiteY482" fmla="*/ 594360 h 1294553"/>
                  <a:gd name="connsiteX483" fmla="*/ 1265343 w 1682326"/>
                  <a:gd name="connsiteY483" fmla="*/ 580390 h 1294553"/>
                  <a:gd name="connsiteX484" fmla="*/ 1278043 w 1682326"/>
                  <a:gd name="connsiteY484" fmla="*/ 566420 h 1294553"/>
                  <a:gd name="connsiteX485" fmla="*/ 1286510 w 1682326"/>
                  <a:gd name="connsiteY485" fmla="*/ 552450 h 1294553"/>
                  <a:gd name="connsiteX486" fmla="*/ 1294977 w 1682326"/>
                  <a:gd name="connsiteY486" fmla="*/ 538480 h 1294553"/>
                  <a:gd name="connsiteX487" fmla="*/ 1298787 w 1682326"/>
                  <a:gd name="connsiteY487" fmla="*/ 530013 h 1294553"/>
                  <a:gd name="connsiteX488" fmla="*/ 1312757 w 1682326"/>
                  <a:gd name="connsiteY488" fmla="*/ 532977 h 1294553"/>
                  <a:gd name="connsiteX489" fmla="*/ 1328420 w 1682326"/>
                  <a:gd name="connsiteY489" fmla="*/ 520277 h 1294553"/>
                  <a:gd name="connsiteX490" fmla="*/ 1342390 w 1682326"/>
                  <a:gd name="connsiteY490" fmla="*/ 511810 h 1294553"/>
                  <a:gd name="connsiteX491" fmla="*/ 1343660 w 1682326"/>
                  <a:gd name="connsiteY491" fmla="*/ 506307 h 1294553"/>
                  <a:gd name="connsiteX492" fmla="*/ 1336463 w 1682326"/>
                  <a:gd name="connsiteY492" fmla="*/ 500803 h 1294553"/>
                  <a:gd name="connsiteX493" fmla="*/ 1322493 w 1682326"/>
                  <a:gd name="connsiteY493" fmla="*/ 489797 h 1294553"/>
                  <a:gd name="connsiteX494" fmla="*/ 1338157 w 1682326"/>
                  <a:gd name="connsiteY494" fmla="*/ 477097 h 1294553"/>
                  <a:gd name="connsiteX495" fmla="*/ 1349163 w 1682326"/>
                  <a:gd name="connsiteY495" fmla="*/ 463127 h 1294553"/>
                  <a:gd name="connsiteX496" fmla="*/ 1363133 w 1682326"/>
                  <a:gd name="connsiteY496" fmla="*/ 452120 h 1294553"/>
                  <a:gd name="connsiteX497" fmla="*/ 1377103 w 1682326"/>
                  <a:gd name="connsiteY497" fmla="*/ 449157 h 1294553"/>
                  <a:gd name="connsiteX498" fmla="*/ 1382607 w 1682326"/>
                  <a:gd name="connsiteY498" fmla="*/ 447887 h 1294553"/>
                  <a:gd name="connsiteX499" fmla="*/ 1396577 w 1682326"/>
                  <a:gd name="connsiteY499" fmla="*/ 440690 h 1294553"/>
                  <a:gd name="connsiteX500" fmla="*/ 1408853 w 1682326"/>
                  <a:gd name="connsiteY500" fmla="*/ 438150 h 1294553"/>
                  <a:gd name="connsiteX501" fmla="*/ 1423247 w 1682326"/>
                  <a:gd name="connsiteY501" fmla="*/ 433916 h 1294553"/>
                  <a:gd name="connsiteX502" fmla="*/ 1437217 w 1682326"/>
                  <a:gd name="connsiteY502" fmla="*/ 427990 h 1294553"/>
                  <a:gd name="connsiteX503" fmla="*/ 1452457 w 1682326"/>
                  <a:gd name="connsiteY503" fmla="*/ 426720 h 1294553"/>
                  <a:gd name="connsiteX504" fmla="*/ 1463463 w 1682326"/>
                  <a:gd name="connsiteY504" fmla="*/ 424180 h 1294553"/>
                  <a:gd name="connsiteX505" fmla="*/ 1478703 w 1682326"/>
                  <a:gd name="connsiteY505" fmla="*/ 419947 h 1294553"/>
                  <a:gd name="connsiteX506" fmla="*/ 1492674 w 1682326"/>
                  <a:gd name="connsiteY506" fmla="*/ 415713 h 1294553"/>
                  <a:gd name="connsiteX507" fmla="*/ 1506643 w 1682326"/>
                  <a:gd name="connsiteY507" fmla="*/ 414443 h 1294553"/>
                  <a:gd name="connsiteX508" fmla="*/ 1522307 w 1682326"/>
                  <a:gd name="connsiteY508" fmla="*/ 407247 h 1294553"/>
                  <a:gd name="connsiteX509" fmla="*/ 1526117 w 1682326"/>
                  <a:gd name="connsiteY509" fmla="*/ 397510 h 1294553"/>
                  <a:gd name="connsiteX510" fmla="*/ 1538817 w 1682326"/>
                  <a:gd name="connsiteY510" fmla="*/ 383540 h 1294553"/>
                  <a:gd name="connsiteX511" fmla="*/ 1552787 w 1682326"/>
                  <a:gd name="connsiteY511" fmla="*/ 378037 h 1294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</a:cxnLst>
                <a:rect l="l" t="t" r="r" b="b"/>
                <a:pathLst>
                  <a:path w="1682326" h="1294553">
                    <a:moveTo>
                      <a:pt x="1566757" y="369570"/>
                    </a:moveTo>
                    <a:lnTo>
                      <a:pt x="1580727" y="362797"/>
                    </a:lnTo>
                    <a:lnTo>
                      <a:pt x="1595967" y="356870"/>
                    </a:lnTo>
                    <a:lnTo>
                      <a:pt x="1609937" y="350097"/>
                    </a:lnTo>
                    <a:lnTo>
                      <a:pt x="1615440" y="344593"/>
                    </a:lnTo>
                    <a:lnTo>
                      <a:pt x="1629410" y="340360"/>
                    </a:lnTo>
                    <a:lnTo>
                      <a:pt x="1643380" y="330624"/>
                    </a:lnTo>
                    <a:lnTo>
                      <a:pt x="1657350" y="319193"/>
                    </a:lnTo>
                    <a:lnTo>
                      <a:pt x="1659043" y="317924"/>
                    </a:lnTo>
                    <a:lnTo>
                      <a:pt x="1668357" y="303953"/>
                    </a:lnTo>
                    <a:lnTo>
                      <a:pt x="1667087" y="289983"/>
                    </a:lnTo>
                    <a:lnTo>
                      <a:pt x="1667087" y="288713"/>
                    </a:lnTo>
                    <a:lnTo>
                      <a:pt x="1660313" y="274743"/>
                    </a:lnTo>
                    <a:lnTo>
                      <a:pt x="1657350" y="259503"/>
                    </a:lnTo>
                    <a:lnTo>
                      <a:pt x="1663277" y="249766"/>
                    </a:lnTo>
                    <a:lnTo>
                      <a:pt x="1678517" y="252307"/>
                    </a:lnTo>
                    <a:lnTo>
                      <a:pt x="1682327" y="238337"/>
                    </a:lnTo>
                    <a:lnTo>
                      <a:pt x="1668357" y="237066"/>
                    </a:lnTo>
                    <a:lnTo>
                      <a:pt x="1665817" y="223097"/>
                    </a:lnTo>
                    <a:lnTo>
                      <a:pt x="1665817" y="221827"/>
                    </a:lnTo>
                    <a:lnTo>
                      <a:pt x="1656080" y="221827"/>
                    </a:lnTo>
                    <a:lnTo>
                      <a:pt x="1640840" y="214630"/>
                    </a:lnTo>
                    <a:lnTo>
                      <a:pt x="1626870" y="217593"/>
                    </a:lnTo>
                    <a:lnTo>
                      <a:pt x="1626870" y="215900"/>
                    </a:lnTo>
                    <a:lnTo>
                      <a:pt x="1611630" y="224366"/>
                    </a:lnTo>
                    <a:lnTo>
                      <a:pt x="1597660" y="237066"/>
                    </a:lnTo>
                    <a:lnTo>
                      <a:pt x="1583690" y="234103"/>
                    </a:lnTo>
                    <a:lnTo>
                      <a:pt x="1569720" y="232833"/>
                    </a:lnTo>
                    <a:lnTo>
                      <a:pt x="1559560" y="227330"/>
                    </a:lnTo>
                    <a:lnTo>
                      <a:pt x="1546013" y="221827"/>
                    </a:lnTo>
                    <a:lnTo>
                      <a:pt x="1532043" y="223097"/>
                    </a:lnTo>
                    <a:lnTo>
                      <a:pt x="1516380" y="234103"/>
                    </a:lnTo>
                    <a:lnTo>
                      <a:pt x="1502410" y="221827"/>
                    </a:lnTo>
                    <a:lnTo>
                      <a:pt x="1501140" y="221827"/>
                    </a:lnTo>
                    <a:lnTo>
                      <a:pt x="1501140" y="220133"/>
                    </a:lnTo>
                    <a:lnTo>
                      <a:pt x="1495637" y="218863"/>
                    </a:lnTo>
                    <a:lnTo>
                      <a:pt x="1487170" y="213360"/>
                    </a:lnTo>
                    <a:lnTo>
                      <a:pt x="1471930" y="212090"/>
                    </a:lnTo>
                    <a:lnTo>
                      <a:pt x="1471930" y="209127"/>
                    </a:lnTo>
                    <a:lnTo>
                      <a:pt x="1466427" y="210397"/>
                    </a:lnTo>
                    <a:lnTo>
                      <a:pt x="1452457" y="217593"/>
                    </a:lnTo>
                    <a:lnTo>
                      <a:pt x="1438487" y="220133"/>
                    </a:lnTo>
                    <a:lnTo>
                      <a:pt x="1437217" y="207857"/>
                    </a:lnTo>
                    <a:lnTo>
                      <a:pt x="1434253" y="193887"/>
                    </a:lnTo>
                    <a:lnTo>
                      <a:pt x="1427480" y="178647"/>
                    </a:lnTo>
                    <a:lnTo>
                      <a:pt x="1413510" y="174413"/>
                    </a:lnTo>
                    <a:lnTo>
                      <a:pt x="1397847" y="175683"/>
                    </a:lnTo>
                    <a:lnTo>
                      <a:pt x="1384300" y="164677"/>
                    </a:lnTo>
                    <a:lnTo>
                      <a:pt x="1369907" y="160443"/>
                    </a:lnTo>
                    <a:lnTo>
                      <a:pt x="1354667" y="156210"/>
                    </a:lnTo>
                    <a:lnTo>
                      <a:pt x="1344930" y="154940"/>
                    </a:lnTo>
                    <a:lnTo>
                      <a:pt x="1342390" y="153247"/>
                    </a:lnTo>
                    <a:lnTo>
                      <a:pt x="1338157" y="150707"/>
                    </a:lnTo>
                    <a:lnTo>
                      <a:pt x="1330960" y="164677"/>
                    </a:lnTo>
                    <a:lnTo>
                      <a:pt x="1330960" y="179916"/>
                    </a:lnTo>
                    <a:lnTo>
                      <a:pt x="1318683" y="178647"/>
                    </a:lnTo>
                    <a:lnTo>
                      <a:pt x="1304713" y="178647"/>
                    </a:lnTo>
                    <a:lnTo>
                      <a:pt x="1298787" y="179916"/>
                    </a:lnTo>
                    <a:lnTo>
                      <a:pt x="1283547" y="179916"/>
                    </a:lnTo>
                    <a:lnTo>
                      <a:pt x="1269577" y="172720"/>
                    </a:lnTo>
                    <a:lnTo>
                      <a:pt x="1254337" y="175683"/>
                    </a:lnTo>
                    <a:lnTo>
                      <a:pt x="1240367" y="179916"/>
                    </a:lnTo>
                    <a:lnTo>
                      <a:pt x="1229360" y="174413"/>
                    </a:lnTo>
                    <a:lnTo>
                      <a:pt x="1215390" y="161713"/>
                    </a:lnTo>
                    <a:lnTo>
                      <a:pt x="1199727" y="153247"/>
                    </a:lnTo>
                    <a:lnTo>
                      <a:pt x="1187450" y="160443"/>
                    </a:lnTo>
                    <a:lnTo>
                      <a:pt x="1171787" y="159173"/>
                    </a:lnTo>
                    <a:lnTo>
                      <a:pt x="1171787" y="161713"/>
                    </a:lnTo>
                    <a:lnTo>
                      <a:pt x="1169247" y="162983"/>
                    </a:lnTo>
                    <a:lnTo>
                      <a:pt x="1159510" y="154940"/>
                    </a:lnTo>
                    <a:lnTo>
                      <a:pt x="1145540" y="140970"/>
                    </a:lnTo>
                    <a:lnTo>
                      <a:pt x="1141307" y="133773"/>
                    </a:lnTo>
                    <a:lnTo>
                      <a:pt x="1126067" y="136737"/>
                    </a:lnTo>
                    <a:lnTo>
                      <a:pt x="1112097" y="133773"/>
                    </a:lnTo>
                    <a:lnTo>
                      <a:pt x="1098127" y="125307"/>
                    </a:lnTo>
                    <a:lnTo>
                      <a:pt x="1085427" y="122766"/>
                    </a:lnTo>
                    <a:lnTo>
                      <a:pt x="1072727" y="108797"/>
                    </a:lnTo>
                    <a:lnTo>
                      <a:pt x="1071457" y="108797"/>
                    </a:lnTo>
                    <a:lnTo>
                      <a:pt x="1061720" y="122766"/>
                    </a:lnTo>
                    <a:lnTo>
                      <a:pt x="1047750" y="111760"/>
                    </a:lnTo>
                    <a:lnTo>
                      <a:pt x="1057487" y="97366"/>
                    </a:lnTo>
                    <a:lnTo>
                      <a:pt x="1056217" y="82127"/>
                    </a:lnTo>
                    <a:lnTo>
                      <a:pt x="1042247" y="79163"/>
                    </a:lnTo>
                    <a:lnTo>
                      <a:pt x="1027007" y="77893"/>
                    </a:lnTo>
                    <a:lnTo>
                      <a:pt x="1013037" y="77893"/>
                    </a:lnTo>
                    <a:lnTo>
                      <a:pt x="1010074" y="71120"/>
                    </a:lnTo>
                    <a:lnTo>
                      <a:pt x="1005840" y="69850"/>
                    </a:lnTo>
                    <a:lnTo>
                      <a:pt x="1007110" y="68157"/>
                    </a:lnTo>
                    <a:lnTo>
                      <a:pt x="996103" y="66887"/>
                    </a:lnTo>
                    <a:lnTo>
                      <a:pt x="982133" y="72390"/>
                    </a:lnTo>
                    <a:lnTo>
                      <a:pt x="979593" y="73660"/>
                    </a:lnTo>
                    <a:lnTo>
                      <a:pt x="977900" y="75353"/>
                    </a:lnTo>
                    <a:lnTo>
                      <a:pt x="963930" y="76623"/>
                    </a:lnTo>
                    <a:lnTo>
                      <a:pt x="950383" y="75353"/>
                    </a:lnTo>
                    <a:lnTo>
                      <a:pt x="935990" y="77893"/>
                    </a:lnTo>
                    <a:lnTo>
                      <a:pt x="920750" y="73660"/>
                    </a:lnTo>
                    <a:lnTo>
                      <a:pt x="908474" y="65616"/>
                    </a:lnTo>
                    <a:lnTo>
                      <a:pt x="894503" y="62653"/>
                    </a:lnTo>
                    <a:lnTo>
                      <a:pt x="879263" y="57150"/>
                    </a:lnTo>
                    <a:lnTo>
                      <a:pt x="865293" y="55880"/>
                    </a:lnTo>
                    <a:lnTo>
                      <a:pt x="851324" y="59690"/>
                    </a:lnTo>
                    <a:lnTo>
                      <a:pt x="848360" y="58420"/>
                    </a:lnTo>
                    <a:lnTo>
                      <a:pt x="839893" y="73660"/>
                    </a:lnTo>
                    <a:lnTo>
                      <a:pt x="835660" y="71120"/>
                    </a:lnTo>
                    <a:lnTo>
                      <a:pt x="823383" y="69850"/>
                    </a:lnTo>
                    <a:lnTo>
                      <a:pt x="820420" y="68157"/>
                    </a:lnTo>
                    <a:lnTo>
                      <a:pt x="806450" y="59690"/>
                    </a:lnTo>
                    <a:lnTo>
                      <a:pt x="791210" y="58420"/>
                    </a:lnTo>
                    <a:lnTo>
                      <a:pt x="777240" y="49953"/>
                    </a:lnTo>
                    <a:lnTo>
                      <a:pt x="763270" y="44450"/>
                    </a:lnTo>
                    <a:lnTo>
                      <a:pt x="749300" y="49953"/>
                    </a:lnTo>
                    <a:lnTo>
                      <a:pt x="735330" y="47413"/>
                    </a:lnTo>
                    <a:lnTo>
                      <a:pt x="721360" y="49953"/>
                    </a:lnTo>
                    <a:lnTo>
                      <a:pt x="706120" y="59690"/>
                    </a:lnTo>
                    <a:lnTo>
                      <a:pt x="704427" y="55880"/>
                    </a:lnTo>
                    <a:lnTo>
                      <a:pt x="701887" y="55880"/>
                    </a:lnTo>
                    <a:lnTo>
                      <a:pt x="687917" y="59690"/>
                    </a:lnTo>
                    <a:lnTo>
                      <a:pt x="673947" y="62653"/>
                    </a:lnTo>
                    <a:lnTo>
                      <a:pt x="658707" y="62653"/>
                    </a:lnTo>
                    <a:lnTo>
                      <a:pt x="654474" y="61383"/>
                    </a:lnTo>
                    <a:lnTo>
                      <a:pt x="640503" y="62653"/>
                    </a:lnTo>
                    <a:lnTo>
                      <a:pt x="635000" y="62653"/>
                    </a:lnTo>
                    <a:lnTo>
                      <a:pt x="621030" y="59690"/>
                    </a:lnTo>
                    <a:lnTo>
                      <a:pt x="607060" y="55880"/>
                    </a:lnTo>
                    <a:lnTo>
                      <a:pt x="591820" y="52916"/>
                    </a:lnTo>
                    <a:lnTo>
                      <a:pt x="576157" y="51647"/>
                    </a:lnTo>
                    <a:lnTo>
                      <a:pt x="567690" y="49953"/>
                    </a:lnTo>
                    <a:lnTo>
                      <a:pt x="562187" y="48683"/>
                    </a:lnTo>
                    <a:lnTo>
                      <a:pt x="548217" y="48683"/>
                    </a:lnTo>
                    <a:lnTo>
                      <a:pt x="534670" y="38947"/>
                    </a:lnTo>
                    <a:lnTo>
                      <a:pt x="520277" y="35983"/>
                    </a:lnTo>
                    <a:lnTo>
                      <a:pt x="505037" y="35983"/>
                    </a:lnTo>
                    <a:lnTo>
                      <a:pt x="491067" y="37677"/>
                    </a:lnTo>
                    <a:lnTo>
                      <a:pt x="475827" y="27940"/>
                    </a:lnTo>
                    <a:lnTo>
                      <a:pt x="461857" y="23707"/>
                    </a:lnTo>
                    <a:lnTo>
                      <a:pt x="447887" y="32173"/>
                    </a:lnTo>
                    <a:lnTo>
                      <a:pt x="433917" y="33443"/>
                    </a:lnTo>
                    <a:lnTo>
                      <a:pt x="432647" y="33443"/>
                    </a:lnTo>
                    <a:lnTo>
                      <a:pt x="418677" y="32173"/>
                    </a:lnTo>
                    <a:lnTo>
                      <a:pt x="404707" y="33443"/>
                    </a:lnTo>
                    <a:lnTo>
                      <a:pt x="389467" y="34713"/>
                    </a:lnTo>
                    <a:lnTo>
                      <a:pt x="375497" y="35983"/>
                    </a:lnTo>
                    <a:lnTo>
                      <a:pt x="361527" y="33443"/>
                    </a:lnTo>
                    <a:lnTo>
                      <a:pt x="347557" y="37677"/>
                    </a:lnTo>
                    <a:lnTo>
                      <a:pt x="339090" y="34713"/>
                    </a:lnTo>
                    <a:lnTo>
                      <a:pt x="332317" y="33443"/>
                    </a:lnTo>
                    <a:lnTo>
                      <a:pt x="318347" y="33443"/>
                    </a:lnTo>
                    <a:lnTo>
                      <a:pt x="302683" y="46143"/>
                    </a:lnTo>
                    <a:lnTo>
                      <a:pt x="301413" y="34713"/>
                    </a:lnTo>
                    <a:lnTo>
                      <a:pt x="287443" y="34713"/>
                    </a:lnTo>
                    <a:lnTo>
                      <a:pt x="273473" y="29210"/>
                    </a:lnTo>
                    <a:lnTo>
                      <a:pt x="262467" y="15240"/>
                    </a:lnTo>
                    <a:lnTo>
                      <a:pt x="248497" y="6773"/>
                    </a:lnTo>
                    <a:lnTo>
                      <a:pt x="234527" y="13970"/>
                    </a:lnTo>
                    <a:lnTo>
                      <a:pt x="219287" y="6773"/>
                    </a:lnTo>
                    <a:lnTo>
                      <a:pt x="219287" y="0"/>
                    </a:lnTo>
                    <a:lnTo>
                      <a:pt x="205317" y="8466"/>
                    </a:lnTo>
                    <a:lnTo>
                      <a:pt x="191347" y="16510"/>
                    </a:lnTo>
                    <a:lnTo>
                      <a:pt x="191347" y="2540"/>
                    </a:lnTo>
                    <a:lnTo>
                      <a:pt x="177377" y="11007"/>
                    </a:lnTo>
                    <a:lnTo>
                      <a:pt x="163407" y="20743"/>
                    </a:lnTo>
                    <a:lnTo>
                      <a:pt x="148167" y="30480"/>
                    </a:lnTo>
                    <a:lnTo>
                      <a:pt x="134197" y="37677"/>
                    </a:lnTo>
                    <a:lnTo>
                      <a:pt x="134197" y="51647"/>
                    </a:lnTo>
                    <a:lnTo>
                      <a:pt x="149437" y="47413"/>
                    </a:lnTo>
                    <a:lnTo>
                      <a:pt x="149437" y="46143"/>
                    </a:lnTo>
                    <a:lnTo>
                      <a:pt x="151977" y="46143"/>
                    </a:lnTo>
                    <a:lnTo>
                      <a:pt x="150707" y="48683"/>
                    </a:lnTo>
                    <a:lnTo>
                      <a:pt x="137160" y="57150"/>
                    </a:lnTo>
                    <a:lnTo>
                      <a:pt x="151977" y="58420"/>
                    </a:lnTo>
                    <a:lnTo>
                      <a:pt x="151977" y="59690"/>
                    </a:lnTo>
                    <a:lnTo>
                      <a:pt x="138007" y="63923"/>
                    </a:lnTo>
                    <a:lnTo>
                      <a:pt x="122767" y="71120"/>
                    </a:lnTo>
                    <a:lnTo>
                      <a:pt x="109220" y="68157"/>
                    </a:lnTo>
                    <a:lnTo>
                      <a:pt x="94827" y="75353"/>
                    </a:lnTo>
                    <a:lnTo>
                      <a:pt x="79587" y="79163"/>
                    </a:lnTo>
                    <a:lnTo>
                      <a:pt x="65617" y="75353"/>
                    </a:lnTo>
                    <a:lnTo>
                      <a:pt x="51647" y="75353"/>
                    </a:lnTo>
                    <a:lnTo>
                      <a:pt x="41910" y="88900"/>
                    </a:lnTo>
                    <a:lnTo>
                      <a:pt x="27940" y="96097"/>
                    </a:lnTo>
                    <a:lnTo>
                      <a:pt x="13970" y="97366"/>
                    </a:lnTo>
                    <a:lnTo>
                      <a:pt x="5927" y="111760"/>
                    </a:lnTo>
                    <a:lnTo>
                      <a:pt x="0" y="127000"/>
                    </a:lnTo>
                    <a:lnTo>
                      <a:pt x="1693" y="140970"/>
                    </a:lnTo>
                    <a:lnTo>
                      <a:pt x="16933" y="143510"/>
                    </a:lnTo>
                    <a:lnTo>
                      <a:pt x="12700" y="150707"/>
                    </a:lnTo>
                    <a:lnTo>
                      <a:pt x="16933" y="153247"/>
                    </a:lnTo>
                    <a:lnTo>
                      <a:pt x="21167" y="168487"/>
                    </a:lnTo>
                    <a:lnTo>
                      <a:pt x="36407" y="165947"/>
                    </a:lnTo>
                    <a:lnTo>
                      <a:pt x="50377" y="157480"/>
                    </a:lnTo>
                    <a:lnTo>
                      <a:pt x="43180" y="162983"/>
                    </a:lnTo>
                    <a:lnTo>
                      <a:pt x="29633" y="175683"/>
                    </a:lnTo>
                    <a:lnTo>
                      <a:pt x="22437" y="189653"/>
                    </a:lnTo>
                    <a:lnTo>
                      <a:pt x="27940" y="204893"/>
                    </a:lnTo>
                    <a:lnTo>
                      <a:pt x="39370" y="189653"/>
                    </a:lnTo>
                    <a:lnTo>
                      <a:pt x="52917" y="186690"/>
                    </a:lnTo>
                    <a:lnTo>
                      <a:pt x="67310" y="176953"/>
                    </a:lnTo>
                    <a:lnTo>
                      <a:pt x="67310" y="182880"/>
                    </a:lnTo>
                    <a:lnTo>
                      <a:pt x="55880" y="196427"/>
                    </a:lnTo>
                    <a:lnTo>
                      <a:pt x="41910" y="210397"/>
                    </a:lnTo>
                    <a:lnTo>
                      <a:pt x="43180" y="224366"/>
                    </a:lnTo>
                    <a:lnTo>
                      <a:pt x="57150" y="227330"/>
                    </a:lnTo>
                    <a:lnTo>
                      <a:pt x="72813" y="223097"/>
                    </a:lnTo>
                    <a:lnTo>
                      <a:pt x="63077" y="228600"/>
                    </a:lnTo>
                    <a:lnTo>
                      <a:pt x="47413" y="238337"/>
                    </a:lnTo>
                    <a:lnTo>
                      <a:pt x="41910" y="252307"/>
                    </a:lnTo>
                    <a:lnTo>
                      <a:pt x="55880" y="251037"/>
                    </a:lnTo>
                    <a:lnTo>
                      <a:pt x="69850" y="245533"/>
                    </a:lnTo>
                    <a:lnTo>
                      <a:pt x="78317" y="234103"/>
                    </a:lnTo>
                    <a:lnTo>
                      <a:pt x="79587" y="235797"/>
                    </a:lnTo>
                    <a:lnTo>
                      <a:pt x="69850" y="246803"/>
                    </a:lnTo>
                    <a:lnTo>
                      <a:pt x="61383" y="254000"/>
                    </a:lnTo>
                    <a:lnTo>
                      <a:pt x="46143" y="266277"/>
                    </a:lnTo>
                    <a:lnTo>
                      <a:pt x="35137" y="280247"/>
                    </a:lnTo>
                    <a:lnTo>
                      <a:pt x="35137" y="294216"/>
                    </a:lnTo>
                    <a:lnTo>
                      <a:pt x="39370" y="309457"/>
                    </a:lnTo>
                    <a:lnTo>
                      <a:pt x="52917" y="301413"/>
                    </a:lnTo>
                    <a:lnTo>
                      <a:pt x="67310" y="287443"/>
                    </a:lnTo>
                    <a:lnTo>
                      <a:pt x="68580" y="285750"/>
                    </a:lnTo>
                    <a:lnTo>
                      <a:pt x="82550" y="283210"/>
                    </a:lnTo>
                    <a:lnTo>
                      <a:pt x="97790" y="280247"/>
                    </a:lnTo>
                    <a:lnTo>
                      <a:pt x="111760" y="278977"/>
                    </a:lnTo>
                    <a:lnTo>
                      <a:pt x="127000" y="270510"/>
                    </a:lnTo>
                    <a:lnTo>
                      <a:pt x="129963" y="267970"/>
                    </a:lnTo>
                    <a:lnTo>
                      <a:pt x="131233" y="283210"/>
                    </a:lnTo>
                    <a:lnTo>
                      <a:pt x="145203" y="284480"/>
                    </a:lnTo>
                    <a:lnTo>
                      <a:pt x="131233" y="298450"/>
                    </a:lnTo>
                    <a:lnTo>
                      <a:pt x="125730" y="312420"/>
                    </a:lnTo>
                    <a:lnTo>
                      <a:pt x="125730" y="314960"/>
                    </a:lnTo>
                    <a:lnTo>
                      <a:pt x="128693" y="314960"/>
                    </a:lnTo>
                    <a:lnTo>
                      <a:pt x="129963" y="323427"/>
                    </a:lnTo>
                    <a:lnTo>
                      <a:pt x="145203" y="323427"/>
                    </a:lnTo>
                    <a:lnTo>
                      <a:pt x="160443" y="313690"/>
                    </a:lnTo>
                    <a:lnTo>
                      <a:pt x="174413" y="314960"/>
                    </a:lnTo>
                    <a:lnTo>
                      <a:pt x="189653" y="311150"/>
                    </a:lnTo>
                    <a:lnTo>
                      <a:pt x="204047" y="313690"/>
                    </a:lnTo>
                    <a:lnTo>
                      <a:pt x="217593" y="319193"/>
                    </a:lnTo>
                    <a:lnTo>
                      <a:pt x="230293" y="325120"/>
                    </a:lnTo>
                    <a:lnTo>
                      <a:pt x="245533" y="319193"/>
                    </a:lnTo>
                    <a:lnTo>
                      <a:pt x="259503" y="312420"/>
                    </a:lnTo>
                    <a:lnTo>
                      <a:pt x="261197" y="312420"/>
                    </a:lnTo>
                    <a:lnTo>
                      <a:pt x="265007" y="298450"/>
                    </a:lnTo>
                    <a:lnTo>
                      <a:pt x="279400" y="299720"/>
                    </a:lnTo>
                    <a:lnTo>
                      <a:pt x="291677" y="298450"/>
                    </a:lnTo>
                    <a:lnTo>
                      <a:pt x="297180" y="301413"/>
                    </a:lnTo>
                    <a:lnTo>
                      <a:pt x="311150" y="302683"/>
                    </a:lnTo>
                    <a:lnTo>
                      <a:pt x="326813" y="303953"/>
                    </a:lnTo>
                    <a:lnTo>
                      <a:pt x="340360" y="302683"/>
                    </a:lnTo>
                    <a:lnTo>
                      <a:pt x="354330" y="313690"/>
                    </a:lnTo>
                    <a:lnTo>
                      <a:pt x="348827" y="329353"/>
                    </a:lnTo>
                    <a:lnTo>
                      <a:pt x="346287" y="337397"/>
                    </a:lnTo>
                    <a:lnTo>
                      <a:pt x="361527" y="345863"/>
                    </a:lnTo>
                    <a:lnTo>
                      <a:pt x="375497" y="347133"/>
                    </a:lnTo>
                    <a:lnTo>
                      <a:pt x="389467" y="359833"/>
                    </a:lnTo>
                    <a:lnTo>
                      <a:pt x="393700" y="365337"/>
                    </a:lnTo>
                    <a:lnTo>
                      <a:pt x="382270" y="378037"/>
                    </a:lnTo>
                    <a:lnTo>
                      <a:pt x="373803" y="393277"/>
                    </a:lnTo>
                    <a:lnTo>
                      <a:pt x="360257" y="403013"/>
                    </a:lnTo>
                    <a:lnTo>
                      <a:pt x="351790" y="410210"/>
                    </a:lnTo>
                    <a:lnTo>
                      <a:pt x="337820" y="419947"/>
                    </a:lnTo>
                    <a:lnTo>
                      <a:pt x="323850" y="424180"/>
                    </a:lnTo>
                    <a:lnTo>
                      <a:pt x="311150" y="438150"/>
                    </a:lnTo>
                    <a:lnTo>
                      <a:pt x="304377" y="452120"/>
                    </a:lnTo>
                    <a:lnTo>
                      <a:pt x="302683" y="453390"/>
                    </a:lnTo>
                    <a:lnTo>
                      <a:pt x="288713" y="453390"/>
                    </a:lnTo>
                    <a:lnTo>
                      <a:pt x="288713" y="454660"/>
                    </a:lnTo>
                    <a:lnTo>
                      <a:pt x="287443" y="455930"/>
                    </a:lnTo>
                    <a:lnTo>
                      <a:pt x="288713" y="458893"/>
                    </a:lnTo>
                    <a:lnTo>
                      <a:pt x="290407" y="458893"/>
                    </a:lnTo>
                    <a:lnTo>
                      <a:pt x="297180" y="474133"/>
                    </a:lnTo>
                    <a:lnTo>
                      <a:pt x="302683" y="482600"/>
                    </a:lnTo>
                    <a:lnTo>
                      <a:pt x="298873" y="497840"/>
                    </a:lnTo>
                    <a:lnTo>
                      <a:pt x="300143" y="511810"/>
                    </a:lnTo>
                    <a:lnTo>
                      <a:pt x="297180" y="525780"/>
                    </a:lnTo>
                    <a:lnTo>
                      <a:pt x="295910" y="527474"/>
                    </a:lnTo>
                    <a:lnTo>
                      <a:pt x="297180" y="542713"/>
                    </a:lnTo>
                    <a:lnTo>
                      <a:pt x="292947" y="556260"/>
                    </a:lnTo>
                    <a:lnTo>
                      <a:pt x="297180" y="571924"/>
                    </a:lnTo>
                    <a:lnTo>
                      <a:pt x="287443" y="580390"/>
                    </a:lnTo>
                    <a:lnTo>
                      <a:pt x="276437" y="582930"/>
                    </a:lnTo>
                    <a:lnTo>
                      <a:pt x="265007" y="596900"/>
                    </a:lnTo>
                    <a:lnTo>
                      <a:pt x="277707" y="610870"/>
                    </a:lnTo>
                    <a:lnTo>
                      <a:pt x="281940" y="626533"/>
                    </a:lnTo>
                    <a:lnTo>
                      <a:pt x="277707" y="640503"/>
                    </a:lnTo>
                    <a:lnTo>
                      <a:pt x="270510" y="654050"/>
                    </a:lnTo>
                    <a:lnTo>
                      <a:pt x="266700" y="655743"/>
                    </a:lnTo>
                    <a:lnTo>
                      <a:pt x="265007" y="657013"/>
                    </a:lnTo>
                    <a:lnTo>
                      <a:pt x="263737" y="670983"/>
                    </a:lnTo>
                    <a:lnTo>
                      <a:pt x="258233" y="680720"/>
                    </a:lnTo>
                    <a:lnTo>
                      <a:pt x="254000" y="681990"/>
                    </a:lnTo>
                    <a:lnTo>
                      <a:pt x="238760" y="681990"/>
                    </a:lnTo>
                    <a:lnTo>
                      <a:pt x="224790" y="680720"/>
                    </a:lnTo>
                    <a:lnTo>
                      <a:pt x="209127" y="683683"/>
                    </a:lnTo>
                    <a:lnTo>
                      <a:pt x="195580" y="681990"/>
                    </a:lnTo>
                    <a:lnTo>
                      <a:pt x="188383" y="680720"/>
                    </a:lnTo>
                    <a:lnTo>
                      <a:pt x="196850" y="695960"/>
                    </a:lnTo>
                    <a:lnTo>
                      <a:pt x="207857" y="709930"/>
                    </a:lnTo>
                    <a:lnTo>
                      <a:pt x="219287" y="714163"/>
                    </a:lnTo>
                    <a:lnTo>
                      <a:pt x="215053" y="729403"/>
                    </a:lnTo>
                    <a:lnTo>
                      <a:pt x="216323" y="732366"/>
                    </a:lnTo>
                    <a:lnTo>
                      <a:pt x="224790" y="746337"/>
                    </a:lnTo>
                    <a:lnTo>
                      <a:pt x="224790" y="747607"/>
                    </a:lnTo>
                    <a:lnTo>
                      <a:pt x="231563" y="761577"/>
                    </a:lnTo>
                    <a:lnTo>
                      <a:pt x="245533" y="774277"/>
                    </a:lnTo>
                    <a:lnTo>
                      <a:pt x="249767" y="771313"/>
                    </a:lnTo>
                    <a:lnTo>
                      <a:pt x="258233" y="786553"/>
                    </a:lnTo>
                    <a:lnTo>
                      <a:pt x="259503" y="786553"/>
                    </a:lnTo>
                    <a:lnTo>
                      <a:pt x="261197" y="788247"/>
                    </a:lnTo>
                    <a:lnTo>
                      <a:pt x="251037" y="803487"/>
                    </a:lnTo>
                    <a:lnTo>
                      <a:pt x="248497" y="806027"/>
                    </a:lnTo>
                    <a:lnTo>
                      <a:pt x="248497" y="811953"/>
                    </a:lnTo>
                    <a:lnTo>
                      <a:pt x="241300" y="818727"/>
                    </a:lnTo>
                    <a:lnTo>
                      <a:pt x="227330" y="831427"/>
                    </a:lnTo>
                    <a:lnTo>
                      <a:pt x="223520" y="834390"/>
                    </a:lnTo>
                    <a:lnTo>
                      <a:pt x="213783" y="847937"/>
                    </a:lnTo>
                    <a:lnTo>
                      <a:pt x="212090" y="861907"/>
                    </a:lnTo>
                    <a:lnTo>
                      <a:pt x="205317" y="875877"/>
                    </a:lnTo>
                    <a:lnTo>
                      <a:pt x="205317" y="878840"/>
                    </a:lnTo>
                    <a:lnTo>
                      <a:pt x="206587" y="880110"/>
                    </a:lnTo>
                    <a:lnTo>
                      <a:pt x="204047" y="885613"/>
                    </a:lnTo>
                    <a:lnTo>
                      <a:pt x="212090" y="895350"/>
                    </a:lnTo>
                    <a:lnTo>
                      <a:pt x="221827" y="909320"/>
                    </a:lnTo>
                    <a:lnTo>
                      <a:pt x="230293" y="924983"/>
                    </a:lnTo>
                    <a:lnTo>
                      <a:pt x="231563" y="927524"/>
                    </a:lnTo>
                    <a:lnTo>
                      <a:pt x="245533" y="924983"/>
                    </a:lnTo>
                    <a:lnTo>
                      <a:pt x="254000" y="924983"/>
                    </a:lnTo>
                    <a:lnTo>
                      <a:pt x="248497" y="938953"/>
                    </a:lnTo>
                    <a:lnTo>
                      <a:pt x="242993" y="954193"/>
                    </a:lnTo>
                    <a:lnTo>
                      <a:pt x="229023" y="951230"/>
                    </a:lnTo>
                    <a:lnTo>
                      <a:pt x="215053" y="959697"/>
                    </a:lnTo>
                    <a:lnTo>
                      <a:pt x="207857" y="965200"/>
                    </a:lnTo>
                    <a:lnTo>
                      <a:pt x="207857" y="970703"/>
                    </a:lnTo>
                    <a:lnTo>
                      <a:pt x="201083" y="984674"/>
                    </a:lnTo>
                    <a:lnTo>
                      <a:pt x="185843" y="998643"/>
                    </a:lnTo>
                    <a:lnTo>
                      <a:pt x="177377" y="1012613"/>
                    </a:lnTo>
                    <a:lnTo>
                      <a:pt x="170603" y="1027853"/>
                    </a:lnTo>
                    <a:lnTo>
                      <a:pt x="165947" y="1035050"/>
                    </a:lnTo>
                    <a:lnTo>
                      <a:pt x="167640" y="1037590"/>
                    </a:lnTo>
                    <a:lnTo>
                      <a:pt x="174413" y="1053253"/>
                    </a:lnTo>
                    <a:lnTo>
                      <a:pt x="176107" y="1067224"/>
                    </a:lnTo>
                    <a:lnTo>
                      <a:pt x="177377" y="1082463"/>
                    </a:lnTo>
                    <a:lnTo>
                      <a:pt x="176107" y="1083733"/>
                    </a:lnTo>
                    <a:lnTo>
                      <a:pt x="178647" y="1089660"/>
                    </a:lnTo>
                    <a:lnTo>
                      <a:pt x="178647" y="1090930"/>
                    </a:lnTo>
                    <a:lnTo>
                      <a:pt x="181610" y="1097703"/>
                    </a:lnTo>
                    <a:lnTo>
                      <a:pt x="196850" y="1092200"/>
                    </a:lnTo>
                    <a:lnTo>
                      <a:pt x="210820" y="1089660"/>
                    </a:lnTo>
                    <a:lnTo>
                      <a:pt x="224790" y="1090930"/>
                    </a:lnTo>
                    <a:lnTo>
                      <a:pt x="238760" y="1093470"/>
                    </a:lnTo>
                    <a:lnTo>
                      <a:pt x="240030" y="1079500"/>
                    </a:lnTo>
                    <a:lnTo>
                      <a:pt x="252730" y="1081193"/>
                    </a:lnTo>
                    <a:lnTo>
                      <a:pt x="245533" y="1090930"/>
                    </a:lnTo>
                    <a:lnTo>
                      <a:pt x="254000" y="1103630"/>
                    </a:lnTo>
                    <a:lnTo>
                      <a:pt x="267970" y="1110403"/>
                    </a:lnTo>
                    <a:lnTo>
                      <a:pt x="281940" y="1118870"/>
                    </a:lnTo>
                    <a:lnTo>
                      <a:pt x="297180" y="1129877"/>
                    </a:lnTo>
                    <a:lnTo>
                      <a:pt x="308610" y="1143847"/>
                    </a:lnTo>
                    <a:lnTo>
                      <a:pt x="319617" y="1156547"/>
                    </a:lnTo>
                    <a:lnTo>
                      <a:pt x="322580" y="1149350"/>
                    </a:lnTo>
                    <a:lnTo>
                      <a:pt x="323850" y="1142577"/>
                    </a:lnTo>
                    <a:lnTo>
                      <a:pt x="336550" y="1143847"/>
                    </a:lnTo>
                    <a:lnTo>
                      <a:pt x="322580" y="1149350"/>
                    </a:lnTo>
                    <a:lnTo>
                      <a:pt x="320887" y="1157816"/>
                    </a:lnTo>
                    <a:lnTo>
                      <a:pt x="319617" y="1156547"/>
                    </a:lnTo>
                    <a:lnTo>
                      <a:pt x="318347" y="1163320"/>
                    </a:lnTo>
                    <a:lnTo>
                      <a:pt x="306917" y="1176020"/>
                    </a:lnTo>
                    <a:lnTo>
                      <a:pt x="319617" y="1189990"/>
                    </a:lnTo>
                    <a:lnTo>
                      <a:pt x="333587" y="1196763"/>
                    </a:lnTo>
                    <a:lnTo>
                      <a:pt x="340360" y="1206500"/>
                    </a:lnTo>
                    <a:lnTo>
                      <a:pt x="340360" y="1209463"/>
                    </a:lnTo>
                    <a:lnTo>
                      <a:pt x="329353" y="1213697"/>
                    </a:lnTo>
                    <a:lnTo>
                      <a:pt x="334857" y="1227666"/>
                    </a:lnTo>
                    <a:lnTo>
                      <a:pt x="340360" y="1234440"/>
                    </a:lnTo>
                    <a:lnTo>
                      <a:pt x="350097" y="1249680"/>
                    </a:lnTo>
                    <a:lnTo>
                      <a:pt x="358563" y="1263650"/>
                    </a:lnTo>
                    <a:lnTo>
                      <a:pt x="372533" y="1263650"/>
                    </a:lnTo>
                    <a:lnTo>
                      <a:pt x="386503" y="1277620"/>
                    </a:lnTo>
                    <a:lnTo>
                      <a:pt x="402167" y="1284816"/>
                    </a:lnTo>
                    <a:lnTo>
                      <a:pt x="415713" y="1294553"/>
                    </a:lnTo>
                    <a:lnTo>
                      <a:pt x="424180" y="1290320"/>
                    </a:lnTo>
                    <a:lnTo>
                      <a:pt x="439420" y="1284816"/>
                    </a:lnTo>
                    <a:lnTo>
                      <a:pt x="439420" y="1269577"/>
                    </a:lnTo>
                    <a:lnTo>
                      <a:pt x="453813" y="1269577"/>
                    </a:lnTo>
                    <a:lnTo>
                      <a:pt x="455083" y="1269577"/>
                    </a:lnTo>
                    <a:lnTo>
                      <a:pt x="456353" y="1262380"/>
                    </a:lnTo>
                    <a:lnTo>
                      <a:pt x="466090" y="1247140"/>
                    </a:lnTo>
                    <a:lnTo>
                      <a:pt x="469053" y="1241213"/>
                    </a:lnTo>
                    <a:lnTo>
                      <a:pt x="475827" y="1228937"/>
                    </a:lnTo>
                    <a:lnTo>
                      <a:pt x="489797" y="1221740"/>
                    </a:lnTo>
                    <a:lnTo>
                      <a:pt x="505037" y="1216660"/>
                    </a:lnTo>
                    <a:lnTo>
                      <a:pt x="513503" y="1212003"/>
                    </a:lnTo>
                    <a:lnTo>
                      <a:pt x="527473" y="1210733"/>
                    </a:lnTo>
                    <a:lnTo>
                      <a:pt x="541443" y="1212003"/>
                    </a:lnTo>
                    <a:lnTo>
                      <a:pt x="555413" y="1207770"/>
                    </a:lnTo>
                    <a:lnTo>
                      <a:pt x="570653" y="1196763"/>
                    </a:lnTo>
                    <a:lnTo>
                      <a:pt x="583353" y="1181524"/>
                    </a:lnTo>
                    <a:lnTo>
                      <a:pt x="593090" y="1173057"/>
                    </a:lnTo>
                    <a:lnTo>
                      <a:pt x="607060" y="1174327"/>
                    </a:lnTo>
                    <a:lnTo>
                      <a:pt x="622300" y="1173057"/>
                    </a:lnTo>
                    <a:lnTo>
                      <a:pt x="633730" y="1168824"/>
                    </a:lnTo>
                    <a:lnTo>
                      <a:pt x="647277" y="1171787"/>
                    </a:lnTo>
                    <a:lnTo>
                      <a:pt x="661247" y="1170516"/>
                    </a:lnTo>
                    <a:lnTo>
                      <a:pt x="676910" y="1170516"/>
                    </a:lnTo>
                    <a:lnTo>
                      <a:pt x="690880" y="1171787"/>
                    </a:lnTo>
                    <a:lnTo>
                      <a:pt x="704427" y="1171787"/>
                    </a:lnTo>
                    <a:lnTo>
                      <a:pt x="708660" y="1173057"/>
                    </a:lnTo>
                    <a:lnTo>
                      <a:pt x="722630" y="1178560"/>
                    </a:lnTo>
                    <a:lnTo>
                      <a:pt x="736600" y="1170516"/>
                    </a:lnTo>
                    <a:lnTo>
                      <a:pt x="751840" y="1168824"/>
                    </a:lnTo>
                    <a:lnTo>
                      <a:pt x="766233" y="1168824"/>
                    </a:lnTo>
                    <a:lnTo>
                      <a:pt x="780203" y="1168824"/>
                    </a:lnTo>
                    <a:lnTo>
                      <a:pt x="793750" y="1168824"/>
                    </a:lnTo>
                    <a:lnTo>
                      <a:pt x="809413" y="1176020"/>
                    </a:lnTo>
                    <a:lnTo>
                      <a:pt x="823383" y="1180253"/>
                    </a:lnTo>
                    <a:lnTo>
                      <a:pt x="837353" y="1171787"/>
                    </a:lnTo>
                    <a:lnTo>
                      <a:pt x="847090" y="1157816"/>
                    </a:lnTo>
                    <a:lnTo>
                      <a:pt x="861060" y="1156547"/>
                    </a:lnTo>
                    <a:lnTo>
                      <a:pt x="870374" y="1154853"/>
                    </a:lnTo>
                    <a:lnTo>
                      <a:pt x="884767" y="1157816"/>
                    </a:lnTo>
                    <a:lnTo>
                      <a:pt x="895774" y="1171787"/>
                    </a:lnTo>
                    <a:lnTo>
                      <a:pt x="909743" y="1166283"/>
                    </a:lnTo>
                    <a:lnTo>
                      <a:pt x="923713" y="1153583"/>
                    </a:lnTo>
                    <a:lnTo>
                      <a:pt x="932180" y="1139613"/>
                    </a:lnTo>
                    <a:lnTo>
                      <a:pt x="940224" y="1125643"/>
                    </a:lnTo>
                    <a:lnTo>
                      <a:pt x="947420" y="1110403"/>
                    </a:lnTo>
                    <a:lnTo>
                      <a:pt x="951653" y="1096433"/>
                    </a:lnTo>
                    <a:lnTo>
                      <a:pt x="950383" y="1082463"/>
                    </a:lnTo>
                    <a:lnTo>
                      <a:pt x="965624" y="1078230"/>
                    </a:lnTo>
                    <a:lnTo>
                      <a:pt x="977900" y="1064260"/>
                    </a:lnTo>
                    <a:lnTo>
                      <a:pt x="988060" y="1058757"/>
                    </a:lnTo>
                    <a:lnTo>
                      <a:pt x="997797" y="1057487"/>
                    </a:lnTo>
                    <a:lnTo>
                      <a:pt x="1007110" y="1043516"/>
                    </a:lnTo>
                    <a:lnTo>
                      <a:pt x="1021503" y="1033357"/>
                    </a:lnTo>
                    <a:lnTo>
                      <a:pt x="1035474" y="1032087"/>
                    </a:lnTo>
                    <a:lnTo>
                      <a:pt x="1050713" y="1033357"/>
                    </a:lnTo>
                    <a:lnTo>
                      <a:pt x="1064683" y="1030816"/>
                    </a:lnTo>
                    <a:lnTo>
                      <a:pt x="1078653" y="1033357"/>
                    </a:lnTo>
                    <a:lnTo>
                      <a:pt x="1093893" y="1030816"/>
                    </a:lnTo>
                    <a:lnTo>
                      <a:pt x="1107863" y="1019810"/>
                    </a:lnTo>
                    <a:lnTo>
                      <a:pt x="1103630" y="1004147"/>
                    </a:lnTo>
                    <a:lnTo>
                      <a:pt x="1106170" y="1019810"/>
                    </a:lnTo>
                    <a:lnTo>
                      <a:pt x="1092624" y="1014307"/>
                    </a:lnTo>
                    <a:lnTo>
                      <a:pt x="1093893" y="1000337"/>
                    </a:lnTo>
                    <a:lnTo>
                      <a:pt x="1102360" y="984674"/>
                    </a:lnTo>
                    <a:lnTo>
                      <a:pt x="1110827" y="969433"/>
                    </a:lnTo>
                    <a:lnTo>
                      <a:pt x="1117600" y="955463"/>
                    </a:lnTo>
                    <a:lnTo>
                      <a:pt x="1120563" y="941493"/>
                    </a:lnTo>
                    <a:lnTo>
                      <a:pt x="1124374" y="930487"/>
                    </a:lnTo>
                    <a:lnTo>
                      <a:pt x="1138767" y="924983"/>
                    </a:lnTo>
                    <a:lnTo>
                      <a:pt x="1138767" y="911013"/>
                    </a:lnTo>
                    <a:lnTo>
                      <a:pt x="1152313" y="901277"/>
                    </a:lnTo>
                    <a:lnTo>
                      <a:pt x="1159510" y="885613"/>
                    </a:lnTo>
                    <a:lnTo>
                      <a:pt x="1173480" y="877570"/>
                    </a:lnTo>
                    <a:lnTo>
                      <a:pt x="1188720" y="873337"/>
                    </a:lnTo>
                    <a:lnTo>
                      <a:pt x="1202690" y="869103"/>
                    </a:lnTo>
                    <a:lnTo>
                      <a:pt x="1212427" y="855133"/>
                    </a:lnTo>
                    <a:lnTo>
                      <a:pt x="1226397" y="847937"/>
                    </a:lnTo>
                    <a:lnTo>
                      <a:pt x="1240367" y="838200"/>
                    </a:lnTo>
                    <a:lnTo>
                      <a:pt x="1237827" y="824230"/>
                    </a:lnTo>
                    <a:lnTo>
                      <a:pt x="1222163" y="816187"/>
                    </a:lnTo>
                    <a:lnTo>
                      <a:pt x="1213697" y="814493"/>
                    </a:lnTo>
                    <a:lnTo>
                      <a:pt x="1209887" y="811953"/>
                    </a:lnTo>
                    <a:lnTo>
                      <a:pt x="1206924" y="810260"/>
                    </a:lnTo>
                    <a:lnTo>
                      <a:pt x="1194224" y="796713"/>
                    </a:lnTo>
                    <a:lnTo>
                      <a:pt x="1187450" y="782743"/>
                    </a:lnTo>
                    <a:lnTo>
                      <a:pt x="1181947" y="767080"/>
                    </a:lnTo>
                    <a:lnTo>
                      <a:pt x="1181947" y="754803"/>
                    </a:lnTo>
                    <a:lnTo>
                      <a:pt x="1174750" y="740833"/>
                    </a:lnTo>
                    <a:lnTo>
                      <a:pt x="1174750" y="735330"/>
                    </a:lnTo>
                    <a:lnTo>
                      <a:pt x="1170517" y="721360"/>
                    </a:lnTo>
                    <a:lnTo>
                      <a:pt x="1173480" y="711200"/>
                    </a:lnTo>
                    <a:lnTo>
                      <a:pt x="1180253" y="695960"/>
                    </a:lnTo>
                    <a:lnTo>
                      <a:pt x="1189990" y="681990"/>
                    </a:lnTo>
                    <a:lnTo>
                      <a:pt x="1189990" y="680720"/>
                    </a:lnTo>
                    <a:lnTo>
                      <a:pt x="1194224" y="672253"/>
                    </a:lnTo>
                    <a:lnTo>
                      <a:pt x="1195917" y="668020"/>
                    </a:lnTo>
                    <a:lnTo>
                      <a:pt x="1206924" y="654050"/>
                    </a:lnTo>
                    <a:lnTo>
                      <a:pt x="1217930" y="638810"/>
                    </a:lnTo>
                    <a:lnTo>
                      <a:pt x="1220893" y="638810"/>
                    </a:lnTo>
                    <a:lnTo>
                      <a:pt x="1225127" y="626533"/>
                    </a:lnTo>
                    <a:lnTo>
                      <a:pt x="1227667" y="619337"/>
                    </a:lnTo>
                    <a:lnTo>
                      <a:pt x="1243330" y="609600"/>
                    </a:lnTo>
                    <a:lnTo>
                      <a:pt x="1253067" y="594360"/>
                    </a:lnTo>
                    <a:lnTo>
                      <a:pt x="1265343" y="580390"/>
                    </a:lnTo>
                    <a:lnTo>
                      <a:pt x="1278043" y="566420"/>
                    </a:lnTo>
                    <a:lnTo>
                      <a:pt x="1286510" y="552450"/>
                    </a:lnTo>
                    <a:lnTo>
                      <a:pt x="1294977" y="538480"/>
                    </a:lnTo>
                    <a:lnTo>
                      <a:pt x="1298787" y="530013"/>
                    </a:lnTo>
                    <a:lnTo>
                      <a:pt x="1312757" y="532977"/>
                    </a:lnTo>
                    <a:lnTo>
                      <a:pt x="1328420" y="520277"/>
                    </a:lnTo>
                    <a:lnTo>
                      <a:pt x="1342390" y="511810"/>
                    </a:lnTo>
                    <a:lnTo>
                      <a:pt x="1343660" y="506307"/>
                    </a:lnTo>
                    <a:lnTo>
                      <a:pt x="1336463" y="500803"/>
                    </a:lnTo>
                    <a:lnTo>
                      <a:pt x="1322493" y="489797"/>
                    </a:lnTo>
                    <a:lnTo>
                      <a:pt x="1338157" y="477097"/>
                    </a:lnTo>
                    <a:lnTo>
                      <a:pt x="1349163" y="463127"/>
                    </a:lnTo>
                    <a:lnTo>
                      <a:pt x="1363133" y="452120"/>
                    </a:lnTo>
                    <a:lnTo>
                      <a:pt x="1377103" y="449157"/>
                    </a:lnTo>
                    <a:lnTo>
                      <a:pt x="1382607" y="447887"/>
                    </a:lnTo>
                    <a:lnTo>
                      <a:pt x="1396577" y="440690"/>
                    </a:lnTo>
                    <a:lnTo>
                      <a:pt x="1408853" y="438150"/>
                    </a:lnTo>
                    <a:lnTo>
                      <a:pt x="1423247" y="433916"/>
                    </a:lnTo>
                    <a:lnTo>
                      <a:pt x="1437217" y="427990"/>
                    </a:lnTo>
                    <a:lnTo>
                      <a:pt x="1452457" y="426720"/>
                    </a:lnTo>
                    <a:lnTo>
                      <a:pt x="1463463" y="424180"/>
                    </a:lnTo>
                    <a:lnTo>
                      <a:pt x="1478703" y="419947"/>
                    </a:lnTo>
                    <a:lnTo>
                      <a:pt x="1492674" y="415713"/>
                    </a:lnTo>
                    <a:lnTo>
                      <a:pt x="1506643" y="414443"/>
                    </a:lnTo>
                    <a:lnTo>
                      <a:pt x="1522307" y="407247"/>
                    </a:lnTo>
                    <a:lnTo>
                      <a:pt x="1526117" y="397510"/>
                    </a:lnTo>
                    <a:lnTo>
                      <a:pt x="1538817" y="383540"/>
                    </a:lnTo>
                    <a:lnTo>
                      <a:pt x="1552787" y="37803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376" name="Freeform 2375">
              <a:extLst>
                <a:ext uri="{FF2B5EF4-FFF2-40B4-BE49-F238E27FC236}">
                  <a16:creationId xmlns:a16="http://schemas.microsoft.com/office/drawing/2014/main" id="{2F2FF644-37D8-B146-99B5-64C9F982E362}"/>
                </a:ext>
              </a:extLst>
            </p:cNvPr>
            <p:cNvSpPr/>
            <p:nvPr/>
          </p:nvSpPr>
          <p:spPr>
            <a:xfrm>
              <a:off x="5295053" y="3133513"/>
              <a:ext cx="1692063" cy="1433406"/>
            </a:xfrm>
            <a:custGeom>
              <a:avLst/>
              <a:gdLst>
                <a:gd name="connsiteX0" fmla="*/ 3810 w 1692063"/>
                <a:gd name="connsiteY0" fmla="*/ 496147 h 1433406"/>
                <a:gd name="connsiteX1" fmla="*/ 17780 w 1692063"/>
                <a:gd name="connsiteY1" fmla="*/ 490643 h 1433406"/>
                <a:gd name="connsiteX2" fmla="*/ 31750 w 1692063"/>
                <a:gd name="connsiteY2" fmla="*/ 487680 h 1433406"/>
                <a:gd name="connsiteX3" fmla="*/ 46990 w 1692063"/>
                <a:gd name="connsiteY3" fmla="*/ 484717 h 1433406"/>
                <a:gd name="connsiteX4" fmla="*/ 60960 w 1692063"/>
                <a:gd name="connsiteY4" fmla="*/ 485987 h 1433406"/>
                <a:gd name="connsiteX5" fmla="*/ 60960 w 1692063"/>
                <a:gd name="connsiteY5" fmla="*/ 472017 h 1433406"/>
                <a:gd name="connsiteX6" fmla="*/ 46990 w 1692063"/>
                <a:gd name="connsiteY6" fmla="*/ 465243 h 1433406"/>
                <a:gd name="connsiteX7" fmla="*/ 31750 w 1692063"/>
                <a:gd name="connsiteY7" fmla="*/ 470747 h 1433406"/>
                <a:gd name="connsiteX8" fmla="*/ 20743 w 1692063"/>
                <a:gd name="connsiteY8" fmla="*/ 456777 h 1433406"/>
                <a:gd name="connsiteX9" fmla="*/ 34713 w 1692063"/>
                <a:gd name="connsiteY9" fmla="*/ 453813 h 1433406"/>
                <a:gd name="connsiteX10" fmla="*/ 48683 w 1692063"/>
                <a:gd name="connsiteY10" fmla="*/ 456777 h 1433406"/>
                <a:gd name="connsiteX11" fmla="*/ 63923 w 1692063"/>
                <a:gd name="connsiteY11" fmla="*/ 453813 h 1433406"/>
                <a:gd name="connsiteX12" fmla="*/ 77893 w 1692063"/>
                <a:gd name="connsiteY12" fmla="*/ 453813 h 1433406"/>
                <a:gd name="connsiteX13" fmla="*/ 62653 w 1692063"/>
                <a:gd name="connsiteY13" fmla="*/ 450850 h 1433406"/>
                <a:gd name="connsiteX14" fmla="*/ 48683 w 1692063"/>
                <a:gd name="connsiteY14" fmla="*/ 447887 h 1433406"/>
                <a:gd name="connsiteX15" fmla="*/ 54187 w 1692063"/>
                <a:gd name="connsiteY15" fmla="*/ 438150 h 1433406"/>
                <a:gd name="connsiteX16" fmla="*/ 49953 w 1692063"/>
                <a:gd name="connsiteY16" fmla="*/ 436880 h 1433406"/>
                <a:gd name="connsiteX17" fmla="*/ 35983 w 1692063"/>
                <a:gd name="connsiteY17" fmla="*/ 441113 h 1433406"/>
                <a:gd name="connsiteX18" fmla="*/ 22013 w 1692063"/>
                <a:gd name="connsiteY18" fmla="*/ 446617 h 1433406"/>
                <a:gd name="connsiteX19" fmla="*/ 8043 w 1692063"/>
                <a:gd name="connsiteY19" fmla="*/ 447887 h 1433406"/>
                <a:gd name="connsiteX20" fmla="*/ 3810 w 1692063"/>
                <a:gd name="connsiteY20" fmla="*/ 447887 h 1433406"/>
                <a:gd name="connsiteX21" fmla="*/ 0 w 1692063"/>
                <a:gd name="connsiteY21" fmla="*/ 433917 h 1433406"/>
                <a:gd name="connsiteX22" fmla="*/ 2540 w 1692063"/>
                <a:gd name="connsiteY22" fmla="*/ 418677 h 1433406"/>
                <a:gd name="connsiteX23" fmla="*/ 17780 w 1692063"/>
                <a:gd name="connsiteY23" fmla="*/ 408940 h 1433406"/>
                <a:gd name="connsiteX24" fmla="*/ 31750 w 1692063"/>
                <a:gd name="connsiteY24" fmla="*/ 404707 h 1433406"/>
                <a:gd name="connsiteX25" fmla="*/ 45720 w 1692063"/>
                <a:gd name="connsiteY25" fmla="*/ 399203 h 1433406"/>
                <a:gd name="connsiteX26" fmla="*/ 59690 w 1692063"/>
                <a:gd name="connsiteY26" fmla="*/ 392430 h 1433406"/>
                <a:gd name="connsiteX27" fmla="*/ 73660 w 1692063"/>
                <a:gd name="connsiteY27" fmla="*/ 396663 h 1433406"/>
                <a:gd name="connsiteX28" fmla="*/ 88900 w 1692063"/>
                <a:gd name="connsiteY28" fmla="*/ 389890 h 1433406"/>
                <a:gd name="connsiteX29" fmla="*/ 102870 w 1692063"/>
                <a:gd name="connsiteY29" fmla="*/ 385657 h 1433406"/>
                <a:gd name="connsiteX30" fmla="*/ 116840 w 1692063"/>
                <a:gd name="connsiteY30" fmla="*/ 391160 h 1433406"/>
                <a:gd name="connsiteX31" fmla="*/ 130810 w 1692063"/>
                <a:gd name="connsiteY31" fmla="*/ 383963 h 1433406"/>
                <a:gd name="connsiteX32" fmla="*/ 144780 w 1692063"/>
                <a:gd name="connsiteY32" fmla="*/ 388197 h 1433406"/>
                <a:gd name="connsiteX33" fmla="*/ 151553 w 1692063"/>
                <a:gd name="connsiteY33" fmla="*/ 389467 h 1433406"/>
                <a:gd name="connsiteX34" fmla="*/ 165523 w 1692063"/>
                <a:gd name="connsiteY34" fmla="*/ 382270 h 1433406"/>
                <a:gd name="connsiteX35" fmla="*/ 166793 w 1692063"/>
                <a:gd name="connsiteY35" fmla="*/ 368300 h 1433406"/>
                <a:gd name="connsiteX36" fmla="*/ 180763 w 1692063"/>
                <a:gd name="connsiteY36" fmla="*/ 368300 h 1433406"/>
                <a:gd name="connsiteX37" fmla="*/ 194733 w 1692063"/>
                <a:gd name="connsiteY37" fmla="*/ 365337 h 1433406"/>
                <a:gd name="connsiteX38" fmla="*/ 209973 w 1692063"/>
                <a:gd name="connsiteY38" fmla="*/ 359833 h 1433406"/>
                <a:gd name="connsiteX39" fmla="*/ 223943 w 1692063"/>
                <a:gd name="connsiteY39" fmla="*/ 359833 h 1433406"/>
                <a:gd name="connsiteX40" fmla="*/ 222673 w 1692063"/>
                <a:gd name="connsiteY40" fmla="*/ 373803 h 1433406"/>
                <a:gd name="connsiteX41" fmla="*/ 237913 w 1692063"/>
                <a:gd name="connsiteY41" fmla="*/ 376767 h 1433406"/>
                <a:gd name="connsiteX42" fmla="*/ 250190 w 1692063"/>
                <a:gd name="connsiteY42" fmla="*/ 390737 h 1433406"/>
                <a:gd name="connsiteX43" fmla="*/ 258657 w 1692063"/>
                <a:gd name="connsiteY43" fmla="*/ 404707 h 1433406"/>
                <a:gd name="connsiteX44" fmla="*/ 272627 w 1692063"/>
                <a:gd name="connsiteY44" fmla="*/ 418677 h 1433406"/>
                <a:gd name="connsiteX45" fmla="*/ 287867 w 1692063"/>
                <a:gd name="connsiteY45" fmla="*/ 408940 h 1433406"/>
                <a:gd name="connsiteX46" fmla="*/ 301837 w 1692063"/>
                <a:gd name="connsiteY46" fmla="*/ 400473 h 1433406"/>
                <a:gd name="connsiteX47" fmla="*/ 315807 w 1692063"/>
                <a:gd name="connsiteY47" fmla="*/ 394970 h 1433406"/>
                <a:gd name="connsiteX48" fmla="*/ 324274 w 1692063"/>
                <a:gd name="connsiteY48" fmla="*/ 389467 h 1433406"/>
                <a:gd name="connsiteX49" fmla="*/ 335280 w 1692063"/>
                <a:gd name="connsiteY49" fmla="*/ 403437 h 1433406"/>
                <a:gd name="connsiteX50" fmla="*/ 346287 w 1692063"/>
                <a:gd name="connsiteY50" fmla="*/ 402167 h 1433406"/>
                <a:gd name="connsiteX51" fmla="*/ 346287 w 1692063"/>
                <a:gd name="connsiteY51" fmla="*/ 401320 h 1433406"/>
                <a:gd name="connsiteX52" fmla="*/ 360257 w 1692063"/>
                <a:gd name="connsiteY52" fmla="*/ 400050 h 1433406"/>
                <a:gd name="connsiteX53" fmla="*/ 362797 w 1692063"/>
                <a:gd name="connsiteY53" fmla="*/ 409787 h 1433406"/>
                <a:gd name="connsiteX54" fmla="*/ 365760 w 1692063"/>
                <a:gd name="connsiteY54" fmla="*/ 419523 h 1433406"/>
                <a:gd name="connsiteX55" fmla="*/ 369993 w 1692063"/>
                <a:gd name="connsiteY55" fmla="*/ 416560 h 1433406"/>
                <a:gd name="connsiteX56" fmla="*/ 368724 w 1692063"/>
                <a:gd name="connsiteY56" fmla="*/ 415290 h 1433406"/>
                <a:gd name="connsiteX57" fmla="*/ 366183 w 1692063"/>
                <a:gd name="connsiteY57" fmla="*/ 408093 h 1433406"/>
                <a:gd name="connsiteX58" fmla="*/ 366183 w 1692063"/>
                <a:gd name="connsiteY58" fmla="*/ 394123 h 1433406"/>
                <a:gd name="connsiteX59" fmla="*/ 380153 w 1692063"/>
                <a:gd name="connsiteY59" fmla="*/ 388620 h 1433406"/>
                <a:gd name="connsiteX60" fmla="*/ 386927 w 1692063"/>
                <a:gd name="connsiteY60" fmla="*/ 402590 h 1433406"/>
                <a:gd name="connsiteX61" fmla="*/ 400897 w 1692063"/>
                <a:gd name="connsiteY61" fmla="*/ 402590 h 1433406"/>
                <a:gd name="connsiteX62" fmla="*/ 414867 w 1692063"/>
                <a:gd name="connsiteY62" fmla="*/ 399627 h 1433406"/>
                <a:gd name="connsiteX63" fmla="*/ 417830 w 1692063"/>
                <a:gd name="connsiteY63" fmla="*/ 398357 h 1433406"/>
                <a:gd name="connsiteX64" fmla="*/ 431800 w 1692063"/>
                <a:gd name="connsiteY64" fmla="*/ 399627 h 1433406"/>
                <a:gd name="connsiteX65" fmla="*/ 445770 w 1692063"/>
                <a:gd name="connsiteY65" fmla="*/ 398357 h 1433406"/>
                <a:gd name="connsiteX66" fmla="*/ 431800 w 1692063"/>
                <a:gd name="connsiteY66" fmla="*/ 391160 h 1433406"/>
                <a:gd name="connsiteX67" fmla="*/ 422063 w 1692063"/>
                <a:gd name="connsiteY67" fmla="*/ 375920 h 1433406"/>
                <a:gd name="connsiteX68" fmla="*/ 423333 w 1692063"/>
                <a:gd name="connsiteY68" fmla="*/ 372957 h 1433406"/>
                <a:gd name="connsiteX69" fmla="*/ 422063 w 1692063"/>
                <a:gd name="connsiteY69" fmla="*/ 358987 h 1433406"/>
                <a:gd name="connsiteX70" fmla="*/ 424603 w 1692063"/>
                <a:gd name="connsiteY70" fmla="*/ 345017 h 1433406"/>
                <a:gd name="connsiteX71" fmla="*/ 420370 w 1692063"/>
                <a:gd name="connsiteY71" fmla="*/ 331047 h 1433406"/>
                <a:gd name="connsiteX72" fmla="*/ 424603 w 1692063"/>
                <a:gd name="connsiteY72" fmla="*/ 315807 h 1433406"/>
                <a:gd name="connsiteX73" fmla="*/ 425874 w 1692063"/>
                <a:gd name="connsiteY73" fmla="*/ 301837 h 1433406"/>
                <a:gd name="connsiteX74" fmla="*/ 411903 w 1692063"/>
                <a:gd name="connsiteY74" fmla="*/ 290830 h 1433406"/>
                <a:gd name="connsiteX75" fmla="*/ 396663 w 1692063"/>
                <a:gd name="connsiteY75" fmla="*/ 278130 h 1433406"/>
                <a:gd name="connsiteX76" fmla="*/ 395393 w 1692063"/>
                <a:gd name="connsiteY76" fmla="*/ 264160 h 1433406"/>
                <a:gd name="connsiteX77" fmla="*/ 389890 w 1692063"/>
                <a:gd name="connsiteY77" fmla="*/ 250190 h 1433406"/>
                <a:gd name="connsiteX78" fmla="*/ 394124 w 1692063"/>
                <a:gd name="connsiteY78" fmla="*/ 236220 h 1433406"/>
                <a:gd name="connsiteX79" fmla="*/ 383117 w 1692063"/>
                <a:gd name="connsiteY79" fmla="*/ 220980 h 1433406"/>
                <a:gd name="connsiteX80" fmla="*/ 397087 w 1692063"/>
                <a:gd name="connsiteY80" fmla="*/ 223520 h 1433406"/>
                <a:gd name="connsiteX81" fmla="*/ 412327 w 1692063"/>
                <a:gd name="connsiteY81" fmla="*/ 227753 h 1433406"/>
                <a:gd name="connsiteX82" fmla="*/ 425027 w 1692063"/>
                <a:gd name="connsiteY82" fmla="*/ 233257 h 1433406"/>
                <a:gd name="connsiteX83" fmla="*/ 437727 w 1692063"/>
                <a:gd name="connsiteY83" fmla="*/ 231987 h 1433406"/>
                <a:gd name="connsiteX84" fmla="*/ 451697 w 1692063"/>
                <a:gd name="connsiteY84" fmla="*/ 225213 h 1433406"/>
                <a:gd name="connsiteX85" fmla="*/ 465667 w 1692063"/>
                <a:gd name="connsiteY85" fmla="*/ 226483 h 1433406"/>
                <a:gd name="connsiteX86" fmla="*/ 474133 w 1692063"/>
                <a:gd name="connsiteY86" fmla="*/ 240453 h 1433406"/>
                <a:gd name="connsiteX87" fmla="*/ 465667 w 1692063"/>
                <a:gd name="connsiteY87" fmla="*/ 254423 h 1433406"/>
                <a:gd name="connsiteX88" fmla="*/ 476674 w 1692063"/>
                <a:gd name="connsiteY88" fmla="*/ 268393 h 1433406"/>
                <a:gd name="connsiteX89" fmla="*/ 482177 w 1692063"/>
                <a:gd name="connsiteY89" fmla="*/ 282363 h 1433406"/>
                <a:gd name="connsiteX90" fmla="*/ 484717 w 1692063"/>
                <a:gd name="connsiteY90" fmla="*/ 283633 h 1433406"/>
                <a:gd name="connsiteX91" fmla="*/ 498687 w 1692063"/>
                <a:gd name="connsiteY91" fmla="*/ 275167 h 1433406"/>
                <a:gd name="connsiteX92" fmla="*/ 512657 w 1692063"/>
                <a:gd name="connsiteY92" fmla="*/ 276437 h 1433406"/>
                <a:gd name="connsiteX93" fmla="*/ 527897 w 1692063"/>
                <a:gd name="connsiteY93" fmla="*/ 280670 h 1433406"/>
                <a:gd name="connsiteX94" fmla="*/ 541867 w 1692063"/>
                <a:gd name="connsiteY94" fmla="*/ 281940 h 1433406"/>
                <a:gd name="connsiteX95" fmla="*/ 555837 w 1692063"/>
                <a:gd name="connsiteY95" fmla="*/ 281940 h 1433406"/>
                <a:gd name="connsiteX96" fmla="*/ 569807 w 1692063"/>
                <a:gd name="connsiteY96" fmla="*/ 283210 h 1433406"/>
                <a:gd name="connsiteX97" fmla="*/ 583777 w 1692063"/>
                <a:gd name="connsiteY97" fmla="*/ 286173 h 1433406"/>
                <a:gd name="connsiteX98" fmla="*/ 597747 w 1692063"/>
                <a:gd name="connsiteY98" fmla="*/ 291677 h 1433406"/>
                <a:gd name="connsiteX99" fmla="*/ 611717 w 1692063"/>
                <a:gd name="connsiteY99" fmla="*/ 290407 h 1433406"/>
                <a:gd name="connsiteX100" fmla="*/ 625687 w 1692063"/>
                <a:gd name="connsiteY100" fmla="*/ 287443 h 1433406"/>
                <a:gd name="connsiteX101" fmla="*/ 629920 w 1692063"/>
                <a:gd name="connsiteY101" fmla="*/ 284480 h 1433406"/>
                <a:gd name="connsiteX102" fmla="*/ 640927 w 1692063"/>
                <a:gd name="connsiteY102" fmla="*/ 278977 h 1433406"/>
                <a:gd name="connsiteX103" fmla="*/ 654897 w 1692063"/>
                <a:gd name="connsiteY103" fmla="*/ 270510 h 1433406"/>
                <a:gd name="connsiteX104" fmla="*/ 668867 w 1692063"/>
                <a:gd name="connsiteY104" fmla="*/ 269240 h 1433406"/>
                <a:gd name="connsiteX105" fmla="*/ 682837 w 1692063"/>
                <a:gd name="connsiteY105" fmla="*/ 266700 h 1433406"/>
                <a:gd name="connsiteX106" fmla="*/ 691303 w 1692063"/>
                <a:gd name="connsiteY106" fmla="*/ 262467 h 1433406"/>
                <a:gd name="connsiteX107" fmla="*/ 695537 w 1692063"/>
                <a:gd name="connsiteY107" fmla="*/ 259503 h 1433406"/>
                <a:gd name="connsiteX108" fmla="*/ 690033 w 1692063"/>
                <a:gd name="connsiteY108" fmla="*/ 260773 h 1433406"/>
                <a:gd name="connsiteX109" fmla="*/ 676063 w 1692063"/>
                <a:gd name="connsiteY109" fmla="*/ 265007 h 1433406"/>
                <a:gd name="connsiteX110" fmla="*/ 662093 w 1692063"/>
                <a:gd name="connsiteY110" fmla="*/ 263737 h 1433406"/>
                <a:gd name="connsiteX111" fmla="*/ 646430 w 1692063"/>
                <a:gd name="connsiteY111" fmla="*/ 259503 h 1433406"/>
                <a:gd name="connsiteX112" fmla="*/ 645160 w 1692063"/>
                <a:gd name="connsiteY112" fmla="*/ 245533 h 1433406"/>
                <a:gd name="connsiteX113" fmla="*/ 653627 w 1692063"/>
                <a:gd name="connsiteY113" fmla="*/ 231563 h 1433406"/>
                <a:gd name="connsiteX114" fmla="*/ 667597 w 1692063"/>
                <a:gd name="connsiteY114" fmla="*/ 218863 h 1433406"/>
                <a:gd name="connsiteX115" fmla="*/ 681567 w 1692063"/>
                <a:gd name="connsiteY115" fmla="*/ 213360 h 1433406"/>
                <a:gd name="connsiteX116" fmla="*/ 695537 w 1692063"/>
                <a:gd name="connsiteY116" fmla="*/ 207857 h 1433406"/>
                <a:gd name="connsiteX117" fmla="*/ 710777 w 1692063"/>
                <a:gd name="connsiteY117" fmla="*/ 199813 h 1433406"/>
                <a:gd name="connsiteX118" fmla="*/ 724747 w 1692063"/>
                <a:gd name="connsiteY118" fmla="*/ 196850 h 1433406"/>
                <a:gd name="connsiteX119" fmla="*/ 738717 w 1692063"/>
                <a:gd name="connsiteY119" fmla="*/ 195580 h 1433406"/>
                <a:gd name="connsiteX120" fmla="*/ 752687 w 1692063"/>
                <a:gd name="connsiteY120" fmla="*/ 191347 h 1433406"/>
                <a:gd name="connsiteX121" fmla="*/ 767927 w 1692063"/>
                <a:gd name="connsiteY121" fmla="*/ 188383 h 1433406"/>
                <a:gd name="connsiteX122" fmla="*/ 781897 w 1692063"/>
                <a:gd name="connsiteY122" fmla="*/ 184150 h 1433406"/>
                <a:gd name="connsiteX123" fmla="*/ 795867 w 1692063"/>
                <a:gd name="connsiteY123" fmla="*/ 178647 h 1433406"/>
                <a:gd name="connsiteX124" fmla="*/ 797137 w 1692063"/>
                <a:gd name="connsiteY124" fmla="*/ 175683 h 1433406"/>
                <a:gd name="connsiteX125" fmla="*/ 812800 w 1692063"/>
                <a:gd name="connsiteY125" fmla="*/ 165947 h 1433406"/>
                <a:gd name="connsiteX126" fmla="*/ 826770 w 1692063"/>
                <a:gd name="connsiteY126" fmla="*/ 150707 h 1433406"/>
                <a:gd name="connsiteX127" fmla="*/ 840740 w 1692063"/>
                <a:gd name="connsiteY127" fmla="*/ 142240 h 1433406"/>
                <a:gd name="connsiteX128" fmla="*/ 849207 w 1692063"/>
                <a:gd name="connsiteY128" fmla="*/ 146473 h 1433406"/>
                <a:gd name="connsiteX129" fmla="*/ 836930 w 1692063"/>
                <a:gd name="connsiteY129" fmla="*/ 132503 h 1433406"/>
                <a:gd name="connsiteX130" fmla="*/ 838200 w 1692063"/>
                <a:gd name="connsiteY130" fmla="*/ 117263 h 1433406"/>
                <a:gd name="connsiteX131" fmla="*/ 845397 w 1692063"/>
                <a:gd name="connsiteY131" fmla="*/ 115993 h 1433406"/>
                <a:gd name="connsiteX132" fmla="*/ 842433 w 1692063"/>
                <a:gd name="connsiteY132" fmla="*/ 102023 h 1433406"/>
                <a:gd name="connsiteX133" fmla="*/ 846667 w 1692063"/>
                <a:gd name="connsiteY133" fmla="*/ 88053 h 1433406"/>
                <a:gd name="connsiteX134" fmla="*/ 844127 w 1692063"/>
                <a:gd name="connsiteY134" fmla="*/ 72813 h 1433406"/>
                <a:gd name="connsiteX135" fmla="*/ 844127 w 1692063"/>
                <a:gd name="connsiteY135" fmla="*/ 58843 h 1433406"/>
                <a:gd name="connsiteX136" fmla="*/ 848360 w 1692063"/>
                <a:gd name="connsiteY136" fmla="*/ 44873 h 1433406"/>
                <a:gd name="connsiteX137" fmla="*/ 858097 w 1692063"/>
                <a:gd name="connsiteY137" fmla="*/ 30903 h 1433406"/>
                <a:gd name="connsiteX138" fmla="*/ 873337 w 1692063"/>
                <a:gd name="connsiteY138" fmla="*/ 21167 h 1433406"/>
                <a:gd name="connsiteX139" fmla="*/ 881803 w 1692063"/>
                <a:gd name="connsiteY139" fmla="*/ 18203 h 1433406"/>
                <a:gd name="connsiteX140" fmla="*/ 897043 w 1692063"/>
                <a:gd name="connsiteY140" fmla="*/ 15663 h 1433406"/>
                <a:gd name="connsiteX141" fmla="*/ 911013 w 1692063"/>
                <a:gd name="connsiteY141" fmla="*/ 12700 h 1433406"/>
                <a:gd name="connsiteX142" fmla="*/ 924983 w 1692063"/>
                <a:gd name="connsiteY142" fmla="*/ 9737 h 1433406"/>
                <a:gd name="connsiteX143" fmla="*/ 938953 w 1692063"/>
                <a:gd name="connsiteY143" fmla="*/ 5503 h 1433406"/>
                <a:gd name="connsiteX144" fmla="*/ 952924 w 1692063"/>
                <a:gd name="connsiteY144" fmla="*/ 5503 h 1433406"/>
                <a:gd name="connsiteX145" fmla="*/ 966893 w 1692063"/>
                <a:gd name="connsiteY145" fmla="*/ 1270 h 1433406"/>
                <a:gd name="connsiteX146" fmla="*/ 971127 w 1692063"/>
                <a:gd name="connsiteY146" fmla="*/ 0 h 1433406"/>
                <a:gd name="connsiteX147" fmla="*/ 972397 w 1692063"/>
                <a:gd name="connsiteY147" fmla="*/ 4233 h 1433406"/>
                <a:gd name="connsiteX148" fmla="*/ 979593 w 1692063"/>
                <a:gd name="connsiteY148" fmla="*/ 19473 h 1433406"/>
                <a:gd name="connsiteX149" fmla="*/ 977900 w 1692063"/>
                <a:gd name="connsiteY149" fmla="*/ 29210 h 1433406"/>
                <a:gd name="connsiteX150" fmla="*/ 979593 w 1692063"/>
                <a:gd name="connsiteY150" fmla="*/ 43180 h 1433406"/>
                <a:gd name="connsiteX151" fmla="*/ 994833 w 1692063"/>
                <a:gd name="connsiteY151" fmla="*/ 49953 h 1433406"/>
                <a:gd name="connsiteX152" fmla="*/ 1008803 w 1692063"/>
                <a:gd name="connsiteY152" fmla="*/ 59690 h 1433406"/>
                <a:gd name="connsiteX153" fmla="*/ 1010074 w 1692063"/>
                <a:gd name="connsiteY153" fmla="*/ 60960 h 1433406"/>
                <a:gd name="connsiteX154" fmla="*/ 1014307 w 1692063"/>
                <a:gd name="connsiteY154" fmla="*/ 62230 h 1433406"/>
                <a:gd name="connsiteX155" fmla="*/ 1028277 w 1692063"/>
                <a:gd name="connsiteY155" fmla="*/ 51223 h 1433406"/>
                <a:gd name="connsiteX156" fmla="*/ 1030817 w 1692063"/>
                <a:gd name="connsiteY156" fmla="*/ 51223 h 1433406"/>
                <a:gd name="connsiteX157" fmla="*/ 1039283 w 1692063"/>
                <a:gd name="connsiteY157" fmla="*/ 49953 h 1433406"/>
                <a:gd name="connsiteX158" fmla="*/ 1042247 w 1692063"/>
                <a:gd name="connsiteY158" fmla="*/ 46990 h 1433406"/>
                <a:gd name="connsiteX159" fmla="*/ 1047750 w 1692063"/>
                <a:gd name="connsiteY159" fmla="*/ 48260 h 1433406"/>
                <a:gd name="connsiteX160" fmla="*/ 1050713 w 1692063"/>
                <a:gd name="connsiteY160" fmla="*/ 52493 h 1433406"/>
                <a:gd name="connsiteX161" fmla="*/ 1050713 w 1692063"/>
                <a:gd name="connsiteY161" fmla="*/ 55457 h 1433406"/>
                <a:gd name="connsiteX162" fmla="*/ 1053677 w 1692063"/>
                <a:gd name="connsiteY162" fmla="*/ 58420 h 1433406"/>
                <a:gd name="connsiteX163" fmla="*/ 1057910 w 1692063"/>
                <a:gd name="connsiteY163" fmla="*/ 61383 h 1433406"/>
                <a:gd name="connsiteX164" fmla="*/ 1059603 w 1692063"/>
                <a:gd name="connsiteY164" fmla="*/ 75353 h 1433406"/>
                <a:gd name="connsiteX165" fmla="*/ 1062143 w 1692063"/>
                <a:gd name="connsiteY165" fmla="*/ 79587 h 1433406"/>
                <a:gd name="connsiteX166" fmla="*/ 1067647 w 1692063"/>
                <a:gd name="connsiteY166" fmla="*/ 93557 h 1433406"/>
                <a:gd name="connsiteX167" fmla="*/ 1081617 w 1692063"/>
                <a:gd name="connsiteY167" fmla="*/ 93557 h 1433406"/>
                <a:gd name="connsiteX168" fmla="*/ 1096857 w 1692063"/>
                <a:gd name="connsiteY168" fmla="*/ 94827 h 1433406"/>
                <a:gd name="connsiteX169" fmla="*/ 1098127 w 1692063"/>
                <a:gd name="connsiteY169" fmla="*/ 96097 h 1433406"/>
                <a:gd name="connsiteX170" fmla="*/ 1104900 w 1692063"/>
                <a:gd name="connsiteY170" fmla="*/ 96097 h 1433406"/>
                <a:gd name="connsiteX171" fmla="*/ 1109133 w 1692063"/>
                <a:gd name="connsiteY171" fmla="*/ 101600 h 1433406"/>
                <a:gd name="connsiteX172" fmla="*/ 1110403 w 1692063"/>
                <a:gd name="connsiteY172" fmla="*/ 105833 h 1433406"/>
                <a:gd name="connsiteX173" fmla="*/ 1110403 w 1692063"/>
                <a:gd name="connsiteY173" fmla="*/ 110067 h 1433406"/>
                <a:gd name="connsiteX174" fmla="*/ 1111674 w 1692063"/>
                <a:gd name="connsiteY174" fmla="*/ 124037 h 1433406"/>
                <a:gd name="connsiteX175" fmla="*/ 1125643 w 1692063"/>
                <a:gd name="connsiteY175" fmla="*/ 118533 h 1433406"/>
                <a:gd name="connsiteX176" fmla="*/ 1139613 w 1692063"/>
                <a:gd name="connsiteY176" fmla="*/ 122767 h 1433406"/>
                <a:gd name="connsiteX177" fmla="*/ 1140883 w 1692063"/>
                <a:gd name="connsiteY177" fmla="*/ 122767 h 1433406"/>
                <a:gd name="connsiteX178" fmla="*/ 1149350 w 1692063"/>
                <a:gd name="connsiteY178" fmla="*/ 120227 h 1433406"/>
                <a:gd name="connsiteX179" fmla="*/ 1159087 w 1692063"/>
                <a:gd name="connsiteY179" fmla="*/ 118533 h 1433406"/>
                <a:gd name="connsiteX180" fmla="*/ 1167553 w 1692063"/>
                <a:gd name="connsiteY180" fmla="*/ 127000 h 1433406"/>
                <a:gd name="connsiteX181" fmla="*/ 1173057 w 1692063"/>
                <a:gd name="connsiteY181" fmla="*/ 140970 h 1433406"/>
                <a:gd name="connsiteX182" fmla="*/ 1177290 w 1692063"/>
                <a:gd name="connsiteY182" fmla="*/ 156633 h 1433406"/>
                <a:gd name="connsiteX183" fmla="*/ 1170517 w 1692063"/>
                <a:gd name="connsiteY183" fmla="*/ 170603 h 1433406"/>
                <a:gd name="connsiteX184" fmla="*/ 1170517 w 1692063"/>
                <a:gd name="connsiteY184" fmla="*/ 176107 h 1433406"/>
                <a:gd name="connsiteX185" fmla="*/ 1168824 w 1692063"/>
                <a:gd name="connsiteY185" fmla="*/ 180340 h 1433406"/>
                <a:gd name="connsiteX186" fmla="*/ 1173057 w 1692063"/>
                <a:gd name="connsiteY186" fmla="*/ 180340 h 1433406"/>
                <a:gd name="connsiteX187" fmla="*/ 1174327 w 1692063"/>
                <a:gd name="connsiteY187" fmla="*/ 181610 h 1433406"/>
                <a:gd name="connsiteX188" fmla="*/ 1177290 w 1692063"/>
                <a:gd name="connsiteY188" fmla="*/ 182880 h 1433406"/>
                <a:gd name="connsiteX189" fmla="*/ 1192530 w 1692063"/>
                <a:gd name="connsiteY189" fmla="*/ 181610 h 1433406"/>
                <a:gd name="connsiteX190" fmla="*/ 1205230 w 1692063"/>
                <a:gd name="connsiteY190" fmla="*/ 185843 h 1433406"/>
                <a:gd name="connsiteX191" fmla="*/ 1217930 w 1692063"/>
                <a:gd name="connsiteY191" fmla="*/ 182880 h 1433406"/>
                <a:gd name="connsiteX192" fmla="*/ 1231900 w 1692063"/>
                <a:gd name="connsiteY192" fmla="*/ 177377 h 1433406"/>
                <a:gd name="connsiteX193" fmla="*/ 1237403 w 1692063"/>
                <a:gd name="connsiteY193" fmla="*/ 176107 h 1433406"/>
                <a:gd name="connsiteX194" fmla="*/ 1240367 w 1692063"/>
                <a:gd name="connsiteY194" fmla="*/ 162137 h 1433406"/>
                <a:gd name="connsiteX195" fmla="*/ 1254337 w 1692063"/>
                <a:gd name="connsiteY195" fmla="*/ 152400 h 1433406"/>
                <a:gd name="connsiteX196" fmla="*/ 1256877 w 1692063"/>
                <a:gd name="connsiteY196" fmla="*/ 149437 h 1433406"/>
                <a:gd name="connsiteX197" fmla="*/ 1258570 w 1692063"/>
                <a:gd name="connsiteY197" fmla="*/ 149437 h 1433406"/>
                <a:gd name="connsiteX198" fmla="*/ 1259840 w 1692063"/>
                <a:gd name="connsiteY198" fmla="*/ 152400 h 1433406"/>
                <a:gd name="connsiteX199" fmla="*/ 1258570 w 1692063"/>
                <a:gd name="connsiteY199" fmla="*/ 166370 h 1433406"/>
                <a:gd name="connsiteX200" fmla="*/ 1256877 w 1692063"/>
                <a:gd name="connsiteY200" fmla="*/ 176107 h 1433406"/>
                <a:gd name="connsiteX201" fmla="*/ 1264074 w 1692063"/>
                <a:gd name="connsiteY201" fmla="*/ 191347 h 1433406"/>
                <a:gd name="connsiteX202" fmla="*/ 1261110 w 1692063"/>
                <a:gd name="connsiteY202" fmla="*/ 205317 h 1433406"/>
                <a:gd name="connsiteX203" fmla="*/ 1272117 w 1692063"/>
                <a:gd name="connsiteY203" fmla="*/ 207857 h 1433406"/>
                <a:gd name="connsiteX204" fmla="*/ 1277620 w 1692063"/>
                <a:gd name="connsiteY204" fmla="*/ 209127 h 1433406"/>
                <a:gd name="connsiteX205" fmla="*/ 1287357 w 1692063"/>
                <a:gd name="connsiteY205" fmla="*/ 213360 h 1433406"/>
                <a:gd name="connsiteX206" fmla="*/ 1298363 w 1692063"/>
                <a:gd name="connsiteY206" fmla="*/ 221827 h 1433406"/>
                <a:gd name="connsiteX207" fmla="*/ 1312333 w 1692063"/>
                <a:gd name="connsiteY207" fmla="*/ 224790 h 1433406"/>
                <a:gd name="connsiteX208" fmla="*/ 1326303 w 1692063"/>
                <a:gd name="connsiteY208" fmla="*/ 237490 h 1433406"/>
                <a:gd name="connsiteX209" fmla="*/ 1327574 w 1692063"/>
                <a:gd name="connsiteY209" fmla="*/ 237490 h 1433406"/>
                <a:gd name="connsiteX210" fmla="*/ 1337310 w 1692063"/>
                <a:gd name="connsiteY210" fmla="*/ 252730 h 1433406"/>
                <a:gd name="connsiteX211" fmla="*/ 1338580 w 1692063"/>
                <a:gd name="connsiteY211" fmla="*/ 256963 h 1433406"/>
                <a:gd name="connsiteX212" fmla="*/ 1352550 w 1692063"/>
                <a:gd name="connsiteY212" fmla="*/ 252730 h 1433406"/>
                <a:gd name="connsiteX213" fmla="*/ 1366520 w 1692063"/>
                <a:gd name="connsiteY213" fmla="*/ 249767 h 1433406"/>
                <a:gd name="connsiteX214" fmla="*/ 1369483 w 1692063"/>
                <a:gd name="connsiteY214" fmla="*/ 251037 h 1433406"/>
                <a:gd name="connsiteX215" fmla="*/ 1377950 w 1692063"/>
                <a:gd name="connsiteY215" fmla="*/ 249767 h 1433406"/>
                <a:gd name="connsiteX216" fmla="*/ 1380913 w 1692063"/>
                <a:gd name="connsiteY216" fmla="*/ 249767 h 1433406"/>
                <a:gd name="connsiteX217" fmla="*/ 1380913 w 1692063"/>
                <a:gd name="connsiteY217" fmla="*/ 251037 h 1433406"/>
                <a:gd name="connsiteX218" fmla="*/ 1383453 w 1692063"/>
                <a:gd name="connsiteY218" fmla="*/ 251037 h 1433406"/>
                <a:gd name="connsiteX219" fmla="*/ 1384724 w 1692063"/>
                <a:gd name="connsiteY219" fmla="*/ 255270 h 1433406"/>
                <a:gd name="connsiteX220" fmla="*/ 1398693 w 1692063"/>
                <a:gd name="connsiteY220" fmla="*/ 258233 h 1433406"/>
                <a:gd name="connsiteX221" fmla="*/ 1404197 w 1692063"/>
                <a:gd name="connsiteY221" fmla="*/ 265430 h 1433406"/>
                <a:gd name="connsiteX222" fmla="*/ 1418167 w 1692063"/>
                <a:gd name="connsiteY222" fmla="*/ 262467 h 1433406"/>
                <a:gd name="connsiteX223" fmla="*/ 1421130 w 1692063"/>
                <a:gd name="connsiteY223" fmla="*/ 262467 h 1433406"/>
                <a:gd name="connsiteX224" fmla="*/ 1430867 w 1692063"/>
                <a:gd name="connsiteY224" fmla="*/ 256963 h 1433406"/>
                <a:gd name="connsiteX225" fmla="*/ 1438063 w 1692063"/>
                <a:gd name="connsiteY225" fmla="*/ 256963 h 1433406"/>
                <a:gd name="connsiteX226" fmla="*/ 1452033 w 1692063"/>
                <a:gd name="connsiteY226" fmla="*/ 263737 h 1433406"/>
                <a:gd name="connsiteX227" fmla="*/ 1453303 w 1692063"/>
                <a:gd name="connsiteY227" fmla="*/ 263737 h 1433406"/>
                <a:gd name="connsiteX228" fmla="*/ 1454997 w 1692063"/>
                <a:gd name="connsiteY228" fmla="*/ 263737 h 1433406"/>
                <a:gd name="connsiteX229" fmla="*/ 1468967 w 1692063"/>
                <a:gd name="connsiteY229" fmla="*/ 266700 h 1433406"/>
                <a:gd name="connsiteX230" fmla="*/ 1481243 w 1692063"/>
                <a:gd name="connsiteY230" fmla="*/ 280670 h 1433406"/>
                <a:gd name="connsiteX231" fmla="*/ 1489710 w 1692063"/>
                <a:gd name="connsiteY231" fmla="*/ 294640 h 1433406"/>
                <a:gd name="connsiteX232" fmla="*/ 1496907 w 1692063"/>
                <a:gd name="connsiteY232" fmla="*/ 303107 h 1433406"/>
                <a:gd name="connsiteX233" fmla="*/ 1510877 w 1692063"/>
                <a:gd name="connsiteY233" fmla="*/ 314113 h 1433406"/>
                <a:gd name="connsiteX234" fmla="*/ 1524847 w 1692063"/>
                <a:gd name="connsiteY234" fmla="*/ 303107 h 1433406"/>
                <a:gd name="connsiteX235" fmla="*/ 1526117 w 1692063"/>
                <a:gd name="connsiteY235" fmla="*/ 304377 h 1433406"/>
                <a:gd name="connsiteX236" fmla="*/ 1527387 w 1692063"/>
                <a:gd name="connsiteY236" fmla="*/ 305647 h 1433406"/>
                <a:gd name="connsiteX237" fmla="*/ 1535853 w 1692063"/>
                <a:gd name="connsiteY237" fmla="*/ 308610 h 1433406"/>
                <a:gd name="connsiteX238" fmla="*/ 1540087 w 1692063"/>
                <a:gd name="connsiteY238" fmla="*/ 320887 h 1433406"/>
                <a:gd name="connsiteX239" fmla="*/ 1554057 w 1692063"/>
                <a:gd name="connsiteY239" fmla="*/ 317923 h 1433406"/>
                <a:gd name="connsiteX240" fmla="*/ 1569297 w 1692063"/>
                <a:gd name="connsiteY240" fmla="*/ 319193 h 1433406"/>
                <a:gd name="connsiteX241" fmla="*/ 1581997 w 1692063"/>
                <a:gd name="connsiteY241" fmla="*/ 310727 h 1433406"/>
                <a:gd name="connsiteX242" fmla="*/ 1595967 w 1692063"/>
                <a:gd name="connsiteY242" fmla="*/ 311997 h 1433406"/>
                <a:gd name="connsiteX243" fmla="*/ 1597237 w 1692063"/>
                <a:gd name="connsiteY243" fmla="*/ 316230 h 1433406"/>
                <a:gd name="connsiteX244" fmla="*/ 1611207 w 1692063"/>
                <a:gd name="connsiteY244" fmla="*/ 324697 h 1433406"/>
                <a:gd name="connsiteX245" fmla="*/ 1618403 w 1692063"/>
                <a:gd name="connsiteY245" fmla="*/ 331470 h 1433406"/>
                <a:gd name="connsiteX246" fmla="*/ 1632374 w 1692063"/>
                <a:gd name="connsiteY246" fmla="*/ 331470 h 1433406"/>
                <a:gd name="connsiteX247" fmla="*/ 1646343 w 1692063"/>
                <a:gd name="connsiteY247" fmla="*/ 331470 h 1433406"/>
                <a:gd name="connsiteX248" fmla="*/ 1656080 w 1692063"/>
                <a:gd name="connsiteY248" fmla="*/ 331470 h 1433406"/>
                <a:gd name="connsiteX249" fmla="*/ 1660313 w 1692063"/>
                <a:gd name="connsiteY249" fmla="*/ 334433 h 1433406"/>
                <a:gd name="connsiteX250" fmla="*/ 1674283 w 1692063"/>
                <a:gd name="connsiteY250" fmla="*/ 339937 h 1433406"/>
                <a:gd name="connsiteX251" fmla="*/ 1685290 w 1692063"/>
                <a:gd name="connsiteY251" fmla="*/ 342900 h 1433406"/>
                <a:gd name="connsiteX252" fmla="*/ 1686560 w 1692063"/>
                <a:gd name="connsiteY252" fmla="*/ 342900 h 1433406"/>
                <a:gd name="connsiteX253" fmla="*/ 1692063 w 1692063"/>
                <a:gd name="connsiteY253" fmla="*/ 344170 h 1433406"/>
                <a:gd name="connsiteX254" fmla="*/ 1684867 w 1692063"/>
                <a:gd name="connsiteY254" fmla="*/ 349673 h 1433406"/>
                <a:gd name="connsiteX255" fmla="*/ 1676400 w 1692063"/>
                <a:gd name="connsiteY255" fmla="*/ 363643 h 1433406"/>
                <a:gd name="connsiteX256" fmla="*/ 1664124 w 1692063"/>
                <a:gd name="connsiteY256" fmla="*/ 378883 h 1433406"/>
                <a:gd name="connsiteX257" fmla="*/ 1648883 w 1692063"/>
                <a:gd name="connsiteY257" fmla="*/ 389890 h 1433406"/>
                <a:gd name="connsiteX258" fmla="*/ 1636183 w 1692063"/>
                <a:gd name="connsiteY258" fmla="*/ 403860 h 1433406"/>
                <a:gd name="connsiteX259" fmla="*/ 1636183 w 1692063"/>
                <a:gd name="connsiteY259" fmla="*/ 406823 h 1433406"/>
                <a:gd name="connsiteX260" fmla="*/ 1636183 w 1692063"/>
                <a:gd name="connsiteY260" fmla="*/ 408093 h 1433406"/>
                <a:gd name="connsiteX261" fmla="*/ 1633643 w 1692063"/>
                <a:gd name="connsiteY261" fmla="*/ 420793 h 1433406"/>
                <a:gd name="connsiteX262" fmla="*/ 1629410 w 1692063"/>
                <a:gd name="connsiteY262" fmla="*/ 431800 h 1433406"/>
                <a:gd name="connsiteX263" fmla="*/ 1629410 w 1692063"/>
                <a:gd name="connsiteY263" fmla="*/ 444500 h 1433406"/>
                <a:gd name="connsiteX264" fmla="*/ 1622637 w 1692063"/>
                <a:gd name="connsiteY264" fmla="*/ 451697 h 1433406"/>
                <a:gd name="connsiteX265" fmla="*/ 1617133 w 1692063"/>
                <a:gd name="connsiteY265" fmla="*/ 465667 h 1433406"/>
                <a:gd name="connsiteX266" fmla="*/ 1610360 w 1692063"/>
                <a:gd name="connsiteY266" fmla="*/ 475403 h 1433406"/>
                <a:gd name="connsiteX267" fmla="*/ 1606127 w 1692063"/>
                <a:gd name="connsiteY267" fmla="*/ 483870 h 1433406"/>
                <a:gd name="connsiteX268" fmla="*/ 1606127 w 1692063"/>
                <a:gd name="connsiteY268" fmla="*/ 494877 h 1433406"/>
                <a:gd name="connsiteX269" fmla="*/ 1609090 w 1692063"/>
                <a:gd name="connsiteY269" fmla="*/ 497840 h 1433406"/>
                <a:gd name="connsiteX270" fmla="*/ 1611630 w 1692063"/>
                <a:gd name="connsiteY270" fmla="*/ 502073 h 1433406"/>
                <a:gd name="connsiteX271" fmla="*/ 1612900 w 1692063"/>
                <a:gd name="connsiteY271" fmla="*/ 503343 h 1433406"/>
                <a:gd name="connsiteX272" fmla="*/ 1607397 w 1692063"/>
                <a:gd name="connsiteY272" fmla="*/ 517313 h 1433406"/>
                <a:gd name="connsiteX273" fmla="*/ 1601047 w 1692063"/>
                <a:gd name="connsiteY273" fmla="*/ 532553 h 1433406"/>
                <a:gd name="connsiteX274" fmla="*/ 1599777 w 1692063"/>
                <a:gd name="connsiteY274" fmla="*/ 541020 h 1433406"/>
                <a:gd name="connsiteX275" fmla="*/ 1597237 w 1692063"/>
                <a:gd name="connsiteY275" fmla="*/ 552027 h 1433406"/>
                <a:gd name="connsiteX276" fmla="*/ 1605703 w 1692063"/>
                <a:gd name="connsiteY276" fmla="*/ 565997 h 1433406"/>
                <a:gd name="connsiteX277" fmla="*/ 1606974 w 1692063"/>
                <a:gd name="connsiteY277" fmla="*/ 570230 h 1433406"/>
                <a:gd name="connsiteX278" fmla="*/ 1606974 w 1692063"/>
                <a:gd name="connsiteY278" fmla="*/ 571500 h 1433406"/>
                <a:gd name="connsiteX279" fmla="*/ 1604010 w 1692063"/>
                <a:gd name="connsiteY279" fmla="*/ 571500 h 1433406"/>
                <a:gd name="connsiteX280" fmla="*/ 1602740 w 1692063"/>
                <a:gd name="connsiteY280" fmla="*/ 571500 h 1433406"/>
                <a:gd name="connsiteX281" fmla="*/ 1594274 w 1692063"/>
                <a:gd name="connsiteY281" fmla="*/ 583777 h 1433406"/>
                <a:gd name="connsiteX282" fmla="*/ 1587500 w 1692063"/>
                <a:gd name="connsiteY282" fmla="*/ 590550 h 1433406"/>
                <a:gd name="connsiteX283" fmla="*/ 1584537 w 1692063"/>
                <a:gd name="connsiteY283" fmla="*/ 591820 h 1433406"/>
                <a:gd name="connsiteX284" fmla="*/ 1580303 w 1692063"/>
                <a:gd name="connsiteY284" fmla="*/ 594783 h 1433406"/>
                <a:gd name="connsiteX285" fmla="*/ 1571837 w 1692063"/>
                <a:gd name="connsiteY285" fmla="*/ 594783 h 1433406"/>
                <a:gd name="connsiteX286" fmla="*/ 1562100 w 1692063"/>
                <a:gd name="connsiteY286" fmla="*/ 596053 h 1433406"/>
                <a:gd name="connsiteX287" fmla="*/ 1548130 w 1692063"/>
                <a:gd name="connsiteY287" fmla="*/ 584623 h 1433406"/>
                <a:gd name="connsiteX288" fmla="*/ 1548130 w 1692063"/>
                <a:gd name="connsiteY288" fmla="*/ 583353 h 1433406"/>
                <a:gd name="connsiteX289" fmla="*/ 1543897 w 1692063"/>
                <a:gd name="connsiteY289" fmla="*/ 583353 h 1433406"/>
                <a:gd name="connsiteX290" fmla="*/ 1535430 w 1692063"/>
                <a:gd name="connsiteY290" fmla="*/ 583353 h 1433406"/>
                <a:gd name="connsiteX291" fmla="*/ 1531197 w 1692063"/>
                <a:gd name="connsiteY291" fmla="*/ 583353 h 1433406"/>
                <a:gd name="connsiteX292" fmla="*/ 1529927 w 1692063"/>
                <a:gd name="connsiteY292" fmla="*/ 583353 h 1433406"/>
                <a:gd name="connsiteX293" fmla="*/ 1529927 w 1692063"/>
                <a:gd name="connsiteY293" fmla="*/ 584623 h 1433406"/>
                <a:gd name="connsiteX294" fmla="*/ 1526963 w 1692063"/>
                <a:gd name="connsiteY294" fmla="*/ 584623 h 1433406"/>
                <a:gd name="connsiteX295" fmla="*/ 1526963 w 1692063"/>
                <a:gd name="connsiteY295" fmla="*/ 593090 h 1433406"/>
                <a:gd name="connsiteX296" fmla="*/ 1521460 w 1692063"/>
                <a:gd name="connsiteY296" fmla="*/ 607060 h 1433406"/>
                <a:gd name="connsiteX297" fmla="*/ 1535430 w 1692063"/>
                <a:gd name="connsiteY297" fmla="*/ 608330 h 1433406"/>
                <a:gd name="connsiteX298" fmla="*/ 1536700 w 1692063"/>
                <a:gd name="connsiteY298" fmla="*/ 608330 h 1433406"/>
                <a:gd name="connsiteX299" fmla="*/ 1529503 w 1692063"/>
                <a:gd name="connsiteY299" fmla="*/ 615527 h 1433406"/>
                <a:gd name="connsiteX300" fmla="*/ 1522307 w 1692063"/>
                <a:gd name="connsiteY300" fmla="*/ 625263 h 1433406"/>
                <a:gd name="connsiteX301" fmla="*/ 1508337 w 1692063"/>
                <a:gd name="connsiteY301" fmla="*/ 639233 h 1433406"/>
                <a:gd name="connsiteX302" fmla="*/ 1501140 w 1692063"/>
                <a:gd name="connsiteY302" fmla="*/ 643467 h 1433406"/>
                <a:gd name="connsiteX303" fmla="*/ 1487170 w 1692063"/>
                <a:gd name="connsiteY303" fmla="*/ 654473 h 1433406"/>
                <a:gd name="connsiteX304" fmla="*/ 1490133 w 1692063"/>
                <a:gd name="connsiteY304" fmla="*/ 657013 h 1433406"/>
                <a:gd name="connsiteX305" fmla="*/ 1483360 w 1692063"/>
                <a:gd name="connsiteY305" fmla="*/ 661247 h 1433406"/>
                <a:gd name="connsiteX306" fmla="*/ 1469390 w 1692063"/>
                <a:gd name="connsiteY306" fmla="*/ 669713 h 1433406"/>
                <a:gd name="connsiteX307" fmla="*/ 1455420 w 1692063"/>
                <a:gd name="connsiteY307" fmla="*/ 682413 h 1433406"/>
                <a:gd name="connsiteX308" fmla="*/ 1457113 w 1692063"/>
                <a:gd name="connsiteY308" fmla="*/ 689187 h 1433406"/>
                <a:gd name="connsiteX309" fmla="*/ 1454150 w 1692063"/>
                <a:gd name="connsiteY309" fmla="*/ 694690 h 1433406"/>
                <a:gd name="connsiteX310" fmla="*/ 1444413 w 1692063"/>
                <a:gd name="connsiteY310" fmla="*/ 709930 h 1433406"/>
                <a:gd name="connsiteX311" fmla="*/ 1441450 w 1692063"/>
                <a:gd name="connsiteY311" fmla="*/ 712470 h 1433406"/>
                <a:gd name="connsiteX312" fmla="*/ 1437217 w 1692063"/>
                <a:gd name="connsiteY312" fmla="*/ 713740 h 1433406"/>
                <a:gd name="connsiteX313" fmla="*/ 1423247 w 1692063"/>
                <a:gd name="connsiteY313" fmla="*/ 723477 h 1433406"/>
                <a:gd name="connsiteX314" fmla="*/ 1416474 w 1692063"/>
                <a:gd name="connsiteY314" fmla="*/ 737447 h 1433406"/>
                <a:gd name="connsiteX315" fmla="*/ 1414780 w 1692063"/>
                <a:gd name="connsiteY315" fmla="*/ 738717 h 1433406"/>
                <a:gd name="connsiteX316" fmla="*/ 1405043 w 1692063"/>
                <a:gd name="connsiteY316" fmla="*/ 752687 h 1433406"/>
                <a:gd name="connsiteX317" fmla="*/ 1406313 w 1692063"/>
                <a:gd name="connsiteY317" fmla="*/ 756920 h 1433406"/>
                <a:gd name="connsiteX318" fmla="*/ 1403774 w 1692063"/>
                <a:gd name="connsiteY318" fmla="*/ 758190 h 1433406"/>
                <a:gd name="connsiteX319" fmla="*/ 1408007 w 1692063"/>
                <a:gd name="connsiteY319" fmla="*/ 761153 h 1433406"/>
                <a:gd name="connsiteX320" fmla="*/ 1410970 w 1692063"/>
                <a:gd name="connsiteY320" fmla="*/ 775123 h 1433406"/>
                <a:gd name="connsiteX321" fmla="*/ 1406737 w 1692063"/>
                <a:gd name="connsiteY321" fmla="*/ 787823 h 1433406"/>
                <a:gd name="connsiteX322" fmla="*/ 1392767 w 1692063"/>
                <a:gd name="connsiteY322" fmla="*/ 798830 h 1433406"/>
                <a:gd name="connsiteX323" fmla="*/ 1394037 w 1692063"/>
                <a:gd name="connsiteY323" fmla="*/ 800100 h 1433406"/>
                <a:gd name="connsiteX324" fmla="*/ 1389803 w 1692063"/>
                <a:gd name="connsiteY324" fmla="*/ 805603 h 1433406"/>
                <a:gd name="connsiteX325" fmla="*/ 1391074 w 1692063"/>
                <a:gd name="connsiteY325" fmla="*/ 805603 h 1433406"/>
                <a:gd name="connsiteX326" fmla="*/ 1405043 w 1692063"/>
                <a:gd name="connsiteY326" fmla="*/ 802640 h 1433406"/>
                <a:gd name="connsiteX327" fmla="*/ 1419013 w 1692063"/>
                <a:gd name="connsiteY327" fmla="*/ 798407 h 1433406"/>
                <a:gd name="connsiteX328" fmla="*/ 1420283 w 1692063"/>
                <a:gd name="connsiteY328" fmla="*/ 795443 h 1433406"/>
                <a:gd name="connsiteX329" fmla="*/ 1427057 w 1692063"/>
                <a:gd name="connsiteY329" fmla="*/ 782743 h 1433406"/>
                <a:gd name="connsiteX330" fmla="*/ 1425787 w 1692063"/>
                <a:gd name="connsiteY330" fmla="*/ 777240 h 1433406"/>
                <a:gd name="connsiteX331" fmla="*/ 1428750 w 1692063"/>
                <a:gd name="connsiteY331" fmla="*/ 767503 h 1433406"/>
                <a:gd name="connsiteX332" fmla="*/ 1442720 w 1692063"/>
                <a:gd name="connsiteY332" fmla="*/ 762000 h 1433406"/>
                <a:gd name="connsiteX333" fmla="*/ 1457960 w 1692063"/>
                <a:gd name="connsiteY333" fmla="*/ 754803 h 1433406"/>
                <a:gd name="connsiteX334" fmla="*/ 1471930 w 1692063"/>
                <a:gd name="connsiteY334" fmla="*/ 753533 h 1433406"/>
                <a:gd name="connsiteX335" fmla="*/ 1485900 w 1692063"/>
                <a:gd name="connsiteY335" fmla="*/ 753533 h 1433406"/>
                <a:gd name="connsiteX336" fmla="*/ 1499870 w 1692063"/>
                <a:gd name="connsiteY336" fmla="*/ 762000 h 1433406"/>
                <a:gd name="connsiteX337" fmla="*/ 1499870 w 1692063"/>
                <a:gd name="connsiteY337" fmla="*/ 763270 h 1433406"/>
                <a:gd name="connsiteX338" fmla="*/ 1501140 w 1692063"/>
                <a:gd name="connsiteY338" fmla="*/ 777240 h 1433406"/>
                <a:gd name="connsiteX339" fmla="*/ 1498600 w 1692063"/>
                <a:gd name="connsiteY339" fmla="*/ 791210 h 1433406"/>
                <a:gd name="connsiteX340" fmla="*/ 1502833 w 1692063"/>
                <a:gd name="connsiteY340" fmla="*/ 805180 h 1433406"/>
                <a:gd name="connsiteX341" fmla="*/ 1516803 w 1692063"/>
                <a:gd name="connsiteY341" fmla="*/ 819150 h 1433406"/>
                <a:gd name="connsiteX342" fmla="*/ 1516803 w 1692063"/>
                <a:gd name="connsiteY342" fmla="*/ 820420 h 1433406"/>
                <a:gd name="connsiteX343" fmla="*/ 1522307 w 1692063"/>
                <a:gd name="connsiteY343" fmla="*/ 825923 h 1433406"/>
                <a:gd name="connsiteX344" fmla="*/ 1529503 w 1692063"/>
                <a:gd name="connsiteY344" fmla="*/ 839893 h 1433406"/>
                <a:gd name="connsiteX345" fmla="*/ 1526540 w 1692063"/>
                <a:gd name="connsiteY345" fmla="*/ 841163 h 1433406"/>
                <a:gd name="connsiteX346" fmla="*/ 1512570 w 1692063"/>
                <a:gd name="connsiteY346" fmla="*/ 852170 h 1433406"/>
                <a:gd name="connsiteX347" fmla="*/ 1497330 w 1692063"/>
                <a:gd name="connsiteY347" fmla="*/ 864870 h 1433406"/>
                <a:gd name="connsiteX348" fmla="*/ 1498600 w 1692063"/>
                <a:gd name="connsiteY348" fmla="*/ 864870 h 1433406"/>
                <a:gd name="connsiteX349" fmla="*/ 1509607 w 1692063"/>
                <a:gd name="connsiteY349" fmla="*/ 880110 h 1433406"/>
                <a:gd name="connsiteX350" fmla="*/ 1520613 w 1692063"/>
                <a:gd name="connsiteY350" fmla="*/ 885613 h 1433406"/>
                <a:gd name="connsiteX351" fmla="*/ 1521883 w 1692063"/>
                <a:gd name="connsiteY351" fmla="*/ 899583 h 1433406"/>
                <a:gd name="connsiteX352" fmla="*/ 1534583 w 1692063"/>
                <a:gd name="connsiteY352" fmla="*/ 913553 h 1433406"/>
                <a:gd name="connsiteX353" fmla="*/ 1545590 w 1692063"/>
                <a:gd name="connsiteY353" fmla="*/ 925830 h 1433406"/>
                <a:gd name="connsiteX354" fmla="*/ 1538817 w 1692063"/>
                <a:gd name="connsiteY354" fmla="*/ 939800 h 1433406"/>
                <a:gd name="connsiteX355" fmla="*/ 1531620 w 1692063"/>
                <a:gd name="connsiteY355" fmla="*/ 955040 h 1433406"/>
                <a:gd name="connsiteX356" fmla="*/ 1516380 w 1692063"/>
                <a:gd name="connsiteY356" fmla="*/ 959273 h 1433406"/>
                <a:gd name="connsiteX357" fmla="*/ 1509183 w 1692063"/>
                <a:gd name="connsiteY357" fmla="*/ 967740 h 1433406"/>
                <a:gd name="connsiteX358" fmla="*/ 1493520 w 1692063"/>
                <a:gd name="connsiteY358" fmla="*/ 966470 h 1433406"/>
                <a:gd name="connsiteX359" fmla="*/ 1479550 w 1692063"/>
                <a:gd name="connsiteY359" fmla="*/ 967740 h 1433406"/>
                <a:gd name="connsiteX360" fmla="*/ 1474047 w 1692063"/>
                <a:gd name="connsiteY360" fmla="*/ 971973 h 1433406"/>
                <a:gd name="connsiteX361" fmla="*/ 1471083 w 1692063"/>
                <a:gd name="connsiteY361" fmla="*/ 974937 h 1433406"/>
                <a:gd name="connsiteX362" fmla="*/ 1475317 w 1692063"/>
                <a:gd name="connsiteY362" fmla="*/ 979170 h 1433406"/>
                <a:gd name="connsiteX363" fmla="*/ 1486324 w 1692063"/>
                <a:gd name="connsiteY363" fmla="*/ 993140 h 1433406"/>
                <a:gd name="connsiteX364" fmla="*/ 1487593 w 1692063"/>
                <a:gd name="connsiteY364" fmla="*/ 1002877 h 1433406"/>
                <a:gd name="connsiteX365" fmla="*/ 1493097 w 1692063"/>
                <a:gd name="connsiteY365" fmla="*/ 1008380 h 1433406"/>
                <a:gd name="connsiteX366" fmla="*/ 1508760 w 1692063"/>
                <a:gd name="connsiteY366" fmla="*/ 1015577 h 1433406"/>
                <a:gd name="connsiteX367" fmla="*/ 1522730 w 1692063"/>
                <a:gd name="connsiteY367" fmla="*/ 1024043 h 1433406"/>
                <a:gd name="connsiteX368" fmla="*/ 1529927 w 1692063"/>
                <a:gd name="connsiteY368" fmla="*/ 1038013 h 1433406"/>
                <a:gd name="connsiteX369" fmla="*/ 1528657 w 1692063"/>
                <a:gd name="connsiteY369" fmla="*/ 1043517 h 1433406"/>
                <a:gd name="connsiteX370" fmla="*/ 1514687 w 1692063"/>
                <a:gd name="connsiteY370" fmla="*/ 1049020 h 1433406"/>
                <a:gd name="connsiteX371" fmla="*/ 1511724 w 1692063"/>
                <a:gd name="connsiteY371" fmla="*/ 1058757 h 1433406"/>
                <a:gd name="connsiteX372" fmla="*/ 1501987 w 1692063"/>
                <a:gd name="connsiteY372" fmla="*/ 1073997 h 1433406"/>
                <a:gd name="connsiteX373" fmla="*/ 1504527 w 1692063"/>
                <a:gd name="connsiteY373" fmla="*/ 1087967 h 1433406"/>
                <a:gd name="connsiteX374" fmla="*/ 1505797 w 1692063"/>
                <a:gd name="connsiteY374" fmla="*/ 1097703 h 1433406"/>
                <a:gd name="connsiteX375" fmla="*/ 1510030 w 1692063"/>
                <a:gd name="connsiteY375" fmla="*/ 1103207 h 1433406"/>
                <a:gd name="connsiteX376" fmla="*/ 1524000 w 1692063"/>
                <a:gd name="connsiteY376" fmla="*/ 1117177 h 1433406"/>
                <a:gd name="connsiteX377" fmla="*/ 1539240 w 1692063"/>
                <a:gd name="connsiteY377" fmla="*/ 1121410 h 1433406"/>
                <a:gd name="connsiteX378" fmla="*/ 1553210 w 1692063"/>
                <a:gd name="connsiteY378" fmla="*/ 1129877 h 1433406"/>
                <a:gd name="connsiteX379" fmla="*/ 1567180 w 1692063"/>
                <a:gd name="connsiteY379" fmla="*/ 1135380 h 1433406"/>
                <a:gd name="connsiteX380" fmla="*/ 1581150 w 1692063"/>
                <a:gd name="connsiteY380" fmla="*/ 1135380 h 1433406"/>
                <a:gd name="connsiteX381" fmla="*/ 1595120 w 1692063"/>
                <a:gd name="connsiteY381" fmla="*/ 1129877 h 1433406"/>
                <a:gd name="connsiteX382" fmla="*/ 1609090 w 1692063"/>
                <a:gd name="connsiteY382" fmla="*/ 1128607 h 1433406"/>
                <a:gd name="connsiteX383" fmla="*/ 1613324 w 1692063"/>
                <a:gd name="connsiteY383" fmla="*/ 1142577 h 1433406"/>
                <a:gd name="connsiteX384" fmla="*/ 1613324 w 1692063"/>
                <a:gd name="connsiteY384" fmla="*/ 1146810 h 1433406"/>
                <a:gd name="connsiteX385" fmla="*/ 1602317 w 1692063"/>
                <a:gd name="connsiteY385" fmla="*/ 1160780 h 1433406"/>
                <a:gd name="connsiteX386" fmla="*/ 1588347 w 1692063"/>
                <a:gd name="connsiteY386" fmla="*/ 1174750 h 1433406"/>
                <a:gd name="connsiteX387" fmla="*/ 1588347 w 1692063"/>
                <a:gd name="connsiteY387" fmla="*/ 1189990 h 1433406"/>
                <a:gd name="connsiteX388" fmla="*/ 1588347 w 1692063"/>
                <a:gd name="connsiteY388" fmla="*/ 1191260 h 1433406"/>
                <a:gd name="connsiteX389" fmla="*/ 1589617 w 1692063"/>
                <a:gd name="connsiteY389" fmla="*/ 1194223 h 1433406"/>
                <a:gd name="connsiteX390" fmla="*/ 1576917 w 1692063"/>
                <a:gd name="connsiteY390" fmla="*/ 1198457 h 1433406"/>
                <a:gd name="connsiteX391" fmla="*/ 1575647 w 1692063"/>
                <a:gd name="connsiteY391" fmla="*/ 1195917 h 1433406"/>
                <a:gd name="connsiteX392" fmla="*/ 1574377 w 1692063"/>
                <a:gd name="connsiteY392" fmla="*/ 1195917 h 1433406"/>
                <a:gd name="connsiteX393" fmla="*/ 1570143 w 1692063"/>
                <a:gd name="connsiteY393" fmla="*/ 1202690 h 1433406"/>
                <a:gd name="connsiteX394" fmla="*/ 1556174 w 1692063"/>
                <a:gd name="connsiteY394" fmla="*/ 1206924 h 1433406"/>
                <a:gd name="connsiteX395" fmla="*/ 1542203 w 1692063"/>
                <a:gd name="connsiteY395" fmla="*/ 1212427 h 1433406"/>
                <a:gd name="connsiteX396" fmla="*/ 1536700 w 1692063"/>
                <a:gd name="connsiteY396" fmla="*/ 1227666 h 1433406"/>
                <a:gd name="connsiteX397" fmla="*/ 1522730 w 1692063"/>
                <a:gd name="connsiteY397" fmla="*/ 1231900 h 1433406"/>
                <a:gd name="connsiteX398" fmla="*/ 1514263 w 1692063"/>
                <a:gd name="connsiteY398" fmla="*/ 1233170 h 1433406"/>
                <a:gd name="connsiteX399" fmla="*/ 1507490 w 1692063"/>
                <a:gd name="connsiteY399" fmla="*/ 1247140 h 1433406"/>
                <a:gd name="connsiteX400" fmla="*/ 1493520 w 1692063"/>
                <a:gd name="connsiteY400" fmla="*/ 1252643 h 1433406"/>
                <a:gd name="connsiteX401" fmla="*/ 1478280 w 1692063"/>
                <a:gd name="connsiteY401" fmla="*/ 1263650 h 1433406"/>
                <a:gd name="connsiteX402" fmla="*/ 1464310 w 1692063"/>
                <a:gd name="connsiteY402" fmla="*/ 1273387 h 1433406"/>
                <a:gd name="connsiteX403" fmla="*/ 1474047 w 1692063"/>
                <a:gd name="connsiteY403" fmla="*/ 1287357 h 1433406"/>
                <a:gd name="connsiteX404" fmla="*/ 1460077 w 1692063"/>
                <a:gd name="connsiteY404" fmla="*/ 1290320 h 1433406"/>
                <a:gd name="connsiteX405" fmla="*/ 1446107 w 1692063"/>
                <a:gd name="connsiteY405" fmla="*/ 1295824 h 1433406"/>
                <a:gd name="connsiteX406" fmla="*/ 1430867 w 1692063"/>
                <a:gd name="connsiteY406" fmla="*/ 1308524 h 1433406"/>
                <a:gd name="connsiteX407" fmla="*/ 1416897 w 1692063"/>
                <a:gd name="connsiteY407" fmla="*/ 1301327 h 1433406"/>
                <a:gd name="connsiteX408" fmla="*/ 1401657 w 1692063"/>
                <a:gd name="connsiteY408" fmla="*/ 1314027 h 1433406"/>
                <a:gd name="connsiteX409" fmla="*/ 1387687 w 1692063"/>
                <a:gd name="connsiteY409" fmla="*/ 1307253 h 1433406"/>
                <a:gd name="connsiteX410" fmla="*/ 1373717 w 1692063"/>
                <a:gd name="connsiteY410" fmla="*/ 1301750 h 1433406"/>
                <a:gd name="connsiteX411" fmla="*/ 1359747 w 1692063"/>
                <a:gd name="connsiteY411" fmla="*/ 1313180 h 1433406"/>
                <a:gd name="connsiteX412" fmla="*/ 1345777 w 1692063"/>
                <a:gd name="connsiteY412" fmla="*/ 1297940 h 1433406"/>
                <a:gd name="connsiteX413" fmla="*/ 1341543 w 1692063"/>
                <a:gd name="connsiteY413" fmla="*/ 1292437 h 1433406"/>
                <a:gd name="connsiteX414" fmla="*/ 1340274 w 1692063"/>
                <a:gd name="connsiteY414" fmla="*/ 1292437 h 1433406"/>
                <a:gd name="connsiteX415" fmla="*/ 1326303 w 1692063"/>
                <a:gd name="connsiteY415" fmla="*/ 1292437 h 1433406"/>
                <a:gd name="connsiteX416" fmla="*/ 1311063 w 1692063"/>
                <a:gd name="connsiteY416" fmla="*/ 1286933 h 1433406"/>
                <a:gd name="connsiteX417" fmla="*/ 1297093 w 1692063"/>
                <a:gd name="connsiteY417" fmla="*/ 1286933 h 1433406"/>
                <a:gd name="connsiteX418" fmla="*/ 1298363 w 1692063"/>
                <a:gd name="connsiteY418" fmla="*/ 1271693 h 1433406"/>
                <a:gd name="connsiteX419" fmla="*/ 1283124 w 1692063"/>
                <a:gd name="connsiteY419" fmla="*/ 1267460 h 1433406"/>
                <a:gd name="connsiteX420" fmla="*/ 1267883 w 1692063"/>
                <a:gd name="connsiteY420" fmla="*/ 1267460 h 1433406"/>
                <a:gd name="connsiteX421" fmla="*/ 1253913 w 1692063"/>
                <a:gd name="connsiteY421" fmla="*/ 1266190 h 1433406"/>
                <a:gd name="connsiteX422" fmla="*/ 1252643 w 1692063"/>
                <a:gd name="connsiteY422" fmla="*/ 1257724 h 1433406"/>
                <a:gd name="connsiteX423" fmla="*/ 1255183 w 1692063"/>
                <a:gd name="connsiteY423" fmla="*/ 1256030 h 1433406"/>
                <a:gd name="connsiteX424" fmla="*/ 1270424 w 1692063"/>
                <a:gd name="connsiteY424" fmla="*/ 1254760 h 1433406"/>
                <a:gd name="connsiteX425" fmla="*/ 1266190 w 1692063"/>
                <a:gd name="connsiteY425" fmla="*/ 1240790 h 1433406"/>
                <a:gd name="connsiteX426" fmla="*/ 1252220 w 1692063"/>
                <a:gd name="connsiteY426" fmla="*/ 1237827 h 1433406"/>
                <a:gd name="connsiteX427" fmla="*/ 1257724 w 1692063"/>
                <a:gd name="connsiteY427" fmla="*/ 1251797 h 1433406"/>
                <a:gd name="connsiteX428" fmla="*/ 1253490 w 1692063"/>
                <a:gd name="connsiteY428" fmla="*/ 1254760 h 1433406"/>
                <a:gd name="connsiteX429" fmla="*/ 1252220 w 1692063"/>
                <a:gd name="connsiteY429" fmla="*/ 1254760 h 1433406"/>
                <a:gd name="connsiteX430" fmla="*/ 1249257 w 1692063"/>
                <a:gd name="connsiteY430" fmla="*/ 1254760 h 1433406"/>
                <a:gd name="connsiteX431" fmla="*/ 1234017 w 1692063"/>
                <a:gd name="connsiteY431" fmla="*/ 1253490 h 1433406"/>
                <a:gd name="connsiteX432" fmla="*/ 1224280 w 1692063"/>
                <a:gd name="connsiteY432" fmla="*/ 1258993 h 1433406"/>
                <a:gd name="connsiteX433" fmla="*/ 1215813 w 1692063"/>
                <a:gd name="connsiteY433" fmla="*/ 1243753 h 1433406"/>
                <a:gd name="connsiteX434" fmla="*/ 1211580 w 1692063"/>
                <a:gd name="connsiteY434" fmla="*/ 1229783 h 1433406"/>
                <a:gd name="connsiteX435" fmla="*/ 1214120 w 1692063"/>
                <a:gd name="connsiteY435" fmla="*/ 1243753 h 1433406"/>
                <a:gd name="connsiteX436" fmla="*/ 1219624 w 1692063"/>
                <a:gd name="connsiteY436" fmla="*/ 1257724 h 1433406"/>
                <a:gd name="connsiteX437" fmla="*/ 1204383 w 1692063"/>
                <a:gd name="connsiteY437" fmla="*/ 1264497 h 1433406"/>
                <a:gd name="connsiteX438" fmla="*/ 1192953 w 1692063"/>
                <a:gd name="connsiteY438" fmla="*/ 1250527 h 1433406"/>
                <a:gd name="connsiteX439" fmla="*/ 1177713 w 1692063"/>
                <a:gd name="connsiteY439" fmla="*/ 1247987 h 1433406"/>
                <a:gd name="connsiteX440" fmla="*/ 1169247 w 1692063"/>
                <a:gd name="connsiteY440" fmla="*/ 1247987 h 1433406"/>
                <a:gd name="connsiteX441" fmla="*/ 1154007 w 1692063"/>
                <a:gd name="connsiteY441" fmla="*/ 1240790 h 1433406"/>
                <a:gd name="connsiteX442" fmla="*/ 1148503 w 1692063"/>
                <a:gd name="connsiteY442" fmla="*/ 1243753 h 1433406"/>
                <a:gd name="connsiteX443" fmla="*/ 1134533 w 1692063"/>
                <a:gd name="connsiteY443" fmla="*/ 1242483 h 1433406"/>
                <a:gd name="connsiteX444" fmla="*/ 1126067 w 1692063"/>
                <a:gd name="connsiteY444" fmla="*/ 1231477 h 1433406"/>
                <a:gd name="connsiteX445" fmla="*/ 1112097 w 1692063"/>
                <a:gd name="connsiteY445" fmla="*/ 1234016 h 1433406"/>
                <a:gd name="connsiteX446" fmla="*/ 1098127 w 1692063"/>
                <a:gd name="connsiteY446" fmla="*/ 1242483 h 1433406"/>
                <a:gd name="connsiteX447" fmla="*/ 1084157 w 1692063"/>
                <a:gd name="connsiteY447" fmla="*/ 1253490 h 1433406"/>
                <a:gd name="connsiteX448" fmla="*/ 1068917 w 1692063"/>
                <a:gd name="connsiteY448" fmla="*/ 1258993 h 1433406"/>
                <a:gd name="connsiteX449" fmla="*/ 1054947 w 1692063"/>
                <a:gd name="connsiteY449" fmla="*/ 1270000 h 1433406"/>
                <a:gd name="connsiteX450" fmla="*/ 1040977 w 1692063"/>
                <a:gd name="connsiteY450" fmla="*/ 1277197 h 1433406"/>
                <a:gd name="connsiteX451" fmla="*/ 1027007 w 1692063"/>
                <a:gd name="connsiteY451" fmla="*/ 1278466 h 1433406"/>
                <a:gd name="connsiteX452" fmla="*/ 1013037 w 1692063"/>
                <a:gd name="connsiteY452" fmla="*/ 1288203 h 1433406"/>
                <a:gd name="connsiteX453" fmla="*/ 999067 w 1692063"/>
                <a:gd name="connsiteY453" fmla="*/ 1302174 h 1433406"/>
                <a:gd name="connsiteX454" fmla="*/ 983827 w 1692063"/>
                <a:gd name="connsiteY454" fmla="*/ 1310640 h 1433406"/>
                <a:gd name="connsiteX455" fmla="*/ 986790 w 1692063"/>
                <a:gd name="connsiteY455" fmla="*/ 1324610 h 1433406"/>
                <a:gd name="connsiteX456" fmla="*/ 981287 w 1692063"/>
                <a:gd name="connsiteY456" fmla="*/ 1333077 h 1433406"/>
                <a:gd name="connsiteX457" fmla="*/ 981287 w 1692063"/>
                <a:gd name="connsiteY457" fmla="*/ 1334347 h 1433406"/>
                <a:gd name="connsiteX458" fmla="*/ 980017 w 1692063"/>
                <a:gd name="connsiteY458" fmla="*/ 1339850 h 1433406"/>
                <a:gd name="connsiteX459" fmla="*/ 980017 w 1692063"/>
                <a:gd name="connsiteY459" fmla="*/ 1342813 h 1433406"/>
                <a:gd name="connsiteX460" fmla="*/ 975783 w 1692063"/>
                <a:gd name="connsiteY460" fmla="*/ 1347047 h 1433406"/>
                <a:gd name="connsiteX461" fmla="*/ 982557 w 1692063"/>
                <a:gd name="connsiteY461" fmla="*/ 1352550 h 1433406"/>
                <a:gd name="connsiteX462" fmla="*/ 983827 w 1692063"/>
                <a:gd name="connsiteY462" fmla="*/ 1352550 h 1433406"/>
                <a:gd name="connsiteX463" fmla="*/ 983827 w 1692063"/>
                <a:gd name="connsiteY463" fmla="*/ 1367790 h 1433406"/>
                <a:gd name="connsiteX464" fmla="*/ 983827 w 1692063"/>
                <a:gd name="connsiteY464" fmla="*/ 1381760 h 1433406"/>
                <a:gd name="connsiteX465" fmla="*/ 983827 w 1692063"/>
                <a:gd name="connsiteY465" fmla="*/ 1395730 h 1433406"/>
                <a:gd name="connsiteX466" fmla="*/ 996527 w 1692063"/>
                <a:gd name="connsiteY466" fmla="*/ 1409700 h 1433406"/>
                <a:gd name="connsiteX467" fmla="*/ 1000760 w 1692063"/>
                <a:gd name="connsiteY467" fmla="*/ 1416474 h 1433406"/>
                <a:gd name="connsiteX468" fmla="*/ 999490 w 1692063"/>
                <a:gd name="connsiteY468" fmla="*/ 1417743 h 1433406"/>
                <a:gd name="connsiteX469" fmla="*/ 991447 w 1692063"/>
                <a:gd name="connsiteY469" fmla="*/ 1417743 h 1433406"/>
                <a:gd name="connsiteX470" fmla="*/ 976207 w 1692063"/>
                <a:gd name="connsiteY470" fmla="*/ 1410970 h 1433406"/>
                <a:gd name="connsiteX471" fmla="*/ 962237 w 1692063"/>
                <a:gd name="connsiteY471" fmla="*/ 1413933 h 1433406"/>
                <a:gd name="connsiteX472" fmla="*/ 962237 w 1692063"/>
                <a:gd name="connsiteY472" fmla="*/ 1412240 h 1433406"/>
                <a:gd name="connsiteX473" fmla="*/ 946997 w 1692063"/>
                <a:gd name="connsiteY473" fmla="*/ 1420707 h 1433406"/>
                <a:gd name="connsiteX474" fmla="*/ 933027 w 1692063"/>
                <a:gd name="connsiteY474" fmla="*/ 1433407 h 1433406"/>
                <a:gd name="connsiteX475" fmla="*/ 919057 w 1692063"/>
                <a:gd name="connsiteY475" fmla="*/ 1430443 h 1433406"/>
                <a:gd name="connsiteX476" fmla="*/ 905087 w 1692063"/>
                <a:gd name="connsiteY476" fmla="*/ 1429174 h 1433406"/>
                <a:gd name="connsiteX477" fmla="*/ 895350 w 1692063"/>
                <a:gd name="connsiteY477" fmla="*/ 1423670 h 1433406"/>
                <a:gd name="connsiteX478" fmla="*/ 881380 w 1692063"/>
                <a:gd name="connsiteY478" fmla="*/ 1418166 h 1433406"/>
                <a:gd name="connsiteX479" fmla="*/ 867410 w 1692063"/>
                <a:gd name="connsiteY479" fmla="*/ 1419437 h 1433406"/>
                <a:gd name="connsiteX480" fmla="*/ 851747 w 1692063"/>
                <a:gd name="connsiteY480" fmla="*/ 1430443 h 1433406"/>
                <a:gd name="connsiteX481" fmla="*/ 837777 w 1692063"/>
                <a:gd name="connsiteY481" fmla="*/ 1417743 h 1433406"/>
                <a:gd name="connsiteX482" fmla="*/ 836507 w 1692063"/>
                <a:gd name="connsiteY482" fmla="*/ 1417743 h 1433406"/>
                <a:gd name="connsiteX483" fmla="*/ 836507 w 1692063"/>
                <a:gd name="connsiteY483" fmla="*/ 1416474 h 1433406"/>
                <a:gd name="connsiteX484" fmla="*/ 831003 w 1692063"/>
                <a:gd name="connsiteY484" fmla="*/ 1415203 h 1433406"/>
                <a:gd name="connsiteX485" fmla="*/ 822537 w 1692063"/>
                <a:gd name="connsiteY485" fmla="*/ 1409700 h 1433406"/>
                <a:gd name="connsiteX486" fmla="*/ 807297 w 1692063"/>
                <a:gd name="connsiteY486" fmla="*/ 1408430 h 1433406"/>
                <a:gd name="connsiteX487" fmla="*/ 807297 w 1692063"/>
                <a:gd name="connsiteY487" fmla="*/ 1405466 h 1433406"/>
                <a:gd name="connsiteX488" fmla="*/ 808567 w 1692063"/>
                <a:gd name="connsiteY488" fmla="*/ 1398693 h 1433406"/>
                <a:gd name="connsiteX489" fmla="*/ 814070 w 1692063"/>
                <a:gd name="connsiteY489" fmla="*/ 1395730 h 1433406"/>
                <a:gd name="connsiteX490" fmla="*/ 804333 w 1692063"/>
                <a:gd name="connsiteY490" fmla="*/ 1385993 h 1433406"/>
                <a:gd name="connsiteX491" fmla="*/ 790363 w 1692063"/>
                <a:gd name="connsiteY491" fmla="*/ 1384724 h 1433406"/>
                <a:gd name="connsiteX492" fmla="*/ 776393 w 1692063"/>
                <a:gd name="connsiteY492" fmla="*/ 1382183 h 1433406"/>
                <a:gd name="connsiteX493" fmla="*/ 769620 w 1692063"/>
                <a:gd name="connsiteY493" fmla="*/ 1390650 h 1433406"/>
                <a:gd name="connsiteX494" fmla="*/ 762847 w 1692063"/>
                <a:gd name="connsiteY494" fmla="*/ 1375410 h 1433406"/>
                <a:gd name="connsiteX495" fmla="*/ 748877 w 1692063"/>
                <a:gd name="connsiteY495" fmla="*/ 1371177 h 1433406"/>
                <a:gd name="connsiteX496" fmla="*/ 733637 w 1692063"/>
                <a:gd name="connsiteY496" fmla="*/ 1372447 h 1433406"/>
                <a:gd name="connsiteX497" fmla="*/ 719667 w 1692063"/>
                <a:gd name="connsiteY497" fmla="*/ 1361440 h 1433406"/>
                <a:gd name="connsiteX498" fmla="*/ 705697 w 1692063"/>
                <a:gd name="connsiteY498" fmla="*/ 1357207 h 1433406"/>
                <a:gd name="connsiteX499" fmla="*/ 690457 w 1692063"/>
                <a:gd name="connsiteY499" fmla="*/ 1352974 h 1433406"/>
                <a:gd name="connsiteX500" fmla="*/ 680720 w 1692063"/>
                <a:gd name="connsiteY500" fmla="*/ 1351703 h 1433406"/>
                <a:gd name="connsiteX501" fmla="*/ 677757 w 1692063"/>
                <a:gd name="connsiteY501" fmla="*/ 1350010 h 1433406"/>
                <a:gd name="connsiteX502" fmla="*/ 673524 w 1692063"/>
                <a:gd name="connsiteY502" fmla="*/ 1347047 h 1433406"/>
                <a:gd name="connsiteX503" fmla="*/ 666750 w 1692063"/>
                <a:gd name="connsiteY503" fmla="*/ 1361016 h 1433406"/>
                <a:gd name="connsiteX504" fmla="*/ 666750 w 1692063"/>
                <a:gd name="connsiteY504" fmla="*/ 1376257 h 1433406"/>
                <a:gd name="connsiteX505" fmla="*/ 654050 w 1692063"/>
                <a:gd name="connsiteY505" fmla="*/ 1374987 h 1433406"/>
                <a:gd name="connsiteX506" fmla="*/ 640080 w 1692063"/>
                <a:gd name="connsiteY506" fmla="*/ 1374987 h 1433406"/>
                <a:gd name="connsiteX507" fmla="*/ 634577 w 1692063"/>
                <a:gd name="connsiteY507" fmla="*/ 1376257 h 1433406"/>
                <a:gd name="connsiteX508" fmla="*/ 618913 w 1692063"/>
                <a:gd name="connsiteY508" fmla="*/ 1376257 h 1433406"/>
                <a:gd name="connsiteX509" fmla="*/ 604943 w 1692063"/>
                <a:gd name="connsiteY509" fmla="*/ 1369483 h 1433406"/>
                <a:gd name="connsiteX510" fmla="*/ 589703 w 1692063"/>
                <a:gd name="connsiteY510" fmla="*/ 1372447 h 1433406"/>
                <a:gd name="connsiteX511" fmla="*/ 575733 w 1692063"/>
                <a:gd name="connsiteY511" fmla="*/ 1376680 h 1433406"/>
                <a:gd name="connsiteX512" fmla="*/ 564727 w 1692063"/>
                <a:gd name="connsiteY512" fmla="*/ 1371177 h 1433406"/>
                <a:gd name="connsiteX513" fmla="*/ 550757 w 1692063"/>
                <a:gd name="connsiteY513" fmla="*/ 1358477 h 1433406"/>
                <a:gd name="connsiteX514" fmla="*/ 535517 w 1692063"/>
                <a:gd name="connsiteY514" fmla="*/ 1350010 h 1433406"/>
                <a:gd name="connsiteX515" fmla="*/ 523240 w 1692063"/>
                <a:gd name="connsiteY515" fmla="*/ 1356783 h 1433406"/>
                <a:gd name="connsiteX516" fmla="*/ 508000 w 1692063"/>
                <a:gd name="connsiteY516" fmla="*/ 1355513 h 1433406"/>
                <a:gd name="connsiteX517" fmla="*/ 508000 w 1692063"/>
                <a:gd name="connsiteY517" fmla="*/ 1358477 h 1433406"/>
                <a:gd name="connsiteX518" fmla="*/ 505460 w 1692063"/>
                <a:gd name="connsiteY518" fmla="*/ 1359747 h 1433406"/>
                <a:gd name="connsiteX519" fmla="*/ 495724 w 1692063"/>
                <a:gd name="connsiteY519" fmla="*/ 1351280 h 1433406"/>
                <a:gd name="connsiteX520" fmla="*/ 481753 w 1692063"/>
                <a:gd name="connsiteY520" fmla="*/ 1337310 h 1433406"/>
                <a:gd name="connsiteX521" fmla="*/ 477520 w 1692063"/>
                <a:gd name="connsiteY521" fmla="*/ 1330113 h 1433406"/>
                <a:gd name="connsiteX522" fmla="*/ 462280 w 1692063"/>
                <a:gd name="connsiteY522" fmla="*/ 1333077 h 1433406"/>
                <a:gd name="connsiteX523" fmla="*/ 448310 w 1692063"/>
                <a:gd name="connsiteY523" fmla="*/ 1330113 h 1433406"/>
                <a:gd name="connsiteX524" fmla="*/ 434340 w 1692063"/>
                <a:gd name="connsiteY524" fmla="*/ 1321647 h 1433406"/>
                <a:gd name="connsiteX525" fmla="*/ 421640 w 1692063"/>
                <a:gd name="connsiteY525" fmla="*/ 1318683 h 1433406"/>
                <a:gd name="connsiteX526" fmla="*/ 408940 w 1692063"/>
                <a:gd name="connsiteY526" fmla="*/ 1304713 h 1433406"/>
                <a:gd name="connsiteX527" fmla="*/ 407670 w 1692063"/>
                <a:gd name="connsiteY527" fmla="*/ 1304713 h 1433406"/>
                <a:gd name="connsiteX528" fmla="*/ 397933 w 1692063"/>
                <a:gd name="connsiteY528" fmla="*/ 1318683 h 1433406"/>
                <a:gd name="connsiteX529" fmla="*/ 383963 w 1692063"/>
                <a:gd name="connsiteY529" fmla="*/ 1307677 h 1433406"/>
                <a:gd name="connsiteX530" fmla="*/ 393700 w 1692063"/>
                <a:gd name="connsiteY530" fmla="*/ 1293707 h 1433406"/>
                <a:gd name="connsiteX531" fmla="*/ 392430 w 1692063"/>
                <a:gd name="connsiteY531" fmla="*/ 1278466 h 1433406"/>
                <a:gd name="connsiteX532" fmla="*/ 378460 w 1692063"/>
                <a:gd name="connsiteY532" fmla="*/ 1275503 h 1433406"/>
                <a:gd name="connsiteX533" fmla="*/ 363220 w 1692063"/>
                <a:gd name="connsiteY533" fmla="*/ 1274233 h 1433406"/>
                <a:gd name="connsiteX534" fmla="*/ 349250 w 1692063"/>
                <a:gd name="connsiteY534" fmla="*/ 1274233 h 1433406"/>
                <a:gd name="connsiteX535" fmla="*/ 346287 w 1692063"/>
                <a:gd name="connsiteY535" fmla="*/ 1267037 h 1433406"/>
                <a:gd name="connsiteX536" fmla="*/ 342053 w 1692063"/>
                <a:gd name="connsiteY536" fmla="*/ 1265766 h 1433406"/>
                <a:gd name="connsiteX537" fmla="*/ 343324 w 1692063"/>
                <a:gd name="connsiteY537" fmla="*/ 1264497 h 1433406"/>
                <a:gd name="connsiteX538" fmla="*/ 357293 w 1692063"/>
                <a:gd name="connsiteY538" fmla="*/ 1258993 h 1433406"/>
                <a:gd name="connsiteX539" fmla="*/ 371263 w 1692063"/>
                <a:gd name="connsiteY539" fmla="*/ 1247987 h 1433406"/>
                <a:gd name="connsiteX540" fmla="*/ 379730 w 1692063"/>
                <a:gd name="connsiteY540" fmla="*/ 1235287 h 1433406"/>
                <a:gd name="connsiteX541" fmla="*/ 389467 w 1692063"/>
                <a:gd name="connsiteY541" fmla="*/ 1220047 h 1433406"/>
                <a:gd name="connsiteX542" fmla="*/ 392430 w 1692063"/>
                <a:gd name="connsiteY542" fmla="*/ 1206077 h 1433406"/>
                <a:gd name="connsiteX543" fmla="*/ 395393 w 1692063"/>
                <a:gd name="connsiteY543" fmla="*/ 1192107 h 1433406"/>
                <a:gd name="connsiteX544" fmla="*/ 400897 w 1692063"/>
                <a:gd name="connsiteY544" fmla="*/ 1178137 h 1433406"/>
                <a:gd name="connsiteX545" fmla="*/ 403860 w 1692063"/>
                <a:gd name="connsiteY545" fmla="*/ 1162897 h 1433406"/>
                <a:gd name="connsiteX546" fmla="*/ 408093 w 1692063"/>
                <a:gd name="connsiteY546" fmla="*/ 1148927 h 1433406"/>
                <a:gd name="connsiteX547" fmla="*/ 412327 w 1692063"/>
                <a:gd name="connsiteY547" fmla="*/ 1134957 h 1433406"/>
                <a:gd name="connsiteX548" fmla="*/ 414867 w 1692063"/>
                <a:gd name="connsiteY548" fmla="*/ 1120987 h 1433406"/>
                <a:gd name="connsiteX549" fmla="*/ 419100 w 1692063"/>
                <a:gd name="connsiteY549" fmla="*/ 1105747 h 1433406"/>
                <a:gd name="connsiteX550" fmla="*/ 421640 w 1692063"/>
                <a:gd name="connsiteY550" fmla="*/ 1091777 h 1433406"/>
                <a:gd name="connsiteX551" fmla="*/ 422910 w 1692063"/>
                <a:gd name="connsiteY551" fmla="*/ 1080347 h 1433406"/>
                <a:gd name="connsiteX552" fmla="*/ 425450 w 1692063"/>
                <a:gd name="connsiteY552" fmla="*/ 1065107 h 1433406"/>
                <a:gd name="connsiteX553" fmla="*/ 432224 w 1692063"/>
                <a:gd name="connsiteY553" fmla="*/ 1051137 h 1433406"/>
                <a:gd name="connsiteX554" fmla="*/ 446193 w 1692063"/>
                <a:gd name="connsiteY554" fmla="*/ 1051137 h 1433406"/>
                <a:gd name="connsiteX555" fmla="*/ 444500 w 1692063"/>
                <a:gd name="connsiteY555" fmla="*/ 1035897 h 1433406"/>
                <a:gd name="connsiteX556" fmla="*/ 430530 w 1692063"/>
                <a:gd name="connsiteY556" fmla="*/ 1038860 h 1433406"/>
                <a:gd name="connsiteX557" fmla="*/ 425027 w 1692063"/>
                <a:gd name="connsiteY557" fmla="*/ 1054100 h 1433406"/>
                <a:gd name="connsiteX558" fmla="*/ 425027 w 1692063"/>
                <a:gd name="connsiteY558" fmla="*/ 1038860 h 1433406"/>
                <a:gd name="connsiteX559" fmla="*/ 427990 w 1692063"/>
                <a:gd name="connsiteY559" fmla="*/ 1024890 h 1433406"/>
                <a:gd name="connsiteX560" fmla="*/ 430530 w 1692063"/>
                <a:gd name="connsiteY560" fmla="*/ 1009650 h 1433406"/>
                <a:gd name="connsiteX561" fmla="*/ 433493 w 1692063"/>
                <a:gd name="connsiteY561" fmla="*/ 995680 h 1433406"/>
                <a:gd name="connsiteX562" fmla="*/ 433493 w 1692063"/>
                <a:gd name="connsiteY562" fmla="*/ 993987 h 1433406"/>
                <a:gd name="connsiteX563" fmla="*/ 436033 w 1692063"/>
                <a:gd name="connsiteY563" fmla="*/ 978747 h 1433406"/>
                <a:gd name="connsiteX564" fmla="*/ 438997 w 1692063"/>
                <a:gd name="connsiteY564" fmla="*/ 964777 h 1433406"/>
                <a:gd name="connsiteX565" fmla="*/ 443230 w 1692063"/>
                <a:gd name="connsiteY565" fmla="*/ 949537 h 1433406"/>
                <a:gd name="connsiteX566" fmla="*/ 444500 w 1692063"/>
                <a:gd name="connsiteY566" fmla="*/ 935567 h 1433406"/>
                <a:gd name="connsiteX567" fmla="*/ 446193 w 1692063"/>
                <a:gd name="connsiteY567" fmla="*/ 921597 h 1433406"/>
                <a:gd name="connsiteX568" fmla="*/ 451697 w 1692063"/>
                <a:gd name="connsiteY568" fmla="*/ 906357 h 1433406"/>
                <a:gd name="connsiteX569" fmla="*/ 465667 w 1692063"/>
                <a:gd name="connsiteY569" fmla="*/ 914823 h 1433406"/>
                <a:gd name="connsiteX570" fmla="*/ 479637 w 1692063"/>
                <a:gd name="connsiteY570" fmla="*/ 924560 h 1433406"/>
                <a:gd name="connsiteX571" fmla="*/ 493607 w 1692063"/>
                <a:gd name="connsiteY571" fmla="*/ 938530 h 1433406"/>
                <a:gd name="connsiteX572" fmla="*/ 499110 w 1692063"/>
                <a:gd name="connsiteY572" fmla="*/ 952500 h 1433406"/>
                <a:gd name="connsiteX573" fmla="*/ 500803 w 1692063"/>
                <a:gd name="connsiteY573" fmla="*/ 967740 h 1433406"/>
                <a:gd name="connsiteX574" fmla="*/ 505037 w 1692063"/>
                <a:gd name="connsiteY574" fmla="*/ 981710 h 1433406"/>
                <a:gd name="connsiteX575" fmla="*/ 519007 w 1692063"/>
                <a:gd name="connsiteY575" fmla="*/ 993987 h 1433406"/>
                <a:gd name="connsiteX576" fmla="*/ 520277 w 1692063"/>
                <a:gd name="connsiteY576" fmla="*/ 1007957 h 1433406"/>
                <a:gd name="connsiteX577" fmla="*/ 521547 w 1692063"/>
                <a:gd name="connsiteY577" fmla="*/ 1010920 h 1433406"/>
                <a:gd name="connsiteX578" fmla="*/ 523240 w 1692063"/>
                <a:gd name="connsiteY578" fmla="*/ 996950 h 1433406"/>
                <a:gd name="connsiteX579" fmla="*/ 521547 w 1692063"/>
                <a:gd name="connsiteY579" fmla="*/ 993987 h 1433406"/>
                <a:gd name="connsiteX580" fmla="*/ 509270 w 1692063"/>
                <a:gd name="connsiteY580" fmla="*/ 978747 h 1433406"/>
                <a:gd name="connsiteX581" fmla="*/ 506307 w 1692063"/>
                <a:gd name="connsiteY581" fmla="*/ 964777 h 1433406"/>
                <a:gd name="connsiteX582" fmla="*/ 505037 w 1692063"/>
                <a:gd name="connsiteY582" fmla="*/ 950807 h 1433406"/>
                <a:gd name="connsiteX583" fmla="*/ 503343 w 1692063"/>
                <a:gd name="connsiteY583" fmla="*/ 941070 h 1433406"/>
                <a:gd name="connsiteX584" fmla="*/ 499110 w 1692063"/>
                <a:gd name="connsiteY584" fmla="*/ 925830 h 1433406"/>
                <a:gd name="connsiteX585" fmla="*/ 489374 w 1692063"/>
                <a:gd name="connsiteY585" fmla="*/ 911860 h 1433406"/>
                <a:gd name="connsiteX586" fmla="*/ 475403 w 1692063"/>
                <a:gd name="connsiteY586" fmla="*/ 902123 h 1433406"/>
                <a:gd name="connsiteX587" fmla="*/ 460163 w 1692063"/>
                <a:gd name="connsiteY587" fmla="*/ 889423 h 1433406"/>
                <a:gd name="connsiteX588" fmla="*/ 446193 w 1692063"/>
                <a:gd name="connsiteY588" fmla="*/ 880957 h 1433406"/>
                <a:gd name="connsiteX589" fmla="*/ 435187 w 1692063"/>
                <a:gd name="connsiteY589" fmla="*/ 876723 h 1433406"/>
                <a:gd name="connsiteX590" fmla="*/ 439420 w 1692063"/>
                <a:gd name="connsiteY590" fmla="*/ 862753 h 1433406"/>
                <a:gd name="connsiteX591" fmla="*/ 452120 w 1692063"/>
                <a:gd name="connsiteY591" fmla="*/ 864023 h 1433406"/>
                <a:gd name="connsiteX592" fmla="*/ 467360 w 1692063"/>
                <a:gd name="connsiteY592" fmla="*/ 873760 h 1433406"/>
                <a:gd name="connsiteX593" fmla="*/ 453390 w 1692063"/>
                <a:gd name="connsiteY593" fmla="*/ 861060 h 1433406"/>
                <a:gd name="connsiteX594" fmla="*/ 454660 w 1692063"/>
                <a:gd name="connsiteY594" fmla="*/ 845820 h 1433406"/>
                <a:gd name="connsiteX595" fmla="*/ 458893 w 1692063"/>
                <a:gd name="connsiteY595" fmla="*/ 831850 h 1433406"/>
                <a:gd name="connsiteX596" fmla="*/ 458893 w 1692063"/>
                <a:gd name="connsiteY596" fmla="*/ 817880 h 1433406"/>
                <a:gd name="connsiteX597" fmla="*/ 452120 w 1692063"/>
                <a:gd name="connsiteY597" fmla="*/ 803910 h 1433406"/>
                <a:gd name="connsiteX598" fmla="*/ 452120 w 1692063"/>
                <a:gd name="connsiteY598" fmla="*/ 789940 h 1433406"/>
                <a:gd name="connsiteX599" fmla="*/ 458893 w 1692063"/>
                <a:gd name="connsiteY599" fmla="*/ 775970 h 1433406"/>
                <a:gd name="connsiteX600" fmla="*/ 443653 w 1692063"/>
                <a:gd name="connsiteY600" fmla="*/ 781473 h 1433406"/>
                <a:gd name="connsiteX601" fmla="*/ 429683 w 1692063"/>
                <a:gd name="connsiteY601" fmla="*/ 773007 h 1433406"/>
                <a:gd name="connsiteX602" fmla="*/ 415713 w 1692063"/>
                <a:gd name="connsiteY602" fmla="*/ 773007 h 1433406"/>
                <a:gd name="connsiteX603" fmla="*/ 400474 w 1692063"/>
                <a:gd name="connsiteY603" fmla="*/ 759037 h 1433406"/>
                <a:gd name="connsiteX604" fmla="*/ 389467 w 1692063"/>
                <a:gd name="connsiteY604" fmla="*/ 754803 h 1433406"/>
                <a:gd name="connsiteX605" fmla="*/ 374227 w 1692063"/>
                <a:gd name="connsiteY605" fmla="*/ 746337 h 1433406"/>
                <a:gd name="connsiteX606" fmla="*/ 372957 w 1692063"/>
                <a:gd name="connsiteY606" fmla="*/ 742103 h 1433406"/>
                <a:gd name="connsiteX607" fmla="*/ 366183 w 1692063"/>
                <a:gd name="connsiteY607" fmla="*/ 728133 h 1433406"/>
                <a:gd name="connsiteX608" fmla="*/ 356447 w 1692063"/>
                <a:gd name="connsiteY608" fmla="*/ 714163 h 1433406"/>
                <a:gd name="connsiteX609" fmla="*/ 355177 w 1692063"/>
                <a:gd name="connsiteY609" fmla="*/ 712893 h 1433406"/>
                <a:gd name="connsiteX610" fmla="*/ 341207 w 1692063"/>
                <a:gd name="connsiteY610" fmla="*/ 700193 h 1433406"/>
                <a:gd name="connsiteX611" fmla="*/ 329777 w 1692063"/>
                <a:gd name="connsiteY611" fmla="*/ 686223 h 1433406"/>
                <a:gd name="connsiteX612" fmla="*/ 342477 w 1692063"/>
                <a:gd name="connsiteY612" fmla="*/ 672253 h 1433406"/>
                <a:gd name="connsiteX613" fmla="*/ 347980 w 1692063"/>
                <a:gd name="connsiteY613" fmla="*/ 661247 h 1433406"/>
                <a:gd name="connsiteX614" fmla="*/ 352213 w 1692063"/>
                <a:gd name="connsiteY614" fmla="*/ 658283 h 1433406"/>
                <a:gd name="connsiteX615" fmla="*/ 336974 w 1692063"/>
                <a:gd name="connsiteY615" fmla="*/ 645583 h 1433406"/>
                <a:gd name="connsiteX616" fmla="*/ 323003 w 1692063"/>
                <a:gd name="connsiteY616" fmla="*/ 642620 h 1433406"/>
                <a:gd name="connsiteX617" fmla="*/ 331470 w 1692063"/>
                <a:gd name="connsiteY617" fmla="*/ 628650 h 1433406"/>
                <a:gd name="connsiteX618" fmla="*/ 332740 w 1692063"/>
                <a:gd name="connsiteY618" fmla="*/ 618913 h 1433406"/>
                <a:gd name="connsiteX619" fmla="*/ 346710 w 1692063"/>
                <a:gd name="connsiteY619" fmla="*/ 615950 h 1433406"/>
                <a:gd name="connsiteX620" fmla="*/ 360680 w 1692063"/>
                <a:gd name="connsiteY620" fmla="*/ 617220 h 1433406"/>
                <a:gd name="connsiteX621" fmla="*/ 374650 w 1692063"/>
                <a:gd name="connsiteY621" fmla="*/ 626957 h 1433406"/>
                <a:gd name="connsiteX622" fmla="*/ 387350 w 1692063"/>
                <a:gd name="connsiteY622" fmla="*/ 629920 h 1433406"/>
                <a:gd name="connsiteX623" fmla="*/ 373380 w 1692063"/>
                <a:gd name="connsiteY623" fmla="*/ 621877 h 1433406"/>
                <a:gd name="connsiteX624" fmla="*/ 358140 w 1692063"/>
                <a:gd name="connsiteY624" fmla="*/ 614680 h 1433406"/>
                <a:gd name="connsiteX625" fmla="*/ 344170 w 1692063"/>
                <a:gd name="connsiteY625" fmla="*/ 613410 h 1433406"/>
                <a:gd name="connsiteX626" fmla="*/ 330200 w 1692063"/>
                <a:gd name="connsiteY626" fmla="*/ 614680 h 1433406"/>
                <a:gd name="connsiteX627" fmla="*/ 328930 w 1692063"/>
                <a:gd name="connsiteY627" fmla="*/ 614680 h 1433406"/>
                <a:gd name="connsiteX628" fmla="*/ 314960 w 1692063"/>
                <a:gd name="connsiteY628" fmla="*/ 624417 h 1433406"/>
                <a:gd name="connsiteX629" fmla="*/ 299720 w 1692063"/>
                <a:gd name="connsiteY629" fmla="*/ 617643 h 1433406"/>
                <a:gd name="connsiteX630" fmla="*/ 285750 w 1692063"/>
                <a:gd name="connsiteY630" fmla="*/ 616373 h 1433406"/>
                <a:gd name="connsiteX631" fmla="*/ 284057 w 1692063"/>
                <a:gd name="connsiteY631" fmla="*/ 602403 h 1433406"/>
                <a:gd name="connsiteX632" fmla="*/ 298027 w 1692063"/>
                <a:gd name="connsiteY632" fmla="*/ 596900 h 1433406"/>
                <a:gd name="connsiteX633" fmla="*/ 293793 w 1692063"/>
                <a:gd name="connsiteY633" fmla="*/ 590127 h 1433406"/>
                <a:gd name="connsiteX634" fmla="*/ 307763 w 1692063"/>
                <a:gd name="connsiteY634" fmla="*/ 581660 h 1433406"/>
                <a:gd name="connsiteX635" fmla="*/ 292524 w 1692063"/>
                <a:gd name="connsiteY635" fmla="*/ 578697 h 1433406"/>
                <a:gd name="connsiteX636" fmla="*/ 278553 w 1692063"/>
                <a:gd name="connsiteY636" fmla="*/ 578697 h 1433406"/>
                <a:gd name="connsiteX637" fmla="*/ 264583 w 1692063"/>
                <a:gd name="connsiteY637" fmla="*/ 582930 h 1433406"/>
                <a:gd name="connsiteX638" fmla="*/ 250613 w 1692063"/>
                <a:gd name="connsiteY638" fmla="*/ 584200 h 1433406"/>
                <a:gd name="connsiteX639" fmla="*/ 236643 w 1692063"/>
                <a:gd name="connsiteY639" fmla="*/ 574463 h 1433406"/>
                <a:gd name="connsiteX640" fmla="*/ 250613 w 1692063"/>
                <a:gd name="connsiteY640" fmla="*/ 573193 h 1433406"/>
                <a:gd name="connsiteX641" fmla="*/ 264583 w 1692063"/>
                <a:gd name="connsiteY641" fmla="*/ 567690 h 1433406"/>
                <a:gd name="connsiteX642" fmla="*/ 248920 w 1692063"/>
                <a:gd name="connsiteY642" fmla="*/ 562187 h 1433406"/>
                <a:gd name="connsiteX643" fmla="*/ 234950 w 1692063"/>
                <a:gd name="connsiteY643" fmla="*/ 567690 h 1433406"/>
                <a:gd name="connsiteX644" fmla="*/ 229447 w 1692063"/>
                <a:gd name="connsiteY644" fmla="*/ 560493 h 1433406"/>
                <a:gd name="connsiteX645" fmla="*/ 215477 w 1692063"/>
                <a:gd name="connsiteY645" fmla="*/ 570230 h 1433406"/>
                <a:gd name="connsiteX646" fmla="*/ 209973 w 1692063"/>
                <a:gd name="connsiteY646" fmla="*/ 584200 h 1433406"/>
                <a:gd name="connsiteX647" fmla="*/ 207010 w 1692063"/>
                <a:gd name="connsiteY647" fmla="*/ 568960 h 1433406"/>
                <a:gd name="connsiteX648" fmla="*/ 198543 w 1692063"/>
                <a:gd name="connsiteY648" fmla="*/ 554990 h 1433406"/>
                <a:gd name="connsiteX649" fmla="*/ 208280 w 1692063"/>
                <a:gd name="connsiteY649" fmla="*/ 541020 h 1433406"/>
                <a:gd name="connsiteX650" fmla="*/ 197273 w 1692063"/>
                <a:gd name="connsiteY650" fmla="*/ 554990 h 1433406"/>
                <a:gd name="connsiteX651" fmla="*/ 183303 w 1692063"/>
                <a:gd name="connsiteY651" fmla="*/ 549487 h 1433406"/>
                <a:gd name="connsiteX652" fmla="*/ 190500 w 1692063"/>
                <a:gd name="connsiteY652" fmla="*/ 535517 h 1433406"/>
                <a:gd name="connsiteX653" fmla="*/ 175260 w 1692063"/>
                <a:gd name="connsiteY653" fmla="*/ 543983 h 1433406"/>
                <a:gd name="connsiteX654" fmla="*/ 161290 w 1692063"/>
                <a:gd name="connsiteY654" fmla="*/ 541020 h 1433406"/>
                <a:gd name="connsiteX655" fmla="*/ 158327 w 1692063"/>
                <a:gd name="connsiteY655" fmla="*/ 536787 h 1433406"/>
                <a:gd name="connsiteX656" fmla="*/ 144357 w 1692063"/>
                <a:gd name="connsiteY656" fmla="*/ 536787 h 1433406"/>
                <a:gd name="connsiteX657" fmla="*/ 129117 w 1692063"/>
                <a:gd name="connsiteY657" fmla="*/ 532553 h 1433406"/>
                <a:gd name="connsiteX658" fmla="*/ 115147 w 1692063"/>
                <a:gd name="connsiteY658" fmla="*/ 531283 h 1433406"/>
                <a:gd name="connsiteX659" fmla="*/ 104140 w 1692063"/>
                <a:gd name="connsiteY659" fmla="*/ 517313 h 1433406"/>
                <a:gd name="connsiteX660" fmla="*/ 90170 w 1692063"/>
                <a:gd name="connsiteY660" fmla="*/ 521547 h 1433406"/>
                <a:gd name="connsiteX661" fmla="*/ 76200 w 1692063"/>
                <a:gd name="connsiteY661" fmla="*/ 522817 h 1433406"/>
                <a:gd name="connsiteX662" fmla="*/ 60960 w 1692063"/>
                <a:gd name="connsiteY662" fmla="*/ 534247 h 1433406"/>
                <a:gd name="connsiteX663" fmla="*/ 51223 w 1692063"/>
                <a:gd name="connsiteY663" fmla="*/ 520277 h 1433406"/>
                <a:gd name="connsiteX664" fmla="*/ 42757 w 1692063"/>
                <a:gd name="connsiteY664" fmla="*/ 506307 h 1433406"/>
                <a:gd name="connsiteX665" fmla="*/ 28787 w 1692063"/>
                <a:gd name="connsiteY665" fmla="*/ 497840 h 1433406"/>
                <a:gd name="connsiteX666" fmla="*/ 14817 w 1692063"/>
                <a:gd name="connsiteY666" fmla="*/ 496570 h 1433406"/>
                <a:gd name="connsiteX667" fmla="*/ 3810 w 1692063"/>
                <a:gd name="connsiteY667" fmla="*/ 496147 h 1433406"/>
                <a:gd name="connsiteX668" fmla="*/ 3810 w 1692063"/>
                <a:gd name="connsiteY668" fmla="*/ 496147 h 1433406"/>
                <a:gd name="connsiteX669" fmla="*/ 208703 w 1692063"/>
                <a:gd name="connsiteY669" fmla="*/ 618913 h 1433406"/>
                <a:gd name="connsiteX670" fmla="*/ 201507 w 1692063"/>
                <a:gd name="connsiteY670" fmla="*/ 611717 h 1433406"/>
                <a:gd name="connsiteX671" fmla="*/ 187537 w 1692063"/>
                <a:gd name="connsiteY671" fmla="*/ 601980 h 1433406"/>
                <a:gd name="connsiteX672" fmla="*/ 194733 w 1692063"/>
                <a:gd name="connsiteY672" fmla="*/ 617220 h 1433406"/>
                <a:gd name="connsiteX673" fmla="*/ 208703 w 1692063"/>
                <a:gd name="connsiteY673" fmla="*/ 618913 h 1433406"/>
                <a:gd name="connsiteX674" fmla="*/ 328930 w 1692063"/>
                <a:gd name="connsiteY674" fmla="*/ 681990 h 1433406"/>
                <a:gd name="connsiteX675" fmla="*/ 328930 w 1692063"/>
                <a:gd name="connsiteY675" fmla="*/ 673523 h 1433406"/>
                <a:gd name="connsiteX676" fmla="*/ 313690 w 1692063"/>
                <a:gd name="connsiteY676" fmla="*/ 672253 h 1433406"/>
                <a:gd name="connsiteX677" fmla="*/ 328930 w 1692063"/>
                <a:gd name="connsiteY677" fmla="*/ 681990 h 1433406"/>
                <a:gd name="connsiteX678" fmla="*/ 434763 w 1692063"/>
                <a:gd name="connsiteY678" fmla="*/ 804333 h 1433406"/>
                <a:gd name="connsiteX679" fmla="*/ 434763 w 1692063"/>
                <a:gd name="connsiteY679" fmla="*/ 798830 h 1433406"/>
                <a:gd name="connsiteX680" fmla="*/ 420793 w 1692063"/>
                <a:gd name="connsiteY680" fmla="*/ 796290 h 1433406"/>
                <a:gd name="connsiteX681" fmla="*/ 405553 w 1692063"/>
                <a:gd name="connsiteY681" fmla="*/ 797560 h 1433406"/>
                <a:gd name="connsiteX682" fmla="*/ 419524 w 1692063"/>
                <a:gd name="connsiteY682" fmla="*/ 798830 h 1433406"/>
                <a:gd name="connsiteX683" fmla="*/ 434763 w 1692063"/>
                <a:gd name="connsiteY683" fmla="*/ 804333 h 1433406"/>
                <a:gd name="connsiteX684" fmla="*/ 440267 w 1692063"/>
                <a:gd name="connsiteY684" fmla="*/ 861907 h 1433406"/>
                <a:gd name="connsiteX685" fmla="*/ 442807 w 1692063"/>
                <a:gd name="connsiteY685" fmla="*/ 859367 h 1433406"/>
                <a:gd name="connsiteX686" fmla="*/ 444077 w 1692063"/>
                <a:gd name="connsiteY686" fmla="*/ 845397 h 1433406"/>
                <a:gd name="connsiteX687" fmla="*/ 434340 w 1692063"/>
                <a:gd name="connsiteY687" fmla="*/ 831427 h 1433406"/>
                <a:gd name="connsiteX688" fmla="*/ 420370 w 1692063"/>
                <a:gd name="connsiteY688" fmla="*/ 834390 h 1433406"/>
                <a:gd name="connsiteX689" fmla="*/ 433070 w 1692063"/>
                <a:gd name="connsiteY689" fmla="*/ 848360 h 1433406"/>
                <a:gd name="connsiteX690" fmla="*/ 440267 w 1692063"/>
                <a:gd name="connsiteY690" fmla="*/ 861907 h 1433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</a:cxnLst>
              <a:rect l="l" t="t" r="r" b="b"/>
              <a:pathLst>
                <a:path w="1692063" h="1433406">
                  <a:moveTo>
                    <a:pt x="3810" y="496147"/>
                  </a:moveTo>
                  <a:lnTo>
                    <a:pt x="17780" y="490643"/>
                  </a:lnTo>
                  <a:lnTo>
                    <a:pt x="31750" y="487680"/>
                  </a:lnTo>
                  <a:lnTo>
                    <a:pt x="46990" y="484717"/>
                  </a:lnTo>
                  <a:lnTo>
                    <a:pt x="60960" y="485987"/>
                  </a:lnTo>
                  <a:lnTo>
                    <a:pt x="60960" y="472017"/>
                  </a:lnTo>
                  <a:lnTo>
                    <a:pt x="46990" y="465243"/>
                  </a:lnTo>
                  <a:lnTo>
                    <a:pt x="31750" y="470747"/>
                  </a:lnTo>
                  <a:lnTo>
                    <a:pt x="20743" y="456777"/>
                  </a:lnTo>
                  <a:lnTo>
                    <a:pt x="34713" y="453813"/>
                  </a:lnTo>
                  <a:lnTo>
                    <a:pt x="48683" y="456777"/>
                  </a:lnTo>
                  <a:lnTo>
                    <a:pt x="63923" y="453813"/>
                  </a:lnTo>
                  <a:lnTo>
                    <a:pt x="77893" y="453813"/>
                  </a:lnTo>
                  <a:lnTo>
                    <a:pt x="62653" y="450850"/>
                  </a:lnTo>
                  <a:lnTo>
                    <a:pt x="48683" y="447887"/>
                  </a:lnTo>
                  <a:lnTo>
                    <a:pt x="54187" y="438150"/>
                  </a:lnTo>
                  <a:lnTo>
                    <a:pt x="49953" y="436880"/>
                  </a:lnTo>
                  <a:lnTo>
                    <a:pt x="35983" y="441113"/>
                  </a:lnTo>
                  <a:lnTo>
                    <a:pt x="22013" y="446617"/>
                  </a:lnTo>
                  <a:lnTo>
                    <a:pt x="8043" y="447887"/>
                  </a:lnTo>
                  <a:lnTo>
                    <a:pt x="3810" y="447887"/>
                  </a:lnTo>
                  <a:lnTo>
                    <a:pt x="0" y="433917"/>
                  </a:lnTo>
                  <a:lnTo>
                    <a:pt x="2540" y="418677"/>
                  </a:lnTo>
                  <a:lnTo>
                    <a:pt x="17780" y="408940"/>
                  </a:lnTo>
                  <a:lnTo>
                    <a:pt x="31750" y="404707"/>
                  </a:lnTo>
                  <a:lnTo>
                    <a:pt x="45720" y="399203"/>
                  </a:lnTo>
                  <a:lnTo>
                    <a:pt x="59690" y="392430"/>
                  </a:lnTo>
                  <a:lnTo>
                    <a:pt x="73660" y="396663"/>
                  </a:lnTo>
                  <a:lnTo>
                    <a:pt x="88900" y="389890"/>
                  </a:lnTo>
                  <a:lnTo>
                    <a:pt x="102870" y="385657"/>
                  </a:lnTo>
                  <a:lnTo>
                    <a:pt x="116840" y="391160"/>
                  </a:lnTo>
                  <a:lnTo>
                    <a:pt x="130810" y="383963"/>
                  </a:lnTo>
                  <a:lnTo>
                    <a:pt x="144780" y="388197"/>
                  </a:lnTo>
                  <a:lnTo>
                    <a:pt x="151553" y="389467"/>
                  </a:lnTo>
                  <a:lnTo>
                    <a:pt x="165523" y="382270"/>
                  </a:lnTo>
                  <a:lnTo>
                    <a:pt x="166793" y="368300"/>
                  </a:lnTo>
                  <a:lnTo>
                    <a:pt x="180763" y="368300"/>
                  </a:lnTo>
                  <a:lnTo>
                    <a:pt x="194733" y="365337"/>
                  </a:lnTo>
                  <a:lnTo>
                    <a:pt x="209973" y="359833"/>
                  </a:lnTo>
                  <a:lnTo>
                    <a:pt x="223943" y="359833"/>
                  </a:lnTo>
                  <a:lnTo>
                    <a:pt x="222673" y="373803"/>
                  </a:lnTo>
                  <a:lnTo>
                    <a:pt x="237913" y="376767"/>
                  </a:lnTo>
                  <a:lnTo>
                    <a:pt x="250190" y="390737"/>
                  </a:lnTo>
                  <a:lnTo>
                    <a:pt x="258657" y="404707"/>
                  </a:lnTo>
                  <a:lnTo>
                    <a:pt x="272627" y="418677"/>
                  </a:lnTo>
                  <a:lnTo>
                    <a:pt x="287867" y="408940"/>
                  </a:lnTo>
                  <a:lnTo>
                    <a:pt x="301837" y="400473"/>
                  </a:lnTo>
                  <a:lnTo>
                    <a:pt x="315807" y="394970"/>
                  </a:lnTo>
                  <a:lnTo>
                    <a:pt x="324274" y="389467"/>
                  </a:lnTo>
                  <a:lnTo>
                    <a:pt x="335280" y="403437"/>
                  </a:lnTo>
                  <a:lnTo>
                    <a:pt x="346287" y="402167"/>
                  </a:lnTo>
                  <a:lnTo>
                    <a:pt x="346287" y="401320"/>
                  </a:lnTo>
                  <a:lnTo>
                    <a:pt x="360257" y="400050"/>
                  </a:lnTo>
                  <a:lnTo>
                    <a:pt x="362797" y="409787"/>
                  </a:lnTo>
                  <a:lnTo>
                    <a:pt x="365760" y="419523"/>
                  </a:lnTo>
                  <a:lnTo>
                    <a:pt x="369993" y="416560"/>
                  </a:lnTo>
                  <a:lnTo>
                    <a:pt x="368724" y="415290"/>
                  </a:lnTo>
                  <a:lnTo>
                    <a:pt x="366183" y="408093"/>
                  </a:lnTo>
                  <a:lnTo>
                    <a:pt x="366183" y="394123"/>
                  </a:lnTo>
                  <a:lnTo>
                    <a:pt x="380153" y="388620"/>
                  </a:lnTo>
                  <a:lnTo>
                    <a:pt x="386927" y="402590"/>
                  </a:lnTo>
                  <a:lnTo>
                    <a:pt x="400897" y="402590"/>
                  </a:lnTo>
                  <a:lnTo>
                    <a:pt x="414867" y="399627"/>
                  </a:lnTo>
                  <a:lnTo>
                    <a:pt x="417830" y="398357"/>
                  </a:lnTo>
                  <a:lnTo>
                    <a:pt x="431800" y="399627"/>
                  </a:lnTo>
                  <a:lnTo>
                    <a:pt x="445770" y="398357"/>
                  </a:lnTo>
                  <a:lnTo>
                    <a:pt x="431800" y="391160"/>
                  </a:lnTo>
                  <a:lnTo>
                    <a:pt x="422063" y="375920"/>
                  </a:lnTo>
                  <a:lnTo>
                    <a:pt x="423333" y="372957"/>
                  </a:lnTo>
                  <a:lnTo>
                    <a:pt x="422063" y="358987"/>
                  </a:lnTo>
                  <a:lnTo>
                    <a:pt x="424603" y="345017"/>
                  </a:lnTo>
                  <a:lnTo>
                    <a:pt x="420370" y="331047"/>
                  </a:lnTo>
                  <a:lnTo>
                    <a:pt x="424603" y="315807"/>
                  </a:lnTo>
                  <a:lnTo>
                    <a:pt x="425874" y="301837"/>
                  </a:lnTo>
                  <a:lnTo>
                    <a:pt x="411903" y="290830"/>
                  </a:lnTo>
                  <a:lnTo>
                    <a:pt x="396663" y="278130"/>
                  </a:lnTo>
                  <a:lnTo>
                    <a:pt x="395393" y="264160"/>
                  </a:lnTo>
                  <a:lnTo>
                    <a:pt x="389890" y="250190"/>
                  </a:lnTo>
                  <a:lnTo>
                    <a:pt x="394124" y="236220"/>
                  </a:lnTo>
                  <a:lnTo>
                    <a:pt x="383117" y="220980"/>
                  </a:lnTo>
                  <a:lnTo>
                    <a:pt x="397087" y="223520"/>
                  </a:lnTo>
                  <a:lnTo>
                    <a:pt x="412327" y="227753"/>
                  </a:lnTo>
                  <a:lnTo>
                    <a:pt x="425027" y="233257"/>
                  </a:lnTo>
                  <a:lnTo>
                    <a:pt x="437727" y="231987"/>
                  </a:lnTo>
                  <a:lnTo>
                    <a:pt x="451697" y="225213"/>
                  </a:lnTo>
                  <a:lnTo>
                    <a:pt x="465667" y="226483"/>
                  </a:lnTo>
                  <a:lnTo>
                    <a:pt x="474133" y="240453"/>
                  </a:lnTo>
                  <a:lnTo>
                    <a:pt x="465667" y="254423"/>
                  </a:lnTo>
                  <a:lnTo>
                    <a:pt x="476674" y="268393"/>
                  </a:lnTo>
                  <a:lnTo>
                    <a:pt x="482177" y="282363"/>
                  </a:lnTo>
                  <a:lnTo>
                    <a:pt x="484717" y="283633"/>
                  </a:lnTo>
                  <a:lnTo>
                    <a:pt x="498687" y="275167"/>
                  </a:lnTo>
                  <a:lnTo>
                    <a:pt x="512657" y="276437"/>
                  </a:lnTo>
                  <a:lnTo>
                    <a:pt x="527897" y="280670"/>
                  </a:lnTo>
                  <a:lnTo>
                    <a:pt x="541867" y="281940"/>
                  </a:lnTo>
                  <a:lnTo>
                    <a:pt x="555837" y="281940"/>
                  </a:lnTo>
                  <a:lnTo>
                    <a:pt x="569807" y="283210"/>
                  </a:lnTo>
                  <a:lnTo>
                    <a:pt x="583777" y="286173"/>
                  </a:lnTo>
                  <a:lnTo>
                    <a:pt x="597747" y="291677"/>
                  </a:lnTo>
                  <a:lnTo>
                    <a:pt x="611717" y="290407"/>
                  </a:lnTo>
                  <a:lnTo>
                    <a:pt x="625687" y="287443"/>
                  </a:lnTo>
                  <a:lnTo>
                    <a:pt x="629920" y="284480"/>
                  </a:lnTo>
                  <a:lnTo>
                    <a:pt x="640927" y="278977"/>
                  </a:lnTo>
                  <a:lnTo>
                    <a:pt x="654897" y="270510"/>
                  </a:lnTo>
                  <a:lnTo>
                    <a:pt x="668867" y="269240"/>
                  </a:lnTo>
                  <a:lnTo>
                    <a:pt x="682837" y="266700"/>
                  </a:lnTo>
                  <a:lnTo>
                    <a:pt x="691303" y="262467"/>
                  </a:lnTo>
                  <a:lnTo>
                    <a:pt x="695537" y="259503"/>
                  </a:lnTo>
                  <a:lnTo>
                    <a:pt x="690033" y="260773"/>
                  </a:lnTo>
                  <a:lnTo>
                    <a:pt x="676063" y="265007"/>
                  </a:lnTo>
                  <a:lnTo>
                    <a:pt x="662093" y="263737"/>
                  </a:lnTo>
                  <a:lnTo>
                    <a:pt x="646430" y="259503"/>
                  </a:lnTo>
                  <a:lnTo>
                    <a:pt x="645160" y="245533"/>
                  </a:lnTo>
                  <a:lnTo>
                    <a:pt x="653627" y="231563"/>
                  </a:lnTo>
                  <a:lnTo>
                    <a:pt x="667597" y="218863"/>
                  </a:lnTo>
                  <a:lnTo>
                    <a:pt x="681567" y="213360"/>
                  </a:lnTo>
                  <a:lnTo>
                    <a:pt x="695537" y="207857"/>
                  </a:lnTo>
                  <a:lnTo>
                    <a:pt x="710777" y="199813"/>
                  </a:lnTo>
                  <a:lnTo>
                    <a:pt x="724747" y="196850"/>
                  </a:lnTo>
                  <a:lnTo>
                    <a:pt x="738717" y="195580"/>
                  </a:lnTo>
                  <a:lnTo>
                    <a:pt x="752687" y="191347"/>
                  </a:lnTo>
                  <a:lnTo>
                    <a:pt x="767927" y="188383"/>
                  </a:lnTo>
                  <a:lnTo>
                    <a:pt x="781897" y="184150"/>
                  </a:lnTo>
                  <a:lnTo>
                    <a:pt x="795867" y="178647"/>
                  </a:lnTo>
                  <a:lnTo>
                    <a:pt x="797137" y="175683"/>
                  </a:lnTo>
                  <a:lnTo>
                    <a:pt x="812800" y="165947"/>
                  </a:lnTo>
                  <a:lnTo>
                    <a:pt x="826770" y="150707"/>
                  </a:lnTo>
                  <a:lnTo>
                    <a:pt x="840740" y="142240"/>
                  </a:lnTo>
                  <a:lnTo>
                    <a:pt x="849207" y="146473"/>
                  </a:lnTo>
                  <a:lnTo>
                    <a:pt x="836930" y="132503"/>
                  </a:lnTo>
                  <a:lnTo>
                    <a:pt x="838200" y="117263"/>
                  </a:lnTo>
                  <a:lnTo>
                    <a:pt x="845397" y="115993"/>
                  </a:lnTo>
                  <a:lnTo>
                    <a:pt x="842433" y="102023"/>
                  </a:lnTo>
                  <a:lnTo>
                    <a:pt x="846667" y="88053"/>
                  </a:lnTo>
                  <a:lnTo>
                    <a:pt x="844127" y="72813"/>
                  </a:lnTo>
                  <a:lnTo>
                    <a:pt x="844127" y="58843"/>
                  </a:lnTo>
                  <a:lnTo>
                    <a:pt x="848360" y="44873"/>
                  </a:lnTo>
                  <a:lnTo>
                    <a:pt x="858097" y="30903"/>
                  </a:lnTo>
                  <a:lnTo>
                    <a:pt x="873337" y="21167"/>
                  </a:lnTo>
                  <a:lnTo>
                    <a:pt x="881803" y="18203"/>
                  </a:lnTo>
                  <a:lnTo>
                    <a:pt x="897043" y="15663"/>
                  </a:lnTo>
                  <a:lnTo>
                    <a:pt x="911013" y="12700"/>
                  </a:lnTo>
                  <a:lnTo>
                    <a:pt x="924983" y="9737"/>
                  </a:lnTo>
                  <a:lnTo>
                    <a:pt x="938953" y="5503"/>
                  </a:lnTo>
                  <a:lnTo>
                    <a:pt x="952924" y="5503"/>
                  </a:lnTo>
                  <a:lnTo>
                    <a:pt x="966893" y="1270"/>
                  </a:lnTo>
                  <a:lnTo>
                    <a:pt x="971127" y="0"/>
                  </a:lnTo>
                  <a:lnTo>
                    <a:pt x="972397" y="4233"/>
                  </a:lnTo>
                  <a:lnTo>
                    <a:pt x="979593" y="19473"/>
                  </a:lnTo>
                  <a:lnTo>
                    <a:pt x="977900" y="29210"/>
                  </a:lnTo>
                  <a:lnTo>
                    <a:pt x="979593" y="43180"/>
                  </a:lnTo>
                  <a:lnTo>
                    <a:pt x="994833" y="49953"/>
                  </a:lnTo>
                  <a:lnTo>
                    <a:pt x="1008803" y="59690"/>
                  </a:lnTo>
                  <a:lnTo>
                    <a:pt x="1010074" y="60960"/>
                  </a:lnTo>
                  <a:lnTo>
                    <a:pt x="1014307" y="62230"/>
                  </a:lnTo>
                  <a:lnTo>
                    <a:pt x="1028277" y="51223"/>
                  </a:lnTo>
                  <a:lnTo>
                    <a:pt x="1030817" y="51223"/>
                  </a:lnTo>
                  <a:lnTo>
                    <a:pt x="1039283" y="49953"/>
                  </a:lnTo>
                  <a:lnTo>
                    <a:pt x="1042247" y="46990"/>
                  </a:lnTo>
                  <a:lnTo>
                    <a:pt x="1047750" y="48260"/>
                  </a:lnTo>
                  <a:lnTo>
                    <a:pt x="1050713" y="52493"/>
                  </a:lnTo>
                  <a:lnTo>
                    <a:pt x="1050713" y="55457"/>
                  </a:lnTo>
                  <a:lnTo>
                    <a:pt x="1053677" y="58420"/>
                  </a:lnTo>
                  <a:lnTo>
                    <a:pt x="1057910" y="61383"/>
                  </a:lnTo>
                  <a:lnTo>
                    <a:pt x="1059603" y="75353"/>
                  </a:lnTo>
                  <a:lnTo>
                    <a:pt x="1062143" y="79587"/>
                  </a:lnTo>
                  <a:lnTo>
                    <a:pt x="1067647" y="93557"/>
                  </a:lnTo>
                  <a:lnTo>
                    <a:pt x="1081617" y="93557"/>
                  </a:lnTo>
                  <a:lnTo>
                    <a:pt x="1096857" y="94827"/>
                  </a:lnTo>
                  <a:lnTo>
                    <a:pt x="1098127" y="96097"/>
                  </a:lnTo>
                  <a:lnTo>
                    <a:pt x="1104900" y="96097"/>
                  </a:lnTo>
                  <a:lnTo>
                    <a:pt x="1109133" y="101600"/>
                  </a:lnTo>
                  <a:lnTo>
                    <a:pt x="1110403" y="105833"/>
                  </a:lnTo>
                  <a:lnTo>
                    <a:pt x="1110403" y="110067"/>
                  </a:lnTo>
                  <a:lnTo>
                    <a:pt x="1111674" y="124037"/>
                  </a:lnTo>
                  <a:lnTo>
                    <a:pt x="1125643" y="118533"/>
                  </a:lnTo>
                  <a:lnTo>
                    <a:pt x="1139613" y="122767"/>
                  </a:lnTo>
                  <a:lnTo>
                    <a:pt x="1140883" y="122767"/>
                  </a:lnTo>
                  <a:lnTo>
                    <a:pt x="1149350" y="120227"/>
                  </a:lnTo>
                  <a:lnTo>
                    <a:pt x="1159087" y="118533"/>
                  </a:lnTo>
                  <a:lnTo>
                    <a:pt x="1167553" y="127000"/>
                  </a:lnTo>
                  <a:lnTo>
                    <a:pt x="1173057" y="140970"/>
                  </a:lnTo>
                  <a:lnTo>
                    <a:pt x="1177290" y="156633"/>
                  </a:lnTo>
                  <a:lnTo>
                    <a:pt x="1170517" y="170603"/>
                  </a:lnTo>
                  <a:lnTo>
                    <a:pt x="1170517" y="176107"/>
                  </a:lnTo>
                  <a:lnTo>
                    <a:pt x="1168824" y="180340"/>
                  </a:lnTo>
                  <a:lnTo>
                    <a:pt x="1173057" y="180340"/>
                  </a:lnTo>
                  <a:lnTo>
                    <a:pt x="1174327" y="181610"/>
                  </a:lnTo>
                  <a:lnTo>
                    <a:pt x="1177290" y="182880"/>
                  </a:lnTo>
                  <a:lnTo>
                    <a:pt x="1192530" y="181610"/>
                  </a:lnTo>
                  <a:lnTo>
                    <a:pt x="1205230" y="185843"/>
                  </a:lnTo>
                  <a:lnTo>
                    <a:pt x="1217930" y="182880"/>
                  </a:lnTo>
                  <a:lnTo>
                    <a:pt x="1231900" y="177377"/>
                  </a:lnTo>
                  <a:lnTo>
                    <a:pt x="1237403" y="176107"/>
                  </a:lnTo>
                  <a:lnTo>
                    <a:pt x="1240367" y="162137"/>
                  </a:lnTo>
                  <a:lnTo>
                    <a:pt x="1254337" y="152400"/>
                  </a:lnTo>
                  <a:lnTo>
                    <a:pt x="1256877" y="149437"/>
                  </a:lnTo>
                  <a:lnTo>
                    <a:pt x="1258570" y="149437"/>
                  </a:lnTo>
                  <a:lnTo>
                    <a:pt x="1259840" y="152400"/>
                  </a:lnTo>
                  <a:lnTo>
                    <a:pt x="1258570" y="166370"/>
                  </a:lnTo>
                  <a:lnTo>
                    <a:pt x="1256877" y="176107"/>
                  </a:lnTo>
                  <a:lnTo>
                    <a:pt x="1264074" y="191347"/>
                  </a:lnTo>
                  <a:lnTo>
                    <a:pt x="1261110" y="205317"/>
                  </a:lnTo>
                  <a:lnTo>
                    <a:pt x="1272117" y="207857"/>
                  </a:lnTo>
                  <a:lnTo>
                    <a:pt x="1277620" y="209127"/>
                  </a:lnTo>
                  <a:lnTo>
                    <a:pt x="1287357" y="213360"/>
                  </a:lnTo>
                  <a:lnTo>
                    <a:pt x="1298363" y="221827"/>
                  </a:lnTo>
                  <a:lnTo>
                    <a:pt x="1312333" y="224790"/>
                  </a:lnTo>
                  <a:lnTo>
                    <a:pt x="1326303" y="237490"/>
                  </a:lnTo>
                  <a:lnTo>
                    <a:pt x="1327574" y="237490"/>
                  </a:lnTo>
                  <a:lnTo>
                    <a:pt x="1337310" y="252730"/>
                  </a:lnTo>
                  <a:lnTo>
                    <a:pt x="1338580" y="256963"/>
                  </a:lnTo>
                  <a:lnTo>
                    <a:pt x="1352550" y="252730"/>
                  </a:lnTo>
                  <a:lnTo>
                    <a:pt x="1366520" y="249767"/>
                  </a:lnTo>
                  <a:lnTo>
                    <a:pt x="1369483" y="251037"/>
                  </a:lnTo>
                  <a:lnTo>
                    <a:pt x="1377950" y="249767"/>
                  </a:lnTo>
                  <a:lnTo>
                    <a:pt x="1380913" y="249767"/>
                  </a:lnTo>
                  <a:lnTo>
                    <a:pt x="1380913" y="251037"/>
                  </a:lnTo>
                  <a:lnTo>
                    <a:pt x="1383453" y="251037"/>
                  </a:lnTo>
                  <a:lnTo>
                    <a:pt x="1384724" y="255270"/>
                  </a:lnTo>
                  <a:lnTo>
                    <a:pt x="1398693" y="258233"/>
                  </a:lnTo>
                  <a:lnTo>
                    <a:pt x="1404197" y="265430"/>
                  </a:lnTo>
                  <a:lnTo>
                    <a:pt x="1418167" y="262467"/>
                  </a:lnTo>
                  <a:lnTo>
                    <a:pt x="1421130" y="262467"/>
                  </a:lnTo>
                  <a:lnTo>
                    <a:pt x="1430867" y="256963"/>
                  </a:lnTo>
                  <a:lnTo>
                    <a:pt x="1438063" y="256963"/>
                  </a:lnTo>
                  <a:lnTo>
                    <a:pt x="1452033" y="263737"/>
                  </a:lnTo>
                  <a:lnTo>
                    <a:pt x="1453303" y="263737"/>
                  </a:lnTo>
                  <a:lnTo>
                    <a:pt x="1454997" y="263737"/>
                  </a:lnTo>
                  <a:lnTo>
                    <a:pt x="1468967" y="266700"/>
                  </a:lnTo>
                  <a:lnTo>
                    <a:pt x="1481243" y="280670"/>
                  </a:lnTo>
                  <a:lnTo>
                    <a:pt x="1489710" y="294640"/>
                  </a:lnTo>
                  <a:lnTo>
                    <a:pt x="1496907" y="303107"/>
                  </a:lnTo>
                  <a:lnTo>
                    <a:pt x="1510877" y="314113"/>
                  </a:lnTo>
                  <a:lnTo>
                    <a:pt x="1524847" y="303107"/>
                  </a:lnTo>
                  <a:lnTo>
                    <a:pt x="1526117" y="304377"/>
                  </a:lnTo>
                  <a:lnTo>
                    <a:pt x="1527387" y="305647"/>
                  </a:lnTo>
                  <a:lnTo>
                    <a:pt x="1535853" y="308610"/>
                  </a:lnTo>
                  <a:lnTo>
                    <a:pt x="1540087" y="320887"/>
                  </a:lnTo>
                  <a:lnTo>
                    <a:pt x="1554057" y="317923"/>
                  </a:lnTo>
                  <a:lnTo>
                    <a:pt x="1569297" y="319193"/>
                  </a:lnTo>
                  <a:lnTo>
                    <a:pt x="1581997" y="310727"/>
                  </a:lnTo>
                  <a:lnTo>
                    <a:pt x="1595967" y="311997"/>
                  </a:lnTo>
                  <a:lnTo>
                    <a:pt x="1597237" y="316230"/>
                  </a:lnTo>
                  <a:lnTo>
                    <a:pt x="1611207" y="324697"/>
                  </a:lnTo>
                  <a:lnTo>
                    <a:pt x="1618403" y="331470"/>
                  </a:lnTo>
                  <a:lnTo>
                    <a:pt x="1632374" y="331470"/>
                  </a:lnTo>
                  <a:lnTo>
                    <a:pt x="1646343" y="331470"/>
                  </a:lnTo>
                  <a:lnTo>
                    <a:pt x="1656080" y="331470"/>
                  </a:lnTo>
                  <a:lnTo>
                    <a:pt x="1660313" y="334433"/>
                  </a:lnTo>
                  <a:lnTo>
                    <a:pt x="1674283" y="339937"/>
                  </a:lnTo>
                  <a:lnTo>
                    <a:pt x="1685290" y="342900"/>
                  </a:lnTo>
                  <a:lnTo>
                    <a:pt x="1686560" y="342900"/>
                  </a:lnTo>
                  <a:lnTo>
                    <a:pt x="1692063" y="344170"/>
                  </a:lnTo>
                  <a:lnTo>
                    <a:pt x="1684867" y="349673"/>
                  </a:lnTo>
                  <a:lnTo>
                    <a:pt x="1676400" y="363643"/>
                  </a:lnTo>
                  <a:lnTo>
                    <a:pt x="1664124" y="378883"/>
                  </a:lnTo>
                  <a:lnTo>
                    <a:pt x="1648883" y="389890"/>
                  </a:lnTo>
                  <a:lnTo>
                    <a:pt x="1636183" y="403860"/>
                  </a:lnTo>
                  <a:lnTo>
                    <a:pt x="1636183" y="406823"/>
                  </a:lnTo>
                  <a:lnTo>
                    <a:pt x="1636183" y="408093"/>
                  </a:lnTo>
                  <a:lnTo>
                    <a:pt x="1633643" y="420793"/>
                  </a:lnTo>
                  <a:lnTo>
                    <a:pt x="1629410" y="431800"/>
                  </a:lnTo>
                  <a:lnTo>
                    <a:pt x="1629410" y="444500"/>
                  </a:lnTo>
                  <a:lnTo>
                    <a:pt x="1622637" y="451697"/>
                  </a:lnTo>
                  <a:lnTo>
                    <a:pt x="1617133" y="465667"/>
                  </a:lnTo>
                  <a:lnTo>
                    <a:pt x="1610360" y="475403"/>
                  </a:lnTo>
                  <a:lnTo>
                    <a:pt x="1606127" y="483870"/>
                  </a:lnTo>
                  <a:lnTo>
                    <a:pt x="1606127" y="494877"/>
                  </a:lnTo>
                  <a:lnTo>
                    <a:pt x="1609090" y="497840"/>
                  </a:lnTo>
                  <a:lnTo>
                    <a:pt x="1611630" y="502073"/>
                  </a:lnTo>
                  <a:lnTo>
                    <a:pt x="1612900" y="503343"/>
                  </a:lnTo>
                  <a:lnTo>
                    <a:pt x="1607397" y="517313"/>
                  </a:lnTo>
                  <a:lnTo>
                    <a:pt x="1601047" y="532553"/>
                  </a:lnTo>
                  <a:lnTo>
                    <a:pt x="1599777" y="541020"/>
                  </a:lnTo>
                  <a:lnTo>
                    <a:pt x="1597237" y="552027"/>
                  </a:lnTo>
                  <a:lnTo>
                    <a:pt x="1605703" y="565997"/>
                  </a:lnTo>
                  <a:lnTo>
                    <a:pt x="1606974" y="570230"/>
                  </a:lnTo>
                  <a:lnTo>
                    <a:pt x="1606974" y="571500"/>
                  </a:lnTo>
                  <a:lnTo>
                    <a:pt x="1604010" y="571500"/>
                  </a:lnTo>
                  <a:lnTo>
                    <a:pt x="1602740" y="571500"/>
                  </a:lnTo>
                  <a:lnTo>
                    <a:pt x="1594274" y="583777"/>
                  </a:lnTo>
                  <a:lnTo>
                    <a:pt x="1587500" y="590550"/>
                  </a:lnTo>
                  <a:lnTo>
                    <a:pt x="1584537" y="591820"/>
                  </a:lnTo>
                  <a:lnTo>
                    <a:pt x="1580303" y="594783"/>
                  </a:lnTo>
                  <a:lnTo>
                    <a:pt x="1571837" y="594783"/>
                  </a:lnTo>
                  <a:lnTo>
                    <a:pt x="1562100" y="596053"/>
                  </a:lnTo>
                  <a:lnTo>
                    <a:pt x="1548130" y="584623"/>
                  </a:lnTo>
                  <a:lnTo>
                    <a:pt x="1548130" y="583353"/>
                  </a:lnTo>
                  <a:lnTo>
                    <a:pt x="1543897" y="583353"/>
                  </a:lnTo>
                  <a:lnTo>
                    <a:pt x="1535430" y="583353"/>
                  </a:lnTo>
                  <a:lnTo>
                    <a:pt x="1531197" y="583353"/>
                  </a:lnTo>
                  <a:lnTo>
                    <a:pt x="1529927" y="583353"/>
                  </a:lnTo>
                  <a:lnTo>
                    <a:pt x="1529927" y="584623"/>
                  </a:lnTo>
                  <a:lnTo>
                    <a:pt x="1526963" y="584623"/>
                  </a:lnTo>
                  <a:lnTo>
                    <a:pt x="1526963" y="593090"/>
                  </a:lnTo>
                  <a:lnTo>
                    <a:pt x="1521460" y="607060"/>
                  </a:lnTo>
                  <a:lnTo>
                    <a:pt x="1535430" y="608330"/>
                  </a:lnTo>
                  <a:lnTo>
                    <a:pt x="1536700" y="608330"/>
                  </a:lnTo>
                  <a:lnTo>
                    <a:pt x="1529503" y="615527"/>
                  </a:lnTo>
                  <a:lnTo>
                    <a:pt x="1522307" y="625263"/>
                  </a:lnTo>
                  <a:lnTo>
                    <a:pt x="1508337" y="639233"/>
                  </a:lnTo>
                  <a:lnTo>
                    <a:pt x="1501140" y="643467"/>
                  </a:lnTo>
                  <a:lnTo>
                    <a:pt x="1487170" y="654473"/>
                  </a:lnTo>
                  <a:lnTo>
                    <a:pt x="1490133" y="657013"/>
                  </a:lnTo>
                  <a:lnTo>
                    <a:pt x="1483360" y="661247"/>
                  </a:lnTo>
                  <a:lnTo>
                    <a:pt x="1469390" y="669713"/>
                  </a:lnTo>
                  <a:lnTo>
                    <a:pt x="1455420" y="682413"/>
                  </a:lnTo>
                  <a:lnTo>
                    <a:pt x="1457113" y="689187"/>
                  </a:lnTo>
                  <a:lnTo>
                    <a:pt x="1454150" y="694690"/>
                  </a:lnTo>
                  <a:lnTo>
                    <a:pt x="1444413" y="709930"/>
                  </a:lnTo>
                  <a:lnTo>
                    <a:pt x="1441450" y="712470"/>
                  </a:lnTo>
                  <a:lnTo>
                    <a:pt x="1437217" y="713740"/>
                  </a:lnTo>
                  <a:lnTo>
                    <a:pt x="1423247" y="723477"/>
                  </a:lnTo>
                  <a:lnTo>
                    <a:pt x="1416474" y="737447"/>
                  </a:lnTo>
                  <a:lnTo>
                    <a:pt x="1414780" y="738717"/>
                  </a:lnTo>
                  <a:lnTo>
                    <a:pt x="1405043" y="752687"/>
                  </a:lnTo>
                  <a:lnTo>
                    <a:pt x="1406313" y="756920"/>
                  </a:lnTo>
                  <a:lnTo>
                    <a:pt x="1403774" y="758190"/>
                  </a:lnTo>
                  <a:lnTo>
                    <a:pt x="1408007" y="761153"/>
                  </a:lnTo>
                  <a:lnTo>
                    <a:pt x="1410970" y="775123"/>
                  </a:lnTo>
                  <a:lnTo>
                    <a:pt x="1406737" y="787823"/>
                  </a:lnTo>
                  <a:lnTo>
                    <a:pt x="1392767" y="798830"/>
                  </a:lnTo>
                  <a:lnTo>
                    <a:pt x="1394037" y="800100"/>
                  </a:lnTo>
                  <a:lnTo>
                    <a:pt x="1389803" y="805603"/>
                  </a:lnTo>
                  <a:lnTo>
                    <a:pt x="1391074" y="805603"/>
                  </a:lnTo>
                  <a:lnTo>
                    <a:pt x="1405043" y="802640"/>
                  </a:lnTo>
                  <a:lnTo>
                    <a:pt x="1419013" y="798407"/>
                  </a:lnTo>
                  <a:lnTo>
                    <a:pt x="1420283" y="795443"/>
                  </a:lnTo>
                  <a:lnTo>
                    <a:pt x="1427057" y="782743"/>
                  </a:lnTo>
                  <a:lnTo>
                    <a:pt x="1425787" y="777240"/>
                  </a:lnTo>
                  <a:lnTo>
                    <a:pt x="1428750" y="767503"/>
                  </a:lnTo>
                  <a:lnTo>
                    <a:pt x="1442720" y="762000"/>
                  </a:lnTo>
                  <a:lnTo>
                    <a:pt x="1457960" y="754803"/>
                  </a:lnTo>
                  <a:lnTo>
                    <a:pt x="1471930" y="753533"/>
                  </a:lnTo>
                  <a:lnTo>
                    <a:pt x="1485900" y="753533"/>
                  </a:lnTo>
                  <a:lnTo>
                    <a:pt x="1499870" y="762000"/>
                  </a:lnTo>
                  <a:lnTo>
                    <a:pt x="1499870" y="763270"/>
                  </a:lnTo>
                  <a:lnTo>
                    <a:pt x="1501140" y="777240"/>
                  </a:lnTo>
                  <a:lnTo>
                    <a:pt x="1498600" y="791210"/>
                  </a:lnTo>
                  <a:lnTo>
                    <a:pt x="1502833" y="805180"/>
                  </a:lnTo>
                  <a:lnTo>
                    <a:pt x="1516803" y="819150"/>
                  </a:lnTo>
                  <a:lnTo>
                    <a:pt x="1516803" y="820420"/>
                  </a:lnTo>
                  <a:lnTo>
                    <a:pt x="1522307" y="825923"/>
                  </a:lnTo>
                  <a:lnTo>
                    <a:pt x="1529503" y="839893"/>
                  </a:lnTo>
                  <a:lnTo>
                    <a:pt x="1526540" y="841163"/>
                  </a:lnTo>
                  <a:lnTo>
                    <a:pt x="1512570" y="852170"/>
                  </a:lnTo>
                  <a:lnTo>
                    <a:pt x="1497330" y="864870"/>
                  </a:lnTo>
                  <a:lnTo>
                    <a:pt x="1498600" y="864870"/>
                  </a:lnTo>
                  <a:lnTo>
                    <a:pt x="1509607" y="880110"/>
                  </a:lnTo>
                  <a:lnTo>
                    <a:pt x="1520613" y="885613"/>
                  </a:lnTo>
                  <a:lnTo>
                    <a:pt x="1521883" y="899583"/>
                  </a:lnTo>
                  <a:lnTo>
                    <a:pt x="1534583" y="913553"/>
                  </a:lnTo>
                  <a:lnTo>
                    <a:pt x="1545590" y="925830"/>
                  </a:lnTo>
                  <a:lnTo>
                    <a:pt x="1538817" y="939800"/>
                  </a:lnTo>
                  <a:lnTo>
                    <a:pt x="1531620" y="955040"/>
                  </a:lnTo>
                  <a:lnTo>
                    <a:pt x="1516380" y="959273"/>
                  </a:lnTo>
                  <a:lnTo>
                    <a:pt x="1509183" y="967740"/>
                  </a:lnTo>
                  <a:lnTo>
                    <a:pt x="1493520" y="966470"/>
                  </a:lnTo>
                  <a:lnTo>
                    <a:pt x="1479550" y="967740"/>
                  </a:lnTo>
                  <a:lnTo>
                    <a:pt x="1474047" y="971973"/>
                  </a:lnTo>
                  <a:lnTo>
                    <a:pt x="1471083" y="974937"/>
                  </a:lnTo>
                  <a:lnTo>
                    <a:pt x="1475317" y="979170"/>
                  </a:lnTo>
                  <a:lnTo>
                    <a:pt x="1486324" y="993140"/>
                  </a:lnTo>
                  <a:lnTo>
                    <a:pt x="1487593" y="1002877"/>
                  </a:lnTo>
                  <a:lnTo>
                    <a:pt x="1493097" y="1008380"/>
                  </a:lnTo>
                  <a:lnTo>
                    <a:pt x="1508760" y="1015577"/>
                  </a:lnTo>
                  <a:lnTo>
                    <a:pt x="1522730" y="1024043"/>
                  </a:lnTo>
                  <a:lnTo>
                    <a:pt x="1529927" y="1038013"/>
                  </a:lnTo>
                  <a:lnTo>
                    <a:pt x="1528657" y="1043517"/>
                  </a:lnTo>
                  <a:lnTo>
                    <a:pt x="1514687" y="1049020"/>
                  </a:lnTo>
                  <a:lnTo>
                    <a:pt x="1511724" y="1058757"/>
                  </a:lnTo>
                  <a:lnTo>
                    <a:pt x="1501987" y="1073997"/>
                  </a:lnTo>
                  <a:lnTo>
                    <a:pt x="1504527" y="1087967"/>
                  </a:lnTo>
                  <a:lnTo>
                    <a:pt x="1505797" y="1097703"/>
                  </a:lnTo>
                  <a:lnTo>
                    <a:pt x="1510030" y="1103207"/>
                  </a:lnTo>
                  <a:lnTo>
                    <a:pt x="1524000" y="1117177"/>
                  </a:lnTo>
                  <a:lnTo>
                    <a:pt x="1539240" y="1121410"/>
                  </a:lnTo>
                  <a:lnTo>
                    <a:pt x="1553210" y="1129877"/>
                  </a:lnTo>
                  <a:lnTo>
                    <a:pt x="1567180" y="1135380"/>
                  </a:lnTo>
                  <a:lnTo>
                    <a:pt x="1581150" y="1135380"/>
                  </a:lnTo>
                  <a:lnTo>
                    <a:pt x="1595120" y="1129877"/>
                  </a:lnTo>
                  <a:lnTo>
                    <a:pt x="1609090" y="1128607"/>
                  </a:lnTo>
                  <a:lnTo>
                    <a:pt x="1613324" y="1142577"/>
                  </a:lnTo>
                  <a:lnTo>
                    <a:pt x="1613324" y="1146810"/>
                  </a:lnTo>
                  <a:lnTo>
                    <a:pt x="1602317" y="1160780"/>
                  </a:lnTo>
                  <a:lnTo>
                    <a:pt x="1588347" y="1174750"/>
                  </a:lnTo>
                  <a:lnTo>
                    <a:pt x="1588347" y="1189990"/>
                  </a:lnTo>
                  <a:lnTo>
                    <a:pt x="1588347" y="1191260"/>
                  </a:lnTo>
                  <a:lnTo>
                    <a:pt x="1589617" y="1194223"/>
                  </a:lnTo>
                  <a:lnTo>
                    <a:pt x="1576917" y="1198457"/>
                  </a:lnTo>
                  <a:lnTo>
                    <a:pt x="1575647" y="1195917"/>
                  </a:lnTo>
                  <a:lnTo>
                    <a:pt x="1574377" y="1195917"/>
                  </a:lnTo>
                  <a:lnTo>
                    <a:pt x="1570143" y="1202690"/>
                  </a:lnTo>
                  <a:lnTo>
                    <a:pt x="1556174" y="1206924"/>
                  </a:lnTo>
                  <a:lnTo>
                    <a:pt x="1542203" y="1212427"/>
                  </a:lnTo>
                  <a:lnTo>
                    <a:pt x="1536700" y="1227666"/>
                  </a:lnTo>
                  <a:lnTo>
                    <a:pt x="1522730" y="1231900"/>
                  </a:lnTo>
                  <a:lnTo>
                    <a:pt x="1514263" y="1233170"/>
                  </a:lnTo>
                  <a:lnTo>
                    <a:pt x="1507490" y="1247140"/>
                  </a:lnTo>
                  <a:lnTo>
                    <a:pt x="1493520" y="1252643"/>
                  </a:lnTo>
                  <a:lnTo>
                    <a:pt x="1478280" y="1263650"/>
                  </a:lnTo>
                  <a:lnTo>
                    <a:pt x="1464310" y="1273387"/>
                  </a:lnTo>
                  <a:lnTo>
                    <a:pt x="1474047" y="1287357"/>
                  </a:lnTo>
                  <a:lnTo>
                    <a:pt x="1460077" y="1290320"/>
                  </a:lnTo>
                  <a:lnTo>
                    <a:pt x="1446107" y="1295824"/>
                  </a:lnTo>
                  <a:lnTo>
                    <a:pt x="1430867" y="1308524"/>
                  </a:lnTo>
                  <a:lnTo>
                    <a:pt x="1416897" y="1301327"/>
                  </a:lnTo>
                  <a:lnTo>
                    <a:pt x="1401657" y="1314027"/>
                  </a:lnTo>
                  <a:lnTo>
                    <a:pt x="1387687" y="1307253"/>
                  </a:lnTo>
                  <a:lnTo>
                    <a:pt x="1373717" y="1301750"/>
                  </a:lnTo>
                  <a:lnTo>
                    <a:pt x="1359747" y="1313180"/>
                  </a:lnTo>
                  <a:lnTo>
                    <a:pt x="1345777" y="1297940"/>
                  </a:lnTo>
                  <a:lnTo>
                    <a:pt x="1341543" y="1292437"/>
                  </a:lnTo>
                  <a:lnTo>
                    <a:pt x="1340274" y="1292437"/>
                  </a:lnTo>
                  <a:lnTo>
                    <a:pt x="1326303" y="1292437"/>
                  </a:lnTo>
                  <a:lnTo>
                    <a:pt x="1311063" y="1286933"/>
                  </a:lnTo>
                  <a:lnTo>
                    <a:pt x="1297093" y="1286933"/>
                  </a:lnTo>
                  <a:lnTo>
                    <a:pt x="1298363" y="1271693"/>
                  </a:lnTo>
                  <a:lnTo>
                    <a:pt x="1283124" y="1267460"/>
                  </a:lnTo>
                  <a:lnTo>
                    <a:pt x="1267883" y="1267460"/>
                  </a:lnTo>
                  <a:lnTo>
                    <a:pt x="1253913" y="1266190"/>
                  </a:lnTo>
                  <a:lnTo>
                    <a:pt x="1252643" y="1257724"/>
                  </a:lnTo>
                  <a:lnTo>
                    <a:pt x="1255183" y="1256030"/>
                  </a:lnTo>
                  <a:lnTo>
                    <a:pt x="1270424" y="1254760"/>
                  </a:lnTo>
                  <a:lnTo>
                    <a:pt x="1266190" y="1240790"/>
                  </a:lnTo>
                  <a:lnTo>
                    <a:pt x="1252220" y="1237827"/>
                  </a:lnTo>
                  <a:lnTo>
                    <a:pt x="1257724" y="1251797"/>
                  </a:lnTo>
                  <a:lnTo>
                    <a:pt x="1253490" y="1254760"/>
                  </a:lnTo>
                  <a:lnTo>
                    <a:pt x="1252220" y="1254760"/>
                  </a:lnTo>
                  <a:lnTo>
                    <a:pt x="1249257" y="1254760"/>
                  </a:lnTo>
                  <a:lnTo>
                    <a:pt x="1234017" y="1253490"/>
                  </a:lnTo>
                  <a:lnTo>
                    <a:pt x="1224280" y="1258993"/>
                  </a:lnTo>
                  <a:lnTo>
                    <a:pt x="1215813" y="1243753"/>
                  </a:lnTo>
                  <a:lnTo>
                    <a:pt x="1211580" y="1229783"/>
                  </a:lnTo>
                  <a:lnTo>
                    <a:pt x="1214120" y="1243753"/>
                  </a:lnTo>
                  <a:lnTo>
                    <a:pt x="1219624" y="1257724"/>
                  </a:lnTo>
                  <a:lnTo>
                    <a:pt x="1204383" y="1264497"/>
                  </a:lnTo>
                  <a:lnTo>
                    <a:pt x="1192953" y="1250527"/>
                  </a:lnTo>
                  <a:lnTo>
                    <a:pt x="1177713" y="1247987"/>
                  </a:lnTo>
                  <a:lnTo>
                    <a:pt x="1169247" y="1247987"/>
                  </a:lnTo>
                  <a:lnTo>
                    <a:pt x="1154007" y="1240790"/>
                  </a:lnTo>
                  <a:lnTo>
                    <a:pt x="1148503" y="1243753"/>
                  </a:lnTo>
                  <a:lnTo>
                    <a:pt x="1134533" y="1242483"/>
                  </a:lnTo>
                  <a:lnTo>
                    <a:pt x="1126067" y="1231477"/>
                  </a:lnTo>
                  <a:lnTo>
                    <a:pt x="1112097" y="1234016"/>
                  </a:lnTo>
                  <a:lnTo>
                    <a:pt x="1098127" y="1242483"/>
                  </a:lnTo>
                  <a:lnTo>
                    <a:pt x="1084157" y="1253490"/>
                  </a:lnTo>
                  <a:lnTo>
                    <a:pt x="1068917" y="1258993"/>
                  </a:lnTo>
                  <a:lnTo>
                    <a:pt x="1054947" y="1270000"/>
                  </a:lnTo>
                  <a:lnTo>
                    <a:pt x="1040977" y="1277197"/>
                  </a:lnTo>
                  <a:lnTo>
                    <a:pt x="1027007" y="1278466"/>
                  </a:lnTo>
                  <a:lnTo>
                    <a:pt x="1013037" y="1288203"/>
                  </a:lnTo>
                  <a:lnTo>
                    <a:pt x="999067" y="1302174"/>
                  </a:lnTo>
                  <a:lnTo>
                    <a:pt x="983827" y="1310640"/>
                  </a:lnTo>
                  <a:lnTo>
                    <a:pt x="986790" y="1324610"/>
                  </a:lnTo>
                  <a:lnTo>
                    <a:pt x="981287" y="1333077"/>
                  </a:lnTo>
                  <a:lnTo>
                    <a:pt x="981287" y="1334347"/>
                  </a:lnTo>
                  <a:lnTo>
                    <a:pt x="980017" y="1339850"/>
                  </a:lnTo>
                  <a:lnTo>
                    <a:pt x="980017" y="1342813"/>
                  </a:lnTo>
                  <a:lnTo>
                    <a:pt x="975783" y="1347047"/>
                  </a:lnTo>
                  <a:lnTo>
                    <a:pt x="982557" y="1352550"/>
                  </a:lnTo>
                  <a:lnTo>
                    <a:pt x="983827" y="1352550"/>
                  </a:lnTo>
                  <a:lnTo>
                    <a:pt x="983827" y="1367790"/>
                  </a:lnTo>
                  <a:lnTo>
                    <a:pt x="983827" y="1381760"/>
                  </a:lnTo>
                  <a:lnTo>
                    <a:pt x="983827" y="1395730"/>
                  </a:lnTo>
                  <a:lnTo>
                    <a:pt x="996527" y="1409700"/>
                  </a:lnTo>
                  <a:lnTo>
                    <a:pt x="1000760" y="1416474"/>
                  </a:lnTo>
                  <a:lnTo>
                    <a:pt x="999490" y="1417743"/>
                  </a:lnTo>
                  <a:lnTo>
                    <a:pt x="991447" y="1417743"/>
                  </a:lnTo>
                  <a:lnTo>
                    <a:pt x="976207" y="1410970"/>
                  </a:lnTo>
                  <a:lnTo>
                    <a:pt x="962237" y="1413933"/>
                  </a:lnTo>
                  <a:lnTo>
                    <a:pt x="962237" y="1412240"/>
                  </a:lnTo>
                  <a:lnTo>
                    <a:pt x="946997" y="1420707"/>
                  </a:lnTo>
                  <a:lnTo>
                    <a:pt x="933027" y="1433407"/>
                  </a:lnTo>
                  <a:lnTo>
                    <a:pt x="919057" y="1430443"/>
                  </a:lnTo>
                  <a:lnTo>
                    <a:pt x="905087" y="1429174"/>
                  </a:lnTo>
                  <a:lnTo>
                    <a:pt x="895350" y="1423670"/>
                  </a:lnTo>
                  <a:lnTo>
                    <a:pt x="881380" y="1418166"/>
                  </a:lnTo>
                  <a:lnTo>
                    <a:pt x="867410" y="1419437"/>
                  </a:lnTo>
                  <a:lnTo>
                    <a:pt x="851747" y="1430443"/>
                  </a:lnTo>
                  <a:lnTo>
                    <a:pt x="837777" y="1417743"/>
                  </a:lnTo>
                  <a:lnTo>
                    <a:pt x="836507" y="1417743"/>
                  </a:lnTo>
                  <a:lnTo>
                    <a:pt x="836507" y="1416474"/>
                  </a:lnTo>
                  <a:lnTo>
                    <a:pt x="831003" y="1415203"/>
                  </a:lnTo>
                  <a:lnTo>
                    <a:pt x="822537" y="1409700"/>
                  </a:lnTo>
                  <a:lnTo>
                    <a:pt x="807297" y="1408430"/>
                  </a:lnTo>
                  <a:lnTo>
                    <a:pt x="807297" y="1405466"/>
                  </a:lnTo>
                  <a:lnTo>
                    <a:pt x="808567" y="1398693"/>
                  </a:lnTo>
                  <a:lnTo>
                    <a:pt x="814070" y="1395730"/>
                  </a:lnTo>
                  <a:lnTo>
                    <a:pt x="804333" y="1385993"/>
                  </a:lnTo>
                  <a:lnTo>
                    <a:pt x="790363" y="1384724"/>
                  </a:lnTo>
                  <a:lnTo>
                    <a:pt x="776393" y="1382183"/>
                  </a:lnTo>
                  <a:lnTo>
                    <a:pt x="769620" y="1390650"/>
                  </a:lnTo>
                  <a:lnTo>
                    <a:pt x="762847" y="1375410"/>
                  </a:lnTo>
                  <a:lnTo>
                    <a:pt x="748877" y="1371177"/>
                  </a:lnTo>
                  <a:lnTo>
                    <a:pt x="733637" y="1372447"/>
                  </a:lnTo>
                  <a:lnTo>
                    <a:pt x="719667" y="1361440"/>
                  </a:lnTo>
                  <a:lnTo>
                    <a:pt x="705697" y="1357207"/>
                  </a:lnTo>
                  <a:lnTo>
                    <a:pt x="690457" y="1352974"/>
                  </a:lnTo>
                  <a:lnTo>
                    <a:pt x="680720" y="1351703"/>
                  </a:lnTo>
                  <a:lnTo>
                    <a:pt x="677757" y="1350010"/>
                  </a:lnTo>
                  <a:lnTo>
                    <a:pt x="673524" y="1347047"/>
                  </a:lnTo>
                  <a:lnTo>
                    <a:pt x="666750" y="1361016"/>
                  </a:lnTo>
                  <a:lnTo>
                    <a:pt x="666750" y="1376257"/>
                  </a:lnTo>
                  <a:lnTo>
                    <a:pt x="654050" y="1374987"/>
                  </a:lnTo>
                  <a:lnTo>
                    <a:pt x="640080" y="1374987"/>
                  </a:lnTo>
                  <a:lnTo>
                    <a:pt x="634577" y="1376257"/>
                  </a:lnTo>
                  <a:lnTo>
                    <a:pt x="618913" y="1376257"/>
                  </a:lnTo>
                  <a:lnTo>
                    <a:pt x="604943" y="1369483"/>
                  </a:lnTo>
                  <a:lnTo>
                    <a:pt x="589703" y="1372447"/>
                  </a:lnTo>
                  <a:lnTo>
                    <a:pt x="575733" y="1376680"/>
                  </a:lnTo>
                  <a:lnTo>
                    <a:pt x="564727" y="1371177"/>
                  </a:lnTo>
                  <a:lnTo>
                    <a:pt x="550757" y="1358477"/>
                  </a:lnTo>
                  <a:lnTo>
                    <a:pt x="535517" y="1350010"/>
                  </a:lnTo>
                  <a:lnTo>
                    <a:pt x="523240" y="1356783"/>
                  </a:lnTo>
                  <a:lnTo>
                    <a:pt x="508000" y="1355513"/>
                  </a:lnTo>
                  <a:lnTo>
                    <a:pt x="508000" y="1358477"/>
                  </a:lnTo>
                  <a:lnTo>
                    <a:pt x="505460" y="1359747"/>
                  </a:lnTo>
                  <a:lnTo>
                    <a:pt x="495724" y="1351280"/>
                  </a:lnTo>
                  <a:lnTo>
                    <a:pt x="481753" y="1337310"/>
                  </a:lnTo>
                  <a:lnTo>
                    <a:pt x="477520" y="1330113"/>
                  </a:lnTo>
                  <a:lnTo>
                    <a:pt x="462280" y="1333077"/>
                  </a:lnTo>
                  <a:lnTo>
                    <a:pt x="448310" y="1330113"/>
                  </a:lnTo>
                  <a:lnTo>
                    <a:pt x="434340" y="1321647"/>
                  </a:lnTo>
                  <a:lnTo>
                    <a:pt x="421640" y="1318683"/>
                  </a:lnTo>
                  <a:lnTo>
                    <a:pt x="408940" y="1304713"/>
                  </a:lnTo>
                  <a:lnTo>
                    <a:pt x="407670" y="1304713"/>
                  </a:lnTo>
                  <a:lnTo>
                    <a:pt x="397933" y="1318683"/>
                  </a:lnTo>
                  <a:lnTo>
                    <a:pt x="383963" y="1307677"/>
                  </a:lnTo>
                  <a:lnTo>
                    <a:pt x="393700" y="1293707"/>
                  </a:lnTo>
                  <a:lnTo>
                    <a:pt x="392430" y="1278466"/>
                  </a:lnTo>
                  <a:lnTo>
                    <a:pt x="378460" y="1275503"/>
                  </a:lnTo>
                  <a:lnTo>
                    <a:pt x="363220" y="1274233"/>
                  </a:lnTo>
                  <a:lnTo>
                    <a:pt x="349250" y="1274233"/>
                  </a:lnTo>
                  <a:lnTo>
                    <a:pt x="346287" y="1267037"/>
                  </a:lnTo>
                  <a:lnTo>
                    <a:pt x="342053" y="1265766"/>
                  </a:lnTo>
                  <a:lnTo>
                    <a:pt x="343324" y="1264497"/>
                  </a:lnTo>
                  <a:lnTo>
                    <a:pt x="357293" y="1258993"/>
                  </a:lnTo>
                  <a:lnTo>
                    <a:pt x="371263" y="1247987"/>
                  </a:lnTo>
                  <a:lnTo>
                    <a:pt x="379730" y="1235287"/>
                  </a:lnTo>
                  <a:lnTo>
                    <a:pt x="389467" y="1220047"/>
                  </a:lnTo>
                  <a:lnTo>
                    <a:pt x="392430" y="1206077"/>
                  </a:lnTo>
                  <a:lnTo>
                    <a:pt x="395393" y="1192107"/>
                  </a:lnTo>
                  <a:lnTo>
                    <a:pt x="400897" y="1178137"/>
                  </a:lnTo>
                  <a:lnTo>
                    <a:pt x="403860" y="1162897"/>
                  </a:lnTo>
                  <a:lnTo>
                    <a:pt x="408093" y="1148927"/>
                  </a:lnTo>
                  <a:lnTo>
                    <a:pt x="412327" y="1134957"/>
                  </a:lnTo>
                  <a:lnTo>
                    <a:pt x="414867" y="1120987"/>
                  </a:lnTo>
                  <a:lnTo>
                    <a:pt x="419100" y="1105747"/>
                  </a:lnTo>
                  <a:lnTo>
                    <a:pt x="421640" y="1091777"/>
                  </a:lnTo>
                  <a:lnTo>
                    <a:pt x="422910" y="1080347"/>
                  </a:lnTo>
                  <a:lnTo>
                    <a:pt x="425450" y="1065107"/>
                  </a:lnTo>
                  <a:lnTo>
                    <a:pt x="432224" y="1051137"/>
                  </a:lnTo>
                  <a:lnTo>
                    <a:pt x="446193" y="1051137"/>
                  </a:lnTo>
                  <a:lnTo>
                    <a:pt x="444500" y="1035897"/>
                  </a:lnTo>
                  <a:lnTo>
                    <a:pt x="430530" y="1038860"/>
                  </a:lnTo>
                  <a:lnTo>
                    <a:pt x="425027" y="1054100"/>
                  </a:lnTo>
                  <a:lnTo>
                    <a:pt x="425027" y="1038860"/>
                  </a:lnTo>
                  <a:lnTo>
                    <a:pt x="427990" y="1024890"/>
                  </a:lnTo>
                  <a:lnTo>
                    <a:pt x="430530" y="1009650"/>
                  </a:lnTo>
                  <a:lnTo>
                    <a:pt x="433493" y="995680"/>
                  </a:lnTo>
                  <a:lnTo>
                    <a:pt x="433493" y="993987"/>
                  </a:lnTo>
                  <a:lnTo>
                    <a:pt x="436033" y="978747"/>
                  </a:lnTo>
                  <a:lnTo>
                    <a:pt x="438997" y="964777"/>
                  </a:lnTo>
                  <a:lnTo>
                    <a:pt x="443230" y="949537"/>
                  </a:lnTo>
                  <a:lnTo>
                    <a:pt x="444500" y="935567"/>
                  </a:lnTo>
                  <a:lnTo>
                    <a:pt x="446193" y="921597"/>
                  </a:lnTo>
                  <a:lnTo>
                    <a:pt x="451697" y="906357"/>
                  </a:lnTo>
                  <a:lnTo>
                    <a:pt x="465667" y="914823"/>
                  </a:lnTo>
                  <a:lnTo>
                    <a:pt x="479637" y="924560"/>
                  </a:lnTo>
                  <a:lnTo>
                    <a:pt x="493607" y="938530"/>
                  </a:lnTo>
                  <a:lnTo>
                    <a:pt x="499110" y="952500"/>
                  </a:lnTo>
                  <a:lnTo>
                    <a:pt x="500803" y="967740"/>
                  </a:lnTo>
                  <a:lnTo>
                    <a:pt x="505037" y="981710"/>
                  </a:lnTo>
                  <a:lnTo>
                    <a:pt x="519007" y="993987"/>
                  </a:lnTo>
                  <a:lnTo>
                    <a:pt x="520277" y="1007957"/>
                  </a:lnTo>
                  <a:lnTo>
                    <a:pt x="521547" y="1010920"/>
                  </a:lnTo>
                  <a:lnTo>
                    <a:pt x="523240" y="996950"/>
                  </a:lnTo>
                  <a:lnTo>
                    <a:pt x="521547" y="993987"/>
                  </a:lnTo>
                  <a:lnTo>
                    <a:pt x="509270" y="978747"/>
                  </a:lnTo>
                  <a:lnTo>
                    <a:pt x="506307" y="964777"/>
                  </a:lnTo>
                  <a:lnTo>
                    <a:pt x="505037" y="950807"/>
                  </a:lnTo>
                  <a:lnTo>
                    <a:pt x="503343" y="941070"/>
                  </a:lnTo>
                  <a:lnTo>
                    <a:pt x="499110" y="925830"/>
                  </a:lnTo>
                  <a:lnTo>
                    <a:pt x="489374" y="911860"/>
                  </a:lnTo>
                  <a:lnTo>
                    <a:pt x="475403" y="902123"/>
                  </a:lnTo>
                  <a:lnTo>
                    <a:pt x="460163" y="889423"/>
                  </a:lnTo>
                  <a:lnTo>
                    <a:pt x="446193" y="880957"/>
                  </a:lnTo>
                  <a:lnTo>
                    <a:pt x="435187" y="876723"/>
                  </a:lnTo>
                  <a:lnTo>
                    <a:pt x="439420" y="862753"/>
                  </a:lnTo>
                  <a:lnTo>
                    <a:pt x="452120" y="864023"/>
                  </a:lnTo>
                  <a:lnTo>
                    <a:pt x="467360" y="873760"/>
                  </a:lnTo>
                  <a:lnTo>
                    <a:pt x="453390" y="861060"/>
                  </a:lnTo>
                  <a:lnTo>
                    <a:pt x="454660" y="845820"/>
                  </a:lnTo>
                  <a:lnTo>
                    <a:pt x="458893" y="831850"/>
                  </a:lnTo>
                  <a:lnTo>
                    <a:pt x="458893" y="817880"/>
                  </a:lnTo>
                  <a:lnTo>
                    <a:pt x="452120" y="803910"/>
                  </a:lnTo>
                  <a:lnTo>
                    <a:pt x="452120" y="789940"/>
                  </a:lnTo>
                  <a:lnTo>
                    <a:pt x="458893" y="775970"/>
                  </a:lnTo>
                  <a:lnTo>
                    <a:pt x="443653" y="781473"/>
                  </a:lnTo>
                  <a:lnTo>
                    <a:pt x="429683" y="773007"/>
                  </a:lnTo>
                  <a:lnTo>
                    <a:pt x="415713" y="773007"/>
                  </a:lnTo>
                  <a:lnTo>
                    <a:pt x="400474" y="759037"/>
                  </a:lnTo>
                  <a:lnTo>
                    <a:pt x="389467" y="754803"/>
                  </a:lnTo>
                  <a:lnTo>
                    <a:pt x="374227" y="746337"/>
                  </a:lnTo>
                  <a:lnTo>
                    <a:pt x="372957" y="742103"/>
                  </a:lnTo>
                  <a:lnTo>
                    <a:pt x="366183" y="728133"/>
                  </a:lnTo>
                  <a:lnTo>
                    <a:pt x="356447" y="714163"/>
                  </a:lnTo>
                  <a:lnTo>
                    <a:pt x="355177" y="712893"/>
                  </a:lnTo>
                  <a:lnTo>
                    <a:pt x="341207" y="700193"/>
                  </a:lnTo>
                  <a:lnTo>
                    <a:pt x="329777" y="686223"/>
                  </a:lnTo>
                  <a:lnTo>
                    <a:pt x="342477" y="672253"/>
                  </a:lnTo>
                  <a:lnTo>
                    <a:pt x="347980" y="661247"/>
                  </a:lnTo>
                  <a:lnTo>
                    <a:pt x="352213" y="658283"/>
                  </a:lnTo>
                  <a:lnTo>
                    <a:pt x="336974" y="645583"/>
                  </a:lnTo>
                  <a:lnTo>
                    <a:pt x="323003" y="642620"/>
                  </a:lnTo>
                  <a:lnTo>
                    <a:pt x="331470" y="628650"/>
                  </a:lnTo>
                  <a:lnTo>
                    <a:pt x="332740" y="618913"/>
                  </a:lnTo>
                  <a:lnTo>
                    <a:pt x="346710" y="615950"/>
                  </a:lnTo>
                  <a:lnTo>
                    <a:pt x="360680" y="617220"/>
                  </a:lnTo>
                  <a:lnTo>
                    <a:pt x="374650" y="626957"/>
                  </a:lnTo>
                  <a:lnTo>
                    <a:pt x="387350" y="629920"/>
                  </a:lnTo>
                  <a:lnTo>
                    <a:pt x="373380" y="621877"/>
                  </a:lnTo>
                  <a:lnTo>
                    <a:pt x="358140" y="614680"/>
                  </a:lnTo>
                  <a:lnTo>
                    <a:pt x="344170" y="613410"/>
                  </a:lnTo>
                  <a:lnTo>
                    <a:pt x="330200" y="614680"/>
                  </a:lnTo>
                  <a:lnTo>
                    <a:pt x="328930" y="614680"/>
                  </a:lnTo>
                  <a:lnTo>
                    <a:pt x="314960" y="624417"/>
                  </a:lnTo>
                  <a:lnTo>
                    <a:pt x="299720" y="617643"/>
                  </a:lnTo>
                  <a:lnTo>
                    <a:pt x="285750" y="616373"/>
                  </a:lnTo>
                  <a:lnTo>
                    <a:pt x="284057" y="602403"/>
                  </a:lnTo>
                  <a:lnTo>
                    <a:pt x="298027" y="596900"/>
                  </a:lnTo>
                  <a:lnTo>
                    <a:pt x="293793" y="590127"/>
                  </a:lnTo>
                  <a:lnTo>
                    <a:pt x="307763" y="581660"/>
                  </a:lnTo>
                  <a:lnTo>
                    <a:pt x="292524" y="578697"/>
                  </a:lnTo>
                  <a:lnTo>
                    <a:pt x="278553" y="578697"/>
                  </a:lnTo>
                  <a:lnTo>
                    <a:pt x="264583" y="582930"/>
                  </a:lnTo>
                  <a:lnTo>
                    <a:pt x="250613" y="584200"/>
                  </a:lnTo>
                  <a:lnTo>
                    <a:pt x="236643" y="574463"/>
                  </a:lnTo>
                  <a:lnTo>
                    <a:pt x="250613" y="573193"/>
                  </a:lnTo>
                  <a:lnTo>
                    <a:pt x="264583" y="567690"/>
                  </a:lnTo>
                  <a:lnTo>
                    <a:pt x="248920" y="562187"/>
                  </a:lnTo>
                  <a:lnTo>
                    <a:pt x="234950" y="567690"/>
                  </a:lnTo>
                  <a:lnTo>
                    <a:pt x="229447" y="560493"/>
                  </a:lnTo>
                  <a:lnTo>
                    <a:pt x="215477" y="570230"/>
                  </a:lnTo>
                  <a:lnTo>
                    <a:pt x="209973" y="584200"/>
                  </a:lnTo>
                  <a:lnTo>
                    <a:pt x="207010" y="568960"/>
                  </a:lnTo>
                  <a:lnTo>
                    <a:pt x="198543" y="554990"/>
                  </a:lnTo>
                  <a:lnTo>
                    <a:pt x="208280" y="541020"/>
                  </a:lnTo>
                  <a:lnTo>
                    <a:pt x="197273" y="554990"/>
                  </a:lnTo>
                  <a:lnTo>
                    <a:pt x="183303" y="549487"/>
                  </a:lnTo>
                  <a:lnTo>
                    <a:pt x="190500" y="535517"/>
                  </a:lnTo>
                  <a:lnTo>
                    <a:pt x="175260" y="543983"/>
                  </a:lnTo>
                  <a:lnTo>
                    <a:pt x="161290" y="541020"/>
                  </a:lnTo>
                  <a:lnTo>
                    <a:pt x="158327" y="536787"/>
                  </a:lnTo>
                  <a:lnTo>
                    <a:pt x="144357" y="536787"/>
                  </a:lnTo>
                  <a:lnTo>
                    <a:pt x="129117" y="532553"/>
                  </a:lnTo>
                  <a:lnTo>
                    <a:pt x="115147" y="531283"/>
                  </a:lnTo>
                  <a:lnTo>
                    <a:pt x="104140" y="517313"/>
                  </a:lnTo>
                  <a:lnTo>
                    <a:pt x="90170" y="521547"/>
                  </a:lnTo>
                  <a:lnTo>
                    <a:pt x="76200" y="522817"/>
                  </a:lnTo>
                  <a:lnTo>
                    <a:pt x="60960" y="534247"/>
                  </a:lnTo>
                  <a:lnTo>
                    <a:pt x="51223" y="520277"/>
                  </a:lnTo>
                  <a:lnTo>
                    <a:pt x="42757" y="506307"/>
                  </a:lnTo>
                  <a:lnTo>
                    <a:pt x="28787" y="497840"/>
                  </a:lnTo>
                  <a:lnTo>
                    <a:pt x="14817" y="496570"/>
                  </a:lnTo>
                  <a:lnTo>
                    <a:pt x="3810" y="496147"/>
                  </a:lnTo>
                  <a:lnTo>
                    <a:pt x="3810" y="496147"/>
                  </a:lnTo>
                  <a:close/>
                  <a:moveTo>
                    <a:pt x="208703" y="618913"/>
                  </a:moveTo>
                  <a:lnTo>
                    <a:pt x="201507" y="611717"/>
                  </a:lnTo>
                  <a:lnTo>
                    <a:pt x="187537" y="601980"/>
                  </a:lnTo>
                  <a:lnTo>
                    <a:pt x="194733" y="617220"/>
                  </a:lnTo>
                  <a:lnTo>
                    <a:pt x="208703" y="618913"/>
                  </a:lnTo>
                  <a:close/>
                  <a:moveTo>
                    <a:pt x="328930" y="681990"/>
                  </a:moveTo>
                  <a:lnTo>
                    <a:pt x="328930" y="673523"/>
                  </a:lnTo>
                  <a:lnTo>
                    <a:pt x="313690" y="672253"/>
                  </a:lnTo>
                  <a:lnTo>
                    <a:pt x="328930" y="681990"/>
                  </a:lnTo>
                  <a:close/>
                  <a:moveTo>
                    <a:pt x="434763" y="804333"/>
                  </a:moveTo>
                  <a:lnTo>
                    <a:pt x="434763" y="798830"/>
                  </a:lnTo>
                  <a:lnTo>
                    <a:pt x="420793" y="796290"/>
                  </a:lnTo>
                  <a:lnTo>
                    <a:pt x="405553" y="797560"/>
                  </a:lnTo>
                  <a:lnTo>
                    <a:pt x="419524" y="798830"/>
                  </a:lnTo>
                  <a:lnTo>
                    <a:pt x="434763" y="804333"/>
                  </a:lnTo>
                  <a:close/>
                  <a:moveTo>
                    <a:pt x="440267" y="861907"/>
                  </a:moveTo>
                  <a:lnTo>
                    <a:pt x="442807" y="859367"/>
                  </a:lnTo>
                  <a:lnTo>
                    <a:pt x="444077" y="845397"/>
                  </a:lnTo>
                  <a:lnTo>
                    <a:pt x="434340" y="831427"/>
                  </a:lnTo>
                  <a:lnTo>
                    <a:pt x="420370" y="834390"/>
                  </a:lnTo>
                  <a:lnTo>
                    <a:pt x="433070" y="848360"/>
                  </a:lnTo>
                  <a:lnTo>
                    <a:pt x="440267" y="861907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7" name="Freeform 2376">
              <a:extLst>
                <a:ext uri="{FF2B5EF4-FFF2-40B4-BE49-F238E27FC236}">
                  <a16:creationId xmlns:a16="http://schemas.microsoft.com/office/drawing/2014/main" id="{FF8AAAD2-0A28-E847-BE6E-BBA5FAB30FBA}"/>
                </a:ext>
              </a:extLst>
            </p:cNvPr>
            <p:cNvSpPr/>
            <p:nvPr/>
          </p:nvSpPr>
          <p:spPr>
            <a:xfrm>
              <a:off x="7824470" y="5632450"/>
              <a:ext cx="56303" cy="56303"/>
            </a:xfrm>
            <a:custGeom>
              <a:avLst/>
              <a:gdLst>
                <a:gd name="connsiteX0" fmla="*/ 44026 w 56303"/>
                <a:gd name="connsiteY0" fmla="*/ 56304 h 56303"/>
                <a:gd name="connsiteX1" fmla="*/ 19473 w 56303"/>
                <a:gd name="connsiteY1" fmla="*/ 48683 h 56303"/>
                <a:gd name="connsiteX2" fmla="*/ 0 w 56303"/>
                <a:gd name="connsiteY2" fmla="*/ 24130 h 56303"/>
                <a:gd name="connsiteX3" fmla="*/ 5080 w 56303"/>
                <a:gd name="connsiteY3" fmla="*/ 0 h 56303"/>
                <a:gd name="connsiteX4" fmla="*/ 29210 w 56303"/>
                <a:gd name="connsiteY4" fmla="*/ 14393 h 56303"/>
                <a:gd name="connsiteX5" fmla="*/ 56303 w 56303"/>
                <a:gd name="connsiteY5" fmla="*/ 31750 h 56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303" h="56303">
                  <a:moveTo>
                    <a:pt x="44026" y="56304"/>
                  </a:moveTo>
                  <a:lnTo>
                    <a:pt x="19473" y="48683"/>
                  </a:lnTo>
                  <a:lnTo>
                    <a:pt x="0" y="24130"/>
                  </a:lnTo>
                  <a:lnTo>
                    <a:pt x="5080" y="0"/>
                  </a:lnTo>
                  <a:lnTo>
                    <a:pt x="29210" y="14393"/>
                  </a:lnTo>
                  <a:lnTo>
                    <a:pt x="56303" y="31750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378" name="Graphic 4">
              <a:extLst>
                <a:ext uri="{FF2B5EF4-FFF2-40B4-BE49-F238E27FC236}">
                  <a16:creationId xmlns:a16="http://schemas.microsoft.com/office/drawing/2014/main" id="{3095602C-3D73-304B-A6DB-40D93F08BF77}"/>
                </a:ext>
              </a:extLst>
            </p:cNvPr>
            <p:cNvGrpSpPr/>
            <p:nvPr/>
          </p:nvGrpSpPr>
          <p:grpSpPr>
            <a:xfrm>
              <a:off x="6767830" y="3785869"/>
              <a:ext cx="1606973" cy="1722966"/>
              <a:chOff x="6767830" y="3785869"/>
              <a:chExt cx="1606973" cy="1722966"/>
            </a:xfrm>
            <a:grpFill/>
          </p:grpSpPr>
          <p:sp>
            <p:nvSpPr>
              <p:cNvPr id="2379" name="Freeform 2378">
                <a:extLst>
                  <a:ext uri="{FF2B5EF4-FFF2-40B4-BE49-F238E27FC236}">
                    <a16:creationId xmlns:a16="http://schemas.microsoft.com/office/drawing/2014/main" id="{4DF34508-569B-9F4B-A5C8-82E4EF6869F2}"/>
                  </a:ext>
                </a:extLst>
              </p:cNvPr>
              <p:cNvSpPr/>
              <p:nvPr/>
            </p:nvSpPr>
            <p:spPr>
              <a:xfrm>
                <a:off x="7483263" y="5488093"/>
                <a:ext cx="13970" cy="13969"/>
              </a:xfrm>
              <a:custGeom>
                <a:avLst/>
                <a:gdLst>
                  <a:gd name="connsiteX0" fmla="*/ 9737 w 13970"/>
                  <a:gd name="connsiteY0" fmla="*/ 13970 h 13969"/>
                  <a:gd name="connsiteX1" fmla="*/ 13970 w 13970"/>
                  <a:gd name="connsiteY1" fmla="*/ 2540 h 13969"/>
                  <a:gd name="connsiteX2" fmla="*/ 0 w 13970"/>
                  <a:gd name="connsiteY2" fmla="*/ 0 h 13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13969">
                    <a:moveTo>
                      <a:pt x="9737" y="13970"/>
                    </a:moveTo>
                    <a:lnTo>
                      <a:pt x="13970" y="254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0" name="Freeform 2379">
                <a:extLst>
                  <a:ext uri="{FF2B5EF4-FFF2-40B4-BE49-F238E27FC236}">
                    <a16:creationId xmlns:a16="http://schemas.microsoft.com/office/drawing/2014/main" id="{FBF97E23-C5AC-7A41-81FE-44A63BE05845}"/>
                  </a:ext>
                </a:extLst>
              </p:cNvPr>
              <p:cNvSpPr/>
              <p:nvPr/>
            </p:nvSpPr>
            <p:spPr>
              <a:xfrm>
                <a:off x="7229263" y="4480560"/>
                <a:ext cx="44873" cy="26669"/>
              </a:xfrm>
              <a:custGeom>
                <a:avLst/>
                <a:gdLst>
                  <a:gd name="connsiteX0" fmla="*/ 29633 w 44873"/>
                  <a:gd name="connsiteY0" fmla="*/ 8467 h 26669"/>
                  <a:gd name="connsiteX1" fmla="*/ 15663 w 44873"/>
                  <a:gd name="connsiteY1" fmla="*/ 10160 h 26669"/>
                  <a:gd name="connsiteX2" fmla="*/ 0 w 44873"/>
                  <a:gd name="connsiteY2" fmla="*/ 15663 h 26669"/>
                  <a:gd name="connsiteX3" fmla="*/ 13970 w 44873"/>
                  <a:gd name="connsiteY3" fmla="*/ 22436 h 26669"/>
                  <a:gd name="connsiteX4" fmla="*/ 29633 w 44873"/>
                  <a:gd name="connsiteY4" fmla="*/ 21167 h 26669"/>
                  <a:gd name="connsiteX5" fmla="*/ 43603 w 44873"/>
                  <a:gd name="connsiteY5" fmla="*/ 26670 h 26669"/>
                  <a:gd name="connsiteX6" fmla="*/ 44873 w 44873"/>
                  <a:gd name="connsiteY6" fmla="*/ 13970 h 26669"/>
                  <a:gd name="connsiteX7" fmla="*/ 43603 w 44873"/>
                  <a:gd name="connsiteY7" fmla="*/ 0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873" h="26669">
                    <a:moveTo>
                      <a:pt x="29633" y="8467"/>
                    </a:moveTo>
                    <a:lnTo>
                      <a:pt x="15663" y="10160"/>
                    </a:lnTo>
                    <a:lnTo>
                      <a:pt x="0" y="15663"/>
                    </a:lnTo>
                    <a:lnTo>
                      <a:pt x="13970" y="22436"/>
                    </a:lnTo>
                    <a:lnTo>
                      <a:pt x="29633" y="21167"/>
                    </a:lnTo>
                    <a:lnTo>
                      <a:pt x="43603" y="26670"/>
                    </a:lnTo>
                    <a:lnTo>
                      <a:pt x="44873" y="13970"/>
                    </a:lnTo>
                    <a:lnTo>
                      <a:pt x="43603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1" name="Freeform 2380">
                <a:extLst>
                  <a:ext uri="{FF2B5EF4-FFF2-40B4-BE49-F238E27FC236}">
                    <a16:creationId xmlns:a16="http://schemas.microsoft.com/office/drawing/2014/main" id="{A41CCE63-CAEB-1947-B23D-90AA0A16603B}"/>
                  </a:ext>
                </a:extLst>
              </p:cNvPr>
              <p:cNvSpPr/>
              <p:nvPr/>
            </p:nvSpPr>
            <p:spPr>
              <a:xfrm>
                <a:off x="6964256" y="4751493"/>
                <a:ext cx="227330" cy="390313"/>
              </a:xfrm>
              <a:custGeom>
                <a:avLst/>
                <a:gdLst>
                  <a:gd name="connsiteX0" fmla="*/ 218017 w 227330"/>
                  <a:gd name="connsiteY0" fmla="*/ 93557 h 390313"/>
                  <a:gd name="connsiteX1" fmla="*/ 209550 w 227330"/>
                  <a:gd name="connsiteY1" fmla="*/ 77893 h 390313"/>
                  <a:gd name="connsiteX2" fmla="*/ 206587 w 227330"/>
                  <a:gd name="connsiteY2" fmla="*/ 63923 h 390313"/>
                  <a:gd name="connsiteX3" fmla="*/ 201083 w 227330"/>
                  <a:gd name="connsiteY3" fmla="*/ 52917 h 390313"/>
                  <a:gd name="connsiteX4" fmla="*/ 187113 w 227330"/>
                  <a:gd name="connsiteY4" fmla="*/ 49953 h 390313"/>
                  <a:gd name="connsiteX5" fmla="*/ 201083 w 227330"/>
                  <a:gd name="connsiteY5" fmla="*/ 38946 h 390313"/>
                  <a:gd name="connsiteX6" fmla="*/ 187113 w 227330"/>
                  <a:gd name="connsiteY6" fmla="*/ 34713 h 390313"/>
                  <a:gd name="connsiteX7" fmla="*/ 190077 w 227330"/>
                  <a:gd name="connsiteY7" fmla="*/ 20743 h 390313"/>
                  <a:gd name="connsiteX8" fmla="*/ 176107 w 227330"/>
                  <a:gd name="connsiteY8" fmla="*/ 23707 h 390313"/>
                  <a:gd name="connsiteX9" fmla="*/ 167640 w 227330"/>
                  <a:gd name="connsiteY9" fmla="*/ 8043 h 390313"/>
                  <a:gd name="connsiteX10" fmla="*/ 152400 w 227330"/>
                  <a:gd name="connsiteY10" fmla="*/ 0 h 390313"/>
                  <a:gd name="connsiteX11" fmla="*/ 138430 w 227330"/>
                  <a:gd name="connsiteY11" fmla="*/ 4233 h 390313"/>
                  <a:gd name="connsiteX12" fmla="*/ 129963 w 227330"/>
                  <a:gd name="connsiteY12" fmla="*/ 18203 h 390313"/>
                  <a:gd name="connsiteX13" fmla="*/ 115993 w 227330"/>
                  <a:gd name="connsiteY13" fmla="*/ 22013 h 390313"/>
                  <a:gd name="connsiteX14" fmla="*/ 100754 w 227330"/>
                  <a:gd name="connsiteY14" fmla="*/ 35983 h 390313"/>
                  <a:gd name="connsiteX15" fmla="*/ 89323 w 227330"/>
                  <a:gd name="connsiteY15" fmla="*/ 49953 h 390313"/>
                  <a:gd name="connsiteX16" fmla="*/ 77047 w 227330"/>
                  <a:gd name="connsiteY16" fmla="*/ 54186 h 390313"/>
                  <a:gd name="connsiteX17" fmla="*/ 63077 w 227330"/>
                  <a:gd name="connsiteY17" fmla="*/ 63923 h 390313"/>
                  <a:gd name="connsiteX18" fmla="*/ 47413 w 227330"/>
                  <a:gd name="connsiteY18" fmla="*/ 69850 h 390313"/>
                  <a:gd name="connsiteX19" fmla="*/ 33867 w 227330"/>
                  <a:gd name="connsiteY19" fmla="*/ 66886 h 390313"/>
                  <a:gd name="connsiteX20" fmla="*/ 19897 w 227330"/>
                  <a:gd name="connsiteY20" fmla="*/ 63923 h 390313"/>
                  <a:gd name="connsiteX21" fmla="*/ 5927 w 227330"/>
                  <a:gd name="connsiteY21" fmla="*/ 52917 h 390313"/>
                  <a:gd name="connsiteX22" fmla="*/ 5927 w 227330"/>
                  <a:gd name="connsiteY22" fmla="*/ 68157 h 390313"/>
                  <a:gd name="connsiteX23" fmla="*/ 0 w 227330"/>
                  <a:gd name="connsiteY23" fmla="*/ 82127 h 390313"/>
                  <a:gd name="connsiteX24" fmla="*/ 5927 w 227330"/>
                  <a:gd name="connsiteY24" fmla="*/ 96096 h 390313"/>
                  <a:gd name="connsiteX25" fmla="*/ 10160 w 227330"/>
                  <a:gd name="connsiteY25" fmla="*/ 110067 h 390313"/>
                  <a:gd name="connsiteX26" fmla="*/ 23707 w 227330"/>
                  <a:gd name="connsiteY26" fmla="*/ 121073 h 390313"/>
                  <a:gd name="connsiteX27" fmla="*/ 32173 w 227330"/>
                  <a:gd name="connsiteY27" fmla="*/ 135043 h 390313"/>
                  <a:gd name="connsiteX28" fmla="*/ 30904 w 227330"/>
                  <a:gd name="connsiteY28" fmla="*/ 146473 h 390313"/>
                  <a:gd name="connsiteX29" fmla="*/ 44873 w 227330"/>
                  <a:gd name="connsiteY29" fmla="*/ 158750 h 390313"/>
                  <a:gd name="connsiteX30" fmla="*/ 43604 w 227330"/>
                  <a:gd name="connsiteY30" fmla="*/ 162983 h 390313"/>
                  <a:gd name="connsiteX31" fmla="*/ 41910 w 227330"/>
                  <a:gd name="connsiteY31" fmla="*/ 176953 h 390313"/>
                  <a:gd name="connsiteX32" fmla="*/ 46143 w 227330"/>
                  <a:gd name="connsiteY32" fmla="*/ 192193 h 390313"/>
                  <a:gd name="connsiteX33" fmla="*/ 35137 w 227330"/>
                  <a:gd name="connsiteY33" fmla="*/ 206586 h 390313"/>
                  <a:gd name="connsiteX34" fmla="*/ 33867 w 227330"/>
                  <a:gd name="connsiteY34" fmla="*/ 207857 h 390313"/>
                  <a:gd name="connsiteX35" fmla="*/ 39370 w 227330"/>
                  <a:gd name="connsiteY35" fmla="*/ 221827 h 390313"/>
                  <a:gd name="connsiteX36" fmla="*/ 53340 w 227330"/>
                  <a:gd name="connsiteY36" fmla="*/ 226060 h 390313"/>
                  <a:gd name="connsiteX37" fmla="*/ 54610 w 227330"/>
                  <a:gd name="connsiteY37" fmla="*/ 228600 h 390313"/>
                  <a:gd name="connsiteX38" fmla="*/ 53340 w 227330"/>
                  <a:gd name="connsiteY38" fmla="*/ 242570 h 390313"/>
                  <a:gd name="connsiteX39" fmla="*/ 53340 w 227330"/>
                  <a:gd name="connsiteY39" fmla="*/ 256540 h 390313"/>
                  <a:gd name="connsiteX40" fmla="*/ 39370 w 227330"/>
                  <a:gd name="connsiteY40" fmla="*/ 245533 h 390313"/>
                  <a:gd name="connsiteX41" fmla="*/ 39370 w 227330"/>
                  <a:gd name="connsiteY41" fmla="*/ 260773 h 390313"/>
                  <a:gd name="connsiteX42" fmla="*/ 41910 w 227330"/>
                  <a:gd name="connsiteY42" fmla="*/ 274743 h 390313"/>
                  <a:gd name="connsiteX43" fmla="*/ 36407 w 227330"/>
                  <a:gd name="connsiteY43" fmla="*/ 288713 h 390313"/>
                  <a:gd name="connsiteX44" fmla="*/ 33867 w 227330"/>
                  <a:gd name="connsiteY44" fmla="*/ 302683 h 390313"/>
                  <a:gd name="connsiteX45" fmla="*/ 35137 w 227330"/>
                  <a:gd name="connsiteY45" fmla="*/ 316653 h 390313"/>
                  <a:gd name="connsiteX46" fmla="*/ 32173 w 227330"/>
                  <a:gd name="connsiteY46" fmla="*/ 331893 h 390313"/>
                  <a:gd name="connsiteX47" fmla="*/ 36407 w 227330"/>
                  <a:gd name="connsiteY47" fmla="*/ 345863 h 390313"/>
                  <a:gd name="connsiteX48" fmla="*/ 40640 w 227330"/>
                  <a:gd name="connsiteY48" fmla="*/ 359833 h 390313"/>
                  <a:gd name="connsiteX49" fmla="*/ 26670 w 227330"/>
                  <a:gd name="connsiteY49" fmla="*/ 362796 h 390313"/>
                  <a:gd name="connsiteX50" fmla="*/ 37677 w 227330"/>
                  <a:gd name="connsiteY50" fmla="*/ 376767 h 390313"/>
                  <a:gd name="connsiteX51" fmla="*/ 49107 w 227330"/>
                  <a:gd name="connsiteY51" fmla="*/ 362796 h 390313"/>
                  <a:gd name="connsiteX52" fmla="*/ 55880 w 227330"/>
                  <a:gd name="connsiteY52" fmla="*/ 376767 h 390313"/>
                  <a:gd name="connsiteX53" fmla="*/ 63077 w 227330"/>
                  <a:gd name="connsiteY53" fmla="*/ 390313 h 390313"/>
                  <a:gd name="connsiteX54" fmla="*/ 77047 w 227330"/>
                  <a:gd name="connsiteY54" fmla="*/ 383540 h 390313"/>
                  <a:gd name="connsiteX55" fmla="*/ 91017 w 227330"/>
                  <a:gd name="connsiteY55" fmla="*/ 390313 h 390313"/>
                  <a:gd name="connsiteX56" fmla="*/ 104563 w 227330"/>
                  <a:gd name="connsiteY56" fmla="*/ 383540 h 390313"/>
                  <a:gd name="connsiteX57" fmla="*/ 118957 w 227330"/>
                  <a:gd name="connsiteY57" fmla="*/ 369570 h 390313"/>
                  <a:gd name="connsiteX58" fmla="*/ 117263 w 227330"/>
                  <a:gd name="connsiteY58" fmla="*/ 355600 h 390313"/>
                  <a:gd name="connsiteX59" fmla="*/ 122767 w 227330"/>
                  <a:gd name="connsiteY59" fmla="*/ 341630 h 390313"/>
                  <a:gd name="connsiteX60" fmla="*/ 127000 w 227330"/>
                  <a:gd name="connsiteY60" fmla="*/ 337396 h 390313"/>
                  <a:gd name="connsiteX61" fmla="*/ 125730 w 227330"/>
                  <a:gd name="connsiteY61" fmla="*/ 336127 h 390313"/>
                  <a:gd name="connsiteX62" fmla="*/ 128693 w 227330"/>
                  <a:gd name="connsiteY62" fmla="*/ 337396 h 390313"/>
                  <a:gd name="connsiteX63" fmla="*/ 131233 w 227330"/>
                  <a:gd name="connsiteY63" fmla="*/ 337396 h 390313"/>
                  <a:gd name="connsiteX64" fmla="*/ 145204 w 227330"/>
                  <a:gd name="connsiteY64" fmla="*/ 334857 h 390313"/>
                  <a:gd name="connsiteX65" fmla="*/ 159173 w 227330"/>
                  <a:gd name="connsiteY65" fmla="*/ 338667 h 390313"/>
                  <a:gd name="connsiteX66" fmla="*/ 174413 w 227330"/>
                  <a:gd name="connsiteY66" fmla="*/ 350096 h 390313"/>
                  <a:gd name="connsiteX67" fmla="*/ 188383 w 227330"/>
                  <a:gd name="connsiteY67" fmla="*/ 351367 h 390313"/>
                  <a:gd name="connsiteX68" fmla="*/ 192617 w 227330"/>
                  <a:gd name="connsiteY68" fmla="*/ 337396 h 390313"/>
                  <a:gd name="connsiteX69" fmla="*/ 201083 w 227330"/>
                  <a:gd name="connsiteY69" fmla="*/ 323427 h 390313"/>
                  <a:gd name="connsiteX70" fmla="*/ 198120 w 227330"/>
                  <a:gd name="connsiteY70" fmla="*/ 309457 h 390313"/>
                  <a:gd name="connsiteX71" fmla="*/ 202354 w 227330"/>
                  <a:gd name="connsiteY71" fmla="*/ 295486 h 390313"/>
                  <a:gd name="connsiteX72" fmla="*/ 203623 w 227330"/>
                  <a:gd name="connsiteY72" fmla="*/ 280246 h 390313"/>
                  <a:gd name="connsiteX73" fmla="*/ 205317 w 227330"/>
                  <a:gd name="connsiteY73" fmla="*/ 273473 h 390313"/>
                  <a:gd name="connsiteX74" fmla="*/ 205317 w 227330"/>
                  <a:gd name="connsiteY74" fmla="*/ 257810 h 390313"/>
                  <a:gd name="connsiteX75" fmla="*/ 206587 w 227330"/>
                  <a:gd name="connsiteY75" fmla="*/ 243840 h 390313"/>
                  <a:gd name="connsiteX76" fmla="*/ 209550 w 227330"/>
                  <a:gd name="connsiteY76" fmla="*/ 229870 h 390313"/>
                  <a:gd name="connsiteX77" fmla="*/ 212090 w 227330"/>
                  <a:gd name="connsiteY77" fmla="*/ 215900 h 390313"/>
                  <a:gd name="connsiteX78" fmla="*/ 210820 w 227330"/>
                  <a:gd name="connsiteY78" fmla="*/ 206586 h 390313"/>
                  <a:gd name="connsiteX79" fmla="*/ 215054 w 227330"/>
                  <a:gd name="connsiteY79" fmla="*/ 192193 h 390313"/>
                  <a:gd name="connsiteX80" fmla="*/ 203623 w 227330"/>
                  <a:gd name="connsiteY80" fmla="*/ 178646 h 390313"/>
                  <a:gd name="connsiteX81" fmla="*/ 201083 w 227330"/>
                  <a:gd name="connsiteY81" fmla="*/ 164677 h 390313"/>
                  <a:gd name="connsiteX82" fmla="*/ 209550 w 227330"/>
                  <a:gd name="connsiteY82" fmla="*/ 150707 h 390313"/>
                  <a:gd name="connsiteX83" fmla="*/ 221827 w 227330"/>
                  <a:gd name="connsiteY83" fmla="*/ 135043 h 390313"/>
                  <a:gd name="connsiteX84" fmla="*/ 227330 w 227330"/>
                  <a:gd name="connsiteY84" fmla="*/ 121073 h 390313"/>
                  <a:gd name="connsiteX85" fmla="*/ 219287 w 227330"/>
                  <a:gd name="connsiteY85" fmla="*/ 107527 h 390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</a:cxnLst>
                <a:rect l="l" t="t" r="r" b="b"/>
                <a:pathLst>
                  <a:path w="227330" h="390313">
                    <a:moveTo>
                      <a:pt x="218017" y="93557"/>
                    </a:moveTo>
                    <a:lnTo>
                      <a:pt x="209550" y="77893"/>
                    </a:lnTo>
                    <a:lnTo>
                      <a:pt x="206587" y="63923"/>
                    </a:lnTo>
                    <a:lnTo>
                      <a:pt x="201083" y="52917"/>
                    </a:lnTo>
                    <a:lnTo>
                      <a:pt x="187113" y="49953"/>
                    </a:lnTo>
                    <a:lnTo>
                      <a:pt x="201083" y="38946"/>
                    </a:lnTo>
                    <a:lnTo>
                      <a:pt x="187113" y="34713"/>
                    </a:lnTo>
                    <a:lnTo>
                      <a:pt x="190077" y="20743"/>
                    </a:lnTo>
                    <a:lnTo>
                      <a:pt x="176107" y="23707"/>
                    </a:lnTo>
                    <a:lnTo>
                      <a:pt x="167640" y="8043"/>
                    </a:lnTo>
                    <a:lnTo>
                      <a:pt x="152400" y="0"/>
                    </a:lnTo>
                    <a:lnTo>
                      <a:pt x="138430" y="4233"/>
                    </a:lnTo>
                    <a:lnTo>
                      <a:pt x="129963" y="18203"/>
                    </a:lnTo>
                    <a:lnTo>
                      <a:pt x="115993" y="22013"/>
                    </a:lnTo>
                    <a:lnTo>
                      <a:pt x="100754" y="35983"/>
                    </a:lnTo>
                    <a:lnTo>
                      <a:pt x="89323" y="49953"/>
                    </a:lnTo>
                    <a:lnTo>
                      <a:pt x="77047" y="54186"/>
                    </a:lnTo>
                    <a:lnTo>
                      <a:pt x="63077" y="63923"/>
                    </a:lnTo>
                    <a:lnTo>
                      <a:pt x="47413" y="69850"/>
                    </a:lnTo>
                    <a:lnTo>
                      <a:pt x="33867" y="66886"/>
                    </a:lnTo>
                    <a:lnTo>
                      <a:pt x="19897" y="63923"/>
                    </a:lnTo>
                    <a:lnTo>
                      <a:pt x="5927" y="52917"/>
                    </a:lnTo>
                    <a:lnTo>
                      <a:pt x="5927" y="68157"/>
                    </a:lnTo>
                    <a:lnTo>
                      <a:pt x="0" y="82127"/>
                    </a:lnTo>
                    <a:lnTo>
                      <a:pt x="5927" y="96096"/>
                    </a:lnTo>
                    <a:lnTo>
                      <a:pt x="10160" y="110067"/>
                    </a:lnTo>
                    <a:lnTo>
                      <a:pt x="23707" y="121073"/>
                    </a:lnTo>
                    <a:lnTo>
                      <a:pt x="32173" y="135043"/>
                    </a:lnTo>
                    <a:lnTo>
                      <a:pt x="30904" y="146473"/>
                    </a:lnTo>
                    <a:lnTo>
                      <a:pt x="44873" y="158750"/>
                    </a:lnTo>
                    <a:lnTo>
                      <a:pt x="43604" y="162983"/>
                    </a:lnTo>
                    <a:lnTo>
                      <a:pt x="41910" y="176953"/>
                    </a:lnTo>
                    <a:lnTo>
                      <a:pt x="46143" y="192193"/>
                    </a:lnTo>
                    <a:lnTo>
                      <a:pt x="35137" y="206586"/>
                    </a:lnTo>
                    <a:lnTo>
                      <a:pt x="33867" y="207857"/>
                    </a:lnTo>
                    <a:lnTo>
                      <a:pt x="39370" y="221827"/>
                    </a:lnTo>
                    <a:lnTo>
                      <a:pt x="53340" y="226060"/>
                    </a:lnTo>
                    <a:lnTo>
                      <a:pt x="54610" y="228600"/>
                    </a:lnTo>
                    <a:lnTo>
                      <a:pt x="53340" y="242570"/>
                    </a:lnTo>
                    <a:lnTo>
                      <a:pt x="53340" y="256540"/>
                    </a:lnTo>
                    <a:lnTo>
                      <a:pt x="39370" y="245533"/>
                    </a:lnTo>
                    <a:lnTo>
                      <a:pt x="39370" y="260773"/>
                    </a:lnTo>
                    <a:lnTo>
                      <a:pt x="41910" y="274743"/>
                    </a:lnTo>
                    <a:lnTo>
                      <a:pt x="36407" y="288713"/>
                    </a:lnTo>
                    <a:lnTo>
                      <a:pt x="33867" y="302683"/>
                    </a:lnTo>
                    <a:lnTo>
                      <a:pt x="35137" y="316653"/>
                    </a:lnTo>
                    <a:lnTo>
                      <a:pt x="32173" y="331893"/>
                    </a:lnTo>
                    <a:lnTo>
                      <a:pt x="36407" y="345863"/>
                    </a:lnTo>
                    <a:lnTo>
                      <a:pt x="40640" y="359833"/>
                    </a:lnTo>
                    <a:lnTo>
                      <a:pt x="26670" y="362796"/>
                    </a:lnTo>
                    <a:lnTo>
                      <a:pt x="37677" y="376767"/>
                    </a:lnTo>
                    <a:lnTo>
                      <a:pt x="49107" y="362796"/>
                    </a:lnTo>
                    <a:lnTo>
                      <a:pt x="55880" y="376767"/>
                    </a:lnTo>
                    <a:lnTo>
                      <a:pt x="63077" y="390313"/>
                    </a:lnTo>
                    <a:lnTo>
                      <a:pt x="77047" y="383540"/>
                    </a:lnTo>
                    <a:lnTo>
                      <a:pt x="91017" y="390313"/>
                    </a:lnTo>
                    <a:lnTo>
                      <a:pt x="104563" y="383540"/>
                    </a:lnTo>
                    <a:lnTo>
                      <a:pt x="118957" y="369570"/>
                    </a:lnTo>
                    <a:lnTo>
                      <a:pt x="117263" y="355600"/>
                    </a:lnTo>
                    <a:lnTo>
                      <a:pt x="122767" y="341630"/>
                    </a:lnTo>
                    <a:lnTo>
                      <a:pt x="127000" y="337396"/>
                    </a:lnTo>
                    <a:lnTo>
                      <a:pt x="125730" y="336127"/>
                    </a:lnTo>
                    <a:lnTo>
                      <a:pt x="128693" y="337396"/>
                    </a:lnTo>
                    <a:lnTo>
                      <a:pt x="131233" y="337396"/>
                    </a:lnTo>
                    <a:lnTo>
                      <a:pt x="145204" y="334857"/>
                    </a:lnTo>
                    <a:lnTo>
                      <a:pt x="159173" y="338667"/>
                    </a:lnTo>
                    <a:lnTo>
                      <a:pt x="174413" y="350096"/>
                    </a:lnTo>
                    <a:lnTo>
                      <a:pt x="188383" y="351367"/>
                    </a:lnTo>
                    <a:lnTo>
                      <a:pt x="192617" y="337396"/>
                    </a:lnTo>
                    <a:lnTo>
                      <a:pt x="201083" y="323427"/>
                    </a:lnTo>
                    <a:lnTo>
                      <a:pt x="198120" y="309457"/>
                    </a:lnTo>
                    <a:lnTo>
                      <a:pt x="202354" y="295486"/>
                    </a:lnTo>
                    <a:lnTo>
                      <a:pt x="203623" y="280246"/>
                    </a:lnTo>
                    <a:lnTo>
                      <a:pt x="205317" y="273473"/>
                    </a:lnTo>
                    <a:lnTo>
                      <a:pt x="205317" y="257810"/>
                    </a:lnTo>
                    <a:lnTo>
                      <a:pt x="206587" y="243840"/>
                    </a:lnTo>
                    <a:lnTo>
                      <a:pt x="209550" y="229870"/>
                    </a:lnTo>
                    <a:lnTo>
                      <a:pt x="212090" y="215900"/>
                    </a:lnTo>
                    <a:lnTo>
                      <a:pt x="210820" y="206586"/>
                    </a:lnTo>
                    <a:lnTo>
                      <a:pt x="215054" y="192193"/>
                    </a:lnTo>
                    <a:lnTo>
                      <a:pt x="203623" y="178646"/>
                    </a:lnTo>
                    <a:lnTo>
                      <a:pt x="201083" y="164677"/>
                    </a:lnTo>
                    <a:lnTo>
                      <a:pt x="209550" y="150707"/>
                    </a:lnTo>
                    <a:lnTo>
                      <a:pt x="221827" y="135043"/>
                    </a:lnTo>
                    <a:lnTo>
                      <a:pt x="227330" y="121073"/>
                    </a:lnTo>
                    <a:lnTo>
                      <a:pt x="219287" y="10752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2" name="Freeform 2381">
                <a:extLst>
                  <a:ext uri="{FF2B5EF4-FFF2-40B4-BE49-F238E27FC236}">
                    <a16:creationId xmlns:a16="http://schemas.microsoft.com/office/drawing/2014/main" id="{F66CEE35-1225-9D4E-A850-3CEE5C9DB297}"/>
                  </a:ext>
                </a:extLst>
              </p:cNvPr>
              <p:cNvSpPr/>
              <p:nvPr/>
            </p:nvSpPr>
            <p:spPr>
              <a:xfrm>
                <a:off x="7023100" y="4459816"/>
                <a:ext cx="133773" cy="270510"/>
              </a:xfrm>
              <a:custGeom>
                <a:avLst/>
                <a:gdLst>
                  <a:gd name="connsiteX0" fmla="*/ 4233 w 133773"/>
                  <a:gd name="connsiteY0" fmla="*/ 143510 h 270510"/>
                  <a:gd name="connsiteX1" fmla="*/ 19473 w 133773"/>
                  <a:gd name="connsiteY1" fmla="*/ 151977 h 270510"/>
                  <a:gd name="connsiteX2" fmla="*/ 11007 w 133773"/>
                  <a:gd name="connsiteY2" fmla="*/ 165946 h 270510"/>
                  <a:gd name="connsiteX3" fmla="*/ 16933 w 133773"/>
                  <a:gd name="connsiteY3" fmla="*/ 179917 h 270510"/>
                  <a:gd name="connsiteX4" fmla="*/ 30480 w 133773"/>
                  <a:gd name="connsiteY4" fmla="*/ 179917 h 270510"/>
                  <a:gd name="connsiteX5" fmla="*/ 29210 w 133773"/>
                  <a:gd name="connsiteY5" fmla="*/ 193887 h 270510"/>
                  <a:gd name="connsiteX6" fmla="*/ 15240 w 133773"/>
                  <a:gd name="connsiteY6" fmla="*/ 207857 h 270510"/>
                  <a:gd name="connsiteX7" fmla="*/ 29210 w 133773"/>
                  <a:gd name="connsiteY7" fmla="*/ 215054 h 270510"/>
                  <a:gd name="connsiteX8" fmla="*/ 43180 w 133773"/>
                  <a:gd name="connsiteY8" fmla="*/ 218863 h 270510"/>
                  <a:gd name="connsiteX9" fmla="*/ 29210 w 133773"/>
                  <a:gd name="connsiteY9" fmla="*/ 230293 h 270510"/>
                  <a:gd name="connsiteX10" fmla="*/ 38947 w 133773"/>
                  <a:gd name="connsiteY10" fmla="*/ 243840 h 270510"/>
                  <a:gd name="connsiteX11" fmla="*/ 52917 w 133773"/>
                  <a:gd name="connsiteY11" fmla="*/ 251037 h 270510"/>
                  <a:gd name="connsiteX12" fmla="*/ 66887 w 133773"/>
                  <a:gd name="connsiteY12" fmla="*/ 254000 h 270510"/>
                  <a:gd name="connsiteX13" fmla="*/ 79587 w 133773"/>
                  <a:gd name="connsiteY13" fmla="*/ 267970 h 270510"/>
                  <a:gd name="connsiteX14" fmla="*/ 82127 w 133773"/>
                  <a:gd name="connsiteY14" fmla="*/ 270510 h 270510"/>
                  <a:gd name="connsiteX15" fmla="*/ 89323 w 133773"/>
                  <a:gd name="connsiteY15" fmla="*/ 256540 h 270510"/>
                  <a:gd name="connsiteX16" fmla="*/ 97367 w 133773"/>
                  <a:gd name="connsiteY16" fmla="*/ 242570 h 270510"/>
                  <a:gd name="connsiteX17" fmla="*/ 104563 w 133773"/>
                  <a:gd name="connsiteY17" fmla="*/ 228600 h 270510"/>
                  <a:gd name="connsiteX18" fmla="*/ 111760 w 133773"/>
                  <a:gd name="connsiteY18" fmla="*/ 215054 h 270510"/>
                  <a:gd name="connsiteX19" fmla="*/ 111760 w 133773"/>
                  <a:gd name="connsiteY19" fmla="*/ 199390 h 270510"/>
                  <a:gd name="connsiteX20" fmla="*/ 111760 w 133773"/>
                  <a:gd name="connsiteY20" fmla="*/ 185420 h 270510"/>
                  <a:gd name="connsiteX21" fmla="*/ 113030 w 133773"/>
                  <a:gd name="connsiteY21" fmla="*/ 175683 h 270510"/>
                  <a:gd name="connsiteX22" fmla="*/ 121073 w 133773"/>
                  <a:gd name="connsiteY22" fmla="*/ 161713 h 270510"/>
                  <a:gd name="connsiteX23" fmla="*/ 132503 w 133773"/>
                  <a:gd name="connsiteY23" fmla="*/ 147743 h 270510"/>
                  <a:gd name="connsiteX24" fmla="*/ 133773 w 133773"/>
                  <a:gd name="connsiteY24" fmla="*/ 142240 h 270510"/>
                  <a:gd name="connsiteX25" fmla="*/ 132503 w 133773"/>
                  <a:gd name="connsiteY25" fmla="*/ 128270 h 270510"/>
                  <a:gd name="connsiteX26" fmla="*/ 132503 w 133773"/>
                  <a:gd name="connsiteY26" fmla="*/ 113030 h 270510"/>
                  <a:gd name="connsiteX27" fmla="*/ 129540 w 133773"/>
                  <a:gd name="connsiteY27" fmla="*/ 99060 h 270510"/>
                  <a:gd name="connsiteX28" fmla="*/ 129540 w 133773"/>
                  <a:gd name="connsiteY28" fmla="*/ 85090 h 270510"/>
                  <a:gd name="connsiteX29" fmla="*/ 125730 w 133773"/>
                  <a:gd name="connsiteY29" fmla="*/ 71120 h 270510"/>
                  <a:gd name="connsiteX30" fmla="*/ 118533 w 133773"/>
                  <a:gd name="connsiteY30" fmla="*/ 57150 h 270510"/>
                  <a:gd name="connsiteX31" fmla="*/ 121073 w 133773"/>
                  <a:gd name="connsiteY31" fmla="*/ 43180 h 270510"/>
                  <a:gd name="connsiteX32" fmla="*/ 124037 w 133773"/>
                  <a:gd name="connsiteY32" fmla="*/ 29210 h 270510"/>
                  <a:gd name="connsiteX33" fmla="*/ 121073 w 133773"/>
                  <a:gd name="connsiteY33" fmla="*/ 15240 h 270510"/>
                  <a:gd name="connsiteX34" fmla="*/ 119803 w 133773"/>
                  <a:gd name="connsiteY34" fmla="*/ 0 h 270510"/>
                  <a:gd name="connsiteX35" fmla="*/ 104563 w 133773"/>
                  <a:gd name="connsiteY35" fmla="*/ 2540 h 270510"/>
                  <a:gd name="connsiteX36" fmla="*/ 101600 w 133773"/>
                  <a:gd name="connsiteY36" fmla="*/ 16510 h 270510"/>
                  <a:gd name="connsiteX37" fmla="*/ 103293 w 133773"/>
                  <a:gd name="connsiteY37" fmla="*/ 30904 h 270510"/>
                  <a:gd name="connsiteX38" fmla="*/ 91863 w 133773"/>
                  <a:gd name="connsiteY38" fmla="*/ 46143 h 270510"/>
                  <a:gd name="connsiteX39" fmla="*/ 77893 w 133773"/>
                  <a:gd name="connsiteY39" fmla="*/ 44450 h 270510"/>
                  <a:gd name="connsiteX40" fmla="*/ 62653 w 133773"/>
                  <a:gd name="connsiteY40" fmla="*/ 57150 h 270510"/>
                  <a:gd name="connsiteX41" fmla="*/ 48683 w 133773"/>
                  <a:gd name="connsiteY41" fmla="*/ 60113 h 270510"/>
                  <a:gd name="connsiteX42" fmla="*/ 34713 w 133773"/>
                  <a:gd name="connsiteY42" fmla="*/ 65617 h 270510"/>
                  <a:gd name="connsiteX43" fmla="*/ 20743 w 133773"/>
                  <a:gd name="connsiteY43" fmla="*/ 72390 h 270510"/>
                  <a:gd name="connsiteX44" fmla="*/ 15240 w 133773"/>
                  <a:gd name="connsiteY44" fmla="*/ 86360 h 270510"/>
                  <a:gd name="connsiteX45" fmla="*/ 4233 w 133773"/>
                  <a:gd name="connsiteY45" fmla="*/ 100330 h 270510"/>
                  <a:gd name="connsiteX46" fmla="*/ 5503 w 133773"/>
                  <a:gd name="connsiteY46" fmla="*/ 107527 h 270510"/>
                  <a:gd name="connsiteX47" fmla="*/ 15240 w 133773"/>
                  <a:gd name="connsiteY47" fmla="*/ 121496 h 270510"/>
                  <a:gd name="connsiteX48" fmla="*/ 0 w 133773"/>
                  <a:gd name="connsiteY48" fmla="*/ 129963 h 270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33773" h="270510">
                    <a:moveTo>
                      <a:pt x="4233" y="143510"/>
                    </a:moveTo>
                    <a:lnTo>
                      <a:pt x="19473" y="151977"/>
                    </a:lnTo>
                    <a:lnTo>
                      <a:pt x="11007" y="165946"/>
                    </a:lnTo>
                    <a:lnTo>
                      <a:pt x="16933" y="179917"/>
                    </a:lnTo>
                    <a:lnTo>
                      <a:pt x="30480" y="179917"/>
                    </a:lnTo>
                    <a:lnTo>
                      <a:pt x="29210" y="193887"/>
                    </a:lnTo>
                    <a:lnTo>
                      <a:pt x="15240" y="207857"/>
                    </a:lnTo>
                    <a:lnTo>
                      <a:pt x="29210" y="215054"/>
                    </a:lnTo>
                    <a:lnTo>
                      <a:pt x="43180" y="218863"/>
                    </a:lnTo>
                    <a:lnTo>
                      <a:pt x="29210" y="230293"/>
                    </a:lnTo>
                    <a:lnTo>
                      <a:pt x="38947" y="243840"/>
                    </a:lnTo>
                    <a:lnTo>
                      <a:pt x="52917" y="251037"/>
                    </a:lnTo>
                    <a:lnTo>
                      <a:pt x="66887" y="254000"/>
                    </a:lnTo>
                    <a:lnTo>
                      <a:pt x="79587" y="267970"/>
                    </a:lnTo>
                    <a:lnTo>
                      <a:pt x="82127" y="270510"/>
                    </a:lnTo>
                    <a:lnTo>
                      <a:pt x="89323" y="256540"/>
                    </a:lnTo>
                    <a:lnTo>
                      <a:pt x="97367" y="242570"/>
                    </a:lnTo>
                    <a:lnTo>
                      <a:pt x="104563" y="228600"/>
                    </a:lnTo>
                    <a:lnTo>
                      <a:pt x="111760" y="215054"/>
                    </a:lnTo>
                    <a:lnTo>
                      <a:pt x="111760" y="199390"/>
                    </a:lnTo>
                    <a:lnTo>
                      <a:pt x="111760" y="185420"/>
                    </a:lnTo>
                    <a:lnTo>
                      <a:pt x="113030" y="175683"/>
                    </a:lnTo>
                    <a:lnTo>
                      <a:pt x="121073" y="161713"/>
                    </a:lnTo>
                    <a:lnTo>
                      <a:pt x="132503" y="147743"/>
                    </a:lnTo>
                    <a:lnTo>
                      <a:pt x="133773" y="142240"/>
                    </a:lnTo>
                    <a:lnTo>
                      <a:pt x="132503" y="128270"/>
                    </a:lnTo>
                    <a:lnTo>
                      <a:pt x="132503" y="113030"/>
                    </a:lnTo>
                    <a:lnTo>
                      <a:pt x="129540" y="99060"/>
                    </a:lnTo>
                    <a:lnTo>
                      <a:pt x="129540" y="85090"/>
                    </a:lnTo>
                    <a:lnTo>
                      <a:pt x="125730" y="71120"/>
                    </a:lnTo>
                    <a:lnTo>
                      <a:pt x="118533" y="57150"/>
                    </a:lnTo>
                    <a:lnTo>
                      <a:pt x="121073" y="43180"/>
                    </a:lnTo>
                    <a:lnTo>
                      <a:pt x="124037" y="29210"/>
                    </a:lnTo>
                    <a:lnTo>
                      <a:pt x="121073" y="15240"/>
                    </a:lnTo>
                    <a:lnTo>
                      <a:pt x="119803" y="0"/>
                    </a:lnTo>
                    <a:lnTo>
                      <a:pt x="104563" y="2540"/>
                    </a:lnTo>
                    <a:lnTo>
                      <a:pt x="101600" y="16510"/>
                    </a:lnTo>
                    <a:lnTo>
                      <a:pt x="103293" y="30904"/>
                    </a:lnTo>
                    <a:lnTo>
                      <a:pt x="91863" y="46143"/>
                    </a:lnTo>
                    <a:lnTo>
                      <a:pt x="77893" y="44450"/>
                    </a:lnTo>
                    <a:lnTo>
                      <a:pt x="62653" y="57150"/>
                    </a:lnTo>
                    <a:lnTo>
                      <a:pt x="48683" y="60113"/>
                    </a:lnTo>
                    <a:lnTo>
                      <a:pt x="34713" y="65617"/>
                    </a:lnTo>
                    <a:lnTo>
                      <a:pt x="20743" y="72390"/>
                    </a:lnTo>
                    <a:lnTo>
                      <a:pt x="15240" y="86360"/>
                    </a:lnTo>
                    <a:lnTo>
                      <a:pt x="4233" y="100330"/>
                    </a:lnTo>
                    <a:lnTo>
                      <a:pt x="5503" y="107527"/>
                    </a:lnTo>
                    <a:lnTo>
                      <a:pt x="15240" y="121496"/>
                    </a:lnTo>
                    <a:lnTo>
                      <a:pt x="0" y="12996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3" name="Freeform 2382">
                <a:extLst>
                  <a:ext uri="{FF2B5EF4-FFF2-40B4-BE49-F238E27FC236}">
                    <a16:creationId xmlns:a16="http://schemas.microsoft.com/office/drawing/2014/main" id="{D46308DD-76BE-3F42-81C3-C714E50F50CF}"/>
                  </a:ext>
                </a:extLst>
              </p:cNvPr>
              <p:cNvSpPr/>
              <p:nvPr/>
            </p:nvSpPr>
            <p:spPr>
              <a:xfrm>
                <a:off x="7553113" y="5240866"/>
                <a:ext cx="439420" cy="267970"/>
              </a:xfrm>
              <a:custGeom>
                <a:avLst/>
                <a:gdLst>
                  <a:gd name="connsiteX0" fmla="*/ 425450 w 439420"/>
                  <a:gd name="connsiteY0" fmla="*/ 0 h 267970"/>
                  <a:gd name="connsiteX1" fmla="*/ 410210 w 439420"/>
                  <a:gd name="connsiteY1" fmla="*/ 9737 h 267970"/>
                  <a:gd name="connsiteX2" fmla="*/ 396240 w 439420"/>
                  <a:gd name="connsiteY2" fmla="*/ 13970 h 267970"/>
                  <a:gd name="connsiteX3" fmla="*/ 382270 w 439420"/>
                  <a:gd name="connsiteY3" fmla="*/ 16933 h 267970"/>
                  <a:gd name="connsiteX4" fmla="*/ 368300 w 439420"/>
                  <a:gd name="connsiteY4" fmla="*/ 27940 h 267970"/>
                  <a:gd name="connsiteX5" fmla="*/ 353060 w 439420"/>
                  <a:gd name="connsiteY5" fmla="*/ 25400 h 267970"/>
                  <a:gd name="connsiteX6" fmla="*/ 339090 w 439420"/>
                  <a:gd name="connsiteY6" fmla="*/ 18204 h 267970"/>
                  <a:gd name="connsiteX7" fmla="*/ 325120 w 439420"/>
                  <a:gd name="connsiteY7" fmla="*/ 23707 h 267970"/>
                  <a:gd name="connsiteX8" fmla="*/ 311150 w 439420"/>
                  <a:gd name="connsiteY8" fmla="*/ 27940 h 267970"/>
                  <a:gd name="connsiteX9" fmla="*/ 297180 w 439420"/>
                  <a:gd name="connsiteY9" fmla="*/ 39370 h 267970"/>
                  <a:gd name="connsiteX10" fmla="*/ 283210 w 439420"/>
                  <a:gd name="connsiteY10" fmla="*/ 43604 h 267970"/>
                  <a:gd name="connsiteX11" fmla="*/ 267970 w 439420"/>
                  <a:gd name="connsiteY11" fmla="*/ 46143 h 267970"/>
                  <a:gd name="connsiteX12" fmla="*/ 254000 w 439420"/>
                  <a:gd name="connsiteY12" fmla="*/ 47413 h 267970"/>
                  <a:gd name="connsiteX13" fmla="*/ 240030 w 439420"/>
                  <a:gd name="connsiteY13" fmla="*/ 47413 h 267970"/>
                  <a:gd name="connsiteX14" fmla="*/ 226060 w 439420"/>
                  <a:gd name="connsiteY14" fmla="*/ 46143 h 267970"/>
                  <a:gd name="connsiteX15" fmla="*/ 212090 w 439420"/>
                  <a:gd name="connsiteY15" fmla="*/ 44873 h 267970"/>
                  <a:gd name="connsiteX16" fmla="*/ 198120 w 439420"/>
                  <a:gd name="connsiteY16" fmla="*/ 50377 h 267970"/>
                  <a:gd name="connsiteX17" fmla="*/ 184150 w 439420"/>
                  <a:gd name="connsiteY17" fmla="*/ 54610 h 267970"/>
                  <a:gd name="connsiteX18" fmla="*/ 170180 w 439420"/>
                  <a:gd name="connsiteY18" fmla="*/ 51646 h 267970"/>
                  <a:gd name="connsiteX19" fmla="*/ 154940 w 439420"/>
                  <a:gd name="connsiteY19" fmla="*/ 43604 h 267970"/>
                  <a:gd name="connsiteX20" fmla="*/ 140970 w 439420"/>
                  <a:gd name="connsiteY20" fmla="*/ 33443 h 267970"/>
                  <a:gd name="connsiteX21" fmla="*/ 127000 w 439420"/>
                  <a:gd name="connsiteY21" fmla="*/ 21167 h 267970"/>
                  <a:gd name="connsiteX22" fmla="*/ 113030 w 439420"/>
                  <a:gd name="connsiteY22" fmla="*/ 16933 h 267970"/>
                  <a:gd name="connsiteX23" fmla="*/ 99060 w 439420"/>
                  <a:gd name="connsiteY23" fmla="*/ 21167 h 267970"/>
                  <a:gd name="connsiteX24" fmla="*/ 85090 w 439420"/>
                  <a:gd name="connsiteY24" fmla="*/ 29633 h 267970"/>
                  <a:gd name="connsiteX25" fmla="*/ 74083 w 439420"/>
                  <a:gd name="connsiteY25" fmla="*/ 43604 h 267970"/>
                  <a:gd name="connsiteX26" fmla="*/ 65617 w 439420"/>
                  <a:gd name="connsiteY26" fmla="*/ 46143 h 267970"/>
                  <a:gd name="connsiteX27" fmla="*/ 50377 w 439420"/>
                  <a:gd name="connsiteY27" fmla="*/ 37677 h 267970"/>
                  <a:gd name="connsiteX28" fmla="*/ 37677 w 439420"/>
                  <a:gd name="connsiteY28" fmla="*/ 23707 h 267970"/>
                  <a:gd name="connsiteX29" fmla="*/ 26670 w 439420"/>
                  <a:gd name="connsiteY29" fmla="*/ 37677 h 267970"/>
                  <a:gd name="connsiteX30" fmla="*/ 12700 w 439420"/>
                  <a:gd name="connsiteY30" fmla="*/ 43604 h 267970"/>
                  <a:gd name="connsiteX31" fmla="*/ 7197 w 439420"/>
                  <a:gd name="connsiteY31" fmla="*/ 57150 h 267970"/>
                  <a:gd name="connsiteX32" fmla="*/ 4233 w 439420"/>
                  <a:gd name="connsiteY32" fmla="*/ 72813 h 267970"/>
                  <a:gd name="connsiteX33" fmla="*/ 0 w 439420"/>
                  <a:gd name="connsiteY33" fmla="*/ 86783 h 267970"/>
                  <a:gd name="connsiteX34" fmla="*/ 4233 w 439420"/>
                  <a:gd name="connsiteY34" fmla="*/ 100754 h 267970"/>
                  <a:gd name="connsiteX35" fmla="*/ 18204 w 439420"/>
                  <a:gd name="connsiteY35" fmla="*/ 107527 h 267970"/>
                  <a:gd name="connsiteX36" fmla="*/ 27940 w 439420"/>
                  <a:gd name="connsiteY36" fmla="*/ 122767 h 267970"/>
                  <a:gd name="connsiteX37" fmla="*/ 41910 w 439420"/>
                  <a:gd name="connsiteY37" fmla="*/ 121496 h 267970"/>
                  <a:gd name="connsiteX38" fmla="*/ 55880 w 439420"/>
                  <a:gd name="connsiteY38" fmla="*/ 121496 h 267970"/>
                  <a:gd name="connsiteX39" fmla="*/ 62654 w 439420"/>
                  <a:gd name="connsiteY39" fmla="*/ 121496 h 267970"/>
                  <a:gd name="connsiteX40" fmla="*/ 74083 w 439420"/>
                  <a:gd name="connsiteY40" fmla="*/ 125730 h 267970"/>
                  <a:gd name="connsiteX41" fmla="*/ 88054 w 439420"/>
                  <a:gd name="connsiteY41" fmla="*/ 134196 h 267970"/>
                  <a:gd name="connsiteX42" fmla="*/ 102024 w 439420"/>
                  <a:gd name="connsiteY42" fmla="*/ 138430 h 267970"/>
                  <a:gd name="connsiteX43" fmla="*/ 115993 w 439420"/>
                  <a:gd name="connsiteY43" fmla="*/ 152400 h 267970"/>
                  <a:gd name="connsiteX44" fmla="*/ 125307 w 439420"/>
                  <a:gd name="connsiteY44" fmla="*/ 157904 h 267970"/>
                  <a:gd name="connsiteX45" fmla="*/ 139700 w 439420"/>
                  <a:gd name="connsiteY45" fmla="*/ 167640 h 267970"/>
                  <a:gd name="connsiteX46" fmla="*/ 153670 w 439420"/>
                  <a:gd name="connsiteY46" fmla="*/ 170180 h 267970"/>
                  <a:gd name="connsiteX47" fmla="*/ 167640 w 439420"/>
                  <a:gd name="connsiteY47" fmla="*/ 181610 h 267970"/>
                  <a:gd name="connsiteX48" fmla="*/ 181610 w 439420"/>
                  <a:gd name="connsiteY48" fmla="*/ 191346 h 267970"/>
                  <a:gd name="connsiteX49" fmla="*/ 195157 w 439420"/>
                  <a:gd name="connsiteY49" fmla="*/ 195580 h 267970"/>
                  <a:gd name="connsiteX50" fmla="*/ 209550 w 439420"/>
                  <a:gd name="connsiteY50" fmla="*/ 201083 h 267970"/>
                  <a:gd name="connsiteX51" fmla="*/ 221827 w 439420"/>
                  <a:gd name="connsiteY51" fmla="*/ 199813 h 267970"/>
                  <a:gd name="connsiteX52" fmla="*/ 223097 w 439420"/>
                  <a:gd name="connsiteY52" fmla="*/ 199813 h 267970"/>
                  <a:gd name="connsiteX53" fmla="*/ 237067 w 439420"/>
                  <a:gd name="connsiteY53" fmla="*/ 201083 h 267970"/>
                  <a:gd name="connsiteX54" fmla="*/ 251037 w 439420"/>
                  <a:gd name="connsiteY54" fmla="*/ 207857 h 267970"/>
                  <a:gd name="connsiteX55" fmla="*/ 266700 w 439420"/>
                  <a:gd name="connsiteY55" fmla="*/ 220557 h 267970"/>
                  <a:gd name="connsiteX56" fmla="*/ 270510 w 439420"/>
                  <a:gd name="connsiteY56" fmla="*/ 226060 h 267970"/>
                  <a:gd name="connsiteX57" fmla="*/ 278977 w 439420"/>
                  <a:gd name="connsiteY57" fmla="*/ 240030 h 267970"/>
                  <a:gd name="connsiteX58" fmla="*/ 286174 w 439420"/>
                  <a:gd name="connsiteY58" fmla="*/ 254000 h 267970"/>
                  <a:gd name="connsiteX59" fmla="*/ 299720 w 439420"/>
                  <a:gd name="connsiteY59" fmla="*/ 256963 h 267970"/>
                  <a:gd name="connsiteX60" fmla="*/ 313690 w 439420"/>
                  <a:gd name="connsiteY60" fmla="*/ 265007 h 267970"/>
                  <a:gd name="connsiteX61" fmla="*/ 327660 w 439420"/>
                  <a:gd name="connsiteY61" fmla="*/ 266700 h 267970"/>
                  <a:gd name="connsiteX62" fmla="*/ 341630 w 439420"/>
                  <a:gd name="connsiteY62" fmla="*/ 263737 h 267970"/>
                  <a:gd name="connsiteX63" fmla="*/ 357293 w 439420"/>
                  <a:gd name="connsiteY63" fmla="*/ 267970 h 267970"/>
                  <a:gd name="connsiteX64" fmla="*/ 358564 w 439420"/>
                  <a:gd name="connsiteY64" fmla="*/ 267970 h 267970"/>
                  <a:gd name="connsiteX65" fmla="*/ 373804 w 439420"/>
                  <a:gd name="connsiteY65" fmla="*/ 266700 h 267970"/>
                  <a:gd name="connsiteX66" fmla="*/ 369570 w 439420"/>
                  <a:gd name="connsiteY66" fmla="*/ 252730 h 267970"/>
                  <a:gd name="connsiteX67" fmla="*/ 375497 w 439420"/>
                  <a:gd name="connsiteY67" fmla="*/ 238760 h 267970"/>
                  <a:gd name="connsiteX68" fmla="*/ 384810 w 439420"/>
                  <a:gd name="connsiteY68" fmla="*/ 223520 h 267970"/>
                  <a:gd name="connsiteX69" fmla="*/ 398780 w 439420"/>
                  <a:gd name="connsiteY69" fmla="*/ 212090 h 267970"/>
                  <a:gd name="connsiteX70" fmla="*/ 389043 w 439420"/>
                  <a:gd name="connsiteY70" fmla="*/ 198543 h 267970"/>
                  <a:gd name="connsiteX71" fmla="*/ 379307 w 439420"/>
                  <a:gd name="connsiteY71" fmla="*/ 184150 h 267970"/>
                  <a:gd name="connsiteX72" fmla="*/ 381000 w 439420"/>
                  <a:gd name="connsiteY72" fmla="*/ 170180 h 267970"/>
                  <a:gd name="connsiteX73" fmla="*/ 367030 w 439420"/>
                  <a:gd name="connsiteY73" fmla="*/ 157904 h 267970"/>
                  <a:gd name="connsiteX74" fmla="*/ 367030 w 439420"/>
                  <a:gd name="connsiteY74" fmla="*/ 150707 h 267970"/>
                  <a:gd name="connsiteX75" fmla="*/ 365337 w 439420"/>
                  <a:gd name="connsiteY75" fmla="*/ 139700 h 267970"/>
                  <a:gd name="connsiteX76" fmla="*/ 375497 w 439420"/>
                  <a:gd name="connsiteY76" fmla="*/ 125730 h 267970"/>
                  <a:gd name="connsiteX77" fmla="*/ 378037 w 439420"/>
                  <a:gd name="connsiteY77" fmla="*/ 111760 h 267970"/>
                  <a:gd name="connsiteX78" fmla="*/ 382270 w 439420"/>
                  <a:gd name="connsiteY78" fmla="*/ 97790 h 267970"/>
                  <a:gd name="connsiteX79" fmla="*/ 387774 w 439420"/>
                  <a:gd name="connsiteY79" fmla="*/ 82550 h 267970"/>
                  <a:gd name="connsiteX80" fmla="*/ 393277 w 439420"/>
                  <a:gd name="connsiteY80" fmla="*/ 75354 h 267970"/>
                  <a:gd name="connsiteX81" fmla="*/ 401743 w 439420"/>
                  <a:gd name="connsiteY81" fmla="*/ 61383 h 267970"/>
                  <a:gd name="connsiteX82" fmla="*/ 413174 w 439420"/>
                  <a:gd name="connsiteY82" fmla="*/ 47413 h 267970"/>
                  <a:gd name="connsiteX83" fmla="*/ 422487 w 439420"/>
                  <a:gd name="connsiteY83" fmla="*/ 33443 h 267970"/>
                  <a:gd name="connsiteX84" fmla="*/ 429683 w 439420"/>
                  <a:gd name="connsiteY84" fmla="*/ 18204 h 267970"/>
                  <a:gd name="connsiteX85" fmla="*/ 439420 w 439420"/>
                  <a:gd name="connsiteY85" fmla="*/ 4233 h 26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</a:cxnLst>
                <a:rect l="l" t="t" r="r" b="b"/>
                <a:pathLst>
                  <a:path w="439420" h="267970">
                    <a:moveTo>
                      <a:pt x="425450" y="0"/>
                    </a:moveTo>
                    <a:lnTo>
                      <a:pt x="410210" y="9737"/>
                    </a:lnTo>
                    <a:lnTo>
                      <a:pt x="396240" y="13970"/>
                    </a:lnTo>
                    <a:lnTo>
                      <a:pt x="382270" y="16933"/>
                    </a:lnTo>
                    <a:lnTo>
                      <a:pt x="368300" y="27940"/>
                    </a:lnTo>
                    <a:lnTo>
                      <a:pt x="353060" y="25400"/>
                    </a:lnTo>
                    <a:lnTo>
                      <a:pt x="339090" y="18204"/>
                    </a:lnTo>
                    <a:lnTo>
                      <a:pt x="325120" y="23707"/>
                    </a:lnTo>
                    <a:lnTo>
                      <a:pt x="311150" y="27940"/>
                    </a:lnTo>
                    <a:lnTo>
                      <a:pt x="297180" y="39370"/>
                    </a:lnTo>
                    <a:lnTo>
                      <a:pt x="283210" y="43604"/>
                    </a:lnTo>
                    <a:lnTo>
                      <a:pt x="267970" y="46143"/>
                    </a:lnTo>
                    <a:lnTo>
                      <a:pt x="254000" y="47413"/>
                    </a:lnTo>
                    <a:lnTo>
                      <a:pt x="240030" y="47413"/>
                    </a:lnTo>
                    <a:lnTo>
                      <a:pt x="226060" y="46143"/>
                    </a:lnTo>
                    <a:lnTo>
                      <a:pt x="212090" y="44873"/>
                    </a:lnTo>
                    <a:lnTo>
                      <a:pt x="198120" y="50377"/>
                    </a:lnTo>
                    <a:lnTo>
                      <a:pt x="184150" y="54610"/>
                    </a:lnTo>
                    <a:lnTo>
                      <a:pt x="170180" y="51646"/>
                    </a:lnTo>
                    <a:lnTo>
                      <a:pt x="154940" y="43604"/>
                    </a:lnTo>
                    <a:lnTo>
                      <a:pt x="140970" y="33443"/>
                    </a:lnTo>
                    <a:lnTo>
                      <a:pt x="127000" y="21167"/>
                    </a:lnTo>
                    <a:lnTo>
                      <a:pt x="113030" y="16933"/>
                    </a:lnTo>
                    <a:lnTo>
                      <a:pt x="99060" y="21167"/>
                    </a:lnTo>
                    <a:lnTo>
                      <a:pt x="85090" y="29633"/>
                    </a:lnTo>
                    <a:lnTo>
                      <a:pt x="74083" y="43604"/>
                    </a:lnTo>
                    <a:lnTo>
                      <a:pt x="65617" y="46143"/>
                    </a:lnTo>
                    <a:lnTo>
                      <a:pt x="50377" y="37677"/>
                    </a:lnTo>
                    <a:lnTo>
                      <a:pt x="37677" y="23707"/>
                    </a:lnTo>
                    <a:lnTo>
                      <a:pt x="26670" y="37677"/>
                    </a:lnTo>
                    <a:lnTo>
                      <a:pt x="12700" y="43604"/>
                    </a:lnTo>
                    <a:lnTo>
                      <a:pt x="7197" y="57150"/>
                    </a:lnTo>
                    <a:lnTo>
                      <a:pt x="4233" y="72813"/>
                    </a:lnTo>
                    <a:lnTo>
                      <a:pt x="0" y="86783"/>
                    </a:lnTo>
                    <a:lnTo>
                      <a:pt x="4233" y="100754"/>
                    </a:lnTo>
                    <a:lnTo>
                      <a:pt x="18204" y="107527"/>
                    </a:lnTo>
                    <a:lnTo>
                      <a:pt x="27940" y="122767"/>
                    </a:lnTo>
                    <a:lnTo>
                      <a:pt x="41910" y="121496"/>
                    </a:lnTo>
                    <a:lnTo>
                      <a:pt x="55880" y="121496"/>
                    </a:lnTo>
                    <a:lnTo>
                      <a:pt x="62654" y="121496"/>
                    </a:lnTo>
                    <a:lnTo>
                      <a:pt x="74083" y="125730"/>
                    </a:lnTo>
                    <a:lnTo>
                      <a:pt x="88054" y="134196"/>
                    </a:lnTo>
                    <a:lnTo>
                      <a:pt x="102024" y="138430"/>
                    </a:lnTo>
                    <a:lnTo>
                      <a:pt x="115993" y="152400"/>
                    </a:lnTo>
                    <a:lnTo>
                      <a:pt x="125307" y="157904"/>
                    </a:lnTo>
                    <a:lnTo>
                      <a:pt x="139700" y="167640"/>
                    </a:lnTo>
                    <a:lnTo>
                      <a:pt x="153670" y="170180"/>
                    </a:lnTo>
                    <a:lnTo>
                      <a:pt x="167640" y="181610"/>
                    </a:lnTo>
                    <a:lnTo>
                      <a:pt x="181610" y="191346"/>
                    </a:lnTo>
                    <a:lnTo>
                      <a:pt x="195157" y="195580"/>
                    </a:lnTo>
                    <a:lnTo>
                      <a:pt x="209550" y="201083"/>
                    </a:lnTo>
                    <a:lnTo>
                      <a:pt x="221827" y="199813"/>
                    </a:lnTo>
                    <a:lnTo>
                      <a:pt x="223097" y="199813"/>
                    </a:lnTo>
                    <a:lnTo>
                      <a:pt x="237067" y="201083"/>
                    </a:lnTo>
                    <a:lnTo>
                      <a:pt x="251037" y="207857"/>
                    </a:lnTo>
                    <a:lnTo>
                      <a:pt x="266700" y="220557"/>
                    </a:lnTo>
                    <a:lnTo>
                      <a:pt x="270510" y="226060"/>
                    </a:lnTo>
                    <a:lnTo>
                      <a:pt x="278977" y="240030"/>
                    </a:lnTo>
                    <a:lnTo>
                      <a:pt x="286174" y="254000"/>
                    </a:lnTo>
                    <a:lnTo>
                      <a:pt x="299720" y="256963"/>
                    </a:lnTo>
                    <a:lnTo>
                      <a:pt x="313690" y="265007"/>
                    </a:lnTo>
                    <a:lnTo>
                      <a:pt x="327660" y="266700"/>
                    </a:lnTo>
                    <a:lnTo>
                      <a:pt x="341630" y="263737"/>
                    </a:lnTo>
                    <a:lnTo>
                      <a:pt x="357293" y="267970"/>
                    </a:lnTo>
                    <a:lnTo>
                      <a:pt x="358564" y="267970"/>
                    </a:lnTo>
                    <a:lnTo>
                      <a:pt x="373804" y="266700"/>
                    </a:lnTo>
                    <a:lnTo>
                      <a:pt x="369570" y="252730"/>
                    </a:lnTo>
                    <a:lnTo>
                      <a:pt x="375497" y="238760"/>
                    </a:lnTo>
                    <a:lnTo>
                      <a:pt x="384810" y="223520"/>
                    </a:lnTo>
                    <a:lnTo>
                      <a:pt x="398780" y="212090"/>
                    </a:lnTo>
                    <a:lnTo>
                      <a:pt x="389043" y="198543"/>
                    </a:lnTo>
                    <a:lnTo>
                      <a:pt x="379307" y="184150"/>
                    </a:lnTo>
                    <a:lnTo>
                      <a:pt x="381000" y="170180"/>
                    </a:lnTo>
                    <a:lnTo>
                      <a:pt x="367030" y="157904"/>
                    </a:lnTo>
                    <a:lnTo>
                      <a:pt x="367030" y="150707"/>
                    </a:lnTo>
                    <a:lnTo>
                      <a:pt x="365337" y="139700"/>
                    </a:lnTo>
                    <a:lnTo>
                      <a:pt x="375497" y="125730"/>
                    </a:lnTo>
                    <a:lnTo>
                      <a:pt x="378037" y="111760"/>
                    </a:lnTo>
                    <a:lnTo>
                      <a:pt x="382270" y="97790"/>
                    </a:lnTo>
                    <a:lnTo>
                      <a:pt x="387774" y="82550"/>
                    </a:lnTo>
                    <a:lnTo>
                      <a:pt x="393277" y="75354"/>
                    </a:lnTo>
                    <a:lnTo>
                      <a:pt x="401743" y="61383"/>
                    </a:lnTo>
                    <a:lnTo>
                      <a:pt x="413174" y="47413"/>
                    </a:lnTo>
                    <a:lnTo>
                      <a:pt x="422487" y="33443"/>
                    </a:lnTo>
                    <a:lnTo>
                      <a:pt x="429683" y="18204"/>
                    </a:lnTo>
                    <a:lnTo>
                      <a:pt x="439420" y="423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4" name="Freeform 2383">
                <a:extLst>
                  <a:ext uri="{FF2B5EF4-FFF2-40B4-BE49-F238E27FC236}">
                    <a16:creationId xmlns:a16="http://schemas.microsoft.com/office/drawing/2014/main" id="{55B0921E-1BF8-3042-893F-825E91B61844}"/>
                  </a:ext>
                </a:extLst>
              </p:cNvPr>
              <p:cNvSpPr/>
              <p:nvPr/>
            </p:nvSpPr>
            <p:spPr>
              <a:xfrm>
                <a:off x="6767830" y="3785869"/>
                <a:ext cx="1606973" cy="1519343"/>
              </a:xfrm>
              <a:custGeom>
                <a:avLst/>
                <a:gdLst>
                  <a:gd name="connsiteX0" fmla="*/ 1601470 w 1606973"/>
                  <a:gd name="connsiteY0" fmla="*/ 1131570 h 1519343"/>
                  <a:gd name="connsiteX1" fmla="*/ 1590040 w 1606973"/>
                  <a:gd name="connsiteY1" fmla="*/ 1117600 h 1519343"/>
                  <a:gd name="connsiteX2" fmla="*/ 1576070 w 1606973"/>
                  <a:gd name="connsiteY2" fmla="*/ 1103630 h 1519343"/>
                  <a:gd name="connsiteX3" fmla="*/ 1560830 w 1606973"/>
                  <a:gd name="connsiteY3" fmla="*/ 1092624 h 1519343"/>
                  <a:gd name="connsiteX4" fmla="*/ 1546860 w 1606973"/>
                  <a:gd name="connsiteY4" fmla="*/ 1082463 h 1519343"/>
                  <a:gd name="connsiteX5" fmla="*/ 1542627 w 1606973"/>
                  <a:gd name="connsiteY5" fmla="*/ 1078653 h 1519343"/>
                  <a:gd name="connsiteX6" fmla="*/ 1530350 w 1606973"/>
                  <a:gd name="connsiteY6" fmla="*/ 1063413 h 1519343"/>
                  <a:gd name="connsiteX7" fmla="*/ 1523153 w 1606973"/>
                  <a:gd name="connsiteY7" fmla="*/ 1057487 h 1519343"/>
                  <a:gd name="connsiteX8" fmla="*/ 1509183 w 1606973"/>
                  <a:gd name="connsiteY8" fmla="*/ 1053253 h 1519343"/>
                  <a:gd name="connsiteX9" fmla="*/ 1495213 w 1606973"/>
                  <a:gd name="connsiteY9" fmla="*/ 1044787 h 1519343"/>
                  <a:gd name="connsiteX10" fmla="*/ 1479974 w 1606973"/>
                  <a:gd name="connsiteY10" fmla="*/ 1039284 h 1519343"/>
                  <a:gd name="connsiteX11" fmla="*/ 1466003 w 1606973"/>
                  <a:gd name="connsiteY11" fmla="*/ 1033780 h 1519343"/>
                  <a:gd name="connsiteX12" fmla="*/ 1452033 w 1606973"/>
                  <a:gd name="connsiteY12" fmla="*/ 1022774 h 1519343"/>
                  <a:gd name="connsiteX13" fmla="*/ 1445260 w 1606973"/>
                  <a:gd name="connsiteY13" fmla="*/ 1017270 h 1519343"/>
                  <a:gd name="connsiteX14" fmla="*/ 1431290 w 1606973"/>
                  <a:gd name="connsiteY14" fmla="*/ 1005840 h 1519343"/>
                  <a:gd name="connsiteX15" fmla="*/ 1417320 w 1606973"/>
                  <a:gd name="connsiteY15" fmla="*/ 997797 h 1519343"/>
                  <a:gd name="connsiteX16" fmla="*/ 1402080 w 1606973"/>
                  <a:gd name="connsiteY16" fmla="*/ 990600 h 1519343"/>
                  <a:gd name="connsiteX17" fmla="*/ 1388110 w 1606973"/>
                  <a:gd name="connsiteY17" fmla="*/ 986367 h 1519343"/>
                  <a:gd name="connsiteX18" fmla="*/ 1374140 w 1606973"/>
                  <a:gd name="connsiteY18" fmla="*/ 982134 h 1519343"/>
                  <a:gd name="connsiteX19" fmla="*/ 1360170 w 1606973"/>
                  <a:gd name="connsiteY19" fmla="*/ 975360 h 1519343"/>
                  <a:gd name="connsiteX20" fmla="*/ 1344930 w 1606973"/>
                  <a:gd name="connsiteY20" fmla="*/ 971127 h 1519343"/>
                  <a:gd name="connsiteX21" fmla="*/ 1330537 w 1606973"/>
                  <a:gd name="connsiteY21" fmla="*/ 963930 h 1519343"/>
                  <a:gd name="connsiteX22" fmla="*/ 1316990 w 1606973"/>
                  <a:gd name="connsiteY22" fmla="*/ 958427 h 1519343"/>
                  <a:gd name="connsiteX23" fmla="*/ 1303020 w 1606973"/>
                  <a:gd name="connsiteY23" fmla="*/ 951653 h 1519343"/>
                  <a:gd name="connsiteX24" fmla="*/ 1289050 w 1606973"/>
                  <a:gd name="connsiteY24" fmla="*/ 944457 h 1519343"/>
                  <a:gd name="connsiteX25" fmla="*/ 1280583 w 1606973"/>
                  <a:gd name="connsiteY25" fmla="*/ 941917 h 1519343"/>
                  <a:gd name="connsiteX26" fmla="*/ 1266613 w 1606973"/>
                  <a:gd name="connsiteY26" fmla="*/ 935990 h 1519343"/>
                  <a:gd name="connsiteX27" fmla="*/ 1252643 w 1606973"/>
                  <a:gd name="connsiteY27" fmla="*/ 926677 h 1519343"/>
                  <a:gd name="connsiteX28" fmla="*/ 1245870 w 1606973"/>
                  <a:gd name="connsiteY28" fmla="*/ 912707 h 1519343"/>
                  <a:gd name="connsiteX29" fmla="*/ 1253913 w 1606973"/>
                  <a:gd name="connsiteY29" fmla="*/ 898737 h 1519343"/>
                  <a:gd name="connsiteX30" fmla="*/ 1267883 w 1606973"/>
                  <a:gd name="connsiteY30" fmla="*/ 890270 h 1519343"/>
                  <a:gd name="connsiteX31" fmla="*/ 1281853 w 1606973"/>
                  <a:gd name="connsiteY31" fmla="*/ 878840 h 1519343"/>
                  <a:gd name="connsiteX32" fmla="*/ 1284816 w 1606973"/>
                  <a:gd name="connsiteY32" fmla="*/ 864870 h 1519343"/>
                  <a:gd name="connsiteX33" fmla="*/ 1270847 w 1606973"/>
                  <a:gd name="connsiteY33" fmla="*/ 850900 h 1519343"/>
                  <a:gd name="connsiteX34" fmla="*/ 1256877 w 1606973"/>
                  <a:gd name="connsiteY34" fmla="*/ 848360 h 1519343"/>
                  <a:gd name="connsiteX35" fmla="*/ 1242907 w 1606973"/>
                  <a:gd name="connsiteY35" fmla="*/ 850900 h 1519343"/>
                  <a:gd name="connsiteX36" fmla="*/ 1228937 w 1606973"/>
                  <a:gd name="connsiteY36" fmla="*/ 852593 h 1519343"/>
                  <a:gd name="connsiteX37" fmla="*/ 1213697 w 1606973"/>
                  <a:gd name="connsiteY37" fmla="*/ 852593 h 1519343"/>
                  <a:gd name="connsiteX38" fmla="*/ 1199727 w 1606973"/>
                  <a:gd name="connsiteY38" fmla="*/ 852593 h 1519343"/>
                  <a:gd name="connsiteX39" fmla="*/ 1185757 w 1606973"/>
                  <a:gd name="connsiteY39" fmla="*/ 855134 h 1519343"/>
                  <a:gd name="connsiteX40" fmla="*/ 1171787 w 1606973"/>
                  <a:gd name="connsiteY40" fmla="*/ 853863 h 1519343"/>
                  <a:gd name="connsiteX41" fmla="*/ 1157816 w 1606973"/>
                  <a:gd name="connsiteY41" fmla="*/ 852593 h 1519343"/>
                  <a:gd name="connsiteX42" fmla="*/ 1142577 w 1606973"/>
                  <a:gd name="connsiteY42" fmla="*/ 850900 h 1519343"/>
                  <a:gd name="connsiteX43" fmla="*/ 1138343 w 1606973"/>
                  <a:gd name="connsiteY43" fmla="*/ 849630 h 1519343"/>
                  <a:gd name="connsiteX44" fmla="*/ 1124374 w 1606973"/>
                  <a:gd name="connsiteY44" fmla="*/ 838624 h 1519343"/>
                  <a:gd name="connsiteX45" fmla="*/ 1120140 w 1606973"/>
                  <a:gd name="connsiteY45" fmla="*/ 836930 h 1519343"/>
                  <a:gd name="connsiteX46" fmla="*/ 1104900 w 1606973"/>
                  <a:gd name="connsiteY46" fmla="*/ 834390 h 1519343"/>
                  <a:gd name="connsiteX47" fmla="*/ 1090930 w 1606973"/>
                  <a:gd name="connsiteY47" fmla="*/ 827193 h 1519343"/>
                  <a:gd name="connsiteX48" fmla="*/ 1085003 w 1606973"/>
                  <a:gd name="connsiteY48" fmla="*/ 821690 h 1519343"/>
                  <a:gd name="connsiteX49" fmla="*/ 1075690 w 1606973"/>
                  <a:gd name="connsiteY49" fmla="*/ 806450 h 1519343"/>
                  <a:gd name="connsiteX50" fmla="*/ 1061720 w 1606973"/>
                  <a:gd name="connsiteY50" fmla="*/ 799677 h 1519343"/>
                  <a:gd name="connsiteX51" fmla="*/ 1049020 w 1606973"/>
                  <a:gd name="connsiteY51" fmla="*/ 789940 h 1519343"/>
                  <a:gd name="connsiteX52" fmla="*/ 1036320 w 1606973"/>
                  <a:gd name="connsiteY52" fmla="*/ 775970 h 1519343"/>
                  <a:gd name="connsiteX53" fmla="*/ 1022350 w 1606973"/>
                  <a:gd name="connsiteY53" fmla="*/ 765810 h 1519343"/>
                  <a:gd name="connsiteX54" fmla="*/ 1007110 w 1606973"/>
                  <a:gd name="connsiteY54" fmla="*/ 752263 h 1519343"/>
                  <a:gd name="connsiteX55" fmla="*/ 999913 w 1606973"/>
                  <a:gd name="connsiteY55" fmla="*/ 742103 h 1519343"/>
                  <a:gd name="connsiteX56" fmla="*/ 988907 w 1606973"/>
                  <a:gd name="connsiteY56" fmla="*/ 728557 h 1519343"/>
                  <a:gd name="connsiteX57" fmla="*/ 988907 w 1606973"/>
                  <a:gd name="connsiteY57" fmla="*/ 726863 h 1519343"/>
                  <a:gd name="connsiteX58" fmla="*/ 982133 w 1606973"/>
                  <a:gd name="connsiteY58" fmla="*/ 712893 h 1519343"/>
                  <a:gd name="connsiteX59" fmla="*/ 977900 w 1606973"/>
                  <a:gd name="connsiteY59" fmla="*/ 704850 h 1519343"/>
                  <a:gd name="connsiteX60" fmla="*/ 973666 w 1606973"/>
                  <a:gd name="connsiteY60" fmla="*/ 689187 h 1519343"/>
                  <a:gd name="connsiteX61" fmla="*/ 971974 w 1606973"/>
                  <a:gd name="connsiteY61" fmla="*/ 686647 h 1519343"/>
                  <a:gd name="connsiteX62" fmla="*/ 966893 w 1606973"/>
                  <a:gd name="connsiteY62" fmla="*/ 672677 h 1519343"/>
                  <a:gd name="connsiteX63" fmla="*/ 965200 w 1606973"/>
                  <a:gd name="connsiteY63" fmla="*/ 658707 h 1519343"/>
                  <a:gd name="connsiteX64" fmla="*/ 958427 w 1606973"/>
                  <a:gd name="connsiteY64" fmla="*/ 644737 h 1519343"/>
                  <a:gd name="connsiteX65" fmla="*/ 955463 w 1606973"/>
                  <a:gd name="connsiteY65" fmla="*/ 637540 h 1519343"/>
                  <a:gd name="connsiteX66" fmla="*/ 949960 w 1606973"/>
                  <a:gd name="connsiteY66" fmla="*/ 623570 h 1519343"/>
                  <a:gd name="connsiteX67" fmla="*/ 948266 w 1606973"/>
                  <a:gd name="connsiteY67" fmla="*/ 621030 h 1519343"/>
                  <a:gd name="connsiteX68" fmla="*/ 945727 w 1606973"/>
                  <a:gd name="connsiteY68" fmla="*/ 613834 h 1519343"/>
                  <a:gd name="connsiteX69" fmla="*/ 938953 w 1606973"/>
                  <a:gd name="connsiteY69" fmla="*/ 599863 h 1519343"/>
                  <a:gd name="connsiteX70" fmla="*/ 934720 w 1606973"/>
                  <a:gd name="connsiteY70" fmla="*/ 593090 h 1519343"/>
                  <a:gd name="connsiteX71" fmla="*/ 928793 w 1606973"/>
                  <a:gd name="connsiteY71" fmla="*/ 579120 h 1519343"/>
                  <a:gd name="connsiteX72" fmla="*/ 914824 w 1606973"/>
                  <a:gd name="connsiteY72" fmla="*/ 571924 h 1519343"/>
                  <a:gd name="connsiteX73" fmla="*/ 901277 w 1606973"/>
                  <a:gd name="connsiteY73" fmla="*/ 566420 h 1519343"/>
                  <a:gd name="connsiteX74" fmla="*/ 887307 w 1606973"/>
                  <a:gd name="connsiteY74" fmla="*/ 559647 h 1519343"/>
                  <a:gd name="connsiteX75" fmla="*/ 871643 w 1606973"/>
                  <a:gd name="connsiteY75" fmla="*/ 548217 h 1519343"/>
                  <a:gd name="connsiteX76" fmla="*/ 871643 w 1606973"/>
                  <a:gd name="connsiteY76" fmla="*/ 546947 h 1519343"/>
                  <a:gd name="connsiteX77" fmla="*/ 857674 w 1606973"/>
                  <a:gd name="connsiteY77" fmla="*/ 535940 h 1519343"/>
                  <a:gd name="connsiteX78" fmla="*/ 844127 w 1606973"/>
                  <a:gd name="connsiteY78" fmla="*/ 526203 h 1519343"/>
                  <a:gd name="connsiteX79" fmla="*/ 830157 w 1606973"/>
                  <a:gd name="connsiteY79" fmla="*/ 519007 h 1519343"/>
                  <a:gd name="connsiteX80" fmla="*/ 816187 w 1606973"/>
                  <a:gd name="connsiteY80" fmla="*/ 512233 h 1519343"/>
                  <a:gd name="connsiteX81" fmla="*/ 806450 w 1606973"/>
                  <a:gd name="connsiteY81" fmla="*/ 509270 h 1519343"/>
                  <a:gd name="connsiteX82" fmla="*/ 792480 w 1606973"/>
                  <a:gd name="connsiteY82" fmla="*/ 495300 h 1519343"/>
                  <a:gd name="connsiteX83" fmla="*/ 778510 w 1606973"/>
                  <a:gd name="connsiteY83" fmla="*/ 483024 h 1519343"/>
                  <a:gd name="connsiteX84" fmla="*/ 765810 w 1606973"/>
                  <a:gd name="connsiteY84" fmla="*/ 468630 h 1519343"/>
                  <a:gd name="connsiteX85" fmla="*/ 762847 w 1606973"/>
                  <a:gd name="connsiteY85" fmla="*/ 463127 h 1519343"/>
                  <a:gd name="connsiteX86" fmla="*/ 757343 w 1606973"/>
                  <a:gd name="connsiteY86" fmla="*/ 447887 h 1519343"/>
                  <a:gd name="connsiteX87" fmla="*/ 753110 w 1606973"/>
                  <a:gd name="connsiteY87" fmla="*/ 433917 h 1519343"/>
                  <a:gd name="connsiteX88" fmla="*/ 751840 w 1606973"/>
                  <a:gd name="connsiteY88" fmla="*/ 419947 h 1519343"/>
                  <a:gd name="connsiteX89" fmla="*/ 751840 w 1606973"/>
                  <a:gd name="connsiteY89" fmla="*/ 405977 h 1519343"/>
                  <a:gd name="connsiteX90" fmla="*/ 750570 w 1606973"/>
                  <a:gd name="connsiteY90" fmla="*/ 404707 h 1519343"/>
                  <a:gd name="connsiteX91" fmla="*/ 747607 w 1606973"/>
                  <a:gd name="connsiteY91" fmla="*/ 396240 h 1519343"/>
                  <a:gd name="connsiteX92" fmla="*/ 747607 w 1606973"/>
                  <a:gd name="connsiteY92" fmla="*/ 386503 h 1519343"/>
                  <a:gd name="connsiteX93" fmla="*/ 750570 w 1606973"/>
                  <a:gd name="connsiteY93" fmla="*/ 372533 h 1519343"/>
                  <a:gd name="connsiteX94" fmla="*/ 753110 w 1606973"/>
                  <a:gd name="connsiteY94" fmla="*/ 368300 h 1519343"/>
                  <a:gd name="connsiteX95" fmla="*/ 767080 w 1606973"/>
                  <a:gd name="connsiteY95" fmla="*/ 376767 h 1519343"/>
                  <a:gd name="connsiteX96" fmla="*/ 770043 w 1606973"/>
                  <a:gd name="connsiteY96" fmla="*/ 374227 h 1519343"/>
                  <a:gd name="connsiteX97" fmla="*/ 775547 w 1606973"/>
                  <a:gd name="connsiteY97" fmla="*/ 369570 h 1519343"/>
                  <a:gd name="connsiteX98" fmla="*/ 782320 w 1606973"/>
                  <a:gd name="connsiteY98" fmla="*/ 356024 h 1519343"/>
                  <a:gd name="connsiteX99" fmla="*/ 785283 w 1606973"/>
                  <a:gd name="connsiteY99" fmla="*/ 348827 h 1519343"/>
                  <a:gd name="connsiteX100" fmla="*/ 774277 w 1606973"/>
                  <a:gd name="connsiteY100" fmla="*/ 343324 h 1519343"/>
                  <a:gd name="connsiteX101" fmla="*/ 767080 w 1606973"/>
                  <a:gd name="connsiteY101" fmla="*/ 334857 h 1519343"/>
                  <a:gd name="connsiteX102" fmla="*/ 753110 w 1606973"/>
                  <a:gd name="connsiteY102" fmla="*/ 330624 h 1519343"/>
                  <a:gd name="connsiteX103" fmla="*/ 756074 w 1606973"/>
                  <a:gd name="connsiteY103" fmla="*/ 315383 h 1519343"/>
                  <a:gd name="connsiteX104" fmla="*/ 748877 w 1606973"/>
                  <a:gd name="connsiteY104" fmla="*/ 308610 h 1519343"/>
                  <a:gd name="connsiteX105" fmla="*/ 742103 w 1606973"/>
                  <a:gd name="connsiteY105" fmla="*/ 306917 h 1519343"/>
                  <a:gd name="connsiteX106" fmla="*/ 739140 w 1606973"/>
                  <a:gd name="connsiteY106" fmla="*/ 298450 h 1519343"/>
                  <a:gd name="connsiteX107" fmla="*/ 733637 w 1606973"/>
                  <a:gd name="connsiteY107" fmla="*/ 295910 h 1519343"/>
                  <a:gd name="connsiteX108" fmla="*/ 733637 w 1606973"/>
                  <a:gd name="connsiteY108" fmla="*/ 292947 h 1519343"/>
                  <a:gd name="connsiteX109" fmla="*/ 735330 w 1606973"/>
                  <a:gd name="connsiteY109" fmla="*/ 290407 h 1519343"/>
                  <a:gd name="connsiteX110" fmla="*/ 736600 w 1606973"/>
                  <a:gd name="connsiteY110" fmla="*/ 292947 h 1519343"/>
                  <a:gd name="connsiteX111" fmla="*/ 737870 w 1606973"/>
                  <a:gd name="connsiteY111" fmla="*/ 292947 h 1519343"/>
                  <a:gd name="connsiteX112" fmla="*/ 746337 w 1606973"/>
                  <a:gd name="connsiteY112" fmla="*/ 280670 h 1519343"/>
                  <a:gd name="connsiteX113" fmla="*/ 748877 w 1606973"/>
                  <a:gd name="connsiteY113" fmla="*/ 266700 h 1519343"/>
                  <a:gd name="connsiteX114" fmla="*/ 750570 w 1606973"/>
                  <a:gd name="connsiteY114" fmla="*/ 265007 h 1519343"/>
                  <a:gd name="connsiteX115" fmla="*/ 754803 w 1606973"/>
                  <a:gd name="connsiteY115" fmla="*/ 262467 h 1519343"/>
                  <a:gd name="connsiteX116" fmla="*/ 770043 w 1606973"/>
                  <a:gd name="connsiteY116" fmla="*/ 259503 h 1519343"/>
                  <a:gd name="connsiteX117" fmla="*/ 784013 w 1606973"/>
                  <a:gd name="connsiteY117" fmla="*/ 256963 h 1519343"/>
                  <a:gd name="connsiteX118" fmla="*/ 770043 w 1606973"/>
                  <a:gd name="connsiteY118" fmla="*/ 266700 h 1519343"/>
                  <a:gd name="connsiteX119" fmla="*/ 779780 w 1606973"/>
                  <a:gd name="connsiteY119" fmla="*/ 266700 h 1519343"/>
                  <a:gd name="connsiteX120" fmla="*/ 793750 w 1606973"/>
                  <a:gd name="connsiteY120" fmla="*/ 261197 h 1519343"/>
                  <a:gd name="connsiteX121" fmla="*/ 807720 w 1606973"/>
                  <a:gd name="connsiteY121" fmla="*/ 255270 h 1519343"/>
                  <a:gd name="connsiteX122" fmla="*/ 814493 w 1606973"/>
                  <a:gd name="connsiteY122" fmla="*/ 251460 h 1519343"/>
                  <a:gd name="connsiteX123" fmla="*/ 828463 w 1606973"/>
                  <a:gd name="connsiteY123" fmla="*/ 244263 h 1519343"/>
                  <a:gd name="connsiteX124" fmla="*/ 844127 w 1606973"/>
                  <a:gd name="connsiteY124" fmla="*/ 237490 h 1519343"/>
                  <a:gd name="connsiteX125" fmla="*/ 857674 w 1606973"/>
                  <a:gd name="connsiteY125" fmla="*/ 235797 h 1519343"/>
                  <a:gd name="connsiteX126" fmla="*/ 863600 w 1606973"/>
                  <a:gd name="connsiteY126" fmla="*/ 230293 h 1519343"/>
                  <a:gd name="connsiteX127" fmla="*/ 867410 w 1606973"/>
                  <a:gd name="connsiteY127" fmla="*/ 216323 h 1519343"/>
                  <a:gd name="connsiteX128" fmla="*/ 881380 w 1606973"/>
                  <a:gd name="connsiteY128" fmla="*/ 219287 h 1519343"/>
                  <a:gd name="connsiteX129" fmla="*/ 892810 w 1606973"/>
                  <a:gd name="connsiteY129" fmla="*/ 221827 h 1519343"/>
                  <a:gd name="connsiteX130" fmla="*/ 897043 w 1606973"/>
                  <a:gd name="connsiteY130" fmla="*/ 223520 h 1519343"/>
                  <a:gd name="connsiteX131" fmla="*/ 897043 w 1606973"/>
                  <a:gd name="connsiteY131" fmla="*/ 230293 h 1519343"/>
                  <a:gd name="connsiteX132" fmla="*/ 906780 w 1606973"/>
                  <a:gd name="connsiteY132" fmla="*/ 226060 h 1519343"/>
                  <a:gd name="connsiteX133" fmla="*/ 920750 w 1606973"/>
                  <a:gd name="connsiteY133" fmla="*/ 213360 h 1519343"/>
                  <a:gd name="connsiteX134" fmla="*/ 928793 w 1606973"/>
                  <a:gd name="connsiteY134" fmla="*/ 218017 h 1519343"/>
                  <a:gd name="connsiteX135" fmla="*/ 943187 w 1606973"/>
                  <a:gd name="connsiteY135" fmla="*/ 230293 h 1519343"/>
                  <a:gd name="connsiteX136" fmla="*/ 940224 w 1606973"/>
                  <a:gd name="connsiteY136" fmla="*/ 244263 h 1519343"/>
                  <a:gd name="connsiteX137" fmla="*/ 951230 w 1606973"/>
                  <a:gd name="connsiteY137" fmla="*/ 245533 h 1519343"/>
                  <a:gd name="connsiteX138" fmla="*/ 960966 w 1606973"/>
                  <a:gd name="connsiteY138" fmla="*/ 242993 h 1519343"/>
                  <a:gd name="connsiteX139" fmla="*/ 963930 w 1606973"/>
                  <a:gd name="connsiteY139" fmla="*/ 240030 h 1519343"/>
                  <a:gd name="connsiteX140" fmla="*/ 956733 w 1606973"/>
                  <a:gd name="connsiteY140" fmla="*/ 227330 h 1519343"/>
                  <a:gd name="connsiteX141" fmla="*/ 956733 w 1606973"/>
                  <a:gd name="connsiteY141" fmla="*/ 226060 h 1519343"/>
                  <a:gd name="connsiteX142" fmla="*/ 954193 w 1606973"/>
                  <a:gd name="connsiteY142" fmla="*/ 223520 h 1519343"/>
                  <a:gd name="connsiteX143" fmla="*/ 952924 w 1606973"/>
                  <a:gd name="connsiteY143" fmla="*/ 223520 h 1519343"/>
                  <a:gd name="connsiteX144" fmla="*/ 938953 w 1606973"/>
                  <a:gd name="connsiteY144" fmla="*/ 215053 h 1519343"/>
                  <a:gd name="connsiteX145" fmla="*/ 924983 w 1606973"/>
                  <a:gd name="connsiteY145" fmla="*/ 209550 h 1519343"/>
                  <a:gd name="connsiteX146" fmla="*/ 923290 w 1606973"/>
                  <a:gd name="connsiteY146" fmla="*/ 207857 h 1519343"/>
                  <a:gd name="connsiteX147" fmla="*/ 922020 w 1606973"/>
                  <a:gd name="connsiteY147" fmla="*/ 205317 h 1519343"/>
                  <a:gd name="connsiteX148" fmla="*/ 926253 w 1606973"/>
                  <a:gd name="connsiteY148" fmla="*/ 189653 h 1519343"/>
                  <a:gd name="connsiteX149" fmla="*/ 927524 w 1606973"/>
                  <a:gd name="connsiteY149" fmla="*/ 188383 h 1519343"/>
                  <a:gd name="connsiteX150" fmla="*/ 914824 w 1606973"/>
                  <a:gd name="connsiteY150" fmla="*/ 182880 h 1519343"/>
                  <a:gd name="connsiteX151" fmla="*/ 909743 w 1606973"/>
                  <a:gd name="connsiteY151" fmla="*/ 168910 h 1519343"/>
                  <a:gd name="connsiteX152" fmla="*/ 917787 w 1606973"/>
                  <a:gd name="connsiteY152" fmla="*/ 163407 h 1519343"/>
                  <a:gd name="connsiteX153" fmla="*/ 931757 w 1606973"/>
                  <a:gd name="connsiteY153" fmla="*/ 149437 h 1519343"/>
                  <a:gd name="connsiteX154" fmla="*/ 924983 w 1606973"/>
                  <a:gd name="connsiteY154" fmla="*/ 148167 h 1519343"/>
                  <a:gd name="connsiteX155" fmla="*/ 910590 w 1606973"/>
                  <a:gd name="connsiteY155" fmla="*/ 140970 h 1519343"/>
                  <a:gd name="connsiteX156" fmla="*/ 895350 w 1606973"/>
                  <a:gd name="connsiteY156" fmla="*/ 132503 h 1519343"/>
                  <a:gd name="connsiteX157" fmla="*/ 905087 w 1606973"/>
                  <a:gd name="connsiteY157" fmla="*/ 118533 h 1519343"/>
                  <a:gd name="connsiteX158" fmla="*/ 919057 w 1606973"/>
                  <a:gd name="connsiteY158" fmla="*/ 107527 h 1519343"/>
                  <a:gd name="connsiteX159" fmla="*/ 933450 w 1606973"/>
                  <a:gd name="connsiteY159" fmla="*/ 104563 h 1519343"/>
                  <a:gd name="connsiteX160" fmla="*/ 935990 w 1606973"/>
                  <a:gd name="connsiteY160" fmla="*/ 96520 h 1519343"/>
                  <a:gd name="connsiteX161" fmla="*/ 937260 w 1606973"/>
                  <a:gd name="connsiteY161" fmla="*/ 92287 h 1519343"/>
                  <a:gd name="connsiteX162" fmla="*/ 927524 w 1606973"/>
                  <a:gd name="connsiteY162" fmla="*/ 89323 h 1519343"/>
                  <a:gd name="connsiteX163" fmla="*/ 926253 w 1606973"/>
                  <a:gd name="connsiteY163" fmla="*/ 89323 h 1519343"/>
                  <a:gd name="connsiteX164" fmla="*/ 922020 w 1606973"/>
                  <a:gd name="connsiteY164" fmla="*/ 88053 h 1519343"/>
                  <a:gd name="connsiteX165" fmla="*/ 908050 w 1606973"/>
                  <a:gd name="connsiteY165" fmla="*/ 85090 h 1519343"/>
                  <a:gd name="connsiteX166" fmla="*/ 894080 w 1606973"/>
                  <a:gd name="connsiteY166" fmla="*/ 83820 h 1519343"/>
                  <a:gd name="connsiteX167" fmla="*/ 880110 w 1606973"/>
                  <a:gd name="connsiteY167" fmla="*/ 86783 h 1519343"/>
                  <a:gd name="connsiteX168" fmla="*/ 866140 w 1606973"/>
                  <a:gd name="connsiteY168" fmla="*/ 82550 h 1519343"/>
                  <a:gd name="connsiteX169" fmla="*/ 850900 w 1606973"/>
                  <a:gd name="connsiteY169" fmla="*/ 79587 h 1519343"/>
                  <a:gd name="connsiteX170" fmla="*/ 836930 w 1606973"/>
                  <a:gd name="connsiteY170" fmla="*/ 78317 h 1519343"/>
                  <a:gd name="connsiteX171" fmla="*/ 824230 w 1606973"/>
                  <a:gd name="connsiteY171" fmla="*/ 78317 h 1519343"/>
                  <a:gd name="connsiteX172" fmla="*/ 808990 w 1606973"/>
                  <a:gd name="connsiteY172" fmla="*/ 72813 h 1519343"/>
                  <a:gd name="connsiteX173" fmla="*/ 799253 w 1606973"/>
                  <a:gd name="connsiteY173" fmla="*/ 69850 h 1519343"/>
                  <a:gd name="connsiteX174" fmla="*/ 789516 w 1606973"/>
                  <a:gd name="connsiteY174" fmla="*/ 69850 h 1519343"/>
                  <a:gd name="connsiteX175" fmla="*/ 775547 w 1606973"/>
                  <a:gd name="connsiteY175" fmla="*/ 65617 h 1519343"/>
                  <a:gd name="connsiteX176" fmla="*/ 774277 w 1606973"/>
                  <a:gd name="connsiteY176" fmla="*/ 65617 h 1519343"/>
                  <a:gd name="connsiteX177" fmla="*/ 760307 w 1606973"/>
                  <a:gd name="connsiteY177" fmla="*/ 57150 h 1519343"/>
                  <a:gd name="connsiteX178" fmla="*/ 760307 w 1606973"/>
                  <a:gd name="connsiteY178" fmla="*/ 55880 h 1519343"/>
                  <a:gd name="connsiteX179" fmla="*/ 758613 w 1606973"/>
                  <a:gd name="connsiteY179" fmla="*/ 54610 h 1519343"/>
                  <a:gd name="connsiteX180" fmla="*/ 758613 w 1606973"/>
                  <a:gd name="connsiteY180" fmla="*/ 53340 h 1519343"/>
                  <a:gd name="connsiteX181" fmla="*/ 750570 w 1606973"/>
                  <a:gd name="connsiteY181" fmla="*/ 39370 h 1519343"/>
                  <a:gd name="connsiteX182" fmla="*/ 736600 w 1606973"/>
                  <a:gd name="connsiteY182" fmla="*/ 29633 h 1519343"/>
                  <a:gd name="connsiteX183" fmla="*/ 728133 w 1606973"/>
                  <a:gd name="connsiteY183" fmla="*/ 15663 h 1519343"/>
                  <a:gd name="connsiteX184" fmla="*/ 740833 w 1606973"/>
                  <a:gd name="connsiteY184" fmla="*/ 1693 h 1519343"/>
                  <a:gd name="connsiteX185" fmla="*/ 728133 w 1606973"/>
                  <a:gd name="connsiteY185" fmla="*/ 0 h 1519343"/>
                  <a:gd name="connsiteX186" fmla="*/ 717127 w 1606973"/>
                  <a:gd name="connsiteY186" fmla="*/ 4233 h 1519343"/>
                  <a:gd name="connsiteX187" fmla="*/ 702733 w 1606973"/>
                  <a:gd name="connsiteY187" fmla="*/ 8467 h 1519343"/>
                  <a:gd name="connsiteX188" fmla="*/ 687916 w 1606973"/>
                  <a:gd name="connsiteY188" fmla="*/ 13970 h 1519343"/>
                  <a:gd name="connsiteX189" fmla="*/ 673524 w 1606973"/>
                  <a:gd name="connsiteY189" fmla="*/ 15663 h 1519343"/>
                  <a:gd name="connsiteX190" fmla="*/ 659977 w 1606973"/>
                  <a:gd name="connsiteY190" fmla="*/ 12700 h 1519343"/>
                  <a:gd name="connsiteX191" fmla="*/ 644313 w 1606973"/>
                  <a:gd name="connsiteY191" fmla="*/ 12700 h 1519343"/>
                  <a:gd name="connsiteX192" fmla="*/ 643043 w 1606973"/>
                  <a:gd name="connsiteY192" fmla="*/ 11430 h 1519343"/>
                  <a:gd name="connsiteX193" fmla="*/ 629074 w 1606973"/>
                  <a:gd name="connsiteY193" fmla="*/ 16933 h 1519343"/>
                  <a:gd name="connsiteX194" fmla="*/ 615103 w 1606973"/>
                  <a:gd name="connsiteY194" fmla="*/ 16933 h 1519343"/>
                  <a:gd name="connsiteX195" fmla="*/ 599863 w 1606973"/>
                  <a:gd name="connsiteY195" fmla="*/ 22437 h 1519343"/>
                  <a:gd name="connsiteX196" fmla="*/ 590127 w 1606973"/>
                  <a:gd name="connsiteY196" fmla="*/ 36407 h 1519343"/>
                  <a:gd name="connsiteX197" fmla="*/ 579120 w 1606973"/>
                  <a:gd name="connsiteY197" fmla="*/ 50377 h 1519343"/>
                  <a:gd name="connsiteX198" fmla="*/ 563457 w 1606973"/>
                  <a:gd name="connsiteY198" fmla="*/ 51647 h 1519343"/>
                  <a:gd name="connsiteX199" fmla="*/ 557953 w 1606973"/>
                  <a:gd name="connsiteY199" fmla="*/ 49107 h 1519343"/>
                  <a:gd name="connsiteX200" fmla="*/ 543983 w 1606973"/>
                  <a:gd name="connsiteY200" fmla="*/ 40640 h 1519343"/>
                  <a:gd name="connsiteX201" fmla="*/ 530013 w 1606973"/>
                  <a:gd name="connsiteY201" fmla="*/ 36407 h 1519343"/>
                  <a:gd name="connsiteX202" fmla="*/ 514773 w 1606973"/>
                  <a:gd name="connsiteY202" fmla="*/ 37677 h 1519343"/>
                  <a:gd name="connsiteX203" fmla="*/ 510540 w 1606973"/>
                  <a:gd name="connsiteY203" fmla="*/ 35137 h 1519343"/>
                  <a:gd name="connsiteX204" fmla="*/ 505037 w 1606973"/>
                  <a:gd name="connsiteY204" fmla="*/ 47413 h 1519343"/>
                  <a:gd name="connsiteX205" fmla="*/ 503343 w 1606973"/>
                  <a:gd name="connsiteY205" fmla="*/ 61383 h 1519343"/>
                  <a:gd name="connsiteX206" fmla="*/ 511810 w 1606973"/>
                  <a:gd name="connsiteY206" fmla="*/ 75353 h 1519343"/>
                  <a:gd name="connsiteX207" fmla="*/ 508847 w 1606973"/>
                  <a:gd name="connsiteY207" fmla="*/ 89323 h 1519343"/>
                  <a:gd name="connsiteX208" fmla="*/ 506307 w 1606973"/>
                  <a:gd name="connsiteY208" fmla="*/ 89323 h 1519343"/>
                  <a:gd name="connsiteX209" fmla="*/ 492337 w 1606973"/>
                  <a:gd name="connsiteY209" fmla="*/ 88053 h 1519343"/>
                  <a:gd name="connsiteX210" fmla="*/ 480060 w 1606973"/>
                  <a:gd name="connsiteY210" fmla="*/ 74083 h 1519343"/>
                  <a:gd name="connsiteX211" fmla="*/ 465667 w 1606973"/>
                  <a:gd name="connsiteY211" fmla="*/ 76623 h 1519343"/>
                  <a:gd name="connsiteX212" fmla="*/ 455930 w 1606973"/>
                  <a:gd name="connsiteY212" fmla="*/ 90593 h 1519343"/>
                  <a:gd name="connsiteX213" fmla="*/ 454660 w 1606973"/>
                  <a:gd name="connsiteY213" fmla="*/ 106257 h 1519343"/>
                  <a:gd name="connsiteX214" fmla="*/ 469900 w 1606973"/>
                  <a:gd name="connsiteY214" fmla="*/ 113030 h 1519343"/>
                  <a:gd name="connsiteX215" fmla="*/ 465667 w 1606973"/>
                  <a:gd name="connsiteY215" fmla="*/ 127000 h 1519343"/>
                  <a:gd name="connsiteX216" fmla="*/ 463127 w 1606973"/>
                  <a:gd name="connsiteY216" fmla="*/ 140970 h 1519343"/>
                  <a:gd name="connsiteX217" fmla="*/ 449157 w 1606973"/>
                  <a:gd name="connsiteY217" fmla="*/ 131233 h 1519343"/>
                  <a:gd name="connsiteX218" fmla="*/ 447887 w 1606973"/>
                  <a:gd name="connsiteY218" fmla="*/ 131233 h 1519343"/>
                  <a:gd name="connsiteX219" fmla="*/ 441960 w 1606973"/>
                  <a:gd name="connsiteY219" fmla="*/ 117263 h 1519343"/>
                  <a:gd name="connsiteX220" fmla="*/ 427990 w 1606973"/>
                  <a:gd name="connsiteY220" fmla="*/ 117263 h 1519343"/>
                  <a:gd name="connsiteX221" fmla="*/ 414443 w 1606973"/>
                  <a:gd name="connsiteY221" fmla="*/ 120227 h 1519343"/>
                  <a:gd name="connsiteX222" fmla="*/ 412750 w 1606973"/>
                  <a:gd name="connsiteY222" fmla="*/ 125730 h 1519343"/>
                  <a:gd name="connsiteX223" fmla="*/ 398780 w 1606973"/>
                  <a:gd name="connsiteY223" fmla="*/ 129963 h 1519343"/>
                  <a:gd name="connsiteX224" fmla="*/ 383540 w 1606973"/>
                  <a:gd name="connsiteY224" fmla="*/ 122767 h 1519343"/>
                  <a:gd name="connsiteX225" fmla="*/ 378037 w 1606973"/>
                  <a:gd name="connsiteY225" fmla="*/ 110490 h 1519343"/>
                  <a:gd name="connsiteX226" fmla="*/ 373803 w 1606973"/>
                  <a:gd name="connsiteY226" fmla="*/ 96520 h 1519343"/>
                  <a:gd name="connsiteX227" fmla="*/ 359833 w 1606973"/>
                  <a:gd name="connsiteY227" fmla="*/ 95250 h 1519343"/>
                  <a:gd name="connsiteX228" fmla="*/ 354330 w 1606973"/>
                  <a:gd name="connsiteY228" fmla="*/ 96520 h 1519343"/>
                  <a:gd name="connsiteX229" fmla="*/ 354330 w 1606973"/>
                  <a:gd name="connsiteY229" fmla="*/ 110490 h 1519343"/>
                  <a:gd name="connsiteX230" fmla="*/ 355600 w 1606973"/>
                  <a:gd name="connsiteY230" fmla="*/ 125730 h 1519343"/>
                  <a:gd name="connsiteX231" fmla="*/ 348827 w 1606973"/>
                  <a:gd name="connsiteY231" fmla="*/ 139700 h 1519343"/>
                  <a:gd name="connsiteX232" fmla="*/ 337397 w 1606973"/>
                  <a:gd name="connsiteY232" fmla="*/ 149437 h 1519343"/>
                  <a:gd name="connsiteX233" fmla="*/ 327660 w 1606973"/>
                  <a:gd name="connsiteY233" fmla="*/ 159173 h 1519343"/>
                  <a:gd name="connsiteX234" fmla="*/ 317923 w 1606973"/>
                  <a:gd name="connsiteY234" fmla="*/ 174413 h 1519343"/>
                  <a:gd name="connsiteX235" fmla="*/ 319193 w 1606973"/>
                  <a:gd name="connsiteY235" fmla="*/ 176107 h 1519343"/>
                  <a:gd name="connsiteX236" fmla="*/ 320887 w 1606973"/>
                  <a:gd name="connsiteY236" fmla="*/ 177377 h 1519343"/>
                  <a:gd name="connsiteX237" fmla="*/ 325120 w 1606973"/>
                  <a:gd name="connsiteY237" fmla="*/ 189653 h 1519343"/>
                  <a:gd name="connsiteX238" fmla="*/ 320887 w 1606973"/>
                  <a:gd name="connsiteY238" fmla="*/ 203623 h 1519343"/>
                  <a:gd name="connsiteX239" fmla="*/ 319193 w 1606973"/>
                  <a:gd name="connsiteY239" fmla="*/ 207857 h 1519343"/>
                  <a:gd name="connsiteX240" fmla="*/ 305223 w 1606973"/>
                  <a:gd name="connsiteY240" fmla="*/ 205317 h 1519343"/>
                  <a:gd name="connsiteX241" fmla="*/ 305223 w 1606973"/>
                  <a:gd name="connsiteY241" fmla="*/ 192617 h 1519343"/>
                  <a:gd name="connsiteX242" fmla="*/ 297180 w 1606973"/>
                  <a:gd name="connsiteY242" fmla="*/ 182880 h 1519343"/>
                  <a:gd name="connsiteX243" fmla="*/ 289983 w 1606973"/>
                  <a:gd name="connsiteY243" fmla="*/ 179917 h 1519343"/>
                  <a:gd name="connsiteX244" fmla="*/ 289983 w 1606973"/>
                  <a:gd name="connsiteY244" fmla="*/ 176107 h 1519343"/>
                  <a:gd name="connsiteX245" fmla="*/ 284480 w 1606973"/>
                  <a:gd name="connsiteY245" fmla="*/ 160443 h 1519343"/>
                  <a:gd name="connsiteX246" fmla="*/ 280247 w 1606973"/>
                  <a:gd name="connsiteY246" fmla="*/ 160443 h 1519343"/>
                  <a:gd name="connsiteX247" fmla="*/ 277707 w 1606973"/>
                  <a:gd name="connsiteY247" fmla="*/ 161713 h 1519343"/>
                  <a:gd name="connsiteX248" fmla="*/ 276013 w 1606973"/>
                  <a:gd name="connsiteY248" fmla="*/ 161713 h 1519343"/>
                  <a:gd name="connsiteX249" fmla="*/ 263737 w 1606973"/>
                  <a:gd name="connsiteY249" fmla="*/ 153670 h 1519343"/>
                  <a:gd name="connsiteX250" fmla="*/ 256540 w 1606973"/>
                  <a:gd name="connsiteY250" fmla="*/ 146473 h 1519343"/>
                  <a:gd name="connsiteX251" fmla="*/ 242570 w 1606973"/>
                  <a:gd name="connsiteY251" fmla="*/ 131233 h 1519343"/>
                  <a:gd name="connsiteX252" fmla="*/ 246803 w 1606973"/>
                  <a:gd name="connsiteY252" fmla="*/ 117263 h 1519343"/>
                  <a:gd name="connsiteX253" fmla="*/ 235797 w 1606973"/>
                  <a:gd name="connsiteY253" fmla="*/ 103293 h 1519343"/>
                  <a:gd name="connsiteX254" fmla="*/ 226060 w 1606973"/>
                  <a:gd name="connsiteY254" fmla="*/ 114723 h 1519343"/>
                  <a:gd name="connsiteX255" fmla="*/ 212090 w 1606973"/>
                  <a:gd name="connsiteY255" fmla="*/ 127000 h 1519343"/>
                  <a:gd name="connsiteX256" fmla="*/ 198120 w 1606973"/>
                  <a:gd name="connsiteY256" fmla="*/ 132503 h 1519343"/>
                  <a:gd name="connsiteX257" fmla="*/ 204893 w 1606973"/>
                  <a:gd name="connsiteY257" fmla="*/ 146473 h 1519343"/>
                  <a:gd name="connsiteX258" fmla="*/ 203623 w 1606973"/>
                  <a:gd name="connsiteY258" fmla="*/ 154940 h 1519343"/>
                  <a:gd name="connsiteX259" fmla="*/ 189653 w 1606973"/>
                  <a:gd name="connsiteY259" fmla="*/ 164677 h 1519343"/>
                  <a:gd name="connsiteX260" fmla="*/ 179917 w 1606973"/>
                  <a:gd name="connsiteY260" fmla="*/ 178647 h 1519343"/>
                  <a:gd name="connsiteX261" fmla="*/ 165947 w 1606973"/>
                  <a:gd name="connsiteY261" fmla="*/ 191347 h 1519343"/>
                  <a:gd name="connsiteX262" fmla="*/ 157480 w 1606973"/>
                  <a:gd name="connsiteY262" fmla="*/ 191347 h 1519343"/>
                  <a:gd name="connsiteX263" fmla="*/ 143510 w 1606973"/>
                  <a:gd name="connsiteY263" fmla="*/ 185843 h 1519343"/>
                  <a:gd name="connsiteX264" fmla="*/ 129540 w 1606973"/>
                  <a:gd name="connsiteY264" fmla="*/ 181610 h 1519343"/>
                  <a:gd name="connsiteX265" fmla="*/ 128270 w 1606973"/>
                  <a:gd name="connsiteY265" fmla="*/ 179917 h 1519343"/>
                  <a:gd name="connsiteX266" fmla="*/ 114300 w 1606973"/>
                  <a:gd name="connsiteY266" fmla="*/ 187113 h 1519343"/>
                  <a:gd name="connsiteX267" fmla="*/ 100330 w 1606973"/>
                  <a:gd name="connsiteY267" fmla="*/ 191347 h 1519343"/>
                  <a:gd name="connsiteX268" fmla="*/ 86360 w 1606973"/>
                  <a:gd name="connsiteY268" fmla="*/ 193887 h 1519343"/>
                  <a:gd name="connsiteX269" fmla="*/ 72390 w 1606973"/>
                  <a:gd name="connsiteY269" fmla="*/ 196850 h 1519343"/>
                  <a:gd name="connsiteX270" fmla="*/ 57150 w 1606973"/>
                  <a:gd name="connsiteY270" fmla="*/ 189653 h 1519343"/>
                  <a:gd name="connsiteX271" fmla="*/ 54187 w 1606973"/>
                  <a:gd name="connsiteY271" fmla="*/ 191347 h 1519343"/>
                  <a:gd name="connsiteX272" fmla="*/ 40217 w 1606973"/>
                  <a:gd name="connsiteY272" fmla="*/ 202353 h 1519343"/>
                  <a:gd name="connsiteX273" fmla="*/ 24977 w 1606973"/>
                  <a:gd name="connsiteY273" fmla="*/ 215053 h 1519343"/>
                  <a:gd name="connsiteX274" fmla="*/ 26247 w 1606973"/>
                  <a:gd name="connsiteY274" fmla="*/ 215053 h 1519343"/>
                  <a:gd name="connsiteX275" fmla="*/ 37677 w 1606973"/>
                  <a:gd name="connsiteY275" fmla="*/ 230293 h 1519343"/>
                  <a:gd name="connsiteX276" fmla="*/ 48683 w 1606973"/>
                  <a:gd name="connsiteY276" fmla="*/ 235797 h 1519343"/>
                  <a:gd name="connsiteX277" fmla="*/ 49953 w 1606973"/>
                  <a:gd name="connsiteY277" fmla="*/ 249767 h 1519343"/>
                  <a:gd name="connsiteX278" fmla="*/ 62653 w 1606973"/>
                  <a:gd name="connsiteY278" fmla="*/ 263737 h 1519343"/>
                  <a:gd name="connsiteX279" fmla="*/ 73660 w 1606973"/>
                  <a:gd name="connsiteY279" fmla="*/ 276437 h 1519343"/>
                  <a:gd name="connsiteX280" fmla="*/ 66887 w 1606973"/>
                  <a:gd name="connsiteY280" fmla="*/ 290407 h 1519343"/>
                  <a:gd name="connsiteX281" fmla="*/ 59690 w 1606973"/>
                  <a:gd name="connsiteY281" fmla="*/ 305647 h 1519343"/>
                  <a:gd name="connsiteX282" fmla="*/ 44450 w 1606973"/>
                  <a:gd name="connsiteY282" fmla="*/ 309880 h 1519343"/>
                  <a:gd name="connsiteX283" fmla="*/ 37677 w 1606973"/>
                  <a:gd name="connsiteY283" fmla="*/ 318347 h 1519343"/>
                  <a:gd name="connsiteX284" fmla="*/ 22013 w 1606973"/>
                  <a:gd name="connsiteY284" fmla="*/ 316653 h 1519343"/>
                  <a:gd name="connsiteX285" fmla="*/ 8043 w 1606973"/>
                  <a:gd name="connsiteY285" fmla="*/ 318347 h 1519343"/>
                  <a:gd name="connsiteX286" fmla="*/ 2540 w 1606973"/>
                  <a:gd name="connsiteY286" fmla="*/ 322157 h 1519343"/>
                  <a:gd name="connsiteX287" fmla="*/ 0 w 1606973"/>
                  <a:gd name="connsiteY287" fmla="*/ 325120 h 1519343"/>
                  <a:gd name="connsiteX288" fmla="*/ 4233 w 1606973"/>
                  <a:gd name="connsiteY288" fmla="*/ 329353 h 1519343"/>
                  <a:gd name="connsiteX289" fmla="*/ 15240 w 1606973"/>
                  <a:gd name="connsiteY289" fmla="*/ 343324 h 1519343"/>
                  <a:gd name="connsiteX290" fmla="*/ 16510 w 1606973"/>
                  <a:gd name="connsiteY290" fmla="*/ 353060 h 1519343"/>
                  <a:gd name="connsiteX291" fmla="*/ 22013 w 1606973"/>
                  <a:gd name="connsiteY291" fmla="*/ 358563 h 1519343"/>
                  <a:gd name="connsiteX292" fmla="*/ 37677 w 1606973"/>
                  <a:gd name="connsiteY292" fmla="*/ 365760 h 1519343"/>
                  <a:gd name="connsiteX293" fmla="*/ 51647 w 1606973"/>
                  <a:gd name="connsiteY293" fmla="*/ 374227 h 1519343"/>
                  <a:gd name="connsiteX294" fmla="*/ 58420 w 1606973"/>
                  <a:gd name="connsiteY294" fmla="*/ 387774 h 1519343"/>
                  <a:gd name="connsiteX295" fmla="*/ 57150 w 1606973"/>
                  <a:gd name="connsiteY295" fmla="*/ 393700 h 1519343"/>
                  <a:gd name="connsiteX296" fmla="*/ 43180 w 1606973"/>
                  <a:gd name="connsiteY296" fmla="*/ 399203 h 1519343"/>
                  <a:gd name="connsiteX297" fmla="*/ 40217 w 1606973"/>
                  <a:gd name="connsiteY297" fmla="*/ 408940 h 1519343"/>
                  <a:gd name="connsiteX298" fmla="*/ 30480 w 1606973"/>
                  <a:gd name="connsiteY298" fmla="*/ 424180 h 1519343"/>
                  <a:gd name="connsiteX299" fmla="*/ 33443 w 1606973"/>
                  <a:gd name="connsiteY299" fmla="*/ 438150 h 1519343"/>
                  <a:gd name="connsiteX300" fmla="*/ 34713 w 1606973"/>
                  <a:gd name="connsiteY300" fmla="*/ 447887 h 1519343"/>
                  <a:gd name="connsiteX301" fmla="*/ 38947 w 1606973"/>
                  <a:gd name="connsiteY301" fmla="*/ 453390 h 1519343"/>
                  <a:gd name="connsiteX302" fmla="*/ 52917 w 1606973"/>
                  <a:gd name="connsiteY302" fmla="*/ 467360 h 1519343"/>
                  <a:gd name="connsiteX303" fmla="*/ 68157 w 1606973"/>
                  <a:gd name="connsiteY303" fmla="*/ 471593 h 1519343"/>
                  <a:gd name="connsiteX304" fmla="*/ 82127 w 1606973"/>
                  <a:gd name="connsiteY304" fmla="*/ 480060 h 1519343"/>
                  <a:gd name="connsiteX305" fmla="*/ 96097 w 1606973"/>
                  <a:gd name="connsiteY305" fmla="*/ 485563 h 1519343"/>
                  <a:gd name="connsiteX306" fmla="*/ 110067 w 1606973"/>
                  <a:gd name="connsiteY306" fmla="*/ 485563 h 1519343"/>
                  <a:gd name="connsiteX307" fmla="*/ 124037 w 1606973"/>
                  <a:gd name="connsiteY307" fmla="*/ 480060 h 1519343"/>
                  <a:gd name="connsiteX308" fmla="*/ 138007 w 1606973"/>
                  <a:gd name="connsiteY308" fmla="*/ 478790 h 1519343"/>
                  <a:gd name="connsiteX309" fmla="*/ 142240 w 1606973"/>
                  <a:gd name="connsiteY309" fmla="*/ 492337 h 1519343"/>
                  <a:gd name="connsiteX310" fmla="*/ 142240 w 1606973"/>
                  <a:gd name="connsiteY310" fmla="*/ 496993 h 1519343"/>
                  <a:gd name="connsiteX311" fmla="*/ 130810 w 1606973"/>
                  <a:gd name="connsiteY311" fmla="*/ 510963 h 1519343"/>
                  <a:gd name="connsiteX312" fmla="*/ 117263 w 1606973"/>
                  <a:gd name="connsiteY312" fmla="*/ 524510 h 1519343"/>
                  <a:gd name="connsiteX313" fmla="*/ 117263 w 1606973"/>
                  <a:gd name="connsiteY313" fmla="*/ 540174 h 1519343"/>
                  <a:gd name="connsiteX314" fmla="*/ 117263 w 1606973"/>
                  <a:gd name="connsiteY314" fmla="*/ 541443 h 1519343"/>
                  <a:gd name="connsiteX315" fmla="*/ 118533 w 1606973"/>
                  <a:gd name="connsiteY315" fmla="*/ 544407 h 1519343"/>
                  <a:gd name="connsiteX316" fmla="*/ 132503 w 1606973"/>
                  <a:gd name="connsiteY316" fmla="*/ 544407 h 1519343"/>
                  <a:gd name="connsiteX317" fmla="*/ 147743 w 1606973"/>
                  <a:gd name="connsiteY317" fmla="*/ 540174 h 1519343"/>
                  <a:gd name="connsiteX318" fmla="*/ 161713 w 1606973"/>
                  <a:gd name="connsiteY318" fmla="*/ 535940 h 1519343"/>
                  <a:gd name="connsiteX319" fmla="*/ 170180 w 1606973"/>
                  <a:gd name="connsiteY319" fmla="*/ 534247 h 1519343"/>
                  <a:gd name="connsiteX320" fmla="*/ 184150 w 1606973"/>
                  <a:gd name="connsiteY320" fmla="*/ 527474 h 1519343"/>
                  <a:gd name="connsiteX321" fmla="*/ 198120 w 1606973"/>
                  <a:gd name="connsiteY321" fmla="*/ 517737 h 1519343"/>
                  <a:gd name="connsiteX322" fmla="*/ 203623 w 1606973"/>
                  <a:gd name="connsiteY322" fmla="*/ 514774 h 1519343"/>
                  <a:gd name="connsiteX323" fmla="*/ 212090 w 1606973"/>
                  <a:gd name="connsiteY323" fmla="*/ 500803 h 1519343"/>
                  <a:gd name="connsiteX324" fmla="*/ 212090 w 1606973"/>
                  <a:gd name="connsiteY324" fmla="*/ 499533 h 1519343"/>
                  <a:gd name="connsiteX325" fmla="*/ 217593 w 1606973"/>
                  <a:gd name="connsiteY325" fmla="*/ 485563 h 1519343"/>
                  <a:gd name="connsiteX326" fmla="*/ 231563 w 1606973"/>
                  <a:gd name="connsiteY326" fmla="*/ 478790 h 1519343"/>
                  <a:gd name="connsiteX327" fmla="*/ 237067 w 1606973"/>
                  <a:gd name="connsiteY327" fmla="*/ 471593 h 1519343"/>
                  <a:gd name="connsiteX328" fmla="*/ 245533 w 1606973"/>
                  <a:gd name="connsiteY328" fmla="*/ 457624 h 1519343"/>
                  <a:gd name="connsiteX329" fmla="*/ 249767 w 1606973"/>
                  <a:gd name="connsiteY329" fmla="*/ 453390 h 1519343"/>
                  <a:gd name="connsiteX330" fmla="*/ 265007 w 1606973"/>
                  <a:gd name="connsiteY330" fmla="*/ 446617 h 1519343"/>
                  <a:gd name="connsiteX331" fmla="*/ 269240 w 1606973"/>
                  <a:gd name="connsiteY331" fmla="*/ 443653 h 1519343"/>
                  <a:gd name="connsiteX332" fmla="*/ 283210 w 1606973"/>
                  <a:gd name="connsiteY332" fmla="*/ 436880 h 1519343"/>
                  <a:gd name="connsiteX333" fmla="*/ 297180 w 1606973"/>
                  <a:gd name="connsiteY333" fmla="*/ 439420 h 1519343"/>
                  <a:gd name="connsiteX334" fmla="*/ 311150 w 1606973"/>
                  <a:gd name="connsiteY334" fmla="*/ 443653 h 1519343"/>
                  <a:gd name="connsiteX335" fmla="*/ 326390 w 1606973"/>
                  <a:gd name="connsiteY335" fmla="*/ 446617 h 1519343"/>
                  <a:gd name="connsiteX336" fmla="*/ 340360 w 1606973"/>
                  <a:gd name="connsiteY336" fmla="*/ 456353 h 1519343"/>
                  <a:gd name="connsiteX337" fmla="*/ 354330 w 1606973"/>
                  <a:gd name="connsiteY337" fmla="*/ 453390 h 1519343"/>
                  <a:gd name="connsiteX338" fmla="*/ 368300 w 1606973"/>
                  <a:gd name="connsiteY338" fmla="*/ 466090 h 1519343"/>
                  <a:gd name="connsiteX339" fmla="*/ 382270 w 1606973"/>
                  <a:gd name="connsiteY339" fmla="*/ 472863 h 1519343"/>
                  <a:gd name="connsiteX340" fmla="*/ 383540 w 1606973"/>
                  <a:gd name="connsiteY340" fmla="*/ 472863 h 1519343"/>
                  <a:gd name="connsiteX341" fmla="*/ 397510 w 1606973"/>
                  <a:gd name="connsiteY341" fmla="*/ 484293 h 1519343"/>
                  <a:gd name="connsiteX342" fmla="*/ 411480 w 1606973"/>
                  <a:gd name="connsiteY342" fmla="*/ 492337 h 1519343"/>
                  <a:gd name="connsiteX343" fmla="*/ 425450 w 1606973"/>
                  <a:gd name="connsiteY343" fmla="*/ 489797 h 1519343"/>
                  <a:gd name="connsiteX344" fmla="*/ 436457 w 1606973"/>
                  <a:gd name="connsiteY344" fmla="*/ 496993 h 1519343"/>
                  <a:gd name="connsiteX345" fmla="*/ 449157 w 1606973"/>
                  <a:gd name="connsiteY345" fmla="*/ 499533 h 1519343"/>
                  <a:gd name="connsiteX346" fmla="*/ 452120 w 1606973"/>
                  <a:gd name="connsiteY346" fmla="*/ 500803 h 1519343"/>
                  <a:gd name="connsiteX347" fmla="*/ 454660 w 1606973"/>
                  <a:gd name="connsiteY347" fmla="*/ 500803 h 1519343"/>
                  <a:gd name="connsiteX348" fmla="*/ 468630 w 1606973"/>
                  <a:gd name="connsiteY348" fmla="*/ 513503 h 1519343"/>
                  <a:gd name="connsiteX349" fmla="*/ 477097 w 1606973"/>
                  <a:gd name="connsiteY349" fmla="*/ 523240 h 1519343"/>
                  <a:gd name="connsiteX350" fmla="*/ 482600 w 1606973"/>
                  <a:gd name="connsiteY350" fmla="*/ 537210 h 1519343"/>
                  <a:gd name="connsiteX351" fmla="*/ 483870 w 1606973"/>
                  <a:gd name="connsiteY351" fmla="*/ 544407 h 1519343"/>
                  <a:gd name="connsiteX352" fmla="*/ 485140 w 1606973"/>
                  <a:gd name="connsiteY352" fmla="*/ 546947 h 1519343"/>
                  <a:gd name="connsiteX353" fmla="*/ 485140 w 1606973"/>
                  <a:gd name="connsiteY353" fmla="*/ 560917 h 1519343"/>
                  <a:gd name="connsiteX354" fmla="*/ 486833 w 1606973"/>
                  <a:gd name="connsiteY354" fmla="*/ 574887 h 1519343"/>
                  <a:gd name="connsiteX355" fmla="*/ 488103 w 1606973"/>
                  <a:gd name="connsiteY355" fmla="*/ 583353 h 1519343"/>
                  <a:gd name="connsiteX356" fmla="*/ 496570 w 1606973"/>
                  <a:gd name="connsiteY356" fmla="*/ 597324 h 1519343"/>
                  <a:gd name="connsiteX357" fmla="*/ 506307 w 1606973"/>
                  <a:gd name="connsiteY357" fmla="*/ 611293 h 1519343"/>
                  <a:gd name="connsiteX358" fmla="*/ 516043 w 1606973"/>
                  <a:gd name="connsiteY358" fmla="*/ 626534 h 1519343"/>
                  <a:gd name="connsiteX359" fmla="*/ 520277 w 1606973"/>
                  <a:gd name="connsiteY359" fmla="*/ 640503 h 1519343"/>
                  <a:gd name="connsiteX360" fmla="*/ 520277 w 1606973"/>
                  <a:gd name="connsiteY360" fmla="*/ 654474 h 1519343"/>
                  <a:gd name="connsiteX361" fmla="*/ 518583 w 1606973"/>
                  <a:gd name="connsiteY361" fmla="*/ 668443 h 1519343"/>
                  <a:gd name="connsiteX362" fmla="*/ 521547 w 1606973"/>
                  <a:gd name="connsiteY362" fmla="*/ 682413 h 1519343"/>
                  <a:gd name="connsiteX363" fmla="*/ 531283 w 1606973"/>
                  <a:gd name="connsiteY363" fmla="*/ 680720 h 1519343"/>
                  <a:gd name="connsiteX364" fmla="*/ 546947 w 1606973"/>
                  <a:gd name="connsiteY364" fmla="*/ 684953 h 1519343"/>
                  <a:gd name="connsiteX365" fmla="*/ 550757 w 1606973"/>
                  <a:gd name="connsiteY365" fmla="*/ 696384 h 1519343"/>
                  <a:gd name="connsiteX366" fmla="*/ 559223 w 1606973"/>
                  <a:gd name="connsiteY366" fmla="*/ 710353 h 1519343"/>
                  <a:gd name="connsiteX367" fmla="*/ 573193 w 1606973"/>
                  <a:gd name="connsiteY367" fmla="*/ 715857 h 1519343"/>
                  <a:gd name="connsiteX368" fmla="*/ 584623 w 1606973"/>
                  <a:gd name="connsiteY368" fmla="*/ 729827 h 1519343"/>
                  <a:gd name="connsiteX369" fmla="*/ 592667 w 1606973"/>
                  <a:gd name="connsiteY369" fmla="*/ 734060 h 1519343"/>
                  <a:gd name="connsiteX370" fmla="*/ 605367 w 1606973"/>
                  <a:gd name="connsiteY370" fmla="*/ 748030 h 1519343"/>
                  <a:gd name="connsiteX371" fmla="*/ 606637 w 1606973"/>
                  <a:gd name="connsiteY371" fmla="*/ 761577 h 1519343"/>
                  <a:gd name="connsiteX372" fmla="*/ 601133 w 1606973"/>
                  <a:gd name="connsiteY372" fmla="*/ 775970 h 1519343"/>
                  <a:gd name="connsiteX373" fmla="*/ 615103 w 1606973"/>
                  <a:gd name="connsiteY373" fmla="*/ 770043 h 1519343"/>
                  <a:gd name="connsiteX374" fmla="*/ 629074 w 1606973"/>
                  <a:gd name="connsiteY374" fmla="*/ 773007 h 1519343"/>
                  <a:gd name="connsiteX375" fmla="*/ 644313 w 1606973"/>
                  <a:gd name="connsiteY375" fmla="*/ 777240 h 1519343"/>
                  <a:gd name="connsiteX376" fmla="*/ 647277 w 1606973"/>
                  <a:gd name="connsiteY376" fmla="*/ 778510 h 1519343"/>
                  <a:gd name="connsiteX377" fmla="*/ 661247 w 1606973"/>
                  <a:gd name="connsiteY377" fmla="*/ 785707 h 1519343"/>
                  <a:gd name="connsiteX378" fmla="*/ 675216 w 1606973"/>
                  <a:gd name="connsiteY378" fmla="*/ 799677 h 1519343"/>
                  <a:gd name="connsiteX379" fmla="*/ 683260 w 1606973"/>
                  <a:gd name="connsiteY379" fmla="*/ 813647 h 1519343"/>
                  <a:gd name="connsiteX380" fmla="*/ 687916 w 1606973"/>
                  <a:gd name="connsiteY380" fmla="*/ 824653 h 1519343"/>
                  <a:gd name="connsiteX381" fmla="*/ 689187 w 1606973"/>
                  <a:gd name="connsiteY381" fmla="*/ 824653 h 1519343"/>
                  <a:gd name="connsiteX382" fmla="*/ 694690 w 1606973"/>
                  <a:gd name="connsiteY382" fmla="*/ 834390 h 1519343"/>
                  <a:gd name="connsiteX383" fmla="*/ 709930 w 1606973"/>
                  <a:gd name="connsiteY383" fmla="*/ 834390 h 1519343"/>
                  <a:gd name="connsiteX384" fmla="*/ 723900 w 1606973"/>
                  <a:gd name="connsiteY384" fmla="*/ 845397 h 1519343"/>
                  <a:gd name="connsiteX385" fmla="*/ 737870 w 1606973"/>
                  <a:gd name="connsiteY385" fmla="*/ 853863 h 1519343"/>
                  <a:gd name="connsiteX386" fmla="*/ 746337 w 1606973"/>
                  <a:gd name="connsiteY386" fmla="*/ 867834 h 1519343"/>
                  <a:gd name="connsiteX387" fmla="*/ 750570 w 1606973"/>
                  <a:gd name="connsiteY387" fmla="*/ 881803 h 1519343"/>
                  <a:gd name="connsiteX388" fmla="*/ 753110 w 1606973"/>
                  <a:gd name="connsiteY388" fmla="*/ 883074 h 1519343"/>
                  <a:gd name="connsiteX389" fmla="*/ 767080 w 1606973"/>
                  <a:gd name="connsiteY389" fmla="*/ 890270 h 1519343"/>
                  <a:gd name="connsiteX390" fmla="*/ 781050 w 1606973"/>
                  <a:gd name="connsiteY390" fmla="*/ 902547 h 1519343"/>
                  <a:gd name="connsiteX391" fmla="*/ 785283 w 1606973"/>
                  <a:gd name="connsiteY391" fmla="*/ 906780 h 1519343"/>
                  <a:gd name="connsiteX392" fmla="*/ 796290 w 1606973"/>
                  <a:gd name="connsiteY392" fmla="*/ 920750 h 1519343"/>
                  <a:gd name="connsiteX393" fmla="*/ 810260 w 1606973"/>
                  <a:gd name="connsiteY393" fmla="*/ 929217 h 1519343"/>
                  <a:gd name="connsiteX394" fmla="*/ 824230 w 1606973"/>
                  <a:gd name="connsiteY394" fmla="*/ 935990 h 1519343"/>
                  <a:gd name="connsiteX395" fmla="*/ 827193 w 1606973"/>
                  <a:gd name="connsiteY395" fmla="*/ 935990 h 1519343"/>
                  <a:gd name="connsiteX396" fmla="*/ 841163 w 1606973"/>
                  <a:gd name="connsiteY396" fmla="*/ 940224 h 1519343"/>
                  <a:gd name="connsiteX397" fmla="*/ 855133 w 1606973"/>
                  <a:gd name="connsiteY397" fmla="*/ 954193 h 1519343"/>
                  <a:gd name="connsiteX398" fmla="*/ 862330 w 1606973"/>
                  <a:gd name="connsiteY398" fmla="*/ 968163 h 1519343"/>
                  <a:gd name="connsiteX399" fmla="*/ 875877 w 1606973"/>
                  <a:gd name="connsiteY399" fmla="*/ 961390 h 1519343"/>
                  <a:gd name="connsiteX400" fmla="*/ 889847 w 1606973"/>
                  <a:gd name="connsiteY400" fmla="*/ 957157 h 1519343"/>
                  <a:gd name="connsiteX401" fmla="*/ 903816 w 1606973"/>
                  <a:gd name="connsiteY401" fmla="*/ 958427 h 1519343"/>
                  <a:gd name="connsiteX402" fmla="*/ 919057 w 1606973"/>
                  <a:gd name="connsiteY402" fmla="*/ 965624 h 1519343"/>
                  <a:gd name="connsiteX403" fmla="*/ 933450 w 1606973"/>
                  <a:gd name="connsiteY403" fmla="*/ 971127 h 1519343"/>
                  <a:gd name="connsiteX404" fmla="*/ 940224 w 1606973"/>
                  <a:gd name="connsiteY404" fmla="*/ 962660 h 1519343"/>
                  <a:gd name="connsiteX405" fmla="*/ 955463 w 1606973"/>
                  <a:gd name="connsiteY405" fmla="*/ 965624 h 1519343"/>
                  <a:gd name="connsiteX406" fmla="*/ 956733 w 1606973"/>
                  <a:gd name="connsiteY406" fmla="*/ 968163 h 1519343"/>
                  <a:gd name="connsiteX407" fmla="*/ 962660 w 1606973"/>
                  <a:gd name="connsiteY407" fmla="*/ 971127 h 1519343"/>
                  <a:gd name="connsiteX408" fmla="*/ 973666 w 1606973"/>
                  <a:gd name="connsiteY408" fmla="*/ 986367 h 1519343"/>
                  <a:gd name="connsiteX409" fmla="*/ 980440 w 1606973"/>
                  <a:gd name="connsiteY409" fmla="*/ 1000337 h 1519343"/>
                  <a:gd name="connsiteX410" fmla="*/ 980440 w 1606973"/>
                  <a:gd name="connsiteY410" fmla="*/ 1001607 h 1519343"/>
                  <a:gd name="connsiteX411" fmla="*/ 991447 w 1606973"/>
                  <a:gd name="connsiteY411" fmla="*/ 1015577 h 1519343"/>
                  <a:gd name="connsiteX412" fmla="*/ 994833 w 1606973"/>
                  <a:gd name="connsiteY412" fmla="*/ 1019810 h 1519343"/>
                  <a:gd name="connsiteX413" fmla="*/ 997374 w 1606973"/>
                  <a:gd name="connsiteY413" fmla="*/ 1025313 h 1519343"/>
                  <a:gd name="connsiteX414" fmla="*/ 1011343 w 1606973"/>
                  <a:gd name="connsiteY414" fmla="*/ 1035474 h 1519343"/>
                  <a:gd name="connsiteX415" fmla="*/ 1025313 w 1606973"/>
                  <a:gd name="connsiteY415" fmla="*/ 1033780 h 1519343"/>
                  <a:gd name="connsiteX416" fmla="*/ 1039283 w 1606973"/>
                  <a:gd name="connsiteY416" fmla="*/ 1039284 h 1519343"/>
                  <a:gd name="connsiteX417" fmla="*/ 1054524 w 1606973"/>
                  <a:gd name="connsiteY417" fmla="*/ 1047750 h 1519343"/>
                  <a:gd name="connsiteX418" fmla="*/ 1047750 w 1606973"/>
                  <a:gd name="connsiteY418" fmla="*/ 1061720 h 1519343"/>
                  <a:gd name="connsiteX419" fmla="*/ 1039283 w 1606973"/>
                  <a:gd name="connsiteY419" fmla="*/ 1075690 h 1519343"/>
                  <a:gd name="connsiteX420" fmla="*/ 1053253 w 1606973"/>
                  <a:gd name="connsiteY420" fmla="*/ 1068493 h 1519343"/>
                  <a:gd name="connsiteX421" fmla="*/ 1061720 w 1606973"/>
                  <a:gd name="connsiteY421" fmla="*/ 1068493 h 1519343"/>
                  <a:gd name="connsiteX422" fmla="*/ 1076960 w 1606973"/>
                  <a:gd name="connsiteY422" fmla="*/ 1064684 h 1519343"/>
                  <a:gd name="connsiteX423" fmla="*/ 1090930 w 1606973"/>
                  <a:gd name="connsiteY423" fmla="*/ 1060450 h 1519343"/>
                  <a:gd name="connsiteX424" fmla="*/ 1104900 w 1606973"/>
                  <a:gd name="connsiteY424" fmla="*/ 1065953 h 1519343"/>
                  <a:gd name="connsiteX425" fmla="*/ 1115907 w 1606973"/>
                  <a:gd name="connsiteY425" fmla="*/ 1079924 h 1519343"/>
                  <a:gd name="connsiteX426" fmla="*/ 1121410 w 1606973"/>
                  <a:gd name="connsiteY426" fmla="*/ 1093893 h 1519343"/>
                  <a:gd name="connsiteX427" fmla="*/ 1128607 w 1606973"/>
                  <a:gd name="connsiteY427" fmla="*/ 1107863 h 1519343"/>
                  <a:gd name="connsiteX428" fmla="*/ 1121410 w 1606973"/>
                  <a:gd name="connsiteY428" fmla="*/ 1123103 h 1519343"/>
                  <a:gd name="connsiteX429" fmla="*/ 1129877 w 1606973"/>
                  <a:gd name="connsiteY429" fmla="*/ 1137074 h 1519343"/>
                  <a:gd name="connsiteX430" fmla="*/ 1137074 w 1606973"/>
                  <a:gd name="connsiteY430" fmla="*/ 1144270 h 1519343"/>
                  <a:gd name="connsiteX431" fmla="*/ 1150620 w 1606973"/>
                  <a:gd name="connsiteY431" fmla="*/ 1146810 h 1519343"/>
                  <a:gd name="connsiteX432" fmla="*/ 1164590 w 1606973"/>
                  <a:gd name="connsiteY432" fmla="*/ 1157817 h 1519343"/>
                  <a:gd name="connsiteX433" fmla="*/ 1178560 w 1606973"/>
                  <a:gd name="connsiteY433" fmla="*/ 1172210 h 1519343"/>
                  <a:gd name="connsiteX434" fmla="*/ 1182793 w 1606973"/>
                  <a:gd name="connsiteY434" fmla="*/ 1172210 h 1519343"/>
                  <a:gd name="connsiteX435" fmla="*/ 1184063 w 1606973"/>
                  <a:gd name="connsiteY435" fmla="*/ 1172210 h 1519343"/>
                  <a:gd name="connsiteX436" fmla="*/ 1188720 w 1606973"/>
                  <a:gd name="connsiteY436" fmla="*/ 1172210 h 1519343"/>
                  <a:gd name="connsiteX437" fmla="*/ 1189990 w 1606973"/>
                  <a:gd name="connsiteY437" fmla="*/ 1170517 h 1519343"/>
                  <a:gd name="connsiteX438" fmla="*/ 1203960 w 1606973"/>
                  <a:gd name="connsiteY438" fmla="*/ 1159510 h 1519343"/>
                  <a:gd name="connsiteX439" fmla="*/ 1217930 w 1606973"/>
                  <a:gd name="connsiteY439" fmla="*/ 1163743 h 1519343"/>
                  <a:gd name="connsiteX440" fmla="*/ 1223433 w 1606973"/>
                  <a:gd name="connsiteY440" fmla="*/ 1172210 h 1519343"/>
                  <a:gd name="connsiteX441" fmla="*/ 1233170 w 1606973"/>
                  <a:gd name="connsiteY441" fmla="*/ 1183217 h 1519343"/>
                  <a:gd name="connsiteX442" fmla="*/ 1235710 w 1606973"/>
                  <a:gd name="connsiteY442" fmla="*/ 1188720 h 1519343"/>
                  <a:gd name="connsiteX443" fmla="*/ 1238674 w 1606973"/>
                  <a:gd name="connsiteY443" fmla="*/ 1202690 h 1519343"/>
                  <a:gd name="connsiteX444" fmla="*/ 1241637 w 1606973"/>
                  <a:gd name="connsiteY444" fmla="*/ 1216660 h 1519343"/>
                  <a:gd name="connsiteX445" fmla="*/ 1247140 w 1606973"/>
                  <a:gd name="connsiteY445" fmla="*/ 1230630 h 1519343"/>
                  <a:gd name="connsiteX446" fmla="*/ 1250950 w 1606973"/>
                  <a:gd name="connsiteY446" fmla="*/ 1245870 h 1519343"/>
                  <a:gd name="connsiteX447" fmla="*/ 1263650 w 1606973"/>
                  <a:gd name="connsiteY447" fmla="*/ 1259840 h 1519343"/>
                  <a:gd name="connsiteX448" fmla="*/ 1270847 w 1606973"/>
                  <a:gd name="connsiteY448" fmla="*/ 1273810 h 1519343"/>
                  <a:gd name="connsiteX449" fmla="*/ 1276350 w 1606973"/>
                  <a:gd name="connsiteY449" fmla="*/ 1287780 h 1519343"/>
                  <a:gd name="connsiteX450" fmla="*/ 1277620 w 1606973"/>
                  <a:gd name="connsiteY450" fmla="*/ 1301750 h 1519343"/>
                  <a:gd name="connsiteX451" fmla="*/ 1279313 w 1606973"/>
                  <a:gd name="connsiteY451" fmla="*/ 1315720 h 1519343"/>
                  <a:gd name="connsiteX452" fmla="*/ 1283124 w 1606973"/>
                  <a:gd name="connsiteY452" fmla="*/ 1329690 h 1519343"/>
                  <a:gd name="connsiteX453" fmla="*/ 1284816 w 1606973"/>
                  <a:gd name="connsiteY453" fmla="*/ 1330960 h 1519343"/>
                  <a:gd name="connsiteX454" fmla="*/ 1291590 w 1606973"/>
                  <a:gd name="connsiteY454" fmla="*/ 1343660 h 1519343"/>
                  <a:gd name="connsiteX455" fmla="*/ 1301327 w 1606973"/>
                  <a:gd name="connsiteY455" fmla="*/ 1357630 h 1519343"/>
                  <a:gd name="connsiteX456" fmla="*/ 1301327 w 1606973"/>
                  <a:gd name="connsiteY456" fmla="*/ 1371600 h 1519343"/>
                  <a:gd name="connsiteX457" fmla="*/ 1290320 w 1606973"/>
                  <a:gd name="connsiteY457" fmla="*/ 1385570 h 1519343"/>
                  <a:gd name="connsiteX458" fmla="*/ 1276350 w 1606973"/>
                  <a:gd name="connsiteY458" fmla="*/ 1383877 h 1519343"/>
                  <a:gd name="connsiteX459" fmla="*/ 1262380 w 1606973"/>
                  <a:gd name="connsiteY459" fmla="*/ 1391074 h 1519343"/>
                  <a:gd name="connsiteX460" fmla="*/ 1253913 w 1606973"/>
                  <a:gd name="connsiteY460" fmla="*/ 1405043 h 1519343"/>
                  <a:gd name="connsiteX461" fmla="*/ 1262380 w 1606973"/>
                  <a:gd name="connsiteY461" fmla="*/ 1419013 h 1519343"/>
                  <a:gd name="connsiteX462" fmla="*/ 1262380 w 1606973"/>
                  <a:gd name="connsiteY462" fmla="*/ 1420284 h 1519343"/>
                  <a:gd name="connsiteX463" fmla="*/ 1256877 w 1606973"/>
                  <a:gd name="connsiteY463" fmla="*/ 1434253 h 1519343"/>
                  <a:gd name="connsiteX464" fmla="*/ 1249680 w 1606973"/>
                  <a:gd name="connsiteY464" fmla="*/ 1448224 h 1519343"/>
                  <a:gd name="connsiteX465" fmla="*/ 1237403 w 1606973"/>
                  <a:gd name="connsiteY465" fmla="*/ 1462193 h 1519343"/>
                  <a:gd name="connsiteX466" fmla="*/ 1223433 w 1606973"/>
                  <a:gd name="connsiteY466" fmla="*/ 1473200 h 1519343"/>
                  <a:gd name="connsiteX467" fmla="*/ 1223433 w 1606973"/>
                  <a:gd name="connsiteY467" fmla="*/ 1487170 h 1519343"/>
                  <a:gd name="connsiteX468" fmla="*/ 1224703 w 1606973"/>
                  <a:gd name="connsiteY468" fmla="*/ 1501140 h 1519343"/>
                  <a:gd name="connsiteX469" fmla="*/ 1235710 w 1606973"/>
                  <a:gd name="connsiteY469" fmla="*/ 1516380 h 1519343"/>
                  <a:gd name="connsiteX470" fmla="*/ 1249680 w 1606973"/>
                  <a:gd name="connsiteY470" fmla="*/ 1519343 h 1519343"/>
                  <a:gd name="connsiteX471" fmla="*/ 1263650 w 1606973"/>
                  <a:gd name="connsiteY471" fmla="*/ 1518074 h 1519343"/>
                  <a:gd name="connsiteX472" fmla="*/ 1277620 w 1606973"/>
                  <a:gd name="connsiteY472" fmla="*/ 1518074 h 1519343"/>
                  <a:gd name="connsiteX473" fmla="*/ 1291590 w 1606973"/>
                  <a:gd name="connsiteY473" fmla="*/ 1505374 h 1519343"/>
                  <a:gd name="connsiteX474" fmla="*/ 1295824 w 1606973"/>
                  <a:gd name="connsiteY474" fmla="*/ 1490134 h 1519343"/>
                  <a:gd name="connsiteX475" fmla="*/ 1304290 w 1606973"/>
                  <a:gd name="connsiteY475" fmla="*/ 1476163 h 1519343"/>
                  <a:gd name="connsiteX476" fmla="*/ 1314027 w 1606973"/>
                  <a:gd name="connsiteY476" fmla="*/ 1462193 h 1519343"/>
                  <a:gd name="connsiteX477" fmla="*/ 1329266 w 1606973"/>
                  <a:gd name="connsiteY477" fmla="*/ 1452457 h 1519343"/>
                  <a:gd name="connsiteX478" fmla="*/ 1343237 w 1606973"/>
                  <a:gd name="connsiteY478" fmla="*/ 1443990 h 1519343"/>
                  <a:gd name="connsiteX479" fmla="*/ 1352974 w 1606973"/>
                  <a:gd name="connsiteY479" fmla="*/ 1430020 h 1519343"/>
                  <a:gd name="connsiteX480" fmla="*/ 1352974 w 1606973"/>
                  <a:gd name="connsiteY480" fmla="*/ 1424517 h 1519343"/>
                  <a:gd name="connsiteX481" fmla="*/ 1350433 w 1606973"/>
                  <a:gd name="connsiteY481" fmla="*/ 1409277 h 1519343"/>
                  <a:gd name="connsiteX482" fmla="*/ 1347470 w 1606973"/>
                  <a:gd name="connsiteY482" fmla="*/ 1395307 h 1519343"/>
                  <a:gd name="connsiteX483" fmla="*/ 1347470 w 1606973"/>
                  <a:gd name="connsiteY483" fmla="*/ 1381337 h 1519343"/>
                  <a:gd name="connsiteX484" fmla="*/ 1360170 w 1606973"/>
                  <a:gd name="connsiteY484" fmla="*/ 1367367 h 1519343"/>
                  <a:gd name="connsiteX485" fmla="*/ 1374140 w 1606973"/>
                  <a:gd name="connsiteY485" fmla="*/ 1358900 h 1519343"/>
                  <a:gd name="connsiteX486" fmla="*/ 1388110 w 1606973"/>
                  <a:gd name="connsiteY486" fmla="*/ 1351703 h 1519343"/>
                  <a:gd name="connsiteX487" fmla="*/ 1402080 w 1606973"/>
                  <a:gd name="connsiteY487" fmla="*/ 1349163 h 1519343"/>
                  <a:gd name="connsiteX488" fmla="*/ 1415627 w 1606973"/>
                  <a:gd name="connsiteY488" fmla="*/ 1351703 h 1519343"/>
                  <a:gd name="connsiteX489" fmla="*/ 1430020 w 1606973"/>
                  <a:gd name="connsiteY489" fmla="*/ 1346200 h 1519343"/>
                  <a:gd name="connsiteX490" fmla="*/ 1431290 w 1606973"/>
                  <a:gd name="connsiteY490" fmla="*/ 1332230 h 1519343"/>
                  <a:gd name="connsiteX491" fmla="*/ 1424093 w 1606973"/>
                  <a:gd name="connsiteY491" fmla="*/ 1318260 h 1519343"/>
                  <a:gd name="connsiteX492" fmla="*/ 1428327 w 1606973"/>
                  <a:gd name="connsiteY492" fmla="*/ 1304290 h 1519343"/>
                  <a:gd name="connsiteX493" fmla="*/ 1424093 w 1606973"/>
                  <a:gd name="connsiteY493" fmla="*/ 1298787 h 1519343"/>
                  <a:gd name="connsiteX494" fmla="*/ 1422824 w 1606973"/>
                  <a:gd name="connsiteY494" fmla="*/ 1284817 h 1519343"/>
                  <a:gd name="connsiteX495" fmla="*/ 1422824 w 1606973"/>
                  <a:gd name="connsiteY495" fmla="*/ 1269577 h 1519343"/>
                  <a:gd name="connsiteX496" fmla="*/ 1408853 w 1606973"/>
                  <a:gd name="connsiteY496" fmla="*/ 1258570 h 1519343"/>
                  <a:gd name="connsiteX497" fmla="*/ 1399116 w 1606973"/>
                  <a:gd name="connsiteY497" fmla="*/ 1254337 h 1519343"/>
                  <a:gd name="connsiteX498" fmla="*/ 1385147 w 1606973"/>
                  <a:gd name="connsiteY498" fmla="*/ 1245870 h 1519343"/>
                  <a:gd name="connsiteX499" fmla="*/ 1369907 w 1606973"/>
                  <a:gd name="connsiteY499" fmla="*/ 1234863 h 1519343"/>
                  <a:gd name="connsiteX500" fmla="*/ 1355937 w 1606973"/>
                  <a:gd name="connsiteY500" fmla="*/ 1234863 h 1519343"/>
                  <a:gd name="connsiteX501" fmla="*/ 1341966 w 1606973"/>
                  <a:gd name="connsiteY501" fmla="*/ 1227667 h 1519343"/>
                  <a:gd name="connsiteX502" fmla="*/ 1335193 w 1606973"/>
                  <a:gd name="connsiteY502" fmla="*/ 1213697 h 1519343"/>
                  <a:gd name="connsiteX503" fmla="*/ 1337733 w 1606973"/>
                  <a:gd name="connsiteY503" fmla="*/ 1199727 h 1519343"/>
                  <a:gd name="connsiteX504" fmla="*/ 1347470 w 1606973"/>
                  <a:gd name="connsiteY504" fmla="*/ 1186180 h 1519343"/>
                  <a:gd name="connsiteX505" fmla="*/ 1350433 w 1606973"/>
                  <a:gd name="connsiteY505" fmla="*/ 1172210 h 1519343"/>
                  <a:gd name="connsiteX506" fmla="*/ 1348740 w 1606973"/>
                  <a:gd name="connsiteY506" fmla="*/ 1166284 h 1519343"/>
                  <a:gd name="connsiteX507" fmla="*/ 1354666 w 1606973"/>
                  <a:gd name="connsiteY507" fmla="*/ 1151043 h 1519343"/>
                  <a:gd name="connsiteX508" fmla="*/ 1355937 w 1606973"/>
                  <a:gd name="connsiteY508" fmla="*/ 1151043 h 1519343"/>
                  <a:gd name="connsiteX509" fmla="*/ 1366943 w 1606973"/>
                  <a:gd name="connsiteY509" fmla="*/ 1137074 h 1519343"/>
                  <a:gd name="connsiteX510" fmla="*/ 1366943 w 1606973"/>
                  <a:gd name="connsiteY510" fmla="*/ 1134110 h 1519343"/>
                  <a:gd name="connsiteX511" fmla="*/ 1372447 w 1606973"/>
                  <a:gd name="connsiteY511" fmla="*/ 1120563 h 1519343"/>
                  <a:gd name="connsiteX512" fmla="*/ 1383877 w 1606973"/>
                  <a:gd name="connsiteY512" fmla="*/ 1106170 h 1519343"/>
                  <a:gd name="connsiteX513" fmla="*/ 1388110 w 1606973"/>
                  <a:gd name="connsiteY513" fmla="*/ 1100667 h 1519343"/>
                  <a:gd name="connsiteX514" fmla="*/ 1402080 w 1606973"/>
                  <a:gd name="connsiteY514" fmla="*/ 1088390 h 1519343"/>
                  <a:gd name="connsiteX515" fmla="*/ 1415627 w 1606973"/>
                  <a:gd name="connsiteY515" fmla="*/ 1085427 h 1519343"/>
                  <a:gd name="connsiteX516" fmla="*/ 1430020 w 1606973"/>
                  <a:gd name="connsiteY516" fmla="*/ 1090930 h 1519343"/>
                  <a:gd name="connsiteX517" fmla="*/ 1431290 w 1606973"/>
                  <a:gd name="connsiteY517" fmla="*/ 1090930 h 1519343"/>
                  <a:gd name="connsiteX518" fmla="*/ 1436793 w 1606973"/>
                  <a:gd name="connsiteY518" fmla="*/ 1088390 h 1519343"/>
                  <a:gd name="connsiteX519" fmla="*/ 1438063 w 1606973"/>
                  <a:gd name="connsiteY519" fmla="*/ 1092624 h 1519343"/>
                  <a:gd name="connsiteX520" fmla="*/ 1432560 w 1606973"/>
                  <a:gd name="connsiteY520" fmla="*/ 1092624 h 1519343"/>
                  <a:gd name="connsiteX521" fmla="*/ 1434253 w 1606973"/>
                  <a:gd name="connsiteY521" fmla="*/ 1095163 h 1519343"/>
                  <a:gd name="connsiteX522" fmla="*/ 1434253 w 1606973"/>
                  <a:gd name="connsiteY522" fmla="*/ 1104900 h 1519343"/>
                  <a:gd name="connsiteX523" fmla="*/ 1449493 w 1606973"/>
                  <a:gd name="connsiteY523" fmla="*/ 1112097 h 1519343"/>
                  <a:gd name="connsiteX524" fmla="*/ 1463040 w 1606973"/>
                  <a:gd name="connsiteY524" fmla="*/ 1117600 h 1519343"/>
                  <a:gd name="connsiteX525" fmla="*/ 1477433 w 1606973"/>
                  <a:gd name="connsiteY525" fmla="*/ 1121834 h 1519343"/>
                  <a:gd name="connsiteX526" fmla="*/ 1491403 w 1606973"/>
                  <a:gd name="connsiteY526" fmla="*/ 1120563 h 1519343"/>
                  <a:gd name="connsiteX527" fmla="*/ 1506643 w 1606973"/>
                  <a:gd name="connsiteY527" fmla="*/ 1121834 h 1519343"/>
                  <a:gd name="connsiteX528" fmla="*/ 1507913 w 1606973"/>
                  <a:gd name="connsiteY528" fmla="*/ 1121834 h 1519343"/>
                  <a:gd name="connsiteX529" fmla="*/ 1523153 w 1606973"/>
                  <a:gd name="connsiteY529" fmla="*/ 1127337 h 1519343"/>
                  <a:gd name="connsiteX530" fmla="*/ 1528657 w 1606973"/>
                  <a:gd name="connsiteY530" fmla="*/ 1141307 h 1519343"/>
                  <a:gd name="connsiteX531" fmla="*/ 1530350 w 1606973"/>
                  <a:gd name="connsiteY531" fmla="*/ 1142577 h 1519343"/>
                  <a:gd name="connsiteX532" fmla="*/ 1541357 w 1606973"/>
                  <a:gd name="connsiteY532" fmla="*/ 1156547 h 1519343"/>
                  <a:gd name="connsiteX533" fmla="*/ 1542627 w 1606973"/>
                  <a:gd name="connsiteY533" fmla="*/ 1172210 h 1519343"/>
                  <a:gd name="connsiteX534" fmla="*/ 1541357 w 1606973"/>
                  <a:gd name="connsiteY534" fmla="*/ 1172210 h 1519343"/>
                  <a:gd name="connsiteX535" fmla="*/ 1540087 w 1606973"/>
                  <a:gd name="connsiteY535" fmla="*/ 1172210 h 1519343"/>
                  <a:gd name="connsiteX536" fmla="*/ 1540087 w 1606973"/>
                  <a:gd name="connsiteY536" fmla="*/ 1173480 h 1519343"/>
                  <a:gd name="connsiteX537" fmla="*/ 1551093 w 1606973"/>
                  <a:gd name="connsiteY537" fmla="*/ 1187450 h 1519343"/>
                  <a:gd name="connsiteX538" fmla="*/ 1565063 w 1606973"/>
                  <a:gd name="connsiteY538" fmla="*/ 1197187 h 1519343"/>
                  <a:gd name="connsiteX539" fmla="*/ 1580303 w 1606973"/>
                  <a:gd name="connsiteY539" fmla="*/ 1201420 h 1519343"/>
                  <a:gd name="connsiteX540" fmla="*/ 1594274 w 1606973"/>
                  <a:gd name="connsiteY540" fmla="*/ 1199727 h 1519343"/>
                  <a:gd name="connsiteX541" fmla="*/ 1594274 w 1606973"/>
                  <a:gd name="connsiteY541" fmla="*/ 1186180 h 1519343"/>
                  <a:gd name="connsiteX542" fmla="*/ 1598507 w 1606973"/>
                  <a:gd name="connsiteY542" fmla="*/ 1172210 h 1519343"/>
                  <a:gd name="connsiteX543" fmla="*/ 1605703 w 1606973"/>
                  <a:gd name="connsiteY543" fmla="*/ 1160780 h 1519343"/>
                  <a:gd name="connsiteX544" fmla="*/ 1606974 w 1606973"/>
                  <a:gd name="connsiteY544" fmla="*/ 1145540 h 1519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</a:cxnLst>
                <a:rect l="l" t="t" r="r" b="b"/>
                <a:pathLst>
                  <a:path w="1606973" h="1519343">
                    <a:moveTo>
                      <a:pt x="1601470" y="1131570"/>
                    </a:moveTo>
                    <a:lnTo>
                      <a:pt x="1590040" y="1117600"/>
                    </a:lnTo>
                    <a:lnTo>
                      <a:pt x="1576070" y="1103630"/>
                    </a:lnTo>
                    <a:lnTo>
                      <a:pt x="1560830" y="1092624"/>
                    </a:lnTo>
                    <a:lnTo>
                      <a:pt x="1546860" y="1082463"/>
                    </a:lnTo>
                    <a:lnTo>
                      <a:pt x="1542627" y="1078653"/>
                    </a:lnTo>
                    <a:lnTo>
                      <a:pt x="1530350" y="1063413"/>
                    </a:lnTo>
                    <a:lnTo>
                      <a:pt x="1523153" y="1057487"/>
                    </a:lnTo>
                    <a:lnTo>
                      <a:pt x="1509183" y="1053253"/>
                    </a:lnTo>
                    <a:lnTo>
                      <a:pt x="1495213" y="1044787"/>
                    </a:lnTo>
                    <a:lnTo>
                      <a:pt x="1479974" y="1039284"/>
                    </a:lnTo>
                    <a:lnTo>
                      <a:pt x="1466003" y="1033780"/>
                    </a:lnTo>
                    <a:lnTo>
                      <a:pt x="1452033" y="1022774"/>
                    </a:lnTo>
                    <a:lnTo>
                      <a:pt x="1445260" y="1017270"/>
                    </a:lnTo>
                    <a:lnTo>
                      <a:pt x="1431290" y="1005840"/>
                    </a:lnTo>
                    <a:lnTo>
                      <a:pt x="1417320" y="997797"/>
                    </a:lnTo>
                    <a:lnTo>
                      <a:pt x="1402080" y="990600"/>
                    </a:lnTo>
                    <a:lnTo>
                      <a:pt x="1388110" y="986367"/>
                    </a:lnTo>
                    <a:lnTo>
                      <a:pt x="1374140" y="982134"/>
                    </a:lnTo>
                    <a:lnTo>
                      <a:pt x="1360170" y="975360"/>
                    </a:lnTo>
                    <a:lnTo>
                      <a:pt x="1344930" y="971127"/>
                    </a:lnTo>
                    <a:lnTo>
                      <a:pt x="1330537" y="963930"/>
                    </a:lnTo>
                    <a:lnTo>
                      <a:pt x="1316990" y="958427"/>
                    </a:lnTo>
                    <a:lnTo>
                      <a:pt x="1303020" y="951653"/>
                    </a:lnTo>
                    <a:lnTo>
                      <a:pt x="1289050" y="944457"/>
                    </a:lnTo>
                    <a:lnTo>
                      <a:pt x="1280583" y="941917"/>
                    </a:lnTo>
                    <a:lnTo>
                      <a:pt x="1266613" y="935990"/>
                    </a:lnTo>
                    <a:lnTo>
                      <a:pt x="1252643" y="926677"/>
                    </a:lnTo>
                    <a:lnTo>
                      <a:pt x="1245870" y="912707"/>
                    </a:lnTo>
                    <a:lnTo>
                      <a:pt x="1253913" y="898737"/>
                    </a:lnTo>
                    <a:lnTo>
                      <a:pt x="1267883" y="890270"/>
                    </a:lnTo>
                    <a:lnTo>
                      <a:pt x="1281853" y="878840"/>
                    </a:lnTo>
                    <a:lnTo>
                      <a:pt x="1284816" y="864870"/>
                    </a:lnTo>
                    <a:lnTo>
                      <a:pt x="1270847" y="850900"/>
                    </a:lnTo>
                    <a:lnTo>
                      <a:pt x="1256877" y="848360"/>
                    </a:lnTo>
                    <a:lnTo>
                      <a:pt x="1242907" y="850900"/>
                    </a:lnTo>
                    <a:lnTo>
                      <a:pt x="1228937" y="852593"/>
                    </a:lnTo>
                    <a:lnTo>
                      <a:pt x="1213697" y="852593"/>
                    </a:lnTo>
                    <a:lnTo>
                      <a:pt x="1199727" y="852593"/>
                    </a:lnTo>
                    <a:lnTo>
                      <a:pt x="1185757" y="855134"/>
                    </a:lnTo>
                    <a:lnTo>
                      <a:pt x="1171787" y="853863"/>
                    </a:lnTo>
                    <a:lnTo>
                      <a:pt x="1157816" y="852593"/>
                    </a:lnTo>
                    <a:lnTo>
                      <a:pt x="1142577" y="850900"/>
                    </a:lnTo>
                    <a:lnTo>
                      <a:pt x="1138343" y="849630"/>
                    </a:lnTo>
                    <a:lnTo>
                      <a:pt x="1124374" y="838624"/>
                    </a:lnTo>
                    <a:lnTo>
                      <a:pt x="1120140" y="836930"/>
                    </a:lnTo>
                    <a:lnTo>
                      <a:pt x="1104900" y="834390"/>
                    </a:lnTo>
                    <a:lnTo>
                      <a:pt x="1090930" y="827193"/>
                    </a:lnTo>
                    <a:lnTo>
                      <a:pt x="1085003" y="821690"/>
                    </a:lnTo>
                    <a:lnTo>
                      <a:pt x="1075690" y="806450"/>
                    </a:lnTo>
                    <a:lnTo>
                      <a:pt x="1061720" y="799677"/>
                    </a:lnTo>
                    <a:lnTo>
                      <a:pt x="1049020" y="789940"/>
                    </a:lnTo>
                    <a:lnTo>
                      <a:pt x="1036320" y="775970"/>
                    </a:lnTo>
                    <a:lnTo>
                      <a:pt x="1022350" y="765810"/>
                    </a:lnTo>
                    <a:lnTo>
                      <a:pt x="1007110" y="752263"/>
                    </a:lnTo>
                    <a:lnTo>
                      <a:pt x="999913" y="742103"/>
                    </a:lnTo>
                    <a:lnTo>
                      <a:pt x="988907" y="728557"/>
                    </a:lnTo>
                    <a:lnTo>
                      <a:pt x="988907" y="726863"/>
                    </a:lnTo>
                    <a:lnTo>
                      <a:pt x="982133" y="712893"/>
                    </a:lnTo>
                    <a:lnTo>
                      <a:pt x="977900" y="704850"/>
                    </a:lnTo>
                    <a:lnTo>
                      <a:pt x="973666" y="689187"/>
                    </a:lnTo>
                    <a:lnTo>
                      <a:pt x="971974" y="686647"/>
                    </a:lnTo>
                    <a:lnTo>
                      <a:pt x="966893" y="672677"/>
                    </a:lnTo>
                    <a:lnTo>
                      <a:pt x="965200" y="658707"/>
                    </a:lnTo>
                    <a:lnTo>
                      <a:pt x="958427" y="644737"/>
                    </a:lnTo>
                    <a:lnTo>
                      <a:pt x="955463" y="637540"/>
                    </a:lnTo>
                    <a:lnTo>
                      <a:pt x="949960" y="623570"/>
                    </a:lnTo>
                    <a:lnTo>
                      <a:pt x="948266" y="621030"/>
                    </a:lnTo>
                    <a:lnTo>
                      <a:pt x="945727" y="613834"/>
                    </a:lnTo>
                    <a:lnTo>
                      <a:pt x="938953" y="599863"/>
                    </a:lnTo>
                    <a:lnTo>
                      <a:pt x="934720" y="593090"/>
                    </a:lnTo>
                    <a:lnTo>
                      <a:pt x="928793" y="579120"/>
                    </a:lnTo>
                    <a:lnTo>
                      <a:pt x="914824" y="571924"/>
                    </a:lnTo>
                    <a:lnTo>
                      <a:pt x="901277" y="566420"/>
                    </a:lnTo>
                    <a:lnTo>
                      <a:pt x="887307" y="559647"/>
                    </a:lnTo>
                    <a:lnTo>
                      <a:pt x="871643" y="548217"/>
                    </a:lnTo>
                    <a:lnTo>
                      <a:pt x="871643" y="546947"/>
                    </a:lnTo>
                    <a:lnTo>
                      <a:pt x="857674" y="535940"/>
                    </a:lnTo>
                    <a:lnTo>
                      <a:pt x="844127" y="526203"/>
                    </a:lnTo>
                    <a:lnTo>
                      <a:pt x="830157" y="519007"/>
                    </a:lnTo>
                    <a:lnTo>
                      <a:pt x="816187" y="512233"/>
                    </a:lnTo>
                    <a:lnTo>
                      <a:pt x="806450" y="509270"/>
                    </a:lnTo>
                    <a:lnTo>
                      <a:pt x="792480" y="495300"/>
                    </a:lnTo>
                    <a:lnTo>
                      <a:pt x="778510" y="483024"/>
                    </a:lnTo>
                    <a:lnTo>
                      <a:pt x="765810" y="468630"/>
                    </a:lnTo>
                    <a:lnTo>
                      <a:pt x="762847" y="463127"/>
                    </a:lnTo>
                    <a:lnTo>
                      <a:pt x="757343" y="447887"/>
                    </a:lnTo>
                    <a:lnTo>
                      <a:pt x="753110" y="433917"/>
                    </a:lnTo>
                    <a:lnTo>
                      <a:pt x="751840" y="419947"/>
                    </a:lnTo>
                    <a:lnTo>
                      <a:pt x="751840" y="405977"/>
                    </a:lnTo>
                    <a:lnTo>
                      <a:pt x="750570" y="404707"/>
                    </a:lnTo>
                    <a:lnTo>
                      <a:pt x="747607" y="396240"/>
                    </a:lnTo>
                    <a:lnTo>
                      <a:pt x="747607" y="386503"/>
                    </a:lnTo>
                    <a:lnTo>
                      <a:pt x="750570" y="372533"/>
                    </a:lnTo>
                    <a:lnTo>
                      <a:pt x="753110" y="368300"/>
                    </a:lnTo>
                    <a:lnTo>
                      <a:pt x="767080" y="376767"/>
                    </a:lnTo>
                    <a:lnTo>
                      <a:pt x="770043" y="374227"/>
                    </a:lnTo>
                    <a:lnTo>
                      <a:pt x="775547" y="369570"/>
                    </a:lnTo>
                    <a:lnTo>
                      <a:pt x="782320" y="356024"/>
                    </a:lnTo>
                    <a:lnTo>
                      <a:pt x="785283" y="348827"/>
                    </a:lnTo>
                    <a:lnTo>
                      <a:pt x="774277" y="343324"/>
                    </a:lnTo>
                    <a:lnTo>
                      <a:pt x="767080" y="334857"/>
                    </a:lnTo>
                    <a:lnTo>
                      <a:pt x="753110" y="330624"/>
                    </a:lnTo>
                    <a:lnTo>
                      <a:pt x="756074" y="315383"/>
                    </a:lnTo>
                    <a:lnTo>
                      <a:pt x="748877" y="308610"/>
                    </a:lnTo>
                    <a:lnTo>
                      <a:pt x="742103" y="306917"/>
                    </a:lnTo>
                    <a:lnTo>
                      <a:pt x="739140" y="298450"/>
                    </a:lnTo>
                    <a:lnTo>
                      <a:pt x="733637" y="295910"/>
                    </a:lnTo>
                    <a:lnTo>
                      <a:pt x="733637" y="292947"/>
                    </a:lnTo>
                    <a:lnTo>
                      <a:pt x="735330" y="290407"/>
                    </a:lnTo>
                    <a:lnTo>
                      <a:pt x="736600" y="292947"/>
                    </a:lnTo>
                    <a:lnTo>
                      <a:pt x="737870" y="292947"/>
                    </a:lnTo>
                    <a:lnTo>
                      <a:pt x="746337" y="280670"/>
                    </a:lnTo>
                    <a:lnTo>
                      <a:pt x="748877" y="266700"/>
                    </a:lnTo>
                    <a:lnTo>
                      <a:pt x="750570" y="265007"/>
                    </a:lnTo>
                    <a:lnTo>
                      <a:pt x="754803" y="262467"/>
                    </a:lnTo>
                    <a:lnTo>
                      <a:pt x="770043" y="259503"/>
                    </a:lnTo>
                    <a:lnTo>
                      <a:pt x="784013" y="256963"/>
                    </a:lnTo>
                    <a:lnTo>
                      <a:pt x="770043" y="266700"/>
                    </a:lnTo>
                    <a:lnTo>
                      <a:pt x="779780" y="266700"/>
                    </a:lnTo>
                    <a:lnTo>
                      <a:pt x="793750" y="261197"/>
                    </a:lnTo>
                    <a:lnTo>
                      <a:pt x="807720" y="255270"/>
                    </a:lnTo>
                    <a:lnTo>
                      <a:pt x="814493" y="251460"/>
                    </a:lnTo>
                    <a:lnTo>
                      <a:pt x="828463" y="244263"/>
                    </a:lnTo>
                    <a:lnTo>
                      <a:pt x="844127" y="237490"/>
                    </a:lnTo>
                    <a:lnTo>
                      <a:pt x="857674" y="235797"/>
                    </a:lnTo>
                    <a:lnTo>
                      <a:pt x="863600" y="230293"/>
                    </a:lnTo>
                    <a:lnTo>
                      <a:pt x="867410" y="216323"/>
                    </a:lnTo>
                    <a:lnTo>
                      <a:pt x="881380" y="219287"/>
                    </a:lnTo>
                    <a:lnTo>
                      <a:pt x="892810" y="221827"/>
                    </a:lnTo>
                    <a:lnTo>
                      <a:pt x="897043" y="223520"/>
                    </a:lnTo>
                    <a:lnTo>
                      <a:pt x="897043" y="230293"/>
                    </a:lnTo>
                    <a:lnTo>
                      <a:pt x="906780" y="226060"/>
                    </a:lnTo>
                    <a:lnTo>
                      <a:pt x="920750" y="213360"/>
                    </a:lnTo>
                    <a:lnTo>
                      <a:pt x="928793" y="218017"/>
                    </a:lnTo>
                    <a:lnTo>
                      <a:pt x="943187" y="230293"/>
                    </a:lnTo>
                    <a:lnTo>
                      <a:pt x="940224" y="244263"/>
                    </a:lnTo>
                    <a:lnTo>
                      <a:pt x="951230" y="245533"/>
                    </a:lnTo>
                    <a:lnTo>
                      <a:pt x="960966" y="242993"/>
                    </a:lnTo>
                    <a:lnTo>
                      <a:pt x="963930" y="240030"/>
                    </a:lnTo>
                    <a:lnTo>
                      <a:pt x="956733" y="227330"/>
                    </a:lnTo>
                    <a:lnTo>
                      <a:pt x="956733" y="226060"/>
                    </a:lnTo>
                    <a:lnTo>
                      <a:pt x="954193" y="223520"/>
                    </a:lnTo>
                    <a:lnTo>
                      <a:pt x="952924" y="223520"/>
                    </a:lnTo>
                    <a:lnTo>
                      <a:pt x="938953" y="215053"/>
                    </a:lnTo>
                    <a:lnTo>
                      <a:pt x="924983" y="209550"/>
                    </a:lnTo>
                    <a:lnTo>
                      <a:pt x="923290" y="207857"/>
                    </a:lnTo>
                    <a:lnTo>
                      <a:pt x="922020" y="205317"/>
                    </a:lnTo>
                    <a:lnTo>
                      <a:pt x="926253" y="189653"/>
                    </a:lnTo>
                    <a:lnTo>
                      <a:pt x="927524" y="188383"/>
                    </a:lnTo>
                    <a:lnTo>
                      <a:pt x="914824" y="182880"/>
                    </a:lnTo>
                    <a:lnTo>
                      <a:pt x="909743" y="168910"/>
                    </a:lnTo>
                    <a:lnTo>
                      <a:pt x="917787" y="163407"/>
                    </a:lnTo>
                    <a:lnTo>
                      <a:pt x="931757" y="149437"/>
                    </a:lnTo>
                    <a:lnTo>
                      <a:pt x="924983" y="148167"/>
                    </a:lnTo>
                    <a:lnTo>
                      <a:pt x="910590" y="140970"/>
                    </a:lnTo>
                    <a:lnTo>
                      <a:pt x="895350" y="132503"/>
                    </a:lnTo>
                    <a:lnTo>
                      <a:pt x="905087" y="118533"/>
                    </a:lnTo>
                    <a:lnTo>
                      <a:pt x="919057" y="107527"/>
                    </a:lnTo>
                    <a:lnTo>
                      <a:pt x="933450" y="104563"/>
                    </a:lnTo>
                    <a:lnTo>
                      <a:pt x="935990" y="96520"/>
                    </a:lnTo>
                    <a:lnTo>
                      <a:pt x="937260" y="92287"/>
                    </a:lnTo>
                    <a:lnTo>
                      <a:pt x="927524" y="89323"/>
                    </a:lnTo>
                    <a:lnTo>
                      <a:pt x="926253" y="89323"/>
                    </a:lnTo>
                    <a:lnTo>
                      <a:pt x="922020" y="88053"/>
                    </a:lnTo>
                    <a:lnTo>
                      <a:pt x="908050" y="85090"/>
                    </a:lnTo>
                    <a:lnTo>
                      <a:pt x="894080" y="83820"/>
                    </a:lnTo>
                    <a:lnTo>
                      <a:pt x="880110" y="86783"/>
                    </a:lnTo>
                    <a:lnTo>
                      <a:pt x="866140" y="82550"/>
                    </a:lnTo>
                    <a:lnTo>
                      <a:pt x="850900" y="79587"/>
                    </a:lnTo>
                    <a:lnTo>
                      <a:pt x="836930" y="78317"/>
                    </a:lnTo>
                    <a:lnTo>
                      <a:pt x="824230" y="78317"/>
                    </a:lnTo>
                    <a:lnTo>
                      <a:pt x="808990" y="72813"/>
                    </a:lnTo>
                    <a:lnTo>
                      <a:pt x="799253" y="69850"/>
                    </a:lnTo>
                    <a:lnTo>
                      <a:pt x="789516" y="69850"/>
                    </a:lnTo>
                    <a:lnTo>
                      <a:pt x="775547" y="65617"/>
                    </a:lnTo>
                    <a:lnTo>
                      <a:pt x="774277" y="65617"/>
                    </a:lnTo>
                    <a:lnTo>
                      <a:pt x="760307" y="57150"/>
                    </a:lnTo>
                    <a:lnTo>
                      <a:pt x="760307" y="55880"/>
                    </a:lnTo>
                    <a:lnTo>
                      <a:pt x="758613" y="54610"/>
                    </a:lnTo>
                    <a:lnTo>
                      <a:pt x="758613" y="53340"/>
                    </a:lnTo>
                    <a:lnTo>
                      <a:pt x="750570" y="39370"/>
                    </a:lnTo>
                    <a:lnTo>
                      <a:pt x="736600" y="29633"/>
                    </a:lnTo>
                    <a:lnTo>
                      <a:pt x="728133" y="15663"/>
                    </a:lnTo>
                    <a:lnTo>
                      <a:pt x="740833" y="1693"/>
                    </a:lnTo>
                    <a:lnTo>
                      <a:pt x="728133" y="0"/>
                    </a:lnTo>
                    <a:lnTo>
                      <a:pt x="717127" y="4233"/>
                    </a:lnTo>
                    <a:lnTo>
                      <a:pt x="702733" y="8467"/>
                    </a:lnTo>
                    <a:lnTo>
                      <a:pt x="687916" y="13970"/>
                    </a:lnTo>
                    <a:lnTo>
                      <a:pt x="673524" y="15663"/>
                    </a:lnTo>
                    <a:lnTo>
                      <a:pt x="659977" y="12700"/>
                    </a:lnTo>
                    <a:lnTo>
                      <a:pt x="644313" y="12700"/>
                    </a:lnTo>
                    <a:lnTo>
                      <a:pt x="643043" y="11430"/>
                    </a:lnTo>
                    <a:lnTo>
                      <a:pt x="629074" y="16933"/>
                    </a:lnTo>
                    <a:lnTo>
                      <a:pt x="615103" y="16933"/>
                    </a:lnTo>
                    <a:lnTo>
                      <a:pt x="599863" y="22437"/>
                    </a:lnTo>
                    <a:lnTo>
                      <a:pt x="590127" y="36407"/>
                    </a:lnTo>
                    <a:lnTo>
                      <a:pt x="579120" y="50377"/>
                    </a:lnTo>
                    <a:lnTo>
                      <a:pt x="563457" y="51647"/>
                    </a:lnTo>
                    <a:lnTo>
                      <a:pt x="557953" y="49107"/>
                    </a:lnTo>
                    <a:lnTo>
                      <a:pt x="543983" y="40640"/>
                    </a:lnTo>
                    <a:lnTo>
                      <a:pt x="530013" y="36407"/>
                    </a:lnTo>
                    <a:lnTo>
                      <a:pt x="514773" y="37677"/>
                    </a:lnTo>
                    <a:lnTo>
                      <a:pt x="510540" y="35137"/>
                    </a:lnTo>
                    <a:lnTo>
                      <a:pt x="505037" y="47413"/>
                    </a:lnTo>
                    <a:lnTo>
                      <a:pt x="503343" y="61383"/>
                    </a:lnTo>
                    <a:lnTo>
                      <a:pt x="511810" y="75353"/>
                    </a:lnTo>
                    <a:lnTo>
                      <a:pt x="508847" y="89323"/>
                    </a:lnTo>
                    <a:lnTo>
                      <a:pt x="506307" y="89323"/>
                    </a:lnTo>
                    <a:lnTo>
                      <a:pt x="492337" y="88053"/>
                    </a:lnTo>
                    <a:lnTo>
                      <a:pt x="480060" y="74083"/>
                    </a:lnTo>
                    <a:lnTo>
                      <a:pt x="465667" y="76623"/>
                    </a:lnTo>
                    <a:lnTo>
                      <a:pt x="455930" y="90593"/>
                    </a:lnTo>
                    <a:lnTo>
                      <a:pt x="454660" y="106257"/>
                    </a:lnTo>
                    <a:lnTo>
                      <a:pt x="469900" y="113030"/>
                    </a:lnTo>
                    <a:lnTo>
                      <a:pt x="465667" y="127000"/>
                    </a:lnTo>
                    <a:lnTo>
                      <a:pt x="463127" y="140970"/>
                    </a:lnTo>
                    <a:lnTo>
                      <a:pt x="449157" y="131233"/>
                    </a:lnTo>
                    <a:lnTo>
                      <a:pt x="447887" y="131233"/>
                    </a:lnTo>
                    <a:lnTo>
                      <a:pt x="441960" y="117263"/>
                    </a:lnTo>
                    <a:lnTo>
                      <a:pt x="427990" y="117263"/>
                    </a:lnTo>
                    <a:lnTo>
                      <a:pt x="414443" y="120227"/>
                    </a:lnTo>
                    <a:lnTo>
                      <a:pt x="412750" y="125730"/>
                    </a:lnTo>
                    <a:lnTo>
                      <a:pt x="398780" y="129963"/>
                    </a:lnTo>
                    <a:lnTo>
                      <a:pt x="383540" y="122767"/>
                    </a:lnTo>
                    <a:lnTo>
                      <a:pt x="378037" y="110490"/>
                    </a:lnTo>
                    <a:lnTo>
                      <a:pt x="373803" y="96520"/>
                    </a:lnTo>
                    <a:lnTo>
                      <a:pt x="359833" y="95250"/>
                    </a:lnTo>
                    <a:lnTo>
                      <a:pt x="354330" y="96520"/>
                    </a:lnTo>
                    <a:lnTo>
                      <a:pt x="354330" y="110490"/>
                    </a:lnTo>
                    <a:lnTo>
                      <a:pt x="355600" y="125730"/>
                    </a:lnTo>
                    <a:lnTo>
                      <a:pt x="348827" y="139700"/>
                    </a:lnTo>
                    <a:lnTo>
                      <a:pt x="337397" y="149437"/>
                    </a:lnTo>
                    <a:lnTo>
                      <a:pt x="327660" y="159173"/>
                    </a:lnTo>
                    <a:lnTo>
                      <a:pt x="317923" y="174413"/>
                    </a:lnTo>
                    <a:lnTo>
                      <a:pt x="319193" y="176107"/>
                    </a:lnTo>
                    <a:lnTo>
                      <a:pt x="320887" y="177377"/>
                    </a:lnTo>
                    <a:lnTo>
                      <a:pt x="325120" y="189653"/>
                    </a:lnTo>
                    <a:lnTo>
                      <a:pt x="320887" y="203623"/>
                    </a:lnTo>
                    <a:lnTo>
                      <a:pt x="319193" y="207857"/>
                    </a:lnTo>
                    <a:lnTo>
                      <a:pt x="305223" y="205317"/>
                    </a:lnTo>
                    <a:lnTo>
                      <a:pt x="305223" y="192617"/>
                    </a:lnTo>
                    <a:lnTo>
                      <a:pt x="297180" y="182880"/>
                    </a:lnTo>
                    <a:lnTo>
                      <a:pt x="289983" y="179917"/>
                    </a:lnTo>
                    <a:lnTo>
                      <a:pt x="289983" y="176107"/>
                    </a:lnTo>
                    <a:lnTo>
                      <a:pt x="284480" y="160443"/>
                    </a:lnTo>
                    <a:lnTo>
                      <a:pt x="280247" y="160443"/>
                    </a:lnTo>
                    <a:lnTo>
                      <a:pt x="277707" y="161713"/>
                    </a:lnTo>
                    <a:lnTo>
                      <a:pt x="276013" y="161713"/>
                    </a:lnTo>
                    <a:lnTo>
                      <a:pt x="263737" y="153670"/>
                    </a:lnTo>
                    <a:lnTo>
                      <a:pt x="256540" y="146473"/>
                    </a:lnTo>
                    <a:lnTo>
                      <a:pt x="242570" y="131233"/>
                    </a:lnTo>
                    <a:lnTo>
                      <a:pt x="246803" y="117263"/>
                    </a:lnTo>
                    <a:lnTo>
                      <a:pt x="235797" y="103293"/>
                    </a:lnTo>
                    <a:lnTo>
                      <a:pt x="226060" y="114723"/>
                    </a:lnTo>
                    <a:lnTo>
                      <a:pt x="212090" y="127000"/>
                    </a:lnTo>
                    <a:lnTo>
                      <a:pt x="198120" y="132503"/>
                    </a:lnTo>
                    <a:lnTo>
                      <a:pt x="204893" y="146473"/>
                    </a:lnTo>
                    <a:lnTo>
                      <a:pt x="203623" y="154940"/>
                    </a:lnTo>
                    <a:lnTo>
                      <a:pt x="189653" y="164677"/>
                    </a:lnTo>
                    <a:lnTo>
                      <a:pt x="179917" y="178647"/>
                    </a:lnTo>
                    <a:lnTo>
                      <a:pt x="165947" y="191347"/>
                    </a:lnTo>
                    <a:lnTo>
                      <a:pt x="157480" y="191347"/>
                    </a:lnTo>
                    <a:lnTo>
                      <a:pt x="143510" y="185843"/>
                    </a:lnTo>
                    <a:lnTo>
                      <a:pt x="129540" y="181610"/>
                    </a:lnTo>
                    <a:lnTo>
                      <a:pt x="128270" y="179917"/>
                    </a:lnTo>
                    <a:lnTo>
                      <a:pt x="114300" y="187113"/>
                    </a:lnTo>
                    <a:lnTo>
                      <a:pt x="100330" y="191347"/>
                    </a:lnTo>
                    <a:lnTo>
                      <a:pt x="86360" y="193887"/>
                    </a:lnTo>
                    <a:lnTo>
                      <a:pt x="72390" y="196850"/>
                    </a:lnTo>
                    <a:lnTo>
                      <a:pt x="57150" y="189653"/>
                    </a:lnTo>
                    <a:lnTo>
                      <a:pt x="54187" y="191347"/>
                    </a:lnTo>
                    <a:lnTo>
                      <a:pt x="40217" y="202353"/>
                    </a:lnTo>
                    <a:lnTo>
                      <a:pt x="24977" y="215053"/>
                    </a:lnTo>
                    <a:lnTo>
                      <a:pt x="26247" y="215053"/>
                    </a:lnTo>
                    <a:lnTo>
                      <a:pt x="37677" y="230293"/>
                    </a:lnTo>
                    <a:lnTo>
                      <a:pt x="48683" y="235797"/>
                    </a:lnTo>
                    <a:lnTo>
                      <a:pt x="49953" y="249767"/>
                    </a:lnTo>
                    <a:lnTo>
                      <a:pt x="62653" y="263737"/>
                    </a:lnTo>
                    <a:lnTo>
                      <a:pt x="73660" y="276437"/>
                    </a:lnTo>
                    <a:lnTo>
                      <a:pt x="66887" y="290407"/>
                    </a:lnTo>
                    <a:lnTo>
                      <a:pt x="59690" y="305647"/>
                    </a:lnTo>
                    <a:lnTo>
                      <a:pt x="44450" y="309880"/>
                    </a:lnTo>
                    <a:lnTo>
                      <a:pt x="37677" y="318347"/>
                    </a:lnTo>
                    <a:lnTo>
                      <a:pt x="22013" y="316653"/>
                    </a:lnTo>
                    <a:lnTo>
                      <a:pt x="8043" y="318347"/>
                    </a:lnTo>
                    <a:lnTo>
                      <a:pt x="2540" y="322157"/>
                    </a:lnTo>
                    <a:lnTo>
                      <a:pt x="0" y="325120"/>
                    </a:lnTo>
                    <a:lnTo>
                      <a:pt x="4233" y="329353"/>
                    </a:lnTo>
                    <a:lnTo>
                      <a:pt x="15240" y="343324"/>
                    </a:lnTo>
                    <a:lnTo>
                      <a:pt x="16510" y="353060"/>
                    </a:lnTo>
                    <a:lnTo>
                      <a:pt x="22013" y="358563"/>
                    </a:lnTo>
                    <a:lnTo>
                      <a:pt x="37677" y="365760"/>
                    </a:lnTo>
                    <a:lnTo>
                      <a:pt x="51647" y="374227"/>
                    </a:lnTo>
                    <a:lnTo>
                      <a:pt x="58420" y="387774"/>
                    </a:lnTo>
                    <a:lnTo>
                      <a:pt x="57150" y="393700"/>
                    </a:lnTo>
                    <a:lnTo>
                      <a:pt x="43180" y="399203"/>
                    </a:lnTo>
                    <a:lnTo>
                      <a:pt x="40217" y="408940"/>
                    </a:lnTo>
                    <a:lnTo>
                      <a:pt x="30480" y="424180"/>
                    </a:lnTo>
                    <a:lnTo>
                      <a:pt x="33443" y="438150"/>
                    </a:lnTo>
                    <a:lnTo>
                      <a:pt x="34713" y="447887"/>
                    </a:lnTo>
                    <a:lnTo>
                      <a:pt x="38947" y="453390"/>
                    </a:lnTo>
                    <a:lnTo>
                      <a:pt x="52917" y="467360"/>
                    </a:lnTo>
                    <a:lnTo>
                      <a:pt x="68157" y="471593"/>
                    </a:lnTo>
                    <a:lnTo>
                      <a:pt x="82127" y="480060"/>
                    </a:lnTo>
                    <a:lnTo>
                      <a:pt x="96097" y="485563"/>
                    </a:lnTo>
                    <a:lnTo>
                      <a:pt x="110067" y="485563"/>
                    </a:lnTo>
                    <a:lnTo>
                      <a:pt x="124037" y="480060"/>
                    </a:lnTo>
                    <a:lnTo>
                      <a:pt x="138007" y="478790"/>
                    </a:lnTo>
                    <a:lnTo>
                      <a:pt x="142240" y="492337"/>
                    </a:lnTo>
                    <a:lnTo>
                      <a:pt x="142240" y="496993"/>
                    </a:lnTo>
                    <a:lnTo>
                      <a:pt x="130810" y="510963"/>
                    </a:lnTo>
                    <a:lnTo>
                      <a:pt x="117263" y="524510"/>
                    </a:lnTo>
                    <a:lnTo>
                      <a:pt x="117263" y="540174"/>
                    </a:lnTo>
                    <a:lnTo>
                      <a:pt x="117263" y="541443"/>
                    </a:lnTo>
                    <a:lnTo>
                      <a:pt x="118533" y="544407"/>
                    </a:lnTo>
                    <a:lnTo>
                      <a:pt x="132503" y="544407"/>
                    </a:lnTo>
                    <a:lnTo>
                      <a:pt x="147743" y="540174"/>
                    </a:lnTo>
                    <a:lnTo>
                      <a:pt x="161713" y="535940"/>
                    </a:lnTo>
                    <a:lnTo>
                      <a:pt x="170180" y="534247"/>
                    </a:lnTo>
                    <a:lnTo>
                      <a:pt x="184150" y="527474"/>
                    </a:lnTo>
                    <a:lnTo>
                      <a:pt x="198120" y="517737"/>
                    </a:lnTo>
                    <a:lnTo>
                      <a:pt x="203623" y="514774"/>
                    </a:lnTo>
                    <a:lnTo>
                      <a:pt x="212090" y="500803"/>
                    </a:lnTo>
                    <a:lnTo>
                      <a:pt x="212090" y="499533"/>
                    </a:lnTo>
                    <a:lnTo>
                      <a:pt x="217593" y="485563"/>
                    </a:lnTo>
                    <a:lnTo>
                      <a:pt x="231563" y="478790"/>
                    </a:lnTo>
                    <a:lnTo>
                      <a:pt x="237067" y="471593"/>
                    </a:lnTo>
                    <a:lnTo>
                      <a:pt x="245533" y="457624"/>
                    </a:lnTo>
                    <a:lnTo>
                      <a:pt x="249767" y="453390"/>
                    </a:lnTo>
                    <a:lnTo>
                      <a:pt x="265007" y="446617"/>
                    </a:lnTo>
                    <a:lnTo>
                      <a:pt x="269240" y="443653"/>
                    </a:lnTo>
                    <a:lnTo>
                      <a:pt x="283210" y="436880"/>
                    </a:lnTo>
                    <a:lnTo>
                      <a:pt x="297180" y="439420"/>
                    </a:lnTo>
                    <a:lnTo>
                      <a:pt x="311150" y="443653"/>
                    </a:lnTo>
                    <a:lnTo>
                      <a:pt x="326390" y="446617"/>
                    </a:lnTo>
                    <a:lnTo>
                      <a:pt x="340360" y="456353"/>
                    </a:lnTo>
                    <a:lnTo>
                      <a:pt x="354330" y="453390"/>
                    </a:lnTo>
                    <a:lnTo>
                      <a:pt x="368300" y="466090"/>
                    </a:lnTo>
                    <a:lnTo>
                      <a:pt x="382270" y="472863"/>
                    </a:lnTo>
                    <a:lnTo>
                      <a:pt x="383540" y="472863"/>
                    </a:lnTo>
                    <a:lnTo>
                      <a:pt x="397510" y="484293"/>
                    </a:lnTo>
                    <a:lnTo>
                      <a:pt x="411480" y="492337"/>
                    </a:lnTo>
                    <a:lnTo>
                      <a:pt x="425450" y="489797"/>
                    </a:lnTo>
                    <a:lnTo>
                      <a:pt x="436457" y="496993"/>
                    </a:lnTo>
                    <a:lnTo>
                      <a:pt x="449157" y="499533"/>
                    </a:lnTo>
                    <a:lnTo>
                      <a:pt x="452120" y="500803"/>
                    </a:lnTo>
                    <a:lnTo>
                      <a:pt x="454660" y="500803"/>
                    </a:lnTo>
                    <a:lnTo>
                      <a:pt x="468630" y="513503"/>
                    </a:lnTo>
                    <a:lnTo>
                      <a:pt x="477097" y="523240"/>
                    </a:lnTo>
                    <a:lnTo>
                      <a:pt x="482600" y="537210"/>
                    </a:lnTo>
                    <a:lnTo>
                      <a:pt x="483870" y="544407"/>
                    </a:lnTo>
                    <a:lnTo>
                      <a:pt x="485140" y="546947"/>
                    </a:lnTo>
                    <a:lnTo>
                      <a:pt x="485140" y="560917"/>
                    </a:lnTo>
                    <a:lnTo>
                      <a:pt x="486833" y="574887"/>
                    </a:lnTo>
                    <a:lnTo>
                      <a:pt x="488103" y="583353"/>
                    </a:lnTo>
                    <a:lnTo>
                      <a:pt x="496570" y="597324"/>
                    </a:lnTo>
                    <a:lnTo>
                      <a:pt x="506307" y="611293"/>
                    </a:lnTo>
                    <a:lnTo>
                      <a:pt x="516043" y="626534"/>
                    </a:lnTo>
                    <a:lnTo>
                      <a:pt x="520277" y="640503"/>
                    </a:lnTo>
                    <a:lnTo>
                      <a:pt x="520277" y="654474"/>
                    </a:lnTo>
                    <a:lnTo>
                      <a:pt x="518583" y="668443"/>
                    </a:lnTo>
                    <a:lnTo>
                      <a:pt x="521547" y="682413"/>
                    </a:lnTo>
                    <a:lnTo>
                      <a:pt x="531283" y="680720"/>
                    </a:lnTo>
                    <a:lnTo>
                      <a:pt x="546947" y="684953"/>
                    </a:lnTo>
                    <a:lnTo>
                      <a:pt x="550757" y="696384"/>
                    </a:lnTo>
                    <a:lnTo>
                      <a:pt x="559223" y="710353"/>
                    </a:lnTo>
                    <a:lnTo>
                      <a:pt x="573193" y="715857"/>
                    </a:lnTo>
                    <a:lnTo>
                      <a:pt x="584623" y="729827"/>
                    </a:lnTo>
                    <a:lnTo>
                      <a:pt x="592667" y="734060"/>
                    </a:lnTo>
                    <a:lnTo>
                      <a:pt x="605367" y="748030"/>
                    </a:lnTo>
                    <a:lnTo>
                      <a:pt x="606637" y="761577"/>
                    </a:lnTo>
                    <a:lnTo>
                      <a:pt x="601133" y="775970"/>
                    </a:lnTo>
                    <a:lnTo>
                      <a:pt x="615103" y="770043"/>
                    </a:lnTo>
                    <a:lnTo>
                      <a:pt x="629074" y="773007"/>
                    </a:lnTo>
                    <a:lnTo>
                      <a:pt x="644313" y="777240"/>
                    </a:lnTo>
                    <a:lnTo>
                      <a:pt x="647277" y="778510"/>
                    </a:lnTo>
                    <a:lnTo>
                      <a:pt x="661247" y="785707"/>
                    </a:lnTo>
                    <a:lnTo>
                      <a:pt x="675216" y="799677"/>
                    </a:lnTo>
                    <a:lnTo>
                      <a:pt x="683260" y="813647"/>
                    </a:lnTo>
                    <a:lnTo>
                      <a:pt x="687916" y="824653"/>
                    </a:lnTo>
                    <a:lnTo>
                      <a:pt x="689187" y="824653"/>
                    </a:lnTo>
                    <a:lnTo>
                      <a:pt x="694690" y="834390"/>
                    </a:lnTo>
                    <a:lnTo>
                      <a:pt x="709930" y="834390"/>
                    </a:lnTo>
                    <a:lnTo>
                      <a:pt x="723900" y="845397"/>
                    </a:lnTo>
                    <a:lnTo>
                      <a:pt x="737870" y="853863"/>
                    </a:lnTo>
                    <a:lnTo>
                      <a:pt x="746337" y="867834"/>
                    </a:lnTo>
                    <a:lnTo>
                      <a:pt x="750570" y="881803"/>
                    </a:lnTo>
                    <a:lnTo>
                      <a:pt x="753110" y="883074"/>
                    </a:lnTo>
                    <a:lnTo>
                      <a:pt x="767080" y="890270"/>
                    </a:lnTo>
                    <a:lnTo>
                      <a:pt x="781050" y="902547"/>
                    </a:lnTo>
                    <a:lnTo>
                      <a:pt x="785283" y="906780"/>
                    </a:lnTo>
                    <a:lnTo>
                      <a:pt x="796290" y="920750"/>
                    </a:lnTo>
                    <a:lnTo>
                      <a:pt x="810260" y="929217"/>
                    </a:lnTo>
                    <a:lnTo>
                      <a:pt x="824230" y="935990"/>
                    </a:lnTo>
                    <a:lnTo>
                      <a:pt x="827193" y="935990"/>
                    </a:lnTo>
                    <a:lnTo>
                      <a:pt x="841163" y="940224"/>
                    </a:lnTo>
                    <a:lnTo>
                      <a:pt x="855133" y="954193"/>
                    </a:lnTo>
                    <a:lnTo>
                      <a:pt x="862330" y="968163"/>
                    </a:lnTo>
                    <a:lnTo>
                      <a:pt x="875877" y="961390"/>
                    </a:lnTo>
                    <a:lnTo>
                      <a:pt x="889847" y="957157"/>
                    </a:lnTo>
                    <a:lnTo>
                      <a:pt x="903816" y="958427"/>
                    </a:lnTo>
                    <a:lnTo>
                      <a:pt x="919057" y="965624"/>
                    </a:lnTo>
                    <a:lnTo>
                      <a:pt x="933450" y="971127"/>
                    </a:lnTo>
                    <a:lnTo>
                      <a:pt x="940224" y="962660"/>
                    </a:lnTo>
                    <a:lnTo>
                      <a:pt x="955463" y="965624"/>
                    </a:lnTo>
                    <a:lnTo>
                      <a:pt x="956733" y="968163"/>
                    </a:lnTo>
                    <a:lnTo>
                      <a:pt x="962660" y="971127"/>
                    </a:lnTo>
                    <a:lnTo>
                      <a:pt x="973666" y="986367"/>
                    </a:lnTo>
                    <a:lnTo>
                      <a:pt x="980440" y="1000337"/>
                    </a:lnTo>
                    <a:lnTo>
                      <a:pt x="980440" y="1001607"/>
                    </a:lnTo>
                    <a:lnTo>
                      <a:pt x="991447" y="1015577"/>
                    </a:lnTo>
                    <a:lnTo>
                      <a:pt x="994833" y="1019810"/>
                    </a:lnTo>
                    <a:lnTo>
                      <a:pt x="997374" y="1025313"/>
                    </a:lnTo>
                    <a:lnTo>
                      <a:pt x="1011343" y="1035474"/>
                    </a:lnTo>
                    <a:lnTo>
                      <a:pt x="1025313" y="1033780"/>
                    </a:lnTo>
                    <a:lnTo>
                      <a:pt x="1039283" y="1039284"/>
                    </a:lnTo>
                    <a:lnTo>
                      <a:pt x="1054524" y="1047750"/>
                    </a:lnTo>
                    <a:lnTo>
                      <a:pt x="1047750" y="1061720"/>
                    </a:lnTo>
                    <a:lnTo>
                      <a:pt x="1039283" y="1075690"/>
                    </a:lnTo>
                    <a:lnTo>
                      <a:pt x="1053253" y="1068493"/>
                    </a:lnTo>
                    <a:lnTo>
                      <a:pt x="1061720" y="1068493"/>
                    </a:lnTo>
                    <a:lnTo>
                      <a:pt x="1076960" y="1064684"/>
                    </a:lnTo>
                    <a:lnTo>
                      <a:pt x="1090930" y="1060450"/>
                    </a:lnTo>
                    <a:lnTo>
                      <a:pt x="1104900" y="1065953"/>
                    </a:lnTo>
                    <a:lnTo>
                      <a:pt x="1115907" y="1079924"/>
                    </a:lnTo>
                    <a:lnTo>
                      <a:pt x="1121410" y="1093893"/>
                    </a:lnTo>
                    <a:lnTo>
                      <a:pt x="1128607" y="1107863"/>
                    </a:lnTo>
                    <a:lnTo>
                      <a:pt x="1121410" y="1123103"/>
                    </a:lnTo>
                    <a:lnTo>
                      <a:pt x="1129877" y="1137074"/>
                    </a:lnTo>
                    <a:lnTo>
                      <a:pt x="1137074" y="1144270"/>
                    </a:lnTo>
                    <a:lnTo>
                      <a:pt x="1150620" y="1146810"/>
                    </a:lnTo>
                    <a:lnTo>
                      <a:pt x="1164590" y="1157817"/>
                    </a:lnTo>
                    <a:lnTo>
                      <a:pt x="1178560" y="1172210"/>
                    </a:lnTo>
                    <a:lnTo>
                      <a:pt x="1182793" y="1172210"/>
                    </a:lnTo>
                    <a:lnTo>
                      <a:pt x="1184063" y="1172210"/>
                    </a:lnTo>
                    <a:lnTo>
                      <a:pt x="1188720" y="1172210"/>
                    </a:lnTo>
                    <a:lnTo>
                      <a:pt x="1189990" y="1170517"/>
                    </a:lnTo>
                    <a:lnTo>
                      <a:pt x="1203960" y="1159510"/>
                    </a:lnTo>
                    <a:lnTo>
                      <a:pt x="1217930" y="1163743"/>
                    </a:lnTo>
                    <a:lnTo>
                      <a:pt x="1223433" y="1172210"/>
                    </a:lnTo>
                    <a:lnTo>
                      <a:pt x="1233170" y="1183217"/>
                    </a:lnTo>
                    <a:lnTo>
                      <a:pt x="1235710" y="1188720"/>
                    </a:lnTo>
                    <a:lnTo>
                      <a:pt x="1238674" y="1202690"/>
                    </a:lnTo>
                    <a:lnTo>
                      <a:pt x="1241637" y="1216660"/>
                    </a:lnTo>
                    <a:lnTo>
                      <a:pt x="1247140" y="1230630"/>
                    </a:lnTo>
                    <a:lnTo>
                      <a:pt x="1250950" y="1245870"/>
                    </a:lnTo>
                    <a:lnTo>
                      <a:pt x="1263650" y="1259840"/>
                    </a:lnTo>
                    <a:lnTo>
                      <a:pt x="1270847" y="1273810"/>
                    </a:lnTo>
                    <a:lnTo>
                      <a:pt x="1276350" y="1287780"/>
                    </a:lnTo>
                    <a:lnTo>
                      <a:pt x="1277620" y="1301750"/>
                    </a:lnTo>
                    <a:lnTo>
                      <a:pt x="1279313" y="1315720"/>
                    </a:lnTo>
                    <a:lnTo>
                      <a:pt x="1283124" y="1329690"/>
                    </a:lnTo>
                    <a:lnTo>
                      <a:pt x="1284816" y="1330960"/>
                    </a:lnTo>
                    <a:lnTo>
                      <a:pt x="1291590" y="1343660"/>
                    </a:lnTo>
                    <a:lnTo>
                      <a:pt x="1301327" y="1357630"/>
                    </a:lnTo>
                    <a:lnTo>
                      <a:pt x="1301327" y="1371600"/>
                    </a:lnTo>
                    <a:lnTo>
                      <a:pt x="1290320" y="1385570"/>
                    </a:lnTo>
                    <a:lnTo>
                      <a:pt x="1276350" y="1383877"/>
                    </a:lnTo>
                    <a:lnTo>
                      <a:pt x="1262380" y="1391074"/>
                    </a:lnTo>
                    <a:lnTo>
                      <a:pt x="1253913" y="1405043"/>
                    </a:lnTo>
                    <a:lnTo>
                      <a:pt x="1262380" y="1419013"/>
                    </a:lnTo>
                    <a:lnTo>
                      <a:pt x="1262380" y="1420284"/>
                    </a:lnTo>
                    <a:lnTo>
                      <a:pt x="1256877" y="1434253"/>
                    </a:lnTo>
                    <a:lnTo>
                      <a:pt x="1249680" y="1448224"/>
                    </a:lnTo>
                    <a:lnTo>
                      <a:pt x="1237403" y="1462193"/>
                    </a:lnTo>
                    <a:lnTo>
                      <a:pt x="1223433" y="1473200"/>
                    </a:lnTo>
                    <a:lnTo>
                      <a:pt x="1223433" y="1487170"/>
                    </a:lnTo>
                    <a:lnTo>
                      <a:pt x="1224703" y="1501140"/>
                    </a:lnTo>
                    <a:lnTo>
                      <a:pt x="1235710" y="1516380"/>
                    </a:lnTo>
                    <a:lnTo>
                      <a:pt x="1249680" y="1519343"/>
                    </a:lnTo>
                    <a:lnTo>
                      <a:pt x="1263650" y="1518074"/>
                    </a:lnTo>
                    <a:lnTo>
                      <a:pt x="1277620" y="1518074"/>
                    </a:lnTo>
                    <a:lnTo>
                      <a:pt x="1291590" y="1505374"/>
                    </a:lnTo>
                    <a:lnTo>
                      <a:pt x="1295824" y="1490134"/>
                    </a:lnTo>
                    <a:lnTo>
                      <a:pt x="1304290" y="1476163"/>
                    </a:lnTo>
                    <a:lnTo>
                      <a:pt x="1314027" y="1462193"/>
                    </a:lnTo>
                    <a:lnTo>
                      <a:pt x="1329266" y="1452457"/>
                    </a:lnTo>
                    <a:lnTo>
                      <a:pt x="1343237" y="1443990"/>
                    </a:lnTo>
                    <a:lnTo>
                      <a:pt x="1352974" y="1430020"/>
                    </a:lnTo>
                    <a:lnTo>
                      <a:pt x="1352974" y="1424517"/>
                    </a:lnTo>
                    <a:lnTo>
                      <a:pt x="1350433" y="1409277"/>
                    </a:lnTo>
                    <a:lnTo>
                      <a:pt x="1347470" y="1395307"/>
                    </a:lnTo>
                    <a:lnTo>
                      <a:pt x="1347470" y="1381337"/>
                    </a:lnTo>
                    <a:lnTo>
                      <a:pt x="1360170" y="1367367"/>
                    </a:lnTo>
                    <a:lnTo>
                      <a:pt x="1374140" y="1358900"/>
                    </a:lnTo>
                    <a:lnTo>
                      <a:pt x="1388110" y="1351703"/>
                    </a:lnTo>
                    <a:lnTo>
                      <a:pt x="1402080" y="1349163"/>
                    </a:lnTo>
                    <a:lnTo>
                      <a:pt x="1415627" y="1351703"/>
                    </a:lnTo>
                    <a:lnTo>
                      <a:pt x="1430020" y="1346200"/>
                    </a:lnTo>
                    <a:lnTo>
                      <a:pt x="1431290" y="1332230"/>
                    </a:lnTo>
                    <a:lnTo>
                      <a:pt x="1424093" y="1318260"/>
                    </a:lnTo>
                    <a:lnTo>
                      <a:pt x="1428327" y="1304290"/>
                    </a:lnTo>
                    <a:lnTo>
                      <a:pt x="1424093" y="1298787"/>
                    </a:lnTo>
                    <a:lnTo>
                      <a:pt x="1422824" y="1284817"/>
                    </a:lnTo>
                    <a:lnTo>
                      <a:pt x="1422824" y="1269577"/>
                    </a:lnTo>
                    <a:lnTo>
                      <a:pt x="1408853" y="1258570"/>
                    </a:lnTo>
                    <a:lnTo>
                      <a:pt x="1399116" y="1254337"/>
                    </a:lnTo>
                    <a:lnTo>
                      <a:pt x="1385147" y="1245870"/>
                    </a:lnTo>
                    <a:lnTo>
                      <a:pt x="1369907" y="1234863"/>
                    </a:lnTo>
                    <a:lnTo>
                      <a:pt x="1355937" y="1234863"/>
                    </a:lnTo>
                    <a:lnTo>
                      <a:pt x="1341966" y="1227667"/>
                    </a:lnTo>
                    <a:lnTo>
                      <a:pt x="1335193" y="1213697"/>
                    </a:lnTo>
                    <a:lnTo>
                      <a:pt x="1337733" y="1199727"/>
                    </a:lnTo>
                    <a:lnTo>
                      <a:pt x="1347470" y="1186180"/>
                    </a:lnTo>
                    <a:lnTo>
                      <a:pt x="1350433" y="1172210"/>
                    </a:lnTo>
                    <a:lnTo>
                      <a:pt x="1348740" y="1166284"/>
                    </a:lnTo>
                    <a:lnTo>
                      <a:pt x="1354666" y="1151043"/>
                    </a:lnTo>
                    <a:lnTo>
                      <a:pt x="1355937" y="1151043"/>
                    </a:lnTo>
                    <a:lnTo>
                      <a:pt x="1366943" y="1137074"/>
                    </a:lnTo>
                    <a:lnTo>
                      <a:pt x="1366943" y="1134110"/>
                    </a:lnTo>
                    <a:lnTo>
                      <a:pt x="1372447" y="1120563"/>
                    </a:lnTo>
                    <a:lnTo>
                      <a:pt x="1383877" y="1106170"/>
                    </a:lnTo>
                    <a:lnTo>
                      <a:pt x="1388110" y="1100667"/>
                    </a:lnTo>
                    <a:lnTo>
                      <a:pt x="1402080" y="1088390"/>
                    </a:lnTo>
                    <a:lnTo>
                      <a:pt x="1415627" y="1085427"/>
                    </a:lnTo>
                    <a:lnTo>
                      <a:pt x="1430020" y="1090930"/>
                    </a:lnTo>
                    <a:lnTo>
                      <a:pt x="1431290" y="1090930"/>
                    </a:lnTo>
                    <a:lnTo>
                      <a:pt x="1436793" y="1088390"/>
                    </a:lnTo>
                    <a:lnTo>
                      <a:pt x="1438063" y="1092624"/>
                    </a:lnTo>
                    <a:lnTo>
                      <a:pt x="1432560" y="1092624"/>
                    </a:lnTo>
                    <a:lnTo>
                      <a:pt x="1434253" y="1095163"/>
                    </a:lnTo>
                    <a:lnTo>
                      <a:pt x="1434253" y="1104900"/>
                    </a:lnTo>
                    <a:lnTo>
                      <a:pt x="1449493" y="1112097"/>
                    </a:lnTo>
                    <a:lnTo>
                      <a:pt x="1463040" y="1117600"/>
                    </a:lnTo>
                    <a:lnTo>
                      <a:pt x="1477433" y="1121834"/>
                    </a:lnTo>
                    <a:lnTo>
                      <a:pt x="1491403" y="1120563"/>
                    </a:lnTo>
                    <a:lnTo>
                      <a:pt x="1506643" y="1121834"/>
                    </a:lnTo>
                    <a:lnTo>
                      <a:pt x="1507913" y="1121834"/>
                    </a:lnTo>
                    <a:lnTo>
                      <a:pt x="1523153" y="1127337"/>
                    </a:lnTo>
                    <a:lnTo>
                      <a:pt x="1528657" y="1141307"/>
                    </a:lnTo>
                    <a:lnTo>
                      <a:pt x="1530350" y="1142577"/>
                    </a:lnTo>
                    <a:lnTo>
                      <a:pt x="1541357" y="1156547"/>
                    </a:lnTo>
                    <a:lnTo>
                      <a:pt x="1542627" y="1172210"/>
                    </a:lnTo>
                    <a:lnTo>
                      <a:pt x="1541357" y="1172210"/>
                    </a:lnTo>
                    <a:lnTo>
                      <a:pt x="1540087" y="1172210"/>
                    </a:lnTo>
                    <a:lnTo>
                      <a:pt x="1540087" y="1173480"/>
                    </a:lnTo>
                    <a:lnTo>
                      <a:pt x="1551093" y="1187450"/>
                    </a:lnTo>
                    <a:lnTo>
                      <a:pt x="1565063" y="1197187"/>
                    </a:lnTo>
                    <a:lnTo>
                      <a:pt x="1580303" y="1201420"/>
                    </a:lnTo>
                    <a:lnTo>
                      <a:pt x="1594274" y="1199727"/>
                    </a:lnTo>
                    <a:lnTo>
                      <a:pt x="1594274" y="1186180"/>
                    </a:lnTo>
                    <a:lnTo>
                      <a:pt x="1598507" y="1172210"/>
                    </a:lnTo>
                    <a:lnTo>
                      <a:pt x="1605703" y="1160780"/>
                    </a:lnTo>
                    <a:lnTo>
                      <a:pt x="1606974" y="114554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385" name="Freeform 2384">
              <a:extLst>
                <a:ext uri="{FF2B5EF4-FFF2-40B4-BE49-F238E27FC236}">
                  <a16:creationId xmlns:a16="http://schemas.microsoft.com/office/drawing/2014/main" id="{B3B40CA3-B0F8-3A41-949A-5A4E78DF8345}"/>
                </a:ext>
              </a:extLst>
            </p:cNvPr>
            <p:cNvSpPr/>
            <p:nvPr/>
          </p:nvSpPr>
          <p:spPr>
            <a:xfrm>
              <a:off x="6667500" y="3280833"/>
              <a:ext cx="98636" cy="118956"/>
            </a:xfrm>
            <a:custGeom>
              <a:avLst/>
              <a:gdLst>
                <a:gd name="connsiteX0" fmla="*/ 1270 w 98636"/>
                <a:gd name="connsiteY0" fmla="*/ 53340 h 118956"/>
                <a:gd name="connsiteX1" fmla="*/ 5503 w 98636"/>
                <a:gd name="connsiteY1" fmla="*/ 50377 h 118956"/>
                <a:gd name="connsiteX2" fmla="*/ 0 w 98636"/>
                <a:gd name="connsiteY2" fmla="*/ 47837 h 118956"/>
                <a:gd name="connsiteX3" fmla="*/ 13547 w 98636"/>
                <a:gd name="connsiteY3" fmla="*/ 32173 h 118956"/>
                <a:gd name="connsiteX4" fmla="*/ 11007 w 98636"/>
                <a:gd name="connsiteY4" fmla="*/ 29633 h 118956"/>
                <a:gd name="connsiteX5" fmla="*/ 16510 w 98636"/>
                <a:gd name="connsiteY5" fmla="*/ 22437 h 118956"/>
                <a:gd name="connsiteX6" fmla="*/ 19473 w 98636"/>
                <a:gd name="connsiteY6" fmla="*/ 16933 h 118956"/>
                <a:gd name="connsiteX7" fmla="*/ 31750 w 98636"/>
                <a:gd name="connsiteY7" fmla="*/ 2963 h 118956"/>
                <a:gd name="connsiteX8" fmla="*/ 38947 w 98636"/>
                <a:gd name="connsiteY8" fmla="*/ 0 h 118956"/>
                <a:gd name="connsiteX9" fmla="*/ 42757 w 98636"/>
                <a:gd name="connsiteY9" fmla="*/ 5927 h 118956"/>
                <a:gd name="connsiteX10" fmla="*/ 52493 w 98636"/>
                <a:gd name="connsiteY10" fmla="*/ 8467 h 118956"/>
                <a:gd name="connsiteX11" fmla="*/ 51223 w 98636"/>
                <a:gd name="connsiteY11" fmla="*/ 23707 h 118956"/>
                <a:gd name="connsiteX12" fmla="*/ 52493 w 98636"/>
                <a:gd name="connsiteY12" fmla="*/ 29633 h 118956"/>
                <a:gd name="connsiteX13" fmla="*/ 55457 w 98636"/>
                <a:gd name="connsiteY13" fmla="*/ 33443 h 118956"/>
                <a:gd name="connsiteX14" fmla="*/ 65193 w 98636"/>
                <a:gd name="connsiteY14" fmla="*/ 47837 h 118956"/>
                <a:gd name="connsiteX15" fmla="*/ 74930 w 98636"/>
                <a:gd name="connsiteY15" fmla="*/ 53340 h 118956"/>
                <a:gd name="connsiteX16" fmla="*/ 88900 w 98636"/>
                <a:gd name="connsiteY16" fmla="*/ 60113 h 118956"/>
                <a:gd name="connsiteX17" fmla="*/ 98637 w 98636"/>
                <a:gd name="connsiteY17" fmla="*/ 72813 h 118956"/>
                <a:gd name="connsiteX18" fmla="*/ 98637 w 98636"/>
                <a:gd name="connsiteY18" fmla="*/ 77047 h 118956"/>
                <a:gd name="connsiteX19" fmla="*/ 90593 w 98636"/>
                <a:gd name="connsiteY19" fmla="*/ 82550 h 118956"/>
                <a:gd name="connsiteX20" fmla="*/ 80857 w 98636"/>
                <a:gd name="connsiteY20" fmla="*/ 96520 h 118956"/>
                <a:gd name="connsiteX21" fmla="*/ 80857 w 98636"/>
                <a:gd name="connsiteY21" fmla="*/ 103293 h 118956"/>
                <a:gd name="connsiteX22" fmla="*/ 79163 w 98636"/>
                <a:gd name="connsiteY22" fmla="*/ 106257 h 118956"/>
                <a:gd name="connsiteX23" fmla="*/ 79163 w 98636"/>
                <a:gd name="connsiteY23" fmla="*/ 117263 h 118956"/>
                <a:gd name="connsiteX24" fmla="*/ 65193 w 98636"/>
                <a:gd name="connsiteY24" fmla="*/ 110490 h 118956"/>
                <a:gd name="connsiteX25" fmla="*/ 58420 w 98636"/>
                <a:gd name="connsiteY25" fmla="*/ 110490 h 118956"/>
                <a:gd name="connsiteX26" fmla="*/ 48683 w 98636"/>
                <a:gd name="connsiteY26" fmla="*/ 115993 h 118956"/>
                <a:gd name="connsiteX27" fmla="*/ 45720 w 98636"/>
                <a:gd name="connsiteY27" fmla="*/ 115993 h 118956"/>
                <a:gd name="connsiteX28" fmla="*/ 31750 w 98636"/>
                <a:gd name="connsiteY28" fmla="*/ 118957 h 118956"/>
                <a:gd name="connsiteX29" fmla="*/ 26247 w 98636"/>
                <a:gd name="connsiteY29" fmla="*/ 111760 h 118956"/>
                <a:gd name="connsiteX30" fmla="*/ 12277 w 98636"/>
                <a:gd name="connsiteY30" fmla="*/ 108797 h 118956"/>
                <a:gd name="connsiteX31" fmla="*/ 11007 w 98636"/>
                <a:gd name="connsiteY31" fmla="*/ 104987 h 118956"/>
                <a:gd name="connsiteX32" fmla="*/ 8043 w 98636"/>
                <a:gd name="connsiteY32" fmla="*/ 104987 h 118956"/>
                <a:gd name="connsiteX33" fmla="*/ 8043 w 98636"/>
                <a:gd name="connsiteY33" fmla="*/ 103293 h 118956"/>
                <a:gd name="connsiteX34" fmla="*/ 15240 w 98636"/>
                <a:gd name="connsiteY34" fmla="*/ 99060 h 118956"/>
                <a:gd name="connsiteX35" fmla="*/ 17780 w 98636"/>
                <a:gd name="connsiteY35" fmla="*/ 89323 h 118956"/>
                <a:gd name="connsiteX36" fmla="*/ 20743 w 98636"/>
                <a:gd name="connsiteY36" fmla="*/ 88053 h 118956"/>
                <a:gd name="connsiteX37" fmla="*/ 20743 w 98636"/>
                <a:gd name="connsiteY37" fmla="*/ 85090 h 118956"/>
                <a:gd name="connsiteX38" fmla="*/ 17780 w 98636"/>
                <a:gd name="connsiteY38" fmla="*/ 77047 h 118956"/>
                <a:gd name="connsiteX39" fmla="*/ 8043 w 98636"/>
                <a:gd name="connsiteY39" fmla="*/ 67310 h 118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98636" h="118956">
                  <a:moveTo>
                    <a:pt x="1270" y="53340"/>
                  </a:moveTo>
                  <a:lnTo>
                    <a:pt x="5503" y="50377"/>
                  </a:lnTo>
                  <a:lnTo>
                    <a:pt x="0" y="47837"/>
                  </a:lnTo>
                  <a:lnTo>
                    <a:pt x="13547" y="32173"/>
                  </a:lnTo>
                  <a:lnTo>
                    <a:pt x="11007" y="29633"/>
                  </a:lnTo>
                  <a:lnTo>
                    <a:pt x="16510" y="22437"/>
                  </a:lnTo>
                  <a:lnTo>
                    <a:pt x="19473" y="16933"/>
                  </a:lnTo>
                  <a:lnTo>
                    <a:pt x="31750" y="2963"/>
                  </a:lnTo>
                  <a:lnTo>
                    <a:pt x="38947" y="0"/>
                  </a:lnTo>
                  <a:lnTo>
                    <a:pt x="42757" y="5927"/>
                  </a:lnTo>
                  <a:lnTo>
                    <a:pt x="52493" y="8467"/>
                  </a:lnTo>
                  <a:lnTo>
                    <a:pt x="51223" y="23707"/>
                  </a:lnTo>
                  <a:lnTo>
                    <a:pt x="52493" y="29633"/>
                  </a:lnTo>
                  <a:lnTo>
                    <a:pt x="55457" y="33443"/>
                  </a:lnTo>
                  <a:lnTo>
                    <a:pt x="65193" y="47837"/>
                  </a:lnTo>
                  <a:lnTo>
                    <a:pt x="74930" y="53340"/>
                  </a:lnTo>
                  <a:lnTo>
                    <a:pt x="88900" y="60113"/>
                  </a:lnTo>
                  <a:lnTo>
                    <a:pt x="98637" y="72813"/>
                  </a:lnTo>
                  <a:lnTo>
                    <a:pt x="98637" y="77047"/>
                  </a:lnTo>
                  <a:lnTo>
                    <a:pt x="90593" y="82550"/>
                  </a:lnTo>
                  <a:lnTo>
                    <a:pt x="80857" y="96520"/>
                  </a:lnTo>
                  <a:lnTo>
                    <a:pt x="80857" y="103293"/>
                  </a:lnTo>
                  <a:lnTo>
                    <a:pt x="79163" y="106257"/>
                  </a:lnTo>
                  <a:lnTo>
                    <a:pt x="79163" y="117263"/>
                  </a:lnTo>
                  <a:lnTo>
                    <a:pt x="65193" y="110490"/>
                  </a:lnTo>
                  <a:lnTo>
                    <a:pt x="58420" y="110490"/>
                  </a:lnTo>
                  <a:lnTo>
                    <a:pt x="48683" y="115993"/>
                  </a:lnTo>
                  <a:lnTo>
                    <a:pt x="45720" y="115993"/>
                  </a:lnTo>
                  <a:lnTo>
                    <a:pt x="31750" y="118957"/>
                  </a:lnTo>
                  <a:lnTo>
                    <a:pt x="26247" y="111760"/>
                  </a:lnTo>
                  <a:lnTo>
                    <a:pt x="12277" y="108797"/>
                  </a:lnTo>
                  <a:lnTo>
                    <a:pt x="11007" y="104987"/>
                  </a:lnTo>
                  <a:lnTo>
                    <a:pt x="8043" y="104987"/>
                  </a:lnTo>
                  <a:lnTo>
                    <a:pt x="8043" y="103293"/>
                  </a:lnTo>
                  <a:lnTo>
                    <a:pt x="15240" y="99060"/>
                  </a:lnTo>
                  <a:lnTo>
                    <a:pt x="17780" y="89323"/>
                  </a:lnTo>
                  <a:lnTo>
                    <a:pt x="20743" y="88053"/>
                  </a:lnTo>
                  <a:lnTo>
                    <a:pt x="20743" y="85090"/>
                  </a:lnTo>
                  <a:lnTo>
                    <a:pt x="17780" y="77047"/>
                  </a:lnTo>
                  <a:lnTo>
                    <a:pt x="8043" y="67310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6" name="Freeform 2385">
              <a:extLst>
                <a:ext uri="{FF2B5EF4-FFF2-40B4-BE49-F238E27FC236}">
                  <a16:creationId xmlns:a16="http://schemas.microsoft.com/office/drawing/2014/main" id="{34980E39-A434-A945-AE96-1C2CACC81FA8}"/>
                </a:ext>
              </a:extLst>
            </p:cNvPr>
            <p:cNvSpPr/>
            <p:nvPr/>
          </p:nvSpPr>
          <p:spPr>
            <a:xfrm>
              <a:off x="7484956" y="3141556"/>
              <a:ext cx="872913" cy="400473"/>
            </a:xfrm>
            <a:custGeom>
              <a:avLst/>
              <a:gdLst>
                <a:gd name="connsiteX0" fmla="*/ 0 w 872913"/>
                <a:gd name="connsiteY0" fmla="*/ 117263 h 400473"/>
                <a:gd name="connsiteX1" fmla="*/ 6773 w 872913"/>
                <a:gd name="connsiteY1" fmla="*/ 117263 h 400473"/>
                <a:gd name="connsiteX2" fmla="*/ 22014 w 872913"/>
                <a:gd name="connsiteY2" fmla="*/ 127000 h 400473"/>
                <a:gd name="connsiteX3" fmla="*/ 27940 w 872913"/>
                <a:gd name="connsiteY3" fmla="*/ 142240 h 400473"/>
                <a:gd name="connsiteX4" fmla="*/ 29210 w 872913"/>
                <a:gd name="connsiteY4" fmla="*/ 142240 h 400473"/>
                <a:gd name="connsiteX5" fmla="*/ 30480 w 872913"/>
                <a:gd name="connsiteY5" fmla="*/ 138007 h 400473"/>
                <a:gd name="connsiteX6" fmla="*/ 29210 w 872913"/>
                <a:gd name="connsiteY6" fmla="*/ 135043 h 400473"/>
                <a:gd name="connsiteX7" fmla="*/ 38947 w 872913"/>
                <a:gd name="connsiteY7" fmla="*/ 121073 h 400473"/>
                <a:gd name="connsiteX8" fmla="*/ 51647 w 872913"/>
                <a:gd name="connsiteY8" fmla="*/ 107104 h 400473"/>
                <a:gd name="connsiteX9" fmla="*/ 65193 w 872913"/>
                <a:gd name="connsiteY9" fmla="*/ 103293 h 400473"/>
                <a:gd name="connsiteX10" fmla="*/ 79164 w 872913"/>
                <a:gd name="connsiteY10" fmla="*/ 103293 h 400473"/>
                <a:gd name="connsiteX11" fmla="*/ 93133 w 872913"/>
                <a:gd name="connsiteY11" fmla="*/ 96097 h 400473"/>
                <a:gd name="connsiteX12" fmla="*/ 107104 w 872913"/>
                <a:gd name="connsiteY12" fmla="*/ 103293 h 400473"/>
                <a:gd name="connsiteX13" fmla="*/ 115570 w 872913"/>
                <a:gd name="connsiteY13" fmla="*/ 99060 h 400473"/>
                <a:gd name="connsiteX14" fmla="*/ 129540 w 872913"/>
                <a:gd name="connsiteY14" fmla="*/ 87630 h 400473"/>
                <a:gd name="connsiteX15" fmla="*/ 143510 w 872913"/>
                <a:gd name="connsiteY15" fmla="*/ 77893 h 400473"/>
                <a:gd name="connsiteX16" fmla="*/ 154517 w 872913"/>
                <a:gd name="connsiteY16" fmla="*/ 75354 h 400473"/>
                <a:gd name="connsiteX17" fmla="*/ 168487 w 872913"/>
                <a:gd name="connsiteY17" fmla="*/ 69850 h 400473"/>
                <a:gd name="connsiteX18" fmla="*/ 182457 w 872913"/>
                <a:gd name="connsiteY18" fmla="*/ 62654 h 400473"/>
                <a:gd name="connsiteX19" fmla="*/ 196427 w 872913"/>
                <a:gd name="connsiteY19" fmla="*/ 51647 h 400473"/>
                <a:gd name="connsiteX20" fmla="*/ 197697 w 872913"/>
                <a:gd name="connsiteY20" fmla="*/ 51647 h 400473"/>
                <a:gd name="connsiteX21" fmla="*/ 213360 w 872913"/>
                <a:gd name="connsiteY21" fmla="*/ 50377 h 400473"/>
                <a:gd name="connsiteX22" fmla="*/ 214630 w 872913"/>
                <a:gd name="connsiteY22" fmla="*/ 50377 h 400473"/>
                <a:gd name="connsiteX23" fmla="*/ 228600 w 872913"/>
                <a:gd name="connsiteY23" fmla="*/ 45720 h 400473"/>
                <a:gd name="connsiteX24" fmla="*/ 241300 w 872913"/>
                <a:gd name="connsiteY24" fmla="*/ 37677 h 400473"/>
                <a:gd name="connsiteX25" fmla="*/ 256540 w 872913"/>
                <a:gd name="connsiteY25" fmla="*/ 36407 h 400473"/>
                <a:gd name="connsiteX26" fmla="*/ 270510 w 872913"/>
                <a:gd name="connsiteY26" fmla="*/ 30480 h 400473"/>
                <a:gd name="connsiteX27" fmla="*/ 271780 w 872913"/>
                <a:gd name="connsiteY27" fmla="*/ 26247 h 400473"/>
                <a:gd name="connsiteX28" fmla="*/ 273473 w 872913"/>
                <a:gd name="connsiteY28" fmla="*/ 26247 h 400473"/>
                <a:gd name="connsiteX29" fmla="*/ 276014 w 872913"/>
                <a:gd name="connsiteY29" fmla="*/ 24977 h 400473"/>
                <a:gd name="connsiteX30" fmla="*/ 289983 w 872913"/>
                <a:gd name="connsiteY30" fmla="*/ 18204 h 400473"/>
                <a:gd name="connsiteX31" fmla="*/ 276014 w 872913"/>
                <a:gd name="connsiteY31" fmla="*/ 5504 h 400473"/>
                <a:gd name="connsiteX32" fmla="*/ 289983 w 872913"/>
                <a:gd name="connsiteY32" fmla="*/ 2963 h 400473"/>
                <a:gd name="connsiteX33" fmla="*/ 303954 w 872913"/>
                <a:gd name="connsiteY33" fmla="*/ 1270 h 400473"/>
                <a:gd name="connsiteX34" fmla="*/ 305223 w 872913"/>
                <a:gd name="connsiteY34" fmla="*/ 0 h 400473"/>
                <a:gd name="connsiteX35" fmla="*/ 306917 w 872913"/>
                <a:gd name="connsiteY35" fmla="*/ 0 h 400473"/>
                <a:gd name="connsiteX36" fmla="*/ 306917 w 872913"/>
                <a:gd name="connsiteY36" fmla="*/ 1270 h 400473"/>
                <a:gd name="connsiteX37" fmla="*/ 316654 w 872913"/>
                <a:gd name="connsiteY37" fmla="*/ 9737 h 400473"/>
                <a:gd name="connsiteX38" fmla="*/ 319193 w 872913"/>
                <a:gd name="connsiteY38" fmla="*/ 20743 h 400473"/>
                <a:gd name="connsiteX39" fmla="*/ 323427 w 872913"/>
                <a:gd name="connsiteY39" fmla="*/ 23707 h 400473"/>
                <a:gd name="connsiteX40" fmla="*/ 333164 w 872913"/>
                <a:gd name="connsiteY40" fmla="*/ 34713 h 400473"/>
                <a:gd name="connsiteX41" fmla="*/ 347133 w 872913"/>
                <a:gd name="connsiteY41" fmla="*/ 30480 h 400473"/>
                <a:gd name="connsiteX42" fmla="*/ 348827 w 872913"/>
                <a:gd name="connsiteY42" fmla="*/ 29210 h 400473"/>
                <a:gd name="connsiteX43" fmla="*/ 350097 w 872913"/>
                <a:gd name="connsiteY43" fmla="*/ 29210 h 400473"/>
                <a:gd name="connsiteX44" fmla="*/ 355600 w 872913"/>
                <a:gd name="connsiteY44" fmla="*/ 29210 h 400473"/>
                <a:gd name="connsiteX45" fmla="*/ 369570 w 872913"/>
                <a:gd name="connsiteY45" fmla="*/ 29210 h 400473"/>
                <a:gd name="connsiteX46" fmla="*/ 369570 w 872913"/>
                <a:gd name="connsiteY46" fmla="*/ 22437 h 400473"/>
                <a:gd name="connsiteX47" fmla="*/ 369570 w 872913"/>
                <a:gd name="connsiteY47" fmla="*/ 19473 h 400473"/>
                <a:gd name="connsiteX48" fmla="*/ 369570 w 872913"/>
                <a:gd name="connsiteY48" fmla="*/ 9737 h 400473"/>
                <a:gd name="connsiteX49" fmla="*/ 369570 w 872913"/>
                <a:gd name="connsiteY49" fmla="*/ 5504 h 400473"/>
                <a:gd name="connsiteX50" fmla="*/ 375073 w 872913"/>
                <a:gd name="connsiteY50" fmla="*/ 5504 h 400473"/>
                <a:gd name="connsiteX51" fmla="*/ 378037 w 872913"/>
                <a:gd name="connsiteY51" fmla="*/ 4233 h 400473"/>
                <a:gd name="connsiteX52" fmla="*/ 386504 w 872913"/>
                <a:gd name="connsiteY52" fmla="*/ 9737 h 400473"/>
                <a:gd name="connsiteX53" fmla="*/ 400050 w 872913"/>
                <a:gd name="connsiteY53" fmla="*/ 9737 h 400473"/>
                <a:gd name="connsiteX54" fmla="*/ 407247 w 872913"/>
                <a:gd name="connsiteY54" fmla="*/ 13970 h 400473"/>
                <a:gd name="connsiteX55" fmla="*/ 408517 w 872913"/>
                <a:gd name="connsiteY55" fmla="*/ 27940 h 400473"/>
                <a:gd name="connsiteX56" fmla="*/ 418254 w 872913"/>
                <a:gd name="connsiteY56" fmla="*/ 41910 h 400473"/>
                <a:gd name="connsiteX57" fmla="*/ 426720 w 872913"/>
                <a:gd name="connsiteY57" fmla="*/ 37677 h 400473"/>
                <a:gd name="connsiteX58" fmla="*/ 440690 w 872913"/>
                <a:gd name="connsiteY58" fmla="*/ 43180 h 400473"/>
                <a:gd name="connsiteX59" fmla="*/ 455930 w 872913"/>
                <a:gd name="connsiteY59" fmla="*/ 45720 h 400473"/>
                <a:gd name="connsiteX60" fmla="*/ 469900 w 872913"/>
                <a:gd name="connsiteY60" fmla="*/ 48683 h 400473"/>
                <a:gd name="connsiteX61" fmla="*/ 483870 w 872913"/>
                <a:gd name="connsiteY61" fmla="*/ 58420 h 400473"/>
                <a:gd name="connsiteX62" fmla="*/ 497840 w 872913"/>
                <a:gd name="connsiteY62" fmla="*/ 57150 h 400473"/>
                <a:gd name="connsiteX63" fmla="*/ 497840 w 872913"/>
                <a:gd name="connsiteY63" fmla="*/ 58420 h 400473"/>
                <a:gd name="connsiteX64" fmla="*/ 502073 w 872913"/>
                <a:gd name="connsiteY64" fmla="*/ 71120 h 400473"/>
                <a:gd name="connsiteX65" fmla="*/ 514773 w 872913"/>
                <a:gd name="connsiteY65" fmla="*/ 62654 h 400473"/>
                <a:gd name="connsiteX66" fmla="*/ 527050 w 872913"/>
                <a:gd name="connsiteY66" fmla="*/ 65617 h 400473"/>
                <a:gd name="connsiteX67" fmla="*/ 533823 w 872913"/>
                <a:gd name="connsiteY67" fmla="*/ 61383 h 400473"/>
                <a:gd name="connsiteX68" fmla="*/ 548217 w 872913"/>
                <a:gd name="connsiteY68" fmla="*/ 66887 h 400473"/>
                <a:gd name="connsiteX69" fmla="*/ 550757 w 872913"/>
                <a:gd name="connsiteY69" fmla="*/ 80857 h 400473"/>
                <a:gd name="connsiteX70" fmla="*/ 541020 w 872913"/>
                <a:gd name="connsiteY70" fmla="*/ 87630 h 400473"/>
                <a:gd name="connsiteX71" fmla="*/ 525780 w 872913"/>
                <a:gd name="connsiteY71" fmla="*/ 100330 h 400473"/>
                <a:gd name="connsiteX72" fmla="*/ 528743 w 872913"/>
                <a:gd name="connsiteY72" fmla="*/ 103293 h 400473"/>
                <a:gd name="connsiteX73" fmla="*/ 543983 w 872913"/>
                <a:gd name="connsiteY73" fmla="*/ 107104 h 400473"/>
                <a:gd name="connsiteX74" fmla="*/ 557954 w 872913"/>
                <a:gd name="connsiteY74" fmla="*/ 118533 h 400473"/>
                <a:gd name="connsiteX75" fmla="*/ 571923 w 872913"/>
                <a:gd name="connsiteY75" fmla="*/ 132504 h 400473"/>
                <a:gd name="connsiteX76" fmla="*/ 577427 w 872913"/>
                <a:gd name="connsiteY76" fmla="*/ 146473 h 400473"/>
                <a:gd name="connsiteX77" fmla="*/ 591397 w 872913"/>
                <a:gd name="connsiteY77" fmla="*/ 153247 h 400473"/>
                <a:gd name="connsiteX78" fmla="*/ 592667 w 872913"/>
                <a:gd name="connsiteY78" fmla="*/ 153247 h 400473"/>
                <a:gd name="connsiteX79" fmla="*/ 599864 w 872913"/>
                <a:gd name="connsiteY79" fmla="*/ 147743 h 400473"/>
                <a:gd name="connsiteX80" fmla="*/ 613410 w 872913"/>
                <a:gd name="connsiteY80" fmla="*/ 138007 h 400473"/>
                <a:gd name="connsiteX81" fmla="*/ 618067 w 872913"/>
                <a:gd name="connsiteY81" fmla="*/ 136737 h 400473"/>
                <a:gd name="connsiteX82" fmla="*/ 631614 w 872913"/>
                <a:gd name="connsiteY82" fmla="*/ 127000 h 400473"/>
                <a:gd name="connsiteX83" fmla="*/ 619337 w 872913"/>
                <a:gd name="connsiteY83" fmla="*/ 111337 h 400473"/>
                <a:gd name="connsiteX84" fmla="*/ 616373 w 872913"/>
                <a:gd name="connsiteY84" fmla="*/ 97790 h 400473"/>
                <a:gd name="connsiteX85" fmla="*/ 631614 w 872913"/>
                <a:gd name="connsiteY85" fmla="*/ 101600 h 400473"/>
                <a:gd name="connsiteX86" fmla="*/ 645583 w 872913"/>
                <a:gd name="connsiteY86" fmla="*/ 105833 h 400473"/>
                <a:gd name="connsiteX87" fmla="*/ 659554 w 872913"/>
                <a:gd name="connsiteY87" fmla="*/ 114300 h 400473"/>
                <a:gd name="connsiteX88" fmla="*/ 673523 w 872913"/>
                <a:gd name="connsiteY88" fmla="*/ 119804 h 400473"/>
                <a:gd name="connsiteX89" fmla="*/ 679027 w 872913"/>
                <a:gd name="connsiteY89" fmla="*/ 124037 h 400473"/>
                <a:gd name="connsiteX90" fmla="*/ 692997 w 872913"/>
                <a:gd name="connsiteY90" fmla="*/ 125730 h 400473"/>
                <a:gd name="connsiteX91" fmla="*/ 694690 w 872913"/>
                <a:gd name="connsiteY91" fmla="*/ 124037 h 400473"/>
                <a:gd name="connsiteX92" fmla="*/ 697230 w 872913"/>
                <a:gd name="connsiteY92" fmla="*/ 124037 h 400473"/>
                <a:gd name="connsiteX93" fmla="*/ 711200 w 872913"/>
                <a:gd name="connsiteY93" fmla="*/ 125730 h 400473"/>
                <a:gd name="connsiteX94" fmla="*/ 725170 w 872913"/>
                <a:gd name="connsiteY94" fmla="*/ 122767 h 400473"/>
                <a:gd name="connsiteX95" fmla="*/ 722630 w 872913"/>
                <a:gd name="connsiteY95" fmla="*/ 136737 h 400473"/>
                <a:gd name="connsiteX96" fmla="*/ 719667 w 872913"/>
                <a:gd name="connsiteY96" fmla="*/ 150707 h 400473"/>
                <a:gd name="connsiteX97" fmla="*/ 725170 w 872913"/>
                <a:gd name="connsiteY97" fmla="*/ 154940 h 400473"/>
                <a:gd name="connsiteX98" fmla="*/ 737870 w 872913"/>
                <a:gd name="connsiteY98" fmla="*/ 168910 h 400473"/>
                <a:gd name="connsiteX99" fmla="*/ 740410 w 872913"/>
                <a:gd name="connsiteY99" fmla="*/ 171450 h 400473"/>
                <a:gd name="connsiteX100" fmla="*/ 754380 w 872913"/>
                <a:gd name="connsiteY100" fmla="*/ 168910 h 400473"/>
                <a:gd name="connsiteX101" fmla="*/ 765810 w 872913"/>
                <a:gd name="connsiteY101" fmla="*/ 160443 h 400473"/>
                <a:gd name="connsiteX102" fmla="*/ 774277 w 872913"/>
                <a:gd name="connsiteY102" fmla="*/ 168910 h 400473"/>
                <a:gd name="connsiteX103" fmla="*/ 787823 w 872913"/>
                <a:gd name="connsiteY103" fmla="*/ 174413 h 400473"/>
                <a:gd name="connsiteX104" fmla="*/ 802217 w 872913"/>
                <a:gd name="connsiteY104" fmla="*/ 182880 h 400473"/>
                <a:gd name="connsiteX105" fmla="*/ 803064 w 872913"/>
                <a:gd name="connsiteY105" fmla="*/ 181187 h 400473"/>
                <a:gd name="connsiteX106" fmla="*/ 804757 w 872913"/>
                <a:gd name="connsiteY106" fmla="*/ 179917 h 400473"/>
                <a:gd name="connsiteX107" fmla="*/ 804757 w 872913"/>
                <a:gd name="connsiteY107" fmla="*/ 178647 h 400473"/>
                <a:gd name="connsiteX108" fmla="*/ 819997 w 872913"/>
                <a:gd name="connsiteY108" fmla="*/ 182880 h 400473"/>
                <a:gd name="connsiteX109" fmla="*/ 833967 w 872913"/>
                <a:gd name="connsiteY109" fmla="*/ 188383 h 400473"/>
                <a:gd name="connsiteX110" fmla="*/ 835660 w 872913"/>
                <a:gd name="connsiteY110" fmla="*/ 199390 h 400473"/>
                <a:gd name="connsiteX111" fmla="*/ 842433 w 872913"/>
                <a:gd name="connsiteY111" fmla="*/ 209127 h 400473"/>
                <a:gd name="connsiteX112" fmla="*/ 842433 w 872913"/>
                <a:gd name="connsiteY112" fmla="*/ 210820 h 400473"/>
                <a:gd name="connsiteX113" fmla="*/ 842433 w 872913"/>
                <a:gd name="connsiteY113" fmla="*/ 214630 h 400473"/>
                <a:gd name="connsiteX114" fmla="*/ 856404 w 872913"/>
                <a:gd name="connsiteY114" fmla="*/ 220557 h 400473"/>
                <a:gd name="connsiteX115" fmla="*/ 870373 w 872913"/>
                <a:gd name="connsiteY115" fmla="*/ 232833 h 400473"/>
                <a:gd name="connsiteX116" fmla="*/ 872914 w 872913"/>
                <a:gd name="connsiteY116" fmla="*/ 246804 h 400473"/>
                <a:gd name="connsiteX117" fmla="*/ 861907 w 872913"/>
                <a:gd name="connsiteY117" fmla="*/ 251037 h 400473"/>
                <a:gd name="connsiteX118" fmla="*/ 847937 w 872913"/>
                <a:gd name="connsiteY118" fmla="*/ 249767 h 400473"/>
                <a:gd name="connsiteX119" fmla="*/ 832697 w 872913"/>
                <a:gd name="connsiteY119" fmla="*/ 258233 h 400473"/>
                <a:gd name="connsiteX120" fmla="*/ 818727 w 872913"/>
                <a:gd name="connsiteY120" fmla="*/ 267970 h 400473"/>
                <a:gd name="connsiteX121" fmla="*/ 815764 w 872913"/>
                <a:gd name="connsiteY121" fmla="*/ 267970 h 400473"/>
                <a:gd name="connsiteX122" fmla="*/ 804757 w 872913"/>
                <a:gd name="connsiteY122" fmla="*/ 281940 h 400473"/>
                <a:gd name="connsiteX123" fmla="*/ 787823 w 872913"/>
                <a:gd name="connsiteY123" fmla="*/ 287443 h 400473"/>
                <a:gd name="connsiteX124" fmla="*/ 781050 w 872913"/>
                <a:gd name="connsiteY124" fmla="*/ 302683 h 400473"/>
                <a:gd name="connsiteX125" fmla="*/ 781050 w 872913"/>
                <a:gd name="connsiteY125" fmla="*/ 303954 h 400473"/>
                <a:gd name="connsiteX126" fmla="*/ 781050 w 872913"/>
                <a:gd name="connsiteY126" fmla="*/ 309457 h 400473"/>
                <a:gd name="connsiteX127" fmla="*/ 776817 w 872913"/>
                <a:gd name="connsiteY127" fmla="*/ 325120 h 400473"/>
                <a:gd name="connsiteX128" fmla="*/ 772583 w 872913"/>
                <a:gd name="connsiteY128" fmla="*/ 326390 h 400473"/>
                <a:gd name="connsiteX129" fmla="*/ 758614 w 872913"/>
                <a:gd name="connsiteY129" fmla="*/ 327660 h 400473"/>
                <a:gd name="connsiteX130" fmla="*/ 753110 w 872913"/>
                <a:gd name="connsiteY130" fmla="*/ 340360 h 400473"/>
                <a:gd name="connsiteX131" fmla="*/ 739140 w 872913"/>
                <a:gd name="connsiteY131" fmla="*/ 347133 h 400473"/>
                <a:gd name="connsiteX132" fmla="*/ 725170 w 872913"/>
                <a:gd name="connsiteY132" fmla="*/ 355600 h 400473"/>
                <a:gd name="connsiteX133" fmla="*/ 711200 w 872913"/>
                <a:gd name="connsiteY133" fmla="*/ 359833 h 400473"/>
                <a:gd name="connsiteX134" fmla="*/ 706967 w 872913"/>
                <a:gd name="connsiteY134" fmla="*/ 361104 h 400473"/>
                <a:gd name="connsiteX135" fmla="*/ 705697 w 872913"/>
                <a:gd name="connsiteY135" fmla="*/ 362797 h 400473"/>
                <a:gd name="connsiteX136" fmla="*/ 691727 w 872913"/>
                <a:gd name="connsiteY136" fmla="*/ 359833 h 400473"/>
                <a:gd name="connsiteX137" fmla="*/ 677757 w 872913"/>
                <a:gd name="connsiteY137" fmla="*/ 355600 h 400473"/>
                <a:gd name="connsiteX138" fmla="*/ 669290 w 872913"/>
                <a:gd name="connsiteY138" fmla="*/ 353060 h 400473"/>
                <a:gd name="connsiteX139" fmla="*/ 662517 w 872913"/>
                <a:gd name="connsiteY139" fmla="*/ 353060 h 400473"/>
                <a:gd name="connsiteX140" fmla="*/ 655320 w 872913"/>
                <a:gd name="connsiteY140" fmla="*/ 358563 h 400473"/>
                <a:gd name="connsiteX141" fmla="*/ 643043 w 872913"/>
                <a:gd name="connsiteY141" fmla="*/ 372533 h 400473"/>
                <a:gd name="connsiteX142" fmla="*/ 640080 w 872913"/>
                <a:gd name="connsiteY142" fmla="*/ 378037 h 400473"/>
                <a:gd name="connsiteX143" fmla="*/ 637540 w 872913"/>
                <a:gd name="connsiteY143" fmla="*/ 384810 h 400473"/>
                <a:gd name="connsiteX144" fmla="*/ 633307 w 872913"/>
                <a:gd name="connsiteY144" fmla="*/ 393277 h 400473"/>
                <a:gd name="connsiteX145" fmla="*/ 630343 w 872913"/>
                <a:gd name="connsiteY145" fmla="*/ 390737 h 400473"/>
                <a:gd name="connsiteX146" fmla="*/ 623570 w 872913"/>
                <a:gd name="connsiteY146" fmla="*/ 375074 h 400473"/>
                <a:gd name="connsiteX147" fmla="*/ 621877 w 872913"/>
                <a:gd name="connsiteY147" fmla="*/ 376767 h 400473"/>
                <a:gd name="connsiteX148" fmla="*/ 619337 w 872913"/>
                <a:gd name="connsiteY148" fmla="*/ 378037 h 400473"/>
                <a:gd name="connsiteX149" fmla="*/ 605367 w 872913"/>
                <a:gd name="connsiteY149" fmla="*/ 373804 h 400473"/>
                <a:gd name="connsiteX150" fmla="*/ 591397 w 872913"/>
                <a:gd name="connsiteY150" fmla="*/ 367030 h 400473"/>
                <a:gd name="connsiteX151" fmla="*/ 582930 w 872913"/>
                <a:gd name="connsiteY151" fmla="*/ 364067 h 400473"/>
                <a:gd name="connsiteX152" fmla="*/ 568960 w 872913"/>
                <a:gd name="connsiteY152" fmla="*/ 362797 h 400473"/>
                <a:gd name="connsiteX153" fmla="*/ 567690 w 872913"/>
                <a:gd name="connsiteY153" fmla="*/ 364067 h 400473"/>
                <a:gd name="connsiteX154" fmla="*/ 554990 w 872913"/>
                <a:gd name="connsiteY154" fmla="*/ 373804 h 400473"/>
                <a:gd name="connsiteX155" fmla="*/ 552027 w 872913"/>
                <a:gd name="connsiteY155" fmla="*/ 373804 h 400473"/>
                <a:gd name="connsiteX156" fmla="*/ 546523 w 872913"/>
                <a:gd name="connsiteY156" fmla="*/ 373804 h 400473"/>
                <a:gd name="connsiteX157" fmla="*/ 532554 w 872913"/>
                <a:gd name="connsiteY157" fmla="*/ 372533 h 400473"/>
                <a:gd name="connsiteX158" fmla="*/ 518583 w 872913"/>
                <a:gd name="connsiteY158" fmla="*/ 371263 h 400473"/>
                <a:gd name="connsiteX159" fmla="*/ 511810 w 872913"/>
                <a:gd name="connsiteY159" fmla="*/ 368300 h 400473"/>
                <a:gd name="connsiteX160" fmla="*/ 502073 w 872913"/>
                <a:gd name="connsiteY160" fmla="*/ 359833 h 400473"/>
                <a:gd name="connsiteX161" fmla="*/ 488104 w 872913"/>
                <a:gd name="connsiteY161" fmla="*/ 354330 h 400473"/>
                <a:gd name="connsiteX162" fmla="*/ 488104 w 872913"/>
                <a:gd name="connsiteY162" fmla="*/ 351367 h 400473"/>
                <a:gd name="connsiteX163" fmla="*/ 475404 w 872913"/>
                <a:gd name="connsiteY163" fmla="*/ 354330 h 400473"/>
                <a:gd name="connsiteX164" fmla="*/ 461433 w 872913"/>
                <a:gd name="connsiteY164" fmla="*/ 350097 h 400473"/>
                <a:gd name="connsiteX165" fmla="*/ 449157 w 872913"/>
                <a:gd name="connsiteY165" fmla="*/ 345863 h 400473"/>
                <a:gd name="connsiteX166" fmla="*/ 441960 w 872913"/>
                <a:gd name="connsiteY166" fmla="*/ 340360 h 400473"/>
                <a:gd name="connsiteX167" fmla="*/ 427990 w 872913"/>
                <a:gd name="connsiteY167" fmla="*/ 336127 h 400473"/>
                <a:gd name="connsiteX168" fmla="*/ 422487 w 872913"/>
                <a:gd name="connsiteY168" fmla="*/ 334857 h 400473"/>
                <a:gd name="connsiteX169" fmla="*/ 407247 w 872913"/>
                <a:gd name="connsiteY169" fmla="*/ 339090 h 400473"/>
                <a:gd name="connsiteX170" fmla="*/ 393277 w 872913"/>
                <a:gd name="connsiteY170" fmla="*/ 330624 h 400473"/>
                <a:gd name="connsiteX171" fmla="*/ 378037 w 872913"/>
                <a:gd name="connsiteY171" fmla="*/ 329354 h 400473"/>
                <a:gd name="connsiteX172" fmla="*/ 378037 w 872913"/>
                <a:gd name="connsiteY172" fmla="*/ 331893 h 400473"/>
                <a:gd name="connsiteX173" fmla="*/ 378037 w 872913"/>
                <a:gd name="connsiteY173" fmla="*/ 345863 h 400473"/>
                <a:gd name="connsiteX174" fmla="*/ 373804 w 872913"/>
                <a:gd name="connsiteY174" fmla="*/ 359833 h 400473"/>
                <a:gd name="connsiteX175" fmla="*/ 375073 w 872913"/>
                <a:gd name="connsiteY175" fmla="*/ 368300 h 400473"/>
                <a:gd name="connsiteX176" fmla="*/ 367877 w 872913"/>
                <a:gd name="connsiteY176" fmla="*/ 368300 h 400473"/>
                <a:gd name="connsiteX177" fmla="*/ 354330 w 872913"/>
                <a:gd name="connsiteY177" fmla="*/ 371263 h 400473"/>
                <a:gd name="connsiteX178" fmla="*/ 342900 w 872913"/>
                <a:gd name="connsiteY178" fmla="*/ 384810 h 400473"/>
                <a:gd name="connsiteX179" fmla="*/ 340360 w 872913"/>
                <a:gd name="connsiteY179" fmla="*/ 400474 h 400473"/>
                <a:gd name="connsiteX180" fmla="*/ 338667 w 872913"/>
                <a:gd name="connsiteY180" fmla="*/ 398780 h 400473"/>
                <a:gd name="connsiteX181" fmla="*/ 325120 w 872913"/>
                <a:gd name="connsiteY181" fmla="*/ 394970 h 400473"/>
                <a:gd name="connsiteX182" fmla="*/ 310727 w 872913"/>
                <a:gd name="connsiteY182" fmla="*/ 389043 h 400473"/>
                <a:gd name="connsiteX183" fmla="*/ 305223 w 872913"/>
                <a:gd name="connsiteY183" fmla="*/ 397510 h 400473"/>
                <a:gd name="connsiteX184" fmla="*/ 299720 w 872913"/>
                <a:gd name="connsiteY184" fmla="*/ 400474 h 400473"/>
                <a:gd name="connsiteX185" fmla="*/ 285750 w 872913"/>
                <a:gd name="connsiteY185" fmla="*/ 400474 h 400473"/>
                <a:gd name="connsiteX186" fmla="*/ 270510 w 872913"/>
                <a:gd name="connsiteY186" fmla="*/ 397510 h 400473"/>
                <a:gd name="connsiteX187" fmla="*/ 256540 w 872913"/>
                <a:gd name="connsiteY187" fmla="*/ 384810 h 400473"/>
                <a:gd name="connsiteX188" fmla="*/ 242570 w 872913"/>
                <a:gd name="connsiteY188" fmla="*/ 375074 h 400473"/>
                <a:gd name="connsiteX189" fmla="*/ 228600 w 872913"/>
                <a:gd name="connsiteY189" fmla="*/ 368300 h 400473"/>
                <a:gd name="connsiteX190" fmla="*/ 221827 w 872913"/>
                <a:gd name="connsiteY190" fmla="*/ 359833 h 400473"/>
                <a:gd name="connsiteX191" fmla="*/ 211667 w 872913"/>
                <a:gd name="connsiteY191" fmla="*/ 351367 h 400473"/>
                <a:gd name="connsiteX192" fmla="*/ 197697 w 872913"/>
                <a:gd name="connsiteY192" fmla="*/ 339090 h 400473"/>
                <a:gd name="connsiteX193" fmla="*/ 186690 w 872913"/>
                <a:gd name="connsiteY193" fmla="*/ 334857 h 400473"/>
                <a:gd name="connsiteX194" fmla="*/ 172720 w 872913"/>
                <a:gd name="connsiteY194" fmla="*/ 333163 h 400473"/>
                <a:gd name="connsiteX195" fmla="*/ 171450 w 872913"/>
                <a:gd name="connsiteY195" fmla="*/ 330624 h 400473"/>
                <a:gd name="connsiteX196" fmla="*/ 171450 w 872913"/>
                <a:gd name="connsiteY196" fmla="*/ 329354 h 400473"/>
                <a:gd name="connsiteX197" fmla="*/ 160443 w 872913"/>
                <a:gd name="connsiteY197" fmla="*/ 315383 h 400473"/>
                <a:gd name="connsiteX198" fmla="*/ 146473 w 872913"/>
                <a:gd name="connsiteY198" fmla="*/ 312420 h 400473"/>
                <a:gd name="connsiteX199" fmla="*/ 145204 w 872913"/>
                <a:gd name="connsiteY199" fmla="*/ 312420 h 400473"/>
                <a:gd name="connsiteX200" fmla="*/ 142240 w 872913"/>
                <a:gd name="connsiteY200" fmla="*/ 309457 h 400473"/>
                <a:gd name="connsiteX201" fmla="*/ 129540 w 872913"/>
                <a:gd name="connsiteY201" fmla="*/ 295487 h 400473"/>
                <a:gd name="connsiteX202" fmla="*/ 118533 w 872913"/>
                <a:gd name="connsiteY202" fmla="*/ 281940 h 400473"/>
                <a:gd name="connsiteX203" fmla="*/ 103293 w 872913"/>
                <a:gd name="connsiteY203" fmla="*/ 278977 h 400473"/>
                <a:gd name="connsiteX204" fmla="*/ 97367 w 872913"/>
                <a:gd name="connsiteY204" fmla="*/ 276013 h 400473"/>
                <a:gd name="connsiteX205" fmla="*/ 83397 w 872913"/>
                <a:gd name="connsiteY205" fmla="*/ 265007 h 400473"/>
                <a:gd name="connsiteX206" fmla="*/ 72390 w 872913"/>
                <a:gd name="connsiteY206" fmla="*/ 254000 h 400473"/>
                <a:gd name="connsiteX207" fmla="*/ 63923 w 872913"/>
                <a:gd name="connsiteY207" fmla="*/ 240030 h 400473"/>
                <a:gd name="connsiteX208" fmla="*/ 55457 w 872913"/>
                <a:gd name="connsiteY208" fmla="*/ 226060 h 400473"/>
                <a:gd name="connsiteX209" fmla="*/ 54187 w 872913"/>
                <a:gd name="connsiteY209" fmla="*/ 220557 h 400473"/>
                <a:gd name="connsiteX210" fmla="*/ 40217 w 872913"/>
                <a:gd name="connsiteY210" fmla="*/ 209127 h 400473"/>
                <a:gd name="connsiteX211" fmla="*/ 51647 w 872913"/>
                <a:gd name="connsiteY211" fmla="*/ 195157 h 400473"/>
                <a:gd name="connsiteX212" fmla="*/ 52917 w 872913"/>
                <a:gd name="connsiteY212" fmla="*/ 196850 h 400473"/>
                <a:gd name="connsiteX213" fmla="*/ 52917 w 872913"/>
                <a:gd name="connsiteY213" fmla="*/ 195157 h 400473"/>
                <a:gd name="connsiteX214" fmla="*/ 55457 w 872913"/>
                <a:gd name="connsiteY214" fmla="*/ 181187 h 400473"/>
                <a:gd name="connsiteX215" fmla="*/ 41487 w 872913"/>
                <a:gd name="connsiteY215" fmla="*/ 168910 h 400473"/>
                <a:gd name="connsiteX216" fmla="*/ 34714 w 872913"/>
                <a:gd name="connsiteY216" fmla="*/ 164677 h 400473"/>
                <a:gd name="connsiteX217" fmla="*/ 20743 w 872913"/>
                <a:gd name="connsiteY217" fmla="*/ 154940 h 400473"/>
                <a:gd name="connsiteX218" fmla="*/ 19473 w 872913"/>
                <a:gd name="connsiteY218" fmla="*/ 153247 h 400473"/>
                <a:gd name="connsiteX219" fmla="*/ 15240 w 872913"/>
                <a:gd name="connsiteY219" fmla="*/ 151977 h 400473"/>
                <a:gd name="connsiteX220" fmla="*/ 13547 w 872913"/>
                <a:gd name="connsiteY220" fmla="*/ 149437 h 400473"/>
                <a:gd name="connsiteX221" fmla="*/ 9737 w 872913"/>
                <a:gd name="connsiteY221" fmla="*/ 135043 h 400473"/>
                <a:gd name="connsiteX222" fmla="*/ 2540 w 872913"/>
                <a:gd name="connsiteY222" fmla="*/ 131233 h 400473"/>
                <a:gd name="connsiteX223" fmla="*/ 0 w 872913"/>
                <a:gd name="connsiteY223" fmla="*/ 117263 h 400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</a:cxnLst>
              <a:rect l="l" t="t" r="r" b="b"/>
              <a:pathLst>
                <a:path w="872913" h="400473">
                  <a:moveTo>
                    <a:pt x="0" y="117263"/>
                  </a:moveTo>
                  <a:lnTo>
                    <a:pt x="6773" y="117263"/>
                  </a:lnTo>
                  <a:lnTo>
                    <a:pt x="22014" y="127000"/>
                  </a:lnTo>
                  <a:lnTo>
                    <a:pt x="27940" y="142240"/>
                  </a:lnTo>
                  <a:lnTo>
                    <a:pt x="29210" y="142240"/>
                  </a:lnTo>
                  <a:lnTo>
                    <a:pt x="30480" y="138007"/>
                  </a:lnTo>
                  <a:lnTo>
                    <a:pt x="29210" y="135043"/>
                  </a:lnTo>
                  <a:lnTo>
                    <a:pt x="38947" y="121073"/>
                  </a:lnTo>
                  <a:lnTo>
                    <a:pt x="51647" y="107104"/>
                  </a:lnTo>
                  <a:lnTo>
                    <a:pt x="65193" y="103293"/>
                  </a:lnTo>
                  <a:lnTo>
                    <a:pt x="79164" y="103293"/>
                  </a:lnTo>
                  <a:lnTo>
                    <a:pt x="93133" y="96097"/>
                  </a:lnTo>
                  <a:lnTo>
                    <a:pt x="107104" y="103293"/>
                  </a:lnTo>
                  <a:lnTo>
                    <a:pt x="115570" y="99060"/>
                  </a:lnTo>
                  <a:lnTo>
                    <a:pt x="129540" y="87630"/>
                  </a:lnTo>
                  <a:lnTo>
                    <a:pt x="143510" y="77893"/>
                  </a:lnTo>
                  <a:lnTo>
                    <a:pt x="154517" y="75354"/>
                  </a:lnTo>
                  <a:lnTo>
                    <a:pt x="168487" y="69850"/>
                  </a:lnTo>
                  <a:lnTo>
                    <a:pt x="182457" y="62654"/>
                  </a:lnTo>
                  <a:lnTo>
                    <a:pt x="196427" y="51647"/>
                  </a:lnTo>
                  <a:lnTo>
                    <a:pt x="197697" y="51647"/>
                  </a:lnTo>
                  <a:lnTo>
                    <a:pt x="213360" y="50377"/>
                  </a:lnTo>
                  <a:lnTo>
                    <a:pt x="214630" y="50377"/>
                  </a:lnTo>
                  <a:lnTo>
                    <a:pt x="228600" y="45720"/>
                  </a:lnTo>
                  <a:lnTo>
                    <a:pt x="241300" y="37677"/>
                  </a:lnTo>
                  <a:lnTo>
                    <a:pt x="256540" y="36407"/>
                  </a:lnTo>
                  <a:lnTo>
                    <a:pt x="270510" y="30480"/>
                  </a:lnTo>
                  <a:lnTo>
                    <a:pt x="271780" y="26247"/>
                  </a:lnTo>
                  <a:lnTo>
                    <a:pt x="273473" y="26247"/>
                  </a:lnTo>
                  <a:lnTo>
                    <a:pt x="276014" y="24977"/>
                  </a:lnTo>
                  <a:lnTo>
                    <a:pt x="289983" y="18204"/>
                  </a:lnTo>
                  <a:lnTo>
                    <a:pt x="276014" y="5504"/>
                  </a:lnTo>
                  <a:lnTo>
                    <a:pt x="289983" y="2963"/>
                  </a:lnTo>
                  <a:lnTo>
                    <a:pt x="303954" y="1270"/>
                  </a:lnTo>
                  <a:lnTo>
                    <a:pt x="305223" y="0"/>
                  </a:lnTo>
                  <a:lnTo>
                    <a:pt x="306917" y="0"/>
                  </a:lnTo>
                  <a:lnTo>
                    <a:pt x="306917" y="1270"/>
                  </a:lnTo>
                  <a:lnTo>
                    <a:pt x="316654" y="9737"/>
                  </a:lnTo>
                  <a:lnTo>
                    <a:pt x="319193" y="20743"/>
                  </a:lnTo>
                  <a:lnTo>
                    <a:pt x="323427" y="23707"/>
                  </a:lnTo>
                  <a:lnTo>
                    <a:pt x="333164" y="34713"/>
                  </a:lnTo>
                  <a:lnTo>
                    <a:pt x="347133" y="30480"/>
                  </a:lnTo>
                  <a:lnTo>
                    <a:pt x="348827" y="29210"/>
                  </a:lnTo>
                  <a:lnTo>
                    <a:pt x="350097" y="29210"/>
                  </a:lnTo>
                  <a:lnTo>
                    <a:pt x="355600" y="29210"/>
                  </a:lnTo>
                  <a:lnTo>
                    <a:pt x="369570" y="29210"/>
                  </a:lnTo>
                  <a:lnTo>
                    <a:pt x="369570" y="22437"/>
                  </a:lnTo>
                  <a:lnTo>
                    <a:pt x="369570" y="19473"/>
                  </a:lnTo>
                  <a:lnTo>
                    <a:pt x="369570" y="9737"/>
                  </a:lnTo>
                  <a:lnTo>
                    <a:pt x="369570" y="5504"/>
                  </a:lnTo>
                  <a:lnTo>
                    <a:pt x="375073" y="5504"/>
                  </a:lnTo>
                  <a:lnTo>
                    <a:pt x="378037" y="4233"/>
                  </a:lnTo>
                  <a:lnTo>
                    <a:pt x="386504" y="9737"/>
                  </a:lnTo>
                  <a:lnTo>
                    <a:pt x="400050" y="9737"/>
                  </a:lnTo>
                  <a:lnTo>
                    <a:pt x="407247" y="13970"/>
                  </a:lnTo>
                  <a:lnTo>
                    <a:pt x="408517" y="27940"/>
                  </a:lnTo>
                  <a:lnTo>
                    <a:pt x="418254" y="41910"/>
                  </a:lnTo>
                  <a:lnTo>
                    <a:pt x="426720" y="37677"/>
                  </a:lnTo>
                  <a:lnTo>
                    <a:pt x="440690" y="43180"/>
                  </a:lnTo>
                  <a:lnTo>
                    <a:pt x="455930" y="45720"/>
                  </a:lnTo>
                  <a:lnTo>
                    <a:pt x="469900" y="48683"/>
                  </a:lnTo>
                  <a:lnTo>
                    <a:pt x="483870" y="58420"/>
                  </a:lnTo>
                  <a:lnTo>
                    <a:pt x="497840" y="57150"/>
                  </a:lnTo>
                  <a:lnTo>
                    <a:pt x="497840" y="58420"/>
                  </a:lnTo>
                  <a:lnTo>
                    <a:pt x="502073" y="71120"/>
                  </a:lnTo>
                  <a:lnTo>
                    <a:pt x="514773" y="62654"/>
                  </a:lnTo>
                  <a:lnTo>
                    <a:pt x="527050" y="65617"/>
                  </a:lnTo>
                  <a:lnTo>
                    <a:pt x="533823" y="61383"/>
                  </a:lnTo>
                  <a:lnTo>
                    <a:pt x="548217" y="66887"/>
                  </a:lnTo>
                  <a:lnTo>
                    <a:pt x="550757" y="80857"/>
                  </a:lnTo>
                  <a:lnTo>
                    <a:pt x="541020" y="87630"/>
                  </a:lnTo>
                  <a:lnTo>
                    <a:pt x="525780" y="100330"/>
                  </a:lnTo>
                  <a:lnTo>
                    <a:pt x="528743" y="103293"/>
                  </a:lnTo>
                  <a:lnTo>
                    <a:pt x="543983" y="107104"/>
                  </a:lnTo>
                  <a:lnTo>
                    <a:pt x="557954" y="118533"/>
                  </a:lnTo>
                  <a:lnTo>
                    <a:pt x="571923" y="132504"/>
                  </a:lnTo>
                  <a:lnTo>
                    <a:pt x="577427" y="146473"/>
                  </a:lnTo>
                  <a:lnTo>
                    <a:pt x="591397" y="153247"/>
                  </a:lnTo>
                  <a:lnTo>
                    <a:pt x="592667" y="153247"/>
                  </a:lnTo>
                  <a:lnTo>
                    <a:pt x="599864" y="147743"/>
                  </a:lnTo>
                  <a:lnTo>
                    <a:pt x="613410" y="138007"/>
                  </a:lnTo>
                  <a:lnTo>
                    <a:pt x="618067" y="136737"/>
                  </a:lnTo>
                  <a:lnTo>
                    <a:pt x="631614" y="127000"/>
                  </a:lnTo>
                  <a:lnTo>
                    <a:pt x="619337" y="111337"/>
                  </a:lnTo>
                  <a:lnTo>
                    <a:pt x="616373" y="97790"/>
                  </a:lnTo>
                  <a:lnTo>
                    <a:pt x="631614" y="101600"/>
                  </a:lnTo>
                  <a:lnTo>
                    <a:pt x="645583" y="105833"/>
                  </a:lnTo>
                  <a:lnTo>
                    <a:pt x="659554" y="114300"/>
                  </a:lnTo>
                  <a:lnTo>
                    <a:pt x="673523" y="119804"/>
                  </a:lnTo>
                  <a:lnTo>
                    <a:pt x="679027" y="124037"/>
                  </a:lnTo>
                  <a:lnTo>
                    <a:pt x="692997" y="125730"/>
                  </a:lnTo>
                  <a:lnTo>
                    <a:pt x="694690" y="124037"/>
                  </a:lnTo>
                  <a:lnTo>
                    <a:pt x="697230" y="124037"/>
                  </a:lnTo>
                  <a:lnTo>
                    <a:pt x="711200" y="125730"/>
                  </a:lnTo>
                  <a:lnTo>
                    <a:pt x="725170" y="122767"/>
                  </a:lnTo>
                  <a:lnTo>
                    <a:pt x="722630" y="136737"/>
                  </a:lnTo>
                  <a:lnTo>
                    <a:pt x="719667" y="150707"/>
                  </a:lnTo>
                  <a:lnTo>
                    <a:pt x="725170" y="154940"/>
                  </a:lnTo>
                  <a:lnTo>
                    <a:pt x="737870" y="168910"/>
                  </a:lnTo>
                  <a:lnTo>
                    <a:pt x="740410" y="171450"/>
                  </a:lnTo>
                  <a:lnTo>
                    <a:pt x="754380" y="168910"/>
                  </a:lnTo>
                  <a:lnTo>
                    <a:pt x="765810" y="160443"/>
                  </a:lnTo>
                  <a:lnTo>
                    <a:pt x="774277" y="168910"/>
                  </a:lnTo>
                  <a:lnTo>
                    <a:pt x="787823" y="174413"/>
                  </a:lnTo>
                  <a:lnTo>
                    <a:pt x="802217" y="182880"/>
                  </a:lnTo>
                  <a:lnTo>
                    <a:pt x="803064" y="181187"/>
                  </a:lnTo>
                  <a:lnTo>
                    <a:pt x="804757" y="179917"/>
                  </a:lnTo>
                  <a:lnTo>
                    <a:pt x="804757" y="178647"/>
                  </a:lnTo>
                  <a:lnTo>
                    <a:pt x="819997" y="182880"/>
                  </a:lnTo>
                  <a:lnTo>
                    <a:pt x="833967" y="188383"/>
                  </a:lnTo>
                  <a:lnTo>
                    <a:pt x="835660" y="199390"/>
                  </a:lnTo>
                  <a:lnTo>
                    <a:pt x="842433" y="209127"/>
                  </a:lnTo>
                  <a:lnTo>
                    <a:pt x="842433" y="210820"/>
                  </a:lnTo>
                  <a:lnTo>
                    <a:pt x="842433" y="214630"/>
                  </a:lnTo>
                  <a:lnTo>
                    <a:pt x="856404" y="220557"/>
                  </a:lnTo>
                  <a:lnTo>
                    <a:pt x="870373" y="232833"/>
                  </a:lnTo>
                  <a:lnTo>
                    <a:pt x="872914" y="246804"/>
                  </a:lnTo>
                  <a:lnTo>
                    <a:pt x="861907" y="251037"/>
                  </a:lnTo>
                  <a:lnTo>
                    <a:pt x="847937" y="249767"/>
                  </a:lnTo>
                  <a:lnTo>
                    <a:pt x="832697" y="258233"/>
                  </a:lnTo>
                  <a:lnTo>
                    <a:pt x="818727" y="267970"/>
                  </a:lnTo>
                  <a:lnTo>
                    <a:pt x="815764" y="267970"/>
                  </a:lnTo>
                  <a:lnTo>
                    <a:pt x="804757" y="281940"/>
                  </a:lnTo>
                  <a:lnTo>
                    <a:pt x="787823" y="287443"/>
                  </a:lnTo>
                  <a:lnTo>
                    <a:pt x="781050" y="302683"/>
                  </a:lnTo>
                  <a:lnTo>
                    <a:pt x="781050" y="303954"/>
                  </a:lnTo>
                  <a:lnTo>
                    <a:pt x="781050" y="309457"/>
                  </a:lnTo>
                  <a:lnTo>
                    <a:pt x="776817" y="325120"/>
                  </a:lnTo>
                  <a:lnTo>
                    <a:pt x="772583" y="326390"/>
                  </a:lnTo>
                  <a:lnTo>
                    <a:pt x="758614" y="327660"/>
                  </a:lnTo>
                  <a:lnTo>
                    <a:pt x="753110" y="340360"/>
                  </a:lnTo>
                  <a:lnTo>
                    <a:pt x="739140" y="347133"/>
                  </a:lnTo>
                  <a:lnTo>
                    <a:pt x="725170" y="355600"/>
                  </a:lnTo>
                  <a:lnTo>
                    <a:pt x="711200" y="359833"/>
                  </a:lnTo>
                  <a:lnTo>
                    <a:pt x="706967" y="361104"/>
                  </a:lnTo>
                  <a:lnTo>
                    <a:pt x="705697" y="362797"/>
                  </a:lnTo>
                  <a:lnTo>
                    <a:pt x="691727" y="359833"/>
                  </a:lnTo>
                  <a:lnTo>
                    <a:pt x="677757" y="355600"/>
                  </a:lnTo>
                  <a:lnTo>
                    <a:pt x="669290" y="353060"/>
                  </a:lnTo>
                  <a:lnTo>
                    <a:pt x="662517" y="353060"/>
                  </a:lnTo>
                  <a:lnTo>
                    <a:pt x="655320" y="358563"/>
                  </a:lnTo>
                  <a:lnTo>
                    <a:pt x="643043" y="372533"/>
                  </a:lnTo>
                  <a:lnTo>
                    <a:pt x="640080" y="378037"/>
                  </a:lnTo>
                  <a:lnTo>
                    <a:pt x="637540" y="384810"/>
                  </a:lnTo>
                  <a:lnTo>
                    <a:pt x="633307" y="393277"/>
                  </a:lnTo>
                  <a:lnTo>
                    <a:pt x="630343" y="390737"/>
                  </a:lnTo>
                  <a:lnTo>
                    <a:pt x="623570" y="375074"/>
                  </a:lnTo>
                  <a:lnTo>
                    <a:pt x="621877" y="376767"/>
                  </a:lnTo>
                  <a:lnTo>
                    <a:pt x="619337" y="378037"/>
                  </a:lnTo>
                  <a:lnTo>
                    <a:pt x="605367" y="373804"/>
                  </a:lnTo>
                  <a:lnTo>
                    <a:pt x="591397" y="367030"/>
                  </a:lnTo>
                  <a:lnTo>
                    <a:pt x="582930" y="364067"/>
                  </a:lnTo>
                  <a:lnTo>
                    <a:pt x="568960" y="362797"/>
                  </a:lnTo>
                  <a:lnTo>
                    <a:pt x="567690" y="364067"/>
                  </a:lnTo>
                  <a:lnTo>
                    <a:pt x="554990" y="373804"/>
                  </a:lnTo>
                  <a:lnTo>
                    <a:pt x="552027" y="373804"/>
                  </a:lnTo>
                  <a:lnTo>
                    <a:pt x="546523" y="373804"/>
                  </a:lnTo>
                  <a:lnTo>
                    <a:pt x="532554" y="372533"/>
                  </a:lnTo>
                  <a:lnTo>
                    <a:pt x="518583" y="371263"/>
                  </a:lnTo>
                  <a:lnTo>
                    <a:pt x="511810" y="368300"/>
                  </a:lnTo>
                  <a:lnTo>
                    <a:pt x="502073" y="359833"/>
                  </a:lnTo>
                  <a:lnTo>
                    <a:pt x="488104" y="354330"/>
                  </a:lnTo>
                  <a:lnTo>
                    <a:pt x="488104" y="351367"/>
                  </a:lnTo>
                  <a:lnTo>
                    <a:pt x="475404" y="354330"/>
                  </a:lnTo>
                  <a:lnTo>
                    <a:pt x="461433" y="350097"/>
                  </a:lnTo>
                  <a:lnTo>
                    <a:pt x="449157" y="345863"/>
                  </a:lnTo>
                  <a:lnTo>
                    <a:pt x="441960" y="340360"/>
                  </a:lnTo>
                  <a:lnTo>
                    <a:pt x="427990" y="336127"/>
                  </a:lnTo>
                  <a:lnTo>
                    <a:pt x="422487" y="334857"/>
                  </a:lnTo>
                  <a:lnTo>
                    <a:pt x="407247" y="339090"/>
                  </a:lnTo>
                  <a:lnTo>
                    <a:pt x="393277" y="330624"/>
                  </a:lnTo>
                  <a:lnTo>
                    <a:pt x="378037" y="329354"/>
                  </a:lnTo>
                  <a:lnTo>
                    <a:pt x="378037" y="331893"/>
                  </a:lnTo>
                  <a:lnTo>
                    <a:pt x="378037" y="345863"/>
                  </a:lnTo>
                  <a:lnTo>
                    <a:pt x="373804" y="359833"/>
                  </a:lnTo>
                  <a:lnTo>
                    <a:pt x="375073" y="368300"/>
                  </a:lnTo>
                  <a:lnTo>
                    <a:pt x="367877" y="368300"/>
                  </a:lnTo>
                  <a:lnTo>
                    <a:pt x="354330" y="371263"/>
                  </a:lnTo>
                  <a:lnTo>
                    <a:pt x="342900" y="384810"/>
                  </a:lnTo>
                  <a:lnTo>
                    <a:pt x="340360" y="400474"/>
                  </a:lnTo>
                  <a:lnTo>
                    <a:pt x="338667" y="398780"/>
                  </a:lnTo>
                  <a:lnTo>
                    <a:pt x="325120" y="394970"/>
                  </a:lnTo>
                  <a:lnTo>
                    <a:pt x="310727" y="389043"/>
                  </a:lnTo>
                  <a:lnTo>
                    <a:pt x="305223" y="397510"/>
                  </a:lnTo>
                  <a:lnTo>
                    <a:pt x="299720" y="400474"/>
                  </a:lnTo>
                  <a:lnTo>
                    <a:pt x="285750" y="400474"/>
                  </a:lnTo>
                  <a:lnTo>
                    <a:pt x="270510" y="397510"/>
                  </a:lnTo>
                  <a:lnTo>
                    <a:pt x="256540" y="384810"/>
                  </a:lnTo>
                  <a:lnTo>
                    <a:pt x="242570" y="375074"/>
                  </a:lnTo>
                  <a:lnTo>
                    <a:pt x="228600" y="368300"/>
                  </a:lnTo>
                  <a:lnTo>
                    <a:pt x="221827" y="359833"/>
                  </a:lnTo>
                  <a:lnTo>
                    <a:pt x="211667" y="351367"/>
                  </a:lnTo>
                  <a:lnTo>
                    <a:pt x="197697" y="339090"/>
                  </a:lnTo>
                  <a:lnTo>
                    <a:pt x="186690" y="334857"/>
                  </a:lnTo>
                  <a:lnTo>
                    <a:pt x="172720" y="333163"/>
                  </a:lnTo>
                  <a:lnTo>
                    <a:pt x="171450" y="330624"/>
                  </a:lnTo>
                  <a:lnTo>
                    <a:pt x="171450" y="329354"/>
                  </a:lnTo>
                  <a:lnTo>
                    <a:pt x="160443" y="315383"/>
                  </a:lnTo>
                  <a:lnTo>
                    <a:pt x="146473" y="312420"/>
                  </a:lnTo>
                  <a:lnTo>
                    <a:pt x="145204" y="312420"/>
                  </a:lnTo>
                  <a:lnTo>
                    <a:pt x="142240" y="309457"/>
                  </a:lnTo>
                  <a:lnTo>
                    <a:pt x="129540" y="295487"/>
                  </a:lnTo>
                  <a:lnTo>
                    <a:pt x="118533" y="281940"/>
                  </a:lnTo>
                  <a:lnTo>
                    <a:pt x="103293" y="278977"/>
                  </a:lnTo>
                  <a:lnTo>
                    <a:pt x="97367" y="276013"/>
                  </a:lnTo>
                  <a:lnTo>
                    <a:pt x="83397" y="265007"/>
                  </a:lnTo>
                  <a:lnTo>
                    <a:pt x="72390" y="254000"/>
                  </a:lnTo>
                  <a:lnTo>
                    <a:pt x="63923" y="240030"/>
                  </a:lnTo>
                  <a:lnTo>
                    <a:pt x="55457" y="226060"/>
                  </a:lnTo>
                  <a:lnTo>
                    <a:pt x="54187" y="220557"/>
                  </a:lnTo>
                  <a:lnTo>
                    <a:pt x="40217" y="209127"/>
                  </a:lnTo>
                  <a:lnTo>
                    <a:pt x="51647" y="195157"/>
                  </a:lnTo>
                  <a:lnTo>
                    <a:pt x="52917" y="196850"/>
                  </a:lnTo>
                  <a:lnTo>
                    <a:pt x="52917" y="195157"/>
                  </a:lnTo>
                  <a:lnTo>
                    <a:pt x="55457" y="181187"/>
                  </a:lnTo>
                  <a:lnTo>
                    <a:pt x="41487" y="168910"/>
                  </a:lnTo>
                  <a:lnTo>
                    <a:pt x="34714" y="164677"/>
                  </a:lnTo>
                  <a:lnTo>
                    <a:pt x="20743" y="154940"/>
                  </a:lnTo>
                  <a:lnTo>
                    <a:pt x="19473" y="153247"/>
                  </a:lnTo>
                  <a:lnTo>
                    <a:pt x="15240" y="151977"/>
                  </a:lnTo>
                  <a:lnTo>
                    <a:pt x="13547" y="149437"/>
                  </a:lnTo>
                  <a:lnTo>
                    <a:pt x="9737" y="135043"/>
                  </a:lnTo>
                  <a:lnTo>
                    <a:pt x="2540" y="131233"/>
                  </a:lnTo>
                  <a:lnTo>
                    <a:pt x="0" y="117263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7" name="Freeform 2386">
              <a:extLst>
                <a:ext uri="{FF2B5EF4-FFF2-40B4-BE49-F238E27FC236}">
                  <a16:creationId xmlns:a16="http://schemas.microsoft.com/office/drawing/2014/main" id="{7F28A1A2-7027-A142-8CE3-E0E689036671}"/>
                </a:ext>
              </a:extLst>
            </p:cNvPr>
            <p:cNvSpPr/>
            <p:nvPr/>
          </p:nvSpPr>
          <p:spPr>
            <a:xfrm>
              <a:off x="10652760" y="6079489"/>
              <a:ext cx="177376" cy="637539"/>
            </a:xfrm>
            <a:custGeom>
              <a:avLst/>
              <a:gdLst>
                <a:gd name="connsiteX0" fmla="*/ 175683 w 177376"/>
                <a:gd name="connsiteY0" fmla="*/ 80857 h 637539"/>
                <a:gd name="connsiteX1" fmla="*/ 174413 w 177376"/>
                <a:gd name="connsiteY1" fmla="*/ 80857 h 637539"/>
                <a:gd name="connsiteX2" fmla="*/ 173143 w 177376"/>
                <a:gd name="connsiteY2" fmla="*/ 79587 h 637539"/>
                <a:gd name="connsiteX3" fmla="*/ 170180 w 177376"/>
                <a:gd name="connsiteY3" fmla="*/ 68157 h 637539"/>
                <a:gd name="connsiteX4" fmla="*/ 168910 w 177376"/>
                <a:gd name="connsiteY4" fmla="*/ 65617 h 637539"/>
                <a:gd name="connsiteX5" fmla="*/ 168910 w 177376"/>
                <a:gd name="connsiteY5" fmla="*/ 63923 h 637539"/>
                <a:gd name="connsiteX6" fmla="*/ 167640 w 177376"/>
                <a:gd name="connsiteY6" fmla="*/ 60114 h 637539"/>
                <a:gd name="connsiteX7" fmla="*/ 165946 w 177376"/>
                <a:gd name="connsiteY7" fmla="*/ 47414 h 637539"/>
                <a:gd name="connsiteX8" fmla="*/ 167640 w 177376"/>
                <a:gd name="connsiteY8" fmla="*/ 41910 h 637539"/>
                <a:gd name="connsiteX9" fmla="*/ 168910 w 177376"/>
                <a:gd name="connsiteY9" fmla="*/ 40640 h 637539"/>
                <a:gd name="connsiteX10" fmla="*/ 171450 w 177376"/>
                <a:gd name="connsiteY10" fmla="*/ 33443 h 637539"/>
                <a:gd name="connsiteX11" fmla="*/ 171450 w 177376"/>
                <a:gd name="connsiteY11" fmla="*/ 26247 h 637539"/>
                <a:gd name="connsiteX12" fmla="*/ 171450 w 177376"/>
                <a:gd name="connsiteY12" fmla="*/ 12277 h 637539"/>
                <a:gd name="connsiteX13" fmla="*/ 171450 w 177376"/>
                <a:gd name="connsiteY13" fmla="*/ 6773 h 637539"/>
                <a:gd name="connsiteX14" fmla="*/ 171450 w 177376"/>
                <a:gd name="connsiteY14" fmla="*/ 5504 h 637539"/>
                <a:gd name="connsiteX15" fmla="*/ 170180 w 177376"/>
                <a:gd name="connsiteY15" fmla="*/ 5504 h 637539"/>
                <a:gd name="connsiteX16" fmla="*/ 165946 w 177376"/>
                <a:gd name="connsiteY16" fmla="*/ 6773 h 637539"/>
                <a:gd name="connsiteX17" fmla="*/ 161713 w 177376"/>
                <a:gd name="connsiteY17" fmla="*/ 5504 h 637539"/>
                <a:gd name="connsiteX18" fmla="*/ 159173 w 177376"/>
                <a:gd name="connsiteY18" fmla="*/ 0 h 637539"/>
                <a:gd name="connsiteX19" fmla="*/ 154940 w 177376"/>
                <a:gd name="connsiteY19" fmla="*/ 6773 h 637539"/>
                <a:gd name="connsiteX20" fmla="*/ 153670 w 177376"/>
                <a:gd name="connsiteY20" fmla="*/ 20743 h 637539"/>
                <a:gd name="connsiteX21" fmla="*/ 150707 w 177376"/>
                <a:gd name="connsiteY21" fmla="*/ 29210 h 637539"/>
                <a:gd name="connsiteX22" fmla="*/ 143933 w 177376"/>
                <a:gd name="connsiteY22" fmla="*/ 33443 h 637539"/>
                <a:gd name="connsiteX23" fmla="*/ 129963 w 177376"/>
                <a:gd name="connsiteY23" fmla="*/ 37677 h 637539"/>
                <a:gd name="connsiteX24" fmla="*/ 120227 w 177376"/>
                <a:gd name="connsiteY24" fmla="*/ 30480 h 637539"/>
                <a:gd name="connsiteX25" fmla="*/ 108796 w 177376"/>
                <a:gd name="connsiteY25" fmla="*/ 33443 h 637539"/>
                <a:gd name="connsiteX26" fmla="*/ 95250 w 177376"/>
                <a:gd name="connsiteY26" fmla="*/ 32173 h 637539"/>
                <a:gd name="connsiteX27" fmla="*/ 93557 w 177376"/>
                <a:gd name="connsiteY27" fmla="*/ 33443 h 637539"/>
                <a:gd name="connsiteX28" fmla="*/ 92286 w 177376"/>
                <a:gd name="connsiteY28" fmla="*/ 47414 h 637539"/>
                <a:gd name="connsiteX29" fmla="*/ 92286 w 177376"/>
                <a:gd name="connsiteY29" fmla="*/ 61383 h 637539"/>
                <a:gd name="connsiteX30" fmla="*/ 93557 w 177376"/>
                <a:gd name="connsiteY30" fmla="*/ 66887 h 637539"/>
                <a:gd name="connsiteX31" fmla="*/ 83820 w 177376"/>
                <a:gd name="connsiteY31" fmla="*/ 77893 h 637539"/>
                <a:gd name="connsiteX32" fmla="*/ 77046 w 177376"/>
                <a:gd name="connsiteY32" fmla="*/ 91864 h 637539"/>
                <a:gd name="connsiteX33" fmla="*/ 75353 w 177376"/>
                <a:gd name="connsiteY33" fmla="*/ 105833 h 637539"/>
                <a:gd name="connsiteX34" fmla="*/ 74083 w 177376"/>
                <a:gd name="connsiteY34" fmla="*/ 119804 h 637539"/>
                <a:gd name="connsiteX35" fmla="*/ 71120 w 177376"/>
                <a:gd name="connsiteY35" fmla="*/ 133773 h 637539"/>
                <a:gd name="connsiteX36" fmla="*/ 69850 w 177376"/>
                <a:gd name="connsiteY36" fmla="*/ 147743 h 637539"/>
                <a:gd name="connsiteX37" fmla="*/ 67310 w 177376"/>
                <a:gd name="connsiteY37" fmla="*/ 161714 h 637539"/>
                <a:gd name="connsiteX38" fmla="*/ 67310 w 177376"/>
                <a:gd name="connsiteY38" fmla="*/ 164677 h 637539"/>
                <a:gd name="connsiteX39" fmla="*/ 64346 w 177376"/>
                <a:gd name="connsiteY39" fmla="*/ 179917 h 637539"/>
                <a:gd name="connsiteX40" fmla="*/ 64346 w 177376"/>
                <a:gd name="connsiteY40" fmla="*/ 184150 h 637539"/>
                <a:gd name="connsiteX41" fmla="*/ 60113 w 177376"/>
                <a:gd name="connsiteY41" fmla="*/ 198120 h 637539"/>
                <a:gd name="connsiteX42" fmla="*/ 55880 w 177376"/>
                <a:gd name="connsiteY42" fmla="*/ 212090 h 637539"/>
                <a:gd name="connsiteX43" fmla="*/ 55880 w 177376"/>
                <a:gd name="connsiteY43" fmla="*/ 213360 h 637539"/>
                <a:gd name="connsiteX44" fmla="*/ 52917 w 177376"/>
                <a:gd name="connsiteY44" fmla="*/ 227330 h 637539"/>
                <a:gd name="connsiteX45" fmla="*/ 49107 w 177376"/>
                <a:gd name="connsiteY45" fmla="*/ 237067 h 637539"/>
                <a:gd name="connsiteX46" fmla="*/ 46143 w 177376"/>
                <a:gd name="connsiteY46" fmla="*/ 243840 h 637539"/>
                <a:gd name="connsiteX47" fmla="*/ 44873 w 177376"/>
                <a:gd name="connsiteY47" fmla="*/ 249767 h 637539"/>
                <a:gd name="connsiteX48" fmla="*/ 37677 w 177376"/>
                <a:gd name="connsiteY48" fmla="*/ 263314 h 637539"/>
                <a:gd name="connsiteX49" fmla="*/ 35136 w 177376"/>
                <a:gd name="connsiteY49" fmla="*/ 269240 h 637539"/>
                <a:gd name="connsiteX50" fmla="*/ 27940 w 177376"/>
                <a:gd name="connsiteY50" fmla="*/ 283210 h 637539"/>
                <a:gd name="connsiteX51" fmla="*/ 26670 w 177376"/>
                <a:gd name="connsiteY51" fmla="*/ 284480 h 637539"/>
                <a:gd name="connsiteX52" fmla="*/ 35136 w 177376"/>
                <a:gd name="connsiteY52" fmla="*/ 289983 h 637539"/>
                <a:gd name="connsiteX53" fmla="*/ 32173 w 177376"/>
                <a:gd name="connsiteY53" fmla="*/ 298450 h 637539"/>
                <a:gd name="connsiteX54" fmla="*/ 27940 w 177376"/>
                <a:gd name="connsiteY54" fmla="*/ 302683 h 637539"/>
                <a:gd name="connsiteX55" fmla="*/ 16933 w 177376"/>
                <a:gd name="connsiteY55" fmla="*/ 314960 h 637539"/>
                <a:gd name="connsiteX56" fmla="*/ 12700 w 177376"/>
                <a:gd name="connsiteY56" fmla="*/ 329354 h 637539"/>
                <a:gd name="connsiteX57" fmla="*/ 2963 w 177376"/>
                <a:gd name="connsiteY57" fmla="*/ 344593 h 637539"/>
                <a:gd name="connsiteX58" fmla="*/ 0 w 177376"/>
                <a:gd name="connsiteY58" fmla="*/ 347133 h 637539"/>
                <a:gd name="connsiteX59" fmla="*/ 0 w 177376"/>
                <a:gd name="connsiteY59" fmla="*/ 348827 h 637539"/>
                <a:gd name="connsiteX60" fmla="*/ 2963 w 177376"/>
                <a:gd name="connsiteY60" fmla="*/ 356870 h 637539"/>
                <a:gd name="connsiteX61" fmla="*/ 8467 w 177376"/>
                <a:gd name="connsiteY61" fmla="*/ 370840 h 637539"/>
                <a:gd name="connsiteX62" fmla="*/ 13970 w 177376"/>
                <a:gd name="connsiteY62" fmla="*/ 384810 h 637539"/>
                <a:gd name="connsiteX63" fmla="*/ 15663 w 177376"/>
                <a:gd name="connsiteY63" fmla="*/ 389043 h 637539"/>
                <a:gd name="connsiteX64" fmla="*/ 21167 w 177376"/>
                <a:gd name="connsiteY64" fmla="*/ 403014 h 637539"/>
                <a:gd name="connsiteX65" fmla="*/ 27940 w 177376"/>
                <a:gd name="connsiteY65" fmla="*/ 416983 h 637539"/>
                <a:gd name="connsiteX66" fmla="*/ 32173 w 177376"/>
                <a:gd name="connsiteY66" fmla="*/ 425450 h 637539"/>
                <a:gd name="connsiteX67" fmla="*/ 37677 w 177376"/>
                <a:gd name="connsiteY67" fmla="*/ 439420 h 637539"/>
                <a:gd name="connsiteX68" fmla="*/ 39370 w 177376"/>
                <a:gd name="connsiteY68" fmla="*/ 443654 h 637539"/>
                <a:gd name="connsiteX69" fmla="*/ 43180 w 177376"/>
                <a:gd name="connsiteY69" fmla="*/ 457623 h 637539"/>
                <a:gd name="connsiteX70" fmla="*/ 49107 w 177376"/>
                <a:gd name="connsiteY70" fmla="*/ 471593 h 637539"/>
                <a:gd name="connsiteX71" fmla="*/ 51646 w 177376"/>
                <a:gd name="connsiteY71" fmla="*/ 485564 h 637539"/>
                <a:gd name="connsiteX72" fmla="*/ 61383 w 177376"/>
                <a:gd name="connsiteY72" fmla="*/ 499110 h 637539"/>
                <a:gd name="connsiteX73" fmla="*/ 68580 w 177376"/>
                <a:gd name="connsiteY73" fmla="*/ 514773 h 637539"/>
                <a:gd name="connsiteX74" fmla="*/ 74083 w 177376"/>
                <a:gd name="connsiteY74" fmla="*/ 528743 h 637539"/>
                <a:gd name="connsiteX75" fmla="*/ 75353 w 177376"/>
                <a:gd name="connsiteY75" fmla="*/ 532977 h 637539"/>
                <a:gd name="connsiteX76" fmla="*/ 77046 w 177376"/>
                <a:gd name="connsiteY76" fmla="*/ 536787 h 637539"/>
                <a:gd name="connsiteX77" fmla="*/ 82127 w 177376"/>
                <a:gd name="connsiteY77" fmla="*/ 551180 h 637539"/>
                <a:gd name="connsiteX78" fmla="*/ 86360 w 177376"/>
                <a:gd name="connsiteY78" fmla="*/ 564727 h 637539"/>
                <a:gd name="connsiteX79" fmla="*/ 92286 w 177376"/>
                <a:gd name="connsiteY79" fmla="*/ 580390 h 637539"/>
                <a:gd name="connsiteX80" fmla="*/ 97790 w 177376"/>
                <a:gd name="connsiteY80" fmla="*/ 594360 h 637539"/>
                <a:gd name="connsiteX81" fmla="*/ 102023 w 177376"/>
                <a:gd name="connsiteY81" fmla="*/ 608330 h 637539"/>
                <a:gd name="connsiteX82" fmla="*/ 102023 w 177376"/>
                <a:gd name="connsiteY82" fmla="*/ 618067 h 637539"/>
                <a:gd name="connsiteX83" fmla="*/ 104563 w 177376"/>
                <a:gd name="connsiteY83" fmla="*/ 626110 h 637539"/>
                <a:gd name="connsiteX84" fmla="*/ 108796 w 177376"/>
                <a:gd name="connsiteY84" fmla="*/ 636270 h 637539"/>
                <a:gd name="connsiteX85" fmla="*/ 108796 w 177376"/>
                <a:gd name="connsiteY85" fmla="*/ 637540 h 637539"/>
                <a:gd name="connsiteX86" fmla="*/ 110067 w 177376"/>
                <a:gd name="connsiteY86" fmla="*/ 637540 h 637539"/>
                <a:gd name="connsiteX87" fmla="*/ 117263 w 177376"/>
                <a:gd name="connsiteY87" fmla="*/ 626110 h 637539"/>
                <a:gd name="connsiteX88" fmla="*/ 120227 w 177376"/>
                <a:gd name="connsiteY88" fmla="*/ 627804 h 637539"/>
                <a:gd name="connsiteX89" fmla="*/ 118533 w 177376"/>
                <a:gd name="connsiteY89" fmla="*/ 621877 h 637539"/>
                <a:gd name="connsiteX90" fmla="*/ 121496 w 177376"/>
                <a:gd name="connsiteY90" fmla="*/ 613833 h 637539"/>
                <a:gd name="connsiteX91" fmla="*/ 122767 w 177376"/>
                <a:gd name="connsiteY91" fmla="*/ 612564 h 637539"/>
                <a:gd name="connsiteX92" fmla="*/ 122767 w 177376"/>
                <a:gd name="connsiteY92" fmla="*/ 596900 h 637539"/>
                <a:gd name="connsiteX93" fmla="*/ 127000 w 177376"/>
                <a:gd name="connsiteY93" fmla="*/ 582930 h 637539"/>
                <a:gd name="connsiteX94" fmla="*/ 128693 w 177376"/>
                <a:gd name="connsiteY94" fmla="*/ 568960 h 637539"/>
                <a:gd name="connsiteX95" fmla="*/ 131233 w 177376"/>
                <a:gd name="connsiteY95" fmla="*/ 551180 h 637539"/>
                <a:gd name="connsiteX96" fmla="*/ 134196 w 177376"/>
                <a:gd name="connsiteY96" fmla="*/ 539750 h 637539"/>
                <a:gd name="connsiteX97" fmla="*/ 139700 w 177376"/>
                <a:gd name="connsiteY97" fmla="*/ 525780 h 637539"/>
                <a:gd name="connsiteX98" fmla="*/ 135467 w 177376"/>
                <a:gd name="connsiteY98" fmla="*/ 511810 h 637539"/>
                <a:gd name="connsiteX99" fmla="*/ 136736 w 177376"/>
                <a:gd name="connsiteY99" fmla="*/ 496570 h 637539"/>
                <a:gd name="connsiteX100" fmla="*/ 135467 w 177376"/>
                <a:gd name="connsiteY100" fmla="*/ 481330 h 637539"/>
                <a:gd name="connsiteX101" fmla="*/ 134196 w 177376"/>
                <a:gd name="connsiteY101" fmla="*/ 478367 h 637539"/>
                <a:gd name="connsiteX102" fmla="*/ 138430 w 177376"/>
                <a:gd name="connsiteY102" fmla="*/ 464397 h 637539"/>
                <a:gd name="connsiteX103" fmla="*/ 139700 w 177376"/>
                <a:gd name="connsiteY103" fmla="*/ 451697 h 637539"/>
                <a:gd name="connsiteX104" fmla="*/ 145203 w 177376"/>
                <a:gd name="connsiteY104" fmla="*/ 437727 h 637539"/>
                <a:gd name="connsiteX105" fmla="*/ 150707 w 177376"/>
                <a:gd name="connsiteY105" fmla="*/ 424180 h 637539"/>
                <a:gd name="connsiteX106" fmla="*/ 154940 w 177376"/>
                <a:gd name="connsiteY106" fmla="*/ 410210 h 637539"/>
                <a:gd name="connsiteX107" fmla="*/ 159173 w 177376"/>
                <a:gd name="connsiteY107" fmla="*/ 396240 h 637539"/>
                <a:gd name="connsiteX108" fmla="*/ 161713 w 177376"/>
                <a:gd name="connsiteY108" fmla="*/ 393277 h 637539"/>
                <a:gd name="connsiteX109" fmla="*/ 163407 w 177376"/>
                <a:gd name="connsiteY109" fmla="*/ 387773 h 637539"/>
                <a:gd name="connsiteX110" fmla="*/ 163407 w 177376"/>
                <a:gd name="connsiteY110" fmla="*/ 382270 h 637539"/>
                <a:gd name="connsiteX111" fmla="*/ 165946 w 177376"/>
                <a:gd name="connsiteY111" fmla="*/ 376767 h 637539"/>
                <a:gd name="connsiteX112" fmla="*/ 168910 w 177376"/>
                <a:gd name="connsiteY112" fmla="*/ 368300 h 637539"/>
                <a:gd name="connsiteX113" fmla="*/ 170180 w 177376"/>
                <a:gd name="connsiteY113" fmla="*/ 362797 h 637539"/>
                <a:gd name="connsiteX114" fmla="*/ 163407 w 177376"/>
                <a:gd name="connsiteY114" fmla="*/ 348827 h 637539"/>
                <a:gd name="connsiteX115" fmla="*/ 160443 w 177376"/>
                <a:gd name="connsiteY115" fmla="*/ 345864 h 637539"/>
                <a:gd name="connsiteX116" fmla="*/ 159173 w 177376"/>
                <a:gd name="connsiteY116" fmla="*/ 344593 h 637539"/>
                <a:gd name="connsiteX117" fmla="*/ 161713 w 177376"/>
                <a:gd name="connsiteY117" fmla="*/ 330623 h 637539"/>
                <a:gd name="connsiteX118" fmla="*/ 163407 w 177376"/>
                <a:gd name="connsiteY118" fmla="*/ 329354 h 637539"/>
                <a:gd name="connsiteX119" fmla="*/ 167640 w 177376"/>
                <a:gd name="connsiteY119" fmla="*/ 314960 h 637539"/>
                <a:gd name="connsiteX120" fmla="*/ 167640 w 177376"/>
                <a:gd name="connsiteY120" fmla="*/ 299720 h 637539"/>
                <a:gd name="connsiteX121" fmla="*/ 156210 w 177376"/>
                <a:gd name="connsiteY121" fmla="*/ 301414 h 637539"/>
                <a:gd name="connsiteX122" fmla="*/ 154940 w 177376"/>
                <a:gd name="connsiteY122" fmla="*/ 301414 h 637539"/>
                <a:gd name="connsiteX123" fmla="*/ 154940 w 177376"/>
                <a:gd name="connsiteY123" fmla="*/ 302683 h 637539"/>
                <a:gd name="connsiteX124" fmla="*/ 150707 w 177376"/>
                <a:gd name="connsiteY124" fmla="*/ 305647 h 637539"/>
                <a:gd name="connsiteX125" fmla="*/ 149436 w 177376"/>
                <a:gd name="connsiteY125" fmla="*/ 306917 h 637539"/>
                <a:gd name="connsiteX126" fmla="*/ 143933 w 177376"/>
                <a:gd name="connsiteY126" fmla="*/ 311150 h 637539"/>
                <a:gd name="connsiteX127" fmla="*/ 129963 w 177376"/>
                <a:gd name="connsiteY127" fmla="*/ 320887 h 637539"/>
                <a:gd name="connsiteX128" fmla="*/ 115993 w 177376"/>
                <a:gd name="connsiteY128" fmla="*/ 323427 h 637539"/>
                <a:gd name="connsiteX129" fmla="*/ 102023 w 177376"/>
                <a:gd name="connsiteY129" fmla="*/ 323427 h 637539"/>
                <a:gd name="connsiteX130" fmla="*/ 92286 w 177376"/>
                <a:gd name="connsiteY130" fmla="*/ 325120 h 637539"/>
                <a:gd name="connsiteX131" fmla="*/ 86360 w 177376"/>
                <a:gd name="connsiteY131" fmla="*/ 311150 h 637539"/>
                <a:gd name="connsiteX132" fmla="*/ 92286 w 177376"/>
                <a:gd name="connsiteY132" fmla="*/ 297180 h 637539"/>
                <a:gd name="connsiteX133" fmla="*/ 93557 w 177376"/>
                <a:gd name="connsiteY133" fmla="*/ 283210 h 637539"/>
                <a:gd name="connsiteX134" fmla="*/ 97790 w 177376"/>
                <a:gd name="connsiteY134" fmla="*/ 276014 h 637539"/>
                <a:gd name="connsiteX135" fmla="*/ 100753 w 177376"/>
                <a:gd name="connsiteY135" fmla="*/ 274743 h 637539"/>
                <a:gd name="connsiteX136" fmla="*/ 114300 w 177376"/>
                <a:gd name="connsiteY136" fmla="*/ 263314 h 637539"/>
                <a:gd name="connsiteX137" fmla="*/ 127000 w 177376"/>
                <a:gd name="connsiteY137" fmla="*/ 257810 h 637539"/>
                <a:gd name="connsiteX138" fmla="*/ 128693 w 177376"/>
                <a:gd name="connsiteY138" fmla="*/ 252307 h 637539"/>
                <a:gd name="connsiteX139" fmla="*/ 128693 w 177376"/>
                <a:gd name="connsiteY139" fmla="*/ 249767 h 637539"/>
                <a:gd name="connsiteX140" fmla="*/ 124460 w 177376"/>
                <a:gd name="connsiteY140" fmla="*/ 248073 h 637539"/>
                <a:gd name="connsiteX141" fmla="*/ 111760 w 177376"/>
                <a:gd name="connsiteY141" fmla="*/ 243840 h 637539"/>
                <a:gd name="connsiteX142" fmla="*/ 97790 w 177376"/>
                <a:gd name="connsiteY142" fmla="*/ 246804 h 637539"/>
                <a:gd name="connsiteX143" fmla="*/ 96520 w 177376"/>
                <a:gd name="connsiteY143" fmla="*/ 246804 h 637539"/>
                <a:gd name="connsiteX144" fmla="*/ 90593 w 177376"/>
                <a:gd name="connsiteY144" fmla="*/ 243840 h 637539"/>
                <a:gd name="connsiteX145" fmla="*/ 90593 w 177376"/>
                <a:gd name="connsiteY145" fmla="*/ 240030 h 637539"/>
                <a:gd name="connsiteX146" fmla="*/ 95250 w 177376"/>
                <a:gd name="connsiteY146" fmla="*/ 238337 h 637539"/>
                <a:gd name="connsiteX147" fmla="*/ 95250 w 177376"/>
                <a:gd name="connsiteY147" fmla="*/ 227330 h 637539"/>
                <a:gd name="connsiteX148" fmla="*/ 93557 w 177376"/>
                <a:gd name="connsiteY148" fmla="*/ 218864 h 637539"/>
                <a:gd name="connsiteX149" fmla="*/ 93557 w 177376"/>
                <a:gd name="connsiteY149" fmla="*/ 216323 h 637539"/>
                <a:gd name="connsiteX150" fmla="*/ 93557 w 177376"/>
                <a:gd name="connsiteY150" fmla="*/ 213360 h 637539"/>
                <a:gd name="connsiteX151" fmla="*/ 93557 w 177376"/>
                <a:gd name="connsiteY151" fmla="*/ 203623 h 637539"/>
                <a:gd name="connsiteX152" fmla="*/ 90593 w 177376"/>
                <a:gd name="connsiteY152" fmla="*/ 195157 h 637539"/>
                <a:gd name="connsiteX153" fmla="*/ 86360 w 177376"/>
                <a:gd name="connsiteY153" fmla="*/ 184150 h 637539"/>
                <a:gd name="connsiteX154" fmla="*/ 86360 w 177376"/>
                <a:gd name="connsiteY154" fmla="*/ 182457 h 637539"/>
                <a:gd name="connsiteX155" fmla="*/ 90593 w 177376"/>
                <a:gd name="connsiteY155" fmla="*/ 178647 h 637539"/>
                <a:gd name="connsiteX156" fmla="*/ 92286 w 177376"/>
                <a:gd name="connsiteY156" fmla="*/ 164677 h 637539"/>
                <a:gd name="connsiteX157" fmla="*/ 92286 w 177376"/>
                <a:gd name="connsiteY157" fmla="*/ 162983 h 637539"/>
                <a:gd name="connsiteX158" fmla="*/ 93557 w 177376"/>
                <a:gd name="connsiteY158" fmla="*/ 159173 h 637539"/>
                <a:gd name="connsiteX159" fmla="*/ 95250 w 177376"/>
                <a:gd name="connsiteY159" fmla="*/ 151977 h 637539"/>
                <a:gd name="connsiteX160" fmla="*/ 96520 w 177376"/>
                <a:gd name="connsiteY160" fmla="*/ 146473 h 637539"/>
                <a:gd name="connsiteX161" fmla="*/ 107527 w 177376"/>
                <a:gd name="connsiteY161" fmla="*/ 132504 h 637539"/>
                <a:gd name="connsiteX162" fmla="*/ 115993 w 177376"/>
                <a:gd name="connsiteY162" fmla="*/ 124037 h 637539"/>
                <a:gd name="connsiteX163" fmla="*/ 129963 w 177376"/>
                <a:gd name="connsiteY163" fmla="*/ 129540 h 637539"/>
                <a:gd name="connsiteX164" fmla="*/ 131233 w 177376"/>
                <a:gd name="connsiteY164" fmla="*/ 129540 h 637539"/>
                <a:gd name="connsiteX165" fmla="*/ 145203 w 177376"/>
                <a:gd name="connsiteY165" fmla="*/ 132504 h 637539"/>
                <a:gd name="connsiteX166" fmla="*/ 152400 w 177376"/>
                <a:gd name="connsiteY166" fmla="*/ 146473 h 637539"/>
                <a:gd name="connsiteX167" fmla="*/ 157903 w 177376"/>
                <a:gd name="connsiteY167" fmla="*/ 147743 h 637539"/>
                <a:gd name="connsiteX168" fmla="*/ 165946 w 177376"/>
                <a:gd name="connsiteY168" fmla="*/ 150707 h 637539"/>
                <a:gd name="connsiteX169" fmla="*/ 167640 w 177376"/>
                <a:gd name="connsiteY169" fmla="*/ 146473 h 637539"/>
                <a:gd name="connsiteX170" fmla="*/ 167640 w 177376"/>
                <a:gd name="connsiteY170" fmla="*/ 132504 h 637539"/>
                <a:gd name="connsiteX171" fmla="*/ 167640 w 177376"/>
                <a:gd name="connsiteY171" fmla="*/ 118533 h 637539"/>
                <a:gd name="connsiteX172" fmla="*/ 167640 w 177376"/>
                <a:gd name="connsiteY172" fmla="*/ 115570 h 637539"/>
                <a:gd name="connsiteX173" fmla="*/ 164677 w 177376"/>
                <a:gd name="connsiteY173" fmla="*/ 107527 h 637539"/>
                <a:gd name="connsiteX174" fmla="*/ 167640 w 177376"/>
                <a:gd name="connsiteY174" fmla="*/ 107527 h 637539"/>
                <a:gd name="connsiteX175" fmla="*/ 170180 w 177376"/>
                <a:gd name="connsiteY175" fmla="*/ 103293 h 637539"/>
                <a:gd name="connsiteX176" fmla="*/ 174413 w 177376"/>
                <a:gd name="connsiteY176" fmla="*/ 100330 h 637539"/>
                <a:gd name="connsiteX177" fmla="*/ 170180 w 177376"/>
                <a:gd name="connsiteY177" fmla="*/ 97367 h 637539"/>
                <a:gd name="connsiteX178" fmla="*/ 168910 w 177376"/>
                <a:gd name="connsiteY178" fmla="*/ 96097 h 637539"/>
                <a:gd name="connsiteX179" fmla="*/ 173143 w 177376"/>
                <a:gd name="connsiteY179" fmla="*/ 90593 h 637539"/>
                <a:gd name="connsiteX180" fmla="*/ 174413 w 177376"/>
                <a:gd name="connsiteY180" fmla="*/ 90593 h 637539"/>
                <a:gd name="connsiteX181" fmla="*/ 175683 w 177376"/>
                <a:gd name="connsiteY181" fmla="*/ 89323 h 637539"/>
                <a:gd name="connsiteX182" fmla="*/ 177377 w 177376"/>
                <a:gd name="connsiteY182" fmla="*/ 89323 h 637539"/>
                <a:gd name="connsiteX183" fmla="*/ 177377 w 177376"/>
                <a:gd name="connsiteY183" fmla="*/ 87630 h 637539"/>
                <a:gd name="connsiteX184" fmla="*/ 177377 w 177376"/>
                <a:gd name="connsiteY184" fmla="*/ 85090 h 63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177376" h="637539">
                  <a:moveTo>
                    <a:pt x="175683" y="80857"/>
                  </a:moveTo>
                  <a:lnTo>
                    <a:pt x="174413" y="80857"/>
                  </a:lnTo>
                  <a:lnTo>
                    <a:pt x="173143" y="79587"/>
                  </a:lnTo>
                  <a:lnTo>
                    <a:pt x="170180" y="68157"/>
                  </a:lnTo>
                  <a:lnTo>
                    <a:pt x="168910" y="65617"/>
                  </a:lnTo>
                  <a:lnTo>
                    <a:pt x="168910" y="63923"/>
                  </a:lnTo>
                  <a:lnTo>
                    <a:pt x="167640" y="60114"/>
                  </a:lnTo>
                  <a:lnTo>
                    <a:pt x="165946" y="47414"/>
                  </a:lnTo>
                  <a:lnTo>
                    <a:pt x="167640" y="41910"/>
                  </a:lnTo>
                  <a:lnTo>
                    <a:pt x="168910" y="40640"/>
                  </a:lnTo>
                  <a:lnTo>
                    <a:pt x="171450" y="33443"/>
                  </a:lnTo>
                  <a:lnTo>
                    <a:pt x="171450" y="26247"/>
                  </a:lnTo>
                  <a:lnTo>
                    <a:pt x="171450" y="12277"/>
                  </a:lnTo>
                  <a:lnTo>
                    <a:pt x="171450" y="6773"/>
                  </a:lnTo>
                  <a:lnTo>
                    <a:pt x="171450" y="5504"/>
                  </a:lnTo>
                  <a:lnTo>
                    <a:pt x="170180" y="5504"/>
                  </a:lnTo>
                  <a:lnTo>
                    <a:pt x="165946" y="6773"/>
                  </a:lnTo>
                  <a:lnTo>
                    <a:pt x="161713" y="5504"/>
                  </a:lnTo>
                  <a:lnTo>
                    <a:pt x="159173" y="0"/>
                  </a:lnTo>
                  <a:lnTo>
                    <a:pt x="154940" y="6773"/>
                  </a:lnTo>
                  <a:lnTo>
                    <a:pt x="153670" y="20743"/>
                  </a:lnTo>
                  <a:lnTo>
                    <a:pt x="150707" y="29210"/>
                  </a:lnTo>
                  <a:lnTo>
                    <a:pt x="143933" y="33443"/>
                  </a:lnTo>
                  <a:lnTo>
                    <a:pt x="129963" y="37677"/>
                  </a:lnTo>
                  <a:lnTo>
                    <a:pt x="120227" y="30480"/>
                  </a:lnTo>
                  <a:lnTo>
                    <a:pt x="108796" y="33443"/>
                  </a:lnTo>
                  <a:lnTo>
                    <a:pt x="95250" y="32173"/>
                  </a:lnTo>
                  <a:lnTo>
                    <a:pt x="93557" y="33443"/>
                  </a:lnTo>
                  <a:lnTo>
                    <a:pt x="92286" y="47414"/>
                  </a:lnTo>
                  <a:lnTo>
                    <a:pt x="92286" y="61383"/>
                  </a:lnTo>
                  <a:lnTo>
                    <a:pt x="93557" y="66887"/>
                  </a:lnTo>
                  <a:lnTo>
                    <a:pt x="83820" y="77893"/>
                  </a:lnTo>
                  <a:lnTo>
                    <a:pt x="77046" y="91864"/>
                  </a:lnTo>
                  <a:lnTo>
                    <a:pt x="75353" y="105833"/>
                  </a:lnTo>
                  <a:lnTo>
                    <a:pt x="74083" y="119804"/>
                  </a:lnTo>
                  <a:lnTo>
                    <a:pt x="71120" y="133773"/>
                  </a:lnTo>
                  <a:lnTo>
                    <a:pt x="69850" y="147743"/>
                  </a:lnTo>
                  <a:lnTo>
                    <a:pt x="67310" y="161714"/>
                  </a:lnTo>
                  <a:lnTo>
                    <a:pt x="67310" y="164677"/>
                  </a:lnTo>
                  <a:lnTo>
                    <a:pt x="64346" y="179917"/>
                  </a:lnTo>
                  <a:lnTo>
                    <a:pt x="64346" y="184150"/>
                  </a:lnTo>
                  <a:lnTo>
                    <a:pt x="60113" y="198120"/>
                  </a:lnTo>
                  <a:lnTo>
                    <a:pt x="55880" y="212090"/>
                  </a:lnTo>
                  <a:lnTo>
                    <a:pt x="55880" y="213360"/>
                  </a:lnTo>
                  <a:lnTo>
                    <a:pt x="52917" y="227330"/>
                  </a:lnTo>
                  <a:lnTo>
                    <a:pt x="49107" y="237067"/>
                  </a:lnTo>
                  <a:lnTo>
                    <a:pt x="46143" y="243840"/>
                  </a:lnTo>
                  <a:lnTo>
                    <a:pt x="44873" y="249767"/>
                  </a:lnTo>
                  <a:lnTo>
                    <a:pt x="37677" y="263314"/>
                  </a:lnTo>
                  <a:lnTo>
                    <a:pt x="35136" y="269240"/>
                  </a:lnTo>
                  <a:lnTo>
                    <a:pt x="27940" y="283210"/>
                  </a:lnTo>
                  <a:lnTo>
                    <a:pt x="26670" y="284480"/>
                  </a:lnTo>
                  <a:lnTo>
                    <a:pt x="35136" y="289983"/>
                  </a:lnTo>
                  <a:lnTo>
                    <a:pt x="32173" y="298450"/>
                  </a:lnTo>
                  <a:lnTo>
                    <a:pt x="27940" y="302683"/>
                  </a:lnTo>
                  <a:lnTo>
                    <a:pt x="16933" y="314960"/>
                  </a:lnTo>
                  <a:lnTo>
                    <a:pt x="12700" y="329354"/>
                  </a:lnTo>
                  <a:lnTo>
                    <a:pt x="2963" y="344593"/>
                  </a:lnTo>
                  <a:lnTo>
                    <a:pt x="0" y="347133"/>
                  </a:lnTo>
                  <a:lnTo>
                    <a:pt x="0" y="348827"/>
                  </a:lnTo>
                  <a:lnTo>
                    <a:pt x="2963" y="356870"/>
                  </a:lnTo>
                  <a:lnTo>
                    <a:pt x="8467" y="370840"/>
                  </a:lnTo>
                  <a:lnTo>
                    <a:pt x="13970" y="384810"/>
                  </a:lnTo>
                  <a:lnTo>
                    <a:pt x="15663" y="389043"/>
                  </a:lnTo>
                  <a:lnTo>
                    <a:pt x="21167" y="403014"/>
                  </a:lnTo>
                  <a:lnTo>
                    <a:pt x="27940" y="416983"/>
                  </a:lnTo>
                  <a:lnTo>
                    <a:pt x="32173" y="425450"/>
                  </a:lnTo>
                  <a:lnTo>
                    <a:pt x="37677" y="439420"/>
                  </a:lnTo>
                  <a:lnTo>
                    <a:pt x="39370" y="443654"/>
                  </a:lnTo>
                  <a:lnTo>
                    <a:pt x="43180" y="457623"/>
                  </a:lnTo>
                  <a:lnTo>
                    <a:pt x="49107" y="471593"/>
                  </a:lnTo>
                  <a:lnTo>
                    <a:pt x="51646" y="485564"/>
                  </a:lnTo>
                  <a:lnTo>
                    <a:pt x="61383" y="499110"/>
                  </a:lnTo>
                  <a:lnTo>
                    <a:pt x="68580" y="514773"/>
                  </a:lnTo>
                  <a:lnTo>
                    <a:pt x="74083" y="528743"/>
                  </a:lnTo>
                  <a:lnTo>
                    <a:pt x="75353" y="532977"/>
                  </a:lnTo>
                  <a:lnTo>
                    <a:pt x="77046" y="536787"/>
                  </a:lnTo>
                  <a:lnTo>
                    <a:pt x="82127" y="551180"/>
                  </a:lnTo>
                  <a:lnTo>
                    <a:pt x="86360" y="564727"/>
                  </a:lnTo>
                  <a:lnTo>
                    <a:pt x="92286" y="580390"/>
                  </a:lnTo>
                  <a:lnTo>
                    <a:pt x="97790" y="594360"/>
                  </a:lnTo>
                  <a:lnTo>
                    <a:pt x="102023" y="608330"/>
                  </a:lnTo>
                  <a:lnTo>
                    <a:pt x="102023" y="618067"/>
                  </a:lnTo>
                  <a:lnTo>
                    <a:pt x="104563" y="626110"/>
                  </a:lnTo>
                  <a:lnTo>
                    <a:pt x="108796" y="636270"/>
                  </a:lnTo>
                  <a:lnTo>
                    <a:pt x="108796" y="637540"/>
                  </a:lnTo>
                  <a:lnTo>
                    <a:pt x="110067" y="637540"/>
                  </a:lnTo>
                  <a:lnTo>
                    <a:pt x="117263" y="626110"/>
                  </a:lnTo>
                  <a:lnTo>
                    <a:pt x="120227" y="627804"/>
                  </a:lnTo>
                  <a:lnTo>
                    <a:pt x="118533" y="621877"/>
                  </a:lnTo>
                  <a:lnTo>
                    <a:pt x="121496" y="613833"/>
                  </a:lnTo>
                  <a:lnTo>
                    <a:pt x="122767" y="612564"/>
                  </a:lnTo>
                  <a:lnTo>
                    <a:pt x="122767" y="596900"/>
                  </a:lnTo>
                  <a:lnTo>
                    <a:pt x="127000" y="582930"/>
                  </a:lnTo>
                  <a:lnTo>
                    <a:pt x="128693" y="568960"/>
                  </a:lnTo>
                  <a:lnTo>
                    <a:pt x="131233" y="551180"/>
                  </a:lnTo>
                  <a:lnTo>
                    <a:pt x="134196" y="539750"/>
                  </a:lnTo>
                  <a:lnTo>
                    <a:pt x="139700" y="525780"/>
                  </a:lnTo>
                  <a:lnTo>
                    <a:pt x="135467" y="511810"/>
                  </a:lnTo>
                  <a:lnTo>
                    <a:pt x="136736" y="496570"/>
                  </a:lnTo>
                  <a:lnTo>
                    <a:pt x="135467" y="481330"/>
                  </a:lnTo>
                  <a:lnTo>
                    <a:pt x="134196" y="478367"/>
                  </a:lnTo>
                  <a:lnTo>
                    <a:pt x="138430" y="464397"/>
                  </a:lnTo>
                  <a:lnTo>
                    <a:pt x="139700" y="451697"/>
                  </a:lnTo>
                  <a:lnTo>
                    <a:pt x="145203" y="437727"/>
                  </a:lnTo>
                  <a:lnTo>
                    <a:pt x="150707" y="424180"/>
                  </a:lnTo>
                  <a:lnTo>
                    <a:pt x="154940" y="410210"/>
                  </a:lnTo>
                  <a:lnTo>
                    <a:pt x="159173" y="396240"/>
                  </a:lnTo>
                  <a:lnTo>
                    <a:pt x="161713" y="393277"/>
                  </a:lnTo>
                  <a:lnTo>
                    <a:pt x="163407" y="387773"/>
                  </a:lnTo>
                  <a:lnTo>
                    <a:pt x="163407" y="382270"/>
                  </a:lnTo>
                  <a:lnTo>
                    <a:pt x="165946" y="376767"/>
                  </a:lnTo>
                  <a:lnTo>
                    <a:pt x="168910" y="368300"/>
                  </a:lnTo>
                  <a:lnTo>
                    <a:pt x="170180" y="362797"/>
                  </a:lnTo>
                  <a:lnTo>
                    <a:pt x="163407" y="348827"/>
                  </a:lnTo>
                  <a:lnTo>
                    <a:pt x="160443" y="345864"/>
                  </a:lnTo>
                  <a:lnTo>
                    <a:pt x="159173" y="344593"/>
                  </a:lnTo>
                  <a:lnTo>
                    <a:pt x="161713" y="330623"/>
                  </a:lnTo>
                  <a:lnTo>
                    <a:pt x="163407" y="329354"/>
                  </a:lnTo>
                  <a:lnTo>
                    <a:pt x="167640" y="314960"/>
                  </a:lnTo>
                  <a:lnTo>
                    <a:pt x="167640" y="299720"/>
                  </a:lnTo>
                  <a:lnTo>
                    <a:pt x="156210" y="301414"/>
                  </a:lnTo>
                  <a:lnTo>
                    <a:pt x="154940" y="301414"/>
                  </a:lnTo>
                  <a:lnTo>
                    <a:pt x="154940" y="302683"/>
                  </a:lnTo>
                  <a:lnTo>
                    <a:pt x="150707" y="305647"/>
                  </a:lnTo>
                  <a:lnTo>
                    <a:pt x="149436" y="306917"/>
                  </a:lnTo>
                  <a:lnTo>
                    <a:pt x="143933" y="311150"/>
                  </a:lnTo>
                  <a:lnTo>
                    <a:pt x="129963" y="320887"/>
                  </a:lnTo>
                  <a:lnTo>
                    <a:pt x="115993" y="323427"/>
                  </a:lnTo>
                  <a:lnTo>
                    <a:pt x="102023" y="323427"/>
                  </a:lnTo>
                  <a:lnTo>
                    <a:pt x="92286" y="325120"/>
                  </a:lnTo>
                  <a:lnTo>
                    <a:pt x="86360" y="311150"/>
                  </a:lnTo>
                  <a:lnTo>
                    <a:pt x="92286" y="297180"/>
                  </a:lnTo>
                  <a:lnTo>
                    <a:pt x="93557" y="283210"/>
                  </a:lnTo>
                  <a:lnTo>
                    <a:pt x="97790" y="276014"/>
                  </a:lnTo>
                  <a:lnTo>
                    <a:pt x="100753" y="274743"/>
                  </a:lnTo>
                  <a:lnTo>
                    <a:pt x="114300" y="263314"/>
                  </a:lnTo>
                  <a:lnTo>
                    <a:pt x="127000" y="257810"/>
                  </a:lnTo>
                  <a:lnTo>
                    <a:pt x="128693" y="252307"/>
                  </a:lnTo>
                  <a:lnTo>
                    <a:pt x="128693" y="249767"/>
                  </a:lnTo>
                  <a:lnTo>
                    <a:pt x="124460" y="248073"/>
                  </a:lnTo>
                  <a:lnTo>
                    <a:pt x="111760" y="243840"/>
                  </a:lnTo>
                  <a:lnTo>
                    <a:pt x="97790" y="246804"/>
                  </a:lnTo>
                  <a:lnTo>
                    <a:pt x="96520" y="246804"/>
                  </a:lnTo>
                  <a:lnTo>
                    <a:pt x="90593" y="243840"/>
                  </a:lnTo>
                  <a:lnTo>
                    <a:pt x="90593" y="240030"/>
                  </a:lnTo>
                  <a:lnTo>
                    <a:pt x="95250" y="238337"/>
                  </a:lnTo>
                  <a:lnTo>
                    <a:pt x="95250" y="227330"/>
                  </a:lnTo>
                  <a:lnTo>
                    <a:pt x="93557" y="218864"/>
                  </a:lnTo>
                  <a:lnTo>
                    <a:pt x="93557" y="216323"/>
                  </a:lnTo>
                  <a:lnTo>
                    <a:pt x="93557" y="213360"/>
                  </a:lnTo>
                  <a:lnTo>
                    <a:pt x="93557" y="203623"/>
                  </a:lnTo>
                  <a:lnTo>
                    <a:pt x="90593" y="195157"/>
                  </a:lnTo>
                  <a:lnTo>
                    <a:pt x="86360" y="184150"/>
                  </a:lnTo>
                  <a:lnTo>
                    <a:pt x="86360" y="182457"/>
                  </a:lnTo>
                  <a:lnTo>
                    <a:pt x="90593" y="178647"/>
                  </a:lnTo>
                  <a:lnTo>
                    <a:pt x="92286" y="164677"/>
                  </a:lnTo>
                  <a:lnTo>
                    <a:pt x="92286" y="162983"/>
                  </a:lnTo>
                  <a:lnTo>
                    <a:pt x="93557" y="159173"/>
                  </a:lnTo>
                  <a:lnTo>
                    <a:pt x="95250" y="151977"/>
                  </a:lnTo>
                  <a:lnTo>
                    <a:pt x="96520" y="146473"/>
                  </a:lnTo>
                  <a:lnTo>
                    <a:pt x="107527" y="132504"/>
                  </a:lnTo>
                  <a:lnTo>
                    <a:pt x="115993" y="124037"/>
                  </a:lnTo>
                  <a:lnTo>
                    <a:pt x="129963" y="129540"/>
                  </a:lnTo>
                  <a:lnTo>
                    <a:pt x="131233" y="129540"/>
                  </a:lnTo>
                  <a:lnTo>
                    <a:pt x="145203" y="132504"/>
                  </a:lnTo>
                  <a:lnTo>
                    <a:pt x="152400" y="146473"/>
                  </a:lnTo>
                  <a:lnTo>
                    <a:pt x="157903" y="147743"/>
                  </a:lnTo>
                  <a:lnTo>
                    <a:pt x="165946" y="150707"/>
                  </a:lnTo>
                  <a:lnTo>
                    <a:pt x="167640" y="146473"/>
                  </a:lnTo>
                  <a:lnTo>
                    <a:pt x="167640" y="132504"/>
                  </a:lnTo>
                  <a:lnTo>
                    <a:pt x="167640" y="118533"/>
                  </a:lnTo>
                  <a:lnTo>
                    <a:pt x="167640" y="115570"/>
                  </a:lnTo>
                  <a:lnTo>
                    <a:pt x="164677" y="107527"/>
                  </a:lnTo>
                  <a:lnTo>
                    <a:pt x="167640" y="107527"/>
                  </a:lnTo>
                  <a:lnTo>
                    <a:pt x="170180" y="103293"/>
                  </a:lnTo>
                  <a:lnTo>
                    <a:pt x="174413" y="100330"/>
                  </a:lnTo>
                  <a:lnTo>
                    <a:pt x="170180" y="97367"/>
                  </a:lnTo>
                  <a:lnTo>
                    <a:pt x="168910" y="96097"/>
                  </a:lnTo>
                  <a:lnTo>
                    <a:pt x="173143" y="90593"/>
                  </a:lnTo>
                  <a:lnTo>
                    <a:pt x="174413" y="90593"/>
                  </a:lnTo>
                  <a:lnTo>
                    <a:pt x="175683" y="89323"/>
                  </a:lnTo>
                  <a:lnTo>
                    <a:pt x="177377" y="89323"/>
                  </a:lnTo>
                  <a:lnTo>
                    <a:pt x="177377" y="87630"/>
                  </a:lnTo>
                  <a:lnTo>
                    <a:pt x="177377" y="85090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388" name="Graphic 4">
              <a:extLst>
                <a:ext uri="{FF2B5EF4-FFF2-40B4-BE49-F238E27FC236}">
                  <a16:creationId xmlns:a16="http://schemas.microsoft.com/office/drawing/2014/main" id="{7C6BA8FB-7E15-E64A-B909-4485D800A5B2}"/>
                </a:ext>
              </a:extLst>
            </p:cNvPr>
            <p:cNvGrpSpPr/>
            <p:nvPr/>
          </p:nvGrpSpPr>
          <p:grpSpPr>
            <a:xfrm>
              <a:off x="4962736" y="1606973"/>
              <a:ext cx="1213696" cy="1703493"/>
              <a:chOff x="4962736" y="1606973"/>
              <a:chExt cx="1213696" cy="1703493"/>
            </a:xfrm>
            <a:grpFill/>
          </p:grpSpPr>
          <p:sp>
            <p:nvSpPr>
              <p:cNvPr id="2389" name="Freeform 2388">
                <a:extLst>
                  <a:ext uri="{FF2B5EF4-FFF2-40B4-BE49-F238E27FC236}">
                    <a16:creationId xmlns:a16="http://schemas.microsoft.com/office/drawing/2014/main" id="{44F0B5B3-9AC2-3341-A082-A6DCE6D21131}"/>
                  </a:ext>
                </a:extLst>
              </p:cNvPr>
              <p:cNvSpPr/>
              <p:nvPr/>
            </p:nvSpPr>
            <p:spPr>
              <a:xfrm>
                <a:off x="5198109" y="1937596"/>
                <a:ext cx="978323" cy="1372869"/>
              </a:xfrm>
              <a:custGeom>
                <a:avLst/>
                <a:gdLst>
                  <a:gd name="connsiteX0" fmla="*/ 976630 w 978323"/>
                  <a:gd name="connsiteY0" fmla="*/ 965200 h 1372869"/>
                  <a:gd name="connsiteX1" fmla="*/ 976630 w 978323"/>
                  <a:gd name="connsiteY1" fmla="*/ 955463 h 1372869"/>
                  <a:gd name="connsiteX2" fmla="*/ 974090 w 978323"/>
                  <a:gd name="connsiteY2" fmla="*/ 940223 h 1372869"/>
                  <a:gd name="connsiteX3" fmla="*/ 965623 w 978323"/>
                  <a:gd name="connsiteY3" fmla="*/ 926253 h 1372869"/>
                  <a:gd name="connsiteX4" fmla="*/ 951653 w 978323"/>
                  <a:gd name="connsiteY4" fmla="*/ 917787 h 1372869"/>
                  <a:gd name="connsiteX5" fmla="*/ 937683 w 978323"/>
                  <a:gd name="connsiteY5" fmla="*/ 908050 h 1372869"/>
                  <a:gd name="connsiteX6" fmla="*/ 923713 w 978323"/>
                  <a:gd name="connsiteY6" fmla="*/ 902547 h 1372869"/>
                  <a:gd name="connsiteX7" fmla="*/ 909743 w 978323"/>
                  <a:gd name="connsiteY7" fmla="*/ 899583 h 1372869"/>
                  <a:gd name="connsiteX8" fmla="*/ 895773 w 978323"/>
                  <a:gd name="connsiteY8" fmla="*/ 897043 h 1372869"/>
                  <a:gd name="connsiteX9" fmla="*/ 880533 w 978323"/>
                  <a:gd name="connsiteY9" fmla="*/ 898313 h 1372869"/>
                  <a:gd name="connsiteX10" fmla="*/ 866563 w 978323"/>
                  <a:gd name="connsiteY10" fmla="*/ 895773 h 1372869"/>
                  <a:gd name="connsiteX11" fmla="*/ 852593 w 978323"/>
                  <a:gd name="connsiteY11" fmla="*/ 894080 h 1372869"/>
                  <a:gd name="connsiteX12" fmla="*/ 838623 w 978323"/>
                  <a:gd name="connsiteY12" fmla="*/ 895773 h 1372869"/>
                  <a:gd name="connsiteX13" fmla="*/ 823383 w 978323"/>
                  <a:gd name="connsiteY13" fmla="*/ 899583 h 1372869"/>
                  <a:gd name="connsiteX14" fmla="*/ 814917 w 978323"/>
                  <a:gd name="connsiteY14" fmla="*/ 913553 h 1372869"/>
                  <a:gd name="connsiteX15" fmla="*/ 806450 w 978323"/>
                  <a:gd name="connsiteY15" fmla="*/ 927523 h 1372869"/>
                  <a:gd name="connsiteX16" fmla="*/ 794173 w 978323"/>
                  <a:gd name="connsiteY16" fmla="*/ 922020 h 1372869"/>
                  <a:gd name="connsiteX17" fmla="*/ 786977 w 978323"/>
                  <a:gd name="connsiteY17" fmla="*/ 920750 h 1372869"/>
                  <a:gd name="connsiteX18" fmla="*/ 774700 w 978323"/>
                  <a:gd name="connsiteY18" fmla="*/ 909743 h 1372869"/>
                  <a:gd name="connsiteX19" fmla="*/ 760730 w 978323"/>
                  <a:gd name="connsiteY19" fmla="*/ 909743 h 1372869"/>
                  <a:gd name="connsiteX20" fmla="*/ 764963 w 978323"/>
                  <a:gd name="connsiteY20" fmla="*/ 902547 h 1372869"/>
                  <a:gd name="connsiteX21" fmla="*/ 777240 w 978323"/>
                  <a:gd name="connsiteY21" fmla="*/ 894080 h 1372869"/>
                  <a:gd name="connsiteX22" fmla="*/ 791210 w 978323"/>
                  <a:gd name="connsiteY22" fmla="*/ 883073 h 1372869"/>
                  <a:gd name="connsiteX23" fmla="*/ 805180 w 978323"/>
                  <a:gd name="connsiteY23" fmla="*/ 870373 h 1372869"/>
                  <a:gd name="connsiteX24" fmla="*/ 806450 w 978323"/>
                  <a:gd name="connsiteY24" fmla="*/ 856403 h 1372869"/>
                  <a:gd name="connsiteX25" fmla="*/ 800947 w 978323"/>
                  <a:gd name="connsiteY25" fmla="*/ 842433 h 1372869"/>
                  <a:gd name="connsiteX26" fmla="*/ 795443 w 978323"/>
                  <a:gd name="connsiteY26" fmla="*/ 828463 h 1372869"/>
                  <a:gd name="connsiteX27" fmla="*/ 782743 w 978323"/>
                  <a:gd name="connsiteY27" fmla="*/ 814917 h 1372869"/>
                  <a:gd name="connsiteX28" fmla="*/ 768773 w 978323"/>
                  <a:gd name="connsiteY28" fmla="*/ 806450 h 1372869"/>
                  <a:gd name="connsiteX29" fmla="*/ 766233 w 978323"/>
                  <a:gd name="connsiteY29" fmla="*/ 804757 h 1372869"/>
                  <a:gd name="connsiteX30" fmla="*/ 752263 w 978323"/>
                  <a:gd name="connsiteY30" fmla="*/ 796713 h 1372869"/>
                  <a:gd name="connsiteX31" fmla="*/ 738293 w 978323"/>
                  <a:gd name="connsiteY31" fmla="*/ 784013 h 1372869"/>
                  <a:gd name="connsiteX32" fmla="*/ 724323 w 978323"/>
                  <a:gd name="connsiteY32" fmla="*/ 777240 h 1372869"/>
                  <a:gd name="connsiteX33" fmla="*/ 712893 w 978323"/>
                  <a:gd name="connsiteY33" fmla="*/ 779780 h 1372869"/>
                  <a:gd name="connsiteX34" fmla="*/ 710353 w 978323"/>
                  <a:gd name="connsiteY34" fmla="*/ 778510 h 1372869"/>
                  <a:gd name="connsiteX35" fmla="*/ 696383 w 978323"/>
                  <a:gd name="connsiteY35" fmla="*/ 778510 h 1372869"/>
                  <a:gd name="connsiteX36" fmla="*/ 681143 w 978323"/>
                  <a:gd name="connsiteY36" fmla="*/ 779780 h 1372869"/>
                  <a:gd name="connsiteX37" fmla="*/ 676910 w 978323"/>
                  <a:gd name="connsiteY37" fmla="*/ 778510 h 1372869"/>
                  <a:gd name="connsiteX38" fmla="*/ 685377 w 978323"/>
                  <a:gd name="connsiteY38" fmla="*/ 774277 h 1372869"/>
                  <a:gd name="connsiteX39" fmla="*/ 699347 w 978323"/>
                  <a:gd name="connsiteY39" fmla="*/ 777240 h 1372869"/>
                  <a:gd name="connsiteX40" fmla="*/ 712893 w 978323"/>
                  <a:gd name="connsiteY40" fmla="*/ 777240 h 1372869"/>
                  <a:gd name="connsiteX41" fmla="*/ 723053 w 978323"/>
                  <a:gd name="connsiteY41" fmla="*/ 774277 h 1372869"/>
                  <a:gd name="connsiteX42" fmla="*/ 725593 w 978323"/>
                  <a:gd name="connsiteY42" fmla="*/ 773007 h 1372869"/>
                  <a:gd name="connsiteX43" fmla="*/ 739563 w 978323"/>
                  <a:gd name="connsiteY43" fmla="*/ 774277 h 1372869"/>
                  <a:gd name="connsiteX44" fmla="*/ 753533 w 978323"/>
                  <a:gd name="connsiteY44" fmla="*/ 788247 h 1372869"/>
                  <a:gd name="connsiteX45" fmla="*/ 767503 w 978323"/>
                  <a:gd name="connsiteY45" fmla="*/ 788247 h 1372869"/>
                  <a:gd name="connsiteX46" fmla="*/ 770467 w 978323"/>
                  <a:gd name="connsiteY46" fmla="*/ 788247 h 1372869"/>
                  <a:gd name="connsiteX47" fmla="*/ 785707 w 978323"/>
                  <a:gd name="connsiteY47" fmla="*/ 796713 h 1372869"/>
                  <a:gd name="connsiteX48" fmla="*/ 780203 w 978323"/>
                  <a:gd name="connsiteY48" fmla="*/ 782743 h 1372869"/>
                  <a:gd name="connsiteX49" fmla="*/ 768773 w 978323"/>
                  <a:gd name="connsiteY49" fmla="*/ 768773 h 1372869"/>
                  <a:gd name="connsiteX50" fmla="*/ 763270 w 978323"/>
                  <a:gd name="connsiteY50" fmla="*/ 762847 h 1372869"/>
                  <a:gd name="connsiteX51" fmla="*/ 752263 w 978323"/>
                  <a:gd name="connsiteY51" fmla="*/ 749300 h 1372869"/>
                  <a:gd name="connsiteX52" fmla="*/ 746337 w 978323"/>
                  <a:gd name="connsiteY52" fmla="*/ 735330 h 1372869"/>
                  <a:gd name="connsiteX53" fmla="*/ 748030 w 978323"/>
                  <a:gd name="connsiteY53" fmla="*/ 719667 h 1372869"/>
                  <a:gd name="connsiteX54" fmla="*/ 762000 w 978323"/>
                  <a:gd name="connsiteY54" fmla="*/ 711623 h 1372869"/>
                  <a:gd name="connsiteX55" fmla="*/ 748030 w 978323"/>
                  <a:gd name="connsiteY55" fmla="*/ 705697 h 1372869"/>
                  <a:gd name="connsiteX56" fmla="*/ 738293 w 978323"/>
                  <a:gd name="connsiteY56" fmla="*/ 695960 h 1372869"/>
                  <a:gd name="connsiteX57" fmla="*/ 724323 w 978323"/>
                  <a:gd name="connsiteY57" fmla="*/ 684953 h 1372869"/>
                  <a:gd name="connsiteX58" fmla="*/ 718820 w 978323"/>
                  <a:gd name="connsiteY58" fmla="*/ 670983 h 1372869"/>
                  <a:gd name="connsiteX59" fmla="*/ 709083 w 978323"/>
                  <a:gd name="connsiteY59" fmla="*/ 657013 h 1372869"/>
                  <a:gd name="connsiteX60" fmla="*/ 695113 w 978323"/>
                  <a:gd name="connsiteY60" fmla="*/ 650240 h 1372869"/>
                  <a:gd name="connsiteX61" fmla="*/ 679450 w 978323"/>
                  <a:gd name="connsiteY61" fmla="*/ 641773 h 1372869"/>
                  <a:gd name="connsiteX62" fmla="*/ 676910 w 978323"/>
                  <a:gd name="connsiteY62" fmla="*/ 641773 h 1372869"/>
                  <a:gd name="connsiteX63" fmla="*/ 662940 w 978323"/>
                  <a:gd name="connsiteY63" fmla="*/ 637540 h 1372869"/>
                  <a:gd name="connsiteX64" fmla="*/ 647700 w 978323"/>
                  <a:gd name="connsiteY64" fmla="*/ 633307 h 1372869"/>
                  <a:gd name="connsiteX65" fmla="*/ 633730 w 978323"/>
                  <a:gd name="connsiteY65" fmla="*/ 634577 h 1372869"/>
                  <a:gd name="connsiteX66" fmla="*/ 630767 w 978323"/>
                  <a:gd name="connsiteY66" fmla="*/ 623570 h 1372869"/>
                  <a:gd name="connsiteX67" fmla="*/ 623993 w 978323"/>
                  <a:gd name="connsiteY67" fmla="*/ 615103 h 1372869"/>
                  <a:gd name="connsiteX68" fmla="*/ 622300 w 978323"/>
                  <a:gd name="connsiteY68" fmla="*/ 613833 h 1372869"/>
                  <a:gd name="connsiteX69" fmla="*/ 616797 w 978323"/>
                  <a:gd name="connsiteY69" fmla="*/ 599863 h 1372869"/>
                  <a:gd name="connsiteX70" fmla="*/ 612563 w 978323"/>
                  <a:gd name="connsiteY70" fmla="*/ 585893 h 1372869"/>
                  <a:gd name="connsiteX71" fmla="*/ 607060 w 978323"/>
                  <a:gd name="connsiteY71" fmla="*/ 571923 h 1372869"/>
                  <a:gd name="connsiteX72" fmla="*/ 605790 w 978323"/>
                  <a:gd name="connsiteY72" fmla="*/ 569383 h 1372869"/>
                  <a:gd name="connsiteX73" fmla="*/ 602827 w 978323"/>
                  <a:gd name="connsiteY73" fmla="*/ 560917 h 1372869"/>
                  <a:gd name="connsiteX74" fmla="*/ 598593 w 978323"/>
                  <a:gd name="connsiteY74" fmla="*/ 551180 h 1372869"/>
                  <a:gd name="connsiteX75" fmla="*/ 596053 w 978323"/>
                  <a:gd name="connsiteY75" fmla="*/ 548217 h 1372869"/>
                  <a:gd name="connsiteX76" fmla="*/ 594360 w 978323"/>
                  <a:gd name="connsiteY76" fmla="*/ 534247 h 1372869"/>
                  <a:gd name="connsiteX77" fmla="*/ 593090 w 978323"/>
                  <a:gd name="connsiteY77" fmla="*/ 520277 h 1372869"/>
                  <a:gd name="connsiteX78" fmla="*/ 590550 w 978323"/>
                  <a:gd name="connsiteY78" fmla="*/ 509270 h 1372869"/>
                  <a:gd name="connsiteX79" fmla="*/ 591820 w 978323"/>
                  <a:gd name="connsiteY79" fmla="*/ 494030 h 1372869"/>
                  <a:gd name="connsiteX80" fmla="*/ 586317 w 978323"/>
                  <a:gd name="connsiteY80" fmla="*/ 480060 h 1372869"/>
                  <a:gd name="connsiteX81" fmla="*/ 571923 w 978323"/>
                  <a:gd name="connsiteY81" fmla="*/ 472863 h 1372869"/>
                  <a:gd name="connsiteX82" fmla="*/ 558377 w 978323"/>
                  <a:gd name="connsiteY82" fmla="*/ 463127 h 1372869"/>
                  <a:gd name="connsiteX83" fmla="*/ 545677 w 978323"/>
                  <a:gd name="connsiteY83" fmla="*/ 449157 h 1372869"/>
                  <a:gd name="connsiteX84" fmla="*/ 541443 w 978323"/>
                  <a:gd name="connsiteY84" fmla="*/ 443653 h 1372869"/>
                  <a:gd name="connsiteX85" fmla="*/ 540173 w 978323"/>
                  <a:gd name="connsiteY85" fmla="*/ 442383 h 1372869"/>
                  <a:gd name="connsiteX86" fmla="*/ 530437 w 978323"/>
                  <a:gd name="connsiteY86" fmla="*/ 428413 h 1372869"/>
                  <a:gd name="connsiteX87" fmla="*/ 515197 w 978323"/>
                  <a:gd name="connsiteY87" fmla="*/ 426720 h 1372869"/>
                  <a:gd name="connsiteX88" fmla="*/ 501227 w 978323"/>
                  <a:gd name="connsiteY88" fmla="*/ 421217 h 1372869"/>
                  <a:gd name="connsiteX89" fmla="*/ 492760 w 978323"/>
                  <a:gd name="connsiteY89" fmla="*/ 416983 h 1372869"/>
                  <a:gd name="connsiteX90" fmla="*/ 477520 w 978323"/>
                  <a:gd name="connsiteY90" fmla="*/ 414443 h 1372869"/>
                  <a:gd name="connsiteX91" fmla="*/ 463550 w 978323"/>
                  <a:gd name="connsiteY91" fmla="*/ 404707 h 1372869"/>
                  <a:gd name="connsiteX92" fmla="*/ 449580 w 978323"/>
                  <a:gd name="connsiteY92" fmla="*/ 404707 h 1372869"/>
                  <a:gd name="connsiteX93" fmla="*/ 435610 w 978323"/>
                  <a:gd name="connsiteY93" fmla="*/ 416983 h 1372869"/>
                  <a:gd name="connsiteX94" fmla="*/ 420370 w 978323"/>
                  <a:gd name="connsiteY94" fmla="*/ 421217 h 1372869"/>
                  <a:gd name="connsiteX95" fmla="*/ 406400 w 978323"/>
                  <a:gd name="connsiteY95" fmla="*/ 418677 h 1372869"/>
                  <a:gd name="connsiteX96" fmla="*/ 392430 w 978323"/>
                  <a:gd name="connsiteY96" fmla="*/ 418677 h 1372869"/>
                  <a:gd name="connsiteX97" fmla="*/ 378460 w 978323"/>
                  <a:gd name="connsiteY97" fmla="*/ 415713 h 1372869"/>
                  <a:gd name="connsiteX98" fmla="*/ 375497 w 978323"/>
                  <a:gd name="connsiteY98" fmla="*/ 415713 h 1372869"/>
                  <a:gd name="connsiteX99" fmla="*/ 361527 w 978323"/>
                  <a:gd name="connsiteY99" fmla="*/ 412750 h 1372869"/>
                  <a:gd name="connsiteX100" fmla="*/ 348827 w 978323"/>
                  <a:gd name="connsiteY100" fmla="*/ 411480 h 1372869"/>
                  <a:gd name="connsiteX101" fmla="*/ 334857 w 978323"/>
                  <a:gd name="connsiteY101" fmla="*/ 405977 h 1372869"/>
                  <a:gd name="connsiteX102" fmla="*/ 323850 w 978323"/>
                  <a:gd name="connsiteY102" fmla="*/ 396240 h 1372869"/>
                  <a:gd name="connsiteX103" fmla="*/ 333587 w 978323"/>
                  <a:gd name="connsiteY103" fmla="*/ 401743 h 1372869"/>
                  <a:gd name="connsiteX104" fmla="*/ 337820 w 978323"/>
                  <a:gd name="connsiteY104" fmla="*/ 404707 h 1372869"/>
                  <a:gd name="connsiteX105" fmla="*/ 346287 w 978323"/>
                  <a:gd name="connsiteY105" fmla="*/ 405977 h 1372869"/>
                  <a:gd name="connsiteX106" fmla="*/ 360257 w 978323"/>
                  <a:gd name="connsiteY106" fmla="*/ 408940 h 1372869"/>
                  <a:gd name="connsiteX107" fmla="*/ 375497 w 978323"/>
                  <a:gd name="connsiteY107" fmla="*/ 411480 h 1372869"/>
                  <a:gd name="connsiteX108" fmla="*/ 376767 w 978323"/>
                  <a:gd name="connsiteY108" fmla="*/ 411480 h 1372869"/>
                  <a:gd name="connsiteX109" fmla="*/ 382693 w 978323"/>
                  <a:gd name="connsiteY109" fmla="*/ 410210 h 1372869"/>
                  <a:gd name="connsiteX110" fmla="*/ 396240 w 978323"/>
                  <a:gd name="connsiteY110" fmla="*/ 405977 h 1372869"/>
                  <a:gd name="connsiteX111" fmla="*/ 411903 w 978323"/>
                  <a:gd name="connsiteY111" fmla="*/ 394970 h 1372869"/>
                  <a:gd name="connsiteX112" fmla="*/ 425873 w 978323"/>
                  <a:gd name="connsiteY112" fmla="*/ 386503 h 1372869"/>
                  <a:gd name="connsiteX113" fmla="*/ 427143 w 978323"/>
                  <a:gd name="connsiteY113" fmla="*/ 385233 h 1372869"/>
                  <a:gd name="connsiteX114" fmla="*/ 442383 w 978323"/>
                  <a:gd name="connsiteY114" fmla="*/ 382270 h 1372869"/>
                  <a:gd name="connsiteX115" fmla="*/ 456353 w 978323"/>
                  <a:gd name="connsiteY115" fmla="*/ 382270 h 1372869"/>
                  <a:gd name="connsiteX116" fmla="*/ 470323 w 978323"/>
                  <a:gd name="connsiteY116" fmla="*/ 376767 h 1372869"/>
                  <a:gd name="connsiteX117" fmla="*/ 466090 w 978323"/>
                  <a:gd name="connsiteY117" fmla="*/ 362797 h 1372869"/>
                  <a:gd name="connsiteX118" fmla="*/ 452120 w 978323"/>
                  <a:gd name="connsiteY118" fmla="*/ 358563 h 1372869"/>
                  <a:gd name="connsiteX119" fmla="*/ 452120 w 978323"/>
                  <a:gd name="connsiteY119" fmla="*/ 344593 h 1372869"/>
                  <a:gd name="connsiteX120" fmla="*/ 436880 w 978323"/>
                  <a:gd name="connsiteY120" fmla="*/ 344593 h 1372869"/>
                  <a:gd name="connsiteX121" fmla="*/ 432647 w 978323"/>
                  <a:gd name="connsiteY121" fmla="*/ 347557 h 1372869"/>
                  <a:gd name="connsiteX122" fmla="*/ 425873 w 978323"/>
                  <a:gd name="connsiteY122" fmla="*/ 348827 h 1372869"/>
                  <a:gd name="connsiteX123" fmla="*/ 411903 w 978323"/>
                  <a:gd name="connsiteY123" fmla="*/ 354330 h 1372869"/>
                  <a:gd name="connsiteX124" fmla="*/ 396240 w 978323"/>
                  <a:gd name="connsiteY124" fmla="*/ 358563 h 1372869"/>
                  <a:gd name="connsiteX125" fmla="*/ 392430 w 978323"/>
                  <a:gd name="connsiteY125" fmla="*/ 358563 h 1372869"/>
                  <a:gd name="connsiteX126" fmla="*/ 390737 w 978323"/>
                  <a:gd name="connsiteY126" fmla="*/ 357293 h 1372869"/>
                  <a:gd name="connsiteX127" fmla="*/ 404707 w 978323"/>
                  <a:gd name="connsiteY127" fmla="*/ 353060 h 1372869"/>
                  <a:gd name="connsiteX128" fmla="*/ 418677 w 978323"/>
                  <a:gd name="connsiteY128" fmla="*/ 344593 h 1372869"/>
                  <a:gd name="connsiteX129" fmla="*/ 432647 w 978323"/>
                  <a:gd name="connsiteY129" fmla="*/ 343323 h 1372869"/>
                  <a:gd name="connsiteX130" fmla="*/ 435610 w 978323"/>
                  <a:gd name="connsiteY130" fmla="*/ 341630 h 1372869"/>
                  <a:gd name="connsiteX131" fmla="*/ 436880 w 978323"/>
                  <a:gd name="connsiteY131" fmla="*/ 341630 h 1372869"/>
                  <a:gd name="connsiteX132" fmla="*/ 450850 w 978323"/>
                  <a:gd name="connsiteY132" fmla="*/ 339090 h 1372869"/>
                  <a:gd name="connsiteX133" fmla="*/ 464820 w 978323"/>
                  <a:gd name="connsiteY133" fmla="*/ 336127 h 1372869"/>
                  <a:gd name="connsiteX134" fmla="*/ 478790 w 978323"/>
                  <a:gd name="connsiteY134" fmla="*/ 327660 h 1372869"/>
                  <a:gd name="connsiteX135" fmla="*/ 494030 w 978323"/>
                  <a:gd name="connsiteY135" fmla="*/ 317923 h 1372869"/>
                  <a:gd name="connsiteX136" fmla="*/ 499533 w 978323"/>
                  <a:gd name="connsiteY136" fmla="*/ 304377 h 1372869"/>
                  <a:gd name="connsiteX137" fmla="*/ 503767 w 978323"/>
                  <a:gd name="connsiteY137" fmla="*/ 297180 h 1372869"/>
                  <a:gd name="connsiteX138" fmla="*/ 516467 w 978323"/>
                  <a:gd name="connsiteY138" fmla="*/ 288713 h 1372869"/>
                  <a:gd name="connsiteX139" fmla="*/ 530437 w 978323"/>
                  <a:gd name="connsiteY139" fmla="*/ 277707 h 1372869"/>
                  <a:gd name="connsiteX140" fmla="*/ 534670 w 978323"/>
                  <a:gd name="connsiteY140" fmla="*/ 263737 h 1372869"/>
                  <a:gd name="connsiteX141" fmla="*/ 546947 w 978323"/>
                  <a:gd name="connsiteY141" fmla="*/ 248497 h 1372869"/>
                  <a:gd name="connsiteX142" fmla="*/ 552873 w 978323"/>
                  <a:gd name="connsiteY142" fmla="*/ 235797 h 1372869"/>
                  <a:gd name="connsiteX143" fmla="*/ 552873 w 978323"/>
                  <a:gd name="connsiteY143" fmla="*/ 234527 h 1372869"/>
                  <a:gd name="connsiteX144" fmla="*/ 556683 w 978323"/>
                  <a:gd name="connsiteY144" fmla="*/ 220557 h 1372869"/>
                  <a:gd name="connsiteX145" fmla="*/ 568113 w 978323"/>
                  <a:gd name="connsiteY145" fmla="*/ 206587 h 1372869"/>
                  <a:gd name="connsiteX146" fmla="*/ 582083 w 978323"/>
                  <a:gd name="connsiteY146" fmla="*/ 196850 h 1372869"/>
                  <a:gd name="connsiteX147" fmla="*/ 591820 w 978323"/>
                  <a:gd name="connsiteY147" fmla="*/ 182880 h 1372869"/>
                  <a:gd name="connsiteX148" fmla="*/ 588857 w 978323"/>
                  <a:gd name="connsiteY148" fmla="*/ 168910 h 1372869"/>
                  <a:gd name="connsiteX149" fmla="*/ 579120 w 978323"/>
                  <a:gd name="connsiteY149" fmla="*/ 154940 h 1372869"/>
                  <a:gd name="connsiteX150" fmla="*/ 565150 w 978323"/>
                  <a:gd name="connsiteY150" fmla="*/ 147743 h 1372869"/>
                  <a:gd name="connsiteX151" fmla="*/ 551180 w 978323"/>
                  <a:gd name="connsiteY151" fmla="*/ 149437 h 1372869"/>
                  <a:gd name="connsiteX152" fmla="*/ 537210 w 978323"/>
                  <a:gd name="connsiteY152" fmla="*/ 150707 h 1372869"/>
                  <a:gd name="connsiteX153" fmla="*/ 521970 w 978323"/>
                  <a:gd name="connsiteY153" fmla="*/ 151977 h 1372869"/>
                  <a:gd name="connsiteX154" fmla="*/ 508000 w 978323"/>
                  <a:gd name="connsiteY154" fmla="*/ 150707 h 1372869"/>
                  <a:gd name="connsiteX155" fmla="*/ 494030 w 978323"/>
                  <a:gd name="connsiteY155" fmla="*/ 149437 h 1372869"/>
                  <a:gd name="connsiteX156" fmla="*/ 478790 w 978323"/>
                  <a:gd name="connsiteY156" fmla="*/ 150707 h 1372869"/>
                  <a:gd name="connsiteX157" fmla="*/ 464820 w 978323"/>
                  <a:gd name="connsiteY157" fmla="*/ 146473 h 1372869"/>
                  <a:gd name="connsiteX158" fmla="*/ 449580 w 978323"/>
                  <a:gd name="connsiteY158" fmla="*/ 150707 h 1372869"/>
                  <a:gd name="connsiteX159" fmla="*/ 435610 w 978323"/>
                  <a:gd name="connsiteY159" fmla="*/ 151977 h 1372869"/>
                  <a:gd name="connsiteX160" fmla="*/ 434340 w 978323"/>
                  <a:gd name="connsiteY160" fmla="*/ 151977 h 1372869"/>
                  <a:gd name="connsiteX161" fmla="*/ 420370 w 978323"/>
                  <a:gd name="connsiteY161" fmla="*/ 147743 h 1372869"/>
                  <a:gd name="connsiteX162" fmla="*/ 404707 w 978323"/>
                  <a:gd name="connsiteY162" fmla="*/ 143933 h 1372869"/>
                  <a:gd name="connsiteX163" fmla="*/ 390737 w 978323"/>
                  <a:gd name="connsiteY163" fmla="*/ 146473 h 1372869"/>
                  <a:gd name="connsiteX164" fmla="*/ 376767 w 978323"/>
                  <a:gd name="connsiteY164" fmla="*/ 153247 h 1372869"/>
                  <a:gd name="connsiteX165" fmla="*/ 369993 w 978323"/>
                  <a:gd name="connsiteY165" fmla="*/ 153247 h 1372869"/>
                  <a:gd name="connsiteX166" fmla="*/ 356023 w 978323"/>
                  <a:gd name="connsiteY166" fmla="*/ 159173 h 1372869"/>
                  <a:gd name="connsiteX167" fmla="*/ 354753 w 978323"/>
                  <a:gd name="connsiteY167" fmla="*/ 159173 h 1372869"/>
                  <a:gd name="connsiteX168" fmla="*/ 340783 w 978323"/>
                  <a:gd name="connsiteY168" fmla="*/ 164677 h 1372869"/>
                  <a:gd name="connsiteX169" fmla="*/ 325120 w 978323"/>
                  <a:gd name="connsiteY169" fmla="*/ 164677 h 1372869"/>
                  <a:gd name="connsiteX170" fmla="*/ 309880 w 978323"/>
                  <a:gd name="connsiteY170" fmla="*/ 175683 h 1372869"/>
                  <a:gd name="connsiteX171" fmla="*/ 295910 w 978323"/>
                  <a:gd name="connsiteY171" fmla="*/ 179917 h 1372869"/>
                  <a:gd name="connsiteX172" fmla="*/ 297603 w 978323"/>
                  <a:gd name="connsiteY172" fmla="*/ 171450 h 1372869"/>
                  <a:gd name="connsiteX173" fmla="*/ 311573 w 978323"/>
                  <a:gd name="connsiteY173" fmla="*/ 165947 h 1372869"/>
                  <a:gd name="connsiteX174" fmla="*/ 319617 w 978323"/>
                  <a:gd name="connsiteY174" fmla="*/ 151977 h 1372869"/>
                  <a:gd name="connsiteX175" fmla="*/ 305647 w 978323"/>
                  <a:gd name="connsiteY175" fmla="*/ 151977 h 1372869"/>
                  <a:gd name="connsiteX176" fmla="*/ 290407 w 978323"/>
                  <a:gd name="connsiteY176" fmla="*/ 157480 h 1372869"/>
                  <a:gd name="connsiteX177" fmla="*/ 276437 w 978323"/>
                  <a:gd name="connsiteY177" fmla="*/ 161713 h 1372869"/>
                  <a:gd name="connsiteX178" fmla="*/ 290407 w 978323"/>
                  <a:gd name="connsiteY178" fmla="*/ 151977 h 1372869"/>
                  <a:gd name="connsiteX179" fmla="*/ 305647 w 978323"/>
                  <a:gd name="connsiteY179" fmla="*/ 150707 h 1372869"/>
                  <a:gd name="connsiteX180" fmla="*/ 320887 w 978323"/>
                  <a:gd name="connsiteY180" fmla="*/ 143933 h 1372869"/>
                  <a:gd name="connsiteX181" fmla="*/ 334857 w 978323"/>
                  <a:gd name="connsiteY181" fmla="*/ 143933 h 1372869"/>
                  <a:gd name="connsiteX182" fmla="*/ 343323 w 978323"/>
                  <a:gd name="connsiteY182" fmla="*/ 129540 h 1372869"/>
                  <a:gd name="connsiteX183" fmla="*/ 329353 w 978323"/>
                  <a:gd name="connsiteY183" fmla="*/ 127000 h 1372869"/>
                  <a:gd name="connsiteX184" fmla="*/ 314113 w 978323"/>
                  <a:gd name="connsiteY184" fmla="*/ 125730 h 1372869"/>
                  <a:gd name="connsiteX185" fmla="*/ 298873 w 978323"/>
                  <a:gd name="connsiteY185" fmla="*/ 124037 h 1372869"/>
                  <a:gd name="connsiteX186" fmla="*/ 284903 w 978323"/>
                  <a:gd name="connsiteY186" fmla="*/ 118533 h 1372869"/>
                  <a:gd name="connsiteX187" fmla="*/ 283633 w 978323"/>
                  <a:gd name="connsiteY187" fmla="*/ 117263 h 1372869"/>
                  <a:gd name="connsiteX188" fmla="*/ 281940 w 978323"/>
                  <a:gd name="connsiteY188" fmla="*/ 115993 h 1372869"/>
                  <a:gd name="connsiteX189" fmla="*/ 284903 w 978323"/>
                  <a:gd name="connsiteY189" fmla="*/ 115993 h 1372869"/>
                  <a:gd name="connsiteX190" fmla="*/ 287443 w 978323"/>
                  <a:gd name="connsiteY190" fmla="*/ 118533 h 1372869"/>
                  <a:gd name="connsiteX191" fmla="*/ 301837 w 978323"/>
                  <a:gd name="connsiteY191" fmla="*/ 121497 h 1372869"/>
                  <a:gd name="connsiteX192" fmla="*/ 317077 w 978323"/>
                  <a:gd name="connsiteY192" fmla="*/ 124037 h 1372869"/>
                  <a:gd name="connsiteX193" fmla="*/ 319617 w 978323"/>
                  <a:gd name="connsiteY193" fmla="*/ 108797 h 1372869"/>
                  <a:gd name="connsiteX194" fmla="*/ 322580 w 978323"/>
                  <a:gd name="connsiteY194" fmla="*/ 107527 h 1372869"/>
                  <a:gd name="connsiteX195" fmla="*/ 333587 w 978323"/>
                  <a:gd name="connsiteY195" fmla="*/ 107527 h 1372869"/>
                  <a:gd name="connsiteX196" fmla="*/ 346287 w 978323"/>
                  <a:gd name="connsiteY196" fmla="*/ 102023 h 1372869"/>
                  <a:gd name="connsiteX197" fmla="*/ 360257 w 978323"/>
                  <a:gd name="connsiteY197" fmla="*/ 92287 h 1372869"/>
                  <a:gd name="connsiteX198" fmla="*/ 375497 w 978323"/>
                  <a:gd name="connsiteY198" fmla="*/ 83820 h 1372869"/>
                  <a:gd name="connsiteX199" fmla="*/ 383963 w 978323"/>
                  <a:gd name="connsiteY199" fmla="*/ 79587 h 1372869"/>
                  <a:gd name="connsiteX200" fmla="*/ 399203 w 978323"/>
                  <a:gd name="connsiteY200" fmla="*/ 69850 h 1372869"/>
                  <a:gd name="connsiteX201" fmla="*/ 413173 w 978323"/>
                  <a:gd name="connsiteY201" fmla="*/ 57150 h 1372869"/>
                  <a:gd name="connsiteX202" fmla="*/ 428413 w 978323"/>
                  <a:gd name="connsiteY202" fmla="*/ 54610 h 1372869"/>
                  <a:gd name="connsiteX203" fmla="*/ 442383 w 978323"/>
                  <a:gd name="connsiteY203" fmla="*/ 43180 h 1372869"/>
                  <a:gd name="connsiteX204" fmla="*/ 452120 w 978323"/>
                  <a:gd name="connsiteY204" fmla="*/ 29210 h 1372869"/>
                  <a:gd name="connsiteX205" fmla="*/ 450850 w 978323"/>
                  <a:gd name="connsiteY205" fmla="*/ 13970 h 1372869"/>
                  <a:gd name="connsiteX206" fmla="*/ 447887 w 978323"/>
                  <a:gd name="connsiteY206" fmla="*/ 0 h 1372869"/>
                  <a:gd name="connsiteX207" fmla="*/ 434340 w 978323"/>
                  <a:gd name="connsiteY207" fmla="*/ 0 h 1372869"/>
                  <a:gd name="connsiteX208" fmla="*/ 418677 w 978323"/>
                  <a:gd name="connsiteY208" fmla="*/ 0 h 1372869"/>
                  <a:gd name="connsiteX209" fmla="*/ 411903 w 978323"/>
                  <a:gd name="connsiteY209" fmla="*/ 7197 h 1372869"/>
                  <a:gd name="connsiteX210" fmla="*/ 397933 w 978323"/>
                  <a:gd name="connsiteY210" fmla="*/ 8467 h 1372869"/>
                  <a:gd name="connsiteX211" fmla="*/ 382693 w 978323"/>
                  <a:gd name="connsiteY211" fmla="*/ 4233 h 1372869"/>
                  <a:gd name="connsiteX212" fmla="*/ 368300 w 978323"/>
                  <a:gd name="connsiteY212" fmla="*/ 11007 h 1372869"/>
                  <a:gd name="connsiteX213" fmla="*/ 353060 w 978323"/>
                  <a:gd name="connsiteY213" fmla="*/ 13970 h 1372869"/>
                  <a:gd name="connsiteX214" fmla="*/ 339090 w 978323"/>
                  <a:gd name="connsiteY214" fmla="*/ 12700 h 1372869"/>
                  <a:gd name="connsiteX215" fmla="*/ 325120 w 978323"/>
                  <a:gd name="connsiteY215" fmla="*/ 12700 h 1372869"/>
                  <a:gd name="connsiteX216" fmla="*/ 309880 w 978323"/>
                  <a:gd name="connsiteY216" fmla="*/ 19473 h 1372869"/>
                  <a:gd name="connsiteX217" fmla="*/ 301837 w 978323"/>
                  <a:gd name="connsiteY217" fmla="*/ 16933 h 1372869"/>
                  <a:gd name="connsiteX218" fmla="*/ 287443 w 978323"/>
                  <a:gd name="connsiteY218" fmla="*/ 24977 h 1372869"/>
                  <a:gd name="connsiteX219" fmla="*/ 283633 w 978323"/>
                  <a:gd name="connsiteY219" fmla="*/ 23707 h 1372869"/>
                  <a:gd name="connsiteX220" fmla="*/ 279400 w 978323"/>
                  <a:gd name="connsiteY220" fmla="*/ 12700 h 1372869"/>
                  <a:gd name="connsiteX221" fmla="*/ 263737 w 978323"/>
                  <a:gd name="connsiteY221" fmla="*/ 20743 h 1372869"/>
                  <a:gd name="connsiteX222" fmla="*/ 249767 w 978323"/>
                  <a:gd name="connsiteY222" fmla="*/ 27940 h 1372869"/>
                  <a:gd name="connsiteX223" fmla="*/ 255693 w 978323"/>
                  <a:gd name="connsiteY223" fmla="*/ 13970 h 1372869"/>
                  <a:gd name="connsiteX224" fmla="*/ 241723 w 978323"/>
                  <a:gd name="connsiteY224" fmla="*/ 19473 h 1372869"/>
                  <a:gd name="connsiteX225" fmla="*/ 235797 w 978323"/>
                  <a:gd name="connsiteY225" fmla="*/ 5503 h 1372869"/>
                  <a:gd name="connsiteX226" fmla="*/ 220557 w 978323"/>
                  <a:gd name="connsiteY226" fmla="*/ 4233 h 1372869"/>
                  <a:gd name="connsiteX227" fmla="*/ 213360 w 978323"/>
                  <a:gd name="connsiteY227" fmla="*/ 18203 h 1372869"/>
                  <a:gd name="connsiteX228" fmla="*/ 218017 w 978323"/>
                  <a:gd name="connsiteY228" fmla="*/ 32173 h 1372869"/>
                  <a:gd name="connsiteX229" fmla="*/ 218017 w 978323"/>
                  <a:gd name="connsiteY229" fmla="*/ 33443 h 1372869"/>
                  <a:gd name="connsiteX230" fmla="*/ 212513 w 978323"/>
                  <a:gd name="connsiteY230" fmla="*/ 40640 h 1372869"/>
                  <a:gd name="connsiteX231" fmla="*/ 198543 w 978323"/>
                  <a:gd name="connsiteY231" fmla="*/ 50377 h 1372869"/>
                  <a:gd name="connsiteX232" fmla="*/ 212513 w 978323"/>
                  <a:gd name="connsiteY232" fmla="*/ 61383 h 1372869"/>
                  <a:gd name="connsiteX233" fmla="*/ 215053 w 978323"/>
                  <a:gd name="connsiteY233" fmla="*/ 58420 h 1372869"/>
                  <a:gd name="connsiteX234" fmla="*/ 215053 w 978323"/>
                  <a:gd name="connsiteY234" fmla="*/ 62653 h 1372869"/>
                  <a:gd name="connsiteX235" fmla="*/ 213360 w 978323"/>
                  <a:gd name="connsiteY235" fmla="*/ 62653 h 1372869"/>
                  <a:gd name="connsiteX236" fmla="*/ 202353 w 978323"/>
                  <a:gd name="connsiteY236" fmla="*/ 58420 h 1372869"/>
                  <a:gd name="connsiteX237" fmla="*/ 188807 w 978323"/>
                  <a:gd name="connsiteY237" fmla="*/ 60113 h 1372869"/>
                  <a:gd name="connsiteX238" fmla="*/ 173143 w 978323"/>
                  <a:gd name="connsiteY238" fmla="*/ 72390 h 1372869"/>
                  <a:gd name="connsiteX239" fmla="*/ 178647 w 978323"/>
                  <a:gd name="connsiteY239" fmla="*/ 86360 h 1372869"/>
                  <a:gd name="connsiteX240" fmla="*/ 164677 w 978323"/>
                  <a:gd name="connsiteY240" fmla="*/ 96097 h 1372869"/>
                  <a:gd name="connsiteX241" fmla="*/ 179917 w 978323"/>
                  <a:gd name="connsiteY241" fmla="*/ 105833 h 1372869"/>
                  <a:gd name="connsiteX242" fmla="*/ 188807 w 978323"/>
                  <a:gd name="connsiteY242" fmla="*/ 119803 h 1372869"/>
                  <a:gd name="connsiteX243" fmla="*/ 174413 w 978323"/>
                  <a:gd name="connsiteY243" fmla="*/ 122767 h 1372869"/>
                  <a:gd name="connsiteX244" fmla="*/ 160867 w 978323"/>
                  <a:gd name="connsiteY244" fmla="*/ 115993 h 1372869"/>
                  <a:gd name="connsiteX245" fmla="*/ 146897 w 978323"/>
                  <a:gd name="connsiteY245" fmla="*/ 122767 h 1372869"/>
                  <a:gd name="connsiteX246" fmla="*/ 131233 w 978323"/>
                  <a:gd name="connsiteY246" fmla="*/ 121497 h 1372869"/>
                  <a:gd name="connsiteX247" fmla="*/ 129963 w 978323"/>
                  <a:gd name="connsiteY247" fmla="*/ 135467 h 1372869"/>
                  <a:gd name="connsiteX248" fmla="*/ 124460 w 978323"/>
                  <a:gd name="connsiteY248" fmla="*/ 121497 h 1372869"/>
                  <a:gd name="connsiteX249" fmla="*/ 110490 w 978323"/>
                  <a:gd name="connsiteY249" fmla="*/ 133773 h 1372869"/>
                  <a:gd name="connsiteX250" fmla="*/ 110490 w 978323"/>
                  <a:gd name="connsiteY250" fmla="*/ 149437 h 1372869"/>
                  <a:gd name="connsiteX251" fmla="*/ 115993 w 978323"/>
                  <a:gd name="connsiteY251" fmla="*/ 163407 h 1372869"/>
                  <a:gd name="connsiteX252" fmla="*/ 128693 w 978323"/>
                  <a:gd name="connsiteY252" fmla="*/ 174413 h 1372869"/>
                  <a:gd name="connsiteX253" fmla="*/ 114723 w 978323"/>
                  <a:gd name="connsiteY253" fmla="*/ 173143 h 1372869"/>
                  <a:gd name="connsiteX254" fmla="*/ 100753 w 978323"/>
                  <a:gd name="connsiteY254" fmla="*/ 173143 h 1372869"/>
                  <a:gd name="connsiteX255" fmla="*/ 102023 w 978323"/>
                  <a:gd name="connsiteY255" fmla="*/ 187113 h 1372869"/>
                  <a:gd name="connsiteX256" fmla="*/ 113030 w 978323"/>
                  <a:gd name="connsiteY256" fmla="*/ 201083 h 1372869"/>
                  <a:gd name="connsiteX257" fmla="*/ 127423 w 978323"/>
                  <a:gd name="connsiteY257" fmla="*/ 199390 h 1372869"/>
                  <a:gd name="connsiteX258" fmla="*/ 140970 w 978323"/>
                  <a:gd name="connsiteY258" fmla="*/ 198120 h 1372869"/>
                  <a:gd name="connsiteX259" fmla="*/ 127423 w 978323"/>
                  <a:gd name="connsiteY259" fmla="*/ 203623 h 1372869"/>
                  <a:gd name="connsiteX260" fmla="*/ 113030 w 978323"/>
                  <a:gd name="connsiteY260" fmla="*/ 213360 h 1372869"/>
                  <a:gd name="connsiteX261" fmla="*/ 118957 w 978323"/>
                  <a:gd name="connsiteY261" fmla="*/ 212090 h 1372869"/>
                  <a:gd name="connsiteX262" fmla="*/ 132927 w 978323"/>
                  <a:gd name="connsiteY262" fmla="*/ 212090 h 1372869"/>
                  <a:gd name="connsiteX263" fmla="*/ 138430 w 978323"/>
                  <a:gd name="connsiteY263" fmla="*/ 213360 h 1372869"/>
                  <a:gd name="connsiteX264" fmla="*/ 146897 w 978323"/>
                  <a:gd name="connsiteY264" fmla="*/ 223097 h 1372869"/>
                  <a:gd name="connsiteX265" fmla="*/ 134197 w 978323"/>
                  <a:gd name="connsiteY265" fmla="*/ 215053 h 1372869"/>
                  <a:gd name="connsiteX266" fmla="*/ 120227 w 978323"/>
                  <a:gd name="connsiteY266" fmla="*/ 220557 h 1372869"/>
                  <a:gd name="connsiteX267" fmla="*/ 118957 w 978323"/>
                  <a:gd name="connsiteY267" fmla="*/ 234527 h 1372869"/>
                  <a:gd name="connsiteX268" fmla="*/ 134197 w 978323"/>
                  <a:gd name="connsiteY268" fmla="*/ 240030 h 1372869"/>
                  <a:gd name="connsiteX269" fmla="*/ 145203 w 978323"/>
                  <a:gd name="connsiteY269" fmla="*/ 240030 h 1372869"/>
                  <a:gd name="connsiteX270" fmla="*/ 131233 w 978323"/>
                  <a:gd name="connsiteY270" fmla="*/ 242570 h 1372869"/>
                  <a:gd name="connsiteX271" fmla="*/ 117263 w 978323"/>
                  <a:gd name="connsiteY271" fmla="*/ 237067 h 1372869"/>
                  <a:gd name="connsiteX272" fmla="*/ 106257 w 978323"/>
                  <a:gd name="connsiteY272" fmla="*/ 251037 h 1372869"/>
                  <a:gd name="connsiteX273" fmla="*/ 120227 w 978323"/>
                  <a:gd name="connsiteY273" fmla="*/ 260773 h 1372869"/>
                  <a:gd name="connsiteX274" fmla="*/ 106257 w 978323"/>
                  <a:gd name="connsiteY274" fmla="*/ 254000 h 1372869"/>
                  <a:gd name="connsiteX275" fmla="*/ 92287 w 978323"/>
                  <a:gd name="connsiteY275" fmla="*/ 260773 h 1372869"/>
                  <a:gd name="connsiteX276" fmla="*/ 91017 w 978323"/>
                  <a:gd name="connsiteY276" fmla="*/ 274743 h 1372869"/>
                  <a:gd name="connsiteX277" fmla="*/ 104987 w 978323"/>
                  <a:gd name="connsiteY277" fmla="*/ 281940 h 1372869"/>
                  <a:gd name="connsiteX278" fmla="*/ 91017 w 978323"/>
                  <a:gd name="connsiteY278" fmla="*/ 283210 h 1372869"/>
                  <a:gd name="connsiteX279" fmla="*/ 86783 w 978323"/>
                  <a:gd name="connsiteY279" fmla="*/ 297180 h 1372869"/>
                  <a:gd name="connsiteX280" fmla="*/ 82550 w 978323"/>
                  <a:gd name="connsiteY280" fmla="*/ 294640 h 1372869"/>
                  <a:gd name="connsiteX281" fmla="*/ 68580 w 978323"/>
                  <a:gd name="connsiteY281" fmla="*/ 292947 h 1372869"/>
                  <a:gd name="connsiteX282" fmla="*/ 53340 w 978323"/>
                  <a:gd name="connsiteY282" fmla="*/ 294640 h 1372869"/>
                  <a:gd name="connsiteX283" fmla="*/ 39370 w 978323"/>
                  <a:gd name="connsiteY283" fmla="*/ 302683 h 1372869"/>
                  <a:gd name="connsiteX284" fmla="*/ 53340 w 978323"/>
                  <a:gd name="connsiteY284" fmla="*/ 305647 h 1372869"/>
                  <a:gd name="connsiteX285" fmla="*/ 68580 w 978323"/>
                  <a:gd name="connsiteY285" fmla="*/ 306917 h 1372869"/>
                  <a:gd name="connsiteX286" fmla="*/ 82550 w 978323"/>
                  <a:gd name="connsiteY286" fmla="*/ 306917 h 1372869"/>
                  <a:gd name="connsiteX287" fmla="*/ 97790 w 978323"/>
                  <a:gd name="connsiteY287" fmla="*/ 301413 h 1372869"/>
                  <a:gd name="connsiteX288" fmla="*/ 111760 w 978323"/>
                  <a:gd name="connsiteY288" fmla="*/ 306917 h 1372869"/>
                  <a:gd name="connsiteX289" fmla="*/ 97790 w 978323"/>
                  <a:gd name="connsiteY289" fmla="*/ 304377 h 1372869"/>
                  <a:gd name="connsiteX290" fmla="*/ 83820 w 978323"/>
                  <a:gd name="connsiteY290" fmla="*/ 313690 h 1372869"/>
                  <a:gd name="connsiteX291" fmla="*/ 69850 w 978323"/>
                  <a:gd name="connsiteY291" fmla="*/ 311150 h 1372869"/>
                  <a:gd name="connsiteX292" fmla="*/ 77047 w 978323"/>
                  <a:gd name="connsiteY292" fmla="*/ 325120 h 1372869"/>
                  <a:gd name="connsiteX293" fmla="*/ 92287 w 978323"/>
                  <a:gd name="connsiteY293" fmla="*/ 329353 h 1372869"/>
                  <a:gd name="connsiteX294" fmla="*/ 106257 w 978323"/>
                  <a:gd name="connsiteY294" fmla="*/ 334857 h 1372869"/>
                  <a:gd name="connsiteX295" fmla="*/ 120227 w 978323"/>
                  <a:gd name="connsiteY295" fmla="*/ 327660 h 1372869"/>
                  <a:gd name="connsiteX296" fmla="*/ 134197 w 978323"/>
                  <a:gd name="connsiteY296" fmla="*/ 315383 h 1372869"/>
                  <a:gd name="connsiteX297" fmla="*/ 148167 w 978323"/>
                  <a:gd name="connsiteY297" fmla="*/ 305647 h 1372869"/>
                  <a:gd name="connsiteX298" fmla="*/ 163407 w 978323"/>
                  <a:gd name="connsiteY298" fmla="*/ 294640 h 1372869"/>
                  <a:gd name="connsiteX299" fmla="*/ 177377 w 978323"/>
                  <a:gd name="connsiteY299" fmla="*/ 286173 h 1372869"/>
                  <a:gd name="connsiteX300" fmla="*/ 171873 w 978323"/>
                  <a:gd name="connsiteY300" fmla="*/ 291677 h 1372869"/>
                  <a:gd name="connsiteX301" fmla="*/ 170603 w 978323"/>
                  <a:gd name="connsiteY301" fmla="*/ 305647 h 1372869"/>
                  <a:gd name="connsiteX302" fmla="*/ 176107 w 978323"/>
                  <a:gd name="connsiteY302" fmla="*/ 304377 h 1372869"/>
                  <a:gd name="connsiteX303" fmla="*/ 185843 w 978323"/>
                  <a:gd name="connsiteY303" fmla="*/ 302683 h 1372869"/>
                  <a:gd name="connsiteX304" fmla="*/ 170603 w 978323"/>
                  <a:gd name="connsiteY304" fmla="*/ 306917 h 1372869"/>
                  <a:gd name="connsiteX305" fmla="*/ 166370 w 978323"/>
                  <a:gd name="connsiteY305" fmla="*/ 306917 h 1372869"/>
                  <a:gd name="connsiteX306" fmla="*/ 152400 w 978323"/>
                  <a:gd name="connsiteY306" fmla="*/ 312420 h 1372869"/>
                  <a:gd name="connsiteX307" fmla="*/ 139700 w 978323"/>
                  <a:gd name="connsiteY307" fmla="*/ 326390 h 1372869"/>
                  <a:gd name="connsiteX308" fmla="*/ 139700 w 978323"/>
                  <a:gd name="connsiteY308" fmla="*/ 329353 h 1372869"/>
                  <a:gd name="connsiteX309" fmla="*/ 153670 w 978323"/>
                  <a:gd name="connsiteY309" fmla="*/ 327660 h 1372869"/>
                  <a:gd name="connsiteX310" fmla="*/ 139700 w 978323"/>
                  <a:gd name="connsiteY310" fmla="*/ 341630 h 1372869"/>
                  <a:gd name="connsiteX311" fmla="*/ 153670 w 978323"/>
                  <a:gd name="connsiteY311" fmla="*/ 341630 h 1372869"/>
                  <a:gd name="connsiteX312" fmla="*/ 168910 w 978323"/>
                  <a:gd name="connsiteY312" fmla="*/ 339090 h 1372869"/>
                  <a:gd name="connsiteX313" fmla="*/ 153670 w 978323"/>
                  <a:gd name="connsiteY313" fmla="*/ 344593 h 1372869"/>
                  <a:gd name="connsiteX314" fmla="*/ 139700 w 978323"/>
                  <a:gd name="connsiteY314" fmla="*/ 343323 h 1372869"/>
                  <a:gd name="connsiteX315" fmla="*/ 131233 w 978323"/>
                  <a:gd name="connsiteY315" fmla="*/ 343323 h 1372869"/>
                  <a:gd name="connsiteX316" fmla="*/ 128693 w 978323"/>
                  <a:gd name="connsiteY316" fmla="*/ 357293 h 1372869"/>
                  <a:gd name="connsiteX317" fmla="*/ 114723 w 978323"/>
                  <a:gd name="connsiteY317" fmla="*/ 361103 h 1372869"/>
                  <a:gd name="connsiteX318" fmla="*/ 117263 w 978323"/>
                  <a:gd name="connsiteY318" fmla="*/ 375073 h 1372869"/>
                  <a:gd name="connsiteX319" fmla="*/ 115993 w 978323"/>
                  <a:gd name="connsiteY319" fmla="*/ 389467 h 1372869"/>
                  <a:gd name="connsiteX320" fmla="*/ 104987 w 978323"/>
                  <a:gd name="connsiteY320" fmla="*/ 403013 h 1372869"/>
                  <a:gd name="connsiteX321" fmla="*/ 100753 w 978323"/>
                  <a:gd name="connsiteY321" fmla="*/ 407247 h 1372869"/>
                  <a:gd name="connsiteX322" fmla="*/ 93557 w 978323"/>
                  <a:gd name="connsiteY322" fmla="*/ 422487 h 1372869"/>
                  <a:gd name="connsiteX323" fmla="*/ 107527 w 978323"/>
                  <a:gd name="connsiteY323" fmla="*/ 408940 h 1372869"/>
                  <a:gd name="connsiteX324" fmla="*/ 95250 w 978323"/>
                  <a:gd name="connsiteY324" fmla="*/ 422487 h 1372869"/>
                  <a:gd name="connsiteX325" fmla="*/ 95250 w 978323"/>
                  <a:gd name="connsiteY325" fmla="*/ 436457 h 1372869"/>
                  <a:gd name="connsiteX326" fmla="*/ 102023 w 978323"/>
                  <a:gd name="connsiteY326" fmla="*/ 450850 h 1372869"/>
                  <a:gd name="connsiteX327" fmla="*/ 117263 w 978323"/>
                  <a:gd name="connsiteY327" fmla="*/ 443653 h 1372869"/>
                  <a:gd name="connsiteX328" fmla="*/ 103293 w 978323"/>
                  <a:gd name="connsiteY328" fmla="*/ 453390 h 1372869"/>
                  <a:gd name="connsiteX329" fmla="*/ 91017 w 978323"/>
                  <a:gd name="connsiteY329" fmla="*/ 468630 h 1372869"/>
                  <a:gd name="connsiteX330" fmla="*/ 82550 w 978323"/>
                  <a:gd name="connsiteY330" fmla="*/ 482600 h 1372869"/>
                  <a:gd name="connsiteX331" fmla="*/ 82550 w 978323"/>
                  <a:gd name="connsiteY331" fmla="*/ 496570 h 1372869"/>
                  <a:gd name="connsiteX332" fmla="*/ 71543 w 978323"/>
                  <a:gd name="connsiteY332" fmla="*/ 510540 h 1372869"/>
                  <a:gd name="connsiteX333" fmla="*/ 75353 w 978323"/>
                  <a:gd name="connsiteY333" fmla="*/ 524510 h 1372869"/>
                  <a:gd name="connsiteX334" fmla="*/ 91017 w 978323"/>
                  <a:gd name="connsiteY334" fmla="*/ 523240 h 1372869"/>
                  <a:gd name="connsiteX335" fmla="*/ 104987 w 978323"/>
                  <a:gd name="connsiteY335" fmla="*/ 511810 h 1372869"/>
                  <a:gd name="connsiteX336" fmla="*/ 103293 w 978323"/>
                  <a:gd name="connsiteY336" fmla="*/ 497840 h 1372869"/>
                  <a:gd name="connsiteX337" fmla="*/ 111760 w 978323"/>
                  <a:gd name="connsiteY337" fmla="*/ 482600 h 1372869"/>
                  <a:gd name="connsiteX338" fmla="*/ 114723 w 978323"/>
                  <a:gd name="connsiteY338" fmla="*/ 468630 h 1372869"/>
                  <a:gd name="connsiteX339" fmla="*/ 125730 w 978323"/>
                  <a:gd name="connsiteY339" fmla="*/ 454660 h 1372869"/>
                  <a:gd name="connsiteX340" fmla="*/ 132927 w 978323"/>
                  <a:gd name="connsiteY340" fmla="*/ 440690 h 1372869"/>
                  <a:gd name="connsiteX341" fmla="*/ 125730 w 978323"/>
                  <a:gd name="connsiteY341" fmla="*/ 426720 h 1372869"/>
                  <a:gd name="connsiteX342" fmla="*/ 125730 w 978323"/>
                  <a:gd name="connsiteY342" fmla="*/ 412750 h 1372869"/>
                  <a:gd name="connsiteX343" fmla="*/ 139700 w 978323"/>
                  <a:gd name="connsiteY343" fmla="*/ 404707 h 1372869"/>
                  <a:gd name="connsiteX344" fmla="*/ 153670 w 978323"/>
                  <a:gd name="connsiteY344" fmla="*/ 393277 h 1372869"/>
                  <a:gd name="connsiteX345" fmla="*/ 167640 w 978323"/>
                  <a:gd name="connsiteY345" fmla="*/ 386503 h 1372869"/>
                  <a:gd name="connsiteX346" fmla="*/ 177377 w 978323"/>
                  <a:gd name="connsiteY346" fmla="*/ 381000 h 1372869"/>
                  <a:gd name="connsiteX347" fmla="*/ 162137 w 978323"/>
                  <a:gd name="connsiteY347" fmla="*/ 393277 h 1372869"/>
                  <a:gd name="connsiteX348" fmla="*/ 148167 w 978323"/>
                  <a:gd name="connsiteY348" fmla="*/ 403013 h 1372869"/>
                  <a:gd name="connsiteX349" fmla="*/ 138430 w 978323"/>
                  <a:gd name="connsiteY349" fmla="*/ 416983 h 1372869"/>
                  <a:gd name="connsiteX350" fmla="*/ 136737 w 978323"/>
                  <a:gd name="connsiteY350" fmla="*/ 430953 h 1372869"/>
                  <a:gd name="connsiteX351" fmla="*/ 150707 w 978323"/>
                  <a:gd name="connsiteY351" fmla="*/ 439420 h 1372869"/>
                  <a:gd name="connsiteX352" fmla="*/ 153670 w 978323"/>
                  <a:gd name="connsiteY352" fmla="*/ 433917 h 1372869"/>
                  <a:gd name="connsiteX353" fmla="*/ 159173 w 978323"/>
                  <a:gd name="connsiteY353" fmla="*/ 443653 h 1372869"/>
                  <a:gd name="connsiteX354" fmla="*/ 171873 w 978323"/>
                  <a:gd name="connsiteY354" fmla="*/ 457623 h 1372869"/>
                  <a:gd name="connsiteX355" fmla="*/ 173143 w 978323"/>
                  <a:gd name="connsiteY355" fmla="*/ 456353 h 1372869"/>
                  <a:gd name="connsiteX356" fmla="*/ 171873 w 978323"/>
                  <a:gd name="connsiteY356" fmla="*/ 442383 h 1372869"/>
                  <a:gd name="connsiteX357" fmla="*/ 159173 w 978323"/>
                  <a:gd name="connsiteY357" fmla="*/ 428413 h 1372869"/>
                  <a:gd name="connsiteX358" fmla="*/ 157903 w 978323"/>
                  <a:gd name="connsiteY358" fmla="*/ 428413 h 1372869"/>
                  <a:gd name="connsiteX359" fmla="*/ 159173 w 978323"/>
                  <a:gd name="connsiteY359" fmla="*/ 425450 h 1372869"/>
                  <a:gd name="connsiteX360" fmla="*/ 168910 w 978323"/>
                  <a:gd name="connsiteY360" fmla="*/ 419947 h 1372869"/>
                  <a:gd name="connsiteX361" fmla="*/ 177377 w 978323"/>
                  <a:gd name="connsiteY361" fmla="*/ 435187 h 1372869"/>
                  <a:gd name="connsiteX362" fmla="*/ 182880 w 978323"/>
                  <a:gd name="connsiteY362" fmla="*/ 429683 h 1372869"/>
                  <a:gd name="connsiteX363" fmla="*/ 191347 w 978323"/>
                  <a:gd name="connsiteY363" fmla="*/ 415713 h 1372869"/>
                  <a:gd name="connsiteX364" fmla="*/ 194310 w 978323"/>
                  <a:gd name="connsiteY364" fmla="*/ 400473 h 1372869"/>
                  <a:gd name="connsiteX365" fmla="*/ 192617 w 978323"/>
                  <a:gd name="connsiteY365" fmla="*/ 386503 h 1372869"/>
                  <a:gd name="connsiteX366" fmla="*/ 206587 w 978323"/>
                  <a:gd name="connsiteY366" fmla="*/ 389467 h 1372869"/>
                  <a:gd name="connsiteX367" fmla="*/ 196850 w 978323"/>
                  <a:gd name="connsiteY367" fmla="*/ 403013 h 1372869"/>
                  <a:gd name="connsiteX368" fmla="*/ 202353 w 978323"/>
                  <a:gd name="connsiteY368" fmla="*/ 416983 h 1372869"/>
                  <a:gd name="connsiteX369" fmla="*/ 201083 w 978323"/>
                  <a:gd name="connsiteY369" fmla="*/ 403013 h 1372869"/>
                  <a:gd name="connsiteX370" fmla="*/ 215053 w 978323"/>
                  <a:gd name="connsiteY370" fmla="*/ 416983 h 1372869"/>
                  <a:gd name="connsiteX371" fmla="*/ 229023 w 978323"/>
                  <a:gd name="connsiteY371" fmla="*/ 422487 h 1372869"/>
                  <a:gd name="connsiteX372" fmla="*/ 230293 w 978323"/>
                  <a:gd name="connsiteY372" fmla="*/ 424180 h 1372869"/>
                  <a:gd name="connsiteX373" fmla="*/ 231987 w 978323"/>
                  <a:gd name="connsiteY373" fmla="*/ 425450 h 1372869"/>
                  <a:gd name="connsiteX374" fmla="*/ 216747 w 978323"/>
                  <a:gd name="connsiteY374" fmla="*/ 424180 h 1372869"/>
                  <a:gd name="connsiteX375" fmla="*/ 202353 w 978323"/>
                  <a:gd name="connsiteY375" fmla="*/ 421217 h 1372869"/>
                  <a:gd name="connsiteX376" fmla="*/ 195580 w 978323"/>
                  <a:gd name="connsiteY376" fmla="*/ 422487 h 1372869"/>
                  <a:gd name="connsiteX377" fmla="*/ 190077 w 978323"/>
                  <a:gd name="connsiteY377" fmla="*/ 436457 h 1372869"/>
                  <a:gd name="connsiteX378" fmla="*/ 191347 w 978323"/>
                  <a:gd name="connsiteY378" fmla="*/ 450850 h 1372869"/>
                  <a:gd name="connsiteX379" fmla="*/ 191347 w 978323"/>
                  <a:gd name="connsiteY379" fmla="*/ 466090 h 1372869"/>
                  <a:gd name="connsiteX380" fmla="*/ 206587 w 978323"/>
                  <a:gd name="connsiteY380" fmla="*/ 474133 h 1372869"/>
                  <a:gd name="connsiteX381" fmla="*/ 215053 w 978323"/>
                  <a:gd name="connsiteY381" fmla="*/ 488103 h 1372869"/>
                  <a:gd name="connsiteX382" fmla="*/ 212513 w 978323"/>
                  <a:gd name="connsiteY382" fmla="*/ 502073 h 1372869"/>
                  <a:gd name="connsiteX383" fmla="*/ 198543 w 978323"/>
                  <a:gd name="connsiteY383" fmla="*/ 509270 h 1372869"/>
                  <a:gd name="connsiteX384" fmla="*/ 188807 w 978323"/>
                  <a:gd name="connsiteY384" fmla="*/ 524510 h 1372869"/>
                  <a:gd name="connsiteX385" fmla="*/ 179917 w 978323"/>
                  <a:gd name="connsiteY385" fmla="*/ 538480 h 1372869"/>
                  <a:gd name="connsiteX386" fmla="*/ 164677 w 978323"/>
                  <a:gd name="connsiteY386" fmla="*/ 549487 h 1372869"/>
                  <a:gd name="connsiteX387" fmla="*/ 162137 w 978323"/>
                  <a:gd name="connsiteY387" fmla="*/ 556683 h 1372869"/>
                  <a:gd name="connsiteX388" fmla="*/ 157903 w 978323"/>
                  <a:gd name="connsiteY388" fmla="*/ 571923 h 1372869"/>
                  <a:gd name="connsiteX389" fmla="*/ 159173 w 978323"/>
                  <a:gd name="connsiteY389" fmla="*/ 571923 h 1372869"/>
                  <a:gd name="connsiteX390" fmla="*/ 162137 w 978323"/>
                  <a:gd name="connsiteY390" fmla="*/ 580390 h 1372869"/>
                  <a:gd name="connsiteX391" fmla="*/ 162137 w 978323"/>
                  <a:gd name="connsiteY391" fmla="*/ 585893 h 1372869"/>
                  <a:gd name="connsiteX392" fmla="*/ 157903 w 978323"/>
                  <a:gd name="connsiteY392" fmla="*/ 585893 h 1372869"/>
                  <a:gd name="connsiteX393" fmla="*/ 152400 w 978323"/>
                  <a:gd name="connsiteY393" fmla="*/ 571923 h 1372869"/>
                  <a:gd name="connsiteX394" fmla="*/ 140970 w 978323"/>
                  <a:gd name="connsiteY394" fmla="*/ 571923 h 1372869"/>
                  <a:gd name="connsiteX395" fmla="*/ 139700 w 978323"/>
                  <a:gd name="connsiteY395" fmla="*/ 581660 h 1372869"/>
                  <a:gd name="connsiteX396" fmla="*/ 145203 w 978323"/>
                  <a:gd name="connsiteY396" fmla="*/ 596900 h 1372869"/>
                  <a:gd name="connsiteX397" fmla="*/ 159173 w 978323"/>
                  <a:gd name="connsiteY397" fmla="*/ 609600 h 1372869"/>
                  <a:gd name="connsiteX398" fmla="*/ 163407 w 978323"/>
                  <a:gd name="connsiteY398" fmla="*/ 616797 h 1372869"/>
                  <a:gd name="connsiteX399" fmla="*/ 174413 w 978323"/>
                  <a:gd name="connsiteY399" fmla="*/ 630343 h 1372869"/>
                  <a:gd name="connsiteX400" fmla="*/ 176107 w 978323"/>
                  <a:gd name="connsiteY400" fmla="*/ 629073 h 1372869"/>
                  <a:gd name="connsiteX401" fmla="*/ 168910 w 978323"/>
                  <a:gd name="connsiteY401" fmla="*/ 615103 h 1372869"/>
                  <a:gd name="connsiteX402" fmla="*/ 166370 w 978323"/>
                  <a:gd name="connsiteY402" fmla="*/ 601133 h 1372869"/>
                  <a:gd name="connsiteX403" fmla="*/ 181610 w 978323"/>
                  <a:gd name="connsiteY403" fmla="*/ 593090 h 1372869"/>
                  <a:gd name="connsiteX404" fmla="*/ 195580 w 978323"/>
                  <a:gd name="connsiteY404" fmla="*/ 601133 h 1372869"/>
                  <a:gd name="connsiteX405" fmla="*/ 209550 w 978323"/>
                  <a:gd name="connsiteY405" fmla="*/ 606637 h 1372869"/>
                  <a:gd name="connsiteX406" fmla="*/ 223520 w 978323"/>
                  <a:gd name="connsiteY406" fmla="*/ 619337 h 1372869"/>
                  <a:gd name="connsiteX407" fmla="*/ 238760 w 978323"/>
                  <a:gd name="connsiteY407" fmla="*/ 613833 h 1372869"/>
                  <a:gd name="connsiteX408" fmla="*/ 237490 w 978323"/>
                  <a:gd name="connsiteY408" fmla="*/ 599863 h 1372869"/>
                  <a:gd name="connsiteX409" fmla="*/ 237490 w 978323"/>
                  <a:gd name="connsiteY409" fmla="*/ 585893 h 1372869"/>
                  <a:gd name="connsiteX410" fmla="*/ 248497 w 978323"/>
                  <a:gd name="connsiteY410" fmla="*/ 595630 h 1372869"/>
                  <a:gd name="connsiteX411" fmla="*/ 262467 w 978323"/>
                  <a:gd name="connsiteY411" fmla="*/ 604097 h 1372869"/>
                  <a:gd name="connsiteX412" fmla="*/ 276437 w 978323"/>
                  <a:gd name="connsiteY412" fmla="*/ 598593 h 1372869"/>
                  <a:gd name="connsiteX413" fmla="*/ 277707 w 978323"/>
                  <a:gd name="connsiteY413" fmla="*/ 608330 h 1372869"/>
                  <a:gd name="connsiteX414" fmla="*/ 281940 w 978323"/>
                  <a:gd name="connsiteY414" fmla="*/ 608330 h 1372869"/>
                  <a:gd name="connsiteX415" fmla="*/ 295910 w 978323"/>
                  <a:gd name="connsiteY415" fmla="*/ 604097 h 1372869"/>
                  <a:gd name="connsiteX416" fmla="*/ 309880 w 978323"/>
                  <a:gd name="connsiteY416" fmla="*/ 593090 h 1372869"/>
                  <a:gd name="connsiteX417" fmla="*/ 325120 w 978323"/>
                  <a:gd name="connsiteY417" fmla="*/ 590127 h 1372869"/>
                  <a:gd name="connsiteX418" fmla="*/ 339090 w 978323"/>
                  <a:gd name="connsiteY418" fmla="*/ 587163 h 1372869"/>
                  <a:gd name="connsiteX419" fmla="*/ 340783 w 978323"/>
                  <a:gd name="connsiteY419" fmla="*/ 573193 h 1372869"/>
                  <a:gd name="connsiteX420" fmla="*/ 346287 w 978323"/>
                  <a:gd name="connsiteY420" fmla="*/ 574887 h 1372869"/>
                  <a:gd name="connsiteX421" fmla="*/ 360257 w 978323"/>
                  <a:gd name="connsiteY421" fmla="*/ 574887 h 1372869"/>
                  <a:gd name="connsiteX422" fmla="*/ 375497 w 978323"/>
                  <a:gd name="connsiteY422" fmla="*/ 576157 h 1372869"/>
                  <a:gd name="connsiteX423" fmla="*/ 389467 w 978323"/>
                  <a:gd name="connsiteY423" fmla="*/ 576157 h 1372869"/>
                  <a:gd name="connsiteX424" fmla="*/ 403437 w 978323"/>
                  <a:gd name="connsiteY424" fmla="*/ 574887 h 1372869"/>
                  <a:gd name="connsiteX425" fmla="*/ 407670 w 978323"/>
                  <a:gd name="connsiteY425" fmla="*/ 576157 h 1372869"/>
                  <a:gd name="connsiteX426" fmla="*/ 406400 w 978323"/>
                  <a:gd name="connsiteY426" fmla="*/ 580390 h 1372869"/>
                  <a:gd name="connsiteX427" fmla="*/ 392430 w 978323"/>
                  <a:gd name="connsiteY427" fmla="*/ 581660 h 1372869"/>
                  <a:gd name="connsiteX428" fmla="*/ 376767 w 978323"/>
                  <a:gd name="connsiteY428" fmla="*/ 587163 h 1372869"/>
                  <a:gd name="connsiteX429" fmla="*/ 372533 w 978323"/>
                  <a:gd name="connsiteY429" fmla="*/ 591397 h 1372869"/>
                  <a:gd name="connsiteX430" fmla="*/ 357293 w 978323"/>
                  <a:gd name="connsiteY430" fmla="*/ 595630 h 1372869"/>
                  <a:gd name="connsiteX431" fmla="*/ 351790 w 978323"/>
                  <a:gd name="connsiteY431" fmla="*/ 610870 h 1372869"/>
                  <a:gd name="connsiteX432" fmla="*/ 337820 w 978323"/>
                  <a:gd name="connsiteY432" fmla="*/ 624840 h 1372869"/>
                  <a:gd name="connsiteX433" fmla="*/ 332317 w 978323"/>
                  <a:gd name="connsiteY433" fmla="*/ 638810 h 1372869"/>
                  <a:gd name="connsiteX434" fmla="*/ 329353 w 978323"/>
                  <a:gd name="connsiteY434" fmla="*/ 652780 h 1372869"/>
                  <a:gd name="connsiteX435" fmla="*/ 342053 w 978323"/>
                  <a:gd name="connsiteY435" fmla="*/ 666750 h 1372869"/>
                  <a:gd name="connsiteX436" fmla="*/ 350520 w 978323"/>
                  <a:gd name="connsiteY436" fmla="*/ 680720 h 1372869"/>
                  <a:gd name="connsiteX437" fmla="*/ 357293 w 978323"/>
                  <a:gd name="connsiteY437" fmla="*/ 695960 h 1372869"/>
                  <a:gd name="connsiteX438" fmla="*/ 371263 w 978323"/>
                  <a:gd name="connsiteY438" fmla="*/ 692150 h 1372869"/>
                  <a:gd name="connsiteX439" fmla="*/ 374227 w 978323"/>
                  <a:gd name="connsiteY439" fmla="*/ 692150 h 1372869"/>
                  <a:gd name="connsiteX440" fmla="*/ 371263 w 978323"/>
                  <a:gd name="connsiteY440" fmla="*/ 705697 h 1372869"/>
                  <a:gd name="connsiteX441" fmla="*/ 379730 w 978323"/>
                  <a:gd name="connsiteY441" fmla="*/ 719667 h 1372869"/>
                  <a:gd name="connsiteX442" fmla="*/ 382693 w 978323"/>
                  <a:gd name="connsiteY442" fmla="*/ 714163 h 1372869"/>
                  <a:gd name="connsiteX443" fmla="*/ 393700 w 978323"/>
                  <a:gd name="connsiteY443" fmla="*/ 700193 h 1372869"/>
                  <a:gd name="connsiteX444" fmla="*/ 394970 w 978323"/>
                  <a:gd name="connsiteY444" fmla="*/ 694690 h 1372869"/>
                  <a:gd name="connsiteX445" fmla="*/ 396240 w 978323"/>
                  <a:gd name="connsiteY445" fmla="*/ 700193 h 1372869"/>
                  <a:gd name="connsiteX446" fmla="*/ 403437 w 978323"/>
                  <a:gd name="connsiteY446" fmla="*/ 707390 h 1372869"/>
                  <a:gd name="connsiteX447" fmla="*/ 417407 w 978323"/>
                  <a:gd name="connsiteY447" fmla="*/ 698923 h 1372869"/>
                  <a:gd name="connsiteX448" fmla="*/ 422910 w 978323"/>
                  <a:gd name="connsiteY448" fmla="*/ 697653 h 1372869"/>
                  <a:gd name="connsiteX449" fmla="*/ 420370 w 978323"/>
                  <a:gd name="connsiteY449" fmla="*/ 698923 h 1372869"/>
                  <a:gd name="connsiteX450" fmla="*/ 418677 w 978323"/>
                  <a:gd name="connsiteY450" fmla="*/ 703157 h 1372869"/>
                  <a:gd name="connsiteX451" fmla="*/ 418677 w 978323"/>
                  <a:gd name="connsiteY451" fmla="*/ 717127 h 1372869"/>
                  <a:gd name="connsiteX452" fmla="*/ 417407 w 978323"/>
                  <a:gd name="connsiteY452" fmla="*/ 731097 h 1372869"/>
                  <a:gd name="connsiteX453" fmla="*/ 403437 w 978323"/>
                  <a:gd name="connsiteY453" fmla="*/ 739563 h 1372869"/>
                  <a:gd name="connsiteX454" fmla="*/ 389467 w 978323"/>
                  <a:gd name="connsiteY454" fmla="*/ 745067 h 1372869"/>
                  <a:gd name="connsiteX455" fmla="*/ 388197 w 978323"/>
                  <a:gd name="connsiteY455" fmla="*/ 760307 h 1372869"/>
                  <a:gd name="connsiteX456" fmla="*/ 392430 w 978323"/>
                  <a:gd name="connsiteY456" fmla="*/ 773007 h 1372869"/>
                  <a:gd name="connsiteX457" fmla="*/ 406400 w 978323"/>
                  <a:gd name="connsiteY457" fmla="*/ 774277 h 1372869"/>
                  <a:gd name="connsiteX458" fmla="*/ 400897 w 978323"/>
                  <a:gd name="connsiteY458" fmla="*/ 777240 h 1372869"/>
                  <a:gd name="connsiteX459" fmla="*/ 393700 w 978323"/>
                  <a:gd name="connsiteY459" fmla="*/ 782743 h 1372869"/>
                  <a:gd name="connsiteX460" fmla="*/ 381000 w 978323"/>
                  <a:gd name="connsiteY460" fmla="*/ 796713 h 1372869"/>
                  <a:gd name="connsiteX461" fmla="*/ 383963 w 978323"/>
                  <a:gd name="connsiteY461" fmla="*/ 810683 h 1372869"/>
                  <a:gd name="connsiteX462" fmla="*/ 389467 w 978323"/>
                  <a:gd name="connsiteY462" fmla="*/ 825923 h 1372869"/>
                  <a:gd name="connsiteX463" fmla="*/ 390737 w 978323"/>
                  <a:gd name="connsiteY463" fmla="*/ 827193 h 1372869"/>
                  <a:gd name="connsiteX464" fmla="*/ 397933 w 978323"/>
                  <a:gd name="connsiteY464" fmla="*/ 834390 h 1372869"/>
                  <a:gd name="connsiteX465" fmla="*/ 411903 w 978323"/>
                  <a:gd name="connsiteY465" fmla="*/ 838623 h 1372869"/>
                  <a:gd name="connsiteX466" fmla="*/ 420370 w 978323"/>
                  <a:gd name="connsiteY466" fmla="*/ 835660 h 1372869"/>
                  <a:gd name="connsiteX467" fmla="*/ 422910 w 978323"/>
                  <a:gd name="connsiteY467" fmla="*/ 834390 h 1372869"/>
                  <a:gd name="connsiteX468" fmla="*/ 424180 w 978323"/>
                  <a:gd name="connsiteY468" fmla="*/ 835660 h 1372869"/>
                  <a:gd name="connsiteX469" fmla="*/ 421640 w 978323"/>
                  <a:gd name="connsiteY469" fmla="*/ 835660 h 1372869"/>
                  <a:gd name="connsiteX470" fmla="*/ 411903 w 978323"/>
                  <a:gd name="connsiteY470" fmla="*/ 842433 h 1372869"/>
                  <a:gd name="connsiteX471" fmla="*/ 397933 w 978323"/>
                  <a:gd name="connsiteY471" fmla="*/ 841163 h 1372869"/>
                  <a:gd name="connsiteX472" fmla="*/ 389467 w 978323"/>
                  <a:gd name="connsiteY472" fmla="*/ 827193 h 1372869"/>
                  <a:gd name="connsiteX473" fmla="*/ 388197 w 978323"/>
                  <a:gd name="connsiteY473" fmla="*/ 825923 h 1372869"/>
                  <a:gd name="connsiteX474" fmla="*/ 381000 w 978323"/>
                  <a:gd name="connsiteY474" fmla="*/ 821690 h 1372869"/>
                  <a:gd name="connsiteX475" fmla="*/ 365760 w 978323"/>
                  <a:gd name="connsiteY475" fmla="*/ 831427 h 1372869"/>
                  <a:gd name="connsiteX476" fmla="*/ 374227 w 978323"/>
                  <a:gd name="connsiteY476" fmla="*/ 845397 h 1372869"/>
                  <a:gd name="connsiteX477" fmla="*/ 376767 w 978323"/>
                  <a:gd name="connsiteY477" fmla="*/ 847937 h 1372869"/>
                  <a:gd name="connsiteX478" fmla="*/ 376767 w 978323"/>
                  <a:gd name="connsiteY478" fmla="*/ 853863 h 1372869"/>
                  <a:gd name="connsiteX479" fmla="*/ 364490 w 978323"/>
                  <a:gd name="connsiteY479" fmla="*/ 844127 h 1372869"/>
                  <a:gd name="connsiteX480" fmla="*/ 350520 w 978323"/>
                  <a:gd name="connsiteY480" fmla="*/ 835660 h 1372869"/>
                  <a:gd name="connsiteX481" fmla="*/ 336127 w 978323"/>
                  <a:gd name="connsiteY481" fmla="*/ 836930 h 1372869"/>
                  <a:gd name="connsiteX482" fmla="*/ 322580 w 978323"/>
                  <a:gd name="connsiteY482" fmla="*/ 841163 h 1372869"/>
                  <a:gd name="connsiteX483" fmla="*/ 308610 w 978323"/>
                  <a:gd name="connsiteY483" fmla="*/ 845397 h 1372869"/>
                  <a:gd name="connsiteX484" fmla="*/ 293370 w 978323"/>
                  <a:gd name="connsiteY484" fmla="*/ 841163 h 1372869"/>
                  <a:gd name="connsiteX485" fmla="*/ 284903 w 978323"/>
                  <a:gd name="connsiteY485" fmla="*/ 838623 h 1372869"/>
                  <a:gd name="connsiteX486" fmla="*/ 270933 w 978323"/>
                  <a:gd name="connsiteY486" fmla="*/ 846667 h 1372869"/>
                  <a:gd name="connsiteX487" fmla="*/ 256963 w 978323"/>
                  <a:gd name="connsiteY487" fmla="*/ 852170 h 1372869"/>
                  <a:gd name="connsiteX488" fmla="*/ 242993 w 978323"/>
                  <a:gd name="connsiteY488" fmla="*/ 853863 h 1372869"/>
                  <a:gd name="connsiteX489" fmla="*/ 241723 w 978323"/>
                  <a:gd name="connsiteY489" fmla="*/ 853863 h 1372869"/>
                  <a:gd name="connsiteX490" fmla="*/ 248497 w 978323"/>
                  <a:gd name="connsiteY490" fmla="*/ 839893 h 1372869"/>
                  <a:gd name="connsiteX491" fmla="*/ 234527 w 978323"/>
                  <a:gd name="connsiteY491" fmla="*/ 838623 h 1372869"/>
                  <a:gd name="connsiteX492" fmla="*/ 222250 w 978323"/>
                  <a:gd name="connsiteY492" fmla="*/ 824653 h 1372869"/>
                  <a:gd name="connsiteX493" fmla="*/ 208280 w 978323"/>
                  <a:gd name="connsiteY493" fmla="*/ 824653 h 1372869"/>
                  <a:gd name="connsiteX494" fmla="*/ 194310 w 978323"/>
                  <a:gd name="connsiteY494" fmla="*/ 830157 h 1372869"/>
                  <a:gd name="connsiteX495" fmla="*/ 191347 w 978323"/>
                  <a:gd name="connsiteY495" fmla="*/ 845397 h 1372869"/>
                  <a:gd name="connsiteX496" fmla="*/ 192617 w 978323"/>
                  <a:gd name="connsiteY496" fmla="*/ 847937 h 1372869"/>
                  <a:gd name="connsiteX497" fmla="*/ 202353 w 978323"/>
                  <a:gd name="connsiteY497" fmla="*/ 862330 h 1372869"/>
                  <a:gd name="connsiteX498" fmla="*/ 216747 w 978323"/>
                  <a:gd name="connsiteY498" fmla="*/ 870373 h 1372869"/>
                  <a:gd name="connsiteX499" fmla="*/ 220557 w 978323"/>
                  <a:gd name="connsiteY499" fmla="*/ 866563 h 1372869"/>
                  <a:gd name="connsiteX500" fmla="*/ 234527 w 978323"/>
                  <a:gd name="connsiteY500" fmla="*/ 856403 h 1372869"/>
                  <a:gd name="connsiteX501" fmla="*/ 235797 w 978323"/>
                  <a:gd name="connsiteY501" fmla="*/ 856403 h 1372869"/>
                  <a:gd name="connsiteX502" fmla="*/ 226060 w 978323"/>
                  <a:gd name="connsiteY502" fmla="*/ 867833 h 1372869"/>
                  <a:gd name="connsiteX503" fmla="*/ 215053 w 978323"/>
                  <a:gd name="connsiteY503" fmla="*/ 881803 h 1372869"/>
                  <a:gd name="connsiteX504" fmla="*/ 201083 w 978323"/>
                  <a:gd name="connsiteY504" fmla="*/ 894080 h 1372869"/>
                  <a:gd name="connsiteX505" fmla="*/ 187113 w 978323"/>
                  <a:gd name="connsiteY505" fmla="*/ 901277 h 1372869"/>
                  <a:gd name="connsiteX506" fmla="*/ 173143 w 978323"/>
                  <a:gd name="connsiteY506" fmla="*/ 909743 h 1372869"/>
                  <a:gd name="connsiteX507" fmla="*/ 159173 w 978323"/>
                  <a:gd name="connsiteY507" fmla="*/ 923713 h 1372869"/>
                  <a:gd name="connsiteX508" fmla="*/ 168910 w 978323"/>
                  <a:gd name="connsiteY508" fmla="*/ 923713 h 1372869"/>
                  <a:gd name="connsiteX509" fmla="*/ 182880 w 978323"/>
                  <a:gd name="connsiteY509" fmla="*/ 920750 h 1372869"/>
                  <a:gd name="connsiteX510" fmla="*/ 198543 w 978323"/>
                  <a:gd name="connsiteY510" fmla="*/ 912283 h 1372869"/>
                  <a:gd name="connsiteX511" fmla="*/ 212513 w 978323"/>
                  <a:gd name="connsiteY511" fmla="*/ 908050 h 1372869"/>
                  <a:gd name="connsiteX512" fmla="*/ 226060 w 978323"/>
                  <a:gd name="connsiteY512" fmla="*/ 904240 h 1372869"/>
                  <a:gd name="connsiteX513" fmla="*/ 241723 w 978323"/>
                  <a:gd name="connsiteY513" fmla="*/ 908050 h 1372869"/>
                  <a:gd name="connsiteX514" fmla="*/ 237490 w 978323"/>
                  <a:gd name="connsiteY514" fmla="*/ 922020 h 1372869"/>
                  <a:gd name="connsiteX515" fmla="*/ 249767 w 978323"/>
                  <a:gd name="connsiteY515" fmla="*/ 935990 h 1372869"/>
                  <a:gd name="connsiteX516" fmla="*/ 251460 w 978323"/>
                  <a:gd name="connsiteY516" fmla="*/ 937683 h 1372869"/>
                  <a:gd name="connsiteX517" fmla="*/ 238760 w 978323"/>
                  <a:gd name="connsiteY517" fmla="*/ 948690 h 1372869"/>
                  <a:gd name="connsiteX518" fmla="*/ 244263 w 978323"/>
                  <a:gd name="connsiteY518" fmla="*/ 962660 h 1372869"/>
                  <a:gd name="connsiteX519" fmla="*/ 258233 w 978323"/>
                  <a:gd name="connsiteY519" fmla="*/ 963930 h 1372869"/>
                  <a:gd name="connsiteX520" fmla="*/ 244263 w 978323"/>
                  <a:gd name="connsiteY520" fmla="*/ 969433 h 1372869"/>
                  <a:gd name="connsiteX521" fmla="*/ 240030 w 978323"/>
                  <a:gd name="connsiteY521" fmla="*/ 983403 h 1372869"/>
                  <a:gd name="connsiteX522" fmla="*/ 233257 w 978323"/>
                  <a:gd name="connsiteY522" fmla="*/ 997373 h 1372869"/>
                  <a:gd name="connsiteX523" fmla="*/ 218017 w 978323"/>
                  <a:gd name="connsiteY523" fmla="*/ 1011343 h 1372869"/>
                  <a:gd name="connsiteX524" fmla="*/ 204047 w 978323"/>
                  <a:gd name="connsiteY524" fmla="*/ 1016847 h 1372869"/>
                  <a:gd name="connsiteX525" fmla="*/ 190077 w 978323"/>
                  <a:gd name="connsiteY525" fmla="*/ 1024043 h 1372869"/>
                  <a:gd name="connsiteX526" fmla="*/ 174413 w 978323"/>
                  <a:gd name="connsiteY526" fmla="*/ 1028277 h 1372869"/>
                  <a:gd name="connsiteX527" fmla="*/ 160867 w 978323"/>
                  <a:gd name="connsiteY527" fmla="*/ 1035050 h 1372869"/>
                  <a:gd name="connsiteX528" fmla="*/ 146897 w 978323"/>
                  <a:gd name="connsiteY528" fmla="*/ 1040553 h 1372869"/>
                  <a:gd name="connsiteX529" fmla="*/ 132927 w 978323"/>
                  <a:gd name="connsiteY529" fmla="*/ 1049020 h 1372869"/>
                  <a:gd name="connsiteX530" fmla="*/ 118957 w 978323"/>
                  <a:gd name="connsiteY530" fmla="*/ 1047750 h 1372869"/>
                  <a:gd name="connsiteX531" fmla="*/ 114723 w 978323"/>
                  <a:gd name="connsiteY531" fmla="*/ 1046480 h 1372869"/>
                  <a:gd name="connsiteX532" fmla="*/ 100753 w 978323"/>
                  <a:gd name="connsiteY532" fmla="*/ 1057487 h 1372869"/>
                  <a:gd name="connsiteX533" fmla="*/ 88053 w 978323"/>
                  <a:gd name="connsiteY533" fmla="*/ 1071457 h 1372869"/>
                  <a:gd name="connsiteX534" fmla="*/ 102023 w 978323"/>
                  <a:gd name="connsiteY534" fmla="*/ 1082463 h 1372869"/>
                  <a:gd name="connsiteX535" fmla="*/ 95250 w 978323"/>
                  <a:gd name="connsiteY535" fmla="*/ 1096433 h 1372869"/>
                  <a:gd name="connsiteX536" fmla="*/ 109220 w 978323"/>
                  <a:gd name="connsiteY536" fmla="*/ 1097703 h 1372869"/>
                  <a:gd name="connsiteX537" fmla="*/ 111760 w 978323"/>
                  <a:gd name="connsiteY537" fmla="*/ 1097703 h 1372869"/>
                  <a:gd name="connsiteX538" fmla="*/ 114723 w 978323"/>
                  <a:gd name="connsiteY538" fmla="*/ 1097703 h 1372869"/>
                  <a:gd name="connsiteX539" fmla="*/ 121497 w 978323"/>
                  <a:gd name="connsiteY539" fmla="*/ 1096433 h 1372869"/>
                  <a:gd name="connsiteX540" fmla="*/ 135467 w 978323"/>
                  <a:gd name="connsiteY540" fmla="*/ 1085427 h 1372869"/>
                  <a:gd name="connsiteX541" fmla="*/ 123190 w 978323"/>
                  <a:gd name="connsiteY541" fmla="*/ 1099397 h 1372869"/>
                  <a:gd name="connsiteX542" fmla="*/ 113030 w 978323"/>
                  <a:gd name="connsiteY542" fmla="*/ 1100667 h 1372869"/>
                  <a:gd name="connsiteX543" fmla="*/ 99483 w 978323"/>
                  <a:gd name="connsiteY543" fmla="*/ 1101937 h 1372869"/>
                  <a:gd name="connsiteX544" fmla="*/ 113030 w 978323"/>
                  <a:gd name="connsiteY544" fmla="*/ 1113367 h 1372869"/>
                  <a:gd name="connsiteX545" fmla="*/ 124460 w 978323"/>
                  <a:gd name="connsiteY545" fmla="*/ 1113367 h 1372869"/>
                  <a:gd name="connsiteX546" fmla="*/ 138430 w 978323"/>
                  <a:gd name="connsiteY546" fmla="*/ 1109133 h 1372869"/>
                  <a:gd name="connsiteX547" fmla="*/ 152400 w 978323"/>
                  <a:gd name="connsiteY547" fmla="*/ 1101937 h 1372869"/>
                  <a:gd name="connsiteX548" fmla="*/ 166370 w 978323"/>
                  <a:gd name="connsiteY548" fmla="*/ 1093893 h 1372869"/>
                  <a:gd name="connsiteX549" fmla="*/ 181610 w 978323"/>
                  <a:gd name="connsiteY549" fmla="*/ 1092200 h 1372869"/>
                  <a:gd name="connsiteX550" fmla="*/ 195580 w 978323"/>
                  <a:gd name="connsiteY550" fmla="*/ 1085427 h 1372869"/>
                  <a:gd name="connsiteX551" fmla="*/ 195580 w 978323"/>
                  <a:gd name="connsiteY551" fmla="*/ 1087967 h 1372869"/>
                  <a:gd name="connsiteX552" fmla="*/ 199813 w 978323"/>
                  <a:gd name="connsiteY552" fmla="*/ 1101937 h 1372869"/>
                  <a:gd name="connsiteX553" fmla="*/ 213360 w 978323"/>
                  <a:gd name="connsiteY553" fmla="*/ 1101937 h 1372869"/>
                  <a:gd name="connsiteX554" fmla="*/ 229023 w 978323"/>
                  <a:gd name="connsiteY554" fmla="*/ 1104900 h 1372869"/>
                  <a:gd name="connsiteX555" fmla="*/ 231987 w 978323"/>
                  <a:gd name="connsiteY555" fmla="*/ 1101937 h 1372869"/>
                  <a:gd name="connsiteX556" fmla="*/ 231987 w 978323"/>
                  <a:gd name="connsiteY556" fmla="*/ 1106170 h 1372869"/>
                  <a:gd name="connsiteX557" fmla="*/ 222250 w 978323"/>
                  <a:gd name="connsiteY557" fmla="*/ 1110403 h 1372869"/>
                  <a:gd name="connsiteX558" fmla="*/ 208280 w 978323"/>
                  <a:gd name="connsiteY558" fmla="*/ 1109133 h 1372869"/>
                  <a:gd name="connsiteX559" fmla="*/ 215053 w 978323"/>
                  <a:gd name="connsiteY559" fmla="*/ 1124373 h 1372869"/>
                  <a:gd name="connsiteX560" fmla="*/ 229023 w 978323"/>
                  <a:gd name="connsiteY560" fmla="*/ 1121833 h 1372869"/>
                  <a:gd name="connsiteX561" fmla="*/ 234527 w 978323"/>
                  <a:gd name="connsiteY561" fmla="*/ 1121833 h 1372869"/>
                  <a:gd name="connsiteX562" fmla="*/ 248497 w 978323"/>
                  <a:gd name="connsiteY562" fmla="*/ 1113367 h 1372869"/>
                  <a:gd name="connsiteX563" fmla="*/ 259503 w 978323"/>
                  <a:gd name="connsiteY563" fmla="*/ 1111673 h 1372869"/>
                  <a:gd name="connsiteX564" fmla="*/ 269663 w 978323"/>
                  <a:gd name="connsiteY564" fmla="*/ 1125643 h 1372869"/>
                  <a:gd name="connsiteX565" fmla="*/ 277707 w 978323"/>
                  <a:gd name="connsiteY565" fmla="*/ 1135380 h 1372869"/>
                  <a:gd name="connsiteX566" fmla="*/ 291677 w 978323"/>
                  <a:gd name="connsiteY566" fmla="*/ 1143847 h 1372869"/>
                  <a:gd name="connsiteX567" fmla="*/ 301837 w 978323"/>
                  <a:gd name="connsiteY567" fmla="*/ 1148080 h 1372869"/>
                  <a:gd name="connsiteX568" fmla="*/ 315383 w 978323"/>
                  <a:gd name="connsiteY568" fmla="*/ 1149350 h 1372869"/>
                  <a:gd name="connsiteX569" fmla="*/ 329353 w 978323"/>
                  <a:gd name="connsiteY569" fmla="*/ 1149350 h 1372869"/>
                  <a:gd name="connsiteX570" fmla="*/ 343323 w 978323"/>
                  <a:gd name="connsiteY570" fmla="*/ 1143847 h 1372869"/>
                  <a:gd name="connsiteX571" fmla="*/ 356023 w 978323"/>
                  <a:gd name="connsiteY571" fmla="*/ 1129877 h 1372869"/>
                  <a:gd name="connsiteX572" fmla="*/ 368300 w 978323"/>
                  <a:gd name="connsiteY572" fmla="*/ 1121833 h 1372869"/>
                  <a:gd name="connsiteX573" fmla="*/ 374227 w 978323"/>
                  <a:gd name="connsiteY573" fmla="*/ 1124373 h 1372869"/>
                  <a:gd name="connsiteX574" fmla="*/ 388197 w 978323"/>
                  <a:gd name="connsiteY574" fmla="*/ 1123103 h 1372869"/>
                  <a:gd name="connsiteX575" fmla="*/ 402167 w 978323"/>
                  <a:gd name="connsiteY575" fmla="*/ 1117600 h 1372869"/>
                  <a:gd name="connsiteX576" fmla="*/ 407670 w 978323"/>
                  <a:gd name="connsiteY576" fmla="*/ 1114637 h 1372869"/>
                  <a:gd name="connsiteX577" fmla="*/ 408940 w 978323"/>
                  <a:gd name="connsiteY577" fmla="*/ 1111673 h 1372869"/>
                  <a:gd name="connsiteX578" fmla="*/ 417407 w 978323"/>
                  <a:gd name="connsiteY578" fmla="*/ 1104900 h 1372869"/>
                  <a:gd name="connsiteX579" fmla="*/ 431377 w 978323"/>
                  <a:gd name="connsiteY579" fmla="*/ 1096433 h 1372869"/>
                  <a:gd name="connsiteX580" fmla="*/ 445347 w 978323"/>
                  <a:gd name="connsiteY580" fmla="*/ 1086697 h 1372869"/>
                  <a:gd name="connsiteX581" fmla="*/ 441113 w 978323"/>
                  <a:gd name="connsiteY581" fmla="*/ 1092200 h 1372869"/>
                  <a:gd name="connsiteX582" fmla="*/ 427143 w 978323"/>
                  <a:gd name="connsiteY582" fmla="*/ 1103630 h 1372869"/>
                  <a:gd name="connsiteX583" fmla="*/ 415713 w 978323"/>
                  <a:gd name="connsiteY583" fmla="*/ 1114637 h 1372869"/>
                  <a:gd name="connsiteX584" fmla="*/ 414443 w 978323"/>
                  <a:gd name="connsiteY584" fmla="*/ 1115907 h 1372869"/>
                  <a:gd name="connsiteX585" fmla="*/ 408940 w 978323"/>
                  <a:gd name="connsiteY585" fmla="*/ 1123103 h 1372869"/>
                  <a:gd name="connsiteX586" fmla="*/ 402167 w 978323"/>
                  <a:gd name="connsiteY586" fmla="*/ 1131570 h 1372869"/>
                  <a:gd name="connsiteX587" fmla="*/ 390737 w 978323"/>
                  <a:gd name="connsiteY587" fmla="*/ 1134110 h 1372869"/>
                  <a:gd name="connsiteX588" fmla="*/ 376767 w 978323"/>
                  <a:gd name="connsiteY588" fmla="*/ 1146810 h 1372869"/>
                  <a:gd name="connsiteX589" fmla="*/ 364490 w 978323"/>
                  <a:gd name="connsiteY589" fmla="*/ 1160780 h 1372869"/>
                  <a:gd name="connsiteX590" fmla="*/ 361527 w 978323"/>
                  <a:gd name="connsiteY590" fmla="*/ 1162050 h 1372869"/>
                  <a:gd name="connsiteX591" fmla="*/ 361527 w 978323"/>
                  <a:gd name="connsiteY591" fmla="*/ 1176020 h 1372869"/>
                  <a:gd name="connsiteX592" fmla="*/ 357293 w 978323"/>
                  <a:gd name="connsiteY592" fmla="*/ 1177290 h 1372869"/>
                  <a:gd name="connsiteX593" fmla="*/ 343323 w 978323"/>
                  <a:gd name="connsiteY593" fmla="*/ 1178560 h 1372869"/>
                  <a:gd name="connsiteX594" fmla="*/ 328083 w 978323"/>
                  <a:gd name="connsiteY594" fmla="*/ 1181523 h 1372869"/>
                  <a:gd name="connsiteX595" fmla="*/ 314113 w 978323"/>
                  <a:gd name="connsiteY595" fmla="*/ 1181523 h 1372869"/>
                  <a:gd name="connsiteX596" fmla="*/ 300143 w 978323"/>
                  <a:gd name="connsiteY596" fmla="*/ 1176020 h 1372869"/>
                  <a:gd name="connsiteX597" fmla="*/ 284903 w 978323"/>
                  <a:gd name="connsiteY597" fmla="*/ 1176020 h 1372869"/>
                  <a:gd name="connsiteX598" fmla="*/ 270933 w 978323"/>
                  <a:gd name="connsiteY598" fmla="*/ 1174750 h 1372869"/>
                  <a:gd name="connsiteX599" fmla="*/ 265430 w 978323"/>
                  <a:gd name="connsiteY599" fmla="*/ 1171787 h 1372869"/>
                  <a:gd name="connsiteX600" fmla="*/ 249767 w 978323"/>
                  <a:gd name="connsiteY600" fmla="*/ 1174750 h 1372869"/>
                  <a:gd name="connsiteX601" fmla="*/ 235797 w 978323"/>
                  <a:gd name="connsiteY601" fmla="*/ 1176020 h 1372869"/>
                  <a:gd name="connsiteX602" fmla="*/ 220557 w 978323"/>
                  <a:gd name="connsiteY602" fmla="*/ 1177290 h 1372869"/>
                  <a:gd name="connsiteX603" fmla="*/ 206587 w 978323"/>
                  <a:gd name="connsiteY603" fmla="*/ 1185757 h 1372869"/>
                  <a:gd name="connsiteX604" fmla="*/ 205317 w 978323"/>
                  <a:gd name="connsiteY604" fmla="*/ 1199727 h 1372869"/>
                  <a:gd name="connsiteX605" fmla="*/ 199813 w 978323"/>
                  <a:gd name="connsiteY605" fmla="*/ 1205230 h 1372869"/>
                  <a:gd name="connsiteX606" fmla="*/ 185843 w 978323"/>
                  <a:gd name="connsiteY606" fmla="*/ 1213697 h 1372869"/>
                  <a:gd name="connsiteX607" fmla="*/ 171873 w 978323"/>
                  <a:gd name="connsiteY607" fmla="*/ 1209463 h 1372869"/>
                  <a:gd name="connsiteX608" fmla="*/ 164677 w 978323"/>
                  <a:gd name="connsiteY608" fmla="*/ 1209463 h 1372869"/>
                  <a:gd name="connsiteX609" fmla="*/ 160867 w 978323"/>
                  <a:gd name="connsiteY609" fmla="*/ 1223433 h 1372869"/>
                  <a:gd name="connsiteX610" fmla="*/ 159173 w 978323"/>
                  <a:gd name="connsiteY610" fmla="*/ 1237403 h 1372869"/>
                  <a:gd name="connsiteX611" fmla="*/ 150707 w 978323"/>
                  <a:gd name="connsiteY611" fmla="*/ 1251373 h 1372869"/>
                  <a:gd name="connsiteX612" fmla="*/ 136737 w 978323"/>
                  <a:gd name="connsiteY612" fmla="*/ 1262380 h 1372869"/>
                  <a:gd name="connsiteX613" fmla="*/ 125730 w 978323"/>
                  <a:gd name="connsiteY613" fmla="*/ 1276350 h 1372869"/>
                  <a:gd name="connsiteX614" fmla="*/ 111760 w 978323"/>
                  <a:gd name="connsiteY614" fmla="*/ 1289050 h 1372869"/>
                  <a:gd name="connsiteX615" fmla="*/ 97790 w 978323"/>
                  <a:gd name="connsiteY615" fmla="*/ 1284817 h 1372869"/>
                  <a:gd name="connsiteX616" fmla="*/ 92287 w 978323"/>
                  <a:gd name="connsiteY616" fmla="*/ 1291590 h 1372869"/>
                  <a:gd name="connsiteX617" fmla="*/ 86783 w 978323"/>
                  <a:gd name="connsiteY617" fmla="*/ 1305560 h 1372869"/>
                  <a:gd name="connsiteX618" fmla="*/ 71543 w 978323"/>
                  <a:gd name="connsiteY618" fmla="*/ 1318260 h 1372869"/>
                  <a:gd name="connsiteX619" fmla="*/ 57573 w 978323"/>
                  <a:gd name="connsiteY619" fmla="*/ 1329690 h 1372869"/>
                  <a:gd name="connsiteX620" fmla="*/ 43603 w 978323"/>
                  <a:gd name="connsiteY620" fmla="*/ 1335193 h 1372869"/>
                  <a:gd name="connsiteX621" fmla="*/ 29633 w 978323"/>
                  <a:gd name="connsiteY621" fmla="*/ 1337733 h 1372869"/>
                  <a:gd name="connsiteX622" fmla="*/ 15663 w 978323"/>
                  <a:gd name="connsiteY622" fmla="*/ 1343237 h 1372869"/>
                  <a:gd name="connsiteX623" fmla="*/ 0 w 978323"/>
                  <a:gd name="connsiteY623" fmla="*/ 1353397 h 1372869"/>
                  <a:gd name="connsiteX624" fmla="*/ 7197 w 978323"/>
                  <a:gd name="connsiteY624" fmla="*/ 1366943 h 1372869"/>
                  <a:gd name="connsiteX625" fmla="*/ 21167 w 978323"/>
                  <a:gd name="connsiteY625" fmla="*/ 1361440 h 1372869"/>
                  <a:gd name="connsiteX626" fmla="*/ 35137 w 978323"/>
                  <a:gd name="connsiteY626" fmla="*/ 1354667 h 1372869"/>
                  <a:gd name="connsiteX627" fmla="*/ 49107 w 978323"/>
                  <a:gd name="connsiteY627" fmla="*/ 1358900 h 1372869"/>
                  <a:gd name="connsiteX628" fmla="*/ 57573 w 978323"/>
                  <a:gd name="connsiteY628" fmla="*/ 1372870 h 1372869"/>
                  <a:gd name="connsiteX629" fmla="*/ 69850 w 978323"/>
                  <a:gd name="connsiteY629" fmla="*/ 1372870 h 1372869"/>
                  <a:gd name="connsiteX630" fmla="*/ 78317 w 978323"/>
                  <a:gd name="connsiteY630" fmla="*/ 1369907 h 1372869"/>
                  <a:gd name="connsiteX631" fmla="*/ 78317 w 978323"/>
                  <a:gd name="connsiteY631" fmla="*/ 1355937 h 1372869"/>
                  <a:gd name="connsiteX632" fmla="*/ 92287 w 978323"/>
                  <a:gd name="connsiteY632" fmla="*/ 1349163 h 1372869"/>
                  <a:gd name="connsiteX633" fmla="*/ 95250 w 978323"/>
                  <a:gd name="connsiteY633" fmla="*/ 1347470 h 1372869"/>
                  <a:gd name="connsiteX634" fmla="*/ 109220 w 978323"/>
                  <a:gd name="connsiteY634" fmla="*/ 1336463 h 1372869"/>
                  <a:gd name="connsiteX635" fmla="*/ 124460 w 978323"/>
                  <a:gd name="connsiteY635" fmla="*/ 1325033 h 1372869"/>
                  <a:gd name="connsiteX636" fmla="*/ 138430 w 978323"/>
                  <a:gd name="connsiteY636" fmla="*/ 1322493 h 1372869"/>
                  <a:gd name="connsiteX637" fmla="*/ 152400 w 978323"/>
                  <a:gd name="connsiteY637" fmla="*/ 1321223 h 1372869"/>
                  <a:gd name="connsiteX638" fmla="*/ 166370 w 978323"/>
                  <a:gd name="connsiteY638" fmla="*/ 1316990 h 1372869"/>
                  <a:gd name="connsiteX639" fmla="*/ 179917 w 978323"/>
                  <a:gd name="connsiteY639" fmla="*/ 1314027 h 1372869"/>
                  <a:gd name="connsiteX640" fmla="*/ 194310 w 978323"/>
                  <a:gd name="connsiteY640" fmla="*/ 1308523 h 1372869"/>
                  <a:gd name="connsiteX641" fmla="*/ 196850 w 978323"/>
                  <a:gd name="connsiteY641" fmla="*/ 1305560 h 1372869"/>
                  <a:gd name="connsiteX642" fmla="*/ 199813 w 978323"/>
                  <a:gd name="connsiteY642" fmla="*/ 1300057 h 1372869"/>
                  <a:gd name="connsiteX643" fmla="*/ 199813 w 978323"/>
                  <a:gd name="connsiteY643" fmla="*/ 1307253 h 1372869"/>
                  <a:gd name="connsiteX644" fmla="*/ 201083 w 978323"/>
                  <a:gd name="connsiteY644" fmla="*/ 1309793 h 1372869"/>
                  <a:gd name="connsiteX645" fmla="*/ 210820 w 978323"/>
                  <a:gd name="connsiteY645" fmla="*/ 1321223 h 1372869"/>
                  <a:gd name="connsiteX646" fmla="*/ 224790 w 978323"/>
                  <a:gd name="connsiteY646" fmla="*/ 1322493 h 1372869"/>
                  <a:gd name="connsiteX647" fmla="*/ 238760 w 978323"/>
                  <a:gd name="connsiteY647" fmla="*/ 1329690 h 1372869"/>
                  <a:gd name="connsiteX648" fmla="*/ 252730 w 978323"/>
                  <a:gd name="connsiteY648" fmla="*/ 1337733 h 1372869"/>
                  <a:gd name="connsiteX649" fmla="*/ 266700 w 978323"/>
                  <a:gd name="connsiteY649" fmla="*/ 1330960 h 1372869"/>
                  <a:gd name="connsiteX650" fmla="*/ 279400 w 978323"/>
                  <a:gd name="connsiteY650" fmla="*/ 1316990 h 1372869"/>
                  <a:gd name="connsiteX651" fmla="*/ 281940 w 978323"/>
                  <a:gd name="connsiteY651" fmla="*/ 1307253 h 1372869"/>
                  <a:gd name="connsiteX652" fmla="*/ 287443 w 978323"/>
                  <a:gd name="connsiteY652" fmla="*/ 1291590 h 1372869"/>
                  <a:gd name="connsiteX653" fmla="*/ 294640 w 978323"/>
                  <a:gd name="connsiteY653" fmla="*/ 1278043 h 1372869"/>
                  <a:gd name="connsiteX654" fmla="*/ 295910 w 978323"/>
                  <a:gd name="connsiteY654" fmla="*/ 1264073 h 1372869"/>
                  <a:gd name="connsiteX655" fmla="*/ 304377 w 978323"/>
                  <a:gd name="connsiteY655" fmla="*/ 1273810 h 1372869"/>
                  <a:gd name="connsiteX656" fmla="*/ 305647 w 978323"/>
                  <a:gd name="connsiteY656" fmla="*/ 1273810 h 1372869"/>
                  <a:gd name="connsiteX657" fmla="*/ 319617 w 978323"/>
                  <a:gd name="connsiteY657" fmla="*/ 1266613 h 1372869"/>
                  <a:gd name="connsiteX658" fmla="*/ 333587 w 978323"/>
                  <a:gd name="connsiteY658" fmla="*/ 1261110 h 1372869"/>
                  <a:gd name="connsiteX659" fmla="*/ 348827 w 978323"/>
                  <a:gd name="connsiteY659" fmla="*/ 1258147 h 1372869"/>
                  <a:gd name="connsiteX660" fmla="*/ 362797 w 978323"/>
                  <a:gd name="connsiteY660" fmla="*/ 1255607 h 1372869"/>
                  <a:gd name="connsiteX661" fmla="*/ 371263 w 978323"/>
                  <a:gd name="connsiteY661" fmla="*/ 1254337 h 1372869"/>
                  <a:gd name="connsiteX662" fmla="*/ 385233 w 978323"/>
                  <a:gd name="connsiteY662" fmla="*/ 1258147 h 1372869"/>
                  <a:gd name="connsiteX663" fmla="*/ 399203 w 978323"/>
                  <a:gd name="connsiteY663" fmla="*/ 1265343 h 1372869"/>
                  <a:gd name="connsiteX664" fmla="*/ 413173 w 978323"/>
                  <a:gd name="connsiteY664" fmla="*/ 1272117 h 1372869"/>
                  <a:gd name="connsiteX665" fmla="*/ 427143 w 978323"/>
                  <a:gd name="connsiteY665" fmla="*/ 1283547 h 1372869"/>
                  <a:gd name="connsiteX666" fmla="*/ 432647 w 978323"/>
                  <a:gd name="connsiteY666" fmla="*/ 1269577 h 1372869"/>
                  <a:gd name="connsiteX667" fmla="*/ 447887 w 978323"/>
                  <a:gd name="connsiteY667" fmla="*/ 1272117 h 1372869"/>
                  <a:gd name="connsiteX668" fmla="*/ 463550 w 978323"/>
                  <a:gd name="connsiteY668" fmla="*/ 1272117 h 1372869"/>
                  <a:gd name="connsiteX669" fmla="*/ 477520 w 978323"/>
                  <a:gd name="connsiteY669" fmla="*/ 1278043 h 1372869"/>
                  <a:gd name="connsiteX670" fmla="*/ 489797 w 978323"/>
                  <a:gd name="connsiteY670" fmla="*/ 1264073 h 1372869"/>
                  <a:gd name="connsiteX671" fmla="*/ 474557 w 978323"/>
                  <a:gd name="connsiteY671" fmla="*/ 1256877 h 1372869"/>
                  <a:gd name="connsiteX672" fmla="*/ 480060 w 978323"/>
                  <a:gd name="connsiteY672" fmla="*/ 1256877 h 1372869"/>
                  <a:gd name="connsiteX673" fmla="*/ 485563 w 978323"/>
                  <a:gd name="connsiteY673" fmla="*/ 1256877 h 1372869"/>
                  <a:gd name="connsiteX674" fmla="*/ 499533 w 978323"/>
                  <a:gd name="connsiteY674" fmla="*/ 1256877 h 1372869"/>
                  <a:gd name="connsiteX675" fmla="*/ 515197 w 978323"/>
                  <a:gd name="connsiteY675" fmla="*/ 1256877 h 1372869"/>
                  <a:gd name="connsiteX676" fmla="*/ 526203 w 978323"/>
                  <a:gd name="connsiteY676" fmla="*/ 1254337 h 1372869"/>
                  <a:gd name="connsiteX677" fmla="*/ 528743 w 978323"/>
                  <a:gd name="connsiteY677" fmla="*/ 1254337 h 1372869"/>
                  <a:gd name="connsiteX678" fmla="*/ 543137 w 978323"/>
                  <a:gd name="connsiteY678" fmla="*/ 1252643 h 1372869"/>
                  <a:gd name="connsiteX679" fmla="*/ 558377 w 978323"/>
                  <a:gd name="connsiteY679" fmla="*/ 1248833 h 1372869"/>
                  <a:gd name="connsiteX680" fmla="*/ 571923 w 978323"/>
                  <a:gd name="connsiteY680" fmla="*/ 1242907 h 1372869"/>
                  <a:gd name="connsiteX681" fmla="*/ 563880 w 978323"/>
                  <a:gd name="connsiteY681" fmla="*/ 1228937 h 1372869"/>
                  <a:gd name="connsiteX682" fmla="*/ 579120 w 978323"/>
                  <a:gd name="connsiteY682" fmla="*/ 1238673 h 1372869"/>
                  <a:gd name="connsiteX683" fmla="*/ 593090 w 978323"/>
                  <a:gd name="connsiteY683" fmla="*/ 1236133 h 1372869"/>
                  <a:gd name="connsiteX684" fmla="*/ 607060 w 978323"/>
                  <a:gd name="connsiteY684" fmla="*/ 1242907 h 1372869"/>
                  <a:gd name="connsiteX685" fmla="*/ 622300 w 978323"/>
                  <a:gd name="connsiteY685" fmla="*/ 1237403 h 1372869"/>
                  <a:gd name="connsiteX686" fmla="*/ 629497 w 978323"/>
                  <a:gd name="connsiteY686" fmla="*/ 1251373 h 1372869"/>
                  <a:gd name="connsiteX687" fmla="*/ 643467 w 978323"/>
                  <a:gd name="connsiteY687" fmla="*/ 1248833 h 1372869"/>
                  <a:gd name="connsiteX688" fmla="*/ 657437 w 978323"/>
                  <a:gd name="connsiteY688" fmla="*/ 1245870 h 1372869"/>
                  <a:gd name="connsiteX689" fmla="*/ 671407 w 978323"/>
                  <a:gd name="connsiteY689" fmla="*/ 1244600 h 1372869"/>
                  <a:gd name="connsiteX690" fmla="*/ 686647 w 978323"/>
                  <a:gd name="connsiteY690" fmla="*/ 1242907 h 1372869"/>
                  <a:gd name="connsiteX691" fmla="*/ 700617 w 978323"/>
                  <a:gd name="connsiteY691" fmla="*/ 1241637 h 1372869"/>
                  <a:gd name="connsiteX692" fmla="*/ 714587 w 978323"/>
                  <a:gd name="connsiteY692" fmla="*/ 1238673 h 1372869"/>
                  <a:gd name="connsiteX693" fmla="*/ 725593 w 978323"/>
                  <a:gd name="connsiteY693" fmla="*/ 1241637 h 1372869"/>
                  <a:gd name="connsiteX694" fmla="*/ 739563 w 978323"/>
                  <a:gd name="connsiteY694" fmla="*/ 1245870 h 1372869"/>
                  <a:gd name="connsiteX695" fmla="*/ 753533 w 978323"/>
                  <a:gd name="connsiteY695" fmla="*/ 1249680 h 1372869"/>
                  <a:gd name="connsiteX696" fmla="*/ 767503 w 978323"/>
                  <a:gd name="connsiteY696" fmla="*/ 1252643 h 1372869"/>
                  <a:gd name="connsiteX697" fmla="*/ 782743 w 978323"/>
                  <a:gd name="connsiteY697" fmla="*/ 1245870 h 1372869"/>
                  <a:gd name="connsiteX698" fmla="*/ 796713 w 978323"/>
                  <a:gd name="connsiteY698" fmla="*/ 1238673 h 1372869"/>
                  <a:gd name="connsiteX699" fmla="*/ 810683 w 978323"/>
                  <a:gd name="connsiteY699" fmla="*/ 1236133 h 1372869"/>
                  <a:gd name="connsiteX700" fmla="*/ 824653 w 978323"/>
                  <a:gd name="connsiteY700" fmla="*/ 1233170 h 1372869"/>
                  <a:gd name="connsiteX701" fmla="*/ 838623 w 978323"/>
                  <a:gd name="connsiteY701" fmla="*/ 1223433 h 1372869"/>
                  <a:gd name="connsiteX702" fmla="*/ 852593 w 978323"/>
                  <a:gd name="connsiteY702" fmla="*/ 1223433 h 1372869"/>
                  <a:gd name="connsiteX703" fmla="*/ 866563 w 978323"/>
                  <a:gd name="connsiteY703" fmla="*/ 1223433 h 1372869"/>
                  <a:gd name="connsiteX704" fmla="*/ 869527 w 978323"/>
                  <a:gd name="connsiteY704" fmla="*/ 1208193 h 1372869"/>
                  <a:gd name="connsiteX705" fmla="*/ 883497 w 978323"/>
                  <a:gd name="connsiteY705" fmla="*/ 1199727 h 1372869"/>
                  <a:gd name="connsiteX706" fmla="*/ 897467 w 978323"/>
                  <a:gd name="connsiteY706" fmla="*/ 1195493 h 1372869"/>
                  <a:gd name="connsiteX707" fmla="*/ 909743 w 978323"/>
                  <a:gd name="connsiteY707" fmla="*/ 1192953 h 1372869"/>
                  <a:gd name="connsiteX708" fmla="*/ 923713 w 978323"/>
                  <a:gd name="connsiteY708" fmla="*/ 1178560 h 1372869"/>
                  <a:gd name="connsiteX709" fmla="*/ 920750 w 978323"/>
                  <a:gd name="connsiteY709" fmla="*/ 1165013 h 1372869"/>
                  <a:gd name="connsiteX710" fmla="*/ 918210 w 978323"/>
                  <a:gd name="connsiteY710" fmla="*/ 1151043 h 1372869"/>
                  <a:gd name="connsiteX711" fmla="*/ 902970 w 978323"/>
                  <a:gd name="connsiteY711" fmla="*/ 1151043 h 1372869"/>
                  <a:gd name="connsiteX712" fmla="*/ 889000 w 978323"/>
                  <a:gd name="connsiteY712" fmla="*/ 1152313 h 1372869"/>
                  <a:gd name="connsiteX713" fmla="*/ 875030 w 978323"/>
                  <a:gd name="connsiteY713" fmla="*/ 1154853 h 1372869"/>
                  <a:gd name="connsiteX714" fmla="*/ 859790 w 978323"/>
                  <a:gd name="connsiteY714" fmla="*/ 1156547 h 1372869"/>
                  <a:gd name="connsiteX715" fmla="*/ 845820 w 978323"/>
                  <a:gd name="connsiteY715" fmla="*/ 1153583 h 1372869"/>
                  <a:gd name="connsiteX716" fmla="*/ 830157 w 978323"/>
                  <a:gd name="connsiteY716" fmla="*/ 1148080 h 1372869"/>
                  <a:gd name="connsiteX717" fmla="*/ 816610 w 978323"/>
                  <a:gd name="connsiteY717" fmla="*/ 1145540 h 1372869"/>
                  <a:gd name="connsiteX718" fmla="*/ 824653 w 978323"/>
                  <a:gd name="connsiteY718" fmla="*/ 1143847 h 1372869"/>
                  <a:gd name="connsiteX719" fmla="*/ 838623 w 978323"/>
                  <a:gd name="connsiteY719" fmla="*/ 1137073 h 1372869"/>
                  <a:gd name="connsiteX720" fmla="*/ 824653 w 978323"/>
                  <a:gd name="connsiteY720" fmla="*/ 1134110 h 1372869"/>
                  <a:gd name="connsiteX721" fmla="*/ 810683 w 978323"/>
                  <a:gd name="connsiteY721" fmla="*/ 1132840 h 1372869"/>
                  <a:gd name="connsiteX722" fmla="*/ 796713 w 978323"/>
                  <a:gd name="connsiteY722" fmla="*/ 1139613 h 1372869"/>
                  <a:gd name="connsiteX723" fmla="*/ 809413 w 978323"/>
                  <a:gd name="connsiteY723" fmla="*/ 1129877 h 1372869"/>
                  <a:gd name="connsiteX724" fmla="*/ 823383 w 978323"/>
                  <a:gd name="connsiteY724" fmla="*/ 1127337 h 1372869"/>
                  <a:gd name="connsiteX725" fmla="*/ 837353 w 978323"/>
                  <a:gd name="connsiteY725" fmla="*/ 1125643 h 1372869"/>
                  <a:gd name="connsiteX726" fmla="*/ 838623 w 978323"/>
                  <a:gd name="connsiteY726" fmla="*/ 1125643 h 1372869"/>
                  <a:gd name="connsiteX727" fmla="*/ 852593 w 978323"/>
                  <a:gd name="connsiteY727" fmla="*/ 1124373 h 1372869"/>
                  <a:gd name="connsiteX728" fmla="*/ 865293 w 978323"/>
                  <a:gd name="connsiteY728" fmla="*/ 1110403 h 1372869"/>
                  <a:gd name="connsiteX729" fmla="*/ 859790 w 978323"/>
                  <a:gd name="connsiteY729" fmla="*/ 1096433 h 1372869"/>
                  <a:gd name="connsiteX730" fmla="*/ 845820 w 978323"/>
                  <a:gd name="connsiteY730" fmla="*/ 1099397 h 1372869"/>
                  <a:gd name="connsiteX731" fmla="*/ 841163 w 978323"/>
                  <a:gd name="connsiteY731" fmla="*/ 1093893 h 1372869"/>
                  <a:gd name="connsiteX732" fmla="*/ 855557 w 978323"/>
                  <a:gd name="connsiteY732" fmla="*/ 1093893 h 1372869"/>
                  <a:gd name="connsiteX733" fmla="*/ 869527 w 978323"/>
                  <a:gd name="connsiteY733" fmla="*/ 1081193 h 1372869"/>
                  <a:gd name="connsiteX734" fmla="*/ 883497 w 978323"/>
                  <a:gd name="connsiteY734" fmla="*/ 1086697 h 1372869"/>
                  <a:gd name="connsiteX735" fmla="*/ 897467 w 978323"/>
                  <a:gd name="connsiteY735" fmla="*/ 1085427 h 1372869"/>
                  <a:gd name="connsiteX736" fmla="*/ 912707 w 978323"/>
                  <a:gd name="connsiteY736" fmla="*/ 1075690 h 1372869"/>
                  <a:gd name="connsiteX737" fmla="*/ 901277 w 978323"/>
                  <a:gd name="connsiteY737" fmla="*/ 1061720 h 1372869"/>
                  <a:gd name="connsiteX738" fmla="*/ 890270 w 978323"/>
                  <a:gd name="connsiteY738" fmla="*/ 1058757 h 1372869"/>
                  <a:gd name="connsiteX739" fmla="*/ 898737 w 978323"/>
                  <a:gd name="connsiteY739" fmla="*/ 1056217 h 1372869"/>
                  <a:gd name="connsiteX740" fmla="*/ 912707 w 978323"/>
                  <a:gd name="connsiteY740" fmla="*/ 1054523 h 1372869"/>
                  <a:gd name="connsiteX741" fmla="*/ 898737 w 978323"/>
                  <a:gd name="connsiteY741" fmla="*/ 1047750 h 1372869"/>
                  <a:gd name="connsiteX742" fmla="*/ 912707 w 978323"/>
                  <a:gd name="connsiteY742" fmla="*/ 1051983 h 1372869"/>
                  <a:gd name="connsiteX743" fmla="*/ 926677 w 978323"/>
                  <a:gd name="connsiteY743" fmla="*/ 1056217 h 1372869"/>
                  <a:gd name="connsiteX744" fmla="*/ 940647 w 978323"/>
                  <a:gd name="connsiteY744" fmla="*/ 1042247 h 1372869"/>
                  <a:gd name="connsiteX745" fmla="*/ 954617 w 978323"/>
                  <a:gd name="connsiteY745" fmla="*/ 1033780 h 1372869"/>
                  <a:gd name="connsiteX746" fmla="*/ 960120 w 978323"/>
                  <a:gd name="connsiteY746" fmla="*/ 1018540 h 1372869"/>
                  <a:gd name="connsiteX747" fmla="*/ 961390 w 978323"/>
                  <a:gd name="connsiteY747" fmla="*/ 1004570 h 1372869"/>
                  <a:gd name="connsiteX748" fmla="*/ 972820 w 978323"/>
                  <a:gd name="connsiteY748" fmla="*/ 990600 h 1372869"/>
                  <a:gd name="connsiteX749" fmla="*/ 978323 w 978323"/>
                  <a:gd name="connsiteY749" fmla="*/ 976630 h 137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</a:cxnLst>
                <a:rect l="l" t="t" r="r" b="b"/>
                <a:pathLst>
                  <a:path w="978323" h="1372869">
                    <a:moveTo>
                      <a:pt x="976630" y="965200"/>
                    </a:moveTo>
                    <a:lnTo>
                      <a:pt x="976630" y="955463"/>
                    </a:lnTo>
                    <a:lnTo>
                      <a:pt x="974090" y="940223"/>
                    </a:lnTo>
                    <a:lnTo>
                      <a:pt x="965623" y="926253"/>
                    </a:lnTo>
                    <a:lnTo>
                      <a:pt x="951653" y="917787"/>
                    </a:lnTo>
                    <a:lnTo>
                      <a:pt x="937683" y="908050"/>
                    </a:lnTo>
                    <a:lnTo>
                      <a:pt x="923713" y="902547"/>
                    </a:lnTo>
                    <a:lnTo>
                      <a:pt x="909743" y="899583"/>
                    </a:lnTo>
                    <a:lnTo>
                      <a:pt x="895773" y="897043"/>
                    </a:lnTo>
                    <a:lnTo>
                      <a:pt x="880533" y="898313"/>
                    </a:lnTo>
                    <a:lnTo>
                      <a:pt x="866563" y="895773"/>
                    </a:lnTo>
                    <a:lnTo>
                      <a:pt x="852593" y="894080"/>
                    </a:lnTo>
                    <a:lnTo>
                      <a:pt x="838623" y="895773"/>
                    </a:lnTo>
                    <a:lnTo>
                      <a:pt x="823383" y="899583"/>
                    </a:lnTo>
                    <a:lnTo>
                      <a:pt x="814917" y="913553"/>
                    </a:lnTo>
                    <a:lnTo>
                      <a:pt x="806450" y="927523"/>
                    </a:lnTo>
                    <a:lnTo>
                      <a:pt x="794173" y="922020"/>
                    </a:lnTo>
                    <a:lnTo>
                      <a:pt x="786977" y="920750"/>
                    </a:lnTo>
                    <a:lnTo>
                      <a:pt x="774700" y="909743"/>
                    </a:lnTo>
                    <a:lnTo>
                      <a:pt x="760730" y="909743"/>
                    </a:lnTo>
                    <a:lnTo>
                      <a:pt x="764963" y="902547"/>
                    </a:lnTo>
                    <a:lnTo>
                      <a:pt x="777240" y="894080"/>
                    </a:lnTo>
                    <a:lnTo>
                      <a:pt x="791210" y="883073"/>
                    </a:lnTo>
                    <a:lnTo>
                      <a:pt x="805180" y="870373"/>
                    </a:lnTo>
                    <a:lnTo>
                      <a:pt x="806450" y="856403"/>
                    </a:lnTo>
                    <a:lnTo>
                      <a:pt x="800947" y="842433"/>
                    </a:lnTo>
                    <a:lnTo>
                      <a:pt x="795443" y="828463"/>
                    </a:lnTo>
                    <a:lnTo>
                      <a:pt x="782743" y="814917"/>
                    </a:lnTo>
                    <a:lnTo>
                      <a:pt x="768773" y="806450"/>
                    </a:lnTo>
                    <a:lnTo>
                      <a:pt x="766233" y="804757"/>
                    </a:lnTo>
                    <a:lnTo>
                      <a:pt x="752263" y="796713"/>
                    </a:lnTo>
                    <a:lnTo>
                      <a:pt x="738293" y="784013"/>
                    </a:lnTo>
                    <a:lnTo>
                      <a:pt x="724323" y="777240"/>
                    </a:lnTo>
                    <a:lnTo>
                      <a:pt x="712893" y="779780"/>
                    </a:lnTo>
                    <a:lnTo>
                      <a:pt x="710353" y="778510"/>
                    </a:lnTo>
                    <a:lnTo>
                      <a:pt x="696383" y="778510"/>
                    </a:lnTo>
                    <a:lnTo>
                      <a:pt x="681143" y="779780"/>
                    </a:lnTo>
                    <a:lnTo>
                      <a:pt x="676910" y="778510"/>
                    </a:lnTo>
                    <a:lnTo>
                      <a:pt x="685377" y="774277"/>
                    </a:lnTo>
                    <a:lnTo>
                      <a:pt x="699347" y="777240"/>
                    </a:lnTo>
                    <a:lnTo>
                      <a:pt x="712893" y="777240"/>
                    </a:lnTo>
                    <a:lnTo>
                      <a:pt x="723053" y="774277"/>
                    </a:lnTo>
                    <a:lnTo>
                      <a:pt x="725593" y="773007"/>
                    </a:lnTo>
                    <a:lnTo>
                      <a:pt x="739563" y="774277"/>
                    </a:lnTo>
                    <a:lnTo>
                      <a:pt x="753533" y="788247"/>
                    </a:lnTo>
                    <a:lnTo>
                      <a:pt x="767503" y="788247"/>
                    </a:lnTo>
                    <a:lnTo>
                      <a:pt x="770467" y="788247"/>
                    </a:lnTo>
                    <a:lnTo>
                      <a:pt x="785707" y="796713"/>
                    </a:lnTo>
                    <a:lnTo>
                      <a:pt x="780203" y="782743"/>
                    </a:lnTo>
                    <a:lnTo>
                      <a:pt x="768773" y="768773"/>
                    </a:lnTo>
                    <a:lnTo>
                      <a:pt x="763270" y="762847"/>
                    </a:lnTo>
                    <a:lnTo>
                      <a:pt x="752263" y="749300"/>
                    </a:lnTo>
                    <a:lnTo>
                      <a:pt x="746337" y="735330"/>
                    </a:lnTo>
                    <a:lnTo>
                      <a:pt x="748030" y="719667"/>
                    </a:lnTo>
                    <a:lnTo>
                      <a:pt x="762000" y="711623"/>
                    </a:lnTo>
                    <a:lnTo>
                      <a:pt x="748030" y="705697"/>
                    </a:lnTo>
                    <a:lnTo>
                      <a:pt x="738293" y="695960"/>
                    </a:lnTo>
                    <a:lnTo>
                      <a:pt x="724323" y="684953"/>
                    </a:lnTo>
                    <a:lnTo>
                      <a:pt x="718820" y="670983"/>
                    </a:lnTo>
                    <a:lnTo>
                      <a:pt x="709083" y="657013"/>
                    </a:lnTo>
                    <a:lnTo>
                      <a:pt x="695113" y="650240"/>
                    </a:lnTo>
                    <a:lnTo>
                      <a:pt x="679450" y="641773"/>
                    </a:lnTo>
                    <a:lnTo>
                      <a:pt x="676910" y="641773"/>
                    </a:lnTo>
                    <a:lnTo>
                      <a:pt x="662940" y="637540"/>
                    </a:lnTo>
                    <a:lnTo>
                      <a:pt x="647700" y="633307"/>
                    </a:lnTo>
                    <a:lnTo>
                      <a:pt x="633730" y="634577"/>
                    </a:lnTo>
                    <a:lnTo>
                      <a:pt x="630767" y="623570"/>
                    </a:lnTo>
                    <a:lnTo>
                      <a:pt x="623993" y="615103"/>
                    </a:lnTo>
                    <a:lnTo>
                      <a:pt x="622300" y="613833"/>
                    </a:lnTo>
                    <a:lnTo>
                      <a:pt x="616797" y="599863"/>
                    </a:lnTo>
                    <a:lnTo>
                      <a:pt x="612563" y="585893"/>
                    </a:lnTo>
                    <a:lnTo>
                      <a:pt x="607060" y="571923"/>
                    </a:lnTo>
                    <a:lnTo>
                      <a:pt x="605790" y="569383"/>
                    </a:lnTo>
                    <a:lnTo>
                      <a:pt x="602827" y="560917"/>
                    </a:lnTo>
                    <a:lnTo>
                      <a:pt x="598593" y="551180"/>
                    </a:lnTo>
                    <a:lnTo>
                      <a:pt x="596053" y="548217"/>
                    </a:lnTo>
                    <a:lnTo>
                      <a:pt x="594360" y="534247"/>
                    </a:lnTo>
                    <a:lnTo>
                      <a:pt x="593090" y="520277"/>
                    </a:lnTo>
                    <a:lnTo>
                      <a:pt x="590550" y="509270"/>
                    </a:lnTo>
                    <a:lnTo>
                      <a:pt x="591820" y="494030"/>
                    </a:lnTo>
                    <a:lnTo>
                      <a:pt x="586317" y="480060"/>
                    </a:lnTo>
                    <a:lnTo>
                      <a:pt x="571923" y="472863"/>
                    </a:lnTo>
                    <a:lnTo>
                      <a:pt x="558377" y="463127"/>
                    </a:lnTo>
                    <a:lnTo>
                      <a:pt x="545677" y="449157"/>
                    </a:lnTo>
                    <a:lnTo>
                      <a:pt x="541443" y="443653"/>
                    </a:lnTo>
                    <a:lnTo>
                      <a:pt x="540173" y="442383"/>
                    </a:lnTo>
                    <a:lnTo>
                      <a:pt x="530437" y="428413"/>
                    </a:lnTo>
                    <a:lnTo>
                      <a:pt x="515197" y="426720"/>
                    </a:lnTo>
                    <a:lnTo>
                      <a:pt x="501227" y="421217"/>
                    </a:lnTo>
                    <a:lnTo>
                      <a:pt x="492760" y="416983"/>
                    </a:lnTo>
                    <a:lnTo>
                      <a:pt x="477520" y="414443"/>
                    </a:lnTo>
                    <a:lnTo>
                      <a:pt x="463550" y="404707"/>
                    </a:lnTo>
                    <a:lnTo>
                      <a:pt x="449580" y="404707"/>
                    </a:lnTo>
                    <a:lnTo>
                      <a:pt x="435610" y="416983"/>
                    </a:lnTo>
                    <a:lnTo>
                      <a:pt x="420370" y="421217"/>
                    </a:lnTo>
                    <a:lnTo>
                      <a:pt x="406400" y="418677"/>
                    </a:lnTo>
                    <a:lnTo>
                      <a:pt x="392430" y="418677"/>
                    </a:lnTo>
                    <a:lnTo>
                      <a:pt x="378460" y="415713"/>
                    </a:lnTo>
                    <a:lnTo>
                      <a:pt x="375497" y="415713"/>
                    </a:lnTo>
                    <a:lnTo>
                      <a:pt x="361527" y="412750"/>
                    </a:lnTo>
                    <a:lnTo>
                      <a:pt x="348827" y="411480"/>
                    </a:lnTo>
                    <a:lnTo>
                      <a:pt x="334857" y="405977"/>
                    </a:lnTo>
                    <a:lnTo>
                      <a:pt x="323850" y="396240"/>
                    </a:lnTo>
                    <a:lnTo>
                      <a:pt x="333587" y="401743"/>
                    </a:lnTo>
                    <a:lnTo>
                      <a:pt x="337820" y="404707"/>
                    </a:lnTo>
                    <a:lnTo>
                      <a:pt x="346287" y="405977"/>
                    </a:lnTo>
                    <a:lnTo>
                      <a:pt x="360257" y="408940"/>
                    </a:lnTo>
                    <a:lnTo>
                      <a:pt x="375497" y="411480"/>
                    </a:lnTo>
                    <a:lnTo>
                      <a:pt x="376767" y="411480"/>
                    </a:lnTo>
                    <a:lnTo>
                      <a:pt x="382693" y="410210"/>
                    </a:lnTo>
                    <a:lnTo>
                      <a:pt x="396240" y="405977"/>
                    </a:lnTo>
                    <a:lnTo>
                      <a:pt x="411903" y="394970"/>
                    </a:lnTo>
                    <a:lnTo>
                      <a:pt x="425873" y="386503"/>
                    </a:lnTo>
                    <a:lnTo>
                      <a:pt x="427143" y="385233"/>
                    </a:lnTo>
                    <a:lnTo>
                      <a:pt x="442383" y="382270"/>
                    </a:lnTo>
                    <a:lnTo>
                      <a:pt x="456353" y="382270"/>
                    </a:lnTo>
                    <a:lnTo>
                      <a:pt x="470323" y="376767"/>
                    </a:lnTo>
                    <a:lnTo>
                      <a:pt x="466090" y="362797"/>
                    </a:lnTo>
                    <a:lnTo>
                      <a:pt x="452120" y="358563"/>
                    </a:lnTo>
                    <a:lnTo>
                      <a:pt x="452120" y="344593"/>
                    </a:lnTo>
                    <a:lnTo>
                      <a:pt x="436880" y="344593"/>
                    </a:lnTo>
                    <a:lnTo>
                      <a:pt x="432647" y="347557"/>
                    </a:lnTo>
                    <a:lnTo>
                      <a:pt x="425873" y="348827"/>
                    </a:lnTo>
                    <a:lnTo>
                      <a:pt x="411903" y="354330"/>
                    </a:lnTo>
                    <a:lnTo>
                      <a:pt x="396240" y="358563"/>
                    </a:lnTo>
                    <a:lnTo>
                      <a:pt x="392430" y="358563"/>
                    </a:lnTo>
                    <a:lnTo>
                      <a:pt x="390737" y="357293"/>
                    </a:lnTo>
                    <a:lnTo>
                      <a:pt x="404707" y="353060"/>
                    </a:lnTo>
                    <a:lnTo>
                      <a:pt x="418677" y="344593"/>
                    </a:lnTo>
                    <a:lnTo>
                      <a:pt x="432647" y="343323"/>
                    </a:lnTo>
                    <a:lnTo>
                      <a:pt x="435610" y="341630"/>
                    </a:lnTo>
                    <a:lnTo>
                      <a:pt x="436880" y="341630"/>
                    </a:lnTo>
                    <a:lnTo>
                      <a:pt x="450850" y="339090"/>
                    </a:lnTo>
                    <a:lnTo>
                      <a:pt x="464820" y="336127"/>
                    </a:lnTo>
                    <a:lnTo>
                      <a:pt x="478790" y="327660"/>
                    </a:lnTo>
                    <a:lnTo>
                      <a:pt x="494030" y="317923"/>
                    </a:lnTo>
                    <a:lnTo>
                      <a:pt x="499533" y="304377"/>
                    </a:lnTo>
                    <a:lnTo>
                      <a:pt x="503767" y="297180"/>
                    </a:lnTo>
                    <a:lnTo>
                      <a:pt x="516467" y="288713"/>
                    </a:lnTo>
                    <a:lnTo>
                      <a:pt x="530437" y="277707"/>
                    </a:lnTo>
                    <a:lnTo>
                      <a:pt x="534670" y="263737"/>
                    </a:lnTo>
                    <a:lnTo>
                      <a:pt x="546947" y="248497"/>
                    </a:lnTo>
                    <a:lnTo>
                      <a:pt x="552873" y="235797"/>
                    </a:lnTo>
                    <a:lnTo>
                      <a:pt x="552873" y="234527"/>
                    </a:lnTo>
                    <a:lnTo>
                      <a:pt x="556683" y="220557"/>
                    </a:lnTo>
                    <a:lnTo>
                      <a:pt x="568113" y="206587"/>
                    </a:lnTo>
                    <a:lnTo>
                      <a:pt x="582083" y="196850"/>
                    </a:lnTo>
                    <a:lnTo>
                      <a:pt x="591820" y="182880"/>
                    </a:lnTo>
                    <a:lnTo>
                      <a:pt x="588857" y="168910"/>
                    </a:lnTo>
                    <a:lnTo>
                      <a:pt x="579120" y="154940"/>
                    </a:lnTo>
                    <a:lnTo>
                      <a:pt x="565150" y="147743"/>
                    </a:lnTo>
                    <a:lnTo>
                      <a:pt x="551180" y="149437"/>
                    </a:lnTo>
                    <a:lnTo>
                      <a:pt x="537210" y="150707"/>
                    </a:lnTo>
                    <a:lnTo>
                      <a:pt x="521970" y="151977"/>
                    </a:lnTo>
                    <a:lnTo>
                      <a:pt x="508000" y="150707"/>
                    </a:lnTo>
                    <a:lnTo>
                      <a:pt x="494030" y="149437"/>
                    </a:lnTo>
                    <a:lnTo>
                      <a:pt x="478790" y="150707"/>
                    </a:lnTo>
                    <a:lnTo>
                      <a:pt x="464820" y="146473"/>
                    </a:lnTo>
                    <a:lnTo>
                      <a:pt x="449580" y="150707"/>
                    </a:lnTo>
                    <a:lnTo>
                      <a:pt x="435610" y="151977"/>
                    </a:lnTo>
                    <a:lnTo>
                      <a:pt x="434340" y="151977"/>
                    </a:lnTo>
                    <a:lnTo>
                      <a:pt x="420370" y="147743"/>
                    </a:lnTo>
                    <a:lnTo>
                      <a:pt x="404707" y="143933"/>
                    </a:lnTo>
                    <a:lnTo>
                      <a:pt x="390737" y="146473"/>
                    </a:lnTo>
                    <a:lnTo>
                      <a:pt x="376767" y="153247"/>
                    </a:lnTo>
                    <a:lnTo>
                      <a:pt x="369993" y="153247"/>
                    </a:lnTo>
                    <a:lnTo>
                      <a:pt x="356023" y="159173"/>
                    </a:lnTo>
                    <a:lnTo>
                      <a:pt x="354753" y="159173"/>
                    </a:lnTo>
                    <a:lnTo>
                      <a:pt x="340783" y="164677"/>
                    </a:lnTo>
                    <a:lnTo>
                      <a:pt x="325120" y="164677"/>
                    </a:lnTo>
                    <a:lnTo>
                      <a:pt x="309880" y="175683"/>
                    </a:lnTo>
                    <a:lnTo>
                      <a:pt x="295910" y="179917"/>
                    </a:lnTo>
                    <a:lnTo>
                      <a:pt x="297603" y="171450"/>
                    </a:lnTo>
                    <a:lnTo>
                      <a:pt x="311573" y="165947"/>
                    </a:lnTo>
                    <a:lnTo>
                      <a:pt x="319617" y="151977"/>
                    </a:lnTo>
                    <a:lnTo>
                      <a:pt x="305647" y="151977"/>
                    </a:lnTo>
                    <a:lnTo>
                      <a:pt x="290407" y="157480"/>
                    </a:lnTo>
                    <a:lnTo>
                      <a:pt x="276437" y="161713"/>
                    </a:lnTo>
                    <a:lnTo>
                      <a:pt x="290407" y="151977"/>
                    </a:lnTo>
                    <a:lnTo>
                      <a:pt x="305647" y="150707"/>
                    </a:lnTo>
                    <a:lnTo>
                      <a:pt x="320887" y="143933"/>
                    </a:lnTo>
                    <a:lnTo>
                      <a:pt x="334857" y="143933"/>
                    </a:lnTo>
                    <a:lnTo>
                      <a:pt x="343323" y="129540"/>
                    </a:lnTo>
                    <a:lnTo>
                      <a:pt x="329353" y="127000"/>
                    </a:lnTo>
                    <a:lnTo>
                      <a:pt x="314113" y="125730"/>
                    </a:lnTo>
                    <a:lnTo>
                      <a:pt x="298873" y="124037"/>
                    </a:lnTo>
                    <a:lnTo>
                      <a:pt x="284903" y="118533"/>
                    </a:lnTo>
                    <a:lnTo>
                      <a:pt x="283633" y="117263"/>
                    </a:lnTo>
                    <a:lnTo>
                      <a:pt x="281940" y="115993"/>
                    </a:lnTo>
                    <a:lnTo>
                      <a:pt x="284903" y="115993"/>
                    </a:lnTo>
                    <a:lnTo>
                      <a:pt x="287443" y="118533"/>
                    </a:lnTo>
                    <a:lnTo>
                      <a:pt x="301837" y="121497"/>
                    </a:lnTo>
                    <a:lnTo>
                      <a:pt x="317077" y="124037"/>
                    </a:lnTo>
                    <a:lnTo>
                      <a:pt x="319617" y="108797"/>
                    </a:lnTo>
                    <a:lnTo>
                      <a:pt x="322580" y="107527"/>
                    </a:lnTo>
                    <a:lnTo>
                      <a:pt x="333587" y="107527"/>
                    </a:lnTo>
                    <a:lnTo>
                      <a:pt x="346287" y="102023"/>
                    </a:lnTo>
                    <a:lnTo>
                      <a:pt x="360257" y="92287"/>
                    </a:lnTo>
                    <a:lnTo>
                      <a:pt x="375497" y="83820"/>
                    </a:lnTo>
                    <a:lnTo>
                      <a:pt x="383963" y="79587"/>
                    </a:lnTo>
                    <a:lnTo>
                      <a:pt x="399203" y="69850"/>
                    </a:lnTo>
                    <a:lnTo>
                      <a:pt x="413173" y="57150"/>
                    </a:lnTo>
                    <a:lnTo>
                      <a:pt x="428413" y="54610"/>
                    </a:lnTo>
                    <a:lnTo>
                      <a:pt x="442383" y="43180"/>
                    </a:lnTo>
                    <a:lnTo>
                      <a:pt x="452120" y="29210"/>
                    </a:lnTo>
                    <a:lnTo>
                      <a:pt x="450850" y="13970"/>
                    </a:lnTo>
                    <a:lnTo>
                      <a:pt x="447887" y="0"/>
                    </a:lnTo>
                    <a:lnTo>
                      <a:pt x="434340" y="0"/>
                    </a:lnTo>
                    <a:lnTo>
                      <a:pt x="418677" y="0"/>
                    </a:lnTo>
                    <a:lnTo>
                      <a:pt x="411903" y="7197"/>
                    </a:lnTo>
                    <a:lnTo>
                      <a:pt x="397933" y="8467"/>
                    </a:lnTo>
                    <a:lnTo>
                      <a:pt x="382693" y="4233"/>
                    </a:lnTo>
                    <a:lnTo>
                      <a:pt x="368300" y="11007"/>
                    </a:lnTo>
                    <a:lnTo>
                      <a:pt x="353060" y="13970"/>
                    </a:lnTo>
                    <a:lnTo>
                      <a:pt x="339090" y="12700"/>
                    </a:lnTo>
                    <a:lnTo>
                      <a:pt x="325120" y="12700"/>
                    </a:lnTo>
                    <a:lnTo>
                      <a:pt x="309880" y="19473"/>
                    </a:lnTo>
                    <a:lnTo>
                      <a:pt x="301837" y="16933"/>
                    </a:lnTo>
                    <a:lnTo>
                      <a:pt x="287443" y="24977"/>
                    </a:lnTo>
                    <a:lnTo>
                      <a:pt x="283633" y="23707"/>
                    </a:lnTo>
                    <a:lnTo>
                      <a:pt x="279400" y="12700"/>
                    </a:lnTo>
                    <a:lnTo>
                      <a:pt x="263737" y="20743"/>
                    </a:lnTo>
                    <a:lnTo>
                      <a:pt x="249767" y="27940"/>
                    </a:lnTo>
                    <a:lnTo>
                      <a:pt x="255693" y="13970"/>
                    </a:lnTo>
                    <a:lnTo>
                      <a:pt x="241723" y="19473"/>
                    </a:lnTo>
                    <a:lnTo>
                      <a:pt x="235797" y="5503"/>
                    </a:lnTo>
                    <a:lnTo>
                      <a:pt x="220557" y="4233"/>
                    </a:lnTo>
                    <a:lnTo>
                      <a:pt x="213360" y="18203"/>
                    </a:lnTo>
                    <a:lnTo>
                      <a:pt x="218017" y="32173"/>
                    </a:lnTo>
                    <a:lnTo>
                      <a:pt x="218017" y="33443"/>
                    </a:lnTo>
                    <a:lnTo>
                      <a:pt x="212513" y="40640"/>
                    </a:lnTo>
                    <a:lnTo>
                      <a:pt x="198543" y="50377"/>
                    </a:lnTo>
                    <a:lnTo>
                      <a:pt x="212513" y="61383"/>
                    </a:lnTo>
                    <a:lnTo>
                      <a:pt x="215053" y="58420"/>
                    </a:lnTo>
                    <a:lnTo>
                      <a:pt x="215053" y="62653"/>
                    </a:lnTo>
                    <a:lnTo>
                      <a:pt x="213360" y="62653"/>
                    </a:lnTo>
                    <a:lnTo>
                      <a:pt x="202353" y="58420"/>
                    </a:lnTo>
                    <a:lnTo>
                      <a:pt x="188807" y="60113"/>
                    </a:lnTo>
                    <a:lnTo>
                      <a:pt x="173143" y="72390"/>
                    </a:lnTo>
                    <a:lnTo>
                      <a:pt x="178647" y="86360"/>
                    </a:lnTo>
                    <a:lnTo>
                      <a:pt x="164677" y="96097"/>
                    </a:lnTo>
                    <a:lnTo>
                      <a:pt x="179917" y="105833"/>
                    </a:lnTo>
                    <a:lnTo>
                      <a:pt x="188807" y="119803"/>
                    </a:lnTo>
                    <a:lnTo>
                      <a:pt x="174413" y="122767"/>
                    </a:lnTo>
                    <a:lnTo>
                      <a:pt x="160867" y="115993"/>
                    </a:lnTo>
                    <a:lnTo>
                      <a:pt x="146897" y="122767"/>
                    </a:lnTo>
                    <a:lnTo>
                      <a:pt x="131233" y="121497"/>
                    </a:lnTo>
                    <a:lnTo>
                      <a:pt x="129963" y="135467"/>
                    </a:lnTo>
                    <a:lnTo>
                      <a:pt x="124460" y="121497"/>
                    </a:lnTo>
                    <a:lnTo>
                      <a:pt x="110490" y="133773"/>
                    </a:lnTo>
                    <a:lnTo>
                      <a:pt x="110490" y="149437"/>
                    </a:lnTo>
                    <a:lnTo>
                      <a:pt x="115993" y="163407"/>
                    </a:lnTo>
                    <a:lnTo>
                      <a:pt x="128693" y="174413"/>
                    </a:lnTo>
                    <a:lnTo>
                      <a:pt x="114723" y="173143"/>
                    </a:lnTo>
                    <a:lnTo>
                      <a:pt x="100753" y="173143"/>
                    </a:lnTo>
                    <a:lnTo>
                      <a:pt x="102023" y="187113"/>
                    </a:lnTo>
                    <a:lnTo>
                      <a:pt x="113030" y="201083"/>
                    </a:lnTo>
                    <a:lnTo>
                      <a:pt x="127423" y="199390"/>
                    </a:lnTo>
                    <a:lnTo>
                      <a:pt x="140970" y="198120"/>
                    </a:lnTo>
                    <a:lnTo>
                      <a:pt x="127423" y="203623"/>
                    </a:lnTo>
                    <a:lnTo>
                      <a:pt x="113030" y="213360"/>
                    </a:lnTo>
                    <a:lnTo>
                      <a:pt x="118957" y="212090"/>
                    </a:lnTo>
                    <a:lnTo>
                      <a:pt x="132927" y="212090"/>
                    </a:lnTo>
                    <a:lnTo>
                      <a:pt x="138430" y="213360"/>
                    </a:lnTo>
                    <a:lnTo>
                      <a:pt x="146897" y="223097"/>
                    </a:lnTo>
                    <a:lnTo>
                      <a:pt x="134197" y="215053"/>
                    </a:lnTo>
                    <a:lnTo>
                      <a:pt x="120227" y="220557"/>
                    </a:lnTo>
                    <a:lnTo>
                      <a:pt x="118957" y="234527"/>
                    </a:lnTo>
                    <a:lnTo>
                      <a:pt x="134197" y="240030"/>
                    </a:lnTo>
                    <a:lnTo>
                      <a:pt x="145203" y="240030"/>
                    </a:lnTo>
                    <a:lnTo>
                      <a:pt x="131233" y="242570"/>
                    </a:lnTo>
                    <a:lnTo>
                      <a:pt x="117263" y="237067"/>
                    </a:lnTo>
                    <a:lnTo>
                      <a:pt x="106257" y="251037"/>
                    </a:lnTo>
                    <a:lnTo>
                      <a:pt x="120227" y="260773"/>
                    </a:lnTo>
                    <a:lnTo>
                      <a:pt x="106257" y="254000"/>
                    </a:lnTo>
                    <a:lnTo>
                      <a:pt x="92287" y="260773"/>
                    </a:lnTo>
                    <a:lnTo>
                      <a:pt x="91017" y="274743"/>
                    </a:lnTo>
                    <a:lnTo>
                      <a:pt x="104987" y="281940"/>
                    </a:lnTo>
                    <a:lnTo>
                      <a:pt x="91017" y="283210"/>
                    </a:lnTo>
                    <a:lnTo>
                      <a:pt x="86783" y="297180"/>
                    </a:lnTo>
                    <a:lnTo>
                      <a:pt x="82550" y="294640"/>
                    </a:lnTo>
                    <a:lnTo>
                      <a:pt x="68580" y="292947"/>
                    </a:lnTo>
                    <a:lnTo>
                      <a:pt x="53340" y="294640"/>
                    </a:lnTo>
                    <a:lnTo>
                      <a:pt x="39370" y="302683"/>
                    </a:lnTo>
                    <a:lnTo>
                      <a:pt x="53340" y="305647"/>
                    </a:lnTo>
                    <a:lnTo>
                      <a:pt x="68580" y="306917"/>
                    </a:lnTo>
                    <a:lnTo>
                      <a:pt x="82550" y="306917"/>
                    </a:lnTo>
                    <a:lnTo>
                      <a:pt x="97790" y="301413"/>
                    </a:lnTo>
                    <a:lnTo>
                      <a:pt x="111760" y="306917"/>
                    </a:lnTo>
                    <a:lnTo>
                      <a:pt x="97790" y="304377"/>
                    </a:lnTo>
                    <a:lnTo>
                      <a:pt x="83820" y="313690"/>
                    </a:lnTo>
                    <a:lnTo>
                      <a:pt x="69850" y="311150"/>
                    </a:lnTo>
                    <a:lnTo>
                      <a:pt x="77047" y="325120"/>
                    </a:lnTo>
                    <a:lnTo>
                      <a:pt x="92287" y="329353"/>
                    </a:lnTo>
                    <a:lnTo>
                      <a:pt x="106257" y="334857"/>
                    </a:lnTo>
                    <a:lnTo>
                      <a:pt x="120227" y="327660"/>
                    </a:lnTo>
                    <a:lnTo>
                      <a:pt x="134197" y="315383"/>
                    </a:lnTo>
                    <a:lnTo>
                      <a:pt x="148167" y="305647"/>
                    </a:lnTo>
                    <a:lnTo>
                      <a:pt x="163407" y="294640"/>
                    </a:lnTo>
                    <a:lnTo>
                      <a:pt x="177377" y="286173"/>
                    </a:lnTo>
                    <a:lnTo>
                      <a:pt x="171873" y="291677"/>
                    </a:lnTo>
                    <a:lnTo>
                      <a:pt x="170603" y="305647"/>
                    </a:lnTo>
                    <a:lnTo>
                      <a:pt x="176107" y="304377"/>
                    </a:lnTo>
                    <a:lnTo>
                      <a:pt x="185843" y="302683"/>
                    </a:lnTo>
                    <a:lnTo>
                      <a:pt x="170603" y="306917"/>
                    </a:lnTo>
                    <a:lnTo>
                      <a:pt x="166370" y="306917"/>
                    </a:lnTo>
                    <a:lnTo>
                      <a:pt x="152400" y="312420"/>
                    </a:lnTo>
                    <a:lnTo>
                      <a:pt x="139700" y="326390"/>
                    </a:lnTo>
                    <a:lnTo>
                      <a:pt x="139700" y="329353"/>
                    </a:lnTo>
                    <a:lnTo>
                      <a:pt x="153670" y="327660"/>
                    </a:lnTo>
                    <a:lnTo>
                      <a:pt x="139700" y="341630"/>
                    </a:lnTo>
                    <a:lnTo>
                      <a:pt x="153670" y="341630"/>
                    </a:lnTo>
                    <a:lnTo>
                      <a:pt x="168910" y="339090"/>
                    </a:lnTo>
                    <a:lnTo>
                      <a:pt x="153670" y="344593"/>
                    </a:lnTo>
                    <a:lnTo>
                      <a:pt x="139700" y="343323"/>
                    </a:lnTo>
                    <a:lnTo>
                      <a:pt x="131233" y="343323"/>
                    </a:lnTo>
                    <a:lnTo>
                      <a:pt x="128693" y="357293"/>
                    </a:lnTo>
                    <a:lnTo>
                      <a:pt x="114723" y="361103"/>
                    </a:lnTo>
                    <a:lnTo>
                      <a:pt x="117263" y="375073"/>
                    </a:lnTo>
                    <a:lnTo>
                      <a:pt x="115993" y="389467"/>
                    </a:lnTo>
                    <a:lnTo>
                      <a:pt x="104987" y="403013"/>
                    </a:lnTo>
                    <a:lnTo>
                      <a:pt x="100753" y="407247"/>
                    </a:lnTo>
                    <a:lnTo>
                      <a:pt x="93557" y="422487"/>
                    </a:lnTo>
                    <a:lnTo>
                      <a:pt x="107527" y="408940"/>
                    </a:lnTo>
                    <a:lnTo>
                      <a:pt x="95250" y="422487"/>
                    </a:lnTo>
                    <a:lnTo>
                      <a:pt x="95250" y="436457"/>
                    </a:lnTo>
                    <a:lnTo>
                      <a:pt x="102023" y="450850"/>
                    </a:lnTo>
                    <a:lnTo>
                      <a:pt x="117263" y="443653"/>
                    </a:lnTo>
                    <a:lnTo>
                      <a:pt x="103293" y="453390"/>
                    </a:lnTo>
                    <a:lnTo>
                      <a:pt x="91017" y="468630"/>
                    </a:lnTo>
                    <a:lnTo>
                      <a:pt x="82550" y="482600"/>
                    </a:lnTo>
                    <a:lnTo>
                      <a:pt x="82550" y="496570"/>
                    </a:lnTo>
                    <a:lnTo>
                      <a:pt x="71543" y="510540"/>
                    </a:lnTo>
                    <a:lnTo>
                      <a:pt x="75353" y="524510"/>
                    </a:lnTo>
                    <a:lnTo>
                      <a:pt x="91017" y="523240"/>
                    </a:lnTo>
                    <a:lnTo>
                      <a:pt x="104987" y="511810"/>
                    </a:lnTo>
                    <a:lnTo>
                      <a:pt x="103293" y="497840"/>
                    </a:lnTo>
                    <a:lnTo>
                      <a:pt x="111760" y="482600"/>
                    </a:lnTo>
                    <a:lnTo>
                      <a:pt x="114723" y="468630"/>
                    </a:lnTo>
                    <a:lnTo>
                      <a:pt x="125730" y="454660"/>
                    </a:lnTo>
                    <a:lnTo>
                      <a:pt x="132927" y="440690"/>
                    </a:lnTo>
                    <a:lnTo>
                      <a:pt x="125730" y="426720"/>
                    </a:lnTo>
                    <a:lnTo>
                      <a:pt x="125730" y="412750"/>
                    </a:lnTo>
                    <a:lnTo>
                      <a:pt x="139700" y="404707"/>
                    </a:lnTo>
                    <a:lnTo>
                      <a:pt x="153670" y="393277"/>
                    </a:lnTo>
                    <a:lnTo>
                      <a:pt x="167640" y="386503"/>
                    </a:lnTo>
                    <a:lnTo>
                      <a:pt x="177377" y="381000"/>
                    </a:lnTo>
                    <a:lnTo>
                      <a:pt x="162137" y="393277"/>
                    </a:lnTo>
                    <a:lnTo>
                      <a:pt x="148167" y="403013"/>
                    </a:lnTo>
                    <a:lnTo>
                      <a:pt x="138430" y="416983"/>
                    </a:lnTo>
                    <a:lnTo>
                      <a:pt x="136737" y="430953"/>
                    </a:lnTo>
                    <a:lnTo>
                      <a:pt x="150707" y="439420"/>
                    </a:lnTo>
                    <a:lnTo>
                      <a:pt x="153670" y="433917"/>
                    </a:lnTo>
                    <a:lnTo>
                      <a:pt x="159173" y="443653"/>
                    </a:lnTo>
                    <a:lnTo>
                      <a:pt x="171873" y="457623"/>
                    </a:lnTo>
                    <a:lnTo>
                      <a:pt x="173143" y="456353"/>
                    </a:lnTo>
                    <a:lnTo>
                      <a:pt x="171873" y="442383"/>
                    </a:lnTo>
                    <a:lnTo>
                      <a:pt x="159173" y="428413"/>
                    </a:lnTo>
                    <a:lnTo>
                      <a:pt x="157903" y="428413"/>
                    </a:lnTo>
                    <a:lnTo>
                      <a:pt x="159173" y="425450"/>
                    </a:lnTo>
                    <a:lnTo>
                      <a:pt x="168910" y="419947"/>
                    </a:lnTo>
                    <a:lnTo>
                      <a:pt x="177377" y="435187"/>
                    </a:lnTo>
                    <a:lnTo>
                      <a:pt x="182880" y="429683"/>
                    </a:lnTo>
                    <a:lnTo>
                      <a:pt x="191347" y="415713"/>
                    </a:lnTo>
                    <a:lnTo>
                      <a:pt x="194310" y="400473"/>
                    </a:lnTo>
                    <a:lnTo>
                      <a:pt x="192617" y="386503"/>
                    </a:lnTo>
                    <a:lnTo>
                      <a:pt x="206587" y="389467"/>
                    </a:lnTo>
                    <a:lnTo>
                      <a:pt x="196850" y="403013"/>
                    </a:lnTo>
                    <a:lnTo>
                      <a:pt x="202353" y="416983"/>
                    </a:lnTo>
                    <a:lnTo>
                      <a:pt x="201083" y="403013"/>
                    </a:lnTo>
                    <a:lnTo>
                      <a:pt x="215053" y="416983"/>
                    </a:lnTo>
                    <a:lnTo>
                      <a:pt x="229023" y="422487"/>
                    </a:lnTo>
                    <a:lnTo>
                      <a:pt x="230293" y="424180"/>
                    </a:lnTo>
                    <a:lnTo>
                      <a:pt x="231987" y="425450"/>
                    </a:lnTo>
                    <a:lnTo>
                      <a:pt x="216747" y="424180"/>
                    </a:lnTo>
                    <a:lnTo>
                      <a:pt x="202353" y="421217"/>
                    </a:lnTo>
                    <a:lnTo>
                      <a:pt x="195580" y="422487"/>
                    </a:lnTo>
                    <a:lnTo>
                      <a:pt x="190077" y="436457"/>
                    </a:lnTo>
                    <a:lnTo>
                      <a:pt x="191347" y="450850"/>
                    </a:lnTo>
                    <a:lnTo>
                      <a:pt x="191347" y="466090"/>
                    </a:lnTo>
                    <a:lnTo>
                      <a:pt x="206587" y="474133"/>
                    </a:lnTo>
                    <a:lnTo>
                      <a:pt x="215053" y="488103"/>
                    </a:lnTo>
                    <a:lnTo>
                      <a:pt x="212513" y="502073"/>
                    </a:lnTo>
                    <a:lnTo>
                      <a:pt x="198543" y="509270"/>
                    </a:lnTo>
                    <a:lnTo>
                      <a:pt x="188807" y="524510"/>
                    </a:lnTo>
                    <a:lnTo>
                      <a:pt x="179917" y="538480"/>
                    </a:lnTo>
                    <a:lnTo>
                      <a:pt x="164677" y="549487"/>
                    </a:lnTo>
                    <a:lnTo>
                      <a:pt x="162137" y="556683"/>
                    </a:lnTo>
                    <a:lnTo>
                      <a:pt x="157903" y="571923"/>
                    </a:lnTo>
                    <a:lnTo>
                      <a:pt x="159173" y="571923"/>
                    </a:lnTo>
                    <a:lnTo>
                      <a:pt x="162137" y="580390"/>
                    </a:lnTo>
                    <a:lnTo>
                      <a:pt x="162137" y="585893"/>
                    </a:lnTo>
                    <a:lnTo>
                      <a:pt x="157903" y="585893"/>
                    </a:lnTo>
                    <a:lnTo>
                      <a:pt x="152400" y="571923"/>
                    </a:lnTo>
                    <a:lnTo>
                      <a:pt x="140970" y="571923"/>
                    </a:lnTo>
                    <a:lnTo>
                      <a:pt x="139700" y="581660"/>
                    </a:lnTo>
                    <a:lnTo>
                      <a:pt x="145203" y="596900"/>
                    </a:lnTo>
                    <a:lnTo>
                      <a:pt x="159173" y="609600"/>
                    </a:lnTo>
                    <a:lnTo>
                      <a:pt x="163407" y="616797"/>
                    </a:lnTo>
                    <a:lnTo>
                      <a:pt x="174413" y="630343"/>
                    </a:lnTo>
                    <a:lnTo>
                      <a:pt x="176107" y="629073"/>
                    </a:lnTo>
                    <a:lnTo>
                      <a:pt x="168910" y="615103"/>
                    </a:lnTo>
                    <a:lnTo>
                      <a:pt x="166370" y="601133"/>
                    </a:lnTo>
                    <a:lnTo>
                      <a:pt x="181610" y="593090"/>
                    </a:lnTo>
                    <a:lnTo>
                      <a:pt x="195580" y="601133"/>
                    </a:lnTo>
                    <a:lnTo>
                      <a:pt x="209550" y="606637"/>
                    </a:lnTo>
                    <a:lnTo>
                      <a:pt x="223520" y="619337"/>
                    </a:lnTo>
                    <a:lnTo>
                      <a:pt x="238760" y="613833"/>
                    </a:lnTo>
                    <a:lnTo>
                      <a:pt x="237490" y="599863"/>
                    </a:lnTo>
                    <a:lnTo>
                      <a:pt x="237490" y="585893"/>
                    </a:lnTo>
                    <a:lnTo>
                      <a:pt x="248497" y="595630"/>
                    </a:lnTo>
                    <a:lnTo>
                      <a:pt x="262467" y="604097"/>
                    </a:lnTo>
                    <a:lnTo>
                      <a:pt x="276437" y="598593"/>
                    </a:lnTo>
                    <a:lnTo>
                      <a:pt x="277707" y="608330"/>
                    </a:lnTo>
                    <a:lnTo>
                      <a:pt x="281940" y="608330"/>
                    </a:lnTo>
                    <a:lnTo>
                      <a:pt x="295910" y="604097"/>
                    </a:lnTo>
                    <a:lnTo>
                      <a:pt x="309880" y="593090"/>
                    </a:lnTo>
                    <a:lnTo>
                      <a:pt x="325120" y="590127"/>
                    </a:lnTo>
                    <a:lnTo>
                      <a:pt x="339090" y="587163"/>
                    </a:lnTo>
                    <a:lnTo>
                      <a:pt x="340783" y="573193"/>
                    </a:lnTo>
                    <a:lnTo>
                      <a:pt x="346287" y="574887"/>
                    </a:lnTo>
                    <a:lnTo>
                      <a:pt x="360257" y="574887"/>
                    </a:lnTo>
                    <a:lnTo>
                      <a:pt x="375497" y="576157"/>
                    </a:lnTo>
                    <a:lnTo>
                      <a:pt x="389467" y="576157"/>
                    </a:lnTo>
                    <a:lnTo>
                      <a:pt x="403437" y="574887"/>
                    </a:lnTo>
                    <a:lnTo>
                      <a:pt x="407670" y="576157"/>
                    </a:lnTo>
                    <a:lnTo>
                      <a:pt x="406400" y="580390"/>
                    </a:lnTo>
                    <a:lnTo>
                      <a:pt x="392430" y="581660"/>
                    </a:lnTo>
                    <a:lnTo>
                      <a:pt x="376767" y="587163"/>
                    </a:lnTo>
                    <a:lnTo>
                      <a:pt x="372533" y="591397"/>
                    </a:lnTo>
                    <a:lnTo>
                      <a:pt x="357293" y="595630"/>
                    </a:lnTo>
                    <a:lnTo>
                      <a:pt x="351790" y="610870"/>
                    </a:lnTo>
                    <a:lnTo>
                      <a:pt x="337820" y="624840"/>
                    </a:lnTo>
                    <a:lnTo>
                      <a:pt x="332317" y="638810"/>
                    </a:lnTo>
                    <a:lnTo>
                      <a:pt x="329353" y="652780"/>
                    </a:lnTo>
                    <a:lnTo>
                      <a:pt x="342053" y="666750"/>
                    </a:lnTo>
                    <a:lnTo>
                      <a:pt x="350520" y="680720"/>
                    </a:lnTo>
                    <a:lnTo>
                      <a:pt x="357293" y="695960"/>
                    </a:lnTo>
                    <a:lnTo>
                      <a:pt x="371263" y="692150"/>
                    </a:lnTo>
                    <a:lnTo>
                      <a:pt x="374227" y="692150"/>
                    </a:lnTo>
                    <a:lnTo>
                      <a:pt x="371263" y="705697"/>
                    </a:lnTo>
                    <a:lnTo>
                      <a:pt x="379730" y="719667"/>
                    </a:lnTo>
                    <a:lnTo>
                      <a:pt x="382693" y="714163"/>
                    </a:lnTo>
                    <a:lnTo>
                      <a:pt x="393700" y="700193"/>
                    </a:lnTo>
                    <a:lnTo>
                      <a:pt x="394970" y="694690"/>
                    </a:lnTo>
                    <a:lnTo>
                      <a:pt x="396240" y="700193"/>
                    </a:lnTo>
                    <a:lnTo>
                      <a:pt x="403437" y="707390"/>
                    </a:lnTo>
                    <a:lnTo>
                      <a:pt x="417407" y="698923"/>
                    </a:lnTo>
                    <a:lnTo>
                      <a:pt x="422910" y="697653"/>
                    </a:lnTo>
                    <a:lnTo>
                      <a:pt x="420370" y="698923"/>
                    </a:lnTo>
                    <a:lnTo>
                      <a:pt x="418677" y="703157"/>
                    </a:lnTo>
                    <a:lnTo>
                      <a:pt x="418677" y="717127"/>
                    </a:lnTo>
                    <a:lnTo>
                      <a:pt x="417407" y="731097"/>
                    </a:lnTo>
                    <a:lnTo>
                      <a:pt x="403437" y="739563"/>
                    </a:lnTo>
                    <a:lnTo>
                      <a:pt x="389467" y="745067"/>
                    </a:lnTo>
                    <a:lnTo>
                      <a:pt x="388197" y="760307"/>
                    </a:lnTo>
                    <a:lnTo>
                      <a:pt x="392430" y="773007"/>
                    </a:lnTo>
                    <a:lnTo>
                      <a:pt x="406400" y="774277"/>
                    </a:lnTo>
                    <a:lnTo>
                      <a:pt x="400897" y="777240"/>
                    </a:lnTo>
                    <a:lnTo>
                      <a:pt x="393700" y="782743"/>
                    </a:lnTo>
                    <a:lnTo>
                      <a:pt x="381000" y="796713"/>
                    </a:lnTo>
                    <a:lnTo>
                      <a:pt x="383963" y="810683"/>
                    </a:lnTo>
                    <a:lnTo>
                      <a:pt x="389467" y="825923"/>
                    </a:lnTo>
                    <a:lnTo>
                      <a:pt x="390737" y="827193"/>
                    </a:lnTo>
                    <a:lnTo>
                      <a:pt x="397933" y="834390"/>
                    </a:lnTo>
                    <a:lnTo>
                      <a:pt x="411903" y="838623"/>
                    </a:lnTo>
                    <a:lnTo>
                      <a:pt x="420370" y="835660"/>
                    </a:lnTo>
                    <a:lnTo>
                      <a:pt x="422910" y="834390"/>
                    </a:lnTo>
                    <a:lnTo>
                      <a:pt x="424180" y="835660"/>
                    </a:lnTo>
                    <a:lnTo>
                      <a:pt x="421640" y="835660"/>
                    </a:lnTo>
                    <a:lnTo>
                      <a:pt x="411903" y="842433"/>
                    </a:lnTo>
                    <a:lnTo>
                      <a:pt x="397933" y="841163"/>
                    </a:lnTo>
                    <a:lnTo>
                      <a:pt x="389467" y="827193"/>
                    </a:lnTo>
                    <a:lnTo>
                      <a:pt x="388197" y="825923"/>
                    </a:lnTo>
                    <a:lnTo>
                      <a:pt x="381000" y="821690"/>
                    </a:lnTo>
                    <a:lnTo>
                      <a:pt x="365760" y="831427"/>
                    </a:lnTo>
                    <a:lnTo>
                      <a:pt x="374227" y="845397"/>
                    </a:lnTo>
                    <a:lnTo>
                      <a:pt x="376767" y="847937"/>
                    </a:lnTo>
                    <a:lnTo>
                      <a:pt x="376767" y="853863"/>
                    </a:lnTo>
                    <a:lnTo>
                      <a:pt x="364490" y="844127"/>
                    </a:lnTo>
                    <a:lnTo>
                      <a:pt x="350520" y="835660"/>
                    </a:lnTo>
                    <a:lnTo>
                      <a:pt x="336127" y="836930"/>
                    </a:lnTo>
                    <a:lnTo>
                      <a:pt x="322580" y="841163"/>
                    </a:lnTo>
                    <a:lnTo>
                      <a:pt x="308610" y="845397"/>
                    </a:lnTo>
                    <a:lnTo>
                      <a:pt x="293370" y="841163"/>
                    </a:lnTo>
                    <a:lnTo>
                      <a:pt x="284903" y="838623"/>
                    </a:lnTo>
                    <a:lnTo>
                      <a:pt x="270933" y="846667"/>
                    </a:lnTo>
                    <a:lnTo>
                      <a:pt x="256963" y="852170"/>
                    </a:lnTo>
                    <a:lnTo>
                      <a:pt x="242993" y="853863"/>
                    </a:lnTo>
                    <a:lnTo>
                      <a:pt x="241723" y="853863"/>
                    </a:lnTo>
                    <a:lnTo>
                      <a:pt x="248497" y="839893"/>
                    </a:lnTo>
                    <a:lnTo>
                      <a:pt x="234527" y="838623"/>
                    </a:lnTo>
                    <a:lnTo>
                      <a:pt x="222250" y="824653"/>
                    </a:lnTo>
                    <a:lnTo>
                      <a:pt x="208280" y="824653"/>
                    </a:lnTo>
                    <a:lnTo>
                      <a:pt x="194310" y="830157"/>
                    </a:lnTo>
                    <a:lnTo>
                      <a:pt x="191347" y="845397"/>
                    </a:lnTo>
                    <a:lnTo>
                      <a:pt x="192617" y="847937"/>
                    </a:lnTo>
                    <a:lnTo>
                      <a:pt x="202353" y="862330"/>
                    </a:lnTo>
                    <a:lnTo>
                      <a:pt x="216747" y="870373"/>
                    </a:lnTo>
                    <a:lnTo>
                      <a:pt x="220557" y="866563"/>
                    </a:lnTo>
                    <a:lnTo>
                      <a:pt x="234527" y="856403"/>
                    </a:lnTo>
                    <a:lnTo>
                      <a:pt x="235797" y="856403"/>
                    </a:lnTo>
                    <a:lnTo>
                      <a:pt x="226060" y="867833"/>
                    </a:lnTo>
                    <a:lnTo>
                      <a:pt x="215053" y="881803"/>
                    </a:lnTo>
                    <a:lnTo>
                      <a:pt x="201083" y="894080"/>
                    </a:lnTo>
                    <a:lnTo>
                      <a:pt x="187113" y="901277"/>
                    </a:lnTo>
                    <a:lnTo>
                      <a:pt x="173143" y="909743"/>
                    </a:lnTo>
                    <a:lnTo>
                      <a:pt x="159173" y="923713"/>
                    </a:lnTo>
                    <a:lnTo>
                      <a:pt x="168910" y="923713"/>
                    </a:lnTo>
                    <a:lnTo>
                      <a:pt x="182880" y="920750"/>
                    </a:lnTo>
                    <a:lnTo>
                      <a:pt x="198543" y="912283"/>
                    </a:lnTo>
                    <a:lnTo>
                      <a:pt x="212513" y="908050"/>
                    </a:lnTo>
                    <a:lnTo>
                      <a:pt x="226060" y="904240"/>
                    </a:lnTo>
                    <a:lnTo>
                      <a:pt x="241723" y="908050"/>
                    </a:lnTo>
                    <a:lnTo>
                      <a:pt x="237490" y="922020"/>
                    </a:lnTo>
                    <a:lnTo>
                      <a:pt x="249767" y="935990"/>
                    </a:lnTo>
                    <a:lnTo>
                      <a:pt x="251460" y="937683"/>
                    </a:lnTo>
                    <a:lnTo>
                      <a:pt x="238760" y="948690"/>
                    </a:lnTo>
                    <a:lnTo>
                      <a:pt x="244263" y="962660"/>
                    </a:lnTo>
                    <a:lnTo>
                      <a:pt x="258233" y="963930"/>
                    </a:lnTo>
                    <a:lnTo>
                      <a:pt x="244263" y="969433"/>
                    </a:lnTo>
                    <a:lnTo>
                      <a:pt x="240030" y="983403"/>
                    </a:lnTo>
                    <a:lnTo>
                      <a:pt x="233257" y="997373"/>
                    </a:lnTo>
                    <a:lnTo>
                      <a:pt x="218017" y="1011343"/>
                    </a:lnTo>
                    <a:lnTo>
                      <a:pt x="204047" y="1016847"/>
                    </a:lnTo>
                    <a:lnTo>
                      <a:pt x="190077" y="1024043"/>
                    </a:lnTo>
                    <a:lnTo>
                      <a:pt x="174413" y="1028277"/>
                    </a:lnTo>
                    <a:lnTo>
                      <a:pt x="160867" y="1035050"/>
                    </a:lnTo>
                    <a:lnTo>
                      <a:pt x="146897" y="1040553"/>
                    </a:lnTo>
                    <a:lnTo>
                      <a:pt x="132927" y="1049020"/>
                    </a:lnTo>
                    <a:lnTo>
                      <a:pt x="118957" y="1047750"/>
                    </a:lnTo>
                    <a:lnTo>
                      <a:pt x="114723" y="1046480"/>
                    </a:lnTo>
                    <a:lnTo>
                      <a:pt x="100753" y="1057487"/>
                    </a:lnTo>
                    <a:lnTo>
                      <a:pt x="88053" y="1071457"/>
                    </a:lnTo>
                    <a:lnTo>
                      <a:pt x="102023" y="1082463"/>
                    </a:lnTo>
                    <a:lnTo>
                      <a:pt x="95250" y="1096433"/>
                    </a:lnTo>
                    <a:lnTo>
                      <a:pt x="109220" y="1097703"/>
                    </a:lnTo>
                    <a:lnTo>
                      <a:pt x="111760" y="1097703"/>
                    </a:lnTo>
                    <a:lnTo>
                      <a:pt x="114723" y="1097703"/>
                    </a:lnTo>
                    <a:lnTo>
                      <a:pt x="121497" y="1096433"/>
                    </a:lnTo>
                    <a:lnTo>
                      <a:pt x="135467" y="1085427"/>
                    </a:lnTo>
                    <a:lnTo>
                      <a:pt x="123190" y="1099397"/>
                    </a:lnTo>
                    <a:lnTo>
                      <a:pt x="113030" y="1100667"/>
                    </a:lnTo>
                    <a:lnTo>
                      <a:pt x="99483" y="1101937"/>
                    </a:lnTo>
                    <a:lnTo>
                      <a:pt x="113030" y="1113367"/>
                    </a:lnTo>
                    <a:lnTo>
                      <a:pt x="124460" y="1113367"/>
                    </a:lnTo>
                    <a:lnTo>
                      <a:pt x="138430" y="1109133"/>
                    </a:lnTo>
                    <a:lnTo>
                      <a:pt x="152400" y="1101937"/>
                    </a:lnTo>
                    <a:lnTo>
                      <a:pt x="166370" y="1093893"/>
                    </a:lnTo>
                    <a:lnTo>
                      <a:pt x="181610" y="1092200"/>
                    </a:lnTo>
                    <a:lnTo>
                      <a:pt x="195580" y="1085427"/>
                    </a:lnTo>
                    <a:lnTo>
                      <a:pt x="195580" y="1087967"/>
                    </a:lnTo>
                    <a:lnTo>
                      <a:pt x="199813" y="1101937"/>
                    </a:lnTo>
                    <a:lnTo>
                      <a:pt x="213360" y="1101937"/>
                    </a:lnTo>
                    <a:lnTo>
                      <a:pt x="229023" y="1104900"/>
                    </a:lnTo>
                    <a:lnTo>
                      <a:pt x="231987" y="1101937"/>
                    </a:lnTo>
                    <a:lnTo>
                      <a:pt x="231987" y="1106170"/>
                    </a:lnTo>
                    <a:lnTo>
                      <a:pt x="222250" y="1110403"/>
                    </a:lnTo>
                    <a:lnTo>
                      <a:pt x="208280" y="1109133"/>
                    </a:lnTo>
                    <a:lnTo>
                      <a:pt x="215053" y="1124373"/>
                    </a:lnTo>
                    <a:lnTo>
                      <a:pt x="229023" y="1121833"/>
                    </a:lnTo>
                    <a:lnTo>
                      <a:pt x="234527" y="1121833"/>
                    </a:lnTo>
                    <a:lnTo>
                      <a:pt x="248497" y="1113367"/>
                    </a:lnTo>
                    <a:lnTo>
                      <a:pt x="259503" y="1111673"/>
                    </a:lnTo>
                    <a:lnTo>
                      <a:pt x="269663" y="1125643"/>
                    </a:lnTo>
                    <a:lnTo>
                      <a:pt x="277707" y="1135380"/>
                    </a:lnTo>
                    <a:lnTo>
                      <a:pt x="291677" y="1143847"/>
                    </a:lnTo>
                    <a:lnTo>
                      <a:pt x="301837" y="1148080"/>
                    </a:lnTo>
                    <a:lnTo>
                      <a:pt x="315383" y="1149350"/>
                    </a:lnTo>
                    <a:lnTo>
                      <a:pt x="329353" y="1149350"/>
                    </a:lnTo>
                    <a:lnTo>
                      <a:pt x="343323" y="1143847"/>
                    </a:lnTo>
                    <a:lnTo>
                      <a:pt x="356023" y="1129877"/>
                    </a:lnTo>
                    <a:lnTo>
                      <a:pt x="368300" y="1121833"/>
                    </a:lnTo>
                    <a:lnTo>
                      <a:pt x="374227" y="1124373"/>
                    </a:lnTo>
                    <a:lnTo>
                      <a:pt x="388197" y="1123103"/>
                    </a:lnTo>
                    <a:lnTo>
                      <a:pt x="402167" y="1117600"/>
                    </a:lnTo>
                    <a:lnTo>
                      <a:pt x="407670" y="1114637"/>
                    </a:lnTo>
                    <a:lnTo>
                      <a:pt x="408940" y="1111673"/>
                    </a:lnTo>
                    <a:lnTo>
                      <a:pt x="417407" y="1104900"/>
                    </a:lnTo>
                    <a:lnTo>
                      <a:pt x="431377" y="1096433"/>
                    </a:lnTo>
                    <a:lnTo>
                      <a:pt x="445347" y="1086697"/>
                    </a:lnTo>
                    <a:lnTo>
                      <a:pt x="441113" y="1092200"/>
                    </a:lnTo>
                    <a:lnTo>
                      <a:pt x="427143" y="1103630"/>
                    </a:lnTo>
                    <a:lnTo>
                      <a:pt x="415713" y="1114637"/>
                    </a:lnTo>
                    <a:lnTo>
                      <a:pt x="414443" y="1115907"/>
                    </a:lnTo>
                    <a:lnTo>
                      <a:pt x="408940" y="1123103"/>
                    </a:lnTo>
                    <a:lnTo>
                      <a:pt x="402167" y="1131570"/>
                    </a:lnTo>
                    <a:lnTo>
                      <a:pt x="390737" y="1134110"/>
                    </a:lnTo>
                    <a:lnTo>
                      <a:pt x="376767" y="1146810"/>
                    </a:lnTo>
                    <a:lnTo>
                      <a:pt x="364490" y="1160780"/>
                    </a:lnTo>
                    <a:lnTo>
                      <a:pt x="361527" y="1162050"/>
                    </a:lnTo>
                    <a:lnTo>
                      <a:pt x="361527" y="1176020"/>
                    </a:lnTo>
                    <a:lnTo>
                      <a:pt x="357293" y="1177290"/>
                    </a:lnTo>
                    <a:lnTo>
                      <a:pt x="343323" y="1178560"/>
                    </a:lnTo>
                    <a:lnTo>
                      <a:pt x="328083" y="1181523"/>
                    </a:lnTo>
                    <a:lnTo>
                      <a:pt x="314113" y="1181523"/>
                    </a:lnTo>
                    <a:lnTo>
                      <a:pt x="300143" y="1176020"/>
                    </a:lnTo>
                    <a:lnTo>
                      <a:pt x="284903" y="1176020"/>
                    </a:lnTo>
                    <a:lnTo>
                      <a:pt x="270933" y="1174750"/>
                    </a:lnTo>
                    <a:lnTo>
                      <a:pt x="265430" y="1171787"/>
                    </a:lnTo>
                    <a:lnTo>
                      <a:pt x="249767" y="1174750"/>
                    </a:lnTo>
                    <a:lnTo>
                      <a:pt x="235797" y="1176020"/>
                    </a:lnTo>
                    <a:lnTo>
                      <a:pt x="220557" y="1177290"/>
                    </a:lnTo>
                    <a:lnTo>
                      <a:pt x="206587" y="1185757"/>
                    </a:lnTo>
                    <a:lnTo>
                      <a:pt x="205317" y="1199727"/>
                    </a:lnTo>
                    <a:lnTo>
                      <a:pt x="199813" y="1205230"/>
                    </a:lnTo>
                    <a:lnTo>
                      <a:pt x="185843" y="1213697"/>
                    </a:lnTo>
                    <a:lnTo>
                      <a:pt x="171873" y="1209463"/>
                    </a:lnTo>
                    <a:lnTo>
                      <a:pt x="164677" y="1209463"/>
                    </a:lnTo>
                    <a:lnTo>
                      <a:pt x="160867" y="1223433"/>
                    </a:lnTo>
                    <a:lnTo>
                      <a:pt x="159173" y="1237403"/>
                    </a:lnTo>
                    <a:lnTo>
                      <a:pt x="150707" y="1251373"/>
                    </a:lnTo>
                    <a:lnTo>
                      <a:pt x="136737" y="1262380"/>
                    </a:lnTo>
                    <a:lnTo>
                      <a:pt x="125730" y="1276350"/>
                    </a:lnTo>
                    <a:lnTo>
                      <a:pt x="111760" y="1289050"/>
                    </a:lnTo>
                    <a:lnTo>
                      <a:pt x="97790" y="1284817"/>
                    </a:lnTo>
                    <a:lnTo>
                      <a:pt x="92287" y="1291590"/>
                    </a:lnTo>
                    <a:lnTo>
                      <a:pt x="86783" y="1305560"/>
                    </a:lnTo>
                    <a:lnTo>
                      <a:pt x="71543" y="1318260"/>
                    </a:lnTo>
                    <a:lnTo>
                      <a:pt x="57573" y="1329690"/>
                    </a:lnTo>
                    <a:lnTo>
                      <a:pt x="43603" y="1335193"/>
                    </a:lnTo>
                    <a:lnTo>
                      <a:pt x="29633" y="1337733"/>
                    </a:lnTo>
                    <a:lnTo>
                      <a:pt x="15663" y="1343237"/>
                    </a:lnTo>
                    <a:lnTo>
                      <a:pt x="0" y="1353397"/>
                    </a:lnTo>
                    <a:lnTo>
                      <a:pt x="7197" y="1366943"/>
                    </a:lnTo>
                    <a:lnTo>
                      <a:pt x="21167" y="1361440"/>
                    </a:lnTo>
                    <a:lnTo>
                      <a:pt x="35137" y="1354667"/>
                    </a:lnTo>
                    <a:lnTo>
                      <a:pt x="49107" y="1358900"/>
                    </a:lnTo>
                    <a:lnTo>
                      <a:pt x="57573" y="1372870"/>
                    </a:lnTo>
                    <a:lnTo>
                      <a:pt x="69850" y="1372870"/>
                    </a:lnTo>
                    <a:lnTo>
                      <a:pt x="78317" y="1369907"/>
                    </a:lnTo>
                    <a:lnTo>
                      <a:pt x="78317" y="1355937"/>
                    </a:lnTo>
                    <a:lnTo>
                      <a:pt x="92287" y="1349163"/>
                    </a:lnTo>
                    <a:lnTo>
                      <a:pt x="95250" y="1347470"/>
                    </a:lnTo>
                    <a:lnTo>
                      <a:pt x="109220" y="1336463"/>
                    </a:lnTo>
                    <a:lnTo>
                      <a:pt x="124460" y="1325033"/>
                    </a:lnTo>
                    <a:lnTo>
                      <a:pt x="138430" y="1322493"/>
                    </a:lnTo>
                    <a:lnTo>
                      <a:pt x="152400" y="1321223"/>
                    </a:lnTo>
                    <a:lnTo>
                      <a:pt x="166370" y="1316990"/>
                    </a:lnTo>
                    <a:lnTo>
                      <a:pt x="179917" y="1314027"/>
                    </a:lnTo>
                    <a:lnTo>
                      <a:pt x="194310" y="1308523"/>
                    </a:lnTo>
                    <a:lnTo>
                      <a:pt x="196850" y="1305560"/>
                    </a:lnTo>
                    <a:lnTo>
                      <a:pt x="199813" y="1300057"/>
                    </a:lnTo>
                    <a:lnTo>
                      <a:pt x="199813" y="1307253"/>
                    </a:lnTo>
                    <a:lnTo>
                      <a:pt x="201083" y="1309793"/>
                    </a:lnTo>
                    <a:lnTo>
                      <a:pt x="210820" y="1321223"/>
                    </a:lnTo>
                    <a:lnTo>
                      <a:pt x="224790" y="1322493"/>
                    </a:lnTo>
                    <a:lnTo>
                      <a:pt x="238760" y="1329690"/>
                    </a:lnTo>
                    <a:lnTo>
                      <a:pt x="252730" y="1337733"/>
                    </a:lnTo>
                    <a:lnTo>
                      <a:pt x="266700" y="1330960"/>
                    </a:lnTo>
                    <a:lnTo>
                      <a:pt x="279400" y="1316990"/>
                    </a:lnTo>
                    <a:lnTo>
                      <a:pt x="281940" y="1307253"/>
                    </a:lnTo>
                    <a:lnTo>
                      <a:pt x="287443" y="1291590"/>
                    </a:lnTo>
                    <a:lnTo>
                      <a:pt x="294640" y="1278043"/>
                    </a:lnTo>
                    <a:lnTo>
                      <a:pt x="295910" y="1264073"/>
                    </a:lnTo>
                    <a:lnTo>
                      <a:pt x="304377" y="1273810"/>
                    </a:lnTo>
                    <a:lnTo>
                      <a:pt x="305647" y="1273810"/>
                    </a:lnTo>
                    <a:lnTo>
                      <a:pt x="319617" y="1266613"/>
                    </a:lnTo>
                    <a:lnTo>
                      <a:pt x="333587" y="1261110"/>
                    </a:lnTo>
                    <a:lnTo>
                      <a:pt x="348827" y="1258147"/>
                    </a:lnTo>
                    <a:lnTo>
                      <a:pt x="362797" y="1255607"/>
                    </a:lnTo>
                    <a:lnTo>
                      <a:pt x="371263" y="1254337"/>
                    </a:lnTo>
                    <a:lnTo>
                      <a:pt x="385233" y="1258147"/>
                    </a:lnTo>
                    <a:lnTo>
                      <a:pt x="399203" y="1265343"/>
                    </a:lnTo>
                    <a:lnTo>
                      <a:pt x="413173" y="1272117"/>
                    </a:lnTo>
                    <a:lnTo>
                      <a:pt x="427143" y="1283547"/>
                    </a:lnTo>
                    <a:lnTo>
                      <a:pt x="432647" y="1269577"/>
                    </a:lnTo>
                    <a:lnTo>
                      <a:pt x="447887" y="1272117"/>
                    </a:lnTo>
                    <a:lnTo>
                      <a:pt x="463550" y="1272117"/>
                    </a:lnTo>
                    <a:lnTo>
                      <a:pt x="477520" y="1278043"/>
                    </a:lnTo>
                    <a:lnTo>
                      <a:pt x="489797" y="1264073"/>
                    </a:lnTo>
                    <a:lnTo>
                      <a:pt x="474557" y="1256877"/>
                    </a:lnTo>
                    <a:lnTo>
                      <a:pt x="480060" y="1256877"/>
                    </a:lnTo>
                    <a:lnTo>
                      <a:pt x="485563" y="1256877"/>
                    </a:lnTo>
                    <a:lnTo>
                      <a:pt x="499533" y="1256877"/>
                    </a:lnTo>
                    <a:lnTo>
                      <a:pt x="515197" y="1256877"/>
                    </a:lnTo>
                    <a:lnTo>
                      <a:pt x="526203" y="1254337"/>
                    </a:lnTo>
                    <a:lnTo>
                      <a:pt x="528743" y="1254337"/>
                    </a:lnTo>
                    <a:lnTo>
                      <a:pt x="543137" y="1252643"/>
                    </a:lnTo>
                    <a:lnTo>
                      <a:pt x="558377" y="1248833"/>
                    </a:lnTo>
                    <a:lnTo>
                      <a:pt x="571923" y="1242907"/>
                    </a:lnTo>
                    <a:lnTo>
                      <a:pt x="563880" y="1228937"/>
                    </a:lnTo>
                    <a:lnTo>
                      <a:pt x="579120" y="1238673"/>
                    </a:lnTo>
                    <a:lnTo>
                      <a:pt x="593090" y="1236133"/>
                    </a:lnTo>
                    <a:lnTo>
                      <a:pt x="607060" y="1242907"/>
                    </a:lnTo>
                    <a:lnTo>
                      <a:pt x="622300" y="1237403"/>
                    </a:lnTo>
                    <a:lnTo>
                      <a:pt x="629497" y="1251373"/>
                    </a:lnTo>
                    <a:lnTo>
                      <a:pt x="643467" y="1248833"/>
                    </a:lnTo>
                    <a:lnTo>
                      <a:pt x="657437" y="1245870"/>
                    </a:lnTo>
                    <a:lnTo>
                      <a:pt x="671407" y="1244600"/>
                    </a:lnTo>
                    <a:lnTo>
                      <a:pt x="686647" y="1242907"/>
                    </a:lnTo>
                    <a:lnTo>
                      <a:pt x="700617" y="1241637"/>
                    </a:lnTo>
                    <a:lnTo>
                      <a:pt x="714587" y="1238673"/>
                    </a:lnTo>
                    <a:lnTo>
                      <a:pt x="725593" y="1241637"/>
                    </a:lnTo>
                    <a:lnTo>
                      <a:pt x="739563" y="1245870"/>
                    </a:lnTo>
                    <a:lnTo>
                      <a:pt x="753533" y="1249680"/>
                    </a:lnTo>
                    <a:lnTo>
                      <a:pt x="767503" y="1252643"/>
                    </a:lnTo>
                    <a:lnTo>
                      <a:pt x="782743" y="1245870"/>
                    </a:lnTo>
                    <a:lnTo>
                      <a:pt x="796713" y="1238673"/>
                    </a:lnTo>
                    <a:lnTo>
                      <a:pt x="810683" y="1236133"/>
                    </a:lnTo>
                    <a:lnTo>
                      <a:pt x="824653" y="1233170"/>
                    </a:lnTo>
                    <a:lnTo>
                      <a:pt x="838623" y="1223433"/>
                    </a:lnTo>
                    <a:lnTo>
                      <a:pt x="852593" y="1223433"/>
                    </a:lnTo>
                    <a:lnTo>
                      <a:pt x="866563" y="1223433"/>
                    </a:lnTo>
                    <a:lnTo>
                      <a:pt x="869527" y="1208193"/>
                    </a:lnTo>
                    <a:lnTo>
                      <a:pt x="883497" y="1199727"/>
                    </a:lnTo>
                    <a:lnTo>
                      <a:pt x="897467" y="1195493"/>
                    </a:lnTo>
                    <a:lnTo>
                      <a:pt x="909743" y="1192953"/>
                    </a:lnTo>
                    <a:lnTo>
                      <a:pt x="923713" y="1178560"/>
                    </a:lnTo>
                    <a:lnTo>
                      <a:pt x="920750" y="1165013"/>
                    </a:lnTo>
                    <a:lnTo>
                      <a:pt x="918210" y="1151043"/>
                    </a:lnTo>
                    <a:lnTo>
                      <a:pt x="902970" y="1151043"/>
                    </a:lnTo>
                    <a:lnTo>
                      <a:pt x="889000" y="1152313"/>
                    </a:lnTo>
                    <a:lnTo>
                      <a:pt x="875030" y="1154853"/>
                    </a:lnTo>
                    <a:lnTo>
                      <a:pt x="859790" y="1156547"/>
                    </a:lnTo>
                    <a:lnTo>
                      <a:pt x="845820" y="1153583"/>
                    </a:lnTo>
                    <a:lnTo>
                      <a:pt x="830157" y="1148080"/>
                    </a:lnTo>
                    <a:lnTo>
                      <a:pt x="816610" y="1145540"/>
                    </a:lnTo>
                    <a:lnTo>
                      <a:pt x="824653" y="1143847"/>
                    </a:lnTo>
                    <a:lnTo>
                      <a:pt x="838623" y="1137073"/>
                    </a:lnTo>
                    <a:lnTo>
                      <a:pt x="824653" y="1134110"/>
                    </a:lnTo>
                    <a:lnTo>
                      <a:pt x="810683" y="1132840"/>
                    </a:lnTo>
                    <a:lnTo>
                      <a:pt x="796713" y="1139613"/>
                    </a:lnTo>
                    <a:lnTo>
                      <a:pt x="809413" y="1129877"/>
                    </a:lnTo>
                    <a:lnTo>
                      <a:pt x="823383" y="1127337"/>
                    </a:lnTo>
                    <a:lnTo>
                      <a:pt x="837353" y="1125643"/>
                    </a:lnTo>
                    <a:lnTo>
                      <a:pt x="838623" y="1125643"/>
                    </a:lnTo>
                    <a:lnTo>
                      <a:pt x="852593" y="1124373"/>
                    </a:lnTo>
                    <a:lnTo>
                      <a:pt x="865293" y="1110403"/>
                    </a:lnTo>
                    <a:lnTo>
                      <a:pt x="859790" y="1096433"/>
                    </a:lnTo>
                    <a:lnTo>
                      <a:pt x="845820" y="1099397"/>
                    </a:lnTo>
                    <a:lnTo>
                      <a:pt x="841163" y="1093893"/>
                    </a:lnTo>
                    <a:lnTo>
                      <a:pt x="855557" y="1093893"/>
                    </a:lnTo>
                    <a:lnTo>
                      <a:pt x="869527" y="1081193"/>
                    </a:lnTo>
                    <a:lnTo>
                      <a:pt x="883497" y="1086697"/>
                    </a:lnTo>
                    <a:lnTo>
                      <a:pt x="897467" y="1085427"/>
                    </a:lnTo>
                    <a:lnTo>
                      <a:pt x="912707" y="1075690"/>
                    </a:lnTo>
                    <a:lnTo>
                      <a:pt x="901277" y="1061720"/>
                    </a:lnTo>
                    <a:lnTo>
                      <a:pt x="890270" y="1058757"/>
                    </a:lnTo>
                    <a:lnTo>
                      <a:pt x="898737" y="1056217"/>
                    </a:lnTo>
                    <a:lnTo>
                      <a:pt x="912707" y="1054523"/>
                    </a:lnTo>
                    <a:lnTo>
                      <a:pt x="898737" y="1047750"/>
                    </a:lnTo>
                    <a:lnTo>
                      <a:pt x="912707" y="1051983"/>
                    </a:lnTo>
                    <a:lnTo>
                      <a:pt x="926677" y="1056217"/>
                    </a:lnTo>
                    <a:lnTo>
                      <a:pt x="940647" y="1042247"/>
                    </a:lnTo>
                    <a:lnTo>
                      <a:pt x="954617" y="1033780"/>
                    </a:lnTo>
                    <a:lnTo>
                      <a:pt x="960120" y="1018540"/>
                    </a:lnTo>
                    <a:lnTo>
                      <a:pt x="961390" y="1004570"/>
                    </a:lnTo>
                    <a:lnTo>
                      <a:pt x="972820" y="990600"/>
                    </a:lnTo>
                    <a:lnTo>
                      <a:pt x="978323" y="97663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0" name="Freeform 2389">
                <a:extLst>
                  <a:ext uri="{FF2B5EF4-FFF2-40B4-BE49-F238E27FC236}">
                    <a16:creationId xmlns:a16="http://schemas.microsoft.com/office/drawing/2014/main" id="{8AC72CAB-6E01-0A46-A017-D9BF2D2BE312}"/>
                  </a:ext>
                </a:extLst>
              </p:cNvPr>
              <p:cNvSpPr/>
              <p:nvPr/>
            </p:nvSpPr>
            <p:spPr>
              <a:xfrm>
                <a:off x="5743786" y="3186430"/>
                <a:ext cx="57149" cy="30480"/>
              </a:xfrm>
              <a:custGeom>
                <a:avLst/>
                <a:gdLst>
                  <a:gd name="connsiteX0" fmla="*/ 27940 w 57149"/>
                  <a:gd name="connsiteY0" fmla="*/ 0 h 30480"/>
                  <a:gd name="connsiteX1" fmla="*/ 13970 w 57149"/>
                  <a:gd name="connsiteY1" fmla="*/ 8043 h 30480"/>
                  <a:gd name="connsiteX2" fmla="*/ 0 w 57149"/>
                  <a:gd name="connsiteY2" fmla="*/ 16510 h 30480"/>
                  <a:gd name="connsiteX3" fmla="*/ 13970 w 57149"/>
                  <a:gd name="connsiteY3" fmla="*/ 22013 h 30480"/>
                  <a:gd name="connsiteX4" fmla="*/ 27940 w 57149"/>
                  <a:gd name="connsiteY4" fmla="*/ 30480 h 30480"/>
                  <a:gd name="connsiteX5" fmla="*/ 29210 w 57149"/>
                  <a:gd name="connsiteY5" fmla="*/ 30480 h 30480"/>
                  <a:gd name="connsiteX6" fmla="*/ 43180 w 57149"/>
                  <a:gd name="connsiteY6" fmla="*/ 26247 h 30480"/>
                  <a:gd name="connsiteX7" fmla="*/ 57150 w 57149"/>
                  <a:gd name="connsiteY7" fmla="*/ 12277 h 30480"/>
                  <a:gd name="connsiteX8" fmla="*/ 43180 w 57149"/>
                  <a:gd name="connsiteY8" fmla="*/ 5503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49" h="30480">
                    <a:moveTo>
                      <a:pt x="27940" y="0"/>
                    </a:moveTo>
                    <a:lnTo>
                      <a:pt x="13970" y="8043"/>
                    </a:lnTo>
                    <a:lnTo>
                      <a:pt x="0" y="16510"/>
                    </a:lnTo>
                    <a:lnTo>
                      <a:pt x="13970" y="22013"/>
                    </a:lnTo>
                    <a:lnTo>
                      <a:pt x="27940" y="30480"/>
                    </a:lnTo>
                    <a:lnTo>
                      <a:pt x="29210" y="30480"/>
                    </a:lnTo>
                    <a:lnTo>
                      <a:pt x="43180" y="26247"/>
                    </a:lnTo>
                    <a:lnTo>
                      <a:pt x="57150" y="12277"/>
                    </a:lnTo>
                    <a:lnTo>
                      <a:pt x="43180" y="550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1" name="Freeform 2390">
                <a:extLst>
                  <a:ext uri="{FF2B5EF4-FFF2-40B4-BE49-F238E27FC236}">
                    <a16:creationId xmlns:a16="http://schemas.microsoft.com/office/drawing/2014/main" id="{5AFF1EB8-5483-1D40-A22D-370503BC46CB}"/>
                  </a:ext>
                </a:extLst>
              </p:cNvPr>
              <p:cNvSpPr/>
              <p:nvPr/>
            </p:nvSpPr>
            <p:spPr>
              <a:xfrm>
                <a:off x="4962736" y="2471843"/>
                <a:ext cx="334856" cy="188383"/>
              </a:xfrm>
              <a:custGeom>
                <a:avLst/>
                <a:gdLst>
                  <a:gd name="connsiteX0" fmla="*/ 257810 w 334856"/>
                  <a:gd name="connsiteY0" fmla="*/ 188383 h 188383"/>
                  <a:gd name="connsiteX1" fmla="*/ 271780 w 334856"/>
                  <a:gd name="connsiteY1" fmla="*/ 181610 h 188383"/>
                  <a:gd name="connsiteX2" fmla="*/ 278977 w 334856"/>
                  <a:gd name="connsiteY2" fmla="*/ 167217 h 188383"/>
                  <a:gd name="connsiteX3" fmla="*/ 287443 w 334856"/>
                  <a:gd name="connsiteY3" fmla="*/ 157903 h 188383"/>
                  <a:gd name="connsiteX4" fmla="*/ 301413 w 334856"/>
                  <a:gd name="connsiteY4" fmla="*/ 157903 h 188383"/>
                  <a:gd name="connsiteX5" fmla="*/ 314960 w 334856"/>
                  <a:gd name="connsiteY5" fmla="*/ 153670 h 188383"/>
                  <a:gd name="connsiteX6" fmla="*/ 320887 w 334856"/>
                  <a:gd name="connsiteY6" fmla="*/ 138007 h 188383"/>
                  <a:gd name="connsiteX7" fmla="*/ 319193 w 334856"/>
                  <a:gd name="connsiteY7" fmla="*/ 136737 h 188383"/>
                  <a:gd name="connsiteX8" fmla="*/ 305224 w 334856"/>
                  <a:gd name="connsiteY8" fmla="*/ 136737 h 188383"/>
                  <a:gd name="connsiteX9" fmla="*/ 310727 w 334856"/>
                  <a:gd name="connsiteY9" fmla="*/ 122767 h 188383"/>
                  <a:gd name="connsiteX10" fmla="*/ 310727 w 334856"/>
                  <a:gd name="connsiteY10" fmla="*/ 117263 h 188383"/>
                  <a:gd name="connsiteX11" fmla="*/ 302683 w 334856"/>
                  <a:gd name="connsiteY11" fmla="*/ 110490 h 188383"/>
                  <a:gd name="connsiteX12" fmla="*/ 316653 w 334856"/>
                  <a:gd name="connsiteY12" fmla="*/ 110490 h 188383"/>
                  <a:gd name="connsiteX13" fmla="*/ 323427 w 334856"/>
                  <a:gd name="connsiteY13" fmla="*/ 124460 h 188383"/>
                  <a:gd name="connsiteX14" fmla="*/ 322157 w 334856"/>
                  <a:gd name="connsiteY14" fmla="*/ 138007 h 188383"/>
                  <a:gd name="connsiteX15" fmla="*/ 333163 w 334856"/>
                  <a:gd name="connsiteY15" fmla="*/ 132503 h 188383"/>
                  <a:gd name="connsiteX16" fmla="*/ 334857 w 334856"/>
                  <a:gd name="connsiteY16" fmla="*/ 117263 h 188383"/>
                  <a:gd name="connsiteX17" fmla="*/ 330624 w 334856"/>
                  <a:gd name="connsiteY17" fmla="*/ 103293 h 188383"/>
                  <a:gd name="connsiteX18" fmla="*/ 323427 w 334856"/>
                  <a:gd name="connsiteY18" fmla="*/ 89323 h 188383"/>
                  <a:gd name="connsiteX19" fmla="*/ 313690 w 334856"/>
                  <a:gd name="connsiteY19" fmla="*/ 89323 h 188383"/>
                  <a:gd name="connsiteX20" fmla="*/ 298450 w 334856"/>
                  <a:gd name="connsiteY20" fmla="*/ 89323 h 188383"/>
                  <a:gd name="connsiteX21" fmla="*/ 284480 w 334856"/>
                  <a:gd name="connsiteY21" fmla="*/ 96096 h 188383"/>
                  <a:gd name="connsiteX22" fmla="*/ 280247 w 334856"/>
                  <a:gd name="connsiteY22" fmla="*/ 93557 h 188383"/>
                  <a:gd name="connsiteX23" fmla="*/ 284480 w 334856"/>
                  <a:gd name="connsiteY23" fmla="*/ 88053 h 188383"/>
                  <a:gd name="connsiteX24" fmla="*/ 295487 w 334856"/>
                  <a:gd name="connsiteY24" fmla="*/ 82550 h 188383"/>
                  <a:gd name="connsiteX25" fmla="*/ 309457 w 334856"/>
                  <a:gd name="connsiteY25" fmla="*/ 74083 h 188383"/>
                  <a:gd name="connsiteX26" fmla="*/ 309457 w 334856"/>
                  <a:gd name="connsiteY26" fmla="*/ 66887 h 188383"/>
                  <a:gd name="connsiteX27" fmla="*/ 295487 w 334856"/>
                  <a:gd name="connsiteY27" fmla="*/ 65617 h 188383"/>
                  <a:gd name="connsiteX28" fmla="*/ 289983 w 334856"/>
                  <a:gd name="connsiteY28" fmla="*/ 51646 h 188383"/>
                  <a:gd name="connsiteX29" fmla="*/ 277707 w 334856"/>
                  <a:gd name="connsiteY29" fmla="*/ 37677 h 188383"/>
                  <a:gd name="connsiteX30" fmla="*/ 277707 w 334856"/>
                  <a:gd name="connsiteY30" fmla="*/ 27940 h 188383"/>
                  <a:gd name="connsiteX31" fmla="*/ 271780 w 334856"/>
                  <a:gd name="connsiteY31" fmla="*/ 19473 h 188383"/>
                  <a:gd name="connsiteX32" fmla="*/ 268817 w 334856"/>
                  <a:gd name="connsiteY32" fmla="*/ 5503 h 188383"/>
                  <a:gd name="connsiteX33" fmla="*/ 255270 w 334856"/>
                  <a:gd name="connsiteY33" fmla="*/ 4233 h 188383"/>
                  <a:gd name="connsiteX34" fmla="*/ 240030 w 334856"/>
                  <a:gd name="connsiteY34" fmla="*/ 1693 h 188383"/>
                  <a:gd name="connsiteX35" fmla="*/ 225637 w 334856"/>
                  <a:gd name="connsiteY35" fmla="*/ 0 h 188383"/>
                  <a:gd name="connsiteX36" fmla="*/ 211667 w 334856"/>
                  <a:gd name="connsiteY36" fmla="*/ 2963 h 188383"/>
                  <a:gd name="connsiteX37" fmla="*/ 200660 w 334856"/>
                  <a:gd name="connsiteY37" fmla="*/ 4233 h 188383"/>
                  <a:gd name="connsiteX38" fmla="*/ 186690 w 334856"/>
                  <a:gd name="connsiteY38" fmla="*/ 9737 h 188383"/>
                  <a:gd name="connsiteX39" fmla="*/ 174413 w 334856"/>
                  <a:gd name="connsiteY39" fmla="*/ 11430 h 188383"/>
                  <a:gd name="connsiteX40" fmla="*/ 172720 w 334856"/>
                  <a:gd name="connsiteY40" fmla="*/ 11430 h 188383"/>
                  <a:gd name="connsiteX41" fmla="*/ 158750 w 334856"/>
                  <a:gd name="connsiteY41" fmla="*/ 7196 h 188383"/>
                  <a:gd name="connsiteX42" fmla="*/ 157480 w 334856"/>
                  <a:gd name="connsiteY42" fmla="*/ 13970 h 188383"/>
                  <a:gd name="connsiteX43" fmla="*/ 147743 w 334856"/>
                  <a:gd name="connsiteY43" fmla="*/ 27940 h 188383"/>
                  <a:gd name="connsiteX44" fmla="*/ 133773 w 334856"/>
                  <a:gd name="connsiteY44" fmla="*/ 29210 h 188383"/>
                  <a:gd name="connsiteX45" fmla="*/ 121497 w 334856"/>
                  <a:gd name="connsiteY45" fmla="*/ 29210 h 188383"/>
                  <a:gd name="connsiteX46" fmla="*/ 121497 w 334856"/>
                  <a:gd name="connsiteY46" fmla="*/ 26670 h 188383"/>
                  <a:gd name="connsiteX47" fmla="*/ 119803 w 334856"/>
                  <a:gd name="connsiteY47" fmla="*/ 26670 h 188383"/>
                  <a:gd name="connsiteX48" fmla="*/ 105833 w 334856"/>
                  <a:gd name="connsiteY48" fmla="*/ 32173 h 188383"/>
                  <a:gd name="connsiteX49" fmla="*/ 102870 w 334856"/>
                  <a:gd name="connsiteY49" fmla="*/ 37677 h 188383"/>
                  <a:gd name="connsiteX50" fmla="*/ 100330 w 334856"/>
                  <a:gd name="connsiteY50" fmla="*/ 41910 h 188383"/>
                  <a:gd name="connsiteX51" fmla="*/ 99060 w 334856"/>
                  <a:gd name="connsiteY51" fmla="*/ 46143 h 188383"/>
                  <a:gd name="connsiteX52" fmla="*/ 91863 w 334856"/>
                  <a:gd name="connsiteY52" fmla="*/ 60113 h 188383"/>
                  <a:gd name="connsiteX53" fmla="*/ 89323 w 334856"/>
                  <a:gd name="connsiteY53" fmla="*/ 62653 h 188383"/>
                  <a:gd name="connsiteX54" fmla="*/ 89323 w 334856"/>
                  <a:gd name="connsiteY54" fmla="*/ 64346 h 188383"/>
                  <a:gd name="connsiteX55" fmla="*/ 87630 w 334856"/>
                  <a:gd name="connsiteY55" fmla="*/ 64346 h 188383"/>
                  <a:gd name="connsiteX56" fmla="*/ 80857 w 334856"/>
                  <a:gd name="connsiteY56" fmla="*/ 68580 h 188383"/>
                  <a:gd name="connsiteX57" fmla="*/ 65617 w 334856"/>
                  <a:gd name="connsiteY57" fmla="*/ 76623 h 188383"/>
                  <a:gd name="connsiteX58" fmla="*/ 51647 w 334856"/>
                  <a:gd name="connsiteY58" fmla="*/ 85090 h 188383"/>
                  <a:gd name="connsiteX59" fmla="*/ 37677 w 334856"/>
                  <a:gd name="connsiteY59" fmla="*/ 83820 h 188383"/>
                  <a:gd name="connsiteX60" fmla="*/ 51647 w 334856"/>
                  <a:gd name="connsiteY60" fmla="*/ 97790 h 188383"/>
                  <a:gd name="connsiteX61" fmla="*/ 55880 w 334856"/>
                  <a:gd name="connsiteY61" fmla="*/ 99060 h 188383"/>
                  <a:gd name="connsiteX62" fmla="*/ 41487 w 334856"/>
                  <a:gd name="connsiteY62" fmla="*/ 106257 h 188383"/>
                  <a:gd name="connsiteX63" fmla="*/ 38947 w 334856"/>
                  <a:gd name="connsiteY63" fmla="*/ 108796 h 188383"/>
                  <a:gd name="connsiteX64" fmla="*/ 24977 w 334856"/>
                  <a:gd name="connsiteY64" fmla="*/ 111760 h 188383"/>
                  <a:gd name="connsiteX65" fmla="*/ 11007 w 334856"/>
                  <a:gd name="connsiteY65" fmla="*/ 118533 h 188383"/>
                  <a:gd name="connsiteX66" fmla="*/ 5503 w 334856"/>
                  <a:gd name="connsiteY66" fmla="*/ 119803 h 188383"/>
                  <a:gd name="connsiteX67" fmla="*/ 0 w 334856"/>
                  <a:gd name="connsiteY67" fmla="*/ 128270 h 188383"/>
                  <a:gd name="connsiteX68" fmla="*/ 2540 w 334856"/>
                  <a:gd name="connsiteY68" fmla="*/ 131233 h 188383"/>
                  <a:gd name="connsiteX69" fmla="*/ 16510 w 334856"/>
                  <a:gd name="connsiteY69" fmla="*/ 142240 h 188383"/>
                  <a:gd name="connsiteX70" fmla="*/ 22013 w 334856"/>
                  <a:gd name="connsiteY70" fmla="*/ 147743 h 188383"/>
                  <a:gd name="connsiteX71" fmla="*/ 29210 w 334856"/>
                  <a:gd name="connsiteY71" fmla="*/ 149437 h 188383"/>
                  <a:gd name="connsiteX72" fmla="*/ 34713 w 334856"/>
                  <a:gd name="connsiteY72" fmla="*/ 164677 h 188383"/>
                  <a:gd name="connsiteX73" fmla="*/ 48683 w 334856"/>
                  <a:gd name="connsiteY73" fmla="*/ 164677 h 188383"/>
                  <a:gd name="connsiteX74" fmla="*/ 49953 w 334856"/>
                  <a:gd name="connsiteY74" fmla="*/ 163407 h 188383"/>
                  <a:gd name="connsiteX75" fmla="*/ 52917 w 334856"/>
                  <a:gd name="connsiteY75" fmla="*/ 167217 h 188383"/>
                  <a:gd name="connsiteX76" fmla="*/ 66887 w 334856"/>
                  <a:gd name="connsiteY76" fmla="*/ 175683 h 188383"/>
                  <a:gd name="connsiteX77" fmla="*/ 80857 w 334856"/>
                  <a:gd name="connsiteY77" fmla="*/ 173143 h 188383"/>
                  <a:gd name="connsiteX78" fmla="*/ 83397 w 334856"/>
                  <a:gd name="connsiteY78" fmla="*/ 174413 h 188383"/>
                  <a:gd name="connsiteX79" fmla="*/ 93133 w 334856"/>
                  <a:gd name="connsiteY79" fmla="*/ 177377 h 188383"/>
                  <a:gd name="connsiteX80" fmla="*/ 97367 w 334856"/>
                  <a:gd name="connsiteY80" fmla="*/ 178646 h 188383"/>
                  <a:gd name="connsiteX81" fmla="*/ 96097 w 334856"/>
                  <a:gd name="connsiteY81" fmla="*/ 175683 h 188383"/>
                  <a:gd name="connsiteX82" fmla="*/ 100330 w 334856"/>
                  <a:gd name="connsiteY82" fmla="*/ 173143 h 188383"/>
                  <a:gd name="connsiteX83" fmla="*/ 104563 w 334856"/>
                  <a:gd name="connsiteY83" fmla="*/ 171450 h 188383"/>
                  <a:gd name="connsiteX84" fmla="*/ 107103 w 334856"/>
                  <a:gd name="connsiteY84" fmla="*/ 168910 h 188383"/>
                  <a:gd name="connsiteX85" fmla="*/ 119803 w 334856"/>
                  <a:gd name="connsiteY85" fmla="*/ 154940 h 188383"/>
                  <a:gd name="connsiteX86" fmla="*/ 114300 w 334856"/>
                  <a:gd name="connsiteY86" fmla="*/ 146473 h 188383"/>
                  <a:gd name="connsiteX87" fmla="*/ 115570 w 334856"/>
                  <a:gd name="connsiteY87" fmla="*/ 142240 h 188383"/>
                  <a:gd name="connsiteX88" fmla="*/ 129540 w 334856"/>
                  <a:gd name="connsiteY88" fmla="*/ 135467 h 188383"/>
                  <a:gd name="connsiteX89" fmla="*/ 144780 w 334856"/>
                  <a:gd name="connsiteY89" fmla="*/ 132503 h 188383"/>
                  <a:gd name="connsiteX90" fmla="*/ 156210 w 334856"/>
                  <a:gd name="connsiteY90" fmla="*/ 143933 h 188383"/>
                  <a:gd name="connsiteX91" fmla="*/ 156210 w 334856"/>
                  <a:gd name="connsiteY91" fmla="*/ 153670 h 188383"/>
                  <a:gd name="connsiteX92" fmla="*/ 170180 w 334856"/>
                  <a:gd name="connsiteY92" fmla="*/ 167217 h 188383"/>
                  <a:gd name="connsiteX93" fmla="*/ 179917 w 334856"/>
                  <a:gd name="connsiteY93" fmla="*/ 167217 h 188383"/>
                  <a:gd name="connsiteX94" fmla="*/ 178647 w 334856"/>
                  <a:gd name="connsiteY94" fmla="*/ 181610 h 188383"/>
                  <a:gd name="connsiteX95" fmla="*/ 184150 w 334856"/>
                  <a:gd name="connsiteY95" fmla="*/ 188383 h 188383"/>
                  <a:gd name="connsiteX96" fmla="*/ 197697 w 334856"/>
                  <a:gd name="connsiteY96" fmla="*/ 187113 h 188383"/>
                  <a:gd name="connsiteX97" fmla="*/ 211667 w 334856"/>
                  <a:gd name="connsiteY97" fmla="*/ 185420 h 188383"/>
                  <a:gd name="connsiteX98" fmla="*/ 213360 w 334856"/>
                  <a:gd name="connsiteY98" fmla="*/ 185420 h 188383"/>
                  <a:gd name="connsiteX99" fmla="*/ 217593 w 334856"/>
                  <a:gd name="connsiteY99" fmla="*/ 177377 h 188383"/>
                  <a:gd name="connsiteX100" fmla="*/ 227330 w 334856"/>
                  <a:gd name="connsiteY100" fmla="*/ 179917 h 188383"/>
                  <a:gd name="connsiteX101" fmla="*/ 229870 w 334856"/>
                  <a:gd name="connsiteY101" fmla="*/ 179917 h 188383"/>
                  <a:gd name="connsiteX102" fmla="*/ 243840 w 334856"/>
                  <a:gd name="connsiteY102" fmla="*/ 185420 h 18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334856" h="188383">
                    <a:moveTo>
                      <a:pt x="257810" y="188383"/>
                    </a:moveTo>
                    <a:lnTo>
                      <a:pt x="271780" y="181610"/>
                    </a:lnTo>
                    <a:lnTo>
                      <a:pt x="278977" y="167217"/>
                    </a:lnTo>
                    <a:lnTo>
                      <a:pt x="287443" y="157903"/>
                    </a:lnTo>
                    <a:lnTo>
                      <a:pt x="301413" y="157903"/>
                    </a:lnTo>
                    <a:lnTo>
                      <a:pt x="314960" y="153670"/>
                    </a:lnTo>
                    <a:lnTo>
                      <a:pt x="320887" y="138007"/>
                    </a:lnTo>
                    <a:lnTo>
                      <a:pt x="319193" y="136737"/>
                    </a:lnTo>
                    <a:lnTo>
                      <a:pt x="305224" y="136737"/>
                    </a:lnTo>
                    <a:lnTo>
                      <a:pt x="310727" y="122767"/>
                    </a:lnTo>
                    <a:lnTo>
                      <a:pt x="310727" y="117263"/>
                    </a:lnTo>
                    <a:lnTo>
                      <a:pt x="302683" y="110490"/>
                    </a:lnTo>
                    <a:lnTo>
                      <a:pt x="316653" y="110490"/>
                    </a:lnTo>
                    <a:lnTo>
                      <a:pt x="323427" y="124460"/>
                    </a:lnTo>
                    <a:lnTo>
                      <a:pt x="322157" y="138007"/>
                    </a:lnTo>
                    <a:lnTo>
                      <a:pt x="333163" y="132503"/>
                    </a:lnTo>
                    <a:lnTo>
                      <a:pt x="334857" y="117263"/>
                    </a:lnTo>
                    <a:lnTo>
                      <a:pt x="330624" y="103293"/>
                    </a:lnTo>
                    <a:lnTo>
                      <a:pt x="323427" y="89323"/>
                    </a:lnTo>
                    <a:lnTo>
                      <a:pt x="313690" y="89323"/>
                    </a:lnTo>
                    <a:lnTo>
                      <a:pt x="298450" y="89323"/>
                    </a:lnTo>
                    <a:lnTo>
                      <a:pt x="284480" y="96096"/>
                    </a:lnTo>
                    <a:lnTo>
                      <a:pt x="280247" y="93557"/>
                    </a:lnTo>
                    <a:lnTo>
                      <a:pt x="284480" y="88053"/>
                    </a:lnTo>
                    <a:lnTo>
                      <a:pt x="295487" y="82550"/>
                    </a:lnTo>
                    <a:lnTo>
                      <a:pt x="309457" y="74083"/>
                    </a:lnTo>
                    <a:lnTo>
                      <a:pt x="309457" y="66887"/>
                    </a:lnTo>
                    <a:lnTo>
                      <a:pt x="295487" y="65617"/>
                    </a:lnTo>
                    <a:lnTo>
                      <a:pt x="289983" y="51646"/>
                    </a:lnTo>
                    <a:lnTo>
                      <a:pt x="277707" y="37677"/>
                    </a:lnTo>
                    <a:lnTo>
                      <a:pt x="277707" y="27940"/>
                    </a:lnTo>
                    <a:lnTo>
                      <a:pt x="271780" y="19473"/>
                    </a:lnTo>
                    <a:lnTo>
                      <a:pt x="268817" y="5503"/>
                    </a:lnTo>
                    <a:lnTo>
                      <a:pt x="255270" y="4233"/>
                    </a:lnTo>
                    <a:lnTo>
                      <a:pt x="240030" y="1693"/>
                    </a:lnTo>
                    <a:lnTo>
                      <a:pt x="225637" y="0"/>
                    </a:lnTo>
                    <a:lnTo>
                      <a:pt x="211667" y="2963"/>
                    </a:lnTo>
                    <a:lnTo>
                      <a:pt x="200660" y="4233"/>
                    </a:lnTo>
                    <a:lnTo>
                      <a:pt x="186690" y="9737"/>
                    </a:lnTo>
                    <a:lnTo>
                      <a:pt x="174413" y="11430"/>
                    </a:lnTo>
                    <a:lnTo>
                      <a:pt x="172720" y="11430"/>
                    </a:lnTo>
                    <a:lnTo>
                      <a:pt x="158750" y="7196"/>
                    </a:lnTo>
                    <a:lnTo>
                      <a:pt x="157480" y="13970"/>
                    </a:lnTo>
                    <a:lnTo>
                      <a:pt x="147743" y="27940"/>
                    </a:lnTo>
                    <a:lnTo>
                      <a:pt x="133773" y="29210"/>
                    </a:lnTo>
                    <a:lnTo>
                      <a:pt x="121497" y="29210"/>
                    </a:lnTo>
                    <a:lnTo>
                      <a:pt x="121497" y="26670"/>
                    </a:lnTo>
                    <a:lnTo>
                      <a:pt x="119803" y="26670"/>
                    </a:lnTo>
                    <a:lnTo>
                      <a:pt x="105833" y="32173"/>
                    </a:lnTo>
                    <a:lnTo>
                      <a:pt x="102870" y="37677"/>
                    </a:lnTo>
                    <a:lnTo>
                      <a:pt x="100330" y="41910"/>
                    </a:lnTo>
                    <a:lnTo>
                      <a:pt x="99060" y="46143"/>
                    </a:lnTo>
                    <a:lnTo>
                      <a:pt x="91863" y="60113"/>
                    </a:lnTo>
                    <a:lnTo>
                      <a:pt x="89323" y="62653"/>
                    </a:lnTo>
                    <a:lnTo>
                      <a:pt x="89323" y="64346"/>
                    </a:lnTo>
                    <a:lnTo>
                      <a:pt x="87630" y="64346"/>
                    </a:lnTo>
                    <a:lnTo>
                      <a:pt x="80857" y="68580"/>
                    </a:lnTo>
                    <a:lnTo>
                      <a:pt x="65617" y="76623"/>
                    </a:lnTo>
                    <a:lnTo>
                      <a:pt x="51647" y="85090"/>
                    </a:lnTo>
                    <a:lnTo>
                      <a:pt x="37677" y="83820"/>
                    </a:lnTo>
                    <a:lnTo>
                      <a:pt x="51647" y="97790"/>
                    </a:lnTo>
                    <a:lnTo>
                      <a:pt x="55880" y="99060"/>
                    </a:lnTo>
                    <a:lnTo>
                      <a:pt x="41487" y="106257"/>
                    </a:lnTo>
                    <a:lnTo>
                      <a:pt x="38947" y="108796"/>
                    </a:lnTo>
                    <a:lnTo>
                      <a:pt x="24977" y="111760"/>
                    </a:lnTo>
                    <a:lnTo>
                      <a:pt x="11007" y="118533"/>
                    </a:lnTo>
                    <a:lnTo>
                      <a:pt x="5503" y="119803"/>
                    </a:lnTo>
                    <a:lnTo>
                      <a:pt x="0" y="128270"/>
                    </a:lnTo>
                    <a:lnTo>
                      <a:pt x="2540" y="131233"/>
                    </a:lnTo>
                    <a:lnTo>
                      <a:pt x="16510" y="142240"/>
                    </a:lnTo>
                    <a:lnTo>
                      <a:pt x="22013" y="147743"/>
                    </a:lnTo>
                    <a:lnTo>
                      <a:pt x="29210" y="149437"/>
                    </a:lnTo>
                    <a:lnTo>
                      <a:pt x="34713" y="164677"/>
                    </a:lnTo>
                    <a:lnTo>
                      <a:pt x="48683" y="164677"/>
                    </a:lnTo>
                    <a:lnTo>
                      <a:pt x="49953" y="163407"/>
                    </a:lnTo>
                    <a:lnTo>
                      <a:pt x="52917" y="167217"/>
                    </a:lnTo>
                    <a:lnTo>
                      <a:pt x="66887" y="175683"/>
                    </a:lnTo>
                    <a:lnTo>
                      <a:pt x="80857" y="173143"/>
                    </a:lnTo>
                    <a:lnTo>
                      <a:pt x="83397" y="174413"/>
                    </a:lnTo>
                    <a:lnTo>
                      <a:pt x="93133" y="177377"/>
                    </a:lnTo>
                    <a:lnTo>
                      <a:pt x="97367" y="178646"/>
                    </a:lnTo>
                    <a:lnTo>
                      <a:pt x="96097" y="175683"/>
                    </a:lnTo>
                    <a:lnTo>
                      <a:pt x="100330" y="173143"/>
                    </a:lnTo>
                    <a:lnTo>
                      <a:pt x="104563" y="171450"/>
                    </a:lnTo>
                    <a:lnTo>
                      <a:pt x="107103" y="168910"/>
                    </a:lnTo>
                    <a:lnTo>
                      <a:pt x="119803" y="154940"/>
                    </a:lnTo>
                    <a:lnTo>
                      <a:pt x="114300" y="146473"/>
                    </a:lnTo>
                    <a:lnTo>
                      <a:pt x="115570" y="142240"/>
                    </a:lnTo>
                    <a:lnTo>
                      <a:pt x="129540" y="135467"/>
                    </a:lnTo>
                    <a:lnTo>
                      <a:pt x="144780" y="132503"/>
                    </a:lnTo>
                    <a:lnTo>
                      <a:pt x="156210" y="143933"/>
                    </a:lnTo>
                    <a:lnTo>
                      <a:pt x="156210" y="153670"/>
                    </a:lnTo>
                    <a:lnTo>
                      <a:pt x="170180" y="167217"/>
                    </a:lnTo>
                    <a:lnTo>
                      <a:pt x="179917" y="167217"/>
                    </a:lnTo>
                    <a:lnTo>
                      <a:pt x="178647" y="181610"/>
                    </a:lnTo>
                    <a:lnTo>
                      <a:pt x="184150" y="188383"/>
                    </a:lnTo>
                    <a:lnTo>
                      <a:pt x="197697" y="187113"/>
                    </a:lnTo>
                    <a:lnTo>
                      <a:pt x="211667" y="185420"/>
                    </a:lnTo>
                    <a:lnTo>
                      <a:pt x="213360" y="185420"/>
                    </a:lnTo>
                    <a:lnTo>
                      <a:pt x="217593" y="177377"/>
                    </a:lnTo>
                    <a:lnTo>
                      <a:pt x="227330" y="179917"/>
                    </a:lnTo>
                    <a:lnTo>
                      <a:pt x="229870" y="179917"/>
                    </a:lnTo>
                    <a:lnTo>
                      <a:pt x="243840" y="18542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2" name="Freeform 2391">
                <a:extLst>
                  <a:ext uri="{FF2B5EF4-FFF2-40B4-BE49-F238E27FC236}">
                    <a16:creationId xmlns:a16="http://schemas.microsoft.com/office/drawing/2014/main" id="{566CD302-35C9-BE40-90E3-D57639B7AB94}"/>
                  </a:ext>
                </a:extLst>
              </p:cNvPr>
              <p:cNvSpPr/>
              <p:nvPr/>
            </p:nvSpPr>
            <p:spPr>
              <a:xfrm>
                <a:off x="5102013" y="2134446"/>
                <a:ext cx="29209" cy="44450"/>
              </a:xfrm>
              <a:custGeom>
                <a:avLst/>
                <a:gdLst>
                  <a:gd name="connsiteX0" fmla="*/ 21167 w 29209"/>
                  <a:gd name="connsiteY0" fmla="*/ 44450 h 44450"/>
                  <a:gd name="connsiteX1" fmla="*/ 23707 w 29209"/>
                  <a:gd name="connsiteY1" fmla="*/ 41910 h 44450"/>
                  <a:gd name="connsiteX2" fmla="*/ 9737 w 29209"/>
                  <a:gd name="connsiteY2" fmla="*/ 37677 h 44450"/>
                  <a:gd name="connsiteX3" fmla="*/ 13970 w 29209"/>
                  <a:gd name="connsiteY3" fmla="*/ 23707 h 44450"/>
                  <a:gd name="connsiteX4" fmla="*/ 29210 w 29209"/>
                  <a:gd name="connsiteY4" fmla="*/ 13970 h 44450"/>
                  <a:gd name="connsiteX5" fmla="*/ 16933 w 29209"/>
                  <a:gd name="connsiteY5" fmla="*/ 0 h 44450"/>
                  <a:gd name="connsiteX6" fmla="*/ 2963 w 29209"/>
                  <a:gd name="connsiteY6" fmla="*/ 1270 h 44450"/>
                  <a:gd name="connsiteX7" fmla="*/ 1693 w 29209"/>
                  <a:gd name="connsiteY7" fmla="*/ 15240 h 44450"/>
                  <a:gd name="connsiteX8" fmla="*/ 0 w 29209"/>
                  <a:gd name="connsiteY8" fmla="*/ 30480 h 44450"/>
                  <a:gd name="connsiteX9" fmla="*/ 7197 w 29209"/>
                  <a:gd name="connsiteY9" fmla="*/ 44450 h 4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209" h="44450">
                    <a:moveTo>
                      <a:pt x="21167" y="44450"/>
                    </a:moveTo>
                    <a:lnTo>
                      <a:pt x="23707" y="41910"/>
                    </a:lnTo>
                    <a:lnTo>
                      <a:pt x="9737" y="37677"/>
                    </a:lnTo>
                    <a:lnTo>
                      <a:pt x="13970" y="23707"/>
                    </a:lnTo>
                    <a:lnTo>
                      <a:pt x="29210" y="13970"/>
                    </a:lnTo>
                    <a:lnTo>
                      <a:pt x="16933" y="0"/>
                    </a:lnTo>
                    <a:lnTo>
                      <a:pt x="2963" y="1270"/>
                    </a:lnTo>
                    <a:lnTo>
                      <a:pt x="1693" y="15240"/>
                    </a:lnTo>
                    <a:lnTo>
                      <a:pt x="0" y="30480"/>
                    </a:lnTo>
                    <a:lnTo>
                      <a:pt x="7197" y="4445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3" name="Freeform 2392">
                <a:extLst>
                  <a:ext uri="{FF2B5EF4-FFF2-40B4-BE49-F238E27FC236}">
                    <a16:creationId xmlns:a16="http://schemas.microsoft.com/office/drawing/2014/main" id="{5CBB5F5B-819E-5A46-8BAE-9E70B001C1A5}"/>
                  </a:ext>
                </a:extLst>
              </p:cNvPr>
              <p:cNvSpPr/>
              <p:nvPr/>
            </p:nvSpPr>
            <p:spPr>
              <a:xfrm>
                <a:off x="5102013" y="2088303"/>
                <a:ext cx="46143" cy="27940"/>
              </a:xfrm>
              <a:custGeom>
                <a:avLst/>
                <a:gdLst>
                  <a:gd name="connsiteX0" fmla="*/ 27940 w 46143"/>
                  <a:gd name="connsiteY0" fmla="*/ 27940 h 27940"/>
                  <a:gd name="connsiteX1" fmla="*/ 27940 w 46143"/>
                  <a:gd name="connsiteY1" fmla="*/ 18203 h 27940"/>
                  <a:gd name="connsiteX2" fmla="*/ 41910 w 46143"/>
                  <a:gd name="connsiteY2" fmla="*/ 18203 h 27940"/>
                  <a:gd name="connsiteX3" fmla="*/ 46143 w 46143"/>
                  <a:gd name="connsiteY3" fmla="*/ 4233 h 27940"/>
                  <a:gd name="connsiteX4" fmla="*/ 32173 w 46143"/>
                  <a:gd name="connsiteY4" fmla="*/ 0 h 27940"/>
                  <a:gd name="connsiteX5" fmla="*/ 16933 w 46143"/>
                  <a:gd name="connsiteY5" fmla="*/ 2540 h 27940"/>
                  <a:gd name="connsiteX6" fmla="*/ 2963 w 46143"/>
                  <a:gd name="connsiteY6" fmla="*/ 4233 h 27940"/>
                  <a:gd name="connsiteX7" fmla="*/ 0 w 46143"/>
                  <a:gd name="connsiteY7" fmla="*/ 18203 h 27940"/>
                  <a:gd name="connsiteX8" fmla="*/ 13970 w 46143"/>
                  <a:gd name="connsiteY8" fmla="*/ 19473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143" h="27940">
                    <a:moveTo>
                      <a:pt x="27940" y="27940"/>
                    </a:moveTo>
                    <a:lnTo>
                      <a:pt x="27940" y="18203"/>
                    </a:lnTo>
                    <a:lnTo>
                      <a:pt x="41910" y="18203"/>
                    </a:lnTo>
                    <a:lnTo>
                      <a:pt x="46143" y="4233"/>
                    </a:lnTo>
                    <a:lnTo>
                      <a:pt x="32173" y="0"/>
                    </a:lnTo>
                    <a:lnTo>
                      <a:pt x="16933" y="2540"/>
                    </a:lnTo>
                    <a:lnTo>
                      <a:pt x="2963" y="4233"/>
                    </a:lnTo>
                    <a:lnTo>
                      <a:pt x="0" y="18203"/>
                    </a:lnTo>
                    <a:lnTo>
                      <a:pt x="13970" y="1947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4" name="Freeform 2393">
                <a:extLst>
                  <a:ext uri="{FF2B5EF4-FFF2-40B4-BE49-F238E27FC236}">
                    <a16:creationId xmlns:a16="http://schemas.microsoft.com/office/drawing/2014/main" id="{25DA6B62-EBCC-4946-9810-A2B35C08E805}"/>
                  </a:ext>
                </a:extLst>
              </p:cNvPr>
              <p:cNvSpPr/>
              <p:nvPr/>
            </p:nvSpPr>
            <p:spPr>
              <a:xfrm>
                <a:off x="5109209" y="2119206"/>
                <a:ext cx="13970" cy="12276"/>
              </a:xfrm>
              <a:custGeom>
                <a:avLst/>
                <a:gdLst>
                  <a:gd name="connsiteX0" fmla="*/ 13970 w 13970"/>
                  <a:gd name="connsiteY0" fmla="*/ 12277 h 12276"/>
                  <a:gd name="connsiteX1" fmla="*/ 13970 w 13970"/>
                  <a:gd name="connsiteY1" fmla="*/ 0 h 12276"/>
                  <a:gd name="connsiteX2" fmla="*/ 0 w 13970"/>
                  <a:gd name="connsiteY2" fmla="*/ 5503 h 12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12276">
                    <a:moveTo>
                      <a:pt x="13970" y="12277"/>
                    </a:moveTo>
                    <a:lnTo>
                      <a:pt x="13970" y="0"/>
                    </a:lnTo>
                    <a:lnTo>
                      <a:pt x="0" y="550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5" name="Freeform 2394">
                <a:extLst>
                  <a:ext uri="{FF2B5EF4-FFF2-40B4-BE49-F238E27FC236}">
                    <a16:creationId xmlns:a16="http://schemas.microsoft.com/office/drawing/2014/main" id="{43088B35-8E89-D541-91E1-6CC6E50C71DF}"/>
                  </a:ext>
                </a:extLst>
              </p:cNvPr>
              <p:cNvSpPr/>
              <p:nvPr/>
            </p:nvSpPr>
            <p:spPr>
              <a:xfrm>
                <a:off x="5152390" y="2268219"/>
                <a:ext cx="20743" cy="13969"/>
              </a:xfrm>
              <a:custGeom>
                <a:avLst/>
                <a:gdLst>
                  <a:gd name="connsiteX0" fmla="*/ 20743 w 20743"/>
                  <a:gd name="connsiteY0" fmla="*/ 0 h 13969"/>
                  <a:gd name="connsiteX1" fmla="*/ 7197 w 20743"/>
                  <a:gd name="connsiteY1" fmla="*/ 0 h 13969"/>
                  <a:gd name="connsiteX2" fmla="*/ 0 w 20743"/>
                  <a:gd name="connsiteY2" fmla="*/ 13970 h 13969"/>
                  <a:gd name="connsiteX3" fmla="*/ 7197 w 20743"/>
                  <a:gd name="connsiteY3" fmla="*/ 6773 h 13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43" h="13969">
                    <a:moveTo>
                      <a:pt x="20743" y="0"/>
                    </a:moveTo>
                    <a:lnTo>
                      <a:pt x="7197" y="0"/>
                    </a:lnTo>
                    <a:lnTo>
                      <a:pt x="0" y="13970"/>
                    </a:lnTo>
                    <a:lnTo>
                      <a:pt x="7197" y="677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6" name="Freeform 2395">
                <a:extLst>
                  <a:ext uri="{FF2B5EF4-FFF2-40B4-BE49-F238E27FC236}">
                    <a16:creationId xmlns:a16="http://schemas.microsoft.com/office/drawing/2014/main" id="{7A264FE5-B1CE-EC4C-B1FF-91B6585C174F}"/>
                  </a:ext>
                </a:extLst>
              </p:cNvPr>
              <p:cNvSpPr/>
              <p:nvPr/>
            </p:nvSpPr>
            <p:spPr>
              <a:xfrm>
                <a:off x="5153659" y="1958340"/>
                <a:ext cx="122766" cy="123190"/>
              </a:xfrm>
              <a:custGeom>
                <a:avLst/>
                <a:gdLst>
                  <a:gd name="connsiteX0" fmla="*/ 0 w 122766"/>
                  <a:gd name="connsiteY0" fmla="*/ 110490 h 123190"/>
                  <a:gd name="connsiteX1" fmla="*/ 13970 w 122766"/>
                  <a:gd name="connsiteY1" fmla="*/ 123190 h 123190"/>
                  <a:gd name="connsiteX2" fmla="*/ 27940 w 122766"/>
                  <a:gd name="connsiteY2" fmla="*/ 113030 h 123190"/>
                  <a:gd name="connsiteX3" fmla="*/ 36407 w 122766"/>
                  <a:gd name="connsiteY3" fmla="*/ 99060 h 123190"/>
                  <a:gd name="connsiteX4" fmla="*/ 50377 w 122766"/>
                  <a:gd name="connsiteY4" fmla="*/ 89323 h 123190"/>
                  <a:gd name="connsiteX5" fmla="*/ 50377 w 122766"/>
                  <a:gd name="connsiteY5" fmla="*/ 82550 h 123190"/>
                  <a:gd name="connsiteX6" fmla="*/ 64347 w 122766"/>
                  <a:gd name="connsiteY6" fmla="*/ 93557 h 123190"/>
                  <a:gd name="connsiteX7" fmla="*/ 68580 w 122766"/>
                  <a:gd name="connsiteY7" fmla="*/ 93557 h 123190"/>
                  <a:gd name="connsiteX8" fmla="*/ 75353 w 122766"/>
                  <a:gd name="connsiteY8" fmla="*/ 79587 h 123190"/>
                  <a:gd name="connsiteX9" fmla="*/ 89323 w 122766"/>
                  <a:gd name="connsiteY9" fmla="*/ 77047 h 123190"/>
                  <a:gd name="connsiteX10" fmla="*/ 88053 w 122766"/>
                  <a:gd name="connsiteY10" fmla="*/ 63077 h 123190"/>
                  <a:gd name="connsiteX11" fmla="*/ 72813 w 122766"/>
                  <a:gd name="connsiteY11" fmla="*/ 64347 h 123190"/>
                  <a:gd name="connsiteX12" fmla="*/ 88053 w 122766"/>
                  <a:gd name="connsiteY12" fmla="*/ 60113 h 123190"/>
                  <a:gd name="connsiteX13" fmla="*/ 102023 w 122766"/>
                  <a:gd name="connsiteY13" fmla="*/ 49107 h 123190"/>
                  <a:gd name="connsiteX14" fmla="*/ 115993 w 122766"/>
                  <a:gd name="connsiteY14" fmla="*/ 40640 h 123190"/>
                  <a:gd name="connsiteX15" fmla="*/ 102023 w 122766"/>
                  <a:gd name="connsiteY15" fmla="*/ 37677 h 123190"/>
                  <a:gd name="connsiteX16" fmla="*/ 115993 w 122766"/>
                  <a:gd name="connsiteY16" fmla="*/ 27940 h 123190"/>
                  <a:gd name="connsiteX17" fmla="*/ 122767 w 122766"/>
                  <a:gd name="connsiteY17" fmla="*/ 13970 h 123190"/>
                  <a:gd name="connsiteX18" fmla="*/ 113030 w 122766"/>
                  <a:gd name="connsiteY18" fmla="*/ 0 h 123190"/>
                  <a:gd name="connsiteX19" fmla="*/ 99060 w 122766"/>
                  <a:gd name="connsiteY19" fmla="*/ 10160 h 123190"/>
                  <a:gd name="connsiteX20" fmla="*/ 85090 w 122766"/>
                  <a:gd name="connsiteY20" fmla="*/ 16933 h 123190"/>
                  <a:gd name="connsiteX21" fmla="*/ 71120 w 122766"/>
                  <a:gd name="connsiteY21" fmla="*/ 25400 h 123190"/>
                  <a:gd name="connsiteX22" fmla="*/ 55880 w 122766"/>
                  <a:gd name="connsiteY22" fmla="*/ 27940 h 123190"/>
                  <a:gd name="connsiteX23" fmla="*/ 41910 w 122766"/>
                  <a:gd name="connsiteY23" fmla="*/ 36407 h 123190"/>
                  <a:gd name="connsiteX24" fmla="*/ 46143 w 122766"/>
                  <a:gd name="connsiteY24" fmla="*/ 50377 h 123190"/>
                  <a:gd name="connsiteX25" fmla="*/ 30903 w 122766"/>
                  <a:gd name="connsiteY25" fmla="*/ 61383 h 123190"/>
                  <a:gd name="connsiteX26" fmla="*/ 29210 w 122766"/>
                  <a:gd name="connsiteY26" fmla="*/ 46143 h 123190"/>
                  <a:gd name="connsiteX27" fmla="*/ 15663 w 122766"/>
                  <a:gd name="connsiteY27" fmla="*/ 50377 h 123190"/>
                  <a:gd name="connsiteX28" fmla="*/ 1270 w 122766"/>
                  <a:gd name="connsiteY28" fmla="*/ 60113 h 123190"/>
                  <a:gd name="connsiteX29" fmla="*/ 13970 w 122766"/>
                  <a:gd name="connsiteY29" fmla="*/ 75353 h 123190"/>
                  <a:gd name="connsiteX30" fmla="*/ 0 w 122766"/>
                  <a:gd name="connsiteY30" fmla="*/ 82550 h 123190"/>
                  <a:gd name="connsiteX31" fmla="*/ 13970 w 122766"/>
                  <a:gd name="connsiteY31" fmla="*/ 86783 h 123190"/>
                  <a:gd name="connsiteX32" fmla="*/ 27940 w 122766"/>
                  <a:gd name="connsiteY32" fmla="*/ 95250 h 123190"/>
                  <a:gd name="connsiteX33" fmla="*/ 13970 w 122766"/>
                  <a:gd name="connsiteY33" fmla="*/ 102023 h 1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22766" h="123190">
                    <a:moveTo>
                      <a:pt x="0" y="110490"/>
                    </a:moveTo>
                    <a:lnTo>
                      <a:pt x="13970" y="123190"/>
                    </a:lnTo>
                    <a:lnTo>
                      <a:pt x="27940" y="113030"/>
                    </a:lnTo>
                    <a:lnTo>
                      <a:pt x="36407" y="99060"/>
                    </a:lnTo>
                    <a:lnTo>
                      <a:pt x="50377" y="89323"/>
                    </a:lnTo>
                    <a:lnTo>
                      <a:pt x="50377" y="82550"/>
                    </a:lnTo>
                    <a:lnTo>
                      <a:pt x="64347" y="93557"/>
                    </a:lnTo>
                    <a:lnTo>
                      <a:pt x="68580" y="93557"/>
                    </a:lnTo>
                    <a:lnTo>
                      <a:pt x="75353" y="79587"/>
                    </a:lnTo>
                    <a:lnTo>
                      <a:pt x="89323" y="77047"/>
                    </a:lnTo>
                    <a:lnTo>
                      <a:pt x="88053" y="63077"/>
                    </a:lnTo>
                    <a:lnTo>
                      <a:pt x="72813" y="64347"/>
                    </a:lnTo>
                    <a:lnTo>
                      <a:pt x="88053" y="60113"/>
                    </a:lnTo>
                    <a:lnTo>
                      <a:pt x="102023" y="49107"/>
                    </a:lnTo>
                    <a:lnTo>
                      <a:pt x="115993" y="40640"/>
                    </a:lnTo>
                    <a:lnTo>
                      <a:pt x="102023" y="37677"/>
                    </a:lnTo>
                    <a:lnTo>
                      <a:pt x="115993" y="27940"/>
                    </a:lnTo>
                    <a:lnTo>
                      <a:pt x="122767" y="13970"/>
                    </a:lnTo>
                    <a:lnTo>
                      <a:pt x="113030" y="0"/>
                    </a:lnTo>
                    <a:lnTo>
                      <a:pt x="99060" y="10160"/>
                    </a:lnTo>
                    <a:lnTo>
                      <a:pt x="85090" y="16933"/>
                    </a:lnTo>
                    <a:lnTo>
                      <a:pt x="71120" y="25400"/>
                    </a:lnTo>
                    <a:lnTo>
                      <a:pt x="55880" y="27940"/>
                    </a:lnTo>
                    <a:lnTo>
                      <a:pt x="41910" y="36407"/>
                    </a:lnTo>
                    <a:lnTo>
                      <a:pt x="46143" y="50377"/>
                    </a:lnTo>
                    <a:lnTo>
                      <a:pt x="30903" y="61383"/>
                    </a:lnTo>
                    <a:lnTo>
                      <a:pt x="29210" y="46143"/>
                    </a:lnTo>
                    <a:lnTo>
                      <a:pt x="15663" y="50377"/>
                    </a:lnTo>
                    <a:lnTo>
                      <a:pt x="1270" y="60113"/>
                    </a:lnTo>
                    <a:lnTo>
                      <a:pt x="13970" y="75353"/>
                    </a:lnTo>
                    <a:lnTo>
                      <a:pt x="0" y="82550"/>
                    </a:lnTo>
                    <a:lnTo>
                      <a:pt x="13970" y="86783"/>
                    </a:lnTo>
                    <a:lnTo>
                      <a:pt x="27940" y="95250"/>
                    </a:lnTo>
                    <a:lnTo>
                      <a:pt x="13970" y="10202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7" name="Freeform 2396">
                <a:extLst>
                  <a:ext uri="{FF2B5EF4-FFF2-40B4-BE49-F238E27FC236}">
                    <a16:creationId xmlns:a16="http://schemas.microsoft.com/office/drawing/2014/main" id="{7AD7765D-90AE-5442-9F20-8689024CE0CD}"/>
                  </a:ext>
                </a:extLst>
              </p:cNvPr>
              <p:cNvSpPr/>
              <p:nvPr/>
            </p:nvSpPr>
            <p:spPr>
              <a:xfrm>
                <a:off x="5182869" y="2243243"/>
                <a:ext cx="25400" cy="19473"/>
              </a:xfrm>
              <a:custGeom>
                <a:avLst/>
                <a:gdLst>
                  <a:gd name="connsiteX0" fmla="*/ 25400 w 25400"/>
                  <a:gd name="connsiteY0" fmla="*/ 0 h 19473"/>
                  <a:gd name="connsiteX1" fmla="*/ 9737 w 25400"/>
                  <a:gd name="connsiteY1" fmla="*/ 6773 h 19473"/>
                  <a:gd name="connsiteX2" fmla="*/ 0 w 25400"/>
                  <a:gd name="connsiteY2" fmla="*/ 19473 h 19473"/>
                  <a:gd name="connsiteX3" fmla="*/ 12700 w 25400"/>
                  <a:gd name="connsiteY3" fmla="*/ 13970 h 19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400" h="19473">
                    <a:moveTo>
                      <a:pt x="25400" y="0"/>
                    </a:moveTo>
                    <a:lnTo>
                      <a:pt x="9737" y="6773"/>
                    </a:lnTo>
                    <a:lnTo>
                      <a:pt x="0" y="19473"/>
                    </a:lnTo>
                    <a:lnTo>
                      <a:pt x="12700" y="1397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8" name="Freeform 2397">
                <a:extLst>
                  <a:ext uri="{FF2B5EF4-FFF2-40B4-BE49-F238E27FC236}">
                    <a16:creationId xmlns:a16="http://schemas.microsoft.com/office/drawing/2014/main" id="{92C5A24F-23DB-B041-A66B-8C76D72B3E02}"/>
                  </a:ext>
                </a:extLst>
              </p:cNvPr>
              <p:cNvSpPr/>
              <p:nvPr/>
            </p:nvSpPr>
            <p:spPr>
              <a:xfrm>
                <a:off x="5187103" y="2367280"/>
                <a:ext cx="58843" cy="51646"/>
              </a:xfrm>
              <a:custGeom>
                <a:avLst/>
                <a:gdLst>
                  <a:gd name="connsiteX0" fmla="*/ 30903 w 58843"/>
                  <a:gd name="connsiteY0" fmla="*/ 48683 h 51646"/>
                  <a:gd name="connsiteX1" fmla="*/ 44450 w 58843"/>
                  <a:gd name="connsiteY1" fmla="*/ 41910 h 51646"/>
                  <a:gd name="connsiteX2" fmla="*/ 58843 w 58843"/>
                  <a:gd name="connsiteY2" fmla="*/ 27940 h 51646"/>
                  <a:gd name="connsiteX3" fmla="*/ 51647 w 58843"/>
                  <a:gd name="connsiteY3" fmla="*/ 13970 h 51646"/>
                  <a:gd name="connsiteX4" fmla="*/ 39370 w 58843"/>
                  <a:gd name="connsiteY4" fmla="*/ 0 h 51646"/>
                  <a:gd name="connsiteX5" fmla="*/ 23707 w 58843"/>
                  <a:gd name="connsiteY5" fmla="*/ 1270 h 51646"/>
                  <a:gd name="connsiteX6" fmla="*/ 10160 w 58843"/>
                  <a:gd name="connsiteY6" fmla="*/ 6773 h 51646"/>
                  <a:gd name="connsiteX7" fmla="*/ 7197 w 58843"/>
                  <a:gd name="connsiteY7" fmla="*/ 21167 h 51646"/>
                  <a:gd name="connsiteX8" fmla="*/ 0 w 58843"/>
                  <a:gd name="connsiteY8" fmla="*/ 36407 h 51646"/>
                  <a:gd name="connsiteX9" fmla="*/ 15663 w 58843"/>
                  <a:gd name="connsiteY9" fmla="*/ 27940 h 51646"/>
                  <a:gd name="connsiteX10" fmla="*/ 29210 w 58843"/>
                  <a:gd name="connsiteY10" fmla="*/ 22437 h 51646"/>
                  <a:gd name="connsiteX11" fmla="*/ 30903 w 58843"/>
                  <a:gd name="connsiteY11" fmla="*/ 36407 h 51646"/>
                  <a:gd name="connsiteX12" fmla="*/ 26670 w 58843"/>
                  <a:gd name="connsiteY12" fmla="*/ 51647 h 51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8843" h="51646">
                    <a:moveTo>
                      <a:pt x="30903" y="48683"/>
                    </a:moveTo>
                    <a:lnTo>
                      <a:pt x="44450" y="41910"/>
                    </a:lnTo>
                    <a:lnTo>
                      <a:pt x="58843" y="27940"/>
                    </a:lnTo>
                    <a:lnTo>
                      <a:pt x="51647" y="13970"/>
                    </a:lnTo>
                    <a:lnTo>
                      <a:pt x="39370" y="0"/>
                    </a:lnTo>
                    <a:lnTo>
                      <a:pt x="23707" y="1270"/>
                    </a:lnTo>
                    <a:lnTo>
                      <a:pt x="10160" y="6773"/>
                    </a:lnTo>
                    <a:lnTo>
                      <a:pt x="7197" y="21167"/>
                    </a:lnTo>
                    <a:lnTo>
                      <a:pt x="0" y="36407"/>
                    </a:lnTo>
                    <a:lnTo>
                      <a:pt x="15663" y="27940"/>
                    </a:lnTo>
                    <a:lnTo>
                      <a:pt x="29210" y="22437"/>
                    </a:lnTo>
                    <a:lnTo>
                      <a:pt x="30903" y="36407"/>
                    </a:lnTo>
                    <a:lnTo>
                      <a:pt x="26670" y="5164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9" name="Freeform 2398">
                <a:extLst>
                  <a:ext uri="{FF2B5EF4-FFF2-40B4-BE49-F238E27FC236}">
                    <a16:creationId xmlns:a16="http://schemas.microsoft.com/office/drawing/2014/main" id="{11507554-58BC-FD4C-AA3B-49CD177763FD}"/>
                  </a:ext>
                </a:extLst>
              </p:cNvPr>
              <p:cNvSpPr/>
              <p:nvPr/>
            </p:nvSpPr>
            <p:spPr>
              <a:xfrm>
                <a:off x="5191336" y="2088303"/>
                <a:ext cx="118533" cy="103293"/>
              </a:xfrm>
              <a:custGeom>
                <a:avLst/>
                <a:gdLst>
                  <a:gd name="connsiteX0" fmla="*/ 79587 w 118533"/>
                  <a:gd name="connsiteY0" fmla="*/ 103293 h 103293"/>
                  <a:gd name="connsiteX1" fmla="*/ 89323 w 118533"/>
                  <a:gd name="connsiteY1" fmla="*/ 100330 h 103293"/>
                  <a:gd name="connsiteX2" fmla="*/ 103293 w 118533"/>
                  <a:gd name="connsiteY2" fmla="*/ 89323 h 103293"/>
                  <a:gd name="connsiteX3" fmla="*/ 117263 w 118533"/>
                  <a:gd name="connsiteY3" fmla="*/ 77893 h 103293"/>
                  <a:gd name="connsiteX4" fmla="*/ 118533 w 118533"/>
                  <a:gd name="connsiteY4" fmla="*/ 64347 h 103293"/>
                  <a:gd name="connsiteX5" fmla="*/ 111760 w 118533"/>
                  <a:gd name="connsiteY5" fmla="*/ 64347 h 103293"/>
                  <a:gd name="connsiteX6" fmla="*/ 97790 w 118533"/>
                  <a:gd name="connsiteY6" fmla="*/ 68157 h 103293"/>
                  <a:gd name="connsiteX7" fmla="*/ 83820 w 118533"/>
                  <a:gd name="connsiteY7" fmla="*/ 61383 h 103293"/>
                  <a:gd name="connsiteX8" fmla="*/ 69850 w 118533"/>
                  <a:gd name="connsiteY8" fmla="*/ 50377 h 103293"/>
                  <a:gd name="connsiteX9" fmla="*/ 71120 w 118533"/>
                  <a:gd name="connsiteY9" fmla="*/ 36407 h 103293"/>
                  <a:gd name="connsiteX10" fmla="*/ 71120 w 118533"/>
                  <a:gd name="connsiteY10" fmla="*/ 22437 h 103293"/>
                  <a:gd name="connsiteX11" fmla="*/ 64347 w 118533"/>
                  <a:gd name="connsiteY11" fmla="*/ 8467 h 103293"/>
                  <a:gd name="connsiteX12" fmla="*/ 50377 w 118533"/>
                  <a:gd name="connsiteY12" fmla="*/ 0 h 103293"/>
                  <a:gd name="connsiteX13" fmla="*/ 46143 w 118533"/>
                  <a:gd name="connsiteY13" fmla="*/ 13970 h 103293"/>
                  <a:gd name="connsiteX14" fmla="*/ 44873 w 118533"/>
                  <a:gd name="connsiteY14" fmla="*/ 27940 h 103293"/>
                  <a:gd name="connsiteX15" fmla="*/ 30903 w 118533"/>
                  <a:gd name="connsiteY15" fmla="*/ 24977 h 103293"/>
                  <a:gd name="connsiteX16" fmla="*/ 16933 w 118533"/>
                  <a:gd name="connsiteY16" fmla="*/ 23707 h 103293"/>
                  <a:gd name="connsiteX17" fmla="*/ 13970 w 118533"/>
                  <a:gd name="connsiteY17" fmla="*/ 37677 h 103293"/>
                  <a:gd name="connsiteX18" fmla="*/ 0 w 118533"/>
                  <a:gd name="connsiteY18" fmla="*/ 34713 h 103293"/>
                  <a:gd name="connsiteX19" fmla="*/ 1270 w 118533"/>
                  <a:gd name="connsiteY19" fmla="*/ 48683 h 103293"/>
                  <a:gd name="connsiteX20" fmla="*/ 15240 w 118533"/>
                  <a:gd name="connsiteY20" fmla="*/ 54187 h 103293"/>
                  <a:gd name="connsiteX21" fmla="*/ 29210 w 118533"/>
                  <a:gd name="connsiteY21" fmla="*/ 50377 h 103293"/>
                  <a:gd name="connsiteX22" fmla="*/ 43180 w 118533"/>
                  <a:gd name="connsiteY22" fmla="*/ 58420 h 103293"/>
                  <a:gd name="connsiteX23" fmla="*/ 29210 w 118533"/>
                  <a:gd name="connsiteY23" fmla="*/ 62653 h 103293"/>
                  <a:gd name="connsiteX24" fmla="*/ 40217 w 118533"/>
                  <a:gd name="connsiteY24" fmla="*/ 76623 h 103293"/>
                  <a:gd name="connsiteX25" fmla="*/ 55880 w 118533"/>
                  <a:gd name="connsiteY25" fmla="*/ 79587 h 103293"/>
                  <a:gd name="connsiteX26" fmla="*/ 69850 w 118533"/>
                  <a:gd name="connsiteY26" fmla="*/ 85090 h 103293"/>
                  <a:gd name="connsiteX27" fmla="*/ 83820 w 118533"/>
                  <a:gd name="connsiteY27" fmla="*/ 76623 h 103293"/>
                  <a:gd name="connsiteX28" fmla="*/ 97790 w 118533"/>
                  <a:gd name="connsiteY28" fmla="*/ 79587 h 103293"/>
                  <a:gd name="connsiteX29" fmla="*/ 82127 w 118533"/>
                  <a:gd name="connsiteY29" fmla="*/ 88053 h 103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18533" h="103293">
                    <a:moveTo>
                      <a:pt x="79587" y="103293"/>
                    </a:moveTo>
                    <a:lnTo>
                      <a:pt x="89323" y="100330"/>
                    </a:lnTo>
                    <a:lnTo>
                      <a:pt x="103293" y="89323"/>
                    </a:lnTo>
                    <a:lnTo>
                      <a:pt x="117263" y="77893"/>
                    </a:lnTo>
                    <a:lnTo>
                      <a:pt x="118533" y="64347"/>
                    </a:lnTo>
                    <a:lnTo>
                      <a:pt x="111760" y="64347"/>
                    </a:lnTo>
                    <a:lnTo>
                      <a:pt x="97790" y="68157"/>
                    </a:lnTo>
                    <a:lnTo>
                      <a:pt x="83820" y="61383"/>
                    </a:lnTo>
                    <a:lnTo>
                      <a:pt x="69850" y="50377"/>
                    </a:lnTo>
                    <a:lnTo>
                      <a:pt x="71120" y="36407"/>
                    </a:lnTo>
                    <a:lnTo>
                      <a:pt x="71120" y="22437"/>
                    </a:lnTo>
                    <a:lnTo>
                      <a:pt x="64347" y="8467"/>
                    </a:lnTo>
                    <a:lnTo>
                      <a:pt x="50377" y="0"/>
                    </a:lnTo>
                    <a:lnTo>
                      <a:pt x="46143" y="13970"/>
                    </a:lnTo>
                    <a:lnTo>
                      <a:pt x="44873" y="27940"/>
                    </a:lnTo>
                    <a:lnTo>
                      <a:pt x="30903" y="24977"/>
                    </a:lnTo>
                    <a:lnTo>
                      <a:pt x="16933" y="23707"/>
                    </a:lnTo>
                    <a:lnTo>
                      <a:pt x="13970" y="37677"/>
                    </a:lnTo>
                    <a:lnTo>
                      <a:pt x="0" y="34713"/>
                    </a:lnTo>
                    <a:lnTo>
                      <a:pt x="1270" y="48683"/>
                    </a:lnTo>
                    <a:lnTo>
                      <a:pt x="15240" y="54187"/>
                    </a:lnTo>
                    <a:lnTo>
                      <a:pt x="29210" y="50377"/>
                    </a:lnTo>
                    <a:lnTo>
                      <a:pt x="43180" y="58420"/>
                    </a:lnTo>
                    <a:lnTo>
                      <a:pt x="29210" y="62653"/>
                    </a:lnTo>
                    <a:lnTo>
                      <a:pt x="40217" y="76623"/>
                    </a:lnTo>
                    <a:lnTo>
                      <a:pt x="55880" y="79587"/>
                    </a:lnTo>
                    <a:lnTo>
                      <a:pt x="69850" y="85090"/>
                    </a:lnTo>
                    <a:lnTo>
                      <a:pt x="83820" y="76623"/>
                    </a:lnTo>
                    <a:lnTo>
                      <a:pt x="97790" y="79587"/>
                    </a:lnTo>
                    <a:lnTo>
                      <a:pt x="82127" y="8805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0" name="Freeform 2399">
                <a:extLst>
                  <a:ext uri="{FF2B5EF4-FFF2-40B4-BE49-F238E27FC236}">
                    <a16:creationId xmlns:a16="http://schemas.microsoft.com/office/drawing/2014/main" id="{11821491-E1A5-B441-9F22-DBBEAF86092F}"/>
                  </a:ext>
                </a:extLst>
              </p:cNvPr>
              <p:cNvSpPr/>
              <p:nvPr/>
            </p:nvSpPr>
            <p:spPr>
              <a:xfrm>
                <a:off x="5218006" y="2186093"/>
                <a:ext cx="22436" cy="17779"/>
              </a:xfrm>
              <a:custGeom>
                <a:avLst/>
                <a:gdLst>
                  <a:gd name="connsiteX0" fmla="*/ 13547 w 22436"/>
                  <a:gd name="connsiteY0" fmla="*/ 0 h 17779"/>
                  <a:gd name="connsiteX1" fmla="*/ 0 w 22436"/>
                  <a:gd name="connsiteY1" fmla="*/ 8043 h 17779"/>
                  <a:gd name="connsiteX2" fmla="*/ 13547 w 22436"/>
                  <a:gd name="connsiteY2" fmla="*/ 17780 h 17779"/>
                  <a:gd name="connsiteX3" fmla="*/ 22437 w 22436"/>
                  <a:gd name="connsiteY3" fmla="*/ 13970 h 1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436" h="17779">
                    <a:moveTo>
                      <a:pt x="13547" y="0"/>
                    </a:moveTo>
                    <a:lnTo>
                      <a:pt x="0" y="8043"/>
                    </a:lnTo>
                    <a:lnTo>
                      <a:pt x="13547" y="17780"/>
                    </a:lnTo>
                    <a:lnTo>
                      <a:pt x="22437" y="1397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1" name="Freeform 2400">
                <a:extLst>
                  <a:ext uri="{FF2B5EF4-FFF2-40B4-BE49-F238E27FC236}">
                    <a16:creationId xmlns:a16="http://schemas.microsoft.com/office/drawing/2014/main" id="{8855A33B-1394-2F48-8C1B-44A545C86A0B}"/>
                  </a:ext>
                </a:extLst>
              </p:cNvPr>
              <p:cNvSpPr/>
              <p:nvPr/>
            </p:nvSpPr>
            <p:spPr>
              <a:xfrm>
                <a:off x="5224780" y="2250016"/>
                <a:ext cx="76623" cy="57149"/>
              </a:xfrm>
              <a:custGeom>
                <a:avLst/>
                <a:gdLst>
                  <a:gd name="connsiteX0" fmla="*/ 69850 w 76623"/>
                  <a:gd name="connsiteY0" fmla="*/ 24977 h 57149"/>
                  <a:gd name="connsiteX1" fmla="*/ 54610 w 76623"/>
                  <a:gd name="connsiteY1" fmla="*/ 19473 h 57149"/>
                  <a:gd name="connsiteX2" fmla="*/ 40640 w 76623"/>
                  <a:gd name="connsiteY2" fmla="*/ 12700 h 57149"/>
                  <a:gd name="connsiteX3" fmla="*/ 26670 w 76623"/>
                  <a:gd name="connsiteY3" fmla="*/ 0 h 57149"/>
                  <a:gd name="connsiteX4" fmla="*/ 12700 w 76623"/>
                  <a:gd name="connsiteY4" fmla="*/ 2963 h 57149"/>
                  <a:gd name="connsiteX5" fmla="*/ 0 w 76623"/>
                  <a:gd name="connsiteY5" fmla="*/ 16933 h 57149"/>
                  <a:gd name="connsiteX6" fmla="*/ 13970 w 76623"/>
                  <a:gd name="connsiteY6" fmla="*/ 19473 h 57149"/>
                  <a:gd name="connsiteX7" fmla="*/ 27940 w 76623"/>
                  <a:gd name="connsiteY7" fmla="*/ 30903 h 57149"/>
                  <a:gd name="connsiteX8" fmla="*/ 15663 w 76623"/>
                  <a:gd name="connsiteY8" fmla="*/ 44873 h 57149"/>
                  <a:gd name="connsiteX9" fmla="*/ 30903 w 76623"/>
                  <a:gd name="connsiteY9" fmla="*/ 44873 h 57149"/>
                  <a:gd name="connsiteX10" fmla="*/ 15663 w 76623"/>
                  <a:gd name="connsiteY10" fmla="*/ 48683 h 57149"/>
                  <a:gd name="connsiteX11" fmla="*/ 5503 w 76623"/>
                  <a:gd name="connsiteY11" fmla="*/ 57150 h 57149"/>
                  <a:gd name="connsiteX12" fmla="*/ 19473 w 76623"/>
                  <a:gd name="connsiteY12" fmla="*/ 55880 h 57149"/>
                  <a:gd name="connsiteX13" fmla="*/ 33443 w 76623"/>
                  <a:gd name="connsiteY13" fmla="*/ 52917 h 57149"/>
                  <a:gd name="connsiteX14" fmla="*/ 47413 w 76623"/>
                  <a:gd name="connsiteY14" fmla="*/ 46143 h 57149"/>
                  <a:gd name="connsiteX15" fmla="*/ 62653 w 76623"/>
                  <a:gd name="connsiteY15" fmla="*/ 43180 h 57149"/>
                  <a:gd name="connsiteX16" fmla="*/ 76623 w 76623"/>
                  <a:gd name="connsiteY16" fmla="*/ 40640 h 57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6623" h="57149">
                    <a:moveTo>
                      <a:pt x="69850" y="24977"/>
                    </a:moveTo>
                    <a:lnTo>
                      <a:pt x="54610" y="19473"/>
                    </a:lnTo>
                    <a:lnTo>
                      <a:pt x="40640" y="12700"/>
                    </a:lnTo>
                    <a:lnTo>
                      <a:pt x="26670" y="0"/>
                    </a:lnTo>
                    <a:lnTo>
                      <a:pt x="12700" y="2963"/>
                    </a:lnTo>
                    <a:lnTo>
                      <a:pt x="0" y="16933"/>
                    </a:lnTo>
                    <a:lnTo>
                      <a:pt x="13970" y="19473"/>
                    </a:lnTo>
                    <a:lnTo>
                      <a:pt x="27940" y="30903"/>
                    </a:lnTo>
                    <a:lnTo>
                      <a:pt x="15663" y="44873"/>
                    </a:lnTo>
                    <a:lnTo>
                      <a:pt x="30903" y="44873"/>
                    </a:lnTo>
                    <a:lnTo>
                      <a:pt x="15663" y="48683"/>
                    </a:lnTo>
                    <a:lnTo>
                      <a:pt x="5503" y="57150"/>
                    </a:lnTo>
                    <a:lnTo>
                      <a:pt x="19473" y="55880"/>
                    </a:lnTo>
                    <a:lnTo>
                      <a:pt x="33443" y="52917"/>
                    </a:lnTo>
                    <a:lnTo>
                      <a:pt x="47413" y="46143"/>
                    </a:lnTo>
                    <a:lnTo>
                      <a:pt x="62653" y="43180"/>
                    </a:lnTo>
                    <a:lnTo>
                      <a:pt x="76623" y="4064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2" name="Freeform 2401">
                <a:extLst>
                  <a:ext uri="{FF2B5EF4-FFF2-40B4-BE49-F238E27FC236}">
                    <a16:creationId xmlns:a16="http://schemas.microsoft.com/office/drawing/2014/main" id="{622A13FC-E43D-B54D-B485-26186748E1E4}"/>
                  </a:ext>
                </a:extLst>
              </p:cNvPr>
              <p:cNvSpPr/>
              <p:nvPr/>
            </p:nvSpPr>
            <p:spPr>
              <a:xfrm>
                <a:off x="5241713" y="2328333"/>
                <a:ext cx="48683" cy="55880"/>
              </a:xfrm>
              <a:custGeom>
                <a:avLst/>
                <a:gdLst>
                  <a:gd name="connsiteX0" fmla="*/ 22437 w 48683"/>
                  <a:gd name="connsiteY0" fmla="*/ 41910 h 55880"/>
                  <a:gd name="connsiteX1" fmla="*/ 33443 w 48683"/>
                  <a:gd name="connsiteY1" fmla="*/ 27940 h 55880"/>
                  <a:gd name="connsiteX2" fmla="*/ 44450 w 48683"/>
                  <a:gd name="connsiteY2" fmla="*/ 13970 h 55880"/>
                  <a:gd name="connsiteX3" fmla="*/ 48683 w 48683"/>
                  <a:gd name="connsiteY3" fmla="*/ 0 h 55880"/>
                  <a:gd name="connsiteX4" fmla="*/ 34713 w 48683"/>
                  <a:gd name="connsiteY4" fmla="*/ 8467 h 55880"/>
                  <a:gd name="connsiteX5" fmla="*/ 20743 w 48683"/>
                  <a:gd name="connsiteY5" fmla="*/ 16510 h 55880"/>
                  <a:gd name="connsiteX6" fmla="*/ 15240 w 48683"/>
                  <a:gd name="connsiteY6" fmla="*/ 30480 h 55880"/>
                  <a:gd name="connsiteX7" fmla="*/ 0 w 48683"/>
                  <a:gd name="connsiteY7" fmla="*/ 41910 h 55880"/>
                  <a:gd name="connsiteX8" fmla="*/ 12700 w 48683"/>
                  <a:gd name="connsiteY8" fmla="*/ 55880 h 55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683" h="55880">
                    <a:moveTo>
                      <a:pt x="22437" y="41910"/>
                    </a:moveTo>
                    <a:lnTo>
                      <a:pt x="33443" y="27940"/>
                    </a:lnTo>
                    <a:lnTo>
                      <a:pt x="44450" y="13970"/>
                    </a:lnTo>
                    <a:lnTo>
                      <a:pt x="48683" y="0"/>
                    </a:lnTo>
                    <a:lnTo>
                      <a:pt x="34713" y="8467"/>
                    </a:lnTo>
                    <a:lnTo>
                      <a:pt x="20743" y="16510"/>
                    </a:lnTo>
                    <a:lnTo>
                      <a:pt x="15240" y="30480"/>
                    </a:lnTo>
                    <a:lnTo>
                      <a:pt x="0" y="41910"/>
                    </a:lnTo>
                    <a:lnTo>
                      <a:pt x="12700" y="5588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3" name="Freeform 2402">
                <a:extLst>
                  <a:ext uri="{FF2B5EF4-FFF2-40B4-BE49-F238E27FC236}">
                    <a16:creationId xmlns:a16="http://schemas.microsoft.com/office/drawing/2014/main" id="{870799A5-049F-6346-8D4D-12AE8689C771}"/>
                  </a:ext>
                </a:extLst>
              </p:cNvPr>
              <p:cNvSpPr/>
              <p:nvPr/>
            </p:nvSpPr>
            <p:spPr>
              <a:xfrm>
                <a:off x="5269653" y="2114973"/>
                <a:ext cx="9736" cy="29209"/>
              </a:xfrm>
              <a:custGeom>
                <a:avLst/>
                <a:gdLst>
                  <a:gd name="connsiteX0" fmla="*/ 1270 w 9736"/>
                  <a:gd name="connsiteY0" fmla="*/ 29210 h 29209"/>
                  <a:gd name="connsiteX1" fmla="*/ 3810 w 9736"/>
                  <a:gd name="connsiteY1" fmla="*/ 27517 h 29209"/>
                  <a:gd name="connsiteX2" fmla="*/ 6773 w 9736"/>
                  <a:gd name="connsiteY2" fmla="*/ 13547 h 29209"/>
                  <a:gd name="connsiteX3" fmla="*/ 9737 w 9736"/>
                  <a:gd name="connsiteY3" fmla="*/ 0 h 29209"/>
                  <a:gd name="connsiteX4" fmla="*/ 0 w 9736"/>
                  <a:gd name="connsiteY4" fmla="*/ 13547 h 29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36" h="29209">
                    <a:moveTo>
                      <a:pt x="1270" y="29210"/>
                    </a:moveTo>
                    <a:lnTo>
                      <a:pt x="3810" y="27517"/>
                    </a:lnTo>
                    <a:lnTo>
                      <a:pt x="6773" y="13547"/>
                    </a:lnTo>
                    <a:lnTo>
                      <a:pt x="9737" y="0"/>
                    </a:lnTo>
                    <a:lnTo>
                      <a:pt x="0" y="1354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4" name="Freeform 2403">
                <a:extLst>
                  <a:ext uri="{FF2B5EF4-FFF2-40B4-BE49-F238E27FC236}">
                    <a16:creationId xmlns:a16="http://schemas.microsoft.com/office/drawing/2014/main" id="{24429788-432C-8046-A2B8-CB0E03E09AE4}"/>
                  </a:ext>
                </a:extLst>
              </p:cNvPr>
              <p:cNvSpPr/>
              <p:nvPr/>
            </p:nvSpPr>
            <p:spPr>
              <a:xfrm>
                <a:off x="5322569" y="2395219"/>
                <a:ext cx="37676" cy="46143"/>
              </a:xfrm>
              <a:custGeom>
                <a:avLst/>
                <a:gdLst>
                  <a:gd name="connsiteX0" fmla="*/ 23707 w 37676"/>
                  <a:gd name="connsiteY0" fmla="*/ 46143 h 46143"/>
                  <a:gd name="connsiteX1" fmla="*/ 37677 w 37676"/>
                  <a:gd name="connsiteY1" fmla="*/ 34713 h 46143"/>
                  <a:gd name="connsiteX2" fmla="*/ 30480 w 37676"/>
                  <a:gd name="connsiteY2" fmla="*/ 19473 h 46143"/>
                  <a:gd name="connsiteX3" fmla="*/ 29210 w 37676"/>
                  <a:gd name="connsiteY3" fmla="*/ 5503 h 46143"/>
                  <a:gd name="connsiteX4" fmla="*/ 15240 w 37676"/>
                  <a:gd name="connsiteY4" fmla="*/ 0 h 46143"/>
                  <a:gd name="connsiteX5" fmla="*/ 0 w 37676"/>
                  <a:gd name="connsiteY5" fmla="*/ 13970 h 46143"/>
                  <a:gd name="connsiteX6" fmla="*/ 4233 w 37676"/>
                  <a:gd name="connsiteY6" fmla="*/ 27940 h 46143"/>
                  <a:gd name="connsiteX7" fmla="*/ 9737 w 37676"/>
                  <a:gd name="connsiteY7" fmla="*/ 43180 h 46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676" h="46143">
                    <a:moveTo>
                      <a:pt x="23707" y="46143"/>
                    </a:moveTo>
                    <a:lnTo>
                      <a:pt x="37677" y="34713"/>
                    </a:lnTo>
                    <a:lnTo>
                      <a:pt x="30480" y="19473"/>
                    </a:lnTo>
                    <a:lnTo>
                      <a:pt x="29210" y="5503"/>
                    </a:lnTo>
                    <a:lnTo>
                      <a:pt x="15240" y="0"/>
                    </a:lnTo>
                    <a:lnTo>
                      <a:pt x="0" y="13970"/>
                    </a:lnTo>
                    <a:lnTo>
                      <a:pt x="4233" y="27940"/>
                    </a:lnTo>
                    <a:lnTo>
                      <a:pt x="9737" y="4318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5" name="Freeform 2404">
                <a:extLst>
                  <a:ext uri="{FF2B5EF4-FFF2-40B4-BE49-F238E27FC236}">
                    <a16:creationId xmlns:a16="http://schemas.microsoft.com/office/drawing/2014/main" id="{600B6852-58C9-D648-B142-2EB58F444A35}"/>
                  </a:ext>
                </a:extLst>
              </p:cNvPr>
              <p:cNvSpPr/>
              <p:nvPr/>
            </p:nvSpPr>
            <p:spPr>
              <a:xfrm>
                <a:off x="5619750" y="1894416"/>
                <a:ext cx="13969" cy="23706"/>
              </a:xfrm>
              <a:custGeom>
                <a:avLst/>
                <a:gdLst>
                  <a:gd name="connsiteX0" fmla="*/ 12700 w 13969"/>
                  <a:gd name="connsiteY0" fmla="*/ 20743 h 23706"/>
                  <a:gd name="connsiteX1" fmla="*/ 13970 w 13969"/>
                  <a:gd name="connsiteY1" fmla="*/ 5503 h 23706"/>
                  <a:gd name="connsiteX2" fmla="*/ 0 w 13969"/>
                  <a:gd name="connsiteY2" fmla="*/ 0 h 23706"/>
                  <a:gd name="connsiteX3" fmla="*/ 0 w 13969"/>
                  <a:gd name="connsiteY3" fmla="*/ 13970 h 23706"/>
                  <a:gd name="connsiteX4" fmla="*/ 13970 w 13969"/>
                  <a:gd name="connsiteY4" fmla="*/ 23707 h 23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69" h="23706">
                    <a:moveTo>
                      <a:pt x="12700" y="20743"/>
                    </a:moveTo>
                    <a:lnTo>
                      <a:pt x="13970" y="5503"/>
                    </a:lnTo>
                    <a:lnTo>
                      <a:pt x="0" y="0"/>
                    </a:lnTo>
                    <a:lnTo>
                      <a:pt x="0" y="13970"/>
                    </a:lnTo>
                    <a:lnTo>
                      <a:pt x="13970" y="2370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6" name="Freeform 2405">
                <a:extLst>
                  <a:ext uri="{FF2B5EF4-FFF2-40B4-BE49-F238E27FC236}">
                    <a16:creationId xmlns:a16="http://schemas.microsoft.com/office/drawing/2014/main" id="{D01DD393-90BD-6942-B4A7-2AE995AFB864}"/>
                  </a:ext>
                </a:extLst>
              </p:cNvPr>
              <p:cNvSpPr/>
              <p:nvPr/>
            </p:nvSpPr>
            <p:spPr>
              <a:xfrm>
                <a:off x="5623983" y="1860973"/>
                <a:ext cx="75353" cy="40216"/>
              </a:xfrm>
              <a:custGeom>
                <a:avLst/>
                <a:gdLst>
                  <a:gd name="connsiteX0" fmla="*/ 11007 w 75353"/>
                  <a:gd name="connsiteY0" fmla="*/ 26247 h 40216"/>
                  <a:gd name="connsiteX1" fmla="*/ 23707 w 75353"/>
                  <a:gd name="connsiteY1" fmla="*/ 34713 h 40216"/>
                  <a:gd name="connsiteX2" fmla="*/ 37677 w 75353"/>
                  <a:gd name="connsiteY2" fmla="*/ 32173 h 40216"/>
                  <a:gd name="connsiteX3" fmla="*/ 51647 w 75353"/>
                  <a:gd name="connsiteY3" fmla="*/ 38947 h 40216"/>
                  <a:gd name="connsiteX4" fmla="*/ 59690 w 75353"/>
                  <a:gd name="connsiteY4" fmla="*/ 40217 h 40216"/>
                  <a:gd name="connsiteX5" fmla="*/ 75353 w 75353"/>
                  <a:gd name="connsiteY5" fmla="*/ 26247 h 40216"/>
                  <a:gd name="connsiteX6" fmla="*/ 60960 w 75353"/>
                  <a:gd name="connsiteY6" fmla="*/ 24977 h 40216"/>
                  <a:gd name="connsiteX7" fmla="*/ 47413 w 75353"/>
                  <a:gd name="connsiteY7" fmla="*/ 22013 h 40216"/>
                  <a:gd name="connsiteX8" fmla="*/ 32173 w 75353"/>
                  <a:gd name="connsiteY8" fmla="*/ 18203 h 40216"/>
                  <a:gd name="connsiteX9" fmla="*/ 27940 w 75353"/>
                  <a:gd name="connsiteY9" fmla="*/ 4233 h 40216"/>
                  <a:gd name="connsiteX10" fmla="*/ 13547 w 75353"/>
                  <a:gd name="connsiteY10" fmla="*/ 0 h 40216"/>
                  <a:gd name="connsiteX11" fmla="*/ 0 w 75353"/>
                  <a:gd name="connsiteY11" fmla="*/ 12700 h 40216"/>
                  <a:gd name="connsiteX12" fmla="*/ 9737 w 75353"/>
                  <a:gd name="connsiteY12" fmla="*/ 26247 h 40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5353" h="40216">
                    <a:moveTo>
                      <a:pt x="11007" y="26247"/>
                    </a:moveTo>
                    <a:lnTo>
                      <a:pt x="23707" y="34713"/>
                    </a:lnTo>
                    <a:lnTo>
                      <a:pt x="37677" y="32173"/>
                    </a:lnTo>
                    <a:lnTo>
                      <a:pt x="51647" y="38947"/>
                    </a:lnTo>
                    <a:lnTo>
                      <a:pt x="59690" y="40217"/>
                    </a:lnTo>
                    <a:lnTo>
                      <a:pt x="75353" y="26247"/>
                    </a:lnTo>
                    <a:lnTo>
                      <a:pt x="60960" y="24977"/>
                    </a:lnTo>
                    <a:lnTo>
                      <a:pt x="47413" y="22013"/>
                    </a:lnTo>
                    <a:lnTo>
                      <a:pt x="32173" y="18203"/>
                    </a:lnTo>
                    <a:lnTo>
                      <a:pt x="27940" y="4233"/>
                    </a:lnTo>
                    <a:lnTo>
                      <a:pt x="13547" y="0"/>
                    </a:lnTo>
                    <a:lnTo>
                      <a:pt x="0" y="12700"/>
                    </a:lnTo>
                    <a:lnTo>
                      <a:pt x="9737" y="2624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7" name="Freeform 2406">
                <a:extLst>
                  <a:ext uri="{FF2B5EF4-FFF2-40B4-BE49-F238E27FC236}">
                    <a16:creationId xmlns:a16="http://schemas.microsoft.com/office/drawing/2014/main" id="{0A6FC4C5-2277-F24A-B9AD-1F6815253D1A}"/>
                  </a:ext>
                </a:extLst>
              </p:cNvPr>
              <p:cNvSpPr/>
              <p:nvPr/>
            </p:nvSpPr>
            <p:spPr>
              <a:xfrm>
                <a:off x="5661660" y="1908386"/>
                <a:ext cx="12276" cy="16510"/>
              </a:xfrm>
              <a:custGeom>
                <a:avLst/>
                <a:gdLst>
                  <a:gd name="connsiteX0" fmla="*/ 5503 w 12276"/>
                  <a:gd name="connsiteY0" fmla="*/ 16510 h 16510"/>
                  <a:gd name="connsiteX1" fmla="*/ 9737 w 12276"/>
                  <a:gd name="connsiteY1" fmla="*/ 13970 h 16510"/>
                  <a:gd name="connsiteX2" fmla="*/ 12277 w 12276"/>
                  <a:gd name="connsiteY2" fmla="*/ 0 h 16510"/>
                  <a:gd name="connsiteX3" fmla="*/ 0 w 12276"/>
                  <a:gd name="connsiteY3" fmla="*/ 2963 h 16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76" h="16510">
                    <a:moveTo>
                      <a:pt x="5503" y="16510"/>
                    </a:moveTo>
                    <a:lnTo>
                      <a:pt x="9737" y="13970"/>
                    </a:lnTo>
                    <a:lnTo>
                      <a:pt x="12277" y="0"/>
                    </a:lnTo>
                    <a:lnTo>
                      <a:pt x="0" y="296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8" name="Freeform 2407">
                <a:extLst>
                  <a:ext uri="{FF2B5EF4-FFF2-40B4-BE49-F238E27FC236}">
                    <a16:creationId xmlns:a16="http://schemas.microsoft.com/office/drawing/2014/main" id="{7DA8B684-4B6D-984A-9EEF-A460B11BA836}"/>
                  </a:ext>
                </a:extLst>
              </p:cNvPr>
              <p:cNvSpPr/>
              <p:nvPr/>
            </p:nvSpPr>
            <p:spPr>
              <a:xfrm>
                <a:off x="5668433" y="1828799"/>
                <a:ext cx="16510" cy="19473"/>
              </a:xfrm>
              <a:custGeom>
                <a:avLst/>
                <a:gdLst>
                  <a:gd name="connsiteX0" fmla="*/ 16510 w 16510"/>
                  <a:gd name="connsiteY0" fmla="*/ 12700 h 19473"/>
                  <a:gd name="connsiteX1" fmla="*/ 2963 w 16510"/>
                  <a:gd name="connsiteY1" fmla="*/ 0 h 19473"/>
                  <a:gd name="connsiteX2" fmla="*/ 0 w 16510"/>
                  <a:gd name="connsiteY2" fmla="*/ 13970 h 19473"/>
                  <a:gd name="connsiteX3" fmla="*/ 13970 w 16510"/>
                  <a:gd name="connsiteY3" fmla="*/ 19473 h 19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510" h="19473">
                    <a:moveTo>
                      <a:pt x="16510" y="12700"/>
                    </a:moveTo>
                    <a:lnTo>
                      <a:pt x="2963" y="0"/>
                    </a:lnTo>
                    <a:lnTo>
                      <a:pt x="0" y="13970"/>
                    </a:lnTo>
                    <a:lnTo>
                      <a:pt x="13970" y="1947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9" name="Freeform 2408">
                <a:extLst>
                  <a:ext uri="{FF2B5EF4-FFF2-40B4-BE49-F238E27FC236}">
                    <a16:creationId xmlns:a16="http://schemas.microsoft.com/office/drawing/2014/main" id="{A9739079-3DA4-AE40-81B3-7E68ED91CD00}"/>
                  </a:ext>
                </a:extLst>
              </p:cNvPr>
              <p:cNvSpPr/>
              <p:nvPr/>
            </p:nvSpPr>
            <p:spPr>
              <a:xfrm>
                <a:off x="5704839" y="1838536"/>
                <a:ext cx="26246" cy="16933"/>
              </a:xfrm>
              <a:custGeom>
                <a:avLst/>
                <a:gdLst>
                  <a:gd name="connsiteX0" fmla="*/ 26247 w 26246"/>
                  <a:gd name="connsiteY0" fmla="*/ 0 h 16933"/>
                  <a:gd name="connsiteX1" fmla="*/ 11007 w 26246"/>
                  <a:gd name="connsiteY1" fmla="*/ 1270 h 16933"/>
                  <a:gd name="connsiteX2" fmla="*/ 0 w 26246"/>
                  <a:gd name="connsiteY2" fmla="*/ 16933 h 16933"/>
                  <a:gd name="connsiteX3" fmla="*/ 11007 w 26246"/>
                  <a:gd name="connsiteY3" fmla="*/ 8467 h 1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6" h="16933">
                    <a:moveTo>
                      <a:pt x="26247" y="0"/>
                    </a:moveTo>
                    <a:lnTo>
                      <a:pt x="11007" y="1270"/>
                    </a:lnTo>
                    <a:lnTo>
                      <a:pt x="0" y="16933"/>
                    </a:lnTo>
                    <a:lnTo>
                      <a:pt x="11007" y="846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0" name="Freeform 2409">
                <a:extLst>
                  <a:ext uri="{FF2B5EF4-FFF2-40B4-BE49-F238E27FC236}">
                    <a16:creationId xmlns:a16="http://schemas.microsoft.com/office/drawing/2014/main" id="{E1AE47FE-6AD2-8E45-8392-9EDE26B9760A}"/>
                  </a:ext>
                </a:extLst>
              </p:cNvPr>
              <p:cNvSpPr/>
              <p:nvPr/>
            </p:nvSpPr>
            <p:spPr>
              <a:xfrm>
                <a:off x="5841576" y="1634913"/>
                <a:ext cx="71119" cy="108796"/>
              </a:xfrm>
              <a:custGeom>
                <a:avLst/>
                <a:gdLst>
                  <a:gd name="connsiteX0" fmla="*/ 18203 w 71119"/>
                  <a:gd name="connsiteY0" fmla="*/ 57150 h 108796"/>
                  <a:gd name="connsiteX1" fmla="*/ 32173 w 71119"/>
                  <a:gd name="connsiteY1" fmla="*/ 62653 h 108796"/>
                  <a:gd name="connsiteX2" fmla="*/ 44450 w 71119"/>
                  <a:gd name="connsiteY2" fmla="*/ 76623 h 108796"/>
                  <a:gd name="connsiteX3" fmla="*/ 37677 w 71119"/>
                  <a:gd name="connsiteY3" fmla="*/ 90593 h 108796"/>
                  <a:gd name="connsiteX4" fmla="*/ 34713 w 71119"/>
                  <a:gd name="connsiteY4" fmla="*/ 93557 h 108796"/>
                  <a:gd name="connsiteX5" fmla="*/ 27940 w 71119"/>
                  <a:gd name="connsiteY5" fmla="*/ 108797 h 108796"/>
                  <a:gd name="connsiteX6" fmla="*/ 41910 w 71119"/>
                  <a:gd name="connsiteY6" fmla="*/ 105833 h 108796"/>
                  <a:gd name="connsiteX7" fmla="*/ 49953 w 71119"/>
                  <a:gd name="connsiteY7" fmla="*/ 93557 h 108796"/>
                  <a:gd name="connsiteX8" fmla="*/ 52917 w 71119"/>
                  <a:gd name="connsiteY8" fmla="*/ 79587 h 108796"/>
                  <a:gd name="connsiteX9" fmla="*/ 59690 w 71119"/>
                  <a:gd name="connsiteY9" fmla="*/ 65617 h 108796"/>
                  <a:gd name="connsiteX10" fmla="*/ 63923 w 71119"/>
                  <a:gd name="connsiteY10" fmla="*/ 51647 h 108796"/>
                  <a:gd name="connsiteX11" fmla="*/ 71120 w 71119"/>
                  <a:gd name="connsiteY11" fmla="*/ 37677 h 108796"/>
                  <a:gd name="connsiteX12" fmla="*/ 55880 w 71119"/>
                  <a:gd name="connsiteY12" fmla="*/ 32173 h 108796"/>
                  <a:gd name="connsiteX13" fmla="*/ 55880 w 71119"/>
                  <a:gd name="connsiteY13" fmla="*/ 18203 h 108796"/>
                  <a:gd name="connsiteX14" fmla="*/ 41910 w 71119"/>
                  <a:gd name="connsiteY14" fmla="*/ 27940 h 108796"/>
                  <a:gd name="connsiteX15" fmla="*/ 41910 w 71119"/>
                  <a:gd name="connsiteY15" fmla="*/ 13970 h 108796"/>
                  <a:gd name="connsiteX16" fmla="*/ 47413 w 71119"/>
                  <a:gd name="connsiteY16" fmla="*/ 0 h 108796"/>
                  <a:gd name="connsiteX17" fmla="*/ 33443 w 71119"/>
                  <a:gd name="connsiteY17" fmla="*/ 1270 h 108796"/>
                  <a:gd name="connsiteX18" fmla="*/ 29210 w 71119"/>
                  <a:gd name="connsiteY18" fmla="*/ 15240 h 108796"/>
                  <a:gd name="connsiteX19" fmla="*/ 15240 w 71119"/>
                  <a:gd name="connsiteY19" fmla="*/ 15240 h 108796"/>
                  <a:gd name="connsiteX20" fmla="*/ 29210 w 71119"/>
                  <a:gd name="connsiteY20" fmla="*/ 29210 h 108796"/>
                  <a:gd name="connsiteX21" fmla="*/ 43180 w 71119"/>
                  <a:gd name="connsiteY21" fmla="*/ 37677 h 108796"/>
                  <a:gd name="connsiteX22" fmla="*/ 27940 w 71119"/>
                  <a:gd name="connsiteY22" fmla="*/ 44450 h 108796"/>
                  <a:gd name="connsiteX23" fmla="*/ 13970 w 71119"/>
                  <a:gd name="connsiteY23" fmla="*/ 47413 h 108796"/>
                  <a:gd name="connsiteX24" fmla="*/ 0 w 71119"/>
                  <a:gd name="connsiteY24" fmla="*/ 47413 h 108796"/>
                  <a:gd name="connsiteX25" fmla="*/ 2540 w 71119"/>
                  <a:gd name="connsiteY25" fmla="*/ 61383 h 108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1119" h="108796">
                    <a:moveTo>
                      <a:pt x="18203" y="57150"/>
                    </a:moveTo>
                    <a:lnTo>
                      <a:pt x="32173" y="62653"/>
                    </a:lnTo>
                    <a:lnTo>
                      <a:pt x="44450" y="76623"/>
                    </a:lnTo>
                    <a:lnTo>
                      <a:pt x="37677" y="90593"/>
                    </a:lnTo>
                    <a:lnTo>
                      <a:pt x="34713" y="93557"/>
                    </a:lnTo>
                    <a:lnTo>
                      <a:pt x="27940" y="108797"/>
                    </a:lnTo>
                    <a:lnTo>
                      <a:pt x="41910" y="105833"/>
                    </a:lnTo>
                    <a:lnTo>
                      <a:pt x="49953" y="93557"/>
                    </a:lnTo>
                    <a:lnTo>
                      <a:pt x="52917" y="79587"/>
                    </a:lnTo>
                    <a:lnTo>
                      <a:pt x="59690" y="65617"/>
                    </a:lnTo>
                    <a:lnTo>
                      <a:pt x="63923" y="51647"/>
                    </a:lnTo>
                    <a:lnTo>
                      <a:pt x="71120" y="37677"/>
                    </a:lnTo>
                    <a:lnTo>
                      <a:pt x="55880" y="32173"/>
                    </a:lnTo>
                    <a:lnTo>
                      <a:pt x="55880" y="18203"/>
                    </a:lnTo>
                    <a:lnTo>
                      <a:pt x="41910" y="27940"/>
                    </a:lnTo>
                    <a:lnTo>
                      <a:pt x="41910" y="13970"/>
                    </a:lnTo>
                    <a:lnTo>
                      <a:pt x="47413" y="0"/>
                    </a:lnTo>
                    <a:lnTo>
                      <a:pt x="33443" y="1270"/>
                    </a:lnTo>
                    <a:lnTo>
                      <a:pt x="29210" y="15240"/>
                    </a:lnTo>
                    <a:lnTo>
                      <a:pt x="15240" y="15240"/>
                    </a:lnTo>
                    <a:lnTo>
                      <a:pt x="29210" y="29210"/>
                    </a:lnTo>
                    <a:lnTo>
                      <a:pt x="43180" y="37677"/>
                    </a:lnTo>
                    <a:lnTo>
                      <a:pt x="27940" y="44450"/>
                    </a:lnTo>
                    <a:lnTo>
                      <a:pt x="13970" y="47413"/>
                    </a:lnTo>
                    <a:lnTo>
                      <a:pt x="0" y="47413"/>
                    </a:lnTo>
                    <a:lnTo>
                      <a:pt x="2540" y="6138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1" name="Freeform 2410">
                <a:extLst>
                  <a:ext uri="{FF2B5EF4-FFF2-40B4-BE49-F238E27FC236}">
                    <a16:creationId xmlns:a16="http://schemas.microsoft.com/office/drawing/2014/main" id="{0D024EA7-66AC-364A-A5E4-8985AE554797}"/>
                  </a:ext>
                </a:extLst>
              </p:cNvPr>
              <p:cNvSpPr/>
              <p:nvPr/>
            </p:nvSpPr>
            <p:spPr>
              <a:xfrm>
                <a:off x="5902960" y="1622213"/>
                <a:ext cx="20743" cy="32173"/>
              </a:xfrm>
              <a:custGeom>
                <a:avLst/>
                <a:gdLst>
                  <a:gd name="connsiteX0" fmla="*/ 18203 w 20743"/>
                  <a:gd name="connsiteY0" fmla="*/ 18203 h 32173"/>
                  <a:gd name="connsiteX1" fmla="*/ 20743 w 20743"/>
                  <a:gd name="connsiteY1" fmla="*/ 4233 h 32173"/>
                  <a:gd name="connsiteX2" fmla="*/ 6773 w 20743"/>
                  <a:gd name="connsiteY2" fmla="*/ 0 h 32173"/>
                  <a:gd name="connsiteX3" fmla="*/ 6773 w 20743"/>
                  <a:gd name="connsiteY3" fmla="*/ 13970 h 32173"/>
                  <a:gd name="connsiteX4" fmla="*/ 0 w 20743"/>
                  <a:gd name="connsiteY4" fmla="*/ 27940 h 32173"/>
                  <a:gd name="connsiteX5" fmla="*/ 5503 w 20743"/>
                  <a:gd name="connsiteY5" fmla="*/ 32173 h 3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743" h="32173">
                    <a:moveTo>
                      <a:pt x="18203" y="18203"/>
                    </a:moveTo>
                    <a:lnTo>
                      <a:pt x="20743" y="4233"/>
                    </a:lnTo>
                    <a:lnTo>
                      <a:pt x="6773" y="0"/>
                    </a:lnTo>
                    <a:lnTo>
                      <a:pt x="6773" y="13970"/>
                    </a:lnTo>
                    <a:lnTo>
                      <a:pt x="0" y="27940"/>
                    </a:lnTo>
                    <a:lnTo>
                      <a:pt x="5503" y="3217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2" name="Freeform 2411">
                <a:extLst>
                  <a:ext uri="{FF2B5EF4-FFF2-40B4-BE49-F238E27FC236}">
                    <a16:creationId xmlns:a16="http://schemas.microsoft.com/office/drawing/2014/main" id="{512BAC08-05C7-2C4D-8B72-45A42E6F8551}"/>
                  </a:ext>
                </a:extLst>
              </p:cNvPr>
              <p:cNvSpPr/>
              <p:nvPr/>
            </p:nvSpPr>
            <p:spPr>
              <a:xfrm>
                <a:off x="5929206" y="1606973"/>
                <a:ext cx="18203" cy="19473"/>
              </a:xfrm>
              <a:custGeom>
                <a:avLst/>
                <a:gdLst>
                  <a:gd name="connsiteX0" fmla="*/ 18204 w 18203"/>
                  <a:gd name="connsiteY0" fmla="*/ 5503 h 19473"/>
                  <a:gd name="connsiteX1" fmla="*/ 4233 w 18203"/>
                  <a:gd name="connsiteY1" fmla="*/ 0 h 19473"/>
                  <a:gd name="connsiteX2" fmla="*/ 0 w 18203"/>
                  <a:gd name="connsiteY2" fmla="*/ 13970 h 19473"/>
                  <a:gd name="connsiteX3" fmla="*/ 13970 w 18203"/>
                  <a:gd name="connsiteY3" fmla="*/ 19473 h 19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203" h="19473">
                    <a:moveTo>
                      <a:pt x="18204" y="5503"/>
                    </a:moveTo>
                    <a:lnTo>
                      <a:pt x="4233" y="0"/>
                    </a:lnTo>
                    <a:lnTo>
                      <a:pt x="0" y="13970"/>
                    </a:lnTo>
                    <a:lnTo>
                      <a:pt x="13970" y="1947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3" name="Freeform 2412">
                <a:extLst>
                  <a:ext uri="{FF2B5EF4-FFF2-40B4-BE49-F238E27FC236}">
                    <a16:creationId xmlns:a16="http://schemas.microsoft.com/office/drawing/2014/main" id="{CEA3D08F-025D-6E40-A429-983FAE31AE2A}"/>
                  </a:ext>
                </a:extLst>
              </p:cNvPr>
              <p:cNvSpPr/>
              <p:nvPr/>
            </p:nvSpPr>
            <p:spPr>
              <a:xfrm>
                <a:off x="5936403" y="1634913"/>
                <a:ext cx="15240" cy="8466"/>
              </a:xfrm>
              <a:custGeom>
                <a:avLst/>
                <a:gdLst>
                  <a:gd name="connsiteX0" fmla="*/ 1270 w 15240"/>
                  <a:gd name="connsiteY0" fmla="*/ 8467 h 8466"/>
                  <a:gd name="connsiteX1" fmla="*/ 15240 w 15240"/>
                  <a:gd name="connsiteY1" fmla="*/ 2540 h 8466"/>
                  <a:gd name="connsiteX2" fmla="*/ 0 w 15240"/>
                  <a:gd name="connsiteY2" fmla="*/ 0 h 8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240" h="8466">
                    <a:moveTo>
                      <a:pt x="1270" y="8467"/>
                    </a:moveTo>
                    <a:lnTo>
                      <a:pt x="15240" y="254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414" name="Graphic 4">
              <a:extLst>
                <a:ext uri="{FF2B5EF4-FFF2-40B4-BE49-F238E27FC236}">
                  <a16:creationId xmlns:a16="http://schemas.microsoft.com/office/drawing/2014/main" id="{DE565B27-54F7-5B49-930C-CA1C6974D4DF}"/>
                </a:ext>
              </a:extLst>
            </p:cNvPr>
            <p:cNvGrpSpPr/>
            <p:nvPr/>
          </p:nvGrpSpPr>
          <p:grpSpPr>
            <a:xfrm>
              <a:off x="4627880" y="2455333"/>
              <a:ext cx="576156" cy="619336"/>
              <a:chOff x="4627880" y="2455333"/>
              <a:chExt cx="576156" cy="619336"/>
            </a:xfrm>
            <a:grpFill/>
          </p:grpSpPr>
          <p:sp>
            <p:nvSpPr>
              <p:cNvPr id="2415" name="Freeform 2414">
                <a:extLst>
                  <a:ext uri="{FF2B5EF4-FFF2-40B4-BE49-F238E27FC236}">
                    <a16:creationId xmlns:a16="http://schemas.microsoft.com/office/drawing/2014/main" id="{C00F4168-A015-E142-B526-A6A7E299F664}"/>
                  </a:ext>
                </a:extLst>
              </p:cNvPr>
              <p:cNvSpPr/>
              <p:nvPr/>
            </p:nvSpPr>
            <p:spPr>
              <a:xfrm>
                <a:off x="4627880" y="2455333"/>
                <a:ext cx="576156" cy="619336"/>
              </a:xfrm>
              <a:custGeom>
                <a:avLst/>
                <a:gdLst>
                  <a:gd name="connsiteX0" fmla="*/ 571923 w 576156"/>
                  <a:gd name="connsiteY0" fmla="*/ 294217 h 619336"/>
                  <a:gd name="connsiteX1" fmla="*/ 576157 w 576156"/>
                  <a:gd name="connsiteY1" fmla="*/ 281517 h 619336"/>
                  <a:gd name="connsiteX2" fmla="*/ 562187 w 576156"/>
                  <a:gd name="connsiteY2" fmla="*/ 271780 h 619336"/>
                  <a:gd name="connsiteX3" fmla="*/ 557953 w 576156"/>
                  <a:gd name="connsiteY3" fmla="*/ 263737 h 619336"/>
                  <a:gd name="connsiteX4" fmla="*/ 557953 w 576156"/>
                  <a:gd name="connsiteY4" fmla="*/ 256540 h 619336"/>
                  <a:gd name="connsiteX5" fmla="*/ 559223 w 576156"/>
                  <a:gd name="connsiteY5" fmla="*/ 249343 h 619336"/>
                  <a:gd name="connsiteX6" fmla="*/ 559223 w 576156"/>
                  <a:gd name="connsiteY6" fmla="*/ 235373 h 619336"/>
                  <a:gd name="connsiteX7" fmla="*/ 545253 w 576156"/>
                  <a:gd name="connsiteY7" fmla="*/ 228600 h 619336"/>
                  <a:gd name="connsiteX8" fmla="*/ 548217 w 576156"/>
                  <a:gd name="connsiteY8" fmla="*/ 214630 h 619336"/>
                  <a:gd name="connsiteX9" fmla="*/ 562187 w 576156"/>
                  <a:gd name="connsiteY9" fmla="*/ 213360 h 619336"/>
                  <a:gd name="connsiteX10" fmla="*/ 576157 w 576156"/>
                  <a:gd name="connsiteY10" fmla="*/ 207857 h 619336"/>
                  <a:gd name="connsiteX11" fmla="*/ 562187 w 576156"/>
                  <a:gd name="connsiteY11" fmla="*/ 198120 h 619336"/>
                  <a:gd name="connsiteX12" fmla="*/ 562187 w 576156"/>
                  <a:gd name="connsiteY12" fmla="*/ 196427 h 619336"/>
                  <a:gd name="connsiteX13" fmla="*/ 552450 w 576156"/>
                  <a:gd name="connsiteY13" fmla="*/ 193887 h 619336"/>
                  <a:gd name="connsiteX14" fmla="*/ 548217 w 576156"/>
                  <a:gd name="connsiteY14" fmla="*/ 201930 h 619336"/>
                  <a:gd name="connsiteX15" fmla="*/ 546523 w 576156"/>
                  <a:gd name="connsiteY15" fmla="*/ 201930 h 619336"/>
                  <a:gd name="connsiteX16" fmla="*/ 532553 w 576156"/>
                  <a:gd name="connsiteY16" fmla="*/ 203623 h 619336"/>
                  <a:gd name="connsiteX17" fmla="*/ 519007 w 576156"/>
                  <a:gd name="connsiteY17" fmla="*/ 204893 h 619336"/>
                  <a:gd name="connsiteX18" fmla="*/ 513503 w 576156"/>
                  <a:gd name="connsiteY18" fmla="*/ 198120 h 619336"/>
                  <a:gd name="connsiteX19" fmla="*/ 514773 w 576156"/>
                  <a:gd name="connsiteY19" fmla="*/ 183727 h 619336"/>
                  <a:gd name="connsiteX20" fmla="*/ 505037 w 576156"/>
                  <a:gd name="connsiteY20" fmla="*/ 183727 h 619336"/>
                  <a:gd name="connsiteX21" fmla="*/ 491067 w 576156"/>
                  <a:gd name="connsiteY21" fmla="*/ 170180 h 619336"/>
                  <a:gd name="connsiteX22" fmla="*/ 491067 w 576156"/>
                  <a:gd name="connsiteY22" fmla="*/ 160443 h 619336"/>
                  <a:gd name="connsiteX23" fmla="*/ 479637 w 576156"/>
                  <a:gd name="connsiteY23" fmla="*/ 149013 h 619336"/>
                  <a:gd name="connsiteX24" fmla="*/ 464397 w 576156"/>
                  <a:gd name="connsiteY24" fmla="*/ 151977 h 619336"/>
                  <a:gd name="connsiteX25" fmla="*/ 450427 w 576156"/>
                  <a:gd name="connsiteY25" fmla="*/ 158750 h 619336"/>
                  <a:gd name="connsiteX26" fmla="*/ 449157 w 576156"/>
                  <a:gd name="connsiteY26" fmla="*/ 162983 h 619336"/>
                  <a:gd name="connsiteX27" fmla="*/ 454660 w 576156"/>
                  <a:gd name="connsiteY27" fmla="*/ 171450 h 619336"/>
                  <a:gd name="connsiteX28" fmla="*/ 441960 w 576156"/>
                  <a:gd name="connsiteY28" fmla="*/ 185420 h 619336"/>
                  <a:gd name="connsiteX29" fmla="*/ 439420 w 576156"/>
                  <a:gd name="connsiteY29" fmla="*/ 187960 h 619336"/>
                  <a:gd name="connsiteX30" fmla="*/ 435187 w 576156"/>
                  <a:gd name="connsiteY30" fmla="*/ 189653 h 619336"/>
                  <a:gd name="connsiteX31" fmla="*/ 430953 w 576156"/>
                  <a:gd name="connsiteY31" fmla="*/ 192193 h 619336"/>
                  <a:gd name="connsiteX32" fmla="*/ 432223 w 576156"/>
                  <a:gd name="connsiteY32" fmla="*/ 195157 h 619336"/>
                  <a:gd name="connsiteX33" fmla="*/ 427990 w 576156"/>
                  <a:gd name="connsiteY33" fmla="*/ 193887 h 619336"/>
                  <a:gd name="connsiteX34" fmla="*/ 418253 w 576156"/>
                  <a:gd name="connsiteY34" fmla="*/ 190923 h 619336"/>
                  <a:gd name="connsiteX35" fmla="*/ 415713 w 576156"/>
                  <a:gd name="connsiteY35" fmla="*/ 189653 h 619336"/>
                  <a:gd name="connsiteX36" fmla="*/ 401743 w 576156"/>
                  <a:gd name="connsiteY36" fmla="*/ 192193 h 619336"/>
                  <a:gd name="connsiteX37" fmla="*/ 387773 w 576156"/>
                  <a:gd name="connsiteY37" fmla="*/ 183727 h 619336"/>
                  <a:gd name="connsiteX38" fmla="*/ 384810 w 576156"/>
                  <a:gd name="connsiteY38" fmla="*/ 179917 h 619336"/>
                  <a:gd name="connsiteX39" fmla="*/ 383540 w 576156"/>
                  <a:gd name="connsiteY39" fmla="*/ 181187 h 619336"/>
                  <a:gd name="connsiteX40" fmla="*/ 369570 w 576156"/>
                  <a:gd name="connsiteY40" fmla="*/ 181187 h 619336"/>
                  <a:gd name="connsiteX41" fmla="*/ 364067 w 576156"/>
                  <a:gd name="connsiteY41" fmla="*/ 165947 h 619336"/>
                  <a:gd name="connsiteX42" fmla="*/ 356870 w 576156"/>
                  <a:gd name="connsiteY42" fmla="*/ 164253 h 619336"/>
                  <a:gd name="connsiteX43" fmla="*/ 351367 w 576156"/>
                  <a:gd name="connsiteY43" fmla="*/ 158750 h 619336"/>
                  <a:gd name="connsiteX44" fmla="*/ 337397 w 576156"/>
                  <a:gd name="connsiteY44" fmla="*/ 147743 h 619336"/>
                  <a:gd name="connsiteX45" fmla="*/ 334857 w 576156"/>
                  <a:gd name="connsiteY45" fmla="*/ 144780 h 619336"/>
                  <a:gd name="connsiteX46" fmla="*/ 340360 w 576156"/>
                  <a:gd name="connsiteY46" fmla="*/ 136313 h 619336"/>
                  <a:gd name="connsiteX47" fmla="*/ 345863 w 576156"/>
                  <a:gd name="connsiteY47" fmla="*/ 135043 h 619336"/>
                  <a:gd name="connsiteX48" fmla="*/ 359833 w 576156"/>
                  <a:gd name="connsiteY48" fmla="*/ 128270 h 619336"/>
                  <a:gd name="connsiteX49" fmla="*/ 373803 w 576156"/>
                  <a:gd name="connsiteY49" fmla="*/ 125307 h 619336"/>
                  <a:gd name="connsiteX50" fmla="*/ 376343 w 576156"/>
                  <a:gd name="connsiteY50" fmla="*/ 122767 h 619336"/>
                  <a:gd name="connsiteX51" fmla="*/ 390737 w 576156"/>
                  <a:gd name="connsiteY51" fmla="*/ 115570 h 619336"/>
                  <a:gd name="connsiteX52" fmla="*/ 386503 w 576156"/>
                  <a:gd name="connsiteY52" fmla="*/ 114300 h 619336"/>
                  <a:gd name="connsiteX53" fmla="*/ 372533 w 576156"/>
                  <a:gd name="connsiteY53" fmla="*/ 100330 h 619336"/>
                  <a:gd name="connsiteX54" fmla="*/ 386503 w 576156"/>
                  <a:gd name="connsiteY54" fmla="*/ 101600 h 619336"/>
                  <a:gd name="connsiteX55" fmla="*/ 400473 w 576156"/>
                  <a:gd name="connsiteY55" fmla="*/ 93133 h 619336"/>
                  <a:gd name="connsiteX56" fmla="*/ 415713 w 576156"/>
                  <a:gd name="connsiteY56" fmla="*/ 85090 h 619336"/>
                  <a:gd name="connsiteX57" fmla="*/ 422487 w 576156"/>
                  <a:gd name="connsiteY57" fmla="*/ 80857 h 619336"/>
                  <a:gd name="connsiteX58" fmla="*/ 424180 w 576156"/>
                  <a:gd name="connsiteY58" fmla="*/ 80857 h 619336"/>
                  <a:gd name="connsiteX59" fmla="*/ 424180 w 576156"/>
                  <a:gd name="connsiteY59" fmla="*/ 79163 h 619336"/>
                  <a:gd name="connsiteX60" fmla="*/ 426720 w 576156"/>
                  <a:gd name="connsiteY60" fmla="*/ 76623 h 619336"/>
                  <a:gd name="connsiteX61" fmla="*/ 433917 w 576156"/>
                  <a:gd name="connsiteY61" fmla="*/ 62653 h 619336"/>
                  <a:gd name="connsiteX62" fmla="*/ 435187 w 576156"/>
                  <a:gd name="connsiteY62" fmla="*/ 58420 h 619336"/>
                  <a:gd name="connsiteX63" fmla="*/ 437727 w 576156"/>
                  <a:gd name="connsiteY63" fmla="*/ 54187 h 619336"/>
                  <a:gd name="connsiteX64" fmla="*/ 440690 w 576156"/>
                  <a:gd name="connsiteY64" fmla="*/ 48683 h 619336"/>
                  <a:gd name="connsiteX65" fmla="*/ 454660 w 576156"/>
                  <a:gd name="connsiteY65" fmla="*/ 43180 h 619336"/>
                  <a:gd name="connsiteX66" fmla="*/ 456353 w 576156"/>
                  <a:gd name="connsiteY66" fmla="*/ 43180 h 619336"/>
                  <a:gd name="connsiteX67" fmla="*/ 465667 w 576156"/>
                  <a:gd name="connsiteY67" fmla="*/ 33443 h 619336"/>
                  <a:gd name="connsiteX68" fmla="*/ 479637 w 576156"/>
                  <a:gd name="connsiteY68" fmla="*/ 26247 h 619336"/>
                  <a:gd name="connsiteX69" fmla="*/ 493607 w 576156"/>
                  <a:gd name="connsiteY69" fmla="*/ 13547 h 619336"/>
                  <a:gd name="connsiteX70" fmla="*/ 479637 w 576156"/>
                  <a:gd name="connsiteY70" fmla="*/ 9737 h 619336"/>
                  <a:gd name="connsiteX71" fmla="*/ 465667 w 576156"/>
                  <a:gd name="connsiteY71" fmla="*/ 0 h 619336"/>
                  <a:gd name="connsiteX72" fmla="*/ 451697 w 576156"/>
                  <a:gd name="connsiteY72" fmla="*/ 6773 h 619336"/>
                  <a:gd name="connsiteX73" fmla="*/ 437727 w 576156"/>
                  <a:gd name="connsiteY73" fmla="*/ 9737 h 619336"/>
                  <a:gd name="connsiteX74" fmla="*/ 422487 w 576156"/>
                  <a:gd name="connsiteY74" fmla="*/ 18203 h 619336"/>
                  <a:gd name="connsiteX75" fmla="*/ 432223 w 576156"/>
                  <a:gd name="connsiteY75" fmla="*/ 33443 h 619336"/>
                  <a:gd name="connsiteX76" fmla="*/ 427990 w 576156"/>
                  <a:gd name="connsiteY76" fmla="*/ 47413 h 619336"/>
                  <a:gd name="connsiteX77" fmla="*/ 414443 w 576156"/>
                  <a:gd name="connsiteY77" fmla="*/ 54187 h 619336"/>
                  <a:gd name="connsiteX78" fmla="*/ 408517 w 576156"/>
                  <a:gd name="connsiteY78" fmla="*/ 54187 h 619336"/>
                  <a:gd name="connsiteX79" fmla="*/ 408517 w 576156"/>
                  <a:gd name="connsiteY79" fmla="*/ 45720 h 619336"/>
                  <a:gd name="connsiteX80" fmla="*/ 422487 w 576156"/>
                  <a:gd name="connsiteY80" fmla="*/ 38947 h 619336"/>
                  <a:gd name="connsiteX81" fmla="*/ 416983 w 576156"/>
                  <a:gd name="connsiteY81" fmla="*/ 24977 h 619336"/>
                  <a:gd name="connsiteX82" fmla="*/ 410210 w 576156"/>
                  <a:gd name="connsiteY82" fmla="*/ 11007 h 619336"/>
                  <a:gd name="connsiteX83" fmla="*/ 396240 w 576156"/>
                  <a:gd name="connsiteY83" fmla="*/ 13547 h 619336"/>
                  <a:gd name="connsiteX84" fmla="*/ 400473 w 576156"/>
                  <a:gd name="connsiteY84" fmla="*/ 27940 h 619336"/>
                  <a:gd name="connsiteX85" fmla="*/ 386503 w 576156"/>
                  <a:gd name="connsiteY85" fmla="*/ 27940 h 619336"/>
                  <a:gd name="connsiteX86" fmla="*/ 372533 w 576156"/>
                  <a:gd name="connsiteY86" fmla="*/ 20743 h 619336"/>
                  <a:gd name="connsiteX87" fmla="*/ 358563 w 576156"/>
                  <a:gd name="connsiteY87" fmla="*/ 27940 h 619336"/>
                  <a:gd name="connsiteX88" fmla="*/ 342900 w 576156"/>
                  <a:gd name="connsiteY88" fmla="*/ 30480 h 619336"/>
                  <a:gd name="connsiteX89" fmla="*/ 329353 w 576156"/>
                  <a:gd name="connsiteY89" fmla="*/ 30480 h 619336"/>
                  <a:gd name="connsiteX90" fmla="*/ 320887 w 576156"/>
                  <a:gd name="connsiteY90" fmla="*/ 44450 h 619336"/>
                  <a:gd name="connsiteX91" fmla="*/ 306917 w 576156"/>
                  <a:gd name="connsiteY91" fmla="*/ 54187 h 619336"/>
                  <a:gd name="connsiteX92" fmla="*/ 305223 w 576156"/>
                  <a:gd name="connsiteY92" fmla="*/ 65193 h 619336"/>
                  <a:gd name="connsiteX93" fmla="*/ 312420 w 576156"/>
                  <a:gd name="connsiteY93" fmla="*/ 79163 h 619336"/>
                  <a:gd name="connsiteX94" fmla="*/ 296757 w 576156"/>
                  <a:gd name="connsiteY94" fmla="*/ 77893 h 619336"/>
                  <a:gd name="connsiteX95" fmla="*/ 299720 w 576156"/>
                  <a:gd name="connsiteY95" fmla="*/ 93133 h 619336"/>
                  <a:gd name="connsiteX96" fmla="*/ 285750 w 576156"/>
                  <a:gd name="connsiteY96" fmla="*/ 90593 h 619336"/>
                  <a:gd name="connsiteX97" fmla="*/ 270510 w 576156"/>
                  <a:gd name="connsiteY97" fmla="*/ 94827 h 619336"/>
                  <a:gd name="connsiteX98" fmla="*/ 262043 w 576156"/>
                  <a:gd name="connsiteY98" fmla="*/ 108797 h 619336"/>
                  <a:gd name="connsiteX99" fmla="*/ 276013 w 576156"/>
                  <a:gd name="connsiteY99" fmla="*/ 114300 h 619336"/>
                  <a:gd name="connsiteX100" fmla="*/ 291253 w 576156"/>
                  <a:gd name="connsiteY100" fmla="*/ 114300 h 619336"/>
                  <a:gd name="connsiteX101" fmla="*/ 305223 w 576156"/>
                  <a:gd name="connsiteY101" fmla="*/ 119803 h 619336"/>
                  <a:gd name="connsiteX102" fmla="*/ 319193 w 576156"/>
                  <a:gd name="connsiteY102" fmla="*/ 116840 h 619336"/>
                  <a:gd name="connsiteX103" fmla="*/ 333163 w 576156"/>
                  <a:gd name="connsiteY103" fmla="*/ 118533 h 619336"/>
                  <a:gd name="connsiteX104" fmla="*/ 327660 w 576156"/>
                  <a:gd name="connsiteY104" fmla="*/ 132503 h 619336"/>
                  <a:gd name="connsiteX105" fmla="*/ 319193 w 576156"/>
                  <a:gd name="connsiteY105" fmla="*/ 136313 h 619336"/>
                  <a:gd name="connsiteX106" fmla="*/ 305223 w 576156"/>
                  <a:gd name="connsiteY106" fmla="*/ 138007 h 619336"/>
                  <a:gd name="connsiteX107" fmla="*/ 295487 w 576156"/>
                  <a:gd name="connsiteY107" fmla="*/ 138007 h 619336"/>
                  <a:gd name="connsiteX108" fmla="*/ 281940 w 576156"/>
                  <a:gd name="connsiteY108" fmla="*/ 149013 h 619336"/>
                  <a:gd name="connsiteX109" fmla="*/ 271780 w 576156"/>
                  <a:gd name="connsiteY109" fmla="*/ 160443 h 619336"/>
                  <a:gd name="connsiteX110" fmla="*/ 287443 w 576156"/>
                  <a:gd name="connsiteY110" fmla="*/ 168487 h 619336"/>
                  <a:gd name="connsiteX111" fmla="*/ 271780 w 576156"/>
                  <a:gd name="connsiteY111" fmla="*/ 176953 h 619336"/>
                  <a:gd name="connsiteX112" fmla="*/ 257810 w 576156"/>
                  <a:gd name="connsiteY112" fmla="*/ 171450 h 619336"/>
                  <a:gd name="connsiteX113" fmla="*/ 243840 w 576156"/>
                  <a:gd name="connsiteY113" fmla="*/ 172720 h 619336"/>
                  <a:gd name="connsiteX114" fmla="*/ 228600 w 576156"/>
                  <a:gd name="connsiteY114" fmla="*/ 167217 h 619336"/>
                  <a:gd name="connsiteX115" fmla="*/ 214630 w 576156"/>
                  <a:gd name="connsiteY115" fmla="*/ 172720 h 619336"/>
                  <a:gd name="connsiteX116" fmla="*/ 206587 w 576156"/>
                  <a:gd name="connsiteY116" fmla="*/ 186690 h 619336"/>
                  <a:gd name="connsiteX117" fmla="*/ 204893 w 576156"/>
                  <a:gd name="connsiteY117" fmla="*/ 190923 h 619336"/>
                  <a:gd name="connsiteX118" fmla="*/ 204893 w 576156"/>
                  <a:gd name="connsiteY118" fmla="*/ 187960 h 619336"/>
                  <a:gd name="connsiteX119" fmla="*/ 199390 w 576156"/>
                  <a:gd name="connsiteY119" fmla="*/ 174413 h 619336"/>
                  <a:gd name="connsiteX120" fmla="*/ 185420 w 576156"/>
                  <a:gd name="connsiteY120" fmla="*/ 162983 h 619336"/>
                  <a:gd name="connsiteX121" fmla="*/ 170180 w 576156"/>
                  <a:gd name="connsiteY121" fmla="*/ 164253 h 619336"/>
                  <a:gd name="connsiteX122" fmla="*/ 156210 w 576156"/>
                  <a:gd name="connsiteY122" fmla="*/ 162983 h 619336"/>
                  <a:gd name="connsiteX123" fmla="*/ 142240 w 576156"/>
                  <a:gd name="connsiteY123" fmla="*/ 162983 h 619336"/>
                  <a:gd name="connsiteX124" fmla="*/ 128270 w 576156"/>
                  <a:gd name="connsiteY124" fmla="*/ 172720 h 619336"/>
                  <a:gd name="connsiteX125" fmla="*/ 117263 w 576156"/>
                  <a:gd name="connsiteY125" fmla="*/ 171450 h 619336"/>
                  <a:gd name="connsiteX126" fmla="*/ 102023 w 576156"/>
                  <a:gd name="connsiteY126" fmla="*/ 178223 h 619336"/>
                  <a:gd name="connsiteX127" fmla="*/ 100330 w 576156"/>
                  <a:gd name="connsiteY127" fmla="*/ 164253 h 619336"/>
                  <a:gd name="connsiteX128" fmla="*/ 91863 w 576156"/>
                  <a:gd name="connsiteY128" fmla="*/ 178223 h 619336"/>
                  <a:gd name="connsiteX129" fmla="*/ 88053 w 576156"/>
                  <a:gd name="connsiteY129" fmla="*/ 192193 h 619336"/>
                  <a:gd name="connsiteX130" fmla="*/ 99060 w 576156"/>
                  <a:gd name="connsiteY130" fmla="*/ 178223 h 619336"/>
                  <a:gd name="connsiteX131" fmla="*/ 105833 w 576156"/>
                  <a:gd name="connsiteY131" fmla="*/ 187960 h 619336"/>
                  <a:gd name="connsiteX132" fmla="*/ 100330 w 576156"/>
                  <a:gd name="connsiteY132" fmla="*/ 201930 h 619336"/>
                  <a:gd name="connsiteX133" fmla="*/ 114300 w 576156"/>
                  <a:gd name="connsiteY133" fmla="*/ 198120 h 619336"/>
                  <a:gd name="connsiteX134" fmla="*/ 113030 w 576156"/>
                  <a:gd name="connsiteY134" fmla="*/ 213360 h 619336"/>
                  <a:gd name="connsiteX135" fmla="*/ 118533 w 576156"/>
                  <a:gd name="connsiteY135" fmla="*/ 227330 h 619336"/>
                  <a:gd name="connsiteX136" fmla="*/ 115570 w 576156"/>
                  <a:gd name="connsiteY136" fmla="*/ 221827 h 619336"/>
                  <a:gd name="connsiteX137" fmla="*/ 102023 w 576156"/>
                  <a:gd name="connsiteY137" fmla="*/ 228600 h 619336"/>
                  <a:gd name="connsiteX138" fmla="*/ 103293 w 576156"/>
                  <a:gd name="connsiteY138" fmla="*/ 235373 h 619336"/>
                  <a:gd name="connsiteX139" fmla="*/ 117263 w 576156"/>
                  <a:gd name="connsiteY139" fmla="*/ 232833 h 619336"/>
                  <a:gd name="connsiteX140" fmla="*/ 131233 w 576156"/>
                  <a:gd name="connsiteY140" fmla="*/ 228600 h 619336"/>
                  <a:gd name="connsiteX141" fmla="*/ 145203 w 576156"/>
                  <a:gd name="connsiteY141" fmla="*/ 232833 h 619336"/>
                  <a:gd name="connsiteX142" fmla="*/ 142240 w 576156"/>
                  <a:gd name="connsiteY142" fmla="*/ 246803 h 619336"/>
                  <a:gd name="connsiteX143" fmla="*/ 127000 w 576156"/>
                  <a:gd name="connsiteY143" fmla="*/ 246803 h 619336"/>
                  <a:gd name="connsiteX144" fmla="*/ 113030 w 576156"/>
                  <a:gd name="connsiteY144" fmla="*/ 249343 h 619336"/>
                  <a:gd name="connsiteX145" fmla="*/ 99060 w 576156"/>
                  <a:gd name="connsiteY145" fmla="*/ 260773 h 619336"/>
                  <a:gd name="connsiteX146" fmla="*/ 110067 w 576156"/>
                  <a:gd name="connsiteY146" fmla="*/ 274743 h 619336"/>
                  <a:gd name="connsiteX147" fmla="*/ 124037 w 576156"/>
                  <a:gd name="connsiteY147" fmla="*/ 276013 h 619336"/>
                  <a:gd name="connsiteX148" fmla="*/ 115570 w 576156"/>
                  <a:gd name="connsiteY148" fmla="*/ 277707 h 619336"/>
                  <a:gd name="connsiteX149" fmla="*/ 102023 w 576156"/>
                  <a:gd name="connsiteY149" fmla="*/ 274743 h 619336"/>
                  <a:gd name="connsiteX150" fmla="*/ 86360 w 576156"/>
                  <a:gd name="connsiteY150" fmla="*/ 276013 h 619336"/>
                  <a:gd name="connsiteX151" fmla="*/ 86360 w 576156"/>
                  <a:gd name="connsiteY151" fmla="*/ 281517 h 619336"/>
                  <a:gd name="connsiteX152" fmla="*/ 85090 w 576156"/>
                  <a:gd name="connsiteY152" fmla="*/ 285750 h 619336"/>
                  <a:gd name="connsiteX153" fmla="*/ 82127 w 576156"/>
                  <a:gd name="connsiteY153" fmla="*/ 281517 h 619336"/>
                  <a:gd name="connsiteX154" fmla="*/ 68157 w 576156"/>
                  <a:gd name="connsiteY154" fmla="*/ 288713 h 619336"/>
                  <a:gd name="connsiteX155" fmla="*/ 82127 w 576156"/>
                  <a:gd name="connsiteY155" fmla="*/ 298450 h 619336"/>
                  <a:gd name="connsiteX156" fmla="*/ 68157 w 576156"/>
                  <a:gd name="connsiteY156" fmla="*/ 308187 h 619336"/>
                  <a:gd name="connsiteX157" fmla="*/ 82127 w 576156"/>
                  <a:gd name="connsiteY157" fmla="*/ 312420 h 619336"/>
                  <a:gd name="connsiteX158" fmla="*/ 93557 w 576156"/>
                  <a:gd name="connsiteY158" fmla="*/ 305223 h 619336"/>
                  <a:gd name="connsiteX159" fmla="*/ 107527 w 576156"/>
                  <a:gd name="connsiteY159" fmla="*/ 306917 h 619336"/>
                  <a:gd name="connsiteX160" fmla="*/ 99060 w 576156"/>
                  <a:gd name="connsiteY160" fmla="*/ 320887 h 619336"/>
                  <a:gd name="connsiteX161" fmla="*/ 114300 w 576156"/>
                  <a:gd name="connsiteY161" fmla="*/ 322157 h 619336"/>
                  <a:gd name="connsiteX162" fmla="*/ 128270 w 576156"/>
                  <a:gd name="connsiteY162" fmla="*/ 322157 h 619336"/>
                  <a:gd name="connsiteX163" fmla="*/ 139700 w 576156"/>
                  <a:gd name="connsiteY163" fmla="*/ 336127 h 619336"/>
                  <a:gd name="connsiteX164" fmla="*/ 153247 w 576156"/>
                  <a:gd name="connsiteY164" fmla="*/ 334433 h 619336"/>
                  <a:gd name="connsiteX165" fmla="*/ 168487 w 576156"/>
                  <a:gd name="connsiteY165" fmla="*/ 333163 h 619336"/>
                  <a:gd name="connsiteX166" fmla="*/ 182880 w 576156"/>
                  <a:gd name="connsiteY166" fmla="*/ 333163 h 619336"/>
                  <a:gd name="connsiteX167" fmla="*/ 196427 w 576156"/>
                  <a:gd name="connsiteY167" fmla="*/ 330200 h 619336"/>
                  <a:gd name="connsiteX168" fmla="*/ 202353 w 576156"/>
                  <a:gd name="connsiteY168" fmla="*/ 337397 h 619336"/>
                  <a:gd name="connsiteX169" fmla="*/ 217593 w 576156"/>
                  <a:gd name="connsiteY169" fmla="*/ 337397 h 619336"/>
                  <a:gd name="connsiteX170" fmla="*/ 203623 w 576156"/>
                  <a:gd name="connsiteY170" fmla="*/ 348827 h 619336"/>
                  <a:gd name="connsiteX171" fmla="*/ 190923 w 576156"/>
                  <a:gd name="connsiteY171" fmla="*/ 352637 h 619336"/>
                  <a:gd name="connsiteX172" fmla="*/ 176953 w 576156"/>
                  <a:gd name="connsiteY172" fmla="*/ 351367 h 619336"/>
                  <a:gd name="connsiteX173" fmla="*/ 162983 w 576156"/>
                  <a:gd name="connsiteY173" fmla="*/ 358563 h 619336"/>
                  <a:gd name="connsiteX174" fmla="*/ 150707 w 576156"/>
                  <a:gd name="connsiteY174" fmla="*/ 372110 h 619336"/>
                  <a:gd name="connsiteX175" fmla="*/ 153247 w 576156"/>
                  <a:gd name="connsiteY175" fmla="*/ 386503 h 619336"/>
                  <a:gd name="connsiteX176" fmla="*/ 140547 w 576156"/>
                  <a:gd name="connsiteY176" fmla="*/ 400050 h 619336"/>
                  <a:gd name="connsiteX177" fmla="*/ 128270 w 576156"/>
                  <a:gd name="connsiteY177" fmla="*/ 414020 h 619336"/>
                  <a:gd name="connsiteX178" fmla="*/ 114300 w 576156"/>
                  <a:gd name="connsiteY178" fmla="*/ 419947 h 619336"/>
                  <a:gd name="connsiteX179" fmla="*/ 100330 w 576156"/>
                  <a:gd name="connsiteY179" fmla="*/ 430953 h 619336"/>
                  <a:gd name="connsiteX180" fmla="*/ 85090 w 576156"/>
                  <a:gd name="connsiteY180" fmla="*/ 441960 h 619336"/>
                  <a:gd name="connsiteX181" fmla="*/ 99060 w 576156"/>
                  <a:gd name="connsiteY181" fmla="*/ 439420 h 619336"/>
                  <a:gd name="connsiteX182" fmla="*/ 114300 w 576156"/>
                  <a:gd name="connsiteY182" fmla="*/ 435187 h 619336"/>
                  <a:gd name="connsiteX183" fmla="*/ 117263 w 576156"/>
                  <a:gd name="connsiteY183" fmla="*/ 433493 h 619336"/>
                  <a:gd name="connsiteX184" fmla="*/ 131233 w 576156"/>
                  <a:gd name="connsiteY184" fmla="*/ 430953 h 619336"/>
                  <a:gd name="connsiteX185" fmla="*/ 146473 w 576156"/>
                  <a:gd name="connsiteY185" fmla="*/ 435187 h 619336"/>
                  <a:gd name="connsiteX186" fmla="*/ 160443 w 576156"/>
                  <a:gd name="connsiteY186" fmla="*/ 436457 h 619336"/>
                  <a:gd name="connsiteX187" fmla="*/ 174413 w 576156"/>
                  <a:gd name="connsiteY187" fmla="*/ 433493 h 619336"/>
                  <a:gd name="connsiteX188" fmla="*/ 188383 w 576156"/>
                  <a:gd name="connsiteY188" fmla="*/ 419947 h 619336"/>
                  <a:gd name="connsiteX189" fmla="*/ 203623 w 576156"/>
                  <a:gd name="connsiteY189" fmla="*/ 408517 h 619336"/>
                  <a:gd name="connsiteX190" fmla="*/ 211667 w 576156"/>
                  <a:gd name="connsiteY190" fmla="*/ 421217 h 619336"/>
                  <a:gd name="connsiteX191" fmla="*/ 227330 w 576156"/>
                  <a:gd name="connsiteY191" fmla="*/ 425450 h 619336"/>
                  <a:gd name="connsiteX192" fmla="*/ 217593 w 576156"/>
                  <a:gd name="connsiteY192" fmla="*/ 426720 h 619336"/>
                  <a:gd name="connsiteX193" fmla="*/ 203623 w 576156"/>
                  <a:gd name="connsiteY193" fmla="*/ 427990 h 619336"/>
                  <a:gd name="connsiteX194" fmla="*/ 189653 w 576156"/>
                  <a:gd name="connsiteY194" fmla="*/ 433493 h 619336"/>
                  <a:gd name="connsiteX195" fmla="*/ 175683 w 576156"/>
                  <a:gd name="connsiteY195" fmla="*/ 435187 h 619336"/>
                  <a:gd name="connsiteX196" fmla="*/ 161713 w 576156"/>
                  <a:gd name="connsiteY196" fmla="*/ 440690 h 619336"/>
                  <a:gd name="connsiteX197" fmla="*/ 147743 w 576156"/>
                  <a:gd name="connsiteY197" fmla="*/ 440690 h 619336"/>
                  <a:gd name="connsiteX198" fmla="*/ 146473 w 576156"/>
                  <a:gd name="connsiteY198" fmla="*/ 440690 h 619336"/>
                  <a:gd name="connsiteX199" fmla="*/ 139700 w 576156"/>
                  <a:gd name="connsiteY199" fmla="*/ 440690 h 619336"/>
                  <a:gd name="connsiteX200" fmla="*/ 125307 w 576156"/>
                  <a:gd name="connsiteY200" fmla="*/ 441960 h 619336"/>
                  <a:gd name="connsiteX201" fmla="*/ 110067 w 576156"/>
                  <a:gd name="connsiteY201" fmla="*/ 441960 h 619336"/>
                  <a:gd name="connsiteX202" fmla="*/ 100330 w 576156"/>
                  <a:gd name="connsiteY202" fmla="*/ 455930 h 619336"/>
                  <a:gd name="connsiteX203" fmla="*/ 86360 w 576156"/>
                  <a:gd name="connsiteY203" fmla="*/ 463127 h 619336"/>
                  <a:gd name="connsiteX204" fmla="*/ 72390 w 576156"/>
                  <a:gd name="connsiteY204" fmla="*/ 464397 h 619336"/>
                  <a:gd name="connsiteX205" fmla="*/ 82127 w 576156"/>
                  <a:gd name="connsiteY205" fmla="*/ 479637 h 619336"/>
                  <a:gd name="connsiteX206" fmla="*/ 88053 w 576156"/>
                  <a:gd name="connsiteY206" fmla="*/ 493607 h 619336"/>
                  <a:gd name="connsiteX207" fmla="*/ 74083 w 576156"/>
                  <a:gd name="connsiteY207" fmla="*/ 495300 h 619336"/>
                  <a:gd name="connsiteX208" fmla="*/ 59690 w 576156"/>
                  <a:gd name="connsiteY208" fmla="*/ 492337 h 619336"/>
                  <a:gd name="connsiteX209" fmla="*/ 57150 w 576156"/>
                  <a:gd name="connsiteY209" fmla="*/ 483870 h 619336"/>
                  <a:gd name="connsiteX210" fmla="*/ 43180 w 576156"/>
                  <a:gd name="connsiteY210" fmla="*/ 495300 h 619336"/>
                  <a:gd name="connsiteX211" fmla="*/ 29210 w 576156"/>
                  <a:gd name="connsiteY211" fmla="*/ 489373 h 619336"/>
                  <a:gd name="connsiteX212" fmla="*/ 13970 w 576156"/>
                  <a:gd name="connsiteY212" fmla="*/ 496570 h 619336"/>
                  <a:gd name="connsiteX213" fmla="*/ 0 w 576156"/>
                  <a:gd name="connsiteY213" fmla="*/ 503343 h 619336"/>
                  <a:gd name="connsiteX214" fmla="*/ 1270 w 576156"/>
                  <a:gd name="connsiteY214" fmla="*/ 517313 h 619336"/>
                  <a:gd name="connsiteX215" fmla="*/ 15240 w 576156"/>
                  <a:gd name="connsiteY215" fmla="*/ 514773 h 619336"/>
                  <a:gd name="connsiteX216" fmla="*/ 29210 w 576156"/>
                  <a:gd name="connsiteY216" fmla="*/ 513080 h 619336"/>
                  <a:gd name="connsiteX217" fmla="*/ 43180 w 576156"/>
                  <a:gd name="connsiteY217" fmla="*/ 513080 h 619336"/>
                  <a:gd name="connsiteX218" fmla="*/ 58420 w 576156"/>
                  <a:gd name="connsiteY218" fmla="*/ 510540 h 619336"/>
                  <a:gd name="connsiteX219" fmla="*/ 69850 w 576156"/>
                  <a:gd name="connsiteY219" fmla="*/ 508847 h 619336"/>
                  <a:gd name="connsiteX220" fmla="*/ 83397 w 576156"/>
                  <a:gd name="connsiteY220" fmla="*/ 513080 h 619336"/>
                  <a:gd name="connsiteX221" fmla="*/ 69850 w 576156"/>
                  <a:gd name="connsiteY221" fmla="*/ 511810 h 619336"/>
                  <a:gd name="connsiteX222" fmla="*/ 55457 w 576156"/>
                  <a:gd name="connsiteY222" fmla="*/ 525780 h 619336"/>
                  <a:gd name="connsiteX223" fmla="*/ 52917 w 576156"/>
                  <a:gd name="connsiteY223" fmla="*/ 525780 h 619336"/>
                  <a:gd name="connsiteX224" fmla="*/ 38947 w 576156"/>
                  <a:gd name="connsiteY224" fmla="*/ 528743 h 619336"/>
                  <a:gd name="connsiteX225" fmla="*/ 23707 w 576156"/>
                  <a:gd name="connsiteY225" fmla="*/ 534247 h 619336"/>
                  <a:gd name="connsiteX226" fmla="*/ 18203 w 576156"/>
                  <a:gd name="connsiteY226" fmla="*/ 548217 h 619336"/>
                  <a:gd name="connsiteX227" fmla="*/ 4233 w 576156"/>
                  <a:gd name="connsiteY227" fmla="*/ 553720 h 619336"/>
                  <a:gd name="connsiteX228" fmla="*/ 8467 w 576156"/>
                  <a:gd name="connsiteY228" fmla="*/ 567690 h 619336"/>
                  <a:gd name="connsiteX229" fmla="*/ 22013 w 576156"/>
                  <a:gd name="connsiteY229" fmla="*/ 567690 h 619336"/>
                  <a:gd name="connsiteX230" fmla="*/ 35983 w 576156"/>
                  <a:gd name="connsiteY230" fmla="*/ 573193 h 619336"/>
                  <a:gd name="connsiteX231" fmla="*/ 51647 w 576156"/>
                  <a:gd name="connsiteY231" fmla="*/ 568960 h 619336"/>
                  <a:gd name="connsiteX232" fmla="*/ 54187 w 576156"/>
                  <a:gd name="connsiteY232" fmla="*/ 567690 h 619336"/>
                  <a:gd name="connsiteX233" fmla="*/ 68157 w 576156"/>
                  <a:gd name="connsiteY233" fmla="*/ 564727 h 619336"/>
                  <a:gd name="connsiteX234" fmla="*/ 82127 w 576156"/>
                  <a:gd name="connsiteY234" fmla="*/ 557953 h 619336"/>
                  <a:gd name="connsiteX235" fmla="*/ 97367 w 576156"/>
                  <a:gd name="connsiteY235" fmla="*/ 557953 h 619336"/>
                  <a:gd name="connsiteX236" fmla="*/ 82127 w 576156"/>
                  <a:gd name="connsiteY236" fmla="*/ 562187 h 619336"/>
                  <a:gd name="connsiteX237" fmla="*/ 68157 w 576156"/>
                  <a:gd name="connsiteY237" fmla="*/ 573193 h 619336"/>
                  <a:gd name="connsiteX238" fmla="*/ 62653 w 576156"/>
                  <a:gd name="connsiteY238" fmla="*/ 571923 h 619336"/>
                  <a:gd name="connsiteX239" fmla="*/ 48683 w 576156"/>
                  <a:gd name="connsiteY239" fmla="*/ 584200 h 619336"/>
                  <a:gd name="connsiteX240" fmla="*/ 47413 w 576156"/>
                  <a:gd name="connsiteY240" fmla="*/ 585893 h 619336"/>
                  <a:gd name="connsiteX241" fmla="*/ 33443 w 576156"/>
                  <a:gd name="connsiteY241" fmla="*/ 598170 h 619336"/>
                  <a:gd name="connsiteX242" fmla="*/ 47413 w 576156"/>
                  <a:gd name="connsiteY242" fmla="*/ 596900 h 619336"/>
                  <a:gd name="connsiteX243" fmla="*/ 59690 w 576156"/>
                  <a:gd name="connsiteY243" fmla="*/ 590127 h 619336"/>
                  <a:gd name="connsiteX244" fmla="*/ 74083 w 576156"/>
                  <a:gd name="connsiteY244" fmla="*/ 588433 h 619336"/>
                  <a:gd name="connsiteX245" fmla="*/ 88053 w 576156"/>
                  <a:gd name="connsiteY245" fmla="*/ 585893 h 619336"/>
                  <a:gd name="connsiteX246" fmla="*/ 102023 w 576156"/>
                  <a:gd name="connsiteY246" fmla="*/ 579967 h 619336"/>
                  <a:gd name="connsiteX247" fmla="*/ 117263 w 576156"/>
                  <a:gd name="connsiteY247" fmla="*/ 584200 h 619336"/>
                  <a:gd name="connsiteX248" fmla="*/ 103293 w 576156"/>
                  <a:gd name="connsiteY248" fmla="*/ 588433 h 619336"/>
                  <a:gd name="connsiteX249" fmla="*/ 89323 w 576156"/>
                  <a:gd name="connsiteY249" fmla="*/ 593937 h 619336"/>
                  <a:gd name="connsiteX250" fmla="*/ 74083 w 576156"/>
                  <a:gd name="connsiteY250" fmla="*/ 605367 h 619336"/>
                  <a:gd name="connsiteX251" fmla="*/ 89323 w 576156"/>
                  <a:gd name="connsiteY251" fmla="*/ 599863 h 619336"/>
                  <a:gd name="connsiteX252" fmla="*/ 103293 w 576156"/>
                  <a:gd name="connsiteY252" fmla="*/ 596900 h 619336"/>
                  <a:gd name="connsiteX253" fmla="*/ 89323 w 576156"/>
                  <a:gd name="connsiteY253" fmla="*/ 605367 h 619336"/>
                  <a:gd name="connsiteX254" fmla="*/ 77893 w 576156"/>
                  <a:gd name="connsiteY254" fmla="*/ 619337 h 619336"/>
                  <a:gd name="connsiteX255" fmla="*/ 91863 w 576156"/>
                  <a:gd name="connsiteY255" fmla="*/ 613833 h 619336"/>
                  <a:gd name="connsiteX256" fmla="*/ 105833 w 576156"/>
                  <a:gd name="connsiteY256" fmla="*/ 610870 h 619336"/>
                  <a:gd name="connsiteX257" fmla="*/ 121497 w 576156"/>
                  <a:gd name="connsiteY257" fmla="*/ 612140 h 619336"/>
                  <a:gd name="connsiteX258" fmla="*/ 135043 w 576156"/>
                  <a:gd name="connsiteY258" fmla="*/ 613833 h 619336"/>
                  <a:gd name="connsiteX259" fmla="*/ 149013 w 576156"/>
                  <a:gd name="connsiteY259" fmla="*/ 609600 h 619336"/>
                  <a:gd name="connsiteX260" fmla="*/ 162983 w 576156"/>
                  <a:gd name="connsiteY260" fmla="*/ 605367 h 619336"/>
                  <a:gd name="connsiteX261" fmla="*/ 176953 w 576156"/>
                  <a:gd name="connsiteY261" fmla="*/ 604097 h 619336"/>
                  <a:gd name="connsiteX262" fmla="*/ 190923 w 576156"/>
                  <a:gd name="connsiteY262" fmla="*/ 599863 h 619336"/>
                  <a:gd name="connsiteX263" fmla="*/ 206587 w 576156"/>
                  <a:gd name="connsiteY263" fmla="*/ 601133 h 619336"/>
                  <a:gd name="connsiteX264" fmla="*/ 220133 w 576156"/>
                  <a:gd name="connsiteY264" fmla="*/ 591397 h 619336"/>
                  <a:gd name="connsiteX265" fmla="*/ 234103 w 576156"/>
                  <a:gd name="connsiteY265" fmla="*/ 595630 h 619336"/>
                  <a:gd name="connsiteX266" fmla="*/ 243840 w 576156"/>
                  <a:gd name="connsiteY266" fmla="*/ 581660 h 619336"/>
                  <a:gd name="connsiteX267" fmla="*/ 251037 w 576156"/>
                  <a:gd name="connsiteY267" fmla="*/ 579967 h 619336"/>
                  <a:gd name="connsiteX268" fmla="*/ 265007 w 576156"/>
                  <a:gd name="connsiteY268" fmla="*/ 574463 h 619336"/>
                  <a:gd name="connsiteX269" fmla="*/ 266277 w 576156"/>
                  <a:gd name="connsiteY269" fmla="*/ 560493 h 619336"/>
                  <a:gd name="connsiteX270" fmla="*/ 252307 w 576156"/>
                  <a:gd name="connsiteY270" fmla="*/ 552450 h 619336"/>
                  <a:gd name="connsiteX271" fmla="*/ 257810 w 576156"/>
                  <a:gd name="connsiteY271" fmla="*/ 549487 h 619336"/>
                  <a:gd name="connsiteX272" fmla="*/ 267547 w 576156"/>
                  <a:gd name="connsiteY272" fmla="*/ 549487 h 619336"/>
                  <a:gd name="connsiteX273" fmla="*/ 269240 w 576156"/>
                  <a:gd name="connsiteY273" fmla="*/ 549487 h 619336"/>
                  <a:gd name="connsiteX274" fmla="*/ 283210 w 576156"/>
                  <a:gd name="connsiteY274" fmla="*/ 550757 h 619336"/>
                  <a:gd name="connsiteX275" fmla="*/ 277707 w 576156"/>
                  <a:gd name="connsiteY275" fmla="*/ 564727 h 619336"/>
                  <a:gd name="connsiteX276" fmla="*/ 292947 w 576156"/>
                  <a:gd name="connsiteY276" fmla="*/ 563457 h 619336"/>
                  <a:gd name="connsiteX277" fmla="*/ 306917 w 576156"/>
                  <a:gd name="connsiteY277" fmla="*/ 554990 h 619336"/>
                  <a:gd name="connsiteX278" fmla="*/ 320887 w 576156"/>
                  <a:gd name="connsiteY278" fmla="*/ 550757 h 619336"/>
                  <a:gd name="connsiteX279" fmla="*/ 326390 w 576156"/>
                  <a:gd name="connsiteY279" fmla="*/ 536787 h 619336"/>
                  <a:gd name="connsiteX280" fmla="*/ 327660 w 576156"/>
                  <a:gd name="connsiteY280" fmla="*/ 536787 h 619336"/>
                  <a:gd name="connsiteX281" fmla="*/ 333163 w 576156"/>
                  <a:gd name="connsiteY281" fmla="*/ 541020 h 619336"/>
                  <a:gd name="connsiteX282" fmla="*/ 347133 w 576156"/>
                  <a:gd name="connsiteY282" fmla="*/ 536787 h 619336"/>
                  <a:gd name="connsiteX283" fmla="*/ 361103 w 576156"/>
                  <a:gd name="connsiteY283" fmla="*/ 532553 h 619336"/>
                  <a:gd name="connsiteX284" fmla="*/ 359833 w 576156"/>
                  <a:gd name="connsiteY284" fmla="*/ 518583 h 619336"/>
                  <a:gd name="connsiteX285" fmla="*/ 364067 w 576156"/>
                  <a:gd name="connsiteY285" fmla="*/ 517313 h 619336"/>
                  <a:gd name="connsiteX286" fmla="*/ 370840 w 576156"/>
                  <a:gd name="connsiteY286" fmla="*/ 517313 h 619336"/>
                  <a:gd name="connsiteX287" fmla="*/ 386503 w 576156"/>
                  <a:gd name="connsiteY287" fmla="*/ 513080 h 619336"/>
                  <a:gd name="connsiteX288" fmla="*/ 400473 w 576156"/>
                  <a:gd name="connsiteY288" fmla="*/ 510540 h 619336"/>
                  <a:gd name="connsiteX289" fmla="*/ 412750 w 576156"/>
                  <a:gd name="connsiteY289" fmla="*/ 511810 h 619336"/>
                  <a:gd name="connsiteX290" fmla="*/ 426720 w 576156"/>
                  <a:gd name="connsiteY290" fmla="*/ 511810 h 619336"/>
                  <a:gd name="connsiteX291" fmla="*/ 440690 w 576156"/>
                  <a:gd name="connsiteY291" fmla="*/ 503343 h 619336"/>
                  <a:gd name="connsiteX292" fmla="*/ 440690 w 576156"/>
                  <a:gd name="connsiteY292" fmla="*/ 489373 h 619336"/>
                  <a:gd name="connsiteX293" fmla="*/ 439420 w 576156"/>
                  <a:gd name="connsiteY293" fmla="*/ 488103 h 619336"/>
                  <a:gd name="connsiteX294" fmla="*/ 440690 w 576156"/>
                  <a:gd name="connsiteY294" fmla="*/ 488103 h 619336"/>
                  <a:gd name="connsiteX295" fmla="*/ 440690 w 576156"/>
                  <a:gd name="connsiteY295" fmla="*/ 486833 h 619336"/>
                  <a:gd name="connsiteX296" fmla="*/ 441960 w 576156"/>
                  <a:gd name="connsiteY296" fmla="*/ 488103 h 619336"/>
                  <a:gd name="connsiteX297" fmla="*/ 441960 w 576156"/>
                  <a:gd name="connsiteY297" fmla="*/ 493607 h 619336"/>
                  <a:gd name="connsiteX298" fmla="*/ 453390 w 576156"/>
                  <a:gd name="connsiteY298" fmla="*/ 507577 h 619336"/>
                  <a:gd name="connsiteX299" fmla="*/ 467360 w 576156"/>
                  <a:gd name="connsiteY299" fmla="*/ 499110 h 619336"/>
                  <a:gd name="connsiteX300" fmla="*/ 481330 w 576156"/>
                  <a:gd name="connsiteY300" fmla="*/ 500803 h 619336"/>
                  <a:gd name="connsiteX301" fmla="*/ 496570 w 576156"/>
                  <a:gd name="connsiteY301" fmla="*/ 503343 h 619336"/>
                  <a:gd name="connsiteX302" fmla="*/ 510540 w 576156"/>
                  <a:gd name="connsiteY302" fmla="*/ 503343 h 619336"/>
                  <a:gd name="connsiteX303" fmla="*/ 524510 w 576156"/>
                  <a:gd name="connsiteY303" fmla="*/ 496570 h 619336"/>
                  <a:gd name="connsiteX304" fmla="*/ 519007 w 576156"/>
                  <a:gd name="connsiteY304" fmla="*/ 480907 h 619336"/>
                  <a:gd name="connsiteX305" fmla="*/ 505037 w 576156"/>
                  <a:gd name="connsiteY305" fmla="*/ 475403 h 619336"/>
                  <a:gd name="connsiteX306" fmla="*/ 516043 w 576156"/>
                  <a:gd name="connsiteY306" fmla="*/ 475403 h 619336"/>
                  <a:gd name="connsiteX307" fmla="*/ 521547 w 576156"/>
                  <a:gd name="connsiteY307" fmla="*/ 471170 h 619336"/>
                  <a:gd name="connsiteX308" fmla="*/ 532553 w 576156"/>
                  <a:gd name="connsiteY308" fmla="*/ 457200 h 619336"/>
                  <a:gd name="connsiteX309" fmla="*/ 545253 w 576156"/>
                  <a:gd name="connsiteY309" fmla="*/ 443653 h 619336"/>
                  <a:gd name="connsiteX310" fmla="*/ 543983 w 576156"/>
                  <a:gd name="connsiteY310" fmla="*/ 427990 h 619336"/>
                  <a:gd name="connsiteX311" fmla="*/ 554990 w 576156"/>
                  <a:gd name="connsiteY311" fmla="*/ 414020 h 619336"/>
                  <a:gd name="connsiteX312" fmla="*/ 554990 w 576156"/>
                  <a:gd name="connsiteY312" fmla="*/ 411480 h 619336"/>
                  <a:gd name="connsiteX313" fmla="*/ 563457 w 576156"/>
                  <a:gd name="connsiteY313" fmla="*/ 397510 h 619336"/>
                  <a:gd name="connsiteX314" fmla="*/ 574887 w 576156"/>
                  <a:gd name="connsiteY314" fmla="*/ 383540 h 619336"/>
                  <a:gd name="connsiteX315" fmla="*/ 571923 w 576156"/>
                  <a:gd name="connsiteY315" fmla="*/ 368300 h 619336"/>
                  <a:gd name="connsiteX316" fmla="*/ 574887 w 576156"/>
                  <a:gd name="connsiteY316" fmla="*/ 354330 h 619336"/>
                  <a:gd name="connsiteX317" fmla="*/ 569383 w 576156"/>
                  <a:gd name="connsiteY317" fmla="*/ 340360 h 619336"/>
                  <a:gd name="connsiteX318" fmla="*/ 567690 w 576156"/>
                  <a:gd name="connsiteY318" fmla="*/ 336127 h 619336"/>
                  <a:gd name="connsiteX319" fmla="*/ 559223 w 576156"/>
                  <a:gd name="connsiteY319" fmla="*/ 322157 h 619336"/>
                  <a:gd name="connsiteX320" fmla="*/ 554990 w 576156"/>
                  <a:gd name="connsiteY320" fmla="*/ 314960 h 619336"/>
                  <a:gd name="connsiteX321" fmla="*/ 569383 w 576156"/>
                  <a:gd name="connsiteY321" fmla="*/ 308187 h 619336"/>
                  <a:gd name="connsiteX322" fmla="*/ 566420 w 576156"/>
                  <a:gd name="connsiteY322" fmla="*/ 300990 h 619336"/>
                  <a:gd name="connsiteX323" fmla="*/ 566420 w 576156"/>
                  <a:gd name="connsiteY323" fmla="*/ 297180 h 619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576156" h="619336">
                    <a:moveTo>
                      <a:pt x="571923" y="294217"/>
                    </a:moveTo>
                    <a:lnTo>
                      <a:pt x="576157" y="281517"/>
                    </a:lnTo>
                    <a:lnTo>
                      <a:pt x="562187" y="271780"/>
                    </a:lnTo>
                    <a:lnTo>
                      <a:pt x="557953" y="263737"/>
                    </a:lnTo>
                    <a:lnTo>
                      <a:pt x="557953" y="256540"/>
                    </a:lnTo>
                    <a:lnTo>
                      <a:pt x="559223" y="249343"/>
                    </a:lnTo>
                    <a:lnTo>
                      <a:pt x="559223" y="235373"/>
                    </a:lnTo>
                    <a:lnTo>
                      <a:pt x="545253" y="228600"/>
                    </a:lnTo>
                    <a:lnTo>
                      <a:pt x="548217" y="214630"/>
                    </a:lnTo>
                    <a:lnTo>
                      <a:pt x="562187" y="213360"/>
                    </a:lnTo>
                    <a:lnTo>
                      <a:pt x="576157" y="207857"/>
                    </a:lnTo>
                    <a:lnTo>
                      <a:pt x="562187" y="198120"/>
                    </a:lnTo>
                    <a:lnTo>
                      <a:pt x="562187" y="196427"/>
                    </a:lnTo>
                    <a:lnTo>
                      <a:pt x="552450" y="193887"/>
                    </a:lnTo>
                    <a:lnTo>
                      <a:pt x="548217" y="201930"/>
                    </a:lnTo>
                    <a:lnTo>
                      <a:pt x="546523" y="201930"/>
                    </a:lnTo>
                    <a:lnTo>
                      <a:pt x="532553" y="203623"/>
                    </a:lnTo>
                    <a:lnTo>
                      <a:pt x="519007" y="204893"/>
                    </a:lnTo>
                    <a:lnTo>
                      <a:pt x="513503" y="198120"/>
                    </a:lnTo>
                    <a:lnTo>
                      <a:pt x="514773" y="183727"/>
                    </a:lnTo>
                    <a:lnTo>
                      <a:pt x="505037" y="183727"/>
                    </a:lnTo>
                    <a:lnTo>
                      <a:pt x="491067" y="170180"/>
                    </a:lnTo>
                    <a:lnTo>
                      <a:pt x="491067" y="160443"/>
                    </a:lnTo>
                    <a:lnTo>
                      <a:pt x="479637" y="149013"/>
                    </a:lnTo>
                    <a:lnTo>
                      <a:pt x="464397" y="151977"/>
                    </a:lnTo>
                    <a:lnTo>
                      <a:pt x="450427" y="158750"/>
                    </a:lnTo>
                    <a:lnTo>
                      <a:pt x="449157" y="162983"/>
                    </a:lnTo>
                    <a:lnTo>
                      <a:pt x="454660" y="171450"/>
                    </a:lnTo>
                    <a:lnTo>
                      <a:pt x="441960" y="185420"/>
                    </a:lnTo>
                    <a:lnTo>
                      <a:pt x="439420" y="187960"/>
                    </a:lnTo>
                    <a:lnTo>
                      <a:pt x="435187" y="189653"/>
                    </a:lnTo>
                    <a:lnTo>
                      <a:pt x="430953" y="192193"/>
                    </a:lnTo>
                    <a:lnTo>
                      <a:pt x="432223" y="195157"/>
                    </a:lnTo>
                    <a:lnTo>
                      <a:pt x="427990" y="193887"/>
                    </a:lnTo>
                    <a:lnTo>
                      <a:pt x="418253" y="190923"/>
                    </a:lnTo>
                    <a:lnTo>
                      <a:pt x="415713" y="189653"/>
                    </a:lnTo>
                    <a:lnTo>
                      <a:pt x="401743" y="192193"/>
                    </a:lnTo>
                    <a:lnTo>
                      <a:pt x="387773" y="183727"/>
                    </a:lnTo>
                    <a:lnTo>
                      <a:pt x="384810" y="179917"/>
                    </a:lnTo>
                    <a:lnTo>
                      <a:pt x="383540" y="181187"/>
                    </a:lnTo>
                    <a:lnTo>
                      <a:pt x="369570" y="181187"/>
                    </a:lnTo>
                    <a:lnTo>
                      <a:pt x="364067" y="165947"/>
                    </a:lnTo>
                    <a:lnTo>
                      <a:pt x="356870" y="164253"/>
                    </a:lnTo>
                    <a:lnTo>
                      <a:pt x="351367" y="158750"/>
                    </a:lnTo>
                    <a:lnTo>
                      <a:pt x="337397" y="147743"/>
                    </a:lnTo>
                    <a:lnTo>
                      <a:pt x="334857" y="144780"/>
                    </a:lnTo>
                    <a:lnTo>
                      <a:pt x="340360" y="136313"/>
                    </a:lnTo>
                    <a:lnTo>
                      <a:pt x="345863" y="135043"/>
                    </a:lnTo>
                    <a:lnTo>
                      <a:pt x="359833" y="128270"/>
                    </a:lnTo>
                    <a:lnTo>
                      <a:pt x="373803" y="125307"/>
                    </a:lnTo>
                    <a:lnTo>
                      <a:pt x="376343" y="122767"/>
                    </a:lnTo>
                    <a:lnTo>
                      <a:pt x="390737" y="115570"/>
                    </a:lnTo>
                    <a:lnTo>
                      <a:pt x="386503" y="114300"/>
                    </a:lnTo>
                    <a:lnTo>
                      <a:pt x="372533" y="100330"/>
                    </a:lnTo>
                    <a:lnTo>
                      <a:pt x="386503" y="101600"/>
                    </a:lnTo>
                    <a:lnTo>
                      <a:pt x="400473" y="93133"/>
                    </a:lnTo>
                    <a:lnTo>
                      <a:pt x="415713" y="85090"/>
                    </a:lnTo>
                    <a:lnTo>
                      <a:pt x="422487" y="80857"/>
                    </a:lnTo>
                    <a:lnTo>
                      <a:pt x="424180" y="80857"/>
                    </a:lnTo>
                    <a:lnTo>
                      <a:pt x="424180" y="79163"/>
                    </a:lnTo>
                    <a:lnTo>
                      <a:pt x="426720" y="76623"/>
                    </a:lnTo>
                    <a:lnTo>
                      <a:pt x="433917" y="62653"/>
                    </a:lnTo>
                    <a:lnTo>
                      <a:pt x="435187" y="58420"/>
                    </a:lnTo>
                    <a:lnTo>
                      <a:pt x="437727" y="54187"/>
                    </a:lnTo>
                    <a:lnTo>
                      <a:pt x="440690" y="48683"/>
                    </a:lnTo>
                    <a:lnTo>
                      <a:pt x="454660" y="43180"/>
                    </a:lnTo>
                    <a:lnTo>
                      <a:pt x="456353" y="43180"/>
                    </a:lnTo>
                    <a:lnTo>
                      <a:pt x="465667" y="33443"/>
                    </a:lnTo>
                    <a:lnTo>
                      <a:pt x="479637" y="26247"/>
                    </a:lnTo>
                    <a:lnTo>
                      <a:pt x="493607" y="13547"/>
                    </a:lnTo>
                    <a:lnTo>
                      <a:pt x="479637" y="9737"/>
                    </a:lnTo>
                    <a:lnTo>
                      <a:pt x="465667" y="0"/>
                    </a:lnTo>
                    <a:lnTo>
                      <a:pt x="451697" y="6773"/>
                    </a:lnTo>
                    <a:lnTo>
                      <a:pt x="437727" y="9737"/>
                    </a:lnTo>
                    <a:lnTo>
                      <a:pt x="422487" y="18203"/>
                    </a:lnTo>
                    <a:lnTo>
                      <a:pt x="432223" y="33443"/>
                    </a:lnTo>
                    <a:lnTo>
                      <a:pt x="427990" y="47413"/>
                    </a:lnTo>
                    <a:lnTo>
                      <a:pt x="414443" y="54187"/>
                    </a:lnTo>
                    <a:lnTo>
                      <a:pt x="408517" y="54187"/>
                    </a:lnTo>
                    <a:lnTo>
                      <a:pt x="408517" y="45720"/>
                    </a:lnTo>
                    <a:lnTo>
                      <a:pt x="422487" y="38947"/>
                    </a:lnTo>
                    <a:lnTo>
                      <a:pt x="416983" y="24977"/>
                    </a:lnTo>
                    <a:lnTo>
                      <a:pt x="410210" y="11007"/>
                    </a:lnTo>
                    <a:lnTo>
                      <a:pt x="396240" y="13547"/>
                    </a:lnTo>
                    <a:lnTo>
                      <a:pt x="400473" y="27940"/>
                    </a:lnTo>
                    <a:lnTo>
                      <a:pt x="386503" y="27940"/>
                    </a:lnTo>
                    <a:lnTo>
                      <a:pt x="372533" y="20743"/>
                    </a:lnTo>
                    <a:lnTo>
                      <a:pt x="358563" y="27940"/>
                    </a:lnTo>
                    <a:lnTo>
                      <a:pt x="342900" y="30480"/>
                    </a:lnTo>
                    <a:lnTo>
                      <a:pt x="329353" y="30480"/>
                    </a:lnTo>
                    <a:lnTo>
                      <a:pt x="320887" y="44450"/>
                    </a:lnTo>
                    <a:lnTo>
                      <a:pt x="306917" y="54187"/>
                    </a:lnTo>
                    <a:lnTo>
                      <a:pt x="305223" y="65193"/>
                    </a:lnTo>
                    <a:lnTo>
                      <a:pt x="312420" y="79163"/>
                    </a:lnTo>
                    <a:lnTo>
                      <a:pt x="296757" y="77893"/>
                    </a:lnTo>
                    <a:lnTo>
                      <a:pt x="299720" y="93133"/>
                    </a:lnTo>
                    <a:lnTo>
                      <a:pt x="285750" y="90593"/>
                    </a:lnTo>
                    <a:lnTo>
                      <a:pt x="270510" y="94827"/>
                    </a:lnTo>
                    <a:lnTo>
                      <a:pt x="262043" y="108797"/>
                    </a:lnTo>
                    <a:lnTo>
                      <a:pt x="276013" y="114300"/>
                    </a:lnTo>
                    <a:lnTo>
                      <a:pt x="291253" y="114300"/>
                    </a:lnTo>
                    <a:lnTo>
                      <a:pt x="305223" y="119803"/>
                    </a:lnTo>
                    <a:lnTo>
                      <a:pt x="319193" y="116840"/>
                    </a:lnTo>
                    <a:lnTo>
                      <a:pt x="333163" y="118533"/>
                    </a:lnTo>
                    <a:lnTo>
                      <a:pt x="327660" y="132503"/>
                    </a:lnTo>
                    <a:lnTo>
                      <a:pt x="319193" y="136313"/>
                    </a:lnTo>
                    <a:lnTo>
                      <a:pt x="305223" y="138007"/>
                    </a:lnTo>
                    <a:lnTo>
                      <a:pt x="295487" y="138007"/>
                    </a:lnTo>
                    <a:lnTo>
                      <a:pt x="281940" y="149013"/>
                    </a:lnTo>
                    <a:lnTo>
                      <a:pt x="271780" y="160443"/>
                    </a:lnTo>
                    <a:lnTo>
                      <a:pt x="287443" y="168487"/>
                    </a:lnTo>
                    <a:lnTo>
                      <a:pt x="271780" y="176953"/>
                    </a:lnTo>
                    <a:lnTo>
                      <a:pt x="257810" y="171450"/>
                    </a:lnTo>
                    <a:lnTo>
                      <a:pt x="243840" y="172720"/>
                    </a:lnTo>
                    <a:lnTo>
                      <a:pt x="228600" y="167217"/>
                    </a:lnTo>
                    <a:lnTo>
                      <a:pt x="214630" y="172720"/>
                    </a:lnTo>
                    <a:lnTo>
                      <a:pt x="206587" y="186690"/>
                    </a:lnTo>
                    <a:lnTo>
                      <a:pt x="204893" y="190923"/>
                    </a:lnTo>
                    <a:lnTo>
                      <a:pt x="204893" y="187960"/>
                    </a:lnTo>
                    <a:lnTo>
                      <a:pt x="199390" y="174413"/>
                    </a:lnTo>
                    <a:lnTo>
                      <a:pt x="185420" y="162983"/>
                    </a:lnTo>
                    <a:lnTo>
                      <a:pt x="170180" y="164253"/>
                    </a:lnTo>
                    <a:lnTo>
                      <a:pt x="156210" y="162983"/>
                    </a:lnTo>
                    <a:lnTo>
                      <a:pt x="142240" y="162983"/>
                    </a:lnTo>
                    <a:lnTo>
                      <a:pt x="128270" y="172720"/>
                    </a:lnTo>
                    <a:lnTo>
                      <a:pt x="117263" y="171450"/>
                    </a:lnTo>
                    <a:lnTo>
                      <a:pt x="102023" y="178223"/>
                    </a:lnTo>
                    <a:lnTo>
                      <a:pt x="100330" y="164253"/>
                    </a:lnTo>
                    <a:lnTo>
                      <a:pt x="91863" y="178223"/>
                    </a:lnTo>
                    <a:lnTo>
                      <a:pt x="88053" y="192193"/>
                    </a:lnTo>
                    <a:lnTo>
                      <a:pt x="99060" y="178223"/>
                    </a:lnTo>
                    <a:lnTo>
                      <a:pt x="105833" y="187960"/>
                    </a:lnTo>
                    <a:lnTo>
                      <a:pt x="100330" y="201930"/>
                    </a:lnTo>
                    <a:lnTo>
                      <a:pt x="114300" y="198120"/>
                    </a:lnTo>
                    <a:lnTo>
                      <a:pt x="113030" y="213360"/>
                    </a:lnTo>
                    <a:lnTo>
                      <a:pt x="118533" y="227330"/>
                    </a:lnTo>
                    <a:lnTo>
                      <a:pt x="115570" y="221827"/>
                    </a:lnTo>
                    <a:lnTo>
                      <a:pt x="102023" y="228600"/>
                    </a:lnTo>
                    <a:lnTo>
                      <a:pt x="103293" y="235373"/>
                    </a:lnTo>
                    <a:lnTo>
                      <a:pt x="117263" y="232833"/>
                    </a:lnTo>
                    <a:lnTo>
                      <a:pt x="131233" y="228600"/>
                    </a:lnTo>
                    <a:lnTo>
                      <a:pt x="145203" y="232833"/>
                    </a:lnTo>
                    <a:lnTo>
                      <a:pt x="142240" y="246803"/>
                    </a:lnTo>
                    <a:lnTo>
                      <a:pt x="127000" y="246803"/>
                    </a:lnTo>
                    <a:lnTo>
                      <a:pt x="113030" y="249343"/>
                    </a:lnTo>
                    <a:lnTo>
                      <a:pt x="99060" y="260773"/>
                    </a:lnTo>
                    <a:lnTo>
                      <a:pt x="110067" y="274743"/>
                    </a:lnTo>
                    <a:lnTo>
                      <a:pt x="124037" y="276013"/>
                    </a:lnTo>
                    <a:lnTo>
                      <a:pt x="115570" y="277707"/>
                    </a:lnTo>
                    <a:lnTo>
                      <a:pt x="102023" y="274743"/>
                    </a:lnTo>
                    <a:lnTo>
                      <a:pt x="86360" y="276013"/>
                    </a:lnTo>
                    <a:lnTo>
                      <a:pt x="86360" y="281517"/>
                    </a:lnTo>
                    <a:lnTo>
                      <a:pt x="85090" y="285750"/>
                    </a:lnTo>
                    <a:lnTo>
                      <a:pt x="82127" y="281517"/>
                    </a:lnTo>
                    <a:lnTo>
                      <a:pt x="68157" y="288713"/>
                    </a:lnTo>
                    <a:lnTo>
                      <a:pt x="82127" y="298450"/>
                    </a:lnTo>
                    <a:lnTo>
                      <a:pt x="68157" y="308187"/>
                    </a:lnTo>
                    <a:lnTo>
                      <a:pt x="82127" y="312420"/>
                    </a:lnTo>
                    <a:lnTo>
                      <a:pt x="93557" y="305223"/>
                    </a:lnTo>
                    <a:lnTo>
                      <a:pt x="107527" y="306917"/>
                    </a:lnTo>
                    <a:lnTo>
                      <a:pt x="99060" y="320887"/>
                    </a:lnTo>
                    <a:lnTo>
                      <a:pt x="114300" y="322157"/>
                    </a:lnTo>
                    <a:lnTo>
                      <a:pt x="128270" y="322157"/>
                    </a:lnTo>
                    <a:lnTo>
                      <a:pt x="139700" y="336127"/>
                    </a:lnTo>
                    <a:lnTo>
                      <a:pt x="153247" y="334433"/>
                    </a:lnTo>
                    <a:lnTo>
                      <a:pt x="168487" y="333163"/>
                    </a:lnTo>
                    <a:lnTo>
                      <a:pt x="182880" y="333163"/>
                    </a:lnTo>
                    <a:lnTo>
                      <a:pt x="196427" y="330200"/>
                    </a:lnTo>
                    <a:lnTo>
                      <a:pt x="202353" y="337397"/>
                    </a:lnTo>
                    <a:lnTo>
                      <a:pt x="217593" y="337397"/>
                    </a:lnTo>
                    <a:lnTo>
                      <a:pt x="203623" y="348827"/>
                    </a:lnTo>
                    <a:lnTo>
                      <a:pt x="190923" y="352637"/>
                    </a:lnTo>
                    <a:lnTo>
                      <a:pt x="176953" y="351367"/>
                    </a:lnTo>
                    <a:lnTo>
                      <a:pt x="162983" y="358563"/>
                    </a:lnTo>
                    <a:lnTo>
                      <a:pt x="150707" y="372110"/>
                    </a:lnTo>
                    <a:lnTo>
                      <a:pt x="153247" y="386503"/>
                    </a:lnTo>
                    <a:lnTo>
                      <a:pt x="140547" y="400050"/>
                    </a:lnTo>
                    <a:lnTo>
                      <a:pt x="128270" y="414020"/>
                    </a:lnTo>
                    <a:lnTo>
                      <a:pt x="114300" y="419947"/>
                    </a:lnTo>
                    <a:lnTo>
                      <a:pt x="100330" y="430953"/>
                    </a:lnTo>
                    <a:lnTo>
                      <a:pt x="85090" y="441960"/>
                    </a:lnTo>
                    <a:lnTo>
                      <a:pt x="99060" y="439420"/>
                    </a:lnTo>
                    <a:lnTo>
                      <a:pt x="114300" y="435187"/>
                    </a:lnTo>
                    <a:lnTo>
                      <a:pt x="117263" y="433493"/>
                    </a:lnTo>
                    <a:lnTo>
                      <a:pt x="131233" y="430953"/>
                    </a:lnTo>
                    <a:lnTo>
                      <a:pt x="146473" y="435187"/>
                    </a:lnTo>
                    <a:lnTo>
                      <a:pt x="160443" y="436457"/>
                    </a:lnTo>
                    <a:lnTo>
                      <a:pt x="174413" y="433493"/>
                    </a:lnTo>
                    <a:lnTo>
                      <a:pt x="188383" y="419947"/>
                    </a:lnTo>
                    <a:lnTo>
                      <a:pt x="203623" y="408517"/>
                    </a:lnTo>
                    <a:lnTo>
                      <a:pt x="211667" y="421217"/>
                    </a:lnTo>
                    <a:lnTo>
                      <a:pt x="227330" y="425450"/>
                    </a:lnTo>
                    <a:lnTo>
                      <a:pt x="217593" y="426720"/>
                    </a:lnTo>
                    <a:lnTo>
                      <a:pt x="203623" y="427990"/>
                    </a:lnTo>
                    <a:lnTo>
                      <a:pt x="189653" y="433493"/>
                    </a:lnTo>
                    <a:lnTo>
                      <a:pt x="175683" y="435187"/>
                    </a:lnTo>
                    <a:lnTo>
                      <a:pt x="161713" y="440690"/>
                    </a:lnTo>
                    <a:lnTo>
                      <a:pt x="147743" y="440690"/>
                    </a:lnTo>
                    <a:lnTo>
                      <a:pt x="146473" y="440690"/>
                    </a:lnTo>
                    <a:lnTo>
                      <a:pt x="139700" y="440690"/>
                    </a:lnTo>
                    <a:lnTo>
                      <a:pt x="125307" y="441960"/>
                    </a:lnTo>
                    <a:lnTo>
                      <a:pt x="110067" y="441960"/>
                    </a:lnTo>
                    <a:lnTo>
                      <a:pt x="100330" y="455930"/>
                    </a:lnTo>
                    <a:lnTo>
                      <a:pt x="86360" y="463127"/>
                    </a:lnTo>
                    <a:lnTo>
                      <a:pt x="72390" y="464397"/>
                    </a:lnTo>
                    <a:lnTo>
                      <a:pt x="82127" y="479637"/>
                    </a:lnTo>
                    <a:lnTo>
                      <a:pt x="88053" y="493607"/>
                    </a:lnTo>
                    <a:lnTo>
                      <a:pt x="74083" y="495300"/>
                    </a:lnTo>
                    <a:lnTo>
                      <a:pt x="59690" y="492337"/>
                    </a:lnTo>
                    <a:lnTo>
                      <a:pt x="57150" y="483870"/>
                    </a:lnTo>
                    <a:lnTo>
                      <a:pt x="43180" y="495300"/>
                    </a:lnTo>
                    <a:lnTo>
                      <a:pt x="29210" y="489373"/>
                    </a:lnTo>
                    <a:lnTo>
                      <a:pt x="13970" y="496570"/>
                    </a:lnTo>
                    <a:lnTo>
                      <a:pt x="0" y="503343"/>
                    </a:lnTo>
                    <a:lnTo>
                      <a:pt x="1270" y="517313"/>
                    </a:lnTo>
                    <a:lnTo>
                      <a:pt x="15240" y="514773"/>
                    </a:lnTo>
                    <a:lnTo>
                      <a:pt x="29210" y="513080"/>
                    </a:lnTo>
                    <a:lnTo>
                      <a:pt x="43180" y="513080"/>
                    </a:lnTo>
                    <a:lnTo>
                      <a:pt x="58420" y="510540"/>
                    </a:lnTo>
                    <a:lnTo>
                      <a:pt x="69850" y="508847"/>
                    </a:lnTo>
                    <a:lnTo>
                      <a:pt x="83397" y="513080"/>
                    </a:lnTo>
                    <a:lnTo>
                      <a:pt x="69850" y="511810"/>
                    </a:lnTo>
                    <a:lnTo>
                      <a:pt x="55457" y="525780"/>
                    </a:lnTo>
                    <a:lnTo>
                      <a:pt x="52917" y="525780"/>
                    </a:lnTo>
                    <a:lnTo>
                      <a:pt x="38947" y="528743"/>
                    </a:lnTo>
                    <a:lnTo>
                      <a:pt x="23707" y="534247"/>
                    </a:lnTo>
                    <a:lnTo>
                      <a:pt x="18203" y="548217"/>
                    </a:lnTo>
                    <a:lnTo>
                      <a:pt x="4233" y="553720"/>
                    </a:lnTo>
                    <a:lnTo>
                      <a:pt x="8467" y="567690"/>
                    </a:lnTo>
                    <a:lnTo>
                      <a:pt x="22013" y="567690"/>
                    </a:lnTo>
                    <a:lnTo>
                      <a:pt x="35983" y="573193"/>
                    </a:lnTo>
                    <a:lnTo>
                      <a:pt x="51647" y="568960"/>
                    </a:lnTo>
                    <a:lnTo>
                      <a:pt x="54187" y="567690"/>
                    </a:lnTo>
                    <a:lnTo>
                      <a:pt x="68157" y="564727"/>
                    </a:lnTo>
                    <a:lnTo>
                      <a:pt x="82127" y="557953"/>
                    </a:lnTo>
                    <a:lnTo>
                      <a:pt x="97367" y="557953"/>
                    </a:lnTo>
                    <a:lnTo>
                      <a:pt x="82127" y="562187"/>
                    </a:lnTo>
                    <a:lnTo>
                      <a:pt x="68157" y="573193"/>
                    </a:lnTo>
                    <a:lnTo>
                      <a:pt x="62653" y="571923"/>
                    </a:lnTo>
                    <a:lnTo>
                      <a:pt x="48683" y="584200"/>
                    </a:lnTo>
                    <a:lnTo>
                      <a:pt x="47413" y="585893"/>
                    </a:lnTo>
                    <a:lnTo>
                      <a:pt x="33443" y="598170"/>
                    </a:lnTo>
                    <a:lnTo>
                      <a:pt x="47413" y="596900"/>
                    </a:lnTo>
                    <a:lnTo>
                      <a:pt x="59690" y="590127"/>
                    </a:lnTo>
                    <a:lnTo>
                      <a:pt x="74083" y="588433"/>
                    </a:lnTo>
                    <a:lnTo>
                      <a:pt x="88053" y="585893"/>
                    </a:lnTo>
                    <a:lnTo>
                      <a:pt x="102023" y="579967"/>
                    </a:lnTo>
                    <a:lnTo>
                      <a:pt x="117263" y="584200"/>
                    </a:lnTo>
                    <a:lnTo>
                      <a:pt x="103293" y="588433"/>
                    </a:lnTo>
                    <a:lnTo>
                      <a:pt x="89323" y="593937"/>
                    </a:lnTo>
                    <a:lnTo>
                      <a:pt x="74083" y="605367"/>
                    </a:lnTo>
                    <a:lnTo>
                      <a:pt x="89323" y="599863"/>
                    </a:lnTo>
                    <a:lnTo>
                      <a:pt x="103293" y="596900"/>
                    </a:lnTo>
                    <a:lnTo>
                      <a:pt x="89323" y="605367"/>
                    </a:lnTo>
                    <a:lnTo>
                      <a:pt x="77893" y="619337"/>
                    </a:lnTo>
                    <a:lnTo>
                      <a:pt x="91863" y="613833"/>
                    </a:lnTo>
                    <a:lnTo>
                      <a:pt x="105833" y="610870"/>
                    </a:lnTo>
                    <a:lnTo>
                      <a:pt x="121497" y="612140"/>
                    </a:lnTo>
                    <a:lnTo>
                      <a:pt x="135043" y="613833"/>
                    </a:lnTo>
                    <a:lnTo>
                      <a:pt x="149013" y="609600"/>
                    </a:lnTo>
                    <a:lnTo>
                      <a:pt x="162983" y="605367"/>
                    </a:lnTo>
                    <a:lnTo>
                      <a:pt x="176953" y="604097"/>
                    </a:lnTo>
                    <a:lnTo>
                      <a:pt x="190923" y="599863"/>
                    </a:lnTo>
                    <a:lnTo>
                      <a:pt x="206587" y="601133"/>
                    </a:lnTo>
                    <a:lnTo>
                      <a:pt x="220133" y="591397"/>
                    </a:lnTo>
                    <a:lnTo>
                      <a:pt x="234103" y="595630"/>
                    </a:lnTo>
                    <a:lnTo>
                      <a:pt x="243840" y="581660"/>
                    </a:lnTo>
                    <a:lnTo>
                      <a:pt x="251037" y="579967"/>
                    </a:lnTo>
                    <a:lnTo>
                      <a:pt x="265007" y="574463"/>
                    </a:lnTo>
                    <a:lnTo>
                      <a:pt x="266277" y="560493"/>
                    </a:lnTo>
                    <a:lnTo>
                      <a:pt x="252307" y="552450"/>
                    </a:lnTo>
                    <a:lnTo>
                      <a:pt x="257810" y="549487"/>
                    </a:lnTo>
                    <a:lnTo>
                      <a:pt x="267547" y="549487"/>
                    </a:lnTo>
                    <a:lnTo>
                      <a:pt x="269240" y="549487"/>
                    </a:lnTo>
                    <a:lnTo>
                      <a:pt x="283210" y="550757"/>
                    </a:lnTo>
                    <a:lnTo>
                      <a:pt x="277707" y="564727"/>
                    </a:lnTo>
                    <a:lnTo>
                      <a:pt x="292947" y="563457"/>
                    </a:lnTo>
                    <a:lnTo>
                      <a:pt x="306917" y="554990"/>
                    </a:lnTo>
                    <a:lnTo>
                      <a:pt x="320887" y="550757"/>
                    </a:lnTo>
                    <a:lnTo>
                      <a:pt x="326390" y="536787"/>
                    </a:lnTo>
                    <a:lnTo>
                      <a:pt x="327660" y="536787"/>
                    </a:lnTo>
                    <a:lnTo>
                      <a:pt x="333163" y="541020"/>
                    </a:lnTo>
                    <a:lnTo>
                      <a:pt x="347133" y="536787"/>
                    </a:lnTo>
                    <a:lnTo>
                      <a:pt x="361103" y="532553"/>
                    </a:lnTo>
                    <a:lnTo>
                      <a:pt x="359833" y="518583"/>
                    </a:lnTo>
                    <a:lnTo>
                      <a:pt x="364067" y="517313"/>
                    </a:lnTo>
                    <a:lnTo>
                      <a:pt x="370840" y="517313"/>
                    </a:lnTo>
                    <a:lnTo>
                      <a:pt x="386503" y="513080"/>
                    </a:lnTo>
                    <a:lnTo>
                      <a:pt x="400473" y="510540"/>
                    </a:lnTo>
                    <a:lnTo>
                      <a:pt x="412750" y="511810"/>
                    </a:lnTo>
                    <a:lnTo>
                      <a:pt x="426720" y="511810"/>
                    </a:lnTo>
                    <a:lnTo>
                      <a:pt x="440690" y="503343"/>
                    </a:lnTo>
                    <a:lnTo>
                      <a:pt x="440690" y="489373"/>
                    </a:lnTo>
                    <a:lnTo>
                      <a:pt x="439420" y="488103"/>
                    </a:lnTo>
                    <a:lnTo>
                      <a:pt x="440690" y="488103"/>
                    </a:lnTo>
                    <a:lnTo>
                      <a:pt x="440690" y="486833"/>
                    </a:lnTo>
                    <a:lnTo>
                      <a:pt x="441960" y="488103"/>
                    </a:lnTo>
                    <a:lnTo>
                      <a:pt x="441960" y="493607"/>
                    </a:lnTo>
                    <a:lnTo>
                      <a:pt x="453390" y="507577"/>
                    </a:lnTo>
                    <a:lnTo>
                      <a:pt x="467360" y="499110"/>
                    </a:lnTo>
                    <a:lnTo>
                      <a:pt x="481330" y="500803"/>
                    </a:lnTo>
                    <a:lnTo>
                      <a:pt x="496570" y="503343"/>
                    </a:lnTo>
                    <a:lnTo>
                      <a:pt x="510540" y="503343"/>
                    </a:lnTo>
                    <a:lnTo>
                      <a:pt x="524510" y="496570"/>
                    </a:lnTo>
                    <a:lnTo>
                      <a:pt x="519007" y="480907"/>
                    </a:lnTo>
                    <a:lnTo>
                      <a:pt x="505037" y="475403"/>
                    </a:lnTo>
                    <a:lnTo>
                      <a:pt x="516043" y="475403"/>
                    </a:lnTo>
                    <a:lnTo>
                      <a:pt x="521547" y="471170"/>
                    </a:lnTo>
                    <a:lnTo>
                      <a:pt x="532553" y="457200"/>
                    </a:lnTo>
                    <a:lnTo>
                      <a:pt x="545253" y="443653"/>
                    </a:lnTo>
                    <a:lnTo>
                      <a:pt x="543983" y="427990"/>
                    </a:lnTo>
                    <a:lnTo>
                      <a:pt x="554990" y="414020"/>
                    </a:lnTo>
                    <a:lnTo>
                      <a:pt x="554990" y="411480"/>
                    </a:lnTo>
                    <a:lnTo>
                      <a:pt x="563457" y="397510"/>
                    </a:lnTo>
                    <a:lnTo>
                      <a:pt x="574887" y="383540"/>
                    </a:lnTo>
                    <a:lnTo>
                      <a:pt x="571923" y="368300"/>
                    </a:lnTo>
                    <a:lnTo>
                      <a:pt x="574887" y="354330"/>
                    </a:lnTo>
                    <a:lnTo>
                      <a:pt x="569383" y="340360"/>
                    </a:lnTo>
                    <a:lnTo>
                      <a:pt x="567690" y="336127"/>
                    </a:lnTo>
                    <a:lnTo>
                      <a:pt x="559223" y="322157"/>
                    </a:lnTo>
                    <a:lnTo>
                      <a:pt x="554990" y="314960"/>
                    </a:lnTo>
                    <a:lnTo>
                      <a:pt x="569383" y="308187"/>
                    </a:lnTo>
                    <a:lnTo>
                      <a:pt x="566420" y="300990"/>
                    </a:lnTo>
                    <a:lnTo>
                      <a:pt x="566420" y="29718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6" name="Freeform 2415">
                <a:extLst>
                  <a:ext uri="{FF2B5EF4-FFF2-40B4-BE49-F238E27FC236}">
                    <a16:creationId xmlns:a16="http://schemas.microsoft.com/office/drawing/2014/main" id="{8F06D921-1042-A544-9E74-7119849AC28F}"/>
                  </a:ext>
                </a:extLst>
              </p:cNvPr>
              <p:cNvSpPr/>
              <p:nvPr/>
            </p:nvSpPr>
            <p:spPr>
              <a:xfrm>
                <a:off x="4691803" y="2665730"/>
                <a:ext cx="38100" cy="18203"/>
              </a:xfrm>
              <a:custGeom>
                <a:avLst/>
                <a:gdLst>
                  <a:gd name="connsiteX0" fmla="*/ 29633 w 38100"/>
                  <a:gd name="connsiteY0" fmla="*/ 18203 h 18203"/>
                  <a:gd name="connsiteX1" fmla="*/ 38100 w 38100"/>
                  <a:gd name="connsiteY1" fmla="*/ 13970 h 18203"/>
                  <a:gd name="connsiteX2" fmla="*/ 30903 w 38100"/>
                  <a:gd name="connsiteY2" fmla="*/ 0 h 18203"/>
                  <a:gd name="connsiteX3" fmla="*/ 29633 w 38100"/>
                  <a:gd name="connsiteY3" fmla="*/ 0 h 18203"/>
                  <a:gd name="connsiteX4" fmla="*/ 13970 w 38100"/>
                  <a:gd name="connsiteY4" fmla="*/ 1270 h 18203"/>
                  <a:gd name="connsiteX5" fmla="*/ 0 w 38100"/>
                  <a:gd name="connsiteY5" fmla="*/ 7197 h 18203"/>
                  <a:gd name="connsiteX6" fmla="*/ 13970 w 38100"/>
                  <a:gd name="connsiteY6" fmla="*/ 8467 h 18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100" h="18203">
                    <a:moveTo>
                      <a:pt x="29633" y="18203"/>
                    </a:moveTo>
                    <a:lnTo>
                      <a:pt x="38100" y="13970"/>
                    </a:lnTo>
                    <a:lnTo>
                      <a:pt x="30903" y="0"/>
                    </a:lnTo>
                    <a:lnTo>
                      <a:pt x="29633" y="0"/>
                    </a:lnTo>
                    <a:lnTo>
                      <a:pt x="13970" y="1270"/>
                    </a:lnTo>
                    <a:lnTo>
                      <a:pt x="0" y="7197"/>
                    </a:lnTo>
                    <a:lnTo>
                      <a:pt x="13970" y="846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7" name="Freeform 2416">
                <a:extLst>
                  <a:ext uri="{FF2B5EF4-FFF2-40B4-BE49-F238E27FC236}">
                    <a16:creationId xmlns:a16="http://schemas.microsoft.com/office/drawing/2014/main" id="{B2BD79CD-22F1-D44E-98A3-9771B8137550}"/>
                  </a:ext>
                </a:extLst>
              </p:cNvPr>
              <p:cNvSpPr/>
              <p:nvPr/>
            </p:nvSpPr>
            <p:spPr>
              <a:xfrm>
                <a:off x="4733713" y="2806700"/>
                <a:ext cx="13969" cy="7196"/>
              </a:xfrm>
              <a:custGeom>
                <a:avLst/>
                <a:gdLst>
                  <a:gd name="connsiteX0" fmla="*/ 13970 w 13969"/>
                  <a:gd name="connsiteY0" fmla="*/ 4233 h 7196"/>
                  <a:gd name="connsiteX1" fmla="*/ 0 w 13969"/>
                  <a:gd name="connsiteY1" fmla="*/ 0 h 7196"/>
                  <a:gd name="connsiteX2" fmla="*/ 13970 w 13969"/>
                  <a:gd name="connsiteY2" fmla="*/ 7197 h 7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9" h="7196">
                    <a:moveTo>
                      <a:pt x="13970" y="4233"/>
                    </a:moveTo>
                    <a:lnTo>
                      <a:pt x="0" y="0"/>
                    </a:lnTo>
                    <a:lnTo>
                      <a:pt x="13970" y="719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8" name="Freeform 2417">
                <a:extLst>
                  <a:ext uri="{FF2B5EF4-FFF2-40B4-BE49-F238E27FC236}">
                    <a16:creationId xmlns:a16="http://schemas.microsoft.com/office/drawing/2014/main" id="{EA2344C5-4676-2E4C-A907-0E0764F9254C}"/>
                  </a:ext>
                </a:extLst>
              </p:cNvPr>
              <p:cNvSpPr/>
              <p:nvPr/>
            </p:nvSpPr>
            <p:spPr>
              <a:xfrm>
                <a:off x="4923366" y="2509519"/>
                <a:ext cx="5926" cy="5926"/>
              </a:xfrm>
              <a:custGeom>
                <a:avLst/>
                <a:gdLst>
                  <a:gd name="connsiteX0" fmla="*/ 5927 w 5926"/>
                  <a:gd name="connsiteY0" fmla="*/ 0 h 5926"/>
                  <a:gd name="connsiteX1" fmla="*/ 0 w 5926"/>
                  <a:gd name="connsiteY1" fmla="*/ 0 h 5926"/>
                  <a:gd name="connsiteX2" fmla="*/ 1270 w 5926"/>
                  <a:gd name="connsiteY2" fmla="*/ 5927 h 5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26" h="5926">
                    <a:moveTo>
                      <a:pt x="5927" y="0"/>
                    </a:moveTo>
                    <a:lnTo>
                      <a:pt x="0" y="0"/>
                    </a:lnTo>
                    <a:lnTo>
                      <a:pt x="1270" y="592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419" name="Freeform 2418">
              <a:extLst>
                <a:ext uri="{FF2B5EF4-FFF2-40B4-BE49-F238E27FC236}">
                  <a16:creationId xmlns:a16="http://schemas.microsoft.com/office/drawing/2014/main" id="{173E5A2D-AFF2-A345-9CBE-1969D7A5C8E0}"/>
                </a:ext>
              </a:extLst>
            </p:cNvPr>
            <p:cNvSpPr/>
            <p:nvPr/>
          </p:nvSpPr>
          <p:spPr>
            <a:xfrm>
              <a:off x="7155603" y="3470910"/>
              <a:ext cx="994409" cy="429683"/>
            </a:xfrm>
            <a:custGeom>
              <a:avLst/>
              <a:gdLst>
                <a:gd name="connsiteX0" fmla="*/ 0 w 994409"/>
                <a:gd name="connsiteY0" fmla="*/ 284480 h 429683"/>
                <a:gd name="connsiteX1" fmla="*/ 8467 w 994409"/>
                <a:gd name="connsiteY1" fmla="*/ 270510 h 429683"/>
                <a:gd name="connsiteX2" fmla="*/ 9737 w 994409"/>
                <a:gd name="connsiteY2" fmla="*/ 268817 h 429683"/>
                <a:gd name="connsiteX3" fmla="*/ 15240 w 994409"/>
                <a:gd name="connsiteY3" fmla="*/ 260773 h 429683"/>
                <a:gd name="connsiteX4" fmla="*/ 15240 w 994409"/>
                <a:gd name="connsiteY4" fmla="*/ 256540 h 429683"/>
                <a:gd name="connsiteX5" fmla="*/ 15240 w 994409"/>
                <a:gd name="connsiteY5" fmla="*/ 255270 h 429683"/>
                <a:gd name="connsiteX6" fmla="*/ 2963 w 994409"/>
                <a:gd name="connsiteY6" fmla="*/ 246803 h 429683"/>
                <a:gd name="connsiteX7" fmla="*/ 4233 w 994409"/>
                <a:gd name="connsiteY7" fmla="*/ 241300 h 429683"/>
                <a:gd name="connsiteX8" fmla="*/ 18203 w 994409"/>
                <a:gd name="connsiteY8" fmla="*/ 242570 h 429683"/>
                <a:gd name="connsiteX9" fmla="*/ 24977 w 994409"/>
                <a:gd name="connsiteY9" fmla="*/ 241300 h 429683"/>
                <a:gd name="connsiteX10" fmla="*/ 26670 w 994409"/>
                <a:gd name="connsiteY10" fmla="*/ 239607 h 429683"/>
                <a:gd name="connsiteX11" fmla="*/ 26670 w 994409"/>
                <a:gd name="connsiteY11" fmla="*/ 238337 h 429683"/>
                <a:gd name="connsiteX12" fmla="*/ 41910 w 994409"/>
                <a:gd name="connsiteY12" fmla="*/ 241300 h 429683"/>
                <a:gd name="connsiteX13" fmla="*/ 55880 w 994409"/>
                <a:gd name="connsiteY13" fmla="*/ 239607 h 429683"/>
                <a:gd name="connsiteX14" fmla="*/ 60113 w 994409"/>
                <a:gd name="connsiteY14" fmla="*/ 246803 h 429683"/>
                <a:gd name="connsiteX15" fmla="*/ 61383 w 994409"/>
                <a:gd name="connsiteY15" fmla="*/ 249343 h 429683"/>
                <a:gd name="connsiteX16" fmla="*/ 71120 w 994409"/>
                <a:gd name="connsiteY16" fmla="*/ 263313 h 429683"/>
                <a:gd name="connsiteX17" fmla="*/ 86360 w 994409"/>
                <a:gd name="connsiteY17" fmla="*/ 266277 h 429683"/>
                <a:gd name="connsiteX18" fmla="*/ 86360 w 994409"/>
                <a:gd name="connsiteY18" fmla="*/ 280246 h 429683"/>
                <a:gd name="connsiteX19" fmla="*/ 83820 w 994409"/>
                <a:gd name="connsiteY19" fmla="*/ 284480 h 429683"/>
                <a:gd name="connsiteX20" fmla="*/ 97367 w 994409"/>
                <a:gd name="connsiteY20" fmla="*/ 281517 h 429683"/>
                <a:gd name="connsiteX21" fmla="*/ 111760 w 994409"/>
                <a:gd name="connsiteY21" fmla="*/ 267546 h 429683"/>
                <a:gd name="connsiteX22" fmla="*/ 121073 w 994409"/>
                <a:gd name="connsiteY22" fmla="*/ 253577 h 429683"/>
                <a:gd name="connsiteX23" fmla="*/ 117263 w 994409"/>
                <a:gd name="connsiteY23" fmla="*/ 246803 h 429683"/>
                <a:gd name="connsiteX24" fmla="*/ 121073 w 994409"/>
                <a:gd name="connsiteY24" fmla="*/ 232833 h 429683"/>
                <a:gd name="connsiteX25" fmla="*/ 135043 w 994409"/>
                <a:gd name="connsiteY25" fmla="*/ 241300 h 429683"/>
                <a:gd name="connsiteX26" fmla="*/ 138007 w 994409"/>
                <a:gd name="connsiteY26" fmla="*/ 237067 h 429683"/>
                <a:gd name="connsiteX27" fmla="*/ 149437 w 994409"/>
                <a:gd name="connsiteY27" fmla="*/ 238337 h 429683"/>
                <a:gd name="connsiteX28" fmla="*/ 150707 w 994409"/>
                <a:gd name="connsiteY28" fmla="*/ 238337 h 429683"/>
                <a:gd name="connsiteX29" fmla="*/ 165947 w 994409"/>
                <a:gd name="connsiteY29" fmla="*/ 243840 h 429683"/>
                <a:gd name="connsiteX30" fmla="*/ 179917 w 994409"/>
                <a:gd name="connsiteY30" fmla="*/ 243840 h 429683"/>
                <a:gd name="connsiteX31" fmla="*/ 174413 w 994409"/>
                <a:gd name="connsiteY31" fmla="*/ 246803 h 429683"/>
                <a:gd name="connsiteX32" fmla="*/ 181187 w 994409"/>
                <a:gd name="connsiteY32" fmla="*/ 249343 h 429683"/>
                <a:gd name="connsiteX33" fmla="*/ 181187 w 994409"/>
                <a:gd name="connsiteY33" fmla="*/ 251037 h 429683"/>
                <a:gd name="connsiteX34" fmla="*/ 195580 w 994409"/>
                <a:gd name="connsiteY34" fmla="*/ 265007 h 429683"/>
                <a:gd name="connsiteX35" fmla="*/ 210820 w 994409"/>
                <a:gd name="connsiteY35" fmla="*/ 260773 h 429683"/>
                <a:gd name="connsiteX36" fmla="*/ 224367 w 994409"/>
                <a:gd name="connsiteY36" fmla="*/ 263313 h 429683"/>
                <a:gd name="connsiteX37" fmla="*/ 226060 w 994409"/>
                <a:gd name="connsiteY37" fmla="*/ 263313 h 429683"/>
                <a:gd name="connsiteX38" fmla="*/ 240030 w 994409"/>
                <a:gd name="connsiteY38" fmla="*/ 255270 h 429683"/>
                <a:gd name="connsiteX39" fmla="*/ 245534 w 994409"/>
                <a:gd name="connsiteY39" fmla="*/ 246803 h 429683"/>
                <a:gd name="connsiteX40" fmla="*/ 259503 w 994409"/>
                <a:gd name="connsiteY40" fmla="*/ 245533 h 429683"/>
                <a:gd name="connsiteX41" fmla="*/ 273474 w 994409"/>
                <a:gd name="connsiteY41" fmla="*/ 234103 h 429683"/>
                <a:gd name="connsiteX42" fmla="*/ 287443 w 994409"/>
                <a:gd name="connsiteY42" fmla="*/ 232833 h 429683"/>
                <a:gd name="connsiteX43" fmla="*/ 301413 w 994409"/>
                <a:gd name="connsiteY43" fmla="*/ 234103 h 429683"/>
                <a:gd name="connsiteX44" fmla="*/ 316653 w 994409"/>
                <a:gd name="connsiteY44" fmla="*/ 228600 h 429683"/>
                <a:gd name="connsiteX45" fmla="*/ 330624 w 994409"/>
                <a:gd name="connsiteY45" fmla="*/ 227330 h 429683"/>
                <a:gd name="connsiteX46" fmla="*/ 344593 w 994409"/>
                <a:gd name="connsiteY46" fmla="*/ 228600 h 429683"/>
                <a:gd name="connsiteX47" fmla="*/ 345863 w 994409"/>
                <a:gd name="connsiteY47" fmla="*/ 228600 h 429683"/>
                <a:gd name="connsiteX48" fmla="*/ 347557 w 994409"/>
                <a:gd name="connsiteY48" fmla="*/ 229870 h 429683"/>
                <a:gd name="connsiteX49" fmla="*/ 348827 w 994409"/>
                <a:gd name="connsiteY49" fmla="*/ 227330 h 429683"/>
                <a:gd name="connsiteX50" fmla="*/ 344593 w 994409"/>
                <a:gd name="connsiteY50" fmla="*/ 214630 h 429683"/>
                <a:gd name="connsiteX51" fmla="*/ 359834 w 994409"/>
                <a:gd name="connsiteY51" fmla="*/ 215900 h 429683"/>
                <a:gd name="connsiteX52" fmla="*/ 373803 w 994409"/>
                <a:gd name="connsiteY52" fmla="*/ 215900 h 429683"/>
                <a:gd name="connsiteX53" fmla="*/ 387774 w 994409"/>
                <a:gd name="connsiteY53" fmla="*/ 224367 h 429683"/>
                <a:gd name="connsiteX54" fmla="*/ 394547 w 994409"/>
                <a:gd name="connsiteY54" fmla="*/ 224367 h 429683"/>
                <a:gd name="connsiteX55" fmla="*/ 408517 w 994409"/>
                <a:gd name="connsiteY55" fmla="*/ 217593 h 429683"/>
                <a:gd name="connsiteX56" fmla="*/ 421217 w 994409"/>
                <a:gd name="connsiteY56" fmla="*/ 218863 h 429683"/>
                <a:gd name="connsiteX57" fmla="*/ 424180 w 994409"/>
                <a:gd name="connsiteY57" fmla="*/ 232833 h 429683"/>
                <a:gd name="connsiteX58" fmla="*/ 438150 w 994409"/>
                <a:gd name="connsiteY58" fmla="*/ 245533 h 429683"/>
                <a:gd name="connsiteX59" fmla="*/ 440690 w 994409"/>
                <a:gd name="connsiteY59" fmla="*/ 246803 h 429683"/>
                <a:gd name="connsiteX60" fmla="*/ 454660 w 994409"/>
                <a:gd name="connsiteY60" fmla="*/ 252307 h 429683"/>
                <a:gd name="connsiteX61" fmla="*/ 460163 w 994409"/>
                <a:gd name="connsiteY61" fmla="*/ 246803 h 429683"/>
                <a:gd name="connsiteX62" fmla="*/ 458893 w 994409"/>
                <a:gd name="connsiteY62" fmla="*/ 232833 h 429683"/>
                <a:gd name="connsiteX63" fmla="*/ 463127 w 994409"/>
                <a:gd name="connsiteY63" fmla="*/ 218863 h 429683"/>
                <a:gd name="connsiteX64" fmla="*/ 449157 w 994409"/>
                <a:gd name="connsiteY64" fmla="*/ 212090 h 429683"/>
                <a:gd name="connsiteX65" fmla="*/ 443653 w 994409"/>
                <a:gd name="connsiteY65" fmla="*/ 203623 h 429683"/>
                <a:gd name="connsiteX66" fmla="*/ 450427 w 994409"/>
                <a:gd name="connsiteY66" fmla="*/ 192193 h 429683"/>
                <a:gd name="connsiteX67" fmla="*/ 452120 w 994409"/>
                <a:gd name="connsiteY67" fmla="*/ 190923 h 429683"/>
                <a:gd name="connsiteX68" fmla="*/ 453390 w 994409"/>
                <a:gd name="connsiteY68" fmla="*/ 189653 h 429683"/>
                <a:gd name="connsiteX69" fmla="*/ 443653 w 994409"/>
                <a:gd name="connsiteY69" fmla="*/ 175683 h 429683"/>
                <a:gd name="connsiteX70" fmla="*/ 433917 w 994409"/>
                <a:gd name="connsiteY70" fmla="*/ 167217 h 429683"/>
                <a:gd name="connsiteX71" fmla="*/ 421217 w 994409"/>
                <a:gd name="connsiteY71" fmla="*/ 153246 h 429683"/>
                <a:gd name="connsiteX72" fmla="*/ 429684 w 994409"/>
                <a:gd name="connsiteY72" fmla="*/ 139277 h 429683"/>
                <a:gd name="connsiteX73" fmla="*/ 442384 w 994409"/>
                <a:gd name="connsiteY73" fmla="*/ 130810 h 429683"/>
                <a:gd name="connsiteX74" fmla="*/ 454660 w 994409"/>
                <a:gd name="connsiteY74" fmla="*/ 122343 h 429683"/>
                <a:gd name="connsiteX75" fmla="*/ 457624 w 994409"/>
                <a:gd name="connsiteY75" fmla="*/ 121073 h 429683"/>
                <a:gd name="connsiteX76" fmla="*/ 472863 w 994409"/>
                <a:gd name="connsiteY76" fmla="*/ 116840 h 429683"/>
                <a:gd name="connsiteX77" fmla="*/ 486834 w 994409"/>
                <a:gd name="connsiteY77" fmla="*/ 115570 h 429683"/>
                <a:gd name="connsiteX78" fmla="*/ 502074 w 994409"/>
                <a:gd name="connsiteY78" fmla="*/ 105833 h 429683"/>
                <a:gd name="connsiteX79" fmla="*/ 506307 w 994409"/>
                <a:gd name="connsiteY79" fmla="*/ 99060 h 429683"/>
                <a:gd name="connsiteX80" fmla="*/ 506307 w 994409"/>
                <a:gd name="connsiteY80" fmla="*/ 88900 h 429683"/>
                <a:gd name="connsiteX81" fmla="*/ 507577 w 994409"/>
                <a:gd name="connsiteY81" fmla="*/ 75353 h 429683"/>
                <a:gd name="connsiteX82" fmla="*/ 507577 w 994409"/>
                <a:gd name="connsiteY82" fmla="*/ 72390 h 429683"/>
                <a:gd name="connsiteX83" fmla="*/ 509270 w 994409"/>
                <a:gd name="connsiteY83" fmla="*/ 72390 h 429683"/>
                <a:gd name="connsiteX84" fmla="*/ 513503 w 994409"/>
                <a:gd name="connsiteY84" fmla="*/ 71120 h 429683"/>
                <a:gd name="connsiteX85" fmla="*/ 516043 w 994409"/>
                <a:gd name="connsiteY85" fmla="*/ 71120 h 429683"/>
                <a:gd name="connsiteX86" fmla="*/ 530013 w 994409"/>
                <a:gd name="connsiteY86" fmla="*/ 73660 h 429683"/>
                <a:gd name="connsiteX87" fmla="*/ 543984 w 994409"/>
                <a:gd name="connsiteY87" fmla="*/ 80857 h 429683"/>
                <a:gd name="connsiteX88" fmla="*/ 555413 w 994409"/>
                <a:gd name="connsiteY88" fmla="*/ 66887 h 429683"/>
                <a:gd name="connsiteX89" fmla="*/ 555413 w 994409"/>
                <a:gd name="connsiteY89" fmla="*/ 52917 h 429683"/>
                <a:gd name="connsiteX90" fmla="*/ 557953 w 994409"/>
                <a:gd name="connsiteY90" fmla="*/ 38946 h 429683"/>
                <a:gd name="connsiteX91" fmla="*/ 571924 w 994409"/>
                <a:gd name="connsiteY91" fmla="*/ 45720 h 429683"/>
                <a:gd name="connsiteX92" fmla="*/ 585893 w 994409"/>
                <a:gd name="connsiteY92" fmla="*/ 55457 h 429683"/>
                <a:gd name="connsiteX93" fmla="*/ 599863 w 994409"/>
                <a:gd name="connsiteY93" fmla="*/ 68157 h 429683"/>
                <a:gd name="connsiteX94" fmla="*/ 615103 w 994409"/>
                <a:gd name="connsiteY94" fmla="*/ 71120 h 429683"/>
                <a:gd name="connsiteX95" fmla="*/ 629074 w 994409"/>
                <a:gd name="connsiteY95" fmla="*/ 71120 h 429683"/>
                <a:gd name="connsiteX96" fmla="*/ 634577 w 994409"/>
                <a:gd name="connsiteY96" fmla="*/ 68157 h 429683"/>
                <a:gd name="connsiteX97" fmla="*/ 640080 w 994409"/>
                <a:gd name="connsiteY97" fmla="*/ 59690 h 429683"/>
                <a:gd name="connsiteX98" fmla="*/ 654474 w 994409"/>
                <a:gd name="connsiteY98" fmla="*/ 65617 h 429683"/>
                <a:gd name="connsiteX99" fmla="*/ 668020 w 994409"/>
                <a:gd name="connsiteY99" fmla="*/ 69427 h 429683"/>
                <a:gd name="connsiteX100" fmla="*/ 669713 w 994409"/>
                <a:gd name="connsiteY100" fmla="*/ 71120 h 429683"/>
                <a:gd name="connsiteX101" fmla="*/ 672253 w 994409"/>
                <a:gd name="connsiteY101" fmla="*/ 55457 h 429683"/>
                <a:gd name="connsiteX102" fmla="*/ 683684 w 994409"/>
                <a:gd name="connsiteY102" fmla="*/ 41910 h 429683"/>
                <a:gd name="connsiteX103" fmla="*/ 697230 w 994409"/>
                <a:gd name="connsiteY103" fmla="*/ 38946 h 429683"/>
                <a:gd name="connsiteX104" fmla="*/ 704427 w 994409"/>
                <a:gd name="connsiteY104" fmla="*/ 38946 h 429683"/>
                <a:gd name="connsiteX105" fmla="*/ 703157 w 994409"/>
                <a:gd name="connsiteY105" fmla="*/ 30480 h 429683"/>
                <a:gd name="connsiteX106" fmla="*/ 707390 w 994409"/>
                <a:gd name="connsiteY106" fmla="*/ 16510 h 429683"/>
                <a:gd name="connsiteX107" fmla="*/ 707390 w 994409"/>
                <a:gd name="connsiteY107" fmla="*/ 2540 h 429683"/>
                <a:gd name="connsiteX108" fmla="*/ 707390 w 994409"/>
                <a:gd name="connsiteY108" fmla="*/ 0 h 429683"/>
                <a:gd name="connsiteX109" fmla="*/ 722630 w 994409"/>
                <a:gd name="connsiteY109" fmla="*/ 1270 h 429683"/>
                <a:gd name="connsiteX110" fmla="*/ 736600 w 994409"/>
                <a:gd name="connsiteY110" fmla="*/ 9737 h 429683"/>
                <a:gd name="connsiteX111" fmla="*/ 751840 w 994409"/>
                <a:gd name="connsiteY111" fmla="*/ 5503 h 429683"/>
                <a:gd name="connsiteX112" fmla="*/ 757343 w 994409"/>
                <a:gd name="connsiteY112" fmla="*/ 6773 h 429683"/>
                <a:gd name="connsiteX113" fmla="*/ 771313 w 994409"/>
                <a:gd name="connsiteY113" fmla="*/ 11007 h 429683"/>
                <a:gd name="connsiteX114" fmla="*/ 778510 w 994409"/>
                <a:gd name="connsiteY114" fmla="*/ 16510 h 429683"/>
                <a:gd name="connsiteX115" fmla="*/ 790787 w 994409"/>
                <a:gd name="connsiteY115" fmla="*/ 20743 h 429683"/>
                <a:gd name="connsiteX116" fmla="*/ 804757 w 994409"/>
                <a:gd name="connsiteY116" fmla="*/ 24977 h 429683"/>
                <a:gd name="connsiteX117" fmla="*/ 817457 w 994409"/>
                <a:gd name="connsiteY117" fmla="*/ 22013 h 429683"/>
                <a:gd name="connsiteX118" fmla="*/ 817457 w 994409"/>
                <a:gd name="connsiteY118" fmla="*/ 24977 h 429683"/>
                <a:gd name="connsiteX119" fmla="*/ 831427 w 994409"/>
                <a:gd name="connsiteY119" fmla="*/ 30480 h 429683"/>
                <a:gd name="connsiteX120" fmla="*/ 841163 w 994409"/>
                <a:gd name="connsiteY120" fmla="*/ 38946 h 429683"/>
                <a:gd name="connsiteX121" fmla="*/ 847937 w 994409"/>
                <a:gd name="connsiteY121" fmla="*/ 41910 h 429683"/>
                <a:gd name="connsiteX122" fmla="*/ 861907 w 994409"/>
                <a:gd name="connsiteY122" fmla="*/ 43180 h 429683"/>
                <a:gd name="connsiteX123" fmla="*/ 875877 w 994409"/>
                <a:gd name="connsiteY123" fmla="*/ 44450 h 429683"/>
                <a:gd name="connsiteX124" fmla="*/ 881380 w 994409"/>
                <a:gd name="connsiteY124" fmla="*/ 44450 h 429683"/>
                <a:gd name="connsiteX125" fmla="*/ 884343 w 994409"/>
                <a:gd name="connsiteY125" fmla="*/ 44450 h 429683"/>
                <a:gd name="connsiteX126" fmla="*/ 897043 w 994409"/>
                <a:gd name="connsiteY126" fmla="*/ 34713 h 429683"/>
                <a:gd name="connsiteX127" fmla="*/ 898313 w 994409"/>
                <a:gd name="connsiteY127" fmla="*/ 33443 h 429683"/>
                <a:gd name="connsiteX128" fmla="*/ 912284 w 994409"/>
                <a:gd name="connsiteY128" fmla="*/ 34713 h 429683"/>
                <a:gd name="connsiteX129" fmla="*/ 920750 w 994409"/>
                <a:gd name="connsiteY129" fmla="*/ 37677 h 429683"/>
                <a:gd name="connsiteX130" fmla="*/ 934720 w 994409"/>
                <a:gd name="connsiteY130" fmla="*/ 44450 h 429683"/>
                <a:gd name="connsiteX131" fmla="*/ 948690 w 994409"/>
                <a:gd name="connsiteY131" fmla="*/ 48683 h 429683"/>
                <a:gd name="connsiteX132" fmla="*/ 951230 w 994409"/>
                <a:gd name="connsiteY132" fmla="*/ 47413 h 429683"/>
                <a:gd name="connsiteX133" fmla="*/ 952924 w 994409"/>
                <a:gd name="connsiteY133" fmla="*/ 45720 h 429683"/>
                <a:gd name="connsiteX134" fmla="*/ 959697 w 994409"/>
                <a:gd name="connsiteY134" fmla="*/ 61383 h 429683"/>
                <a:gd name="connsiteX135" fmla="*/ 962660 w 994409"/>
                <a:gd name="connsiteY135" fmla="*/ 63923 h 429683"/>
                <a:gd name="connsiteX136" fmla="*/ 962660 w 994409"/>
                <a:gd name="connsiteY136" fmla="*/ 77893 h 429683"/>
                <a:gd name="connsiteX137" fmla="*/ 951230 w 994409"/>
                <a:gd name="connsiteY137" fmla="*/ 91863 h 429683"/>
                <a:gd name="connsiteX138" fmla="*/ 949960 w 994409"/>
                <a:gd name="connsiteY138" fmla="*/ 105833 h 429683"/>
                <a:gd name="connsiteX139" fmla="*/ 963930 w 994409"/>
                <a:gd name="connsiteY139" fmla="*/ 119803 h 429683"/>
                <a:gd name="connsiteX140" fmla="*/ 963930 w 994409"/>
                <a:gd name="connsiteY140" fmla="*/ 121073 h 429683"/>
                <a:gd name="connsiteX141" fmla="*/ 965200 w 994409"/>
                <a:gd name="connsiteY141" fmla="*/ 126577 h 429683"/>
                <a:gd name="connsiteX142" fmla="*/ 968163 w 994409"/>
                <a:gd name="connsiteY142" fmla="*/ 136737 h 429683"/>
                <a:gd name="connsiteX143" fmla="*/ 979170 w 994409"/>
                <a:gd name="connsiteY143" fmla="*/ 142240 h 429683"/>
                <a:gd name="connsiteX144" fmla="*/ 980863 w 994409"/>
                <a:gd name="connsiteY144" fmla="*/ 144780 h 429683"/>
                <a:gd name="connsiteX145" fmla="*/ 980863 w 994409"/>
                <a:gd name="connsiteY145" fmla="*/ 146473 h 429683"/>
                <a:gd name="connsiteX146" fmla="*/ 983403 w 994409"/>
                <a:gd name="connsiteY146" fmla="*/ 149013 h 429683"/>
                <a:gd name="connsiteX147" fmla="*/ 994410 w 994409"/>
                <a:gd name="connsiteY147" fmla="*/ 162983 h 429683"/>
                <a:gd name="connsiteX148" fmla="*/ 984674 w 994409"/>
                <a:gd name="connsiteY148" fmla="*/ 175683 h 429683"/>
                <a:gd name="connsiteX149" fmla="*/ 986367 w 994409"/>
                <a:gd name="connsiteY149" fmla="*/ 176953 h 429683"/>
                <a:gd name="connsiteX150" fmla="*/ 979170 w 994409"/>
                <a:gd name="connsiteY150" fmla="*/ 185420 h 429683"/>
                <a:gd name="connsiteX151" fmla="*/ 980863 w 994409"/>
                <a:gd name="connsiteY151" fmla="*/ 199390 h 429683"/>
                <a:gd name="connsiteX152" fmla="*/ 973667 w 994409"/>
                <a:gd name="connsiteY152" fmla="*/ 214630 h 429683"/>
                <a:gd name="connsiteX153" fmla="*/ 959697 w 994409"/>
                <a:gd name="connsiteY153" fmla="*/ 215900 h 429683"/>
                <a:gd name="connsiteX154" fmla="*/ 949960 w 994409"/>
                <a:gd name="connsiteY154" fmla="*/ 217593 h 429683"/>
                <a:gd name="connsiteX155" fmla="*/ 947420 w 994409"/>
                <a:gd name="connsiteY155" fmla="*/ 217593 h 429683"/>
                <a:gd name="connsiteX156" fmla="*/ 933027 w 994409"/>
                <a:gd name="connsiteY156" fmla="*/ 207857 h 429683"/>
                <a:gd name="connsiteX157" fmla="*/ 930487 w 994409"/>
                <a:gd name="connsiteY157" fmla="*/ 207857 h 429683"/>
                <a:gd name="connsiteX158" fmla="*/ 915247 w 994409"/>
                <a:gd name="connsiteY158" fmla="*/ 206163 h 429683"/>
                <a:gd name="connsiteX159" fmla="*/ 913553 w 994409"/>
                <a:gd name="connsiteY159" fmla="*/ 212090 h 429683"/>
                <a:gd name="connsiteX160" fmla="*/ 908050 w 994409"/>
                <a:gd name="connsiteY160" fmla="*/ 214630 h 429683"/>
                <a:gd name="connsiteX161" fmla="*/ 912284 w 994409"/>
                <a:gd name="connsiteY161" fmla="*/ 223096 h 429683"/>
                <a:gd name="connsiteX162" fmla="*/ 926253 w 994409"/>
                <a:gd name="connsiteY162" fmla="*/ 224367 h 429683"/>
                <a:gd name="connsiteX163" fmla="*/ 933027 w 994409"/>
                <a:gd name="connsiteY163" fmla="*/ 232833 h 429683"/>
                <a:gd name="connsiteX164" fmla="*/ 930487 w 994409"/>
                <a:gd name="connsiteY164" fmla="*/ 246803 h 429683"/>
                <a:gd name="connsiteX165" fmla="*/ 930487 w 994409"/>
                <a:gd name="connsiteY165" fmla="*/ 253577 h 429683"/>
                <a:gd name="connsiteX166" fmla="*/ 927947 w 994409"/>
                <a:gd name="connsiteY166" fmla="*/ 256540 h 429683"/>
                <a:gd name="connsiteX167" fmla="*/ 913553 w 994409"/>
                <a:gd name="connsiteY167" fmla="*/ 260773 h 429683"/>
                <a:gd name="connsiteX168" fmla="*/ 903817 w 994409"/>
                <a:gd name="connsiteY168" fmla="*/ 271780 h 429683"/>
                <a:gd name="connsiteX169" fmla="*/ 908050 w 994409"/>
                <a:gd name="connsiteY169" fmla="*/ 285750 h 429683"/>
                <a:gd name="connsiteX170" fmla="*/ 906780 w 994409"/>
                <a:gd name="connsiteY170" fmla="*/ 299720 h 429683"/>
                <a:gd name="connsiteX171" fmla="*/ 908050 w 994409"/>
                <a:gd name="connsiteY171" fmla="*/ 314960 h 429683"/>
                <a:gd name="connsiteX172" fmla="*/ 912284 w 994409"/>
                <a:gd name="connsiteY172" fmla="*/ 328930 h 429683"/>
                <a:gd name="connsiteX173" fmla="*/ 898313 w 994409"/>
                <a:gd name="connsiteY173" fmla="*/ 327660 h 429683"/>
                <a:gd name="connsiteX174" fmla="*/ 884343 w 994409"/>
                <a:gd name="connsiteY174" fmla="*/ 331893 h 429683"/>
                <a:gd name="connsiteX175" fmla="*/ 880110 w 994409"/>
                <a:gd name="connsiteY175" fmla="*/ 334433 h 429683"/>
                <a:gd name="connsiteX176" fmla="*/ 880110 w 994409"/>
                <a:gd name="connsiteY176" fmla="*/ 336127 h 429683"/>
                <a:gd name="connsiteX177" fmla="*/ 873337 w 994409"/>
                <a:gd name="connsiteY177" fmla="*/ 338667 h 429683"/>
                <a:gd name="connsiteX178" fmla="*/ 861907 w 994409"/>
                <a:gd name="connsiteY178" fmla="*/ 350096 h 429683"/>
                <a:gd name="connsiteX179" fmla="*/ 852170 w 994409"/>
                <a:gd name="connsiteY179" fmla="*/ 355600 h 429683"/>
                <a:gd name="connsiteX180" fmla="*/ 846667 w 994409"/>
                <a:gd name="connsiteY180" fmla="*/ 369570 h 429683"/>
                <a:gd name="connsiteX181" fmla="*/ 853863 w 994409"/>
                <a:gd name="connsiteY181" fmla="*/ 383540 h 429683"/>
                <a:gd name="connsiteX182" fmla="*/ 853863 w 994409"/>
                <a:gd name="connsiteY182" fmla="*/ 384810 h 429683"/>
                <a:gd name="connsiteX183" fmla="*/ 845397 w 994409"/>
                <a:gd name="connsiteY183" fmla="*/ 380577 h 429683"/>
                <a:gd name="connsiteX184" fmla="*/ 831427 w 994409"/>
                <a:gd name="connsiteY184" fmla="*/ 375073 h 429683"/>
                <a:gd name="connsiteX185" fmla="*/ 816187 w 994409"/>
                <a:gd name="connsiteY185" fmla="*/ 378037 h 429683"/>
                <a:gd name="connsiteX186" fmla="*/ 802217 w 994409"/>
                <a:gd name="connsiteY186" fmla="*/ 376343 h 429683"/>
                <a:gd name="connsiteX187" fmla="*/ 802217 w 994409"/>
                <a:gd name="connsiteY187" fmla="*/ 380577 h 429683"/>
                <a:gd name="connsiteX188" fmla="*/ 788247 w 994409"/>
                <a:gd name="connsiteY188" fmla="*/ 389043 h 429683"/>
                <a:gd name="connsiteX189" fmla="*/ 774277 w 994409"/>
                <a:gd name="connsiteY189" fmla="*/ 387773 h 429683"/>
                <a:gd name="connsiteX190" fmla="*/ 770043 w 994409"/>
                <a:gd name="connsiteY190" fmla="*/ 386080 h 429683"/>
                <a:gd name="connsiteX191" fmla="*/ 754803 w 994409"/>
                <a:gd name="connsiteY191" fmla="*/ 386080 h 429683"/>
                <a:gd name="connsiteX192" fmla="*/ 740834 w 994409"/>
                <a:gd name="connsiteY192" fmla="*/ 386080 h 429683"/>
                <a:gd name="connsiteX193" fmla="*/ 731097 w 994409"/>
                <a:gd name="connsiteY193" fmla="*/ 386080 h 429683"/>
                <a:gd name="connsiteX194" fmla="*/ 726863 w 994409"/>
                <a:gd name="connsiteY194" fmla="*/ 386080 h 429683"/>
                <a:gd name="connsiteX195" fmla="*/ 717127 w 994409"/>
                <a:gd name="connsiteY195" fmla="*/ 390313 h 429683"/>
                <a:gd name="connsiteX196" fmla="*/ 715857 w 994409"/>
                <a:gd name="connsiteY196" fmla="*/ 391583 h 429683"/>
                <a:gd name="connsiteX197" fmla="*/ 715857 w 994409"/>
                <a:gd name="connsiteY197" fmla="*/ 393277 h 429683"/>
                <a:gd name="connsiteX198" fmla="*/ 711200 w 994409"/>
                <a:gd name="connsiteY198" fmla="*/ 389043 h 429683"/>
                <a:gd name="connsiteX199" fmla="*/ 707390 w 994409"/>
                <a:gd name="connsiteY199" fmla="*/ 391583 h 429683"/>
                <a:gd name="connsiteX200" fmla="*/ 695960 w 994409"/>
                <a:gd name="connsiteY200" fmla="*/ 400050 h 429683"/>
                <a:gd name="connsiteX201" fmla="*/ 681990 w 994409"/>
                <a:gd name="connsiteY201" fmla="*/ 411480 h 429683"/>
                <a:gd name="connsiteX202" fmla="*/ 675217 w 994409"/>
                <a:gd name="connsiteY202" fmla="*/ 418253 h 429683"/>
                <a:gd name="connsiteX203" fmla="*/ 662517 w 994409"/>
                <a:gd name="connsiteY203" fmla="*/ 429683 h 429683"/>
                <a:gd name="connsiteX204" fmla="*/ 647277 w 994409"/>
                <a:gd name="connsiteY204" fmla="*/ 423757 h 429683"/>
                <a:gd name="connsiteX205" fmla="*/ 633307 w 994409"/>
                <a:gd name="connsiteY205" fmla="*/ 421217 h 429683"/>
                <a:gd name="connsiteX206" fmla="*/ 622300 w 994409"/>
                <a:gd name="connsiteY206" fmla="*/ 419523 h 429683"/>
                <a:gd name="connsiteX207" fmla="*/ 618067 w 994409"/>
                <a:gd name="connsiteY207" fmla="*/ 421217 h 429683"/>
                <a:gd name="connsiteX208" fmla="*/ 603674 w 994409"/>
                <a:gd name="connsiteY208" fmla="*/ 416983 h 429683"/>
                <a:gd name="connsiteX209" fmla="*/ 590127 w 994409"/>
                <a:gd name="connsiteY209" fmla="*/ 412750 h 429683"/>
                <a:gd name="connsiteX210" fmla="*/ 588857 w 994409"/>
                <a:gd name="connsiteY210" fmla="*/ 412750 h 429683"/>
                <a:gd name="connsiteX211" fmla="*/ 574887 w 994409"/>
                <a:gd name="connsiteY211" fmla="*/ 407246 h 429683"/>
                <a:gd name="connsiteX212" fmla="*/ 559224 w 994409"/>
                <a:gd name="connsiteY212" fmla="*/ 410210 h 429683"/>
                <a:gd name="connsiteX213" fmla="*/ 549487 w 994409"/>
                <a:gd name="connsiteY213" fmla="*/ 407246 h 429683"/>
                <a:gd name="connsiteX214" fmla="*/ 539750 w 994409"/>
                <a:gd name="connsiteY214" fmla="*/ 404283 h 429683"/>
                <a:gd name="connsiteX215" fmla="*/ 538480 w 994409"/>
                <a:gd name="connsiteY215" fmla="*/ 404283 h 429683"/>
                <a:gd name="connsiteX216" fmla="*/ 534247 w 994409"/>
                <a:gd name="connsiteY216" fmla="*/ 403013 h 429683"/>
                <a:gd name="connsiteX217" fmla="*/ 520277 w 994409"/>
                <a:gd name="connsiteY217" fmla="*/ 400050 h 429683"/>
                <a:gd name="connsiteX218" fmla="*/ 506307 w 994409"/>
                <a:gd name="connsiteY218" fmla="*/ 398780 h 429683"/>
                <a:gd name="connsiteX219" fmla="*/ 492337 w 994409"/>
                <a:gd name="connsiteY219" fmla="*/ 401743 h 429683"/>
                <a:gd name="connsiteX220" fmla="*/ 478367 w 994409"/>
                <a:gd name="connsiteY220" fmla="*/ 397510 h 429683"/>
                <a:gd name="connsiteX221" fmla="*/ 463127 w 994409"/>
                <a:gd name="connsiteY221" fmla="*/ 394546 h 429683"/>
                <a:gd name="connsiteX222" fmla="*/ 449157 w 994409"/>
                <a:gd name="connsiteY222" fmla="*/ 393277 h 429683"/>
                <a:gd name="connsiteX223" fmla="*/ 436457 w 994409"/>
                <a:gd name="connsiteY223" fmla="*/ 393277 h 429683"/>
                <a:gd name="connsiteX224" fmla="*/ 421217 w 994409"/>
                <a:gd name="connsiteY224" fmla="*/ 387773 h 429683"/>
                <a:gd name="connsiteX225" fmla="*/ 411480 w 994409"/>
                <a:gd name="connsiteY225" fmla="*/ 384810 h 429683"/>
                <a:gd name="connsiteX226" fmla="*/ 401743 w 994409"/>
                <a:gd name="connsiteY226" fmla="*/ 384810 h 429683"/>
                <a:gd name="connsiteX227" fmla="*/ 387774 w 994409"/>
                <a:gd name="connsiteY227" fmla="*/ 380577 h 429683"/>
                <a:gd name="connsiteX228" fmla="*/ 386503 w 994409"/>
                <a:gd name="connsiteY228" fmla="*/ 380577 h 429683"/>
                <a:gd name="connsiteX229" fmla="*/ 372534 w 994409"/>
                <a:gd name="connsiteY229" fmla="*/ 372110 h 429683"/>
                <a:gd name="connsiteX230" fmla="*/ 372534 w 994409"/>
                <a:gd name="connsiteY230" fmla="*/ 370840 h 429683"/>
                <a:gd name="connsiteX231" fmla="*/ 370840 w 994409"/>
                <a:gd name="connsiteY231" fmla="*/ 369570 h 429683"/>
                <a:gd name="connsiteX232" fmla="*/ 370840 w 994409"/>
                <a:gd name="connsiteY232" fmla="*/ 368300 h 429683"/>
                <a:gd name="connsiteX233" fmla="*/ 362797 w 994409"/>
                <a:gd name="connsiteY233" fmla="*/ 354330 h 429683"/>
                <a:gd name="connsiteX234" fmla="*/ 348827 w 994409"/>
                <a:gd name="connsiteY234" fmla="*/ 344593 h 429683"/>
                <a:gd name="connsiteX235" fmla="*/ 340360 w 994409"/>
                <a:gd name="connsiteY235" fmla="*/ 330623 h 429683"/>
                <a:gd name="connsiteX236" fmla="*/ 353060 w 994409"/>
                <a:gd name="connsiteY236" fmla="*/ 316653 h 429683"/>
                <a:gd name="connsiteX237" fmla="*/ 340360 w 994409"/>
                <a:gd name="connsiteY237" fmla="*/ 314960 h 429683"/>
                <a:gd name="connsiteX238" fmla="*/ 329353 w 994409"/>
                <a:gd name="connsiteY238" fmla="*/ 319193 h 429683"/>
                <a:gd name="connsiteX239" fmla="*/ 314960 w 994409"/>
                <a:gd name="connsiteY239" fmla="*/ 323427 h 429683"/>
                <a:gd name="connsiteX240" fmla="*/ 300143 w 994409"/>
                <a:gd name="connsiteY240" fmla="*/ 328930 h 429683"/>
                <a:gd name="connsiteX241" fmla="*/ 285750 w 994409"/>
                <a:gd name="connsiteY241" fmla="*/ 330623 h 429683"/>
                <a:gd name="connsiteX242" fmla="*/ 272203 w 994409"/>
                <a:gd name="connsiteY242" fmla="*/ 327660 h 429683"/>
                <a:gd name="connsiteX243" fmla="*/ 256540 w 994409"/>
                <a:gd name="connsiteY243" fmla="*/ 327660 h 429683"/>
                <a:gd name="connsiteX244" fmla="*/ 255270 w 994409"/>
                <a:gd name="connsiteY244" fmla="*/ 326390 h 429683"/>
                <a:gd name="connsiteX245" fmla="*/ 241300 w 994409"/>
                <a:gd name="connsiteY245" fmla="*/ 331893 h 429683"/>
                <a:gd name="connsiteX246" fmla="*/ 227330 w 994409"/>
                <a:gd name="connsiteY246" fmla="*/ 331893 h 429683"/>
                <a:gd name="connsiteX247" fmla="*/ 212090 w 994409"/>
                <a:gd name="connsiteY247" fmla="*/ 337396 h 429683"/>
                <a:gd name="connsiteX248" fmla="*/ 202353 w 994409"/>
                <a:gd name="connsiteY248" fmla="*/ 351367 h 429683"/>
                <a:gd name="connsiteX249" fmla="*/ 191347 w 994409"/>
                <a:gd name="connsiteY249" fmla="*/ 365337 h 429683"/>
                <a:gd name="connsiteX250" fmla="*/ 175683 w 994409"/>
                <a:gd name="connsiteY250" fmla="*/ 366607 h 429683"/>
                <a:gd name="connsiteX251" fmla="*/ 170180 w 994409"/>
                <a:gd name="connsiteY251" fmla="*/ 364067 h 429683"/>
                <a:gd name="connsiteX252" fmla="*/ 156210 w 994409"/>
                <a:gd name="connsiteY252" fmla="*/ 355600 h 429683"/>
                <a:gd name="connsiteX253" fmla="*/ 142240 w 994409"/>
                <a:gd name="connsiteY253" fmla="*/ 351367 h 429683"/>
                <a:gd name="connsiteX254" fmla="*/ 127000 w 994409"/>
                <a:gd name="connsiteY254" fmla="*/ 352637 h 429683"/>
                <a:gd name="connsiteX255" fmla="*/ 122767 w 994409"/>
                <a:gd name="connsiteY255" fmla="*/ 350096 h 429683"/>
                <a:gd name="connsiteX256" fmla="*/ 121073 w 994409"/>
                <a:gd name="connsiteY256" fmla="*/ 347133 h 429683"/>
                <a:gd name="connsiteX257" fmla="*/ 124037 w 994409"/>
                <a:gd name="connsiteY257" fmla="*/ 340360 h 429683"/>
                <a:gd name="connsiteX258" fmla="*/ 124037 w 994409"/>
                <a:gd name="connsiteY258" fmla="*/ 338667 h 429683"/>
                <a:gd name="connsiteX259" fmla="*/ 110067 w 994409"/>
                <a:gd name="connsiteY259" fmla="*/ 328930 h 429683"/>
                <a:gd name="connsiteX260" fmla="*/ 96097 w 994409"/>
                <a:gd name="connsiteY260" fmla="*/ 340360 h 429683"/>
                <a:gd name="connsiteX261" fmla="*/ 82127 w 994409"/>
                <a:gd name="connsiteY261" fmla="*/ 352637 h 429683"/>
                <a:gd name="connsiteX262" fmla="*/ 76623 w 994409"/>
                <a:gd name="connsiteY262" fmla="*/ 354330 h 429683"/>
                <a:gd name="connsiteX263" fmla="*/ 62653 w 994409"/>
                <a:gd name="connsiteY263" fmla="*/ 345863 h 429683"/>
                <a:gd name="connsiteX264" fmla="*/ 61383 w 994409"/>
                <a:gd name="connsiteY264" fmla="*/ 344593 h 429683"/>
                <a:gd name="connsiteX265" fmla="*/ 45720 w 994409"/>
                <a:gd name="connsiteY265" fmla="*/ 340360 h 429683"/>
                <a:gd name="connsiteX266" fmla="*/ 44450 w 994409"/>
                <a:gd name="connsiteY266" fmla="*/ 324696 h 429683"/>
                <a:gd name="connsiteX267" fmla="*/ 30480 w 994409"/>
                <a:gd name="connsiteY267" fmla="*/ 322157 h 429683"/>
                <a:gd name="connsiteX268" fmla="*/ 15240 w 994409"/>
                <a:gd name="connsiteY268" fmla="*/ 319193 h 429683"/>
                <a:gd name="connsiteX269" fmla="*/ 8467 w 994409"/>
                <a:gd name="connsiteY269" fmla="*/ 319193 h 429683"/>
                <a:gd name="connsiteX270" fmla="*/ 11007 w 994409"/>
                <a:gd name="connsiteY270" fmla="*/ 303953 h 429683"/>
                <a:gd name="connsiteX271" fmla="*/ 5503 w 994409"/>
                <a:gd name="connsiteY271" fmla="*/ 294217 h 429683"/>
                <a:gd name="connsiteX272" fmla="*/ 4233 w 994409"/>
                <a:gd name="connsiteY272" fmla="*/ 292523 h 429683"/>
                <a:gd name="connsiteX273" fmla="*/ 0 w 994409"/>
                <a:gd name="connsiteY273" fmla="*/ 284480 h 4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</a:cxnLst>
              <a:rect l="l" t="t" r="r" b="b"/>
              <a:pathLst>
                <a:path w="994409" h="429683">
                  <a:moveTo>
                    <a:pt x="0" y="284480"/>
                  </a:moveTo>
                  <a:lnTo>
                    <a:pt x="8467" y="270510"/>
                  </a:lnTo>
                  <a:lnTo>
                    <a:pt x="9737" y="268817"/>
                  </a:lnTo>
                  <a:lnTo>
                    <a:pt x="15240" y="260773"/>
                  </a:lnTo>
                  <a:lnTo>
                    <a:pt x="15240" y="256540"/>
                  </a:lnTo>
                  <a:lnTo>
                    <a:pt x="15240" y="255270"/>
                  </a:lnTo>
                  <a:lnTo>
                    <a:pt x="2963" y="246803"/>
                  </a:lnTo>
                  <a:lnTo>
                    <a:pt x="4233" y="241300"/>
                  </a:lnTo>
                  <a:lnTo>
                    <a:pt x="18203" y="242570"/>
                  </a:lnTo>
                  <a:lnTo>
                    <a:pt x="24977" y="241300"/>
                  </a:lnTo>
                  <a:lnTo>
                    <a:pt x="26670" y="239607"/>
                  </a:lnTo>
                  <a:lnTo>
                    <a:pt x="26670" y="238337"/>
                  </a:lnTo>
                  <a:lnTo>
                    <a:pt x="41910" y="241300"/>
                  </a:lnTo>
                  <a:lnTo>
                    <a:pt x="55880" y="239607"/>
                  </a:lnTo>
                  <a:lnTo>
                    <a:pt x="60113" y="246803"/>
                  </a:lnTo>
                  <a:lnTo>
                    <a:pt x="61383" y="249343"/>
                  </a:lnTo>
                  <a:lnTo>
                    <a:pt x="71120" y="263313"/>
                  </a:lnTo>
                  <a:lnTo>
                    <a:pt x="86360" y="266277"/>
                  </a:lnTo>
                  <a:lnTo>
                    <a:pt x="86360" y="280246"/>
                  </a:lnTo>
                  <a:lnTo>
                    <a:pt x="83820" y="284480"/>
                  </a:lnTo>
                  <a:lnTo>
                    <a:pt x="97367" y="281517"/>
                  </a:lnTo>
                  <a:lnTo>
                    <a:pt x="111760" y="267546"/>
                  </a:lnTo>
                  <a:lnTo>
                    <a:pt x="121073" y="253577"/>
                  </a:lnTo>
                  <a:lnTo>
                    <a:pt x="117263" y="246803"/>
                  </a:lnTo>
                  <a:lnTo>
                    <a:pt x="121073" y="232833"/>
                  </a:lnTo>
                  <a:lnTo>
                    <a:pt x="135043" y="241300"/>
                  </a:lnTo>
                  <a:lnTo>
                    <a:pt x="138007" y="237067"/>
                  </a:lnTo>
                  <a:lnTo>
                    <a:pt x="149437" y="238337"/>
                  </a:lnTo>
                  <a:lnTo>
                    <a:pt x="150707" y="238337"/>
                  </a:lnTo>
                  <a:lnTo>
                    <a:pt x="165947" y="243840"/>
                  </a:lnTo>
                  <a:lnTo>
                    <a:pt x="179917" y="243840"/>
                  </a:lnTo>
                  <a:lnTo>
                    <a:pt x="174413" y="246803"/>
                  </a:lnTo>
                  <a:lnTo>
                    <a:pt x="181187" y="249343"/>
                  </a:lnTo>
                  <a:lnTo>
                    <a:pt x="181187" y="251037"/>
                  </a:lnTo>
                  <a:lnTo>
                    <a:pt x="195580" y="265007"/>
                  </a:lnTo>
                  <a:lnTo>
                    <a:pt x="210820" y="260773"/>
                  </a:lnTo>
                  <a:lnTo>
                    <a:pt x="224367" y="263313"/>
                  </a:lnTo>
                  <a:lnTo>
                    <a:pt x="226060" y="263313"/>
                  </a:lnTo>
                  <a:lnTo>
                    <a:pt x="240030" y="255270"/>
                  </a:lnTo>
                  <a:lnTo>
                    <a:pt x="245534" y="246803"/>
                  </a:lnTo>
                  <a:lnTo>
                    <a:pt x="259503" y="245533"/>
                  </a:lnTo>
                  <a:lnTo>
                    <a:pt x="273474" y="234103"/>
                  </a:lnTo>
                  <a:lnTo>
                    <a:pt x="287443" y="232833"/>
                  </a:lnTo>
                  <a:lnTo>
                    <a:pt x="301413" y="234103"/>
                  </a:lnTo>
                  <a:lnTo>
                    <a:pt x="316653" y="228600"/>
                  </a:lnTo>
                  <a:lnTo>
                    <a:pt x="330624" y="227330"/>
                  </a:lnTo>
                  <a:lnTo>
                    <a:pt x="344593" y="228600"/>
                  </a:lnTo>
                  <a:lnTo>
                    <a:pt x="345863" y="228600"/>
                  </a:lnTo>
                  <a:lnTo>
                    <a:pt x="347557" y="229870"/>
                  </a:lnTo>
                  <a:lnTo>
                    <a:pt x="348827" y="227330"/>
                  </a:lnTo>
                  <a:lnTo>
                    <a:pt x="344593" y="214630"/>
                  </a:lnTo>
                  <a:lnTo>
                    <a:pt x="359834" y="215900"/>
                  </a:lnTo>
                  <a:lnTo>
                    <a:pt x="373803" y="215900"/>
                  </a:lnTo>
                  <a:lnTo>
                    <a:pt x="387774" y="224367"/>
                  </a:lnTo>
                  <a:lnTo>
                    <a:pt x="394547" y="224367"/>
                  </a:lnTo>
                  <a:lnTo>
                    <a:pt x="408517" y="217593"/>
                  </a:lnTo>
                  <a:lnTo>
                    <a:pt x="421217" y="218863"/>
                  </a:lnTo>
                  <a:lnTo>
                    <a:pt x="424180" y="232833"/>
                  </a:lnTo>
                  <a:lnTo>
                    <a:pt x="438150" y="245533"/>
                  </a:lnTo>
                  <a:lnTo>
                    <a:pt x="440690" y="246803"/>
                  </a:lnTo>
                  <a:lnTo>
                    <a:pt x="454660" y="252307"/>
                  </a:lnTo>
                  <a:lnTo>
                    <a:pt x="460163" y="246803"/>
                  </a:lnTo>
                  <a:lnTo>
                    <a:pt x="458893" y="232833"/>
                  </a:lnTo>
                  <a:lnTo>
                    <a:pt x="463127" y="218863"/>
                  </a:lnTo>
                  <a:lnTo>
                    <a:pt x="449157" y="212090"/>
                  </a:lnTo>
                  <a:lnTo>
                    <a:pt x="443653" y="203623"/>
                  </a:lnTo>
                  <a:lnTo>
                    <a:pt x="450427" y="192193"/>
                  </a:lnTo>
                  <a:lnTo>
                    <a:pt x="452120" y="190923"/>
                  </a:lnTo>
                  <a:lnTo>
                    <a:pt x="453390" y="189653"/>
                  </a:lnTo>
                  <a:lnTo>
                    <a:pt x="443653" y="175683"/>
                  </a:lnTo>
                  <a:lnTo>
                    <a:pt x="433917" y="167217"/>
                  </a:lnTo>
                  <a:lnTo>
                    <a:pt x="421217" y="153246"/>
                  </a:lnTo>
                  <a:lnTo>
                    <a:pt x="429684" y="139277"/>
                  </a:lnTo>
                  <a:lnTo>
                    <a:pt x="442384" y="130810"/>
                  </a:lnTo>
                  <a:lnTo>
                    <a:pt x="454660" y="122343"/>
                  </a:lnTo>
                  <a:lnTo>
                    <a:pt x="457624" y="121073"/>
                  </a:lnTo>
                  <a:lnTo>
                    <a:pt x="472863" y="116840"/>
                  </a:lnTo>
                  <a:lnTo>
                    <a:pt x="486834" y="115570"/>
                  </a:lnTo>
                  <a:lnTo>
                    <a:pt x="502074" y="105833"/>
                  </a:lnTo>
                  <a:lnTo>
                    <a:pt x="506307" y="99060"/>
                  </a:lnTo>
                  <a:lnTo>
                    <a:pt x="506307" y="88900"/>
                  </a:lnTo>
                  <a:lnTo>
                    <a:pt x="507577" y="75353"/>
                  </a:lnTo>
                  <a:lnTo>
                    <a:pt x="507577" y="72390"/>
                  </a:lnTo>
                  <a:lnTo>
                    <a:pt x="509270" y="72390"/>
                  </a:lnTo>
                  <a:lnTo>
                    <a:pt x="513503" y="71120"/>
                  </a:lnTo>
                  <a:lnTo>
                    <a:pt x="516043" y="71120"/>
                  </a:lnTo>
                  <a:lnTo>
                    <a:pt x="530013" y="73660"/>
                  </a:lnTo>
                  <a:lnTo>
                    <a:pt x="543984" y="80857"/>
                  </a:lnTo>
                  <a:lnTo>
                    <a:pt x="555413" y="66887"/>
                  </a:lnTo>
                  <a:lnTo>
                    <a:pt x="555413" y="52917"/>
                  </a:lnTo>
                  <a:lnTo>
                    <a:pt x="557953" y="38946"/>
                  </a:lnTo>
                  <a:lnTo>
                    <a:pt x="571924" y="45720"/>
                  </a:lnTo>
                  <a:lnTo>
                    <a:pt x="585893" y="55457"/>
                  </a:lnTo>
                  <a:lnTo>
                    <a:pt x="599863" y="68157"/>
                  </a:lnTo>
                  <a:lnTo>
                    <a:pt x="615103" y="71120"/>
                  </a:lnTo>
                  <a:lnTo>
                    <a:pt x="629074" y="71120"/>
                  </a:lnTo>
                  <a:lnTo>
                    <a:pt x="634577" y="68157"/>
                  </a:lnTo>
                  <a:lnTo>
                    <a:pt x="640080" y="59690"/>
                  </a:lnTo>
                  <a:lnTo>
                    <a:pt x="654474" y="65617"/>
                  </a:lnTo>
                  <a:lnTo>
                    <a:pt x="668020" y="69427"/>
                  </a:lnTo>
                  <a:lnTo>
                    <a:pt x="669713" y="71120"/>
                  </a:lnTo>
                  <a:lnTo>
                    <a:pt x="672253" y="55457"/>
                  </a:lnTo>
                  <a:lnTo>
                    <a:pt x="683684" y="41910"/>
                  </a:lnTo>
                  <a:lnTo>
                    <a:pt x="697230" y="38946"/>
                  </a:lnTo>
                  <a:lnTo>
                    <a:pt x="704427" y="38946"/>
                  </a:lnTo>
                  <a:lnTo>
                    <a:pt x="703157" y="30480"/>
                  </a:lnTo>
                  <a:lnTo>
                    <a:pt x="707390" y="16510"/>
                  </a:lnTo>
                  <a:lnTo>
                    <a:pt x="707390" y="2540"/>
                  </a:lnTo>
                  <a:lnTo>
                    <a:pt x="707390" y="0"/>
                  </a:lnTo>
                  <a:lnTo>
                    <a:pt x="722630" y="1270"/>
                  </a:lnTo>
                  <a:lnTo>
                    <a:pt x="736600" y="9737"/>
                  </a:lnTo>
                  <a:lnTo>
                    <a:pt x="751840" y="5503"/>
                  </a:lnTo>
                  <a:lnTo>
                    <a:pt x="757343" y="6773"/>
                  </a:lnTo>
                  <a:lnTo>
                    <a:pt x="771313" y="11007"/>
                  </a:lnTo>
                  <a:lnTo>
                    <a:pt x="778510" y="16510"/>
                  </a:lnTo>
                  <a:lnTo>
                    <a:pt x="790787" y="20743"/>
                  </a:lnTo>
                  <a:lnTo>
                    <a:pt x="804757" y="24977"/>
                  </a:lnTo>
                  <a:lnTo>
                    <a:pt x="817457" y="22013"/>
                  </a:lnTo>
                  <a:lnTo>
                    <a:pt x="817457" y="24977"/>
                  </a:lnTo>
                  <a:lnTo>
                    <a:pt x="831427" y="30480"/>
                  </a:lnTo>
                  <a:lnTo>
                    <a:pt x="841163" y="38946"/>
                  </a:lnTo>
                  <a:lnTo>
                    <a:pt x="847937" y="41910"/>
                  </a:lnTo>
                  <a:lnTo>
                    <a:pt x="861907" y="43180"/>
                  </a:lnTo>
                  <a:lnTo>
                    <a:pt x="875877" y="44450"/>
                  </a:lnTo>
                  <a:lnTo>
                    <a:pt x="881380" y="44450"/>
                  </a:lnTo>
                  <a:lnTo>
                    <a:pt x="884343" y="44450"/>
                  </a:lnTo>
                  <a:lnTo>
                    <a:pt x="897043" y="34713"/>
                  </a:lnTo>
                  <a:lnTo>
                    <a:pt x="898313" y="33443"/>
                  </a:lnTo>
                  <a:lnTo>
                    <a:pt x="912284" y="34713"/>
                  </a:lnTo>
                  <a:lnTo>
                    <a:pt x="920750" y="37677"/>
                  </a:lnTo>
                  <a:lnTo>
                    <a:pt x="934720" y="44450"/>
                  </a:lnTo>
                  <a:lnTo>
                    <a:pt x="948690" y="48683"/>
                  </a:lnTo>
                  <a:lnTo>
                    <a:pt x="951230" y="47413"/>
                  </a:lnTo>
                  <a:lnTo>
                    <a:pt x="952924" y="45720"/>
                  </a:lnTo>
                  <a:lnTo>
                    <a:pt x="959697" y="61383"/>
                  </a:lnTo>
                  <a:lnTo>
                    <a:pt x="962660" y="63923"/>
                  </a:lnTo>
                  <a:lnTo>
                    <a:pt x="962660" y="77893"/>
                  </a:lnTo>
                  <a:lnTo>
                    <a:pt x="951230" y="91863"/>
                  </a:lnTo>
                  <a:lnTo>
                    <a:pt x="949960" y="105833"/>
                  </a:lnTo>
                  <a:lnTo>
                    <a:pt x="963930" y="119803"/>
                  </a:lnTo>
                  <a:lnTo>
                    <a:pt x="963930" y="121073"/>
                  </a:lnTo>
                  <a:lnTo>
                    <a:pt x="965200" y="126577"/>
                  </a:lnTo>
                  <a:lnTo>
                    <a:pt x="968163" y="136737"/>
                  </a:lnTo>
                  <a:lnTo>
                    <a:pt x="979170" y="142240"/>
                  </a:lnTo>
                  <a:lnTo>
                    <a:pt x="980863" y="144780"/>
                  </a:lnTo>
                  <a:lnTo>
                    <a:pt x="980863" y="146473"/>
                  </a:lnTo>
                  <a:lnTo>
                    <a:pt x="983403" y="149013"/>
                  </a:lnTo>
                  <a:lnTo>
                    <a:pt x="994410" y="162983"/>
                  </a:lnTo>
                  <a:lnTo>
                    <a:pt x="984674" y="175683"/>
                  </a:lnTo>
                  <a:lnTo>
                    <a:pt x="986367" y="176953"/>
                  </a:lnTo>
                  <a:lnTo>
                    <a:pt x="979170" y="185420"/>
                  </a:lnTo>
                  <a:lnTo>
                    <a:pt x="980863" y="199390"/>
                  </a:lnTo>
                  <a:lnTo>
                    <a:pt x="973667" y="214630"/>
                  </a:lnTo>
                  <a:lnTo>
                    <a:pt x="959697" y="215900"/>
                  </a:lnTo>
                  <a:lnTo>
                    <a:pt x="949960" y="217593"/>
                  </a:lnTo>
                  <a:lnTo>
                    <a:pt x="947420" y="217593"/>
                  </a:lnTo>
                  <a:lnTo>
                    <a:pt x="933027" y="207857"/>
                  </a:lnTo>
                  <a:lnTo>
                    <a:pt x="930487" y="207857"/>
                  </a:lnTo>
                  <a:lnTo>
                    <a:pt x="915247" y="206163"/>
                  </a:lnTo>
                  <a:lnTo>
                    <a:pt x="913553" y="212090"/>
                  </a:lnTo>
                  <a:lnTo>
                    <a:pt x="908050" y="214630"/>
                  </a:lnTo>
                  <a:lnTo>
                    <a:pt x="912284" y="223096"/>
                  </a:lnTo>
                  <a:lnTo>
                    <a:pt x="926253" y="224367"/>
                  </a:lnTo>
                  <a:lnTo>
                    <a:pt x="933027" y="232833"/>
                  </a:lnTo>
                  <a:lnTo>
                    <a:pt x="930487" y="246803"/>
                  </a:lnTo>
                  <a:lnTo>
                    <a:pt x="930487" y="253577"/>
                  </a:lnTo>
                  <a:lnTo>
                    <a:pt x="927947" y="256540"/>
                  </a:lnTo>
                  <a:lnTo>
                    <a:pt x="913553" y="260773"/>
                  </a:lnTo>
                  <a:lnTo>
                    <a:pt x="903817" y="271780"/>
                  </a:lnTo>
                  <a:lnTo>
                    <a:pt x="908050" y="285750"/>
                  </a:lnTo>
                  <a:lnTo>
                    <a:pt x="906780" y="299720"/>
                  </a:lnTo>
                  <a:lnTo>
                    <a:pt x="908050" y="314960"/>
                  </a:lnTo>
                  <a:lnTo>
                    <a:pt x="912284" y="328930"/>
                  </a:lnTo>
                  <a:lnTo>
                    <a:pt x="898313" y="327660"/>
                  </a:lnTo>
                  <a:lnTo>
                    <a:pt x="884343" y="331893"/>
                  </a:lnTo>
                  <a:lnTo>
                    <a:pt x="880110" y="334433"/>
                  </a:lnTo>
                  <a:lnTo>
                    <a:pt x="880110" y="336127"/>
                  </a:lnTo>
                  <a:lnTo>
                    <a:pt x="873337" y="338667"/>
                  </a:lnTo>
                  <a:lnTo>
                    <a:pt x="861907" y="350096"/>
                  </a:lnTo>
                  <a:lnTo>
                    <a:pt x="852170" y="355600"/>
                  </a:lnTo>
                  <a:lnTo>
                    <a:pt x="846667" y="369570"/>
                  </a:lnTo>
                  <a:lnTo>
                    <a:pt x="853863" y="383540"/>
                  </a:lnTo>
                  <a:lnTo>
                    <a:pt x="853863" y="384810"/>
                  </a:lnTo>
                  <a:lnTo>
                    <a:pt x="845397" y="380577"/>
                  </a:lnTo>
                  <a:lnTo>
                    <a:pt x="831427" y="375073"/>
                  </a:lnTo>
                  <a:lnTo>
                    <a:pt x="816187" y="378037"/>
                  </a:lnTo>
                  <a:lnTo>
                    <a:pt x="802217" y="376343"/>
                  </a:lnTo>
                  <a:lnTo>
                    <a:pt x="802217" y="380577"/>
                  </a:lnTo>
                  <a:lnTo>
                    <a:pt x="788247" y="389043"/>
                  </a:lnTo>
                  <a:lnTo>
                    <a:pt x="774277" y="387773"/>
                  </a:lnTo>
                  <a:lnTo>
                    <a:pt x="770043" y="386080"/>
                  </a:lnTo>
                  <a:lnTo>
                    <a:pt x="754803" y="386080"/>
                  </a:lnTo>
                  <a:lnTo>
                    <a:pt x="740834" y="386080"/>
                  </a:lnTo>
                  <a:lnTo>
                    <a:pt x="731097" y="386080"/>
                  </a:lnTo>
                  <a:lnTo>
                    <a:pt x="726863" y="386080"/>
                  </a:lnTo>
                  <a:lnTo>
                    <a:pt x="717127" y="390313"/>
                  </a:lnTo>
                  <a:lnTo>
                    <a:pt x="715857" y="391583"/>
                  </a:lnTo>
                  <a:lnTo>
                    <a:pt x="715857" y="393277"/>
                  </a:lnTo>
                  <a:lnTo>
                    <a:pt x="711200" y="389043"/>
                  </a:lnTo>
                  <a:lnTo>
                    <a:pt x="707390" y="391583"/>
                  </a:lnTo>
                  <a:lnTo>
                    <a:pt x="695960" y="400050"/>
                  </a:lnTo>
                  <a:lnTo>
                    <a:pt x="681990" y="411480"/>
                  </a:lnTo>
                  <a:lnTo>
                    <a:pt x="675217" y="418253"/>
                  </a:lnTo>
                  <a:lnTo>
                    <a:pt x="662517" y="429683"/>
                  </a:lnTo>
                  <a:lnTo>
                    <a:pt x="647277" y="423757"/>
                  </a:lnTo>
                  <a:lnTo>
                    <a:pt x="633307" y="421217"/>
                  </a:lnTo>
                  <a:lnTo>
                    <a:pt x="622300" y="419523"/>
                  </a:lnTo>
                  <a:lnTo>
                    <a:pt x="618067" y="421217"/>
                  </a:lnTo>
                  <a:lnTo>
                    <a:pt x="603674" y="416983"/>
                  </a:lnTo>
                  <a:lnTo>
                    <a:pt x="590127" y="412750"/>
                  </a:lnTo>
                  <a:lnTo>
                    <a:pt x="588857" y="412750"/>
                  </a:lnTo>
                  <a:lnTo>
                    <a:pt x="574887" y="407246"/>
                  </a:lnTo>
                  <a:lnTo>
                    <a:pt x="559224" y="410210"/>
                  </a:lnTo>
                  <a:lnTo>
                    <a:pt x="549487" y="407246"/>
                  </a:lnTo>
                  <a:lnTo>
                    <a:pt x="539750" y="404283"/>
                  </a:lnTo>
                  <a:lnTo>
                    <a:pt x="538480" y="404283"/>
                  </a:lnTo>
                  <a:lnTo>
                    <a:pt x="534247" y="403013"/>
                  </a:lnTo>
                  <a:lnTo>
                    <a:pt x="520277" y="400050"/>
                  </a:lnTo>
                  <a:lnTo>
                    <a:pt x="506307" y="398780"/>
                  </a:lnTo>
                  <a:lnTo>
                    <a:pt x="492337" y="401743"/>
                  </a:lnTo>
                  <a:lnTo>
                    <a:pt x="478367" y="397510"/>
                  </a:lnTo>
                  <a:lnTo>
                    <a:pt x="463127" y="394546"/>
                  </a:lnTo>
                  <a:lnTo>
                    <a:pt x="449157" y="393277"/>
                  </a:lnTo>
                  <a:lnTo>
                    <a:pt x="436457" y="393277"/>
                  </a:lnTo>
                  <a:lnTo>
                    <a:pt x="421217" y="387773"/>
                  </a:lnTo>
                  <a:lnTo>
                    <a:pt x="411480" y="384810"/>
                  </a:lnTo>
                  <a:lnTo>
                    <a:pt x="401743" y="384810"/>
                  </a:lnTo>
                  <a:lnTo>
                    <a:pt x="387774" y="380577"/>
                  </a:lnTo>
                  <a:lnTo>
                    <a:pt x="386503" y="380577"/>
                  </a:lnTo>
                  <a:lnTo>
                    <a:pt x="372534" y="372110"/>
                  </a:lnTo>
                  <a:lnTo>
                    <a:pt x="372534" y="370840"/>
                  </a:lnTo>
                  <a:lnTo>
                    <a:pt x="370840" y="369570"/>
                  </a:lnTo>
                  <a:lnTo>
                    <a:pt x="370840" y="368300"/>
                  </a:lnTo>
                  <a:lnTo>
                    <a:pt x="362797" y="354330"/>
                  </a:lnTo>
                  <a:lnTo>
                    <a:pt x="348827" y="344593"/>
                  </a:lnTo>
                  <a:lnTo>
                    <a:pt x="340360" y="330623"/>
                  </a:lnTo>
                  <a:lnTo>
                    <a:pt x="353060" y="316653"/>
                  </a:lnTo>
                  <a:lnTo>
                    <a:pt x="340360" y="314960"/>
                  </a:lnTo>
                  <a:lnTo>
                    <a:pt x="329353" y="319193"/>
                  </a:lnTo>
                  <a:lnTo>
                    <a:pt x="314960" y="323427"/>
                  </a:lnTo>
                  <a:lnTo>
                    <a:pt x="300143" y="328930"/>
                  </a:lnTo>
                  <a:lnTo>
                    <a:pt x="285750" y="330623"/>
                  </a:lnTo>
                  <a:lnTo>
                    <a:pt x="272203" y="327660"/>
                  </a:lnTo>
                  <a:lnTo>
                    <a:pt x="256540" y="327660"/>
                  </a:lnTo>
                  <a:lnTo>
                    <a:pt x="255270" y="326390"/>
                  </a:lnTo>
                  <a:lnTo>
                    <a:pt x="241300" y="331893"/>
                  </a:lnTo>
                  <a:lnTo>
                    <a:pt x="227330" y="331893"/>
                  </a:lnTo>
                  <a:lnTo>
                    <a:pt x="212090" y="337396"/>
                  </a:lnTo>
                  <a:lnTo>
                    <a:pt x="202353" y="351367"/>
                  </a:lnTo>
                  <a:lnTo>
                    <a:pt x="191347" y="365337"/>
                  </a:lnTo>
                  <a:lnTo>
                    <a:pt x="175683" y="366607"/>
                  </a:lnTo>
                  <a:lnTo>
                    <a:pt x="170180" y="364067"/>
                  </a:lnTo>
                  <a:lnTo>
                    <a:pt x="156210" y="355600"/>
                  </a:lnTo>
                  <a:lnTo>
                    <a:pt x="142240" y="351367"/>
                  </a:lnTo>
                  <a:lnTo>
                    <a:pt x="127000" y="352637"/>
                  </a:lnTo>
                  <a:lnTo>
                    <a:pt x="122767" y="350096"/>
                  </a:lnTo>
                  <a:lnTo>
                    <a:pt x="121073" y="347133"/>
                  </a:lnTo>
                  <a:lnTo>
                    <a:pt x="124037" y="340360"/>
                  </a:lnTo>
                  <a:lnTo>
                    <a:pt x="124037" y="338667"/>
                  </a:lnTo>
                  <a:lnTo>
                    <a:pt x="110067" y="328930"/>
                  </a:lnTo>
                  <a:lnTo>
                    <a:pt x="96097" y="340360"/>
                  </a:lnTo>
                  <a:lnTo>
                    <a:pt x="82127" y="352637"/>
                  </a:lnTo>
                  <a:lnTo>
                    <a:pt x="76623" y="354330"/>
                  </a:lnTo>
                  <a:lnTo>
                    <a:pt x="62653" y="345863"/>
                  </a:lnTo>
                  <a:lnTo>
                    <a:pt x="61383" y="344593"/>
                  </a:lnTo>
                  <a:lnTo>
                    <a:pt x="45720" y="340360"/>
                  </a:lnTo>
                  <a:lnTo>
                    <a:pt x="44450" y="324696"/>
                  </a:lnTo>
                  <a:lnTo>
                    <a:pt x="30480" y="322157"/>
                  </a:lnTo>
                  <a:lnTo>
                    <a:pt x="15240" y="319193"/>
                  </a:lnTo>
                  <a:lnTo>
                    <a:pt x="8467" y="319193"/>
                  </a:lnTo>
                  <a:lnTo>
                    <a:pt x="11007" y="303953"/>
                  </a:lnTo>
                  <a:lnTo>
                    <a:pt x="5503" y="294217"/>
                  </a:lnTo>
                  <a:lnTo>
                    <a:pt x="4233" y="292523"/>
                  </a:lnTo>
                  <a:lnTo>
                    <a:pt x="0" y="284480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0" name="Freeform 2419">
              <a:extLst>
                <a:ext uri="{FF2B5EF4-FFF2-40B4-BE49-F238E27FC236}">
                  <a16:creationId xmlns:a16="http://schemas.microsoft.com/office/drawing/2014/main" id="{FF80D220-557F-DD41-8390-8C0DD23EC60A}"/>
                </a:ext>
              </a:extLst>
            </p:cNvPr>
            <p:cNvSpPr/>
            <p:nvPr/>
          </p:nvSpPr>
          <p:spPr>
            <a:xfrm>
              <a:off x="6685280" y="3669030"/>
              <a:ext cx="594359" cy="324696"/>
            </a:xfrm>
            <a:custGeom>
              <a:avLst/>
              <a:gdLst>
                <a:gd name="connsiteX0" fmla="*/ 0 w 594359"/>
                <a:gd name="connsiteY0" fmla="*/ 271780 h 324696"/>
                <a:gd name="connsiteX1" fmla="*/ 4233 w 594359"/>
                <a:gd name="connsiteY1" fmla="*/ 266277 h 324696"/>
                <a:gd name="connsiteX2" fmla="*/ 2963 w 594359"/>
                <a:gd name="connsiteY2" fmla="*/ 265007 h 324696"/>
                <a:gd name="connsiteX3" fmla="*/ 16933 w 594359"/>
                <a:gd name="connsiteY3" fmla="*/ 254000 h 324696"/>
                <a:gd name="connsiteX4" fmla="*/ 21167 w 594359"/>
                <a:gd name="connsiteY4" fmla="*/ 241300 h 324696"/>
                <a:gd name="connsiteX5" fmla="*/ 18203 w 594359"/>
                <a:gd name="connsiteY5" fmla="*/ 227330 h 324696"/>
                <a:gd name="connsiteX6" fmla="*/ 13970 w 594359"/>
                <a:gd name="connsiteY6" fmla="*/ 224367 h 324696"/>
                <a:gd name="connsiteX7" fmla="*/ 16933 w 594359"/>
                <a:gd name="connsiteY7" fmla="*/ 223097 h 324696"/>
                <a:gd name="connsiteX8" fmla="*/ 15663 w 594359"/>
                <a:gd name="connsiteY8" fmla="*/ 218863 h 324696"/>
                <a:gd name="connsiteX9" fmla="*/ 24977 w 594359"/>
                <a:gd name="connsiteY9" fmla="*/ 204893 h 324696"/>
                <a:gd name="connsiteX10" fmla="*/ 26670 w 594359"/>
                <a:gd name="connsiteY10" fmla="*/ 203623 h 324696"/>
                <a:gd name="connsiteX11" fmla="*/ 33443 w 594359"/>
                <a:gd name="connsiteY11" fmla="*/ 189653 h 324696"/>
                <a:gd name="connsiteX12" fmla="*/ 47413 w 594359"/>
                <a:gd name="connsiteY12" fmla="*/ 179917 h 324696"/>
                <a:gd name="connsiteX13" fmla="*/ 51647 w 594359"/>
                <a:gd name="connsiteY13" fmla="*/ 178223 h 324696"/>
                <a:gd name="connsiteX14" fmla="*/ 54610 w 594359"/>
                <a:gd name="connsiteY14" fmla="*/ 175683 h 324696"/>
                <a:gd name="connsiteX15" fmla="*/ 64347 w 594359"/>
                <a:gd name="connsiteY15" fmla="*/ 160020 h 324696"/>
                <a:gd name="connsiteX16" fmla="*/ 67310 w 594359"/>
                <a:gd name="connsiteY16" fmla="*/ 154517 h 324696"/>
                <a:gd name="connsiteX17" fmla="*/ 65617 w 594359"/>
                <a:gd name="connsiteY17" fmla="*/ 147743 h 324696"/>
                <a:gd name="connsiteX18" fmla="*/ 79587 w 594359"/>
                <a:gd name="connsiteY18" fmla="*/ 135043 h 324696"/>
                <a:gd name="connsiteX19" fmla="*/ 93557 w 594359"/>
                <a:gd name="connsiteY19" fmla="*/ 126577 h 324696"/>
                <a:gd name="connsiteX20" fmla="*/ 100753 w 594359"/>
                <a:gd name="connsiteY20" fmla="*/ 122343 h 324696"/>
                <a:gd name="connsiteX21" fmla="*/ 97790 w 594359"/>
                <a:gd name="connsiteY21" fmla="*/ 119803 h 324696"/>
                <a:gd name="connsiteX22" fmla="*/ 111760 w 594359"/>
                <a:gd name="connsiteY22" fmla="*/ 108797 h 324696"/>
                <a:gd name="connsiteX23" fmla="*/ 118957 w 594359"/>
                <a:gd name="connsiteY23" fmla="*/ 104563 h 324696"/>
                <a:gd name="connsiteX24" fmla="*/ 132503 w 594359"/>
                <a:gd name="connsiteY24" fmla="*/ 90593 h 324696"/>
                <a:gd name="connsiteX25" fmla="*/ 139700 w 594359"/>
                <a:gd name="connsiteY25" fmla="*/ 80857 h 324696"/>
                <a:gd name="connsiteX26" fmla="*/ 146897 w 594359"/>
                <a:gd name="connsiteY26" fmla="*/ 73660 h 324696"/>
                <a:gd name="connsiteX27" fmla="*/ 145203 w 594359"/>
                <a:gd name="connsiteY27" fmla="*/ 73660 h 324696"/>
                <a:gd name="connsiteX28" fmla="*/ 131233 w 594359"/>
                <a:gd name="connsiteY28" fmla="*/ 72390 h 324696"/>
                <a:gd name="connsiteX29" fmla="*/ 136737 w 594359"/>
                <a:gd name="connsiteY29" fmla="*/ 58420 h 324696"/>
                <a:gd name="connsiteX30" fmla="*/ 136737 w 594359"/>
                <a:gd name="connsiteY30" fmla="*/ 49953 h 324696"/>
                <a:gd name="connsiteX31" fmla="*/ 139700 w 594359"/>
                <a:gd name="connsiteY31" fmla="*/ 49953 h 324696"/>
                <a:gd name="connsiteX32" fmla="*/ 139700 w 594359"/>
                <a:gd name="connsiteY32" fmla="*/ 48683 h 324696"/>
                <a:gd name="connsiteX33" fmla="*/ 140970 w 594359"/>
                <a:gd name="connsiteY33" fmla="*/ 48683 h 324696"/>
                <a:gd name="connsiteX34" fmla="*/ 145203 w 594359"/>
                <a:gd name="connsiteY34" fmla="*/ 48683 h 324696"/>
                <a:gd name="connsiteX35" fmla="*/ 153670 w 594359"/>
                <a:gd name="connsiteY35" fmla="*/ 48683 h 324696"/>
                <a:gd name="connsiteX36" fmla="*/ 157903 w 594359"/>
                <a:gd name="connsiteY36" fmla="*/ 48683 h 324696"/>
                <a:gd name="connsiteX37" fmla="*/ 157903 w 594359"/>
                <a:gd name="connsiteY37" fmla="*/ 49953 h 324696"/>
                <a:gd name="connsiteX38" fmla="*/ 171873 w 594359"/>
                <a:gd name="connsiteY38" fmla="*/ 60960 h 324696"/>
                <a:gd name="connsiteX39" fmla="*/ 181610 w 594359"/>
                <a:gd name="connsiteY39" fmla="*/ 59690 h 324696"/>
                <a:gd name="connsiteX40" fmla="*/ 190077 w 594359"/>
                <a:gd name="connsiteY40" fmla="*/ 59690 h 324696"/>
                <a:gd name="connsiteX41" fmla="*/ 193887 w 594359"/>
                <a:gd name="connsiteY41" fmla="*/ 57150 h 324696"/>
                <a:gd name="connsiteX42" fmla="*/ 196850 w 594359"/>
                <a:gd name="connsiteY42" fmla="*/ 55457 h 324696"/>
                <a:gd name="connsiteX43" fmla="*/ 203623 w 594359"/>
                <a:gd name="connsiteY43" fmla="*/ 48683 h 324696"/>
                <a:gd name="connsiteX44" fmla="*/ 212090 w 594359"/>
                <a:gd name="connsiteY44" fmla="*/ 35983 h 324696"/>
                <a:gd name="connsiteX45" fmla="*/ 213360 w 594359"/>
                <a:gd name="connsiteY45" fmla="*/ 35983 h 324696"/>
                <a:gd name="connsiteX46" fmla="*/ 216323 w 594359"/>
                <a:gd name="connsiteY46" fmla="*/ 35983 h 324696"/>
                <a:gd name="connsiteX47" fmla="*/ 218017 w 594359"/>
                <a:gd name="connsiteY47" fmla="*/ 34713 h 324696"/>
                <a:gd name="connsiteX48" fmla="*/ 226060 w 594359"/>
                <a:gd name="connsiteY48" fmla="*/ 31750 h 324696"/>
                <a:gd name="connsiteX49" fmla="*/ 221827 w 594359"/>
                <a:gd name="connsiteY49" fmla="*/ 37677 h 324696"/>
                <a:gd name="connsiteX50" fmla="*/ 220557 w 594359"/>
                <a:gd name="connsiteY50" fmla="*/ 38947 h 324696"/>
                <a:gd name="connsiteX51" fmla="*/ 234527 w 594359"/>
                <a:gd name="connsiteY51" fmla="*/ 41487 h 324696"/>
                <a:gd name="connsiteX52" fmla="*/ 241723 w 594359"/>
                <a:gd name="connsiteY52" fmla="*/ 40217 h 324696"/>
                <a:gd name="connsiteX53" fmla="*/ 255270 w 594359"/>
                <a:gd name="connsiteY53" fmla="*/ 34713 h 324696"/>
                <a:gd name="connsiteX54" fmla="*/ 269240 w 594359"/>
                <a:gd name="connsiteY54" fmla="*/ 40217 h 324696"/>
                <a:gd name="connsiteX55" fmla="*/ 284903 w 594359"/>
                <a:gd name="connsiteY55" fmla="*/ 35983 h 324696"/>
                <a:gd name="connsiteX56" fmla="*/ 298873 w 594359"/>
                <a:gd name="connsiteY56" fmla="*/ 30480 h 324696"/>
                <a:gd name="connsiteX57" fmla="*/ 300143 w 594359"/>
                <a:gd name="connsiteY57" fmla="*/ 30480 h 324696"/>
                <a:gd name="connsiteX58" fmla="*/ 309880 w 594359"/>
                <a:gd name="connsiteY58" fmla="*/ 34713 h 324696"/>
                <a:gd name="connsiteX59" fmla="*/ 325120 w 594359"/>
                <a:gd name="connsiteY59" fmla="*/ 37677 h 324696"/>
                <a:gd name="connsiteX60" fmla="*/ 334857 w 594359"/>
                <a:gd name="connsiteY60" fmla="*/ 35983 h 324696"/>
                <a:gd name="connsiteX61" fmla="*/ 343323 w 594359"/>
                <a:gd name="connsiteY61" fmla="*/ 29210 h 324696"/>
                <a:gd name="connsiteX62" fmla="*/ 343323 w 594359"/>
                <a:gd name="connsiteY62" fmla="*/ 31750 h 324696"/>
                <a:gd name="connsiteX63" fmla="*/ 344593 w 594359"/>
                <a:gd name="connsiteY63" fmla="*/ 34713 h 324696"/>
                <a:gd name="connsiteX64" fmla="*/ 348827 w 594359"/>
                <a:gd name="connsiteY64" fmla="*/ 22013 h 324696"/>
                <a:gd name="connsiteX65" fmla="*/ 347557 w 594359"/>
                <a:gd name="connsiteY65" fmla="*/ 20743 h 324696"/>
                <a:gd name="connsiteX66" fmla="*/ 333587 w 594359"/>
                <a:gd name="connsiteY66" fmla="*/ 24977 h 324696"/>
                <a:gd name="connsiteX67" fmla="*/ 326390 w 594359"/>
                <a:gd name="connsiteY67" fmla="*/ 22013 h 324696"/>
                <a:gd name="connsiteX68" fmla="*/ 330623 w 594359"/>
                <a:gd name="connsiteY68" fmla="*/ 8043 h 324696"/>
                <a:gd name="connsiteX69" fmla="*/ 346287 w 594359"/>
                <a:gd name="connsiteY69" fmla="*/ 0 h 324696"/>
                <a:gd name="connsiteX70" fmla="*/ 360257 w 594359"/>
                <a:gd name="connsiteY70" fmla="*/ 5503 h 324696"/>
                <a:gd name="connsiteX71" fmla="*/ 365760 w 594359"/>
                <a:gd name="connsiteY71" fmla="*/ 8043 h 324696"/>
                <a:gd name="connsiteX72" fmla="*/ 364067 w 594359"/>
                <a:gd name="connsiteY72" fmla="*/ 9737 h 324696"/>
                <a:gd name="connsiteX73" fmla="*/ 364067 w 594359"/>
                <a:gd name="connsiteY73" fmla="*/ 16510 h 324696"/>
                <a:gd name="connsiteX74" fmla="*/ 374227 w 594359"/>
                <a:gd name="connsiteY74" fmla="*/ 19473 h 324696"/>
                <a:gd name="connsiteX75" fmla="*/ 385233 w 594359"/>
                <a:gd name="connsiteY75" fmla="*/ 23707 h 324696"/>
                <a:gd name="connsiteX76" fmla="*/ 399203 w 594359"/>
                <a:gd name="connsiteY76" fmla="*/ 20743 h 324696"/>
                <a:gd name="connsiteX77" fmla="*/ 413173 w 594359"/>
                <a:gd name="connsiteY77" fmla="*/ 19473 h 324696"/>
                <a:gd name="connsiteX78" fmla="*/ 417407 w 594359"/>
                <a:gd name="connsiteY78" fmla="*/ 22013 h 324696"/>
                <a:gd name="connsiteX79" fmla="*/ 422910 w 594359"/>
                <a:gd name="connsiteY79" fmla="*/ 22013 h 324696"/>
                <a:gd name="connsiteX80" fmla="*/ 424180 w 594359"/>
                <a:gd name="connsiteY80" fmla="*/ 22013 h 324696"/>
                <a:gd name="connsiteX81" fmla="*/ 439420 w 594359"/>
                <a:gd name="connsiteY81" fmla="*/ 24977 h 324696"/>
                <a:gd name="connsiteX82" fmla="*/ 453390 w 594359"/>
                <a:gd name="connsiteY82" fmla="*/ 31750 h 324696"/>
                <a:gd name="connsiteX83" fmla="*/ 469053 w 594359"/>
                <a:gd name="connsiteY83" fmla="*/ 40217 h 324696"/>
                <a:gd name="connsiteX84" fmla="*/ 474557 w 594359"/>
                <a:gd name="connsiteY84" fmla="*/ 43180 h 324696"/>
                <a:gd name="connsiteX85" fmla="*/ 473287 w 594359"/>
                <a:gd name="connsiteY85" fmla="*/ 48683 h 324696"/>
                <a:gd name="connsiteX86" fmla="*/ 485563 w 594359"/>
                <a:gd name="connsiteY86" fmla="*/ 57150 h 324696"/>
                <a:gd name="connsiteX87" fmla="*/ 485563 w 594359"/>
                <a:gd name="connsiteY87" fmla="*/ 58420 h 324696"/>
                <a:gd name="connsiteX88" fmla="*/ 485563 w 594359"/>
                <a:gd name="connsiteY88" fmla="*/ 62653 h 324696"/>
                <a:gd name="connsiteX89" fmla="*/ 480060 w 594359"/>
                <a:gd name="connsiteY89" fmla="*/ 70697 h 324696"/>
                <a:gd name="connsiteX90" fmla="*/ 478790 w 594359"/>
                <a:gd name="connsiteY90" fmla="*/ 72390 h 324696"/>
                <a:gd name="connsiteX91" fmla="*/ 470323 w 594359"/>
                <a:gd name="connsiteY91" fmla="*/ 86360 h 324696"/>
                <a:gd name="connsiteX92" fmla="*/ 469053 w 594359"/>
                <a:gd name="connsiteY92" fmla="*/ 89323 h 324696"/>
                <a:gd name="connsiteX93" fmla="*/ 463550 w 594359"/>
                <a:gd name="connsiteY93" fmla="*/ 102870 h 324696"/>
                <a:gd name="connsiteX94" fmla="*/ 466090 w 594359"/>
                <a:gd name="connsiteY94" fmla="*/ 107103 h 324696"/>
                <a:gd name="connsiteX95" fmla="*/ 461857 w 594359"/>
                <a:gd name="connsiteY95" fmla="*/ 121073 h 324696"/>
                <a:gd name="connsiteX96" fmla="*/ 467360 w 594359"/>
                <a:gd name="connsiteY96" fmla="*/ 119803 h 324696"/>
                <a:gd name="connsiteX97" fmla="*/ 478790 w 594359"/>
                <a:gd name="connsiteY97" fmla="*/ 121073 h 324696"/>
                <a:gd name="connsiteX98" fmla="*/ 485563 w 594359"/>
                <a:gd name="connsiteY98" fmla="*/ 121073 h 324696"/>
                <a:gd name="connsiteX99" fmla="*/ 500803 w 594359"/>
                <a:gd name="connsiteY99" fmla="*/ 124037 h 324696"/>
                <a:gd name="connsiteX100" fmla="*/ 514773 w 594359"/>
                <a:gd name="connsiteY100" fmla="*/ 126577 h 324696"/>
                <a:gd name="connsiteX101" fmla="*/ 516043 w 594359"/>
                <a:gd name="connsiteY101" fmla="*/ 142240 h 324696"/>
                <a:gd name="connsiteX102" fmla="*/ 531707 w 594359"/>
                <a:gd name="connsiteY102" fmla="*/ 146473 h 324696"/>
                <a:gd name="connsiteX103" fmla="*/ 532977 w 594359"/>
                <a:gd name="connsiteY103" fmla="*/ 147743 h 324696"/>
                <a:gd name="connsiteX104" fmla="*/ 546947 w 594359"/>
                <a:gd name="connsiteY104" fmla="*/ 156210 h 324696"/>
                <a:gd name="connsiteX105" fmla="*/ 552450 w 594359"/>
                <a:gd name="connsiteY105" fmla="*/ 154517 h 324696"/>
                <a:gd name="connsiteX106" fmla="*/ 566420 w 594359"/>
                <a:gd name="connsiteY106" fmla="*/ 142240 h 324696"/>
                <a:gd name="connsiteX107" fmla="*/ 580390 w 594359"/>
                <a:gd name="connsiteY107" fmla="*/ 130810 h 324696"/>
                <a:gd name="connsiteX108" fmla="*/ 594360 w 594359"/>
                <a:gd name="connsiteY108" fmla="*/ 140547 h 324696"/>
                <a:gd name="connsiteX109" fmla="*/ 594360 w 594359"/>
                <a:gd name="connsiteY109" fmla="*/ 142240 h 324696"/>
                <a:gd name="connsiteX110" fmla="*/ 591397 w 594359"/>
                <a:gd name="connsiteY110" fmla="*/ 149013 h 324696"/>
                <a:gd name="connsiteX111" fmla="*/ 593090 w 594359"/>
                <a:gd name="connsiteY111" fmla="*/ 151977 h 324696"/>
                <a:gd name="connsiteX112" fmla="*/ 587587 w 594359"/>
                <a:gd name="connsiteY112" fmla="*/ 164253 h 324696"/>
                <a:gd name="connsiteX113" fmla="*/ 585893 w 594359"/>
                <a:gd name="connsiteY113" fmla="*/ 178223 h 324696"/>
                <a:gd name="connsiteX114" fmla="*/ 594360 w 594359"/>
                <a:gd name="connsiteY114" fmla="*/ 192193 h 324696"/>
                <a:gd name="connsiteX115" fmla="*/ 591397 w 594359"/>
                <a:gd name="connsiteY115" fmla="*/ 206163 h 324696"/>
                <a:gd name="connsiteX116" fmla="*/ 588857 w 594359"/>
                <a:gd name="connsiteY116" fmla="*/ 206163 h 324696"/>
                <a:gd name="connsiteX117" fmla="*/ 574887 w 594359"/>
                <a:gd name="connsiteY117" fmla="*/ 204893 h 324696"/>
                <a:gd name="connsiteX118" fmla="*/ 562610 w 594359"/>
                <a:gd name="connsiteY118" fmla="*/ 190923 h 324696"/>
                <a:gd name="connsiteX119" fmla="*/ 548217 w 594359"/>
                <a:gd name="connsiteY119" fmla="*/ 193463 h 324696"/>
                <a:gd name="connsiteX120" fmla="*/ 538480 w 594359"/>
                <a:gd name="connsiteY120" fmla="*/ 207433 h 324696"/>
                <a:gd name="connsiteX121" fmla="*/ 537210 w 594359"/>
                <a:gd name="connsiteY121" fmla="*/ 223097 h 324696"/>
                <a:gd name="connsiteX122" fmla="*/ 552450 w 594359"/>
                <a:gd name="connsiteY122" fmla="*/ 229870 h 324696"/>
                <a:gd name="connsiteX123" fmla="*/ 548217 w 594359"/>
                <a:gd name="connsiteY123" fmla="*/ 243840 h 324696"/>
                <a:gd name="connsiteX124" fmla="*/ 545677 w 594359"/>
                <a:gd name="connsiteY124" fmla="*/ 257810 h 324696"/>
                <a:gd name="connsiteX125" fmla="*/ 531707 w 594359"/>
                <a:gd name="connsiteY125" fmla="*/ 248073 h 324696"/>
                <a:gd name="connsiteX126" fmla="*/ 530437 w 594359"/>
                <a:gd name="connsiteY126" fmla="*/ 248073 h 324696"/>
                <a:gd name="connsiteX127" fmla="*/ 524510 w 594359"/>
                <a:gd name="connsiteY127" fmla="*/ 234103 h 324696"/>
                <a:gd name="connsiteX128" fmla="*/ 510540 w 594359"/>
                <a:gd name="connsiteY128" fmla="*/ 234103 h 324696"/>
                <a:gd name="connsiteX129" fmla="*/ 496993 w 594359"/>
                <a:gd name="connsiteY129" fmla="*/ 237067 h 324696"/>
                <a:gd name="connsiteX130" fmla="*/ 495300 w 594359"/>
                <a:gd name="connsiteY130" fmla="*/ 242570 h 324696"/>
                <a:gd name="connsiteX131" fmla="*/ 481330 w 594359"/>
                <a:gd name="connsiteY131" fmla="*/ 246803 h 324696"/>
                <a:gd name="connsiteX132" fmla="*/ 466090 w 594359"/>
                <a:gd name="connsiteY132" fmla="*/ 239607 h 324696"/>
                <a:gd name="connsiteX133" fmla="*/ 460587 w 594359"/>
                <a:gd name="connsiteY133" fmla="*/ 227330 h 324696"/>
                <a:gd name="connsiteX134" fmla="*/ 456353 w 594359"/>
                <a:gd name="connsiteY134" fmla="*/ 213360 h 324696"/>
                <a:gd name="connsiteX135" fmla="*/ 442383 w 594359"/>
                <a:gd name="connsiteY135" fmla="*/ 212090 h 324696"/>
                <a:gd name="connsiteX136" fmla="*/ 436880 w 594359"/>
                <a:gd name="connsiteY136" fmla="*/ 213360 h 324696"/>
                <a:gd name="connsiteX137" fmla="*/ 436880 w 594359"/>
                <a:gd name="connsiteY137" fmla="*/ 227330 h 324696"/>
                <a:gd name="connsiteX138" fmla="*/ 438150 w 594359"/>
                <a:gd name="connsiteY138" fmla="*/ 242570 h 324696"/>
                <a:gd name="connsiteX139" fmla="*/ 431377 w 594359"/>
                <a:gd name="connsiteY139" fmla="*/ 256540 h 324696"/>
                <a:gd name="connsiteX140" fmla="*/ 419947 w 594359"/>
                <a:gd name="connsiteY140" fmla="*/ 266277 h 324696"/>
                <a:gd name="connsiteX141" fmla="*/ 410210 w 594359"/>
                <a:gd name="connsiteY141" fmla="*/ 276013 h 324696"/>
                <a:gd name="connsiteX142" fmla="*/ 400473 w 594359"/>
                <a:gd name="connsiteY142" fmla="*/ 291253 h 324696"/>
                <a:gd name="connsiteX143" fmla="*/ 401743 w 594359"/>
                <a:gd name="connsiteY143" fmla="*/ 292947 h 324696"/>
                <a:gd name="connsiteX144" fmla="*/ 403437 w 594359"/>
                <a:gd name="connsiteY144" fmla="*/ 294217 h 324696"/>
                <a:gd name="connsiteX145" fmla="*/ 407670 w 594359"/>
                <a:gd name="connsiteY145" fmla="*/ 306493 h 324696"/>
                <a:gd name="connsiteX146" fmla="*/ 403437 w 594359"/>
                <a:gd name="connsiteY146" fmla="*/ 320463 h 324696"/>
                <a:gd name="connsiteX147" fmla="*/ 401743 w 594359"/>
                <a:gd name="connsiteY147" fmla="*/ 324697 h 324696"/>
                <a:gd name="connsiteX148" fmla="*/ 387773 w 594359"/>
                <a:gd name="connsiteY148" fmla="*/ 322157 h 324696"/>
                <a:gd name="connsiteX149" fmla="*/ 387773 w 594359"/>
                <a:gd name="connsiteY149" fmla="*/ 309457 h 324696"/>
                <a:gd name="connsiteX150" fmla="*/ 379730 w 594359"/>
                <a:gd name="connsiteY150" fmla="*/ 299720 h 324696"/>
                <a:gd name="connsiteX151" fmla="*/ 372533 w 594359"/>
                <a:gd name="connsiteY151" fmla="*/ 296757 h 324696"/>
                <a:gd name="connsiteX152" fmla="*/ 372533 w 594359"/>
                <a:gd name="connsiteY152" fmla="*/ 292947 h 324696"/>
                <a:gd name="connsiteX153" fmla="*/ 367030 w 594359"/>
                <a:gd name="connsiteY153" fmla="*/ 277283 h 324696"/>
                <a:gd name="connsiteX154" fmla="*/ 362797 w 594359"/>
                <a:gd name="connsiteY154" fmla="*/ 277283 h 324696"/>
                <a:gd name="connsiteX155" fmla="*/ 360257 w 594359"/>
                <a:gd name="connsiteY155" fmla="*/ 278553 h 324696"/>
                <a:gd name="connsiteX156" fmla="*/ 358563 w 594359"/>
                <a:gd name="connsiteY156" fmla="*/ 278553 h 324696"/>
                <a:gd name="connsiteX157" fmla="*/ 346287 w 594359"/>
                <a:gd name="connsiteY157" fmla="*/ 270510 h 324696"/>
                <a:gd name="connsiteX158" fmla="*/ 339090 w 594359"/>
                <a:gd name="connsiteY158" fmla="*/ 263313 h 324696"/>
                <a:gd name="connsiteX159" fmla="*/ 325120 w 594359"/>
                <a:gd name="connsiteY159" fmla="*/ 248073 h 324696"/>
                <a:gd name="connsiteX160" fmla="*/ 329353 w 594359"/>
                <a:gd name="connsiteY160" fmla="*/ 234103 h 324696"/>
                <a:gd name="connsiteX161" fmla="*/ 318347 w 594359"/>
                <a:gd name="connsiteY161" fmla="*/ 220133 h 324696"/>
                <a:gd name="connsiteX162" fmla="*/ 308610 w 594359"/>
                <a:gd name="connsiteY162" fmla="*/ 231563 h 324696"/>
                <a:gd name="connsiteX163" fmla="*/ 294640 w 594359"/>
                <a:gd name="connsiteY163" fmla="*/ 243840 h 324696"/>
                <a:gd name="connsiteX164" fmla="*/ 280670 w 594359"/>
                <a:gd name="connsiteY164" fmla="*/ 249343 h 324696"/>
                <a:gd name="connsiteX165" fmla="*/ 287443 w 594359"/>
                <a:gd name="connsiteY165" fmla="*/ 263313 h 324696"/>
                <a:gd name="connsiteX166" fmla="*/ 286173 w 594359"/>
                <a:gd name="connsiteY166" fmla="*/ 271780 h 324696"/>
                <a:gd name="connsiteX167" fmla="*/ 272203 w 594359"/>
                <a:gd name="connsiteY167" fmla="*/ 281517 h 324696"/>
                <a:gd name="connsiteX168" fmla="*/ 262467 w 594359"/>
                <a:gd name="connsiteY168" fmla="*/ 295487 h 324696"/>
                <a:gd name="connsiteX169" fmla="*/ 248497 w 594359"/>
                <a:gd name="connsiteY169" fmla="*/ 308187 h 324696"/>
                <a:gd name="connsiteX170" fmla="*/ 240030 w 594359"/>
                <a:gd name="connsiteY170" fmla="*/ 308187 h 324696"/>
                <a:gd name="connsiteX171" fmla="*/ 226060 w 594359"/>
                <a:gd name="connsiteY171" fmla="*/ 302683 h 324696"/>
                <a:gd name="connsiteX172" fmla="*/ 212090 w 594359"/>
                <a:gd name="connsiteY172" fmla="*/ 298450 h 324696"/>
                <a:gd name="connsiteX173" fmla="*/ 210820 w 594359"/>
                <a:gd name="connsiteY173" fmla="*/ 296757 h 324696"/>
                <a:gd name="connsiteX174" fmla="*/ 196850 w 594359"/>
                <a:gd name="connsiteY174" fmla="*/ 303953 h 324696"/>
                <a:gd name="connsiteX175" fmla="*/ 182880 w 594359"/>
                <a:gd name="connsiteY175" fmla="*/ 308187 h 324696"/>
                <a:gd name="connsiteX176" fmla="*/ 168910 w 594359"/>
                <a:gd name="connsiteY176" fmla="*/ 310727 h 324696"/>
                <a:gd name="connsiteX177" fmla="*/ 154940 w 594359"/>
                <a:gd name="connsiteY177" fmla="*/ 313690 h 324696"/>
                <a:gd name="connsiteX178" fmla="*/ 139700 w 594359"/>
                <a:gd name="connsiteY178" fmla="*/ 306493 h 324696"/>
                <a:gd name="connsiteX179" fmla="*/ 132503 w 594359"/>
                <a:gd name="connsiteY179" fmla="*/ 292947 h 324696"/>
                <a:gd name="connsiteX180" fmla="*/ 127000 w 594359"/>
                <a:gd name="connsiteY180" fmla="*/ 287020 h 324696"/>
                <a:gd name="connsiteX181" fmla="*/ 127000 w 594359"/>
                <a:gd name="connsiteY181" fmla="*/ 285750 h 324696"/>
                <a:gd name="connsiteX182" fmla="*/ 113030 w 594359"/>
                <a:gd name="connsiteY182" fmla="*/ 271780 h 324696"/>
                <a:gd name="connsiteX183" fmla="*/ 108797 w 594359"/>
                <a:gd name="connsiteY183" fmla="*/ 257810 h 324696"/>
                <a:gd name="connsiteX184" fmla="*/ 111760 w 594359"/>
                <a:gd name="connsiteY184" fmla="*/ 243840 h 324696"/>
                <a:gd name="connsiteX185" fmla="*/ 110490 w 594359"/>
                <a:gd name="connsiteY185" fmla="*/ 229870 h 324696"/>
                <a:gd name="connsiteX186" fmla="*/ 110490 w 594359"/>
                <a:gd name="connsiteY186" fmla="*/ 228600 h 324696"/>
                <a:gd name="connsiteX187" fmla="*/ 96520 w 594359"/>
                <a:gd name="connsiteY187" fmla="*/ 220133 h 324696"/>
                <a:gd name="connsiteX188" fmla="*/ 82550 w 594359"/>
                <a:gd name="connsiteY188" fmla="*/ 220133 h 324696"/>
                <a:gd name="connsiteX189" fmla="*/ 68580 w 594359"/>
                <a:gd name="connsiteY189" fmla="*/ 221403 h 324696"/>
                <a:gd name="connsiteX190" fmla="*/ 53340 w 594359"/>
                <a:gd name="connsiteY190" fmla="*/ 228600 h 324696"/>
                <a:gd name="connsiteX191" fmla="*/ 39370 w 594359"/>
                <a:gd name="connsiteY191" fmla="*/ 234103 h 324696"/>
                <a:gd name="connsiteX192" fmla="*/ 36407 w 594359"/>
                <a:gd name="connsiteY192" fmla="*/ 243840 h 324696"/>
                <a:gd name="connsiteX193" fmla="*/ 37677 w 594359"/>
                <a:gd name="connsiteY193" fmla="*/ 249343 h 324696"/>
                <a:gd name="connsiteX194" fmla="*/ 30903 w 594359"/>
                <a:gd name="connsiteY194" fmla="*/ 262043 h 324696"/>
                <a:gd name="connsiteX195" fmla="*/ 29210 w 594359"/>
                <a:gd name="connsiteY195" fmla="*/ 265007 h 324696"/>
                <a:gd name="connsiteX196" fmla="*/ 15663 w 594359"/>
                <a:gd name="connsiteY196" fmla="*/ 268817 h 324696"/>
                <a:gd name="connsiteX197" fmla="*/ 1693 w 594359"/>
                <a:gd name="connsiteY197" fmla="*/ 271780 h 324696"/>
                <a:gd name="connsiteX198" fmla="*/ 0 w 594359"/>
                <a:gd name="connsiteY198" fmla="*/ 271780 h 324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</a:cxnLst>
              <a:rect l="l" t="t" r="r" b="b"/>
              <a:pathLst>
                <a:path w="594359" h="324696">
                  <a:moveTo>
                    <a:pt x="0" y="271780"/>
                  </a:moveTo>
                  <a:lnTo>
                    <a:pt x="4233" y="266277"/>
                  </a:lnTo>
                  <a:lnTo>
                    <a:pt x="2963" y="265007"/>
                  </a:lnTo>
                  <a:lnTo>
                    <a:pt x="16933" y="254000"/>
                  </a:lnTo>
                  <a:lnTo>
                    <a:pt x="21167" y="241300"/>
                  </a:lnTo>
                  <a:lnTo>
                    <a:pt x="18203" y="227330"/>
                  </a:lnTo>
                  <a:lnTo>
                    <a:pt x="13970" y="224367"/>
                  </a:lnTo>
                  <a:lnTo>
                    <a:pt x="16933" y="223097"/>
                  </a:lnTo>
                  <a:lnTo>
                    <a:pt x="15663" y="218863"/>
                  </a:lnTo>
                  <a:lnTo>
                    <a:pt x="24977" y="204893"/>
                  </a:lnTo>
                  <a:lnTo>
                    <a:pt x="26670" y="203623"/>
                  </a:lnTo>
                  <a:lnTo>
                    <a:pt x="33443" y="189653"/>
                  </a:lnTo>
                  <a:lnTo>
                    <a:pt x="47413" y="179917"/>
                  </a:lnTo>
                  <a:lnTo>
                    <a:pt x="51647" y="178223"/>
                  </a:lnTo>
                  <a:lnTo>
                    <a:pt x="54610" y="175683"/>
                  </a:lnTo>
                  <a:lnTo>
                    <a:pt x="64347" y="160020"/>
                  </a:lnTo>
                  <a:lnTo>
                    <a:pt x="67310" y="154517"/>
                  </a:lnTo>
                  <a:lnTo>
                    <a:pt x="65617" y="147743"/>
                  </a:lnTo>
                  <a:lnTo>
                    <a:pt x="79587" y="135043"/>
                  </a:lnTo>
                  <a:lnTo>
                    <a:pt x="93557" y="126577"/>
                  </a:lnTo>
                  <a:lnTo>
                    <a:pt x="100753" y="122343"/>
                  </a:lnTo>
                  <a:lnTo>
                    <a:pt x="97790" y="119803"/>
                  </a:lnTo>
                  <a:lnTo>
                    <a:pt x="111760" y="108797"/>
                  </a:lnTo>
                  <a:lnTo>
                    <a:pt x="118957" y="104563"/>
                  </a:lnTo>
                  <a:lnTo>
                    <a:pt x="132503" y="90593"/>
                  </a:lnTo>
                  <a:lnTo>
                    <a:pt x="139700" y="80857"/>
                  </a:lnTo>
                  <a:lnTo>
                    <a:pt x="146897" y="73660"/>
                  </a:lnTo>
                  <a:lnTo>
                    <a:pt x="145203" y="73660"/>
                  </a:lnTo>
                  <a:lnTo>
                    <a:pt x="131233" y="72390"/>
                  </a:lnTo>
                  <a:lnTo>
                    <a:pt x="136737" y="58420"/>
                  </a:lnTo>
                  <a:lnTo>
                    <a:pt x="136737" y="49953"/>
                  </a:lnTo>
                  <a:lnTo>
                    <a:pt x="139700" y="49953"/>
                  </a:lnTo>
                  <a:lnTo>
                    <a:pt x="139700" y="48683"/>
                  </a:lnTo>
                  <a:lnTo>
                    <a:pt x="140970" y="48683"/>
                  </a:lnTo>
                  <a:lnTo>
                    <a:pt x="145203" y="48683"/>
                  </a:lnTo>
                  <a:lnTo>
                    <a:pt x="153670" y="48683"/>
                  </a:lnTo>
                  <a:lnTo>
                    <a:pt x="157903" y="48683"/>
                  </a:lnTo>
                  <a:lnTo>
                    <a:pt x="157903" y="49953"/>
                  </a:lnTo>
                  <a:lnTo>
                    <a:pt x="171873" y="60960"/>
                  </a:lnTo>
                  <a:lnTo>
                    <a:pt x="181610" y="59690"/>
                  </a:lnTo>
                  <a:lnTo>
                    <a:pt x="190077" y="59690"/>
                  </a:lnTo>
                  <a:lnTo>
                    <a:pt x="193887" y="57150"/>
                  </a:lnTo>
                  <a:lnTo>
                    <a:pt x="196850" y="55457"/>
                  </a:lnTo>
                  <a:lnTo>
                    <a:pt x="203623" y="48683"/>
                  </a:lnTo>
                  <a:lnTo>
                    <a:pt x="212090" y="35983"/>
                  </a:lnTo>
                  <a:lnTo>
                    <a:pt x="213360" y="35983"/>
                  </a:lnTo>
                  <a:lnTo>
                    <a:pt x="216323" y="35983"/>
                  </a:lnTo>
                  <a:lnTo>
                    <a:pt x="218017" y="34713"/>
                  </a:lnTo>
                  <a:lnTo>
                    <a:pt x="226060" y="31750"/>
                  </a:lnTo>
                  <a:lnTo>
                    <a:pt x="221827" y="37677"/>
                  </a:lnTo>
                  <a:lnTo>
                    <a:pt x="220557" y="38947"/>
                  </a:lnTo>
                  <a:lnTo>
                    <a:pt x="234527" y="41487"/>
                  </a:lnTo>
                  <a:lnTo>
                    <a:pt x="241723" y="40217"/>
                  </a:lnTo>
                  <a:lnTo>
                    <a:pt x="255270" y="34713"/>
                  </a:lnTo>
                  <a:lnTo>
                    <a:pt x="269240" y="40217"/>
                  </a:lnTo>
                  <a:lnTo>
                    <a:pt x="284903" y="35983"/>
                  </a:lnTo>
                  <a:lnTo>
                    <a:pt x="298873" y="30480"/>
                  </a:lnTo>
                  <a:lnTo>
                    <a:pt x="300143" y="30480"/>
                  </a:lnTo>
                  <a:lnTo>
                    <a:pt x="309880" y="34713"/>
                  </a:lnTo>
                  <a:lnTo>
                    <a:pt x="325120" y="37677"/>
                  </a:lnTo>
                  <a:lnTo>
                    <a:pt x="334857" y="35983"/>
                  </a:lnTo>
                  <a:lnTo>
                    <a:pt x="343323" y="29210"/>
                  </a:lnTo>
                  <a:lnTo>
                    <a:pt x="343323" y="31750"/>
                  </a:lnTo>
                  <a:lnTo>
                    <a:pt x="344593" y="34713"/>
                  </a:lnTo>
                  <a:lnTo>
                    <a:pt x="348827" y="22013"/>
                  </a:lnTo>
                  <a:lnTo>
                    <a:pt x="347557" y="20743"/>
                  </a:lnTo>
                  <a:lnTo>
                    <a:pt x="333587" y="24977"/>
                  </a:lnTo>
                  <a:lnTo>
                    <a:pt x="326390" y="22013"/>
                  </a:lnTo>
                  <a:lnTo>
                    <a:pt x="330623" y="8043"/>
                  </a:lnTo>
                  <a:lnTo>
                    <a:pt x="346287" y="0"/>
                  </a:lnTo>
                  <a:lnTo>
                    <a:pt x="360257" y="5503"/>
                  </a:lnTo>
                  <a:lnTo>
                    <a:pt x="365760" y="8043"/>
                  </a:lnTo>
                  <a:lnTo>
                    <a:pt x="364067" y="9737"/>
                  </a:lnTo>
                  <a:lnTo>
                    <a:pt x="364067" y="16510"/>
                  </a:lnTo>
                  <a:lnTo>
                    <a:pt x="374227" y="19473"/>
                  </a:lnTo>
                  <a:lnTo>
                    <a:pt x="385233" y="23707"/>
                  </a:lnTo>
                  <a:lnTo>
                    <a:pt x="399203" y="20743"/>
                  </a:lnTo>
                  <a:lnTo>
                    <a:pt x="413173" y="19473"/>
                  </a:lnTo>
                  <a:lnTo>
                    <a:pt x="417407" y="22013"/>
                  </a:lnTo>
                  <a:lnTo>
                    <a:pt x="422910" y="22013"/>
                  </a:lnTo>
                  <a:lnTo>
                    <a:pt x="424180" y="22013"/>
                  </a:lnTo>
                  <a:lnTo>
                    <a:pt x="439420" y="24977"/>
                  </a:lnTo>
                  <a:lnTo>
                    <a:pt x="453390" y="31750"/>
                  </a:lnTo>
                  <a:lnTo>
                    <a:pt x="469053" y="40217"/>
                  </a:lnTo>
                  <a:lnTo>
                    <a:pt x="474557" y="43180"/>
                  </a:lnTo>
                  <a:lnTo>
                    <a:pt x="473287" y="48683"/>
                  </a:lnTo>
                  <a:lnTo>
                    <a:pt x="485563" y="57150"/>
                  </a:lnTo>
                  <a:lnTo>
                    <a:pt x="485563" y="58420"/>
                  </a:lnTo>
                  <a:lnTo>
                    <a:pt x="485563" y="62653"/>
                  </a:lnTo>
                  <a:lnTo>
                    <a:pt x="480060" y="70697"/>
                  </a:lnTo>
                  <a:lnTo>
                    <a:pt x="478790" y="72390"/>
                  </a:lnTo>
                  <a:lnTo>
                    <a:pt x="470323" y="86360"/>
                  </a:lnTo>
                  <a:lnTo>
                    <a:pt x="469053" y="89323"/>
                  </a:lnTo>
                  <a:lnTo>
                    <a:pt x="463550" y="102870"/>
                  </a:lnTo>
                  <a:lnTo>
                    <a:pt x="466090" y="107103"/>
                  </a:lnTo>
                  <a:lnTo>
                    <a:pt x="461857" y="121073"/>
                  </a:lnTo>
                  <a:lnTo>
                    <a:pt x="467360" y="119803"/>
                  </a:lnTo>
                  <a:lnTo>
                    <a:pt x="478790" y="121073"/>
                  </a:lnTo>
                  <a:lnTo>
                    <a:pt x="485563" y="121073"/>
                  </a:lnTo>
                  <a:lnTo>
                    <a:pt x="500803" y="124037"/>
                  </a:lnTo>
                  <a:lnTo>
                    <a:pt x="514773" y="126577"/>
                  </a:lnTo>
                  <a:lnTo>
                    <a:pt x="516043" y="142240"/>
                  </a:lnTo>
                  <a:lnTo>
                    <a:pt x="531707" y="146473"/>
                  </a:lnTo>
                  <a:lnTo>
                    <a:pt x="532977" y="147743"/>
                  </a:lnTo>
                  <a:lnTo>
                    <a:pt x="546947" y="156210"/>
                  </a:lnTo>
                  <a:lnTo>
                    <a:pt x="552450" y="154517"/>
                  </a:lnTo>
                  <a:lnTo>
                    <a:pt x="566420" y="142240"/>
                  </a:lnTo>
                  <a:lnTo>
                    <a:pt x="580390" y="130810"/>
                  </a:lnTo>
                  <a:lnTo>
                    <a:pt x="594360" y="140547"/>
                  </a:lnTo>
                  <a:lnTo>
                    <a:pt x="594360" y="142240"/>
                  </a:lnTo>
                  <a:lnTo>
                    <a:pt x="591397" y="149013"/>
                  </a:lnTo>
                  <a:lnTo>
                    <a:pt x="593090" y="151977"/>
                  </a:lnTo>
                  <a:lnTo>
                    <a:pt x="587587" y="164253"/>
                  </a:lnTo>
                  <a:lnTo>
                    <a:pt x="585893" y="178223"/>
                  </a:lnTo>
                  <a:lnTo>
                    <a:pt x="594360" y="192193"/>
                  </a:lnTo>
                  <a:lnTo>
                    <a:pt x="591397" y="206163"/>
                  </a:lnTo>
                  <a:lnTo>
                    <a:pt x="588857" y="206163"/>
                  </a:lnTo>
                  <a:lnTo>
                    <a:pt x="574887" y="204893"/>
                  </a:lnTo>
                  <a:lnTo>
                    <a:pt x="562610" y="190923"/>
                  </a:lnTo>
                  <a:lnTo>
                    <a:pt x="548217" y="193463"/>
                  </a:lnTo>
                  <a:lnTo>
                    <a:pt x="538480" y="207433"/>
                  </a:lnTo>
                  <a:lnTo>
                    <a:pt x="537210" y="223097"/>
                  </a:lnTo>
                  <a:lnTo>
                    <a:pt x="552450" y="229870"/>
                  </a:lnTo>
                  <a:lnTo>
                    <a:pt x="548217" y="243840"/>
                  </a:lnTo>
                  <a:lnTo>
                    <a:pt x="545677" y="257810"/>
                  </a:lnTo>
                  <a:lnTo>
                    <a:pt x="531707" y="248073"/>
                  </a:lnTo>
                  <a:lnTo>
                    <a:pt x="530437" y="248073"/>
                  </a:lnTo>
                  <a:lnTo>
                    <a:pt x="524510" y="234103"/>
                  </a:lnTo>
                  <a:lnTo>
                    <a:pt x="510540" y="234103"/>
                  </a:lnTo>
                  <a:lnTo>
                    <a:pt x="496993" y="237067"/>
                  </a:lnTo>
                  <a:lnTo>
                    <a:pt x="495300" y="242570"/>
                  </a:lnTo>
                  <a:lnTo>
                    <a:pt x="481330" y="246803"/>
                  </a:lnTo>
                  <a:lnTo>
                    <a:pt x="466090" y="239607"/>
                  </a:lnTo>
                  <a:lnTo>
                    <a:pt x="460587" y="227330"/>
                  </a:lnTo>
                  <a:lnTo>
                    <a:pt x="456353" y="213360"/>
                  </a:lnTo>
                  <a:lnTo>
                    <a:pt x="442383" y="212090"/>
                  </a:lnTo>
                  <a:lnTo>
                    <a:pt x="436880" y="213360"/>
                  </a:lnTo>
                  <a:lnTo>
                    <a:pt x="436880" y="227330"/>
                  </a:lnTo>
                  <a:lnTo>
                    <a:pt x="438150" y="242570"/>
                  </a:lnTo>
                  <a:lnTo>
                    <a:pt x="431377" y="256540"/>
                  </a:lnTo>
                  <a:lnTo>
                    <a:pt x="419947" y="266277"/>
                  </a:lnTo>
                  <a:lnTo>
                    <a:pt x="410210" y="276013"/>
                  </a:lnTo>
                  <a:lnTo>
                    <a:pt x="400473" y="291253"/>
                  </a:lnTo>
                  <a:lnTo>
                    <a:pt x="401743" y="292947"/>
                  </a:lnTo>
                  <a:lnTo>
                    <a:pt x="403437" y="294217"/>
                  </a:lnTo>
                  <a:lnTo>
                    <a:pt x="407670" y="306493"/>
                  </a:lnTo>
                  <a:lnTo>
                    <a:pt x="403437" y="320463"/>
                  </a:lnTo>
                  <a:lnTo>
                    <a:pt x="401743" y="324697"/>
                  </a:lnTo>
                  <a:lnTo>
                    <a:pt x="387773" y="322157"/>
                  </a:lnTo>
                  <a:lnTo>
                    <a:pt x="387773" y="309457"/>
                  </a:lnTo>
                  <a:lnTo>
                    <a:pt x="379730" y="299720"/>
                  </a:lnTo>
                  <a:lnTo>
                    <a:pt x="372533" y="296757"/>
                  </a:lnTo>
                  <a:lnTo>
                    <a:pt x="372533" y="292947"/>
                  </a:lnTo>
                  <a:lnTo>
                    <a:pt x="367030" y="277283"/>
                  </a:lnTo>
                  <a:lnTo>
                    <a:pt x="362797" y="277283"/>
                  </a:lnTo>
                  <a:lnTo>
                    <a:pt x="360257" y="278553"/>
                  </a:lnTo>
                  <a:lnTo>
                    <a:pt x="358563" y="278553"/>
                  </a:lnTo>
                  <a:lnTo>
                    <a:pt x="346287" y="270510"/>
                  </a:lnTo>
                  <a:lnTo>
                    <a:pt x="339090" y="263313"/>
                  </a:lnTo>
                  <a:lnTo>
                    <a:pt x="325120" y="248073"/>
                  </a:lnTo>
                  <a:lnTo>
                    <a:pt x="329353" y="234103"/>
                  </a:lnTo>
                  <a:lnTo>
                    <a:pt x="318347" y="220133"/>
                  </a:lnTo>
                  <a:lnTo>
                    <a:pt x="308610" y="231563"/>
                  </a:lnTo>
                  <a:lnTo>
                    <a:pt x="294640" y="243840"/>
                  </a:lnTo>
                  <a:lnTo>
                    <a:pt x="280670" y="249343"/>
                  </a:lnTo>
                  <a:lnTo>
                    <a:pt x="287443" y="263313"/>
                  </a:lnTo>
                  <a:lnTo>
                    <a:pt x="286173" y="271780"/>
                  </a:lnTo>
                  <a:lnTo>
                    <a:pt x="272203" y="281517"/>
                  </a:lnTo>
                  <a:lnTo>
                    <a:pt x="262467" y="295487"/>
                  </a:lnTo>
                  <a:lnTo>
                    <a:pt x="248497" y="308187"/>
                  </a:lnTo>
                  <a:lnTo>
                    <a:pt x="240030" y="308187"/>
                  </a:lnTo>
                  <a:lnTo>
                    <a:pt x="226060" y="302683"/>
                  </a:lnTo>
                  <a:lnTo>
                    <a:pt x="212090" y="298450"/>
                  </a:lnTo>
                  <a:lnTo>
                    <a:pt x="210820" y="296757"/>
                  </a:lnTo>
                  <a:lnTo>
                    <a:pt x="196850" y="303953"/>
                  </a:lnTo>
                  <a:lnTo>
                    <a:pt x="182880" y="308187"/>
                  </a:lnTo>
                  <a:lnTo>
                    <a:pt x="168910" y="310727"/>
                  </a:lnTo>
                  <a:lnTo>
                    <a:pt x="154940" y="313690"/>
                  </a:lnTo>
                  <a:lnTo>
                    <a:pt x="139700" y="306493"/>
                  </a:lnTo>
                  <a:lnTo>
                    <a:pt x="132503" y="292947"/>
                  </a:lnTo>
                  <a:lnTo>
                    <a:pt x="127000" y="287020"/>
                  </a:lnTo>
                  <a:lnTo>
                    <a:pt x="127000" y="285750"/>
                  </a:lnTo>
                  <a:lnTo>
                    <a:pt x="113030" y="271780"/>
                  </a:lnTo>
                  <a:lnTo>
                    <a:pt x="108797" y="257810"/>
                  </a:lnTo>
                  <a:lnTo>
                    <a:pt x="111760" y="243840"/>
                  </a:lnTo>
                  <a:lnTo>
                    <a:pt x="110490" y="229870"/>
                  </a:lnTo>
                  <a:lnTo>
                    <a:pt x="110490" y="228600"/>
                  </a:lnTo>
                  <a:lnTo>
                    <a:pt x="96520" y="220133"/>
                  </a:lnTo>
                  <a:lnTo>
                    <a:pt x="82550" y="220133"/>
                  </a:lnTo>
                  <a:lnTo>
                    <a:pt x="68580" y="221403"/>
                  </a:lnTo>
                  <a:lnTo>
                    <a:pt x="53340" y="228600"/>
                  </a:lnTo>
                  <a:lnTo>
                    <a:pt x="39370" y="234103"/>
                  </a:lnTo>
                  <a:lnTo>
                    <a:pt x="36407" y="243840"/>
                  </a:lnTo>
                  <a:lnTo>
                    <a:pt x="37677" y="249343"/>
                  </a:lnTo>
                  <a:lnTo>
                    <a:pt x="30903" y="262043"/>
                  </a:lnTo>
                  <a:lnTo>
                    <a:pt x="29210" y="265007"/>
                  </a:lnTo>
                  <a:lnTo>
                    <a:pt x="15663" y="268817"/>
                  </a:lnTo>
                  <a:lnTo>
                    <a:pt x="1693" y="271780"/>
                  </a:lnTo>
                  <a:lnTo>
                    <a:pt x="0" y="271780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1" name="Freeform 2420">
              <a:extLst>
                <a:ext uri="{FF2B5EF4-FFF2-40B4-BE49-F238E27FC236}">
                  <a16:creationId xmlns:a16="http://schemas.microsoft.com/office/drawing/2014/main" id="{2AECBDCC-0F5E-F841-ABF6-4CFA281B19F9}"/>
                </a:ext>
              </a:extLst>
            </p:cNvPr>
            <p:cNvSpPr/>
            <p:nvPr/>
          </p:nvSpPr>
          <p:spPr>
            <a:xfrm>
              <a:off x="6265756" y="3071706"/>
              <a:ext cx="488103" cy="319616"/>
            </a:xfrm>
            <a:custGeom>
              <a:avLst/>
              <a:gdLst>
                <a:gd name="connsiteX0" fmla="*/ 0 w 488103"/>
                <a:gd name="connsiteY0" fmla="*/ 62654 h 319616"/>
                <a:gd name="connsiteX1" fmla="*/ 13547 w 488103"/>
                <a:gd name="connsiteY1" fmla="*/ 55880 h 319616"/>
                <a:gd name="connsiteX2" fmla="*/ 26247 w 488103"/>
                <a:gd name="connsiteY2" fmla="*/ 50377 h 319616"/>
                <a:gd name="connsiteX3" fmla="*/ 40217 w 488103"/>
                <a:gd name="connsiteY3" fmla="*/ 43180 h 319616"/>
                <a:gd name="connsiteX4" fmla="*/ 54187 w 488103"/>
                <a:gd name="connsiteY4" fmla="*/ 36407 h 319616"/>
                <a:gd name="connsiteX5" fmla="*/ 68157 w 488103"/>
                <a:gd name="connsiteY5" fmla="*/ 29210 h 319616"/>
                <a:gd name="connsiteX6" fmla="*/ 73660 w 488103"/>
                <a:gd name="connsiteY6" fmla="*/ 26670 h 319616"/>
                <a:gd name="connsiteX7" fmla="*/ 87630 w 488103"/>
                <a:gd name="connsiteY7" fmla="*/ 22437 h 319616"/>
                <a:gd name="connsiteX8" fmla="*/ 101600 w 488103"/>
                <a:gd name="connsiteY8" fmla="*/ 18204 h 319616"/>
                <a:gd name="connsiteX9" fmla="*/ 107104 w 488103"/>
                <a:gd name="connsiteY9" fmla="*/ 16933 h 319616"/>
                <a:gd name="connsiteX10" fmla="*/ 105833 w 488103"/>
                <a:gd name="connsiteY10" fmla="*/ 26670 h 319616"/>
                <a:gd name="connsiteX11" fmla="*/ 108797 w 488103"/>
                <a:gd name="connsiteY11" fmla="*/ 33443 h 319616"/>
                <a:gd name="connsiteX12" fmla="*/ 118533 w 488103"/>
                <a:gd name="connsiteY12" fmla="*/ 37677 h 319616"/>
                <a:gd name="connsiteX13" fmla="*/ 132504 w 488103"/>
                <a:gd name="connsiteY13" fmla="*/ 30904 h 319616"/>
                <a:gd name="connsiteX14" fmla="*/ 146473 w 488103"/>
                <a:gd name="connsiteY14" fmla="*/ 32173 h 319616"/>
                <a:gd name="connsiteX15" fmla="*/ 161713 w 488103"/>
                <a:gd name="connsiteY15" fmla="*/ 41910 h 319616"/>
                <a:gd name="connsiteX16" fmla="*/ 168487 w 488103"/>
                <a:gd name="connsiteY16" fmla="*/ 43180 h 319616"/>
                <a:gd name="connsiteX17" fmla="*/ 170180 w 488103"/>
                <a:gd name="connsiteY17" fmla="*/ 43180 h 319616"/>
                <a:gd name="connsiteX18" fmla="*/ 184150 w 488103"/>
                <a:gd name="connsiteY18" fmla="*/ 40640 h 319616"/>
                <a:gd name="connsiteX19" fmla="*/ 189654 w 488103"/>
                <a:gd name="connsiteY19" fmla="*/ 37677 h 319616"/>
                <a:gd name="connsiteX20" fmla="*/ 203200 w 488103"/>
                <a:gd name="connsiteY20" fmla="*/ 32173 h 319616"/>
                <a:gd name="connsiteX21" fmla="*/ 217593 w 488103"/>
                <a:gd name="connsiteY21" fmla="*/ 20743 h 319616"/>
                <a:gd name="connsiteX22" fmla="*/ 224367 w 488103"/>
                <a:gd name="connsiteY22" fmla="*/ 34713 h 319616"/>
                <a:gd name="connsiteX23" fmla="*/ 221404 w 488103"/>
                <a:gd name="connsiteY23" fmla="*/ 20743 h 319616"/>
                <a:gd name="connsiteX24" fmla="*/ 218863 w 488103"/>
                <a:gd name="connsiteY24" fmla="*/ 16933 h 319616"/>
                <a:gd name="connsiteX25" fmla="*/ 223097 w 488103"/>
                <a:gd name="connsiteY25" fmla="*/ 16933 h 319616"/>
                <a:gd name="connsiteX26" fmla="*/ 228600 w 488103"/>
                <a:gd name="connsiteY26" fmla="*/ 16933 h 319616"/>
                <a:gd name="connsiteX27" fmla="*/ 242570 w 488103"/>
                <a:gd name="connsiteY27" fmla="*/ 16933 h 319616"/>
                <a:gd name="connsiteX28" fmla="*/ 245110 w 488103"/>
                <a:gd name="connsiteY28" fmla="*/ 1270 h 319616"/>
                <a:gd name="connsiteX29" fmla="*/ 257810 w 488103"/>
                <a:gd name="connsiteY29" fmla="*/ 8467 h 319616"/>
                <a:gd name="connsiteX30" fmla="*/ 273050 w 488103"/>
                <a:gd name="connsiteY30" fmla="*/ 8467 h 319616"/>
                <a:gd name="connsiteX31" fmla="*/ 280247 w 488103"/>
                <a:gd name="connsiteY31" fmla="*/ 0 h 319616"/>
                <a:gd name="connsiteX32" fmla="*/ 285750 w 488103"/>
                <a:gd name="connsiteY32" fmla="*/ 9737 h 319616"/>
                <a:gd name="connsiteX33" fmla="*/ 299720 w 488103"/>
                <a:gd name="connsiteY33" fmla="*/ 9737 h 319616"/>
                <a:gd name="connsiteX34" fmla="*/ 314960 w 488103"/>
                <a:gd name="connsiteY34" fmla="*/ 7197 h 319616"/>
                <a:gd name="connsiteX35" fmla="*/ 320463 w 488103"/>
                <a:gd name="connsiteY35" fmla="*/ 0 h 319616"/>
                <a:gd name="connsiteX36" fmla="*/ 324697 w 488103"/>
                <a:gd name="connsiteY36" fmla="*/ 2963 h 319616"/>
                <a:gd name="connsiteX37" fmla="*/ 325967 w 488103"/>
                <a:gd name="connsiteY37" fmla="*/ 16933 h 319616"/>
                <a:gd name="connsiteX38" fmla="*/ 340360 w 488103"/>
                <a:gd name="connsiteY38" fmla="*/ 26670 h 319616"/>
                <a:gd name="connsiteX39" fmla="*/ 344170 w 488103"/>
                <a:gd name="connsiteY39" fmla="*/ 34713 h 319616"/>
                <a:gd name="connsiteX40" fmla="*/ 348404 w 488103"/>
                <a:gd name="connsiteY40" fmla="*/ 34713 h 319616"/>
                <a:gd name="connsiteX41" fmla="*/ 364067 w 488103"/>
                <a:gd name="connsiteY41" fmla="*/ 34713 h 319616"/>
                <a:gd name="connsiteX42" fmla="*/ 370840 w 488103"/>
                <a:gd name="connsiteY42" fmla="*/ 32173 h 319616"/>
                <a:gd name="connsiteX43" fmla="*/ 386080 w 488103"/>
                <a:gd name="connsiteY43" fmla="*/ 41910 h 319616"/>
                <a:gd name="connsiteX44" fmla="*/ 390313 w 488103"/>
                <a:gd name="connsiteY44" fmla="*/ 43180 h 319616"/>
                <a:gd name="connsiteX45" fmla="*/ 404283 w 488103"/>
                <a:gd name="connsiteY45" fmla="*/ 47413 h 319616"/>
                <a:gd name="connsiteX46" fmla="*/ 418254 w 488103"/>
                <a:gd name="connsiteY46" fmla="*/ 50377 h 319616"/>
                <a:gd name="connsiteX47" fmla="*/ 422487 w 488103"/>
                <a:gd name="connsiteY47" fmla="*/ 52917 h 319616"/>
                <a:gd name="connsiteX48" fmla="*/ 415290 w 488103"/>
                <a:gd name="connsiteY48" fmla="*/ 62654 h 319616"/>
                <a:gd name="connsiteX49" fmla="*/ 411057 w 488103"/>
                <a:gd name="connsiteY49" fmla="*/ 76623 h 319616"/>
                <a:gd name="connsiteX50" fmla="*/ 409787 w 488103"/>
                <a:gd name="connsiteY50" fmla="*/ 85090 h 319616"/>
                <a:gd name="connsiteX51" fmla="*/ 398780 w 488103"/>
                <a:gd name="connsiteY51" fmla="*/ 96097 h 319616"/>
                <a:gd name="connsiteX52" fmla="*/ 393277 w 488103"/>
                <a:gd name="connsiteY52" fmla="*/ 100330 h 319616"/>
                <a:gd name="connsiteX53" fmla="*/ 394547 w 488103"/>
                <a:gd name="connsiteY53" fmla="*/ 104563 h 319616"/>
                <a:gd name="connsiteX54" fmla="*/ 400474 w 488103"/>
                <a:gd name="connsiteY54" fmla="*/ 107527 h 319616"/>
                <a:gd name="connsiteX55" fmla="*/ 401743 w 488103"/>
                <a:gd name="connsiteY55" fmla="*/ 108797 h 319616"/>
                <a:gd name="connsiteX56" fmla="*/ 400474 w 488103"/>
                <a:gd name="connsiteY56" fmla="*/ 115570 h 319616"/>
                <a:gd name="connsiteX57" fmla="*/ 403013 w 488103"/>
                <a:gd name="connsiteY57" fmla="*/ 115570 h 319616"/>
                <a:gd name="connsiteX58" fmla="*/ 404283 w 488103"/>
                <a:gd name="connsiteY58" fmla="*/ 115570 h 319616"/>
                <a:gd name="connsiteX59" fmla="*/ 411057 w 488103"/>
                <a:gd name="connsiteY59" fmla="*/ 114723 h 319616"/>
                <a:gd name="connsiteX60" fmla="*/ 426720 w 488103"/>
                <a:gd name="connsiteY60" fmla="*/ 117263 h 319616"/>
                <a:gd name="connsiteX61" fmla="*/ 440690 w 488103"/>
                <a:gd name="connsiteY61" fmla="*/ 115570 h 319616"/>
                <a:gd name="connsiteX62" fmla="*/ 440690 w 488103"/>
                <a:gd name="connsiteY62" fmla="*/ 118533 h 319616"/>
                <a:gd name="connsiteX63" fmla="*/ 441960 w 488103"/>
                <a:gd name="connsiteY63" fmla="*/ 121497 h 319616"/>
                <a:gd name="connsiteX64" fmla="*/ 443230 w 488103"/>
                <a:gd name="connsiteY64" fmla="*/ 122767 h 319616"/>
                <a:gd name="connsiteX65" fmla="*/ 450427 w 488103"/>
                <a:gd name="connsiteY65" fmla="*/ 122767 h 319616"/>
                <a:gd name="connsiteX66" fmla="*/ 452967 w 488103"/>
                <a:gd name="connsiteY66" fmla="*/ 124037 h 319616"/>
                <a:gd name="connsiteX67" fmla="*/ 460163 w 488103"/>
                <a:gd name="connsiteY67" fmla="*/ 138007 h 319616"/>
                <a:gd name="connsiteX68" fmla="*/ 468630 w 488103"/>
                <a:gd name="connsiteY68" fmla="*/ 138007 h 319616"/>
                <a:gd name="connsiteX69" fmla="*/ 471170 w 488103"/>
                <a:gd name="connsiteY69" fmla="*/ 140970 h 319616"/>
                <a:gd name="connsiteX70" fmla="*/ 464397 w 488103"/>
                <a:gd name="connsiteY70" fmla="*/ 156210 h 319616"/>
                <a:gd name="connsiteX71" fmla="*/ 478367 w 488103"/>
                <a:gd name="connsiteY71" fmla="*/ 157480 h 319616"/>
                <a:gd name="connsiteX72" fmla="*/ 483870 w 488103"/>
                <a:gd name="connsiteY72" fmla="*/ 173143 h 319616"/>
                <a:gd name="connsiteX73" fmla="*/ 482600 w 488103"/>
                <a:gd name="connsiteY73" fmla="*/ 176954 h 319616"/>
                <a:gd name="connsiteX74" fmla="*/ 488104 w 488103"/>
                <a:gd name="connsiteY74" fmla="*/ 187113 h 319616"/>
                <a:gd name="connsiteX75" fmla="*/ 474133 w 488103"/>
                <a:gd name="connsiteY75" fmla="*/ 190923 h 319616"/>
                <a:gd name="connsiteX76" fmla="*/ 460163 w 488103"/>
                <a:gd name="connsiteY76" fmla="*/ 201083 h 319616"/>
                <a:gd name="connsiteX77" fmla="*/ 455930 w 488103"/>
                <a:gd name="connsiteY77" fmla="*/ 215054 h 319616"/>
                <a:gd name="connsiteX78" fmla="*/ 454237 w 488103"/>
                <a:gd name="connsiteY78" fmla="*/ 217593 h 319616"/>
                <a:gd name="connsiteX79" fmla="*/ 444500 w 488103"/>
                <a:gd name="connsiteY79" fmla="*/ 215054 h 319616"/>
                <a:gd name="connsiteX80" fmla="*/ 440690 w 488103"/>
                <a:gd name="connsiteY80" fmla="*/ 209127 h 319616"/>
                <a:gd name="connsiteX81" fmla="*/ 433493 w 488103"/>
                <a:gd name="connsiteY81" fmla="*/ 212090 h 319616"/>
                <a:gd name="connsiteX82" fmla="*/ 421217 w 488103"/>
                <a:gd name="connsiteY82" fmla="*/ 226060 h 319616"/>
                <a:gd name="connsiteX83" fmla="*/ 418254 w 488103"/>
                <a:gd name="connsiteY83" fmla="*/ 231563 h 319616"/>
                <a:gd name="connsiteX84" fmla="*/ 412750 w 488103"/>
                <a:gd name="connsiteY84" fmla="*/ 238760 h 319616"/>
                <a:gd name="connsiteX85" fmla="*/ 415290 w 488103"/>
                <a:gd name="connsiteY85" fmla="*/ 241300 h 319616"/>
                <a:gd name="connsiteX86" fmla="*/ 401743 w 488103"/>
                <a:gd name="connsiteY86" fmla="*/ 256963 h 319616"/>
                <a:gd name="connsiteX87" fmla="*/ 407247 w 488103"/>
                <a:gd name="connsiteY87" fmla="*/ 259504 h 319616"/>
                <a:gd name="connsiteX88" fmla="*/ 403013 w 488103"/>
                <a:gd name="connsiteY88" fmla="*/ 262467 h 319616"/>
                <a:gd name="connsiteX89" fmla="*/ 409787 w 488103"/>
                <a:gd name="connsiteY89" fmla="*/ 276437 h 319616"/>
                <a:gd name="connsiteX90" fmla="*/ 419524 w 488103"/>
                <a:gd name="connsiteY90" fmla="*/ 286174 h 319616"/>
                <a:gd name="connsiteX91" fmla="*/ 422487 w 488103"/>
                <a:gd name="connsiteY91" fmla="*/ 294217 h 319616"/>
                <a:gd name="connsiteX92" fmla="*/ 422487 w 488103"/>
                <a:gd name="connsiteY92" fmla="*/ 297180 h 319616"/>
                <a:gd name="connsiteX93" fmla="*/ 419524 w 488103"/>
                <a:gd name="connsiteY93" fmla="*/ 298450 h 319616"/>
                <a:gd name="connsiteX94" fmla="*/ 416983 w 488103"/>
                <a:gd name="connsiteY94" fmla="*/ 308187 h 319616"/>
                <a:gd name="connsiteX95" fmla="*/ 409787 w 488103"/>
                <a:gd name="connsiteY95" fmla="*/ 312420 h 319616"/>
                <a:gd name="connsiteX96" fmla="*/ 407247 w 488103"/>
                <a:gd name="connsiteY96" fmla="*/ 312420 h 319616"/>
                <a:gd name="connsiteX97" fmla="*/ 398780 w 488103"/>
                <a:gd name="connsiteY97" fmla="*/ 314113 h 319616"/>
                <a:gd name="connsiteX98" fmla="*/ 395817 w 488103"/>
                <a:gd name="connsiteY98" fmla="*/ 312420 h 319616"/>
                <a:gd name="connsiteX99" fmla="*/ 381847 w 488103"/>
                <a:gd name="connsiteY99" fmla="*/ 315383 h 319616"/>
                <a:gd name="connsiteX100" fmla="*/ 367877 w 488103"/>
                <a:gd name="connsiteY100" fmla="*/ 319617 h 319616"/>
                <a:gd name="connsiteX101" fmla="*/ 366607 w 488103"/>
                <a:gd name="connsiteY101" fmla="*/ 315383 h 319616"/>
                <a:gd name="connsiteX102" fmla="*/ 356870 w 488103"/>
                <a:gd name="connsiteY102" fmla="*/ 300143 h 319616"/>
                <a:gd name="connsiteX103" fmla="*/ 355600 w 488103"/>
                <a:gd name="connsiteY103" fmla="*/ 300143 h 319616"/>
                <a:gd name="connsiteX104" fmla="*/ 341630 w 488103"/>
                <a:gd name="connsiteY104" fmla="*/ 287443 h 319616"/>
                <a:gd name="connsiteX105" fmla="*/ 327660 w 488103"/>
                <a:gd name="connsiteY105" fmla="*/ 284480 h 319616"/>
                <a:gd name="connsiteX106" fmla="*/ 316654 w 488103"/>
                <a:gd name="connsiteY106" fmla="*/ 276437 h 319616"/>
                <a:gd name="connsiteX107" fmla="*/ 306493 w 488103"/>
                <a:gd name="connsiteY107" fmla="*/ 272204 h 319616"/>
                <a:gd name="connsiteX108" fmla="*/ 300990 w 488103"/>
                <a:gd name="connsiteY108" fmla="*/ 270510 h 319616"/>
                <a:gd name="connsiteX109" fmla="*/ 289983 w 488103"/>
                <a:gd name="connsiteY109" fmla="*/ 267970 h 319616"/>
                <a:gd name="connsiteX110" fmla="*/ 292947 w 488103"/>
                <a:gd name="connsiteY110" fmla="*/ 254000 h 319616"/>
                <a:gd name="connsiteX111" fmla="*/ 285750 w 488103"/>
                <a:gd name="connsiteY111" fmla="*/ 238760 h 319616"/>
                <a:gd name="connsiteX112" fmla="*/ 287020 w 488103"/>
                <a:gd name="connsiteY112" fmla="*/ 229023 h 319616"/>
                <a:gd name="connsiteX113" fmla="*/ 288713 w 488103"/>
                <a:gd name="connsiteY113" fmla="*/ 215054 h 319616"/>
                <a:gd name="connsiteX114" fmla="*/ 287020 w 488103"/>
                <a:gd name="connsiteY114" fmla="*/ 212090 h 319616"/>
                <a:gd name="connsiteX115" fmla="*/ 285750 w 488103"/>
                <a:gd name="connsiteY115" fmla="*/ 212090 h 319616"/>
                <a:gd name="connsiteX116" fmla="*/ 282787 w 488103"/>
                <a:gd name="connsiteY116" fmla="*/ 215054 h 319616"/>
                <a:gd name="connsiteX117" fmla="*/ 269240 w 488103"/>
                <a:gd name="connsiteY117" fmla="*/ 224790 h 319616"/>
                <a:gd name="connsiteX118" fmla="*/ 266277 w 488103"/>
                <a:gd name="connsiteY118" fmla="*/ 238760 h 319616"/>
                <a:gd name="connsiteX119" fmla="*/ 260773 w 488103"/>
                <a:gd name="connsiteY119" fmla="*/ 240030 h 319616"/>
                <a:gd name="connsiteX120" fmla="*/ 246804 w 488103"/>
                <a:gd name="connsiteY120" fmla="*/ 245533 h 319616"/>
                <a:gd name="connsiteX121" fmla="*/ 234104 w 488103"/>
                <a:gd name="connsiteY121" fmla="*/ 248497 h 319616"/>
                <a:gd name="connsiteX122" fmla="*/ 221404 w 488103"/>
                <a:gd name="connsiteY122" fmla="*/ 244263 h 319616"/>
                <a:gd name="connsiteX123" fmla="*/ 206163 w 488103"/>
                <a:gd name="connsiteY123" fmla="*/ 245533 h 319616"/>
                <a:gd name="connsiteX124" fmla="*/ 203200 w 488103"/>
                <a:gd name="connsiteY124" fmla="*/ 244263 h 319616"/>
                <a:gd name="connsiteX125" fmla="*/ 201930 w 488103"/>
                <a:gd name="connsiteY125" fmla="*/ 242570 h 319616"/>
                <a:gd name="connsiteX126" fmla="*/ 197697 w 488103"/>
                <a:gd name="connsiteY126" fmla="*/ 242570 h 319616"/>
                <a:gd name="connsiteX127" fmla="*/ 199390 w 488103"/>
                <a:gd name="connsiteY127" fmla="*/ 238760 h 319616"/>
                <a:gd name="connsiteX128" fmla="*/ 199390 w 488103"/>
                <a:gd name="connsiteY128" fmla="*/ 232833 h 319616"/>
                <a:gd name="connsiteX129" fmla="*/ 206163 w 488103"/>
                <a:gd name="connsiteY129" fmla="*/ 219287 h 319616"/>
                <a:gd name="connsiteX130" fmla="*/ 201930 w 488103"/>
                <a:gd name="connsiteY130" fmla="*/ 203623 h 319616"/>
                <a:gd name="connsiteX131" fmla="*/ 196427 w 488103"/>
                <a:gd name="connsiteY131" fmla="*/ 189654 h 319616"/>
                <a:gd name="connsiteX132" fmla="*/ 187960 w 488103"/>
                <a:gd name="connsiteY132" fmla="*/ 181187 h 319616"/>
                <a:gd name="connsiteX133" fmla="*/ 178223 w 488103"/>
                <a:gd name="connsiteY133" fmla="*/ 182880 h 319616"/>
                <a:gd name="connsiteX134" fmla="*/ 170180 w 488103"/>
                <a:gd name="connsiteY134" fmla="*/ 185420 h 319616"/>
                <a:gd name="connsiteX135" fmla="*/ 168487 w 488103"/>
                <a:gd name="connsiteY135" fmla="*/ 185420 h 319616"/>
                <a:gd name="connsiteX136" fmla="*/ 154517 w 488103"/>
                <a:gd name="connsiteY136" fmla="*/ 181187 h 319616"/>
                <a:gd name="connsiteX137" fmla="*/ 140547 w 488103"/>
                <a:gd name="connsiteY137" fmla="*/ 187113 h 319616"/>
                <a:gd name="connsiteX138" fmla="*/ 139277 w 488103"/>
                <a:gd name="connsiteY138" fmla="*/ 173143 h 319616"/>
                <a:gd name="connsiteX139" fmla="*/ 139277 w 488103"/>
                <a:gd name="connsiteY139" fmla="*/ 168910 h 319616"/>
                <a:gd name="connsiteX140" fmla="*/ 138007 w 488103"/>
                <a:gd name="connsiteY140" fmla="*/ 164677 h 319616"/>
                <a:gd name="connsiteX141" fmla="*/ 133773 w 488103"/>
                <a:gd name="connsiteY141" fmla="*/ 159173 h 319616"/>
                <a:gd name="connsiteX142" fmla="*/ 126577 w 488103"/>
                <a:gd name="connsiteY142" fmla="*/ 159173 h 319616"/>
                <a:gd name="connsiteX143" fmla="*/ 125307 w 488103"/>
                <a:gd name="connsiteY143" fmla="*/ 157480 h 319616"/>
                <a:gd name="connsiteX144" fmla="*/ 110067 w 488103"/>
                <a:gd name="connsiteY144" fmla="*/ 156210 h 319616"/>
                <a:gd name="connsiteX145" fmla="*/ 96097 w 488103"/>
                <a:gd name="connsiteY145" fmla="*/ 156210 h 319616"/>
                <a:gd name="connsiteX146" fmla="*/ 90593 w 488103"/>
                <a:gd name="connsiteY146" fmla="*/ 142240 h 319616"/>
                <a:gd name="connsiteX147" fmla="*/ 87630 w 488103"/>
                <a:gd name="connsiteY147" fmla="*/ 138007 h 319616"/>
                <a:gd name="connsiteX148" fmla="*/ 86360 w 488103"/>
                <a:gd name="connsiteY148" fmla="*/ 124037 h 319616"/>
                <a:gd name="connsiteX149" fmla="*/ 82127 w 488103"/>
                <a:gd name="connsiteY149" fmla="*/ 121497 h 319616"/>
                <a:gd name="connsiteX150" fmla="*/ 79587 w 488103"/>
                <a:gd name="connsiteY150" fmla="*/ 118533 h 319616"/>
                <a:gd name="connsiteX151" fmla="*/ 79587 w 488103"/>
                <a:gd name="connsiteY151" fmla="*/ 115570 h 319616"/>
                <a:gd name="connsiteX152" fmla="*/ 76623 w 488103"/>
                <a:gd name="connsiteY152" fmla="*/ 111760 h 319616"/>
                <a:gd name="connsiteX153" fmla="*/ 71120 w 488103"/>
                <a:gd name="connsiteY153" fmla="*/ 110490 h 319616"/>
                <a:gd name="connsiteX154" fmla="*/ 68157 w 488103"/>
                <a:gd name="connsiteY154" fmla="*/ 113030 h 319616"/>
                <a:gd name="connsiteX155" fmla="*/ 59690 w 488103"/>
                <a:gd name="connsiteY155" fmla="*/ 114723 h 319616"/>
                <a:gd name="connsiteX156" fmla="*/ 57150 w 488103"/>
                <a:gd name="connsiteY156" fmla="*/ 114723 h 319616"/>
                <a:gd name="connsiteX157" fmla="*/ 43180 w 488103"/>
                <a:gd name="connsiteY157" fmla="*/ 125730 h 319616"/>
                <a:gd name="connsiteX158" fmla="*/ 38947 w 488103"/>
                <a:gd name="connsiteY158" fmla="*/ 124037 h 319616"/>
                <a:gd name="connsiteX159" fmla="*/ 37254 w 488103"/>
                <a:gd name="connsiteY159" fmla="*/ 122767 h 319616"/>
                <a:gd name="connsiteX160" fmla="*/ 23707 w 488103"/>
                <a:gd name="connsiteY160" fmla="*/ 113030 h 319616"/>
                <a:gd name="connsiteX161" fmla="*/ 8043 w 488103"/>
                <a:gd name="connsiteY161" fmla="*/ 106257 h 319616"/>
                <a:gd name="connsiteX162" fmla="*/ 6773 w 488103"/>
                <a:gd name="connsiteY162" fmla="*/ 92287 h 319616"/>
                <a:gd name="connsiteX163" fmla="*/ 8043 w 488103"/>
                <a:gd name="connsiteY163" fmla="*/ 82550 h 319616"/>
                <a:gd name="connsiteX164" fmla="*/ 1270 w 488103"/>
                <a:gd name="connsiteY164" fmla="*/ 66887 h 319616"/>
                <a:gd name="connsiteX165" fmla="*/ 0 w 488103"/>
                <a:gd name="connsiteY165" fmla="*/ 62654 h 319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</a:cxnLst>
              <a:rect l="l" t="t" r="r" b="b"/>
              <a:pathLst>
                <a:path w="488103" h="319616">
                  <a:moveTo>
                    <a:pt x="0" y="62654"/>
                  </a:moveTo>
                  <a:lnTo>
                    <a:pt x="13547" y="55880"/>
                  </a:lnTo>
                  <a:lnTo>
                    <a:pt x="26247" y="50377"/>
                  </a:lnTo>
                  <a:lnTo>
                    <a:pt x="40217" y="43180"/>
                  </a:lnTo>
                  <a:lnTo>
                    <a:pt x="54187" y="36407"/>
                  </a:lnTo>
                  <a:lnTo>
                    <a:pt x="68157" y="29210"/>
                  </a:lnTo>
                  <a:lnTo>
                    <a:pt x="73660" y="26670"/>
                  </a:lnTo>
                  <a:lnTo>
                    <a:pt x="87630" y="22437"/>
                  </a:lnTo>
                  <a:lnTo>
                    <a:pt x="101600" y="18204"/>
                  </a:lnTo>
                  <a:lnTo>
                    <a:pt x="107104" y="16933"/>
                  </a:lnTo>
                  <a:lnTo>
                    <a:pt x="105833" y="26670"/>
                  </a:lnTo>
                  <a:lnTo>
                    <a:pt x="108797" y="33443"/>
                  </a:lnTo>
                  <a:lnTo>
                    <a:pt x="118533" y="37677"/>
                  </a:lnTo>
                  <a:lnTo>
                    <a:pt x="132504" y="30904"/>
                  </a:lnTo>
                  <a:lnTo>
                    <a:pt x="146473" y="32173"/>
                  </a:lnTo>
                  <a:lnTo>
                    <a:pt x="161713" y="41910"/>
                  </a:lnTo>
                  <a:lnTo>
                    <a:pt x="168487" y="43180"/>
                  </a:lnTo>
                  <a:lnTo>
                    <a:pt x="170180" y="43180"/>
                  </a:lnTo>
                  <a:lnTo>
                    <a:pt x="184150" y="40640"/>
                  </a:lnTo>
                  <a:lnTo>
                    <a:pt x="189654" y="37677"/>
                  </a:lnTo>
                  <a:lnTo>
                    <a:pt x="203200" y="32173"/>
                  </a:lnTo>
                  <a:lnTo>
                    <a:pt x="217593" y="20743"/>
                  </a:lnTo>
                  <a:lnTo>
                    <a:pt x="224367" y="34713"/>
                  </a:lnTo>
                  <a:lnTo>
                    <a:pt x="221404" y="20743"/>
                  </a:lnTo>
                  <a:lnTo>
                    <a:pt x="218863" y="16933"/>
                  </a:lnTo>
                  <a:lnTo>
                    <a:pt x="223097" y="16933"/>
                  </a:lnTo>
                  <a:lnTo>
                    <a:pt x="228600" y="16933"/>
                  </a:lnTo>
                  <a:lnTo>
                    <a:pt x="242570" y="16933"/>
                  </a:lnTo>
                  <a:lnTo>
                    <a:pt x="245110" y="1270"/>
                  </a:lnTo>
                  <a:lnTo>
                    <a:pt x="257810" y="8467"/>
                  </a:lnTo>
                  <a:lnTo>
                    <a:pt x="273050" y="8467"/>
                  </a:lnTo>
                  <a:lnTo>
                    <a:pt x="280247" y="0"/>
                  </a:lnTo>
                  <a:lnTo>
                    <a:pt x="285750" y="9737"/>
                  </a:lnTo>
                  <a:lnTo>
                    <a:pt x="299720" y="9737"/>
                  </a:lnTo>
                  <a:lnTo>
                    <a:pt x="314960" y="7197"/>
                  </a:lnTo>
                  <a:lnTo>
                    <a:pt x="320463" y="0"/>
                  </a:lnTo>
                  <a:lnTo>
                    <a:pt x="324697" y="2963"/>
                  </a:lnTo>
                  <a:lnTo>
                    <a:pt x="325967" y="16933"/>
                  </a:lnTo>
                  <a:lnTo>
                    <a:pt x="340360" y="26670"/>
                  </a:lnTo>
                  <a:lnTo>
                    <a:pt x="344170" y="34713"/>
                  </a:lnTo>
                  <a:lnTo>
                    <a:pt x="348404" y="34713"/>
                  </a:lnTo>
                  <a:lnTo>
                    <a:pt x="364067" y="34713"/>
                  </a:lnTo>
                  <a:lnTo>
                    <a:pt x="370840" y="32173"/>
                  </a:lnTo>
                  <a:lnTo>
                    <a:pt x="386080" y="41910"/>
                  </a:lnTo>
                  <a:lnTo>
                    <a:pt x="390313" y="43180"/>
                  </a:lnTo>
                  <a:lnTo>
                    <a:pt x="404283" y="47413"/>
                  </a:lnTo>
                  <a:lnTo>
                    <a:pt x="418254" y="50377"/>
                  </a:lnTo>
                  <a:lnTo>
                    <a:pt x="422487" y="52917"/>
                  </a:lnTo>
                  <a:lnTo>
                    <a:pt x="415290" y="62654"/>
                  </a:lnTo>
                  <a:lnTo>
                    <a:pt x="411057" y="76623"/>
                  </a:lnTo>
                  <a:lnTo>
                    <a:pt x="409787" y="85090"/>
                  </a:lnTo>
                  <a:lnTo>
                    <a:pt x="398780" y="96097"/>
                  </a:lnTo>
                  <a:lnTo>
                    <a:pt x="393277" y="100330"/>
                  </a:lnTo>
                  <a:lnTo>
                    <a:pt x="394547" y="104563"/>
                  </a:lnTo>
                  <a:lnTo>
                    <a:pt x="400474" y="107527"/>
                  </a:lnTo>
                  <a:lnTo>
                    <a:pt x="401743" y="108797"/>
                  </a:lnTo>
                  <a:lnTo>
                    <a:pt x="400474" y="115570"/>
                  </a:lnTo>
                  <a:lnTo>
                    <a:pt x="403013" y="115570"/>
                  </a:lnTo>
                  <a:lnTo>
                    <a:pt x="404283" y="115570"/>
                  </a:lnTo>
                  <a:lnTo>
                    <a:pt x="411057" y="114723"/>
                  </a:lnTo>
                  <a:lnTo>
                    <a:pt x="426720" y="117263"/>
                  </a:lnTo>
                  <a:lnTo>
                    <a:pt x="440690" y="115570"/>
                  </a:lnTo>
                  <a:lnTo>
                    <a:pt x="440690" y="118533"/>
                  </a:lnTo>
                  <a:lnTo>
                    <a:pt x="441960" y="121497"/>
                  </a:lnTo>
                  <a:lnTo>
                    <a:pt x="443230" y="122767"/>
                  </a:lnTo>
                  <a:lnTo>
                    <a:pt x="450427" y="122767"/>
                  </a:lnTo>
                  <a:lnTo>
                    <a:pt x="452967" y="124037"/>
                  </a:lnTo>
                  <a:lnTo>
                    <a:pt x="460163" y="138007"/>
                  </a:lnTo>
                  <a:lnTo>
                    <a:pt x="468630" y="138007"/>
                  </a:lnTo>
                  <a:lnTo>
                    <a:pt x="471170" y="140970"/>
                  </a:lnTo>
                  <a:lnTo>
                    <a:pt x="464397" y="156210"/>
                  </a:lnTo>
                  <a:lnTo>
                    <a:pt x="478367" y="157480"/>
                  </a:lnTo>
                  <a:lnTo>
                    <a:pt x="483870" y="173143"/>
                  </a:lnTo>
                  <a:lnTo>
                    <a:pt x="482600" y="176954"/>
                  </a:lnTo>
                  <a:lnTo>
                    <a:pt x="488104" y="187113"/>
                  </a:lnTo>
                  <a:lnTo>
                    <a:pt x="474133" y="190923"/>
                  </a:lnTo>
                  <a:lnTo>
                    <a:pt x="460163" y="201083"/>
                  </a:lnTo>
                  <a:lnTo>
                    <a:pt x="455930" y="215054"/>
                  </a:lnTo>
                  <a:lnTo>
                    <a:pt x="454237" y="217593"/>
                  </a:lnTo>
                  <a:lnTo>
                    <a:pt x="444500" y="215054"/>
                  </a:lnTo>
                  <a:lnTo>
                    <a:pt x="440690" y="209127"/>
                  </a:lnTo>
                  <a:lnTo>
                    <a:pt x="433493" y="212090"/>
                  </a:lnTo>
                  <a:lnTo>
                    <a:pt x="421217" y="226060"/>
                  </a:lnTo>
                  <a:lnTo>
                    <a:pt x="418254" y="231563"/>
                  </a:lnTo>
                  <a:lnTo>
                    <a:pt x="412750" y="238760"/>
                  </a:lnTo>
                  <a:lnTo>
                    <a:pt x="415290" y="241300"/>
                  </a:lnTo>
                  <a:lnTo>
                    <a:pt x="401743" y="256963"/>
                  </a:lnTo>
                  <a:lnTo>
                    <a:pt x="407247" y="259504"/>
                  </a:lnTo>
                  <a:lnTo>
                    <a:pt x="403013" y="262467"/>
                  </a:lnTo>
                  <a:lnTo>
                    <a:pt x="409787" y="276437"/>
                  </a:lnTo>
                  <a:lnTo>
                    <a:pt x="419524" y="286174"/>
                  </a:lnTo>
                  <a:lnTo>
                    <a:pt x="422487" y="294217"/>
                  </a:lnTo>
                  <a:lnTo>
                    <a:pt x="422487" y="297180"/>
                  </a:lnTo>
                  <a:lnTo>
                    <a:pt x="419524" y="298450"/>
                  </a:lnTo>
                  <a:lnTo>
                    <a:pt x="416983" y="308187"/>
                  </a:lnTo>
                  <a:lnTo>
                    <a:pt x="409787" y="312420"/>
                  </a:lnTo>
                  <a:lnTo>
                    <a:pt x="407247" y="312420"/>
                  </a:lnTo>
                  <a:lnTo>
                    <a:pt x="398780" y="314113"/>
                  </a:lnTo>
                  <a:lnTo>
                    <a:pt x="395817" y="312420"/>
                  </a:lnTo>
                  <a:lnTo>
                    <a:pt x="381847" y="315383"/>
                  </a:lnTo>
                  <a:lnTo>
                    <a:pt x="367877" y="319617"/>
                  </a:lnTo>
                  <a:lnTo>
                    <a:pt x="366607" y="315383"/>
                  </a:lnTo>
                  <a:lnTo>
                    <a:pt x="356870" y="300143"/>
                  </a:lnTo>
                  <a:lnTo>
                    <a:pt x="355600" y="300143"/>
                  </a:lnTo>
                  <a:lnTo>
                    <a:pt x="341630" y="287443"/>
                  </a:lnTo>
                  <a:lnTo>
                    <a:pt x="327660" y="284480"/>
                  </a:lnTo>
                  <a:lnTo>
                    <a:pt x="316654" y="276437"/>
                  </a:lnTo>
                  <a:lnTo>
                    <a:pt x="306493" y="272204"/>
                  </a:lnTo>
                  <a:lnTo>
                    <a:pt x="300990" y="270510"/>
                  </a:lnTo>
                  <a:lnTo>
                    <a:pt x="289983" y="267970"/>
                  </a:lnTo>
                  <a:lnTo>
                    <a:pt x="292947" y="254000"/>
                  </a:lnTo>
                  <a:lnTo>
                    <a:pt x="285750" y="238760"/>
                  </a:lnTo>
                  <a:lnTo>
                    <a:pt x="287020" y="229023"/>
                  </a:lnTo>
                  <a:lnTo>
                    <a:pt x="288713" y="215054"/>
                  </a:lnTo>
                  <a:lnTo>
                    <a:pt x="287020" y="212090"/>
                  </a:lnTo>
                  <a:lnTo>
                    <a:pt x="285750" y="212090"/>
                  </a:lnTo>
                  <a:lnTo>
                    <a:pt x="282787" y="215054"/>
                  </a:lnTo>
                  <a:lnTo>
                    <a:pt x="269240" y="224790"/>
                  </a:lnTo>
                  <a:lnTo>
                    <a:pt x="266277" y="238760"/>
                  </a:lnTo>
                  <a:lnTo>
                    <a:pt x="260773" y="240030"/>
                  </a:lnTo>
                  <a:lnTo>
                    <a:pt x="246804" y="245533"/>
                  </a:lnTo>
                  <a:lnTo>
                    <a:pt x="234104" y="248497"/>
                  </a:lnTo>
                  <a:lnTo>
                    <a:pt x="221404" y="244263"/>
                  </a:lnTo>
                  <a:lnTo>
                    <a:pt x="206163" y="245533"/>
                  </a:lnTo>
                  <a:lnTo>
                    <a:pt x="203200" y="244263"/>
                  </a:lnTo>
                  <a:lnTo>
                    <a:pt x="201930" y="242570"/>
                  </a:lnTo>
                  <a:lnTo>
                    <a:pt x="197697" y="242570"/>
                  </a:lnTo>
                  <a:lnTo>
                    <a:pt x="199390" y="238760"/>
                  </a:lnTo>
                  <a:lnTo>
                    <a:pt x="199390" y="232833"/>
                  </a:lnTo>
                  <a:lnTo>
                    <a:pt x="206163" y="219287"/>
                  </a:lnTo>
                  <a:lnTo>
                    <a:pt x="201930" y="203623"/>
                  </a:lnTo>
                  <a:lnTo>
                    <a:pt x="196427" y="189654"/>
                  </a:lnTo>
                  <a:lnTo>
                    <a:pt x="187960" y="181187"/>
                  </a:lnTo>
                  <a:lnTo>
                    <a:pt x="178223" y="182880"/>
                  </a:lnTo>
                  <a:lnTo>
                    <a:pt x="170180" y="185420"/>
                  </a:lnTo>
                  <a:lnTo>
                    <a:pt x="168487" y="185420"/>
                  </a:lnTo>
                  <a:lnTo>
                    <a:pt x="154517" y="181187"/>
                  </a:lnTo>
                  <a:lnTo>
                    <a:pt x="140547" y="187113"/>
                  </a:lnTo>
                  <a:lnTo>
                    <a:pt x="139277" y="173143"/>
                  </a:lnTo>
                  <a:lnTo>
                    <a:pt x="139277" y="168910"/>
                  </a:lnTo>
                  <a:lnTo>
                    <a:pt x="138007" y="164677"/>
                  </a:lnTo>
                  <a:lnTo>
                    <a:pt x="133773" y="159173"/>
                  </a:lnTo>
                  <a:lnTo>
                    <a:pt x="126577" y="159173"/>
                  </a:lnTo>
                  <a:lnTo>
                    <a:pt x="125307" y="157480"/>
                  </a:lnTo>
                  <a:lnTo>
                    <a:pt x="110067" y="156210"/>
                  </a:lnTo>
                  <a:lnTo>
                    <a:pt x="96097" y="156210"/>
                  </a:lnTo>
                  <a:lnTo>
                    <a:pt x="90593" y="142240"/>
                  </a:lnTo>
                  <a:lnTo>
                    <a:pt x="87630" y="138007"/>
                  </a:lnTo>
                  <a:lnTo>
                    <a:pt x="86360" y="124037"/>
                  </a:lnTo>
                  <a:lnTo>
                    <a:pt x="82127" y="121497"/>
                  </a:lnTo>
                  <a:lnTo>
                    <a:pt x="79587" y="118533"/>
                  </a:lnTo>
                  <a:lnTo>
                    <a:pt x="79587" y="115570"/>
                  </a:lnTo>
                  <a:lnTo>
                    <a:pt x="76623" y="111760"/>
                  </a:lnTo>
                  <a:lnTo>
                    <a:pt x="71120" y="110490"/>
                  </a:lnTo>
                  <a:lnTo>
                    <a:pt x="68157" y="113030"/>
                  </a:lnTo>
                  <a:lnTo>
                    <a:pt x="59690" y="114723"/>
                  </a:lnTo>
                  <a:lnTo>
                    <a:pt x="57150" y="114723"/>
                  </a:lnTo>
                  <a:lnTo>
                    <a:pt x="43180" y="125730"/>
                  </a:lnTo>
                  <a:lnTo>
                    <a:pt x="38947" y="124037"/>
                  </a:lnTo>
                  <a:lnTo>
                    <a:pt x="37254" y="122767"/>
                  </a:lnTo>
                  <a:lnTo>
                    <a:pt x="23707" y="113030"/>
                  </a:lnTo>
                  <a:lnTo>
                    <a:pt x="8043" y="106257"/>
                  </a:lnTo>
                  <a:lnTo>
                    <a:pt x="6773" y="92287"/>
                  </a:lnTo>
                  <a:lnTo>
                    <a:pt x="8043" y="82550"/>
                  </a:lnTo>
                  <a:lnTo>
                    <a:pt x="1270" y="66887"/>
                  </a:lnTo>
                  <a:lnTo>
                    <a:pt x="0" y="62654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2" name="Freeform 2421">
              <a:extLst>
                <a:ext uri="{FF2B5EF4-FFF2-40B4-BE49-F238E27FC236}">
                  <a16:creationId xmlns:a16="http://schemas.microsoft.com/office/drawing/2014/main" id="{EA9512AB-9CDD-5B42-893F-6676570DF025}"/>
                </a:ext>
              </a:extLst>
            </p:cNvPr>
            <p:cNvSpPr/>
            <p:nvPr/>
          </p:nvSpPr>
          <p:spPr>
            <a:xfrm>
              <a:off x="6372013" y="2752089"/>
              <a:ext cx="493606" cy="434340"/>
            </a:xfrm>
            <a:custGeom>
              <a:avLst/>
              <a:gdLst>
                <a:gd name="connsiteX0" fmla="*/ 66463 w 493606"/>
                <a:gd name="connsiteY0" fmla="*/ 300143 h 434340"/>
                <a:gd name="connsiteX1" fmla="*/ 80433 w 493606"/>
                <a:gd name="connsiteY1" fmla="*/ 311150 h 434340"/>
                <a:gd name="connsiteX2" fmla="*/ 94403 w 493606"/>
                <a:gd name="connsiteY2" fmla="*/ 325120 h 434340"/>
                <a:gd name="connsiteX3" fmla="*/ 108373 w 493606"/>
                <a:gd name="connsiteY3" fmla="*/ 326390 h 434340"/>
                <a:gd name="connsiteX4" fmla="*/ 115147 w 493606"/>
                <a:gd name="connsiteY4" fmla="*/ 325120 h 434340"/>
                <a:gd name="connsiteX5" fmla="*/ 110913 w 493606"/>
                <a:gd name="connsiteY5" fmla="*/ 312420 h 434340"/>
                <a:gd name="connsiteX6" fmla="*/ 95673 w 493606"/>
                <a:gd name="connsiteY6" fmla="*/ 311150 h 434340"/>
                <a:gd name="connsiteX7" fmla="*/ 81703 w 493606"/>
                <a:gd name="connsiteY7" fmla="*/ 303954 h 434340"/>
                <a:gd name="connsiteX8" fmla="*/ 95673 w 493606"/>
                <a:gd name="connsiteY8" fmla="*/ 298450 h 434340"/>
                <a:gd name="connsiteX9" fmla="*/ 108373 w 493606"/>
                <a:gd name="connsiteY9" fmla="*/ 300990 h 434340"/>
                <a:gd name="connsiteX10" fmla="*/ 105410 w 493606"/>
                <a:gd name="connsiteY10" fmla="*/ 296757 h 434340"/>
                <a:gd name="connsiteX11" fmla="*/ 96943 w 493606"/>
                <a:gd name="connsiteY11" fmla="*/ 291254 h 434340"/>
                <a:gd name="connsiteX12" fmla="*/ 106680 w 493606"/>
                <a:gd name="connsiteY12" fmla="*/ 294217 h 434340"/>
                <a:gd name="connsiteX13" fmla="*/ 119380 w 493606"/>
                <a:gd name="connsiteY13" fmla="*/ 294217 h 434340"/>
                <a:gd name="connsiteX14" fmla="*/ 133350 w 493606"/>
                <a:gd name="connsiteY14" fmla="*/ 285750 h 434340"/>
                <a:gd name="connsiteX15" fmla="*/ 135043 w 493606"/>
                <a:gd name="connsiteY15" fmla="*/ 284480 h 434340"/>
                <a:gd name="connsiteX16" fmla="*/ 149013 w 493606"/>
                <a:gd name="connsiteY16" fmla="*/ 285750 h 434340"/>
                <a:gd name="connsiteX17" fmla="*/ 164253 w 493606"/>
                <a:gd name="connsiteY17" fmla="*/ 281517 h 434340"/>
                <a:gd name="connsiteX18" fmla="*/ 165523 w 493606"/>
                <a:gd name="connsiteY18" fmla="*/ 281517 h 434340"/>
                <a:gd name="connsiteX19" fmla="*/ 173990 w 493606"/>
                <a:gd name="connsiteY19" fmla="*/ 280247 h 434340"/>
                <a:gd name="connsiteX20" fmla="*/ 187960 w 493606"/>
                <a:gd name="connsiteY20" fmla="*/ 281517 h 434340"/>
                <a:gd name="connsiteX21" fmla="*/ 182457 w 493606"/>
                <a:gd name="connsiteY21" fmla="*/ 268817 h 434340"/>
                <a:gd name="connsiteX22" fmla="*/ 179493 w 493606"/>
                <a:gd name="connsiteY22" fmla="*/ 270087 h 434340"/>
                <a:gd name="connsiteX23" fmla="*/ 164253 w 493606"/>
                <a:gd name="connsiteY23" fmla="*/ 278554 h 434340"/>
                <a:gd name="connsiteX24" fmla="*/ 162983 w 493606"/>
                <a:gd name="connsiteY24" fmla="*/ 279824 h 434340"/>
                <a:gd name="connsiteX25" fmla="*/ 161713 w 493606"/>
                <a:gd name="connsiteY25" fmla="*/ 279824 h 434340"/>
                <a:gd name="connsiteX26" fmla="*/ 147320 w 493606"/>
                <a:gd name="connsiteY26" fmla="*/ 281093 h 434340"/>
                <a:gd name="connsiteX27" fmla="*/ 133350 w 493606"/>
                <a:gd name="connsiteY27" fmla="*/ 278130 h 434340"/>
                <a:gd name="connsiteX28" fmla="*/ 127847 w 493606"/>
                <a:gd name="connsiteY28" fmla="*/ 275167 h 434340"/>
                <a:gd name="connsiteX29" fmla="*/ 112607 w 493606"/>
                <a:gd name="connsiteY29" fmla="*/ 269663 h 434340"/>
                <a:gd name="connsiteX30" fmla="*/ 107103 w 493606"/>
                <a:gd name="connsiteY30" fmla="*/ 265430 h 434340"/>
                <a:gd name="connsiteX31" fmla="*/ 93133 w 493606"/>
                <a:gd name="connsiteY31" fmla="*/ 259927 h 434340"/>
                <a:gd name="connsiteX32" fmla="*/ 88900 w 493606"/>
                <a:gd name="connsiteY32" fmla="*/ 245957 h 434340"/>
                <a:gd name="connsiteX33" fmla="*/ 97367 w 493606"/>
                <a:gd name="connsiteY33" fmla="*/ 237490 h 434340"/>
                <a:gd name="connsiteX34" fmla="*/ 111337 w 493606"/>
                <a:gd name="connsiteY34" fmla="*/ 224790 h 434340"/>
                <a:gd name="connsiteX35" fmla="*/ 126577 w 493606"/>
                <a:gd name="connsiteY35" fmla="*/ 210820 h 434340"/>
                <a:gd name="connsiteX36" fmla="*/ 138853 w 493606"/>
                <a:gd name="connsiteY36" fmla="*/ 196850 h 434340"/>
                <a:gd name="connsiteX37" fmla="*/ 148590 w 493606"/>
                <a:gd name="connsiteY37" fmla="*/ 182880 h 434340"/>
                <a:gd name="connsiteX38" fmla="*/ 148590 w 493606"/>
                <a:gd name="connsiteY38" fmla="*/ 181610 h 434340"/>
                <a:gd name="connsiteX39" fmla="*/ 155363 w 493606"/>
                <a:gd name="connsiteY39" fmla="*/ 167640 h 434340"/>
                <a:gd name="connsiteX40" fmla="*/ 162560 w 493606"/>
                <a:gd name="connsiteY40" fmla="*/ 159173 h 434340"/>
                <a:gd name="connsiteX41" fmla="*/ 163830 w 493606"/>
                <a:gd name="connsiteY41" fmla="*/ 143933 h 434340"/>
                <a:gd name="connsiteX42" fmla="*/ 168063 w 493606"/>
                <a:gd name="connsiteY42" fmla="*/ 129963 h 434340"/>
                <a:gd name="connsiteX43" fmla="*/ 170603 w 493606"/>
                <a:gd name="connsiteY43" fmla="*/ 115993 h 434340"/>
                <a:gd name="connsiteX44" fmla="*/ 176107 w 493606"/>
                <a:gd name="connsiteY44" fmla="*/ 100754 h 434340"/>
                <a:gd name="connsiteX45" fmla="*/ 177377 w 493606"/>
                <a:gd name="connsiteY45" fmla="*/ 96520 h 434340"/>
                <a:gd name="connsiteX46" fmla="*/ 178647 w 493606"/>
                <a:gd name="connsiteY46" fmla="*/ 92287 h 434340"/>
                <a:gd name="connsiteX47" fmla="*/ 192617 w 493606"/>
                <a:gd name="connsiteY47" fmla="*/ 88054 h 434340"/>
                <a:gd name="connsiteX48" fmla="*/ 207857 w 493606"/>
                <a:gd name="connsiteY48" fmla="*/ 89323 h 434340"/>
                <a:gd name="connsiteX49" fmla="*/ 215053 w 493606"/>
                <a:gd name="connsiteY49" fmla="*/ 83820 h 434340"/>
                <a:gd name="connsiteX50" fmla="*/ 229023 w 493606"/>
                <a:gd name="connsiteY50" fmla="*/ 79587 h 434340"/>
                <a:gd name="connsiteX51" fmla="*/ 242993 w 493606"/>
                <a:gd name="connsiteY51" fmla="*/ 69850 h 434340"/>
                <a:gd name="connsiteX52" fmla="*/ 256963 w 493606"/>
                <a:gd name="connsiteY52" fmla="*/ 61383 h 434340"/>
                <a:gd name="connsiteX53" fmla="*/ 267970 w 493606"/>
                <a:gd name="connsiteY53" fmla="*/ 47413 h 434340"/>
                <a:gd name="connsiteX54" fmla="*/ 281940 w 493606"/>
                <a:gd name="connsiteY54" fmla="*/ 33443 h 434340"/>
                <a:gd name="connsiteX55" fmla="*/ 295910 w 493606"/>
                <a:gd name="connsiteY55" fmla="*/ 24977 h 434340"/>
                <a:gd name="connsiteX56" fmla="*/ 311150 w 493606"/>
                <a:gd name="connsiteY56" fmla="*/ 19473 h 434340"/>
                <a:gd name="connsiteX57" fmla="*/ 325120 w 493606"/>
                <a:gd name="connsiteY57" fmla="*/ 15240 h 434340"/>
                <a:gd name="connsiteX58" fmla="*/ 331893 w 493606"/>
                <a:gd name="connsiteY58" fmla="*/ 12277 h 434340"/>
                <a:gd name="connsiteX59" fmla="*/ 337397 w 493606"/>
                <a:gd name="connsiteY59" fmla="*/ 11007 h 434340"/>
                <a:gd name="connsiteX60" fmla="*/ 351367 w 493606"/>
                <a:gd name="connsiteY60" fmla="*/ 8043 h 434340"/>
                <a:gd name="connsiteX61" fmla="*/ 365337 w 493606"/>
                <a:gd name="connsiteY61" fmla="*/ 8043 h 434340"/>
                <a:gd name="connsiteX62" fmla="*/ 366607 w 493606"/>
                <a:gd name="connsiteY62" fmla="*/ 8043 h 434340"/>
                <a:gd name="connsiteX63" fmla="*/ 380577 w 493606"/>
                <a:gd name="connsiteY63" fmla="*/ 11007 h 434340"/>
                <a:gd name="connsiteX64" fmla="*/ 394547 w 493606"/>
                <a:gd name="connsiteY64" fmla="*/ 6773 h 434340"/>
                <a:gd name="connsiteX65" fmla="*/ 408517 w 493606"/>
                <a:gd name="connsiteY65" fmla="*/ 3810 h 434340"/>
                <a:gd name="connsiteX66" fmla="*/ 423757 w 493606"/>
                <a:gd name="connsiteY66" fmla="*/ 1270 h 434340"/>
                <a:gd name="connsiteX67" fmla="*/ 437727 w 493606"/>
                <a:gd name="connsiteY67" fmla="*/ 0 h 434340"/>
                <a:gd name="connsiteX68" fmla="*/ 451697 w 493606"/>
                <a:gd name="connsiteY68" fmla="*/ 8467 h 434340"/>
                <a:gd name="connsiteX69" fmla="*/ 458893 w 493606"/>
                <a:gd name="connsiteY69" fmla="*/ 22437 h 434340"/>
                <a:gd name="connsiteX70" fmla="*/ 461433 w 493606"/>
                <a:gd name="connsiteY70" fmla="*/ 23707 h 434340"/>
                <a:gd name="connsiteX71" fmla="*/ 464397 w 493606"/>
                <a:gd name="connsiteY71" fmla="*/ 23707 h 434340"/>
                <a:gd name="connsiteX72" fmla="*/ 478367 w 493606"/>
                <a:gd name="connsiteY72" fmla="*/ 33443 h 434340"/>
                <a:gd name="connsiteX73" fmla="*/ 492337 w 493606"/>
                <a:gd name="connsiteY73" fmla="*/ 34713 h 434340"/>
                <a:gd name="connsiteX74" fmla="*/ 493607 w 493606"/>
                <a:gd name="connsiteY74" fmla="*/ 44450 h 434340"/>
                <a:gd name="connsiteX75" fmla="*/ 492337 w 493606"/>
                <a:gd name="connsiteY75" fmla="*/ 45720 h 434340"/>
                <a:gd name="connsiteX76" fmla="*/ 492337 w 493606"/>
                <a:gd name="connsiteY76" fmla="*/ 59690 h 434340"/>
                <a:gd name="connsiteX77" fmla="*/ 492337 w 493606"/>
                <a:gd name="connsiteY77" fmla="*/ 73660 h 434340"/>
                <a:gd name="connsiteX78" fmla="*/ 485140 w 493606"/>
                <a:gd name="connsiteY78" fmla="*/ 87630 h 434340"/>
                <a:gd name="connsiteX79" fmla="*/ 477097 w 493606"/>
                <a:gd name="connsiteY79" fmla="*/ 98637 h 434340"/>
                <a:gd name="connsiteX80" fmla="*/ 477097 w 493606"/>
                <a:gd name="connsiteY80" fmla="*/ 99907 h 434340"/>
                <a:gd name="connsiteX81" fmla="*/ 474133 w 493606"/>
                <a:gd name="connsiteY81" fmla="*/ 113877 h 434340"/>
                <a:gd name="connsiteX82" fmla="*/ 472863 w 493606"/>
                <a:gd name="connsiteY82" fmla="*/ 116840 h 434340"/>
                <a:gd name="connsiteX83" fmla="*/ 471593 w 493606"/>
                <a:gd name="connsiteY83" fmla="*/ 130810 h 434340"/>
                <a:gd name="connsiteX84" fmla="*/ 457623 w 493606"/>
                <a:gd name="connsiteY84" fmla="*/ 130810 h 434340"/>
                <a:gd name="connsiteX85" fmla="*/ 443653 w 493606"/>
                <a:gd name="connsiteY85" fmla="*/ 129540 h 434340"/>
                <a:gd name="connsiteX86" fmla="*/ 433917 w 493606"/>
                <a:gd name="connsiteY86" fmla="*/ 130810 h 434340"/>
                <a:gd name="connsiteX87" fmla="*/ 429683 w 493606"/>
                <a:gd name="connsiteY87" fmla="*/ 133773 h 434340"/>
                <a:gd name="connsiteX88" fmla="*/ 426720 w 493606"/>
                <a:gd name="connsiteY88" fmla="*/ 147743 h 434340"/>
                <a:gd name="connsiteX89" fmla="*/ 426720 w 493606"/>
                <a:gd name="connsiteY89" fmla="*/ 153247 h 434340"/>
                <a:gd name="connsiteX90" fmla="*/ 441960 w 493606"/>
                <a:gd name="connsiteY90" fmla="*/ 160443 h 434340"/>
                <a:gd name="connsiteX91" fmla="*/ 455930 w 493606"/>
                <a:gd name="connsiteY91" fmla="*/ 164677 h 434340"/>
                <a:gd name="connsiteX92" fmla="*/ 468207 w 493606"/>
                <a:gd name="connsiteY92" fmla="*/ 168910 h 434340"/>
                <a:gd name="connsiteX93" fmla="*/ 469477 w 493606"/>
                <a:gd name="connsiteY93" fmla="*/ 182880 h 434340"/>
                <a:gd name="connsiteX94" fmla="*/ 468207 w 493606"/>
                <a:gd name="connsiteY94" fmla="*/ 184150 h 434340"/>
                <a:gd name="connsiteX95" fmla="*/ 468207 w 493606"/>
                <a:gd name="connsiteY95" fmla="*/ 185420 h 434340"/>
                <a:gd name="connsiteX96" fmla="*/ 469477 w 493606"/>
                <a:gd name="connsiteY96" fmla="*/ 196427 h 434340"/>
                <a:gd name="connsiteX97" fmla="*/ 461010 w 493606"/>
                <a:gd name="connsiteY97" fmla="*/ 198967 h 434340"/>
                <a:gd name="connsiteX98" fmla="*/ 459740 w 493606"/>
                <a:gd name="connsiteY98" fmla="*/ 200237 h 434340"/>
                <a:gd name="connsiteX99" fmla="*/ 445770 w 493606"/>
                <a:gd name="connsiteY99" fmla="*/ 214207 h 434340"/>
                <a:gd name="connsiteX100" fmla="*/ 433070 w 493606"/>
                <a:gd name="connsiteY100" fmla="*/ 215477 h 434340"/>
                <a:gd name="connsiteX101" fmla="*/ 430530 w 493606"/>
                <a:gd name="connsiteY101" fmla="*/ 229447 h 434340"/>
                <a:gd name="connsiteX102" fmla="*/ 437303 w 493606"/>
                <a:gd name="connsiteY102" fmla="*/ 243417 h 434340"/>
                <a:gd name="connsiteX103" fmla="*/ 436033 w 493606"/>
                <a:gd name="connsiteY103" fmla="*/ 244687 h 434340"/>
                <a:gd name="connsiteX104" fmla="*/ 422063 w 493606"/>
                <a:gd name="connsiteY104" fmla="*/ 247650 h 434340"/>
                <a:gd name="connsiteX105" fmla="*/ 408093 w 493606"/>
                <a:gd name="connsiteY105" fmla="*/ 251883 h 434340"/>
                <a:gd name="connsiteX106" fmla="*/ 394123 w 493606"/>
                <a:gd name="connsiteY106" fmla="*/ 257387 h 434340"/>
                <a:gd name="connsiteX107" fmla="*/ 378883 w 493606"/>
                <a:gd name="connsiteY107" fmla="*/ 257387 h 434340"/>
                <a:gd name="connsiteX108" fmla="*/ 364913 w 493606"/>
                <a:gd name="connsiteY108" fmla="*/ 254423 h 434340"/>
                <a:gd name="connsiteX109" fmla="*/ 353483 w 493606"/>
                <a:gd name="connsiteY109" fmla="*/ 248920 h 434340"/>
                <a:gd name="connsiteX110" fmla="*/ 352213 w 493606"/>
                <a:gd name="connsiteY110" fmla="*/ 248920 h 434340"/>
                <a:gd name="connsiteX111" fmla="*/ 356447 w 493606"/>
                <a:gd name="connsiteY111" fmla="*/ 259927 h 434340"/>
                <a:gd name="connsiteX112" fmla="*/ 342477 w 493606"/>
                <a:gd name="connsiteY112" fmla="*/ 255693 h 434340"/>
                <a:gd name="connsiteX113" fmla="*/ 328507 w 493606"/>
                <a:gd name="connsiteY113" fmla="*/ 261197 h 434340"/>
                <a:gd name="connsiteX114" fmla="*/ 329777 w 493606"/>
                <a:gd name="connsiteY114" fmla="*/ 262467 h 434340"/>
                <a:gd name="connsiteX115" fmla="*/ 332740 w 493606"/>
                <a:gd name="connsiteY115" fmla="*/ 267970 h 434340"/>
                <a:gd name="connsiteX116" fmla="*/ 328507 w 493606"/>
                <a:gd name="connsiteY116" fmla="*/ 273474 h 434340"/>
                <a:gd name="connsiteX117" fmla="*/ 339513 w 493606"/>
                <a:gd name="connsiteY117" fmla="*/ 278977 h 434340"/>
                <a:gd name="connsiteX118" fmla="*/ 347980 w 493606"/>
                <a:gd name="connsiteY118" fmla="*/ 292947 h 434340"/>
                <a:gd name="connsiteX119" fmla="*/ 356447 w 493606"/>
                <a:gd name="connsiteY119" fmla="*/ 306917 h 434340"/>
                <a:gd name="connsiteX120" fmla="*/ 360680 w 493606"/>
                <a:gd name="connsiteY120" fmla="*/ 320887 h 434340"/>
                <a:gd name="connsiteX121" fmla="*/ 361950 w 493606"/>
                <a:gd name="connsiteY121" fmla="*/ 329354 h 434340"/>
                <a:gd name="connsiteX122" fmla="*/ 361950 w 493606"/>
                <a:gd name="connsiteY122" fmla="*/ 332317 h 434340"/>
                <a:gd name="connsiteX123" fmla="*/ 358987 w 493606"/>
                <a:gd name="connsiteY123" fmla="*/ 337820 h 434340"/>
                <a:gd name="connsiteX124" fmla="*/ 357717 w 493606"/>
                <a:gd name="connsiteY124" fmla="*/ 340783 h 434340"/>
                <a:gd name="connsiteX125" fmla="*/ 345017 w 493606"/>
                <a:gd name="connsiteY125" fmla="*/ 354754 h 434340"/>
                <a:gd name="connsiteX126" fmla="*/ 342477 w 493606"/>
                <a:gd name="connsiteY126" fmla="*/ 361950 h 434340"/>
                <a:gd name="connsiteX127" fmla="*/ 341207 w 493606"/>
                <a:gd name="connsiteY127" fmla="*/ 375920 h 434340"/>
                <a:gd name="connsiteX128" fmla="*/ 325967 w 493606"/>
                <a:gd name="connsiteY128" fmla="*/ 388620 h 434340"/>
                <a:gd name="connsiteX129" fmla="*/ 333163 w 493606"/>
                <a:gd name="connsiteY129" fmla="*/ 402590 h 434340"/>
                <a:gd name="connsiteX130" fmla="*/ 339937 w 493606"/>
                <a:gd name="connsiteY130" fmla="*/ 408093 h 434340"/>
                <a:gd name="connsiteX131" fmla="*/ 342900 w 493606"/>
                <a:gd name="connsiteY131" fmla="*/ 413597 h 434340"/>
                <a:gd name="connsiteX132" fmla="*/ 335703 w 493606"/>
                <a:gd name="connsiteY132" fmla="*/ 419100 h 434340"/>
                <a:gd name="connsiteX133" fmla="*/ 333163 w 493606"/>
                <a:gd name="connsiteY133" fmla="*/ 420370 h 434340"/>
                <a:gd name="connsiteX134" fmla="*/ 334433 w 493606"/>
                <a:gd name="connsiteY134" fmla="*/ 424604 h 434340"/>
                <a:gd name="connsiteX135" fmla="*/ 333163 w 493606"/>
                <a:gd name="connsiteY135" fmla="*/ 431800 h 434340"/>
                <a:gd name="connsiteX136" fmla="*/ 333163 w 493606"/>
                <a:gd name="connsiteY136" fmla="*/ 433070 h 434340"/>
                <a:gd name="connsiteX137" fmla="*/ 319193 w 493606"/>
                <a:gd name="connsiteY137" fmla="*/ 434340 h 434340"/>
                <a:gd name="connsiteX138" fmla="*/ 303953 w 493606"/>
                <a:gd name="connsiteY138" fmla="*/ 431800 h 434340"/>
                <a:gd name="connsiteX139" fmla="*/ 297180 w 493606"/>
                <a:gd name="connsiteY139" fmla="*/ 433070 h 434340"/>
                <a:gd name="connsiteX140" fmla="*/ 295910 w 493606"/>
                <a:gd name="connsiteY140" fmla="*/ 433070 h 434340"/>
                <a:gd name="connsiteX141" fmla="*/ 293370 w 493606"/>
                <a:gd name="connsiteY141" fmla="*/ 433070 h 434340"/>
                <a:gd name="connsiteX142" fmla="*/ 294640 w 493606"/>
                <a:gd name="connsiteY142" fmla="*/ 426297 h 434340"/>
                <a:gd name="connsiteX143" fmla="*/ 293370 w 493606"/>
                <a:gd name="connsiteY143" fmla="*/ 425027 h 434340"/>
                <a:gd name="connsiteX144" fmla="*/ 287867 w 493606"/>
                <a:gd name="connsiteY144" fmla="*/ 422063 h 434340"/>
                <a:gd name="connsiteX145" fmla="*/ 286597 w 493606"/>
                <a:gd name="connsiteY145" fmla="*/ 417830 h 434340"/>
                <a:gd name="connsiteX146" fmla="*/ 292100 w 493606"/>
                <a:gd name="connsiteY146" fmla="*/ 413597 h 434340"/>
                <a:gd name="connsiteX147" fmla="*/ 303107 w 493606"/>
                <a:gd name="connsiteY147" fmla="*/ 402590 h 434340"/>
                <a:gd name="connsiteX148" fmla="*/ 304377 w 493606"/>
                <a:gd name="connsiteY148" fmla="*/ 394124 h 434340"/>
                <a:gd name="connsiteX149" fmla="*/ 308610 w 493606"/>
                <a:gd name="connsiteY149" fmla="*/ 380154 h 434340"/>
                <a:gd name="connsiteX150" fmla="*/ 315807 w 493606"/>
                <a:gd name="connsiteY150" fmla="*/ 370417 h 434340"/>
                <a:gd name="connsiteX151" fmla="*/ 311573 w 493606"/>
                <a:gd name="connsiteY151" fmla="*/ 367454 h 434340"/>
                <a:gd name="connsiteX152" fmla="*/ 297603 w 493606"/>
                <a:gd name="connsiteY152" fmla="*/ 364490 h 434340"/>
                <a:gd name="connsiteX153" fmla="*/ 283633 w 493606"/>
                <a:gd name="connsiteY153" fmla="*/ 360257 h 434340"/>
                <a:gd name="connsiteX154" fmla="*/ 279400 w 493606"/>
                <a:gd name="connsiteY154" fmla="*/ 358987 h 434340"/>
                <a:gd name="connsiteX155" fmla="*/ 264160 w 493606"/>
                <a:gd name="connsiteY155" fmla="*/ 349250 h 434340"/>
                <a:gd name="connsiteX156" fmla="*/ 256963 w 493606"/>
                <a:gd name="connsiteY156" fmla="*/ 351790 h 434340"/>
                <a:gd name="connsiteX157" fmla="*/ 241300 w 493606"/>
                <a:gd name="connsiteY157" fmla="*/ 351790 h 434340"/>
                <a:gd name="connsiteX158" fmla="*/ 237067 w 493606"/>
                <a:gd name="connsiteY158" fmla="*/ 351790 h 434340"/>
                <a:gd name="connsiteX159" fmla="*/ 232833 w 493606"/>
                <a:gd name="connsiteY159" fmla="*/ 343324 h 434340"/>
                <a:gd name="connsiteX160" fmla="*/ 218863 w 493606"/>
                <a:gd name="connsiteY160" fmla="*/ 333587 h 434340"/>
                <a:gd name="connsiteX161" fmla="*/ 217593 w 493606"/>
                <a:gd name="connsiteY161" fmla="*/ 319617 h 434340"/>
                <a:gd name="connsiteX162" fmla="*/ 213360 w 493606"/>
                <a:gd name="connsiteY162" fmla="*/ 316654 h 434340"/>
                <a:gd name="connsiteX163" fmla="*/ 207857 w 493606"/>
                <a:gd name="connsiteY163" fmla="*/ 323850 h 434340"/>
                <a:gd name="connsiteX164" fmla="*/ 192617 w 493606"/>
                <a:gd name="connsiteY164" fmla="*/ 326813 h 434340"/>
                <a:gd name="connsiteX165" fmla="*/ 178647 w 493606"/>
                <a:gd name="connsiteY165" fmla="*/ 326813 h 434340"/>
                <a:gd name="connsiteX166" fmla="*/ 173143 w 493606"/>
                <a:gd name="connsiteY166" fmla="*/ 317077 h 434340"/>
                <a:gd name="connsiteX167" fmla="*/ 166370 w 493606"/>
                <a:gd name="connsiteY167" fmla="*/ 325543 h 434340"/>
                <a:gd name="connsiteX168" fmla="*/ 151553 w 493606"/>
                <a:gd name="connsiteY168" fmla="*/ 325543 h 434340"/>
                <a:gd name="connsiteX169" fmla="*/ 138853 w 493606"/>
                <a:gd name="connsiteY169" fmla="*/ 318347 h 434340"/>
                <a:gd name="connsiteX170" fmla="*/ 136313 w 493606"/>
                <a:gd name="connsiteY170" fmla="*/ 333587 h 434340"/>
                <a:gd name="connsiteX171" fmla="*/ 122343 w 493606"/>
                <a:gd name="connsiteY171" fmla="*/ 333587 h 434340"/>
                <a:gd name="connsiteX172" fmla="*/ 116840 w 493606"/>
                <a:gd name="connsiteY172" fmla="*/ 333587 h 434340"/>
                <a:gd name="connsiteX173" fmla="*/ 112607 w 493606"/>
                <a:gd name="connsiteY173" fmla="*/ 333587 h 434340"/>
                <a:gd name="connsiteX174" fmla="*/ 98637 w 493606"/>
                <a:gd name="connsiteY174" fmla="*/ 329354 h 434340"/>
                <a:gd name="connsiteX175" fmla="*/ 84667 w 493606"/>
                <a:gd name="connsiteY175" fmla="*/ 323850 h 434340"/>
                <a:gd name="connsiteX176" fmla="*/ 83397 w 493606"/>
                <a:gd name="connsiteY176" fmla="*/ 322580 h 434340"/>
                <a:gd name="connsiteX177" fmla="*/ 69427 w 493606"/>
                <a:gd name="connsiteY177" fmla="*/ 329354 h 434340"/>
                <a:gd name="connsiteX178" fmla="*/ 55457 w 493606"/>
                <a:gd name="connsiteY178" fmla="*/ 329354 h 434340"/>
                <a:gd name="connsiteX179" fmla="*/ 41487 w 493606"/>
                <a:gd name="connsiteY179" fmla="*/ 319617 h 434340"/>
                <a:gd name="connsiteX180" fmla="*/ 27517 w 493606"/>
                <a:gd name="connsiteY180" fmla="*/ 322580 h 434340"/>
                <a:gd name="connsiteX181" fmla="*/ 13547 w 493606"/>
                <a:gd name="connsiteY181" fmla="*/ 311150 h 434340"/>
                <a:gd name="connsiteX182" fmla="*/ 27517 w 493606"/>
                <a:gd name="connsiteY182" fmla="*/ 297180 h 434340"/>
                <a:gd name="connsiteX183" fmla="*/ 41487 w 493606"/>
                <a:gd name="connsiteY183" fmla="*/ 297180 h 434340"/>
                <a:gd name="connsiteX184" fmla="*/ 55457 w 493606"/>
                <a:gd name="connsiteY184" fmla="*/ 297180 h 434340"/>
                <a:gd name="connsiteX185" fmla="*/ 66463 w 493606"/>
                <a:gd name="connsiteY185" fmla="*/ 297180 h 434340"/>
                <a:gd name="connsiteX186" fmla="*/ 66463 w 493606"/>
                <a:gd name="connsiteY186" fmla="*/ 300143 h 434340"/>
                <a:gd name="connsiteX187" fmla="*/ 60960 w 493606"/>
                <a:gd name="connsiteY187" fmla="*/ 277707 h 434340"/>
                <a:gd name="connsiteX188" fmla="*/ 46990 w 493606"/>
                <a:gd name="connsiteY188" fmla="*/ 278977 h 434340"/>
                <a:gd name="connsiteX189" fmla="*/ 60960 w 493606"/>
                <a:gd name="connsiteY189" fmla="*/ 285750 h 434340"/>
                <a:gd name="connsiteX190" fmla="*/ 73660 w 493606"/>
                <a:gd name="connsiteY190" fmla="*/ 295487 h 434340"/>
                <a:gd name="connsiteX191" fmla="*/ 87630 w 493606"/>
                <a:gd name="connsiteY191" fmla="*/ 295487 h 434340"/>
                <a:gd name="connsiteX192" fmla="*/ 96097 w 493606"/>
                <a:gd name="connsiteY192" fmla="*/ 291254 h 434340"/>
                <a:gd name="connsiteX193" fmla="*/ 96097 w 493606"/>
                <a:gd name="connsiteY193" fmla="*/ 289983 h 434340"/>
                <a:gd name="connsiteX194" fmla="*/ 93133 w 493606"/>
                <a:gd name="connsiteY194" fmla="*/ 288713 h 434340"/>
                <a:gd name="connsiteX195" fmla="*/ 79163 w 493606"/>
                <a:gd name="connsiteY195" fmla="*/ 278977 h 434340"/>
                <a:gd name="connsiteX196" fmla="*/ 65193 w 493606"/>
                <a:gd name="connsiteY196" fmla="*/ 277707 h 434340"/>
                <a:gd name="connsiteX197" fmla="*/ 60960 w 493606"/>
                <a:gd name="connsiteY197" fmla="*/ 277707 h 434340"/>
                <a:gd name="connsiteX198" fmla="*/ 66463 w 493606"/>
                <a:gd name="connsiteY198" fmla="*/ 270933 h 434340"/>
                <a:gd name="connsiteX199" fmla="*/ 74930 w 493606"/>
                <a:gd name="connsiteY199" fmla="*/ 267970 h 434340"/>
                <a:gd name="connsiteX200" fmla="*/ 88900 w 493606"/>
                <a:gd name="connsiteY200" fmla="*/ 273474 h 434340"/>
                <a:gd name="connsiteX201" fmla="*/ 102870 w 493606"/>
                <a:gd name="connsiteY201" fmla="*/ 284480 h 434340"/>
                <a:gd name="connsiteX202" fmla="*/ 104140 w 493606"/>
                <a:gd name="connsiteY202" fmla="*/ 285750 h 434340"/>
                <a:gd name="connsiteX203" fmla="*/ 112607 w 493606"/>
                <a:gd name="connsiteY203" fmla="*/ 289983 h 434340"/>
                <a:gd name="connsiteX204" fmla="*/ 126577 w 493606"/>
                <a:gd name="connsiteY204" fmla="*/ 284480 h 434340"/>
                <a:gd name="connsiteX205" fmla="*/ 123613 w 493606"/>
                <a:gd name="connsiteY205" fmla="*/ 283210 h 434340"/>
                <a:gd name="connsiteX206" fmla="*/ 118110 w 493606"/>
                <a:gd name="connsiteY206" fmla="*/ 280670 h 434340"/>
                <a:gd name="connsiteX207" fmla="*/ 104140 w 493606"/>
                <a:gd name="connsiteY207" fmla="*/ 270933 h 434340"/>
                <a:gd name="connsiteX208" fmla="*/ 88900 w 493606"/>
                <a:gd name="connsiteY208" fmla="*/ 264160 h 434340"/>
                <a:gd name="connsiteX209" fmla="*/ 82127 w 493606"/>
                <a:gd name="connsiteY209" fmla="*/ 261197 h 434340"/>
                <a:gd name="connsiteX210" fmla="*/ 66463 w 493606"/>
                <a:gd name="connsiteY210" fmla="*/ 270933 h 434340"/>
                <a:gd name="connsiteX211" fmla="*/ 184997 w 493606"/>
                <a:gd name="connsiteY211" fmla="*/ 77047 h 434340"/>
                <a:gd name="connsiteX212" fmla="*/ 187537 w 493606"/>
                <a:gd name="connsiteY212" fmla="*/ 75777 h 434340"/>
                <a:gd name="connsiteX213" fmla="*/ 201507 w 493606"/>
                <a:gd name="connsiteY213" fmla="*/ 63500 h 434340"/>
                <a:gd name="connsiteX214" fmla="*/ 196003 w 493606"/>
                <a:gd name="connsiteY214" fmla="*/ 49530 h 434340"/>
                <a:gd name="connsiteX215" fmla="*/ 182033 w 493606"/>
                <a:gd name="connsiteY215" fmla="*/ 63500 h 434340"/>
                <a:gd name="connsiteX216" fmla="*/ 184997 w 493606"/>
                <a:gd name="connsiteY216" fmla="*/ 77047 h 434340"/>
                <a:gd name="connsiteX217" fmla="*/ 217170 w 493606"/>
                <a:gd name="connsiteY217" fmla="*/ 32173 h 434340"/>
                <a:gd name="connsiteX218" fmla="*/ 217170 w 493606"/>
                <a:gd name="connsiteY218" fmla="*/ 29633 h 434340"/>
                <a:gd name="connsiteX219" fmla="*/ 203200 w 493606"/>
                <a:gd name="connsiteY219" fmla="*/ 42333 h 434340"/>
                <a:gd name="connsiteX220" fmla="*/ 217170 w 493606"/>
                <a:gd name="connsiteY220" fmla="*/ 32173 h 434340"/>
                <a:gd name="connsiteX221" fmla="*/ 242147 w 493606"/>
                <a:gd name="connsiteY221" fmla="*/ 19897 h 434340"/>
                <a:gd name="connsiteX222" fmla="*/ 256117 w 493606"/>
                <a:gd name="connsiteY222" fmla="*/ 15663 h 434340"/>
                <a:gd name="connsiteX223" fmla="*/ 271357 w 493606"/>
                <a:gd name="connsiteY223" fmla="*/ 11430 h 434340"/>
                <a:gd name="connsiteX224" fmla="*/ 285327 w 493606"/>
                <a:gd name="connsiteY224" fmla="*/ 4657 h 434340"/>
                <a:gd name="connsiteX225" fmla="*/ 271357 w 493606"/>
                <a:gd name="connsiteY225" fmla="*/ 7620 h 434340"/>
                <a:gd name="connsiteX226" fmla="*/ 257387 w 493606"/>
                <a:gd name="connsiteY226" fmla="*/ 11854 h 434340"/>
                <a:gd name="connsiteX227" fmla="*/ 242147 w 493606"/>
                <a:gd name="connsiteY227" fmla="*/ 19897 h 434340"/>
                <a:gd name="connsiteX228" fmla="*/ 303530 w 493606"/>
                <a:gd name="connsiteY228" fmla="*/ 7197 h 434340"/>
                <a:gd name="connsiteX229" fmla="*/ 317500 w 493606"/>
                <a:gd name="connsiteY229" fmla="*/ 5927 h 434340"/>
                <a:gd name="connsiteX230" fmla="*/ 332740 w 493606"/>
                <a:gd name="connsiteY230" fmla="*/ 423 h 434340"/>
                <a:gd name="connsiteX231" fmla="*/ 317500 w 493606"/>
                <a:gd name="connsiteY231" fmla="*/ 1693 h 434340"/>
                <a:gd name="connsiteX232" fmla="*/ 303530 w 493606"/>
                <a:gd name="connsiteY232" fmla="*/ 7197 h 434340"/>
                <a:gd name="connsiteX233" fmla="*/ 2540 w 493606"/>
                <a:gd name="connsiteY233" fmla="*/ 353060 h 434340"/>
                <a:gd name="connsiteX234" fmla="*/ 12277 w 493606"/>
                <a:gd name="connsiteY234" fmla="*/ 357293 h 434340"/>
                <a:gd name="connsiteX235" fmla="*/ 26247 w 493606"/>
                <a:gd name="connsiteY235" fmla="*/ 350520 h 434340"/>
                <a:gd name="connsiteX236" fmla="*/ 40217 w 493606"/>
                <a:gd name="connsiteY236" fmla="*/ 351790 h 434340"/>
                <a:gd name="connsiteX237" fmla="*/ 55457 w 493606"/>
                <a:gd name="connsiteY237" fmla="*/ 361527 h 434340"/>
                <a:gd name="connsiteX238" fmla="*/ 62653 w 493606"/>
                <a:gd name="connsiteY238" fmla="*/ 362797 h 434340"/>
                <a:gd name="connsiteX239" fmla="*/ 63923 w 493606"/>
                <a:gd name="connsiteY239" fmla="*/ 362797 h 434340"/>
                <a:gd name="connsiteX240" fmla="*/ 77893 w 493606"/>
                <a:gd name="connsiteY240" fmla="*/ 359833 h 434340"/>
                <a:gd name="connsiteX241" fmla="*/ 83397 w 493606"/>
                <a:gd name="connsiteY241" fmla="*/ 356870 h 434340"/>
                <a:gd name="connsiteX242" fmla="*/ 97367 w 493606"/>
                <a:gd name="connsiteY242" fmla="*/ 351367 h 434340"/>
                <a:gd name="connsiteX243" fmla="*/ 111337 w 493606"/>
                <a:gd name="connsiteY243" fmla="*/ 339937 h 434340"/>
                <a:gd name="connsiteX244" fmla="*/ 97367 w 493606"/>
                <a:gd name="connsiteY244" fmla="*/ 338667 h 434340"/>
                <a:gd name="connsiteX245" fmla="*/ 83397 w 493606"/>
                <a:gd name="connsiteY245" fmla="*/ 331893 h 434340"/>
                <a:gd name="connsiteX246" fmla="*/ 68157 w 493606"/>
                <a:gd name="connsiteY246" fmla="*/ 338667 h 434340"/>
                <a:gd name="connsiteX247" fmla="*/ 54187 w 493606"/>
                <a:gd name="connsiteY247" fmla="*/ 339937 h 434340"/>
                <a:gd name="connsiteX248" fmla="*/ 40217 w 493606"/>
                <a:gd name="connsiteY248" fmla="*/ 335704 h 434340"/>
                <a:gd name="connsiteX249" fmla="*/ 26247 w 493606"/>
                <a:gd name="connsiteY249" fmla="*/ 331470 h 434340"/>
                <a:gd name="connsiteX250" fmla="*/ 15240 w 493606"/>
                <a:gd name="connsiteY250" fmla="*/ 331470 h 434340"/>
                <a:gd name="connsiteX251" fmla="*/ 1270 w 493606"/>
                <a:gd name="connsiteY251" fmla="*/ 335704 h 434340"/>
                <a:gd name="connsiteX252" fmla="*/ 0 w 493606"/>
                <a:gd name="connsiteY252" fmla="*/ 345440 h 434340"/>
                <a:gd name="connsiteX253" fmla="*/ 2540 w 493606"/>
                <a:gd name="connsiteY253" fmla="*/ 353060 h 43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493606" h="434340">
                  <a:moveTo>
                    <a:pt x="66463" y="300143"/>
                  </a:moveTo>
                  <a:lnTo>
                    <a:pt x="80433" y="311150"/>
                  </a:lnTo>
                  <a:lnTo>
                    <a:pt x="94403" y="325120"/>
                  </a:lnTo>
                  <a:lnTo>
                    <a:pt x="108373" y="326390"/>
                  </a:lnTo>
                  <a:lnTo>
                    <a:pt x="115147" y="325120"/>
                  </a:lnTo>
                  <a:lnTo>
                    <a:pt x="110913" y="312420"/>
                  </a:lnTo>
                  <a:lnTo>
                    <a:pt x="95673" y="311150"/>
                  </a:lnTo>
                  <a:lnTo>
                    <a:pt x="81703" y="303954"/>
                  </a:lnTo>
                  <a:lnTo>
                    <a:pt x="95673" y="298450"/>
                  </a:lnTo>
                  <a:lnTo>
                    <a:pt x="108373" y="300990"/>
                  </a:lnTo>
                  <a:lnTo>
                    <a:pt x="105410" y="296757"/>
                  </a:lnTo>
                  <a:lnTo>
                    <a:pt x="96943" y="291254"/>
                  </a:lnTo>
                  <a:lnTo>
                    <a:pt x="106680" y="294217"/>
                  </a:lnTo>
                  <a:lnTo>
                    <a:pt x="119380" y="294217"/>
                  </a:lnTo>
                  <a:lnTo>
                    <a:pt x="133350" y="285750"/>
                  </a:lnTo>
                  <a:lnTo>
                    <a:pt x="135043" y="284480"/>
                  </a:lnTo>
                  <a:lnTo>
                    <a:pt x="149013" y="285750"/>
                  </a:lnTo>
                  <a:lnTo>
                    <a:pt x="164253" y="281517"/>
                  </a:lnTo>
                  <a:lnTo>
                    <a:pt x="165523" y="281517"/>
                  </a:lnTo>
                  <a:lnTo>
                    <a:pt x="173990" y="280247"/>
                  </a:lnTo>
                  <a:lnTo>
                    <a:pt x="187960" y="281517"/>
                  </a:lnTo>
                  <a:lnTo>
                    <a:pt x="182457" y="268817"/>
                  </a:lnTo>
                  <a:lnTo>
                    <a:pt x="179493" y="270087"/>
                  </a:lnTo>
                  <a:lnTo>
                    <a:pt x="164253" y="278554"/>
                  </a:lnTo>
                  <a:lnTo>
                    <a:pt x="162983" y="279824"/>
                  </a:lnTo>
                  <a:lnTo>
                    <a:pt x="161713" y="279824"/>
                  </a:lnTo>
                  <a:lnTo>
                    <a:pt x="147320" y="281093"/>
                  </a:lnTo>
                  <a:lnTo>
                    <a:pt x="133350" y="278130"/>
                  </a:lnTo>
                  <a:lnTo>
                    <a:pt x="127847" y="275167"/>
                  </a:lnTo>
                  <a:lnTo>
                    <a:pt x="112607" y="269663"/>
                  </a:lnTo>
                  <a:lnTo>
                    <a:pt x="107103" y="265430"/>
                  </a:lnTo>
                  <a:lnTo>
                    <a:pt x="93133" y="259927"/>
                  </a:lnTo>
                  <a:lnTo>
                    <a:pt x="88900" y="245957"/>
                  </a:lnTo>
                  <a:lnTo>
                    <a:pt x="97367" y="237490"/>
                  </a:lnTo>
                  <a:lnTo>
                    <a:pt x="111337" y="224790"/>
                  </a:lnTo>
                  <a:lnTo>
                    <a:pt x="126577" y="210820"/>
                  </a:lnTo>
                  <a:lnTo>
                    <a:pt x="138853" y="196850"/>
                  </a:lnTo>
                  <a:lnTo>
                    <a:pt x="148590" y="182880"/>
                  </a:lnTo>
                  <a:lnTo>
                    <a:pt x="148590" y="181610"/>
                  </a:lnTo>
                  <a:lnTo>
                    <a:pt x="155363" y="167640"/>
                  </a:lnTo>
                  <a:lnTo>
                    <a:pt x="162560" y="159173"/>
                  </a:lnTo>
                  <a:lnTo>
                    <a:pt x="163830" y="143933"/>
                  </a:lnTo>
                  <a:lnTo>
                    <a:pt x="168063" y="129963"/>
                  </a:lnTo>
                  <a:lnTo>
                    <a:pt x="170603" y="115993"/>
                  </a:lnTo>
                  <a:lnTo>
                    <a:pt x="176107" y="100754"/>
                  </a:lnTo>
                  <a:lnTo>
                    <a:pt x="177377" y="96520"/>
                  </a:lnTo>
                  <a:lnTo>
                    <a:pt x="178647" y="92287"/>
                  </a:lnTo>
                  <a:lnTo>
                    <a:pt x="192617" y="88054"/>
                  </a:lnTo>
                  <a:lnTo>
                    <a:pt x="207857" y="89323"/>
                  </a:lnTo>
                  <a:lnTo>
                    <a:pt x="215053" y="83820"/>
                  </a:lnTo>
                  <a:lnTo>
                    <a:pt x="229023" y="79587"/>
                  </a:lnTo>
                  <a:lnTo>
                    <a:pt x="242993" y="69850"/>
                  </a:lnTo>
                  <a:lnTo>
                    <a:pt x="256963" y="61383"/>
                  </a:lnTo>
                  <a:lnTo>
                    <a:pt x="267970" y="47413"/>
                  </a:lnTo>
                  <a:lnTo>
                    <a:pt x="281940" y="33443"/>
                  </a:lnTo>
                  <a:lnTo>
                    <a:pt x="295910" y="24977"/>
                  </a:lnTo>
                  <a:lnTo>
                    <a:pt x="311150" y="19473"/>
                  </a:lnTo>
                  <a:lnTo>
                    <a:pt x="325120" y="15240"/>
                  </a:lnTo>
                  <a:lnTo>
                    <a:pt x="331893" y="12277"/>
                  </a:lnTo>
                  <a:lnTo>
                    <a:pt x="337397" y="11007"/>
                  </a:lnTo>
                  <a:lnTo>
                    <a:pt x="351367" y="8043"/>
                  </a:lnTo>
                  <a:lnTo>
                    <a:pt x="365337" y="8043"/>
                  </a:lnTo>
                  <a:lnTo>
                    <a:pt x="366607" y="8043"/>
                  </a:lnTo>
                  <a:lnTo>
                    <a:pt x="380577" y="11007"/>
                  </a:lnTo>
                  <a:lnTo>
                    <a:pt x="394547" y="6773"/>
                  </a:lnTo>
                  <a:lnTo>
                    <a:pt x="408517" y="3810"/>
                  </a:lnTo>
                  <a:lnTo>
                    <a:pt x="423757" y="1270"/>
                  </a:lnTo>
                  <a:lnTo>
                    <a:pt x="437727" y="0"/>
                  </a:lnTo>
                  <a:lnTo>
                    <a:pt x="451697" y="8467"/>
                  </a:lnTo>
                  <a:lnTo>
                    <a:pt x="458893" y="22437"/>
                  </a:lnTo>
                  <a:lnTo>
                    <a:pt x="461433" y="23707"/>
                  </a:lnTo>
                  <a:lnTo>
                    <a:pt x="464397" y="23707"/>
                  </a:lnTo>
                  <a:lnTo>
                    <a:pt x="478367" y="33443"/>
                  </a:lnTo>
                  <a:lnTo>
                    <a:pt x="492337" y="34713"/>
                  </a:lnTo>
                  <a:lnTo>
                    <a:pt x="493607" y="44450"/>
                  </a:lnTo>
                  <a:lnTo>
                    <a:pt x="492337" y="45720"/>
                  </a:lnTo>
                  <a:lnTo>
                    <a:pt x="492337" y="59690"/>
                  </a:lnTo>
                  <a:lnTo>
                    <a:pt x="492337" y="73660"/>
                  </a:lnTo>
                  <a:lnTo>
                    <a:pt x="485140" y="87630"/>
                  </a:lnTo>
                  <a:lnTo>
                    <a:pt x="477097" y="98637"/>
                  </a:lnTo>
                  <a:lnTo>
                    <a:pt x="477097" y="99907"/>
                  </a:lnTo>
                  <a:lnTo>
                    <a:pt x="474133" y="113877"/>
                  </a:lnTo>
                  <a:lnTo>
                    <a:pt x="472863" y="116840"/>
                  </a:lnTo>
                  <a:lnTo>
                    <a:pt x="471593" y="130810"/>
                  </a:lnTo>
                  <a:lnTo>
                    <a:pt x="457623" y="130810"/>
                  </a:lnTo>
                  <a:lnTo>
                    <a:pt x="443653" y="129540"/>
                  </a:lnTo>
                  <a:lnTo>
                    <a:pt x="433917" y="130810"/>
                  </a:lnTo>
                  <a:lnTo>
                    <a:pt x="429683" y="133773"/>
                  </a:lnTo>
                  <a:lnTo>
                    <a:pt x="426720" y="147743"/>
                  </a:lnTo>
                  <a:lnTo>
                    <a:pt x="426720" y="153247"/>
                  </a:lnTo>
                  <a:lnTo>
                    <a:pt x="441960" y="160443"/>
                  </a:lnTo>
                  <a:lnTo>
                    <a:pt x="455930" y="164677"/>
                  </a:lnTo>
                  <a:lnTo>
                    <a:pt x="468207" y="168910"/>
                  </a:lnTo>
                  <a:lnTo>
                    <a:pt x="469477" y="182880"/>
                  </a:lnTo>
                  <a:lnTo>
                    <a:pt x="468207" y="184150"/>
                  </a:lnTo>
                  <a:lnTo>
                    <a:pt x="468207" y="185420"/>
                  </a:lnTo>
                  <a:lnTo>
                    <a:pt x="469477" y="196427"/>
                  </a:lnTo>
                  <a:lnTo>
                    <a:pt x="461010" y="198967"/>
                  </a:lnTo>
                  <a:lnTo>
                    <a:pt x="459740" y="200237"/>
                  </a:lnTo>
                  <a:lnTo>
                    <a:pt x="445770" y="214207"/>
                  </a:lnTo>
                  <a:lnTo>
                    <a:pt x="433070" y="215477"/>
                  </a:lnTo>
                  <a:lnTo>
                    <a:pt x="430530" y="229447"/>
                  </a:lnTo>
                  <a:lnTo>
                    <a:pt x="437303" y="243417"/>
                  </a:lnTo>
                  <a:lnTo>
                    <a:pt x="436033" y="244687"/>
                  </a:lnTo>
                  <a:lnTo>
                    <a:pt x="422063" y="247650"/>
                  </a:lnTo>
                  <a:lnTo>
                    <a:pt x="408093" y="251883"/>
                  </a:lnTo>
                  <a:lnTo>
                    <a:pt x="394123" y="257387"/>
                  </a:lnTo>
                  <a:lnTo>
                    <a:pt x="378883" y="257387"/>
                  </a:lnTo>
                  <a:lnTo>
                    <a:pt x="364913" y="254423"/>
                  </a:lnTo>
                  <a:lnTo>
                    <a:pt x="353483" y="248920"/>
                  </a:lnTo>
                  <a:lnTo>
                    <a:pt x="352213" y="248920"/>
                  </a:lnTo>
                  <a:lnTo>
                    <a:pt x="356447" y="259927"/>
                  </a:lnTo>
                  <a:lnTo>
                    <a:pt x="342477" y="255693"/>
                  </a:lnTo>
                  <a:lnTo>
                    <a:pt x="328507" y="261197"/>
                  </a:lnTo>
                  <a:lnTo>
                    <a:pt x="329777" y="262467"/>
                  </a:lnTo>
                  <a:lnTo>
                    <a:pt x="332740" y="267970"/>
                  </a:lnTo>
                  <a:lnTo>
                    <a:pt x="328507" y="273474"/>
                  </a:lnTo>
                  <a:lnTo>
                    <a:pt x="339513" y="278977"/>
                  </a:lnTo>
                  <a:lnTo>
                    <a:pt x="347980" y="292947"/>
                  </a:lnTo>
                  <a:lnTo>
                    <a:pt x="356447" y="306917"/>
                  </a:lnTo>
                  <a:lnTo>
                    <a:pt x="360680" y="320887"/>
                  </a:lnTo>
                  <a:lnTo>
                    <a:pt x="361950" y="329354"/>
                  </a:lnTo>
                  <a:lnTo>
                    <a:pt x="361950" y="332317"/>
                  </a:lnTo>
                  <a:lnTo>
                    <a:pt x="358987" y="337820"/>
                  </a:lnTo>
                  <a:lnTo>
                    <a:pt x="357717" y="340783"/>
                  </a:lnTo>
                  <a:lnTo>
                    <a:pt x="345017" y="354754"/>
                  </a:lnTo>
                  <a:lnTo>
                    <a:pt x="342477" y="361950"/>
                  </a:lnTo>
                  <a:lnTo>
                    <a:pt x="341207" y="375920"/>
                  </a:lnTo>
                  <a:lnTo>
                    <a:pt x="325967" y="388620"/>
                  </a:lnTo>
                  <a:lnTo>
                    <a:pt x="333163" y="402590"/>
                  </a:lnTo>
                  <a:lnTo>
                    <a:pt x="339937" y="408093"/>
                  </a:lnTo>
                  <a:lnTo>
                    <a:pt x="342900" y="413597"/>
                  </a:lnTo>
                  <a:lnTo>
                    <a:pt x="335703" y="419100"/>
                  </a:lnTo>
                  <a:lnTo>
                    <a:pt x="333163" y="420370"/>
                  </a:lnTo>
                  <a:lnTo>
                    <a:pt x="334433" y="424604"/>
                  </a:lnTo>
                  <a:lnTo>
                    <a:pt x="333163" y="431800"/>
                  </a:lnTo>
                  <a:lnTo>
                    <a:pt x="333163" y="433070"/>
                  </a:lnTo>
                  <a:lnTo>
                    <a:pt x="319193" y="434340"/>
                  </a:lnTo>
                  <a:lnTo>
                    <a:pt x="303953" y="431800"/>
                  </a:lnTo>
                  <a:lnTo>
                    <a:pt x="297180" y="433070"/>
                  </a:lnTo>
                  <a:lnTo>
                    <a:pt x="295910" y="433070"/>
                  </a:lnTo>
                  <a:lnTo>
                    <a:pt x="293370" y="433070"/>
                  </a:lnTo>
                  <a:lnTo>
                    <a:pt x="294640" y="426297"/>
                  </a:lnTo>
                  <a:lnTo>
                    <a:pt x="293370" y="425027"/>
                  </a:lnTo>
                  <a:lnTo>
                    <a:pt x="287867" y="422063"/>
                  </a:lnTo>
                  <a:lnTo>
                    <a:pt x="286597" y="417830"/>
                  </a:lnTo>
                  <a:lnTo>
                    <a:pt x="292100" y="413597"/>
                  </a:lnTo>
                  <a:lnTo>
                    <a:pt x="303107" y="402590"/>
                  </a:lnTo>
                  <a:lnTo>
                    <a:pt x="304377" y="394124"/>
                  </a:lnTo>
                  <a:lnTo>
                    <a:pt x="308610" y="380154"/>
                  </a:lnTo>
                  <a:lnTo>
                    <a:pt x="315807" y="370417"/>
                  </a:lnTo>
                  <a:lnTo>
                    <a:pt x="311573" y="367454"/>
                  </a:lnTo>
                  <a:lnTo>
                    <a:pt x="297603" y="364490"/>
                  </a:lnTo>
                  <a:lnTo>
                    <a:pt x="283633" y="360257"/>
                  </a:lnTo>
                  <a:lnTo>
                    <a:pt x="279400" y="358987"/>
                  </a:lnTo>
                  <a:lnTo>
                    <a:pt x="264160" y="349250"/>
                  </a:lnTo>
                  <a:lnTo>
                    <a:pt x="256963" y="351790"/>
                  </a:lnTo>
                  <a:lnTo>
                    <a:pt x="241300" y="351790"/>
                  </a:lnTo>
                  <a:lnTo>
                    <a:pt x="237067" y="351790"/>
                  </a:lnTo>
                  <a:lnTo>
                    <a:pt x="232833" y="343324"/>
                  </a:lnTo>
                  <a:lnTo>
                    <a:pt x="218863" y="333587"/>
                  </a:lnTo>
                  <a:lnTo>
                    <a:pt x="217593" y="319617"/>
                  </a:lnTo>
                  <a:lnTo>
                    <a:pt x="213360" y="316654"/>
                  </a:lnTo>
                  <a:lnTo>
                    <a:pt x="207857" y="323850"/>
                  </a:lnTo>
                  <a:lnTo>
                    <a:pt x="192617" y="326813"/>
                  </a:lnTo>
                  <a:lnTo>
                    <a:pt x="178647" y="326813"/>
                  </a:lnTo>
                  <a:lnTo>
                    <a:pt x="173143" y="317077"/>
                  </a:lnTo>
                  <a:lnTo>
                    <a:pt x="166370" y="325543"/>
                  </a:lnTo>
                  <a:lnTo>
                    <a:pt x="151553" y="325543"/>
                  </a:lnTo>
                  <a:lnTo>
                    <a:pt x="138853" y="318347"/>
                  </a:lnTo>
                  <a:lnTo>
                    <a:pt x="136313" y="333587"/>
                  </a:lnTo>
                  <a:lnTo>
                    <a:pt x="122343" y="333587"/>
                  </a:lnTo>
                  <a:lnTo>
                    <a:pt x="116840" y="333587"/>
                  </a:lnTo>
                  <a:lnTo>
                    <a:pt x="112607" y="333587"/>
                  </a:lnTo>
                  <a:lnTo>
                    <a:pt x="98637" y="329354"/>
                  </a:lnTo>
                  <a:lnTo>
                    <a:pt x="84667" y="323850"/>
                  </a:lnTo>
                  <a:lnTo>
                    <a:pt x="83397" y="322580"/>
                  </a:lnTo>
                  <a:lnTo>
                    <a:pt x="69427" y="329354"/>
                  </a:lnTo>
                  <a:lnTo>
                    <a:pt x="55457" y="329354"/>
                  </a:lnTo>
                  <a:lnTo>
                    <a:pt x="41487" y="319617"/>
                  </a:lnTo>
                  <a:lnTo>
                    <a:pt x="27517" y="322580"/>
                  </a:lnTo>
                  <a:lnTo>
                    <a:pt x="13547" y="311150"/>
                  </a:lnTo>
                  <a:lnTo>
                    <a:pt x="27517" y="297180"/>
                  </a:lnTo>
                  <a:lnTo>
                    <a:pt x="41487" y="297180"/>
                  </a:lnTo>
                  <a:lnTo>
                    <a:pt x="55457" y="297180"/>
                  </a:lnTo>
                  <a:lnTo>
                    <a:pt x="66463" y="297180"/>
                  </a:lnTo>
                  <a:lnTo>
                    <a:pt x="66463" y="300143"/>
                  </a:lnTo>
                  <a:close/>
                  <a:moveTo>
                    <a:pt x="60960" y="277707"/>
                  </a:moveTo>
                  <a:lnTo>
                    <a:pt x="46990" y="278977"/>
                  </a:lnTo>
                  <a:lnTo>
                    <a:pt x="60960" y="285750"/>
                  </a:lnTo>
                  <a:lnTo>
                    <a:pt x="73660" y="295487"/>
                  </a:lnTo>
                  <a:lnTo>
                    <a:pt x="87630" y="295487"/>
                  </a:lnTo>
                  <a:lnTo>
                    <a:pt x="96097" y="291254"/>
                  </a:lnTo>
                  <a:lnTo>
                    <a:pt x="96097" y="289983"/>
                  </a:lnTo>
                  <a:lnTo>
                    <a:pt x="93133" y="288713"/>
                  </a:lnTo>
                  <a:lnTo>
                    <a:pt x="79163" y="278977"/>
                  </a:lnTo>
                  <a:lnTo>
                    <a:pt x="65193" y="277707"/>
                  </a:lnTo>
                  <a:lnTo>
                    <a:pt x="60960" y="277707"/>
                  </a:lnTo>
                  <a:close/>
                  <a:moveTo>
                    <a:pt x="66463" y="270933"/>
                  </a:moveTo>
                  <a:lnTo>
                    <a:pt x="74930" y="267970"/>
                  </a:lnTo>
                  <a:lnTo>
                    <a:pt x="88900" y="273474"/>
                  </a:lnTo>
                  <a:lnTo>
                    <a:pt x="102870" y="284480"/>
                  </a:lnTo>
                  <a:lnTo>
                    <a:pt x="104140" y="285750"/>
                  </a:lnTo>
                  <a:lnTo>
                    <a:pt x="112607" y="289983"/>
                  </a:lnTo>
                  <a:lnTo>
                    <a:pt x="126577" y="284480"/>
                  </a:lnTo>
                  <a:lnTo>
                    <a:pt x="123613" y="283210"/>
                  </a:lnTo>
                  <a:lnTo>
                    <a:pt x="118110" y="280670"/>
                  </a:lnTo>
                  <a:lnTo>
                    <a:pt x="104140" y="270933"/>
                  </a:lnTo>
                  <a:lnTo>
                    <a:pt x="88900" y="264160"/>
                  </a:lnTo>
                  <a:lnTo>
                    <a:pt x="82127" y="261197"/>
                  </a:lnTo>
                  <a:lnTo>
                    <a:pt x="66463" y="270933"/>
                  </a:lnTo>
                  <a:close/>
                  <a:moveTo>
                    <a:pt x="184997" y="77047"/>
                  </a:moveTo>
                  <a:lnTo>
                    <a:pt x="187537" y="75777"/>
                  </a:lnTo>
                  <a:lnTo>
                    <a:pt x="201507" y="63500"/>
                  </a:lnTo>
                  <a:lnTo>
                    <a:pt x="196003" y="49530"/>
                  </a:lnTo>
                  <a:lnTo>
                    <a:pt x="182033" y="63500"/>
                  </a:lnTo>
                  <a:lnTo>
                    <a:pt x="184997" y="77047"/>
                  </a:lnTo>
                  <a:close/>
                  <a:moveTo>
                    <a:pt x="217170" y="32173"/>
                  </a:moveTo>
                  <a:lnTo>
                    <a:pt x="217170" y="29633"/>
                  </a:lnTo>
                  <a:lnTo>
                    <a:pt x="203200" y="42333"/>
                  </a:lnTo>
                  <a:lnTo>
                    <a:pt x="217170" y="32173"/>
                  </a:lnTo>
                  <a:close/>
                  <a:moveTo>
                    <a:pt x="242147" y="19897"/>
                  </a:moveTo>
                  <a:lnTo>
                    <a:pt x="256117" y="15663"/>
                  </a:lnTo>
                  <a:lnTo>
                    <a:pt x="271357" y="11430"/>
                  </a:lnTo>
                  <a:lnTo>
                    <a:pt x="285327" y="4657"/>
                  </a:lnTo>
                  <a:lnTo>
                    <a:pt x="271357" y="7620"/>
                  </a:lnTo>
                  <a:lnTo>
                    <a:pt x="257387" y="11854"/>
                  </a:lnTo>
                  <a:lnTo>
                    <a:pt x="242147" y="19897"/>
                  </a:lnTo>
                  <a:close/>
                  <a:moveTo>
                    <a:pt x="303530" y="7197"/>
                  </a:moveTo>
                  <a:lnTo>
                    <a:pt x="317500" y="5927"/>
                  </a:lnTo>
                  <a:lnTo>
                    <a:pt x="332740" y="423"/>
                  </a:lnTo>
                  <a:lnTo>
                    <a:pt x="317500" y="1693"/>
                  </a:lnTo>
                  <a:lnTo>
                    <a:pt x="303530" y="7197"/>
                  </a:lnTo>
                  <a:close/>
                  <a:moveTo>
                    <a:pt x="2540" y="353060"/>
                  </a:moveTo>
                  <a:lnTo>
                    <a:pt x="12277" y="357293"/>
                  </a:lnTo>
                  <a:lnTo>
                    <a:pt x="26247" y="350520"/>
                  </a:lnTo>
                  <a:lnTo>
                    <a:pt x="40217" y="351790"/>
                  </a:lnTo>
                  <a:lnTo>
                    <a:pt x="55457" y="361527"/>
                  </a:lnTo>
                  <a:lnTo>
                    <a:pt x="62653" y="362797"/>
                  </a:lnTo>
                  <a:lnTo>
                    <a:pt x="63923" y="362797"/>
                  </a:lnTo>
                  <a:lnTo>
                    <a:pt x="77893" y="359833"/>
                  </a:lnTo>
                  <a:lnTo>
                    <a:pt x="83397" y="356870"/>
                  </a:lnTo>
                  <a:lnTo>
                    <a:pt x="97367" y="351367"/>
                  </a:lnTo>
                  <a:lnTo>
                    <a:pt x="111337" y="339937"/>
                  </a:lnTo>
                  <a:lnTo>
                    <a:pt x="97367" y="338667"/>
                  </a:lnTo>
                  <a:lnTo>
                    <a:pt x="83397" y="331893"/>
                  </a:lnTo>
                  <a:lnTo>
                    <a:pt x="68157" y="338667"/>
                  </a:lnTo>
                  <a:lnTo>
                    <a:pt x="54187" y="339937"/>
                  </a:lnTo>
                  <a:lnTo>
                    <a:pt x="40217" y="335704"/>
                  </a:lnTo>
                  <a:lnTo>
                    <a:pt x="26247" y="331470"/>
                  </a:lnTo>
                  <a:lnTo>
                    <a:pt x="15240" y="331470"/>
                  </a:lnTo>
                  <a:lnTo>
                    <a:pt x="1270" y="335704"/>
                  </a:lnTo>
                  <a:lnTo>
                    <a:pt x="0" y="345440"/>
                  </a:lnTo>
                  <a:lnTo>
                    <a:pt x="2540" y="353060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3" name="Freeform 2422">
              <a:extLst>
                <a:ext uri="{FF2B5EF4-FFF2-40B4-BE49-F238E27FC236}">
                  <a16:creationId xmlns:a16="http://schemas.microsoft.com/office/drawing/2014/main" id="{F4448EEB-7C3B-F445-9553-787CD51DA39D}"/>
                </a:ext>
              </a:extLst>
            </p:cNvPr>
            <p:cNvSpPr/>
            <p:nvPr/>
          </p:nvSpPr>
          <p:spPr>
            <a:xfrm>
              <a:off x="6700519" y="2509519"/>
              <a:ext cx="1156123" cy="1245446"/>
            </a:xfrm>
            <a:custGeom>
              <a:avLst/>
              <a:gdLst>
                <a:gd name="connsiteX0" fmla="*/ 784860 w 1156123"/>
                <a:gd name="connsiteY0" fmla="*/ 751840 h 1245446"/>
                <a:gd name="connsiteX1" fmla="*/ 786977 w 1156123"/>
                <a:gd name="connsiteY1" fmla="*/ 762847 h 1245446"/>
                <a:gd name="connsiteX2" fmla="*/ 794174 w 1156123"/>
                <a:gd name="connsiteY2" fmla="*/ 767080 h 1245446"/>
                <a:gd name="connsiteX3" fmla="*/ 798407 w 1156123"/>
                <a:gd name="connsiteY3" fmla="*/ 781050 h 1245446"/>
                <a:gd name="connsiteX4" fmla="*/ 800100 w 1156123"/>
                <a:gd name="connsiteY4" fmla="*/ 784013 h 1245446"/>
                <a:gd name="connsiteX5" fmla="*/ 804334 w 1156123"/>
                <a:gd name="connsiteY5" fmla="*/ 785283 h 1245446"/>
                <a:gd name="connsiteX6" fmla="*/ 805603 w 1156123"/>
                <a:gd name="connsiteY6" fmla="*/ 786553 h 1245446"/>
                <a:gd name="connsiteX7" fmla="*/ 819574 w 1156123"/>
                <a:gd name="connsiteY7" fmla="*/ 796290 h 1245446"/>
                <a:gd name="connsiteX8" fmla="*/ 826347 w 1156123"/>
                <a:gd name="connsiteY8" fmla="*/ 800524 h 1245446"/>
                <a:gd name="connsiteX9" fmla="*/ 840317 w 1156123"/>
                <a:gd name="connsiteY9" fmla="*/ 813224 h 1245446"/>
                <a:gd name="connsiteX10" fmla="*/ 837777 w 1156123"/>
                <a:gd name="connsiteY10" fmla="*/ 827193 h 1245446"/>
                <a:gd name="connsiteX11" fmla="*/ 837777 w 1156123"/>
                <a:gd name="connsiteY11" fmla="*/ 828463 h 1245446"/>
                <a:gd name="connsiteX12" fmla="*/ 836507 w 1156123"/>
                <a:gd name="connsiteY12" fmla="*/ 827193 h 1245446"/>
                <a:gd name="connsiteX13" fmla="*/ 825500 w 1156123"/>
                <a:gd name="connsiteY13" fmla="*/ 841163 h 1245446"/>
                <a:gd name="connsiteX14" fmla="*/ 839470 w 1156123"/>
                <a:gd name="connsiteY14" fmla="*/ 852170 h 1245446"/>
                <a:gd name="connsiteX15" fmla="*/ 840740 w 1156123"/>
                <a:gd name="connsiteY15" fmla="*/ 857674 h 1245446"/>
                <a:gd name="connsiteX16" fmla="*/ 849207 w 1156123"/>
                <a:gd name="connsiteY16" fmla="*/ 871643 h 1245446"/>
                <a:gd name="connsiteX17" fmla="*/ 857250 w 1156123"/>
                <a:gd name="connsiteY17" fmla="*/ 885613 h 1245446"/>
                <a:gd name="connsiteX18" fmla="*/ 868257 w 1156123"/>
                <a:gd name="connsiteY18" fmla="*/ 896620 h 1245446"/>
                <a:gd name="connsiteX19" fmla="*/ 882227 w 1156123"/>
                <a:gd name="connsiteY19" fmla="*/ 907627 h 1245446"/>
                <a:gd name="connsiteX20" fmla="*/ 887730 w 1156123"/>
                <a:gd name="connsiteY20" fmla="*/ 910590 h 1245446"/>
                <a:gd name="connsiteX21" fmla="*/ 902970 w 1156123"/>
                <a:gd name="connsiteY21" fmla="*/ 913553 h 1245446"/>
                <a:gd name="connsiteX22" fmla="*/ 913977 w 1156123"/>
                <a:gd name="connsiteY22" fmla="*/ 927524 h 1245446"/>
                <a:gd name="connsiteX23" fmla="*/ 926677 w 1156123"/>
                <a:gd name="connsiteY23" fmla="*/ 941493 h 1245446"/>
                <a:gd name="connsiteX24" fmla="*/ 929640 w 1156123"/>
                <a:gd name="connsiteY24" fmla="*/ 944033 h 1245446"/>
                <a:gd name="connsiteX25" fmla="*/ 930910 w 1156123"/>
                <a:gd name="connsiteY25" fmla="*/ 944033 h 1245446"/>
                <a:gd name="connsiteX26" fmla="*/ 944880 w 1156123"/>
                <a:gd name="connsiteY26" fmla="*/ 946997 h 1245446"/>
                <a:gd name="connsiteX27" fmla="*/ 955887 w 1156123"/>
                <a:gd name="connsiteY27" fmla="*/ 960967 h 1245446"/>
                <a:gd name="connsiteX28" fmla="*/ 955887 w 1156123"/>
                <a:gd name="connsiteY28" fmla="*/ 962237 h 1245446"/>
                <a:gd name="connsiteX29" fmla="*/ 957157 w 1156123"/>
                <a:gd name="connsiteY29" fmla="*/ 964777 h 1245446"/>
                <a:gd name="connsiteX30" fmla="*/ 971127 w 1156123"/>
                <a:gd name="connsiteY30" fmla="*/ 966047 h 1245446"/>
                <a:gd name="connsiteX31" fmla="*/ 982134 w 1156123"/>
                <a:gd name="connsiteY31" fmla="*/ 970280 h 1245446"/>
                <a:gd name="connsiteX32" fmla="*/ 996103 w 1156123"/>
                <a:gd name="connsiteY32" fmla="*/ 982980 h 1245446"/>
                <a:gd name="connsiteX33" fmla="*/ 1005840 w 1156123"/>
                <a:gd name="connsiteY33" fmla="*/ 991447 h 1245446"/>
                <a:gd name="connsiteX34" fmla="*/ 1012613 w 1156123"/>
                <a:gd name="connsiteY34" fmla="*/ 999913 h 1245446"/>
                <a:gd name="connsiteX35" fmla="*/ 1010074 w 1156123"/>
                <a:gd name="connsiteY35" fmla="*/ 1013883 h 1245446"/>
                <a:gd name="connsiteX36" fmla="*/ 1010074 w 1156123"/>
                <a:gd name="connsiteY36" fmla="*/ 1027853 h 1245446"/>
                <a:gd name="connsiteX37" fmla="*/ 999067 w 1156123"/>
                <a:gd name="connsiteY37" fmla="*/ 1041824 h 1245446"/>
                <a:gd name="connsiteX38" fmla="*/ 985097 w 1156123"/>
                <a:gd name="connsiteY38" fmla="*/ 1034627 h 1245446"/>
                <a:gd name="connsiteX39" fmla="*/ 971127 w 1156123"/>
                <a:gd name="connsiteY39" fmla="*/ 1031663 h 1245446"/>
                <a:gd name="connsiteX40" fmla="*/ 968163 w 1156123"/>
                <a:gd name="connsiteY40" fmla="*/ 1031663 h 1245446"/>
                <a:gd name="connsiteX41" fmla="*/ 963930 w 1156123"/>
                <a:gd name="connsiteY41" fmla="*/ 1032933 h 1245446"/>
                <a:gd name="connsiteX42" fmla="*/ 962660 w 1156123"/>
                <a:gd name="connsiteY42" fmla="*/ 1032933 h 1245446"/>
                <a:gd name="connsiteX43" fmla="*/ 962660 w 1156123"/>
                <a:gd name="connsiteY43" fmla="*/ 1035897 h 1245446"/>
                <a:gd name="connsiteX44" fmla="*/ 961390 w 1156123"/>
                <a:gd name="connsiteY44" fmla="*/ 1049867 h 1245446"/>
                <a:gd name="connsiteX45" fmla="*/ 961390 w 1156123"/>
                <a:gd name="connsiteY45" fmla="*/ 1059603 h 1245446"/>
                <a:gd name="connsiteX46" fmla="*/ 957157 w 1156123"/>
                <a:gd name="connsiteY46" fmla="*/ 1066377 h 1245446"/>
                <a:gd name="connsiteX47" fmla="*/ 941917 w 1156123"/>
                <a:gd name="connsiteY47" fmla="*/ 1076113 h 1245446"/>
                <a:gd name="connsiteX48" fmla="*/ 927947 w 1156123"/>
                <a:gd name="connsiteY48" fmla="*/ 1077383 h 1245446"/>
                <a:gd name="connsiteX49" fmla="*/ 912707 w 1156123"/>
                <a:gd name="connsiteY49" fmla="*/ 1081617 h 1245446"/>
                <a:gd name="connsiteX50" fmla="*/ 910167 w 1156123"/>
                <a:gd name="connsiteY50" fmla="*/ 1082887 h 1245446"/>
                <a:gd name="connsiteX51" fmla="*/ 897467 w 1156123"/>
                <a:gd name="connsiteY51" fmla="*/ 1091353 h 1245446"/>
                <a:gd name="connsiteX52" fmla="*/ 884767 w 1156123"/>
                <a:gd name="connsiteY52" fmla="*/ 1099820 h 1245446"/>
                <a:gd name="connsiteX53" fmla="*/ 876300 w 1156123"/>
                <a:gd name="connsiteY53" fmla="*/ 1113790 h 1245446"/>
                <a:gd name="connsiteX54" fmla="*/ 889000 w 1156123"/>
                <a:gd name="connsiteY54" fmla="*/ 1127760 h 1245446"/>
                <a:gd name="connsiteX55" fmla="*/ 898737 w 1156123"/>
                <a:gd name="connsiteY55" fmla="*/ 1136227 h 1245446"/>
                <a:gd name="connsiteX56" fmla="*/ 908474 w 1156123"/>
                <a:gd name="connsiteY56" fmla="*/ 1150197 h 1245446"/>
                <a:gd name="connsiteX57" fmla="*/ 907203 w 1156123"/>
                <a:gd name="connsiteY57" fmla="*/ 1151467 h 1245446"/>
                <a:gd name="connsiteX58" fmla="*/ 905934 w 1156123"/>
                <a:gd name="connsiteY58" fmla="*/ 1152737 h 1245446"/>
                <a:gd name="connsiteX59" fmla="*/ 898737 w 1156123"/>
                <a:gd name="connsiteY59" fmla="*/ 1163743 h 1245446"/>
                <a:gd name="connsiteX60" fmla="*/ 904240 w 1156123"/>
                <a:gd name="connsiteY60" fmla="*/ 1172210 h 1245446"/>
                <a:gd name="connsiteX61" fmla="*/ 918210 w 1156123"/>
                <a:gd name="connsiteY61" fmla="*/ 1178983 h 1245446"/>
                <a:gd name="connsiteX62" fmla="*/ 913977 w 1156123"/>
                <a:gd name="connsiteY62" fmla="*/ 1192953 h 1245446"/>
                <a:gd name="connsiteX63" fmla="*/ 915247 w 1156123"/>
                <a:gd name="connsiteY63" fmla="*/ 1206924 h 1245446"/>
                <a:gd name="connsiteX64" fmla="*/ 909743 w 1156123"/>
                <a:gd name="connsiteY64" fmla="*/ 1212427 h 1245446"/>
                <a:gd name="connsiteX65" fmla="*/ 895774 w 1156123"/>
                <a:gd name="connsiteY65" fmla="*/ 1206924 h 1245446"/>
                <a:gd name="connsiteX66" fmla="*/ 892810 w 1156123"/>
                <a:gd name="connsiteY66" fmla="*/ 1205653 h 1245446"/>
                <a:gd name="connsiteX67" fmla="*/ 878840 w 1156123"/>
                <a:gd name="connsiteY67" fmla="*/ 1192953 h 1245446"/>
                <a:gd name="connsiteX68" fmla="*/ 875877 w 1156123"/>
                <a:gd name="connsiteY68" fmla="*/ 1178983 h 1245446"/>
                <a:gd name="connsiteX69" fmla="*/ 863177 w 1156123"/>
                <a:gd name="connsiteY69" fmla="*/ 1177713 h 1245446"/>
                <a:gd name="connsiteX70" fmla="*/ 849207 w 1156123"/>
                <a:gd name="connsiteY70" fmla="*/ 1184910 h 1245446"/>
                <a:gd name="connsiteX71" fmla="*/ 842434 w 1156123"/>
                <a:gd name="connsiteY71" fmla="*/ 1184910 h 1245446"/>
                <a:gd name="connsiteX72" fmla="*/ 828463 w 1156123"/>
                <a:gd name="connsiteY72" fmla="*/ 1176443 h 1245446"/>
                <a:gd name="connsiteX73" fmla="*/ 814493 w 1156123"/>
                <a:gd name="connsiteY73" fmla="*/ 1176443 h 1245446"/>
                <a:gd name="connsiteX74" fmla="*/ 799253 w 1156123"/>
                <a:gd name="connsiteY74" fmla="*/ 1175174 h 1245446"/>
                <a:gd name="connsiteX75" fmla="*/ 803487 w 1156123"/>
                <a:gd name="connsiteY75" fmla="*/ 1187874 h 1245446"/>
                <a:gd name="connsiteX76" fmla="*/ 802217 w 1156123"/>
                <a:gd name="connsiteY76" fmla="*/ 1190837 h 1245446"/>
                <a:gd name="connsiteX77" fmla="*/ 800947 w 1156123"/>
                <a:gd name="connsiteY77" fmla="*/ 1189567 h 1245446"/>
                <a:gd name="connsiteX78" fmla="*/ 799677 w 1156123"/>
                <a:gd name="connsiteY78" fmla="*/ 1189567 h 1245446"/>
                <a:gd name="connsiteX79" fmla="*/ 785707 w 1156123"/>
                <a:gd name="connsiteY79" fmla="*/ 1188297 h 1245446"/>
                <a:gd name="connsiteX80" fmla="*/ 771737 w 1156123"/>
                <a:gd name="connsiteY80" fmla="*/ 1189567 h 1245446"/>
                <a:gd name="connsiteX81" fmla="*/ 756497 w 1156123"/>
                <a:gd name="connsiteY81" fmla="*/ 1195070 h 1245446"/>
                <a:gd name="connsiteX82" fmla="*/ 742527 w 1156123"/>
                <a:gd name="connsiteY82" fmla="*/ 1193800 h 1245446"/>
                <a:gd name="connsiteX83" fmla="*/ 728557 w 1156123"/>
                <a:gd name="connsiteY83" fmla="*/ 1195070 h 1245446"/>
                <a:gd name="connsiteX84" fmla="*/ 714587 w 1156123"/>
                <a:gd name="connsiteY84" fmla="*/ 1206077 h 1245446"/>
                <a:gd name="connsiteX85" fmla="*/ 700617 w 1156123"/>
                <a:gd name="connsiteY85" fmla="*/ 1207347 h 1245446"/>
                <a:gd name="connsiteX86" fmla="*/ 695113 w 1156123"/>
                <a:gd name="connsiteY86" fmla="*/ 1215813 h 1245446"/>
                <a:gd name="connsiteX87" fmla="*/ 681143 w 1156123"/>
                <a:gd name="connsiteY87" fmla="*/ 1224280 h 1245446"/>
                <a:gd name="connsiteX88" fmla="*/ 679874 w 1156123"/>
                <a:gd name="connsiteY88" fmla="*/ 1224280 h 1245446"/>
                <a:gd name="connsiteX89" fmla="*/ 665903 w 1156123"/>
                <a:gd name="connsiteY89" fmla="*/ 1221740 h 1245446"/>
                <a:gd name="connsiteX90" fmla="*/ 650663 w 1156123"/>
                <a:gd name="connsiteY90" fmla="*/ 1225974 h 1245446"/>
                <a:gd name="connsiteX91" fmla="*/ 636693 w 1156123"/>
                <a:gd name="connsiteY91" fmla="*/ 1212003 h 1245446"/>
                <a:gd name="connsiteX92" fmla="*/ 636693 w 1156123"/>
                <a:gd name="connsiteY92" fmla="*/ 1210733 h 1245446"/>
                <a:gd name="connsiteX93" fmla="*/ 629920 w 1156123"/>
                <a:gd name="connsiteY93" fmla="*/ 1207770 h 1245446"/>
                <a:gd name="connsiteX94" fmla="*/ 635424 w 1156123"/>
                <a:gd name="connsiteY94" fmla="*/ 1204807 h 1245446"/>
                <a:gd name="connsiteX95" fmla="*/ 621453 w 1156123"/>
                <a:gd name="connsiteY95" fmla="*/ 1204807 h 1245446"/>
                <a:gd name="connsiteX96" fmla="*/ 606213 w 1156123"/>
                <a:gd name="connsiteY96" fmla="*/ 1199303 h 1245446"/>
                <a:gd name="connsiteX97" fmla="*/ 604943 w 1156123"/>
                <a:gd name="connsiteY97" fmla="*/ 1199303 h 1245446"/>
                <a:gd name="connsiteX98" fmla="*/ 593937 w 1156123"/>
                <a:gd name="connsiteY98" fmla="*/ 1198033 h 1245446"/>
                <a:gd name="connsiteX99" fmla="*/ 590974 w 1156123"/>
                <a:gd name="connsiteY99" fmla="*/ 1202267 h 1245446"/>
                <a:gd name="connsiteX100" fmla="*/ 577003 w 1156123"/>
                <a:gd name="connsiteY100" fmla="*/ 1193800 h 1245446"/>
                <a:gd name="connsiteX101" fmla="*/ 572770 w 1156123"/>
                <a:gd name="connsiteY101" fmla="*/ 1207770 h 1245446"/>
                <a:gd name="connsiteX102" fmla="*/ 577003 w 1156123"/>
                <a:gd name="connsiteY102" fmla="*/ 1214543 h 1245446"/>
                <a:gd name="connsiteX103" fmla="*/ 567267 w 1156123"/>
                <a:gd name="connsiteY103" fmla="*/ 1228513 h 1245446"/>
                <a:gd name="connsiteX104" fmla="*/ 553297 w 1156123"/>
                <a:gd name="connsiteY104" fmla="*/ 1242483 h 1245446"/>
                <a:gd name="connsiteX105" fmla="*/ 539327 w 1156123"/>
                <a:gd name="connsiteY105" fmla="*/ 1245447 h 1245446"/>
                <a:gd name="connsiteX106" fmla="*/ 542290 w 1156123"/>
                <a:gd name="connsiteY106" fmla="*/ 1241213 h 1245446"/>
                <a:gd name="connsiteX107" fmla="*/ 542290 w 1156123"/>
                <a:gd name="connsiteY107" fmla="*/ 1227243 h 1245446"/>
                <a:gd name="connsiteX108" fmla="*/ 526627 w 1156123"/>
                <a:gd name="connsiteY108" fmla="*/ 1224280 h 1245446"/>
                <a:gd name="connsiteX109" fmla="*/ 516890 w 1156123"/>
                <a:gd name="connsiteY109" fmla="*/ 1210310 h 1245446"/>
                <a:gd name="connsiteX110" fmla="*/ 515620 w 1156123"/>
                <a:gd name="connsiteY110" fmla="*/ 1207347 h 1245446"/>
                <a:gd name="connsiteX111" fmla="*/ 511387 w 1156123"/>
                <a:gd name="connsiteY111" fmla="*/ 1200150 h 1245446"/>
                <a:gd name="connsiteX112" fmla="*/ 497417 w 1156123"/>
                <a:gd name="connsiteY112" fmla="*/ 1201420 h 1245446"/>
                <a:gd name="connsiteX113" fmla="*/ 482177 w 1156123"/>
                <a:gd name="connsiteY113" fmla="*/ 1198880 h 1245446"/>
                <a:gd name="connsiteX114" fmla="*/ 482177 w 1156123"/>
                <a:gd name="connsiteY114" fmla="*/ 1200150 h 1245446"/>
                <a:gd name="connsiteX115" fmla="*/ 480483 w 1156123"/>
                <a:gd name="connsiteY115" fmla="*/ 1201420 h 1245446"/>
                <a:gd name="connsiteX116" fmla="*/ 473710 w 1156123"/>
                <a:gd name="connsiteY116" fmla="*/ 1202690 h 1245446"/>
                <a:gd name="connsiteX117" fmla="*/ 459740 w 1156123"/>
                <a:gd name="connsiteY117" fmla="*/ 1201420 h 1245446"/>
                <a:gd name="connsiteX118" fmla="*/ 454237 w 1156123"/>
                <a:gd name="connsiteY118" fmla="*/ 1198880 h 1245446"/>
                <a:gd name="connsiteX119" fmla="*/ 438997 w 1156123"/>
                <a:gd name="connsiteY119" fmla="*/ 1190413 h 1245446"/>
                <a:gd name="connsiteX120" fmla="*/ 425027 w 1156123"/>
                <a:gd name="connsiteY120" fmla="*/ 1183640 h 1245446"/>
                <a:gd name="connsiteX121" fmla="*/ 409787 w 1156123"/>
                <a:gd name="connsiteY121" fmla="*/ 1180677 h 1245446"/>
                <a:gd name="connsiteX122" fmla="*/ 408517 w 1156123"/>
                <a:gd name="connsiteY122" fmla="*/ 1180677 h 1245446"/>
                <a:gd name="connsiteX123" fmla="*/ 403013 w 1156123"/>
                <a:gd name="connsiteY123" fmla="*/ 1180677 h 1245446"/>
                <a:gd name="connsiteX124" fmla="*/ 398780 w 1156123"/>
                <a:gd name="connsiteY124" fmla="*/ 1177713 h 1245446"/>
                <a:gd name="connsiteX125" fmla="*/ 384810 w 1156123"/>
                <a:gd name="connsiteY125" fmla="*/ 1178983 h 1245446"/>
                <a:gd name="connsiteX126" fmla="*/ 370840 w 1156123"/>
                <a:gd name="connsiteY126" fmla="*/ 1181947 h 1245446"/>
                <a:gd name="connsiteX127" fmla="*/ 359833 w 1156123"/>
                <a:gd name="connsiteY127" fmla="*/ 1177713 h 1245446"/>
                <a:gd name="connsiteX128" fmla="*/ 350097 w 1156123"/>
                <a:gd name="connsiteY128" fmla="*/ 1174750 h 1245446"/>
                <a:gd name="connsiteX129" fmla="*/ 350097 w 1156123"/>
                <a:gd name="connsiteY129" fmla="*/ 1169247 h 1245446"/>
                <a:gd name="connsiteX130" fmla="*/ 351367 w 1156123"/>
                <a:gd name="connsiteY130" fmla="*/ 1167977 h 1245446"/>
                <a:gd name="connsiteX131" fmla="*/ 345863 w 1156123"/>
                <a:gd name="connsiteY131" fmla="*/ 1165013 h 1245446"/>
                <a:gd name="connsiteX132" fmla="*/ 331893 w 1156123"/>
                <a:gd name="connsiteY132" fmla="*/ 1159510 h 1245446"/>
                <a:gd name="connsiteX133" fmla="*/ 316230 w 1156123"/>
                <a:gd name="connsiteY133" fmla="*/ 1167977 h 1245446"/>
                <a:gd name="connsiteX134" fmla="*/ 311997 w 1156123"/>
                <a:gd name="connsiteY134" fmla="*/ 1181947 h 1245446"/>
                <a:gd name="connsiteX135" fmla="*/ 319193 w 1156123"/>
                <a:gd name="connsiteY135" fmla="*/ 1184910 h 1245446"/>
                <a:gd name="connsiteX136" fmla="*/ 333163 w 1156123"/>
                <a:gd name="connsiteY136" fmla="*/ 1180677 h 1245446"/>
                <a:gd name="connsiteX137" fmla="*/ 334857 w 1156123"/>
                <a:gd name="connsiteY137" fmla="*/ 1181947 h 1245446"/>
                <a:gd name="connsiteX138" fmla="*/ 330624 w 1156123"/>
                <a:gd name="connsiteY138" fmla="*/ 1194647 h 1245446"/>
                <a:gd name="connsiteX139" fmla="*/ 329353 w 1156123"/>
                <a:gd name="connsiteY139" fmla="*/ 1191683 h 1245446"/>
                <a:gd name="connsiteX140" fmla="*/ 329353 w 1156123"/>
                <a:gd name="connsiteY140" fmla="*/ 1188720 h 1245446"/>
                <a:gd name="connsiteX141" fmla="*/ 320887 w 1156123"/>
                <a:gd name="connsiteY141" fmla="*/ 1195917 h 1245446"/>
                <a:gd name="connsiteX142" fmla="*/ 311150 w 1156123"/>
                <a:gd name="connsiteY142" fmla="*/ 1197187 h 1245446"/>
                <a:gd name="connsiteX143" fmla="*/ 295910 w 1156123"/>
                <a:gd name="connsiteY143" fmla="*/ 1194224 h 1245446"/>
                <a:gd name="connsiteX144" fmla="*/ 286174 w 1156123"/>
                <a:gd name="connsiteY144" fmla="*/ 1189990 h 1245446"/>
                <a:gd name="connsiteX145" fmla="*/ 284903 w 1156123"/>
                <a:gd name="connsiteY145" fmla="*/ 1189990 h 1245446"/>
                <a:gd name="connsiteX146" fmla="*/ 270933 w 1156123"/>
                <a:gd name="connsiteY146" fmla="*/ 1195493 h 1245446"/>
                <a:gd name="connsiteX147" fmla="*/ 255693 w 1156123"/>
                <a:gd name="connsiteY147" fmla="*/ 1199727 h 1245446"/>
                <a:gd name="connsiteX148" fmla="*/ 241723 w 1156123"/>
                <a:gd name="connsiteY148" fmla="*/ 1194224 h 1245446"/>
                <a:gd name="connsiteX149" fmla="*/ 227753 w 1156123"/>
                <a:gd name="connsiteY149" fmla="*/ 1199727 h 1245446"/>
                <a:gd name="connsiteX150" fmla="*/ 220980 w 1156123"/>
                <a:gd name="connsiteY150" fmla="*/ 1200997 h 1245446"/>
                <a:gd name="connsiteX151" fmla="*/ 207010 w 1156123"/>
                <a:gd name="connsiteY151" fmla="*/ 1198457 h 1245446"/>
                <a:gd name="connsiteX152" fmla="*/ 208280 w 1156123"/>
                <a:gd name="connsiteY152" fmla="*/ 1197187 h 1245446"/>
                <a:gd name="connsiteX153" fmla="*/ 212513 w 1156123"/>
                <a:gd name="connsiteY153" fmla="*/ 1191683 h 1245446"/>
                <a:gd name="connsiteX154" fmla="*/ 204470 w 1156123"/>
                <a:gd name="connsiteY154" fmla="*/ 1194647 h 1245446"/>
                <a:gd name="connsiteX155" fmla="*/ 203200 w 1156123"/>
                <a:gd name="connsiteY155" fmla="*/ 1195917 h 1245446"/>
                <a:gd name="connsiteX156" fmla="*/ 203200 w 1156123"/>
                <a:gd name="connsiteY156" fmla="*/ 1194647 h 1245446"/>
                <a:gd name="connsiteX157" fmla="*/ 201930 w 1156123"/>
                <a:gd name="connsiteY157" fmla="*/ 1190413 h 1245446"/>
                <a:gd name="connsiteX158" fmla="*/ 193463 w 1156123"/>
                <a:gd name="connsiteY158" fmla="*/ 1176443 h 1245446"/>
                <a:gd name="connsiteX159" fmla="*/ 196003 w 1156123"/>
                <a:gd name="connsiteY159" fmla="*/ 1165437 h 1245446"/>
                <a:gd name="connsiteX160" fmla="*/ 197273 w 1156123"/>
                <a:gd name="connsiteY160" fmla="*/ 1156970 h 1245446"/>
                <a:gd name="connsiteX161" fmla="*/ 202777 w 1156123"/>
                <a:gd name="connsiteY161" fmla="*/ 1143000 h 1245446"/>
                <a:gd name="connsiteX162" fmla="*/ 208280 w 1156123"/>
                <a:gd name="connsiteY162" fmla="*/ 1129030 h 1245446"/>
                <a:gd name="connsiteX163" fmla="*/ 207010 w 1156123"/>
                <a:gd name="connsiteY163" fmla="*/ 1127760 h 1245446"/>
                <a:gd name="connsiteX164" fmla="*/ 204470 w 1156123"/>
                <a:gd name="connsiteY164" fmla="*/ 1123527 h 1245446"/>
                <a:gd name="connsiteX165" fmla="*/ 201507 w 1156123"/>
                <a:gd name="connsiteY165" fmla="*/ 1120563 h 1245446"/>
                <a:gd name="connsiteX166" fmla="*/ 201507 w 1156123"/>
                <a:gd name="connsiteY166" fmla="*/ 1109557 h 1245446"/>
                <a:gd name="connsiteX167" fmla="*/ 205740 w 1156123"/>
                <a:gd name="connsiteY167" fmla="*/ 1101090 h 1245446"/>
                <a:gd name="connsiteX168" fmla="*/ 212513 w 1156123"/>
                <a:gd name="connsiteY168" fmla="*/ 1091353 h 1245446"/>
                <a:gd name="connsiteX169" fmla="*/ 218017 w 1156123"/>
                <a:gd name="connsiteY169" fmla="*/ 1077383 h 1245446"/>
                <a:gd name="connsiteX170" fmla="*/ 224790 w 1156123"/>
                <a:gd name="connsiteY170" fmla="*/ 1070187 h 1245446"/>
                <a:gd name="connsiteX171" fmla="*/ 224790 w 1156123"/>
                <a:gd name="connsiteY171" fmla="*/ 1057487 h 1245446"/>
                <a:gd name="connsiteX172" fmla="*/ 229023 w 1156123"/>
                <a:gd name="connsiteY172" fmla="*/ 1046480 h 1245446"/>
                <a:gd name="connsiteX173" fmla="*/ 231563 w 1156123"/>
                <a:gd name="connsiteY173" fmla="*/ 1033780 h 1245446"/>
                <a:gd name="connsiteX174" fmla="*/ 231563 w 1156123"/>
                <a:gd name="connsiteY174" fmla="*/ 1032510 h 1245446"/>
                <a:gd name="connsiteX175" fmla="*/ 231563 w 1156123"/>
                <a:gd name="connsiteY175" fmla="*/ 1029547 h 1245446"/>
                <a:gd name="connsiteX176" fmla="*/ 244263 w 1156123"/>
                <a:gd name="connsiteY176" fmla="*/ 1015577 h 1245446"/>
                <a:gd name="connsiteX177" fmla="*/ 259503 w 1156123"/>
                <a:gd name="connsiteY177" fmla="*/ 1004570 h 1245446"/>
                <a:gd name="connsiteX178" fmla="*/ 271780 w 1156123"/>
                <a:gd name="connsiteY178" fmla="*/ 989330 h 1245446"/>
                <a:gd name="connsiteX179" fmla="*/ 280247 w 1156123"/>
                <a:gd name="connsiteY179" fmla="*/ 975360 h 1245446"/>
                <a:gd name="connsiteX180" fmla="*/ 287443 w 1156123"/>
                <a:gd name="connsiteY180" fmla="*/ 969857 h 1245446"/>
                <a:gd name="connsiteX181" fmla="*/ 281940 w 1156123"/>
                <a:gd name="connsiteY181" fmla="*/ 968587 h 1245446"/>
                <a:gd name="connsiteX182" fmla="*/ 280670 w 1156123"/>
                <a:gd name="connsiteY182" fmla="*/ 968587 h 1245446"/>
                <a:gd name="connsiteX183" fmla="*/ 269663 w 1156123"/>
                <a:gd name="connsiteY183" fmla="*/ 965624 h 1245446"/>
                <a:gd name="connsiteX184" fmla="*/ 255693 w 1156123"/>
                <a:gd name="connsiteY184" fmla="*/ 960120 h 1245446"/>
                <a:gd name="connsiteX185" fmla="*/ 251460 w 1156123"/>
                <a:gd name="connsiteY185" fmla="*/ 957157 h 1245446"/>
                <a:gd name="connsiteX186" fmla="*/ 241723 w 1156123"/>
                <a:gd name="connsiteY186" fmla="*/ 957157 h 1245446"/>
                <a:gd name="connsiteX187" fmla="*/ 227753 w 1156123"/>
                <a:gd name="connsiteY187" fmla="*/ 957157 h 1245446"/>
                <a:gd name="connsiteX188" fmla="*/ 213783 w 1156123"/>
                <a:gd name="connsiteY188" fmla="*/ 957157 h 1245446"/>
                <a:gd name="connsiteX189" fmla="*/ 206587 w 1156123"/>
                <a:gd name="connsiteY189" fmla="*/ 950383 h 1245446"/>
                <a:gd name="connsiteX190" fmla="*/ 192617 w 1156123"/>
                <a:gd name="connsiteY190" fmla="*/ 941917 h 1245446"/>
                <a:gd name="connsiteX191" fmla="*/ 191347 w 1156123"/>
                <a:gd name="connsiteY191" fmla="*/ 937683 h 1245446"/>
                <a:gd name="connsiteX192" fmla="*/ 177377 w 1156123"/>
                <a:gd name="connsiteY192" fmla="*/ 936413 h 1245446"/>
                <a:gd name="connsiteX193" fmla="*/ 164677 w 1156123"/>
                <a:gd name="connsiteY193" fmla="*/ 944880 h 1245446"/>
                <a:gd name="connsiteX194" fmla="*/ 149437 w 1156123"/>
                <a:gd name="connsiteY194" fmla="*/ 943610 h 1245446"/>
                <a:gd name="connsiteX195" fmla="*/ 135467 w 1156123"/>
                <a:gd name="connsiteY195" fmla="*/ 946574 h 1245446"/>
                <a:gd name="connsiteX196" fmla="*/ 131233 w 1156123"/>
                <a:gd name="connsiteY196" fmla="*/ 934297 h 1245446"/>
                <a:gd name="connsiteX197" fmla="*/ 122767 w 1156123"/>
                <a:gd name="connsiteY197" fmla="*/ 931333 h 1245446"/>
                <a:gd name="connsiteX198" fmla="*/ 121497 w 1156123"/>
                <a:gd name="connsiteY198" fmla="*/ 930063 h 1245446"/>
                <a:gd name="connsiteX199" fmla="*/ 120227 w 1156123"/>
                <a:gd name="connsiteY199" fmla="*/ 928793 h 1245446"/>
                <a:gd name="connsiteX200" fmla="*/ 106257 w 1156123"/>
                <a:gd name="connsiteY200" fmla="*/ 939800 h 1245446"/>
                <a:gd name="connsiteX201" fmla="*/ 92287 w 1156123"/>
                <a:gd name="connsiteY201" fmla="*/ 928793 h 1245446"/>
                <a:gd name="connsiteX202" fmla="*/ 85090 w 1156123"/>
                <a:gd name="connsiteY202" fmla="*/ 920327 h 1245446"/>
                <a:gd name="connsiteX203" fmla="*/ 76623 w 1156123"/>
                <a:gd name="connsiteY203" fmla="*/ 906357 h 1245446"/>
                <a:gd name="connsiteX204" fmla="*/ 64347 w 1156123"/>
                <a:gd name="connsiteY204" fmla="*/ 892387 h 1245446"/>
                <a:gd name="connsiteX205" fmla="*/ 50377 w 1156123"/>
                <a:gd name="connsiteY205" fmla="*/ 889424 h 1245446"/>
                <a:gd name="connsiteX206" fmla="*/ 48683 w 1156123"/>
                <a:gd name="connsiteY206" fmla="*/ 889424 h 1245446"/>
                <a:gd name="connsiteX207" fmla="*/ 47413 w 1156123"/>
                <a:gd name="connsiteY207" fmla="*/ 889424 h 1245446"/>
                <a:gd name="connsiteX208" fmla="*/ 47413 w 1156123"/>
                <a:gd name="connsiteY208" fmla="*/ 878417 h 1245446"/>
                <a:gd name="connsiteX209" fmla="*/ 48683 w 1156123"/>
                <a:gd name="connsiteY209" fmla="*/ 875453 h 1245446"/>
                <a:gd name="connsiteX210" fmla="*/ 48683 w 1156123"/>
                <a:gd name="connsiteY210" fmla="*/ 868680 h 1245446"/>
                <a:gd name="connsiteX211" fmla="*/ 58420 w 1156123"/>
                <a:gd name="connsiteY211" fmla="*/ 854710 h 1245446"/>
                <a:gd name="connsiteX212" fmla="*/ 66887 w 1156123"/>
                <a:gd name="connsiteY212" fmla="*/ 849207 h 1245446"/>
                <a:gd name="connsiteX213" fmla="*/ 66887 w 1156123"/>
                <a:gd name="connsiteY213" fmla="*/ 844974 h 1245446"/>
                <a:gd name="connsiteX214" fmla="*/ 57150 w 1156123"/>
                <a:gd name="connsiteY214" fmla="*/ 832697 h 1245446"/>
                <a:gd name="connsiteX215" fmla="*/ 43180 w 1156123"/>
                <a:gd name="connsiteY215" fmla="*/ 825924 h 1245446"/>
                <a:gd name="connsiteX216" fmla="*/ 33443 w 1156123"/>
                <a:gd name="connsiteY216" fmla="*/ 820420 h 1245446"/>
                <a:gd name="connsiteX217" fmla="*/ 23707 w 1156123"/>
                <a:gd name="connsiteY217" fmla="*/ 806450 h 1245446"/>
                <a:gd name="connsiteX218" fmla="*/ 20743 w 1156123"/>
                <a:gd name="connsiteY218" fmla="*/ 802217 h 1245446"/>
                <a:gd name="connsiteX219" fmla="*/ 19473 w 1156123"/>
                <a:gd name="connsiteY219" fmla="*/ 796713 h 1245446"/>
                <a:gd name="connsiteX220" fmla="*/ 20743 w 1156123"/>
                <a:gd name="connsiteY220" fmla="*/ 781474 h 1245446"/>
                <a:gd name="connsiteX221" fmla="*/ 22437 w 1156123"/>
                <a:gd name="connsiteY221" fmla="*/ 778510 h 1245446"/>
                <a:gd name="connsiteX222" fmla="*/ 26670 w 1156123"/>
                <a:gd name="connsiteY222" fmla="*/ 764540 h 1245446"/>
                <a:gd name="connsiteX223" fmla="*/ 40640 w 1156123"/>
                <a:gd name="connsiteY223" fmla="*/ 754803 h 1245446"/>
                <a:gd name="connsiteX224" fmla="*/ 54610 w 1156123"/>
                <a:gd name="connsiteY224" fmla="*/ 750570 h 1245446"/>
                <a:gd name="connsiteX225" fmla="*/ 49107 w 1156123"/>
                <a:gd name="connsiteY225" fmla="*/ 740833 h 1245446"/>
                <a:gd name="connsiteX226" fmla="*/ 50800 w 1156123"/>
                <a:gd name="connsiteY226" fmla="*/ 736600 h 1245446"/>
                <a:gd name="connsiteX227" fmla="*/ 45297 w 1156123"/>
                <a:gd name="connsiteY227" fmla="*/ 721360 h 1245446"/>
                <a:gd name="connsiteX228" fmla="*/ 31327 w 1156123"/>
                <a:gd name="connsiteY228" fmla="*/ 720090 h 1245446"/>
                <a:gd name="connsiteX229" fmla="*/ 38100 w 1156123"/>
                <a:gd name="connsiteY229" fmla="*/ 704850 h 1245446"/>
                <a:gd name="connsiteX230" fmla="*/ 35137 w 1156123"/>
                <a:gd name="connsiteY230" fmla="*/ 701887 h 1245446"/>
                <a:gd name="connsiteX231" fmla="*/ 26670 w 1156123"/>
                <a:gd name="connsiteY231" fmla="*/ 701887 h 1245446"/>
                <a:gd name="connsiteX232" fmla="*/ 19473 w 1156123"/>
                <a:gd name="connsiteY232" fmla="*/ 687917 h 1245446"/>
                <a:gd name="connsiteX233" fmla="*/ 16933 w 1156123"/>
                <a:gd name="connsiteY233" fmla="*/ 686647 h 1245446"/>
                <a:gd name="connsiteX234" fmla="*/ 9737 w 1156123"/>
                <a:gd name="connsiteY234" fmla="*/ 686647 h 1245446"/>
                <a:gd name="connsiteX235" fmla="*/ 8467 w 1156123"/>
                <a:gd name="connsiteY235" fmla="*/ 684953 h 1245446"/>
                <a:gd name="connsiteX236" fmla="*/ 7197 w 1156123"/>
                <a:gd name="connsiteY236" fmla="*/ 681990 h 1245446"/>
                <a:gd name="connsiteX237" fmla="*/ 7197 w 1156123"/>
                <a:gd name="connsiteY237" fmla="*/ 679027 h 1245446"/>
                <a:gd name="connsiteX238" fmla="*/ 7197 w 1156123"/>
                <a:gd name="connsiteY238" fmla="*/ 677757 h 1245446"/>
                <a:gd name="connsiteX239" fmla="*/ 8467 w 1156123"/>
                <a:gd name="connsiteY239" fmla="*/ 670560 h 1245446"/>
                <a:gd name="connsiteX240" fmla="*/ 7197 w 1156123"/>
                <a:gd name="connsiteY240" fmla="*/ 666327 h 1245446"/>
                <a:gd name="connsiteX241" fmla="*/ 9737 w 1156123"/>
                <a:gd name="connsiteY241" fmla="*/ 665057 h 1245446"/>
                <a:gd name="connsiteX242" fmla="*/ 16933 w 1156123"/>
                <a:gd name="connsiteY242" fmla="*/ 659553 h 1245446"/>
                <a:gd name="connsiteX243" fmla="*/ 13970 w 1156123"/>
                <a:gd name="connsiteY243" fmla="*/ 654050 h 1245446"/>
                <a:gd name="connsiteX244" fmla="*/ 7197 w 1156123"/>
                <a:gd name="connsiteY244" fmla="*/ 648547 h 1245446"/>
                <a:gd name="connsiteX245" fmla="*/ 0 w 1156123"/>
                <a:gd name="connsiteY245" fmla="*/ 634577 h 1245446"/>
                <a:gd name="connsiteX246" fmla="*/ 15240 w 1156123"/>
                <a:gd name="connsiteY246" fmla="*/ 621877 h 1245446"/>
                <a:gd name="connsiteX247" fmla="*/ 16510 w 1156123"/>
                <a:gd name="connsiteY247" fmla="*/ 607907 h 1245446"/>
                <a:gd name="connsiteX248" fmla="*/ 19050 w 1156123"/>
                <a:gd name="connsiteY248" fmla="*/ 600710 h 1245446"/>
                <a:gd name="connsiteX249" fmla="*/ 31750 w 1156123"/>
                <a:gd name="connsiteY249" fmla="*/ 586740 h 1245446"/>
                <a:gd name="connsiteX250" fmla="*/ 33020 w 1156123"/>
                <a:gd name="connsiteY250" fmla="*/ 583777 h 1245446"/>
                <a:gd name="connsiteX251" fmla="*/ 35983 w 1156123"/>
                <a:gd name="connsiteY251" fmla="*/ 578274 h 1245446"/>
                <a:gd name="connsiteX252" fmla="*/ 35983 w 1156123"/>
                <a:gd name="connsiteY252" fmla="*/ 575310 h 1245446"/>
                <a:gd name="connsiteX253" fmla="*/ 34713 w 1156123"/>
                <a:gd name="connsiteY253" fmla="*/ 566843 h 1245446"/>
                <a:gd name="connsiteX254" fmla="*/ 30480 w 1156123"/>
                <a:gd name="connsiteY254" fmla="*/ 552874 h 1245446"/>
                <a:gd name="connsiteX255" fmla="*/ 22013 w 1156123"/>
                <a:gd name="connsiteY255" fmla="*/ 538903 h 1245446"/>
                <a:gd name="connsiteX256" fmla="*/ 13547 w 1156123"/>
                <a:gd name="connsiteY256" fmla="*/ 524933 h 1245446"/>
                <a:gd name="connsiteX257" fmla="*/ 2540 w 1156123"/>
                <a:gd name="connsiteY257" fmla="*/ 519430 h 1245446"/>
                <a:gd name="connsiteX258" fmla="*/ 2540 w 1156123"/>
                <a:gd name="connsiteY258" fmla="*/ 519430 h 1245446"/>
                <a:gd name="connsiteX259" fmla="*/ 6773 w 1156123"/>
                <a:gd name="connsiteY259" fmla="*/ 513927 h 1245446"/>
                <a:gd name="connsiteX260" fmla="*/ 3810 w 1156123"/>
                <a:gd name="connsiteY260" fmla="*/ 508424 h 1245446"/>
                <a:gd name="connsiteX261" fmla="*/ 2540 w 1156123"/>
                <a:gd name="connsiteY261" fmla="*/ 507153 h 1245446"/>
                <a:gd name="connsiteX262" fmla="*/ 16510 w 1156123"/>
                <a:gd name="connsiteY262" fmla="*/ 501650 h 1245446"/>
                <a:gd name="connsiteX263" fmla="*/ 30480 w 1156123"/>
                <a:gd name="connsiteY263" fmla="*/ 505883 h 1245446"/>
                <a:gd name="connsiteX264" fmla="*/ 26247 w 1156123"/>
                <a:gd name="connsiteY264" fmla="*/ 494877 h 1245446"/>
                <a:gd name="connsiteX265" fmla="*/ 27517 w 1156123"/>
                <a:gd name="connsiteY265" fmla="*/ 494877 h 1245446"/>
                <a:gd name="connsiteX266" fmla="*/ 38947 w 1156123"/>
                <a:gd name="connsiteY266" fmla="*/ 500380 h 1245446"/>
                <a:gd name="connsiteX267" fmla="*/ 52917 w 1156123"/>
                <a:gd name="connsiteY267" fmla="*/ 503343 h 1245446"/>
                <a:gd name="connsiteX268" fmla="*/ 68157 w 1156123"/>
                <a:gd name="connsiteY268" fmla="*/ 503343 h 1245446"/>
                <a:gd name="connsiteX269" fmla="*/ 82127 w 1156123"/>
                <a:gd name="connsiteY269" fmla="*/ 497840 h 1245446"/>
                <a:gd name="connsiteX270" fmla="*/ 96097 w 1156123"/>
                <a:gd name="connsiteY270" fmla="*/ 493607 h 1245446"/>
                <a:gd name="connsiteX271" fmla="*/ 110067 w 1156123"/>
                <a:gd name="connsiteY271" fmla="*/ 490643 h 1245446"/>
                <a:gd name="connsiteX272" fmla="*/ 111337 w 1156123"/>
                <a:gd name="connsiteY272" fmla="*/ 489374 h 1245446"/>
                <a:gd name="connsiteX273" fmla="*/ 104563 w 1156123"/>
                <a:gd name="connsiteY273" fmla="*/ 475403 h 1245446"/>
                <a:gd name="connsiteX274" fmla="*/ 107103 w 1156123"/>
                <a:gd name="connsiteY274" fmla="*/ 461433 h 1245446"/>
                <a:gd name="connsiteX275" fmla="*/ 119803 w 1156123"/>
                <a:gd name="connsiteY275" fmla="*/ 460163 h 1245446"/>
                <a:gd name="connsiteX276" fmla="*/ 133773 w 1156123"/>
                <a:gd name="connsiteY276" fmla="*/ 446193 h 1245446"/>
                <a:gd name="connsiteX277" fmla="*/ 135043 w 1156123"/>
                <a:gd name="connsiteY277" fmla="*/ 444924 h 1245446"/>
                <a:gd name="connsiteX278" fmla="*/ 143510 w 1156123"/>
                <a:gd name="connsiteY278" fmla="*/ 442383 h 1245446"/>
                <a:gd name="connsiteX279" fmla="*/ 142240 w 1156123"/>
                <a:gd name="connsiteY279" fmla="*/ 431377 h 1245446"/>
                <a:gd name="connsiteX280" fmla="*/ 142240 w 1156123"/>
                <a:gd name="connsiteY280" fmla="*/ 428413 h 1245446"/>
                <a:gd name="connsiteX281" fmla="*/ 143510 w 1156123"/>
                <a:gd name="connsiteY281" fmla="*/ 427143 h 1245446"/>
                <a:gd name="connsiteX282" fmla="*/ 142240 w 1156123"/>
                <a:gd name="connsiteY282" fmla="*/ 413174 h 1245446"/>
                <a:gd name="connsiteX283" fmla="*/ 129963 w 1156123"/>
                <a:gd name="connsiteY283" fmla="*/ 408940 h 1245446"/>
                <a:gd name="connsiteX284" fmla="*/ 115993 w 1156123"/>
                <a:gd name="connsiteY284" fmla="*/ 404707 h 1245446"/>
                <a:gd name="connsiteX285" fmla="*/ 100753 w 1156123"/>
                <a:gd name="connsiteY285" fmla="*/ 397510 h 1245446"/>
                <a:gd name="connsiteX286" fmla="*/ 100753 w 1156123"/>
                <a:gd name="connsiteY286" fmla="*/ 392007 h 1245446"/>
                <a:gd name="connsiteX287" fmla="*/ 103717 w 1156123"/>
                <a:gd name="connsiteY287" fmla="*/ 378037 h 1245446"/>
                <a:gd name="connsiteX288" fmla="*/ 107950 w 1156123"/>
                <a:gd name="connsiteY288" fmla="*/ 375074 h 1245446"/>
                <a:gd name="connsiteX289" fmla="*/ 117687 w 1156123"/>
                <a:gd name="connsiteY289" fmla="*/ 373803 h 1245446"/>
                <a:gd name="connsiteX290" fmla="*/ 131657 w 1156123"/>
                <a:gd name="connsiteY290" fmla="*/ 375074 h 1245446"/>
                <a:gd name="connsiteX291" fmla="*/ 145627 w 1156123"/>
                <a:gd name="connsiteY291" fmla="*/ 375074 h 1245446"/>
                <a:gd name="connsiteX292" fmla="*/ 146897 w 1156123"/>
                <a:gd name="connsiteY292" fmla="*/ 361103 h 1245446"/>
                <a:gd name="connsiteX293" fmla="*/ 148167 w 1156123"/>
                <a:gd name="connsiteY293" fmla="*/ 358140 h 1245446"/>
                <a:gd name="connsiteX294" fmla="*/ 151130 w 1156123"/>
                <a:gd name="connsiteY294" fmla="*/ 344170 h 1245446"/>
                <a:gd name="connsiteX295" fmla="*/ 151130 w 1156123"/>
                <a:gd name="connsiteY295" fmla="*/ 342900 h 1245446"/>
                <a:gd name="connsiteX296" fmla="*/ 159173 w 1156123"/>
                <a:gd name="connsiteY296" fmla="*/ 331893 h 1245446"/>
                <a:gd name="connsiteX297" fmla="*/ 166370 w 1156123"/>
                <a:gd name="connsiteY297" fmla="*/ 317924 h 1245446"/>
                <a:gd name="connsiteX298" fmla="*/ 166370 w 1156123"/>
                <a:gd name="connsiteY298" fmla="*/ 303953 h 1245446"/>
                <a:gd name="connsiteX299" fmla="*/ 166370 w 1156123"/>
                <a:gd name="connsiteY299" fmla="*/ 289983 h 1245446"/>
                <a:gd name="connsiteX300" fmla="*/ 167640 w 1156123"/>
                <a:gd name="connsiteY300" fmla="*/ 288713 h 1245446"/>
                <a:gd name="connsiteX301" fmla="*/ 166370 w 1156123"/>
                <a:gd name="connsiteY301" fmla="*/ 278977 h 1245446"/>
                <a:gd name="connsiteX302" fmla="*/ 173143 w 1156123"/>
                <a:gd name="connsiteY302" fmla="*/ 267970 h 1245446"/>
                <a:gd name="connsiteX303" fmla="*/ 187113 w 1156123"/>
                <a:gd name="connsiteY303" fmla="*/ 270510 h 1245446"/>
                <a:gd name="connsiteX304" fmla="*/ 177377 w 1156123"/>
                <a:gd name="connsiteY304" fmla="*/ 266277 h 1245446"/>
                <a:gd name="connsiteX305" fmla="*/ 163407 w 1156123"/>
                <a:gd name="connsiteY305" fmla="*/ 263313 h 1245446"/>
                <a:gd name="connsiteX306" fmla="*/ 149437 w 1156123"/>
                <a:gd name="connsiteY306" fmla="*/ 263313 h 1245446"/>
                <a:gd name="connsiteX307" fmla="*/ 143933 w 1156123"/>
                <a:gd name="connsiteY307" fmla="*/ 249343 h 1245446"/>
                <a:gd name="connsiteX308" fmla="*/ 154940 w 1156123"/>
                <a:gd name="connsiteY308" fmla="*/ 235373 h 1245446"/>
                <a:gd name="connsiteX309" fmla="*/ 156210 w 1156123"/>
                <a:gd name="connsiteY309" fmla="*/ 221403 h 1245446"/>
                <a:gd name="connsiteX310" fmla="*/ 170180 w 1156123"/>
                <a:gd name="connsiteY310" fmla="*/ 211667 h 1245446"/>
                <a:gd name="connsiteX311" fmla="*/ 184150 w 1156123"/>
                <a:gd name="connsiteY311" fmla="*/ 207433 h 1245446"/>
                <a:gd name="connsiteX312" fmla="*/ 198120 w 1156123"/>
                <a:gd name="connsiteY312" fmla="*/ 207433 h 1245446"/>
                <a:gd name="connsiteX313" fmla="*/ 212090 w 1156123"/>
                <a:gd name="connsiteY313" fmla="*/ 208703 h 1245446"/>
                <a:gd name="connsiteX314" fmla="*/ 226060 w 1156123"/>
                <a:gd name="connsiteY314" fmla="*/ 205740 h 1245446"/>
                <a:gd name="connsiteX315" fmla="*/ 240030 w 1156123"/>
                <a:gd name="connsiteY315" fmla="*/ 204470 h 1245446"/>
                <a:gd name="connsiteX316" fmla="*/ 244263 w 1156123"/>
                <a:gd name="connsiteY316" fmla="*/ 204470 h 1245446"/>
                <a:gd name="connsiteX317" fmla="*/ 258233 w 1156123"/>
                <a:gd name="connsiteY317" fmla="*/ 203200 h 1245446"/>
                <a:gd name="connsiteX318" fmla="*/ 272203 w 1156123"/>
                <a:gd name="connsiteY318" fmla="*/ 215900 h 1245446"/>
                <a:gd name="connsiteX319" fmla="*/ 286174 w 1156123"/>
                <a:gd name="connsiteY319" fmla="*/ 228600 h 1245446"/>
                <a:gd name="connsiteX320" fmla="*/ 275167 w 1156123"/>
                <a:gd name="connsiteY320" fmla="*/ 242570 h 1245446"/>
                <a:gd name="connsiteX321" fmla="*/ 289137 w 1156123"/>
                <a:gd name="connsiteY321" fmla="*/ 249343 h 1245446"/>
                <a:gd name="connsiteX322" fmla="*/ 303107 w 1156123"/>
                <a:gd name="connsiteY322" fmla="*/ 248073 h 1245446"/>
                <a:gd name="connsiteX323" fmla="*/ 296333 w 1156123"/>
                <a:gd name="connsiteY323" fmla="*/ 234103 h 1245446"/>
                <a:gd name="connsiteX324" fmla="*/ 303107 w 1156123"/>
                <a:gd name="connsiteY324" fmla="*/ 220133 h 1245446"/>
                <a:gd name="connsiteX325" fmla="*/ 317077 w 1156123"/>
                <a:gd name="connsiteY325" fmla="*/ 225637 h 1245446"/>
                <a:gd name="connsiteX326" fmla="*/ 331047 w 1156123"/>
                <a:gd name="connsiteY326" fmla="*/ 236643 h 1245446"/>
                <a:gd name="connsiteX327" fmla="*/ 326813 w 1156123"/>
                <a:gd name="connsiteY327" fmla="*/ 250613 h 1245446"/>
                <a:gd name="connsiteX328" fmla="*/ 328083 w 1156123"/>
                <a:gd name="connsiteY328" fmla="*/ 257810 h 1245446"/>
                <a:gd name="connsiteX329" fmla="*/ 329353 w 1156123"/>
                <a:gd name="connsiteY329" fmla="*/ 260773 h 1245446"/>
                <a:gd name="connsiteX330" fmla="*/ 329353 w 1156123"/>
                <a:gd name="connsiteY330" fmla="*/ 249767 h 1245446"/>
                <a:gd name="connsiteX331" fmla="*/ 336127 w 1156123"/>
                <a:gd name="connsiteY331" fmla="*/ 235797 h 1245446"/>
                <a:gd name="connsiteX332" fmla="*/ 337820 w 1156123"/>
                <a:gd name="connsiteY332" fmla="*/ 234527 h 1245446"/>
                <a:gd name="connsiteX333" fmla="*/ 330624 w 1156123"/>
                <a:gd name="connsiteY333" fmla="*/ 219287 h 1245446"/>
                <a:gd name="connsiteX334" fmla="*/ 327660 w 1156123"/>
                <a:gd name="connsiteY334" fmla="*/ 205317 h 1245446"/>
                <a:gd name="connsiteX335" fmla="*/ 334433 w 1156123"/>
                <a:gd name="connsiteY335" fmla="*/ 191347 h 1245446"/>
                <a:gd name="connsiteX336" fmla="*/ 345440 w 1156123"/>
                <a:gd name="connsiteY336" fmla="*/ 177377 h 1245446"/>
                <a:gd name="connsiteX337" fmla="*/ 359410 w 1156123"/>
                <a:gd name="connsiteY337" fmla="*/ 181610 h 1245446"/>
                <a:gd name="connsiteX338" fmla="*/ 364913 w 1156123"/>
                <a:gd name="connsiteY338" fmla="*/ 184573 h 1245446"/>
                <a:gd name="connsiteX339" fmla="*/ 378883 w 1156123"/>
                <a:gd name="connsiteY339" fmla="*/ 185843 h 1245446"/>
                <a:gd name="connsiteX340" fmla="*/ 392853 w 1156123"/>
                <a:gd name="connsiteY340" fmla="*/ 184573 h 1245446"/>
                <a:gd name="connsiteX341" fmla="*/ 406824 w 1156123"/>
                <a:gd name="connsiteY341" fmla="*/ 180340 h 1245446"/>
                <a:gd name="connsiteX342" fmla="*/ 420793 w 1156123"/>
                <a:gd name="connsiteY342" fmla="*/ 180340 h 1245446"/>
                <a:gd name="connsiteX343" fmla="*/ 434763 w 1156123"/>
                <a:gd name="connsiteY343" fmla="*/ 191347 h 1245446"/>
                <a:gd name="connsiteX344" fmla="*/ 447463 w 1156123"/>
                <a:gd name="connsiteY344" fmla="*/ 205317 h 1245446"/>
                <a:gd name="connsiteX345" fmla="*/ 458470 w 1156123"/>
                <a:gd name="connsiteY345" fmla="*/ 219287 h 1245446"/>
                <a:gd name="connsiteX346" fmla="*/ 472440 w 1156123"/>
                <a:gd name="connsiteY346" fmla="*/ 227753 h 1245446"/>
                <a:gd name="connsiteX347" fmla="*/ 486410 w 1156123"/>
                <a:gd name="connsiteY347" fmla="*/ 231987 h 1245446"/>
                <a:gd name="connsiteX348" fmla="*/ 494877 w 1156123"/>
                <a:gd name="connsiteY348" fmla="*/ 233257 h 1245446"/>
                <a:gd name="connsiteX349" fmla="*/ 494877 w 1156123"/>
                <a:gd name="connsiteY349" fmla="*/ 230293 h 1245446"/>
                <a:gd name="connsiteX350" fmla="*/ 483870 w 1156123"/>
                <a:gd name="connsiteY350" fmla="*/ 227330 h 1245446"/>
                <a:gd name="connsiteX351" fmla="*/ 471170 w 1156123"/>
                <a:gd name="connsiteY351" fmla="*/ 223097 h 1245446"/>
                <a:gd name="connsiteX352" fmla="*/ 460163 w 1156123"/>
                <a:gd name="connsiteY352" fmla="*/ 209127 h 1245446"/>
                <a:gd name="connsiteX353" fmla="*/ 446193 w 1156123"/>
                <a:gd name="connsiteY353" fmla="*/ 197697 h 1245446"/>
                <a:gd name="connsiteX354" fmla="*/ 436457 w 1156123"/>
                <a:gd name="connsiteY354" fmla="*/ 183727 h 1245446"/>
                <a:gd name="connsiteX355" fmla="*/ 422487 w 1156123"/>
                <a:gd name="connsiteY355" fmla="*/ 176530 h 1245446"/>
                <a:gd name="connsiteX356" fmla="*/ 408517 w 1156123"/>
                <a:gd name="connsiteY356" fmla="*/ 175260 h 1245446"/>
                <a:gd name="connsiteX357" fmla="*/ 406824 w 1156123"/>
                <a:gd name="connsiteY357" fmla="*/ 175260 h 1245446"/>
                <a:gd name="connsiteX358" fmla="*/ 392853 w 1156123"/>
                <a:gd name="connsiteY358" fmla="*/ 173990 h 1245446"/>
                <a:gd name="connsiteX359" fmla="*/ 377613 w 1156123"/>
                <a:gd name="connsiteY359" fmla="*/ 165523 h 1245446"/>
                <a:gd name="connsiteX360" fmla="*/ 378883 w 1156123"/>
                <a:gd name="connsiteY360" fmla="*/ 151553 h 1245446"/>
                <a:gd name="connsiteX361" fmla="*/ 392853 w 1156123"/>
                <a:gd name="connsiteY361" fmla="*/ 148590 h 1245446"/>
                <a:gd name="connsiteX362" fmla="*/ 384387 w 1156123"/>
                <a:gd name="connsiteY362" fmla="*/ 134620 h 1245446"/>
                <a:gd name="connsiteX363" fmla="*/ 370417 w 1156123"/>
                <a:gd name="connsiteY363" fmla="*/ 132080 h 1245446"/>
                <a:gd name="connsiteX364" fmla="*/ 371687 w 1156123"/>
                <a:gd name="connsiteY364" fmla="*/ 118110 h 1245446"/>
                <a:gd name="connsiteX365" fmla="*/ 384387 w 1156123"/>
                <a:gd name="connsiteY365" fmla="*/ 108373 h 1245446"/>
                <a:gd name="connsiteX366" fmla="*/ 370417 w 1156123"/>
                <a:gd name="connsiteY366" fmla="*/ 111337 h 1245446"/>
                <a:gd name="connsiteX367" fmla="*/ 357717 w 1156123"/>
                <a:gd name="connsiteY367" fmla="*/ 112607 h 1245446"/>
                <a:gd name="connsiteX368" fmla="*/ 342477 w 1156123"/>
                <a:gd name="connsiteY368" fmla="*/ 108373 h 1245446"/>
                <a:gd name="connsiteX369" fmla="*/ 355177 w 1156123"/>
                <a:gd name="connsiteY369" fmla="*/ 94403 h 1245446"/>
                <a:gd name="connsiteX370" fmla="*/ 370417 w 1156123"/>
                <a:gd name="connsiteY370" fmla="*/ 91440 h 1245446"/>
                <a:gd name="connsiteX371" fmla="*/ 384387 w 1156123"/>
                <a:gd name="connsiteY371" fmla="*/ 87207 h 1245446"/>
                <a:gd name="connsiteX372" fmla="*/ 389890 w 1156123"/>
                <a:gd name="connsiteY372" fmla="*/ 73237 h 1245446"/>
                <a:gd name="connsiteX373" fmla="*/ 375920 w 1156123"/>
                <a:gd name="connsiteY373" fmla="*/ 62230 h 1245446"/>
                <a:gd name="connsiteX374" fmla="*/ 364913 w 1156123"/>
                <a:gd name="connsiteY374" fmla="*/ 46990 h 1245446"/>
                <a:gd name="connsiteX375" fmla="*/ 352213 w 1156123"/>
                <a:gd name="connsiteY375" fmla="*/ 33020 h 1245446"/>
                <a:gd name="connsiteX376" fmla="*/ 349250 w 1156123"/>
                <a:gd name="connsiteY376" fmla="*/ 19050 h 1245446"/>
                <a:gd name="connsiteX377" fmla="*/ 349250 w 1156123"/>
                <a:gd name="connsiteY377" fmla="*/ 17780 h 1245446"/>
                <a:gd name="connsiteX378" fmla="*/ 335280 w 1156123"/>
                <a:gd name="connsiteY378" fmla="*/ 17780 h 1245446"/>
                <a:gd name="connsiteX379" fmla="*/ 321310 w 1156123"/>
                <a:gd name="connsiteY379" fmla="*/ 22013 h 1245446"/>
                <a:gd name="connsiteX380" fmla="*/ 306070 w 1156123"/>
                <a:gd name="connsiteY380" fmla="*/ 20743 h 1245446"/>
                <a:gd name="connsiteX381" fmla="*/ 306070 w 1156123"/>
                <a:gd name="connsiteY381" fmla="*/ 34713 h 1245446"/>
                <a:gd name="connsiteX382" fmla="*/ 304800 w 1156123"/>
                <a:gd name="connsiteY382" fmla="*/ 20743 h 1245446"/>
                <a:gd name="connsiteX383" fmla="*/ 309033 w 1156123"/>
                <a:gd name="connsiteY383" fmla="*/ 6773 h 1245446"/>
                <a:gd name="connsiteX384" fmla="*/ 313267 w 1156123"/>
                <a:gd name="connsiteY384" fmla="*/ 0 h 1245446"/>
                <a:gd name="connsiteX385" fmla="*/ 317500 w 1156123"/>
                <a:gd name="connsiteY385" fmla="*/ 0 h 1245446"/>
                <a:gd name="connsiteX386" fmla="*/ 313267 w 1156123"/>
                <a:gd name="connsiteY386" fmla="*/ 13970 h 1245446"/>
                <a:gd name="connsiteX387" fmla="*/ 327237 w 1156123"/>
                <a:gd name="connsiteY387" fmla="*/ 18203 h 1245446"/>
                <a:gd name="connsiteX388" fmla="*/ 341207 w 1156123"/>
                <a:gd name="connsiteY388" fmla="*/ 16933 h 1245446"/>
                <a:gd name="connsiteX389" fmla="*/ 350943 w 1156123"/>
                <a:gd name="connsiteY389" fmla="*/ 12700 h 1245446"/>
                <a:gd name="connsiteX390" fmla="*/ 360680 w 1156123"/>
                <a:gd name="connsiteY390" fmla="*/ 15663 h 1245446"/>
                <a:gd name="connsiteX391" fmla="*/ 373380 w 1156123"/>
                <a:gd name="connsiteY391" fmla="*/ 12700 h 1245446"/>
                <a:gd name="connsiteX392" fmla="*/ 378883 w 1156123"/>
                <a:gd name="connsiteY392" fmla="*/ 13970 h 1245446"/>
                <a:gd name="connsiteX393" fmla="*/ 380153 w 1156123"/>
                <a:gd name="connsiteY393" fmla="*/ 13970 h 1245446"/>
                <a:gd name="connsiteX394" fmla="*/ 395393 w 1156123"/>
                <a:gd name="connsiteY394" fmla="*/ 18203 h 1245446"/>
                <a:gd name="connsiteX395" fmla="*/ 410633 w 1156123"/>
                <a:gd name="connsiteY395" fmla="*/ 21167 h 1245446"/>
                <a:gd name="connsiteX396" fmla="*/ 425874 w 1156123"/>
                <a:gd name="connsiteY396" fmla="*/ 29633 h 1245446"/>
                <a:gd name="connsiteX397" fmla="*/ 432647 w 1156123"/>
                <a:gd name="connsiteY397" fmla="*/ 29633 h 1245446"/>
                <a:gd name="connsiteX398" fmla="*/ 436880 w 1156123"/>
                <a:gd name="connsiteY398" fmla="*/ 28363 h 1245446"/>
                <a:gd name="connsiteX399" fmla="*/ 442383 w 1156123"/>
                <a:gd name="connsiteY399" fmla="*/ 25823 h 1245446"/>
                <a:gd name="connsiteX400" fmla="*/ 446617 w 1156123"/>
                <a:gd name="connsiteY400" fmla="*/ 27093 h 1245446"/>
                <a:gd name="connsiteX401" fmla="*/ 460587 w 1156123"/>
                <a:gd name="connsiteY401" fmla="*/ 24553 h 1245446"/>
                <a:gd name="connsiteX402" fmla="*/ 475827 w 1156123"/>
                <a:gd name="connsiteY402" fmla="*/ 30057 h 1245446"/>
                <a:gd name="connsiteX403" fmla="*/ 491067 w 1156123"/>
                <a:gd name="connsiteY403" fmla="*/ 35560 h 1245446"/>
                <a:gd name="connsiteX404" fmla="*/ 505037 w 1156123"/>
                <a:gd name="connsiteY404" fmla="*/ 32597 h 1245446"/>
                <a:gd name="connsiteX405" fmla="*/ 516043 w 1156123"/>
                <a:gd name="connsiteY405" fmla="*/ 45297 h 1245446"/>
                <a:gd name="connsiteX406" fmla="*/ 516043 w 1156123"/>
                <a:gd name="connsiteY406" fmla="*/ 49530 h 1245446"/>
                <a:gd name="connsiteX407" fmla="*/ 508000 w 1156123"/>
                <a:gd name="connsiteY407" fmla="*/ 53763 h 1245446"/>
                <a:gd name="connsiteX408" fmla="*/ 516043 w 1156123"/>
                <a:gd name="connsiteY408" fmla="*/ 52493 h 1245446"/>
                <a:gd name="connsiteX409" fmla="*/ 519007 w 1156123"/>
                <a:gd name="connsiteY409" fmla="*/ 62230 h 1245446"/>
                <a:gd name="connsiteX410" fmla="*/ 516043 w 1156123"/>
                <a:gd name="connsiteY410" fmla="*/ 76200 h 1245446"/>
                <a:gd name="connsiteX411" fmla="*/ 514774 w 1156123"/>
                <a:gd name="connsiteY411" fmla="*/ 76200 h 1245446"/>
                <a:gd name="connsiteX412" fmla="*/ 500803 w 1156123"/>
                <a:gd name="connsiteY412" fmla="*/ 87630 h 1245446"/>
                <a:gd name="connsiteX413" fmla="*/ 516043 w 1156123"/>
                <a:gd name="connsiteY413" fmla="*/ 83397 h 1245446"/>
                <a:gd name="connsiteX414" fmla="*/ 525780 w 1156123"/>
                <a:gd name="connsiteY414" fmla="*/ 82127 h 1245446"/>
                <a:gd name="connsiteX415" fmla="*/ 541443 w 1156123"/>
                <a:gd name="connsiteY415" fmla="*/ 86360 h 1245446"/>
                <a:gd name="connsiteX416" fmla="*/ 532977 w 1156123"/>
                <a:gd name="connsiteY416" fmla="*/ 100330 h 1245446"/>
                <a:gd name="connsiteX417" fmla="*/ 534247 w 1156123"/>
                <a:gd name="connsiteY417" fmla="*/ 101600 h 1245446"/>
                <a:gd name="connsiteX418" fmla="*/ 537210 w 1156123"/>
                <a:gd name="connsiteY418" fmla="*/ 107103 h 1245446"/>
                <a:gd name="connsiteX419" fmla="*/ 546947 w 1156123"/>
                <a:gd name="connsiteY419" fmla="*/ 93133 h 1245446"/>
                <a:gd name="connsiteX420" fmla="*/ 549487 w 1156123"/>
                <a:gd name="connsiteY420" fmla="*/ 93133 h 1245446"/>
                <a:gd name="connsiteX421" fmla="*/ 563457 w 1156123"/>
                <a:gd name="connsiteY421" fmla="*/ 91863 h 1245446"/>
                <a:gd name="connsiteX422" fmla="*/ 577427 w 1156123"/>
                <a:gd name="connsiteY422" fmla="*/ 97367 h 1245446"/>
                <a:gd name="connsiteX423" fmla="*/ 592667 w 1156123"/>
                <a:gd name="connsiteY423" fmla="*/ 102870 h 1245446"/>
                <a:gd name="connsiteX424" fmla="*/ 606637 w 1156123"/>
                <a:gd name="connsiteY424" fmla="*/ 109643 h 1245446"/>
                <a:gd name="connsiteX425" fmla="*/ 620607 w 1156123"/>
                <a:gd name="connsiteY425" fmla="*/ 105410 h 1245446"/>
                <a:gd name="connsiteX426" fmla="*/ 634577 w 1156123"/>
                <a:gd name="connsiteY426" fmla="*/ 99907 h 1245446"/>
                <a:gd name="connsiteX427" fmla="*/ 648547 w 1156123"/>
                <a:gd name="connsiteY427" fmla="*/ 99907 h 1245446"/>
                <a:gd name="connsiteX428" fmla="*/ 650240 w 1156123"/>
                <a:gd name="connsiteY428" fmla="*/ 98637 h 1245446"/>
                <a:gd name="connsiteX429" fmla="*/ 651510 w 1156123"/>
                <a:gd name="connsiteY429" fmla="*/ 97367 h 1245446"/>
                <a:gd name="connsiteX430" fmla="*/ 652780 w 1156123"/>
                <a:gd name="connsiteY430" fmla="*/ 97367 h 1245446"/>
                <a:gd name="connsiteX431" fmla="*/ 650240 w 1156123"/>
                <a:gd name="connsiteY431" fmla="*/ 105833 h 1245446"/>
                <a:gd name="connsiteX432" fmla="*/ 650240 w 1156123"/>
                <a:gd name="connsiteY432" fmla="*/ 121073 h 1245446"/>
                <a:gd name="connsiteX433" fmla="*/ 640503 w 1156123"/>
                <a:gd name="connsiteY433" fmla="*/ 135043 h 1245446"/>
                <a:gd name="connsiteX434" fmla="*/ 625263 w 1156123"/>
                <a:gd name="connsiteY434" fmla="*/ 144780 h 1245446"/>
                <a:gd name="connsiteX435" fmla="*/ 611293 w 1156123"/>
                <a:gd name="connsiteY435" fmla="*/ 157057 h 1245446"/>
                <a:gd name="connsiteX436" fmla="*/ 625263 w 1156123"/>
                <a:gd name="connsiteY436" fmla="*/ 164253 h 1245446"/>
                <a:gd name="connsiteX437" fmla="*/ 626533 w 1156123"/>
                <a:gd name="connsiteY437" fmla="*/ 165523 h 1245446"/>
                <a:gd name="connsiteX438" fmla="*/ 629497 w 1156123"/>
                <a:gd name="connsiteY438" fmla="*/ 165523 h 1245446"/>
                <a:gd name="connsiteX439" fmla="*/ 633307 w 1156123"/>
                <a:gd name="connsiteY439" fmla="*/ 164253 h 1245446"/>
                <a:gd name="connsiteX440" fmla="*/ 647277 w 1156123"/>
                <a:gd name="connsiteY440" fmla="*/ 158750 h 1245446"/>
                <a:gd name="connsiteX441" fmla="*/ 654474 w 1156123"/>
                <a:gd name="connsiteY441" fmla="*/ 157480 h 1245446"/>
                <a:gd name="connsiteX442" fmla="*/ 668443 w 1156123"/>
                <a:gd name="connsiteY442" fmla="*/ 162983 h 1245446"/>
                <a:gd name="connsiteX443" fmla="*/ 682413 w 1156123"/>
                <a:gd name="connsiteY443" fmla="*/ 165523 h 1245446"/>
                <a:gd name="connsiteX444" fmla="*/ 696384 w 1156123"/>
                <a:gd name="connsiteY444" fmla="*/ 175260 h 1245446"/>
                <a:gd name="connsiteX445" fmla="*/ 698924 w 1156123"/>
                <a:gd name="connsiteY445" fmla="*/ 171027 h 1245446"/>
                <a:gd name="connsiteX446" fmla="*/ 704427 w 1156123"/>
                <a:gd name="connsiteY446" fmla="*/ 157057 h 1245446"/>
                <a:gd name="connsiteX447" fmla="*/ 718397 w 1156123"/>
                <a:gd name="connsiteY447" fmla="*/ 144780 h 1245446"/>
                <a:gd name="connsiteX448" fmla="*/ 704427 w 1156123"/>
                <a:gd name="connsiteY448" fmla="*/ 150283 h 1245446"/>
                <a:gd name="connsiteX449" fmla="*/ 718397 w 1156123"/>
                <a:gd name="connsiteY449" fmla="*/ 141817 h 1245446"/>
                <a:gd name="connsiteX450" fmla="*/ 732367 w 1156123"/>
                <a:gd name="connsiteY450" fmla="*/ 134620 h 1245446"/>
                <a:gd name="connsiteX451" fmla="*/ 746337 w 1156123"/>
                <a:gd name="connsiteY451" fmla="*/ 135890 h 1245446"/>
                <a:gd name="connsiteX452" fmla="*/ 760307 w 1156123"/>
                <a:gd name="connsiteY452" fmla="*/ 131657 h 1245446"/>
                <a:gd name="connsiteX453" fmla="*/ 775547 w 1156123"/>
                <a:gd name="connsiteY453" fmla="*/ 128693 h 1245446"/>
                <a:gd name="connsiteX454" fmla="*/ 778510 w 1156123"/>
                <a:gd name="connsiteY454" fmla="*/ 143933 h 1245446"/>
                <a:gd name="connsiteX455" fmla="*/ 777240 w 1156123"/>
                <a:gd name="connsiteY455" fmla="*/ 129963 h 1245446"/>
                <a:gd name="connsiteX456" fmla="*/ 791210 w 1156123"/>
                <a:gd name="connsiteY456" fmla="*/ 118957 h 1245446"/>
                <a:gd name="connsiteX457" fmla="*/ 806450 w 1156123"/>
                <a:gd name="connsiteY457" fmla="*/ 111760 h 1245446"/>
                <a:gd name="connsiteX458" fmla="*/ 816187 w 1156123"/>
                <a:gd name="connsiteY458" fmla="*/ 97790 h 1245446"/>
                <a:gd name="connsiteX459" fmla="*/ 825924 w 1156123"/>
                <a:gd name="connsiteY459" fmla="*/ 83820 h 1245446"/>
                <a:gd name="connsiteX460" fmla="*/ 839893 w 1156123"/>
                <a:gd name="connsiteY460" fmla="*/ 86783 h 1245446"/>
                <a:gd name="connsiteX461" fmla="*/ 853863 w 1156123"/>
                <a:gd name="connsiteY461" fmla="*/ 88053 h 1245446"/>
                <a:gd name="connsiteX462" fmla="*/ 867834 w 1156123"/>
                <a:gd name="connsiteY462" fmla="*/ 92287 h 1245446"/>
                <a:gd name="connsiteX463" fmla="*/ 853863 w 1156123"/>
                <a:gd name="connsiteY463" fmla="*/ 91017 h 1245446"/>
                <a:gd name="connsiteX464" fmla="*/ 839893 w 1156123"/>
                <a:gd name="connsiteY464" fmla="*/ 92287 h 1245446"/>
                <a:gd name="connsiteX465" fmla="*/ 825924 w 1156123"/>
                <a:gd name="connsiteY465" fmla="*/ 97790 h 1245446"/>
                <a:gd name="connsiteX466" fmla="*/ 813224 w 1156123"/>
                <a:gd name="connsiteY466" fmla="*/ 103293 h 1245446"/>
                <a:gd name="connsiteX467" fmla="*/ 811953 w 1156123"/>
                <a:gd name="connsiteY467" fmla="*/ 117263 h 1245446"/>
                <a:gd name="connsiteX468" fmla="*/ 825924 w 1156123"/>
                <a:gd name="connsiteY468" fmla="*/ 104563 h 1245446"/>
                <a:gd name="connsiteX469" fmla="*/ 834390 w 1156123"/>
                <a:gd name="connsiteY469" fmla="*/ 99060 h 1245446"/>
                <a:gd name="connsiteX470" fmla="*/ 848360 w 1156123"/>
                <a:gd name="connsiteY470" fmla="*/ 93557 h 1245446"/>
                <a:gd name="connsiteX471" fmla="*/ 862330 w 1156123"/>
                <a:gd name="connsiteY471" fmla="*/ 99060 h 1245446"/>
                <a:gd name="connsiteX472" fmla="*/ 877570 w 1156123"/>
                <a:gd name="connsiteY472" fmla="*/ 94827 h 1245446"/>
                <a:gd name="connsiteX473" fmla="*/ 891540 w 1156123"/>
                <a:gd name="connsiteY473" fmla="*/ 94827 h 1245446"/>
                <a:gd name="connsiteX474" fmla="*/ 901277 w 1156123"/>
                <a:gd name="connsiteY474" fmla="*/ 108797 h 1245446"/>
                <a:gd name="connsiteX475" fmla="*/ 902547 w 1156123"/>
                <a:gd name="connsiteY475" fmla="*/ 108797 h 1245446"/>
                <a:gd name="connsiteX476" fmla="*/ 906780 w 1156123"/>
                <a:gd name="connsiteY476" fmla="*/ 113030 h 1245446"/>
                <a:gd name="connsiteX477" fmla="*/ 909743 w 1156123"/>
                <a:gd name="connsiteY477" fmla="*/ 115993 h 1245446"/>
                <a:gd name="connsiteX478" fmla="*/ 924984 w 1156123"/>
                <a:gd name="connsiteY478" fmla="*/ 121497 h 1245446"/>
                <a:gd name="connsiteX479" fmla="*/ 937684 w 1156123"/>
                <a:gd name="connsiteY479" fmla="*/ 135467 h 1245446"/>
                <a:gd name="connsiteX480" fmla="*/ 951653 w 1156123"/>
                <a:gd name="connsiteY480" fmla="*/ 145203 h 1245446"/>
                <a:gd name="connsiteX481" fmla="*/ 948690 w 1156123"/>
                <a:gd name="connsiteY481" fmla="*/ 139700 h 1245446"/>
                <a:gd name="connsiteX482" fmla="*/ 963930 w 1156123"/>
                <a:gd name="connsiteY482" fmla="*/ 136737 h 1245446"/>
                <a:gd name="connsiteX483" fmla="*/ 977900 w 1156123"/>
                <a:gd name="connsiteY483" fmla="*/ 131233 h 1245446"/>
                <a:gd name="connsiteX484" fmla="*/ 982134 w 1156123"/>
                <a:gd name="connsiteY484" fmla="*/ 136737 h 1245446"/>
                <a:gd name="connsiteX485" fmla="*/ 987637 w 1156123"/>
                <a:gd name="connsiteY485" fmla="*/ 150707 h 1245446"/>
                <a:gd name="connsiteX486" fmla="*/ 996103 w 1156123"/>
                <a:gd name="connsiteY486" fmla="*/ 163407 h 1245446"/>
                <a:gd name="connsiteX487" fmla="*/ 993563 w 1156123"/>
                <a:gd name="connsiteY487" fmla="*/ 178647 h 1245446"/>
                <a:gd name="connsiteX488" fmla="*/ 991870 w 1156123"/>
                <a:gd name="connsiteY488" fmla="*/ 178647 h 1245446"/>
                <a:gd name="connsiteX489" fmla="*/ 993563 w 1156123"/>
                <a:gd name="connsiteY489" fmla="*/ 182880 h 1245446"/>
                <a:gd name="connsiteX490" fmla="*/ 1007534 w 1156123"/>
                <a:gd name="connsiteY490" fmla="*/ 191347 h 1245446"/>
                <a:gd name="connsiteX491" fmla="*/ 1021503 w 1156123"/>
                <a:gd name="connsiteY491" fmla="*/ 198543 h 1245446"/>
                <a:gd name="connsiteX492" fmla="*/ 1035474 w 1156123"/>
                <a:gd name="connsiteY492" fmla="*/ 199813 h 1245446"/>
                <a:gd name="connsiteX493" fmla="*/ 1050713 w 1156123"/>
                <a:gd name="connsiteY493" fmla="*/ 207010 h 1245446"/>
                <a:gd name="connsiteX494" fmla="*/ 1051984 w 1156123"/>
                <a:gd name="connsiteY494" fmla="*/ 216747 h 1245446"/>
                <a:gd name="connsiteX495" fmla="*/ 1054947 w 1156123"/>
                <a:gd name="connsiteY495" fmla="*/ 230717 h 1245446"/>
                <a:gd name="connsiteX496" fmla="*/ 1062143 w 1156123"/>
                <a:gd name="connsiteY496" fmla="*/ 244687 h 1245446"/>
                <a:gd name="connsiteX497" fmla="*/ 1062143 w 1156123"/>
                <a:gd name="connsiteY497" fmla="*/ 245957 h 1245446"/>
                <a:gd name="connsiteX498" fmla="*/ 1064684 w 1156123"/>
                <a:gd name="connsiteY498" fmla="*/ 251460 h 1245446"/>
                <a:gd name="connsiteX499" fmla="*/ 1068917 w 1156123"/>
                <a:gd name="connsiteY499" fmla="*/ 264160 h 1245446"/>
                <a:gd name="connsiteX500" fmla="*/ 1068917 w 1156123"/>
                <a:gd name="connsiteY500" fmla="*/ 265430 h 1245446"/>
                <a:gd name="connsiteX501" fmla="*/ 1073150 w 1156123"/>
                <a:gd name="connsiteY501" fmla="*/ 275167 h 1245446"/>
                <a:gd name="connsiteX502" fmla="*/ 1074420 w 1156123"/>
                <a:gd name="connsiteY502" fmla="*/ 278130 h 1245446"/>
                <a:gd name="connsiteX503" fmla="*/ 1064684 w 1156123"/>
                <a:gd name="connsiteY503" fmla="*/ 292100 h 1245446"/>
                <a:gd name="connsiteX504" fmla="*/ 1067647 w 1156123"/>
                <a:gd name="connsiteY504" fmla="*/ 295063 h 1245446"/>
                <a:gd name="connsiteX505" fmla="*/ 1066377 w 1156123"/>
                <a:gd name="connsiteY505" fmla="*/ 301837 h 1245446"/>
                <a:gd name="connsiteX506" fmla="*/ 1065107 w 1156123"/>
                <a:gd name="connsiteY506" fmla="*/ 306070 h 1245446"/>
                <a:gd name="connsiteX507" fmla="*/ 1058334 w 1156123"/>
                <a:gd name="connsiteY507" fmla="*/ 312843 h 1245446"/>
                <a:gd name="connsiteX508" fmla="*/ 1058334 w 1156123"/>
                <a:gd name="connsiteY508" fmla="*/ 314113 h 1245446"/>
                <a:gd name="connsiteX509" fmla="*/ 1057063 w 1156123"/>
                <a:gd name="connsiteY509" fmla="*/ 315383 h 1245446"/>
                <a:gd name="connsiteX510" fmla="*/ 1043093 w 1156123"/>
                <a:gd name="connsiteY510" fmla="*/ 322580 h 1245446"/>
                <a:gd name="connsiteX511" fmla="*/ 1040130 w 1156123"/>
                <a:gd name="connsiteY511" fmla="*/ 336550 h 1245446"/>
                <a:gd name="connsiteX512" fmla="*/ 1040130 w 1156123"/>
                <a:gd name="connsiteY512" fmla="*/ 337820 h 1245446"/>
                <a:gd name="connsiteX513" fmla="*/ 1038860 w 1156123"/>
                <a:gd name="connsiteY513" fmla="*/ 337820 h 1245446"/>
                <a:gd name="connsiteX514" fmla="*/ 1038860 w 1156123"/>
                <a:gd name="connsiteY514" fmla="*/ 340783 h 1245446"/>
                <a:gd name="connsiteX515" fmla="*/ 1048597 w 1156123"/>
                <a:gd name="connsiteY515" fmla="*/ 349250 h 1245446"/>
                <a:gd name="connsiteX516" fmla="*/ 1062567 w 1156123"/>
                <a:gd name="connsiteY516" fmla="*/ 357717 h 1245446"/>
                <a:gd name="connsiteX517" fmla="*/ 1076537 w 1156123"/>
                <a:gd name="connsiteY517" fmla="*/ 370417 h 1245446"/>
                <a:gd name="connsiteX518" fmla="*/ 1083310 w 1156123"/>
                <a:gd name="connsiteY518" fmla="*/ 375920 h 1245446"/>
                <a:gd name="connsiteX519" fmla="*/ 1097280 w 1156123"/>
                <a:gd name="connsiteY519" fmla="*/ 384387 h 1245446"/>
                <a:gd name="connsiteX520" fmla="*/ 1100243 w 1156123"/>
                <a:gd name="connsiteY520" fmla="*/ 385657 h 1245446"/>
                <a:gd name="connsiteX521" fmla="*/ 1101513 w 1156123"/>
                <a:gd name="connsiteY521" fmla="*/ 388620 h 1245446"/>
                <a:gd name="connsiteX522" fmla="*/ 1101513 w 1156123"/>
                <a:gd name="connsiteY522" fmla="*/ 398357 h 1245446"/>
                <a:gd name="connsiteX523" fmla="*/ 1096010 w 1156123"/>
                <a:gd name="connsiteY523" fmla="*/ 408093 h 1245446"/>
                <a:gd name="connsiteX524" fmla="*/ 1091777 w 1156123"/>
                <a:gd name="connsiteY524" fmla="*/ 422063 h 1245446"/>
                <a:gd name="connsiteX525" fmla="*/ 1094317 w 1156123"/>
                <a:gd name="connsiteY525" fmla="*/ 427567 h 1245446"/>
                <a:gd name="connsiteX526" fmla="*/ 1095587 w 1156123"/>
                <a:gd name="connsiteY526" fmla="*/ 428837 h 1245446"/>
                <a:gd name="connsiteX527" fmla="*/ 1095587 w 1156123"/>
                <a:gd name="connsiteY527" fmla="*/ 433070 h 1245446"/>
                <a:gd name="connsiteX528" fmla="*/ 1109557 w 1156123"/>
                <a:gd name="connsiteY528" fmla="*/ 438574 h 1245446"/>
                <a:gd name="connsiteX529" fmla="*/ 1112097 w 1156123"/>
                <a:gd name="connsiteY529" fmla="*/ 441537 h 1245446"/>
                <a:gd name="connsiteX530" fmla="*/ 1109557 w 1156123"/>
                <a:gd name="connsiteY530" fmla="*/ 455507 h 1245446"/>
                <a:gd name="connsiteX531" fmla="*/ 1119293 w 1156123"/>
                <a:gd name="connsiteY531" fmla="*/ 468207 h 1245446"/>
                <a:gd name="connsiteX532" fmla="*/ 1113790 w 1156123"/>
                <a:gd name="connsiteY532" fmla="*/ 480907 h 1245446"/>
                <a:gd name="connsiteX533" fmla="*/ 1112520 w 1156123"/>
                <a:gd name="connsiteY533" fmla="*/ 483870 h 1245446"/>
                <a:gd name="connsiteX534" fmla="*/ 1113790 w 1156123"/>
                <a:gd name="connsiteY534" fmla="*/ 486833 h 1245446"/>
                <a:gd name="connsiteX535" fmla="*/ 1113790 w 1156123"/>
                <a:gd name="connsiteY535" fmla="*/ 488103 h 1245446"/>
                <a:gd name="connsiteX536" fmla="*/ 1113790 w 1156123"/>
                <a:gd name="connsiteY536" fmla="*/ 489374 h 1245446"/>
                <a:gd name="connsiteX537" fmla="*/ 1110827 w 1156123"/>
                <a:gd name="connsiteY537" fmla="*/ 493607 h 1245446"/>
                <a:gd name="connsiteX538" fmla="*/ 1099820 w 1156123"/>
                <a:gd name="connsiteY538" fmla="*/ 507577 h 1245446"/>
                <a:gd name="connsiteX539" fmla="*/ 1106593 w 1156123"/>
                <a:gd name="connsiteY539" fmla="*/ 521547 h 1245446"/>
                <a:gd name="connsiteX540" fmla="*/ 1119293 w 1156123"/>
                <a:gd name="connsiteY540" fmla="*/ 532977 h 1245446"/>
                <a:gd name="connsiteX541" fmla="*/ 1120563 w 1156123"/>
                <a:gd name="connsiteY541" fmla="*/ 540174 h 1245446"/>
                <a:gd name="connsiteX542" fmla="*/ 1117600 w 1156123"/>
                <a:gd name="connsiteY542" fmla="*/ 554143 h 1245446"/>
                <a:gd name="connsiteX543" fmla="*/ 1118870 w 1156123"/>
                <a:gd name="connsiteY543" fmla="*/ 557107 h 1245446"/>
                <a:gd name="connsiteX544" fmla="*/ 1132840 w 1156123"/>
                <a:gd name="connsiteY544" fmla="*/ 562610 h 1245446"/>
                <a:gd name="connsiteX545" fmla="*/ 1148080 w 1156123"/>
                <a:gd name="connsiteY545" fmla="*/ 574040 h 1245446"/>
                <a:gd name="connsiteX546" fmla="*/ 1149350 w 1156123"/>
                <a:gd name="connsiteY546" fmla="*/ 582507 h 1245446"/>
                <a:gd name="connsiteX547" fmla="*/ 1151890 w 1156123"/>
                <a:gd name="connsiteY547" fmla="*/ 590974 h 1245446"/>
                <a:gd name="connsiteX548" fmla="*/ 1156124 w 1156123"/>
                <a:gd name="connsiteY548" fmla="*/ 595207 h 1245446"/>
                <a:gd name="connsiteX549" fmla="*/ 1156124 w 1156123"/>
                <a:gd name="connsiteY549" fmla="*/ 600710 h 1245446"/>
                <a:gd name="connsiteX550" fmla="*/ 1151890 w 1156123"/>
                <a:gd name="connsiteY550" fmla="*/ 615950 h 1245446"/>
                <a:gd name="connsiteX551" fmla="*/ 1151890 w 1156123"/>
                <a:gd name="connsiteY551" fmla="*/ 618913 h 1245446"/>
                <a:gd name="connsiteX552" fmla="*/ 1151890 w 1156123"/>
                <a:gd name="connsiteY552" fmla="*/ 620183 h 1245446"/>
                <a:gd name="connsiteX553" fmla="*/ 1147657 w 1156123"/>
                <a:gd name="connsiteY553" fmla="*/ 634153 h 1245446"/>
                <a:gd name="connsiteX554" fmla="*/ 1144693 w 1156123"/>
                <a:gd name="connsiteY554" fmla="*/ 637117 h 1245446"/>
                <a:gd name="connsiteX555" fmla="*/ 1139190 w 1156123"/>
                <a:gd name="connsiteY555" fmla="*/ 651087 h 1245446"/>
                <a:gd name="connsiteX556" fmla="*/ 1133687 w 1156123"/>
                <a:gd name="connsiteY556" fmla="*/ 657860 h 1245446"/>
                <a:gd name="connsiteX557" fmla="*/ 1132417 w 1156123"/>
                <a:gd name="connsiteY557" fmla="*/ 659130 h 1245446"/>
                <a:gd name="connsiteX558" fmla="*/ 1132417 w 1156123"/>
                <a:gd name="connsiteY558" fmla="*/ 663363 h 1245446"/>
                <a:gd name="connsiteX559" fmla="*/ 1130724 w 1156123"/>
                <a:gd name="connsiteY559" fmla="*/ 664633 h 1245446"/>
                <a:gd name="connsiteX560" fmla="*/ 1116753 w 1156123"/>
                <a:gd name="connsiteY560" fmla="*/ 668867 h 1245446"/>
                <a:gd name="connsiteX561" fmla="*/ 1107017 w 1156123"/>
                <a:gd name="connsiteY561" fmla="*/ 657437 h 1245446"/>
                <a:gd name="connsiteX562" fmla="*/ 1102784 w 1156123"/>
                <a:gd name="connsiteY562" fmla="*/ 654897 h 1245446"/>
                <a:gd name="connsiteX563" fmla="*/ 1100243 w 1156123"/>
                <a:gd name="connsiteY563" fmla="*/ 643890 h 1245446"/>
                <a:gd name="connsiteX564" fmla="*/ 1090507 w 1156123"/>
                <a:gd name="connsiteY564" fmla="*/ 635424 h 1245446"/>
                <a:gd name="connsiteX565" fmla="*/ 1090507 w 1156123"/>
                <a:gd name="connsiteY565" fmla="*/ 634153 h 1245446"/>
                <a:gd name="connsiteX566" fmla="*/ 1088813 w 1156123"/>
                <a:gd name="connsiteY566" fmla="*/ 634153 h 1245446"/>
                <a:gd name="connsiteX567" fmla="*/ 1087543 w 1156123"/>
                <a:gd name="connsiteY567" fmla="*/ 635424 h 1245446"/>
                <a:gd name="connsiteX568" fmla="*/ 1073574 w 1156123"/>
                <a:gd name="connsiteY568" fmla="*/ 636693 h 1245446"/>
                <a:gd name="connsiteX569" fmla="*/ 1059603 w 1156123"/>
                <a:gd name="connsiteY569" fmla="*/ 639657 h 1245446"/>
                <a:gd name="connsiteX570" fmla="*/ 1073574 w 1156123"/>
                <a:gd name="connsiteY570" fmla="*/ 652357 h 1245446"/>
                <a:gd name="connsiteX571" fmla="*/ 1059603 w 1156123"/>
                <a:gd name="connsiteY571" fmla="*/ 659130 h 1245446"/>
                <a:gd name="connsiteX572" fmla="*/ 1057063 w 1156123"/>
                <a:gd name="connsiteY572" fmla="*/ 660400 h 1245446"/>
                <a:gd name="connsiteX573" fmla="*/ 1055793 w 1156123"/>
                <a:gd name="connsiteY573" fmla="*/ 660400 h 1245446"/>
                <a:gd name="connsiteX574" fmla="*/ 1054524 w 1156123"/>
                <a:gd name="connsiteY574" fmla="*/ 664633 h 1245446"/>
                <a:gd name="connsiteX575" fmla="*/ 1040553 w 1156123"/>
                <a:gd name="connsiteY575" fmla="*/ 670137 h 1245446"/>
                <a:gd name="connsiteX576" fmla="*/ 1025313 w 1156123"/>
                <a:gd name="connsiteY576" fmla="*/ 671407 h 1245446"/>
                <a:gd name="connsiteX577" fmla="*/ 1012613 w 1156123"/>
                <a:gd name="connsiteY577" fmla="*/ 679874 h 1245446"/>
                <a:gd name="connsiteX578" fmla="*/ 998643 w 1156123"/>
                <a:gd name="connsiteY578" fmla="*/ 684107 h 1245446"/>
                <a:gd name="connsiteX579" fmla="*/ 997374 w 1156123"/>
                <a:gd name="connsiteY579" fmla="*/ 684107 h 1245446"/>
                <a:gd name="connsiteX580" fmla="*/ 982134 w 1156123"/>
                <a:gd name="connsiteY580" fmla="*/ 685377 h 1245446"/>
                <a:gd name="connsiteX581" fmla="*/ 980863 w 1156123"/>
                <a:gd name="connsiteY581" fmla="*/ 685377 h 1245446"/>
                <a:gd name="connsiteX582" fmla="*/ 966893 w 1156123"/>
                <a:gd name="connsiteY582" fmla="*/ 696383 h 1245446"/>
                <a:gd name="connsiteX583" fmla="*/ 952924 w 1156123"/>
                <a:gd name="connsiteY583" fmla="*/ 703580 h 1245446"/>
                <a:gd name="connsiteX584" fmla="*/ 938953 w 1156123"/>
                <a:gd name="connsiteY584" fmla="*/ 709083 h 1245446"/>
                <a:gd name="connsiteX585" fmla="*/ 927947 w 1156123"/>
                <a:gd name="connsiteY585" fmla="*/ 712047 h 1245446"/>
                <a:gd name="connsiteX586" fmla="*/ 913977 w 1156123"/>
                <a:gd name="connsiteY586" fmla="*/ 721783 h 1245446"/>
                <a:gd name="connsiteX587" fmla="*/ 900007 w 1156123"/>
                <a:gd name="connsiteY587" fmla="*/ 732790 h 1245446"/>
                <a:gd name="connsiteX588" fmla="*/ 891540 w 1156123"/>
                <a:gd name="connsiteY588" fmla="*/ 737024 h 1245446"/>
                <a:gd name="connsiteX589" fmla="*/ 877570 w 1156123"/>
                <a:gd name="connsiteY589" fmla="*/ 730250 h 1245446"/>
                <a:gd name="connsiteX590" fmla="*/ 863600 w 1156123"/>
                <a:gd name="connsiteY590" fmla="*/ 737024 h 1245446"/>
                <a:gd name="connsiteX591" fmla="*/ 849630 w 1156123"/>
                <a:gd name="connsiteY591" fmla="*/ 737024 h 1245446"/>
                <a:gd name="connsiteX592" fmla="*/ 835660 w 1156123"/>
                <a:gd name="connsiteY592" fmla="*/ 741257 h 1245446"/>
                <a:gd name="connsiteX593" fmla="*/ 822960 w 1156123"/>
                <a:gd name="connsiteY593" fmla="*/ 755227 h 1245446"/>
                <a:gd name="connsiteX594" fmla="*/ 813224 w 1156123"/>
                <a:gd name="connsiteY594" fmla="*/ 769197 h 1245446"/>
                <a:gd name="connsiteX595" fmla="*/ 814917 w 1156123"/>
                <a:gd name="connsiteY595" fmla="*/ 772160 h 1245446"/>
                <a:gd name="connsiteX596" fmla="*/ 813224 w 1156123"/>
                <a:gd name="connsiteY596" fmla="*/ 776393 h 1245446"/>
                <a:gd name="connsiteX597" fmla="*/ 811953 w 1156123"/>
                <a:gd name="connsiteY597" fmla="*/ 776393 h 1245446"/>
                <a:gd name="connsiteX598" fmla="*/ 806450 w 1156123"/>
                <a:gd name="connsiteY598" fmla="*/ 761153 h 1245446"/>
                <a:gd name="connsiteX599" fmla="*/ 791210 w 1156123"/>
                <a:gd name="connsiteY599" fmla="*/ 751417 h 1245446"/>
                <a:gd name="connsiteX600" fmla="*/ 784437 w 1156123"/>
                <a:gd name="connsiteY600" fmla="*/ 751417 h 1245446"/>
                <a:gd name="connsiteX601" fmla="*/ 784860 w 1156123"/>
                <a:gd name="connsiteY601" fmla="*/ 751840 h 1245446"/>
                <a:gd name="connsiteX602" fmla="*/ 337820 w 1156123"/>
                <a:gd name="connsiteY602" fmla="*/ 50377 h 1245446"/>
                <a:gd name="connsiteX603" fmla="*/ 337820 w 1156123"/>
                <a:gd name="connsiteY603" fmla="*/ 38947 h 1245446"/>
                <a:gd name="connsiteX604" fmla="*/ 323850 w 1156123"/>
                <a:gd name="connsiteY604" fmla="*/ 47413 h 1245446"/>
                <a:gd name="connsiteX605" fmla="*/ 337820 w 1156123"/>
                <a:gd name="connsiteY605" fmla="*/ 50377 h 1245446"/>
                <a:gd name="connsiteX606" fmla="*/ 653203 w 1156123"/>
                <a:gd name="connsiteY606" fmla="*/ 92287 h 1245446"/>
                <a:gd name="connsiteX607" fmla="*/ 654474 w 1156123"/>
                <a:gd name="connsiteY607" fmla="*/ 93557 h 1245446"/>
                <a:gd name="connsiteX608" fmla="*/ 668443 w 1156123"/>
                <a:gd name="connsiteY608" fmla="*/ 92287 h 1245446"/>
                <a:gd name="connsiteX609" fmla="*/ 678180 w 1156123"/>
                <a:gd name="connsiteY609" fmla="*/ 92287 h 1245446"/>
                <a:gd name="connsiteX610" fmla="*/ 668443 w 1156123"/>
                <a:gd name="connsiteY610" fmla="*/ 78317 h 1245446"/>
                <a:gd name="connsiteX611" fmla="*/ 657437 w 1156123"/>
                <a:gd name="connsiteY611" fmla="*/ 75353 h 1245446"/>
                <a:gd name="connsiteX612" fmla="*/ 643467 w 1156123"/>
                <a:gd name="connsiteY612" fmla="*/ 78317 h 1245446"/>
                <a:gd name="connsiteX613" fmla="*/ 653203 w 1156123"/>
                <a:gd name="connsiteY613" fmla="*/ 92287 h 1245446"/>
                <a:gd name="connsiteX614" fmla="*/ 905510 w 1156123"/>
                <a:gd name="connsiteY614" fmla="*/ 106257 h 1245446"/>
                <a:gd name="connsiteX615" fmla="*/ 905510 w 1156123"/>
                <a:gd name="connsiteY615" fmla="*/ 107527 h 1245446"/>
                <a:gd name="connsiteX616" fmla="*/ 906780 w 1156123"/>
                <a:gd name="connsiteY616" fmla="*/ 113030 h 1245446"/>
                <a:gd name="connsiteX617" fmla="*/ 920750 w 1156123"/>
                <a:gd name="connsiteY617" fmla="*/ 117263 h 1245446"/>
                <a:gd name="connsiteX618" fmla="*/ 934720 w 1156123"/>
                <a:gd name="connsiteY618" fmla="*/ 114300 h 1245446"/>
                <a:gd name="connsiteX619" fmla="*/ 948690 w 1156123"/>
                <a:gd name="connsiteY619" fmla="*/ 104563 h 1245446"/>
                <a:gd name="connsiteX620" fmla="*/ 951653 w 1156123"/>
                <a:gd name="connsiteY620" fmla="*/ 104563 h 1245446"/>
                <a:gd name="connsiteX621" fmla="*/ 965624 w 1156123"/>
                <a:gd name="connsiteY621" fmla="*/ 108797 h 1245446"/>
                <a:gd name="connsiteX622" fmla="*/ 979593 w 1156123"/>
                <a:gd name="connsiteY622" fmla="*/ 111760 h 1245446"/>
                <a:gd name="connsiteX623" fmla="*/ 977053 w 1156123"/>
                <a:gd name="connsiteY623" fmla="*/ 97790 h 1245446"/>
                <a:gd name="connsiteX624" fmla="*/ 963084 w 1156123"/>
                <a:gd name="connsiteY624" fmla="*/ 90593 h 1245446"/>
                <a:gd name="connsiteX625" fmla="*/ 969857 w 1156123"/>
                <a:gd name="connsiteY625" fmla="*/ 75353 h 1245446"/>
                <a:gd name="connsiteX626" fmla="*/ 967317 w 1156123"/>
                <a:gd name="connsiteY626" fmla="*/ 65617 h 1245446"/>
                <a:gd name="connsiteX627" fmla="*/ 953347 w 1156123"/>
                <a:gd name="connsiteY627" fmla="*/ 66887 h 1245446"/>
                <a:gd name="connsiteX628" fmla="*/ 938107 w 1156123"/>
                <a:gd name="connsiteY628" fmla="*/ 63923 h 1245446"/>
                <a:gd name="connsiteX629" fmla="*/ 935143 w 1156123"/>
                <a:gd name="connsiteY629" fmla="*/ 49953 h 1245446"/>
                <a:gd name="connsiteX630" fmla="*/ 921174 w 1156123"/>
                <a:gd name="connsiteY630" fmla="*/ 62653 h 1245446"/>
                <a:gd name="connsiteX631" fmla="*/ 925407 w 1156123"/>
                <a:gd name="connsiteY631" fmla="*/ 68157 h 1245446"/>
                <a:gd name="connsiteX632" fmla="*/ 939377 w 1156123"/>
                <a:gd name="connsiteY632" fmla="*/ 66887 h 1245446"/>
                <a:gd name="connsiteX633" fmla="*/ 949113 w 1156123"/>
                <a:gd name="connsiteY633" fmla="*/ 80857 h 1245446"/>
                <a:gd name="connsiteX634" fmla="*/ 935143 w 1156123"/>
                <a:gd name="connsiteY634" fmla="*/ 75353 h 1245446"/>
                <a:gd name="connsiteX635" fmla="*/ 921174 w 1156123"/>
                <a:gd name="connsiteY635" fmla="*/ 71120 h 1245446"/>
                <a:gd name="connsiteX636" fmla="*/ 907203 w 1156123"/>
                <a:gd name="connsiteY636" fmla="*/ 71120 h 1245446"/>
                <a:gd name="connsiteX637" fmla="*/ 913977 w 1156123"/>
                <a:gd name="connsiteY637" fmla="*/ 85090 h 1245446"/>
                <a:gd name="connsiteX638" fmla="*/ 916517 w 1156123"/>
                <a:gd name="connsiteY638" fmla="*/ 99060 h 1245446"/>
                <a:gd name="connsiteX639" fmla="*/ 902547 w 1156123"/>
                <a:gd name="connsiteY639" fmla="*/ 104563 h 1245446"/>
                <a:gd name="connsiteX640" fmla="*/ 905510 w 1156123"/>
                <a:gd name="connsiteY640" fmla="*/ 106257 h 1245446"/>
                <a:gd name="connsiteX641" fmla="*/ 1003300 w 1156123"/>
                <a:gd name="connsiteY641" fmla="*/ 154940 h 1245446"/>
                <a:gd name="connsiteX642" fmla="*/ 1017270 w 1156123"/>
                <a:gd name="connsiteY642" fmla="*/ 154940 h 1245446"/>
                <a:gd name="connsiteX643" fmla="*/ 1001607 w 1156123"/>
                <a:gd name="connsiteY643" fmla="*/ 160443 h 1245446"/>
                <a:gd name="connsiteX644" fmla="*/ 1005840 w 1156123"/>
                <a:gd name="connsiteY644" fmla="*/ 174413 h 1245446"/>
                <a:gd name="connsiteX645" fmla="*/ 993563 w 1156123"/>
                <a:gd name="connsiteY645" fmla="*/ 179917 h 1245446"/>
                <a:gd name="connsiteX646" fmla="*/ 993563 w 1156123"/>
                <a:gd name="connsiteY646" fmla="*/ 181187 h 1245446"/>
                <a:gd name="connsiteX647" fmla="*/ 996103 w 1156123"/>
                <a:gd name="connsiteY647" fmla="*/ 182457 h 1245446"/>
                <a:gd name="connsiteX648" fmla="*/ 1011343 w 1156123"/>
                <a:gd name="connsiteY648" fmla="*/ 182457 h 1245446"/>
                <a:gd name="connsiteX649" fmla="*/ 1025313 w 1156123"/>
                <a:gd name="connsiteY649" fmla="*/ 178223 h 1245446"/>
                <a:gd name="connsiteX650" fmla="*/ 1039284 w 1156123"/>
                <a:gd name="connsiteY650" fmla="*/ 178223 h 1245446"/>
                <a:gd name="connsiteX651" fmla="*/ 1042247 w 1156123"/>
                <a:gd name="connsiteY651" fmla="*/ 178223 h 1245446"/>
                <a:gd name="connsiteX652" fmla="*/ 1042247 w 1156123"/>
                <a:gd name="connsiteY652" fmla="*/ 173990 h 1245446"/>
                <a:gd name="connsiteX653" fmla="*/ 1042247 w 1156123"/>
                <a:gd name="connsiteY653" fmla="*/ 169757 h 1245446"/>
                <a:gd name="connsiteX654" fmla="*/ 1028277 w 1156123"/>
                <a:gd name="connsiteY654" fmla="*/ 158750 h 1245446"/>
                <a:gd name="connsiteX655" fmla="*/ 1014307 w 1156123"/>
                <a:gd name="connsiteY655" fmla="*/ 147743 h 1245446"/>
                <a:gd name="connsiteX656" fmla="*/ 1000337 w 1156123"/>
                <a:gd name="connsiteY656" fmla="*/ 143510 h 1245446"/>
                <a:gd name="connsiteX657" fmla="*/ 986367 w 1156123"/>
                <a:gd name="connsiteY657" fmla="*/ 130810 h 1245446"/>
                <a:gd name="connsiteX658" fmla="*/ 990600 w 1156123"/>
                <a:gd name="connsiteY658" fmla="*/ 144780 h 1245446"/>
                <a:gd name="connsiteX659" fmla="*/ 989330 w 1156123"/>
                <a:gd name="connsiteY659" fmla="*/ 150283 h 1245446"/>
                <a:gd name="connsiteX660" fmla="*/ 1003300 w 1156123"/>
                <a:gd name="connsiteY660" fmla="*/ 154940 h 124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</a:cxnLst>
              <a:rect l="l" t="t" r="r" b="b"/>
              <a:pathLst>
                <a:path w="1156123" h="1245446">
                  <a:moveTo>
                    <a:pt x="784860" y="751840"/>
                  </a:moveTo>
                  <a:lnTo>
                    <a:pt x="786977" y="762847"/>
                  </a:lnTo>
                  <a:lnTo>
                    <a:pt x="794174" y="767080"/>
                  </a:lnTo>
                  <a:lnTo>
                    <a:pt x="798407" y="781050"/>
                  </a:lnTo>
                  <a:lnTo>
                    <a:pt x="800100" y="784013"/>
                  </a:lnTo>
                  <a:lnTo>
                    <a:pt x="804334" y="785283"/>
                  </a:lnTo>
                  <a:lnTo>
                    <a:pt x="805603" y="786553"/>
                  </a:lnTo>
                  <a:lnTo>
                    <a:pt x="819574" y="796290"/>
                  </a:lnTo>
                  <a:lnTo>
                    <a:pt x="826347" y="800524"/>
                  </a:lnTo>
                  <a:lnTo>
                    <a:pt x="840317" y="813224"/>
                  </a:lnTo>
                  <a:lnTo>
                    <a:pt x="837777" y="827193"/>
                  </a:lnTo>
                  <a:lnTo>
                    <a:pt x="837777" y="828463"/>
                  </a:lnTo>
                  <a:lnTo>
                    <a:pt x="836507" y="827193"/>
                  </a:lnTo>
                  <a:lnTo>
                    <a:pt x="825500" y="841163"/>
                  </a:lnTo>
                  <a:lnTo>
                    <a:pt x="839470" y="852170"/>
                  </a:lnTo>
                  <a:lnTo>
                    <a:pt x="840740" y="857674"/>
                  </a:lnTo>
                  <a:lnTo>
                    <a:pt x="849207" y="871643"/>
                  </a:lnTo>
                  <a:lnTo>
                    <a:pt x="857250" y="885613"/>
                  </a:lnTo>
                  <a:lnTo>
                    <a:pt x="868257" y="896620"/>
                  </a:lnTo>
                  <a:lnTo>
                    <a:pt x="882227" y="907627"/>
                  </a:lnTo>
                  <a:lnTo>
                    <a:pt x="887730" y="910590"/>
                  </a:lnTo>
                  <a:lnTo>
                    <a:pt x="902970" y="913553"/>
                  </a:lnTo>
                  <a:lnTo>
                    <a:pt x="913977" y="927524"/>
                  </a:lnTo>
                  <a:lnTo>
                    <a:pt x="926677" y="941493"/>
                  </a:lnTo>
                  <a:lnTo>
                    <a:pt x="929640" y="944033"/>
                  </a:lnTo>
                  <a:lnTo>
                    <a:pt x="930910" y="944033"/>
                  </a:lnTo>
                  <a:lnTo>
                    <a:pt x="944880" y="946997"/>
                  </a:lnTo>
                  <a:lnTo>
                    <a:pt x="955887" y="960967"/>
                  </a:lnTo>
                  <a:lnTo>
                    <a:pt x="955887" y="962237"/>
                  </a:lnTo>
                  <a:lnTo>
                    <a:pt x="957157" y="964777"/>
                  </a:lnTo>
                  <a:lnTo>
                    <a:pt x="971127" y="966047"/>
                  </a:lnTo>
                  <a:lnTo>
                    <a:pt x="982134" y="970280"/>
                  </a:lnTo>
                  <a:lnTo>
                    <a:pt x="996103" y="982980"/>
                  </a:lnTo>
                  <a:lnTo>
                    <a:pt x="1005840" y="991447"/>
                  </a:lnTo>
                  <a:lnTo>
                    <a:pt x="1012613" y="999913"/>
                  </a:lnTo>
                  <a:lnTo>
                    <a:pt x="1010074" y="1013883"/>
                  </a:lnTo>
                  <a:lnTo>
                    <a:pt x="1010074" y="1027853"/>
                  </a:lnTo>
                  <a:lnTo>
                    <a:pt x="999067" y="1041824"/>
                  </a:lnTo>
                  <a:lnTo>
                    <a:pt x="985097" y="1034627"/>
                  </a:lnTo>
                  <a:lnTo>
                    <a:pt x="971127" y="1031663"/>
                  </a:lnTo>
                  <a:lnTo>
                    <a:pt x="968163" y="1031663"/>
                  </a:lnTo>
                  <a:lnTo>
                    <a:pt x="963930" y="1032933"/>
                  </a:lnTo>
                  <a:lnTo>
                    <a:pt x="962660" y="1032933"/>
                  </a:lnTo>
                  <a:lnTo>
                    <a:pt x="962660" y="1035897"/>
                  </a:lnTo>
                  <a:lnTo>
                    <a:pt x="961390" y="1049867"/>
                  </a:lnTo>
                  <a:lnTo>
                    <a:pt x="961390" y="1059603"/>
                  </a:lnTo>
                  <a:lnTo>
                    <a:pt x="957157" y="1066377"/>
                  </a:lnTo>
                  <a:lnTo>
                    <a:pt x="941917" y="1076113"/>
                  </a:lnTo>
                  <a:lnTo>
                    <a:pt x="927947" y="1077383"/>
                  </a:lnTo>
                  <a:lnTo>
                    <a:pt x="912707" y="1081617"/>
                  </a:lnTo>
                  <a:lnTo>
                    <a:pt x="910167" y="1082887"/>
                  </a:lnTo>
                  <a:lnTo>
                    <a:pt x="897467" y="1091353"/>
                  </a:lnTo>
                  <a:lnTo>
                    <a:pt x="884767" y="1099820"/>
                  </a:lnTo>
                  <a:lnTo>
                    <a:pt x="876300" y="1113790"/>
                  </a:lnTo>
                  <a:lnTo>
                    <a:pt x="889000" y="1127760"/>
                  </a:lnTo>
                  <a:lnTo>
                    <a:pt x="898737" y="1136227"/>
                  </a:lnTo>
                  <a:lnTo>
                    <a:pt x="908474" y="1150197"/>
                  </a:lnTo>
                  <a:lnTo>
                    <a:pt x="907203" y="1151467"/>
                  </a:lnTo>
                  <a:lnTo>
                    <a:pt x="905934" y="1152737"/>
                  </a:lnTo>
                  <a:lnTo>
                    <a:pt x="898737" y="1163743"/>
                  </a:lnTo>
                  <a:lnTo>
                    <a:pt x="904240" y="1172210"/>
                  </a:lnTo>
                  <a:lnTo>
                    <a:pt x="918210" y="1178983"/>
                  </a:lnTo>
                  <a:lnTo>
                    <a:pt x="913977" y="1192953"/>
                  </a:lnTo>
                  <a:lnTo>
                    <a:pt x="915247" y="1206924"/>
                  </a:lnTo>
                  <a:lnTo>
                    <a:pt x="909743" y="1212427"/>
                  </a:lnTo>
                  <a:lnTo>
                    <a:pt x="895774" y="1206924"/>
                  </a:lnTo>
                  <a:lnTo>
                    <a:pt x="892810" y="1205653"/>
                  </a:lnTo>
                  <a:lnTo>
                    <a:pt x="878840" y="1192953"/>
                  </a:lnTo>
                  <a:lnTo>
                    <a:pt x="875877" y="1178983"/>
                  </a:lnTo>
                  <a:lnTo>
                    <a:pt x="863177" y="1177713"/>
                  </a:lnTo>
                  <a:lnTo>
                    <a:pt x="849207" y="1184910"/>
                  </a:lnTo>
                  <a:lnTo>
                    <a:pt x="842434" y="1184910"/>
                  </a:lnTo>
                  <a:lnTo>
                    <a:pt x="828463" y="1176443"/>
                  </a:lnTo>
                  <a:lnTo>
                    <a:pt x="814493" y="1176443"/>
                  </a:lnTo>
                  <a:lnTo>
                    <a:pt x="799253" y="1175174"/>
                  </a:lnTo>
                  <a:lnTo>
                    <a:pt x="803487" y="1187874"/>
                  </a:lnTo>
                  <a:lnTo>
                    <a:pt x="802217" y="1190837"/>
                  </a:lnTo>
                  <a:lnTo>
                    <a:pt x="800947" y="1189567"/>
                  </a:lnTo>
                  <a:lnTo>
                    <a:pt x="799677" y="1189567"/>
                  </a:lnTo>
                  <a:lnTo>
                    <a:pt x="785707" y="1188297"/>
                  </a:lnTo>
                  <a:lnTo>
                    <a:pt x="771737" y="1189567"/>
                  </a:lnTo>
                  <a:lnTo>
                    <a:pt x="756497" y="1195070"/>
                  </a:lnTo>
                  <a:lnTo>
                    <a:pt x="742527" y="1193800"/>
                  </a:lnTo>
                  <a:lnTo>
                    <a:pt x="728557" y="1195070"/>
                  </a:lnTo>
                  <a:lnTo>
                    <a:pt x="714587" y="1206077"/>
                  </a:lnTo>
                  <a:lnTo>
                    <a:pt x="700617" y="1207347"/>
                  </a:lnTo>
                  <a:lnTo>
                    <a:pt x="695113" y="1215813"/>
                  </a:lnTo>
                  <a:lnTo>
                    <a:pt x="681143" y="1224280"/>
                  </a:lnTo>
                  <a:lnTo>
                    <a:pt x="679874" y="1224280"/>
                  </a:lnTo>
                  <a:lnTo>
                    <a:pt x="665903" y="1221740"/>
                  </a:lnTo>
                  <a:lnTo>
                    <a:pt x="650663" y="1225974"/>
                  </a:lnTo>
                  <a:lnTo>
                    <a:pt x="636693" y="1212003"/>
                  </a:lnTo>
                  <a:lnTo>
                    <a:pt x="636693" y="1210733"/>
                  </a:lnTo>
                  <a:lnTo>
                    <a:pt x="629920" y="1207770"/>
                  </a:lnTo>
                  <a:lnTo>
                    <a:pt x="635424" y="1204807"/>
                  </a:lnTo>
                  <a:lnTo>
                    <a:pt x="621453" y="1204807"/>
                  </a:lnTo>
                  <a:lnTo>
                    <a:pt x="606213" y="1199303"/>
                  </a:lnTo>
                  <a:lnTo>
                    <a:pt x="604943" y="1199303"/>
                  </a:lnTo>
                  <a:lnTo>
                    <a:pt x="593937" y="1198033"/>
                  </a:lnTo>
                  <a:lnTo>
                    <a:pt x="590974" y="1202267"/>
                  </a:lnTo>
                  <a:lnTo>
                    <a:pt x="577003" y="1193800"/>
                  </a:lnTo>
                  <a:lnTo>
                    <a:pt x="572770" y="1207770"/>
                  </a:lnTo>
                  <a:lnTo>
                    <a:pt x="577003" y="1214543"/>
                  </a:lnTo>
                  <a:lnTo>
                    <a:pt x="567267" y="1228513"/>
                  </a:lnTo>
                  <a:lnTo>
                    <a:pt x="553297" y="1242483"/>
                  </a:lnTo>
                  <a:lnTo>
                    <a:pt x="539327" y="1245447"/>
                  </a:lnTo>
                  <a:lnTo>
                    <a:pt x="542290" y="1241213"/>
                  </a:lnTo>
                  <a:lnTo>
                    <a:pt x="542290" y="1227243"/>
                  </a:lnTo>
                  <a:lnTo>
                    <a:pt x="526627" y="1224280"/>
                  </a:lnTo>
                  <a:lnTo>
                    <a:pt x="516890" y="1210310"/>
                  </a:lnTo>
                  <a:lnTo>
                    <a:pt x="515620" y="1207347"/>
                  </a:lnTo>
                  <a:lnTo>
                    <a:pt x="511387" y="1200150"/>
                  </a:lnTo>
                  <a:lnTo>
                    <a:pt x="497417" y="1201420"/>
                  </a:lnTo>
                  <a:lnTo>
                    <a:pt x="482177" y="1198880"/>
                  </a:lnTo>
                  <a:lnTo>
                    <a:pt x="482177" y="1200150"/>
                  </a:lnTo>
                  <a:lnTo>
                    <a:pt x="480483" y="1201420"/>
                  </a:lnTo>
                  <a:lnTo>
                    <a:pt x="473710" y="1202690"/>
                  </a:lnTo>
                  <a:lnTo>
                    <a:pt x="459740" y="1201420"/>
                  </a:lnTo>
                  <a:lnTo>
                    <a:pt x="454237" y="1198880"/>
                  </a:lnTo>
                  <a:lnTo>
                    <a:pt x="438997" y="1190413"/>
                  </a:lnTo>
                  <a:lnTo>
                    <a:pt x="425027" y="1183640"/>
                  </a:lnTo>
                  <a:lnTo>
                    <a:pt x="409787" y="1180677"/>
                  </a:lnTo>
                  <a:lnTo>
                    <a:pt x="408517" y="1180677"/>
                  </a:lnTo>
                  <a:lnTo>
                    <a:pt x="403013" y="1180677"/>
                  </a:lnTo>
                  <a:lnTo>
                    <a:pt x="398780" y="1177713"/>
                  </a:lnTo>
                  <a:lnTo>
                    <a:pt x="384810" y="1178983"/>
                  </a:lnTo>
                  <a:lnTo>
                    <a:pt x="370840" y="1181947"/>
                  </a:lnTo>
                  <a:lnTo>
                    <a:pt x="359833" y="1177713"/>
                  </a:lnTo>
                  <a:lnTo>
                    <a:pt x="350097" y="1174750"/>
                  </a:lnTo>
                  <a:lnTo>
                    <a:pt x="350097" y="1169247"/>
                  </a:lnTo>
                  <a:lnTo>
                    <a:pt x="351367" y="1167977"/>
                  </a:lnTo>
                  <a:lnTo>
                    <a:pt x="345863" y="1165013"/>
                  </a:lnTo>
                  <a:lnTo>
                    <a:pt x="331893" y="1159510"/>
                  </a:lnTo>
                  <a:lnTo>
                    <a:pt x="316230" y="1167977"/>
                  </a:lnTo>
                  <a:lnTo>
                    <a:pt x="311997" y="1181947"/>
                  </a:lnTo>
                  <a:lnTo>
                    <a:pt x="319193" y="1184910"/>
                  </a:lnTo>
                  <a:lnTo>
                    <a:pt x="333163" y="1180677"/>
                  </a:lnTo>
                  <a:lnTo>
                    <a:pt x="334857" y="1181947"/>
                  </a:lnTo>
                  <a:lnTo>
                    <a:pt x="330624" y="1194647"/>
                  </a:lnTo>
                  <a:lnTo>
                    <a:pt x="329353" y="1191683"/>
                  </a:lnTo>
                  <a:lnTo>
                    <a:pt x="329353" y="1188720"/>
                  </a:lnTo>
                  <a:lnTo>
                    <a:pt x="320887" y="1195917"/>
                  </a:lnTo>
                  <a:lnTo>
                    <a:pt x="311150" y="1197187"/>
                  </a:lnTo>
                  <a:lnTo>
                    <a:pt x="295910" y="1194224"/>
                  </a:lnTo>
                  <a:lnTo>
                    <a:pt x="286174" y="1189990"/>
                  </a:lnTo>
                  <a:lnTo>
                    <a:pt x="284903" y="1189990"/>
                  </a:lnTo>
                  <a:lnTo>
                    <a:pt x="270933" y="1195493"/>
                  </a:lnTo>
                  <a:lnTo>
                    <a:pt x="255693" y="1199727"/>
                  </a:lnTo>
                  <a:lnTo>
                    <a:pt x="241723" y="1194224"/>
                  </a:lnTo>
                  <a:lnTo>
                    <a:pt x="227753" y="1199727"/>
                  </a:lnTo>
                  <a:lnTo>
                    <a:pt x="220980" y="1200997"/>
                  </a:lnTo>
                  <a:lnTo>
                    <a:pt x="207010" y="1198457"/>
                  </a:lnTo>
                  <a:lnTo>
                    <a:pt x="208280" y="1197187"/>
                  </a:lnTo>
                  <a:lnTo>
                    <a:pt x="212513" y="1191683"/>
                  </a:lnTo>
                  <a:lnTo>
                    <a:pt x="204470" y="1194647"/>
                  </a:lnTo>
                  <a:lnTo>
                    <a:pt x="203200" y="1195917"/>
                  </a:lnTo>
                  <a:lnTo>
                    <a:pt x="203200" y="1194647"/>
                  </a:lnTo>
                  <a:lnTo>
                    <a:pt x="201930" y="1190413"/>
                  </a:lnTo>
                  <a:lnTo>
                    <a:pt x="193463" y="1176443"/>
                  </a:lnTo>
                  <a:lnTo>
                    <a:pt x="196003" y="1165437"/>
                  </a:lnTo>
                  <a:lnTo>
                    <a:pt x="197273" y="1156970"/>
                  </a:lnTo>
                  <a:lnTo>
                    <a:pt x="202777" y="1143000"/>
                  </a:lnTo>
                  <a:lnTo>
                    <a:pt x="208280" y="1129030"/>
                  </a:lnTo>
                  <a:lnTo>
                    <a:pt x="207010" y="1127760"/>
                  </a:lnTo>
                  <a:lnTo>
                    <a:pt x="204470" y="1123527"/>
                  </a:lnTo>
                  <a:lnTo>
                    <a:pt x="201507" y="1120563"/>
                  </a:lnTo>
                  <a:lnTo>
                    <a:pt x="201507" y="1109557"/>
                  </a:lnTo>
                  <a:lnTo>
                    <a:pt x="205740" y="1101090"/>
                  </a:lnTo>
                  <a:lnTo>
                    <a:pt x="212513" y="1091353"/>
                  </a:lnTo>
                  <a:lnTo>
                    <a:pt x="218017" y="1077383"/>
                  </a:lnTo>
                  <a:lnTo>
                    <a:pt x="224790" y="1070187"/>
                  </a:lnTo>
                  <a:lnTo>
                    <a:pt x="224790" y="1057487"/>
                  </a:lnTo>
                  <a:lnTo>
                    <a:pt x="229023" y="1046480"/>
                  </a:lnTo>
                  <a:lnTo>
                    <a:pt x="231563" y="1033780"/>
                  </a:lnTo>
                  <a:lnTo>
                    <a:pt x="231563" y="1032510"/>
                  </a:lnTo>
                  <a:lnTo>
                    <a:pt x="231563" y="1029547"/>
                  </a:lnTo>
                  <a:lnTo>
                    <a:pt x="244263" y="1015577"/>
                  </a:lnTo>
                  <a:lnTo>
                    <a:pt x="259503" y="1004570"/>
                  </a:lnTo>
                  <a:lnTo>
                    <a:pt x="271780" y="989330"/>
                  </a:lnTo>
                  <a:lnTo>
                    <a:pt x="280247" y="975360"/>
                  </a:lnTo>
                  <a:lnTo>
                    <a:pt x="287443" y="969857"/>
                  </a:lnTo>
                  <a:lnTo>
                    <a:pt x="281940" y="968587"/>
                  </a:lnTo>
                  <a:lnTo>
                    <a:pt x="280670" y="968587"/>
                  </a:lnTo>
                  <a:lnTo>
                    <a:pt x="269663" y="965624"/>
                  </a:lnTo>
                  <a:lnTo>
                    <a:pt x="255693" y="960120"/>
                  </a:lnTo>
                  <a:lnTo>
                    <a:pt x="251460" y="957157"/>
                  </a:lnTo>
                  <a:lnTo>
                    <a:pt x="241723" y="957157"/>
                  </a:lnTo>
                  <a:lnTo>
                    <a:pt x="227753" y="957157"/>
                  </a:lnTo>
                  <a:lnTo>
                    <a:pt x="213783" y="957157"/>
                  </a:lnTo>
                  <a:lnTo>
                    <a:pt x="206587" y="950383"/>
                  </a:lnTo>
                  <a:lnTo>
                    <a:pt x="192617" y="941917"/>
                  </a:lnTo>
                  <a:lnTo>
                    <a:pt x="191347" y="937683"/>
                  </a:lnTo>
                  <a:lnTo>
                    <a:pt x="177377" y="936413"/>
                  </a:lnTo>
                  <a:lnTo>
                    <a:pt x="164677" y="944880"/>
                  </a:lnTo>
                  <a:lnTo>
                    <a:pt x="149437" y="943610"/>
                  </a:lnTo>
                  <a:lnTo>
                    <a:pt x="135467" y="946574"/>
                  </a:lnTo>
                  <a:lnTo>
                    <a:pt x="131233" y="934297"/>
                  </a:lnTo>
                  <a:lnTo>
                    <a:pt x="122767" y="931333"/>
                  </a:lnTo>
                  <a:lnTo>
                    <a:pt x="121497" y="930063"/>
                  </a:lnTo>
                  <a:lnTo>
                    <a:pt x="120227" y="928793"/>
                  </a:lnTo>
                  <a:lnTo>
                    <a:pt x="106257" y="939800"/>
                  </a:lnTo>
                  <a:lnTo>
                    <a:pt x="92287" y="928793"/>
                  </a:lnTo>
                  <a:lnTo>
                    <a:pt x="85090" y="920327"/>
                  </a:lnTo>
                  <a:lnTo>
                    <a:pt x="76623" y="906357"/>
                  </a:lnTo>
                  <a:lnTo>
                    <a:pt x="64347" y="892387"/>
                  </a:lnTo>
                  <a:lnTo>
                    <a:pt x="50377" y="889424"/>
                  </a:lnTo>
                  <a:lnTo>
                    <a:pt x="48683" y="889424"/>
                  </a:lnTo>
                  <a:lnTo>
                    <a:pt x="47413" y="889424"/>
                  </a:lnTo>
                  <a:lnTo>
                    <a:pt x="47413" y="878417"/>
                  </a:lnTo>
                  <a:lnTo>
                    <a:pt x="48683" y="875453"/>
                  </a:lnTo>
                  <a:lnTo>
                    <a:pt x="48683" y="868680"/>
                  </a:lnTo>
                  <a:lnTo>
                    <a:pt x="58420" y="854710"/>
                  </a:lnTo>
                  <a:lnTo>
                    <a:pt x="66887" y="849207"/>
                  </a:lnTo>
                  <a:lnTo>
                    <a:pt x="66887" y="844974"/>
                  </a:lnTo>
                  <a:lnTo>
                    <a:pt x="57150" y="832697"/>
                  </a:lnTo>
                  <a:lnTo>
                    <a:pt x="43180" y="825924"/>
                  </a:lnTo>
                  <a:lnTo>
                    <a:pt x="33443" y="820420"/>
                  </a:lnTo>
                  <a:lnTo>
                    <a:pt x="23707" y="806450"/>
                  </a:lnTo>
                  <a:lnTo>
                    <a:pt x="20743" y="802217"/>
                  </a:lnTo>
                  <a:lnTo>
                    <a:pt x="19473" y="796713"/>
                  </a:lnTo>
                  <a:lnTo>
                    <a:pt x="20743" y="781474"/>
                  </a:lnTo>
                  <a:lnTo>
                    <a:pt x="22437" y="778510"/>
                  </a:lnTo>
                  <a:lnTo>
                    <a:pt x="26670" y="764540"/>
                  </a:lnTo>
                  <a:lnTo>
                    <a:pt x="40640" y="754803"/>
                  </a:lnTo>
                  <a:lnTo>
                    <a:pt x="54610" y="750570"/>
                  </a:lnTo>
                  <a:lnTo>
                    <a:pt x="49107" y="740833"/>
                  </a:lnTo>
                  <a:lnTo>
                    <a:pt x="50800" y="736600"/>
                  </a:lnTo>
                  <a:lnTo>
                    <a:pt x="45297" y="721360"/>
                  </a:lnTo>
                  <a:lnTo>
                    <a:pt x="31327" y="720090"/>
                  </a:lnTo>
                  <a:lnTo>
                    <a:pt x="38100" y="704850"/>
                  </a:lnTo>
                  <a:lnTo>
                    <a:pt x="35137" y="701887"/>
                  </a:lnTo>
                  <a:lnTo>
                    <a:pt x="26670" y="701887"/>
                  </a:lnTo>
                  <a:lnTo>
                    <a:pt x="19473" y="687917"/>
                  </a:lnTo>
                  <a:lnTo>
                    <a:pt x="16933" y="686647"/>
                  </a:lnTo>
                  <a:lnTo>
                    <a:pt x="9737" y="686647"/>
                  </a:lnTo>
                  <a:lnTo>
                    <a:pt x="8467" y="684953"/>
                  </a:lnTo>
                  <a:lnTo>
                    <a:pt x="7197" y="681990"/>
                  </a:lnTo>
                  <a:lnTo>
                    <a:pt x="7197" y="679027"/>
                  </a:lnTo>
                  <a:lnTo>
                    <a:pt x="7197" y="677757"/>
                  </a:lnTo>
                  <a:lnTo>
                    <a:pt x="8467" y="670560"/>
                  </a:lnTo>
                  <a:lnTo>
                    <a:pt x="7197" y="666327"/>
                  </a:lnTo>
                  <a:lnTo>
                    <a:pt x="9737" y="665057"/>
                  </a:lnTo>
                  <a:lnTo>
                    <a:pt x="16933" y="659553"/>
                  </a:lnTo>
                  <a:lnTo>
                    <a:pt x="13970" y="654050"/>
                  </a:lnTo>
                  <a:lnTo>
                    <a:pt x="7197" y="648547"/>
                  </a:lnTo>
                  <a:lnTo>
                    <a:pt x="0" y="634577"/>
                  </a:lnTo>
                  <a:lnTo>
                    <a:pt x="15240" y="621877"/>
                  </a:lnTo>
                  <a:lnTo>
                    <a:pt x="16510" y="607907"/>
                  </a:lnTo>
                  <a:lnTo>
                    <a:pt x="19050" y="600710"/>
                  </a:lnTo>
                  <a:lnTo>
                    <a:pt x="31750" y="586740"/>
                  </a:lnTo>
                  <a:lnTo>
                    <a:pt x="33020" y="583777"/>
                  </a:lnTo>
                  <a:lnTo>
                    <a:pt x="35983" y="578274"/>
                  </a:lnTo>
                  <a:lnTo>
                    <a:pt x="35983" y="575310"/>
                  </a:lnTo>
                  <a:lnTo>
                    <a:pt x="34713" y="566843"/>
                  </a:lnTo>
                  <a:lnTo>
                    <a:pt x="30480" y="552874"/>
                  </a:lnTo>
                  <a:lnTo>
                    <a:pt x="22013" y="538903"/>
                  </a:lnTo>
                  <a:lnTo>
                    <a:pt x="13547" y="524933"/>
                  </a:lnTo>
                  <a:lnTo>
                    <a:pt x="2540" y="519430"/>
                  </a:lnTo>
                  <a:lnTo>
                    <a:pt x="2540" y="519430"/>
                  </a:lnTo>
                  <a:lnTo>
                    <a:pt x="6773" y="513927"/>
                  </a:lnTo>
                  <a:lnTo>
                    <a:pt x="3810" y="508424"/>
                  </a:lnTo>
                  <a:lnTo>
                    <a:pt x="2540" y="507153"/>
                  </a:lnTo>
                  <a:lnTo>
                    <a:pt x="16510" y="501650"/>
                  </a:lnTo>
                  <a:lnTo>
                    <a:pt x="30480" y="505883"/>
                  </a:lnTo>
                  <a:lnTo>
                    <a:pt x="26247" y="494877"/>
                  </a:lnTo>
                  <a:lnTo>
                    <a:pt x="27517" y="494877"/>
                  </a:lnTo>
                  <a:lnTo>
                    <a:pt x="38947" y="500380"/>
                  </a:lnTo>
                  <a:lnTo>
                    <a:pt x="52917" y="503343"/>
                  </a:lnTo>
                  <a:lnTo>
                    <a:pt x="68157" y="503343"/>
                  </a:lnTo>
                  <a:lnTo>
                    <a:pt x="82127" y="497840"/>
                  </a:lnTo>
                  <a:lnTo>
                    <a:pt x="96097" y="493607"/>
                  </a:lnTo>
                  <a:lnTo>
                    <a:pt x="110067" y="490643"/>
                  </a:lnTo>
                  <a:lnTo>
                    <a:pt x="111337" y="489374"/>
                  </a:lnTo>
                  <a:lnTo>
                    <a:pt x="104563" y="475403"/>
                  </a:lnTo>
                  <a:lnTo>
                    <a:pt x="107103" y="461433"/>
                  </a:lnTo>
                  <a:lnTo>
                    <a:pt x="119803" y="460163"/>
                  </a:lnTo>
                  <a:lnTo>
                    <a:pt x="133773" y="446193"/>
                  </a:lnTo>
                  <a:lnTo>
                    <a:pt x="135043" y="444924"/>
                  </a:lnTo>
                  <a:lnTo>
                    <a:pt x="143510" y="442383"/>
                  </a:lnTo>
                  <a:lnTo>
                    <a:pt x="142240" y="431377"/>
                  </a:lnTo>
                  <a:lnTo>
                    <a:pt x="142240" y="428413"/>
                  </a:lnTo>
                  <a:lnTo>
                    <a:pt x="143510" y="427143"/>
                  </a:lnTo>
                  <a:lnTo>
                    <a:pt x="142240" y="413174"/>
                  </a:lnTo>
                  <a:lnTo>
                    <a:pt x="129963" y="408940"/>
                  </a:lnTo>
                  <a:lnTo>
                    <a:pt x="115993" y="404707"/>
                  </a:lnTo>
                  <a:lnTo>
                    <a:pt x="100753" y="397510"/>
                  </a:lnTo>
                  <a:lnTo>
                    <a:pt x="100753" y="392007"/>
                  </a:lnTo>
                  <a:lnTo>
                    <a:pt x="103717" y="378037"/>
                  </a:lnTo>
                  <a:lnTo>
                    <a:pt x="107950" y="375074"/>
                  </a:lnTo>
                  <a:lnTo>
                    <a:pt x="117687" y="373803"/>
                  </a:lnTo>
                  <a:lnTo>
                    <a:pt x="131657" y="375074"/>
                  </a:lnTo>
                  <a:lnTo>
                    <a:pt x="145627" y="375074"/>
                  </a:lnTo>
                  <a:lnTo>
                    <a:pt x="146897" y="361103"/>
                  </a:lnTo>
                  <a:lnTo>
                    <a:pt x="148167" y="358140"/>
                  </a:lnTo>
                  <a:lnTo>
                    <a:pt x="151130" y="344170"/>
                  </a:lnTo>
                  <a:lnTo>
                    <a:pt x="151130" y="342900"/>
                  </a:lnTo>
                  <a:lnTo>
                    <a:pt x="159173" y="331893"/>
                  </a:lnTo>
                  <a:lnTo>
                    <a:pt x="166370" y="317924"/>
                  </a:lnTo>
                  <a:lnTo>
                    <a:pt x="166370" y="303953"/>
                  </a:lnTo>
                  <a:lnTo>
                    <a:pt x="166370" y="289983"/>
                  </a:lnTo>
                  <a:lnTo>
                    <a:pt x="167640" y="288713"/>
                  </a:lnTo>
                  <a:lnTo>
                    <a:pt x="166370" y="278977"/>
                  </a:lnTo>
                  <a:lnTo>
                    <a:pt x="173143" y="267970"/>
                  </a:lnTo>
                  <a:lnTo>
                    <a:pt x="187113" y="270510"/>
                  </a:lnTo>
                  <a:lnTo>
                    <a:pt x="177377" y="266277"/>
                  </a:lnTo>
                  <a:lnTo>
                    <a:pt x="163407" y="263313"/>
                  </a:lnTo>
                  <a:lnTo>
                    <a:pt x="149437" y="263313"/>
                  </a:lnTo>
                  <a:lnTo>
                    <a:pt x="143933" y="249343"/>
                  </a:lnTo>
                  <a:lnTo>
                    <a:pt x="154940" y="235373"/>
                  </a:lnTo>
                  <a:lnTo>
                    <a:pt x="156210" y="221403"/>
                  </a:lnTo>
                  <a:lnTo>
                    <a:pt x="170180" y="211667"/>
                  </a:lnTo>
                  <a:lnTo>
                    <a:pt x="184150" y="207433"/>
                  </a:lnTo>
                  <a:lnTo>
                    <a:pt x="198120" y="207433"/>
                  </a:lnTo>
                  <a:lnTo>
                    <a:pt x="212090" y="208703"/>
                  </a:lnTo>
                  <a:lnTo>
                    <a:pt x="226060" y="205740"/>
                  </a:lnTo>
                  <a:lnTo>
                    <a:pt x="240030" y="204470"/>
                  </a:lnTo>
                  <a:lnTo>
                    <a:pt x="244263" y="204470"/>
                  </a:lnTo>
                  <a:lnTo>
                    <a:pt x="258233" y="203200"/>
                  </a:lnTo>
                  <a:lnTo>
                    <a:pt x="272203" y="215900"/>
                  </a:lnTo>
                  <a:lnTo>
                    <a:pt x="286174" y="228600"/>
                  </a:lnTo>
                  <a:lnTo>
                    <a:pt x="275167" y="242570"/>
                  </a:lnTo>
                  <a:lnTo>
                    <a:pt x="289137" y="249343"/>
                  </a:lnTo>
                  <a:lnTo>
                    <a:pt x="303107" y="248073"/>
                  </a:lnTo>
                  <a:lnTo>
                    <a:pt x="296333" y="234103"/>
                  </a:lnTo>
                  <a:lnTo>
                    <a:pt x="303107" y="220133"/>
                  </a:lnTo>
                  <a:lnTo>
                    <a:pt x="317077" y="225637"/>
                  </a:lnTo>
                  <a:lnTo>
                    <a:pt x="331047" y="236643"/>
                  </a:lnTo>
                  <a:lnTo>
                    <a:pt x="326813" y="250613"/>
                  </a:lnTo>
                  <a:lnTo>
                    <a:pt x="328083" y="257810"/>
                  </a:lnTo>
                  <a:lnTo>
                    <a:pt x="329353" y="260773"/>
                  </a:lnTo>
                  <a:lnTo>
                    <a:pt x="329353" y="249767"/>
                  </a:lnTo>
                  <a:lnTo>
                    <a:pt x="336127" y="235797"/>
                  </a:lnTo>
                  <a:lnTo>
                    <a:pt x="337820" y="234527"/>
                  </a:lnTo>
                  <a:lnTo>
                    <a:pt x="330624" y="219287"/>
                  </a:lnTo>
                  <a:lnTo>
                    <a:pt x="327660" y="205317"/>
                  </a:lnTo>
                  <a:lnTo>
                    <a:pt x="334433" y="191347"/>
                  </a:lnTo>
                  <a:lnTo>
                    <a:pt x="345440" y="177377"/>
                  </a:lnTo>
                  <a:lnTo>
                    <a:pt x="359410" y="181610"/>
                  </a:lnTo>
                  <a:lnTo>
                    <a:pt x="364913" y="184573"/>
                  </a:lnTo>
                  <a:lnTo>
                    <a:pt x="378883" y="185843"/>
                  </a:lnTo>
                  <a:lnTo>
                    <a:pt x="392853" y="184573"/>
                  </a:lnTo>
                  <a:lnTo>
                    <a:pt x="406824" y="180340"/>
                  </a:lnTo>
                  <a:lnTo>
                    <a:pt x="420793" y="180340"/>
                  </a:lnTo>
                  <a:lnTo>
                    <a:pt x="434763" y="191347"/>
                  </a:lnTo>
                  <a:lnTo>
                    <a:pt x="447463" y="205317"/>
                  </a:lnTo>
                  <a:lnTo>
                    <a:pt x="458470" y="219287"/>
                  </a:lnTo>
                  <a:lnTo>
                    <a:pt x="472440" y="227753"/>
                  </a:lnTo>
                  <a:lnTo>
                    <a:pt x="486410" y="231987"/>
                  </a:lnTo>
                  <a:lnTo>
                    <a:pt x="494877" y="233257"/>
                  </a:lnTo>
                  <a:lnTo>
                    <a:pt x="494877" y="230293"/>
                  </a:lnTo>
                  <a:lnTo>
                    <a:pt x="483870" y="227330"/>
                  </a:lnTo>
                  <a:lnTo>
                    <a:pt x="471170" y="223097"/>
                  </a:lnTo>
                  <a:lnTo>
                    <a:pt x="460163" y="209127"/>
                  </a:lnTo>
                  <a:lnTo>
                    <a:pt x="446193" y="197697"/>
                  </a:lnTo>
                  <a:lnTo>
                    <a:pt x="436457" y="183727"/>
                  </a:lnTo>
                  <a:lnTo>
                    <a:pt x="422487" y="176530"/>
                  </a:lnTo>
                  <a:lnTo>
                    <a:pt x="408517" y="175260"/>
                  </a:lnTo>
                  <a:lnTo>
                    <a:pt x="406824" y="175260"/>
                  </a:lnTo>
                  <a:lnTo>
                    <a:pt x="392853" y="173990"/>
                  </a:lnTo>
                  <a:lnTo>
                    <a:pt x="377613" y="165523"/>
                  </a:lnTo>
                  <a:lnTo>
                    <a:pt x="378883" y="151553"/>
                  </a:lnTo>
                  <a:lnTo>
                    <a:pt x="392853" y="148590"/>
                  </a:lnTo>
                  <a:lnTo>
                    <a:pt x="384387" y="134620"/>
                  </a:lnTo>
                  <a:lnTo>
                    <a:pt x="370417" y="132080"/>
                  </a:lnTo>
                  <a:lnTo>
                    <a:pt x="371687" y="118110"/>
                  </a:lnTo>
                  <a:lnTo>
                    <a:pt x="384387" y="108373"/>
                  </a:lnTo>
                  <a:lnTo>
                    <a:pt x="370417" y="111337"/>
                  </a:lnTo>
                  <a:lnTo>
                    <a:pt x="357717" y="112607"/>
                  </a:lnTo>
                  <a:lnTo>
                    <a:pt x="342477" y="108373"/>
                  </a:lnTo>
                  <a:lnTo>
                    <a:pt x="355177" y="94403"/>
                  </a:lnTo>
                  <a:lnTo>
                    <a:pt x="370417" y="91440"/>
                  </a:lnTo>
                  <a:lnTo>
                    <a:pt x="384387" y="87207"/>
                  </a:lnTo>
                  <a:lnTo>
                    <a:pt x="389890" y="73237"/>
                  </a:lnTo>
                  <a:lnTo>
                    <a:pt x="375920" y="62230"/>
                  </a:lnTo>
                  <a:lnTo>
                    <a:pt x="364913" y="46990"/>
                  </a:lnTo>
                  <a:lnTo>
                    <a:pt x="352213" y="33020"/>
                  </a:lnTo>
                  <a:lnTo>
                    <a:pt x="349250" y="19050"/>
                  </a:lnTo>
                  <a:lnTo>
                    <a:pt x="349250" y="17780"/>
                  </a:lnTo>
                  <a:lnTo>
                    <a:pt x="335280" y="17780"/>
                  </a:lnTo>
                  <a:lnTo>
                    <a:pt x="321310" y="22013"/>
                  </a:lnTo>
                  <a:lnTo>
                    <a:pt x="306070" y="20743"/>
                  </a:lnTo>
                  <a:lnTo>
                    <a:pt x="306070" y="34713"/>
                  </a:lnTo>
                  <a:lnTo>
                    <a:pt x="304800" y="20743"/>
                  </a:lnTo>
                  <a:lnTo>
                    <a:pt x="309033" y="6773"/>
                  </a:lnTo>
                  <a:lnTo>
                    <a:pt x="313267" y="0"/>
                  </a:lnTo>
                  <a:lnTo>
                    <a:pt x="317500" y="0"/>
                  </a:lnTo>
                  <a:lnTo>
                    <a:pt x="313267" y="13970"/>
                  </a:lnTo>
                  <a:lnTo>
                    <a:pt x="327237" y="18203"/>
                  </a:lnTo>
                  <a:lnTo>
                    <a:pt x="341207" y="16933"/>
                  </a:lnTo>
                  <a:lnTo>
                    <a:pt x="350943" y="12700"/>
                  </a:lnTo>
                  <a:lnTo>
                    <a:pt x="360680" y="15663"/>
                  </a:lnTo>
                  <a:lnTo>
                    <a:pt x="373380" y="12700"/>
                  </a:lnTo>
                  <a:lnTo>
                    <a:pt x="378883" y="13970"/>
                  </a:lnTo>
                  <a:lnTo>
                    <a:pt x="380153" y="13970"/>
                  </a:lnTo>
                  <a:lnTo>
                    <a:pt x="395393" y="18203"/>
                  </a:lnTo>
                  <a:lnTo>
                    <a:pt x="410633" y="21167"/>
                  </a:lnTo>
                  <a:lnTo>
                    <a:pt x="425874" y="29633"/>
                  </a:lnTo>
                  <a:lnTo>
                    <a:pt x="432647" y="29633"/>
                  </a:lnTo>
                  <a:lnTo>
                    <a:pt x="436880" y="28363"/>
                  </a:lnTo>
                  <a:lnTo>
                    <a:pt x="442383" y="25823"/>
                  </a:lnTo>
                  <a:lnTo>
                    <a:pt x="446617" y="27093"/>
                  </a:lnTo>
                  <a:lnTo>
                    <a:pt x="460587" y="24553"/>
                  </a:lnTo>
                  <a:lnTo>
                    <a:pt x="475827" y="30057"/>
                  </a:lnTo>
                  <a:lnTo>
                    <a:pt x="491067" y="35560"/>
                  </a:lnTo>
                  <a:lnTo>
                    <a:pt x="505037" y="32597"/>
                  </a:lnTo>
                  <a:lnTo>
                    <a:pt x="516043" y="45297"/>
                  </a:lnTo>
                  <a:lnTo>
                    <a:pt x="516043" y="49530"/>
                  </a:lnTo>
                  <a:lnTo>
                    <a:pt x="508000" y="53763"/>
                  </a:lnTo>
                  <a:lnTo>
                    <a:pt x="516043" y="52493"/>
                  </a:lnTo>
                  <a:lnTo>
                    <a:pt x="519007" y="62230"/>
                  </a:lnTo>
                  <a:lnTo>
                    <a:pt x="516043" y="76200"/>
                  </a:lnTo>
                  <a:lnTo>
                    <a:pt x="514774" y="76200"/>
                  </a:lnTo>
                  <a:lnTo>
                    <a:pt x="500803" y="87630"/>
                  </a:lnTo>
                  <a:lnTo>
                    <a:pt x="516043" y="83397"/>
                  </a:lnTo>
                  <a:lnTo>
                    <a:pt x="525780" y="82127"/>
                  </a:lnTo>
                  <a:lnTo>
                    <a:pt x="541443" y="86360"/>
                  </a:lnTo>
                  <a:lnTo>
                    <a:pt x="532977" y="100330"/>
                  </a:lnTo>
                  <a:lnTo>
                    <a:pt x="534247" y="101600"/>
                  </a:lnTo>
                  <a:lnTo>
                    <a:pt x="537210" y="107103"/>
                  </a:lnTo>
                  <a:lnTo>
                    <a:pt x="546947" y="93133"/>
                  </a:lnTo>
                  <a:lnTo>
                    <a:pt x="549487" y="93133"/>
                  </a:lnTo>
                  <a:lnTo>
                    <a:pt x="563457" y="91863"/>
                  </a:lnTo>
                  <a:lnTo>
                    <a:pt x="577427" y="97367"/>
                  </a:lnTo>
                  <a:lnTo>
                    <a:pt x="592667" y="102870"/>
                  </a:lnTo>
                  <a:lnTo>
                    <a:pt x="606637" y="109643"/>
                  </a:lnTo>
                  <a:lnTo>
                    <a:pt x="620607" y="105410"/>
                  </a:lnTo>
                  <a:lnTo>
                    <a:pt x="634577" y="99907"/>
                  </a:lnTo>
                  <a:lnTo>
                    <a:pt x="648547" y="99907"/>
                  </a:lnTo>
                  <a:lnTo>
                    <a:pt x="650240" y="98637"/>
                  </a:lnTo>
                  <a:lnTo>
                    <a:pt x="651510" y="97367"/>
                  </a:lnTo>
                  <a:lnTo>
                    <a:pt x="652780" y="97367"/>
                  </a:lnTo>
                  <a:lnTo>
                    <a:pt x="650240" y="105833"/>
                  </a:lnTo>
                  <a:lnTo>
                    <a:pt x="650240" y="121073"/>
                  </a:lnTo>
                  <a:lnTo>
                    <a:pt x="640503" y="135043"/>
                  </a:lnTo>
                  <a:lnTo>
                    <a:pt x="625263" y="144780"/>
                  </a:lnTo>
                  <a:lnTo>
                    <a:pt x="611293" y="157057"/>
                  </a:lnTo>
                  <a:lnTo>
                    <a:pt x="625263" y="164253"/>
                  </a:lnTo>
                  <a:lnTo>
                    <a:pt x="626533" y="165523"/>
                  </a:lnTo>
                  <a:lnTo>
                    <a:pt x="629497" y="165523"/>
                  </a:lnTo>
                  <a:lnTo>
                    <a:pt x="633307" y="164253"/>
                  </a:lnTo>
                  <a:lnTo>
                    <a:pt x="647277" y="158750"/>
                  </a:lnTo>
                  <a:lnTo>
                    <a:pt x="654474" y="157480"/>
                  </a:lnTo>
                  <a:lnTo>
                    <a:pt x="668443" y="162983"/>
                  </a:lnTo>
                  <a:lnTo>
                    <a:pt x="682413" y="165523"/>
                  </a:lnTo>
                  <a:lnTo>
                    <a:pt x="696384" y="175260"/>
                  </a:lnTo>
                  <a:lnTo>
                    <a:pt x="698924" y="171027"/>
                  </a:lnTo>
                  <a:lnTo>
                    <a:pt x="704427" y="157057"/>
                  </a:lnTo>
                  <a:lnTo>
                    <a:pt x="718397" y="144780"/>
                  </a:lnTo>
                  <a:lnTo>
                    <a:pt x="704427" y="150283"/>
                  </a:lnTo>
                  <a:lnTo>
                    <a:pt x="718397" y="141817"/>
                  </a:lnTo>
                  <a:lnTo>
                    <a:pt x="732367" y="134620"/>
                  </a:lnTo>
                  <a:lnTo>
                    <a:pt x="746337" y="135890"/>
                  </a:lnTo>
                  <a:lnTo>
                    <a:pt x="760307" y="131657"/>
                  </a:lnTo>
                  <a:lnTo>
                    <a:pt x="775547" y="128693"/>
                  </a:lnTo>
                  <a:lnTo>
                    <a:pt x="778510" y="143933"/>
                  </a:lnTo>
                  <a:lnTo>
                    <a:pt x="777240" y="129963"/>
                  </a:lnTo>
                  <a:lnTo>
                    <a:pt x="791210" y="118957"/>
                  </a:lnTo>
                  <a:lnTo>
                    <a:pt x="806450" y="111760"/>
                  </a:lnTo>
                  <a:lnTo>
                    <a:pt x="816187" y="97790"/>
                  </a:lnTo>
                  <a:lnTo>
                    <a:pt x="825924" y="83820"/>
                  </a:lnTo>
                  <a:lnTo>
                    <a:pt x="839893" y="86783"/>
                  </a:lnTo>
                  <a:lnTo>
                    <a:pt x="853863" y="88053"/>
                  </a:lnTo>
                  <a:lnTo>
                    <a:pt x="867834" y="92287"/>
                  </a:lnTo>
                  <a:lnTo>
                    <a:pt x="853863" y="91017"/>
                  </a:lnTo>
                  <a:lnTo>
                    <a:pt x="839893" y="92287"/>
                  </a:lnTo>
                  <a:lnTo>
                    <a:pt x="825924" y="97790"/>
                  </a:lnTo>
                  <a:lnTo>
                    <a:pt x="813224" y="103293"/>
                  </a:lnTo>
                  <a:lnTo>
                    <a:pt x="811953" y="117263"/>
                  </a:lnTo>
                  <a:lnTo>
                    <a:pt x="825924" y="104563"/>
                  </a:lnTo>
                  <a:lnTo>
                    <a:pt x="834390" y="99060"/>
                  </a:lnTo>
                  <a:lnTo>
                    <a:pt x="848360" y="93557"/>
                  </a:lnTo>
                  <a:lnTo>
                    <a:pt x="862330" y="99060"/>
                  </a:lnTo>
                  <a:lnTo>
                    <a:pt x="877570" y="94827"/>
                  </a:lnTo>
                  <a:lnTo>
                    <a:pt x="891540" y="94827"/>
                  </a:lnTo>
                  <a:lnTo>
                    <a:pt x="901277" y="108797"/>
                  </a:lnTo>
                  <a:lnTo>
                    <a:pt x="902547" y="108797"/>
                  </a:lnTo>
                  <a:lnTo>
                    <a:pt x="906780" y="113030"/>
                  </a:lnTo>
                  <a:lnTo>
                    <a:pt x="909743" y="115993"/>
                  </a:lnTo>
                  <a:lnTo>
                    <a:pt x="924984" y="121497"/>
                  </a:lnTo>
                  <a:lnTo>
                    <a:pt x="937684" y="135467"/>
                  </a:lnTo>
                  <a:lnTo>
                    <a:pt x="951653" y="145203"/>
                  </a:lnTo>
                  <a:lnTo>
                    <a:pt x="948690" y="139700"/>
                  </a:lnTo>
                  <a:lnTo>
                    <a:pt x="963930" y="136737"/>
                  </a:lnTo>
                  <a:lnTo>
                    <a:pt x="977900" y="131233"/>
                  </a:lnTo>
                  <a:lnTo>
                    <a:pt x="982134" y="136737"/>
                  </a:lnTo>
                  <a:lnTo>
                    <a:pt x="987637" y="150707"/>
                  </a:lnTo>
                  <a:lnTo>
                    <a:pt x="996103" y="163407"/>
                  </a:lnTo>
                  <a:lnTo>
                    <a:pt x="993563" y="178647"/>
                  </a:lnTo>
                  <a:lnTo>
                    <a:pt x="991870" y="178647"/>
                  </a:lnTo>
                  <a:lnTo>
                    <a:pt x="993563" y="182880"/>
                  </a:lnTo>
                  <a:lnTo>
                    <a:pt x="1007534" y="191347"/>
                  </a:lnTo>
                  <a:lnTo>
                    <a:pt x="1021503" y="198543"/>
                  </a:lnTo>
                  <a:lnTo>
                    <a:pt x="1035474" y="199813"/>
                  </a:lnTo>
                  <a:lnTo>
                    <a:pt x="1050713" y="207010"/>
                  </a:lnTo>
                  <a:lnTo>
                    <a:pt x="1051984" y="216747"/>
                  </a:lnTo>
                  <a:lnTo>
                    <a:pt x="1054947" y="230717"/>
                  </a:lnTo>
                  <a:lnTo>
                    <a:pt x="1062143" y="244687"/>
                  </a:lnTo>
                  <a:lnTo>
                    <a:pt x="1062143" y="245957"/>
                  </a:lnTo>
                  <a:lnTo>
                    <a:pt x="1064684" y="251460"/>
                  </a:lnTo>
                  <a:lnTo>
                    <a:pt x="1068917" y="264160"/>
                  </a:lnTo>
                  <a:lnTo>
                    <a:pt x="1068917" y="265430"/>
                  </a:lnTo>
                  <a:lnTo>
                    <a:pt x="1073150" y="275167"/>
                  </a:lnTo>
                  <a:lnTo>
                    <a:pt x="1074420" y="278130"/>
                  </a:lnTo>
                  <a:lnTo>
                    <a:pt x="1064684" y="292100"/>
                  </a:lnTo>
                  <a:lnTo>
                    <a:pt x="1067647" y="295063"/>
                  </a:lnTo>
                  <a:lnTo>
                    <a:pt x="1066377" y="301837"/>
                  </a:lnTo>
                  <a:lnTo>
                    <a:pt x="1065107" y="306070"/>
                  </a:lnTo>
                  <a:lnTo>
                    <a:pt x="1058334" y="312843"/>
                  </a:lnTo>
                  <a:lnTo>
                    <a:pt x="1058334" y="314113"/>
                  </a:lnTo>
                  <a:lnTo>
                    <a:pt x="1057063" y="315383"/>
                  </a:lnTo>
                  <a:lnTo>
                    <a:pt x="1043093" y="322580"/>
                  </a:lnTo>
                  <a:lnTo>
                    <a:pt x="1040130" y="336550"/>
                  </a:lnTo>
                  <a:lnTo>
                    <a:pt x="1040130" y="337820"/>
                  </a:lnTo>
                  <a:lnTo>
                    <a:pt x="1038860" y="337820"/>
                  </a:lnTo>
                  <a:lnTo>
                    <a:pt x="1038860" y="340783"/>
                  </a:lnTo>
                  <a:lnTo>
                    <a:pt x="1048597" y="349250"/>
                  </a:lnTo>
                  <a:lnTo>
                    <a:pt x="1062567" y="357717"/>
                  </a:lnTo>
                  <a:lnTo>
                    <a:pt x="1076537" y="370417"/>
                  </a:lnTo>
                  <a:lnTo>
                    <a:pt x="1083310" y="375920"/>
                  </a:lnTo>
                  <a:lnTo>
                    <a:pt x="1097280" y="384387"/>
                  </a:lnTo>
                  <a:lnTo>
                    <a:pt x="1100243" y="385657"/>
                  </a:lnTo>
                  <a:lnTo>
                    <a:pt x="1101513" y="388620"/>
                  </a:lnTo>
                  <a:lnTo>
                    <a:pt x="1101513" y="398357"/>
                  </a:lnTo>
                  <a:lnTo>
                    <a:pt x="1096010" y="408093"/>
                  </a:lnTo>
                  <a:lnTo>
                    <a:pt x="1091777" y="422063"/>
                  </a:lnTo>
                  <a:lnTo>
                    <a:pt x="1094317" y="427567"/>
                  </a:lnTo>
                  <a:lnTo>
                    <a:pt x="1095587" y="428837"/>
                  </a:lnTo>
                  <a:lnTo>
                    <a:pt x="1095587" y="433070"/>
                  </a:lnTo>
                  <a:lnTo>
                    <a:pt x="1109557" y="438574"/>
                  </a:lnTo>
                  <a:lnTo>
                    <a:pt x="1112097" y="441537"/>
                  </a:lnTo>
                  <a:lnTo>
                    <a:pt x="1109557" y="455507"/>
                  </a:lnTo>
                  <a:lnTo>
                    <a:pt x="1119293" y="468207"/>
                  </a:lnTo>
                  <a:lnTo>
                    <a:pt x="1113790" y="480907"/>
                  </a:lnTo>
                  <a:lnTo>
                    <a:pt x="1112520" y="483870"/>
                  </a:lnTo>
                  <a:lnTo>
                    <a:pt x="1113790" y="486833"/>
                  </a:lnTo>
                  <a:lnTo>
                    <a:pt x="1113790" y="488103"/>
                  </a:lnTo>
                  <a:lnTo>
                    <a:pt x="1113790" y="489374"/>
                  </a:lnTo>
                  <a:lnTo>
                    <a:pt x="1110827" y="493607"/>
                  </a:lnTo>
                  <a:lnTo>
                    <a:pt x="1099820" y="507577"/>
                  </a:lnTo>
                  <a:lnTo>
                    <a:pt x="1106593" y="521547"/>
                  </a:lnTo>
                  <a:lnTo>
                    <a:pt x="1119293" y="532977"/>
                  </a:lnTo>
                  <a:lnTo>
                    <a:pt x="1120563" y="540174"/>
                  </a:lnTo>
                  <a:lnTo>
                    <a:pt x="1117600" y="554143"/>
                  </a:lnTo>
                  <a:lnTo>
                    <a:pt x="1118870" y="557107"/>
                  </a:lnTo>
                  <a:lnTo>
                    <a:pt x="1132840" y="562610"/>
                  </a:lnTo>
                  <a:lnTo>
                    <a:pt x="1148080" y="574040"/>
                  </a:lnTo>
                  <a:lnTo>
                    <a:pt x="1149350" y="582507"/>
                  </a:lnTo>
                  <a:lnTo>
                    <a:pt x="1151890" y="590974"/>
                  </a:lnTo>
                  <a:lnTo>
                    <a:pt x="1156124" y="595207"/>
                  </a:lnTo>
                  <a:lnTo>
                    <a:pt x="1156124" y="600710"/>
                  </a:lnTo>
                  <a:lnTo>
                    <a:pt x="1151890" y="615950"/>
                  </a:lnTo>
                  <a:lnTo>
                    <a:pt x="1151890" y="618913"/>
                  </a:lnTo>
                  <a:lnTo>
                    <a:pt x="1151890" y="620183"/>
                  </a:lnTo>
                  <a:lnTo>
                    <a:pt x="1147657" y="634153"/>
                  </a:lnTo>
                  <a:lnTo>
                    <a:pt x="1144693" y="637117"/>
                  </a:lnTo>
                  <a:lnTo>
                    <a:pt x="1139190" y="651087"/>
                  </a:lnTo>
                  <a:lnTo>
                    <a:pt x="1133687" y="657860"/>
                  </a:lnTo>
                  <a:lnTo>
                    <a:pt x="1132417" y="659130"/>
                  </a:lnTo>
                  <a:lnTo>
                    <a:pt x="1132417" y="663363"/>
                  </a:lnTo>
                  <a:lnTo>
                    <a:pt x="1130724" y="664633"/>
                  </a:lnTo>
                  <a:lnTo>
                    <a:pt x="1116753" y="668867"/>
                  </a:lnTo>
                  <a:lnTo>
                    <a:pt x="1107017" y="657437"/>
                  </a:lnTo>
                  <a:lnTo>
                    <a:pt x="1102784" y="654897"/>
                  </a:lnTo>
                  <a:lnTo>
                    <a:pt x="1100243" y="643890"/>
                  </a:lnTo>
                  <a:lnTo>
                    <a:pt x="1090507" y="635424"/>
                  </a:lnTo>
                  <a:lnTo>
                    <a:pt x="1090507" y="634153"/>
                  </a:lnTo>
                  <a:lnTo>
                    <a:pt x="1088813" y="634153"/>
                  </a:lnTo>
                  <a:lnTo>
                    <a:pt x="1087543" y="635424"/>
                  </a:lnTo>
                  <a:lnTo>
                    <a:pt x="1073574" y="636693"/>
                  </a:lnTo>
                  <a:lnTo>
                    <a:pt x="1059603" y="639657"/>
                  </a:lnTo>
                  <a:lnTo>
                    <a:pt x="1073574" y="652357"/>
                  </a:lnTo>
                  <a:lnTo>
                    <a:pt x="1059603" y="659130"/>
                  </a:lnTo>
                  <a:lnTo>
                    <a:pt x="1057063" y="660400"/>
                  </a:lnTo>
                  <a:lnTo>
                    <a:pt x="1055793" y="660400"/>
                  </a:lnTo>
                  <a:lnTo>
                    <a:pt x="1054524" y="664633"/>
                  </a:lnTo>
                  <a:lnTo>
                    <a:pt x="1040553" y="670137"/>
                  </a:lnTo>
                  <a:lnTo>
                    <a:pt x="1025313" y="671407"/>
                  </a:lnTo>
                  <a:lnTo>
                    <a:pt x="1012613" y="679874"/>
                  </a:lnTo>
                  <a:lnTo>
                    <a:pt x="998643" y="684107"/>
                  </a:lnTo>
                  <a:lnTo>
                    <a:pt x="997374" y="684107"/>
                  </a:lnTo>
                  <a:lnTo>
                    <a:pt x="982134" y="685377"/>
                  </a:lnTo>
                  <a:lnTo>
                    <a:pt x="980863" y="685377"/>
                  </a:lnTo>
                  <a:lnTo>
                    <a:pt x="966893" y="696383"/>
                  </a:lnTo>
                  <a:lnTo>
                    <a:pt x="952924" y="703580"/>
                  </a:lnTo>
                  <a:lnTo>
                    <a:pt x="938953" y="709083"/>
                  </a:lnTo>
                  <a:lnTo>
                    <a:pt x="927947" y="712047"/>
                  </a:lnTo>
                  <a:lnTo>
                    <a:pt x="913977" y="721783"/>
                  </a:lnTo>
                  <a:lnTo>
                    <a:pt x="900007" y="732790"/>
                  </a:lnTo>
                  <a:lnTo>
                    <a:pt x="891540" y="737024"/>
                  </a:lnTo>
                  <a:lnTo>
                    <a:pt x="877570" y="730250"/>
                  </a:lnTo>
                  <a:lnTo>
                    <a:pt x="863600" y="737024"/>
                  </a:lnTo>
                  <a:lnTo>
                    <a:pt x="849630" y="737024"/>
                  </a:lnTo>
                  <a:lnTo>
                    <a:pt x="835660" y="741257"/>
                  </a:lnTo>
                  <a:lnTo>
                    <a:pt x="822960" y="755227"/>
                  </a:lnTo>
                  <a:lnTo>
                    <a:pt x="813224" y="769197"/>
                  </a:lnTo>
                  <a:lnTo>
                    <a:pt x="814917" y="772160"/>
                  </a:lnTo>
                  <a:lnTo>
                    <a:pt x="813224" y="776393"/>
                  </a:lnTo>
                  <a:lnTo>
                    <a:pt x="811953" y="776393"/>
                  </a:lnTo>
                  <a:lnTo>
                    <a:pt x="806450" y="761153"/>
                  </a:lnTo>
                  <a:lnTo>
                    <a:pt x="791210" y="751417"/>
                  </a:lnTo>
                  <a:lnTo>
                    <a:pt x="784437" y="751417"/>
                  </a:lnTo>
                  <a:lnTo>
                    <a:pt x="784860" y="751840"/>
                  </a:lnTo>
                  <a:close/>
                  <a:moveTo>
                    <a:pt x="337820" y="50377"/>
                  </a:moveTo>
                  <a:lnTo>
                    <a:pt x="337820" y="38947"/>
                  </a:lnTo>
                  <a:lnTo>
                    <a:pt x="323850" y="47413"/>
                  </a:lnTo>
                  <a:lnTo>
                    <a:pt x="337820" y="50377"/>
                  </a:lnTo>
                  <a:close/>
                  <a:moveTo>
                    <a:pt x="653203" y="92287"/>
                  </a:moveTo>
                  <a:lnTo>
                    <a:pt x="654474" y="93557"/>
                  </a:lnTo>
                  <a:lnTo>
                    <a:pt x="668443" y="92287"/>
                  </a:lnTo>
                  <a:lnTo>
                    <a:pt x="678180" y="92287"/>
                  </a:lnTo>
                  <a:lnTo>
                    <a:pt x="668443" y="78317"/>
                  </a:lnTo>
                  <a:lnTo>
                    <a:pt x="657437" y="75353"/>
                  </a:lnTo>
                  <a:lnTo>
                    <a:pt x="643467" y="78317"/>
                  </a:lnTo>
                  <a:lnTo>
                    <a:pt x="653203" y="92287"/>
                  </a:lnTo>
                  <a:close/>
                  <a:moveTo>
                    <a:pt x="905510" y="106257"/>
                  </a:moveTo>
                  <a:lnTo>
                    <a:pt x="905510" y="107527"/>
                  </a:lnTo>
                  <a:lnTo>
                    <a:pt x="906780" y="113030"/>
                  </a:lnTo>
                  <a:lnTo>
                    <a:pt x="920750" y="117263"/>
                  </a:lnTo>
                  <a:lnTo>
                    <a:pt x="934720" y="114300"/>
                  </a:lnTo>
                  <a:lnTo>
                    <a:pt x="948690" y="104563"/>
                  </a:lnTo>
                  <a:lnTo>
                    <a:pt x="951653" y="104563"/>
                  </a:lnTo>
                  <a:lnTo>
                    <a:pt x="965624" y="108797"/>
                  </a:lnTo>
                  <a:lnTo>
                    <a:pt x="979593" y="111760"/>
                  </a:lnTo>
                  <a:lnTo>
                    <a:pt x="977053" y="97790"/>
                  </a:lnTo>
                  <a:lnTo>
                    <a:pt x="963084" y="90593"/>
                  </a:lnTo>
                  <a:lnTo>
                    <a:pt x="969857" y="75353"/>
                  </a:lnTo>
                  <a:lnTo>
                    <a:pt x="967317" y="65617"/>
                  </a:lnTo>
                  <a:lnTo>
                    <a:pt x="953347" y="66887"/>
                  </a:lnTo>
                  <a:lnTo>
                    <a:pt x="938107" y="63923"/>
                  </a:lnTo>
                  <a:lnTo>
                    <a:pt x="935143" y="49953"/>
                  </a:lnTo>
                  <a:lnTo>
                    <a:pt x="921174" y="62653"/>
                  </a:lnTo>
                  <a:lnTo>
                    <a:pt x="925407" y="68157"/>
                  </a:lnTo>
                  <a:lnTo>
                    <a:pt x="939377" y="66887"/>
                  </a:lnTo>
                  <a:lnTo>
                    <a:pt x="949113" y="80857"/>
                  </a:lnTo>
                  <a:lnTo>
                    <a:pt x="935143" y="75353"/>
                  </a:lnTo>
                  <a:lnTo>
                    <a:pt x="921174" y="71120"/>
                  </a:lnTo>
                  <a:lnTo>
                    <a:pt x="907203" y="71120"/>
                  </a:lnTo>
                  <a:lnTo>
                    <a:pt x="913977" y="85090"/>
                  </a:lnTo>
                  <a:lnTo>
                    <a:pt x="916517" y="99060"/>
                  </a:lnTo>
                  <a:lnTo>
                    <a:pt x="902547" y="104563"/>
                  </a:lnTo>
                  <a:lnTo>
                    <a:pt x="905510" y="106257"/>
                  </a:lnTo>
                  <a:close/>
                  <a:moveTo>
                    <a:pt x="1003300" y="154940"/>
                  </a:moveTo>
                  <a:lnTo>
                    <a:pt x="1017270" y="154940"/>
                  </a:lnTo>
                  <a:lnTo>
                    <a:pt x="1001607" y="160443"/>
                  </a:lnTo>
                  <a:lnTo>
                    <a:pt x="1005840" y="174413"/>
                  </a:lnTo>
                  <a:lnTo>
                    <a:pt x="993563" y="179917"/>
                  </a:lnTo>
                  <a:lnTo>
                    <a:pt x="993563" y="181187"/>
                  </a:lnTo>
                  <a:lnTo>
                    <a:pt x="996103" y="182457"/>
                  </a:lnTo>
                  <a:lnTo>
                    <a:pt x="1011343" y="182457"/>
                  </a:lnTo>
                  <a:lnTo>
                    <a:pt x="1025313" y="178223"/>
                  </a:lnTo>
                  <a:lnTo>
                    <a:pt x="1039284" y="178223"/>
                  </a:lnTo>
                  <a:lnTo>
                    <a:pt x="1042247" y="178223"/>
                  </a:lnTo>
                  <a:lnTo>
                    <a:pt x="1042247" y="173990"/>
                  </a:lnTo>
                  <a:lnTo>
                    <a:pt x="1042247" y="169757"/>
                  </a:lnTo>
                  <a:lnTo>
                    <a:pt x="1028277" y="158750"/>
                  </a:lnTo>
                  <a:lnTo>
                    <a:pt x="1014307" y="147743"/>
                  </a:lnTo>
                  <a:lnTo>
                    <a:pt x="1000337" y="143510"/>
                  </a:lnTo>
                  <a:lnTo>
                    <a:pt x="986367" y="130810"/>
                  </a:lnTo>
                  <a:lnTo>
                    <a:pt x="990600" y="144780"/>
                  </a:lnTo>
                  <a:lnTo>
                    <a:pt x="989330" y="150283"/>
                  </a:lnTo>
                  <a:lnTo>
                    <a:pt x="1003300" y="154940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4" name="Freeform 2423">
              <a:extLst>
                <a:ext uri="{FF2B5EF4-FFF2-40B4-BE49-F238E27FC236}">
                  <a16:creationId xmlns:a16="http://schemas.microsoft.com/office/drawing/2014/main" id="{30C2BFE2-9A37-7B46-9CD4-626CF0E2AA11}"/>
                </a:ext>
              </a:extLst>
            </p:cNvPr>
            <p:cNvSpPr/>
            <p:nvPr/>
          </p:nvSpPr>
          <p:spPr>
            <a:xfrm>
              <a:off x="6984153" y="2078566"/>
              <a:ext cx="865716" cy="498263"/>
            </a:xfrm>
            <a:custGeom>
              <a:avLst/>
              <a:gdLst>
                <a:gd name="connsiteX0" fmla="*/ 863177 w 865716"/>
                <a:gd name="connsiteY0" fmla="*/ 405977 h 498263"/>
                <a:gd name="connsiteX1" fmla="*/ 865717 w 865716"/>
                <a:gd name="connsiteY1" fmla="*/ 421217 h 498263"/>
                <a:gd name="connsiteX2" fmla="*/ 858943 w 865716"/>
                <a:gd name="connsiteY2" fmla="*/ 430953 h 498263"/>
                <a:gd name="connsiteX3" fmla="*/ 851747 w 865716"/>
                <a:gd name="connsiteY3" fmla="*/ 430953 h 498263"/>
                <a:gd name="connsiteX4" fmla="*/ 850477 w 865716"/>
                <a:gd name="connsiteY4" fmla="*/ 429683 h 498263"/>
                <a:gd name="connsiteX5" fmla="*/ 835237 w 865716"/>
                <a:gd name="connsiteY5" fmla="*/ 425450 h 498263"/>
                <a:gd name="connsiteX6" fmla="*/ 821267 w 865716"/>
                <a:gd name="connsiteY6" fmla="*/ 421217 h 498263"/>
                <a:gd name="connsiteX7" fmla="*/ 813224 w 865716"/>
                <a:gd name="connsiteY7" fmla="*/ 407247 h 498263"/>
                <a:gd name="connsiteX8" fmla="*/ 814493 w 865716"/>
                <a:gd name="connsiteY8" fmla="*/ 393277 h 498263"/>
                <a:gd name="connsiteX9" fmla="*/ 828463 w 865716"/>
                <a:gd name="connsiteY9" fmla="*/ 390313 h 498263"/>
                <a:gd name="connsiteX10" fmla="*/ 842434 w 865716"/>
                <a:gd name="connsiteY10" fmla="*/ 395817 h 498263"/>
                <a:gd name="connsiteX11" fmla="*/ 849630 w 865716"/>
                <a:gd name="connsiteY11" fmla="*/ 400050 h 498263"/>
                <a:gd name="connsiteX12" fmla="*/ 863177 w 865716"/>
                <a:gd name="connsiteY12" fmla="*/ 405977 h 498263"/>
                <a:gd name="connsiteX13" fmla="*/ 5503 w 865716"/>
                <a:gd name="connsiteY13" fmla="*/ 181187 h 498263"/>
                <a:gd name="connsiteX14" fmla="*/ 4233 w 865716"/>
                <a:gd name="connsiteY14" fmla="*/ 182457 h 498263"/>
                <a:gd name="connsiteX15" fmla="*/ 2963 w 865716"/>
                <a:gd name="connsiteY15" fmla="*/ 196427 h 498263"/>
                <a:gd name="connsiteX16" fmla="*/ 2963 w 865716"/>
                <a:gd name="connsiteY16" fmla="*/ 210397 h 498263"/>
                <a:gd name="connsiteX17" fmla="*/ 2963 w 865716"/>
                <a:gd name="connsiteY17" fmla="*/ 225637 h 498263"/>
                <a:gd name="connsiteX18" fmla="*/ 4233 w 865716"/>
                <a:gd name="connsiteY18" fmla="*/ 240877 h 498263"/>
                <a:gd name="connsiteX19" fmla="*/ 0 w 865716"/>
                <a:gd name="connsiteY19" fmla="*/ 254847 h 498263"/>
                <a:gd name="connsiteX20" fmla="*/ 4233 w 865716"/>
                <a:gd name="connsiteY20" fmla="*/ 270087 h 498263"/>
                <a:gd name="connsiteX21" fmla="*/ 5503 w 865716"/>
                <a:gd name="connsiteY21" fmla="*/ 254847 h 498263"/>
                <a:gd name="connsiteX22" fmla="*/ 19473 w 865716"/>
                <a:gd name="connsiteY22" fmla="*/ 260350 h 498263"/>
                <a:gd name="connsiteX23" fmla="*/ 24977 w 865716"/>
                <a:gd name="connsiteY23" fmla="*/ 274320 h 498263"/>
                <a:gd name="connsiteX24" fmla="*/ 34713 w 865716"/>
                <a:gd name="connsiteY24" fmla="*/ 288290 h 498263"/>
                <a:gd name="connsiteX25" fmla="*/ 22013 w 865716"/>
                <a:gd name="connsiteY25" fmla="*/ 298027 h 498263"/>
                <a:gd name="connsiteX26" fmla="*/ 8043 w 865716"/>
                <a:gd name="connsiteY26" fmla="*/ 289560 h 498263"/>
                <a:gd name="connsiteX27" fmla="*/ 2540 w 865716"/>
                <a:gd name="connsiteY27" fmla="*/ 274320 h 498263"/>
                <a:gd name="connsiteX28" fmla="*/ 5080 w 865716"/>
                <a:gd name="connsiteY28" fmla="*/ 288290 h 498263"/>
                <a:gd name="connsiteX29" fmla="*/ 8043 w 865716"/>
                <a:gd name="connsiteY29" fmla="*/ 303530 h 498263"/>
                <a:gd name="connsiteX30" fmla="*/ 8043 w 865716"/>
                <a:gd name="connsiteY30" fmla="*/ 317500 h 498263"/>
                <a:gd name="connsiteX31" fmla="*/ 2540 w 865716"/>
                <a:gd name="connsiteY31" fmla="*/ 331470 h 498263"/>
                <a:gd name="connsiteX32" fmla="*/ 8043 w 865716"/>
                <a:gd name="connsiteY32" fmla="*/ 346710 h 498263"/>
                <a:gd name="connsiteX33" fmla="*/ 23283 w 865716"/>
                <a:gd name="connsiteY33" fmla="*/ 352213 h 498263"/>
                <a:gd name="connsiteX34" fmla="*/ 24553 w 865716"/>
                <a:gd name="connsiteY34" fmla="*/ 338243 h 498263"/>
                <a:gd name="connsiteX35" fmla="*/ 27517 w 865716"/>
                <a:gd name="connsiteY35" fmla="*/ 345017 h 498263"/>
                <a:gd name="connsiteX36" fmla="*/ 41487 w 865716"/>
                <a:gd name="connsiteY36" fmla="*/ 357717 h 498263"/>
                <a:gd name="connsiteX37" fmla="*/ 56727 w 865716"/>
                <a:gd name="connsiteY37" fmla="*/ 358987 h 498263"/>
                <a:gd name="connsiteX38" fmla="*/ 65193 w 865716"/>
                <a:gd name="connsiteY38" fmla="*/ 372957 h 498263"/>
                <a:gd name="connsiteX39" fmla="*/ 66463 w 865716"/>
                <a:gd name="connsiteY39" fmla="*/ 378460 h 498263"/>
                <a:gd name="connsiteX40" fmla="*/ 66463 w 865716"/>
                <a:gd name="connsiteY40" fmla="*/ 393700 h 498263"/>
                <a:gd name="connsiteX41" fmla="*/ 56727 w 865716"/>
                <a:gd name="connsiteY41" fmla="*/ 399203 h 498263"/>
                <a:gd name="connsiteX42" fmla="*/ 42757 w 865716"/>
                <a:gd name="connsiteY42" fmla="*/ 401743 h 498263"/>
                <a:gd name="connsiteX43" fmla="*/ 52493 w 865716"/>
                <a:gd name="connsiteY43" fmla="*/ 415713 h 498263"/>
                <a:gd name="connsiteX44" fmla="*/ 66463 w 865716"/>
                <a:gd name="connsiteY44" fmla="*/ 414443 h 498263"/>
                <a:gd name="connsiteX45" fmla="*/ 63923 w 865716"/>
                <a:gd name="connsiteY45" fmla="*/ 429683 h 498263"/>
                <a:gd name="connsiteX46" fmla="*/ 66463 w 865716"/>
                <a:gd name="connsiteY46" fmla="*/ 442383 h 498263"/>
                <a:gd name="connsiteX47" fmla="*/ 76200 w 865716"/>
                <a:gd name="connsiteY47" fmla="*/ 445347 h 498263"/>
                <a:gd name="connsiteX48" fmla="*/ 88900 w 865716"/>
                <a:gd name="connsiteY48" fmla="*/ 442383 h 498263"/>
                <a:gd name="connsiteX49" fmla="*/ 94403 w 865716"/>
                <a:gd name="connsiteY49" fmla="*/ 443653 h 498263"/>
                <a:gd name="connsiteX50" fmla="*/ 95673 w 865716"/>
                <a:gd name="connsiteY50" fmla="*/ 443653 h 498263"/>
                <a:gd name="connsiteX51" fmla="*/ 110913 w 865716"/>
                <a:gd name="connsiteY51" fmla="*/ 447887 h 498263"/>
                <a:gd name="connsiteX52" fmla="*/ 126153 w 865716"/>
                <a:gd name="connsiteY52" fmla="*/ 450850 h 498263"/>
                <a:gd name="connsiteX53" fmla="*/ 141393 w 865716"/>
                <a:gd name="connsiteY53" fmla="*/ 459317 h 498263"/>
                <a:gd name="connsiteX54" fmla="*/ 148167 w 865716"/>
                <a:gd name="connsiteY54" fmla="*/ 459317 h 498263"/>
                <a:gd name="connsiteX55" fmla="*/ 152400 w 865716"/>
                <a:gd name="connsiteY55" fmla="*/ 458047 h 498263"/>
                <a:gd name="connsiteX56" fmla="*/ 157903 w 865716"/>
                <a:gd name="connsiteY56" fmla="*/ 455507 h 498263"/>
                <a:gd name="connsiteX57" fmla="*/ 162137 w 865716"/>
                <a:gd name="connsiteY57" fmla="*/ 456777 h 498263"/>
                <a:gd name="connsiteX58" fmla="*/ 164677 w 865716"/>
                <a:gd name="connsiteY58" fmla="*/ 455507 h 498263"/>
                <a:gd name="connsiteX59" fmla="*/ 178647 w 865716"/>
                <a:gd name="connsiteY59" fmla="*/ 444500 h 498263"/>
                <a:gd name="connsiteX60" fmla="*/ 182880 w 865716"/>
                <a:gd name="connsiteY60" fmla="*/ 445770 h 498263"/>
                <a:gd name="connsiteX61" fmla="*/ 184150 w 865716"/>
                <a:gd name="connsiteY61" fmla="*/ 452967 h 498263"/>
                <a:gd name="connsiteX62" fmla="*/ 199390 w 865716"/>
                <a:gd name="connsiteY62" fmla="*/ 455507 h 498263"/>
                <a:gd name="connsiteX63" fmla="*/ 199390 w 865716"/>
                <a:gd name="connsiteY63" fmla="*/ 440267 h 498263"/>
                <a:gd name="connsiteX64" fmla="*/ 190923 w 865716"/>
                <a:gd name="connsiteY64" fmla="*/ 430530 h 498263"/>
                <a:gd name="connsiteX65" fmla="*/ 189653 w 865716"/>
                <a:gd name="connsiteY65" fmla="*/ 429260 h 498263"/>
                <a:gd name="connsiteX66" fmla="*/ 175683 w 865716"/>
                <a:gd name="connsiteY66" fmla="*/ 423757 h 498263"/>
                <a:gd name="connsiteX67" fmla="*/ 161713 w 865716"/>
                <a:gd name="connsiteY67" fmla="*/ 423757 h 498263"/>
                <a:gd name="connsiteX68" fmla="*/ 164253 w 865716"/>
                <a:gd name="connsiteY68" fmla="*/ 409787 h 498263"/>
                <a:gd name="connsiteX69" fmla="*/ 178223 w 865716"/>
                <a:gd name="connsiteY69" fmla="*/ 400050 h 498263"/>
                <a:gd name="connsiteX70" fmla="*/ 193463 w 865716"/>
                <a:gd name="connsiteY70" fmla="*/ 387350 h 498263"/>
                <a:gd name="connsiteX71" fmla="*/ 183727 w 865716"/>
                <a:gd name="connsiteY71" fmla="*/ 373380 h 498263"/>
                <a:gd name="connsiteX72" fmla="*/ 179493 w 865716"/>
                <a:gd name="connsiteY72" fmla="*/ 364913 h 498263"/>
                <a:gd name="connsiteX73" fmla="*/ 180763 w 865716"/>
                <a:gd name="connsiteY73" fmla="*/ 361950 h 498263"/>
                <a:gd name="connsiteX74" fmla="*/ 179493 w 865716"/>
                <a:gd name="connsiteY74" fmla="*/ 347980 h 498263"/>
                <a:gd name="connsiteX75" fmla="*/ 193463 w 865716"/>
                <a:gd name="connsiteY75" fmla="*/ 346710 h 498263"/>
                <a:gd name="connsiteX76" fmla="*/ 194733 w 865716"/>
                <a:gd name="connsiteY76" fmla="*/ 345440 h 498263"/>
                <a:gd name="connsiteX77" fmla="*/ 196427 w 865716"/>
                <a:gd name="connsiteY77" fmla="*/ 341207 h 498263"/>
                <a:gd name="connsiteX78" fmla="*/ 210397 w 865716"/>
                <a:gd name="connsiteY78" fmla="*/ 331470 h 498263"/>
                <a:gd name="connsiteX79" fmla="*/ 195157 w 865716"/>
                <a:gd name="connsiteY79" fmla="*/ 325967 h 498263"/>
                <a:gd name="connsiteX80" fmla="*/ 179917 w 865716"/>
                <a:gd name="connsiteY80" fmla="*/ 320463 h 498263"/>
                <a:gd name="connsiteX81" fmla="*/ 181187 w 865716"/>
                <a:gd name="connsiteY81" fmla="*/ 319193 h 498263"/>
                <a:gd name="connsiteX82" fmla="*/ 187960 w 865716"/>
                <a:gd name="connsiteY82" fmla="*/ 317923 h 498263"/>
                <a:gd name="connsiteX83" fmla="*/ 201930 w 865716"/>
                <a:gd name="connsiteY83" fmla="*/ 323427 h 498263"/>
                <a:gd name="connsiteX84" fmla="*/ 215900 w 865716"/>
                <a:gd name="connsiteY84" fmla="*/ 322157 h 498263"/>
                <a:gd name="connsiteX85" fmla="*/ 231140 w 865716"/>
                <a:gd name="connsiteY85" fmla="*/ 319193 h 498263"/>
                <a:gd name="connsiteX86" fmla="*/ 234103 w 865716"/>
                <a:gd name="connsiteY86" fmla="*/ 314960 h 498263"/>
                <a:gd name="connsiteX87" fmla="*/ 231140 w 865716"/>
                <a:gd name="connsiteY87" fmla="*/ 300990 h 498263"/>
                <a:gd name="connsiteX88" fmla="*/ 215900 w 865716"/>
                <a:gd name="connsiteY88" fmla="*/ 295487 h 498263"/>
                <a:gd name="connsiteX89" fmla="*/ 231140 w 865716"/>
                <a:gd name="connsiteY89" fmla="*/ 292947 h 498263"/>
                <a:gd name="connsiteX90" fmla="*/ 234103 w 865716"/>
                <a:gd name="connsiteY90" fmla="*/ 292947 h 498263"/>
                <a:gd name="connsiteX91" fmla="*/ 246380 w 865716"/>
                <a:gd name="connsiteY91" fmla="*/ 292947 h 498263"/>
                <a:gd name="connsiteX92" fmla="*/ 260350 w 865716"/>
                <a:gd name="connsiteY92" fmla="*/ 287443 h 498263"/>
                <a:gd name="connsiteX93" fmla="*/ 261620 w 865716"/>
                <a:gd name="connsiteY93" fmla="*/ 273473 h 498263"/>
                <a:gd name="connsiteX94" fmla="*/ 261620 w 865716"/>
                <a:gd name="connsiteY94" fmla="*/ 259503 h 498263"/>
                <a:gd name="connsiteX95" fmla="*/ 260350 w 865716"/>
                <a:gd name="connsiteY95" fmla="*/ 244263 h 498263"/>
                <a:gd name="connsiteX96" fmla="*/ 261620 w 865716"/>
                <a:gd name="connsiteY96" fmla="*/ 244263 h 498263"/>
                <a:gd name="connsiteX97" fmla="*/ 275590 w 865716"/>
                <a:gd name="connsiteY97" fmla="*/ 231563 h 498263"/>
                <a:gd name="connsiteX98" fmla="*/ 289560 w 865716"/>
                <a:gd name="connsiteY98" fmla="*/ 232833 h 498263"/>
                <a:gd name="connsiteX99" fmla="*/ 281517 w 865716"/>
                <a:gd name="connsiteY99" fmla="*/ 248073 h 498263"/>
                <a:gd name="connsiteX100" fmla="*/ 296757 w 865716"/>
                <a:gd name="connsiteY100" fmla="*/ 256540 h 498263"/>
                <a:gd name="connsiteX101" fmla="*/ 299720 w 865716"/>
                <a:gd name="connsiteY101" fmla="*/ 251037 h 498263"/>
                <a:gd name="connsiteX102" fmla="*/ 308187 w 865716"/>
                <a:gd name="connsiteY102" fmla="*/ 237067 h 498263"/>
                <a:gd name="connsiteX103" fmla="*/ 322157 w 865716"/>
                <a:gd name="connsiteY103" fmla="*/ 243840 h 498263"/>
                <a:gd name="connsiteX104" fmla="*/ 333163 w 865716"/>
                <a:gd name="connsiteY104" fmla="*/ 229870 h 498263"/>
                <a:gd name="connsiteX105" fmla="*/ 342900 w 865716"/>
                <a:gd name="connsiteY105" fmla="*/ 214630 h 498263"/>
                <a:gd name="connsiteX106" fmla="*/ 345440 w 865716"/>
                <a:gd name="connsiteY106" fmla="*/ 200660 h 498263"/>
                <a:gd name="connsiteX107" fmla="*/ 331470 w 865716"/>
                <a:gd name="connsiteY107" fmla="*/ 189230 h 498263"/>
                <a:gd name="connsiteX108" fmla="*/ 317500 w 865716"/>
                <a:gd name="connsiteY108" fmla="*/ 189230 h 498263"/>
                <a:gd name="connsiteX109" fmla="*/ 303530 w 865716"/>
                <a:gd name="connsiteY109" fmla="*/ 190923 h 498263"/>
                <a:gd name="connsiteX110" fmla="*/ 289560 w 865716"/>
                <a:gd name="connsiteY110" fmla="*/ 190923 h 498263"/>
                <a:gd name="connsiteX111" fmla="*/ 275590 w 865716"/>
                <a:gd name="connsiteY111" fmla="*/ 185420 h 498263"/>
                <a:gd name="connsiteX112" fmla="*/ 260350 w 865716"/>
                <a:gd name="connsiteY112" fmla="*/ 185420 h 498263"/>
                <a:gd name="connsiteX113" fmla="*/ 253577 w 865716"/>
                <a:gd name="connsiteY113" fmla="*/ 199390 h 498263"/>
                <a:gd name="connsiteX114" fmla="*/ 257810 w 865716"/>
                <a:gd name="connsiteY114" fmla="*/ 185420 h 498263"/>
                <a:gd name="connsiteX115" fmla="*/ 271780 w 865716"/>
                <a:gd name="connsiteY115" fmla="*/ 175683 h 498263"/>
                <a:gd name="connsiteX116" fmla="*/ 266277 w 865716"/>
                <a:gd name="connsiteY116" fmla="*/ 163407 h 498263"/>
                <a:gd name="connsiteX117" fmla="*/ 252307 w 865716"/>
                <a:gd name="connsiteY117" fmla="*/ 163407 h 498263"/>
                <a:gd name="connsiteX118" fmla="*/ 246803 w 865716"/>
                <a:gd name="connsiteY118" fmla="*/ 162137 h 498263"/>
                <a:gd name="connsiteX119" fmla="*/ 246803 w 865716"/>
                <a:gd name="connsiteY119" fmla="*/ 163407 h 498263"/>
                <a:gd name="connsiteX120" fmla="*/ 245533 w 865716"/>
                <a:gd name="connsiteY120" fmla="*/ 164677 h 498263"/>
                <a:gd name="connsiteX121" fmla="*/ 231563 w 865716"/>
                <a:gd name="connsiteY121" fmla="*/ 170180 h 498263"/>
                <a:gd name="connsiteX122" fmla="*/ 216323 w 865716"/>
                <a:gd name="connsiteY122" fmla="*/ 171450 h 498263"/>
                <a:gd name="connsiteX123" fmla="*/ 216323 w 865716"/>
                <a:gd name="connsiteY123" fmla="*/ 170180 h 498263"/>
                <a:gd name="connsiteX124" fmla="*/ 231563 w 865716"/>
                <a:gd name="connsiteY124" fmla="*/ 165947 h 498263"/>
                <a:gd name="connsiteX125" fmla="*/ 233257 w 865716"/>
                <a:gd name="connsiteY125" fmla="*/ 165947 h 498263"/>
                <a:gd name="connsiteX126" fmla="*/ 247227 w 865716"/>
                <a:gd name="connsiteY126" fmla="*/ 160443 h 498263"/>
                <a:gd name="connsiteX127" fmla="*/ 258233 w 865716"/>
                <a:gd name="connsiteY127" fmla="*/ 160443 h 498263"/>
                <a:gd name="connsiteX128" fmla="*/ 272203 w 865716"/>
                <a:gd name="connsiteY128" fmla="*/ 160443 h 498263"/>
                <a:gd name="connsiteX129" fmla="*/ 265007 w 865716"/>
                <a:gd name="connsiteY129" fmla="*/ 146473 h 498263"/>
                <a:gd name="connsiteX130" fmla="*/ 263737 w 865716"/>
                <a:gd name="connsiteY130" fmla="*/ 132503 h 498263"/>
                <a:gd name="connsiteX131" fmla="*/ 259503 w 865716"/>
                <a:gd name="connsiteY131" fmla="*/ 118533 h 498263"/>
                <a:gd name="connsiteX132" fmla="*/ 245533 w 865716"/>
                <a:gd name="connsiteY132" fmla="*/ 113030 h 498263"/>
                <a:gd name="connsiteX133" fmla="*/ 231563 w 865716"/>
                <a:gd name="connsiteY133" fmla="*/ 103293 h 498263"/>
                <a:gd name="connsiteX134" fmla="*/ 228600 w 865716"/>
                <a:gd name="connsiteY134" fmla="*/ 103293 h 498263"/>
                <a:gd name="connsiteX135" fmla="*/ 224367 w 865716"/>
                <a:gd name="connsiteY135" fmla="*/ 105833 h 498263"/>
                <a:gd name="connsiteX136" fmla="*/ 221403 w 865716"/>
                <a:gd name="connsiteY136" fmla="*/ 107527 h 498263"/>
                <a:gd name="connsiteX137" fmla="*/ 220133 w 865716"/>
                <a:gd name="connsiteY137" fmla="*/ 107527 h 498263"/>
                <a:gd name="connsiteX138" fmla="*/ 214630 w 865716"/>
                <a:gd name="connsiteY138" fmla="*/ 107527 h 498263"/>
                <a:gd name="connsiteX139" fmla="*/ 200660 w 865716"/>
                <a:gd name="connsiteY139" fmla="*/ 107527 h 498263"/>
                <a:gd name="connsiteX140" fmla="*/ 186690 w 865716"/>
                <a:gd name="connsiteY140" fmla="*/ 117263 h 498263"/>
                <a:gd name="connsiteX141" fmla="*/ 172720 w 865716"/>
                <a:gd name="connsiteY141" fmla="*/ 113030 h 498263"/>
                <a:gd name="connsiteX142" fmla="*/ 158750 w 865716"/>
                <a:gd name="connsiteY142" fmla="*/ 113030 h 498263"/>
                <a:gd name="connsiteX143" fmla="*/ 144780 w 865716"/>
                <a:gd name="connsiteY143" fmla="*/ 115993 h 498263"/>
                <a:gd name="connsiteX144" fmla="*/ 130810 w 865716"/>
                <a:gd name="connsiteY144" fmla="*/ 128693 h 498263"/>
                <a:gd name="connsiteX145" fmla="*/ 135043 w 865716"/>
                <a:gd name="connsiteY145" fmla="*/ 138430 h 498263"/>
                <a:gd name="connsiteX146" fmla="*/ 132080 w 865716"/>
                <a:gd name="connsiteY146" fmla="*/ 152400 h 498263"/>
                <a:gd name="connsiteX147" fmla="*/ 132080 w 865716"/>
                <a:gd name="connsiteY147" fmla="*/ 166370 h 498263"/>
                <a:gd name="connsiteX148" fmla="*/ 146050 w 865716"/>
                <a:gd name="connsiteY148" fmla="*/ 165100 h 498263"/>
                <a:gd name="connsiteX149" fmla="*/ 146050 w 865716"/>
                <a:gd name="connsiteY149" fmla="*/ 176107 h 498263"/>
                <a:gd name="connsiteX150" fmla="*/ 146050 w 865716"/>
                <a:gd name="connsiteY150" fmla="*/ 190077 h 498263"/>
                <a:gd name="connsiteX151" fmla="*/ 143087 w 865716"/>
                <a:gd name="connsiteY151" fmla="*/ 176107 h 498263"/>
                <a:gd name="connsiteX152" fmla="*/ 129117 w 865716"/>
                <a:gd name="connsiteY152" fmla="*/ 174837 h 498263"/>
                <a:gd name="connsiteX153" fmla="*/ 115147 w 865716"/>
                <a:gd name="connsiteY153" fmla="*/ 173567 h 498263"/>
                <a:gd name="connsiteX154" fmla="*/ 129117 w 865716"/>
                <a:gd name="connsiteY154" fmla="*/ 160867 h 498263"/>
                <a:gd name="connsiteX155" fmla="*/ 118110 w 865716"/>
                <a:gd name="connsiteY155" fmla="*/ 146897 h 498263"/>
                <a:gd name="connsiteX156" fmla="*/ 113877 w 865716"/>
                <a:gd name="connsiteY156" fmla="*/ 146897 h 498263"/>
                <a:gd name="connsiteX157" fmla="*/ 99907 w 865716"/>
                <a:gd name="connsiteY157" fmla="*/ 149860 h 498263"/>
                <a:gd name="connsiteX158" fmla="*/ 91440 w 865716"/>
                <a:gd name="connsiteY158" fmla="*/ 163830 h 498263"/>
                <a:gd name="connsiteX159" fmla="*/ 77470 w 865716"/>
                <a:gd name="connsiteY159" fmla="*/ 173567 h 498263"/>
                <a:gd name="connsiteX160" fmla="*/ 77470 w 865716"/>
                <a:gd name="connsiteY160" fmla="*/ 187537 h 498263"/>
                <a:gd name="connsiteX161" fmla="*/ 76200 w 865716"/>
                <a:gd name="connsiteY161" fmla="*/ 196003 h 498263"/>
                <a:gd name="connsiteX162" fmla="*/ 62230 w 865716"/>
                <a:gd name="connsiteY162" fmla="*/ 198967 h 498263"/>
                <a:gd name="connsiteX163" fmla="*/ 53763 w 865716"/>
                <a:gd name="connsiteY163" fmla="*/ 183727 h 498263"/>
                <a:gd name="connsiteX164" fmla="*/ 53763 w 865716"/>
                <a:gd name="connsiteY164" fmla="*/ 184997 h 498263"/>
                <a:gd name="connsiteX165" fmla="*/ 51223 w 865716"/>
                <a:gd name="connsiteY165" fmla="*/ 187960 h 498263"/>
                <a:gd name="connsiteX166" fmla="*/ 37253 w 865716"/>
                <a:gd name="connsiteY166" fmla="*/ 182457 h 498263"/>
                <a:gd name="connsiteX167" fmla="*/ 23283 w 865716"/>
                <a:gd name="connsiteY167" fmla="*/ 179493 h 498263"/>
                <a:gd name="connsiteX168" fmla="*/ 9313 w 865716"/>
                <a:gd name="connsiteY168" fmla="*/ 168487 h 498263"/>
                <a:gd name="connsiteX169" fmla="*/ 5503 w 865716"/>
                <a:gd name="connsiteY169" fmla="*/ 181187 h 498263"/>
                <a:gd name="connsiteX170" fmla="*/ 5503 w 865716"/>
                <a:gd name="connsiteY170" fmla="*/ 181187 h 498263"/>
                <a:gd name="connsiteX171" fmla="*/ 54187 w 865716"/>
                <a:gd name="connsiteY171" fmla="*/ 156210 h 498263"/>
                <a:gd name="connsiteX172" fmla="*/ 68157 w 865716"/>
                <a:gd name="connsiteY172" fmla="*/ 146473 h 498263"/>
                <a:gd name="connsiteX173" fmla="*/ 68157 w 865716"/>
                <a:gd name="connsiteY173" fmla="*/ 135467 h 498263"/>
                <a:gd name="connsiteX174" fmla="*/ 82127 w 865716"/>
                <a:gd name="connsiteY174" fmla="*/ 131233 h 498263"/>
                <a:gd name="connsiteX175" fmla="*/ 96097 w 865716"/>
                <a:gd name="connsiteY175" fmla="*/ 122767 h 498263"/>
                <a:gd name="connsiteX176" fmla="*/ 97367 w 865716"/>
                <a:gd name="connsiteY176" fmla="*/ 136737 h 498263"/>
                <a:gd name="connsiteX177" fmla="*/ 91863 w 865716"/>
                <a:gd name="connsiteY177" fmla="*/ 150707 h 498263"/>
                <a:gd name="connsiteX178" fmla="*/ 77893 w 865716"/>
                <a:gd name="connsiteY178" fmla="*/ 164677 h 498263"/>
                <a:gd name="connsiteX179" fmla="*/ 68157 w 865716"/>
                <a:gd name="connsiteY179" fmla="*/ 167640 h 498263"/>
                <a:gd name="connsiteX180" fmla="*/ 54187 w 865716"/>
                <a:gd name="connsiteY180" fmla="*/ 156210 h 498263"/>
                <a:gd name="connsiteX181" fmla="*/ 209127 w 865716"/>
                <a:gd name="connsiteY181" fmla="*/ 419947 h 498263"/>
                <a:gd name="connsiteX182" fmla="*/ 223097 w 865716"/>
                <a:gd name="connsiteY182" fmla="*/ 427143 h 498263"/>
                <a:gd name="connsiteX183" fmla="*/ 230293 w 865716"/>
                <a:gd name="connsiteY183" fmla="*/ 431377 h 498263"/>
                <a:gd name="connsiteX184" fmla="*/ 233257 w 865716"/>
                <a:gd name="connsiteY184" fmla="*/ 432647 h 498263"/>
                <a:gd name="connsiteX185" fmla="*/ 237490 w 865716"/>
                <a:gd name="connsiteY185" fmla="*/ 442383 h 498263"/>
                <a:gd name="connsiteX186" fmla="*/ 233257 w 865716"/>
                <a:gd name="connsiteY186" fmla="*/ 452120 h 498263"/>
                <a:gd name="connsiteX187" fmla="*/ 218017 w 865716"/>
                <a:gd name="connsiteY187" fmla="*/ 450850 h 498263"/>
                <a:gd name="connsiteX188" fmla="*/ 205317 w 865716"/>
                <a:gd name="connsiteY188" fmla="*/ 442383 h 498263"/>
                <a:gd name="connsiteX189" fmla="*/ 205317 w 865716"/>
                <a:gd name="connsiteY189" fmla="*/ 431377 h 498263"/>
                <a:gd name="connsiteX190" fmla="*/ 191347 w 865716"/>
                <a:gd name="connsiteY190" fmla="*/ 427143 h 498263"/>
                <a:gd name="connsiteX191" fmla="*/ 195580 w 865716"/>
                <a:gd name="connsiteY191" fmla="*/ 424180 h 498263"/>
                <a:gd name="connsiteX192" fmla="*/ 209127 w 865716"/>
                <a:gd name="connsiteY192" fmla="*/ 419947 h 498263"/>
                <a:gd name="connsiteX193" fmla="*/ 200660 w 865716"/>
                <a:gd name="connsiteY193" fmla="*/ 347133 h 498263"/>
                <a:gd name="connsiteX194" fmla="*/ 214630 w 865716"/>
                <a:gd name="connsiteY194" fmla="*/ 349673 h 498263"/>
                <a:gd name="connsiteX195" fmla="*/ 228600 w 865716"/>
                <a:gd name="connsiteY195" fmla="*/ 345440 h 498263"/>
                <a:gd name="connsiteX196" fmla="*/ 232833 w 865716"/>
                <a:gd name="connsiteY196" fmla="*/ 344170 h 498263"/>
                <a:gd name="connsiteX197" fmla="*/ 246803 w 865716"/>
                <a:gd name="connsiteY197" fmla="*/ 339937 h 498263"/>
                <a:gd name="connsiteX198" fmla="*/ 260773 w 865716"/>
                <a:gd name="connsiteY198" fmla="*/ 335703 h 498263"/>
                <a:gd name="connsiteX199" fmla="*/ 274743 w 865716"/>
                <a:gd name="connsiteY199" fmla="*/ 334433 h 498263"/>
                <a:gd name="connsiteX200" fmla="*/ 289983 w 865716"/>
                <a:gd name="connsiteY200" fmla="*/ 344170 h 498263"/>
                <a:gd name="connsiteX201" fmla="*/ 283210 w 865716"/>
                <a:gd name="connsiteY201" fmla="*/ 358140 h 498263"/>
                <a:gd name="connsiteX202" fmla="*/ 297180 w 865716"/>
                <a:gd name="connsiteY202" fmla="*/ 356870 h 498263"/>
                <a:gd name="connsiteX203" fmla="*/ 306917 w 865716"/>
                <a:gd name="connsiteY203" fmla="*/ 342900 h 498263"/>
                <a:gd name="connsiteX204" fmla="*/ 306917 w 865716"/>
                <a:gd name="connsiteY204" fmla="*/ 333163 h 498263"/>
                <a:gd name="connsiteX205" fmla="*/ 319617 w 865716"/>
                <a:gd name="connsiteY205" fmla="*/ 348403 h 498263"/>
                <a:gd name="connsiteX206" fmla="*/ 305647 w 865716"/>
                <a:gd name="connsiteY206" fmla="*/ 356870 h 498263"/>
                <a:gd name="connsiteX207" fmla="*/ 319617 w 865716"/>
                <a:gd name="connsiteY207" fmla="*/ 362373 h 498263"/>
                <a:gd name="connsiteX208" fmla="*/ 330624 w 865716"/>
                <a:gd name="connsiteY208" fmla="*/ 376343 h 498263"/>
                <a:gd name="connsiteX209" fmla="*/ 329353 w 865716"/>
                <a:gd name="connsiteY209" fmla="*/ 381847 h 498263"/>
                <a:gd name="connsiteX210" fmla="*/ 333587 w 865716"/>
                <a:gd name="connsiteY210" fmla="*/ 397087 h 498263"/>
                <a:gd name="connsiteX211" fmla="*/ 329353 w 865716"/>
                <a:gd name="connsiteY211" fmla="*/ 411057 h 498263"/>
                <a:gd name="connsiteX212" fmla="*/ 326390 w 865716"/>
                <a:gd name="connsiteY212" fmla="*/ 414020 h 498263"/>
                <a:gd name="connsiteX213" fmla="*/ 311150 w 865716"/>
                <a:gd name="connsiteY213" fmla="*/ 420793 h 498263"/>
                <a:gd name="connsiteX214" fmla="*/ 308187 w 865716"/>
                <a:gd name="connsiteY214" fmla="*/ 420793 h 498263"/>
                <a:gd name="connsiteX215" fmla="*/ 294217 w 865716"/>
                <a:gd name="connsiteY215" fmla="*/ 425027 h 498263"/>
                <a:gd name="connsiteX216" fmla="*/ 278977 w 865716"/>
                <a:gd name="connsiteY216" fmla="*/ 422063 h 498263"/>
                <a:gd name="connsiteX217" fmla="*/ 265007 w 865716"/>
                <a:gd name="connsiteY217" fmla="*/ 417830 h 498263"/>
                <a:gd name="connsiteX218" fmla="*/ 251037 w 865716"/>
                <a:gd name="connsiteY218" fmla="*/ 416560 h 498263"/>
                <a:gd name="connsiteX219" fmla="*/ 246803 w 865716"/>
                <a:gd name="connsiteY219" fmla="*/ 402590 h 498263"/>
                <a:gd name="connsiteX220" fmla="*/ 232833 w 865716"/>
                <a:gd name="connsiteY220" fmla="*/ 400050 h 498263"/>
                <a:gd name="connsiteX221" fmla="*/ 232833 w 865716"/>
                <a:gd name="connsiteY221" fmla="*/ 404283 h 498263"/>
                <a:gd name="connsiteX222" fmla="*/ 232833 w 865716"/>
                <a:gd name="connsiteY222" fmla="*/ 411480 h 498263"/>
                <a:gd name="connsiteX223" fmla="*/ 228600 w 865716"/>
                <a:gd name="connsiteY223" fmla="*/ 397510 h 498263"/>
                <a:gd name="connsiteX224" fmla="*/ 218863 w 865716"/>
                <a:gd name="connsiteY224" fmla="*/ 382270 h 498263"/>
                <a:gd name="connsiteX225" fmla="*/ 211667 w 865716"/>
                <a:gd name="connsiteY225" fmla="*/ 368300 h 498263"/>
                <a:gd name="connsiteX226" fmla="*/ 197697 w 865716"/>
                <a:gd name="connsiteY226" fmla="*/ 359833 h 498263"/>
                <a:gd name="connsiteX227" fmla="*/ 196003 w 865716"/>
                <a:gd name="connsiteY227" fmla="*/ 350097 h 498263"/>
                <a:gd name="connsiteX228" fmla="*/ 200660 w 865716"/>
                <a:gd name="connsiteY228" fmla="*/ 347133 h 498263"/>
                <a:gd name="connsiteX229" fmla="*/ 268817 w 865716"/>
                <a:gd name="connsiteY229" fmla="*/ 447887 h 498263"/>
                <a:gd name="connsiteX230" fmla="*/ 254847 w 865716"/>
                <a:gd name="connsiteY230" fmla="*/ 433917 h 498263"/>
                <a:gd name="connsiteX231" fmla="*/ 270087 w 865716"/>
                <a:gd name="connsiteY231" fmla="*/ 442383 h 498263"/>
                <a:gd name="connsiteX232" fmla="*/ 284057 w 865716"/>
                <a:gd name="connsiteY232" fmla="*/ 450850 h 498263"/>
                <a:gd name="connsiteX233" fmla="*/ 282787 w 865716"/>
                <a:gd name="connsiteY233" fmla="*/ 459317 h 498263"/>
                <a:gd name="connsiteX234" fmla="*/ 268817 w 865716"/>
                <a:gd name="connsiteY234" fmla="*/ 447887 h 498263"/>
                <a:gd name="connsiteX235" fmla="*/ 308187 w 865716"/>
                <a:gd name="connsiteY235" fmla="*/ 424180 h 498263"/>
                <a:gd name="connsiteX236" fmla="*/ 309457 w 865716"/>
                <a:gd name="connsiteY236" fmla="*/ 424180 h 498263"/>
                <a:gd name="connsiteX237" fmla="*/ 310727 w 865716"/>
                <a:gd name="connsiteY237" fmla="*/ 430953 h 498263"/>
                <a:gd name="connsiteX238" fmla="*/ 310727 w 865716"/>
                <a:gd name="connsiteY238" fmla="*/ 435187 h 498263"/>
                <a:gd name="connsiteX239" fmla="*/ 296757 w 865716"/>
                <a:gd name="connsiteY239" fmla="*/ 433917 h 498263"/>
                <a:gd name="connsiteX240" fmla="*/ 293793 w 865716"/>
                <a:gd name="connsiteY240" fmla="*/ 431377 h 498263"/>
                <a:gd name="connsiteX241" fmla="*/ 308187 w 865716"/>
                <a:gd name="connsiteY241" fmla="*/ 424180 h 498263"/>
                <a:gd name="connsiteX242" fmla="*/ 309457 w 865716"/>
                <a:gd name="connsiteY242" fmla="*/ 303953 h 498263"/>
                <a:gd name="connsiteX243" fmla="*/ 295487 w 865716"/>
                <a:gd name="connsiteY243" fmla="*/ 303953 h 498263"/>
                <a:gd name="connsiteX244" fmla="*/ 303953 w 865716"/>
                <a:gd name="connsiteY244" fmla="*/ 289983 h 498263"/>
                <a:gd name="connsiteX245" fmla="*/ 297180 w 865716"/>
                <a:gd name="connsiteY245" fmla="*/ 276013 h 498263"/>
                <a:gd name="connsiteX246" fmla="*/ 306917 w 865716"/>
                <a:gd name="connsiteY246" fmla="*/ 289983 h 498263"/>
                <a:gd name="connsiteX247" fmla="*/ 314113 w 865716"/>
                <a:gd name="connsiteY247" fmla="*/ 289983 h 498263"/>
                <a:gd name="connsiteX248" fmla="*/ 309457 w 865716"/>
                <a:gd name="connsiteY248" fmla="*/ 303953 h 498263"/>
                <a:gd name="connsiteX249" fmla="*/ 331893 w 865716"/>
                <a:gd name="connsiteY249" fmla="*/ 430953 h 498263"/>
                <a:gd name="connsiteX250" fmla="*/ 340360 w 865716"/>
                <a:gd name="connsiteY250" fmla="*/ 415713 h 498263"/>
                <a:gd name="connsiteX251" fmla="*/ 343324 w 865716"/>
                <a:gd name="connsiteY251" fmla="*/ 430953 h 498263"/>
                <a:gd name="connsiteX252" fmla="*/ 334857 w 865716"/>
                <a:gd name="connsiteY252" fmla="*/ 444923 h 498263"/>
                <a:gd name="connsiteX253" fmla="*/ 328083 w 865716"/>
                <a:gd name="connsiteY253" fmla="*/ 458893 h 498263"/>
                <a:gd name="connsiteX254" fmla="*/ 322580 w 865716"/>
                <a:gd name="connsiteY254" fmla="*/ 472863 h 498263"/>
                <a:gd name="connsiteX255" fmla="*/ 311574 w 865716"/>
                <a:gd name="connsiteY255" fmla="*/ 458893 h 498263"/>
                <a:gd name="connsiteX256" fmla="*/ 317077 w 865716"/>
                <a:gd name="connsiteY256" fmla="*/ 444923 h 498263"/>
                <a:gd name="connsiteX257" fmla="*/ 321310 w 865716"/>
                <a:gd name="connsiteY257" fmla="*/ 440690 h 498263"/>
                <a:gd name="connsiteX258" fmla="*/ 331893 w 865716"/>
                <a:gd name="connsiteY258" fmla="*/ 430953 h 498263"/>
                <a:gd name="connsiteX259" fmla="*/ 337397 w 865716"/>
                <a:gd name="connsiteY259" fmla="*/ 76623 h 498263"/>
                <a:gd name="connsiteX260" fmla="*/ 351367 w 865716"/>
                <a:gd name="connsiteY260" fmla="*/ 66887 h 498263"/>
                <a:gd name="connsiteX261" fmla="*/ 365337 w 865716"/>
                <a:gd name="connsiteY261" fmla="*/ 65617 h 498263"/>
                <a:gd name="connsiteX262" fmla="*/ 358140 w 865716"/>
                <a:gd name="connsiteY262" fmla="*/ 79587 h 498263"/>
                <a:gd name="connsiteX263" fmla="*/ 351367 w 865716"/>
                <a:gd name="connsiteY263" fmla="*/ 80857 h 498263"/>
                <a:gd name="connsiteX264" fmla="*/ 337397 w 865716"/>
                <a:gd name="connsiteY264" fmla="*/ 76623 h 498263"/>
                <a:gd name="connsiteX265" fmla="*/ 382270 w 865716"/>
                <a:gd name="connsiteY265" fmla="*/ 369570 h 498263"/>
                <a:gd name="connsiteX266" fmla="*/ 378037 w 865716"/>
                <a:gd name="connsiteY266" fmla="*/ 355600 h 498263"/>
                <a:gd name="connsiteX267" fmla="*/ 373803 w 865716"/>
                <a:gd name="connsiteY267" fmla="*/ 340360 h 498263"/>
                <a:gd name="connsiteX268" fmla="*/ 358563 w 865716"/>
                <a:gd name="connsiteY268" fmla="*/ 329353 h 498263"/>
                <a:gd name="connsiteX269" fmla="*/ 344593 w 865716"/>
                <a:gd name="connsiteY269" fmla="*/ 315383 h 498263"/>
                <a:gd name="connsiteX270" fmla="*/ 358563 w 865716"/>
                <a:gd name="connsiteY270" fmla="*/ 315383 h 498263"/>
                <a:gd name="connsiteX271" fmla="*/ 373803 w 865716"/>
                <a:gd name="connsiteY271" fmla="*/ 312420 h 498263"/>
                <a:gd name="connsiteX272" fmla="*/ 389043 w 865716"/>
                <a:gd name="connsiteY272" fmla="*/ 313690 h 498263"/>
                <a:gd name="connsiteX273" fmla="*/ 397510 w 865716"/>
                <a:gd name="connsiteY273" fmla="*/ 299720 h 498263"/>
                <a:gd name="connsiteX274" fmla="*/ 411480 w 865716"/>
                <a:gd name="connsiteY274" fmla="*/ 298450 h 498263"/>
                <a:gd name="connsiteX275" fmla="*/ 415713 w 865716"/>
                <a:gd name="connsiteY275" fmla="*/ 284480 h 498263"/>
                <a:gd name="connsiteX276" fmla="*/ 401743 w 865716"/>
                <a:gd name="connsiteY276" fmla="*/ 280247 h 498263"/>
                <a:gd name="connsiteX277" fmla="*/ 413174 w 865716"/>
                <a:gd name="connsiteY277" fmla="*/ 278977 h 498263"/>
                <a:gd name="connsiteX278" fmla="*/ 427143 w 865716"/>
                <a:gd name="connsiteY278" fmla="*/ 281940 h 498263"/>
                <a:gd name="connsiteX279" fmla="*/ 442384 w 865716"/>
                <a:gd name="connsiteY279" fmla="*/ 280670 h 498263"/>
                <a:gd name="connsiteX280" fmla="*/ 446617 w 865716"/>
                <a:gd name="connsiteY280" fmla="*/ 286173 h 498263"/>
                <a:gd name="connsiteX281" fmla="*/ 436880 w 865716"/>
                <a:gd name="connsiteY281" fmla="*/ 287443 h 498263"/>
                <a:gd name="connsiteX282" fmla="*/ 445347 w 865716"/>
                <a:gd name="connsiteY282" fmla="*/ 301413 h 498263"/>
                <a:gd name="connsiteX283" fmla="*/ 436880 w 865716"/>
                <a:gd name="connsiteY283" fmla="*/ 315383 h 498263"/>
                <a:gd name="connsiteX284" fmla="*/ 436880 w 865716"/>
                <a:gd name="connsiteY284" fmla="*/ 316653 h 498263"/>
                <a:gd name="connsiteX285" fmla="*/ 452120 w 865716"/>
                <a:gd name="connsiteY285" fmla="*/ 326390 h 498263"/>
                <a:gd name="connsiteX286" fmla="*/ 460587 w 865716"/>
                <a:gd name="connsiteY286" fmla="*/ 315383 h 498263"/>
                <a:gd name="connsiteX287" fmla="*/ 463127 w 865716"/>
                <a:gd name="connsiteY287" fmla="*/ 302683 h 498263"/>
                <a:gd name="connsiteX288" fmla="*/ 477097 w 865716"/>
                <a:gd name="connsiteY288" fmla="*/ 288713 h 498263"/>
                <a:gd name="connsiteX289" fmla="*/ 481330 w 865716"/>
                <a:gd name="connsiteY289" fmla="*/ 302683 h 498263"/>
                <a:gd name="connsiteX290" fmla="*/ 475827 w 865716"/>
                <a:gd name="connsiteY290" fmla="*/ 316653 h 498263"/>
                <a:gd name="connsiteX291" fmla="*/ 469053 w 865716"/>
                <a:gd name="connsiteY291" fmla="*/ 328083 h 498263"/>
                <a:gd name="connsiteX292" fmla="*/ 474557 w 865716"/>
                <a:gd name="connsiteY292" fmla="*/ 325120 h 498263"/>
                <a:gd name="connsiteX293" fmla="*/ 488527 w 865716"/>
                <a:gd name="connsiteY293" fmla="*/ 322157 h 498263"/>
                <a:gd name="connsiteX294" fmla="*/ 487257 w 865716"/>
                <a:gd name="connsiteY294" fmla="*/ 306917 h 498263"/>
                <a:gd name="connsiteX295" fmla="*/ 484293 w 865716"/>
                <a:gd name="connsiteY295" fmla="*/ 298450 h 498263"/>
                <a:gd name="connsiteX296" fmla="*/ 483024 w 865716"/>
                <a:gd name="connsiteY296" fmla="*/ 284480 h 498263"/>
                <a:gd name="connsiteX297" fmla="*/ 467360 w 865716"/>
                <a:gd name="connsiteY297" fmla="*/ 273473 h 498263"/>
                <a:gd name="connsiteX298" fmla="*/ 483024 w 865716"/>
                <a:gd name="connsiteY298" fmla="*/ 266277 h 498263"/>
                <a:gd name="connsiteX299" fmla="*/ 496993 w 865716"/>
                <a:gd name="connsiteY299" fmla="*/ 257810 h 498263"/>
                <a:gd name="connsiteX300" fmla="*/ 509693 w 865716"/>
                <a:gd name="connsiteY300" fmla="*/ 252307 h 498263"/>
                <a:gd name="connsiteX301" fmla="*/ 524934 w 865716"/>
                <a:gd name="connsiteY301" fmla="*/ 256540 h 498263"/>
                <a:gd name="connsiteX302" fmla="*/ 538903 w 865716"/>
                <a:gd name="connsiteY302" fmla="*/ 257810 h 498263"/>
                <a:gd name="connsiteX303" fmla="*/ 552874 w 865716"/>
                <a:gd name="connsiteY303" fmla="*/ 267547 h 498263"/>
                <a:gd name="connsiteX304" fmla="*/ 543137 w 865716"/>
                <a:gd name="connsiteY304" fmla="*/ 280247 h 498263"/>
                <a:gd name="connsiteX305" fmla="*/ 547370 w 865716"/>
                <a:gd name="connsiteY305" fmla="*/ 294217 h 498263"/>
                <a:gd name="connsiteX306" fmla="*/ 548640 w 865716"/>
                <a:gd name="connsiteY306" fmla="*/ 301413 h 498263"/>
                <a:gd name="connsiteX307" fmla="*/ 549910 w 865716"/>
                <a:gd name="connsiteY307" fmla="*/ 315383 h 498263"/>
                <a:gd name="connsiteX308" fmla="*/ 541443 w 865716"/>
                <a:gd name="connsiteY308" fmla="*/ 329353 h 498263"/>
                <a:gd name="connsiteX309" fmla="*/ 537210 w 865716"/>
                <a:gd name="connsiteY309" fmla="*/ 334857 h 498263"/>
                <a:gd name="connsiteX310" fmla="*/ 523240 w 865716"/>
                <a:gd name="connsiteY310" fmla="*/ 334857 h 498263"/>
                <a:gd name="connsiteX311" fmla="*/ 521970 w 865716"/>
                <a:gd name="connsiteY311" fmla="*/ 336127 h 498263"/>
                <a:gd name="connsiteX312" fmla="*/ 508000 w 865716"/>
                <a:gd name="connsiteY312" fmla="*/ 345863 h 498263"/>
                <a:gd name="connsiteX313" fmla="*/ 503767 w 865716"/>
                <a:gd name="connsiteY313" fmla="*/ 359833 h 498263"/>
                <a:gd name="connsiteX314" fmla="*/ 517737 w 865716"/>
                <a:gd name="connsiteY314" fmla="*/ 367030 h 498263"/>
                <a:gd name="connsiteX315" fmla="*/ 531707 w 865716"/>
                <a:gd name="connsiteY315" fmla="*/ 373803 h 498263"/>
                <a:gd name="connsiteX316" fmla="*/ 534670 w 865716"/>
                <a:gd name="connsiteY316" fmla="*/ 387773 h 498263"/>
                <a:gd name="connsiteX317" fmla="*/ 519430 w 865716"/>
                <a:gd name="connsiteY317" fmla="*/ 393277 h 498263"/>
                <a:gd name="connsiteX318" fmla="*/ 505460 w 865716"/>
                <a:gd name="connsiteY318" fmla="*/ 394547 h 498263"/>
                <a:gd name="connsiteX319" fmla="*/ 492760 w 865716"/>
                <a:gd name="connsiteY319" fmla="*/ 408517 h 498263"/>
                <a:gd name="connsiteX320" fmla="*/ 496993 w 865716"/>
                <a:gd name="connsiteY320" fmla="*/ 422487 h 498263"/>
                <a:gd name="connsiteX321" fmla="*/ 501227 w 865716"/>
                <a:gd name="connsiteY321" fmla="*/ 430953 h 498263"/>
                <a:gd name="connsiteX322" fmla="*/ 499534 w 865716"/>
                <a:gd name="connsiteY322" fmla="*/ 430953 h 498263"/>
                <a:gd name="connsiteX323" fmla="*/ 485563 w 865716"/>
                <a:gd name="connsiteY323" fmla="*/ 435187 h 498263"/>
                <a:gd name="connsiteX324" fmla="*/ 472863 w 865716"/>
                <a:gd name="connsiteY324" fmla="*/ 430953 h 498263"/>
                <a:gd name="connsiteX325" fmla="*/ 468630 w 865716"/>
                <a:gd name="connsiteY325" fmla="*/ 430953 h 498263"/>
                <a:gd name="connsiteX326" fmla="*/ 478367 w 865716"/>
                <a:gd name="connsiteY326" fmla="*/ 444923 h 498263"/>
                <a:gd name="connsiteX327" fmla="*/ 492337 w 865716"/>
                <a:gd name="connsiteY327" fmla="*/ 447887 h 498263"/>
                <a:gd name="connsiteX328" fmla="*/ 494030 w 865716"/>
                <a:gd name="connsiteY328" fmla="*/ 461857 h 498263"/>
                <a:gd name="connsiteX329" fmla="*/ 480060 w 865716"/>
                <a:gd name="connsiteY329" fmla="*/ 475827 h 498263"/>
                <a:gd name="connsiteX330" fmla="*/ 475827 w 865716"/>
                <a:gd name="connsiteY330" fmla="*/ 489797 h 498263"/>
                <a:gd name="connsiteX331" fmla="*/ 471593 w 865716"/>
                <a:gd name="connsiteY331" fmla="*/ 498263 h 498263"/>
                <a:gd name="connsiteX332" fmla="*/ 464397 w 865716"/>
                <a:gd name="connsiteY332" fmla="*/ 483023 h 498263"/>
                <a:gd name="connsiteX333" fmla="*/ 464397 w 865716"/>
                <a:gd name="connsiteY333" fmla="*/ 469053 h 498263"/>
                <a:gd name="connsiteX334" fmla="*/ 463127 w 865716"/>
                <a:gd name="connsiteY334" fmla="*/ 469053 h 498263"/>
                <a:gd name="connsiteX335" fmla="*/ 463127 w 865716"/>
                <a:gd name="connsiteY335" fmla="*/ 467783 h 498263"/>
                <a:gd name="connsiteX336" fmla="*/ 452120 w 865716"/>
                <a:gd name="connsiteY336" fmla="*/ 453813 h 498263"/>
                <a:gd name="connsiteX337" fmla="*/ 449157 w 865716"/>
                <a:gd name="connsiteY337" fmla="*/ 450850 h 498263"/>
                <a:gd name="connsiteX338" fmla="*/ 447887 w 865716"/>
                <a:gd name="connsiteY338" fmla="*/ 436880 h 498263"/>
                <a:gd name="connsiteX339" fmla="*/ 461857 w 865716"/>
                <a:gd name="connsiteY339" fmla="*/ 438150 h 498263"/>
                <a:gd name="connsiteX340" fmla="*/ 463550 w 865716"/>
                <a:gd name="connsiteY340" fmla="*/ 431377 h 498263"/>
                <a:gd name="connsiteX341" fmla="*/ 449580 w 865716"/>
                <a:gd name="connsiteY341" fmla="*/ 422910 h 498263"/>
                <a:gd name="connsiteX342" fmla="*/ 435610 w 865716"/>
                <a:gd name="connsiteY342" fmla="*/ 418677 h 498263"/>
                <a:gd name="connsiteX343" fmla="*/ 449580 w 865716"/>
                <a:gd name="connsiteY343" fmla="*/ 419947 h 498263"/>
                <a:gd name="connsiteX344" fmla="*/ 455084 w 865716"/>
                <a:gd name="connsiteY344" fmla="*/ 405977 h 498263"/>
                <a:gd name="connsiteX345" fmla="*/ 441113 w 865716"/>
                <a:gd name="connsiteY345" fmla="*/ 397510 h 498263"/>
                <a:gd name="connsiteX346" fmla="*/ 425874 w 865716"/>
                <a:gd name="connsiteY346" fmla="*/ 400473 h 498263"/>
                <a:gd name="connsiteX347" fmla="*/ 421640 w 865716"/>
                <a:gd name="connsiteY347" fmla="*/ 399203 h 498263"/>
                <a:gd name="connsiteX348" fmla="*/ 417407 w 865716"/>
                <a:gd name="connsiteY348" fmla="*/ 399203 h 498263"/>
                <a:gd name="connsiteX349" fmla="*/ 410634 w 865716"/>
                <a:gd name="connsiteY349" fmla="*/ 399203 h 498263"/>
                <a:gd name="connsiteX350" fmla="*/ 402167 w 865716"/>
                <a:gd name="connsiteY350" fmla="*/ 397933 h 498263"/>
                <a:gd name="connsiteX351" fmla="*/ 388197 w 865716"/>
                <a:gd name="connsiteY351" fmla="*/ 400897 h 498263"/>
                <a:gd name="connsiteX352" fmla="*/ 383963 w 865716"/>
                <a:gd name="connsiteY352" fmla="*/ 385657 h 498263"/>
                <a:gd name="connsiteX353" fmla="*/ 369993 w 865716"/>
                <a:gd name="connsiteY353" fmla="*/ 378460 h 498263"/>
                <a:gd name="connsiteX354" fmla="*/ 368724 w 865716"/>
                <a:gd name="connsiteY354" fmla="*/ 378460 h 498263"/>
                <a:gd name="connsiteX355" fmla="*/ 367453 w 865716"/>
                <a:gd name="connsiteY355" fmla="*/ 375497 h 498263"/>
                <a:gd name="connsiteX356" fmla="*/ 382270 w 865716"/>
                <a:gd name="connsiteY356" fmla="*/ 369570 h 498263"/>
                <a:gd name="connsiteX357" fmla="*/ 369570 w 865716"/>
                <a:gd name="connsiteY357" fmla="*/ 458893 h 498263"/>
                <a:gd name="connsiteX358" fmla="*/ 359833 w 865716"/>
                <a:gd name="connsiteY358" fmla="*/ 444923 h 498263"/>
                <a:gd name="connsiteX359" fmla="*/ 373803 w 865716"/>
                <a:gd name="connsiteY359" fmla="*/ 438150 h 498263"/>
                <a:gd name="connsiteX360" fmla="*/ 389043 w 865716"/>
                <a:gd name="connsiteY360" fmla="*/ 438150 h 498263"/>
                <a:gd name="connsiteX361" fmla="*/ 403013 w 865716"/>
                <a:gd name="connsiteY361" fmla="*/ 450850 h 498263"/>
                <a:gd name="connsiteX362" fmla="*/ 416984 w 865716"/>
                <a:gd name="connsiteY362" fmla="*/ 456353 h 498263"/>
                <a:gd name="connsiteX363" fmla="*/ 432224 w 865716"/>
                <a:gd name="connsiteY363" fmla="*/ 453813 h 498263"/>
                <a:gd name="connsiteX364" fmla="*/ 446617 w 865716"/>
                <a:gd name="connsiteY364" fmla="*/ 450850 h 498263"/>
                <a:gd name="connsiteX365" fmla="*/ 447887 w 865716"/>
                <a:gd name="connsiteY365" fmla="*/ 452120 h 498263"/>
                <a:gd name="connsiteX366" fmla="*/ 458893 w 865716"/>
                <a:gd name="connsiteY366" fmla="*/ 466090 h 498263"/>
                <a:gd name="connsiteX367" fmla="*/ 461857 w 865716"/>
                <a:gd name="connsiteY367" fmla="*/ 469053 h 498263"/>
                <a:gd name="connsiteX368" fmla="*/ 460587 w 865716"/>
                <a:gd name="connsiteY368" fmla="*/ 483023 h 498263"/>
                <a:gd name="connsiteX369" fmla="*/ 446617 w 865716"/>
                <a:gd name="connsiteY369" fmla="*/ 487257 h 498263"/>
                <a:gd name="connsiteX370" fmla="*/ 432224 w 865716"/>
                <a:gd name="connsiteY370" fmla="*/ 485987 h 498263"/>
                <a:gd name="connsiteX371" fmla="*/ 418253 w 865716"/>
                <a:gd name="connsiteY371" fmla="*/ 487257 h 498263"/>
                <a:gd name="connsiteX372" fmla="*/ 404284 w 865716"/>
                <a:gd name="connsiteY372" fmla="*/ 487257 h 498263"/>
                <a:gd name="connsiteX373" fmla="*/ 397087 w 865716"/>
                <a:gd name="connsiteY373" fmla="*/ 484293 h 498263"/>
                <a:gd name="connsiteX374" fmla="*/ 383117 w 865716"/>
                <a:gd name="connsiteY374" fmla="*/ 475827 h 498263"/>
                <a:gd name="connsiteX375" fmla="*/ 369147 w 865716"/>
                <a:gd name="connsiteY375" fmla="*/ 471593 h 498263"/>
                <a:gd name="connsiteX376" fmla="*/ 355177 w 865716"/>
                <a:gd name="connsiteY376" fmla="*/ 464397 h 498263"/>
                <a:gd name="connsiteX377" fmla="*/ 353907 w 865716"/>
                <a:gd name="connsiteY377" fmla="*/ 463127 h 498263"/>
                <a:gd name="connsiteX378" fmla="*/ 369570 w 865716"/>
                <a:gd name="connsiteY378" fmla="*/ 458893 h 498263"/>
                <a:gd name="connsiteX379" fmla="*/ 513080 w 865716"/>
                <a:gd name="connsiteY379" fmla="*/ 430953 h 498263"/>
                <a:gd name="connsiteX380" fmla="*/ 528320 w 865716"/>
                <a:gd name="connsiteY380" fmla="*/ 425450 h 498263"/>
                <a:gd name="connsiteX381" fmla="*/ 542290 w 865716"/>
                <a:gd name="connsiteY381" fmla="*/ 428413 h 498263"/>
                <a:gd name="connsiteX382" fmla="*/ 545253 w 865716"/>
                <a:gd name="connsiteY382" fmla="*/ 431377 h 498263"/>
                <a:gd name="connsiteX383" fmla="*/ 541020 w 865716"/>
                <a:gd name="connsiteY383" fmla="*/ 438150 h 498263"/>
                <a:gd name="connsiteX384" fmla="*/ 527050 w 865716"/>
                <a:gd name="connsiteY384" fmla="*/ 436880 h 498263"/>
                <a:gd name="connsiteX385" fmla="*/ 513080 w 865716"/>
                <a:gd name="connsiteY385" fmla="*/ 443653 h 498263"/>
                <a:gd name="connsiteX386" fmla="*/ 497840 w 865716"/>
                <a:gd name="connsiteY386" fmla="*/ 449157 h 498263"/>
                <a:gd name="connsiteX387" fmla="*/ 502074 w 865716"/>
                <a:gd name="connsiteY387" fmla="*/ 433917 h 498263"/>
                <a:gd name="connsiteX388" fmla="*/ 502074 w 865716"/>
                <a:gd name="connsiteY388" fmla="*/ 432647 h 498263"/>
                <a:gd name="connsiteX389" fmla="*/ 513080 w 865716"/>
                <a:gd name="connsiteY389" fmla="*/ 430953 h 498263"/>
                <a:gd name="connsiteX390" fmla="*/ 38947 w 865716"/>
                <a:gd name="connsiteY390" fmla="*/ 167217 h 498263"/>
                <a:gd name="connsiteX391" fmla="*/ 24977 w 865716"/>
                <a:gd name="connsiteY391" fmla="*/ 153247 h 498263"/>
                <a:gd name="connsiteX392" fmla="*/ 23707 w 865716"/>
                <a:gd name="connsiteY392" fmla="*/ 139277 h 498263"/>
                <a:gd name="connsiteX393" fmla="*/ 34713 w 865716"/>
                <a:gd name="connsiteY393" fmla="*/ 125307 h 498263"/>
                <a:gd name="connsiteX394" fmla="*/ 48683 w 865716"/>
                <a:gd name="connsiteY394" fmla="*/ 111337 h 498263"/>
                <a:gd name="connsiteX395" fmla="*/ 60113 w 865716"/>
                <a:gd name="connsiteY395" fmla="*/ 100330 h 498263"/>
                <a:gd name="connsiteX396" fmla="*/ 68580 w 865716"/>
                <a:gd name="connsiteY396" fmla="*/ 96097 h 498263"/>
                <a:gd name="connsiteX397" fmla="*/ 83820 w 865716"/>
                <a:gd name="connsiteY397" fmla="*/ 100330 h 498263"/>
                <a:gd name="connsiteX398" fmla="*/ 97790 w 865716"/>
                <a:gd name="connsiteY398" fmla="*/ 97367 h 498263"/>
                <a:gd name="connsiteX399" fmla="*/ 111760 w 865716"/>
                <a:gd name="connsiteY399" fmla="*/ 91863 h 498263"/>
                <a:gd name="connsiteX400" fmla="*/ 115993 w 865716"/>
                <a:gd name="connsiteY400" fmla="*/ 91863 h 498263"/>
                <a:gd name="connsiteX401" fmla="*/ 129963 w 865716"/>
                <a:gd name="connsiteY401" fmla="*/ 94827 h 498263"/>
                <a:gd name="connsiteX402" fmla="*/ 143933 w 865716"/>
                <a:gd name="connsiteY402" fmla="*/ 93557 h 498263"/>
                <a:gd name="connsiteX403" fmla="*/ 157903 w 865716"/>
                <a:gd name="connsiteY403" fmla="*/ 92287 h 498263"/>
                <a:gd name="connsiteX404" fmla="*/ 173143 w 865716"/>
                <a:gd name="connsiteY404" fmla="*/ 85513 h 498263"/>
                <a:gd name="connsiteX405" fmla="*/ 187113 w 865716"/>
                <a:gd name="connsiteY405" fmla="*/ 71543 h 498263"/>
                <a:gd name="connsiteX406" fmla="*/ 198543 w 865716"/>
                <a:gd name="connsiteY406" fmla="*/ 57573 h 498263"/>
                <a:gd name="connsiteX407" fmla="*/ 208280 w 865716"/>
                <a:gd name="connsiteY407" fmla="*/ 43603 h 498263"/>
                <a:gd name="connsiteX408" fmla="*/ 222250 w 865716"/>
                <a:gd name="connsiteY408" fmla="*/ 30903 h 498263"/>
                <a:gd name="connsiteX409" fmla="*/ 233257 w 865716"/>
                <a:gd name="connsiteY409" fmla="*/ 23707 h 498263"/>
                <a:gd name="connsiteX410" fmla="*/ 247227 w 865716"/>
                <a:gd name="connsiteY410" fmla="*/ 23707 h 498263"/>
                <a:gd name="connsiteX411" fmla="*/ 261197 w 865716"/>
                <a:gd name="connsiteY411" fmla="*/ 20743 h 498263"/>
                <a:gd name="connsiteX412" fmla="*/ 276437 w 865716"/>
                <a:gd name="connsiteY412" fmla="*/ 13970 h 498263"/>
                <a:gd name="connsiteX413" fmla="*/ 290407 w 865716"/>
                <a:gd name="connsiteY413" fmla="*/ 5503 h 498263"/>
                <a:gd name="connsiteX414" fmla="*/ 304377 w 865716"/>
                <a:gd name="connsiteY414" fmla="*/ 0 h 498263"/>
                <a:gd name="connsiteX415" fmla="*/ 291677 w 865716"/>
                <a:gd name="connsiteY415" fmla="*/ 13970 h 498263"/>
                <a:gd name="connsiteX416" fmla="*/ 284480 w 865716"/>
                <a:gd name="connsiteY416" fmla="*/ 27940 h 498263"/>
                <a:gd name="connsiteX417" fmla="*/ 294217 w 865716"/>
                <a:gd name="connsiteY417" fmla="*/ 41910 h 498263"/>
                <a:gd name="connsiteX418" fmla="*/ 294217 w 865716"/>
                <a:gd name="connsiteY418" fmla="*/ 57150 h 498263"/>
                <a:gd name="connsiteX419" fmla="*/ 295487 w 865716"/>
                <a:gd name="connsiteY419" fmla="*/ 71120 h 498263"/>
                <a:gd name="connsiteX420" fmla="*/ 298450 w 865716"/>
                <a:gd name="connsiteY420" fmla="*/ 79587 h 498263"/>
                <a:gd name="connsiteX421" fmla="*/ 284480 w 865716"/>
                <a:gd name="connsiteY421" fmla="*/ 90593 h 498263"/>
                <a:gd name="connsiteX422" fmla="*/ 277707 w 865716"/>
                <a:gd name="connsiteY422" fmla="*/ 104563 h 498263"/>
                <a:gd name="connsiteX423" fmla="*/ 263737 w 865716"/>
                <a:gd name="connsiteY423" fmla="*/ 117263 h 498263"/>
                <a:gd name="connsiteX424" fmla="*/ 249767 w 865716"/>
                <a:gd name="connsiteY424" fmla="*/ 111760 h 498263"/>
                <a:gd name="connsiteX425" fmla="*/ 235797 w 865716"/>
                <a:gd name="connsiteY425" fmla="*/ 103293 h 498263"/>
                <a:gd name="connsiteX426" fmla="*/ 232833 w 865716"/>
                <a:gd name="connsiteY426" fmla="*/ 102023 h 498263"/>
                <a:gd name="connsiteX427" fmla="*/ 229870 w 865716"/>
                <a:gd name="connsiteY427" fmla="*/ 103293 h 498263"/>
                <a:gd name="connsiteX428" fmla="*/ 225637 w 865716"/>
                <a:gd name="connsiteY428" fmla="*/ 105833 h 498263"/>
                <a:gd name="connsiteX429" fmla="*/ 222673 w 865716"/>
                <a:gd name="connsiteY429" fmla="*/ 105833 h 498263"/>
                <a:gd name="connsiteX430" fmla="*/ 207433 w 865716"/>
                <a:gd name="connsiteY430" fmla="*/ 100330 h 498263"/>
                <a:gd name="connsiteX431" fmla="*/ 193463 w 865716"/>
                <a:gd name="connsiteY431" fmla="*/ 104563 h 498263"/>
                <a:gd name="connsiteX432" fmla="*/ 179493 w 865716"/>
                <a:gd name="connsiteY432" fmla="*/ 108797 h 498263"/>
                <a:gd name="connsiteX433" fmla="*/ 165947 w 865716"/>
                <a:gd name="connsiteY433" fmla="*/ 108797 h 498263"/>
                <a:gd name="connsiteX434" fmla="*/ 151977 w 865716"/>
                <a:gd name="connsiteY434" fmla="*/ 113030 h 498263"/>
                <a:gd name="connsiteX435" fmla="*/ 146473 w 865716"/>
                <a:gd name="connsiteY435" fmla="*/ 115993 h 498263"/>
                <a:gd name="connsiteX436" fmla="*/ 144780 w 865716"/>
                <a:gd name="connsiteY436" fmla="*/ 115993 h 498263"/>
                <a:gd name="connsiteX437" fmla="*/ 130810 w 865716"/>
                <a:gd name="connsiteY437" fmla="*/ 111760 h 498263"/>
                <a:gd name="connsiteX438" fmla="*/ 125307 w 865716"/>
                <a:gd name="connsiteY438" fmla="*/ 107527 h 498263"/>
                <a:gd name="connsiteX439" fmla="*/ 122343 w 865716"/>
                <a:gd name="connsiteY439" fmla="*/ 110490 h 498263"/>
                <a:gd name="connsiteX440" fmla="*/ 108373 w 865716"/>
                <a:gd name="connsiteY440" fmla="*/ 113030 h 498263"/>
                <a:gd name="connsiteX441" fmla="*/ 94403 w 865716"/>
                <a:gd name="connsiteY441" fmla="*/ 115993 h 498263"/>
                <a:gd name="connsiteX442" fmla="*/ 88900 w 865716"/>
                <a:gd name="connsiteY442" fmla="*/ 120227 h 498263"/>
                <a:gd name="connsiteX443" fmla="*/ 74930 w 865716"/>
                <a:gd name="connsiteY443" fmla="*/ 123190 h 498263"/>
                <a:gd name="connsiteX444" fmla="*/ 63923 w 865716"/>
                <a:gd name="connsiteY444" fmla="*/ 134197 h 498263"/>
                <a:gd name="connsiteX445" fmla="*/ 49953 w 865716"/>
                <a:gd name="connsiteY445" fmla="*/ 148167 h 498263"/>
                <a:gd name="connsiteX446" fmla="*/ 52917 w 865716"/>
                <a:gd name="connsiteY446" fmla="*/ 162137 h 498263"/>
                <a:gd name="connsiteX447" fmla="*/ 38947 w 865716"/>
                <a:gd name="connsiteY447" fmla="*/ 164677 h 498263"/>
                <a:gd name="connsiteX448" fmla="*/ 40217 w 865716"/>
                <a:gd name="connsiteY448" fmla="*/ 165947 h 498263"/>
                <a:gd name="connsiteX449" fmla="*/ 54187 w 865716"/>
                <a:gd name="connsiteY449" fmla="*/ 165947 h 498263"/>
                <a:gd name="connsiteX450" fmla="*/ 55880 w 865716"/>
                <a:gd name="connsiteY450" fmla="*/ 181187 h 498263"/>
                <a:gd name="connsiteX451" fmla="*/ 54187 w 865716"/>
                <a:gd name="connsiteY451" fmla="*/ 181187 h 498263"/>
                <a:gd name="connsiteX452" fmla="*/ 40217 w 865716"/>
                <a:gd name="connsiteY452" fmla="*/ 167217 h 498263"/>
                <a:gd name="connsiteX453" fmla="*/ 38947 w 865716"/>
                <a:gd name="connsiteY453" fmla="*/ 167217 h 498263"/>
                <a:gd name="connsiteX454" fmla="*/ 556260 w 865716"/>
                <a:gd name="connsiteY454" fmla="*/ 327660 h 498263"/>
                <a:gd name="connsiteX455" fmla="*/ 557530 w 865716"/>
                <a:gd name="connsiteY455" fmla="*/ 328930 h 498263"/>
                <a:gd name="connsiteX456" fmla="*/ 550757 w 865716"/>
                <a:gd name="connsiteY456" fmla="*/ 342900 h 498263"/>
                <a:gd name="connsiteX457" fmla="*/ 542290 w 865716"/>
                <a:gd name="connsiteY457" fmla="*/ 331893 h 498263"/>
                <a:gd name="connsiteX458" fmla="*/ 556260 w 865716"/>
                <a:gd name="connsiteY458" fmla="*/ 327660 h 49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</a:cxnLst>
              <a:rect l="l" t="t" r="r" b="b"/>
              <a:pathLst>
                <a:path w="865716" h="498263">
                  <a:moveTo>
                    <a:pt x="863177" y="405977"/>
                  </a:moveTo>
                  <a:lnTo>
                    <a:pt x="865717" y="421217"/>
                  </a:lnTo>
                  <a:lnTo>
                    <a:pt x="858943" y="430953"/>
                  </a:lnTo>
                  <a:lnTo>
                    <a:pt x="851747" y="430953"/>
                  </a:lnTo>
                  <a:lnTo>
                    <a:pt x="850477" y="429683"/>
                  </a:lnTo>
                  <a:lnTo>
                    <a:pt x="835237" y="425450"/>
                  </a:lnTo>
                  <a:lnTo>
                    <a:pt x="821267" y="421217"/>
                  </a:lnTo>
                  <a:lnTo>
                    <a:pt x="813224" y="407247"/>
                  </a:lnTo>
                  <a:lnTo>
                    <a:pt x="814493" y="393277"/>
                  </a:lnTo>
                  <a:lnTo>
                    <a:pt x="828463" y="390313"/>
                  </a:lnTo>
                  <a:lnTo>
                    <a:pt x="842434" y="395817"/>
                  </a:lnTo>
                  <a:lnTo>
                    <a:pt x="849630" y="400050"/>
                  </a:lnTo>
                  <a:lnTo>
                    <a:pt x="863177" y="405977"/>
                  </a:lnTo>
                  <a:close/>
                  <a:moveTo>
                    <a:pt x="5503" y="181187"/>
                  </a:moveTo>
                  <a:lnTo>
                    <a:pt x="4233" y="182457"/>
                  </a:lnTo>
                  <a:lnTo>
                    <a:pt x="2963" y="196427"/>
                  </a:lnTo>
                  <a:lnTo>
                    <a:pt x="2963" y="210397"/>
                  </a:lnTo>
                  <a:lnTo>
                    <a:pt x="2963" y="225637"/>
                  </a:lnTo>
                  <a:lnTo>
                    <a:pt x="4233" y="240877"/>
                  </a:lnTo>
                  <a:lnTo>
                    <a:pt x="0" y="254847"/>
                  </a:lnTo>
                  <a:lnTo>
                    <a:pt x="4233" y="270087"/>
                  </a:lnTo>
                  <a:lnTo>
                    <a:pt x="5503" y="254847"/>
                  </a:lnTo>
                  <a:lnTo>
                    <a:pt x="19473" y="260350"/>
                  </a:lnTo>
                  <a:lnTo>
                    <a:pt x="24977" y="274320"/>
                  </a:lnTo>
                  <a:lnTo>
                    <a:pt x="34713" y="288290"/>
                  </a:lnTo>
                  <a:lnTo>
                    <a:pt x="22013" y="298027"/>
                  </a:lnTo>
                  <a:lnTo>
                    <a:pt x="8043" y="289560"/>
                  </a:lnTo>
                  <a:lnTo>
                    <a:pt x="2540" y="274320"/>
                  </a:lnTo>
                  <a:lnTo>
                    <a:pt x="5080" y="288290"/>
                  </a:lnTo>
                  <a:lnTo>
                    <a:pt x="8043" y="303530"/>
                  </a:lnTo>
                  <a:lnTo>
                    <a:pt x="8043" y="317500"/>
                  </a:lnTo>
                  <a:lnTo>
                    <a:pt x="2540" y="331470"/>
                  </a:lnTo>
                  <a:lnTo>
                    <a:pt x="8043" y="346710"/>
                  </a:lnTo>
                  <a:lnTo>
                    <a:pt x="23283" y="352213"/>
                  </a:lnTo>
                  <a:lnTo>
                    <a:pt x="24553" y="338243"/>
                  </a:lnTo>
                  <a:lnTo>
                    <a:pt x="27517" y="345017"/>
                  </a:lnTo>
                  <a:lnTo>
                    <a:pt x="41487" y="357717"/>
                  </a:lnTo>
                  <a:lnTo>
                    <a:pt x="56727" y="358987"/>
                  </a:lnTo>
                  <a:lnTo>
                    <a:pt x="65193" y="372957"/>
                  </a:lnTo>
                  <a:lnTo>
                    <a:pt x="66463" y="378460"/>
                  </a:lnTo>
                  <a:lnTo>
                    <a:pt x="66463" y="393700"/>
                  </a:lnTo>
                  <a:lnTo>
                    <a:pt x="56727" y="399203"/>
                  </a:lnTo>
                  <a:lnTo>
                    <a:pt x="42757" y="401743"/>
                  </a:lnTo>
                  <a:lnTo>
                    <a:pt x="52493" y="415713"/>
                  </a:lnTo>
                  <a:lnTo>
                    <a:pt x="66463" y="414443"/>
                  </a:lnTo>
                  <a:lnTo>
                    <a:pt x="63923" y="429683"/>
                  </a:lnTo>
                  <a:lnTo>
                    <a:pt x="66463" y="442383"/>
                  </a:lnTo>
                  <a:lnTo>
                    <a:pt x="76200" y="445347"/>
                  </a:lnTo>
                  <a:lnTo>
                    <a:pt x="88900" y="442383"/>
                  </a:lnTo>
                  <a:lnTo>
                    <a:pt x="94403" y="443653"/>
                  </a:lnTo>
                  <a:lnTo>
                    <a:pt x="95673" y="443653"/>
                  </a:lnTo>
                  <a:lnTo>
                    <a:pt x="110913" y="447887"/>
                  </a:lnTo>
                  <a:lnTo>
                    <a:pt x="126153" y="450850"/>
                  </a:lnTo>
                  <a:lnTo>
                    <a:pt x="141393" y="459317"/>
                  </a:lnTo>
                  <a:lnTo>
                    <a:pt x="148167" y="459317"/>
                  </a:lnTo>
                  <a:lnTo>
                    <a:pt x="152400" y="458047"/>
                  </a:lnTo>
                  <a:lnTo>
                    <a:pt x="157903" y="455507"/>
                  </a:lnTo>
                  <a:lnTo>
                    <a:pt x="162137" y="456777"/>
                  </a:lnTo>
                  <a:lnTo>
                    <a:pt x="164677" y="455507"/>
                  </a:lnTo>
                  <a:lnTo>
                    <a:pt x="178647" y="444500"/>
                  </a:lnTo>
                  <a:lnTo>
                    <a:pt x="182880" y="445770"/>
                  </a:lnTo>
                  <a:lnTo>
                    <a:pt x="184150" y="452967"/>
                  </a:lnTo>
                  <a:lnTo>
                    <a:pt x="199390" y="455507"/>
                  </a:lnTo>
                  <a:lnTo>
                    <a:pt x="199390" y="440267"/>
                  </a:lnTo>
                  <a:lnTo>
                    <a:pt x="190923" y="430530"/>
                  </a:lnTo>
                  <a:lnTo>
                    <a:pt x="189653" y="429260"/>
                  </a:lnTo>
                  <a:lnTo>
                    <a:pt x="175683" y="423757"/>
                  </a:lnTo>
                  <a:lnTo>
                    <a:pt x="161713" y="423757"/>
                  </a:lnTo>
                  <a:lnTo>
                    <a:pt x="164253" y="409787"/>
                  </a:lnTo>
                  <a:lnTo>
                    <a:pt x="178223" y="400050"/>
                  </a:lnTo>
                  <a:lnTo>
                    <a:pt x="193463" y="387350"/>
                  </a:lnTo>
                  <a:lnTo>
                    <a:pt x="183727" y="373380"/>
                  </a:lnTo>
                  <a:lnTo>
                    <a:pt x="179493" y="364913"/>
                  </a:lnTo>
                  <a:lnTo>
                    <a:pt x="180763" y="361950"/>
                  </a:lnTo>
                  <a:lnTo>
                    <a:pt x="179493" y="347980"/>
                  </a:lnTo>
                  <a:lnTo>
                    <a:pt x="193463" y="346710"/>
                  </a:lnTo>
                  <a:lnTo>
                    <a:pt x="194733" y="345440"/>
                  </a:lnTo>
                  <a:lnTo>
                    <a:pt x="196427" y="341207"/>
                  </a:lnTo>
                  <a:lnTo>
                    <a:pt x="210397" y="331470"/>
                  </a:lnTo>
                  <a:lnTo>
                    <a:pt x="195157" y="325967"/>
                  </a:lnTo>
                  <a:lnTo>
                    <a:pt x="179917" y="320463"/>
                  </a:lnTo>
                  <a:lnTo>
                    <a:pt x="181187" y="319193"/>
                  </a:lnTo>
                  <a:lnTo>
                    <a:pt x="187960" y="317923"/>
                  </a:lnTo>
                  <a:lnTo>
                    <a:pt x="201930" y="323427"/>
                  </a:lnTo>
                  <a:lnTo>
                    <a:pt x="215900" y="322157"/>
                  </a:lnTo>
                  <a:lnTo>
                    <a:pt x="231140" y="319193"/>
                  </a:lnTo>
                  <a:lnTo>
                    <a:pt x="234103" y="314960"/>
                  </a:lnTo>
                  <a:lnTo>
                    <a:pt x="231140" y="300990"/>
                  </a:lnTo>
                  <a:lnTo>
                    <a:pt x="215900" y="295487"/>
                  </a:lnTo>
                  <a:lnTo>
                    <a:pt x="231140" y="292947"/>
                  </a:lnTo>
                  <a:lnTo>
                    <a:pt x="234103" y="292947"/>
                  </a:lnTo>
                  <a:lnTo>
                    <a:pt x="246380" y="292947"/>
                  </a:lnTo>
                  <a:lnTo>
                    <a:pt x="260350" y="287443"/>
                  </a:lnTo>
                  <a:lnTo>
                    <a:pt x="261620" y="273473"/>
                  </a:lnTo>
                  <a:lnTo>
                    <a:pt x="261620" y="259503"/>
                  </a:lnTo>
                  <a:lnTo>
                    <a:pt x="260350" y="244263"/>
                  </a:lnTo>
                  <a:lnTo>
                    <a:pt x="261620" y="244263"/>
                  </a:lnTo>
                  <a:lnTo>
                    <a:pt x="275590" y="231563"/>
                  </a:lnTo>
                  <a:lnTo>
                    <a:pt x="289560" y="232833"/>
                  </a:lnTo>
                  <a:lnTo>
                    <a:pt x="281517" y="248073"/>
                  </a:lnTo>
                  <a:lnTo>
                    <a:pt x="296757" y="256540"/>
                  </a:lnTo>
                  <a:lnTo>
                    <a:pt x="299720" y="251037"/>
                  </a:lnTo>
                  <a:lnTo>
                    <a:pt x="308187" y="237067"/>
                  </a:lnTo>
                  <a:lnTo>
                    <a:pt x="322157" y="243840"/>
                  </a:lnTo>
                  <a:lnTo>
                    <a:pt x="333163" y="229870"/>
                  </a:lnTo>
                  <a:lnTo>
                    <a:pt x="342900" y="214630"/>
                  </a:lnTo>
                  <a:lnTo>
                    <a:pt x="345440" y="200660"/>
                  </a:lnTo>
                  <a:lnTo>
                    <a:pt x="331470" y="189230"/>
                  </a:lnTo>
                  <a:lnTo>
                    <a:pt x="317500" y="189230"/>
                  </a:lnTo>
                  <a:lnTo>
                    <a:pt x="303530" y="190923"/>
                  </a:lnTo>
                  <a:lnTo>
                    <a:pt x="289560" y="190923"/>
                  </a:lnTo>
                  <a:lnTo>
                    <a:pt x="275590" y="185420"/>
                  </a:lnTo>
                  <a:lnTo>
                    <a:pt x="260350" y="185420"/>
                  </a:lnTo>
                  <a:lnTo>
                    <a:pt x="253577" y="199390"/>
                  </a:lnTo>
                  <a:lnTo>
                    <a:pt x="257810" y="185420"/>
                  </a:lnTo>
                  <a:lnTo>
                    <a:pt x="271780" y="175683"/>
                  </a:lnTo>
                  <a:lnTo>
                    <a:pt x="266277" y="163407"/>
                  </a:lnTo>
                  <a:lnTo>
                    <a:pt x="252307" y="163407"/>
                  </a:lnTo>
                  <a:lnTo>
                    <a:pt x="246803" y="162137"/>
                  </a:lnTo>
                  <a:lnTo>
                    <a:pt x="246803" y="163407"/>
                  </a:lnTo>
                  <a:lnTo>
                    <a:pt x="245533" y="164677"/>
                  </a:lnTo>
                  <a:lnTo>
                    <a:pt x="231563" y="170180"/>
                  </a:lnTo>
                  <a:lnTo>
                    <a:pt x="216323" y="171450"/>
                  </a:lnTo>
                  <a:lnTo>
                    <a:pt x="216323" y="170180"/>
                  </a:lnTo>
                  <a:lnTo>
                    <a:pt x="231563" y="165947"/>
                  </a:lnTo>
                  <a:lnTo>
                    <a:pt x="233257" y="165947"/>
                  </a:lnTo>
                  <a:lnTo>
                    <a:pt x="247227" y="160443"/>
                  </a:lnTo>
                  <a:lnTo>
                    <a:pt x="258233" y="160443"/>
                  </a:lnTo>
                  <a:lnTo>
                    <a:pt x="272203" y="160443"/>
                  </a:lnTo>
                  <a:lnTo>
                    <a:pt x="265007" y="146473"/>
                  </a:lnTo>
                  <a:lnTo>
                    <a:pt x="263737" y="132503"/>
                  </a:lnTo>
                  <a:lnTo>
                    <a:pt x="259503" y="118533"/>
                  </a:lnTo>
                  <a:lnTo>
                    <a:pt x="245533" y="113030"/>
                  </a:lnTo>
                  <a:lnTo>
                    <a:pt x="231563" y="103293"/>
                  </a:lnTo>
                  <a:lnTo>
                    <a:pt x="228600" y="103293"/>
                  </a:lnTo>
                  <a:lnTo>
                    <a:pt x="224367" y="105833"/>
                  </a:lnTo>
                  <a:lnTo>
                    <a:pt x="221403" y="107527"/>
                  </a:lnTo>
                  <a:lnTo>
                    <a:pt x="220133" y="107527"/>
                  </a:lnTo>
                  <a:lnTo>
                    <a:pt x="214630" y="107527"/>
                  </a:lnTo>
                  <a:lnTo>
                    <a:pt x="200660" y="107527"/>
                  </a:lnTo>
                  <a:lnTo>
                    <a:pt x="186690" y="117263"/>
                  </a:lnTo>
                  <a:lnTo>
                    <a:pt x="172720" y="113030"/>
                  </a:lnTo>
                  <a:lnTo>
                    <a:pt x="158750" y="113030"/>
                  </a:lnTo>
                  <a:lnTo>
                    <a:pt x="144780" y="115993"/>
                  </a:lnTo>
                  <a:lnTo>
                    <a:pt x="130810" y="128693"/>
                  </a:lnTo>
                  <a:lnTo>
                    <a:pt x="135043" y="138430"/>
                  </a:lnTo>
                  <a:lnTo>
                    <a:pt x="132080" y="152400"/>
                  </a:lnTo>
                  <a:lnTo>
                    <a:pt x="132080" y="166370"/>
                  </a:lnTo>
                  <a:lnTo>
                    <a:pt x="146050" y="165100"/>
                  </a:lnTo>
                  <a:lnTo>
                    <a:pt x="146050" y="176107"/>
                  </a:lnTo>
                  <a:lnTo>
                    <a:pt x="146050" y="190077"/>
                  </a:lnTo>
                  <a:lnTo>
                    <a:pt x="143087" y="176107"/>
                  </a:lnTo>
                  <a:lnTo>
                    <a:pt x="129117" y="174837"/>
                  </a:lnTo>
                  <a:lnTo>
                    <a:pt x="115147" y="173567"/>
                  </a:lnTo>
                  <a:lnTo>
                    <a:pt x="129117" y="160867"/>
                  </a:lnTo>
                  <a:lnTo>
                    <a:pt x="118110" y="146897"/>
                  </a:lnTo>
                  <a:lnTo>
                    <a:pt x="113877" y="146897"/>
                  </a:lnTo>
                  <a:lnTo>
                    <a:pt x="99907" y="149860"/>
                  </a:lnTo>
                  <a:lnTo>
                    <a:pt x="91440" y="163830"/>
                  </a:lnTo>
                  <a:lnTo>
                    <a:pt x="77470" y="173567"/>
                  </a:lnTo>
                  <a:lnTo>
                    <a:pt x="77470" y="187537"/>
                  </a:lnTo>
                  <a:lnTo>
                    <a:pt x="76200" y="196003"/>
                  </a:lnTo>
                  <a:lnTo>
                    <a:pt x="62230" y="198967"/>
                  </a:lnTo>
                  <a:lnTo>
                    <a:pt x="53763" y="183727"/>
                  </a:lnTo>
                  <a:lnTo>
                    <a:pt x="53763" y="184997"/>
                  </a:lnTo>
                  <a:lnTo>
                    <a:pt x="51223" y="187960"/>
                  </a:lnTo>
                  <a:lnTo>
                    <a:pt x="37253" y="182457"/>
                  </a:lnTo>
                  <a:lnTo>
                    <a:pt x="23283" y="179493"/>
                  </a:lnTo>
                  <a:lnTo>
                    <a:pt x="9313" y="168487"/>
                  </a:lnTo>
                  <a:lnTo>
                    <a:pt x="5503" y="181187"/>
                  </a:lnTo>
                  <a:lnTo>
                    <a:pt x="5503" y="181187"/>
                  </a:lnTo>
                  <a:close/>
                  <a:moveTo>
                    <a:pt x="54187" y="156210"/>
                  </a:moveTo>
                  <a:lnTo>
                    <a:pt x="68157" y="146473"/>
                  </a:lnTo>
                  <a:lnTo>
                    <a:pt x="68157" y="135467"/>
                  </a:lnTo>
                  <a:lnTo>
                    <a:pt x="82127" y="131233"/>
                  </a:lnTo>
                  <a:lnTo>
                    <a:pt x="96097" y="122767"/>
                  </a:lnTo>
                  <a:lnTo>
                    <a:pt x="97367" y="136737"/>
                  </a:lnTo>
                  <a:lnTo>
                    <a:pt x="91863" y="150707"/>
                  </a:lnTo>
                  <a:lnTo>
                    <a:pt x="77893" y="164677"/>
                  </a:lnTo>
                  <a:lnTo>
                    <a:pt x="68157" y="167640"/>
                  </a:lnTo>
                  <a:lnTo>
                    <a:pt x="54187" y="156210"/>
                  </a:lnTo>
                  <a:close/>
                  <a:moveTo>
                    <a:pt x="209127" y="419947"/>
                  </a:moveTo>
                  <a:lnTo>
                    <a:pt x="223097" y="427143"/>
                  </a:lnTo>
                  <a:lnTo>
                    <a:pt x="230293" y="431377"/>
                  </a:lnTo>
                  <a:lnTo>
                    <a:pt x="233257" y="432647"/>
                  </a:lnTo>
                  <a:lnTo>
                    <a:pt x="237490" y="442383"/>
                  </a:lnTo>
                  <a:lnTo>
                    <a:pt x="233257" y="452120"/>
                  </a:lnTo>
                  <a:lnTo>
                    <a:pt x="218017" y="450850"/>
                  </a:lnTo>
                  <a:lnTo>
                    <a:pt x="205317" y="442383"/>
                  </a:lnTo>
                  <a:lnTo>
                    <a:pt x="205317" y="431377"/>
                  </a:lnTo>
                  <a:lnTo>
                    <a:pt x="191347" y="427143"/>
                  </a:lnTo>
                  <a:lnTo>
                    <a:pt x="195580" y="424180"/>
                  </a:lnTo>
                  <a:lnTo>
                    <a:pt x="209127" y="419947"/>
                  </a:lnTo>
                  <a:close/>
                  <a:moveTo>
                    <a:pt x="200660" y="347133"/>
                  </a:moveTo>
                  <a:lnTo>
                    <a:pt x="214630" y="349673"/>
                  </a:lnTo>
                  <a:lnTo>
                    <a:pt x="228600" y="345440"/>
                  </a:lnTo>
                  <a:lnTo>
                    <a:pt x="232833" y="344170"/>
                  </a:lnTo>
                  <a:lnTo>
                    <a:pt x="246803" y="339937"/>
                  </a:lnTo>
                  <a:lnTo>
                    <a:pt x="260773" y="335703"/>
                  </a:lnTo>
                  <a:lnTo>
                    <a:pt x="274743" y="334433"/>
                  </a:lnTo>
                  <a:lnTo>
                    <a:pt x="289983" y="344170"/>
                  </a:lnTo>
                  <a:lnTo>
                    <a:pt x="283210" y="358140"/>
                  </a:lnTo>
                  <a:lnTo>
                    <a:pt x="297180" y="356870"/>
                  </a:lnTo>
                  <a:lnTo>
                    <a:pt x="306917" y="342900"/>
                  </a:lnTo>
                  <a:lnTo>
                    <a:pt x="306917" y="333163"/>
                  </a:lnTo>
                  <a:lnTo>
                    <a:pt x="319617" y="348403"/>
                  </a:lnTo>
                  <a:lnTo>
                    <a:pt x="305647" y="356870"/>
                  </a:lnTo>
                  <a:lnTo>
                    <a:pt x="319617" y="362373"/>
                  </a:lnTo>
                  <a:lnTo>
                    <a:pt x="330624" y="376343"/>
                  </a:lnTo>
                  <a:lnTo>
                    <a:pt x="329353" y="381847"/>
                  </a:lnTo>
                  <a:lnTo>
                    <a:pt x="333587" y="397087"/>
                  </a:lnTo>
                  <a:lnTo>
                    <a:pt x="329353" y="411057"/>
                  </a:lnTo>
                  <a:lnTo>
                    <a:pt x="326390" y="414020"/>
                  </a:lnTo>
                  <a:lnTo>
                    <a:pt x="311150" y="420793"/>
                  </a:lnTo>
                  <a:lnTo>
                    <a:pt x="308187" y="420793"/>
                  </a:lnTo>
                  <a:lnTo>
                    <a:pt x="294217" y="425027"/>
                  </a:lnTo>
                  <a:lnTo>
                    <a:pt x="278977" y="422063"/>
                  </a:lnTo>
                  <a:lnTo>
                    <a:pt x="265007" y="417830"/>
                  </a:lnTo>
                  <a:lnTo>
                    <a:pt x="251037" y="416560"/>
                  </a:lnTo>
                  <a:lnTo>
                    <a:pt x="246803" y="402590"/>
                  </a:lnTo>
                  <a:lnTo>
                    <a:pt x="232833" y="400050"/>
                  </a:lnTo>
                  <a:lnTo>
                    <a:pt x="232833" y="404283"/>
                  </a:lnTo>
                  <a:lnTo>
                    <a:pt x="232833" y="411480"/>
                  </a:lnTo>
                  <a:lnTo>
                    <a:pt x="228600" y="397510"/>
                  </a:lnTo>
                  <a:lnTo>
                    <a:pt x="218863" y="382270"/>
                  </a:lnTo>
                  <a:lnTo>
                    <a:pt x="211667" y="368300"/>
                  </a:lnTo>
                  <a:lnTo>
                    <a:pt x="197697" y="359833"/>
                  </a:lnTo>
                  <a:lnTo>
                    <a:pt x="196003" y="350097"/>
                  </a:lnTo>
                  <a:lnTo>
                    <a:pt x="200660" y="347133"/>
                  </a:lnTo>
                  <a:close/>
                  <a:moveTo>
                    <a:pt x="268817" y="447887"/>
                  </a:moveTo>
                  <a:lnTo>
                    <a:pt x="254847" y="433917"/>
                  </a:lnTo>
                  <a:lnTo>
                    <a:pt x="270087" y="442383"/>
                  </a:lnTo>
                  <a:lnTo>
                    <a:pt x="284057" y="450850"/>
                  </a:lnTo>
                  <a:lnTo>
                    <a:pt x="282787" y="459317"/>
                  </a:lnTo>
                  <a:lnTo>
                    <a:pt x="268817" y="447887"/>
                  </a:lnTo>
                  <a:close/>
                  <a:moveTo>
                    <a:pt x="308187" y="424180"/>
                  </a:moveTo>
                  <a:lnTo>
                    <a:pt x="309457" y="424180"/>
                  </a:lnTo>
                  <a:lnTo>
                    <a:pt x="310727" y="430953"/>
                  </a:lnTo>
                  <a:lnTo>
                    <a:pt x="310727" y="435187"/>
                  </a:lnTo>
                  <a:lnTo>
                    <a:pt x="296757" y="433917"/>
                  </a:lnTo>
                  <a:lnTo>
                    <a:pt x="293793" y="431377"/>
                  </a:lnTo>
                  <a:lnTo>
                    <a:pt x="308187" y="424180"/>
                  </a:lnTo>
                  <a:close/>
                  <a:moveTo>
                    <a:pt x="309457" y="303953"/>
                  </a:moveTo>
                  <a:lnTo>
                    <a:pt x="295487" y="303953"/>
                  </a:lnTo>
                  <a:lnTo>
                    <a:pt x="303953" y="289983"/>
                  </a:lnTo>
                  <a:lnTo>
                    <a:pt x="297180" y="276013"/>
                  </a:lnTo>
                  <a:lnTo>
                    <a:pt x="306917" y="289983"/>
                  </a:lnTo>
                  <a:lnTo>
                    <a:pt x="314113" y="289983"/>
                  </a:lnTo>
                  <a:lnTo>
                    <a:pt x="309457" y="303953"/>
                  </a:lnTo>
                  <a:close/>
                  <a:moveTo>
                    <a:pt x="331893" y="430953"/>
                  </a:moveTo>
                  <a:lnTo>
                    <a:pt x="340360" y="415713"/>
                  </a:lnTo>
                  <a:lnTo>
                    <a:pt x="343324" y="430953"/>
                  </a:lnTo>
                  <a:lnTo>
                    <a:pt x="334857" y="444923"/>
                  </a:lnTo>
                  <a:lnTo>
                    <a:pt x="328083" y="458893"/>
                  </a:lnTo>
                  <a:lnTo>
                    <a:pt x="322580" y="472863"/>
                  </a:lnTo>
                  <a:lnTo>
                    <a:pt x="311574" y="458893"/>
                  </a:lnTo>
                  <a:lnTo>
                    <a:pt x="317077" y="444923"/>
                  </a:lnTo>
                  <a:lnTo>
                    <a:pt x="321310" y="440690"/>
                  </a:lnTo>
                  <a:lnTo>
                    <a:pt x="331893" y="430953"/>
                  </a:lnTo>
                  <a:close/>
                  <a:moveTo>
                    <a:pt x="337397" y="76623"/>
                  </a:moveTo>
                  <a:lnTo>
                    <a:pt x="351367" y="66887"/>
                  </a:lnTo>
                  <a:lnTo>
                    <a:pt x="365337" y="65617"/>
                  </a:lnTo>
                  <a:lnTo>
                    <a:pt x="358140" y="79587"/>
                  </a:lnTo>
                  <a:lnTo>
                    <a:pt x="351367" y="80857"/>
                  </a:lnTo>
                  <a:lnTo>
                    <a:pt x="337397" y="76623"/>
                  </a:lnTo>
                  <a:close/>
                  <a:moveTo>
                    <a:pt x="382270" y="369570"/>
                  </a:moveTo>
                  <a:lnTo>
                    <a:pt x="378037" y="355600"/>
                  </a:lnTo>
                  <a:lnTo>
                    <a:pt x="373803" y="340360"/>
                  </a:lnTo>
                  <a:lnTo>
                    <a:pt x="358563" y="329353"/>
                  </a:lnTo>
                  <a:lnTo>
                    <a:pt x="344593" y="315383"/>
                  </a:lnTo>
                  <a:lnTo>
                    <a:pt x="358563" y="315383"/>
                  </a:lnTo>
                  <a:lnTo>
                    <a:pt x="373803" y="312420"/>
                  </a:lnTo>
                  <a:lnTo>
                    <a:pt x="389043" y="313690"/>
                  </a:lnTo>
                  <a:lnTo>
                    <a:pt x="397510" y="299720"/>
                  </a:lnTo>
                  <a:lnTo>
                    <a:pt x="411480" y="298450"/>
                  </a:lnTo>
                  <a:lnTo>
                    <a:pt x="415713" y="284480"/>
                  </a:lnTo>
                  <a:lnTo>
                    <a:pt x="401743" y="280247"/>
                  </a:lnTo>
                  <a:lnTo>
                    <a:pt x="413174" y="278977"/>
                  </a:lnTo>
                  <a:lnTo>
                    <a:pt x="427143" y="281940"/>
                  </a:lnTo>
                  <a:lnTo>
                    <a:pt x="442384" y="280670"/>
                  </a:lnTo>
                  <a:lnTo>
                    <a:pt x="446617" y="286173"/>
                  </a:lnTo>
                  <a:lnTo>
                    <a:pt x="436880" y="287443"/>
                  </a:lnTo>
                  <a:lnTo>
                    <a:pt x="445347" y="301413"/>
                  </a:lnTo>
                  <a:lnTo>
                    <a:pt x="436880" y="315383"/>
                  </a:lnTo>
                  <a:lnTo>
                    <a:pt x="436880" y="316653"/>
                  </a:lnTo>
                  <a:lnTo>
                    <a:pt x="452120" y="326390"/>
                  </a:lnTo>
                  <a:lnTo>
                    <a:pt x="460587" y="315383"/>
                  </a:lnTo>
                  <a:lnTo>
                    <a:pt x="463127" y="302683"/>
                  </a:lnTo>
                  <a:lnTo>
                    <a:pt x="477097" y="288713"/>
                  </a:lnTo>
                  <a:lnTo>
                    <a:pt x="481330" y="302683"/>
                  </a:lnTo>
                  <a:lnTo>
                    <a:pt x="475827" y="316653"/>
                  </a:lnTo>
                  <a:lnTo>
                    <a:pt x="469053" y="328083"/>
                  </a:lnTo>
                  <a:lnTo>
                    <a:pt x="474557" y="325120"/>
                  </a:lnTo>
                  <a:lnTo>
                    <a:pt x="488527" y="322157"/>
                  </a:lnTo>
                  <a:lnTo>
                    <a:pt x="487257" y="306917"/>
                  </a:lnTo>
                  <a:lnTo>
                    <a:pt x="484293" y="298450"/>
                  </a:lnTo>
                  <a:lnTo>
                    <a:pt x="483024" y="284480"/>
                  </a:lnTo>
                  <a:lnTo>
                    <a:pt x="467360" y="273473"/>
                  </a:lnTo>
                  <a:lnTo>
                    <a:pt x="483024" y="266277"/>
                  </a:lnTo>
                  <a:lnTo>
                    <a:pt x="496993" y="257810"/>
                  </a:lnTo>
                  <a:lnTo>
                    <a:pt x="509693" y="252307"/>
                  </a:lnTo>
                  <a:lnTo>
                    <a:pt x="524934" y="256540"/>
                  </a:lnTo>
                  <a:lnTo>
                    <a:pt x="538903" y="257810"/>
                  </a:lnTo>
                  <a:lnTo>
                    <a:pt x="552874" y="267547"/>
                  </a:lnTo>
                  <a:lnTo>
                    <a:pt x="543137" y="280247"/>
                  </a:lnTo>
                  <a:lnTo>
                    <a:pt x="547370" y="294217"/>
                  </a:lnTo>
                  <a:lnTo>
                    <a:pt x="548640" y="301413"/>
                  </a:lnTo>
                  <a:lnTo>
                    <a:pt x="549910" y="315383"/>
                  </a:lnTo>
                  <a:lnTo>
                    <a:pt x="541443" y="329353"/>
                  </a:lnTo>
                  <a:lnTo>
                    <a:pt x="537210" y="334857"/>
                  </a:lnTo>
                  <a:lnTo>
                    <a:pt x="523240" y="334857"/>
                  </a:lnTo>
                  <a:lnTo>
                    <a:pt x="521970" y="336127"/>
                  </a:lnTo>
                  <a:lnTo>
                    <a:pt x="508000" y="345863"/>
                  </a:lnTo>
                  <a:lnTo>
                    <a:pt x="503767" y="359833"/>
                  </a:lnTo>
                  <a:lnTo>
                    <a:pt x="517737" y="367030"/>
                  </a:lnTo>
                  <a:lnTo>
                    <a:pt x="531707" y="373803"/>
                  </a:lnTo>
                  <a:lnTo>
                    <a:pt x="534670" y="387773"/>
                  </a:lnTo>
                  <a:lnTo>
                    <a:pt x="519430" y="393277"/>
                  </a:lnTo>
                  <a:lnTo>
                    <a:pt x="505460" y="394547"/>
                  </a:lnTo>
                  <a:lnTo>
                    <a:pt x="492760" y="408517"/>
                  </a:lnTo>
                  <a:lnTo>
                    <a:pt x="496993" y="422487"/>
                  </a:lnTo>
                  <a:lnTo>
                    <a:pt x="501227" y="430953"/>
                  </a:lnTo>
                  <a:lnTo>
                    <a:pt x="499534" y="430953"/>
                  </a:lnTo>
                  <a:lnTo>
                    <a:pt x="485563" y="435187"/>
                  </a:lnTo>
                  <a:lnTo>
                    <a:pt x="472863" y="430953"/>
                  </a:lnTo>
                  <a:lnTo>
                    <a:pt x="468630" y="430953"/>
                  </a:lnTo>
                  <a:lnTo>
                    <a:pt x="478367" y="444923"/>
                  </a:lnTo>
                  <a:lnTo>
                    <a:pt x="492337" y="447887"/>
                  </a:lnTo>
                  <a:lnTo>
                    <a:pt x="494030" y="461857"/>
                  </a:lnTo>
                  <a:lnTo>
                    <a:pt x="480060" y="475827"/>
                  </a:lnTo>
                  <a:lnTo>
                    <a:pt x="475827" y="489797"/>
                  </a:lnTo>
                  <a:lnTo>
                    <a:pt x="471593" y="498263"/>
                  </a:lnTo>
                  <a:lnTo>
                    <a:pt x="464397" y="483023"/>
                  </a:lnTo>
                  <a:lnTo>
                    <a:pt x="464397" y="469053"/>
                  </a:lnTo>
                  <a:lnTo>
                    <a:pt x="463127" y="469053"/>
                  </a:lnTo>
                  <a:lnTo>
                    <a:pt x="463127" y="467783"/>
                  </a:lnTo>
                  <a:lnTo>
                    <a:pt x="452120" y="453813"/>
                  </a:lnTo>
                  <a:lnTo>
                    <a:pt x="449157" y="450850"/>
                  </a:lnTo>
                  <a:lnTo>
                    <a:pt x="447887" y="436880"/>
                  </a:lnTo>
                  <a:lnTo>
                    <a:pt x="461857" y="438150"/>
                  </a:lnTo>
                  <a:lnTo>
                    <a:pt x="463550" y="431377"/>
                  </a:lnTo>
                  <a:lnTo>
                    <a:pt x="449580" y="422910"/>
                  </a:lnTo>
                  <a:lnTo>
                    <a:pt x="435610" y="418677"/>
                  </a:lnTo>
                  <a:lnTo>
                    <a:pt x="449580" y="419947"/>
                  </a:lnTo>
                  <a:lnTo>
                    <a:pt x="455084" y="405977"/>
                  </a:lnTo>
                  <a:lnTo>
                    <a:pt x="441113" y="397510"/>
                  </a:lnTo>
                  <a:lnTo>
                    <a:pt x="425874" y="400473"/>
                  </a:lnTo>
                  <a:lnTo>
                    <a:pt x="421640" y="399203"/>
                  </a:lnTo>
                  <a:lnTo>
                    <a:pt x="417407" y="399203"/>
                  </a:lnTo>
                  <a:lnTo>
                    <a:pt x="410634" y="399203"/>
                  </a:lnTo>
                  <a:lnTo>
                    <a:pt x="402167" y="397933"/>
                  </a:lnTo>
                  <a:lnTo>
                    <a:pt x="388197" y="400897"/>
                  </a:lnTo>
                  <a:lnTo>
                    <a:pt x="383963" y="385657"/>
                  </a:lnTo>
                  <a:lnTo>
                    <a:pt x="369993" y="378460"/>
                  </a:lnTo>
                  <a:lnTo>
                    <a:pt x="368724" y="378460"/>
                  </a:lnTo>
                  <a:lnTo>
                    <a:pt x="367453" y="375497"/>
                  </a:lnTo>
                  <a:lnTo>
                    <a:pt x="382270" y="369570"/>
                  </a:lnTo>
                  <a:close/>
                  <a:moveTo>
                    <a:pt x="369570" y="458893"/>
                  </a:moveTo>
                  <a:lnTo>
                    <a:pt x="359833" y="444923"/>
                  </a:lnTo>
                  <a:lnTo>
                    <a:pt x="373803" y="438150"/>
                  </a:lnTo>
                  <a:lnTo>
                    <a:pt x="389043" y="438150"/>
                  </a:lnTo>
                  <a:lnTo>
                    <a:pt x="403013" y="450850"/>
                  </a:lnTo>
                  <a:lnTo>
                    <a:pt x="416984" y="456353"/>
                  </a:lnTo>
                  <a:lnTo>
                    <a:pt x="432224" y="453813"/>
                  </a:lnTo>
                  <a:lnTo>
                    <a:pt x="446617" y="450850"/>
                  </a:lnTo>
                  <a:lnTo>
                    <a:pt x="447887" y="452120"/>
                  </a:lnTo>
                  <a:lnTo>
                    <a:pt x="458893" y="466090"/>
                  </a:lnTo>
                  <a:lnTo>
                    <a:pt x="461857" y="469053"/>
                  </a:lnTo>
                  <a:lnTo>
                    <a:pt x="460587" y="483023"/>
                  </a:lnTo>
                  <a:lnTo>
                    <a:pt x="446617" y="487257"/>
                  </a:lnTo>
                  <a:lnTo>
                    <a:pt x="432224" y="485987"/>
                  </a:lnTo>
                  <a:lnTo>
                    <a:pt x="418253" y="487257"/>
                  </a:lnTo>
                  <a:lnTo>
                    <a:pt x="404284" y="487257"/>
                  </a:lnTo>
                  <a:lnTo>
                    <a:pt x="397087" y="484293"/>
                  </a:lnTo>
                  <a:lnTo>
                    <a:pt x="383117" y="475827"/>
                  </a:lnTo>
                  <a:lnTo>
                    <a:pt x="369147" y="471593"/>
                  </a:lnTo>
                  <a:lnTo>
                    <a:pt x="355177" y="464397"/>
                  </a:lnTo>
                  <a:lnTo>
                    <a:pt x="353907" y="463127"/>
                  </a:lnTo>
                  <a:lnTo>
                    <a:pt x="369570" y="458893"/>
                  </a:lnTo>
                  <a:close/>
                  <a:moveTo>
                    <a:pt x="513080" y="430953"/>
                  </a:moveTo>
                  <a:lnTo>
                    <a:pt x="528320" y="425450"/>
                  </a:lnTo>
                  <a:lnTo>
                    <a:pt x="542290" y="428413"/>
                  </a:lnTo>
                  <a:lnTo>
                    <a:pt x="545253" y="431377"/>
                  </a:lnTo>
                  <a:lnTo>
                    <a:pt x="541020" y="438150"/>
                  </a:lnTo>
                  <a:lnTo>
                    <a:pt x="527050" y="436880"/>
                  </a:lnTo>
                  <a:lnTo>
                    <a:pt x="513080" y="443653"/>
                  </a:lnTo>
                  <a:lnTo>
                    <a:pt x="497840" y="449157"/>
                  </a:lnTo>
                  <a:lnTo>
                    <a:pt x="502074" y="433917"/>
                  </a:lnTo>
                  <a:lnTo>
                    <a:pt x="502074" y="432647"/>
                  </a:lnTo>
                  <a:lnTo>
                    <a:pt x="513080" y="430953"/>
                  </a:lnTo>
                  <a:close/>
                  <a:moveTo>
                    <a:pt x="38947" y="167217"/>
                  </a:moveTo>
                  <a:lnTo>
                    <a:pt x="24977" y="153247"/>
                  </a:lnTo>
                  <a:lnTo>
                    <a:pt x="23707" y="139277"/>
                  </a:lnTo>
                  <a:lnTo>
                    <a:pt x="34713" y="125307"/>
                  </a:lnTo>
                  <a:lnTo>
                    <a:pt x="48683" y="111337"/>
                  </a:lnTo>
                  <a:lnTo>
                    <a:pt x="60113" y="100330"/>
                  </a:lnTo>
                  <a:lnTo>
                    <a:pt x="68580" y="96097"/>
                  </a:lnTo>
                  <a:lnTo>
                    <a:pt x="83820" y="100330"/>
                  </a:lnTo>
                  <a:lnTo>
                    <a:pt x="97790" y="97367"/>
                  </a:lnTo>
                  <a:lnTo>
                    <a:pt x="111760" y="91863"/>
                  </a:lnTo>
                  <a:lnTo>
                    <a:pt x="115993" y="91863"/>
                  </a:lnTo>
                  <a:lnTo>
                    <a:pt x="129963" y="94827"/>
                  </a:lnTo>
                  <a:lnTo>
                    <a:pt x="143933" y="93557"/>
                  </a:lnTo>
                  <a:lnTo>
                    <a:pt x="157903" y="92287"/>
                  </a:lnTo>
                  <a:lnTo>
                    <a:pt x="173143" y="85513"/>
                  </a:lnTo>
                  <a:lnTo>
                    <a:pt x="187113" y="71543"/>
                  </a:lnTo>
                  <a:lnTo>
                    <a:pt x="198543" y="57573"/>
                  </a:lnTo>
                  <a:lnTo>
                    <a:pt x="208280" y="43603"/>
                  </a:lnTo>
                  <a:lnTo>
                    <a:pt x="222250" y="30903"/>
                  </a:lnTo>
                  <a:lnTo>
                    <a:pt x="233257" y="23707"/>
                  </a:lnTo>
                  <a:lnTo>
                    <a:pt x="247227" y="23707"/>
                  </a:lnTo>
                  <a:lnTo>
                    <a:pt x="261197" y="20743"/>
                  </a:lnTo>
                  <a:lnTo>
                    <a:pt x="276437" y="13970"/>
                  </a:lnTo>
                  <a:lnTo>
                    <a:pt x="290407" y="5503"/>
                  </a:lnTo>
                  <a:lnTo>
                    <a:pt x="304377" y="0"/>
                  </a:lnTo>
                  <a:lnTo>
                    <a:pt x="291677" y="13970"/>
                  </a:lnTo>
                  <a:lnTo>
                    <a:pt x="284480" y="27940"/>
                  </a:lnTo>
                  <a:lnTo>
                    <a:pt x="294217" y="41910"/>
                  </a:lnTo>
                  <a:lnTo>
                    <a:pt x="294217" y="57150"/>
                  </a:lnTo>
                  <a:lnTo>
                    <a:pt x="295487" y="71120"/>
                  </a:lnTo>
                  <a:lnTo>
                    <a:pt x="298450" y="79587"/>
                  </a:lnTo>
                  <a:lnTo>
                    <a:pt x="284480" y="90593"/>
                  </a:lnTo>
                  <a:lnTo>
                    <a:pt x="277707" y="104563"/>
                  </a:lnTo>
                  <a:lnTo>
                    <a:pt x="263737" y="117263"/>
                  </a:lnTo>
                  <a:lnTo>
                    <a:pt x="249767" y="111760"/>
                  </a:lnTo>
                  <a:lnTo>
                    <a:pt x="235797" y="103293"/>
                  </a:lnTo>
                  <a:lnTo>
                    <a:pt x="232833" y="102023"/>
                  </a:lnTo>
                  <a:lnTo>
                    <a:pt x="229870" y="103293"/>
                  </a:lnTo>
                  <a:lnTo>
                    <a:pt x="225637" y="105833"/>
                  </a:lnTo>
                  <a:lnTo>
                    <a:pt x="222673" y="105833"/>
                  </a:lnTo>
                  <a:lnTo>
                    <a:pt x="207433" y="100330"/>
                  </a:lnTo>
                  <a:lnTo>
                    <a:pt x="193463" y="104563"/>
                  </a:lnTo>
                  <a:lnTo>
                    <a:pt x="179493" y="108797"/>
                  </a:lnTo>
                  <a:lnTo>
                    <a:pt x="165947" y="108797"/>
                  </a:lnTo>
                  <a:lnTo>
                    <a:pt x="151977" y="113030"/>
                  </a:lnTo>
                  <a:lnTo>
                    <a:pt x="146473" y="115993"/>
                  </a:lnTo>
                  <a:lnTo>
                    <a:pt x="144780" y="115993"/>
                  </a:lnTo>
                  <a:lnTo>
                    <a:pt x="130810" y="111760"/>
                  </a:lnTo>
                  <a:lnTo>
                    <a:pt x="125307" y="107527"/>
                  </a:lnTo>
                  <a:lnTo>
                    <a:pt x="122343" y="110490"/>
                  </a:lnTo>
                  <a:lnTo>
                    <a:pt x="108373" y="113030"/>
                  </a:lnTo>
                  <a:lnTo>
                    <a:pt x="94403" y="115993"/>
                  </a:lnTo>
                  <a:lnTo>
                    <a:pt x="88900" y="120227"/>
                  </a:lnTo>
                  <a:lnTo>
                    <a:pt x="74930" y="123190"/>
                  </a:lnTo>
                  <a:lnTo>
                    <a:pt x="63923" y="134197"/>
                  </a:lnTo>
                  <a:lnTo>
                    <a:pt x="49953" y="148167"/>
                  </a:lnTo>
                  <a:lnTo>
                    <a:pt x="52917" y="162137"/>
                  </a:lnTo>
                  <a:lnTo>
                    <a:pt x="38947" y="164677"/>
                  </a:lnTo>
                  <a:lnTo>
                    <a:pt x="40217" y="165947"/>
                  </a:lnTo>
                  <a:lnTo>
                    <a:pt x="54187" y="165947"/>
                  </a:lnTo>
                  <a:lnTo>
                    <a:pt x="55880" y="181187"/>
                  </a:lnTo>
                  <a:lnTo>
                    <a:pt x="54187" y="181187"/>
                  </a:lnTo>
                  <a:lnTo>
                    <a:pt x="40217" y="167217"/>
                  </a:lnTo>
                  <a:lnTo>
                    <a:pt x="38947" y="167217"/>
                  </a:lnTo>
                  <a:close/>
                  <a:moveTo>
                    <a:pt x="556260" y="327660"/>
                  </a:moveTo>
                  <a:lnTo>
                    <a:pt x="557530" y="328930"/>
                  </a:lnTo>
                  <a:lnTo>
                    <a:pt x="550757" y="342900"/>
                  </a:lnTo>
                  <a:lnTo>
                    <a:pt x="542290" y="331893"/>
                  </a:lnTo>
                  <a:lnTo>
                    <a:pt x="556260" y="327660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5" name="Freeform 2424">
              <a:extLst>
                <a:ext uri="{FF2B5EF4-FFF2-40B4-BE49-F238E27FC236}">
                  <a16:creationId xmlns:a16="http://schemas.microsoft.com/office/drawing/2014/main" id="{8453398B-C1DB-CE43-B6B6-577341C77BB6}"/>
                </a:ext>
              </a:extLst>
            </p:cNvPr>
            <p:cNvSpPr/>
            <p:nvPr/>
          </p:nvSpPr>
          <p:spPr>
            <a:xfrm>
              <a:off x="7738956" y="2534496"/>
              <a:ext cx="1284393" cy="937683"/>
            </a:xfrm>
            <a:custGeom>
              <a:avLst/>
              <a:gdLst>
                <a:gd name="connsiteX0" fmla="*/ 1272117 w 1284393"/>
                <a:gd name="connsiteY0" fmla="*/ 659977 h 937683"/>
                <a:gd name="connsiteX1" fmla="*/ 1260687 w 1284393"/>
                <a:gd name="connsiteY1" fmla="*/ 648970 h 937683"/>
                <a:gd name="connsiteX2" fmla="*/ 1275927 w 1284393"/>
                <a:gd name="connsiteY2" fmla="*/ 641773 h 937683"/>
                <a:gd name="connsiteX3" fmla="*/ 1284393 w 1284393"/>
                <a:gd name="connsiteY3" fmla="*/ 637540 h 937683"/>
                <a:gd name="connsiteX4" fmla="*/ 1270423 w 1284393"/>
                <a:gd name="connsiteY4" fmla="*/ 632037 h 937683"/>
                <a:gd name="connsiteX5" fmla="*/ 1258147 w 1284393"/>
                <a:gd name="connsiteY5" fmla="*/ 616797 h 937683"/>
                <a:gd name="connsiteX6" fmla="*/ 1255183 w 1284393"/>
                <a:gd name="connsiteY6" fmla="*/ 615527 h 937683"/>
                <a:gd name="connsiteX7" fmla="*/ 1246717 w 1284393"/>
                <a:gd name="connsiteY7" fmla="*/ 601557 h 937683"/>
                <a:gd name="connsiteX8" fmla="*/ 1236980 w 1284393"/>
                <a:gd name="connsiteY8" fmla="*/ 585893 h 937683"/>
                <a:gd name="connsiteX9" fmla="*/ 1234440 w 1284393"/>
                <a:gd name="connsiteY9" fmla="*/ 584623 h 937683"/>
                <a:gd name="connsiteX10" fmla="*/ 1223010 w 1284393"/>
                <a:gd name="connsiteY10" fmla="*/ 570653 h 937683"/>
                <a:gd name="connsiteX11" fmla="*/ 1214543 w 1284393"/>
                <a:gd name="connsiteY11" fmla="*/ 556683 h 937683"/>
                <a:gd name="connsiteX12" fmla="*/ 1212004 w 1284393"/>
                <a:gd name="connsiteY12" fmla="*/ 542713 h 937683"/>
                <a:gd name="connsiteX13" fmla="*/ 1206500 w 1284393"/>
                <a:gd name="connsiteY13" fmla="*/ 528743 h 937683"/>
                <a:gd name="connsiteX14" fmla="*/ 1200997 w 1284393"/>
                <a:gd name="connsiteY14" fmla="*/ 527473 h 937683"/>
                <a:gd name="connsiteX15" fmla="*/ 1198033 w 1284393"/>
                <a:gd name="connsiteY15" fmla="*/ 512233 h 937683"/>
                <a:gd name="connsiteX16" fmla="*/ 1196764 w 1284393"/>
                <a:gd name="connsiteY16" fmla="*/ 509270 h 937683"/>
                <a:gd name="connsiteX17" fmla="*/ 1196764 w 1284393"/>
                <a:gd name="connsiteY17" fmla="*/ 495300 h 937683"/>
                <a:gd name="connsiteX18" fmla="*/ 1200997 w 1284393"/>
                <a:gd name="connsiteY18" fmla="*/ 491067 h 937683"/>
                <a:gd name="connsiteX19" fmla="*/ 1202267 w 1284393"/>
                <a:gd name="connsiteY19" fmla="*/ 477097 h 937683"/>
                <a:gd name="connsiteX20" fmla="*/ 1203537 w 1284393"/>
                <a:gd name="connsiteY20" fmla="*/ 463127 h 937683"/>
                <a:gd name="connsiteX21" fmla="*/ 1206500 w 1284393"/>
                <a:gd name="connsiteY21" fmla="*/ 447887 h 937683"/>
                <a:gd name="connsiteX22" fmla="*/ 1206500 w 1284393"/>
                <a:gd name="connsiteY22" fmla="*/ 446617 h 937683"/>
                <a:gd name="connsiteX23" fmla="*/ 1203537 w 1284393"/>
                <a:gd name="connsiteY23" fmla="*/ 442383 h 937683"/>
                <a:gd name="connsiteX24" fmla="*/ 1203537 w 1284393"/>
                <a:gd name="connsiteY24" fmla="*/ 441113 h 937683"/>
                <a:gd name="connsiteX25" fmla="*/ 1202267 w 1284393"/>
                <a:gd name="connsiteY25" fmla="*/ 439420 h 937683"/>
                <a:gd name="connsiteX26" fmla="*/ 1195070 w 1284393"/>
                <a:gd name="connsiteY26" fmla="*/ 435610 h 937683"/>
                <a:gd name="connsiteX27" fmla="*/ 1181100 w 1284393"/>
                <a:gd name="connsiteY27" fmla="*/ 425873 h 937683"/>
                <a:gd name="connsiteX28" fmla="*/ 1167130 w 1284393"/>
                <a:gd name="connsiteY28" fmla="*/ 421640 h 937683"/>
                <a:gd name="connsiteX29" fmla="*/ 1151890 w 1284393"/>
                <a:gd name="connsiteY29" fmla="*/ 418677 h 937683"/>
                <a:gd name="connsiteX30" fmla="*/ 1140883 w 1284393"/>
                <a:gd name="connsiteY30" fmla="*/ 407670 h 937683"/>
                <a:gd name="connsiteX31" fmla="*/ 1149350 w 1284393"/>
                <a:gd name="connsiteY31" fmla="*/ 396240 h 937683"/>
                <a:gd name="connsiteX32" fmla="*/ 1159087 w 1284393"/>
                <a:gd name="connsiteY32" fmla="*/ 382270 h 937683"/>
                <a:gd name="connsiteX33" fmla="*/ 1161627 w 1284393"/>
                <a:gd name="connsiteY33" fmla="*/ 379730 h 937683"/>
                <a:gd name="connsiteX34" fmla="*/ 1163320 w 1284393"/>
                <a:gd name="connsiteY34" fmla="*/ 376767 h 937683"/>
                <a:gd name="connsiteX35" fmla="*/ 1165860 w 1284393"/>
                <a:gd name="connsiteY35" fmla="*/ 372533 h 937683"/>
                <a:gd name="connsiteX36" fmla="*/ 1179830 w 1284393"/>
                <a:gd name="connsiteY36" fmla="*/ 362797 h 937683"/>
                <a:gd name="connsiteX37" fmla="*/ 1193800 w 1284393"/>
                <a:gd name="connsiteY37" fmla="*/ 357293 h 937683"/>
                <a:gd name="connsiteX38" fmla="*/ 1209464 w 1284393"/>
                <a:gd name="connsiteY38" fmla="*/ 354330 h 937683"/>
                <a:gd name="connsiteX39" fmla="*/ 1223010 w 1284393"/>
                <a:gd name="connsiteY39" fmla="*/ 346287 h 937683"/>
                <a:gd name="connsiteX40" fmla="*/ 1233170 w 1284393"/>
                <a:gd name="connsiteY40" fmla="*/ 332317 h 937683"/>
                <a:gd name="connsiteX41" fmla="*/ 1233170 w 1284393"/>
                <a:gd name="connsiteY41" fmla="*/ 329353 h 937683"/>
                <a:gd name="connsiteX42" fmla="*/ 1230207 w 1284393"/>
                <a:gd name="connsiteY42" fmla="*/ 315383 h 937683"/>
                <a:gd name="connsiteX43" fmla="*/ 1230207 w 1284393"/>
                <a:gd name="connsiteY43" fmla="*/ 309880 h 937683"/>
                <a:gd name="connsiteX44" fmla="*/ 1228514 w 1284393"/>
                <a:gd name="connsiteY44" fmla="*/ 302683 h 937683"/>
                <a:gd name="connsiteX45" fmla="*/ 1228514 w 1284393"/>
                <a:gd name="connsiteY45" fmla="*/ 301413 h 937683"/>
                <a:gd name="connsiteX46" fmla="*/ 1228514 w 1284393"/>
                <a:gd name="connsiteY46" fmla="*/ 291677 h 937683"/>
                <a:gd name="connsiteX47" fmla="*/ 1220470 w 1284393"/>
                <a:gd name="connsiteY47" fmla="*/ 279400 h 937683"/>
                <a:gd name="connsiteX48" fmla="*/ 1223010 w 1284393"/>
                <a:gd name="connsiteY48" fmla="*/ 272203 h 937683"/>
                <a:gd name="connsiteX49" fmla="*/ 1216237 w 1284393"/>
                <a:gd name="connsiteY49" fmla="*/ 258233 h 937683"/>
                <a:gd name="connsiteX50" fmla="*/ 1206500 w 1284393"/>
                <a:gd name="connsiteY50" fmla="*/ 244263 h 937683"/>
                <a:gd name="connsiteX51" fmla="*/ 1199304 w 1284393"/>
                <a:gd name="connsiteY51" fmla="*/ 230293 h 937683"/>
                <a:gd name="connsiteX52" fmla="*/ 1189567 w 1284393"/>
                <a:gd name="connsiteY52" fmla="*/ 216323 h 937683"/>
                <a:gd name="connsiteX53" fmla="*/ 1186604 w 1284393"/>
                <a:gd name="connsiteY53" fmla="*/ 209550 h 937683"/>
                <a:gd name="connsiteX54" fmla="*/ 1185333 w 1284393"/>
                <a:gd name="connsiteY54" fmla="*/ 206587 h 937683"/>
                <a:gd name="connsiteX55" fmla="*/ 1179830 w 1284393"/>
                <a:gd name="connsiteY55" fmla="*/ 195580 h 937683"/>
                <a:gd name="connsiteX56" fmla="*/ 1175597 w 1284393"/>
                <a:gd name="connsiteY56" fmla="*/ 181610 h 937683"/>
                <a:gd name="connsiteX57" fmla="*/ 1174327 w 1284393"/>
                <a:gd name="connsiteY57" fmla="*/ 177377 h 937683"/>
                <a:gd name="connsiteX58" fmla="*/ 1167130 w 1284393"/>
                <a:gd name="connsiteY58" fmla="*/ 163407 h 937683"/>
                <a:gd name="connsiteX59" fmla="*/ 1163320 w 1284393"/>
                <a:gd name="connsiteY59" fmla="*/ 149437 h 937683"/>
                <a:gd name="connsiteX60" fmla="*/ 1161627 w 1284393"/>
                <a:gd name="connsiteY60" fmla="*/ 142663 h 937683"/>
                <a:gd name="connsiteX61" fmla="*/ 1161627 w 1284393"/>
                <a:gd name="connsiteY61" fmla="*/ 128693 h 937683"/>
                <a:gd name="connsiteX62" fmla="*/ 1160357 w 1284393"/>
                <a:gd name="connsiteY62" fmla="*/ 124460 h 937683"/>
                <a:gd name="connsiteX63" fmla="*/ 1159087 w 1284393"/>
                <a:gd name="connsiteY63" fmla="*/ 118957 h 937683"/>
                <a:gd name="connsiteX64" fmla="*/ 1151890 w 1284393"/>
                <a:gd name="connsiteY64" fmla="*/ 104563 h 937683"/>
                <a:gd name="connsiteX65" fmla="*/ 1137920 w 1284393"/>
                <a:gd name="connsiteY65" fmla="*/ 95250 h 937683"/>
                <a:gd name="connsiteX66" fmla="*/ 1123950 w 1284393"/>
                <a:gd name="connsiteY66" fmla="*/ 92287 h 937683"/>
                <a:gd name="connsiteX67" fmla="*/ 1122680 w 1284393"/>
                <a:gd name="connsiteY67" fmla="*/ 91017 h 937683"/>
                <a:gd name="connsiteX68" fmla="*/ 1109980 w 1284393"/>
                <a:gd name="connsiteY68" fmla="*/ 83820 h 937683"/>
                <a:gd name="connsiteX69" fmla="*/ 1094740 w 1284393"/>
                <a:gd name="connsiteY69" fmla="*/ 77047 h 937683"/>
                <a:gd name="connsiteX70" fmla="*/ 1080770 w 1284393"/>
                <a:gd name="connsiteY70" fmla="*/ 69850 h 937683"/>
                <a:gd name="connsiteX71" fmla="*/ 1066800 w 1284393"/>
                <a:gd name="connsiteY71" fmla="*/ 75353 h 937683"/>
                <a:gd name="connsiteX72" fmla="*/ 1052830 w 1284393"/>
                <a:gd name="connsiteY72" fmla="*/ 77047 h 937683"/>
                <a:gd name="connsiteX73" fmla="*/ 1037590 w 1284393"/>
                <a:gd name="connsiteY73" fmla="*/ 78317 h 937683"/>
                <a:gd name="connsiteX74" fmla="*/ 1023620 w 1284393"/>
                <a:gd name="connsiteY74" fmla="*/ 78317 h 937683"/>
                <a:gd name="connsiteX75" fmla="*/ 1009650 w 1284393"/>
                <a:gd name="connsiteY75" fmla="*/ 79587 h 937683"/>
                <a:gd name="connsiteX76" fmla="*/ 1007110 w 1284393"/>
                <a:gd name="connsiteY76" fmla="*/ 79587 h 937683"/>
                <a:gd name="connsiteX77" fmla="*/ 993140 w 1284393"/>
                <a:gd name="connsiteY77" fmla="*/ 79587 h 937683"/>
                <a:gd name="connsiteX78" fmla="*/ 988907 w 1284393"/>
                <a:gd name="connsiteY78" fmla="*/ 79587 h 937683"/>
                <a:gd name="connsiteX79" fmla="*/ 973243 w 1284393"/>
                <a:gd name="connsiteY79" fmla="*/ 79587 h 937683"/>
                <a:gd name="connsiteX80" fmla="*/ 967740 w 1284393"/>
                <a:gd name="connsiteY80" fmla="*/ 81280 h 937683"/>
                <a:gd name="connsiteX81" fmla="*/ 952500 w 1284393"/>
                <a:gd name="connsiteY81" fmla="*/ 81280 h 937683"/>
                <a:gd name="connsiteX82" fmla="*/ 937260 w 1284393"/>
                <a:gd name="connsiteY82" fmla="*/ 81280 h 937683"/>
                <a:gd name="connsiteX83" fmla="*/ 923290 w 1284393"/>
                <a:gd name="connsiteY83" fmla="*/ 81280 h 937683"/>
                <a:gd name="connsiteX84" fmla="*/ 922020 w 1284393"/>
                <a:gd name="connsiteY84" fmla="*/ 81280 h 937683"/>
                <a:gd name="connsiteX85" fmla="*/ 916093 w 1284393"/>
                <a:gd name="connsiteY85" fmla="*/ 81280 h 937683"/>
                <a:gd name="connsiteX86" fmla="*/ 902123 w 1284393"/>
                <a:gd name="connsiteY86" fmla="*/ 81280 h 937683"/>
                <a:gd name="connsiteX87" fmla="*/ 886883 w 1284393"/>
                <a:gd name="connsiteY87" fmla="*/ 81280 h 937683"/>
                <a:gd name="connsiteX88" fmla="*/ 885614 w 1284393"/>
                <a:gd name="connsiteY88" fmla="*/ 81280 h 937683"/>
                <a:gd name="connsiteX89" fmla="*/ 882650 w 1284393"/>
                <a:gd name="connsiteY89" fmla="*/ 81280 h 937683"/>
                <a:gd name="connsiteX90" fmla="*/ 881380 w 1284393"/>
                <a:gd name="connsiteY90" fmla="*/ 81280 h 937683"/>
                <a:gd name="connsiteX91" fmla="*/ 867410 w 1284393"/>
                <a:gd name="connsiteY91" fmla="*/ 79587 h 937683"/>
                <a:gd name="connsiteX92" fmla="*/ 852170 w 1284393"/>
                <a:gd name="connsiteY92" fmla="*/ 78317 h 937683"/>
                <a:gd name="connsiteX93" fmla="*/ 838200 w 1284393"/>
                <a:gd name="connsiteY93" fmla="*/ 77047 h 937683"/>
                <a:gd name="connsiteX94" fmla="*/ 822960 w 1284393"/>
                <a:gd name="connsiteY94" fmla="*/ 77047 h 937683"/>
                <a:gd name="connsiteX95" fmla="*/ 812800 w 1284393"/>
                <a:gd name="connsiteY95" fmla="*/ 77047 h 937683"/>
                <a:gd name="connsiteX96" fmla="*/ 810260 w 1284393"/>
                <a:gd name="connsiteY96" fmla="*/ 77047 h 937683"/>
                <a:gd name="connsiteX97" fmla="*/ 803064 w 1284393"/>
                <a:gd name="connsiteY97" fmla="*/ 75353 h 937683"/>
                <a:gd name="connsiteX98" fmla="*/ 796290 w 1284393"/>
                <a:gd name="connsiteY98" fmla="*/ 74083 h 937683"/>
                <a:gd name="connsiteX99" fmla="*/ 782320 w 1284393"/>
                <a:gd name="connsiteY99" fmla="*/ 72813 h 937683"/>
                <a:gd name="connsiteX100" fmla="*/ 768350 w 1284393"/>
                <a:gd name="connsiteY100" fmla="*/ 71543 h 937683"/>
                <a:gd name="connsiteX101" fmla="*/ 761577 w 1284393"/>
                <a:gd name="connsiteY101" fmla="*/ 71543 h 937683"/>
                <a:gd name="connsiteX102" fmla="*/ 754380 w 1284393"/>
                <a:gd name="connsiteY102" fmla="*/ 69850 h 937683"/>
                <a:gd name="connsiteX103" fmla="*/ 740410 w 1284393"/>
                <a:gd name="connsiteY103" fmla="*/ 68580 h 937683"/>
                <a:gd name="connsiteX104" fmla="*/ 726440 w 1284393"/>
                <a:gd name="connsiteY104" fmla="*/ 68580 h 937683"/>
                <a:gd name="connsiteX105" fmla="*/ 723900 w 1284393"/>
                <a:gd name="connsiteY105" fmla="*/ 67310 h 937683"/>
                <a:gd name="connsiteX106" fmla="*/ 719667 w 1284393"/>
                <a:gd name="connsiteY106" fmla="*/ 67310 h 937683"/>
                <a:gd name="connsiteX107" fmla="*/ 706967 w 1284393"/>
                <a:gd name="connsiteY107" fmla="*/ 65617 h 937683"/>
                <a:gd name="connsiteX108" fmla="*/ 702733 w 1284393"/>
                <a:gd name="connsiteY108" fmla="*/ 65617 h 937683"/>
                <a:gd name="connsiteX109" fmla="*/ 701464 w 1284393"/>
                <a:gd name="connsiteY109" fmla="*/ 64347 h 937683"/>
                <a:gd name="connsiteX110" fmla="*/ 694267 w 1284393"/>
                <a:gd name="connsiteY110" fmla="*/ 64347 h 937683"/>
                <a:gd name="connsiteX111" fmla="*/ 692997 w 1284393"/>
                <a:gd name="connsiteY111" fmla="*/ 64347 h 937683"/>
                <a:gd name="connsiteX112" fmla="*/ 677757 w 1284393"/>
                <a:gd name="connsiteY112" fmla="*/ 75353 h 937683"/>
                <a:gd name="connsiteX113" fmla="*/ 663787 w 1284393"/>
                <a:gd name="connsiteY113" fmla="*/ 79587 h 937683"/>
                <a:gd name="connsiteX114" fmla="*/ 649817 w 1284393"/>
                <a:gd name="connsiteY114" fmla="*/ 88053 h 937683"/>
                <a:gd name="connsiteX115" fmla="*/ 635847 w 1284393"/>
                <a:gd name="connsiteY115" fmla="*/ 89323 h 937683"/>
                <a:gd name="connsiteX116" fmla="*/ 628650 w 1284393"/>
                <a:gd name="connsiteY116" fmla="*/ 89323 h 937683"/>
                <a:gd name="connsiteX117" fmla="*/ 626110 w 1284393"/>
                <a:gd name="connsiteY117" fmla="*/ 82550 h 937683"/>
                <a:gd name="connsiteX118" fmla="*/ 632883 w 1284393"/>
                <a:gd name="connsiteY118" fmla="*/ 78317 h 937683"/>
                <a:gd name="connsiteX119" fmla="*/ 646854 w 1284393"/>
                <a:gd name="connsiteY119" fmla="*/ 75353 h 937683"/>
                <a:gd name="connsiteX120" fmla="*/ 660823 w 1284393"/>
                <a:gd name="connsiteY120" fmla="*/ 69850 h 937683"/>
                <a:gd name="connsiteX121" fmla="*/ 676064 w 1284393"/>
                <a:gd name="connsiteY121" fmla="*/ 61807 h 937683"/>
                <a:gd name="connsiteX122" fmla="*/ 673523 w 1284393"/>
                <a:gd name="connsiteY122" fmla="*/ 60113 h 937683"/>
                <a:gd name="connsiteX123" fmla="*/ 659554 w 1284393"/>
                <a:gd name="connsiteY123" fmla="*/ 68580 h 937683"/>
                <a:gd name="connsiteX124" fmla="*/ 644314 w 1284393"/>
                <a:gd name="connsiteY124" fmla="*/ 74083 h 937683"/>
                <a:gd name="connsiteX125" fmla="*/ 630343 w 1284393"/>
                <a:gd name="connsiteY125" fmla="*/ 75353 h 937683"/>
                <a:gd name="connsiteX126" fmla="*/ 616373 w 1284393"/>
                <a:gd name="connsiteY126" fmla="*/ 78317 h 937683"/>
                <a:gd name="connsiteX127" fmla="*/ 600710 w 1284393"/>
                <a:gd name="connsiteY127" fmla="*/ 78317 h 937683"/>
                <a:gd name="connsiteX128" fmla="*/ 589704 w 1284393"/>
                <a:gd name="connsiteY128" fmla="*/ 77047 h 937683"/>
                <a:gd name="connsiteX129" fmla="*/ 575733 w 1284393"/>
                <a:gd name="connsiteY129" fmla="*/ 77047 h 937683"/>
                <a:gd name="connsiteX130" fmla="*/ 570230 w 1284393"/>
                <a:gd name="connsiteY130" fmla="*/ 75353 h 937683"/>
                <a:gd name="connsiteX131" fmla="*/ 556260 w 1284393"/>
                <a:gd name="connsiteY131" fmla="*/ 68580 h 937683"/>
                <a:gd name="connsiteX132" fmla="*/ 553720 w 1284393"/>
                <a:gd name="connsiteY132" fmla="*/ 67310 h 937683"/>
                <a:gd name="connsiteX133" fmla="*/ 541020 w 1284393"/>
                <a:gd name="connsiteY133" fmla="*/ 53340 h 937683"/>
                <a:gd name="connsiteX134" fmla="*/ 538057 w 1284393"/>
                <a:gd name="connsiteY134" fmla="*/ 39370 h 937683"/>
                <a:gd name="connsiteX135" fmla="*/ 533823 w 1284393"/>
                <a:gd name="connsiteY135" fmla="*/ 32173 h 937683"/>
                <a:gd name="connsiteX136" fmla="*/ 520277 w 1284393"/>
                <a:gd name="connsiteY136" fmla="*/ 16933 h 937683"/>
                <a:gd name="connsiteX137" fmla="*/ 533823 w 1284393"/>
                <a:gd name="connsiteY137" fmla="*/ 13970 h 937683"/>
                <a:gd name="connsiteX138" fmla="*/ 548217 w 1284393"/>
                <a:gd name="connsiteY138" fmla="*/ 19897 h 937683"/>
                <a:gd name="connsiteX139" fmla="*/ 561764 w 1284393"/>
                <a:gd name="connsiteY139" fmla="*/ 27940 h 937683"/>
                <a:gd name="connsiteX140" fmla="*/ 548217 w 1284393"/>
                <a:gd name="connsiteY140" fmla="*/ 18203 h 937683"/>
                <a:gd name="connsiteX141" fmla="*/ 533823 w 1284393"/>
                <a:gd name="connsiteY141" fmla="*/ 12700 h 937683"/>
                <a:gd name="connsiteX142" fmla="*/ 524087 w 1284393"/>
                <a:gd name="connsiteY142" fmla="*/ 8467 h 937683"/>
                <a:gd name="connsiteX143" fmla="*/ 510117 w 1284393"/>
                <a:gd name="connsiteY143" fmla="*/ 0 h 937683"/>
                <a:gd name="connsiteX144" fmla="*/ 496570 w 1284393"/>
                <a:gd name="connsiteY144" fmla="*/ 1693 h 937683"/>
                <a:gd name="connsiteX145" fmla="*/ 480907 w 1284393"/>
                <a:gd name="connsiteY145" fmla="*/ 0 h 937683"/>
                <a:gd name="connsiteX146" fmla="*/ 466937 w 1284393"/>
                <a:gd name="connsiteY146" fmla="*/ 1693 h 937683"/>
                <a:gd name="connsiteX147" fmla="*/ 452967 w 1284393"/>
                <a:gd name="connsiteY147" fmla="*/ 2963 h 937683"/>
                <a:gd name="connsiteX148" fmla="*/ 438997 w 1284393"/>
                <a:gd name="connsiteY148" fmla="*/ 5927 h 937683"/>
                <a:gd name="connsiteX149" fmla="*/ 429260 w 1284393"/>
                <a:gd name="connsiteY149" fmla="*/ 8467 h 937683"/>
                <a:gd name="connsiteX150" fmla="*/ 415290 w 1284393"/>
                <a:gd name="connsiteY150" fmla="*/ 11430 h 937683"/>
                <a:gd name="connsiteX151" fmla="*/ 401320 w 1284393"/>
                <a:gd name="connsiteY151" fmla="*/ 12700 h 937683"/>
                <a:gd name="connsiteX152" fmla="*/ 387350 w 1284393"/>
                <a:gd name="connsiteY152" fmla="*/ 15663 h 937683"/>
                <a:gd name="connsiteX153" fmla="*/ 373804 w 1284393"/>
                <a:gd name="connsiteY153" fmla="*/ 18203 h 937683"/>
                <a:gd name="connsiteX154" fmla="*/ 359410 w 1284393"/>
                <a:gd name="connsiteY154" fmla="*/ 23707 h 937683"/>
                <a:gd name="connsiteX155" fmla="*/ 344593 w 1284393"/>
                <a:gd name="connsiteY155" fmla="*/ 32173 h 937683"/>
                <a:gd name="connsiteX156" fmla="*/ 330200 w 1284393"/>
                <a:gd name="connsiteY156" fmla="*/ 39370 h 937683"/>
                <a:gd name="connsiteX157" fmla="*/ 316230 w 1284393"/>
                <a:gd name="connsiteY157" fmla="*/ 43603 h 937683"/>
                <a:gd name="connsiteX158" fmla="*/ 302260 w 1284393"/>
                <a:gd name="connsiteY158" fmla="*/ 43603 h 937683"/>
                <a:gd name="connsiteX159" fmla="*/ 288290 w 1284393"/>
                <a:gd name="connsiteY159" fmla="*/ 47837 h 937683"/>
                <a:gd name="connsiteX160" fmla="*/ 282787 w 1284393"/>
                <a:gd name="connsiteY160" fmla="*/ 50377 h 937683"/>
                <a:gd name="connsiteX161" fmla="*/ 270510 w 1284393"/>
                <a:gd name="connsiteY161" fmla="*/ 63077 h 937683"/>
                <a:gd name="connsiteX162" fmla="*/ 257810 w 1284393"/>
                <a:gd name="connsiteY162" fmla="*/ 77047 h 937683"/>
                <a:gd name="connsiteX163" fmla="*/ 249343 w 1284393"/>
                <a:gd name="connsiteY163" fmla="*/ 89323 h 937683"/>
                <a:gd name="connsiteX164" fmla="*/ 234104 w 1284393"/>
                <a:gd name="connsiteY164" fmla="*/ 91017 h 937683"/>
                <a:gd name="connsiteX165" fmla="*/ 220133 w 1284393"/>
                <a:gd name="connsiteY165" fmla="*/ 93557 h 937683"/>
                <a:gd name="connsiteX166" fmla="*/ 206164 w 1284393"/>
                <a:gd name="connsiteY166" fmla="*/ 95250 h 937683"/>
                <a:gd name="connsiteX167" fmla="*/ 192193 w 1284393"/>
                <a:gd name="connsiteY167" fmla="*/ 99060 h 937683"/>
                <a:gd name="connsiteX168" fmla="*/ 176954 w 1284393"/>
                <a:gd name="connsiteY168" fmla="*/ 103293 h 937683"/>
                <a:gd name="connsiteX169" fmla="*/ 162983 w 1284393"/>
                <a:gd name="connsiteY169" fmla="*/ 106257 h 937683"/>
                <a:gd name="connsiteX170" fmla="*/ 149014 w 1284393"/>
                <a:gd name="connsiteY170" fmla="*/ 107527 h 937683"/>
                <a:gd name="connsiteX171" fmla="*/ 135043 w 1284393"/>
                <a:gd name="connsiteY171" fmla="*/ 110490 h 937683"/>
                <a:gd name="connsiteX172" fmla="*/ 121073 w 1284393"/>
                <a:gd name="connsiteY172" fmla="*/ 115993 h 937683"/>
                <a:gd name="connsiteX173" fmla="*/ 105833 w 1284393"/>
                <a:gd name="connsiteY173" fmla="*/ 120227 h 937683"/>
                <a:gd name="connsiteX174" fmla="*/ 100330 w 1284393"/>
                <a:gd name="connsiteY174" fmla="*/ 121497 h 937683"/>
                <a:gd name="connsiteX175" fmla="*/ 86360 w 1284393"/>
                <a:gd name="connsiteY175" fmla="*/ 125730 h 937683"/>
                <a:gd name="connsiteX176" fmla="*/ 72390 w 1284393"/>
                <a:gd name="connsiteY176" fmla="*/ 128693 h 937683"/>
                <a:gd name="connsiteX177" fmla="*/ 66464 w 1284393"/>
                <a:gd name="connsiteY177" fmla="*/ 129963 h 937683"/>
                <a:gd name="connsiteX178" fmla="*/ 52917 w 1284393"/>
                <a:gd name="connsiteY178" fmla="*/ 135467 h 937683"/>
                <a:gd name="connsiteX179" fmla="*/ 37254 w 1284393"/>
                <a:gd name="connsiteY179" fmla="*/ 140970 h 937683"/>
                <a:gd name="connsiteX180" fmla="*/ 23707 w 1284393"/>
                <a:gd name="connsiteY180" fmla="*/ 148167 h 937683"/>
                <a:gd name="connsiteX181" fmla="*/ 11007 w 1284393"/>
                <a:gd name="connsiteY181" fmla="*/ 146897 h 937683"/>
                <a:gd name="connsiteX182" fmla="*/ 3810 w 1284393"/>
                <a:gd name="connsiteY182" fmla="*/ 145203 h 937683"/>
                <a:gd name="connsiteX183" fmla="*/ 3810 w 1284393"/>
                <a:gd name="connsiteY183" fmla="*/ 149437 h 937683"/>
                <a:gd name="connsiteX184" fmla="*/ 3810 w 1284393"/>
                <a:gd name="connsiteY184" fmla="*/ 153670 h 937683"/>
                <a:gd name="connsiteX185" fmla="*/ 17780 w 1284393"/>
                <a:gd name="connsiteY185" fmla="*/ 163407 h 937683"/>
                <a:gd name="connsiteX186" fmla="*/ 27517 w 1284393"/>
                <a:gd name="connsiteY186" fmla="*/ 154940 h 937683"/>
                <a:gd name="connsiteX187" fmla="*/ 24977 w 1284393"/>
                <a:gd name="connsiteY187" fmla="*/ 153670 h 937683"/>
                <a:gd name="connsiteX188" fmla="*/ 22014 w 1284393"/>
                <a:gd name="connsiteY188" fmla="*/ 152400 h 937683"/>
                <a:gd name="connsiteX189" fmla="*/ 35983 w 1284393"/>
                <a:gd name="connsiteY189" fmla="*/ 154940 h 937683"/>
                <a:gd name="connsiteX190" fmla="*/ 51223 w 1284393"/>
                <a:gd name="connsiteY190" fmla="*/ 164677 h 937683"/>
                <a:gd name="connsiteX191" fmla="*/ 54187 w 1284393"/>
                <a:gd name="connsiteY191" fmla="*/ 157903 h 937683"/>
                <a:gd name="connsiteX192" fmla="*/ 55457 w 1284393"/>
                <a:gd name="connsiteY192" fmla="*/ 157903 h 937683"/>
                <a:gd name="connsiteX193" fmla="*/ 51223 w 1284393"/>
                <a:gd name="connsiteY193" fmla="*/ 164677 h 937683"/>
                <a:gd name="connsiteX194" fmla="*/ 46990 w 1284393"/>
                <a:gd name="connsiteY194" fmla="*/ 173143 h 937683"/>
                <a:gd name="connsiteX195" fmla="*/ 48683 w 1284393"/>
                <a:gd name="connsiteY195" fmla="*/ 187113 h 937683"/>
                <a:gd name="connsiteX196" fmla="*/ 34714 w 1284393"/>
                <a:gd name="connsiteY196" fmla="*/ 185843 h 937683"/>
                <a:gd name="connsiteX197" fmla="*/ 20320 w 1284393"/>
                <a:gd name="connsiteY197" fmla="*/ 178647 h 937683"/>
                <a:gd name="connsiteX198" fmla="*/ 12277 w 1284393"/>
                <a:gd name="connsiteY198" fmla="*/ 181610 h 937683"/>
                <a:gd name="connsiteX199" fmla="*/ 13547 w 1284393"/>
                <a:gd name="connsiteY199" fmla="*/ 191347 h 937683"/>
                <a:gd name="connsiteX200" fmla="*/ 16510 w 1284393"/>
                <a:gd name="connsiteY200" fmla="*/ 205317 h 937683"/>
                <a:gd name="connsiteX201" fmla="*/ 23707 w 1284393"/>
                <a:gd name="connsiteY201" fmla="*/ 219287 h 937683"/>
                <a:gd name="connsiteX202" fmla="*/ 23707 w 1284393"/>
                <a:gd name="connsiteY202" fmla="*/ 220557 h 937683"/>
                <a:gd name="connsiteX203" fmla="*/ 26247 w 1284393"/>
                <a:gd name="connsiteY203" fmla="*/ 226060 h 937683"/>
                <a:gd name="connsiteX204" fmla="*/ 30480 w 1284393"/>
                <a:gd name="connsiteY204" fmla="*/ 238760 h 937683"/>
                <a:gd name="connsiteX205" fmla="*/ 30480 w 1284393"/>
                <a:gd name="connsiteY205" fmla="*/ 240030 h 937683"/>
                <a:gd name="connsiteX206" fmla="*/ 34714 w 1284393"/>
                <a:gd name="connsiteY206" fmla="*/ 249767 h 937683"/>
                <a:gd name="connsiteX207" fmla="*/ 35983 w 1284393"/>
                <a:gd name="connsiteY207" fmla="*/ 252730 h 937683"/>
                <a:gd name="connsiteX208" fmla="*/ 26247 w 1284393"/>
                <a:gd name="connsiteY208" fmla="*/ 266700 h 937683"/>
                <a:gd name="connsiteX209" fmla="*/ 28787 w 1284393"/>
                <a:gd name="connsiteY209" fmla="*/ 269663 h 937683"/>
                <a:gd name="connsiteX210" fmla="*/ 27517 w 1284393"/>
                <a:gd name="connsiteY210" fmla="*/ 276437 h 937683"/>
                <a:gd name="connsiteX211" fmla="*/ 26247 w 1284393"/>
                <a:gd name="connsiteY211" fmla="*/ 280670 h 937683"/>
                <a:gd name="connsiteX212" fmla="*/ 19473 w 1284393"/>
                <a:gd name="connsiteY212" fmla="*/ 287443 h 937683"/>
                <a:gd name="connsiteX213" fmla="*/ 19473 w 1284393"/>
                <a:gd name="connsiteY213" fmla="*/ 289137 h 937683"/>
                <a:gd name="connsiteX214" fmla="*/ 17780 w 1284393"/>
                <a:gd name="connsiteY214" fmla="*/ 290407 h 937683"/>
                <a:gd name="connsiteX215" fmla="*/ 3810 w 1284393"/>
                <a:gd name="connsiteY215" fmla="*/ 297180 h 937683"/>
                <a:gd name="connsiteX216" fmla="*/ 847 w 1284393"/>
                <a:gd name="connsiteY216" fmla="*/ 311150 h 937683"/>
                <a:gd name="connsiteX217" fmla="*/ 847 w 1284393"/>
                <a:gd name="connsiteY217" fmla="*/ 312843 h 937683"/>
                <a:gd name="connsiteX218" fmla="*/ 0 w 1284393"/>
                <a:gd name="connsiteY218" fmla="*/ 312843 h 937683"/>
                <a:gd name="connsiteX219" fmla="*/ 0 w 1284393"/>
                <a:gd name="connsiteY219" fmla="*/ 315383 h 937683"/>
                <a:gd name="connsiteX220" fmla="*/ 9314 w 1284393"/>
                <a:gd name="connsiteY220" fmla="*/ 323850 h 937683"/>
                <a:gd name="connsiteX221" fmla="*/ 23707 w 1284393"/>
                <a:gd name="connsiteY221" fmla="*/ 332317 h 937683"/>
                <a:gd name="connsiteX222" fmla="*/ 37254 w 1284393"/>
                <a:gd name="connsiteY222" fmla="*/ 344593 h 937683"/>
                <a:gd name="connsiteX223" fmla="*/ 44450 w 1284393"/>
                <a:gd name="connsiteY223" fmla="*/ 350520 h 937683"/>
                <a:gd name="connsiteX224" fmla="*/ 58420 w 1284393"/>
                <a:gd name="connsiteY224" fmla="*/ 358563 h 937683"/>
                <a:gd name="connsiteX225" fmla="*/ 61383 w 1284393"/>
                <a:gd name="connsiteY225" fmla="*/ 360257 h 937683"/>
                <a:gd name="connsiteX226" fmla="*/ 62654 w 1284393"/>
                <a:gd name="connsiteY226" fmla="*/ 362797 h 937683"/>
                <a:gd name="connsiteX227" fmla="*/ 62654 w 1284393"/>
                <a:gd name="connsiteY227" fmla="*/ 372533 h 937683"/>
                <a:gd name="connsiteX228" fmla="*/ 56727 w 1284393"/>
                <a:gd name="connsiteY228" fmla="*/ 382270 h 937683"/>
                <a:gd name="connsiteX229" fmla="*/ 52917 w 1284393"/>
                <a:gd name="connsiteY229" fmla="*/ 396240 h 937683"/>
                <a:gd name="connsiteX230" fmla="*/ 55457 w 1284393"/>
                <a:gd name="connsiteY230" fmla="*/ 401743 h 937683"/>
                <a:gd name="connsiteX231" fmla="*/ 56727 w 1284393"/>
                <a:gd name="connsiteY231" fmla="*/ 403437 h 937683"/>
                <a:gd name="connsiteX232" fmla="*/ 56727 w 1284393"/>
                <a:gd name="connsiteY232" fmla="*/ 407670 h 937683"/>
                <a:gd name="connsiteX233" fmla="*/ 71120 w 1284393"/>
                <a:gd name="connsiteY233" fmla="*/ 413173 h 937683"/>
                <a:gd name="connsiteX234" fmla="*/ 73660 w 1284393"/>
                <a:gd name="connsiteY234" fmla="*/ 416137 h 937683"/>
                <a:gd name="connsiteX235" fmla="*/ 71120 w 1284393"/>
                <a:gd name="connsiteY235" fmla="*/ 429683 h 937683"/>
                <a:gd name="connsiteX236" fmla="*/ 80857 w 1284393"/>
                <a:gd name="connsiteY236" fmla="*/ 442383 h 937683"/>
                <a:gd name="connsiteX237" fmla="*/ 74930 w 1284393"/>
                <a:gd name="connsiteY237" fmla="*/ 455083 h 937683"/>
                <a:gd name="connsiteX238" fmla="*/ 73660 w 1284393"/>
                <a:gd name="connsiteY238" fmla="*/ 457623 h 937683"/>
                <a:gd name="connsiteX239" fmla="*/ 74930 w 1284393"/>
                <a:gd name="connsiteY239" fmla="*/ 460587 h 937683"/>
                <a:gd name="connsiteX240" fmla="*/ 74930 w 1284393"/>
                <a:gd name="connsiteY240" fmla="*/ 461857 h 937683"/>
                <a:gd name="connsiteX241" fmla="*/ 74930 w 1284393"/>
                <a:gd name="connsiteY241" fmla="*/ 463127 h 937683"/>
                <a:gd name="connsiteX242" fmla="*/ 72390 w 1284393"/>
                <a:gd name="connsiteY242" fmla="*/ 467360 h 937683"/>
                <a:gd name="connsiteX243" fmla="*/ 61383 w 1284393"/>
                <a:gd name="connsiteY243" fmla="*/ 481330 h 937683"/>
                <a:gd name="connsiteX244" fmla="*/ 68157 w 1284393"/>
                <a:gd name="connsiteY244" fmla="*/ 495300 h 937683"/>
                <a:gd name="connsiteX245" fmla="*/ 80857 w 1284393"/>
                <a:gd name="connsiteY245" fmla="*/ 506730 h 937683"/>
                <a:gd name="connsiteX246" fmla="*/ 82127 w 1284393"/>
                <a:gd name="connsiteY246" fmla="*/ 513503 h 937683"/>
                <a:gd name="connsiteX247" fmla="*/ 79164 w 1284393"/>
                <a:gd name="connsiteY247" fmla="*/ 527473 h 937683"/>
                <a:gd name="connsiteX248" fmla="*/ 80857 w 1284393"/>
                <a:gd name="connsiteY248" fmla="*/ 530437 h 937683"/>
                <a:gd name="connsiteX249" fmla="*/ 94827 w 1284393"/>
                <a:gd name="connsiteY249" fmla="*/ 535940 h 937683"/>
                <a:gd name="connsiteX250" fmla="*/ 110067 w 1284393"/>
                <a:gd name="connsiteY250" fmla="*/ 546947 h 937683"/>
                <a:gd name="connsiteX251" fmla="*/ 111337 w 1284393"/>
                <a:gd name="connsiteY251" fmla="*/ 555413 h 937683"/>
                <a:gd name="connsiteX252" fmla="*/ 113877 w 1284393"/>
                <a:gd name="connsiteY252" fmla="*/ 563880 h 937683"/>
                <a:gd name="connsiteX253" fmla="*/ 118110 w 1284393"/>
                <a:gd name="connsiteY253" fmla="*/ 568113 h 937683"/>
                <a:gd name="connsiteX254" fmla="*/ 118110 w 1284393"/>
                <a:gd name="connsiteY254" fmla="*/ 573617 h 937683"/>
                <a:gd name="connsiteX255" fmla="*/ 113877 w 1284393"/>
                <a:gd name="connsiteY255" fmla="*/ 588857 h 937683"/>
                <a:gd name="connsiteX256" fmla="*/ 113877 w 1284393"/>
                <a:gd name="connsiteY256" fmla="*/ 591820 h 937683"/>
                <a:gd name="connsiteX257" fmla="*/ 113877 w 1284393"/>
                <a:gd name="connsiteY257" fmla="*/ 593090 h 937683"/>
                <a:gd name="connsiteX258" fmla="*/ 110067 w 1284393"/>
                <a:gd name="connsiteY258" fmla="*/ 607060 h 937683"/>
                <a:gd name="connsiteX259" fmla="*/ 107104 w 1284393"/>
                <a:gd name="connsiteY259" fmla="*/ 610023 h 937683"/>
                <a:gd name="connsiteX260" fmla="*/ 101600 w 1284393"/>
                <a:gd name="connsiteY260" fmla="*/ 623570 h 937683"/>
                <a:gd name="connsiteX261" fmla="*/ 96097 w 1284393"/>
                <a:gd name="connsiteY261" fmla="*/ 630767 h 937683"/>
                <a:gd name="connsiteX262" fmla="*/ 94827 w 1284393"/>
                <a:gd name="connsiteY262" fmla="*/ 632037 h 937683"/>
                <a:gd name="connsiteX263" fmla="*/ 94827 w 1284393"/>
                <a:gd name="connsiteY263" fmla="*/ 636270 h 937683"/>
                <a:gd name="connsiteX264" fmla="*/ 96097 w 1284393"/>
                <a:gd name="connsiteY264" fmla="*/ 636270 h 937683"/>
                <a:gd name="connsiteX265" fmla="*/ 101600 w 1284393"/>
                <a:gd name="connsiteY265" fmla="*/ 636270 h 937683"/>
                <a:gd name="connsiteX266" fmla="*/ 115570 w 1284393"/>
                <a:gd name="connsiteY266" fmla="*/ 636270 h 937683"/>
                <a:gd name="connsiteX267" fmla="*/ 115570 w 1284393"/>
                <a:gd name="connsiteY267" fmla="*/ 629497 h 937683"/>
                <a:gd name="connsiteX268" fmla="*/ 115570 w 1284393"/>
                <a:gd name="connsiteY268" fmla="*/ 626533 h 937683"/>
                <a:gd name="connsiteX269" fmla="*/ 115570 w 1284393"/>
                <a:gd name="connsiteY269" fmla="*/ 616797 h 937683"/>
                <a:gd name="connsiteX270" fmla="*/ 115570 w 1284393"/>
                <a:gd name="connsiteY270" fmla="*/ 612563 h 937683"/>
                <a:gd name="connsiteX271" fmla="*/ 121073 w 1284393"/>
                <a:gd name="connsiteY271" fmla="*/ 612563 h 937683"/>
                <a:gd name="connsiteX272" fmla="*/ 124037 w 1284393"/>
                <a:gd name="connsiteY272" fmla="*/ 611293 h 937683"/>
                <a:gd name="connsiteX273" fmla="*/ 132504 w 1284393"/>
                <a:gd name="connsiteY273" fmla="*/ 616797 h 937683"/>
                <a:gd name="connsiteX274" fmla="*/ 146050 w 1284393"/>
                <a:gd name="connsiteY274" fmla="*/ 616797 h 937683"/>
                <a:gd name="connsiteX275" fmla="*/ 153247 w 1284393"/>
                <a:gd name="connsiteY275" fmla="*/ 621030 h 937683"/>
                <a:gd name="connsiteX276" fmla="*/ 154517 w 1284393"/>
                <a:gd name="connsiteY276" fmla="*/ 635000 h 937683"/>
                <a:gd name="connsiteX277" fmla="*/ 164254 w 1284393"/>
                <a:gd name="connsiteY277" fmla="*/ 648970 h 937683"/>
                <a:gd name="connsiteX278" fmla="*/ 172720 w 1284393"/>
                <a:gd name="connsiteY278" fmla="*/ 644737 h 937683"/>
                <a:gd name="connsiteX279" fmla="*/ 186690 w 1284393"/>
                <a:gd name="connsiteY279" fmla="*/ 650240 h 937683"/>
                <a:gd name="connsiteX280" fmla="*/ 201930 w 1284393"/>
                <a:gd name="connsiteY280" fmla="*/ 652780 h 937683"/>
                <a:gd name="connsiteX281" fmla="*/ 215900 w 1284393"/>
                <a:gd name="connsiteY281" fmla="*/ 655743 h 937683"/>
                <a:gd name="connsiteX282" fmla="*/ 229870 w 1284393"/>
                <a:gd name="connsiteY282" fmla="*/ 665480 h 937683"/>
                <a:gd name="connsiteX283" fmla="*/ 243840 w 1284393"/>
                <a:gd name="connsiteY283" fmla="*/ 664210 h 937683"/>
                <a:gd name="connsiteX284" fmla="*/ 243840 w 1284393"/>
                <a:gd name="connsiteY284" fmla="*/ 665480 h 937683"/>
                <a:gd name="connsiteX285" fmla="*/ 248073 w 1284393"/>
                <a:gd name="connsiteY285" fmla="*/ 678180 h 937683"/>
                <a:gd name="connsiteX286" fmla="*/ 260773 w 1284393"/>
                <a:gd name="connsiteY286" fmla="*/ 669713 h 937683"/>
                <a:gd name="connsiteX287" fmla="*/ 273050 w 1284393"/>
                <a:gd name="connsiteY287" fmla="*/ 672677 h 937683"/>
                <a:gd name="connsiteX288" fmla="*/ 279823 w 1284393"/>
                <a:gd name="connsiteY288" fmla="*/ 668443 h 937683"/>
                <a:gd name="connsiteX289" fmla="*/ 294217 w 1284393"/>
                <a:gd name="connsiteY289" fmla="*/ 673947 h 937683"/>
                <a:gd name="connsiteX290" fmla="*/ 296757 w 1284393"/>
                <a:gd name="connsiteY290" fmla="*/ 687917 h 937683"/>
                <a:gd name="connsiteX291" fmla="*/ 287020 w 1284393"/>
                <a:gd name="connsiteY291" fmla="*/ 694690 h 937683"/>
                <a:gd name="connsiteX292" fmla="*/ 271780 w 1284393"/>
                <a:gd name="connsiteY292" fmla="*/ 707390 h 937683"/>
                <a:gd name="connsiteX293" fmla="*/ 274743 w 1284393"/>
                <a:gd name="connsiteY293" fmla="*/ 710353 h 937683"/>
                <a:gd name="connsiteX294" fmla="*/ 289983 w 1284393"/>
                <a:gd name="connsiteY294" fmla="*/ 714163 h 937683"/>
                <a:gd name="connsiteX295" fmla="*/ 303954 w 1284393"/>
                <a:gd name="connsiteY295" fmla="*/ 725593 h 937683"/>
                <a:gd name="connsiteX296" fmla="*/ 317923 w 1284393"/>
                <a:gd name="connsiteY296" fmla="*/ 739563 h 937683"/>
                <a:gd name="connsiteX297" fmla="*/ 323427 w 1284393"/>
                <a:gd name="connsiteY297" fmla="*/ 753533 h 937683"/>
                <a:gd name="connsiteX298" fmla="*/ 337397 w 1284393"/>
                <a:gd name="connsiteY298" fmla="*/ 760307 h 937683"/>
                <a:gd name="connsiteX299" fmla="*/ 338667 w 1284393"/>
                <a:gd name="connsiteY299" fmla="*/ 760307 h 937683"/>
                <a:gd name="connsiteX300" fmla="*/ 345864 w 1284393"/>
                <a:gd name="connsiteY300" fmla="*/ 754803 h 937683"/>
                <a:gd name="connsiteX301" fmla="*/ 359410 w 1284393"/>
                <a:gd name="connsiteY301" fmla="*/ 745067 h 937683"/>
                <a:gd name="connsiteX302" fmla="*/ 364067 w 1284393"/>
                <a:gd name="connsiteY302" fmla="*/ 743797 h 937683"/>
                <a:gd name="connsiteX303" fmla="*/ 377614 w 1284393"/>
                <a:gd name="connsiteY303" fmla="*/ 734060 h 937683"/>
                <a:gd name="connsiteX304" fmla="*/ 365337 w 1284393"/>
                <a:gd name="connsiteY304" fmla="*/ 718397 h 937683"/>
                <a:gd name="connsiteX305" fmla="*/ 362373 w 1284393"/>
                <a:gd name="connsiteY305" fmla="*/ 704850 h 937683"/>
                <a:gd name="connsiteX306" fmla="*/ 377614 w 1284393"/>
                <a:gd name="connsiteY306" fmla="*/ 708660 h 937683"/>
                <a:gd name="connsiteX307" fmla="*/ 391583 w 1284393"/>
                <a:gd name="connsiteY307" fmla="*/ 712893 h 937683"/>
                <a:gd name="connsiteX308" fmla="*/ 405554 w 1284393"/>
                <a:gd name="connsiteY308" fmla="*/ 721360 h 937683"/>
                <a:gd name="connsiteX309" fmla="*/ 419523 w 1284393"/>
                <a:gd name="connsiteY309" fmla="*/ 726863 h 937683"/>
                <a:gd name="connsiteX310" fmla="*/ 425027 w 1284393"/>
                <a:gd name="connsiteY310" fmla="*/ 731097 h 937683"/>
                <a:gd name="connsiteX311" fmla="*/ 438997 w 1284393"/>
                <a:gd name="connsiteY311" fmla="*/ 732790 h 937683"/>
                <a:gd name="connsiteX312" fmla="*/ 440690 w 1284393"/>
                <a:gd name="connsiteY312" fmla="*/ 731097 h 937683"/>
                <a:gd name="connsiteX313" fmla="*/ 443230 w 1284393"/>
                <a:gd name="connsiteY313" fmla="*/ 731097 h 937683"/>
                <a:gd name="connsiteX314" fmla="*/ 457200 w 1284393"/>
                <a:gd name="connsiteY314" fmla="*/ 732790 h 937683"/>
                <a:gd name="connsiteX315" fmla="*/ 471170 w 1284393"/>
                <a:gd name="connsiteY315" fmla="*/ 729827 h 937683"/>
                <a:gd name="connsiteX316" fmla="*/ 468630 w 1284393"/>
                <a:gd name="connsiteY316" fmla="*/ 743797 h 937683"/>
                <a:gd name="connsiteX317" fmla="*/ 465667 w 1284393"/>
                <a:gd name="connsiteY317" fmla="*/ 757767 h 937683"/>
                <a:gd name="connsiteX318" fmla="*/ 471170 w 1284393"/>
                <a:gd name="connsiteY318" fmla="*/ 762000 h 937683"/>
                <a:gd name="connsiteX319" fmla="*/ 483870 w 1284393"/>
                <a:gd name="connsiteY319" fmla="*/ 775970 h 937683"/>
                <a:gd name="connsiteX320" fmla="*/ 486410 w 1284393"/>
                <a:gd name="connsiteY320" fmla="*/ 778510 h 937683"/>
                <a:gd name="connsiteX321" fmla="*/ 500380 w 1284393"/>
                <a:gd name="connsiteY321" fmla="*/ 775970 h 937683"/>
                <a:gd name="connsiteX322" fmla="*/ 511810 w 1284393"/>
                <a:gd name="connsiteY322" fmla="*/ 767503 h 937683"/>
                <a:gd name="connsiteX323" fmla="*/ 520277 w 1284393"/>
                <a:gd name="connsiteY323" fmla="*/ 775970 h 937683"/>
                <a:gd name="connsiteX324" fmla="*/ 533823 w 1284393"/>
                <a:gd name="connsiteY324" fmla="*/ 781473 h 937683"/>
                <a:gd name="connsiteX325" fmla="*/ 548217 w 1284393"/>
                <a:gd name="connsiteY325" fmla="*/ 789940 h 937683"/>
                <a:gd name="connsiteX326" fmla="*/ 549064 w 1284393"/>
                <a:gd name="connsiteY326" fmla="*/ 788247 h 937683"/>
                <a:gd name="connsiteX327" fmla="*/ 550757 w 1284393"/>
                <a:gd name="connsiteY327" fmla="*/ 786977 h 937683"/>
                <a:gd name="connsiteX328" fmla="*/ 550757 w 1284393"/>
                <a:gd name="connsiteY328" fmla="*/ 785707 h 937683"/>
                <a:gd name="connsiteX329" fmla="*/ 565997 w 1284393"/>
                <a:gd name="connsiteY329" fmla="*/ 789940 h 937683"/>
                <a:gd name="connsiteX330" fmla="*/ 579967 w 1284393"/>
                <a:gd name="connsiteY330" fmla="*/ 795443 h 937683"/>
                <a:gd name="connsiteX331" fmla="*/ 581660 w 1284393"/>
                <a:gd name="connsiteY331" fmla="*/ 806450 h 937683"/>
                <a:gd name="connsiteX332" fmla="*/ 588433 w 1284393"/>
                <a:gd name="connsiteY332" fmla="*/ 816187 h 937683"/>
                <a:gd name="connsiteX333" fmla="*/ 588433 w 1284393"/>
                <a:gd name="connsiteY333" fmla="*/ 817880 h 937683"/>
                <a:gd name="connsiteX334" fmla="*/ 588433 w 1284393"/>
                <a:gd name="connsiteY334" fmla="*/ 821690 h 937683"/>
                <a:gd name="connsiteX335" fmla="*/ 602404 w 1284393"/>
                <a:gd name="connsiteY335" fmla="*/ 827617 h 937683"/>
                <a:gd name="connsiteX336" fmla="*/ 616373 w 1284393"/>
                <a:gd name="connsiteY336" fmla="*/ 839893 h 937683"/>
                <a:gd name="connsiteX337" fmla="*/ 618914 w 1284393"/>
                <a:gd name="connsiteY337" fmla="*/ 853863 h 937683"/>
                <a:gd name="connsiteX338" fmla="*/ 620607 w 1284393"/>
                <a:gd name="connsiteY338" fmla="*/ 855133 h 937683"/>
                <a:gd name="connsiteX339" fmla="*/ 635847 w 1284393"/>
                <a:gd name="connsiteY339" fmla="*/ 856827 h 937683"/>
                <a:gd name="connsiteX340" fmla="*/ 635847 w 1284393"/>
                <a:gd name="connsiteY340" fmla="*/ 869103 h 937683"/>
                <a:gd name="connsiteX341" fmla="*/ 635847 w 1284393"/>
                <a:gd name="connsiteY341" fmla="*/ 875030 h 937683"/>
                <a:gd name="connsiteX342" fmla="*/ 649817 w 1284393"/>
                <a:gd name="connsiteY342" fmla="*/ 872067 h 937683"/>
                <a:gd name="connsiteX343" fmla="*/ 665480 w 1284393"/>
                <a:gd name="connsiteY343" fmla="*/ 866563 h 937683"/>
                <a:gd name="connsiteX344" fmla="*/ 676064 w 1284393"/>
                <a:gd name="connsiteY344" fmla="*/ 852593 h 937683"/>
                <a:gd name="connsiteX345" fmla="*/ 690033 w 1284393"/>
                <a:gd name="connsiteY345" fmla="*/ 845397 h 937683"/>
                <a:gd name="connsiteX346" fmla="*/ 704427 w 1284393"/>
                <a:gd name="connsiteY346" fmla="*/ 845397 h 937683"/>
                <a:gd name="connsiteX347" fmla="*/ 705273 w 1284393"/>
                <a:gd name="connsiteY347" fmla="*/ 847090 h 937683"/>
                <a:gd name="connsiteX348" fmla="*/ 711200 w 1284393"/>
                <a:gd name="connsiteY348" fmla="*/ 861060 h 937683"/>
                <a:gd name="connsiteX349" fmla="*/ 725170 w 1284393"/>
                <a:gd name="connsiteY349" fmla="*/ 873337 h 937683"/>
                <a:gd name="connsiteX350" fmla="*/ 727710 w 1284393"/>
                <a:gd name="connsiteY350" fmla="*/ 873337 h 937683"/>
                <a:gd name="connsiteX351" fmla="*/ 742104 w 1284393"/>
                <a:gd name="connsiteY351" fmla="*/ 875030 h 937683"/>
                <a:gd name="connsiteX352" fmla="*/ 743373 w 1284393"/>
                <a:gd name="connsiteY352" fmla="*/ 878840 h 937683"/>
                <a:gd name="connsiteX353" fmla="*/ 745914 w 1284393"/>
                <a:gd name="connsiteY353" fmla="*/ 892810 h 937683"/>
                <a:gd name="connsiteX354" fmla="*/ 753110 w 1284393"/>
                <a:gd name="connsiteY354" fmla="*/ 906780 h 937683"/>
                <a:gd name="connsiteX355" fmla="*/ 756073 w 1284393"/>
                <a:gd name="connsiteY355" fmla="*/ 905510 h 937683"/>
                <a:gd name="connsiteX356" fmla="*/ 769620 w 1284393"/>
                <a:gd name="connsiteY356" fmla="*/ 904240 h 937683"/>
                <a:gd name="connsiteX357" fmla="*/ 783590 w 1284393"/>
                <a:gd name="connsiteY357" fmla="*/ 897043 h 937683"/>
                <a:gd name="connsiteX358" fmla="*/ 784860 w 1284393"/>
                <a:gd name="connsiteY358" fmla="*/ 895773 h 937683"/>
                <a:gd name="connsiteX359" fmla="*/ 798830 w 1284393"/>
                <a:gd name="connsiteY359" fmla="*/ 883073 h 937683"/>
                <a:gd name="connsiteX360" fmla="*/ 810260 w 1284393"/>
                <a:gd name="connsiteY360" fmla="*/ 873337 h 937683"/>
                <a:gd name="connsiteX361" fmla="*/ 824230 w 1284393"/>
                <a:gd name="connsiteY361" fmla="*/ 875030 h 937683"/>
                <a:gd name="connsiteX362" fmla="*/ 825500 w 1284393"/>
                <a:gd name="connsiteY362" fmla="*/ 872067 h 937683"/>
                <a:gd name="connsiteX363" fmla="*/ 840740 w 1284393"/>
                <a:gd name="connsiteY363" fmla="*/ 877570 h 937683"/>
                <a:gd name="connsiteX364" fmla="*/ 854710 w 1284393"/>
                <a:gd name="connsiteY364" fmla="*/ 872067 h 937683"/>
                <a:gd name="connsiteX365" fmla="*/ 857673 w 1284393"/>
                <a:gd name="connsiteY365" fmla="*/ 870797 h 937683"/>
                <a:gd name="connsiteX366" fmla="*/ 871643 w 1284393"/>
                <a:gd name="connsiteY366" fmla="*/ 883073 h 937683"/>
                <a:gd name="connsiteX367" fmla="*/ 886883 w 1284393"/>
                <a:gd name="connsiteY367" fmla="*/ 890270 h 937683"/>
                <a:gd name="connsiteX368" fmla="*/ 900854 w 1284393"/>
                <a:gd name="connsiteY368" fmla="*/ 880533 h 937683"/>
                <a:gd name="connsiteX369" fmla="*/ 916093 w 1284393"/>
                <a:gd name="connsiteY369" fmla="*/ 869103 h 937683"/>
                <a:gd name="connsiteX370" fmla="*/ 930487 w 1284393"/>
                <a:gd name="connsiteY370" fmla="*/ 866563 h 937683"/>
                <a:gd name="connsiteX371" fmla="*/ 944033 w 1284393"/>
                <a:gd name="connsiteY371" fmla="*/ 869103 h 937683"/>
                <a:gd name="connsiteX372" fmla="*/ 948267 w 1284393"/>
                <a:gd name="connsiteY372" fmla="*/ 869103 h 937683"/>
                <a:gd name="connsiteX373" fmla="*/ 962237 w 1284393"/>
                <a:gd name="connsiteY373" fmla="*/ 870797 h 937683"/>
                <a:gd name="connsiteX374" fmla="*/ 976207 w 1284393"/>
                <a:gd name="connsiteY374" fmla="*/ 867833 h 937683"/>
                <a:gd name="connsiteX375" fmla="*/ 985943 w 1284393"/>
                <a:gd name="connsiteY375" fmla="*/ 870797 h 937683"/>
                <a:gd name="connsiteX376" fmla="*/ 999914 w 1284393"/>
                <a:gd name="connsiteY376" fmla="*/ 877570 h 937683"/>
                <a:gd name="connsiteX377" fmla="*/ 1015154 w 1284393"/>
                <a:gd name="connsiteY377" fmla="*/ 881803 h 937683"/>
                <a:gd name="connsiteX378" fmla="*/ 1029123 w 1284393"/>
                <a:gd name="connsiteY378" fmla="*/ 892810 h 937683"/>
                <a:gd name="connsiteX379" fmla="*/ 1030393 w 1284393"/>
                <a:gd name="connsiteY379" fmla="*/ 898737 h 937683"/>
                <a:gd name="connsiteX380" fmla="*/ 1044787 w 1284393"/>
                <a:gd name="connsiteY380" fmla="*/ 906780 h 937683"/>
                <a:gd name="connsiteX381" fmla="*/ 1058333 w 1284393"/>
                <a:gd name="connsiteY381" fmla="*/ 915247 h 937683"/>
                <a:gd name="connsiteX382" fmla="*/ 1072304 w 1284393"/>
                <a:gd name="connsiteY382" fmla="*/ 916517 h 937683"/>
                <a:gd name="connsiteX383" fmla="*/ 1087967 w 1284393"/>
                <a:gd name="connsiteY383" fmla="*/ 923713 h 937683"/>
                <a:gd name="connsiteX384" fmla="*/ 1101937 w 1284393"/>
                <a:gd name="connsiteY384" fmla="*/ 926677 h 937683"/>
                <a:gd name="connsiteX385" fmla="*/ 1115907 w 1284393"/>
                <a:gd name="connsiteY385" fmla="*/ 930487 h 937683"/>
                <a:gd name="connsiteX386" fmla="*/ 1129877 w 1284393"/>
                <a:gd name="connsiteY386" fmla="*/ 930487 h 937683"/>
                <a:gd name="connsiteX387" fmla="*/ 1143423 w 1284393"/>
                <a:gd name="connsiteY387" fmla="*/ 937683 h 937683"/>
                <a:gd name="connsiteX388" fmla="*/ 1142154 w 1284393"/>
                <a:gd name="connsiteY388" fmla="*/ 923713 h 937683"/>
                <a:gd name="connsiteX389" fmla="*/ 1128183 w 1284393"/>
                <a:gd name="connsiteY389" fmla="*/ 913977 h 937683"/>
                <a:gd name="connsiteX390" fmla="*/ 1121410 w 1284393"/>
                <a:gd name="connsiteY390" fmla="*/ 902547 h 937683"/>
                <a:gd name="connsiteX391" fmla="*/ 1123950 w 1284393"/>
                <a:gd name="connsiteY391" fmla="*/ 889000 h 937683"/>
                <a:gd name="connsiteX392" fmla="*/ 1121410 w 1284393"/>
                <a:gd name="connsiteY392" fmla="*/ 875030 h 937683"/>
                <a:gd name="connsiteX393" fmla="*/ 1114214 w 1284393"/>
                <a:gd name="connsiteY393" fmla="*/ 862330 h 937683"/>
                <a:gd name="connsiteX394" fmla="*/ 1114214 w 1284393"/>
                <a:gd name="connsiteY394" fmla="*/ 861060 h 937683"/>
                <a:gd name="connsiteX395" fmla="*/ 1111673 w 1284393"/>
                <a:gd name="connsiteY395" fmla="*/ 847090 h 937683"/>
                <a:gd name="connsiteX396" fmla="*/ 1112943 w 1284393"/>
                <a:gd name="connsiteY396" fmla="*/ 845397 h 937683"/>
                <a:gd name="connsiteX397" fmla="*/ 1122680 w 1284393"/>
                <a:gd name="connsiteY397" fmla="*/ 830157 h 937683"/>
                <a:gd name="connsiteX398" fmla="*/ 1126914 w 1284393"/>
                <a:gd name="connsiteY398" fmla="*/ 825923 h 937683"/>
                <a:gd name="connsiteX399" fmla="*/ 1128183 w 1284393"/>
                <a:gd name="connsiteY399" fmla="*/ 825923 h 937683"/>
                <a:gd name="connsiteX400" fmla="*/ 1139614 w 1284393"/>
                <a:gd name="connsiteY400" fmla="*/ 811953 h 937683"/>
                <a:gd name="connsiteX401" fmla="*/ 1143423 w 1284393"/>
                <a:gd name="connsiteY401" fmla="*/ 810683 h 937683"/>
                <a:gd name="connsiteX402" fmla="*/ 1143423 w 1284393"/>
                <a:gd name="connsiteY402" fmla="*/ 807720 h 937683"/>
                <a:gd name="connsiteX403" fmla="*/ 1154854 w 1284393"/>
                <a:gd name="connsiteY403" fmla="*/ 794173 h 937683"/>
                <a:gd name="connsiteX404" fmla="*/ 1163320 w 1284393"/>
                <a:gd name="connsiteY404" fmla="*/ 782743 h 937683"/>
                <a:gd name="connsiteX405" fmla="*/ 1170093 w 1284393"/>
                <a:gd name="connsiteY405" fmla="*/ 775970 h 937683"/>
                <a:gd name="connsiteX406" fmla="*/ 1184064 w 1284393"/>
                <a:gd name="connsiteY406" fmla="*/ 762000 h 937683"/>
                <a:gd name="connsiteX407" fmla="*/ 1185333 w 1284393"/>
                <a:gd name="connsiteY407" fmla="*/ 760307 h 937683"/>
                <a:gd name="connsiteX408" fmla="*/ 1199304 w 1284393"/>
                <a:gd name="connsiteY408" fmla="*/ 748030 h 937683"/>
                <a:gd name="connsiteX409" fmla="*/ 1213273 w 1284393"/>
                <a:gd name="connsiteY409" fmla="*/ 738293 h 937683"/>
                <a:gd name="connsiteX410" fmla="*/ 1214543 w 1284393"/>
                <a:gd name="connsiteY410" fmla="*/ 736600 h 937683"/>
                <a:gd name="connsiteX411" fmla="*/ 1220470 w 1284393"/>
                <a:gd name="connsiteY411" fmla="*/ 732790 h 937683"/>
                <a:gd name="connsiteX412" fmla="*/ 1223010 w 1284393"/>
                <a:gd name="connsiteY412" fmla="*/ 729827 h 937683"/>
                <a:gd name="connsiteX413" fmla="*/ 1233170 w 1284393"/>
                <a:gd name="connsiteY413" fmla="*/ 715857 h 937683"/>
                <a:gd name="connsiteX414" fmla="*/ 1248410 w 1284393"/>
                <a:gd name="connsiteY414" fmla="*/ 710353 h 937683"/>
                <a:gd name="connsiteX415" fmla="*/ 1262380 w 1284393"/>
                <a:gd name="connsiteY415" fmla="*/ 710353 h 937683"/>
                <a:gd name="connsiteX416" fmla="*/ 1273387 w 1284393"/>
                <a:gd name="connsiteY416" fmla="*/ 696383 h 937683"/>
                <a:gd name="connsiteX417" fmla="*/ 1274657 w 1284393"/>
                <a:gd name="connsiteY417" fmla="*/ 694690 h 937683"/>
                <a:gd name="connsiteX418" fmla="*/ 1280583 w 1284393"/>
                <a:gd name="connsiteY418" fmla="*/ 692150 h 937683"/>
                <a:gd name="connsiteX419" fmla="*/ 1283123 w 1284393"/>
                <a:gd name="connsiteY419" fmla="*/ 683683 h 937683"/>
                <a:gd name="connsiteX420" fmla="*/ 1281854 w 1284393"/>
                <a:gd name="connsiteY420" fmla="*/ 673947 h 93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</a:cxnLst>
              <a:rect l="l" t="t" r="r" b="b"/>
              <a:pathLst>
                <a:path w="1284393" h="937683">
                  <a:moveTo>
                    <a:pt x="1272117" y="659977"/>
                  </a:moveTo>
                  <a:lnTo>
                    <a:pt x="1260687" y="648970"/>
                  </a:lnTo>
                  <a:lnTo>
                    <a:pt x="1275927" y="641773"/>
                  </a:lnTo>
                  <a:lnTo>
                    <a:pt x="1284393" y="637540"/>
                  </a:lnTo>
                  <a:lnTo>
                    <a:pt x="1270423" y="632037"/>
                  </a:lnTo>
                  <a:lnTo>
                    <a:pt x="1258147" y="616797"/>
                  </a:lnTo>
                  <a:lnTo>
                    <a:pt x="1255183" y="615527"/>
                  </a:lnTo>
                  <a:lnTo>
                    <a:pt x="1246717" y="601557"/>
                  </a:lnTo>
                  <a:lnTo>
                    <a:pt x="1236980" y="585893"/>
                  </a:lnTo>
                  <a:lnTo>
                    <a:pt x="1234440" y="584623"/>
                  </a:lnTo>
                  <a:lnTo>
                    <a:pt x="1223010" y="570653"/>
                  </a:lnTo>
                  <a:lnTo>
                    <a:pt x="1214543" y="556683"/>
                  </a:lnTo>
                  <a:lnTo>
                    <a:pt x="1212004" y="542713"/>
                  </a:lnTo>
                  <a:lnTo>
                    <a:pt x="1206500" y="528743"/>
                  </a:lnTo>
                  <a:lnTo>
                    <a:pt x="1200997" y="527473"/>
                  </a:lnTo>
                  <a:lnTo>
                    <a:pt x="1198033" y="512233"/>
                  </a:lnTo>
                  <a:lnTo>
                    <a:pt x="1196764" y="509270"/>
                  </a:lnTo>
                  <a:lnTo>
                    <a:pt x="1196764" y="495300"/>
                  </a:lnTo>
                  <a:lnTo>
                    <a:pt x="1200997" y="491067"/>
                  </a:lnTo>
                  <a:lnTo>
                    <a:pt x="1202267" y="477097"/>
                  </a:lnTo>
                  <a:lnTo>
                    <a:pt x="1203537" y="463127"/>
                  </a:lnTo>
                  <a:lnTo>
                    <a:pt x="1206500" y="447887"/>
                  </a:lnTo>
                  <a:lnTo>
                    <a:pt x="1206500" y="446617"/>
                  </a:lnTo>
                  <a:lnTo>
                    <a:pt x="1203537" y="442383"/>
                  </a:lnTo>
                  <a:lnTo>
                    <a:pt x="1203537" y="441113"/>
                  </a:lnTo>
                  <a:lnTo>
                    <a:pt x="1202267" y="439420"/>
                  </a:lnTo>
                  <a:lnTo>
                    <a:pt x="1195070" y="435610"/>
                  </a:lnTo>
                  <a:lnTo>
                    <a:pt x="1181100" y="425873"/>
                  </a:lnTo>
                  <a:lnTo>
                    <a:pt x="1167130" y="421640"/>
                  </a:lnTo>
                  <a:lnTo>
                    <a:pt x="1151890" y="418677"/>
                  </a:lnTo>
                  <a:lnTo>
                    <a:pt x="1140883" y="407670"/>
                  </a:lnTo>
                  <a:lnTo>
                    <a:pt x="1149350" y="396240"/>
                  </a:lnTo>
                  <a:lnTo>
                    <a:pt x="1159087" y="382270"/>
                  </a:lnTo>
                  <a:lnTo>
                    <a:pt x="1161627" y="379730"/>
                  </a:lnTo>
                  <a:lnTo>
                    <a:pt x="1163320" y="376767"/>
                  </a:lnTo>
                  <a:lnTo>
                    <a:pt x="1165860" y="372533"/>
                  </a:lnTo>
                  <a:lnTo>
                    <a:pt x="1179830" y="362797"/>
                  </a:lnTo>
                  <a:lnTo>
                    <a:pt x="1193800" y="357293"/>
                  </a:lnTo>
                  <a:lnTo>
                    <a:pt x="1209464" y="354330"/>
                  </a:lnTo>
                  <a:lnTo>
                    <a:pt x="1223010" y="346287"/>
                  </a:lnTo>
                  <a:lnTo>
                    <a:pt x="1233170" y="332317"/>
                  </a:lnTo>
                  <a:lnTo>
                    <a:pt x="1233170" y="329353"/>
                  </a:lnTo>
                  <a:lnTo>
                    <a:pt x="1230207" y="315383"/>
                  </a:lnTo>
                  <a:lnTo>
                    <a:pt x="1230207" y="309880"/>
                  </a:lnTo>
                  <a:lnTo>
                    <a:pt x="1228514" y="302683"/>
                  </a:lnTo>
                  <a:lnTo>
                    <a:pt x="1228514" y="301413"/>
                  </a:lnTo>
                  <a:lnTo>
                    <a:pt x="1228514" y="291677"/>
                  </a:lnTo>
                  <a:lnTo>
                    <a:pt x="1220470" y="279400"/>
                  </a:lnTo>
                  <a:lnTo>
                    <a:pt x="1223010" y="272203"/>
                  </a:lnTo>
                  <a:lnTo>
                    <a:pt x="1216237" y="258233"/>
                  </a:lnTo>
                  <a:lnTo>
                    <a:pt x="1206500" y="244263"/>
                  </a:lnTo>
                  <a:lnTo>
                    <a:pt x="1199304" y="230293"/>
                  </a:lnTo>
                  <a:lnTo>
                    <a:pt x="1189567" y="216323"/>
                  </a:lnTo>
                  <a:lnTo>
                    <a:pt x="1186604" y="209550"/>
                  </a:lnTo>
                  <a:lnTo>
                    <a:pt x="1185333" y="206587"/>
                  </a:lnTo>
                  <a:lnTo>
                    <a:pt x="1179830" y="195580"/>
                  </a:lnTo>
                  <a:lnTo>
                    <a:pt x="1175597" y="181610"/>
                  </a:lnTo>
                  <a:lnTo>
                    <a:pt x="1174327" y="177377"/>
                  </a:lnTo>
                  <a:lnTo>
                    <a:pt x="1167130" y="163407"/>
                  </a:lnTo>
                  <a:lnTo>
                    <a:pt x="1163320" y="149437"/>
                  </a:lnTo>
                  <a:lnTo>
                    <a:pt x="1161627" y="142663"/>
                  </a:lnTo>
                  <a:lnTo>
                    <a:pt x="1161627" y="128693"/>
                  </a:lnTo>
                  <a:lnTo>
                    <a:pt x="1160357" y="124460"/>
                  </a:lnTo>
                  <a:lnTo>
                    <a:pt x="1159087" y="118957"/>
                  </a:lnTo>
                  <a:lnTo>
                    <a:pt x="1151890" y="104563"/>
                  </a:lnTo>
                  <a:lnTo>
                    <a:pt x="1137920" y="95250"/>
                  </a:lnTo>
                  <a:lnTo>
                    <a:pt x="1123950" y="92287"/>
                  </a:lnTo>
                  <a:lnTo>
                    <a:pt x="1122680" y="91017"/>
                  </a:lnTo>
                  <a:lnTo>
                    <a:pt x="1109980" y="83820"/>
                  </a:lnTo>
                  <a:lnTo>
                    <a:pt x="1094740" y="77047"/>
                  </a:lnTo>
                  <a:lnTo>
                    <a:pt x="1080770" y="69850"/>
                  </a:lnTo>
                  <a:lnTo>
                    <a:pt x="1066800" y="75353"/>
                  </a:lnTo>
                  <a:lnTo>
                    <a:pt x="1052830" y="77047"/>
                  </a:lnTo>
                  <a:lnTo>
                    <a:pt x="1037590" y="78317"/>
                  </a:lnTo>
                  <a:lnTo>
                    <a:pt x="1023620" y="78317"/>
                  </a:lnTo>
                  <a:lnTo>
                    <a:pt x="1009650" y="79587"/>
                  </a:lnTo>
                  <a:lnTo>
                    <a:pt x="1007110" y="79587"/>
                  </a:lnTo>
                  <a:lnTo>
                    <a:pt x="993140" y="79587"/>
                  </a:lnTo>
                  <a:lnTo>
                    <a:pt x="988907" y="79587"/>
                  </a:lnTo>
                  <a:lnTo>
                    <a:pt x="973243" y="79587"/>
                  </a:lnTo>
                  <a:lnTo>
                    <a:pt x="967740" y="81280"/>
                  </a:lnTo>
                  <a:lnTo>
                    <a:pt x="952500" y="81280"/>
                  </a:lnTo>
                  <a:lnTo>
                    <a:pt x="937260" y="81280"/>
                  </a:lnTo>
                  <a:lnTo>
                    <a:pt x="923290" y="81280"/>
                  </a:lnTo>
                  <a:lnTo>
                    <a:pt x="922020" y="81280"/>
                  </a:lnTo>
                  <a:lnTo>
                    <a:pt x="916093" y="81280"/>
                  </a:lnTo>
                  <a:lnTo>
                    <a:pt x="902123" y="81280"/>
                  </a:lnTo>
                  <a:lnTo>
                    <a:pt x="886883" y="81280"/>
                  </a:lnTo>
                  <a:lnTo>
                    <a:pt x="885614" y="81280"/>
                  </a:lnTo>
                  <a:lnTo>
                    <a:pt x="882650" y="81280"/>
                  </a:lnTo>
                  <a:lnTo>
                    <a:pt x="881380" y="81280"/>
                  </a:lnTo>
                  <a:lnTo>
                    <a:pt x="867410" y="79587"/>
                  </a:lnTo>
                  <a:lnTo>
                    <a:pt x="852170" y="78317"/>
                  </a:lnTo>
                  <a:lnTo>
                    <a:pt x="838200" y="77047"/>
                  </a:lnTo>
                  <a:lnTo>
                    <a:pt x="822960" y="77047"/>
                  </a:lnTo>
                  <a:lnTo>
                    <a:pt x="812800" y="77047"/>
                  </a:lnTo>
                  <a:lnTo>
                    <a:pt x="810260" y="77047"/>
                  </a:lnTo>
                  <a:lnTo>
                    <a:pt x="803064" y="75353"/>
                  </a:lnTo>
                  <a:lnTo>
                    <a:pt x="796290" y="74083"/>
                  </a:lnTo>
                  <a:lnTo>
                    <a:pt x="782320" y="72813"/>
                  </a:lnTo>
                  <a:lnTo>
                    <a:pt x="768350" y="71543"/>
                  </a:lnTo>
                  <a:lnTo>
                    <a:pt x="761577" y="71543"/>
                  </a:lnTo>
                  <a:lnTo>
                    <a:pt x="754380" y="69850"/>
                  </a:lnTo>
                  <a:lnTo>
                    <a:pt x="740410" y="68580"/>
                  </a:lnTo>
                  <a:lnTo>
                    <a:pt x="726440" y="68580"/>
                  </a:lnTo>
                  <a:lnTo>
                    <a:pt x="723900" y="67310"/>
                  </a:lnTo>
                  <a:lnTo>
                    <a:pt x="719667" y="67310"/>
                  </a:lnTo>
                  <a:lnTo>
                    <a:pt x="706967" y="65617"/>
                  </a:lnTo>
                  <a:lnTo>
                    <a:pt x="702733" y="65617"/>
                  </a:lnTo>
                  <a:lnTo>
                    <a:pt x="701464" y="64347"/>
                  </a:lnTo>
                  <a:lnTo>
                    <a:pt x="694267" y="64347"/>
                  </a:lnTo>
                  <a:lnTo>
                    <a:pt x="692997" y="64347"/>
                  </a:lnTo>
                  <a:lnTo>
                    <a:pt x="677757" y="75353"/>
                  </a:lnTo>
                  <a:lnTo>
                    <a:pt x="663787" y="79587"/>
                  </a:lnTo>
                  <a:lnTo>
                    <a:pt x="649817" y="88053"/>
                  </a:lnTo>
                  <a:lnTo>
                    <a:pt x="635847" y="89323"/>
                  </a:lnTo>
                  <a:lnTo>
                    <a:pt x="628650" y="89323"/>
                  </a:lnTo>
                  <a:lnTo>
                    <a:pt x="626110" y="82550"/>
                  </a:lnTo>
                  <a:lnTo>
                    <a:pt x="632883" y="78317"/>
                  </a:lnTo>
                  <a:lnTo>
                    <a:pt x="646854" y="75353"/>
                  </a:lnTo>
                  <a:lnTo>
                    <a:pt x="660823" y="69850"/>
                  </a:lnTo>
                  <a:lnTo>
                    <a:pt x="676064" y="61807"/>
                  </a:lnTo>
                  <a:lnTo>
                    <a:pt x="673523" y="60113"/>
                  </a:lnTo>
                  <a:lnTo>
                    <a:pt x="659554" y="68580"/>
                  </a:lnTo>
                  <a:lnTo>
                    <a:pt x="644314" y="74083"/>
                  </a:lnTo>
                  <a:lnTo>
                    <a:pt x="630343" y="75353"/>
                  </a:lnTo>
                  <a:lnTo>
                    <a:pt x="616373" y="78317"/>
                  </a:lnTo>
                  <a:lnTo>
                    <a:pt x="600710" y="78317"/>
                  </a:lnTo>
                  <a:lnTo>
                    <a:pt x="589704" y="77047"/>
                  </a:lnTo>
                  <a:lnTo>
                    <a:pt x="575733" y="77047"/>
                  </a:lnTo>
                  <a:lnTo>
                    <a:pt x="570230" y="75353"/>
                  </a:lnTo>
                  <a:lnTo>
                    <a:pt x="556260" y="68580"/>
                  </a:lnTo>
                  <a:lnTo>
                    <a:pt x="553720" y="67310"/>
                  </a:lnTo>
                  <a:lnTo>
                    <a:pt x="541020" y="53340"/>
                  </a:lnTo>
                  <a:lnTo>
                    <a:pt x="538057" y="39370"/>
                  </a:lnTo>
                  <a:lnTo>
                    <a:pt x="533823" y="32173"/>
                  </a:lnTo>
                  <a:lnTo>
                    <a:pt x="520277" y="16933"/>
                  </a:lnTo>
                  <a:lnTo>
                    <a:pt x="533823" y="13970"/>
                  </a:lnTo>
                  <a:lnTo>
                    <a:pt x="548217" y="19897"/>
                  </a:lnTo>
                  <a:lnTo>
                    <a:pt x="561764" y="27940"/>
                  </a:lnTo>
                  <a:lnTo>
                    <a:pt x="548217" y="18203"/>
                  </a:lnTo>
                  <a:lnTo>
                    <a:pt x="533823" y="12700"/>
                  </a:lnTo>
                  <a:lnTo>
                    <a:pt x="524087" y="8467"/>
                  </a:lnTo>
                  <a:lnTo>
                    <a:pt x="510117" y="0"/>
                  </a:lnTo>
                  <a:lnTo>
                    <a:pt x="496570" y="1693"/>
                  </a:lnTo>
                  <a:lnTo>
                    <a:pt x="480907" y="0"/>
                  </a:lnTo>
                  <a:lnTo>
                    <a:pt x="466937" y="1693"/>
                  </a:lnTo>
                  <a:lnTo>
                    <a:pt x="452967" y="2963"/>
                  </a:lnTo>
                  <a:lnTo>
                    <a:pt x="438997" y="5927"/>
                  </a:lnTo>
                  <a:lnTo>
                    <a:pt x="429260" y="8467"/>
                  </a:lnTo>
                  <a:lnTo>
                    <a:pt x="415290" y="11430"/>
                  </a:lnTo>
                  <a:lnTo>
                    <a:pt x="401320" y="12700"/>
                  </a:lnTo>
                  <a:lnTo>
                    <a:pt x="387350" y="15663"/>
                  </a:lnTo>
                  <a:lnTo>
                    <a:pt x="373804" y="18203"/>
                  </a:lnTo>
                  <a:lnTo>
                    <a:pt x="359410" y="23707"/>
                  </a:lnTo>
                  <a:lnTo>
                    <a:pt x="344593" y="32173"/>
                  </a:lnTo>
                  <a:lnTo>
                    <a:pt x="330200" y="39370"/>
                  </a:lnTo>
                  <a:lnTo>
                    <a:pt x="316230" y="43603"/>
                  </a:lnTo>
                  <a:lnTo>
                    <a:pt x="302260" y="43603"/>
                  </a:lnTo>
                  <a:lnTo>
                    <a:pt x="288290" y="47837"/>
                  </a:lnTo>
                  <a:lnTo>
                    <a:pt x="282787" y="50377"/>
                  </a:lnTo>
                  <a:lnTo>
                    <a:pt x="270510" y="63077"/>
                  </a:lnTo>
                  <a:lnTo>
                    <a:pt x="257810" y="77047"/>
                  </a:lnTo>
                  <a:lnTo>
                    <a:pt x="249343" y="89323"/>
                  </a:lnTo>
                  <a:lnTo>
                    <a:pt x="234104" y="91017"/>
                  </a:lnTo>
                  <a:lnTo>
                    <a:pt x="220133" y="93557"/>
                  </a:lnTo>
                  <a:lnTo>
                    <a:pt x="206164" y="95250"/>
                  </a:lnTo>
                  <a:lnTo>
                    <a:pt x="192193" y="99060"/>
                  </a:lnTo>
                  <a:lnTo>
                    <a:pt x="176954" y="103293"/>
                  </a:lnTo>
                  <a:lnTo>
                    <a:pt x="162983" y="106257"/>
                  </a:lnTo>
                  <a:lnTo>
                    <a:pt x="149014" y="107527"/>
                  </a:lnTo>
                  <a:lnTo>
                    <a:pt x="135043" y="110490"/>
                  </a:lnTo>
                  <a:lnTo>
                    <a:pt x="121073" y="115993"/>
                  </a:lnTo>
                  <a:lnTo>
                    <a:pt x="105833" y="120227"/>
                  </a:lnTo>
                  <a:lnTo>
                    <a:pt x="100330" y="121497"/>
                  </a:lnTo>
                  <a:lnTo>
                    <a:pt x="86360" y="125730"/>
                  </a:lnTo>
                  <a:lnTo>
                    <a:pt x="72390" y="128693"/>
                  </a:lnTo>
                  <a:lnTo>
                    <a:pt x="66464" y="129963"/>
                  </a:lnTo>
                  <a:lnTo>
                    <a:pt x="52917" y="135467"/>
                  </a:lnTo>
                  <a:lnTo>
                    <a:pt x="37254" y="140970"/>
                  </a:lnTo>
                  <a:lnTo>
                    <a:pt x="23707" y="148167"/>
                  </a:lnTo>
                  <a:lnTo>
                    <a:pt x="11007" y="146897"/>
                  </a:lnTo>
                  <a:lnTo>
                    <a:pt x="3810" y="145203"/>
                  </a:lnTo>
                  <a:lnTo>
                    <a:pt x="3810" y="149437"/>
                  </a:lnTo>
                  <a:lnTo>
                    <a:pt x="3810" y="153670"/>
                  </a:lnTo>
                  <a:lnTo>
                    <a:pt x="17780" y="163407"/>
                  </a:lnTo>
                  <a:lnTo>
                    <a:pt x="27517" y="154940"/>
                  </a:lnTo>
                  <a:lnTo>
                    <a:pt x="24977" y="153670"/>
                  </a:lnTo>
                  <a:lnTo>
                    <a:pt x="22014" y="152400"/>
                  </a:lnTo>
                  <a:lnTo>
                    <a:pt x="35983" y="154940"/>
                  </a:lnTo>
                  <a:lnTo>
                    <a:pt x="51223" y="164677"/>
                  </a:lnTo>
                  <a:lnTo>
                    <a:pt x="54187" y="157903"/>
                  </a:lnTo>
                  <a:lnTo>
                    <a:pt x="55457" y="157903"/>
                  </a:lnTo>
                  <a:lnTo>
                    <a:pt x="51223" y="164677"/>
                  </a:lnTo>
                  <a:lnTo>
                    <a:pt x="46990" y="173143"/>
                  </a:lnTo>
                  <a:lnTo>
                    <a:pt x="48683" y="187113"/>
                  </a:lnTo>
                  <a:lnTo>
                    <a:pt x="34714" y="185843"/>
                  </a:lnTo>
                  <a:lnTo>
                    <a:pt x="20320" y="178647"/>
                  </a:lnTo>
                  <a:lnTo>
                    <a:pt x="12277" y="181610"/>
                  </a:lnTo>
                  <a:lnTo>
                    <a:pt x="13547" y="191347"/>
                  </a:lnTo>
                  <a:lnTo>
                    <a:pt x="16510" y="205317"/>
                  </a:lnTo>
                  <a:lnTo>
                    <a:pt x="23707" y="219287"/>
                  </a:lnTo>
                  <a:lnTo>
                    <a:pt x="23707" y="220557"/>
                  </a:lnTo>
                  <a:lnTo>
                    <a:pt x="26247" y="226060"/>
                  </a:lnTo>
                  <a:lnTo>
                    <a:pt x="30480" y="238760"/>
                  </a:lnTo>
                  <a:lnTo>
                    <a:pt x="30480" y="240030"/>
                  </a:lnTo>
                  <a:lnTo>
                    <a:pt x="34714" y="249767"/>
                  </a:lnTo>
                  <a:lnTo>
                    <a:pt x="35983" y="252730"/>
                  </a:lnTo>
                  <a:lnTo>
                    <a:pt x="26247" y="266700"/>
                  </a:lnTo>
                  <a:lnTo>
                    <a:pt x="28787" y="269663"/>
                  </a:lnTo>
                  <a:lnTo>
                    <a:pt x="27517" y="276437"/>
                  </a:lnTo>
                  <a:lnTo>
                    <a:pt x="26247" y="280670"/>
                  </a:lnTo>
                  <a:lnTo>
                    <a:pt x="19473" y="287443"/>
                  </a:lnTo>
                  <a:lnTo>
                    <a:pt x="19473" y="289137"/>
                  </a:lnTo>
                  <a:lnTo>
                    <a:pt x="17780" y="290407"/>
                  </a:lnTo>
                  <a:lnTo>
                    <a:pt x="3810" y="297180"/>
                  </a:lnTo>
                  <a:lnTo>
                    <a:pt x="847" y="311150"/>
                  </a:lnTo>
                  <a:lnTo>
                    <a:pt x="847" y="312843"/>
                  </a:lnTo>
                  <a:lnTo>
                    <a:pt x="0" y="312843"/>
                  </a:lnTo>
                  <a:lnTo>
                    <a:pt x="0" y="315383"/>
                  </a:lnTo>
                  <a:lnTo>
                    <a:pt x="9314" y="323850"/>
                  </a:lnTo>
                  <a:lnTo>
                    <a:pt x="23707" y="332317"/>
                  </a:lnTo>
                  <a:lnTo>
                    <a:pt x="37254" y="344593"/>
                  </a:lnTo>
                  <a:lnTo>
                    <a:pt x="44450" y="350520"/>
                  </a:lnTo>
                  <a:lnTo>
                    <a:pt x="58420" y="358563"/>
                  </a:lnTo>
                  <a:lnTo>
                    <a:pt x="61383" y="360257"/>
                  </a:lnTo>
                  <a:lnTo>
                    <a:pt x="62654" y="362797"/>
                  </a:lnTo>
                  <a:lnTo>
                    <a:pt x="62654" y="372533"/>
                  </a:lnTo>
                  <a:lnTo>
                    <a:pt x="56727" y="382270"/>
                  </a:lnTo>
                  <a:lnTo>
                    <a:pt x="52917" y="396240"/>
                  </a:lnTo>
                  <a:lnTo>
                    <a:pt x="55457" y="401743"/>
                  </a:lnTo>
                  <a:lnTo>
                    <a:pt x="56727" y="403437"/>
                  </a:lnTo>
                  <a:lnTo>
                    <a:pt x="56727" y="407670"/>
                  </a:lnTo>
                  <a:lnTo>
                    <a:pt x="71120" y="413173"/>
                  </a:lnTo>
                  <a:lnTo>
                    <a:pt x="73660" y="416137"/>
                  </a:lnTo>
                  <a:lnTo>
                    <a:pt x="71120" y="429683"/>
                  </a:lnTo>
                  <a:lnTo>
                    <a:pt x="80857" y="442383"/>
                  </a:lnTo>
                  <a:lnTo>
                    <a:pt x="74930" y="455083"/>
                  </a:lnTo>
                  <a:lnTo>
                    <a:pt x="73660" y="457623"/>
                  </a:lnTo>
                  <a:lnTo>
                    <a:pt x="74930" y="460587"/>
                  </a:lnTo>
                  <a:lnTo>
                    <a:pt x="74930" y="461857"/>
                  </a:lnTo>
                  <a:lnTo>
                    <a:pt x="74930" y="463127"/>
                  </a:lnTo>
                  <a:lnTo>
                    <a:pt x="72390" y="467360"/>
                  </a:lnTo>
                  <a:lnTo>
                    <a:pt x="61383" y="481330"/>
                  </a:lnTo>
                  <a:lnTo>
                    <a:pt x="68157" y="495300"/>
                  </a:lnTo>
                  <a:lnTo>
                    <a:pt x="80857" y="506730"/>
                  </a:lnTo>
                  <a:lnTo>
                    <a:pt x="82127" y="513503"/>
                  </a:lnTo>
                  <a:lnTo>
                    <a:pt x="79164" y="527473"/>
                  </a:lnTo>
                  <a:lnTo>
                    <a:pt x="80857" y="530437"/>
                  </a:lnTo>
                  <a:lnTo>
                    <a:pt x="94827" y="535940"/>
                  </a:lnTo>
                  <a:lnTo>
                    <a:pt x="110067" y="546947"/>
                  </a:lnTo>
                  <a:lnTo>
                    <a:pt x="111337" y="555413"/>
                  </a:lnTo>
                  <a:lnTo>
                    <a:pt x="113877" y="563880"/>
                  </a:lnTo>
                  <a:lnTo>
                    <a:pt x="118110" y="568113"/>
                  </a:lnTo>
                  <a:lnTo>
                    <a:pt x="118110" y="573617"/>
                  </a:lnTo>
                  <a:lnTo>
                    <a:pt x="113877" y="588857"/>
                  </a:lnTo>
                  <a:lnTo>
                    <a:pt x="113877" y="591820"/>
                  </a:lnTo>
                  <a:lnTo>
                    <a:pt x="113877" y="593090"/>
                  </a:lnTo>
                  <a:lnTo>
                    <a:pt x="110067" y="607060"/>
                  </a:lnTo>
                  <a:lnTo>
                    <a:pt x="107104" y="610023"/>
                  </a:lnTo>
                  <a:lnTo>
                    <a:pt x="101600" y="623570"/>
                  </a:lnTo>
                  <a:lnTo>
                    <a:pt x="96097" y="630767"/>
                  </a:lnTo>
                  <a:lnTo>
                    <a:pt x="94827" y="632037"/>
                  </a:lnTo>
                  <a:lnTo>
                    <a:pt x="94827" y="636270"/>
                  </a:lnTo>
                  <a:lnTo>
                    <a:pt x="96097" y="636270"/>
                  </a:lnTo>
                  <a:lnTo>
                    <a:pt x="101600" y="636270"/>
                  </a:lnTo>
                  <a:lnTo>
                    <a:pt x="115570" y="636270"/>
                  </a:lnTo>
                  <a:lnTo>
                    <a:pt x="115570" y="629497"/>
                  </a:lnTo>
                  <a:lnTo>
                    <a:pt x="115570" y="626533"/>
                  </a:lnTo>
                  <a:lnTo>
                    <a:pt x="115570" y="616797"/>
                  </a:lnTo>
                  <a:lnTo>
                    <a:pt x="115570" y="612563"/>
                  </a:lnTo>
                  <a:lnTo>
                    <a:pt x="121073" y="612563"/>
                  </a:lnTo>
                  <a:lnTo>
                    <a:pt x="124037" y="611293"/>
                  </a:lnTo>
                  <a:lnTo>
                    <a:pt x="132504" y="616797"/>
                  </a:lnTo>
                  <a:lnTo>
                    <a:pt x="146050" y="616797"/>
                  </a:lnTo>
                  <a:lnTo>
                    <a:pt x="153247" y="621030"/>
                  </a:lnTo>
                  <a:lnTo>
                    <a:pt x="154517" y="635000"/>
                  </a:lnTo>
                  <a:lnTo>
                    <a:pt x="164254" y="648970"/>
                  </a:lnTo>
                  <a:lnTo>
                    <a:pt x="172720" y="644737"/>
                  </a:lnTo>
                  <a:lnTo>
                    <a:pt x="186690" y="650240"/>
                  </a:lnTo>
                  <a:lnTo>
                    <a:pt x="201930" y="652780"/>
                  </a:lnTo>
                  <a:lnTo>
                    <a:pt x="215900" y="655743"/>
                  </a:lnTo>
                  <a:lnTo>
                    <a:pt x="229870" y="665480"/>
                  </a:lnTo>
                  <a:lnTo>
                    <a:pt x="243840" y="664210"/>
                  </a:lnTo>
                  <a:lnTo>
                    <a:pt x="243840" y="665480"/>
                  </a:lnTo>
                  <a:lnTo>
                    <a:pt x="248073" y="678180"/>
                  </a:lnTo>
                  <a:lnTo>
                    <a:pt x="260773" y="669713"/>
                  </a:lnTo>
                  <a:lnTo>
                    <a:pt x="273050" y="672677"/>
                  </a:lnTo>
                  <a:lnTo>
                    <a:pt x="279823" y="668443"/>
                  </a:lnTo>
                  <a:lnTo>
                    <a:pt x="294217" y="673947"/>
                  </a:lnTo>
                  <a:lnTo>
                    <a:pt x="296757" y="687917"/>
                  </a:lnTo>
                  <a:lnTo>
                    <a:pt x="287020" y="694690"/>
                  </a:lnTo>
                  <a:lnTo>
                    <a:pt x="271780" y="707390"/>
                  </a:lnTo>
                  <a:lnTo>
                    <a:pt x="274743" y="710353"/>
                  </a:lnTo>
                  <a:lnTo>
                    <a:pt x="289983" y="714163"/>
                  </a:lnTo>
                  <a:lnTo>
                    <a:pt x="303954" y="725593"/>
                  </a:lnTo>
                  <a:lnTo>
                    <a:pt x="317923" y="739563"/>
                  </a:lnTo>
                  <a:lnTo>
                    <a:pt x="323427" y="753533"/>
                  </a:lnTo>
                  <a:lnTo>
                    <a:pt x="337397" y="760307"/>
                  </a:lnTo>
                  <a:lnTo>
                    <a:pt x="338667" y="760307"/>
                  </a:lnTo>
                  <a:lnTo>
                    <a:pt x="345864" y="754803"/>
                  </a:lnTo>
                  <a:lnTo>
                    <a:pt x="359410" y="745067"/>
                  </a:lnTo>
                  <a:lnTo>
                    <a:pt x="364067" y="743797"/>
                  </a:lnTo>
                  <a:lnTo>
                    <a:pt x="377614" y="734060"/>
                  </a:lnTo>
                  <a:lnTo>
                    <a:pt x="365337" y="718397"/>
                  </a:lnTo>
                  <a:lnTo>
                    <a:pt x="362373" y="704850"/>
                  </a:lnTo>
                  <a:lnTo>
                    <a:pt x="377614" y="708660"/>
                  </a:lnTo>
                  <a:lnTo>
                    <a:pt x="391583" y="712893"/>
                  </a:lnTo>
                  <a:lnTo>
                    <a:pt x="405554" y="721360"/>
                  </a:lnTo>
                  <a:lnTo>
                    <a:pt x="419523" y="726863"/>
                  </a:lnTo>
                  <a:lnTo>
                    <a:pt x="425027" y="731097"/>
                  </a:lnTo>
                  <a:lnTo>
                    <a:pt x="438997" y="732790"/>
                  </a:lnTo>
                  <a:lnTo>
                    <a:pt x="440690" y="731097"/>
                  </a:lnTo>
                  <a:lnTo>
                    <a:pt x="443230" y="731097"/>
                  </a:lnTo>
                  <a:lnTo>
                    <a:pt x="457200" y="732790"/>
                  </a:lnTo>
                  <a:lnTo>
                    <a:pt x="471170" y="729827"/>
                  </a:lnTo>
                  <a:lnTo>
                    <a:pt x="468630" y="743797"/>
                  </a:lnTo>
                  <a:lnTo>
                    <a:pt x="465667" y="757767"/>
                  </a:lnTo>
                  <a:lnTo>
                    <a:pt x="471170" y="762000"/>
                  </a:lnTo>
                  <a:lnTo>
                    <a:pt x="483870" y="775970"/>
                  </a:lnTo>
                  <a:lnTo>
                    <a:pt x="486410" y="778510"/>
                  </a:lnTo>
                  <a:lnTo>
                    <a:pt x="500380" y="775970"/>
                  </a:lnTo>
                  <a:lnTo>
                    <a:pt x="511810" y="767503"/>
                  </a:lnTo>
                  <a:lnTo>
                    <a:pt x="520277" y="775970"/>
                  </a:lnTo>
                  <a:lnTo>
                    <a:pt x="533823" y="781473"/>
                  </a:lnTo>
                  <a:lnTo>
                    <a:pt x="548217" y="789940"/>
                  </a:lnTo>
                  <a:lnTo>
                    <a:pt x="549064" y="788247"/>
                  </a:lnTo>
                  <a:lnTo>
                    <a:pt x="550757" y="786977"/>
                  </a:lnTo>
                  <a:lnTo>
                    <a:pt x="550757" y="785707"/>
                  </a:lnTo>
                  <a:lnTo>
                    <a:pt x="565997" y="789940"/>
                  </a:lnTo>
                  <a:lnTo>
                    <a:pt x="579967" y="795443"/>
                  </a:lnTo>
                  <a:lnTo>
                    <a:pt x="581660" y="806450"/>
                  </a:lnTo>
                  <a:lnTo>
                    <a:pt x="588433" y="816187"/>
                  </a:lnTo>
                  <a:lnTo>
                    <a:pt x="588433" y="817880"/>
                  </a:lnTo>
                  <a:lnTo>
                    <a:pt x="588433" y="821690"/>
                  </a:lnTo>
                  <a:lnTo>
                    <a:pt x="602404" y="827617"/>
                  </a:lnTo>
                  <a:lnTo>
                    <a:pt x="616373" y="839893"/>
                  </a:lnTo>
                  <a:lnTo>
                    <a:pt x="618914" y="853863"/>
                  </a:lnTo>
                  <a:lnTo>
                    <a:pt x="620607" y="855133"/>
                  </a:lnTo>
                  <a:lnTo>
                    <a:pt x="635847" y="856827"/>
                  </a:lnTo>
                  <a:lnTo>
                    <a:pt x="635847" y="869103"/>
                  </a:lnTo>
                  <a:lnTo>
                    <a:pt x="635847" y="875030"/>
                  </a:lnTo>
                  <a:lnTo>
                    <a:pt x="649817" y="872067"/>
                  </a:lnTo>
                  <a:lnTo>
                    <a:pt x="665480" y="866563"/>
                  </a:lnTo>
                  <a:lnTo>
                    <a:pt x="676064" y="852593"/>
                  </a:lnTo>
                  <a:lnTo>
                    <a:pt x="690033" y="845397"/>
                  </a:lnTo>
                  <a:lnTo>
                    <a:pt x="704427" y="845397"/>
                  </a:lnTo>
                  <a:lnTo>
                    <a:pt x="705273" y="847090"/>
                  </a:lnTo>
                  <a:lnTo>
                    <a:pt x="711200" y="861060"/>
                  </a:lnTo>
                  <a:lnTo>
                    <a:pt x="725170" y="873337"/>
                  </a:lnTo>
                  <a:lnTo>
                    <a:pt x="727710" y="873337"/>
                  </a:lnTo>
                  <a:lnTo>
                    <a:pt x="742104" y="875030"/>
                  </a:lnTo>
                  <a:lnTo>
                    <a:pt x="743373" y="878840"/>
                  </a:lnTo>
                  <a:lnTo>
                    <a:pt x="745914" y="892810"/>
                  </a:lnTo>
                  <a:lnTo>
                    <a:pt x="753110" y="906780"/>
                  </a:lnTo>
                  <a:lnTo>
                    <a:pt x="756073" y="905510"/>
                  </a:lnTo>
                  <a:lnTo>
                    <a:pt x="769620" y="904240"/>
                  </a:lnTo>
                  <a:lnTo>
                    <a:pt x="783590" y="897043"/>
                  </a:lnTo>
                  <a:lnTo>
                    <a:pt x="784860" y="895773"/>
                  </a:lnTo>
                  <a:lnTo>
                    <a:pt x="798830" y="883073"/>
                  </a:lnTo>
                  <a:lnTo>
                    <a:pt x="810260" y="873337"/>
                  </a:lnTo>
                  <a:lnTo>
                    <a:pt x="824230" y="875030"/>
                  </a:lnTo>
                  <a:lnTo>
                    <a:pt x="825500" y="872067"/>
                  </a:lnTo>
                  <a:lnTo>
                    <a:pt x="840740" y="877570"/>
                  </a:lnTo>
                  <a:lnTo>
                    <a:pt x="854710" y="872067"/>
                  </a:lnTo>
                  <a:lnTo>
                    <a:pt x="857673" y="870797"/>
                  </a:lnTo>
                  <a:lnTo>
                    <a:pt x="871643" y="883073"/>
                  </a:lnTo>
                  <a:lnTo>
                    <a:pt x="886883" y="890270"/>
                  </a:lnTo>
                  <a:lnTo>
                    <a:pt x="900854" y="880533"/>
                  </a:lnTo>
                  <a:lnTo>
                    <a:pt x="916093" y="869103"/>
                  </a:lnTo>
                  <a:lnTo>
                    <a:pt x="930487" y="866563"/>
                  </a:lnTo>
                  <a:lnTo>
                    <a:pt x="944033" y="869103"/>
                  </a:lnTo>
                  <a:lnTo>
                    <a:pt x="948267" y="869103"/>
                  </a:lnTo>
                  <a:lnTo>
                    <a:pt x="962237" y="870797"/>
                  </a:lnTo>
                  <a:lnTo>
                    <a:pt x="976207" y="867833"/>
                  </a:lnTo>
                  <a:lnTo>
                    <a:pt x="985943" y="870797"/>
                  </a:lnTo>
                  <a:lnTo>
                    <a:pt x="999914" y="877570"/>
                  </a:lnTo>
                  <a:lnTo>
                    <a:pt x="1015154" y="881803"/>
                  </a:lnTo>
                  <a:lnTo>
                    <a:pt x="1029123" y="892810"/>
                  </a:lnTo>
                  <a:lnTo>
                    <a:pt x="1030393" y="898737"/>
                  </a:lnTo>
                  <a:lnTo>
                    <a:pt x="1044787" y="906780"/>
                  </a:lnTo>
                  <a:lnTo>
                    <a:pt x="1058333" y="915247"/>
                  </a:lnTo>
                  <a:lnTo>
                    <a:pt x="1072304" y="916517"/>
                  </a:lnTo>
                  <a:lnTo>
                    <a:pt x="1087967" y="923713"/>
                  </a:lnTo>
                  <a:lnTo>
                    <a:pt x="1101937" y="926677"/>
                  </a:lnTo>
                  <a:lnTo>
                    <a:pt x="1115907" y="930487"/>
                  </a:lnTo>
                  <a:lnTo>
                    <a:pt x="1129877" y="930487"/>
                  </a:lnTo>
                  <a:lnTo>
                    <a:pt x="1143423" y="937683"/>
                  </a:lnTo>
                  <a:lnTo>
                    <a:pt x="1142154" y="923713"/>
                  </a:lnTo>
                  <a:lnTo>
                    <a:pt x="1128183" y="913977"/>
                  </a:lnTo>
                  <a:lnTo>
                    <a:pt x="1121410" y="902547"/>
                  </a:lnTo>
                  <a:lnTo>
                    <a:pt x="1123950" y="889000"/>
                  </a:lnTo>
                  <a:lnTo>
                    <a:pt x="1121410" y="875030"/>
                  </a:lnTo>
                  <a:lnTo>
                    <a:pt x="1114214" y="862330"/>
                  </a:lnTo>
                  <a:lnTo>
                    <a:pt x="1114214" y="861060"/>
                  </a:lnTo>
                  <a:lnTo>
                    <a:pt x="1111673" y="847090"/>
                  </a:lnTo>
                  <a:lnTo>
                    <a:pt x="1112943" y="845397"/>
                  </a:lnTo>
                  <a:lnTo>
                    <a:pt x="1122680" y="830157"/>
                  </a:lnTo>
                  <a:lnTo>
                    <a:pt x="1126914" y="825923"/>
                  </a:lnTo>
                  <a:lnTo>
                    <a:pt x="1128183" y="825923"/>
                  </a:lnTo>
                  <a:lnTo>
                    <a:pt x="1139614" y="811953"/>
                  </a:lnTo>
                  <a:lnTo>
                    <a:pt x="1143423" y="810683"/>
                  </a:lnTo>
                  <a:lnTo>
                    <a:pt x="1143423" y="807720"/>
                  </a:lnTo>
                  <a:lnTo>
                    <a:pt x="1154854" y="794173"/>
                  </a:lnTo>
                  <a:lnTo>
                    <a:pt x="1163320" y="782743"/>
                  </a:lnTo>
                  <a:lnTo>
                    <a:pt x="1170093" y="775970"/>
                  </a:lnTo>
                  <a:lnTo>
                    <a:pt x="1184064" y="762000"/>
                  </a:lnTo>
                  <a:lnTo>
                    <a:pt x="1185333" y="760307"/>
                  </a:lnTo>
                  <a:lnTo>
                    <a:pt x="1199304" y="748030"/>
                  </a:lnTo>
                  <a:lnTo>
                    <a:pt x="1213273" y="738293"/>
                  </a:lnTo>
                  <a:lnTo>
                    <a:pt x="1214543" y="736600"/>
                  </a:lnTo>
                  <a:lnTo>
                    <a:pt x="1220470" y="732790"/>
                  </a:lnTo>
                  <a:lnTo>
                    <a:pt x="1223010" y="729827"/>
                  </a:lnTo>
                  <a:lnTo>
                    <a:pt x="1233170" y="715857"/>
                  </a:lnTo>
                  <a:lnTo>
                    <a:pt x="1248410" y="710353"/>
                  </a:lnTo>
                  <a:lnTo>
                    <a:pt x="1262380" y="710353"/>
                  </a:lnTo>
                  <a:lnTo>
                    <a:pt x="1273387" y="696383"/>
                  </a:lnTo>
                  <a:lnTo>
                    <a:pt x="1274657" y="694690"/>
                  </a:lnTo>
                  <a:lnTo>
                    <a:pt x="1280583" y="692150"/>
                  </a:lnTo>
                  <a:lnTo>
                    <a:pt x="1283123" y="683683"/>
                  </a:lnTo>
                  <a:lnTo>
                    <a:pt x="1281854" y="673947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2426" name="Freeform 2425">
              <a:extLst>
                <a:ext uri="{FF2B5EF4-FFF2-40B4-BE49-F238E27FC236}">
                  <a16:creationId xmlns:a16="http://schemas.microsoft.com/office/drawing/2014/main" id="{2150FDDE-D33F-8045-BE63-96BFF6FE1E65}"/>
                </a:ext>
              </a:extLst>
            </p:cNvPr>
            <p:cNvSpPr/>
            <p:nvPr/>
          </p:nvSpPr>
          <p:spPr>
            <a:xfrm>
              <a:off x="3362536" y="751840"/>
              <a:ext cx="1212426" cy="463126"/>
            </a:xfrm>
            <a:custGeom>
              <a:avLst/>
              <a:gdLst>
                <a:gd name="connsiteX0" fmla="*/ 1196763 w 1212426"/>
                <a:gd name="connsiteY0" fmla="*/ 195157 h 463126"/>
                <a:gd name="connsiteX1" fmla="*/ 1183217 w 1212426"/>
                <a:gd name="connsiteY1" fmla="*/ 195157 h 463126"/>
                <a:gd name="connsiteX2" fmla="*/ 1167553 w 1212426"/>
                <a:gd name="connsiteY2" fmla="*/ 195157 h 463126"/>
                <a:gd name="connsiteX3" fmla="*/ 1157817 w 1212426"/>
                <a:gd name="connsiteY3" fmla="*/ 196850 h 463126"/>
                <a:gd name="connsiteX4" fmla="*/ 1166283 w 1212426"/>
                <a:gd name="connsiteY4" fmla="*/ 195157 h 463126"/>
                <a:gd name="connsiteX5" fmla="*/ 1167553 w 1212426"/>
                <a:gd name="connsiteY5" fmla="*/ 195157 h 463126"/>
                <a:gd name="connsiteX6" fmla="*/ 1181523 w 1212426"/>
                <a:gd name="connsiteY6" fmla="*/ 193887 h 463126"/>
                <a:gd name="connsiteX7" fmla="*/ 1195493 w 1212426"/>
                <a:gd name="connsiteY7" fmla="*/ 192617 h 463126"/>
                <a:gd name="connsiteX8" fmla="*/ 1209463 w 1212426"/>
                <a:gd name="connsiteY8" fmla="*/ 184150 h 463126"/>
                <a:gd name="connsiteX9" fmla="*/ 1205230 w 1212426"/>
                <a:gd name="connsiteY9" fmla="*/ 182880 h 463126"/>
                <a:gd name="connsiteX10" fmla="*/ 1191260 w 1212426"/>
                <a:gd name="connsiteY10" fmla="*/ 181187 h 463126"/>
                <a:gd name="connsiteX11" fmla="*/ 1177290 w 1212426"/>
                <a:gd name="connsiteY11" fmla="*/ 181187 h 463126"/>
                <a:gd name="connsiteX12" fmla="*/ 1163320 w 1212426"/>
                <a:gd name="connsiteY12" fmla="*/ 182880 h 463126"/>
                <a:gd name="connsiteX13" fmla="*/ 1177290 w 1212426"/>
                <a:gd name="connsiteY13" fmla="*/ 178647 h 463126"/>
                <a:gd name="connsiteX14" fmla="*/ 1191260 w 1212426"/>
                <a:gd name="connsiteY14" fmla="*/ 170180 h 463126"/>
                <a:gd name="connsiteX15" fmla="*/ 1206500 w 1212426"/>
                <a:gd name="connsiteY15" fmla="*/ 160443 h 463126"/>
                <a:gd name="connsiteX16" fmla="*/ 1206500 w 1212426"/>
                <a:gd name="connsiteY16" fmla="*/ 146473 h 463126"/>
                <a:gd name="connsiteX17" fmla="*/ 1192530 w 1212426"/>
                <a:gd name="connsiteY17" fmla="*/ 147743 h 463126"/>
                <a:gd name="connsiteX18" fmla="*/ 1177290 w 1212426"/>
                <a:gd name="connsiteY18" fmla="*/ 133773 h 463126"/>
                <a:gd name="connsiteX19" fmla="*/ 1163320 w 1212426"/>
                <a:gd name="connsiteY19" fmla="*/ 133773 h 463126"/>
                <a:gd name="connsiteX20" fmla="*/ 1149350 w 1212426"/>
                <a:gd name="connsiteY20" fmla="*/ 131233 h 463126"/>
                <a:gd name="connsiteX21" fmla="*/ 1148080 w 1212426"/>
                <a:gd name="connsiteY21" fmla="*/ 131233 h 463126"/>
                <a:gd name="connsiteX22" fmla="*/ 1132840 w 1212426"/>
                <a:gd name="connsiteY22" fmla="*/ 131233 h 463126"/>
                <a:gd name="connsiteX23" fmla="*/ 1118870 w 1212426"/>
                <a:gd name="connsiteY23" fmla="*/ 140970 h 463126"/>
                <a:gd name="connsiteX24" fmla="*/ 1104900 w 1212426"/>
                <a:gd name="connsiteY24" fmla="*/ 150707 h 463126"/>
                <a:gd name="connsiteX25" fmla="*/ 1107440 w 1212426"/>
                <a:gd name="connsiteY25" fmla="*/ 146473 h 463126"/>
                <a:gd name="connsiteX26" fmla="*/ 1121410 w 1212426"/>
                <a:gd name="connsiteY26" fmla="*/ 136737 h 463126"/>
                <a:gd name="connsiteX27" fmla="*/ 1124373 w 1212426"/>
                <a:gd name="connsiteY27" fmla="*/ 135467 h 463126"/>
                <a:gd name="connsiteX28" fmla="*/ 1138343 w 1212426"/>
                <a:gd name="connsiteY28" fmla="*/ 122767 h 463126"/>
                <a:gd name="connsiteX29" fmla="*/ 1138343 w 1212426"/>
                <a:gd name="connsiteY29" fmla="*/ 108797 h 463126"/>
                <a:gd name="connsiteX30" fmla="*/ 1124373 w 1212426"/>
                <a:gd name="connsiteY30" fmla="*/ 110067 h 463126"/>
                <a:gd name="connsiteX31" fmla="*/ 1110403 w 1212426"/>
                <a:gd name="connsiteY31" fmla="*/ 113030 h 463126"/>
                <a:gd name="connsiteX32" fmla="*/ 1095163 w 1212426"/>
                <a:gd name="connsiteY32" fmla="*/ 115993 h 463126"/>
                <a:gd name="connsiteX33" fmla="*/ 1081193 w 1212426"/>
                <a:gd name="connsiteY33" fmla="*/ 117263 h 463126"/>
                <a:gd name="connsiteX34" fmla="*/ 1079923 w 1212426"/>
                <a:gd name="connsiteY34" fmla="*/ 117263 h 463126"/>
                <a:gd name="connsiteX35" fmla="*/ 1087967 w 1212426"/>
                <a:gd name="connsiteY35" fmla="*/ 102023 h 463126"/>
                <a:gd name="connsiteX36" fmla="*/ 1101937 w 1212426"/>
                <a:gd name="connsiteY36" fmla="*/ 96097 h 463126"/>
                <a:gd name="connsiteX37" fmla="*/ 1112943 w 1212426"/>
                <a:gd name="connsiteY37" fmla="*/ 82127 h 463126"/>
                <a:gd name="connsiteX38" fmla="*/ 1103630 w 1212426"/>
                <a:gd name="connsiteY38" fmla="*/ 68580 h 463126"/>
                <a:gd name="connsiteX39" fmla="*/ 1089660 w 1212426"/>
                <a:gd name="connsiteY39" fmla="*/ 72390 h 463126"/>
                <a:gd name="connsiteX40" fmla="*/ 1073997 w 1212426"/>
                <a:gd name="connsiteY40" fmla="*/ 71120 h 463126"/>
                <a:gd name="connsiteX41" fmla="*/ 1060027 w 1212426"/>
                <a:gd name="connsiteY41" fmla="*/ 57150 h 463126"/>
                <a:gd name="connsiteX42" fmla="*/ 1075690 w 1212426"/>
                <a:gd name="connsiteY42" fmla="*/ 54187 h 463126"/>
                <a:gd name="connsiteX43" fmla="*/ 1082463 w 1212426"/>
                <a:gd name="connsiteY43" fmla="*/ 50377 h 463126"/>
                <a:gd name="connsiteX44" fmla="*/ 1082463 w 1212426"/>
                <a:gd name="connsiteY44" fmla="*/ 34713 h 463126"/>
                <a:gd name="connsiteX45" fmla="*/ 1097703 w 1212426"/>
                <a:gd name="connsiteY45" fmla="*/ 32173 h 463126"/>
                <a:gd name="connsiteX46" fmla="*/ 1111673 w 1212426"/>
                <a:gd name="connsiteY46" fmla="*/ 27940 h 463126"/>
                <a:gd name="connsiteX47" fmla="*/ 1125643 w 1212426"/>
                <a:gd name="connsiteY47" fmla="*/ 22437 h 463126"/>
                <a:gd name="connsiteX48" fmla="*/ 1111673 w 1212426"/>
                <a:gd name="connsiteY48" fmla="*/ 23707 h 463126"/>
                <a:gd name="connsiteX49" fmla="*/ 1097703 w 1212426"/>
                <a:gd name="connsiteY49" fmla="*/ 20743 h 463126"/>
                <a:gd name="connsiteX50" fmla="*/ 1082463 w 1212426"/>
                <a:gd name="connsiteY50" fmla="*/ 26670 h 463126"/>
                <a:gd name="connsiteX51" fmla="*/ 1068493 w 1212426"/>
                <a:gd name="connsiteY51" fmla="*/ 36407 h 463126"/>
                <a:gd name="connsiteX52" fmla="*/ 1054523 w 1212426"/>
                <a:gd name="connsiteY52" fmla="*/ 38947 h 463126"/>
                <a:gd name="connsiteX53" fmla="*/ 1040553 w 1212426"/>
                <a:gd name="connsiteY53" fmla="*/ 41910 h 463126"/>
                <a:gd name="connsiteX54" fmla="*/ 1032087 w 1212426"/>
                <a:gd name="connsiteY54" fmla="*/ 57150 h 463126"/>
                <a:gd name="connsiteX55" fmla="*/ 1027853 w 1212426"/>
                <a:gd name="connsiteY55" fmla="*/ 52917 h 463126"/>
                <a:gd name="connsiteX56" fmla="*/ 1014307 w 1212426"/>
                <a:gd name="connsiteY56" fmla="*/ 43180 h 463126"/>
                <a:gd name="connsiteX57" fmla="*/ 998643 w 1212426"/>
                <a:gd name="connsiteY57" fmla="*/ 33443 h 463126"/>
                <a:gd name="connsiteX58" fmla="*/ 1000337 w 1212426"/>
                <a:gd name="connsiteY58" fmla="*/ 19473 h 463126"/>
                <a:gd name="connsiteX59" fmla="*/ 986367 w 1212426"/>
                <a:gd name="connsiteY59" fmla="*/ 5503 h 463126"/>
                <a:gd name="connsiteX60" fmla="*/ 970703 w 1212426"/>
                <a:gd name="connsiteY60" fmla="*/ 0 h 463126"/>
                <a:gd name="connsiteX61" fmla="*/ 957157 w 1212426"/>
                <a:gd name="connsiteY61" fmla="*/ 0 h 463126"/>
                <a:gd name="connsiteX62" fmla="*/ 943187 w 1212426"/>
                <a:gd name="connsiteY62" fmla="*/ 7197 h 463126"/>
                <a:gd name="connsiteX63" fmla="*/ 927523 w 1212426"/>
                <a:gd name="connsiteY63" fmla="*/ 2963 h 463126"/>
                <a:gd name="connsiteX64" fmla="*/ 913553 w 1212426"/>
                <a:gd name="connsiteY64" fmla="*/ 11007 h 463126"/>
                <a:gd name="connsiteX65" fmla="*/ 916517 w 1212426"/>
                <a:gd name="connsiteY65" fmla="*/ 26670 h 463126"/>
                <a:gd name="connsiteX66" fmla="*/ 920750 w 1212426"/>
                <a:gd name="connsiteY66" fmla="*/ 40217 h 463126"/>
                <a:gd name="connsiteX67" fmla="*/ 916517 w 1212426"/>
                <a:gd name="connsiteY67" fmla="*/ 44450 h 463126"/>
                <a:gd name="connsiteX68" fmla="*/ 902547 w 1212426"/>
                <a:gd name="connsiteY68" fmla="*/ 50377 h 463126"/>
                <a:gd name="connsiteX69" fmla="*/ 897043 w 1212426"/>
                <a:gd name="connsiteY69" fmla="*/ 64347 h 463126"/>
                <a:gd name="connsiteX70" fmla="*/ 884343 w 1212426"/>
                <a:gd name="connsiteY70" fmla="*/ 55880 h 463126"/>
                <a:gd name="connsiteX71" fmla="*/ 869103 w 1212426"/>
                <a:gd name="connsiteY71" fmla="*/ 58420 h 463126"/>
                <a:gd name="connsiteX72" fmla="*/ 855133 w 1212426"/>
                <a:gd name="connsiteY72" fmla="*/ 48683 h 463126"/>
                <a:gd name="connsiteX73" fmla="*/ 853863 w 1212426"/>
                <a:gd name="connsiteY73" fmla="*/ 48683 h 463126"/>
                <a:gd name="connsiteX74" fmla="*/ 839470 w 1212426"/>
                <a:gd name="connsiteY74" fmla="*/ 46143 h 463126"/>
                <a:gd name="connsiteX75" fmla="*/ 825923 w 1212426"/>
                <a:gd name="connsiteY75" fmla="*/ 52917 h 463126"/>
                <a:gd name="connsiteX76" fmla="*/ 811953 w 1212426"/>
                <a:gd name="connsiteY76" fmla="*/ 64347 h 463126"/>
                <a:gd name="connsiteX77" fmla="*/ 799253 w 1212426"/>
                <a:gd name="connsiteY77" fmla="*/ 77893 h 463126"/>
                <a:gd name="connsiteX78" fmla="*/ 784013 w 1212426"/>
                <a:gd name="connsiteY78" fmla="*/ 90593 h 463126"/>
                <a:gd name="connsiteX79" fmla="*/ 779780 w 1212426"/>
                <a:gd name="connsiteY79" fmla="*/ 80857 h 463126"/>
                <a:gd name="connsiteX80" fmla="*/ 768773 w 1212426"/>
                <a:gd name="connsiteY80" fmla="*/ 66887 h 463126"/>
                <a:gd name="connsiteX81" fmla="*/ 754803 w 1212426"/>
                <a:gd name="connsiteY81" fmla="*/ 61383 h 463126"/>
                <a:gd name="connsiteX82" fmla="*/ 751840 w 1212426"/>
                <a:gd name="connsiteY82" fmla="*/ 57150 h 463126"/>
                <a:gd name="connsiteX83" fmla="*/ 737870 w 1212426"/>
                <a:gd name="connsiteY83" fmla="*/ 54187 h 463126"/>
                <a:gd name="connsiteX84" fmla="*/ 723900 w 1212426"/>
                <a:gd name="connsiteY84" fmla="*/ 52917 h 463126"/>
                <a:gd name="connsiteX85" fmla="*/ 708660 w 1212426"/>
                <a:gd name="connsiteY85" fmla="*/ 52917 h 463126"/>
                <a:gd name="connsiteX86" fmla="*/ 704427 w 1212426"/>
                <a:gd name="connsiteY86" fmla="*/ 66887 h 463126"/>
                <a:gd name="connsiteX87" fmla="*/ 708660 w 1212426"/>
                <a:gd name="connsiteY87" fmla="*/ 80857 h 463126"/>
                <a:gd name="connsiteX88" fmla="*/ 722630 w 1212426"/>
                <a:gd name="connsiteY88" fmla="*/ 94827 h 463126"/>
                <a:gd name="connsiteX89" fmla="*/ 719667 w 1212426"/>
                <a:gd name="connsiteY89" fmla="*/ 110067 h 463126"/>
                <a:gd name="connsiteX90" fmla="*/ 719667 w 1212426"/>
                <a:gd name="connsiteY90" fmla="*/ 124037 h 463126"/>
                <a:gd name="connsiteX91" fmla="*/ 717127 w 1212426"/>
                <a:gd name="connsiteY91" fmla="*/ 129963 h 463126"/>
                <a:gd name="connsiteX92" fmla="*/ 709930 w 1212426"/>
                <a:gd name="connsiteY92" fmla="*/ 118533 h 463126"/>
                <a:gd name="connsiteX93" fmla="*/ 707390 w 1212426"/>
                <a:gd name="connsiteY93" fmla="*/ 104563 h 463126"/>
                <a:gd name="connsiteX94" fmla="*/ 700193 w 1212426"/>
                <a:gd name="connsiteY94" fmla="*/ 90593 h 463126"/>
                <a:gd name="connsiteX95" fmla="*/ 686223 w 1212426"/>
                <a:gd name="connsiteY95" fmla="*/ 83820 h 463126"/>
                <a:gd name="connsiteX96" fmla="*/ 679450 w 1212426"/>
                <a:gd name="connsiteY96" fmla="*/ 69850 h 463126"/>
                <a:gd name="connsiteX97" fmla="*/ 669713 w 1212426"/>
                <a:gd name="connsiteY97" fmla="*/ 55880 h 463126"/>
                <a:gd name="connsiteX98" fmla="*/ 654050 w 1212426"/>
                <a:gd name="connsiteY98" fmla="*/ 48683 h 463126"/>
                <a:gd name="connsiteX99" fmla="*/ 640080 w 1212426"/>
                <a:gd name="connsiteY99" fmla="*/ 50377 h 463126"/>
                <a:gd name="connsiteX100" fmla="*/ 637540 w 1212426"/>
                <a:gd name="connsiteY100" fmla="*/ 50377 h 463126"/>
                <a:gd name="connsiteX101" fmla="*/ 623570 w 1212426"/>
                <a:gd name="connsiteY101" fmla="*/ 54187 h 463126"/>
                <a:gd name="connsiteX102" fmla="*/ 620607 w 1212426"/>
                <a:gd name="connsiteY102" fmla="*/ 68580 h 463126"/>
                <a:gd name="connsiteX103" fmla="*/ 606637 w 1212426"/>
                <a:gd name="connsiteY103" fmla="*/ 65617 h 463126"/>
                <a:gd name="connsiteX104" fmla="*/ 591397 w 1212426"/>
                <a:gd name="connsiteY104" fmla="*/ 65617 h 463126"/>
                <a:gd name="connsiteX105" fmla="*/ 577427 w 1212426"/>
                <a:gd name="connsiteY105" fmla="*/ 74083 h 463126"/>
                <a:gd name="connsiteX106" fmla="*/ 571923 w 1212426"/>
                <a:gd name="connsiteY106" fmla="*/ 88053 h 463126"/>
                <a:gd name="connsiteX107" fmla="*/ 576157 w 1212426"/>
                <a:gd name="connsiteY107" fmla="*/ 102023 h 463126"/>
                <a:gd name="connsiteX108" fmla="*/ 567690 w 1212426"/>
                <a:gd name="connsiteY108" fmla="*/ 117263 h 463126"/>
                <a:gd name="connsiteX109" fmla="*/ 565150 w 1212426"/>
                <a:gd name="connsiteY109" fmla="*/ 117263 h 463126"/>
                <a:gd name="connsiteX110" fmla="*/ 555413 w 1212426"/>
                <a:gd name="connsiteY110" fmla="*/ 115993 h 463126"/>
                <a:gd name="connsiteX111" fmla="*/ 553720 w 1212426"/>
                <a:gd name="connsiteY111" fmla="*/ 115993 h 463126"/>
                <a:gd name="connsiteX112" fmla="*/ 543983 w 1212426"/>
                <a:gd name="connsiteY112" fmla="*/ 108797 h 463126"/>
                <a:gd name="connsiteX113" fmla="*/ 534247 w 1212426"/>
                <a:gd name="connsiteY113" fmla="*/ 94827 h 463126"/>
                <a:gd name="connsiteX114" fmla="*/ 520277 w 1212426"/>
                <a:gd name="connsiteY114" fmla="*/ 85090 h 463126"/>
                <a:gd name="connsiteX115" fmla="*/ 516043 w 1212426"/>
                <a:gd name="connsiteY115" fmla="*/ 71120 h 463126"/>
                <a:gd name="connsiteX116" fmla="*/ 505037 w 1212426"/>
                <a:gd name="connsiteY116" fmla="*/ 60113 h 463126"/>
                <a:gd name="connsiteX117" fmla="*/ 497840 w 1212426"/>
                <a:gd name="connsiteY117" fmla="*/ 58420 h 463126"/>
                <a:gd name="connsiteX118" fmla="*/ 483870 w 1212426"/>
                <a:gd name="connsiteY118" fmla="*/ 62653 h 463126"/>
                <a:gd name="connsiteX119" fmla="*/ 470323 w 1212426"/>
                <a:gd name="connsiteY119" fmla="*/ 69850 h 463126"/>
                <a:gd name="connsiteX120" fmla="*/ 468630 w 1212426"/>
                <a:gd name="connsiteY120" fmla="*/ 83820 h 463126"/>
                <a:gd name="connsiteX121" fmla="*/ 474133 w 1212426"/>
                <a:gd name="connsiteY121" fmla="*/ 99060 h 463126"/>
                <a:gd name="connsiteX122" fmla="*/ 475403 w 1212426"/>
                <a:gd name="connsiteY122" fmla="*/ 113030 h 463126"/>
                <a:gd name="connsiteX123" fmla="*/ 471593 w 1212426"/>
                <a:gd name="connsiteY123" fmla="*/ 127000 h 463126"/>
                <a:gd name="connsiteX124" fmla="*/ 464397 w 1212426"/>
                <a:gd name="connsiteY124" fmla="*/ 132503 h 463126"/>
                <a:gd name="connsiteX125" fmla="*/ 453390 w 1212426"/>
                <a:gd name="connsiteY125" fmla="*/ 146473 h 463126"/>
                <a:gd name="connsiteX126" fmla="*/ 447887 w 1212426"/>
                <a:gd name="connsiteY126" fmla="*/ 138007 h 463126"/>
                <a:gd name="connsiteX127" fmla="*/ 443653 w 1212426"/>
                <a:gd name="connsiteY127" fmla="*/ 151977 h 463126"/>
                <a:gd name="connsiteX128" fmla="*/ 435187 w 1212426"/>
                <a:gd name="connsiteY128" fmla="*/ 149437 h 463126"/>
                <a:gd name="connsiteX129" fmla="*/ 426720 w 1212426"/>
                <a:gd name="connsiteY129" fmla="*/ 139700 h 463126"/>
                <a:gd name="connsiteX130" fmla="*/ 419947 w 1212426"/>
                <a:gd name="connsiteY130" fmla="*/ 125730 h 463126"/>
                <a:gd name="connsiteX131" fmla="*/ 405977 w 1212426"/>
                <a:gd name="connsiteY131" fmla="*/ 132503 h 463126"/>
                <a:gd name="connsiteX132" fmla="*/ 392007 w 1212426"/>
                <a:gd name="connsiteY132" fmla="*/ 143510 h 463126"/>
                <a:gd name="connsiteX133" fmla="*/ 385233 w 1212426"/>
                <a:gd name="connsiteY133" fmla="*/ 157480 h 463126"/>
                <a:gd name="connsiteX134" fmla="*/ 382270 w 1212426"/>
                <a:gd name="connsiteY134" fmla="*/ 171450 h 463126"/>
                <a:gd name="connsiteX135" fmla="*/ 372533 w 1212426"/>
                <a:gd name="connsiteY135" fmla="*/ 157480 h 463126"/>
                <a:gd name="connsiteX136" fmla="*/ 370840 w 1212426"/>
                <a:gd name="connsiteY136" fmla="*/ 171450 h 463126"/>
                <a:gd name="connsiteX137" fmla="*/ 362797 w 1212426"/>
                <a:gd name="connsiteY137" fmla="*/ 185420 h 463126"/>
                <a:gd name="connsiteX138" fmla="*/ 362797 w 1212426"/>
                <a:gd name="connsiteY138" fmla="*/ 200660 h 463126"/>
                <a:gd name="connsiteX139" fmla="*/ 358563 w 1212426"/>
                <a:gd name="connsiteY139" fmla="*/ 188383 h 463126"/>
                <a:gd name="connsiteX140" fmla="*/ 356870 w 1212426"/>
                <a:gd name="connsiteY140" fmla="*/ 174413 h 463126"/>
                <a:gd name="connsiteX141" fmla="*/ 358563 w 1212426"/>
                <a:gd name="connsiteY141" fmla="*/ 160443 h 463126"/>
                <a:gd name="connsiteX142" fmla="*/ 344593 w 1212426"/>
                <a:gd name="connsiteY142" fmla="*/ 154940 h 463126"/>
                <a:gd name="connsiteX143" fmla="*/ 328930 w 1212426"/>
                <a:gd name="connsiteY143" fmla="*/ 157480 h 463126"/>
                <a:gd name="connsiteX144" fmla="*/ 344593 w 1212426"/>
                <a:gd name="connsiteY144" fmla="*/ 150707 h 463126"/>
                <a:gd name="connsiteX145" fmla="*/ 345863 w 1212426"/>
                <a:gd name="connsiteY145" fmla="*/ 136737 h 463126"/>
                <a:gd name="connsiteX146" fmla="*/ 331893 w 1212426"/>
                <a:gd name="connsiteY146" fmla="*/ 129963 h 463126"/>
                <a:gd name="connsiteX147" fmla="*/ 316653 w 1212426"/>
                <a:gd name="connsiteY147" fmla="*/ 125730 h 463126"/>
                <a:gd name="connsiteX148" fmla="*/ 311150 w 1212426"/>
                <a:gd name="connsiteY148" fmla="*/ 110067 h 463126"/>
                <a:gd name="connsiteX149" fmla="*/ 326390 w 1212426"/>
                <a:gd name="connsiteY149" fmla="*/ 122767 h 463126"/>
                <a:gd name="connsiteX150" fmla="*/ 340360 w 1212426"/>
                <a:gd name="connsiteY150" fmla="*/ 124037 h 463126"/>
                <a:gd name="connsiteX151" fmla="*/ 351367 w 1212426"/>
                <a:gd name="connsiteY151" fmla="*/ 110067 h 463126"/>
                <a:gd name="connsiteX152" fmla="*/ 367030 w 1212426"/>
                <a:gd name="connsiteY152" fmla="*/ 97790 h 463126"/>
                <a:gd name="connsiteX153" fmla="*/ 359833 w 1212426"/>
                <a:gd name="connsiteY153" fmla="*/ 83820 h 463126"/>
                <a:gd name="connsiteX154" fmla="*/ 354330 w 1212426"/>
                <a:gd name="connsiteY154" fmla="*/ 83820 h 463126"/>
                <a:gd name="connsiteX155" fmla="*/ 340360 w 1212426"/>
                <a:gd name="connsiteY155" fmla="*/ 82127 h 463126"/>
                <a:gd name="connsiteX156" fmla="*/ 354330 w 1212426"/>
                <a:gd name="connsiteY156" fmla="*/ 74083 h 463126"/>
                <a:gd name="connsiteX157" fmla="*/ 339090 w 1212426"/>
                <a:gd name="connsiteY157" fmla="*/ 64347 h 463126"/>
                <a:gd name="connsiteX158" fmla="*/ 325120 w 1212426"/>
                <a:gd name="connsiteY158" fmla="*/ 64347 h 463126"/>
                <a:gd name="connsiteX159" fmla="*/ 320887 w 1212426"/>
                <a:gd name="connsiteY159" fmla="*/ 48683 h 463126"/>
                <a:gd name="connsiteX160" fmla="*/ 306917 w 1212426"/>
                <a:gd name="connsiteY160" fmla="*/ 38947 h 463126"/>
                <a:gd name="connsiteX161" fmla="*/ 292947 w 1212426"/>
                <a:gd name="connsiteY161" fmla="*/ 34713 h 463126"/>
                <a:gd name="connsiteX162" fmla="*/ 278977 w 1212426"/>
                <a:gd name="connsiteY162" fmla="*/ 34713 h 463126"/>
                <a:gd name="connsiteX163" fmla="*/ 272203 w 1212426"/>
                <a:gd name="connsiteY163" fmla="*/ 20743 h 463126"/>
                <a:gd name="connsiteX164" fmla="*/ 257810 w 1212426"/>
                <a:gd name="connsiteY164" fmla="*/ 16510 h 463126"/>
                <a:gd name="connsiteX165" fmla="*/ 244263 w 1212426"/>
                <a:gd name="connsiteY165" fmla="*/ 9737 h 463126"/>
                <a:gd name="connsiteX166" fmla="*/ 228600 w 1212426"/>
                <a:gd name="connsiteY166" fmla="*/ 16510 h 463126"/>
                <a:gd name="connsiteX167" fmla="*/ 214630 w 1212426"/>
                <a:gd name="connsiteY167" fmla="*/ 9737 h 463126"/>
                <a:gd name="connsiteX168" fmla="*/ 201083 w 1212426"/>
                <a:gd name="connsiteY168" fmla="*/ 13970 h 463126"/>
                <a:gd name="connsiteX169" fmla="*/ 185420 w 1212426"/>
                <a:gd name="connsiteY169" fmla="*/ 18203 h 463126"/>
                <a:gd name="connsiteX170" fmla="*/ 184150 w 1212426"/>
                <a:gd name="connsiteY170" fmla="*/ 32173 h 463126"/>
                <a:gd name="connsiteX171" fmla="*/ 198120 w 1212426"/>
                <a:gd name="connsiteY171" fmla="*/ 33443 h 463126"/>
                <a:gd name="connsiteX172" fmla="*/ 212090 w 1212426"/>
                <a:gd name="connsiteY172" fmla="*/ 32173 h 463126"/>
                <a:gd name="connsiteX173" fmla="*/ 227330 w 1212426"/>
                <a:gd name="connsiteY173" fmla="*/ 34713 h 463126"/>
                <a:gd name="connsiteX174" fmla="*/ 242570 w 1212426"/>
                <a:gd name="connsiteY174" fmla="*/ 38947 h 463126"/>
                <a:gd name="connsiteX175" fmla="*/ 256540 w 1212426"/>
                <a:gd name="connsiteY175" fmla="*/ 38947 h 463126"/>
                <a:gd name="connsiteX176" fmla="*/ 242570 w 1212426"/>
                <a:gd name="connsiteY176" fmla="*/ 41910 h 463126"/>
                <a:gd name="connsiteX177" fmla="*/ 228600 w 1212426"/>
                <a:gd name="connsiteY177" fmla="*/ 41910 h 463126"/>
                <a:gd name="connsiteX178" fmla="*/ 213360 w 1212426"/>
                <a:gd name="connsiteY178" fmla="*/ 38947 h 463126"/>
                <a:gd name="connsiteX179" fmla="*/ 199390 w 1212426"/>
                <a:gd name="connsiteY179" fmla="*/ 52917 h 463126"/>
                <a:gd name="connsiteX180" fmla="*/ 213360 w 1212426"/>
                <a:gd name="connsiteY180" fmla="*/ 58420 h 463126"/>
                <a:gd name="connsiteX181" fmla="*/ 227330 w 1212426"/>
                <a:gd name="connsiteY181" fmla="*/ 61383 h 463126"/>
                <a:gd name="connsiteX182" fmla="*/ 241300 w 1212426"/>
                <a:gd name="connsiteY182" fmla="*/ 75353 h 463126"/>
                <a:gd name="connsiteX183" fmla="*/ 240030 w 1212426"/>
                <a:gd name="connsiteY183" fmla="*/ 89323 h 463126"/>
                <a:gd name="connsiteX184" fmla="*/ 226060 w 1212426"/>
                <a:gd name="connsiteY184" fmla="*/ 89323 h 463126"/>
                <a:gd name="connsiteX185" fmla="*/ 213360 w 1212426"/>
                <a:gd name="connsiteY185" fmla="*/ 103293 h 463126"/>
                <a:gd name="connsiteX186" fmla="*/ 214630 w 1212426"/>
                <a:gd name="connsiteY186" fmla="*/ 99060 h 463126"/>
                <a:gd name="connsiteX187" fmla="*/ 224790 w 1212426"/>
                <a:gd name="connsiteY187" fmla="*/ 83820 h 463126"/>
                <a:gd name="connsiteX188" fmla="*/ 216323 w 1212426"/>
                <a:gd name="connsiteY188" fmla="*/ 69850 h 463126"/>
                <a:gd name="connsiteX189" fmla="*/ 201083 w 1212426"/>
                <a:gd name="connsiteY189" fmla="*/ 77893 h 463126"/>
                <a:gd name="connsiteX190" fmla="*/ 186690 w 1212426"/>
                <a:gd name="connsiteY190" fmla="*/ 85090 h 463126"/>
                <a:gd name="connsiteX191" fmla="*/ 190923 w 1212426"/>
                <a:gd name="connsiteY191" fmla="*/ 71120 h 463126"/>
                <a:gd name="connsiteX192" fmla="*/ 175683 w 1212426"/>
                <a:gd name="connsiteY192" fmla="*/ 77893 h 463126"/>
                <a:gd name="connsiteX193" fmla="*/ 184150 w 1212426"/>
                <a:gd name="connsiteY193" fmla="*/ 64347 h 463126"/>
                <a:gd name="connsiteX194" fmla="*/ 170180 w 1212426"/>
                <a:gd name="connsiteY194" fmla="*/ 57150 h 463126"/>
                <a:gd name="connsiteX195" fmla="*/ 156210 w 1212426"/>
                <a:gd name="connsiteY195" fmla="*/ 51647 h 463126"/>
                <a:gd name="connsiteX196" fmla="*/ 140970 w 1212426"/>
                <a:gd name="connsiteY196" fmla="*/ 48683 h 463126"/>
                <a:gd name="connsiteX197" fmla="*/ 127000 w 1212426"/>
                <a:gd name="connsiteY197" fmla="*/ 51647 h 463126"/>
                <a:gd name="connsiteX198" fmla="*/ 124037 w 1212426"/>
                <a:gd name="connsiteY198" fmla="*/ 57150 h 463126"/>
                <a:gd name="connsiteX199" fmla="*/ 138007 w 1212426"/>
                <a:gd name="connsiteY199" fmla="*/ 62653 h 463126"/>
                <a:gd name="connsiteX200" fmla="*/ 124037 w 1212426"/>
                <a:gd name="connsiteY200" fmla="*/ 69850 h 463126"/>
                <a:gd name="connsiteX201" fmla="*/ 138007 w 1212426"/>
                <a:gd name="connsiteY201" fmla="*/ 79587 h 463126"/>
                <a:gd name="connsiteX202" fmla="*/ 124037 w 1212426"/>
                <a:gd name="connsiteY202" fmla="*/ 72390 h 463126"/>
                <a:gd name="connsiteX203" fmla="*/ 110067 w 1212426"/>
                <a:gd name="connsiteY203" fmla="*/ 69850 h 463126"/>
                <a:gd name="connsiteX204" fmla="*/ 96097 w 1212426"/>
                <a:gd name="connsiteY204" fmla="*/ 66887 h 463126"/>
                <a:gd name="connsiteX205" fmla="*/ 96097 w 1212426"/>
                <a:gd name="connsiteY205" fmla="*/ 82127 h 463126"/>
                <a:gd name="connsiteX206" fmla="*/ 110067 w 1212426"/>
                <a:gd name="connsiteY206" fmla="*/ 90593 h 463126"/>
                <a:gd name="connsiteX207" fmla="*/ 124037 w 1212426"/>
                <a:gd name="connsiteY207" fmla="*/ 93557 h 463126"/>
                <a:gd name="connsiteX208" fmla="*/ 138007 w 1212426"/>
                <a:gd name="connsiteY208" fmla="*/ 99060 h 463126"/>
                <a:gd name="connsiteX209" fmla="*/ 124037 w 1212426"/>
                <a:gd name="connsiteY209" fmla="*/ 97790 h 463126"/>
                <a:gd name="connsiteX210" fmla="*/ 110067 w 1212426"/>
                <a:gd name="connsiteY210" fmla="*/ 96097 h 463126"/>
                <a:gd name="connsiteX211" fmla="*/ 96097 w 1212426"/>
                <a:gd name="connsiteY211" fmla="*/ 90593 h 463126"/>
                <a:gd name="connsiteX212" fmla="*/ 80857 w 1212426"/>
                <a:gd name="connsiteY212" fmla="*/ 103293 h 463126"/>
                <a:gd name="connsiteX213" fmla="*/ 94827 w 1212426"/>
                <a:gd name="connsiteY213" fmla="*/ 110067 h 463126"/>
                <a:gd name="connsiteX214" fmla="*/ 108797 w 1212426"/>
                <a:gd name="connsiteY214" fmla="*/ 114300 h 463126"/>
                <a:gd name="connsiteX215" fmla="*/ 124037 w 1212426"/>
                <a:gd name="connsiteY215" fmla="*/ 113030 h 463126"/>
                <a:gd name="connsiteX216" fmla="*/ 138007 w 1212426"/>
                <a:gd name="connsiteY216" fmla="*/ 115993 h 463126"/>
                <a:gd name="connsiteX217" fmla="*/ 122767 w 1212426"/>
                <a:gd name="connsiteY217" fmla="*/ 117263 h 463126"/>
                <a:gd name="connsiteX218" fmla="*/ 108797 w 1212426"/>
                <a:gd name="connsiteY218" fmla="*/ 119803 h 463126"/>
                <a:gd name="connsiteX219" fmla="*/ 118533 w 1212426"/>
                <a:gd name="connsiteY219" fmla="*/ 125730 h 463126"/>
                <a:gd name="connsiteX220" fmla="*/ 132503 w 1212426"/>
                <a:gd name="connsiteY220" fmla="*/ 125730 h 463126"/>
                <a:gd name="connsiteX221" fmla="*/ 117263 w 1212426"/>
                <a:gd name="connsiteY221" fmla="*/ 131233 h 463126"/>
                <a:gd name="connsiteX222" fmla="*/ 103293 w 1212426"/>
                <a:gd name="connsiteY222" fmla="*/ 124037 h 463126"/>
                <a:gd name="connsiteX223" fmla="*/ 89323 w 1212426"/>
                <a:gd name="connsiteY223" fmla="*/ 118533 h 463126"/>
                <a:gd name="connsiteX224" fmla="*/ 75353 w 1212426"/>
                <a:gd name="connsiteY224" fmla="*/ 113030 h 463126"/>
                <a:gd name="connsiteX225" fmla="*/ 60113 w 1212426"/>
                <a:gd name="connsiteY225" fmla="*/ 108797 h 463126"/>
                <a:gd name="connsiteX226" fmla="*/ 46143 w 1212426"/>
                <a:gd name="connsiteY226" fmla="*/ 111337 h 463126"/>
                <a:gd name="connsiteX227" fmla="*/ 54610 w 1212426"/>
                <a:gd name="connsiteY227" fmla="*/ 125730 h 463126"/>
                <a:gd name="connsiteX228" fmla="*/ 68157 w 1212426"/>
                <a:gd name="connsiteY228" fmla="*/ 132503 h 463126"/>
                <a:gd name="connsiteX229" fmla="*/ 54610 w 1212426"/>
                <a:gd name="connsiteY229" fmla="*/ 138007 h 463126"/>
                <a:gd name="connsiteX230" fmla="*/ 68157 w 1212426"/>
                <a:gd name="connsiteY230" fmla="*/ 146473 h 463126"/>
                <a:gd name="connsiteX231" fmla="*/ 54610 w 1212426"/>
                <a:gd name="connsiteY231" fmla="*/ 142240 h 463126"/>
                <a:gd name="connsiteX232" fmla="*/ 40217 w 1212426"/>
                <a:gd name="connsiteY232" fmla="*/ 138007 h 463126"/>
                <a:gd name="connsiteX233" fmla="*/ 26670 w 1212426"/>
                <a:gd name="connsiteY233" fmla="*/ 132503 h 463126"/>
                <a:gd name="connsiteX234" fmla="*/ 11007 w 1212426"/>
                <a:gd name="connsiteY234" fmla="*/ 138007 h 463126"/>
                <a:gd name="connsiteX235" fmla="*/ 0 w 1212426"/>
                <a:gd name="connsiteY235" fmla="*/ 151977 h 463126"/>
                <a:gd name="connsiteX236" fmla="*/ 15240 w 1212426"/>
                <a:gd name="connsiteY236" fmla="*/ 151977 h 463126"/>
                <a:gd name="connsiteX237" fmla="*/ 29210 w 1212426"/>
                <a:gd name="connsiteY237" fmla="*/ 151977 h 463126"/>
                <a:gd name="connsiteX238" fmla="*/ 44873 w 1212426"/>
                <a:gd name="connsiteY238" fmla="*/ 156210 h 463126"/>
                <a:gd name="connsiteX239" fmla="*/ 58420 w 1212426"/>
                <a:gd name="connsiteY239" fmla="*/ 164677 h 463126"/>
                <a:gd name="connsiteX240" fmla="*/ 71120 w 1212426"/>
                <a:gd name="connsiteY240" fmla="*/ 163407 h 463126"/>
                <a:gd name="connsiteX241" fmla="*/ 86360 w 1212426"/>
                <a:gd name="connsiteY241" fmla="*/ 156210 h 463126"/>
                <a:gd name="connsiteX242" fmla="*/ 100330 w 1212426"/>
                <a:gd name="connsiteY242" fmla="*/ 154940 h 463126"/>
                <a:gd name="connsiteX243" fmla="*/ 114300 w 1212426"/>
                <a:gd name="connsiteY243" fmla="*/ 149437 h 463126"/>
                <a:gd name="connsiteX244" fmla="*/ 128270 w 1212426"/>
                <a:gd name="connsiteY244" fmla="*/ 153670 h 463126"/>
                <a:gd name="connsiteX245" fmla="*/ 142240 w 1212426"/>
                <a:gd name="connsiteY245" fmla="*/ 139700 h 463126"/>
                <a:gd name="connsiteX246" fmla="*/ 157480 w 1212426"/>
                <a:gd name="connsiteY246" fmla="*/ 145203 h 463126"/>
                <a:gd name="connsiteX247" fmla="*/ 171450 w 1212426"/>
                <a:gd name="connsiteY247" fmla="*/ 138007 h 463126"/>
                <a:gd name="connsiteX248" fmla="*/ 173143 w 1212426"/>
                <a:gd name="connsiteY248" fmla="*/ 140970 h 463126"/>
                <a:gd name="connsiteX249" fmla="*/ 186690 w 1212426"/>
                <a:gd name="connsiteY249" fmla="*/ 136737 h 463126"/>
                <a:gd name="connsiteX250" fmla="*/ 188383 w 1212426"/>
                <a:gd name="connsiteY250" fmla="*/ 150707 h 463126"/>
                <a:gd name="connsiteX251" fmla="*/ 203623 w 1212426"/>
                <a:gd name="connsiteY251" fmla="*/ 143510 h 463126"/>
                <a:gd name="connsiteX252" fmla="*/ 217593 w 1212426"/>
                <a:gd name="connsiteY252" fmla="*/ 135467 h 463126"/>
                <a:gd name="connsiteX253" fmla="*/ 218863 w 1212426"/>
                <a:gd name="connsiteY253" fmla="*/ 149437 h 463126"/>
                <a:gd name="connsiteX254" fmla="*/ 232833 w 1212426"/>
                <a:gd name="connsiteY254" fmla="*/ 146473 h 463126"/>
                <a:gd name="connsiteX255" fmla="*/ 246803 w 1212426"/>
                <a:gd name="connsiteY255" fmla="*/ 146473 h 463126"/>
                <a:gd name="connsiteX256" fmla="*/ 260773 w 1212426"/>
                <a:gd name="connsiteY256" fmla="*/ 138007 h 463126"/>
                <a:gd name="connsiteX257" fmla="*/ 246803 w 1212426"/>
                <a:gd name="connsiteY257" fmla="*/ 147743 h 463126"/>
                <a:gd name="connsiteX258" fmla="*/ 231563 w 1212426"/>
                <a:gd name="connsiteY258" fmla="*/ 154940 h 463126"/>
                <a:gd name="connsiteX259" fmla="*/ 246803 w 1212426"/>
                <a:gd name="connsiteY259" fmla="*/ 161713 h 463126"/>
                <a:gd name="connsiteX260" fmla="*/ 260773 w 1212426"/>
                <a:gd name="connsiteY260" fmla="*/ 146473 h 463126"/>
                <a:gd name="connsiteX261" fmla="*/ 274743 w 1212426"/>
                <a:gd name="connsiteY261" fmla="*/ 159173 h 463126"/>
                <a:gd name="connsiteX262" fmla="*/ 289983 w 1212426"/>
                <a:gd name="connsiteY262" fmla="*/ 160443 h 463126"/>
                <a:gd name="connsiteX263" fmla="*/ 303953 w 1212426"/>
                <a:gd name="connsiteY263" fmla="*/ 157480 h 463126"/>
                <a:gd name="connsiteX264" fmla="*/ 298450 w 1212426"/>
                <a:gd name="connsiteY264" fmla="*/ 160443 h 463126"/>
                <a:gd name="connsiteX265" fmla="*/ 284480 w 1212426"/>
                <a:gd name="connsiteY265" fmla="*/ 161713 h 463126"/>
                <a:gd name="connsiteX266" fmla="*/ 270510 w 1212426"/>
                <a:gd name="connsiteY266" fmla="*/ 167217 h 463126"/>
                <a:gd name="connsiteX267" fmla="*/ 255270 w 1212426"/>
                <a:gd name="connsiteY267" fmla="*/ 173143 h 463126"/>
                <a:gd name="connsiteX268" fmla="*/ 241300 w 1212426"/>
                <a:gd name="connsiteY268" fmla="*/ 178647 h 463126"/>
                <a:gd name="connsiteX269" fmla="*/ 226060 w 1212426"/>
                <a:gd name="connsiteY269" fmla="*/ 181187 h 463126"/>
                <a:gd name="connsiteX270" fmla="*/ 212090 w 1212426"/>
                <a:gd name="connsiteY270" fmla="*/ 189653 h 463126"/>
                <a:gd name="connsiteX271" fmla="*/ 198120 w 1212426"/>
                <a:gd name="connsiteY271" fmla="*/ 200660 h 463126"/>
                <a:gd name="connsiteX272" fmla="*/ 212090 w 1212426"/>
                <a:gd name="connsiteY272" fmla="*/ 200660 h 463126"/>
                <a:gd name="connsiteX273" fmla="*/ 227330 w 1212426"/>
                <a:gd name="connsiteY273" fmla="*/ 204893 h 463126"/>
                <a:gd name="connsiteX274" fmla="*/ 241300 w 1212426"/>
                <a:gd name="connsiteY274" fmla="*/ 206587 h 463126"/>
                <a:gd name="connsiteX275" fmla="*/ 255270 w 1212426"/>
                <a:gd name="connsiteY275" fmla="*/ 207857 h 463126"/>
                <a:gd name="connsiteX276" fmla="*/ 270510 w 1212426"/>
                <a:gd name="connsiteY276" fmla="*/ 202353 h 463126"/>
                <a:gd name="connsiteX277" fmla="*/ 284480 w 1212426"/>
                <a:gd name="connsiteY277" fmla="*/ 204893 h 463126"/>
                <a:gd name="connsiteX278" fmla="*/ 270510 w 1212426"/>
                <a:gd name="connsiteY278" fmla="*/ 218863 h 463126"/>
                <a:gd name="connsiteX279" fmla="*/ 256540 w 1212426"/>
                <a:gd name="connsiteY279" fmla="*/ 220557 h 463126"/>
                <a:gd name="connsiteX280" fmla="*/ 254000 w 1212426"/>
                <a:gd name="connsiteY280" fmla="*/ 218863 h 463126"/>
                <a:gd name="connsiteX281" fmla="*/ 238337 w 1212426"/>
                <a:gd name="connsiteY281" fmla="*/ 220557 h 463126"/>
                <a:gd name="connsiteX282" fmla="*/ 224790 w 1212426"/>
                <a:gd name="connsiteY282" fmla="*/ 217593 h 463126"/>
                <a:gd name="connsiteX283" fmla="*/ 210820 w 1212426"/>
                <a:gd name="connsiteY283" fmla="*/ 216323 h 463126"/>
                <a:gd name="connsiteX284" fmla="*/ 196850 w 1212426"/>
                <a:gd name="connsiteY284" fmla="*/ 216323 h 463126"/>
                <a:gd name="connsiteX285" fmla="*/ 181187 w 1212426"/>
                <a:gd name="connsiteY285" fmla="*/ 224790 h 463126"/>
                <a:gd name="connsiteX286" fmla="*/ 167217 w 1212426"/>
                <a:gd name="connsiteY286" fmla="*/ 216323 h 463126"/>
                <a:gd name="connsiteX287" fmla="*/ 153247 w 1212426"/>
                <a:gd name="connsiteY287" fmla="*/ 224790 h 463126"/>
                <a:gd name="connsiteX288" fmla="*/ 139700 w 1212426"/>
                <a:gd name="connsiteY288" fmla="*/ 223097 h 463126"/>
                <a:gd name="connsiteX289" fmla="*/ 125730 w 1212426"/>
                <a:gd name="connsiteY289" fmla="*/ 235797 h 463126"/>
                <a:gd name="connsiteX290" fmla="*/ 119803 w 1212426"/>
                <a:gd name="connsiteY290" fmla="*/ 221827 h 463126"/>
                <a:gd name="connsiteX291" fmla="*/ 104563 w 1212426"/>
                <a:gd name="connsiteY291" fmla="*/ 231563 h 463126"/>
                <a:gd name="connsiteX292" fmla="*/ 90593 w 1212426"/>
                <a:gd name="connsiteY292" fmla="*/ 231563 h 463126"/>
                <a:gd name="connsiteX293" fmla="*/ 75353 w 1212426"/>
                <a:gd name="connsiteY293" fmla="*/ 235797 h 463126"/>
                <a:gd name="connsiteX294" fmla="*/ 61383 w 1212426"/>
                <a:gd name="connsiteY294" fmla="*/ 240030 h 463126"/>
                <a:gd name="connsiteX295" fmla="*/ 47413 w 1212426"/>
                <a:gd name="connsiteY295" fmla="*/ 235797 h 463126"/>
                <a:gd name="connsiteX296" fmla="*/ 32173 w 1212426"/>
                <a:gd name="connsiteY296" fmla="*/ 235797 h 463126"/>
                <a:gd name="connsiteX297" fmla="*/ 18203 w 1212426"/>
                <a:gd name="connsiteY297" fmla="*/ 246803 h 463126"/>
                <a:gd name="connsiteX298" fmla="*/ 24977 w 1212426"/>
                <a:gd name="connsiteY298" fmla="*/ 260773 h 463126"/>
                <a:gd name="connsiteX299" fmla="*/ 38947 w 1212426"/>
                <a:gd name="connsiteY299" fmla="*/ 263737 h 463126"/>
                <a:gd name="connsiteX300" fmla="*/ 54610 w 1212426"/>
                <a:gd name="connsiteY300" fmla="*/ 263737 h 463126"/>
                <a:gd name="connsiteX301" fmla="*/ 68157 w 1212426"/>
                <a:gd name="connsiteY301" fmla="*/ 252730 h 463126"/>
                <a:gd name="connsiteX302" fmla="*/ 82127 w 1212426"/>
                <a:gd name="connsiteY302" fmla="*/ 255270 h 463126"/>
                <a:gd name="connsiteX303" fmla="*/ 96097 w 1212426"/>
                <a:gd name="connsiteY303" fmla="*/ 249767 h 463126"/>
                <a:gd name="connsiteX304" fmla="*/ 111760 w 1212426"/>
                <a:gd name="connsiteY304" fmla="*/ 252730 h 463126"/>
                <a:gd name="connsiteX305" fmla="*/ 127000 w 1212426"/>
                <a:gd name="connsiteY305" fmla="*/ 254000 h 463126"/>
                <a:gd name="connsiteX306" fmla="*/ 140970 w 1212426"/>
                <a:gd name="connsiteY306" fmla="*/ 254000 h 463126"/>
                <a:gd name="connsiteX307" fmla="*/ 154940 w 1212426"/>
                <a:gd name="connsiteY307" fmla="*/ 254000 h 463126"/>
                <a:gd name="connsiteX308" fmla="*/ 168487 w 1212426"/>
                <a:gd name="connsiteY308" fmla="*/ 259503 h 463126"/>
                <a:gd name="connsiteX309" fmla="*/ 184150 w 1212426"/>
                <a:gd name="connsiteY309" fmla="*/ 254000 h 463126"/>
                <a:gd name="connsiteX310" fmla="*/ 198120 w 1212426"/>
                <a:gd name="connsiteY310" fmla="*/ 254000 h 463126"/>
                <a:gd name="connsiteX311" fmla="*/ 207857 w 1212426"/>
                <a:gd name="connsiteY311" fmla="*/ 267970 h 463126"/>
                <a:gd name="connsiteX312" fmla="*/ 221827 w 1212426"/>
                <a:gd name="connsiteY312" fmla="*/ 263737 h 463126"/>
                <a:gd name="connsiteX313" fmla="*/ 220133 w 1212426"/>
                <a:gd name="connsiteY313" fmla="*/ 265007 h 463126"/>
                <a:gd name="connsiteX314" fmla="*/ 204893 w 1212426"/>
                <a:gd name="connsiteY314" fmla="*/ 272203 h 463126"/>
                <a:gd name="connsiteX315" fmla="*/ 196850 w 1212426"/>
                <a:gd name="connsiteY315" fmla="*/ 285750 h 463126"/>
                <a:gd name="connsiteX316" fmla="*/ 210820 w 1212426"/>
                <a:gd name="connsiteY316" fmla="*/ 291677 h 463126"/>
                <a:gd name="connsiteX317" fmla="*/ 214630 w 1212426"/>
                <a:gd name="connsiteY317" fmla="*/ 305647 h 463126"/>
                <a:gd name="connsiteX318" fmla="*/ 217593 w 1212426"/>
                <a:gd name="connsiteY318" fmla="*/ 302683 h 463126"/>
                <a:gd name="connsiteX319" fmla="*/ 232833 w 1212426"/>
                <a:gd name="connsiteY319" fmla="*/ 294217 h 463126"/>
                <a:gd name="connsiteX320" fmla="*/ 246803 w 1212426"/>
                <a:gd name="connsiteY320" fmla="*/ 290407 h 463126"/>
                <a:gd name="connsiteX321" fmla="*/ 254000 w 1212426"/>
                <a:gd name="connsiteY321" fmla="*/ 287443 h 463126"/>
                <a:gd name="connsiteX322" fmla="*/ 267547 w 1212426"/>
                <a:gd name="connsiteY322" fmla="*/ 281940 h 463126"/>
                <a:gd name="connsiteX323" fmla="*/ 273473 w 1212426"/>
                <a:gd name="connsiteY323" fmla="*/ 278977 h 463126"/>
                <a:gd name="connsiteX324" fmla="*/ 288713 w 1212426"/>
                <a:gd name="connsiteY324" fmla="*/ 276437 h 463126"/>
                <a:gd name="connsiteX325" fmla="*/ 292947 w 1212426"/>
                <a:gd name="connsiteY325" fmla="*/ 276437 h 463126"/>
                <a:gd name="connsiteX326" fmla="*/ 284480 w 1212426"/>
                <a:gd name="connsiteY326" fmla="*/ 284480 h 463126"/>
                <a:gd name="connsiteX327" fmla="*/ 283210 w 1212426"/>
                <a:gd name="connsiteY327" fmla="*/ 285750 h 463126"/>
                <a:gd name="connsiteX328" fmla="*/ 270510 w 1212426"/>
                <a:gd name="connsiteY328" fmla="*/ 283210 h 463126"/>
                <a:gd name="connsiteX329" fmla="*/ 260773 w 1212426"/>
                <a:gd name="connsiteY329" fmla="*/ 290407 h 463126"/>
                <a:gd name="connsiteX330" fmla="*/ 259503 w 1212426"/>
                <a:gd name="connsiteY330" fmla="*/ 292947 h 463126"/>
                <a:gd name="connsiteX331" fmla="*/ 245533 w 1212426"/>
                <a:gd name="connsiteY331" fmla="*/ 295910 h 463126"/>
                <a:gd name="connsiteX332" fmla="*/ 235797 w 1212426"/>
                <a:gd name="connsiteY332" fmla="*/ 301413 h 463126"/>
                <a:gd name="connsiteX333" fmla="*/ 231563 w 1212426"/>
                <a:gd name="connsiteY333" fmla="*/ 315383 h 463126"/>
                <a:gd name="connsiteX334" fmla="*/ 246803 w 1212426"/>
                <a:gd name="connsiteY334" fmla="*/ 315383 h 463126"/>
                <a:gd name="connsiteX335" fmla="*/ 231563 w 1212426"/>
                <a:gd name="connsiteY335" fmla="*/ 317923 h 463126"/>
                <a:gd name="connsiteX336" fmla="*/ 217593 w 1212426"/>
                <a:gd name="connsiteY336" fmla="*/ 326390 h 463126"/>
                <a:gd name="connsiteX337" fmla="*/ 231563 w 1212426"/>
                <a:gd name="connsiteY337" fmla="*/ 328083 h 463126"/>
                <a:gd name="connsiteX338" fmla="*/ 245533 w 1212426"/>
                <a:gd name="connsiteY338" fmla="*/ 323850 h 463126"/>
                <a:gd name="connsiteX339" fmla="*/ 259503 w 1212426"/>
                <a:gd name="connsiteY339" fmla="*/ 315383 h 463126"/>
                <a:gd name="connsiteX340" fmla="*/ 273473 w 1212426"/>
                <a:gd name="connsiteY340" fmla="*/ 312420 h 463126"/>
                <a:gd name="connsiteX341" fmla="*/ 288713 w 1212426"/>
                <a:gd name="connsiteY341" fmla="*/ 316653 h 463126"/>
                <a:gd name="connsiteX342" fmla="*/ 302683 w 1212426"/>
                <a:gd name="connsiteY342" fmla="*/ 315383 h 463126"/>
                <a:gd name="connsiteX343" fmla="*/ 295910 w 1212426"/>
                <a:gd name="connsiteY343" fmla="*/ 316653 h 463126"/>
                <a:gd name="connsiteX344" fmla="*/ 288713 w 1212426"/>
                <a:gd name="connsiteY344" fmla="*/ 316653 h 463126"/>
                <a:gd name="connsiteX345" fmla="*/ 280247 w 1212426"/>
                <a:gd name="connsiteY345" fmla="*/ 317923 h 463126"/>
                <a:gd name="connsiteX346" fmla="*/ 266277 w 1212426"/>
                <a:gd name="connsiteY346" fmla="*/ 320887 h 463126"/>
                <a:gd name="connsiteX347" fmla="*/ 252730 w 1212426"/>
                <a:gd name="connsiteY347" fmla="*/ 326390 h 463126"/>
                <a:gd name="connsiteX348" fmla="*/ 237067 w 1212426"/>
                <a:gd name="connsiteY348" fmla="*/ 337820 h 463126"/>
                <a:gd name="connsiteX349" fmla="*/ 251037 w 1212426"/>
                <a:gd name="connsiteY349" fmla="*/ 347133 h 463126"/>
                <a:gd name="connsiteX350" fmla="*/ 249767 w 1212426"/>
                <a:gd name="connsiteY350" fmla="*/ 348827 h 463126"/>
                <a:gd name="connsiteX351" fmla="*/ 235797 w 1212426"/>
                <a:gd name="connsiteY351" fmla="*/ 348827 h 463126"/>
                <a:gd name="connsiteX352" fmla="*/ 221827 w 1212426"/>
                <a:gd name="connsiteY352" fmla="*/ 347133 h 463126"/>
                <a:gd name="connsiteX353" fmla="*/ 217593 w 1212426"/>
                <a:gd name="connsiteY353" fmla="*/ 348827 h 463126"/>
                <a:gd name="connsiteX354" fmla="*/ 218863 w 1212426"/>
                <a:gd name="connsiteY354" fmla="*/ 362797 h 463126"/>
                <a:gd name="connsiteX355" fmla="*/ 204893 w 1212426"/>
                <a:gd name="connsiteY355" fmla="*/ 365337 h 463126"/>
                <a:gd name="connsiteX356" fmla="*/ 189653 w 1212426"/>
                <a:gd name="connsiteY356" fmla="*/ 368300 h 463126"/>
                <a:gd name="connsiteX357" fmla="*/ 175683 w 1212426"/>
                <a:gd name="connsiteY357" fmla="*/ 371263 h 463126"/>
                <a:gd name="connsiteX358" fmla="*/ 160443 w 1212426"/>
                <a:gd name="connsiteY358" fmla="*/ 375497 h 463126"/>
                <a:gd name="connsiteX359" fmla="*/ 146473 w 1212426"/>
                <a:gd name="connsiteY359" fmla="*/ 362797 h 463126"/>
                <a:gd name="connsiteX360" fmla="*/ 132503 w 1212426"/>
                <a:gd name="connsiteY360" fmla="*/ 372533 h 463126"/>
                <a:gd name="connsiteX361" fmla="*/ 131233 w 1212426"/>
                <a:gd name="connsiteY361" fmla="*/ 387773 h 463126"/>
                <a:gd name="connsiteX362" fmla="*/ 129540 w 1212426"/>
                <a:gd name="connsiteY362" fmla="*/ 401743 h 463126"/>
                <a:gd name="connsiteX363" fmla="*/ 143933 w 1212426"/>
                <a:gd name="connsiteY363" fmla="*/ 400473 h 463126"/>
                <a:gd name="connsiteX364" fmla="*/ 159173 w 1212426"/>
                <a:gd name="connsiteY364" fmla="*/ 396240 h 463126"/>
                <a:gd name="connsiteX365" fmla="*/ 173143 w 1212426"/>
                <a:gd name="connsiteY365" fmla="*/ 393277 h 463126"/>
                <a:gd name="connsiteX366" fmla="*/ 188383 w 1212426"/>
                <a:gd name="connsiteY366" fmla="*/ 396240 h 463126"/>
                <a:gd name="connsiteX367" fmla="*/ 202353 w 1212426"/>
                <a:gd name="connsiteY367" fmla="*/ 397510 h 463126"/>
                <a:gd name="connsiteX368" fmla="*/ 216323 w 1212426"/>
                <a:gd name="connsiteY368" fmla="*/ 396240 h 463126"/>
                <a:gd name="connsiteX369" fmla="*/ 226060 w 1212426"/>
                <a:gd name="connsiteY369" fmla="*/ 394970 h 463126"/>
                <a:gd name="connsiteX370" fmla="*/ 240030 w 1212426"/>
                <a:gd name="connsiteY370" fmla="*/ 392007 h 463126"/>
                <a:gd name="connsiteX371" fmla="*/ 254000 w 1212426"/>
                <a:gd name="connsiteY371" fmla="*/ 397510 h 463126"/>
                <a:gd name="connsiteX372" fmla="*/ 267547 w 1212426"/>
                <a:gd name="connsiteY372" fmla="*/ 396240 h 463126"/>
                <a:gd name="connsiteX373" fmla="*/ 283210 w 1212426"/>
                <a:gd name="connsiteY373" fmla="*/ 394970 h 463126"/>
                <a:gd name="connsiteX374" fmla="*/ 292947 w 1212426"/>
                <a:gd name="connsiteY374" fmla="*/ 383540 h 463126"/>
                <a:gd name="connsiteX375" fmla="*/ 308187 w 1212426"/>
                <a:gd name="connsiteY375" fmla="*/ 379307 h 463126"/>
                <a:gd name="connsiteX376" fmla="*/ 322157 w 1212426"/>
                <a:gd name="connsiteY376" fmla="*/ 381000 h 463126"/>
                <a:gd name="connsiteX377" fmla="*/ 319617 w 1212426"/>
                <a:gd name="connsiteY377" fmla="*/ 382270 h 463126"/>
                <a:gd name="connsiteX378" fmla="*/ 315383 w 1212426"/>
                <a:gd name="connsiteY378" fmla="*/ 396240 h 463126"/>
                <a:gd name="connsiteX379" fmla="*/ 328930 w 1212426"/>
                <a:gd name="connsiteY379" fmla="*/ 398780 h 463126"/>
                <a:gd name="connsiteX380" fmla="*/ 344593 w 1212426"/>
                <a:gd name="connsiteY380" fmla="*/ 403013 h 463126"/>
                <a:gd name="connsiteX381" fmla="*/ 358563 w 1212426"/>
                <a:gd name="connsiteY381" fmla="*/ 392007 h 463126"/>
                <a:gd name="connsiteX382" fmla="*/ 361527 w 1212426"/>
                <a:gd name="connsiteY382" fmla="*/ 393277 h 463126"/>
                <a:gd name="connsiteX383" fmla="*/ 361527 w 1212426"/>
                <a:gd name="connsiteY383" fmla="*/ 408940 h 463126"/>
                <a:gd name="connsiteX384" fmla="*/ 347557 w 1212426"/>
                <a:gd name="connsiteY384" fmla="*/ 407247 h 463126"/>
                <a:gd name="connsiteX385" fmla="*/ 361527 w 1212426"/>
                <a:gd name="connsiteY385" fmla="*/ 412750 h 463126"/>
                <a:gd name="connsiteX386" fmla="*/ 375073 w 1212426"/>
                <a:gd name="connsiteY386" fmla="*/ 407247 h 463126"/>
                <a:gd name="connsiteX387" fmla="*/ 390737 w 1212426"/>
                <a:gd name="connsiteY387" fmla="*/ 396240 h 463126"/>
                <a:gd name="connsiteX388" fmla="*/ 390737 w 1212426"/>
                <a:gd name="connsiteY388" fmla="*/ 397510 h 463126"/>
                <a:gd name="connsiteX389" fmla="*/ 399203 w 1212426"/>
                <a:gd name="connsiteY389" fmla="*/ 412750 h 463126"/>
                <a:gd name="connsiteX390" fmla="*/ 394970 w 1212426"/>
                <a:gd name="connsiteY390" fmla="*/ 411480 h 463126"/>
                <a:gd name="connsiteX391" fmla="*/ 379307 w 1212426"/>
                <a:gd name="connsiteY391" fmla="*/ 416983 h 463126"/>
                <a:gd name="connsiteX392" fmla="*/ 390737 w 1212426"/>
                <a:gd name="connsiteY392" fmla="*/ 432647 h 463126"/>
                <a:gd name="connsiteX393" fmla="*/ 404707 w 1212426"/>
                <a:gd name="connsiteY393" fmla="*/ 440690 h 463126"/>
                <a:gd name="connsiteX394" fmla="*/ 418677 w 1212426"/>
                <a:gd name="connsiteY394" fmla="*/ 439420 h 463126"/>
                <a:gd name="connsiteX395" fmla="*/ 419947 w 1212426"/>
                <a:gd name="connsiteY395" fmla="*/ 439420 h 463126"/>
                <a:gd name="connsiteX396" fmla="*/ 426720 w 1212426"/>
                <a:gd name="connsiteY396" fmla="*/ 440690 h 463126"/>
                <a:gd name="connsiteX397" fmla="*/ 435187 w 1212426"/>
                <a:gd name="connsiteY397" fmla="*/ 440690 h 463126"/>
                <a:gd name="connsiteX398" fmla="*/ 449157 w 1212426"/>
                <a:gd name="connsiteY398" fmla="*/ 440690 h 463126"/>
                <a:gd name="connsiteX399" fmla="*/ 463127 w 1212426"/>
                <a:gd name="connsiteY399" fmla="*/ 444923 h 463126"/>
                <a:gd name="connsiteX400" fmla="*/ 477097 w 1212426"/>
                <a:gd name="connsiteY400" fmla="*/ 449157 h 463126"/>
                <a:gd name="connsiteX401" fmla="*/ 492337 w 1212426"/>
                <a:gd name="connsiteY401" fmla="*/ 453390 h 463126"/>
                <a:gd name="connsiteX402" fmla="*/ 505037 w 1212426"/>
                <a:gd name="connsiteY402" fmla="*/ 456353 h 463126"/>
                <a:gd name="connsiteX403" fmla="*/ 519007 w 1212426"/>
                <a:gd name="connsiteY403" fmla="*/ 458893 h 463126"/>
                <a:gd name="connsiteX404" fmla="*/ 532553 w 1212426"/>
                <a:gd name="connsiteY404" fmla="*/ 460587 h 463126"/>
                <a:gd name="connsiteX405" fmla="*/ 546947 w 1212426"/>
                <a:gd name="connsiteY405" fmla="*/ 460587 h 463126"/>
                <a:gd name="connsiteX406" fmla="*/ 560493 w 1212426"/>
                <a:gd name="connsiteY406" fmla="*/ 463127 h 463126"/>
                <a:gd name="connsiteX407" fmla="*/ 574887 w 1212426"/>
                <a:gd name="connsiteY407" fmla="*/ 461857 h 463126"/>
                <a:gd name="connsiteX408" fmla="*/ 590127 w 1212426"/>
                <a:gd name="connsiteY408" fmla="*/ 458893 h 463126"/>
                <a:gd name="connsiteX409" fmla="*/ 604097 w 1212426"/>
                <a:gd name="connsiteY409" fmla="*/ 456353 h 463126"/>
                <a:gd name="connsiteX410" fmla="*/ 619337 w 1212426"/>
                <a:gd name="connsiteY410" fmla="*/ 453390 h 463126"/>
                <a:gd name="connsiteX411" fmla="*/ 630767 w 1212426"/>
                <a:gd name="connsiteY411" fmla="*/ 452120 h 463126"/>
                <a:gd name="connsiteX412" fmla="*/ 632037 w 1212426"/>
                <a:gd name="connsiteY412" fmla="*/ 452120 h 463126"/>
                <a:gd name="connsiteX413" fmla="*/ 644313 w 1212426"/>
                <a:gd name="connsiteY413" fmla="*/ 447887 h 463126"/>
                <a:gd name="connsiteX414" fmla="*/ 659977 w 1212426"/>
                <a:gd name="connsiteY414" fmla="*/ 443653 h 463126"/>
                <a:gd name="connsiteX415" fmla="*/ 673947 w 1212426"/>
                <a:gd name="connsiteY415" fmla="*/ 430953 h 463126"/>
                <a:gd name="connsiteX416" fmla="*/ 665480 w 1212426"/>
                <a:gd name="connsiteY416" fmla="*/ 428413 h 463126"/>
                <a:gd name="connsiteX417" fmla="*/ 679450 w 1212426"/>
                <a:gd name="connsiteY417" fmla="*/ 422487 h 463126"/>
                <a:gd name="connsiteX418" fmla="*/ 665480 w 1212426"/>
                <a:gd name="connsiteY418" fmla="*/ 419947 h 463126"/>
                <a:gd name="connsiteX419" fmla="*/ 679450 w 1212426"/>
                <a:gd name="connsiteY419" fmla="*/ 412750 h 463126"/>
                <a:gd name="connsiteX420" fmla="*/ 694690 w 1212426"/>
                <a:gd name="connsiteY420" fmla="*/ 415713 h 463126"/>
                <a:gd name="connsiteX421" fmla="*/ 708660 w 1212426"/>
                <a:gd name="connsiteY421" fmla="*/ 408940 h 463126"/>
                <a:gd name="connsiteX422" fmla="*/ 722630 w 1212426"/>
                <a:gd name="connsiteY422" fmla="*/ 408940 h 463126"/>
                <a:gd name="connsiteX423" fmla="*/ 733637 w 1212426"/>
                <a:gd name="connsiteY423" fmla="*/ 405977 h 463126"/>
                <a:gd name="connsiteX424" fmla="*/ 742103 w 1212426"/>
                <a:gd name="connsiteY424" fmla="*/ 404707 h 463126"/>
                <a:gd name="connsiteX425" fmla="*/ 747607 w 1212426"/>
                <a:gd name="connsiteY425" fmla="*/ 403013 h 463126"/>
                <a:gd name="connsiteX426" fmla="*/ 761577 w 1212426"/>
                <a:gd name="connsiteY426" fmla="*/ 403013 h 463126"/>
                <a:gd name="connsiteX427" fmla="*/ 776817 w 1212426"/>
                <a:gd name="connsiteY427" fmla="*/ 398780 h 463126"/>
                <a:gd name="connsiteX428" fmla="*/ 785283 w 1212426"/>
                <a:gd name="connsiteY428" fmla="*/ 384810 h 463126"/>
                <a:gd name="connsiteX429" fmla="*/ 788247 w 1212426"/>
                <a:gd name="connsiteY429" fmla="*/ 387773 h 463126"/>
                <a:gd name="connsiteX430" fmla="*/ 789517 w 1212426"/>
                <a:gd name="connsiteY430" fmla="*/ 401743 h 463126"/>
                <a:gd name="connsiteX431" fmla="*/ 803487 w 1212426"/>
                <a:gd name="connsiteY431" fmla="*/ 398780 h 463126"/>
                <a:gd name="connsiteX432" fmla="*/ 817457 w 1212426"/>
                <a:gd name="connsiteY432" fmla="*/ 393277 h 463126"/>
                <a:gd name="connsiteX433" fmla="*/ 832697 w 1212426"/>
                <a:gd name="connsiteY433" fmla="*/ 389043 h 463126"/>
                <a:gd name="connsiteX434" fmla="*/ 846667 w 1212426"/>
                <a:gd name="connsiteY434" fmla="*/ 383540 h 463126"/>
                <a:gd name="connsiteX435" fmla="*/ 860637 w 1212426"/>
                <a:gd name="connsiteY435" fmla="*/ 375497 h 463126"/>
                <a:gd name="connsiteX436" fmla="*/ 863600 w 1212426"/>
                <a:gd name="connsiteY436" fmla="*/ 371263 h 463126"/>
                <a:gd name="connsiteX437" fmla="*/ 878840 w 1212426"/>
                <a:gd name="connsiteY437" fmla="*/ 364067 h 463126"/>
                <a:gd name="connsiteX438" fmla="*/ 892810 w 1212426"/>
                <a:gd name="connsiteY438" fmla="*/ 358563 h 463126"/>
                <a:gd name="connsiteX439" fmla="*/ 908050 w 1212426"/>
                <a:gd name="connsiteY439" fmla="*/ 351367 h 463126"/>
                <a:gd name="connsiteX440" fmla="*/ 922020 w 1212426"/>
                <a:gd name="connsiteY440" fmla="*/ 347133 h 463126"/>
                <a:gd name="connsiteX441" fmla="*/ 935990 w 1212426"/>
                <a:gd name="connsiteY441" fmla="*/ 341630 h 463126"/>
                <a:gd name="connsiteX442" fmla="*/ 951230 w 1212426"/>
                <a:gd name="connsiteY442" fmla="*/ 337820 h 463126"/>
                <a:gd name="connsiteX443" fmla="*/ 965200 w 1212426"/>
                <a:gd name="connsiteY443" fmla="*/ 331893 h 463126"/>
                <a:gd name="connsiteX444" fmla="*/ 979593 w 1212426"/>
                <a:gd name="connsiteY444" fmla="*/ 319617 h 463126"/>
                <a:gd name="connsiteX445" fmla="*/ 980863 w 1212426"/>
                <a:gd name="connsiteY445" fmla="*/ 319617 h 463126"/>
                <a:gd name="connsiteX446" fmla="*/ 993140 w 1212426"/>
                <a:gd name="connsiteY446" fmla="*/ 329353 h 463126"/>
                <a:gd name="connsiteX447" fmla="*/ 1007110 w 1212426"/>
                <a:gd name="connsiteY447" fmla="*/ 328083 h 463126"/>
                <a:gd name="connsiteX448" fmla="*/ 1022350 w 1212426"/>
                <a:gd name="connsiteY448" fmla="*/ 333163 h 463126"/>
                <a:gd name="connsiteX449" fmla="*/ 1036320 w 1212426"/>
                <a:gd name="connsiteY449" fmla="*/ 322157 h 463126"/>
                <a:gd name="connsiteX450" fmla="*/ 1038013 w 1212426"/>
                <a:gd name="connsiteY450" fmla="*/ 320887 h 463126"/>
                <a:gd name="connsiteX451" fmla="*/ 1051560 w 1212426"/>
                <a:gd name="connsiteY451" fmla="*/ 313690 h 463126"/>
                <a:gd name="connsiteX452" fmla="*/ 1065953 w 1212426"/>
                <a:gd name="connsiteY452" fmla="*/ 312420 h 463126"/>
                <a:gd name="connsiteX453" fmla="*/ 1079923 w 1212426"/>
                <a:gd name="connsiteY453" fmla="*/ 305647 h 463126"/>
                <a:gd name="connsiteX454" fmla="*/ 1081193 w 1212426"/>
                <a:gd name="connsiteY454" fmla="*/ 302683 h 463126"/>
                <a:gd name="connsiteX455" fmla="*/ 1090930 w 1212426"/>
                <a:gd name="connsiteY455" fmla="*/ 288713 h 463126"/>
                <a:gd name="connsiteX456" fmla="*/ 1076960 w 1212426"/>
                <a:gd name="connsiteY456" fmla="*/ 284480 h 463126"/>
                <a:gd name="connsiteX457" fmla="*/ 1090930 w 1212426"/>
                <a:gd name="connsiteY457" fmla="*/ 273473 h 463126"/>
                <a:gd name="connsiteX458" fmla="*/ 1106170 w 1212426"/>
                <a:gd name="connsiteY458" fmla="*/ 270510 h 463126"/>
                <a:gd name="connsiteX459" fmla="*/ 1099397 w 1212426"/>
                <a:gd name="connsiteY459" fmla="*/ 256540 h 463126"/>
                <a:gd name="connsiteX460" fmla="*/ 1112943 w 1212426"/>
                <a:gd name="connsiteY460" fmla="*/ 269240 h 463126"/>
                <a:gd name="connsiteX461" fmla="*/ 1128607 w 1212426"/>
                <a:gd name="connsiteY461" fmla="*/ 267970 h 463126"/>
                <a:gd name="connsiteX462" fmla="*/ 1142577 w 1212426"/>
                <a:gd name="connsiteY462" fmla="*/ 255270 h 463126"/>
                <a:gd name="connsiteX463" fmla="*/ 1156547 w 1212426"/>
                <a:gd name="connsiteY463" fmla="*/ 254000 h 463126"/>
                <a:gd name="connsiteX464" fmla="*/ 1165013 w 1212426"/>
                <a:gd name="connsiteY464" fmla="*/ 254000 h 463126"/>
                <a:gd name="connsiteX465" fmla="*/ 1153583 w 1212426"/>
                <a:gd name="connsiteY465" fmla="*/ 248497 h 463126"/>
                <a:gd name="connsiteX466" fmla="*/ 1167553 w 1212426"/>
                <a:gd name="connsiteY466" fmla="*/ 238760 h 463126"/>
                <a:gd name="connsiteX467" fmla="*/ 1152313 w 1212426"/>
                <a:gd name="connsiteY467" fmla="*/ 235797 h 463126"/>
                <a:gd name="connsiteX468" fmla="*/ 1167553 w 1212426"/>
                <a:gd name="connsiteY468" fmla="*/ 235797 h 463126"/>
                <a:gd name="connsiteX469" fmla="*/ 1181523 w 1212426"/>
                <a:gd name="connsiteY469" fmla="*/ 232833 h 463126"/>
                <a:gd name="connsiteX470" fmla="*/ 1167553 w 1212426"/>
                <a:gd name="connsiteY470" fmla="*/ 227330 h 463126"/>
                <a:gd name="connsiteX471" fmla="*/ 1153583 w 1212426"/>
                <a:gd name="connsiteY471" fmla="*/ 221827 h 463126"/>
                <a:gd name="connsiteX472" fmla="*/ 1139613 w 1212426"/>
                <a:gd name="connsiteY472" fmla="*/ 218863 h 463126"/>
                <a:gd name="connsiteX473" fmla="*/ 1153583 w 1212426"/>
                <a:gd name="connsiteY473" fmla="*/ 213360 h 463126"/>
                <a:gd name="connsiteX474" fmla="*/ 1169247 w 1212426"/>
                <a:gd name="connsiteY474" fmla="*/ 217593 h 463126"/>
                <a:gd name="connsiteX475" fmla="*/ 1183217 w 1212426"/>
                <a:gd name="connsiteY475" fmla="*/ 226060 h 463126"/>
                <a:gd name="connsiteX476" fmla="*/ 1196763 w 1212426"/>
                <a:gd name="connsiteY476" fmla="*/ 224790 h 463126"/>
                <a:gd name="connsiteX477" fmla="*/ 1212427 w 1212426"/>
                <a:gd name="connsiteY477" fmla="*/ 213360 h 463126"/>
                <a:gd name="connsiteX478" fmla="*/ 1212427 w 1212426"/>
                <a:gd name="connsiteY478" fmla="*/ 199390 h 463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</a:cxnLst>
              <a:rect l="l" t="t" r="r" b="b"/>
              <a:pathLst>
                <a:path w="1212426" h="463126">
                  <a:moveTo>
                    <a:pt x="1196763" y="195157"/>
                  </a:moveTo>
                  <a:lnTo>
                    <a:pt x="1183217" y="195157"/>
                  </a:lnTo>
                  <a:lnTo>
                    <a:pt x="1167553" y="195157"/>
                  </a:lnTo>
                  <a:lnTo>
                    <a:pt x="1157817" y="196850"/>
                  </a:lnTo>
                  <a:lnTo>
                    <a:pt x="1166283" y="195157"/>
                  </a:lnTo>
                  <a:lnTo>
                    <a:pt x="1167553" y="195157"/>
                  </a:lnTo>
                  <a:lnTo>
                    <a:pt x="1181523" y="193887"/>
                  </a:lnTo>
                  <a:lnTo>
                    <a:pt x="1195493" y="192617"/>
                  </a:lnTo>
                  <a:lnTo>
                    <a:pt x="1209463" y="184150"/>
                  </a:lnTo>
                  <a:lnTo>
                    <a:pt x="1205230" y="182880"/>
                  </a:lnTo>
                  <a:lnTo>
                    <a:pt x="1191260" y="181187"/>
                  </a:lnTo>
                  <a:lnTo>
                    <a:pt x="1177290" y="181187"/>
                  </a:lnTo>
                  <a:lnTo>
                    <a:pt x="1163320" y="182880"/>
                  </a:lnTo>
                  <a:lnTo>
                    <a:pt x="1177290" y="178647"/>
                  </a:lnTo>
                  <a:lnTo>
                    <a:pt x="1191260" y="170180"/>
                  </a:lnTo>
                  <a:lnTo>
                    <a:pt x="1206500" y="160443"/>
                  </a:lnTo>
                  <a:lnTo>
                    <a:pt x="1206500" y="146473"/>
                  </a:lnTo>
                  <a:lnTo>
                    <a:pt x="1192530" y="147743"/>
                  </a:lnTo>
                  <a:lnTo>
                    <a:pt x="1177290" y="133773"/>
                  </a:lnTo>
                  <a:lnTo>
                    <a:pt x="1163320" y="133773"/>
                  </a:lnTo>
                  <a:lnTo>
                    <a:pt x="1149350" y="131233"/>
                  </a:lnTo>
                  <a:lnTo>
                    <a:pt x="1148080" y="131233"/>
                  </a:lnTo>
                  <a:lnTo>
                    <a:pt x="1132840" y="131233"/>
                  </a:lnTo>
                  <a:lnTo>
                    <a:pt x="1118870" y="140970"/>
                  </a:lnTo>
                  <a:lnTo>
                    <a:pt x="1104900" y="150707"/>
                  </a:lnTo>
                  <a:lnTo>
                    <a:pt x="1107440" y="146473"/>
                  </a:lnTo>
                  <a:lnTo>
                    <a:pt x="1121410" y="136737"/>
                  </a:lnTo>
                  <a:lnTo>
                    <a:pt x="1124373" y="135467"/>
                  </a:lnTo>
                  <a:lnTo>
                    <a:pt x="1138343" y="122767"/>
                  </a:lnTo>
                  <a:lnTo>
                    <a:pt x="1138343" y="108797"/>
                  </a:lnTo>
                  <a:lnTo>
                    <a:pt x="1124373" y="110067"/>
                  </a:lnTo>
                  <a:lnTo>
                    <a:pt x="1110403" y="113030"/>
                  </a:lnTo>
                  <a:lnTo>
                    <a:pt x="1095163" y="115993"/>
                  </a:lnTo>
                  <a:lnTo>
                    <a:pt x="1081193" y="117263"/>
                  </a:lnTo>
                  <a:lnTo>
                    <a:pt x="1079923" y="117263"/>
                  </a:lnTo>
                  <a:lnTo>
                    <a:pt x="1087967" y="102023"/>
                  </a:lnTo>
                  <a:lnTo>
                    <a:pt x="1101937" y="96097"/>
                  </a:lnTo>
                  <a:lnTo>
                    <a:pt x="1112943" y="82127"/>
                  </a:lnTo>
                  <a:lnTo>
                    <a:pt x="1103630" y="68580"/>
                  </a:lnTo>
                  <a:lnTo>
                    <a:pt x="1089660" y="72390"/>
                  </a:lnTo>
                  <a:lnTo>
                    <a:pt x="1073997" y="71120"/>
                  </a:lnTo>
                  <a:lnTo>
                    <a:pt x="1060027" y="57150"/>
                  </a:lnTo>
                  <a:lnTo>
                    <a:pt x="1075690" y="54187"/>
                  </a:lnTo>
                  <a:lnTo>
                    <a:pt x="1082463" y="50377"/>
                  </a:lnTo>
                  <a:lnTo>
                    <a:pt x="1082463" y="34713"/>
                  </a:lnTo>
                  <a:lnTo>
                    <a:pt x="1097703" y="32173"/>
                  </a:lnTo>
                  <a:lnTo>
                    <a:pt x="1111673" y="27940"/>
                  </a:lnTo>
                  <a:lnTo>
                    <a:pt x="1125643" y="22437"/>
                  </a:lnTo>
                  <a:lnTo>
                    <a:pt x="1111673" y="23707"/>
                  </a:lnTo>
                  <a:lnTo>
                    <a:pt x="1097703" y="20743"/>
                  </a:lnTo>
                  <a:lnTo>
                    <a:pt x="1082463" y="26670"/>
                  </a:lnTo>
                  <a:lnTo>
                    <a:pt x="1068493" y="36407"/>
                  </a:lnTo>
                  <a:lnTo>
                    <a:pt x="1054523" y="38947"/>
                  </a:lnTo>
                  <a:lnTo>
                    <a:pt x="1040553" y="41910"/>
                  </a:lnTo>
                  <a:lnTo>
                    <a:pt x="1032087" y="57150"/>
                  </a:lnTo>
                  <a:lnTo>
                    <a:pt x="1027853" y="52917"/>
                  </a:lnTo>
                  <a:lnTo>
                    <a:pt x="1014307" y="43180"/>
                  </a:lnTo>
                  <a:lnTo>
                    <a:pt x="998643" y="33443"/>
                  </a:lnTo>
                  <a:lnTo>
                    <a:pt x="1000337" y="19473"/>
                  </a:lnTo>
                  <a:lnTo>
                    <a:pt x="986367" y="5503"/>
                  </a:lnTo>
                  <a:lnTo>
                    <a:pt x="970703" y="0"/>
                  </a:lnTo>
                  <a:lnTo>
                    <a:pt x="957157" y="0"/>
                  </a:lnTo>
                  <a:lnTo>
                    <a:pt x="943187" y="7197"/>
                  </a:lnTo>
                  <a:lnTo>
                    <a:pt x="927523" y="2963"/>
                  </a:lnTo>
                  <a:lnTo>
                    <a:pt x="913553" y="11007"/>
                  </a:lnTo>
                  <a:lnTo>
                    <a:pt x="916517" y="26670"/>
                  </a:lnTo>
                  <a:lnTo>
                    <a:pt x="920750" y="40217"/>
                  </a:lnTo>
                  <a:lnTo>
                    <a:pt x="916517" y="44450"/>
                  </a:lnTo>
                  <a:lnTo>
                    <a:pt x="902547" y="50377"/>
                  </a:lnTo>
                  <a:lnTo>
                    <a:pt x="897043" y="64347"/>
                  </a:lnTo>
                  <a:lnTo>
                    <a:pt x="884343" y="55880"/>
                  </a:lnTo>
                  <a:lnTo>
                    <a:pt x="869103" y="58420"/>
                  </a:lnTo>
                  <a:lnTo>
                    <a:pt x="855133" y="48683"/>
                  </a:lnTo>
                  <a:lnTo>
                    <a:pt x="853863" y="48683"/>
                  </a:lnTo>
                  <a:lnTo>
                    <a:pt x="839470" y="46143"/>
                  </a:lnTo>
                  <a:lnTo>
                    <a:pt x="825923" y="52917"/>
                  </a:lnTo>
                  <a:lnTo>
                    <a:pt x="811953" y="64347"/>
                  </a:lnTo>
                  <a:lnTo>
                    <a:pt x="799253" y="77893"/>
                  </a:lnTo>
                  <a:lnTo>
                    <a:pt x="784013" y="90593"/>
                  </a:lnTo>
                  <a:lnTo>
                    <a:pt x="779780" y="80857"/>
                  </a:lnTo>
                  <a:lnTo>
                    <a:pt x="768773" y="66887"/>
                  </a:lnTo>
                  <a:lnTo>
                    <a:pt x="754803" y="61383"/>
                  </a:lnTo>
                  <a:lnTo>
                    <a:pt x="751840" y="57150"/>
                  </a:lnTo>
                  <a:lnTo>
                    <a:pt x="737870" y="54187"/>
                  </a:lnTo>
                  <a:lnTo>
                    <a:pt x="723900" y="52917"/>
                  </a:lnTo>
                  <a:lnTo>
                    <a:pt x="708660" y="52917"/>
                  </a:lnTo>
                  <a:lnTo>
                    <a:pt x="704427" y="66887"/>
                  </a:lnTo>
                  <a:lnTo>
                    <a:pt x="708660" y="80857"/>
                  </a:lnTo>
                  <a:lnTo>
                    <a:pt x="722630" y="94827"/>
                  </a:lnTo>
                  <a:lnTo>
                    <a:pt x="719667" y="110067"/>
                  </a:lnTo>
                  <a:lnTo>
                    <a:pt x="719667" y="124037"/>
                  </a:lnTo>
                  <a:lnTo>
                    <a:pt x="717127" y="129963"/>
                  </a:lnTo>
                  <a:lnTo>
                    <a:pt x="709930" y="118533"/>
                  </a:lnTo>
                  <a:lnTo>
                    <a:pt x="707390" y="104563"/>
                  </a:lnTo>
                  <a:lnTo>
                    <a:pt x="700193" y="90593"/>
                  </a:lnTo>
                  <a:lnTo>
                    <a:pt x="686223" y="83820"/>
                  </a:lnTo>
                  <a:lnTo>
                    <a:pt x="679450" y="69850"/>
                  </a:lnTo>
                  <a:lnTo>
                    <a:pt x="669713" y="55880"/>
                  </a:lnTo>
                  <a:lnTo>
                    <a:pt x="654050" y="48683"/>
                  </a:lnTo>
                  <a:lnTo>
                    <a:pt x="640080" y="50377"/>
                  </a:lnTo>
                  <a:lnTo>
                    <a:pt x="637540" y="50377"/>
                  </a:lnTo>
                  <a:lnTo>
                    <a:pt x="623570" y="54187"/>
                  </a:lnTo>
                  <a:lnTo>
                    <a:pt x="620607" y="68580"/>
                  </a:lnTo>
                  <a:lnTo>
                    <a:pt x="606637" y="65617"/>
                  </a:lnTo>
                  <a:lnTo>
                    <a:pt x="591397" y="65617"/>
                  </a:lnTo>
                  <a:lnTo>
                    <a:pt x="577427" y="74083"/>
                  </a:lnTo>
                  <a:lnTo>
                    <a:pt x="571923" y="88053"/>
                  </a:lnTo>
                  <a:lnTo>
                    <a:pt x="576157" y="102023"/>
                  </a:lnTo>
                  <a:lnTo>
                    <a:pt x="567690" y="117263"/>
                  </a:lnTo>
                  <a:lnTo>
                    <a:pt x="565150" y="117263"/>
                  </a:lnTo>
                  <a:lnTo>
                    <a:pt x="555413" y="115993"/>
                  </a:lnTo>
                  <a:lnTo>
                    <a:pt x="553720" y="115993"/>
                  </a:lnTo>
                  <a:lnTo>
                    <a:pt x="543983" y="108797"/>
                  </a:lnTo>
                  <a:lnTo>
                    <a:pt x="534247" y="94827"/>
                  </a:lnTo>
                  <a:lnTo>
                    <a:pt x="520277" y="85090"/>
                  </a:lnTo>
                  <a:lnTo>
                    <a:pt x="516043" y="71120"/>
                  </a:lnTo>
                  <a:lnTo>
                    <a:pt x="505037" y="60113"/>
                  </a:lnTo>
                  <a:lnTo>
                    <a:pt x="497840" y="58420"/>
                  </a:lnTo>
                  <a:lnTo>
                    <a:pt x="483870" y="62653"/>
                  </a:lnTo>
                  <a:lnTo>
                    <a:pt x="470323" y="69850"/>
                  </a:lnTo>
                  <a:lnTo>
                    <a:pt x="468630" y="83820"/>
                  </a:lnTo>
                  <a:lnTo>
                    <a:pt x="474133" y="99060"/>
                  </a:lnTo>
                  <a:lnTo>
                    <a:pt x="475403" y="113030"/>
                  </a:lnTo>
                  <a:lnTo>
                    <a:pt x="471593" y="127000"/>
                  </a:lnTo>
                  <a:lnTo>
                    <a:pt x="464397" y="132503"/>
                  </a:lnTo>
                  <a:lnTo>
                    <a:pt x="453390" y="146473"/>
                  </a:lnTo>
                  <a:lnTo>
                    <a:pt x="447887" y="138007"/>
                  </a:lnTo>
                  <a:lnTo>
                    <a:pt x="443653" y="151977"/>
                  </a:lnTo>
                  <a:lnTo>
                    <a:pt x="435187" y="149437"/>
                  </a:lnTo>
                  <a:lnTo>
                    <a:pt x="426720" y="139700"/>
                  </a:lnTo>
                  <a:lnTo>
                    <a:pt x="419947" y="125730"/>
                  </a:lnTo>
                  <a:lnTo>
                    <a:pt x="405977" y="132503"/>
                  </a:lnTo>
                  <a:lnTo>
                    <a:pt x="392007" y="143510"/>
                  </a:lnTo>
                  <a:lnTo>
                    <a:pt x="385233" y="157480"/>
                  </a:lnTo>
                  <a:lnTo>
                    <a:pt x="382270" y="171450"/>
                  </a:lnTo>
                  <a:lnTo>
                    <a:pt x="372533" y="157480"/>
                  </a:lnTo>
                  <a:lnTo>
                    <a:pt x="370840" y="171450"/>
                  </a:lnTo>
                  <a:lnTo>
                    <a:pt x="362797" y="185420"/>
                  </a:lnTo>
                  <a:lnTo>
                    <a:pt x="362797" y="200660"/>
                  </a:lnTo>
                  <a:lnTo>
                    <a:pt x="358563" y="188383"/>
                  </a:lnTo>
                  <a:lnTo>
                    <a:pt x="356870" y="174413"/>
                  </a:lnTo>
                  <a:lnTo>
                    <a:pt x="358563" y="160443"/>
                  </a:lnTo>
                  <a:lnTo>
                    <a:pt x="344593" y="154940"/>
                  </a:lnTo>
                  <a:lnTo>
                    <a:pt x="328930" y="157480"/>
                  </a:lnTo>
                  <a:lnTo>
                    <a:pt x="344593" y="150707"/>
                  </a:lnTo>
                  <a:lnTo>
                    <a:pt x="345863" y="136737"/>
                  </a:lnTo>
                  <a:lnTo>
                    <a:pt x="331893" y="129963"/>
                  </a:lnTo>
                  <a:lnTo>
                    <a:pt x="316653" y="125730"/>
                  </a:lnTo>
                  <a:lnTo>
                    <a:pt x="311150" y="110067"/>
                  </a:lnTo>
                  <a:lnTo>
                    <a:pt x="326390" y="122767"/>
                  </a:lnTo>
                  <a:lnTo>
                    <a:pt x="340360" y="124037"/>
                  </a:lnTo>
                  <a:lnTo>
                    <a:pt x="351367" y="110067"/>
                  </a:lnTo>
                  <a:lnTo>
                    <a:pt x="367030" y="97790"/>
                  </a:lnTo>
                  <a:lnTo>
                    <a:pt x="359833" y="83820"/>
                  </a:lnTo>
                  <a:lnTo>
                    <a:pt x="354330" y="83820"/>
                  </a:lnTo>
                  <a:lnTo>
                    <a:pt x="340360" y="82127"/>
                  </a:lnTo>
                  <a:lnTo>
                    <a:pt x="354330" y="74083"/>
                  </a:lnTo>
                  <a:lnTo>
                    <a:pt x="339090" y="64347"/>
                  </a:lnTo>
                  <a:lnTo>
                    <a:pt x="325120" y="64347"/>
                  </a:lnTo>
                  <a:lnTo>
                    <a:pt x="320887" y="48683"/>
                  </a:lnTo>
                  <a:lnTo>
                    <a:pt x="306917" y="38947"/>
                  </a:lnTo>
                  <a:lnTo>
                    <a:pt x="292947" y="34713"/>
                  </a:lnTo>
                  <a:lnTo>
                    <a:pt x="278977" y="34713"/>
                  </a:lnTo>
                  <a:lnTo>
                    <a:pt x="272203" y="20743"/>
                  </a:lnTo>
                  <a:lnTo>
                    <a:pt x="257810" y="16510"/>
                  </a:lnTo>
                  <a:lnTo>
                    <a:pt x="244263" y="9737"/>
                  </a:lnTo>
                  <a:lnTo>
                    <a:pt x="228600" y="16510"/>
                  </a:lnTo>
                  <a:lnTo>
                    <a:pt x="214630" y="9737"/>
                  </a:lnTo>
                  <a:lnTo>
                    <a:pt x="201083" y="13970"/>
                  </a:lnTo>
                  <a:lnTo>
                    <a:pt x="185420" y="18203"/>
                  </a:lnTo>
                  <a:lnTo>
                    <a:pt x="184150" y="32173"/>
                  </a:lnTo>
                  <a:lnTo>
                    <a:pt x="198120" y="33443"/>
                  </a:lnTo>
                  <a:lnTo>
                    <a:pt x="212090" y="32173"/>
                  </a:lnTo>
                  <a:lnTo>
                    <a:pt x="227330" y="34713"/>
                  </a:lnTo>
                  <a:lnTo>
                    <a:pt x="242570" y="38947"/>
                  </a:lnTo>
                  <a:lnTo>
                    <a:pt x="256540" y="38947"/>
                  </a:lnTo>
                  <a:lnTo>
                    <a:pt x="242570" y="41910"/>
                  </a:lnTo>
                  <a:lnTo>
                    <a:pt x="228600" y="41910"/>
                  </a:lnTo>
                  <a:lnTo>
                    <a:pt x="213360" y="38947"/>
                  </a:lnTo>
                  <a:lnTo>
                    <a:pt x="199390" y="52917"/>
                  </a:lnTo>
                  <a:lnTo>
                    <a:pt x="213360" y="58420"/>
                  </a:lnTo>
                  <a:lnTo>
                    <a:pt x="227330" y="61383"/>
                  </a:lnTo>
                  <a:lnTo>
                    <a:pt x="241300" y="75353"/>
                  </a:lnTo>
                  <a:lnTo>
                    <a:pt x="240030" y="89323"/>
                  </a:lnTo>
                  <a:lnTo>
                    <a:pt x="226060" y="89323"/>
                  </a:lnTo>
                  <a:lnTo>
                    <a:pt x="213360" y="103293"/>
                  </a:lnTo>
                  <a:lnTo>
                    <a:pt x="214630" y="99060"/>
                  </a:lnTo>
                  <a:lnTo>
                    <a:pt x="224790" y="83820"/>
                  </a:lnTo>
                  <a:lnTo>
                    <a:pt x="216323" y="69850"/>
                  </a:lnTo>
                  <a:lnTo>
                    <a:pt x="201083" y="77893"/>
                  </a:lnTo>
                  <a:lnTo>
                    <a:pt x="186690" y="85090"/>
                  </a:lnTo>
                  <a:lnTo>
                    <a:pt x="190923" y="71120"/>
                  </a:lnTo>
                  <a:lnTo>
                    <a:pt x="175683" y="77893"/>
                  </a:lnTo>
                  <a:lnTo>
                    <a:pt x="184150" y="64347"/>
                  </a:lnTo>
                  <a:lnTo>
                    <a:pt x="170180" y="57150"/>
                  </a:lnTo>
                  <a:lnTo>
                    <a:pt x="156210" y="51647"/>
                  </a:lnTo>
                  <a:lnTo>
                    <a:pt x="140970" y="48683"/>
                  </a:lnTo>
                  <a:lnTo>
                    <a:pt x="127000" y="51647"/>
                  </a:lnTo>
                  <a:lnTo>
                    <a:pt x="124037" y="57150"/>
                  </a:lnTo>
                  <a:lnTo>
                    <a:pt x="138007" y="62653"/>
                  </a:lnTo>
                  <a:lnTo>
                    <a:pt x="124037" y="69850"/>
                  </a:lnTo>
                  <a:lnTo>
                    <a:pt x="138007" y="79587"/>
                  </a:lnTo>
                  <a:lnTo>
                    <a:pt x="124037" y="72390"/>
                  </a:lnTo>
                  <a:lnTo>
                    <a:pt x="110067" y="69850"/>
                  </a:lnTo>
                  <a:lnTo>
                    <a:pt x="96097" y="66887"/>
                  </a:lnTo>
                  <a:lnTo>
                    <a:pt x="96097" y="82127"/>
                  </a:lnTo>
                  <a:lnTo>
                    <a:pt x="110067" y="90593"/>
                  </a:lnTo>
                  <a:lnTo>
                    <a:pt x="124037" y="93557"/>
                  </a:lnTo>
                  <a:lnTo>
                    <a:pt x="138007" y="99060"/>
                  </a:lnTo>
                  <a:lnTo>
                    <a:pt x="124037" y="97790"/>
                  </a:lnTo>
                  <a:lnTo>
                    <a:pt x="110067" y="96097"/>
                  </a:lnTo>
                  <a:lnTo>
                    <a:pt x="96097" y="90593"/>
                  </a:lnTo>
                  <a:lnTo>
                    <a:pt x="80857" y="103293"/>
                  </a:lnTo>
                  <a:lnTo>
                    <a:pt x="94827" y="110067"/>
                  </a:lnTo>
                  <a:lnTo>
                    <a:pt x="108797" y="114300"/>
                  </a:lnTo>
                  <a:lnTo>
                    <a:pt x="124037" y="113030"/>
                  </a:lnTo>
                  <a:lnTo>
                    <a:pt x="138007" y="115993"/>
                  </a:lnTo>
                  <a:lnTo>
                    <a:pt x="122767" y="117263"/>
                  </a:lnTo>
                  <a:lnTo>
                    <a:pt x="108797" y="119803"/>
                  </a:lnTo>
                  <a:lnTo>
                    <a:pt x="118533" y="125730"/>
                  </a:lnTo>
                  <a:lnTo>
                    <a:pt x="132503" y="125730"/>
                  </a:lnTo>
                  <a:lnTo>
                    <a:pt x="117263" y="131233"/>
                  </a:lnTo>
                  <a:lnTo>
                    <a:pt x="103293" y="124037"/>
                  </a:lnTo>
                  <a:lnTo>
                    <a:pt x="89323" y="118533"/>
                  </a:lnTo>
                  <a:lnTo>
                    <a:pt x="75353" y="113030"/>
                  </a:lnTo>
                  <a:lnTo>
                    <a:pt x="60113" y="108797"/>
                  </a:lnTo>
                  <a:lnTo>
                    <a:pt x="46143" y="111337"/>
                  </a:lnTo>
                  <a:lnTo>
                    <a:pt x="54610" y="125730"/>
                  </a:lnTo>
                  <a:lnTo>
                    <a:pt x="68157" y="132503"/>
                  </a:lnTo>
                  <a:lnTo>
                    <a:pt x="54610" y="138007"/>
                  </a:lnTo>
                  <a:lnTo>
                    <a:pt x="68157" y="146473"/>
                  </a:lnTo>
                  <a:lnTo>
                    <a:pt x="54610" y="142240"/>
                  </a:lnTo>
                  <a:lnTo>
                    <a:pt x="40217" y="138007"/>
                  </a:lnTo>
                  <a:lnTo>
                    <a:pt x="26670" y="132503"/>
                  </a:lnTo>
                  <a:lnTo>
                    <a:pt x="11007" y="138007"/>
                  </a:lnTo>
                  <a:lnTo>
                    <a:pt x="0" y="151977"/>
                  </a:lnTo>
                  <a:lnTo>
                    <a:pt x="15240" y="151977"/>
                  </a:lnTo>
                  <a:lnTo>
                    <a:pt x="29210" y="151977"/>
                  </a:lnTo>
                  <a:lnTo>
                    <a:pt x="44873" y="156210"/>
                  </a:lnTo>
                  <a:lnTo>
                    <a:pt x="58420" y="164677"/>
                  </a:lnTo>
                  <a:lnTo>
                    <a:pt x="71120" y="163407"/>
                  </a:lnTo>
                  <a:lnTo>
                    <a:pt x="86360" y="156210"/>
                  </a:lnTo>
                  <a:lnTo>
                    <a:pt x="100330" y="154940"/>
                  </a:lnTo>
                  <a:lnTo>
                    <a:pt x="114300" y="149437"/>
                  </a:lnTo>
                  <a:lnTo>
                    <a:pt x="128270" y="153670"/>
                  </a:lnTo>
                  <a:lnTo>
                    <a:pt x="142240" y="139700"/>
                  </a:lnTo>
                  <a:lnTo>
                    <a:pt x="157480" y="145203"/>
                  </a:lnTo>
                  <a:lnTo>
                    <a:pt x="171450" y="138007"/>
                  </a:lnTo>
                  <a:lnTo>
                    <a:pt x="173143" y="140970"/>
                  </a:lnTo>
                  <a:lnTo>
                    <a:pt x="186690" y="136737"/>
                  </a:lnTo>
                  <a:lnTo>
                    <a:pt x="188383" y="150707"/>
                  </a:lnTo>
                  <a:lnTo>
                    <a:pt x="203623" y="143510"/>
                  </a:lnTo>
                  <a:lnTo>
                    <a:pt x="217593" y="135467"/>
                  </a:lnTo>
                  <a:lnTo>
                    <a:pt x="218863" y="149437"/>
                  </a:lnTo>
                  <a:lnTo>
                    <a:pt x="232833" y="146473"/>
                  </a:lnTo>
                  <a:lnTo>
                    <a:pt x="246803" y="146473"/>
                  </a:lnTo>
                  <a:lnTo>
                    <a:pt x="260773" y="138007"/>
                  </a:lnTo>
                  <a:lnTo>
                    <a:pt x="246803" y="147743"/>
                  </a:lnTo>
                  <a:lnTo>
                    <a:pt x="231563" y="154940"/>
                  </a:lnTo>
                  <a:lnTo>
                    <a:pt x="246803" y="161713"/>
                  </a:lnTo>
                  <a:lnTo>
                    <a:pt x="260773" y="146473"/>
                  </a:lnTo>
                  <a:lnTo>
                    <a:pt x="274743" y="159173"/>
                  </a:lnTo>
                  <a:lnTo>
                    <a:pt x="289983" y="160443"/>
                  </a:lnTo>
                  <a:lnTo>
                    <a:pt x="303953" y="157480"/>
                  </a:lnTo>
                  <a:lnTo>
                    <a:pt x="298450" y="160443"/>
                  </a:lnTo>
                  <a:lnTo>
                    <a:pt x="284480" y="161713"/>
                  </a:lnTo>
                  <a:lnTo>
                    <a:pt x="270510" y="167217"/>
                  </a:lnTo>
                  <a:lnTo>
                    <a:pt x="255270" y="173143"/>
                  </a:lnTo>
                  <a:lnTo>
                    <a:pt x="241300" y="178647"/>
                  </a:lnTo>
                  <a:lnTo>
                    <a:pt x="226060" y="181187"/>
                  </a:lnTo>
                  <a:lnTo>
                    <a:pt x="212090" y="189653"/>
                  </a:lnTo>
                  <a:lnTo>
                    <a:pt x="198120" y="200660"/>
                  </a:lnTo>
                  <a:lnTo>
                    <a:pt x="212090" y="200660"/>
                  </a:lnTo>
                  <a:lnTo>
                    <a:pt x="227330" y="204893"/>
                  </a:lnTo>
                  <a:lnTo>
                    <a:pt x="241300" y="206587"/>
                  </a:lnTo>
                  <a:lnTo>
                    <a:pt x="255270" y="207857"/>
                  </a:lnTo>
                  <a:lnTo>
                    <a:pt x="270510" y="202353"/>
                  </a:lnTo>
                  <a:lnTo>
                    <a:pt x="284480" y="204893"/>
                  </a:lnTo>
                  <a:lnTo>
                    <a:pt x="270510" y="218863"/>
                  </a:lnTo>
                  <a:lnTo>
                    <a:pt x="256540" y="220557"/>
                  </a:lnTo>
                  <a:lnTo>
                    <a:pt x="254000" y="218863"/>
                  </a:lnTo>
                  <a:lnTo>
                    <a:pt x="238337" y="220557"/>
                  </a:lnTo>
                  <a:lnTo>
                    <a:pt x="224790" y="217593"/>
                  </a:lnTo>
                  <a:lnTo>
                    <a:pt x="210820" y="216323"/>
                  </a:lnTo>
                  <a:lnTo>
                    <a:pt x="196850" y="216323"/>
                  </a:lnTo>
                  <a:lnTo>
                    <a:pt x="181187" y="224790"/>
                  </a:lnTo>
                  <a:lnTo>
                    <a:pt x="167217" y="216323"/>
                  </a:lnTo>
                  <a:lnTo>
                    <a:pt x="153247" y="224790"/>
                  </a:lnTo>
                  <a:lnTo>
                    <a:pt x="139700" y="223097"/>
                  </a:lnTo>
                  <a:lnTo>
                    <a:pt x="125730" y="235797"/>
                  </a:lnTo>
                  <a:lnTo>
                    <a:pt x="119803" y="221827"/>
                  </a:lnTo>
                  <a:lnTo>
                    <a:pt x="104563" y="231563"/>
                  </a:lnTo>
                  <a:lnTo>
                    <a:pt x="90593" y="231563"/>
                  </a:lnTo>
                  <a:lnTo>
                    <a:pt x="75353" y="235797"/>
                  </a:lnTo>
                  <a:lnTo>
                    <a:pt x="61383" y="240030"/>
                  </a:lnTo>
                  <a:lnTo>
                    <a:pt x="47413" y="235797"/>
                  </a:lnTo>
                  <a:lnTo>
                    <a:pt x="32173" y="235797"/>
                  </a:lnTo>
                  <a:lnTo>
                    <a:pt x="18203" y="246803"/>
                  </a:lnTo>
                  <a:lnTo>
                    <a:pt x="24977" y="260773"/>
                  </a:lnTo>
                  <a:lnTo>
                    <a:pt x="38947" y="263737"/>
                  </a:lnTo>
                  <a:lnTo>
                    <a:pt x="54610" y="263737"/>
                  </a:lnTo>
                  <a:lnTo>
                    <a:pt x="68157" y="252730"/>
                  </a:lnTo>
                  <a:lnTo>
                    <a:pt x="82127" y="255270"/>
                  </a:lnTo>
                  <a:lnTo>
                    <a:pt x="96097" y="249767"/>
                  </a:lnTo>
                  <a:lnTo>
                    <a:pt x="111760" y="252730"/>
                  </a:lnTo>
                  <a:lnTo>
                    <a:pt x="127000" y="254000"/>
                  </a:lnTo>
                  <a:lnTo>
                    <a:pt x="140970" y="254000"/>
                  </a:lnTo>
                  <a:lnTo>
                    <a:pt x="154940" y="254000"/>
                  </a:lnTo>
                  <a:lnTo>
                    <a:pt x="168487" y="259503"/>
                  </a:lnTo>
                  <a:lnTo>
                    <a:pt x="184150" y="254000"/>
                  </a:lnTo>
                  <a:lnTo>
                    <a:pt x="198120" y="254000"/>
                  </a:lnTo>
                  <a:lnTo>
                    <a:pt x="207857" y="267970"/>
                  </a:lnTo>
                  <a:lnTo>
                    <a:pt x="221827" y="263737"/>
                  </a:lnTo>
                  <a:lnTo>
                    <a:pt x="220133" y="265007"/>
                  </a:lnTo>
                  <a:lnTo>
                    <a:pt x="204893" y="272203"/>
                  </a:lnTo>
                  <a:lnTo>
                    <a:pt x="196850" y="285750"/>
                  </a:lnTo>
                  <a:lnTo>
                    <a:pt x="210820" y="291677"/>
                  </a:lnTo>
                  <a:lnTo>
                    <a:pt x="214630" y="305647"/>
                  </a:lnTo>
                  <a:lnTo>
                    <a:pt x="217593" y="302683"/>
                  </a:lnTo>
                  <a:lnTo>
                    <a:pt x="232833" y="294217"/>
                  </a:lnTo>
                  <a:lnTo>
                    <a:pt x="246803" y="290407"/>
                  </a:lnTo>
                  <a:lnTo>
                    <a:pt x="254000" y="287443"/>
                  </a:lnTo>
                  <a:lnTo>
                    <a:pt x="267547" y="281940"/>
                  </a:lnTo>
                  <a:lnTo>
                    <a:pt x="273473" y="278977"/>
                  </a:lnTo>
                  <a:lnTo>
                    <a:pt x="288713" y="276437"/>
                  </a:lnTo>
                  <a:lnTo>
                    <a:pt x="292947" y="276437"/>
                  </a:lnTo>
                  <a:lnTo>
                    <a:pt x="284480" y="284480"/>
                  </a:lnTo>
                  <a:lnTo>
                    <a:pt x="283210" y="285750"/>
                  </a:lnTo>
                  <a:lnTo>
                    <a:pt x="270510" y="283210"/>
                  </a:lnTo>
                  <a:lnTo>
                    <a:pt x="260773" y="290407"/>
                  </a:lnTo>
                  <a:lnTo>
                    <a:pt x="259503" y="292947"/>
                  </a:lnTo>
                  <a:lnTo>
                    <a:pt x="245533" y="295910"/>
                  </a:lnTo>
                  <a:lnTo>
                    <a:pt x="235797" y="301413"/>
                  </a:lnTo>
                  <a:lnTo>
                    <a:pt x="231563" y="315383"/>
                  </a:lnTo>
                  <a:lnTo>
                    <a:pt x="246803" y="315383"/>
                  </a:lnTo>
                  <a:lnTo>
                    <a:pt x="231563" y="317923"/>
                  </a:lnTo>
                  <a:lnTo>
                    <a:pt x="217593" y="326390"/>
                  </a:lnTo>
                  <a:lnTo>
                    <a:pt x="231563" y="328083"/>
                  </a:lnTo>
                  <a:lnTo>
                    <a:pt x="245533" y="323850"/>
                  </a:lnTo>
                  <a:lnTo>
                    <a:pt x="259503" y="315383"/>
                  </a:lnTo>
                  <a:lnTo>
                    <a:pt x="273473" y="312420"/>
                  </a:lnTo>
                  <a:lnTo>
                    <a:pt x="288713" y="316653"/>
                  </a:lnTo>
                  <a:lnTo>
                    <a:pt x="302683" y="315383"/>
                  </a:lnTo>
                  <a:lnTo>
                    <a:pt x="295910" y="316653"/>
                  </a:lnTo>
                  <a:lnTo>
                    <a:pt x="288713" y="316653"/>
                  </a:lnTo>
                  <a:lnTo>
                    <a:pt x="280247" y="317923"/>
                  </a:lnTo>
                  <a:lnTo>
                    <a:pt x="266277" y="320887"/>
                  </a:lnTo>
                  <a:lnTo>
                    <a:pt x="252730" y="326390"/>
                  </a:lnTo>
                  <a:lnTo>
                    <a:pt x="237067" y="337820"/>
                  </a:lnTo>
                  <a:lnTo>
                    <a:pt x="251037" y="347133"/>
                  </a:lnTo>
                  <a:lnTo>
                    <a:pt x="249767" y="348827"/>
                  </a:lnTo>
                  <a:lnTo>
                    <a:pt x="235797" y="348827"/>
                  </a:lnTo>
                  <a:lnTo>
                    <a:pt x="221827" y="347133"/>
                  </a:lnTo>
                  <a:lnTo>
                    <a:pt x="217593" y="348827"/>
                  </a:lnTo>
                  <a:lnTo>
                    <a:pt x="218863" y="362797"/>
                  </a:lnTo>
                  <a:lnTo>
                    <a:pt x="204893" y="365337"/>
                  </a:lnTo>
                  <a:lnTo>
                    <a:pt x="189653" y="368300"/>
                  </a:lnTo>
                  <a:lnTo>
                    <a:pt x="175683" y="371263"/>
                  </a:lnTo>
                  <a:lnTo>
                    <a:pt x="160443" y="375497"/>
                  </a:lnTo>
                  <a:lnTo>
                    <a:pt x="146473" y="362797"/>
                  </a:lnTo>
                  <a:lnTo>
                    <a:pt x="132503" y="372533"/>
                  </a:lnTo>
                  <a:lnTo>
                    <a:pt x="131233" y="387773"/>
                  </a:lnTo>
                  <a:lnTo>
                    <a:pt x="129540" y="401743"/>
                  </a:lnTo>
                  <a:lnTo>
                    <a:pt x="143933" y="400473"/>
                  </a:lnTo>
                  <a:lnTo>
                    <a:pt x="159173" y="396240"/>
                  </a:lnTo>
                  <a:lnTo>
                    <a:pt x="173143" y="393277"/>
                  </a:lnTo>
                  <a:lnTo>
                    <a:pt x="188383" y="396240"/>
                  </a:lnTo>
                  <a:lnTo>
                    <a:pt x="202353" y="397510"/>
                  </a:lnTo>
                  <a:lnTo>
                    <a:pt x="216323" y="396240"/>
                  </a:lnTo>
                  <a:lnTo>
                    <a:pt x="226060" y="394970"/>
                  </a:lnTo>
                  <a:lnTo>
                    <a:pt x="240030" y="392007"/>
                  </a:lnTo>
                  <a:lnTo>
                    <a:pt x="254000" y="397510"/>
                  </a:lnTo>
                  <a:lnTo>
                    <a:pt x="267547" y="396240"/>
                  </a:lnTo>
                  <a:lnTo>
                    <a:pt x="283210" y="394970"/>
                  </a:lnTo>
                  <a:lnTo>
                    <a:pt x="292947" y="383540"/>
                  </a:lnTo>
                  <a:lnTo>
                    <a:pt x="308187" y="379307"/>
                  </a:lnTo>
                  <a:lnTo>
                    <a:pt x="322157" y="381000"/>
                  </a:lnTo>
                  <a:lnTo>
                    <a:pt x="319617" y="382270"/>
                  </a:lnTo>
                  <a:lnTo>
                    <a:pt x="315383" y="396240"/>
                  </a:lnTo>
                  <a:lnTo>
                    <a:pt x="328930" y="398780"/>
                  </a:lnTo>
                  <a:lnTo>
                    <a:pt x="344593" y="403013"/>
                  </a:lnTo>
                  <a:lnTo>
                    <a:pt x="358563" y="392007"/>
                  </a:lnTo>
                  <a:lnTo>
                    <a:pt x="361527" y="393277"/>
                  </a:lnTo>
                  <a:lnTo>
                    <a:pt x="361527" y="408940"/>
                  </a:lnTo>
                  <a:lnTo>
                    <a:pt x="347557" y="407247"/>
                  </a:lnTo>
                  <a:lnTo>
                    <a:pt x="361527" y="412750"/>
                  </a:lnTo>
                  <a:lnTo>
                    <a:pt x="375073" y="407247"/>
                  </a:lnTo>
                  <a:lnTo>
                    <a:pt x="390737" y="396240"/>
                  </a:lnTo>
                  <a:lnTo>
                    <a:pt x="390737" y="397510"/>
                  </a:lnTo>
                  <a:lnTo>
                    <a:pt x="399203" y="412750"/>
                  </a:lnTo>
                  <a:lnTo>
                    <a:pt x="394970" y="411480"/>
                  </a:lnTo>
                  <a:lnTo>
                    <a:pt x="379307" y="416983"/>
                  </a:lnTo>
                  <a:lnTo>
                    <a:pt x="390737" y="432647"/>
                  </a:lnTo>
                  <a:lnTo>
                    <a:pt x="404707" y="440690"/>
                  </a:lnTo>
                  <a:lnTo>
                    <a:pt x="418677" y="439420"/>
                  </a:lnTo>
                  <a:lnTo>
                    <a:pt x="419947" y="439420"/>
                  </a:lnTo>
                  <a:lnTo>
                    <a:pt x="426720" y="440690"/>
                  </a:lnTo>
                  <a:lnTo>
                    <a:pt x="435187" y="440690"/>
                  </a:lnTo>
                  <a:lnTo>
                    <a:pt x="449157" y="440690"/>
                  </a:lnTo>
                  <a:lnTo>
                    <a:pt x="463127" y="444923"/>
                  </a:lnTo>
                  <a:lnTo>
                    <a:pt x="477097" y="449157"/>
                  </a:lnTo>
                  <a:lnTo>
                    <a:pt x="492337" y="453390"/>
                  </a:lnTo>
                  <a:lnTo>
                    <a:pt x="505037" y="456353"/>
                  </a:lnTo>
                  <a:lnTo>
                    <a:pt x="519007" y="458893"/>
                  </a:lnTo>
                  <a:lnTo>
                    <a:pt x="532553" y="460587"/>
                  </a:lnTo>
                  <a:lnTo>
                    <a:pt x="546947" y="460587"/>
                  </a:lnTo>
                  <a:lnTo>
                    <a:pt x="560493" y="463127"/>
                  </a:lnTo>
                  <a:lnTo>
                    <a:pt x="574887" y="461857"/>
                  </a:lnTo>
                  <a:lnTo>
                    <a:pt x="590127" y="458893"/>
                  </a:lnTo>
                  <a:lnTo>
                    <a:pt x="604097" y="456353"/>
                  </a:lnTo>
                  <a:lnTo>
                    <a:pt x="619337" y="453390"/>
                  </a:lnTo>
                  <a:lnTo>
                    <a:pt x="630767" y="452120"/>
                  </a:lnTo>
                  <a:lnTo>
                    <a:pt x="632037" y="452120"/>
                  </a:lnTo>
                  <a:lnTo>
                    <a:pt x="644313" y="447887"/>
                  </a:lnTo>
                  <a:lnTo>
                    <a:pt x="659977" y="443653"/>
                  </a:lnTo>
                  <a:lnTo>
                    <a:pt x="673947" y="430953"/>
                  </a:lnTo>
                  <a:lnTo>
                    <a:pt x="665480" y="428413"/>
                  </a:lnTo>
                  <a:lnTo>
                    <a:pt x="679450" y="422487"/>
                  </a:lnTo>
                  <a:lnTo>
                    <a:pt x="665480" y="419947"/>
                  </a:lnTo>
                  <a:lnTo>
                    <a:pt x="679450" y="412750"/>
                  </a:lnTo>
                  <a:lnTo>
                    <a:pt x="694690" y="415713"/>
                  </a:lnTo>
                  <a:lnTo>
                    <a:pt x="708660" y="408940"/>
                  </a:lnTo>
                  <a:lnTo>
                    <a:pt x="722630" y="408940"/>
                  </a:lnTo>
                  <a:lnTo>
                    <a:pt x="733637" y="405977"/>
                  </a:lnTo>
                  <a:lnTo>
                    <a:pt x="742103" y="404707"/>
                  </a:lnTo>
                  <a:lnTo>
                    <a:pt x="747607" y="403013"/>
                  </a:lnTo>
                  <a:lnTo>
                    <a:pt x="761577" y="403013"/>
                  </a:lnTo>
                  <a:lnTo>
                    <a:pt x="776817" y="398780"/>
                  </a:lnTo>
                  <a:lnTo>
                    <a:pt x="785283" y="384810"/>
                  </a:lnTo>
                  <a:lnTo>
                    <a:pt x="788247" y="387773"/>
                  </a:lnTo>
                  <a:lnTo>
                    <a:pt x="789517" y="401743"/>
                  </a:lnTo>
                  <a:lnTo>
                    <a:pt x="803487" y="398780"/>
                  </a:lnTo>
                  <a:lnTo>
                    <a:pt x="817457" y="393277"/>
                  </a:lnTo>
                  <a:lnTo>
                    <a:pt x="832697" y="389043"/>
                  </a:lnTo>
                  <a:lnTo>
                    <a:pt x="846667" y="383540"/>
                  </a:lnTo>
                  <a:lnTo>
                    <a:pt x="860637" y="375497"/>
                  </a:lnTo>
                  <a:lnTo>
                    <a:pt x="863600" y="371263"/>
                  </a:lnTo>
                  <a:lnTo>
                    <a:pt x="878840" y="364067"/>
                  </a:lnTo>
                  <a:lnTo>
                    <a:pt x="892810" y="358563"/>
                  </a:lnTo>
                  <a:lnTo>
                    <a:pt x="908050" y="351367"/>
                  </a:lnTo>
                  <a:lnTo>
                    <a:pt x="922020" y="347133"/>
                  </a:lnTo>
                  <a:lnTo>
                    <a:pt x="935990" y="341630"/>
                  </a:lnTo>
                  <a:lnTo>
                    <a:pt x="951230" y="337820"/>
                  </a:lnTo>
                  <a:lnTo>
                    <a:pt x="965200" y="331893"/>
                  </a:lnTo>
                  <a:lnTo>
                    <a:pt x="979593" y="319617"/>
                  </a:lnTo>
                  <a:lnTo>
                    <a:pt x="980863" y="319617"/>
                  </a:lnTo>
                  <a:lnTo>
                    <a:pt x="993140" y="329353"/>
                  </a:lnTo>
                  <a:lnTo>
                    <a:pt x="1007110" y="328083"/>
                  </a:lnTo>
                  <a:lnTo>
                    <a:pt x="1022350" y="333163"/>
                  </a:lnTo>
                  <a:lnTo>
                    <a:pt x="1036320" y="322157"/>
                  </a:lnTo>
                  <a:lnTo>
                    <a:pt x="1038013" y="320887"/>
                  </a:lnTo>
                  <a:lnTo>
                    <a:pt x="1051560" y="313690"/>
                  </a:lnTo>
                  <a:lnTo>
                    <a:pt x="1065953" y="312420"/>
                  </a:lnTo>
                  <a:lnTo>
                    <a:pt x="1079923" y="305647"/>
                  </a:lnTo>
                  <a:lnTo>
                    <a:pt x="1081193" y="302683"/>
                  </a:lnTo>
                  <a:lnTo>
                    <a:pt x="1090930" y="288713"/>
                  </a:lnTo>
                  <a:lnTo>
                    <a:pt x="1076960" y="284480"/>
                  </a:lnTo>
                  <a:lnTo>
                    <a:pt x="1090930" y="273473"/>
                  </a:lnTo>
                  <a:lnTo>
                    <a:pt x="1106170" y="270510"/>
                  </a:lnTo>
                  <a:lnTo>
                    <a:pt x="1099397" y="256540"/>
                  </a:lnTo>
                  <a:lnTo>
                    <a:pt x="1112943" y="269240"/>
                  </a:lnTo>
                  <a:lnTo>
                    <a:pt x="1128607" y="267970"/>
                  </a:lnTo>
                  <a:lnTo>
                    <a:pt x="1142577" y="255270"/>
                  </a:lnTo>
                  <a:lnTo>
                    <a:pt x="1156547" y="254000"/>
                  </a:lnTo>
                  <a:lnTo>
                    <a:pt x="1165013" y="254000"/>
                  </a:lnTo>
                  <a:lnTo>
                    <a:pt x="1153583" y="248497"/>
                  </a:lnTo>
                  <a:lnTo>
                    <a:pt x="1167553" y="238760"/>
                  </a:lnTo>
                  <a:lnTo>
                    <a:pt x="1152313" y="235797"/>
                  </a:lnTo>
                  <a:lnTo>
                    <a:pt x="1167553" y="235797"/>
                  </a:lnTo>
                  <a:lnTo>
                    <a:pt x="1181523" y="232833"/>
                  </a:lnTo>
                  <a:lnTo>
                    <a:pt x="1167553" y="227330"/>
                  </a:lnTo>
                  <a:lnTo>
                    <a:pt x="1153583" y="221827"/>
                  </a:lnTo>
                  <a:lnTo>
                    <a:pt x="1139613" y="218863"/>
                  </a:lnTo>
                  <a:lnTo>
                    <a:pt x="1153583" y="213360"/>
                  </a:lnTo>
                  <a:lnTo>
                    <a:pt x="1169247" y="217593"/>
                  </a:lnTo>
                  <a:lnTo>
                    <a:pt x="1183217" y="226060"/>
                  </a:lnTo>
                  <a:lnTo>
                    <a:pt x="1196763" y="224790"/>
                  </a:lnTo>
                  <a:lnTo>
                    <a:pt x="1212427" y="213360"/>
                  </a:lnTo>
                  <a:lnTo>
                    <a:pt x="1212427" y="199390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7" name="Freeform 2426">
              <a:extLst>
                <a:ext uri="{FF2B5EF4-FFF2-40B4-BE49-F238E27FC236}">
                  <a16:creationId xmlns:a16="http://schemas.microsoft.com/office/drawing/2014/main" id="{B35B1BF0-851C-734A-B1EA-48844896D9AA}"/>
                </a:ext>
              </a:extLst>
            </p:cNvPr>
            <p:cNvSpPr/>
            <p:nvPr/>
          </p:nvSpPr>
          <p:spPr>
            <a:xfrm>
              <a:off x="8017510" y="3543299"/>
              <a:ext cx="879263" cy="461856"/>
            </a:xfrm>
            <a:custGeom>
              <a:avLst/>
              <a:gdLst>
                <a:gd name="connsiteX0" fmla="*/ 0 w 879263"/>
                <a:gd name="connsiteY0" fmla="*/ 277707 h 461856"/>
                <a:gd name="connsiteX1" fmla="*/ 11430 w 879263"/>
                <a:gd name="connsiteY1" fmla="*/ 266277 h 461856"/>
                <a:gd name="connsiteX2" fmla="*/ 18203 w 879263"/>
                <a:gd name="connsiteY2" fmla="*/ 263737 h 461856"/>
                <a:gd name="connsiteX3" fmla="*/ 18203 w 879263"/>
                <a:gd name="connsiteY3" fmla="*/ 262043 h 461856"/>
                <a:gd name="connsiteX4" fmla="*/ 22436 w 879263"/>
                <a:gd name="connsiteY4" fmla="*/ 259503 h 461856"/>
                <a:gd name="connsiteX5" fmla="*/ 36407 w 879263"/>
                <a:gd name="connsiteY5" fmla="*/ 255270 h 461856"/>
                <a:gd name="connsiteX6" fmla="*/ 50377 w 879263"/>
                <a:gd name="connsiteY6" fmla="*/ 256540 h 461856"/>
                <a:gd name="connsiteX7" fmla="*/ 46143 w 879263"/>
                <a:gd name="connsiteY7" fmla="*/ 242570 h 461856"/>
                <a:gd name="connsiteX8" fmla="*/ 44873 w 879263"/>
                <a:gd name="connsiteY8" fmla="*/ 227330 h 461856"/>
                <a:gd name="connsiteX9" fmla="*/ 46143 w 879263"/>
                <a:gd name="connsiteY9" fmla="*/ 213360 h 461856"/>
                <a:gd name="connsiteX10" fmla="*/ 41910 w 879263"/>
                <a:gd name="connsiteY10" fmla="*/ 199390 h 461856"/>
                <a:gd name="connsiteX11" fmla="*/ 51646 w 879263"/>
                <a:gd name="connsiteY11" fmla="*/ 188383 h 461856"/>
                <a:gd name="connsiteX12" fmla="*/ 66040 w 879263"/>
                <a:gd name="connsiteY12" fmla="*/ 184150 h 461856"/>
                <a:gd name="connsiteX13" fmla="*/ 68580 w 879263"/>
                <a:gd name="connsiteY13" fmla="*/ 181187 h 461856"/>
                <a:gd name="connsiteX14" fmla="*/ 68580 w 879263"/>
                <a:gd name="connsiteY14" fmla="*/ 174413 h 461856"/>
                <a:gd name="connsiteX15" fmla="*/ 71120 w 879263"/>
                <a:gd name="connsiteY15" fmla="*/ 160443 h 461856"/>
                <a:gd name="connsiteX16" fmla="*/ 64346 w 879263"/>
                <a:gd name="connsiteY16" fmla="*/ 151977 h 461856"/>
                <a:gd name="connsiteX17" fmla="*/ 50377 w 879263"/>
                <a:gd name="connsiteY17" fmla="*/ 150707 h 461856"/>
                <a:gd name="connsiteX18" fmla="*/ 46143 w 879263"/>
                <a:gd name="connsiteY18" fmla="*/ 142240 h 461856"/>
                <a:gd name="connsiteX19" fmla="*/ 51646 w 879263"/>
                <a:gd name="connsiteY19" fmla="*/ 139700 h 461856"/>
                <a:gd name="connsiteX20" fmla="*/ 53340 w 879263"/>
                <a:gd name="connsiteY20" fmla="*/ 133773 h 461856"/>
                <a:gd name="connsiteX21" fmla="*/ 68580 w 879263"/>
                <a:gd name="connsiteY21" fmla="*/ 135467 h 461856"/>
                <a:gd name="connsiteX22" fmla="*/ 71120 w 879263"/>
                <a:gd name="connsiteY22" fmla="*/ 135467 h 461856"/>
                <a:gd name="connsiteX23" fmla="*/ 85513 w 879263"/>
                <a:gd name="connsiteY23" fmla="*/ 145203 h 461856"/>
                <a:gd name="connsiteX24" fmla="*/ 88053 w 879263"/>
                <a:gd name="connsiteY24" fmla="*/ 145203 h 461856"/>
                <a:gd name="connsiteX25" fmla="*/ 97790 w 879263"/>
                <a:gd name="connsiteY25" fmla="*/ 143510 h 461856"/>
                <a:gd name="connsiteX26" fmla="*/ 111760 w 879263"/>
                <a:gd name="connsiteY26" fmla="*/ 142240 h 461856"/>
                <a:gd name="connsiteX27" fmla="*/ 118957 w 879263"/>
                <a:gd name="connsiteY27" fmla="*/ 127000 h 461856"/>
                <a:gd name="connsiteX28" fmla="*/ 117263 w 879263"/>
                <a:gd name="connsiteY28" fmla="*/ 113030 h 461856"/>
                <a:gd name="connsiteX29" fmla="*/ 124460 w 879263"/>
                <a:gd name="connsiteY29" fmla="*/ 104563 h 461856"/>
                <a:gd name="connsiteX30" fmla="*/ 122767 w 879263"/>
                <a:gd name="connsiteY30" fmla="*/ 103293 h 461856"/>
                <a:gd name="connsiteX31" fmla="*/ 132503 w 879263"/>
                <a:gd name="connsiteY31" fmla="*/ 90593 h 461856"/>
                <a:gd name="connsiteX32" fmla="*/ 134196 w 879263"/>
                <a:gd name="connsiteY32" fmla="*/ 89323 h 461856"/>
                <a:gd name="connsiteX33" fmla="*/ 136736 w 879263"/>
                <a:gd name="connsiteY33" fmla="*/ 89323 h 461856"/>
                <a:gd name="connsiteX34" fmla="*/ 139700 w 879263"/>
                <a:gd name="connsiteY34" fmla="*/ 89323 h 461856"/>
                <a:gd name="connsiteX35" fmla="*/ 142240 w 879263"/>
                <a:gd name="connsiteY35" fmla="*/ 89323 h 461856"/>
                <a:gd name="connsiteX36" fmla="*/ 149436 w 879263"/>
                <a:gd name="connsiteY36" fmla="*/ 93557 h 461856"/>
                <a:gd name="connsiteX37" fmla="*/ 159173 w 879263"/>
                <a:gd name="connsiteY37" fmla="*/ 97790 h 461856"/>
                <a:gd name="connsiteX38" fmla="*/ 164677 w 879263"/>
                <a:gd name="connsiteY38" fmla="*/ 102023 h 461856"/>
                <a:gd name="connsiteX39" fmla="*/ 164677 w 879263"/>
                <a:gd name="connsiteY39" fmla="*/ 103293 h 461856"/>
                <a:gd name="connsiteX40" fmla="*/ 174413 w 879263"/>
                <a:gd name="connsiteY40" fmla="*/ 113030 h 461856"/>
                <a:gd name="connsiteX41" fmla="*/ 180340 w 879263"/>
                <a:gd name="connsiteY41" fmla="*/ 114300 h 461856"/>
                <a:gd name="connsiteX42" fmla="*/ 184573 w 879263"/>
                <a:gd name="connsiteY42" fmla="*/ 119803 h 461856"/>
                <a:gd name="connsiteX43" fmla="*/ 185843 w 879263"/>
                <a:gd name="connsiteY43" fmla="*/ 121497 h 461856"/>
                <a:gd name="connsiteX44" fmla="*/ 193886 w 879263"/>
                <a:gd name="connsiteY44" fmla="*/ 122767 h 461856"/>
                <a:gd name="connsiteX45" fmla="*/ 209550 w 879263"/>
                <a:gd name="connsiteY45" fmla="*/ 132503 h 461856"/>
                <a:gd name="connsiteX46" fmla="*/ 215053 w 879263"/>
                <a:gd name="connsiteY46" fmla="*/ 133773 h 461856"/>
                <a:gd name="connsiteX47" fmla="*/ 228600 w 879263"/>
                <a:gd name="connsiteY47" fmla="*/ 133773 h 461856"/>
                <a:gd name="connsiteX48" fmla="*/ 242993 w 879263"/>
                <a:gd name="connsiteY48" fmla="*/ 132503 h 461856"/>
                <a:gd name="connsiteX49" fmla="*/ 254000 w 879263"/>
                <a:gd name="connsiteY49" fmla="*/ 132503 h 461856"/>
                <a:gd name="connsiteX50" fmla="*/ 258233 w 879263"/>
                <a:gd name="connsiteY50" fmla="*/ 132503 h 461856"/>
                <a:gd name="connsiteX51" fmla="*/ 262467 w 879263"/>
                <a:gd name="connsiteY51" fmla="*/ 133773 h 461856"/>
                <a:gd name="connsiteX52" fmla="*/ 263736 w 879263"/>
                <a:gd name="connsiteY52" fmla="*/ 133773 h 461856"/>
                <a:gd name="connsiteX53" fmla="*/ 277707 w 879263"/>
                <a:gd name="connsiteY53" fmla="*/ 135467 h 461856"/>
                <a:gd name="connsiteX54" fmla="*/ 292946 w 879263"/>
                <a:gd name="connsiteY54" fmla="*/ 133773 h 461856"/>
                <a:gd name="connsiteX55" fmla="*/ 306917 w 879263"/>
                <a:gd name="connsiteY55" fmla="*/ 132503 h 461856"/>
                <a:gd name="connsiteX56" fmla="*/ 320886 w 879263"/>
                <a:gd name="connsiteY56" fmla="*/ 132503 h 461856"/>
                <a:gd name="connsiteX57" fmla="*/ 334857 w 879263"/>
                <a:gd name="connsiteY57" fmla="*/ 128270 h 461856"/>
                <a:gd name="connsiteX58" fmla="*/ 339090 w 879263"/>
                <a:gd name="connsiteY58" fmla="*/ 124037 h 461856"/>
                <a:gd name="connsiteX59" fmla="*/ 353060 w 879263"/>
                <a:gd name="connsiteY59" fmla="*/ 122767 h 461856"/>
                <a:gd name="connsiteX60" fmla="*/ 353060 w 879263"/>
                <a:gd name="connsiteY60" fmla="*/ 121497 h 461856"/>
                <a:gd name="connsiteX61" fmla="*/ 346286 w 879263"/>
                <a:gd name="connsiteY61" fmla="*/ 115570 h 461856"/>
                <a:gd name="connsiteX62" fmla="*/ 342053 w 879263"/>
                <a:gd name="connsiteY62" fmla="*/ 102023 h 461856"/>
                <a:gd name="connsiteX63" fmla="*/ 348827 w 879263"/>
                <a:gd name="connsiteY63" fmla="*/ 88053 h 461856"/>
                <a:gd name="connsiteX64" fmla="*/ 362796 w 879263"/>
                <a:gd name="connsiteY64" fmla="*/ 83820 h 461856"/>
                <a:gd name="connsiteX65" fmla="*/ 365760 w 879263"/>
                <a:gd name="connsiteY65" fmla="*/ 83820 h 461856"/>
                <a:gd name="connsiteX66" fmla="*/ 368300 w 879263"/>
                <a:gd name="connsiteY66" fmla="*/ 82127 h 461856"/>
                <a:gd name="connsiteX67" fmla="*/ 369993 w 879263"/>
                <a:gd name="connsiteY67" fmla="*/ 82127 h 461856"/>
                <a:gd name="connsiteX68" fmla="*/ 371263 w 879263"/>
                <a:gd name="connsiteY68" fmla="*/ 82127 h 461856"/>
                <a:gd name="connsiteX69" fmla="*/ 376767 w 879263"/>
                <a:gd name="connsiteY69" fmla="*/ 82127 h 461856"/>
                <a:gd name="connsiteX70" fmla="*/ 390736 w 879263"/>
                <a:gd name="connsiteY70" fmla="*/ 83820 h 461856"/>
                <a:gd name="connsiteX71" fmla="*/ 404707 w 879263"/>
                <a:gd name="connsiteY71" fmla="*/ 82127 h 461856"/>
                <a:gd name="connsiteX72" fmla="*/ 418677 w 879263"/>
                <a:gd name="connsiteY72" fmla="*/ 79587 h 461856"/>
                <a:gd name="connsiteX73" fmla="*/ 432646 w 879263"/>
                <a:gd name="connsiteY73" fmla="*/ 76623 h 461856"/>
                <a:gd name="connsiteX74" fmla="*/ 435610 w 879263"/>
                <a:gd name="connsiteY74" fmla="*/ 65617 h 461856"/>
                <a:gd name="connsiteX75" fmla="*/ 436880 w 879263"/>
                <a:gd name="connsiteY75" fmla="*/ 64347 h 461856"/>
                <a:gd name="connsiteX76" fmla="*/ 438150 w 879263"/>
                <a:gd name="connsiteY76" fmla="*/ 61383 h 461856"/>
                <a:gd name="connsiteX77" fmla="*/ 438150 w 879263"/>
                <a:gd name="connsiteY77" fmla="*/ 58420 h 461856"/>
                <a:gd name="connsiteX78" fmla="*/ 441113 w 879263"/>
                <a:gd name="connsiteY78" fmla="*/ 58420 h 461856"/>
                <a:gd name="connsiteX79" fmla="*/ 453390 w 879263"/>
                <a:gd name="connsiteY79" fmla="*/ 54187 h 461856"/>
                <a:gd name="connsiteX80" fmla="*/ 461857 w 879263"/>
                <a:gd name="connsiteY80" fmla="*/ 60113 h 461856"/>
                <a:gd name="connsiteX81" fmla="*/ 475827 w 879263"/>
                <a:gd name="connsiteY81" fmla="*/ 66887 h 461856"/>
                <a:gd name="connsiteX82" fmla="*/ 485563 w 879263"/>
                <a:gd name="connsiteY82" fmla="*/ 68157 h 461856"/>
                <a:gd name="connsiteX83" fmla="*/ 499533 w 879263"/>
                <a:gd name="connsiteY83" fmla="*/ 65617 h 461856"/>
                <a:gd name="connsiteX84" fmla="*/ 508000 w 879263"/>
                <a:gd name="connsiteY84" fmla="*/ 64347 h 461856"/>
                <a:gd name="connsiteX85" fmla="*/ 513503 w 879263"/>
                <a:gd name="connsiteY85" fmla="*/ 60113 h 461856"/>
                <a:gd name="connsiteX86" fmla="*/ 527473 w 879263"/>
                <a:gd name="connsiteY86" fmla="*/ 49953 h 461856"/>
                <a:gd name="connsiteX87" fmla="*/ 541443 w 879263"/>
                <a:gd name="connsiteY87" fmla="*/ 47413 h 461856"/>
                <a:gd name="connsiteX88" fmla="*/ 543136 w 879263"/>
                <a:gd name="connsiteY88" fmla="*/ 46143 h 461856"/>
                <a:gd name="connsiteX89" fmla="*/ 544407 w 879263"/>
                <a:gd name="connsiteY89" fmla="*/ 46143 h 461856"/>
                <a:gd name="connsiteX90" fmla="*/ 551180 w 879263"/>
                <a:gd name="connsiteY90" fmla="*/ 32173 h 461856"/>
                <a:gd name="connsiteX91" fmla="*/ 558377 w 879263"/>
                <a:gd name="connsiteY91" fmla="*/ 18203 h 461856"/>
                <a:gd name="connsiteX92" fmla="*/ 562186 w 879263"/>
                <a:gd name="connsiteY92" fmla="*/ 5503 h 461856"/>
                <a:gd name="connsiteX93" fmla="*/ 577850 w 879263"/>
                <a:gd name="connsiteY93" fmla="*/ 4233 h 461856"/>
                <a:gd name="connsiteX94" fmla="*/ 591820 w 879263"/>
                <a:gd name="connsiteY94" fmla="*/ 0 h 461856"/>
                <a:gd name="connsiteX95" fmla="*/ 605790 w 879263"/>
                <a:gd name="connsiteY95" fmla="*/ 0 h 461856"/>
                <a:gd name="connsiteX96" fmla="*/ 616796 w 879263"/>
                <a:gd name="connsiteY96" fmla="*/ 5503 h 461856"/>
                <a:gd name="connsiteX97" fmla="*/ 630767 w 879263"/>
                <a:gd name="connsiteY97" fmla="*/ 8467 h 461856"/>
                <a:gd name="connsiteX98" fmla="*/ 644736 w 879263"/>
                <a:gd name="connsiteY98" fmla="*/ 11007 h 461856"/>
                <a:gd name="connsiteX99" fmla="*/ 659977 w 879263"/>
                <a:gd name="connsiteY99" fmla="*/ 8467 h 461856"/>
                <a:gd name="connsiteX100" fmla="*/ 661246 w 879263"/>
                <a:gd name="connsiteY100" fmla="*/ 8467 h 461856"/>
                <a:gd name="connsiteX101" fmla="*/ 662940 w 879263"/>
                <a:gd name="connsiteY101" fmla="*/ 11007 h 461856"/>
                <a:gd name="connsiteX102" fmla="*/ 667173 w 879263"/>
                <a:gd name="connsiteY102" fmla="*/ 4233 h 461856"/>
                <a:gd name="connsiteX103" fmla="*/ 679450 w 879263"/>
                <a:gd name="connsiteY103" fmla="*/ 1270 h 461856"/>
                <a:gd name="connsiteX104" fmla="*/ 693420 w 879263"/>
                <a:gd name="connsiteY104" fmla="*/ 5503 h 461856"/>
                <a:gd name="connsiteX105" fmla="*/ 707390 w 879263"/>
                <a:gd name="connsiteY105" fmla="*/ 16510 h 461856"/>
                <a:gd name="connsiteX106" fmla="*/ 718820 w 879263"/>
                <a:gd name="connsiteY106" fmla="*/ 30480 h 461856"/>
                <a:gd name="connsiteX107" fmla="*/ 720090 w 879263"/>
                <a:gd name="connsiteY107" fmla="*/ 33443 h 461856"/>
                <a:gd name="connsiteX108" fmla="*/ 734060 w 879263"/>
                <a:gd name="connsiteY108" fmla="*/ 37677 h 461856"/>
                <a:gd name="connsiteX109" fmla="*/ 748030 w 879263"/>
                <a:gd name="connsiteY109" fmla="*/ 32173 h 461856"/>
                <a:gd name="connsiteX110" fmla="*/ 762000 w 879263"/>
                <a:gd name="connsiteY110" fmla="*/ 30480 h 461856"/>
                <a:gd name="connsiteX111" fmla="*/ 777240 w 879263"/>
                <a:gd name="connsiteY111" fmla="*/ 26670 h 461856"/>
                <a:gd name="connsiteX112" fmla="*/ 779780 w 879263"/>
                <a:gd name="connsiteY112" fmla="*/ 26670 h 461856"/>
                <a:gd name="connsiteX113" fmla="*/ 781473 w 879263"/>
                <a:gd name="connsiteY113" fmla="*/ 26670 h 461856"/>
                <a:gd name="connsiteX114" fmla="*/ 791210 w 879263"/>
                <a:gd name="connsiteY114" fmla="*/ 30480 h 461856"/>
                <a:gd name="connsiteX115" fmla="*/ 792480 w 879263"/>
                <a:gd name="connsiteY115" fmla="*/ 34713 h 461856"/>
                <a:gd name="connsiteX116" fmla="*/ 799677 w 879263"/>
                <a:gd name="connsiteY116" fmla="*/ 37677 h 461856"/>
                <a:gd name="connsiteX117" fmla="*/ 807720 w 879263"/>
                <a:gd name="connsiteY117" fmla="*/ 51647 h 461856"/>
                <a:gd name="connsiteX118" fmla="*/ 821690 w 879263"/>
                <a:gd name="connsiteY118" fmla="*/ 52917 h 461856"/>
                <a:gd name="connsiteX119" fmla="*/ 835660 w 879263"/>
                <a:gd name="connsiteY119" fmla="*/ 65617 h 461856"/>
                <a:gd name="connsiteX120" fmla="*/ 841163 w 879263"/>
                <a:gd name="connsiteY120" fmla="*/ 76623 h 461856"/>
                <a:gd name="connsiteX121" fmla="*/ 852593 w 879263"/>
                <a:gd name="connsiteY121" fmla="*/ 76623 h 461856"/>
                <a:gd name="connsiteX122" fmla="*/ 866563 w 879263"/>
                <a:gd name="connsiteY122" fmla="*/ 76623 h 461856"/>
                <a:gd name="connsiteX123" fmla="*/ 869103 w 879263"/>
                <a:gd name="connsiteY123" fmla="*/ 79587 h 461856"/>
                <a:gd name="connsiteX124" fmla="*/ 876300 w 879263"/>
                <a:gd name="connsiteY124" fmla="*/ 86360 h 461856"/>
                <a:gd name="connsiteX125" fmla="*/ 879263 w 879263"/>
                <a:gd name="connsiteY125" fmla="*/ 100330 h 461856"/>
                <a:gd name="connsiteX126" fmla="*/ 869103 w 879263"/>
                <a:gd name="connsiteY126" fmla="*/ 110067 h 461856"/>
                <a:gd name="connsiteX127" fmla="*/ 855133 w 879263"/>
                <a:gd name="connsiteY127" fmla="*/ 121497 h 461856"/>
                <a:gd name="connsiteX128" fmla="*/ 848360 w 879263"/>
                <a:gd name="connsiteY128" fmla="*/ 129540 h 461856"/>
                <a:gd name="connsiteX129" fmla="*/ 834390 w 879263"/>
                <a:gd name="connsiteY129" fmla="*/ 131233 h 461856"/>
                <a:gd name="connsiteX130" fmla="*/ 820420 w 879263"/>
                <a:gd name="connsiteY130" fmla="*/ 132503 h 461856"/>
                <a:gd name="connsiteX131" fmla="*/ 810683 w 879263"/>
                <a:gd name="connsiteY131" fmla="*/ 135467 h 461856"/>
                <a:gd name="connsiteX132" fmla="*/ 796713 w 879263"/>
                <a:gd name="connsiteY132" fmla="*/ 143510 h 461856"/>
                <a:gd name="connsiteX133" fmla="*/ 791210 w 879263"/>
                <a:gd name="connsiteY133" fmla="*/ 157480 h 461856"/>
                <a:gd name="connsiteX134" fmla="*/ 781473 w 879263"/>
                <a:gd name="connsiteY134" fmla="*/ 161713 h 461856"/>
                <a:gd name="connsiteX135" fmla="*/ 768773 w 879263"/>
                <a:gd name="connsiteY135" fmla="*/ 171450 h 461856"/>
                <a:gd name="connsiteX136" fmla="*/ 767503 w 879263"/>
                <a:gd name="connsiteY136" fmla="*/ 174413 h 461856"/>
                <a:gd name="connsiteX137" fmla="*/ 768773 w 879263"/>
                <a:gd name="connsiteY137" fmla="*/ 181187 h 461856"/>
                <a:gd name="connsiteX138" fmla="*/ 767503 w 879263"/>
                <a:gd name="connsiteY138" fmla="*/ 195157 h 461856"/>
                <a:gd name="connsiteX139" fmla="*/ 753533 w 879263"/>
                <a:gd name="connsiteY139" fmla="*/ 206587 h 461856"/>
                <a:gd name="connsiteX140" fmla="*/ 749300 w 879263"/>
                <a:gd name="connsiteY140" fmla="*/ 220133 h 461856"/>
                <a:gd name="connsiteX141" fmla="*/ 743796 w 879263"/>
                <a:gd name="connsiteY141" fmla="*/ 234527 h 461856"/>
                <a:gd name="connsiteX142" fmla="*/ 743796 w 879263"/>
                <a:gd name="connsiteY142" fmla="*/ 237067 h 461856"/>
                <a:gd name="connsiteX143" fmla="*/ 740833 w 879263"/>
                <a:gd name="connsiteY143" fmla="*/ 240030 h 461856"/>
                <a:gd name="connsiteX144" fmla="*/ 726863 w 879263"/>
                <a:gd name="connsiteY144" fmla="*/ 254000 h 461856"/>
                <a:gd name="connsiteX145" fmla="*/ 731096 w 879263"/>
                <a:gd name="connsiteY145" fmla="*/ 255270 h 461856"/>
                <a:gd name="connsiteX146" fmla="*/ 724323 w 879263"/>
                <a:gd name="connsiteY146" fmla="*/ 269240 h 461856"/>
                <a:gd name="connsiteX147" fmla="*/ 714586 w 879263"/>
                <a:gd name="connsiteY147" fmla="*/ 283210 h 461856"/>
                <a:gd name="connsiteX148" fmla="*/ 707390 w 879263"/>
                <a:gd name="connsiteY148" fmla="*/ 297180 h 461856"/>
                <a:gd name="connsiteX149" fmla="*/ 707390 w 879263"/>
                <a:gd name="connsiteY149" fmla="*/ 308187 h 461856"/>
                <a:gd name="connsiteX150" fmla="*/ 701886 w 879263"/>
                <a:gd name="connsiteY150" fmla="*/ 313690 h 461856"/>
                <a:gd name="connsiteX151" fmla="*/ 687917 w 879263"/>
                <a:gd name="connsiteY151" fmla="*/ 319193 h 461856"/>
                <a:gd name="connsiteX152" fmla="*/ 686646 w 879263"/>
                <a:gd name="connsiteY152" fmla="*/ 319193 h 461856"/>
                <a:gd name="connsiteX153" fmla="*/ 684953 w 879263"/>
                <a:gd name="connsiteY153" fmla="*/ 323427 h 461856"/>
                <a:gd name="connsiteX154" fmla="*/ 679450 w 879263"/>
                <a:gd name="connsiteY154" fmla="*/ 339090 h 461856"/>
                <a:gd name="connsiteX155" fmla="*/ 678180 w 879263"/>
                <a:gd name="connsiteY155" fmla="*/ 353060 h 461856"/>
                <a:gd name="connsiteX156" fmla="*/ 670983 w 879263"/>
                <a:gd name="connsiteY156" fmla="*/ 358563 h 461856"/>
                <a:gd name="connsiteX157" fmla="*/ 662940 w 879263"/>
                <a:gd name="connsiteY157" fmla="*/ 373803 h 461856"/>
                <a:gd name="connsiteX158" fmla="*/ 648970 w 879263"/>
                <a:gd name="connsiteY158" fmla="*/ 378037 h 461856"/>
                <a:gd name="connsiteX159" fmla="*/ 634577 w 879263"/>
                <a:gd name="connsiteY159" fmla="*/ 378037 h 461856"/>
                <a:gd name="connsiteX160" fmla="*/ 621030 w 879263"/>
                <a:gd name="connsiteY160" fmla="*/ 376767 h 461856"/>
                <a:gd name="connsiteX161" fmla="*/ 619760 w 879263"/>
                <a:gd name="connsiteY161" fmla="*/ 378037 h 461856"/>
                <a:gd name="connsiteX162" fmla="*/ 612563 w 879263"/>
                <a:gd name="connsiteY162" fmla="*/ 392007 h 461856"/>
                <a:gd name="connsiteX163" fmla="*/ 610023 w 879263"/>
                <a:gd name="connsiteY163" fmla="*/ 394547 h 461856"/>
                <a:gd name="connsiteX164" fmla="*/ 607060 w 879263"/>
                <a:gd name="connsiteY164" fmla="*/ 396240 h 461856"/>
                <a:gd name="connsiteX165" fmla="*/ 594360 w 879263"/>
                <a:gd name="connsiteY165" fmla="*/ 396240 h 461856"/>
                <a:gd name="connsiteX166" fmla="*/ 580390 w 879263"/>
                <a:gd name="connsiteY166" fmla="*/ 390737 h 461856"/>
                <a:gd name="connsiteX167" fmla="*/ 580390 w 879263"/>
                <a:gd name="connsiteY167" fmla="*/ 396240 h 461856"/>
                <a:gd name="connsiteX168" fmla="*/ 566420 w 879263"/>
                <a:gd name="connsiteY168" fmla="*/ 394547 h 461856"/>
                <a:gd name="connsiteX169" fmla="*/ 551180 w 879263"/>
                <a:gd name="connsiteY169" fmla="*/ 401743 h 461856"/>
                <a:gd name="connsiteX170" fmla="*/ 537210 w 879263"/>
                <a:gd name="connsiteY170" fmla="*/ 397510 h 461856"/>
                <a:gd name="connsiteX171" fmla="*/ 524510 w 879263"/>
                <a:gd name="connsiteY171" fmla="*/ 397510 h 461856"/>
                <a:gd name="connsiteX172" fmla="*/ 516467 w 879263"/>
                <a:gd name="connsiteY172" fmla="*/ 393277 h 461856"/>
                <a:gd name="connsiteX173" fmla="*/ 514773 w 879263"/>
                <a:gd name="connsiteY173" fmla="*/ 393277 h 461856"/>
                <a:gd name="connsiteX174" fmla="*/ 512233 w 879263"/>
                <a:gd name="connsiteY174" fmla="*/ 393277 h 461856"/>
                <a:gd name="connsiteX175" fmla="*/ 503767 w 879263"/>
                <a:gd name="connsiteY175" fmla="*/ 394547 h 461856"/>
                <a:gd name="connsiteX176" fmla="*/ 489796 w 879263"/>
                <a:gd name="connsiteY176" fmla="*/ 398780 h 461856"/>
                <a:gd name="connsiteX177" fmla="*/ 477520 w 879263"/>
                <a:gd name="connsiteY177" fmla="*/ 392007 h 461856"/>
                <a:gd name="connsiteX178" fmla="*/ 467360 w 879263"/>
                <a:gd name="connsiteY178" fmla="*/ 393277 h 461856"/>
                <a:gd name="connsiteX179" fmla="*/ 459317 w 879263"/>
                <a:gd name="connsiteY179" fmla="*/ 392007 h 461856"/>
                <a:gd name="connsiteX180" fmla="*/ 447886 w 879263"/>
                <a:gd name="connsiteY180" fmla="*/ 407247 h 461856"/>
                <a:gd name="connsiteX181" fmla="*/ 433917 w 879263"/>
                <a:gd name="connsiteY181" fmla="*/ 414443 h 461856"/>
                <a:gd name="connsiteX182" fmla="*/ 424180 w 879263"/>
                <a:gd name="connsiteY182" fmla="*/ 422487 h 461856"/>
                <a:gd name="connsiteX183" fmla="*/ 408940 w 879263"/>
                <a:gd name="connsiteY183" fmla="*/ 422487 h 461856"/>
                <a:gd name="connsiteX184" fmla="*/ 394970 w 879263"/>
                <a:gd name="connsiteY184" fmla="*/ 419947 h 461856"/>
                <a:gd name="connsiteX185" fmla="*/ 390736 w 879263"/>
                <a:gd name="connsiteY185" fmla="*/ 425450 h 461856"/>
                <a:gd name="connsiteX186" fmla="*/ 376767 w 879263"/>
                <a:gd name="connsiteY186" fmla="*/ 430953 h 461856"/>
                <a:gd name="connsiteX187" fmla="*/ 374227 w 879263"/>
                <a:gd name="connsiteY187" fmla="*/ 430953 h 461856"/>
                <a:gd name="connsiteX188" fmla="*/ 362796 w 879263"/>
                <a:gd name="connsiteY188" fmla="*/ 435187 h 461856"/>
                <a:gd name="connsiteX189" fmla="*/ 348827 w 879263"/>
                <a:gd name="connsiteY189" fmla="*/ 433917 h 461856"/>
                <a:gd name="connsiteX190" fmla="*/ 343323 w 879263"/>
                <a:gd name="connsiteY190" fmla="*/ 433917 h 461856"/>
                <a:gd name="connsiteX191" fmla="*/ 334857 w 879263"/>
                <a:gd name="connsiteY191" fmla="*/ 447887 h 461856"/>
                <a:gd name="connsiteX192" fmla="*/ 329353 w 879263"/>
                <a:gd name="connsiteY192" fmla="*/ 453390 h 461856"/>
                <a:gd name="connsiteX193" fmla="*/ 315383 w 879263"/>
                <a:gd name="connsiteY193" fmla="*/ 460587 h 461856"/>
                <a:gd name="connsiteX194" fmla="*/ 300143 w 879263"/>
                <a:gd name="connsiteY194" fmla="*/ 461857 h 461856"/>
                <a:gd name="connsiteX195" fmla="*/ 298873 w 879263"/>
                <a:gd name="connsiteY195" fmla="*/ 461857 h 461856"/>
                <a:gd name="connsiteX196" fmla="*/ 292946 w 879263"/>
                <a:gd name="connsiteY196" fmla="*/ 460587 h 461856"/>
                <a:gd name="connsiteX197" fmla="*/ 284903 w 879263"/>
                <a:gd name="connsiteY197" fmla="*/ 455930 h 461856"/>
                <a:gd name="connsiteX198" fmla="*/ 270510 w 879263"/>
                <a:gd name="connsiteY198" fmla="*/ 455930 h 461856"/>
                <a:gd name="connsiteX199" fmla="*/ 256963 w 879263"/>
                <a:gd name="connsiteY199" fmla="*/ 455930 h 461856"/>
                <a:gd name="connsiteX200" fmla="*/ 242993 w 879263"/>
                <a:gd name="connsiteY200" fmla="*/ 454660 h 461856"/>
                <a:gd name="connsiteX201" fmla="*/ 241723 w 879263"/>
                <a:gd name="connsiteY201" fmla="*/ 454660 h 461856"/>
                <a:gd name="connsiteX202" fmla="*/ 227753 w 879263"/>
                <a:gd name="connsiteY202" fmla="*/ 450427 h 461856"/>
                <a:gd name="connsiteX203" fmla="*/ 212090 w 879263"/>
                <a:gd name="connsiteY203" fmla="*/ 447887 h 461856"/>
                <a:gd name="connsiteX204" fmla="*/ 209550 w 879263"/>
                <a:gd name="connsiteY204" fmla="*/ 444923 h 461856"/>
                <a:gd name="connsiteX205" fmla="*/ 199813 w 879263"/>
                <a:gd name="connsiteY205" fmla="*/ 430953 h 461856"/>
                <a:gd name="connsiteX206" fmla="*/ 185843 w 879263"/>
                <a:gd name="connsiteY206" fmla="*/ 429683 h 461856"/>
                <a:gd name="connsiteX207" fmla="*/ 178646 w 879263"/>
                <a:gd name="connsiteY207" fmla="*/ 428413 h 461856"/>
                <a:gd name="connsiteX208" fmla="*/ 176107 w 879263"/>
                <a:gd name="connsiteY208" fmla="*/ 429683 h 461856"/>
                <a:gd name="connsiteX209" fmla="*/ 171873 w 879263"/>
                <a:gd name="connsiteY209" fmla="*/ 428413 h 461856"/>
                <a:gd name="connsiteX210" fmla="*/ 170180 w 879263"/>
                <a:gd name="connsiteY210" fmla="*/ 429683 h 461856"/>
                <a:gd name="connsiteX211" fmla="*/ 162136 w 879263"/>
                <a:gd name="connsiteY211" fmla="*/ 422487 h 461856"/>
                <a:gd name="connsiteX212" fmla="*/ 162136 w 879263"/>
                <a:gd name="connsiteY212" fmla="*/ 419947 h 461856"/>
                <a:gd name="connsiteX213" fmla="*/ 157903 w 879263"/>
                <a:gd name="connsiteY213" fmla="*/ 418677 h 461856"/>
                <a:gd name="connsiteX214" fmla="*/ 157903 w 879263"/>
                <a:gd name="connsiteY214" fmla="*/ 416983 h 461856"/>
                <a:gd name="connsiteX215" fmla="*/ 156633 w 879263"/>
                <a:gd name="connsiteY215" fmla="*/ 414443 h 461856"/>
                <a:gd name="connsiteX216" fmla="*/ 154940 w 879263"/>
                <a:gd name="connsiteY216" fmla="*/ 411480 h 461856"/>
                <a:gd name="connsiteX217" fmla="*/ 154940 w 879263"/>
                <a:gd name="connsiteY217" fmla="*/ 410210 h 461856"/>
                <a:gd name="connsiteX218" fmla="*/ 150707 w 879263"/>
                <a:gd name="connsiteY218" fmla="*/ 405977 h 461856"/>
                <a:gd name="connsiteX219" fmla="*/ 149436 w 879263"/>
                <a:gd name="connsiteY219" fmla="*/ 403013 h 461856"/>
                <a:gd name="connsiteX220" fmla="*/ 145203 w 879263"/>
                <a:gd name="connsiteY220" fmla="*/ 401743 h 461856"/>
                <a:gd name="connsiteX221" fmla="*/ 138430 w 879263"/>
                <a:gd name="connsiteY221" fmla="*/ 392007 h 461856"/>
                <a:gd name="connsiteX222" fmla="*/ 124460 w 879263"/>
                <a:gd name="connsiteY222" fmla="*/ 384810 h 461856"/>
                <a:gd name="connsiteX223" fmla="*/ 113030 w 879263"/>
                <a:gd name="connsiteY223" fmla="*/ 381000 h 461856"/>
                <a:gd name="connsiteX224" fmla="*/ 104986 w 879263"/>
                <a:gd name="connsiteY224" fmla="*/ 370840 h 461856"/>
                <a:gd name="connsiteX225" fmla="*/ 104986 w 879263"/>
                <a:gd name="connsiteY225" fmla="*/ 369570 h 461856"/>
                <a:gd name="connsiteX226" fmla="*/ 100753 w 879263"/>
                <a:gd name="connsiteY226" fmla="*/ 361103 h 461856"/>
                <a:gd name="connsiteX227" fmla="*/ 95250 w 879263"/>
                <a:gd name="connsiteY227" fmla="*/ 358563 h 461856"/>
                <a:gd name="connsiteX228" fmla="*/ 80857 w 879263"/>
                <a:gd name="connsiteY228" fmla="*/ 353060 h 461856"/>
                <a:gd name="connsiteX229" fmla="*/ 67310 w 879263"/>
                <a:gd name="connsiteY229" fmla="*/ 343323 h 461856"/>
                <a:gd name="connsiteX230" fmla="*/ 54610 w 879263"/>
                <a:gd name="connsiteY230" fmla="*/ 327660 h 461856"/>
                <a:gd name="connsiteX231" fmla="*/ 40640 w 879263"/>
                <a:gd name="connsiteY231" fmla="*/ 316653 h 461856"/>
                <a:gd name="connsiteX232" fmla="*/ 36407 w 879263"/>
                <a:gd name="connsiteY232" fmla="*/ 305647 h 461856"/>
                <a:gd name="connsiteX233" fmla="*/ 36407 w 879263"/>
                <a:gd name="connsiteY233" fmla="*/ 302683 h 461856"/>
                <a:gd name="connsiteX234" fmla="*/ 30903 w 879263"/>
                <a:gd name="connsiteY234" fmla="*/ 288713 h 461856"/>
                <a:gd name="connsiteX235" fmla="*/ 16933 w 879263"/>
                <a:gd name="connsiteY235" fmla="*/ 277707 h 461856"/>
                <a:gd name="connsiteX236" fmla="*/ 1270 w 879263"/>
                <a:gd name="connsiteY236" fmla="*/ 278977 h 461856"/>
                <a:gd name="connsiteX237" fmla="*/ 0 w 879263"/>
                <a:gd name="connsiteY237" fmla="*/ 277707 h 461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</a:cxnLst>
              <a:rect l="l" t="t" r="r" b="b"/>
              <a:pathLst>
                <a:path w="879263" h="461856">
                  <a:moveTo>
                    <a:pt x="0" y="277707"/>
                  </a:moveTo>
                  <a:lnTo>
                    <a:pt x="11430" y="266277"/>
                  </a:lnTo>
                  <a:lnTo>
                    <a:pt x="18203" y="263737"/>
                  </a:lnTo>
                  <a:lnTo>
                    <a:pt x="18203" y="262043"/>
                  </a:lnTo>
                  <a:lnTo>
                    <a:pt x="22436" y="259503"/>
                  </a:lnTo>
                  <a:lnTo>
                    <a:pt x="36407" y="255270"/>
                  </a:lnTo>
                  <a:lnTo>
                    <a:pt x="50377" y="256540"/>
                  </a:lnTo>
                  <a:lnTo>
                    <a:pt x="46143" y="242570"/>
                  </a:lnTo>
                  <a:lnTo>
                    <a:pt x="44873" y="227330"/>
                  </a:lnTo>
                  <a:lnTo>
                    <a:pt x="46143" y="213360"/>
                  </a:lnTo>
                  <a:lnTo>
                    <a:pt x="41910" y="199390"/>
                  </a:lnTo>
                  <a:lnTo>
                    <a:pt x="51646" y="188383"/>
                  </a:lnTo>
                  <a:lnTo>
                    <a:pt x="66040" y="184150"/>
                  </a:lnTo>
                  <a:lnTo>
                    <a:pt x="68580" y="181187"/>
                  </a:lnTo>
                  <a:lnTo>
                    <a:pt x="68580" y="174413"/>
                  </a:lnTo>
                  <a:lnTo>
                    <a:pt x="71120" y="160443"/>
                  </a:lnTo>
                  <a:lnTo>
                    <a:pt x="64346" y="151977"/>
                  </a:lnTo>
                  <a:lnTo>
                    <a:pt x="50377" y="150707"/>
                  </a:lnTo>
                  <a:lnTo>
                    <a:pt x="46143" y="142240"/>
                  </a:lnTo>
                  <a:lnTo>
                    <a:pt x="51646" y="139700"/>
                  </a:lnTo>
                  <a:lnTo>
                    <a:pt x="53340" y="133773"/>
                  </a:lnTo>
                  <a:lnTo>
                    <a:pt x="68580" y="135467"/>
                  </a:lnTo>
                  <a:lnTo>
                    <a:pt x="71120" y="135467"/>
                  </a:lnTo>
                  <a:lnTo>
                    <a:pt x="85513" y="145203"/>
                  </a:lnTo>
                  <a:lnTo>
                    <a:pt x="88053" y="145203"/>
                  </a:lnTo>
                  <a:lnTo>
                    <a:pt x="97790" y="143510"/>
                  </a:lnTo>
                  <a:lnTo>
                    <a:pt x="111760" y="142240"/>
                  </a:lnTo>
                  <a:lnTo>
                    <a:pt x="118957" y="127000"/>
                  </a:lnTo>
                  <a:lnTo>
                    <a:pt x="117263" y="113030"/>
                  </a:lnTo>
                  <a:lnTo>
                    <a:pt x="124460" y="104563"/>
                  </a:lnTo>
                  <a:lnTo>
                    <a:pt x="122767" y="103293"/>
                  </a:lnTo>
                  <a:lnTo>
                    <a:pt x="132503" y="90593"/>
                  </a:lnTo>
                  <a:lnTo>
                    <a:pt x="134196" y="89323"/>
                  </a:lnTo>
                  <a:lnTo>
                    <a:pt x="136736" y="89323"/>
                  </a:lnTo>
                  <a:lnTo>
                    <a:pt x="139700" y="89323"/>
                  </a:lnTo>
                  <a:lnTo>
                    <a:pt x="142240" y="89323"/>
                  </a:lnTo>
                  <a:lnTo>
                    <a:pt x="149436" y="93557"/>
                  </a:lnTo>
                  <a:lnTo>
                    <a:pt x="159173" y="97790"/>
                  </a:lnTo>
                  <a:lnTo>
                    <a:pt x="164677" y="102023"/>
                  </a:lnTo>
                  <a:lnTo>
                    <a:pt x="164677" y="103293"/>
                  </a:lnTo>
                  <a:lnTo>
                    <a:pt x="174413" y="113030"/>
                  </a:lnTo>
                  <a:lnTo>
                    <a:pt x="180340" y="114300"/>
                  </a:lnTo>
                  <a:lnTo>
                    <a:pt x="184573" y="119803"/>
                  </a:lnTo>
                  <a:lnTo>
                    <a:pt x="185843" y="121497"/>
                  </a:lnTo>
                  <a:lnTo>
                    <a:pt x="193886" y="122767"/>
                  </a:lnTo>
                  <a:lnTo>
                    <a:pt x="209550" y="132503"/>
                  </a:lnTo>
                  <a:lnTo>
                    <a:pt x="215053" y="133773"/>
                  </a:lnTo>
                  <a:lnTo>
                    <a:pt x="228600" y="133773"/>
                  </a:lnTo>
                  <a:lnTo>
                    <a:pt x="242993" y="132503"/>
                  </a:lnTo>
                  <a:lnTo>
                    <a:pt x="254000" y="132503"/>
                  </a:lnTo>
                  <a:lnTo>
                    <a:pt x="258233" y="132503"/>
                  </a:lnTo>
                  <a:lnTo>
                    <a:pt x="262467" y="133773"/>
                  </a:lnTo>
                  <a:lnTo>
                    <a:pt x="263736" y="133773"/>
                  </a:lnTo>
                  <a:lnTo>
                    <a:pt x="277707" y="135467"/>
                  </a:lnTo>
                  <a:lnTo>
                    <a:pt x="292946" y="133773"/>
                  </a:lnTo>
                  <a:lnTo>
                    <a:pt x="306917" y="132503"/>
                  </a:lnTo>
                  <a:lnTo>
                    <a:pt x="320886" y="132503"/>
                  </a:lnTo>
                  <a:lnTo>
                    <a:pt x="334857" y="128270"/>
                  </a:lnTo>
                  <a:lnTo>
                    <a:pt x="339090" y="124037"/>
                  </a:lnTo>
                  <a:lnTo>
                    <a:pt x="353060" y="122767"/>
                  </a:lnTo>
                  <a:lnTo>
                    <a:pt x="353060" y="121497"/>
                  </a:lnTo>
                  <a:lnTo>
                    <a:pt x="346286" y="115570"/>
                  </a:lnTo>
                  <a:lnTo>
                    <a:pt x="342053" y="102023"/>
                  </a:lnTo>
                  <a:lnTo>
                    <a:pt x="348827" y="88053"/>
                  </a:lnTo>
                  <a:lnTo>
                    <a:pt x="362796" y="83820"/>
                  </a:lnTo>
                  <a:lnTo>
                    <a:pt x="365760" y="83820"/>
                  </a:lnTo>
                  <a:lnTo>
                    <a:pt x="368300" y="82127"/>
                  </a:lnTo>
                  <a:lnTo>
                    <a:pt x="369993" y="82127"/>
                  </a:lnTo>
                  <a:lnTo>
                    <a:pt x="371263" y="82127"/>
                  </a:lnTo>
                  <a:lnTo>
                    <a:pt x="376767" y="82127"/>
                  </a:lnTo>
                  <a:lnTo>
                    <a:pt x="390736" y="83820"/>
                  </a:lnTo>
                  <a:lnTo>
                    <a:pt x="404707" y="82127"/>
                  </a:lnTo>
                  <a:lnTo>
                    <a:pt x="418677" y="79587"/>
                  </a:lnTo>
                  <a:lnTo>
                    <a:pt x="432646" y="76623"/>
                  </a:lnTo>
                  <a:lnTo>
                    <a:pt x="435610" y="65617"/>
                  </a:lnTo>
                  <a:lnTo>
                    <a:pt x="436880" y="64347"/>
                  </a:lnTo>
                  <a:lnTo>
                    <a:pt x="438150" y="61383"/>
                  </a:lnTo>
                  <a:lnTo>
                    <a:pt x="438150" y="58420"/>
                  </a:lnTo>
                  <a:lnTo>
                    <a:pt x="441113" y="58420"/>
                  </a:lnTo>
                  <a:lnTo>
                    <a:pt x="453390" y="54187"/>
                  </a:lnTo>
                  <a:lnTo>
                    <a:pt x="461857" y="60113"/>
                  </a:lnTo>
                  <a:lnTo>
                    <a:pt x="475827" y="66887"/>
                  </a:lnTo>
                  <a:lnTo>
                    <a:pt x="485563" y="68157"/>
                  </a:lnTo>
                  <a:lnTo>
                    <a:pt x="499533" y="65617"/>
                  </a:lnTo>
                  <a:lnTo>
                    <a:pt x="508000" y="64347"/>
                  </a:lnTo>
                  <a:lnTo>
                    <a:pt x="513503" y="60113"/>
                  </a:lnTo>
                  <a:lnTo>
                    <a:pt x="527473" y="49953"/>
                  </a:lnTo>
                  <a:lnTo>
                    <a:pt x="541443" y="47413"/>
                  </a:lnTo>
                  <a:lnTo>
                    <a:pt x="543136" y="46143"/>
                  </a:lnTo>
                  <a:lnTo>
                    <a:pt x="544407" y="46143"/>
                  </a:lnTo>
                  <a:lnTo>
                    <a:pt x="551180" y="32173"/>
                  </a:lnTo>
                  <a:lnTo>
                    <a:pt x="558377" y="18203"/>
                  </a:lnTo>
                  <a:lnTo>
                    <a:pt x="562186" y="5503"/>
                  </a:lnTo>
                  <a:lnTo>
                    <a:pt x="577850" y="4233"/>
                  </a:lnTo>
                  <a:lnTo>
                    <a:pt x="591820" y="0"/>
                  </a:lnTo>
                  <a:lnTo>
                    <a:pt x="605790" y="0"/>
                  </a:lnTo>
                  <a:lnTo>
                    <a:pt x="616796" y="5503"/>
                  </a:lnTo>
                  <a:lnTo>
                    <a:pt x="630767" y="8467"/>
                  </a:lnTo>
                  <a:lnTo>
                    <a:pt x="644736" y="11007"/>
                  </a:lnTo>
                  <a:lnTo>
                    <a:pt x="659977" y="8467"/>
                  </a:lnTo>
                  <a:lnTo>
                    <a:pt x="661246" y="8467"/>
                  </a:lnTo>
                  <a:lnTo>
                    <a:pt x="662940" y="11007"/>
                  </a:lnTo>
                  <a:lnTo>
                    <a:pt x="667173" y="4233"/>
                  </a:lnTo>
                  <a:lnTo>
                    <a:pt x="679450" y="1270"/>
                  </a:lnTo>
                  <a:lnTo>
                    <a:pt x="693420" y="5503"/>
                  </a:lnTo>
                  <a:lnTo>
                    <a:pt x="707390" y="16510"/>
                  </a:lnTo>
                  <a:lnTo>
                    <a:pt x="718820" y="30480"/>
                  </a:lnTo>
                  <a:lnTo>
                    <a:pt x="720090" y="33443"/>
                  </a:lnTo>
                  <a:lnTo>
                    <a:pt x="734060" y="37677"/>
                  </a:lnTo>
                  <a:lnTo>
                    <a:pt x="748030" y="32173"/>
                  </a:lnTo>
                  <a:lnTo>
                    <a:pt x="762000" y="30480"/>
                  </a:lnTo>
                  <a:lnTo>
                    <a:pt x="777240" y="26670"/>
                  </a:lnTo>
                  <a:lnTo>
                    <a:pt x="779780" y="26670"/>
                  </a:lnTo>
                  <a:lnTo>
                    <a:pt x="781473" y="26670"/>
                  </a:lnTo>
                  <a:lnTo>
                    <a:pt x="791210" y="30480"/>
                  </a:lnTo>
                  <a:lnTo>
                    <a:pt x="792480" y="34713"/>
                  </a:lnTo>
                  <a:lnTo>
                    <a:pt x="799677" y="37677"/>
                  </a:lnTo>
                  <a:lnTo>
                    <a:pt x="807720" y="51647"/>
                  </a:lnTo>
                  <a:lnTo>
                    <a:pt x="821690" y="52917"/>
                  </a:lnTo>
                  <a:lnTo>
                    <a:pt x="835660" y="65617"/>
                  </a:lnTo>
                  <a:lnTo>
                    <a:pt x="841163" y="76623"/>
                  </a:lnTo>
                  <a:lnTo>
                    <a:pt x="852593" y="76623"/>
                  </a:lnTo>
                  <a:lnTo>
                    <a:pt x="866563" y="76623"/>
                  </a:lnTo>
                  <a:lnTo>
                    <a:pt x="869103" y="79587"/>
                  </a:lnTo>
                  <a:lnTo>
                    <a:pt x="876300" y="86360"/>
                  </a:lnTo>
                  <a:lnTo>
                    <a:pt x="879263" y="100330"/>
                  </a:lnTo>
                  <a:lnTo>
                    <a:pt x="869103" y="110067"/>
                  </a:lnTo>
                  <a:lnTo>
                    <a:pt x="855133" y="121497"/>
                  </a:lnTo>
                  <a:lnTo>
                    <a:pt x="848360" y="129540"/>
                  </a:lnTo>
                  <a:lnTo>
                    <a:pt x="834390" y="131233"/>
                  </a:lnTo>
                  <a:lnTo>
                    <a:pt x="820420" y="132503"/>
                  </a:lnTo>
                  <a:lnTo>
                    <a:pt x="810683" y="135467"/>
                  </a:lnTo>
                  <a:lnTo>
                    <a:pt x="796713" y="143510"/>
                  </a:lnTo>
                  <a:lnTo>
                    <a:pt x="791210" y="157480"/>
                  </a:lnTo>
                  <a:lnTo>
                    <a:pt x="781473" y="161713"/>
                  </a:lnTo>
                  <a:lnTo>
                    <a:pt x="768773" y="171450"/>
                  </a:lnTo>
                  <a:lnTo>
                    <a:pt x="767503" y="174413"/>
                  </a:lnTo>
                  <a:lnTo>
                    <a:pt x="768773" y="181187"/>
                  </a:lnTo>
                  <a:lnTo>
                    <a:pt x="767503" y="195157"/>
                  </a:lnTo>
                  <a:lnTo>
                    <a:pt x="753533" y="206587"/>
                  </a:lnTo>
                  <a:lnTo>
                    <a:pt x="749300" y="220133"/>
                  </a:lnTo>
                  <a:lnTo>
                    <a:pt x="743796" y="234527"/>
                  </a:lnTo>
                  <a:lnTo>
                    <a:pt x="743796" y="237067"/>
                  </a:lnTo>
                  <a:lnTo>
                    <a:pt x="740833" y="240030"/>
                  </a:lnTo>
                  <a:lnTo>
                    <a:pt x="726863" y="254000"/>
                  </a:lnTo>
                  <a:lnTo>
                    <a:pt x="731096" y="255270"/>
                  </a:lnTo>
                  <a:lnTo>
                    <a:pt x="724323" y="269240"/>
                  </a:lnTo>
                  <a:lnTo>
                    <a:pt x="714586" y="283210"/>
                  </a:lnTo>
                  <a:lnTo>
                    <a:pt x="707390" y="297180"/>
                  </a:lnTo>
                  <a:lnTo>
                    <a:pt x="707390" y="308187"/>
                  </a:lnTo>
                  <a:lnTo>
                    <a:pt x="701886" y="313690"/>
                  </a:lnTo>
                  <a:lnTo>
                    <a:pt x="687917" y="319193"/>
                  </a:lnTo>
                  <a:lnTo>
                    <a:pt x="686646" y="319193"/>
                  </a:lnTo>
                  <a:lnTo>
                    <a:pt x="684953" y="323427"/>
                  </a:lnTo>
                  <a:lnTo>
                    <a:pt x="679450" y="339090"/>
                  </a:lnTo>
                  <a:lnTo>
                    <a:pt x="678180" y="353060"/>
                  </a:lnTo>
                  <a:lnTo>
                    <a:pt x="670983" y="358563"/>
                  </a:lnTo>
                  <a:lnTo>
                    <a:pt x="662940" y="373803"/>
                  </a:lnTo>
                  <a:lnTo>
                    <a:pt x="648970" y="378037"/>
                  </a:lnTo>
                  <a:lnTo>
                    <a:pt x="634577" y="378037"/>
                  </a:lnTo>
                  <a:lnTo>
                    <a:pt x="621030" y="376767"/>
                  </a:lnTo>
                  <a:lnTo>
                    <a:pt x="619760" y="378037"/>
                  </a:lnTo>
                  <a:lnTo>
                    <a:pt x="612563" y="392007"/>
                  </a:lnTo>
                  <a:lnTo>
                    <a:pt x="610023" y="394547"/>
                  </a:lnTo>
                  <a:lnTo>
                    <a:pt x="607060" y="396240"/>
                  </a:lnTo>
                  <a:lnTo>
                    <a:pt x="594360" y="396240"/>
                  </a:lnTo>
                  <a:lnTo>
                    <a:pt x="580390" y="390737"/>
                  </a:lnTo>
                  <a:lnTo>
                    <a:pt x="580390" y="396240"/>
                  </a:lnTo>
                  <a:lnTo>
                    <a:pt x="566420" y="394547"/>
                  </a:lnTo>
                  <a:lnTo>
                    <a:pt x="551180" y="401743"/>
                  </a:lnTo>
                  <a:lnTo>
                    <a:pt x="537210" y="397510"/>
                  </a:lnTo>
                  <a:lnTo>
                    <a:pt x="524510" y="397510"/>
                  </a:lnTo>
                  <a:lnTo>
                    <a:pt x="516467" y="393277"/>
                  </a:lnTo>
                  <a:lnTo>
                    <a:pt x="514773" y="393277"/>
                  </a:lnTo>
                  <a:lnTo>
                    <a:pt x="512233" y="393277"/>
                  </a:lnTo>
                  <a:lnTo>
                    <a:pt x="503767" y="394547"/>
                  </a:lnTo>
                  <a:lnTo>
                    <a:pt x="489796" y="398780"/>
                  </a:lnTo>
                  <a:lnTo>
                    <a:pt x="477520" y="392007"/>
                  </a:lnTo>
                  <a:lnTo>
                    <a:pt x="467360" y="393277"/>
                  </a:lnTo>
                  <a:lnTo>
                    <a:pt x="459317" y="392007"/>
                  </a:lnTo>
                  <a:lnTo>
                    <a:pt x="447886" y="407247"/>
                  </a:lnTo>
                  <a:lnTo>
                    <a:pt x="433917" y="414443"/>
                  </a:lnTo>
                  <a:lnTo>
                    <a:pt x="424180" y="422487"/>
                  </a:lnTo>
                  <a:lnTo>
                    <a:pt x="408940" y="422487"/>
                  </a:lnTo>
                  <a:lnTo>
                    <a:pt x="394970" y="419947"/>
                  </a:lnTo>
                  <a:lnTo>
                    <a:pt x="390736" y="425450"/>
                  </a:lnTo>
                  <a:lnTo>
                    <a:pt x="376767" y="430953"/>
                  </a:lnTo>
                  <a:lnTo>
                    <a:pt x="374227" y="430953"/>
                  </a:lnTo>
                  <a:lnTo>
                    <a:pt x="362796" y="435187"/>
                  </a:lnTo>
                  <a:lnTo>
                    <a:pt x="348827" y="433917"/>
                  </a:lnTo>
                  <a:lnTo>
                    <a:pt x="343323" y="433917"/>
                  </a:lnTo>
                  <a:lnTo>
                    <a:pt x="334857" y="447887"/>
                  </a:lnTo>
                  <a:lnTo>
                    <a:pt x="329353" y="453390"/>
                  </a:lnTo>
                  <a:lnTo>
                    <a:pt x="315383" y="460587"/>
                  </a:lnTo>
                  <a:lnTo>
                    <a:pt x="300143" y="461857"/>
                  </a:lnTo>
                  <a:lnTo>
                    <a:pt x="298873" y="461857"/>
                  </a:lnTo>
                  <a:lnTo>
                    <a:pt x="292946" y="460587"/>
                  </a:lnTo>
                  <a:lnTo>
                    <a:pt x="284903" y="455930"/>
                  </a:lnTo>
                  <a:lnTo>
                    <a:pt x="270510" y="455930"/>
                  </a:lnTo>
                  <a:lnTo>
                    <a:pt x="256963" y="455930"/>
                  </a:lnTo>
                  <a:lnTo>
                    <a:pt x="242993" y="454660"/>
                  </a:lnTo>
                  <a:lnTo>
                    <a:pt x="241723" y="454660"/>
                  </a:lnTo>
                  <a:lnTo>
                    <a:pt x="227753" y="450427"/>
                  </a:lnTo>
                  <a:lnTo>
                    <a:pt x="212090" y="447887"/>
                  </a:lnTo>
                  <a:lnTo>
                    <a:pt x="209550" y="444923"/>
                  </a:lnTo>
                  <a:lnTo>
                    <a:pt x="199813" y="430953"/>
                  </a:lnTo>
                  <a:lnTo>
                    <a:pt x="185843" y="429683"/>
                  </a:lnTo>
                  <a:lnTo>
                    <a:pt x="178646" y="428413"/>
                  </a:lnTo>
                  <a:lnTo>
                    <a:pt x="176107" y="429683"/>
                  </a:lnTo>
                  <a:lnTo>
                    <a:pt x="171873" y="428413"/>
                  </a:lnTo>
                  <a:lnTo>
                    <a:pt x="170180" y="429683"/>
                  </a:lnTo>
                  <a:lnTo>
                    <a:pt x="162136" y="422487"/>
                  </a:lnTo>
                  <a:lnTo>
                    <a:pt x="162136" y="419947"/>
                  </a:lnTo>
                  <a:lnTo>
                    <a:pt x="157903" y="418677"/>
                  </a:lnTo>
                  <a:lnTo>
                    <a:pt x="157903" y="416983"/>
                  </a:lnTo>
                  <a:lnTo>
                    <a:pt x="156633" y="414443"/>
                  </a:lnTo>
                  <a:lnTo>
                    <a:pt x="154940" y="411480"/>
                  </a:lnTo>
                  <a:lnTo>
                    <a:pt x="154940" y="410210"/>
                  </a:lnTo>
                  <a:lnTo>
                    <a:pt x="150707" y="405977"/>
                  </a:lnTo>
                  <a:lnTo>
                    <a:pt x="149436" y="403013"/>
                  </a:lnTo>
                  <a:lnTo>
                    <a:pt x="145203" y="401743"/>
                  </a:lnTo>
                  <a:lnTo>
                    <a:pt x="138430" y="392007"/>
                  </a:lnTo>
                  <a:lnTo>
                    <a:pt x="124460" y="384810"/>
                  </a:lnTo>
                  <a:lnTo>
                    <a:pt x="113030" y="381000"/>
                  </a:lnTo>
                  <a:lnTo>
                    <a:pt x="104986" y="370840"/>
                  </a:lnTo>
                  <a:lnTo>
                    <a:pt x="104986" y="369570"/>
                  </a:lnTo>
                  <a:lnTo>
                    <a:pt x="100753" y="361103"/>
                  </a:lnTo>
                  <a:lnTo>
                    <a:pt x="95250" y="358563"/>
                  </a:lnTo>
                  <a:lnTo>
                    <a:pt x="80857" y="353060"/>
                  </a:lnTo>
                  <a:lnTo>
                    <a:pt x="67310" y="343323"/>
                  </a:lnTo>
                  <a:lnTo>
                    <a:pt x="54610" y="327660"/>
                  </a:lnTo>
                  <a:lnTo>
                    <a:pt x="40640" y="316653"/>
                  </a:lnTo>
                  <a:lnTo>
                    <a:pt x="36407" y="305647"/>
                  </a:lnTo>
                  <a:lnTo>
                    <a:pt x="36407" y="302683"/>
                  </a:lnTo>
                  <a:lnTo>
                    <a:pt x="30903" y="288713"/>
                  </a:lnTo>
                  <a:lnTo>
                    <a:pt x="16933" y="277707"/>
                  </a:lnTo>
                  <a:lnTo>
                    <a:pt x="1270" y="278977"/>
                  </a:lnTo>
                  <a:lnTo>
                    <a:pt x="0" y="277707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8" name="Freeform 2427">
              <a:extLst>
                <a:ext uri="{FF2B5EF4-FFF2-40B4-BE49-F238E27FC236}">
                  <a16:creationId xmlns:a16="http://schemas.microsoft.com/office/drawing/2014/main" id="{B3C1F55C-F7A2-5E4D-ADEA-B6948FC5DA76}"/>
                </a:ext>
              </a:extLst>
            </p:cNvPr>
            <p:cNvSpPr/>
            <p:nvPr/>
          </p:nvSpPr>
          <p:spPr>
            <a:xfrm>
              <a:off x="7663179" y="3821006"/>
              <a:ext cx="421640" cy="237066"/>
            </a:xfrm>
            <a:custGeom>
              <a:avLst/>
              <a:gdLst>
                <a:gd name="connsiteX0" fmla="*/ 14393 w 421640"/>
                <a:gd name="connsiteY0" fmla="*/ 133773 h 237066"/>
                <a:gd name="connsiteX1" fmla="*/ 22437 w 421640"/>
                <a:gd name="connsiteY1" fmla="*/ 128270 h 237066"/>
                <a:gd name="connsiteX2" fmla="*/ 36407 w 421640"/>
                <a:gd name="connsiteY2" fmla="*/ 114300 h 237066"/>
                <a:gd name="connsiteX3" fmla="*/ 29633 w 421640"/>
                <a:gd name="connsiteY3" fmla="*/ 113030 h 237066"/>
                <a:gd name="connsiteX4" fmla="*/ 15240 w 421640"/>
                <a:gd name="connsiteY4" fmla="*/ 105833 h 237066"/>
                <a:gd name="connsiteX5" fmla="*/ 0 w 421640"/>
                <a:gd name="connsiteY5" fmla="*/ 97367 h 237066"/>
                <a:gd name="connsiteX6" fmla="*/ 9737 w 421640"/>
                <a:gd name="connsiteY6" fmla="*/ 83397 h 237066"/>
                <a:gd name="connsiteX7" fmla="*/ 23707 w 421640"/>
                <a:gd name="connsiteY7" fmla="*/ 72390 h 237066"/>
                <a:gd name="connsiteX8" fmla="*/ 38100 w 421640"/>
                <a:gd name="connsiteY8" fmla="*/ 69427 h 237066"/>
                <a:gd name="connsiteX9" fmla="*/ 40640 w 421640"/>
                <a:gd name="connsiteY9" fmla="*/ 61383 h 237066"/>
                <a:gd name="connsiteX10" fmla="*/ 41910 w 421640"/>
                <a:gd name="connsiteY10" fmla="*/ 57150 h 237066"/>
                <a:gd name="connsiteX11" fmla="*/ 51647 w 421640"/>
                <a:gd name="connsiteY11" fmla="*/ 60113 h 237066"/>
                <a:gd name="connsiteX12" fmla="*/ 67310 w 421640"/>
                <a:gd name="connsiteY12" fmla="*/ 57150 h 237066"/>
                <a:gd name="connsiteX13" fmla="*/ 81280 w 421640"/>
                <a:gd name="connsiteY13" fmla="*/ 62654 h 237066"/>
                <a:gd name="connsiteX14" fmla="*/ 82550 w 421640"/>
                <a:gd name="connsiteY14" fmla="*/ 62654 h 237066"/>
                <a:gd name="connsiteX15" fmla="*/ 96097 w 421640"/>
                <a:gd name="connsiteY15" fmla="*/ 66887 h 237066"/>
                <a:gd name="connsiteX16" fmla="*/ 110490 w 421640"/>
                <a:gd name="connsiteY16" fmla="*/ 71120 h 237066"/>
                <a:gd name="connsiteX17" fmla="*/ 114724 w 421640"/>
                <a:gd name="connsiteY17" fmla="*/ 69427 h 237066"/>
                <a:gd name="connsiteX18" fmla="*/ 125730 w 421640"/>
                <a:gd name="connsiteY18" fmla="*/ 71120 h 237066"/>
                <a:gd name="connsiteX19" fmla="*/ 139700 w 421640"/>
                <a:gd name="connsiteY19" fmla="*/ 73660 h 237066"/>
                <a:gd name="connsiteX20" fmla="*/ 154940 w 421640"/>
                <a:gd name="connsiteY20" fmla="*/ 79587 h 237066"/>
                <a:gd name="connsiteX21" fmla="*/ 167640 w 421640"/>
                <a:gd name="connsiteY21" fmla="*/ 68157 h 237066"/>
                <a:gd name="connsiteX22" fmla="*/ 174414 w 421640"/>
                <a:gd name="connsiteY22" fmla="*/ 61383 h 237066"/>
                <a:gd name="connsiteX23" fmla="*/ 188383 w 421640"/>
                <a:gd name="connsiteY23" fmla="*/ 49954 h 237066"/>
                <a:gd name="connsiteX24" fmla="*/ 199814 w 421640"/>
                <a:gd name="connsiteY24" fmla="*/ 41487 h 237066"/>
                <a:gd name="connsiteX25" fmla="*/ 203624 w 421640"/>
                <a:gd name="connsiteY25" fmla="*/ 38947 h 237066"/>
                <a:gd name="connsiteX26" fmla="*/ 208280 w 421640"/>
                <a:gd name="connsiteY26" fmla="*/ 43180 h 237066"/>
                <a:gd name="connsiteX27" fmla="*/ 208280 w 421640"/>
                <a:gd name="connsiteY27" fmla="*/ 41487 h 237066"/>
                <a:gd name="connsiteX28" fmla="*/ 209550 w 421640"/>
                <a:gd name="connsiteY28" fmla="*/ 40217 h 237066"/>
                <a:gd name="connsiteX29" fmla="*/ 219287 w 421640"/>
                <a:gd name="connsiteY29" fmla="*/ 35983 h 237066"/>
                <a:gd name="connsiteX30" fmla="*/ 223520 w 421640"/>
                <a:gd name="connsiteY30" fmla="*/ 35983 h 237066"/>
                <a:gd name="connsiteX31" fmla="*/ 233257 w 421640"/>
                <a:gd name="connsiteY31" fmla="*/ 35983 h 237066"/>
                <a:gd name="connsiteX32" fmla="*/ 247227 w 421640"/>
                <a:gd name="connsiteY32" fmla="*/ 35983 h 237066"/>
                <a:gd name="connsiteX33" fmla="*/ 262467 w 421640"/>
                <a:gd name="connsiteY33" fmla="*/ 35983 h 237066"/>
                <a:gd name="connsiteX34" fmla="*/ 266700 w 421640"/>
                <a:gd name="connsiteY34" fmla="*/ 37677 h 237066"/>
                <a:gd name="connsiteX35" fmla="*/ 280670 w 421640"/>
                <a:gd name="connsiteY35" fmla="*/ 38947 h 237066"/>
                <a:gd name="connsiteX36" fmla="*/ 294640 w 421640"/>
                <a:gd name="connsiteY36" fmla="*/ 30480 h 237066"/>
                <a:gd name="connsiteX37" fmla="*/ 294640 w 421640"/>
                <a:gd name="connsiteY37" fmla="*/ 26247 h 237066"/>
                <a:gd name="connsiteX38" fmla="*/ 308610 w 421640"/>
                <a:gd name="connsiteY38" fmla="*/ 27940 h 237066"/>
                <a:gd name="connsiteX39" fmla="*/ 323850 w 421640"/>
                <a:gd name="connsiteY39" fmla="*/ 24977 h 237066"/>
                <a:gd name="connsiteX40" fmla="*/ 337820 w 421640"/>
                <a:gd name="connsiteY40" fmla="*/ 30480 h 237066"/>
                <a:gd name="connsiteX41" fmla="*/ 346287 w 421640"/>
                <a:gd name="connsiteY41" fmla="*/ 34713 h 237066"/>
                <a:gd name="connsiteX42" fmla="*/ 346287 w 421640"/>
                <a:gd name="connsiteY42" fmla="*/ 33443 h 237066"/>
                <a:gd name="connsiteX43" fmla="*/ 339090 w 421640"/>
                <a:gd name="connsiteY43" fmla="*/ 19473 h 237066"/>
                <a:gd name="connsiteX44" fmla="*/ 344593 w 421640"/>
                <a:gd name="connsiteY44" fmla="*/ 5504 h 237066"/>
                <a:gd name="connsiteX45" fmla="*/ 354330 w 421640"/>
                <a:gd name="connsiteY45" fmla="*/ 0 h 237066"/>
                <a:gd name="connsiteX46" fmla="*/ 355600 w 421640"/>
                <a:gd name="connsiteY46" fmla="*/ 1270 h 237066"/>
                <a:gd name="connsiteX47" fmla="*/ 371264 w 421640"/>
                <a:gd name="connsiteY47" fmla="*/ 0 h 237066"/>
                <a:gd name="connsiteX48" fmla="*/ 385233 w 421640"/>
                <a:gd name="connsiteY48" fmla="*/ 11007 h 237066"/>
                <a:gd name="connsiteX49" fmla="*/ 390737 w 421640"/>
                <a:gd name="connsiteY49" fmla="*/ 24977 h 237066"/>
                <a:gd name="connsiteX50" fmla="*/ 390737 w 421640"/>
                <a:gd name="connsiteY50" fmla="*/ 27940 h 237066"/>
                <a:gd name="connsiteX51" fmla="*/ 394970 w 421640"/>
                <a:gd name="connsiteY51" fmla="*/ 38947 h 237066"/>
                <a:gd name="connsiteX52" fmla="*/ 408940 w 421640"/>
                <a:gd name="connsiteY52" fmla="*/ 49954 h 237066"/>
                <a:gd name="connsiteX53" fmla="*/ 421640 w 421640"/>
                <a:gd name="connsiteY53" fmla="*/ 65617 h 237066"/>
                <a:gd name="connsiteX54" fmla="*/ 414443 w 421640"/>
                <a:gd name="connsiteY54" fmla="*/ 63923 h 237066"/>
                <a:gd name="connsiteX55" fmla="*/ 400474 w 421640"/>
                <a:gd name="connsiteY55" fmla="*/ 58420 h 237066"/>
                <a:gd name="connsiteX56" fmla="*/ 394970 w 421640"/>
                <a:gd name="connsiteY56" fmla="*/ 54187 h 237066"/>
                <a:gd name="connsiteX57" fmla="*/ 381000 w 421640"/>
                <a:gd name="connsiteY57" fmla="*/ 55457 h 237066"/>
                <a:gd name="connsiteX58" fmla="*/ 375497 w 421640"/>
                <a:gd name="connsiteY58" fmla="*/ 66887 h 237066"/>
                <a:gd name="connsiteX59" fmla="*/ 381000 w 421640"/>
                <a:gd name="connsiteY59" fmla="*/ 77893 h 237066"/>
                <a:gd name="connsiteX60" fmla="*/ 382270 w 421640"/>
                <a:gd name="connsiteY60" fmla="*/ 80857 h 237066"/>
                <a:gd name="connsiteX61" fmla="*/ 367030 w 421640"/>
                <a:gd name="connsiteY61" fmla="*/ 80857 h 237066"/>
                <a:gd name="connsiteX62" fmla="*/ 364067 w 421640"/>
                <a:gd name="connsiteY62" fmla="*/ 76623 h 237066"/>
                <a:gd name="connsiteX63" fmla="*/ 353060 w 421640"/>
                <a:gd name="connsiteY63" fmla="*/ 79587 h 237066"/>
                <a:gd name="connsiteX64" fmla="*/ 350520 w 421640"/>
                <a:gd name="connsiteY64" fmla="*/ 91863 h 237066"/>
                <a:gd name="connsiteX65" fmla="*/ 334857 w 421640"/>
                <a:gd name="connsiteY65" fmla="*/ 97367 h 237066"/>
                <a:gd name="connsiteX66" fmla="*/ 325120 w 421640"/>
                <a:gd name="connsiteY66" fmla="*/ 99060 h 237066"/>
                <a:gd name="connsiteX67" fmla="*/ 323850 w 421640"/>
                <a:gd name="connsiteY67" fmla="*/ 99060 h 237066"/>
                <a:gd name="connsiteX68" fmla="*/ 316654 w 421640"/>
                <a:gd name="connsiteY68" fmla="*/ 103293 h 237066"/>
                <a:gd name="connsiteX69" fmla="*/ 311150 w 421640"/>
                <a:gd name="connsiteY69" fmla="*/ 107104 h 237066"/>
                <a:gd name="connsiteX70" fmla="*/ 298874 w 421640"/>
                <a:gd name="connsiteY70" fmla="*/ 107104 h 237066"/>
                <a:gd name="connsiteX71" fmla="*/ 291677 w 421640"/>
                <a:gd name="connsiteY71" fmla="*/ 118533 h 237066"/>
                <a:gd name="connsiteX72" fmla="*/ 300143 w 421640"/>
                <a:gd name="connsiteY72" fmla="*/ 132504 h 237066"/>
                <a:gd name="connsiteX73" fmla="*/ 305647 w 421640"/>
                <a:gd name="connsiteY73" fmla="*/ 139277 h 237066"/>
                <a:gd name="connsiteX74" fmla="*/ 304377 w 421640"/>
                <a:gd name="connsiteY74" fmla="*/ 151977 h 237066"/>
                <a:gd name="connsiteX75" fmla="*/ 303107 w 421640"/>
                <a:gd name="connsiteY75" fmla="*/ 160443 h 237066"/>
                <a:gd name="connsiteX76" fmla="*/ 304377 w 421640"/>
                <a:gd name="connsiteY76" fmla="*/ 165947 h 237066"/>
                <a:gd name="connsiteX77" fmla="*/ 305647 w 421640"/>
                <a:gd name="connsiteY77" fmla="*/ 165947 h 237066"/>
                <a:gd name="connsiteX78" fmla="*/ 305647 w 421640"/>
                <a:gd name="connsiteY78" fmla="*/ 167217 h 237066"/>
                <a:gd name="connsiteX79" fmla="*/ 286174 w 421640"/>
                <a:gd name="connsiteY79" fmla="*/ 171450 h 237066"/>
                <a:gd name="connsiteX80" fmla="*/ 283210 w 421640"/>
                <a:gd name="connsiteY80" fmla="*/ 171450 h 237066"/>
                <a:gd name="connsiteX81" fmla="*/ 274743 w 421640"/>
                <a:gd name="connsiteY81" fmla="*/ 176954 h 237066"/>
                <a:gd name="connsiteX82" fmla="*/ 267970 w 421640"/>
                <a:gd name="connsiteY82" fmla="*/ 179917 h 237066"/>
                <a:gd name="connsiteX83" fmla="*/ 256964 w 421640"/>
                <a:gd name="connsiteY83" fmla="*/ 182880 h 237066"/>
                <a:gd name="connsiteX84" fmla="*/ 245533 w 421640"/>
                <a:gd name="connsiteY84" fmla="*/ 190923 h 237066"/>
                <a:gd name="connsiteX85" fmla="*/ 245533 w 421640"/>
                <a:gd name="connsiteY85" fmla="*/ 192193 h 237066"/>
                <a:gd name="connsiteX86" fmla="*/ 249767 w 421640"/>
                <a:gd name="connsiteY86" fmla="*/ 193887 h 237066"/>
                <a:gd name="connsiteX87" fmla="*/ 265430 w 421640"/>
                <a:gd name="connsiteY87" fmla="*/ 198120 h 237066"/>
                <a:gd name="connsiteX88" fmla="*/ 265430 w 421640"/>
                <a:gd name="connsiteY88" fmla="*/ 200660 h 237066"/>
                <a:gd name="connsiteX89" fmla="*/ 261197 w 421640"/>
                <a:gd name="connsiteY89" fmla="*/ 200660 h 237066"/>
                <a:gd name="connsiteX90" fmla="*/ 256964 w 421640"/>
                <a:gd name="connsiteY90" fmla="*/ 203623 h 237066"/>
                <a:gd name="connsiteX91" fmla="*/ 254000 w 421640"/>
                <a:gd name="connsiteY91" fmla="*/ 213360 h 237066"/>
                <a:gd name="connsiteX92" fmla="*/ 256964 w 421640"/>
                <a:gd name="connsiteY92" fmla="*/ 221827 h 237066"/>
                <a:gd name="connsiteX93" fmla="*/ 258233 w 421640"/>
                <a:gd name="connsiteY93" fmla="*/ 224367 h 237066"/>
                <a:gd name="connsiteX94" fmla="*/ 244264 w 421640"/>
                <a:gd name="connsiteY94" fmla="*/ 237067 h 237066"/>
                <a:gd name="connsiteX95" fmla="*/ 242993 w 421640"/>
                <a:gd name="connsiteY95" fmla="*/ 237067 h 237066"/>
                <a:gd name="connsiteX96" fmla="*/ 227754 w 421640"/>
                <a:gd name="connsiteY96" fmla="*/ 229870 h 237066"/>
                <a:gd name="connsiteX97" fmla="*/ 221827 w 421640"/>
                <a:gd name="connsiteY97" fmla="*/ 226060 h 237066"/>
                <a:gd name="connsiteX98" fmla="*/ 217593 w 421640"/>
                <a:gd name="connsiteY98" fmla="*/ 227330 h 237066"/>
                <a:gd name="connsiteX99" fmla="*/ 215054 w 421640"/>
                <a:gd name="connsiteY99" fmla="*/ 226060 h 237066"/>
                <a:gd name="connsiteX100" fmla="*/ 199814 w 421640"/>
                <a:gd name="connsiteY100" fmla="*/ 228600 h 237066"/>
                <a:gd name="connsiteX101" fmla="*/ 184150 w 421640"/>
                <a:gd name="connsiteY101" fmla="*/ 224367 h 237066"/>
                <a:gd name="connsiteX102" fmla="*/ 176107 w 421640"/>
                <a:gd name="connsiteY102" fmla="*/ 220133 h 237066"/>
                <a:gd name="connsiteX103" fmla="*/ 163407 w 421640"/>
                <a:gd name="connsiteY103" fmla="*/ 204893 h 237066"/>
                <a:gd name="connsiteX104" fmla="*/ 162137 w 421640"/>
                <a:gd name="connsiteY104" fmla="*/ 199390 h 237066"/>
                <a:gd name="connsiteX105" fmla="*/ 157904 w 421640"/>
                <a:gd name="connsiteY105" fmla="*/ 198120 h 237066"/>
                <a:gd name="connsiteX106" fmla="*/ 156633 w 421640"/>
                <a:gd name="connsiteY106" fmla="*/ 202354 h 237066"/>
                <a:gd name="connsiteX107" fmla="*/ 149437 w 421640"/>
                <a:gd name="connsiteY107" fmla="*/ 212090 h 237066"/>
                <a:gd name="connsiteX108" fmla="*/ 145204 w 421640"/>
                <a:gd name="connsiteY108" fmla="*/ 220133 h 237066"/>
                <a:gd name="connsiteX109" fmla="*/ 131233 w 421640"/>
                <a:gd name="connsiteY109" fmla="*/ 227330 h 237066"/>
                <a:gd name="connsiteX110" fmla="*/ 122767 w 421640"/>
                <a:gd name="connsiteY110" fmla="*/ 227330 h 237066"/>
                <a:gd name="connsiteX111" fmla="*/ 118957 w 421640"/>
                <a:gd name="connsiteY111" fmla="*/ 226060 h 237066"/>
                <a:gd name="connsiteX112" fmla="*/ 115993 w 421640"/>
                <a:gd name="connsiteY112" fmla="*/ 224367 h 237066"/>
                <a:gd name="connsiteX113" fmla="*/ 108797 w 421640"/>
                <a:gd name="connsiteY113" fmla="*/ 226060 h 237066"/>
                <a:gd name="connsiteX114" fmla="*/ 102024 w 421640"/>
                <a:gd name="connsiteY114" fmla="*/ 228600 h 237066"/>
                <a:gd name="connsiteX115" fmla="*/ 97790 w 421640"/>
                <a:gd name="connsiteY115" fmla="*/ 228600 h 237066"/>
                <a:gd name="connsiteX116" fmla="*/ 83820 w 421640"/>
                <a:gd name="connsiteY116" fmla="*/ 221827 h 237066"/>
                <a:gd name="connsiteX117" fmla="*/ 78317 w 421640"/>
                <a:gd name="connsiteY117" fmla="*/ 231563 h 237066"/>
                <a:gd name="connsiteX118" fmla="*/ 76624 w 421640"/>
                <a:gd name="connsiteY118" fmla="*/ 232833 h 237066"/>
                <a:gd name="connsiteX119" fmla="*/ 64347 w 421640"/>
                <a:gd name="connsiteY119" fmla="*/ 235797 h 237066"/>
                <a:gd name="connsiteX120" fmla="*/ 50377 w 421640"/>
                <a:gd name="connsiteY120" fmla="*/ 231563 h 237066"/>
                <a:gd name="connsiteX121" fmla="*/ 41910 w 421640"/>
                <a:gd name="connsiteY121" fmla="*/ 231563 h 237066"/>
                <a:gd name="connsiteX122" fmla="*/ 32174 w 421640"/>
                <a:gd name="connsiteY122" fmla="*/ 229870 h 237066"/>
                <a:gd name="connsiteX123" fmla="*/ 27940 w 421640"/>
                <a:gd name="connsiteY123" fmla="*/ 228600 h 237066"/>
                <a:gd name="connsiteX124" fmla="*/ 33443 w 421640"/>
                <a:gd name="connsiteY124" fmla="*/ 218863 h 237066"/>
                <a:gd name="connsiteX125" fmla="*/ 43604 w 421640"/>
                <a:gd name="connsiteY125" fmla="*/ 217593 h 237066"/>
                <a:gd name="connsiteX126" fmla="*/ 44874 w 421640"/>
                <a:gd name="connsiteY126" fmla="*/ 209127 h 237066"/>
                <a:gd name="connsiteX127" fmla="*/ 55880 w 421640"/>
                <a:gd name="connsiteY127" fmla="*/ 210397 h 237066"/>
                <a:gd name="connsiteX128" fmla="*/ 65617 w 421640"/>
                <a:gd name="connsiteY128" fmla="*/ 207857 h 237066"/>
                <a:gd name="connsiteX129" fmla="*/ 68580 w 421640"/>
                <a:gd name="connsiteY129" fmla="*/ 204893 h 237066"/>
                <a:gd name="connsiteX130" fmla="*/ 61383 w 421640"/>
                <a:gd name="connsiteY130" fmla="*/ 192193 h 237066"/>
                <a:gd name="connsiteX131" fmla="*/ 61383 w 421640"/>
                <a:gd name="connsiteY131" fmla="*/ 190923 h 237066"/>
                <a:gd name="connsiteX132" fmla="*/ 58843 w 421640"/>
                <a:gd name="connsiteY132" fmla="*/ 188383 h 237066"/>
                <a:gd name="connsiteX133" fmla="*/ 57574 w 421640"/>
                <a:gd name="connsiteY133" fmla="*/ 188383 h 237066"/>
                <a:gd name="connsiteX134" fmla="*/ 43604 w 421640"/>
                <a:gd name="connsiteY134" fmla="*/ 179917 h 237066"/>
                <a:gd name="connsiteX135" fmla="*/ 29633 w 421640"/>
                <a:gd name="connsiteY135" fmla="*/ 174413 h 237066"/>
                <a:gd name="connsiteX136" fmla="*/ 27940 w 421640"/>
                <a:gd name="connsiteY136" fmla="*/ 172720 h 237066"/>
                <a:gd name="connsiteX137" fmla="*/ 26670 w 421640"/>
                <a:gd name="connsiteY137" fmla="*/ 170180 h 237066"/>
                <a:gd name="connsiteX138" fmla="*/ 30904 w 421640"/>
                <a:gd name="connsiteY138" fmla="*/ 154517 h 237066"/>
                <a:gd name="connsiteX139" fmla="*/ 32174 w 421640"/>
                <a:gd name="connsiteY139" fmla="*/ 153247 h 237066"/>
                <a:gd name="connsiteX140" fmla="*/ 19474 w 421640"/>
                <a:gd name="connsiteY140" fmla="*/ 147743 h 237066"/>
                <a:gd name="connsiteX141" fmla="*/ 14393 w 421640"/>
                <a:gd name="connsiteY141" fmla="*/ 133773 h 237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421640" h="237066">
                  <a:moveTo>
                    <a:pt x="14393" y="133773"/>
                  </a:moveTo>
                  <a:lnTo>
                    <a:pt x="22437" y="128270"/>
                  </a:lnTo>
                  <a:lnTo>
                    <a:pt x="36407" y="114300"/>
                  </a:lnTo>
                  <a:lnTo>
                    <a:pt x="29633" y="113030"/>
                  </a:lnTo>
                  <a:lnTo>
                    <a:pt x="15240" y="105833"/>
                  </a:lnTo>
                  <a:lnTo>
                    <a:pt x="0" y="97367"/>
                  </a:lnTo>
                  <a:lnTo>
                    <a:pt x="9737" y="83397"/>
                  </a:lnTo>
                  <a:lnTo>
                    <a:pt x="23707" y="72390"/>
                  </a:lnTo>
                  <a:lnTo>
                    <a:pt x="38100" y="69427"/>
                  </a:lnTo>
                  <a:lnTo>
                    <a:pt x="40640" y="61383"/>
                  </a:lnTo>
                  <a:lnTo>
                    <a:pt x="41910" y="57150"/>
                  </a:lnTo>
                  <a:lnTo>
                    <a:pt x="51647" y="60113"/>
                  </a:lnTo>
                  <a:lnTo>
                    <a:pt x="67310" y="57150"/>
                  </a:lnTo>
                  <a:lnTo>
                    <a:pt x="81280" y="62654"/>
                  </a:lnTo>
                  <a:lnTo>
                    <a:pt x="82550" y="62654"/>
                  </a:lnTo>
                  <a:lnTo>
                    <a:pt x="96097" y="66887"/>
                  </a:lnTo>
                  <a:lnTo>
                    <a:pt x="110490" y="71120"/>
                  </a:lnTo>
                  <a:lnTo>
                    <a:pt x="114724" y="69427"/>
                  </a:lnTo>
                  <a:lnTo>
                    <a:pt x="125730" y="71120"/>
                  </a:lnTo>
                  <a:lnTo>
                    <a:pt x="139700" y="73660"/>
                  </a:lnTo>
                  <a:lnTo>
                    <a:pt x="154940" y="79587"/>
                  </a:lnTo>
                  <a:lnTo>
                    <a:pt x="167640" y="68157"/>
                  </a:lnTo>
                  <a:lnTo>
                    <a:pt x="174414" y="61383"/>
                  </a:lnTo>
                  <a:lnTo>
                    <a:pt x="188383" y="49954"/>
                  </a:lnTo>
                  <a:lnTo>
                    <a:pt x="199814" y="41487"/>
                  </a:lnTo>
                  <a:lnTo>
                    <a:pt x="203624" y="38947"/>
                  </a:lnTo>
                  <a:lnTo>
                    <a:pt x="208280" y="43180"/>
                  </a:lnTo>
                  <a:lnTo>
                    <a:pt x="208280" y="41487"/>
                  </a:lnTo>
                  <a:lnTo>
                    <a:pt x="209550" y="40217"/>
                  </a:lnTo>
                  <a:lnTo>
                    <a:pt x="219287" y="35983"/>
                  </a:lnTo>
                  <a:lnTo>
                    <a:pt x="223520" y="35983"/>
                  </a:lnTo>
                  <a:lnTo>
                    <a:pt x="233257" y="35983"/>
                  </a:lnTo>
                  <a:lnTo>
                    <a:pt x="247227" y="35983"/>
                  </a:lnTo>
                  <a:lnTo>
                    <a:pt x="262467" y="35983"/>
                  </a:lnTo>
                  <a:lnTo>
                    <a:pt x="266700" y="37677"/>
                  </a:lnTo>
                  <a:lnTo>
                    <a:pt x="280670" y="38947"/>
                  </a:lnTo>
                  <a:lnTo>
                    <a:pt x="294640" y="30480"/>
                  </a:lnTo>
                  <a:lnTo>
                    <a:pt x="294640" y="26247"/>
                  </a:lnTo>
                  <a:lnTo>
                    <a:pt x="308610" y="27940"/>
                  </a:lnTo>
                  <a:lnTo>
                    <a:pt x="323850" y="24977"/>
                  </a:lnTo>
                  <a:lnTo>
                    <a:pt x="337820" y="30480"/>
                  </a:lnTo>
                  <a:lnTo>
                    <a:pt x="346287" y="34713"/>
                  </a:lnTo>
                  <a:lnTo>
                    <a:pt x="346287" y="33443"/>
                  </a:lnTo>
                  <a:lnTo>
                    <a:pt x="339090" y="19473"/>
                  </a:lnTo>
                  <a:lnTo>
                    <a:pt x="344593" y="5504"/>
                  </a:lnTo>
                  <a:lnTo>
                    <a:pt x="354330" y="0"/>
                  </a:lnTo>
                  <a:lnTo>
                    <a:pt x="355600" y="1270"/>
                  </a:lnTo>
                  <a:lnTo>
                    <a:pt x="371264" y="0"/>
                  </a:lnTo>
                  <a:lnTo>
                    <a:pt x="385233" y="11007"/>
                  </a:lnTo>
                  <a:lnTo>
                    <a:pt x="390737" y="24977"/>
                  </a:lnTo>
                  <a:lnTo>
                    <a:pt x="390737" y="27940"/>
                  </a:lnTo>
                  <a:lnTo>
                    <a:pt x="394970" y="38947"/>
                  </a:lnTo>
                  <a:lnTo>
                    <a:pt x="408940" y="49954"/>
                  </a:lnTo>
                  <a:lnTo>
                    <a:pt x="421640" y="65617"/>
                  </a:lnTo>
                  <a:lnTo>
                    <a:pt x="414443" y="63923"/>
                  </a:lnTo>
                  <a:lnTo>
                    <a:pt x="400474" y="58420"/>
                  </a:lnTo>
                  <a:lnTo>
                    <a:pt x="394970" y="54187"/>
                  </a:lnTo>
                  <a:lnTo>
                    <a:pt x="381000" y="55457"/>
                  </a:lnTo>
                  <a:lnTo>
                    <a:pt x="375497" y="66887"/>
                  </a:lnTo>
                  <a:lnTo>
                    <a:pt x="381000" y="77893"/>
                  </a:lnTo>
                  <a:lnTo>
                    <a:pt x="382270" y="80857"/>
                  </a:lnTo>
                  <a:lnTo>
                    <a:pt x="367030" y="80857"/>
                  </a:lnTo>
                  <a:lnTo>
                    <a:pt x="364067" y="76623"/>
                  </a:lnTo>
                  <a:lnTo>
                    <a:pt x="353060" y="79587"/>
                  </a:lnTo>
                  <a:lnTo>
                    <a:pt x="350520" y="91863"/>
                  </a:lnTo>
                  <a:lnTo>
                    <a:pt x="334857" y="97367"/>
                  </a:lnTo>
                  <a:lnTo>
                    <a:pt x="325120" y="99060"/>
                  </a:lnTo>
                  <a:lnTo>
                    <a:pt x="323850" y="99060"/>
                  </a:lnTo>
                  <a:lnTo>
                    <a:pt x="316654" y="103293"/>
                  </a:lnTo>
                  <a:lnTo>
                    <a:pt x="311150" y="107104"/>
                  </a:lnTo>
                  <a:lnTo>
                    <a:pt x="298874" y="107104"/>
                  </a:lnTo>
                  <a:lnTo>
                    <a:pt x="291677" y="118533"/>
                  </a:lnTo>
                  <a:lnTo>
                    <a:pt x="300143" y="132504"/>
                  </a:lnTo>
                  <a:lnTo>
                    <a:pt x="305647" y="139277"/>
                  </a:lnTo>
                  <a:lnTo>
                    <a:pt x="304377" y="151977"/>
                  </a:lnTo>
                  <a:lnTo>
                    <a:pt x="303107" y="160443"/>
                  </a:lnTo>
                  <a:lnTo>
                    <a:pt x="304377" y="165947"/>
                  </a:lnTo>
                  <a:lnTo>
                    <a:pt x="305647" y="165947"/>
                  </a:lnTo>
                  <a:lnTo>
                    <a:pt x="305647" y="167217"/>
                  </a:lnTo>
                  <a:lnTo>
                    <a:pt x="286174" y="171450"/>
                  </a:lnTo>
                  <a:lnTo>
                    <a:pt x="283210" y="171450"/>
                  </a:lnTo>
                  <a:lnTo>
                    <a:pt x="274743" y="176954"/>
                  </a:lnTo>
                  <a:lnTo>
                    <a:pt x="267970" y="179917"/>
                  </a:lnTo>
                  <a:lnTo>
                    <a:pt x="256964" y="182880"/>
                  </a:lnTo>
                  <a:lnTo>
                    <a:pt x="245533" y="190923"/>
                  </a:lnTo>
                  <a:lnTo>
                    <a:pt x="245533" y="192193"/>
                  </a:lnTo>
                  <a:lnTo>
                    <a:pt x="249767" y="193887"/>
                  </a:lnTo>
                  <a:lnTo>
                    <a:pt x="265430" y="198120"/>
                  </a:lnTo>
                  <a:lnTo>
                    <a:pt x="265430" y="200660"/>
                  </a:lnTo>
                  <a:lnTo>
                    <a:pt x="261197" y="200660"/>
                  </a:lnTo>
                  <a:lnTo>
                    <a:pt x="256964" y="203623"/>
                  </a:lnTo>
                  <a:lnTo>
                    <a:pt x="254000" y="213360"/>
                  </a:lnTo>
                  <a:lnTo>
                    <a:pt x="256964" y="221827"/>
                  </a:lnTo>
                  <a:lnTo>
                    <a:pt x="258233" y="224367"/>
                  </a:lnTo>
                  <a:lnTo>
                    <a:pt x="244264" y="237067"/>
                  </a:lnTo>
                  <a:lnTo>
                    <a:pt x="242993" y="237067"/>
                  </a:lnTo>
                  <a:lnTo>
                    <a:pt x="227754" y="229870"/>
                  </a:lnTo>
                  <a:lnTo>
                    <a:pt x="221827" y="226060"/>
                  </a:lnTo>
                  <a:lnTo>
                    <a:pt x="217593" y="227330"/>
                  </a:lnTo>
                  <a:lnTo>
                    <a:pt x="215054" y="226060"/>
                  </a:lnTo>
                  <a:lnTo>
                    <a:pt x="199814" y="228600"/>
                  </a:lnTo>
                  <a:lnTo>
                    <a:pt x="184150" y="224367"/>
                  </a:lnTo>
                  <a:lnTo>
                    <a:pt x="176107" y="220133"/>
                  </a:lnTo>
                  <a:lnTo>
                    <a:pt x="163407" y="204893"/>
                  </a:lnTo>
                  <a:lnTo>
                    <a:pt x="162137" y="199390"/>
                  </a:lnTo>
                  <a:lnTo>
                    <a:pt x="157904" y="198120"/>
                  </a:lnTo>
                  <a:lnTo>
                    <a:pt x="156633" y="202354"/>
                  </a:lnTo>
                  <a:lnTo>
                    <a:pt x="149437" y="212090"/>
                  </a:lnTo>
                  <a:lnTo>
                    <a:pt x="145204" y="220133"/>
                  </a:lnTo>
                  <a:lnTo>
                    <a:pt x="131233" y="227330"/>
                  </a:lnTo>
                  <a:lnTo>
                    <a:pt x="122767" y="227330"/>
                  </a:lnTo>
                  <a:lnTo>
                    <a:pt x="118957" y="226060"/>
                  </a:lnTo>
                  <a:lnTo>
                    <a:pt x="115993" y="224367"/>
                  </a:lnTo>
                  <a:lnTo>
                    <a:pt x="108797" y="226060"/>
                  </a:lnTo>
                  <a:lnTo>
                    <a:pt x="102024" y="228600"/>
                  </a:lnTo>
                  <a:lnTo>
                    <a:pt x="97790" y="228600"/>
                  </a:lnTo>
                  <a:lnTo>
                    <a:pt x="83820" y="221827"/>
                  </a:lnTo>
                  <a:lnTo>
                    <a:pt x="78317" y="231563"/>
                  </a:lnTo>
                  <a:lnTo>
                    <a:pt x="76624" y="232833"/>
                  </a:lnTo>
                  <a:lnTo>
                    <a:pt x="64347" y="235797"/>
                  </a:lnTo>
                  <a:lnTo>
                    <a:pt x="50377" y="231563"/>
                  </a:lnTo>
                  <a:lnTo>
                    <a:pt x="41910" y="231563"/>
                  </a:lnTo>
                  <a:lnTo>
                    <a:pt x="32174" y="229870"/>
                  </a:lnTo>
                  <a:lnTo>
                    <a:pt x="27940" y="228600"/>
                  </a:lnTo>
                  <a:lnTo>
                    <a:pt x="33443" y="218863"/>
                  </a:lnTo>
                  <a:lnTo>
                    <a:pt x="43604" y="217593"/>
                  </a:lnTo>
                  <a:lnTo>
                    <a:pt x="44874" y="209127"/>
                  </a:lnTo>
                  <a:lnTo>
                    <a:pt x="55880" y="210397"/>
                  </a:lnTo>
                  <a:lnTo>
                    <a:pt x="65617" y="207857"/>
                  </a:lnTo>
                  <a:lnTo>
                    <a:pt x="68580" y="204893"/>
                  </a:lnTo>
                  <a:lnTo>
                    <a:pt x="61383" y="192193"/>
                  </a:lnTo>
                  <a:lnTo>
                    <a:pt x="61383" y="190923"/>
                  </a:lnTo>
                  <a:lnTo>
                    <a:pt x="58843" y="188383"/>
                  </a:lnTo>
                  <a:lnTo>
                    <a:pt x="57574" y="188383"/>
                  </a:lnTo>
                  <a:lnTo>
                    <a:pt x="43604" y="179917"/>
                  </a:lnTo>
                  <a:lnTo>
                    <a:pt x="29633" y="174413"/>
                  </a:lnTo>
                  <a:lnTo>
                    <a:pt x="27940" y="172720"/>
                  </a:lnTo>
                  <a:lnTo>
                    <a:pt x="26670" y="170180"/>
                  </a:lnTo>
                  <a:lnTo>
                    <a:pt x="30904" y="154517"/>
                  </a:lnTo>
                  <a:lnTo>
                    <a:pt x="32174" y="153247"/>
                  </a:lnTo>
                  <a:lnTo>
                    <a:pt x="19474" y="147743"/>
                  </a:lnTo>
                  <a:lnTo>
                    <a:pt x="14393" y="133773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9" name="Freeform 2428">
              <a:extLst>
                <a:ext uri="{FF2B5EF4-FFF2-40B4-BE49-F238E27FC236}">
                  <a16:creationId xmlns:a16="http://schemas.microsoft.com/office/drawing/2014/main" id="{5F177E54-3FCA-744A-BA53-11D50FCFA0CA}"/>
                </a:ext>
              </a:extLst>
            </p:cNvPr>
            <p:cNvSpPr/>
            <p:nvPr/>
          </p:nvSpPr>
          <p:spPr>
            <a:xfrm>
              <a:off x="8105563" y="3379893"/>
              <a:ext cx="735330" cy="298873"/>
            </a:xfrm>
            <a:custGeom>
              <a:avLst/>
              <a:gdLst>
                <a:gd name="connsiteX0" fmla="*/ 12700 w 735330"/>
                <a:gd name="connsiteY0" fmla="*/ 154940 h 298873"/>
                <a:gd name="connsiteX1" fmla="*/ 16933 w 735330"/>
                <a:gd name="connsiteY1" fmla="*/ 146473 h 298873"/>
                <a:gd name="connsiteX2" fmla="*/ 19474 w 735330"/>
                <a:gd name="connsiteY2" fmla="*/ 139700 h 298873"/>
                <a:gd name="connsiteX3" fmla="*/ 22437 w 735330"/>
                <a:gd name="connsiteY3" fmla="*/ 134196 h 298873"/>
                <a:gd name="connsiteX4" fmla="*/ 34714 w 735330"/>
                <a:gd name="connsiteY4" fmla="*/ 120227 h 298873"/>
                <a:gd name="connsiteX5" fmla="*/ 41910 w 735330"/>
                <a:gd name="connsiteY5" fmla="*/ 114723 h 298873"/>
                <a:gd name="connsiteX6" fmla="*/ 48683 w 735330"/>
                <a:gd name="connsiteY6" fmla="*/ 114723 h 298873"/>
                <a:gd name="connsiteX7" fmla="*/ 57150 w 735330"/>
                <a:gd name="connsiteY7" fmla="*/ 117263 h 298873"/>
                <a:gd name="connsiteX8" fmla="*/ 71120 w 735330"/>
                <a:gd name="connsiteY8" fmla="*/ 121496 h 298873"/>
                <a:gd name="connsiteX9" fmla="*/ 85090 w 735330"/>
                <a:gd name="connsiteY9" fmla="*/ 124460 h 298873"/>
                <a:gd name="connsiteX10" fmla="*/ 86360 w 735330"/>
                <a:gd name="connsiteY10" fmla="*/ 122767 h 298873"/>
                <a:gd name="connsiteX11" fmla="*/ 90593 w 735330"/>
                <a:gd name="connsiteY11" fmla="*/ 121496 h 298873"/>
                <a:gd name="connsiteX12" fmla="*/ 104564 w 735330"/>
                <a:gd name="connsiteY12" fmla="*/ 117263 h 298873"/>
                <a:gd name="connsiteX13" fmla="*/ 118533 w 735330"/>
                <a:gd name="connsiteY13" fmla="*/ 108796 h 298873"/>
                <a:gd name="connsiteX14" fmla="*/ 132504 w 735330"/>
                <a:gd name="connsiteY14" fmla="*/ 102023 h 298873"/>
                <a:gd name="connsiteX15" fmla="*/ 138007 w 735330"/>
                <a:gd name="connsiteY15" fmla="*/ 89323 h 298873"/>
                <a:gd name="connsiteX16" fmla="*/ 151977 w 735330"/>
                <a:gd name="connsiteY16" fmla="*/ 88053 h 298873"/>
                <a:gd name="connsiteX17" fmla="*/ 156210 w 735330"/>
                <a:gd name="connsiteY17" fmla="*/ 86783 h 298873"/>
                <a:gd name="connsiteX18" fmla="*/ 160443 w 735330"/>
                <a:gd name="connsiteY18" fmla="*/ 71120 h 298873"/>
                <a:gd name="connsiteX19" fmla="*/ 160443 w 735330"/>
                <a:gd name="connsiteY19" fmla="*/ 65617 h 298873"/>
                <a:gd name="connsiteX20" fmla="*/ 160443 w 735330"/>
                <a:gd name="connsiteY20" fmla="*/ 64346 h 298873"/>
                <a:gd name="connsiteX21" fmla="*/ 167217 w 735330"/>
                <a:gd name="connsiteY21" fmla="*/ 49107 h 298873"/>
                <a:gd name="connsiteX22" fmla="*/ 184150 w 735330"/>
                <a:gd name="connsiteY22" fmla="*/ 43603 h 298873"/>
                <a:gd name="connsiteX23" fmla="*/ 195157 w 735330"/>
                <a:gd name="connsiteY23" fmla="*/ 29633 h 298873"/>
                <a:gd name="connsiteX24" fmla="*/ 198120 w 735330"/>
                <a:gd name="connsiteY24" fmla="*/ 29633 h 298873"/>
                <a:gd name="connsiteX25" fmla="*/ 212090 w 735330"/>
                <a:gd name="connsiteY25" fmla="*/ 19896 h 298873"/>
                <a:gd name="connsiteX26" fmla="*/ 227330 w 735330"/>
                <a:gd name="connsiteY26" fmla="*/ 11430 h 298873"/>
                <a:gd name="connsiteX27" fmla="*/ 241300 w 735330"/>
                <a:gd name="connsiteY27" fmla="*/ 12700 h 298873"/>
                <a:gd name="connsiteX28" fmla="*/ 252307 w 735330"/>
                <a:gd name="connsiteY28" fmla="*/ 8467 h 298873"/>
                <a:gd name="connsiteX29" fmla="*/ 254000 w 735330"/>
                <a:gd name="connsiteY29" fmla="*/ 9737 h 298873"/>
                <a:gd name="connsiteX30" fmla="*/ 269240 w 735330"/>
                <a:gd name="connsiteY30" fmla="*/ 11430 h 298873"/>
                <a:gd name="connsiteX31" fmla="*/ 269240 w 735330"/>
                <a:gd name="connsiteY31" fmla="*/ 23707 h 298873"/>
                <a:gd name="connsiteX32" fmla="*/ 269240 w 735330"/>
                <a:gd name="connsiteY32" fmla="*/ 29633 h 298873"/>
                <a:gd name="connsiteX33" fmla="*/ 283210 w 735330"/>
                <a:gd name="connsiteY33" fmla="*/ 26670 h 298873"/>
                <a:gd name="connsiteX34" fmla="*/ 298874 w 735330"/>
                <a:gd name="connsiteY34" fmla="*/ 21167 h 298873"/>
                <a:gd name="connsiteX35" fmla="*/ 309457 w 735330"/>
                <a:gd name="connsiteY35" fmla="*/ 7196 h 298873"/>
                <a:gd name="connsiteX36" fmla="*/ 323427 w 735330"/>
                <a:gd name="connsiteY36" fmla="*/ 0 h 298873"/>
                <a:gd name="connsiteX37" fmla="*/ 337820 w 735330"/>
                <a:gd name="connsiteY37" fmla="*/ 0 h 298873"/>
                <a:gd name="connsiteX38" fmla="*/ 338667 w 735330"/>
                <a:gd name="connsiteY38" fmla="*/ 1693 h 298873"/>
                <a:gd name="connsiteX39" fmla="*/ 344593 w 735330"/>
                <a:gd name="connsiteY39" fmla="*/ 15663 h 298873"/>
                <a:gd name="connsiteX40" fmla="*/ 358564 w 735330"/>
                <a:gd name="connsiteY40" fmla="*/ 27940 h 298873"/>
                <a:gd name="connsiteX41" fmla="*/ 361104 w 735330"/>
                <a:gd name="connsiteY41" fmla="*/ 27940 h 298873"/>
                <a:gd name="connsiteX42" fmla="*/ 375497 w 735330"/>
                <a:gd name="connsiteY42" fmla="*/ 29633 h 298873"/>
                <a:gd name="connsiteX43" fmla="*/ 376767 w 735330"/>
                <a:gd name="connsiteY43" fmla="*/ 33443 h 298873"/>
                <a:gd name="connsiteX44" fmla="*/ 379307 w 735330"/>
                <a:gd name="connsiteY44" fmla="*/ 47413 h 298873"/>
                <a:gd name="connsiteX45" fmla="*/ 386504 w 735330"/>
                <a:gd name="connsiteY45" fmla="*/ 61383 h 298873"/>
                <a:gd name="connsiteX46" fmla="*/ 389467 w 735330"/>
                <a:gd name="connsiteY46" fmla="*/ 60113 h 298873"/>
                <a:gd name="connsiteX47" fmla="*/ 403014 w 735330"/>
                <a:gd name="connsiteY47" fmla="*/ 58843 h 298873"/>
                <a:gd name="connsiteX48" fmla="*/ 416983 w 735330"/>
                <a:gd name="connsiteY48" fmla="*/ 51646 h 298873"/>
                <a:gd name="connsiteX49" fmla="*/ 418254 w 735330"/>
                <a:gd name="connsiteY49" fmla="*/ 50377 h 298873"/>
                <a:gd name="connsiteX50" fmla="*/ 432224 w 735330"/>
                <a:gd name="connsiteY50" fmla="*/ 37677 h 298873"/>
                <a:gd name="connsiteX51" fmla="*/ 443654 w 735330"/>
                <a:gd name="connsiteY51" fmla="*/ 27940 h 298873"/>
                <a:gd name="connsiteX52" fmla="*/ 457624 w 735330"/>
                <a:gd name="connsiteY52" fmla="*/ 29633 h 298873"/>
                <a:gd name="connsiteX53" fmla="*/ 458893 w 735330"/>
                <a:gd name="connsiteY53" fmla="*/ 26670 h 298873"/>
                <a:gd name="connsiteX54" fmla="*/ 474133 w 735330"/>
                <a:gd name="connsiteY54" fmla="*/ 32173 h 298873"/>
                <a:gd name="connsiteX55" fmla="*/ 488104 w 735330"/>
                <a:gd name="connsiteY55" fmla="*/ 26670 h 298873"/>
                <a:gd name="connsiteX56" fmla="*/ 491067 w 735330"/>
                <a:gd name="connsiteY56" fmla="*/ 25400 h 298873"/>
                <a:gd name="connsiteX57" fmla="*/ 505037 w 735330"/>
                <a:gd name="connsiteY57" fmla="*/ 37677 h 298873"/>
                <a:gd name="connsiteX58" fmla="*/ 520277 w 735330"/>
                <a:gd name="connsiteY58" fmla="*/ 44873 h 298873"/>
                <a:gd name="connsiteX59" fmla="*/ 534247 w 735330"/>
                <a:gd name="connsiteY59" fmla="*/ 35137 h 298873"/>
                <a:gd name="connsiteX60" fmla="*/ 549487 w 735330"/>
                <a:gd name="connsiteY60" fmla="*/ 23707 h 298873"/>
                <a:gd name="connsiteX61" fmla="*/ 563880 w 735330"/>
                <a:gd name="connsiteY61" fmla="*/ 21167 h 298873"/>
                <a:gd name="connsiteX62" fmla="*/ 577427 w 735330"/>
                <a:gd name="connsiteY62" fmla="*/ 23707 h 298873"/>
                <a:gd name="connsiteX63" fmla="*/ 581660 w 735330"/>
                <a:gd name="connsiteY63" fmla="*/ 23707 h 298873"/>
                <a:gd name="connsiteX64" fmla="*/ 595630 w 735330"/>
                <a:gd name="connsiteY64" fmla="*/ 25400 h 298873"/>
                <a:gd name="connsiteX65" fmla="*/ 609600 w 735330"/>
                <a:gd name="connsiteY65" fmla="*/ 22437 h 298873"/>
                <a:gd name="connsiteX66" fmla="*/ 619337 w 735330"/>
                <a:gd name="connsiteY66" fmla="*/ 25400 h 298873"/>
                <a:gd name="connsiteX67" fmla="*/ 633307 w 735330"/>
                <a:gd name="connsiteY67" fmla="*/ 32173 h 298873"/>
                <a:gd name="connsiteX68" fmla="*/ 648547 w 735330"/>
                <a:gd name="connsiteY68" fmla="*/ 36407 h 298873"/>
                <a:gd name="connsiteX69" fmla="*/ 662517 w 735330"/>
                <a:gd name="connsiteY69" fmla="*/ 47413 h 298873"/>
                <a:gd name="connsiteX70" fmla="*/ 663787 w 735330"/>
                <a:gd name="connsiteY70" fmla="*/ 53340 h 298873"/>
                <a:gd name="connsiteX71" fmla="*/ 678180 w 735330"/>
                <a:gd name="connsiteY71" fmla="*/ 61383 h 298873"/>
                <a:gd name="connsiteX72" fmla="*/ 691727 w 735330"/>
                <a:gd name="connsiteY72" fmla="*/ 69850 h 298873"/>
                <a:gd name="connsiteX73" fmla="*/ 705697 w 735330"/>
                <a:gd name="connsiteY73" fmla="*/ 71120 h 298873"/>
                <a:gd name="connsiteX74" fmla="*/ 721360 w 735330"/>
                <a:gd name="connsiteY74" fmla="*/ 78317 h 298873"/>
                <a:gd name="connsiteX75" fmla="*/ 735330 w 735330"/>
                <a:gd name="connsiteY75" fmla="*/ 81280 h 298873"/>
                <a:gd name="connsiteX76" fmla="*/ 733637 w 735330"/>
                <a:gd name="connsiteY76" fmla="*/ 92287 h 298873"/>
                <a:gd name="connsiteX77" fmla="*/ 719667 w 735330"/>
                <a:gd name="connsiteY77" fmla="*/ 106257 h 298873"/>
                <a:gd name="connsiteX78" fmla="*/ 714164 w 735330"/>
                <a:gd name="connsiteY78" fmla="*/ 121496 h 298873"/>
                <a:gd name="connsiteX79" fmla="*/ 711624 w 735330"/>
                <a:gd name="connsiteY79" fmla="*/ 135467 h 298873"/>
                <a:gd name="connsiteX80" fmla="*/ 700193 w 735330"/>
                <a:gd name="connsiteY80" fmla="*/ 149437 h 298873"/>
                <a:gd name="connsiteX81" fmla="*/ 698924 w 735330"/>
                <a:gd name="connsiteY81" fmla="*/ 150707 h 298873"/>
                <a:gd name="connsiteX82" fmla="*/ 689187 w 735330"/>
                <a:gd name="connsiteY82" fmla="*/ 164677 h 298873"/>
                <a:gd name="connsiteX83" fmla="*/ 689187 w 735330"/>
                <a:gd name="connsiteY83" fmla="*/ 171873 h 298873"/>
                <a:gd name="connsiteX84" fmla="*/ 689187 w 735330"/>
                <a:gd name="connsiteY84" fmla="*/ 185843 h 298873"/>
                <a:gd name="connsiteX85" fmla="*/ 689187 w 735330"/>
                <a:gd name="connsiteY85" fmla="*/ 187113 h 298873"/>
                <a:gd name="connsiteX86" fmla="*/ 689187 w 735330"/>
                <a:gd name="connsiteY86" fmla="*/ 190077 h 298873"/>
                <a:gd name="connsiteX87" fmla="*/ 673947 w 735330"/>
                <a:gd name="connsiteY87" fmla="*/ 193887 h 298873"/>
                <a:gd name="connsiteX88" fmla="*/ 659977 w 735330"/>
                <a:gd name="connsiteY88" fmla="*/ 195580 h 298873"/>
                <a:gd name="connsiteX89" fmla="*/ 646007 w 735330"/>
                <a:gd name="connsiteY89" fmla="*/ 201083 h 298873"/>
                <a:gd name="connsiteX90" fmla="*/ 632037 w 735330"/>
                <a:gd name="connsiteY90" fmla="*/ 196850 h 298873"/>
                <a:gd name="connsiteX91" fmla="*/ 630767 w 735330"/>
                <a:gd name="connsiteY91" fmla="*/ 193887 h 298873"/>
                <a:gd name="connsiteX92" fmla="*/ 619337 w 735330"/>
                <a:gd name="connsiteY92" fmla="*/ 179917 h 298873"/>
                <a:gd name="connsiteX93" fmla="*/ 605367 w 735330"/>
                <a:gd name="connsiteY93" fmla="*/ 168910 h 298873"/>
                <a:gd name="connsiteX94" fmla="*/ 591397 w 735330"/>
                <a:gd name="connsiteY94" fmla="*/ 164677 h 298873"/>
                <a:gd name="connsiteX95" fmla="*/ 579120 w 735330"/>
                <a:gd name="connsiteY95" fmla="*/ 167640 h 298873"/>
                <a:gd name="connsiteX96" fmla="*/ 574887 w 735330"/>
                <a:gd name="connsiteY96" fmla="*/ 174413 h 298873"/>
                <a:gd name="connsiteX97" fmla="*/ 573193 w 735330"/>
                <a:gd name="connsiteY97" fmla="*/ 171873 h 298873"/>
                <a:gd name="connsiteX98" fmla="*/ 571924 w 735330"/>
                <a:gd name="connsiteY98" fmla="*/ 171873 h 298873"/>
                <a:gd name="connsiteX99" fmla="*/ 556683 w 735330"/>
                <a:gd name="connsiteY99" fmla="*/ 174413 h 298873"/>
                <a:gd name="connsiteX100" fmla="*/ 542714 w 735330"/>
                <a:gd name="connsiteY100" fmla="*/ 171873 h 298873"/>
                <a:gd name="connsiteX101" fmla="*/ 528743 w 735330"/>
                <a:gd name="connsiteY101" fmla="*/ 168910 h 298873"/>
                <a:gd name="connsiteX102" fmla="*/ 517737 w 735330"/>
                <a:gd name="connsiteY102" fmla="*/ 163407 h 298873"/>
                <a:gd name="connsiteX103" fmla="*/ 503767 w 735330"/>
                <a:gd name="connsiteY103" fmla="*/ 163407 h 298873"/>
                <a:gd name="connsiteX104" fmla="*/ 489797 w 735330"/>
                <a:gd name="connsiteY104" fmla="*/ 167640 h 298873"/>
                <a:gd name="connsiteX105" fmla="*/ 474133 w 735330"/>
                <a:gd name="connsiteY105" fmla="*/ 168910 h 298873"/>
                <a:gd name="connsiteX106" fmla="*/ 470324 w 735330"/>
                <a:gd name="connsiteY106" fmla="*/ 181610 h 298873"/>
                <a:gd name="connsiteX107" fmla="*/ 463127 w 735330"/>
                <a:gd name="connsiteY107" fmla="*/ 195580 h 298873"/>
                <a:gd name="connsiteX108" fmla="*/ 456354 w 735330"/>
                <a:gd name="connsiteY108" fmla="*/ 209550 h 298873"/>
                <a:gd name="connsiteX109" fmla="*/ 455083 w 735330"/>
                <a:gd name="connsiteY109" fmla="*/ 209550 h 298873"/>
                <a:gd name="connsiteX110" fmla="*/ 453390 w 735330"/>
                <a:gd name="connsiteY110" fmla="*/ 210820 h 298873"/>
                <a:gd name="connsiteX111" fmla="*/ 439420 w 735330"/>
                <a:gd name="connsiteY111" fmla="*/ 213360 h 298873"/>
                <a:gd name="connsiteX112" fmla="*/ 425450 w 735330"/>
                <a:gd name="connsiteY112" fmla="*/ 223520 h 298873"/>
                <a:gd name="connsiteX113" fmla="*/ 419947 w 735330"/>
                <a:gd name="connsiteY113" fmla="*/ 227753 h 298873"/>
                <a:gd name="connsiteX114" fmla="*/ 411480 w 735330"/>
                <a:gd name="connsiteY114" fmla="*/ 229023 h 298873"/>
                <a:gd name="connsiteX115" fmla="*/ 397510 w 735330"/>
                <a:gd name="connsiteY115" fmla="*/ 231563 h 298873"/>
                <a:gd name="connsiteX116" fmla="*/ 387774 w 735330"/>
                <a:gd name="connsiteY116" fmla="*/ 230293 h 298873"/>
                <a:gd name="connsiteX117" fmla="*/ 373804 w 735330"/>
                <a:gd name="connsiteY117" fmla="*/ 223520 h 298873"/>
                <a:gd name="connsiteX118" fmla="*/ 365337 w 735330"/>
                <a:gd name="connsiteY118" fmla="*/ 217593 h 298873"/>
                <a:gd name="connsiteX119" fmla="*/ 353060 w 735330"/>
                <a:gd name="connsiteY119" fmla="*/ 221827 h 298873"/>
                <a:gd name="connsiteX120" fmla="*/ 350097 w 735330"/>
                <a:gd name="connsiteY120" fmla="*/ 221827 h 298873"/>
                <a:gd name="connsiteX121" fmla="*/ 350097 w 735330"/>
                <a:gd name="connsiteY121" fmla="*/ 224790 h 298873"/>
                <a:gd name="connsiteX122" fmla="*/ 348827 w 735330"/>
                <a:gd name="connsiteY122" fmla="*/ 227753 h 298873"/>
                <a:gd name="connsiteX123" fmla="*/ 347557 w 735330"/>
                <a:gd name="connsiteY123" fmla="*/ 229023 h 298873"/>
                <a:gd name="connsiteX124" fmla="*/ 344593 w 735330"/>
                <a:gd name="connsiteY124" fmla="*/ 240030 h 298873"/>
                <a:gd name="connsiteX125" fmla="*/ 330624 w 735330"/>
                <a:gd name="connsiteY125" fmla="*/ 242993 h 298873"/>
                <a:gd name="connsiteX126" fmla="*/ 316654 w 735330"/>
                <a:gd name="connsiteY126" fmla="*/ 245533 h 298873"/>
                <a:gd name="connsiteX127" fmla="*/ 302683 w 735330"/>
                <a:gd name="connsiteY127" fmla="*/ 247227 h 298873"/>
                <a:gd name="connsiteX128" fmla="*/ 288714 w 735330"/>
                <a:gd name="connsiteY128" fmla="*/ 245533 h 298873"/>
                <a:gd name="connsiteX129" fmla="*/ 283210 w 735330"/>
                <a:gd name="connsiteY129" fmla="*/ 245533 h 298873"/>
                <a:gd name="connsiteX130" fmla="*/ 281940 w 735330"/>
                <a:gd name="connsiteY130" fmla="*/ 245533 h 298873"/>
                <a:gd name="connsiteX131" fmla="*/ 280247 w 735330"/>
                <a:gd name="connsiteY131" fmla="*/ 245533 h 298873"/>
                <a:gd name="connsiteX132" fmla="*/ 277707 w 735330"/>
                <a:gd name="connsiteY132" fmla="*/ 247227 h 298873"/>
                <a:gd name="connsiteX133" fmla="*/ 274743 w 735330"/>
                <a:gd name="connsiteY133" fmla="*/ 247227 h 298873"/>
                <a:gd name="connsiteX134" fmla="*/ 260774 w 735330"/>
                <a:gd name="connsiteY134" fmla="*/ 251460 h 298873"/>
                <a:gd name="connsiteX135" fmla="*/ 254000 w 735330"/>
                <a:gd name="connsiteY135" fmla="*/ 265430 h 298873"/>
                <a:gd name="connsiteX136" fmla="*/ 258233 w 735330"/>
                <a:gd name="connsiteY136" fmla="*/ 278977 h 298873"/>
                <a:gd name="connsiteX137" fmla="*/ 265007 w 735330"/>
                <a:gd name="connsiteY137" fmla="*/ 284903 h 298873"/>
                <a:gd name="connsiteX138" fmla="*/ 265007 w 735330"/>
                <a:gd name="connsiteY138" fmla="*/ 286173 h 298873"/>
                <a:gd name="connsiteX139" fmla="*/ 251037 w 735330"/>
                <a:gd name="connsiteY139" fmla="*/ 287443 h 298873"/>
                <a:gd name="connsiteX140" fmla="*/ 246804 w 735330"/>
                <a:gd name="connsiteY140" fmla="*/ 291677 h 298873"/>
                <a:gd name="connsiteX141" fmla="*/ 232833 w 735330"/>
                <a:gd name="connsiteY141" fmla="*/ 295910 h 298873"/>
                <a:gd name="connsiteX142" fmla="*/ 218864 w 735330"/>
                <a:gd name="connsiteY142" fmla="*/ 295910 h 298873"/>
                <a:gd name="connsiteX143" fmla="*/ 204893 w 735330"/>
                <a:gd name="connsiteY143" fmla="*/ 297180 h 298873"/>
                <a:gd name="connsiteX144" fmla="*/ 189654 w 735330"/>
                <a:gd name="connsiteY144" fmla="*/ 298873 h 298873"/>
                <a:gd name="connsiteX145" fmla="*/ 175683 w 735330"/>
                <a:gd name="connsiteY145" fmla="*/ 297180 h 298873"/>
                <a:gd name="connsiteX146" fmla="*/ 174414 w 735330"/>
                <a:gd name="connsiteY146" fmla="*/ 297180 h 298873"/>
                <a:gd name="connsiteX147" fmla="*/ 170180 w 735330"/>
                <a:gd name="connsiteY147" fmla="*/ 295910 h 298873"/>
                <a:gd name="connsiteX148" fmla="*/ 165947 w 735330"/>
                <a:gd name="connsiteY148" fmla="*/ 295910 h 298873"/>
                <a:gd name="connsiteX149" fmla="*/ 154940 w 735330"/>
                <a:gd name="connsiteY149" fmla="*/ 295910 h 298873"/>
                <a:gd name="connsiteX150" fmla="*/ 140547 w 735330"/>
                <a:gd name="connsiteY150" fmla="*/ 297180 h 298873"/>
                <a:gd name="connsiteX151" fmla="*/ 127000 w 735330"/>
                <a:gd name="connsiteY151" fmla="*/ 297180 h 298873"/>
                <a:gd name="connsiteX152" fmla="*/ 121497 w 735330"/>
                <a:gd name="connsiteY152" fmla="*/ 295910 h 298873"/>
                <a:gd name="connsiteX153" fmla="*/ 105833 w 735330"/>
                <a:gd name="connsiteY153" fmla="*/ 286173 h 298873"/>
                <a:gd name="connsiteX154" fmla="*/ 97790 w 735330"/>
                <a:gd name="connsiteY154" fmla="*/ 284903 h 298873"/>
                <a:gd name="connsiteX155" fmla="*/ 96520 w 735330"/>
                <a:gd name="connsiteY155" fmla="*/ 283210 h 298873"/>
                <a:gd name="connsiteX156" fmla="*/ 92287 w 735330"/>
                <a:gd name="connsiteY156" fmla="*/ 277707 h 298873"/>
                <a:gd name="connsiteX157" fmla="*/ 86360 w 735330"/>
                <a:gd name="connsiteY157" fmla="*/ 276437 h 298873"/>
                <a:gd name="connsiteX158" fmla="*/ 76624 w 735330"/>
                <a:gd name="connsiteY158" fmla="*/ 266700 h 298873"/>
                <a:gd name="connsiteX159" fmla="*/ 76624 w 735330"/>
                <a:gd name="connsiteY159" fmla="*/ 265430 h 298873"/>
                <a:gd name="connsiteX160" fmla="*/ 71120 w 735330"/>
                <a:gd name="connsiteY160" fmla="*/ 261196 h 298873"/>
                <a:gd name="connsiteX161" fmla="*/ 61383 w 735330"/>
                <a:gd name="connsiteY161" fmla="*/ 256963 h 298873"/>
                <a:gd name="connsiteX162" fmla="*/ 54187 w 735330"/>
                <a:gd name="connsiteY162" fmla="*/ 252730 h 298873"/>
                <a:gd name="connsiteX163" fmla="*/ 51647 w 735330"/>
                <a:gd name="connsiteY163" fmla="*/ 252730 h 298873"/>
                <a:gd name="connsiteX164" fmla="*/ 48683 w 735330"/>
                <a:gd name="connsiteY164" fmla="*/ 252730 h 298873"/>
                <a:gd name="connsiteX165" fmla="*/ 46143 w 735330"/>
                <a:gd name="connsiteY165" fmla="*/ 252730 h 298873"/>
                <a:gd name="connsiteX166" fmla="*/ 44450 w 735330"/>
                <a:gd name="connsiteY166" fmla="*/ 254000 h 298873"/>
                <a:gd name="connsiteX167" fmla="*/ 33443 w 735330"/>
                <a:gd name="connsiteY167" fmla="*/ 240030 h 298873"/>
                <a:gd name="connsiteX168" fmla="*/ 30904 w 735330"/>
                <a:gd name="connsiteY168" fmla="*/ 237490 h 298873"/>
                <a:gd name="connsiteX169" fmla="*/ 30904 w 735330"/>
                <a:gd name="connsiteY169" fmla="*/ 235796 h 298873"/>
                <a:gd name="connsiteX170" fmla="*/ 29210 w 735330"/>
                <a:gd name="connsiteY170" fmla="*/ 233257 h 298873"/>
                <a:gd name="connsiteX171" fmla="*/ 18204 w 735330"/>
                <a:gd name="connsiteY171" fmla="*/ 227753 h 298873"/>
                <a:gd name="connsiteX172" fmla="*/ 15240 w 735330"/>
                <a:gd name="connsiteY172" fmla="*/ 217593 h 298873"/>
                <a:gd name="connsiteX173" fmla="*/ 13970 w 735330"/>
                <a:gd name="connsiteY173" fmla="*/ 212090 h 298873"/>
                <a:gd name="connsiteX174" fmla="*/ 13970 w 735330"/>
                <a:gd name="connsiteY174" fmla="*/ 210820 h 298873"/>
                <a:gd name="connsiteX175" fmla="*/ 0 w 735330"/>
                <a:gd name="connsiteY175" fmla="*/ 196850 h 298873"/>
                <a:gd name="connsiteX176" fmla="*/ 1270 w 735330"/>
                <a:gd name="connsiteY176" fmla="*/ 182880 h 298873"/>
                <a:gd name="connsiteX177" fmla="*/ 12700 w 735330"/>
                <a:gd name="connsiteY177" fmla="*/ 168910 h 298873"/>
                <a:gd name="connsiteX178" fmla="*/ 12700 w 735330"/>
                <a:gd name="connsiteY178" fmla="*/ 154940 h 298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735330" h="298873">
                  <a:moveTo>
                    <a:pt x="12700" y="154940"/>
                  </a:moveTo>
                  <a:lnTo>
                    <a:pt x="16933" y="146473"/>
                  </a:lnTo>
                  <a:lnTo>
                    <a:pt x="19474" y="139700"/>
                  </a:lnTo>
                  <a:lnTo>
                    <a:pt x="22437" y="134196"/>
                  </a:lnTo>
                  <a:lnTo>
                    <a:pt x="34714" y="120227"/>
                  </a:lnTo>
                  <a:lnTo>
                    <a:pt x="41910" y="114723"/>
                  </a:lnTo>
                  <a:lnTo>
                    <a:pt x="48683" y="114723"/>
                  </a:lnTo>
                  <a:lnTo>
                    <a:pt x="57150" y="117263"/>
                  </a:lnTo>
                  <a:lnTo>
                    <a:pt x="71120" y="121496"/>
                  </a:lnTo>
                  <a:lnTo>
                    <a:pt x="85090" y="124460"/>
                  </a:lnTo>
                  <a:lnTo>
                    <a:pt x="86360" y="122767"/>
                  </a:lnTo>
                  <a:lnTo>
                    <a:pt x="90593" y="121496"/>
                  </a:lnTo>
                  <a:lnTo>
                    <a:pt x="104564" y="117263"/>
                  </a:lnTo>
                  <a:lnTo>
                    <a:pt x="118533" y="108796"/>
                  </a:lnTo>
                  <a:lnTo>
                    <a:pt x="132504" y="102023"/>
                  </a:lnTo>
                  <a:lnTo>
                    <a:pt x="138007" y="89323"/>
                  </a:lnTo>
                  <a:lnTo>
                    <a:pt x="151977" y="88053"/>
                  </a:lnTo>
                  <a:lnTo>
                    <a:pt x="156210" y="86783"/>
                  </a:lnTo>
                  <a:lnTo>
                    <a:pt x="160443" y="71120"/>
                  </a:lnTo>
                  <a:lnTo>
                    <a:pt x="160443" y="65617"/>
                  </a:lnTo>
                  <a:lnTo>
                    <a:pt x="160443" y="64346"/>
                  </a:lnTo>
                  <a:lnTo>
                    <a:pt x="167217" y="49107"/>
                  </a:lnTo>
                  <a:lnTo>
                    <a:pt x="184150" y="43603"/>
                  </a:lnTo>
                  <a:lnTo>
                    <a:pt x="195157" y="29633"/>
                  </a:lnTo>
                  <a:lnTo>
                    <a:pt x="198120" y="29633"/>
                  </a:lnTo>
                  <a:lnTo>
                    <a:pt x="212090" y="19896"/>
                  </a:lnTo>
                  <a:lnTo>
                    <a:pt x="227330" y="11430"/>
                  </a:lnTo>
                  <a:lnTo>
                    <a:pt x="241300" y="12700"/>
                  </a:lnTo>
                  <a:lnTo>
                    <a:pt x="252307" y="8467"/>
                  </a:lnTo>
                  <a:lnTo>
                    <a:pt x="254000" y="9737"/>
                  </a:lnTo>
                  <a:lnTo>
                    <a:pt x="269240" y="11430"/>
                  </a:lnTo>
                  <a:lnTo>
                    <a:pt x="269240" y="23707"/>
                  </a:lnTo>
                  <a:lnTo>
                    <a:pt x="269240" y="29633"/>
                  </a:lnTo>
                  <a:lnTo>
                    <a:pt x="283210" y="26670"/>
                  </a:lnTo>
                  <a:lnTo>
                    <a:pt x="298874" y="21167"/>
                  </a:lnTo>
                  <a:lnTo>
                    <a:pt x="309457" y="7196"/>
                  </a:lnTo>
                  <a:lnTo>
                    <a:pt x="323427" y="0"/>
                  </a:lnTo>
                  <a:lnTo>
                    <a:pt x="337820" y="0"/>
                  </a:lnTo>
                  <a:lnTo>
                    <a:pt x="338667" y="1693"/>
                  </a:lnTo>
                  <a:lnTo>
                    <a:pt x="344593" y="15663"/>
                  </a:lnTo>
                  <a:lnTo>
                    <a:pt x="358564" y="27940"/>
                  </a:lnTo>
                  <a:lnTo>
                    <a:pt x="361104" y="27940"/>
                  </a:lnTo>
                  <a:lnTo>
                    <a:pt x="375497" y="29633"/>
                  </a:lnTo>
                  <a:lnTo>
                    <a:pt x="376767" y="33443"/>
                  </a:lnTo>
                  <a:lnTo>
                    <a:pt x="379307" y="47413"/>
                  </a:lnTo>
                  <a:lnTo>
                    <a:pt x="386504" y="61383"/>
                  </a:lnTo>
                  <a:lnTo>
                    <a:pt x="389467" y="60113"/>
                  </a:lnTo>
                  <a:lnTo>
                    <a:pt x="403014" y="58843"/>
                  </a:lnTo>
                  <a:lnTo>
                    <a:pt x="416983" y="51646"/>
                  </a:lnTo>
                  <a:lnTo>
                    <a:pt x="418254" y="50377"/>
                  </a:lnTo>
                  <a:lnTo>
                    <a:pt x="432224" y="37677"/>
                  </a:lnTo>
                  <a:lnTo>
                    <a:pt x="443654" y="27940"/>
                  </a:lnTo>
                  <a:lnTo>
                    <a:pt x="457624" y="29633"/>
                  </a:lnTo>
                  <a:lnTo>
                    <a:pt x="458893" y="26670"/>
                  </a:lnTo>
                  <a:lnTo>
                    <a:pt x="474133" y="32173"/>
                  </a:lnTo>
                  <a:lnTo>
                    <a:pt x="488104" y="26670"/>
                  </a:lnTo>
                  <a:lnTo>
                    <a:pt x="491067" y="25400"/>
                  </a:lnTo>
                  <a:lnTo>
                    <a:pt x="505037" y="37677"/>
                  </a:lnTo>
                  <a:lnTo>
                    <a:pt x="520277" y="44873"/>
                  </a:lnTo>
                  <a:lnTo>
                    <a:pt x="534247" y="35137"/>
                  </a:lnTo>
                  <a:lnTo>
                    <a:pt x="549487" y="23707"/>
                  </a:lnTo>
                  <a:lnTo>
                    <a:pt x="563880" y="21167"/>
                  </a:lnTo>
                  <a:lnTo>
                    <a:pt x="577427" y="23707"/>
                  </a:lnTo>
                  <a:lnTo>
                    <a:pt x="581660" y="23707"/>
                  </a:lnTo>
                  <a:lnTo>
                    <a:pt x="595630" y="25400"/>
                  </a:lnTo>
                  <a:lnTo>
                    <a:pt x="609600" y="22437"/>
                  </a:lnTo>
                  <a:lnTo>
                    <a:pt x="619337" y="25400"/>
                  </a:lnTo>
                  <a:lnTo>
                    <a:pt x="633307" y="32173"/>
                  </a:lnTo>
                  <a:lnTo>
                    <a:pt x="648547" y="36407"/>
                  </a:lnTo>
                  <a:lnTo>
                    <a:pt x="662517" y="47413"/>
                  </a:lnTo>
                  <a:lnTo>
                    <a:pt x="663787" y="53340"/>
                  </a:lnTo>
                  <a:lnTo>
                    <a:pt x="678180" y="61383"/>
                  </a:lnTo>
                  <a:lnTo>
                    <a:pt x="691727" y="69850"/>
                  </a:lnTo>
                  <a:lnTo>
                    <a:pt x="705697" y="71120"/>
                  </a:lnTo>
                  <a:lnTo>
                    <a:pt x="721360" y="78317"/>
                  </a:lnTo>
                  <a:lnTo>
                    <a:pt x="735330" y="81280"/>
                  </a:lnTo>
                  <a:lnTo>
                    <a:pt x="733637" y="92287"/>
                  </a:lnTo>
                  <a:lnTo>
                    <a:pt x="719667" y="106257"/>
                  </a:lnTo>
                  <a:lnTo>
                    <a:pt x="714164" y="121496"/>
                  </a:lnTo>
                  <a:lnTo>
                    <a:pt x="711624" y="135467"/>
                  </a:lnTo>
                  <a:lnTo>
                    <a:pt x="700193" y="149437"/>
                  </a:lnTo>
                  <a:lnTo>
                    <a:pt x="698924" y="150707"/>
                  </a:lnTo>
                  <a:lnTo>
                    <a:pt x="689187" y="164677"/>
                  </a:lnTo>
                  <a:lnTo>
                    <a:pt x="689187" y="171873"/>
                  </a:lnTo>
                  <a:lnTo>
                    <a:pt x="689187" y="185843"/>
                  </a:lnTo>
                  <a:lnTo>
                    <a:pt x="689187" y="187113"/>
                  </a:lnTo>
                  <a:lnTo>
                    <a:pt x="689187" y="190077"/>
                  </a:lnTo>
                  <a:lnTo>
                    <a:pt x="673947" y="193887"/>
                  </a:lnTo>
                  <a:lnTo>
                    <a:pt x="659977" y="195580"/>
                  </a:lnTo>
                  <a:lnTo>
                    <a:pt x="646007" y="201083"/>
                  </a:lnTo>
                  <a:lnTo>
                    <a:pt x="632037" y="196850"/>
                  </a:lnTo>
                  <a:lnTo>
                    <a:pt x="630767" y="193887"/>
                  </a:lnTo>
                  <a:lnTo>
                    <a:pt x="619337" y="179917"/>
                  </a:lnTo>
                  <a:lnTo>
                    <a:pt x="605367" y="168910"/>
                  </a:lnTo>
                  <a:lnTo>
                    <a:pt x="591397" y="164677"/>
                  </a:lnTo>
                  <a:lnTo>
                    <a:pt x="579120" y="167640"/>
                  </a:lnTo>
                  <a:lnTo>
                    <a:pt x="574887" y="174413"/>
                  </a:lnTo>
                  <a:lnTo>
                    <a:pt x="573193" y="171873"/>
                  </a:lnTo>
                  <a:lnTo>
                    <a:pt x="571924" y="171873"/>
                  </a:lnTo>
                  <a:lnTo>
                    <a:pt x="556683" y="174413"/>
                  </a:lnTo>
                  <a:lnTo>
                    <a:pt x="542714" y="171873"/>
                  </a:lnTo>
                  <a:lnTo>
                    <a:pt x="528743" y="168910"/>
                  </a:lnTo>
                  <a:lnTo>
                    <a:pt x="517737" y="163407"/>
                  </a:lnTo>
                  <a:lnTo>
                    <a:pt x="503767" y="163407"/>
                  </a:lnTo>
                  <a:lnTo>
                    <a:pt x="489797" y="167640"/>
                  </a:lnTo>
                  <a:lnTo>
                    <a:pt x="474133" y="168910"/>
                  </a:lnTo>
                  <a:lnTo>
                    <a:pt x="470324" y="181610"/>
                  </a:lnTo>
                  <a:lnTo>
                    <a:pt x="463127" y="195580"/>
                  </a:lnTo>
                  <a:lnTo>
                    <a:pt x="456354" y="209550"/>
                  </a:lnTo>
                  <a:lnTo>
                    <a:pt x="455083" y="209550"/>
                  </a:lnTo>
                  <a:lnTo>
                    <a:pt x="453390" y="210820"/>
                  </a:lnTo>
                  <a:lnTo>
                    <a:pt x="439420" y="213360"/>
                  </a:lnTo>
                  <a:lnTo>
                    <a:pt x="425450" y="223520"/>
                  </a:lnTo>
                  <a:lnTo>
                    <a:pt x="419947" y="227753"/>
                  </a:lnTo>
                  <a:lnTo>
                    <a:pt x="411480" y="229023"/>
                  </a:lnTo>
                  <a:lnTo>
                    <a:pt x="397510" y="231563"/>
                  </a:lnTo>
                  <a:lnTo>
                    <a:pt x="387774" y="230293"/>
                  </a:lnTo>
                  <a:lnTo>
                    <a:pt x="373804" y="223520"/>
                  </a:lnTo>
                  <a:lnTo>
                    <a:pt x="365337" y="217593"/>
                  </a:lnTo>
                  <a:lnTo>
                    <a:pt x="353060" y="221827"/>
                  </a:lnTo>
                  <a:lnTo>
                    <a:pt x="350097" y="221827"/>
                  </a:lnTo>
                  <a:lnTo>
                    <a:pt x="350097" y="224790"/>
                  </a:lnTo>
                  <a:lnTo>
                    <a:pt x="348827" y="227753"/>
                  </a:lnTo>
                  <a:lnTo>
                    <a:pt x="347557" y="229023"/>
                  </a:lnTo>
                  <a:lnTo>
                    <a:pt x="344593" y="240030"/>
                  </a:lnTo>
                  <a:lnTo>
                    <a:pt x="330624" y="242993"/>
                  </a:lnTo>
                  <a:lnTo>
                    <a:pt x="316654" y="245533"/>
                  </a:lnTo>
                  <a:lnTo>
                    <a:pt x="302683" y="247227"/>
                  </a:lnTo>
                  <a:lnTo>
                    <a:pt x="288714" y="245533"/>
                  </a:lnTo>
                  <a:lnTo>
                    <a:pt x="283210" y="245533"/>
                  </a:lnTo>
                  <a:lnTo>
                    <a:pt x="281940" y="245533"/>
                  </a:lnTo>
                  <a:lnTo>
                    <a:pt x="280247" y="245533"/>
                  </a:lnTo>
                  <a:lnTo>
                    <a:pt x="277707" y="247227"/>
                  </a:lnTo>
                  <a:lnTo>
                    <a:pt x="274743" y="247227"/>
                  </a:lnTo>
                  <a:lnTo>
                    <a:pt x="260774" y="251460"/>
                  </a:lnTo>
                  <a:lnTo>
                    <a:pt x="254000" y="265430"/>
                  </a:lnTo>
                  <a:lnTo>
                    <a:pt x="258233" y="278977"/>
                  </a:lnTo>
                  <a:lnTo>
                    <a:pt x="265007" y="284903"/>
                  </a:lnTo>
                  <a:lnTo>
                    <a:pt x="265007" y="286173"/>
                  </a:lnTo>
                  <a:lnTo>
                    <a:pt x="251037" y="287443"/>
                  </a:lnTo>
                  <a:lnTo>
                    <a:pt x="246804" y="291677"/>
                  </a:lnTo>
                  <a:lnTo>
                    <a:pt x="232833" y="295910"/>
                  </a:lnTo>
                  <a:lnTo>
                    <a:pt x="218864" y="295910"/>
                  </a:lnTo>
                  <a:lnTo>
                    <a:pt x="204893" y="297180"/>
                  </a:lnTo>
                  <a:lnTo>
                    <a:pt x="189654" y="298873"/>
                  </a:lnTo>
                  <a:lnTo>
                    <a:pt x="175683" y="297180"/>
                  </a:lnTo>
                  <a:lnTo>
                    <a:pt x="174414" y="297180"/>
                  </a:lnTo>
                  <a:lnTo>
                    <a:pt x="170180" y="295910"/>
                  </a:lnTo>
                  <a:lnTo>
                    <a:pt x="165947" y="295910"/>
                  </a:lnTo>
                  <a:lnTo>
                    <a:pt x="154940" y="295910"/>
                  </a:lnTo>
                  <a:lnTo>
                    <a:pt x="140547" y="297180"/>
                  </a:lnTo>
                  <a:lnTo>
                    <a:pt x="127000" y="297180"/>
                  </a:lnTo>
                  <a:lnTo>
                    <a:pt x="121497" y="295910"/>
                  </a:lnTo>
                  <a:lnTo>
                    <a:pt x="105833" y="286173"/>
                  </a:lnTo>
                  <a:lnTo>
                    <a:pt x="97790" y="284903"/>
                  </a:lnTo>
                  <a:lnTo>
                    <a:pt x="96520" y="283210"/>
                  </a:lnTo>
                  <a:lnTo>
                    <a:pt x="92287" y="277707"/>
                  </a:lnTo>
                  <a:lnTo>
                    <a:pt x="86360" y="276437"/>
                  </a:lnTo>
                  <a:lnTo>
                    <a:pt x="76624" y="266700"/>
                  </a:lnTo>
                  <a:lnTo>
                    <a:pt x="76624" y="265430"/>
                  </a:lnTo>
                  <a:lnTo>
                    <a:pt x="71120" y="261196"/>
                  </a:lnTo>
                  <a:lnTo>
                    <a:pt x="61383" y="256963"/>
                  </a:lnTo>
                  <a:lnTo>
                    <a:pt x="54187" y="252730"/>
                  </a:lnTo>
                  <a:lnTo>
                    <a:pt x="51647" y="252730"/>
                  </a:lnTo>
                  <a:lnTo>
                    <a:pt x="48683" y="252730"/>
                  </a:lnTo>
                  <a:lnTo>
                    <a:pt x="46143" y="252730"/>
                  </a:lnTo>
                  <a:lnTo>
                    <a:pt x="44450" y="254000"/>
                  </a:lnTo>
                  <a:lnTo>
                    <a:pt x="33443" y="240030"/>
                  </a:lnTo>
                  <a:lnTo>
                    <a:pt x="30904" y="237490"/>
                  </a:lnTo>
                  <a:lnTo>
                    <a:pt x="30904" y="235796"/>
                  </a:lnTo>
                  <a:lnTo>
                    <a:pt x="29210" y="233257"/>
                  </a:lnTo>
                  <a:lnTo>
                    <a:pt x="18204" y="227753"/>
                  </a:lnTo>
                  <a:lnTo>
                    <a:pt x="15240" y="217593"/>
                  </a:lnTo>
                  <a:lnTo>
                    <a:pt x="13970" y="212090"/>
                  </a:lnTo>
                  <a:lnTo>
                    <a:pt x="13970" y="210820"/>
                  </a:lnTo>
                  <a:lnTo>
                    <a:pt x="0" y="196850"/>
                  </a:lnTo>
                  <a:lnTo>
                    <a:pt x="1270" y="182880"/>
                  </a:lnTo>
                  <a:lnTo>
                    <a:pt x="12700" y="168910"/>
                  </a:lnTo>
                  <a:lnTo>
                    <a:pt x="12700" y="154940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0" name="Freeform 2429">
              <a:extLst>
                <a:ext uri="{FF2B5EF4-FFF2-40B4-BE49-F238E27FC236}">
                  <a16:creationId xmlns:a16="http://schemas.microsoft.com/office/drawing/2014/main" id="{856398D1-471A-A549-A829-1E3C363B1492}"/>
                </a:ext>
              </a:extLst>
            </p:cNvPr>
            <p:cNvSpPr/>
            <p:nvPr/>
          </p:nvSpPr>
          <p:spPr>
            <a:xfrm>
              <a:off x="8351096" y="4373456"/>
              <a:ext cx="259503" cy="276013"/>
            </a:xfrm>
            <a:custGeom>
              <a:avLst/>
              <a:gdLst>
                <a:gd name="connsiteX0" fmla="*/ 4233 w 259503"/>
                <a:gd name="connsiteY0" fmla="*/ 157480 h 276013"/>
                <a:gd name="connsiteX1" fmla="*/ 9737 w 259503"/>
                <a:gd name="connsiteY1" fmla="*/ 157480 h 276013"/>
                <a:gd name="connsiteX2" fmla="*/ 11007 w 259503"/>
                <a:gd name="connsiteY2" fmla="*/ 156210 h 276013"/>
                <a:gd name="connsiteX3" fmla="*/ 18204 w 259503"/>
                <a:gd name="connsiteY3" fmla="*/ 140970 h 276013"/>
                <a:gd name="connsiteX4" fmla="*/ 16510 w 259503"/>
                <a:gd name="connsiteY4" fmla="*/ 133773 h 276013"/>
                <a:gd name="connsiteX5" fmla="*/ 8467 w 259503"/>
                <a:gd name="connsiteY5" fmla="*/ 126577 h 276013"/>
                <a:gd name="connsiteX6" fmla="*/ 2964 w 259503"/>
                <a:gd name="connsiteY6" fmla="*/ 113030 h 276013"/>
                <a:gd name="connsiteX7" fmla="*/ 4233 w 259503"/>
                <a:gd name="connsiteY7" fmla="*/ 111337 h 276013"/>
                <a:gd name="connsiteX8" fmla="*/ 0 w 259503"/>
                <a:gd name="connsiteY8" fmla="*/ 94827 h 276013"/>
                <a:gd name="connsiteX9" fmla="*/ 5504 w 259503"/>
                <a:gd name="connsiteY9" fmla="*/ 83397 h 276013"/>
                <a:gd name="connsiteX10" fmla="*/ 24977 w 259503"/>
                <a:gd name="connsiteY10" fmla="*/ 82127 h 276013"/>
                <a:gd name="connsiteX11" fmla="*/ 20743 w 259503"/>
                <a:gd name="connsiteY11" fmla="*/ 68157 h 276013"/>
                <a:gd name="connsiteX12" fmla="*/ 20743 w 259503"/>
                <a:gd name="connsiteY12" fmla="*/ 66887 h 276013"/>
                <a:gd name="connsiteX13" fmla="*/ 27940 w 259503"/>
                <a:gd name="connsiteY13" fmla="*/ 51647 h 276013"/>
                <a:gd name="connsiteX14" fmla="*/ 26670 w 259503"/>
                <a:gd name="connsiteY14" fmla="*/ 44450 h 276013"/>
                <a:gd name="connsiteX15" fmla="*/ 40640 w 259503"/>
                <a:gd name="connsiteY15" fmla="*/ 35983 h 276013"/>
                <a:gd name="connsiteX16" fmla="*/ 48683 w 259503"/>
                <a:gd name="connsiteY16" fmla="*/ 31750 h 276013"/>
                <a:gd name="connsiteX17" fmla="*/ 51647 w 259503"/>
                <a:gd name="connsiteY17" fmla="*/ 30480 h 276013"/>
                <a:gd name="connsiteX18" fmla="*/ 50377 w 259503"/>
                <a:gd name="connsiteY18" fmla="*/ 27940 h 276013"/>
                <a:gd name="connsiteX19" fmla="*/ 63924 w 259503"/>
                <a:gd name="connsiteY19" fmla="*/ 30480 h 276013"/>
                <a:gd name="connsiteX20" fmla="*/ 69850 w 259503"/>
                <a:gd name="connsiteY20" fmla="*/ 40217 h 276013"/>
                <a:gd name="connsiteX21" fmla="*/ 71120 w 259503"/>
                <a:gd name="connsiteY21" fmla="*/ 43180 h 276013"/>
                <a:gd name="connsiteX22" fmla="*/ 74083 w 259503"/>
                <a:gd name="connsiteY22" fmla="*/ 26247 h 276013"/>
                <a:gd name="connsiteX23" fmla="*/ 60114 w 259503"/>
                <a:gd name="connsiteY23" fmla="*/ 11007 h 276013"/>
                <a:gd name="connsiteX24" fmla="*/ 60114 w 259503"/>
                <a:gd name="connsiteY24" fmla="*/ 0 h 276013"/>
                <a:gd name="connsiteX25" fmla="*/ 75354 w 259503"/>
                <a:gd name="connsiteY25" fmla="*/ 2540 h 276013"/>
                <a:gd name="connsiteX26" fmla="*/ 87630 w 259503"/>
                <a:gd name="connsiteY26" fmla="*/ 0 h 276013"/>
                <a:gd name="connsiteX27" fmla="*/ 96097 w 259503"/>
                <a:gd name="connsiteY27" fmla="*/ 0 h 276013"/>
                <a:gd name="connsiteX28" fmla="*/ 97790 w 259503"/>
                <a:gd name="connsiteY28" fmla="*/ 8043 h 276013"/>
                <a:gd name="connsiteX29" fmla="*/ 99060 w 259503"/>
                <a:gd name="connsiteY29" fmla="*/ 11007 h 276013"/>
                <a:gd name="connsiteX30" fmla="*/ 103293 w 259503"/>
                <a:gd name="connsiteY30" fmla="*/ 12277 h 276013"/>
                <a:gd name="connsiteX31" fmla="*/ 117264 w 259503"/>
                <a:gd name="connsiteY31" fmla="*/ 19473 h 276013"/>
                <a:gd name="connsiteX32" fmla="*/ 125730 w 259503"/>
                <a:gd name="connsiteY32" fmla="*/ 24977 h 276013"/>
                <a:gd name="connsiteX33" fmla="*/ 131233 w 259503"/>
                <a:gd name="connsiteY33" fmla="*/ 30480 h 276013"/>
                <a:gd name="connsiteX34" fmla="*/ 132504 w 259503"/>
                <a:gd name="connsiteY34" fmla="*/ 31750 h 276013"/>
                <a:gd name="connsiteX35" fmla="*/ 142240 w 259503"/>
                <a:gd name="connsiteY35" fmla="*/ 45720 h 276013"/>
                <a:gd name="connsiteX36" fmla="*/ 156210 w 259503"/>
                <a:gd name="connsiteY36" fmla="*/ 57150 h 276013"/>
                <a:gd name="connsiteX37" fmla="*/ 171450 w 259503"/>
                <a:gd name="connsiteY37" fmla="*/ 57150 h 276013"/>
                <a:gd name="connsiteX38" fmla="*/ 172720 w 259503"/>
                <a:gd name="connsiteY38" fmla="*/ 61383 h 276013"/>
                <a:gd name="connsiteX39" fmla="*/ 175683 w 259503"/>
                <a:gd name="connsiteY39" fmla="*/ 65617 h 276013"/>
                <a:gd name="connsiteX40" fmla="*/ 178647 w 259503"/>
                <a:gd name="connsiteY40" fmla="*/ 66887 h 276013"/>
                <a:gd name="connsiteX41" fmla="*/ 192193 w 259503"/>
                <a:gd name="connsiteY41" fmla="*/ 69850 h 276013"/>
                <a:gd name="connsiteX42" fmla="*/ 206587 w 259503"/>
                <a:gd name="connsiteY42" fmla="*/ 73660 h 276013"/>
                <a:gd name="connsiteX43" fmla="*/ 220557 w 259503"/>
                <a:gd name="connsiteY43" fmla="*/ 82127 h 276013"/>
                <a:gd name="connsiteX44" fmla="*/ 223097 w 259503"/>
                <a:gd name="connsiteY44" fmla="*/ 86360 h 276013"/>
                <a:gd name="connsiteX45" fmla="*/ 227330 w 259503"/>
                <a:gd name="connsiteY45" fmla="*/ 88900 h 276013"/>
                <a:gd name="connsiteX46" fmla="*/ 230293 w 259503"/>
                <a:gd name="connsiteY46" fmla="*/ 90593 h 276013"/>
                <a:gd name="connsiteX47" fmla="*/ 244264 w 259503"/>
                <a:gd name="connsiteY47" fmla="*/ 93133 h 276013"/>
                <a:gd name="connsiteX48" fmla="*/ 254000 w 259503"/>
                <a:gd name="connsiteY48" fmla="*/ 99060 h 276013"/>
                <a:gd name="connsiteX49" fmla="*/ 259504 w 259503"/>
                <a:gd name="connsiteY49" fmla="*/ 113030 h 276013"/>
                <a:gd name="connsiteX50" fmla="*/ 258233 w 259503"/>
                <a:gd name="connsiteY50" fmla="*/ 114300 h 276013"/>
                <a:gd name="connsiteX51" fmla="*/ 255270 w 259503"/>
                <a:gd name="connsiteY51" fmla="*/ 114300 h 276013"/>
                <a:gd name="connsiteX52" fmla="*/ 254000 w 259503"/>
                <a:gd name="connsiteY52" fmla="*/ 114300 h 276013"/>
                <a:gd name="connsiteX53" fmla="*/ 240030 w 259503"/>
                <a:gd name="connsiteY53" fmla="*/ 119804 h 276013"/>
                <a:gd name="connsiteX54" fmla="*/ 238760 w 259503"/>
                <a:gd name="connsiteY54" fmla="*/ 128270 h 276013"/>
                <a:gd name="connsiteX55" fmla="*/ 231564 w 259503"/>
                <a:gd name="connsiteY55" fmla="*/ 126577 h 276013"/>
                <a:gd name="connsiteX56" fmla="*/ 219287 w 259503"/>
                <a:gd name="connsiteY56" fmla="*/ 125307 h 276013"/>
                <a:gd name="connsiteX57" fmla="*/ 217593 w 259503"/>
                <a:gd name="connsiteY57" fmla="*/ 133773 h 276013"/>
                <a:gd name="connsiteX58" fmla="*/ 221827 w 259503"/>
                <a:gd name="connsiteY58" fmla="*/ 136737 h 276013"/>
                <a:gd name="connsiteX59" fmla="*/ 228600 w 259503"/>
                <a:gd name="connsiteY59" fmla="*/ 143510 h 276013"/>
                <a:gd name="connsiteX60" fmla="*/ 226060 w 259503"/>
                <a:gd name="connsiteY60" fmla="*/ 146473 h 276013"/>
                <a:gd name="connsiteX61" fmla="*/ 223097 w 259503"/>
                <a:gd name="connsiteY61" fmla="*/ 160443 h 276013"/>
                <a:gd name="connsiteX62" fmla="*/ 212090 w 259503"/>
                <a:gd name="connsiteY62" fmla="*/ 165947 h 276013"/>
                <a:gd name="connsiteX63" fmla="*/ 196850 w 259503"/>
                <a:gd name="connsiteY63" fmla="*/ 170180 h 276013"/>
                <a:gd name="connsiteX64" fmla="*/ 188383 w 259503"/>
                <a:gd name="connsiteY64" fmla="*/ 172720 h 276013"/>
                <a:gd name="connsiteX65" fmla="*/ 178647 w 259503"/>
                <a:gd name="connsiteY65" fmla="*/ 158750 h 276013"/>
                <a:gd name="connsiteX66" fmla="*/ 181187 w 259503"/>
                <a:gd name="connsiteY66" fmla="*/ 153247 h 276013"/>
                <a:gd name="connsiteX67" fmla="*/ 165947 w 259503"/>
                <a:gd name="connsiteY67" fmla="*/ 146473 h 276013"/>
                <a:gd name="connsiteX68" fmla="*/ 162983 w 259503"/>
                <a:gd name="connsiteY68" fmla="*/ 149014 h 276013"/>
                <a:gd name="connsiteX69" fmla="*/ 157480 w 259503"/>
                <a:gd name="connsiteY69" fmla="*/ 162983 h 276013"/>
                <a:gd name="connsiteX70" fmla="*/ 147743 w 259503"/>
                <a:gd name="connsiteY70" fmla="*/ 176954 h 276013"/>
                <a:gd name="connsiteX71" fmla="*/ 135467 w 259503"/>
                <a:gd name="connsiteY71" fmla="*/ 190923 h 276013"/>
                <a:gd name="connsiteX72" fmla="*/ 133774 w 259503"/>
                <a:gd name="connsiteY72" fmla="*/ 193887 h 276013"/>
                <a:gd name="connsiteX73" fmla="*/ 133774 w 259503"/>
                <a:gd name="connsiteY73" fmla="*/ 195157 h 276013"/>
                <a:gd name="connsiteX74" fmla="*/ 135467 w 259503"/>
                <a:gd name="connsiteY74" fmla="*/ 196427 h 276013"/>
                <a:gd name="connsiteX75" fmla="*/ 125730 w 259503"/>
                <a:gd name="connsiteY75" fmla="*/ 210397 h 276013"/>
                <a:gd name="connsiteX76" fmla="*/ 122767 w 259503"/>
                <a:gd name="connsiteY76" fmla="*/ 224367 h 276013"/>
                <a:gd name="connsiteX77" fmla="*/ 131233 w 259503"/>
                <a:gd name="connsiteY77" fmla="*/ 238337 h 276013"/>
                <a:gd name="connsiteX78" fmla="*/ 131233 w 259503"/>
                <a:gd name="connsiteY78" fmla="*/ 242570 h 276013"/>
                <a:gd name="connsiteX79" fmla="*/ 132504 w 259503"/>
                <a:gd name="connsiteY79" fmla="*/ 251037 h 276013"/>
                <a:gd name="connsiteX80" fmla="*/ 128270 w 259503"/>
                <a:gd name="connsiteY80" fmla="*/ 266277 h 276013"/>
                <a:gd name="connsiteX81" fmla="*/ 131233 w 259503"/>
                <a:gd name="connsiteY81" fmla="*/ 271780 h 276013"/>
                <a:gd name="connsiteX82" fmla="*/ 131233 w 259503"/>
                <a:gd name="connsiteY82" fmla="*/ 276014 h 276013"/>
                <a:gd name="connsiteX83" fmla="*/ 127000 w 259503"/>
                <a:gd name="connsiteY83" fmla="*/ 273050 h 276013"/>
                <a:gd name="connsiteX84" fmla="*/ 114300 w 259503"/>
                <a:gd name="connsiteY84" fmla="*/ 266277 h 276013"/>
                <a:gd name="connsiteX85" fmla="*/ 100330 w 259503"/>
                <a:gd name="connsiteY85" fmla="*/ 256540 h 276013"/>
                <a:gd name="connsiteX86" fmla="*/ 99060 w 259503"/>
                <a:gd name="connsiteY86" fmla="*/ 255270 h 276013"/>
                <a:gd name="connsiteX87" fmla="*/ 94827 w 259503"/>
                <a:gd name="connsiteY87" fmla="*/ 241300 h 276013"/>
                <a:gd name="connsiteX88" fmla="*/ 80857 w 259503"/>
                <a:gd name="connsiteY88" fmla="*/ 227330 h 276013"/>
                <a:gd name="connsiteX89" fmla="*/ 74083 w 259503"/>
                <a:gd name="connsiteY89" fmla="*/ 220133 h 276013"/>
                <a:gd name="connsiteX90" fmla="*/ 62654 w 259503"/>
                <a:gd name="connsiteY90" fmla="*/ 204893 h 276013"/>
                <a:gd name="connsiteX91" fmla="*/ 48683 w 259503"/>
                <a:gd name="connsiteY91" fmla="*/ 206164 h 276013"/>
                <a:gd name="connsiteX92" fmla="*/ 44874 w 259503"/>
                <a:gd name="connsiteY92" fmla="*/ 202354 h 276013"/>
                <a:gd name="connsiteX93" fmla="*/ 34714 w 259503"/>
                <a:gd name="connsiteY93" fmla="*/ 188383 h 276013"/>
                <a:gd name="connsiteX94" fmla="*/ 20743 w 259503"/>
                <a:gd name="connsiteY94" fmla="*/ 186690 h 276013"/>
                <a:gd name="connsiteX95" fmla="*/ 34714 w 259503"/>
                <a:gd name="connsiteY95" fmla="*/ 184150 h 276013"/>
                <a:gd name="connsiteX96" fmla="*/ 34714 w 259503"/>
                <a:gd name="connsiteY96" fmla="*/ 175683 h 276013"/>
                <a:gd name="connsiteX97" fmla="*/ 46143 w 259503"/>
                <a:gd name="connsiteY97" fmla="*/ 181187 h 276013"/>
                <a:gd name="connsiteX98" fmla="*/ 47414 w 259503"/>
                <a:gd name="connsiteY98" fmla="*/ 179917 h 276013"/>
                <a:gd name="connsiteX99" fmla="*/ 46143 w 259503"/>
                <a:gd name="connsiteY99" fmla="*/ 178223 h 276013"/>
                <a:gd name="connsiteX100" fmla="*/ 44874 w 259503"/>
                <a:gd name="connsiteY100" fmla="*/ 170180 h 276013"/>
                <a:gd name="connsiteX101" fmla="*/ 33443 w 259503"/>
                <a:gd name="connsiteY101" fmla="*/ 175683 h 276013"/>
                <a:gd name="connsiteX102" fmla="*/ 19474 w 259503"/>
                <a:gd name="connsiteY102" fmla="*/ 176954 h 276013"/>
                <a:gd name="connsiteX103" fmla="*/ 15240 w 259503"/>
                <a:gd name="connsiteY103" fmla="*/ 176954 h 276013"/>
                <a:gd name="connsiteX104" fmla="*/ 11007 w 259503"/>
                <a:gd name="connsiteY104" fmla="*/ 176954 h 276013"/>
                <a:gd name="connsiteX105" fmla="*/ 8467 w 259503"/>
                <a:gd name="connsiteY105" fmla="*/ 175683 h 276013"/>
                <a:gd name="connsiteX106" fmla="*/ 5504 w 259503"/>
                <a:gd name="connsiteY106" fmla="*/ 171450 h 276013"/>
                <a:gd name="connsiteX107" fmla="*/ 4233 w 259503"/>
                <a:gd name="connsiteY107" fmla="*/ 157480 h 2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259503" h="276013">
                  <a:moveTo>
                    <a:pt x="4233" y="157480"/>
                  </a:moveTo>
                  <a:lnTo>
                    <a:pt x="9737" y="157480"/>
                  </a:lnTo>
                  <a:lnTo>
                    <a:pt x="11007" y="156210"/>
                  </a:lnTo>
                  <a:lnTo>
                    <a:pt x="18204" y="140970"/>
                  </a:lnTo>
                  <a:lnTo>
                    <a:pt x="16510" y="133773"/>
                  </a:lnTo>
                  <a:lnTo>
                    <a:pt x="8467" y="126577"/>
                  </a:lnTo>
                  <a:lnTo>
                    <a:pt x="2964" y="113030"/>
                  </a:lnTo>
                  <a:lnTo>
                    <a:pt x="4233" y="111337"/>
                  </a:lnTo>
                  <a:lnTo>
                    <a:pt x="0" y="94827"/>
                  </a:lnTo>
                  <a:lnTo>
                    <a:pt x="5504" y="83397"/>
                  </a:lnTo>
                  <a:lnTo>
                    <a:pt x="24977" y="82127"/>
                  </a:lnTo>
                  <a:lnTo>
                    <a:pt x="20743" y="68157"/>
                  </a:lnTo>
                  <a:lnTo>
                    <a:pt x="20743" y="66887"/>
                  </a:lnTo>
                  <a:lnTo>
                    <a:pt x="27940" y="51647"/>
                  </a:lnTo>
                  <a:lnTo>
                    <a:pt x="26670" y="44450"/>
                  </a:lnTo>
                  <a:lnTo>
                    <a:pt x="40640" y="35983"/>
                  </a:lnTo>
                  <a:lnTo>
                    <a:pt x="48683" y="31750"/>
                  </a:lnTo>
                  <a:lnTo>
                    <a:pt x="51647" y="30480"/>
                  </a:lnTo>
                  <a:lnTo>
                    <a:pt x="50377" y="27940"/>
                  </a:lnTo>
                  <a:lnTo>
                    <a:pt x="63924" y="30480"/>
                  </a:lnTo>
                  <a:lnTo>
                    <a:pt x="69850" y="40217"/>
                  </a:lnTo>
                  <a:lnTo>
                    <a:pt x="71120" y="43180"/>
                  </a:lnTo>
                  <a:lnTo>
                    <a:pt x="74083" y="26247"/>
                  </a:lnTo>
                  <a:lnTo>
                    <a:pt x="60114" y="11007"/>
                  </a:lnTo>
                  <a:lnTo>
                    <a:pt x="60114" y="0"/>
                  </a:lnTo>
                  <a:lnTo>
                    <a:pt x="75354" y="2540"/>
                  </a:lnTo>
                  <a:lnTo>
                    <a:pt x="87630" y="0"/>
                  </a:lnTo>
                  <a:lnTo>
                    <a:pt x="96097" y="0"/>
                  </a:lnTo>
                  <a:lnTo>
                    <a:pt x="97790" y="8043"/>
                  </a:lnTo>
                  <a:lnTo>
                    <a:pt x="99060" y="11007"/>
                  </a:lnTo>
                  <a:lnTo>
                    <a:pt x="103293" y="12277"/>
                  </a:lnTo>
                  <a:lnTo>
                    <a:pt x="117264" y="19473"/>
                  </a:lnTo>
                  <a:lnTo>
                    <a:pt x="125730" y="24977"/>
                  </a:lnTo>
                  <a:lnTo>
                    <a:pt x="131233" y="30480"/>
                  </a:lnTo>
                  <a:lnTo>
                    <a:pt x="132504" y="31750"/>
                  </a:lnTo>
                  <a:lnTo>
                    <a:pt x="142240" y="45720"/>
                  </a:lnTo>
                  <a:lnTo>
                    <a:pt x="156210" y="57150"/>
                  </a:lnTo>
                  <a:lnTo>
                    <a:pt x="171450" y="57150"/>
                  </a:lnTo>
                  <a:lnTo>
                    <a:pt x="172720" y="61383"/>
                  </a:lnTo>
                  <a:lnTo>
                    <a:pt x="175683" y="65617"/>
                  </a:lnTo>
                  <a:lnTo>
                    <a:pt x="178647" y="66887"/>
                  </a:lnTo>
                  <a:lnTo>
                    <a:pt x="192193" y="69850"/>
                  </a:lnTo>
                  <a:lnTo>
                    <a:pt x="206587" y="73660"/>
                  </a:lnTo>
                  <a:lnTo>
                    <a:pt x="220557" y="82127"/>
                  </a:lnTo>
                  <a:lnTo>
                    <a:pt x="223097" y="86360"/>
                  </a:lnTo>
                  <a:lnTo>
                    <a:pt x="227330" y="88900"/>
                  </a:lnTo>
                  <a:lnTo>
                    <a:pt x="230293" y="90593"/>
                  </a:lnTo>
                  <a:lnTo>
                    <a:pt x="244264" y="93133"/>
                  </a:lnTo>
                  <a:lnTo>
                    <a:pt x="254000" y="99060"/>
                  </a:lnTo>
                  <a:lnTo>
                    <a:pt x="259504" y="113030"/>
                  </a:lnTo>
                  <a:lnTo>
                    <a:pt x="258233" y="114300"/>
                  </a:lnTo>
                  <a:lnTo>
                    <a:pt x="255270" y="114300"/>
                  </a:lnTo>
                  <a:lnTo>
                    <a:pt x="254000" y="114300"/>
                  </a:lnTo>
                  <a:lnTo>
                    <a:pt x="240030" y="119804"/>
                  </a:lnTo>
                  <a:lnTo>
                    <a:pt x="238760" y="128270"/>
                  </a:lnTo>
                  <a:lnTo>
                    <a:pt x="231564" y="126577"/>
                  </a:lnTo>
                  <a:lnTo>
                    <a:pt x="219287" y="125307"/>
                  </a:lnTo>
                  <a:lnTo>
                    <a:pt x="217593" y="133773"/>
                  </a:lnTo>
                  <a:lnTo>
                    <a:pt x="221827" y="136737"/>
                  </a:lnTo>
                  <a:lnTo>
                    <a:pt x="228600" y="143510"/>
                  </a:lnTo>
                  <a:lnTo>
                    <a:pt x="226060" y="146473"/>
                  </a:lnTo>
                  <a:lnTo>
                    <a:pt x="223097" y="160443"/>
                  </a:lnTo>
                  <a:lnTo>
                    <a:pt x="212090" y="165947"/>
                  </a:lnTo>
                  <a:lnTo>
                    <a:pt x="196850" y="170180"/>
                  </a:lnTo>
                  <a:lnTo>
                    <a:pt x="188383" y="172720"/>
                  </a:lnTo>
                  <a:lnTo>
                    <a:pt x="178647" y="158750"/>
                  </a:lnTo>
                  <a:lnTo>
                    <a:pt x="181187" y="153247"/>
                  </a:lnTo>
                  <a:lnTo>
                    <a:pt x="165947" y="146473"/>
                  </a:lnTo>
                  <a:lnTo>
                    <a:pt x="162983" y="149014"/>
                  </a:lnTo>
                  <a:lnTo>
                    <a:pt x="157480" y="162983"/>
                  </a:lnTo>
                  <a:lnTo>
                    <a:pt x="147743" y="176954"/>
                  </a:lnTo>
                  <a:lnTo>
                    <a:pt x="135467" y="190923"/>
                  </a:lnTo>
                  <a:lnTo>
                    <a:pt x="133774" y="193887"/>
                  </a:lnTo>
                  <a:lnTo>
                    <a:pt x="133774" y="195157"/>
                  </a:lnTo>
                  <a:lnTo>
                    <a:pt x="135467" y="196427"/>
                  </a:lnTo>
                  <a:lnTo>
                    <a:pt x="125730" y="210397"/>
                  </a:lnTo>
                  <a:lnTo>
                    <a:pt x="122767" y="224367"/>
                  </a:lnTo>
                  <a:lnTo>
                    <a:pt x="131233" y="238337"/>
                  </a:lnTo>
                  <a:lnTo>
                    <a:pt x="131233" y="242570"/>
                  </a:lnTo>
                  <a:lnTo>
                    <a:pt x="132504" y="251037"/>
                  </a:lnTo>
                  <a:lnTo>
                    <a:pt x="128270" y="266277"/>
                  </a:lnTo>
                  <a:lnTo>
                    <a:pt x="131233" y="271780"/>
                  </a:lnTo>
                  <a:lnTo>
                    <a:pt x="131233" y="276014"/>
                  </a:lnTo>
                  <a:lnTo>
                    <a:pt x="127000" y="273050"/>
                  </a:lnTo>
                  <a:lnTo>
                    <a:pt x="114300" y="266277"/>
                  </a:lnTo>
                  <a:lnTo>
                    <a:pt x="100330" y="256540"/>
                  </a:lnTo>
                  <a:lnTo>
                    <a:pt x="99060" y="255270"/>
                  </a:lnTo>
                  <a:lnTo>
                    <a:pt x="94827" y="241300"/>
                  </a:lnTo>
                  <a:lnTo>
                    <a:pt x="80857" y="227330"/>
                  </a:lnTo>
                  <a:lnTo>
                    <a:pt x="74083" y="220133"/>
                  </a:lnTo>
                  <a:lnTo>
                    <a:pt x="62654" y="204893"/>
                  </a:lnTo>
                  <a:lnTo>
                    <a:pt x="48683" y="206164"/>
                  </a:lnTo>
                  <a:lnTo>
                    <a:pt x="44874" y="202354"/>
                  </a:lnTo>
                  <a:lnTo>
                    <a:pt x="34714" y="188383"/>
                  </a:lnTo>
                  <a:lnTo>
                    <a:pt x="20743" y="186690"/>
                  </a:lnTo>
                  <a:lnTo>
                    <a:pt x="34714" y="184150"/>
                  </a:lnTo>
                  <a:lnTo>
                    <a:pt x="34714" y="175683"/>
                  </a:lnTo>
                  <a:lnTo>
                    <a:pt x="46143" y="181187"/>
                  </a:lnTo>
                  <a:lnTo>
                    <a:pt x="47414" y="179917"/>
                  </a:lnTo>
                  <a:lnTo>
                    <a:pt x="46143" y="178223"/>
                  </a:lnTo>
                  <a:lnTo>
                    <a:pt x="44874" y="170180"/>
                  </a:lnTo>
                  <a:lnTo>
                    <a:pt x="33443" y="175683"/>
                  </a:lnTo>
                  <a:lnTo>
                    <a:pt x="19474" y="176954"/>
                  </a:lnTo>
                  <a:lnTo>
                    <a:pt x="15240" y="176954"/>
                  </a:lnTo>
                  <a:lnTo>
                    <a:pt x="11007" y="176954"/>
                  </a:lnTo>
                  <a:lnTo>
                    <a:pt x="8467" y="175683"/>
                  </a:lnTo>
                  <a:lnTo>
                    <a:pt x="5504" y="171450"/>
                  </a:lnTo>
                  <a:lnTo>
                    <a:pt x="4233" y="157480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1" name="Freeform 2430">
              <a:extLst>
                <a:ext uri="{FF2B5EF4-FFF2-40B4-BE49-F238E27FC236}">
                  <a16:creationId xmlns:a16="http://schemas.microsoft.com/office/drawing/2014/main" id="{CE27909B-A18F-E447-A023-0DBDC0F04D8D}"/>
                </a:ext>
              </a:extLst>
            </p:cNvPr>
            <p:cNvSpPr/>
            <p:nvPr/>
          </p:nvSpPr>
          <p:spPr>
            <a:xfrm>
              <a:off x="7675456" y="3874346"/>
              <a:ext cx="785706" cy="674369"/>
            </a:xfrm>
            <a:custGeom>
              <a:avLst/>
              <a:gdLst>
                <a:gd name="connsiteX0" fmla="*/ 15664 w 785706"/>
                <a:gd name="connsiteY0" fmla="*/ 175260 h 674369"/>
                <a:gd name="connsiteX1" fmla="*/ 19897 w 785706"/>
                <a:gd name="connsiteY1" fmla="*/ 176530 h 674369"/>
                <a:gd name="connsiteX2" fmla="*/ 29633 w 785706"/>
                <a:gd name="connsiteY2" fmla="*/ 177800 h 674369"/>
                <a:gd name="connsiteX3" fmla="*/ 38100 w 785706"/>
                <a:gd name="connsiteY3" fmla="*/ 177800 h 674369"/>
                <a:gd name="connsiteX4" fmla="*/ 52070 w 785706"/>
                <a:gd name="connsiteY4" fmla="*/ 182033 h 674369"/>
                <a:gd name="connsiteX5" fmla="*/ 64347 w 785706"/>
                <a:gd name="connsiteY5" fmla="*/ 179070 h 674369"/>
                <a:gd name="connsiteX6" fmla="*/ 65617 w 785706"/>
                <a:gd name="connsiteY6" fmla="*/ 177800 h 674369"/>
                <a:gd name="connsiteX7" fmla="*/ 71120 w 785706"/>
                <a:gd name="connsiteY7" fmla="*/ 168063 h 674369"/>
                <a:gd name="connsiteX8" fmla="*/ 85090 w 785706"/>
                <a:gd name="connsiteY8" fmla="*/ 175260 h 674369"/>
                <a:gd name="connsiteX9" fmla="*/ 89323 w 785706"/>
                <a:gd name="connsiteY9" fmla="*/ 175260 h 674369"/>
                <a:gd name="connsiteX10" fmla="*/ 96520 w 785706"/>
                <a:gd name="connsiteY10" fmla="*/ 172297 h 674369"/>
                <a:gd name="connsiteX11" fmla="*/ 103293 w 785706"/>
                <a:gd name="connsiteY11" fmla="*/ 171027 h 674369"/>
                <a:gd name="connsiteX12" fmla="*/ 106257 w 785706"/>
                <a:gd name="connsiteY12" fmla="*/ 172297 h 674369"/>
                <a:gd name="connsiteX13" fmla="*/ 110490 w 785706"/>
                <a:gd name="connsiteY13" fmla="*/ 173567 h 674369"/>
                <a:gd name="connsiteX14" fmla="*/ 118957 w 785706"/>
                <a:gd name="connsiteY14" fmla="*/ 173567 h 674369"/>
                <a:gd name="connsiteX15" fmla="*/ 132927 w 785706"/>
                <a:gd name="connsiteY15" fmla="*/ 166793 h 674369"/>
                <a:gd name="connsiteX16" fmla="*/ 137160 w 785706"/>
                <a:gd name="connsiteY16" fmla="*/ 158327 h 674369"/>
                <a:gd name="connsiteX17" fmla="*/ 144357 w 785706"/>
                <a:gd name="connsiteY17" fmla="*/ 148590 h 674369"/>
                <a:gd name="connsiteX18" fmla="*/ 145627 w 785706"/>
                <a:gd name="connsiteY18" fmla="*/ 144357 h 674369"/>
                <a:gd name="connsiteX19" fmla="*/ 149860 w 785706"/>
                <a:gd name="connsiteY19" fmla="*/ 145627 h 674369"/>
                <a:gd name="connsiteX20" fmla="*/ 151130 w 785706"/>
                <a:gd name="connsiteY20" fmla="*/ 151130 h 674369"/>
                <a:gd name="connsiteX21" fmla="*/ 163830 w 785706"/>
                <a:gd name="connsiteY21" fmla="*/ 166370 h 674369"/>
                <a:gd name="connsiteX22" fmla="*/ 172297 w 785706"/>
                <a:gd name="connsiteY22" fmla="*/ 170603 h 674369"/>
                <a:gd name="connsiteX23" fmla="*/ 187537 w 785706"/>
                <a:gd name="connsiteY23" fmla="*/ 174837 h 674369"/>
                <a:gd name="connsiteX24" fmla="*/ 202777 w 785706"/>
                <a:gd name="connsiteY24" fmla="*/ 171873 h 674369"/>
                <a:gd name="connsiteX25" fmla="*/ 205317 w 785706"/>
                <a:gd name="connsiteY25" fmla="*/ 173143 h 674369"/>
                <a:gd name="connsiteX26" fmla="*/ 209550 w 785706"/>
                <a:gd name="connsiteY26" fmla="*/ 171873 h 674369"/>
                <a:gd name="connsiteX27" fmla="*/ 215054 w 785706"/>
                <a:gd name="connsiteY27" fmla="*/ 176107 h 674369"/>
                <a:gd name="connsiteX28" fmla="*/ 230293 w 785706"/>
                <a:gd name="connsiteY28" fmla="*/ 183303 h 674369"/>
                <a:gd name="connsiteX29" fmla="*/ 231564 w 785706"/>
                <a:gd name="connsiteY29" fmla="*/ 183303 h 674369"/>
                <a:gd name="connsiteX30" fmla="*/ 245533 w 785706"/>
                <a:gd name="connsiteY30" fmla="*/ 170603 h 674369"/>
                <a:gd name="connsiteX31" fmla="*/ 244264 w 785706"/>
                <a:gd name="connsiteY31" fmla="*/ 167640 h 674369"/>
                <a:gd name="connsiteX32" fmla="*/ 241300 w 785706"/>
                <a:gd name="connsiteY32" fmla="*/ 159173 h 674369"/>
                <a:gd name="connsiteX33" fmla="*/ 244264 w 785706"/>
                <a:gd name="connsiteY33" fmla="*/ 149437 h 674369"/>
                <a:gd name="connsiteX34" fmla="*/ 248497 w 785706"/>
                <a:gd name="connsiteY34" fmla="*/ 146473 h 674369"/>
                <a:gd name="connsiteX35" fmla="*/ 252730 w 785706"/>
                <a:gd name="connsiteY35" fmla="*/ 146473 h 674369"/>
                <a:gd name="connsiteX36" fmla="*/ 252730 w 785706"/>
                <a:gd name="connsiteY36" fmla="*/ 143933 h 674369"/>
                <a:gd name="connsiteX37" fmla="*/ 237067 w 785706"/>
                <a:gd name="connsiteY37" fmla="*/ 139700 h 674369"/>
                <a:gd name="connsiteX38" fmla="*/ 232833 w 785706"/>
                <a:gd name="connsiteY38" fmla="*/ 138007 h 674369"/>
                <a:gd name="connsiteX39" fmla="*/ 232833 w 785706"/>
                <a:gd name="connsiteY39" fmla="*/ 136737 h 674369"/>
                <a:gd name="connsiteX40" fmla="*/ 244264 w 785706"/>
                <a:gd name="connsiteY40" fmla="*/ 128270 h 674369"/>
                <a:gd name="connsiteX41" fmla="*/ 255270 w 785706"/>
                <a:gd name="connsiteY41" fmla="*/ 125307 h 674369"/>
                <a:gd name="connsiteX42" fmla="*/ 262043 w 785706"/>
                <a:gd name="connsiteY42" fmla="*/ 122343 h 674369"/>
                <a:gd name="connsiteX43" fmla="*/ 270510 w 785706"/>
                <a:gd name="connsiteY43" fmla="*/ 116840 h 674369"/>
                <a:gd name="connsiteX44" fmla="*/ 273473 w 785706"/>
                <a:gd name="connsiteY44" fmla="*/ 116840 h 674369"/>
                <a:gd name="connsiteX45" fmla="*/ 292947 w 785706"/>
                <a:gd name="connsiteY45" fmla="*/ 112607 h 674369"/>
                <a:gd name="connsiteX46" fmla="*/ 292947 w 785706"/>
                <a:gd name="connsiteY46" fmla="*/ 111337 h 674369"/>
                <a:gd name="connsiteX47" fmla="*/ 291677 w 785706"/>
                <a:gd name="connsiteY47" fmla="*/ 111337 h 674369"/>
                <a:gd name="connsiteX48" fmla="*/ 290407 w 785706"/>
                <a:gd name="connsiteY48" fmla="*/ 105833 h 674369"/>
                <a:gd name="connsiteX49" fmla="*/ 291677 w 785706"/>
                <a:gd name="connsiteY49" fmla="*/ 97367 h 674369"/>
                <a:gd name="connsiteX50" fmla="*/ 292947 w 785706"/>
                <a:gd name="connsiteY50" fmla="*/ 85090 h 674369"/>
                <a:gd name="connsiteX51" fmla="*/ 287443 w 785706"/>
                <a:gd name="connsiteY51" fmla="*/ 77893 h 674369"/>
                <a:gd name="connsiteX52" fmla="*/ 278977 w 785706"/>
                <a:gd name="connsiteY52" fmla="*/ 63923 h 674369"/>
                <a:gd name="connsiteX53" fmla="*/ 285750 w 785706"/>
                <a:gd name="connsiteY53" fmla="*/ 52917 h 674369"/>
                <a:gd name="connsiteX54" fmla="*/ 298027 w 785706"/>
                <a:gd name="connsiteY54" fmla="*/ 52917 h 674369"/>
                <a:gd name="connsiteX55" fmla="*/ 303530 w 785706"/>
                <a:gd name="connsiteY55" fmla="*/ 48683 h 674369"/>
                <a:gd name="connsiteX56" fmla="*/ 310727 w 785706"/>
                <a:gd name="connsiteY56" fmla="*/ 44450 h 674369"/>
                <a:gd name="connsiteX57" fmla="*/ 311997 w 785706"/>
                <a:gd name="connsiteY57" fmla="*/ 44450 h 674369"/>
                <a:gd name="connsiteX58" fmla="*/ 321733 w 785706"/>
                <a:gd name="connsiteY58" fmla="*/ 43180 h 674369"/>
                <a:gd name="connsiteX59" fmla="*/ 337397 w 785706"/>
                <a:gd name="connsiteY59" fmla="*/ 37677 h 674369"/>
                <a:gd name="connsiteX60" fmla="*/ 339937 w 785706"/>
                <a:gd name="connsiteY60" fmla="*/ 24977 h 674369"/>
                <a:gd name="connsiteX61" fmla="*/ 351367 w 785706"/>
                <a:gd name="connsiteY61" fmla="*/ 22437 h 674369"/>
                <a:gd name="connsiteX62" fmla="*/ 354330 w 785706"/>
                <a:gd name="connsiteY62" fmla="*/ 26670 h 674369"/>
                <a:gd name="connsiteX63" fmla="*/ 369570 w 785706"/>
                <a:gd name="connsiteY63" fmla="*/ 26670 h 674369"/>
                <a:gd name="connsiteX64" fmla="*/ 368300 w 785706"/>
                <a:gd name="connsiteY64" fmla="*/ 23707 h 674369"/>
                <a:gd name="connsiteX65" fmla="*/ 362797 w 785706"/>
                <a:gd name="connsiteY65" fmla="*/ 12277 h 674369"/>
                <a:gd name="connsiteX66" fmla="*/ 368300 w 785706"/>
                <a:gd name="connsiteY66" fmla="*/ 1270 h 674369"/>
                <a:gd name="connsiteX67" fmla="*/ 382270 w 785706"/>
                <a:gd name="connsiteY67" fmla="*/ 0 h 674369"/>
                <a:gd name="connsiteX68" fmla="*/ 387773 w 785706"/>
                <a:gd name="connsiteY68" fmla="*/ 4233 h 674369"/>
                <a:gd name="connsiteX69" fmla="*/ 401743 w 785706"/>
                <a:gd name="connsiteY69" fmla="*/ 9737 h 674369"/>
                <a:gd name="connsiteX70" fmla="*/ 408940 w 785706"/>
                <a:gd name="connsiteY70" fmla="*/ 11007 h 674369"/>
                <a:gd name="connsiteX71" fmla="*/ 422910 w 785706"/>
                <a:gd name="connsiteY71" fmla="*/ 20743 h 674369"/>
                <a:gd name="connsiteX72" fmla="*/ 436880 w 785706"/>
                <a:gd name="connsiteY72" fmla="*/ 26247 h 674369"/>
                <a:gd name="connsiteX73" fmla="*/ 442383 w 785706"/>
                <a:gd name="connsiteY73" fmla="*/ 29210 h 674369"/>
                <a:gd name="connsiteX74" fmla="*/ 446617 w 785706"/>
                <a:gd name="connsiteY74" fmla="*/ 37677 h 674369"/>
                <a:gd name="connsiteX75" fmla="*/ 446617 w 785706"/>
                <a:gd name="connsiteY75" fmla="*/ 38947 h 674369"/>
                <a:gd name="connsiteX76" fmla="*/ 455083 w 785706"/>
                <a:gd name="connsiteY76" fmla="*/ 48683 h 674369"/>
                <a:gd name="connsiteX77" fmla="*/ 466090 w 785706"/>
                <a:gd name="connsiteY77" fmla="*/ 52917 h 674369"/>
                <a:gd name="connsiteX78" fmla="*/ 480060 w 785706"/>
                <a:gd name="connsiteY78" fmla="*/ 59690 h 674369"/>
                <a:gd name="connsiteX79" fmla="*/ 486833 w 785706"/>
                <a:gd name="connsiteY79" fmla="*/ 69427 h 674369"/>
                <a:gd name="connsiteX80" fmla="*/ 491067 w 785706"/>
                <a:gd name="connsiteY80" fmla="*/ 70697 h 674369"/>
                <a:gd name="connsiteX81" fmla="*/ 492337 w 785706"/>
                <a:gd name="connsiteY81" fmla="*/ 73660 h 674369"/>
                <a:gd name="connsiteX82" fmla="*/ 496570 w 785706"/>
                <a:gd name="connsiteY82" fmla="*/ 77893 h 674369"/>
                <a:gd name="connsiteX83" fmla="*/ 496570 w 785706"/>
                <a:gd name="connsiteY83" fmla="*/ 79163 h 674369"/>
                <a:gd name="connsiteX84" fmla="*/ 497840 w 785706"/>
                <a:gd name="connsiteY84" fmla="*/ 82127 h 674369"/>
                <a:gd name="connsiteX85" fmla="*/ 499110 w 785706"/>
                <a:gd name="connsiteY85" fmla="*/ 85090 h 674369"/>
                <a:gd name="connsiteX86" fmla="*/ 499110 w 785706"/>
                <a:gd name="connsiteY86" fmla="*/ 86360 h 674369"/>
                <a:gd name="connsiteX87" fmla="*/ 503343 w 785706"/>
                <a:gd name="connsiteY87" fmla="*/ 87630 h 674369"/>
                <a:gd name="connsiteX88" fmla="*/ 503343 w 785706"/>
                <a:gd name="connsiteY88" fmla="*/ 90170 h 674369"/>
                <a:gd name="connsiteX89" fmla="*/ 511810 w 785706"/>
                <a:gd name="connsiteY89" fmla="*/ 97367 h 674369"/>
                <a:gd name="connsiteX90" fmla="*/ 513504 w 785706"/>
                <a:gd name="connsiteY90" fmla="*/ 96097 h 674369"/>
                <a:gd name="connsiteX91" fmla="*/ 517737 w 785706"/>
                <a:gd name="connsiteY91" fmla="*/ 97367 h 674369"/>
                <a:gd name="connsiteX92" fmla="*/ 520700 w 785706"/>
                <a:gd name="connsiteY92" fmla="*/ 96097 h 674369"/>
                <a:gd name="connsiteX93" fmla="*/ 527473 w 785706"/>
                <a:gd name="connsiteY93" fmla="*/ 97367 h 674369"/>
                <a:gd name="connsiteX94" fmla="*/ 541443 w 785706"/>
                <a:gd name="connsiteY94" fmla="*/ 98637 h 674369"/>
                <a:gd name="connsiteX95" fmla="*/ 551180 w 785706"/>
                <a:gd name="connsiteY95" fmla="*/ 112607 h 674369"/>
                <a:gd name="connsiteX96" fmla="*/ 554143 w 785706"/>
                <a:gd name="connsiteY96" fmla="*/ 115570 h 674369"/>
                <a:gd name="connsiteX97" fmla="*/ 569807 w 785706"/>
                <a:gd name="connsiteY97" fmla="*/ 118533 h 674369"/>
                <a:gd name="connsiteX98" fmla="*/ 583777 w 785706"/>
                <a:gd name="connsiteY98" fmla="*/ 122767 h 674369"/>
                <a:gd name="connsiteX99" fmla="*/ 585047 w 785706"/>
                <a:gd name="connsiteY99" fmla="*/ 122767 h 674369"/>
                <a:gd name="connsiteX100" fmla="*/ 599017 w 785706"/>
                <a:gd name="connsiteY100" fmla="*/ 124037 h 674369"/>
                <a:gd name="connsiteX101" fmla="*/ 612987 w 785706"/>
                <a:gd name="connsiteY101" fmla="*/ 124037 h 674369"/>
                <a:gd name="connsiteX102" fmla="*/ 626957 w 785706"/>
                <a:gd name="connsiteY102" fmla="*/ 124037 h 674369"/>
                <a:gd name="connsiteX103" fmla="*/ 635000 w 785706"/>
                <a:gd name="connsiteY103" fmla="*/ 128270 h 674369"/>
                <a:gd name="connsiteX104" fmla="*/ 640504 w 785706"/>
                <a:gd name="connsiteY104" fmla="*/ 129540 h 674369"/>
                <a:gd name="connsiteX105" fmla="*/ 641773 w 785706"/>
                <a:gd name="connsiteY105" fmla="*/ 129540 h 674369"/>
                <a:gd name="connsiteX106" fmla="*/ 657014 w 785706"/>
                <a:gd name="connsiteY106" fmla="*/ 128270 h 674369"/>
                <a:gd name="connsiteX107" fmla="*/ 670983 w 785706"/>
                <a:gd name="connsiteY107" fmla="*/ 121073 h 674369"/>
                <a:gd name="connsiteX108" fmla="*/ 676487 w 785706"/>
                <a:gd name="connsiteY108" fmla="*/ 115570 h 674369"/>
                <a:gd name="connsiteX109" fmla="*/ 684954 w 785706"/>
                <a:gd name="connsiteY109" fmla="*/ 101600 h 674369"/>
                <a:gd name="connsiteX110" fmla="*/ 690457 w 785706"/>
                <a:gd name="connsiteY110" fmla="*/ 101600 h 674369"/>
                <a:gd name="connsiteX111" fmla="*/ 704427 w 785706"/>
                <a:gd name="connsiteY111" fmla="*/ 102870 h 674369"/>
                <a:gd name="connsiteX112" fmla="*/ 709930 w 785706"/>
                <a:gd name="connsiteY112" fmla="*/ 112607 h 674369"/>
                <a:gd name="connsiteX113" fmla="*/ 709930 w 785706"/>
                <a:gd name="connsiteY113" fmla="*/ 113877 h 674369"/>
                <a:gd name="connsiteX114" fmla="*/ 719667 w 785706"/>
                <a:gd name="connsiteY114" fmla="*/ 123613 h 674369"/>
                <a:gd name="connsiteX115" fmla="*/ 717973 w 785706"/>
                <a:gd name="connsiteY115" fmla="*/ 134620 h 674369"/>
                <a:gd name="connsiteX116" fmla="*/ 716704 w 785706"/>
                <a:gd name="connsiteY116" fmla="*/ 134620 h 674369"/>
                <a:gd name="connsiteX117" fmla="*/ 720937 w 785706"/>
                <a:gd name="connsiteY117" fmla="*/ 149860 h 674369"/>
                <a:gd name="connsiteX118" fmla="*/ 720937 w 785706"/>
                <a:gd name="connsiteY118" fmla="*/ 162560 h 674369"/>
                <a:gd name="connsiteX119" fmla="*/ 734907 w 785706"/>
                <a:gd name="connsiteY119" fmla="*/ 162560 h 674369"/>
                <a:gd name="connsiteX120" fmla="*/ 740410 w 785706"/>
                <a:gd name="connsiteY120" fmla="*/ 165523 h 674369"/>
                <a:gd name="connsiteX121" fmla="*/ 741680 w 785706"/>
                <a:gd name="connsiteY121" fmla="*/ 165523 h 674369"/>
                <a:gd name="connsiteX122" fmla="*/ 734483 w 785706"/>
                <a:gd name="connsiteY122" fmla="*/ 171027 h 674369"/>
                <a:gd name="connsiteX123" fmla="*/ 731943 w 785706"/>
                <a:gd name="connsiteY123" fmla="*/ 179493 h 674369"/>
                <a:gd name="connsiteX124" fmla="*/ 734483 w 785706"/>
                <a:gd name="connsiteY124" fmla="*/ 193463 h 674369"/>
                <a:gd name="connsiteX125" fmla="*/ 749723 w 785706"/>
                <a:gd name="connsiteY125" fmla="*/ 204470 h 674369"/>
                <a:gd name="connsiteX126" fmla="*/ 756497 w 785706"/>
                <a:gd name="connsiteY126" fmla="*/ 207433 h 674369"/>
                <a:gd name="connsiteX127" fmla="*/ 758190 w 785706"/>
                <a:gd name="connsiteY127" fmla="*/ 208703 h 674369"/>
                <a:gd name="connsiteX128" fmla="*/ 763693 w 785706"/>
                <a:gd name="connsiteY128" fmla="*/ 207433 h 674369"/>
                <a:gd name="connsiteX129" fmla="*/ 767504 w 785706"/>
                <a:gd name="connsiteY129" fmla="*/ 208703 h 674369"/>
                <a:gd name="connsiteX130" fmla="*/ 766233 w 785706"/>
                <a:gd name="connsiteY130" fmla="*/ 211667 h 674369"/>
                <a:gd name="connsiteX131" fmla="*/ 780204 w 785706"/>
                <a:gd name="connsiteY131" fmla="*/ 214207 h 674369"/>
                <a:gd name="connsiteX132" fmla="*/ 784437 w 785706"/>
                <a:gd name="connsiteY132" fmla="*/ 214207 h 674369"/>
                <a:gd name="connsiteX133" fmla="*/ 785707 w 785706"/>
                <a:gd name="connsiteY133" fmla="*/ 214207 h 674369"/>
                <a:gd name="connsiteX134" fmla="*/ 785707 w 785706"/>
                <a:gd name="connsiteY134" fmla="*/ 223943 h 674369"/>
                <a:gd name="connsiteX135" fmla="*/ 783167 w 785706"/>
                <a:gd name="connsiteY135" fmla="*/ 223943 h 674369"/>
                <a:gd name="connsiteX136" fmla="*/ 769197 w 785706"/>
                <a:gd name="connsiteY136" fmla="*/ 223943 h 674369"/>
                <a:gd name="connsiteX137" fmla="*/ 753957 w 785706"/>
                <a:gd name="connsiteY137" fmla="*/ 226907 h 674369"/>
                <a:gd name="connsiteX138" fmla="*/ 748454 w 785706"/>
                <a:gd name="connsiteY138" fmla="*/ 228177 h 674369"/>
                <a:gd name="connsiteX139" fmla="*/ 741257 w 785706"/>
                <a:gd name="connsiteY139" fmla="*/ 230717 h 674369"/>
                <a:gd name="connsiteX140" fmla="*/ 748454 w 785706"/>
                <a:gd name="connsiteY140" fmla="*/ 244687 h 674369"/>
                <a:gd name="connsiteX141" fmla="*/ 748454 w 785706"/>
                <a:gd name="connsiteY141" fmla="*/ 253153 h 674369"/>
                <a:gd name="connsiteX142" fmla="*/ 749723 w 785706"/>
                <a:gd name="connsiteY142" fmla="*/ 256117 h 674369"/>
                <a:gd name="connsiteX143" fmla="*/ 737023 w 785706"/>
                <a:gd name="connsiteY143" fmla="*/ 271357 h 674369"/>
                <a:gd name="connsiteX144" fmla="*/ 739987 w 785706"/>
                <a:gd name="connsiteY144" fmla="*/ 275590 h 674369"/>
                <a:gd name="connsiteX145" fmla="*/ 731520 w 785706"/>
                <a:gd name="connsiteY145" fmla="*/ 276860 h 674369"/>
                <a:gd name="connsiteX146" fmla="*/ 717550 w 785706"/>
                <a:gd name="connsiteY146" fmla="*/ 275590 h 674369"/>
                <a:gd name="connsiteX147" fmla="*/ 702310 w 785706"/>
                <a:gd name="connsiteY147" fmla="*/ 262890 h 674369"/>
                <a:gd name="connsiteX148" fmla="*/ 705273 w 785706"/>
                <a:gd name="connsiteY148" fmla="*/ 253153 h 674369"/>
                <a:gd name="connsiteX149" fmla="*/ 701040 w 785706"/>
                <a:gd name="connsiteY149" fmla="*/ 253153 h 674369"/>
                <a:gd name="connsiteX150" fmla="*/ 698077 w 785706"/>
                <a:gd name="connsiteY150" fmla="*/ 253153 h 674369"/>
                <a:gd name="connsiteX151" fmla="*/ 696807 w 785706"/>
                <a:gd name="connsiteY151" fmla="*/ 247650 h 674369"/>
                <a:gd name="connsiteX152" fmla="*/ 682414 w 785706"/>
                <a:gd name="connsiteY152" fmla="*/ 242147 h 674369"/>
                <a:gd name="connsiteX153" fmla="*/ 672677 w 785706"/>
                <a:gd name="connsiteY153" fmla="*/ 240877 h 674369"/>
                <a:gd name="connsiteX154" fmla="*/ 665904 w 785706"/>
                <a:gd name="connsiteY154" fmla="*/ 242147 h 674369"/>
                <a:gd name="connsiteX155" fmla="*/ 664633 w 785706"/>
                <a:gd name="connsiteY155" fmla="*/ 242147 h 674369"/>
                <a:gd name="connsiteX156" fmla="*/ 662940 w 785706"/>
                <a:gd name="connsiteY156" fmla="*/ 242147 h 674369"/>
                <a:gd name="connsiteX157" fmla="*/ 658707 w 785706"/>
                <a:gd name="connsiteY157" fmla="*/ 236643 h 674369"/>
                <a:gd name="connsiteX158" fmla="*/ 644737 w 785706"/>
                <a:gd name="connsiteY158" fmla="*/ 235373 h 674369"/>
                <a:gd name="connsiteX159" fmla="*/ 629073 w 785706"/>
                <a:gd name="connsiteY159" fmla="*/ 236643 h 674369"/>
                <a:gd name="connsiteX160" fmla="*/ 616373 w 785706"/>
                <a:gd name="connsiteY160" fmla="*/ 239607 h 674369"/>
                <a:gd name="connsiteX161" fmla="*/ 601133 w 785706"/>
                <a:gd name="connsiteY161" fmla="*/ 228600 h 674369"/>
                <a:gd name="connsiteX162" fmla="*/ 596900 w 785706"/>
                <a:gd name="connsiteY162" fmla="*/ 232833 h 674369"/>
                <a:gd name="connsiteX163" fmla="*/ 593937 w 785706"/>
                <a:gd name="connsiteY163" fmla="*/ 234103 h 674369"/>
                <a:gd name="connsiteX164" fmla="*/ 588433 w 785706"/>
                <a:gd name="connsiteY164" fmla="*/ 242570 h 674369"/>
                <a:gd name="connsiteX165" fmla="*/ 574464 w 785706"/>
                <a:gd name="connsiteY165" fmla="*/ 242570 h 674369"/>
                <a:gd name="connsiteX166" fmla="*/ 568537 w 785706"/>
                <a:gd name="connsiteY166" fmla="*/ 239607 h 674369"/>
                <a:gd name="connsiteX167" fmla="*/ 554567 w 785706"/>
                <a:gd name="connsiteY167" fmla="*/ 229870 h 674369"/>
                <a:gd name="connsiteX168" fmla="*/ 549064 w 785706"/>
                <a:gd name="connsiteY168" fmla="*/ 234103 h 674369"/>
                <a:gd name="connsiteX169" fmla="*/ 535093 w 785706"/>
                <a:gd name="connsiteY169" fmla="*/ 234103 h 674369"/>
                <a:gd name="connsiteX170" fmla="*/ 527897 w 785706"/>
                <a:gd name="connsiteY170" fmla="*/ 231140 h 674369"/>
                <a:gd name="connsiteX171" fmla="*/ 512657 w 785706"/>
                <a:gd name="connsiteY171" fmla="*/ 228600 h 674369"/>
                <a:gd name="connsiteX172" fmla="*/ 498687 w 785706"/>
                <a:gd name="connsiteY172" fmla="*/ 228600 h 674369"/>
                <a:gd name="connsiteX173" fmla="*/ 496993 w 785706"/>
                <a:gd name="connsiteY173" fmla="*/ 228600 h 674369"/>
                <a:gd name="connsiteX174" fmla="*/ 481754 w 785706"/>
                <a:gd name="connsiteY174" fmla="*/ 224367 h 674369"/>
                <a:gd name="connsiteX175" fmla="*/ 466514 w 785706"/>
                <a:gd name="connsiteY175" fmla="*/ 217170 h 674369"/>
                <a:gd name="connsiteX176" fmla="*/ 467783 w 785706"/>
                <a:gd name="connsiteY176" fmla="*/ 214207 h 674369"/>
                <a:gd name="connsiteX177" fmla="*/ 453814 w 785706"/>
                <a:gd name="connsiteY177" fmla="*/ 207433 h 674369"/>
                <a:gd name="connsiteX178" fmla="*/ 445347 w 785706"/>
                <a:gd name="connsiteY178" fmla="*/ 215900 h 674369"/>
                <a:gd name="connsiteX179" fmla="*/ 445347 w 785706"/>
                <a:gd name="connsiteY179" fmla="*/ 221403 h 674369"/>
                <a:gd name="connsiteX180" fmla="*/ 431377 w 785706"/>
                <a:gd name="connsiteY180" fmla="*/ 218440 h 674369"/>
                <a:gd name="connsiteX181" fmla="*/ 416137 w 785706"/>
                <a:gd name="connsiteY181" fmla="*/ 215477 h 674369"/>
                <a:gd name="connsiteX182" fmla="*/ 402167 w 785706"/>
                <a:gd name="connsiteY182" fmla="*/ 215477 h 674369"/>
                <a:gd name="connsiteX183" fmla="*/ 399204 w 785706"/>
                <a:gd name="connsiteY183" fmla="*/ 219710 h 674369"/>
                <a:gd name="connsiteX184" fmla="*/ 397933 w 785706"/>
                <a:gd name="connsiteY184" fmla="*/ 220980 h 674369"/>
                <a:gd name="connsiteX185" fmla="*/ 394970 w 785706"/>
                <a:gd name="connsiteY185" fmla="*/ 227753 h 674369"/>
                <a:gd name="connsiteX186" fmla="*/ 383964 w 785706"/>
                <a:gd name="connsiteY186" fmla="*/ 241723 h 674369"/>
                <a:gd name="connsiteX187" fmla="*/ 375497 w 785706"/>
                <a:gd name="connsiteY187" fmla="*/ 251460 h 674369"/>
                <a:gd name="connsiteX188" fmla="*/ 373804 w 785706"/>
                <a:gd name="connsiteY188" fmla="*/ 252730 h 674369"/>
                <a:gd name="connsiteX189" fmla="*/ 372533 w 785706"/>
                <a:gd name="connsiteY189" fmla="*/ 252730 h 674369"/>
                <a:gd name="connsiteX190" fmla="*/ 358564 w 785706"/>
                <a:gd name="connsiteY190" fmla="*/ 242993 h 674369"/>
                <a:gd name="connsiteX191" fmla="*/ 344593 w 785706"/>
                <a:gd name="connsiteY191" fmla="*/ 229023 h 674369"/>
                <a:gd name="connsiteX192" fmla="*/ 339090 w 785706"/>
                <a:gd name="connsiteY192" fmla="*/ 224790 h 674369"/>
                <a:gd name="connsiteX193" fmla="*/ 332317 w 785706"/>
                <a:gd name="connsiteY193" fmla="*/ 215053 h 674369"/>
                <a:gd name="connsiteX194" fmla="*/ 317077 w 785706"/>
                <a:gd name="connsiteY194" fmla="*/ 215053 h 674369"/>
                <a:gd name="connsiteX195" fmla="*/ 311573 w 785706"/>
                <a:gd name="connsiteY195" fmla="*/ 216323 h 674369"/>
                <a:gd name="connsiteX196" fmla="*/ 307340 w 785706"/>
                <a:gd name="connsiteY196" fmla="*/ 220557 h 674369"/>
                <a:gd name="connsiteX197" fmla="*/ 303107 w 785706"/>
                <a:gd name="connsiteY197" fmla="*/ 235797 h 674369"/>
                <a:gd name="connsiteX198" fmla="*/ 303107 w 785706"/>
                <a:gd name="connsiteY198" fmla="*/ 240030 h 674369"/>
                <a:gd name="connsiteX199" fmla="*/ 306070 w 785706"/>
                <a:gd name="connsiteY199" fmla="*/ 252307 h 674369"/>
                <a:gd name="connsiteX200" fmla="*/ 304800 w 785706"/>
                <a:gd name="connsiteY200" fmla="*/ 260773 h 674369"/>
                <a:gd name="connsiteX201" fmla="*/ 309033 w 785706"/>
                <a:gd name="connsiteY201" fmla="*/ 274743 h 674369"/>
                <a:gd name="connsiteX202" fmla="*/ 301837 w 785706"/>
                <a:gd name="connsiteY202" fmla="*/ 285750 h 674369"/>
                <a:gd name="connsiteX203" fmla="*/ 315807 w 785706"/>
                <a:gd name="connsiteY203" fmla="*/ 298450 h 674369"/>
                <a:gd name="connsiteX204" fmla="*/ 325543 w 785706"/>
                <a:gd name="connsiteY204" fmla="*/ 299720 h 674369"/>
                <a:gd name="connsiteX205" fmla="*/ 328507 w 785706"/>
                <a:gd name="connsiteY205" fmla="*/ 299720 h 674369"/>
                <a:gd name="connsiteX206" fmla="*/ 332740 w 785706"/>
                <a:gd name="connsiteY206" fmla="*/ 305223 h 674369"/>
                <a:gd name="connsiteX207" fmla="*/ 336973 w 785706"/>
                <a:gd name="connsiteY207" fmla="*/ 313690 h 674369"/>
                <a:gd name="connsiteX208" fmla="*/ 346710 w 785706"/>
                <a:gd name="connsiteY208" fmla="*/ 328930 h 674369"/>
                <a:gd name="connsiteX209" fmla="*/ 355177 w 785706"/>
                <a:gd name="connsiteY209" fmla="*/ 337397 h 674369"/>
                <a:gd name="connsiteX210" fmla="*/ 358140 w 785706"/>
                <a:gd name="connsiteY210" fmla="*/ 345863 h 674369"/>
                <a:gd name="connsiteX211" fmla="*/ 359410 w 785706"/>
                <a:gd name="connsiteY211" fmla="*/ 352637 h 674369"/>
                <a:gd name="connsiteX212" fmla="*/ 366183 w 785706"/>
                <a:gd name="connsiteY212" fmla="*/ 359410 h 674369"/>
                <a:gd name="connsiteX213" fmla="*/ 367454 w 785706"/>
                <a:gd name="connsiteY213" fmla="*/ 360680 h 674369"/>
                <a:gd name="connsiteX214" fmla="*/ 367454 w 785706"/>
                <a:gd name="connsiteY214" fmla="*/ 374650 h 674369"/>
                <a:gd name="connsiteX215" fmla="*/ 367454 w 785706"/>
                <a:gd name="connsiteY215" fmla="*/ 377190 h 674369"/>
                <a:gd name="connsiteX216" fmla="*/ 367454 w 785706"/>
                <a:gd name="connsiteY216" fmla="*/ 380153 h 674369"/>
                <a:gd name="connsiteX217" fmla="*/ 371687 w 785706"/>
                <a:gd name="connsiteY217" fmla="*/ 384387 h 674369"/>
                <a:gd name="connsiteX218" fmla="*/ 378460 w 785706"/>
                <a:gd name="connsiteY218" fmla="*/ 389890 h 674369"/>
                <a:gd name="connsiteX219" fmla="*/ 388197 w 785706"/>
                <a:gd name="connsiteY219" fmla="*/ 403860 h 674369"/>
                <a:gd name="connsiteX220" fmla="*/ 402167 w 785706"/>
                <a:gd name="connsiteY220" fmla="*/ 412327 h 674369"/>
                <a:gd name="connsiteX221" fmla="*/ 416137 w 785706"/>
                <a:gd name="connsiteY221" fmla="*/ 422063 h 674369"/>
                <a:gd name="connsiteX222" fmla="*/ 420370 w 785706"/>
                <a:gd name="connsiteY222" fmla="*/ 426297 h 674369"/>
                <a:gd name="connsiteX223" fmla="*/ 433070 w 785706"/>
                <a:gd name="connsiteY223" fmla="*/ 440267 h 674369"/>
                <a:gd name="connsiteX224" fmla="*/ 440267 w 785706"/>
                <a:gd name="connsiteY224" fmla="*/ 454237 h 674369"/>
                <a:gd name="connsiteX225" fmla="*/ 448310 w 785706"/>
                <a:gd name="connsiteY225" fmla="*/ 459740 h 674369"/>
                <a:gd name="connsiteX226" fmla="*/ 463550 w 785706"/>
                <a:gd name="connsiteY226" fmla="*/ 472440 h 674369"/>
                <a:gd name="connsiteX227" fmla="*/ 474980 w 785706"/>
                <a:gd name="connsiteY227" fmla="*/ 483447 h 674369"/>
                <a:gd name="connsiteX228" fmla="*/ 484717 w 785706"/>
                <a:gd name="connsiteY228" fmla="*/ 493183 h 674369"/>
                <a:gd name="connsiteX229" fmla="*/ 497417 w 785706"/>
                <a:gd name="connsiteY229" fmla="*/ 500380 h 674369"/>
                <a:gd name="connsiteX230" fmla="*/ 512657 w 785706"/>
                <a:gd name="connsiteY230" fmla="*/ 510116 h 674369"/>
                <a:gd name="connsiteX231" fmla="*/ 511387 w 785706"/>
                <a:gd name="connsiteY231" fmla="*/ 511387 h 674369"/>
                <a:gd name="connsiteX232" fmla="*/ 511387 w 785706"/>
                <a:gd name="connsiteY232" fmla="*/ 513927 h 674369"/>
                <a:gd name="connsiteX233" fmla="*/ 513927 w 785706"/>
                <a:gd name="connsiteY233" fmla="*/ 527897 h 674369"/>
                <a:gd name="connsiteX234" fmla="*/ 518160 w 785706"/>
                <a:gd name="connsiteY234" fmla="*/ 536363 h 674369"/>
                <a:gd name="connsiteX235" fmla="*/ 521123 w 785706"/>
                <a:gd name="connsiteY235" fmla="*/ 538903 h 674369"/>
                <a:gd name="connsiteX236" fmla="*/ 536364 w 785706"/>
                <a:gd name="connsiteY236" fmla="*/ 552874 h 674369"/>
                <a:gd name="connsiteX237" fmla="*/ 543137 w 785706"/>
                <a:gd name="connsiteY237" fmla="*/ 558377 h 674369"/>
                <a:gd name="connsiteX238" fmla="*/ 557107 w 785706"/>
                <a:gd name="connsiteY238" fmla="*/ 565574 h 674369"/>
                <a:gd name="connsiteX239" fmla="*/ 564304 w 785706"/>
                <a:gd name="connsiteY239" fmla="*/ 572347 h 674369"/>
                <a:gd name="connsiteX240" fmla="*/ 565573 w 785706"/>
                <a:gd name="connsiteY240" fmla="*/ 572347 h 674369"/>
                <a:gd name="connsiteX241" fmla="*/ 567267 w 785706"/>
                <a:gd name="connsiteY241" fmla="*/ 575310 h 674369"/>
                <a:gd name="connsiteX242" fmla="*/ 569807 w 785706"/>
                <a:gd name="connsiteY242" fmla="*/ 586316 h 674369"/>
                <a:gd name="connsiteX243" fmla="*/ 557107 w 785706"/>
                <a:gd name="connsiteY243" fmla="*/ 590550 h 674369"/>
                <a:gd name="connsiteX244" fmla="*/ 555837 w 785706"/>
                <a:gd name="connsiteY244" fmla="*/ 590550 h 674369"/>
                <a:gd name="connsiteX245" fmla="*/ 541867 w 785706"/>
                <a:gd name="connsiteY245" fmla="*/ 583353 h 674369"/>
                <a:gd name="connsiteX246" fmla="*/ 538904 w 785706"/>
                <a:gd name="connsiteY246" fmla="*/ 576580 h 674369"/>
                <a:gd name="connsiteX247" fmla="*/ 536364 w 785706"/>
                <a:gd name="connsiteY247" fmla="*/ 573616 h 674369"/>
                <a:gd name="connsiteX248" fmla="*/ 535093 w 785706"/>
                <a:gd name="connsiteY248" fmla="*/ 572347 h 674369"/>
                <a:gd name="connsiteX249" fmla="*/ 521123 w 785706"/>
                <a:gd name="connsiteY249" fmla="*/ 561340 h 674369"/>
                <a:gd name="connsiteX250" fmla="*/ 515197 w 785706"/>
                <a:gd name="connsiteY250" fmla="*/ 558377 h 674369"/>
                <a:gd name="connsiteX251" fmla="*/ 501227 w 785706"/>
                <a:gd name="connsiteY251" fmla="*/ 552874 h 674369"/>
                <a:gd name="connsiteX252" fmla="*/ 487257 w 785706"/>
                <a:gd name="connsiteY252" fmla="*/ 543137 h 674369"/>
                <a:gd name="connsiteX253" fmla="*/ 474980 w 785706"/>
                <a:gd name="connsiteY253" fmla="*/ 529166 h 674369"/>
                <a:gd name="connsiteX254" fmla="*/ 461010 w 785706"/>
                <a:gd name="connsiteY254" fmla="*/ 515197 h 674369"/>
                <a:gd name="connsiteX255" fmla="*/ 447040 w 785706"/>
                <a:gd name="connsiteY255" fmla="*/ 513503 h 674369"/>
                <a:gd name="connsiteX256" fmla="*/ 433070 w 785706"/>
                <a:gd name="connsiteY256" fmla="*/ 508000 h 674369"/>
                <a:gd name="connsiteX257" fmla="*/ 419100 w 785706"/>
                <a:gd name="connsiteY257" fmla="*/ 502497 h 674369"/>
                <a:gd name="connsiteX258" fmla="*/ 405130 w 785706"/>
                <a:gd name="connsiteY258" fmla="*/ 496993 h 674369"/>
                <a:gd name="connsiteX259" fmla="*/ 389467 w 785706"/>
                <a:gd name="connsiteY259" fmla="*/ 489797 h 674369"/>
                <a:gd name="connsiteX260" fmla="*/ 382693 w 785706"/>
                <a:gd name="connsiteY260" fmla="*/ 491066 h 674369"/>
                <a:gd name="connsiteX261" fmla="*/ 368723 w 785706"/>
                <a:gd name="connsiteY261" fmla="*/ 495300 h 674369"/>
                <a:gd name="connsiteX262" fmla="*/ 354754 w 785706"/>
                <a:gd name="connsiteY262" fmla="*/ 502074 h 674369"/>
                <a:gd name="connsiteX263" fmla="*/ 340783 w 785706"/>
                <a:gd name="connsiteY263" fmla="*/ 497840 h 674369"/>
                <a:gd name="connsiteX264" fmla="*/ 331047 w 785706"/>
                <a:gd name="connsiteY264" fmla="*/ 483870 h 674369"/>
                <a:gd name="connsiteX265" fmla="*/ 333587 w 785706"/>
                <a:gd name="connsiteY265" fmla="*/ 469900 h 674369"/>
                <a:gd name="connsiteX266" fmla="*/ 320887 w 785706"/>
                <a:gd name="connsiteY266" fmla="*/ 461433 h 674369"/>
                <a:gd name="connsiteX267" fmla="*/ 306917 w 785706"/>
                <a:gd name="connsiteY267" fmla="*/ 455930 h 674369"/>
                <a:gd name="connsiteX268" fmla="*/ 291677 w 785706"/>
                <a:gd name="connsiteY268" fmla="*/ 447463 h 674369"/>
                <a:gd name="connsiteX269" fmla="*/ 280670 w 785706"/>
                <a:gd name="connsiteY269" fmla="*/ 437727 h 674369"/>
                <a:gd name="connsiteX270" fmla="*/ 265430 w 785706"/>
                <a:gd name="connsiteY270" fmla="*/ 426720 h 674369"/>
                <a:gd name="connsiteX271" fmla="*/ 254000 w 785706"/>
                <a:gd name="connsiteY271" fmla="*/ 414020 h 674369"/>
                <a:gd name="connsiteX272" fmla="*/ 240030 w 785706"/>
                <a:gd name="connsiteY272" fmla="*/ 398780 h 674369"/>
                <a:gd name="connsiteX273" fmla="*/ 226060 w 785706"/>
                <a:gd name="connsiteY273" fmla="*/ 384810 h 674369"/>
                <a:gd name="connsiteX274" fmla="*/ 218864 w 785706"/>
                <a:gd name="connsiteY274" fmla="*/ 370840 h 674369"/>
                <a:gd name="connsiteX275" fmla="*/ 234104 w 785706"/>
                <a:gd name="connsiteY275" fmla="*/ 367877 h 674369"/>
                <a:gd name="connsiteX276" fmla="*/ 248073 w 785706"/>
                <a:gd name="connsiteY276" fmla="*/ 364913 h 674369"/>
                <a:gd name="connsiteX277" fmla="*/ 262043 w 785706"/>
                <a:gd name="connsiteY277" fmla="*/ 370417 h 674369"/>
                <a:gd name="connsiteX278" fmla="*/ 274743 w 785706"/>
                <a:gd name="connsiteY278" fmla="*/ 373380 h 674369"/>
                <a:gd name="connsiteX279" fmla="*/ 274743 w 785706"/>
                <a:gd name="connsiteY279" fmla="*/ 372110 h 674369"/>
                <a:gd name="connsiteX280" fmla="*/ 260773 w 785706"/>
                <a:gd name="connsiteY280" fmla="*/ 364913 h 674369"/>
                <a:gd name="connsiteX281" fmla="*/ 245533 w 785706"/>
                <a:gd name="connsiteY281" fmla="*/ 357717 h 674369"/>
                <a:gd name="connsiteX282" fmla="*/ 240030 w 785706"/>
                <a:gd name="connsiteY282" fmla="*/ 353483 h 674369"/>
                <a:gd name="connsiteX283" fmla="*/ 226060 w 785706"/>
                <a:gd name="connsiteY283" fmla="*/ 340783 h 674369"/>
                <a:gd name="connsiteX284" fmla="*/ 212090 w 785706"/>
                <a:gd name="connsiteY284" fmla="*/ 326813 h 674369"/>
                <a:gd name="connsiteX285" fmla="*/ 202354 w 785706"/>
                <a:gd name="connsiteY285" fmla="*/ 319617 h 674369"/>
                <a:gd name="connsiteX286" fmla="*/ 192617 w 785706"/>
                <a:gd name="connsiteY286" fmla="*/ 305647 h 674369"/>
                <a:gd name="connsiteX287" fmla="*/ 188383 w 785706"/>
                <a:gd name="connsiteY287" fmla="*/ 291677 h 674369"/>
                <a:gd name="connsiteX288" fmla="*/ 185420 w 785706"/>
                <a:gd name="connsiteY288" fmla="*/ 277707 h 674369"/>
                <a:gd name="connsiteX289" fmla="*/ 189654 w 785706"/>
                <a:gd name="connsiteY289" fmla="*/ 263737 h 674369"/>
                <a:gd name="connsiteX290" fmla="*/ 187960 w 785706"/>
                <a:gd name="connsiteY290" fmla="*/ 249767 h 674369"/>
                <a:gd name="connsiteX291" fmla="*/ 186690 w 785706"/>
                <a:gd name="connsiteY291" fmla="*/ 249767 h 674369"/>
                <a:gd name="connsiteX292" fmla="*/ 185420 w 785706"/>
                <a:gd name="connsiteY292" fmla="*/ 244263 h 674369"/>
                <a:gd name="connsiteX293" fmla="*/ 179917 w 785706"/>
                <a:gd name="connsiteY293" fmla="*/ 230293 h 674369"/>
                <a:gd name="connsiteX294" fmla="*/ 164677 w 785706"/>
                <a:gd name="connsiteY294" fmla="*/ 224790 h 674369"/>
                <a:gd name="connsiteX295" fmla="*/ 150707 w 785706"/>
                <a:gd name="connsiteY295" fmla="*/ 213360 h 674369"/>
                <a:gd name="connsiteX296" fmla="*/ 147743 w 785706"/>
                <a:gd name="connsiteY296" fmla="*/ 212090 h 674369"/>
                <a:gd name="connsiteX297" fmla="*/ 133773 w 785706"/>
                <a:gd name="connsiteY297" fmla="*/ 201083 h 674369"/>
                <a:gd name="connsiteX298" fmla="*/ 119804 w 785706"/>
                <a:gd name="connsiteY298" fmla="*/ 193887 h 674369"/>
                <a:gd name="connsiteX299" fmla="*/ 111337 w 785706"/>
                <a:gd name="connsiteY299" fmla="*/ 190923 h 674369"/>
                <a:gd name="connsiteX300" fmla="*/ 102870 w 785706"/>
                <a:gd name="connsiteY300" fmla="*/ 204893 h 674369"/>
                <a:gd name="connsiteX301" fmla="*/ 99907 w 785706"/>
                <a:gd name="connsiteY301" fmla="*/ 218863 h 674369"/>
                <a:gd name="connsiteX302" fmla="*/ 98637 w 785706"/>
                <a:gd name="connsiteY302" fmla="*/ 223097 h 674369"/>
                <a:gd name="connsiteX303" fmla="*/ 88900 w 785706"/>
                <a:gd name="connsiteY303" fmla="*/ 237067 h 674369"/>
                <a:gd name="connsiteX304" fmla="*/ 90170 w 785706"/>
                <a:gd name="connsiteY304" fmla="*/ 249343 h 674369"/>
                <a:gd name="connsiteX305" fmla="*/ 79164 w 785706"/>
                <a:gd name="connsiteY305" fmla="*/ 249343 h 674369"/>
                <a:gd name="connsiteX306" fmla="*/ 74930 w 785706"/>
                <a:gd name="connsiteY306" fmla="*/ 242570 h 674369"/>
                <a:gd name="connsiteX307" fmla="*/ 73660 w 785706"/>
                <a:gd name="connsiteY307" fmla="*/ 249343 h 674369"/>
                <a:gd name="connsiteX308" fmla="*/ 70697 w 785706"/>
                <a:gd name="connsiteY308" fmla="*/ 263313 h 674369"/>
                <a:gd name="connsiteX309" fmla="*/ 65193 w 785706"/>
                <a:gd name="connsiteY309" fmla="*/ 277283 h 674369"/>
                <a:gd name="connsiteX310" fmla="*/ 56727 w 785706"/>
                <a:gd name="connsiteY310" fmla="*/ 287020 h 674369"/>
                <a:gd name="connsiteX311" fmla="*/ 44027 w 785706"/>
                <a:gd name="connsiteY311" fmla="*/ 273050 h 674369"/>
                <a:gd name="connsiteX312" fmla="*/ 39793 w 785706"/>
                <a:gd name="connsiteY312" fmla="*/ 257810 h 674369"/>
                <a:gd name="connsiteX313" fmla="*/ 31750 w 785706"/>
                <a:gd name="connsiteY313" fmla="*/ 249343 h 674369"/>
                <a:gd name="connsiteX314" fmla="*/ 22014 w 785706"/>
                <a:gd name="connsiteY314" fmla="*/ 238337 h 674369"/>
                <a:gd name="connsiteX315" fmla="*/ 30480 w 785706"/>
                <a:gd name="connsiteY315" fmla="*/ 227330 h 674369"/>
                <a:gd name="connsiteX316" fmla="*/ 16510 w 785706"/>
                <a:gd name="connsiteY316" fmla="*/ 227330 h 674369"/>
                <a:gd name="connsiteX317" fmla="*/ 13547 w 785706"/>
                <a:gd name="connsiteY317" fmla="*/ 212090 h 674369"/>
                <a:gd name="connsiteX318" fmla="*/ 12277 w 785706"/>
                <a:gd name="connsiteY318" fmla="*/ 198120 h 674369"/>
                <a:gd name="connsiteX319" fmla="*/ 15240 w 785706"/>
                <a:gd name="connsiteY319" fmla="*/ 196850 h 674369"/>
                <a:gd name="connsiteX320" fmla="*/ 5504 w 785706"/>
                <a:gd name="connsiteY320" fmla="*/ 182880 h 674369"/>
                <a:gd name="connsiteX321" fmla="*/ 0 w 785706"/>
                <a:gd name="connsiteY321" fmla="*/ 168910 h 674369"/>
                <a:gd name="connsiteX322" fmla="*/ 15664 w 785706"/>
                <a:gd name="connsiteY322" fmla="*/ 175260 h 674369"/>
                <a:gd name="connsiteX323" fmla="*/ 15664 w 785706"/>
                <a:gd name="connsiteY323" fmla="*/ 175260 h 674369"/>
                <a:gd name="connsiteX324" fmla="*/ 579543 w 785706"/>
                <a:gd name="connsiteY324" fmla="*/ 612140 h 674369"/>
                <a:gd name="connsiteX325" fmla="*/ 565573 w 785706"/>
                <a:gd name="connsiteY325" fmla="*/ 603674 h 674369"/>
                <a:gd name="connsiteX326" fmla="*/ 551604 w 785706"/>
                <a:gd name="connsiteY326" fmla="*/ 600710 h 674369"/>
                <a:gd name="connsiteX327" fmla="*/ 537633 w 785706"/>
                <a:gd name="connsiteY327" fmla="*/ 590974 h 674369"/>
                <a:gd name="connsiteX328" fmla="*/ 522393 w 785706"/>
                <a:gd name="connsiteY328" fmla="*/ 584200 h 674369"/>
                <a:gd name="connsiteX329" fmla="*/ 508423 w 785706"/>
                <a:gd name="connsiteY329" fmla="*/ 581237 h 674369"/>
                <a:gd name="connsiteX330" fmla="*/ 494454 w 785706"/>
                <a:gd name="connsiteY330" fmla="*/ 588010 h 674369"/>
                <a:gd name="connsiteX331" fmla="*/ 508423 w 785706"/>
                <a:gd name="connsiteY331" fmla="*/ 588010 h 674369"/>
                <a:gd name="connsiteX332" fmla="*/ 522393 w 785706"/>
                <a:gd name="connsiteY332" fmla="*/ 595207 h 674369"/>
                <a:gd name="connsiteX333" fmla="*/ 537633 w 785706"/>
                <a:gd name="connsiteY333" fmla="*/ 599440 h 674369"/>
                <a:gd name="connsiteX334" fmla="*/ 551604 w 785706"/>
                <a:gd name="connsiteY334" fmla="*/ 609177 h 674369"/>
                <a:gd name="connsiteX335" fmla="*/ 565573 w 785706"/>
                <a:gd name="connsiteY335" fmla="*/ 613410 h 674369"/>
                <a:gd name="connsiteX336" fmla="*/ 580814 w 785706"/>
                <a:gd name="connsiteY336" fmla="*/ 614680 h 674369"/>
                <a:gd name="connsiteX337" fmla="*/ 594783 w 785706"/>
                <a:gd name="connsiteY337" fmla="*/ 617220 h 674369"/>
                <a:gd name="connsiteX338" fmla="*/ 608754 w 785706"/>
                <a:gd name="connsiteY338" fmla="*/ 628227 h 674369"/>
                <a:gd name="connsiteX339" fmla="*/ 622723 w 785706"/>
                <a:gd name="connsiteY339" fmla="*/ 633730 h 674369"/>
                <a:gd name="connsiteX340" fmla="*/ 622723 w 785706"/>
                <a:gd name="connsiteY340" fmla="*/ 635000 h 674369"/>
                <a:gd name="connsiteX341" fmla="*/ 629497 w 785706"/>
                <a:gd name="connsiteY341" fmla="*/ 643466 h 674369"/>
                <a:gd name="connsiteX342" fmla="*/ 633730 w 785706"/>
                <a:gd name="connsiteY342" fmla="*/ 643466 h 674369"/>
                <a:gd name="connsiteX343" fmla="*/ 647700 w 785706"/>
                <a:gd name="connsiteY343" fmla="*/ 648970 h 674369"/>
                <a:gd name="connsiteX344" fmla="*/ 657437 w 785706"/>
                <a:gd name="connsiteY344" fmla="*/ 662940 h 674369"/>
                <a:gd name="connsiteX345" fmla="*/ 671407 w 785706"/>
                <a:gd name="connsiteY345" fmla="*/ 671407 h 674369"/>
                <a:gd name="connsiteX346" fmla="*/ 683683 w 785706"/>
                <a:gd name="connsiteY346" fmla="*/ 674370 h 674369"/>
                <a:gd name="connsiteX347" fmla="*/ 681143 w 785706"/>
                <a:gd name="connsiteY347" fmla="*/ 670137 h 674369"/>
                <a:gd name="connsiteX348" fmla="*/ 679873 w 785706"/>
                <a:gd name="connsiteY348" fmla="*/ 656166 h 674369"/>
                <a:gd name="connsiteX349" fmla="*/ 664210 w 785706"/>
                <a:gd name="connsiteY349" fmla="*/ 646430 h 674369"/>
                <a:gd name="connsiteX350" fmla="*/ 650240 w 785706"/>
                <a:gd name="connsiteY350" fmla="*/ 645160 h 674369"/>
                <a:gd name="connsiteX351" fmla="*/ 644737 w 785706"/>
                <a:gd name="connsiteY351" fmla="*/ 639657 h 674369"/>
                <a:gd name="connsiteX352" fmla="*/ 637540 w 785706"/>
                <a:gd name="connsiteY352" fmla="*/ 634153 h 674369"/>
                <a:gd name="connsiteX353" fmla="*/ 623570 w 785706"/>
                <a:gd name="connsiteY353" fmla="*/ 624416 h 674369"/>
                <a:gd name="connsiteX354" fmla="*/ 609600 w 785706"/>
                <a:gd name="connsiteY354" fmla="*/ 620183 h 674369"/>
                <a:gd name="connsiteX355" fmla="*/ 595630 w 785706"/>
                <a:gd name="connsiteY355" fmla="*/ 608753 h 674369"/>
                <a:gd name="connsiteX356" fmla="*/ 594360 w 785706"/>
                <a:gd name="connsiteY356" fmla="*/ 600287 h 674369"/>
                <a:gd name="connsiteX357" fmla="*/ 579120 w 785706"/>
                <a:gd name="connsiteY357" fmla="*/ 597324 h 674369"/>
                <a:gd name="connsiteX358" fmla="*/ 570654 w 785706"/>
                <a:gd name="connsiteY358" fmla="*/ 601557 h 674369"/>
                <a:gd name="connsiteX359" fmla="*/ 569383 w 785706"/>
                <a:gd name="connsiteY359" fmla="*/ 602827 h 674369"/>
                <a:gd name="connsiteX360" fmla="*/ 579543 w 785706"/>
                <a:gd name="connsiteY360" fmla="*/ 612140 h 674369"/>
                <a:gd name="connsiteX361" fmla="*/ 112183 w 785706"/>
                <a:gd name="connsiteY361" fmla="*/ 263313 h 674369"/>
                <a:gd name="connsiteX362" fmla="*/ 116417 w 785706"/>
                <a:gd name="connsiteY362" fmla="*/ 278553 h 674369"/>
                <a:gd name="connsiteX363" fmla="*/ 121920 w 785706"/>
                <a:gd name="connsiteY363" fmla="*/ 292523 h 674369"/>
                <a:gd name="connsiteX364" fmla="*/ 126154 w 785706"/>
                <a:gd name="connsiteY364" fmla="*/ 306493 h 674369"/>
                <a:gd name="connsiteX365" fmla="*/ 140123 w 785706"/>
                <a:gd name="connsiteY365" fmla="*/ 311997 h 674369"/>
                <a:gd name="connsiteX366" fmla="*/ 135890 w 785706"/>
                <a:gd name="connsiteY366" fmla="*/ 296757 h 674369"/>
                <a:gd name="connsiteX367" fmla="*/ 132927 w 785706"/>
                <a:gd name="connsiteY367" fmla="*/ 282787 h 674369"/>
                <a:gd name="connsiteX368" fmla="*/ 132927 w 785706"/>
                <a:gd name="connsiteY368" fmla="*/ 268817 h 674369"/>
                <a:gd name="connsiteX369" fmla="*/ 126154 w 785706"/>
                <a:gd name="connsiteY369" fmla="*/ 254847 h 674369"/>
                <a:gd name="connsiteX370" fmla="*/ 120650 w 785706"/>
                <a:gd name="connsiteY370" fmla="*/ 240877 h 674369"/>
                <a:gd name="connsiteX371" fmla="*/ 112183 w 785706"/>
                <a:gd name="connsiteY371" fmla="*/ 225637 h 674369"/>
                <a:gd name="connsiteX372" fmla="*/ 110490 w 785706"/>
                <a:gd name="connsiteY372" fmla="*/ 240877 h 674369"/>
                <a:gd name="connsiteX373" fmla="*/ 118957 w 785706"/>
                <a:gd name="connsiteY373" fmla="*/ 254847 h 674369"/>
                <a:gd name="connsiteX374" fmla="*/ 112183 w 785706"/>
                <a:gd name="connsiteY374" fmla="*/ 263313 h 674369"/>
                <a:gd name="connsiteX375" fmla="*/ 134620 w 785706"/>
                <a:gd name="connsiteY375" fmla="*/ 327237 h 674369"/>
                <a:gd name="connsiteX376" fmla="*/ 119380 w 785706"/>
                <a:gd name="connsiteY376" fmla="*/ 313267 h 674369"/>
                <a:gd name="connsiteX377" fmla="*/ 132080 w 785706"/>
                <a:gd name="connsiteY377" fmla="*/ 327237 h 674369"/>
                <a:gd name="connsiteX378" fmla="*/ 143087 w 785706"/>
                <a:gd name="connsiteY378" fmla="*/ 341207 h 674369"/>
                <a:gd name="connsiteX379" fmla="*/ 134620 w 785706"/>
                <a:gd name="connsiteY379" fmla="*/ 327237 h 674369"/>
                <a:gd name="connsiteX380" fmla="*/ 163830 w 785706"/>
                <a:gd name="connsiteY380" fmla="*/ 262043 h 674369"/>
                <a:gd name="connsiteX381" fmla="*/ 177800 w 785706"/>
                <a:gd name="connsiteY381" fmla="*/ 254847 h 674369"/>
                <a:gd name="connsiteX382" fmla="*/ 176530 w 785706"/>
                <a:gd name="connsiteY382" fmla="*/ 251883 h 674369"/>
                <a:gd name="connsiteX383" fmla="*/ 161290 w 785706"/>
                <a:gd name="connsiteY383" fmla="*/ 242147 h 674369"/>
                <a:gd name="connsiteX384" fmla="*/ 157057 w 785706"/>
                <a:gd name="connsiteY384" fmla="*/ 228177 h 674369"/>
                <a:gd name="connsiteX385" fmla="*/ 141817 w 785706"/>
                <a:gd name="connsiteY385" fmla="*/ 220980 h 674369"/>
                <a:gd name="connsiteX386" fmla="*/ 133350 w 785706"/>
                <a:gd name="connsiteY386" fmla="*/ 234950 h 674369"/>
                <a:gd name="connsiteX387" fmla="*/ 140547 w 785706"/>
                <a:gd name="connsiteY387" fmla="*/ 248920 h 674369"/>
                <a:gd name="connsiteX388" fmla="*/ 155787 w 785706"/>
                <a:gd name="connsiteY388" fmla="*/ 254423 h 674369"/>
                <a:gd name="connsiteX389" fmla="*/ 163830 w 785706"/>
                <a:gd name="connsiteY389" fmla="*/ 262043 h 674369"/>
                <a:gd name="connsiteX390" fmla="*/ 165100 w 785706"/>
                <a:gd name="connsiteY390" fmla="*/ 292523 h 674369"/>
                <a:gd name="connsiteX391" fmla="*/ 179070 w 785706"/>
                <a:gd name="connsiteY391" fmla="*/ 290830 h 674369"/>
                <a:gd name="connsiteX392" fmla="*/ 165100 w 785706"/>
                <a:gd name="connsiteY392" fmla="*/ 282363 h 674369"/>
                <a:gd name="connsiteX393" fmla="*/ 165100 w 785706"/>
                <a:gd name="connsiteY393" fmla="*/ 292523 h 674369"/>
                <a:gd name="connsiteX394" fmla="*/ 193040 w 785706"/>
                <a:gd name="connsiteY394" fmla="*/ 383117 h 674369"/>
                <a:gd name="connsiteX395" fmla="*/ 179070 w 785706"/>
                <a:gd name="connsiteY395" fmla="*/ 376343 h 674369"/>
                <a:gd name="connsiteX396" fmla="*/ 193040 w 785706"/>
                <a:gd name="connsiteY396" fmla="*/ 387350 h 674369"/>
                <a:gd name="connsiteX397" fmla="*/ 193040 w 785706"/>
                <a:gd name="connsiteY397" fmla="*/ 383117 h 674369"/>
                <a:gd name="connsiteX398" fmla="*/ 211243 w 785706"/>
                <a:gd name="connsiteY398" fmla="*/ 350943 h 674369"/>
                <a:gd name="connsiteX399" fmla="*/ 220980 w 785706"/>
                <a:gd name="connsiteY399" fmla="*/ 364913 h 674369"/>
                <a:gd name="connsiteX400" fmla="*/ 234950 w 785706"/>
                <a:gd name="connsiteY400" fmla="*/ 359410 h 674369"/>
                <a:gd name="connsiteX401" fmla="*/ 220980 w 785706"/>
                <a:gd name="connsiteY401" fmla="*/ 345440 h 674369"/>
                <a:gd name="connsiteX402" fmla="*/ 207010 w 785706"/>
                <a:gd name="connsiteY402" fmla="*/ 339937 h 674369"/>
                <a:gd name="connsiteX403" fmla="*/ 207010 w 785706"/>
                <a:gd name="connsiteY403" fmla="*/ 332740 h 674369"/>
                <a:gd name="connsiteX404" fmla="*/ 207010 w 785706"/>
                <a:gd name="connsiteY404" fmla="*/ 330200 h 674369"/>
                <a:gd name="connsiteX405" fmla="*/ 198543 w 785706"/>
                <a:gd name="connsiteY405" fmla="*/ 323003 h 674369"/>
                <a:gd name="connsiteX406" fmla="*/ 184573 w 785706"/>
                <a:gd name="connsiteY406" fmla="*/ 317500 h 674369"/>
                <a:gd name="connsiteX407" fmla="*/ 170604 w 785706"/>
                <a:gd name="connsiteY407" fmla="*/ 303530 h 674369"/>
                <a:gd name="connsiteX408" fmla="*/ 180340 w 785706"/>
                <a:gd name="connsiteY408" fmla="*/ 318770 h 674369"/>
                <a:gd name="connsiteX409" fmla="*/ 193040 w 785706"/>
                <a:gd name="connsiteY409" fmla="*/ 332740 h 674369"/>
                <a:gd name="connsiteX410" fmla="*/ 207010 w 785706"/>
                <a:gd name="connsiteY410" fmla="*/ 346710 h 674369"/>
                <a:gd name="connsiteX411" fmla="*/ 211243 w 785706"/>
                <a:gd name="connsiteY411" fmla="*/ 350943 h 674369"/>
                <a:gd name="connsiteX412" fmla="*/ 216747 w 785706"/>
                <a:gd name="connsiteY412" fmla="*/ 425027 h 674369"/>
                <a:gd name="connsiteX413" fmla="*/ 230717 w 785706"/>
                <a:gd name="connsiteY413" fmla="*/ 430530 h 674369"/>
                <a:gd name="connsiteX414" fmla="*/ 216747 w 785706"/>
                <a:gd name="connsiteY414" fmla="*/ 419523 h 674369"/>
                <a:gd name="connsiteX415" fmla="*/ 208280 w 785706"/>
                <a:gd name="connsiteY415" fmla="*/ 403860 h 674369"/>
                <a:gd name="connsiteX416" fmla="*/ 194310 w 785706"/>
                <a:gd name="connsiteY416" fmla="*/ 399627 h 674369"/>
                <a:gd name="connsiteX417" fmla="*/ 208280 w 785706"/>
                <a:gd name="connsiteY417" fmla="*/ 412327 h 674369"/>
                <a:gd name="connsiteX418" fmla="*/ 216747 w 785706"/>
                <a:gd name="connsiteY418" fmla="*/ 425027 h 674369"/>
                <a:gd name="connsiteX419" fmla="*/ 223520 w 785706"/>
                <a:gd name="connsiteY419" fmla="*/ 370840 h 674369"/>
                <a:gd name="connsiteX420" fmla="*/ 209550 w 785706"/>
                <a:gd name="connsiteY420" fmla="*/ 365337 h 674369"/>
                <a:gd name="connsiteX421" fmla="*/ 223520 w 785706"/>
                <a:gd name="connsiteY421" fmla="*/ 372533 h 674369"/>
                <a:gd name="connsiteX422" fmla="*/ 223520 w 785706"/>
                <a:gd name="connsiteY422" fmla="*/ 370840 h 674369"/>
                <a:gd name="connsiteX423" fmla="*/ 240454 w 785706"/>
                <a:gd name="connsiteY423" fmla="*/ 443230 h 674369"/>
                <a:gd name="connsiteX424" fmla="*/ 254423 w 785706"/>
                <a:gd name="connsiteY424" fmla="*/ 454237 h 674369"/>
                <a:gd name="connsiteX425" fmla="*/ 269664 w 785706"/>
                <a:gd name="connsiteY425" fmla="*/ 462703 h 674369"/>
                <a:gd name="connsiteX426" fmla="*/ 255693 w 785706"/>
                <a:gd name="connsiteY426" fmla="*/ 450003 h 674369"/>
                <a:gd name="connsiteX427" fmla="*/ 240454 w 785706"/>
                <a:gd name="connsiteY427" fmla="*/ 440267 h 674369"/>
                <a:gd name="connsiteX428" fmla="*/ 240454 w 785706"/>
                <a:gd name="connsiteY428" fmla="*/ 443230 h 674369"/>
                <a:gd name="connsiteX429" fmla="*/ 240454 w 785706"/>
                <a:gd name="connsiteY429" fmla="*/ 411057 h 674369"/>
                <a:gd name="connsiteX430" fmla="*/ 226483 w 785706"/>
                <a:gd name="connsiteY430" fmla="*/ 406823 h 674369"/>
                <a:gd name="connsiteX431" fmla="*/ 240454 w 785706"/>
                <a:gd name="connsiteY431" fmla="*/ 416560 h 674369"/>
                <a:gd name="connsiteX432" fmla="*/ 240454 w 785706"/>
                <a:gd name="connsiteY432" fmla="*/ 411057 h 674369"/>
                <a:gd name="connsiteX433" fmla="*/ 293370 w 785706"/>
                <a:gd name="connsiteY433" fmla="*/ 475403 h 674369"/>
                <a:gd name="connsiteX434" fmla="*/ 308610 w 785706"/>
                <a:gd name="connsiteY434" fmla="*/ 480907 h 674369"/>
                <a:gd name="connsiteX435" fmla="*/ 293370 w 785706"/>
                <a:gd name="connsiteY435" fmla="*/ 474133 h 674369"/>
                <a:gd name="connsiteX436" fmla="*/ 293370 w 785706"/>
                <a:gd name="connsiteY436" fmla="*/ 475403 h 674369"/>
                <a:gd name="connsiteX437" fmla="*/ 372957 w 785706"/>
                <a:gd name="connsiteY437" fmla="*/ 504613 h 674369"/>
                <a:gd name="connsiteX438" fmla="*/ 386927 w 785706"/>
                <a:gd name="connsiteY438" fmla="*/ 500380 h 674369"/>
                <a:gd name="connsiteX439" fmla="*/ 372957 w 785706"/>
                <a:gd name="connsiteY439" fmla="*/ 501650 h 674369"/>
                <a:gd name="connsiteX440" fmla="*/ 372957 w 785706"/>
                <a:gd name="connsiteY440" fmla="*/ 504613 h 674369"/>
                <a:gd name="connsiteX441" fmla="*/ 395393 w 785706"/>
                <a:gd name="connsiteY441" fmla="*/ 527050 h 674369"/>
                <a:gd name="connsiteX442" fmla="*/ 381423 w 785706"/>
                <a:gd name="connsiteY442" fmla="*/ 524087 h 674369"/>
                <a:gd name="connsiteX443" fmla="*/ 395393 w 785706"/>
                <a:gd name="connsiteY443" fmla="*/ 531283 h 674369"/>
                <a:gd name="connsiteX444" fmla="*/ 395393 w 785706"/>
                <a:gd name="connsiteY444" fmla="*/ 527050 h 674369"/>
                <a:gd name="connsiteX445" fmla="*/ 445347 w 785706"/>
                <a:gd name="connsiteY445" fmla="*/ 541020 h 674369"/>
                <a:gd name="connsiteX446" fmla="*/ 459317 w 785706"/>
                <a:gd name="connsiteY446" fmla="*/ 530013 h 674369"/>
                <a:gd name="connsiteX447" fmla="*/ 445347 w 785706"/>
                <a:gd name="connsiteY447" fmla="*/ 525780 h 674369"/>
                <a:gd name="connsiteX448" fmla="*/ 430107 w 785706"/>
                <a:gd name="connsiteY448" fmla="*/ 522816 h 674369"/>
                <a:gd name="connsiteX449" fmla="*/ 416137 w 785706"/>
                <a:gd name="connsiteY449" fmla="*/ 521547 h 674369"/>
                <a:gd name="connsiteX450" fmla="*/ 402167 w 785706"/>
                <a:gd name="connsiteY450" fmla="*/ 521547 h 674369"/>
                <a:gd name="connsiteX451" fmla="*/ 408093 w 785706"/>
                <a:gd name="connsiteY451" fmla="*/ 535516 h 674369"/>
                <a:gd name="connsiteX452" fmla="*/ 423333 w 785706"/>
                <a:gd name="connsiteY452" fmla="*/ 541020 h 674369"/>
                <a:gd name="connsiteX453" fmla="*/ 437304 w 785706"/>
                <a:gd name="connsiteY453" fmla="*/ 542290 h 674369"/>
                <a:gd name="connsiteX454" fmla="*/ 445347 w 785706"/>
                <a:gd name="connsiteY454" fmla="*/ 541020 h 674369"/>
                <a:gd name="connsiteX455" fmla="*/ 477520 w 785706"/>
                <a:gd name="connsiteY455" fmla="*/ 596477 h 674369"/>
                <a:gd name="connsiteX456" fmla="*/ 492760 w 785706"/>
                <a:gd name="connsiteY456" fmla="*/ 599440 h 674369"/>
                <a:gd name="connsiteX457" fmla="*/ 506730 w 785706"/>
                <a:gd name="connsiteY457" fmla="*/ 596477 h 674369"/>
                <a:gd name="connsiteX458" fmla="*/ 491490 w 785706"/>
                <a:gd name="connsiteY458" fmla="*/ 589280 h 674369"/>
                <a:gd name="connsiteX459" fmla="*/ 477520 w 785706"/>
                <a:gd name="connsiteY459" fmla="*/ 588010 h 674369"/>
                <a:gd name="connsiteX460" fmla="*/ 463550 w 785706"/>
                <a:gd name="connsiteY460" fmla="*/ 592243 h 674369"/>
                <a:gd name="connsiteX461" fmla="*/ 449580 w 785706"/>
                <a:gd name="connsiteY461" fmla="*/ 589280 h 674369"/>
                <a:gd name="connsiteX462" fmla="*/ 434340 w 785706"/>
                <a:gd name="connsiteY462" fmla="*/ 597747 h 674369"/>
                <a:gd name="connsiteX463" fmla="*/ 449580 w 785706"/>
                <a:gd name="connsiteY463" fmla="*/ 599016 h 674369"/>
                <a:gd name="connsiteX464" fmla="*/ 463550 w 785706"/>
                <a:gd name="connsiteY464" fmla="*/ 601980 h 674369"/>
                <a:gd name="connsiteX465" fmla="*/ 477520 w 785706"/>
                <a:gd name="connsiteY465" fmla="*/ 596477 h 674369"/>
                <a:gd name="connsiteX466" fmla="*/ 502497 w 785706"/>
                <a:gd name="connsiteY466" fmla="*/ 561763 h 674369"/>
                <a:gd name="connsiteX467" fmla="*/ 487257 w 785706"/>
                <a:gd name="connsiteY467" fmla="*/ 561763 h 674369"/>
                <a:gd name="connsiteX468" fmla="*/ 473287 w 785706"/>
                <a:gd name="connsiteY468" fmla="*/ 560493 h 674369"/>
                <a:gd name="connsiteX469" fmla="*/ 459317 w 785706"/>
                <a:gd name="connsiteY469" fmla="*/ 559224 h 674369"/>
                <a:gd name="connsiteX470" fmla="*/ 445347 w 785706"/>
                <a:gd name="connsiteY470" fmla="*/ 557953 h 674369"/>
                <a:gd name="connsiteX471" fmla="*/ 431377 w 785706"/>
                <a:gd name="connsiteY471" fmla="*/ 549487 h 674369"/>
                <a:gd name="connsiteX472" fmla="*/ 417407 w 785706"/>
                <a:gd name="connsiteY472" fmla="*/ 552450 h 674369"/>
                <a:gd name="connsiteX473" fmla="*/ 403437 w 785706"/>
                <a:gd name="connsiteY473" fmla="*/ 556683 h 674369"/>
                <a:gd name="connsiteX474" fmla="*/ 417407 w 785706"/>
                <a:gd name="connsiteY474" fmla="*/ 560916 h 674369"/>
                <a:gd name="connsiteX475" fmla="*/ 431377 w 785706"/>
                <a:gd name="connsiteY475" fmla="*/ 565150 h 674369"/>
                <a:gd name="connsiteX476" fmla="*/ 445347 w 785706"/>
                <a:gd name="connsiteY476" fmla="*/ 563457 h 674369"/>
                <a:gd name="connsiteX477" fmla="*/ 459317 w 785706"/>
                <a:gd name="connsiteY477" fmla="*/ 565150 h 674369"/>
                <a:gd name="connsiteX478" fmla="*/ 473287 w 785706"/>
                <a:gd name="connsiteY478" fmla="*/ 566420 h 674369"/>
                <a:gd name="connsiteX479" fmla="*/ 488527 w 785706"/>
                <a:gd name="connsiteY479" fmla="*/ 566420 h 674369"/>
                <a:gd name="connsiteX480" fmla="*/ 502497 w 785706"/>
                <a:gd name="connsiteY480" fmla="*/ 561763 h 674369"/>
                <a:gd name="connsiteX481" fmla="*/ 582083 w 785706"/>
                <a:gd name="connsiteY481" fmla="*/ 634153 h 674369"/>
                <a:gd name="connsiteX482" fmla="*/ 566843 w 785706"/>
                <a:gd name="connsiteY482" fmla="*/ 628650 h 674369"/>
                <a:gd name="connsiteX483" fmla="*/ 552873 w 785706"/>
                <a:gd name="connsiteY483" fmla="*/ 624416 h 674369"/>
                <a:gd name="connsiteX484" fmla="*/ 538904 w 785706"/>
                <a:gd name="connsiteY484" fmla="*/ 625687 h 674369"/>
                <a:gd name="connsiteX485" fmla="*/ 552873 w 785706"/>
                <a:gd name="connsiteY485" fmla="*/ 628650 h 674369"/>
                <a:gd name="connsiteX486" fmla="*/ 568114 w 785706"/>
                <a:gd name="connsiteY486" fmla="*/ 631613 h 674369"/>
                <a:gd name="connsiteX487" fmla="*/ 582083 w 785706"/>
                <a:gd name="connsiteY487" fmla="*/ 635847 h 674369"/>
                <a:gd name="connsiteX488" fmla="*/ 582083 w 785706"/>
                <a:gd name="connsiteY488" fmla="*/ 634153 h 674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</a:cxnLst>
              <a:rect l="l" t="t" r="r" b="b"/>
              <a:pathLst>
                <a:path w="785706" h="674369">
                  <a:moveTo>
                    <a:pt x="15664" y="175260"/>
                  </a:moveTo>
                  <a:lnTo>
                    <a:pt x="19897" y="176530"/>
                  </a:lnTo>
                  <a:lnTo>
                    <a:pt x="29633" y="177800"/>
                  </a:lnTo>
                  <a:lnTo>
                    <a:pt x="38100" y="177800"/>
                  </a:lnTo>
                  <a:lnTo>
                    <a:pt x="52070" y="182033"/>
                  </a:lnTo>
                  <a:lnTo>
                    <a:pt x="64347" y="179070"/>
                  </a:lnTo>
                  <a:lnTo>
                    <a:pt x="65617" y="177800"/>
                  </a:lnTo>
                  <a:lnTo>
                    <a:pt x="71120" y="168063"/>
                  </a:lnTo>
                  <a:lnTo>
                    <a:pt x="85090" y="175260"/>
                  </a:lnTo>
                  <a:lnTo>
                    <a:pt x="89323" y="175260"/>
                  </a:lnTo>
                  <a:lnTo>
                    <a:pt x="96520" y="172297"/>
                  </a:lnTo>
                  <a:lnTo>
                    <a:pt x="103293" y="171027"/>
                  </a:lnTo>
                  <a:lnTo>
                    <a:pt x="106257" y="172297"/>
                  </a:lnTo>
                  <a:lnTo>
                    <a:pt x="110490" y="173567"/>
                  </a:lnTo>
                  <a:lnTo>
                    <a:pt x="118957" y="173567"/>
                  </a:lnTo>
                  <a:lnTo>
                    <a:pt x="132927" y="166793"/>
                  </a:lnTo>
                  <a:lnTo>
                    <a:pt x="137160" y="158327"/>
                  </a:lnTo>
                  <a:lnTo>
                    <a:pt x="144357" y="148590"/>
                  </a:lnTo>
                  <a:lnTo>
                    <a:pt x="145627" y="144357"/>
                  </a:lnTo>
                  <a:lnTo>
                    <a:pt x="149860" y="145627"/>
                  </a:lnTo>
                  <a:lnTo>
                    <a:pt x="151130" y="151130"/>
                  </a:lnTo>
                  <a:lnTo>
                    <a:pt x="163830" y="166370"/>
                  </a:lnTo>
                  <a:lnTo>
                    <a:pt x="172297" y="170603"/>
                  </a:lnTo>
                  <a:lnTo>
                    <a:pt x="187537" y="174837"/>
                  </a:lnTo>
                  <a:lnTo>
                    <a:pt x="202777" y="171873"/>
                  </a:lnTo>
                  <a:lnTo>
                    <a:pt x="205317" y="173143"/>
                  </a:lnTo>
                  <a:lnTo>
                    <a:pt x="209550" y="171873"/>
                  </a:lnTo>
                  <a:lnTo>
                    <a:pt x="215054" y="176107"/>
                  </a:lnTo>
                  <a:lnTo>
                    <a:pt x="230293" y="183303"/>
                  </a:lnTo>
                  <a:lnTo>
                    <a:pt x="231564" y="183303"/>
                  </a:lnTo>
                  <a:lnTo>
                    <a:pt x="245533" y="170603"/>
                  </a:lnTo>
                  <a:lnTo>
                    <a:pt x="244264" y="167640"/>
                  </a:lnTo>
                  <a:lnTo>
                    <a:pt x="241300" y="159173"/>
                  </a:lnTo>
                  <a:lnTo>
                    <a:pt x="244264" y="149437"/>
                  </a:lnTo>
                  <a:lnTo>
                    <a:pt x="248497" y="146473"/>
                  </a:lnTo>
                  <a:lnTo>
                    <a:pt x="252730" y="146473"/>
                  </a:lnTo>
                  <a:lnTo>
                    <a:pt x="252730" y="143933"/>
                  </a:lnTo>
                  <a:lnTo>
                    <a:pt x="237067" y="139700"/>
                  </a:lnTo>
                  <a:lnTo>
                    <a:pt x="232833" y="138007"/>
                  </a:lnTo>
                  <a:lnTo>
                    <a:pt x="232833" y="136737"/>
                  </a:lnTo>
                  <a:lnTo>
                    <a:pt x="244264" y="128270"/>
                  </a:lnTo>
                  <a:lnTo>
                    <a:pt x="255270" y="125307"/>
                  </a:lnTo>
                  <a:lnTo>
                    <a:pt x="262043" y="122343"/>
                  </a:lnTo>
                  <a:lnTo>
                    <a:pt x="270510" y="116840"/>
                  </a:lnTo>
                  <a:lnTo>
                    <a:pt x="273473" y="116840"/>
                  </a:lnTo>
                  <a:lnTo>
                    <a:pt x="292947" y="112607"/>
                  </a:lnTo>
                  <a:lnTo>
                    <a:pt x="292947" y="111337"/>
                  </a:lnTo>
                  <a:lnTo>
                    <a:pt x="291677" y="111337"/>
                  </a:lnTo>
                  <a:lnTo>
                    <a:pt x="290407" y="105833"/>
                  </a:lnTo>
                  <a:lnTo>
                    <a:pt x="291677" y="97367"/>
                  </a:lnTo>
                  <a:lnTo>
                    <a:pt x="292947" y="85090"/>
                  </a:lnTo>
                  <a:lnTo>
                    <a:pt x="287443" y="77893"/>
                  </a:lnTo>
                  <a:lnTo>
                    <a:pt x="278977" y="63923"/>
                  </a:lnTo>
                  <a:lnTo>
                    <a:pt x="285750" y="52917"/>
                  </a:lnTo>
                  <a:lnTo>
                    <a:pt x="298027" y="52917"/>
                  </a:lnTo>
                  <a:lnTo>
                    <a:pt x="303530" y="48683"/>
                  </a:lnTo>
                  <a:lnTo>
                    <a:pt x="310727" y="44450"/>
                  </a:lnTo>
                  <a:lnTo>
                    <a:pt x="311997" y="44450"/>
                  </a:lnTo>
                  <a:lnTo>
                    <a:pt x="321733" y="43180"/>
                  </a:lnTo>
                  <a:lnTo>
                    <a:pt x="337397" y="37677"/>
                  </a:lnTo>
                  <a:lnTo>
                    <a:pt x="339937" y="24977"/>
                  </a:lnTo>
                  <a:lnTo>
                    <a:pt x="351367" y="22437"/>
                  </a:lnTo>
                  <a:lnTo>
                    <a:pt x="354330" y="26670"/>
                  </a:lnTo>
                  <a:lnTo>
                    <a:pt x="369570" y="26670"/>
                  </a:lnTo>
                  <a:lnTo>
                    <a:pt x="368300" y="23707"/>
                  </a:lnTo>
                  <a:lnTo>
                    <a:pt x="362797" y="12277"/>
                  </a:lnTo>
                  <a:lnTo>
                    <a:pt x="368300" y="1270"/>
                  </a:lnTo>
                  <a:lnTo>
                    <a:pt x="382270" y="0"/>
                  </a:lnTo>
                  <a:lnTo>
                    <a:pt x="387773" y="4233"/>
                  </a:lnTo>
                  <a:lnTo>
                    <a:pt x="401743" y="9737"/>
                  </a:lnTo>
                  <a:lnTo>
                    <a:pt x="408940" y="11007"/>
                  </a:lnTo>
                  <a:lnTo>
                    <a:pt x="422910" y="20743"/>
                  </a:lnTo>
                  <a:lnTo>
                    <a:pt x="436880" y="26247"/>
                  </a:lnTo>
                  <a:lnTo>
                    <a:pt x="442383" y="29210"/>
                  </a:lnTo>
                  <a:lnTo>
                    <a:pt x="446617" y="37677"/>
                  </a:lnTo>
                  <a:lnTo>
                    <a:pt x="446617" y="38947"/>
                  </a:lnTo>
                  <a:lnTo>
                    <a:pt x="455083" y="48683"/>
                  </a:lnTo>
                  <a:lnTo>
                    <a:pt x="466090" y="52917"/>
                  </a:lnTo>
                  <a:lnTo>
                    <a:pt x="480060" y="59690"/>
                  </a:lnTo>
                  <a:lnTo>
                    <a:pt x="486833" y="69427"/>
                  </a:lnTo>
                  <a:lnTo>
                    <a:pt x="491067" y="70697"/>
                  </a:lnTo>
                  <a:lnTo>
                    <a:pt x="492337" y="73660"/>
                  </a:lnTo>
                  <a:lnTo>
                    <a:pt x="496570" y="77893"/>
                  </a:lnTo>
                  <a:lnTo>
                    <a:pt x="496570" y="79163"/>
                  </a:lnTo>
                  <a:lnTo>
                    <a:pt x="497840" y="82127"/>
                  </a:lnTo>
                  <a:lnTo>
                    <a:pt x="499110" y="85090"/>
                  </a:lnTo>
                  <a:lnTo>
                    <a:pt x="499110" y="86360"/>
                  </a:lnTo>
                  <a:lnTo>
                    <a:pt x="503343" y="87630"/>
                  </a:lnTo>
                  <a:lnTo>
                    <a:pt x="503343" y="90170"/>
                  </a:lnTo>
                  <a:lnTo>
                    <a:pt x="511810" y="97367"/>
                  </a:lnTo>
                  <a:lnTo>
                    <a:pt x="513504" y="96097"/>
                  </a:lnTo>
                  <a:lnTo>
                    <a:pt x="517737" y="97367"/>
                  </a:lnTo>
                  <a:lnTo>
                    <a:pt x="520700" y="96097"/>
                  </a:lnTo>
                  <a:lnTo>
                    <a:pt x="527473" y="97367"/>
                  </a:lnTo>
                  <a:lnTo>
                    <a:pt x="541443" y="98637"/>
                  </a:lnTo>
                  <a:lnTo>
                    <a:pt x="551180" y="112607"/>
                  </a:lnTo>
                  <a:lnTo>
                    <a:pt x="554143" y="115570"/>
                  </a:lnTo>
                  <a:lnTo>
                    <a:pt x="569807" y="118533"/>
                  </a:lnTo>
                  <a:lnTo>
                    <a:pt x="583777" y="122767"/>
                  </a:lnTo>
                  <a:lnTo>
                    <a:pt x="585047" y="122767"/>
                  </a:lnTo>
                  <a:lnTo>
                    <a:pt x="599017" y="124037"/>
                  </a:lnTo>
                  <a:lnTo>
                    <a:pt x="612987" y="124037"/>
                  </a:lnTo>
                  <a:lnTo>
                    <a:pt x="626957" y="124037"/>
                  </a:lnTo>
                  <a:lnTo>
                    <a:pt x="635000" y="128270"/>
                  </a:lnTo>
                  <a:lnTo>
                    <a:pt x="640504" y="129540"/>
                  </a:lnTo>
                  <a:lnTo>
                    <a:pt x="641773" y="129540"/>
                  </a:lnTo>
                  <a:lnTo>
                    <a:pt x="657014" y="128270"/>
                  </a:lnTo>
                  <a:lnTo>
                    <a:pt x="670983" y="121073"/>
                  </a:lnTo>
                  <a:lnTo>
                    <a:pt x="676487" y="115570"/>
                  </a:lnTo>
                  <a:lnTo>
                    <a:pt x="684954" y="101600"/>
                  </a:lnTo>
                  <a:lnTo>
                    <a:pt x="690457" y="101600"/>
                  </a:lnTo>
                  <a:lnTo>
                    <a:pt x="704427" y="102870"/>
                  </a:lnTo>
                  <a:lnTo>
                    <a:pt x="709930" y="112607"/>
                  </a:lnTo>
                  <a:lnTo>
                    <a:pt x="709930" y="113877"/>
                  </a:lnTo>
                  <a:lnTo>
                    <a:pt x="719667" y="123613"/>
                  </a:lnTo>
                  <a:lnTo>
                    <a:pt x="717973" y="134620"/>
                  </a:lnTo>
                  <a:lnTo>
                    <a:pt x="716704" y="134620"/>
                  </a:lnTo>
                  <a:lnTo>
                    <a:pt x="720937" y="149860"/>
                  </a:lnTo>
                  <a:lnTo>
                    <a:pt x="720937" y="162560"/>
                  </a:lnTo>
                  <a:lnTo>
                    <a:pt x="734907" y="162560"/>
                  </a:lnTo>
                  <a:lnTo>
                    <a:pt x="740410" y="165523"/>
                  </a:lnTo>
                  <a:lnTo>
                    <a:pt x="741680" y="165523"/>
                  </a:lnTo>
                  <a:lnTo>
                    <a:pt x="734483" y="171027"/>
                  </a:lnTo>
                  <a:lnTo>
                    <a:pt x="731943" y="179493"/>
                  </a:lnTo>
                  <a:lnTo>
                    <a:pt x="734483" y="193463"/>
                  </a:lnTo>
                  <a:lnTo>
                    <a:pt x="749723" y="204470"/>
                  </a:lnTo>
                  <a:lnTo>
                    <a:pt x="756497" y="207433"/>
                  </a:lnTo>
                  <a:lnTo>
                    <a:pt x="758190" y="208703"/>
                  </a:lnTo>
                  <a:lnTo>
                    <a:pt x="763693" y="207433"/>
                  </a:lnTo>
                  <a:lnTo>
                    <a:pt x="767504" y="208703"/>
                  </a:lnTo>
                  <a:lnTo>
                    <a:pt x="766233" y="211667"/>
                  </a:lnTo>
                  <a:lnTo>
                    <a:pt x="780204" y="214207"/>
                  </a:lnTo>
                  <a:lnTo>
                    <a:pt x="784437" y="214207"/>
                  </a:lnTo>
                  <a:lnTo>
                    <a:pt x="785707" y="214207"/>
                  </a:lnTo>
                  <a:lnTo>
                    <a:pt x="785707" y="223943"/>
                  </a:lnTo>
                  <a:lnTo>
                    <a:pt x="783167" y="223943"/>
                  </a:lnTo>
                  <a:lnTo>
                    <a:pt x="769197" y="223943"/>
                  </a:lnTo>
                  <a:lnTo>
                    <a:pt x="753957" y="226907"/>
                  </a:lnTo>
                  <a:lnTo>
                    <a:pt x="748454" y="228177"/>
                  </a:lnTo>
                  <a:lnTo>
                    <a:pt x="741257" y="230717"/>
                  </a:lnTo>
                  <a:lnTo>
                    <a:pt x="748454" y="244687"/>
                  </a:lnTo>
                  <a:lnTo>
                    <a:pt x="748454" y="253153"/>
                  </a:lnTo>
                  <a:lnTo>
                    <a:pt x="749723" y="256117"/>
                  </a:lnTo>
                  <a:lnTo>
                    <a:pt x="737023" y="271357"/>
                  </a:lnTo>
                  <a:lnTo>
                    <a:pt x="739987" y="275590"/>
                  </a:lnTo>
                  <a:lnTo>
                    <a:pt x="731520" y="276860"/>
                  </a:lnTo>
                  <a:lnTo>
                    <a:pt x="717550" y="275590"/>
                  </a:lnTo>
                  <a:lnTo>
                    <a:pt x="702310" y="262890"/>
                  </a:lnTo>
                  <a:lnTo>
                    <a:pt x="705273" y="253153"/>
                  </a:lnTo>
                  <a:lnTo>
                    <a:pt x="701040" y="253153"/>
                  </a:lnTo>
                  <a:lnTo>
                    <a:pt x="698077" y="253153"/>
                  </a:lnTo>
                  <a:lnTo>
                    <a:pt x="696807" y="247650"/>
                  </a:lnTo>
                  <a:lnTo>
                    <a:pt x="682414" y="242147"/>
                  </a:lnTo>
                  <a:lnTo>
                    <a:pt x="672677" y="240877"/>
                  </a:lnTo>
                  <a:lnTo>
                    <a:pt x="665904" y="242147"/>
                  </a:lnTo>
                  <a:lnTo>
                    <a:pt x="664633" y="242147"/>
                  </a:lnTo>
                  <a:lnTo>
                    <a:pt x="662940" y="242147"/>
                  </a:lnTo>
                  <a:lnTo>
                    <a:pt x="658707" y="236643"/>
                  </a:lnTo>
                  <a:lnTo>
                    <a:pt x="644737" y="235373"/>
                  </a:lnTo>
                  <a:lnTo>
                    <a:pt x="629073" y="236643"/>
                  </a:lnTo>
                  <a:lnTo>
                    <a:pt x="616373" y="239607"/>
                  </a:lnTo>
                  <a:lnTo>
                    <a:pt x="601133" y="228600"/>
                  </a:lnTo>
                  <a:lnTo>
                    <a:pt x="596900" y="232833"/>
                  </a:lnTo>
                  <a:lnTo>
                    <a:pt x="593937" y="234103"/>
                  </a:lnTo>
                  <a:lnTo>
                    <a:pt x="588433" y="242570"/>
                  </a:lnTo>
                  <a:lnTo>
                    <a:pt x="574464" y="242570"/>
                  </a:lnTo>
                  <a:lnTo>
                    <a:pt x="568537" y="239607"/>
                  </a:lnTo>
                  <a:lnTo>
                    <a:pt x="554567" y="229870"/>
                  </a:lnTo>
                  <a:lnTo>
                    <a:pt x="549064" y="234103"/>
                  </a:lnTo>
                  <a:lnTo>
                    <a:pt x="535093" y="234103"/>
                  </a:lnTo>
                  <a:lnTo>
                    <a:pt x="527897" y="231140"/>
                  </a:lnTo>
                  <a:lnTo>
                    <a:pt x="512657" y="228600"/>
                  </a:lnTo>
                  <a:lnTo>
                    <a:pt x="498687" y="228600"/>
                  </a:lnTo>
                  <a:lnTo>
                    <a:pt x="496993" y="228600"/>
                  </a:lnTo>
                  <a:lnTo>
                    <a:pt x="481754" y="224367"/>
                  </a:lnTo>
                  <a:lnTo>
                    <a:pt x="466514" y="217170"/>
                  </a:lnTo>
                  <a:lnTo>
                    <a:pt x="467783" y="214207"/>
                  </a:lnTo>
                  <a:lnTo>
                    <a:pt x="453814" y="207433"/>
                  </a:lnTo>
                  <a:lnTo>
                    <a:pt x="445347" y="215900"/>
                  </a:lnTo>
                  <a:lnTo>
                    <a:pt x="445347" y="221403"/>
                  </a:lnTo>
                  <a:lnTo>
                    <a:pt x="431377" y="218440"/>
                  </a:lnTo>
                  <a:lnTo>
                    <a:pt x="416137" y="215477"/>
                  </a:lnTo>
                  <a:lnTo>
                    <a:pt x="402167" y="215477"/>
                  </a:lnTo>
                  <a:lnTo>
                    <a:pt x="399204" y="219710"/>
                  </a:lnTo>
                  <a:lnTo>
                    <a:pt x="397933" y="220980"/>
                  </a:lnTo>
                  <a:lnTo>
                    <a:pt x="394970" y="227753"/>
                  </a:lnTo>
                  <a:lnTo>
                    <a:pt x="383964" y="241723"/>
                  </a:lnTo>
                  <a:lnTo>
                    <a:pt x="375497" y="251460"/>
                  </a:lnTo>
                  <a:lnTo>
                    <a:pt x="373804" y="252730"/>
                  </a:lnTo>
                  <a:lnTo>
                    <a:pt x="372533" y="252730"/>
                  </a:lnTo>
                  <a:lnTo>
                    <a:pt x="358564" y="242993"/>
                  </a:lnTo>
                  <a:lnTo>
                    <a:pt x="344593" y="229023"/>
                  </a:lnTo>
                  <a:lnTo>
                    <a:pt x="339090" y="224790"/>
                  </a:lnTo>
                  <a:lnTo>
                    <a:pt x="332317" y="215053"/>
                  </a:lnTo>
                  <a:lnTo>
                    <a:pt x="317077" y="215053"/>
                  </a:lnTo>
                  <a:lnTo>
                    <a:pt x="311573" y="216323"/>
                  </a:lnTo>
                  <a:lnTo>
                    <a:pt x="307340" y="220557"/>
                  </a:lnTo>
                  <a:lnTo>
                    <a:pt x="303107" y="235797"/>
                  </a:lnTo>
                  <a:lnTo>
                    <a:pt x="303107" y="240030"/>
                  </a:lnTo>
                  <a:lnTo>
                    <a:pt x="306070" y="252307"/>
                  </a:lnTo>
                  <a:lnTo>
                    <a:pt x="304800" y="260773"/>
                  </a:lnTo>
                  <a:lnTo>
                    <a:pt x="309033" y="274743"/>
                  </a:lnTo>
                  <a:lnTo>
                    <a:pt x="301837" y="285750"/>
                  </a:lnTo>
                  <a:lnTo>
                    <a:pt x="315807" y="298450"/>
                  </a:lnTo>
                  <a:lnTo>
                    <a:pt x="325543" y="299720"/>
                  </a:lnTo>
                  <a:lnTo>
                    <a:pt x="328507" y="299720"/>
                  </a:lnTo>
                  <a:lnTo>
                    <a:pt x="332740" y="305223"/>
                  </a:lnTo>
                  <a:lnTo>
                    <a:pt x="336973" y="313690"/>
                  </a:lnTo>
                  <a:lnTo>
                    <a:pt x="346710" y="328930"/>
                  </a:lnTo>
                  <a:lnTo>
                    <a:pt x="355177" y="337397"/>
                  </a:lnTo>
                  <a:lnTo>
                    <a:pt x="358140" y="345863"/>
                  </a:lnTo>
                  <a:lnTo>
                    <a:pt x="359410" y="352637"/>
                  </a:lnTo>
                  <a:lnTo>
                    <a:pt x="366183" y="359410"/>
                  </a:lnTo>
                  <a:lnTo>
                    <a:pt x="367454" y="360680"/>
                  </a:lnTo>
                  <a:lnTo>
                    <a:pt x="367454" y="374650"/>
                  </a:lnTo>
                  <a:lnTo>
                    <a:pt x="367454" y="377190"/>
                  </a:lnTo>
                  <a:lnTo>
                    <a:pt x="367454" y="380153"/>
                  </a:lnTo>
                  <a:lnTo>
                    <a:pt x="371687" y="384387"/>
                  </a:lnTo>
                  <a:lnTo>
                    <a:pt x="378460" y="389890"/>
                  </a:lnTo>
                  <a:lnTo>
                    <a:pt x="388197" y="403860"/>
                  </a:lnTo>
                  <a:lnTo>
                    <a:pt x="402167" y="412327"/>
                  </a:lnTo>
                  <a:lnTo>
                    <a:pt x="416137" y="422063"/>
                  </a:lnTo>
                  <a:lnTo>
                    <a:pt x="420370" y="426297"/>
                  </a:lnTo>
                  <a:lnTo>
                    <a:pt x="433070" y="440267"/>
                  </a:lnTo>
                  <a:lnTo>
                    <a:pt x="440267" y="454237"/>
                  </a:lnTo>
                  <a:lnTo>
                    <a:pt x="448310" y="459740"/>
                  </a:lnTo>
                  <a:lnTo>
                    <a:pt x="463550" y="472440"/>
                  </a:lnTo>
                  <a:lnTo>
                    <a:pt x="474980" y="483447"/>
                  </a:lnTo>
                  <a:lnTo>
                    <a:pt x="484717" y="493183"/>
                  </a:lnTo>
                  <a:lnTo>
                    <a:pt x="497417" y="500380"/>
                  </a:lnTo>
                  <a:lnTo>
                    <a:pt x="512657" y="510116"/>
                  </a:lnTo>
                  <a:lnTo>
                    <a:pt x="511387" y="511387"/>
                  </a:lnTo>
                  <a:lnTo>
                    <a:pt x="511387" y="513927"/>
                  </a:lnTo>
                  <a:lnTo>
                    <a:pt x="513927" y="527897"/>
                  </a:lnTo>
                  <a:lnTo>
                    <a:pt x="518160" y="536363"/>
                  </a:lnTo>
                  <a:lnTo>
                    <a:pt x="521123" y="538903"/>
                  </a:lnTo>
                  <a:lnTo>
                    <a:pt x="536364" y="552874"/>
                  </a:lnTo>
                  <a:lnTo>
                    <a:pt x="543137" y="558377"/>
                  </a:lnTo>
                  <a:lnTo>
                    <a:pt x="557107" y="565574"/>
                  </a:lnTo>
                  <a:lnTo>
                    <a:pt x="564304" y="572347"/>
                  </a:lnTo>
                  <a:lnTo>
                    <a:pt x="565573" y="572347"/>
                  </a:lnTo>
                  <a:lnTo>
                    <a:pt x="567267" y="575310"/>
                  </a:lnTo>
                  <a:lnTo>
                    <a:pt x="569807" y="586316"/>
                  </a:lnTo>
                  <a:lnTo>
                    <a:pt x="557107" y="590550"/>
                  </a:lnTo>
                  <a:lnTo>
                    <a:pt x="555837" y="590550"/>
                  </a:lnTo>
                  <a:lnTo>
                    <a:pt x="541867" y="583353"/>
                  </a:lnTo>
                  <a:lnTo>
                    <a:pt x="538904" y="576580"/>
                  </a:lnTo>
                  <a:lnTo>
                    <a:pt x="536364" y="573616"/>
                  </a:lnTo>
                  <a:lnTo>
                    <a:pt x="535093" y="572347"/>
                  </a:lnTo>
                  <a:lnTo>
                    <a:pt x="521123" y="561340"/>
                  </a:lnTo>
                  <a:lnTo>
                    <a:pt x="515197" y="558377"/>
                  </a:lnTo>
                  <a:lnTo>
                    <a:pt x="501227" y="552874"/>
                  </a:lnTo>
                  <a:lnTo>
                    <a:pt x="487257" y="543137"/>
                  </a:lnTo>
                  <a:lnTo>
                    <a:pt x="474980" y="529166"/>
                  </a:lnTo>
                  <a:lnTo>
                    <a:pt x="461010" y="515197"/>
                  </a:lnTo>
                  <a:lnTo>
                    <a:pt x="447040" y="513503"/>
                  </a:lnTo>
                  <a:lnTo>
                    <a:pt x="433070" y="508000"/>
                  </a:lnTo>
                  <a:lnTo>
                    <a:pt x="419100" y="502497"/>
                  </a:lnTo>
                  <a:lnTo>
                    <a:pt x="405130" y="496993"/>
                  </a:lnTo>
                  <a:lnTo>
                    <a:pt x="389467" y="489797"/>
                  </a:lnTo>
                  <a:lnTo>
                    <a:pt x="382693" y="491066"/>
                  </a:lnTo>
                  <a:lnTo>
                    <a:pt x="368723" y="495300"/>
                  </a:lnTo>
                  <a:lnTo>
                    <a:pt x="354754" y="502074"/>
                  </a:lnTo>
                  <a:lnTo>
                    <a:pt x="340783" y="497840"/>
                  </a:lnTo>
                  <a:lnTo>
                    <a:pt x="331047" y="483870"/>
                  </a:lnTo>
                  <a:lnTo>
                    <a:pt x="333587" y="469900"/>
                  </a:lnTo>
                  <a:lnTo>
                    <a:pt x="320887" y="461433"/>
                  </a:lnTo>
                  <a:lnTo>
                    <a:pt x="306917" y="455930"/>
                  </a:lnTo>
                  <a:lnTo>
                    <a:pt x="291677" y="447463"/>
                  </a:lnTo>
                  <a:lnTo>
                    <a:pt x="280670" y="437727"/>
                  </a:lnTo>
                  <a:lnTo>
                    <a:pt x="265430" y="426720"/>
                  </a:lnTo>
                  <a:lnTo>
                    <a:pt x="254000" y="414020"/>
                  </a:lnTo>
                  <a:lnTo>
                    <a:pt x="240030" y="398780"/>
                  </a:lnTo>
                  <a:lnTo>
                    <a:pt x="226060" y="384810"/>
                  </a:lnTo>
                  <a:lnTo>
                    <a:pt x="218864" y="370840"/>
                  </a:lnTo>
                  <a:lnTo>
                    <a:pt x="234104" y="367877"/>
                  </a:lnTo>
                  <a:lnTo>
                    <a:pt x="248073" y="364913"/>
                  </a:lnTo>
                  <a:lnTo>
                    <a:pt x="262043" y="370417"/>
                  </a:lnTo>
                  <a:lnTo>
                    <a:pt x="274743" y="373380"/>
                  </a:lnTo>
                  <a:lnTo>
                    <a:pt x="274743" y="372110"/>
                  </a:lnTo>
                  <a:lnTo>
                    <a:pt x="260773" y="364913"/>
                  </a:lnTo>
                  <a:lnTo>
                    <a:pt x="245533" y="357717"/>
                  </a:lnTo>
                  <a:lnTo>
                    <a:pt x="240030" y="353483"/>
                  </a:lnTo>
                  <a:lnTo>
                    <a:pt x="226060" y="340783"/>
                  </a:lnTo>
                  <a:lnTo>
                    <a:pt x="212090" y="326813"/>
                  </a:lnTo>
                  <a:lnTo>
                    <a:pt x="202354" y="319617"/>
                  </a:lnTo>
                  <a:lnTo>
                    <a:pt x="192617" y="305647"/>
                  </a:lnTo>
                  <a:lnTo>
                    <a:pt x="188383" y="291677"/>
                  </a:lnTo>
                  <a:lnTo>
                    <a:pt x="185420" y="277707"/>
                  </a:lnTo>
                  <a:lnTo>
                    <a:pt x="189654" y="263737"/>
                  </a:lnTo>
                  <a:lnTo>
                    <a:pt x="187960" y="249767"/>
                  </a:lnTo>
                  <a:lnTo>
                    <a:pt x="186690" y="249767"/>
                  </a:lnTo>
                  <a:lnTo>
                    <a:pt x="185420" y="244263"/>
                  </a:lnTo>
                  <a:lnTo>
                    <a:pt x="179917" y="230293"/>
                  </a:lnTo>
                  <a:lnTo>
                    <a:pt x="164677" y="224790"/>
                  </a:lnTo>
                  <a:lnTo>
                    <a:pt x="150707" y="213360"/>
                  </a:lnTo>
                  <a:lnTo>
                    <a:pt x="147743" y="212090"/>
                  </a:lnTo>
                  <a:lnTo>
                    <a:pt x="133773" y="201083"/>
                  </a:lnTo>
                  <a:lnTo>
                    <a:pt x="119804" y="193887"/>
                  </a:lnTo>
                  <a:lnTo>
                    <a:pt x="111337" y="190923"/>
                  </a:lnTo>
                  <a:lnTo>
                    <a:pt x="102870" y="204893"/>
                  </a:lnTo>
                  <a:lnTo>
                    <a:pt x="99907" y="218863"/>
                  </a:lnTo>
                  <a:lnTo>
                    <a:pt x="98637" y="223097"/>
                  </a:lnTo>
                  <a:lnTo>
                    <a:pt x="88900" y="237067"/>
                  </a:lnTo>
                  <a:lnTo>
                    <a:pt x="90170" y="249343"/>
                  </a:lnTo>
                  <a:lnTo>
                    <a:pt x="79164" y="249343"/>
                  </a:lnTo>
                  <a:lnTo>
                    <a:pt x="74930" y="242570"/>
                  </a:lnTo>
                  <a:lnTo>
                    <a:pt x="73660" y="249343"/>
                  </a:lnTo>
                  <a:lnTo>
                    <a:pt x="70697" y="263313"/>
                  </a:lnTo>
                  <a:lnTo>
                    <a:pt x="65193" y="277283"/>
                  </a:lnTo>
                  <a:lnTo>
                    <a:pt x="56727" y="287020"/>
                  </a:lnTo>
                  <a:lnTo>
                    <a:pt x="44027" y="273050"/>
                  </a:lnTo>
                  <a:lnTo>
                    <a:pt x="39793" y="257810"/>
                  </a:lnTo>
                  <a:lnTo>
                    <a:pt x="31750" y="249343"/>
                  </a:lnTo>
                  <a:lnTo>
                    <a:pt x="22014" y="238337"/>
                  </a:lnTo>
                  <a:lnTo>
                    <a:pt x="30480" y="227330"/>
                  </a:lnTo>
                  <a:lnTo>
                    <a:pt x="16510" y="227330"/>
                  </a:lnTo>
                  <a:lnTo>
                    <a:pt x="13547" y="212090"/>
                  </a:lnTo>
                  <a:lnTo>
                    <a:pt x="12277" y="198120"/>
                  </a:lnTo>
                  <a:lnTo>
                    <a:pt x="15240" y="196850"/>
                  </a:lnTo>
                  <a:lnTo>
                    <a:pt x="5504" y="182880"/>
                  </a:lnTo>
                  <a:lnTo>
                    <a:pt x="0" y="168910"/>
                  </a:lnTo>
                  <a:lnTo>
                    <a:pt x="15664" y="175260"/>
                  </a:lnTo>
                  <a:lnTo>
                    <a:pt x="15664" y="175260"/>
                  </a:lnTo>
                  <a:close/>
                  <a:moveTo>
                    <a:pt x="579543" y="612140"/>
                  </a:moveTo>
                  <a:lnTo>
                    <a:pt x="565573" y="603674"/>
                  </a:lnTo>
                  <a:lnTo>
                    <a:pt x="551604" y="600710"/>
                  </a:lnTo>
                  <a:lnTo>
                    <a:pt x="537633" y="590974"/>
                  </a:lnTo>
                  <a:lnTo>
                    <a:pt x="522393" y="584200"/>
                  </a:lnTo>
                  <a:lnTo>
                    <a:pt x="508423" y="581237"/>
                  </a:lnTo>
                  <a:lnTo>
                    <a:pt x="494454" y="588010"/>
                  </a:lnTo>
                  <a:lnTo>
                    <a:pt x="508423" y="588010"/>
                  </a:lnTo>
                  <a:lnTo>
                    <a:pt x="522393" y="595207"/>
                  </a:lnTo>
                  <a:lnTo>
                    <a:pt x="537633" y="599440"/>
                  </a:lnTo>
                  <a:lnTo>
                    <a:pt x="551604" y="609177"/>
                  </a:lnTo>
                  <a:lnTo>
                    <a:pt x="565573" y="613410"/>
                  </a:lnTo>
                  <a:lnTo>
                    <a:pt x="580814" y="614680"/>
                  </a:lnTo>
                  <a:lnTo>
                    <a:pt x="594783" y="617220"/>
                  </a:lnTo>
                  <a:lnTo>
                    <a:pt x="608754" y="628227"/>
                  </a:lnTo>
                  <a:lnTo>
                    <a:pt x="622723" y="633730"/>
                  </a:lnTo>
                  <a:lnTo>
                    <a:pt x="622723" y="635000"/>
                  </a:lnTo>
                  <a:lnTo>
                    <a:pt x="629497" y="643466"/>
                  </a:lnTo>
                  <a:lnTo>
                    <a:pt x="633730" y="643466"/>
                  </a:lnTo>
                  <a:lnTo>
                    <a:pt x="647700" y="648970"/>
                  </a:lnTo>
                  <a:lnTo>
                    <a:pt x="657437" y="662940"/>
                  </a:lnTo>
                  <a:lnTo>
                    <a:pt x="671407" y="671407"/>
                  </a:lnTo>
                  <a:lnTo>
                    <a:pt x="683683" y="674370"/>
                  </a:lnTo>
                  <a:lnTo>
                    <a:pt x="681143" y="670137"/>
                  </a:lnTo>
                  <a:lnTo>
                    <a:pt x="679873" y="656166"/>
                  </a:lnTo>
                  <a:lnTo>
                    <a:pt x="664210" y="646430"/>
                  </a:lnTo>
                  <a:lnTo>
                    <a:pt x="650240" y="645160"/>
                  </a:lnTo>
                  <a:lnTo>
                    <a:pt x="644737" y="639657"/>
                  </a:lnTo>
                  <a:lnTo>
                    <a:pt x="637540" y="634153"/>
                  </a:lnTo>
                  <a:lnTo>
                    <a:pt x="623570" y="624416"/>
                  </a:lnTo>
                  <a:lnTo>
                    <a:pt x="609600" y="620183"/>
                  </a:lnTo>
                  <a:lnTo>
                    <a:pt x="595630" y="608753"/>
                  </a:lnTo>
                  <a:lnTo>
                    <a:pt x="594360" y="600287"/>
                  </a:lnTo>
                  <a:lnTo>
                    <a:pt x="579120" y="597324"/>
                  </a:lnTo>
                  <a:lnTo>
                    <a:pt x="570654" y="601557"/>
                  </a:lnTo>
                  <a:lnTo>
                    <a:pt x="569383" y="602827"/>
                  </a:lnTo>
                  <a:lnTo>
                    <a:pt x="579543" y="612140"/>
                  </a:lnTo>
                  <a:close/>
                  <a:moveTo>
                    <a:pt x="112183" y="263313"/>
                  </a:moveTo>
                  <a:lnTo>
                    <a:pt x="116417" y="278553"/>
                  </a:lnTo>
                  <a:lnTo>
                    <a:pt x="121920" y="292523"/>
                  </a:lnTo>
                  <a:lnTo>
                    <a:pt x="126154" y="306493"/>
                  </a:lnTo>
                  <a:lnTo>
                    <a:pt x="140123" y="311997"/>
                  </a:lnTo>
                  <a:lnTo>
                    <a:pt x="135890" y="296757"/>
                  </a:lnTo>
                  <a:lnTo>
                    <a:pt x="132927" y="282787"/>
                  </a:lnTo>
                  <a:lnTo>
                    <a:pt x="132927" y="268817"/>
                  </a:lnTo>
                  <a:lnTo>
                    <a:pt x="126154" y="254847"/>
                  </a:lnTo>
                  <a:lnTo>
                    <a:pt x="120650" y="240877"/>
                  </a:lnTo>
                  <a:lnTo>
                    <a:pt x="112183" y="225637"/>
                  </a:lnTo>
                  <a:lnTo>
                    <a:pt x="110490" y="240877"/>
                  </a:lnTo>
                  <a:lnTo>
                    <a:pt x="118957" y="254847"/>
                  </a:lnTo>
                  <a:lnTo>
                    <a:pt x="112183" y="263313"/>
                  </a:lnTo>
                  <a:close/>
                  <a:moveTo>
                    <a:pt x="134620" y="327237"/>
                  </a:moveTo>
                  <a:lnTo>
                    <a:pt x="119380" y="313267"/>
                  </a:lnTo>
                  <a:lnTo>
                    <a:pt x="132080" y="327237"/>
                  </a:lnTo>
                  <a:lnTo>
                    <a:pt x="143087" y="341207"/>
                  </a:lnTo>
                  <a:lnTo>
                    <a:pt x="134620" y="327237"/>
                  </a:lnTo>
                  <a:close/>
                  <a:moveTo>
                    <a:pt x="163830" y="262043"/>
                  </a:moveTo>
                  <a:lnTo>
                    <a:pt x="177800" y="254847"/>
                  </a:lnTo>
                  <a:lnTo>
                    <a:pt x="176530" y="251883"/>
                  </a:lnTo>
                  <a:lnTo>
                    <a:pt x="161290" y="242147"/>
                  </a:lnTo>
                  <a:lnTo>
                    <a:pt x="157057" y="228177"/>
                  </a:lnTo>
                  <a:lnTo>
                    <a:pt x="141817" y="220980"/>
                  </a:lnTo>
                  <a:lnTo>
                    <a:pt x="133350" y="234950"/>
                  </a:lnTo>
                  <a:lnTo>
                    <a:pt x="140547" y="248920"/>
                  </a:lnTo>
                  <a:lnTo>
                    <a:pt x="155787" y="254423"/>
                  </a:lnTo>
                  <a:lnTo>
                    <a:pt x="163830" y="262043"/>
                  </a:lnTo>
                  <a:close/>
                  <a:moveTo>
                    <a:pt x="165100" y="292523"/>
                  </a:moveTo>
                  <a:lnTo>
                    <a:pt x="179070" y="290830"/>
                  </a:lnTo>
                  <a:lnTo>
                    <a:pt x="165100" y="282363"/>
                  </a:lnTo>
                  <a:lnTo>
                    <a:pt x="165100" y="292523"/>
                  </a:lnTo>
                  <a:close/>
                  <a:moveTo>
                    <a:pt x="193040" y="383117"/>
                  </a:moveTo>
                  <a:lnTo>
                    <a:pt x="179070" y="376343"/>
                  </a:lnTo>
                  <a:lnTo>
                    <a:pt x="193040" y="387350"/>
                  </a:lnTo>
                  <a:lnTo>
                    <a:pt x="193040" y="383117"/>
                  </a:lnTo>
                  <a:close/>
                  <a:moveTo>
                    <a:pt x="211243" y="350943"/>
                  </a:moveTo>
                  <a:lnTo>
                    <a:pt x="220980" y="364913"/>
                  </a:lnTo>
                  <a:lnTo>
                    <a:pt x="234950" y="359410"/>
                  </a:lnTo>
                  <a:lnTo>
                    <a:pt x="220980" y="345440"/>
                  </a:lnTo>
                  <a:lnTo>
                    <a:pt x="207010" y="339937"/>
                  </a:lnTo>
                  <a:lnTo>
                    <a:pt x="207010" y="332740"/>
                  </a:lnTo>
                  <a:lnTo>
                    <a:pt x="207010" y="330200"/>
                  </a:lnTo>
                  <a:lnTo>
                    <a:pt x="198543" y="323003"/>
                  </a:lnTo>
                  <a:lnTo>
                    <a:pt x="184573" y="317500"/>
                  </a:lnTo>
                  <a:lnTo>
                    <a:pt x="170604" y="303530"/>
                  </a:lnTo>
                  <a:lnTo>
                    <a:pt x="180340" y="318770"/>
                  </a:lnTo>
                  <a:lnTo>
                    <a:pt x="193040" y="332740"/>
                  </a:lnTo>
                  <a:lnTo>
                    <a:pt x="207010" y="346710"/>
                  </a:lnTo>
                  <a:lnTo>
                    <a:pt x="211243" y="350943"/>
                  </a:lnTo>
                  <a:close/>
                  <a:moveTo>
                    <a:pt x="216747" y="425027"/>
                  </a:moveTo>
                  <a:lnTo>
                    <a:pt x="230717" y="430530"/>
                  </a:lnTo>
                  <a:lnTo>
                    <a:pt x="216747" y="419523"/>
                  </a:lnTo>
                  <a:lnTo>
                    <a:pt x="208280" y="403860"/>
                  </a:lnTo>
                  <a:lnTo>
                    <a:pt x="194310" y="399627"/>
                  </a:lnTo>
                  <a:lnTo>
                    <a:pt x="208280" y="412327"/>
                  </a:lnTo>
                  <a:lnTo>
                    <a:pt x="216747" y="425027"/>
                  </a:lnTo>
                  <a:close/>
                  <a:moveTo>
                    <a:pt x="223520" y="370840"/>
                  </a:moveTo>
                  <a:lnTo>
                    <a:pt x="209550" y="365337"/>
                  </a:lnTo>
                  <a:lnTo>
                    <a:pt x="223520" y="372533"/>
                  </a:lnTo>
                  <a:lnTo>
                    <a:pt x="223520" y="370840"/>
                  </a:lnTo>
                  <a:close/>
                  <a:moveTo>
                    <a:pt x="240454" y="443230"/>
                  </a:moveTo>
                  <a:lnTo>
                    <a:pt x="254423" y="454237"/>
                  </a:lnTo>
                  <a:lnTo>
                    <a:pt x="269664" y="462703"/>
                  </a:lnTo>
                  <a:lnTo>
                    <a:pt x="255693" y="450003"/>
                  </a:lnTo>
                  <a:lnTo>
                    <a:pt x="240454" y="440267"/>
                  </a:lnTo>
                  <a:lnTo>
                    <a:pt x="240454" y="443230"/>
                  </a:lnTo>
                  <a:close/>
                  <a:moveTo>
                    <a:pt x="240454" y="411057"/>
                  </a:moveTo>
                  <a:lnTo>
                    <a:pt x="226483" y="406823"/>
                  </a:lnTo>
                  <a:lnTo>
                    <a:pt x="240454" y="416560"/>
                  </a:lnTo>
                  <a:lnTo>
                    <a:pt x="240454" y="411057"/>
                  </a:lnTo>
                  <a:close/>
                  <a:moveTo>
                    <a:pt x="293370" y="475403"/>
                  </a:moveTo>
                  <a:lnTo>
                    <a:pt x="308610" y="480907"/>
                  </a:lnTo>
                  <a:lnTo>
                    <a:pt x="293370" y="474133"/>
                  </a:lnTo>
                  <a:lnTo>
                    <a:pt x="293370" y="475403"/>
                  </a:lnTo>
                  <a:close/>
                  <a:moveTo>
                    <a:pt x="372957" y="504613"/>
                  </a:moveTo>
                  <a:lnTo>
                    <a:pt x="386927" y="500380"/>
                  </a:lnTo>
                  <a:lnTo>
                    <a:pt x="372957" y="501650"/>
                  </a:lnTo>
                  <a:lnTo>
                    <a:pt x="372957" y="504613"/>
                  </a:lnTo>
                  <a:close/>
                  <a:moveTo>
                    <a:pt x="395393" y="527050"/>
                  </a:moveTo>
                  <a:lnTo>
                    <a:pt x="381423" y="524087"/>
                  </a:lnTo>
                  <a:lnTo>
                    <a:pt x="395393" y="531283"/>
                  </a:lnTo>
                  <a:lnTo>
                    <a:pt x="395393" y="527050"/>
                  </a:lnTo>
                  <a:close/>
                  <a:moveTo>
                    <a:pt x="445347" y="541020"/>
                  </a:moveTo>
                  <a:lnTo>
                    <a:pt x="459317" y="530013"/>
                  </a:lnTo>
                  <a:lnTo>
                    <a:pt x="445347" y="525780"/>
                  </a:lnTo>
                  <a:lnTo>
                    <a:pt x="430107" y="522816"/>
                  </a:lnTo>
                  <a:lnTo>
                    <a:pt x="416137" y="521547"/>
                  </a:lnTo>
                  <a:lnTo>
                    <a:pt x="402167" y="521547"/>
                  </a:lnTo>
                  <a:lnTo>
                    <a:pt x="408093" y="535516"/>
                  </a:lnTo>
                  <a:lnTo>
                    <a:pt x="423333" y="541020"/>
                  </a:lnTo>
                  <a:lnTo>
                    <a:pt x="437304" y="542290"/>
                  </a:lnTo>
                  <a:lnTo>
                    <a:pt x="445347" y="541020"/>
                  </a:lnTo>
                  <a:close/>
                  <a:moveTo>
                    <a:pt x="477520" y="596477"/>
                  </a:moveTo>
                  <a:lnTo>
                    <a:pt x="492760" y="599440"/>
                  </a:lnTo>
                  <a:lnTo>
                    <a:pt x="506730" y="596477"/>
                  </a:lnTo>
                  <a:lnTo>
                    <a:pt x="491490" y="589280"/>
                  </a:lnTo>
                  <a:lnTo>
                    <a:pt x="477520" y="588010"/>
                  </a:lnTo>
                  <a:lnTo>
                    <a:pt x="463550" y="592243"/>
                  </a:lnTo>
                  <a:lnTo>
                    <a:pt x="449580" y="589280"/>
                  </a:lnTo>
                  <a:lnTo>
                    <a:pt x="434340" y="597747"/>
                  </a:lnTo>
                  <a:lnTo>
                    <a:pt x="449580" y="599016"/>
                  </a:lnTo>
                  <a:lnTo>
                    <a:pt x="463550" y="601980"/>
                  </a:lnTo>
                  <a:lnTo>
                    <a:pt x="477520" y="596477"/>
                  </a:lnTo>
                  <a:close/>
                  <a:moveTo>
                    <a:pt x="502497" y="561763"/>
                  </a:moveTo>
                  <a:lnTo>
                    <a:pt x="487257" y="561763"/>
                  </a:lnTo>
                  <a:lnTo>
                    <a:pt x="473287" y="560493"/>
                  </a:lnTo>
                  <a:lnTo>
                    <a:pt x="459317" y="559224"/>
                  </a:lnTo>
                  <a:lnTo>
                    <a:pt x="445347" y="557953"/>
                  </a:lnTo>
                  <a:lnTo>
                    <a:pt x="431377" y="549487"/>
                  </a:lnTo>
                  <a:lnTo>
                    <a:pt x="417407" y="552450"/>
                  </a:lnTo>
                  <a:lnTo>
                    <a:pt x="403437" y="556683"/>
                  </a:lnTo>
                  <a:lnTo>
                    <a:pt x="417407" y="560916"/>
                  </a:lnTo>
                  <a:lnTo>
                    <a:pt x="431377" y="565150"/>
                  </a:lnTo>
                  <a:lnTo>
                    <a:pt x="445347" y="563457"/>
                  </a:lnTo>
                  <a:lnTo>
                    <a:pt x="459317" y="565150"/>
                  </a:lnTo>
                  <a:lnTo>
                    <a:pt x="473287" y="566420"/>
                  </a:lnTo>
                  <a:lnTo>
                    <a:pt x="488527" y="566420"/>
                  </a:lnTo>
                  <a:lnTo>
                    <a:pt x="502497" y="561763"/>
                  </a:lnTo>
                  <a:close/>
                  <a:moveTo>
                    <a:pt x="582083" y="634153"/>
                  </a:moveTo>
                  <a:lnTo>
                    <a:pt x="566843" y="628650"/>
                  </a:lnTo>
                  <a:lnTo>
                    <a:pt x="552873" y="624416"/>
                  </a:lnTo>
                  <a:lnTo>
                    <a:pt x="538904" y="625687"/>
                  </a:lnTo>
                  <a:lnTo>
                    <a:pt x="552873" y="628650"/>
                  </a:lnTo>
                  <a:lnTo>
                    <a:pt x="568114" y="631613"/>
                  </a:lnTo>
                  <a:lnTo>
                    <a:pt x="582083" y="635847"/>
                  </a:lnTo>
                  <a:lnTo>
                    <a:pt x="582083" y="634153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2" name="Freeform 2431">
              <a:extLst>
                <a:ext uri="{FF2B5EF4-FFF2-40B4-BE49-F238E27FC236}">
                  <a16:creationId xmlns:a16="http://schemas.microsoft.com/office/drawing/2014/main" id="{9E7EF6E6-7AB0-BF45-8FA7-D0126F0B1411}"/>
                </a:ext>
              </a:extLst>
            </p:cNvPr>
            <p:cNvSpPr/>
            <p:nvPr/>
          </p:nvSpPr>
          <p:spPr>
            <a:xfrm>
              <a:off x="6622626" y="94403"/>
              <a:ext cx="2829983" cy="1943099"/>
            </a:xfrm>
            <a:custGeom>
              <a:avLst/>
              <a:gdLst>
                <a:gd name="connsiteX0" fmla="*/ 13970 w 2829983"/>
                <a:gd name="connsiteY0" fmla="*/ 1419013 h 1943099"/>
                <a:gd name="connsiteX1" fmla="*/ 30480 w 2829983"/>
                <a:gd name="connsiteY1" fmla="*/ 1411817 h 1943099"/>
                <a:gd name="connsiteX2" fmla="*/ 45720 w 2829983"/>
                <a:gd name="connsiteY2" fmla="*/ 1407583 h 1943099"/>
                <a:gd name="connsiteX3" fmla="*/ 60960 w 2829983"/>
                <a:gd name="connsiteY3" fmla="*/ 1408853 h 1943099"/>
                <a:gd name="connsiteX4" fmla="*/ 74930 w 2829983"/>
                <a:gd name="connsiteY4" fmla="*/ 1414357 h 1943099"/>
                <a:gd name="connsiteX5" fmla="*/ 90170 w 2829983"/>
                <a:gd name="connsiteY5" fmla="*/ 1411393 h 1943099"/>
                <a:gd name="connsiteX6" fmla="*/ 105410 w 2829983"/>
                <a:gd name="connsiteY6" fmla="*/ 1407160 h 1943099"/>
                <a:gd name="connsiteX7" fmla="*/ 91440 w 2829983"/>
                <a:gd name="connsiteY7" fmla="*/ 1405890 h 1943099"/>
                <a:gd name="connsiteX8" fmla="*/ 76200 w 2829983"/>
                <a:gd name="connsiteY8" fmla="*/ 1411393 h 1943099"/>
                <a:gd name="connsiteX9" fmla="*/ 62230 w 2829983"/>
                <a:gd name="connsiteY9" fmla="*/ 1405890 h 1943099"/>
                <a:gd name="connsiteX10" fmla="*/ 46990 w 2829983"/>
                <a:gd name="connsiteY10" fmla="*/ 1404620 h 1943099"/>
                <a:gd name="connsiteX11" fmla="*/ 60960 w 2829983"/>
                <a:gd name="connsiteY11" fmla="*/ 1397423 h 1943099"/>
                <a:gd name="connsiteX12" fmla="*/ 46990 w 2829983"/>
                <a:gd name="connsiteY12" fmla="*/ 1391920 h 1943099"/>
                <a:gd name="connsiteX13" fmla="*/ 60960 w 2829983"/>
                <a:gd name="connsiteY13" fmla="*/ 1388957 h 1943099"/>
                <a:gd name="connsiteX14" fmla="*/ 45720 w 2829983"/>
                <a:gd name="connsiteY14" fmla="*/ 1387687 h 1943099"/>
                <a:gd name="connsiteX15" fmla="*/ 31750 w 2829983"/>
                <a:gd name="connsiteY15" fmla="*/ 1388957 h 1943099"/>
                <a:gd name="connsiteX16" fmla="*/ 14817 w 2829983"/>
                <a:gd name="connsiteY16" fmla="*/ 1390650 h 1943099"/>
                <a:gd name="connsiteX17" fmla="*/ 31750 w 2829983"/>
                <a:gd name="connsiteY17" fmla="*/ 1388110 h 1943099"/>
                <a:gd name="connsiteX18" fmla="*/ 46990 w 2829983"/>
                <a:gd name="connsiteY18" fmla="*/ 1386840 h 1943099"/>
                <a:gd name="connsiteX19" fmla="*/ 51223 w 2829983"/>
                <a:gd name="connsiteY19" fmla="*/ 1385570 h 1943099"/>
                <a:gd name="connsiteX20" fmla="*/ 60960 w 2829983"/>
                <a:gd name="connsiteY20" fmla="*/ 1382607 h 1943099"/>
                <a:gd name="connsiteX21" fmla="*/ 45720 w 2829983"/>
                <a:gd name="connsiteY21" fmla="*/ 1385570 h 1943099"/>
                <a:gd name="connsiteX22" fmla="*/ 30480 w 2829983"/>
                <a:gd name="connsiteY22" fmla="*/ 1385570 h 1943099"/>
                <a:gd name="connsiteX23" fmla="*/ 16510 w 2829983"/>
                <a:gd name="connsiteY23" fmla="*/ 1385570 h 1943099"/>
                <a:gd name="connsiteX24" fmla="*/ 13970 w 2829983"/>
                <a:gd name="connsiteY24" fmla="*/ 1371600 h 1943099"/>
                <a:gd name="connsiteX25" fmla="*/ 27940 w 2829983"/>
                <a:gd name="connsiteY25" fmla="*/ 1371600 h 1943099"/>
                <a:gd name="connsiteX26" fmla="*/ 43603 w 2829983"/>
                <a:gd name="connsiteY26" fmla="*/ 1363133 h 1943099"/>
                <a:gd name="connsiteX27" fmla="*/ 27940 w 2829983"/>
                <a:gd name="connsiteY27" fmla="*/ 1363133 h 1943099"/>
                <a:gd name="connsiteX28" fmla="*/ 41910 w 2829983"/>
                <a:gd name="connsiteY28" fmla="*/ 1355937 h 1943099"/>
                <a:gd name="connsiteX29" fmla="*/ 46143 w 2829983"/>
                <a:gd name="connsiteY29" fmla="*/ 1352973 h 1943099"/>
                <a:gd name="connsiteX30" fmla="*/ 57150 w 2829983"/>
                <a:gd name="connsiteY30" fmla="*/ 1344507 h 1943099"/>
                <a:gd name="connsiteX31" fmla="*/ 72390 w 2829983"/>
                <a:gd name="connsiteY31" fmla="*/ 1341543 h 1943099"/>
                <a:gd name="connsiteX32" fmla="*/ 86360 w 2829983"/>
                <a:gd name="connsiteY32" fmla="*/ 1342813 h 1943099"/>
                <a:gd name="connsiteX33" fmla="*/ 102023 w 2829983"/>
                <a:gd name="connsiteY33" fmla="*/ 1352550 h 1943099"/>
                <a:gd name="connsiteX34" fmla="*/ 117263 w 2829983"/>
                <a:gd name="connsiteY34" fmla="*/ 1349587 h 1943099"/>
                <a:gd name="connsiteX35" fmla="*/ 131233 w 2829983"/>
                <a:gd name="connsiteY35" fmla="*/ 1353820 h 1943099"/>
                <a:gd name="connsiteX36" fmla="*/ 122767 w 2829983"/>
                <a:gd name="connsiteY36" fmla="*/ 1367790 h 1943099"/>
                <a:gd name="connsiteX37" fmla="*/ 133773 w 2829983"/>
                <a:gd name="connsiteY37" fmla="*/ 1353820 h 1943099"/>
                <a:gd name="connsiteX38" fmla="*/ 147743 w 2829983"/>
                <a:gd name="connsiteY38" fmla="*/ 1361017 h 1943099"/>
                <a:gd name="connsiteX39" fmla="*/ 162983 w 2829983"/>
                <a:gd name="connsiteY39" fmla="*/ 1351280 h 1943099"/>
                <a:gd name="connsiteX40" fmla="*/ 178223 w 2829983"/>
                <a:gd name="connsiteY40" fmla="*/ 1355513 h 1943099"/>
                <a:gd name="connsiteX41" fmla="*/ 193463 w 2829983"/>
                <a:gd name="connsiteY41" fmla="*/ 1356783 h 1943099"/>
                <a:gd name="connsiteX42" fmla="*/ 207433 w 2829983"/>
                <a:gd name="connsiteY42" fmla="*/ 1347047 h 1943099"/>
                <a:gd name="connsiteX43" fmla="*/ 221403 w 2829983"/>
                <a:gd name="connsiteY43" fmla="*/ 1350010 h 1943099"/>
                <a:gd name="connsiteX44" fmla="*/ 206163 w 2829983"/>
                <a:gd name="connsiteY44" fmla="*/ 1345777 h 1943099"/>
                <a:gd name="connsiteX45" fmla="*/ 192193 w 2829983"/>
                <a:gd name="connsiteY45" fmla="*/ 1352973 h 1943099"/>
                <a:gd name="connsiteX46" fmla="*/ 178223 w 2829983"/>
                <a:gd name="connsiteY46" fmla="*/ 1351703 h 1943099"/>
                <a:gd name="connsiteX47" fmla="*/ 163407 w 2829983"/>
                <a:gd name="connsiteY47" fmla="*/ 1349163 h 1943099"/>
                <a:gd name="connsiteX48" fmla="*/ 149437 w 2829983"/>
                <a:gd name="connsiteY48" fmla="*/ 1350433 h 1943099"/>
                <a:gd name="connsiteX49" fmla="*/ 134196 w 2829983"/>
                <a:gd name="connsiteY49" fmla="*/ 1347470 h 1943099"/>
                <a:gd name="connsiteX50" fmla="*/ 118957 w 2829983"/>
                <a:gd name="connsiteY50" fmla="*/ 1347470 h 1943099"/>
                <a:gd name="connsiteX51" fmla="*/ 104987 w 2829983"/>
                <a:gd name="connsiteY51" fmla="*/ 1344507 h 1943099"/>
                <a:gd name="connsiteX52" fmla="*/ 120227 w 2829983"/>
                <a:gd name="connsiteY52" fmla="*/ 1343237 h 1943099"/>
                <a:gd name="connsiteX53" fmla="*/ 102023 w 2829983"/>
                <a:gd name="connsiteY53" fmla="*/ 1341967 h 1943099"/>
                <a:gd name="connsiteX54" fmla="*/ 86360 w 2829983"/>
                <a:gd name="connsiteY54" fmla="*/ 1340697 h 1943099"/>
                <a:gd name="connsiteX55" fmla="*/ 72390 w 2829983"/>
                <a:gd name="connsiteY55" fmla="*/ 1339427 h 1943099"/>
                <a:gd name="connsiteX56" fmla="*/ 58420 w 2829983"/>
                <a:gd name="connsiteY56" fmla="*/ 1342390 h 1943099"/>
                <a:gd name="connsiteX57" fmla="*/ 43180 w 2829983"/>
                <a:gd name="connsiteY57" fmla="*/ 1342390 h 1943099"/>
                <a:gd name="connsiteX58" fmla="*/ 35983 w 2829983"/>
                <a:gd name="connsiteY58" fmla="*/ 1336887 h 1943099"/>
                <a:gd name="connsiteX59" fmla="*/ 51223 w 2829983"/>
                <a:gd name="connsiteY59" fmla="*/ 1335617 h 1943099"/>
                <a:gd name="connsiteX60" fmla="*/ 65193 w 2829983"/>
                <a:gd name="connsiteY60" fmla="*/ 1325880 h 1943099"/>
                <a:gd name="connsiteX61" fmla="*/ 49953 w 2829983"/>
                <a:gd name="connsiteY61" fmla="*/ 1314450 h 1943099"/>
                <a:gd name="connsiteX62" fmla="*/ 34713 w 2829983"/>
                <a:gd name="connsiteY62" fmla="*/ 1313180 h 1943099"/>
                <a:gd name="connsiteX63" fmla="*/ 34713 w 2829983"/>
                <a:gd name="connsiteY63" fmla="*/ 1297940 h 1943099"/>
                <a:gd name="connsiteX64" fmla="*/ 48683 w 2829983"/>
                <a:gd name="connsiteY64" fmla="*/ 1297940 h 1943099"/>
                <a:gd name="connsiteX65" fmla="*/ 59690 w 2829983"/>
                <a:gd name="connsiteY65" fmla="*/ 1311910 h 1943099"/>
                <a:gd name="connsiteX66" fmla="*/ 74930 w 2829983"/>
                <a:gd name="connsiteY66" fmla="*/ 1321647 h 1943099"/>
                <a:gd name="connsiteX67" fmla="*/ 73660 w 2829983"/>
                <a:gd name="connsiteY67" fmla="*/ 1327150 h 1943099"/>
                <a:gd name="connsiteX68" fmla="*/ 87630 w 2829983"/>
                <a:gd name="connsiteY68" fmla="*/ 1317413 h 1943099"/>
                <a:gd name="connsiteX69" fmla="*/ 72390 w 2829983"/>
                <a:gd name="connsiteY69" fmla="*/ 1313180 h 1943099"/>
                <a:gd name="connsiteX70" fmla="*/ 76623 w 2829983"/>
                <a:gd name="connsiteY70" fmla="*/ 1299210 h 1943099"/>
                <a:gd name="connsiteX71" fmla="*/ 90593 w 2829983"/>
                <a:gd name="connsiteY71" fmla="*/ 1303443 h 1943099"/>
                <a:gd name="connsiteX72" fmla="*/ 104563 w 2829983"/>
                <a:gd name="connsiteY72" fmla="*/ 1316143 h 1943099"/>
                <a:gd name="connsiteX73" fmla="*/ 110067 w 2829983"/>
                <a:gd name="connsiteY73" fmla="*/ 1302173 h 1943099"/>
                <a:gd name="connsiteX74" fmla="*/ 125307 w 2829983"/>
                <a:gd name="connsiteY74" fmla="*/ 1299210 h 1943099"/>
                <a:gd name="connsiteX75" fmla="*/ 128270 w 2829983"/>
                <a:gd name="connsiteY75" fmla="*/ 1313180 h 1943099"/>
                <a:gd name="connsiteX76" fmla="*/ 142240 w 2829983"/>
                <a:gd name="connsiteY76" fmla="*/ 1311910 h 1943099"/>
                <a:gd name="connsiteX77" fmla="*/ 156210 w 2829983"/>
                <a:gd name="connsiteY77" fmla="*/ 1316143 h 1943099"/>
                <a:gd name="connsiteX78" fmla="*/ 171450 w 2829983"/>
                <a:gd name="connsiteY78" fmla="*/ 1317413 h 1943099"/>
                <a:gd name="connsiteX79" fmla="*/ 157480 w 2829983"/>
                <a:gd name="connsiteY79" fmla="*/ 1313180 h 1943099"/>
                <a:gd name="connsiteX80" fmla="*/ 142240 w 2829983"/>
                <a:gd name="connsiteY80" fmla="*/ 1304713 h 1943099"/>
                <a:gd name="connsiteX81" fmla="*/ 135467 w 2829983"/>
                <a:gd name="connsiteY81" fmla="*/ 1290743 h 1943099"/>
                <a:gd name="connsiteX82" fmla="*/ 149437 w 2829983"/>
                <a:gd name="connsiteY82" fmla="*/ 1282277 h 1943099"/>
                <a:gd name="connsiteX83" fmla="*/ 163407 w 2829983"/>
                <a:gd name="connsiteY83" fmla="*/ 1273810 h 1943099"/>
                <a:gd name="connsiteX84" fmla="*/ 177377 w 2829983"/>
                <a:gd name="connsiteY84" fmla="*/ 1273810 h 1943099"/>
                <a:gd name="connsiteX85" fmla="*/ 185843 w 2829983"/>
                <a:gd name="connsiteY85" fmla="*/ 1287780 h 1943099"/>
                <a:gd name="connsiteX86" fmla="*/ 199813 w 2829983"/>
                <a:gd name="connsiteY86" fmla="*/ 1301750 h 1943099"/>
                <a:gd name="connsiteX87" fmla="*/ 196850 w 2829983"/>
                <a:gd name="connsiteY87" fmla="*/ 1293283 h 1943099"/>
                <a:gd name="connsiteX88" fmla="*/ 188383 w 2829983"/>
                <a:gd name="connsiteY88" fmla="*/ 1282277 h 1943099"/>
                <a:gd name="connsiteX89" fmla="*/ 192617 w 2829983"/>
                <a:gd name="connsiteY89" fmla="*/ 1268307 h 1943099"/>
                <a:gd name="connsiteX90" fmla="*/ 207857 w 2829983"/>
                <a:gd name="connsiteY90" fmla="*/ 1264073 h 1943099"/>
                <a:gd name="connsiteX91" fmla="*/ 224790 w 2829983"/>
                <a:gd name="connsiteY91" fmla="*/ 1262803 h 1943099"/>
                <a:gd name="connsiteX92" fmla="*/ 240030 w 2829983"/>
                <a:gd name="connsiteY92" fmla="*/ 1271270 h 1943099"/>
                <a:gd name="connsiteX93" fmla="*/ 252730 w 2829983"/>
                <a:gd name="connsiteY93" fmla="*/ 1285240 h 1943099"/>
                <a:gd name="connsiteX94" fmla="*/ 254000 w 2829983"/>
                <a:gd name="connsiteY94" fmla="*/ 1299210 h 1943099"/>
                <a:gd name="connsiteX95" fmla="*/ 240030 w 2829983"/>
                <a:gd name="connsiteY95" fmla="*/ 1314450 h 1943099"/>
                <a:gd name="connsiteX96" fmla="*/ 255270 w 2829983"/>
                <a:gd name="connsiteY96" fmla="*/ 1315720 h 1943099"/>
                <a:gd name="connsiteX97" fmla="*/ 270510 w 2829983"/>
                <a:gd name="connsiteY97" fmla="*/ 1308523 h 1943099"/>
                <a:gd name="connsiteX98" fmla="*/ 255270 w 2829983"/>
                <a:gd name="connsiteY98" fmla="*/ 1300057 h 1943099"/>
                <a:gd name="connsiteX99" fmla="*/ 262043 w 2829983"/>
                <a:gd name="connsiteY99" fmla="*/ 1286087 h 1943099"/>
                <a:gd name="connsiteX100" fmla="*/ 278977 w 2829983"/>
                <a:gd name="connsiteY100" fmla="*/ 1288627 h 1943099"/>
                <a:gd name="connsiteX101" fmla="*/ 292946 w 2829983"/>
                <a:gd name="connsiteY101" fmla="*/ 1284393 h 1943099"/>
                <a:gd name="connsiteX102" fmla="*/ 276013 w 2829983"/>
                <a:gd name="connsiteY102" fmla="*/ 1284393 h 1943099"/>
                <a:gd name="connsiteX103" fmla="*/ 262043 w 2829983"/>
                <a:gd name="connsiteY103" fmla="*/ 1282700 h 1943099"/>
                <a:gd name="connsiteX104" fmla="*/ 257810 w 2829983"/>
                <a:gd name="connsiteY104" fmla="*/ 1281430 h 1943099"/>
                <a:gd name="connsiteX105" fmla="*/ 243840 w 2829983"/>
                <a:gd name="connsiteY105" fmla="*/ 1272963 h 1943099"/>
                <a:gd name="connsiteX106" fmla="*/ 234103 w 2829983"/>
                <a:gd name="connsiteY106" fmla="*/ 1258993 h 1943099"/>
                <a:gd name="connsiteX107" fmla="*/ 220133 w 2829983"/>
                <a:gd name="connsiteY107" fmla="*/ 1256030 h 1943099"/>
                <a:gd name="connsiteX108" fmla="*/ 206163 w 2829983"/>
                <a:gd name="connsiteY108" fmla="*/ 1258993 h 1943099"/>
                <a:gd name="connsiteX109" fmla="*/ 190923 w 2829983"/>
                <a:gd name="connsiteY109" fmla="*/ 1261957 h 1943099"/>
                <a:gd name="connsiteX110" fmla="*/ 173990 w 2829983"/>
                <a:gd name="connsiteY110" fmla="*/ 1258993 h 1943099"/>
                <a:gd name="connsiteX111" fmla="*/ 166793 w 2829983"/>
                <a:gd name="connsiteY111" fmla="*/ 1257723 h 1943099"/>
                <a:gd name="connsiteX112" fmla="*/ 171027 w 2829983"/>
                <a:gd name="connsiteY112" fmla="*/ 1256453 h 1943099"/>
                <a:gd name="connsiteX113" fmla="*/ 186267 w 2829983"/>
                <a:gd name="connsiteY113" fmla="*/ 1253490 h 1943099"/>
                <a:gd name="connsiteX114" fmla="*/ 201507 w 2829983"/>
                <a:gd name="connsiteY114" fmla="*/ 1253490 h 1943099"/>
                <a:gd name="connsiteX115" fmla="*/ 216746 w 2829983"/>
                <a:gd name="connsiteY115" fmla="*/ 1252220 h 1943099"/>
                <a:gd name="connsiteX116" fmla="*/ 202777 w 2829983"/>
                <a:gd name="connsiteY116" fmla="*/ 1246717 h 1943099"/>
                <a:gd name="connsiteX117" fmla="*/ 187537 w 2829983"/>
                <a:gd name="connsiteY117" fmla="*/ 1248410 h 1943099"/>
                <a:gd name="connsiteX118" fmla="*/ 169333 w 2829983"/>
                <a:gd name="connsiteY118" fmla="*/ 1238673 h 1943099"/>
                <a:gd name="connsiteX119" fmla="*/ 184573 w 2829983"/>
                <a:gd name="connsiteY119" fmla="*/ 1236133 h 1943099"/>
                <a:gd name="connsiteX120" fmla="*/ 199813 w 2829983"/>
                <a:gd name="connsiteY120" fmla="*/ 1234863 h 1943099"/>
                <a:gd name="connsiteX121" fmla="*/ 213783 w 2829983"/>
                <a:gd name="connsiteY121" fmla="*/ 1233593 h 1943099"/>
                <a:gd name="connsiteX122" fmla="*/ 229023 w 2829983"/>
                <a:gd name="connsiteY122" fmla="*/ 1230630 h 1943099"/>
                <a:gd name="connsiteX123" fmla="*/ 242993 w 2829983"/>
                <a:gd name="connsiteY123" fmla="*/ 1230630 h 1943099"/>
                <a:gd name="connsiteX124" fmla="*/ 258233 w 2829983"/>
                <a:gd name="connsiteY124" fmla="*/ 1236133 h 1943099"/>
                <a:gd name="connsiteX125" fmla="*/ 272203 w 2829983"/>
                <a:gd name="connsiteY125" fmla="*/ 1236133 h 1943099"/>
                <a:gd name="connsiteX126" fmla="*/ 286173 w 2829983"/>
                <a:gd name="connsiteY126" fmla="*/ 1237403 h 1943099"/>
                <a:gd name="connsiteX127" fmla="*/ 301413 w 2829983"/>
                <a:gd name="connsiteY127" fmla="*/ 1248833 h 1943099"/>
                <a:gd name="connsiteX128" fmla="*/ 316653 w 2829983"/>
                <a:gd name="connsiteY128" fmla="*/ 1248833 h 1943099"/>
                <a:gd name="connsiteX129" fmla="*/ 332317 w 2829983"/>
                <a:gd name="connsiteY129" fmla="*/ 1243330 h 1943099"/>
                <a:gd name="connsiteX130" fmla="*/ 336550 w 2829983"/>
                <a:gd name="connsiteY130" fmla="*/ 1240790 h 1943099"/>
                <a:gd name="connsiteX131" fmla="*/ 322580 w 2829983"/>
                <a:gd name="connsiteY131" fmla="*/ 1243330 h 1943099"/>
                <a:gd name="connsiteX132" fmla="*/ 305646 w 2829983"/>
                <a:gd name="connsiteY132" fmla="*/ 1243330 h 1943099"/>
                <a:gd name="connsiteX133" fmla="*/ 311150 w 2829983"/>
                <a:gd name="connsiteY133" fmla="*/ 1229360 h 1943099"/>
                <a:gd name="connsiteX134" fmla="*/ 325120 w 2829983"/>
                <a:gd name="connsiteY134" fmla="*/ 1223857 h 1943099"/>
                <a:gd name="connsiteX135" fmla="*/ 339090 w 2829983"/>
                <a:gd name="connsiteY135" fmla="*/ 1220893 h 1943099"/>
                <a:gd name="connsiteX136" fmla="*/ 353060 w 2829983"/>
                <a:gd name="connsiteY136" fmla="*/ 1217930 h 1943099"/>
                <a:gd name="connsiteX137" fmla="*/ 367030 w 2829983"/>
                <a:gd name="connsiteY137" fmla="*/ 1217930 h 1943099"/>
                <a:gd name="connsiteX138" fmla="*/ 383963 w 2829983"/>
                <a:gd name="connsiteY138" fmla="*/ 1222163 h 1943099"/>
                <a:gd name="connsiteX139" fmla="*/ 368723 w 2829983"/>
                <a:gd name="connsiteY139" fmla="*/ 1212427 h 1943099"/>
                <a:gd name="connsiteX140" fmla="*/ 353483 w 2829983"/>
                <a:gd name="connsiteY140" fmla="*/ 1213697 h 1943099"/>
                <a:gd name="connsiteX141" fmla="*/ 339513 w 2829983"/>
                <a:gd name="connsiteY141" fmla="*/ 1217930 h 1943099"/>
                <a:gd name="connsiteX142" fmla="*/ 324273 w 2829983"/>
                <a:gd name="connsiteY142" fmla="*/ 1222163 h 1943099"/>
                <a:gd name="connsiteX143" fmla="*/ 310303 w 2829983"/>
                <a:gd name="connsiteY143" fmla="*/ 1225127 h 1943099"/>
                <a:gd name="connsiteX144" fmla="*/ 295063 w 2829983"/>
                <a:gd name="connsiteY144" fmla="*/ 1218353 h 1943099"/>
                <a:gd name="connsiteX145" fmla="*/ 310303 w 2829983"/>
                <a:gd name="connsiteY145" fmla="*/ 1214120 h 1943099"/>
                <a:gd name="connsiteX146" fmla="*/ 324273 w 2829983"/>
                <a:gd name="connsiteY146" fmla="*/ 1209887 h 1943099"/>
                <a:gd name="connsiteX147" fmla="*/ 310303 w 2829983"/>
                <a:gd name="connsiteY147" fmla="*/ 1211157 h 1943099"/>
                <a:gd name="connsiteX148" fmla="*/ 295063 w 2829983"/>
                <a:gd name="connsiteY148" fmla="*/ 1215390 h 1943099"/>
                <a:gd name="connsiteX149" fmla="*/ 281093 w 2829983"/>
                <a:gd name="connsiteY149" fmla="*/ 1216660 h 1943099"/>
                <a:gd name="connsiteX150" fmla="*/ 264583 w 2829983"/>
                <a:gd name="connsiteY150" fmla="*/ 1219623 h 1943099"/>
                <a:gd name="connsiteX151" fmla="*/ 250613 w 2829983"/>
                <a:gd name="connsiteY151" fmla="*/ 1209887 h 1943099"/>
                <a:gd name="connsiteX152" fmla="*/ 264583 w 2829983"/>
                <a:gd name="connsiteY152" fmla="*/ 1205653 h 1943099"/>
                <a:gd name="connsiteX153" fmla="*/ 278553 w 2829983"/>
                <a:gd name="connsiteY153" fmla="*/ 1205653 h 1943099"/>
                <a:gd name="connsiteX154" fmla="*/ 264583 w 2829983"/>
                <a:gd name="connsiteY154" fmla="*/ 1201420 h 1943099"/>
                <a:gd name="connsiteX155" fmla="*/ 247650 w 2829983"/>
                <a:gd name="connsiteY155" fmla="*/ 1188720 h 1943099"/>
                <a:gd name="connsiteX156" fmla="*/ 262890 w 2829983"/>
                <a:gd name="connsiteY156" fmla="*/ 1180253 h 1943099"/>
                <a:gd name="connsiteX157" fmla="*/ 276860 w 2829983"/>
                <a:gd name="connsiteY157" fmla="*/ 1177713 h 1943099"/>
                <a:gd name="connsiteX158" fmla="*/ 292100 w 2829983"/>
                <a:gd name="connsiteY158" fmla="*/ 1183217 h 1943099"/>
                <a:gd name="connsiteX159" fmla="*/ 306070 w 2829983"/>
                <a:gd name="connsiteY159" fmla="*/ 1192953 h 1943099"/>
                <a:gd name="connsiteX160" fmla="*/ 321310 w 2829983"/>
                <a:gd name="connsiteY160" fmla="*/ 1186180 h 1943099"/>
                <a:gd name="connsiteX161" fmla="*/ 336550 w 2829983"/>
                <a:gd name="connsiteY161" fmla="*/ 1181947 h 1943099"/>
                <a:gd name="connsiteX162" fmla="*/ 350520 w 2829983"/>
                <a:gd name="connsiteY162" fmla="*/ 1184910 h 1943099"/>
                <a:gd name="connsiteX163" fmla="*/ 364490 w 2829983"/>
                <a:gd name="connsiteY163" fmla="*/ 1181947 h 1943099"/>
                <a:gd name="connsiteX164" fmla="*/ 379730 w 2829983"/>
                <a:gd name="connsiteY164" fmla="*/ 1188720 h 1943099"/>
                <a:gd name="connsiteX165" fmla="*/ 383963 w 2829983"/>
                <a:gd name="connsiteY165" fmla="*/ 1203960 h 1943099"/>
                <a:gd name="connsiteX166" fmla="*/ 400473 w 2829983"/>
                <a:gd name="connsiteY166" fmla="*/ 1209463 h 1943099"/>
                <a:gd name="connsiteX167" fmla="*/ 415713 w 2829983"/>
                <a:gd name="connsiteY167" fmla="*/ 1216237 h 1943099"/>
                <a:gd name="connsiteX168" fmla="*/ 428413 w 2829983"/>
                <a:gd name="connsiteY168" fmla="*/ 1224703 h 1943099"/>
                <a:gd name="connsiteX169" fmla="*/ 421217 w 2829983"/>
                <a:gd name="connsiteY169" fmla="*/ 1214967 h 1943099"/>
                <a:gd name="connsiteX170" fmla="*/ 405977 w 2829983"/>
                <a:gd name="connsiteY170" fmla="*/ 1208193 h 1943099"/>
                <a:gd name="connsiteX171" fmla="*/ 392007 w 2829983"/>
                <a:gd name="connsiteY171" fmla="*/ 1203960 h 1943099"/>
                <a:gd name="connsiteX172" fmla="*/ 386503 w 2829983"/>
                <a:gd name="connsiteY172" fmla="*/ 1188720 h 1943099"/>
                <a:gd name="connsiteX173" fmla="*/ 372533 w 2829983"/>
                <a:gd name="connsiteY173" fmla="*/ 1180253 h 1943099"/>
                <a:gd name="connsiteX174" fmla="*/ 365337 w 2829983"/>
                <a:gd name="connsiteY174" fmla="*/ 1165013 h 1943099"/>
                <a:gd name="connsiteX175" fmla="*/ 376343 w 2829983"/>
                <a:gd name="connsiteY175" fmla="*/ 1160780 h 1943099"/>
                <a:gd name="connsiteX176" fmla="*/ 390313 w 2829983"/>
                <a:gd name="connsiteY176" fmla="*/ 1176020 h 1943099"/>
                <a:gd name="connsiteX177" fmla="*/ 405553 w 2829983"/>
                <a:gd name="connsiteY177" fmla="*/ 1181523 h 1943099"/>
                <a:gd name="connsiteX178" fmla="*/ 407246 w 2829983"/>
                <a:gd name="connsiteY178" fmla="*/ 1196763 h 1943099"/>
                <a:gd name="connsiteX179" fmla="*/ 421217 w 2829983"/>
                <a:gd name="connsiteY179" fmla="*/ 1195493 h 1943099"/>
                <a:gd name="connsiteX180" fmla="*/ 436457 w 2829983"/>
                <a:gd name="connsiteY180" fmla="*/ 1195493 h 1943099"/>
                <a:gd name="connsiteX181" fmla="*/ 421217 w 2829983"/>
                <a:gd name="connsiteY181" fmla="*/ 1191260 h 1943099"/>
                <a:gd name="connsiteX182" fmla="*/ 424180 w 2829983"/>
                <a:gd name="connsiteY182" fmla="*/ 1184063 h 1943099"/>
                <a:gd name="connsiteX183" fmla="*/ 439420 w 2829983"/>
                <a:gd name="connsiteY183" fmla="*/ 1178560 h 1943099"/>
                <a:gd name="connsiteX184" fmla="*/ 424180 w 2829983"/>
                <a:gd name="connsiteY184" fmla="*/ 1177290 h 1943099"/>
                <a:gd name="connsiteX185" fmla="*/ 408517 w 2829983"/>
                <a:gd name="connsiteY185" fmla="*/ 1176020 h 1943099"/>
                <a:gd name="connsiteX186" fmla="*/ 424180 w 2829983"/>
                <a:gd name="connsiteY186" fmla="*/ 1174750 h 1943099"/>
                <a:gd name="connsiteX187" fmla="*/ 408517 w 2829983"/>
                <a:gd name="connsiteY187" fmla="*/ 1174750 h 1943099"/>
                <a:gd name="connsiteX188" fmla="*/ 394546 w 2829983"/>
                <a:gd name="connsiteY188" fmla="*/ 1171787 h 1943099"/>
                <a:gd name="connsiteX189" fmla="*/ 394546 w 2829983"/>
                <a:gd name="connsiteY189" fmla="*/ 1156547 h 1943099"/>
                <a:gd name="connsiteX190" fmla="*/ 409787 w 2829983"/>
                <a:gd name="connsiteY190" fmla="*/ 1156547 h 1943099"/>
                <a:gd name="connsiteX191" fmla="*/ 425027 w 2829983"/>
                <a:gd name="connsiteY191" fmla="*/ 1157817 h 1943099"/>
                <a:gd name="connsiteX192" fmla="*/ 440267 w 2829983"/>
                <a:gd name="connsiteY192" fmla="*/ 1152313 h 1943099"/>
                <a:gd name="connsiteX193" fmla="*/ 455507 w 2829983"/>
                <a:gd name="connsiteY193" fmla="*/ 1149350 h 1943099"/>
                <a:gd name="connsiteX194" fmla="*/ 462280 w 2829983"/>
                <a:gd name="connsiteY194" fmla="*/ 1149350 h 1943099"/>
                <a:gd name="connsiteX195" fmla="*/ 476250 w 2829983"/>
                <a:gd name="connsiteY195" fmla="*/ 1146387 h 1943099"/>
                <a:gd name="connsiteX196" fmla="*/ 462280 w 2829983"/>
                <a:gd name="connsiteY196" fmla="*/ 1147657 h 1943099"/>
                <a:gd name="connsiteX197" fmla="*/ 447040 w 2829983"/>
                <a:gd name="connsiteY197" fmla="*/ 1147657 h 1943099"/>
                <a:gd name="connsiteX198" fmla="*/ 433070 w 2829983"/>
                <a:gd name="connsiteY198" fmla="*/ 1142153 h 1943099"/>
                <a:gd name="connsiteX199" fmla="*/ 447040 w 2829983"/>
                <a:gd name="connsiteY199" fmla="*/ 1128183 h 1943099"/>
                <a:gd name="connsiteX200" fmla="*/ 454237 w 2829983"/>
                <a:gd name="connsiteY200" fmla="*/ 1115483 h 1943099"/>
                <a:gd name="connsiteX201" fmla="*/ 469477 w 2829983"/>
                <a:gd name="connsiteY201" fmla="*/ 1118447 h 1943099"/>
                <a:gd name="connsiteX202" fmla="*/ 483446 w 2829983"/>
                <a:gd name="connsiteY202" fmla="*/ 1109980 h 1943099"/>
                <a:gd name="connsiteX203" fmla="*/ 498687 w 2829983"/>
                <a:gd name="connsiteY203" fmla="*/ 1118447 h 1943099"/>
                <a:gd name="connsiteX204" fmla="*/ 490220 w 2829983"/>
                <a:gd name="connsiteY204" fmla="*/ 1133687 h 1943099"/>
                <a:gd name="connsiteX205" fmla="*/ 504190 w 2829983"/>
                <a:gd name="connsiteY205" fmla="*/ 1128183 h 1943099"/>
                <a:gd name="connsiteX206" fmla="*/ 521123 w 2829983"/>
                <a:gd name="connsiteY206" fmla="*/ 1123950 h 1943099"/>
                <a:gd name="connsiteX207" fmla="*/ 535093 w 2829983"/>
                <a:gd name="connsiteY207" fmla="*/ 1120987 h 1943099"/>
                <a:gd name="connsiteX208" fmla="*/ 518160 w 2829983"/>
                <a:gd name="connsiteY208" fmla="*/ 1122257 h 1943099"/>
                <a:gd name="connsiteX209" fmla="*/ 502920 w 2829983"/>
                <a:gd name="connsiteY209" fmla="*/ 1119293 h 1943099"/>
                <a:gd name="connsiteX210" fmla="*/ 518160 w 2829983"/>
                <a:gd name="connsiteY210" fmla="*/ 1110827 h 1943099"/>
                <a:gd name="connsiteX211" fmla="*/ 532130 w 2829983"/>
                <a:gd name="connsiteY211" fmla="*/ 1107863 h 1943099"/>
                <a:gd name="connsiteX212" fmla="*/ 519007 w 2829983"/>
                <a:gd name="connsiteY212" fmla="*/ 1107863 h 1943099"/>
                <a:gd name="connsiteX213" fmla="*/ 505037 w 2829983"/>
                <a:gd name="connsiteY213" fmla="*/ 1109133 h 1943099"/>
                <a:gd name="connsiteX214" fmla="*/ 520277 w 2829983"/>
                <a:gd name="connsiteY214" fmla="*/ 1100667 h 1943099"/>
                <a:gd name="connsiteX215" fmla="*/ 535940 w 2829983"/>
                <a:gd name="connsiteY215" fmla="*/ 1096433 h 1943099"/>
                <a:gd name="connsiteX216" fmla="*/ 549910 w 2829983"/>
                <a:gd name="connsiteY216" fmla="*/ 1097703 h 1943099"/>
                <a:gd name="connsiteX217" fmla="*/ 563880 w 2829983"/>
                <a:gd name="connsiteY217" fmla="*/ 1083733 h 1943099"/>
                <a:gd name="connsiteX218" fmla="*/ 577850 w 2829983"/>
                <a:gd name="connsiteY218" fmla="*/ 1097703 h 1943099"/>
                <a:gd name="connsiteX219" fmla="*/ 591820 w 2829983"/>
                <a:gd name="connsiteY219" fmla="*/ 1111673 h 1943099"/>
                <a:gd name="connsiteX220" fmla="*/ 594783 w 2829983"/>
                <a:gd name="connsiteY220" fmla="*/ 1111673 h 1943099"/>
                <a:gd name="connsiteX221" fmla="*/ 594783 w 2829983"/>
                <a:gd name="connsiteY221" fmla="*/ 1117177 h 1943099"/>
                <a:gd name="connsiteX222" fmla="*/ 591820 w 2829983"/>
                <a:gd name="connsiteY222" fmla="*/ 1120140 h 1943099"/>
                <a:gd name="connsiteX223" fmla="*/ 577850 w 2829983"/>
                <a:gd name="connsiteY223" fmla="*/ 1131147 h 1943099"/>
                <a:gd name="connsiteX224" fmla="*/ 579120 w 2829983"/>
                <a:gd name="connsiteY224" fmla="*/ 1131147 h 1943099"/>
                <a:gd name="connsiteX225" fmla="*/ 594360 w 2829983"/>
                <a:gd name="connsiteY225" fmla="*/ 1126913 h 1943099"/>
                <a:gd name="connsiteX226" fmla="*/ 608330 w 2829983"/>
                <a:gd name="connsiteY226" fmla="*/ 1128183 h 1943099"/>
                <a:gd name="connsiteX227" fmla="*/ 622300 w 2829983"/>
                <a:gd name="connsiteY227" fmla="*/ 1128183 h 1943099"/>
                <a:gd name="connsiteX228" fmla="*/ 607060 w 2829983"/>
                <a:gd name="connsiteY228" fmla="*/ 1121410 h 1943099"/>
                <a:gd name="connsiteX229" fmla="*/ 623993 w 2829983"/>
                <a:gd name="connsiteY229" fmla="*/ 1110403 h 1943099"/>
                <a:gd name="connsiteX230" fmla="*/ 637963 w 2829983"/>
                <a:gd name="connsiteY230" fmla="*/ 1111673 h 1943099"/>
                <a:gd name="connsiteX231" fmla="*/ 642196 w 2829983"/>
                <a:gd name="connsiteY231" fmla="*/ 1114637 h 1943099"/>
                <a:gd name="connsiteX232" fmla="*/ 658707 w 2829983"/>
                <a:gd name="connsiteY232" fmla="*/ 1113367 h 1943099"/>
                <a:gd name="connsiteX233" fmla="*/ 672677 w 2829983"/>
                <a:gd name="connsiteY233" fmla="*/ 1112097 h 1943099"/>
                <a:gd name="connsiteX234" fmla="*/ 686646 w 2829983"/>
                <a:gd name="connsiteY234" fmla="*/ 1115060 h 1943099"/>
                <a:gd name="connsiteX235" fmla="*/ 693843 w 2829983"/>
                <a:gd name="connsiteY235" fmla="*/ 1112097 h 1943099"/>
                <a:gd name="connsiteX236" fmla="*/ 688340 w 2829983"/>
                <a:gd name="connsiteY236" fmla="*/ 1098127 h 1943099"/>
                <a:gd name="connsiteX237" fmla="*/ 702310 w 2829983"/>
                <a:gd name="connsiteY237" fmla="*/ 1095587 h 1943099"/>
                <a:gd name="connsiteX238" fmla="*/ 688340 w 2829983"/>
                <a:gd name="connsiteY238" fmla="*/ 1092623 h 1943099"/>
                <a:gd name="connsiteX239" fmla="*/ 673100 w 2829983"/>
                <a:gd name="connsiteY239" fmla="*/ 1098127 h 1943099"/>
                <a:gd name="connsiteX240" fmla="*/ 694267 w 2829983"/>
                <a:gd name="connsiteY240" fmla="*/ 1082887 h 1943099"/>
                <a:gd name="connsiteX241" fmla="*/ 708237 w 2829983"/>
                <a:gd name="connsiteY241" fmla="*/ 1074420 h 1943099"/>
                <a:gd name="connsiteX242" fmla="*/ 722207 w 2829983"/>
                <a:gd name="connsiteY242" fmla="*/ 1073150 h 1943099"/>
                <a:gd name="connsiteX243" fmla="*/ 737446 w 2829983"/>
                <a:gd name="connsiteY243" fmla="*/ 1065953 h 1943099"/>
                <a:gd name="connsiteX244" fmla="*/ 751417 w 2829983"/>
                <a:gd name="connsiteY244" fmla="*/ 1062990 h 1943099"/>
                <a:gd name="connsiteX245" fmla="*/ 745913 w 2829983"/>
                <a:gd name="connsiteY245" fmla="*/ 1049020 h 1943099"/>
                <a:gd name="connsiteX246" fmla="*/ 730673 w 2829983"/>
                <a:gd name="connsiteY246" fmla="*/ 1051983 h 1943099"/>
                <a:gd name="connsiteX247" fmla="*/ 737446 w 2829983"/>
                <a:gd name="connsiteY247" fmla="*/ 1038013 h 1943099"/>
                <a:gd name="connsiteX248" fmla="*/ 752687 w 2829983"/>
                <a:gd name="connsiteY248" fmla="*/ 1032510 h 1943099"/>
                <a:gd name="connsiteX249" fmla="*/ 763693 w 2829983"/>
                <a:gd name="connsiteY249" fmla="*/ 1031240 h 1943099"/>
                <a:gd name="connsiteX250" fmla="*/ 769196 w 2829983"/>
                <a:gd name="connsiteY250" fmla="*/ 1027007 h 1943099"/>
                <a:gd name="connsiteX251" fmla="*/ 755227 w 2829983"/>
                <a:gd name="connsiteY251" fmla="*/ 1025737 h 1943099"/>
                <a:gd name="connsiteX252" fmla="*/ 739987 w 2829983"/>
                <a:gd name="connsiteY252" fmla="*/ 1025737 h 1943099"/>
                <a:gd name="connsiteX253" fmla="*/ 753957 w 2829983"/>
                <a:gd name="connsiteY253" fmla="*/ 1014730 h 1943099"/>
                <a:gd name="connsiteX254" fmla="*/ 739987 w 2829983"/>
                <a:gd name="connsiteY254" fmla="*/ 1017270 h 1943099"/>
                <a:gd name="connsiteX255" fmla="*/ 724746 w 2829983"/>
                <a:gd name="connsiteY255" fmla="*/ 1032510 h 1943099"/>
                <a:gd name="connsiteX256" fmla="*/ 709507 w 2829983"/>
                <a:gd name="connsiteY256" fmla="*/ 1039283 h 1943099"/>
                <a:gd name="connsiteX257" fmla="*/ 695537 w 2829983"/>
                <a:gd name="connsiteY257" fmla="*/ 1047750 h 1943099"/>
                <a:gd name="connsiteX258" fmla="*/ 678603 w 2829983"/>
                <a:gd name="connsiteY258" fmla="*/ 1051983 h 1943099"/>
                <a:gd name="connsiteX259" fmla="*/ 692573 w 2829983"/>
                <a:gd name="connsiteY259" fmla="*/ 1050713 h 1943099"/>
                <a:gd name="connsiteX260" fmla="*/ 708237 w 2829983"/>
                <a:gd name="connsiteY260" fmla="*/ 1043940 h 1943099"/>
                <a:gd name="connsiteX261" fmla="*/ 713740 w 2829983"/>
                <a:gd name="connsiteY261" fmla="*/ 1059180 h 1943099"/>
                <a:gd name="connsiteX262" fmla="*/ 699770 w 2829983"/>
                <a:gd name="connsiteY262" fmla="*/ 1070187 h 1943099"/>
                <a:gd name="connsiteX263" fmla="*/ 684530 w 2829983"/>
                <a:gd name="connsiteY263" fmla="*/ 1073150 h 1943099"/>
                <a:gd name="connsiteX264" fmla="*/ 669290 w 2829983"/>
                <a:gd name="connsiteY264" fmla="*/ 1079923 h 1943099"/>
                <a:gd name="connsiteX265" fmla="*/ 654050 w 2829983"/>
                <a:gd name="connsiteY265" fmla="*/ 1089660 h 1943099"/>
                <a:gd name="connsiteX266" fmla="*/ 638810 w 2829983"/>
                <a:gd name="connsiteY266" fmla="*/ 1095163 h 1943099"/>
                <a:gd name="connsiteX267" fmla="*/ 623570 w 2829983"/>
                <a:gd name="connsiteY267" fmla="*/ 1096433 h 1943099"/>
                <a:gd name="connsiteX268" fmla="*/ 619337 w 2829983"/>
                <a:gd name="connsiteY268" fmla="*/ 1098973 h 1943099"/>
                <a:gd name="connsiteX269" fmla="*/ 609600 w 2829983"/>
                <a:gd name="connsiteY269" fmla="*/ 1104477 h 1943099"/>
                <a:gd name="connsiteX270" fmla="*/ 595630 w 2829983"/>
                <a:gd name="connsiteY270" fmla="*/ 1104477 h 1943099"/>
                <a:gd name="connsiteX271" fmla="*/ 588857 w 2829983"/>
                <a:gd name="connsiteY271" fmla="*/ 1090507 h 1943099"/>
                <a:gd name="connsiteX272" fmla="*/ 579120 w 2829983"/>
                <a:gd name="connsiteY272" fmla="*/ 1075267 h 1943099"/>
                <a:gd name="connsiteX273" fmla="*/ 593090 w 2829983"/>
                <a:gd name="connsiteY273" fmla="*/ 1073997 h 1943099"/>
                <a:gd name="connsiteX274" fmla="*/ 596053 w 2829983"/>
                <a:gd name="connsiteY274" fmla="*/ 1071033 h 1943099"/>
                <a:gd name="connsiteX275" fmla="*/ 611293 w 2829983"/>
                <a:gd name="connsiteY275" fmla="*/ 1061297 h 1943099"/>
                <a:gd name="connsiteX276" fmla="*/ 596053 w 2829983"/>
                <a:gd name="connsiteY276" fmla="*/ 1065530 h 1943099"/>
                <a:gd name="connsiteX277" fmla="*/ 580813 w 2829983"/>
                <a:gd name="connsiteY277" fmla="*/ 1071033 h 1943099"/>
                <a:gd name="connsiteX278" fmla="*/ 566843 w 2829983"/>
                <a:gd name="connsiteY278" fmla="*/ 1073997 h 1943099"/>
                <a:gd name="connsiteX279" fmla="*/ 551180 w 2829983"/>
                <a:gd name="connsiteY279" fmla="*/ 1079500 h 1943099"/>
                <a:gd name="connsiteX280" fmla="*/ 565150 w 2829983"/>
                <a:gd name="connsiteY280" fmla="*/ 1065530 h 1943099"/>
                <a:gd name="connsiteX281" fmla="*/ 549910 w 2829983"/>
                <a:gd name="connsiteY281" fmla="*/ 1062567 h 1943099"/>
                <a:gd name="connsiteX282" fmla="*/ 565150 w 2829983"/>
                <a:gd name="connsiteY282" fmla="*/ 1055370 h 1943099"/>
                <a:gd name="connsiteX283" fmla="*/ 579120 w 2829983"/>
                <a:gd name="connsiteY283" fmla="*/ 1048173 h 1943099"/>
                <a:gd name="connsiteX284" fmla="*/ 593090 w 2829983"/>
                <a:gd name="connsiteY284" fmla="*/ 1045210 h 1943099"/>
                <a:gd name="connsiteX285" fmla="*/ 596053 w 2829983"/>
                <a:gd name="connsiteY285" fmla="*/ 1043940 h 1943099"/>
                <a:gd name="connsiteX286" fmla="*/ 612987 w 2829983"/>
                <a:gd name="connsiteY286" fmla="*/ 1038437 h 1943099"/>
                <a:gd name="connsiteX287" fmla="*/ 626957 w 2829983"/>
                <a:gd name="connsiteY287" fmla="*/ 1041400 h 1943099"/>
                <a:gd name="connsiteX288" fmla="*/ 611293 w 2829983"/>
                <a:gd name="connsiteY288" fmla="*/ 1035897 h 1943099"/>
                <a:gd name="connsiteX289" fmla="*/ 596053 w 2829983"/>
                <a:gd name="connsiteY289" fmla="*/ 1043093 h 1943099"/>
                <a:gd name="connsiteX290" fmla="*/ 596053 w 2829983"/>
                <a:gd name="connsiteY290" fmla="*/ 1040130 h 1943099"/>
                <a:gd name="connsiteX291" fmla="*/ 610023 w 2829983"/>
                <a:gd name="connsiteY291" fmla="*/ 1031663 h 1943099"/>
                <a:gd name="connsiteX292" fmla="*/ 596053 w 2829983"/>
                <a:gd name="connsiteY292" fmla="*/ 1034627 h 1943099"/>
                <a:gd name="connsiteX293" fmla="*/ 596053 w 2829983"/>
                <a:gd name="connsiteY293" fmla="*/ 1033357 h 1943099"/>
                <a:gd name="connsiteX294" fmla="*/ 600287 w 2829983"/>
                <a:gd name="connsiteY294" fmla="*/ 1027853 h 1943099"/>
                <a:gd name="connsiteX295" fmla="*/ 611293 w 2829983"/>
                <a:gd name="connsiteY295" fmla="*/ 1013883 h 1943099"/>
                <a:gd name="connsiteX296" fmla="*/ 626957 w 2829983"/>
                <a:gd name="connsiteY296" fmla="*/ 1013883 h 1943099"/>
                <a:gd name="connsiteX297" fmla="*/ 626957 w 2829983"/>
                <a:gd name="connsiteY297" fmla="*/ 999913 h 1943099"/>
                <a:gd name="connsiteX298" fmla="*/ 642196 w 2829983"/>
                <a:gd name="connsiteY298" fmla="*/ 1001183 h 1943099"/>
                <a:gd name="connsiteX299" fmla="*/ 640927 w 2829983"/>
                <a:gd name="connsiteY299" fmla="*/ 987213 h 1943099"/>
                <a:gd name="connsiteX300" fmla="*/ 654896 w 2829983"/>
                <a:gd name="connsiteY300" fmla="*/ 974513 h 1943099"/>
                <a:gd name="connsiteX301" fmla="*/ 670137 w 2829983"/>
                <a:gd name="connsiteY301" fmla="*/ 970280 h 1943099"/>
                <a:gd name="connsiteX302" fmla="*/ 685377 w 2829983"/>
                <a:gd name="connsiteY302" fmla="*/ 966047 h 1943099"/>
                <a:gd name="connsiteX303" fmla="*/ 690880 w 2829983"/>
                <a:gd name="connsiteY303" fmla="*/ 952077 h 1943099"/>
                <a:gd name="connsiteX304" fmla="*/ 706120 w 2829983"/>
                <a:gd name="connsiteY304" fmla="*/ 952077 h 1943099"/>
                <a:gd name="connsiteX305" fmla="*/ 706120 w 2829983"/>
                <a:gd name="connsiteY305" fmla="*/ 938107 h 1943099"/>
                <a:gd name="connsiteX306" fmla="*/ 721360 w 2829983"/>
                <a:gd name="connsiteY306" fmla="*/ 945303 h 1943099"/>
                <a:gd name="connsiteX307" fmla="*/ 732367 w 2829983"/>
                <a:gd name="connsiteY307" fmla="*/ 956310 h 1943099"/>
                <a:gd name="connsiteX308" fmla="*/ 746337 w 2829983"/>
                <a:gd name="connsiteY308" fmla="*/ 961813 h 1943099"/>
                <a:gd name="connsiteX309" fmla="*/ 739140 w 2829983"/>
                <a:gd name="connsiteY309" fmla="*/ 977477 h 1943099"/>
                <a:gd name="connsiteX310" fmla="*/ 753110 w 2829983"/>
                <a:gd name="connsiteY310" fmla="*/ 969010 h 1943099"/>
                <a:gd name="connsiteX311" fmla="*/ 768350 w 2829983"/>
                <a:gd name="connsiteY311" fmla="*/ 961813 h 1943099"/>
                <a:gd name="connsiteX312" fmla="*/ 772583 w 2829983"/>
                <a:gd name="connsiteY312" fmla="*/ 960543 h 1943099"/>
                <a:gd name="connsiteX313" fmla="*/ 786553 w 2829983"/>
                <a:gd name="connsiteY313" fmla="*/ 959273 h 1943099"/>
                <a:gd name="connsiteX314" fmla="*/ 786553 w 2829983"/>
                <a:gd name="connsiteY314" fmla="*/ 958003 h 1943099"/>
                <a:gd name="connsiteX315" fmla="*/ 772583 w 2829983"/>
                <a:gd name="connsiteY315" fmla="*/ 959273 h 1943099"/>
                <a:gd name="connsiteX316" fmla="*/ 773853 w 2829983"/>
                <a:gd name="connsiteY316" fmla="*/ 945303 h 1943099"/>
                <a:gd name="connsiteX317" fmla="*/ 789093 w 2829983"/>
                <a:gd name="connsiteY317" fmla="*/ 941070 h 1943099"/>
                <a:gd name="connsiteX318" fmla="*/ 775123 w 2829983"/>
                <a:gd name="connsiteY318" fmla="*/ 936837 h 1943099"/>
                <a:gd name="connsiteX319" fmla="*/ 759883 w 2829983"/>
                <a:gd name="connsiteY319" fmla="*/ 935567 h 1943099"/>
                <a:gd name="connsiteX320" fmla="*/ 762846 w 2829983"/>
                <a:gd name="connsiteY320" fmla="*/ 921597 h 1943099"/>
                <a:gd name="connsiteX321" fmla="*/ 776817 w 2829983"/>
                <a:gd name="connsiteY321" fmla="*/ 917363 h 1943099"/>
                <a:gd name="connsiteX322" fmla="*/ 790786 w 2829983"/>
                <a:gd name="connsiteY322" fmla="*/ 913130 h 1943099"/>
                <a:gd name="connsiteX323" fmla="*/ 806027 w 2829983"/>
                <a:gd name="connsiteY323" fmla="*/ 908897 h 1943099"/>
                <a:gd name="connsiteX324" fmla="*/ 792057 w 2829983"/>
                <a:gd name="connsiteY324" fmla="*/ 907627 h 1943099"/>
                <a:gd name="connsiteX325" fmla="*/ 786553 w 2829983"/>
                <a:gd name="connsiteY325" fmla="*/ 907627 h 1943099"/>
                <a:gd name="connsiteX326" fmla="*/ 783590 w 2829983"/>
                <a:gd name="connsiteY326" fmla="*/ 906357 h 1943099"/>
                <a:gd name="connsiteX327" fmla="*/ 798830 w 2829983"/>
                <a:gd name="connsiteY327" fmla="*/ 896620 h 1943099"/>
                <a:gd name="connsiteX328" fmla="*/ 814070 w 2829983"/>
                <a:gd name="connsiteY328" fmla="*/ 891117 h 1943099"/>
                <a:gd name="connsiteX329" fmla="*/ 815340 w 2829983"/>
                <a:gd name="connsiteY329" fmla="*/ 891117 h 1943099"/>
                <a:gd name="connsiteX330" fmla="*/ 829310 w 2829983"/>
                <a:gd name="connsiteY330" fmla="*/ 888153 h 1943099"/>
                <a:gd name="connsiteX331" fmla="*/ 843280 w 2829983"/>
                <a:gd name="connsiteY331" fmla="*/ 886883 h 1943099"/>
                <a:gd name="connsiteX332" fmla="*/ 847513 w 2829983"/>
                <a:gd name="connsiteY332" fmla="*/ 889847 h 1943099"/>
                <a:gd name="connsiteX333" fmla="*/ 861483 w 2829983"/>
                <a:gd name="connsiteY333" fmla="*/ 889847 h 1943099"/>
                <a:gd name="connsiteX334" fmla="*/ 875453 w 2829983"/>
                <a:gd name="connsiteY334" fmla="*/ 894080 h 1943099"/>
                <a:gd name="connsiteX335" fmla="*/ 861483 w 2829983"/>
                <a:gd name="connsiteY335" fmla="*/ 888577 h 1943099"/>
                <a:gd name="connsiteX336" fmla="*/ 846243 w 2829983"/>
                <a:gd name="connsiteY336" fmla="*/ 885613 h 1943099"/>
                <a:gd name="connsiteX337" fmla="*/ 843703 w 2829983"/>
                <a:gd name="connsiteY337" fmla="*/ 884343 h 1943099"/>
                <a:gd name="connsiteX338" fmla="*/ 828463 w 2829983"/>
                <a:gd name="connsiteY338" fmla="*/ 884343 h 1943099"/>
                <a:gd name="connsiteX339" fmla="*/ 814493 w 2829983"/>
                <a:gd name="connsiteY339" fmla="*/ 891540 h 1943099"/>
                <a:gd name="connsiteX340" fmla="*/ 799253 w 2829983"/>
                <a:gd name="connsiteY340" fmla="*/ 895773 h 1943099"/>
                <a:gd name="connsiteX341" fmla="*/ 785283 w 2829983"/>
                <a:gd name="connsiteY341" fmla="*/ 901277 h 1943099"/>
                <a:gd name="connsiteX342" fmla="*/ 771313 w 2829983"/>
                <a:gd name="connsiteY342" fmla="*/ 908473 h 1943099"/>
                <a:gd name="connsiteX343" fmla="*/ 756073 w 2829983"/>
                <a:gd name="connsiteY343" fmla="*/ 915247 h 1943099"/>
                <a:gd name="connsiteX344" fmla="*/ 742103 w 2829983"/>
                <a:gd name="connsiteY344" fmla="*/ 916517 h 1943099"/>
                <a:gd name="connsiteX345" fmla="*/ 756073 w 2829983"/>
                <a:gd name="connsiteY345" fmla="*/ 909320 h 1943099"/>
                <a:gd name="connsiteX346" fmla="*/ 740833 w 2829983"/>
                <a:gd name="connsiteY346" fmla="*/ 905087 h 1943099"/>
                <a:gd name="connsiteX347" fmla="*/ 756073 w 2829983"/>
                <a:gd name="connsiteY347" fmla="*/ 899583 h 1943099"/>
                <a:gd name="connsiteX348" fmla="*/ 771313 w 2829983"/>
                <a:gd name="connsiteY348" fmla="*/ 899583 h 1943099"/>
                <a:gd name="connsiteX349" fmla="*/ 785283 w 2829983"/>
                <a:gd name="connsiteY349" fmla="*/ 894080 h 1943099"/>
                <a:gd name="connsiteX350" fmla="*/ 767080 w 2829983"/>
                <a:gd name="connsiteY350" fmla="*/ 898313 h 1943099"/>
                <a:gd name="connsiteX351" fmla="*/ 751840 w 2829983"/>
                <a:gd name="connsiteY351" fmla="*/ 895773 h 1943099"/>
                <a:gd name="connsiteX352" fmla="*/ 765810 w 2829983"/>
                <a:gd name="connsiteY352" fmla="*/ 891540 h 1943099"/>
                <a:gd name="connsiteX353" fmla="*/ 781050 w 2829983"/>
                <a:gd name="connsiteY353" fmla="*/ 891540 h 1943099"/>
                <a:gd name="connsiteX354" fmla="*/ 767080 w 2829983"/>
                <a:gd name="connsiteY354" fmla="*/ 888577 h 1943099"/>
                <a:gd name="connsiteX355" fmla="*/ 782320 w 2829983"/>
                <a:gd name="connsiteY355" fmla="*/ 885613 h 1943099"/>
                <a:gd name="connsiteX356" fmla="*/ 796290 w 2829983"/>
                <a:gd name="connsiteY356" fmla="*/ 881380 h 1943099"/>
                <a:gd name="connsiteX357" fmla="*/ 781050 w 2829983"/>
                <a:gd name="connsiteY357" fmla="*/ 881380 h 1943099"/>
                <a:gd name="connsiteX358" fmla="*/ 790786 w 2829983"/>
                <a:gd name="connsiteY358" fmla="*/ 880110 h 1943099"/>
                <a:gd name="connsiteX359" fmla="*/ 804757 w 2829983"/>
                <a:gd name="connsiteY359" fmla="*/ 877147 h 1943099"/>
                <a:gd name="connsiteX360" fmla="*/ 819996 w 2829983"/>
                <a:gd name="connsiteY360" fmla="*/ 870373 h 1943099"/>
                <a:gd name="connsiteX361" fmla="*/ 815763 w 2829983"/>
                <a:gd name="connsiteY361" fmla="*/ 869103 h 1943099"/>
                <a:gd name="connsiteX362" fmla="*/ 803063 w 2829983"/>
                <a:gd name="connsiteY362" fmla="*/ 869103 h 1943099"/>
                <a:gd name="connsiteX363" fmla="*/ 817033 w 2829983"/>
                <a:gd name="connsiteY363" fmla="*/ 859367 h 1943099"/>
                <a:gd name="connsiteX364" fmla="*/ 832273 w 2829983"/>
                <a:gd name="connsiteY364" fmla="*/ 867833 h 1943099"/>
                <a:gd name="connsiteX365" fmla="*/ 837777 w 2829983"/>
                <a:gd name="connsiteY365" fmla="*/ 853863 h 1943099"/>
                <a:gd name="connsiteX366" fmla="*/ 851746 w 2829983"/>
                <a:gd name="connsiteY366" fmla="*/ 852593 h 1943099"/>
                <a:gd name="connsiteX367" fmla="*/ 858520 w 2829983"/>
                <a:gd name="connsiteY367" fmla="*/ 866563 h 1943099"/>
                <a:gd name="connsiteX368" fmla="*/ 844550 w 2829983"/>
                <a:gd name="connsiteY368" fmla="*/ 870797 h 1943099"/>
                <a:gd name="connsiteX369" fmla="*/ 837353 w 2829983"/>
                <a:gd name="connsiteY369" fmla="*/ 870797 h 1943099"/>
                <a:gd name="connsiteX370" fmla="*/ 823383 w 2829983"/>
                <a:gd name="connsiteY370" fmla="*/ 869527 h 1943099"/>
                <a:gd name="connsiteX371" fmla="*/ 836083 w 2829983"/>
                <a:gd name="connsiteY371" fmla="*/ 873760 h 1943099"/>
                <a:gd name="connsiteX372" fmla="*/ 851323 w 2829983"/>
                <a:gd name="connsiteY372" fmla="*/ 872490 h 1943099"/>
                <a:gd name="connsiteX373" fmla="*/ 865293 w 2829983"/>
                <a:gd name="connsiteY373" fmla="*/ 868257 h 1943099"/>
                <a:gd name="connsiteX374" fmla="*/ 879263 w 2829983"/>
                <a:gd name="connsiteY374" fmla="*/ 866987 h 1943099"/>
                <a:gd name="connsiteX375" fmla="*/ 894503 w 2829983"/>
                <a:gd name="connsiteY375" fmla="*/ 858520 h 1943099"/>
                <a:gd name="connsiteX376" fmla="*/ 910167 w 2829983"/>
                <a:gd name="connsiteY376" fmla="*/ 850053 h 1943099"/>
                <a:gd name="connsiteX377" fmla="*/ 924136 w 2829983"/>
                <a:gd name="connsiteY377" fmla="*/ 839047 h 1943099"/>
                <a:gd name="connsiteX378" fmla="*/ 910167 w 2829983"/>
                <a:gd name="connsiteY378" fmla="*/ 845820 h 1943099"/>
                <a:gd name="connsiteX379" fmla="*/ 894503 w 2829983"/>
                <a:gd name="connsiteY379" fmla="*/ 854287 h 1943099"/>
                <a:gd name="connsiteX380" fmla="*/ 880533 w 2829983"/>
                <a:gd name="connsiteY380" fmla="*/ 859790 h 1943099"/>
                <a:gd name="connsiteX381" fmla="*/ 864870 w 2829983"/>
                <a:gd name="connsiteY381" fmla="*/ 859790 h 1943099"/>
                <a:gd name="connsiteX382" fmla="*/ 863600 w 2829983"/>
                <a:gd name="connsiteY382" fmla="*/ 855557 h 1943099"/>
                <a:gd name="connsiteX383" fmla="*/ 879263 w 2829983"/>
                <a:gd name="connsiteY383" fmla="*/ 854287 h 1943099"/>
                <a:gd name="connsiteX384" fmla="*/ 863600 w 2829983"/>
                <a:gd name="connsiteY384" fmla="*/ 848783 h 1943099"/>
                <a:gd name="connsiteX385" fmla="*/ 872067 w 2829983"/>
                <a:gd name="connsiteY385" fmla="*/ 834813 h 1943099"/>
                <a:gd name="connsiteX386" fmla="*/ 858096 w 2829983"/>
                <a:gd name="connsiteY386" fmla="*/ 834813 h 1943099"/>
                <a:gd name="connsiteX387" fmla="*/ 842857 w 2829983"/>
                <a:gd name="connsiteY387" fmla="*/ 847513 h 1943099"/>
                <a:gd name="connsiteX388" fmla="*/ 837353 w 2829983"/>
                <a:gd name="connsiteY388" fmla="*/ 833543 h 1943099"/>
                <a:gd name="connsiteX389" fmla="*/ 848360 w 2829983"/>
                <a:gd name="connsiteY389" fmla="*/ 818303 h 1943099"/>
                <a:gd name="connsiteX390" fmla="*/ 849630 w 2829983"/>
                <a:gd name="connsiteY390" fmla="*/ 804333 h 1943099"/>
                <a:gd name="connsiteX391" fmla="*/ 863600 w 2829983"/>
                <a:gd name="connsiteY391" fmla="*/ 804333 h 1943099"/>
                <a:gd name="connsiteX392" fmla="*/ 872067 w 2829983"/>
                <a:gd name="connsiteY392" fmla="*/ 819573 h 1943099"/>
                <a:gd name="connsiteX393" fmla="*/ 887307 w 2829983"/>
                <a:gd name="connsiteY393" fmla="*/ 820843 h 1943099"/>
                <a:gd name="connsiteX394" fmla="*/ 892810 w 2829983"/>
                <a:gd name="connsiteY394" fmla="*/ 817880 h 1943099"/>
                <a:gd name="connsiteX395" fmla="*/ 909743 w 2829983"/>
                <a:gd name="connsiteY395" fmla="*/ 813647 h 1943099"/>
                <a:gd name="connsiteX396" fmla="*/ 894080 w 2829983"/>
                <a:gd name="connsiteY396" fmla="*/ 813647 h 1943099"/>
                <a:gd name="connsiteX397" fmla="*/ 887307 w 2829983"/>
                <a:gd name="connsiteY397" fmla="*/ 799677 h 1943099"/>
                <a:gd name="connsiteX398" fmla="*/ 873336 w 2829983"/>
                <a:gd name="connsiteY398" fmla="*/ 803910 h 1943099"/>
                <a:gd name="connsiteX399" fmla="*/ 863177 w 2829983"/>
                <a:gd name="connsiteY399" fmla="*/ 788670 h 1943099"/>
                <a:gd name="connsiteX400" fmla="*/ 875877 w 2829983"/>
                <a:gd name="connsiteY400" fmla="*/ 774700 h 1943099"/>
                <a:gd name="connsiteX401" fmla="*/ 889846 w 2829983"/>
                <a:gd name="connsiteY401" fmla="*/ 780203 h 1943099"/>
                <a:gd name="connsiteX402" fmla="*/ 903817 w 2829983"/>
                <a:gd name="connsiteY402" fmla="*/ 787400 h 1943099"/>
                <a:gd name="connsiteX403" fmla="*/ 889846 w 2829983"/>
                <a:gd name="connsiteY403" fmla="*/ 776393 h 1943099"/>
                <a:gd name="connsiteX404" fmla="*/ 893657 w 2829983"/>
                <a:gd name="connsiteY404" fmla="*/ 762423 h 1943099"/>
                <a:gd name="connsiteX405" fmla="*/ 895350 w 2829983"/>
                <a:gd name="connsiteY405" fmla="*/ 747183 h 1943099"/>
                <a:gd name="connsiteX406" fmla="*/ 909320 w 2829983"/>
                <a:gd name="connsiteY406" fmla="*/ 740410 h 1943099"/>
                <a:gd name="connsiteX407" fmla="*/ 924560 w 2829983"/>
                <a:gd name="connsiteY407" fmla="*/ 743373 h 1943099"/>
                <a:gd name="connsiteX408" fmla="*/ 937260 w 2829983"/>
                <a:gd name="connsiteY408" fmla="*/ 747607 h 1943099"/>
                <a:gd name="connsiteX409" fmla="*/ 952500 w 2829983"/>
                <a:gd name="connsiteY409" fmla="*/ 758613 h 1943099"/>
                <a:gd name="connsiteX410" fmla="*/ 953770 w 2829983"/>
                <a:gd name="connsiteY410" fmla="*/ 759883 h 1943099"/>
                <a:gd name="connsiteX411" fmla="*/ 946573 w 2829983"/>
                <a:gd name="connsiteY411" fmla="*/ 745913 h 1943099"/>
                <a:gd name="connsiteX412" fmla="*/ 932603 w 2829983"/>
                <a:gd name="connsiteY412" fmla="*/ 742950 h 1943099"/>
                <a:gd name="connsiteX413" fmla="*/ 925830 w 2829983"/>
                <a:gd name="connsiteY413" fmla="*/ 726440 h 1943099"/>
                <a:gd name="connsiteX414" fmla="*/ 908896 w 2829983"/>
                <a:gd name="connsiteY414" fmla="*/ 727710 h 1943099"/>
                <a:gd name="connsiteX415" fmla="*/ 894927 w 2829983"/>
                <a:gd name="connsiteY415" fmla="*/ 728980 h 1943099"/>
                <a:gd name="connsiteX416" fmla="*/ 908896 w 2829983"/>
                <a:gd name="connsiteY416" fmla="*/ 726017 h 1943099"/>
                <a:gd name="connsiteX417" fmla="*/ 922867 w 2829983"/>
                <a:gd name="connsiteY417" fmla="*/ 713317 h 1943099"/>
                <a:gd name="connsiteX418" fmla="*/ 936836 w 2829983"/>
                <a:gd name="connsiteY418" fmla="*/ 712047 h 1943099"/>
                <a:gd name="connsiteX419" fmla="*/ 952077 w 2829983"/>
                <a:gd name="connsiteY419" fmla="*/ 707813 h 1943099"/>
                <a:gd name="connsiteX420" fmla="*/ 955040 w 2829983"/>
                <a:gd name="connsiteY420" fmla="*/ 707813 h 1943099"/>
                <a:gd name="connsiteX421" fmla="*/ 969010 w 2829983"/>
                <a:gd name="connsiteY421" fmla="*/ 700617 h 1943099"/>
                <a:gd name="connsiteX422" fmla="*/ 984250 w 2829983"/>
                <a:gd name="connsiteY422" fmla="*/ 700617 h 1943099"/>
                <a:gd name="connsiteX423" fmla="*/ 988483 w 2829983"/>
                <a:gd name="connsiteY423" fmla="*/ 714587 h 1943099"/>
                <a:gd name="connsiteX424" fmla="*/ 1003723 w 2829983"/>
                <a:gd name="connsiteY424" fmla="*/ 710353 h 1943099"/>
                <a:gd name="connsiteX425" fmla="*/ 1017693 w 2829983"/>
                <a:gd name="connsiteY425" fmla="*/ 711623 h 1943099"/>
                <a:gd name="connsiteX426" fmla="*/ 1006686 w 2829983"/>
                <a:gd name="connsiteY426" fmla="*/ 708660 h 1943099"/>
                <a:gd name="connsiteX427" fmla="*/ 1021927 w 2829983"/>
                <a:gd name="connsiteY427" fmla="*/ 701887 h 1943099"/>
                <a:gd name="connsiteX428" fmla="*/ 1035896 w 2829983"/>
                <a:gd name="connsiteY428" fmla="*/ 697653 h 1943099"/>
                <a:gd name="connsiteX429" fmla="*/ 1051136 w 2829983"/>
                <a:gd name="connsiteY429" fmla="*/ 690880 h 1943099"/>
                <a:gd name="connsiteX430" fmla="*/ 1056640 w 2829983"/>
                <a:gd name="connsiteY430" fmla="*/ 685377 h 1943099"/>
                <a:gd name="connsiteX431" fmla="*/ 1041400 w 2829983"/>
                <a:gd name="connsiteY431" fmla="*/ 689610 h 1943099"/>
                <a:gd name="connsiteX432" fmla="*/ 1026160 w 2829983"/>
                <a:gd name="connsiteY432" fmla="*/ 695113 h 1943099"/>
                <a:gd name="connsiteX433" fmla="*/ 1012190 w 2829983"/>
                <a:gd name="connsiteY433" fmla="*/ 696383 h 1943099"/>
                <a:gd name="connsiteX434" fmla="*/ 998220 w 2829983"/>
                <a:gd name="connsiteY434" fmla="*/ 697653 h 1943099"/>
                <a:gd name="connsiteX435" fmla="*/ 984250 w 2829983"/>
                <a:gd name="connsiteY435" fmla="*/ 696383 h 1943099"/>
                <a:gd name="connsiteX436" fmla="*/ 969010 w 2829983"/>
                <a:gd name="connsiteY436" fmla="*/ 697653 h 1943099"/>
                <a:gd name="connsiteX437" fmla="*/ 953770 w 2829983"/>
                <a:gd name="connsiteY437" fmla="*/ 703157 h 1943099"/>
                <a:gd name="connsiteX438" fmla="*/ 938530 w 2829983"/>
                <a:gd name="connsiteY438" fmla="*/ 707390 h 1943099"/>
                <a:gd name="connsiteX439" fmla="*/ 952500 w 2829983"/>
                <a:gd name="connsiteY439" fmla="*/ 693420 h 1943099"/>
                <a:gd name="connsiteX440" fmla="*/ 967740 w 2829983"/>
                <a:gd name="connsiteY440" fmla="*/ 690880 h 1943099"/>
                <a:gd name="connsiteX441" fmla="*/ 981710 w 2829983"/>
                <a:gd name="connsiteY441" fmla="*/ 689610 h 1943099"/>
                <a:gd name="connsiteX442" fmla="*/ 966470 w 2829983"/>
                <a:gd name="connsiteY442" fmla="*/ 688340 h 1943099"/>
                <a:gd name="connsiteX443" fmla="*/ 951230 w 2829983"/>
                <a:gd name="connsiteY443" fmla="*/ 689610 h 1943099"/>
                <a:gd name="connsiteX444" fmla="*/ 935990 w 2829983"/>
                <a:gd name="connsiteY444" fmla="*/ 686647 h 1943099"/>
                <a:gd name="connsiteX445" fmla="*/ 946996 w 2829983"/>
                <a:gd name="connsiteY445" fmla="*/ 672677 h 1943099"/>
                <a:gd name="connsiteX446" fmla="*/ 933027 w 2829983"/>
                <a:gd name="connsiteY446" fmla="*/ 659977 h 1943099"/>
                <a:gd name="connsiteX447" fmla="*/ 935990 w 2829983"/>
                <a:gd name="connsiteY447" fmla="*/ 655743 h 1943099"/>
                <a:gd name="connsiteX448" fmla="*/ 951230 w 2829983"/>
                <a:gd name="connsiteY448" fmla="*/ 657013 h 1943099"/>
                <a:gd name="connsiteX449" fmla="*/ 966470 w 2829983"/>
                <a:gd name="connsiteY449" fmla="*/ 666750 h 1943099"/>
                <a:gd name="connsiteX450" fmla="*/ 980440 w 2829983"/>
                <a:gd name="connsiteY450" fmla="*/ 654050 h 1943099"/>
                <a:gd name="connsiteX451" fmla="*/ 995680 w 2829983"/>
                <a:gd name="connsiteY451" fmla="*/ 655320 h 1943099"/>
                <a:gd name="connsiteX452" fmla="*/ 1010920 w 2829983"/>
                <a:gd name="connsiteY452" fmla="*/ 645583 h 1943099"/>
                <a:gd name="connsiteX453" fmla="*/ 991446 w 2829983"/>
                <a:gd name="connsiteY453" fmla="*/ 644313 h 1943099"/>
                <a:gd name="connsiteX454" fmla="*/ 977477 w 2829983"/>
                <a:gd name="connsiteY454" fmla="*/ 652780 h 1943099"/>
                <a:gd name="connsiteX455" fmla="*/ 963507 w 2829983"/>
                <a:gd name="connsiteY455" fmla="*/ 652780 h 1943099"/>
                <a:gd name="connsiteX456" fmla="*/ 949536 w 2829983"/>
                <a:gd name="connsiteY456" fmla="*/ 638810 h 1943099"/>
                <a:gd name="connsiteX457" fmla="*/ 964777 w 2829983"/>
                <a:gd name="connsiteY457" fmla="*/ 636270 h 1943099"/>
                <a:gd name="connsiteX458" fmla="*/ 980017 w 2829983"/>
                <a:gd name="connsiteY458" fmla="*/ 637540 h 1943099"/>
                <a:gd name="connsiteX459" fmla="*/ 971550 w 2829983"/>
                <a:gd name="connsiteY459" fmla="*/ 633307 h 1943099"/>
                <a:gd name="connsiteX460" fmla="*/ 957580 w 2829983"/>
                <a:gd name="connsiteY460" fmla="*/ 630767 h 1943099"/>
                <a:gd name="connsiteX461" fmla="*/ 971550 w 2829983"/>
                <a:gd name="connsiteY461" fmla="*/ 627803 h 1943099"/>
                <a:gd name="connsiteX462" fmla="*/ 986790 w 2829983"/>
                <a:gd name="connsiteY462" fmla="*/ 627803 h 1943099"/>
                <a:gd name="connsiteX463" fmla="*/ 1000760 w 2829983"/>
                <a:gd name="connsiteY463" fmla="*/ 632037 h 1943099"/>
                <a:gd name="connsiteX464" fmla="*/ 1016000 w 2829983"/>
                <a:gd name="connsiteY464" fmla="*/ 629073 h 1943099"/>
                <a:gd name="connsiteX465" fmla="*/ 1002030 w 2829983"/>
                <a:gd name="connsiteY465" fmla="*/ 629073 h 1943099"/>
                <a:gd name="connsiteX466" fmla="*/ 989330 w 2829983"/>
                <a:gd name="connsiteY466" fmla="*/ 624840 h 1943099"/>
                <a:gd name="connsiteX467" fmla="*/ 1003300 w 2829983"/>
                <a:gd name="connsiteY467" fmla="*/ 623570 h 1943099"/>
                <a:gd name="connsiteX468" fmla="*/ 989330 w 2829983"/>
                <a:gd name="connsiteY468" fmla="*/ 622300 h 1943099"/>
                <a:gd name="connsiteX469" fmla="*/ 1003300 w 2829983"/>
                <a:gd name="connsiteY469" fmla="*/ 615103 h 1943099"/>
                <a:gd name="connsiteX470" fmla="*/ 1017270 w 2829983"/>
                <a:gd name="connsiteY470" fmla="*/ 618067 h 1943099"/>
                <a:gd name="connsiteX471" fmla="*/ 1032510 w 2829983"/>
                <a:gd name="connsiteY471" fmla="*/ 618067 h 1943099"/>
                <a:gd name="connsiteX472" fmla="*/ 1016000 w 2829983"/>
                <a:gd name="connsiteY472" fmla="*/ 613833 h 1943099"/>
                <a:gd name="connsiteX473" fmla="*/ 1000760 w 2829983"/>
                <a:gd name="connsiteY473" fmla="*/ 605367 h 1943099"/>
                <a:gd name="connsiteX474" fmla="*/ 988060 w 2829983"/>
                <a:gd name="connsiteY474" fmla="*/ 601133 h 1943099"/>
                <a:gd name="connsiteX475" fmla="*/ 1002030 w 2829983"/>
                <a:gd name="connsiteY475" fmla="*/ 595630 h 1943099"/>
                <a:gd name="connsiteX476" fmla="*/ 1016000 w 2829983"/>
                <a:gd name="connsiteY476" fmla="*/ 594360 h 1943099"/>
                <a:gd name="connsiteX477" fmla="*/ 1029970 w 2829983"/>
                <a:gd name="connsiteY477" fmla="*/ 587163 h 1943099"/>
                <a:gd name="connsiteX478" fmla="*/ 1045210 w 2829983"/>
                <a:gd name="connsiteY478" fmla="*/ 590127 h 1943099"/>
                <a:gd name="connsiteX479" fmla="*/ 1059180 w 2829983"/>
                <a:gd name="connsiteY479" fmla="*/ 588857 h 1943099"/>
                <a:gd name="connsiteX480" fmla="*/ 1073150 w 2829983"/>
                <a:gd name="connsiteY480" fmla="*/ 579120 h 1943099"/>
                <a:gd name="connsiteX481" fmla="*/ 1087120 w 2829983"/>
                <a:gd name="connsiteY481" fmla="*/ 579120 h 1943099"/>
                <a:gd name="connsiteX482" fmla="*/ 1102360 w 2829983"/>
                <a:gd name="connsiteY482" fmla="*/ 584623 h 1943099"/>
                <a:gd name="connsiteX483" fmla="*/ 1087120 w 2829983"/>
                <a:gd name="connsiteY483" fmla="*/ 577850 h 1943099"/>
                <a:gd name="connsiteX484" fmla="*/ 1073150 w 2829983"/>
                <a:gd name="connsiteY484" fmla="*/ 576580 h 1943099"/>
                <a:gd name="connsiteX485" fmla="*/ 1071880 w 2829983"/>
                <a:gd name="connsiteY485" fmla="*/ 576580 h 1943099"/>
                <a:gd name="connsiteX486" fmla="*/ 1079923 w 2829983"/>
                <a:gd name="connsiteY486" fmla="*/ 562610 h 1943099"/>
                <a:gd name="connsiteX487" fmla="*/ 1093893 w 2829983"/>
                <a:gd name="connsiteY487" fmla="*/ 562610 h 1943099"/>
                <a:gd name="connsiteX488" fmla="*/ 1109133 w 2829983"/>
                <a:gd name="connsiteY488" fmla="*/ 558377 h 1943099"/>
                <a:gd name="connsiteX489" fmla="*/ 1123103 w 2829983"/>
                <a:gd name="connsiteY489" fmla="*/ 555413 h 1943099"/>
                <a:gd name="connsiteX490" fmla="*/ 1138767 w 2829983"/>
                <a:gd name="connsiteY490" fmla="*/ 555413 h 1943099"/>
                <a:gd name="connsiteX491" fmla="*/ 1141307 w 2829983"/>
                <a:gd name="connsiteY491" fmla="*/ 554143 h 1943099"/>
                <a:gd name="connsiteX492" fmla="*/ 1141307 w 2829983"/>
                <a:gd name="connsiteY492" fmla="*/ 557107 h 1943099"/>
                <a:gd name="connsiteX493" fmla="*/ 1141307 w 2829983"/>
                <a:gd name="connsiteY493" fmla="*/ 561340 h 1943099"/>
                <a:gd name="connsiteX494" fmla="*/ 1152736 w 2829983"/>
                <a:gd name="connsiteY494" fmla="*/ 555837 h 1943099"/>
                <a:gd name="connsiteX495" fmla="*/ 1167977 w 2829983"/>
                <a:gd name="connsiteY495" fmla="*/ 558800 h 1943099"/>
                <a:gd name="connsiteX496" fmla="*/ 1183217 w 2829983"/>
                <a:gd name="connsiteY496" fmla="*/ 561763 h 1943099"/>
                <a:gd name="connsiteX497" fmla="*/ 1197186 w 2829983"/>
                <a:gd name="connsiteY497" fmla="*/ 570230 h 1943099"/>
                <a:gd name="connsiteX498" fmla="*/ 1197186 w 2829983"/>
                <a:gd name="connsiteY498" fmla="*/ 556260 h 1943099"/>
                <a:gd name="connsiteX499" fmla="*/ 1198457 w 2829983"/>
                <a:gd name="connsiteY499" fmla="*/ 556260 h 1943099"/>
                <a:gd name="connsiteX500" fmla="*/ 1214967 w 2829983"/>
                <a:gd name="connsiteY500" fmla="*/ 557530 h 1943099"/>
                <a:gd name="connsiteX501" fmla="*/ 1199727 w 2829983"/>
                <a:gd name="connsiteY501" fmla="*/ 554567 h 1943099"/>
                <a:gd name="connsiteX502" fmla="*/ 1197186 w 2829983"/>
                <a:gd name="connsiteY502" fmla="*/ 554567 h 1943099"/>
                <a:gd name="connsiteX503" fmla="*/ 1186180 w 2829983"/>
                <a:gd name="connsiteY503" fmla="*/ 553297 h 1943099"/>
                <a:gd name="connsiteX504" fmla="*/ 1172210 w 2829983"/>
                <a:gd name="connsiteY504" fmla="*/ 552027 h 1943099"/>
                <a:gd name="connsiteX505" fmla="*/ 1156970 w 2829983"/>
                <a:gd name="connsiteY505" fmla="*/ 543560 h 1943099"/>
                <a:gd name="connsiteX506" fmla="*/ 1141307 w 2829983"/>
                <a:gd name="connsiteY506" fmla="*/ 547793 h 1943099"/>
                <a:gd name="connsiteX507" fmla="*/ 1131570 w 2829983"/>
                <a:gd name="connsiteY507" fmla="*/ 550757 h 1943099"/>
                <a:gd name="connsiteX508" fmla="*/ 1117600 w 2829983"/>
                <a:gd name="connsiteY508" fmla="*/ 554990 h 1943099"/>
                <a:gd name="connsiteX509" fmla="*/ 1110827 w 2829983"/>
                <a:gd name="connsiteY509" fmla="*/ 547793 h 1943099"/>
                <a:gd name="connsiteX510" fmla="*/ 1096857 w 2829983"/>
                <a:gd name="connsiteY510" fmla="*/ 549063 h 1943099"/>
                <a:gd name="connsiteX511" fmla="*/ 1081617 w 2829983"/>
                <a:gd name="connsiteY511" fmla="*/ 544830 h 1943099"/>
                <a:gd name="connsiteX512" fmla="*/ 1095586 w 2829983"/>
                <a:gd name="connsiteY512" fmla="*/ 539327 h 1943099"/>
                <a:gd name="connsiteX513" fmla="*/ 1111250 w 2829983"/>
                <a:gd name="connsiteY513" fmla="*/ 526627 h 1943099"/>
                <a:gd name="connsiteX514" fmla="*/ 1125220 w 2829983"/>
                <a:gd name="connsiteY514" fmla="*/ 533400 h 1943099"/>
                <a:gd name="connsiteX515" fmla="*/ 1140883 w 2829983"/>
                <a:gd name="connsiteY515" fmla="*/ 526627 h 1943099"/>
                <a:gd name="connsiteX516" fmla="*/ 1140883 w 2829983"/>
                <a:gd name="connsiteY516" fmla="*/ 523663 h 1943099"/>
                <a:gd name="connsiteX517" fmla="*/ 1126913 w 2829983"/>
                <a:gd name="connsiteY517" fmla="*/ 523663 h 1943099"/>
                <a:gd name="connsiteX518" fmla="*/ 1111673 w 2829983"/>
                <a:gd name="connsiteY518" fmla="*/ 519430 h 1943099"/>
                <a:gd name="connsiteX519" fmla="*/ 1125643 w 2829983"/>
                <a:gd name="connsiteY519" fmla="*/ 512657 h 1943099"/>
                <a:gd name="connsiteX520" fmla="*/ 1141307 w 2829983"/>
                <a:gd name="connsiteY520" fmla="*/ 507153 h 1943099"/>
                <a:gd name="connsiteX521" fmla="*/ 1143847 w 2829983"/>
                <a:gd name="connsiteY521" fmla="*/ 505883 h 1943099"/>
                <a:gd name="connsiteX522" fmla="*/ 1157817 w 2829983"/>
                <a:gd name="connsiteY522" fmla="*/ 511387 h 1943099"/>
                <a:gd name="connsiteX523" fmla="*/ 1141307 w 2829983"/>
                <a:gd name="connsiteY523" fmla="*/ 518583 h 1943099"/>
                <a:gd name="connsiteX524" fmla="*/ 1141307 w 2829983"/>
                <a:gd name="connsiteY524" fmla="*/ 519853 h 1943099"/>
                <a:gd name="connsiteX525" fmla="*/ 1156547 w 2829983"/>
                <a:gd name="connsiteY525" fmla="*/ 516890 h 1943099"/>
                <a:gd name="connsiteX526" fmla="*/ 1170517 w 2829983"/>
                <a:gd name="connsiteY526" fmla="*/ 516890 h 1943099"/>
                <a:gd name="connsiteX527" fmla="*/ 1185757 w 2829983"/>
                <a:gd name="connsiteY527" fmla="*/ 518160 h 1943099"/>
                <a:gd name="connsiteX528" fmla="*/ 1199727 w 2829983"/>
                <a:gd name="connsiteY528" fmla="*/ 526627 h 1943099"/>
                <a:gd name="connsiteX529" fmla="*/ 1214967 w 2829983"/>
                <a:gd name="connsiteY529" fmla="*/ 536363 h 1943099"/>
                <a:gd name="connsiteX530" fmla="*/ 1223433 w 2829983"/>
                <a:gd name="connsiteY530" fmla="*/ 533400 h 1943099"/>
                <a:gd name="connsiteX531" fmla="*/ 1209463 w 2829983"/>
                <a:gd name="connsiteY531" fmla="*/ 529167 h 1943099"/>
                <a:gd name="connsiteX532" fmla="*/ 1211157 w 2829983"/>
                <a:gd name="connsiteY532" fmla="*/ 515197 h 1943099"/>
                <a:gd name="connsiteX533" fmla="*/ 1226397 w 2829983"/>
                <a:gd name="connsiteY533" fmla="*/ 508423 h 1943099"/>
                <a:gd name="connsiteX534" fmla="*/ 1241636 w 2829983"/>
                <a:gd name="connsiteY534" fmla="*/ 507153 h 1943099"/>
                <a:gd name="connsiteX535" fmla="*/ 1226397 w 2829983"/>
                <a:gd name="connsiteY535" fmla="*/ 507153 h 1943099"/>
                <a:gd name="connsiteX536" fmla="*/ 1212427 w 2829983"/>
                <a:gd name="connsiteY536" fmla="*/ 511387 h 1943099"/>
                <a:gd name="connsiteX537" fmla="*/ 1197186 w 2829983"/>
                <a:gd name="connsiteY537" fmla="*/ 514350 h 1943099"/>
                <a:gd name="connsiteX538" fmla="*/ 1183217 w 2829983"/>
                <a:gd name="connsiteY538" fmla="*/ 513080 h 1943099"/>
                <a:gd name="connsiteX539" fmla="*/ 1169247 w 2829983"/>
                <a:gd name="connsiteY539" fmla="*/ 508847 h 1943099"/>
                <a:gd name="connsiteX540" fmla="*/ 1184486 w 2829983"/>
                <a:gd name="connsiteY540" fmla="*/ 503343 h 1943099"/>
                <a:gd name="connsiteX541" fmla="*/ 1169247 w 2829983"/>
                <a:gd name="connsiteY541" fmla="*/ 499110 h 1943099"/>
                <a:gd name="connsiteX542" fmla="*/ 1176020 w 2829983"/>
                <a:gd name="connsiteY542" fmla="*/ 485140 h 1943099"/>
                <a:gd name="connsiteX543" fmla="*/ 1191260 w 2829983"/>
                <a:gd name="connsiteY543" fmla="*/ 489373 h 1943099"/>
                <a:gd name="connsiteX544" fmla="*/ 1206500 w 2829983"/>
                <a:gd name="connsiteY544" fmla="*/ 489373 h 1943099"/>
                <a:gd name="connsiteX545" fmla="*/ 1191260 w 2829983"/>
                <a:gd name="connsiteY545" fmla="*/ 485140 h 1943099"/>
                <a:gd name="connsiteX546" fmla="*/ 1207770 w 2829983"/>
                <a:gd name="connsiteY546" fmla="*/ 480907 h 1943099"/>
                <a:gd name="connsiteX547" fmla="*/ 1221740 w 2829983"/>
                <a:gd name="connsiteY547" fmla="*/ 485140 h 1943099"/>
                <a:gd name="connsiteX548" fmla="*/ 1235710 w 2829983"/>
                <a:gd name="connsiteY548" fmla="*/ 492337 h 1943099"/>
                <a:gd name="connsiteX549" fmla="*/ 1220470 w 2829983"/>
                <a:gd name="connsiteY549" fmla="*/ 481330 h 1943099"/>
                <a:gd name="connsiteX550" fmla="*/ 1206500 w 2829983"/>
                <a:gd name="connsiteY550" fmla="*/ 478367 h 1943099"/>
                <a:gd name="connsiteX551" fmla="*/ 1192530 w 2829983"/>
                <a:gd name="connsiteY551" fmla="*/ 474133 h 1943099"/>
                <a:gd name="connsiteX552" fmla="*/ 1177290 w 2829983"/>
                <a:gd name="connsiteY552" fmla="*/ 477097 h 1943099"/>
                <a:gd name="connsiteX553" fmla="*/ 1163320 w 2829983"/>
                <a:gd name="connsiteY553" fmla="*/ 486833 h 1943099"/>
                <a:gd name="connsiteX554" fmla="*/ 1149350 w 2829983"/>
                <a:gd name="connsiteY554" fmla="*/ 492337 h 1943099"/>
                <a:gd name="connsiteX555" fmla="*/ 1139613 w 2829983"/>
                <a:gd name="connsiteY555" fmla="*/ 495300 h 1943099"/>
                <a:gd name="connsiteX556" fmla="*/ 1125643 w 2829983"/>
                <a:gd name="connsiteY556" fmla="*/ 496570 h 1943099"/>
                <a:gd name="connsiteX557" fmla="*/ 1139613 w 2829983"/>
                <a:gd name="connsiteY557" fmla="*/ 482600 h 1943099"/>
                <a:gd name="connsiteX558" fmla="*/ 1141307 w 2829983"/>
                <a:gd name="connsiteY558" fmla="*/ 482600 h 1943099"/>
                <a:gd name="connsiteX559" fmla="*/ 1155277 w 2829983"/>
                <a:gd name="connsiteY559" fmla="*/ 479637 h 1943099"/>
                <a:gd name="connsiteX560" fmla="*/ 1140036 w 2829983"/>
                <a:gd name="connsiteY560" fmla="*/ 476673 h 1943099"/>
                <a:gd name="connsiteX561" fmla="*/ 1124373 w 2829983"/>
                <a:gd name="connsiteY561" fmla="*/ 468207 h 1943099"/>
                <a:gd name="connsiteX562" fmla="*/ 1138343 w 2829983"/>
                <a:gd name="connsiteY562" fmla="*/ 466513 h 1943099"/>
                <a:gd name="connsiteX563" fmla="*/ 1154007 w 2829983"/>
                <a:gd name="connsiteY563" fmla="*/ 466513 h 1943099"/>
                <a:gd name="connsiteX564" fmla="*/ 1138343 w 2829983"/>
                <a:gd name="connsiteY564" fmla="*/ 465243 h 1943099"/>
                <a:gd name="connsiteX565" fmla="*/ 1138343 w 2829983"/>
                <a:gd name="connsiteY565" fmla="*/ 461010 h 1943099"/>
                <a:gd name="connsiteX566" fmla="*/ 1152313 w 2829983"/>
                <a:gd name="connsiteY566" fmla="*/ 459740 h 1943099"/>
                <a:gd name="connsiteX567" fmla="*/ 1167553 w 2829983"/>
                <a:gd name="connsiteY567" fmla="*/ 459740 h 1943099"/>
                <a:gd name="connsiteX568" fmla="*/ 1181523 w 2829983"/>
                <a:gd name="connsiteY568" fmla="*/ 459740 h 1943099"/>
                <a:gd name="connsiteX569" fmla="*/ 1195493 w 2829983"/>
                <a:gd name="connsiteY569" fmla="*/ 455507 h 1943099"/>
                <a:gd name="connsiteX570" fmla="*/ 1211157 w 2829983"/>
                <a:gd name="connsiteY570" fmla="*/ 454237 h 1943099"/>
                <a:gd name="connsiteX571" fmla="*/ 1225127 w 2829983"/>
                <a:gd name="connsiteY571" fmla="*/ 450003 h 1943099"/>
                <a:gd name="connsiteX572" fmla="*/ 1239097 w 2829983"/>
                <a:gd name="connsiteY572" fmla="*/ 458470 h 1943099"/>
                <a:gd name="connsiteX573" fmla="*/ 1247563 w 2829983"/>
                <a:gd name="connsiteY573" fmla="*/ 444500 h 1943099"/>
                <a:gd name="connsiteX574" fmla="*/ 1232323 w 2829983"/>
                <a:gd name="connsiteY574" fmla="*/ 438997 h 1943099"/>
                <a:gd name="connsiteX575" fmla="*/ 1218353 w 2829983"/>
                <a:gd name="connsiteY575" fmla="*/ 440267 h 1943099"/>
                <a:gd name="connsiteX576" fmla="*/ 1204383 w 2829983"/>
                <a:gd name="connsiteY576" fmla="*/ 436033 h 1943099"/>
                <a:gd name="connsiteX577" fmla="*/ 1190413 w 2829983"/>
                <a:gd name="connsiteY577" fmla="*/ 440267 h 1943099"/>
                <a:gd name="connsiteX578" fmla="*/ 1175173 w 2829983"/>
                <a:gd name="connsiteY578" fmla="*/ 440267 h 1943099"/>
                <a:gd name="connsiteX579" fmla="*/ 1187873 w 2829983"/>
                <a:gd name="connsiteY579" fmla="*/ 426297 h 1943099"/>
                <a:gd name="connsiteX580" fmla="*/ 1201843 w 2829983"/>
                <a:gd name="connsiteY580" fmla="*/ 426297 h 1943099"/>
                <a:gd name="connsiteX581" fmla="*/ 1217083 w 2829983"/>
                <a:gd name="connsiteY581" fmla="*/ 420793 h 1943099"/>
                <a:gd name="connsiteX582" fmla="*/ 1208617 w 2829983"/>
                <a:gd name="connsiteY582" fmla="*/ 436033 h 1943099"/>
                <a:gd name="connsiteX583" fmla="*/ 1221317 w 2829983"/>
                <a:gd name="connsiteY583" fmla="*/ 431800 h 1943099"/>
                <a:gd name="connsiteX584" fmla="*/ 1228090 w 2829983"/>
                <a:gd name="connsiteY584" fmla="*/ 430530 h 1943099"/>
                <a:gd name="connsiteX585" fmla="*/ 1232323 w 2829983"/>
                <a:gd name="connsiteY585" fmla="*/ 416560 h 1943099"/>
                <a:gd name="connsiteX586" fmla="*/ 1246293 w 2829983"/>
                <a:gd name="connsiteY586" fmla="*/ 408093 h 1943099"/>
                <a:gd name="connsiteX587" fmla="*/ 1261533 w 2829983"/>
                <a:gd name="connsiteY587" fmla="*/ 417830 h 1943099"/>
                <a:gd name="connsiteX588" fmla="*/ 1260263 w 2829983"/>
                <a:gd name="connsiteY588" fmla="*/ 433070 h 1943099"/>
                <a:gd name="connsiteX589" fmla="*/ 1271270 w 2829983"/>
                <a:gd name="connsiteY589" fmla="*/ 447040 h 1943099"/>
                <a:gd name="connsiteX590" fmla="*/ 1279736 w 2829983"/>
                <a:gd name="connsiteY590" fmla="*/ 461010 h 1943099"/>
                <a:gd name="connsiteX591" fmla="*/ 1294977 w 2829983"/>
                <a:gd name="connsiteY591" fmla="*/ 463550 h 1943099"/>
                <a:gd name="connsiteX592" fmla="*/ 1279736 w 2829983"/>
                <a:gd name="connsiteY592" fmla="*/ 456777 h 1943099"/>
                <a:gd name="connsiteX593" fmla="*/ 1272540 w 2829983"/>
                <a:gd name="connsiteY593" fmla="*/ 441537 h 1943099"/>
                <a:gd name="connsiteX594" fmla="*/ 1286510 w 2829983"/>
                <a:gd name="connsiteY594" fmla="*/ 450003 h 1943099"/>
                <a:gd name="connsiteX595" fmla="*/ 1301750 w 2829983"/>
                <a:gd name="connsiteY595" fmla="*/ 452967 h 1943099"/>
                <a:gd name="connsiteX596" fmla="*/ 1286510 w 2829983"/>
                <a:gd name="connsiteY596" fmla="*/ 441960 h 1943099"/>
                <a:gd name="connsiteX597" fmla="*/ 1301750 w 2829983"/>
                <a:gd name="connsiteY597" fmla="*/ 446193 h 1943099"/>
                <a:gd name="connsiteX598" fmla="*/ 1297517 w 2829983"/>
                <a:gd name="connsiteY598" fmla="*/ 432223 h 1943099"/>
                <a:gd name="connsiteX599" fmla="*/ 1312757 w 2829983"/>
                <a:gd name="connsiteY599" fmla="*/ 435187 h 1943099"/>
                <a:gd name="connsiteX600" fmla="*/ 1327997 w 2829983"/>
                <a:gd name="connsiteY600" fmla="*/ 433917 h 1943099"/>
                <a:gd name="connsiteX601" fmla="*/ 1312757 w 2829983"/>
                <a:gd name="connsiteY601" fmla="*/ 432647 h 1943099"/>
                <a:gd name="connsiteX602" fmla="*/ 1295823 w 2829983"/>
                <a:gd name="connsiteY602" fmla="*/ 429683 h 1943099"/>
                <a:gd name="connsiteX603" fmla="*/ 1280583 w 2829983"/>
                <a:gd name="connsiteY603" fmla="*/ 425450 h 1943099"/>
                <a:gd name="connsiteX604" fmla="*/ 1295823 w 2829983"/>
                <a:gd name="connsiteY604" fmla="*/ 418677 h 1943099"/>
                <a:gd name="connsiteX605" fmla="*/ 1303020 w 2829983"/>
                <a:gd name="connsiteY605" fmla="*/ 417407 h 1943099"/>
                <a:gd name="connsiteX606" fmla="*/ 1289050 w 2829983"/>
                <a:gd name="connsiteY606" fmla="*/ 414443 h 1943099"/>
                <a:gd name="connsiteX607" fmla="*/ 1270847 w 2829983"/>
                <a:gd name="connsiteY607" fmla="*/ 413173 h 1943099"/>
                <a:gd name="connsiteX608" fmla="*/ 1286086 w 2829983"/>
                <a:gd name="connsiteY608" fmla="*/ 408940 h 1943099"/>
                <a:gd name="connsiteX609" fmla="*/ 1270847 w 2829983"/>
                <a:gd name="connsiteY609" fmla="*/ 399203 h 1943099"/>
                <a:gd name="connsiteX610" fmla="*/ 1286086 w 2829983"/>
                <a:gd name="connsiteY610" fmla="*/ 403437 h 1943099"/>
                <a:gd name="connsiteX611" fmla="*/ 1300057 w 2829983"/>
                <a:gd name="connsiteY611" fmla="*/ 406400 h 1943099"/>
                <a:gd name="connsiteX612" fmla="*/ 1304290 w 2829983"/>
                <a:gd name="connsiteY612" fmla="*/ 407670 h 1943099"/>
                <a:gd name="connsiteX613" fmla="*/ 1319530 w 2829983"/>
                <a:gd name="connsiteY613" fmla="*/ 418677 h 1943099"/>
                <a:gd name="connsiteX614" fmla="*/ 1333500 w 2829983"/>
                <a:gd name="connsiteY614" fmla="*/ 422910 h 1943099"/>
                <a:gd name="connsiteX615" fmla="*/ 1319530 w 2829983"/>
                <a:gd name="connsiteY615" fmla="*/ 417407 h 1943099"/>
                <a:gd name="connsiteX616" fmla="*/ 1305560 w 2829983"/>
                <a:gd name="connsiteY616" fmla="*/ 404707 h 1943099"/>
                <a:gd name="connsiteX617" fmla="*/ 1295823 w 2829983"/>
                <a:gd name="connsiteY617" fmla="*/ 401743 h 1943099"/>
                <a:gd name="connsiteX618" fmla="*/ 1281853 w 2829983"/>
                <a:gd name="connsiteY618" fmla="*/ 392007 h 1943099"/>
                <a:gd name="connsiteX619" fmla="*/ 1295823 w 2829983"/>
                <a:gd name="connsiteY619" fmla="*/ 390737 h 1943099"/>
                <a:gd name="connsiteX620" fmla="*/ 1309793 w 2829983"/>
                <a:gd name="connsiteY620" fmla="*/ 388197 h 1943099"/>
                <a:gd name="connsiteX621" fmla="*/ 1323763 w 2829983"/>
                <a:gd name="connsiteY621" fmla="*/ 386927 h 1943099"/>
                <a:gd name="connsiteX622" fmla="*/ 1339003 w 2829983"/>
                <a:gd name="connsiteY622" fmla="*/ 389890 h 1943099"/>
                <a:gd name="connsiteX623" fmla="*/ 1352973 w 2829983"/>
                <a:gd name="connsiteY623" fmla="*/ 395393 h 1943099"/>
                <a:gd name="connsiteX624" fmla="*/ 1366943 w 2829983"/>
                <a:gd name="connsiteY624" fmla="*/ 392430 h 1943099"/>
                <a:gd name="connsiteX625" fmla="*/ 1382183 w 2829983"/>
                <a:gd name="connsiteY625" fmla="*/ 396663 h 1943099"/>
                <a:gd name="connsiteX626" fmla="*/ 1383877 w 2829983"/>
                <a:gd name="connsiteY626" fmla="*/ 405130 h 1943099"/>
                <a:gd name="connsiteX627" fmla="*/ 1399117 w 2829983"/>
                <a:gd name="connsiteY627" fmla="*/ 408093 h 1943099"/>
                <a:gd name="connsiteX628" fmla="*/ 1385147 w 2829983"/>
                <a:gd name="connsiteY628" fmla="*/ 400897 h 1943099"/>
                <a:gd name="connsiteX629" fmla="*/ 1385147 w 2829983"/>
                <a:gd name="connsiteY629" fmla="*/ 396663 h 1943099"/>
                <a:gd name="connsiteX630" fmla="*/ 1400386 w 2829983"/>
                <a:gd name="connsiteY630" fmla="*/ 389890 h 1943099"/>
                <a:gd name="connsiteX631" fmla="*/ 1403350 w 2829983"/>
                <a:gd name="connsiteY631" fmla="*/ 391160 h 1943099"/>
                <a:gd name="connsiteX632" fmla="*/ 1418590 w 2829983"/>
                <a:gd name="connsiteY632" fmla="*/ 395393 h 1943099"/>
                <a:gd name="connsiteX633" fmla="*/ 1404620 w 2829983"/>
                <a:gd name="connsiteY633" fmla="*/ 389890 h 1943099"/>
                <a:gd name="connsiteX634" fmla="*/ 1418590 w 2829983"/>
                <a:gd name="connsiteY634" fmla="*/ 384387 h 1943099"/>
                <a:gd name="connsiteX635" fmla="*/ 1432560 w 2829983"/>
                <a:gd name="connsiteY635" fmla="*/ 385657 h 1943099"/>
                <a:gd name="connsiteX636" fmla="*/ 1447800 w 2829983"/>
                <a:gd name="connsiteY636" fmla="*/ 388620 h 1943099"/>
                <a:gd name="connsiteX637" fmla="*/ 1433830 w 2829983"/>
                <a:gd name="connsiteY637" fmla="*/ 384387 h 1943099"/>
                <a:gd name="connsiteX638" fmla="*/ 1432560 w 2829983"/>
                <a:gd name="connsiteY638" fmla="*/ 384387 h 1943099"/>
                <a:gd name="connsiteX639" fmla="*/ 1417320 w 2829983"/>
                <a:gd name="connsiteY639" fmla="*/ 380153 h 1943099"/>
                <a:gd name="connsiteX640" fmla="*/ 1402080 w 2829983"/>
                <a:gd name="connsiteY640" fmla="*/ 372957 h 1943099"/>
                <a:gd name="connsiteX641" fmla="*/ 1388110 w 2829983"/>
                <a:gd name="connsiteY641" fmla="*/ 378460 h 1943099"/>
                <a:gd name="connsiteX642" fmla="*/ 1372870 w 2829983"/>
                <a:gd name="connsiteY642" fmla="*/ 382693 h 1943099"/>
                <a:gd name="connsiteX643" fmla="*/ 1357630 w 2829983"/>
                <a:gd name="connsiteY643" fmla="*/ 382693 h 1943099"/>
                <a:gd name="connsiteX644" fmla="*/ 1342390 w 2829983"/>
                <a:gd name="connsiteY644" fmla="*/ 379730 h 1943099"/>
                <a:gd name="connsiteX645" fmla="*/ 1327150 w 2829983"/>
                <a:gd name="connsiteY645" fmla="*/ 381000 h 1943099"/>
                <a:gd name="connsiteX646" fmla="*/ 1313180 w 2829983"/>
                <a:gd name="connsiteY646" fmla="*/ 382270 h 1943099"/>
                <a:gd name="connsiteX647" fmla="*/ 1299210 w 2829983"/>
                <a:gd name="connsiteY647" fmla="*/ 375497 h 1943099"/>
                <a:gd name="connsiteX648" fmla="*/ 1308947 w 2829983"/>
                <a:gd name="connsiteY648" fmla="*/ 368300 h 1943099"/>
                <a:gd name="connsiteX649" fmla="*/ 1313180 w 2829983"/>
                <a:gd name="connsiteY649" fmla="*/ 371263 h 1943099"/>
                <a:gd name="connsiteX650" fmla="*/ 1311910 w 2829983"/>
                <a:gd name="connsiteY650" fmla="*/ 356023 h 1943099"/>
                <a:gd name="connsiteX651" fmla="*/ 1325880 w 2829983"/>
                <a:gd name="connsiteY651" fmla="*/ 350520 h 1943099"/>
                <a:gd name="connsiteX652" fmla="*/ 1339850 w 2829983"/>
                <a:gd name="connsiteY652" fmla="*/ 349250 h 1943099"/>
                <a:gd name="connsiteX653" fmla="*/ 1355090 w 2829983"/>
                <a:gd name="connsiteY653" fmla="*/ 345017 h 1943099"/>
                <a:gd name="connsiteX654" fmla="*/ 1370330 w 2829983"/>
                <a:gd name="connsiteY654" fmla="*/ 345017 h 1943099"/>
                <a:gd name="connsiteX655" fmla="*/ 1385570 w 2829983"/>
                <a:gd name="connsiteY655" fmla="*/ 342053 h 1943099"/>
                <a:gd name="connsiteX656" fmla="*/ 1400810 w 2829983"/>
                <a:gd name="connsiteY656" fmla="*/ 346287 h 1943099"/>
                <a:gd name="connsiteX657" fmla="*/ 1417743 w 2829983"/>
                <a:gd name="connsiteY657" fmla="*/ 349250 h 1943099"/>
                <a:gd name="connsiteX658" fmla="*/ 1402503 w 2829983"/>
                <a:gd name="connsiteY658" fmla="*/ 342053 h 1943099"/>
                <a:gd name="connsiteX659" fmla="*/ 1401233 w 2829983"/>
                <a:gd name="connsiteY659" fmla="*/ 342053 h 1943099"/>
                <a:gd name="connsiteX660" fmla="*/ 1387263 w 2829983"/>
                <a:gd name="connsiteY660" fmla="*/ 336550 h 1943099"/>
                <a:gd name="connsiteX661" fmla="*/ 1399540 w 2829983"/>
                <a:gd name="connsiteY661" fmla="*/ 331047 h 1943099"/>
                <a:gd name="connsiteX662" fmla="*/ 1414780 w 2829983"/>
                <a:gd name="connsiteY662" fmla="*/ 334010 h 1943099"/>
                <a:gd name="connsiteX663" fmla="*/ 1430020 w 2829983"/>
                <a:gd name="connsiteY663" fmla="*/ 336973 h 1943099"/>
                <a:gd name="connsiteX664" fmla="*/ 1414780 w 2829983"/>
                <a:gd name="connsiteY664" fmla="*/ 331470 h 1943099"/>
                <a:gd name="connsiteX665" fmla="*/ 1428750 w 2829983"/>
                <a:gd name="connsiteY665" fmla="*/ 320463 h 1943099"/>
                <a:gd name="connsiteX666" fmla="*/ 1413510 w 2829983"/>
                <a:gd name="connsiteY666" fmla="*/ 317500 h 1943099"/>
                <a:gd name="connsiteX667" fmla="*/ 1408007 w 2829983"/>
                <a:gd name="connsiteY667" fmla="*/ 303530 h 1943099"/>
                <a:gd name="connsiteX668" fmla="*/ 1421977 w 2829983"/>
                <a:gd name="connsiteY668" fmla="*/ 293793 h 1943099"/>
                <a:gd name="connsiteX669" fmla="*/ 1437640 w 2829983"/>
                <a:gd name="connsiteY669" fmla="*/ 287020 h 1943099"/>
                <a:gd name="connsiteX670" fmla="*/ 1452880 w 2829983"/>
                <a:gd name="connsiteY670" fmla="*/ 284057 h 1943099"/>
                <a:gd name="connsiteX671" fmla="*/ 1466850 w 2829983"/>
                <a:gd name="connsiteY671" fmla="*/ 285327 h 1943099"/>
                <a:gd name="connsiteX672" fmla="*/ 1455843 w 2829983"/>
                <a:gd name="connsiteY672" fmla="*/ 270087 h 1943099"/>
                <a:gd name="connsiteX673" fmla="*/ 1465580 w 2829983"/>
                <a:gd name="connsiteY673" fmla="*/ 256117 h 1943099"/>
                <a:gd name="connsiteX674" fmla="*/ 1469813 w 2829983"/>
                <a:gd name="connsiteY674" fmla="*/ 240877 h 1943099"/>
                <a:gd name="connsiteX675" fmla="*/ 1485053 w 2829983"/>
                <a:gd name="connsiteY675" fmla="*/ 238337 h 1943099"/>
                <a:gd name="connsiteX676" fmla="*/ 1499023 w 2829983"/>
                <a:gd name="connsiteY676" fmla="*/ 249343 h 1943099"/>
                <a:gd name="connsiteX677" fmla="*/ 1508760 w 2829983"/>
                <a:gd name="connsiteY677" fmla="*/ 263313 h 1943099"/>
                <a:gd name="connsiteX678" fmla="*/ 1508760 w 2829983"/>
                <a:gd name="connsiteY678" fmla="*/ 274320 h 1943099"/>
                <a:gd name="connsiteX679" fmla="*/ 1512993 w 2829983"/>
                <a:gd name="connsiteY679" fmla="*/ 268817 h 1943099"/>
                <a:gd name="connsiteX680" fmla="*/ 1515957 w 2829983"/>
                <a:gd name="connsiteY680" fmla="*/ 254847 h 1943099"/>
                <a:gd name="connsiteX681" fmla="*/ 1531197 w 2829983"/>
                <a:gd name="connsiteY681" fmla="*/ 260350 h 1943099"/>
                <a:gd name="connsiteX682" fmla="*/ 1546436 w 2829983"/>
                <a:gd name="connsiteY682" fmla="*/ 259080 h 1943099"/>
                <a:gd name="connsiteX683" fmla="*/ 1561677 w 2829983"/>
                <a:gd name="connsiteY683" fmla="*/ 263313 h 1943099"/>
                <a:gd name="connsiteX684" fmla="*/ 1547707 w 2829983"/>
                <a:gd name="connsiteY684" fmla="*/ 257810 h 1943099"/>
                <a:gd name="connsiteX685" fmla="*/ 1533736 w 2829983"/>
                <a:gd name="connsiteY685" fmla="*/ 254847 h 1943099"/>
                <a:gd name="connsiteX686" fmla="*/ 1516803 w 2829983"/>
                <a:gd name="connsiteY686" fmla="*/ 246380 h 1943099"/>
                <a:gd name="connsiteX687" fmla="*/ 1505373 w 2829983"/>
                <a:gd name="connsiteY687" fmla="*/ 232410 h 1943099"/>
                <a:gd name="connsiteX688" fmla="*/ 1519343 w 2829983"/>
                <a:gd name="connsiteY688" fmla="*/ 229447 h 1943099"/>
                <a:gd name="connsiteX689" fmla="*/ 1534583 w 2829983"/>
                <a:gd name="connsiteY689" fmla="*/ 228177 h 1943099"/>
                <a:gd name="connsiteX690" fmla="*/ 1549823 w 2829983"/>
                <a:gd name="connsiteY690" fmla="*/ 237913 h 1943099"/>
                <a:gd name="connsiteX691" fmla="*/ 1565063 w 2829983"/>
                <a:gd name="connsiteY691" fmla="*/ 251883 h 1943099"/>
                <a:gd name="connsiteX692" fmla="*/ 1583267 w 2829983"/>
                <a:gd name="connsiteY692" fmla="*/ 256117 h 1943099"/>
                <a:gd name="connsiteX693" fmla="*/ 1600200 w 2829983"/>
                <a:gd name="connsiteY693" fmla="*/ 256117 h 1943099"/>
                <a:gd name="connsiteX694" fmla="*/ 1595967 w 2829983"/>
                <a:gd name="connsiteY694" fmla="*/ 271357 h 1943099"/>
                <a:gd name="connsiteX695" fmla="*/ 1609936 w 2829983"/>
                <a:gd name="connsiteY695" fmla="*/ 265853 h 1943099"/>
                <a:gd name="connsiteX696" fmla="*/ 1604433 w 2829983"/>
                <a:gd name="connsiteY696" fmla="*/ 250613 h 1943099"/>
                <a:gd name="connsiteX697" fmla="*/ 1589193 w 2829983"/>
                <a:gd name="connsiteY697" fmla="*/ 250613 h 1943099"/>
                <a:gd name="connsiteX698" fmla="*/ 1573953 w 2829983"/>
                <a:gd name="connsiteY698" fmla="*/ 251883 h 1943099"/>
                <a:gd name="connsiteX699" fmla="*/ 1558713 w 2829983"/>
                <a:gd name="connsiteY699" fmla="*/ 236643 h 1943099"/>
                <a:gd name="connsiteX700" fmla="*/ 1573953 w 2829983"/>
                <a:gd name="connsiteY700" fmla="*/ 226907 h 1943099"/>
                <a:gd name="connsiteX701" fmla="*/ 1587923 w 2829983"/>
                <a:gd name="connsiteY701" fmla="*/ 229870 h 1943099"/>
                <a:gd name="connsiteX702" fmla="*/ 1573953 w 2829983"/>
                <a:gd name="connsiteY702" fmla="*/ 225637 h 1943099"/>
                <a:gd name="connsiteX703" fmla="*/ 1557020 w 2829983"/>
                <a:gd name="connsiteY703" fmla="*/ 228600 h 1943099"/>
                <a:gd name="connsiteX704" fmla="*/ 1558290 w 2829983"/>
                <a:gd name="connsiteY704" fmla="*/ 213360 h 1943099"/>
                <a:gd name="connsiteX705" fmla="*/ 1560830 w 2829983"/>
                <a:gd name="connsiteY705" fmla="*/ 212090 h 1943099"/>
                <a:gd name="connsiteX706" fmla="*/ 1573530 w 2829983"/>
                <a:gd name="connsiteY706" fmla="*/ 199390 h 1943099"/>
                <a:gd name="connsiteX707" fmla="*/ 1588770 w 2829983"/>
                <a:gd name="connsiteY707" fmla="*/ 195157 h 1943099"/>
                <a:gd name="connsiteX708" fmla="*/ 1602740 w 2829983"/>
                <a:gd name="connsiteY708" fmla="*/ 195157 h 1943099"/>
                <a:gd name="connsiteX709" fmla="*/ 1617980 w 2829983"/>
                <a:gd name="connsiteY709" fmla="*/ 192193 h 1943099"/>
                <a:gd name="connsiteX710" fmla="*/ 1631950 w 2829983"/>
                <a:gd name="connsiteY710" fmla="*/ 189230 h 1943099"/>
                <a:gd name="connsiteX711" fmla="*/ 1631950 w 2829983"/>
                <a:gd name="connsiteY711" fmla="*/ 203200 h 1943099"/>
                <a:gd name="connsiteX712" fmla="*/ 1637453 w 2829983"/>
                <a:gd name="connsiteY712" fmla="*/ 217170 h 1943099"/>
                <a:gd name="connsiteX713" fmla="*/ 1630257 w 2829983"/>
                <a:gd name="connsiteY713" fmla="*/ 232410 h 1943099"/>
                <a:gd name="connsiteX714" fmla="*/ 1623060 w 2829983"/>
                <a:gd name="connsiteY714" fmla="*/ 246380 h 1943099"/>
                <a:gd name="connsiteX715" fmla="*/ 1638723 w 2829983"/>
                <a:gd name="connsiteY715" fmla="*/ 232410 h 1943099"/>
                <a:gd name="connsiteX716" fmla="*/ 1645497 w 2829983"/>
                <a:gd name="connsiteY716" fmla="*/ 218440 h 1943099"/>
                <a:gd name="connsiteX717" fmla="*/ 1662430 w 2829983"/>
                <a:gd name="connsiteY717" fmla="*/ 221403 h 1943099"/>
                <a:gd name="connsiteX718" fmla="*/ 1664123 w 2829983"/>
                <a:gd name="connsiteY718" fmla="*/ 221403 h 1943099"/>
                <a:gd name="connsiteX719" fmla="*/ 1662430 w 2829983"/>
                <a:gd name="connsiteY719" fmla="*/ 219710 h 1943099"/>
                <a:gd name="connsiteX720" fmla="*/ 1647190 w 2829983"/>
                <a:gd name="connsiteY720" fmla="*/ 215477 h 1943099"/>
                <a:gd name="connsiteX721" fmla="*/ 1648460 w 2829983"/>
                <a:gd name="connsiteY721" fmla="*/ 200237 h 1943099"/>
                <a:gd name="connsiteX722" fmla="*/ 1659467 w 2829983"/>
                <a:gd name="connsiteY722" fmla="*/ 186267 h 1943099"/>
                <a:gd name="connsiteX723" fmla="*/ 1662430 w 2829983"/>
                <a:gd name="connsiteY723" fmla="*/ 196003 h 1943099"/>
                <a:gd name="connsiteX724" fmla="*/ 1672167 w 2829983"/>
                <a:gd name="connsiteY724" fmla="*/ 182033 h 1943099"/>
                <a:gd name="connsiteX725" fmla="*/ 1686136 w 2829983"/>
                <a:gd name="connsiteY725" fmla="*/ 182033 h 1943099"/>
                <a:gd name="connsiteX726" fmla="*/ 1691640 w 2829983"/>
                <a:gd name="connsiteY726" fmla="*/ 166793 h 1943099"/>
                <a:gd name="connsiteX727" fmla="*/ 1705610 w 2829983"/>
                <a:gd name="connsiteY727" fmla="*/ 177800 h 1943099"/>
                <a:gd name="connsiteX728" fmla="*/ 1699683 w 2829983"/>
                <a:gd name="connsiteY728" fmla="*/ 194733 h 1943099"/>
                <a:gd name="connsiteX729" fmla="*/ 1694180 w 2829983"/>
                <a:gd name="connsiteY729" fmla="*/ 208703 h 1943099"/>
                <a:gd name="connsiteX730" fmla="*/ 1694180 w 2829983"/>
                <a:gd name="connsiteY730" fmla="*/ 222673 h 1943099"/>
                <a:gd name="connsiteX731" fmla="*/ 1695450 w 2829983"/>
                <a:gd name="connsiteY731" fmla="*/ 237913 h 1943099"/>
                <a:gd name="connsiteX732" fmla="*/ 1681480 w 2829983"/>
                <a:gd name="connsiteY732" fmla="*/ 248920 h 1943099"/>
                <a:gd name="connsiteX733" fmla="*/ 1664547 w 2829983"/>
                <a:gd name="connsiteY733" fmla="*/ 261197 h 1943099"/>
                <a:gd name="connsiteX734" fmla="*/ 1663277 w 2829983"/>
                <a:gd name="connsiteY734" fmla="*/ 264160 h 1943099"/>
                <a:gd name="connsiteX735" fmla="*/ 1665817 w 2829983"/>
                <a:gd name="connsiteY735" fmla="*/ 264160 h 1943099"/>
                <a:gd name="connsiteX736" fmla="*/ 1681057 w 2829983"/>
                <a:gd name="connsiteY736" fmla="*/ 253153 h 1943099"/>
                <a:gd name="connsiteX737" fmla="*/ 1696720 w 2829983"/>
                <a:gd name="connsiteY737" fmla="*/ 248920 h 1943099"/>
                <a:gd name="connsiteX738" fmla="*/ 1705186 w 2829983"/>
                <a:gd name="connsiteY738" fmla="*/ 234950 h 1943099"/>
                <a:gd name="connsiteX739" fmla="*/ 1710690 w 2829983"/>
                <a:gd name="connsiteY739" fmla="*/ 220980 h 1943099"/>
                <a:gd name="connsiteX740" fmla="*/ 1725930 w 2829983"/>
                <a:gd name="connsiteY740" fmla="*/ 225213 h 1943099"/>
                <a:gd name="connsiteX741" fmla="*/ 1741593 w 2829983"/>
                <a:gd name="connsiteY741" fmla="*/ 232410 h 1943099"/>
                <a:gd name="connsiteX742" fmla="*/ 1756833 w 2829983"/>
                <a:gd name="connsiteY742" fmla="*/ 235373 h 1943099"/>
                <a:gd name="connsiteX743" fmla="*/ 1740323 w 2829983"/>
                <a:gd name="connsiteY743" fmla="*/ 228600 h 1943099"/>
                <a:gd name="connsiteX744" fmla="*/ 1726353 w 2829983"/>
                <a:gd name="connsiteY744" fmla="*/ 220133 h 1943099"/>
                <a:gd name="connsiteX745" fmla="*/ 1722120 w 2829983"/>
                <a:gd name="connsiteY745" fmla="*/ 204893 h 1943099"/>
                <a:gd name="connsiteX746" fmla="*/ 1737360 w 2829983"/>
                <a:gd name="connsiteY746" fmla="*/ 193887 h 1943099"/>
                <a:gd name="connsiteX747" fmla="*/ 1751330 w 2829983"/>
                <a:gd name="connsiteY747" fmla="*/ 178647 h 1943099"/>
                <a:gd name="connsiteX748" fmla="*/ 1769533 w 2829983"/>
                <a:gd name="connsiteY748" fmla="*/ 171873 h 1943099"/>
                <a:gd name="connsiteX749" fmla="*/ 1755563 w 2829983"/>
                <a:gd name="connsiteY749" fmla="*/ 184573 h 1943099"/>
                <a:gd name="connsiteX750" fmla="*/ 1770803 w 2829983"/>
                <a:gd name="connsiteY750" fmla="*/ 195580 h 1943099"/>
                <a:gd name="connsiteX751" fmla="*/ 1772497 w 2829983"/>
                <a:gd name="connsiteY751" fmla="*/ 195580 h 1943099"/>
                <a:gd name="connsiteX752" fmla="*/ 1779270 w 2829983"/>
                <a:gd name="connsiteY752" fmla="*/ 181610 h 1943099"/>
                <a:gd name="connsiteX753" fmla="*/ 1794510 w 2829983"/>
                <a:gd name="connsiteY753" fmla="*/ 187113 h 1943099"/>
                <a:gd name="connsiteX754" fmla="*/ 1789007 w 2829983"/>
                <a:gd name="connsiteY754" fmla="*/ 173143 h 1943099"/>
                <a:gd name="connsiteX755" fmla="*/ 1791547 w 2829983"/>
                <a:gd name="connsiteY755" fmla="*/ 164677 h 1943099"/>
                <a:gd name="connsiteX756" fmla="*/ 1809750 w 2829983"/>
                <a:gd name="connsiteY756" fmla="*/ 160443 h 1943099"/>
                <a:gd name="connsiteX757" fmla="*/ 1819486 w 2829983"/>
                <a:gd name="connsiteY757" fmla="*/ 164677 h 1943099"/>
                <a:gd name="connsiteX758" fmla="*/ 1834727 w 2829983"/>
                <a:gd name="connsiteY758" fmla="*/ 177377 h 1943099"/>
                <a:gd name="connsiteX759" fmla="*/ 1849967 w 2829983"/>
                <a:gd name="connsiteY759" fmla="*/ 180340 h 1943099"/>
                <a:gd name="connsiteX760" fmla="*/ 1860973 w 2829983"/>
                <a:gd name="connsiteY760" fmla="*/ 187113 h 1943099"/>
                <a:gd name="connsiteX761" fmla="*/ 1874943 w 2829983"/>
                <a:gd name="connsiteY761" fmla="*/ 196850 h 1943099"/>
                <a:gd name="connsiteX762" fmla="*/ 1890183 w 2829983"/>
                <a:gd name="connsiteY762" fmla="*/ 201083 h 1943099"/>
                <a:gd name="connsiteX763" fmla="*/ 1876213 w 2829983"/>
                <a:gd name="connsiteY763" fmla="*/ 190077 h 1943099"/>
                <a:gd name="connsiteX764" fmla="*/ 1863513 w 2829983"/>
                <a:gd name="connsiteY764" fmla="*/ 187113 h 1943099"/>
                <a:gd name="connsiteX765" fmla="*/ 1877483 w 2829983"/>
                <a:gd name="connsiteY765" fmla="*/ 185843 h 1943099"/>
                <a:gd name="connsiteX766" fmla="*/ 1863513 w 2829983"/>
                <a:gd name="connsiteY766" fmla="*/ 180340 h 1943099"/>
                <a:gd name="connsiteX767" fmla="*/ 1864783 w 2829983"/>
                <a:gd name="connsiteY767" fmla="*/ 166370 h 1943099"/>
                <a:gd name="connsiteX768" fmla="*/ 1880023 w 2829983"/>
                <a:gd name="connsiteY768" fmla="*/ 173567 h 1943099"/>
                <a:gd name="connsiteX769" fmla="*/ 1877483 w 2829983"/>
                <a:gd name="connsiteY769" fmla="*/ 165100 h 1943099"/>
                <a:gd name="connsiteX770" fmla="*/ 1869017 w 2829983"/>
                <a:gd name="connsiteY770" fmla="*/ 162137 h 1943099"/>
                <a:gd name="connsiteX771" fmla="*/ 1855047 w 2829983"/>
                <a:gd name="connsiteY771" fmla="*/ 156633 h 1943099"/>
                <a:gd name="connsiteX772" fmla="*/ 1870286 w 2829983"/>
                <a:gd name="connsiteY772" fmla="*/ 149860 h 1943099"/>
                <a:gd name="connsiteX773" fmla="*/ 1855047 w 2829983"/>
                <a:gd name="connsiteY773" fmla="*/ 154093 h 1943099"/>
                <a:gd name="connsiteX774" fmla="*/ 1841077 w 2829983"/>
                <a:gd name="connsiteY774" fmla="*/ 157057 h 1943099"/>
                <a:gd name="connsiteX775" fmla="*/ 1825413 w 2829983"/>
                <a:gd name="connsiteY775" fmla="*/ 150283 h 1943099"/>
                <a:gd name="connsiteX776" fmla="*/ 1810173 w 2829983"/>
                <a:gd name="connsiteY776" fmla="*/ 141817 h 1943099"/>
                <a:gd name="connsiteX777" fmla="*/ 1796203 w 2829983"/>
                <a:gd name="connsiteY777" fmla="*/ 143087 h 1943099"/>
                <a:gd name="connsiteX778" fmla="*/ 1782233 w 2829983"/>
                <a:gd name="connsiteY778" fmla="*/ 133350 h 1943099"/>
                <a:gd name="connsiteX779" fmla="*/ 1796203 w 2829983"/>
                <a:gd name="connsiteY779" fmla="*/ 130387 h 1943099"/>
                <a:gd name="connsiteX780" fmla="*/ 1811443 w 2829983"/>
                <a:gd name="connsiteY780" fmla="*/ 135890 h 1943099"/>
                <a:gd name="connsiteX781" fmla="*/ 1815677 w 2829983"/>
                <a:gd name="connsiteY781" fmla="*/ 120650 h 1943099"/>
                <a:gd name="connsiteX782" fmla="*/ 1830917 w 2829983"/>
                <a:gd name="connsiteY782" fmla="*/ 129117 h 1943099"/>
                <a:gd name="connsiteX783" fmla="*/ 1846157 w 2829983"/>
                <a:gd name="connsiteY783" fmla="*/ 138853 h 1943099"/>
                <a:gd name="connsiteX784" fmla="*/ 1851660 w 2829983"/>
                <a:gd name="connsiteY784" fmla="*/ 124883 h 1943099"/>
                <a:gd name="connsiteX785" fmla="*/ 1865630 w 2829983"/>
                <a:gd name="connsiteY785" fmla="*/ 119380 h 1943099"/>
                <a:gd name="connsiteX786" fmla="*/ 1879600 w 2829983"/>
                <a:gd name="connsiteY786" fmla="*/ 132080 h 1943099"/>
                <a:gd name="connsiteX787" fmla="*/ 1894840 w 2829983"/>
                <a:gd name="connsiteY787" fmla="*/ 124883 h 1943099"/>
                <a:gd name="connsiteX788" fmla="*/ 1894840 w 2829983"/>
                <a:gd name="connsiteY788" fmla="*/ 138853 h 1943099"/>
                <a:gd name="connsiteX789" fmla="*/ 1908810 w 2829983"/>
                <a:gd name="connsiteY789" fmla="*/ 144357 h 1943099"/>
                <a:gd name="connsiteX790" fmla="*/ 1922780 w 2829983"/>
                <a:gd name="connsiteY790" fmla="*/ 147320 h 1943099"/>
                <a:gd name="connsiteX791" fmla="*/ 1908810 w 2829983"/>
                <a:gd name="connsiteY791" fmla="*/ 143087 h 1943099"/>
                <a:gd name="connsiteX792" fmla="*/ 1903307 w 2829983"/>
                <a:gd name="connsiteY792" fmla="*/ 129117 h 1943099"/>
                <a:gd name="connsiteX793" fmla="*/ 1918547 w 2829983"/>
                <a:gd name="connsiteY793" fmla="*/ 129117 h 1943099"/>
                <a:gd name="connsiteX794" fmla="*/ 1932517 w 2829983"/>
                <a:gd name="connsiteY794" fmla="*/ 135890 h 1943099"/>
                <a:gd name="connsiteX795" fmla="*/ 1947757 w 2829983"/>
                <a:gd name="connsiteY795" fmla="*/ 134620 h 1943099"/>
                <a:gd name="connsiteX796" fmla="*/ 1961727 w 2829983"/>
                <a:gd name="connsiteY796" fmla="*/ 135890 h 1943099"/>
                <a:gd name="connsiteX797" fmla="*/ 1954530 w 2829983"/>
                <a:gd name="connsiteY797" fmla="*/ 149860 h 1943099"/>
                <a:gd name="connsiteX798" fmla="*/ 1940983 w 2829983"/>
                <a:gd name="connsiteY798" fmla="*/ 151130 h 1943099"/>
                <a:gd name="connsiteX799" fmla="*/ 1924050 w 2829983"/>
                <a:gd name="connsiteY799" fmla="*/ 154093 h 1943099"/>
                <a:gd name="connsiteX800" fmla="*/ 1910080 w 2829983"/>
                <a:gd name="connsiteY800" fmla="*/ 155363 h 1943099"/>
                <a:gd name="connsiteX801" fmla="*/ 1925320 w 2829983"/>
                <a:gd name="connsiteY801" fmla="*/ 155363 h 1943099"/>
                <a:gd name="connsiteX802" fmla="*/ 1941830 w 2829983"/>
                <a:gd name="connsiteY802" fmla="*/ 154093 h 1943099"/>
                <a:gd name="connsiteX803" fmla="*/ 1957493 w 2829983"/>
                <a:gd name="connsiteY803" fmla="*/ 151130 h 1943099"/>
                <a:gd name="connsiteX804" fmla="*/ 1971463 w 2829983"/>
                <a:gd name="connsiteY804" fmla="*/ 144357 h 1943099"/>
                <a:gd name="connsiteX805" fmla="*/ 1975697 w 2829983"/>
                <a:gd name="connsiteY805" fmla="*/ 158327 h 1943099"/>
                <a:gd name="connsiteX806" fmla="*/ 1989667 w 2829983"/>
                <a:gd name="connsiteY806" fmla="*/ 163830 h 1943099"/>
                <a:gd name="connsiteX807" fmla="*/ 1991360 w 2829983"/>
                <a:gd name="connsiteY807" fmla="*/ 165100 h 1943099"/>
                <a:gd name="connsiteX808" fmla="*/ 1989667 w 2829983"/>
                <a:gd name="connsiteY808" fmla="*/ 173567 h 1943099"/>
                <a:gd name="connsiteX809" fmla="*/ 2003636 w 2829983"/>
                <a:gd name="connsiteY809" fmla="*/ 170603 h 1943099"/>
                <a:gd name="connsiteX810" fmla="*/ 2017607 w 2829983"/>
                <a:gd name="connsiteY810" fmla="*/ 166370 h 1943099"/>
                <a:gd name="connsiteX811" fmla="*/ 2031577 w 2829983"/>
                <a:gd name="connsiteY811" fmla="*/ 165100 h 1943099"/>
                <a:gd name="connsiteX812" fmla="*/ 2030307 w 2829983"/>
                <a:gd name="connsiteY812" fmla="*/ 160867 h 1943099"/>
                <a:gd name="connsiteX813" fmla="*/ 2015067 w 2829983"/>
                <a:gd name="connsiteY813" fmla="*/ 160867 h 1943099"/>
                <a:gd name="connsiteX814" fmla="*/ 1999827 w 2829983"/>
                <a:gd name="connsiteY814" fmla="*/ 151130 h 1943099"/>
                <a:gd name="connsiteX815" fmla="*/ 2015067 w 2829983"/>
                <a:gd name="connsiteY815" fmla="*/ 138430 h 1943099"/>
                <a:gd name="connsiteX816" fmla="*/ 1998133 w 2829983"/>
                <a:gd name="connsiteY816" fmla="*/ 132927 h 1943099"/>
                <a:gd name="connsiteX817" fmla="*/ 2012103 w 2829983"/>
                <a:gd name="connsiteY817" fmla="*/ 132927 h 1943099"/>
                <a:gd name="connsiteX818" fmla="*/ 2027343 w 2829983"/>
                <a:gd name="connsiteY818" fmla="*/ 128693 h 1943099"/>
                <a:gd name="connsiteX819" fmla="*/ 2012103 w 2829983"/>
                <a:gd name="connsiteY819" fmla="*/ 125730 h 1943099"/>
                <a:gd name="connsiteX820" fmla="*/ 2027343 w 2829983"/>
                <a:gd name="connsiteY820" fmla="*/ 124460 h 1943099"/>
                <a:gd name="connsiteX821" fmla="*/ 2031577 w 2829983"/>
                <a:gd name="connsiteY821" fmla="*/ 110490 h 1943099"/>
                <a:gd name="connsiteX822" fmla="*/ 2045547 w 2829983"/>
                <a:gd name="connsiteY822" fmla="*/ 103293 h 1943099"/>
                <a:gd name="connsiteX823" fmla="*/ 2059517 w 2829983"/>
                <a:gd name="connsiteY823" fmla="*/ 94827 h 1943099"/>
                <a:gd name="connsiteX824" fmla="*/ 2076450 w 2829983"/>
                <a:gd name="connsiteY824" fmla="*/ 93557 h 1943099"/>
                <a:gd name="connsiteX825" fmla="*/ 2090420 w 2829983"/>
                <a:gd name="connsiteY825" fmla="*/ 94827 h 1943099"/>
                <a:gd name="connsiteX826" fmla="*/ 2106083 w 2829983"/>
                <a:gd name="connsiteY826" fmla="*/ 94827 h 1943099"/>
                <a:gd name="connsiteX827" fmla="*/ 2096347 w 2829983"/>
                <a:gd name="connsiteY827" fmla="*/ 80857 h 1943099"/>
                <a:gd name="connsiteX828" fmla="*/ 2111586 w 2829983"/>
                <a:gd name="connsiteY828" fmla="*/ 69850 h 1943099"/>
                <a:gd name="connsiteX829" fmla="*/ 2126827 w 2829983"/>
                <a:gd name="connsiteY829" fmla="*/ 72813 h 1943099"/>
                <a:gd name="connsiteX830" fmla="*/ 2140797 w 2829983"/>
                <a:gd name="connsiteY830" fmla="*/ 67310 h 1943099"/>
                <a:gd name="connsiteX831" fmla="*/ 2126827 w 2829983"/>
                <a:gd name="connsiteY831" fmla="*/ 61807 h 1943099"/>
                <a:gd name="connsiteX832" fmla="*/ 2112857 w 2829983"/>
                <a:gd name="connsiteY832" fmla="*/ 60537 h 1943099"/>
                <a:gd name="connsiteX833" fmla="*/ 2097617 w 2829983"/>
                <a:gd name="connsiteY833" fmla="*/ 52070 h 1943099"/>
                <a:gd name="connsiteX834" fmla="*/ 2112857 w 2829983"/>
                <a:gd name="connsiteY834" fmla="*/ 44873 h 1943099"/>
                <a:gd name="connsiteX835" fmla="*/ 2128097 w 2829983"/>
                <a:gd name="connsiteY835" fmla="*/ 53340 h 1943099"/>
                <a:gd name="connsiteX836" fmla="*/ 2143336 w 2829983"/>
                <a:gd name="connsiteY836" fmla="*/ 43603 h 1943099"/>
                <a:gd name="connsiteX837" fmla="*/ 2129367 w 2829983"/>
                <a:gd name="connsiteY837" fmla="*/ 40640 h 1943099"/>
                <a:gd name="connsiteX838" fmla="*/ 2132330 w 2829983"/>
                <a:gd name="connsiteY838" fmla="*/ 26670 h 1943099"/>
                <a:gd name="connsiteX839" fmla="*/ 2146300 w 2829983"/>
                <a:gd name="connsiteY839" fmla="*/ 27940 h 1943099"/>
                <a:gd name="connsiteX840" fmla="*/ 2161540 w 2829983"/>
                <a:gd name="connsiteY840" fmla="*/ 36407 h 1943099"/>
                <a:gd name="connsiteX841" fmla="*/ 2175510 w 2829983"/>
                <a:gd name="connsiteY841" fmla="*/ 30903 h 1943099"/>
                <a:gd name="connsiteX842" fmla="*/ 2189480 w 2829983"/>
                <a:gd name="connsiteY842" fmla="*/ 37677 h 1943099"/>
                <a:gd name="connsiteX843" fmla="*/ 2200486 w 2829983"/>
                <a:gd name="connsiteY843" fmla="*/ 52917 h 1943099"/>
                <a:gd name="connsiteX844" fmla="*/ 2214457 w 2829983"/>
                <a:gd name="connsiteY844" fmla="*/ 47413 h 1943099"/>
                <a:gd name="connsiteX845" fmla="*/ 2208953 w 2829983"/>
                <a:gd name="connsiteY845" fmla="*/ 33443 h 1943099"/>
                <a:gd name="connsiteX846" fmla="*/ 2222923 w 2829983"/>
                <a:gd name="connsiteY846" fmla="*/ 33443 h 1943099"/>
                <a:gd name="connsiteX847" fmla="*/ 2238163 w 2829983"/>
                <a:gd name="connsiteY847" fmla="*/ 38947 h 1943099"/>
                <a:gd name="connsiteX848" fmla="*/ 2252133 w 2829983"/>
                <a:gd name="connsiteY848" fmla="*/ 44450 h 1943099"/>
                <a:gd name="connsiteX849" fmla="*/ 2267373 w 2829983"/>
                <a:gd name="connsiteY849" fmla="*/ 40217 h 1943099"/>
                <a:gd name="connsiteX850" fmla="*/ 2257636 w 2829983"/>
                <a:gd name="connsiteY850" fmla="*/ 54187 h 1943099"/>
                <a:gd name="connsiteX851" fmla="*/ 2242397 w 2829983"/>
                <a:gd name="connsiteY851" fmla="*/ 58420 h 1943099"/>
                <a:gd name="connsiteX852" fmla="*/ 2227157 w 2829983"/>
                <a:gd name="connsiteY852" fmla="*/ 71120 h 1943099"/>
                <a:gd name="connsiteX853" fmla="*/ 2213186 w 2829983"/>
                <a:gd name="connsiteY853" fmla="*/ 80857 h 1943099"/>
                <a:gd name="connsiteX854" fmla="*/ 2199217 w 2829983"/>
                <a:gd name="connsiteY854" fmla="*/ 88053 h 1943099"/>
                <a:gd name="connsiteX855" fmla="*/ 2190750 w 2829983"/>
                <a:gd name="connsiteY855" fmla="*/ 96520 h 1943099"/>
                <a:gd name="connsiteX856" fmla="*/ 2204720 w 2829983"/>
                <a:gd name="connsiteY856" fmla="*/ 96520 h 1943099"/>
                <a:gd name="connsiteX857" fmla="*/ 2208953 w 2829983"/>
                <a:gd name="connsiteY857" fmla="*/ 110490 h 1943099"/>
                <a:gd name="connsiteX858" fmla="*/ 2194983 w 2829983"/>
                <a:gd name="connsiteY858" fmla="*/ 111760 h 1943099"/>
                <a:gd name="connsiteX859" fmla="*/ 2197523 w 2829983"/>
                <a:gd name="connsiteY859" fmla="*/ 125730 h 1943099"/>
                <a:gd name="connsiteX860" fmla="*/ 2183977 w 2829983"/>
                <a:gd name="connsiteY860" fmla="*/ 131233 h 1943099"/>
                <a:gd name="connsiteX861" fmla="*/ 2181013 w 2829983"/>
                <a:gd name="connsiteY861" fmla="*/ 146473 h 1943099"/>
                <a:gd name="connsiteX862" fmla="*/ 2196253 w 2829983"/>
                <a:gd name="connsiteY862" fmla="*/ 142240 h 1943099"/>
                <a:gd name="connsiteX863" fmla="*/ 2210223 w 2829983"/>
                <a:gd name="connsiteY863" fmla="*/ 150707 h 1943099"/>
                <a:gd name="connsiteX864" fmla="*/ 2219960 w 2829983"/>
                <a:gd name="connsiteY864" fmla="*/ 136737 h 1943099"/>
                <a:gd name="connsiteX865" fmla="*/ 2233930 w 2829983"/>
                <a:gd name="connsiteY865" fmla="*/ 127000 h 1943099"/>
                <a:gd name="connsiteX866" fmla="*/ 2230967 w 2829983"/>
                <a:gd name="connsiteY866" fmla="*/ 113030 h 1943099"/>
                <a:gd name="connsiteX867" fmla="*/ 2244936 w 2829983"/>
                <a:gd name="connsiteY867" fmla="*/ 104563 h 1943099"/>
                <a:gd name="connsiteX868" fmla="*/ 2260177 w 2829983"/>
                <a:gd name="connsiteY868" fmla="*/ 91863 h 1943099"/>
                <a:gd name="connsiteX869" fmla="*/ 2274147 w 2829983"/>
                <a:gd name="connsiteY869" fmla="*/ 83397 h 1943099"/>
                <a:gd name="connsiteX870" fmla="*/ 2285153 w 2829983"/>
                <a:gd name="connsiteY870" fmla="*/ 69427 h 1943099"/>
                <a:gd name="connsiteX871" fmla="*/ 2299123 w 2829983"/>
                <a:gd name="connsiteY871" fmla="*/ 56727 h 1943099"/>
                <a:gd name="connsiteX872" fmla="*/ 2314363 w 2829983"/>
                <a:gd name="connsiteY872" fmla="*/ 46990 h 1943099"/>
                <a:gd name="connsiteX873" fmla="*/ 2331297 w 2829983"/>
                <a:gd name="connsiteY873" fmla="*/ 35983 h 1943099"/>
                <a:gd name="connsiteX874" fmla="*/ 2346536 w 2829983"/>
                <a:gd name="connsiteY874" fmla="*/ 30480 h 1943099"/>
                <a:gd name="connsiteX875" fmla="*/ 2350770 w 2829983"/>
                <a:gd name="connsiteY875" fmla="*/ 45720 h 1943099"/>
                <a:gd name="connsiteX876" fmla="*/ 2355003 w 2829983"/>
                <a:gd name="connsiteY876" fmla="*/ 59690 h 1943099"/>
                <a:gd name="connsiteX877" fmla="*/ 2341033 w 2829983"/>
                <a:gd name="connsiteY877" fmla="*/ 66887 h 1943099"/>
                <a:gd name="connsiteX878" fmla="*/ 2325794 w 2829983"/>
                <a:gd name="connsiteY878" fmla="*/ 69427 h 1943099"/>
                <a:gd name="connsiteX879" fmla="*/ 2341033 w 2829983"/>
                <a:gd name="connsiteY879" fmla="*/ 70697 h 1943099"/>
                <a:gd name="connsiteX880" fmla="*/ 2349500 w 2829983"/>
                <a:gd name="connsiteY880" fmla="*/ 84667 h 1943099"/>
                <a:gd name="connsiteX881" fmla="*/ 2348230 w 2829983"/>
                <a:gd name="connsiteY881" fmla="*/ 98637 h 1943099"/>
                <a:gd name="connsiteX882" fmla="*/ 2342727 w 2829983"/>
                <a:gd name="connsiteY882" fmla="*/ 112607 h 1943099"/>
                <a:gd name="connsiteX883" fmla="*/ 2356697 w 2829983"/>
                <a:gd name="connsiteY883" fmla="*/ 111337 h 1943099"/>
                <a:gd name="connsiteX884" fmla="*/ 2368973 w 2829983"/>
                <a:gd name="connsiteY884" fmla="*/ 96097 h 1943099"/>
                <a:gd name="connsiteX885" fmla="*/ 2382944 w 2829983"/>
                <a:gd name="connsiteY885" fmla="*/ 97367 h 1943099"/>
                <a:gd name="connsiteX886" fmla="*/ 2399453 w 2829983"/>
                <a:gd name="connsiteY886" fmla="*/ 97367 h 1943099"/>
                <a:gd name="connsiteX887" fmla="*/ 2388447 w 2829983"/>
                <a:gd name="connsiteY887" fmla="*/ 82127 h 1943099"/>
                <a:gd name="connsiteX888" fmla="*/ 2403686 w 2829983"/>
                <a:gd name="connsiteY888" fmla="*/ 80857 h 1943099"/>
                <a:gd name="connsiteX889" fmla="*/ 2417657 w 2829983"/>
                <a:gd name="connsiteY889" fmla="*/ 83820 h 1943099"/>
                <a:gd name="connsiteX890" fmla="*/ 2403686 w 2829983"/>
                <a:gd name="connsiteY890" fmla="*/ 77047 h 1943099"/>
                <a:gd name="connsiteX891" fmla="*/ 2399453 w 2829983"/>
                <a:gd name="connsiteY891" fmla="*/ 61807 h 1943099"/>
                <a:gd name="connsiteX892" fmla="*/ 2414694 w 2829983"/>
                <a:gd name="connsiteY892" fmla="*/ 60537 h 1943099"/>
                <a:gd name="connsiteX893" fmla="*/ 2429933 w 2829983"/>
                <a:gd name="connsiteY893" fmla="*/ 50800 h 1943099"/>
                <a:gd name="connsiteX894" fmla="*/ 2445173 w 2829983"/>
                <a:gd name="connsiteY894" fmla="*/ 53763 h 1943099"/>
                <a:gd name="connsiteX895" fmla="*/ 2431203 w 2829983"/>
                <a:gd name="connsiteY895" fmla="*/ 42757 h 1943099"/>
                <a:gd name="connsiteX896" fmla="*/ 2415963 w 2829983"/>
                <a:gd name="connsiteY896" fmla="*/ 41487 h 1943099"/>
                <a:gd name="connsiteX897" fmla="*/ 2400723 w 2829983"/>
                <a:gd name="connsiteY897" fmla="*/ 38947 h 1943099"/>
                <a:gd name="connsiteX898" fmla="*/ 2415963 w 2829983"/>
                <a:gd name="connsiteY898" fmla="*/ 34713 h 1943099"/>
                <a:gd name="connsiteX899" fmla="*/ 2431203 w 2829983"/>
                <a:gd name="connsiteY899" fmla="*/ 24977 h 1943099"/>
                <a:gd name="connsiteX900" fmla="*/ 2445173 w 2829983"/>
                <a:gd name="connsiteY900" fmla="*/ 13970 h 1943099"/>
                <a:gd name="connsiteX901" fmla="*/ 2460413 w 2829983"/>
                <a:gd name="connsiteY901" fmla="*/ 20743 h 1943099"/>
                <a:gd name="connsiteX902" fmla="*/ 2474383 w 2829983"/>
                <a:gd name="connsiteY902" fmla="*/ 22013 h 1943099"/>
                <a:gd name="connsiteX903" fmla="*/ 2489623 w 2829983"/>
                <a:gd name="connsiteY903" fmla="*/ 14817 h 1943099"/>
                <a:gd name="connsiteX904" fmla="*/ 2503594 w 2829983"/>
                <a:gd name="connsiteY904" fmla="*/ 14817 h 1943099"/>
                <a:gd name="connsiteX905" fmla="*/ 2506133 w 2829983"/>
                <a:gd name="connsiteY905" fmla="*/ 28787 h 1943099"/>
                <a:gd name="connsiteX906" fmla="*/ 2520103 w 2829983"/>
                <a:gd name="connsiteY906" fmla="*/ 25823 h 1943099"/>
                <a:gd name="connsiteX907" fmla="*/ 2534073 w 2829983"/>
                <a:gd name="connsiteY907" fmla="*/ 25823 h 1943099"/>
                <a:gd name="connsiteX908" fmla="*/ 2539577 w 2829983"/>
                <a:gd name="connsiteY908" fmla="*/ 41063 h 1943099"/>
                <a:gd name="connsiteX909" fmla="*/ 2524336 w 2829983"/>
                <a:gd name="connsiteY909" fmla="*/ 49530 h 1943099"/>
                <a:gd name="connsiteX910" fmla="*/ 2509097 w 2829983"/>
                <a:gd name="connsiteY910" fmla="*/ 55033 h 1943099"/>
                <a:gd name="connsiteX911" fmla="*/ 2504863 w 2829983"/>
                <a:gd name="connsiteY911" fmla="*/ 55033 h 1943099"/>
                <a:gd name="connsiteX912" fmla="*/ 2490894 w 2829983"/>
                <a:gd name="connsiteY912" fmla="*/ 52070 h 1943099"/>
                <a:gd name="connsiteX913" fmla="*/ 2476923 w 2829983"/>
                <a:gd name="connsiteY913" fmla="*/ 57573 h 1943099"/>
                <a:gd name="connsiteX914" fmla="*/ 2490894 w 2829983"/>
                <a:gd name="connsiteY914" fmla="*/ 57573 h 1943099"/>
                <a:gd name="connsiteX915" fmla="*/ 2506133 w 2829983"/>
                <a:gd name="connsiteY915" fmla="*/ 64770 h 1943099"/>
                <a:gd name="connsiteX916" fmla="*/ 2492163 w 2829983"/>
                <a:gd name="connsiteY916" fmla="*/ 69003 h 1943099"/>
                <a:gd name="connsiteX917" fmla="*/ 2478194 w 2829983"/>
                <a:gd name="connsiteY917" fmla="*/ 74507 h 1943099"/>
                <a:gd name="connsiteX918" fmla="*/ 2461260 w 2829983"/>
                <a:gd name="connsiteY918" fmla="*/ 78740 h 1943099"/>
                <a:gd name="connsiteX919" fmla="*/ 2479463 w 2829983"/>
                <a:gd name="connsiteY919" fmla="*/ 77470 h 1943099"/>
                <a:gd name="connsiteX920" fmla="*/ 2495127 w 2829983"/>
                <a:gd name="connsiteY920" fmla="*/ 74930 h 1943099"/>
                <a:gd name="connsiteX921" fmla="*/ 2510367 w 2829983"/>
                <a:gd name="connsiteY921" fmla="*/ 69427 h 1943099"/>
                <a:gd name="connsiteX922" fmla="*/ 2525607 w 2829983"/>
                <a:gd name="connsiteY922" fmla="*/ 76623 h 1943099"/>
                <a:gd name="connsiteX923" fmla="*/ 2511636 w 2829983"/>
                <a:gd name="connsiteY923" fmla="*/ 85090 h 1943099"/>
                <a:gd name="connsiteX924" fmla="*/ 2495127 w 2829983"/>
                <a:gd name="connsiteY924" fmla="*/ 92287 h 1943099"/>
                <a:gd name="connsiteX925" fmla="*/ 2479463 w 2829983"/>
                <a:gd name="connsiteY925" fmla="*/ 99060 h 1943099"/>
                <a:gd name="connsiteX926" fmla="*/ 2493433 w 2829983"/>
                <a:gd name="connsiteY926" fmla="*/ 100753 h 1943099"/>
                <a:gd name="connsiteX927" fmla="*/ 2507827 w 2829983"/>
                <a:gd name="connsiteY927" fmla="*/ 103293 h 1943099"/>
                <a:gd name="connsiteX928" fmla="*/ 2521373 w 2829983"/>
                <a:gd name="connsiteY928" fmla="*/ 96520 h 1943099"/>
                <a:gd name="connsiteX929" fmla="*/ 2535344 w 2829983"/>
                <a:gd name="connsiteY929" fmla="*/ 97790 h 1943099"/>
                <a:gd name="connsiteX930" fmla="*/ 2521373 w 2829983"/>
                <a:gd name="connsiteY930" fmla="*/ 111760 h 1943099"/>
                <a:gd name="connsiteX931" fmla="*/ 2522644 w 2829983"/>
                <a:gd name="connsiteY931" fmla="*/ 125730 h 1943099"/>
                <a:gd name="connsiteX932" fmla="*/ 2522644 w 2829983"/>
                <a:gd name="connsiteY932" fmla="*/ 124460 h 1943099"/>
                <a:gd name="connsiteX933" fmla="*/ 2525607 w 2829983"/>
                <a:gd name="connsiteY933" fmla="*/ 109220 h 1943099"/>
                <a:gd name="connsiteX934" fmla="*/ 2540847 w 2829983"/>
                <a:gd name="connsiteY934" fmla="*/ 98213 h 1943099"/>
                <a:gd name="connsiteX935" fmla="*/ 2557357 w 2829983"/>
                <a:gd name="connsiteY935" fmla="*/ 96943 h 1943099"/>
                <a:gd name="connsiteX936" fmla="*/ 2542117 w 2829983"/>
                <a:gd name="connsiteY936" fmla="*/ 92710 h 1943099"/>
                <a:gd name="connsiteX937" fmla="*/ 2546350 w 2829983"/>
                <a:gd name="connsiteY937" fmla="*/ 77470 h 1943099"/>
                <a:gd name="connsiteX938" fmla="*/ 2548890 w 2829983"/>
                <a:gd name="connsiteY938" fmla="*/ 63500 h 1943099"/>
                <a:gd name="connsiteX939" fmla="*/ 2564130 w 2829983"/>
                <a:gd name="connsiteY939" fmla="*/ 53763 h 1943099"/>
                <a:gd name="connsiteX940" fmla="*/ 2578100 w 2829983"/>
                <a:gd name="connsiteY940" fmla="*/ 45297 h 1943099"/>
                <a:gd name="connsiteX941" fmla="*/ 2592070 w 2829983"/>
                <a:gd name="connsiteY941" fmla="*/ 44027 h 1943099"/>
                <a:gd name="connsiteX942" fmla="*/ 2607310 w 2829983"/>
                <a:gd name="connsiteY942" fmla="*/ 48260 h 1943099"/>
                <a:gd name="connsiteX943" fmla="*/ 2620010 w 2829983"/>
                <a:gd name="connsiteY943" fmla="*/ 48260 h 1943099"/>
                <a:gd name="connsiteX944" fmla="*/ 2621280 w 2829983"/>
                <a:gd name="connsiteY944" fmla="*/ 48260 h 1943099"/>
                <a:gd name="connsiteX945" fmla="*/ 2636944 w 2829983"/>
                <a:gd name="connsiteY945" fmla="*/ 60960 h 1943099"/>
                <a:gd name="connsiteX946" fmla="*/ 2632710 w 2829983"/>
                <a:gd name="connsiteY946" fmla="*/ 74930 h 1943099"/>
                <a:gd name="connsiteX947" fmla="*/ 2648373 w 2829983"/>
                <a:gd name="connsiteY947" fmla="*/ 70697 h 1943099"/>
                <a:gd name="connsiteX948" fmla="*/ 2662344 w 2829983"/>
                <a:gd name="connsiteY948" fmla="*/ 68157 h 1943099"/>
                <a:gd name="connsiteX949" fmla="*/ 2676313 w 2829983"/>
                <a:gd name="connsiteY949" fmla="*/ 65193 h 1943099"/>
                <a:gd name="connsiteX950" fmla="*/ 2683510 w 2829983"/>
                <a:gd name="connsiteY950" fmla="*/ 79163 h 1943099"/>
                <a:gd name="connsiteX951" fmla="*/ 2700444 w 2829983"/>
                <a:gd name="connsiteY951" fmla="*/ 69427 h 1943099"/>
                <a:gd name="connsiteX952" fmla="*/ 2704677 w 2829983"/>
                <a:gd name="connsiteY952" fmla="*/ 68157 h 1943099"/>
                <a:gd name="connsiteX953" fmla="*/ 2721186 w 2829983"/>
                <a:gd name="connsiteY953" fmla="*/ 76623 h 1943099"/>
                <a:gd name="connsiteX954" fmla="*/ 2735157 w 2829983"/>
                <a:gd name="connsiteY954" fmla="*/ 87630 h 1943099"/>
                <a:gd name="connsiteX955" fmla="*/ 2719917 w 2829983"/>
                <a:gd name="connsiteY955" fmla="*/ 94827 h 1943099"/>
                <a:gd name="connsiteX956" fmla="*/ 2733886 w 2829983"/>
                <a:gd name="connsiteY956" fmla="*/ 93557 h 1943099"/>
                <a:gd name="connsiteX957" fmla="*/ 2749127 w 2829983"/>
                <a:gd name="connsiteY957" fmla="*/ 90593 h 1943099"/>
                <a:gd name="connsiteX958" fmla="*/ 2763097 w 2829983"/>
                <a:gd name="connsiteY958" fmla="*/ 90593 h 1943099"/>
                <a:gd name="connsiteX959" fmla="*/ 2777067 w 2829983"/>
                <a:gd name="connsiteY959" fmla="*/ 97367 h 1943099"/>
                <a:gd name="connsiteX960" fmla="*/ 2793577 w 2829983"/>
                <a:gd name="connsiteY960" fmla="*/ 107103 h 1943099"/>
                <a:gd name="connsiteX961" fmla="*/ 2807547 w 2829983"/>
                <a:gd name="connsiteY961" fmla="*/ 104140 h 1943099"/>
                <a:gd name="connsiteX962" fmla="*/ 2822786 w 2829983"/>
                <a:gd name="connsiteY962" fmla="*/ 113877 h 1943099"/>
                <a:gd name="connsiteX963" fmla="*/ 2819823 w 2829983"/>
                <a:gd name="connsiteY963" fmla="*/ 129117 h 1943099"/>
                <a:gd name="connsiteX964" fmla="*/ 2804583 w 2829983"/>
                <a:gd name="connsiteY964" fmla="*/ 130387 h 1943099"/>
                <a:gd name="connsiteX965" fmla="*/ 2790613 w 2829983"/>
                <a:gd name="connsiteY965" fmla="*/ 131657 h 1943099"/>
                <a:gd name="connsiteX966" fmla="*/ 2775373 w 2829983"/>
                <a:gd name="connsiteY966" fmla="*/ 132927 h 1943099"/>
                <a:gd name="connsiteX967" fmla="*/ 2760133 w 2829983"/>
                <a:gd name="connsiteY967" fmla="*/ 138430 h 1943099"/>
                <a:gd name="connsiteX968" fmla="*/ 2746163 w 2829983"/>
                <a:gd name="connsiteY968" fmla="*/ 149437 h 1943099"/>
                <a:gd name="connsiteX969" fmla="*/ 2732194 w 2829983"/>
                <a:gd name="connsiteY969" fmla="*/ 156210 h 1943099"/>
                <a:gd name="connsiteX970" fmla="*/ 2716530 w 2829983"/>
                <a:gd name="connsiteY970" fmla="*/ 157480 h 1943099"/>
                <a:gd name="connsiteX971" fmla="*/ 2701290 w 2829983"/>
                <a:gd name="connsiteY971" fmla="*/ 156210 h 1943099"/>
                <a:gd name="connsiteX972" fmla="*/ 2685627 w 2829983"/>
                <a:gd name="connsiteY972" fmla="*/ 154940 h 1943099"/>
                <a:gd name="connsiteX973" fmla="*/ 2670386 w 2829983"/>
                <a:gd name="connsiteY973" fmla="*/ 151977 h 1943099"/>
                <a:gd name="connsiteX974" fmla="*/ 2655147 w 2829983"/>
                <a:gd name="connsiteY974" fmla="*/ 151977 h 1943099"/>
                <a:gd name="connsiteX975" fmla="*/ 2638636 w 2829983"/>
                <a:gd name="connsiteY975" fmla="*/ 149013 h 1943099"/>
                <a:gd name="connsiteX976" fmla="*/ 2621703 w 2829983"/>
                <a:gd name="connsiteY976" fmla="*/ 147743 h 1943099"/>
                <a:gd name="connsiteX977" fmla="*/ 2607733 w 2829983"/>
                <a:gd name="connsiteY977" fmla="*/ 146473 h 1943099"/>
                <a:gd name="connsiteX978" fmla="*/ 2593763 w 2829983"/>
                <a:gd name="connsiteY978" fmla="*/ 143510 h 1943099"/>
                <a:gd name="connsiteX979" fmla="*/ 2578523 w 2829983"/>
                <a:gd name="connsiteY979" fmla="*/ 151977 h 1943099"/>
                <a:gd name="connsiteX980" fmla="*/ 2593763 w 2829983"/>
                <a:gd name="connsiteY980" fmla="*/ 153247 h 1943099"/>
                <a:gd name="connsiteX981" fmla="*/ 2610697 w 2829983"/>
                <a:gd name="connsiteY981" fmla="*/ 156210 h 1943099"/>
                <a:gd name="connsiteX982" fmla="*/ 2625936 w 2829983"/>
                <a:gd name="connsiteY982" fmla="*/ 156210 h 1943099"/>
                <a:gd name="connsiteX983" fmla="*/ 2639907 w 2829983"/>
                <a:gd name="connsiteY983" fmla="*/ 162983 h 1943099"/>
                <a:gd name="connsiteX984" fmla="*/ 2655147 w 2829983"/>
                <a:gd name="connsiteY984" fmla="*/ 162983 h 1943099"/>
                <a:gd name="connsiteX985" fmla="*/ 2669117 w 2829983"/>
                <a:gd name="connsiteY985" fmla="*/ 165947 h 1943099"/>
                <a:gd name="connsiteX986" fmla="*/ 2684357 w 2829983"/>
                <a:gd name="connsiteY986" fmla="*/ 168910 h 1943099"/>
                <a:gd name="connsiteX987" fmla="*/ 2669117 w 2829983"/>
                <a:gd name="connsiteY987" fmla="*/ 177377 h 1943099"/>
                <a:gd name="connsiteX988" fmla="*/ 2683086 w 2829983"/>
                <a:gd name="connsiteY988" fmla="*/ 178647 h 1943099"/>
                <a:gd name="connsiteX989" fmla="*/ 2697057 w 2829983"/>
                <a:gd name="connsiteY989" fmla="*/ 178647 h 1943099"/>
                <a:gd name="connsiteX990" fmla="*/ 2700020 w 2829983"/>
                <a:gd name="connsiteY990" fmla="*/ 192617 h 1943099"/>
                <a:gd name="connsiteX991" fmla="*/ 2684780 w 2829983"/>
                <a:gd name="connsiteY991" fmla="*/ 205317 h 1943099"/>
                <a:gd name="connsiteX992" fmla="*/ 2700020 w 2829983"/>
                <a:gd name="connsiteY992" fmla="*/ 202353 h 1943099"/>
                <a:gd name="connsiteX993" fmla="*/ 2715260 w 2829983"/>
                <a:gd name="connsiteY993" fmla="*/ 202353 h 1943099"/>
                <a:gd name="connsiteX994" fmla="*/ 2723727 w 2829983"/>
                <a:gd name="connsiteY994" fmla="*/ 199390 h 1943099"/>
                <a:gd name="connsiteX995" fmla="*/ 2724997 w 2829983"/>
                <a:gd name="connsiteY995" fmla="*/ 206163 h 1943099"/>
                <a:gd name="connsiteX996" fmla="*/ 2724997 w 2829983"/>
                <a:gd name="connsiteY996" fmla="*/ 207433 h 1943099"/>
                <a:gd name="connsiteX997" fmla="*/ 2729230 w 2829983"/>
                <a:gd name="connsiteY997" fmla="*/ 206163 h 1943099"/>
                <a:gd name="connsiteX998" fmla="*/ 2743200 w 2829983"/>
                <a:gd name="connsiteY998" fmla="*/ 210397 h 1943099"/>
                <a:gd name="connsiteX999" fmla="*/ 2740660 w 2829983"/>
                <a:gd name="connsiteY999" fmla="*/ 200660 h 1943099"/>
                <a:gd name="connsiteX1000" fmla="*/ 2740660 w 2829983"/>
                <a:gd name="connsiteY1000" fmla="*/ 186690 h 1943099"/>
                <a:gd name="connsiteX1001" fmla="*/ 2754630 w 2829983"/>
                <a:gd name="connsiteY1001" fmla="*/ 187960 h 1943099"/>
                <a:gd name="connsiteX1002" fmla="*/ 2769870 w 2829983"/>
                <a:gd name="connsiteY1002" fmla="*/ 192193 h 1943099"/>
                <a:gd name="connsiteX1003" fmla="*/ 2778336 w 2829983"/>
                <a:gd name="connsiteY1003" fmla="*/ 206163 h 1943099"/>
                <a:gd name="connsiteX1004" fmla="*/ 2786803 w 2829983"/>
                <a:gd name="connsiteY1004" fmla="*/ 192193 h 1943099"/>
                <a:gd name="connsiteX1005" fmla="*/ 2800773 w 2829983"/>
                <a:gd name="connsiteY1005" fmla="*/ 192193 h 1943099"/>
                <a:gd name="connsiteX1006" fmla="*/ 2814744 w 2829983"/>
                <a:gd name="connsiteY1006" fmla="*/ 195157 h 1943099"/>
                <a:gd name="connsiteX1007" fmla="*/ 2828713 w 2829983"/>
                <a:gd name="connsiteY1007" fmla="*/ 210397 h 1943099"/>
                <a:gd name="connsiteX1008" fmla="*/ 2829983 w 2829983"/>
                <a:gd name="connsiteY1008" fmla="*/ 224367 h 1943099"/>
                <a:gd name="connsiteX1009" fmla="*/ 2816436 w 2829983"/>
                <a:gd name="connsiteY1009" fmla="*/ 231140 h 1943099"/>
                <a:gd name="connsiteX1010" fmla="*/ 2801197 w 2829983"/>
                <a:gd name="connsiteY1010" fmla="*/ 229870 h 1943099"/>
                <a:gd name="connsiteX1011" fmla="*/ 2787227 w 2829983"/>
                <a:gd name="connsiteY1011" fmla="*/ 229870 h 1943099"/>
                <a:gd name="connsiteX1012" fmla="*/ 2771563 w 2829983"/>
                <a:gd name="connsiteY1012" fmla="*/ 224367 h 1943099"/>
                <a:gd name="connsiteX1013" fmla="*/ 2757594 w 2829983"/>
                <a:gd name="connsiteY1013" fmla="*/ 217593 h 1943099"/>
                <a:gd name="connsiteX1014" fmla="*/ 2753360 w 2829983"/>
                <a:gd name="connsiteY1014" fmla="*/ 216323 h 1943099"/>
                <a:gd name="connsiteX1015" fmla="*/ 2750820 w 2829983"/>
                <a:gd name="connsiteY1015" fmla="*/ 215053 h 1943099"/>
                <a:gd name="connsiteX1016" fmla="*/ 2753360 w 2829983"/>
                <a:gd name="connsiteY1016" fmla="*/ 220557 h 1943099"/>
                <a:gd name="connsiteX1017" fmla="*/ 2749550 w 2829983"/>
                <a:gd name="connsiteY1017" fmla="*/ 235797 h 1943099"/>
                <a:gd name="connsiteX1018" fmla="*/ 2735580 w 2829983"/>
                <a:gd name="connsiteY1018" fmla="*/ 251037 h 1943099"/>
                <a:gd name="connsiteX1019" fmla="*/ 2734310 w 2829983"/>
                <a:gd name="connsiteY1019" fmla="*/ 251037 h 1943099"/>
                <a:gd name="connsiteX1020" fmla="*/ 2719070 w 2829983"/>
                <a:gd name="connsiteY1020" fmla="*/ 255270 h 1943099"/>
                <a:gd name="connsiteX1021" fmla="*/ 2713567 w 2829983"/>
                <a:gd name="connsiteY1021" fmla="*/ 255270 h 1943099"/>
                <a:gd name="connsiteX1022" fmla="*/ 2699597 w 2829983"/>
                <a:gd name="connsiteY1022" fmla="*/ 260773 h 1943099"/>
                <a:gd name="connsiteX1023" fmla="*/ 2683086 w 2829983"/>
                <a:gd name="connsiteY1023" fmla="*/ 262043 h 1943099"/>
                <a:gd name="connsiteX1024" fmla="*/ 2667847 w 2829983"/>
                <a:gd name="connsiteY1024" fmla="*/ 266277 h 1943099"/>
                <a:gd name="connsiteX1025" fmla="*/ 2669117 w 2829983"/>
                <a:gd name="connsiteY1025" fmla="*/ 281517 h 1943099"/>
                <a:gd name="connsiteX1026" fmla="*/ 2666153 w 2829983"/>
                <a:gd name="connsiteY1026" fmla="*/ 289983 h 1943099"/>
                <a:gd name="connsiteX1027" fmla="*/ 2652183 w 2829983"/>
                <a:gd name="connsiteY1027" fmla="*/ 302683 h 1943099"/>
                <a:gd name="connsiteX1028" fmla="*/ 2638213 w 2829983"/>
                <a:gd name="connsiteY1028" fmla="*/ 305647 h 1943099"/>
                <a:gd name="connsiteX1029" fmla="*/ 2635250 w 2829983"/>
                <a:gd name="connsiteY1029" fmla="*/ 304377 h 1943099"/>
                <a:gd name="connsiteX1030" fmla="*/ 2617047 w 2829983"/>
                <a:gd name="connsiteY1030" fmla="*/ 293370 h 1943099"/>
                <a:gd name="connsiteX1031" fmla="*/ 2617047 w 2829983"/>
                <a:gd name="connsiteY1031" fmla="*/ 276860 h 1943099"/>
                <a:gd name="connsiteX1032" fmla="*/ 2635250 w 2829983"/>
                <a:gd name="connsiteY1032" fmla="*/ 265853 h 1943099"/>
                <a:gd name="connsiteX1033" fmla="*/ 2657686 w 2829983"/>
                <a:gd name="connsiteY1033" fmla="*/ 247650 h 1943099"/>
                <a:gd name="connsiteX1034" fmla="*/ 2652183 w 2829983"/>
                <a:gd name="connsiteY1034" fmla="*/ 229447 h 1943099"/>
                <a:gd name="connsiteX1035" fmla="*/ 2638213 w 2829983"/>
                <a:gd name="connsiteY1035" fmla="*/ 212937 h 1943099"/>
                <a:gd name="connsiteX1036" fmla="*/ 2638213 w 2829983"/>
                <a:gd name="connsiteY1036" fmla="*/ 211667 h 1943099"/>
                <a:gd name="connsiteX1037" fmla="*/ 2611544 w 2829983"/>
                <a:gd name="connsiteY1037" fmla="*/ 206163 h 1943099"/>
                <a:gd name="connsiteX1038" fmla="*/ 2583603 w 2829983"/>
                <a:gd name="connsiteY1038" fmla="*/ 200660 h 1943099"/>
                <a:gd name="connsiteX1039" fmla="*/ 2551430 w 2829983"/>
                <a:gd name="connsiteY1039" fmla="*/ 186690 h 1943099"/>
                <a:gd name="connsiteX1040" fmla="*/ 2527723 w 2829983"/>
                <a:gd name="connsiteY1040" fmla="*/ 181187 h 1943099"/>
                <a:gd name="connsiteX1041" fmla="*/ 2509520 w 2829983"/>
                <a:gd name="connsiteY1041" fmla="*/ 167217 h 1943099"/>
                <a:gd name="connsiteX1042" fmla="*/ 2494280 w 2829983"/>
                <a:gd name="connsiteY1042" fmla="*/ 154517 h 1943099"/>
                <a:gd name="connsiteX1043" fmla="*/ 2479040 w 2829983"/>
                <a:gd name="connsiteY1043" fmla="*/ 157480 h 1943099"/>
                <a:gd name="connsiteX1044" fmla="*/ 2463800 w 2829983"/>
                <a:gd name="connsiteY1044" fmla="*/ 158750 h 1943099"/>
                <a:gd name="connsiteX1045" fmla="*/ 2449830 w 2829983"/>
                <a:gd name="connsiteY1045" fmla="*/ 165947 h 1943099"/>
                <a:gd name="connsiteX1046" fmla="*/ 2446867 w 2829983"/>
                <a:gd name="connsiteY1046" fmla="*/ 167217 h 1943099"/>
                <a:gd name="connsiteX1047" fmla="*/ 2445597 w 2829983"/>
                <a:gd name="connsiteY1047" fmla="*/ 168487 h 1943099"/>
                <a:gd name="connsiteX1048" fmla="*/ 2430357 w 2829983"/>
                <a:gd name="connsiteY1048" fmla="*/ 176953 h 1943099"/>
                <a:gd name="connsiteX1049" fmla="*/ 2415117 w 2829983"/>
                <a:gd name="connsiteY1049" fmla="*/ 179917 h 1943099"/>
                <a:gd name="connsiteX1050" fmla="*/ 2401147 w 2829983"/>
                <a:gd name="connsiteY1050" fmla="*/ 176953 h 1943099"/>
                <a:gd name="connsiteX1051" fmla="*/ 2387177 w 2829983"/>
                <a:gd name="connsiteY1051" fmla="*/ 173990 h 1943099"/>
                <a:gd name="connsiteX1052" fmla="*/ 2371936 w 2829983"/>
                <a:gd name="connsiteY1052" fmla="*/ 173990 h 1943099"/>
                <a:gd name="connsiteX1053" fmla="*/ 2357967 w 2829983"/>
                <a:gd name="connsiteY1053" fmla="*/ 176953 h 1943099"/>
                <a:gd name="connsiteX1054" fmla="*/ 2343997 w 2829983"/>
                <a:gd name="connsiteY1054" fmla="*/ 189653 h 1943099"/>
                <a:gd name="connsiteX1055" fmla="*/ 2330027 w 2829983"/>
                <a:gd name="connsiteY1055" fmla="*/ 201083 h 1943099"/>
                <a:gd name="connsiteX1056" fmla="*/ 2314786 w 2829983"/>
                <a:gd name="connsiteY1056" fmla="*/ 207857 h 1943099"/>
                <a:gd name="connsiteX1057" fmla="*/ 2299547 w 2829983"/>
                <a:gd name="connsiteY1057" fmla="*/ 216323 h 1943099"/>
                <a:gd name="connsiteX1058" fmla="*/ 2300817 w 2829983"/>
                <a:gd name="connsiteY1058" fmla="*/ 217593 h 1943099"/>
                <a:gd name="connsiteX1059" fmla="*/ 2302510 w 2829983"/>
                <a:gd name="connsiteY1059" fmla="*/ 218863 h 1943099"/>
                <a:gd name="connsiteX1060" fmla="*/ 2292350 w 2829983"/>
                <a:gd name="connsiteY1060" fmla="*/ 232833 h 1943099"/>
                <a:gd name="connsiteX1061" fmla="*/ 2289386 w 2829983"/>
                <a:gd name="connsiteY1061" fmla="*/ 248073 h 1943099"/>
                <a:gd name="connsiteX1062" fmla="*/ 2293620 w 2829983"/>
                <a:gd name="connsiteY1062" fmla="*/ 253577 h 1943099"/>
                <a:gd name="connsiteX1063" fmla="*/ 2285153 w 2829983"/>
                <a:gd name="connsiteY1063" fmla="*/ 267547 h 1943099"/>
                <a:gd name="connsiteX1064" fmla="*/ 2283460 w 2829983"/>
                <a:gd name="connsiteY1064" fmla="*/ 282787 h 1943099"/>
                <a:gd name="connsiteX1065" fmla="*/ 2286423 w 2829983"/>
                <a:gd name="connsiteY1065" fmla="*/ 296757 h 1943099"/>
                <a:gd name="connsiteX1066" fmla="*/ 2287694 w 2829983"/>
                <a:gd name="connsiteY1066" fmla="*/ 312420 h 1943099"/>
                <a:gd name="connsiteX1067" fmla="*/ 2273723 w 2829983"/>
                <a:gd name="connsiteY1067" fmla="*/ 324697 h 1943099"/>
                <a:gd name="connsiteX1068" fmla="*/ 2258483 w 2829983"/>
                <a:gd name="connsiteY1068" fmla="*/ 323427 h 1943099"/>
                <a:gd name="connsiteX1069" fmla="*/ 2252980 w 2829983"/>
                <a:gd name="connsiteY1069" fmla="*/ 324697 h 1943099"/>
                <a:gd name="connsiteX1070" fmla="*/ 2239010 w 2829983"/>
                <a:gd name="connsiteY1070" fmla="*/ 330200 h 1943099"/>
                <a:gd name="connsiteX1071" fmla="*/ 2229273 w 2829983"/>
                <a:gd name="connsiteY1071" fmla="*/ 344170 h 1943099"/>
                <a:gd name="connsiteX1072" fmla="*/ 2228003 w 2829983"/>
                <a:gd name="connsiteY1072" fmla="*/ 358140 h 1943099"/>
                <a:gd name="connsiteX1073" fmla="*/ 2212763 w 2829983"/>
                <a:gd name="connsiteY1073" fmla="*/ 360680 h 1943099"/>
                <a:gd name="connsiteX1074" fmla="*/ 2207260 w 2829983"/>
                <a:gd name="connsiteY1074" fmla="*/ 369147 h 1943099"/>
                <a:gd name="connsiteX1075" fmla="*/ 2194560 w 2829983"/>
                <a:gd name="connsiteY1075" fmla="*/ 363643 h 1943099"/>
                <a:gd name="connsiteX1076" fmla="*/ 2180590 w 2829983"/>
                <a:gd name="connsiteY1076" fmla="*/ 355177 h 1943099"/>
                <a:gd name="connsiteX1077" fmla="*/ 2165350 w 2829983"/>
                <a:gd name="connsiteY1077" fmla="*/ 352213 h 1943099"/>
                <a:gd name="connsiteX1078" fmla="*/ 2148417 w 2829983"/>
                <a:gd name="connsiteY1078" fmla="*/ 349250 h 1943099"/>
                <a:gd name="connsiteX1079" fmla="*/ 2131907 w 2829983"/>
                <a:gd name="connsiteY1079" fmla="*/ 345017 h 1943099"/>
                <a:gd name="connsiteX1080" fmla="*/ 2113703 w 2829983"/>
                <a:gd name="connsiteY1080" fmla="*/ 336550 h 1943099"/>
                <a:gd name="connsiteX1081" fmla="*/ 2099733 w 2829983"/>
                <a:gd name="connsiteY1081" fmla="*/ 332317 h 1943099"/>
                <a:gd name="connsiteX1082" fmla="*/ 2081530 w 2829983"/>
                <a:gd name="connsiteY1082" fmla="*/ 335280 h 1943099"/>
                <a:gd name="connsiteX1083" fmla="*/ 2070523 w 2829983"/>
                <a:gd name="connsiteY1083" fmla="*/ 349250 h 1943099"/>
                <a:gd name="connsiteX1084" fmla="*/ 2049780 w 2829983"/>
                <a:gd name="connsiteY1084" fmla="*/ 350520 h 1943099"/>
                <a:gd name="connsiteX1085" fmla="*/ 2035810 w 2829983"/>
                <a:gd name="connsiteY1085" fmla="*/ 356023 h 1943099"/>
                <a:gd name="connsiteX1086" fmla="*/ 2018877 w 2829983"/>
                <a:gd name="connsiteY1086" fmla="*/ 360257 h 1943099"/>
                <a:gd name="connsiteX1087" fmla="*/ 1995170 w 2829983"/>
                <a:gd name="connsiteY1087" fmla="*/ 351790 h 1943099"/>
                <a:gd name="connsiteX1088" fmla="*/ 1981200 w 2829983"/>
                <a:gd name="connsiteY1088" fmla="*/ 351790 h 1943099"/>
                <a:gd name="connsiteX1089" fmla="*/ 1953260 w 2829983"/>
                <a:gd name="connsiteY1089" fmla="*/ 344593 h 1943099"/>
                <a:gd name="connsiteX1090" fmla="*/ 1933363 w 2829983"/>
                <a:gd name="connsiteY1090" fmla="*/ 346287 h 1943099"/>
                <a:gd name="connsiteX1091" fmla="*/ 1921086 w 2829983"/>
                <a:gd name="connsiteY1091" fmla="*/ 328083 h 1943099"/>
                <a:gd name="connsiteX1092" fmla="*/ 1904577 w 2829983"/>
                <a:gd name="connsiteY1092" fmla="*/ 314113 h 1943099"/>
                <a:gd name="connsiteX1093" fmla="*/ 1889336 w 2829983"/>
                <a:gd name="connsiteY1093" fmla="*/ 304377 h 1943099"/>
                <a:gd name="connsiteX1094" fmla="*/ 1879600 w 2829983"/>
                <a:gd name="connsiteY1094" fmla="*/ 297603 h 1943099"/>
                <a:gd name="connsiteX1095" fmla="*/ 1874097 w 2829983"/>
                <a:gd name="connsiteY1095" fmla="*/ 293370 h 1943099"/>
                <a:gd name="connsiteX1096" fmla="*/ 1843193 w 2829983"/>
                <a:gd name="connsiteY1096" fmla="*/ 268393 h 1943099"/>
                <a:gd name="connsiteX1097" fmla="*/ 1824990 w 2829983"/>
                <a:gd name="connsiteY1097" fmla="*/ 265853 h 1943099"/>
                <a:gd name="connsiteX1098" fmla="*/ 1807210 w 2829983"/>
                <a:gd name="connsiteY1098" fmla="*/ 264160 h 1943099"/>
                <a:gd name="connsiteX1099" fmla="*/ 1779270 w 2829983"/>
                <a:gd name="connsiteY1099" fmla="*/ 281093 h 1943099"/>
                <a:gd name="connsiteX1100" fmla="*/ 1793240 w 2829983"/>
                <a:gd name="connsiteY1100" fmla="*/ 293370 h 1943099"/>
                <a:gd name="connsiteX1101" fmla="*/ 1775036 w 2829983"/>
                <a:gd name="connsiteY1101" fmla="*/ 298873 h 1943099"/>
                <a:gd name="connsiteX1102" fmla="*/ 1751330 w 2829983"/>
                <a:gd name="connsiteY1102" fmla="*/ 291677 h 1943099"/>
                <a:gd name="connsiteX1103" fmla="*/ 1736090 w 2829983"/>
                <a:gd name="connsiteY1103" fmla="*/ 301413 h 1943099"/>
                <a:gd name="connsiteX1104" fmla="*/ 1720850 w 2829983"/>
                <a:gd name="connsiteY1104" fmla="*/ 301413 h 1943099"/>
                <a:gd name="connsiteX1105" fmla="*/ 1706880 w 2829983"/>
                <a:gd name="connsiteY1105" fmla="*/ 301413 h 1943099"/>
                <a:gd name="connsiteX1106" fmla="*/ 1688677 w 2829983"/>
                <a:gd name="connsiteY1106" fmla="*/ 306917 h 1943099"/>
                <a:gd name="connsiteX1107" fmla="*/ 1708150 w 2829983"/>
                <a:gd name="connsiteY1107" fmla="*/ 319617 h 1943099"/>
                <a:gd name="connsiteX1108" fmla="*/ 1711113 w 2829983"/>
                <a:gd name="connsiteY1108" fmla="*/ 334857 h 1943099"/>
                <a:gd name="connsiteX1109" fmla="*/ 1709420 w 2829983"/>
                <a:gd name="connsiteY1109" fmla="*/ 336127 h 1943099"/>
                <a:gd name="connsiteX1110" fmla="*/ 1698413 w 2829983"/>
                <a:gd name="connsiteY1110" fmla="*/ 355600 h 1943099"/>
                <a:gd name="connsiteX1111" fmla="*/ 1673436 w 2829983"/>
                <a:gd name="connsiteY1111" fmla="*/ 370840 h 1943099"/>
                <a:gd name="connsiteX1112" fmla="*/ 1688677 w 2829983"/>
                <a:gd name="connsiteY1112" fmla="*/ 375073 h 1943099"/>
                <a:gd name="connsiteX1113" fmla="*/ 1702647 w 2829983"/>
                <a:gd name="connsiteY1113" fmla="*/ 380577 h 1943099"/>
                <a:gd name="connsiteX1114" fmla="*/ 1688677 w 2829983"/>
                <a:gd name="connsiteY1114" fmla="*/ 390313 h 1943099"/>
                <a:gd name="connsiteX1115" fmla="*/ 1673436 w 2829983"/>
                <a:gd name="connsiteY1115" fmla="*/ 398357 h 1943099"/>
                <a:gd name="connsiteX1116" fmla="*/ 1613323 w 2829983"/>
                <a:gd name="connsiteY1116" fmla="*/ 385657 h 1943099"/>
                <a:gd name="connsiteX1117" fmla="*/ 1565910 w 2829983"/>
                <a:gd name="connsiteY1117" fmla="*/ 375920 h 1943099"/>
                <a:gd name="connsiteX1118" fmla="*/ 1532467 w 2829983"/>
                <a:gd name="connsiteY1118" fmla="*/ 377190 h 1943099"/>
                <a:gd name="connsiteX1119" fmla="*/ 1507490 w 2829983"/>
                <a:gd name="connsiteY1119" fmla="*/ 366183 h 1943099"/>
                <a:gd name="connsiteX1120" fmla="*/ 1476586 w 2829983"/>
                <a:gd name="connsiteY1120" fmla="*/ 371687 h 1943099"/>
                <a:gd name="connsiteX1121" fmla="*/ 1475317 w 2829983"/>
                <a:gd name="connsiteY1121" fmla="*/ 385657 h 1943099"/>
                <a:gd name="connsiteX1122" fmla="*/ 1475317 w 2829983"/>
                <a:gd name="connsiteY1122" fmla="*/ 386927 h 1943099"/>
                <a:gd name="connsiteX1123" fmla="*/ 1476586 w 2829983"/>
                <a:gd name="connsiteY1123" fmla="*/ 395393 h 1943099"/>
                <a:gd name="connsiteX1124" fmla="*/ 1483783 w 2829983"/>
                <a:gd name="connsiteY1124" fmla="*/ 420370 h 1943099"/>
                <a:gd name="connsiteX1125" fmla="*/ 1460077 w 2829983"/>
                <a:gd name="connsiteY1125" fmla="*/ 448310 h 1943099"/>
                <a:gd name="connsiteX1126" fmla="*/ 1444836 w 2829983"/>
                <a:gd name="connsiteY1126" fmla="*/ 448310 h 1943099"/>
                <a:gd name="connsiteX1127" fmla="*/ 1427903 w 2829983"/>
                <a:gd name="connsiteY1127" fmla="*/ 442807 h 1943099"/>
                <a:gd name="connsiteX1128" fmla="*/ 1406736 w 2829983"/>
                <a:gd name="connsiteY1128" fmla="*/ 435610 h 1943099"/>
                <a:gd name="connsiteX1129" fmla="*/ 1384723 w 2829983"/>
                <a:gd name="connsiteY1129" fmla="*/ 436880 h 1943099"/>
                <a:gd name="connsiteX1130" fmla="*/ 1366520 w 2829983"/>
                <a:gd name="connsiteY1130" fmla="*/ 446617 h 1943099"/>
                <a:gd name="connsiteX1131" fmla="*/ 1364827 w 2829983"/>
                <a:gd name="connsiteY1131" fmla="*/ 446617 h 1943099"/>
                <a:gd name="connsiteX1132" fmla="*/ 1353397 w 2829983"/>
                <a:gd name="connsiteY1132" fmla="*/ 452120 h 1943099"/>
                <a:gd name="connsiteX1133" fmla="*/ 1326727 w 2829983"/>
                <a:gd name="connsiteY1133" fmla="*/ 470323 h 1943099"/>
                <a:gd name="connsiteX1134" fmla="*/ 1319953 w 2829983"/>
                <a:gd name="connsiteY1134" fmla="*/ 485563 h 1943099"/>
                <a:gd name="connsiteX1135" fmla="*/ 1313180 w 2829983"/>
                <a:gd name="connsiteY1135" fmla="*/ 500803 h 1943099"/>
                <a:gd name="connsiteX1136" fmla="*/ 1297940 w 2829983"/>
                <a:gd name="connsiteY1136" fmla="*/ 514773 h 1943099"/>
                <a:gd name="connsiteX1137" fmla="*/ 1264497 w 2829983"/>
                <a:gd name="connsiteY1137" fmla="*/ 530013 h 1943099"/>
                <a:gd name="connsiteX1138" fmla="*/ 1286933 w 2829983"/>
                <a:gd name="connsiteY1138" fmla="*/ 549487 h 1943099"/>
                <a:gd name="connsiteX1139" fmla="*/ 1302173 w 2829983"/>
                <a:gd name="connsiteY1139" fmla="*/ 562187 h 1943099"/>
                <a:gd name="connsiteX1140" fmla="*/ 1299210 w 2829983"/>
                <a:gd name="connsiteY1140" fmla="*/ 584623 h 1943099"/>
                <a:gd name="connsiteX1141" fmla="*/ 1282277 w 2829983"/>
                <a:gd name="connsiteY1141" fmla="*/ 591820 h 1943099"/>
                <a:gd name="connsiteX1142" fmla="*/ 1264073 w 2829983"/>
                <a:gd name="connsiteY1142" fmla="*/ 602827 h 1943099"/>
                <a:gd name="connsiteX1143" fmla="*/ 1240367 w 2829983"/>
                <a:gd name="connsiteY1143" fmla="*/ 626533 h 1943099"/>
                <a:gd name="connsiteX1144" fmla="*/ 1236133 w 2829983"/>
                <a:gd name="connsiteY1144" fmla="*/ 630767 h 1943099"/>
                <a:gd name="connsiteX1145" fmla="*/ 1215390 w 2829983"/>
                <a:gd name="connsiteY1145" fmla="*/ 653203 h 1943099"/>
                <a:gd name="connsiteX1146" fmla="*/ 1192953 w 2829983"/>
                <a:gd name="connsiteY1146" fmla="*/ 665903 h 1943099"/>
                <a:gd name="connsiteX1147" fmla="*/ 1201420 w 2829983"/>
                <a:gd name="connsiteY1147" fmla="*/ 686647 h 1943099"/>
                <a:gd name="connsiteX1148" fmla="*/ 1201420 w 2829983"/>
                <a:gd name="connsiteY1148" fmla="*/ 696383 h 1943099"/>
                <a:gd name="connsiteX1149" fmla="*/ 1176443 w 2829983"/>
                <a:gd name="connsiteY1149" fmla="*/ 706120 h 1943099"/>
                <a:gd name="connsiteX1150" fmla="*/ 1152736 w 2829983"/>
                <a:gd name="connsiteY1150" fmla="*/ 714587 h 1943099"/>
                <a:gd name="connsiteX1151" fmla="*/ 1147233 w 2829983"/>
                <a:gd name="connsiteY1151" fmla="*/ 714587 h 1943099"/>
                <a:gd name="connsiteX1152" fmla="*/ 1116330 w 2829983"/>
                <a:gd name="connsiteY1152" fmla="*/ 717550 h 1943099"/>
                <a:gd name="connsiteX1153" fmla="*/ 1098127 w 2829983"/>
                <a:gd name="connsiteY1153" fmla="*/ 717550 h 1943099"/>
                <a:gd name="connsiteX1154" fmla="*/ 1102360 w 2829983"/>
                <a:gd name="connsiteY1154" fmla="*/ 732790 h 1943099"/>
                <a:gd name="connsiteX1155" fmla="*/ 1106593 w 2829983"/>
                <a:gd name="connsiteY1155" fmla="*/ 748030 h 1943099"/>
                <a:gd name="connsiteX1156" fmla="*/ 1112097 w 2829983"/>
                <a:gd name="connsiteY1156" fmla="*/ 764540 h 1943099"/>
                <a:gd name="connsiteX1157" fmla="*/ 1101090 w 2829983"/>
                <a:gd name="connsiteY1157" fmla="*/ 785707 h 1943099"/>
                <a:gd name="connsiteX1158" fmla="*/ 1099397 w 2829983"/>
                <a:gd name="connsiteY1158" fmla="*/ 799677 h 1943099"/>
                <a:gd name="connsiteX1159" fmla="*/ 1098127 w 2829983"/>
                <a:gd name="connsiteY1159" fmla="*/ 814917 h 1943099"/>
                <a:gd name="connsiteX1160" fmla="*/ 1099397 w 2829983"/>
                <a:gd name="connsiteY1160" fmla="*/ 838623 h 1943099"/>
                <a:gd name="connsiteX1161" fmla="*/ 1084157 w 2829983"/>
                <a:gd name="connsiteY1161" fmla="*/ 847090 h 1943099"/>
                <a:gd name="connsiteX1162" fmla="*/ 1078230 w 2829983"/>
                <a:gd name="connsiteY1162" fmla="*/ 867833 h 1943099"/>
                <a:gd name="connsiteX1163" fmla="*/ 1065953 w 2829983"/>
                <a:gd name="connsiteY1163" fmla="*/ 880533 h 1943099"/>
                <a:gd name="connsiteX1164" fmla="*/ 1046480 w 2829983"/>
                <a:gd name="connsiteY1164" fmla="*/ 900007 h 1943099"/>
                <a:gd name="connsiteX1165" fmla="*/ 1019810 w 2829983"/>
                <a:gd name="connsiteY1165" fmla="*/ 926677 h 1943099"/>
                <a:gd name="connsiteX1166" fmla="*/ 1004570 w 2829983"/>
                <a:gd name="connsiteY1166" fmla="*/ 944880 h 1943099"/>
                <a:gd name="connsiteX1167" fmla="*/ 1019810 w 2829983"/>
                <a:gd name="connsiteY1167" fmla="*/ 950383 h 1943099"/>
                <a:gd name="connsiteX1168" fmla="*/ 1038013 w 2829983"/>
                <a:gd name="connsiteY1168" fmla="*/ 958850 h 1943099"/>
                <a:gd name="connsiteX1169" fmla="*/ 1057486 w 2829983"/>
                <a:gd name="connsiteY1169" fmla="*/ 963083 h 1943099"/>
                <a:gd name="connsiteX1170" fmla="*/ 1060450 w 2829983"/>
                <a:gd name="connsiteY1170" fmla="*/ 977053 h 1943099"/>
                <a:gd name="connsiteX1171" fmla="*/ 1064683 w 2829983"/>
                <a:gd name="connsiteY1171" fmla="*/ 1003723 h 1943099"/>
                <a:gd name="connsiteX1172" fmla="*/ 1054947 w 2829983"/>
                <a:gd name="connsiteY1172" fmla="*/ 1016423 h 1943099"/>
                <a:gd name="connsiteX1173" fmla="*/ 1053677 w 2829983"/>
                <a:gd name="connsiteY1173" fmla="*/ 1017693 h 1943099"/>
                <a:gd name="connsiteX1174" fmla="*/ 1051136 w 2829983"/>
                <a:gd name="connsiteY1174" fmla="*/ 1021927 h 1943099"/>
                <a:gd name="connsiteX1175" fmla="*/ 1007957 w 2829983"/>
                <a:gd name="connsiteY1175" fmla="*/ 1024890 h 1943099"/>
                <a:gd name="connsiteX1176" fmla="*/ 989753 w 2829983"/>
                <a:gd name="connsiteY1176" fmla="*/ 1021927 h 1943099"/>
                <a:gd name="connsiteX1177" fmla="*/ 960543 w 2829983"/>
                <a:gd name="connsiteY1177" fmla="*/ 1017693 h 1943099"/>
                <a:gd name="connsiteX1178" fmla="*/ 943610 w 2829983"/>
                <a:gd name="connsiteY1178" fmla="*/ 1020233 h 1943099"/>
                <a:gd name="connsiteX1179" fmla="*/ 925407 w 2829983"/>
                <a:gd name="connsiteY1179" fmla="*/ 1024467 h 1943099"/>
                <a:gd name="connsiteX1180" fmla="*/ 907627 w 2829983"/>
                <a:gd name="connsiteY1180" fmla="*/ 1032933 h 1943099"/>
                <a:gd name="connsiteX1181" fmla="*/ 890693 w 2829983"/>
                <a:gd name="connsiteY1181" fmla="*/ 1045633 h 1943099"/>
                <a:gd name="connsiteX1182" fmla="*/ 876723 w 2829983"/>
                <a:gd name="connsiteY1182" fmla="*/ 1059603 h 1943099"/>
                <a:gd name="connsiteX1183" fmla="*/ 861060 w 2829983"/>
                <a:gd name="connsiteY1183" fmla="*/ 1074843 h 1943099"/>
                <a:gd name="connsiteX1184" fmla="*/ 858520 w 2829983"/>
                <a:gd name="connsiteY1184" fmla="*/ 1079077 h 1943099"/>
                <a:gd name="connsiteX1185" fmla="*/ 842010 w 2829983"/>
                <a:gd name="connsiteY1185" fmla="*/ 1091353 h 1943099"/>
                <a:gd name="connsiteX1186" fmla="*/ 847513 w 2829983"/>
                <a:gd name="connsiteY1186" fmla="*/ 1106593 h 1943099"/>
                <a:gd name="connsiteX1187" fmla="*/ 829310 w 2829983"/>
                <a:gd name="connsiteY1187" fmla="*/ 1129030 h 1943099"/>
                <a:gd name="connsiteX1188" fmla="*/ 828040 w 2829983"/>
                <a:gd name="connsiteY1188" fmla="*/ 1130300 h 1943099"/>
                <a:gd name="connsiteX1189" fmla="*/ 832273 w 2829983"/>
                <a:gd name="connsiteY1189" fmla="*/ 1151043 h 1943099"/>
                <a:gd name="connsiteX1190" fmla="*/ 839046 w 2829983"/>
                <a:gd name="connsiteY1190" fmla="*/ 1165013 h 1943099"/>
                <a:gd name="connsiteX1191" fmla="*/ 848783 w 2829983"/>
                <a:gd name="connsiteY1191" fmla="*/ 1180253 h 1943099"/>
                <a:gd name="connsiteX1192" fmla="*/ 833543 w 2829983"/>
                <a:gd name="connsiteY1192" fmla="*/ 1194223 h 1943099"/>
                <a:gd name="connsiteX1193" fmla="*/ 837777 w 2829983"/>
                <a:gd name="connsiteY1193" fmla="*/ 1208193 h 1943099"/>
                <a:gd name="connsiteX1194" fmla="*/ 836507 w 2829983"/>
                <a:gd name="connsiteY1194" fmla="*/ 1236133 h 1943099"/>
                <a:gd name="connsiteX1195" fmla="*/ 842010 w 2829983"/>
                <a:gd name="connsiteY1195" fmla="*/ 1256877 h 1943099"/>
                <a:gd name="connsiteX1196" fmla="*/ 857250 w 2829983"/>
                <a:gd name="connsiteY1196" fmla="*/ 1279313 h 1943099"/>
                <a:gd name="connsiteX1197" fmla="*/ 857250 w 2829983"/>
                <a:gd name="connsiteY1197" fmla="*/ 1280583 h 1943099"/>
                <a:gd name="connsiteX1198" fmla="*/ 858520 w 2829983"/>
                <a:gd name="connsiteY1198" fmla="*/ 1281853 h 1943099"/>
                <a:gd name="connsiteX1199" fmla="*/ 862753 w 2829983"/>
                <a:gd name="connsiteY1199" fmla="*/ 1290320 h 1943099"/>
                <a:gd name="connsiteX1200" fmla="*/ 857250 w 2829983"/>
                <a:gd name="connsiteY1200" fmla="*/ 1309793 h 1943099"/>
                <a:gd name="connsiteX1201" fmla="*/ 854286 w 2829983"/>
                <a:gd name="connsiteY1201" fmla="*/ 1325033 h 1943099"/>
                <a:gd name="connsiteX1202" fmla="*/ 853017 w 2829983"/>
                <a:gd name="connsiteY1202" fmla="*/ 1331807 h 1943099"/>
                <a:gd name="connsiteX1203" fmla="*/ 848783 w 2829983"/>
                <a:gd name="connsiteY1203" fmla="*/ 1348740 h 1943099"/>
                <a:gd name="connsiteX1204" fmla="*/ 844550 w 2829983"/>
                <a:gd name="connsiteY1204" fmla="*/ 1372447 h 1943099"/>
                <a:gd name="connsiteX1205" fmla="*/ 861060 w 2829983"/>
                <a:gd name="connsiteY1205" fmla="*/ 1385147 h 1943099"/>
                <a:gd name="connsiteX1206" fmla="*/ 875030 w 2829983"/>
                <a:gd name="connsiteY1206" fmla="*/ 1396153 h 1943099"/>
                <a:gd name="connsiteX1207" fmla="*/ 894503 w 2829983"/>
                <a:gd name="connsiteY1207" fmla="*/ 1397423 h 1943099"/>
                <a:gd name="connsiteX1208" fmla="*/ 909743 w 2829983"/>
                <a:gd name="connsiteY1208" fmla="*/ 1410123 h 1943099"/>
                <a:gd name="connsiteX1209" fmla="*/ 930486 w 2829983"/>
                <a:gd name="connsiteY1209" fmla="*/ 1428327 h 1943099"/>
                <a:gd name="connsiteX1210" fmla="*/ 926253 w 2829983"/>
                <a:gd name="connsiteY1210" fmla="*/ 1443567 h 1943099"/>
                <a:gd name="connsiteX1211" fmla="*/ 916517 w 2829983"/>
                <a:gd name="connsiteY1211" fmla="*/ 1457537 h 1943099"/>
                <a:gd name="connsiteX1212" fmla="*/ 909743 w 2829983"/>
                <a:gd name="connsiteY1212" fmla="*/ 1475740 h 1943099"/>
                <a:gd name="connsiteX1213" fmla="*/ 908473 w 2829983"/>
                <a:gd name="connsiteY1213" fmla="*/ 1475740 h 1943099"/>
                <a:gd name="connsiteX1214" fmla="*/ 898736 w 2829983"/>
                <a:gd name="connsiteY1214" fmla="*/ 1475740 h 1943099"/>
                <a:gd name="connsiteX1215" fmla="*/ 894503 w 2829983"/>
                <a:gd name="connsiteY1215" fmla="*/ 1474470 h 1943099"/>
                <a:gd name="connsiteX1216" fmla="*/ 877993 w 2829983"/>
                <a:gd name="connsiteY1216" fmla="*/ 1477433 h 1943099"/>
                <a:gd name="connsiteX1217" fmla="*/ 864023 w 2829983"/>
                <a:gd name="connsiteY1217" fmla="*/ 1480397 h 1943099"/>
                <a:gd name="connsiteX1218" fmla="*/ 864023 w 2829983"/>
                <a:gd name="connsiteY1218" fmla="*/ 1495637 h 1943099"/>
                <a:gd name="connsiteX1219" fmla="*/ 866986 w 2829983"/>
                <a:gd name="connsiteY1219" fmla="*/ 1510877 h 1943099"/>
                <a:gd name="connsiteX1220" fmla="*/ 876723 w 2829983"/>
                <a:gd name="connsiteY1220" fmla="*/ 1526117 h 1943099"/>
                <a:gd name="connsiteX1221" fmla="*/ 887730 w 2829983"/>
                <a:gd name="connsiteY1221" fmla="*/ 1540087 h 1943099"/>
                <a:gd name="connsiteX1222" fmla="*/ 897467 w 2829983"/>
                <a:gd name="connsiteY1222" fmla="*/ 1555327 h 1943099"/>
                <a:gd name="connsiteX1223" fmla="*/ 900430 w 2829983"/>
                <a:gd name="connsiteY1223" fmla="*/ 1570567 h 1943099"/>
                <a:gd name="connsiteX1224" fmla="*/ 889423 w 2829983"/>
                <a:gd name="connsiteY1224" fmla="*/ 1585807 h 1943099"/>
                <a:gd name="connsiteX1225" fmla="*/ 889423 w 2829983"/>
                <a:gd name="connsiteY1225" fmla="*/ 1599777 h 1943099"/>
                <a:gd name="connsiteX1226" fmla="*/ 891117 w 2829983"/>
                <a:gd name="connsiteY1226" fmla="*/ 1613747 h 1943099"/>
                <a:gd name="connsiteX1227" fmla="*/ 882650 w 2829983"/>
                <a:gd name="connsiteY1227" fmla="*/ 1627717 h 1943099"/>
                <a:gd name="connsiteX1228" fmla="*/ 874183 w 2829983"/>
                <a:gd name="connsiteY1228" fmla="*/ 1634490 h 1943099"/>
                <a:gd name="connsiteX1229" fmla="*/ 858943 w 2829983"/>
                <a:gd name="connsiteY1229" fmla="*/ 1644227 h 1943099"/>
                <a:gd name="connsiteX1230" fmla="*/ 855980 w 2829983"/>
                <a:gd name="connsiteY1230" fmla="*/ 1644227 h 1943099"/>
                <a:gd name="connsiteX1231" fmla="*/ 842010 w 2829983"/>
                <a:gd name="connsiteY1231" fmla="*/ 1651423 h 1943099"/>
                <a:gd name="connsiteX1232" fmla="*/ 828040 w 2829983"/>
                <a:gd name="connsiteY1232" fmla="*/ 1650153 h 1943099"/>
                <a:gd name="connsiteX1233" fmla="*/ 814070 w 2829983"/>
                <a:gd name="connsiteY1233" fmla="*/ 1654387 h 1943099"/>
                <a:gd name="connsiteX1234" fmla="*/ 818303 w 2829983"/>
                <a:gd name="connsiteY1234" fmla="*/ 1667087 h 1943099"/>
                <a:gd name="connsiteX1235" fmla="*/ 818303 w 2829983"/>
                <a:gd name="connsiteY1235" fmla="*/ 1681057 h 1943099"/>
                <a:gd name="connsiteX1236" fmla="*/ 803063 w 2829983"/>
                <a:gd name="connsiteY1236" fmla="*/ 1690793 h 1943099"/>
                <a:gd name="connsiteX1237" fmla="*/ 794596 w 2829983"/>
                <a:gd name="connsiteY1237" fmla="*/ 1704763 h 1943099"/>
                <a:gd name="connsiteX1238" fmla="*/ 798830 w 2829983"/>
                <a:gd name="connsiteY1238" fmla="*/ 1715770 h 1943099"/>
                <a:gd name="connsiteX1239" fmla="*/ 804333 w 2829983"/>
                <a:gd name="connsiteY1239" fmla="*/ 1731010 h 1943099"/>
                <a:gd name="connsiteX1240" fmla="*/ 808567 w 2829983"/>
                <a:gd name="connsiteY1240" fmla="*/ 1740747 h 1943099"/>
                <a:gd name="connsiteX1241" fmla="*/ 808567 w 2829983"/>
                <a:gd name="connsiteY1241" fmla="*/ 1742017 h 1943099"/>
                <a:gd name="connsiteX1242" fmla="*/ 809836 w 2829983"/>
                <a:gd name="connsiteY1242" fmla="*/ 1747520 h 1943099"/>
                <a:gd name="connsiteX1243" fmla="*/ 808567 w 2829983"/>
                <a:gd name="connsiteY1243" fmla="*/ 1753023 h 1943099"/>
                <a:gd name="connsiteX1244" fmla="*/ 801370 w 2829983"/>
                <a:gd name="connsiteY1244" fmla="*/ 1766993 h 1943099"/>
                <a:gd name="connsiteX1245" fmla="*/ 797136 w 2829983"/>
                <a:gd name="connsiteY1245" fmla="*/ 1783927 h 1943099"/>
                <a:gd name="connsiteX1246" fmla="*/ 794173 w 2829983"/>
                <a:gd name="connsiteY1246" fmla="*/ 1799167 h 1943099"/>
                <a:gd name="connsiteX1247" fmla="*/ 792903 w 2829983"/>
                <a:gd name="connsiteY1247" fmla="*/ 1803400 h 1943099"/>
                <a:gd name="connsiteX1248" fmla="*/ 777663 w 2829983"/>
                <a:gd name="connsiteY1248" fmla="*/ 1807633 h 1943099"/>
                <a:gd name="connsiteX1249" fmla="*/ 767927 w 2829983"/>
                <a:gd name="connsiteY1249" fmla="*/ 1791970 h 1943099"/>
                <a:gd name="connsiteX1250" fmla="*/ 756920 w 2829983"/>
                <a:gd name="connsiteY1250" fmla="*/ 1778000 h 1943099"/>
                <a:gd name="connsiteX1251" fmla="*/ 745913 w 2829983"/>
                <a:gd name="connsiteY1251" fmla="*/ 1773767 h 1943099"/>
                <a:gd name="connsiteX1252" fmla="*/ 740410 w 2829983"/>
                <a:gd name="connsiteY1252" fmla="*/ 1775037 h 1943099"/>
                <a:gd name="connsiteX1253" fmla="*/ 733213 w 2829983"/>
                <a:gd name="connsiteY1253" fmla="*/ 1765300 h 1943099"/>
                <a:gd name="connsiteX1254" fmla="*/ 719243 w 2829983"/>
                <a:gd name="connsiteY1254" fmla="*/ 1766570 h 1943099"/>
                <a:gd name="connsiteX1255" fmla="*/ 704003 w 2829983"/>
                <a:gd name="connsiteY1255" fmla="*/ 1756833 h 1943099"/>
                <a:gd name="connsiteX1256" fmla="*/ 690033 w 2829983"/>
                <a:gd name="connsiteY1256" fmla="*/ 1756833 h 1943099"/>
                <a:gd name="connsiteX1257" fmla="*/ 677333 w 2829983"/>
                <a:gd name="connsiteY1257" fmla="*/ 1741593 h 1943099"/>
                <a:gd name="connsiteX1258" fmla="*/ 674793 w 2829983"/>
                <a:gd name="connsiteY1258" fmla="*/ 1727623 h 1943099"/>
                <a:gd name="connsiteX1259" fmla="*/ 677333 w 2829983"/>
                <a:gd name="connsiteY1259" fmla="*/ 1712383 h 1943099"/>
                <a:gd name="connsiteX1260" fmla="*/ 673100 w 2829983"/>
                <a:gd name="connsiteY1260" fmla="*/ 1703917 h 1943099"/>
                <a:gd name="connsiteX1261" fmla="*/ 670137 w 2829983"/>
                <a:gd name="connsiteY1261" fmla="*/ 1689947 h 1943099"/>
                <a:gd name="connsiteX1262" fmla="*/ 663363 w 2829983"/>
                <a:gd name="connsiteY1262" fmla="*/ 1674707 h 1943099"/>
                <a:gd name="connsiteX1263" fmla="*/ 677333 w 2829983"/>
                <a:gd name="connsiteY1263" fmla="*/ 1660737 h 1943099"/>
                <a:gd name="connsiteX1264" fmla="*/ 681567 w 2829983"/>
                <a:gd name="connsiteY1264" fmla="*/ 1674707 h 1943099"/>
                <a:gd name="connsiteX1265" fmla="*/ 685800 w 2829983"/>
                <a:gd name="connsiteY1265" fmla="*/ 1660737 h 1943099"/>
                <a:gd name="connsiteX1266" fmla="*/ 685800 w 2829983"/>
                <a:gd name="connsiteY1266" fmla="*/ 1651000 h 1943099"/>
                <a:gd name="connsiteX1267" fmla="*/ 671830 w 2829983"/>
                <a:gd name="connsiteY1267" fmla="*/ 1649730 h 1943099"/>
                <a:gd name="connsiteX1268" fmla="*/ 663363 w 2829983"/>
                <a:gd name="connsiteY1268" fmla="*/ 1652693 h 1943099"/>
                <a:gd name="connsiteX1269" fmla="*/ 653627 w 2829983"/>
                <a:gd name="connsiteY1269" fmla="*/ 1666663 h 1943099"/>
                <a:gd name="connsiteX1270" fmla="*/ 656590 w 2829983"/>
                <a:gd name="connsiteY1270" fmla="*/ 1680633 h 1943099"/>
                <a:gd name="connsiteX1271" fmla="*/ 667596 w 2829983"/>
                <a:gd name="connsiteY1271" fmla="*/ 1695873 h 1943099"/>
                <a:gd name="connsiteX1272" fmla="*/ 656590 w 2829983"/>
                <a:gd name="connsiteY1272" fmla="*/ 1709843 h 1943099"/>
                <a:gd name="connsiteX1273" fmla="*/ 645583 w 2829983"/>
                <a:gd name="connsiteY1273" fmla="*/ 1695873 h 1943099"/>
                <a:gd name="connsiteX1274" fmla="*/ 640080 w 2829983"/>
                <a:gd name="connsiteY1274" fmla="*/ 1708573 h 1943099"/>
                <a:gd name="connsiteX1275" fmla="*/ 624417 w 2829983"/>
                <a:gd name="connsiteY1275" fmla="*/ 1705610 h 1943099"/>
                <a:gd name="connsiteX1276" fmla="*/ 638387 w 2829983"/>
                <a:gd name="connsiteY1276" fmla="*/ 1719580 h 1943099"/>
                <a:gd name="connsiteX1277" fmla="*/ 651087 w 2829983"/>
                <a:gd name="connsiteY1277" fmla="*/ 1734820 h 1943099"/>
                <a:gd name="connsiteX1278" fmla="*/ 645583 w 2829983"/>
                <a:gd name="connsiteY1278" fmla="*/ 1748790 h 1943099"/>
                <a:gd name="connsiteX1279" fmla="*/ 641350 w 2829983"/>
                <a:gd name="connsiteY1279" fmla="*/ 1762760 h 1943099"/>
                <a:gd name="connsiteX1280" fmla="*/ 641350 w 2829983"/>
                <a:gd name="connsiteY1280" fmla="*/ 1747097 h 1943099"/>
                <a:gd name="connsiteX1281" fmla="*/ 635846 w 2829983"/>
                <a:gd name="connsiteY1281" fmla="*/ 1761067 h 1943099"/>
                <a:gd name="connsiteX1282" fmla="*/ 621877 w 2829983"/>
                <a:gd name="connsiteY1282" fmla="*/ 1768263 h 1943099"/>
                <a:gd name="connsiteX1283" fmla="*/ 612140 w 2829983"/>
                <a:gd name="connsiteY1283" fmla="*/ 1782233 h 1943099"/>
                <a:gd name="connsiteX1284" fmla="*/ 598593 w 2829983"/>
                <a:gd name="connsiteY1284" fmla="*/ 1782233 h 1943099"/>
                <a:gd name="connsiteX1285" fmla="*/ 592667 w 2829983"/>
                <a:gd name="connsiteY1285" fmla="*/ 1794933 h 1943099"/>
                <a:gd name="connsiteX1286" fmla="*/ 587163 w 2829983"/>
                <a:gd name="connsiteY1286" fmla="*/ 1791970 h 1943099"/>
                <a:gd name="connsiteX1287" fmla="*/ 573193 w 2829983"/>
                <a:gd name="connsiteY1287" fmla="*/ 1783503 h 1943099"/>
                <a:gd name="connsiteX1288" fmla="*/ 571923 w 2829983"/>
                <a:gd name="connsiteY1288" fmla="*/ 1779270 h 1943099"/>
                <a:gd name="connsiteX1289" fmla="*/ 556683 w 2829983"/>
                <a:gd name="connsiteY1289" fmla="*/ 1778000 h 1943099"/>
                <a:gd name="connsiteX1290" fmla="*/ 549910 w 2829983"/>
                <a:gd name="connsiteY1290" fmla="*/ 1769533 h 1943099"/>
                <a:gd name="connsiteX1291" fmla="*/ 541443 w 2829983"/>
                <a:gd name="connsiteY1291" fmla="*/ 1769533 h 1943099"/>
                <a:gd name="connsiteX1292" fmla="*/ 556683 w 2829983"/>
                <a:gd name="connsiteY1292" fmla="*/ 1782233 h 1943099"/>
                <a:gd name="connsiteX1293" fmla="*/ 556683 w 2829983"/>
                <a:gd name="connsiteY1293" fmla="*/ 1793240 h 1943099"/>
                <a:gd name="connsiteX1294" fmla="*/ 542713 w 2829983"/>
                <a:gd name="connsiteY1294" fmla="*/ 1798743 h 1943099"/>
                <a:gd name="connsiteX1295" fmla="*/ 527473 w 2829983"/>
                <a:gd name="connsiteY1295" fmla="*/ 1808480 h 1943099"/>
                <a:gd name="connsiteX1296" fmla="*/ 512233 w 2829983"/>
                <a:gd name="connsiteY1296" fmla="*/ 1809750 h 1943099"/>
                <a:gd name="connsiteX1297" fmla="*/ 521970 w 2829983"/>
                <a:gd name="connsiteY1297" fmla="*/ 1823720 h 1943099"/>
                <a:gd name="connsiteX1298" fmla="*/ 514773 w 2829983"/>
                <a:gd name="connsiteY1298" fmla="*/ 1827953 h 1943099"/>
                <a:gd name="connsiteX1299" fmla="*/ 499533 w 2829983"/>
                <a:gd name="connsiteY1299" fmla="*/ 1827953 h 1943099"/>
                <a:gd name="connsiteX1300" fmla="*/ 485563 w 2829983"/>
                <a:gd name="connsiteY1300" fmla="*/ 1829223 h 1943099"/>
                <a:gd name="connsiteX1301" fmla="*/ 492760 w 2829983"/>
                <a:gd name="connsiteY1301" fmla="*/ 1844463 h 1943099"/>
                <a:gd name="connsiteX1302" fmla="*/ 484293 w 2829983"/>
                <a:gd name="connsiteY1302" fmla="*/ 1847427 h 1943099"/>
                <a:gd name="connsiteX1303" fmla="*/ 469053 w 2829983"/>
                <a:gd name="connsiteY1303" fmla="*/ 1850390 h 1943099"/>
                <a:gd name="connsiteX1304" fmla="*/ 463550 w 2829983"/>
                <a:gd name="connsiteY1304" fmla="*/ 1864360 h 1943099"/>
                <a:gd name="connsiteX1305" fmla="*/ 449580 w 2829983"/>
                <a:gd name="connsiteY1305" fmla="*/ 1875367 h 1943099"/>
                <a:gd name="connsiteX1306" fmla="*/ 435610 w 2829983"/>
                <a:gd name="connsiteY1306" fmla="*/ 1889337 h 1943099"/>
                <a:gd name="connsiteX1307" fmla="*/ 421640 w 2829983"/>
                <a:gd name="connsiteY1307" fmla="*/ 1897803 h 1943099"/>
                <a:gd name="connsiteX1308" fmla="*/ 407670 w 2829983"/>
                <a:gd name="connsiteY1308" fmla="*/ 1906270 h 1943099"/>
                <a:gd name="connsiteX1309" fmla="*/ 392007 w 2829983"/>
                <a:gd name="connsiteY1309" fmla="*/ 1914737 h 1943099"/>
                <a:gd name="connsiteX1310" fmla="*/ 378037 w 2829983"/>
                <a:gd name="connsiteY1310" fmla="*/ 1917700 h 1943099"/>
                <a:gd name="connsiteX1311" fmla="*/ 378037 w 2829983"/>
                <a:gd name="connsiteY1311" fmla="*/ 1921933 h 1943099"/>
                <a:gd name="connsiteX1312" fmla="*/ 364067 w 2829983"/>
                <a:gd name="connsiteY1312" fmla="*/ 1918970 h 1943099"/>
                <a:gd name="connsiteX1313" fmla="*/ 361103 w 2829983"/>
                <a:gd name="connsiteY1313" fmla="*/ 1918970 h 1943099"/>
                <a:gd name="connsiteX1314" fmla="*/ 358140 w 2829983"/>
                <a:gd name="connsiteY1314" fmla="*/ 1921933 h 1943099"/>
                <a:gd name="connsiteX1315" fmla="*/ 344170 w 2829983"/>
                <a:gd name="connsiteY1315" fmla="*/ 1932940 h 1943099"/>
                <a:gd name="connsiteX1316" fmla="*/ 328930 w 2829983"/>
                <a:gd name="connsiteY1316" fmla="*/ 1931670 h 1943099"/>
                <a:gd name="connsiteX1317" fmla="*/ 314960 w 2829983"/>
                <a:gd name="connsiteY1317" fmla="*/ 1940137 h 1943099"/>
                <a:gd name="connsiteX1318" fmla="*/ 300990 w 2829983"/>
                <a:gd name="connsiteY1318" fmla="*/ 1943100 h 1943099"/>
                <a:gd name="connsiteX1319" fmla="*/ 287020 w 2829983"/>
                <a:gd name="connsiteY1319" fmla="*/ 1941830 h 1943099"/>
                <a:gd name="connsiteX1320" fmla="*/ 273050 w 2829983"/>
                <a:gd name="connsiteY1320" fmla="*/ 1936327 h 1943099"/>
                <a:gd name="connsiteX1321" fmla="*/ 257810 w 2829983"/>
                <a:gd name="connsiteY1321" fmla="*/ 1936327 h 1943099"/>
                <a:gd name="connsiteX1322" fmla="*/ 243840 w 2829983"/>
                <a:gd name="connsiteY1322" fmla="*/ 1935057 h 1943099"/>
                <a:gd name="connsiteX1323" fmla="*/ 229870 w 2829983"/>
                <a:gd name="connsiteY1323" fmla="*/ 1936327 h 1943099"/>
                <a:gd name="connsiteX1324" fmla="*/ 215900 w 2829983"/>
                <a:gd name="connsiteY1324" fmla="*/ 1930823 h 1943099"/>
                <a:gd name="connsiteX1325" fmla="*/ 200660 w 2829983"/>
                <a:gd name="connsiteY1325" fmla="*/ 1933787 h 1943099"/>
                <a:gd name="connsiteX1326" fmla="*/ 186690 w 2829983"/>
                <a:gd name="connsiteY1326" fmla="*/ 1922780 h 1943099"/>
                <a:gd name="connsiteX1327" fmla="*/ 200660 w 2829983"/>
                <a:gd name="connsiteY1327" fmla="*/ 1911773 h 1943099"/>
                <a:gd name="connsiteX1328" fmla="*/ 217170 w 2829983"/>
                <a:gd name="connsiteY1328" fmla="*/ 1903307 h 1943099"/>
                <a:gd name="connsiteX1329" fmla="*/ 203200 w 2829983"/>
                <a:gd name="connsiteY1329" fmla="*/ 1908810 h 1943099"/>
                <a:gd name="connsiteX1330" fmla="*/ 187960 w 2829983"/>
                <a:gd name="connsiteY1330" fmla="*/ 1907540 h 1943099"/>
                <a:gd name="connsiteX1331" fmla="*/ 173990 w 2829983"/>
                <a:gd name="connsiteY1331" fmla="*/ 1905000 h 1943099"/>
                <a:gd name="connsiteX1332" fmla="*/ 160020 w 2829983"/>
                <a:gd name="connsiteY1332" fmla="*/ 1902037 h 1943099"/>
                <a:gd name="connsiteX1333" fmla="*/ 148590 w 2829983"/>
                <a:gd name="connsiteY1333" fmla="*/ 1895263 h 1943099"/>
                <a:gd name="connsiteX1334" fmla="*/ 134620 w 2829983"/>
                <a:gd name="connsiteY1334" fmla="*/ 1892300 h 1943099"/>
                <a:gd name="connsiteX1335" fmla="*/ 116417 w 2829983"/>
                <a:gd name="connsiteY1335" fmla="*/ 1883833 h 1943099"/>
                <a:gd name="connsiteX1336" fmla="*/ 102446 w 2829983"/>
                <a:gd name="connsiteY1336" fmla="*/ 1872827 h 1943099"/>
                <a:gd name="connsiteX1337" fmla="*/ 87207 w 2829983"/>
                <a:gd name="connsiteY1337" fmla="*/ 1863090 h 1943099"/>
                <a:gd name="connsiteX1338" fmla="*/ 73237 w 2829983"/>
                <a:gd name="connsiteY1338" fmla="*/ 1857587 h 1943099"/>
                <a:gd name="connsiteX1339" fmla="*/ 60537 w 2829983"/>
                <a:gd name="connsiteY1339" fmla="*/ 1842347 h 1943099"/>
                <a:gd name="connsiteX1340" fmla="*/ 60537 w 2829983"/>
                <a:gd name="connsiteY1340" fmla="*/ 1839383 h 1943099"/>
                <a:gd name="connsiteX1341" fmla="*/ 57996 w 2829983"/>
                <a:gd name="connsiteY1341" fmla="*/ 1825413 h 1943099"/>
                <a:gd name="connsiteX1342" fmla="*/ 64770 w 2829983"/>
                <a:gd name="connsiteY1342" fmla="*/ 1810173 h 1943099"/>
                <a:gd name="connsiteX1343" fmla="*/ 78740 w 2829983"/>
                <a:gd name="connsiteY1343" fmla="*/ 1799167 h 1943099"/>
                <a:gd name="connsiteX1344" fmla="*/ 64770 w 2829983"/>
                <a:gd name="connsiteY1344" fmla="*/ 1789430 h 1943099"/>
                <a:gd name="connsiteX1345" fmla="*/ 78740 w 2829983"/>
                <a:gd name="connsiteY1345" fmla="*/ 1790700 h 1943099"/>
                <a:gd name="connsiteX1346" fmla="*/ 92710 w 2829983"/>
                <a:gd name="connsiteY1346" fmla="*/ 1800437 h 1943099"/>
                <a:gd name="connsiteX1347" fmla="*/ 106680 w 2829983"/>
                <a:gd name="connsiteY1347" fmla="*/ 1797473 h 1943099"/>
                <a:gd name="connsiteX1348" fmla="*/ 120650 w 2829983"/>
                <a:gd name="connsiteY1348" fmla="*/ 1805940 h 1943099"/>
                <a:gd name="connsiteX1349" fmla="*/ 129117 w 2829983"/>
                <a:gd name="connsiteY1349" fmla="*/ 1811443 h 1943099"/>
                <a:gd name="connsiteX1350" fmla="*/ 144357 w 2829983"/>
                <a:gd name="connsiteY1350" fmla="*/ 1812713 h 1943099"/>
                <a:gd name="connsiteX1351" fmla="*/ 129117 w 2829983"/>
                <a:gd name="connsiteY1351" fmla="*/ 1800013 h 1943099"/>
                <a:gd name="connsiteX1352" fmla="*/ 144357 w 2829983"/>
                <a:gd name="connsiteY1352" fmla="*/ 1792817 h 1943099"/>
                <a:gd name="connsiteX1353" fmla="*/ 159596 w 2829983"/>
                <a:gd name="connsiteY1353" fmla="*/ 1789853 h 1943099"/>
                <a:gd name="connsiteX1354" fmla="*/ 173567 w 2829983"/>
                <a:gd name="connsiteY1354" fmla="*/ 1785620 h 1943099"/>
                <a:gd name="connsiteX1355" fmla="*/ 188807 w 2829983"/>
                <a:gd name="connsiteY1355" fmla="*/ 1781387 h 1943099"/>
                <a:gd name="connsiteX1356" fmla="*/ 174837 w 2829983"/>
                <a:gd name="connsiteY1356" fmla="*/ 1782657 h 1943099"/>
                <a:gd name="connsiteX1357" fmla="*/ 152400 w 2829983"/>
                <a:gd name="connsiteY1357" fmla="*/ 1786890 h 1943099"/>
                <a:gd name="connsiteX1358" fmla="*/ 138430 w 2829983"/>
                <a:gd name="connsiteY1358" fmla="*/ 1792393 h 1943099"/>
                <a:gd name="connsiteX1359" fmla="*/ 123190 w 2829983"/>
                <a:gd name="connsiteY1359" fmla="*/ 1802130 h 1943099"/>
                <a:gd name="connsiteX1360" fmla="*/ 121920 w 2829983"/>
                <a:gd name="connsiteY1360" fmla="*/ 1800860 h 1943099"/>
                <a:gd name="connsiteX1361" fmla="*/ 123190 w 2829983"/>
                <a:gd name="connsiteY1361" fmla="*/ 1786890 h 1943099"/>
                <a:gd name="connsiteX1362" fmla="*/ 107950 w 2829983"/>
                <a:gd name="connsiteY1362" fmla="*/ 1774190 h 1943099"/>
                <a:gd name="connsiteX1363" fmla="*/ 121920 w 2829983"/>
                <a:gd name="connsiteY1363" fmla="*/ 1769957 h 1943099"/>
                <a:gd name="connsiteX1364" fmla="*/ 137160 w 2829983"/>
                <a:gd name="connsiteY1364" fmla="*/ 1765723 h 1943099"/>
                <a:gd name="connsiteX1365" fmla="*/ 123190 w 2829983"/>
                <a:gd name="connsiteY1365" fmla="*/ 1762760 h 1943099"/>
                <a:gd name="connsiteX1366" fmla="*/ 137160 w 2829983"/>
                <a:gd name="connsiteY1366" fmla="*/ 1751753 h 1943099"/>
                <a:gd name="connsiteX1367" fmla="*/ 146896 w 2829983"/>
                <a:gd name="connsiteY1367" fmla="*/ 1747520 h 1943099"/>
                <a:gd name="connsiteX1368" fmla="*/ 166370 w 2829983"/>
                <a:gd name="connsiteY1368" fmla="*/ 1742017 h 1943099"/>
                <a:gd name="connsiteX1369" fmla="*/ 180340 w 2829983"/>
                <a:gd name="connsiteY1369" fmla="*/ 1739053 h 1943099"/>
                <a:gd name="connsiteX1370" fmla="*/ 166370 w 2829983"/>
                <a:gd name="connsiteY1370" fmla="*/ 1739053 h 1943099"/>
                <a:gd name="connsiteX1371" fmla="*/ 152400 w 2829983"/>
                <a:gd name="connsiteY1371" fmla="*/ 1743287 h 1943099"/>
                <a:gd name="connsiteX1372" fmla="*/ 137160 w 2829983"/>
                <a:gd name="connsiteY1372" fmla="*/ 1747520 h 1943099"/>
                <a:gd name="connsiteX1373" fmla="*/ 134196 w 2829983"/>
                <a:gd name="connsiteY1373" fmla="*/ 1742017 h 1943099"/>
                <a:gd name="connsiteX1374" fmla="*/ 149437 w 2829983"/>
                <a:gd name="connsiteY1374" fmla="*/ 1739053 h 1943099"/>
                <a:gd name="connsiteX1375" fmla="*/ 138007 w 2829983"/>
                <a:gd name="connsiteY1375" fmla="*/ 1739053 h 1943099"/>
                <a:gd name="connsiteX1376" fmla="*/ 122767 w 2829983"/>
                <a:gd name="connsiteY1376" fmla="*/ 1736090 h 1943099"/>
                <a:gd name="connsiteX1377" fmla="*/ 138007 w 2829983"/>
                <a:gd name="connsiteY1377" fmla="*/ 1725083 h 1943099"/>
                <a:gd name="connsiteX1378" fmla="*/ 145203 w 2829983"/>
                <a:gd name="connsiteY1378" fmla="*/ 1718310 h 1943099"/>
                <a:gd name="connsiteX1379" fmla="*/ 152400 w 2829983"/>
                <a:gd name="connsiteY1379" fmla="*/ 1712807 h 1943099"/>
                <a:gd name="connsiteX1380" fmla="*/ 157903 w 2829983"/>
                <a:gd name="connsiteY1380" fmla="*/ 1709843 h 1943099"/>
                <a:gd name="connsiteX1381" fmla="*/ 171873 w 2829983"/>
                <a:gd name="connsiteY1381" fmla="*/ 1705610 h 1943099"/>
                <a:gd name="connsiteX1382" fmla="*/ 185843 w 2829983"/>
                <a:gd name="connsiteY1382" fmla="*/ 1701377 h 1943099"/>
                <a:gd name="connsiteX1383" fmla="*/ 171873 w 2829983"/>
                <a:gd name="connsiteY1383" fmla="*/ 1702647 h 1943099"/>
                <a:gd name="connsiteX1384" fmla="*/ 157903 w 2829983"/>
                <a:gd name="connsiteY1384" fmla="*/ 1697143 h 1943099"/>
                <a:gd name="connsiteX1385" fmla="*/ 146896 w 2829983"/>
                <a:gd name="connsiteY1385" fmla="*/ 1712383 h 1943099"/>
                <a:gd name="connsiteX1386" fmla="*/ 145627 w 2829983"/>
                <a:gd name="connsiteY1386" fmla="*/ 1717887 h 1943099"/>
                <a:gd name="connsiteX1387" fmla="*/ 130387 w 2829983"/>
                <a:gd name="connsiteY1387" fmla="*/ 1726353 h 1943099"/>
                <a:gd name="connsiteX1388" fmla="*/ 114723 w 2829983"/>
                <a:gd name="connsiteY1388" fmla="*/ 1733550 h 1943099"/>
                <a:gd name="connsiteX1389" fmla="*/ 118957 w 2829983"/>
                <a:gd name="connsiteY1389" fmla="*/ 1719580 h 1943099"/>
                <a:gd name="connsiteX1390" fmla="*/ 132927 w 2829983"/>
                <a:gd name="connsiteY1390" fmla="*/ 1715347 h 1943099"/>
                <a:gd name="connsiteX1391" fmla="*/ 117263 w 2829983"/>
                <a:gd name="connsiteY1391" fmla="*/ 1715347 h 1943099"/>
                <a:gd name="connsiteX1392" fmla="*/ 102023 w 2829983"/>
                <a:gd name="connsiteY1392" fmla="*/ 1716617 h 1943099"/>
                <a:gd name="connsiteX1393" fmla="*/ 88053 w 2829983"/>
                <a:gd name="connsiteY1393" fmla="*/ 1725083 h 1943099"/>
                <a:gd name="connsiteX1394" fmla="*/ 102023 w 2829983"/>
                <a:gd name="connsiteY1394" fmla="*/ 1722543 h 1943099"/>
                <a:gd name="connsiteX1395" fmla="*/ 106257 w 2829983"/>
                <a:gd name="connsiteY1395" fmla="*/ 1736513 h 1943099"/>
                <a:gd name="connsiteX1396" fmla="*/ 92287 w 2829983"/>
                <a:gd name="connsiteY1396" fmla="*/ 1736513 h 1943099"/>
                <a:gd name="connsiteX1397" fmla="*/ 77046 w 2829983"/>
                <a:gd name="connsiteY1397" fmla="*/ 1743710 h 1943099"/>
                <a:gd name="connsiteX1398" fmla="*/ 77046 w 2829983"/>
                <a:gd name="connsiteY1398" fmla="*/ 1726777 h 1943099"/>
                <a:gd name="connsiteX1399" fmla="*/ 77046 w 2829983"/>
                <a:gd name="connsiteY1399" fmla="*/ 1711537 h 1943099"/>
                <a:gd name="connsiteX1400" fmla="*/ 58843 w 2829983"/>
                <a:gd name="connsiteY1400" fmla="*/ 1721273 h 1943099"/>
                <a:gd name="connsiteX1401" fmla="*/ 74083 w 2829983"/>
                <a:gd name="connsiteY1401" fmla="*/ 1726777 h 1943099"/>
                <a:gd name="connsiteX1402" fmla="*/ 71120 w 2829983"/>
                <a:gd name="connsiteY1402" fmla="*/ 1740747 h 1943099"/>
                <a:gd name="connsiteX1403" fmla="*/ 57150 w 2829983"/>
                <a:gd name="connsiteY1403" fmla="*/ 1744980 h 1943099"/>
                <a:gd name="connsiteX1404" fmla="*/ 55880 w 2829983"/>
                <a:gd name="connsiteY1404" fmla="*/ 1744980 h 1943099"/>
                <a:gd name="connsiteX1405" fmla="*/ 55880 w 2829983"/>
                <a:gd name="connsiteY1405" fmla="*/ 1728470 h 1943099"/>
                <a:gd name="connsiteX1406" fmla="*/ 51646 w 2829983"/>
                <a:gd name="connsiteY1406" fmla="*/ 1742440 h 1943099"/>
                <a:gd name="connsiteX1407" fmla="*/ 37677 w 2829983"/>
                <a:gd name="connsiteY1407" fmla="*/ 1731433 h 1943099"/>
                <a:gd name="connsiteX1408" fmla="*/ 34713 w 2829983"/>
                <a:gd name="connsiteY1408" fmla="*/ 1727200 h 1943099"/>
                <a:gd name="connsiteX1409" fmla="*/ 35983 w 2829983"/>
                <a:gd name="connsiteY1409" fmla="*/ 1711960 h 1943099"/>
                <a:gd name="connsiteX1410" fmla="*/ 37253 w 2829983"/>
                <a:gd name="connsiteY1410" fmla="*/ 1700953 h 1943099"/>
                <a:gd name="connsiteX1411" fmla="*/ 51223 w 2829983"/>
                <a:gd name="connsiteY1411" fmla="*/ 1686983 h 1943099"/>
                <a:gd name="connsiteX1412" fmla="*/ 66463 w 2829983"/>
                <a:gd name="connsiteY1412" fmla="*/ 1680210 h 1943099"/>
                <a:gd name="connsiteX1413" fmla="*/ 63500 w 2829983"/>
                <a:gd name="connsiteY1413" fmla="*/ 1694180 h 1943099"/>
                <a:gd name="connsiteX1414" fmla="*/ 57996 w 2829983"/>
                <a:gd name="connsiteY1414" fmla="*/ 1708150 h 1943099"/>
                <a:gd name="connsiteX1415" fmla="*/ 44027 w 2829983"/>
                <a:gd name="connsiteY1415" fmla="*/ 1711113 h 1943099"/>
                <a:gd name="connsiteX1416" fmla="*/ 56303 w 2829983"/>
                <a:gd name="connsiteY1416" fmla="*/ 1715347 h 1943099"/>
                <a:gd name="connsiteX1417" fmla="*/ 70273 w 2829983"/>
                <a:gd name="connsiteY1417" fmla="*/ 1704340 h 1943099"/>
                <a:gd name="connsiteX1418" fmla="*/ 69003 w 2829983"/>
                <a:gd name="connsiteY1418" fmla="*/ 1690370 h 1943099"/>
                <a:gd name="connsiteX1419" fmla="*/ 84243 w 2829983"/>
                <a:gd name="connsiteY1419" fmla="*/ 1687407 h 1943099"/>
                <a:gd name="connsiteX1420" fmla="*/ 98213 w 2829983"/>
                <a:gd name="connsiteY1420" fmla="*/ 1691640 h 1943099"/>
                <a:gd name="connsiteX1421" fmla="*/ 113453 w 2829983"/>
                <a:gd name="connsiteY1421" fmla="*/ 1687407 h 1943099"/>
                <a:gd name="connsiteX1422" fmla="*/ 98213 w 2829983"/>
                <a:gd name="connsiteY1422" fmla="*/ 1683173 h 1943099"/>
                <a:gd name="connsiteX1423" fmla="*/ 113453 w 2829983"/>
                <a:gd name="connsiteY1423" fmla="*/ 1676400 h 1943099"/>
                <a:gd name="connsiteX1424" fmla="*/ 124460 w 2829983"/>
                <a:gd name="connsiteY1424" fmla="*/ 1676400 h 1943099"/>
                <a:gd name="connsiteX1425" fmla="*/ 138430 w 2829983"/>
                <a:gd name="connsiteY1425" fmla="*/ 1669627 h 1943099"/>
                <a:gd name="connsiteX1426" fmla="*/ 139700 w 2829983"/>
                <a:gd name="connsiteY1426" fmla="*/ 1668357 h 1943099"/>
                <a:gd name="connsiteX1427" fmla="*/ 124460 w 2829983"/>
                <a:gd name="connsiteY1427" fmla="*/ 1673860 h 1943099"/>
                <a:gd name="connsiteX1428" fmla="*/ 107527 w 2829983"/>
                <a:gd name="connsiteY1428" fmla="*/ 1670897 h 1943099"/>
                <a:gd name="connsiteX1429" fmla="*/ 100753 w 2829983"/>
                <a:gd name="connsiteY1429" fmla="*/ 1669627 h 1943099"/>
                <a:gd name="connsiteX1430" fmla="*/ 86783 w 2829983"/>
                <a:gd name="connsiteY1430" fmla="*/ 1662430 h 1943099"/>
                <a:gd name="connsiteX1431" fmla="*/ 91017 w 2829983"/>
                <a:gd name="connsiteY1431" fmla="*/ 1656927 h 1943099"/>
                <a:gd name="connsiteX1432" fmla="*/ 104987 w 2829983"/>
                <a:gd name="connsiteY1432" fmla="*/ 1645920 h 1943099"/>
                <a:gd name="connsiteX1433" fmla="*/ 120227 w 2829983"/>
                <a:gd name="connsiteY1433" fmla="*/ 1637453 h 1943099"/>
                <a:gd name="connsiteX1434" fmla="*/ 118957 w 2829983"/>
                <a:gd name="connsiteY1434" fmla="*/ 1636183 h 1943099"/>
                <a:gd name="connsiteX1435" fmla="*/ 135890 w 2829983"/>
                <a:gd name="connsiteY1435" fmla="*/ 1622213 h 1943099"/>
                <a:gd name="connsiteX1436" fmla="*/ 151130 w 2829983"/>
                <a:gd name="connsiteY1436" fmla="*/ 1619250 h 1943099"/>
                <a:gd name="connsiteX1437" fmla="*/ 137160 w 2829983"/>
                <a:gd name="connsiteY1437" fmla="*/ 1610783 h 1943099"/>
                <a:gd name="connsiteX1438" fmla="*/ 149437 w 2829983"/>
                <a:gd name="connsiteY1438" fmla="*/ 1596813 h 1943099"/>
                <a:gd name="connsiteX1439" fmla="*/ 163407 w 2829983"/>
                <a:gd name="connsiteY1439" fmla="*/ 1587077 h 1943099"/>
                <a:gd name="connsiteX1440" fmla="*/ 181610 w 2829983"/>
                <a:gd name="connsiteY1440" fmla="*/ 1578610 h 1943099"/>
                <a:gd name="connsiteX1441" fmla="*/ 195580 w 2829983"/>
                <a:gd name="connsiteY1441" fmla="*/ 1570143 h 1943099"/>
                <a:gd name="connsiteX1442" fmla="*/ 198543 w 2829983"/>
                <a:gd name="connsiteY1442" fmla="*/ 1584113 h 1943099"/>
                <a:gd name="connsiteX1443" fmla="*/ 191346 w 2829983"/>
                <a:gd name="connsiteY1443" fmla="*/ 1599353 h 1943099"/>
                <a:gd name="connsiteX1444" fmla="*/ 187113 w 2829983"/>
                <a:gd name="connsiteY1444" fmla="*/ 1613323 h 1943099"/>
                <a:gd name="connsiteX1445" fmla="*/ 196850 w 2829983"/>
                <a:gd name="connsiteY1445" fmla="*/ 1599353 h 1943099"/>
                <a:gd name="connsiteX1446" fmla="*/ 201083 w 2829983"/>
                <a:gd name="connsiteY1446" fmla="*/ 1585383 h 1943099"/>
                <a:gd name="connsiteX1447" fmla="*/ 212090 w 2829983"/>
                <a:gd name="connsiteY1447" fmla="*/ 1571413 h 1943099"/>
                <a:gd name="connsiteX1448" fmla="*/ 227330 w 2829983"/>
                <a:gd name="connsiteY1448" fmla="*/ 1562947 h 1943099"/>
                <a:gd name="connsiteX1449" fmla="*/ 241300 w 2829983"/>
                <a:gd name="connsiteY1449" fmla="*/ 1561677 h 1943099"/>
                <a:gd name="connsiteX1450" fmla="*/ 256540 w 2829983"/>
                <a:gd name="connsiteY1450" fmla="*/ 1560407 h 1943099"/>
                <a:gd name="connsiteX1451" fmla="*/ 241300 w 2829983"/>
                <a:gd name="connsiteY1451" fmla="*/ 1559137 h 1943099"/>
                <a:gd name="connsiteX1452" fmla="*/ 226060 w 2829983"/>
                <a:gd name="connsiteY1452" fmla="*/ 1560407 h 1943099"/>
                <a:gd name="connsiteX1453" fmla="*/ 212090 w 2829983"/>
                <a:gd name="connsiteY1453" fmla="*/ 1565910 h 1943099"/>
                <a:gd name="connsiteX1454" fmla="*/ 196850 w 2829983"/>
                <a:gd name="connsiteY1454" fmla="*/ 1563370 h 1943099"/>
                <a:gd name="connsiteX1455" fmla="*/ 181610 w 2829983"/>
                <a:gd name="connsiteY1455" fmla="*/ 1568873 h 1943099"/>
                <a:gd name="connsiteX1456" fmla="*/ 165946 w 2829983"/>
                <a:gd name="connsiteY1456" fmla="*/ 1573107 h 1943099"/>
                <a:gd name="connsiteX1457" fmla="*/ 151977 w 2829983"/>
                <a:gd name="connsiteY1457" fmla="*/ 1578610 h 1943099"/>
                <a:gd name="connsiteX1458" fmla="*/ 145203 w 2829983"/>
                <a:gd name="connsiteY1458" fmla="*/ 1594273 h 1943099"/>
                <a:gd name="connsiteX1459" fmla="*/ 131233 w 2829983"/>
                <a:gd name="connsiteY1459" fmla="*/ 1595543 h 1943099"/>
                <a:gd name="connsiteX1460" fmla="*/ 117263 w 2829983"/>
                <a:gd name="connsiteY1460" fmla="*/ 1609513 h 1943099"/>
                <a:gd name="connsiteX1461" fmla="*/ 113030 w 2829983"/>
                <a:gd name="connsiteY1461" fmla="*/ 1623483 h 1943099"/>
                <a:gd name="connsiteX1462" fmla="*/ 107527 w 2829983"/>
                <a:gd name="connsiteY1462" fmla="*/ 1636183 h 1943099"/>
                <a:gd name="connsiteX1463" fmla="*/ 100753 w 2829983"/>
                <a:gd name="connsiteY1463" fmla="*/ 1636183 h 1943099"/>
                <a:gd name="connsiteX1464" fmla="*/ 97790 w 2829983"/>
                <a:gd name="connsiteY1464" fmla="*/ 1636183 h 1943099"/>
                <a:gd name="connsiteX1465" fmla="*/ 93557 w 2829983"/>
                <a:gd name="connsiteY1465" fmla="*/ 1636183 h 1943099"/>
                <a:gd name="connsiteX1466" fmla="*/ 90593 w 2829983"/>
                <a:gd name="connsiteY1466" fmla="*/ 1620943 h 1943099"/>
                <a:gd name="connsiteX1467" fmla="*/ 90593 w 2829983"/>
                <a:gd name="connsiteY1467" fmla="*/ 1606973 h 1943099"/>
                <a:gd name="connsiteX1468" fmla="*/ 76623 w 2829983"/>
                <a:gd name="connsiteY1468" fmla="*/ 1605703 h 1943099"/>
                <a:gd name="connsiteX1469" fmla="*/ 80857 w 2829983"/>
                <a:gd name="connsiteY1469" fmla="*/ 1591733 h 1943099"/>
                <a:gd name="connsiteX1470" fmla="*/ 83820 w 2829983"/>
                <a:gd name="connsiteY1470" fmla="*/ 1577763 h 1943099"/>
                <a:gd name="connsiteX1471" fmla="*/ 77046 w 2829983"/>
                <a:gd name="connsiteY1471" fmla="*/ 1591733 h 1943099"/>
                <a:gd name="connsiteX1472" fmla="*/ 67310 w 2829983"/>
                <a:gd name="connsiteY1472" fmla="*/ 1605703 h 1943099"/>
                <a:gd name="connsiteX1473" fmla="*/ 53340 w 2829983"/>
                <a:gd name="connsiteY1473" fmla="*/ 1611207 h 1943099"/>
                <a:gd name="connsiteX1474" fmla="*/ 39370 w 2829983"/>
                <a:gd name="connsiteY1474" fmla="*/ 1598507 h 1943099"/>
                <a:gd name="connsiteX1475" fmla="*/ 41063 w 2829983"/>
                <a:gd name="connsiteY1475" fmla="*/ 1584537 h 1943099"/>
                <a:gd name="connsiteX1476" fmla="*/ 27093 w 2829983"/>
                <a:gd name="connsiteY1476" fmla="*/ 1577763 h 1943099"/>
                <a:gd name="connsiteX1477" fmla="*/ 41063 w 2829983"/>
                <a:gd name="connsiteY1477" fmla="*/ 1570567 h 1943099"/>
                <a:gd name="connsiteX1478" fmla="*/ 49530 w 2829983"/>
                <a:gd name="connsiteY1478" fmla="*/ 1556597 h 1943099"/>
                <a:gd name="connsiteX1479" fmla="*/ 60537 w 2829983"/>
                <a:gd name="connsiteY1479" fmla="*/ 1571837 h 1943099"/>
                <a:gd name="connsiteX1480" fmla="*/ 75777 w 2829983"/>
                <a:gd name="connsiteY1480" fmla="*/ 1568873 h 1943099"/>
                <a:gd name="connsiteX1481" fmla="*/ 89746 w 2829983"/>
                <a:gd name="connsiteY1481" fmla="*/ 1564640 h 1943099"/>
                <a:gd name="connsiteX1482" fmla="*/ 91017 w 2829983"/>
                <a:gd name="connsiteY1482" fmla="*/ 1559137 h 1943099"/>
                <a:gd name="connsiteX1483" fmla="*/ 91017 w 2829983"/>
                <a:gd name="connsiteY1483" fmla="*/ 1556597 h 1943099"/>
                <a:gd name="connsiteX1484" fmla="*/ 92287 w 2829983"/>
                <a:gd name="connsiteY1484" fmla="*/ 1551093 h 1943099"/>
                <a:gd name="connsiteX1485" fmla="*/ 94827 w 2829983"/>
                <a:gd name="connsiteY1485" fmla="*/ 1535853 h 1943099"/>
                <a:gd name="connsiteX1486" fmla="*/ 92287 w 2829983"/>
                <a:gd name="connsiteY1486" fmla="*/ 1521883 h 1943099"/>
                <a:gd name="connsiteX1487" fmla="*/ 75353 w 2829983"/>
                <a:gd name="connsiteY1487" fmla="*/ 1528657 h 1943099"/>
                <a:gd name="connsiteX1488" fmla="*/ 60113 w 2829983"/>
                <a:gd name="connsiteY1488" fmla="*/ 1543897 h 1943099"/>
                <a:gd name="connsiteX1489" fmla="*/ 46143 w 2829983"/>
                <a:gd name="connsiteY1489" fmla="*/ 1549400 h 1943099"/>
                <a:gd name="connsiteX1490" fmla="*/ 40640 w 2829983"/>
                <a:gd name="connsiteY1490" fmla="*/ 1549400 h 1943099"/>
                <a:gd name="connsiteX1491" fmla="*/ 29633 w 2829983"/>
                <a:gd name="connsiteY1491" fmla="*/ 1539663 h 1943099"/>
                <a:gd name="connsiteX1492" fmla="*/ 25400 w 2829983"/>
                <a:gd name="connsiteY1492" fmla="*/ 1535430 h 1943099"/>
                <a:gd name="connsiteX1493" fmla="*/ 19896 w 2829983"/>
                <a:gd name="connsiteY1493" fmla="*/ 1521460 h 1943099"/>
                <a:gd name="connsiteX1494" fmla="*/ 5927 w 2829983"/>
                <a:gd name="connsiteY1494" fmla="*/ 1512993 h 1943099"/>
                <a:gd name="connsiteX1495" fmla="*/ 19896 w 2829983"/>
                <a:gd name="connsiteY1495" fmla="*/ 1514263 h 1943099"/>
                <a:gd name="connsiteX1496" fmla="*/ 35137 w 2829983"/>
                <a:gd name="connsiteY1496" fmla="*/ 1521460 h 1943099"/>
                <a:gd name="connsiteX1497" fmla="*/ 39370 w 2829983"/>
                <a:gd name="connsiteY1497" fmla="*/ 1521460 h 1943099"/>
                <a:gd name="connsiteX1498" fmla="*/ 53340 w 2829983"/>
                <a:gd name="connsiteY1498" fmla="*/ 1534160 h 1943099"/>
                <a:gd name="connsiteX1499" fmla="*/ 51646 w 2829983"/>
                <a:gd name="connsiteY1499" fmla="*/ 1520190 h 1943099"/>
                <a:gd name="connsiteX1500" fmla="*/ 53340 w 2829983"/>
                <a:gd name="connsiteY1500" fmla="*/ 1504950 h 1943099"/>
                <a:gd name="connsiteX1501" fmla="*/ 67310 w 2829983"/>
                <a:gd name="connsiteY1501" fmla="*/ 1501987 h 1943099"/>
                <a:gd name="connsiteX1502" fmla="*/ 52070 w 2829983"/>
                <a:gd name="connsiteY1502" fmla="*/ 1501987 h 1943099"/>
                <a:gd name="connsiteX1503" fmla="*/ 44027 w 2829983"/>
                <a:gd name="connsiteY1503" fmla="*/ 1510453 h 1943099"/>
                <a:gd name="connsiteX1504" fmla="*/ 30057 w 2829983"/>
                <a:gd name="connsiteY1504" fmla="*/ 1507913 h 1943099"/>
                <a:gd name="connsiteX1505" fmla="*/ 19473 w 2829983"/>
                <a:gd name="connsiteY1505" fmla="*/ 1507913 h 1943099"/>
                <a:gd name="connsiteX1506" fmla="*/ 12277 w 2829983"/>
                <a:gd name="connsiteY1506" fmla="*/ 1492673 h 1943099"/>
                <a:gd name="connsiteX1507" fmla="*/ 23707 w 2829983"/>
                <a:gd name="connsiteY1507" fmla="*/ 1501140 h 1943099"/>
                <a:gd name="connsiteX1508" fmla="*/ 26246 w 2829983"/>
                <a:gd name="connsiteY1508" fmla="*/ 1495637 h 1943099"/>
                <a:gd name="connsiteX1509" fmla="*/ 33020 w 2829983"/>
                <a:gd name="connsiteY1509" fmla="*/ 1488863 h 1943099"/>
                <a:gd name="connsiteX1510" fmla="*/ 33020 w 2829983"/>
                <a:gd name="connsiteY1510" fmla="*/ 1484630 h 1943099"/>
                <a:gd name="connsiteX1511" fmla="*/ 17780 w 2829983"/>
                <a:gd name="connsiteY1511" fmla="*/ 1484630 h 1943099"/>
                <a:gd name="connsiteX1512" fmla="*/ 17780 w 2829983"/>
                <a:gd name="connsiteY1512" fmla="*/ 1470660 h 1943099"/>
                <a:gd name="connsiteX1513" fmla="*/ 33020 w 2829983"/>
                <a:gd name="connsiteY1513" fmla="*/ 1469390 h 1943099"/>
                <a:gd name="connsiteX1514" fmla="*/ 48260 w 2829983"/>
                <a:gd name="connsiteY1514" fmla="*/ 1473623 h 1943099"/>
                <a:gd name="connsiteX1515" fmla="*/ 63500 w 2829983"/>
                <a:gd name="connsiteY1515" fmla="*/ 1477857 h 1943099"/>
                <a:gd name="connsiteX1516" fmla="*/ 78740 w 2829983"/>
                <a:gd name="connsiteY1516" fmla="*/ 1471083 h 1943099"/>
                <a:gd name="connsiteX1517" fmla="*/ 92710 w 2829983"/>
                <a:gd name="connsiteY1517" fmla="*/ 1466850 h 1943099"/>
                <a:gd name="connsiteX1518" fmla="*/ 106680 w 2829983"/>
                <a:gd name="connsiteY1518" fmla="*/ 1463887 h 1943099"/>
                <a:gd name="connsiteX1519" fmla="*/ 121920 w 2829983"/>
                <a:gd name="connsiteY1519" fmla="*/ 1462617 h 1943099"/>
                <a:gd name="connsiteX1520" fmla="*/ 137160 w 2829983"/>
                <a:gd name="connsiteY1520" fmla="*/ 1463887 h 1943099"/>
                <a:gd name="connsiteX1521" fmla="*/ 141393 w 2829983"/>
                <a:gd name="connsiteY1521" fmla="*/ 1463887 h 1943099"/>
                <a:gd name="connsiteX1522" fmla="*/ 158327 w 2829983"/>
                <a:gd name="connsiteY1522" fmla="*/ 1465157 h 1943099"/>
                <a:gd name="connsiteX1523" fmla="*/ 173567 w 2829983"/>
                <a:gd name="connsiteY1523" fmla="*/ 1469390 h 1943099"/>
                <a:gd name="connsiteX1524" fmla="*/ 188807 w 2829983"/>
                <a:gd name="connsiteY1524" fmla="*/ 1466427 h 1943099"/>
                <a:gd name="connsiteX1525" fmla="*/ 202777 w 2829983"/>
                <a:gd name="connsiteY1525" fmla="*/ 1455420 h 1943099"/>
                <a:gd name="connsiteX1526" fmla="*/ 219287 w 2829983"/>
                <a:gd name="connsiteY1526" fmla="*/ 1457960 h 1943099"/>
                <a:gd name="connsiteX1527" fmla="*/ 233257 w 2829983"/>
                <a:gd name="connsiteY1527" fmla="*/ 1468967 h 1943099"/>
                <a:gd name="connsiteX1528" fmla="*/ 244263 w 2829983"/>
                <a:gd name="connsiteY1528" fmla="*/ 1482937 h 1943099"/>
                <a:gd name="connsiteX1529" fmla="*/ 230293 w 2829983"/>
                <a:gd name="connsiteY1529" fmla="*/ 1491403 h 1943099"/>
                <a:gd name="connsiteX1530" fmla="*/ 245533 w 2829983"/>
                <a:gd name="connsiteY1530" fmla="*/ 1485900 h 1943099"/>
                <a:gd name="connsiteX1531" fmla="*/ 261196 w 2829983"/>
                <a:gd name="connsiteY1531" fmla="*/ 1488863 h 1943099"/>
                <a:gd name="connsiteX1532" fmla="*/ 250190 w 2829983"/>
                <a:gd name="connsiteY1532" fmla="*/ 1474893 h 1943099"/>
                <a:gd name="connsiteX1533" fmla="*/ 264160 w 2829983"/>
                <a:gd name="connsiteY1533" fmla="*/ 1462193 h 1943099"/>
                <a:gd name="connsiteX1534" fmla="*/ 275167 w 2829983"/>
                <a:gd name="connsiteY1534" fmla="*/ 1457960 h 1943099"/>
                <a:gd name="connsiteX1535" fmla="*/ 289137 w 2829983"/>
                <a:gd name="connsiteY1535" fmla="*/ 1462193 h 1943099"/>
                <a:gd name="connsiteX1536" fmla="*/ 303107 w 2829983"/>
                <a:gd name="connsiteY1536" fmla="*/ 1452457 h 1943099"/>
                <a:gd name="connsiteX1537" fmla="*/ 318346 w 2829983"/>
                <a:gd name="connsiteY1537" fmla="*/ 1449493 h 1943099"/>
                <a:gd name="connsiteX1538" fmla="*/ 303107 w 2829983"/>
                <a:gd name="connsiteY1538" fmla="*/ 1448223 h 1943099"/>
                <a:gd name="connsiteX1539" fmla="*/ 292100 w 2829983"/>
                <a:gd name="connsiteY1539" fmla="*/ 1448223 h 1943099"/>
                <a:gd name="connsiteX1540" fmla="*/ 290407 w 2829983"/>
                <a:gd name="connsiteY1540" fmla="*/ 1448223 h 1943099"/>
                <a:gd name="connsiteX1541" fmla="*/ 284903 w 2829983"/>
                <a:gd name="connsiteY1541" fmla="*/ 1434253 h 1943099"/>
                <a:gd name="connsiteX1542" fmla="*/ 300143 w 2829983"/>
                <a:gd name="connsiteY1542" fmla="*/ 1420283 h 1943099"/>
                <a:gd name="connsiteX1543" fmla="*/ 315383 w 2829983"/>
                <a:gd name="connsiteY1543" fmla="*/ 1406313 h 1943099"/>
                <a:gd name="connsiteX1544" fmla="*/ 301413 w 2829983"/>
                <a:gd name="connsiteY1544" fmla="*/ 1413510 h 1943099"/>
                <a:gd name="connsiteX1545" fmla="*/ 286173 w 2829983"/>
                <a:gd name="connsiteY1545" fmla="*/ 1426210 h 1943099"/>
                <a:gd name="connsiteX1546" fmla="*/ 283210 w 2829983"/>
                <a:gd name="connsiteY1546" fmla="*/ 1441450 h 1943099"/>
                <a:gd name="connsiteX1547" fmla="*/ 289983 w 2829983"/>
                <a:gd name="connsiteY1547" fmla="*/ 1455420 h 1943099"/>
                <a:gd name="connsiteX1548" fmla="*/ 277707 w 2829983"/>
                <a:gd name="connsiteY1548" fmla="*/ 1455420 h 1943099"/>
                <a:gd name="connsiteX1549" fmla="*/ 262467 w 2829983"/>
                <a:gd name="connsiteY1549" fmla="*/ 1459653 h 1943099"/>
                <a:gd name="connsiteX1550" fmla="*/ 246803 w 2829983"/>
                <a:gd name="connsiteY1550" fmla="*/ 1456690 h 1943099"/>
                <a:gd name="connsiteX1551" fmla="*/ 262467 w 2829983"/>
                <a:gd name="connsiteY1551" fmla="*/ 1444413 h 1943099"/>
                <a:gd name="connsiteX1552" fmla="*/ 259927 w 2829983"/>
                <a:gd name="connsiteY1552" fmla="*/ 1444413 h 1943099"/>
                <a:gd name="connsiteX1553" fmla="*/ 250190 w 2829983"/>
                <a:gd name="connsiteY1553" fmla="*/ 1451187 h 1943099"/>
                <a:gd name="connsiteX1554" fmla="*/ 234950 w 2829983"/>
                <a:gd name="connsiteY1554" fmla="*/ 1454150 h 1943099"/>
                <a:gd name="connsiteX1555" fmla="*/ 219287 w 2829983"/>
                <a:gd name="connsiteY1555" fmla="*/ 1452880 h 1943099"/>
                <a:gd name="connsiteX1556" fmla="*/ 204046 w 2829983"/>
                <a:gd name="connsiteY1556" fmla="*/ 1448647 h 1943099"/>
                <a:gd name="connsiteX1557" fmla="*/ 201083 w 2829983"/>
                <a:gd name="connsiteY1557" fmla="*/ 1448647 h 1943099"/>
                <a:gd name="connsiteX1558" fmla="*/ 199813 w 2829983"/>
                <a:gd name="connsiteY1558" fmla="*/ 1446107 h 1943099"/>
                <a:gd name="connsiteX1559" fmla="*/ 210820 w 2829983"/>
                <a:gd name="connsiteY1559" fmla="*/ 1430867 h 1943099"/>
                <a:gd name="connsiteX1560" fmla="*/ 196850 w 2829983"/>
                <a:gd name="connsiteY1560" fmla="*/ 1436370 h 1943099"/>
                <a:gd name="connsiteX1561" fmla="*/ 192617 w 2829983"/>
                <a:gd name="connsiteY1561" fmla="*/ 1450340 h 1943099"/>
                <a:gd name="connsiteX1562" fmla="*/ 191346 w 2829983"/>
                <a:gd name="connsiteY1562" fmla="*/ 1460077 h 1943099"/>
                <a:gd name="connsiteX1563" fmla="*/ 177377 w 2829983"/>
                <a:gd name="connsiteY1563" fmla="*/ 1463040 h 1943099"/>
                <a:gd name="connsiteX1564" fmla="*/ 163407 w 2829983"/>
                <a:gd name="connsiteY1564" fmla="*/ 1460077 h 1943099"/>
                <a:gd name="connsiteX1565" fmla="*/ 148167 w 2829983"/>
                <a:gd name="connsiteY1565" fmla="*/ 1457113 h 1943099"/>
                <a:gd name="connsiteX1566" fmla="*/ 134196 w 2829983"/>
                <a:gd name="connsiteY1566" fmla="*/ 1451610 h 1943099"/>
                <a:gd name="connsiteX1567" fmla="*/ 118957 w 2829983"/>
                <a:gd name="connsiteY1567" fmla="*/ 1457113 h 1943099"/>
                <a:gd name="connsiteX1568" fmla="*/ 104987 w 2829983"/>
                <a:gd name="connsiteY1568" fmla="*/ 1457113 h 1943099"/>
                <a:gd name="connsiteX1569" fmla="*/ 89746 w 2829983"/>
                <a:gd name="connsiteY1569" fmla="*/ 1458383 h 1943099"/>
                <a:gd name="connsiteX1570" fmla="*/ 75777 w 2829983"/>
                <a:gd name="connsiteY1570" fmla="*/ 1465580 h 1943099"/>
                <a:gd name="connsiteX1571" fmla="*/ 61807 w 2829983"/>
                <a:gd name="connsiteY1571" fmla="*/ 1469813 h 1943099"/>
                <a:gd name="connsiteX1572" fmla="*/ 56303 w 2829983"/>
                <a:gd name="connsiteY1572" fmla="*/ 1466850 h 1943099"/>
                <a:gd name="connsiteX1573" fmla="*/ 41063 w 2829983"/>
                <a:gd name="connsiteY1573" fmla="*/ 1457113 h 1943099"/>
                <a:gd name="connsiteX1574" fmla="*/ 24553 w 2829983"/>
                <a:gd name="connsiteY1574" fmla="*/ 1451610 h 1943099"/>
                <a:gd name="connsiteX1575" fmla="*/ 39793 w 2829983"/>
                <a:gd name="connsiteY1575" fmla="*/ 1448647 h 1943099"/>
                <a:gd name="connsiteX1576" fmla="*/ 24553 w 2829983"/>
                <a:gd name="connsiteY1576" fmla="*/ 1434677 h 1943099"/>
                <a:gd name="connsiteX1577" fmla="*/ 39793 w 2829983"/>
                <a:gd name="connsiteY1577" fmla="*/ 1429173 h 1943099"/>
                <a:gd name="connsiteX1578" fmla="*/ 53763 w 2829983"/>
                <a:gd name="connsiteY1578" fmla="*/ 1427903 h 1943099"/>
                <a:gd name="connsiteX1579" fmla="*/ 67733 w 2829983"/>
                <a:gd name="connsiteY1579" fmla="*/ 1424940 h 1943099"/>
                <a:gd name="connsiteX1580" fmla="*/ 82973 w 2829983"/>
                <a:gd name="connsiteY1580" fmla="*/ 1424940 h 1943099"/>
                <a:gd name="connsiteX1581" fmla="*/ 67733 w 2829983"/>
                <a:gd name="connsiteY1581" fmla="*/ 1421977 h 1943099"/>
                <a:gd name="connsiteX1582" fmla="*/ 53763 w 2829983"/>
                <a:gd name="connsiteY1582" fmla="*/ 1424940 h 1943099"/>
                <a:gd name="connsiteX1583" fmla="*/ 38523 w 2829983"/>
                <a:gd name="connsiteY1583" fmla="*/ 1427903 h 1943099"/>
                <a:gd name="connsiteX1584" fmla="*/ 24553 w 2829983"/>
                <a:gd name="connsiteY1584" fmla="*/ 1432137 h 1943099"/>
                <a:gd name="connsiteX1585" fmla="*/ 31327 w 2829983"/>
                <a:gd name="connsiteY1585" fmla="*/ 1416897 h 1943099"/>
                <a:gd name="connsiteX1586" fmla="*/ 13970 w 2829983"/>
                <a:gd name="connsiteY1586" fmla="*/ 1419013 h 1943099"/>
                <a:gd name="connsiteX1587" fmla="*/ 13970 w 2829983"/>
                <a:gd name="connsiteY1587" fmla="*/ 1419013 h 1943099"/>
                <a:gd name="connsiteX1588" fmla="*/ 15240 w 2829983"/>
                <a:gd name="connsiteY1588" fmla="*/ 1462193 h 1943099"/>
                <a:gd name="connsiteX1589" fmla="*/ 13970 w 2829983"/>
                <a:gd name="connsiteY1589" fmla="*/ 1460923 h 1943099"/>
                <a:gd name="connsiteX1590" fmla="*/ 0 w 2829983"/>
                <a:gd name="connsiteY1590" fmla="*/ 1449917 h 1943099"/>
                <a:gd name="connsiteX1591" fmla="*/ 0 w 2829983"/>
                <a:gd name="connsiteY1591" fmla="*/ 1465157 h 1943099"/>
                <a:gd name="connsiteX1592" fmla="*/ 15240 w 2829983"/>
                <a:gd name="connsiteY1592" fmla="*/ 1462193 h 1943099"/>
                <a:gd name="connsiteX1593" fmla="*/ 20743 w 2829983"/>
                <a:gd name="connsiteY1593" fmla="*/ 1580727 h 1943099"/>
                <a:gd name="connsiteX1594" fmla="*/ 16510 w 2829983"/>
                <a:gd name="connsiteY1594" fmla="*/ 1577763 h 1943099"/>
                <a:gd name="connsiteX1595" fmla="*/ 2540 w 2829983"/>
                <a:gd name="connsiteY1595" fmla="*/ 1566757 h 1943099"/>
                <a:gd name="connsiteX1596" fmla="*/ 6773 w 2829983"/>
                <a:gd name="connsiteY1596" fmla="*/ 1581997 h 1943099"/>
                <a:gd name="connsiteX1597" fmla="*/ 8043 w 2829983"/>
                <a:gd name="connsiteY1597" fmla="*/ 1597237 h 1943099"/>
                <a:gd name="connsiteX1598" fmla="*/ 22013 w 2829983"/>
                <a:gd name="connsiteY1598" fmla="*/ 1594273 h 1943099"/>
                <a:gd name="connsiteX1599" fmla="*/ 20743 w 2829983"/>
                <a:gd name="connsiteY1599" fmla="*/ 1580727 h 1943099"/>
                <a:gd name="connsiteX1600" fmla="*/ 8467 w 2829983"/>
                <a:gd name="connsiteY1600" fmla="*/ 1553210 h 1943099"/>
                <a:gd name="connsiteX1601" fmla="*/ 23707 w 2829983"/>
                <a:gd name="connsiteY1601" fmla="*/ 1564217 h 1943099"/>
                <a:gd name="connsiteX1602" fmla="*/ 11007 w 2829983"/>
                <a:gd name="connsiteY1602" fmla="*/ 1550247 h 1943099"/>
                <a:gd name="connsiteX1603" fmla="*/ 8467 w 2829983"/>
                <a:gd name="connsiteY1603" fmla="*/ 1553210 h 1943099"/>
                <a:gd name="connsiteX1604" fmla="*/ 9737 w 2829983"/>
                <a:gd name="connsiteY1604" fmla="*/ 1544743 h 1943099"/>
                <a:gd name="connsiteX1605" fmla="*/ 8467 w 2829983"/>
                <a:gd name="connsiteY1605" fmla="*/ 1547707 h 1943099"/>
                <a:gd name="connsiteX1606" fmla="*/ 23707 w 2829983"/>
                <a:gd name="connsiteY1606" fmla="*/ 1542203 h 1943099"/>
                <a:gd name="connsiteX1607" fmla="*/ 9737 w 2829983"/>
                <a:gd name="connsiteY1607" fmla="*/ 1544743 h 1943099"/>
                <a:gd name="connsiteX1608" fmla="*/ 33443 w 2829983"/>
                <a:gd name="connsiteY1608" fmla="*/ 1336887 h 1943099"/>
                <a:gd name="connsiteX1609" fmla="*/ 36407 w 2829983"/>
                <a:gd name="connsiteY1609" fmla="*/ 1329690 h 1943099"/>
                <a:gd name="connsiteX1610" fmla="*/ 32173 w 2829983"/>
                <a:gd name="connsiteY1610" fmla="*/ 1324187 h 1943099"/>
                <a:gd name="connsiteX1611" fmla="*/ 18203 w 2829983"/>
                <a:gd name="connsiteY1611" fmla="*/ 1327150 h 1943099"/>
                <a:gd name="connsiteX1612" fmla="*/ 33443 w 2829983"/>
                <a:gd name="connsiteY1612" fmla="*/ 1336887 h 1943099"/>
                <a:gd name="connsiteX1613" fmla="*/ 26670 w 2829983"/>
                <a:gd name="connsiteY1613" fmla="*/ 1738630 h 1943099"/>
                <a:gd name="connsiteX1614" fmla="*/ 21167 w 2829983"/>
                <a:gd name="connsiteY1614" fmla="*/ 1753870 h 1943099"/>
                <a:gd name="connsiteX1615" fmla="*/ 35137 w 2829983"/>
                <a:gd name="connsiteY1615" fmla="*/ 1764877 h 1943099"/>
                <a:gd name="connsiteX1616" fmla="*/ 39370 w 2829983"/>
                <a:gd name="connsiteY1616" fmla="*/ 1749637 h 1943099"/>
                <a:gd name="connsiteX1617" fmla="*/ 38100 w 2829983"/>
                <a:gd name="connsiteY1617" fmla="*/ 1739900 h 1943099"/>
                <a:gd name="connsiteX1618" fmla="*/ 35137 w 2829983"/>
                <a:gd name="connsiteY1618" fmla="*/ 1730163 h 1943099"/>
                <a:gd name="connsiteX1619" fmla="*/ 29633 w 2829983"/>
                <a:gd name="connsiteY1619" fmla="*/ 1725930 h 1943099"/>
                <a:gd name="connsiteX1620" fmla="*/ 26670 w 2829983"/>
                <a:gd name="connsiteY1620" fmla="*/ 1738630 h 1943099"/>
                <a:gd name="connsiteX1621" fmla="*/ 34713 w 2829983"/>
                <a:gd name="connsiteY1621" fmla="*/ 1662007 h 1943099"/>
                <a:gd name="connsiteX1622" fmla="*/ 20743 w 2829983"/>
                <a:gd name="connsiteY1622" fmla="*/ 1664970 h 1943099"/>
                <a:gd name="connsiteX1623" fmla="*/ 23707 w 2829983"/>
                <a:gd name="connsiteY1623" fmla="*/ 1680210 h 1943099"/>
                <a:gd name="connsiteX1624" fmla="*/ 22013 w 2829983"/>
                <a:gd name="connsiteY1624" fmla="*/ 1694180 h 1943099"/>
                <a:gd name="connsiteX1625" fmla="*/ 31750 w 2829983"/>
                <a:gd name="connsiteY1625" fmla="*/ 1678940 h 1943099"/>
                <a:gd name="connsiteX1626" fmla="*/ 45720 w 2829983"/>
                <a:gd name="connsiteY1626" fmla="*/ 1683173 h 1943099"/>
                <a:gd name="connsiteX1627" fmla="*/ 41487 w 2829983"/>
                <a:gd name="connsiteY1627" fmla="*/ 1669203 h 1943099"/>
                <a:gd name="connsiteX1628" fmla="*/ 34713 w 2829983"/>
                <a:gd name="connsiteY1628" fmla="*/ 1662007 h 1943099"/>
                <a:gd name="connsiteX1629" fmla="*/ 46143 w 2829983"/>
                <a:gd name="connsiteY1629" fmla="*/ 1639570 h 1943099"/>
                <a:gd name="connsiteX1630" fmla="*/ 40640 w 2829983"/>
                <a:gd name="connsiteY1630" fmla="*/ 1654810 h 1943099"/>
                <a:gd name="connsiteX1631" fmla="*/ 50377 w 2829983"/>
                <a:gd name="connsiteY1631" fmla="*/ 1670050 h 1943099"/>
                <a:gd name="connsiteX1632" fmla="*/ 57150 w 2829983"/>
                <a:gd name="connsiteY1632" fmla="*/ 1674283 h 1943099"/>
                <a:gd name="connsiteX1633" fmla="*/ 68157 w 2829983"/>
                <a:gd name="connsiteY1633" fmla="*/ 1659043 h 1943099"/>
                <a:gd name="connsiteX1634" fmla="*/ 58420 w 2829983"/>
                <a:gd name="connsiteY1634" fmla="*/ 1643803 h 1943099"/>
                <a:gd name="connsiteX1635" fmla="*/ 46143 w 2829983"/>
                <a:gd name="connsiteY1635" fmla="*/ 1639570 h 1943099"/>
                <a:gd name="connsiteX1636" fmla="*/ 64346 w 2829983"/>
                <a:gd name="connsiteY1636" fmla="*/ 1634067 h 1943099"/>
                <a:gd name="connsiteX1637" fmla="*/ 50377 w 2829983"/>
                <a:gd name="connsiteY1637" fmla="*/ 1637030 h 1943099"/>
                <a:gd name="connsiteX1638" fmla="*/ 64346 w 2829983"/>
                <a:gd name="connsiteY1638" fmla="*/ 1639993 h 1943099"/>
                <a:gd name="connsiteX1639" fmla="*/ 78317 w 2829983"/>
                <a:gd name="connsiteY1639" fmla="*/ 1648460 h 1943099"/>
                <a:gd name="connsiteX1640" fmla="*/ 88053 w 2829983"/>
                <a:gd name="connsiteY1640" fmla="*/ 1634490 h 1943099"/>
                <a:gd name="connsiteX1641" fmla="*/ 78317 w 2829983"/>
                <a:gd name="connsiteY1641" fmla="*/ 1623483 h 1943099"/>
                <a:gd name="connsiteX1642" fmla="*/ 64346 w 2829983"/>
                <a:gd name="connsiteY1642" fmla="*/ 1634067 h 1943099"/>
                <a:gd name="connsiteX1643" fmla="*/ 114300 w 2829983"/>
                <a:gd name="connsiteY1643" fmla="*/ 1285240 h 1943099"/>
                <a:gd name="connsiteX1644" fmla="*/ 100330 w 2829983"/>
                <a:gd name="connsiteY1644" fmla="*/ 1282277 h 1943099"/>
                <a:gd name="connsiteX1645" fmla="*/ 85090 w 2829983"/>
                <a:gd name="connsiteY1645" fmla="*/ 1283547 h 1943099"/>
                <a:gd name="connsiteX1646" fmla="*/ 89323 w 2829983"/>
                <a:gd name="connsiteY1646" fmla="*/ 1298787 h 1943099"/>
                <a:gd name="connsiteX1647" fmla="*/ 104563 w 2829983"/>
                <a:gd name="connsiteY1647" fmla="*/ 1297517 h 1943099"/>
                <a:gd name="connsiteX1648" fmla="*/ 114300 w 2829983"/>
                <a:gd name="connsiteY1648" fmla="*/ 1285240 h 1943099"/>
                <a:gd name="connsiteX1649" fmla="*/ 138007 w 2829983"/>
                <a:gd name="connsiteY1649" fmla="*/ 1268307 h 1943099"/>
                <a:gd name="connsiteX1650" fmla="*/ 124037 w 2829983"/>
                <a:gd name="connsiteY1650" fmla="*/ 1265767 h 1943099"/>
                <a:gd name="connsiteX1651" fmla="*/ 122767 w 2829983"/>
                <a:gd name="connsiteY1651" fmla="*/ 1279737 h 1943099"/>
                <a:gd name="connsiteX1652" fmla="*/ 121496 w 2829983"/>
                <a:gd name="connsiteY1652" fmla="*/ 1293707 h 1943099"/>
                <a:gd name="connsiteX1653" fmla="*/ 135467 w 2829983"/>
                <a:gd name="connsiteY1653" fmla="*/ 1282700 h 1943099"/>
                <a:gd name="connsiteX1654" fmla="*/ 138007 w 2829983"/>
                <a:gd name="connsiteY1654" fmla="*/ 1268307 h 1943099"/>
                <a:gd name="connsiteX1655" fmla="*/ 165946 w 2829983"/>
                <a:gd name="connsiteY1655" fmla="*/ 1258570 h 1943099"/>
                <a:gd name="connsiteX1656" fmla="*/ 167217 w 2829983"/>
                <a:gd name="connsiteY1656" fmla="*/ 1257300 h 1943099"/>
                <a:gd name="connsiteX1657" fmla="*/ 151977 w 2829983"/>
                <a:gd name="connsiteY1657" fmla="*/ 1257300 h 1943099"/>
                <a:gd name="connsiteX1658" fmla="*/ 165946 w 2829983"/>
                <a:gd name="connsiteY1658" fmla="*/ 1258570 h 1943099"/>
                <a:gd name="connsiteX1659" fmla="*/ 156210 w 2829983"/>
                <a:gd name="connsiteY1659" fmla="*/ 1262803 h 1943099"/>
                <a:gd name="connsiteX1660" fmla="*/ 171450 w 2829983"/>
                <a:gd name="connsiteY1660" fmla="*/ 1268307 h 1943099"/>
                <a:gd name="connsiteX1661" fmla="*/ 170180 w 2829983"/>
                <a:gd name="connsiteY1661" fmla="*/ 1264073 h 1943099"/>
                <a:gd name="connsiteX1662" fmla="*/ 156210 w 2829983"/>
                <a:gd name="connsiteY1662" fmla="*/ 1262803 h 1943099"/>
                <a:gd name="connsiteX1663" fmla="*/ 234527 w 2829983"/>
                <a:gd name="connsiteY1663" fmla="*/ 1218353 h 1943099"/>
                <a:gd name="connsiteX1664" fmla="*/ 218863 w 2829983"/>
                <a:gd name="connsiteY1664" fmla="*/ 1218353 h 1943099"/>
                <a:gd name="connsiteX1665" fmla="*/ 238337 w 2829983"/>
                <a:gd name="connsiteY1665" fmla="*/ 1225127 h 1943099"/>
                <a:gd name="connsiteX1666" fmla="*/ 234527 w 2829983"/>
                <a:gd name="connsiteY1666" fmla="*/ 1218353 h 1943099"/>
                <a:gd name="connsiteX1667" fmla="*/ 246803 w 2829983"/>
                <a:gd name="connsiteY1667" fmla="*/ 1200150 h 1943099"/>
                <a:gd name="connsiteX1668" fmla="*/ 231563 w 2829983"/>
                <a:gd name="connsiteY1668" fmla="*/ 1200150 h 1943099"/>
                <a:gd name="connsiteX1669" fmla="*/ 245533 w 2829983"/>
                <a:gd name="connsiteY1669" fmla="*/ 1205653 h 1943099"/>
                <a:gd name="connsiteX1670" fmla="*/ 246803 w 2829983"/>
                <a:gd name="connsiteY1670" fmla="*/ 1200150 h 1943099"/>
                <a:gd name="connsiteX1671" fmla="*/ 322157 w 2829983"/>
                <a:gd name="connsiteY1671" fmla="*/ 1184487 h 1943099"/>
                <a:gd name="connsiteX1672" fmla="*/ 336127 w 2829983"/>
                <a:gd name="connsiteY1672" fmla="*/ 1174750 h 1943099"/>
                <a:gd name="connsiteX1673" fmla="*/ 323427 w 2829983"/>
                <a:gd name="connsiteY1673" fmla="*/ 1160780 h 1943099"/>
                <a:gd name="connsiteX1674" fmla="*/ 320463 w 2829983"/>
                <a:gd name="connsiteY1674" fmla="*/ 1174750 h 1943099"/>
                <a:gd name="connsiteX1675" fmla="*/ 306493 w 2829983"/>
                <a:gd name="connsiteY1675" fmla="*/ 1169247 h 1943099"/>
                <a:gd name="connsiteX1676" fmla="*/ 307763 w 2829983"/>
                <a:gd name="connsiteY1676" fmla="*/ 1184487 h 1943099"/>
                <a:gd name="connsiteX1677" fmla="*/ 322157 w 2829983"/>
                <a:gd name="connsiteY1677" fmla="*/ 1184487 h 1943099"/>
                <a:gd name="connsiteX1678" fmla="*/ 390737 w 2829983"/>
                <a:gd name="connsiteY1678" fmla="*/ 1124797 h 1943099"/>
                <a:gd name="connsiteX1679" fmla="*/ 390737 w 2829983"/>
                <a:gd name="connsiteY1679" fmla="*/ 1119293 h 1943099"/>
                <a:gd name="connsiteX1680" fmla="*/ 376767 w 2829983"/>
                <a:gd name="connsiteY1680" fmla="*/ 1110827 h 1943099"/>
                <a:gd name="connsiteX1681" fmla="*/ 361527 w 2829983"/>
                <a:gd name="connsiteY1681" fmla="*/ 1112097 h 1943099"/>
                <a:gd name="connsiteX1682" fmla="*/ 347557 w 2829983"/>
                <a:gd name="connsiteY1682" fmla="*/ 1123527 h 1943099"/>
                <a:gd name="connsiteX1683" fmla="*/ 362796 w 2829983"/>
                <a:gd name="connsiteY1683" fmla="*/ 1127760 h 1943099"/>
                <a:gd name="connsiteX1684" fmla="*/ 376767 w 2829983"/>
                <a:gd name="connsiteY1684" fmla="*/ 1130300 h 1943099"/>
                <a:gd name="connsiteX1685" fmla="*/ 390737 w 2829983"/>
                <a:gd name="connsiteY1685" fmla="*/ 1124797 h 1943099"/>
                <a:gd name="connsiteX1686" fmla="*/ 376767 w 2829983"/>
                <a:gd name="connsiteY1686" fmla="*/ 1156970 h 1943099"/>
                <a:gd name="connsiteX1687" fmla="*/ 392430 w 2829983"/>
                <a:gd name="connsiteY1687" fmla="*/ 1154007 h 1943099"/>
                <a:gd name="connsiteX1688" fmla="*/ 376767 w 2829983"/>
                <a:gd name="connsiteY1688" fmla="*/ 1144270 h 1943099"/>
                <a:gd name="connsiteX1689" fmla="*/ 362796 w 2829983"/>
                <a:gd name="connsiteY1689" fmla="*/ 1154007 h 1943099"/>
                <a:gd name="connsiteX1690" fmla="*/ 376767 w 2829983"/>
                <a:gd name="connsiteY1690" fmla="*/ 1156970 h 1943099"/>
                <a:gd name="connsiteX1691" fmla="*/ 394970 w 2829983"/>
                <a:gd name="connsiteY1691" fmla="*/ 1130300 h 1943099"/>
                <a:gd name="connsiteX1692" fmla="*/ 381000 w 2829983"/>
                <a:gd name="connsiteY1692" fmla="*/ 1135803 h 1943099"/>
                <a:gd name="connsiteX1693" fmla="*/ 396240 w 2829983"/>
                <a:gd name="connsiteY1693" fmla="*/ 1131570 h 1943099"/>
                <a:gd name="connsiteX1694" fmla="*/ 394970 w 2829983"/>
                <a:gd name="connsiteY1694" fmla="*/ 1130300 h 1943099"/>
                <a:gd name="connsiteX1695" fmla="*/ 401743 w 2829983"/>
                <a:gd name="connsiteY1695" fmla="*/ 1147233 h 1943099"/>
                <a:gd name="connsiteX1696" fmla="*/ 416983 w 2829983"/>
                <a:gd name="connsiteY1696" fmla="*/ 1154430 h 1943099"/>
                <a:gd name="connsiteX1697" fmla="*/ 430953 w 2829983"/>
                <a:gd name="connsiteY1697" fmla="*/ 1153160 h 1943099"/>
                <a:gd name="connsiteX1698" fmla="*/ 423757 w 2829983"/>
                <a:gd name="connsiteY1698" fmla="*/ 1137920 h 1943099"/>
                <a:gd name="connsiteX1699" fmla="*/ 409787 w 2829983"/>
                <a:gd name="connsiteY1699" fmla="*/ 1139190 h 1943099"/>
                <a:gd name="connsiteX1700" fmla="*/ 401743 w 2829983"/>
                <a:gd name="connsiteY1700" fmla="*/ 1147233 h 1943099"/>
                <a:gd name="connsiteX1701" fmla="*/ 405977 w 2829983"/>
                <a:gd name="connsiteY1701" fmla="*/ 1107863 h 1943099"/>
                <a:gd name="connsiteX1702" fmla="*/ 411480 w 2829983"/>
                <a:gd name="connsiteY1702" fmla="*/ 1113367 h 1943099"/>
                <a:gd name="connsiteX1703" fmla="*/ 425450 w 2829983"/>
                <a:gd name="connsiteY1703" fmla="*/ 1114637 h 1943099"/>
                <a:gd name="connsiteX1704" fmla="*/ 440690 w 2829983"/>
                <a:gd name="connsiteY1704" fmla="*/ 1110403 h 1943099"/>
                <a:gd name="connsiteX1705" fmla="*/ 455930 w 2829983"/>
                <a:gd name="connsiteY1705" fmla="*/ 1107440 h 1943099"/>
                <a:gd name="connsiteX1706" fmla="*/ 471170 w 2829983"/>
                <a:gd name="connsiteY1706" fmla="*/ 1106170 h 1943099"/>
                <a:gd name="connsiteX1707" fmla="*/ 486410 w 2829983"/>
                <a:gd name="connsiteY1707" fmla="*/ 1101937 h 1943099"/>
                <a:gd name="connsiteX1708" fmla="*/ 494877 w 2829983"/>
                <a:gd name="connsiteY1708" fmla="*/ 1087967 h 1943099"/>
                <a:gd name="connsiteX1709" fmla="*/ 479637 w 2829983"/>
                <a:gd name="connsiteY1709" fmla="*/ 1079500 h 1943099"/>
                <a:gd name="connsiteX1710" fmla="*/ 465667 w 2829983"/>
                <a:gd name="connsiteY1710" fmla="*/ 1082463 h 1943099"/>
                <a:gd name="connsiteX1711" fmla="*/ 450427 w 2829983"/>
                <a:gd name="connsiteY1711" fmla="*/ 1085427 h 1943099"/>
                <a:gd name="connsiteX1712" fmla="*/ 435187 w 2829983"/>
                <a:gd name="connsiteY1712" fmla="*/ 1090930 h 1943099"/>
                <a:gd name="connsiteX1713" fmla="*/ 450427 w 2829983"/>
                <a:gd name="connsiteY1713" fmla="*/ 1095163 h 1943099"/>
                <a:gd name="connsiteX1714" fmla="*/ 436457 w 2829983"/>
                <a:gd name="connsiteY1714" fmla="*/ 1095163 h 1943099"/>
                <a:gd name="connsiteX1715" fmla="*/ 421217 w 2829983"/>
                <a:gd name="connsiteY1715" fmla="*/ 1095163 h 1943099"/>
                <a:gd name="connsiteX1716" fmla="*/ 405977 w 2829983"/>
                <a:gd name="connsiteY1716" fmla="*/ 1107863 h 1943099"/>
                <a:gd name="connsiteX1717" fmla="*/ 466090 w 2829983"/>
                <a:gd name="connsiteY1717" fmla="*/ 1067647 h 1943099"/>
                <a:gd name="connsiteX1718" fmla="*/ 452120 w 2829983"/>
                <a:gd name="connsiteY1718" fmla="*/ 1060873 h 1943099"/>
                <a:gd name="connsiteX1719" fmla="*/ 438150 w 2829983"/>
                <a:gd name="connsiteY1719" fmla="*/ 1070610 h 1943099"/>
                <a:gd name="connsiteX1720" fmla="*/ 422910 w 2829983"/>
                <a:gd name="connsiteY1720" fmla="*/ 1073573 h 1943099"/>
                <a:gd name="connsiteX1721" fmla="*/ 408940 w 2829983"/>
                <a:gd name="connsiteY1721" fmla="*/ 1076537 h 1943099"/>
                <a:gd name="connsiteX1722" fmla="*/ 422910 w 2829983"/>
                <a:gd name="connsiteY1722" fmla="*/ 1076537 h 1943099"/>
                <a:gd name="connsiteX1723" fmla="*/ 439420 w 2829983"/>
                <a:gd name="connsiteY1723" fmla="*/ 1079077 h 1943099"/>
                <a:gd name="connsiteX1724" fmla="*/ 456353 w 2829983"/>
                <a:gd name="connsiteY1724" fmla="*/ 1076537 h 1943099"/>
                <a:gd name="connsiteX1725" fmla="*/ 466090 w 2829983"/>
                <a:gd name="connsiteY1725" fmla="*/ 1067647 h 1943099"/>
                <a:gd name="connsiteX1726" fmla="*/ 439420 w 2829983"/>
                <a:gd name="connsiteY1726" fmla="*/ 1120563 h 1943099"/>
                <a:gd name="connsiteX1727" fmla="*/ 425450 w 2829983"/>
                <a:gd name="connsiteY1727" fmla="*/ 1121833 h 1943099"/>
                <a:gd name="connsiteX1728" fmla="*/ 441960 w 2829983"/>
                <a:gd name="connsiteY1728" fmla="*/ 1128607 h 1943099"/>
                <a:gd name="connsiteX1729" fmla="*/ 439420 w 2829983"/>
                <a:gd name="connsiteY1729" fmla="*/ 1120563 h 1943099"/>
                <a:gd name="connsiteX1730" fmla="*/ 703157 w 2829983"/>
                <a:gd name="connsiteY1730" fmla="*/ 887730 h 1943099"/>
                <a:gd name="connsiteX1731" fmla="*/ 687917 w 2829983"/>
                <a:gd name="connsiteY1731" fmla="*/ 897467 h 1943099"/>
                <a:gd name="connsiteX1732" fmla="*/ 703157 w 2829983"/>
                <a:gd name="connsiteY1732" fmla="*/ 893233 h 1943099"/>
                <a:gd name="connsiteX1733" fmla="*/ 718396 w 2829983"/>
                <a:gd name="connsiteY1733" fmla="*/ 887730 h 1943099"/>
                <a:gd name="connsiteX1734" fmla="*/ 703157 w 2829983"/>
                <a:gd name="connsiteY1734" fmla="*/ 887730 h 1943099"/>
                <a:gd name="connsiteX1735" fmla="*/ 701887 w 2829983"/>
                <a:gd name="connsiteY1735" fmla="*/ 896197 h 1943099"/>
                <a:gd name="connsiteX1736" fmla="*/ 715857 w 2829983"/>
                <a:gd name="connsiteY1736" fmla="*/ 894927 h 1943099"/>
                <a:gd name="connsiteX1737" fmla="*/ 731096 w 2829983"/>
                <a:gd name="connsiteY1737" fmla="*/ 903393 h 1943099"/>
                <a:gd name="connsiteX1738" fmla="*/ 745067 w 2829983"/>
                <a:gd name="connsiteY1738" fmla="*/ 893657 h 1943099"/>
                <a:gd name="connsiteX1739" fmla="*/ 729827 w 2829983"/>
                <a:gd name="connsiteY1739" fmla="*/ 889423 h 1943099"/>
                <a:gd name="connsiteX1740" fmla="*/ 715857 w 2829983"/>
                <a:gd name="connsiteY1740" fmla="*/ 892387 h 1943099"/>
                <a:gd name="connsiteX1741" fmla="*/ 701887 w 2829983"/>
                <a:gd name="connsiteY1741" fmla="*/ 896197 h 1943099"/>
                <a:gd name="connsiteX1742" fmla="*/ 745067 w 2829983"/>
                <a:gd name="connsiteY1742" fmla="*/ 955887 h 1943099"/>
                <a:gd name="connsiteX1743" fmla="*/ 759037 w 2829983"/>
                <a:gd name="connsiteY1743" fmla="*/ 954617 h 1943099"/>
                <a:gd name="connsiteX1744" fmla="*/ 743796 w 2829983"/>
                <a:gd name="connsiteY1744" fmla="*/ 949113 h 1943099"/>
                <a:gd name="connsiteX1745" fmla="*/ 726863 w 2829983"/>
                <a:gd name="connsiteY1745" fmla="*/ 936413 h 1943099"/>
                <a:gd name="connsiteX1746" fmla="*/ 729827 w 2829983"/>
                <a:gd name="connsiteY1746" fmla="*/ 951653 h 1943099"/>
                <a:gd name="connsiteX1747" fmla="*/ 745067 w 2829983"/>
                <a:gd name="connsiteY1747" fmla="*/ 955887 h 1943099"/>
                <a:gd name="connsiteX1748" fmla="*/ 746337 w 2829983"/>
                <a:gd name="connsiteY1748" fmla="*/ 926677 h 1943099"/>
                <a:gd name="connsiteX1749" fmla="*/ 731096 w 2829983"/>
                <a:gd name="connsiteY1749" fmla="*/ 927947 h 1943099"/>
                <a:gd name="connsiteX1750" fmla="*/ 746337 w 2829983"/>
                <a:gd name="connsiteY1750" fmla="*/ 938953 h 1943099"/>
                <a:gd name="connsiteX1751" fmla="*/ 746337 w 2829983"/>
                <a:gd name="connsiteY1751" fmla="*/ 926677 h 1943099"/>
                <a:gd name="connsiteX1752" fmla="*/ 751840 w 2829983"/>
                <a:gd name="connsiteY1752" fmla="*/ 937683 h 1943099"/>
                <a:gd name="connsiteX1753" fmla="*/ 750570 w 2829983"/>
                <a:gd name="connsiteY1753" fmla="*/ 944880 h 1943099"/>
                <a:gd name="connsiteX1754" fmla="*/ 765810 w 2829983"/>
                <a:gd name="connsiteY1754" fmla="*/ 944880 h 1943099"/>
                <a:gd name="connsiteX1755" fmla="*/ 751840 w 2829983"/>
                <a:gd name="connsiteY1755" fmla="*/ 937683 h 1943099"/>
                <a:gd name="connsiteX1756" fmla="*/ 800946 w 2829983"/>
                <a:gd name="connsiteY1756" fmla="*/ 862330 h 1943099"/>
                <a:gd name="connsiteX1757" fmla="*/ 799677 w 2829983"/>
                <a:gd name="connsiteY1757" fmla="*/ 862330 h 1943099"/>
                <a:gd name="connsiteX1758" fmla="*/ 785707 w 2829983"/>
                <a:gd name="connsiteY1758" fmla="*/ 862330 h 1943099"/>
                <a:gd name="connsiteX1759" fmla="*/ 771736 w 2829983"/>
                <a:gd name="connsiteY1759" fmla="*/ 873337 h 1943099"/>
                <a:gd name="connsiteX1760" fmla="*/ 785707 w 2829983"/>
                <a:gd name="connsiteY1760" fmla="*/ 870373 h 1943099"/>
                <a:gd name="connsiteX1761" fmla="*/ 800946 w 2829983"/>
                <a:gd name="connsiteY1761" fmla="*/ 862330 h 1943099"/>
                <a:gd name="connsiteX1762" fmla="*/ 797983 w 2829983"/>
                <a:gd name="connsiteY1762" fmla="*/ 787400 h 1943099"/>
                <a:gd name="connsiteX1763" fmla="*/ 803486 w 2829983"/>
                <a:gd name="connsiteY1763" fmla="*/ 791633 h 1943099"/>
                <a:gd name="connsiteX1764" fmla="*/ 817457 w 2829983"/>
                <a:gd name="connsiteY1764" fmla="*/ 791633 h 1943099"/>
                <a:gd name="connsiteX1765" fmla="*/ 811953 w 2829983"/>
                <a:gd name="connsiteY1765" fmla="*/ 777663 h 1943099"/>
                <a:gd name="connsiteX1766" fmla="*/ 797983 w 2829983"/>
                <a:gd name="connsiteY1766" fmla="*/ 787400 h 1943099"/>
                <a:gd name="connsiteX1767" fmla="*/ 878840 w 2829983"/>
                <a:gd name="connsiteY1767" fmla="*/ 749300 h 1943099"/>
                <a:gd name="connsiteX1768" fmla="*/ 883073 w 2829983"/>
                <a:gd name="connsiteY1768" fmla="*/ 748030 h 1943099"/>
                <a:gd name="connsiteX1769" fmla="*/ 901277 w 2829983"/>
                <a:gd name="connsiteY1769" fmla="*/ 739563 h 1943099"/>
                <a:gd name="connsiteX1770" fmla="*/ 915246 w 2829983"/>
                <a:gd name="connsiteY1770" fmla="*/ 736600 h 1943099"/>
                <a:gd name="connsiteX1771" fmla="*/ 901277 w 2829983"/>
                <a:gd name="connsiteY1771" fmla="*/ 732367 h 1943099"/>
                <a:gd name="connsiteX1772" fmla="*/ 891540 w 2829983"/>
                <a:gd name="connsiteY1772" fmla="*/ 731097 h 1943099"/>
                <a:gd name="connsiteX1773" fmla="*/ 876300 w 2829983"/>
                <a:gd name="connsiteY1773" fmla="*/ 736600 h 1943099"/>
                <a:gd name="connsiteX1774" fmla="*/ 865293 w 2829983"/>
                <a:gd name="connsiteY1774" fmla="*/ 751840 h 1943099"/>
                <a:gd name="connsiteX1775" fmla="*/ 878840 w 2829983"/>
                <a:gd name="connsiteY1775" fmla="*/ 749300 h 1943099"/>
                <a:gd name="connsiteX1776" fmla="*/ 890270 w 2829983"/>
                <a:gd name="connsiteY1776" fmla="*/ 711623 h 1943099"/>
                <a:gd name="connsiteX1777" fmla="*/ 872067 w 2829983"/>
                <a:gd name="connsiteY1777" fmla="*/ 704850 h 1943099"/>
                <a:gd name="connsiteX1778" fmla="*/ 866563 w 2829983"/>
                <a:gd name="connsiteY1778" fmla="*/ 718820 h 1943099"/>
                <a:gd name="connsiteX1779" fmla="*/ 880533 w 2829983"/>
                <a:gd name="connsiteY1779" fmla="*/ 726017 h 1943099"/>
                <a:gd name="connsiteX1780" fmla="*/ 895773 w 2829983"/>
                <a:gd name="connsiteY1780" fmla="*/ 718820 h 1943099"/>
                <a:gd name="connsiteX1781" fmla="*/ 890270 w 2829983"/>
                <a:gd name="connsiteY1781" fmla="*/ 711623 h 1943099"/>
                <a:gd name="connsiteX1782" fmla="*/ 920750 w 2829983"/>
                <a:gd name="connsiteY1782" fmla="*/ 444077 h 1943099"/>
                <a:gd name="connsiteX1783" fmla="*/ 911013 w 2829983"/>
                <a:gd name="connsiteY1783" fmla="*/ 458047 h 1943099"/>
                <a:gd name="connsiteX1784" fmla="*/ 926253 w 2829983"/>
                <a:gd name="connsiteY1784" fmla="*/ 462280 h 1943099"/>
                <a:gd name="connsiteX1785" fmla="*/ 934296 w 2829983"/>
                <a:gd name="connsiteY1785" fmla="*/ 455507 h 1943099"/>
                <a:gd name="connsiteX1786" fmla="*/ 937260 w 2829983"/>
                <a:gd name="connsiteY1786" fmla="*/ 451273 h 1943099"/>
                <a:gd name="connsiteX1787" fmla="*/ 942763 w 2829983"/>
                <a:gd name="connsiteY1787" fmla="*/ 444500 h 1943099"/>
                <a:gd name="connsiteX1788" fmla="*/ 939800 w 2829983"/>
                <a:gd name="connsiteY1788" fmla="*/ 430530 h 1943099"/>
                <a:gd name="connsiteX1789" fmla="*/ 925830 w 2829983"/>
                <a:gd name="connsiteY1789" fmla="*/ 438997 h 1943099"/>
                <a:gd name="connsiteX1790" fmla="*/ 920750 w 2829983"/>
                <a:gd name="connsiteY1790" fmla="*/ 444077 h 1943099"/>
                <a:gd name="connsiteX1791" fmla="*/ 929217 w 2829983"/>
                <a:gd name="connsiteY1791" fmla="*/ 703580 h 1943099"/>
                <a:gd name="connsiteX1792" fmla="*/ 915246 w 2829983"/>
                <a:gd name="connsiteY1792" fmla="*/ 709083 h 1943099"/>
                <a:gd name="connsiteX1793" fmla="*/ 929217 w 2829983"/>
                <a:gd name="connsiteY1793" fmla="*/ 704850 h 1943099"/>
                <a:gd name="connsiteX1794" fmla="*/ 929217 w 2829983"/>
                <a:gd name="connsiteY1794" fmla="*/ 703580 h 1943099"/>
                <a:gd name="connsiteX1795" fmla="*/ 940223 w 2829983"/>
                <a:gd name="connsiteY1795" fmla="*/ 696383 h 1943099"/>
                <a:gd name="connsiteX1796" fmla="*/ 938953 w 2829983"/>
                <a:gd name="connsiteY1796" fmla="*/ 692150 h 1943099"/>
                <a:gd name="connsiteX1797" fmla="*/ 924983 w 2829983"/>
                <a:gd name="connsiteY1797" fmla="*/ 700617 h 1943099"/>
                <a:gd name="connsiteX1798" fmla="*/ 940223 w 2829983"/>
                <a:gd name="connsiteY1798" fmla="*/ 696383 h 1943099"/>
                <a:gd name="connsiteX1799" fmla="*/ 946996 w 2829983"/>
                <a:gd name="connsiteY1799" fmla="*/ 442807 h 1943099"/>
                <a:gd name="connsiteX1800" fmla="*/ 960967 w 2829983"/>
                <a:gd name="connsiteY1800" fmla="*/ 442807 h 1943099"/>
                <a:gd name="connsiteX1801" fmla="*/ 970703 w 2829983"/>
                <a:gd name="connsiteY1801" fmla="*/ 433070 h 1943099"/>
                <a:gd name="connsiteX1802" fmla="*/ 974936 w 2829983"/>
                <a:gd name="connsiteY1802" fmla="*/ 426297 h 1943099"/>
                <a:gd name="connsiteX1803" fmla="*/ 960967 w 2829983"/>
                <a:gd name="connsiteY1803" fmla="*/ 422063 h 1943099"/>
                <a:gd name="connsiteX1804" fmla="*/ 945303 w 2829983"/>
                <a:gd name="connsiteY1804" fmla="*/ 436033 h 1943099"/>
                <a:gd name="connsiteX1805" fmla="*/ 946996 w 2829983"/>
                <a:gd name="connsiteY1805" fmla="*/ 442807 h 1943099"/>
                <a:gd name="connsiteX1806" fmla="*/ 966893 w 2829983"/>
                <a:gd name="connsiteY1806" fmla="*/ 615527 h 1943099"/>
                <a:gd name="connsiteX1807" fmla="*/ 982133 w 2829983"/>
                <a:gd name="connsiteY1807" fmla="*/ 614257 h 1943099"/>
                <a:gd name="connsiteX1808" fmla="*/ 996103 w 2829983"/>
                <a:gd name="connsiteY1808" fmla="*/ 612987 h 1943099"/>
                <a:gd name="connsiteX1809" fmla="*/ 980863 w 2829983"/>
                <a:gd name="connsiteY1809" fmla="*/ 611717 h 1943099"/>
                <a:gd name="connsiteX1810" fmla="*/ 966893 w 2829983"/>
                <a:gd name="connsiteY1810" fmla="*/ 615527 h 1943099"/>
                <a:gd name="connsiteX1811" fmla="*/ 989330 w 2829983"/>
                <a:gd name="connsiteY1811" fmla="*/ 421640 h 1943099"/>
                <a:gd name="connsiteX1812" fmla="*/ 979593 w 2829983"/>
                <a:gd name="connsiteY1812" fmla="*/ 435610 h 1943099"/>
                <a:gd name="connsiteX1813" fmla="*/ 994833 w 2829983"/>
                <a:gd name="connsiteY1813" fmla="*/ 427143 h 1943099"/>
                <a:gd name="connsiteX1814" fmla="*/ 1008803 w 2829983"/>
                <a:gd name="connsiteY1814" fmla="*/ 424603 h 1943099"/>
                <a:gd name="connsiteX1815" fmla="*/ 1022773 w 2829983"/>
                <a:gd name="connsiteY1815" fmla="*/ 419100 h 1943099"/>
                <a:gd name="connsiteX1816" fmla="*/ 1038013 w 2829983"/>
                <a:gd name="connsiteY1816" fmla="*/ 417830 h 1943099"/>
                <a:gd name="connsiteX1817" fmla="*/ 1050713 w 2829983"/>
                <a:gd name="connsiteY1817" fmla="*/ 408093 h 1943099"/>
                <a:gd name="connsiteX1818" fmla="*/ 1036743 w 2829983"/>
                <a:gd name="connsiteY1818" fmla="*/ 408093 h 1943099"/>
                <a:gd name="connsiteX1819" fmla="*/ 1021503 w 2829983"/>
                <a:gd name="connsiteY1819" fmla="*/ 398357 h 1943099"/>
                <a:gd name="connsiteX1820" fmla="*/ 1006263 w 2829983"/>
                <a:gd name="connsiteY1820" fmla="*/ 405130 h 1943099"/>
                <a:gd name="connsiteX1821" fmla="*/ 991023 w 2829983"/>
                <a:gd name="connsiteY1821" fmla="*/ 403860 h 1943099"/>
                <a:gd name="connsiteX1822" fmla="*/ 995257 w 2829983"/>
                <a:gd name="connsiteY1822" fmla="*/ 412327 h 1943099"/>
                <a:gd name="connsiteX1823" fmla="*/ 981286 w 2829983"/>
                <a:gd name="connsiteY1823" fmla="*/ 415290 h 1943099"/>
                <a:gd name="connsiteX1824" fmla="*/ 989330 w 2829983"/>
                <a:gd name="connsiteY1824" fmla="*/ 421640 h 1943099"/>
                <a:gd name="connsiteX1825" fmla="*/ 1054947 w 2829983"/>
                <a:gd name="connsiteY1825" fmla="*/ 407670 h 1943099"/>
                <a:gd name="connsiteX1826" fmla="*/ 1059180 w 2829983"/>
                <a:gd name="connsiteY1826" fmla="*/ 407670 h 1943099"/>
                <a:gd name="connsiteX1827" fmla="*/ 1057910 w 2829983"/>
                <a:gd name="connsiteY1827" fmla="*/ 397933 h 1943099"/>
                <a:gd name="connsiteX1828" fmla="*/ 1042670 w 2829983"/>
                <a:gd name="connsiteY1828" fmla="*/ 394970 h 1943099"/>
                <a:gd name="connsiteX1829" fmla="*/ 1054947 w 2829983"/>
                <a:gd name="connsiteY1829" fmla="*/ 407670 h 1943099"/>
                <a:gd name="connsiteX1830" fmla="*/ 1047750 w 2829983"/>
                <a:gd name="connsiteY1830" fmla="*/ 566843 h 1943099"/>
                <a:gd name="connsiteX1831" fmla="*/ 1049443 w 2829983"/>
                <a:gd name="connsiteY1831" fmla="*/ 578273 h 1943099"/>
                <a:gd name="connsiteX1832" fmla="*/ 1063413 w 2829983"/>
                <a:gd name="connsiteY1832" fmla="*/ 579543 h 1943099"/>
                <a:gd name="connsiteX1833" fmla="*/ 1063413 w 2829983"/>
                <a:gd name="connsiteY1833" fmla="*/ 565573 h 1943099"/>
                <a:gd name="connsiteX1834" fmla="*/ 1047750 w 2829983"/>
                <a:gd name="connsiteY1834" fmla="*/ 566843 h 1943099"/>
                <a:gd name="connsiteX1835" fmla="*/ 1062990 w 2829983"/>
                <a:gd name="connsiteY1835" fmla="*/ 410633 h 1943099"/>
                <a:gd name="connsiteX1836" fmla="*/ 1076960 w 2829983"/>
                <a:gd name="connsiteY1836" fmla="*/ 416137 h 1943099"/>
                <a:gd name="connsiteX1837" fmla="*/ 1092200 w 2829983"/>
                <a:gd name="connsiteY1837" fmla="*/ 410633 h 1943099"/>
                <a:gd name="connsiteX1838" fmla="*/ 1107440 w 2829983"/>
                <a:gd name="connsiteY1838" fmla="*/ 405130 h 1943099"/>
                <a:gd name="connsiteX1839" fmla="*/ 1122680 w 2829983"/>
                <a:gd name="connsiteY1839" fmla="*/ 403860 h 1943099"/>
                <a:gd name="connsiteX1840" fmla="*/ 1135380 w 2829983"/>
                <a:gd name="connsiteY1840" fmla="*/ 397087 h 1943099"/>
                <a:gd name="connsiteX1841" fmla="*/ 1139613 w 2829983"/>
                <a:gd name="connsiteY1841" fmla="*/ 392853 h 1943099"/>
                <a:gd name="connsiteX1842" fmla="*/ 1149350 w 2829983"/>
                <a:gd name="connsiteY1842" fmla="*/ 378883 h 1943099"/>
                <a:gd name="connsiteX1843" fmla="*/ 1135380 w 2829983"/>
                <a:gd name="connsiteY1843" fmla="*/ 380153 h 1943099"/>
                <a:gd name="connsiteX1844" fmla="*/ 1119717 w 2829983"/>
                <a:gd name="connsiteY1844" fmla="*/ 391160 h 1943099"/>
                <a:gd name="connsiteX1845" fmla="*/ 1116753 w 2829983"/>
                <a:gd name="connsiteY1845" fmla="*/ 382693 h 1943099"/>
                <a:gd name="connsiteX1846" fmla="*/ 1102783 w 2829983"/>
                <a:gd name="connsiteY1846" fmla="*/ 382693 h 1943099"/>
                <a:gd name="connsiteX1847" fmla="*/ 1087543 w 2829983"/>
                <a:gd name="connsiteY1847" fmla="*/ 386927 h 1943099"/>
                <a:gd name="connsiteX1848" fmla="*/ 1076536 w 2829983"/>
                <a:gd name="connsiteY1848" fmla="*/ 402167 h 1943099"/>
                <a:gd name="connsiteX1849" fmla="*/ 1062567 w 2829983"/>
                <a:gd name="connsiteY1849" fmla="*/ 407670 h 1943099"/>
                <a:gd name="connsiteX1850" fmla="*/ 1063836 w 2829983"/>
                <a:gd name="connsiteY1850" fmla="*/ 408940 h 1943099"/>
                <a:gd name="connsiteX1851" fmla="*/ 1062990 w 2829983"/>
                <a:gd name="connsiteY1851" fmla="*/ 410633 h 1943099"/>
                <a:gd name="connsiteX1852" fmla="*/ 1127336 w 2829983"/>
                <a:gd name="connsiteY1852" fmla="*/ 361527 h 1943099"/>
                <a:gd name="connsiteX1853" fmla="*/ 1134533 w 2829983"/>
                <a:gd name="connsiteY1853" fmla="*/ 361527 h 1943099"/>
                <a:gd name="connsiteX1854" fmla="*/ 1148503 w 2829983"/>
                <a:gd name="connsiteY1854" fmla="*/ 358987 h 1943099"/>
                <a:gd name="connsiteX1855" fmla="*/ 1165436 w 2829983"/>
                <a:gd name="connsiteY1855" fmla="*/ 354753 h 1943099"/>
                <a:gd name="connsiteX1856" fmla="*/ 1179407 w 2829983"/>
                <a:gd name="connsiteY1856" fmla="*/ 349250 h 1943099"/>
                <a:gd name="connsiteX1857" fmla="*/ 1181947 w 2829983"/>
                <a:gd name="connsiteY1857" fmla="*/ 345017 h 1943099"/>
                <a:gd name="connsiteX1858" fmla="*/ 1167977 w 2829983"/>
                <a:gd name="connsiteY1858" fmla="*/ 336550 h 1943099"/>
                <a:gd name="connsiteX1859" fmla="*/ 1173480 w 2829983"/>
                <a:gd name="connsiteY1859" fmla="*/ 322580 h 1943099"/>
                <a:gd name="connsiteX1860" fmla="*/ 1159510 w 2829983"/>
                <a:gd name="connsiteY1860" fmla="*/ 312843 h 1943099"/>
                <a:gd name="connsiteX1861" fmla="*/ 1144270 w 2829983"/>
                <a:gd name="connsiteY1861" fmla="*/ 301837 h 1943099"/>
                <a:gd name="connsiteX1862" fmla="*/ 1144270 w 2829983"/>
                <a:gd name="connsiteY1862" fmla="*/ 315807 h 1943099"/>
                <a:gd name="connsiteX1863" fmla="*/ 1140036 w 2829983"/>
                <a:gd name="connsiteY1863" fmla="*/ 331047 h 1943099"/>
                <a:gd name="connsiteX1864" fmla="*/ 1132840 w 2829983"/>
                <a:gd name="connsiteY1864" fmla="*/ 322580 h 1943099"/>
                <a:gd name="connsiteX1865" fmla="*/ 1132840 w 2829983"/>
                <a:gd name="connsiteY1865" fmla="*/ 329353 h 1943099"/>
                <a:gd name="connsiteX1866" fmla="*/ 1117600 w 2829983"/>
                <a:gd name="connsiteY1866" fmla="*/ 332317 h 1943099"/>
                <a:gd name="connsiteX1867" fmla="*/ 1101090 w 2829983"/>
                <a:gd name="connsiteY1867" fmla="*/ 326813 h 1943099"/>
                <a:gd name="connsiteX1868" fmla="*/ 1090083 w 2829983"/>
                <a:gd name="connsiteY1868" fmla="*/ 340783 h 1943099"/>
                <a:gd name="connsiteX1869" fmla="*/ 1074843 w 2829983"/>
                <a:gd name="connsiteY1869" fmla="*/ 350520 h 1943099"/>
                <a:gd name="connsiteX1870" fmla="*/ 1090083 w 2829983"/>
                <a:gd name="connsiteY1870" fmla="*/ 357717 h 1943099"/>
                <a:gd name="connsiteX1871" fmla="*/ 1104053 w 2829983"/>
                <a:gd name="connsiteY1871" fmla="*/ 346710 h 1943099"/>
                <a:gd name="connsiteX1872" fmla="*/ 1119293 w 2829983"/>
                <a:gd name="connsiteY1872" fmla="*/ 349673 h 1943099"/>
                <a:gd name="connsiteX1873" fmla="*/ 1134957 w 2829983"/>
                <a:gd name="connsiteY1873" fmla="*/ 341207 h 1943099"/>
                <a:gd name="connsiteX1874" fmla="*/ 1148927 w 2829983"/>
                <a:gd name="connsiteY1874" fmla="*/ 344170 h 1943099"/>
                <a:gd name="connsiteX1875" fmla="*/ 1134957 w 2829983"/>
                <a:gd name="connsiteY1875" fmla="*/ 349673 h 1943099"/>
                <a:gd name="connsiteX1876" fmla="*/ 1119293 w 2829983"/>
                <a:gd name="connsiteY1876" fmla="*/ 352637 h 1943099"/>
                <a:gd name="connsiteX1877" fmla="*/ 1127336 w 2829983"/>
                <a:gd name="connsiteY1877" fmla="*/ 361527 h 1943099"/>
                <a:gd name="connsiteX1878" fmla="*/ 1132840 w 2829983"/>
                <a:gd name="connsiteY1878" fmla="*/ 320040 h 1943099"/>
                <a:gd name="connsiteX1879" fmla="*/ 1132840 w 2829983"/>
                <a:gd name="connsiteY1879" fmla="*/ 313267 h 1943099"/>
                <a:gd name="connsiteX1880" fmla="*/ 1117600 w 2829983"/>
                <a:gd name="connsiteY1880" fmla="*/ 320040 h 1943099"/>
                <a:gd name="connsiteX1881" fmla="*/ 1132840 w 2829983"/>
                <a:gd name="connsiteY1881" fmla="*/ 320040 h 1943099"/>
                <a:gd name="connsiteX1882" fmla="*/ 1138343 w 2829983"/>
                <a:gd name="connsiteY1882" fmla="*/ 458047 h 1943099"/>
                <a:gd name="connsiteX1883" fmla="*/ 1140036 w 2829983"/>
                <a:gd name="connsiteY1883" fmla="*/ 458047 h 1943099"/>
                <a:gd name="connsiteX1884" fmla="*/ 1154007 w 2829983"/>
                <a:gd name="connsiteY1884" fmla="*/ 456777 h 1943099"/>
                <a:gd name="connsiteX1885" fmla="*/ 1167977 w 2829983"/>
                <a:gd name="connsiteY1885" fmla="*/ 452543 h 1943099"/>
                <a:gd name="connsiteX1886" fmla="*/ 1152736 w 2829983"/>
                <a:gd name="connsiteY1886" fmla="*/ 445347 h 1943099"/>
                <a:gd name="connsiteX1887" fmla="*/ 1138767 w 2829983"/>
                <a:gd name="connsiteY1887" fmla="*/ 452543 h 1943099"/>
                <a:gd name="connsiteX1888" fmla="*/ 1138767 w 2829983"/>
                <a:gd name="connsiteY1888" fmla="*/ 453813 h 1943099"/>
                <a:gd name="connsiteX1889" fmla="*/ 1138767 w 2829983"/>
                <a:gd name="connsiteY1889" fmla="*/ 456777 h 1943099"/>
                <a:gd name="connsiteX1890" fmla="*/ 1138767 w 2829983"/>
                <a:gd name="connsiteY1890" fmla="*/ 458047 h 1943099"/>
                <a:gd name="connsiteX1891" fmla="*/ 1184486 w 2829983"/>
                <a:gd name="connsiteY1891" fmla="*/ 345017 h 1943099"/>
                <a:gd name="connsiteX1892" fmla="*/ 1188720 w 2829983"/>
                <a:gd name="connsiteY1892" fmla="*/ 358987 h 1943099"/>
                <a:gd name="connsiteX1893" fmla="*/ 1174750 w 2829983"/>
                <a:gd name="connsiteY1893" fmla="*/ 363220 h 1943099"/>
                <a:gd name="connsiteX1894" fmla="*/ 1160780 w 2829983"/>
                <a:gd name="connsiteY1894" fmla="*/ 364490 h 1943099"/>
                <a:gd name="connsiteX1895" fmla="*/ 1167977 w 2829983"/>
                <a:gd name="connsiteY1895" fmla="*/ 378460 h 1943099"/>
                <a:gd name="connsiteX1896" fmla="*/ 1154007 w 2829983"/>
                <a:gd name="connsiteY1896" fmla="*/ 388197 h 1943099"/>
                <a:gd name="connsiteX1897" fmla="*/ 1149773 w 2829983"/>
                <a:gd name="connsiteY1897" fmla="*/ 403437 h 1943099"/>
                <a:gd name="connsiteX1898" fmla="*/ 1165013 w 2829983"/>
                <a:gd name="connsiteY1898" fmla="*/ 392430 h 1943099"/>
                <a:gd name="connsiteX1899" fmla="*/ 1181523 w 2829983"/>
                <a:gd name="connsiteY1899" fmla="*/ 385657 h 1943099"/>
                <a:gd name="connsiteX1900" fmla="*/ 1195493 w 2829983"/>
                <a:gd name="connsiteY1900" fmla="*/ 381423 h 1943099"/>
                <a:gd name="connsiteX1901" fmla="*/ 1182793 w 2829983"/>
                <a:gd name="connsiteY1901" fmla="*/ 396663 h 1943099"/>
                <a:gd name="connsiteX1902" fmla="*/ 1196763 w 2829983"/>
                <a:gd name="connsiteY1902" fmla="*/ 397933 h 1943099"/>
                <a:gd name="connsiteX1903" fmla="*/ 1210733 w 2829983"/>
                <a:gd name="connsiteY1903" fmla="*/ 402167 h 1943099"/>
                <a:gd name="connsiteX1904" fmla="*/ 1220470 w 2829983"/>
                <a:gd name="connsiteY1904" fmla="*/ 388197 h 1943099"/>
                <a:gd name="connsiteX1905" fmla="*/ 1234440 w 2829983"/>
                <a:gd name="connsiteY1905" fmla="*/ 375497 h 1943099"/>
                <a:gd name="connsiteX1906" fmla="*/ 1237403 w 2829983"/>
                <a:gd name="connsiteY1906" fmla="*/ 390737 h 1943099"/>
                <a:gd name="connsiteX1907" fmla="*/ 1251373 w 2829983"/>
                <a:gd name="connsiteY1907" fmla="*/ 381000 h 1943099"/>
                <a:gd name="connsiteX1908" fmla="*/ 1258147 w 2829983"/>
                <a:gd name="connsiteY1908" fmla="*/ 367030 h 1943099"/>
                <a:gd name="connsiteX1909" fmla="*/ 1272117 w 2829983"/>
                <a:gd name="connsiteY1909" fmla="*/ 365760 h 1943099"/>
                <a:gd name="connsiteX1910" fmla="*/ 1286086 w 2829983"/>
                <a:gd name="connsiteY1910" fmla="*/ 365760 h 1943099"/>
                <a:gd name="connsiteX1911" fmla="*/ 1301327 w 2829983"/>
                <a:gd name="connsiteY1911" fmla="*/ 364490 h 1943099"/>
                <a:gd name="connsiteX1912" fmla="*/ 1308100 w 2829983"/>
                <a:gd name="connsiteY1912" fmla="*/ 354753 h 1943099"/>
                <a:gd name="connsiteX1913" fmla="*/ 1306830 w 2829983"/>
                <a:gd name="connsiteY1913" fmla="*/ 340783 h 1943099"/>
                <a:gd name="connsiteX1914" fmla="*/ 1309370 w 2829983"/>
                <a:gd name="connsiteY1914" fmla="*/ 326813 h 1943099"/>
                <a:gd name="connsiteX1915" fmla="*/ 1294130 w 2829983"/>
                <a:gd name="connsiteY1915" fmla="*/ 322580 h 1943099"/>
                <a:gd name="connsiteX1916" fmla="*/ 1280160 w 2829983"/>
                <a:gd name="connsiteY1916" fmla="*/ 319617 h 1943099"/>
                <a:gd name="connsiteX1917" fmla="*/ 1266190 w 2829983"/>
                <a:gd name="connsiteY1917" fmla="*/ 322580 h 1943099"/>
                <a:gd name="connsiteX1918" fmla="*/ 1267460 w 2829983"/>
                <a:gd name="connsiteY1918" fmla="*/ 336550 h 1943099"/>
                <a:gd name="connsiteX1919" fmla="*/ 1253490 w 2829983"/>
                <a:gd name="connsiteY1919" fmla="*/ 337820 h 1943099"/>
                <a:gd name="connsiteX1920" fmla="*/ 1247986 w 2829983"/>
                <a:gd name="connsiteY1920" fmla="*/ 346287 h 1943099"/>
                <a:gd name="connsiteX1921" fmla="*/ 1234017 w 2829983"/>
                <a:gd name="connsiteY1921" fmla="*/ 354753 h 1943099"/>
                <a:gd name="connsiteX1922" fmla="*/ 1220047 w 2829983"/>
                <a:gd name="connsiteY1922" fmla="*/ 367453 h 1943099"/>
                <a:gd name="connsiteX1923" fmla="*/ 1225550 w 2829983"/>
                <a:gd name="connsiteY1923" fmla="*/ 353483 h 1943099"/>
                <a:gd name="connsiteX1924" fmla="*/ 1240790 w 2829983"/>
                <a:gd name="connsiteY1924" fmla="*/ 346287 h 1943099"/>
                <a:gd name="connsiteX1925" fmla="*/ 1242060 w 2829983"/>
                <a:gd name="connsiteY1925" fmla="*/ 332317 h 1943099"/>
                <a:gd name="connsiteX1926" fmla="*/ 1226820 w 2829983"/>
                <a:gd name="connsiteY1926" fmla="*/ 339090 h 1943099"/>
                <a:gd name="connsiteX1927" fmla="*/ 1235286 w 2829983"/>
                <a:gd name="connsiteY1927" fmla="*/ 323850 h 1943099"/>
                <a:gd name="connsiteX1928" fmla="*/ 1235286 w 2829983"/>
                <a:gd name="connsiteY1928" fmla="*/ 309880 h 1943099"/>
                <a:gd name="connsiteX1929" fmla="*/ 1232323 w 2829983"/>
                <a:gd name="connsiteY1929" fmla="*/ 308610 h 1943099"/>
                <a:gd name="connsiteX1930" fmla="*/ 1223857 w 2829983"/>
                <a:gd name="connsiteY1930" fmla="*/ 308610 h 1943099"/>
                <a:gd name="connsiteX1931" fmla="*/ 1208617 w 2829983"/>
                <a:gd name="connsiteY1931" fmla="*/ 308610 h 1943099"/>
                <a:gd name="connsiteX1932" fmla="*/ 1203113 w 2829983"/>
                <a:gd name="connsiteY1932" fmla="*/ 312843 h 1943099"/>
                <a:gd name="connsiteX1933" fmla="*/ 1204383 w 2829983"/>
                <a:gd name="connsiteY1933" fmla="*/ 326813 h 1943099"/>
                <a:gd name="connsiteX1934" fmla="*/ 1195917 w 2829983"/>
                <a:gd name="connsiteY1934" fmla="*/ 340783 h 1943099"/>
                <a:gd name="connsiteX1935" fmla="*/ 1209886 w 2829983"/>
                <a:gd name="connsiteY1935" fmla="*/ 345017 h 1943099"/>
                <a:gd name="connsiteX1936" fmla="*/ 1195917 w 2829983"/>
                <a:gd name="connsiteY1936" fmla="*/ 342477 h 1943099"/>
                <a:gd name="connsiteX1937" fmla="*/ 1184486 w 2829983"/>
                <a:gd name="connsiteY1937" fmla="*/ 345017 h 1943099"/>
                <a:gd name="connsiteX1938" fmla="*/ 1209463 w 2829983"/>
                <a:gd name="connsiteY1938" fmla="*/ 306070 h 1943099"/>
                <a:gd name="connsiteX1939" fmla="*/ 1223433 w 2829983"/>
                <a:gd name="connsiteY1939" fmla="*/ 301837 h 1943099"/>
                <a:gd name="connsiteX1940" fmla="*/ 1238673 w 2829983"/>
                <a:gd name="connsiteY1940" fmla="*/ 290830 h 1943099"/>
                <a:gd name="connsiteX1941" fmla="*/ 1252643 w 2829983"/>
                <a:gd name="connsiteY1941" fmla="*/ 281093 h 1943099"/>
                <a:gd name="connsiteX1942" fmla="*/ 1259417 w 2829983"/>
                <a:gd name="connsiteY1942" fmla="*/ 265853 h 1943099"/>
                <a:gd name="connsiteX1943" fmla="*/ 1244177 w 2829983"/>
                <a:gd name="connsiteY1943" fmla="*/ 261620 h 1943099"/>
                <a:gd name="connsiteX1944" fmla="*/ 1230207 w 2829983"/>
                <a:gd name="connsiteY1944" fmla="*/ 267123 h 1943099"/>
                <a:gd name="connsiteX1945" fmla="*/ 1219200 w 2829983"/>
                <a:gd name="connsiteY1945" fmla="*/ 281093 h 1943099"/>
                <a:gd name="connsiteX1946" fmla="*/ 1205230 w 2829983"/>
                <a:gd name="connsiteY1946" fmla="*/ 283633 h 1943099"/>
                <a:gd name="connsiteX1947" fmla="*/ 1191260 w 2829983"/>
                <a:gd name="connsiteY1947" fmla="*/ 297603 h 1943099"/>
                <a:gd name="connsiteX1948" fmla="*/ 1184063 w 2829983"/>
                <a:gd name="connsiteY1948" fmla="*/ 312843 h 1943099"/>
                <a:gd name="connsiteX1949" fmla="*/ 1198033 w 2829983"/>
                <a:gd name="connsiteY1949" fmla="*/ 314113 h 1943099"/>
                <a:gd name="connsiteX1950" fmla="*/ 1209463 w 2829983"/>
                <a:gd name="connsiteY1950" fmla="*/ 306070 h 1943099"/>
                <a:gd name="connsiteX1951" fmla="*/ 1209463 w 2829983"/>
                <a:gd name="connsiteY1951" fmla="*/ 439843 h 1943099"/>
                <a:gd name="connsiteX1952" fmla="*/ 1195493 w 2829983"/>
                <a:gd name="connsiteY1952" fmla="*/ 445347 h 1943099"/>
                <a:gd name="connsiteX1953" fmla="*/ 1209463 w 2829983"/>
                <a:gd name="connsiteY1953" fmla="*/ 446617 h 1943099"/>
                <a:gd name="connsiteX1954" fmla="*/ 1224703 w 2829983"/>
                <a:gd name="connsiteY1954" fmla="*/ 445347 h 1943099"/>
                <a:gd name="connsiteX1955" fmla="*/ 1238673 w 2829983"/>
                <a:gd name="connsiteY1955" fmla="*/ 442807 h 1943099"/>
                <a:gd name="connsiteX1956" fmla="*/ 1223433 w 2829983"/>
                <a:gd name="connsiteY1956" fmla="*/ 441537 h 1943099"/>
                <a:gd name="connsiteX1957" fmla="*/ 1209463 w 2829983"/>
                <a:gd name="connsiteY1957" fmla="*/ 439843 h 1943099"/>
                <a:gd name="connsiteX1958" fmla="*/ 1261110 w 2829983"/>
                <a:gd name="connsiteY1958" fmla="*/ 379730 h 1943099"/>
                <a:gd name="connsiteX1959" fmla="*/ 1276350 w 2829983"/>
                <a:gd name="connsiteY1959" fmla="*/ 386927 h 1943099"/>
                <a:gd name="connsiteX1960" fmla="*/ 1291590 w 2829983"/>
                <a:gd name="connsiteY1960" fmla="*/ 385657 h 1943099"/>
                <a:gd name="connsiteX1961" fmla="*/ 1294130 w 2829983"/>
                <a:gd name="connsiteY1961" fmla="*/ 371687 h 1943099"/>
                <a:gd name="connsiteX1962" fmla="*/ 1280160 w 2829983"/>
                <a:gd name="connsiteY1962" fmla="*/ 368723 h 1943099"/>
                <a:gd name="connsiteX1963" fmla="*/ 1266190 w 2829983"/>
                <a:gd name="connsiteY1963" fmla="*/ 374227 h 1943099"/>
                <a:gd name="connsiteX1964" fmla="*/ 1261110 w 2829983"/>
                <a:gd name="connsiteY1964" fmla="*/ 379730 h 1943099"/>
                <a:gd name="connsiteX1965" fmla="*/ 1300057 w 2829983"/>
                <a:gd name="connsiteY1965" fmla="*/ 320040 h 1943099"/>
                <a:gd name="connsiteX1966" fmla="*/ 1314027 w 2829983"/>
                <a:gd name="connsiteY1966" fmla="*/ 313267 h 1943099"/>
                <a:gd name="connsiteX1967" fmla="*/ 1298786 w 2829983"/>
                <a:gd name="connsiteY1967" fmla="*/ 309033 h 1943099"/>
                <a:gd name="connsiteX1968" fmla="*/ 1284817 w 2829983"/>
                <a:gd name="connsiteY1968" fmla="*/ 315807 h 1943099"/>
                <a:gd name="connsiteX1969" fmla="*/ 1300057 w 2829983"/>
                <a:gd name="connsiteY1969" fmla="*/ 320040 h 1943099"/>
                <a:gd name="connsiteX1970" fmla="*/ 1349163 w 2829983"/>
                <a:gd name="connsiteY1970" fmla="*/ 264160 h 1943099"/>
                <a:gd name="connsiteX1971" fmla="*/ 1364403 w 2829983"/>
                <a:gd name="connsiteY1971" fmla="*/ 262890 h 1943099"/>
                <a:gd name="connsiteX1972" fmla="*/ 1349163 w 2829983"/>
                <a:gd name="connsiteY1972" fmla="*/ 269663 h 1943099"/>
                <a:gd name="connsiteX1973" fmla="*/ 1364403 w 2829983"/>
                <a:gd name="connsiteY1973" fmla="*/ 276860 h 1943099"/>
                <a:gd name="connsiteX1974" fmla="*/ 1349163 w 2829983"/>
                <a:gd name="connsiteY1974" fmla="*/ 282363 h 1943099"/>
                <a:gd name="connsiteX1975" fmla="*/ 1335193 w 2829983"/>
                <a:gd name="connsiteY1975" fmla="*/ 286597 h 1943099"/>
                <a:gd name="connsiteX1976" fmla="*/ 1349163 w 2829983"/>
                <a:gd name="connsiteY1976" fmla="*/ 292100 h 1943099"/>
                <a:gd name="connsiteX1977" fmla="*/ 1364403 w 2829983"/>
                <a:gd name="connsiteY1977" fmla="*/ 292100 h 1943099"/>
                <a:gd name="connsiteX1978" fmla="*/ 1378373 w 2829983"/>
                <a:gd name="connsiteY1978" fmla="*/ 289137 h 1943099"/>
                <a:gd name="connsiteX1979" fmla="*/ 1393613 w 2829983"/>
                <a:gd name="connsiteY1979" fmla="*/ 280670 h 1943099"/>
                <a:gd name="connsiteX1980" fmla="*/ 1408853 w 2829983"/>
                <a:gd name="connsiteY1980" fmla="*/ 280670 h 1943099"/>
                <a:gd name="connsiteX1981" fmla="*/ 1424093 w 2829983"/>
                <a:gd name="connsiteY1981" fmla="*/ 280670 h 1943099"/>
                <a:gd name="connsiteX1982" fmla="*/ 1441027 w 2829983"/>
                <a:gd name="connsiteY1982" fmla="*/ 280670 h 1943099"/>
                <a:gd name="connsiteX1983" fmla="*/ 1454997 w 2829983"/>
                <a:gd name="connsiteY1983" fmla="*/ 278130 h 1943099"/>
                <a:gd name="connsiteX1984" fmla="*/ 1441027 w 2829983"/>
                <a:gd name="connsiteY1984" fmla="*/ 270933 h 1943099"/>
                <a:gd name="connsiteX1985" fmla="*/ 1450763 w 2829983"/>
                <a:gd name="connsiteY1985" fmla="*/ 267970 h 1943099"/>
                <a:gd name="connsiteX1986" fmla="*/ 1457536 w 2829983"/>
                <a:gd name="connsiteY1986" fmla="*/ 254000 h 1943099"/>
                <a:gd name="connsiteX1987" fmla="*/ 1457536 w 2829983"/>
                <a:gd name="connsiteY1987" fmla="*/ 240030 h 1943099"/>
                <a:gd name="connsiteX1988" fmla="*/ 1442297 w 2829983"/>
                <a:gd name="connsiteY1988" fmla="*/ 244263 h 1943099"/>
                <a:gd name="connsiteX1989" fmla="*/ 1457536 w 2829983"/>
                <a:gd name="connsiteY1989" fmla="*/ 237490 h 1943099"/>
                <a:gd name="connsiteX1990" fmla="*/ 1442297 w 2829983"/>
                <a:gd name="connsiteY1990" fmla="*/ 233257 h 1943099"/>
                <a:gd name="connsiteX1991" fmla="*/ 1428327 w 2829983"/>
                <a:gd name="connsiteY1991" fmla="*/ 226483 h 1943099"/>
                <a:gd name="connsiteX1992" fmla="*/ 1414357 w 2829983"/>
                <a:gd name="connsiteY1992" fmla="*/ 219710 h 1943099"/>
                <a:gd name="connsiteX1993" fmla="*/ 1418590 w 2829983"/>
                <a:gd name="connsiteY1993" fmla="*/ 233680 h 1943099"/>
                <a:gd name="connsiteX1994" fmla="*/ 1404620 w 2829983"/>
                <a:gd name="connsiteY1994" fmla="*/ 222250 h 1943099"/>
                <a:gd name="connsiteX1995" fmla="*/ 1415627 w 2829983"/>
                <a:gd name="connsiteY1995" fmla="*/ 236220 h 1943099"/>
                <a:gd name="connsiteX1996" fmla="*/ 1400386 w 2829983"/>
                <a:gd name="connsiteY1996" fmla="*/ 234950 h 1943099"/>
                <a:gd name="connsiteX1997" fmla="*/ 1385147 w 2829983"/>
                <a:gd name="connsiteY1997" fmla="*/ 227753 h 1943099"/>
                <a:gd name="connsiteX1998" fmla="*/ 1368636 w 2829983"/>
                <a:gd name="connsiteY1998" fmla="*/ 231987 h 1943099"/>
                <a:gd name="connsiteX1999" fmla="*/ 1385147 w 2829983"/>
                <a:gd name="connsiteY1999" fmla="*/ 241723 h 1943099"/>
                <a:gd name="connsiteX2000" fmla="*/ 1399117 w 2829983"/>
                <a:gd name="connsiteY2000" fmla="*/ 241723 h 1943099"/>
                <a:gd name="connsiteX2001" fmla="*/ 1383877 w 2829983"/>
                <a:gd name="connsiteY2001" fmla="*/ 244263 h 1943099"/>
                <a:gd name="connsiteX2002" fmla="*/ 1380913 w 2829983"/>
                <a:gd name="connsiteY2002" fmla="*/ 247227 h 1943099"/>
                <a:gd name="connsiteX2003" fmla="*/ 1376680 w 2829983"/>
                <a:gd name="connsiteY2003" fmla="*/ 247227 h 1943099"/>
                <a:gd name="connsiteX2004" fmla="*/ 1362710 w 2829983"/>
                <a:gd name="connsiteY2004" fmla="*/ 245957 h 1943099"/>
                <a:gd name="connsiteX2005" fmla="*/ 1348740 w 2829983"/>
                <a:gd name="connsiteY2005" fmla="*/ 247227 h 1943099"/>
                <a:gd name="connsiteX2006" fmla="*/ 1333500 w 2829983"/>
                <a:gd name="connsiteY2006" fmla="*/ 250190 h 1943099"/>
                <a:gd name="connsiteX2007" fmla="*/ 1347470 w 2829983"/>
                <a:gd name="connsiteY2007" fmla="*/ 253153 h 1943099"/>
                <a:gd name="connsiteX2008" fmla="*/ 1350010 w 2829983"/>
                <a:gd name="connsiteY2008" fmla="*/ 253153 h 1943099"/>
                <a:gd name="connsiteX2009" fmla="*/ 1349163 w 2829983"/>
                <a:gd name="connsiteY2009" fmla="*/ 264160 h 1943099"/>
                <a:gd name="connsiteX2010" fmla="*/ 1364403 w 2829983"/>
                <a:gd name="connsiteY2010" fmla="*/ 339513 h 1943099"/>
                <a:gd name="connsiteX2011" fmla="*/ 1363133 w 2829983"/>
                <a:gd name="connsiteY2011" fmla="*/ 328507 h 1943099"/>
                <a:gd name="connsiteX2012" fmla="*/ 1349163 w 2829983"/>
                <a:gd name="connsiteY2012" fmla="*/ 327237 h 1943099"/>
                <a:gd name="connsiteX2013" fmla="*/ 1335193 w 2829983"/>
                <a:gd name="connsiteY2013" fmla="*/ 341207 h 1943099"/>
                <a:gd name="connsiteX2014" fmla="*/ 1349163 w 2829983"/>
                <a:gd name="connsiteY2014" fmla="*/ 339937 h 1943099"/>
                <a:gd name="connsiteX2015" fmla="*/ 1364403 w 2829983"/>
                <a:gd name="connsiteY2015" fmla="*/ 339937 h 1943099"/>
                <a:gd name="connsiteX2016" fmla="*/ 1365673 w 2829983"/>
                <a:gd name="connsiteY2016" fmla="*/ 321310 h 1943099"/>
                <a:gd name="connsiteX2017" fmla="*/ 1382607 w 2829983"/>
                <a:gd name="connsiteY2017" fmla="*/ 331047 h 1943099"/>
                <a:gd name="connsiteX2018" fmla="*/ 1397847 w 2829983"/>
                <a:gd name="connsiteY2018" fmla="*/ 325543 h 1943099"/>
                <a:gd name="connsiteX2019" fmla="*/ 1384300 w 2829983"/>
                <a:gd name="connsiteY2019" fmla="*/ 314113 h 1943099"/>
                <a:gd name="connsiteX2020" fmla="*/ 1367367 w 2829983"/>
                <a:gd name="connsiteY2020" fmla="*/ 314113 h 1943099"/>
                <a:gd name="connsiteX2021" fmla="*/ 1365673 w 2829983"/>
                <a:gd name="connsiteY2021" fmla="*/ 321310 h 1943099"/>
                <a:gd name="connsiteX2022" fmla="*/ 1540086 w 2829983"/>
                <a:gd name="connsiteY2022" fmla="*/ 207010 h 1943099"/>
                <a:gd name="connsiteX2023" fmla="*/ 1546860 w 2829983"/>
                <a:gd name="connsiteY2023" fmla="*/ 204470 h 1943099"/>
                <a:gd name="connsiteX2024" fmla="*/ 1562100 w 2829983"/>
                <a:gd name="connsiteY2024" fmla="*/ 193040 h 1943099"/>
                <a:gd name="connsiteX2025" fmla="*/ 1548130 w 2829983"/>
                <a:gd name="connsiteY2025" fmla="*/ 186267 h 1943099"/>
                <a:gd name="connsiteX2026" fmla="*/ 1534160 w 2829983"/>
                <a:gd name="connsiteY2026" fmla="*/ 179070 h 1943099"/>
                <a:gd name="connsiteX2027" fmla="*/ 1518920 w 2829983"/>
                <a:gd name="connsiteY2027" fmla="*/ 182033 h 1943099"/>
                <a:gd name="connsiteX2028" fmla="*/ 1532890 w 2829983"/>
                <a:gd name="connsiteY2028" fmla="*/ 190500 h 1943099"/>
                <a:gd name="connsiteX2029" fmla="*/ 1521883 w 2829983"/>
                <a:gd name="connsiteY2029" fmla="*/ 204470 h 1943099"/>
                <a:gd name="connsiteX2030" fmla="*/ 1513417 w 2829983"/>
                <a:gd name="connsiteY2030" fmla="*/ 189230 h 1943099"/>
                <a:gd name="connsiteX2031" fmla="*/ 1496483 w 2829983"/>
                <a:gd name="connsiteY2031" fmla="*/ 203200 h 1943099"/>
                <a:gd name="connsiteX2032" fmla="*/ 1511723 w 2829983"/>
                <a:gd name="connsiteY2032" fmla="*/ 206163 h 1943099"/>
                <a:gd name="connsiteX2033" fmla="*/ 1496483 w 2829983"/>
                <a:gd name="connsiteY2033" fmla="*/ 204893 h 1943099"/>
                <a:gd name="connsiteX2034" fmla="*/ 1481243 w 2829983"/>
                <a:gd name="connsiteY2034" fmla="*/ 214630 h 1943099"/>
                <a:gd name="connsiteX2035" fmla="*/ 1496483 w 2829983"/>
                <a:gd name="connsiteY2035" fmla="*/ 214630 h 1943099"/>
                <a:gd name="connsiteX2036" fmla="*/ 1479973 w 2829983"/>
                <a:gd name="connsiteY2036" fmla="*/ 217593 h 1943099"/>
                <a:gd name="connsiteX2037" fmla="*/ 1466003 w 2829983"/>
                <a:gd name="connsiteY2037" fmla="*/ 226060 h 1943099"/>
                <a:gd name="connsiteX2038" fmla="*/ 1481243 w 2829983"/>
                <a:gd name="connsiteY2038" fmla="*/ 230293 h 1943099"/>
                <a:gd name="connsiteX2039" fmla="*/ 1495213 w 2829983"/>
                <a:gd name="connsiteY2039" fmla="*/ 229023 h 1943099"/>
                <a:gd name="connsiteX2040" fmla="*/ 1510453 w 2829983"/>
                <a:gd name="connsiteY2040" fmla="*/ 226060 h 1943099"/>
                <a:gd name="connsiteX2041" fmla="*/ 1524423 w 2829983"/>
                <a:gd name="connsiteY2041" fmla="*/ 223097 h 1943099"/>
                <a:gd name="connsiteX2042" fmla="*/ 1538393 w 2829983"/>
                <a:gd name="connsiteY2042" fmla="*/ 221827 h 1943099"/>
                <a:gd name="connsiteX2043" fmla="*/ 1540086 w 2829983"/>
                <a:gd name="connsiteY2043" fmla="*/ 207010 h 1943099"/>
                <a:gd name="connsiteX2044" fmla="*/ 1535853 w 2829983"/>
                <a:gd name="connsiteY2044" fmla="*/ 162137 h 1943099"/>
                <a:gd name="connsiteX2045" fmla="*/ 1537123 w 2829983"/>
                <a:gd name="connsiteY2045" fmla="*/ 176107 h 1943099"/>
                <a:gd name="connsiteX2046" fmla="*/ 1554057 w 2829983"/>
                <a:gd name="connsiteY2046" fmla="*/ 183303 h 1943099"/>
                <a:gd name="connsiteX2047" fmla="*/ 1569297 w 2829983"/>
                <a:gd name="connsiteY2047" fmla="*/ 191770 h 1943099"/>
                <a:gd name="connsiteX2048" fmla="*/ 1584536 w 2829983"/>
                <a:gd name="connsiteY2048" fmla="*/ 188807 h 1943099"/>
                <a:gd name="connsiteX2049" fmla="*/ 1599777 w 2829983"/>
                <a:gd name="connsiteY2049" fmla="*/ 183303 h 1943099"/>
                <a:gd name="connsiteX2050" fmla="*/ 1613747 w 2829983"/>
                <a:gd name="connsiteY2050" fmla="*/ 168063 h 1943099"/>
                <a:gd name="connsiteX2051" fmla="*/ 1627717 w 2829983"/>
                <a:gd name="connsiteY2051" fmla="*/ 162560 h 1943099"/>
                <a:gd name="connsiteX2052" fmla="*/ 1617980 w 2829983"/>
                <a:gd name="connsiteY2052" fmla="*/ 162560 h 1943099"/>
                <a:gd name="connsiteX2053" fmla="*/ 1615017 w 2829983"/>
                <a:gd name="connsiteY2053" fmla="*/ 162560 h 1943099"/>
                <a:gd name="connsiteX2054" fmla="*/ 1599777 w 2829983"/>
                <a:gd name="connsiteY2054" fmla="*/ 157057 h 1943099"/>
                <a:gd name="connsiteX2055" fmla="*/ 1599777 w 2829983"/>
                <a:gd name="connsiteY2055" fmla="*/ 162560 h 1943099"/>
                <a:gd name="connsiteX2056" fmla="*/ 1594273 w 2829983"/>
                <a:gd name="connsiteY2056" fmla="*/ 162560 h 1943099"/>
                <a:gd name="connsiteX2057" fmla="*/ 1580303 w 2829983"/>
                <a:gd name="connsiteY2057" fmla="*/ 151553 h 1943099"/>
                <a:gd name="connsiteX2058" fmla="*/ 1566333 w 2829983"/>
                <a:gd name="connsiteY2058" fmla="*/ 150283 h 1943099"/>
                <a:gd name="connsiteX2059" fmla="*/ 1551093 w 2829983"/>
                <a:gd name="connsiteY2059" fmla="*/ 158750 h 1943099"/>
                <a:gd name="connsiteX2060" fmla="*/ 1537123 w 2829983"/>
                <a:gd name="connsiteY2060" fmla="*/ 160020 h 1943099"/>
                <a:gd name="connsiteX2061" fmla="*/ 1535853 w 2829983"/>
                <a:gd name="connsiteY2061" fmla="*/ 162137 h 1943099"/>
                <a:gd name="connsiteX2062" fmla="*/ 1653117 w 2829983"/>
                <a:gd name="connsiteY2062" fmla="*/ 141393 h 1943099"/>
                <a:gd name="connsiteX2063" fmla="*/ 1637877 w 2829983"/>
                <a:gd name="connsiteY2063" fmla="*/ 131657 h 1943099"/>
                <a:gd name="connsiteX2064" fmla="*/ 1623907 w 2829983"/>
                <a:gd name="connsiteY2064" fmla="*/ 129117 h 1943099"/>
                <a:gd name="connsiteX2065" fmla="*/ 1609936 w 2829983"/>
                <a:gd name="connsiteY2065" fmla="*/ 127847 h 1943099"/>
                <a:gd name="connsiteX2066" fmla="*/ 1623907 w 2829983"/>
                <a:gd name="connsiteY2066" fmla="*/ 138853 h 1943099"/>
                <a:gd name="connsiteX2067" fmla="*/ 1629833 w 2829983"/>
                <a:gd name="connsiteY2067" fmla="*/ 152823 h 1943099"/>
                <a:gd name="connsiteX2068" fmla="*/ 1645073 w 2829983"/>
                <a:gd name="connsiteY2068" fmla="*/ 154093 h 1943099"/>
                <a:gd name="connsiteX2069" fmla="*/ 1654810 w 2829983"/>
                <a:gd name="connsiteY2069" fmla="*/ 154093 h 1943099"/>
                <a:gd name="connsiteX2070" fmla="*/ 1668780 w 2829983"/>
                <a:gd name="connsiteY2070" fmla="*/ 148590 h 1943099"/>
                <a:gd name="connsiteX2071" fmla="*/ 1653117 w 2829983"/>
                <a:gd name="connsiteY2071" fmla="*/ 141393 h 1943099"/>
                <a:gd name="connsiteX2072" fmla="*/ 1699260 w 2829983"/>
                <a:gd name="connsiteY2072" fmla="*/ 141393 h 1943099"/>
                <a:gd name="connsiteX2073" fmla="*/ 1708997 w 2829983"/>
                <a:gd name="connsiteY2073" fmla="*/ 155363 h 1943099"/>
                <a:gd name="connsiteX2074" fmla="*/ 1724236 w 2829983"/>
                <a:gd name="connsiteY2074" fmla="*/ 156633 h 1943099"/>
                <a:gd name="connsiteX2075" fmla="*/ 1739477 w 2829983"/>
                <a:gd name="connsiteY2075" fmla="*/ 145627 h 1943099"/>
                <a:gd name="connsiteX2076" fmla="*/ 1743710 w 2829983"/>
                <a:gd name="connsiteY2076" fmla="*/ 131657 h 1943099"/>
                <a:gd name="connsiteX2077" fmla="*/ 1728470 w 2829983"/>
                <a:gd name="connsiteY2077" fmla="*/ 129117 h 1943099"/>
                <a:gd name="connsiteX2078" fmla="*/ 1713230 w 2829983"/>
                <a:gd name="connsiteY2078" fmla="*/ 133350 h 1943099"/>
                <a:gd name="connsiteX2079" fmla="*/ 1699260 w 2829983"/>
                <a:gd name="connsiteY2079" fmla="*/ 141393 h 1943099"/>
                <a:gd name="connsiteX2080" fmla="*/ 1733973 w 2829983"/>
                <a:gd name="connsiteY2080" fmla="*/ 188807 h 1943099"/>
                <a:gd name="connsiteX2081" fmla="*/ 1742440 w 2829983"/>
                <a:gd name="connsiteY2081" fmla="*/ 174837 h 1943099"/>
                <a:gd name="connsiteX2082" fmla="*/ 1726777 w 2829983"/>
                <a:gd name="connsiteY2082" fmla="*/ 173567 h 1943099"/>
                <a:gd name="connsiteX2083" fmla="*/ 1722543 w 2829983"/>
                <a:gd name="connsiteY2083" fmla="*/ 187537 h 1943099"/>
                <a:gd name="connsiteX2084" fmla="*/ 1733973 w 2829983"/>
                <a:gd name="connsiteY2084" fmla="*/ 188807 h 1943099"/>
                <a:gd name="connsiteX2085" fmla="*/ 1742440 w 2829983"/>
                <a:gd name="connsiteY2085" fmla="*/ 162137 h 1943099"/>
                <a:gd name="connsiteX2086" fmla="*/ 1758950 w 2829983"/>
                <a:gd name="connsiteY2086" fmla="*/ 169333 h 1943099"/>
                <a:gd name="connsiteX2087" fmla="*/ 1775883 w 2829983"/>
                <a:gd name="connsiteY2087" fmla="*/ 162137 h 1943099"/>
                <a:gd name="connsiteX2088" fmla="*/ 1766147 w 2829983"/>
                <a:gd name="connsiteY2088" fmla="*/ 162137 h 1943099"/>
                <a:gd name="connsiteX2089" fmla="*/ 1760643 w 2829983"/>
                <a:gd name="connsiteY2089" fmla="*/ 162137 h 1943099"/>
                <a:gd name="connsiteX2090" fmla="*/ 1744980 w 2829983"/>
                <a:gd name="connsiteY2090" fmla="*/ 156633 h 1943099"/>
                <a:gd name="connsiteX2091" fmla="*/ 1742440 w 2829983"/>
                <a:gd name="connsiteY2091" fmla="*/ 162137 h 1943099"/>
                <a:gd name="connsiteX2092" fmla="*/ 1838960 w 2829983"/>
                <a:gd name="connsiteY2092" fmla="*/ 162137 h 1943099"/>
                <a:gd name="connsiteX2093" fmla="*/ 1844463 w 2829983"/>
                <a:gd name="connsiteY2093" fmla="*/ 162137 h 1943099"/>
                <a:gd name="connsiteX2094" fmla="*/ 1829223 w 2829983"/>
                <a:gd name="connsiteY2094" fmla="*/ 156633 h 1943099"/>
                <a:gd name="connsiteX2095" fmla="*/ 1838960 w 2829983"/>
                <a:gd name="connsiteY2095" fmla="*/ 162137 h 1943099"/>
                <a:gd name="connsiteX2096" fmla="*/ 2011680 w 2829983"/>
                <a:gd name="connsiteY2096" fmla="*/ 56303 h 1943099"/>
                <a:gd name="connsiteX2097" fmla="*/ 2017183 w 2829983"/>
                <a:gd name="connsiteY2097" fmla="*/ 50800 h 1943099"/>
                <a:gd name="connsiteX2098" fmla="*/ 2003213 w 2829983"/>
                <a:gd name="connsiteY2098" fmla="*/ 52493 h 1943099"/>
                <a:gd name="connsiteX2099" fmla="*/ 1987973 w 2829983"/>
                <a:gd name="connsiteY2099" fmla="*/ 53763 h 1943099"/>
                <a:gd name="connsiteX2100" fmla="*/ 1974003 w 2829983"/>
                <a:gd name="connsiteY2100" fmla="*/ 49530 h 1943099"/>
                <a:gd name="connsiteX2101" fmla="*/ 1981200 w 2829983"/>
                <a:gd name="connsiteY2101" fmla="*/ 63500 h 1943099"/>
                <a:gd name="connsiteX2102" fmla="*/ 1965960 w 2829983"/>
                <a:gd name="connsiteY2102" fmla="*/ 69003 h 1943099"/>
                <a:gd name="connsiteX2103" fmla="*/ 1951990 w 2829983"/>
                <a:gd name="connsiteY2103" fmla="*/ 59267 h 1943099"/>
                <a:gd name="connsiteX2104" fmla="*/ 1936750 w 2829983"/>
                <a:gd name="connsiteY2104" fmla="*/ 62230 h 1943099"/>
                <a:gd name="connsiteX2105" fmla="*/ 1950720 w 2829983"/>
                <a:gd name="connsiteY2105" fmla="*/ 71967 h 1943099"/>
                <a:gd name="connsiteX2106" fmla="*/ 1936750 w 2829983"/>
                <a:gd name="connsiteY2106" fmla="*/ 70697 h 1943099"/>
                <a:gd name="connsiteX2107" fmla="*/ 1921510 w 2829983"/>
                <a:gd name="connsiteY2107" fmla="*/ 63923 h 1943099"/>
                <a:gd name="connsiteX2108" fmla="*/ 1906270 w 2829983"/>
                <a:gd name="connsiteY2108" fmla="*/ 73660 h 1943099"/>
                <a:gd name="connsiteX2109" fmla="*/ 1891030 w 2829983"/>
                <a:gd name="connsiteY2109" fmla="*/ 69427 h 1943099"/>
                <a:gd name="connsiteX2110" fmla="*/ 1877060 w 2829983"/>
                <a:gd name="connsiteY2110" fmla="*/ 72390 h 1943099"/>
                <a:gd name="connsiteX2111" fmla="*/ 1861820 w 2829983"/>
                <a:gd name="connsiteY2111" fmla="*/ 74930 h 1943099"/>
                <a:gd name="connsiteX2112" fmla="*/ 1875790 w 2829983"/>
                <a:gd name="connsiteY2112" fmla="*/ 80433 h 1943099"/>
                <a:gd name="connsiteX2113" fmla="*/ 1891030 w 2829983"/>
                <a:gd name="connsiteY2113" fmla="*/ 84667 h 1943099"/>
                <a:gd name="connsiteX2114" fmla="*/ 1877060 w 2829983"/>
                <a:gd name="connsiteY2114" fmla="*/ 95673 h 1943099"/>
                <a:gd name="connsiteX2115" fmla="*/ 1892300 w 2829983"/>
                <a:gd name="connsiteY2115" fmla="*/ 88900 h 1943099"/>
                <a:gd name="connsiteX2116" fmla="*/ 1909233 w 2829983"/>
                <a:gd name="connsiteY2116" fmla="*/ 93133 h 1943099"/>
                <a:gd name="connsiteX2117" fmla="*/ 1923203 w 2829983"/>
                <a:gd name="connsiteY2117" fmla="*/ 91863 h 1943099"/>
                <a:gd name="connsiteX2118" fmla="*/ 1938867 w 2829983"/>
                <a:gd name="connsiteY2118" fmla="*/ 91863 h 1943099"/>
                <a:gd name="connsiteX2119" fmla="*/ 1952413 w 2829983"/>
                <a:gd name="connsiteY2119" fmla="*/ 90593 h 1943099"/>
                <a:gd name="connsiteX2120" fmla="*/ 1968077 w 2829983"/>
                <a:gd name="connsiteY2120" fmla="*/ 83397 h 1943099"/>
                <a:gd name="connsiteX2121" fmla="*/ 1982047 w 2829983"/>
                <a:gd name="connsiteY2121" fmla="*/ 74930 h 1943099"/>
                <a:gd name="connsiteX2122" fmla="*/ 1998557 w 2829983"/>
                <a:gd name="connsiteY2122" fmla="*/ 65193 h 1943099"/>
                <a:gd name="connsiteX2123" fmla="*/ 2011680 w 2829983"/>
                <a:gd name="connsiteY2123" fmla="*/ 56303 h 1943099"/>
                <a:gd name="connsiteX2124" fmla="*/ 2032423 w 2829983"/>
                <a:gd name="connsiteY2124" fmla="*/ 82550 h 1943099"/>
                <a:gd name="connsiteX2125" fmla="*/ 2029460 w 2829983"/>
                <a:gd name="connsiteY2125" fmla="*/ 75777 h 1943099"/>
                <a:gd name="connsiteX2126" fmla="*/ 2015490 w 2829983"/>
                <a:gd name="connsiteY2126" fmla="*/ 88477 h 1943099"/>
                <a:gd name="connsiteX2127" fmla="*/ 2000250 w 2829983"/>
                <a:gd name="connsiteY2127" fmla="*/ 95250 h 1943099"/>
                <a:gd name="connsiteX2128" fmla="*/ 1986280 w 2829983"/>
                <a:gd name="connsiteY2128" fmla="*/ 91017 h 1943099"/>
                <a:gd name="connsiteX2129" fmla="*/ 1972310 w 2829983"/>
                <a:gd name="connsiteY2129" fmla="*/ 95250 h 1943099"/>
                <a:gd name="connsiteX2130" fmla="*/ 1957070 w 2829983"/>
                <a:gd name="connsiteY2130" fmla="*/ 104987 h 1943099"/>
                <a:gd name="connsiteX2131" fmla="*/ 1972310 w 2829983"/>
                <a:gd name="connsiteY2131" fmla="*/ 112183 h 1943099"/>
                <a:gd name="connsiteX2132" fmla="*/ 1987550 w 2829983"/>
                <a:gd name="connsiteY2132" fmla="*/ 107950 h 1943099"/>
                <a:gd name="connsiteX2133" fmla="*/ 1991783 w 2829983"/>
                <a:gd name="connsiteY2133" fmla="*/ 123190 h 1943099"/>
                <a:gd name="connsiteX2134" fmla="*/ 2007023 w 2829983"/>
                <a:gd name="connsiteY2134" fmla="*/ 113453 h 1943099"/>
                <a:gd name="connsiteX2135" fmla="*/ 2025227 w 2829983"/>
                <a:gd name="connsiteY2135" fmla="*/ 106680 h 1943099"/>
                <a:gd name="connsiteX2136" fmla="*/ 2040467 w 2829983"/>
                <a:gd name="connsiteY2136" fmla="*/ 96943 h 1943099"/>
                <a:gd name="connsiteX2137" fmla="*/ 2032423 w 2829983"/>
                <a:gd name="connsiteY2137" fmla="*/ 82550 h 1943099"/>
                <a:gd name="connsiteX2138" fmla="*/ 2076027 w 2829983"/>
                <a:gd name="connsiteY2138" fmla="*/ 89747 h 1943099"/>
                <a:gd name="connsiteX2139" fmla="*/ 2078990 w 2829983"/>
                <a:gd name="connsiteY2139" fmla="*/ 84243 h 1943099"/>
                <a:gd name="connsiteX2140" fmla="*/ 2083223 w 2829983"/>
                <a:gd name="connsiteY2140" fmla="*/ 70273 h 1943099"/>
                <a:gd name="connsiteX2141" fmla="*/ 2065020 w 2829983"/>
                <a:gd name="connsiteY2141" fmla="*/ 63500 h 1943099"/>
                <a:gd name="connsiteX2142" fmla="*/ 2051050 w 2829983"/>
                <a:gd name="connsiteY2142" fmla="*/ 64770 h 1943099"/>
                <a:gd name="connsiteX2143" fmla="*/ 2037080 w 2829983"/>
                <a:gd name="connsiteY2143" fmla="*/ 63500 h 1943099"/>
                <a:gd name="connsiteX2144" fmla="*/ 2034117 w 2829983"/>
                <a:gd name="connsiteY2144" fmla="*/ 77470 h 1943099"/>
                <a:gd name="connsiteX2145" fmla="*/ 2049357 w 2829983"/>
                <a:gd name="connsiteY2145" fmla="*/ 88477 h 1943099"/>
                <a:gd name="connsiteX2146" fmla="*/ 2067560 w 2829983"/>
                <a:gd name="connsiteY2146" fmla="*/ 91440 h 1943099"/>
                <a:gd name="connsiteX2147" fmla="*/ 2076027 w 2829983"/>
                <a:gd name="connsiteY2147" fmla="*/ 89747 h 1943099"/>
                <a:gd name="connsiteX2148" fmla="*/ 2059093 w 2829983"/>
                <a:gd name="connsiteY2148" fmla="*/ 25400 h 1943099"/>
                <a:gd name="connsiteX2149" fmla="*/ 2074757 w 2829983"/>
                <a:gd name="connsiteY2149" fmla="*/ 35137 h 1943099"/>
                <a:gd name="connsiteX2150" fmla="*/ 2088727 w 2829983"/>
                <a:gd name="connsiteY2150" fmla="*/ 33867 h 1943099"/>
                <a:gd name="connsiteX2151" fmla="*/ 2073486 w 2829983"/>
                <a:gd name="connsiteY2151" fmla="*/ 19897 h 1943099"/>
                <a:gd name="connsiteX2152" fmla="*/ 2059517 w 2829983"/>
                <a:gd name="connsiteY2152" fmla="*/ 19897 h 1943099"/>
                <a:gd name="connsiteX2153" fmla="*/ 2059517 w 2829983"/>
                <a:gd name="connsiteY2153" fmla="*/ 25400 h 1943099"/>
                <a:gd name="connsiteX2154" fmla="*/ 2068830 w 2829983"/>
                <a:gd name="connsiteY2154" fmla="*/ 14393 h 1943099"/>
                <a:gd name="connsiteX2155" fmla="*/ 2067560 w 2829983"/>
                <a:gd name="connsiteY2155" fmla="*/ 18627 h 1943099"/>
                <a:gd name="connsiteX2156" fmla="*/ 2082800 w 2829983"/>
                <a:gd name="connsiteY2156" fmla="*/ 13123 h 1943099"/>
                <a:gd name="connsiteX2157" fmla="*/ 2068830 w 2829983"/>
                <a:gd name="connsiteY2157" fmla="*/ 14393 h 1943099"/>
                <a:gd name="connsiteX2158" fmla="*/ 2275417 w 2829983"/>
                <a:gd name="connsiteY2158" fmla="*/ 25400 h 1943099"/>
                <a:gd name="connsiteX2159" fmla="*/ 2290657 w 2829983"/>
                <a:gd name="connsiteY2159" fmla="*/ 25400 h 1943099"/>
                <a:gd name="connsiteX2160" fmla="*/ 2275417 w 2829983"/>
                <a:gd name="connsiteY2160" fmla="*/ 22437 h 1943099"/>
                <a:gd name="connsiteX2161" fmla="*/ 2283883 w 2829983"/>
                <a:gd name="connsiteY2161" fmla="*/ 8467 h 1943099"/>
                <a:gd name="connsiteX2162" fmla="*/ 2268644 w 2829983"/>
                <a:gd name="connsiteY2162" fmla="*/ 5503 h 1943099"/>
                <a:gd name="connsiteX2163" fmla="*/ 2254673 w 2829983"/>
                <a:gd name="connsiteY2163" fmla="*/ 0 h 1943099"/>
                <a:gd name="connsiteX2164" fmla="*/ 2239433 w 2829983"/>
                <a:gd name="connsiteY2164" fmla="*/ 0 h 1943099"/>
                <a:gd name="connsiteX2165" fmla="*/ 2225463 w 2829983"/>
                <a:gd name="connsiteY2165" fmla="*/ 8467 h 1943099"/>
                <a:gd name="connsiteX2166" fmla="*/ 2210223 w 2829983"/>
                <a:gd name="connsiteY2166" fmla="*/ 11430 h 1943099"/>
                <a:gd name="connsiteX2167" fmla="*/ 2225463 w 2829983"/>
                <a:gd name="connsiteY2167" fmla="*/ 18627 h 1943099"/>
                <a:gd name="connsiteX2168" fmla="*/ 2233507 w 2829983"/>
                <a:gd name="connsiteY2168" fmla="*/ 32597 h 1943099"/>
                <a:gd name="connsiteX2169" fmla="*/ 2250440 w 2829983"/>
                <a:gd name="connsiteY2169" fmla="*/ 31327 h 1943099"/>
                <a:gd name="connsiteX2170" fmla="*/ 2264410 w 2829983"/>
                <a:gd name="connsiteY2170" fmla="*/ 27093 h 1943099"/>
                <a:gd name="connsiteX2171" fmla="*/ 2275417 w 2829983"/>
                <a:gd name="connsiteY2171" fmla="*/ 25400 h 1943099"/>
                <a:gd name="connsiteX2172" fmla="*/ 29210 w 2829983"/>
                <a:gd name="connsiteY2172" fmla="*/ 1537547 h 1943099"/>
                <a:gd name="connsiteX2173" fmla="*/ 24977 w 2829983"/>
                <a:gd name="connsiteY2173" fmla="*/ 1533313 h 1943099"/>
                <a:gd name="connsiteX2174" fmla="*/ 15240 w 2829983"/>
                <a:gd name="connsiteY2174" fmla="*/ 1524847 h 1943099"/>
                <a:gd name="connsiteX2175" fmla="*/ 1270 w 2829983"/>
                <a:gd name="connsiteY2175" fmla="*/ 1529080 h 1943099"/>
                <a:gd name="connsiteX2176" fmla="*/ 15240 w 2829983"/>
                <a:gd name="connsiteY2176" fmla="*/ 1537547 h 1943099"/>
                <a:gd name="connsiteX2177" fmla="*/ 29210 w 2829983"/>
                <a:gd name="connsiteY2177" fmla="*/ 1537547 h 1943099"/>
                <a:gd name="connsiteX2178" fmla="*/ 13970 w 2829983"/>
                <a:gd name="connsiteY2178" fmla="*/ 1342390 h 1943099"/>
                <a:gd name="connsiteX2179" fmla="*/ 0 w 2829983"/>
                <a:gd name="connsiteY2179" fmla="*/ 1349163 h 1943099"/>
                <a:gd name="connsiteX2180" fmla="*/ 15240 w 2829983"/>
                <a:gd name="connsiteY2180" fmla="*/ 1353397 h 1943099"/>
                <a:gd name="connsiteX2181" fmla="*/ 30480 w 2829983"/>
                <a:gd name="connsiteY2181" fmla="*/ 1354667 h 1943099"/>
                <a:gd name="connsiteX2182" fmla="*/ 45720 w 2829983"/>
                <a:gd name="connsiteY2182" fmla="*/ 1353397 h 1943099"/>
                <a:gd name="connsiteX2183" fmla="*/ 30480 w 2829983"/>
                <a:gd name="connsiteY2183" fmla="*/ 1346200 h 1943099"/>
                <a:gd name="connsiteX2184" fmla="*/ 13970 w 2829983"/>
                <a:gd name="connsiteY2184" fmla="*/ 1342390 h 1943099"/>
                <a:gd name="connsiteX2185" fmla="*/ 91863 w 2829983"/>
                <a:gd name="connsiteY2185" fmla="*/ 1557020 h 1943099"/>
                <a:gd name="connsiteX2186" fmla="*/ 91863 w 2829983"/>
                <a:gd name="connsiteY2186" fmla="*/ 1554480 h 1943099"/>
                <a:gd name="connsiteX2187" fmla="*/ 93133 w 2829983"/>
                <a:gd name="connsiteY2187" fmla="*/ 1541780 h 1943099"/>
                <a:gd name="connsiteX2188" fmla="*/ 91863 w 2829983"/>
                <a:gd name="connsiteY2188" fmla="*/ 1527810 h 1943099"/>
                <a:gd name="connsiteX2189" fmla="*/ 77893 w 2829983"/>
                <a:gd name="connsiteY2189" fmla="*/ 1537547 h 1943099"/>
                <a:gd name="connsiteX2190" fmla="*/ 62653 w 2829983"/>
                <a:gd name="connsiteY2190" fmla="*/ 1543050 h 1943099"/>
                <a:gd name="connsiteX2191" fmla="*/ 48683 w 2829983"/>
                <a:gd name="connsiteY2191" fmla="*/ 1550247 h 1943099"/>
                <a:gd name="connsiteX2192" fmla="*/ 62653 w 2829983"/>
                <a:gd name="connsiteY2192" fmla="*/ 1559983 h 1943099"/>
                <a:gd name="connsiteX2193" fmla="*/ 76623 w 2829983"/>
                <a:gd name="connsiteY2193" fmla="*/ 1565487 h 1943099"/>
                <a:gd name="connsiteX2194" fmla="*/ 91863 w 2829983"/>
                <a:gd name="connsiteY2194" fmla="*/ 1557020 h 1943099"/>
                <a:gd name="connsiteX2195" fmla="*/ 348827 w 2829983"/>
                <a:gd name="connsiteY2195" fmla="*/ 1162473 h 1943099"/>
                <a:gd name="connsiteX2196" fmla="*/ 334857 w 2829983"/>
                <a:gd name="connsiteY2196" fmla="*/ 1158240 h 1943099"/>
                <a:gd name="connsiteX2197" fmla="*/ 334857 w 2829983"/>
                <a:gd name="connsiteY2197" fmla="*/ 1161203 h 1943099"/>
                <a:gd name="connsiteX2198" fmla="*/ 348827 w 2829983"/>
                <a:gd name="connsiteY2198" fmla="*/ 1162473 h 1943099"/>
                <a:gd name="connsiteX2199" fmla="*/ 350096 w 2829983"/>
                <a:gd name="connsiteY2199" fmla="*/ 1173480 h 1943099"/>
                <a:gd name="connsiteX2200" fmla="*/ 348827 w 2829983"/>
                <a:gd name="connsiteY2200" fmla="*/ 1162473 h 1943099"/>
                <a:gd name="connsiteX2201" fmla="*/ 343323 w 2829983"/>
                <a:gd name="connsiteY2201" fmla="*/ 1175173 h 1943099"/>
                <a:gd name="connsiteX2202" fmla="*/ 350096 w 2829983"/>
                <a:gd name="connsiteY2202" fmla="*/ 1173480 h 1943099"/>
                <a:gd name="connsiteX2203" fmla="*/ 2724573 w 2829983"/>
                <a:gd name="connsiteY2203" fmla="*/ 176107 h 1943099"/>
                <a:gd name="connsiteX2204" fmla="*/ 2710603 w 2829983"/>
                <a:gd name="connsiteY2204" fmla="*/ 176107 h 1943099"/>
                <a:gd name="connsiteX2205" fmla="*/ 2706370 w 2829983"/>
                <a:gd name="connsiteY2205" fmla="*/ 190077 h 1943099"/>
                <a:gd name="connsiteX2206" fmla="*/ 2721610 w 2829983"/>
                <a:gd name="connsiteY2206" fmla="*/ 194310 h 1943099"/>
                <a:gd name="connsiteX2207" fmla="*/ 2727536 w 2829983"/>
                <a:gd name="connsiteY2207" fmla="*/ 191347 h 1943099"/>
                <a:gd name="connsiteX2208" fmla="*/ 2741507 w 2829983"/>
                <a:gd name="connsiteY2208" fmla="*/ 184150 h 1943099"/>
                <a:gd name="connsiteX2209" fmla="*/ 2726267 w 2829983"/>
                <a:gd name="connsiteY2209" fmla="*/ 187113 h 1943099"/>
                <a:gd name="connsiteX2210" fmla="*/ 2726267 w 2829983"/>
                <a:gd name="connsiteY2210" fmla="*/ 185843 h 1943099"/>
                <a:gd name="connsiteX2211" fmla="*/ 2724573 w 2829983"/>
                <a:gd name="connsiteY2211" fmla="*/ 176107 h 1943099"/>
                <a:gd name="connsiteX2212" fmla="*/ 1110403 w 2829983"/>
                <a:gd name="connsiteY2212" fmla="*/ 374227 h 1943099"/>
                <a:gd name="connsiteX2213" fmla="*/ 1120140 w 2829983"/>
                <a:gd name="connsiteY2213" fmla="*/ 374227 h 1943099"/>
                <a:gd name="connsiteX2214" fmla="*/ 1134110 w 2829983"/>
                <a:gd name="connsiteY2214" fmla="*/ 368723 h 1943099"/>
                <a:gd name="connsiteX2215" fmla="*/ 1134110 w 2829983"/>
                <a:gd name="connsiteY2215" fmla="*/ 365760 h 1943099"/>
                <a:gd name="connsiteX2216" fmla="*/ 1124373 w 2829983"/>
                <a:gd name="connsiteY2216" fmla="*/ 363220 h 1943099"/>
                <a:gd name="connsiteX2217" fmla="*/ 1110403 w 2829983"/>
                <a:gd name="connsiteY2217" fmla="*/ 361950 h 1943099"/>
                <a:gd name="connsiteX2218" fmla="*/ 1095163 w 2829983"/>
                <a:gd name="connsiteY2218" fmla="*/ 367453 h 1943099"/>
                <a:gd name="connsiteX2219" fmla="*/ 1110403 w 2829983"/>
                <a:gd name="connsiteY2219" fmla="*/ 374227 h 1943099"/>
                <a:gd name="connsiteX2220" fmla="*/ 1120140 w 2829983"/>
                <a:gd name="connsiteY2220" fmla="*/ 411903 h 1943099"/>
                <a:gd name="connsiteX2221" fmla="*/ 1135803 w 2829983"/>
                <a:gd name="connsiteY2221" fmla="*/ 405130 h 1943099"/>
                <a:gd name="connsiteX2222" fmla="*/ 1120140 w 2829983"/>
                <a:gd name="connsiteY2222" fmla="*/ 408093 h 1943099"/>
                <a:gd name="connsiteX2223" fmla="*/ 1120140 w 2829983"/>
                <a:gd name="connsiteY2223" fmla="*/ 411903 h 1943099"/>
                <a:gd name="connsiteX2224" fmla="*/ 1521883 w 2829983"/>
                <a:gd name="connsiteY2224" fmla="*/ 162137 h 1943099"/>
                <a:gd name="connsiteX2225" fmla="*/ 1527386 w 2829983"/>
                <a:gd name="connsiteY2225" fmla="*/ 162137 h 1943099"/>
                <a:gd name="connsiteX2226" fmla="*/ 1534160 w 2829983"/>
                <a:gd name="connsiteY2226" fmla="*/ 155363 h 1943099"/>
                <a:gd name="connsiteX2227" fmla="*/ 1551093 w 2829983"/>
                <a:gd name="connsiteY2227" fmla="*/ 148167 h 1943099"/>
                <a:gd name="connsiteX2228" fmla="*/ 1537123 w 2829983"/>
                <a:gd name="connsiteY2228" fmla="*/ 149437 h 1943099"/>
                <a:gd name="connsiteX2229" fmla="*/ 1521883 w 2829983"/>
                <a:gd name="connsiteY2229" fmla="*/ 148167 h 1943099"/>
                <a:gd name="connsiteX2230" fmla="*/ 1521883 w 2829983"/>
                <a:gd name="connsiteY2230" fmla="*/ 162137 h 1943099"/>
                <a:gd name="connsiteX2231" fmla="*/ 1559560 w 2829983"/>
                <a:gd name="connsiteY2231" fmla="*/ 134197 h 1943099"/>
                <a:gd name="connsiteX2232" fmla="*/ 1574800 w 2829983"/>
                <a:gd name="connsiteY2232" fmla="*/ 142663 h 1943099"/>
                <a:gd name="connsiteX2233" fmla="*/ 1574800 w 2829983"/>
                <a:gd name="connsiteY2233" fmla="*/ 128693 h 1943099"/>
                <a:gd name="connsiteX2234" fmla="*/ 1560830 w 2829983"/>
                <a:gd name="connsiteY2234" fmla="*/ 125730 h 1943099"/>
                <a:gd name="connsiteX2235" fmla="*/ 1559560 w 2829983"/>
                <a:gd name="connsiteY2235" fmla="*/ 134197 h 1943099"/>
                <a:gd name="connsiteX2236" fmla="*/ 1587500 w 2829983"/>
                <a:gd name="connsiteY2236" fmla="*/ 142663 h 1943099"/>
                <a:gd name="connsiteX2237" fmla="*/ 1590463 w 2829983"/>
                <a:gd name="connsiteY2237" fmla="*/ 145627 h 1943099"/>
                <a:gd name="connsiteX2238" fmla="*/ 1605703 w 2829983"/>
                <a:gd name="connsiteY2238" fmla="*/ 141393 h 1943099"/>
                <a:gd name="connsiteX2239" fmla="*/ 1587500 w 2829983"/>
                <a:gd name="connsiteY2239" fmla="*/ 142663 h 1943099"/>
                <a:gd name="connsiteX2240" fmla="*/ 1954530 w 2829983"/>
                <a:gd name="connsiteY2240" fmla="*/ 127423 h 1943099"/>
                <a:gd name="connsiteX2241" fmla="*/ 1970193 w 2829983"/>
                <a:gd name="connsiteY2241" fmla="*/ 127423 h 1943099"/>
                <a:gd name="connsiteX2242" fmla="*/ 1957493 w 2829983"/>
                <a:gd name="connsiteY2242" fmla="*/ 113453 h 1943099"/>
                <a:gd name="connsiteX2243" fmla="*/ 1943947 w 2829983"/>
                <a:gd name="connsiteY2243" fmla="*/ 116417 h 1943099"/>
                <a:gd name="connsiteX2244" fmla="*/ 1929977 w 2829983"/>
                <a:gd name="connsiteY2244" fmla="*/ 109643 h 1943099"/>
                <a:gd name="connsiteX2245" fmla="*/ 1914736 w 2829983"/>
                <a:gd name="connsiteY2245" fmla="*/ 112607 h 1943099"/>
                <a:gd name="connsiteX2246" fmla="*/ 1928707 w 2829983"/>
                <a:gd name="connsiteY2246" fmla="*/ 125307 h 1943099"/>
                <a:gd name="connsiteX2247" fmla="*/ 1942677 w 2829983"/>
                <a:gd name="connsiteY2247" fmla="*/ 126577 h 1943099"/>
                <a:gd name="connsiteX2248" fmla="*/ 1954530 w 2829983"/>
                <a:gd name="connsiteY2248" fmla="*/ 127423 h 1943099"/>
                <a:gd name="connsiteX2249" fmla="*/ 1636607 w 2829983"/>
                <a:gd name="connsiteY2249" fmla="*/ 162137 h 1943099"/>
                <a:gd name="connsiteX2250" fmla="*/ 1625177 w 2829983"/>
                <a:gd name="connsiteY2250" fmla="*/ 169333 h 1943099"/>
                <a:gd name="connsiteX2251" fmla="*/ 1609936 w 2829983"/>
                <a:gd name="connsiteY2251" fmla="*/ 183303 h 1943099"/>
                <a:gd name="connsiteX2252" fmla="*/ 1625177 w 2829983"/>
                <a:gd name="connsiteY2252" fmla="*/ 180763 h 1943099"/>
                <a:gd name="connsiteX2253" fmla="*/ 1640417 w 2829983"/>
                <a:gd name="connsiteY2253" fmla="*/ 176530 h 1943099"/>
                <a:gd name="connsiteX2254" fmla="*/ 1648883 w 2829983"/>
                <a:gd name="connsiteY2254" fmla="*/ 162560 h 1943099"/>
                <a:gd name="connsiteX2255" fmla="*/ 1636607 w 2829983"/>
                <a:gd name="connsiteY2255" fmla="*/ 162560 h 1943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</a:cxnLst>
              <a:rect l="l" t="t" r="r" b="b"/>
              <a:pathLst>
                <a:path w="2829983" h="1943099">
                  <a:moveTo>
                    <a:pt x="13970" y="1419013"/>
                  </a:moveTo>
                  <a:lnTo>
                    <a:pt x="30480" y="1411817"/>
                  </a:lnTo>
                  <a:lnTo>
                    <a:pt x="45720" y="1407583"/>
                  </a:lnTo>
                  <a:lnTo>
                    <a:pt x="60960" y="1408853"/>
                  </a:lnTo>
                  <a:lnTo>
                    <a:pt x="74930" y="1414357"/>
                  </a:lnTo>
                  <a:lnTo>
                    <a:pt x="90170" y="1411393"/>
                  </a:lnTo>
                  <a:lnTo>
                    <a:pt x="105410" y="1407160"/>
                  </a:lnTo>
                  <a:lnTo>
                    <a:pt x="91440" y="1405890"/>
                  </a:lnTo>
                  <a:lnTo>
                    <a:pt x="76200" y="1411393"/>
                  </a:lnTo>
                  <a:lnTo>
                    <a:pt x="62230" y="1405890"/>
                  </a:lnTo>
                  <a:lnTo>
                    <a:pt x="46990" y="1404620"/>
                  </a:lnTo>
                  <a:lnTo>
                    <a:pt x="60960" y="1397423"/>
                  </a:lnTo>
                  <a:lnTo>
                    <a:pt x="46990" y="1391920"/>
                  </a:lnTo>
                  <a:lnTo>
                    <a:pt x="60960" y="1388957"/>
                  </a:lnTo>
                  <a:lnTo>
                    <a:pt x="45720" y="1387687"/>
                  </a:lnTo>
                  <a:lnTo>
                    <a:pt x="31750" y="1388957"/>
                  </a:lnTo>
                  <a:lnTo>
                    <a:pt x="14817" y="1390650"/>
                  </a:lnTo>
                  <a:lnTo>
                    <a:pt x="31750" y="1388110"/>
                  </a:lnTo>
                  <a:lnTo>
                    <a:pt x="46990" y="1386840"/>
                  </a:lnTo>
                  <a:lnTo>
                    <a:pt x="51223" y="1385570"/>
                  </a:lnTo>
                  <a:lnTo>
                    <a:pt x="60960" y="1382607"/>
                  </a:lnTo>
                  <a:lnTo>
                    <a:pt x="45720" y="1385570"/>
                  </a:lnTo>
                  <a:lnTo>
                    <a:pt x="30480" y="1385570"/>
                  </a:lnTo>
                  <a:lnTo>
                    <a:pt x="16510" y="1385570"/>
                  </a:lnTo>
                  <a:lnTo>
                    <a:pt x="13970" y="1371600"/>
                  </a:lnTo>
                  <a:lnTo>
                    <a:pt x="27940" y="1371600"/>
                  </a:lnTo>
                  <a:lnTo>
                    <a:pt x="43603" y="1363133"/>
                  </a:lnTo>
                  <a:lnTo>
                    <a:pt x="27940" y="1363133"/>
                  </a:lnTo>
                  <a:lnTo>
                    <a:pt x="41910" y="1355937"/>
                  </a:lnTo>
                  <a:lnTo>
                    <a:pt x="46143" y="1352973"/>
                  </a:lnTo>
                  <a:lnTo>
                    <a:pt x="57150" y="1344507"/>
                  </a:lnTo>
                  <a:lnTo>
                    <a:pt x="72390" y="1341543"/>
                  </a:lnTo>
                  <a:lnTo>
                    <a:pt x="86360" y="1342813"/>
                  </a:lnTo>
                  <a:lnTo>
                    <a:pt x="102023" y="1352550"/>
                  </a:lnTo>
                  <a:lnTo>
                    <a:pt x="117263" y="1349587"/>
                  </a:lnTo>
                  <a:lnTo>
                    <a:pt x="131233" y="1353820"/>
                  </a:lnTo>
                  <a:lnTo>
                    <a:pt x="122767" y="1367790"/>
                  </a:lnTo>
                  <a:lnTo>
                    <a:pt x="133773" y="1353820"/>
                  </a:lnTo>
                  <a:lnTo>
                    <a:pt x="147743" y="1361017"/>
                  </a:lnTo>
                  <a:lnTo>
                    <a:pt x="162983" y="1351280"/>
                  </a:lnTo>
                  <a:lnTo>
                    <a:pt x="178223" y="1355513"/>
                  </a:lnTo>
                  <a:lnTo>
                    <a:pt x="193463" y="1356783"/>
                  </a:lnTo>
                  <a:lnTo>
                    <a:pt x="207433" y="1347047"/>
                  </a:lnTo>
                  <a:lnTo>
                    <a:pt x="221403" y="1350010"/>
                  </a:lnTo>
                  <a:lnTo>
                    <a:pt x="206163" y="1345777"/>
                  </a:lnTo>
                  <a:lnTo>
                    <a:pt x="192193" y="1352973"/>
                  </a:lnTo>
                  <a:lnTo>
                    <a:pt x="178223" y="1351703"/>
                  </a:lnTo>
                  <a:lnTo>
                    <a:pt x="163407" y="1349163"/>
                  </a:lnTo>
                  <a:lnTo>
                    <a:pt x="149437" y="1350433"/>
                  </a:lnTo>
                  <a:lnTo>
                    <a:pt x="134196" y="1347470"/>
                  </a:lnTo>
                  <a:lnTo>
                    <a:pt x="118957" y="1347470"/>
                  </a:lnTo>
                  <a:lnTo>
                    <a:pt x="104987" y="1344507"/>
                  </a:lnTo>
                  <a:lnTo>
                    <a:pt x="120227" y="1343237"/>
                  </a:lnTo>
                  <a:lnTo>
                    <a:pt x="102023" y="1341967"/>
                  </a:lnTo>
                  <a:lnTo>
                    <a:pt x="86360" y="1340697"/>
                  </a:lnTo>
                  <a:lnTo>
                    <a:pt x="72390" y="1339427"/>
                  </a:lnTo>
                  <a:lnTo>
                    <a:pt x="58420" y="1342390"/>
                  </a:lnTo>
                  <a:lnTo>
                    <a:pt x="43180" y="1342390"/>
                  </a:lnTo>
                  <a:lnTo>
                    <a:pt x="35983" y="1336887"/>
                  </a:lnTo>
                  <a:lnTo>
                    <a:pt x="51223" y="1335617"/>
                  </a:lnTo>
                  <a:lnTo>
                    <a:pt x="65193" y="1325880"/>
                  </a:lnTo>
                  <a:lnTo>
                    <a:pt x="49953" y="1314450"/>
                  </a:lnTo>
                  <a:lnTo>
                    <a:pt x="34713" y="1313180"/>
                  </a:lnTo>
                  <a:lnTo>
                    <a:pt x="34713" y="1297940"/>
                  </a:lnTo>
                  <a:lnTo>
                    <a:pt x="48683" y="1297940"/>
                  </a:lnTo>
                  <a:lnTo>
                    <a:pt x="59690" y="1311910"/>
                  </a:lnTo>
                  <a:lnTo>
                    <a:pt x="74930" y="1321647"/>
                  </a:lnTo>
                  <a:lnTo>
                    <a:pt x="73660" y="1327150"/>
                  </a:lnTo>
                  <a:lnTo>
                    <a:pt x="87630" y="1317413"/>
                  </a:lnTo>
                  <a:lnTo>
                    <a:pt x="72390" y="1313180"/>
                  </a:lnTo>
                  <a:lnTo>
                    <a:pt x="76623" y="1299210"/>
                  </a:lnTo>
                  <a:lnTo>
                    <a:pt x="90593" y="1303443"/>
                  </a:lnTo>
                  <a:lnTo>
                    <a:pt x="104563" y="1316143"/>
                  </a:lnTo>
                  <a:lnTo>
                    <a:pt x="110067" y="1302173"/>
                  </a:lnTo>
                  <a:lnTo>
                    <a:pt x="125307" y="1299210"/>
                  </a:lnTo>
                  <a:lnTo>
                    <a:pt x="128270" y="1313180"/>
                  </a:lnTo>
                  <a:lnTo>
                    <a:pt x="142240" y="1311910"/>
                  </a:lnTo>
                  <a:lnTo>
                    <a:pt x="156210" y="1316143"/>
                  </a:lnTo>
                  <a:lnTo>
                    <a:pt x="171450" y="1317413"/>
                  </a:lnTo>
                  <a:lnTo>
                    <a:pt x="157480" y="1313180"/>
                  </a:lnTo>
                  <a:lnTo>
                    <a:pt x="142240" y="1304713"/>
                  </a:lnTo>
                  <a:lnTo>
                    <a:pt x="135467" y="1290743"/>
                  </a:lnTo>
                  <a:lnTo>
                    <a:pt x="149437" y="1282277"/>
                  </a:lnTo>
                  <a:lnTo>
                    <a:pt x="163407" y="1273810"/>
                  </a:lnTo>
                  <a:lnTo>
                    <a:pt x="177377" y="1273810"/>
                  </a:lnTo>
                  <a:lnTo>
                    <a:pt x="185843" y="1287780"/>
                  </a:lnTo>
                  <a:lnTo>
                    <a:pt x="199813" y="1301750"/>
                  </a:lnTo>
                  <a:lnTo>
                    <a:pt x="196850" y="1293283"/>
                  </a:lnTo>
                  <a:lnTo>
                    <a:pt x="188383" y="1282277"/>
                  </a:lnTo>
                  <a:lnTo>
                    <a:pt x="192617" y="1268307"/>
                  </a:lnTo>
                  <a:lnTo>
                    <a:pt x="207857" y="1264073"/>
                  </a:lnTo>
                  <a:lnTo>
                    <a:pt x="224790" y="1262803"/>
                  </a:lnTo>
                  <a:lnTo>
                    <a:pt x="240030" y="1271270"/>
                  </a:lnTo>
                  <a:lnTo>
                    <a:pt x="252730" y="1285240"/>
                  </a:lnTo>
                  <a:lnTo>
                    <a:pt x="254000" y="1299210"/>
                  </a:lnTo>
                  <a:lnTo>
                    <a:pt x="240030" y="1314450"/>
                  </a:lnTo>
                  <a:lnTo>
                    <a:pt x="255270" y="1315720"/>
                  </a:lnTo>
                  <a:lnTo>
                    <a:pt x="270510" y="1308523"/>
                  </a:lnTo>
                  <a:lnTo>
                    <a:pt x="255270" y="1300057"/>
                  </a:lnTo>
                  <a:lnTo>
                    <a:pt x="262043" y="1286087"/>
                  </a:lnTo>
                  <a:lnTo>
                    <a:pt x="278977" y="1288627"/>
                  </a:lnTo>
                  <a:lnTo>
                    <a:pt x="292946" y="1284393"/>
                  </a:lnTo>
                  <a:lnTo>
                    <a:pt x="276013" y="1284393"/>
                  </a:lnTo>
                  <a:lnTo>
                    <a:pt x="262043" y="1282700"/>
                  </a:lnTo>
                  <a:lnTo>
                    <a:pt x="257810" y="1281430"/>
                  </a:lnTo>
                  <a:lnTo>
                    <a:pt x="243840" y="1272963"/>
                  </a:lnTo>
                  <a:lnTo>
                    <a:pt x="234103" y="1258993"/>
                  </a:lnTo>
                  <a:lnTo>
                    <a:pt x="220133" y="1256030"/>
                  </a:lnTo>
                  <a:lnTo>
                    <a:pt x="206163" y="1258993"/>
                  </a:lnTo>
                  <a:lnTo>
                    <a:pt x="190923" y="1261957"/>
                  </a:lnTo>
                  <a:lnTo>
                    <a:pt x="173990" y="1258993"/>
                  </a:lnTo>
                  <a:lnTo>
                    <a:pt x="166793" y="1257723"/>
                  </a:lnTo>
                  <a:lnTo>
                    <a:pt x="171027" y="1256453"/>
                  </a:lnTo>
                  <a:lnTo>
                    <a:pt x="186267" y="1253490"/>
                  </a:lnTo>
                  <a:lnTo>
                    <a:pt x="201507" y="1253490"/>
                  </a:lnTo>
                  <a:lnTo>
                    <a:pt x="216746" y="1252220"/>
                  </a:lnTo>
                  <a:lnTo>
                    <a:pt x="202777" y="1246717"/>
                  </a:lnTo>
                  <a:lnTo>
                    <a:pt x="187537" y="1248410"/>
                  </a:lnTo>
                  <a:lnTo>
                    <a:pt x="169333" y="1238673"/>
                  </a:lnTo>
                  <a:lnTo>
                    <a:pt x="184573" y="1236133"/>
                  </a:lnTo>
                  <a:lnTo>
                    <a:pt x="199813" y="1234863"/>
                  </a:lnTo>
                  <a:lnTo>
                    <a:pt x="213783" y="1233593"/>
                  </a:lnTo>
                  <a:lnTo>
                    <a:pt x="229023" y="1230630"/>
                  </a:lnTo>
                  <a:lnTo>
                    <a:pt x="242993" y="1230630"/>
                  </a:lnTo>
                  <a:lnTo>
                    <a:pt x="258233" y="1236133"/>
                  </a:lnTo>
                  <a:lnTo>
                    <a:pt x="272203" y="1236133"/>
                  </a:lnTo>
                  <a:lnTo>
                    <a:pt x="286173" y="1237403"/>
                  </a:lnTo>
                  <a:lnTo>
                    <a:pt x="301413" y="1248833"/>
                  </a:lnTo>
                  <a:lnTo>
                    <a:pt x="316653" y="1248833"/>
                  </a:lnTo>
                  <a:lnTo>
                    <a:pt x="332317" y="1243330"/>
                  </a:lnTo>
                  <a:lnTo>
                    <a:pt x="336550" y="1240790"/>
                  </a:lnTo>
                  <a:lnTo>
                    <a:pt x="322580" y="1243330"/>
                  </a:lnTo>
                  <a:lnTo>
                    <a:pt x="305646" y="1243330"/>
                  </a:lnTo>
                  <a:lnTo>
                    <a:pt x="311150" y="1229360"/>
                  </a:lnTo>
                  <a:lnTo>
                    <a:pt x="325120" y="1223857"/>
                  </a:lnTo>
                  <a:lnTo>
                    <a:pt x="339090" y="1220893"/>
                  </a:lnTo>
                  <a:lnTo>
                    <a:pt x="353060" y="1217930"/>
                  </a:lnTo>
                  <a:lnTo>
                    <a:pt x="367030" y="1217930"/>
                  </a:lnTo>
                  <a:lnTo>
                    <a:pt x="383963" y="1222163"/>
                  </a:lnTo>
                  <a:lnTo>
                    <a:pt x="368723" y="1212427"/>
                  </a:lnTo>
                  <a:lnTo>
                    <a:pt x="353483" y="1213697"/>
                  </a:lnTo>
                  <a:lnTo>
                    <a:pt x="339513" y="1217930"/>
                  </a:lnTo>
                  <a:lnTo>
                    <a:pt x="324273" y="1222163"/>
                  </a:lnTo>
                  <a:lnTo>
                    <a:pt x="310303" y="1225127"/>
                  </a:lnTo>
                  <a:lnTo>
                    <a:pt x="295063" y="1218353"/>
                  </a:lnTo>
                  <a:lnTo>
                    <a:pt x="310303" y="1214120"/>
                  </a:lnTo>
                  <a:lnTo>
                    <a:pt x="324273" y="1209887"/>
                  </a:lnTo>
                  <a:lnTo>
                    <a:pt x="310303" y="1211157"/>
                  </a:lnTo>
                  <a:lnTo>
                    <a:pt x="295063" y="1215390"/>
                  </a:lnTo>
                  <a:lnTo>
                    <a:pt x="281093" y="1216660"/>
                  </a:lnTo>
                  <a:lnTo>
                    <a:pt x="264583" y="1219623"/>
                  </a:lnTo>
                  <a:lnTo>
                    <a:pt x="250613" y="1209887"/>
                  </a:lnTo>
                  <a:lnTo>
                    <a:pt x="264583" y="1205653"/>
                  </a:lnTo>
                  <a:lnTo>
                    <a:pt x="278553" y="1205653"/>
                  </a:lnTo>
                  <a:lnTo>
                    <a:pt x="264583" y="1201420"/>
                  </a:lnTo>
                  <a:lnTo>
                    <a:pt x="247650" y="1188720"/>
                  </a:lnTo>
                  <a:lnTo>
                    <a:pt x="262890" y="1180253"/>
                  </a:lnTo>
                  <a:lnTo>
                    <a:pt x="276860" y="1177713"/>
                  </a:lnTo>
                  <a:lnTo>
                    <a:pt x="292100" y="1183217"/>
                  </a:lnTo>
                  <a:lnTo>
                    <a:pt x="306070" y="1192953"/>
                  </a:lnTo>
                  <a:lnTo>
                    <a:pt x="321310" y="1186180"/>
                  </a:lnTo>
                  <a:lnTo>
                    <a:pt x="336550" y="1181947"/>
                  </a:lnTo>
                  <a:lnTo>
                    <a:pt x="350520" y="1184910"/>
                  </a:lnTo>
                  <a:lnTo>
                    <a:pt x="364490" y="1181947"/>
                  </a:lnTo>
                  <a:lnTo>
                    <a:pt x="379730" y="1188720"/>
                  </a:lnTo>
                  <a:lnTo>
                    <a:pt x="383963" y="1203960"/>
                  </a:lnTo>
                  <a:lnTo>
                    <a:pt x="400473" y="1209463"/>
                  </a:lnTo>
                  <a:lnTo>
                    <a:pt x="415713" y="1216237"/>
                  </a:lnTo>
                  <a:lnTo>
                    <a:pt x="428413" y="1224703"/>
                  </a:lnTo>
                  <a:lnTo>
                    <a:pt x="421217" y="1214967"/>
                  </a:lnTo>
                  <a:lnTo>
                    <a:pt x="405977" y="1208193"/>
                  </a:lnTo>
                  <a:lnTo>
                    <a:pt x="392007" y="1203960"/>
                  </a:lnTo>
                  <a:lnTo>
                    <a:pt x="386503" y="1188720"/>
                  </a:lnTo>
                  <a:lnTo>
                    <a:pt x="372533" y="1180253"/>
                  </a:lnTo>
                  <a:lnTo>
                    <a:pt x="365337" y="1165013"/>
                  </a:lnTo>
                  <a:lnTo>
                    <a:pt x="376343" y="1160780"/>
                  </a:lnTo>
                  <a:lnTo>
                    <a:pt x="390313" y="1176020"/>
                  </a:lnTo>
                  <a:lnTo>
                    <a:pt x="405553" y="1181523"/>
                  </a:lnTo>
                  <a:lnTo>
                    <a:pt x="407246" y="1196763"/>
                  </a:lnTo>
                  <a:lnTo>
                    <a:pt x="421217" y="1195493"/>
                  </a:lnTo>
                  <a:lnTo>
                    <a:pt x="436457" y="1195493"/>
                  </a:lnTo>
                  <a:lnTo>
                    <a:pt x="421217" y="1191260"/>
                  </a:lnTo>
                  <a:lnTo>
                    <a:pt x="424180" y="1184063"/>
                  </a:lnTo>
                  <a:lnTo>
                    <a:pt x="439420" y="1178560"/>
                  </a:lnTo>
                  <a:lnTo>
                    <a:pt x="424180" y="1177290"/>
                  </a:lnTo>
                  <a:lnTo>
                    <a:pt x="408517" y="1176020"/>
                  </a:lnTo>
                  <a:lnTo>
                    <a:pt x="424180" y="1174750"/>
                  </a:lnTo>
                  <a:lnTo>
                    <a:pt x="408517" y="1174750"/>
                  </a:lnTo>
                  <a:lnTo>
                    <a:pt x="394546" y="1171787"/>
                  </a:lnTo>
                  <a:lnTo>
                    <a:pt x="394546" y="1156547"/>
                  </a:lnTo>
                  <a:lnTo>
                    <a:pt x="409787" y="1156547"/>
                  </a:lnTo>
                  <a:lnTo>
                    <a:pt x="425027" y="1157817"/>
                  </a:lnTo>
                  <a:lnTo>
                    <a:pt x="440267" y="1152313"/>
                  </a:lnTo>
                  <a:lnTo>
                    <a:pt x="455507" y="1149350"/>
                  </a:lnTo>
                  <a:lnTo>
                    <a:pt x="462280" y="1149350"/>
                  </a:lnTo>
                  <a:lnTo>
                    <a:pt x="476250" y="1146387"/>
                  </a:lnTo>
                  <a:lnTo>
                    <a:pt x="462280" y="1147657"/>
                  </a:lnTo>
                  <a:lnTo>
                    <a:pt x="447040" y="1147657"/>
                  </a:lnTo>
                  <a:lnTo>
                    <a:pt x="433070" y="1142153"/>
                  </a:lnTo>
                  <a:lnTo>
                    <a:pt x="447040" y="1128183"/>
                  </a:lnTo>
                  <a:lnTo>
                    <a:pt x="454237" y="1115483"/>
                  </a:lnTo>
                  <a:lnTo>
                    <a:pt x="469477" y="1118447"/>
                  </a:lnTo>
                  <a:lnTo>
                    <a:pt x="483446" y="1109980"/>
                  </a:lnTo>
                  <a:lnTo>
                    <a:pt x="498687" y="1118447"/>
                  </a:lnTo>
                  <a:lnTo>
                    <a:pt x="490220" y="1133687"/>
                  </a:lnTo>
                  <a:lnTo>
                    <a:pt x="504190" y="1128183"/>
                  </a:lnTo>
                  <a:lnTo>
                    <a:pt x="521123" y="1123950"/>
                  </a:lnTo>
                  <a:lnTo>
                    <a:pt x="535093" y="1120987"/>
                  </a:lnTo>
                  <a:lnTo>
                    <a:pt x="518160" y="1122257"/>
                  </a:lnTo>
                  <a:lnTo>
                    <a:pt x="502920" y="1119293"/>
                  </a:lnTo>
                  <a:lnTo>
                    <a:pt x="518160" y="1110827"/>
                  </a:lnTo>
                  <a:lnTo>
                    <a:pt x="532130" y="1107863"/>
                  </a:lnTo>
                  <a:lnTo>
                    <a:pt x="519007" y="1107863"/>
                  </a:lnTo>
                  <a:lnTo>
                    <a:pt x="505037" y="1109133"/>
                  </a:lnTo>
                  <a:lnTo>
                    <a:pt x="520277" y="1100667"/>
                  </a:lnTo>
                  <a:lnTo>
                    <a:pt x="535940" y="1096433"/>
                  </a:lnTo>
                  <a:lnTo>
                    <a:pt x="549910" y="1097703"/>
                  </a:lnTo>
                  <a:lnTo>
                    <a:pt x="563880" y="1083733"/>
                  </a:lnTo>
                  <a:lnTo>
                    <a:pt x="577850" y="1097703"/>
                  </a:lnTo>
                  <a:lnTo>
                    <a:pt x="591820" y="1111673"/>
                  </a:lnTo>
                  <a:lnTo>
                    <a:pt x="594783" y="1111673"/>
                  </a:lnTo>
                  <a:lnTo>
                    <a:pt x="594783" y="1117177"/>
                  </a:lnTo>
                  <a:lnTo>
                    <a:pt x="591820" y="1120140"/>
                  </a:lnTo>
                  <a:lnTo>
                    <a:pt x="577850" y="1131147"/>
                  </a:lnTo>
                  <a:lnTo>
                    <a:pt x="579120" y="1131147"/>
                  </a:lnTo>
                  <a:lnTo>
                    <a:pt x="594360" y="1126913"/>
                  </a:lnTo>
                  <a:lnTo>
                    <a:pt x="608330" y="1128183"/>
                  </a:lnTo>
                  <a:lnTo>
                    <a:pt x="622300" y="1128183"/>
                  </a:lnTo>
                  <a:lnTo>
                    <a:pt x="607060" y="1121410"/>
                  </a:lnTo>
                  <a:lnTo>
                    <a:pt x="623993" y="1110403"/>
                  </a:lnTo>
                  <a:lnTo>
                    <a:pt x="637963" y="1111673"/>
                  </a:lnTo>
                  <a:lnTo>
                    <a:pt x="642196" y="1114637"/>
                  </a:lnTo>
                  <a:lnTo>
                    <a:pt x="658707" y="1113367"/>
                  </a:lnTo>
                  <a:lnTo>
                    <a:pt x="672677" y="1112097"/>
                  </a:lnTo>
                  <a:lnTo>
                    <a:pt x="686646" y="1115060"/>
                  </a:lnTo>
                  <a:lnTo>
                    <a:pt x="693843" y="1112097"/>
                  </a:lnTo>
                  <a:lnTo>
                    <a:pt x="688340" y="1098127"/>
                  </a:lnTo>
                  <a:lnTo>
                    <a:pt x="702310" y="1095587"/>
                  </a:lnTo>
                  <a:lnTo>
                    <a:pt x="688340" y="1092623"/>
                  </a:lnTo>
                  <a:lnTo>
                    <a:pt x="673100" y="1098127"/>
                  </a:lnTo>
                  <a:lnTo>
                    <a:pt x="694267" y="1082887"/>
                  </a:lnTo>
                  <a:lnTo>
                    <a:pt x="708237" y="1074420"/>
                  </a:lnTo>
                  <a:lnTo>
                    <a:pt x="722207" y="1073150"/>
                  </a:lnTo>
                  <a:lnTo>
                    <a:pt x="737446" y="1065953"/>
                  </a:lnTo>
                  <a:lnTo>
                    <a:pt x="751417" y="1062990"/>
                  </a:lnTo>
                  <a:lnTo>
                    <a:pt x="745913" y="1049020"/>
                  </a:lnTo>
                  <a:lnTo>
                    <a:pt x="730673" y="1051983"/>
                  </a:lnTo>
                  <a:lnTo>
                    <a:pt x="737446" y="1038013"/>
                  </a:lnTo>
                  <a:lnTo>
                    <a:pt x="752687" y="1032510"/>
                  </a:lnTo>
                  <a:lnTo>
                    <a:pt x="763693" y="1031240"/>
                  </a:lnTo>
                  <a:lnTo>
                    <a:pt x="769196" y="1027007"/>
                  </a:lnTo>
                  <a:lnTo>
                    <a:pt x="755227" y="1025737"/>
                  </a:lnTo>
                  <a:lnTo>
                    <a:pt x="739987" y="1025737"/>
                  </a:lnTo>
                  <a:lnTo>
                    <a:pt x="753957" y="1014730"/>
                  </a:lnTo>
                  <a:lnTo>
                    <a:pt x="739987" y="1017270"/>
                  </a:lnTo>
                  <a:lnTo>
                    <a:pt x="724746" y="1032510"/>
                  </a:lnTo>
                  <a:lnTo>
                    <a:pt x="709507" y="1039283"/>
                  </a:lnTo>
                  <a:lnTo>
                    <a:pt x="695537" y="1047750"/>
                  </a:lnTo>
                  <a:lnTo>
                    <a:pt x="678603" y="1051983"/>
                  </a:lnTo>
                  <a:lnTo>
                    <a:pt x="692573" y="1050713"/>
                  </a:lnTo>
                  <a:lnTo>
                    <a:pt x="708237" y="1043940"/>
                  </a:lnTo>
                  <a:lnTo>
                    <a:pt x="713740" y="1059180"/>
                  </a:lnTo>
                  <a:lnTo>
                    <a:pt x="699770" y="1070187"/>
                  </a:lnTo>
                  <a:lnTo>
                    <a:pt x="684530" y="1073150"/>
                  </a:lnTo>
                  <a:lnTo>
                    <a:pt x="669290" y="1079923"/>
                  </a:lnTo>
                  <a:lnTo>
                    <a:pt x="654050" y="1089660"/>
                  </a:lnTo>
                  <a:lnTo>
                    <a:pt x="638810" y="1095163"/>
                  </a:lnTo>
                  <a:lnTo>
                    <a:pt x="623570" y="1096433"/>
                  </a:lnTo>
                  <a:lnTo>
                    <a:pt x="619337" y="1098973"/>
                  </a:lnTo>
                  <a:lnTo>
                    <a:pt x="609600" y="1104477"/>
                  </a:lnTo>
                  <a:lnTo>
                    <a:pt x="595630" y="1104477"/>
                  </a:lnTo>
                  <a:lnTo>
                    <a:pt x="588857" y="1090507"/>
                  </a:lnTo>
                  <a:lnTo>
                    <a:pt x="579120" y="1075267"/>
                  </a:lnTo>
                  <a:lnTo>
                    <a:pt x="593090" y="1073997"/>
                  </a:lnTo>
                  <a:lnTo>
                    <a:pt x="596053" y="1071033"/>
                  </a:lnTo>
                  <a:lnTo>
                    <a:pt x="611293" y="1061297"/>
                  </a:lnTo>
                  <a:lnTo>
                    <a:pt x="596053" y="1065530"/>
                  </a:lnTo>
                  <a:lnTo>
                    <a:pt x="580813" y="1071033"/>
                  </a:lnTo>
                  <a:lnTo>
                    <a:pt x="566843" y="1073997"/>
                  </a:lnTo>
                  <a:lnTo>
                    <a:pt x="551180" y="1079500"/>
                  </a:lnTo>
                  <a:lnTo>
                    <a:pt x="565150" y="1065530"/>
                  </a:lnTo>
                  <a:lnTo>
                    <a:pt x="549910" y="1062567"/>
                  </a:lnTo>
                  <a:lnTo>
                    <a:pt x="565150" y="1055370"/>
                  </a:lnTo>
                  <a:lnTo>
                    <a:pt x="579120" y="1048173"/>
                  </a:lnTo>
                  <a:lnTo>
                    <a:pt x="593090" y="1045210"/>
                  </a:lnTo>
                  <a:lnTo>
                    <a:pt x="596053" y="1043940"/>
                  </a:lnTo>
                  <a:lnTo>
                    <a:pt x="612987" y="1038437"/>
                  </a:lnTo>
                  <a:lnTo>
                    <a:pt x="626957" y="1041400"/>
                  </a:lnTo>
                  <a:lnTo>
                    <a:pt x="611293" y="1035897"/>
                  </a:lnTo>
                  <a:lnTo>
                    <a:pt x="596053" y="1043093"/>
                  </a:lnTo>
                  <a:lnTo>
                    <a:pt x="596053" y="1040130"/>
                  </a:lnTo>
                  <a:lnTo>
                    <a:pt x="610023" y="1031663"/>
                  </a:lnTo>
                  <a:lnTo>
                    <a:pt x="596053" y="1034627"/>
                  </a:lnTo>
                  <a:lnTo>
                    <a:pt x="596053" y="1033357"/>
                  </a:lnTo>
                  <a:lnTo>
                    <a:pt x="600287" y="1027853"/>
                  </a:lnTo>
                  <a:lnTo>
                    <a:pt x="611293" y="1013883"/>
                  </a:lnTo>
                  <a:lnTo>
                    <a:pt x="626957" y="1013883"/>
                  </a:lnTo>
                  <a:lnTo>
                    <a:pt x="626957" y="999913"/>
                  </a:lnTo>
                  <a:lnTo>
                    <a:pt x="642196" y="1001183"/>
                  </a:lnTo>
                  <a:lnTo>
                    <a:pt x="640927" y="987213"/>
                  </a:lnTo>
                  <a:lnTo>
                    <a:pt x="654896" y="974513"/>
                  </a:lnTo>
                  <a:lnTo>
                    <a:pt x="670137" y="970280"/>
                  </a:lnTo>
                  <a:lnTo>
                    <a:pt x="685377" y="966047"/>
                  </a:lnTo>
                  <a:lnTo>
                    <a:pt x="690880" y="952077"/>
                  </a:lnTo>
                  <a:lnTo>
                    <a:pt x="706120" y="952077"/>
                  </a:lnTo>
                  <a:lnTo>
                    <a:pt x="706120" y="938107"/>
                  </a:lnTo>
                  <a:lnTo>
                    <a:pt x="721360" y="945303"/>
                  </a:lnTo>
                  <a:lnTo>
                    <a:pt x="732367" y="956310"/>
                  </a:lnTo>
                  <a:lnTo>
                    <a:pt x="746337" y="961813"/>
                  </a:lnTo>
                  <a:lnTo>
                    <a:pt x="739140" y="977477"/>
                  </a:lnTo>
                  <a:lnTo>
                    <a:pt x="753110" y="969010"/>
                  </a:lnTo>
                  <a:lnTo>
                    <a:pt x="768350" y="961813"/>
                  </a:lnTo>
                  <a:lnTo>
                    <a:pt x="772583" y="960543"/>
                  </a:lnTo>
                  <a:lnTo>
                    <a:pt x="786553" y="959273"/>
                  </a:lnTo>
                  <a:lnTo>
                    <a:pt x="786553" y="958003"/>
                  </a:lnTo>
                  <a:lnTo>
                    <a:pt x="772583" y="959273"/>
                  </a:lnTo>
                  <a:lnTo>
                    <a:pt x="773853" y="945303"/>
                  </a:lnTo>
                  <a:lnTo>
                    <a:pt x="789093" y="941070"/>
                  </a:lnTo>
                  <a:lnTo>
                    <a:pt x="775123" y="936837"/>
                  </a:lnTo>
                  <a:lnTo>
                    <a:pt x="759883" y="935567"/>
                  </a:lnTo>
                  <a:lnTo>
                    <a:pt x="762846" y="921597"/>
                  </a:lnTo>
                  <a:lnTo>
                    <a:pt x="776817" y="917363"/>
                  </a:lnTo>
                  <a:lnTo>
                    <a:pt x="790786" y="913130"/>
                  </a:lnTo>
                  <a:lnTo>
                    <a:pt x="806027" y="908897"/>
                  </a:lnTo>
                  <a:lnTo>
                    <a:pt x="792057" y="907627"/>
                  </a:lnTo>
                  <a:lnTo>
                    <a:pt x="786553" y="907627"/>
                  </a:lnTo>
                  <a:lnTo>
                    <a:pt x="783590" y="906357"/>
                  </a:lnTo>
                  <a:lnTo>
                    <a:pt x="798830" y="896620"/>
                  </a:lnTo>
                  <a:lnTo>
                    <a:pt x="814070" y="891117"/>
                  </a:lnTo>
                  <a:lnTo>
                    <a:pt x="815340" y="891117"/>
                  </a:lnTo>
                  <a:lnTo>
                    <a:pt x="829310" y="888153"/>
                  </a:lnTo>
                  <a:lnTo>
                    <a:pt x="843280" y="886883"/>
                  </a:lnTo>
                  <a:lnTo>
                    <a:pt x="847513" y="889847"/>
                  </a:lnTo>
                  <a:lnTo>
                    <a:pt x="861483" y="889847"/>
                  </a:lnTo>
                  <a:lnTo>
                    <a:pt x="875453" y="894080"/>
                  </a:lnTo>
                  <a:lnTo>
                    <a:pt x="861483" y="888577"/>
                  </a:lnTo>
                  <a:lnTo>
                    <a:pt x="846243" y="885613"/>
                  </a:lnTo>
                  <a:lnTo>
                    <a:pt x="843703" y="884343"/>
                  </a:lnTo>
                  <a:lnTo>
                    <a:pt x="828463" y="884343"/>
                  </a:lnTo>
                  <a:lnTo>
                    <a:pt x="814493" y="891540"/>
                  </a:lnTo>
                  <a:lnTo>
                    <a:pt x="799253" y="895773"/>
                  </a:lnTo>
                  <a:lnTo>
                    <a:pt x="785283" y="901277"/>
                  </a:lnTo>
                  <a:lnTo>
                    <a:pt x="771313" y="908473"/>
                  </a:lnTo>
                  <a:lnTo>
                    <a:pt x="756073" y="915247"/>
                  </a:lnTo>
                  <a:lnTo>
                    <a:pt x="742103" y="916517"/>
                  </a:lnTo>
                  <a:lnTo>
                    <a:pt x="756073" y="909320"/>
                  </a:lnTo>
                  <a:lnTo>
                    <a:pt x="740833" y="905087"/>
                  </a:lnTo>
                  <a:lnTo>
                    <a:pt x="756073" y="899583"/>
                  </a:lnTo>
                  <a:lnTo>
                    <a:pt x="771313" y="899583"/>
                  </a:lnTo>
                  <a:lnTo>
                    <a:pt x="785283" y="894080"/>
                  </a:lnTo>
                  <a:lnTo>
                    <a:pt x="767080" y="898313"/>
                  </a:lnTo>
                  <a:lnTo>
                    <a:pt x="751840" y="895773"/>
                  </a:lnTo>
                  <a:lnTo>
                    <a:pt x="765810" y="891540"/>
                  </a:lnTo>
                  <a:lnTo>
                    <a:pt x="781050" y="891540"/>
                  </a:lnTo>
                  <a:lnTo>
                    <a:pt x="767080" y="888577"/>
                  </a:lnTo>
                  <a:lnTo>
                    <a:pt x="782320" y="885613"/>
                  </a:lnTo>
                  <a:lnTo>
                    <a:pt x="796290" y="881380"/>
                  </a:lnTo>
                  <a:lnTo>
                    <a:pt x="781050" y="881380"/>
                  </a:lnTo>
                  <a:lnTo>
                    <a:pt x="790786" y="880110"/>
                  </a:lnTo>
                  <a:lnTo>
                    <a:pt x="804757" y="877147"/>
                  </a:lnTo>
                  <a:lnTo>
                    <a:pt x="819996" y="870373"/>
                  </a:lnTo>
                  <a:lnTo>
                    <a:pt x="815763" y="869103"/>
                  </a:lnTo>
                  <a:lnTo>
                    <a:pt x="803063" y="869103"/>
                  </a:lnTo>
                  <a:lnTo>
                    <a:pt x="817033" y="859367"/>
                  </a:lnTo>
                  <a:lnTo>
                    <a:pt x="832273" y="867833"/>
                  </a:lnTo>
                  <a:lnTo>
                    <a:pt x="837777" y="853863"/>
                  </a:lnTo>
                  <a:lnTo>
                    <a:pt x="851746" y="852593"/>
                  </a:lnTo>
                  <a:lnTo>
                    <a:pt x="858520" y="866563"/>
                  </a:lnTo>
                  <a:lnTo>
                    <a:pt x="844550" y="870797"/>
                  </a:lnTo>
                  <a:lnTo>
                    <a:pt x="837353" y="870797"/>
                  </a:lnTo>
                  <a:lnTo>
                    <a:pt x="823383" y="869527"/>
                  </a:lnTo>
                  <a:lnTo>
                    <a:pt x="836083" y="873760"/>
                  </a:lnTo>
                  <a:lnTo>
                    <a:pt x="851323" y="872490"/>
                  </a:lnTo>
                  <a:lnTo>
                    <a:pt x="865293" y="868257"/>
                  </a:lnTo>
                  <a:lnTo>
                    <a:pt x="879263" y="866987"/>
                  </a:lnTo>
                  <a:lnTo>
                    <a:pt x="894503" y="858520"/>
                  </a:lnTo>
                  <a:lnTo>
                    <a:pt x="910167" y="850053"/>
                  </a:lnTo>
                  <a:lnTo>
                    <a:pt x="924136" y="839047"/>
                  </a:lnTo>
                  <a:lnTo>
                    <a:pt x="910167" y="845820"/>
                  </a:lnTo>
                  <a:lnTo>
                    <a:pt x="894503" y="854287"/>
                  </a:lnTo>
                  <a:lnTo>
                    <a:pt x="880533" y="859790"/>
                  </a:lnTo>
                  <a:lnTo>
                    <a:pt x="864870" y="859790"/>
                  </a:lnTo>
                  <a:lnTo>
                    <a:pt x="863600" y="855557"/>
                  </a:lnTo>
                  <a:lnTo>
                    <a:pt x="879263" y="854287"/>
                  </a:lnTo>
                  <a:lnTo>
                    <a:pt x="863600" y="848783"/>
                  </a:lnTo>
                  <a:lnTo>
                    <a:pt x="872067" y="834813"/>
                  </a:lnTo>
                  <a:lnTo>
                    <a:pt x="858096" y="834813"/>
                  </a:lnTo>
                  <a:lnTo>
                    <a:pt x="842857" y="847513"/>
                  </a:lnTo>
                  <a:lnTo>
                    <a:pt x="837353" y="833543"/>
                  </a:lnTo>
                  <a:lnTo>
                    <a:pt x="848360" y="818303"/>
                  </a:lnTo>
                  <a:lnTo>
                    <a:pt x="849630" y="804333"/>
                  </a:lnTo>
                  <a:lnTo>
                    <a:pt x="863600" y="804333"/>
                  </a:lnTo>
                  <a:lnTo>
                    <a:pt x="872067" y="819573"/>
                  </a:lnTo>
                  <a:lnTo>
                    <a:pt x="887307" y="820843"/>
                  </a:lnTo>
                  <a:lnTo>
                    <a:pt x="892810" y="817880"/>
                  </a:lnTo>
                  <a:lnTo>
                    <a:pt x="909743" y="813647"/>
                  </a:lnTo>
                  <a:lnTo>
                    <a:pt x="894080" y="813647"/>
                  </a:lnTo>
                  <a:lnTo>
                    <a:pt x="887307" y="799677"/>
                  </a:lnTo>
                  <a:lnTo>
                    <a:pt x="873336" y="803910"/>
                  </a:lnTo>
                  <a:lnTo>
                    <a:pt x="863177" y="788670"/>
                  </a:lnTo>
                  <a:lnTo>
                    <a:pt x="875877" y="774700"/>
                  </a:lnTo>
                  <a:lnTo>
                    <a:pt x="889846" y="780203"/>
                  </a:lnTo>
                  <a:lnTo>
                    <a:pt x="903817" y="787400"/>
                  </a:lnTo>
                  <a:lnTo>
                    <a:pt x="889846" y="776393"/>
                  </a:lnTo>
                  <a:lnTo>
                    <a:pt x="893657" y="762423"/>
                  </a:lnTo>
                  <a:lnTo>
                    <a:pt x="895350" y="747183"/>
                  </a:lnTo>
                  <a:lnTo>
                    <a:pt x="909320" y="740410"/>
                  </a:lnTo>
                  <a:lnTo>
                    <a:pt x="924560" y="743373"/>
                  </a:lnTo>
                  <a:lnTo>
                    <a:pt x="937260" y="747607"/>
                  </a:lnTo>
                  <a:lnTo>
                    <a:pt x="952500" y="758613"/>
                  </a:lnTo>
                  <a:lnTo>
                    <a:pt x="953770" y="759883"/>
                  </a:lnTo>
                  <a:lnTo>
                    <a:pt x="946573" y="745913"/>
                  </a:lnTo>
                  <a:lnTo>
                    <a:pt x="932603" y="742950"/>
                  </a:lnTo>
                  <a:lnTo>
                    <a:pt x="925830" y="726440"/>
                  </a:lnTo>
                  <a:lnTo>
                    <a:pt x="908896" y="727710"/>
                  </a:lnTo>
                  <a:lnTo>
                    <a:pt x="894927" y="728980"/>
                  </a:lnTo>
                  <a:lnTo>
                    <a:pt x="908896" y="726017"/>
                  </a:lnTo>
                  <a:lnTo>
                    <a:pt x="922867" y="713317"/>
                  </a:lnTo>
                  <a:lnTo>
                    <a:pt x="936836" y="712047"/>
                  </a:lnTo>
                  <a:lnTo>
                    <a:pt x="952077" y="707813"/>
                  </a:lnTo>
                  <a:lnTo>
                    <a:pt x="955040" y="707813"/>
                  </a:lnTo>
                  <a:lnTo>
                    <a:pt x="969010" y="700617"/>
                  </a:lnTo>
                  <a:lnTo>
                    <a:pt x="984250" y="700617"/>
                  </a:lnTo>
                  <a:lnTo>
                    <a:pt x="988483" y="714587"/>
                  </a:lnTo>
                  <a:lnTo>
                    <a:pt x="1003723" y="710353"/>
                  </a:lnTo>
                  <a:lnTo>
                    <a:pt x="1017693" y="711623"/>
                  </a:lnTo>
                  <a:lnTo>
                    <a:pt x="1006686" y="708660"/>
                  </a:lnTo>
                  <a:lnTo>
                    <a:pt x="1021927" y="701887"/>
                  </a:lnTo>
                  <a:lnTo>
                    <a:pt x="1035896" y="697653"/>
                  </a:lnTo>
                  <a:lnTo>
                    <a:pt x="1051136" y="690880"/>
                  </a:lnTo>
                  <a:lnTo>
                    <a:pt x="1056640" y="685377"/>
                  </a:lnTo>
                  <a:lnTo>
                    <a:pt x="1041400" y="689610"/>
                  </a:lnTo>
                  <a:lnTo>
                    <a:pt x="1026160" y="695113"/>
                  </a:lnTo>
                  <a:lnTo>
                    <a:pt x="1012190" y="696383"/>
                  </a:lnTo>
                  <a:lnTo>
                    <a:pt x="998220" y="697653"/>
                  </a:lnTo>
                  <a:lnTo>
                    <a:pt x="984250" y="696383"/>
                  </a:lnTo>
                  <a:lnTo>
                    <a:pt x="969010" y="697653"/>
                  </a:lnTo>
                  <a:lnTo>
                    <a:pt x="953770" y="703157"/>
                  </a:lnTo>
                  <a:lnTo>
                    <a:pt x="938530" y="707390"/>
                  </a:lnTo>
                  <a:lnTo>
                    <a:pt x="952500" y="693420"/>
                  </a:lnTo>
                  <a:lnTo>
                    <a:pt x="967740" y="690880"/>
                  </a:lnTo>
                  <a:lnTo>
                    <a:pt x="981710" y="689610"/>
                  </a:lnTo>
                  <a:lnTo>
                    <a:pt x="966470" y="688340"/>
                  </a:lnTo>
                  <a:lnTo>
                    <a:pt x="951230" y="689610"/>
                  </a:lnTo>
                  <a:lnTo>
                    <a:pt x="935990" y="686647"/>
                  </a:lnTo>
                  <a:lnTo>
                    <a:pt x="946996" y="672677"/>
                  </a:lnTo>
                  <a:lnTo>
                    <a:pt x="933027" y="659977"/>
                  </a:lnTo>
                  <a:lnTo>
                    <a:pt x="935990" y="655743"/>
                  </a:lnTo>
                  <a:lnTo>
                    <a:pt x="951230" y="657013"/>
                  </a:lnTo>
                  <a:lnTo>
                    <a:pt x="966470" y="666750"/>
                  </a:lnTo>
                  <a:lnTo>
                    <a:pt x="980440" y="654050"/>
                  </a:lnTo>
                  <a:lnTo>
                    <a:pt x="995680" y="655320"/>
                  </a:lnTo>
                  <a:lnTo>
                    <a:pt x="1010920" y="645583"/>
                  </a:lnTo>
                  <a:lnTo>
                    <a:pt x="991446" y="644313"/>
                  </a:lnTo>
                  <a:lnTo>
                    <a:pt x="977477" y="652780"/>
                  </a:lnTo>
                  <a:lnTo>
                    <a:pt x="963507" y="652780"/>
                  </a:lnTo>
                  <a:lnTo>
                    <a:pt x="949536" y="638810"/>
                  </a:lnTo>
                  <a:lnTo>
                    <a:pt x="964777" y="636270"/>
                  </a:lnTo>
                  <a:lnTo>
                    <a:pt x="980017" y="637540"/>
                  </a:lnTo>
                  <a:lnTo>
                    <a:pt x="971550" y="633307"/>
                  </a:lnTo>
                  <a:lnTo>
                    <a:pt x="957580" y="630767"/>
                  </a:lnTo>
                  <a:lnTo>
                    <a:pt x="971550" y="627803"/>
                  </a:lnTo>
                  <a:lnTo>
                    <a:pt x="986790" y="627803"/>
                  </a:lnTo>
                  <a:lnTo>
                    <a:pt x="1000760" y="632037"/>
                  </a:lnTo>
                  <a:lnTo>
                    <a:pt x="1016000" y="629073"/>
                  </a:lnTo>
                  <a:lnTo>
                    <a:pt x="1002030" y="629073"/>
                  </a:lnTo>
                  <a:lnTo>
                    <a:pt x="989330" y="624840"/>
                  </a:lnTo>
                  <a:lnTo>
                    <a:pt x="1003300" y="623570"/>
                  </a:lnTo>
                  <a:lnTo>
                    <a:pt x="989330" y="622300"/>
                  </a:lnTo>
                  <a:lnTo>
                    <a:pt x="1003300" y="615103"/>
                  </a:lnTo>
                  <a:lnTo>
                    <a:pt x="1017270" y="618067"/>
                  </a:lnTo>
                  <a:lnTo>
                    <a:pt x="1032510" y="618067"/>
                  </a:lnTo>
                  <a:lnTo>
                    <a:pt x="1016000" y="613833"/>
                  </a:lnTo>
                  <a:lnTo>
                    <a:pt x="1000760" y="605367"/>
                  </a:lnTo>
                  <a:lnTo>
                    <a:pt x="988060" y="601133"/>
                  </a:lnTo>
                  <a:lnTo>
                    <a:pt x="1002030" y="595630"/>
                  </a:lnTo>
                  <a:lnTo>
                    <a:pt x="1016000" y="594360"/>
                  </a:lnTo>
                  <a:lnTo>
                    <a:pt x="1029970" y="587163"/>
                  </a:lnTo>
                  <a:lnTo>
                    <a:pt x="1045210" y="590127"/>
                  </a:lnTo>
                  <a:lnTo>
                    <a:pt x="1059180" y="588857"/>
                  </a:lnTo>
                  <a:lnTo>
                    <a:pt x="1073150" y="579120"/>
                  </a:lnTo>
                  <a:lnTo>
                    <a:pt x="1087120" y="579120"/>
                  </a:lnTo>
                  <a:lnTo>
                    <a:pt x="1102360" y="584623"/>
                  </a:lnTo>
                  <a:lnTo>
                    <a:pt x="1087120" y="577850"/>
                  </a:lnTo>
                  <a:lnTo>
                    <a:pt x="1073150" y="576580"/>
                  </a:lnTo>
                  <a:lnTo>
                    <a:pt x="1071880" y="576580"/>
                  </a:lnTo>
                  <a:lnTo>
                    <a:pt x="1079923" y="562610"/>
                  </a:lnTo>
                  <a:lnTo>
                    <a:pt x="1093893" y="562610"/>
                  </a:lnTo>
                  <a:lnTo>
                    <a:pt x="1109133" y="558377"/>
                  </a:lnTo>
                  <a:lnTo>
                    <a:pt x="1123103" y="555413"/>
                  </a:lnTo>
                  <a:lnTo>
                    <a:pt x="1138767" y="555413"/>
                  </a:lnTo>
                  <a:lnTo>
                    <a:pt x="1141307" y="554143"/>
                  </a:lnTo>
                  <a:lnTo>
                    <a:pt x="1141307" y="557107"/>
                  </a:lnTo>
                  <a:lnTo>
                    <a:pt x="1141307" y="561340"/>
                  </a:lnTo>
                  <a:lnTo>
                    <a:pt x="1152736" y="555837"/>
                  </a:lnTo>
                  <a:lnTo>
                    <a:pt x="1167977" y="558800"/>
                  </a:lnTo>
                  <a:lnTo>
                    <a:pt x="1183217" y="561763"/>
                  </a:lnTo>
                  <a:lnTo>
                    <a:pt x="1197186" y="570230"/>
                  </a:lnTo>
                  <a:lnTo>
                    <a:pt x="1197186" y="556260"/>
                  </a:lnTo>
                  <a:lnTo>
                    <a:pt x="1198457" y="556260"/>
                  </a:lnTo>
                  <a:lnTo>
                    <a:pt x="1214967" y="557530"/>
                  </a:lnTo>
                  <a:lnTo>
                    <a:pt x="1199727" y="554567"/>
                  </a:lnTo>
                  <a:lnTo>
                    <a:pt x="1197186" y="554567"/>
                  </a:lnTo>
                  <a:lnTo>
                    <a:pt x="1186180" y="553297"/>
                  </a:lnTo>
                  <a:lnTo>
                    <a:pt x="1172210" y="552027"/>
                  </a:lnTo>
                  <a:lnTo>
                    <a:pt x="1156970" y="543560"/>
                  </a:lnTo>
                  <a:lnTo>
                    <a:pt x="1141307" y="547793"/>
                  </a:lnTo>
                  <a:lnTo>
                    <a:pt x="1131570" y="550757"/>
                  </a:lnTo>
                  <a:lnTo>
                    <a:pt x="1117600" y="554990"/>
                  </a:lnTo>
                  <a:lnTo>
                    <a:pt x="1110827" y="547793"/>
                  </a:lnTo>
                  <a:lnTo>
                    <a:pt x="1096857" y="549063"/>
                  </a:lnTo>
                  <a:lnTo>
                    <a:pt x="1081617" y="544830"/>
                  </a:lnTo>
                  <a:lnTo>
                    <a:pt x="1095586" y="539327"/>
                  </a:lnTo>
                  <a:lnTo>
                    <a:pt x="1111250" y="526627"/>
                  </a:lnTo>
                  <a:lnTo>
                    <a:pt x="1125220" y="533400"/>
                  </a:lnTo>
                  <a:lnTo>
                    <a:pt x="1140883" y="526627"/>
                  </a:lnTo>
                  <a:lnTo>
                    <a:pt x="1140883" y="523663"/>
                  </a:lnTo>
                  <a:lnTo>
                    <a:pt x="1126913" y="523663"/>
                  </a:lnTo>
                  <a:lnTo>
                    <a:pt x="1111673" y="519430"/>
                  </a:lnTo>
                  <a:lnTo>
                    <a:pt x="1125643" y="512657"/>
                  </a:lnTo>
                  <a:lnTo>
                    <a:pt x="1141307" y="507153"/>
                  </a:lnTo>
                  <a:lnTo>
                    <a:pt x="1143847" y="505883"/>
                  </a:lnTo>
                  <a:lnTo>
                    <a:pt x="1157817" y="511387"/>
                  </a:lnTo>
                  <a:lnTo>
                    <a:pt x="1141307" y="518583"/>
                  </a:lnTo>
                  <a:lnTo>
                    <a:pt x="1141307" y="519853"/>
                  </a:lnTo>
                  <a:lnTo>
                    <a:pt x="1156547" y="516890"/>
                  </a:lnTo>
                  <a:lnTo>
                    <a:pt x="1170517" y="516890"/>
                  </a:lnTo>
                  <a:lnTo>
                    <a:pt x="1185757" y="518160"/>
                  </a:lnTo>
                  <a:lnTo>
                    <a:pt x="1199727" y="526627"/>
                  </a:lnTo>
                  <a:lnTo>
                    <a:pt x="1214967" y="536363"/>
                  </a:lnTo>
                  <a:lnTo>
                    <a:pt x="1223433" y="533400"/>
                  </a:lnTo>
                  <a:lnTo>
                    <a:pt x="1209463" y="529167"/>
                  </a:lnTo>
                  <a:lnTo>
                    <a:pt x="1211157" y="515197"/>
                  </a:lnTo>
                  <a:lnTo>
                    <a:pt x="1226397" y="508423"/>
                  </a:lnTo>
                  <a:lnTo>
                    <a:pt x="1241636" y="507153"/>
                  </a:lnTo>
                  <a:lnTo>
                    <a:pt x="1226397" y="507153"/>
                  </a:lnTo>
                  <a:lnTo>
                    <a:pt x="1212427" y="511387"/>
                  </a:lnTo>
                  <a:lnTo>
                    <a:pt x="1197186" y="514350"/>
                  </a:lnTo>
                  <a:lnTo>
                    <a:pt x="1183217" y="513080"/>
                  </a:lnTo>
                  <a:lnTo>
                    <a:pt x="1169247" y="508847"/>
                  </a:lnTo>
                  <a:lnTo>
                    <a:pt x="1184486" y="503343"/>
                  </a:lnTo>
                  <a:lnTo>
                    <a:pt x="1169247" y="499110"/>
                  </a:lnTo>
                  <a:lnTo>
                    <a:pt x="1176020" y="485140"/>
                  </a:lnTo>
                  <a:lnTo>
                    <a:pt x="1191260" y="489373"/>
                  </a:lnTo>
                  <a:lnTo>
                    <a:pt x="1206500" y="489373"/>
                  </a:lnTo>
                  <a:lnTo>
                    <a:pt x="1191260" y="485140"/>
                  </a:lnTo>
                  <a:lnTo>
                    <a:pt x="1207770" y="480907"/>
                  </a:lnTo>
                  <a:lnTo>
                    <a:pt x="1221740" y="485140"/>
                  </a:lnTo>
                  <a:lnTo>
                    <a:pt x="1235710" y="492337"/>
                  </a:lnTo>
                  <a:lnTo>
                    <a:pt x="1220470" y="481330"/>
                  </a:lnTo>
                  <a:lnTo>
                    <a:pt x="1206500" y="478367"/>
                  </a:lnTo>
                  <a:lnTo>
                    <a:pt x="1192530" y="474133"/>
                  </a:lnTo>
                  <a:lnTo>
                    <a:pt x="1177290" y="477097"/>
                  </a:lnTo>
                  <a:lnTo>
                    <a:pt x="1163320" y="486833"/>
                  </a:lnTo>
                  <a:lnTo>
                    <a:pt x="1149350" y="492337"/>
                  </a:lnTo>
                  <a:lnTo>
                    <a:pt x="1139613" y="495300"/>
                  </a:lnTo>
                  <a:lnTo>
                    <a:pt x="1125643" y="496570"/>
                  </a:lnTo>
                  <a:lnTo>
                    <a:pt x="1139613" y="482600"/>
                  </a:lnTo>
                  <a:lnTo>
                    <a:pt x="1141307" y="482600"/>
                  </a:lnTo>
                  <a:lnTo>
                    <a:pt x="1155277" y="479637"/>
                  </a:lnTo>
                  <a:lnTo>
                    <a:pt x="1140036" y="476673"/>
                  </a:lnTo>
                  <a:lnTo>
                    <a:pt x="1124373" y="468207"/>
                  </a:lnTo>
                  <a:lnTo>
                    <a:pt x="1138343" y="466513"/>
                  </a:lnTo>
                  <a:lnTo>
                    <a:pt x="1154007" y="466513"/>
                  </a:lnTo>
                  <a:lnTo>
                    <a:pt x="1138343" y="465243"/>
                  </a:lnTo>
                  <a:lnTo>
                    <a:pt x="1138343" y="461010"/>
                  </a:lnTo>
                  <a:lnTo>
                    <a:pt x="1152313" y="459740"/>
                  </a:lnTo>
                  <a:lnTo>
                    <a:pt x="1167553" y="459740"/>
                  </a:lnTo>
                  <a:lnTo>
                    <a:pt x="1181523" y="459740"/>
                  </a:lnTo>
                  <a:lnTo>
                    <a:pt x="1195493" y="455507"/>
                  </a:lnTo>
                  <a:lnTo>
                    <a:pt x="1211157" y="454237"/>
                  </a:lnTo>
                  <a:lnTo>
                    <a:pt x="1225127" y="450003"/>
                  </a:lnTo>
                  <a:lnTo>
                    <a:pt x="1239097" y="458470"/>
                  </a:lnTo>
                  <a:lnTo>
                    <a:pt x="1247563" y="444500"/>
                  </a:lnTo>
                  <a:lnTo>
                    <a:pt x="1232323" y="438997"/>
                  </a:lnTo>
                  <a:lnTo>
                    <a:pt x="1218353" y="440267"/>
                  </a:lnTo>
                  <a:lnTo>
                    <a:pt x="1204383" y="436033"/>
                  </a:lnTo>
                  <a:lnTo>
                    <a:pt x="1190413" y="440267"/>
                  </a:lnTo>
                  <a:lnTo>
                    <a:pt x="1175173" y="440267"/>
                  </a:lnTo>
                  <a:lnTo>
                    <a:pt x="1187873" y="426297"/>
                  </a:lnTo>
                  <a:lnTo>
                    <a:pt x="1201843" y="426297"/>
                  </a:lnTo>
                  <a:lnTo>
                    <a:pt x="1217083" y="420793"/>
                  </a:lnTo>
                  <a:lnTo>
                    <a:pt x="1208617" y="436033"/>
                  </a:lnTo>
                  <a:lnTo>
                    <a:pt x="1221317" y="431800"/>
                  </a:lnTo>
                  <a:lnTo>
                    <a:pt x="1228090" y="430530"/>
                  </a:lnTo>
                  <a:lnTo>
                    <a:pt x="1232323" y="416560"/>
                  </a:lnTo>
                  <a:lnTo>
                    <a:pt x="1246293" y="408093"/>
                  </a:lnTo>
                  <a:lnTo>
                    <a:pt x="1261533" y="417830"/>
                  </a:lnTo>
                  <a:lnTo>
                    <a:pt x="1260263" y="433070"/>
                  </a:lnTo>
                  <a:lnTo>
                    <a:pt x="1271270" y="447040"/>
                  </a:lnTo>
                  <a:lnTo>
                    <a:pt x="1279736" y="461010"/>
                  </a:lnTo>
                  <a:lnTo>
                    <a:pt x="1294977" y="463550"/>
                  </a:lnTo>
                  <a:lnTo>
                    <a:pt x="1279736" y="456777"/>
                  </a:lnTo>
                  <a:lnTo>
                    <a:pt x="1272540" y="441537"/>
                  </a:lnTo>
                  <a:lnTo>
                    <a:pt x="1286510" y="450003"/>
                  </a:lnTo>
                  <a:lnTo>
                    <a:pt x="1301750" y="452967"/>
                  </a:lnTo>
                  <a:lnTo>
                    <a:pt x="1286510" y="441960"/>
                  </a:lnTo>
                  <a:lnTo>
                    <a:pt x="1301750" y="446193"/>
                  </a:lnTo>
                  <a:lnTo>
                    <a:pt x="1297517" y="432223"/>
                  </a:lnTo>
                  <a:lnTo>
                    <a:pt x="1312757" y="435187"/>
                  </a:lnTo>
                  <a:lnTo>
                    <a:pt x="1327997" y="433917"/>
                  </a:lnTo>
                  <a:lnTo>
                    <a:pt x="1312757" y="432647"/>
                  </a:lnTo>
                  <a:lnTo>
                    <a:pt x="1295823" y="429683"/>
                  </a:lnTo>
                  <a:lnTo>
                    <a:pt x="1280583" y="425450"/>
                  </a:lnTo>
                  <a:lnTo>
                    <a:pt x="1295823" y="418677"/>
                  </a:lnTo>
                  <a:lnTo>
                    <a:pt x="1303020" y="417407"/>
                  </a:lnTo>
                  <a:lnTo>
                    <a:pt x="1289050" y="414443"/>
                  </a:lnTo>
                  <a:lnTo>
                    <a:pt x="1270847" y="413173"/>
                  </a:lnTo>
                  <a:lnTo>
                    <a:pt x="1286086" y="408940"/>
                  </a:lnTo>
                  <a:lnTo>
                    <a:pt x="1270847" y="399203"/>
                  </a:lnTo>
                  <a:lnTo>
                    <a:pt x="1286086" y="403437"/>
                  </a:lnTo>
                  <a:lnTo>
                    <a:pt x="1300057" y="406400"/>
                  </a:lnTo>
                  <a:lnTo>
                    <a:pt x="1304290" y="407670"/>
                  </a:lnTo>
                  <a:lnTo>
                    <a:pt x="1319530" y="418677"/>
                  </a:lnTo>
                  <a:lnTo>
                    <a:pt x="1333500" y="422910"/>
                  </a:lnTo>
                  <a:lnTo>
                    <a:pt x="1319530" y="417407"/>
                  </a:lnTo>
                  <a:lnTo>
                    <a:pt x="1305560" y="404707"/>
                  </a:lnTo>
                  <a:lnTo>
                    <a:pt x="1295823" y="401743"/>
                  </a:lnTo>
                  <a:lnTo>
                    <a:pt x="1281853" y="392007"/>
                  </a:lnTo>
                  <a:lnTo>
                    <a:pt x="1295823" y="390737"/>
                  </a:lnTo>
                  <a:lnTo>
                    <a:pt x="1309793" y="388197"/>
                  </a:lnTo>
                  <a:lnTo>
                    <a:pt x="1323763" y="386927"/>
                  </a:lnTo>
                  <a:lnTo>
                    <a:pt x="1339003" y="389890"/>
                  </a:lnTo>
                  <a:lnTo>
                    <a:pt x="1352973" y="395393"/>
                  </a:lnTo>
                  <a:lnTo>
                    <a:pt x="1366943" y="392430"/>
                  </a:lnTo>
                  <a:lnTo>
                    <a:pt x="1382183" y="396663"/>
                  </a:lnTo>
                  <a:lnTo>
                    <a:pt x="1383877" y="405130"/>
                  </a:lnTo>
                  <a:lnTo>
                    <a:pt x="1399117" y="408093"/>
                  </a:lnTo>
                  <a:lnTo>
                    <a:pt x="1385147" y="400897"/>
                  </a:lnTo>
                  <a:lnTo>
                    <a:pt x="1385147" y="396663"/>
                  </a:lnTo>
                  <a:lnTo>
                    <a:pt x="1400386" y="389890"/>
                  </a:lnTo>
                  <a:lnTo>
                    <a:pt x="1403350" y="391160"/>
                  </a:lnTo>
                  <a:lnTo>
                    <a:pt x="1418590" y="395393"/>
                  </a:lnTo>
                  <a:lnTo>
                    <a:pt x="1404620" y="389890"/>
                  </a:lnTo>
                  <a:lnTo>
                    <a:pt x="1418590" y="384387"/>
                  </a:lnTo>
                  <a:lnTo>
                    <a:pt x="1432560" y="385657"/>
                  </a:lnTo>
                  <a:lnTo>
                    <a:pt x="1447800" y="388620"/>
                  </a:lnTo>
                  <a:lnTo>
                    <a:pt x="1433830" y="384387"/>
                  </a:lnTo>
                  <a:lnTo>
                    <a:pt x="1432560" y="384387"/>
                  </a:lnTo>
                  <a:lnTo>
                    <a:pt x="1417320" y="380153"/>
                  </a:lnTo>
                  <a:lnTo>
                    <a:pt x="1402080" y="372957"/>
                  </a:lnTo>
                  <a:lnTo>
                    <a:pt x="1388110" y="378460"/>
                  </a:lnTo>
                  <a:lnTo>
                    <a:pt x="1372870" y="382693"/>
                  </a:lnTo>
                  <a:lnTo>
                    <a:pt x="1357630" y="382693"/>
                  </a:lnTo>
                  <a:lnTo>
                    <a:pt x="1342390" y="379730"/>
                  </a:lnTo>
                  <a:lnTo>
                    <a:pt x="1327150" y="381000"/>
                  </a:lnTo>
                  <a:lnTo>
                    <a:pt x="1313180" y="382270"/>
                  </a:lnTo>
                  <a:lnTo>
                    <a:pt x="1299210" y="375497"/>
                  </a:lnTo>
                  <a:lnTo>
                    <a:pt x="1308947" y="368300"/>
                  </a:lnTo>
                  <a:lnTo>
                    <a:pt x="1313180" y="371263"/>
                  </a:lnTo>
                  <a:lnTo>
                    <a:pt x="1311910" y="356023"/>
                  </a:lnTo>
                  <a:lnTo>
                    <a:pt x="1325880" y="350520"/>
                  </a:lnTo>
                  <a:lnTo>
                    <a:pt x="1339850" y="349250"/>
                  </a:lnTo>
                  <a:lnTo>
                    <a:pt x="1355090" y="345017"/>
                  </a:lnTo>
                  <a:lnTo>
                    <a:pt x="1370330" y="345017"/>
                  </a:lnTo>
                  <a:lnTo>
                    <a:pt x="1385570" y="342053"/>
                  </a:lnTo>
                  <a:lnTo>
                    <a:pt x="1400810" y="346287"/>
                  </a:lnTo>
                  <a:lnTo>
                    <a:pt x="1417743" y="349250"/>
                  </a:lnTo>
                  <a:lnTo>
                    <a:pt x="1402503" y="342053"/>
                  </a:lnTo>
                  <a:lnTo>
                    <a:pt x="1401233" y="342053"/>
                  </a:lnTo>
                  <a:lnTo>
                    <a:pt x="1387263" y="336550"/>
                  </a:lnTo>
                  <a:lnTo>
                    <a:pt x="1399540" y="331047"/>
                  </a:lnTo>
                  <a:lnTo>
                    <a:pt x="1414780" y="334010"/>
                  </a:lnTo>
                  <a:lnTo>
                    <a:pt x="1430020" y="336973"/>
                  </a:lnTo>
                  <a:lnTo>
                    <a:pt x="1414780" y="331470"/>
                  </a:lnTo>
                  <a:lnTo>
                    <a:pt x="1428750" y="320463"/>
                  </a:lnTo>
                  <a:lnTo>
                    <a:pt x="1413510" y="317500"/>
                  </a:lnTo>
                  <a:lnTo>
                    <a:pt x="1408007" y="303530"/>
                  </a:lnTo>
                  <a:lnTo>
                    <a:pt x="1421977" y="293793"/>
                  </a:lnTo>
                  <a:lnTo>
                    <a:pt x="1437640" y="287020"/>
                  </a:lnTo>
                  <a:lnTo>
                    <a:pt x="1452880" y="284057"/>
                  </a:lnTo>
                  <a:lnTo>
                    <a:pt x="1466850" y="285327"/>
                  </a:lnTo>
                  <a:lnTo>
                    <a:pt x="1455843" y="270087"/>
                  </a:lnTo>
                  <a:lnTo>
                    <a:pt x="1465580" y="256117"/>
                  </a:lnTo>
                  <a:lnTo>
                    <a:pt x="1469813" y="240877"/>
                  </a:lnTo>
                  <a:lnTo>
                    <a:pt x="1485053" y="238337"/>
                  </a:lnTo>
                  <a:lnTo>
                    <a:pt x="1499023" y="249343"/>
                  </a:lnTo>
                  <a:lnTo>
                    <a:pt x="1508760" y="263313"/>
                  </a:lnTo>
                  <a:lnTo>
                    <a:pt x="1508760" y="274320"/>
                  </a:lnTo>
                  <a:lnTo>
                    <a:pt x="1512993" y="268817"/>
                  </a:lnTo>
                  <a:lnTo>
                    <a:pt x="1515957" y="254847"/>
                  </a:lnTo>
                  <a:lnTo>
                    <a:pt x="1531197" y="260350"/>
                  </a:lnTo>
                  <a:lnTo>
                    <a:pt x="1546436" y="259080"/>
                  </a:lnTo>
                  <a:lnTo>
                    <a:pt x="1561677" y="263313"/>
                  </a:lnTo>
                  <a:lnTo>
                    <a:pt x="1547707" y="257810"/>
                  </a:lnTo>
                  <a:lnTo>
                    <a:pt x="1533736" y="254847"/>
                  </a:lnTo>
                  <a:lnTo>
                    <a:pt x="1516803" y="246380"/>
                  </a:lnTo>
                  <a:lnTo>
                    <a:pt x="1505373" y="232410"/>
                  </a:lnTo>
                  <a:lnTo>
                    <a:pt x="1519343" y="229447"/>
                  </a:lnTo>
                  <a:lnTo>
                    <a:pt x="1534583" y="228177"/>
                  </a:lnTo>
                  <a:lnTo>
                    <a:pt x="1549823" y="237913"/>
                  </a:lnTo>
                  <a:lnTo>
                    <a:pt x="1565063" y="251883"/>
                  </a:lnTo>
                  <a:lnTo>
                    <a:pt x="1583267" y="256117"/>
                  </a:lnTo>
                  <a:lnTo>
                    <a:pt x="1600200" y="256117"/>
                  </a:lnTo>
                  <a:lnTo>
                    <a:pt x="1595967" y="271357"/>
                  </a:lnTo>
                  <a:lnTo>
                    <a:pt x="1609936" y="265853"/>
                  </a:lnTo>
                  <a:lnTo>
                    <a:pt x="1604433" y="250613"/>
                  </a:lnTo>
                  <a:lnTo>
                    <a:pt x="1589193" y="250613"/>
                  </a:lnTo>
                  <a:lnTo>
                    <a:pt x="1573953" y="251883"/>
                  </a:lnTo>
                  <a:lnTo>
                    <a:pt x="1558713" y="236643"/>
                  </a:lnTo>
                  <a:lnTo>
                    <a:pt x="1573953" y="226907"/>
                  </a:lnTo>
                  <a:lnTo>
                    <a:pt x="1587923" y="229870"/>
                  </a:lnTo>
                  <a:lnTo>
                    <a:pt x="1573953" y="225637"/>
                  </a:lnTo>
                  <a:lnTo>
                    <a:pt x="1557020" y="228600"/>
                  </a:lnTo>
                  <a:lnTo>
                    <a:pt x="1558290" y="213360"/>
                  </a:lnTo>
                  <a:lnTo>
                    <a:pt x="1560830" y="212090"/>
                  </a:lnTo>
                  <a:lnTo>
                    <a:pt x="1573530" y="199390"/>
                  </a:lnTo>
                  <a:lnTo>
                    <a:pt x="1588770" y="195157"/>
                  </a:lnTo>
                  <a:lnTo>
                    <a:pt x="1602740" y="195157"/>
                  </a:lnTo>
                  <a:lnTo>
                    <a:pt x="1617980" y="192193"/>
                  </a:lnTo>
                  <a:lnTo>
                    <a:pt x="1631950" y="189230"/>
                  </a:lnTo>
                  <a:lnTo>
                    <a:pt x="1631950" y="203200"/>
                  </a:lnTo>
                  <a:lnTo>
                    <a:pt x="1637453" y="217170"/>
                  </a:lnTo>
                  <a:lnTo>
                    <a:pt x="1630257" y="232410"/>
                  </a:lnTo>
                  <a:lnTo>
                    <a:pt x="1623060" y="246380"/>
                  </a:lnTo>
                  <a:lnTo>
                    <a:pt x="1638723" y="232410"/>
                  </a:lnTo>
                  <a:lnTo>
                    <a:pt x="1645497" y="218440"/>
                  </a:lnTo>
                  <a:lnTo>
                    <a:pt x="1662430" y="221403"/>
                  </a:lnTo>
                  <a:lnTo>
                    <a:pt x="1664123" y="221403"/>
                  </a:lnTo>
                  <a:lnTo>
                    <a:pt x="1662430" y="219710"/>
                  </a:lnTo>
                  <a:lnTo>
                    <a:pt x="1647190" y="215477"/>
                  </a:lnTo>
                  <a:lnTo>
                    <a:pt x="1648460" y="200237"/>
                  </a:lnTo>
                  <a:lnTo>
                    <a:pt x="1659467" y="186267"/>
                  </a:lnTo>
                  <a:lnTo>
                    <a:pt x="1662430" y="196003"/>
                  </a:lnTo>
                  <a:lnTo>
                    <a:pt x="1672167" y="182033"/>
                  </a:lnTo>
                  <a:lnTo>
                    <a:pt x="1686136" y="182033"/>
                  </a:lnTo>
                  <a:lnTo>
                    <a:pt x="1691640" y="166793"/>
                  </a:lnTo>
                  <a:lnTo>
                    <a:pt x="1705610" y="177800"/>
                  </a:lnTo>
                  <a:lnTo>
                    <a:pt x="1699683" y="194733"/>
                  </a:lnTo>
                  <a:lnTo>
                    <a:pt x="1694180" y="208703"/>
                  </a:lnTo>
                  <a:lnTo>
                    <a:pt x="1694180" y="222673"/>
                  </a:lnTo>
                  <a:lnTo>
                    <a:pt x="1695450" y="237913"/>
                  </a:lnTo>
                  <a:lnTo>
                    <a:pt x="1681480" y="248920"/>
                  </a:lnTo>
                  <a:lnTo>
                    <a:pt x="1664547" y="261197"/>
                  </a:lnTo>
                  <a:lnTo>
                    <a:pt x="1663277" y="264160"/>
                  </a:lnTo>
                  <a:lnTo>
                    <a:pt x="1665817" y="264160"/>
                  </a:lnTo>
                  <a:lnTo>
                    <a:pt x="1681057" y="253153"/>
                  </a:lnTo>
                  <a:lnTo>
                    <a:pt x="1696720" y="248920"/>
                  </a:lnTo>
                  <a:lnTo>
                    <a:pt x="1705186" y="234950"/>
                  </a:lnTo>
                  <a:lnTo>
                    <a:pt x="1710690" y="220980"/>
                  </a:lnTo>
                  <a:lnTo>
                    <a:pt x="1725930" y="225213"/>
                  </a:lnTo>
                  <a:lnTo>
                    <a:pt x="1741593" y="232410"/>
                  </a:lnTo>
                  <a:lnTo>
                    <a:pt x="1756833" y="235373"/>
                  </a:lnTo>
                  <a:lnTo>
                    <a:pt x="1740323" y="228600"/>
                  </a:lnTo>
                  <a:lnTo>
                    <a:pt x="1726353" y="220133"/>
                  </a:lnTo>
                  <a:lnTo>
                    <a:pt x="1722120" y="204893"/>
                  </a:lnTo>
                  <a:lnTo>
                    <a:pt x="1737360" y="193887"/>
                  </a:lnTo>
                  <a:lnTo>
                    <a:pt x="1751330" y="178647"/>
                  </a:lnTo>
                  <a:lnTo>
                    <a:pt x="1769533" y="171873"/>
                  </a:lnTo>
                  <a:lnTo>
                    <a:pt x="1755563" y="184573"/>
                  </a:lnTo>
                  <a:lnTo>
                    <a:pt x="1770803" y="195580"/>
                  </a:lnTo>
                  <a:lnTo>
                    <a:pt x="1772497" y="195580"/>
                  </a:lnTo>
                  <a:lnTo>
                    <a:pt x="1779270" y="181610"/>
                  </a:lnTo>
                  <a:lnTo>
                    <a:pt x="1794510" y="187113"/>
                  </a:lnTo>
                  <a:lnTo>
                    <a:pt x="1789007" y="173143"/>
                  </a:lnTo>
                  <a:lnTo>
                    <a:pt x="1791547" y="164677"/>
                  </a:lnTo>
                  <a:lnTo>
                    <a:pt x="1809750" y="160443"/>
                  </a:lnTo>
                  <a:lnTo>
                    <a:pt x="1819486" y="164677"/>
                  </a:lnTo>
                  <a:lnTo>
                    <a:pt x="1834727" y="177377"/>
                  </a:lnTo>
                  <a:lnTo>
                    <a:pt x="1849967" y="180340"/>
                  </a:lnTo>
                  <a:lnTo>
                    <a:pt x="1860973" y="187113"/>
                  </a:lnTo>
                  <a:lnTo>
                    <a:pt x="1874943" y="196850"/>
                  </a:lnTo>
                  <a:lnTo>
                    <a:pt x="1890183" y="201083"/>
                  </a:lnTo>
                  <a:lnTo>
                    <a:pt x="1876213" y="190077"/>
                  </a:lnTo>
                  <a:lnTo>
                    <a:pt x="1863513" y="187113"/>
                  </a:lnTo>
                  <a:lnTo>
                    <a:pt x="1877483" y="185843"/>
                  </a:lnTo>
                  <a:lnTo>
                    <a:pt x="1863513" y="180340"/>
                  </a:lnTo>
                  <a:lnTo>
                    <a:pt x="1864783" y="166370"/>
                  </a:lnTo>
                  <a:lnTo>
                    <a:pt x="1880023" y="173567"/>
                  </a:lnTo>
                  <a:lnTo>
                    <a:pt x="1877483" y="165100"/>
                  </a:lnTo>
                  <a:lnTo>
                    <a:pt x="1869017" y="162137"/>
                  </a:lnTo>
                  <a:lnTo>
                    <a:pt x="1855047" y="156633"/>
                  </a:lnTo>
                  <a:lnTo>
                    <a:pt x="1870286" y="149860"/>
                  </a:lnTo>
                  <a:lnTo>
                    <a:pt x="1855047" y="154093"/>
                  </a:lnTo>
                  <a:lnTo>
                    <a:pt x="1841077" y="157057"/>
                  </a:lnTo>
                  <a:lnTo>
                    <a:pt x="1825413" y="150283"/>
                  </a:lnTo>
                  <a:lnTo>
                    <a:pt x="1810173" y="141817"/>
                  </a:lnTo>
                  <a:lnTo>
                    <a:pt x="1796203" y="143087"/>
                  </a:lnTo>
                  <a:lnTo>
                    <a:pt x="1782233" y="133350"/>
                  </a:lnTo>
                  <a:lnTo>
                    <a:pt x="1796203" y="130387"/>
                  </a:lnTo>
                  <a:lnTo>
                    <a:pt x="1811443" y="135890"/>
                  </a:lnTo>
                  <a:lnTo>
                    <a:pt x="1815677" y="120650"/>
                  </a:lnTo>
                  <a:lnTo>
                    <a:pt x="1830917" y="129117"/>
                  </a:lnTo>
                  <a:lnTo>
                    <a:pt x="1846157" y="138853"/>
                  </a:lnTo>
                  <a:lnTo>
                    <a:pt x="1851660" y="124883"/>
                  </a:lnTo>
                  <a:lnTo>
                    <a:pt x="1865630" y="119380"/>
                  </a:lnTo>
                  <a:lnTo>
                    <a:pt x="1879600" y="132080"/>
                  </a:lnTo>
                  <a:lnTo>
                    <a:pt x="1894840" y="124883"/>
                  </a:lnTo>
                  <a:lnTo>
                    <a:pt x="1894840" y="138853"/>
                  </a:lnTo>
                  <a:lnTo>
                    <a:pt x="1908810" y="144357"/>
                  </a:lnTo>
                  <a:lnTo>
                    <a:pt x="1922780" y="147320"/>
                  </a:lnTo>
                  <a:lnTo>
                    <a:pt x="1908810" y="143087"/>
                  </a:lnTo>
                  <a:lnTo>
                    <a:pt x="1903307" y="129117"/>
                  </a:lnTo>
                  <a:lnTo>
                    <a:pt x="1918547" y="129117"/>
                  </a:lnTo>
                  <a:lnTo>
                    <a:pt x="1932517" y="135890"/>
                  </a:lnTo>
                  <a:lnTo>
                    <a:pt x="1947757" y="134620"/>
                  </a:lnTo>
                  <a:lnTo>
                    <a:pt x="1961727" y="135890"/>
                  </a:lnTo>
                  <a:lnTo>
                    <a:pt x="1954530" y="149860"/>
                  </a:lnTo>
                  <a:lnTo>
                    <a:pt x="1940983" y="151130"/>
                  </a:lnTo>
                  <a:lnTo>
                    <a:pt x="1924050" y="154093"/>
                  </a:lnTo>
                  <a:lnTo>
                    <a:pt x="1910080" y="155363"/>
                  </a:lnTo>
                  <a:lnTo>
                    <a:pt x="1925320" y="155363"/>
                  </a:lnTo>
                  <a:lnTo>
                    <a:pt x="1941830" y="154093"/>
                  </a:lnTo>
                  <a:lnTo>
                    <a:pt x="1957493" y="151130"/>
                  </a:lnTo>
                  <a:lnTo>
                    <a:pt x="1971463" y="144357"/>
                  </a:lnTo>
                  <a:lnTo>
                    <a:pt x="1975697" y="158327"/>
                  </a:lnTo>
                  <a:lnTo>
                    <a:pt x="1989667" y="163830"/>
                  </a:lnTo>
                  <a:lnTo>
                    <a:pt x="1991360" y="165100"/>
                  </a:lnTo>
                  <a:lnTo>
                    <a:pt x="1989667" y="173567"/>
                  </a:lnTo>
                  <a:lnTo>
                    <a:pt x="2003636" y="170603"/>
                  </a:lnTo>
                  <a:lnTo>
                    <a:pt x="2017607" y="166370"/>
                  </a:lnTo>
                  <a:lnTo>
                    <a:pt x="2031577" y="165100"/>
                  </a:lnTo>
                  <a:lnTo>
                    <a:pt x="2030307" y="160867"/>
                  </a:lnTo>
                  <a:lnTo>
                    <a:pt x="2015067" y="160867"/>
                  </a:lnTo>
                  <a:lnTo>
                    <a:pt x="1999827" y="151130"/>
                  </a:lnTo>
                  <a:lnTo>
                    <a:pt x="2015067" y="138430"/>
                  </a:lnTo>
                  <a:lnTo>
                    <a:pt x="1998133" y="132927"/>
                  </a:lnTo>
                  <a:lnTo>
                    <a:pt x="2012103" y="132927"/>
                  </a:lnTo>
                  <a:lnTo>
                    <a:pt x="2027343" y="128693"/>
                  </a:lnTo>
                  <a:lnTo>
                    <a:pt x="2012103" y="125730"/>
                  </a:lnTo>
                  <a:lnTo>
                    <a:pt x="2027343" y="124460"/>
                  </a:lnTo>
                  <a:lnTo>
                    <a:pt x="2031577" y="110490"/>
                  </a:lnTo>
                  <a:lnTo>
                    <a:pt x="2045547" y="103293"/>
                  </a:lnTo>
                  <a:lnTo>
                    <a:pt x="2059517" y="94827"/>
                  </a:lnTo>
                  <a:lnTo>
                    <a:pt x="2076450" y="93557"/>
                  </a:lnTo>
                  <a:lnTo>
                    <a:pt x="2090420" y="94827"/>
                  </a:lnTo>
                  <a:lnTo>
                    <a:pt x="2106083" y="94827"/>
                  </a:lnTo>
                  <a:lnTo>
                    <a:pt x="2096347" y="80857"/>
                  </a:lnTo>
                  <a:lnTo>
                    <a:pt x="2111586" y="69850"/>
                  </a:lnTo>
                  <a:lnTo>
                    <a:pt x="2126827" y="72813"/>
                  </a:lnTo>
                  <a:lnTo>
                    <a:pt x="2140797" y="67310"/>
                  </a:lnTo>
                  <a:lnTo>
                    <a:pt x="2126827" y="61807"/>
                  </a:lnTo>
                  <a:lnTo>
                    <a:pt x="2112857" y="60537"/>
                  </a:lnTo>
                  <a:lnTo>
                    <a:pt x="2097617" y="52070"/>
                  </a:lnTo>
                  <a:lnTo>
                    <a:pt x="2112857" y="44873"/>
                  </a:lnTo>
                  <a:lnTo>
                    <a:pt x="2128097" y="53340"/>
                  </a:lnTo>
                  <a:lnTo>
                    <a:pt x="2143336" y="43603"/>
                  </a:lnTo>
                  <a:lnTo>
                    <a:pt x="2129367" y="40640"/>
                  </a:lnTo>
                  <a:lnTo>
                    <a:pt x="2132330" y="26670"/>
                  </a:lnTo>
                  <a:lnTo>
                    <a:pt x="2146300" y="27940"/>
                  </a:lnTo>
                  <a:lnTo>
                    <a:pt x="2161540" y="36407"/>
                  </a:lnTo>
                  <a:lnTo>
                    <a:pt x="2175510" y="30903"/>
                  </a:lnTo>
                  <a:lnTo>
                    <a:pt x="2189480" y="37677"/>
                  </a:lnTo>
                  <a:lnTo>
                    <a:pt x="2200486" y="52917"/>
                  </a:lnTo>
                  <a:lnTo>
                    <a:pt x="2214457" y="47413"/>
                  </a:lnTo>
                  <a:lnTo>
                    <a:pt x="2208953" y="33443"/>
                  </a:lnTo>
                  <a:lnTo>
                    <a:pt x="2222923" y="33443"/>
                  </a:lnTo>
                  <a:lnTo>
                    <a:pt x="2238163" y="38947"/>
                  </a:lnTo>
                  <a:lnTo>
                    <a:pt x="2252133" y="44450"/>
                  </a:lnTo>
                  <a:lnTo>
                    <a:pt x="2267373" y="40217"/>
                  </a:lnTo>
                  <a:lnTo>
                    <a:pt x="2257636" y="54187"/>
                  </a:lnTo>
                  <a:lnTo>
                    <a:pt x="2242397" y="58420"/>
                  </a:lnTo>
                  <a:lnTo>
                    <a:pt x="2227157" y="71120"/>
                  </a:lnTo>
                  <a:lnTo>
                    <a:pt x="2213186" y="80857"/>
                  </a:lnTo>
                  <a:lnTo>
                    <a:pt x="2199217" y="88053"/>
                  </a:lnTo>
                  <a:lnTo>
                    <a:pt x="2190750" y="96520"/>
                  </a:lnTo>
                  <a:lnTo>
                    <a:pt x="2204720" y="96520"/>
                  </a:lnTo>
                  <a:lnTo>
                    <a:pt x="2208953" y="110490"/>
                  </a:lnTo>
                  <a:lnTo>
                    <a:pt x="2194983" y="111760"/>
                  </a:lnTo>
                  <a:lnTo>
                    <a:pt x="2197523" y="125730"/>
                  </a:lnTo>
                  <a:lnTo>
                    <a:pt x="2183977" y="131233"/>
                  </a:lnTo>
                  <a:lnTo>
                    <a:pt x="2181013" y="146473"/>
                  </a:lnTo>
                  <a:lnTo>
                    <a:pt x="2196253" y="142240"/>
                  </a:lnTo>
                  <a:lnTo>
                    <a:pt x="2210223" y="150707"/>
                  </a:lnTo>
                  <a:lnTo>
                    <a:pt x="2219960" y="136737"/>
                  </a:lnTo>
                  <a:lnTo>
                    <a:pt x="2233930" y="127000"/>
                  </a:lnTo>
                  <a:lnTo>
                    <a:pt x="2230967" y="113030"/>
                  </a:lnTo>
                  <a:lnTo>
                    <a:pt x="2244936" y="104563"/>
                  </a:lnTo>
                  <a:lnTo>
                    <a:pt x="2260177" y="91863"/>
                  </a:lnTo>
                  <a:lnTo>
                    <a:pt x="2274147" y="83397"/>
                  </a:lnTo>
                  <a:lnTo>
                    <a:pt x="2285153" y="69427"/>
                  </a:lnTo>
                  <a:lnTo>
                    <a:pt x="2299123" y="56727"/>
                  </a:lnTo>
                  <a:lnTo>
                    <a:pt x="2314363" y="46990"/>
                  </a:lnTo>
                  <a:lnTo>
                    <a:pt x="2331297" y="35983"/>
                  </a:lnTo>
                  <a:lnTo>
                    <a:pt x="2346536" y="30480"/>
                  </a:lnTo>
                  <a:lnTo>
                    <a:pt x="2350770" y="45720"/>
                  </a:lnTo>
                  <a:lnTo>
                    <a:pt x="2355003" y="59690"/>
                  </a:lnTo>
                  <a:lnTo>
                    <a:pt x="2341033" y="66887"/>
                  </a:lnTo>
                  <a:lnTo>
                    <a:pt x="2325794" y="69427"/>
                  </a:lnTo>
                  <a:lnTo>
                    <a:pt x="2341033" y="70697"/>
                  </a:lnTo>
                  <a:lnTo>
                    <a:pt x="2349500" y="84667"/>
                  </a:lnTo>
                  <a:lnTo>
                    <a:pt x="2348230" y="98637"/>
                  </a:lnTo>
                  <a:lnTo>
                    <a:pt x="2342727" y="112607"/>
                  </a:lnTo>
                  <a:lnTo>
                    <a:pt x="2356697" y="111337"/>
                  </a:lnTo>
                  <a:lnTo>
                    <a:pt x="2368973" y="96097"/>
                  </a:lnTo>
                  <a:lnTo>
                    <a:pt x="2382944" y="97367"/>
                  </a:lnTo>
                  <a:lnTo>
                    <a:pt x="2399453" y="97367"/>
                  </a:lnTo>
                  <a:lnTo>
                    <a:pt x="2388447" y="82127"/>
                  </a:lnTo>
                  <a:lnTo>
                    <a:pt x="2403686" y="80857"/>
                  </a:lnTo>
                  <a:lnTo>
                    <a:pt x="2417657" y="83820"/>
                  </a:lnTo>
                  <a:lnTo>
                    <a:pt x="2403686" y="77047"/>
                  </a:lnTo>
                  <a:lnTo>
                    <a:pt x="2399453" y="61807"/>
                  </a:lnTo>
                  <a:lnTo>
                    <a:pt x="2414694" y="60537"/>
                  </a:lnTo>
                  <a:lnTo>
                    <a:pt x="2429933" y="50800"/>
                  </a:lnTo>
                  <a:lnTo>
                    <a:pt x="2445173" y="53763"/>
                  </a:lnTo>
                  <a:lnTo>
                    <a:pt x="2431203" y="42757"/>
                  </a:lnTo>
                  <a:lnTo>
                    <a:pt x="2415963" y="41487"/>
                  </a:lnTo>
                  <a:lnTo>
                    <a:pt x="2400723" y="38947"/>
                  </a:lnTo>
                  <a:lnTo>
                    <a:pt x="2415963" y="34713"/>
                  </a:lnTo>
                  <a:lnTo>
                    <a:pt x="2431203" y="24977"/>
                  </a:lnTo>
                  <a:lnTo>
                    <a:pt x="2445173" y="13970"/>
                  </a:lnTo>
                  <a:lnTo>
                    <a:pt x="2460413" y="20743"/>
                  </a:lnTo>
                  <a:lnTo>
                    <a:pt x="2474383" y="22013"/>
                  </a:lnTo>
                  <a:lnTo>
                    <a:pt x="2489623" y="14817"/>
                  </a:lnTo>
                  <a:lnTo>
                    <a:pt x="2503594" y="14817"/>
                  </a:lnTo>
                  <a:lnTo>
                    <a:pt x="2506133" y="28787"/>
                  </a:lnTo>
                  <a:lnTo>
                    <a:pt x="2520103" y="25823"/>
                  </a:lnTo>
                  <a:lnTo>
                    <a:pt x="2534073" y="25823"/>
                  </a:lnTo>
                  <a:lnTo>
                    <a:pt x="2539577" y="41063"/>
                  </a:lnTo>
                  <a:lnTo>
                    <a:pt x="2524336" y="49530"/>
                  </a:lnTo>
                  <a:lnTo>
                    <a:pt x="2509097" y="55033"/>
                  </a:lnTo>
                  <a:lnTo>
                    <a:pt x="2504863" y="55033"/>
                  </a:lnTo>
                  <a:lnTo>
                    <a:pt x="2490894" y="52070"/>
                  </a:lnTo>
                  <a:lnTo>
                    <a:pt x="2476923" y="57573"/>
                  </a:lnTo>
                  <a:lnTo>
                    <a:pt x="2490894" y="57573"/>
                  </a:lnTo>
                  <a:lnTo>
                    <a:pt x="2506133" y="64770"/>
                  </a:lnTo>
                  <a:lnTo>
                    <a:pt x="2492163" y="69003"/>
                  </a:lnTo>
                  <a:lnTo>
                    <a:pt x="2478194" y="74507"/>
                  </a:lnTo>
                  <a:lnTo>
                    <a:pt x="2461260" y="78740"/>
                  </a:lnTo>
                  <a:lnTo>
                    <a:pt x="2479463" y="77470"/>
                  </a:lnTo>
                  <a:lnTo>
                    <a:pt x="2495127" y="74930"/>
                  </a:lnTo>
                  <a:lnTo>
                    <a:pt x="2510367" y="69427"/>
                  </a:lnTo>
                  <a:lnTo>
                    <a:pt x="2525607" y="76623"/>
                  </a:lnTo>
                  <a:lnTo>
                    <a:pt x="2511636" y="85090"/>
                  </a:lnTo>
                  <a:lnTo>
                    <a:pt x="2495127" y="92287"/>
                  </a:lnTo>
                  <a:lnTo>
                    <a:pt x="2479463" y="99060"/>
                  </a:lnTo>
                  <a:lnTo>
                    <a:pt x="2493433" y="100753"/>
                  </a:lnTo>
                  <a:lnTo>
                    <a:pt x="2507827" y="103293"/>
                  </a:lnTo>
                  <a:lnTo>
                    <a:pt x="2521373" y="96520"/>
                  </a:lnTo>
                  <a:lnTo>
                    <a:pt x="2535344" y="97790"/>
                  </a:lnTo>
                  <a:lnTo>
                    <a:pt x="2521373" y="111760"/>
                  </a:lnTo>
                  <a:lnTo>
                    <a:pt x="2522644" y="125730"/>
                  </a:lnTo>
                  <a:lnTo>
                    <a:pt x="2522644" y="124460"/>
                  </a:lnTo>
                  <a:lnTo>
                    <a:pt x="2525607" y="109220"/>
                  </a:lnTo>
                  <a:lnTo>
                    <a:pt x="2540847" y="98213"/>
                  </a:lnTo>
                  <a:lnTo>
                    <a:pt x="2557357" y="96943"/>
                  </a:lnTo>
                  <a:lnTo>
                    <a:pt x="2542117" y="92710"/>
                  </a:lnTo>
                  <a:lnTo>
                    <a:pt x="2546350" y="77470"/>
                  </a:lnTo>
                  <a:lnTo>
                    <a:pt x="2548890" y="63500"/>
                  </a:lnTo>
                  <a:lnTo>
                    <a:pt x="2564130" y="53763"/>
                  </a:lnTo>
                  <a:lnTo>
                    <a:pt x="2578100" y="45297"/>
                  </a:lnTo>
                  <a:lnTo>
                    <a:pt x="2592070" y="44027"/>
                  </a:lnTo>
                  <a:lnTo>
                    <a:pt x="2607310" y="48260"/>
                  </a:lnTo>
                  <a:lnTo>
                    <a:pt x="2620010" y="48260"/>
                  </a:lnTo>
                  <a:lnTo>
                    <a:pt x="2621280" y="48260"/>
                  </a:lnTo>
                  <a:lnTo>
                    <a:pt x="2636944" y="60960"/>
                  </a:lnTo>
                  <a:lnTo>
                    <a:pt x="2632710" y="74930"/>
                  </a:lnTo>
                  <a:lnTo>
                    <a:pt x="2648373" y="70697"/>
                  </a:lnTo>
                  <a:lnTo>
                    <a:pt x="2662344" y="68157"/>
                  </a:lnTo>
                  <a:lnTo>
                    <a:pt x="2676313" y="65193"/>
                  </a:lnTo>
                  <a:lnTo>
                    <a:pt x="2683510" y="79163"/>
                  </a:lnTo>
                  <a:lnTo>
                    <a:pt x="2700444" y="69427"/>
                  </a:lnTo>
                  <a:lnTo>
                    <a:pt x="2704677" y="68157"/>
                  </a:lnTo>
                  <a:lnTo>
                    <a:pt x="2721186" y="76623"/>
                  </a:lnTo>
                  <a:lnTo>
                    <a:pt x="2735157" y="87630"/>
                  </a:lnTo>
                  <a:lnTo>
                    <a:pt x="2719917" y="94827"/>
                  </a:lnTo>
                  <a:lnTo>
                    <a:pt x="2733886" y="93557"/>
                  </a:lnTo>
                  <a:lnTo>
                    <a:pt x="2749127" y="90593"/>
                  </a:lnTo>
                  <a:lnTo>
                    <a:pt x="2763097" y="90593"/>
                  </a:lnTo>
                  <a:lnTo>
                    <a:pt x="2777067" y="97367"/>
                  </a:lnTo>
                  <a:lnTo>
                    <a:pt x="2793577" y="107103"/>
                  </a:lnTo>
                  <a:lnTo>
                    <a:pt x="2807547" y="104140"/>
                  </a:lnTo>
                  <a:lnTo>
                    <a:pt x="2822786" y="113877"/>
                  </a:lnTo>
                  <a:lnTo>
                    <a:pt x="2819823" y="129117"/>
                  </a:lnTo>
                  <a:lnTo>
                    <a:pt x="2804583" y="130387"/>
                  </a:lnTo>
                  <a:lnTo>
                    <a:pt x="2790613" y="131657"/>
                  </a:lnTo>
                  <a:lnTo>
                    <a:pt x="2775373" y="132927"/>
                  </a:lnTo>
                  <a:lnTo>
                    <a:pt x="2760133" y="138430"/>
                  </a:lnTo>
                  <a:lnTo>
                    <a:pt x="2746163" y="149437"/>
                  </a:lnTo>
                  <a:lnTo>
                    <a:pt x="2732194" y="156210"/>
                  </a:lnTo>
                  <a:lnTo>
                    <a:pt x="2716530" y="157480"/>
                  </a:lnTo>
                  <a:lnTo>
                    <a:pt x="2701290" y="156210"/>
                  </a:lnTo>
                  <a:lnTo>
                    <a:pt x="2685627" y="154940"/>
                  </a:lnTo>
                  <a:lnTo>
                    <a:pt x="2670386" y="151977"/>
                  </a:lnTo>
                  <a:lnTo>
                    <a:pt x="2655147" y="151977"/>
                  </a:lnTo>
                  <a:lnTo>
                    <a:pt x="2638636" y="149013"/>
                  </a:lnTo>
                  <a:lnTo>
                    <a:pt x="2621703" y="147743"/>
                  </a:lnTo>
                  <a:lnTo>
                    <a:pt x="2607733" y="146473"/>
                  </a:lnTo>
                  <a:lnTo>
                    <a:pt x="2593763" y="143510"/>
                  </a:lnTo>
                  <a:lnTo>
                    <a:pt x="2578523" y="151977"/>
                  </a:lnTo>
                  <a:lnTo>
                    <a:pt x="2593763" y="153247"/>
                  </a:lnTo>
                  <a:lnTo>
                    <a:pt x="2610697" y="156210"/>
                  </a:lnTo>
                  <a:lnTo>
                    <a:pt x="2625936" y="156210"/>
                  </a:lnTo>
                  <a:lnTo>
                    <a:pt x="2639907" y="162983"/>
                  </a:lnTo>
                  <a:lnTo>
                    <a:pt x="2655147" y="162983"/>
                  </a:lnTo>
                  <a:lnTo>
                    <a:pt x="2669117" y="165947"/>
                  </a:lnTo>
                  <a:lnTo>
                    <a:pt x="2684357" y="168910"/>
                  </a:lnTo>
                  <a:lnTo>
                    <a:pt x="2669117" y="177377"/>
                  </a:lnTo>
                  <a:lnTo>
                    <a:pt x="2683086" y="178647"/>
                  </a:lnTo>
                  <a:lnTo>
                    <a:pt x="2697057" y="178647"/>
                  </a:lnTo>
                  <a:lnTo>
                    <a:pt x="2700020" y="192617"/>
                  </a:lnTo>
                  <a:lnTo>
                    <a:pt x="2684780" y="205317"/>
                  </a:lnTo>
                  <a:lnTo>
                    <a:pt x="2700020" y="202353"/>
                  </a:lnTo>
                  <a:lnTo>
                    <a:pt x="2715260" y="202353"/>
                  </a:lnTo>
                  <a:lnTo>
                    <a:pt x="2723727" y="199390"/>
                  </a:lnTo>
                  <a:lnTo>
                    <a:pt x="2724997" y="206163"/>
                  </a:lnTo>
                  <a:lnTo>
                    <a:pt x="2724997" y="207433"/>
                  </a:lnTo>
                  <a:lnTo>
                    <a:pt x="2729230" y="206163"/>
                  </a:lnTo>
                  <a:lnTo>
                    <a:pt x="2743200" y="210397"/>
                  </a:lnTo>
                  <a:lnTo>
                    <a:pt x="2740660" y="200660"/>
                  </a:lnTo>
                  <a:lnTo>
                    <a:pt x="2740660" y="186690"/>
                  </a:lnTo>
                  <a:lnTo>
                    <a:pt x="2754630" y="187960"/>
                  </a:lnTo>
                  <a:lnTo>
                    <a:pt x="2769870" y="192193"/>
                  </a:lnTo>
                  <a:lnTo>
                    <a:pt x="2778336" y="206163"/>
                  </a:lnTo>
                  <a:lnTo>
                    <a:pt x="2786803" y="192193"/>
                  </a:lnTo>
                  <a:lnTo>
                    <a:pt x="2800773" y="192193"/>
                  </a:lnTo>
                  <a:lnTo>
                    <a:pt x="2814744" y="195157"/>
                  </a:lnTo>
                  <a:lnTo>
                    <a:pt x="2828713" y="210397"/>
                  </a:lnTo>
                  <a:lnTo>
                    <a:pt x="2829983" y="224367"/>
                  </a:lnTo>
                  <a:lnTo>
                    <a:pt x="2816436" y="231140"/>
                  </a:lnTo>
                  <a:lnTo>
                    <a:pt x="2801197" y="229870"/>
                  </a:lnTo>
                  <a:lnTo>
                    <a:pt x="2787227" y="229870"/>
                  </a:lnTo>
                  <a:lnTo>
                    <a:pt x="2771563" y="224367"/>
                  </a:lnTo>
                  <a:lnTo>
                    <a:pt x="2757594" y="217593"/>
                  </a:lnTo>
                  <a:lnTo>
                    <a:pt x="2753360" y="216323"/>
                  </a:lnTo>
                  <a:lnTo>
                    <a:pt x="2750820" y="215053"/>
                  </a:lnTo>
                  <a:lnTo>
                    <a:pt x="2753360" y="220557"/>
                  </a:lnTo>
                  <a:lnTo>
                    <a:pt x="2749550" y="235797"/>
                  </a:lnTo>
                  <a:lnTo>
                    <a:pt x="2735580" y="251037"/>
                  </a:lnTo>
                  <a:lnTo>
                    <a:pt x="2734310" y="251037"/>
                  </a:lnTo>
                  <a:lnTo>
                    <a:pt x="2719070" y="255270"/>
                  </a:lnTo>
                  <a:lnTo>
                    <a:pt x="2713567" y="255270"/>
                  </a:lnTo>
                  <a:lnTo>
                    <a:pt x="2699597" y="260773"/>
                  </a:lnTo>
                  <a:lnTo>
                    <a:pt x="2683086" y="262043"/>
                  </a:lnTo>
                  <a:lnTo>
                    <a:pt x="2667847" y="266277"/>
                  </a:lnTo>
                  <a:lnTo>
                    <a:pt x="2669117" y="281517"/>
                  </a:lnTo>
                  <a:lnTo>
                    <a:pt x="2666153" y="289983"/>
                  </a:lnTo>
                  <a:lnTo>
                    <a:pt x="2652183" y="302683"/>
                  </a:lnTo>
                  <a:lnTo>
                    <a:pt x="2638213" y="305647"/>
                  </a:lnTo>
                  <a:lnTo>
                    <a:pt x="2635250" y="304377"/>
                  </a:lnTo>
                  <a:lnTo>
                    <a:pt x="2617047" y="293370"/>
                  </a:lnTo>
                  <a:lnTo>
                    <a:pt x="2617047" y="276860"/>
                  </a:lnTo>
                  <a:lnTo>
                    <a:pt x="2635250" y="265853"/>
                  </a:lnTo>
                  <a:lnTo>
                    <a:pt x="2657686" y="247650"/>
                  </a:lnTo>
                  <a:lnTo>
                    <a:pt x="2652183" y="229447"/>
                  </a:lnTo>
                  <a:lnTo>
                    <a:pt x="2638213" y="212937"/>
                  </a:lnTo>
                  <a:lnTo>
                    <a:pt x="2638213" y="211667"/>
                  </a:lnTo>
                  <a:lnTo>
                    <a:pt x="2611544" y="206163"/>
                  </a:lnTo>
                  <a:lnTo>
                    <a:pt x="2583603" y="200660"/>
                  </a:lnTo>
                  <a:lnTo>
                    <a:pt x="2551430" y="186690"/>
                  </a:lnTo>
                  <a:lnTo>
                    <a:pt x="2527723" y="181187"/>
                  </a:lnTo>
                  <a:lnTo>
                    <a:pt x="2509520" y="167217"/>
                  </a:lnTo>
                  <a:lnTo>
                    <a:pt x="2494280" y="154517"/>
                  </a:lnTo>
                  <a:lnTo>
                    <a:pt x="2479040" y="157480"/>
                  </a:lnTo>
                  <a:lnTo>
                    <a:pt x="2463800" y="158750"/>
                  </a:lnTo>
                  <a:lnTo>
                    <a:pt x="2449830" y="165947"/>
                  </a:lnTo>
                  <a:lnTo>
                    <a:pt x="2446867" y="167217"/>
                  </a:lnTo>
                  <a:lnTo>
                    <a:pt x="2445597" y="168487"/>
                  </a:lnTo>
                  <a:lnTo>
                    <a:pt x="2430357" y="176953"/>
                  </a:lnTo>
                  <a:lnTo>
                    <a:pt x="2415117" y="179917"/>
                  </a:lnTo>
                  <a:lnTo>
                    <a:pt x="2401147" y="176953"/>
                  </a:lnTo>
                  <a:lnTo>
                    <a:pt x="2387177" y="173990"/>
                  </a:lnTo>
                  <a:lnTo>
                    <a:pt x="2371936" y="173990"/>
                  </a:lnTo>
                  <a:lnTo>
                    <a:pt x="2357967" y="176953"/>
                  </a:lnTo>
                  <a:lnTo>
                    <a:pt x="2343997" y="189653"/>
                  </a:lnTo>
                  <a:lnTo>
                    <a:pt x="2330027" y="201083"/>
                  </a:lnTo>
                  <a:lnTo>
                    <a:pt x="2314786" y="207857"/>
                  </a:lnTo>
                  <a:lnTo>
                    <a:pt x="2299547" y="216323"/>
                  </a:lnTo>
                  <a:lnTo>
                    <a:pt x="2300817" y="217593"/>
                  </a:lnTo>
                  <a:lnTo>
                    <a:pt x="2302510" y="218863"/>
                  </a:lnTo>
                  <a:lnTo>
                    <a:pt x="2292350" y="232833"/>
                  </a:lnTo>
                  <a:lnTo>
                    <a:pt x="2289386" y="248073"/>
                  </a:lnTo>
                  <a:lnTo>
                    <a:pt x="2293620" y="253577"/>
                  </a:lnTo>
                  <a:lnTo>
                    <a:pt x="2285153" y="267547"/>
                  </a:lnTo>
                  <a:lnTo>
                    <a:pt x="2283460" y="282787"/>
                  </a:lnTo>
                  <a:lnTo>
                    <a:pt x="2286423" y="296757"/>
                  </a:lnTo>
                  <a:lnTo>
                    <a:pt x="2287694" y="312420"/>
                  </a:lnTo>
                  <a:lnTo>
                    <a:pt x="2273723" y="324697"/>
                  </a:lnTo>
                  <a:lnTo>
                    <a:pt x="2258483" y="323427"/>
                  </a:lnTo>
                  <a:lnTo>
                    <a:pt x="2252980" y="324697"/>
                  </a:lnTo>
                  <a:lnTo>
                    <a:pt x="2239010" y="330200"/>
                  </a:lnTo>
                  <a:lnTo>
                    <a:pt x="2229273" y="344170"/>
                  </a:lnTo>
                  <a:lnTo>
                    <a:pt x="2228003" y="358140"/>
                  </a:lnTo>
                  <a:lnTo>
                    <a:pt x="2212763" y="360680"/>
                  </a:lnTo>
                  <a:lnTo>
                    <a:pt x="2207260" y="369147"/>
                  </a:lnTo>
                  <a:lnTo>
                    <a:pt x="2194560" y="363643"/>
                  </a:lnTo>
                  <a:lnTo>
                    <a:pt x="2180590" y="355177"/>
                  </a:lnTo>
                  <a:lnTo>
                    <a:pt x="2165350" y="352213"/>
                  </a:lnTo>
                  <a:lnTo>
                    <a:pt x="2148417" y="349250"/>
                  </a:lnTo>
                  <a:lnTo>
                    <a:pt x="2131907" y="345017"/>
                  </a:lnTo>
                  <a:lnTo>
                    <a:pt x="2113703" y="336550"/>
                  </a:lnTo>
                  <a:lnTo>
                    <a:pt x="2099733" y="332317"/>
                  </a:lnTo>
                  <a:lnTo>
                    <a:pt x="2081530" y="335280"/>
                  </a:lnTo>
                  <a:lnTo>
                    <a:pt x="2070523" y="349250"/>
                  </a:lnTo>
                  <a:lnTo>
                    <a:pt x="2049780" y="350520"/>
                  </a:lnTo>
                  <a:lnTo>
                    <a:pt x="2035810" y="356023"/>
                  </a:lnTo>
                  <a:lnTo>
                    <a:pt x="2018877" y="360257"/>
                  </a:lnTo>
                  <a:lnTo>
                    <a:pt x="1995170" y="351790"/>
                  </a:lnTo>
                  <a:lnTo>
                    <a:pt x="1981200" y="351790"/>
                  </a:lnTo>
                  <a:lnTo>
                    <a:pt x="1953260" y="344593"/>
                  </a:lnTo>
                  <a:lnTo>
                    <a:pt x="1933363" y="346287"/>
                  </a:lnTo>
                  <a:lnTo>
                    <a:pt x="1921086" y="328083"/>
                  </a:lnTo>
                  <a:lnTo>
                    <a:pt x="1904577" y="314113"/>
                  </a:lnTo>
                  <a:lnTo>
                    <a:pt x="1889336" y="304377"/>
                  </a:lnTo>
                  <a:lnTo>
                    <a:pt x="1879600" y="297603"/>
                  </a:lnTo>
                  <a:lnTo>
                    <a:pt x="1874097" y="293370"/>
                  </a:lnTo>
                  <a:lnTo>
                    <a:pt x="1843193" y="268393"/>
                  </a:lnTo>
                  <a:lnTo>
                    <a:pt x="1824990" y="265853"/>
                  </a:lnTo>
                  <a:lnTo>
                    <a:pt x="1807210" y="264160"/>
                  </a:lnTo>
                  <a:lnTo>
                    <a:pt x="1779270" y="281093"/>
                  </a:lnTo>
                  <a:lnTo>
                    <a:pt x="1793240" y="293370"/>
                  </a:lnTo>
                  <a:lnTo>
                    <a:pt x="1775036" y="298873"/>
                  </a:lnTo>
                  <a:lnTo>
                    <a:pt x="1751330" y="291677"/>
                  </a:lnTo>
                  <a:lnTo>
                    <a:pt x="1736090" y="301413"/>
                  </a:lnTo>
                  <a:lnTo>
                    <a:pt x="1720850" y="301413"/>
                  </a:lnTo>
                  <a:lnTo>
                    <a:pt x="1706880" y="301413"/>
                  </a:lnTo>
                  <a:lnTo>
                    <a:pt x="1688677" y="306917"/>
                  </a:lnTo>
                  <a:lnTo>
                    <a:pt x="1708150" y="319617"/>
                  </a:lnTo>
                  <a:lnTo>
                    <a:pt x="1711113" y="334857"/>
                  </a:lnTo>
                  <a:lnTo>
                    <a:pt x="1709420" y="336127"/>
                  </a:lnTo>
                  <a:lnTo>
                    <a:pt x="1698413" y="355600"/>
                  </a:lnTo>
                  <a:lnTo>
                    <a:pt x="1673436" y="370840"/>
                  </a:lnTo>
                  <a:lnTo>
                    <a:pt x="1688677" y="375073"/>
                  </a:lnTo>
                  <a:lnTo>
                    <a:pt x="1702647" y="380577"/>
                  </a:lnTo>
                  <a:lnTo>
                    <a:pt x="1688677" y="390313"/>
                  </a:lnTo>
                  <a:lnTo>
                    <a:pt x="1673436" y="398357"/>
                  </a:lnTo>
                  <a:lnTo>
                    <a:pt x="1613323" y="385657"/>
                  </a:lnTo>
                  <a:lnTo>
                    <a:pt x="1565910" y="375920"/>
                  </a:lnTo>
                  <a:lnTo>
                    <a:pt x="1532467" y="377190"/>
                  </a:lnTo>
                  <a:lnTo>
                    <a:pt x="1507490" y="366183"/>
                  </a:lnTo>
                  <a:lnTo>
                    <a:pt x="1476586" y="371687"/>
                  </a:lnTo>
                  <a:lnTo>
                    <a:pt x="1475317" y="385657"/>
                  </a:lnTo>
                  <a:lnTo>
                    <a:pt x="1475317" y="386927"/>
                  </a:lnTo>
                  <a:lnTo>
                    <a:pt x="1476586" y="395393"/>
                  </a:lnTo>
                  <a:lnTo>
                    <a:pt x="1483783" y="420370"/>
                  </a:lnTo>
                  <a:lnTo>
                    <a:pt x="1460077" y="448310"/>
                  </a:lnTo>
                  <a:lnTo>
                    <a:pt x="1444836" y="448310"/>
                  </a:lnTo>
                  <a:lnTo>
                    <a:pt x="1427903" y="442807"/>
                  </a:lnTo>
                  <a:lnTo>
                    <a:pt x="1406736" y="435610"/>
                  </a:lnTo>
                  <a:lnTo>
                    <a:pt x="1384723" y="436880"/>
                  </a:lnTo>
                  <a:lnTo>
                    <a:pt x="1366520" y="446617"/>
                  </a:lnTo>
                  <a:lnTo>
                    <a:pt x="1364827" y="446617"/>
                  </a:lnTo>
                  <a:lnTo>
                    <a:pt x="1353397" y="452120"/>
                  </a:lnTo>
                  <a:lnTo>
                    <a:pt x="1326727" y="470323"/>
                  </a:lnTo>
                  <a:lnTo>
                    <a:pt x="1319953" y="485563"/>
                  </a:lnTo>
                  <a:lnTo>
                    <a:pt x="1313180" y="500803"/>
                  </a:lnTo>
                  <a:lnTo>
                    <a:pt x="1297940" y="514773"/>
                  </a:lnTo>
                  <a:lnTo>
                    <a:pt x="1264497" y="530013"/>
                  </a:lnTo>
                  <a:lnTo>
                    <a:pt x="1286933" y="549487"/>
                  </a:lnTo>
                  <a:lnTo>
                    <a:pt x="1302173" y="562187"/>
                  </a:lnTo>
                  <a:lnTo>
                    <a:pt x="1299210" y="584623"/>
                  </a:lnTo>
                  <a:lnTo>
                    <a:pt x="1282277" y="591820"/>
                  </a:lnTo>
                  <a:lnTo>
                    <a:pt x="1264073" y="602827"/>
                  </a:lnTo>
                  <a:lnTo>
                    <a:pt x="1240367" y="626533"/>
                  </a:lnTo>
                  <a:lnTo>
                    <a:pt x="1236133" y="630767"/>
                  </a:lnTo>
                  <a:lnTo>
                    <a:pt x="1215390" y="653203"/>
                  </a:lnTo>
                  <a:lnTo>
                    <a:pt x="1192953" y="665903"/>
                  </a:lnTo>
                  <a:lnTo>
                    <a:pt x="1201420" y="686647"/>
                  </a:lnTo>
                  <a:lnTo>
                    <a:pt x="1201420" y="696383"/>
                  </a:lnTo>
                  <a:lnTo>
                    <a:pt x="1176443" y="706120"/>
                  </a:lnTo>
                  <a:lnTo>
                    <a:pt x="1152736" y="714587"/>
                  </a:lnTo>
                  <a:lnTo>
                    <a:pt x="1147233" y="714587"/>
                  </a:lnTo>
                  <a:lnTo>
                    <a:pt x="1116330" y="717550"/>
                  </a:lnTo>
                  <a:lnTo>
                    <a:pt x="1098127" y="717550"/>
                  </a:lnTo>
                  <a:lnTo>
                    <a:pt x="1102360" y="732790"/>
                  </a:lnTo>
                  <a:lnTo>
                    <a:pt x="1106593" y="748030"/>
                  </a:lnTo>
                  <a:lnTo>
                    <a:pt x="1112097" y="764540"/>
                  </a:lnTo>
                  <a:lnTo>
                    <a:pt x="1101090" y="785707"/>
                  </a:lnTo>
                  <a:lnTo>
                    <a:pt x="1099397" y="799677"/>
                  </a:lnTo>
                  <a:lnTo>
                    <a:pt x="1098127" y="814917"/>
                  </a:lnTo>
                  <a:lnTo>
                    <a:pt x="1099397" y="838623"/>
                  </a:lnTo>
                  <a:lnTo>
                    <a:pt x="1084157" y="847090"/>
                  </a:lnTo>
                  <a:lnTo>
                    <a:pt x="1078230" y="867833"/>
                  </a:lnTo>
                  <a:lnTo>
                    <a:pt x="1065953" y="880533"/>
                  </a:lnTo>
                  <a:lnTo>
                    <a:pt x="1046480" y="900007"/>
                  </a:lnTo>
                  <a:lnTo>
                    <a:pt x="1019810" y="926677"/>
                  </a:lnTo>
                  <a:lnTo>
                    <a:pt x="1004570" y="944880"/>
                  </a:lnTo>
                  <a:lnTo>
                    <a:pt x="1019810" y="950383"/>
                  </a:lnTo>
                  <a:lnTo>
                    <a:pt x="1038013" y="958850"/>
                  </a:lnTo>
                  <a:lnTo>
                    <a:pt x="1057486" y="963083"/>
                  </a:lnTo>
                  <a:lnTo>
                    <a:pt x="1060450" y="977053"/>
                  </a:lnTo>
                  <a:lnTo>
                    <a:pt x="1064683" y="1003723"/>
                  </a:lnTo>
                  <a:lnTo>
                    <a:pt x="1054947" y="1016423"/>
                  </a:lnTo>
                  <a:lnTo>
                    <a:pt x="1053677" y="1017693"/>
                  </a:lnTo>
                  <a:lnTo>
                    <a:pt x="1051136" y="1021927"/>
                  </a:lnTo>
                  <a:lnTo>
                    <a:pt x="1007957" y="1024890"/>
                  </a:lnTo>
                  <a:lnTo>
                    <a:pt x="989753" y="1021927"/>
                  </a:lnTo>
                  <a:lnTo>
                    <a:pt x="960543" y="1017693"/>
                  </a:lnTo>
                  <a:lnTo>
                    <a:pt x="943610" y="1020233"/>
                  </a:lnTo>
                  <a:lnTo>
                    <a:pt x="925407" y="1024467"/>
                  </a:lnTo>
                  <a:lnTo>
                    <a:pt x="907627" y="1032933"/>
                  </a:lnTo>
                  <a:lnTo>
                    <a:pt x="890693" y="1045633"/>
                  </a:lnTo>
                  <a:lnTo>
                    <a:pt x="876723" y="1059603"/>
                  </a:lnTo>
                  <a:lnTo>
                    <a:pt x="861060" y="1074843"/>
                  </a:lnTo>
                  <a:lnTo>
                    <a:pt x="858520" y="1079077"/>
                  </a:lnTo>
                  <a:lnTo>
                    <a:pt x="842010" y="1091353"/>
                  </a:lnTo>
                  <a:lnTo>
                    <a:pt x="847513" y="1106593"/>
                  </a:lnTo>
                  <a:lnTo>
                    <a:pt x="829310" y="1129030"/>
                  </a:lnTo>
                  <a:lnTo>
                    <a:pt x="828040" y="1130300"/>
                  </a:lnTo>
                  <a:lnTo>
                    <a:pt x="832273" y="1151043"/>
                  </a:lnTo>
                  <a:lnTo>
                    <a:pt x="839046" y="1165013"/>
                  </a:lnTo>
                  <a:lnTo>
                    <a:pt x="848783" y="1180253"/>
                  </a:lnTo>
                  <a:lnTo>
                    <a:pt x="833543" y="1194223"/>
                  </a:lnTo>
                  <a:lnTo>
                    <a:pt x="837777" y="1208193"/>
                  </a:lnTo>
                  <a:lnTo>
                    <a:pt x="836507" y="1236133"/>
                  </a:lnTo>
                  <a:lnTo>
                    <a:pt x="842010" y="1256877"/>
                  </a:lnTo>
                  <a:lnTo>
                    <a:pt x="857250" y="1279313"/>
                  </a:lnTo>
                  <a:lnTo>
                    <a:pt x="857250" y="1280583"/>
                  </a:lnTo>
                  <a:lnTo>
                    <a:pt x="858520" y="1281853"/>
                  </a:lnTo>
                  <a:lnTo>
                    <a:pt x="862753" y="1290320"/>
                  </a:lnTo>
                  <a:lnTo>
                    <a:pt x="857250" y="1309793"/>
                  </a:lnTo>
                  <a:lnTo>
                    <a:pt x="854286" y="1325033"/>
                  </a:lnTo>
                  <a:lnTo>
                    <a:pt x="853017" y="1331807"/>
                  </a:lnTo>
                  <a:lnTo>
                    <a:pt x="848783" y="1348740"/>
                  </a:lnTo>
                  <a:lnTo>
                    <a:pt x="844550" y="1372447"/>
                  </a:lnTo>
                  <a:lnTo>
                    <a:pt x="861060" y="1385147"/>
                  </a:lnTo>
                  <a:lnTo>
                    <a:pt x="875030" y="1396153"/>
                  </a:lnTo>
                  <a:lnTo>
                    <a:pt x="894503" y="1397423"/>
                  </a:lnTo>
                  <a:lnTo>
                    <a:pt x="909743" y="1410123"/>
                  </a:lnTo>
                  <a:lnTo>
                    <a:pt x="930486" y="1428327"/>
                  </a:lnTo>
                  <a:lnTo>
                    <a:pt x="926253" y="1443567"/>
                  </a:lnTo>
                  <a:lnTo>
                    <a:pt x="916517" y="1457537"/>
                  </a:lnTo>
                  <a:lnTo>
                    <a:pt x="909743" y="1475740"/>
                  </a:lnTo>
                  <a:lnTo>
                    <a:pt x="908473" y="1475740"/>
                  </a:lnTo>
                  <a:lnTo>
                    <a:pt x="898736" y="1475740"/>
                  </a:lnTo>
                  <a:lnTo>
                    <a:pt x="894503" y="1474470"/>
                  </a:lnTo>
                  <a:lnTo>
                    <a:pt x="877993" y="1477433"/>
                  </a:lnTo>
                  <a:lnTo>
                    <a:pt x="864023" y="1480397"/>
                  </a:lnTo>
                  <a:lnTo>
                    <a:pt x="864023" y="1495637"/>
                  </a:lnTo>
                  <a:lnTo>
                    <a:pt x="866986" y="1510877"/>
                  </a:lnTo>
                  <a:lnTo>
                    <a:pt x="876723" y="1526117"/>
                  </a:lnTo>
                  <a:lnTo>
                    <a:pt x="887730" y="1540087"/>
                  </a:lnTo>
                  <a:lnTo>
                    <a:pt x="897467" y="1555327"/>
                  </a:lnTo>
                  <a:lnTo>
                    <a:pt x="900430" y="1570567"/>
                  </a:lnTo>
                  <a:lnTo>
                    <a:pt x="889423" y="1585807"/>
                  </a:lnTo>
                  <a:lnTo>
                    <a:pt x="889423" y="1599777"/>
                  </a:lnTo>
                  <a:lnTo>
                    <a:pt x="891117" y="1613747"/>
                  </a:lnTo>
                  <a:lnTo>
                    <a:pt x="882650" y="1627717"/>
                  </a:lnTo>
                  <a:lnTo>
                    <a:pt x="874183" y="1634490"/>
                  </a:lnTo>
                  <a:lnTo>
                    <a:pt x="858943" y="1644227"/>
                  </a:lnTo>
                  <a:lnTo>
                    <a:pt x="855980" y="1644227"/>
                  </a:lnTo>
                  <a:lnTo>
                    <a:pt x="842010" y="1651423"/>
                  </a:lnTo>
                  <a:lnTo>
                    <a:pt x="828040" y="1650153"/>
                  </a:lnTo>
                  <a:lnTo>
                    <a:pt x="814070" y="1654387"/>
                  </a:lnTo>
                  <a:lnTo>
                    <a:pt x="818303" y="1667087"/>
                  </a:lnTo>
                  <a:lnTo>
                    <a:pt x="818303" y="1681057"/>
                  </a:lnTo>
                  <a:lnTo>
                    <a:pt x="803063" y="1690793"/>
                  </a:lnTo>
                  <a:lnTo>
                    <a:pt x="794596" y="1704763"/>
                  </a:lnTo>
                  <a:lnTo>
                    <a:pt x="798830" y="1715770"/>
                  </a:lnTo>
                  <a:lnTo>
                    <a:pt x="804333" y="1731010"/>
                  </a:lnTo>
                  <a:lnTo>
                    <a:pt x="808567" y="1740747"/>
                  </a:lnTo>
                  <a:lnTo>
                    <a:pt x="808567" y="1742017"/>
                  </a:lnTo>
                  <a:lnTo>
                    <a:pt x="809836" y="1747520"/>
                  </a:lnTo>
                  <a:lnTo>
                    <a:pt x="808567" y="1753023"/>
                  </a:lnTo>
                  <a:lnTo>
                    <a:pt x="801370" y="1766993"/>
                  </a:lnTo>
                  <a:lnTo>
                    <a:pt x="797136" y="1783927"/>
                  </a:lnTo>
                  <a:lnTo>
                    <a:pt x="794173" y="1799167"/>
                  </a:lnTo>
                  <a:lnTo>
                    <a:pt x="792903" y="1803400"/>
                  </a:lnTo>
                  <a:lnTo>
                    <a:pt x="777663" y="1807633"/>
                  </a:lnTo>
                  <a:lnTo>
                    <a:pt x="767927" y="1791970"/>
                  </a:lnTo>
                  <a:lnTo>
                    <a:pt x="756920" y="1778000"/>
                  </a:lnTo>
                  <a:lnTo>
                    <a:pt x="745913" y="1773767"/>
                  </a:lnTo>
                  <a:lnTo>
                    <a:pt x="740410" y="1775037"/>
                  </a:lnTo>
                  <a:lnTo>
                    <a:pt x="733213" y="1765300"/>
                  </a:lnTo>
                  <a:lnTo>
                    <a:pt x="719243" y="1766570"/>
                  </a:lnTo>
                  <a:lnTo>
                    <a:pt x="704003" y="1756833"/>
                  </a:lnTo>
                  <a:lnTo>
                    <a:pt x="690033" y="1756833"/>
                  </a:lnTo>
                  <a:lnTo>
                    <a:pt x="677333" y="1741593"/>
                  </a:lnTo>
                  <a:lnTo>
                    <a:pt x="674793" y="1727623"/>
                  </a:lnTo>
                  <a:lnTo>
                    <a:pt x="677333" y="1712383"/>
                  </a:lnTo>
                  <a:lnTo>
                    <a:pt x="673100" y="1703917"/>
                  </a:lnTo>
                  <a:lnTo>
                    <a:pt x="670137" y="1689947"/>
                  </a:lnTo>
                  <a:lnTo>
                    <a:pt x="663363" y="1674707"/>
                  </a:lnTo>
                  <a:lnTo>
                    <a:pt x="677333" y="1660737"/>
                  </a:lnTo>
                  <a:lnTo>
                    <a:pt x="681567" y="1674707"/>
                  </a:lnTo>
                  <a:lnTo>
                    <a:pt x="685800" y="1660737"/>
                  </a:lnTo>
                  <a:lnTo>
                    <a:pt x="685800" y="1651000"/>
                  </a:lnTo>
                  <a:lnTo>
                    <a:pt x="671830" y="1649730"/>
                  </a:lnTo>
                  <a:lnTo>
                    <a:pt x="663363" y="1652693"/>
                  </a:lnTo>
                  <a:lnTo>
                    <a:pt x="653627" y="1666663"/>
                  </a:lnTo>
                  <a:lnTo>
                    <a:pt x="656590" y="1680633"/>
                  </a:lnTo>
                  <a:lnTo>
                    <a:pt x="667596" y="1695873"/>
                  </a:lnTo>
                  <a:lnTo>
                    <a:pt x="656590" y="1709843"/>
                  </a:lnTo>
                  <a:lnTo>
                    <a:pt x="645583" y="1695873"/>
                  </a:lnTo>
                  <a:lnTo>
                    <a:pt x="640080" y="1708573"/>
                  </a:lnTo>
                  <a:lnTo>
                    <a:pt x="624417" y="1705610"/>
                  </a:lnTo>
                  <a:lnTo>
                    <a:pt x="638387" y="1719580"/>
                  </a:lnTo>
                  <a:lnTo>
                    <a:pt x="651087" y="1734820"/>
                  </a:lnTo>
                  <a:lnTo>
                    <a:pt x="645583" y="1748790"/>
                  </a:lnTo>
                  <a:lnTo>
                    <a:pt x="641350" y="1762760"/>
                  </a:lnTo>
                  <a:lnTo>
                    <a:pt x="641350" y="1747097"/>
                  </a:lnTo>
                  <a:lnTo>
                    <a:pt x="635846" y="1761067"/>
                  </a:lnTo>
                  <a:lnTo>
                    <a:pt x="621877" y="1768263"/>
                  </a:lnTo>
                  <a:lnTo>
                    <a:pt x="612140" y="1782233"/>
                  </a:lnTo>
                  <a:lnTo>
                    <a:pt x="598593" y="1782233"/>
                  </a:lnTo>
                  <a:lnTo>
                    <a:pt x="592667" y="1794933"/>
                  </a:lnTo>
                  <a:lnTo>
                    <a:pt x="587163" y="1791970"/>
                  </a:lnTo>
                  <a:lnTo>
                    <a:pt x="573193" y="1783503"/>
                  </a:lnTo>
                  <a:lnTo>
                    <a:pt x="571923" y="1779270"/>
                  </a:lnTo>
                  <a:lnTo>
                    <a:pt x="556683" y="1778000"/>
                  </a:lnTo>
                  <a:lnTo>
                    <a:pt x="549910" y="1769533"/>
                  </a:lnTo>
                  <a:lnTo>
                    <a:pt x="541443" y="1769533"/>
                  </a:lnTo>
                  <a:lnTo>
                    <a:pt x="556683" y="1782233"/>
                  </a:lnTo>
                  <a:lnTo>
                    <a:pt x="556683" y="1793240"/>
                  </a:lnTo>
                  <a:lnTo>
                    <a:pt x="542713" y="1798743"/>
                  </a:lnTo>
                  <a:lnTo>
                    <a:pt x="527473" y="1808480"/>
                  </a:lnTo>
                  <a:lnTo>
                    <a:pt x="512233" y="1809750"/>
                  </a:lnTo>
                  <a:lnTo>
                    <a:pt x="521970" y="1823720"/>
                  </a:lnTo>
                  <a:lnTo>
                    <a:pt x="514773" y="1827953"/>
                  </a:lnTo>
                  <a:lnTo>
                    <a:pt x="499533" y="1827953"/>
                  </a:lnTo>
                  <a:lnTo>
                    <a:pt x="485563" y="1829223"/>
                  </a:lnTo>
                  <a:lnTo>
                    <a:pt x="492760" y="1844463"/>
                  </a:lnTo>
                  <a:lnTo>
                    <a:pt x="484293" y="1847427"/>
                  </a:lnTo>
                  <a:lnTo>
                    <a:pt x="469053" y="1850390"/>
                  </a:lnTo>
                  <a:lnTo>
                    <a:pt x="463550" y="1864360"/>
                  </a:lnTo>
                  <a:lnTo>
                    <a:pt x="449580" y="1875367"/>
                  </a:lnTo>
                  <a:lnTo>
                    <a:pt x="435610" y="1889337"/>
                  </a:lnTo>
                  <a:lnTo>
                    <a:pt x="421640" y="1897803"/>
                  </a:lnTo>
                  <a:lnTo>
                    <a:pt x="407670" y="1906270"/>
                  </a:lnTo>
                  <a:lnTo>
                    <a:pt x="392007" y="1914737"/>
                  </a:lnTo>
                  <a:lnTo>
                    <a:pt x="378037" y="1917700"/>
                  </a:lnTo>
                  <a:lnTo>
                    <a:pt x="378037" y="1921933"/>
                  </a:lnTo>
                  <a:lnTo>
                    <a:pt x="364067" y="1918970"/>
                  </a:lnTo>
                  <a:lnTo>
                    <a:pt x="361103" y="1918970"/>
                  </a:lnTo>
                  <a:lnTo>
                    <a:pt x="358140" y="1921933"/>
                  </a:lnTo>
                  <a:lnTo>
                    <a:pt x="344170" y="1932940"/>
                  </a:lnTo>
                  <a:lnTo>
                    <a:pt x="328930" y="1931670"/>
                  </a:lnTo>
                  <a:lnTo>
                    <a:pt x="314960" y="1940137"/>
                  </a:lnTo>
                  <a:lnTo>
                    <a:pt x="300990" y="1943100"/>
                  </a:lnTo>
                  <a:lnTo>
                    <a:pt x="287020" y="1941830"/>
                  </a:lnTo>
                  <a:lnTo>
                    <a:pt x="273050" y="1936327"/>
                  </a:lnTo>
                  <a:lnTo>
                    <a:pt x="257810" y="1936327"/>
                  </a:lnTo>
                  <a:lnTo>
                    <a:pt x="243840" y="1935057"/>
                  </a:lnTo>
                  <a:lnTo>
                    <a:pt x="229870" y="1936327"/>
                  </a:lnTo>
                  <a:lnTo>
                    <a:pt x="215900" y="1930823"/>
                  </a:lnTo>
                  <a:lnTo>
                    <a:pt x="200660" y="1933787"/>
                  </a:lnTo>
                  <a:lnTo>
                    <a:pt x="186690" y="1922780"/>
                  </a:lnTo>
                  <a:lnTo>
                    <a:pt x="200660" y="1911773"/>
                  </a:lnTo>
                  <a:lnTo>
                    <a:pt x="217170" y="1903307"/>
                  </a:lnTo>
                  <a:lnTo>
                    <a:pt x="203200" y="1908810"/>
                  </a:lnTo>
                  <a:lnTo>
                    <a:pt x="187960" y="1907540"/>
                  </a:lnTo>
                  <a:lnTo>
                    <a:pt x="173990" y="1905000"/>
                  </a:lnTo>
                  <a:lnTo>
                    <a:pt x="160020" y="1902037"/>
                  </a:lnTo>
                  <a:lnTo>
                    <a:pt x="148590" y="1895263"/>
                  </a:lnTo>
                  <a:lnTo>
                    <a:pt x="134620" y="1892300"/>
                  </a:lnTo>
                  <a:lnTo>
                    <a:pt x="116417" y="1883833"/>
                  </a:lnTo>
                  <a:lnTo>
                    <a:pt x="102446" y="1872827"/>
                  </a:lnTo>
                  <a:lnTo>
                    <a:pt x="87207" y="1863090"/>
                  </a:lnTo>
                  <a:lnTo>
                    <a:pt x="73237" y="1857587"/>
                  </a:lnTo>
                  <a:lnTo>
                    <a:pt x="60537" y="1842347"/>
                  </a:lnTo>
                  <a:lnTo>
                    <a:pt x="60537" y="1839383"/>
                  </a:lnTo>
                  <a:lnTo>
                    <a:pt x="57996" y="1825413"/>
                  </a:lnTo>
                  <a:lnTo>
                    <a:pt x="64770" y="1810173"/>
                  </a:lnTo>
                  <a:lnTo>
                    <a:pt x="78740" y="1799167"/>
                  </a:lnTo>
                  <a:lnTo>
                    <a:pt x="64770" y="1789430"/>
                  </a:lnTo>
                  <a:lnTo>
                    <a:pt x="78740" y="1790700"/>
                  </a:lnTo>
                  <a:lnTo>
                    <a:pt x="92710" y="1800437"/>
                  </a:lnTo>
                  <a:lnTo>
                    <a:pt x="106680" y="1797473"/>
                  </a:lnTo>
                  <a:lnTo>
                    <a:pt x="120650" y="1805940"/>
                  </a:lnTo>
                  <a:lnTo>
                    <a:pt x="129117" y="1811443"/>
                  </a:lnTo>
                  <a:lnTo>
                    <a:pt x="144357" y="1812713"/>
                  </a:lnTo>
                  <a:lnTo>
                    <a:pt x="129117" y="1800013"/>
                  </a:lnTo>
                  <a:lnTo>
                    <a:pt x="144357" y="1792817"/>
                  </a:lnTo>
                  <a:lnTo>
                    <a:pt x="159596" y="1789853"/>
                  </a:lnTo>
                  <a:lnTo>
                    <a:pt x="173567" y="1785620"/>
                  </a:lnTo>
                  <a:lnTo>
                    <a:pt x="188807" y="1781387"/>
                  </a:lnTo>
                  <a:lnTo>
                    <a:pt x="174837" y="1782657"/>
                  </a:lnTo>
                  <a:lnTo>
                    <a:pt x="152400" y="1786890"/>
                  </a:lnTo>
                  <a:lnTo>
                    <a:pt x="138430" y="1792393"/>
                  </a:lnTo>
                  <a:lnTo>
                    <a:pt x="123190" y="1802130"/>
                  </a:lnTo>
                  <a:lnTo>
                    <a:pt x="121920" y="1800860"/>
                  </a:lnTo>
                  <a:lnTo>
                    <a:pt x="123190" y="1786890"/>
                  </a:lnTo>
                  <a:lnTo>
                    <a:pt x="107950" y="1774190"/>
                  </a:lnTo>
                  <a:lnTo>
                    <a:pt x="121920" y="1769957"/>
                  </a:lnTo>
                  <a:lnTo>
                    <a:pt x="137160" y="1765723"/>
                  </a:lnTo>
                  <a:lnTo>
                    <a:pt x="123190" y="1762760"/>
                  </a:lnTo>
                  <a:lnTo>
                    <a:pt x="137160" y="1751753"/>
                  </a:lnTo>
                  <a:lnTo>
                    <a:pt x="146896" y="1747520"/>
                  </a:lnTo>
                  <a:lnTo>
                    <a:pt x="166370" y="1742017"/>
                  </a:lnTo>
                  <a:lnTo>
                    <a:pt x="180340" y="1739053"/>
                  </a:lnTo>
                  <a:lnTo>
                    <a:pt x="166370" y="1739053"/>
                  </a:lnTo>
                  <a:lnTo>
                    <a:pt x="152400" y="1743287"/>
                  </a:lnTo>
                  <a:lnTo>
                    <a:pt x="137160" y="1747520"/>
                  </a:lnTo>
                  <a:lnTo>
                    <a:pt x="134196" y="1742017"/>
                  </a:lnTo>
                  <a:lnTo>
                    <a:pt x="149437" y="1739053"/>
                  </a:lnTo>
                  <a:lnTo>
                    <a:pt x="138007" y="1739053"/>
                  </a:lnTo>
                  <a:lnTo>
                    <a:pt x="122767" y="1736090"/>
                  </a:lnTo>
                  <a:lnTo>
                    <a:pt x="138007" y="1725083"/>
                  </a:lnTo>
                  <a:lnTo>
                    <a:pt x="145203" y="1718310"/>
                  </a:lnTo>
                  <a:lnTo>
                    <a:pt x="152400" y="1712807"/>
                  </a:lnTo>
                  <a:lnTo>
                    <a:pt x="157903" y="1709843"/>
                  </a:lnTo>
                  <a:lnTo>
                    <a:pt x="171873" y="1705610"/>
                  </a:lnTo>
                  <a:lnTo>
                    <a:pt x="185843" y="1701377"/>
                  </a:lnTo>
                  <a:lnTo>
                    <a:pt x="171873" y="1702647"/>
                  </a:lnTo>
                  <a:lnTo>
                    <a:pt x="157903" y="1697143"/>
                  </a:lnTo>
                  <a:lnTo>
                    <a:pt x="146896" y="1712383"/>
                  </a:lnTo>
                  <a:lnTo>
                    <a:pt x="145627" y="1717887"/>
                  </a:lnTo>
                  <a:lnTo>
                    <a:pt x="130387" y="1726353"/>
                  </a:lnTo>
                  <a:lnTo>
                    <a:pt x="114723" y="1733550"/>
                  </a:lnTo>
                  <a:lnTo>
                    <a:pt x="118957" y="1719580"/>
                  </a:lnTo>
                  <a:lnTo>
                    <a:pt x="132927" y="1715347"/>
                  </a:lnTo>
                  <a:lnTo>
                    <a:pt x="117263" y="1715347"/>
                  </a:lnTo>
                  <a:lnTo>
                    <a:pt x="102023" y="1716617"/>
                  </a:lnTo>
                  <a:lnTo>
                    <a:pt x="88053" y="1725083"/>
                  </a:lnTo>
                  <a:lnTo>
                    <a:pt x="102023" y="1722543"/>
                  </a:lnTo>
                  <a:lnTo>
                    <a:pt x="106257" y="1736513"/>
                  </a:lnTo>
                  <a:lnTo>
                    <a:pt x="92287" y="1736513"/>
                  </a:lnTo>
                  <a:lnTo>
                    <a:pt x="77046" y="1743710"/>
                  </a:lnTo>
                  <a:lnTo>
                    <a:pt x="77046" y="1726777"/>
                  </a:lnTo>
                  <a:lnTo>
                    <a:pt x="77046" y="1711537"/>
                  </a:lnTo>
                  <a:lnTo>
                    <a:pt x="58843" y="1721273"/>
                  </a:lnTo>
                  <a:lnTo>
                    <a:pt x="74083" y="1726777"/>
                  </a:lnTo>
                  <a:lnTo>
                    <a:pt x="71120" y="1740747"/>
                  </a:lnTo>
                  <a:lnTo>
                    <a:pt x="57150" y="1744980"/>
                  </a:lnTo>
                  <a:lnTo>
                    <a:pt x="55880" y="1744980"/>
                  </a:lnTo>
                  <a:lnTo>
                    <a:pt x="55880" y="1728470"/>
                  </a:lnTo>
                  <a:lnTo>
                    <a:pt x="51646" y="1742440"/>
                  </a:lnTo>
                  <a:lnTo>
                    <a:pt x="37677" y="1731433"/>
                  </a:lnTo>
                  <a:lnTo>
                    <a:pt x="34713" y="1727200"/>
                  </a:lnTo>
                  <a:lnTo>
                    <a:pt x="35983" y="1711960"/>
                  </a:lnTo>
                  <a:lnTo>
                    <a:pt x="37253" y="1700953"/>
                  </a:lnTo>
                  <a:lnTo>
                    <a:pt x="51223" y="1686983"/>
                  </a:lnTo>
                  <a:lnTo>
                    <a:pt x="66463" y="1680210"/>
                  </a:lnTo>
                  <a:lnTo>
                    <a:pt x="63500" y="1694180"/>
                  </a:lnTo>
                  <a:lnTo>
                    <a:pt x="57996" y="1708150"/>
                  </a:lnTo>
                  <a:lnTo>
                    <a:pt x="44027" y="1711113"/>
                  </a:lnTo>
                  <a:lnTo>
                    <a:pt x="56303" y="1715347"/>
                  </a:lnTo>
                  <a:lnTo>
                    <a:pt x="70273" y="1704340"/>
                  </a:lnTo>
                  <a:lnTo>
                    <a:pt x="69003" y="1690370"/>
                  </a:lnTo>
                  <a:lnTo>
                    <a:pt x="84243" y="1687407"/>
                  </a:lnTo>
                  <a:lnTo>
                    <a:pt x="98213" y="1691640"/>
                  </a:lnTo>
                  <a:lnTo>
                    <a:pt x="113453" y="1687407"/>
                  </a:lnTo>
                  <a:lnTo>
                    <a:pt x="98213" y="1683173"/>
                  </a:lnTo>
                  <a:lnTo>
                    <a:pt x="113453" y="1676400"/>
                  </a:lnTo>
                  <a:lnTo>
                    <a:pt x="124460" y="1676400"/>
                  </a:lnTo>
                  <a:lnTo>
                    <a:pt x="138430" y="1669627"/>
                  </a:lnTo>
                  <a:lnTo>
                    <a:pt x="139700" y="1668357"/>
                  </a:lnTo>
                  <a:lnTo>
                    <a:pt x="124460" y="1673860"/>
                  </a:lnTo>
                  <a:lnTo>
                    <a:pt x="107527" y="1670897"/>
                  </a:lnTo>
                  <a:lnTo>
                    <a:pt x="100753" y="1669627"/>
                  </a:lnTo>
                  <a:lnTo>
                    <a:pt x="86783" y="1662430"/>
                  </a:lnTo>
                  <a:lnTo>
                    <a:pt x="91017" y="1656927"/>
                  </a:lnTo>
                  <a:lnTo>
                    <a:pt x="104987" y="1645920"/>
                  </a:lnTo>
                  <a:lnTo>
                    <a:pt x="120227" y="1637453"/>
                  </a:lnTo>
                  <a:lnTo>
                    <a:pt x="118957" y="1636183"/>
                  </a:lnTo>
                  <a:lnTo>
                    <a:pt x="135890" y="1622213"/>
                  </a:lnTo>
                  <a:lnTo>
                    <a:pt x="151130" y="1619250"/>
                  </a:lnTo>
                  <a:lnTo>
                    <a:pt x="137160" y="1610783"/>
                  </a:lnTo>
                  <a:lnTo>
                    <a:pt x="149437" y="1596813"/>
                  </a:lnTo>
                  <a:lnTo>
                    <a:pt x="163407" y="1587077"/>
                  </a:lnTo>
                  <a:lnTo>
                    <a:pt x="181610" y="1578610"/>
                  </a:lnTo>
                  <a:lnTo>
                    <a:pt x="195580" y="1570143"/>
                  </a:lnTo>
                  <a:lnTo>
                    <a:pt x="198543" y="1584113"/>
                  </a:lnTo>
                  <a:lnTo>
                    <a:pt x="191346" y="1599353"/>
                  </a:lnTo>
                  <a:lnTo>
                    <a:pt x="187113" y="1613323"/>
                  </a:lnTo>
                  <a:lnTo>
                    <a:pt x="196850" y="1599353"/>
                  </a:lnTo>
                  <a:lnTo>
                    <a:pt x="201083" y="1585383"/>
                  </a:lnTo>
                  <a:lnTo>
                    <a:pt x="212090" y="1571413"/>
                  </a:lnTo>
                  <a:lnTo>
                    <a:pt x="227330" y="1562947"/>
                  </a:lnTo>
                  <a:lnTo>
                    <a:pt x="241300" y="1561677"/>
                  </a:lnTo>
                  <a:lnTo>
                    <a:pt x="256540" y="1560407"/>
                  </a:lnTo>
                  <a:lnTo>
                    <a:pt x="241300" y="1559137"/>
                  </a:lnTo>
                  <a:lnTo>
                    <a:pt x="226060" y="1560407"/>
                  </a:lnTo>
                  <a:lnTo>
                    <a:pt x="212090" y="1565910"/>
                  </a:lnTo>
                  <a:lnTo>
                    <a:pt x="196850" y="1563370"/>
                  </a:lnTo>
                  <a:lnTo>
                    <a:pt x="181610" y="1568873"/>
                  </a:lnTo>
                  <a:lnTo>
                    <a:pt x="165946" y="1573107"/>
                  </a:lnTo>
                  <a:lnTo>
                    <a:pt x="151977" y="1578610"/>
                  </a:lnTo>
                  <a:lnTo>
                    <a:pt x="145203" y="1594273"/>
                  </a:lnTo>
                  <a:lnTo>
                    <a:pt x="131233" y="1595543"/>
                  </a:lnTo>
                  <a:lnTo>
                    <a:pt x="117263" y="1609513"/>
                  </a:lnTo>
                  <a:lnTo>
                    <a:pt x="113030" y="1623483"/>
                  </a:lnTo>
                  <a:lnTo>
                    <a:pt x="107527" y="1636183"/>
                  </a:lnTo>
                  <a:lnTo>
                    <a:pt x="100753" y="1636183"/>
                  </a:lnTo>
                  <a:lnTo>
                    <a:pt x="97790" y="1636183"/>
                  </a:lnTo>
                  <a:lnTo>
                    <a:pt x="93557" y="1636183"/>
                  </a:lnTo>
                  <a:lnTo>
                    <a:pt x="90593" y="1620943"/>
                  </a:lnTo>
                  <a:lnTo>
                    <a:pt x="90593" y="1606973"/>
                  </a:lnTo>
                  <a:lnTo>
                    <a:pt x="76623" y="1605703"/>
                  </a:lnTo>
                  <a:lnTo>
                    <a:pt x="80857" y="1591733"/>
                  </a:lnTo>
                  <a:lnTo>
                    <a:pt x="83820" y="1577763"/>
                  </a:lnTo>
                  <a:lnTo>
                    <a:pt x="77046" y="1591733"/>
                  </a:lnTo>
                  <a:lnTo>
                    <a:pt x="67310" y="1605703"/>
                  </a:lnTo>
                  <a:lnTo>
                    <a:pt x="53340" y="1611207"/>
                  </a:lnTo>
                  <a:lnTo>
                    <a:pt x="39370" y="1598507"/>
                  </a:lnTo>
                  <a:lnTo>
                    <a:pt x="41063" y="1584537"/>
                  </a:lnTo>
                  <a:lnTo>
                    <a:pt x="27093" y="1577763"/>
                  </a:lnTo>
                  <a:lnTo>
                    <a:pt x="41063" y="1570567"/>
                  </a:lnTo>
                  <a:lnTo>
                    <a:pt x="49530" y="1556597"/>
                  </a:lnTo>
                  <a:lnTo>
                    <a:pt x="60537" y="1571837"/>
                  </a:lnTo>
                  <a:lnTo>
                    <a:pt x="75777" y="1568873"/>
                  </a:lnTo>
                  <a:lnTo>
                    <a:pt x="89746" y="1564640"/>
                  </a:lnTo>
                  <a:lnTo>
                    <a:pt x="91017" y="1559137"/>
                  </a:lnTo>
                  <a:lnTo>
                    <a:pt x="91017" y="1556597"/>
                  </a:lnTo>
                  <a:lnTo>
                    <a:pt x="92287" y="1551093"/>
                  </a:lnTo>
                  <a:lnTo>
                    <a:pt x="94827" y="1535853"/>
                  </a:lnTo>
                  <a:lnTo>
                    <a:pt x="92287" y="1521883"/>
                  </a:lnTo>
                  <a:lnTo>
                    <a:pt x="75353" y="1528657"/>
                  </a:lnTo>
                  <a:lnTo>
                    <a:pt x="60113" y="1543897"/>
                  </a:lnTo>
                  <a:lnTo>
                    <a:pt x="46143" y="1549400"/>
                  </a:lnTo>
                  <a:lnTo>
                    <a:pt x="40640" y="1549400"/>
                  </a:lnTo>
                  <a:lnTo>
                    <a:pt x="29633" y="1539663"/>
                  </a:lnTo>
                  <a:lnTo>
                    <a:pt x="25400" y="1535430"/>
                  </a:lnTo>
                  <a:lnTo>
                    <a:pt x="19896" y="1521460"/>
                  </a:lnTo>
                  <a:lnTo>
                    <a:pt x="5927" y="1512993"/>
                  </a:lnTo>
                  <a:lnTo>
                    <a:pt x="19896" y="1514263"/>
                  </a:lnTo>
                  <a:lnTo>
                    <a:pt x="35137" y="1521460"/>
                  </a:lnTo>
                  <a:lnTo>
                    <a:pt x="39370" y="1521460"/>
                  </a:lnTo>
                  <a:lnTo>
                    <a:pt x="53340" y="1534160"/>
                  </a:lnTo>
                  <a:lnTo>
                    <a:pt x="51646" y="1520190"/>
                  </a:lnTo>
                  <a:lnTo>
                    <a:pt x="53340" y="1504950"/>
                  </a:lnTo>
                  <a:lnTo>
                    <a:pt x="67310" y="1501987"/>
                  </a:lnTo>
                  <a:lnTo>
                    <a:pt x="52070" y="1501987"/>
                  </a:lnTo>
                  <a:lnTo>
                    <a:pt x="44027" y="1510453"/>
                  </a:lnTo>
                  <a:lnTo>
                    <a:pt x="30057" y="1507913"/>
                  </a:lnTo>
                  <a:lnTo>
                    <a:pt x="19473" y="1507913"/>
                  </a:lnTo>
                  <a:lnTo>
                    <a:pt x="12277" y="1492673"/>
                  </a:lnTo>
                  <a:lnTo>
                    <a:pt x="23707" y="1501140"/>
                  </a:lnTo>
                  <a:lnTo>
                    <a:pt x="26246" y="1495637"/>
                  </a:lnTo>
                  <a:lnTo>
                    <a:pt x="33020" y="1488863"/>
                  </a:lnTo>
                  <a:lnTo>
                    <a:pt x="33020" y="1484630"/>
                  </a:lnTo>
                  <a:lnTo>
                    <a:pt x="17780" y="1484630"/>
                  </a:lnTo>
                  <a:lnTo>
                    <a:pt x="17780" y="1470660"/>
                  </a:lnTo>
                  <a:lnTo>
                    <a:pt x="33020" y="1469390"/>
                  </a:lnTo>
                  <a:lnTo>
                    <a:pt x="48260" y="1473623"/>
                  </a:lnTo>
                  <a:lnTo>
                    <a:pt x="63500" y="1477857"/>
                  </a:lnTo>
                  <a:lnTo>
                    <a:pt x="78740" y="1471083"/>
                  </a:lnTo>
                  <a:lnTo>
                    <a:pt x="92710" y="1466850"/>
                  </a:lnTo>
                  <a:lnTo>
                    <a:pt x="106680" y="1463887"/>
                  </a:lnTo>
                  <a:lnTo>
                    <a:pt x="121920" y="1462617"/>
                  </a:lnTo>
                  <a:lnTo>
                    <a:pt x="137160" y="1463887"/>
                  </a:lnTo>
                  <a:lnTo>
                    <a:pt x="141393" y="1463887"/>
                  </a:lnTo>
                  <a:lnTo>
                    <a:pt x="158327" y="1465157"/>
                  </a:lnTo>
                  <a:lnTo>
                    <a:pt x="173567" y="1469390"/>
                  </a:lnTo>
                  <a:lnTo>
                    <a:pt x="188807" y="1466427"/>
                  </a:lnTo>
                  <a:lnTo>
                    <a:pt x="202777" y="1455420"/>
                  </a:lnTo>
                  <a:lnTo>
                    <a:pt x="219287" y="1457960"/>
                  </a:lnTo>
                  <a:lnTo>
                    <a:pt x="233257" y="1468967"/>
                  </a:lnTo>
                  <a:lnTo>
                    <a:pt x="244263" y="1482937"/>
                  </a:lnTo>
                  <a:lnTo>
                    <a:pt x="230293" y="1491403"/>
                  </a:lnTo>
                  <a:lnTo>
                    <a:pt x="245533" y="1485900"/>
                  </a:lnTo>
                  <a:lnTo>
                    <a:pt x="261196" y="1488863"/>
                  </a:lnTo>
                  <a:lnTo>
                    <a:pt x="250190" y="1474893"/>
                  </a:lnTo>
                  <a:lnTo>
                    <a:pt x="264160" y="1462193"/>
                  </a:lnTo>
                  <a:lnTo>
                    <a:pt x="275167" y="1457960"/>
                  </a:lnTo>
                  <a:lnTo>
                    <a:pt x="289137" y="1462193"/>
                  </a:lnTo>
                  <a:lnTo>
                    <a:pt x="303107" y="1452457"/>
                  </a:lnTo>
                  <a:lnTo>
                    <a:pt x="318346" y="1449493"/>
                  </a:lnTo>
                  <a:lnTo>
                    <a:pt x="303107" y="1448223"/>
                  </a:lnTo>
                  <a:lnTo>
                    <a:pt x="292100" y="1448223"/>
                  </a:lnTo>
                  <a:lnTo>
                    <a:pt x="290407" y="1448223"/>
                  </a:lnTo>
                  <a:lnTo>
                    <a:pt x="284903" y="1434253"/>
                  </a:lnTo>
                  <a:lnTo>
                    <a:pt x="300143" y="1420283"/>
                  </a:lnTo>
                  <a:lnTo>
                    <a:pt x="315383" y="1406313"/>
                  </a:lnTo>
                  <a:lnTo>
                    <a:pt x="301413" y="1413510"/>
                  </a:lnTo>
                  <a:lnTo>
                    <a:pt x="286173" y="1426210"/>
                  </a:lnTo>
                  <a:lnTo>
                    <a:pt x="283210" y="1441450"/>
                  </a:lnTo>
                  <a:lnTo>
                    <a:pt x="289983" y="1455420"/>
                  </a:lnTo>
                  <a:lnTo>
                    <a:pt x="277707" y="1455420"/>
                  </a:lnTo>
                  <a:lnTo>
                    <a:pt x="262467" y="1459653"/>
                  </a:lnTo>
                  <a:lnTo>
                    <a:pt x="246803" y="1456690"/>
                  </a:lnTo>
                  <a:lnTo>
                    <a:pt x="262467" y="1444413"/>
                  </a:lnTo>
                  <a:lnTo>
                    <a:pt x="259927" y="1444413"/>
                  </a:lnTo>
                  <a:lnTo>
                    <a:pt x="250190" y="1451187"/>
                  </a:lnTo>
                  <a:lnTo>
                    <a:pt x="234950" y="1454150"/>
                  </a:lnTo>
                  <a:lnTo>
                    <a:pt x="219287" y="1452880"/>
                  </a:lnTo>
                  <a:lnTo>
                    <a:pt x="204046" y="1448647"/>
                  </a:lnTo>
                  <a:lnTo>
                    <a:pt x="201083" y="1448647"/>
                  </a:lnTo>
                  <a:lnTo>
                    <a:pt x="199813" y="1446107"/>
                  </a:lnTo>
                  <a:lnTo>
                    <a:pt x="210820" y="1430867"/>
                  </a:lnTo>
                  <a:lnTo>
                    <a:pt x="196850" y="1436370"/>
                  </a:lnTo>
                  <a:lnTo>
                    <a:pt x="192617" y="1450340"/>
                  </a:lnTo>
                  <a:lnTo>
                    <a:pt x="191346" y="1460077"/>
                  </a:lnTo>
                  <a:lnTo>
                    <a:pt x="177377" y="1463040"/>
                  </a:lnTo>
                  <a:lnTo>
                    <a:pt x="163407" y="1460077"/>
                  </a:lnTo>
                  <a:lnTo>
                    <a:pt x="148167" y="1457113"/>
                  </a:lnTo>
                  <a:lnTo>
                    <a:pt x="134196" y="1451610"/>
                  </a:lnTo>
                  <a:lnTo>
                    <a:pt x="118957" y="1457113"/>
                  </a:lnTo>
                  <a:lnTo>
                    <a:pt x="104987" y="1457113"/>
                  </a:lnTo>
                  <a:lnTo>
                    <a:pt x="89746" y="1458383"/>
                  </a:lnTo>
                  <a:lnTo>
                    <a:pt x="75777" y="1465580"/>
                  </a:lnTo>
                  <a:lnTo>
                    <a:pt x="61807" y="1469813"/>
                  </a:lnTo>
                  <a:lnTo>
                    <a:pt x="56303" y="1466850"/>
                  </a:lnTo>
                  <a:lnTo>
                    <a:pt x="41063" y="1457113"/>
                  </a:lnTo>
                  <a:lnTo>
                    <a:pt x="24553" y="1451610"/>
                  </a:lnTo>
                  <a:lnTo>
                    <a:pt x="39793" y="1448647"/>
                  </a:lnTo>
                  <a:lnTo>
                    <a:pt x="24553" y="1434677"/>
                  </a:lnTo>
                  <a:lnTo>
                    <a:pt x="39793" y="1429173"/>
                  </a:lnTo>
                  <a:lnTo>
                    <a:pt x="53763" y="1427903"/>
                  </a:lnTo>
                  <a:lnTo>
                    <a:pt x="67733" y="1424940"/>
                  </a:lnTo>
                  <a:lnTo>
                    <a:pt x="82973" y="1424940"/>
                  </a:lnTo>
                  <a:lnTo>
                    <a:pt x="67733" y="1421977"/>
                  </a:lnTo>
                  <a:lnTo>
                    <a:pt x="53763" y="1424940"/>
                  </a:lnTo>
                  <a:lnTo>
                    <a:pt x="38523" y="1427903"/>
                  </a:lnTo>
                  <a:lnTo>
                    <a:pt x="24553" y="1432137"/>
                  </a:lnTo>
                  <a:lnTo>
                    <a:pt x="31327" y="1416897"/>
                  </a:lnTo>
                  <a:lnTo>
                    <a:pt x="13970" y="1419013"/>
                  </a:lnTo>
                  <a:lnTo>
                    <a:pt x="13970" y="1419013"/>
                  </a:lnTo>
                  <a:close/>
                  <a:moveTo>
                    <a:pt x="15240" y="1462193"/>
                  </a:moveTo>
                  <a:lnTo>
                    <a:pt x="13970" y="1460923"/>
                  </a:lnTo>
                  <a:lnTo>
                    <a:pt x="0" y="1449917"/>
                  </a:lnTo>
                  <a:lnTo>
                    <a:pt x="0" y="1465157"/>
                  </a:lnTo>
                  <a:lnTo>
                    <a:pt x="15240" y="1462193"/>
                  </a:lnTo>
                  <a:close/>
                  <a:moveTo>
                    <a:pt x="20743" y="1580727"/>
                  </a:moveTo>
                  <a:lnTo>
                    <a:pt x="16510" y="1577763"/>
                  </a:lnTo>
                  <a:lnTo>
                    <a:pt x="2540" y="1566757"/>
                  </a:lnTo>
                  <a:lnTo>
                    <a:pt x="6773" y="1581997"/>
                  </a:lnTo>
                  <a:lnTo>
                    <a:pt x="8043" y="1597237"/>
                  </a:lnTo>
                  <a:lnTo>
                    <a:pt x="22013" y="1594273"/>
                  </a:lnTo>
                  <a:lnTo>
                    <a:pt x="20743" y="1580727"/>
                  </a:lnTo>
                  <a:close/>
                  <a:moveTo>
                    <a:pt x="8467" y="1553210"/>
                  </a:moveTo>
                  <a:lnTo>
                    <a:pt x="23707" y="1564217"/>
                  </a:lnTo>
                  <a:lnTo>
                    <a:pt x="11007" y="1550247"/>
                  </a:lnTo>
                  <a:lnTo>
                    <a:pt x="8467" y="1553210"/>
                  </a:lnTo>
                  <a:close/>
                  <a:moveTo>
                    <a:pt x="9737" y="1544743"/>
                  </a:moveTo>
                  <a:lnTo>
                    <a:pt x="8467" y="1547707"/>
                  </a:lnTo>
                  <a:lnTo>
                    <a:pt x="23707" y="1542203"/>
                  </a:lnTo>
                  <a:lnTo>
                    <a:pt x="9737" y="1544743"/>
                  </a:lnTo>
                  <a:close/>
                  <a:moveTo>
                    <a:pt x="33443" y="1336887"/>
                  </a:moveTo>
                  <a:lnTo>
                    <a:pt x="36407" y="1329690"/>
                  </a:lnTo>
                  <a:lnTo>
                    <a:pt x="32173" y="1324187"/>
                  </a:lnTo>
                  <a:lnTo>
                    <a:pt x="18203" y="1327150"/>
                  </a:lnTo>
                  <a:lnTo>
                    <a:pt x="33443" y="1336887"/>
                  </a:lnTo>
                  <a:close/>
                  <a:moveTo>
                    <a:pt x="26670" y="1738630"/>
                  </a:moveTo>
                  <a:lnTo>
                    <a:pt x="21167" y="1753870"/>
                  </a:lnTo>
                  <a:lnTo>
                    <a:pt x="35137" y="1764877"/>
                  </a:lnTo>
                  <a:lnTo>
                    <a:pt x="39370" y="1749637"/>
                  </a:lnTo>
                  <a:lnTo>
                    <a:pt x="38100" y="1739900"/>
                  </a:lnTo>
                  <a:lnTo>
                    <a:pt x="35137" y="1730163"/>
                  </a:lnTo>
                  <a:lnTo>
                    <a:pt x="29633" y="1725930"/>
                  </a:lnTo>
                  <a:lnTo>
                    <a:pt x="26670" y="1738630"/>
                  </a:lnTo>
                  <a:close/>
                  <a:moveTo>
                    <a:pt x="34713" y="1662007"/>
                  </a:moveTo>
                  <a:lnTo>
                    <a:pt x="20743" y="1664970"/>
                  </a:lnTo>
                  <a:lnTo>
                    <a:pt x="23707" y="1680210"/>
                  </a:lnTo>
                  <a:lnTo>
                    <a:pt x="22013" y="1694180"/>
                  </a:lnTo>
                  <a:lnTo>
                    <a:pt x="31750" y="1678940"/>
                  </a:lnTo>
                  <a:lnTo>
                    <a:pt x="45720" y="1683173"/>
                  </a:lnTo>
                  <a:lnTo>
                    <a:pt x="41487" y="1669203"/>
                  </a:lnTo>
                  <a:lnTo>
                    <a:pt x="34713" y="1662007"/>
                  </a:lnTo>
                  <a:close/>
                  <a:moveTo>
                    <a:pt x="46143" y="1639570"/>
                  </a:moveTo>
                  <a:lnTo>
                    <a:pt x="40640" y="1654810"/>
                  </a:lnTo>
                  <a:lnTo>
                    <a:pt x="50377" y="1670050"/>
                  </a:lnTo>
                  <a:lnTo>
                    <a:pt x="57150" y="1674283"/>
                  </a:lnTo>
                  <a:lnTo>
                    <a:pt x="68157" y="1659043"/>
                  </a:lnTo>
                  <a:lnTo>
                    <a:pt x="58420" y="1643803"/>
                  </a:lnTo>
                  <a:lnTo>
                    <a:pt x="46143" y="1639570"/>
                  </a:lnTo>
                  <a:close/>
                  <a:moveTo>
                    <a:pt x="64346" y="1634067"/>
                  </a:moveTo>
                  <a:lnTo>
                    <a:pt x="50377" y="1637030"/>
                  </a:lnTo>
                  <a:lnTo>
                    <a:pt x="64346" y="1639993"/>
                  </a:lnTo>
                  <a:lnTo>
                    <a:pt x="78317" y="1648460"/>
                  </a:lnTo>
                  <a:lnTo>
                    <a:pt x="88053" y="1634490"/>
                  </a:lnTo>
                  <a:lnTo>
                    <a:pt x="78317" y="1623483"/>
                  </a:lnTo>
                  <a:lnTo>
                    <a:pt x="64346" y="1634067"/>
                  </a:lnTo>
                  <a:close/>
                  <a:moveTo>
                    <a:pt x="114300" y="1285240"/>
                  </a:moveTo>
                  <a:lnTo>
                    <a:pt x="100330" y="1282277"/>
                  </a:lnTo>
                  <a:lnTo>
                    <a:pt x="85090" y="1283547"/>
                  </a:lnTo>
                  <a:lnTo>
                    <a:pt x="89323" y="1298787"/>
                  </a:lnTo>
                  <a:lnTo>
                    <a:pt x="104563" y="1297517"/>
                  </a:lnTo>
                  <a:lnTo>
                    <a:pt x="114300" y="1285240"/>
                  </a:lnTo>
                  <a:close/>
                  <a:moveTo>
                    <a:pt x="138007" y="1268307"/>
                  </a:moveTo>
                  <a:lnTo>
                    <a:pt x="124037" y="1265767"/>
                  </a:lnTo>
                  <a:lnTo>
                    <a:pt x="122767" y="1279737"/>
                  </a:lnTo>
                  <a:lnTo>
                    <a:pt x="121496" y="1293707"/>
                  </a:lnTo>
                  <a:lnTo>
                    <a:pt x="135467" y="1282700"/>
                  </a:lnTo>
                  <a:lnTo>
                    <a:pt x="138007" y="1268307"/>
                  </a:lnTo>
                  <a:close/>
                  <a:moveTo>
                    <a:pt x="165946" y="1258570"/>
                  </a:moveTo>
                  <a:lnTo>
                    <a:pt x="167217" y="1257300"/>
                  </a:lnTo>
                  <a:lnTo>
                    <a:pt x="151977" y="1257300"/>
                  </a:lnTo>
                  <a:lnTo>
                    <a:pt x="165946" y="1258570"/>
                  </a:lnTo>
                  <a:close/>
                  <a:moveTo>
                    <a:pt x="156210" y="1262803"/>
                  </a:moveTo>
                  <a:lnTo>
                    <a:pt x="171450" y="1268307"/>
                  </a:lnTo>
                  <a:lnTo>
                    <a:pt x="170180" y="1264073"/>
                  </a:lnTo>
                  <a:lnTo>
                    <a:pt x="156210" y="1262803"/>
                  </a:lnTo>
                  <a:close/>
                  <a:moveTo>
                    <a:pt x="234527" y="1218353"/>
                  </a:moveTo>
                  <a:lnTo>
                    <a:pt x="218863" y="1218353"/>
                  </a:lnTo>
                  <a:lnTo>
                    <a:pt x="238337" y="1225127"/>
                  </a:lnTo>
                  <a:lnTo>
                    <a:pt x="234527" y="1218353"/>
                  </a:lnTo>
                  <a:close/>
                  <a:moveTo>
                    <a:pt x="246803" y="1200150"/>
                  </a:moveTo>
                  <a:lnTo>
                    <a:pt x="231563" y="1200150"/>
                  </a:lnTo>
                  <a:lnTo>
                    <a:pt x="245533" y="1205653"/>
                  </a:lnTo>
                  <a:lnTo>
                    <a:pt x="246803" y="1200150"/>
                  </a:lnTo>
                  <a:close/>
                  <a:moveTo>
                    <a:pt x="322157" y="1184487"/>
                  </a:moveTo>
                  <a:lnTo>
                    <a:pt x="336127" y="1174750"/>
                  </a:lnTo>
                  <a:lnTo>
                    <a:pt x="323427" y="1160780"/>
                  </a:lnTo>
                  <a:lnTo>
                    <a:pt x="320463" y="1174750"/>
                  </a:lnTo>
                  <a:lnTo>
                    <a:pt x="306493" y="1169247"/>
                  </a:lnTo>
                  <a:lnTo>
                    <a:pt x="307763" y="1184487"/>
                  </a:lnTo>
                  <a:lnTo>
                    <a:pt x="322157" y="1184487"/>
                  </a:lnTo>
                  <a:close/>
                  <a:moveTo>
                    <a:pt x="390737" y="1124797"/>
                  </a:moveTo>
                  <a:lnTo>
                    <a:pt x="390737" y="1119293"/>
                  </a:lnTo>
                  <a:lnTo>
                    <a:pt x="376767" y="1110827"/>
                  </a:lnTo>
                  <a:lnTo>
                    <a:pt x="361527" y="1112097"/>
                  </a:lnTo>
                  <a:lnTo>
                    <a:pt x="347557" y="1123527"/>
                  </a:lnTo>
                  <a:lnTo>
                    <a:pt x="362796" y="1127760"/>
                  </a:lnTo>
                  <a:lnTo>
                    <a:pt x="376767" y="1130300"/>
                  </a:lnTo>
                  <a:lnTo>
                    <a:pt x="390737" y="1124797"/>
                  </a:lnTo>
                  <a:close/>
                  <a:moveTo>
                    <a:pt x="376767" y="1156970"/>
                  </a:moveTo>
                  <a:lnTo>
                    <a:pt x="392430" y="1154007"/>
                  </a:lnTo>
                  <a:lnTo>
                    <a:pt x="376767" y="1144270"/>
                  </a:lnTo>
                  <a:lnTo>
                    <a:pt x="362796" y="1154007"/>
                  </a:lnTo>
                  <a:lnTo>
                    <a:pt x="376767" y="1156970"/>
                  </a:lnTo>
                  <a:close/>
                  <a:moveTo>
                    <a:pt x="394970" y="1130300"/>
                  </a:moveTo>
                  <a:lnTo>
                    <a:pt x="381000" y="1135803"/>
                  </a:lnTo>
                  <a:lnTo>
                    <a:pt x="396240" y="1131570"/>
                  </a:lnTo>
                  <a:lnTo>
                    <a:pt x="394970" y="1130300"/>
                  </a:lnTo>
                  <a:close/>
                  <a:moveTo>
                    <a:pt x="401743" y="1147233"/>
                  </a:moveTo>
                  <a:lnTo>
                    <a:pt x="416983" y="1154430"/>
                  </a:lnTo>
                  <a:lnTo>
                    <a:pt x="430953" y="1153160"/>
                  </a:lnTo>
                  <a:lnTo>
                    <a:pt x="423757" y="1137920"/>
                  </a:lnTo>
                  <a:lnTo>
                    <a:pt x="409787" y="1139190"/>
                  </a:lnTo>
                  <a:lnTo>
                    <a:pt x="401743" y="1147233"/>
                  </a:lnTo>
                  <a:close/>
                  <a:moveTo>
                    <a:pt x="405977" y="1107863"/>
                  </a:moveTo>
                  <a:lnTo>
                    <a:pt x="411480" y="1113367"/>
                  </a:lnTo>
                  <a:lnTo>
                    <a:pt x="425450" y="1114637"/>
                  </a:lnTo>
                  <a:lnTo>
                    <a:pt x="440690" y="1110403"/>
                  </a:lnTo>
                  <a:lnTo>
                    <a:pt x="455930" y="1107440"/>
                  </a:lnTo>
                  <a:lnTo>
                    <a:pt x="471170" y="1106170"/>
                  </a:lnTo>
                  <a:lnTo>
                    <a:pt x="486410" y="1101937"/>
                  </a:lnTo>
                  <a:lnTo>
                    <a:pt x="494877" y="1087967"/>
                  </a:lnTo>
                  <a:lnTo>
                    <a:pt x="479637" y="1079500"/>
                  </a:lnTo>
                  <a:lnTo>
                    <a:pt x="465667" y="1082463"/>
                  </a:lnTo>
                  <a:lnTo>
                    <a:pt x="450427" y="1085427"/>
                  </a:lnTo>
                  <a:lnTo>
                    <a:pt x="435187" y="1090930"/>
                  </a:lnTo>
                  <a:lnTo>
                    <a:pt x="450427" y="1095163"/>
                  </a:lnTo>
                  <a:lnTo>
                    <a:pt x="436457" y="1095163"/>
                  </a:lnTo>
                  <a:lnTo>
                    <a:pt x="421217" y="1095163"/>
                  </a:lnTo>
                  <a:lnTo>
                    <a:pt x="405977" y="1107863"/>
                  </a:lnTo>
                  <a:close/>
                  <a:moveTo>
                    <a:pt x="466090" y="1067647"/>
                  </a:moveTo>
                  <a:lnTo>
                    <a:pt x="452120" y="1060873"/>
                  </a:lnTo>
                  <a:lnTo>
                    <a:pt x="438150" y="1070610"/>
                  </a:lnTo>
                  <a:lnTo>
                    <a:pt x="422910" y="1073573"/>
                  </a:lnTo>
                  <a:lnTo>
                    <a:pt x="408940" y="1076537"/>
                  </a:lnTo>
                  <a:lnTo>
                    <a:pt x="422910" y="1076537"/>
                  </a:lnTo>
                  <a:lnTo>
                    <a:pt x="439420" y="1079077"/>
                  </a:lnTo>
                  <a:lnTo>
                    <a:pt x="456353" y="1076537"/>
                  </a:lnTo>
                  <a:lnTo>
                    <a:pt x="466090" y="1067647"/>
                  </a:lnTo>
                  <a:close/>
                  <a:moveTo>
                    <a:pt x="439420" y="1120563"/>
                  </a:moveTo>
                  <a:lnTo>
                    <a:pt x="425450" y="1121833"/>
                  </a:lnTo>
                  <a:lnTo>
                    <a:pt x="441960" y="1128607"/>
                  </a:lnTo>
                  <a:lnTo>
                    <a:pt x="439420" y="1120563"/>
                  </a:lnTo>
                  <a:close/>
                  <a:moveTo>
                    <a:pt x="703157" y="887730"/>
                  </a:moveTo>
                  <a:lnTo>
                    <a:pt x="687917" y="897467"/>
                  </a:lnTo>
                  <a:lnTo>
                    <a:pt x="703157" y="893233"/>
                  </a:lnTo>
                  <a:lnTo>
                    <a:pt x="718396" y="887730"/>
                  </a:lnTo>
                  <a:lnTo>
                    <a:pt x="703157" y="887730"/>
                  </a:lnTo>
                  <a:close/>
                  <a:moveTo>
                    <a:pt x="701887" y="896197"/>
                  </a:moveTo>
                  <a:lnTo>
                    <a:pt x="715857" y="894927"/>
                  </a:lnTo>
                  <a:lnTo>
                    <a:pt x="731096" y="903393"/>
                  </a:lnTo>
                  <a:lnTo>
                    <a:pt x="745067" y="893657"/>
                  </a:lnTo>
                  <a:lnTo>
                    <a:pt x="729827" y="889423"/>
                  </a:lnTo>
                  <a:lnTo>
                    <a:pt x="715857" y="892387"/>
                  </a:lnTo>
                  <a:lnTo>
                    <a:pt x="701887" y="896197"/>
                  </a:lnTo>
                  <a:close/>
                  <a:moveTo>
                    <a:pt x="745067" y="955887"/>
                  </a:moveTo>
                  <a:lnTo>
                    <a:pt x="759037" y="954617"/>
                  </a:lnTo>
                  <a:lnTo>
                    <a:pt x="743796" y="949113"/>
                  </a:lnTo>
                  <a:lnTo>
                    <a:pt x="726863" y="936413"/>
                  </a:lnTo>
                  <a:lnTo>
                    <a:pt x="729827" y="951653"/>
                  </a:lnTo>
                  <a:lnTo>
                    <a:pt x="745067" y="955887"/>
                  </a:lnTo>
                  <a:close/>
                  <a:moveTo>
                    <a:pt x="746337" y="926677"/>
                  </a:moveTo>
                  <a:lnTo>
                    <a:pt x="731096" y="927947"/>
                  </a:lnTo>
                  <a:lnTo>
                    <a:pt x="746337" y="938953"/>
                  </a:lnTo>
                  <a:lnTo>
                    <a:pt x="746337" y="926677"/>
                  </a:lnTo>
                  <a:close/>
                  <a:moveTo>
                    <a:pt x="751840" y="937683"/>
                  </a:moveTo>
                  <a:lnTo>
                    <a:pt x="750570" y="944880"/>
                  </a:lnTo>
                  <a:lnTo>
                    <a:pt x="765810" y="944880"/>
                  </a:lnTo>
                  <a:lnTo>
                    <a:pt x="751840" y="937683"/>
                  </a:lnTo>
                  <a:close/>
                  <a:moveTo>
                    <a:pt x="800946" y="862330"/>
                  </a:moveTo>
                  <a:lnTo>
                    <a:pt x="799677" y="862330"/>
                  </a:lnTo>
                  <a:lnTo>
                    <a:pt x="785707" y="862330"/>
                  </a:lnTo>
                  <a:lnTo>
                    <a:pt x="771736" y="873337"/>
                  </a:lnTo>
                  <a:lnTo>
                    <a:pt x="785707" y="870373"/>
                  </a:lnTo>
                  <a:lnTo>
                    <a:pt x="800946" y="862330"/>
                  </a:lnTo>
                  <a:close/>
                  <a:moveTo>
                    <a:pt x="797983" y="787400"/>
                  </a:moveTo>
                  <a:lnTo>
                    <a:pt x="803486" y="791633"/>
                  </a:lnTo>
                  <a:lnTo>
                    <a:pt x="817457" y="791633"/>
                  </a:lnTo>
                  <a:lnTo>
                    <a:pt x="811953" y="777663"/>
                  </a:lnTo>
                  <a:lnTo>
                    <a:pt x="797983" y="787400"/>
                  </a:lnTo>
                  <a:close/>
                  <a:moveTo>
                    <a:pt x="878840" y="749300"/>
                  </a:moveTo>
                  <a:lnTo>
                    <a:pt x="883073" y="748030"/>
                  </a:lnTo>
                  <a:lnTo>
                    <a:pt x="901277" y="739563"/>
                  </a:lnTo>
                  <a:lnTo>
                    <a:pt x="915246" y="736600"/>
                  </a:lnTo>
                  <a:lnTo>
                    <a:pt x="901277" y="732367"/>
                  </a:lnTo>
                  <a:lnTo>
                    <a:pt x="891540" y="731097"/>
                  </a:lnTo>
                  <a:lnTo>
                    <a:pt x="876300" y="736600"/>
                  </a:lnTo>
                  <a:lnTo>
                    <a:pt x="865293" y="751840"/>
                  </a:lnTo>
                  <a:lnTo>
                    <a:pt x="878840" y="749300"/>
                  </a:lnTo>
                  <a:close/>
                  <a:moveTo>
                    <a:pt x="890270" y="711623"/>
                  </a:moveTo>
                  <a:lnTo>
                    <a:pt x="872067" y="704850"/>
                  </a:lnTo>
                  <a:lnTo>
                    <a:pt x="866563" y="718820"/>
                  </a:lnTo>
                  <a:lnTo>
                    <a:pt x="880533" y="726017"/>
                  </a:lnTo>
                  <a:lnTo>
                    <a:pt x="895773" y="718820"/>
                  </a:lnTo>
                  <a:lnTo>
                    <a:pt x="890270" y="711623"/>
                  </a:lnTo>
                  <a:close/>
                  <a:moveTo>
                    <a:pt x="920750" y="444077"/>
                  </a:moveTo>
                  <a:lnTo>
                    <a:pt x="911013" y="458047"/>
                  </a:lnTo>
                  <a:lnTo>
                    <a:pt x="926253" y="462280"/>
                  </a:lnTo>
                  <a:lnTo>
                    <a:pt x="934296" y="455507"/>
                  </a:lnTo>
                  <a:lnTo>
                    <a:pt x="937260" y="451273"/>
                  </a:lnTo>
                  <a:lnTo>
                    <a:pt x="942763" y="444500"/>
                  </a:lnTo>
                  <a:lnTo>
                    <a:pt x="939800" y="430530"/>
                  </a:lnTo>
                  <a:lnTo>
                    <a:pt x="925830" y="438997"/>
                  </a:lnTo>
                  <a:lnTo>
                    <a:pt x="920750" y="444077"/>
                  </a:lnTo>
                  <a:close/>
                  <a:moveTo>
                    <a:pt x="929217" y="703580"/>
                  </a:moveTo>
                  <a:lnTo>
                    <a:pt x="915246" y="709083"/>
                  </a:lnTo>
                  <a:lnTo>
                    <a:pt x="929217" y="704850"/>
                  </a:lnTo>
                  <a:lnTo>
                    <a:pt x="929217" y="703580"/>
                  </a:lnTo>
                  <a:close/>
                  <a:moveTo>
                    <a:pt x="940223" y="696383"/>
                  </a:moveTo>
                  <a:lnTo>
                    <a:pt x="938953" y="692150"/>
                  </a:lnTo>
                  <a:lnTo>
                    <a:pt x="924983" y="700617"/>
                  </a:lnTo>
                  <a:lnTo>
                    <a:pt x="940223" y="696383"/>
                  </a:lnTo>
                  <a:close/>
                  <a:moveTo>
                    <a:pt x="946996" y="442807"/>
                  </a:moveTo>
                  <a:lnTo>
                    <a:pt x="960967" y="442807"/>
                  </a:lnTo>
                  <a:lnTo>
                    <a:pt x="970703" y="433070"/>
                  </a:lnTo>
                  <a:lnTo>
                    <a:pt x="974936" y="426297"/>
                  </a:lnTo>
                  <a:lnTo>
                    <a:pt x="960967" y="422063"/>
                  </a:lnTo>
                  <a:lnTo>
                    <a:pt x="945303" y="436033"/>
                  </a:lnTo>
                  <a:lnTo>
                    <a:pt x="946996" y="442807"/>
                  </a:lnTo>
                  <a:close/>
                  <a:moveTo>
                    <a:pt x="966893" y="615527"/>
                  </a:moveTo>
                  <a:lnTo>
                    <a:pt x="982133" y="614257"/>
                  </a:lnTo>
                  <a:lnTo>
                    <a:pt x="996103" y="612987"/>
                  </a:lnTo>
                  <a:lnTo>
                    <a:pt x="980863" y="611717"/>
                  </a:lnTo>
                  <a:lnTo>
                    <a:pt x="966893" y="615527"/>
                  </a:lnTo>
                  <a:close/>
                  <a:moveTo>
                    <a:pt x="989330" y="421640"/>
                  </a:moveTo>
                  <a:lnTo>
                    <a:pt x="979593" y="435610"/>
                  </a:lnTo>
                  <a:lnTo>
                    <a:pt x="994833" y="427143"/>
                  </a:lnTo>
                  <a:lnTo>
                    <a:pt x="1008803" y="424603"/>
                  </a:lnTo>
                  <a:lnTo>
                    <a:pt x="1022773" y="419100"/>
                  </a:lnTo>
                  <a:lnTo>
                    <a:pt x="1038013" y="417830"/>
                  </a:lnTo>
                  <a:lnTo>
                    <a:pt x="1050713" y="408093"/>
                  </a:lnTo>
                  <a:lnTo>
                    <a:pt x="1036743" y="408093"/>
                  </a:lnTo>
                  <a:lnTo>
                    <a:pt x="1021503" y="398357"/>
                  </a:lnTo>
                  <a:lnTo>
                    <a:pt x="1006263" y="405130"/>
                  </a:lnTo>
                  <a:lnTo>
                    <a:pt x="991023" y="403860"/>
                  </a:lnTo>
                  <a:lnTo>
                    <a:pt x="995257" y="412327"/>
                  </a:lnTo>
                  <a:lnTo>
                    <a:pt x="981286" y="415290"/>
                  </a:lnTo>
                  <a:lnTo>
                    <a:pt x="989330" y="421640"/>
                  </a:lnTo>
                  <a:close/>
                  <a:moveTo>
                    <a:pt x="1054947" y="407670"/>
                  </a:moveTo>
                  <a:lnTo>
                    <a:pt x="1059180" y="407670"/>
                  </a:lnTo>
                  <a:lnTo>
                    <a:pt x="1057910" y="397933"/>
                  </a:lnTo>
                  <a:lnTo>
                    <a:pt x="1042670" y="394970"/>
                  </a:lnTo>
                  <a:lnTo>
                    <a:pt x="1054947" y="407670"/>
                  </a:lnTo>
                  <a:close/>
                  <a:moveTo>
                    <a:pt x="1047750" y="566843"/>
                  </a:moveTo>
                  <a:lnTo>
                    <a:pt x="1049443" y="578273"/>
                  </a:lnTo>
                  <a:lnTo>
                    <a:pt x="1063413" y="579543"/>
                  </a:lnTo>
                  <a:lnTo>
                    <a:pt x="1063413" y="565573"/>
                  </a:lnTo>
                  <a:lnTo>
                    <a:pt x="1047750" y="566843"/>
                  </a:lnTo>
                  <a:close/>
                  <a:moveTo>
                    <a:pt x="1062990" y="410633"/>
                  </a:moveTo>
                  <a:lnTo>
                    <a:pt x="1076960" y="416137"/>
                  </a:lnTo>
                  <a:lnTo>
                    <a:pt x="1092200" y="410633"/>
                  </a:lnTo>
                  <a:lnTo>
                    <a:pt x="1107440" y="405130"/>
                  </a:lnTo>
                  <a:lnTo>
                    <a:pt x="1122680" y="403860"/>
                  </a:lnTo>
                  <a:lnTo>
                    <a:pt x="1135380" y="397087"/>
                  </a:lnTo>
                  <a:lnTo>
                    <a:pt x="1139613" y="392853"/>
                  </a:lnTo>
                  <a:lnTo>
                    <a:pt x="1149350" y="378883"/>
                  </a:lnTo>
                  <a:lnTo>
                    <a:pt x="1135380" y="380153"/>
                  </a:lnTo>
                  <a:lnTo>
                    <a:pt x="1119717" y="391160"/>
                  </a:lnTo>
                  <a:lnTo>
                    <a:pt x="1116753" y="382693"/>
                  </a:lnTo>
                  <a:lnTo>
                    <a:pt x="1102783" y="382693"/>
                  </a:lnTo>
                  <a:lnTo>
                    <a:pt x="1087543" y="386927"/>
                  </a:lnTo>
                  <a:lnTo>
                    <a:pt x="1076536" y="402167"/>
                  </a:lnTo>
                  <a:lnTo>
                    <a:pt x="1062567" y="407670"/>
                  </a:lnTo>
                  <a:lnTo>
                    <a:pt x="1063836" y="408940"/>
                  </a:lnTo>
                  <a:lnTo>
                    <a:pt x="1062990" y="410633"/>
                  </a:lnTo>
                  <a:close/>
                  <a:moveTo>
                    <a:pt x="1127336" y="361527"/>
                  </a:moveTo>
                  <a:lnTo>
                    <a:pt x="1134533" y="361527"/>
                  </a:lnTo>
                  <a:lnTo>
                    <a:pt x="1148503" y="358987"/>
                  </a:lnTo>
                  <a:lnTo>
                    <a:pt x="1165436" y="354753"/>
                  </a:lnTo>
                  <a:lnTo>
                    <a:pt x="1179407" y="349250"/>
                  </a:lnTo>
                  <a:lnTo>
                    <a:pt x="1181947" y="345017"/>
                  </a:lnTo>
                  <a:lnTo>
                    <a:pt x="1167977" y="336550"/>
                  </a:lnTo>
                  <a:lnTo>
                    <a:pt x="1173480" y="322580"/>
                  </a:lnTo>
                  <a:lnTo>
                    <a:pt x="1159510" y="312843"/>
                  </a:lnTo>
                  <a:lnTo>
                    <a:pt x="1144270" y="301837"/>
                  </a:lnTo>
                  <a:lnTo>
                    <a:pt x="1144270" y="315807"/>
                  </a:lnTo>
                  <a:lnTo>
                    <a:pt x="1140036" y="331047"/>
                  </a:lnTo>
                  <a:lnTo>
                    <a:pt x="1132840" y="322580"/>
                  </a:lnTo>
                  <a:lnTo>
                    <a:pt x="1132840" y="329353"/>
                  </a:lnTo>
                  <a:lnTo>
                    <a:pt x="1117600" y="332317"/>
                  </a:lnTo>
                  <a:lnTo>
                    <a:pt x="1101090" y="326813"/>
                  </a:lnTo>
                  <a:lnTo>
                    <a:pt x="1090083" y="340783"/>
                  </a:lnTo>
                  <a:lnTo>
                    <a:pt x="1074843" y="350520"/>
                  </a:lnTo>
                  <a:lnTo>
                    <a:pt x="1090083" y="357717"/>
                  </a:lnTo>
                  <a:lnTo>
                    <a:pt x="1104053" y="346710"/>
                  </a:lnTo>
                  <a:lnTo>
                    <a:pt x="1119293" y="349673"/>
                  </a:lnTo>
                  <a:lnTo>
                    <a:pt x="1134957" y="341207"/>
                  </a:lnTo>
                  <a:lnTo>
                    <a:pt x="1148927" y="344170"/>
                  </a:lnTo>
                  <a:lnTo>
                    <a:pt x="1134957" y="349673"/>
                  </a:lnTo>
                  <a:lnTo>
                    <a:pt x="1119293" y="352637"/>
                  </a:lnTo>
                  <a:lnTo>
                    <a:pt x="1127336" y="361527"/>
                  </a:lnTo>
                  <a:close/>
                  <a:moveTo>
                    <a:pt x="1132840" y="320040"/>
                  </a:moveTo>
                  <a:lnTo>
                    <a:pt x="1132840" y="313267"/>
                  </a:lnTo>
                  <a:lnTo>
                    <a:pt x="1117600" y="320040"/>
                  </a:lnTo>
                  <a:lnTo>
                    <a:pt x="1132840" y="320040"/>
                  </a:lnTo>
                  <a:close/>
                  <a:moveTo>
                    <a:pt x="1138343" y="458047"/>
                  </a:moveTo>
                  <a:lnTo>
                    <a:pt x="1140036" y="458047"/>
                  </a:lnTo>
                  <a:lnTo>
                    <a:pt x="1154007" y="456777"/>
                  </a:lnTo>
                  <a:lnTo>
                    <a:pt x="1167977" y="452543"/>
                  </a:lnTo>
                  <a:lnTo>
                    <a:pt x="1152736" y="445347"/>
                  </a:lnTo>
                  <a:lnTo>
                    <a:pt x="1138767" y="452543"/>
                  </a:lnTo>
                  <a:lnTo>
                    <a:pt x="1138767" y="453813"/>
                  </a:lnTo>
                  <a:lnTo>
                    <a:pt x="1138767" y="456777"/>
                  </a:lnTo>
                  <a:lnTo>
                    <a:pt x="1138767" y="458047"/>
                  </a:lnTo>
                  <a:close/>
                  <a:moveTo>
                    <a:pt x="1184486" y="345017"/>
                  </a:moveTo>
                  <a:lnTo>
                    <a:pt x="1188720" y="358987"/>
                  </a:lnTo>
                  <a:lnTo>
                    <a:pt x="1174750" y="363220"/>
                  </a:lnTo>
                  <a:lnTo>
                    <a:pt x="1160780" y="364490"/>
                  </a:lnTo>
                  <a:lnTo>
                    <a:pt x="1167977" y="378460"/>
                  </a:lnTo>
                  <a:lnTo>
                    <a:pt x="1154007" y="388197"/>
                  </a:lnTo>
                  <a:lnTo>
                    <a:pt x="1149773" y="403437"/>
                  </a:lnTo>
                  <a:lnTo>
                    <a:pt x="1165013" y="392430"/>
                  </a:lnTo>
                  <a:lnTo>
                    <a:pt x="1181523" y="385657"/>
                  </a:lnTo>
                  <a:lnTo>
                    <a:pt x="1195493" y="381423"/>
                  </a:lnTo>
                  <a:lnTo>
                    <a:pt x="1182793" y="396663"/>
                  </a:lnTo>
                  <a:lnTo>
                    <a:pt x="1196763" y="397933"/>
                  </a:lnTo>
                  <a:lnTo>
                    <a:pt x="1210733" y="402167"/>
                  </a:lnTo>
                  <a:lnTo>
                    <a:pt x="1220470" y="388197"/>
                  </a:lnTo>
                  <a:lnTo>
                    <a:pt x="1234440" y="375497"/>
                  </a:lnTo>
                  <a:lnTo>
                    <a:pt x="1237403" y="390737"/>
                  </a:lnTo>
                  <a:lnTo>
                    <a:pt x="1251373" y="381000"/>
                  </a:lnTo>
                  <a:lnTo>
                    <a:pt x="1258147" y="367030"/>
                  </a:lnTo>
                  <a:lnTo>
                    <a:pt x="1272117" y="365760"/>
                  </a:lnTo>
                  <a:lnTo>
                    <a:pt x="1286086" y="365760"/>
                  </a:lnTo>
                  <a:lnTo>
                    <a:pt x="1301327" y="364490"/>
                  </a:lnTo>
                  <a:lnTo>
                    <a:pt x="1308100" y="354753"/>
                  </a:lnTo>
                  <a:lnTo>
                    <a:pt x="1306830" y="340783"/>
                  </a:lnTo>
                  <a:lnTo>
                    <a:pt x="1309370" y="326813"/>
                  </a:lnTo>
                  <a:lnTo>
                    <a:pt x="1294130" y="322580"/>
                  </a:lnTo>
                  <a:lnTo>
                    <a:pt x="1280160" y="319617"/>
                  </a:lnTo>
                  <a:lnTo>
                    <a:pt x="1266190" y="322580"/>
                  </a:lnTo>
                  <a:lnTo>
                    <a:pt x="1267460" y="336550"/>
                  </a:lnTo>
                  <a:lnTo>
                    <a:pt x="1253490" y="337820"/>
                  </a:lnTo>
                  <a:lnTo>
                    <a:pt x="1247986" y="346287"/>
                  </a:lnTo>
                  <a:lnTo>
                    <a:pt x="1234017" y="354753"/>
                  </a:lnTo>
                  <a:lnTo>
                    <a:pt x="1220047" y="367453"/>
                  </a:lnTo>
                  <a:lnTo>
                    <a:pt x="1225550" y="353483"/>
                  </a:lnTo>
                  <a:lnTo>
                    <a:pt x="1240790" y="346287"/>
                  </a:lnTo>
                  <a:lnTo>
                    <a:pt x="1242060" y="332317"/>
                  </a:lnTo>
                  <a:lnTo>
                    <a:pt x="1226820" y="339090"/>
                  </a:lnTo>
                  <a:lnTo>
                    <a:pt x="1235286" y="323850"/>
                  </a:lnTo>
                  <a:lnTo>
                    <a:pt x="1235286" y="309880"/>
                  </a:lnTo>
                  <a:lnTo>
                    <a:pt x="1232323" y="308610"/>
                  </a:lnTo>
                  <a:lnTo>
                    <a:pt x="1223857" y="308610"/>
                  </a:lnTo>
                  <a:lnTo>
                    <a:pt x="1208617" y="308610"/>
                  </a:lnTo>
                  <a:lnTo>
                    <a:pt x="1203113" y="312843"/>
                  </a:lnTo>
                  <a:lnTo>
                    <a:pt x="1204383" y="326813"/>
                  </a:lnTo>
                  <a:lnTo>
                    <a:pt x="1195917" y="340783"/>
                  </a:lnTo>
                  <a:lnTo>
                    <a:pt x="1209886" y="345017"/>
                  </a:lnTo>
                  <a:lnTo>
                    <a:pt x="1195917" y="342477"/>
                  </a:lnTo>
                  <a:lnTo>
                    <a:pt x="1184486" y="345017"/>
                  </a:lnTo>
                  <a:close/>
                  <a:moveTo>
                    <a:pt x="1209463" y="306070"/>
                  </a:moveTo>
                  <a:lnTo>
                    <a:pt x="1223433" y="301837"/>
                  </a:lnTo>
                  <a:lnTo>
                    <a:pt x="1238673" y="290830"/>
                  </a:lnTo>
                  <a:lnTo>
                    <a:pt x="1252643" y="281093"/>
                  </a:lnTo>
                  <a:lnTo>
                    <a:pt x="1259417" y="265853"/>
                  </a:lnTo>
                  <a:lnTo>
                    <a:pt x="1244177" y="261620"/>
                  </a:lnTo>
                  <a:lnTo>
                    <a:pt x="1230207" y="267123"/>
                  </a:lnTo>
                  <a:lnTo>
                    <a:pt x="1219200" y="281093"/>
                  </a:lnTo>
                  <a:lnTo>
                    <a:pt x="1205230" y="283633"/>
                  </a:lnTo>
                  <a:lnTo>
                    <a:pt x="1191260" y="297603"/>
                  </a:lnTo>
                  <a:lnTo>
                    <a:pt x="1184063" y="312843"/>
                  </a:lnTo>
                  <a:lnTo>
                    <a:pt x="1198033" y="314113"/>
                  </a:lnTo>
                  <a:lnTo>
                    <a:pt x="1209463" y="306070"/>
                  </a:lnTo>
                  <a:close/>
                  <a:moveTo>
                    <a:pt x="1209463" y="439843"/>
                  </a:moveTo>
                  <a:lnTo>
                    <a:pt x="1195493" y="445347"/>
                  </a:lnTo>
                  <a:lnTo>
                    <a:pt x="1209463" y="446617"/>
                  </a:lnTo>
                  <a:lnTo>
                    <a:pt x="1224703" y="445347"/>
                  </a:lnTo>
                  <a:lnTo>
                    <a:pt x="1238673" y="442807"/>
                  </a:lnTo>
                  <a:lnTo>
                    <a:pt x="1223433" y="441537"/>
                  </a:lnTo>
                  <a:lnTo>
                    <a:pt x="1209463" y="439843"/>
                  </a:lnTo>
                  <a:close/>
                  <a:moveTo>
                    <a:pt x="1261110" y="379730"/>
                  </a:moveTo>
                  <a:lnTo>
                    <a:pt x="1276350" y="386927"/>
                  </a:lnTo>
                  <a:lnTo>
                    <a:pt x="1291590" y="385657"/>
                  </a:lnTo>
                  <a:lnTo>
                    <a:pt x="1294130" y="371687"/>
                  </a:lnTo>
                  <a:lnTo>
                    <a:pt x="1280160" y="368723"/>
                  </a:lnTo>
                  <a:lnTo>
                    <a:pt x="1266190" y="374227"/>
                  </a:lnTo>
                  <a:lnTo>
                    <a:pt x="1261110" y="379730"/>
                  </a:lnTo>
                  <a:close/>
                  <a:moveTo>
                    <a:pt x="1300057" y="320040"/>
                  </a:moveTo>
                  <a:lnTo>
                    <a:pt x="1314027" y="313267"/>
                  </a:lnTo>
                  <a:lnTo>
                    <a:pt x="1298786" y="309033"/>
                  </a:lnTo>
                  <a:lnTo>
                    <a:pt x="1284817" y="315807"/>
                  </a:lnTo>
                  <a:lnTo>
                    <a:pt x="1300057" y="320040"/>
                  </a:lnTo>
                  <a:close/>
                  <a:moveTo>
                    <a:pt x="1349163" y="264160"/>
                  </a:moveTo>
                  <a:lnTo>
                    <a:pt x="1364403" y="262890"/>
                  </a:lnTo>
                  <a:lnTo>
                    <a:pt x="1349163" y="269663"/>
                  </a:lnTo>
                  <a:lnTo>
                    <a:pt x="1364403" y="276860"/>
                  </a:lnTo>
                  <a:lnTo>
                    <a:pt x="1349163" y="282363"/>
                  </a:lnTo>
                  <a:lnTo>
                    <a:pt x="1335193" y="286597"/>
                  </a:lnTo>
                  <a:lnTo>
                    <a:pt x="1349163" y="292100"/>
                  </a:lnTo>
                  <a:lnTo>
                    <a:pt x="1364403" y="292100"/>
                  </a:lnTo>
                  <a:lnTo>
                    <a:pt x="1378373" y="289137"/>
                  </a:lnTo>
                  <a:lnTo>
                    <a:pt x="1393613" y="280670"/>
                  </a:lnTo>
                  <a:lnTo>
                    <a:pt x="1408853" y="280670"/>
                  </a:lnTo>
                  <a:lnTo>
                    <a:pt x="1424093" y="280670"/>
                  </a:lnTo>
                  <a:lnTo>
                    <a:pt x="1441027" y="280670"/>
                  </a:lnTo>
                  <a:lnTo>
                    <a:pt x="1454997" y="278130"/>
                  </a:lnTo>
                  <a:lnTo>
                    <a:pt x="1441027" y="270933"/>
                  </a:lnTo>
                  <a:lnTo>
                    <a:pt x="1450763" y="267970"/>
                  </a:lnTo>
                  <a:lnTo>
                    <a:pt x="1457536" y="254000"/>
                  </a:lnTo>
                  <a:lnTo>
                    <a:pt x="1457536" y="240030"/>
                  </a:lnTo>
                  <a:lnTo>
                    <a:pt x="1442297" y="244263"/>
                  </a:lnTo>
                  <a:lnTo>
                    <a:pt x="1457536" y="237490"/>
                  </a:lnTo>
                  <a:lnTo>
                    <a:pt x="1442297" y="233257"/>
                  </a:lnTo>
                  <a:lnTo>
                    <a:pt x="1428327" y="226483"/>
                  </a:lnTo>
                  <a:lnTo>
                    <a:pt x="1414357" y="219710"/>
                  </a:lnTo>
                  <a:lnTo>
                    <a:pt x="1418590" y="233680"/>
                  </a:lnTo>
                  <a:lnTo>
                    <a:pt x="1404620" y="222250"/>
                  </a:lnTo>
                  <a:lnTo>
                    <a:pt x="1415627" y="236220"/>
                  </a:lnTo>
                  <a:lnTo>
                    <a:pt x="1400386" y="234950"/>
                  </a:lnTo>
                  <a:lnTo>
                    <a:pt x="1385147" y="227753"/>
                  </a:lnTo>
                  <a:lnTo>
                    <a:pt x="1368636" y="231987"/>
                  </a:lnTo>
                  <a:lnTo>
                    <a:pt x="1385147" y="241723"/>
                  </a:lnTo>
                  <a:lnTo>
                    <a:pt x="1399117" y="241723"/>
                  </a:lnTo>
                  <a:lnTo>
                    <a:pt x="1383877" y="244263"/>
                  </a:lnTo>
                  <a:lnTo>
                    <a:pt x="1380913" y="247227"/>
                  </a:lnTo>
                  <a:lnTo>
                    <a:pt x="1376680" y="247227"/>
                  </a:lnTo>
                  <a:lnTo>
                    <a:pt x="1362710" y="245957"/>
                  </a:lnTo>
                  <a:lnTo>
                    <a:pt x="1348740" y="247227"/>
                  </a:lnTo>
                  <a:lnTo>
                    <a:pt x="1333500" y="250190"/>
                  </a:lnTo>
                  <a:lnTo>
                    <a:pt x="1347470" y="253153"/>
                  </a:lnTo>
                  <a:lnTo>
                    <a:pt x="1350010" y="253153"/>
                  </a:lnTo>
                  <a:lnTo>
                    <a:pt x="1349163" y="264160"/>
                  </a:lnTo>
                  <a:close/>
                  <a:moveTo>
                    <a:pt x="1364403" y="339513"/>
                  </a:moveTo>
                  <a:lnTo>
                    <a:pt x="1363133" y="328507"/>
                  </a:lnTo>
                  <a:lnTo>
                    <a:pt x="1349163" y="327237"/>
                  </a:lnTo>
                  <a:lnTo>
                    <a:pt x="1335193" y="341207"/>
                  </a:lnTo>
                  <a:lnTo>
                    <a:pt x="1349163" y="339937"/>
                  </a:lnTo>
                  <a:lnTo>
                    <a:pt x="1364403" y="339937"/>
                  </a:lnTo>
                  <a:close/>
                  <a:moveTo>
                    <a:pt x="1365673" y="321310"/>
                  </a:moveTo>
                  <a:lnTo>
                    <a:pt x="1382607" y="331047"/>
                  </a:lnTo>
                  <a:lnTo>
                    <a:pt x="1397847" y="325543"/>
                  </a:lnTo>
                  <a:lnTo>
                    <a:pt x="1384300" y="314113"/>
                  </a:lnTo>
                  <a:lnTo>
                    <a:pt x="1367367" y="314113"/>
                  </a:lnTo>
                  <a:lnTo>
                    <a:pt x="1365673" y="321310"/>
                  </a:lnTo>
                  <a:close/>
                  <a:moveTo>
                    <a:pt x="1540086" y="207010"/>
                  </a:moveTo>
                  <a:lnTo>
                    <a:pt x="1546860" y="204470"/>
                  </a:lnTo>
                  <a:lnTo>
                    <a:pt x="1562100" y="193040"/>
                  </a:lnTo>
                  <a:lnTo>
                    <a:pt x="1548130" y="186267"/>
                  </a:lnTo>
                  <a:lnTo>
                    <a:pt x="1534160" y="179070"/>
                  </a:lnTo>
                  <a:lnTo>
                    <a:pt x="1518920" y="182033"/>
                  </a:lnTo>
                  <a:lnTo>
                    <a:pt x="1532890" y="190500"/>
                  </a:lnTo>
                  <a:lnTo>
                    <a:pt x="1521883" y="204470"/>
                  </a:lnTo>
                  <a:lnTo>
                    <a:pt x="1513417" y="189230"/>
                  </a:lnTo>
                  <a:lnTo>
                    <a:pt x="1496483" y="203200"/>
                  </a:lnTo>
                  <a:lnTo>
                    <a:pt x="1511723" y="206163"/>
                  </a:lnTo>
                  <a:lnTo>
                    <a:pt x="1496483" y="204893"/>
                  </a:lnTo>
                  <a:lnTo>
                    <a:pt x="1481243" y="214630"/>
                  </a:lnTo>
                  <a:lnTo>
                    <a:pt x="1496483" y="214630"/>
                  </a:lnTo>
                  <a:lnTo>
                    <a:pt x="1479973" y="217593"/>
                  </a:lnTo>
                  <a:lnTo>
                    <a:pt x="1466003" y="226060"/>
                  </a:lnTo>
                  <a:lnTo>
                    <a:pt x="1481243" y="230293"/>
                  </a:lnTo>
                  <a:lnTo>
                    <a:pt x="1495213" y="229023"/>
                  </a:lnTo>
                  <a:lnTo>
                    <a:pt x="1510453" y="226060"/>
                  </a:lnTo>
                  <a:lnTo>
                    <a:pt x="1524423" y="223097"/>
                  </a:lnTo>
                  <a:lnTo>
                    <a:pt x="1538393" y="221827"/>
                  </a:lnTo>
                  <a:lnTo>
                    <a:pt x="1540086" y="207010"/>
                  </a:lnTo>
                  <a:close/>
                  <a:moveTo>
                    <a:pt x="1535853" y="162137"/>
                  </a:moveTo>
                  <a:lnTo>
                    <a:pt x="1537123" y="176107"/>
                  </a:lnTo>
                  <a:lnTo>
                    <a:pt x="1554057" y="183303"/>
                  </a:lnTo>
                  <a:lnTo>
                    <a:pt x="1569297" y="191770"/>
                  </a:lnTo>
                  <a:lnTo>
                    <a:pt x="1584536" y="188807"/>
                  </a:lnTo>
                  <a:lnTo>
                    <a:pt x="1599777" y="183303"/>
                  </a:lnTo>
                  <a:lnTo>
                    <a:pt x="1613747" y="168063"/>
                  </a:lnTo>
                  <a:lnTo>
                    <a:pt x="1627717" y="162560"/>
                  </a:lnTo>
                  <a:lnTo>
                    <a:pt x="1617980" y="162560"/>
                  </a:lnTo>
                  <a:lnTo>
                    <a:pt x="1615017" y="162560"/>
                  </a:lnTo>
                  <a:lnTo>
                    <a:pt x="1599777" y="157057"/>
                  </a:lnTo>
                  <a:lnTo>
                    <a:pt x="1599777" y="162560"/>
                  </a:lnTo>
                  <a:lnTo>
                    <a:pt x="1594273" y="162560"/>
                  </a:lnTo>
                  <a:lnTo>
                    <a:pt x="1580303" y="151553"/>
                  </a:lnTo>
                  <a:lnTo>
                    <a:pt x="1566333" y="150283"/>
                  </a:lnTo>
                  <a:lnTo>
                    <a:pt x="1551093" y="158750"/>
                  </a:lnTo>
                  <a:lnTo>
                    <a:pt x="1537123" y="160020"/>
                  </a:lnTo>
                  <a:lnTo>
                    <a:pt x="1535853" y="162137"/>
                  </a:lnTo>
                  <a:close/>
                  <a:moveTo>
                    <a:pt x="1653117" y="141393"/>
                  </a:moveTo>
                  <a:lnTo>
                    <a:pt x="1637877" y="131657"/>
                  </a:lnTo>
                  <a:lnTo>
                    <a:pt x="1623907" y="129117"/>
                  </a:lnTo>
                  <a:lnTo>
                    <a:pt x="1609936" y="127847"/>
                  </a:lnTo>
                  <a:lnTo>
                    <a:pt x="1623907" y="138853"/>
                  </a:lnTo>
                  <a:lnTo>
                    <a:pt x="1629833" y="152823"/>
                  </a:lnTo>
                  <a:lnTo>
                    <a:pt x="1645073" y="154093"/>
                  </a:lnTo>
                  <a:lnTo>
                    <a:pt x="1654810" y="154093"/>
                  </a:lnTo>
                  <a:lnTo>
                    <a:pt x="1668780" y="148590"/>
                  </a:lnTo>
                  <a:lnTo>
                    <a:pt x="1653117" y="141393"/>
                  </a:lnTo>
                  <a:close/>
                  <a:moveTo>
                    <a:pt x="1699260" y="141393"/>
                  </a:moveTo>
                  <a:lnTo>
                    <a:pt x="1708997" y="155363"/>
                  </a:lnTo>
                  <a:lnTo>
                    <a:pt x="1724236" y="156633"/>
                  </a:lnTo>
                  <a:lnTo>
                    <a:pt x="1739477" y="145627"/>
                  </a:lnTo>
                  <a:lnTo>
                    <a:pt x="1743710" y="131657"/>
                  </a:lnTo>
                  <a:lnTo>
                    <a:pt x="1728470" y="129117"/>
                  </a:lnTo>
                  <a:lnTo>
                    <a:pt x="1713230" y="133350"/>
                  </a:lnTo>
                  <a:lnTo>
                    <a:pt x="1699260" y="141393"/>
                  </a:lnTo>
                  <a:close/>
                  <a:moveTo>
                    <a:pt x="1733973" y="188807"/>
                  </a:moveTo>
                  <a:lnTo>
                    <a:pt x="1742440" y="174837"/>
                  </a:lnTo>
                  <a:lnTo>
                    <a:pt x="1726777" y="173567"/>
                  </a:lnTo>
                  <a:lnTo>
                    <a:pt x="1722543" y="187537"/>
                  </a:lnTo>
                  <a:lnTo>
                    <a:pt x="1733973" y="188807"/>
                  </a:lnTo>
                  <a:close/>
                  <a:moveTo>
                    <a:pt x="1742440" y="162137"/>
                  </a:moveTo>
                  <a:lnTo>
                    <a:pt x="1758950" y="169333"/>
                  </a:lnTo>
                  <a:lnTo>
                    <a:pt x="1775883" y="162137"/>
                  </a:lnTo>
                  <a:lnTo>
                    <a:pt x="1766147" y="162137"/>
                  </a:lnTo>
                  <a:lnTo>
                    <a:pt x="1760643" y="162137"/>
                  </a:lnTo>
                  <a:lnTo>
                    <a:pt x="1744980" y="156633"/>
                  </a:lnTo>
                  <a:lnTo>
                    <a:pt x="1742440" y="162137"/>
                  </a:lnTo>
                  <a:close/>
                  <a:moveTo>
                    <a:pt x="1838960" y="162137"/>
                  </a:moveTo>
                  <a:lnTo>
                    <a:pt x="1844463" y="162137"/>
                  </a:lnTo>
                  <a:lnTo>
                    <a:pt x="1829223" y="156633"/>
                  </a:lnTo>
                  <a:lnTo>
                    <a:pt x="1838960" y="162137"/>
                  </a:lnTo>
                  <a:close/>
                  <a:moveTo>
                    <a:pt x="2011680" y="56303"/>
                  </a:moveTo>
                  <a:lnTo>
                    <a:pt x="2017183" y="50800"/>
                  </a:lnTo>
                  <a:lnTo>
                    <a:pt x="2003213" y="52493"/>
                  </a:lnTo>
                  <a:lnTo>
                    <a:pt x="1987973" y="53763"/>
                  </a:lnTo>
                  <a:lnTo>
                    <a:pt x="1974003" y="49530"/>
                  </a:lnTo>
                  <a:lnTo>
                    <a:pt x="1981200" y="63500"/>
                  </a:lnTo>
                  <a:lnTo>
                    <a:pt x="1965960" y="69003"/>
                  </a:lnTo>
                  <a:lnTo>
                    <a:pt x="1951990" y="59267"/>
                  </a:lnTo>
                  <a:lnTo>
                    <a:pt x="1936750" y="62230"/>
                  </a:lnTo>
                  <a:lnTo>
                    <a:pt x="1950720" y="71967"/>
                  </a:lnTo>
                  <a:lnTo>
                    <a:pt x="1936750" y="70697"/>
                  </a:lnTo>
                  <a:lnTo>
                    <a:pt x="1921510" y="63923"/>
                  </a:lnTo>
                  <a:lnTo>
                    <a:pt x="1906270" y="73660"/>
                  </a:lnTo>
                  <a:lnTo>
                    <a:pt x="1891030" y="69427"/>
                  </a:lnTo>
                  <a:lnTo>
                    <a:pt x="1877060" y="72390"/>
                  </a:lnTo>
                  <a:lnTo>
                    <a:pt x="1861820" y="74930"/>
                  </a:lnTo>
                  <a:lnTo>
                    <a:pt x="1875790" y="80433"/>
                  </a:lnTo>
                  <a:lnTo>
                    <a:pt x="1891030" y="84667"/>
                  </a:lnTo>
                  <a:lnTo>
                    <a:pt x="1877060" y="95673"/>
                  </a:lnTo>
                  <a:lnTo>
                    <a:pt x="1892300" y="88900"/>
                  </a:lnTo>
                  <a:lnTo>
                    <a:pt x="1909233" y="93133"/>
                  </a:lnTo>
                  <a:lnTo>
                    <a:pt x="1923203" y="91863"/>
                  </a:lnTo>
                  <a:lnTo>
                    <a:pt x="1938867" y="91863"/>
                  </a:lnTo>
                  <a:lnTo>
                    <a:pt x="1952413" y="90593"/>
                  </a:lnTo>
                  <a:lnTo>
                    <a:pt x="1968077" y="83397"/>
                  </a:lnTo>
                  <a:lnTo>
                    <a:pt x="1982047" y="74930"/>
                  </a:lnTo>
                  <a:lnTo>
                    <a:pt x="1998557" y="65193"/>
                  </a:lnTo>
                  <a:lnTo>
                    <a:pt x="2011680" y="56303"/>
                  </a:lnTo>
                  <a:close/>
                  <a:moveTo>
                    <a:pt x="2032423" y="82550"/>
                  </a:moveTo>
                  <a:lnTo>
                    <a:pt x="2029460" y="75777"/>
                  </a:lnTo>
                  <a:lnTo>
                    <a:pt x="2015490" y="88477"/>
                  </a:lnTo>
                  <a:lnTo>
                    <a:pt x="2000250" y="95250"/>
                  </a:lnTo>
                  <a:lnTo>
                    <a:pt x="1986280" y="91017"/>
                  </a:lnTo>
                  <a:lnTo>
                    <a:pt x="1972310" y="95250"/>
                  </a:lnTo>
                  <a:lnTo>
                    <a:pt x="1957070" y="104987"/>
                  </a:lnTo>
                  <a:lnTo>
                    <a:pt x="1972310" y="112183"/>
                  </a:lnTo>
                  <a:lnTo>
                    <a:pt x="1987550" y="107950"/>
                  </a:lnTo>
                  <a:lnTo>
                    <a:pt x="1991783" y="123190"/>
                  </a:lnTo>
                  <a:lnTo>
                    <a:pt x="2007023" y="113453"/>
                  </a:lnTo>
                  <a:lnTo>
                    <a:pt x="2025227" y="106680"/>
                  </a:lnTo>
                  <a:lnTo>
                    <a:pt x="2040467" y="96943"/>
                  </a:lnTo>
                  <a:lnTo>
                    <a:pt x="2032423" y="82550"/>
                  </a:lnTo>
                  <a:close/>
                  <a:moveTo>
                    <a:pt x="2076027" y="89747"/>
                  </a:moveTo>
                  <a:lnTo>
                    <a:pt x="2078990" y="84243"/>
                  </a:lnTo>
                  <a:lnTo>
                    <a:pt x="2083223" y="70273"/>
                  </a:lnTo>
                  <a:lnTo>
                    <a:pt x="2065020" y="63500"/>
                  </a:lnTo>
                  <a:lnTo>
                    <a:pt x="2051050" y="64770"/>
                  </a:lnTo>
                  <a:lnTo>
                    <a:pt x="2037080" y="63500"/>
                  </a:lnTo>
                  <a:lnTo>
                    <a:pt x="2034117" y="77470"/>
                  </a:lnTo>
                  <a:lnTo>
                    <a:pt x="2049357" y="88477"/>
                  </a:lnTo>
                  <a:lnTo>
                    <a:pt x="2067560" y="91440"/>
                  </a:lnTo>
                  <a:lnTo>
                    <a:pt x="2076027" y="89747"/>
                  </a:lnTo>
                  <a:close/>
                  <a:moveTo>
                    <a:pt x="2059093" y="25400"/>
                  </a:moveTo>
                  <a:lnTo>
                    <a:pt x="2074757" y="35137"/>
                  </a:lnTo>
                  <a:lnTo>
                    <a:pt x="2088727" y="33867"/>
                  </a:lnTo>
                  <a:lnTo>
                    <a:pt x="2073486" y="19897"/>
                  </a:lnTo>
                  <a:lnTo>
                    <a:pt x="2059517" y="19897"/>
                  </a:lnTo>
                  <a:lnTo>
                    <a:pt x="2059517" y="25400"/>
                  </a:lnTo>
                  <a:close/>
                  <a:moveTo>
                    <a:pt x="2068830" y="14393"/>
                  </a:moveTo>
                  <a:lnTo>
                    <a:pt x="2067560" y="18627"/>
                  </a:lnTo>
                  <a:lnTo>
                    <a:pt x="2082800" y="13123"/>
                  </a:lnTo>
                  <a:lnTo>
                    <a:pt x="2068830" y="14393"/>
                  </a:lnTo>
                  <a:close/>
                  <a:moveTo>
                    <a:pt x="2275417" y="25400"/>
                  </a:moveTo>
                  <a:lnTo>
                    <a:pt x="2290657" y="25400"/>
                  </a:lnTo>
                  <a:lnTo>
                    <a:pt x="2275417" y="22437"/>
                  </a:lnTo>
                  <a:lnTo>
                    <a:pt x="2283883" y="8467"/>
                  </a:lnTo>
                  <a:lnTo>
                    <a:pt x="2268644" y="5503"/>
                  </a:lnTo>
                  <a:lnTo>
                    <a:pt x="2254673" y="0"/>
                  </a:lnTo>
                  <a:lnTo>
                    <a:pt x="2239433" y="0"/>
                  </a:lnTo>
                  <a:lnTo>
                    <a:pt x="2225463" y="8467"/>
                  </a:lnTo>
                  <a:lnTo>
                    <a:pt x="2210223" y="11430"/>
                  </a:lnTo>
                  <a:lnTo>
                    <a:pt x="2225463" y="18627"/>
                  </a:lnTo>
                  <a:lnTo>
                    <a:pt x="2233507" y="32597"/>
                  </a:lnTo>
                  <a:lnTo>
                    <a:pt x="2250440" y="31327"/>
                  </a:lnTo>
                  <a:lnTo>
                    <a:pt x="2264410" y="27093"/>
                  </a:lnTo>
                  <a:lnTo>
                    <a:pt x="2275417" y="25400"/>
                  </a:lnTo>
                  <a:close/>
                  <a:moveTo>
                    <a:pt x="29210" y="1537547"/>
                  </a:moveTo>
                  <a:lnTo>
                    <a:pt x="24977" y="1533313"/>
                  </a:lnTo>
                  <a:lnTo>
                    <a:pt x="15240" y="1524847"/>
                  </a:lnTo>
                  <a:lnTo>
                    <a:pt x="1270" y="1529080"/>
                  </a:lnTo>
                  <a:lnTo>
                    <a:pt x="15240" y="1537547"/>
                  </a:lnTo>
                  <a:lnTo>
                    <a:pt x="29210" y="1537547"/>
                  </a:lnTo>
                  <a:close/>
                  <a:moveTo>
                    <a:pt x="13970" y="1342390"/>
                  </a:moveTo>
                  <a:lnTo>
                    <a:pt x="0" y="1349163"/>
                  </a:lnTo>
                  <a:lnTo>
                    <a:pt x="15240" y="1353397"/>
                  </a:lnTo>
                  <a:lnTo>
                    <a:pt x="30480" y="1354667"/>
                  </a:lnTo>
                  <a:lnTo>
                    <a:pt x="45720" y="1353397"/>
                  </a:lnTo>
                  <a:lnTo>
                    <a:pt x="30480" y="1346200"/>
                  </a:lnTo>
                  <a:lnTo>
                    <a:pt x="13970" y="1342390"/>
                  </a:lnTo>
                  <a:close/>
                  <a:moveTo>
                    <a:pt x="91863" y="1557020"/>
                  </a:moveTo>
                  <a:lnTo>
                    <a:pt x="91863" y="1554480"/>
                  </a:lnTo>
                  <a:lnTo>
                    <a:pt x="93133" y="1541780"/>
                  </a:lnTo>
                  <a:lnTo>
                    <a:pt x="91863" y="1527810"/>
                  </a:lnTo>
                  <a:lnTo>
                    <a:pt x="77893" y="1537547"/>
                  </a:lnTo>
                  <a:lnTo>
                    <a:pt x="62653" y="1543050"/>
                  </a:lnTo>
                  <a:lnTo>
                    <a:pt x="48683" y="1550247"/>
                  </a:lnTo>
                  <a:lnTo>
                    <a:pt x="62653" y="1559983"/>
                  </a:lnTo>
                  <a:lnTo>
                    <a:pt x="76623" y="1565487"/>
                  </a:lnTo>
                  <a:lnTo>
                    <a:pt x="91863" y="1557020"/>
                  </a:lnTo>
                  <a:close/>
                  <a:moveTo>
                    <a:pt x="348827" y="1162473"/>
                  </a:moveTo>
                  <a:lnTo>
                    <a:pt x="334857" y="1158240"/>
                  </a:lnTo>
                  <a:lnTo>
                    <a:pt x="334857" y="1161203"/>
                  </a:lnTo>
                  <a:lnTo>
                    <a:pt x="348827" y="1162473"/>
                  </a:lnTo>
                  <a:close/>
                  <a:moveTo>
                    <a:pt x="350096" y="1173480"/>
                  </a:moveTo>
                  <a:lnTo>
                    <a:pt x="348827" y="1162473"/>
                  </a:lnTo>
                  <a:lnTo>
                    <a:pt x="343323" y="1175173"/>
                  </a:lnTo>
                  <a:lnTo>
                    <a:pt x="350096" y="1173480"/>
                  </a:lnTo>
                  <a:close/>
                  <a:moveTo>
                    <a:pt x="2724573" y="176107"/>
                  </a:moveTo>
                  <a:lnTo>
                    <a:pt x="2710603" y="176107"/>
                  </a:lnTo>
                  <a:lnTo>
                    <a:pt x="2706370" y="190077"/>
                  </a:lnTo>
                  <a:lnTo>
                    <a:pt x="2721610" y="194310"/>
                  </a:lnTo>
                  <a:lnTo>
                    <a:pt x="2727536" y="191347"/>
                  </a:lnTo>
                  <a:lnTo>
                    <a:pt x="2741507" y="184150"/>
                  </a:lnTo>
                  <a:lnTo>
                    <a:pt x="2726267" y="187113"/>
                  </a:lnTo>
                  <a:lnTo>
                    <a:pt x="2726267" y="185843"/>
                  </a:lnTo>
                  <a:lnTo>
                    <a:pt x="2724573" y="176107"/>
                  </a:lnTo>
                  <a:close/>
                  <a:moveTo>
                    <a:pt x="1110403" y="374227"/>
                  </a:moveTo>
                  <a:lnTo>
                    <a:pt x="1120140" y="374227"/>
                  </a:lnTo>
                  <a:lnTo>
                    <a:pt x="1134110" y="368723"/>
                  </a:lnTo>
                  <a:lnTo>
                    <a:pt x="1134110" y="365760"/>
                  </a:lnTo>
                  <a:lnTo>
                    <a:pt x="1124373" y="363220"/>
                  </a:lnTo>
                  <a:lnTo>
                    <a:pt x="1110403" y="361950"/>
                  </a:lnTo>
                  <a:lnTo>
                    <a:pt x="1095163" y="367453"/>
                  </a:lnTo>
                  <a:lnTo>
                    <a:pt x="1110403" y="374227"/>
                  </a:lnTo>
                  <a:close/>
                  <a:moveTo>
                    <a:pt x="1120140" y="411903"/>
                  </a:moveTo>
                  <a:lnTo>
                    <a:pt x="1135803" y="405130"/>
                  </a:lnTo>
                  <a:lnTo>
                    <a:pt x="1120140" y="408093"/>
                  </a:lnTo>
                  <a:lnTo>
                    <a:pt x="1120140" y="411903"/>
                  </a:lnTo>
                  <a:close/>
                  <a:moveTo>
                    <a:pt x="1521883" y="162137"/>
                  </a:moveTo>
                  <a:lnTo>
                    <a:pt x="1527386" y="162137"/>
                  </a:lnTo>
                  <a:lnTo>
                    <a:pt x="1534160" y="155363"/>
                  </a:lnTo>
                  <a:lnTo>
                    <a:pt x="1551093" y="148167"/>
                  </a:lnTo>
                  <a:lnTo>
                    <a:pt x="1537123" y="149437"/>
                  </a:lnTo>
                  <a:lnTo>
                    <a:pt x="1521883" y="148167"/>
                  </a:lnTo>
                  <a:lnTo>
                    <a:pt x="1521883" y="162137"/>
                  </a:lnTo>
                  <a:close/>
                  <a:moveTo>
                    <a:pt x="1559560" y="134197"/>
                  </a:moveTo>
                  <a:lnTo>
                    <a:pt x="1574800" y="142663"/>
                  </a:lnTo>
                  <a:lnTo>
                    <a:pt x="1574800" y="128693"/>
                  </a:lnTo>
                  <a:lnTo>
                    <a:pt x="1560830" y="125730"/>
                  </a:lnTo>
                  <a:lnTo>
                    <a:pt x="1559560" y="134197"/>
                  </a:lnTo>
                  <a:close/>
                  <a:moveTo>
                    <a:pt x="1587500" y="142663"/>
                  </a:moveTo>
                  <a:lnTo>
                    <a:pt x="1590463" y="145627"/>
                  </a:lnTo>
                  <a:lnTo>
                    <a:pt x="1605703" y="141393"/>
                  </a:lnTo>
                  <a:lnTo>
                    <a:pt x="1587500" y="142663"/>
                  </a:lnTo>
                  <a:close/>
                  <a:moveTo>
                    <a:pt x="1954530" y="127423"/>
                  </a:moveTo>
                  <a:lnTo>
                    <a:pt x="1970193" y="127423"/>
                  </a:lnTo>
                  <a:lnTo>
                    <a:pt x="1957493" y="113453"/>
                  </a:lnTo>
                  <a:lnTo>
                    <a:pt x="1943947" y="116417"/>
                  </a:lnTo>
                  <a:lnTo>
                    <a:pt x="1929977" y="109643"/>
                  </a:lnTo>
                  <a:lnTo>
                    <a:pt x="1914736" y="112607"/>
                  </a:lnTo>
                  <a:lnTo>
                    <a:pt x="1928707" y="125307"/>
                  </a:lnTo>
                  <a:lnTo>
                    <a:pt x="1942677" y="126577"/>
                  </a:lnTo>
                  <a:lnTo>
                    <a:pt x="1954530" y="127423"/>
                  </a:lnTo>
                  <a:close/>
                  <a:moveTo>
                    <a:pt x="1636607" y="162137"/>
                  </a:moveTo>
                  <a:lnTo>
                    <a:pt x="1625177" y="169333"/>
                  </a:lnTo>
                  <a:lnTo>
                    <a:pt x="1609936" y="183303"/>
                  </a:lnTo>
                  <a:lnTo>
                    <a:pt x="1625177" y="180763"/>
                  </a:lnTo>
                  <a:lnTo>
                    <a:pt x="1640417" y="176530"/>
                  </a:lnTo>
                  <a:lnTo>
                    <a:pt x="1648883" y="162560"/>
                  </a:lnTo>
                  <a:lnTo>
                    <a:pt x="1636607" y="162560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3" name="Freeform 2432">
              <a:extLst>
                <a:ext uri="{FF2B5EF4-FFF2-40B4-BE49-F238E27FC236}">
                  <a16:creationId xmlns:a16="http://schemas.microsoft.com/office/drawing/2014/main" id="{D5766867-E293-364D-9210-761EE18F9A8B}"/>
                </a:ext>
              </a:extLst>
            </p:cNvPr>
            <p:cNvSpPr/>
            <p:nvPr/>
          </p:nvSpPr>
          <p:spPr>
            <a:xfrm>
              <a:off x="8566150" y="2280919"/>
              <a:ext cx="724323" cy="403013"/>
            </a:xfrm>
            <a:custGeom>
              <a:avLst/>
              <a:gdLst>
                <a:gd name="connsiteX0" fmla="*/ 0 w 724323"/>
                <a:gd name="connsiteY0" fmla="*/ 182457 h 403013"/>
                <a:gd name="connsiteX1" fmla="*/ 8043 w 724323"/>
                <a:gd name="connsiteY1" fmla="*/ 169757 h 403013"/>
                <a:gd name="connsiteX2" fmla="*/ 13546 w 724323"/>
                <a:gd name="connsiteY2" fmla="*/ 155787 h 403013"/>
                <a:gd name="connsiteX3" fmla="*/ 14817 w 724323"/>
                <a:gd name="connsiteY3" fmla="*/ 141817 h 403013"/>
                <a:gd name="connsiteX4" fmla="*/ 19050 w 724323"/>
                <a:gd name="connsiteY4" fmla="*/ 126577 h 403013"/>
                <a:gd name="connsiteX5" fmla="*/ 19050 w 724323"/>
                <a:gd name="connsiteY5" fmla="*/ 141817 h 403013"/>
                <a:gd name="connsiteX6" fmla="*/ 16510 w 724323"/>
                <a:gd name="connsiteY6" fmla="*/ 155787 h 403013"/>
                <a:gd name="connsiteX7" fmla="*/ 12277 w 724323"/>
                <a:gd name="connsiteY7" fmla="*/ 169757 h 403013"/>
                <a:gd name="connsiteX8" fmla="*/ 5504 w 724323"/>
                <a:gd name="connsiteY8" fmla="*/ 183727 h 403013"/>
                <a:gd name="connsiteX9" fmla="*/ 0 w 724323"/>
                <a:gd name="connsiteY9" fmla="*/ 182457 h 403013"/>
                <a:gd name="connsiteX10" fmla="*/ 4233 w 724323"/>
                <a:gd name="connsiteY10" fmla="*/ 58420 h 403013"/>
                <a:gd name="connsiteX11" fmla="*/ 5504 w 724323"/>
                <a:gd name="connsiteY11" fmla="*/ 59690 h 403013"/>
                <a:gd name="connsiteX12" fmla="*/ 6773 w 724323"/>
                <a:gd name="connsiteY12" fmla="*/ 73660 h 403013"/>
                <a:gd name="connsiteX13" fmla="*/ 5504 w 724323"/>
                <a:gd name="connsiteY13" fmla="*/ 88900 h 403013"/>
                <a:gd name="connsiteX14" fmla="*/ 8043 w 724323"/>
                <a:gd name="connsiteY14" fmla="*/ 102870 h 403013"/>
                <a:gd name="connsiteX15" fmla="*/ 16510 w 724323"/>
                <a:gd name="connsiteY15" fmla="*/ 116840 h 403013"/>
                <a:gd name="connsiteX16" fmla="*/ 24977 w 724323"/>
                <a:gd name="connsiteY16" fmla="*/ 130810 h 403013"/>
                <a:gd name="connsiteX17" fmla="*/ 30480 w 724323"/>
                <a:gd name="connsiteY17" fmla="*/ 146050 h 403013"/>
                <a:gd name="connsiteX18" fmla="*/ 35983 w 724323"/>
                <a:gd name="connsiteY18" fmla="*/ 160020 h 403013"/>
                <a:gd name="connsiteX19" fmla="*/ 38946 w 724323"/>
                <a:gd name="connsiteY19" fmla="*/ 173990 h 403013"/>
                <a:gd name="connsiteX20" fmla="*/ 41487 w 724323"/>
                <a:gd name="connsiteY20" fmla="*/ 183727 h 403013"/>
                <a:gd name="connsiteX21" fmla="*/ 40217 w 724323"/>
                <a:gd name="connsiteY21" fmla="*/ 187960 h 403013"/>
                <a:gd name="connsiteX22" fmla="*/ 44450 w 724323"/>
                <a:gd name="connsiteY22" fmla="*/ 186690 h 403013"/>
                <a:gd name="connsiteX23" fmla="*/ 52917 w 724323"/>
                <a:gd name="connsiteY23" fmla="*/ 182457 h 403013"/>
                <a:gd name="connsiteX24" fmla="*/ 68580 w 724323"/>
                <a:gd name="connsiteY24" fmla="*/ 195157 h 403013"/>
                <a:gd name="connsiteX25" fmla="*/ 82550 w 724323"/>
                <a:gd name="connsiteY25" fmla="*/ 198120 h 403013"/>
                <a:gd name="connsiteX26" fmla="*/ 96520 w 724323"/>
                <a:gd name="connsiteY26" fmla="*/ 204893 h 403013"/>
                <a:gd name="connsiteX27" fmla="*/ 110490 w 724323"/>
                <a:gd name="connsiteY27" fmla="*/ 209127 h 403013"/>
                <a:gd name="connsiteX28" fmla="*/ 118957 w 724323"/>
                <a:gd name="connsiteY28" fmla="*/ 214630 h 403013"/>
                <a:gd name="connsiteX29" fmla="*/ 120227 w 724323"/>
                <a:gd name="connsiteY29" fmla="*/ 214630 h 403013"/>
                <a:gd name="connsiteX30" fmla="*/ 121496 w 724323"/>
                <a:gd name="connsiteY30" fmla="*/ 214630 h 403013"/>
                <a:gd name="connsiteX31" fmla="*/ 135467 w 724323"/>
                <a:gd name="connsiteY31" fmla="*/ 214630 h 403013"/>
                <a:gd name="connsiteX32" fmla="*/ 149437 w 724323"/>
                <a:gd name="connsiteY32" fmla="*/ 221827 h 403013"/>
                <a:gd name="connsiteX33" fmla="*/ 163407 w 724323"/>
                <a:gd name="connsiteY33" fmla="*/ 217593 h 403013"/>
                <a:gd name="connsiteX34" fmla="*/ 178646 w 724323"/>
                <a:gd name="connsiteY34" fmla="*/ 218863 h 403013"/>
                <a:gd name="connsiteX35" fmla="*/ 192617 w 724323"/>
                <a:gd name="connsiteY35" fmla="*/ 218863 h 403013"/>
                <a:gd name="connsiteX36" fmla="*/ 206587 w 724323"/>
                <a:gd name="connsiteY36" fmla="*/ 215900 h 403013"/>
                <a:gd name="connsiteX37" fmla="*/ 207857 w 724323"/>
                <a:gd name="connsiteY37" fmla="*/ 215900 h 403013"/>
                <a:gd name="connsiteX38" fmla="*/ 212090 w 724323"/>
                <a:gd name="connsiteY38" fmla="*/ 228600 h 403013"/>
                <a:gd name="connsiteX39" fmla="*/ 226060 w 724323"/>
                <a:gd name="connsiteY39" fmla="*/ 235373 h 403013"/>
                <a:gd name="connsiteX40" fmla="*/ 240030 w 724323"/>
                <a:gd name="connsiteY40" fmla="*/ 243840 h 403013"/>
                <a:gd name="connsiteX41" fmla="*/ 244263 w 724323"/>
                <a:gd name="connsiteY41" fmla="*/ 257810 h 403013"/>
                <a:gd name="connsiteX42" fmla="*/ 230293 w 724323"/>
                <a:gd name="connsiteY42" fmla="*/ 270510 h 403013"/>
                <a:gd name="connsiteX43" fmla="*/ 229023 w 724323"/>
                <a:gd name="connsiteY43" fmla="*/ 284480 h 403013"/>
                <a:gd name="connsiteX44" fmla="*/ 229023 w 724323"/>
                <a:gd name="connsiteY44" fmla="*/ 285750 h 403013"/>
                <a:gd name="connsiteX45" fmla="*/ 227754 w 724323"/>
                <a:gd name="connsiteY45" fmla="*/ 299720 h 403013"/>
                <a:gd name="connsiteX46" fmla="*/ 227754 w 724323"/>
                <a:gd name="connsiteY46" fmla="*/ 313690 h 403013"/>
                <a:gd name="connsiteX47" fmla="*/ 229023 w 724323"/>
                <a:gd name="connsiteY47" fmla="*/ 315383 h 403013"/>
                <a:gd name="connsiteX48" fmla="*/ 237490 w 724323"/>
                <a:gd name="connsiteY48" fmla="*/ 326390 h 403013"/>
                <a:gd name="connsiteX49" fmla="*/ 240454 w 724323"/>
                <a:gd name="connsiteY49" fmla="*/ 329353 h 403013"/>
                <a:gd name="connsiteX50" fmla="*/ 254423 w 724323"/>
                <a:gd name="connsiteY50" fmla="*/ 323850 h 403013"/>
                <a:gd name="connsiteX51" fmla="*/ 268393 w 724323"/>
                <a:gd name="connsiteY51" fmla="*/ 331047 h 403013"/>
                <a:gd name="connsiteX52" fmla="*/ 283633 w 724323"/>
                <a:gd name="connsiteY52" fmla="*/ 337820 h 403013"/>
                <a:gd name="connsiteX53" fmla="*/ 296333 w 724323"/>
                <a:gd name="connsiteY53" fmla="*/ 344593 h 403013"/>
                <a:gd name="connsiteX54" fmla="*/ 297604 w 724323"/>
                <a:gd name="connsiteY54" fmla="*/ 345863 h 403013"/>
                <a:gd name="connsiteX55" fmla="*/ 311573 w 724323"/>
                <a:gd name="connsiteY55" fmla="*/ 348827 h 403013"/>
                <a:gd name="connsiteX56" fmla="*/ 325543 w 724323"/>
                <a:gd name="connsiteY56" fmla="*/ 358563 h 403013"/>
                <a:gd name="connsiteX57" fmla="*/ 332317 w 724323"/>
                <a:gd name="connsiteY57" fmla="*/ 372533 h 403013"/>
                <a:gd name="connsiteX58" fmla="*/ 333587 w 724323"/>
                <a:gd name="connsiteY58" fmla="*/ 378037 h 403013"/>
                <a:gd name="connsiteX59" fmla="*/ 334857 w 724323"/>
                <a:gd name="connsiteY59" fmla="*/ 382270 h 403013"/>
                <a:gd name="connsiteX60" fmla="*/ 334857 w 724323"/>
                <a:gd name="connsiteY60" fmla="*/ 396240 h 403013"/>
                <a:gd name="connsiteX61" fmla="*/ 344593 w 724323"/>
                <a:gd name="connsiteY61" fmla="*/ 397510 h 403013"/>
                <a:gd name="connsiteX62" fmla="*/ 358563 w 724323"/>
                <a:gd name="connsiteY62" fmla="*/ 400474 h 403013"/>
                <a:gd name="connsiteX63" fmla="*/ 372533 w 724323"/>
                <a:gd name="connsiteY63" fmla="*/ 397510 h 403013"/>
                <a:gd name="connsiteX64" fmla="*/ 378037 w 724323"/>
                <a:gd name="connsiteY64" fmla="*/ 398780 h 403013"/>
                <a:gd name="connsiteX65" fmla="*/ 392007 w 724323"/>
                <a:gd name="connsiteY65" fmla="*/ 396240 h 403013"/>
                <a:gd name="connsiteX66" fmla="*/ 405977 w 724323"/>
                <a:gd name="connsiteY66" fmla="*/ 397510 h 403013"/>
                <a:gd name="connsiteX67" fmla="*/ 408940 w 724323"/>
                <a:gd name="connsiteY67" fmla="*/ 396240 h 403013"/>
                <a:gd name="connsiteX68" fmla="*/ 411904 w 724323"/>
                <a:gd name="connsiteY68" fmla="*/ 394547 h 403013"/>
                <a:gd name="connsiteX69" fmla="*/ 425873 w 724323"/>
                <a:gd name="connsiteY69" fmla="*/ 394547 h 403013"/>
                <a:gd name="connsiteX70" fmla="*/ 437304 w 724323"/>
                <a:gd name="connsiteY70" fmla="*/ 403013 h 403013"/>
                <a:gd name="connsiteX71" fmla="*/ 451273 w 724323"/>
                <a:gd name="connsiteY71" fmla="*/ 401743 h 403013"/>
                <a:gd name="connsiteX72" fmla="*/ 466513 w 724323"/>
                <a:gd name="connsiteY72" fmla="*/ 393277 h 403013"/>
                <a:gd name="connsiteX73" fmla="*/ 474980 w 724323"/>
                <a:gd name="connsiteY73" fmla="*/ 389043 h 403013"/>
                <a:gd name="connsiteX74" fmla="*/ 488950 w 724323"/>
                <a:gd name="connsiteY74" fmla="*/ 392007 h 403013"/>
                <a:gd name="connsiteX75" fmla="*/ 498687 w 724323"/>
                <a:gd name="connsiteY75" fmla="*/ 378037 h 403013"/>
                <a:gd name="connsiteX76" fmla="*/ 504190 w 724323"/>
                <a:gd name="connsiteY76" fmla="*/ 364067 h 403013"/>
                <a:gd name="connsiteX77" fmla="*/ 519430 w 724323"/>
                <a:gd name="connsiteY77" fmla="*/ 364067 h 403013"/>
                <a:gd name="connsiteX78" fmla="*/ 523663 w 724323"/>
                <a:gd name="connsiteY78" fmla="*/ 367030 h 403013"/>
                <a:gd name="connsiteX79" fmla="*/ 537633 w 724323"/>
                <a:gd name="connsiteY79" fmla="*/ 359833 h 403013"/>
                <a:gd name="connsiteX80" fmla="*/ 543137 w 724323"/>
                <a:gd name="connsiteY80" fmla="*/ 351367 h 403013"/>
                <a:gd name="connsiteX81" fmla="*/ 546100 w 724323"/>
                <a:gd name="connsiteY81" fmla="*/ 344170 h 403013"/>
                <a:gd name="connsiteX82" fmla="*/ 561340 w 724323"/>
                <a:gd name="connsiteY82" fmla="*/ 347133 h 403013"/>
                <a:gd name="connsiteX83" fmla="*/ 564304 w 724323"/>
                <a:gd name="connsiteY83" fmla="*/ 345863 h 403013"/>
                <a:gd name="connsiteX84" fmla="*/ 574040 w 724323"/>
                <a:gd name="connsiteY84" fmla="*/ 338667 h 403013"/>
                <a:gd name="connsiteX85" fmla="*/ 588010 w 724323"/>
                <a:gd name="connsiteY85" fmla="*/ 349674 h 403013"/>
                <a:gd name="connsiteX86" fmla="*/ 586740 w 724323"/>
                <a:gd name="connsiteY86" fmla="*/ 363643 h 403013"/>
                <a:gd name="connsiteX87" fmla="*/ 601980 w 724323"/>
                <a:gd name="connsiteY87" fmla="*/ 364913 h 403013"/>
                <a:gd name="connsiteX88" fmla="*/ 615950 w 724323"/>
                <a:gd name="connsiteY88" fmla="*/ 355177 h 403013"/>
                <a:gd name="connsiteX89" fmla="*/ 613410 w 724323"/>
                <a:gd name="connsiteY89" fmla="*/ 341207 h 403013"/>
                <a:gd name="connsiteX90" fmla="*/ 598170 w 724323"/>
                <a:gd name="connsiteY90" fmla="*/ 335703 h 403013"/>
                <a:gd name="connsiteX91" fmla="*/ 584200 w 724323"/>
                <a:gd name="connsiteY91" fmla="*/ 330200 h 403013"/>
                <a:gd name="connsiteX92" fmla="*/ 593937 w 724323"/>
                <a:gd name="connsiteY92" fmla="*/ 316230 h 403013"/>
                <a:gd name="connsiteX93" fmla="*/ 596900 w 724323"/>
                <a:gd name="connsiteY93" fmla="*/ 302260 h 403013"/>
                <a:gd name="connsiteX94" fmla="*/ 607907 w 724323"/>
                <a:gd name="connsiteY94" fmla="*/ 292524 h 403013"/>
                <a:gd name="connsiteX95" fmla="*/ 604943 w 724323"/>
                <a:gd name="connsiteY95" fmla="*/ 287020 h 403013"/>
                <a:gd name="connsiteX96" fmla="*/ 603673 w 724323"/>
                <a:gd name="connsiteY96" fmla="*/ 273050 h 403013"/>
                <a:gd name="connsiteX97" fmla="*/ 600710 w 724323"/>
                <a:gd name="connsiteY97" fmla="*/ 264583 h 403013"/>
                <a:gd name="connsiteX98" fmla="*/ 606213 w 724323"/>
                <a:gd name="connsiteY98" fmla="*/ 250613 h 403013"/>
                <a:gd name="connsiteX99" fmla="*/ 607907 w 724323"/>
                <a:gd name="connsiteY99" fmla="*/ 246380 h 403013"/>
                <a:gd name="connsiteX100" fmla="*/ 621877 w 724323"/>
                <a:gd name="connsiteY100" fmla="*/ 235373 h 403013"/>
                <a:gd name="connsiteX101" fmla="*/ 635846 w 724323"/>
                <a:gd name="connsiteY101" fmla="*/ 235373 h 403013"/>
                <a:gd name="connsiteX102" fmla="*/ 649817 w 724323"/>
                <a:gd name="connsiteY102" fmla="*/ 231140 h 403013"/>
                <a:gd name="connsiteX103" fmla="*/ 652780 w 724323"/>
                <a:gd name="connsiteY103" fmla="*/ 228600 h 403013"/>
                <a:gd name="connsiteX104" fmla="*/ 659977 w 724323"/>
                <a:gd name="connsiteY104" fmla="*/ 214630 h 403013"/>
                <a:gd name="connsiteX105" fmla="*/ 659977 w 724323"/>
                <a:gd name="connsiteY105" fmla="*/ 207857 h 403013"/>
                <a:gd name="connsiteX106" fmla="*/ 675217 w 724323"/>
                <a:gd name="connsiteY106" fmla="*/ 204893 h 403013"/>
                <a:gd name="connsiteX107" fmla="*/ 689187 w 724323"/>
                <a:gd name="connsiteY107" fmla="*/ 203623 h 403013"/>
                <a:gd name="connsiteX108" fmla="*/ 696383 w 724323"/>
                <a:gd name="connsiteY108" fmla="*/ 206587 h 403013"/>
                <a:gd name="connsiteX109" fmla="*/ 706120 w 724323"/>
                <a:gd name="connsiteY109" fmla="*/ 207857 h 403013"/>
                <a:gd name="connsiteX110" fmla="*/ 707390 w 724323"/>
                <a:gd name="connsiteY110" fmla="*/ 204893 h 403013"/>
                <a:gd name="connsiteX111" fmla="*/ 710354 w 724323"/>
                <a:gd name="connsiteY111" fmla="*/ 192193 h 403013"/>
                <a:gd name="connsiteX112" fmla="*/ 724323 w 724323"/>
                <a:gd name="connsiteY112" fmla="*/ 181187 h 403013"/>
                <a:gd name="connsiteX113" fmla="*/ 710354 w 724323"/>
                <a:gd name="connsiteY113" fmla="*/ 178223 h 403013"/>
                <a:gd name="connsiteX114" fmla="*/ 696383 w 724323"/>
                <a:gd name="connsiteY114" fmla="*/ 178223 h 403013"/>
                <a:gd name="connsiteX115" fmla="*/ 682413 w 724323"/>
                <a:gd name="connsiteY115" fmla="*/ 171027 h 403013"/>
                <a:gd name="connsiteX116" fmla="*/ 687917 w 724323"/>
                <a:gd name="connsiteY116" fmla="*/ 157057 h 403013"/>
                <a:gd name="connsiteX117" fmla="*/ 690457 w 724323"/>
                <a:gd name="connsiteY117" fmla="*/ 143087 h 403013"/>
                <a:gd name="connsiteX118" fmla="*/ 695960 w 724323"/>
                <a:gd name="connsiteY118" fmla="*/ 137583 h 403013"/>
                <a:gd name="connsiteX119" fmla="*/ 695960 w 724323"/>
                <a:gd name="connsiteY119" fmla="*/ 123613 h 403013"/>
                <a:gd name="connsiteX120" fmla="*/ 694267 w 724323"/>
                <a:gd name="connsiteY120" fmla="*/ 120650 h 403013"/>
                <a:gd name="connsiteX121" fmla="*/ 688763 w 724323"/>
                <a:gd name="connsiteY121" fmla="*/ 120650 h 403013"/>
                <a:gd name="connsiteX122" fmla="*/ 674793 w 724323"/>
                <a:gd name="connsiteY122" fmla="*/ 116417 h 403013"/>
                <a:gd name="connsiteX123" fmla="*/ 669290 w 724323"/>
                <a:gd name="connsiteY123" fmla="*/ 115147 h 403013"/>
                <a:gd name="connsiteX124" fmla="*/ 655320 w 724323"/>
                <a:gd name="connsiteY124" fmla="*/ 109643 h 403013"/>
                <a:gd name="connsiteX125" fmla="*/ 648546 w 724323"/>
                <a:gd name="connsiteY125" fmla="*/ 102447 h 403013"/>
                <a:gd name="connsiteX126" fmla="*/ 634577 w 724323"/>
                <a:gd name="connsiteY126" fmla="*/ 88477 h 403013"/>
                <a:gd name="connsiteX127" fmla="*/ 620607 w 724323"/>
                <a:gd name="connsiteY127" fmla="*/ 78740 h 403013"/>
                <a:gd name="connsiteX128" fmla="*/ 616373 w 724323"/>
                <a:gd name="connsiteY128" fmla="*/ 77470 h 403013"/>
                <a:gd name="connsiteX129" fmla="*/ 602404 w 724323"/>
                <a:gd name="connsiteY129" fmla="*/ 70697 h 403013"/>
                <a:gd name="connsiteX130" fmla="*/ 599440 w 724323"/>
                <a:gd name="connsiteY130" fmla="*/ 70697 h 403013"/>
                <a:gd name="connsiteX131" fmla="*/ 585470 w 724323"/>
                <a:gd name="connsiteY131" fmla="*/ 59690 h 403013"/>
                <a:gd name="connsiteX132" fmla="*/ 571500 w 724323"/>
                <a:gd name="connsiteY132" fmla="*/ 45720 h 403013"/>
                <a:gd name="connsiteX133" fmla="*/ 556260 w 724323"/>
                <a:gd name="connsiteY133" fmla="*/ 44450 h 403013"/>
                <a:gd name="connsiteX134" fmla="*/ 542290 w 724323"/>
                <a:gd name="connsiteY134" fmla="*/ 44450 h 403013"/>
                <a:gd name="connsiteX135" fmla="*/ 528320 w 724323"/>
                <a:gd name="connsiteY135" fmla="*/ 43180 h 403013"/>
                <a:gd name="connsiteX136" fmla="*/ 521123 w 724323"/>
                <a:gd name="connsiteY136" fmla="*/ 41910 h 403013"/>
                <a:gd name="connsiteX137" fmla="*/ 505883 w 724323"/>
                <a:gd name="connsiteY137" fmla="*/ 41910 h 403013"/>
                <a:gd name="connsiteX138" fmla="*/ 491913 w 724323"/>
                <a:gd name="connsiteY138" fmla="*/ 27940 h 403013"/>
                <a:gd name="connsiteX139" fmla="*/ 486410 w 724323"/>
                <a:gd name="connsiteY139" fmla="*/ 23707 h 403013"/>
                <a:gd name="connsiteX140" fmla="*/ 479637 w 724323"/>
                <a:gd name="connsiteY140" fmla="*/ 11007 h 403013"/>
                <a:gd name="connsiteX141" fmla="*/ 469900 w 724323"/>
                <a:gd name="connsiteY141" fmla="*/ 0 h 403013"/>
                <a:gd name="connsiteX142" fmla="*/ 457623 w 724323"/>
                <a:gd name="connsiteY142" fmla="*/ 6773 h 403013"/>
                <a:gd name="connsiteX143" fmla="*/ 443654 w 724323"/>
                <a:gd name="connsiteY143" fmla="*/ 12277 h 403013"/>
                <a:gd name="connsiteX144" fmla="*/ 430954 w 724323"/>
                <a:gd name="connsiteY144" fmla="*/ 24977 h 403013"/>
                <a:gd name="connsiteX145" fmla="*/ 416983 w 724323"/>
                <a:gd name="connsiteY145" fmla="*/ 27940 h 403013"/>
                <a:gd name="connsiteX146" fmla="*/ 401743 w 724323"/>
                <a:gd name="connsiteY146" fmla="*/ 22437 h 403013"/>
                <a:gd name="connsiteX147" fmla="*/ 393277 w 724323"/>
                <a:gd name="connsiteY147" fmla="*/ 26670 h 403013"/>
                <a:gd name="connsiteX148" fmla="*/ 379307 w 724323"/>
                <a:gd name="connsiteY148" fmla="*/ 27940 h 403013"/>
                <a:gd name="connsiteX149" fmla="*/ 364067 w 724323"/>
                <a:gd name="connsiteY149" fmla="*/ 21167 h 403013"/>
                <a:gd name="connsiteX150" fmla="*/ 350096 w 724323"/>
                <a:gd name="connsiteY150" fmla="*/ 16933 h 403013"/>
                <a:gd name="connsiteX151" fmla="*/ 336127 w 724323"/>
                <a:gd name="connsiteY151" fmla="*/ 16933 h 403013"/>
                <a:gd name="connsiteX152" fmla="*/ 320887 w 724323"/>
                <a:gd name="connsiteY152" fmla="*/ 13970 h 403013"/>
                <a:gd name="connsiteX153" fmla="*/ 319617 w 724323"/>
                <a:gd name="connsiteY153" fmla="*/ 13970 h 403013"/>
                <a:gd name="connsiteX154" fmla="*/ 318346 w 724323"/>
                <a:gd name="connsiteY154" fmla="*/ 13970 h 403013"/>
                <a:gd name="connsiteX155" fmla="*/ 304377 w 724323"/>
                <a:gd name="connsiteY155" fmla="*/ 18203 h 403013"/>
                <a:gd name="connsiteX156" fmla="*/ 290407 w 724323"/>
                <a:gd name="connsiteY156" fmla="*/ 13970 h 403013"/>
                <a:gd name="connsiteX157" fmla="*/ 276437 w 724323"/>
                <a:gd name="connsiteY157" fmla="*/ 11007 h 403013"/>
                <a:gd name="connsiteX158" fmla="*/ 265430 w 724323"/>
                <a:gd name="connsiteY158" fmla="*/ 12277 h 403013"/>
                <a:gd name="connsiteX159" fmla="*/ 251460 w 724323"/>
                <a:gd name="connsiteY159" fmla="*/ 20743 h 403013"/>
                <a:gd name="connsiteX160" fmla="*/ 238760 w 724323"/>
                <a:gd name="connsiteY160" fmla="*/ 6773 h 403013"/>
                <a:gd name="connsiteX161" fmla="*/ 223520 w 724323"/>
                <a:gd name="connsiteY161" fmla="*/ 6773 h 403013"/>
                <a:gd name="connsiteX162" fmla="*/ 209550 w 724323"/>
                <a:gd name="connsiteY162" fmla="*/ 12277 h 403013"/>
                <a:gd name="connsiteX163" fmla="*/ 195580 w 724323"/>
                <a:gd name="connsiteY163" fmla="*/ 9313 h 403013"/>
                <a:gd name="connsiteX164" fmla="*/ 191346 w 724323"/>
                <a:gd name="connsiteY164" fmla="*/ 8043 h 403013"/>
                <a:gd name="connsiteX165" fmla="*/ 176107 w 724323"/>
                <a:gd name="connsiteY165" fmla="*/ 6773 h 403013"/>
                <a:gd name="connsiteX166" fmla="*/ 162137 w 724323"/>
                <a:gd name="connsiteY166" fmla="*/ 6773 h 403013"/>
                <a:gd name="connsiteX167" fmla="*/ 160867 w 724323"/>
                <a:gd name="connsiteY167" fmla="*/ 6773 h 403013"/>
                <a:gd name="connsiteX168" fmla="*/ 145627 w 724323"/>
                <a:gd name="connsiteY168" fmla="*/ 6773 h 403013"/>
                <a:gd name="connsiteX169" fmla="*/ 131657 w 724323"/>
                <a:gd name="connsiteY169" fmla="*/ 3810 h 403013"/>
                <a:gd name="connsiteX170" fmla="*/ 116417 w 724323"/>
                <a:gd name="connsiteY170" fmla="*/ 9313 h 403013"/>
                <a:gd name="connsiteX171" fmla="*/ 110913 w 724323"/>
                <a:gd name="connsiteY171" fmla="*/ 10583 h 403013"/>
                <a:gd name="connsiteX172" fmla="*/ 106680 w 724323"/>
                <a:gd name="connsiteY172" fmla="*/ 11853 h 403013"/>
                <a:gd name="connsiteX173" fmla="*/ 92710 w 724323"/>
                <a:gd name="connsiteY173" fmla="*/ 16087 h 403013"/>
                <a:gd name="connsiteX174" fmla="*/ 78740 w 724323"/>
                <a:gd name="connsiteY174" fmla="*/ 20320 h 403013"/>
                <a:gd name="connsiteX175" fmla="*/ 63500 w 724323"/>
                <a:gd name="connsiteY175" fmla="*/ 24553 h 403013"/>
                <a:gd name="connsiteX176" fmla="*/ 59267 w 724323"/>
                <a:gd name="connsiteY176" fmla="*/ 27517 h 403013"/>
                <a:gd name="connsiteX177" fmla="*/ 57996 w 724323"/>
                <a:gd name="connsiteY177" fmla="*/ 27517 h 403013"/>
                <a:gd name="connsiteX178" fmla="*/ 44027 w 724323"/>
                <a:gd name="connsiteY178" fmla="*/ 31750 h 403013"/>
                <a:gd name="connsiteX179" fmla="*/ 30057 w 724323"/>
                <a:gd name="connsiteY179" fmla="*/ 42757 h 403013"/>
                <a:gd name="connsiteX180" fmla="*/ 24554 w 724323"/>
                <a:gd name="connsiteY180" fmla="*/ 56727 h 403013"/>
                <a:gd name="connsiteX181" fmla="*/ 10583 w 724323"/>
                <a:gd name="connsiteY181" fmla="*/ 56727 h 403013"/>
                <a:gd name="connsiteX182" fmla="*/ 4233 w 724323"/>
                <a:gd name="connsiteY182" fmla="*/ 58420 h 403013"/>
                <a:gd name="connsiteX183" fmla="*/ 4233 w 724323"/>
                <a:gd name="connsiteY183" fmla="*/ 58420 h 40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</a:cxnLst>
              <a:rect l="l" t="t" r="r" b="b"/>
              <a:pathLst>
                <a:path w="724323" h="403013">
                  <a:moveTo>
                    <a:pt x="0" y="182457"/>
                  </a:moveTo>
                  <a:lnTo>
                    <a:pt x="8043" y="169757"/>
                  </a:lnTo>
                  <a:lnTo>
                    <a:pt x="13546" y="155787"/>
                  </a:lnTo>
                  <a:lnTo>
                    <a:pt x="14817" y="141817"/>
                  </a:lnTo>
                  <a:lnTo>
                    <a:pt x="19050" y="126577"/>
                  </a:lnTo>
                  <a:lnTo>
                    <a:pt x="19050" y="141817"/>
                  </a:lnTo>
                  <a:lnTo>
                    <a:pt x="16510" y="155787"/>
                  </a:lnTo>
                  <a:lnTo>
                    <a:pt x="12277" y="169757"/>
                  </a:lnTo>
                  <a:lnTo>
                    <a:pt x="5504" y="183727"/>
                  </a:lnTo>
                  <a:lnTo>
                    <a:pt x="0" y="182457"/>
                  </a:lnTo>
                  <a:close/>
                  <a:moveTo>
                    <a:pt x="4233" y="58420"/>
                  </a:moveTo>
                  <a:lnTo>
                    <a:pt x="5504" y="59690"/>
                  </a:lnTo>
                  <a:lnTo>
                    <a:pt x="6773" y="73660"/>
                  </a:lnTo>
                  <a:lnTo>
                    <a:pt x="5504" y="88900"/>
                  </a:lnTo>
                  <a:lnTo>
                    <a:pt x="8043" y="102870"/>
                  </a:lnTo>
                  <a:lnTo>
                    <a:pt x="16510" y="116840"/>
                  </a:lnTo>
                  <a:lnTo>
                    <a:pt x="24977" y="130810"/>
                  </a:lnTo>
                  <a:lnTo>
                    <a:pt x="30480" y="146050"/>
                  </a:lnTo>
                  <a:lnTo>
                    <a:pt x="35983" y="160020"/>
                  </a:lnTo>
                  <a:lnTo>
                    <a:pt x="38946" y="173990"/>
                  </a:lnTo>
                  <a:lnTo>
                    <a:pt x="41487" y="183727"/>
                  </a:lnTo>
                  <a:lnTo>
                    <a:pt x="40217" y="187960"/>
                  </a:lnTo>
                  <a:lnTo>
                    <a:pt x="44450" y="186690"/>
                  </a:lnTo>
                  <a:lnTo>
                    <a:pt x="52917" y="182457"/>
                  </a:lnTo>
                  <a:lnTo>
                    <a:pt x="68580" y="195157"/>
                  </a:lnTo>
                  <a:lnTo>
                    <a:pt x="82550" y="198120"/>
                  </a:lnTo>
                  <a:lnTo>
                    <a:pt x="96520" y="204893"/>
                  </a:lnTo>
                  <a:lnTo>
                    <a:pt x="110490" y="209127"/>
                  </a:lnTo>
                  <a:lnTo>
                    <a:pt x="118957" y="214630"/>
                  </a:lnTo>
                  <a:lnTo>
                    <a:pt x="120227" y="214630"/>
                  </a:lnTo>
                  <a:lnTo>
                    <a:pt x="121496" y="214630"/>
                  </a:lnTo>
                  <a:lnTo>
                    <a:pt x="135467" y="214630"/>
                  </a:lnTo>
                  <a:lnTo>
                    <a:pt x="149437" y="221827"/>
                  </a:lnTo>
                  <a:lnTo>
                    <a:pt x="163407" y="217593"/>
                  </a:lnTo>
                  <a:lnTo>
                    <a:pt x="178646" y="218863"/>
                  </a:lnTo>
                  <a:lnTo>
                    <a:pt x="192617" y="218863"/>
                  </a:lnTo>
                  <a:lnTo>
                    <a:pt x="206587" y="215900"/>
                  </a:lnTo>
                  <a:lnTo>
                    <a:pt x="207857" y="215900"/>
                  </a:lnTo>
                  <a:lnTo>
                    <a:pt x="212090" y="228600"/>
                  </a:lnTo>
                  <a:lnTo>
                    <a:pt x="226060" y="235373"/>
                  </a:lnTo>
                  <a:lnTo>
                    <a:pt x="240030" y="243840"/>
                  </a:lnTo>
                  <a:lnTo>
                    <a:pt x="244263" y="257810"/>
                  </a:lnTo>
                  <a:lnTo>
                    <a:pt x="230293" y="270510"/>
                  </a:lnTo>
                  <a:lnTo>
                    <a:pt x="229023" y="284480"/>
                  </a:lnTo>
                  <a:lnTo>
                    <a:pt x="229023" y="285750"/>
                  </a:lnTo>
                  <a:lnTo>
                    <a:pt x="227754" y="299720"/>
                  </a:lnTo>
                  <a:lnTo>
                    <a:pt x="227754" y="313690"/>
                  </a:lnTo>
                  <a:lnTo>
                    <a:pt x="229023" y="315383"/>
                  </a:lnTo>
                  <a:lnTo>
                    <a:pt x="237490" y="326390"/>
                  </a:lnTo>
                  <a:lnTo>
                    <a:pt x="240454" y="329353"/>
                  </a:lnTo>
                  <a:lnTo>
                    <a:pt x="254423" y="323850"/>
                  </a:lnTo>
                  <a:lnTo>
                    <a:pt x="268393" y="331047"/>
                  </a:lnTo>
                  <a:lnTo>
                    <a:pt x="283633" y="337820"/>
                  </a:lnTo>
                  <a:lnTo>
                    <a:pt x="296333" y="344593"/>
                  </a:lnTo>
                  <a:lnTo>
                    <a:pt x="297604" y="345863"/>
                  </a:lnTo>
                  <a:lnTo>
                    <a:pt x="311573" y="348827"/>
                  </a:lnTo>
                  <a:lnTo>
                    <a:pt x="325543" y="358563"/>
                  </a:lnTo>
                  <a:lnTo>
                    <a:pt x="332317" y="372533"/>
                  </a:lnTo>
                  <a:lnTo>
                    <a:pt x="333587" y="378037"/>
                  </a:lnTo>
                  <a:lnTo>
                    <a:pt x="334857" y="382270"/>
                  </a:lnTo>
                  <a:lnTo>
                    <a:pt x="334857" y="396240"/>
                  </a:lnTo>
                  <a:lnTo>
                    <a:pt x="344593" y="397510"/>
                  </a:lnTo>
                  <a:lnTo>
                    <a:pt x="358563" y="400474"/>
                  </a:lnTo>
                  <a:lnTo>
                    <a:pt x="372533" y="397510"/>
                  </a:lnTo>
                  <a:lnTo>
                    <a:pt x="378037" y="398780"/>
                  </a:lnTo>
                  <a:lnTo>
                    <a:pt x="392007" y="396240"/>
                  </a:lnTo>
                  <a:lnTo>
                    <a:pt x="405977" y="397510"/>
                  </a:lnTo>
                  <a:lnTo>
                    <a:pt x="408940" y="396240"/>
                  </a:lnTo>
                  <a:lnTo>
                    <a:pt x="411904" y="394547"/>
                  </a:lnTo>
                  <a:lnTo>
                    <a:pt x="425873" y="394547"/>
                  </a:lnTo>
                  <a:lnTo>
                    <a:pt x="437304" y="403013"/>
                  </a:lnTo>
                  <a:lnTo>
                    <a:pt x="451273" y="401743"/>
                  </a:lnTo>
                  <a:lnTo>
                    <a:pt x="466513" y="393277"/>
                  </a:lnTo>
                  <a:lnTo>
                    <a:pt x="474980" y="389043"/>
                  </a:lnTo>
                  <a:lnTo>
                    <a:pt x="488950" y="392007"/>
                  </a:lnTo>
                  <a:lnTo>
                    <a:pt x="498687" y="378037"/>
                  </a:lnTo>
                  <a:lnTo>
                    <a:pt x="504190" y="364067"/>
                  </a:lnTo>
                  <a:lnTo>
                    <a:pt x="519430" y="364067"/>
                  </a:lnTo>
                  <a:lnTo>
                    <a:pt x="523663" y="367030"/>
                  </a:lnTo>
                  <a:lnTo>
                    <a:pt x="537633" y="359833"/>
                  </a:lnTo>
                  <a:lnTo>
                    <a:pt x="543137" y="351367"/>
                  </a:lnTo>
                  <a:lnTo>
                    <a:pt x="546100" y="344170"/>
                  </a:lnTo>
                  <a:lnTo>
                    <a:pt x="561340" y="347133"/>
                  </a:lnTo>
                  <a:lnTo>
                    <a:pt x="564304" y="345863"/>
                  </a:lnTo>
                  <a:lnTo>
                    <a:pt x="574040" y="338667"/>
                  </a:lnTo>
                  <a:lnTo>
                    <a:pt x="588010" y="349674"/>
                  </a:lnTo>
                  <a:lnTo>
                    <a:pt x="586740" y="363643"/>
                  </a:lnTo>
                  <a:lnTo>
                    <a:pt x="601980" y="364913"/>
                  </a:lnTo>
                  <a:lnTo>
                    <a:pt x="615950" y="355177"/>
                  </a:lnTo>
                  <a:lnTo>
                    <a:pt x="613410" y="341207"/>
                  </a:lnTo>
                  <a:lnTo>
                    <a:pt x="598170" y="335703"/>
                  </a:lnTo>
                  <a:lnTo>
                    <a:pt x="584200" y="330200"/>
                  </a:lnTo>
                  <a:lnTo>
                    <a:pt x="593937" y="316230"/>
                  </a:lnTo>
                  <a:lnTo>
                    <a:pt x="596900" y="302260"/>
                  </a:lnTo>
                  <a:lnTo>
                    <a:pt x="607907" y="292524"/>
                  </a:lnTo>
                  <a:lnTo>
                    <a:pt x="604943" y="287020"/>
                  </a:lnTo>
                  <a:lnTo>
                    <a:pt x="603673" y="273050"/>
                  </a:lnTo>
                  <a:lnTo>
                    <a:pt x="600710" y="264583"/>
                  </a:lnTo>
                  <a:lnTo>
                    <a:pt x="606213" y="250613"/>
                  </a:lnTo>
                  <a:lnTo>
                    <a:pt x="607907" y="246380"/>
                  </a:lnTo>
                  <a:lnTo>
                    <a:pt x="621877" y="235373"/>
                  </a:lnTo>
                  <a:lnTo>
                    <a:pt x="635846" y="235373"/>
                  </a:lnTo>
                  <a:lnTo>
                    <a:pt x="649817" y="231140"/>
                  </a:lnTo>
                  <a:lnTo>
                    <a:pt x="652780" y="228600"/>
                  </a:lnTo>
                  <a:lnTo>
                    <a:pt x="659977" y="214630"/>
                  </a:lnTo>
                  <a:lnTo>
                    <a:pt x="659977" y="207857"/>
                  </a:lnTo>
                  <a:lnTo>
                    <a:pt x="675217" y="204893"/>
                  </a:lnTo>
                  <a:lnTo>
                    <a:pt x="689187" y="203623"/>
                  </a:lnTo>
                  <a:lnTo>
                    <a:pt x="696383" y="206587"/>
                  </a:lnTo>
                  <a:lnTo>
                    <a:pt x="706120" y="207857"/>
                  </a:lnTo>
                  <a:lnTo>
                    <a:pt x="707390" y="204893"/>
                  </a:lnTo>
                  <a:lnTo>
                    <a:pt x="710354" y="192193"/>
                  </a:lnTo>
                  <a:lnTo>
                    <a:pt x="724323" y="181187"/>
                  </a:lnTo>
                  <a:lnTo>
                    <a:pt x="710354" y="178223"/>
                  </a:lnTo>
                  <a:lnTo>
                    <a:pt x="696383" y="178223"/>
                  </a:lnTo>
                  <a:lnTo>
                    <a:pt x="682413" y="171027"/>
                  </a:lnTo>
                  <a:lnTo>
                    <a:pt x="687917" y="157057"/>
                  </a:lnTo>
                  <a:lnTo>
                    <a:pt x="690457" y="143087"/>
                  </a:lnTo>
                  <a:lnTo>
                    <a:pt x="695960" y="137583"/>
                  </a:lnTo>
                  <a:lnTo>
                    <a:pt x="695960" y="123613"/>
                  </a:lnTo>
                  <a:lnTo>
                    <a:pt x="694267" y="120650"/>
                  </a:lnTo>
                  <a:lnTo>
                    <a:pt x="688763" y="120650"/>
                  </a:lnTo>
                  <a:lnTo>
                    <a:pt x="674793" y="116417"/>
                  </a:lnTo>
                  <a:lnTo>
                    <a:pt x="669290" y="115147"/>
                  </a:lnTo>
                  <a:lnTo>
                    <a:pt x="655320" y="109643"/>
                  </a:lnTo>
                  <a:lnTo>
                    <a:pt x="648546" y="102447"/>
                  </a:lnTo>
                  <a:lnTo>
                    <a:pt x="634577" y="88477"/>
                  </a:lnTo>
                  <a:lnTo>
                    <a:pt x="620607" y="78740"/>
                  </a:lnTo>
                  <a:lnTo>
                    <a:pt x="616373" y="77470"/>
                  </a:lnTo>
                  <a:lnTo>
                    <a:pt x="602404" y="70697"/>
                  </a:lnTo>
                  <a:lnTo>
                    <a:pt x="599440" y="70697"/>
                  </a:lnTo>
                  <a:lnTo>
                    <a:pt x="585470" y="59690"/>
                  </a:lnTo>
                  <a:lnTo>
                    <a:pt x="571500" y="45720"/>
                  </a:lnTo>
                  <a:lnTo>
                    <a:pt x="556260" y="44450"/>
                  </a:lnTo>
                  <a:lnTo>
                    <a:pt x="542290" y="44450"/>
                  </a:lnTo>
                  <a:lnTo>
                    <a:pt x="528320" y="43180"/>
                  </a:lnTo>
                  <a:lnTo>
                    <a:pt x="521123" y="41910"/>
                  </a:lnTo>
                  <a:lnTo>
                    <a:pt x="505883" y="41910"/>
                  </a:lnTo>
                  <a:lnTo>
                    <a:pt x="491913" y="27940"/>
                  </a:lnTo>
                  <a:lnTo>
                    <a:pt x="486410" y="23707"/>
                  </a:lnTo>
                  <a:lnTo>
                    <a:pt x="479637" y="11007"/>
                  </a:lnTo>
                  <a:lnTo>
                    <a:pt x="469900" y="0"/>
                  </a:lnTo>
                  <a:lnTo>
                    <a:pt x="457623" y="6773"/>
                  </a:lnTo>
                  <a:lnTo>
                    <a:pt x="443654" y="12277"/>
                  </a:lnTo>
                  <a:lnTo>
                    <a:pt x="430954" y="24977"/>
                  </a:lnTo>
                  <a:lnTo>
                    <a:pt x="416983" y="27940"/>
                  </a:lnTo>
                  <a:lnTo>
                    <a:pt x="401743" y="22437"/>
                  </a:lnTo>
                  <a:lnTo>
                    <a:pt x="393277" y="26670"/>
                  </a:lnTo>
                  <a:lnTo>
                    <a:pt x="379307" y="27940"/>
                  </a:lnTo>
                  <a:lnTo>
                    <a:pt x="364067" y="21167"/>
                  </a:lnTo>
                  <a:lnTo>
                    <a:pt x="350096" y="16933"/>
                  </a:lnTo>
                  <a:lnTo>
                    <a:pt x="336127" y="16933"/>
                  </a:lnTo>
                  <a:lnTo>
                    <a:pt x="320887" y="13970"/>
                  </a:lnTo>
                  <a:lnTo>
                    <a:pt x="319617" y="13970"/>
                  </a:lnTo>
                  <a:lnTo>
                    <a:pt x="318346" y="13970"/>
                  </a:lnTo>
                  <a:lnTo>
                    <a:pt x="304377" y="18203"/>
                  </a:lnTo>
                  <a:lnTo>
                    <a:pt x="290407" y="13970"/>
                  </a:lnTo>
                  <a:lnTo>
                    <a:pt x="276437" y="11007"/>
                  </a:lnTo>
                  <a:lnTo>
                    <a:pt x="265430" y="12277"/>
                  </a:lnTo>
                  <a:lnTo>
                    <a:pt x="251460" y="20743"/>
                  </a:lnTo>
                  <a:lnTo>
                    <a:pt x="238760" y="6773"/>
                  </a:lnTo>
                  <a:lnTo>
                    <a:pt x="223520" y="6773"/>
                  </a:lnTo>
                  <a:lnTo>
                    <a:pt x="209550" y="12277"/>
                  </a:lnTo>
                  <a:lnTo>
                    <a:pt x="195580" y="9313"/>
                  </a:lnTo>
                  <a:lnTo>
                    <a:pt x="191346" y="8043"/>
                  </a:lnTo>
                  <a:lnTo>
                    <a:pt x="176107" y="6773"/>
                  </a:lnTo>
                  <a:lnTo>
                    <a:pt x="162137" y="6773"/>
                  </a:lnTo>
                  <a:lnTo>
                    <a:pt x="160867" y="6773"/>
                  </a:lnTo>
                  <a:lnTo>
                    <a:pt x="145627" y="6773"/>
                  </a:lnTo>
                  <a:lnTo>
                    <a:pt x="131657" y="3810"/>
                  </a:lnTo>
                  <a:lnTo>
                    <a:pt x="116417" y="9313"/>
                  </a:lnTo>
                  <a:lnTo>
                    <a:pt x="110913" y="10583"/>
                  </a:lnTo>
                  <a:lnTo>
                    <a:pt x="106680" y="11853"/>
                  </a:lnTo>
                  <a:lnTo>
                    <a:pt x="92710" y="16087"/>
                  </a:lnTo>
                  <a:lnTo>
                    <a:pt x="78740" y="20320"/>
                  </a:lnTo>
                  <a:lnTo>
                    <a:pt x="63500" y="24553"/>
                  </a:lnTo>
                  <a:lnTo>
                    <a:pt x="59267" y="27517"/>
                  </a:lnTo>
                  <a:lnTo>
                    <a:pt x="57996" y="27517"/>
                  </a:lnTo>
                  <a:lnTo>
                    <a:pt x="44027" y="31750"/>
                  </a:lnTo>
                  <a:lnTo>
                    <a:pt x="30057" y="42757"/>
                  </a:lnTo>
                  <a:lnTo>
                    <a:pt x="24554" y="56727"/>
                  </a:lnTo>
                  <a:lnTo>
                    <a:pt x="10583" y="56727"/>
                  </a:lnTo>
                  <a:lnTo>
                    <a:pt x="4233" y="58420"/>
                  </a:lnTo>
                  <a:lnTo>
                    <a:pt x="4233" y="58420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4" name="Freeform 2433">
              <a:extLst>
                <a:ext uri="{FF2B5EF4-FFF2-40B4-BE49-F238E27FC236}">
                  <a16:creationId xmlns:a16="http://schemas.microsoft.com/office/drawing/2014/main" id="{4D916AA9-9C16-BB43-A795-CCE7199E7493}"/>
                </a:ext>
              </a:extLst>
            </p:cNvPr>
            <p:cNvSpPr/>
            <p:nvPr/>
          </p:nvSpPr>
          <p:spPr>
            <a:xfrm>
              <a:off x="8642350" y="1787313"/>
              <a:ext cx="738716" cy="325543"/>
            </a:xfrm>
            <a:custGeom>
              <a:avLst/>
              <a:gdLst>
                <a:gd name="connsiteX0" fmla="*/ 21167 w 738716"/>
                <a:gd name="connsiteY0" fmla="*/ 263313 h 325543"/>
                <a:gd name="connsiteX1" fmla="*/ 21167 w 738716"/>
                <a:gd name="connsiteY1" fmla="*/ 249343 h 325543"/>
                <a:gd name="connsiteX2" fmla="*/ 35137 w 738716"/>
                <a:gd name="connsiteY2" fmla="*/ 239607 h 325543"/>
                <a:gd name="connsiteX3" fmla="*/ 33443 w 738716"/>
                <a:gd name="connsiteY3" fmla="*/ 225637 h 325543"/>
                <a:gd name="connsiteX4" fmla="*/ 18204 w 738716"/>
                <a:gd name="connsiteY4" fmla="*/ 215900 h 325543"/>
                <a:gd name="connsiteX5" fmla="*/ 2963 w 738716"/>
                <a:gd name="connsiteY5" fmla="*/ 203200 h 325543"/>
                <a:gd name="connsiteX6" fmla="*/ 9737 w 738716"/>
                <a:gd name="connsiteY6" fmla="*/ 187960 h 325543"/>
                <a:gd name="connsiteX7" fmla="*/ 0 w 738716"/>
                <a:gd name="connsiteY7" fmla="*/ 173990 h 325543"/>
                <a:gd name="connsiteX8" fmla="*/ 13970 w 738716"/>
                <a:gd name="connsiteY8" fmla="*/ 172720 h 325543"/>
                <a:gd name="connsiteX9" fmla="*/ 29210 w 738716"/>
                <a:gd name="connsiteY9" fmla="*/ 172720 h 325543"/>
                <a:gd name="connsiteX10" fmla="*/ 43180 w 738716"/>
                <a:gd name="connsiteY10" fmla="*/ 173990 h 325543"/>
                <a:gd name="connsiteX11" fmla="*/ 58420 w 738716"/>
                <a:gd name="connsiteY11" fmla="*/ 160020 h 325543"/>
                <a:gd name="connsiteX12" fmla="*/ 73660 w 738716"/>
                <a:gd name="connsiteY12" fmla="*/ 155787 h 325543"/>
                <a:gd name="connsiteX13" fmla="*/ 87630 w 738716"/>
                <a:gd name="connsiteY13" fmla="*/ 160020 h 325543"/>
                <a:gd name="connsiteX14" fmla="*/ 101600 w 738716"/>
                <a:gd name="connsiteY14" fmla="*/ 160020 h 325543"/>
                <a:gd name="connsiteX15" fmla="*/ 115570 w 738716"/>
                <a:gd name="connsiteY15" fmla="*/ 154517 h 325543"/>
                <a:gd name="connsiteX16" fmla="*/ 130810 w 738716"/>
                <a:gd name="connsiteY16" fmla="*/ 158750 h 325543"/>
                <a:gd name="connsiteX17" fmla="*/ 144780 w 738716"/>
                <a:gd name="connsiteY17" fmla="*/ 165947 h 325543"/>
                <a:gd name="connsiteX18" fmla="*/ 151977 w 738716"/>
                <a:gd name="connsiteY18" fmla="*/ 171450 h 325543"/>
                <a:gd name="connsiteX19" fmla="*/ 165946 w 738716"/>
                <a:gd name="connsiteY19" fmla="*/ 184150 h 325543"/>
                <a:gd name="connsiteX20" fmla="*/ 150707 w 738716"/>
                <a:gd name="connsiteY20" fmla="*/ 182880 h 325543"/>
                <a:gd name="connsiteX21" fmla="*/ 136737 w 738716"/>
                <a:gd name="connsiteY21" fmla="*/ 195580 h 325543"/>
                <a:gd name="connsiteX22" fmla="*/ 121496 w 738716"/>
                <a:gd name="connsiteY22" fmla="*/ 204047 h 325543"/>
                <a:gd name="connsiteX23" fmla="*/ 107527 w 738716"/>
                <a:gd name="connsiteY23" fmla="*/ 216747 h 325543"/>
                <a:gd name="connsiteX24" fmla="*/ 92287 w 738716"/>
                <a:gd name="connsiteY24" fmla="*/ 212513 h 325543"/>
                <a:gd name="connsiteX25" fmla="*/ 78317 w 738716"/>
                <a:gd name="connsiteY25" fmla="*/ 218017 h 325543"/>
                <a:gd name="connsiteX26" fmla="*/ 64346 w 738716"/>
                <a:gd name="connsiteY26" fmla="*/ 216747 h 325543"/>
                <a:gd name="connsiteX27" fmla="*/ 50377 w 738716"/>
                <a:gd name="connsiteY27" fmla="*/ 227753 h 325543"/>
                <a:gd name="connsiteX28" fmla="*/ 47837 w 738716"/>
                <a:gd name="connsiteY28" fmla="*/ 241723 h 325543"/>
                <a:gd name="connsiteX29" fmla="*/ 39370 w 738716"/>
                <a:gd name="connsiteY29" fmla="*/ 256963 h 325543"/>
                <a:gd name="connsiteX30" fmla="*/ 25400 w 738716"/>
                <a:gd name="connsiteY30" fmla="*/ 265430 h 325543"/>
                <a:gd name="connsiteX31" fmla="*/ 21167 w 738716"/>
                <a:gd name="connsiteY31" fmla="*/ 263313 h 325543"/>
                <a:gd name="connsiteX32" fmla="*/ 81280 w 738716"/>
                <a:gd name="connsiteY32" fmla="*/ 83397 h 325543"/>
                <a:gd name="connsiteX33" fmla="*/ 71543 w 738716"/>
                <a:gd name="connsiteY33" fmla="*/ 91863 h 325543"/>
                <a:gd name="connsiteX34" fmla="*/ 57573 w 738716"/>
                <a:gd name="connsiteY34" fmla="*/ 101600 h 325543"/>
                <a:gd name="connsiteX35" fmla="*/ 42333 w 738716"/>
                <a:gd name="connsiteY35" fmla="*/ 102870 h 325543"/>
                <a:gd name="connsiteX36" fmla="*/ 27093 w 738716"/>
                <a:gd name="connsiteY36" fmla="*/ 104140 h 325543"/>
                <a:gd name="connsiteX37" fmla="*/ 13123 w 738716"/>
                <a:gd name="connsiteY37" fmla="*/ 105410 h 325543"/>
                <a:gd name="connsiteX38" fmla="*/ 27093 w 738716"/>
                <a:gd name="connsiteY38" fmla="*/ 110913 h 325543"/>
                <a:gd name="connsiteX39" fmla="*/ 41063 w 738716"/>
                <a:gd name="connsiteY39" fmla="*/ 112607 h 325543"/>
                <a:gd name="connsiteX40" fmla="*/ 56304 w 738716"/>
                <a:gd name="connsiteY40" fmla="*/ 115147 h 325543"/>
                <a:gd name="connsiteX41" fmla="*/ 63500 w 738716"/>
                <a:gd name="connsiteY41" fmla="*/ 129117 h 325543"/>
                <a:gd name="connsiteX42" fmla="*/ 75777 w 738716"/>
                <a:gd name="connsiteY42" fmla="*/ 144357 h 325543"/>
                <a:gd name="connsiteX43" fmla="*/ 92710 w 738716"/>
                <a:gd name="connsiteY43" fmla="*/ 138853 h 325543"/>
                <a:gd name="connsiteX44" fmla="*/ 99483 w 738716"/>
                <a:gd name="connsiteY44" fmla="*/ 124883 h 325543"/>
                <a:gd name="connsiteX45" fmla="*/ 115146 w 738716"/>
                <a:gd name="connsiteY45" fmla="*/ 123613 h 325543"/>
                <a:gd name="connsiteX46" fmla="*/ 124883 w 738716"/>
                <a:gd name="connsiteY46" fmla="*/ 109643 h 325543"/>
                <a:gd name="connsiteX47" fmla="*/ 110913 w 738716"/>
                <a:gd name="connsiteY47" fmla="*/ 95673 h 325543"/>
                <a:gd name="connsiteX48" fmla="*/ 96943 w 738716"/>
                <a:gd name="connsiteY48" fmla="*/ 95673 h 325543"/>
                <a:gd name="connsiteX49" fmla="*/ 81280 w 738716"/>
                <a:gd name="connsiteY49" fmla="*/ 83397 h 325543"/>
                <a:gd name="connsiteX50" fmla="*/ 151130 w 738716"/>
                <a:gd name="connsiteY50" fmla="*/ 164253 h 325543"/>
                <a:gd name="connsiteX51" fmla="*/ 159596 w 738716"/>
                <a:gd name="connsiteY51" fmla="*/ 168487 h 325543"/>
                <a:gd name="connsiteX52" fmla="*/ 174837 w 738716"/>
                <a:gd name="connsiteY52" fmla="*/ 158750 h 325543"/>
                <a:gd name="connsiteX53" fmla="*/ 160867 w 738716"/>
                <a:gd name="connsiteY53" fmla="*/ 146473 h 325543"/>
                <a:gd name="connsiteX54" fmla="*/ 145627 w 738716"/>
                <a:gd name="connsiteY54" fmla="*/ 149013 h 325543"/>
                <a:gd name="connsiteX55" fmla="*/ 151130 w 738716"/>
                <a:gd name="connsiteY55" fmla="*/ 164253 h 325543"/>
                <a:gd name="connsiteX56" fmla="*/ 148167 w 738716"/>
                <a:gd name="connsiteY56" fmla="*/ 88900 h 325543"/>
                <a:gd name="connsiteX57" fmla="*/ 148167 w 738716"/>
                <a:gd name="connsiteY57" fmla="*/ 101600 h 325543"/>
                <a:gd name="connsiteX58" fmla="*/ 162137 w 738716"/>
                <a:gd name="connsiteY58" fmla="*/ 90170 h 325543"/>
                <a:gd name="connsiteX59" fmla="*/ 148167 w 738716"/>
                <a:gd name="connsiteY59" fmla="*/ 88900 h 325543"/>
                <a:gd name="connsiteX60" fmla="*/ 191346 w 738716"/>
                <a:gd name="connsiteY60" fmla="*/ 162983 h 325543"/>
                <a:gd name="connsiteX61" fmla="*/ 199813 w 738716"/>
                <a:gd name="connsiteY61" fmla="*/ 164253 h 325543"/>
                <a:gd name="connsiteX62" fmla="*/ 213360 w 738716"/>
                <a:gd name="connsiteY62" fmla="*/ 171450 h 325543"/>
                <a:gd name="connsiteX63" fmla="*/ 216323 w 738716"/>
                <a:gd name="connsiteY63" fmla="*/ 185420 h 325543"/>
                <a:gd name="connsiteX64" fmla="*/ 230293 w 738716"/>
                <a:gd name="connsiteY64" fmla="*/ 196850 h 325543"/>
                <a:gd name="connsiteX65" fmla="*/ 244263 w 738716"/>
                <a:gd name="connsiteY65" fmla="*/ 201083 h 325543"/>
                <a:gd name="connsiteX66" fmla="*/ 259504 w 738716"/>
                <a:gd name="connsiteY66" fmla="*/ 206587 h 325543"/>
                <a:gd name="connsiteX67" fmla="*/ 273473 w 738716"/>
                <a:gd name="connsiteY67" fmla="*/ 209127 h 325543"/>
                <a:gd name="connsiteX68" fmla="*/ 288713 w 738716"/>
                <a:gd name="connsiteY68" fmla="*/ 204893 h 325543"/>
                <a:gd name="connsiteX69" fmla="*/ 295487 w 738716"/>
                <a:gd name="connsiteY69" fmla="*/ 190923 h 325543"/>
                <a:gd name="connsiteX70" fmla="*/ 310727 w 738716"/>
                <a:gd name="connsiteY70" fmla="*/ 193887 h 325543"/>
                <a:gd name="connsiteX71" fmla="*/ 320463 w 738716"/>
                <a:gd name="connsiteY71" fmla="*/ 199390 h 325543"/>
                <a:gd name="connsiteX72" fmla="*/ 311996 w 738716"/>
                <a:gd name="connsiteY72" fmla="*/ 214630 h 325543"/>
                <a:gd name="connsiteX73" fmla="*/ 314537 w 738716"/>
                <a:gd name="connsiteY73" fmla="*/ 228600 h 325543"/>
                <a:gd name="connsiteX74" fmla="*/ 313267 w 738716"/>
                <a:gd name="connsiteY74" fmla="*/ 242570 h 325543"/>
                <a:gd name="connsiteX75" fmla="*/ 303530 w 738716"/>
                <a:gd name="connsiteY75" fmla="*/ 256540 h 325543"/>
                <a:gd name="connsiteX76" fmla="*/ 299296 w 738716"/>
                <a:gd name="connsiteY76" fmla="*/ 270510 h 325543"/>
                <a:gd name="connsiteX77" fmla="*/ 304800 w 738716"/>
                <a:gd name="connsiteY77" fmla="*/ 271780 h 325543"/>
                <a:gd name="connsiteX78" fmla="*/ 307340 w 738716"/>
                <a:gd name="connsiteY78" fmla="*/ 271780 h 325543"/>
                <a:gd name="connsiteX79" fmla="*/ 308610 w 738716"/>
                <a:gd name="connsiteY79" fmla="*/ 271780 h 325543"/>
                <a:gd name="connsiteX80" fmla="*/ 322580 w 738716"/>
                <a:gd name="connsiteY80" fmla="*/ 260773 h 325543"/>
                <a:gd name="connsiteX81" fmla="*/ 336550 w 738716"/>
                <a:gd name="connsiteY81" fmla="*/ 259503 h 325543"/>
                <a:gd name="connsiteX82" fmla="*/ 350520 w 738716"/>
                <a:gd name="connsiteY82" fmla="*/ 251037 h 325543"/>
                <a:gd name="connsiteX83" fmla="*/ 366183 w 738716"/>
                <a:gd name="connsiteY83" fmla="*/ 249767 h 325543"/>
                <a:gd name="connsiteX84" fmla="*/ 380154 w 738716"/>
                <a:gd name="connsiteY84" fmla="*/ 246803 h 325543"/>
                <a:gd name="connsiteX85" fmla="*/ 391160 w 738716"/>
                <a:gd name="connsiteY85" fmla="*/ 240030 h 325543"/>
                <a:gd name="connsiteX86" fmla="*/ 405130 w 738716"/>
                <a:gd name="connsiteY86" fmla="*/ 246803 h 325543"/>
                <a:gd name="connsiteX87" fmla="*/ 413596 w 738716"/>
                <a:gd name="connsiteY87" fmla="*/ 251037 h 325543"/>
                <a:gd name="connsiteX88" fmla="*/ 427567 w 738716"/>
                <a:gd name="connsiteY88" fmla="*/ 245533 h 325543"/>
                <a:gd name="connsiteX89" fmla="*/ 441537 w 738716"/>
                <a:gd name="connsiteY89" fmla="*/ 254000 h 325543"/>
                <a:gd name="connsiteX90" fmla="*/ 455507 w 738716"/>
                <a:gd name="connsiteY90" fmla="*/ 263737 h 325543"/>
                <a:gd name="connsiteX91" fmla="*/ 469477 w 738716"/>
                <a:gd name="connsiteY91" fmla="*/ 262467 h 325543"/>
                <a:gd name="connsiteX92" fmla="*/ 484717 w 738716"/>
                <a:gd name="connsiteY92" fmla="*/ 273473 h 325543"/>
                <a:gd name="connsiteX93" fmla="*/ 498687 w 738716"/>
                <a:gd name="connsiteY93" fmla="*/ 273473 h 325543"/>
                <a:gd name="connsiteX94" fmla="*/ 508423 w 738716"/>
                <a:gd name="connsiteY94" fmla="*/ 284903 h 325543"/>
                <a:gd name="connsiteX95" fmla="*/ 510963 w 738716"/>
                <a:gd name="connsiteY95" fmla="*/ 286173 h 325543"/>
                <a:gd name="connsiteX96" fmla="*/ 513927 w 738716"/>
                <a:gd name="connsiteY96" fmla="*/ 287443 h 325543"/>
                <a:gd name="connsiteX97" fmla="*/ 526627 w 738716"/>
                <a:gd name="connsiteY97" fmla="*/ 294640 h 325543"/>
                <a:gd name="connsiteX98" fmla="*/ 538904 w 738716"/>
                <a:gd name="connsiteY98" fmla="*/ 308610 h 325543"/>
                <a:gd name="connsiteX99" fmla="*/ 554567 w 738716"/>
                <a:gd name="connsiteY99" fmla="*/ 317077 h 325543"/>
                <a:gd name="connsiteX100" fmla="*/ 568537 w 738716"/>
                <a:gd name="connsiteY100" fmla="*/ 322580 h 325543"/>
                <a:gd name="connsiteX101" fmla="*/ 582507 w 738716"/>
                <a:gd name="connsiteY101" fmla="*/ 325543 h 325543"/>
                <a:gd name="connsiteX102" fmla="*/ 584200 w 738716"/>
                <a:gd name="connsiteY102" fmla="*/ 322580 h 325543"/>
                <a:gd name="connsiteX103" fmla="*/ 598170 w 738716"/>
                <a:gd name="connsiteY103" fmla="*/ 317077 h 325543"/>
                <a:gd name="connsiteX104" fmla="*/ 613410 w 738716"/>
                <a:gd name="connsiteY104" fmla="*/ 308610 h 325543"/>
                <a:gd name="connsiteX105" fmla="*/ 627380 w 738716"/>
                <a:gd name="connsiteY105" fmla="*/ 311573 h 325543"/>
                <a:gd name="connsiteX106" fmla="*/ 635846 w 738716"/>
                <a:gd name="connsiteY106" fmla="*/ 317077 h 325543"/>
                <a:gd name="connsiteX107" fmla="*/ 651087 w 738716"/>
                <a:gd name="connsiteY107" fmla="*/ 321310 h 325543"/>
                <a:gd name="connsiteX108" fmla="*/ 665057 w 738716"/>
                <a:gd name="connsiteY108" fmla="*/ 324273 h 325543"/>
                <a:gd name="connsiteX109" fmla="*/ 674793 w 738716"/>
                <a:gd name="connsiteY109" fmla="*/ 324273 h 325543"/>
                <a:gd name="connsiteX110" fmla="*/ 673523 w 738716"/>
                <a:gd name="connsiteY110" fmla="*/ 320040 h 325543"/>
                <a:gd name="connsiteX111" fmla="*/ 676487 w 738716"/>
                <a:gd name="connsiteY111" fmla="*/ 306070 h 325543"/>
                <a:gd name="connsiteX112" fmla="*/ 676487 w 738716"/>
                <a:gd name="connsiteY112" fmla="*/ 301837 h 325543"/>
                <a:gd name="connsiteX113" fmla="*/ 690457 w 738716"/>
                <a:gd name="connsiteY113" fmla="*/ 293370 h 325543"/>
                <a:gd name="connsiteX114" fmla="*/ 697230 w 738716"/>
                <a:gd name="connsiteY114" fmla="*/ 279400 h 325543"/>
                <a:gd name="connsiteX115" fmla="*/ 702733 w 738716"/>
                <a:gd name="connsiteY115" fmla="*/ 278130 h 325543"/>
                <a:gd name="connsiteX116" fmla="*/ 705696 w 738716"/>
                <a:gd name="connsiteY116" fmla="*/ 278130 h 325543"/>
                <a:gd name="connsiteX117" fmla="*/ 707390 w 738716"/>
                <a:gd name="connsiteY117" fmla="*/ 278130 h 325543"/>
                <a:gd name="connsiteX118" fmla="*/ 721360 w 738716"/>
                <a:gd name="connsiteY118" fmla="*/ 269663 h 325543"/>
                <a:gd name="connsiteX119" fmla="*/ 707390 w 738716"/>
                <a:gd name="connsiteY119" fmla="*/ 264160 h 325543"/>
                <a:gd name="connsiteX120" fmla="*/ 701463 w 738716"/>
                <a:gd name="connsiteY120" fmla="*/ 250190 h 325543"/>
                <a:gd name="connsiteX121" fmla="*/ 702733 w 738716"/>
                <a:gd name="connsiteY121" fmla="*/ 241723 h 325543"/>
                <a:gd name="connsiteX122" fmla="*/ 689187 w 738716"/>
                <a:gd name="connsiteY122" fmla="*/ 233257 h 325543"/>
                <a:gd name="connsiteX123" fmla="*/ 675217 w 738716"/>
                <a:gd name="connsiteY123" fmla="*/ 218017 h 325543"/>
                <a:gd name="connsiteX124" fmla="*/ 672677 w 738716"/>
                <a:gd name="connsiteY124" fmla="*/ 204047 h 325543"/>
                <a:gd name="connsiteX125" fmla="*/ 679450 w 738716"/>
                <a:gd name="connsiteY125" fmla="*/ 190077 h 325543"/>
                <a:gd name="connsiteX126" fmla="*/ 675217 w 738716"/>
                <a:gd name="connsiteY126" fmla="*/ 174837 h 325543"/>
                <a:gd name="connsiteX127" fmla="*/ 669713 w 738716"/>
                <a:gd name="connsiteY127" fmla="*/ 160867 h 325543"/>
                <a:gd name="connsiteX128" fmla="*/ 664210 w 738716"/>
                <a:gd name="connsiteY128" fmla="*/ 146897 h 325543"/>
                <a:gd name="connsiteX129" fmla="*/ 658707 w 738716"/>
                <a:gd name="connsiteY129" fmla="*/ 132927 h 325543"/>
                <a:gd name="connsiteX130" fmla="*/ 661670 w 738716"/>
                <a:gd name="connsiteY130" fmla="*/ 117687 h 325543"/>
                <a:gd name="connsiteX131" fmla="*/ 675640 w 738716"/>
                <a:gd name="connsiteY131" fmla="*/ 107950 h 325543"/>
                <a:gd name="connsiteX132" fmla="*/ 691304 w 738716"/>
                <a:gd name="connsiteY132" fmla="*/ 98213 h 325543"/>
                <a:gd name="connsiteX133" fmla="*/ 698077 w 738716"/>
                <a:gd name="connsiteY133" fmla="*/ 84243 h 325543"/>
                <a:gd name="connsiteX134" fmla="*/ 700617 w 738716"/>
                <a:gd name="connsiteY134" fmla="*/ 71543 h 325543"/>
                <a:gd name="connsiteX135" fmla="*/ 700617 w 738716"/>
                <a:gd name="connsiteY135" fmla="*/ 70273 h 325543"/>
                <a:gd name="connsiteX136" fmla="*/ 703580 w 738716"/>
                <a:gd name="connsiteY136" fmla="*/ 55033 h 325543"/>
                <a:gd name="connsiteX137" fmla="*/ 709083 w 738716"/>
                <a:gd name="connsiteY137" fmla="*/ 50800 h 325543"/>
                <a:gd name="connsiteX138" fmla="*/ 724746 w 738716"/>
                <a:gd name="connsiteY138" fmla="*/ 43603 h 325543"/>
                <a:gd name="connsiteX139" fmla="*/ 738717 w 738716"/>
                <a:gd name="connsiteY139" fmla="*/ 42333 h 325543"/>
                <a:gd name="connsiteX140" fmla="*/ 737023 w 738716"/>
                <a:gd name="connsiteY140" fmla="*/ 36830 h 325543"/>
                <a:gd name="connsiteX141" fmla="*/ 735754 w 738716"/>
                <a:gd name="connsiteY141" fmla="*/ 35560 h 325543"/>
                <a:gd name="connsiteX142" fmla="*/ 721783 w 738716"/>
                <a:gd name="connsiteY142" fmla="*/ 25823 h 325543"/>
                <a:gd name="connsiteX143" fmla="*/ 715010 w 738716"/>
                <a:gd name="connsiteY143" fmla="*/ 22860 h 325543"/>
                <a:gd name="connsiteX144" fmla="*/ 706543 w 738716"/>
                <a:gd name="connsiteY144" fmla="*/ 32597 h 325543"/>
                <a:gd name="connsiteX145" fmla="*/ 691304 w 738716"/>
                <a:gd name="connsiteY145" fmla="*/ 32597 h 325543"/>
                <a:gd name="connsiteX146" fmla="*/ 677333 w 738716"/>
                <a:gd name="connsiteY146" fmla="*/ 31327 h 325543"/>
                <a:gd name="connsiteX147" fmla="*/ 663363 w 738716"/>
                <a:gd name="connsiteY147" fmla="*/ 31327 h 325543"/>
                <a:gd name="connsiteX148" fmla="*/ 647700 w 738716"/>
                <a:gd name="connsiteY148" fmla="*/ 27093 h 325543"/>
                <a:gd name="connsiteX149" fmla="*/ 632460 w 738716"/>
                <a:gd name="connsiteY149" fmla="*/ 28363 h 325543"/>
                <a:gd name="connsiteX150" fmla="*/ 616796 w 738716"/>
                <a:gd name="connsiteY150" fmla="*/ 27093 h 325543"/>
                <a:gd name="connsiteX151" fmla="*/ 601557 w 738716"/>
                <a:gd name="connsiteY151" fmla="*/ 28363 h 325543"/>
                <a:gd name="connsiteX152" fmla="*/ 584623 w 738716"/>
                <a:gd name="connsiteY152" fmla="*/ 27093 h 325543"/>
                <a:gd name="connsiteX153" fmla="*/ 570654 w 738716"/>
                <a:gd name="connsiteY153" fmla="*/ 21590 h 325543"/>
                <a:gd name="connsiteX154" fmla="*/ 556683 w 738716"/>
                <a:gd name="connsiteY154" fmla="*/ 13123 h 325543"/>
                <a:gd name="connsiteX155" fmla="*/ 541443 w 738716"/>
                <a:gd name="connsiteY155" fmla="*/ 11853 h 325543"/>
                <a:gd name="connsiteX156" fmla="*/ 527473 w 738716"/>
                <a:gd name="connsiteY156" fmla="*/ 13123 h 325543"/>
                <a:gd name="connsiteX157" fmla="*/ 512233 w 738716"/>
                <a:gd name="connsiteY157" fmla="*/ 10160 h 325543"/>
                <a:gd name="connsiteX158" fmla="*/ 498263 w 738716"/>
                <a:gd name="connsiteY158" fmla="*/ 5927 h 325543"/>
                <a:gd name="connsiteX159" fmla="*/ 483023 w 738716"/>
                <a:gd name="connsiteY159" fmla="*/ 4657 h 325543"/>
                <a:gd name="connsiteX160" fmla="*/ 469054 w 738716"/>
                <a:gd name="connsiteY160" fmla="*/ 5927 h 325543"/>
                <a:gd name="connsiteX161" fmla="*/ 453813 w 738716"/>
                <a:gd name="connsiteY161" fmla="*/ 8467 h 325543"/>
                <a:gd name="connsiteX162" fmla="*/ 439843 w 738716"/>
                <a:gd name="connsiteY162" fmla="*/ 7197 h 325543"/>
                <a:gd name="connsiteX163" fmla="*/ 425873 w 738716"/>
                <a:gd name="connsiteY163" fmla="*/ 4233 h 325543"/>
                <a:gd name="connsiteX164" fmla="*/ 411904 w 738716"/>
                <a:gd name="connsiteY164" fmla="*/ 0 h 325543"/>
                <a:gd name="connsiteX165" fmla="*/ 414867 w 738716"/>
                <a:gd name="connsiteY165" fmla="*/ 15240 h 325543"/>
                <a:gd name="connsiteX166" fmla="*/ 399627 w 738716"/>
                <a:gd name="connsiteY166" fmla="*/ 20743 h 325543"/>
                <a:gd name="connsiteX167" fmla="*/ 385657 w 738716"/>
                <a:gd name="connsiteY167" fmla="*/ 16510 h 325543"/>
                <a:gd name="connsiteX168" fmla="*/ 370417 w 738716"/>
                <a:gd name="connsiteY168" fmla="*/ 19473 h 325543"/>
                <a:gd name="connsiteX169" fmla="*/ 356446 w 738716"/>
                <a:gd name="connsiteY169" fmla="*/ 16510 h 325543"/>
                <a:gd name="connsiteX170" fmla="*/ 345440 w 738716"/>
                <a:gd name="connsiteY170" fmla="*/ 17780 h 325543"/>
                <a:gd name="connsiteX171" fmla="*/ 331470 w 738716"/>
                <a:gd name="connsiteY171" fmla="*/ 16510 h 325543"/>
                <a:gd name="connsiteX172" fmla="*/ 331470 w 738716"/>
                <a:gd name="connsiteY172" fmla="*/ 27517 h 325543"/>
                <a:gd name="connsiteX173" fmla="*/ 316230 w 738716"/>
                <a:gd name="connsiteY173" fmla="*/ 29210 h 325543"/>
                <a:gd name="connsiteX174" fmla="*/ 302260 w 738716"/>
                <a:gd name="connsiteY174" fmla="*/ 26247 h 325543"/>
                <a:gd name="connsiteX175" fmla="*/ 287020 w 738716"/>
                <a:gd name="connsiteY175" fmla="*/ 23707 h 325543"/>
                <a:gd name="connsiteX176" fmla="*/ 273050 w 738716"/>
                <a:gd name="connsiteY176" fmla="*/ 33443 h 325543"/>
                <a:gd name="connsiteX177" fmla="*/ 257810 w 738716"/>
                <a:gd name="connsiteY177" fmla="*/ 40640 h 325543"/>
                <a:gd name="connsiteX178" fmla="*/ 243840 w 738716"/>
                <a:gd name="connsiteY178" fmla="*/ 36407 h 325543"/>
                <a:gd name="connsiteX179" fmla="*/ 242570 w 738716"/>
                <a:gd name="connsiteY179" fmla="*/ 39370 h 325543"/>
                <a:gd name="connsiteX180" fmla="*/ 252307 w 738716"/>
                <a:gd name="connsiteY180" fmla="*/ 53340 h 325543"/>
                <a:gd name="connsiteX181" fmla="*/ 238337 w 738716"/>
                <a:gd name="connsiteY181" fmla="*/ 53340 h 325543"/>
                <a:gd name="connsiteX182" fmla="*/ 223096 w 738716"/>
                <a:gd name="connsiteY182" fmla="*/ 52070 h 325543"/>
                <a:gd name="connsiteX183" fmla="*/ 207857 w 738716"/>
                <a:gd name="connsiteY183" fmla="*/ 60537 h 325543"/>
                <a:gd name="connsiteX184" fmla="*/ 193887 w 738716"/>
                <a:gd name="connsiteY184" fmla="*/ 60537 h 325543"/>
                <a:gd name="connsiteX185" fmla="*/ 179917 w 738716"/>
                <a:gd name="connsiteY185" fmla="*/ 67310 h 325543"/>
                <a:gd name="connsiteX186" fmla="*/ 182880 w 738716"/>
                <a:gd name="connsiteY186" fmla="*/ 82550 h 325543"/>
                <a:gd name="connsiteX187" fmla="*/ 179917 w 738716"/>
                <a:gd name="connsiteY187" fmla="*/ 97790 h 325543"/>
                <a:gd name="connsiteX188" fmla="*/ 193887 w 738716"/>
                <a:gd name="connsiteY188" fmla="*/ 89323 h 325543"/>
                <a:gd name="connsiteX189" fmla="*/ 198120 w 738716"/>
                <a:gd name="connsiteY189" fmla="*/ 103293 h 325543"/>
                <a:gd name="connsiteX190" fmla="*/ 184150 w 738716"/>
                <a:gd name="connsiteY190" fmla="*/ 115993 h 325543"/>
                <a:gd name="connsiteX191" fmla="*/ 189654 w 738716"/>
                <a:gd name="connsiteY191" fmla="*/ 131233 h 325543"/>
                <a:gd name="connsiteX192" fmla="*/ 204893 w 738716"/>
                <a:gd name="connsiteY192" fmla="*/ 129963 h 325543"/>
                <a:gd name="connsiteX193" fmla="*/ 220133 w 738716"/>
                <a:gd name="connsiteY193" fmla="*/ 129963 h 325543"/>
                <a:gd name="connsiteX194" fmla="*/ 234104 w 738716"/>
                <a:gd name="connsiteY194" fmla="*/ 132927 h 325543"/>
                <a:gd name="connsiteX195" fmla="*/ 220133 w 738716"/>
                <a:gd name="connsiteY195" fmla="*/ 137160 h 325543"/>
                <a:gd name="connsiteX196" fmla="*/ 204893 w 738716"/>
                <a:gd name="connsiteY196" fmla="*/ 137160 h 325543"/>
                <a:gd name="connsiteX197" fmla="*/ 190923 w 738716"/>
                <a:gd name="connsiteY197" fmla="*/ 148167 h 325543"/>
                <a:gd name="connsiteX198" fmla="*/ 192193 w 738716"/>
                <a:gd name="connsiteY198" fmla="*/ 162137 h 325543"/>
                <a:gd name="connsiteX199" fmla="*/ 192193 w 738716"/>
                <a:gd name="connsiteY199" fmla="*/ 162983 h 325543"/>
                <a:gd name="connsiteX200" fmla="*/ 191346 w 738716"/>
                <a:gd name="connsiteY200" fmla="*/ 162983 h 32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738716" h="325543">
                  <a:moveTo>
                    <a:pt x="21167" y="263313"/>
                  </a:moveTo>
                  <a:lnTo>
                    <a:pt x="21167" y="249343"/>
                  </a:lnTo>
                  <a:lnTo>
                    <a:pt x="35137" y="239607"/>
                  </a:lnTo>
                  <a:lnTo>
                    <a:pt x="33443" y="225637"/>
                  </a:lnTo>
                  <a:lnTo>
                    <a:pt x="18204" y="215900"/>
                  </a:lnTo>
                  <a:lnTo>
                    <a:pt x="2963" y="203200"/>
                  </a:lnTo>
                  <a:lnTo>
                    <a:pt x="9737" y="187960"/>
                  </a:lnTo>
                  <a:lnTo>
                    <a:pt x="0" y="173990"/>
                  </a:lnTo>
                  <a:lnTo>
                    <a:pt x="13970" y="172720"/>
                  </a:lnTo>
                  <a:lnTo>
                    <a:pt x="29210" y="172720"/>
                  </a:lnTo>
                  <a:lnTo>
                    <a:pt x="43180" y="173990"/>
                  </a:lnTo>
                  <a:lnTo>
                    <a:pt x="58420" y="160020"/>
                  </a:lnTo>
                  <a:lnTo>
                    <a:pt x="73660" y="155787"/>
                  </a:lnTo>
                  <a:lnTo>
                    <a:pt x="87630" y="160020"/>
                  </a:lnTo>
                  <a:lnTo>
                    <a:pt x="101600" y="160020"/>
                  </a:lnTo>
                  <a:lnTo>
                    <a:pt x="115570" y="154517"/>
                  </a:lnTo>
                  <a:lnTo>
                    <a:pt x="130810" y="158750"/>
                  </a:lnTo>
                  <a:lnTo>
                    <a:pt x="144780" y="165947"/>
                  </a:lnTo>
                  <a:lnTo>
                    <a:pt x="151977" y="171450"/>
                  </a:lnTo>
                  <a:lnTo>
                    <a:pt x="165946" y="184150"/>
                  </a:lnTo>
                  <a:lnTo>
                    <a:pt x="150707" y="182880"/>
                  </a:lnTo>
                  <a:lnTo>
                    <a:pt x="136737" y="195580"/>
                  </a:lnTo>
                  <a:lnTo>
                    <a:pt x="121496" y="204047"/>
                  </a:lnTo>
                  <a:lnTo>
                    <a:pt x="107527" y="216747"/>
                  </a:lnTo>
                  <a:lnTo>
                    <a:pt x="92287" y="212513"/>
                  </a:lnTo>
                  <a:lnTo>
                    <a:pt x="78317" y="218017"/>
                  </a:lnTo>
                  <a:lnTo>
                    <a:pt x="64346" y="216747"/>
                  </a:lnTo>
                  <a:lnTo>
                    <a:pt x="50377" y="227753"/>
                  </a:lnTo>
                  <a:lnTo>
                    <a:pt x="47837" y="241723"/>
                  </a:lnTo>
                  <a:lnTo>
                    <a:pt x="39370" y="256963"/>
                  </a:lnTo>
                  <a:lnTo>
                    <a:pt x="25400" y="265430"/>
                  </a:lnTo>
                  <a:lnTo>
                    <a:pt x="21167" y="263313"/>
                  </a:lnTo>
                  <a:close/>
                  <a:moveTo>
                    <a:pt x="81280" y="83397"/>
                  </a:moveTo>
                  <a:lnTo>
                    <a:pt x="71543" y="91863"/>
                  </a:lnTo>
                  <a:lnTo>
                    <a:pt x="57573" y="101600"/>
                  </a:lnTo>
                  <a:lnTo>
                    <a:pt x="42333" y="102870"/>
                  </a:lnTo>
                  <a:lnTo>
                    <a:pt x="27093" y="104140"/>
                  </a:lnTo>
                  <a:lnTo>
                    <a:pt x="13123" y="105410"/>
                  </a:lnTo>
                  <a:lnTo>
                    <a:pt x="27093" y="110913"/>
                  </a:lnTo>
                  <a:lnTo>
                    <a:pt x="41063" y="112607"/>
                  </a:lnTo>
                  <a:lnTo>
                    <a:pt x="56304" y="115147"/>
                  </a:lnTo>
                  <a:lnTo>
                    <a:pt x="63500" y="129117"/>
                  </a:lnTo>
                  <a:lnTo>
                    <a:pt x="75777" y="144357"/>
                  </a:lnTo>
                  <a:lnTo>
                    <a:pt x="92710" y="138853"/>
                  </a:lnTo>
                  <a:lnTo>
                    <a:pt x="99483" y="124883"/>
                  </a:lnTo>
                  <a:lnTo>
                    <a:pt x="115146" y="123613"/>
                  </a:lnTo>
                  <a:lnTo>
                    <a:pt x="124883" y="109643"/>
                  </a:lnTo>
                  <a:lnTo>
                    <a:pt x="110913" y="95673"/>
                  </a:lnTo>
                  <a:lnTo>
                    <a:pt x="96943" y="95673"/>
                  </a:lnTo>
                  <a:lnTo>
                    <a:pt x="81280" y="83397"/>
                  </a:lnTo>
                  <a:close/>
                  <a:moveTo>
                    <a:pt x="151130" y="164253"/>
                  </a:moveTo>
                  <a:lnTo>
                    <a:pt x="159596" y="168487"/>
                  </a:lnTo>
                  <a:lnTo>
                    <a:pt x="174837" y="158750"/>
                  </a:lnTo>
                  <a:lnTo>
                    <a:pt x="160867" y="146473"/>
                  </a:lnTo>
                  <a:lnTo>
                    <a:pt x="145627" y="149013"/>
                  </a:lnTo>
                  <a:lnTo>
                    <a:pt x="151130" y="164253"/>
                  </a:lnTo>
                  <a:close/>
                  <a:moveTo>
                    <a:pt x="148167" y="88900"/>
                  </a:moveTo>
                  <a:lnTo>
                    <a:pt x="148167" y="101600"/>
                  </a:lnTo>
                  <a:lnTo>
                    <a:pt x="162137" y="90170"/>
                  </a:lnTo>
                  <a:lnTo>
                    <a:pt x="148167" y="88900"/>
                  </a:lnTo>
                  <a:close/>
                  <a:moveTo>
                    <a:pt x="191346" y="162983"/>
                  </a:moveTo>
                  <a:lnTo>
                    <a:pt x="199813" y="164253"/>
                  </a:lnTo>
                  <a:lnTo>
                    <a:pt x="213360" y="171450"/>
                  </a:lnTo>
                  <a:lnTo>
                    <a:pt x="216323" y="185420"/>
                  </a:lnTo>
                  <a:lnTo>
                    <a:pt x="230293" y="196850"/>
                  </a:lnTo>
                  <a:lnTo>
                    <a:pt x="244263" y="201083"/>
                  </a:lnTo>
                  <a:lnTo>
                    <a:pt x="259504" y="206587"/>
                  </a:lnTo>
                  <a:lnTo>
                    <a:pt x="273473" y="209127"/>
                  </a:lnTo>
                  <a:lnTo>
                    <a:pt x="288713" y="204893"/>
                  </a:lnTo>
                  <a:lnTo>
                    <a:pt x="295487" y="190923"/>
                  </a:lnTo>
                  <a:lnTo>
                    <a:pt x="310727" y="193887"/>
                  </a:lnTo>
                  <a:lnTo>
                    <a:pt x="320463" y="199390"/>
                  </a:lnTo>
                  <a:lnTo>
                    <a:pt x="311996" y="214630"/>
                  </a:lnTo>
                  <a:lnTo>
                    <a:pt x="314537" y="228600"/>
                  </a:lnTo>
                  <a:lnTo>
                    <a:pt x="313267" y="242570"/>
                  </a:lnTo>
                  <a:lnTo>
                    <a:pt x="303530" y="256540"/>
                  </a:lnTo>
                  <a:lnTo>
                    <a:pt x="299296" y="270510"/>
                  </a:lnTo>
                  <a:lnTo>
                    <a:pt x="304800" y="271780"/>
                  </a:lnTo>
                  <a:lnTo>
                    <a:pt x="307340" y="271780"/>
                  </a:lnTo>
                  <a:lnTo>
                    <a:pt x="308610" y="271780"/>
                  </a:lnTo>
                  <a:lnTo>
                    <a:pt x="322580" y="260773"/>
                  </a:lnTo>
                  <a:lnTo>
                    <a:pt x="336550" y="259503"/>
                  </a:lnTo>
                  <a:lnTo>
                    <a:pt x="350520" y="251037"/>
                  </a:lnTo>
                  <a:lnTo>
                    <a:pt x="366183" y="249767"/>
                  </a:lnTo>
                  <a:lnTo>
                    <a:pt x="380154" y="246803"/>
                  </a:lnTo>
                  <a:lnTo>
                    <a:pt x="391160" y="240030"/>
                  </a:lnTo>
                  <a:lnTo>
                    <a:pt x="405130" y="246803"/>
                  </a:lnTo>
                  <a:lnTo>
                    <a:pt x="413596" y="251037"/>
                  </a:lnTo>
                  <a:lnTo>
                    <a:pt x="427567" y="245533"/>
                  </a:lnTo>
                  <a:lnTo>
                    <a:pt x="441537" y="254000"/>
                  </a:lnTo>
                  <a:lnTo>
                    <a:pt x="455507" y="263737"/>
                  </a:lnTo>
                  <a:lnTo>
                    <a:pt x="469477" y="262467"/>
                  </a:lnTo>
                  <a:lnTo>
                    <a:pt x="484717" y="273473"/>
                  </a:lnTo>
                  <a:lnTo>
                    <a:pt x="498687" y="273473"/>
                  </a:lnTo>
                  <a:lnTo>
                    <a:pt x="508423" y="284903"/>
                  </a:lnTo>
                  <a:lnTo>
                    <a:pt x="510963" y="286173"/>
                  </a:lnTo>
                  <a:lnTo>
                    <a:pt x="513927" y="287443"/>
                  </a:lnTo>
                  <a:lnTo>
                    <a:pt x="526627" y="294640"/>
                  </a:lnTo>
                  <a:lnTo>
                    <a:pt x="538904" y="308610"/>
                  </a:lnTo>
                  <a:lnTo>
                    <a:pt x="554567" y="317077"/>
                  </a:lnTo>
                  <a:lnTo>
                    <a:pt x="568537" y="322580"/>
                  </a:lnTo>
                  <a:lnTo>
                    <a:pt x="582507" y="325543"/>
                  </a:lnTo>
                  <a:lnTo>
                    <a:pt x="584200" y="322580"/>
                  </a:lnTo>
                  <a:lnTo>
                    <a:pt x="598170" y="317077"/>
                  </a:lnTo>
                  <a:lnTo>
                    <a:pt x="613410" y="308610"/>
                  </a:lnTo>
                  <a:lnTo>
                    <a:pt x="627380" y="311573"/>
                  </a:lnTo>
                  <a:lnTo>
                    <a:pt x="635846" y="317077"/>
                  </a:lnTo>
                  <a:lnTo>
                    <a:pt x="651087" y="321310"/>
                  </a:lnTo>
                  <a:lnTo>
                    <a:pt x="665057" y="324273"/>
                  </a:lnTo>
                  <a:lnTo>
                    <a:pt x="674793" y="324273"/>
                  </a:lnTo>
                  <a:lnTo>
                    <a:pt x="673523" y="320040"/>
                  </a:lnTo>
                  <a:lnTo>
                    <a:pt x="676487" y="306070"/>
                  </a:lnTo>
                  <a:lnTo>
                    <a:pt x="676487" y="301837"/>
                  </a:lnTo>
                  <a:lnTo>
                    <a:pt x="690457" y="293370"/>
                  </a:lnTo>
                  <a:lnTo>
                    <a:pt x="697230" y="279400"/>
                  </a:lnTo>
                  <a:lnTo>
                    <a:pt x="702733" y="278130"/>
                  </a:lnTo>
                  <a:lnTo>
                    <a:pt x="705696" y="278130"/>
                  </a:lnTo>
                  <a:lnTo>
                    <a:pt x="707390" y="278130"/>
                  </a:lnTo>
                  <a:lnTo>
                    <a:pt x="721360" y="269663"/>
                  </a:lnTo>
                  <a:lnTo>
                    <a:pt x="707390" y="264160"/>
                  </a:lnTo>
                  <a:lnTo>
                    <a:pt x="701463" y="250190"/>
                  </a:lnTo>
                  <a:lnTo>
                    <a:pt x="702733" y="241723"/>
                  </a:lnTo>
                  <a:lnTo>
                    <a:pt x="689187" y="233257"/>
                  </a:lnTo>
                  <a:lnTo>
                    <a:pt x="675217" y="218017"/>
                  </a:lnTo>
                  <a:lnTo>
                    <a:pt x="672677" y="204047"/>
                  </a:lnTo>
                  <a:lnTo>
                    <a:pt x="679450" y="190077"/>
                  </a:lnTo>
                  <a:lnTo>
                    <a:pt x="675217" y="174837"/>
                  </a:lnTo>
                  <a:lnTo>
                    <a:pt x="669713" y="160867"/>
                  </a:lnTo>
                  <a:lnTo>
                    <a:pt x="664210" y="146897"/>
                  </a:lnTo>
                  <a:lnTo>
                    <a:pt x="658707" y="132927"/>
                  </a:lnTo>
                  <a:lnTo>
                    <a:pt x="661670" y="117687"/>
                  </a:lnTo>
                  <a:lnTo>
                    <a:pt x="675640" y="107950"/>
                  </a:lnTo>
                  <a:lnTo>
                    <a:pt x="691304" y="98213"/>
                  </a:lnTo>
                  <a:lnTo>
                    <a:pt x="698077" y="84243"/>
                  </a:lnTo>
                  <a:lnTo>
                    <a:pt x="700617" y="71543"/>
                  </a:lnTo>
                  <a:lnTo>
                    <a:pt x="700617" y="70273"/>
                  </a:lnTo>
                  <a:lnTo>
                    <a:pt x="703580" y="55033"/>
                  </a:lnTo>
                  <a:lnTo>
                    <a:pt x="709083" y="50800"/>
                  </a:lnTo>
                  <a:lnTo>
                    <a:pt x="724746" y="43603"/>
                  </a:lnTo>
                  <a:lnTo>
                    <a:pt x="738717" y="42333"/>
                  </a:lnTo>
                  <a:lnTo>
                    <a:pt x="737023" y="36830"/>
                  </a:lnTo>
                  <a:lnTo>
                    <a:pt x="735754" y="35560"/>
                  </a:lnTo>
                  <a:lnTo>
                    <a:pt x="721783" y="25823"/>
                  </a:lnTo>
                  <a:lnTo>
                    <a:pt x="715010" y="22860"/>
                  </a:lnTo>
                  <a:lnTo>
                    <a:pt x="706543" y="32597"/>
                  </a:lnTo>
                  <a:lnTo>
                    <a:pt x="691304" y="32597"/>
                  </a:lnTo>
                  <a:lnTo>
                    <a:pt x="677333" y="31327"/>
                  </a:lnTo>
                  <a:lnTo>
                    <a:pt x="663363" y="31327"/>
                  </a:lnTo>
                  <a:lnTo>
                    <a:pt x="647700" y="27093"/>
                  </a:lnTo>
                  <a:lnTo>
                    <a:pt x="632460" y="28363"/>
                  </a:lnTo>
                  <a:lnTo>
                    <a:pt x="616796" y="27093"/>
                  </a:lnTo>
                  <a:lnTo>
                    <a:pt x="601557" y="28363"/>
                  </a:lnTo>
                  <a:lnTo>
                    <a:pt x="584623" y="27093"/>
                  </a:lnTo>
                  <a:lnTo>
                    <a:pt x="570654" y="21590"/>
                  </a:lnTo>
                  <a:lnTo>
                    <a:pt x="556683" y="13123"/>
                  </a:lnTo>
                  <a:lnTo>
                    <a:pt x="541443" y="11853"/>
                  </a:lnTo>
                  <a:lnTo>
                    <a:pt x="527473" y="13123"/>
                  </a:lnTo>
                  <a:lnTo>
                    <a:pt x="512233" y="10160"/>
                  </a:lnTo>
                  <a:lnTo>
                    <a:pt x="498263" y="5927"/>
                  </a:lnTo>
                  <a:lnTo>
                    <a:pt x="483023" y="4657"/>
                  </a:lnTo>
                  <a:lnTo>
                    <a:pt x="469054" y="5927"/>
                  </a:lnTo>
                  <a:lnTo>
                    <a:pt x="453813" y="8467"/>
                  </a:lnTo>
                  <a:lnTo>
                    <a:pt x="439843" y="7197"/>
                  </a:lnTo>
                  <a:lnTo>
                    <a:pt x="425873" y="4233"/>
                  </a:lnTo>
                  <a:lnTo>
                    <a:pt x="411904" y="0"/>
                  </a:lnTo>
                  <a:lnTo>
                    <a:pt x="414867" y="15240"/>
                  </a:lnTo>
                  <a:lnTo>
                    <a:pt x="399627" y="20743"/>
                  </a:lnTo>
                  <a:lnTo>
                    <a:pt x="385657" y="16510"/>
                  </a:lnTo>
                  <a:lnTo>
                    <a:pt x="370417" y="19473"/>
                  </a:lnTo>
                  <a:lnTo>
                    <a:pt x="356446" y="16510"/>
                  </a:lnTo>
                  <a:lnTo>
                    <a:pt x="345440" y="17780"/>
                  </a:lnTo>
                  <a:lnTo>
                    <a:pt x="331470" y="16510"/>
                  </a:lnTo>
                  <a:lnTo>
                    <a:pt x="331470" y="27517"/>
                  </a:lnTo>
                  <a:lnTo>
                    <a:pt x="316230" y="29210"/>
                  </a:lnTo>
                  <a:lnTo>
                    <a:pt x="302260" y="26247"/>
                  </a:lnTo>
                  <a:lnTo>
                    <a:pt x="287020" y="23707"/>
                  </a:lnTo>
                  <a:lnTo>
                    <a:pt x="273050" y="33443"/>
                  </a:lnTo>
                  <a:lnTo>
                    <a:pt x="257810" y="40640"/>
                  </a:lnTo>
                  <a:lnTo>
                    <a:pt x="243840" y="36407"/>
                  </a:lnTo>
                  <a:lnTo>
                    <a:pt x="242570" y="39370"/>
                  </a:lnTo>
                  <a:lnTo>
                    <a:pt x="252307" y="53340"/>
                  </a:lnTo>
                  <a:lnTo>
                    <a:pt x="238337" y="53340"/>
                  </a:lnTo>
                  <a:lnTo>
                    <a:pt x="223096" y="52070"/>
                  </a:lnTo>
                  <a:lnTo>
                    <a:pt x="207857" y="60537"/>
                  </a:lnTo>
                  <a:lnTo>
                    <a:pt x="193887" y="60537"/>
                  </a:lnTo>
                  <a:lnTo>
                    <a:pt x="179917" y="67310"/>
                  </a:lnTo>
                  <a:lnTo>
                    <a:pt x="182880" y="82550"/>
                  </a:lnTo>
                  <a:lnTo>
                    <a:pt x="179917" y="97790"/>
                  </a:lnTo>
                  <a:lnTo>
                    <a:pt x="193887" y="89323"/>
                  </a:lnTo>
                  <a:lnTo>
                    <a:pt x="198120" y="103293"/>
                  </a:lnTo>
                  <a:lnTo>
                    <a:pt x="184150" y="115993"/>
                  </a:lnTo>
                  <a:lnTo>
                    <a:pt x="189654" y="131233"/>
                  </a:lnTo>
                  <a:lnTo>
                    <a:pt x="204893" y="129963"/>
                  </a:lnTo>
                  <a:lnTo>
                    <a:pt x="220133" y="129963"/>
                  </a:lnTo>
                  <a:lnTo>
                    <a:pt x="234104" y="132927"/>
                  </a:lnTo>
                  <a:lnTo>
                    <a:pt x="220133" y="137160"/>
                  </a:lnTo>
                  <a:lnTo>
                    <a:pt x="204893" y="137160"/>
                  </a:lnTo>
                  <a:lnTo>
                    <a:pt x="190923" y="148167"/>
                  </a:lnTo>
                  <a:lnTo>
                    <a:pt x="192193" y="162137"/>
                  </a:lnTo>
                  <a:lnTo>
                    <a:pt x="192193" y="162983"/>
                  </a:lnTo>
                  <a:lnTo>
                    <a:pt x="191346" y="162983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5" name="Freeform 2434">
              <a:extLst>
                <a:ext uri="{FF2B5EF4-FFF2-40B4-BE49-F238E27FC236}">
                  <a16:creationId xmlns:a16="http://schemas.microsoft.com/office/drawing/2014/main" id="{6051EB1C-FB4C-AB42-A4F1-9B617CCBFB06}"/>
                </a:ext>
              </a:extLst>
            </p:cNvPr>
            <p:cNvSpPr/>
            <p:nvPr/>
          </p:nvSpPr>
          <p:spPr>
            <a:xfrm>
              <a:off x="7355416" y="393700"/>
              <a:ext cx="1441026" cy="2061633"/>
            </a:xfrm>
            <a:custGeom>
              <a:avLst/>
              <a:gdLst>
                <a:gd name="connsiteX0" fmla="*/ 9313 w 1441026"/>
                <a:gd name="connsiteY0" fmla="*/ 1474047 h 2061633"/>
                <a:gd name="connsiteX1" fmla="*/ 14817 w 1441026"/>
                <a:gd name="connsiteY1" fmla="*/ 1472777 h 2061633"/>
                <a:gd name="connsiteX2" fmla="*/ 25823 w 1441026"/>
                <a:gd name="connsiteY2" fmla="*/ 1477010 h 2061633"/>
                <a:gd name="connsiteX3" fmla="*/ 36830 w 1441026"/>
                <a:gd name="connsiteY3" fmla="*/ 1490980 h 2061633"/>
                <a:gd name="connsiteX4" fmla="*/ 46567 w 1441026"/>
                <a:gd name="connsiteY4" fmla="*/ 1506643 h 2061633"/>
                <a:gd name="connsiteX5" fmla="*/ 61807 w 1441026"/>
                <a:gd name="connsiteY5" fmla="*/ 1502410 h 2061633"/>
                <a:gd name="connsiteX6" fmla="*/ 63077 w 1441026"/>
                <a:gd name="connsiteY6" fmla="*/ 1498177 h 2061633"/>
                <a:gd name="connsiteX7" fmla="*/ 66040 w 1441026"/>
                <a:gd name="connsiteY7" fmla="*/ 1482937 h 2061633"/>
                <a:gd name="connsiteX8" fmla="*/ 70273 w 1441026"/>
                <a:gd name="connsiteY8" fmla="*/ 1466003 h 2061633"/>
                <a:gd name="connsiteX9" fmla="*/ 77470 w 1441026"/>
                <a:gd name="connsiteY9" fmla="*/ 1452033 h 2061633"/>
                <a:gd name="connsiteX10" fmla="*/ 78740 w 1441026"/>
                <a:gd name="connsiteY10" fmla="*/ 1446530 h 2061633"/>
                <a:gd name="connsiteX11" fmla="*/ 77470 w 1441026"/>
                <a:gd name="connsiteY11" fmla="*/ 1441027 h 2061633"/>
                <a:gd name="connsiteX12" fmla="*/ 77470 w 1441026"/>
                <a:gd name="connsiteY12" fmla="*/ 1439333 h 2061633"/>
                <a:gd name="connsiteX13" fmla="*/ 73237 w 1441026"/>
                <a:gd name="connsiteY13" fmla="*/ 1429597 h 2061633"/>
                <a:gd name="connsiteX14" fmla="*/ 67733 w 1441026"/>
                <a:gd name="connsiteY14" fmla="*/ 1414357 h 2061633"/>
                <a:gd name="connsiteX15" fmla="*/ 63500 w 1441026"/>
                <a:gd name="connsiteY15" fmla="*/ 1403350 h 2061633"/>
                <a:gd name="connsiteX16" fmla="*/ 71967 w 1441026"/>
                <a:gd name="connsiteY16" fmla="*/ 1389380 h 2061633"/>
                <a:gd name="connsiteX17" fmla="*/ 87207 w 1441026"/>
                <a:gd name="connsiteY17" fmla="*/ 1379643 h 2061633"/>
                <a:gd name="connsiteX18" fmla="*/ 87207 w 1441026"/>
                <a:gd name="connsiteY18" fmla="*/ 1365673 h 2061633"/>
                <a:gd name="connsiteX19" fmla="*/ 82973 w 1441026"/>
                <a:gd name="connsiteY19" fmla="*/ 1352973 h 2061633"/>
                <a:gd name="connsiteX20" fmla="*/ 96943 w 1441026"/>
                <a:gd name="connsiteY20" fmla="*/ 1348740 h 2061633"/>
                <a:gd name="connsiteX21" fmla="*/ 110913 w 1441026"/>
                <a:gd name="connsiteY21" fmla="*/ 1350010 h 2061633"/>
                <a:gd name="connsiteX22" fmla="*/ 124883 w 1441026"/>
                <a:gd name="connsiteY22" fmla="*/ 1342813 h 2061633"/>
                <a:gd name="connsiteX23" fmla="*/ 127846 w 1441026"/>
                <a:gd name="connsiteY23" fmla="*/ 1342813 h 2061633"/>
                <a:gd name="connsiteX24" fmla="*/ 143087 w 1441026"/>
                <a:gd name="connsiteY24" fmla="*/ 1333077 h 2061633"/>
                <a:gd name="connsiteX25" fmla="*/ 151554 w 1441026"/>
                <a:gd name="connsiteY25" fmla="*/ 1326303 h 2061633"/>
                <a:gd name="connsiteX26" fmla="*/ 160020 w 1441026"/>
                <a:gd name="connsiteY26" fmla="*/ 1312333 h 2061633"/>
                <a:gd name="connsiteX27" fmla="*/ 158327 w 1441026"/>
                <a:gd name="connsiteY27" fmla="*/ 1298363 h 2061633"/>
                <a:gd name="connsiteX28" fmla="*/ 158327 w 1441026"/>
                <a:gd name="connsiteY28" fmla="*/ 1284393 h 2061633"/>
                <a:gd name="connsiteX29" fmla="*/ 169333 w 1441026"/>
                <a:gd name="connsiteY29" fmla="*/ 1269153 h 2061633"/>
                <a:gd name="connsiteX30" fmla="*/ 166370 w 1441026"/>
                <a:gd name="connsiteY30" fmla="*/ 1253913 h 2061633"/>
                <a:gd name="connsiteX31" fmla="*/ 156633 w 1441026"/>
                <a:gd name="connsiteY31" fmla="*/ 1238673 h 2061633"/>
                <a:gd name="connsiteX32" fmla="*/ 145627 w 1441026"/>
                <a:gd name="connsiteY32" fmla="*/ 1224703 h 2061633"/>
                <a:gd name="connsiteX33" fmla="*/ 135890 w 1441026"/>
                <a:gd name="connsiteY33" fmla="*/ 1209463 h 2061633"/>
                <a:gd name="connsiteX34" fmla="*/ 132927 w 1441026"/>
                <a:gd name="connsiteY34" fmla="*/ 1194223 h 2061633"/>
                <a:gd name="connsiteX35" fmla="*/ 132927 w 1441026"/>
                <a:gd name="connsiteY35" fmla="*/ 1178983 h 2061633"/>
                <a:gd name="connsiteX36" fmla="*/ 146896 w 1441026"/>
                <a:gd name="connsiteY36" fmla="*/ 1176020 h 2061633"/>
                <a:gd name="connsiteX37" fmla="*/ 163407 w 1441026"/>
                <a:gd name="connsiteY37" fmla="*/ 1173057 h 2061633"/>
                <a:gd name="connsiteX38" fmla="*/ 167640 w 1441026"/>
                <a:gd name="connsiteY38" fmla="*/ 1174327 h 2061633"/>
                <a:gd name="connsiteX39" fmla="*/ 177377 w 1441026"/>
                <a:gd name="connsiteY39" fmla="*/ 1174327 h 2061633"/>
                <a:gd name="connsiteX40" fmla="*/ 178646 w 1441026"/>
                <a:gd name="connsiteY40" fmla="*/ 1174327 h 2061633"/>
                <a:gd name="connsiteX41" fmla="*/ 185420 w 1441026"/>
                <a:gd name="connsiteY41" fmla="*/ 1156123 h 2061633"/>
                <a:gd name="connsiteX42" fmla="*/ 195157 w 1441026"/>
                <a:gd name="connsiteY42" fmla="*/ 1142153 h 2061633"/>
                <a:gd name="connsiteX43" fmla="*/ 199390 w 1441026"/>
                <a:gd name="connsiteY43" fmla="*/ 1126913 h 2061633"/>
                <a:gd name="connsiteX44" fmla="*/ 178646 w 1441026"/>
                <a:gd name="connsiteY44" fmla="*/ 1108710 h 2061633"/>
                <a:gd name="connsiteX45" fmla="*/ 163407 w 1441026"/>
                <a:gd name="connsiteY45" fmla="*/ 1096010 h 2061633"/>
                <a:gd name="connsiteX46" fmla="*/ 143933 w 1441026"/>
                <a:gd name="connsiteY46" fmla="*/ 1094740 h 2061633"/>
                <a:gd name="connsiteX47" fmla="*/ 129963 w 1441026"/>
                <a:gd name="connsiteY47" fmla="*/ 1083733 h 2061633"/>
                <a:gd name="connsiteX48" fmla="*/ 113454 w 1441026"/>
                <a:gd name="connsiteY48" fmla="*/ 1071033 h 2061633"/>
                <a:gd name="connsiteX49" fmla="*/ 117687 w 1441026"/>
                <a:gd name="connsiteY49" fmla="*/ 1047327 h 2061633"/>
                <a:gd name="connsiteX50" fmla="*/ 121920 w 1441026"/>
                <a:gd name="connsiteY50" fmla="*/ 1030393 h 2061633"/>
                <a:gd name="connsiteX51" fmla="*/ 123190 w 1441026"/>
                <a:gd name="connsiteY51" fmla="*/ 1023620 h 2061633"/>
                <a:gd name="connsiteX52" fmla="*/ 126154 w 1441026"/>
                <a:gd name="connsiteY52" fmla="*/ 1008380 h 2061633"/>
                <a:gd name="connsiteX53" fmla="*/ 131657 w 1441026"/>
                <a:gd name="connsiteY53" fmla="*/ 988907 h 2061633"/>
                <a:gd name="connsiteX54" fmla="*/ 127423 w 1441026"/>
                <a:gd name="connsiteY54" fmla="*/ 980440 h 2061633"/>
                <a:gd name="connsiteX55" fmla="*/ 126154 w 1441026"/>
                <a:gd name="connsiteY55" fmla="*/ 979170 h 2061633"/>
                <a:gd name="connsiteX56" fmla="*/ 126154 w 1441026"/>
                <a:gd name="connsiteY56" fmla="*/ 977900 h 2061633"/>
                <a:gd name="connsiteX57" fmla="*/ 110913 w 1441026"/>
                <a:gd name="connsiteY57" fmla="*/ 955463 h 2061633"/>
                <a:gd name="connsiteX58" fmla="*/ 105410 w 1441026"/>
                <a:gd name="connsiteY58" fmla="*/ 934720 h 2061633"/>
                <a:gd name="connsiteX59" fmla="*/ 106680 w 1441026"/>
                <a:gd name="connsiteY59" fmla="*/ 906780 h 2061633"/>
                <a:gd name="connsiteX60" fmla="*/ 102446 w 1441026"/>
                <a:gd name="connsiteY60" fmla="*/ 892810 h 2061633"/>
                <a:gd name="connsiteX61" fmla="*/ 117687 w 1441026"/>
                <a:gd name="connsiteY61" fmla="*/ 878840 h 2061633"/>
                <a:gd name="connsiteX62" fmla="*/ 107950 w 1441026"/>
                <a:gd name="connsiteY62" fmla="*/ 863600 h 2061633"/>
                <a:gd name="connsiteX63" fmla="*/ 101177 w 1441026"/>
                <a:gd name="connsiteY63" fmla="*/ 849630 h 2061633"/>
                <a:gd name="connsiteX64" fmla="*/ 96943 w 1441026"/>
                <a:gd name="connsiteY64" fmla="*/ 828887 h 2061633"/>
                <a:gd name="connsiteX65" fmla="*/ 98213 w 1441026"/>
                <a:gd name="connsiteY65" fmla="*/ 827617 h 2061633"/>
                <a:gd name="connsiteX66" fmla="*/ 116417 w 1441026"/>
                <a:gd name="connsiteY66" fmla="*/ 805180 h 2061633"/>
                <a:gd name="connsiteX67" fmla="*/ 110913 w 1441026"/>
                <a:gd name="connsiteY67" fmla="*/ 789940 h 2061633"/>
                <a:gd name="connsiteX68" fmla="*/ 127423 w 1441026"/>
                <a:gd name="connsiteY68" fmla="*/ 777663 h 2061633"/>
                <a:gd name="connsiteX69" fmla="*/ 129963 w 1441026"/>
                <a:gd name="connsiteY69" fmla="*/ 773430 h 2061633"/>
                <a:gd name="connsiteX70" fmla="*/ 145627 w 1441026"/>
                <a:gd name="connsiteY70" fmla="*/ 758190 h 2061633"/>
                <a:gd name="connsiteX71" fmla="*/ 159596 w 1441026"/>
                <a:gd name="connsiteY71" fmla="*/ 744220 h 2061633"/>
                <a:gd name="connsiteX72" fmla="*/ 176530 w 1441026"/>
                <a:gd name="connsiteY72" fmla="*/ 731520 h 2061633"/>
                <a:gd name="connsiteX73" fmla="*/ 194310 w 1441026"/>
                <a:gd name="connsiteY73" fmla="*/ 723053 h 2061633"/>
                <a:gd name="connsiteX74" fmla="*/ 212513 w 1441026"/>
                <a:gd name="connsiteY74" fmla="*/ 718820 h 2061633"/>
                <a:gd name="connsiteX75" fmla="*/ 229446 w 1441026"/>
                <a:gd name="connsiteY75" fmla="*/ 716280 h 2061633"/>
                <a:gd name="connsiteX76" fmla="*/ 258657 w 1441026"/>
                <a:gd name="connsiteY76" fmla="*/ 720513 h 2061633"/>
                <a:gd name="connsiteX77" fmla="*/ 276860 w 1441026"/>
                <a:gd name="connsiteY77" fmla="*/ 723477 h 2061633"/>
                <a:gd name="connsiteX78" fmla="*/ 320040 w 1441026"/>
                <a:gd name="connsiteY78" fmla="*/ 720513 h 2061633"/>
                <a:gd name="connsiteX79" fmla="*/ 322580 w 1441026"/>
                <a:gd name="connsiteY79" fmla="*/ 716280 h 2061633"/>
                <a:gd name="connsiteX80" fmla="*/ 323850 w 1441026"/>
                <a:gd name="connsiteY80" fmla="*/ 715010 h 2061633"/>
                <a:gd name="connsiteX81" fmla="*/ 333587 w 1441026"/>
                <a:gd name="connsiteY81" fmla="*/ 702310 h 2061633"/>
                <a:gd name="connsiteX82" fmla="*/ 329354 w 1441026"/>
                <a:gd name="connsiteY82" fmla="*/ 675640 h 2061633"/>
                <a:gd name="connsiteX83" fmla="*/ 326390 w 1441026"/>
                <a:gd name="connsiteY83" fmla="*/ 661670 h 2061633"/>
                <a:gd name="connsiteX84" fmla="*/ 306917 w 1441026"/>
                <a:gd name="connsiteY84" fmla="*/ 657437 h 2061633"/>
                <a:gd name="connsiteX85" fmla="*/ 288713 w 1441026"/>
                <a:gd name="connsiteY85" fmla="*/ 648970 h 2061633"/>
                <a:gd name="connsiteX86" fmla="*/ 273473 w 1441026"/>
                <a:gd name="connsiteY86" fmla="*/ 643467 h 2061633"/>
                <a:gd name="connsiteX87" fmla="*/ 288713 w 1441026"/>
                <a:gd name="connsiteY87" fmla="*/ 625263 h 2061633"/>
                <a:gd name="connsiteX88" fmla="*/ 315383 w 1441026"/>
                <a:gd name="connsiteY88" fmla="*/ 598593 h 2061633"/>
                <a:gd name="connsiteX89" fmla="*/ 334857 w 1441026"/>
                <a:gd name="connsiteY89" fmla="*/ 579120 h 2061633"/>
                <a:gd name="connsiteX90" fmla="*/ 347133 w 1441026"/>
                <a:gd name="connsiteY90" fmla="*/ 566420 h 2061633"/>
                <a:gd name="connsiteX91" fmla="*/ 353060 w 1441026"/>
                <a:gd name="connsiteY91" fmla="*/ 545677 h 2061633"/>
                <a:gd name="connsiteX92" fmla="*/ 368300 w 1441026"/>
                <a:gd name="connsiteY92" fmla="*/ 537210 h 2061633"/>
                <a:gd name="connsiteX93" fmla="*/ 367030 w 1441026"/>
                <a:gd name="connsiteY93" fmla="*/ 513503 h 2061633"/>
                <a:gd name="connsiteX94" fmla="*/ 368300 w 1441026"/>
                <a:gd name="connsiteY94" fmla="*/ 498263 h 2061633"/>
                <a:gd name="connsiteX95" fmla="*/ 369993 w 1441026"/>
                <a:gd name="connsiteY95" fmla="*/ 484293 h 2061633"/>
                <a:gd name="connsiteX96" fmla="*/ 381000 w 1441026"/>
                <a:gd name="connsiteY96" fmla="*/ 463127 h 2061633"/>
                <a:gd name="connsiteX97" fmla="*/ 375496 w 1441026"/>
                <a:gd name="connsiteY97" fmla="*/ 446617 h 2061633"/>
                <a:gd name="connsiteX98" fmla="*/ 371263 w 1441026"/>
                <a:gd name="connsiteY98" fmla="*/ 431377 h 2061633"/>
                <a:gd name="connsiteX99" fmla="*/ 367030 w 1441026"/>
                <a:gd name="connsiteY99" fmla="*/ 416137 h 2061633"/>
                <a:gd name="connsiteX100" fmla="*/ 385233 w 1441026"/>
                <a:gd name="connsiteY100" fmla="*/ 416137 h 2061633"/>
                <a:gd name="connsiteX101" fmla="*/ 416137 w 1441026"/>
                <a:gd name="connsiteY101" fmla="*/ 413173 h 2061633"/>
                <a:gd name="connsiteX102" fmla="*/ 421640 w 1441026"/>
                <a:gd name="connsiteY102" fmla="*/ 413173 h 2061633"/>
                <a:gd name="connsiteX103" fmla="*/ 445346 w 1441026"/>
                <a:gd name="connsiteY103" fmla="*/ 404707 h 2061633"/>
                <a:gd name="connsiteX104" fmla="*/ 470323 w 1441026"/>
                <a:gd name="connsiteY104" fmla="*/ 394970 h 2061633"/>
                <a:gd name="connsiteX105" fmla="*/ 470323 w 1441026"/>
                <a:gd name="connsiteY105" fmla="*/ 385233 h 2061633"/>
                <a:gd name="connsiteX106" fmla="*/ 461857 w 1441026"/>
                <a:gd name="connsiteY106" fmla="*/ 364490 h 2061633"/>
                <a:gd name="connsiteX107" fmla="*/ 484293 w 1441026"/>
                <a:gd name="connsiteY107" fmla="*/ 351790 h 2061633"/>
                <a:gd name="connsiteX108" fmla="*/ 505037 w 1441026"/>
                <a:gd name="connsiteY108" fmla="*/ 329353 h 2061633"/>
                <a:gd name="connsiteX109" fmla="*/ 509270 w 1441026"/>
                <a:gd name="connsiteY109" fmla="*/ 325120 h 2061633"/>
                <a:gd name="connsiteX110" fmla="*/ 532977 w 1441026"/>
                <a:gd name="connsiteY110" fmla="*/ 301413 h 2061633"/>
                <a:gd name="connsiteX111" fmla="*/ 551180 w 1441026"/>
                <a:gd name="connsiteY111" fmla="*/ 290407 h 2061633"/>
                <a:gd name="connsiteX112" fmla="*/ 568113 w 1441026"/>
                <a:gd name="connsiteY112" fmla="*/ 283210 h 2061633"/>
                <a:gd name="connsiteX113" fmla="*/ 571077 w 1441026"/>
                <a:gd name="connsiteY113" fmla="*/ 260773 h 2061633"/>
                <a:gd name="connsiteX114" fmla="*/ 555837 w 1441026"/>
                <a:gd name="connsiteY114" fmla="*/ 248073 h 2061633"/>
                <a:gd name="connsiteX115" fmla="*/ 533400 w 1441026"/>
                <a:gd name="connsiteY115" fmla="*/ 228600 h 2061633"/>
                <a:gd name="connsiteX116" fmla="*/ 566843 w 1441026"/>
                <a:gd name="connsiteY116" fmla="*/ 213360 h 2061633"/>
                <a:gd name="connsiteX117" fmla="*/ 582083 w 1441026"/>
                <a:gd name="connsiteY117" fmla="*/ 199390 h 2061633"/>
                <a:gd name="connsiteX118" fmla="*/ 588857 w 1441026"/>
                <a:gd name="connsiteY118" fmla="*/ 184150 h 2061633"/>
                <a:gd name="connsiteX119" fmla="*/ 595630 w 1441026"/>
                <a:gd name="connsiteY119" fmla="*/ 168910 h 2061633"/>
                <a:gd name="connsiteX120" fmla="*/ 622300 w 1441026"/>
                <a:gd name="connsiteY120" fmla="*/ 150707 h 2061633"/>
                <a:gd name="connsiteX121" fmla="*/ 633730 w 1441026"/>
                <a:gd name="connsiteY121" fmla="*/ 145203 h 2061633"/>
                <a:gd name="connsiteX122" fmla="*/ 635423 w 1441026"/>
                <a:gd name="connsiteY122" fmla="*/ 145203 h 2061633"/>
                <a:gd name="connsiteX123" fmla="*/ 653627 w 1441026"/>
                <a:gd name="connsiteY123" fmla="*/ 135467 h 2061633"/>
                <a:gd name="connsiteX124" fmla="*/ 675640 w 1441026"/>
                <a:gd name="connsiteY124" fmla="*/ 134197 h 2061633"/>
                <a:gd name="connsiteX125" fmla="*/ 696807 w 1441026"/>
                <a:gd name="connsiteY125" fmla="*/ 141393 h 2061633"/>
                <a:gd name="connsiteX126" fmla="*/ 713740 w 1441026"/>
                <a:gd name="connsiteY126" fmla="*/ 146897 h 2061633"/>
                <a:gd name="connsiteX127" fmla="*/ 728980 w 1441026"/>
                <a:gd name="connsiteY127" fmla="*/ 146897 h 2061633"/>
                <a:gd name="connsiteX128" fmla="*/ 752687 w 1441026"/>
                <a:gd name="connsiteY128" fmla="*/ 118957 h 2061633"/>
                <a:gd name="connsiteX129" fmla="*/ 745490 w 1441026"/>
                <a:gd name="connsiteY129" fmla="*/ 93980 h 2061633"/>
                <a:gd name="connsiteX130" fmla="*/ 744220 w 1441026"/>
                <a:gd name="connsiteY130" fmla="*/ 85513 h 2061633"/>
                <a:gd name="connsiteX131" fmla="*/ 744220 w 1441026"/>
                <a:gd name="connsiteY131" fmla="*/ 84243 h 2061633"/>
                <a:gd name="connsiteX132" fmla="*/ 745490 w 1441026"/>
                <a:gd name="connsiteY132" fmla="*/ 70273 h 2061633"/>
                <a:gd name="connsiteX133" fmla="*/ 776393 w 1441026"/>
                <a:gd name="connsiteY133" fmla="*/ 64770 h 2061633"/>
                <a:gd name="connsiteX134" fmla="*/ 801370 w 1441026"/>
                <a:gd name="connsiteY134" fmla="*/ 75777 h 2061633"/>
                <a:gd name="connsiteX135" fmla="*/ 834813 w 1441026"/>
                <a:gd name="connsiteY135" fmla="*/ 74507 h 2061633"/>
                <a:gd name="connsiteX136" fmla="*/ 882227 w 1441026"/>
                <a:gd name="connsiteY136" fmla="*/ 84243 h 2061633"/>
                <a:gd name="connsiteX137" fmla="*/ 942340 w 1441026"/>
                <a:gd name="connsiteY137" fmla="*/ 96943 h 2061633"/>
                <a:gd name="connsiteX138" fmla="*/ 957580 w 1441026"/>
                <a:gd name="connsiteY138" fmla="*/ 88900 h 2061633"/>
                <a:gd name="connsiteX139" fmla="*/ 971550 w 1441026"/>
                <a:gd name="connsiteY139" fmla="*/ 79163 h 2061633"/>
                <a:gd name="connsiteX140" fmla="*/ 957580 w 1441026"/>
                <a:gd name="connsiteY140" fmla="*/ 73660 h 2061633"/>
                <a:gd name="connsiteX141" fmla="*/ 942340 w 1441026"/>
                <a:gd name="connsiteY141" fmla="*/ 69427 h 2061633"/>
                <a:gd name="connsiteX142" fmla="*/ 967317 w 1441026"/>
                <a:gd name="connsiteY142" fmla="*/ 54187 h 2061633"/>
                <a:gd name="connsiteX143" fmla="*/ 978323 w 1441026"/>
                <a:gd name="connsiteY143" fmla="*/ 34713 h 2061633"/>
                <a:gd name="connsiteX144" fmla="*/ 980017 w 1441026"/>
                <a:gd name="connsiteY144" fmla="*/ 33443 h 2061633"/>
                <a:gd name="connsiteX145" fmla="*/ 977054 w 1441026"/>
                <a:gd name="connsiteY145" fmla="*/ 18203 h 2061633"/>
                <a:gd name="connsiteX146" fmla="*/ 957580 w 1441026"/>
                <a:gd name="connsiteY146" fmla="*/ 5503 h 2061633"/>
                <a:gd name="connsiteX147" fmla="*/ 975783 w 1441026"/>
                <a:gd name="connsiteY147" fmla="*/ 0 h 2061633"/>
                <a:gd name="connsiteX148" fmla="*/ 989754 w 1441026"/>
                <a:gd name="connsiteY148" fmla="*/ 0 h 2061633"/>
                <a:gd name="connsiteX149" fmla="*/ 1004993 w 1441026"/>
                <a:gd name="connsiteY149" fmla="*/ 0 h 2061633"/>
                <a:gd name="connsiteX150" fmla="*/ 1020233 w 1441026"/>
                <a:gd name="connsiteY150" fmla="*/ 2540 h 2061633"/>
                <a:gd name="connsiteX151" fmla="*/ 1031240 w 1441026"/>
                <a:gd name="connsiteY151" fmla="*/ 6773 h 2061633"/>
                <a:gd name="connsiteX152" fmla="*/ 1034204 w 1441026"/>
                <a:gd name="connsiteY152" fmla="*/ 6773 h 2061633"/>
                <a:gd name="connsiteX153" fmla="*/ 1035473 w 1441026"/>
                <a:gd name="connsiteY153" fmla="*/ 15240 h 2061633"/>
                <a:gd name="connsiteX154" fmla="*/ 1053677 w 1441026"/>
                <a:gd name="connsiteY154" fmla="*/ 22013 h 2061633"/>
                <a:gd name="connsiteX155" fmla="*/ 1068917 w 1441026"/>
                <a:gd name="connsiteY155" fmla="*/ 28787 h 2061633"/>
                <a:gd name="connsiteX156" fmla="*/ 1082887 w 1441026"/>
                <a:gd name="connsiteY156" fmla="*/ 37253 h 2061633"/>
                <a:gd name="connsiteX157" fmla="*/ 1098550 w 1441026"/>
                <a:gd name="connsiteY157" fmla="*/ 44450 h 2061633"/>
                <a:gd name="connsiteX158" fmla="*/ 1115060 w 1441026"/>
                <a:gd name="connsiteY158" fmla="*/ 52917 h 2061633"/>
                <a:gd name="connsiteX159" fmla="*/ 1129030 w 1441026"/>
                <a:gd name="connsiteY159" fmla="*/ 57150 h 2061633"/>
                <a:gd name="connsiteX160" fmla="*/ 1145963 w 1441026"/>
                <a:gd name="connsiteY160" fmla="*/ 63923 h 2061633"/>
                <a:gd name="connsiteX161" fmla="*/ 1161204 w 1441026"/>
                <a:gd name="connsiteY161" fmla="*/ 70697 h 2061633"/>
                <a:gd name="connsiteX162" fmla="*/ 1175173 w 1441026"/>
                <a:gd name="connsiteY162" fmla="*/ 79163 h 2061633"/>
                <a:gd name="connsiteX163" fmla="*/ 1190413 w 1441026"/>
                <a:gd name="connsiteY163" fmla="*/ 79163 h 2061633"/>
                <a:gd name="connsiteX164" fmla="*/ 1193377 w 1441026"/>
                <a:gd name="connsiteY164" fmla="*/ 79163 h 2061633"/>
                <a:gd name="connsiteX165" fmla="*/ 1200150 w 1441026"/>
                <a:gd name="connsiteY165" fmla="*/ 83397 h 2061633"/>
                <a:gd name="connsiteX166" fmla="*/ 1214120 w 1441026"/>
                <a:gd name="connsiteY166" fmla="*/ 84667 h 2061633"/>
                <a:gd name="connsiteX167" fmla="*/ 1227667 w 1441026"/>
                <a:gd name="connsiteY167" fmla="*/ 87630 h 2061633"/>
                <a:gd name="connsiteX168" fmla="*/ 1241637 w 1441026"/>
                <a:gd name="connsiteY168" fmla="*/ 91863 h 2061633"/>
                <a:gd name="connsiteX169" fmla="*/ 1256877 w 1441026"/>
                <a:gd name="connsiteY169" fmla="*/ 96097 h 2061633"/>
                <a:gd name="connsiteX170" fmla="*/ 1272540 w 1441026"/>
                <a:gd name="connsiteY170" fmla="*/ 101600 h 2061633"/>
                <a:gd name="connsiteX171" fmla="*/ 1287780 w 1441026"/>
                <a:gd name="connsiteY171" fmla="*/ 112607 h 2061633"/>
                <a:gd name="connsiteX172" fmla="*/ 1293283 w 1441026"/>
                <a:gd name="connsiteY172" fmla="*/ 126577 h 2061633"/>
                <a:gd name="connsiteX173" fmla="*/ 1309793 w 1441026"/>
                <a:gd name="connsiteY173" fmla="*/ 126577 h 2061633"/>
                <a:gd name="connsiteX174" fmla="*/ 1321223 w 1441026"/>
                <a:gd name="connsiteY174" fmla="*/ 140547 h 2061633"/>
                <a:gd name="connsiteX175" fmla="*/ 1336463 w 1441026"/>
                <a:gd name="connsiteY175" fmla="*/ 147320 h 2061633"/>
                <a:gd name="connsiteX176" fmla="*/ 1350433 w 1441026"/>
                <a:gd name="connsiteY176" fmla="*/ 155787 h 2061633"/>
                <a:gd name="connsiteX177" fmla="*/ 1349163 w 1441026"/>
                <a:gd name="connsiteY177" fmla="*/ 160020 h 2061633"/>
                <a:gd name="connsiteX178" fmla="*/ 1332230 w 1441026"/>
                <a:gd name="connsiteY178" fmla="*/ 168487 h 2061633"/>
                <a:gd name="connsiteX179" fmla="*/ 1335193 w 1441026"/>
                <a:gd name="connsiteY179" fmla="*/ 183727 h 2061633"/>
                <a:gd name="connsiteX180" fmla="*/ 1338157 w 1441026"/>
                <a:gd name="connsiteY180" fmla="*/ 197697 h 2061633"/>
                <a:gd name="connsiteX181" fmla="*/ 1335193 w 1441026"/>
                <a:gd name="connsiteY181" fmla="*/ 211667 h 2061633"/>
                <a:gd name="connsiteX182" fmla="*/ 1340697 w 1441026"/>
                <a:gd name="connsiteY182" fmla="*/ 226907 h 2061633"/>
                <a:gd name="connsiteX183" fmla="*/ 1354667 w 1441026"/>
                <a:gd name="connsiteY183" fmla="*/ 226907 h 2061633"/>
                <a:gd name="connsiteX184" fmla="*/ 1369907 w 1441026"/>
                <a:gd name="connsiteY184" fmla="*/ 229870 h 2061633"/>
                <a:gd name="connsiteX185" fmla="*/ 1372870 w 1441026"/>
                <a:gd name="connsiteY185" fmla="*/ 245110 h 2061633"/>
                <a:gd name="connsiteX186" fmla="*/ 1358900 w 1441026"/>
                <a:gd name="connsiteY186" fmla="*/ 251883 h 2061633"/>
                <a:gd name="connsiteX187" fmla="*/ 1352127 w 1441026"/>
                <a:gd name="connsiteY187" fmla="*/ 265853 h 2061633"/>
                <a:gd name="connsiteX188" fmla="*/ 1367367 w 1441026"/>
                <a:gd name="connsiteY188" fmla="*/ 278553 h 2061633"/>
                <a:gd name="connsiteX189" fmla="*/ 1381337 w 1441026"/>
                <a:gd name="connsiteY189" fmla="*/ 293793 h 2061633"/>
                <a:gd name="connsiteX190" fmla="*/ 1399540 w 1441026"/>
                <a:gd name="connsiteY190" fmla="*/ 309033 h 2061633"/>
                <a:gd name="connsiteX191" fmla="*/ 1406313 w 1441026"/>
                <a:gd name="connsiteY191" fmla="*/ 317500 h 2061633"/>
                <a:gd name="connsiteX192" fmla="*/ 1396577 w 1441026"/>
                <a:gd name="connsiteY192" fmla="*/ 335703 h 2061633"/>
                <a:gd name="connsiteX193" fmla="*/ 1396577 w 1441026"/>
                <a:gd name="connsiteY193" fmla="*/ 349673 h 2061633"/>
                <a:gd name="connsiteX194" fmla="*/ 1383877 w 1441026"/>
                <a:gd name="connsiteY194" fmla="*/ 363643 h 2061633"/>
                <a:gd name="connsiteX195" fmla="*/ 1378373 w 1441026"/>
                <a:gd name="connsiteY195" fmla="*/ 378883 h 2061633"/>
                <a:gd name="connsiteX196" fmla="*/ 1378373 w 1441026"/>
                <a:gd name="connsiteY196" fmla="*/ 394123 h 2061633"/>
                <a:gd name="connsiteX197" fmla="*/ 1396577 w 1441026"/>
                <a:gd name="connsiteY197" fmla="*/ 409363 h 2061633"/>
                <a:gd name="connsiteX198" fmla="*/ 1411817 w 1441026"/>
                <a:gd name="connsiteY198" fmla="*/ 417830 h 2061633"/>
                <a:gd name="connsiteX199" fmla="*/ 1421554 w 1441026"/>
                <a:gd name="connsiteY199" fmla="*/ 434763 h 2061633"/>
                <a:gd name="connsiteX200" fmla="*/ 1434254 w 1441026"/>
                <a:gd name="connsiteY200" fmla="*/ 448733 h 2061633"/>
                <a:gd name="connsiteX201" fmla="*/ 1439757 w 1441026"/>
                <a:gd name="connsiteY201" fmla="*/ 459740 h 2061633"/>
                <a:gd name="connsiteX202" fmla="*/ 1439757 w 1441026"/>
                <a:gd name="connsiteY202" fmla="*/ 462703 h 2061633"/>
                <a:gd name="connsiteX203" fmla="*/ 1441027 w 1441026"/>
                <a:gd name="connsiteY203" fmla="*/ 463973 h 2061633"/>
                <a:gd name="connsiteX204" fmla="*/ 1425787 w 1441026"/>
                <a:gd name="connsiteY204" fmla="*/ 466937 h 2061633"/>
                <a:gd name="connsiteX205" fmla="*/ 1411817 w 1441026"/>
                <a:gd name="connsiteY205" fmla="*/ 471170 h 2061633"/>
                <a:gd name="connsiteX206" fmla="*/ 1396577 w 1441026"/>
                <a:gd name="connsiteY206" fmla="*/ 465667 h 2061633"/>
                <a:gd name="connsiteX207" fmla="*/ 1382607 w 1441026"/>
                <a:gd name="connsiteY207" fmla="*/ 468630 h 2061633"/>
                <a:gd name="connsiteX208" fmla="*/ 1368637 w 1441026"/>
                <a:gd name="connsiteY208" fmla="*/ 465667 h 2061633"/>
                <a:gd name="connsiteX209" fmla="*/ 1353397 w 1441026"/>
                <a:gd name="connsiteY209" fmla="*/ 472440 h 2061633"/>
                <a:gd name="connsiteX210" fmla="*/ 1339427 w 1441026"/>
                <a:gd name="connsiteY210" fmla="*/ 465667 h 2061633"/>
                <a:gd name="connsiteX211" fmla="*/ 1330960 w 1441026"/>
                <a:gd name="connsiteY211" fmla="*/ 460163 h 2061633"/>
                <a:gd name="connsiteX212" fmla="*/ 1343660 w 1441026"/>
                <a:gd name="connsiteY212" fmla="*/ 474133 h 2061633"/>
                <a:gd name="connsiteX213" fmla="*/ 1328420 w 1441026"/>
                <a:gd name="connsiteY213" fmla="*/ 474133 h 2061633"/>
                <a:gd name="connsiteX214" fmla="*/ 1314450 w 1441026"/>
                <a:gd name="connsiteY214" fmla="*/ 474133 h 2061633"/>
                <a:gd name="connsiteX215" fmla="*/ 1300480 w 1441026"/>
                <a:gd name="connsiteY215" fmla="*/ 467360 h 2061633"/>
                <a:gd name="connsiteX216" fmla="*/ 1283970 w 1441026"/>
                <a:gd name="connsiteY216" fmla="*/ 457623 h 2061633"/>
                <a:gd name="connsiteX217" fmla="*/ 1282277 w 1441026"/>
                <a:gd name="connsiteY217" fmla="*/ 471593 h 2061633"/>
                <a:gd name="connsiteX218" fmla="*/ 1267037 w 1441026"/>
                <a:gd name="connsiteY218" fmla="*/ 467360 h 2061633"/>
                <a:gd name="connsiteX219" fmla="*/ 1253067 w 1441026"/>
                <a:gd name="connsiteY219" fmla="*/ 460163 h 2061633"/>
                <a:gd name="connsiteX220" fmla="*/ 1237827 w 1441026"/>
                <a:gd name="connsiteY220" fmla="*/ 464397 h 2061633"/>
                <a:gd name="connsiteX221" fmla="*/ 1239097 w 1441026"/>
                <a:gd name="connsiteY221" fmla="*/ 479637 h 2061633"/>
                <a:gd name="connsiteX222" fmla="*/ 1247563 w 1441026"/>
                <a:gd name="connsiteY222" fmla="*/ 490643 h 2061633"/>
                <a:gd name="connsiteX223" fmla="*/ 1251797 w 1441026"/>
                <a:gd name="connsiteY223" fmla="*/ 504613 h 2061633"/>
                <a:gd name="connsiteX224" fmla="*/ 1237827 w 1441026"/>
                <a:gd name="connsiteY224" fmla="*/ 503343 h 2061633"/>
                <a:gd name="connsiteX225" fmla="*/ 1220893 w 1441026"/>
                <a:gd name="connsiteY225" fmla="*/ 497840 h 2061633"/>
                <a:gd name="connsiteX226" fmla="*/ 1211157 w 1441026"/>
                <a:gd name="connsiteY226" fmla="*/ 493607 h 2061633"/>
                <a:gd name="connsiteX227" fmla="*/ 1212850 w 1441026"/>
                <a:gd name="connsiteY227" fmla="*/ 497840 h 2061633"/>
                <a:gd name="connsiteX228" fmla="*/ 1226820 w 1441026"/>
                <a:gd name="connsiteY228" fmla="*/ 502073 h 2061633"/>
                <a:gd name="connsiteX229" fmla="*/ 1211157 w 1441026"/>
                <a:gd name="connsiteY229" fmla="*/ 508847 h 2061633"/>
                <a:gd name="connsiteX230" fmla="*/ 1194647 w 1441026"/>
                <a:gd name="connsiteY230" fmla="*/ 505883 h 2061633"/>
                <a:gd name="connsiteX231" fmla="*/ 1210310 w 1441026"/>
                <a:gd name="connsiteY231" fmla="*/ 514350 h 2061633"/>
                <a:gd name="connsiteX232" fmla="*/ 1194647 w 1441026"/>
                <a:gd name="connsiteY232" fmla="*/ 524087 h 2061633"/>
                <a:gd name="connsiteX233" fmla="*/ 1180677 w 1441026"/>
                <a:gd name="connsiteY233" fmla="*/ 525357 h 2061633"/>
                <a:gd name="connsiteX234" fmla="*/ 1165437 w 1441026"/>
                <a:gd name="connsiteY234" fmla="*/ 525357 h 2061633"/>
                <a:gd name="connsiteX235" fmla="*/ 1151467 w 1441026"/>
                <a:gd name="connsiteY235" fmla="*/ 526627 h 2061633"/>
                <a:gd name="connsiteX236" fmla="*/ 1152737 w 1441026"/>
                <a:gd name="connsiteY236" fmla="*/ 536363 h 2061633"/>
                <a:gd name="connsiteX237" fmla="*/ 1167977 w 1441026"/>
                <a:gd name="connsiteY237" fmla="*/ 535093 h 2061633"/>
                <a:gd name="connsiteX238" fmla="*/ 1170940 w 1441026"/>
                <a:gd name="connsiteY238" fmla="*/ 549063 h 2061633"/>
                <a:gd name="connsiteX239" fmla="*/ 1166707 w 1441026"/>
                <a:gd name="connsiteY239" fmla="*/ 563033 h 2061633"/>
                <a:gd name="connsiteX240" fmla="*/ 1164167 w 1441026"/>
                <a:gd name="connsiteY240" fmla="*/ 574463 h 2061633"/>
                <a:gd name="connsiteX241" fmla="*/ 1147233 w 1441026"/>
                <a:gd name="connsiteY241" fmla="*/ 581237 h 2061633"/>
                <a:gd name="connsiteX242" fmla="*/ 1145963 w 1441026"/>
                <a:gd name="connsiteY242" fmla="*/ 583777 h 2061633"/>
                <a:gd name="connsiteX243" fmla="*/ 1131993 w 1441026"/>
                <a:gd name="connsiteY243" fmla="*/ 590973 h 2061633"/>
                <a:gd name="connsiteX244" fmla="*/ 1122257 w 1441026"/>
                <a:gd name="connsiteY244" fmla="*/ 606213 h 2061633"/>
                <a:gd name="connsiteX245" fmla="*/ 1108287 w 1441026"/>
                <a:gd name="connsiteY245" fmla="*/ 603250 h 2061633"/>
                <a:gd name="connsiteX246" fmla="*/ 1123950 w 1441026"/>
                <a:gd name="connsiteY246" fmla="*/ 615950 h 2061633"/>
                <a:gd name="connsiteX247" fmla="*/ 1137920 w 1441026"/>
                <a:gd name="connsiteY247" fmla="*/ 620183 h 2061633"/>
                <a:gd name="connsiteX248" fmla="*/ 1123950 w 1441026"/>
                <a:gd name="connsiteY248" fmla="*/ 626957 h 2061633"/>
                <a:gd name="connsiteX249" fmla="*/ 1122680 w 1441026"/>
                <a:gd name="connsiteY249" fmla="*/ 626957 h 2061633"/>
                <a:gd name="connsiteX250" fmla="*/ 1134957 w 1441026"/>
                <a:gd name="connsiteY250" fmla="*/ 640927 h 2061633"/>
                <a:gd name="connsiteX251" fmla="*/ 1150197 w 1441026"/>
                <a:gd name="connsiteY251" fmla="*/ 642197 h 2061633"/>
                <a:gd name="connsiteX252" fmla="*/ 1167130 w 1441026"/>
                <a:gd name="connsiteY252" fmla="*/ 651933 h 2061633"/>
                <a:gd name="connsiteX253" fmla="*/ 1178137 w 1441026"/>
                <a:gd name="connsiteY253" fmla="*/ 665903 h 2061633"/>
                <a:gd name="connsiteX254" fmla="*/ 1162897 w 1441026"/>
                <a:gd name="connsiteY254" fmla="*/ 674370 h 2061633"/>
                <a:gd name="connsiteX255" fmla="*/ 1148927 w 1441026"/>
                <a:gd name="connsiteY255" fmla="*/ 684107 h 2061633"/>
                <a:gd name="connsiteX256" fmla="*/ 1133687 w 1441026"/>
                <a:gd name="connsiteY256" fmla="*/ 689610 h 2061633"/>
                <a:gd name="connsiteX257" fmla="*/ 1119717 w 1441026"/>
                <a:gd name="connsiteY257" fmla="*/ 698077 h 2061633"/>
                <a:gd name="connsiteX258" fmla="*/ 1107017 w 1441026"/>
                <a:gd name="connsiteY258" fmla="*/ 714587 h 2061633"/>
                <a:gd name="connsiteX259" fmla="*/ 1104477 w 1441026"/>
                <a:gd name="connsiteY259" fmla="*/ 729827 h 2061633"/>
                <a:gd name="connsiteX260" fmla="*/ 1091777 w 1441026"/>
                <a:gd name="connsiteY260" fmla="*/ 743797 h 2061633"/>
                <a:gd name="connsiteX261" fmla="*/ 1077807 w 1441026"/>
                <a:gd name="connsiteY261" fmla="*/ 754803 h 2061633"/>
                <a:gd name="connsiteX262" fmla="*/ 1063837 w 1441026"/>
                <a:gd name="connsiteY262" fmla="*/ 765810 h 2061633"/>
                <a:gd name="connsiteX263" fmla="*/ 1049867 w 1441026"/>
                <a:gd name="connsiteY263" fmla="*/ 765810 h 2061633"/>
                <a:gd name="connsiteX264" fmla="*/ 1049867 w 1441026"/>
                <a:gd name="connsiteY264" fmla="*/ 779780 h 2061633"/>
                <a:gd name="connsiteX265" fmla="*/ 1040130 w 1441026"/>
                <a:gd name="connsiteY265" fmla="*/ 764540 h 2061633"/>
                <a:gd name="connsiteX266" fmla="*/ 1028700 w 1441026"/>
                <a:gd name="connsiteY266" fmla="*/ 779780 h 2061633"/>
                <a:gd name="connsiteX267" fmla="*/ 1013460 w 1441026"/>
                <a:gd name="connsiteY267" fmla="*/ 782743 h 2061633"/>
                <a:gd name="connsiteX268" fmla="*/ 1002030 w 1441026"/>
                <a:gd name="connsiteY268" fmla="*/ 789517 h 2061633"/>
                <a:gd name="connsiteX269" fmla="*/ 986790 w 1441026"/>
                <a:gd name="connsiteY269" fmla="*/ 792480 h 2061633"/>
                <a:gd name="connsiteX270" fmla="*/ 978323 w 1441026"/>
                <a:gd name="connsiteY270" fmla="*/ 807720 h 2061633"/>
                <a:gd name="connsiteX271" fmla="*/ 964354 w 1441026"/>
                <a:gd name="connsiteY271" fmla="*/ 813223 h 2061633"/>
                <a:gd name="connsiteX272" fmla="*/ 950383 w 1441026"/>
                <a:gd name="connsiteY272" fmla="*/ 799253 h 2061633"/>
                <a:gd name="connsiteX273" fmla="*/ 953346 w 1441026"/>
                <a:gd name="connsiteY273" fmla="*/ 813223 h 2061633"/>
                <a:gd name="connsiteX274" fmla="*/ 937683 w 1441026"/>
                <a:gd name="connsiteY274" fmla="*/ 811953 h 2061633"/>
                <a:gd name="connsiteX275" fmla="*/ 925407 w 1441026"/>
                <a:gd name="connsiteY275" fmla="*/ 810683 h 2061633"/>
                <a:gd name="connsiteX276" fmla="*/ 922443 w 1441026"/>
                <a:gd name="connsiteY276" fmla="*/ 825923 h 2061633"/>
                <a:gd name="connsiteX277" fmla="*/ 907204 w 1441026"/>
                <a:gd name="connsiteY277" fmla="*/ 832697 h 2061633"/>
                <a:gd name="connsiteX278" fmla="*/ 904663 w 1441026"/>
                <a:gd name="connsiteY278" fmla="*/ 846667 h 2061633"/>
                <a:gd name="connsiteX279" fmla="*/ 890693 w 1441026"/>
                <a:gd name="connsiteY279" fmla="*/ 847937 h 2061633"/>
                <a:gd name="connsiteX280" fmla="*/ 883920 w 1441026"/>
                <a:gd name="connsiteY280" fmla="*/ 844973 h 2061633"/>
                <a:gd name="connsiteX281" fmla="*/ 869950 w 1441026"/>
                <a:gd name="connsiteY281" fmla="*/ 849207 h 2061633"/>
                <a:gd name="connsiteX282" fmla="*/ 855980 w 1441026"/>
                <a:gd name="connsiteY282" fmla="*/ 852170 h 2061633"/>
                <a:gd name="connsiteX283" fmla="*/ 840740 w 1441026"/>
                <a:gd name="connsiteY283" fmla="*/ 866140 h 2061633"/>
                <a:gd name="connsiteX284" fmla="*/ 825500 w 1441026"/>
                <a:gd name="connsiteY284" fmla="*/ 870373 h 2061633"/>
                <a:gd name="connsiteX285" fmla="*/ 811530 w 1441026"/>
                <a:gd name="connsiteY285" fmla="*/ 878840 h 2061633"/>
                <a:gd name="connsiteX286" fmla="*/ 825500 w 1441026"/>
                <a:gd name="connsiteY286" fmla="*/ 880110 h 2061633"/>
                <a:gd name="connsiteX287" fmla="*/ 840740 w 1441026"/>
                <a:gd name="connsiteY287" fmla="*/ 880110 h 2061633"/>
                <a:gd name="connsiteX288" fmla="*/ 837777 w 1441026"/>
                <a:gd name="connsiteY288" fmla="*/ 894080 h 2061633"/>
                <a:gd name="connsiteX289" fmla="*/ 823807 w 1441026"/>
                <a:gd name="connsiteY289" fmla="*/ 903817 h 2061633"/>
                <a:gd name="connsiteX290" fmla="*/ 809837 w 1441026"/>
                <a:gd name="connsiteY290" fmla="*/ 896620 h 2061633"/>
                <a:gd name="connsiteX291" fmla="*/ 801370 w 1441026"/>
                <a:gd name="connsiteY291" fmla="*/ 911860 h 2061633"/>
                <a:gd name="connsiteX292" fmla="*/ 786130 w 1441026"/>
                <a:gd name="connsiteY292" fmla="*/ 908897 h 2061633"/>
                <a:gd name="connsiteX293" fmla="*/ 800100 w 1441026"/>
                <a:gd name="connsiteY293" fmla="*/ 907627 h 2061633"/>
                <a:gd name="connsiteX294" fmla="*/ 786130 w 1441026"/>
                <a:gd name="connsiteY294" fmla="*/ 902123 h 2061633"/>
                <a:gd name="connsiteX295" fmla="*/ 772160 w 1441026"/>
                <a:gd name="connsiteY295" fmla="*/ 903393 h 2061633"/>
                <a:gd name="connsiteX296" fmla="*/ 773430 w 1441026"/>
                <a:gd name="connsiteY296" fmla="*/ 893657 h 2061633"/>
                <a:gd name="connsiteX297" fmla="*/ 758190 w 1441026"/>
                <a:gd name="connsiteY297" fmla="*/ 880957 h 2061633"/>
                <a:gd name="connsiteX298" fmla="*/ 755650 w 1441026"/>
                <a:gd name="connsiteY298" fmla="*/ 866987 h 2061633"/>
                <a:gd name="connsiteX299" fmla="*/ 754380 w 1441026"/>
                <a:gd name="connsiteY299" fmla="*/ 865717 h 2061633"/>
                <a:gd name="connsiteX300" fmla="*/ 754380 w 1441026"/>
                <a:gd name="connsiteY300" fmla="*/ 880957 h 2061633"/>
                <a:gd name="connsiteX301" fmla="*/ 768350 w 1441026"/>
                <a:gd name="connsiteY301" fmla="*/ 894927 h 2061633"/>
                <a:gd name="connsiteX302" fmla="*/ 768350 w 1441026"/>
                <a:gd name="connsiteY302" fmla="*/ 896197 h 2061633"/>
                <a:gd name="connsiteX303" fmla="*/ 769620 w 1441026"/>
                <a:gd name="connsiteY303" fmla="*/ 903393 h 2061633"/>
                <a:gd name="connsiteX304" fmla="*/ 781050 w 1441026"/>
                <a:gd name="connsiteY304" fmla="*/ 918633 h 2061633"/>
                <a:gd name="connsiteX305" fmla="*/ 778087 w 1441026"/>
                <a:gd name="connsiteY305" fmla="*/ 932603 h 2061633"/>
                <a:gd name="connsiteX306" fmla="*/ 773854 w 1441026"/>
                <a:gd name="connsiteY306" fmla="*/ 947843 h 2061633"/>
                <a:gd name="connsiteX307" fmla="*/ 759883 w 1441026"/>
                <a:gd name="connsiteY307" fmla="*/ 953347 h 2061633"/>
                <a:gd name="connsiteX308" fmla="*/ 745913 w 1441026"/>
                <a:gd name="connsiteY308" fmla="*/ 963083 h 2061633"/>
                <a:gd name="connsiteX309" fmla="*/ 730673 w 1441026"/>
                <a:gd name="connsiteY309" fmla="*/ 958850 h 2061633"/>
                <a:gd name="connsiteX310" fmla="*/ 719243 w 1441026"/>
                <a:gd name="connsiteY310" fmla="*/ 949113 h 2061633"/>
                <a:gd name="connsiteX311" fmla="*/ 716280 w 1441026"/>
                <a:gd name="connsiteY311" fmla="*/ 957580 h 2061633"/>
                <a:gd name="connsiteX312" fmla="*/ 715010 w 1441026"/>
                <a:gd name="connsiteY312" fmla="*/ 963507 h 2061633"/>
                <a:gd name="connsiteX313" fmla="*/ 715010 w 1441026"/>
                <a:gd name="connsiteY313" fmla="*/ 977477 h 2061633"/>
                <a:gd name="connsiteX314" fmla="*/ 717550 w 1441026"/>
                <a:gd name="connsiteY314" fmla="*/ 982980 h 2061633"/>
                <a:gd name="connsiteX315" fmla="*/ 732790 w 1441026"/>
                <a:gd name="connsiteY315" fmla="*/ 991447 h 2061633"/>
                <a:gd name="connsiteX316" fmla="*/ 748030 w 1441026"/>
                <a:gd name="connsiteY316" fmla="*/ 994410 h 2061633"/>
                <a:gd name="connsiteX317" fmla="*/ 734060 w 1441026"/>
                <a:gd name="connsiteY317" fmla="*/ 999913 h 2061633"/>
                <a:gd name="connsiteX318" fmla="*/ 731096 w 1441026"/>
                <a:gd name="connsiteY318" fmla="*/ 1008380 h 2061633"/>
                <a:gd name="connsiteX319" fmla="*/ 728133 w 1441026"/>
                <a:gd name="connsiteY319" fmla="*/ 1023620 h 2061633"/>
                <a:gd name="connsiteX320" fmla="*/ 718396 w 1441026"/>
                <a:gd name="connsiteY320" fmla="*/ 1037590 h 2061633"/>
                <a:gd name="connsiteX321" fmla="*/ 712893 w 1441026"/>
                <a:gd name="connsiteY321" fmla="*/ 1052830 h 2061633"/>
                <a:gd name="connsiteX322" fmla="*/ 720090 w 1441026"/>
                <a:gd name="connsiteY322" fmla="*/ 1066800 h 2061633"/>
                <a:gd name="connsiteX323" fmla="*/ 735330 w 1441026"/>
                <a:gd name="connsiteY323" fmla="*/ 1072303 h 2061633"/>
                <a:gd name="connsiteX324" fmla="*/ 734060 w 1441026"/>
                <a:gd name="connsiteY324" fmla="*/ 1087543 h 2061633"/>
                <a:gd name="connsiteX325" fmla="*/ 720090 w 1441026"/>
                <a:gd name="connsiteY325" fmla="*/ 1076537 h 2061633"/>
                <a:gd name="connsiteX326" fmla="*/ 706120 w 1441026"/>
                <a:gd name="connsiteY326" fmla="*/ 1071033 h 2061633"/>
                <a:gd name="connsiteX327" fmla="*/ 690880 w 1441026"/>
                <a:gd name="connsiteY327" fmla="*/ 1072303 h 2061633"/>
                <a:gd name="connsiteX328" fmla="*/ 707813 w 1441026"/>
                <a:gd name="connsiteY328" fmla="*/ 1079077 h 2061633"/>
                <a:gd name="connsiteX329" fmla="*/ 692573 w 1441026"/>
                <a:gd name="connsiteY329" fmla="*/ 1086273 h 2061633"/>
                <a:gd name="connsiteX330" fmla="*/ 706543 w 1441026"/>
                <a:gd name="connsiteY330" fmla="*/ 1089237 h 2061633"/>
                <a:gd name="connsiteX331" fmla="*/ 687070 w 1441026"/>
                <a:gd name="connsiteY331" fmla="*/ 1089237 h 2061633"/>
                <a:gd name="connsiteX332" fmla="*/ 705273 w 1441026"/>
                <a:gd name="connsiteY332" fmla="*/ 1097703 h 2061633"/>
                <a:gd name="connsiteX333" fmla="*/ 689610 w 1441026"/>
                <a:gd name="connsiteY333" fmla="*/ 1097703 h 2061633"/>
                <a:gd name="connsiteX334" fmla="*/ 696807 w 1441026"/>
                <a:gd name="connsiteY334" fmla="*/ 1103207 h 2061633"/>
                <a:gd name="connsiteX335" fmla="*/ 704004 w 1441026"/>
                <a:gd name="connsiteY335" fmla="*/ 1117177 h 2061633"/>
                <a:gd name="connsiteX336" fmla="*/ 690033 w 1441026"/>
                <a:gd name="connsiteY336" fmla="*/ 1118447 h 2061633"/>
                <a:gd name="connsiteX337" fmla="*/ 704004 w 1441026"/>
                <a:gd name="connsiteY337" fmla="*/ 1128183 h 2061633"/>
                <a:gd name="connsiteX338" fmla="*/ 699770 w 1441026"/>
                <a:gd name="connsiteY338" fmla="*/ 1140883 h 2061633"/>
                <a:gd name="connsiteX339" fmla="*/ 698500 w 1441026"/>
                <a:gd name="connsiteY339" fmla="*/ 1149350 h 2061633"/>
                <a:gd name="connsiteX340" fmla="*/ 699770 w 1441026"/>
                <a:gd name="connsiteY340" fmla="*/ 1163320 h 2061633"/>
                <a:gd name="connsiteX341" fmla="*/ 701040 w 1441026"/>
                <a:gd name="connsiteY341" fmla="*/ 1178560 h 2061633"/>
                <a:gd name="connsiteX342" fmla="*/ 702310 w 1441026"/>
                <a:gd name="connsiteY342" fmla="*/ 1192530 h 2061633"/>
                <a:gd name="connsiteX343" fmla="*/ 716280 w 1441026"/>
                <a:gd name="connsiteY343" fmla="*/ 1205230 h 2061633"/>
                <a:gd name="connsiteX344" fmla="*/ 726017 w 1441026"/>
                <a:gd name="connsiteY344" fmla="*/ 1219200 h 2061633"/>
                <a:gd name="connsiteX345" fmla="*/ 710777 w 1441026"/>
                <a:gd name="connsiteY345" fmla="*/ 1225973 h 2061633"/>
                <a:gd name="connsiteX346" fmla="*/ 724746 w 1441026"/>
                <a:gd name="connsiteY346" fmla="*/ 1233170 h 2061633"/>
                <a:gd name="connsiteX347" fmla="*/ 728980 w 1441026"/>
                <a:gd name="connsiteY347" fmla="*/ 1234440 h 2061633"/>
                <a:gd name="connsiteX348" fmla="*/ 738717 w 1441026"/>
                <a:gd name="connsiteY348" fmla="*/ 1237403 h 2061633"/>
                <a:gd name="connsiteX349" fmla="*/ 752687 w 1441026"/>
                <a:gd name="connsiteY349" fmla="*/ 1234440 h 2061633"/>
                <a:gd name="connsiteX350" fmla="*/ 759460 w 1441026"/>
                <a:gd name="connsiteY350" fmla="*/ 1249680 h 2061633"/>
                <a:gd name="connsiteX351" fmla="*/ 773430 w 1441026"/>
                <a:gd name="connsiteY351" fmla="*/ 1255183 h 2061633"/>
                <a:gd name="connsiteX352" fmla="*/ 788670 w 1441026"/>
                <a:gd name="connsiteY352" fmla="*/ 1245447 h 2061633"/>
                <a:gd name="connsiteX353" fmla="*/ 802640 w 1441026"/>
                <a:gd name="connsiteY353" fmla="*/ 1241213 h 2061633"/>
                <a:gd name="connsiteX354" fmla="*/ 802640 w 1441026"/>
                <a:gd name="connsiteY354" fmla="*/ 1256453 h 2061633"/>
                <a:gd name="connsiteX355" fmla="*/ 816610 w 1441026"/>
                <a:gd name="connsiteY355" fmla="*/ 1266190 h 2061633"/>
                <a:gd name="connsiteX356" fmla="*/ 830580 w 1441026"/>
                <a:gd name="connsiteY356" fmla="*/ 1275927 h 2061633"/>
                <a:gd name="connsiteX357" fmla="*/ 844550 w 1441026"/>
                <a:gd name="connsiteY357" fmla="*/ 1281430 h 2061633"/>
                <a:gd name="connsiteX358" fmla="*/ 859790 w 1441026"/>
                <a:gd name="connsiteY358" fmla="*/ 1282700 h 2061633"/>
                <a:gd name="connsiteX359" fmla="*/ 873760 w 1441026"/>
                <a:gd name="connsiteY359" fmla="*/ 1295400 h 2061633"/>
                <a:gd name="connsiteX360" fmla="*/ 859790 w 1441026"/>
                <a:gd name="connsiteY360" fmla="*/ 1298363 h 2061633"/>
                <a:gd name="connsiteX361" fmla="*/ 872490 w 1441026"/>
                <a:gd name="connsiteY361" fmla="*/ 1313603 h 2061633"/>
                <a:gd name="connsiteX362" fmla="*/ 875454 w 1441026"/>
                <a:gd name="connsiteY362" fmla="*/ 1313603 h 2061633"/>
                <a:gd name="connsiteX363" fmla="*/ 890693 w 1441026"/>
                <a:gd name="connsiteY363" fmla="*/ 1316567 h 2061633"/>
                <a:gd name="connsiteX364" fmla="*/ 904663 w 1441026"/>
                <a:gd name="connsiteY364" fmla="*/ 1319107 h 2061633"/>
                <a:gd name="connsiteX365" fmla="*/ 910167 w 1441026"/>
                <a:gd name="connsiteY365" fmla="*/ 1334347 h 2061633"/>
                <a:gd name="connsiteX366" fmla="*/ 916940 w 1441026"/>
                <a:gd name="connsiteY366" fmla="*/ 1344083 h 2061633"/>
                <a:gd name="connsiteX367" fmla="*/ 928370 w 1441026"/>
                <a:gd name="connsiteY367" fmla="*/ 1358053 h 2061633"/>
                <a:gd name="connsiteX368" fmla="*/ 914400 w 1441026"/>
                <a:gd name="connsiteY368" fmla="*/ 1348317 h 2061633"/>
                <a:gd name="connsiteX369" fmla="*/ 928370 w 1441026"/>
                <a:gd name="connsiteY369" fmla="*/ 1362287 h 2061633"/>
                <a:gd name="connsiteX370" fmla="*/ 938107 w 1441026"/>
                <a:gd name="connsiteY370" fmla="*/ 1377527 h 2061633"/>
                <a:gd name="connsiteX371" fmla="*/ 922867 w 1441026"/>
                <a:gd name="connsiteY371" fmla="*/ 1378797 h 2061633"/>
                <a:gd name="connsiteX372" fmla="*/ 920327 w 1441026"/>
                <a:gd name="connsiteY372" fmla="*/ 1378797 h 2061633"/>
                <a:gd name="connsiteX373" fmla="*/ 916093 w 1441026"/>
                <a:gd name="connsiteY373" fmla="*/ 1380067 h 2061633"/>
                <a:gd name="connsiteX374" fmla="*/ 902123 w 1441026"/>
                <a:gd name="connsiteY374" fmla="*/ 1382607 h 2061633"/>
                <a:gd name="connsiteX375" fmla="*/ 896620 w 1441026"/>
                <a:gd name="connsiteY375" fmla="*/ 1386840 h 2061633"/>
                <a:gd name="connsiteX376" fmla="*/ 888154 w 1441026"/>
                <a:gd name="connsiteY376" fmla="*/ 1400810 h 2061633"/>
                <a:gd name="connsiteX377" fmla="*/ 869950 w 1441026"/>
                <a:gd name="connsiteY377" fmla="*/ 1410547 h 2061633"/>
                <a:gd name="connsiteX378" fmla="*/ 854710 w 1441026"/>
                <a:gd name="connsiteY378" fmla="*/ 1419013 h 2061633"/>
                <a:gd name="connsiteX379" fmla="*/ 840740 w 1441026"/>
                <a:gd name="connsiteY379" fmla="*/ 1421977 h 2061633"/>
                <a:gd name="connsiteX380" fmla="*/ 854710 w 1441026"/>
                <a:gd name="connsiteY380" fmla="*/ 1428750 h 2061633"/>
                <a:gd name="connsiteX381" fmla="*/ 840740 w 1441026"/>
                <a:gd name="connsiteY381" fmla="*/ 1430020 h 2061633"/>
                <a:gd name="connsiteX382" fmla="*/ 826770 w 1441026"/>
                <a:gd name="connsiteY382" fmla="*/ 1421553 h 2061633"/>
                <a:gd name="connsiteX383" fmla="*/ 828040 w 1441026"/>
                <a:gd name="connsiteY383" fmla="*/ 1435523 h 2061633"/>
                <a:gd name="connsiteX384" fmla="*/ 842010 w 1441026"/>
                <a:gd name="connsiteY384" fmla="*/ 1435523 h 2061633"/>
                <a:gd name="connsiteX385" fmla="*/ 857250 w 1441026"/>
                <a:gd name="connsiteY385" fmla="*/ 1432983 h 2061633"/>
                <a:gd name="connsiteX386" fmla="*/ 871220 w 1441026"/>
                <a:gd name="connsiteY386" fmla="*/ 1438487 h 2061633"/>
                <a:gd name="connsiteX387" fmla="*/ 871220 w 1441026"/>
                <a:gd name="connsiteY387" fmla="*/ 1423247 h 2061633"/>
                <a:gd name="connsiteX388" fmla="*/ 885190 w 1441026"/>
                <a:gd name="connsiteY388" fmla="*/ 1435947 h 2061633"/>
                <a:gd name="connsiteX389" fmla="*/ 886460 w 1441026"/>
                <a:gd name="connsiteY389" fmla="*/ 1449917 h 2061633"/>
                <a:gd name="connsiteX390" fmla="*/ 872490 w 1441026"/>
                <a:gd name="connsiteY390" fmla="*/ 1445683 h 2061633"/>
                <a:gd name="connsiteX391" fmla="*/ 886460 w 1441026"/>
                <a:gd name="connsiteY391" fmla="*/ 1451187 h 2061633"/>
                <a:gd name="connsiteX392" fmla="*/ 879263 w 1441026"/>
                <a:gd name="connsiteY392" fmla="*/ 1455420 h 2061633"/>
                <a:gd name="connsiteX393" fmla="*/ 865293 w 1441026"/>
                <a:gd name="connsiteY393" fmla="*/ 1448223 h 2061633"/>
                <a:gd name="connsiteX394" fmla="*/ 850054 w 1441026"/>
                <a:gd name="connsiteY394" fmla="*/ 1442720 h 2061633"/>
                <a:gd name="connsiteX395" fmla="*/ 857250 w 1441026"/>
                <a:gd name="connsiteY395" fmla="*/ 1457960 h 2061633"/>
                <a:gd name="connsiteX396" fmla="*/ 872490 w 1441026"/>
                <a:gd name="connsiteY396" fmla="*/ 1464733 h 2061633"/>
                <a:gd name="connsiteX397" fmla="*/ 858520 w 1441026"/>
                <a:gd name="connsiteY397" fmla="*/ 1470237 h 2061633"/>
                <a:gd name="connsiteX398" fmla="*/ 843280 w 1441026"/>
                <a:gd name="connsiteY398" fmla="*/ 1471507 h 2061633"/>
                <a:gd name="connsiteX399" fmla="*/ 836083 w 1441026"/>
                <a:gd name="connsiteY399" fmla="*/ 1477010 h 2061633"/>
                <a:gd name="connsiteX400" fmla="*/ 822113 w 1441026"/>
                <a:gd name="connsiteY400" fmla="*/ 1481243 h 2061633"/>
                <a:gd name="connsiteX401" fmla="*/ 813646 w 1441026"/>
                <a:gd name="connsiteY401" fmla="*/ 1495213 h 2061633"/>
                <a:gd name="connsiteX402" fmla="*/ 806873 w 1441026"/>
                <a:gd name="connsiteY402" fmla="*/ 1510453 h 2061633"/>
                <a:gd name="connsiteX403" fmla="*/ 792904 w 1441026"/>
                <a:gd name="connsiteY403" fmla="*/ 1507913 h 2061633"/>
                <a:gd name="connsiteX404" fmla="*/ 787400 w 1441026"/>
                <a:gd name="connsiteY404" fmla="*/ 1493943 h 2061633"/>
                <a:gd name="connsiteX405" fmla="*/ 786130 w 1441026"/>
                <a:gd name="connsiteY405" fmla="*/ 1479973 h 2061633"/>
                <a:gd name="connsiteX406" fmla="*/ 772160 w 1441026"/>
                <a:gd name="connsiteY406" fmla="*/ 1477010 h 2061633"/>
                <a:gd name="connsiteX407" fmla="*/ 783590 w 1441026"/>
                <a:gd name="connsiteY407" fmla="*/ 1490980 h 2061633"/>
                <a:gd name="connsiteX408" fmla="*/ 783590 w 1441026"/>
                <a:gd name="connsiteY408" fmla="*/ 1504950 h 2061633"/>
                <a:gd name="connsiteX409" fmla="*/ 769620 w 1441026"/>
                <a:gd name="connsiteY409" fmla="*/ 1495213 h 2061633"/>
                <a:gd name="connsiteX410" fmla="*/ 769620 w 1441026"/>
                <a:gd name="connsiteY410" fmla="*/ 1496483 h 2061633"/>
                <a:gd name="connsiteX411" fmla="*/ 770890 w 1441026"/>
                <a:gd name="connsiteY411" fmla="*/ 1511723 h 2061633"/>
                <a:gd name="connsiteX412" fmla="*/ 755650 w 1441026"/>
                <a:gd name="connsiteY412" fmla="*/ 1508760 h 2061633"/>
                <a:gd name="connsiteX413" fmla="*/ 762846 w 1441026"/>
                <a:gd name="connsiteY413" fmla="*/ 1522730 h 2061633"/>
                <a:gd name="connsiteX414" fmla="*/ 747607 w 1441026"/>
                <a:gd name="connsiteY414" fmla="*/ 1529927 h 2061633"/>
                <a:gd name="connsiteX415" fmla="*/ 733637 w 1441026"/>
                <a:gd name="connsiteY415" fmla="*/ 1532467 h 2061633"/>
                <a:gd name="connsiteX416" fmla="*/ 719667 w 1441026"/>
                <a:gd name="connsiteY416" fmla="*/ 1531197 h 2061633"/>
                <a:gd name="connsiteX417" fmla="*/ 705696 w 1441026"/>
                <a:gd name="connsiteY417" fmla="*/ 1529927 h 2061633"/>
                <a:gd name="connsiteX418" fmla="*/ 719667 w 1441026"/>
                <a:gd name="connsiteY418" fmla="*/ 1540933 h 2061633"/>
                <a:gd name="connsiteX419" fmla="*/ 705696 w 1441026"/>
                <a:gd name="connsiteY419" fmla="*/ 1546437 h 2061633"/>
                <a:gd name="connsiteX420" fmla="*/ 688763 w 1441026"/>
                <a:gd name="connsiteY420" fmla="*/ 1547707 h 2061633"/>
                <a:gd name="connsiteX421" fmla="*/ 674793 w 1441026"/>
                <a:gd name="connsiteY421" fmla="*/ 1546437 h 2061633"/>
                <a:gd name="connsiteX422" fmla="*/ 663363 w 1441026"/>
                <a:gd name="connsiteY422" fmla="*/ 1545167 h 2061633"/>
                <a:gd name="connsiteX423" fmla="*/ 648123 w 1441026"/>
                <a:gd name="connsiteY423" fmla="*/ 1543897 h 2061633"/>
                <a:gd name="connsiteX424" fmla="*/ 634154 w 1441026"/>
                <a:gd name="connsiteY424" fmla="*/ 1542627 h 2061633"/>
                <a:gd name="connsiteX425" fmla="*/ 620183 w 1441026"/>
                <a:gd name="connsiteY425" fmla="*/ 1549823 h 2061633"/>
                <a:gd name="connsiteX426" fmla="*/ 635846 w 1441026"/>
                <a:gd name="connsiteY426" fmla="*/ 1546860 h 2061633"/>
                <a:gd name="connsiteX427" fmla="*/ 649817 w 1441026"/>
                <a:gd name="connsiteY427" fmla="*/ 1546860 h 2061633"/>
                <a:gd name="connsiteX428" fmla="*/ 663787 w 1441026"/>
                <a:gd name="connsiteY428" fmla="*/ 1551093 h 2061633"/>
                <a:gd name="connsiteX429" fmla="*/ 679450 w 1441026"/>
                <a:gd name="connsiteY429" fmla="*/ 1556597 h 2061633"/>
                <a:gd name="connsiteX430" fmla="*/ 690457 w 1441026"/>
                <a:gd name="connsiteY430" fmla="*/ 1570567 h 2061633"/>
                <a:gd name="connsiteX431" fmla="*/ 676487 w 1441026"/>
                <a:gd name="connsiteY431" fmla="*/ 1576070 h 2061633"/>
                <a:gd name="connsiteX432" fmla="*/ 662517 w 1441026"/>
                <a:gd name="connsiteY432" fmla="*/ 1576070 h 2061633"/>
                <a:gd name="connsiteX433" fmla="*/ 647277 w 1441026"/>
                <a:gd name="connsiteY433" fmla="*/ 1571837 h 2061633"/>
                <a:gd name="connsiteX434" fmla="*/ 633307 w 1441026"/>
                <a:gd name="connsiteY434" fmla="*/ 1570567 h 2061633"/>
                <a:gd name="connsiteX435" fmla="*/ 645583 w 1441026"/>
                <a:gd name="connsiteY435" fmla="*/ 1574800 h 2061633"/>
                <a:gd name="connsiteX436" fmla="*/ 659554 w 1441026"/>
                <a:gd name="connsiteY436" fmla="*/ 1579033 h 2061633"/>
                <a:gd name="connsiteX437" fmla="*/ 670983 w 1441026"/>
                <a:gd name="connsiteY437" fmla="*/ 1594273 h 2061633"/>
                <a:gd name="connsiteX438" fmla="*/ 683260 w 1441026"/>
                <a:gd name="connsiteY438" fmla="*/ 1608243 h 2061633"/>
                <a:gd name="connsiteX439" fmla="*/ 685800 w 1441026"/>
                <a:gd name="connsiteY439" fmla="*/ 1622213 h 2061633"/>
                <a:gd name="connsiteX440" fmla="*/ 680296 w 1441026"/>
                <a:gd name="connsiteY440" fmla="*/ 1636183 h 2061633"/>
                <a:gd name="connsiteX441" fmla="*/ 666327 w 1441026"/>
                <a:gd name="connsiteY441" fmla="*/ 1644650 h 2061633"/>
                <a:gd name="connsiteX442" fmla="*/ 662093 w 1441026"/>
                <a:gd name="connsiteY442" fmla="*/ 1647613 h 2061633"/>
                <a:gd name="connsiteX443" fmla="*/ 676063 w 1441026"/>
                <a:gd name="connsiteY443" fmla="*/ 1647613 h 2061633"/>
                <a:gd name="connsiteX444" fmla="*/ 676063 w 1441026"/>
                <a:gd name="connsiteY444" fmla="*/ 1662853 h 2061633"/>
                <a:gd name="connsiteX445" fmla="*/ 673523 w 1441026"/>
                <a:gd name="connsiteY445" fmla="*/ 1659890 h 2061633"/>
                <a:gd name="connsiteX446" fmla="*/ 659554 w 1441026"/>
                <a:gd name="connsiteY446" fmla="*/ 1656927 h 2061633"/>
                <a:gd name="connsiteX447" fmla="*/ 645583 w 1441026"/>
                <a:gd name="connsiteY447" fmla="*/ 1658197 h 2061633"/>
                <a:gd name="connsiteX448" fmla="*/ 651510 w 1441026"/>
                <a:gd name="connsiteY448" fmla="*/ 1664970 h 2061633"/>
                <a:gd name="connsiteX449" fmla="*/ 666750 w 1441026"/>
                <a:gd name="connsiteY449" fmla="*/ 1676400 h 2061633"/>
                <a:gd name="connsiteX450" fmla="*/ 668443 w 1441026"/>
                <a:gd name="connsiteY450" fmla="*/ 1677670 h 2061633"/>
                <a:gd name="connsiteX451" fmla="*/ 673946 w 1441026"/>
                <a:gd name="connsiteY451" fmla="*/ 1691640 h 2061633"/>
                <a:gd name="connsiteX452" fmla="*/ 659977 w 1441026"/>
                <a:gd name="connsiteY452" fmla="*/ 1697143 h 2061633"/>
                <a:gd name="connsiteX453" fmla="*/ 658707 w 1441026"/>
                <a:gd name="connsiteY453" fmla="*/ 1711113 h 2061633"/>
                <a:gd name="connsiteX454" fmla="*/ 672677 w 1441026"/>
                <a:gd name="connsiteY454" fmla="*/ 1720850 h 2061633"/>
                <a:gd name="connsiteX455" fmla="*/ 671407 w 1441026"/>
                <a:gd name="connsiteY455" fmla="*/ 1736090 h 2061633"/>
                <a:gd name="connsiteX456" fmla="*/ 657437 w 1441026"/>
                <a:gd name="connsiteY456" fmla="*/ 1744557 h 2061633"/>
                <a:gd name="connsiteX457" fmla="*/ 647700 w 1441026"/>
                <a:gd name="connsiteY457" fmla="*/ 1758527 h 2061633"/>
                <a:gd name="connsiteX458" fmla="*/ 651933 w 1441026"/>
                <a:gd name="connsiteY458" fmla="*/ 1761490 h 2061633"/>
                <a:gd name="connsiteX459" fmla="*/ 651933 w 1441026"/>
                <a:gd name="connsiteY459" fmla="*/ 1775460 h 2061633"/>
                <a:gd name="connsiteX460" fmla="*/ 654473 w 1441026"/>
                <a:gd name="connsiteY460" fmla="*/ 1779693 h 2061633"/>
                <a:gd name="connsiteX461" fmla="*/ 658707 w 1441026"/>
                <a:gd name="connsiteY461" fmla="*/ 1782657 h 2061633"/>
                <a:gd name="connsiteX462" fmla="*/ 661246 w 1441026"/>
                <a:gd name="connsiteY462" fmla="*/ 1793663 h 2061633"/>
                <a:gd name="connsiteX463" fmla="*/ 647277 w 1441026"/>
                <a:gd name="connsiteY463" fmla="*/ 1800437 h 2061633"/>
                <a:gd name="connsiteX464" fmla="*/ 648546 w 1441026"/>
                <a:gd name="connsiteY464" fmla="*/ 1814407 h 2061633"/>
                <a:gd name="connsiteX465" fmla="*/ 645583 w 1441026"/>
                <a:gd name="connsiteY465" fmla="*/ 1828377 h 2061633"/>
                <a:gd name="connsiteX466" fmla="*/ 640080 w 1441026"/>
                <a:gd name="connsiteY466" fmla="*/ 1842347 h 2061633"/>
                <a:gd name="connsiteX467" fmla="*/ 629073 w 1441026"/>
                <a:gd name="connsiteY467" fmla="*/ 1856317 h 2061633"/>
                <a:gd name="connsiteX468" fmla="*/ 623570 w 1441026"/>
                <a:gd name="connsiteY468" fmla="*/ 1870287 h 2061633"/>
                <a:gd name="connsiteX469" fmla="*/ 618067 w 1441026"/>
                <a:gd name="connsiteY469" fmla="*/ 1874520 h 2061633"/>
                <a:gd name="connsiteX470" fmla="*/ 609600 w 1441026"/>
                <a:gd name="connsiteY470" fmla="*/ 1889760 h 2061633"/>
                <a:gd name="connsiteX471" fmla="*/ 605367 w 1441026"/>
                <a:gd name="connsiteY471" fmla="*/ 1903730 h 2061633"/>
                <a:gd name="connsiteX472" fmla="*/ 605367 w 1441026"/>
                <a:gd name="connsiteY472" fmla="*/ 1905000 h 2061633"/>
                <a:gd name="connsiteX473" fmla="*/ 601557 w 1441026"/>
                <a:gd name="connsiteY473" fmla="*/ 1918970 h 2061633"/>
                <a:gd name="connsiteX474" fmla="*/ 587587 w 1441026"/>
                <a:gd name="connsiteY474" fmla="*/ 1932940 h 2061633"/>
                <a:gd name="connsiteX475" fmla="*/ 573617 w 1441026"/>
                <a:gd name="connsiteY475" fmla="*/ 1931670 h 2061633"/>
                <a:gd name="connsiteX476" fmla="*/ 559646 w 1441026"/>
                <a:gd name="connsiteY476" fmla="*/ 1927437 h 2061633"/>
                <a:gd name="connsiteX477" fmla="*/ 545677 w 1441026"/>
                <a:gd name="connsiteY477" fmla="*/ 1926167 h 2061633"/>
                <a:gd name="connsiteX478" fmla="*/ 531707 w 1441026"/>
                <a:gd name="connsiteY478" fmla="*/ 1927437 h 2061633"/>
                <a:gd name="connsiteX479" fmla="*/ 516467 w 1441026"/>
                <a:gd name="connsiteY479" fmla="*/ 1930400 h 2061633"/>
                <a:gd name="connsiteX480" fmla="*/ 502496 w 1441026"/>
                <a:gd name="connsiteY480" fmla="*/ 1930400 h 2061633"/>
                <a:gd name="connsiteX481" fmla="*/ 488527 w 1441026"/>
                <a:gd name="connsiteY481" fmla="*/ 1931670 h 2061633"/>
                <a:gd name="connsiteX482" fmla="*/ 473287 w 1441026"/>
                <a:gd name="connsiteY482" fmla="*/ 1930400 h 2061633"/>
                <a:gd name="connsiteX483" fmla="*/ 460587 w 1441026"/>
                <a:gd name="connsiteY483" fmla="*/ 1930400 h 2061633"/>
                <a:gd name="connsiteX484" fmla="*/ 446617 w 1441026"/>
                <a:gd name="connsiteY484" fmla="*/ 1930400 h 2061633"/>
                <a:gd name="connsiteX485" fmla="*/ 441113 w 1441026"/>
                <a:gd name="connsiteY485" fmla="*/ 1938867 h 2061633"/>
                <a:gd name="connsiteX486" fmla="*/ 448310 w 1441026"/>
                <a:gd name="connsiteY486" fmla="*/ 1952837 h 2061633"/>
                <a:gd name="connsiteX487" fmla="*/ 434340 w 1441026"/>
                <a:gd name="connsiteY487" fmla="*/ 1955800 h 2061633"/>
                <a:gd name="connsiteX488" fmla="*/ 420370 w 1441026"/>
                <a:gd name="connsiteY488" fmla="*/ 1949027 h 2061633"/>
                <a:gd name="connsiteX489" fmla="*/ 409363 w 1441026"/>
                <a:gd name="connsiteY489" fmla="*/ 1955800 h 2061633"/>
                <a:gd name="connsiteX490" fmla="*/ 395393 w 1441026"/>
                <a:gd name="connsiteY490" fmla="*/ 1967230 h 2061633"/>
                <a:gd name="connsiteX491" fmla="*/ 385657 w 1441026"/>
                <a:gd name="connsiteY491" fmla="*/ 1976967 h 2061633"/>
                <a:gd name="connsiteX492" fmla="*/ 381423 w 1441026"/>
                <a:gd name="connsiteY492" fmla="*/ 1992207 h 2061633"/>
                <a:gd name="connsiteX493" fmla="*/ 388196 w 1441026"/>
                <a:gd name="connsiteY493" fmla="*/ 2006177 h 2061633"/>
                <a:gd name="connsiteX494" fmla="*/ 397933 w 1441026"/>
                <a:gd name="connsiteY494" fmla="*/ 2020147 h 2061633"/>
                <a:gd name="connsiteX495" fmla="*/ 397933 w 1441026"/>
                <a:gd name="connsiteY495" fmla="*/ 2035387 h 2061633"/>
                <a:gd name="connsiteX496" fmla="*/ 385233 w 1441026"/>
                <a:gd name="connsiteY496" fmla="*/ 2049357 h 2061633"/>
                <a:gd name="connsiteX497" fmla="*/ 383963 w 1441026"/>
                <a:gd name="connsiteY497" fmla="*/ 2050627 h 2061633"/>
                <a:gd name="connsiteX498" fmla="*/ 379730 w 1441026"/>
                <a:gd name="connsiteY498" fmla="*/ 2054860 h 2061633"/>
                <a:gd name="connsiteX499" fmla="*/ 365760 w 1441026"/>
                <a:gd name="connsiteY499" fmla="*/ 2053590 h 2061633"/>
                <a:gd name="connsiteX500" fmla="*/ 350520 w 1441026"/>
                <a:gd name="connsiteY500" fmla="*/ 2046393 h 2061633"/>
                <a:gd name="connsiteX501" fmla="*/ 335280 w 1441026"/>
                <a:gd name="connsiteY501" fmla="*/ 2047663 h 2061633"/>
                <a:gd name="connsiteX502" fmla="*/ 329777 w 1441026"/>
                <a:gd name="connsiteY502" fmla="*/ 2047663 h 2061633"/>
                <a:gd name="connsiteX503" fmla="*/ 315807 w 1441026"/>
                <a:gd name="connsiteY503" fmla="*/ 2048933 h 2061633"/>
                <a:gd name="connsiteX504" fmla="*/ 300567 w 1441026"/>
                <a:gd name="connsiteY504" fmla="*/ 2053167 h 2061633"/>
                <a:gd name="connsiteX505" fmla="*/ 286596 w 1441026"/>
                <a:gd name="connsiteY505" fmla="*/ 2058670 h 2061633"/>
                <a:gd name="connsiteX506" fmla="*/ 272627 w 1441026"/>
                <a:gd name="connsiteY506" fmla="*/ 2061633 h 2061633"/>
                <a:gd name="connsiteX507" fmla="*/ 257387 w 1441026"/>
                <a:gd name="connsiteY507" fmla="*/ 2057400 h 2061633"/>
                <a:gd name="connsiteX508" fmla="*/ 243417 w 1441026"/>
                <a:gd name="connsiteY508" fmla="*/ 2056130 h 2061633"/>
                <a:gd name="connsiteX509" fmla="*/ 228177 w 1441026"/>
                <a:gd name="connsiteY509" fmla="*/ 2051897 h 2061633"/>
                <a:gd name="connsiteX510" fmla="*/ 214207 w 1441026"/>
                <a:gd name="connsiteY510" fmla="*/ 2050627 h 2061633"/>
                <a:gd name="connsiteX511" fmla="*/ 228177 w 1441026"/>
                <a:gd name="connsiteY511" fmla="*/ 2046393 h 2061633"/>
                <a:gd name="connsiteX512" fmla="*/ 220980 w 1441026"/>
                <a:gd name="connsiteY512" fmla="*/ 2031153 h 2061633"/>
                <a:gd name="connsiteX513" fmla="*/ 230717 w 1441026"/>
                <a:gd name="connsiteY513" fmla="*/ 2017183 h 2061633"/>
                <a:gd name="connsiteX514" fmla="*/ 239183 w 1441026"/>
                <a:gd name="connsiteY514" fmla="*/ 2003213 h 2061633"/>
                <a:gd name="connsiteX515" fmla="*/ 222673 w 1441026"/>
                <a:gd name="connsiteY515" fmla="*/ 1992207 h 2061633"/>
                <a:gd name="connsiteX516" fmla="*/ 218440 w 1441026"/>
                <a:gd name="connsiteY516" fmla="*/ 1978237 h 2061633"/>
                <a:gd name="connsiteX517" fmla="*/ 204470 w 1441026"/>
                <a:gd name="connsiteY517" fmla="*/ 1965537 h 2061633"/>
                <a:gd name="connsiteX518" fmla="*/ 194733 w 1441026"/>
                <a:gd name="connsiteY518" fmla="*/ 1950297 h 2061633"/>
                <a:gd name="connsiteX519" fmla="*/ 186267 w 1441026"/>
                <a:gd name="connsiteY519" fmla="*/ 1939290 h 2061633"/>
                <a:gd name="connsiteX520" fmla="*/ 176530 w 1441026"/>
                <a:gd name="connsiteY520" fmla="*/ 1925320 h 2061633"/>
                <a:gd name="connsiteX521" fmla="*/ 175260 w 1441026"/>
                <a:gd name="connsiteY521" fmla="*/ 1911350 h 2061633"/>
                <a:gd name="connsiteX522" fmla="*/ 192193 w 1441026"/>
                <a:gd name="connsiteY522" fmla="*/ 1916853 h 2061633"/>
                <a:gd name="connsiteX523" fmla="*/ 206163 w 1441026"/>
                <a:gd name="connsiteY523" fmla="*/ 1921087 h 2061633"/>
                <a:gd name="connsiteX524" fmla="*/ 210396 w 1441026"/>
                <a:gd name="connsiteY524" fmla="*/ 1911350 h 2061633"/>
                <a:gd name="connsiteX525" fmla="*/ 196427 w 1441026"/>
                <a:gd name="connsiteY525" fmla="*/ 1898650 h 2061633"/>
                <a:gd name="connsiteX526" fmla="*/ 192193 w 1441026"/>
                <a:gd name="connsiteY526" fmla="*/ 1884680 h 2061633"/>
                <a:gd name="connsiteX527" fmla="*/ 206163 w 1441026"/>
                <a:gd name="connsiteY527" fmla="*/ 1883410 h 2061633"/>
                <a:gd name="connsiteX528" fmla="*/ 220133 w 1441026"/>
                <a:gd name="connsiteY528" fmla="*/ 1884680 h 2061633"/>
                <a:gd name="connsiteX529" fmla="*/ 223096 w 1441026"/>
                <a:gd name="connsiteY529" fmla="*/ 1869440 h 2061633"/>
                <a:gd name="connsiteX530" fmla="*/ 224367 w 1441026"/>
                <a:gd name="connsiteY530" fmla="*/ 1868170 h 2061633"/>
                <a:gd name="connsiteX531" fmla="*/ 213360 w 1441026"/>
                <a:gd name="connsiteY531" fmla="*/ 1852930 h 2061633"/>
                <a:gd name="connsiteX532" fmla="*/ 198120 w 1441026"/>
                <a:gd name="connsiteY532" fmla="*/ 1852930 h 2061633"/>
                <a:gd name="connsiteX533" fmla="*/ 184150 w 1441026"/>
                <a:gd name="connsiteY533" fmla="*/ 1838960 h 2061633"/>
                <a:gd name="connsiteX534" fmla="*/ 178646 w 1441026"/>
                <a:gd name="connsiteY534" fmla="*/ 1824990 h 2061633"/>
                <a:gd name="connsiteX535" fmla="*/ 168910 w 1441026"/>
                <a:gd name="connsiteY535" fmla="*/ 1817793 h 2061633"/>
                <a:gd name="connsiteX536" fmla="*/ 164677 w 1441026"/>
                <a:gd name="connsiteY536" fmla="*/ 1816523 h 2061633"/>
                <a:gd name="connsiteX537" fmla="*/ 153246 w 1441026"/>
                <a:gd name="connsiteY537" fmla="*/ 1799590 h 2061633"/>
                <a:gd name="connsiteX538" fmla="*/ 139277 w 1441026"/>
                <a:gd name="connsiteY538" fmla="*/ 1789853 h 2061633"/>
                <a:gd name="connsiteX539" fmla="*/ 135043 w 1441026"/>
                <a:gd name="connsiteY539" fmla="*/ 1775883 h 2061633"/>
                <a:gd name="connsiteX540" fmla="*/ 125307 w 1441026"/>
                <a:gd name="connsiteY540" fmla="*/ 1761913 h 2061633"/>
                <a:gd name="connsiteX541" fmla="*/ 125307 w 1441026"/>
                <a:gd name="connsiteY541" fmla="*/ 1746673 h 2061633"/>
                <a:gd name="connsiteX542" fmla="*/ 111337 w 1441026"/>
                <a:gd name="connsiteY542" fmla="*/ 1735667 h 2061633"/>
                <a:gd name="connsiteX543" fmla="*/ 96096 w 1441026"/>
                <a:gd name="connsiteY543" fmla="*/ 1736937 h 2061633"/>
                <a:gd name="connsiteX544" fmla="*/ 97367 w 1441026"/>
                <a:gd name="connsiteY544" fmla="*/ 1721697 h 2061633"/>
                <a:gd name="connsiteX545" fmla="*/ 98637 w 1441026"/>
                <a:gd name="connsiteY545" fmla="*/ 1707727 h 2061633"/>
                <a:gd name="connsiteX546" fmla="*/ 93133 w 1441026"/>
                <a:gd name="connsiteY546" fmla="*/ 1703493 h 2061633"/>
                <a:gd name="connsiteX547" fmla="*/ 88900 w 1441026"/>
                <a:gd name="connsiteY547" fmla="*/ 1689523 h 2061633"/>
                <a:gd name="connsiteX548" fmla="*/ 74930 w 1441026"/>
                <a:gd name="connsiteY548" fmla="*/ 1682750 h 2061633"/>
                <a:gd name="connsiteX549" fmla="*/ 88900 w 1441026"/>
                <a:gd name="connsiteY549" fmla="*/ 1674283 h 2061633"/>
                <a:gd name="connsiteX550" fmla="*/ 74930 w 1441026"/>
                <a:gd name="connsiteY550" fmla="*/ 1675553 h 2061633"/>
                <a:gd name="connsiteX551" fmla="*/ 70696 w 1441026"/>
                <a:gd name="connsiteY551" fmla="*/ 1661583 h 2061633"/>
                <a:gd name="connsiteX552" fmla="*/ 77470 w 1441026"/>
                <a:gd name="connsiteY552" fmla="*/ 1647613 h 2061633"/>
                <a:gd name="connsiteX553" fmla="*/ 84667 w 1441026"/>
                <a:gd name="connsiteY553" fmla="*/ 1634913 h 2061633"/>
                <a:gd name="connsiteX554" fmla="*/ 88900 w 1441026"/>
                <a:gd name="connsiteY554" fmla="*/ 1619673 h 2061633"/>
                <a:gd name="connsiteX555" fmla="*/ 88900 w 1441026"/>
                <a:gd name="connsiteY555" fmla="*/ 1605703 h 2061633"/>
                <a:gd name="connsiteX556" fmla="*/ 90593 w 1441026"/>
                <a:gd name="connsiteY556" fmla="*/ 1590463 h 2061633"/>
                <a:gd name="connsiteX557" fmla="*/ 76623 w 1441026"/>
                <a:gd name="connsiteY557" fmla="*/ 1590463 h 2061633"/>
                <a:gd name="connsiteX558" fmla="*/ 62230 w 1441026"/>
                <a:gd name="connsiteY558" fmla="*/ 1603163 h 2061633"/>
                <a:gd name="connsiteX559" fmla="*/ 45720 w 1441026"/>
                <a:gd name="connsiteY559" fmla="*/ 1604433 h 2061633"/>
                <a:gd name="connsiteX560" fmla="*/ 57150 w 1441026"/>
                <a:gd name="connsiteY560" fmla="*/ 1590463 h 2061633"/>
                <a:gd name="connsiteX561" fmla="*/ 68157 w 1441026"/>
                <a:gd name="connsiteY561" fmla="*/ 1575223 h 2061633"/>
                <a:gd name="connsiteX562" fmla="*/ 54187 w 1441026"/>
                <a:gd name="connsiteY562" fmla="*/ 1573953 h 2061633"/>
                <a:gd name="connsiteX563" fmla="*/ 54187 w 1441026"/>
                <a:gd name="connsiteY563" fmla="*/ 1587923 h 2061633"/>
                <a:gd name="connsiteX564" fmla="*/ 38946 w 1441026"/>
                <a:gd name="connsiteY564" fmla="*/ 1597660 h 2061633"/>
                <a:gd name="connsiteX565" fmla="*/ 31750 w 1441026"/>
                <a:gd name="connsiteY565" fmla="*/ 1583690 h 2061633"/>
                <a:gd name="connsiteX566" fmla="*/ 16510 w 1441026"/>
                <a:gd name="connsiteY566" fmla="*/ 1589193 h 2061633"/>
                <a:gd name="connsiteX567" fmla="*/ 20743 w 1441026"/>
                <a:gd name="connsiteY567" fmla="*/ 1573953 h 2061633"/>
                <a:gd name="connsiteX568" fmla="*/ 19473 w 1441026"/>
                <a:gd name="connsiteY568" fmla="*/ 1559983 h 2061633"/>
                <a:gd name="connsiteX569" fmla="*/ 18203 w 1441026"/>
                <a:gd name="connsiteY569" fmla="*/ 1546013 h 2061633"/>
                <a:gd name="connsiteX570" fmla="*/ 16933 w 1441026"/>
                <a:gd name="connsiteY570" fmla="*/ 1530773 h 2061633"/>
                <a:gd name="connsiteX571" fmla="*/ 13970 w 1441026"/>
                <a:gd name="connsiteY571" fmla="*/ 1515533 h 2061633"/>
                <a:gd name="connsiteX572" fmla="*/ 9737 w 1441026"/>
                <a:gd name="connsiteY572" fmla="*/ 1501563 h 2061633"/>
                <a:gd name="connsiteX573" fmla="*/ 0 w 1441026"/>
                <a:gd name="connsiteY573" fmla="*/ 1487593 h 2061633"/>
                <a:gd name="connsiteX574" fmla="*/ 9313 w 1441026"/>
                <a:gd name="connsiteY574" fmla="*/ 1474047 h 2061633"/>
                <a:gd name="connsiteX575" fmla="*/ 9313 w 1441026"/>
                <a:gd name="connsiteY575" fmla="*/ 1474047 h 2061633"/>
                <a:gd name="connsiteX576" fmla="*/ 65193 w 1441026"/>
                <a:gd name="connsiteY576" fmla="*/ 1605280 h 2061633"/>
                <a:gd name="connsiteX577" fmla="*/ 51223 w 1441026"/>
                <a:gd name="connsiteY577" fmla="*/ 1612053 h 2061633"/>
                <a:gd name="connsiteX578" fmla="*/ 37254 w 1441026"/>
                <a:gd name="connsiteY578" fmla="*/ 1618827 h 2061633"/>
                <a:gd name="connsiteX579" fmla="*/ 51223 w 1441026"/>
                <a:gd name="connsiteY579" fmla="*/ 1629833 h 2061633"/>
                <a:gd name="connsiteX580" fmla="*/ 66463 w 1441026"/>
                <a:gd name="connsiteY580" fmla="*/ 1626870 h 2061633"/>
                <a:gd name="connsiteX581" fmla="*/ 80433 w 1441026"/>
                <a:gd name="connsiteY581" fmla="*/ 1622637 h 2061633"/>
                <a:gd name="connsiteX582" fmla="*/ 84667 w 1441026"/>
                <a:gd name="connsiteY582" fmla="*/ 1608667 h 2061633"/>
                <a:gd name="connsiteX583" fmla="*/ 70696 w 1441026"/>
                <a:gd name="connsiteY583" fmla="*/ 1597660 h 2061633"/>
                <a:gd name="connsiteX584" fmla="*/ 65193 w 1441026"/>
                <a:gd name="connsiteY584" fmla="*/ 1605280 h 2061633"/>
                <a:gd name="connsiteX585" fmla="*/ 58420 w 1441026"/>
                <a:gd name="connsiteY585" fmla="*/ 1636183 h 2061633"/>
                <a:gd name="connsiteX586" fmla="*/ 49954 w 1441026"/>
                <a:gd name="connsiteY586" fmla="*/ 1650153 h 2061633"/>
                <a:gd name="connsiteX587" fmla="*/ 65193 w 1441026"/>
                <a:gd name="connsiteY587" fmla="*/ 1648883 h 2061633"/>
                <a:gd name="connsiteX588" fmla="*/ 76200 w 1441026"/>
                <a:gd name="connsiteY588" fmla="*/ 1634913 h 2061633"/>
                <a:gd name="connsiteX589" fmla="*/ 60960 w 1441026"/>
                <a:gd name="connsiteY589" fmla="*/ 1634913 h 2061633"/>
                <a:gd name="connsiteX590" fmla="*/ 58420 w 1441026"/>
                <a:gd name="connsiteY590" fmla="*/ 1636183 h 2061633"/>
                <a:gd name="connsiteX591" fmla="*/ 644313 w 1441026"/>
                <a:gd name="connsiteY591" fmla="*/ 1888490 h 2061633"/>
                <a:gd name="connsiteX592" fmla="*/ 646854 w 1441026"/>
                <a:gd name="connsiteY592" fmla="*/ 1902460 h 2061633"/>
                <a:gd name="connsiteX593" fmla="*/ 646854 w 1441026"/>
                <a:gd name="connsiteY593" fmla="*/ 1915160 h 2061633"/>
                <a:gd name="connsiteX594" fmla="*/ 660823 w 1441026"/>
                <a:gd name="connsiteY594" fmla="*/ 1908387 h 2061633"/>
                <a:gd name="connsiteX595" fmla="*/ 665057 w 1441026"/>
                <a:gd name="connsiteY595" fmla="*/ 1893147 h 2061633"/>
                <a:gd name="connsiteX596" fmla="*/ 670983 w 1441026"/>
                <a:gd name="connsiteY596" fmla="*/ 1879177 h 2061633"/>
                <a:gd name="connsiteX597" fmla="*/ 680720 w 1441026"/>
                <a:gd name="connsiteY597" fmla="*/ 1865207 h 2061633"/>
                <a:gd name="connsiteX598" fmla="*/ 684954 w 1441026"/>
                <a:gd name="connsiteY598" fmla="*/ 1851237 h 2061633"/>
                <a:gd name="connsiteX599" fmla="*/ 688763 w 1441026"/>
                <a:gd name="connsiteY599" fmla="*/ 1834303 h 2061633"/>
                <a:gd name="connsiteX600" fmla="*/ 697230 w 1441026"/>
                <a:gd name="connsiteY600" fmla="*/ 1819063 h 2061633"/>
                <a:gd name="connsiteX601" fmla="*/ 700193 w 1441026"/>
                <a:gd name="connsiteY601" fmla="*/ 1805093 h 2061633"/>
                <a:gd name="connsiteX602" fmla="*/ 711623 w 1441026"/>
                <a:gd name="connsiteY602" fmla="*/ 1791123 h 2061633"/>
                <a:gd name="connsiteX603" fmla="*/ 717127 w 1441026"/>
                <a:gd name="connsiteY603" fmla="*/ 1777153 h 2061633"/>
                <a:gd name="connsiteX604" fmla="*/ 721360 w 1441026"/>
                <a:gd name="connsiteY604" fmla="*/ 1761913 h 2061633"/>
                <a:gd name="connsiteX605" fmla="*/ 726863 w 1441026"/>
                <a:gd name="connsiteY605" fmla="*/ 1746673 h 2061633"/>
                <a:gd name="connsiteX606" fmla="*/ 712893 w 1441026"/>
                <a:gd name="connsiteY606" fmla="*/ 1749637 h 2061633"/>
                <a:gd name="connsiteX607" fmla="*/ 707390 w 1441026"/>
                <a:gd name="connsiteY607" fmla="*/ 1763607 h 2061633"/>
                <a:gd name="connsiteX608" fmla="*/ 703157 w 1441026"/>
                <a:gd name="connsiteY608" fmla="*/ 1777577 h 2061633"/>
                <a:gd name="connsiteX609" fmla="*/ 694690 w 1441026"/>
                <a:gd name="connsiteY609" fmla="*/ 1792817 h 2061633"/>
                <a:gd name="connsiteX610" fmla="*/ 686223 w 1441026"/>
                <a:gd name="connsiteY610" fmla="*/ 1806787 h 2061633"/>
                <a:gd name="connsiteX611" fmla="*/ 670983 w 1441026"/>
                <a:gd name="connsiteY611" fmla="*/ 1820757 h 2061633"/>
                <a:gd name="connsiteX612" fmla="*/ 660823 w 1441026"/>
                <a:gd name="connsiteY612" fmla="*/ 1835997 h 2061633"/>
                <a:gd name="connsiteX613" fmla="*/ 654050 w 1441026"/>
                <a:gd name="connsiteY613" fmla="*/ 1849967 h 2061633"/>
                <a:gd name="connsiteX614" fmla="*/ 646854 w 1441026"/>
                <a:gd name="connsiteY614" fmla="*/ 1863937 h 2061633"/>
                <a:gd name="connsiteX615" fmla="*/ 642620 w 1441026"/>
                <a:gd name="connsiteY615" fmla="*/ 1877907 h 2061633"/>
                <a:gd name="connsiteX616" fmla="*/ 644313 w 1441026"/>
                <a:gd name="connsiteY616" fmla="*/ 1888490 h 2061633"/>
                <a:gd name="connsiteX617" fmla="*/ 839470 w 1441026"/>
                <a:gd name="connsiteY617" fmla="*/ 1485477 h 2061633"/>
                <a:gd name="connsiteX618" fmla="*/ 825500 w 1441026"/>
                <a:gd name="connsiteY618" fmla="*/ 1492250 h 2061633"/>
                <a:gd name="connsiteX619" fmla="*/ 839470 w 1441026"/>
                <a:gd name="connsiteY619" fmla="*/ 1488017 h 2061633"/>
                <a:gd name="connsiteX620" fmla="*/ 839470 w 1441026"/>
                <a:gd name="connsiteY620" fmla="*/ 1485477 h 2061633"/>
                <a:gd name="connsiteX621" fmla="*/ 878417 w 1441026"/>
                <a:gd name="connsiteY621" fmla="*/ 1799167 h 2061633"/>
                <a:gd name="connsiteX622" fmla="*/ 875454 w 1441026"/>
                <a:gd name="connsiteY622" fmla="*/ 1790700 h 2061633"/>
                <a:gd name="connsiteX623" fmla="*/ 889423 w 1441026"/>
                <a:gd name="connsiteY623" fmla="*/ 1775460 h 2061633"/>
                <a:gd name="connsiteX624" fmla="*/ 903393 w 1441026"/>
                <a:gd name="connsiteY624" fmla="*/ 1766993 h 2061633"/>
                <a:gd name="connsiteX625" fmla="*/ 918633 w 1441026"/>
                <a:gd name="connsiteY625" fmla="*/ 1758527 h 2061633"/>
                <a:gd name="connsiteX626" fmla="*/ 924137 w 1441026"/>
                <a:gd name="connsiteY626" fmla="*/ 1744557 h 2061633"/>
                <a:gd name="connsiteX627" fmla="*/ 938107 w 1441026"/>
                <a:gd name="connsiteY627" fmla="*/ 1730587 h 2061633"/>
                <a:gd name="connsiteX628" fmla="*/ 924137 w 1441026"/>
                <a:gd name="connsiteY628" fmla="*/ 1725083 h 2061633"/>
                <a:gd name="connsiteX629" fmla="*/ 925830 w 1441026"/>
                <a:gd name="connsiteY629" fmla="*/ 1709843 h 2061633"/>
                <a:gd name="connsiteX630" fmla="*/ 924137 w 1441026"/>
                <a:gd name="connsiteY630" fmla="*/ 1695873 h 2061633"/>
                <a:gd name="connsiteX631" fmla="*/ 938107 w 1441026"/>
                <a:gd name="connsiteY631" fmla="*/ 1687407 h 2061633"/>
                <a:gd name="connsiteX632" fmla="*/ 949113 w 1441026"/>
                <a:gd name="connsiteY632" fmla="*/ 1673437 h 2061633"/>
                <a:gd name="connsiteX633" fmla="*/ 949113 w 1441026"/>
                <a:gd name="connsiteY633" fmla="*/ 1659467 h 2061633"/>
                <a:gd name="connsiteX634" fmla="*/ 935143 w 1441026"/>
                <a:gd name="connsiteY634" fmla="*/ 1655233 h 2061633"/>
                <a:gd name="connsiteX635" fmla="*/ 919904 w 1441026"/>
                <a:gd name="connsiteY635" fmla="*/ 1660737 h 2061633"/>
                <a:gd name="connsiteX636" fmla="*/ 905933 w 1441026"/>
                <a:gd name="connsiteY636" fmla="*/ 1659467 h 2061633"/>
                <a:gd name="connsiteX637" fmla="*/ 891963 w 1441026"/>
                <a:gd name="connsiteY637" fmla="*/ 1670473 h 2061633"/>
                <a:gd name="connsiteX638" fmla="*/ 876723 w 1441026"/>
                <a:gd name="connsiteY638" fmla="*/ 1680210 h 2061633"/>
                <a:gd name="connsiteX639" fmla="*/ 868257 w 1441026"/>
                <a:gd name="connsiteY639" fmla="*/ 1694180 h 2061633"/>
                <a:gd name="connsiteX640" fmla="*/ 854287 w 1441026"/>
                <a:gd name="connsiteY640" fmla="*/ 1706880 h 2061633"/>
                <a:gd name="connsiteX641" fmla="*/ 843280 w 1441026"/>
                <a:gd name="connsiteY641" fmla="*/ 1720850 h 2061633"/>
                <a:gd name="connsiteX642" fmla="*/ 847513 w 1441026"/>
                <a:gd name="connsiteY642" fmla="*/ 1734820 h 2061633"/>
                <a:gd name="connsiteX643" fmla="*/ 853017 w 1441026"/>
                <a:gd name="connsiteY643" fmla="*/ 1748790 h 2061633"/>
                <a:gd name="connsiteX644" fmla="*/ 850054 w 1441026"/>
                <a:gd name="connsiteY644" fmla="*/ 1762760 h 2061633"/>
                <a:gd name="connsiteX645" fmla="*/ 854287 w 1441026"/>
                <a:gd name="connsiteY645" fmla="*/ 1778000 h 2061633"/>
                <a:gd name="connsiteX646" fmla="*/ 869527 w 1441026"/>
                <a:gd name="connsiteY646" fmla="*/ 1785197 h 2061633"/>
                <a:gd name="connsiteX647" fmla="*/ 858520 w 1441026"/>
                <a:gd name="connsiteY647" fmla="*/ 1799167 h 2061633"/>
                <a:gd name="connsiteX648" fmla="*/ 850054 w 1441026"/>
                <a:gd name="connsiteY648" fmla="*/ 1814407 h 2061633"/>
                <a:gd name="connsiteX649" fmla="*/ 864023 w 1441026"/>
                <a:gd name="connsiteY649" fmla="*/ 1814407 h 2061633"/>
                <a:gd name="connsiteX650" fmla="*/ 878417 w 1441026"/>
                <a:gd name="connsiteY650" fmla="*/ 1799167 h 2061633"/>
                <a:gd name="connsiteX651" fmla="*/ 852170 w 1441026"/>
                <a:gd name="connsiteY651" fmla="*/ 1274657 h 2061633"/>
                <a:gd name="connsiteX652" fmla="*/ 859367 w 1441026"/>
                <a:gd name="connsiteY652" fmla="*/ 1281430 h 2061633"/>
                <a:gd name="connsiteX653" fmla="*/ 874607 w 1441026"/>
                <a:gd name="connsiteY653" fmla="*/ 1282700 h 2061633"/>
                <a:gd name="connsiteX654" fmla="*/ 861907 w 1441026"/>
                <a:gd name="connsiteY654" fmla="*/ 1267460 h 2061633"/>
                <a:gd name="connsiteX655" fmla="*/ 847937 w 1441026"/>
                <a:gd name="connsiteY655" fmla="*/ 1258993 h 2061633"/>
                <a:gd name="connsiteX656" fmla="*/ 852170 w 1441026"/>
                <a:gd name="connsiteY656" fmla="*/ 1274657 h 2061633"/>
                <a:gd name="connsiteX657" fmla="*/ 869950 w 1441026"/>
                <a:gd name="connsiteY657" fmla="*/ 1474047 h 2061633"/>
                <a:gd name="connsiteX658" fmla="*/ 860213 w 1441026"/>
                <a:gd name="connsiteY658" fmla="*/ 1488017 h 2061633"/>
                <a:gd name="connsiteX659" fmla="*/ 874183 w 1441026"/>
                <a:gd name="connsiteY659" fmla="*/ 1478280 h 2061633"/>
                <a:gd name="connsiteX660" fmla="*/ 869950 w 1441026"/>
                <a:gd name="connsiteY660" fmla="*/ 1474047 h 2061633"/>
                <a:gd name="connsiteX661" fmla="*/ 883920 w 1441026"/>
                <a:gd name="connsiteY661" fmla="*/ 1416897 h 2061633"/>
                <a:gd name="connsiteX662" fmla="*/ 897890 w 1441026"/>
                <a:gd name="connsiteY662" fmla="*/ 1408430 h 2061633"/>
                <a:gd name="connsiteX663" fmla="*/ 882650 w 1441026"/>
                <a:gd name="connsiteY663" fmla="*/ 1407160 h 2061633"/>
                <a:gd name="connsiteX664" fmla="*/ 878417 w 1441026"/>
                <a:gd name="connsiteY664" fmla="*/ 1421130 h 2061633"/>
                <a:gd name="connsiteX665" fmla="*/ 883920 w 1441026"/>
                <a:gd name="connsiteY665" fmla="*/ 1416897 h 2061633"/>
                <a:gd name="connsiteX666" fmla="*/ 953770 w 1441026"/>
                <a:gd name="connsiteY666" fmla="*/ 1659890 h 2061633"/>
                <a:gd name="connsiteX667" fmla="*/ 967740 w 1441026"/>
                <a:gd name="connsiteY667" fmla="*/ 1662853 h 2061633"/>
                <a:gd name="connsiteX668" fmla="*/ 981710 w 1441026"/>
                <a:gd name="connsiteY668" fmla="*/ 1654387 h 2061633"/>
                <a:gd name="connsiteX669" fmla="*/ 967740 w 1441026"/>
                <a:gd name="connsiteY669" fmla="*/ 1644650 h 2061633"/>
                <a:gd name="connsiteX670" fmla="*/ 953770 w 1441026"/>
                <a:gd name="connsiteY670" fmla="*/ 1657350 h 2061633"/>
                <a:gd name="connsiteX671" fmla="*/ 953770 w 1441026"/>
                <a:gd name="connsiteY671" fmla="*/ 1659890 h 2061633"/>
                <a:gd name="connsiteX672" fmla="*/ 965200 w 1441026"/>
                <a:gd name="connsiteY672" fmla="*/ 1585807 h 2061633"/>
                <a:gd name="connsiteX673" fmla="*/ 979170 w 1441026"/>
                <a:gd name="connsiteY673" fmla="*/ 1591310 h 2061633"/>
                <a:gd name="connsiteX674" fmla="*/ 965200 w 1441026"/>
                <a:gd name="connsiteY674" fmla="*/ 1582843 h 2061633"/>
                <a:gd name="connsiteX675" fmla="*/ 965200 w 1441026"/>
                <a:gd name="connsiteY675" fmla="*/ 1585807 h 2061633"/>
                <a:gd name="connsiteX676" fmla="*/ 1244177 w 1441026"/>
                <a:gd name="connsiteY676" fmla="*/ 503343 h 2061633"/>
                <a:gd name="connsiteX677" fmla="*/ 1230207 w 1441026"/>
                <a:gd name="connsiteY677" fmla="*/ 502073 h 2061633"/>
                <a:gd name="connsiteX678" fmla="*/ 1244177 w 1441026"/>
                <a:gd name="connsiteY678" fmla="*/ 509270 h 2061633"/>
                <a:gd name="connsiteX679" fmla="*/ 1244177 w 1441026"/>
                <a:gd name="connsiteY679" fmla="*/ 503343 h 2061633"/>
                <a:gd name="connsiteX680" fmla="*/ 719243 w 1441026"/>
                <a:gd name="connsiteY680" fmla="*/ 973243 h 2061633"/>
                <a:gd name="connsiteX681" fmla="*/ 722207 w 1441026"/>
                <a:gd name="connsiteY681" fmla="*/ 958003 h 2061633"/>
                <a:gd name="connsiteX682" fmla="*/ 716704 w 1441026"/>
                <a:gd name="connsiteY682" fmla="*/ 958003 h 2061633"/>
                <a:gd name="connsiteX683" fmla="*/ 719243 w 1441026"/>
                <a:gd name="connsiteY683" fmla="*/ 973243 h 2061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</a:cxnLst>
              <a:rect l="l" t="t" r="r" b="b"/>
              <a:pathLst>
                <a:path w="1441026" h="2061633">
                  <a:moveTo>
                    <a:pt x="9313" y="1474047"/>
                  </a:moveTo>
                  <a:lnTo>
                    <a:pt x="14817" y="1472777"/>
                  </a:lnTo>
                  <a:lnTo>
                    <a:pt x="25823" y="1477010"/>
                  </a:lnTo>
                  <a:lnTo>
                    <a:pt x="36830" y="1490980"/>
                  </a:lnTo>
                  <a:lnTo>
                    <a:pt x="46567" y="1506643"/>
                  </a:lnTo>
                  <a:lnTo>
                    <a:pt x="61807" y="1502410"/>
                  </a:lnTo>
                  <a:lnTo>
                    <a:pt x="63077" y="1498177"/>
                  </a:lnTo>
                  <a:lnTo>
                    <a:pt x="66040" y="1482937"/>
                  </a:lnTo>
                  <a:lnTo>
                    <a:pt x="70273" y="1466003"/>
                  </a:lnTo>
                  <a:lnTo>
                    <a:pt x="77470" y="1452033"/>
                  </a:lnTo>
                  <a:lnTo>
                    <a:pt x="78740" y="1446530"/>
                  </a:lnTo>
                  <a:lnTo>
                    <a:pt x="77470" y="1441027"/>
                  </a:lnTo>
                  <a:lnTo>
                    <a:pt x="77470" y="1439333"/>
                  </a:lnTo>
                  <a:lnTo>
                    <a:pt x="73237" y="1429597"/>
                  </a:lnTo>
                  <a:lnTo>
                    <a:pt x="67733" y="1414357"/>
                  </a:lnTo>
                  <a:lnTo>
                    <a:pt x="63500" y="1403350"/>
                  </a:lnTo>
                  <a:lnTo>
                    <a:pt x="71967" y="1389380"/>
                  </a:lnTo>
                  <a:lnTo>
                    <a:pt x="87207" y="1379643"/>
                  </a:lnTo>
                  <a:lnTo>
                    <a:pt x="87207" y="1365673"/>
                  </a:lnTo>
                  <a:lnTo>
                    <a:pt x="82973" y="1352973"/>
                  </a:lnTo>
                  <a:lnTo>
                    <a:pt x="96943" y="1348740"/>
                  </a:lnTo>
                  <a:lnTo>
                    <a:pt x="110913" y="1350010"/>
                  </a:lnTo>
                  <a:lnTo>
                    <a:pt x="124883" y="1342813"/>
                  </a:lnTo>
                  <a:lnTo>
                    <a:pt x="127846" y="1342813"/>
                  </a:lnTo>
                  <a:lnTo>
                    <a:pt x="143087" y="1333077"/>
                  </a:lnTo>
                  <a:lnTo>
                    <a:pt x="151554" y="1326303"/>
                  </a:lnTo>
                  <a:lnTo>
                    <a:pt x="160020" y="1312333"/>
                  </a:lnTo>
                  <a:lnTo>
                    <a:pt x="158327" y="1298363"/>
                  </a:lnTo>
                  <a:lnTo>
                    <a:pt x="158327" y="1284393"/>
                  </a:lnTo>
                  <a:lnTo>
                    <a:pt x="169333" y="1269153"/>
                  </a:lnTo>
                  <a:lnTo>
                    <a:pt x="166370" y="1253913"/>
                  </a:lnTo>
                  <a:lnTo>
                    <a:pt x="156633" y="1238673"/>
                  </a:lnTo>
                  <a:lnTo>
                    <a:pt x="145627" y="1224703"/>
                  </a:lnTo>
                  <a:lnTo>
                    <a:pt x="135890" y="1209463"/>
                  </a:lnTo>
                  <a:lnTo>
                    <a:pt x="132927" y="1194223"/>
                  </a:lnTo>
                  <a:lnTo>
                    <a:pt x="132927" y="1178983"/>
                  </a:lnTo>
                  <a:lnTo>
                    <a:pt x="146896" y="1176020"/>
                  </a:lnTo>
                  <a:lnTo>
                    <a:pt x="163407" y="1173057"/>
                  </a:lnTo>
                  <a:lnTo>
                    <a:pt x="167640" y="1174327"/>
                  </a:lnTo>
                  <a:lnTo>
                    <a:pt x="177377" y="1174327"/>
                  </a:lnTo>
                  <a:lnTo>
                    <a:pt x="178646" y="1174327"/>
                  </a:lnTo>
                  <a:lnTo>
                    <a:pt x="185420" y="1156123"/>
                  </a:lnTo>
                  <a:lnTo>
                    <a:pt x="195157" y="1142153"/>
                  </a:lnTo>
                  <a:lnTo>
                    <a:pt x="199390" y="1126913"/>
                  </a:lnTo>
                  <a:lnTo>
                    <a:pt x="178646" y="1108710"/>
                  </a:lnTo>
                  <a:lnTo>
                    <a:pt x="163407" y="1096010"/>
                  </a:lnTo>
                  <a:lnTo>
                    <a:pt x="143933" y="1094740"/>
                  </a:lnTo>
                  <a:lnTo>
                    <a:pt x="129963" y="1083733"/>
                  </a:lnTo>
                  <a:lnTo>
                    <a:pt x="113454" y="1071033"/>
                  </a:lnTo>
                  <a:lnTo>
                    <a:pt x="117687" y="1047327"/>
                  </a:lnTo>
                  <a:lnTo>
                    <a:pt x="121920" y="1030393"/>
                  </a:lnTo>
                  <a:lnTo>
                    <a:pt x="123190" y="1023620"/>
                  </a:lnTo>
                  <a:lnTo>
                    <a:pt x="126154" y="1008380"/>
                  </a:lnTo>
                  <a:lnTo>
                    <a:pt x="131657" y="988907"/>
                  </a:lnTo>
                  <a:lnTo>
                    <a:pt x="127423" y="980440"/>
                  </a:lnTo>
                  <a:lnTo>
                    <a:pt x="126154" y="979170"/>
                  </a:lnTo>
                  <a:lnTo>
                    <a:pt x="126154" y="977900"/>
                  </a:lnTo>
                  <a:lnTo>
                    <a:pt x="110913" y="955463"/>
                  </a:lnTo>
                  <a:lnTo>
                    <a:pt x="105410" y="934720"/>
                  </a:lnTo>
                  <a:lnTo>
                    <a:pt x="106680" y="906780"/>
                  </a:lnTo>
                  <a:lnTo>
                    <a:pt x="102446" y="892810"/>
                  </a:lnTo>
                  <a:lnTo>
                    <a:pt x="117687" y="878840"/>
                  </a:lnTo>
                  <a:lnTo>
                    <a:pt x="107950" y="863600"/>
                  </a:lnTo>
                  <a:lnTo>
                    <a:pt x="101177" y="849630"/>
                  </a:lnTo>
                  <a:lnTo>
                    <a:pt x="96943" y="828887"/>
                  </a:lnTo>
                  <a:lnTo>
                    <a:pt x="98213" y="827617"/>
                  </a:lnTo>
                  <a:lnTo>
                    <a:pt x="116417" y="805180"/>
                  </a:lnTo>
                  <a:lnTo>
                    <a:pt x="110913" y="789940"/>
                  </a:lnTo>
                  <a:lnTo>
                    <a:pt x="127423" y="777663"/>
                  </a:lnTo>
                  <a:lnTo>
                    <a:pt x="129963" y="773430"/>
                  </a:lnTo>
                  <a:lnTo>
                    <a:pt x="145627" y="758190"/>
                  </a:lnTo>
                  <a:lnTo>
                    <a:pt x="159596" y="744220"/>
                  </a:lnTo>
                  <a:lnTo>
                    <a:pt x="176530" y="731520"/>
                  </a:lnTo>
                  <a:lnTo>
                    <a:pt x="194310" y="723053"/>
                  </a:lnTo>
                  <a:lnTo>
                    <a:pt x="212513" y="718820"/>
                  </a:lnTo>
                  <a:lnTo>
                    <a:pt x="229446" y="716280"/>
                  </a:lnTo>
                  <a:lnTo>
                    <a:pt x="258657" y="720513"/>
                  </a:lnTo>
                  <a:lnTo>
                    <a:pt x="276860" y="723477"/>
                  </a:lnTo>
                  <a:lnTo>
                    <a:pt x="320040" y="720513"/>
                  </a:lnTo>
                  <a:lnTo>
                    <a:pt x="322580" y="716280"/>
                  </a:lnTo>
                  <a:lnTo>
                    <a:pt x="323850" y="715010"/>
                  </a:lnTo>
                  <a:lnTo>
                    <a:pt x="333587" y="702310"/>
                  </a:lnTo>
                  <a:lnTo>
                    <a:pt x="329354" y="675640"/>
                  </a:lnTo>
                  <a:lnTo>
                    <a:pt x="326390" y="661670"/>
                  </a:lnTo>
                  <a:lnTo>
                    <a:pt x="306917" y="657437"/>
                  </a:lnTo>
                  <a:lnTo>
                    <a:pt x="288713" y="648970"/>
                  </a:lnTo>
                  <a:lnTo>
                    <a:pt x="273473" y="643467"/>
                  </a:lnTo>
                  <a:lnTo>
                    <a:pt x="288713" y="625263"/>
                  </a:lnTo>
                  <a:lnTo>
                    <a:pt x="315383" y="598593"/>
                  </a:lnTo>
                  <a:lnTo>
                    <a:pt x="334857" y="579120"/>
                  </a:lnTo>
                  <a:lnTo>
                    <a:pt x="347133" y="566420"/>
                  </a:lnTo>
                  <a:lnTo>
                    <a:pt x="353060" y="545677"/>
                  </a:lnTo>
                  <a:lnTo>
                    <a:pt x="368300" y="537210"/>
                  </a:lnTo>
                  <a:lnTo>
                    <a:pt x="367030" y="513503"/>
                  </a:lnTo>
                  <a:lnTo>
                    <a:pt x="368300" y="498263"/>
                  </a:lnTo>
                  <a:lnTo>
                    <a:pt x="369993" y="484293"/>
                  </a:lnTo>
                  <a:lnTo>
                    <a:pt x="381000" y="463127"/>
                  </a:lnTo>
                  <a:lnTo>
                    <a:pt x="375496" y="446617"/>
                  </a:lnTo>
                  <a:lnTo>
                    <a:pt x="371263" y="431377"/>
                  </a:lnTo>
                  <a:lnTo>
                    <a:pt x="367030" y="416137"/>
                  </a:lnTo>
                  <a:lnTo>
                    <a:pt x="385233" y="416137"/>
                  </a:lnTo>
                  <a:lnTo>
                    <a:pt x="416137" y="413173"/>
                  </a:lnTo>
                  <a:lnTo>
                    <a:pt x="421640" y="413173"/>
                  </a:lnTo>
                  <a:lnTo>
                    <a:pt x="445346" y="404707"/>
                  </a:lnTo>
                  <a:lnTo>
                    <a:pt x="470323" y="394970"/>
                  </a:lnTo>
                  <a:lnTo>
                    <a:pt x="470323" y="385233"/>
                  </a:lnTo>
                  <a:lnTo>
                    <a:pt x="461857" y="364490"/>
                  </a:lnTo>
                  <a:lnTo>
                    <a:pt x="484293" y="351790"/>
                  </a:lnTo>
                  <a:lnTo>
                    <a:pt x="505037" y="329353"/>
                  </a:lnTo>
                  <a:lnTo>
                    <a:pt x="509270" y="325120"/>
                  </a:lnTo>
                  <a:lnTo>
                    <a:pt x="532977" y="301413"/>
                  </a:lnTo>
                  <a:lnTo>
                    <a:pt x="551180" y="290407"/>
                  </a:lnTo>
                  <a:lnTo>
                    <a:pt x="568113" y="283210"/>
                  </a:lnTo>
                  <a:lnTo>
                    <a:pt x="571077" y="260773"/>
                  </a:lnTo>
                  <a:lnTo>
                    <a:pt x="555837" y="248073"/>
                  </a:lnTo>
                  <a:lnTo>
                    <a:pt x="533400" y="228600"/>
                  </a:lnTo>
                  <a:lnTo>
                    <a:pt x="566843" y="213360"/>
                  </a:lnTo>
                  <a:lnTo>
                    <a:pt x="582083" y="199390"/>
                  </a:lnTo>
                  <a:lnTo>
                    <a:pt x="588857" y="184150"/>
                  </a:lnTo>
                  <a:lnTo>
                    <a:pt x="595630" y="168910"/>
                  </a:lnTo>
                  <a:lnTo>
                    <a:pt x="622300" y="150707"/>
                  </a:lnTo>
                  <a:lnTo>
                    <a:pt x="633730" y="145203"/>
                  </a:lnTo>
                  <a:lnTo>
                    <a:pt x="635423" y="145203"/>
                  </a:lnTo>
                  <a:lnTo>
                    <a:pt x="653627" y="135467"/>
                  </a:lnTo>
                  <a:lnTo>
                    <a:pt x="675640" y="134197"/>
                  </a:lnTo>
                  <a:lnTo>
                    <a:pt x="696807" y="141393"/>
                  </a:lnTo>
                  <a:lnTo>
                    <a:pt x="713740" y="146897"/>
                  </a:lnTo>
                  <a:lnTo>
                    <a:pt x="728980" y="146897"/>
                  </a:lnTo>
                  <a:lnTo>
                    <a:pt x="752687" y="118957"/>
                  </a:lnTo>
                  <a:lnTo>
                    <a:pt x="745490" y="93980"/>
                  </a:lnTo>
                  <a:lnTo>
                    <a:pt x="744220" y="85513"/>
                  </a:lnTo>
                  <a:lnTo>
                    <a:pt x="744220" y="84243"/>
                  </a:lnTo>
                  <a:lnTo>
                    <a:pt x="745490" y="70273"/>
                  </a:lnTo>
                  <a:lnTo>
                    <a:pt x="776393" y="64770"/>
                  </a:lnTo>
                  <a:lnTo>
                    <a:pt x="801370" y="75777"/>
                  </a:lnTo>
                  <a:lnTo>
                    <a:pt x="834813" y="74507"/>
                  </a:lnTo>
                  <a:lnTo>
                    <a:pt x="882227" y="84243"/>
                  </a:lnTo>
                  <a:lnTo>
                    <a:pt x="942340" y="96943"/>
                  </a:lnTo>
                  <a:lnTo>
                    <a:pt x="957580" y="88900"/>
                  </a:lnTo>
                  <a:lnTo>
                    <a:pt x="971550" y="79163"/>
                  </a:lnTo>
                  <a:lnTo>
                    <a:pt x="957580" y="73660"/>
                  </a:lnTo>
                  <a:lnTo>
                    <a:pt x="942340" y="69427"/>
                  </a:lnTo>
                  <a:lnTo>
                    <a:pt x="967317" y="54187"/>
                  </a:lnTo>
                  <a:lnTo>
                    <a:pt x="978323" y="34713"/>
                  </a:lnTo>
                  <a:lnTo>
                    <a:pt x="980017" y="33443"/>
                  </a:lnTo>
                  <a:lnTo>
                    <a:pt x="977054" y="18203"/>
                  </a:lnTo>
                  <a:lnTo>
                    <a:pt x="957580" y="5503"/>
                  </a:lnTo>
                  <a:lnTo>
                    <a:pt x="975783" y="0"/>
                  </a:lnTo>
                  <a:lnTo>
                    <a:pt x="989754" y="0"/>
                  </a:lnTo>
                  <a:lnTo>
                    <a:pt x="1004993" y="0"/>
                  </a:lnTo>
                  <a:lnTo>
                    <a:pt x="1020233" y="2540"/>
                  </a:lnTo>
                  <a:lnTo>
                    <a:pt x="1031240" y="6773"/>
                  </a:lnTo>
                  <a:lnTo>
                    <a:pt x="1034204" y="6773"/>
                  </a:lnTo>
                  <a:lnTo>
                    <a:pt x="1035473" y="15240"/>
                  </a:lnTo>
                  <a:lnTo>
                    <a:pt x="1053677" y="22013"/>
                  </a:lnTo>
                  <a:lnTo>
                    <a:pt x="1068917" y="28787"/>
                  </a:lnTo>
                  <a:lnTo>
                    <a:pt x="1082887" y="37253"/>
                  </a:lnTo>
                  <a:lnTo>
                    <a:pt x="1098550" y="44450"/>
                  </a:lnTo>
                  <a:lnTo>
                    <a:pt x="1115060" y="52917"/>
                  </a:lnTo>
                  <a:lnTo>
                    <a:pt x="1129030" y="57150"/>
                  </a:lnTo>
                  <a:lnTo>
                    <a:pt x="1145963" y="63923"/>
                  </a:lnTo>
                  <a:lnTo>
                    <a:pt x="1161204" y="70697"/>
                  </a:lnTo>
                  <a:lnTo>
                    <a:pt x="1175173" y="79163"/>
                  </a:lnTo>
                  <a:lnTo>
                    <a:pt x="1190413" y="79163"/>
                  </a:lnTo>
                  <a:lnTo>
                    <a:pt x="1193377" y="79163"/>
                  </a:lnTo>
                  <a:lnTo>
                    <a:pt x="1200150" y="83397"/>
                  </a:lnTo>
                  <a:lnTo>
                    <a:pt x="1214120" y="84667"/>
                  </a:lnTo>
                  <a:lnTo>
                    <a:pt x="1227667" y="87630"/>
                  </a:lnTo>
                  <a:lnTo>
                    <a:pt x="1241637" y="91863"/>
                  </a:lnTo>
                  <a:lnTo>
                    <a:pt x="1256877" y="96097"/>
                  </a:lnTo>
                  <a:lnTo>
                    <a:pt x="1272540" y="101600"/>
                  </a:lnTo>
                  <a:lnTo>
                    <a:pt x="1287780" y="112607"/>
                  </a:lnTo>
                  <a:lnTo>
                    <a:pt x="1293283" y="126577"/>
                  </a:lnTo>
                  <a:lnTo>
                    <a:pt x="1309793" y="126577"/>
                  </a:lnTo>
                  <a:lnTo>
                    <a:pt x="1321223" y="140547"/>
                  </a:lnTo>
                  <a:lnTo>
                    <a:pt x="1336463" y="147320"/>
                  </a:lnTo>
                  <a:lnTo>
                    <a:pt x="1350433" y="155787"/>
                  </a:lnTo>
                  <a:lnTo>
                    <a:pt x="1349163" y="160020"/>
                  </a:lnTo>
                  <a:lnTo>
                    <a:pt x="1332230" y="168487"/>
                  </a:lnTo>
                  <a:lnTo>
                    <a:pt x="1335193" y="183727"/>
                  </a:lnTo>
                  <a:lnTo>
                    <a:pt x="1338157" y="197697"/>
                  </a:lnTo>
                  <a:lnTo>
                    <a:pt x="1335193" y="211667"/>
                  </a:lnTo>
                  <a:lnTo>
                    <a:pt x="1340697" y="226907"/>
                  </a:lnTo>
                  <a:lnTo>
                    <a:pt x="1354667" y="226907"/>
                  </a:lnTo>
                  <a:lnTo>
                    <a:pt x="1369907" y="229870"/>
                  </a:lnTo>
                  <a:lnTo>
                    <a:pt x="1372870" y="245110"/>
                  </a:lnTo>
                  <a:lnTo>
                    <a:pt x="1358900" y="251883"/>
                  </a:lnTo>
                  <a:lnTo>
                    <a:pt x="1352127" y="265853"/>
                  </a:lnTo>
                  <a:lnTo>
                    <a:pt x="1367367" y="278553"/>
                  </a:lnTo>
                  <a:lnTo>
                    <a:pt x="1381337" y="293793"/>
                  </a:lnTo>
                  <a:lnTo>
                    <a:pt x="1399540" y="309033"/>
                  </a:lnTo>
                  <a:lnTo>
                    <a:pt x="1406313" y="317500"/>
                  </a:lnTo>
                  <a:lnTo>
                    <a:pt x="1396577" y="335703"/>
                  </a:lnTo>
                  <a:lnTo>
                    <a:pt x="1396577" y="349673"/>
                  </a:lnTo>
                  <a:lnTo>
                    <a:pt x="1383877" y="363643"/>
                  </a:lnTo>
                  <a:lnTo>
                    <a:pt x="1378373" y="378883"/>
                  </a:lnTo>
                  <a:lnTo>
                    <a:pt x="1378373" y="394123"/>
                  </a:lnTo>
                  <a:lnTo>
                    <a:pt x="1396577" y="409363"/>
                  </a:lnTo>
                  <a:lnTo>
                    <a:pt x="1411817" y="417830"/>
                  </a:lnTo>
                  <a:lnTo>
                    <a:pt x="1421554" y="434763"/>
                  </a:lnTo>
                  <a:lnTo>
                    <a:pt x="1434254" y="448733"/>
                  </a:lnTo>
                  <a:lnTo>
                    <a:pt x="1439757" y="459740"/>
                  </a:lnTo>
                  <a:lnTo>
                    <a:pt x="1439757" y="462703"/>
                  </a:lnTo>
                  <a:lnTo>
                    <a:pt x="1441027" y="463973"/>
                  </a:lnTo>
                  <a:lnTo>
                    <a:pt x="1425787" y="466937"/>
                  </a:lnTo>
                  <a:lnTo>
                    <a:pt x="1411817" y="471170"/>
                  </a:lnTo>
                  <a:lnTo>
                    <a:pt x="1396577" y="465667"/>
                  </a:lnTo>
                  <a:lnTo>
                    <a:pt x="1382607" y="468630"/>
                  </a:lnTo>
                  <a:lnTo>
                    <a:pt x="1368637" y="465667"/>
                  </a:lnTo>
                  <a:lnTo>
                    <a:pt x="1353397" y="472440"/>
                  </a:lnTo>
                  <a:lnTo>
                    <a:pt x="1339427" y="465667"/>
                  </a:lnTo>
                  <a:lnTo>
                    <a:pt x="1330960" y="460163"/>
                  </a:lnTo>
                  <a:lnTo>
                    <a:pt x="1343660" y="474133"/>
                  </a:lnTo>
                  <a:lnTo>
                    <a:pt x="1328420" y="474133"/>
                  </a:lnTo>
                  <a:lnTo>
                    <a:pt x="1314450" y="474133"/>
                  </a:lnTo>
                  <a:lnTo>
                    <a:pt x="1300480" y="467360"/>
                  </a:lnTo>
                  <a:lnTo>
                    <a:pt x="1283970" y="457623"/>
                  </a:lnTo>
                  <a:lnTo>
                    <a:pt x="1282277" y="471593"/>
                  </a:lnTo>
                  <a:lnTo>
                    <a:pt x="1267037" y="467360"/>
                  </a:lnTo>
                  <a:lnTo>
                    <a:pt x="1253067" y="460163"/>
                  </a:lnTo>
                  <a:lnTo>
                    <a:pt x="1237827" y="464397"/>
                  </a:lnTo>
                  <a:lnTo>
                    <a:pt x="1239097" y="479637"/>
                  </a:lnTo>
                  <a:lnTo>
                    <a:pt x="1247563" y="490643"/>
                  </a:lnTo>
                  <a:lnTo>
                    <a:pt x="1251797" y="504613"/>
                  </a:lnTo>
                  <a:lnTo>
                    <a:pt x="1237827" y="503343"/>
                  </a:lnTo>
                  <a:lnTo>
                    <a:pt x="1220893" y="497840"/>
                  </a:lnTo>
                  <a:lnTo>
                    <a:pt x="1211157" y="493607"/>
                  </a:lnTo>
                  <a:lnTo>
                    <a:pt x="1212850" y="497840"/>
                  </a:lnTo>
                  <a:lnTo>
                    <a:pt x="1226820" y="502073"/>
                  </a:lnTo>
                  <a:lnTo>
                    <a:pt x="1211157" y="508847"/>
                  </a:lnTo>
                  <a:lnTo>
                    <a:pt x="1194647" y="505883"/>
                  </a:lnTo>
                  <a:lnTo>
                    <a:pt x="1210310" y="514350"/>
                  </a:lnTo>
                  <a:lnTo>
                    <a:pt x="1194647" y="524087"/>
                  </a:lnTo>
                  <a:lnTo>
                    <a:pt x="1180677" y="525357"/>
                  </a:lnTo>
                  <a:lnTo>
                    <a:pt x="1165437" y="525357"/>
                  </a:lnTo>
                  <a:lnTo>
                    <a:pt x="1151467" y="526627"/>
                  </a:lnTo>
                  <a:lnTo>
                    <a:pt x="1152737" y="536363"/>
                  </a:lnTo>
                  <a:lnTo>
                    <a:pt x="1167977" y="535093"/>
                  </a:lnTo>
                  <a:lnTo>
                    <a:pt x="1170940" y="549063"/>
                  </a:lnTo>
                  <a:lnTo>
                    <a:pt x="1166707" y="563033"/>
                  </a:lnTo>
                  <a:lnTo>
                    <a:pt x="1164167" y="574463"/>
                  </a:lnTo>
                  <a:lnTo>
                    <a:pt x="1147233" y="581237"/>
                  </a:lnTo>
                  <a:lnTo>
                    <a:pt x="1145963" y="583777"/>
                  </a:lnTo>
                  <a:lnTo>
                    <a:pt x="1131993" y="590973"/>
                  </a:lnTo>
                  <a:lnTo>
                    <a:pt x="1122257" y="606213"/>
                  </a:lnTo>
                  <a:lnTo>
                    <a:pt x="1108287" y="603250"/>
                  </a:lnTo>
                  <a:lnTo>
                    <a:pt x="1123950" y="615950"/>
                  </a:lnTo>
                  <a:lnTo>
                    <a:pt x="1137920" y="620183"/>
                  </a:lnTo>
                  <a:lnTo>
                    <a:pt x="1123950" y="626957"/>
                  </a:lnTo>
                  <a:lnTo>
                    <a:pt x="1122680" y="626957"/>
                  </a:lnTo>
                  <a:lnTo>
                    <a:pt x="1134957" y="640927"/>
                  </a:lnTo>
                  <a:lnTo>
                    <a:pt x="1150197" y="642197"/>
                  </a:lnTo>
                  <a:lnTo>
                    <a:pt x="1167130" y="651933"/>
                  </a:lnTo>
                  <a:lnTo>
                    <a:pt x="1178137" y="665903"/>
                  </a:lnTo>
                  <a:lnTo>
                    <a:pt x="1162897" y="674370"/>
                  </a:lnTo>
                  <a:lnTo>
                    <a:pt x="1148927" y="684107"/>
                  </a:lnTo>
                  <a:lnTo>
                    <a:pt x="1133687" y="689610"/>
                  </a:lnTo>
                  <a:lnTo>
                    <a:pt x="1119717" y="698077"/>
                  </a:lnTo>
                  <a:lnTo>
                    <a:pt x="1107017" y="714587"/>
                  </a:lnTo>
                  <a:lnTo>
                    <a:pt x="1104477" y="729827"/>
                  </a:lnTo>
                  <a:lnTo>
                    <a:pt x="1091777" y="743797"/>
                  </a:lnTo>
                  <a:lnTo>
                    <a:pt x="1077807" y="754803"/>
                  </a:lnTo>
                  <a:lnTo>
                    <a:pt x="1063837" y="765810"/>
                  </a:lnTo>
                  <a:lnTo>
                    <a:pt x="1049867" y="765810"/>
                  </a:lnTo>
                  <a:lnTo>
                    <a:pt x="1049867" y="779780"/>
                  </a:lnTo>
                  <a:lnTo>
                    <a:pt x="1040130" y="764540"/>
                  </a:lnTo>
                  <a:lnTo>
                    <a:pt x="1028700" y="779780"/>
                  </a:lnTo>
                  <a:lnTo>
                    <a:pt x="1013460" y="782743"/>
                  </a:lnTo>
                  <a:lnTo>
                    <a:pt x="1002030" y="789517"/>
                  </a:lnTo>
                  <a:lnTo>
                    <a:pt x="986790" y="792480"/>
                  </a:lnTo>
                  <a:lnTo>
                    <a:pt x="978323" y="807720"/>
                  </a:lnTo>
                  <a:lnTo>
                    <a:pt x="964354" y="813223"/>
                  </a:lnTo>
                  <a:lnTo>
                    <a:pt x="950383" y="799253"/>
                  </a:lnTo>
                  <a:lnTo>
                    <a:pt x="953346" y="813223"/>
                  </a:lnTo>
                  <a:lnTo>
                    <a:pt x="937683" y="811953"/>
                  </a:lnTo>
                  <a:lnTo>
                    <a:pt x="925407" y="810683"/>
                  </a:lnTo>
                  <a:lnTo>
                    <a:pt x="922443" y="825923"/>
                  </a:lnTo>
                  <a:lnTo>
                    <a:pt x="907204" y="832697"/>
                  </a:lnTo>
                  <a:lnTo>
                    <a:pt x="904663" y="846667"/>
                  </a:lnTo>
                  <a:lnTo>
                    <a:pt x="890693" y="847937"/>
                  </a:lnTo>
                  <a:lnTo>
                    <a:pt x="883920" y="844973"/>
                  </a:lnTo>
                  <a:lnTo>
                    <a:pt x="869950" y="849207"/>
                  </a:lnTo>
                  <a:lnTo>
                    <a:pt x="855980" y="852170"/>
                  </a:lnTo>
                  <a:lnTo>
                    <a:pt x="840740" y="866140"/>
                  </a:lnTo>
                  <a:lnTo>
                    <a:pt x="825500" y="870373"/>
                  </a:lnTo>
                  <a:lnTo>
                    <a:pt x="811530" y="878840"/>
                  </a:lnTo>
                  <a:lnTo>
                    <a:pt x="825500" y="880110"/>
                  </a:lnTo>
                  <a:lnTo>
                    <a:pt x="840740" y="880110"/>
                  </a:lnTo>
                  <a:lnTo>
                    <a:pt x="837777" y="894080"/>
                  </a:lnTo>
                  <a:lnTo>
                    <a:pt x="823807" y="903817"/>
                  </a:lnTo>
                  <a:lnTo>
                    <a:pt x="809837" y="896620"/>
                  </a:lnTo>
                  <a:lnTo>
                    <a:pt x="801370" y="911860"/>
                  </a:lnTo>
                  <a:lnTo>
                    <a:pt x="786130" y="908897"/>
                  </a:lnTo>
                  <a:lnTo>
                    <a:pt x="800100" y="907627"/>
                  </a:lnTo>
                  <a:lnTo>
                    <a:pt x="786130" y="902123"/>
                  </a:lnTo>
                  <a:lnTo>
                    <a:pt x="772160" y="903393"/>
                  </a:lnTo>
                  <a:lnTo>
                    <a:pt x="773430" y="893657"/>
                  </a:lnTo>
                  <a:lnTo>
                    <a:pt x="758190" y="880957"/>
                  </a:lnTo>
                  <a:lnTo>
                    <a:pt x="755650" y="866987"/>
                  </a:lnTo>
                  <a:lnTo>
                    <a:pt x="754380" y="865717"/>
                  </a:lnTo>
                  <a:lnTo>
                    <a:pt x="754380" y="880957"/>
                  </a:lnTo>
                  <a:lnTo>
                    <a:pt x="768350" y="894927"/>
                  </a:lnTo>
                  <a:lnTo>
                    <a:pt x="768350" y="896197"/>
                  </a:lnTo>
                  <a:lnTo>
                    <a:pt x="769620" y="903393"/>
                  </a:lnTo>
                  <a:lnTo>
                    <a:pt x="781050" y="918633"/>
                  </a:lnTo>
                  <a:lnTo>
                    <a:pt x="778087" y="932603"/>
                  </a:lnTo>
                  <a:lnTo>
                    <a:pt x="773854" y="947843"/>
                  </a:lnTo>
                  <a:lnTo>
                    <a:pt x="759883" y="953347"/>
                  </a:lnTo>
                  <a:lnTo>
                    <a:pt x="745913" y="963083"/>
                  </a:lnTo>
                  <a:lnTo>
                    <a:pt x="730673" y="958850"/>
                  </a:lnTo>
                  <a:lnTo>
                    <a:pt x="719243" y="949113"/>
                  </a:lnTo>
                  <a:lnTo>
                    <a:pt x="716280" y="957580"/>
                  </a:lnTo>
                  <a:lnTo>
                    <a:pt x="715010" y="963507"/>
                  </a:lnTo>
                  <a:lnTo>
                    <a:pt x="715010" y="977477"/>
                  </a:lnTo>
                  <a:lnTo>
                    <a:pt x="717550" y="982980"/>
                  </a:lnTo>
                  <a:lnTo>
                    <a:pt x="732790" y="991447"/>
                  </a:lnTo>
                  <a:lnTo>
                    <a:pt x="748030" y="994410"/>
                  </a:lnTo>
                  <a:lnTo>
                    <a:pt x="734060" y="999913"/>
                  </a:lnTo>
                  <a:lnTo>
                    <a:pt x="731096" y="1008380"/>
                  </a:lnTo>
                  <a:lnTo>
                    <a:pt x="728133" y="1023620"/>
                  </a:lnTo>
                  <a:lnTo>
                    <a:pt x="718396" y="1037590"/>
                  </a:lnTo>
                  <a:lnTo>
                    <a:pt x="712893" y="1052830"/>
                  </a:lnTo>
                  <a:lnTo>
                    <a:pt x="720090" y="1066800"/>
                  </a:lnTo>
                  <a:lnTo>
                    <a:pt x="735330" y="1072303"/>
                  </a:lnTo>
                  <a:lnTo>
                    <a:pt x="734060" y="1087543"/>
                  </a:lnTo>
                  <a:lnTo>
                    <a:pt x="720090" y="1076537"/>
                  </a:lnTo>
                  <a:lnTo>
                    <a:pt x="706120" y="1071033"/>
                  </a:lnTo>
                  <a:lnTo>
                    <a:pt x="690880" y="1072303"/>
                  </a:lnTo>
                  <a:lnTo>
                    <a:pt x="707813" y="1079077"/>
                  </a:lnTo>
                  <a:lnTo>
                    <a:pt x="692573" y="1086273"/>
                  </a:lnTo>
                  <a:lnTo>
                    <a:pt x="706543" y="1089237"/>
                  </a:lnTo>
                  <a:lnTo>
                    <a:pt x="687070" y="1089237"/>
                  </a:lnTo>
                  <a:lnTo>
                    <a:pt x="705273" y="1097703"/>
                  </a:lnTo>
                  <a:lnTo>
                    <a:pt x="689610" y="1097703"/>
                  </a:lnTo>
                  <a:lnTo>
                    <a:pt x="696807" y="1103207"/>
                  </a:lnTo>
                  <a:lnTo>
                    <a:pt x="704004" y="1117177"/>
                  </a:lnTo>
                  <a:lnTo>
                    <a:pt x="690033" y="1118447"/>
                  </a:lnTo>
                  <a:lnTo>
                    <a:pt x="704004" y="1128183"/>
                  </a:lnTo>
                  <a:lnTo>
                    <a:pt x="699770" y="1140883"/>
                  </a:lnTo>
                  <a:lnTo>
                    <a:pt x="698500" y="1149350"/>
                  </a:lnTo>
                  <a:lnTo>
                    <a:pt x="699770" y="1163320"/>
                  </a:lnTo>
                  <a:lnTo>
                    <a:pt x="701040" y="1178560"/>
                  </a:lnTo>
                  <a:lnTo>
                    <a:pt x="702310" y="1192530"/>
                  </a:lnTo>
                  <a:lnTo>
                    <a:pt x="716280" y="1205230"/>
                  </a:lnTo>
                  <a:lnTo>
                    <a:pt x="726017" y="1219200"/>
                  </a:lnTo>
                  <a:lnTo>
                    <a:pt x="710777" y="1225973"/>
                  </a:lnTo>
                  <a:lnTo>
                    <a:pt x="724746" y="1233170"/>
                  </a:lnTo>
                  <a:lnTo>
                    <a:pt x="728980" y="1234440"/>
                  </a:lnTo>
                  <a:lnTo>
                    <a:pt x="738717" y="1237403"/>
                  </a:lnTo>
                  <a:lnTo>
                    <a:pt x="752687" y="1234440"/>
                  </a:lnTo>
                  <a:lnTo>
                    <a:pt x="759460" y="1249680"/>
                  </a:lnTo>
                  <a:lnTo>
                    <a:pt x="773430" y="1255183"/>
                  </a:lnTo>
                  <a:lnTo>
                    <a:pt x="788670" y="1245447"/>
                  </a:lnTo>
                  <a:lnTo>
                    <a:pt x="802640" y="1241213"/>
                  </a:lnTo>
                  <a:lnTo>
                    <a:pt x="802640" y="1256453"/>
                  </a:lnTo>
                  <a:lnTo>
                    <a:pt x="816610" y="1266190"/>
                  </a:lnTo>
                  <a:lnTo>
                    <a:pt x="830580" y="1275927"/>
                  </a:lnTo>
                  <a:lnTo>
                    <a:pt x="844550" y="1281430"/>
                  </a:lnTo>
                  <a:lnTo>
                    <a:pt x="859790" y="1282700"/>
                  </a:lnTo>
                  <a:lnTo>
                    <a:pt x="873760" y="1295400"/>
                  </a:lnTo>
                  <a:lnTo>
                    <a:pt x="859790" y="1298363"/>
                  </a:lnTo>
                  <a:lnTo>
                    <a:pt x="872490" y="1313603"/>
                  </a:lnTo>
                  <a:lnTo>
                    <a:pt x="875454" y="1313603"/>
                  </a:lnTo>
                  <a:lnTo>
                    <a:pt x="890693" y="1316567"/>
                  </a:lnTo>
                  <a:lnTo>
                    <a:pt x="904663" y="1319107"/>
                  </a:lnTo>
                  <a:lnTo>
                    <a:pt x="910167" y="1334347"/>
                  </a:lnTo>
                  <a:lnTo>
                    <a:pt x="916940" y="1344083"/>
                  </a:lnTo>
                  <a:lnTo>
                    <a:pt x="928370" y="1358053"/>
                  </a:lnTo>
                  <a:lnTo>
                    <a:pt x="914400" y="1348317"/>
                  </a:lnTo>
                  <a:lnTo>
                    <a:pt x="928370" y="1362287"/>
                  </a:lnTo>
                  <a:lnTo>
                    <a:pt x="938107" y="1377527"/>
                  </a:lnTo>
                  <a:lnTo>
                    <a:pt x="922867" y="1378797"/>
                  </a:lnTo>
                  <a:lnTo>
                    <a:pt x="920327" y="1378797"/>
                  </a:lnTo>
                  <a:lnTo>
                    <a:pt x="916093" y="1380067"/>
                  </a:lnTo>
                  <a:lnTo>
                    <a:pt x="902123" y="1382607"/>
                  </a:lnTo>
                  <a:lnTo>
                    <a:pt x="896620" y="1386840"/>
                  </a:lnTo>
                  <a:lnTo>
                    <a:pt x="888154" y="1400810"/>
                  </a:lnTo>
                  <a:lnTo>
                    <a:pt x="869950" y="1410547"/>
                  </a:lnTo>
                  <a:lnTo>
                    <a:pt x="854710" y="1419013"/>
                  </a:lnTo>
                  <a:lnTo>
                    <a:pt x="840740" y="1421977"/>
                  </a:lnTo>
                  <a:lnTo>
                    <a:pt x="854710" y="1428750"/>
                  </a:lnTo>
                  <a:lnTo>
                    <a:pt x="840740" y="1430020"/>
                  </a:lnTo>
                  <a:lnTo>
                    <a:pt x="826770" y="1421553"/>
                  </a:lnTo>
                  <a:lnTo>
                    <a:pt x="828040" y="1435523"/>
                  </a:lnTo>
                  <a:lnTo>
                    <a:pt x="842010" y="1435523"/>
                  </a:lnTo>
                  <a:lnTo>
                    <a:pt x="857250" y="1432983"/>
                  </a:lnTo>
                  <a:lnTo>
                    <a:pt x="871220" y="1438487"/>
                  </a:lnTo>
                  <a:lnTo>
                    <a:pt x="871220" y="1423247"/>
                  </a:lnTo>
                  <a:lnTo>
                    <a:pt x="885190" y="1435947"/>
                  </a:lnTo>
                  <a:lnTo>
                    <a:pt x="886460" y="1449917"/>
                  </a:lnTo>
                  <a:lnTo>
                    <a:pt x="872490" y="1445683"/>
                  </a:lnTo>
                  <a:lnTo>
                    <a:pt x="886460" y="1451187"/>
                  </a:lnTo>
                  <a:lnTo>
                    <a:pt x="879263" y="1455420"/>
                  </a:lnTo>
                  <a:lnTo>
                    <a:pt x="865293" y="1448223"/>
                  </a:lnTo>
                  <a:lnTo>
                    <a:pt x="850054" y="1442720"/>
                  </a:lnTo>
                  <a:lnTo>
                    <a:pt x="857250" y="1457960"/>
                  </a:lnTo>
                  <a:lnTo>
                    <a:pt x="872490" y="1464733"/>
                  </a:lnTo>
                  <a:lnTo>
                    <a:pt x="858520" y="1470237"/>
                  </a:lnTo>
                  <a:lnTo>
                    <a:pt x="843280" y="1471507"/>
                  </a:lnTo>
                  <a:lnTo>
                    <a:pt x="836083" y="1477010"/>
                  </a:lnTo>
                  <a:lnTo>
                    <a:pt x="822113" y="1481243"/>
                  </a:lnTo>
                  <a:lnTo>
                    <a:pt x="813646" y="1495213"/>
                  </a:lnTo>
                  <a:lnTo>
                    <a:pt x="806873" y="1510453"/>
                  </a:lnTo>
                  <a:lnTo>
                    <a:pt x="792904" y="1507913"/>
                  </a:lnTo>
                  <a:lnTo>
                    <a:pt x="787400" y="1493943"/>
                  </a:lnTo>
                  <a:lnTo>
                    <a:pt x="786130" y="1479973"/>
                  </a:lnTo>
                  <a:lnTo>
                    <a:pt x="772160" y="1477010"/>
                  </a:lnTo>
                  <a:lnTo>
                    <a:pt x="783590" y="1490980"/>
                  </a:lnTo>
                  <a:lnTo>
                    <a:pt x="783590" y="1504950"/>
                  </a:lnTo>
                  <a:lnTo>
                    <a:pt x="769620" y="1495213"/>
                  </a:lnTo>
                  <a:lnTo>
                    <a:pt x="769620" y="1496483"/>
                  </a:lnTo>
                  <a:lnTo>
                    <a:pt x="770890" y="1511723"/>
                  </a:lnTo>
                  <a:lnTo>
                    <a:pt x="755650" y="1508760"/>
                  </a:lnTo>
                  <a:lnTo>
                    <a:pt x="762846" y="1522730"/>
                  </a:lnTo>
                  <a:lnTo>
                    <a:pt x="747607" y="1529927"/>
                  </a:lnTo>
                  <a:lnTo>
                    <a:pt x="733637" y="1532467"/>
                  </a:lnTo>
                  <a:lnTo>
                    <a:pt x="719667" y="1531197"/>
                  </a:lnTo>
                  <a:lnTo>
                    <a:pt x="705696" y="1529927"/>
                  </a:lnTo>
                  <a:lnTo>
                    <a:pt x="719667" y="1540933"/>
                  </a:lnTo>
                  <a:lnTo>
                    <a:pt x="705696" y="1546437"/>
                  </a:lnTo>
                  <a:lnTo>
                    <a:pt x="688763" y="1547707"/>
                  </a:lnTo>
                  <a:lnTo>
                    <a:pt x="674793" y="1546437"/>
                  </a:lnTo>
                  <a:lnTo>
                    <a:pt x="663363" y="1545167"/>
                  </a:lnTo>
                  <a:lnTo>
                    <a:pt x="648123" y="1543897"/>
                  </a:lnTo>
                  <a:lnTo>
                    <a:pt x="634154" y="1542627"/>
                  </a:lnTo>
                  <a:lnTo>
                    <a:pt x="620183" y="1549823"/>
                  </a:lnTo>
                  <a:lnTo>
                    <a:pt x="635846" y="1546860"/>
                  </a:lnTo>
                  <a:lnTo>
                    <a:pt x="649817" y="1546860"/>
                  </a:lnTo>
                  <a:lnTo>
                    <a:pt x="663787" y="1551093"/>
                  </a:lnTo>
                  <a:lnTo>
                    <a:pt x="679450" y="1556597"/>
                  </a:lnTo>
                  <a:lnTo>
                    <a:pt x="690457" y="1570567"/>
                  </a:lnTo>
                  <a:lnTo>
                    <a:pt x="676487" y="1576070"/>
                  </a:lnTo>
                  <a:lnTo>
                    <a:pt x="662517" y="1576070"/>
                  </a:lnTo>
                  <a:lnTo>
                    <a:pt x="647277" y="1571837"/>
                  </a:lnTo>
                  <a:lnTo>
                    <a:pt x="633307" y="1570567"/>
                  </a:lnTo>
                  <a:lnTo>
                    <a:pt x="645583" y="1574800"/>
                  </a:lnTo>
                  <a:lnTo>
                    <a:pt x="659554" y="1579033"/>
                  </a:lnTo>
                  <a:lnTo>
                    <a:pt x="670983" y="1594273"/>
                  </a:lnTo>
                  <a:lnTo>
                    <a:pt x="683260" y="1608243"/>
                  </a:lnTo>
                  <a:lnTo>
                    <a:pt x="685800" y="1622213"/>
                  </a:lnTo>
                  <a:lnTo>
                    <a:pt x="680296" y="1636183"/>
                  </a:lnTo>
                  <a:lnTo>
                    <a:pt x="666327" y="1644650"/>
                  </a:lnTo>
                  <a:lnTo>
                    <a:pt x="662093" y="1647613"/>
                  </a:lnTo>
                  <a:lnTo>
                    <a:pt x="676063" y="1647613"/>
                  </a:lnTo>
                  <a:lnTo>
                    <a:pt x="676063" y="1662853"/>
                  </a:lnTo>
                  <a:lnTo>
                    <a:pt x="673523" y="1659890"/>
                  </a:lnTo>
                  <a:lnTo>
                    <a:pt x="659554" y="1656927"/>
                  </a:lnTo>
                  <a:lnTo>
                    <a:pt x="645583" y="1658197"/>
                  </a:lnTo>
                  <a:lnTo>
                    <a:pt x="651510" y="1664970"/>
                  </a:lnTo>
                  <a:lnTo>
                    <a:pt x="666750" y="1676400"/>
                  </a:lnTo>
                  <a:lnTo>
                    <a:pt x="668443" y="1677670"/>
                  </a:lnTo>
                  <a:lnTo>
                    <a:pt x="673946" y="1691640"/>
                  </a:lnTo>
                  <a:lnTo>
                    <a:pt x="659977" y="1697143"/>
                  </a:lnTo>
                  <a:lnTo>
                    <a:pt x="658707" y="1711113"/>
                  </a:lnTo>
                  <a:lnTo>
                    <a:pt x="672677" y="1720850"/>
                  </a:lnTo>
                  <a:lnTo>
                    <a:pt x="671407" y="1736090"/>
                  </a:lnTo>
                  <a:lnTo>
                    <a:pt x="657437" y="1744557"/>
                  </a:lnTo>
                  <a:lnTo>
                    <a:pt x="647700" y="1758527"/>
                  </a:lnTo>
                  <a:lnTo>
                    <a:pt x="651933" y="1761490"/>
                  </a:lnTo>
                  <a:lnTo>
                    <a:pt x="651933" y="1775460"/>
                  </a:lnTo>
                  <a:lnTo>
                    <a:pt x="654473" y="1779693"/>
                  </a:lnTo>
                  <a:lnTo>
                    <a:pt x="658707" y="1782657"/>
                  </a:lnTo>
                  <a:lnTo>
                    <a:pt x="661246" y="1793663"/>
                  </a:lnTo>
                  <a:lnTo>
                    <a:pt x="647277" y="1800437"/>
                  </a:lnTo>
                  <a:lnTo>
                    <a:pt x="648546" y="1814407"/>
                  </a:lnTo>
                  <a:lnTo>
                    <a:pt x="645583" y="1828377"/>
                  </a:lnTo>
                  <a:lnTo>
                    <a:pt x="640080" y="1842347"/>
                  </a:lnTo>
                  <a:lnTo>
                    <a:pt x="629073" y="1856317"/>
                  </a:lnTo>
                  <a:lnTo>
                    <a:pt x="623570" y="1870287"/>
                  </a:lnTo>
                  <a:lnTo>
                    <a:pt x="618067" y="1874520"/>
                  </a:lnTo>
                  <a:lnTo>
                    <a:pt x="609600" y="1889760"/>
                  </a:lnTo>
                  <a:lnTo>
                    <a:pt x="605367" y="1903730"/>
                  </a:lnTo>
                  <a:lnTo>
                    <a:pt x="605367" y="1905000"/>
                  </a:lnTo>
                  <a:lnTo>
                    <a:pt x="601557" y="1918970"/>
                  </a:lnTo>
                  <a:lnTo>
                    <a:pt x="587587" y="1932940"/>
                  </a:lnTo>
                  <a:lnTo>
                    <a:pt x="573617" y="1931670"/>
                  </a:lnTo>
                  <a:lnTo>
                    <a:pt x="559646" y="1927437"/>
                  </a:lnTo>
                  <a:lnTo>
                    <a:pt x="545677" y="1926167"/>
                  </a:lnTo>
                  <a:lnTo>
                    <a:pt x="531707" y="1927437"/>
                  </a:lnTo>
                  <a:lnTo>
                    <a:pt x="516467" y="1930400"/>
                  </a:lnTo>
                  <a:lnTo>
                    <a:pt x="502496" y="1930400"/>
                  </a:lnTo>
                  <a:lnTo>
                    <a:pt x="488527" y="1931670"/>
                  </a:lnTo>
                  <a:lnTo>
                    <a:pt x="473287" y="1930400"/>
                  </a:lnTo>
                  <a:lnTo>
                    <a:pt x="460587" y="1930400"/>
                  </a:lnTo>
                  <a:lnTo>
                    <a:pt x="446617" y="1930400"/>
                  </a:lnTo>
                  <a:lnTo>
                    <a:pt x="441113" y="1938867"/>
                  </a:lnTo>
                  <a:lnTo>
                    <a:pt x="448310" y="1952837"/>
                  </a:lnTo>
                  <a:lnTo>
                    <a:pt x="434340" y="1955800"/>
                  </a:lnTo>
                  <a:lnTo>
                    <a:pt x="420370" y="1949027"/>
                  </a:lnTo>
                  <a:lnTo>
                    <a:pt x="409363" y="1955800"/>
                  </a:lnTo>
                  <a:lnTo>
                    <a:pt x="395393" y="1967230"/>
                  </a:lnTo>
                  <a:lnTo>
                    <a:pt x="385657" y="1976967"/>
                  </a:lnTo>
                  <a:lnTo>
                    <a:pt x="381423" y="1992207"/>
                  </a:lnTo>
                  <a:lnTo>
                    <a:pt x="388196" y="2006177"/>
                  </a:lnTo>
                  <a:lnTo>
                    <a:pt x="397933" y="2020147"/>
                  </a:lnTo>
                  <a:lnTo>
                    <a:pt x="397933" y="2035387"/>
                  </a:lnTo>
                  <a:lnTo>
                    <a:pt x="385233" y="2049357"/>
                  </a:lnTo>
                  <a:lnTo>
                    <a:pt x="383963" y="2050627"/>
                  </a:lnTo>
                  <a:lnTo>
                    <a:pt x="379730" y="2054860"/>
                  </a:lnTo>
                  <a:lnTo>
                    <a:pt x="365760" y="2053590"/>
                  </a:lnTo>
                  <a:lnTo>
                    <a:pt x="350520" y="2046393"/>
                  </a:lnTo>
                  <a:lnTo>
                    <a:pt x="335280" y="2047663"/>
                  </a:lnTo>
                  <a:lnTo>
                    <a:pt x="329777" y="2047663"/>
                  </a:lnTo>
                  <a:lnTo>
                    <a:pt x="315807" y="2048933"/>
                  </a:lnTo>
                  <a:lnTo>
                    <a:pt x="300567" y="2053167"/>
                  </a:lnTo>
                  <a:lnTo>
                    <a:pt x="286596" y="2058670"/>
                  </a:lnTo>
                  <a:lnTo>
                    <a:pt x="272627" y="2061633"/>
                  </a:lnTo>
                  <a:lnTo>
                    <a:pt x="257387" y="2057400"/>
                  </a:lnTo>
                  <a:lnTo>
                    <a:pt x="243417" y="2056130"/>
                  </a:lnTo>
                  <a:lnTo>
                    <a:pt x="228177" y="2051897"/>
                  </a:lnTo>
                  <a:lnTo>
                    <a:pt x="214207" y="2050627"/>
                  </a:lnTo>
                  <a:lnTo>
                    <a:pt x="228177" y="2046393"/>
                  </a:lnTo>
                  <a:lnTo>
                    <a:pt x="220980" y="2031153"/>
                  </a:lnTo>
                  <a:lnTo>
                    <a:pt x="230717" y="2017183"/>
                  </a:lnTo>
                  <a:lnTo>
                    <a:pt x="239183" y="2003213"/>
                  </a:lnTo>
                  <a:lnTo>
                    <a:pt x="222673" y="1992207"/>
                  </a:lnTo>
                  <a:lnTo>
                    <a:pt x="218440" y="1978237"/>
                  </a:lnTo>
                  <a:lnTo>
                    <a:pt x="204470" y="1965537"/>
                  </a:lnTo>
                  <a:lnTo>
                    <a:pt x="194733" y="1950297"/>
                  </a:lnTo>
                  <a:lnTo>
                    <a:pt x="186267" y="1939290"/>
                  </a:lnTo>
                  <a:lnTo>
                    <a:pt x="176530" y="1925320"/>
                  </a:lnTo>
                  <a:lnTo>
                    <a:pt x="175260" y="1911350"/>
                  </a:lnTo>
                  <a:lnTo>
                    <a:pt x="192193" y="1916853"/>
                  </a:lnTo>
                  <a:lnTo>
                    <a:pt x="206163" y="1921087"/>
                  </a:lnTo>
                  <a:lnTo>
                    <a:pt x="210396" y="1911350"/>
                  </a:lnTo>
                  <a:lnTo>
                    <a:pt x="196427" y="1898650"/>
                  </a:lnTo>
                  <a:lnTo>
                    <a:pt x="192193" y="1884680"/>
                  </a:lnTo>
                  <a:lnTo>
                    <a:pt x="206163" y="1883410"/>
                  </a:lnTo>
                  <a:lnTo>
                    <a:pt x="220133" y="1884680"/>
                  </a:lnTo>
                  <a:lnTo>
                    <a:pt x="223096" y="1869440"/>
                  </a:lnTo>
                  <a:lnTo>
                    <a:pt x="224367" y="1868170"/>
                  </a:lnTo>
                  <a:lnTo>
                    <a:pt x="213360" y="1852930"/>
                  </a:lnTo>
                  <a:lnTo>
                    <a:pt x="198120" y="1852930"/>
                  </a:lnTo>
                  <a:lnTo>
                    <a:pt x="184150" y="1838960"/>
                  </a:lnTo>
                  <a:lnTo>
                    <a:pt x="178646" y="1824990"/>
                  </a:lnTo>
                  <a:lnTo>
                    <a:pt x="168910" y="1817793"/>
                  </a:lnTo>
                  <a:lnTo>
                    <a:pt x="164677" y="1816523"/>
                  </a:lnTo>
                  <a:lnTo>
                    <a:pt x="153246" y="1799590"/>
                  </a:lnTo>
                  <a:lnTo>
                    <a:pt x="139277" y="1789853"/>
                  </a:lnTo>
                  <a:lnTo>
                    <a:pt x="135043" y="1775883"/>
                  </a:lnTo>
                  <a:lnTo>
                    <a:pt x="125307" y="1761913"/>
                  </a:lnTo>
                  <a:lnTo>
                    <a:pt x="125307" y="1746673"/>
                  </a:lnTo>
                  <a:lnTo>
                    <a:pt x="111337" y="1735667"/>
                  </a:lnTo>
                  <a:lnTo>
                    <a:pt x="96096" y="1736937"/>
                  </a:lnTo>
                  <a:lnTo>
                    <a:pt x="97367" y="1721697"/>
                  </a:lnTo>
                  <a:lnTo>
                    <a:pt x="98637" y="1707727"/>
                  </a:lnTo>
                  <a:lnTo>
                    <a:pt x="93133" y="1703493"/>
                  </a:lnTo>
                  <a:lnTo>
                    <a:pt x="88900" y="1689523"/>
                  </a:lnTo>
                  <a:lnTo>
                    <a:pt x="74930" y="1682750"/>
                  </a:lnTo>
                  <a:lnTo>
                    <a:pt x="88900" y="1674283"/>
                  </a:lnTo>
                  <a:lnTo>
                    <a:pt x="74930" y="1675553"/>
                  </a:lnTo>
                  <a:lnTo>
                    <a:pt x="70696" y="1661583"/>
                  </a:lnTo>
                  <a:lnTo>
                    <a:pt x="77470" y="1647613"/>
                  </a:lnTo>
                  <a:lnTo>
                    <a:pt x="84667" y="1634913"/>
                  </a:lnTo>
                  <a:lnTo>
                    <a:pt x="88900" y="1619673"/>
                  </a:lnTo>
                  <a:lnTo>
                    <a:pt x="88900" y="1605703"/>
                  </a:lnTo>
                  <a:lnTo>
                    <a:pt x="90593" y="1590463"/>
                  </a:lnTo>
                  <a:lnTo>
                    <a:pt x="76623" y="1590463"/>
                  </a:lnTo>
                  <a:lnTo>
                    <a:pt x="62230" y="1603163"/>
                  </a:lnTo>
                  <a:lnTo>
                    <a:pt x="45720" y="1604433"/>
                  </a:lnTo>
                  <a:lnTo>
                    <a:pt x="57150" y="1590463"/>
                  </a:lnTo>
                  <a:lnTo>
                    <a:pt x="68157" y="1575223"/>
                  </a:lnTo>
                  <a:lnTo>
                    <a:pt x="54187" y="1573953"/>
                  </a:lnTo>
                  <a:lnTo>
                    <a:pt x="54187" y="1587923"/>
                  </a:lnTo>
                  <a:lnTo>
                    <a:pt x="38946" y="1597660"/>
                  </a:lnTo>
                  <a:lnTo>
                    <a:pt x="31750" y="1583690"/>
                  </a:lnTo>
                  <a:lnTo>
                    <a:pt x="16510" y="1589193"/>
                  </a:lnTo>
                  <a:lnTo>
                    <a:pt x="20743" y="1573953"/>
                  </a:lnTo>
                  <a:lnTo>
                    <a:pt x="19473" y="1559983"/>
                  </a:lnTo>
                  <a:lnTo>
                    <a:pt x="18203" y="1546013"/>
                  </a:lnTo>
                  <a:lnTo>
                    <a:pt x="16933" y="1530773"/>
                  </a:lnTo>
                  <a:lnTo>
                    <a:pt x="13970" y="1515533"/>
                  </a:lnTo>
                  <a:lnTo>
                    <a:pt x="9737" y="1501563"/>
                  </a:lnTo>
                  <a:lnTo>
                    <a:pt x="0" y="1487593"/>
                  </a:lnTo>
                  <a:lnTo>
                    <a:pt x="9313" y="1474047"/>
                  </a:lnTo>
                  <a:lnTo>
                    <a:pt x="9313" y="1474047"/>
                  </a:lnTo>
                  <a:close/>
                  <a:moveTo>
                    <a:pt x="65193" y="1605280"/>
                  </a:moveTo>
                  <a:lnTo>
                    <a:pt x="51223" y="1612053"/>
                  </a:lnTo>
                  <a:lnTo>
                    <a:pt x="37254" y="1618827"/>
                  </a:lnTo>
                  <a:lnTo>
                    <a:pt x="51223" y="1629833"/>
                  </a:lnTo>
                  <a:lnTo>
                    <a:pt x="66463" y="1626870"/>
                  </a:lnTo>
                  <a:lnTo>
                    <a:pt x="80433" y="1622637"/>
                  </a:lnTo>
                  <a:lnTo>
                    <a:pt x="84667" y="1608667"/>
                  </a:lnTo>
                  <a:lnTo>
                    <a:pt x="70696" y="1597660"/>
                  </a:lnTo>
                  <a:lnTo>
                    <a:pt x="65193" y="1605280"/>
                  </a:lnTo>
                  <a:close/>
                  <a:moveTo>
                    <a:pt x="58420" y="1636183"/>
                  </a:moveTo>
                  <a:lnTo>
                    <a:pt x="49954" y="1650153"/>
                  </a:lnTo>
                  <a:lnTo>
                    <a:pt x="65193" y="1648883"/>
                  </a:lnTo>
                  <a:lnTo>
                    <a:pt x="76200" y="1634913"/>
                  </a:lnTo>
                  <a:lnTo>
                    <a:pt x="60960" y="1634913"/>
                  </a:lnTo>
                  <a:lnTo>
                    <a:pt x="58420" y="1636183"/>
                  </a:lnTo>
                  <a:close/>
                  <a:moveTo>
                    <a:pt x="644313" y="1888490"/>
                  </a:moveTo>
                  <a:lnTo>
                    <a:pt x="646854" y="1902460"/>
                  </a:lnTo>
                  <a:lnTo>
                    <a:pt x="646854" y="1915160"/>
                  </a:lnTo>
                  <a:lnTo>
                    <a:pt x="660823" y="1908387"/>
                  </a:lnTo>
                  <a:lnTo>
                    <a:pt x="665057" y="1893147"/>
                  </a:lnTo>
                  <a:lnTo>
                    <a:pt x="670983" y="1879177"/>
                  </a:lnTo>
                  <a:lnTo>
                    <a:pt x="680720" y="1865207"/>
                  </a:lnTo>
                  <a:lnTo>
                    <a:pt x="684954" y="1851237"/>
                  </a:lnTo>
                  <a:lnTo>
                    <a:pt x="688763" y="1834303"/>
                  </a:lnTo>
                  <a:lnTo>
                    <a:pt x="697230" y="1819063"/>
                  </a:lnTo>
                  <a:lnTo>
                    <a:pt x="700193" y="1805093"/>
                  </a:lnTo>
                  <a:lnTo>
                    <a:pt x="711623" y="1791123"/>
                  </a:lnTo>
                  <a:lnTo>
                    <a:pt x="717127" y="1777153"/>
                  </a:lnTo>
                  <a:lnTo>
                    <a:pt x="721360" y="1761913"/>
                  </a:lnTo>
                  <a:lnTo>
                    <a:pt x="726863" y="1746673"/>
                  </a:lnTo>
                  <a:lnTo>
                    <a:pt x="712893" y="1749637"/>
                  </a:lnTo>
                  <a:lnTo>
                    <a:pt x="707390" y="1763607"/>
                  </a:lnTo>
                  <a:lnTo>
                    <a:pt x="703157" y="1777577"/>
                  </a:lnTo>
                  <a:lnTo>
                    <a:pt x="694690" y="1792817"/>
                  </a:lnTo>
                  <a:lnTo>
                    <a:pt x="686223" y="1806787"/>
                  </a:lnTo>
                  <a:lnTo>
                    <a:pt x="670983" y="1820757"/>
                  </a:lnTo>
                  <a:lnTo>
                    <a:pt x="660823" y="1835997"/>
                  </a:lnTo>
                  <a:lnTo>
                    <a:pt x="654050" y="1849967"/>
                  </a:lnTo>
                  <a:lnTo>
                    <a:pt x="646854" y="1863937"/>
                  </a:lnTo>
                  <a:lnTo>
                    <a:pt x="642620" y="1877907"/>
                  </a:lnTo>
                  <a:lnTo>
                    <a:pt x="644313" y="1888490"/>
                  </a:lnTo>
                  <a:close/>
                  <a:moveTo>
                    <a:pt x="839470" y="1485477"/>
                  </a:moveTo>
                  <a:lnTo>
                    <a:pt x="825500" y="1492250"/>
                  </a:lnTo>
                  <a:lnTo>
                    <a:pt x="839470" y="1488017"/>
                  </a:lnTo>
                  <a:lnTo>
                    <a:pt x="839470" y="1485477"/>
                  </a:lnTo>
                  <a:close/>
                  <a:moveTo>
                    <a:pt x="878417" y="1799167"/>
                  </a:moveTo>
                  <a:lnTo>
                    <a:pt x="875454" y="1790700"/>
                  </a:lnTo>
                  <a:lnTo>
                    <a:pt x="889423" y="1775460"/>
                  </a:lnTo>
                  <a:lnTo>
                    <a:pt x="903393" y="1766993"/>
                  </a:lnTo>
                  <a:lnTo>
                    <a:pt x="918633" y="1758527"/>
                  </a:lnTo>
                  <a:lnTo>
                    <a:pt x="924137" y="1744557"/>
                  </a:lnTo>
                  <a:lnTo>
                    <a:pt x="938107" y="1730587"/>
                  </a:lnTo>
                  <a:lnTo>
                    <a:pt x="924137" y="1725083"/>
                  </a:lnTo>
                  <a:lnTo>
                    <a:pt x="925830" y="1709843"/>
                  </a:lnTo>
                  <a:lnTo>
                    <a:pt x="924137" y="1695873"/>
                  </a:lnTo>
                  <a:lnTo>
                    <a:pt x="938107" y="1687407"/>
                  </a:lnTo>
                  <a:lnTo>
                    <a:pt x="949113" y="1673437"/>
                  </a:lnTo>
                  <a:lnTo>
                    <a:pt x="949113" y="1659467"/>
                  </a:lnTo>
                  <a:lnTo>
                    <a:pt x="935143" y="1655233"/>
                  </a:lnTo>
                  <a:lnTo>
                    <a:pt x="919904" y="1660737"/>
                  </a:lnTo>
                  <a:lnTo>
                    <a:pt x="905933" y="1659467"/>
                  </a:lnTo>
                  <a:lnTo>
                    <a:pt x="891963" y="1670473"/>
                  </a:lnTo>
                  <a:lnTo>
                    <a:pt x="876723" y="1680210"/>
                  </a:lnTo>
                  <a:lnTo>
                    <a:pt x="868257" y="1694180"/>
                  </a:lnTo>
                  <a:lnTo>
                    <a:pt x="854287" y="1706880"/>
                  </a:lnTo>
                  <a:lnTo>
                    <a:pt x="843280" y="1720850"/>
                  </a:lnTo>
                  <a:lnTo>
                    <a:pt x="847513" y="1734820"/>
                  </a:lnTo>
                  <a:lnTo>
                    <a:pt x="853017" y="1748790"/>
                  </a:lnTo>
                  <a:lnTo>
                    <a:pt x="850054" y="1762760"/>
                  </a:lnTo>
                  <a:lnTo>
                    <a:pt x="854287" y="1778000"/>
                  </a:lnTo>
                  <a:lnTo>
                    <a:pt x="869527" y="1785197"/>
                  </a:lnTo>
                  <a:lnTo>
                    <a:pt x="858520" y="1799167"/>
                  </a:lnTo>
                  <a:lnTo>
                    <a:pt x="850054" y="1814407"/>
                  </a:lnTo>
                  <a:lnTo>
                    <a:pt x="864023" y="1814407"/>
                  </a:lnTo>
                  <a:lnTo>
                    <a:pt x="878417" y="1799167"/>
                  </a:lnTo>
                  <a:close/>
                  <a:moveTo>
                    <a:pt x="852170" y="1274657"/>
                  </a:moveTo>
                  <a:lnTo>
                    <a:pt x="859367" y="1281430"/>
                  </a:lnTo>
                  <a:lnTo>
                    <a:pt x="874607" y="1282700"/>
                  </a:lnTo>
                  <a:lnTo>
                    <a:pt x="861907" y="1267460"/>
                  </a:lnTo>
                  <a:lnTo>
                    <a:pt x="847937" y="1258993"/>
                  </a:lnTo>
                  <a:lnTo>
                    <a:pt x="852170" y="1274657"/>
                  </a:lnTo>
                  <a:close/>
                  <a:moveTo>
                    <a:pt x="869950" y="1474047"/>
                  </a:moveTo>
                  <a:lnTo>
                    <a:pt x="860213" y="1488017"/>
                  </a:lnTo>
                  <a:lnTo>
                    <a:pt x="874183" y="1478280"/>
                  </a:lnTo>
                  <a:lnTo>
                    <a:pt x="869950" y="1474047"/>
                  </a:lnTo>
                  <a:close/>
                  <a:moveTo>
                    <a:pt x="883920" y="1416897"/>
                  </a:moveTo>
                  <a:lnTo>
                    <a:pt x="897890" y="1408430"/>
                  </a:lnTo>
                  <a:lnTo>
                    <a:pt x="882650" y="1407160"/>
                  </a:lnTo>
                  <a:lnTo>
                    <a:pt x="878417" y="1421130"/>
                  </a:lnTo>
                  <a:lnTo>
                    <a:pt x="883920" y="1416897"/>
                  </a:lnTo>
                  <a:close/>
                  <a:moveTo>
                    <a:pt x="953770" y="1659890"/>
                  </a:moveTo>
                  <a:lnTo>
                    <a:pt x="967740" y="1662853"/>
                  </a:lnTo>
                  <a:lnTo>
                    <a:pt x="981710" y="1654387"/>
                  </a:lnTo>
                  <a:lnTo>
                    <a:pt x="967740" y="1644650"/>
                  </a:lnTo>
                  <a:lnTo>
                    <a:pt x="953770" y="1657350"/>
                  </a:lnTo>
                  <a:lnTo>
                    <a:pt x="953770" y="1659890"/>
                  </a:lnTo>
                  <a:close/>
                  <a:moveTo>
                    <a:pt x="965200" y="1585807"/>
                  </a:moveTo>
                  <a:lnTo>
                    <a:pt x="979170" y="1591310"/>
                  </a:lnTo>
                  <a:lnTo>
                    <a:pt x="965200" y="1582843"/>
                  </a:lnTo>
                  <a:lnTo>
                    <a:pt x="965200" y="1585807"/>
                  </a:lnTo>
                  <a:close/>
                  <a:moveTo>
                    <a:pt x="1244177" y="503343"/>
                  </a:moveTo>
                  <a:lnTo>
                    <a:pt x="1230207" y="502073"/>
                  </a:lnTo>
                  <a:lnTo>
                    <a:pt x="1244177" y="509270"/>
                  </a:lnTo>
                  <a:lnTo>
                    <a:pt x="1244177" y="503343"/>
                  </a:lnTo>
                  <a:close/>
                  <a:moveTo>
                    <a:pt x="719243" y="973243"/>
                  </a:moveTo>
                  <a:lnTo>
                    <a:pt x="722207" y="958003"/>
                  </a:lnTo>
                  <a:lnTo>
                    <a:pt x="716704" y="958003"/>
                  </a:lnTo>
                  <a:lnTo>
                    <a:pt x="719243" y="973243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436" name="Graphic 4">
              <a:extLst>
                <a:ext uri="{FF2B5EF4-FFF2-40B4-BE49-F238E27FC236}">
                  <a16:creationId xmlns:a16="http://schemas.microsoft.com/office/drawing/2014/main" id="{7D22E53A-5128-DD4C-9A13-36B7B8A41E70}"/>
                </a:ext>
              </a:extLst>
            </p:cNvPr>
            <p:cNvGrpSpPr/>
            <p:nvPr/>
          </p:nvGrpSpPr>
          <p:grpSpPr>
            <a:xfrm>
              <a:off x="8342629" y="245110"/>
              <a:ext cx="1353396" cy="1508759"/>
              <a:chOff x="8342629" y="245110"/>
              <a:chExt cx="1353396" cy="1508759"/>
            </a:xfrm>
            <a:grpFill/>
          </p:grpSpPr>
          <p:sp>
            <p:nvSpPr>
              <p:cNvPr id="2437" name="Freeform 2436">
                <a:extLst>
                  <a:ext uri="{FF2B5EF4-FFF2-40B4-BE49-F238E27FC236}">
                    <a16:creationId xmlns:a16="http://schemas.microsoft.com/office/drawing/2014/main" id="{D67D5BE0-7442-0B49-9C27-518BF4EA8CDB}"/>
                  </a:ext>
                </a:extLst>
              </p:cNvPr>
              <p:cNvSpPr/>
              <p:nvPr/>
            </p:nvSpPr>
            <p:spPr>
              <a:xfrm>
                <a:off x="8360833" y="245110"/>
                <a:ext cx="1335193" cy="1508759"/>
              </a:xfrm>
              <a:custGeom>
                <a:avLst/>
                <a:gdLst>
                  <a:gd name="connsiteX0" fmla="*/ 0 w 1335193"/>
                  <a:gd name="connsiteY0" fmla="*/ 146897 h 1508759"/>
                  <a:gd name="connsiteX1" fmla="*/ 15240 w 1335193"/>
                  <a:gd name="connsiteY1" fmla="*/ 137160 h 1508759"/>
                  <a:gd name="connsiteX2" fmla="*/ 38946 w 1335193"/>
                  <a:gd name="connsiteY2" fmla="*/ 144357 h 1508759"/>
                  <a:gd name="connsiteX3" fmla="*/ 57150 w 1335193"/>
                  <a:gd name="connsiteY3" fmla="*/ 138853 h 1508759"/>
                  <a:gd name="connsiteX4" fmla="*/ 43180 w 1335193"/>
                  <a:gd name="connsiteY4" fmla="*/ 126577 h 1508759"/>
                  <a:gd name="connsiteX5" fmla="*/ 71120 w 1335193"/>
                  <a:gd name="connsiteY5" fmla="*/ 109643 h 1508759"/>
                  <a:gd name="connsiteX6" fmla="*/ 88900 w 1335193"/>
                  <a:gd name="connsiteY6" fmla="*/ 111337 h 1508759"/>
                  <a:gd name="connsiteX7" fmla="*/ 107104 w 1335193"/>
                  <a:gd name="connsiteY7" fmla="*/ 113877 h 1508759"/>
                  <a:gd name="connsiteX8" fmla="*/ 138007 w 1335193"/>
                  <a:gd name="connsiteY8" fmla="*/ 138853 h 1508759"/>
                  <a:gd name="connsiteX9" fmla="*/ 143510 w 1335193"/>
                  <a:gd name="connsiteY9" fmla="*/ 143087 h 1508759"/>
                  <a:gd name="connsiteX10" fmla="*/ 153246 w 1335193"/>
                  <a:gd name="connsiteY10" fmla="*/ 149860 h 1508759"/>
                  <a:gd name="connsiteX11" fmla="*/ 168487 w 1335193"/>
                  <a:gd name="connsiteY11" fmla="*/ 159597 h 1508759"/>
                  <a:gd name="connsiteX12" fmla="*/ 184996 w 1335193"/>
                  <a:gd name="connsiteY12" fmla="*/ 173567 h 1508759"/>
                  <a:gd name="connsiteX13" fmla="*/ 197273 w 1335193"/>
                  <a:gd name="connsiteY13" fmla="*/ 191770 h 1508759"/>
                  <a:gd name="connsiteX14" fmla="*/ 217170 w 1335193"/>
                  <a:gd name="connsiteY14" fmla="*/ 190077 h 1508759"/>
                  <a:gd name="connsiteX15" fmla="*/ 245110 w 1335193"/>
                  <a:gd name="connsiteY15" fmla="*/ 197273 h 1508759"/>
                  <a:gd name="connsiteX16" fmla="*/ 259080 w 1335193"/>
                  <a:gd name="connsiteY16" fmla="*/ 197273 h 1508759"/>
                  <a:gd name="connsiteX17" fmla="*/ 282787 w 1335193"/>
                  <a:gd name="connsiteY17" fmla="*/ 205740 h 1508759"/>
                  <a:gd name="connsiteX18" fmla="*/ 299720 w 1335193"/>
                  <a:gd name="connsiteY18" fmla="*/ 201507 h 1508759"/>
                  <a:gd name="connsiteX19" fmla="*/ 313690 w 1335193"/>
                  <a:gd name="connsiteY19" fmla="*/ 196003 h 1508759"/>
                  <a:gd name="connsiteX20" fmla="*/ 334433 w 1335193"/>
                  <a:gd name="connsiteY20" fmla="*/ 194733 h 1508759"/>
                  <a:gd name="connsiteX21" fmla="*/ 345440 w 1335193"/>
                  <a:gd name="connsiteY21" fmla="*/ 180763 h 1508759"/>
                  <a:gd name="connsiteX22" fmla="*/ 363643 w 1335193"/>
                  <a:gd name="connsiteY22" fmla="*/ 177800 h 1508759"/>
                  <a:gd name="connsiteX23" fmla="*/ 377613 w 1335193"/>
                  <a:gd name="connsiteY23" fmla="*/ 182033 h 1508759"/>
                  <a:gd name="connsiteX24" fmla="*/ 395817 w 1335193"/>
                  <a:gd name="connsiteY24" fmla="*/ 190500 h 1508759"/>
                  <a:gd name="connsiteX25" fmla="*/ 412327 w 1335193"/>
                  <a:gd name="connsiteY25" fmla="*/ 194733 h 1508759"/>
                  <a:gd name="connsiteX26" fmla="*/ 429260 w 1335193"/>
                  <a:gd name="connsiteY26" fmla="*/ 197697 h 1508759"/>
                  <a:gd name="connsiteX27" fmla="*/ 444500 w 1335193"/>
                  <a:gd name="connsiteY27" fmla="*/ 200660 h 1508759"/>
                  <a:gd name="connsiteX28" fmla="*/ 458470 w 1335193"/>
                  <a:gd name="connsiteY28" fmla="*/ 209127 h 1508759"/>
                  <a:gd name="connsiteX29" fmla="*/ 471170 w 1335193"/>
                  <a:gd name="connsiteY29" fmla="*/ 214630 h 1508759"/>
                  <a:gd name="connsiteX30" fmla="*/ 476673 w 1335193"/>
                  <a:gd name="connsiteY30" fmla="*/ 206163 h 1508759"/>
                  <a:gd name="connsiteX31" fmla="*/ 491913 w 1335193"/>
                  <a:gd name="connsiteY31" fmla="*/ 203623 h 1508759"/>
                  <a:gd name="connsiteX32" fmla="*/ 493183 w 1335193"/>
                  <a:gd name="connsiteY32" fmla="*/ 189653 h 1508759"/>
                  <a:gd name="connsiteX33" fmla="*/ 502920 w 1335193"/>
                  <a:gd name="connsiteY33" fmla="*/ 175683 h 1508759"/>
                  <a:gd name="connsiteX34" fmla="*/ 516890 w 1335193"/>
                  <a:gd name="connsiteY34" fmla="*/ 170180 h 1508759"/>
                  <a:gd name="connsiteX35" fmla="*/ 522393 w 1335193"/>
                  <a:gd name="connsiteY35" fmla="*/ 168910 h 1508759"/>
                  <a:gd name="connsiteX36" fmla="*/ 537633 w 1335193"/>
                  <a:gd name="connsiteY36" fmla="*/ 170180 h 1508759"/>
                  <a:gd name="connsiteX37" fmla="*/ 551604 w 1335193"/>
                  <a:gd name="connsiteY37" fmla="*/ 157903 h 1508759"/>
                  <a:gd name="connsiteX38" fmla="*/ 550333 w 1335193"/>
                  <a:gd name="connsiteY38" fmla="*/ 142240 h 1508759"/>
                  <a:gd name="connsiteX39" fmla="*/ 547370 w 1335193"/>
                  <a:gd name="connsiteY39" fmla="*/ 128270 h 1508759"/>
                  <a:gd name="connsiteX40" fmla="*/ 549063 w 1335193"/>
                  <a:gd name="connsiteY40" fmla="*/ 113030 h 1508759"/>
                  <a:gd name="connsiteX41" fmla="*/ 557530 w 1335193"/>
                  <a:gd name="connsiteY41" fmla="*/ 99060 h 1508759"/>
                  <a:gd name="connsiteX42" fmla="*/ 553296 w 1335193"/>
                  <a:gd name="connsiteY42" fmla="*/ 93557 h 1508759"/>
                  <a:gd name="connsiteX43" fmla="*/ 556260 w 1335193"/>
                  <a:gd name="connsiteY43" fmla="*/ 78317 h 1508759"/>
                  <a:gd name="connsiteX44" fmla="*/ 566420 w 1335193"/>
                  <a:gd name="connsiteY44" fmla="*/ 64347 h 1508759"/>
                  <a:gd name="connsiteX45" fmla="*/ 564727 w 1335193"/>
                  <a:gd name="connsiteY45" fmla="*/ 63077 h 1508759"/>
                  <a:gd name="connsiteX46" fmla="*/ 563457 w 1335193"/>
                  <a:gd name="connsiteY46" fmla="*/ 61807 h 1508759"/>
                  <a:gd name="connsiteX47" fmla="*/ 578696 w 1335193"/>
                  <a:gd name="connsiteY47" fmla="*/ 53340 h 1508759"/>
                  <a:gd name="connsiteX48" fmla="*/ 593937 w 1335193"/>
                  <a:gd name="connsiteY48" fmla="*/ 46567 h 1508759"/>
                  <a:gd name="connsiteX49" fmla="*/ 607907 w 1335193"/>
                  <a:gd name="connsiteY49" fmla="*/ 35137 h 1508759"/>
                  <a:gd name="connsiteX50" fmla="*/ 621877 w 1335193"/>
                  <a:gd name="connsiteY50" fmla="*/ 22437 h 1508759"/>
                  <a:gd name="connsiteX51" fmla="*/ 635846 w 1335193"/>
                  <a:gd name="connsiteY51" fmla="*/ 19473 h 1508759"/>
                  <a:gd name="connsiteX52" fmla="*/ 651087 w 1335193"/>
                  <a:gd name="connsiteY52" fmla="*/ 19473 h 1508759"/>
                  <a:gd name="connsiteX53" fmla="*/ 665057 w 1335193"/>
                  <a:gd name="connsiteY53" fmla="*/ 22437 h 1508759"/>
                  <a:gd name="connsiteX54" fmla="*/ 679027 w 1335193"/>
                  <a:gd name="connsiteY54" fmla="*/ 25400 h 1508759"/>
                  <a:gd name="connsiteX55" fmla="*/ 694267 w 1335193"/>
                  <a:gd name="connsiteY55" fmla="*/ 22437 h 1508759"/>
                  <a:gd name="connsiteX56" fmla="*/ 709507 w 1335193"/>
                  <a:gd name="connsiteY56" fmla="*/ 13970 h 1508759"/>
                  <a:gd name="connsiteX57" fmla="*/ 710777 w 1335193"/>
                  <a:gd name="connsiteY57" fmla="*/ 12700 h 1508759"/>
                  <a:gd name="connsiteX58" fmla="*/ 713740 w 1335193"/>
                  <a:gd name="connsiteY58" fmla="*/ 11430 h 1508759"/>
                  <a:gd name="connsiteX59" fmla="*/ 727710 w 1335193"/>
                  <a:gd name="connsiteY59" fmla="*/ 4233 h 1508759"/>
                  <a:gd name="connsiteX60" fmla="*/ 742950 w 1335193"/>
                  <a:gd name="connsiteY60" fmla="*/ 2963 h 1508759"/>
                  <a:gd name="connsiteX61" fmla="*/ 758190 w 1335193"/>
                  <a:gd name="connsiteY61" fmla="*/ 0 h 1508759"/>
                  <a:gd name="connsiteX62" fmla="*/ 773430 w 1335193"/>
                  <a:gd name="connsiteY62" fmla="*/ 12700 h 1508759"/>
                  <a:gd name="connsiteX63" fmla="*/ 791633 w 1335193"/>
                  <a:gd name="connsiteY63" fmla="*/ 26670 h 1508759"/>
                  <a:gd name="connsiteX64" fmla="*/ 815340 w 1335193"/>
                  <a:gd name="connsiteY64" fmla="*/ 32173 h 1508759"/>
                  <a:gd name="connsiteX65" fmla="*/ 847513 w 1335193"/>
                  <a:gd name="connsiteY65" fmla="*/ 46143 h 1508759"/>
                  <a:gd name="connsiteX66" fmla="*/ 875454 w 1335193"/>
                  <a:gd name="connsiteY66" fmla="*/ 51647 h 1508759"/>
                  <a:gd name="connsiteX67" fmla="*/ 902123 w 1335193"/>
                  <a:gd name="connsiteY67" fmla="*/ 57150 h 1508759"/>
                  <a:gd name="connsiteX68" fmla="*/ 902123 w 1335193"/>
                  <a:gd name="connsiteY68" fmla="*/ 58420 h 1508759"/>
                  <a:gd name="connsiteX69" fmla="*/ 916093 w 1335193"/>
                  <a:gd name="connsiteY69" fmla="*/ 74930 h 1508759"/>
                  <a:gd name="connsiteX70" fmla="*/ 921596 w 1335193"/>
                  <a:gd name="connsiteY70" fmla="*/ 93133 h 1508759"/>
                  <a:gd name="connsiteX71" fmla="*/ 899160 w 1335193"/>
                  <a:gd name="connsiteY71" fmla="*/ 111337 h 1508759"/>
                  <a:gd name="connsiteX72" fmla="*/ 880957 w 1335193"/>
                  <a:gd name="connsiteY72" fmla="*/ 122343 h 1508759"/>
                  <a:gd name="connsiteX73" fmla="*/ 880957 w 1335193"/>
                  <a:gd name="connsiteY73" fmla="*/ 138853 h 1508759"/>
                  <a:gd name="connsiteX74" fmla="*/ 899160 w 1335193"/>
                  <a:gd name="connsiteY74" fmla="*/ 149860 h 1508759"/>
                  <a:gd name="connsiteX75" fmla="*/ 902123 w 1335193"/>
                  <a:gd name="connsiteY75" fmla="*/ 151130 h 1508759"/>
                  <a:gd name="connsiteX76" fmla="*/ 888154 w 1335193"/>
                  <a:gd name="connsiteY76" fmla="*/ 155363 h 1508759"/>
                  <a:gd name="connsiteX77" fmla="*/ 872913 w 1335193"/>
                  <a:gd name="connsiteY77" fmla="*/ 157903 h 1508759"/>
                  <a:gd name="connsiteX78" fmla="*/ 857673 w 1335193"/>
                  <a:gd name="connsiteY78" fmla="*/ 163407 h 1508759"/>
                  <a:gd name="connsiteX79" fmla="*/ 846243 w 1335193"/>
                  <a:gd name="connsiteY79" fmla="*/ 167640 h 1508759"/>
                  <a:gd name="connsiteX80" fmla="*/ 842010 w 1335193"/>
                  <a:gd name="connsiteY80" fmla="*/ 168910 h 1508759"/>
                  <a:gd name="connsiteX81" fmla="*/ 855980 w 1335193"/>
                  <a:gd name="connsiteY81" fmla="*/ 170180 h 1508759"/>
                  <a:gd name="connsiteX82" fmla="*/ 871220 w 1335193"/>
                  <a:gd name="connsiteY82" fmla="*/ 170180 h 1508759"/>
                  <a:gd name="connsiteX83" fmla="*/ 880957 w 1335193"/>
                  <a:gd name="connsiteY83" fmla="*/ 184150 h 1508759"/>
                  <a:gd name="connsiteX84" fmla="*/ 869527 w 1335193"/>
                  <a:gd name="connsiteY84" fmla="*/ 198120 h 1508759"/>
                  <a:gd name="connsiteX85" fmla="*/ 855557 w 1335193"/>
                  <a:gd name="connsiteY85" fmla="*/ 213360 h 1508759"/>
                  <a:gd name="connsiteX86" fmla="*/ 855557 w 1335193"/>
                  <a:gd name="connsiteY86" fmla="*/ 223097 h 1508759"/>
                  <a:gd name="connsiteX87" fmla="*/ 855557 w 1335193"/>
                  <a:gd name="connsiteY87" fmla="*/ 224367 h 1508759"/>
                  <a:gd name="connsiteX88" fmla="*/ 866987 w 1335193"/>
                  <a:gd name="connsiteY88" fmla="*/ 239607 h 1508759"/>
                  <a:gd name="connsiteX89" fmla="*/ 876723 w 1335193"/>
                  <a:gd name="connsiteY89" fmla="*/ 253577 h 1508759"/>
                  <a:gd name="connsiteX90" fmla="*/ 896196 w 1335193"/>
                  <a:gd name="connsiteY90" fmla="*/ 268817 h 1508759"/>
                  <a:gd name="connsiteX91" fmla="*/ 910167 w 1335193"/>
                  <a:gd name="connsiteY91" fmla="*/ 271780 h 1508759"/>
                  <a:gd name="connsiteX92" fmla="*/ 924137 w 1335193"/>
                  <a:gd name="connsiteY92" fmla="*/ 274743 h 1508759"/>
                  <a:gd name="connsiteX93" fmla="*/ 938107 w 1335193"/>
                  <a:gd name="connsiteY93" fmla="*/ 277283 h 1508759"/>
                  <a:gd name="connsiteX94" fmla="*/ 952077 w 1335193"/>
                  <a:gd name="connsiteY94" fmla="*/ 281517 h 1508759"/>
                  <a:gd name="connsiteX95" fmla="*/ 967317 w 1335193"/>
                  <a:gd name="connsiteY95" fmla="*/ 288713 h 1508759"/>
                  <a:gd name="connsiteX96" fmla="*/ 983827 w 1335193"/>
                  <a:gd name="connsiteY96" fmla="*/ 303953 h 1508759"/>
                  <a:gd name="connsiteX97" fmla="*/ 999067 w 1335193"/>
                  <a:gd name="connsiteY97" fmla="*/ 317923 h 1508759"/>
                  <a:gd name="connsiteX98" fmla="*/ 1016000 w 1335193"/>
                  <a:gd name="connsiteY98" fmla="*/ 326390 h 1508759"/>
                  <a:gd name="connsiteX99" fmla="*/ 1031663 w 1335193"/>
                  <a:gd name="connsiteY99" fmla="*/ 333163 h 1508759"/>
                  <a:gd name="connsiteX100" fmla="*/ 1040130 w 1335193"/>
                  <a:gd name="connsiteY100" fmla="*/ 337397 h 1508759"/>
                  <a:gd name="connsiteX101" fmla="*/ 1040130 w 1335193"/>
                  <a:gd name="connsiteY101" fmla="*/ 340360 h 1508759"/>
                  <a:gd name="connsiteX102" fmla="*/ 1040130 w 1335193"/>
                  <a:gd name="connsiteY102" fmla="*/ 355600 h 1508759"/>
                  <a:gd name="connsiteX103" fmla="*/ 1031663 w 1335193"/>
                  <a:gd name="connsiteY103" fmla="*/ 369570 h 1508759"/>
                  <a:gd name="connsiteX104" fmla="*/ 1016000 w 1335193"/>
                  <a:gd name="connsiteY104" fmla="*/ 382270 h 1508759"/>
                  <a:gd name="connsiteX105" fmla="*/ 1002030 w 1335193"/>
                  <a:gd name="connsiteY105" fmla="*/ 392007 h 1508759"/>
                  <a:gd name="connsiteX106" fmla="*/ 988060 w 1335193"/>
                  <a:gd name="connsiteY106" fmla="*/ 405977 h 1508759"/>
                  <a:gd name="connsiteX107" fmla="*/ 975360 w 1335193"/>
                  <a:gd name="connsiteY107" fmla="*/ 421217 h 1508759"/>
                  <a:gd name="connsiteX108" fmla="*/ 962660 w 1335193"/>
                  <a:gd name="connsiteY108" fmla="*/ 435187 h 1508759"/>
                  <a:gd name="connsiteX109" fmla="*/ 957157 w 1335193"/>
                  <a:gd name="connsiteY109" fmla="*/ 444923 h 1508759"/>
                  <a:gd name="connsiteX110" fmla="*/ 960120 w 1335193"/>
                  <a:gd name="connsiteY110" fmla="*/ 458893 h 1508759"/>
                  <a:gd name="connsiteX111" fmla="*/ 974090 w 1335193"/>
                  <a:gd name="connsiteY111" fmla="*/ 471593 h 1508759"/>
                  <a:gd name="connsiteX112" fmla="*/ 988060 w 1335193"/>
                  <a:gd name="connsiteY112" fmla="*/ 481330 h 1508759"/>
                  <a:gd name="connsiteX113" fmla="*/ 997796 w 1335193"/>
                  <a:gd name="connsiteY113" fmla="*/ 492337 h 1508759"/>
                  <a:gd name="connsiteX114" fmla="*/ 1011767 w 1335193"/>
                  <a:gd name="connsiteY114" fmla="*/ 506307 h 1508759"/>
                  <a:gd name="connsiteX115" fmla="*/ 1021504 w 1335193"/>
                  <a:gd name="connsiteY115" fmla="*/ 519007 h 1508759"/>
                  <a:gd name="connsiteX116" fmla="*/ 1029970 w 1335193"/>
                  <a:gd name="connsiteY116" fmla="*/ 532977 h 1508759"/>
                  <a:gd name="connsiteX117" fmla="*/ 1043940 w 1335193"/>
                  <a:gd name="connsiteY117" fmla="*/ 546947 h 1508759"/>
                  <a:gd name="connsiteX118" fmla="*/ 1057910 w 1335193"/>
                  <a:gd name="connsiteY118" fmla="*/ 559647 h 1508759"/>
                  <a:gd name="connsiteX119" fmla="*/ 1071880 w 1335193"/>
                  <a:gd name="connsiteY119" fmla="*/ 573617 h 1508759"/>
                  <a:gd name="connsiteX120" fmla="*/ 1078654 w 1335193"/>
                  <a:gd name="connsiteY120" fmla="*/ 587587 h 1508759"/>
                  <a:gd name="connsiteX121" fmla="*/ 1081617 w 1335193"/>
                  <a:gd name="connsiteY121" fmla="*/ 590550 h 1508759"/>
                  <a:gd name="connsiteX122" fmla="*/ 1091354 w 1335193"/>
                  <a:gd name="connsiteY122" fmla="*/ 604520 h 1508759"/>
                  <a:gd name="connsiteX123" fmla="*/ 1096857 w 1335193"/>
                  <a:gd name="connsiteY123" fmla="*/ 614257 h 1508759"/>
                  <a:gd name="connsiteX124" fmla="*/ 1102360 w 1335193"/>
                  <a:gd name="connsiteY124" fmla="*/ 628227 h 1508759"/>
                  <a:gd name="connsiteX125" fmla="*/ 1088390 w 1335193"/>
                  <a:gd name="connsiteY125" fmla="*/ 629497 h 1508759"/>
                  <a:gd name="connsiteX126" fmla="*/ 1073150 w 1335193"/>
                  <a:gd name="connsiteY126" fmla="*/ 633730 h 1508759"/>
                  <a:gd name="connsiteX127" fmla="*/ 1059180 w 1335193"/>
                  <a:gd name="connsiteY127" fmla="*/ 636693 h 1508759"/>
                  <a:gd name="connsiteX128" fmla="*/ 1073150 w 1335193"/>
                  <a:gd name="connsiteY128" fmla="*/ 645160 h 1508759"/>
                  <a:gd name="connsiteX129" fmla="*/ 1063413 w 1335193"/>
                  <a:gd name="connsiteY129" fmla="*/ 659130 h 1508759"/>
                  <a:gd name="connsiteX130" fmla="*/ 1066377 w 1335193"/>
                  <a:gd name="connsiteY130" fmla="*/ 674370 h 1508759"/>
                  <a:gd name="connsiteX131" fmla="*/ 1057910 w 1335193"/>
                  <a:gd name="connsiteY131" fmla="*/ 688340 h 1508759"/>
                  <a:gd name="connsiteX132" fmla="*/ 1060873 w 1335193"/>
                  <a:gd name="connsiteY132" fmla="*/ 698077 h 1508759"/>
                  <a:gd name="connsiteX133" fmla="*/ 1074843 w 1335193"/>
                  <a:gd name="connsiteY133" fmla="*/ 698077 h 1508759"/>
                  <a:gd name="connsiteX134" fmla="*/ 1085850 w 1335193"/>
                  <a:gd name="connsiteY134" fmla="*/ 712047 h 1508759"/>
                  <a:gd name="connsiteX135" fmla="*/ 1071880 w 1335193"/>
                  <a:gd name="connsiteY135" fmla="*/ 717550 h 1508759"/>
                  <a:gd name="connsiteX136" fmla="*/ 1060873 w 1335193"/>
                  <a:gd name="connsiteY136" fmla="*/ 731520 h 1508759"/>
                  <a:gd name="connsiteX137" fmla="*/ 1068070 w 1335193"/>
                  <a:gd name="connsiteY137" fmla="*/ 745490 h 1508759"/>
                  <a:gd name="connsiteX138" fmla="*/ 1082040 w 1335193"/>
                  <a:gd name="connsiteY138" fmla="*/ 757767 h 1508759"/>
                  <a:gd name="connsiteX139" fmla="*/ 1097280 w 1335193"/>
                  <a:gd name="connsiteY139" fmla="*/ 762000 h 1508759"/>
                  <a:gd name="connsiteX140" fmla="*/ 1109980 w 1335193"/>
                  <a:gd name="connsiteY140" fmla="*/ 760730 h 1508759"/>
                  <a:gd name="connsiteX141" fmla="*/ 1123950 w 1335193"/>
                  <a:gd name="connsiteY141" fmla="*/ 763270 h 1508759"/>
                  <a:gd name="connsiteX142" fmla="*/ 1135380 w 1335193"/>
                  <a:gd name="connsiteY142" fmla="*/ 777240 h 1508759"/>
                  <a:gd name="connsiteX143" fmla="*/ 1118447 w 1335193"/>
                  <a:gd name="connsiteY143" fmla="*/ 789940 h 1508759"/>
                  <a:gd name="connsiteX144" fmla="*/ 1114213 w 1335193"/>
                  <a:gd name="connsiteY144" fmla="*/ 791210 h 1508759"/>
                  <a:gd name="connsiteX145" fmla="*/ 1115483 w 1335193"/>
                  <a:gd name="connsiteY145" fmla="*/ 800947 h 1508759"/>
                  <a:gd name="connsiteX146" fmla="*/ 1118023 w 1335193"/>
                  <a:gd name="connsiteY146" fmla="*/ 802217 h 1508759"/>
                  <a:gd name="connsiteX147" fmla="*/ 1124797 w 1335193"/>
                  <a:gd name="connsiteY147" fmla="*/ 816187 h 1508759"/>
                  <a:gd name="connsiteX148" fmla="*/ 1138767 w 1335193"/>
                  <a:gd name="connsiteY148" fmla="*/ 825923 h 1508759"/>
                  <a:gd name="connsiteX149" fmla="*/ 1154007 w 1335193"/>
                  <a:gd name="connsiteY149" fmla="*/ 828463 h 1508759"/>
                  <a:gd name="connsiteX150" fmla="*/ 1167977 w 1335193"/>
                  <a:gd name="connsiteY150" fmla="*/ 834390 h 1508759"/>
                  <a:gd name="connsiteX151" fmla="*/ 1181947 w 1335193"/>
                  <a:gd name="connsiteY151" fmla="*/ 841163 h 1508759"/>
                  <a:gd name="connsiteX152" fmla="*/ 1187450 w 1335193"/>
                  <a:gd name="connsiteY152" fmla="*/ 855133 h 1508759"/>
                  <a:gd name="connsiteX153" fmla="*/ 1195917 w 1335193"/>
                  <a:gd name="connsiteY153" fmla="*/ 870373 h 1508759"/>
                  <a:gd name="connsiteX154" fmla="*/ 1181947 w 1335193"/>
                  <a:gd name="connsiteY154" fmla="*/ 884343 h 1508759"/>
                  <a:gd name="connsiteX155" fmla="*/ 1167977 w 1335193"/>
                  <a:gd name="connsiteY155" fmla="*/ 895350 h 1508759"/>
                  <a:gd name="connsiteX156" fmla="*/ 1154007 w 1335193"/>
                  <a:gd name="connsiteY156" fmla="*/ 909320 h 1508759"/>
                  <a:gd name="connsiteX157" fmla="*/ 1138767 w 1335193"/>
                  <a:gd name="connsiteY157" fmla="*/ 913553 h 1508759"/>
                  <a:gd name="connsiteX158" fmla="*/ 1134533 w 1335193"/>
                  <a:gd name="connsiteY158" fmla="*/ 916517 h 1508759"/>
                  <a:gd name="connsiteX159" fmla="*/ 1133263 w 1335193"/>
                  <a:gd name="connsiteY159" fmla="*/ 917787 h 1508759"/>
                  <a:gd name="connsiteX160" fmla="*/ 1134533 w 1335193"/>
                  <a:gd name="connsiteY160" fmla="*/ 917787 h 1508759"/>
                  <a:gd name="connsiteX161" fmla="*/ 1148504 w 1335193"/>
                  <a:gd name="connsiteY161" fmla="*/ 927523 h 1508759"/>
                  <a:gd name="connsiteX162" fmla="*/ 1162473 w 1335193"/>
                  <a:gd name="connsiteY162" fmla="*/ 937260 h 1508759"/>
                  <a:gd name="connsiteX163" fmla="*/ 1170940 w 1335193"/>
                  <a:gd name="connsiteY163" fmla="*/ 941493 h 1508759"/>
                  <a:gd name="connsiteX164" fmla="*/ 1184910 w 1335193"/>
                  <a:gd name="connsiteY164" fmla="*/ 946997 h 1508759"/>
                  <a:gd name="connsiteX165" fmla="*/ 1200150 w 1335193"/>
                  <a:gd name="connsiteY165" fmla="*/ 958003 h 1508759"/>
                  <a:gd name="connsiteX166" fmla="*/ 1214120 w 1335193"/>
                  <a:gd name="connsiteY166" fmla="*/ 962237 h 1508759"/>
                  <a:gd name="connsiteX167" fmla="*/ 1228090 w 1335193"/>
                  <a:gd name="connsiteY167" fmla="*/ 965200 h 1508759"/>
                  <a:gd name="connsiteX168" fmla="*/ 1242060 w 1335193"/>
                  <a:gd name="connsiteY168" fmla="*/ 973667 h 1508759"/>
                  <a:gd name="connsiteX169" fmla="*/ 1257300 w 1335193"/>
                  <a:gd name="connsiteY169" fmla="*/ 983403 h 1508759"/>
                  <a:gd name="connsiteX170" fmla="*/ 1271270 w 1335193"/>
                  <a:gd name="connsiteY170" fmla="*/ 988907 h 1508759"/>
                  <a:gd name="connsiteX171" fmla="*/ 1286510 w 1335193"/>
                  <a:gd name="connsiteY171" fmla="*/ 994410 h 1508759"/>
                  <a:gd name="connsiteX172" fmla="*/ 1293283 w 1335193"/>
                  <a:gd name="connsiteY172" fmla="*/ 1008380 h 1508759"/>
                  <a:gd name="connsiteX173" fmla="*/ 1308523 w 1335193"/>
                  <a:gd name="connsiteY173" fmla="*/ 1018117 h 1508759"/>
                  <a:gd name="connsiteX174" fmla="*/ 1322493 w 1335193"/>
                  <a:gd name="connsiteY174" fmla="*/ 1027853 h 1508759"/>
                  <a:gd name="connsiteX175" fmla="*/ 1335193 w 1335193"/>
                  <a:gd name="connsiteY175" fmla="*/ 1040553 h 1508759"/>
                  <a:gd name="connsiteX176" fmla="*/ 1325457 w 1335193"/>
                  <a:gd name="connsiteY176" fmla="*/ 1055793 h 1508759"/>
                  <a:gd name="connsiteX177" fmla="*/ 1319954 w 1335193"/>
                  <a:gd name="connsiteY177" fmla="*/ 1069763 h 1508759"/>
                  <a:gd name="connsiteX178" fmla="*/ 1315720 w 1335193"/>
                  <a:gd name="connsiteY178" fmla="*/ 1083733 h 1508759"/>
                  <a:gd name="connsiteX179" fmla="*/ 1310217 w 1335193"/>
                  <a:gd name="connsiteY179" fmla="*/ 1097703 h 1508759"/>
                  <a:gd name="connsiteX180" fmla="*/ 1296247 w 1335193"/>
                  <a:gd name="connsiteY180" fmla="*/ 1111673 h 1508759"/>
                  <a:gd name="connsiteX181" fmla="*/ 1281007 w 1335193"/>
                  <a:gd name="connsiteY181" fmla="*/ 1122680 h 1508759"/>
                  <a:gd name="connsiteX182" fmla="*/ 1267037 w 1335193"/>
                  <a:gd name="connsiteY182" fmla="*/ 1136650 h 1508759"/>
                  <a:gd name="connsiteX183" fmla="*/ 1253067 w 1335193"/>
                  <a:gd name="connsiteY183" fmla="*/ 1146387 h 1508759"/>
                  <a:gd name="connsiteX184" fmla="*/ 1243330 w 1335193"/>
                  <a:gd name="connsiteY184" fmla="*/ 1153160 h 1508759"/>
                  <a:gd name="connsiteX185" fmla="*/ 1229360 w 1335193"/>
                  <a:gd name="connsiteY185" fmla="*/ 1168400 h 1508759"/>
                  <a:gd name="connsiteX186" fmla="*/ 1215813 w 1335193"/>
                  <a:gd name="connsiteY186" fmla="*/ 1179407 h 1508759"/>
                  <a:gd name="connsiteX187" fmla="*/ 1201843 w 1335193"/>
                  <a:gd name="connsiteY187" fmla="*/ 1193377 h 1508759"/>
                  <a:gd name="connsiteX188" fmla="*/ 1196340 w 1335193"/>
                  <a:gd name="connsiteY188" fmla="*/ 1198880 h 1508759"/>
                  <a:gd name="connsiteX189" fmla="*/ 1196340 w 1335193"/>
                  <a:gd name="connsiteY189" fmla="*/ 1200150 h 1508759"/>
                  <a:gd name="connsiteX190" fmla="*/ 1185333 w 1335193"/>
                  <a:gd name="connsiteY190" fmla="*/ 1211580 h 1508759"/>
                  <a:gd name="connsiteX191" fmla="*/ 1181100 w 1335193"/>
                  <a:gd name="connsiteY191" fmla="*/ 1218353 h 1508759"/>
                  <a:gd name="connsiteX192" fmla="*/ 1167130 w 1335193"/>
                  <a:gd name="connsiteY192" fmla="*/ 1228090 h 1508759"/>
                  <a:gd name="connsiteX193" fmla="*/ 1156123 w 1335193"/>
                  <a:gd name="connsiteY193" fmla="*/ 1242060 h 1508759"/>
                  <a:gd name="connsiteX194" fmla="*/ 1142154 w 1335193"/>
                  <a:gd name="connsiteY194" fmla="*/ 1253067 h 1508759"/>
                  <a:gd name="connsiteX195" fmla="*/ 1134110 w 1335193"/>
                  <a:gd name="connsiteY195" fmla="*/ 1254337 h 1508759"/>
                  <a:gd name="connsiteX196" fmla="*/ 1131147 w 1335193"/>
                  <a:gd name="connsiteY196" fmla="*/ 1257300 h 1508759"/>
                  <a:gd name="connsiteX197" fmla="*/ 1129454 w 1335193"/>
                  <a:gd name="connsiteY197" fmla="*/ 1261533 h 1508759"/>
                  <a:gd name="connsiteX198" fmla="*/ 1115483 w 1335193"/>
                  <a:gd name="connsiteY198" fmla="*/ 1274233 h 1508759"/>
                  <a:gd name="connsiteX199" fmla="*/ 1107017 w 1335193"/>
                  <a:gd name="connsiteY199" fmla="*/ 1283970 h 1508759"/>
                  <a:gd name="connsiteX200" fmla="*/ 1093047 w 1335193"/>
                  <a:gd name="connsiteY200" fmla="*/ 1294977 h 1508759"/>
                  <a:gd name="connsiteX201" fmla="*/ 1079077 w 1335193"/>
                  <a:gd name="connsiteY201" fmla="*/ 1302173 h 1508759"/>
                  <a:gd name="connsiteX202" fmla="*/ 1065107 w 1335193"/>
                  <a:gd name="connsiteY202" fmla="*/ 1310640 h 1508759"/>
                  <a:gd name="connsiteX203" fmla="*/ 1062143 w 1335193"/>
                  <a:gd name="connsiteY203" fmla="*/ 1311910 h 1508759"/>
                  <a:gd name="connsiteX204" fmla="*/ 1059604 w 1335193"/>
                  <a:gd name="connsiteY204" fmla="*/ 1313180 h 1508759"/>
                  <a:gd name="connsiteX205" fmla="*/ 1045633 w 1335193"/>
                  <a:gd name="connsiteY205" fmla="*/ 1322917 h 1508759"/>
                  <a:gd name="connsiteX206" fmla="*/ 1031663 w 1335193"/>
                  <a:gd name="connsiteY206" fmla="*/ 1335617 h 1508759"/>
                  <a:gd name="connsiteX207" fmla="*/ 1024890 w 1335193"/>
                  <a:gd name="connsiteY207" fmla="*/ 1336887 h 1508759"/>
                  <a:gd name="connsiteX208" fmla="*/ 1023620 w 1335193"/>
                  <a:gd name="connsiteY208" fmla="*/ 1338157 h 1508759"/>
                  <a:gd name="connsiteX209" fmla="*/ 1009650 w 1335193"/>
                  <a:gd name="connsiteY209" fmla="*/ 1349163 h 1508759"/>
                  <a:gd name="connsiteX210" fmla="*/ 1006687 w 1335193"/>
                  <a:gd name="connsiteY210" fmla="*/ 1350433 h 1508759"/>
                  <a:gd name="connsiteX211" fmla="*/ 991446 w 1335193"/>
                  <a:gd name="connsiteY211" fmla="*/ 1362710 h 1508759"/>
                  <a:gd name="connsiteX212" fmla="*/ 984673 w 1335193"/>
                  <a:gd name="connsiteY212" fmla="*/ 1368213 h 1508759"/>
                  <a:gd name="connsiteX213" fmla="*/ 971127 w 1335193"/>
                  <a:gd name="connsiteY213" fmla="*/ 1380913 h 1508759"/>
                  <a:gd name="connsiteX214" fmla="*/ 958427 w 1335193"/>
                  <a:gd name="connsiteY214" fmla="*/ 1390650 h 1508759"/>
                  <a:gd name="connsiteX215" fmla="*/ 949960 w 1335193"/>
                  <a:gd name="connsiteY215" fmla="*/ 1399117 h 1508759"/>
                  <a:gd name="connsiteX216" fmla="*/ 946996 w 1335193"/>
                  <a:gd name="connsiteY216" fmla="*/ 1407583 h 1508759"/>
                  <a:gd name="connsiteX217" fmla="*/ 933027 w 1335193"/>
                  <a:gd name="connsiteY217" fmla="*/ 1408853 h 1508759"/>
                  <a:gd name="connsiteX218" fmla="*/ 917787 w 1335193"/>
                  <a:gd name="connsiteY218" fmla="*/ 1404620 h 1508759"/>
                  <a:gd name="connsiteX219" fmla="*/ 902546 w 1335193"/>
                  <a:gd name="connsiteY219" fmla="*/ 1405890 h 1508759"/>
                  <a:gd name="connsiteX220" fmla="*/ 888577 w 1335193"/>
                  <a:gd name="connsiteY220" fmla="*/ 1402927 h 1508759"/>
                  <a:gd name="connsiteX221" fmla="*/ 880110 w 1335193"/>
                  <a:gd name="connsiteY221" fmla="*/ 1396153 h 1508759"/>
                  <a:gd name="connsiteX222" fmla="*/ 877570 w 1335193"/>
                  <a:gd name="connsiteY222" fmla="*/ 1396153 h 1508759"/>
                  <a:gd name="connsiteX223" fmla="*/ 862330 w 1335193"/>
                  <a:gd name="connsiteY223" fmla="*/ 1402927 h 1508759"/>
                  <a:gd name="connsiteX224" fmla="*/ 848360 w 1335193"/>
                  <a:gd name="connsiteY224" fmla="*/ 1408430 h 1508759"/>
                  <a:gd name="connsiteX225" fmla="*/ 833120 w 1335193"/>
                  <a:gd name="connsiteY225" fmla="*/ 1409700 h 1508759"/>
                  <a:gd name="connsiteX226" fmla="*/ 819150 w 1335193"/>
                  <a:gd name="connsiteY226" fmla="*/ 1413933 h 1508759"/>
                  <a:gd name="connsiteX227" fmla="*/ 805180 w 1335193"/>
                  <a:gd name="connsiteY227" fmla="*/ 1413933 h 1508759"/>
                  <a:gd name="connsiteX228" fmla="*/ 796713 w 1335193"/>
                  <a:gd name="connsiteY228" fmla="*/ 1408430 h 1508759"/>
                  <a:gd name="connsiteX229" fmla="*/ 793750 w 1335193"/>
                  <a:gd name="connsiteY229" fmla="*/ 1416897 h 1508759"/>
                  <a:gd name="connsiteX230" fmla="*/ 779780 w 1335193"/>
                  <a:gd name="connsiteY230" fmla="*/ 1423670 h 1508759"/>
                  <a:gd name="connsiteX231" fmla="*/ 765810 w 1335193"/>
                  <a:gd name="connsiteY231" fmla="*/ 1419437 h 1508759"/>
                  <a:gd name="connsiteX232" fmla="*/ 750570 w 1335193"/>
                  <a:gd name="connsiteY232" fmla="*/ 1416897 h 1508759"/>
                  <a:gd name="connsiteX233" fmla="*/ 736600 w 1335193"/>
                  <a:gd name="connsiteY233" fmla="*/ 1409700 h 1508759"/>
                  <a:gd name="connsiteX234" fmla="*/ 743796 w 1335193"/>
                  <a:gd name="connsiteY234" fmla="*/ 1423670 h 1508759"/>
                  <a:gd name="connsiteX235" fmla="*/ 728557 w 1335193"/>
                  <a:gd name="connsiteY235" fmla="*/ 1429173 h 1508759"/>
                  <a:gd name="connsiteX236" fmla="*/ 734060 w 1335193"/>
                  <a:gd name="connsiteY236" fmla="*/ 1443143 h 1508759"/>
                  <a:gd name="connsiteX237" fmla="*/ 720090 w 1335193"/>
                  <a:gd name="connsiteY237" fmla="*/ 1444413 h 1508759"/>
                  <a:gd name="connsiteX238" fmla="*/ 706120 w 1335193"/>
                  <a:gd name="connsiteY238" fmla="*/ 1437217 h 1508759"/>
                  <a:gd name="connsiteX239" fmla="*/ 703157 w 1335193"/>
                  <a:gd name="connsiteY239" fmla="*/ 1423247 h 1508759"/>
                  <a:gd name="connsiteX240" fmla="*/ 699346 w 1335193"/>
                  <a:gd name="connsiteY240" fmla="*/ 1430443 h 1508759"/>
                  <a:gd name="connsiteX241" fmla="*/ 684107 w 1335193"/>
                  <a:gd name="connsiteY241" fmla="*/ 1441450 h 1508759"/>
                  <a:gd name="connsiteX242" fmla="*/ 670137 w 1335193"/>
                  <a:gd name="connsiteY242" fmla="*/ 1440180 h 1508759"/>
                  <a:gd name="connsiteX243" fmla="*/ 654896 w 1335193"/>
                  <a:gd name="connsiteY243" fmla="*/ 1441450 h 1508759"/>
                  <a:gd name="connsiteX244" fmla="*/ 640927 w 1335193"/>
                  <a:gd name="connsiteY244" fmla="*/ 1448223 h 1508759"/>
                  <a:gd name="connsiteX245" fmla="*/ 626957 w 1335193"/>
                  <a:gd name="connsiteY245" fmla="*/ 1449493 h 1508759"/>
                  <a:gd name="connsiteX246" fmla="*/ 612987 w 1335193"/>
                  <a:gd name="connsiteY246" fmla="*/ 1452033 h 1508759"/>
                  <a:gd name="connsiteX247" fmla="*/ 599017 w 1335193"/>
                  <a:gd name="connsiteY247" fmla="*/ 1459230 h 1508759"/>
                  <a:gd name="connsiteX248" fmla="*/ 585046 w 1335193"/>
                  <a:gd name="connsiteY248" fmla="*/ 1459230 h 1508759"/>
                  <a:gd name="connsiteX249" fmla="*/ 582507 w 1335193"/>
                  <a:gd name="connsiteY249" fmla="*/ 1459230 h 1508759"/>
                  <a:gd name="connsiteX250" fmla="*/ 577004 w 1335193"/>
                  <a:gd name="connsiteY250" fmla="*/ 1474470 h 1508759"/>
                  <a:gd name="connsiteX251" fmla="*/ 572770 w 1335193"/>
                  <a:gd name="connsiteY251" fmla="*/ 1479973 h 1508759"/>
                  <a:gd name="connsiteX252" fmla="*/ 563033 w 1335193"/>
                  <a:gd name="connsiteY252" fmla="*/ 1479973 h 1508759"/>
                  <a:gd name="connsiteX253" fmla="*/ 553296 w 1335193"/>
                  <a:gd name="connsiteY253" fmla="*/ 1479973 h 1508759"/>
                  <a:gd name="connsiteX254" fmla="*/ 549063 w 1335193"/>
                  <a:gd name="connsiteY254" fmla="*/ 1479973 h 1508759"/>
                  <a:gd name="connsiteX255" fmla="*/ 547793 w 1335193"/>
                  <a:gd name="connsiteY255" fmla="*/ 1471507 h 1508759"/>
                  <a:gd name="connsiteX256" fmla="*/ 533823 w 1335193"/>
                  <a:gd name="connsiteY256" fmla="*/ 1472777 h 1508759"/>
                  <a:gd name="connsiteX257" fmla="*/ 518583 w 1335193"/>
                  <a:gd name="connsiteY257" fmla="*/ 1477010 h 1508759"/>
                  <a:gd name="connsiteX258" fmla="*/ 504613 w 1335193"/>
                  <a:gd name="connsiteY258" fmla="*/ 1479973 h 1508759"/>
                  <a:gd name="connsiteX259" fmla="*/ 499110 w 1335193"/>
                  <a:gd name="connsiteY259" fmla="*/ 1479973 h 1508759"/>
                  <a:gd name="connsiteX260" fmla="*/ 497840 w 1335193"/>
                  <a:gd name="connsiteY260" fmla="*/ 1479973 h 1508759"/>
                  <a:gd name="connsiteX261" fmla="*/ 482600 w 1335193"/>
                  <a:gd name="connsiteY261" fmla="*/ 1489710 h 1508759"/>
                  <a:gd name="connsiteX262" fmla="*/ 466937 w 1335193"/>
                  <a:gd name="connsiteY262" fmla="*/ 1489710 h 1508759"/>
                  <a:gd name="connsiteX263" fmla="*/ 452967 w 1335193"/>
                  <a:gd name="connsiteY263" fmla="*/ 1492673 h 1508759"/>
                  <a:gd name="connsiteX264" fmla="*/ 437727 w 1335193"/>
                  <a:gd name="connsiteY264" fmla="*/ 1491403 h 1508759"/>
                  <a:gd name="connsiteX265" fmla="*/ 452967 w 1335193"/>
                  <a:gd name="connsiteY265" fmla="*/ 1482937 h 1508759"/>
                  <a:gd name="connsiteX266" fmla="*/ 454660 w 1335193"/>
                  <a:gd name="connsiteY266" fmla="*/ 1479973 h 1508759"/>
                  <a:gd name="connsiteX267" fmla="*/ 449157 w 1335193"/>
                  <a:gd name="connsiteY267" fmla="*/ 1479973 h 1508759"/>
                  <a:gd name="connsiteX268" fmla="*/ 447887 w 1335193"/>
                  <a:gd name="connsiteY268" fmla="*/ 1482937 h 1508759"/>
                  <a:gd name="connsiteX269" fmla="*/ 447887 w 1335193"/>
                  <a:gd name="connsiteY269" fmla="*/ 1484207 h 1508759"/>
                  <a:gd name="connsiteX270" fmla="*/ 432646 w 1335193"/>
                  <a:gd name="connsiteY270" fmla="*/ 1493943 h 1508759"/>
                  <a:gd name="connsiteX271" fmla="*/ 418677 w 1335193"/>
                  <a:gd name="connsiteY271" fmla="*/ 1506220 h 1508759"/>
                  <a:gd name="connsiteX272" fmla="*/ 404707 w 1335193"/>
                  <a:gd name="connsiteY272" fmla="*/ 1507490 h 1508759"/>
                  <a:gd name="connsiteX273" fmla="*/ 389467 w 1335193"/>
                  <a:gd name="connsiteY273" fmla="*/ 1508760 h 1508759"/>
                  <a:gd name="connsiteX274" fmla="*/ 404707 w 1335193"/>
                  <a:gd name="connsiteY274" fmla="*/ 1500293 h 1508759"/>
                  <a:gd name="connsiteX275" fmla="*/ 417407 w 1335193"/>
                  <a:gd name="connsiteY275" fmla="*/ 1494790 h 1508759"/>
                  <a:gd name="connsiteX276" fmla="*/ 414443 w 1335193"/>
                  <a:gd name="connsiteY276" fmla="*/ 1479550 h 1508759"/>
                  <a:gd name="connsiteX277" fmla="*/ 418677 w 1335193"/>
                  <a:gd name="connsiteY277" fmla="*/ 1479550 h 1508759"/>
                  <a:gd name="connsiteX278" fmla="*/ 410210 w 1335193"/>
                  <a:gd name="connsiteY278" fmla="*/ 1478280 h 1508759"/>
                  <a:gd name="connsiteX279" fmla="*/ 424180 w 1335193"/>
                  <a:gd name="connsiteY279" fmla="*/ 1472777 h 1508759"/>
                  <a:gd name="connsiteX280" fmla="*/ 410210 w 1335193"/>
                  <a:gd name="connsiteY280" fmla="*/ 1472777 h 1508759"/>
                  <a:gd name="connsiteX281" fmla="*/ 394970 w 1335193"/>
                  <a:gd name="connsiteY281" fmla="*/ 1465580 h 1508759"/>
                  <a:gd name="connsiteX282" fmla="*/ 394970 w 1335193"/>
                  <a:gd name="connsiteY282" fmla="*/ 1461347 h 1508759"/>
                  <a:gd name="connsiteX283" fmla="*/ 381000 w 1335193"/>
                  <a:gd name="connsiteY283" fmla="*/ 1454150 h 1508759"/>
                  <a:gd name="connsiteX284" fmla="*/ 389467 w 1335193"/>
                  <a:gd name="connsiteY284" fmla="*/ 1440180 h 1508759"/>
                  <a:gd name="connsiteX285" fmla="*/ 403437 w 1335193"/>
                  <a:gd name="connsiteY285" fmla="*/ 1424940 h 1508759"/>
                  <a:gd name="connsiteX286" fmla="*/ 388196 w 1335193"/>
                  <a:gd name="connsiteY286" fmla="*/ 1430443 h 1508759"/>
                  <a:gd name="connsiteX287" fmla="*/ 374227 w 1335193"/>
                  <a:gd name="connsiteY287" fmla="*/ 1437640 h 1508759"/>
                  <a:gd name="connsiteX288" fmla="*/ 360257 w 1335193"/>
                  <a:gd name="connsiteY288" fmla="*/ 1443143 h 1508759"/>
                  <a:gd name="connsiteX289" fmla="*/ 345017 w 1335193"/>
                  <a:gd name="connsiteY289" fmla="*/ 1443143 h 1508759"/>
                  <a:gd name="connsiteX290" fmla="*/ 332317 w 1335193"/>
                  <a:gd name="connsiteY290" fmla="*/ 1434677 h 1508759"/>
                  <a:gd name="connsiteX291" fmla="*/ 337820 w 1335193"/>
                  <a:gd name="connsiteY291" fmla="*/ 1420707 h 1508759"/>
                  <a:gd name="connsiteX292" fmla="*/ 326813 w 1335193"/>
                  <a:gd name="connsiteY292" fmla="*/ 1419437 h 1508759"/>
                  <a:gd name="connsiteX293" fmla="*/ 322580 w 1335193"/>
                  <a:gd name="connsiteY293" fmla="*/ 1417743 h 1508759"/>
                  <a:gd name="connsiteX294" fmla="*/ 304377 w 1335193"/>
                  <a:gd name="connsiteY294" fmla="*/ 1417743 h 1508759"/>
                  <a:gd name="connsiteX295" fmla="*/ 290407 w 1335193"/>
                  <a:gd name="connsiteY295" fmla="*/ 1412240 h 1508759"/>
                  <a:gd name="connsiteX296" fmla="*/ 276437 w 1335193"/>
                  <a:gd name="connsiteY296" fmla="*/ 1408007 h 1508759"/>
                  <a:gd name="connsiteX297" fmla="*/ 265430 w 1335193"/>
                  <a:gd name="connsiteY297" fmla="*/ 1398270 h 1508759"/>
                  <a:gd name="connsiteX298" fmla="*/ 250190 w 1335193"/>
                  <a:gd name="connsiteY298" fmla="*/ 1398270 h 1508759"/>
                  <a:gd name="connsiteX299" fmla="*/ 250190 w 1335193"/>
                  <a:gd name="connsiteY299" fmla="*/ 1384300 h 1508759"/>
                  <a:gd name="connsiteX300" fmla="*/ 236220 w 1335193"/>
                  <a:gd name="connsiteY300" fmla="*/ 1384300 h 1508759"/>
                  <a:gd name="connsiteX301" fmla="*/ 231987 w 1335193"/>
                  <a:gd name="connsiteY301" fmla="*/ 1385570 h 1508759"/>
                  <a:gd name="connsiteX302" fmla="*/ 231987 w 1335193"/>
                  <a:gd name="connsiteY302" fmla="*/ 1399540 h 1508759"/>
                  <a:gd name="connsiteX303" fmla="*/ 218017 w 1335193"/>
                  <a:gd name="connsiteY303" fmla="*/ 1392767 h 1508759"/>
                  <a:gd name="connsiteX304" fmla="*/ 220980 w 1335193"/>
                  <a:gd name="connsiteY304" fmla="*/ 1391497 h 1508759"/>
                  <a:gd name="connsiteX305" fmla="*/ 219710 w 1335193"/>
                  <a:gd name="connsiteY305" fmla="*/ 1388533 h 1508759"/>
                  <a:gd name="connsiteX306" fmla="*/ 218017 w 1335193"/>
                  <a:gd name="connsiteY306" fmla="*/ 1388533 h 1508759"/>
                  <a:gd name="connsiteX307" fmla="*/ 204046 w 1335193"/>
                  <a:gd name="connsiteY307" fmla="*/ 1385570 h 1508759"/>
                  <a:gd name="connsiteX308" fmla="*/ 207010 w 1335193"/>
                  <a:gd name="connsiteY308" fmla="*/ 1370330 h 1508759"/>
                  <a:gd name="connsiteX309" fmla="*/ 195580 w 1335193"/>
                  <a:gd name="connsiteY309" fmla="*/ 1356360 h 1508759"/>
                  <a:gd name="connsiteX310" fmla="*/ 196850 w 1335193"/>
                  <a:gd name="connsiteY310" fmla="*/ 1342390 h 1508759"/>
                  <a:gd name="connsiteX311" fmla="*/ 192617 w 1335193"/>
                  <a:gd name="connsiteY311" fmla="*/ 1328420 h 1508759"/>
                  <a:gd name="connsiteX312" fmla="*/ 185843 w 1335193"/>
                  <a:gd name="connsiteY312" fmla="*/ 1314450 h 1508759"/>
                  <a:gd name="connsiteX313" fmla="*/ 201507 w 1335193"/>
                  <a:gd name="connsiteY313" fmla="*/ 1310217 h 1508759"/>
                  <a:gd name="connsiteX314" fmla="*/ 205740 w 1335193"/>
                  <a:gd name="connsiteY314" fmla="*/ 1296247 h 1508759"/>
                  <a:gd name="connsiteX315" fmla="*/ 209973 w 1335193"/>
                  <a:gd name="connsiteY315" fmla="*/ 1281007 h 1508759"/>
                  <a:gd name="connsiteX316" fmla="*/ 205740 w 1335193"/>
                  <a:gd name="connsiteY316" fmla="*/ 1267037 h 1508759"/>
                  <a:gd name="connsiteX317" fmla="*/ 197273 w 1335193"/>
                  <a:gd name="connsiteY317" fmla="*/ 1253067 h 1508759"/>
                  <a:gd name="connsiteX318" fmla="*/ 201507 w 1335193"/>
                  <a:gd name="connsiteY318" fmla="*/ 1239097 h 1508759"/>
                  <a:gd name="connsiteX319" fmla="*/ 209973 w 1335193"/>
                  <a:gd name="connsiteY319" fmla="*/ 1240367 h 1508759"/>
                  <a:gd name="connsiteX320" fmla="*/ 223943 w 1335193"/>
                  <a:gd name="connsiteY320" fmla="*/ 1244600 h 1508759"/>
                  <a:gd name="connsiteX321" fmla="*/ 211243 w 1335193"/>
                  <a:gd name="connsiteY321" fmla="*/ 1231900 h 1508759"/>
                  <a:gd name="connsiteX322" fmla="*/ 207010 w 1335193"/>
                  <a:gd name="connsiteY322" fmla="*/ 1216660 h 1508759"/>
                  <a:gd name="connsiteX323" fmla="*/ 194310 w 1335193"/>
                  <a:gd name="connsiteY323" fmla="*/ 1202690 h 1508759"/>
                  <a:gd name="connsiteX324" fmla="*/ 185843 w 1335193"/>
                  <a:gd name="connsiteY324" fmla="*/ 1188720 h 1508759"/>
                  <a:gd name="connsiteX325" fmla="*/ 171873 w 1335193"/>
                  <a:gd name="connsiteY325" fmla="*/ 1181523 h 1508759"/>
                  <a:gd name="connsiteX326" fmla="*/ 167640 w 1335193"/>
                  <a:gd name="connsiteY326" fmla="*/ 1177290 h 1508759"/>
                  <a:gd name="connsiteX327" fmla="*/ 171873 w 1335193"/>
                  <a:gd name="connsiteY327" fmla="*/ 1163320 h 1508759"/>
                  <a:gd name="connsiteX328" fmla="*/ 174837 w 1335193"/>
                  <a:gd name="connsiteY328" fmla="*/ 1148080 h 1508759"/>
                  <a:gd name="connsiteX329" fmla="*/ 177800 w 1335193"/>
                  <a:gd name="connsiteY329" fmla="*/ 1134110 h 1508759"/>
                  <a:gd name="connsiteX330" fmla="*/ 173567 w 1335193"/>
                  <a:gd name="connsiteY330" fmla="*/ 1128607 h 1508759"/>
                  <a:gd name="connsiteX331" fmla="*/ 165100 w 1335193"/>
                  <a:gd name="connsiteY331" fmla="*/ 1114637 h 1508759"/>
                  <a:gd name="connsiteX332" fmla="*/ 163830 w 1335193"/>
                  <a:gd name="connsiteY332" fmla="*/ 1113367 h 1508759"/>
                  <a:gd name="connsiteX333" fmla="*/ 158327 w 1335193"/>
                  <a:gd name="connsiteY333" fmla="*/ 1111673 h 1508759"/>
                  <a:gd name="connsiteX334" fmla="*/ 146896 w 1335193"/>
                  <a:gd name="connsiteY334" fmla="*/ 1096433 h 1508759"/>
                  <a:gd name="connsiteX335" fmla="*/ 152823 w 1335193"/>
                  <a:gd name="connsiteY335" fmla="*/ 1082463 h 1508759"/>
                  <a:gd name="connsiteX336" fmla="*/ 138854 w 1335193"/>
                  <a:gd name="connsiteY336" fmla="*/ 1079923 h 1508759"/>
                  <a:gd name="connsiteX337" fmla="*/ 148590 w 1335193"/>
                  <a:gd name="connsiteY337" fmla="*/ 1064683 h 1508759"/>
                  <a:gd name="connsiteX338" fmla="*/ 152823 w 1335193"/>
                  <a:gd name="connsiteY338" fmla="*/ 1050713 h 1508759"/>
                  <a:gd name="connsiteX339" fmla="*/ 166793 w 1335193"/>
                  <a:gd name="connsiteY339" fmla="*/ 1045210 h 1508759"/>
                  <a:gd name="connsiteX340" fmla="*/ 180763 w 1335193"/>
                  <a:gd name="connsiteY340" fmla="*/ 1029547 h 1508759"/>
                  <a:gd name="connsiteX341" fmla="*/ 183304 w 1335193"/>
                  <a:gd name="connsiteY341" fmla="*/ 1015577 h 1508759"/>
                  <a:gd name="connsiteX342" fmla="*/ 198543 w 1335193"/>
                  <a:gd name="connsiteY342" fmla="*/ 1018540 h 1508759"/>
                  <a:gd name="connsiteX343" fmla="*/ 185843 w 1335193"/>
                  <a:gd name="connsiteY343" fmla="*/ 1004570 h 1508759"/>
                  <a:gd name="connsiteX344" fmla="*/ 181610 w 1335193"/>
                  <a:gd name="connsiteY344" fmla="*/ 989330 h 1508759"/>
                  <a:gd name="connsiteX345" fmla="*/ 185843 w 1335193"/>
                  <a:gd name="connsiteY345" fmla="*/ 980863 h 1508759"/>
                  <a:gd name="connsiteX346" fmla="*/ 201507 w 1335193"/>
                  <a:gd name="connsiteY346" fmla="*/ 991870 h 1508759"/>
                  <a:gd name="connsiteX347" fmla="*/ 212513 w 1335193"/>
                  <a:gd name="connsiteY347" fmla="*/ 991870 h 1508759"/>
                  <a:gd name="connsiteX348" fmla="*/ 226483 w 1335193"/>
                  <a:gd name="connsiteY348" fmla="*/ 986367 h 1508759"/>
                  <a:gd name="connsiteX349" fmla="*/ 229446 w 1335193"/>
                  <a:gd name="connsiteY349" fmla="*/ 991870 h 1508759"/>
                  <a:gd name="connsiteX350" fmla="*/ 244687 w 1335193"/>
                  <a:gd name="connsiteY350" fmla="*/ 986367 h 1508759"/>
                  <a:gd name="connsiteX351" fmla="*/ 258657 w 1335193"/>
                  <a:gd name="connsiteY351" fmla="*/ 986367 h 1508759"/>
                  <a:gd name="connsiteX352" fmla="*/ 272627 w 1335193"/>
                  <a:gd name="connsiteY352" fmla="*/ 979170 h 1508759"/>
                  <a:gd name="connsiteX353" fmla="*/ 279823 w 1335193"/>
                  <a:gd name="connsiteY353" fmla="*/ 976207 h 1508759"/>
                  <a:gd name="connsiteX354" fmla="*/ 271357 w 1335193"/>
                  <a:gd name="connsiteY354" fmla="*/ 967740 h 1508759"/>
                  <a:gd name="connsiteX355" fmla="*/ 265854 w 1335193"/>
                  <a:gd name="connsiteY355" fmla="*/ 952500 h 1508759"/>
                  <a:gd name="connsiteX356" fmla="*/ 279823 w 1335193"/>
                  <a:gd name="connsiteY356" fmla="*/ 959273 h 1508759"/>
                  <a:gd name="connsiteX357" fmla="*/ 265854 w 1335193"/>
                  <a:gd name="connsiteY357" fmla="*/ 945303 h 1508759"/>
                  <a:gd name="connsiteX358" fmla="*/ 279823 w 1335193"/>
                  <a:gd name="connsiteY358" fmla="*/ 953770 h 1508759"/>
                  <a:gd name="connsiteX359" fmla="*/ 288290 w 1335193"/>
                  <a:gd name="connsiteY359" fmla="*/ 939800 h 1508759"/>
                  <a:gd name="connsiteX360" fmla="*/ 293793 w 1335193"/>
                  <a:gd name="connsiteY360" fmla="*/ 924560 h 1508759"/>
                  <a:gd name="connsiteX361" fmla="*/ 307763 w 1335193"/>
                  <a:gd name="connsiteY361" fmla="*/ 919057 h 1508759"/>
                  <a:gd name="connsiteX362" fmla="*/ 323004 w 1335193"/>
                  <a:gd name="connsiteY362" fmla="*/ 928793 h 1508759"/>
                  <a:gd name="connsiteX363" fmla="*/ 327237 w 1335193"/>
                  <a:gd name="connsiteY363" fmla="*/ 928793 h 1508759"/>
                  <a:gd name="connsiteX364" fmla="*/ 327237 w 1335193"/>
                  <a:gd name="connsiteY364" fmla="*/ 914823 h 1508759"/>
                  <a:gd name="connsiteX365" fmla="*/ 341207 w 1335193"/>
                  <a:gd name="connsiteY365" fmla="*/ 908050 h 1508759"/>
                  <a:gd name="connsiteX366" fmla="*/ 347980 w 1335193"/>
                  <a:gd name="connsiteY366" fmla="*/ 894080 h 1508759"/>
                  <a:gd name="connsiteX367" fmla="*/ 356446 w 1335193"/>
                  <a:gd name="connsiteY367" fmla="*/ 894080 h 1508759"/>
                  <a:gd name="connsiteX368" fmla="*/ 370417 w 1335193"/>
                  <a:gd name="connsiteY368" fmla="*/ 889847 h 1508759"/>
                  <a:gd name="connsiteX369" fmla="*/ 385657 w 1335193"/>
                  <a:gd name="connsiteY369" fmla="*/ 885613 h 1508759"/>
                  <a:gd name="connsiteX370" fmla="*/ 381423 w 1335193"/>
                  <a:gd name="connsiteY370" fmla="*/ 870373 h 1508759"/>
                  <a:gd name="connsiteX371" fmla="*/ 395393 w 1335193"/>
                  <a:gd name="connsiteY371" fmla="*/ 867410 h 1508759"/>
                  <a:gd name="connsiteX372" fmla="*/ 406400 w 1335193"/>
                  <a:gd name="connsiteY372" fmla="*/ 866140 h 1508759"/>
                  <a:gd name="connsiteX373" fmla="*/ 411904 w 1335193"/>
                  <a:gd name="connsiteY373" fmla="*/ 852170 h 1508759"/>
                  <a:gd name="connsiteX374" fmla="*/ 417407 w 1335193"/>
                  <a:gd name="connsiteY374" fmla="*/ 849207 h 1508759"/>
                  <a:gd name="connsiteX375" fmla="*/ 428413 w 1335193"/>
                  <a:gd name="connsiteY375" fmla="*/ 835237 h 1508759"/>
                  <a:gd name="connsiteX376" fmla="*/ 443654 w 1335193"/>
                  <a:gd name="connsiteY376" fmla="*/ 824230 h 1508759"/>
                  <a:gd name="connsiteX377" fmla="*/ 455083 w 1335193"/>
                  <a:gd name="connsiteY377" fmla="*/ 810260 h 1508759"/>
                  <a:gd name="connsiteX378" fmla="*/ 469054 w 1335193"/>
                  <a:gd name="connsiteY378" fmla="*/ 804757 h 1508759"/>
                  <a:gd name="connsiteX379" fmla="*/ 483023 w 1335193"/>
                  <a:gd name="connsiteY379" fmla="*/ 795020 h 1508759"/>
                  <a:gd name="connsiteX380" fmla="*/ 485987 w 1335193"/>
                  <a:gd name="connsiteY380" fmla="*/ 779780 h 1508759"/>
                  <a:gd name="connsiteX381" fmla="*/ 502496 w 1335193"/>
                  <a:gd name="connsiteY381" fmla="*/ 765810 h 1508759"/>
                  <a:gd name="connsiteX382" fmla="*/ 515196 w 1335193"/>
                  <a:gd name="connsiteY382" fmla="*/ 750570 h 1508759"/>
                  <a:gd name="connsiteX383" fmla="*/ 529167 w 1335193"/>
                  <a:gd name="connsiteY383" fmla="*/ 745067 h 1508759"/>
                  <a:gd name="connsiteX384" fmla="*/ 545677 w 1335193"/>
                  <a:gd name="connsiteY384" fmla="*/ 743797 h 1508759"/>
                  <a:gd name="connsiteX385" fmla="*/ 546946 w 1335193"/>
                  <a:gd name="connsiteY385" fmla="*/ 742527 h 1508759"/>
                  <a:gd name="connsiteX386" fmla="*/ 560917 w 1335193"/>
                  <a:gd name="connsiteY386" fmla="*/ 739563 h 1508759"/>
                  <a:gd name="connsiteX387" fmla="*/ 574887 w 1335193"/>
                  <a:gd name="connsiteY387" fmla="*/ 748030 h 1508759"/>
                  <a:gd name="connsiteX388" fmla="*/ 588857 w 1335193"/>
                  <a:gd name="connsiteY388" fmla="*/ 752263 h 1508759"/>
                  <a:gd name="connsiteX389" fmla="*/ 579120 w 1335193"/>
                  <a:gd name="connsiteY389" fmla="*/ 738293 h 1508759"/>
                  <a:gd name="connsiteX390" fmla="*/ 593090 w 1335193"/>
                  <a:gd name="connsiteY390" fmla="*/ 732790 h 1508759"/>
                  <a:gd name="connsiteX391" fmla="*/ 596054 w 1335193"/>
                  <a:gd name="connsiteY391" fmla="*/ 727287 h 1508759"/>
                  <a:gd name="connsiteX392" fmla="*/ 598593 w 1335193"/>
                  <a:gd name="connsiteY392" fmla="*/ 726017 h 1508759"/>
                  <a:gd name="connsiteX393" fmla="*/ 583354 w 1335193"/>
                  <a:gd name="connsiteY393" fmla="*/ 712047 h 1508759"/>
                  <a:gd name="connsiteX394" fmla="*/ 569383 w 1335193"/>
                  <a:gd name="connsiteY394" fmla="*/ 706543 h 1508759"/>
                  <a:gd name="connsiteX395" fmla="*/ 574887 w 1335193"/>
                  <a:gd name="connsiteY395" fmla="*/ 692573 h 1508759"/>
                  <a:gd name="connsiteX396" fmla="*/ 570654 w 1335193"/>
                  <a:gd name="connsiteY396" fmla="*/ 679873 h 1508759"/>
                  <a:gd name="connsiteX397" fmla="*/ 577850 w 1335193"/>
                  <a:gd name="connsiteY397" fmla="*/ 665903 h 1508759"/>
                  <a:gd name="connsiteX398" fmla="*/ 566420 w 1335193"/>
                  <a:gd name="connsiteY398" fmla="*/ 651933 h 1508759"/>
                  <a:gd name="connsiteX399" fmla="*/ 552450 w 1335193"/>
                  <a:gd name="connsiteY399" fmla="*/ 647700 h 1508759"/>
                  <a:gd name="connsiteX400" fmla="*/ 546946 w 1335193"/>
                  <a:gd name="connsiteY400" fmla="*/ 642197 h 1508759"/>
                  <a:gd name="connsiteX401" fmla="*/ 532977 w 1335193"/>
                  <a:gd name="connsiteY401" fmla="*/ 636693 h 1508759"/>
                  <a:gd name="connsiteX402" fmla="*/ 519007 w 1335193"/>
                  <a:gd name="connsiteY402" fmla="*/ 631190 h 1508759"/>
                  <a:gd name="connsiteX403" fmla="*/ 503343 w 1335193"/>
                  <a:gd name="connsiteY403" fmla="*/ 634153 h 1508759"/>
                  <a:gd name="connsiteX404" fmla="*/ 489373 w 1335193"/>
                  <a:gd name="connsiteY404" fmla="*/ 624417 h 1508759"/>
                  <a:gd name="connsiteX405" fmla="*/ 488104 w 1335193"/>
                  <a:gd name="connsiteY405" fmla="*/ 624417 h 1508759"/>
                  <a:gd name="connsiteX406" fmla="*/ 482600 w 1335193"/>
                  <a:gd name="connsiteY406" fmla="*/ 614680 h 1508759"/>
                  <a:gd name="connsiteX407" fmla="*/ 482600 w 1335193"/>
                  <a:gd name="connsiteY407" fmla="*/ 611717 h 1508759"/>
                  <a:gd name="connsiteX408" fmla="*/ 482600 w 1335193"/>
                  <a:gd name="connsiteY408" fmla="*/ 614257 h 1508759"/>
                  <a:gd name="connsiteX409" fmla="*/ 479637 w 1335193"/>
                  <a:gd name="connsiteY409" fmla="*/ 617220 h 1508759"/>
                  <a:gd name="connsiteX410" fmla="*/ 465667 w 1335193"/>
                  <a:gd name="connsiteY410" fmla="*/ 618490 h 1508759"/>
                  <a:gd name="connsiteX411" fmla="*/ 450427 w 1335193"/>
                  <a:gd name="connsiteY411" fmla="*/ 612987 h 1508759"/>
                  <a:gd name="connsiteX412" fmla="*/ 440690 w 1335193"/>
                  <a:gd name="connsiteY412" fmla="*/ 615950 h 1508759"/>
                  <a:gd name="connsiteX413" fmla="*/ 438150 w 1335193"/>
                  <a:gd name="connsiteY413" fmla="*/ 611717 h 1508759"/>
                  <a:gd name="connsiteX414" fmla="*/ 436880 w 1335193"/>
                  <a:gd name="connsiteY414" fmla="*/ 610447 h 1508759"/>
                  <a:gd name="connsiteX415" fmla="*/ 436880 w 1335193"/>
                  <a:gd name="connsiteY415" fmla="*/ 607483 h 1508759"/>
                  <a:gd name="connsiteX416" fmla="*/ 431377 w 1335193"/>
                  <a:gd name="connsiteY416" fmla="*/ 596477 h 1508759"/>
                  <a:gd name="connsiteX417" fmla="*/ 418677 w 1335193"/>
                  <a:gd name="connsiteY417" fmla="*/ 582507 h 1508759"/>
                  <a:gd name="connsiteX418" fmla="*/ 408940 w 1335193"/>
                  <a:gd name="connsiteY418" fmla="*/ 565573 h 1508759"/>
                  <a:gd name="connsiteX419" fmla="*/ 393700 w 1335193"/>
                  <a:gd name="connsiteY419" fmla="*/ 557107 h 1508759"/>
                  <a:gd name="connsiteX420" fmla="*/ 375496 w 1335193"/>
                  <a:gd name="connsiteY420" fmla="*/ 541867 h 1508759"/>
                  <a:gd name="connsiteX421" fmla="*/ 375496 w 1335193"/>
                  <a:gd name="connsiteY421" fmla="*/ 526627 h 1508759"/>
                  <a:gd name="connsiteX422" fmla="*/ 381000 w 1335193"/>
                  <a:gd name="connsiteY422" fmla="*/ 511387 h 1508759"/>
                  <a:gd name="connsiteX423" fmla="*/ 393700 w 1335193"/>
                  <a:gd name="connsiteY423" fmla="*/ 497417 h 1508759"/>
                  <a:gd name="connsiteX424" fmla="*/ 393700 w 1335193"/>
                  <a:gd name="connsiteY424" fmla="*/ 483023 h 1508759"/>
                  <a:gd name="connsiteX425" fmla="*/ 403437 w 1335193"/>
                  <a:gd name="connsiteY425" fmla="*/ 464820 h 1508759"/>
                  <a:gd name="connsiteX426" fmla="*/ 396663 w 1335193"/>
                  <a:gd name="connsiteY426" fmla="*/ 456353 h 1508759"/>
                  <a:gd name="connsiteX427" fmla="*/ 378460 w 1335193"/>
                  <a:gd name="connsiteY427" fmla="*/ 441113 h 1508759"/>
                  <a:gd name="connsiteX428" fmla="*/ 364490 w 1335193"/>
                  <a:gd name="connsiteY428" fmla="*/ 425873 h 1508759"/>
                  <a:gd name="connsiteX429" fmla="*/ 349250 w 1335193"/>
                  <a:gd name="connsiteY429" fmla="*/ 413173 h 1508759"/>
                  <a:gd name="connsiteX430" fmla="*/ 356023 w 1335193"/>
                  <a:gd name="connsiteY430" fmla="*/ 399203 h 1508759"/>
                  <a:gd name="connsiteX431" fmla="*/ 369993 w 1335193"/>
                  <a:gd name="connsiteY431" fmla="*/ 392430 h 1508759"/>
                  <a:gd name="connsiteX432" fmla="*/ 367030 w 1335193"/>
                  <a:gd name="connsiteY432" fmla="*/ 377190 h 1508759"/>
                  <a:gd name="connsiteX433" fmla="*/ 351790 w 1335193"/>
                  <a:gd name="connsiteY433" fmla="*/ 374227 h 1508759"/>
                  <a:gd name="connsiteX434" fmla="*/ 337820 w 1335193"/>
                  <a:gd name="connsiteY434" fmla="*/ 374227 h 1508759"/>
                  <a:gd name="connsiteX435" fmla="*/ 332317 w 1335193"/>
                  <a:gd name="connsiteY435" fmla="*/ 358987 h 1508759"/>
                  <a:gd name="connsiteX436" fmla="*/ 335280 w 1335193"/>
                  <a:gd name="connsiteY436" fmla="*/ 345017 h 1508759"/>
                  <a:gd name="connsiteX437" fmla="*/ 332317 w 1335193"/>
                  <a:gd name="connsiteY437" fmla="*/ 331047 h 1508759"/>
                  <a:gd name="connsiteX438" fmla="*/ 329354 w 1335193"/>
                  <a:gd name="connsiteY438" fmla="*/ 315807 h 1508759"/>
                  <a:gd name="connsiteX439" fmla="*/ 346287 w 1335193"/>
                  <a:gd name="connsiteY439" fmla="*/ 307340 h 1508759"/>
                  <a:gd name="connsiteX440" fmla="*/ 347557 w 1335193"/>
                  <a:gd name="connsiteY440" fmla="*/ 303107 h 1508759"/>
                  <a:gd name="connsiteX441" fmla="*/ 333587 w 1335193"/>
                  <a:gd name="connsiteY441" fmla="*/ 294640 h 1508759"/>
                  <a:gd name="connsiteX442" fmla="*/ 318346 w 1335193"/>
                  <a:gd name="connsiteY442" fmla="*/ 287867 h 1508759"/>
                  <a:gd name="connsiteX443" fmla="*/ 306917 w 1335193"/>
                  <a:gd name="connsiteY443" fmla="*/ 273897 h 1508759"/>
                  <a:gd name="connsiteX444" fmla="*/ 290407 w 1335193"/>
                  <a:gd name="connsiteY444" fmla="*/ 273897 h 1508759"/>
                  <a:gd name="connsiteX445" fmla="*/ 284904 w 1335193"/>
                  <a:gd name="connsiteY445" fmla="*/ 259927 h 1508759"/>
                  <a:gd name="connsiteX446" fmla="*/ 269663 w 1335193"/>
                  <a:gd name="connsiteY446" fmla="*/ 248920 h 1508759"/>
                  <a:gd name="connsiteX447" fmla="*/ 254000 w 1335193"/>
                  <a:gd name="connsiteY447" fmla="*/ 243417 h 1508759"/>
                  <a:gd name="connsiteX448" fmla="*/ 238760 w 1335193"/>
                  <a:gd name="connsiteY448" fmla="*/ 239183 h 1508759"/>
                  <a:gd name="connsiteX449" fmla="*/ 224790 w 1335193"/>
                  <a:gd name="connsiteY449" fmla="*/ 234950 h 1508759"/>
                  <a:gd name="connsiteX450" fmla="*/ 211243 w 1335193"/>
                  <a:gd name="connsiteY450" fmla="*/ 231987 h 1508759"/>
                  <a:gd name="connsiteX451" fmla="*/ 197273 w 1335193"/>
                  <a:gd name="connsiteY451" fmla="*/ 230717 h 1508759"/>
                  <a:gd name="connsiteX452" fmla="*/ 190500 w 1335193"/>
                  <a:gd name="connsiteY452" fmla="*/ 226483 h 1508759"/>
                  <a:gd name="connsiteX453" fmla="*/ 187537 w 1335193"/>
                  <a:gd name="connsiteY453" fmla="*/ 226483 h 1508759"/>
                  <a:gd name="connsiteX454" fmla="*/ 172296 w 1335193"/>
                  <a:gd name="connsiteY454" fmla="*/ 226483 h 1508759"/>
                  <a:gd name="connsiteX455" fmla="*/ 158327 w 1335193"/>
                  <a:gd name="connsiteY455" fmla="*/ 218017 h 1508759"/>
                  <a:gd name="connsiteX456" fmla="*/ 143087 w 1335193"/>
                  <a:gd name="connsiteY456" fmla="*/ 211243 h 1508759"/>
                  <a:gd name="connsiteX457" fmla="*/ 126154 w 1335193"/>
                  <a:gd name="connsiteY457" fmla="*/ 204470 h 1508759"/>
                  <a:gd name="connsiteX458" fmla="*/ 112183 w 1335193"/>
                  <a:gd name="connsiteY458" fmla="*/ 200237 h 1508759"/>
                  <a:gd name="connsiteX459" fmla="*/ 95673 w 1335193"/>
                  <a:gd name="connsiteY459" fmla="*/ 191770 h 1508759"/>
                  <a:gd name="connsiteX460" fmla="*/ 80010 w 1335193"/>
                  <a:gd name="connsiteY460" fmla="*/ 184573 h 1508759"/>
                  <a:gd name="connsiteX461" fmla="*/ 66040 w 1335193"/>
                  <a:gd name="connsiteY461" fmla="*/ 176107 h 1508759"/>
                  <a:gd name="connsiteX462" fmla="*/ 50800 w 1335193"/>
                  <a:gd name="connsiteY462" fmla="*/ 169333 h 1508759"/>
                  <a:gd name="connsiteX463" fmla="*/ 32596 w 1335193"/>
                  <a:gd name="connsiteY463" fmla="*/ 162560 h 1508759"/>
                  <a:gd name="connsiteX464" fmla="*/ 31327 w 1335193"/>
                  <a:gd name="connsiteY464" fmla="*/ 154093 h 1508759"/>
                  <a:gd name="connsiteX465" fmla="*/ 28363 w 1335193"/>
                  <a:gd name="connsiteY465" fmla="*/ 154093 h 1508759"/>
                  <a:gd name="connsiteX466" fmla="*/ 17357 w 1335193"/>
                  <a:gd name="connsiteY466" fmla="*/ 149860 h 1508759"/>
                  <a:gd name="connsiteX467" fmla="*/ 0 w 1335193"/>
                  <a:gd name="connsiteY467" fmla="*/ 146897 h 1508759"/>
                  <a:gd name="connsiteX468" fmla="*/ 0 w 1335193"/>
                  <a:gd name="connsiteY468" fmla="*/ 146897 h 1508759"/>
                  <a:gd name="connsiteX469" fmla="*/ 147743 w 1335193"/>
                  <a:gd name="connsiteY469" fmla="*/ 1003300 h 1508759"/>
                  <a:gd name="connsiteX470" fmla="*/ 158750 w 1335193"/>
                  <a:gd name="connsiteY470" fmla="*/ 1002030 h 1508759"/>
                  <a:gd name="connsiteX471" fmla="*/ 162560 w 1335193"/>
                  <a:gd name="connsiteY471" fmla="*/ 988060 h 1508759"/>
                  <a:gd name="connsiteX472" fmla="*/ 147320 w 1335193"/>
                  <a:gd name="connsiteY472" fmla="*/ 983827 h 1508759"/>
                  <a:gd name="connsiteX473" fmla="*/ 133350 w 1335193"/>
                  <a:gd name="connsiteY473" fmla="*/ 991023 h 1508759"/>
                  <a:gd name="connsiteX474" fmla="*/ 147743 w 1335193"/>
                  <a:gd name="connsiteY474" fmla="*/ 1003300 h 1508759"/>
                  <a:gd name="connsiteX475" fmla="*/ 165946 w 1335193"/>
                  <a:gd name="connsiteY475" fmla="*/ 975360 h 1508759"/>
                  <a:gd name="connsiteX476" fmla="*/ 150707 w 1335193"/>
                  <a:gd name="connsiteY476" fmla="*/ 976630 h 1508759"/>
                  <a:gd name="connsiteX477" fmla="*/ 165946 w 1335193"/>
                  <a:gd name="connsiteY477" fmla="*/ 976630 h 1508759"/>
                  <a:gd name="connsiteX478" fmla="*/ 165946 w 1335193"/>
                  <a:gd name="connsiteY478" fmla="*/ 975360 h 1508759"/>
                  <a:gd name="connsiteX479" fmla="*/ 193887 w 1335193"/>
                  <a:gd name="connsiteY479" fmla="*/ 1400810 h 1508759"/>
                  <a:gd name="connsiteX480" fmla="*/ 195157 w 1335193"/>
                  <a:gd name="connsiteY480" fmla="*/ 1402080 h 1508759"/>
                  <a:gd name="connsiteX481" fmla="*/ 209127 w 1335193"/>
                  <a:gd name="connsiteY481" fmla="*/ 1399540 h 1508759"/>
                  <a:gd name="connsiteX482" fmla="*/ 195157 w 1335193"/>
                  <a:gd name="connsiteY482" fmla="*/ 1394037 h 1508759"/>
                  <a:gd name="connsiteX483" fmla="*/ 193887 w 1335193"/>
                  <a:gd name="connsiteY483" fmla="*/ 1400810 h 1508759"/>
                  <a:gd name="connsiteX484" fmla="*/ 240030 w 1335193"/>
                  <a:gd name="connsiteY484" fmla="*/ 971127 h 1508759"/>
                  <a:gd name="connsiteX485" fmla="*/ 224790 w 1335193"/>
                  <a:gd name="connsiteY485" fmla="*/ 976630 h 1508759"/>
                  <a:gd name="connsiteX486" fmla="*/ 238760 w 1335193"/>
                  <a:gd name="connsiteY486" fmla="*/ 975360 h 1508759"/>
                  <a:gd name="connsiteX487" fmla="*/ 240030 w 1335193"/>
                  <a:gd name="connsiteY487" fmla="*/ 971127 h 1508759"/>
                  <a:gd name="connsiteX488" fmla="*/ 257810 w 1335193"/>
                  <a:gd name="connsiteY488" fmla="*/ 977053 h 1508759"/>
                  <a:gd name="connsiteX489" fmla="*/ 244263 w 1335193"/>
                  <a:gd name="connsiteY489" fmla="*/ 978323 h 1508759"/>
                  <a:gd name="connsiteX490" fmla="*/ 259504 w 1335193"/>
                  <a:gd name="connsiteY490" fmla="*/ 986790 h 1508759"/>
                  <a:gd name="connsiteX491" fmla="*/ 257810 w 1335193"/>
                  <a:gd name="connsiteY491" fmla="*/ 977053 h 1508759"/>
                  <a:gd name="connsiteX492" fmla="*/ 269240 w 1335193"/>
                  <a:gd name="connsiteY492" fmla="*/ 1421977 h 1508759"/>
                  <a:gd name="connsiteX493" fmla="*/ 254000 w 1335193"/>
                  <a:gd name="connsiteY493" fmla="*/ 1409277 h 1508759"/>
                  <a:gd name="connsiteX494" fmla="*/ 249767 w 1335193"/>
                  <a:gd name="connsiteY494" fmla="*/ 1424517 h 1508759"/>
                  <a:gd name="connsiteX495" fmla="*/ 263737 w 1335193"/>
                  <a:gd name="connsiteY495" fmla="*/ 1431290 h 1508759"/>
                  <a:gd name="connsiteX496" fmla="*/ 278977 w 1335193"/>
                  <a:gd name="connsiteY496" fmla="*/ 1430020 h 1508759"/>
                  <a:gd name="connsiteX497" fmla="*/ 265007 w 1335193"/>
                  <a:gd name="connsiteY497" fmla="*/ 1423247 h 1508759"/>
                  <a:gd name="connsiteX498" fmla="*/ 269240 w 1335193"/>
                  <a:gd name="connsiteY498" fmla="*/ 1421977 h 1508759"/>
                  <a:gd name="connsiteX499" fmla="*/ 265007 w 1335193"/>
                  <a:gd name="connsiteY499" fmla="*/ 1456690 h 1508759"/>
                  <a:gd name="connsiteX500" fmla="*/ 267970 w 1335193"/>
                  <a:gd name="connsiteY500" fmla="*/ 1455420 h 1508759"/>
                  <a:gd name="connsiteX501" fmla="*/ 252307 w 1335193"/>
                  <a:gd name="connsiteY501" fmla="*/ 1451187 h 1508759"/>
                  <a:gd name="connsiteX502" fmla="*/ 265007 w 1335193"/>
                  <a:gd name="connsiteY502" fmla="*/ 1456690 h 1508759"/>
                  <a:gd name="connsiteX503" fmla="*/ 270510 w 1335193"/>
                  <a:gd name="connsiteY503" fmla="*/ 1455420 h 1508759"/>
                  <a:gd name="connsiteX504" fmla="*/ 283210 w 1335193"/>
                  <a:gd name="connsiteY504" fmla="*/ 1455420 h 1508759"/>
                  <a:gd name="connsiteX505" fmla="*/ 284480 w 1335193"/>
                  <a:gd name="connsiteY505" fmla="*/ 1449917 h 1508759"/>
                  <a:gd name="connsiteX506" fmla="*/ 270510 w 1335193"/>
                  <a:gd name="connsiteY506" fmla="*/ 1455420 h 1508759"/>
                  <a:gd name="connsiteX507" fmla="*/ 308610 w 1335193"/>
                  <a:gd name="connsiteY507" fmla="*/ 1428750 h 1508759"/>
                  <a:gd name="connsiteX508" fmla="*/ 294640 w 1335193"/>
                  <a:gd name="connsiteY508" fmla="*/ 1428750 h 1508759"/>
                  <a:gd name="connsiteX509" fmla="*/ 308610 w 1335193"/>
                  <a:gd name="connsiteY509" fmla="*/ 1430020 h 1508759"/>
                  <a:gd name="connsiteX510" fmla="*/ 308610 w 1335193"/>
                  <a:gd name="connsiteY510" fmla="*/ 1428750 h 1508759"/>
                  <a:gd name="connsiteX511" fmla="*/ 297180 w 1335193"/>
                  <a:gd name="connsiteY511" fmla="*/ 1448223 h 1508759"/>
                  <a:gd name="connsiteX512" fmla="*/ 300143 w 1335193"/>
                  <a:gd name="connsiteY512" fmla="*/ 1448223 h 1508759"/>
                  <a:gd name="connsiteX513" fmla="*/ 300143 w 1335193"/>
                  <a:gd name="connsiteY513" fmla="*/ 1446953 h 1508759"/>
                  <a:gd name="connsiteX514" fmla="*/ 297180 w 1335193"/>
                  <a:gd name="connsiteY514" fmla="*/ 1448223 h 1508759"/>
                  <a:gd name="connsiteX515" fmla="*/ 327660 w 1335193"/>
                  <a:gd name="connsiteY515" fmla="*/ 902970 h 1508759"/>
                  <a:gd name="connsiteX516" fmla="*/ 312420 w 1335193"/>
                  <a:gd name="connsiteY516" fmla="*/ 904240 h 1508759"/>
                  <a:gd name="connsiteX517" fmla="*/ 327660 w 1335193"/>
                  <a:gd name="connsiteY517" fmla="*/ 912707 h 1508759"/>
                  <a:gd name="connsiteX518" fmla="*/ 330623 w 1335193"/>
                  <a:gd name="connsiteY518" fmla="*/ 897467 h 1508759"/>
                  <a:gd name="connsiteX519" fmla="*/ 327660 w 1335193"/>
                  <a:gd name="connsiteY519" fmla="*/ 902970 h 1508759"/>
                  <a:gd name="connsiteX520" fmla="*/ 315383 w 1335193"/>
                  <a:gd name="connsiteY520" fmla="*/ 1434253 h 1508759"/>
                  <a:gd name="connsiteX521" fmla="*/ 329354 w 1335193"/>
                  <a:gd name="connsiteY521" fmla="*/ 1435523 h 1508759"/>
                  <a:gd name="connsiteX522" fmla="*/ 322580 w 1335193"/>
                  <a:gd name="connsiteY522" fmla="*/ 1427057 h 1508759"/>
                  <a:gd name="connsiteX523" fmla="*/ 318346 w 1335193"/>
                  <a:gd name="connsiteY523" fmla="*/ 1428327 h 1508759"/>
                  <a:gd name="connsiteX524" fmla="*/ 315383 w 1335193"/>
                  <a:gd name="connsiteY524" fmla="*/ 1434253 h 1508759"/>
                  <a:gd name="connsiteX525" fmla="*/ 323850 w 1335193"/>
                  <a:gd name="connsiteY525" fmla="*/ 1483360 h 1508759"/>
                  <a:gd name="connsiteX526" fmla="*/ 325120 w 1335193"/>
                  <a:gd name="connsiteY526" fmla="*/ 1483360 h 1508759"/>
                  <a:gd name="connsiteX527" fmla="*/ 330623 w 1335193"/>
                  <a:gd name="connsiteY527" fmla="*/ 1483360 h 1508759"/>
                  <a:gd name="connsiteX528" fmla="*/ 333587 w 1335193"/>
                  <a:gd name="connsiteY528" fmla="*/ 1483360 h 1508759"/>
                  <a:gd name="connsiteX529" fmla="*/ 347557 w 1335193"/>
                  <a:gd name="connsiteY529" fmla="*/ 1477857 h 1508759"/>
                  <a:gd name="connsiteX530" fmla="*/ 361527 w 1335193"/>
                  <a:gd name="connsiteY530" fmla="*/ 1482090 h 1508759"/>
                  <a:gd name="connsiteX531" fmla="*/ 376767 w 1335193"/>
                  <a:gd name="connsiteY531" fmla="*/ 1468120 h 1508759"/>
                  <a:gd name="connsiteX532" fmla="*/ 374227 w 1335193"/>
                  <a:gd name="connsiteY532" fmla="*/ 1454150 h 1508759"/>
                  <a:gd name="connsiteX533" fmla="*/ 388196 w 1335193"/>
                  <a:gd name="connsiteY533" fmla="*/ 1440180 h 1508759"/>
                  <a:gd name="connsiteX534" fmla="*/ 372533 w 1335193"/>
                  <a:gd name="connsiteY534" fmla="*/ 1447377 h 1508759"/>
                  <a:gd name="connsiteX535" fmla="*/ 356023 w 1335193"/>
                  <a:gd name="connsiteY535" fmla="*/ 1448647 h 1508759"/>
                  <a:gd name="connsiteX536" fmla="*/ 342054 w 1335193"/>
                  <a:gd name="connsiteY536" fmla="*/ 1452880 h 1508759"/>
                  <a:gd name="connsiteX537" fmla="*/ 328083 w 1335193"/>
                  <a:gd name="connsiteY537" fmla="*/ 1451610 h 1508759"/>
                  <a:gd name="connsiteX538" fmla="*/ 342054 w 1335193"/>
                  <a:gd name="connsiteY538" fmla="*/ 1460077 h 1508759"/>
                  <a:gd name="connsiteX539" fmla="*/ 328083 w 1335193"/>
                  <a:gd name="connsiteY539" fmla="*/ 1464310 h 1508759"/>
                  <a:gd name="connsiteX540" fmla="*/ 321310 w 1335193"/>
                  <a:gd name="connsiteY540" fmla="*/ 1478280 h 1508759"/>
                  <a:gd name="connsiteX541" fmla="*/ 323850 w 1335193"/>
                  <a:gd name="connsiteY541" fmla="*/ 1483360 h 1508759"/>
                  <a:gd name="connsiteX542" fmla="*/ 372533 w 1335193"/>
                  <a:gd name="connsiteY542" fmla="*/ 1483360 h 1508759"/>
                  <a:gd name="connsiteX543" fmla="*/ 386504 w 1335193"/>
                  <a:gd name="connsiteY543" fmla="*/ 1497330 h 1508759"/>
                  <a:gd name="connsiteX544" fmla="*/ 401743 w 1335193"/>
                  <a:gd name="connsiteY544" fmla="*/ 1497330 h 1508759"/>
                  <a:gd name="connsiteX545" fmla="*/ 405977 w 1335193"/>
                  <a:gd name="connsiteY545" fmla="*/ 1483360 h 1508759"/>
                  <a:gd name="connsiteX546" fmla="*/ 394970 w 1335193"/>
                  <a:gd name="connsiteY546" fmla="*/ 1483360 h 1508759"/>
                  <a:gd name="connsiteX547" fmla="*/ 381000 w 1335193"/>
                  <a:gd name="connsiteY547" fmla="*/ 1487593 h 1508759"/>
                  <a:gd name="connsiteX548" fmla="*/ 374227 w 1335193"/>
                  <a:gd name="connsiteY548" fmla="*/ 1483360 h 1508759"/>
                  <a:gd name="connsiteX549" fmla="*/ 372533 w 1335193"/>
                  <a:gd name="connsiteY549" fmla="*/ 1483360 h 1508759"/>
                  <a:gd name="connsiteX550" fmla="*/ 390737 w 1335193"/>
                  <a:gd name="connsiteY550" fmla="*/ 1469390 h 1508759"/>
                  <a:gd name="connsiteX551" fmla="*/ 376767 w 1335193"/>
                  <a:gd name="connsiteY551" fmla="*/ 1471930 h 1508759"/>
                  <a:gd name="connsiteX552" fmla="*/ 390737 w 1335193"/>
                  <a:gd name="connsiteY552" fmla="*/ 1470660 h 1508759"/>
                  <a:gd name="connsiteX553" fmla="*/ 390737 w 1335193"/>
                  <a:gd name="connsiteY553" fmla="*/ 1469390 h 1508759"/>
                  <a:gd name="connsiteX554" fmla="*/ 497840 w 1335193"/>
                  <a:gd name="connsiteY554" fmla="*/ 731520 h 1508759"/>
                  <a:gd name="connsiteX555" fmla="*/ 499533 w 1335193"/>
                  <a:gd name="connsiteY555" fmla="*/ 732790 h 1508759"/>
                  <a:gd name="connsiteX556" fmla="*/ 514773 w 1335193"/>
                  <a:gd name="connsiteY556" fmla="*/ 735753 h 1508759"/>
                  <a:gd name="connsiteX557" fmla="*/ 530013 w 1335193"/>
                  <a:gd name="connsiteY557" fmla="*/ 731520 h 1508759"/>
                  <a:gd name="connsiteX558" fmla="*/ 527473 w 1335193"/>
                  <a:gd name="connsiteY558" fmla="*/ 724747 h 1508759"/>
                  <a:gd name="connsiteX559" fmla="*/ 542713 w 1335193"/>
                  <a:gd name="connsiteY559" fmla="*/ 727710 h 1508759"/>
                  <a:gd name="connsiteX560" fmla="*/ 542713 w 1335193"/>
                  <a:gd name="connsiteY560" fmla="*/ 723477 h 1508759"/>
                  <a:gd name="connsiteX561" fmla="*/ 527473 w 1335193"/>
                  <a:gd name="connsiteY561" fmla="*/ 719243 h 1508759"/>
                  <a:gd name="connsiteX562" fmla="*/ 511810 w 1335193"/>
                  <a:gd name="connsiteY562" fmla="*/ 720513 h 1508759"/>
                  <a:gd name="connsiteX563" fmla="*/ 497840 w 1335193"/>
                  <a:gd name="connsiteY563" fmla="*/ 724747 h 1508759"/>
                  <a:gd name="connsiteX564" fmla="*/ 497840 w 1335193"/>
                  <a:gd name="connsiteY564" fmla="*/ 731520 h 1508759"/>
                  <a:gd name="connsiteX565" fmla="*/ 306917 w 1335193"/>
                  <a:gd name="connsiteY565" fmla="*/ 1452457 h 1508759"/>
                  <a:gd name="connsiteX566" fmla="*/ 301413 w 1335193"/>
                  <a:gd name="connsiteY566" fmla="*/ 1442720 h 1508759"/>
                  <a:gd name="connsiteX567" fmla="*/ 301413 w 1335193"/>
                  <a:gd name="connsiteY567" fmla="*/ 1448223 h 1508759"/>
                  <a:gd name="connsiteX568" fmla="*/ 306917 w 1335193"/>
                  <a:gd name="connsiteY568" fmla="*/ 1452457 h 1508759"/>
                  <a:gd name="connsiteX569" fmla="*/ 315383 w 1335193"/>
                  <a:gd name="connsiteY569" fmla="*/ 1440180 h 1508759"/>
                  <a:gd name="connsiteX570" fmla="*/ 315383 w 1335193"/>
                  <a:gd name="connsiteY570" fmla="*/ 1437217 h 1508759"/>
                  <a:gd name="connsiteX571" fmla="*/ 312420 w 1335193"/>
                  <a:gd name="connsiteY571" fmla="*/ 1435947 h 1508759"/>
                  <a:gd name="connsiteX572" fmla="*/ 298450 w 1335193"/>
                  <a:gd name="connsiteY572" fmla="*/ 1434677 h 1508759"/>
                  <a:gd name="connsiteX573" fmla="*/ 284480 w 1335193"/>
                  <a:gd name="connsiteY573" fmla="*/ 1438910 h 1508759"/>
                  <a:gd name="connsiteX574" fmla="*/ 298450 w 1335193"/>
                  <a:gd name="connsiteY574" fmla="*/ 1438910 h 1508759"/>
                  <a:gd name="connsiteX575" fmla="*/ 300990 w 1335193"/>
                  <a:gd name="connsiteY575" fmla="*/ 1443143 h 1508759"/>
                  <a:gd name="connsiteX576" fmla="*/ 315383 w 1335193"/>
                  <a:gd name="connsiteY576" fmla="*/ 1440180 h 1508759"/>
                  <a:gd name="connsiteX577" fmla="*/ 325120 w 1335193"/>
                  <a:gd name="connsiteY577" fmla="*/ 1423247 h 1508759"/>
                  <a:gd name="connsiteX578" fmla="*/ 320887 w 1335193"/>
                  <a:gd name="connsiteY578" fmla="*/ 1423247 h 1508759"/>
                  <a:gd name="connsiteX579" fmla="*/ 318346 w 1335193"/>
                  <a:gd name="connsiteY579" fmla="*/ 1427480 h 1508759"/>
                  <a:gd name="connsiteX580" fmla="*/ 325120 w 1335193"/>
                  <a:gd name="connsiteY580" fmla="*/ 1423247 h 1508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</a:cxnLst>
                <a:rect l="l" t="t" r="r" b="b"/>
                <a:pathLst>
                  <a:path w="1335193" h="1508759">
                    <a:moveTo>
                      <a:pt x="0" y="146897"/>
                    </a:moveTo>
                    <a:lnTo>
                      <a:pt x="15240" y="137160"/>
                    </a:lnTo>
                    <a:lnTo>
                      <a:pt x="38946" y="144357"/>
                    </a:lnTo>
                    <a:lnTo>
                      <a:pt x="57150" y="138853"/>
                    </a:lnTo>
                    <a:lnTo>
                      <a:pt x="43180" y="126577"/>
                    </a:lnTo>
                    <a:lnTo>
                      <a:pt x="71120" y="109643"/>
                    </a:lnTo>
                    <a:lnTo>
                      <a:pt x="88900" y="111337"/>
                    </a:lnTo>
                    <a:lnTo>
                      <a:pt x="107104" y="113877"/>
                    </a:lnTo>
                    <a:lnTo>
                      <a:pt x="138007" y="138853"/>
                    </a:lnTo>
                    <a:lnTo>
                      <a:pt x="143510" y="143087"/>
                    </a:lnTo>
                    <a:lnTo>
                      <a:pt x="153246" y="149860"/>
                    </a:lnTo>
                    <a:lnTo>
                      <a:pt x="168487" y="159597"/>
                    </a:lnTo>
                    <a:lnTo>
                      <a:pt x="184996" y="173567"/>
                    </a:lnTo>
                    <a:lnTo>
                      <a:pt x="197273" y="191770"/>
                    </a:lnTo>
                    <a:lnTo>
                      <a:pt x="217170" y="190077"/>
                    </a:lnTo>
                    <a:lnTo>
                      <a:pt x="245110" y="197273"/>
                    </a:lnTo>
                    <a:lnTo>
                      <a:pt x="259080" y="197273"/>
                    </a:lnTo>
                    <a:lnTo>
                      <a:pt x="282787" y="205740"/>
                    </a:lnTo>
                    <a:lnTo>
                      <a:pt x="299720" y="201507"/>
                    </a:lnTo>
                    <a:lnTo>
                      <a:pt x="313690" y="196003"/>
                    </a:lnTo>
                    <a:lnTo>
                      <a:pt x="334433" y="194733"/>
                    </a:lnTo>
                    <a:lnTo>
                      <a:pt x="345440" y="180763"/>
                    </a:lnTo>
                    <a:lnTo>
                      <a:pt x="363643" y="177800"/>
                    </a:lnTo>
                    <a:lnTo>
                      <a:pt x="377613" y="182033"/>
                    </a:lnTo>
                    <a:lnTo>
                      <a:pt x="395817" y="190500"/>
                    </a:lnTo>
                    <a:lnTo>
                      <a:pt x="412327" y="194733"/>
                    </a:lnTo>
                    <a:lnTo>
                      <a:pt x="429260" y="197697"/>
                    </a:lnTo>
                    <a:lnTo>
                      <a:pt x="444500" y="200660"/>
                    </a:lnTo>
                    <a:lnTo>
                      <a:pt x="458470" y="209127"/>
                    </a:lnTo>
                    <a:lnTo>
                      <a:pt x="471170" y="214630"/>
                    </a:lnTo>
                    <a:lnTo>
                      <a:pt x="476673" y="206163"/>
                    </a:lnTo>
                    <a:lnTo>
                      <a:pt x="491913" y="203623"/>
                    </a:lnTo>
                    <a:lnTo>
                      <a:pt x="493183" y="189653"/>
                    </a:lnTo>
                    <a:lnTo>
                      <a:pt x="502920" y="175683"/>
                    </a:lnTo>
                    <a:lnTo>
                      <a:pt x="516890" y="170180"/>
                    </a:lnTo>
                    <a:lnTo>
                      <a:pt x="522393" y="168910"/>
                    </a:lnTo>
                    <a:lnTo>
                      <a:pt x="537633" y="170180"/>
                    </a:lnTo>
                    <a:lnTo>
                      <a:pt x="551604" y="157903"/>
                    </a:lnTo>
                    <a:lnTo>
                      <a:pt x="550333" y="142240"/>
                    </a:lnTo>
                    <a:lnTo>
                      <a:pt x="547370" y="128270"/>
                    </a:lnTo>
                    <a:lnTo>
                      <a:pt x="549063" y="113030"/>
                    </a:lnTo>
                    <a:lnTo>
                      <a:pt x="557530" y="99060"/>
                    </a:lnTo>
                    <a:lnTo>
                      <a:pt x="553296" y="93557"/>
                    </a:lnTo>
                    <a:lnTo>
                      <a:pt x="556260" y="78317"/>
                    </a:lnTo>
                    <a:lnTo>
                      <a:pt x="566420" y="64347"/>
                    </a:lnTo>
                    <a:lnTo>
                      <a:pt x="564727" y="63077"/>
                    </a:lnTo>
                    <a:lnTo>
                      <a:pt x="563457" y="61807"/>
                    </a:lnTo>
                    <a:lnTo>
                      <a:pt x="578696" y="53340"/>
                    </a:lnTo>
                    <a:lnTo>
                      <a:pt x="593937" y="46567"/>
                    </a:lnTo>
                    <a:lnTo>
                      <a:pt x="607907" y="35137"/>
                    </a:lnTo>
                    <a:lnTo>
                      <a:pt x="621877" y="22437"/>
                    </a:lnTo>
                    <a:lnTo>
                      <a:pt x="635846" y="19473"/>
                    </a:lnTo>
                    <a:lnTo>
                      <a:pt x="651087" y="19473"/>
                    </a:lnTo>
                    <a:lnTo>
                      <a:pt x="665057" y="22437"/>
                    </a:lnTo>
                    <a:lnTo>
                      <a:pt x="679027" y="25400"/>
                    </a:lnTo>
                    <a:lnTo>
                      <a:pt x="694267" y="22437"/>
                    </a:lnTo>
                    <a:lnTo>
                      <a:pt x="709507" y="13970"/>
                    </a:lnTo>
                    <a:lnTo>
                      <a:pt x="710777" y="12700"/>
                    </a:lnTo>
                    <a:lnTo>
                      <a:pt x="713740" y="11430"/>
                    </a:lnTo>
                    <a:lnTo>
                      <a:pt x="727710" y="4233"/>
                    </a:lnTo>
                    <a:lnTo>
                      <a:pt x="742950" y="2963"/>
                    </a:lnTo>
                    <a:lnTo>
                      <a:pt x="758190" y="0"/>
                    </a:lnTo>
                    <a:lnTo>
                      <a:pt x="773430" y="12700"/>
                    </a:lnTo>
                    <a:lnTo>
                      <a:pt x="791633" y="26670"/>
                    </a:lnTo>
                    <a:lnTo>
                      <a:pt x="815340" y="32173"/>
                    </a:lnTo>
                    <a:lnTo>
                      <a:pt x="847513" y="46143"/>
                    </a:lnTo>
                    <a:lnTo>
                      <a:pt x="875454" y="51647"/>
                    </a:lnTo>
                    <a:lnTo>
                      <a:pt x="902123" y="57150"/>
                    </a:lnTo>
                    <a:lnTo>
                      <a:pt x="902123" y="58420"/>
                    </a:lnTo>
                    <a:lnTo>
                      <a:pt x="916093" y="74930"/>
                    </a:lnTo>
                    <a:lnTo>
                      <a:pt x="921596" y="93133"/>
                    </a:lnTo>
                    <a:lnTo>
                      <a:pt x="899160" y="111337"/>
                    </a:lnTo>
                    <a:lnTo>
                      <a:pt x="880957" y="122343"/>
                    </a:lnTo>
                    <a:lnTo>
                      <a:pt x="880957" y="138853"/>
                    </a:lnTo>
                    <a:lnTo>
                      <a:pt x="899160" y="149860"/>
                    </a:lnTo>
                    <a:lnTo>
                      <a:pt x="902123" y="151130"/>
                    </a:lnTo>
                    <a:lnTo>
                      <a:pt x="888154" y="155363"/>
                    </a:lnTo>
                    <a:lnTo>
                      <a:pt x="872913" y="157903"/>
                    </a:lnTo>
                    <a:lnTo>
                      <a:pt x="857673" y="163407"/>
                    </a:lnTo>
                    <a:lnTo>
                      <a:pt x="846243" y="167640"/>
                    </a:lnTo>
                    <a:lnTo>
                      <a:pt x="842010" y="168910"/>
                    </a:lnTo>
                    <a:lnTo>
                      <a:pt x="855980" y="170180"/>
                    </a:lnTo>
                    <a:lnTo>
                      <a:pt x="871220" y="170180"/>
                    </a:lnTo>
                    <a:lnTo>
                      <a:pt x="880957" y="184150"/>
                    </a:lnTo>
                    <a:lnTo>
                      <a:pt x="869527" y="198120"/>
                    </a:lnTo>
                    <a:lnTo>
                      <a:pt x="855557" y="213360"/>
                    </a:lnTo>
                    <a:lnTo>
                      <a:pt x="855557" y="223097"/>
                    </a:lnTo>
                    <a:lnTo>
                      <a:pt x="855557" y="224367"/>
                    </a:lnTo>
                    <a:lnTo>
                      <a:pt x="866987" y="239607"/>
                    </a:lnTo>
                    <a:lnTo>
                      <a:pt x="876723" y="253577"/>
                    </a:lnTo>
                    <a:lnTo>
                      <a:pt x="896196" y="268817"/>
                    </a:lnTo>
                    <a:lnTo>
                      <a:pt x="910167" y="271780"/>
                    </a:lnTo>
                    <a:lnTo>
                      <a:pt x="924137" y="274743"/>
                    </a:lnTo>
                    <a:lnTo>
                      <a:pt x="938107" y="277283"/>
                    </a:lnTo>
                    <a:lnTo>
                      <a:pt x="952077" y="281517"/>
                    </a:lnTo>
                    <a:lnTo>
                      <a:pt x="967317" y="288713"/>
                    </a:lnTo>
                    <a:lnTo>
                      <a:pt x="983827" y="303953"/>
                    </a:lnTo>
                    <a:lnTo>
                      <a:pt x="999067" y="317923"/>
                    </a:lnTo>
                    <a:lnTo>
                      <a:pt x="1016000" y="326390"/>
                    </a:lnTo>
                    <a:lnTo>
                      <a:pt x="1031663" y="333163"/>
                    </a:lnTo>
                    <a:lnTo>
                      <a:pt x="1040130" y="337397"/>
                    </a:lnTo>
                    <a:lnTo>
                      <a:pt x="1040130" y="340360"/>
                    </a:lnTo>
                    <a:lnTo>
                      <a:pt x="1040130" y="355600"/>
                    </a:lnTo>
                    <a:lnTo>
                      <a:pt x="1031663" y="369570"/>
                    </a:lnTo>
                    <a:lnTo>
                      <a:pt x="1016000" y="382270"/>
                    </a:lnTo>
                    <a:lnTo>
                      <a:pt x="1002030" y="392007"/>
                    </a:lnTo>
                    <a:lnTo>
                      <a:pt x="988060" y="405977"/>
                    </a:lnTo>
                    <a:lnTo>
                      <a:pt x="975360" y="421217"/>
                    </a:lnTo>
                    <a:lnTo>
                      <a:pt x="962660" y="435187"/>
                    </a:lnTo>
                    <a:lnTo>
                      <a:pt x="957157" y="444923"/>
                    </a:lnTo>
                    <a:lnTo>
                      <a:pt x="960120" y="458893"/>
                    </a:lnTo>
                    <a:lnTo>
                      <a:pt x="974090" y="471593"/>
                    </a:lnTo>
                    <a:lnTo>
                      <a:pt x="988060" y="481330"/>
                    </a:lnTo>
                    <a:lnTo>
                      <a:pt x="997796" y="492337"/>
                    </a:lnTo>
                    <a:lnTo>
                      <a:pt x="1011767" y="506307"/>
                    </a:lnTo>
                    <a:lnTo>
                      <a:pt x="1021504" y="519007"/>
                    </a:lnTo>
                    <a:lnTo>
                      <a:pt x="1029970" y="532977"/>
                    </a:lnTo>
                    <a:lnTo>
                      <a:pt x="1043940" y="546947"/>
                    </a:lnTo>
                    <a:lnTo>
                      <a:pt x="1057910" y="559647"/>
                    </a:lnTo>
                    <a:lnTo>
                      <a:pt x="1071880" y="573617"/>
                    </a:lnTo>
                    <a:lnTo>
                      <a:pt x="1078654" y="587587"/>
                    </a:lnTo>
                    <a:lnTo>
                      <a:pt x="1081617" y="590550"/>
                    </a:lnTo>
                    <a:lnTo>
                      <a:pt x="1091354" y="604520"/>
                    </a:lnTo>
                    <a:lnTo>
                      <a:pt x="1096857" y="614257"/>
                    </a:lnTo>
                    <a:lnTo>
                      <a:pt x="1102360" y="628227"/>
                    </a:lnTo>
                    <a:lnTo>
                      <a:pt x="1088390" y="629497"/>
                    </a:lnTo>
                    <a:lnTo>
                      <a:pt x="1073150" y="633730"/>
                    </a:lnTo>
                    <a:lnTo>
                      <a:pt x="1059180" y="636693"/>
                    </a:lnTo>
                    <a:lnTo>
                      <a:pt x="1073150" y="645160"/>
                    </a:lnTo>
                    <a:lnTo>
                      <a:pt x="1063413" y="659130"/>
                    </a:lnTo>
                    <a:lnTo>
                      <a:pt x="1066377" y="674370"/>
                    </a:lnTo>
                    <a:lnTo>
                      <a:pt x="1057910" y="688340"/>
                    </a:lnTo>
                    <a:lnTo>
                      <a:pt x="1060873" y="698077"/>
                    </a:lnTo>
                    <a:lnTo>
                      <a:pt x="1074843" y="698077"/>
                    </a:lnTo>
                    <a:lnTo>
                      <a:pt x="1085850" y="712047"/>
                    </a:lnTo>
                    <a:lnTo>
                      <a:pt x="1071880" y="717550"/>
                    </a:lnTo>
                    <a:lnTo>
                      <a:pt x="1060873" y="731520"/>
                    </a:lnTo>
                    <a:lnTo>
                      <a:pt x="1068070" y="745490"/>
                    </a:lnTo>
                    <a:lnTo>
                      <a:pt x="1082040" y="757767"/>
                    </a:lnTo>
                    <a:lnTo>
                      <a:pt x="1097280" y="762000"/>
                    </a:lnTo>
                    <a:lnTo>
                      <a:pt x="1109980" y="760730"/>
                    </a:lnTo>
                    <a:lnTo>
                      <a:pt x="1123950" y="763270"/>
                    </a:lnTo>
                    <a:lnTo>
                      <a:pt x="1135380" y="777240"/>
                    </a:lnTo>
                    <a:lnTo>
                      <a:pt x="1118447" y="789940"/>
                    </a:lnTo>
                    <a:lnTo>
                      <a:pt x="1114213" y="791210"/>
                    </a:lnTo>
                    <a:lnTo>
                      <a:pt x="1115483" y="800947"/>
                    </a:lnTo>
                    <a:lnTo>
                      <a:pt x="1118023" y="802217"/>
                    </a:lnTo>
                    <a:lnTo>
                      <a:pt x="1124797" y="816187"/>
                    </a:lnTo>
                    <a:lnTo>
                      <a:pt x="1138767" y="825923"/>
                    </a:lnTo>
                    <a:lnTo>
                      <a:pt x="1154007" y="828463"/>
                    </a:lnTo>
                    <a:lnTo>
                      <a:pt x="1167977" y="834390"/>
                    </a:lnTo>
                    <a:lnTo>
                      <a:pt x="1181947" y="841163"/>
                    </a:lnTo>
                    <a:lnTo>
                      <a:pt x="1187450" y="855133"/>
                    </a:lnTo>
                    <a:lnTo>
                      <a:pt x="1195917" y="870373"/>
                    </a:lnTo>
                    <a:lnTo>
                      <a:pt x="1181947" y="884343"/>
                    </a:lnTo>
                    <a:lnTo>
                      <a:pt x="1167977" y="895350"/>
                    </a:lnTo>
                    <a:lnTo>
                      <a:pt x="1154007" y="909320"/>
                    </a:lnTo>
                    <a:lnTo>
                      <a:pt x="1138767" y="913553"/>
                    </a:lnTo>
                    <a:lnTo>
                      <a:pt x="1134533" y="916517"/>
                    </a:lnTo>
                    <a:lnTo>
                      <a:pt x="1133263" y="917787"/>
                    </a:lnTo>
                    <a:lnTo>
                      <a:pt x="1134533" y="917787"/>
                    </a:lnTo>
                    <a:lnTo>
                      <a:pt x="1148504" y="927523"/>
                    </a:lnTo>
                    <a:lnTo>
                      <a:pt x="1162473" y="937260"/>
                    </a:lnTo>
                    <a:lnTo>
                      <a:pt x="1170940" y="941493"/>
                    </a:lnTo>
                    <a:lnTo>
                      <a:pt x="1184910" y="946997"/>
                    </a:lnTo>
                    <a:lnTo>
                      <a:pt x="1200150" y="958003"/>
                    </a:lnTo>
                    <a:lnTo>
                      <a:pt x="1214120" y="962237"/>
                    </a:lnTo>
                    <a:lnTo>
                      <a:pt x="1228090" y="965200"/>
                    </a:lnTo>
                    <a:lnTo>
                      <a:pt x="1242060" y="973667"/>
                    </a:lnTo>
                    <a:lnTo>
                      <a:pt x="1257300" y="983403"/>
                    </a:lnTo>
                    <a:lnTo>
                      <a:pt x="1271270" y="988907"/>
                    </a:lnTo>
                    <a:lnTo>
                      <a:pt x="1286510" y="994410"/>
                    </a:lnTo>
                    <a:lnTo>
                      <a:pt x="1293283" y="1008380"/>
                    </a:lnTo>
                    <a:lnTo>
                      <a:pt x="1308523" y="1018117"/>
                    </a:lnTo>
                    <a:lnTo>
                      <a:pt x="1322493" y="1027853"/>
                    </a:lnTo>
                    <a:lnTo>
                      <a:pt x="1335193" y="1040553"/>
                    </a:lnTo>
                    <a:lnTo>
                      <a:pt x="1325457" y="1055793"/>
                    </a:lnTo>
                    <a:lnTo>
                      <a:pt x="1319954" y="1069763"/>
                    </a:lnTo>
                    <a:lnTo>
                      <a:pt x="1315720" y="1083733"/>
                    </a:lnTo>
                    <a:lnTo>
                      <a:pt x="1310217" y="1097703"/>
                    </a:lnTo>
                    <a:lnTo>
                      <a:pt x="1296247" y="1111673"/>
                    </a:lnTo>
                    <a:lnTo>
                      <a:pt x="1281007" y="1122680"/>
                    </a:lnTo>
                    <a:lnTo>
                      <a:pt x="1267037" y="1136650"/>
                    </a:lnTo>
                    <a:lnTo>
                      <a:pt x="1253067" y="1146387"/>
                    </a:lnTo>
                    <a:lnTo>
                      <a:pt x="1243330" y="1153160"/>
                    </a:lnTo>
                    <a:lnTo>
                      <a:pt x="1229360" y="1168400"/>
                    </a:lnTo>
                    <a:lnTo>
                      <a:pt x="1215813" y="1179407"/>
                    </a:lnTo>
                    <a:lnTo>
                      <a:pt x="1201843" y="1193377"/>
                    </a:lnTo>
                    <a:lnTo>
                      <a:pt x="1196340" y="1198880"/>
                    </a:lnTo>
                    <a:lnTo>
                      <a:pt x="1196340" y="1200150"/>
                    </a:lnTo>
                    <a:lnTo>
                      <a:pt x="1185333" y="1211580"/>
                    </a:lnTo>
                    <a:lnTo>
                      <a:pt x="1181100" y="1218353"/>
                    </a:lnTo>
                    <a:lnTo>
                      <a:pt x="1167130" y="1228090"/>
                    </a:lnTo>
                    <a:lnTo>
                      <a:pt x="1156123" y="1242060"/>
                    </a:lnTo>
                    <a:lnTo>
                      <a:pt x="1142154" y="1253067"/>
                    </a:lnTo>
                    <a:lnTo>
                      <a:pt x="1134110" y="1254337"/>
                    </a:lnTo>
                    <a:lnTo>
                      <a:pt x="1131147" y="1257300"/>
                    </a:lnTo>
                    <a:lnTo>
                      <a:pt x="1129454" y="1261533"/>
                    </a:lnTo>
                    <a:lnTo>
                      <a:pt x="1115483" y="1274233"/>
                    </a:lnTo>
                    <a:lnTo>
                      <a:pt x="1107017" y="1283970"/>
                    </a:lnTo>
                    <a:lnTo>
                      <a:pt x="1093047" y="1294977"/>
                    </a:lnTo>
                    <a:lnTo>
                      <a:pt x="1079077" y="1302173"/>
                    </a:lnTo>
                    <a:lnTo>
                      <a:pt x="1065107" y="1310640"/>
                    </a:lnTo>
                    <a:lnTo>
                      <a:pt x="1062143" y="1311910"/>
                    </a:lnTo>
                    <a:lnTo>
                      <a:pt x="1059604" y="1313180"/>
                    </a:lnTo>
                    <a:lnTo>
                      <a:pt x="1045633" y="1322917"/>
                    </a:lnTo>
                    <a:lnTo>
                      <a:pt x="1031663" y="1335617"/>
                    </a:lnTo>
                    <a:lnTo>
                      <a:pt x="1024890" y="1336887"/>
                    </a:lnTo>
                    <a:lnTo>
                      <a:pt x="1023620" y="1338157"/>
                    </a:lnTo>
                    <a:lnTo>
                      <a:pt x="1009650" y="1349163"/>
                    </a:lnTo>
                    <a:lnTo>
                      <a:pt x="1006687" y="1350433"/>
                    </a:lnTo>
                    <a:lnTo>
                      <a:pt x="991446" y="1362710"/>
                    </a:lnTo>
                    <a:lnTo>
                      <a:pt x="984673" y="1368213"/>
                    </a:lnTo>
                    <a:lnTo>
                      <a:pt x="971127" y="1380913"/>
                    </a:lnTo>
                    <a:lnTo>
                      <a:pt x="958427" y="1390650"/>
                    </a:lnTo>
                    <a:lnTo>
                      <a:pt x="949960" y="1399117"/>
                    </a:lnTo>
                    <a:lnTo>
                      <a:pt x="946996" y="1407583"/>
                    </a:lnTo>
                    <a:lnTo>
                      <a:pt x="933027" y="1408853"/>
                    </a:lnTo>
                    <a:lnTo>
                      <a:pt x="917787" y="1404620"/>
                    </a:lnTo>
                    <a:lnTo>
                      <a:pt x="902546" y="1405890"/>
                    </a:lnTo>
                    <a:lnTo>
                      <a:pt x="888577" y="1402927"/>
                    </a:lnTo>
                    <a:lnTo>
                      <a:pt x="880110" y="1396153"/>
                    </a:lnTo>
                    <a:lnTo>
                      <a:pt x="877570" y="1396153"/>
                    </a:lnTo>
                    <a:lnTo>
                      <a:pt x="862330" y="1402927"/>
                    </a:lnTo>
                    <a:lnTo>
                      <a:pt x="848360" y="1408430"/>
                    </a:lnTo>
                    <a:lnTo>
                      <a:pt x="833120" y="1409700"/>
                    </a:lnTo>
                    <a:lnTo>
                      <a:pt x="819150" y="1413933"/>
                    </a:lnTo>
                    <a:lnTo>
                      <a:pt x="805180" y="1413933"/>
                    </a:lnTo>
                    <a:lnTo>
                      <a:pt x="796713" y="1408430"/>
                    </a:lnTo>
                    <a:lnTo>
                      <a:pt x="793750" y="1416897"/>
                    </a:lnTo>
                    <a:lnTo>
                      <a:pt x="779780" y="1423670"/>
                    </a:lnTo>
                    <a:lnTo>
                      <a:pt x="765810" y="1419437"/>
                    </a:lnTo>
                    <a:lnTo>
                      <a:pt x="750570" y="1416897"/>
                    </a:lnTo>
                    <a:lnTo>
                      <a:pt x="736600" y="1409700"/>
                    </a:lnTo>
                    <a:lnTo>
                      <a:pt x="743796" y="1423670"/>
                    </a:lnTo>
                    <a:lnTo>
                      <a:pt x="728557" y="1429173"/>
                    </a:lnTo>
                    <a:lnTo>
                      <a:pt x="734060" y="1443143"/>
                    </a:lnTo>
                    <a:lnTo>
                      <a:pt x="720090" y="1444413"/>
                    </a:lnTo>
                    <a:lnTo>
                      <a:pt x="706120" y="1437217"/>
                    </a:lnTo>
                    <a:lnTo>
                      <a:pt x="703157" y="1423247"/>
                    </a:lnTo>
                    <a:lnTo>
                      <a:pt x="699346" y="1430443"/>
                    </a:lnTo>
                    <a:lnTo>
                      <a:pt x="684107" y="1441450"/>
                    </a:lnTo>
                    <a:lnTo>
                      <a:pt x="670137" y="1440180"/>
                    </a:lnTo>
                    <a:lnTo>
                      <a:pt x="654896" y="1441450"/>
                    </a:lnTo>
                    <a:lnTo>
                      <a:pt x="640927" y="1448223"/>
                    </a:lnTo>
                    <a:lnTo>
                      <a:pt x="626957" y="1449493"/>
                    </a:lnTo>
                    <a:lnTo>
                      <a:pt x="612987" y="1452033"/>
                    </a:lnTo>
                    <a:lnTo>
                      <a:pt x="599017" y="1459230"/>
                    </a:lnTo>
                    <a:lnTo>
                      <a:pt x="585046" y="1459230"/>
                    </a:lnTo>
                    <a:lnTo>
                      <a:pt x="582507" y="1459230"/>
                    </a:lnTo>
                    <a:lnTo>
                      <a:pt x="577004" y="1474470"/>
                    </a:lnTo>
                    <a:lnTo>
                      <a:pt x="572770" y="1479973"/>
                    </a:lnTo>
                    <a:lnTo>
                      <a:pt x="563033" y="1479973"/>
                    </a:lnTo>
                    <a:lnTo>
                      <a:pt x="553296" y="1479973"/>
                    </a:lnTo>
                    <a:lnTo>
                      <a:pt x="549063" y="1479973"/>
                    </a:lnTo>
                    <a:lnTo>
                      <a:pt x="547793" y="1471507"/>
                    </a:lnTo>
                    <a:lnTo>
                      <a:pt x="533823" y="1472777"/>
                    </a:lnTo>
                    <a:lnTo>
                      <a:pt x="518583" y="1477010"/>
                    </a:lnTo>
                    <a:lnTo>
                      <a:pt x="504613" y="1479973"/>
                    </a:lnTo>
                    <a:lnTo>
                      <a:pt x="499110" y="1479973"/>
                    </a:lnTo>
                    <a:lnTo>
                      <a:pt x="497840" y="1479973"/>
                    </a:lnTo>
                    <a:lnTo>
                      <a:pt x="482600" y="1489710"/>
                    </a:lnTo>
                    <a:lnTo>
                      <a:pt x="466937" y="1489710"/>
                    </a:lnTo>
                    <a:lnTo>
                      <a:pt x="452967" y="1492673"/>
                    </a:lnTo>
                    <a:lnTo>
                      <a:pt x="437727" y="1491403"/>
                    </a:lnTo>
                    <a:lnTo>
                      <a:pt x="452967" y="1482937"/>
                    </a:lnTo>
                    <a:lnTo>
                      <a:pt x="454660" y="1479973"/>
                    </a:lnTo>
                    <a:lnTo>
                      <a:pt x="449157" y="1479973"/>
                    </a:lnTo>
                    <a:lnTo>
                      <a:pt x="447887" y="1482937"/>
                    </a:lnTo>
                    <a:lnTo>
                      <a:pt x="447887" y="1484207"/>
                    </a:lnTo>
                    <a:lnTo>
                      <a:pt x="432646" y="1493943"/>
                    </a:lnTo>
                    <a:lnTo>
                      <a:pt x="418677" y="1506220"/>
                    </a:lnTo>
                    <a:lnTo>
                      <a:pt x="404707" y="1507490"/>
                    </a:lnTo>
                    <a:lnTo>
                      <a:pt x="389467" y="1508760"/>
                    </a:lnTo>
                    <a:lnTo>
                      <a:pt x="404707" y="1500293"/>
                    </a:lnTo>
                    <a:lnTo>
                      <a:pt x="417407" y="1494790"/>
                    </a:lnTo>
                    <a:lnTo>
                      <a:pt x="414443" y="1479550"/>
                    </a:lnTo>
                    <a:lnTo>
                      <a:pt x="418677" y="1479550"/>
                    </a:lnTo>
                    <a:lnTo>
                      <a:pt x="410210" y="1478280"/>
                    </a:lnTo>
                    <a:lnTo>
                      <a:pt x="424180" y="1472777"/>
                    </a:lnTo>
                    <a:lnTo>
                      <a:pt x="410210" y="1472777"/>
                    </a:lnTo>
                    <a:lnTo>
                      <a:pt x="394970" y="1465580"/>
                    </a:lnTo>
                    <a:lnTo>
                      <a:pt x="394970" y="1461347"/>
                    </a:lnTo>
                    <a:lnTo>
                      <a:pt x="381000" y="1454150"/>
                    </a:lnTo>
                    <a:lnTo>
                      <a:pt x="389467" y="1440180"/>
                    </a:lnTo>
                    <a:lnTo>
                      <a:pt x="403437" y="1424940"/>
                    </a:lnTo>
                    <a:lnTo>
                      <a:pt x="388196" y="1430443"/>
                    </a:lnTo>
                    <a:lnTo>
                      <a:pt x="374227" y="1437640"/>
                    </a:lnTo>
                    <a:lnTo>
                      <a:pt x="360257" y="1443143"/>
                    </a:lnTo>
                    <a:lnTo>
                      <a:pt x="345017" y="1443143"/>
                    </a:lnTo>
                    <a:lnTo>
                      <a:pt x="332317" y="1434677"/>
                    </a:lnTo>
                    <a:lnTo>
                      <a:pt x="337820" y="1420707"/>
                    </a:lnTo>
                    <a:lnTo>
                      <a:pt x="326813" y="1419437"/>
                    </a:lnTo>
                    <a:lnTo>
                      <a:pt x="322580" y="1417743"/>
                    </a:lnTo>
                    <a:lnTo>
                      <a:pt x="304377" y="1417743"/>
                    </a:lnTo>
                    <a:lnTo>
                      <a:pt x="290407" y="1412240"/>
                    </a:lnTo>
                    <a:lnTo>
                      <a:pt x="276437" y="1408007"/>
                    </a:lnTo>
                    <a:lnTo>
                      <a:pt x="265430" y="1398270"/>
                    </a:lnTo>
                    <a:lnTo>
                      <a:pt x="250190" y="1398270"/>
                    </a:lnTo>
                    <a:lnTo>
                      <a:pt x="250190" y="1384300"/>
                    </a:lnTo>
                    <a:lnTo>
                      <a:pt x="236220" y="1384300"/>
                    </a:lnTo>
                    <a:lnTo>
                      <a:pt x="231987" y="1385570"/>
                    </a:lnTo>
                    <a:lnTo>
                      <a:pt x="231987" y="1399540"/>
                    </a:lnTo>
                    <a:lnTo>
                      <a:pt x="218017" y="1392767"/>
                    </a:lnTo>
                    <a:lnTo>
                      <a:pt x="220980" y="1391497"/>
                    </a:lnTo>
                    <a:lnTo>
                      <a:pt x="219710" y="1388533"/>
                    </a:lnTo>
                    <a:lnTo>
                      <a:pt x="218017" y="1388533"/>
                    </a:lnTo>
                    <a:lnTo>
                      <a:pt x="204046" y="1385570"/>
                    </a:lnTo>
                    <a:lnTo>
                      <a:pt x="207010" y="1370330"/>
                    </a:lnTo>
                    <a:lnTo>
                      <a:pt x="195580" y="1356360"/>
                    </a:lnTo>
                    <a:lnTo>
                      <a:pt x="196850" y="1342390"/>
                    </a:lnTo>
                    <a:lnTo>
                      <a:pt x="192617" y="1328420"/>
                    </a:lnTo>
                    <a:lnTo>
                      <a:pt x="185843" y="1314450"/>
                    </a:lnTo>
                    <a:lnTo>
                      <a:pt x="201507" y="1310217"/>
                    </a:lnTo>
                    <a:lnTo>
                      <a:pt x="205740" y="1296247"/>
                    </a:lnTo>
                    <a:lnTo>
                      <a:pt x="209973" y="1281007"/>
                    </a:lnTo>
                    <a:lnTo>
                      <a:pt x="205740" y="1267037"/>
                    </a:lnTo>
                    <a:lnTo>
                      <a:pt x="197273" y="1253067"/>
                    </a:lnTo>
                    <a:lnTo>
                      <a:pt x="201507" y="1239097"/>
                    </a:lnTo>
                    <a:lnTo>
                      <a:pt x="209973" y="1240367"/>
                    </a:lnTo>
                    <a:lnTo>
                      <a:pt x="223943" y="1244600"/>
                    </a:lnTo>
                    <a:lnTo>
                      <a:pt x="211243" y="1231900"/>
                    </a:lnTo>
                    <a:lnTo>
                      <a:pt x="207010" y="1216660"/>
                    </a:lnTo>
                    <a:lnTo>
                      <a:pt x="194310" y="1202690"/>
                    </a:lnTo>
                    <a:lnTo>
                      <a:pt x="185843" y="1188720"/>
                    </a:lnTo>
                    <a:lnTo>
                      <a:pt x="171873" y="1181523"/>
                    </a:lnTo>
                    <a:lnTo>
                      <a:pt x="167640" y="1177290"/>
                    </a:lnTo>
                    <a:lnTo>
                      <a:pt x="171873" y="1163320"/>
                    </a:lnTo>
                    <a:lnTo>
                      <a:pt x="174837" y="1148080"/>
                    </a:lnTo>
                    <a:lnTo>
                      <a:pt x="177800" y="1134110"/>
                    </a:lnTo>
                    <a:lnTo>
                      <a:pt x="173567" y="1128607"/>
                    </a:lnTo>
                    <a:lnTo>
                      <a:pt x="165100" y="1114637"/>
                    </a:lnTo>
                    <a:lnTo>
                      <a:pt x="163830" y="1113367"/>
                    </a:lnTo>
                    <a:lnTo>
                      <a:pt x="158327" y="1111673"/>
                    </a:lnTo>
                    <a:lnTo>
                      <a:pt x="146896" y="1096433"/>
                    </a:lnTo>
                    <a:lnTo>
                      <a:pt x="152823" y="1082463"/>
                    </a:lnTo>
                    <a:lnTo>
                      <a:pt x="138854" y="1079923"/>
                    </a:lnTo>
                    <a:lnTo>
                      <a:pt x="148590" y="1064683"/>
                    </a:lnTo>
                    <a:lnTo>
                      <a:pt x="152823" y="1050713"/>
                    </a:lnTo>
                    <a:lnTo>
                      <a:pt x="166793" y="1045210"/>
                    </a:lnTo>
                    <a:lnTo>
                      <a:pt x="180763" y="1029547"/>
                    </a:lnTo>
                    <a:lnTo>
                      <a:pt x="183304" y="1015577"/>
                    </a:lnTo>
                    <a:lnTo>
                      <a:pt x="198543" y="1018540"/>
                    </a:lnTo>
                    <a:lnTo>
                      <a:pt x="185843" y="1004570"/>
                    </a:lnTo>
                    <a:lnTo>
                      <a:pt x="181610" y="989330"/>
                    </a:lnTo>
                    <a:lnTo>
                      <a:pt x="185843" y="980863"/>
                    </a:lnTo>
                    <a:lnTo>
                      <a:pt x="201507" y="991870"/>
                    </a:lnTo>
                    <a:lnTo>
                      <a:pt x="212513" y="991870"/>
                    </a:lnTo>
                    <a:lnTo>
                      <a:pt x="226483" y="986367"/>
                    </a:lnTo>
                    <a:lnTo>
                      <a:pt x="229446" y="991870"/>
                    </a:lnTo>
                    <a:lnTo>
                      <a:pt x="244687" y="986367"/>
                    </a:lnTo>
                    <a:lnTo>
                      <a:pt x="258657" y="986367"/>
                    </a:lnTo>
                    <a:lnTo>
                      <a:pt x="272627" y="979170"/>
                    </a:lnTo>
                    <a:lnTo>
                      <a:pt x="279823" y="976207"/>
                    </a:lnTo>
                    <a:lnTo>
                      <a:pt x="271357" y="967740"/>
                    </a:lnTo>
                    <a:lnTo>
                      <a:pt x="265854" y="952500"/>
                    </a:lnTo>
                    <a:lnTo>
                      <a:pt x="279823" y="959273"/>
                    </a:lnTo>
                    <a:lnTo>
                      <a:pt x="265854" y="945303"/>
                    </a:lnTo>
                    <a:lnTo>
                      <a:pt x="279823" y="953770"/>
                    </a:lnTo>
                    <a:lnTo>
                      <a:pt x="288290" y="939800"/>
                    </a:lnTo>
                    <a:lnTo>
                      <a:pt x="293793" y="924560"/>
                    </a:lnTo>
                    <a:lnTo>
                      <a:pt x="307763" y="919057"/>
                    </a:lnTo>
                    <a:lnTo>
                      <a:pt x="323004" y="928793"/>
                    </a:lnTo>
                    <a:lnTo>
                      <a:pt x="327237" y="928793"/>
                    </a:lnTo>
                    <a:lnTo>
                      <a:pt x="327237" y="914823"/>
                    </a:lnTo>
                    <a:lnTo>
                      <a:pt x="341207" y="908050"/>
                    </a:lnTo>
                    <a:lnTo>
                      <a:pt x="347980" y="894080"/>
                    </a:lnTo>
                    <a:lnTo>
                      <a:pt x="356446" y="894080"/>
                    </a:lnTo>
                    <a:lnTo>
                      <a:pt x="370417" y="889847"/>
                    </a:lnTo>
                    <a:lnTo>
                      <a:pt x="385657" y="885613"/>
                    </a:lnTo>
                    <a:lnTo>
                      <a:pt x="381423" y="870373"/>
                    </a:lnTo>
                    <a:lnTo>
                      <a:pt x="395393" y="867410"/>
                    </a:lnTo>
                    <a:lnTo>
                      <a:pt x="406400" y="866140"/>
                    </a:lnTo>
                    <a:lnTo>
                      <a:pt x="411904" y="852170"/>
                    </a:lnTo>
                    <a:lnTo>
                      <a:pt x="417407" y="849207"/>
                    </a:lnTo>
                    <a:lnTo>
                      <a:pt x="428413" y="835237"/>
                    </a:lnTo>
                    <a:lnTo>
                      <a:pt x="443654" y="824230"/>
                    </a:lnTo>
                    <a:lnTo>
                      <a:pt x="455083" y="810260"/>
                    </a:lnTo>
                    <a:lnTo>
                      <a:pt x="469054" y="804757"/>
                    </a:lnTo>
                    <a:lnTo>
                      <a:pt x="483023" y="795020"/>
                    </a:lnTo>
                    <a:lnTo>
                      <a:pt x="485987" y="779780"/>
                    </a:lnTo>
                    <a:lnTo>
                      <a:pt x="502496" y="765810"/>
                    </a:lnTo>
                    <a:lnTo>
                      <a:pt x="515196" y="750570"/>
                    </a:lnTo>
                    <a:lnTo>
                      <a:pt x="529167" y="745067"/>
                    </a:lnTo>
                    <a:lnTo>
                      <a:pt x="545677" y="743797"/>
                    </a:lnTo>
                    <a:lnTo>
                      <a:pt x="546946" y="742527"/>
                    </a:lnTo>
                    <a:lnTo>
                      <a:pt x="560917" y="739563"/>
                    </a:lnTo>
                    <a:lnTo>
                      <a:pt x="574887" y="748030"/>
                    </a:lnTo>
                    <a:lnTo>
                      <a:pt x="588857" y="752263"/>
                    </a:lnTo>
                    <a:lnTo>
                      <a:pt x="579120" y="738293"/>
                    </a:lnTo>
                    <a:lnTo>
                      <a:pt x="593090" y="732790"/>
                    </a:lnTo>
                    <a:lnTo>
                      <a:pt x="596054" y="727287"/>
                    </a:lnTo>
                    <a:lnTo>
                      <a:pt x="598593" y="726017"/>
                    </a:lnTo>
                    <a:lnTo>
                      <a:pt x="583354" y="712047"/>
                    </a:lnTo>
                    <a:lnTo>
                      <a:pt x="569383" y="706543"/>
                    </a:lnTo>
                    <a:lnTo>
                      <a:pt x="574887" y="692573"/>
                    </a:lnTo>
                    <a:lnTo>
                      <a:pt x="570654" y="679873"/>
                    </a:lnTo>
                    <a:lnTo>
                      <a:pt x="577850" y="665903"/>
                    </a:lnTo>
                    <a:lnTo>
                      <a:pt x="566420" y="651933"/>
                    </a:lnTo>
                    <a:lnTo>
                      <a:pt x="552450" y="647700"/>
                    </a:lnTo>
                    <a:lnTo>
                      <a:pt x="546946" y="642197"/>
                    </a:lnTo>
                    <a:lnTo>
                      <a:pt x="532977" y="636693"/>
                    </a:lnTo>
                    <a:lnTo>
                      <a:pt x="519007" y="631190"/>
                    </a:lnTo>
                    <a:lnTo>
                      <a:pt x="503343" y="634153"/>
                    </a:lnTo>
                    <a:lnTo>
                      <a:pt x="489373" y="624417"/>
                    </a:lnTo>
                    <a:lnTo>
                      <a:pt x="488104" y="624417"/>
                    </a:lnTo>
                    <a:lnTo>
                      <a:pt x="482600" y="614680"/>
                    </a:lnTo>
                    <a:lnTo>
                      <a:pt x="482600" y="611717"/>
                    </a:lnTo>
                    <a:lnTo>
                      <a:pt x="482600" y="614257"/>
                    </a:lnTo>
                    <a:lnTo>
                      <a:pt x="479637" y="617220"/>
                    </a:lnTo>
                    <a:lnTo>
                      <a:pt x="465667" y="618490"/>
                    </a:lnTo>
                    <a:lnTo>
                      <a:pt x="450427" y="612987"/>
                    </a:lnTo>
                    <a:lnTo>
                      <a:pt x="440690" y="615950"/>
                    </a:lnTo>
                    <a:lnTo>
                      <a:pt x="438150" y="611717"/>
                    </a:lnTo>
                    <a:lnTo>
                      <a:pt x="436880" y="610447"/>
                    </a:lnTo>
                    <a:lnTo>
                      <a:pt x="436880" y="607483"/>
                    </a:lnTo>
                    <a:lnTo>
                      <a:pt x="431377" y="596477"/>
                    </a:lnTo>
                    <a:lnTo>
                      <a:pt x="418677" y="582507"/>
                    </a:lnTo>
                    <a:lnTo>
                      <a:pt x="408940" y="565573"/>
                    </a:lnTo>
                    <a:lnTo>
                      <a:pt x="393700" y="557107"/>
                    </a:lnTo>
                    <a:lnTo>
                      <a:pt x="375496" y="541867"/>
                    </a:lnTo>
                    <a:lnTo>
                      <a:pt x="375496" y="526627"/>
                    </a:lnTo>
                    <a:lnTo>
                      <a:pt x="381000" y="511387"/>
                    </a:lnTo>
                    <a:lnTo>
                      <a:pt x="393700" y="497417"/>
                    </a:lnTo>
                    <a:lnTo>
                      <a:pt x="393700" y="483023"/>
                    </a:lnTo>
                    <a:lnTo>
                      <a:pt x="403437" y="464820"/>
                    </a:lnTo>
                    <a:lnTo>
                      <a:pt x="396663" y="456353"/>
                    </a:lnTo>
                    <a:lnTo>
                      <a:pt x="378460" y="441113"/>
                    </a:lnTo>
                    <a:lnTo>
                      <a:pt x="364490" y="425873"/>
                    </a:lnTo>
                    <a:lnTo>
                      <a:pt x="349250" y="413173"/>
                    </a:lnTo>
                    <a:lnTo>
                      <a:pt x="356023" y="399203"/>
                    </a:lnTo>
                    <a:lnTo>
                      <a:pt x="369993" y="392430"/>
                    </a:lnTo>
                    <a:lnTo>
                      <a:pt x="367030" y="377190"/>
                    </a:lnTo>
                    <a:lnTo>
                      <a:pt x="351790" y="374227"/>
                    </a:lnTo>
                    <a:lnTo>
                      <a:pt x="337820" y="374227"/>
                    </a:lnTo>
                    <a:lnTo>
                      <a:pt x="332317" y="358987"/>
                    </a:lnTo>
                    <a:lnTo>
                      <a:pt x="335280" y="345017"/>
                    </a:lnTo>
                    <a:lnTo>
                      <a:pt x="332317" y="331047"/>
                    </a:lnTo>
                    <a:lnTo>
                      <a:pt x="329354" y="315807"/>
                    </a:lnTo>
                    <a:lnTo>
                      <a:pt x="346287" y="307340"/>
                    </a:lnTo>
                    <a:lnTo>
                      <a:pt x="347557" y="303107"/>
                    </a:lnTo>
                    <a:lnTo>
                      <a:pt x="333587" y="294640"/>
                    </a:lnTo>
                    <a:lnTo>
                      <a:pt x="318346" y="287867"/>
                    </a:lnTo>
                    <a:lnTo>
                      <a:pt x="306917" y="273897"/>
                    </a:lnTo>
                    <a:lnTo>
                      <a:pt x="290407" y="273897"/>
                    </a:lnTo>
                    <a:lnTo>
                      <a:pt x="284904" y="259927"/>
                    </a:lnTo>
                    <a:lnTo>
                      <a:pt x="269663" y="248920"/>
                    </a:lnTo>
                    <a:lnTo>
                      <a:pt x="254000" y="243417"/>
                    </a:lnTo>
                    <a:lnTo>
                      <a:pt x="238760" y="239183"/>
                    </a:lnTo>
                    <a:lnTo>
                      <a:pt x="224790" y="234950"/>
                    </a:lnTo>
                    <a:lnTo>
                      <a:pt x="211243" y="231987"/>
                    </a:lnTo>
                    <a:lnTo>
                      <a:pt x="197273" y="230717"/>
                    </a:lnTo>
                    <a:lnTo>
                      <a:pt x="190500" y="226483"/>
                    </a:lnTo>
                    <a:lnTo>
                      <a:pt x="187537" y="226483"/>
                    </a:lnTo>
                    <a:lnTo>
                      <a:pt x="172296" y="226483"/>
                    </a:lnTo>
                    <a:lnTo>
                      <a:pt x="158327" y="218017"/>
                    </a:lnTo>
                    <a:lnTo>
                      <a:pt x="143087" y="211243"/>
                    </a:lnTo>
                    <a:lnTo>
                      <a:pt x="126154" y="204470"/>
                    </a:lnTo>
                    <a:lnTo>
                      <a:pt x="112183" y="200237"/>
                    </a:lnTo>
                    <a:lnTo>
                      <a:pt x="95673" y="191770"/>
                    </a:lnTo>
                    <a:lnTo>
                      <a:pt x="80010" y="184573"/>
                    </a:lnTo>
                    <a:lnTo>
                      <a:pt x="66040" y="176107"/>
                    </a:lnTo>
                    <a:lnTo>
                      <a:pt x="50800" y="169333"/>
                    </a:lnTo>
                    <a:lnTo>
                      <a:pt x="32596" y="162560"/>
                    </a:lnTo>
                    <a:lnTo>
                      <a:pt x="31327" y="154093"/>
                    </a:lnTo>
                    <a:lnTo>
                      <a:pt x="28363" y="154093"/>
                    </a:lnTo>
                    <a:lnTo>
                      <a:pt x="17357" y="149860"/>
                    </a:lnTo>
                    <a:lnTo>
                      <a:pt x="0" y="146897"/>
                    </a:lnTo>
                    <a:lnTo>
                      <a:pt x="0" y="146897"/>
                    </a:lnTo>
                    <a:close/>
                    <a:moveTo>
                      <a:pt x="147743" y="1003300"/>
                    </a:moveTo>
                    <a:lnTo>
                      <a:pt x="158750" y="1002030"/>
                    </a:lnTo>
                    <a:lnTo>
                      <a:pt x="162560" y="988060"/>
                    </a:lnTo>
                    <a:lnTo>
                      <a:pt x="147320" y="983827"/>
                    </a:lnTo>
                    <a:lnTo>
                      <a:pt x="133350" y="991023"/>
                    </a:lnTo>
                    <a:lnTo>
                      <a:pt x="147743" y="1003300"/>
                    </a:lnTo>
                    <a:close/>
                    <a:moveTo>
                      <a:pt x="165946" y="975360"/>
                    </a:moveTo>
                    <a:lnTo>
                      <a:pt x="150707" y="976630"/>
                    </a:lnTo>
                    <a:lnTo>
                      <a:pt x="165946" y="976630"/>
                    </a:lnTo>
                    <a:lnTo>
                      <a:pt x="165946" y="975360"/>
                    </a:lnTo>
                    <a:close/>
                    <a:moveTo>
                      <a:pt x="193887" y="1400810"/>
                    </a:moveTo>
                    <a:lnTo>
                      <a:pt x="195157" y="1402080"/>
                    </a:lnTo>
                    <a:lnTo>
                      <a:pt x="209127" y="1399540"/>
                    </a:lnTo>
                    <a:lnTo>
                      <a:pt x="195157" y="1394037"/>
                    </a:lnTo>
                    <a:lnTo>
                      <a:pt x="193887" y="1400810"/>
                    </a:lnTo>
                    <a:close/>
                    <a:moveTo>
                      <a:pt x="240030" y="971127"/>
                    </a:moveTo>
                    <a:lnTo>
                      <a:pt x="224790" y="976630"/>
                    </a:lnTo>
                    <a:lnTo>
                      <a:pt x="238760" y="975360"/>
                    </a:lnTo>
                    <a:lnTo>
                      <a:pt x="240030" y="971127"/>
                    </a:lnTo>
                    <a:close/>
                    <a:moveTo>
                      <a:pt x="257810" y="977053"/>
                    </a:moveTo>
                    <a:lnTo>
                      <a:pt x="244263" y="978323"/>
                    </a:lnTo>
                    <a:lnTo>
                      <a:pt x="259504" y="986790"/>
                    </a:lnTo>
                    <a:lnTo>
                      <a:pt x="257810" y="977053"/>
                    </a:lnTo>
                    <a:close/>
                    <a:moveTo>
                      <a:pt x="269240" y="1421977"/>
                    </a:moveTo>
                    <a:lnTo>
                      <a:pt x="254000" y="1409277"/>
                    </a:lnTo>
                    <a:lnTo>
                      <a:pt x="249767" y="1424517"/>
                    </a:lnTo>
                    <a:lnTo>
                      <a:pt x="263737" y="1431290"/>
                    </a:lnTo>
                    <a:lnTo>
                      <a:pt x="278977" y="1430020"/>
                    </a:lnTo>
                    <a:lnTo>
                      <a:pt x="265007" y="1423247"/>
                    </a:lnTo>
                    <a:lnTo>
                      <a:pt x="269240" y="1421977"/>
                    </a:lnTo>
                    <a:close/>
                    <a:moveTo>
                      <a:pt x="265007" y="1456690"/>
                    </a:moveTo>
                    <a:lnTo>
                      <a:pt x="267970" y="1455420"/>
                    </a:lnTo>
                    <a:lnTo>
                      <a:pt x="252307" y="1451187"/>
                    </a:lnTo>
                    <a:lnTo>
                      <a:pt x="265007" y="1456690"/>
                    </a:lnTo>
                    <a:close/>
                    <a:moveTo>
                      <a:pt x="270510" y="1455420"/>
                    </a:moveTo>
                    <a:lnTo>
                      <a:pt x="283210" y="1455420"/>
                    </a:lnTo>
                    <a:lnTo>
                      <a:pt x="284480" y="1449917"/>
                    </a:lnTo>
                    <a:lnTo>
                      <a:pt x="270510" y="1455420"/>
                    </a:lnTo>
                    <a:close/>
                    <a:moveTo>
                      <a:pt x="308610" y="1428750"/>
                    </a:moveTo>
                    <a:lnTo>
                      <a:pt x="294640" y="1428750"/>
                    </a:lnTo>
                    <a:lnTo>
                      <a:pt x="308610" y="1430020"/>
                    </a:lnTo>
                    <a:lnTo>
                      <a:pt x="308610" y="1428750"/>
                    </a:lnTo>
                    <a:close/>
                    <a:moveTo>
                      <a:pt x="297180" y="1448223"/>
                    </a:moveTo>
                    <a:lnTo>
                      <a:pt x="300143" y="1448223"/>
                    </a:lnTo>
                    <a:lnTo>
                      <a:pt x="300143" y="1446953"/>
                    </a:lnTo>
                    <a:lnTo>
                      <a:pt x="297180" y="1448223"/>
                    </a:lnTo>
                    <a:close/>
                    <a:moveTo>
                      <a:pt x="327660" y="902970"/>
                    </a:moveTo>
                    <a:lnTo>
                      <a:pt x="312420" y="904240"/>
                    </a:lnTo>
                    <a:lnTo>
                      <a:pt x="327660" y="912707"/>
                    </a:lnTo>
                    <a:lnTo>
                      <a:pt x="330623" y="897467"/>
                    </a:lnTo>
                    <a:lnTo>
                      <a:pt x="327660" y="902970"/>
                    </a:lnTo>
                    <a:close/>
                    <a:moveTo>
                      <a:pt x="315383" y="1434253"/>
                    </a:moveTo>
                    <a:lnTo>
                      <a:pt x="329354" y="1435523"/>
                    </a:lnTo>
                    <a:lnTo>
                      <a:pt x="322580" y="1427057"/>
                    </a:lnTo>
                    <a:lnTo>
                      <a:pt x="318346" y="1428327"/>
                    </a:lnTo>
                    <a:lnTo>
                      <a:pt x="315383" y="1434253"/>
                    </a:lnTo>
                    <a:close/>
                    <a:moveTo>
                      <a:pt x="323850" y="1483360"/>
                    </a:moveTo>
                    <a:lnTo>
                      <a:pt x="325120" y="1483360"/>
                    </a:lnTo>
                    <a:lnTo>
                      <a:pt x="330623" y="1483360"/>
                    </a:lnTo>
                    <a:lnTo>
                      <a:pt x="333587" y="1483360"/>
                    </a:lnTo>
                    <a:lnTo>
                      <a:pt x="347557" y="1477857"/>
                    </a:lnTo>
                    <a:lnTo>
                      <a:pt x="361527" y="1482090"/>
                    </a:lnTo>
                    <a:lnTo>
                      <a:pt x="376767" y="1468120"/>
                    </a:lnTo>
                    <a:lnTo>
                      <a:pt x="374227" y="1454150"/>
                    </a:lnTo>
                    <a:lnTo>
                      <a:pt x="388196" y="1440180"/>
                    </a:lnTo>
                    <a:lnTo>
                      <a:pt x="372533" y="1447377"/>
                    </a:lnTo>
                    <a:lnTo>
                      <a:pt x="356023" y="1448647"/>
                    </a:lnTo>
                    <a:lnTo>
                      <a:pt x="342054" y="1452880"/>
                    </a:lnTo>
                    <a:lnTo>
                      <a:pt x="328083" y="1451610"/>
                    </a:lnTo>
                    <a:lnTo>
                      <a:pt x="342054" y="1460077"/>
                    </a:lnTo>
                    <a:lnTo>
                      <a:pt x="328083" y="1464310"/>
                    </a:lnTo>
                    <a:lnTo>
                      <a:pt x="321310" y="1478280"/>
                    </a:lnTo>
                    <a:lnTo>
                      <a:pt x="323850" y="1483360"/>
                    </a:lnTo>
                    <a:close/>
                    <a:moveTo>
                      <a:pt x="372533" y="1483360"/>
                    </a:moveTo>
                    <a:lnTo>
                      <a:pt x="386504" y="1497330"/>
                    </a:lnTo>
                    <a:lnTo>
                      <a:pt x="401743" y="1497330"/>
                    </a:lnTo>
                    <a:lnTo>
                      <a:pt x="405977" y="1483360"/>
                    </a:lnTo>
                    <a:lnTo>
                      <a:pt x="394970" y="1483360"/>
                    </a:lnTo>
                    <a:lnTo>
                      <a:pt x="381000" y="1487593"/>
                    </a:lnTo>
                    <a:lnTo>
                      <a:pt x="374227" y="1483360"/>
                    </a:lnTo>
                    <a:lnTo>
                      <a:pt x="372533" y="1483360"/>
                    </a:lnTo>
                    <a:close/>
                    <a:moveTo>
                      <a:pt x="390737" y="1469390"/>
                    </a:moveTo>
                    <a:lnTo>
                      <a:pt x="376767" y="1471930"/>
                    </a:lnTo>
                    <a:lnTo>
                      <a:pt x="390737" y="1470660"/>
                    </a:lnTo>
                    <a:lnTo>
                      <a:pt x="390737" y="1469390"/>
                    </a:lnTo>
                    <a:close/>
                    <a:moveTo>
                      <a:pt x="497840" y="731520"/>
                    </a:moveTo>
                    <a:lnTo>
                      <a:pt x="499533" y="732790"/>
                    </a:lnTo>
                    <a:lnTo>
                      <a:pt x="514773" y="735753"/>
                    </a:lnTo>
                    <a:lnTo>
                      <a:pt x="530013" y="731520"/>
                    </a:lnTo>
                    <a:lnTo>
                      <a:pt x="527473" y="724747"/>
                    </a:lnTo>
                    <a:lnTo>
                      <a:pt x="542713" y="727710"/>
                    </a:lnTo>
                    <a:lnTo>
                      <a:pt x="542713" y="723477"/>
                    </a:lnTo>
                    <a:lnTo>
                      <a:pt x="527473" y="719243"/>
                    </a:lnTo>
                    <a:lnTo>
                      <a:pt x="511810" y="720513"/>
                    </a:lnTo>
                    <a:lnTo>
                      <a:pt x="497840" y="724747"/>
                    </a:lnTo>
                    <a:lnTo>
                      <a:pt x="497840" y="731520"/>
                    </a:lnTo>
                    <a:close/>
                    <a:moveTo>
                      <a:pt x="306917" y="1452457"/>
                    </a:moveTo>
                    <a:lnTo>
                      <a:pt x="301413" y="1442720"/>
                    </a:lnTo>
                    <a:lnTo>
                      <a:pt x="301413" y="1448223"/>
                    </a:lnTo>
                    <a:lnTo>
                      <a:pt x="306917" y="1452457"/>
                    </a:lnTo>
                    <a:close/>
                    <a:moveTo>
                      <a:pt x="315383" y="1440180"/>
                    </a:moveTo>
                    <a:lnTo>
                      <a:pt x="315383" y="1437217"/>
                    </a:lnTo>
                    <a:lnTo>
                      <a:pt x="312420" y="1435947"/>
                    </a:lnTo>
                    <a:lnTo>
                      <a:pt x="298450" y="1434677"/>
                    </a:lnTo>
                    <a:lnTo>
                      <a:pt x="284480" y="1438910"/>
                    </a:lnTo>
                    <a:lnTo>
                      <a:pt x="298450" y="1438910"/>
                    </a:lnTo>
                    <a:lnTo>
                      <a:pt x="300990" y="1443143"/>
                    </a:lnTo>
                    <a:lnTo>
                      <a:pt x="315383" y="1440180"/>
                    </a:lnTo>
                    <a:close/>
                    <a:moveTo>
                      <a:pt x="325120" y="1423247"/>
                    </a:moveTo>
                    <a:lnTo>
                      <a:pt x="320887" y="1423247"/>
                    </a:lnTo>
                    <a:lnTo>
                      <a:pt x="318346" y="1427480"/>
                    </a:lnTo>
                    <a:lnTo>
                      <a:pt x="325120" y="142324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38" name="Freeform 2437">
                <a:extLst>
                  <a:ext uri="{FF2B5EF4-FFF2-40B4-BE49-F238E27FC236}">
                    <a16:creationId xmlns:a16="http://schemas.microsoft.com/office/drawing/2014/main" id="{DFE5A955-074F-6949-94F8-31AFFF24CAC2}"/>
                  </a:ext>
                </a:extLst>
              </p:cNvPr>
              <p:cNvSpPr/>
              <p:nvPr/>
            </p:nvSpPr>
            <p:spPr>
              <a:xfrm>
                <a:off x="8342629" y="1665393"/>
                <a:ext cx="110490" cy="66040"/>
              </a:xfrm>
              <a:custGeom>
                <a:avLst/>
                <a:gdLst>
                  <a:gd name="connsiteX0" fmla="*/ 11430 w 110490"/>
                  <a:gd name="connsiteY0" fmla="*/ 21167 h 66040"/>
                  <a:gd name="connsiteX1" fmla="*/ 13970 w 110490"/>
                  <a:gd name="connsiteY1" fmla="*/ 35137 h 66040"/>
                  <a:gd name="connsiteX2" fmla="*/ 0 w 110490"/>
                  <a:gd name="connsiteY2" fmla="*/ 32597 h 66040"/>
                  <a:gd name="connsiteX3" fmla="*/ 8467 w 110490"/>
                  <a:gd name="connsiteY3" fmla="*/ 17357 h 66040"/>
                  <a:gd name="connsiteX4" fmla="*/ 11430 w 110490"/>
                  <a:gd name="connsiteY4" fmla="*/ 21167 h 66040"/>
                  <a:gd name="connsiteX5" fmla="*/ 41910 w 110490"/>
                  <a:gd name="connsiteY5" fmla="*/ 46143 h 66040"/>
                  <a:gd name="connsiteX6" fmla="*/ 54610 w 110490"/>
                  <a:gd name="connsiteY6" fmla="*/ 46143 h 66040"/>
                  <a:gd name="connsiteX7" fmla="*/ 60114 w 110490"/>
                  <a:gd name="connsiteY7" fmla="*/ 36407 h 66040"/>
                  <a:gd name="connsiteX8" fmla="*/ 53340 w 110490"/>
                  <a:gd name="connsiteY8" fmla="*/ 21167 h 66040"/>
                  <a:gd name="connsiteX9" fmla="*/ 53340 w 110490"/>
                  <a:gd name="connsiteY9" fmla="*/ 19897 h 66040"/>
                  <a:gd name="connsiteX10" fmla="*/ 63077 w 110490"/>
                  <a:gd name="connsiteY10" fmla="*/ 18627 h 66040"/>
                  <a:gd name="connsiteX11" fmla="*/ 69850 w 110490"/>
                  <a:gd name="connsiteY11" fmla="*/ 33867 h 66040"/>
                  <a:gd name="connsiteX12" fmla="*/ 83820 w 110490"/>
                  <a:gd name="connsiteY12" fmla="*/ 30903 h 66040"/>
                  <a:gd name="connsiteX13" fmla="*/ 80857 w 110490"/>
                  <a:gd name="connsiteY13" fmla="*/ 16933 h 66040"/>
                  <a:gd name="connsiteX14" fmla="*/ 65617 w 110490"/>
                  <a:gd name="connsiteY14" fmla="*/ 5503 h 66040"/>
                  <a:gd name="connsiteX15" fmla="*/ 51647 w 110490"/>
                  <a:gd name="connsiteY15" fmla="*/ 6773 h 66040"/>
                  <a:gd name="connsiteX16" fmla="*/ 46143 w 110490"/>
                  <a:gd name="connsiteY16" fmla="*/ 0 h 66040"/>
                  <a:gd name="connsiteX17" fmla="*/ 32174 w 110490"/>
                  <a:gd name="connsiteY17" fmla="*/ 2963 h 66040"/>
                  <a:gd name="connsiteX18" fmla="*/ 41910 w 110490"/>
                  <a:gd name="connsiteY18" fmla="*/ 16933 h 66040"/>
                  <a:gd name="connsiteX19" fmla="*/ 33443 w 110490"/>
                  <a:gd name="connsiteY19" fmla="*/ 32173 h 66040"/>
                  <a:gd name="connsiteX20" fmla="*/ 27940 w 110490"/>
                  <a:gd name="connsiteY20" fmla="*/ 16933 h 66040"/>
                  <a:gd name="connsiteX21" fmla="*/ 13970 w 110490"/>
                  <a:gd name="connsiteY21" fmla="*/ 18203 h 66040"/>
                  <a:gd name="connsiteX22" fmla="*/ 19474 w 110490"/>
                  <a:gd name="connsiteY22" fmla="*/ 32173 h 66040"/>
                  <a:gd name="connsiteX23" fmla="*/ 26670 w 110490"/>
                  <a:gd name="connsiteY23" fmla="*/ 46143 h 66040"/>
                  <a:gd name="connsiteX24" fmla="*/ 41910 w 110490"/>
                  <a:gd name="connsiteY24" fmla="*/ 46143 h 66040"/>
                  <a:gd name="connsiteX25" fmla="*/ 55880 w 110490"/>
                  <a:gd name="connsiteY25" fmla="*/ 53340 h 66040"/>
                  <a:gd name="connsiteX26" fmla="*/ 69427 w 110490"/>
                  <a:gd name="connsiteY26" fmla="*/ 57573 h 66040"/>
                  <a:gd name="connsiteX27" fmla="*/ 70697 w 110490"/>
                  <a:gd name="connsiteY27" fmla="*/ 63077 h 66040"/>
                  <a:gd name="connsiteX28" fmla="*/ 76200 w 110490"/>
                  <a:gd name="connsiteY28" fmla="*/ 63077 h 66040"/>
                  <a:gd name="connsiteX29" fmla="*/ 79164 w 110490"/>
                  <a:gd name="connsiteY29" fmla="*/ 63077 h 66040"/>
                  <a:gd name="connsiteX30" fmla="*/ 83397 w 110490"/>
                  <a:gd name="connsiteY30" fmla="*/ 63077 h 66040"/>
                  <a:gd name="connsiteX31" fmla="*/ 83397 w 110490"/>
                  <a:gd name="connsiteY31" fmla="*/ 50377 h 66040"/>
                  <a:gd name="connsiteX32" fmla="*/ 69427 w 110490"/>
                  <a:gd name="connsiteY32" fmla="*/ 47413 h 66040"/>
                  <a:gd name="connsiteX33" fmla="*/ 55880 w 110490"/>
                  <a:gd name="connsiteY33" fmla="*/ 50377 h 66040"/>
                  <a:gd name="connsiteX34" fmla="*/ 55880 w 110490"/>
                  <a:gd name="connsiteY34" fmla="*/ 53340 h 66040"/>
                  <a:gd name="connsiteX35" fmla="*/ 94827 w 110490"/>
                  <a:gd name="connsiteY35" fmla="*/ 63077 h 66040"/>
                  <a:gd name="connsiteX36" fmla="*/ 108797 w 110490"/>
                  <a:gd name="connsiteY36" fmla="*/ 66040 h 66040"/>
                  <a:gd name="connsiteX37" fmla="*/ 110490 w 110490"/>
                  <a:gd name="connsiteY37" fmla="*/ 63077 h 66040"/>
                  <a:gd name="connsiteX38" fmla="*/ 104987 w 110490"/>
                  <a:gd name="connsiteY38" fmla="*/ 63077 h 66040"/>
                  <a:gd name="connsiteX39" fmla="*/ 103717 w 110490"/>
                  <a:gd name="connsiteY39" fmla="*/ 63077 h 66040"/>
                  <a:gd name="connsiteX40" fmla="*/ 94827 w 110490"/>
                  <a:gd name="connsiteY40" fmla="*/ 63077 h 66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10490" h="66040">
                    <a:moveTo>
                      <a:pt x="11430" y="21167"/>
                    </a:moveTo>
                    <a:lnTo>
                      <a:pt x="13970" y="35137"/>
                    </a:lnTo>
                    <a:lnTo>
                      <a:pt x="0" y="32597"/>
                    </a:lnTo>
                    <a:lnTo>
                      <a:pt x="8467" y="17357"/>
                    </a:lnTo>
                    <a:lnTo>
                      <a:pt x="11430" y="21167"/>
                    </a:lnTo>
                    <a:close/>
                    <a:moveTo>
                      <a:pt x="41910" y="46143"/>
                    </a:moveTo>
                    <a:lnTo>
                      <a:pt x="54610" y="46143"/>
                    </a:lnTo>
                    <a:lnTo>
                      <a:pt x="60114" y="36407"/>
                    </a:lnTo>
                    <a:lnTo>
                      <a:pt x="53340" y="21167"/>
                    </a:lnTo>
                    <a:lnTo>
                      <a:pt x="53340" y="19897"/>
                    </a:lnTo>
                    <a:lnTo>
                      <a:pt x="63077" y="18627"/>
                    </a:lnTo>
                    <a:lnTo>
                      <a:pt x="69850" y="33867"/>
                    </a:lnTo>
                    <a:lnTo>
                      <a:pt x="83820" y="30903"/>
                    </a:lnTo>
                    <a:lnTo>
                      <a:pt x="80857" y="16933"/>
                    </a:lnTo>
                    <a:lnTo>
                      <a:pt x="65617" y="5503"/>
                    </a:lnTo>
                    <a:lnTo>
                      <a:pt x="51647" y="6773"/>
                    </a:lnTo>
                    <a:lnTo>
                      <a:pt x="46143" y="0"/>
                    </a:lnTo>
                    <a:lnTo>
                      <a:pt x="32174" y="2963"/>
                    </a:lnTo>
                    <a:lnTo>
                      <a:pt x="41910" y="16933"/>
                    </a:lnTo>
                    <a:lnTo>
                      <a:pt x="33443" y="32173"/>
                    </a:lnTo>
                    <a:lnTo>
                      <a:pt x="27940" y="16933"/>
                    </a:lnTo>
                    <a:lnTo>
                      <a:pt x="13970" y="18203"/>
                    </a:lnTo>
                    <a:lnTo>
                      <a:pt x="19474" y="32173"/>
                    </a:lnTo>
                    <a:lnTo>
                      <a:pt x="26670" y="46143"/>
                    </a:lnTo>
                    <a:lnTo>
                      <a:pt x="41910" y="46143"/>
                    </a:lnTo>
                    <a:close/>
                    <a:moveTo>
                      <a:pt x="55880" y="53340"/>
                    </a:moveTo>
                    <a:lnTo>
                      <a:pt x="69427" y="57573"/>
                    </a:lnTo>
                    <a:lnTo>
                      <a:pt x="70697" y="63077"/>
                    </a:lnTo>
                    <a:lnTo>
                      <a:pt x="76200" y="63077"/>
                    </a:lnTo>
                    <a:lnTo>
                      <a:pt x="79164" y="63077"/>
                    </a:lnTo>
                    <a:lnTo>
                      <a:pt x="83397" y="63077"/>
                    </a:lnTo>
                    <a:lnTo>
                      <a:pt x="83397" y="50377"/>
                    </a:lnTo>
                    <a:lnTo>
                      <a:pt x="69427" y="47413"/>
                    </a:lnTo>
                    <a:lnTo>
                      <a:pt x="55880" y="50377"/>
                    </a:lnTo>
                    <a:lnTo>
                      <a:pt x="55880" y="53340"/>
                    </a:lnTo>
                    <a:close/>
                    <a:moveTo>
                      <a:pt x="94827" y="63077"/>
                    </a:moveTo>
                    <a:lnTo>
                      <a:pt x="108797" y="66040"/>
                    </a:lnTo>
                    <a:lnTo>
                      <a:pt x="110490" y="63077"/>
                    </a:lnTo>
                    <a:lnTo>
                      <a:pt x="104987" y="63077"/>
                    </a:lnTo>
                    <a:lnTo>
                      <a:pt x="103717" y="63077"/>
                    </a:lnTo>
                    <a:lnTo>
                      <a:pt x="94827" y="6307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439" name="Freeform 2438">
              <a:extLst>
                <a:ext uri="{FF2B5EF4-FFF2-40B4-BE49-F238E27FC236}">
                  <a16:creationId xmlns:a16="http://schemas.microsoft.com/office/drawing/2014/main" id="{B171EE7B-FE89-6944-8243-6883FCFE25F2}"/>
                </a:ext>
              </a:extLst>
            </p:cNvPr>
            <p:cNvSpPr/>
            <p:nvPr/>
          </p:nvSpPr>
          <p:spPr>
            <a:xfrm>
              <a:off x="9358629" y="4606289"/>
              <a:ext cx="2669116" cy="1050289"/>
            </a:xfrm>
            <a:custGeom>
              <a:avLst/>
              <a:gdLst>
                <a:gd name="connsiteX0" fmla="*/ 56727 w 2669116"/>
                <a:gd name="connsiteY0" fmla="*/ 439420 h 1050289"/>
                <a:gd name="connsiteX1" fmla="*/ 59690 w 2669116"/>
                <a:gd name="connsiteY1" fmla="*/ 425450 h 1050289"/>
                <a:gd name="connsiteX2" fmla="*/ 66464 w 2669116"/>
                <a:gd name="connsiteY2" fmla="*/ 411480 h 1050289"/>
                <a:gd name="connsiteX3" fmla="*/ 65193 w 2669116"/>
                <a:gd name="connsiteY3" fmla="*/ 396240 h 1050289"/>
                <a:gd name="connsiteX4" fmla="*/ 65193 w 2669116"/>
                <a:gd name="connsiteY4" fmla="*/ 382270 h 1050289"/>
                <a:gd name="connsiteX5" fmla="*/ 63924 w 2669116"/>
                <a:gd name="connsiteY5" fmla="*/ 368300 h 1050289"/>
                <a:gd name="connsiteX6" fmla="*/ 65193 w 2669116"/>
                <a:gd name="connsiteY6" fmla="*/ 354330 h 1050289"/>
                <a:gd name="connsiteX7" fmla="*/ 66464 w 2669116"/>
                <a:gd name="connsiteY7" fmla="*/ 351790 h 1050289"/>
                <a:gd name="connsiteX8" fmla="*/ 71967 w 2669116"/>
                <a:gd name="connsiteY8" fmla="*/ 351790 h 1050289"/>
                <a:gd name="connsiteX9" fmla="*/ 79164 w 2669116"/>
                <a:gd name="connsiteY9" fmla="*/ 351790 h 1050289"/>
                <a:gd name="connsiteX10" fmla="*/ 90170 w 2669116"/>
                <a:gd name="connsiteY10" fmla="*/ 336550 h 1050289"/>
                <a:gd name="connsiteX11" fmla="*/ 93133 w 2669116"/>
                <a:gd name="connsiteY11" fmla="*/ 322580 h 1050289"/>
                <a:gd name="connsiteX12" fmla="*/ 108374 w 2669116"/>
                <a:gd name="connsiteY12" fmla="*/ 315383 h 1050289"/>
                <a:gd name="connsiteX13" fmla="*/ 122343 w 2669116"/>
                <a:gd name="connsiteY13" fmla="*/ 302683 h 1050289"/>
                <a:gd name="connsiteX14" fmla="*/ 133774 w 2669116"/>
                <a:gd name="connsiteY14" fmla="*/ 287443 h 1050289"/>
                <a:gd name="connsiteX15" fmla="*/ 147743 w 2669116"/>
                <a:gd name="connsiteY15" fmla="*/ 284480 h 1050289"/>
                <a:gd name="connsiteX16" fmla="*/ 162983 w 2669116"/>
                <a:gd name="connsiteY16" fmla="*/ 284480 h 1050289"/>
                <a:gd name="connsiteX17" fmla="*/ 176954 w 2669116"/>
                <a:gd name="connsiteY17" fmla="*/ 285750 h 1050289"/>
                <a:gd name="connsiteX18" fmla="*/ 190924 w 2669116"/>
                <a:gd name="connsiteY18" fmla="*/ 276014 h 1050289"/>
                <a:gd name="connsiteX19" fmla="*/ 204893 w 2669116"/>
                <a:gd name="connsiteY19" fmla="*/ 276014 h 1050289"/>
                <a:gd name="connsiteX20" fmla="*/ 214630 w 2669116"/>
                <a:gd name="connsiteY20" fmla="*/ 284480 h 1050289"/>
                <a:gd name="connsiteX21" fmla="*/ 215900 w 2669116"/>
                <a:gd name="connsiteY21" fmla="*/ 287443 h 1050289"/>
                <a:gd name="connsiteX22" fmla="*/ 229870 w 2669116"/>
                <a:gd name="connsiteY22" fmla="*/ 295910 h 1050289"/>
                <a:gd name="connsiteX23" fmla="*/ 243840 w 2669116"/>
                <a:gd name="connsiteY23" fmla="*/ 300143 h 1050289"/>
                <a:gd name="connsiteX24" fmla="*/ 252307 w 2669116"/>
                <a:gd name="connsiteY24" fmla="*/ 298873 h 1050289"/>
                <a:gd name="connsiteX25" fmla="*/ 266277 w 2669116"/>
                <a:gd name="connsiteY25" fmla="*/ 300143 h 1050289"/>
                <a:gd name="connsiteX26" fmla="*/ 280247 w 2669116"/>
                <a:gd name="connsiteY26" fmla="*/ 298873 h 1050289"/>
                <a:gd name="connsiteX27" fmla="*/ 280247 w 2669116"/>
                <a:gd name="connsiteY27" fmla="*/ 284904 h 1050289"/>
                <a:gd name="connsiteX28" fmla="*/ 266277 w 2669116"/>
                <a:gd name="connsiteY28" fmla="*/ 270933 h 1050289"/>
                <a:gd name="connsiteX29" fmla="*/ 280247 w 2669116"/>
                <a:gd name="connsiteY29" fmla="*/ 266700 h 1050289"/>
                <a:gd name="connsiteX30" fmla="*/ 294217 w 2669116"/>
                <a:gd name="connsiteY30" fmla="*/ 266700 h 1050289"/>
                <a:gd name="connsiteX31" fmla="*/ 309457 w 2669116"/>
                <a:gd name="connsiteY31" fmla="*/ 269664 h 1050289"/>
                <a:gd name="connsiteX32" fmla="*/ 298450 w 2669116"/>
                <a:gd name="connsiteY32" fmla="*/ 283633 h 1050289"/>
                <a:gd name="connsiteX33" fmla="*/ 305224 w 2669116"/>
                <a:gd name="connsiteY33" fmla="*/ 292100 h 1050289"/>
                <a:gd name="connsiteX34" fmla="*/ 319193 w 2669116"/>
                <a:gd name="connsiteY34" fmla="*/ 287867 h 1050289"/>
                <a:gd name="connsiteX35" fmla="*/ 333164 w 2669116"/>
                <a:gd name="connsiteY35" fmla="*/ 284904 h 1050289"/>
                <a:gd name="connsiteX36" fmla="*/ 337397 w 2669116"/>
                <a:gd name="connsiteY36" fmla="*/ 286173 h 1050289"/>
                <a:gd name="connsiteX37" fmla="*/ 351367 w 2669116"/>
                <a:gd name="connsiteY37" fmla="*/ 284904 h 1050289"/>
                <a:gd name="connsiteX38" fmla="*/ 365337 w 2669116"/>
                <a:gd name="connsiteY38" fmla="*/ 286173 h 1050289"/>
                <a:gd name="connsiteX39" fmla="*/ 378037 w 2669116"/>
                <a:gd name="connsiteY39" fmla="*/ 284904 h 1050289"/>
                <a:gd name="connsiteX40" fmla="*/ 392007 w 2669116"/>
                <a:gd name="connsiteY40" fmla="*/ 289137 h 1050289"/>
                <a:gd name="connsiteX41" fmla="*/ 407247 w 2669116"/>
                <a:gd name="connsiteY41" fmla="*/ 289137 h 1050289"/>
                <a:gd name="connsiteX42" fmla="*/ 421217 w 2669116"/>
                <a:gd name="connsiteY42" fmla="*/ 286173 h 1050289"/>
                <a:gd name="connsiteX43" fmla="*/ 435187 w 2669116"/>
                <a:gd name="connsiteY43" fmla="*/ 291677 h 1050289"/>
                <a:gd name="connsiteX44" fmla="*/ 449157 w 2669116"/>
                <a:gd name="connsiteY44" fmla="*/ 290407 h 1050289"/>
                <a:gd name="connsiteX45" fmla="*/ 463127 w 2669116"/>
                <a:gd name="connsiteY45" fmla="*/ 280670 h 1050289"/>
                <a:gd name="connsiteX46" fmla="*/ 466090 w 2669116"/>
                <a:gd name="connsiteY46" fmla="*/ 279400 h 1050289"/>
                <a:gd name="connsiteX47" fmla="*/ 452120 w 2669116"/>
                <a:gd name="connsiteY47" fmla="*/ 270933 h 1050289"/>
                <a:gd name="connsiteX48" fmla="*/ 436457 w 2669116"/>
                <a:gd name="connsiteY48" fmla="*/ 273897 h 1050289"/>
                <a:gd name="connsiteX49" fmla="*/ 422487 w 2669116"/>
                <a:gd name="connsiteY49" fmla="*/ 266700 h 1050289"/>
                <a:gd name="connsiteX50" fmla="*/ 430954 w 2669116"/>
                <a:gd name="connsiteY50" fmla="*/ 252730 h 1050289"/>
                <a:gd name="connsiteX51" fmla="*/ 444924 w 2669116"/>
                <a:gd name="connsiteY51" fmla="*/ 244264 h 1050289"/>
                <a:gd name="connsiteX52" fmla="*/ 458893 w 2669116"/>
                <a:gd name="connsiteY52" fmla="*/ 244264 h 1050289"/>
                <a:gd name="connsiteX53" fmla="*/ 472864 w 2669116"/>
                <a:gd name="connsiteY53" fmla="*/ 241300 h 1050289"/>
                <a:gd name="connsiteX54" fmla="*/ 488104 w 2669116"/>
                <a:gd name="connsiteY54" fmla="*/ 238337 h 1050289"/>
                <a:gd name="connsiteX55" fmla="*/ 499110 w 2669116"/>
                <a:gd name="connsiteY55" fmla="*/ 237067 h 1050289"/>
                <a:gd name="connsiteX56" fmla="*/ 513080 w 2669116"/>
                <a:gd name="connsiteY56" fmla="*/ 232833 h 1050289"/>
                <a:gd name="connsiteX57" fmla="*/ 527050 w 2669116"/>
                <a:gd name="connsiteY57" fmla="*/ 234104 h 1050289"/>
                <a:gd name="connsiteX58" fmla="*/ 542290 w 2669116"/>
                <a:gd name="connsiteY58" fmla="*/ 232833 h 1050289"/>
                <a:gd name="connsiteX59" fmla="*/ 556260 w 2669116"/>
                <a:gd name="connsiteY59" fmla="*/ 229870 h 1050289"/>
                <a:gd name="connsiteX60" fmla="*/ 542290 w 2669116"/>
                <a:gd name="connsiteY60" fmla="*/ 224367 h 1050289"/>
                <a:gd name="connsiteX61" fmla="*/ 527050 w 2669116"/>
                <a:gd name="connsiteY61" fmla="*/ 221404 h 1050289"/>
                <a:gd name="connsiteX62" fmla="*/ 513080 w 2669116"/>
                <a:gd name="connsiteY62" fmla="*/ 222673 h 1050289"/>
                <a:gd name="connsiteX63" fmla="*/ 499110 w 2669116"/>
                <a:gd name="connsiteY63" fmla="*/ 221404 h 1050289"/>
                <a:gd name="connsiteX64" fmla="*/ 485140 w 2669116"/>
                <a:gd name="connsiteY64" fmla="*/ 220133 h 1050289"/>
                <a:gd name="connsiteX65" fmla="*/ 478367 w 2669116"/>
                <a:gd name="connsiteY65" fmla="*/ 210397 h 1050289"/>
                <a:gd name="connsiteX66" fmla="*/ 474133 w 2669116"/>
                <a:gd name="connsiteY66" fmla="*/ 206164 h 1050289"/>
                <a:gd name="connsiteX67" fmla="*/ 460164 w 2669116"/>
                <a:gd name="connsiteY67" fmla="*/ 200660 h 1050289"/>
                <a:gd name="connsiteX68" fmla="*/ 446193 w 2669116"/>
                <a:gd name="connsiteY68" fmla="*/ 189654 h 1050289"/>
                <a:gd name="connsiteX69" fmla="*/ 443654 w 2669116"/>
                <a:gd name="connsiteY69" fmla="*/ 175683 h 1050289"/>
                <a:gd name="connsiteX70" fmla="*/ 444924 w 2669116"/>
                <a:gd name="connsiteY70" fmla="*/ 171450 h 1050289"/>
                <a:gd name="connsiteX71" fmla="*/ 446193 w 2669116"/>
                <a:gd name="connsiteY71" fmla="*/ 157480 h 1050289"/>
                <a:gd name="connsiteX72" fmla="*/ 460164 w 2669116"/>
                <a:gd name="connsiteY72" fmla="*/ 146473 h 1050289"/>
                <a:gd name="connsiteX73" fmla="*/ 463127 w 2669116"/>
                <a:gd name="connsiteY73" fmla="*/ 146473 h 1050289"/>
                <a:gd name="connsiteX74" fmla="*/ 477097 w 2669116"/>
                <a:gd name="connsiteY74" fmla="*/ 147743 h 1050289"/>
                <a:gd name="connsiteX75" fmla="*/ 491067 w 2669116"/>
                <a:gd name="connsiteY75" fmla="*/ 150707 h 1050289"/>
                <a:gd name="connsiteX76" fmla="*/ 506307 w 2669116"/>
                <a:gd name="connsiteY76" fmla="*/ 153670 h 1050289"/>
                <a:gd name="connsiteX77" fmla="*/ 520277 w 2669116"/>
                <a:gd name="connsiteY77" fmla="*/ 154940 h 1050289"/>
                <a:gd name="connsiteX78" fmla="*/ 535517 w 2669116"/>
                <a:gd name="connsiteY78" fmla="*/ 159173 h 1050289"/>
                <a:gd name="connsiteX79" fmla="*/ 549487 w 2669116"/>
                <a:gd name="connsiteY79" fmla="*/ 160443 h 1050289"/>
                <a:gd name="connsiteX80" fmla="*/ 552450 w 2669116"/>
                <a:gd name="connsiteY80" fmla="*/ 160443 h 1050289"/>
                <a:gd name="connsiteX81" fmla="*/ 567690 w 2669116"/>
                <a:gd name="connsiteY81" fmla="*/ 160443 h 1050289"/>
                <a:gd name="connsiteX82" fmla="*/ 571924 w 2669116"/>
                <a:gd name="connsiteY82" fmla="*/ 161714 h 1050289"/>
                <a:gd name="connsiteX83" fmla="*/ 585893 w 2669116"/>
                <a:gd name="connsiteY83" fmla="*/ 161714 h 1050289"/>
                <a:gd name="connsiteX84" fmla="*/ 599864 w 2669116"/>
                <a:gd name="connsiteY84" fmla="*/ 157480 h 1050289"/>
                <a:gd name="connsiteX85" fmla="*/ 613833 w 2669116"/>
                <a:gd name="connsiteY85" fmla="*/ 150283 h 1050289"/>
                <a:gd name="connsiteX86" fmla="*/ 627804 w 2669116"/>
                <a:gd name="connsiteY86" fmla="*/ 157480 h 1050289"/>
                <a:gd name="connsiteX87" fmla="*/ 629074 w 2669116"/>
                <a:gd name="connsiteY87" fmla="*/ 157480 h 1050289"/>
                <a:gd name="connsiteX88" fmla="*/ 643043 w 2669116"/>
                <a:gd name="connsiteY88" fmla="*/ 160443 h 1050289"/>
                <a:gd name="connsiteX89" fmla="*/ 657014 w 2669116"/>
                <a:gd name="connsiteY89" fmla="*/ 163407 h 1050289"/>
                <a:gd name="connsiteX90" fmla="*/ 658283 w 2669116"/>
                <a:gd name="connsiteY90" fmla="*/ 163407 h 1050289"/>
                <a:gd name="connsiteX91" fmla="*/ 672254 w 2669116"/>
                <a:gd name="connsiteY91" fmla="*/ 168910 h 1050289"/>
                <a:gd name="connsiteX92" fmla="*/ 687493 w 2669116"/>
                <a:gd name="connsiteY92" fmla="*/ 171873 h 1050289"/>
                <a:gd name="connsiteX93" fmla="*/ 701464 w 2669116"/>
                <a:gd name="connsiteY93" fmla="*/ 173143 h 1050289"/>
                <a:gd name="connsiteX94" fmla="*/ 716704 w 2669116"/>
                <a:gd name="connsiteY94" fmla="*/ 171873 h 1050289"/>
                <a:gd name="connsiteX95" fmla="*/ 730674 w 2669116"/>
                <a:gd name="connsiteY95" fmla="*/ 170604 h 1050289"/>
                <a:gd name="connsiteX96" fmla="*/ 744643 w 2669116"/>
                <a:gd name="connsiteY96" fmla="*/ 167640 h 1050289"/>
                <a:gd name="connsiteX97" fmla="*/ 753110 w 2669116"/>
                <a:gd name="connsiteY97" fmla="*/ 160867 h 1050289"/>
                <a:gd name="connsiteX98" fmla="*/ 760307 w 2669116"/>
                <a:gd name="connsiteY98" fmla="*/ 146897 h 1050289"/>
                <a:gd name="connsiteX99" fmla="*/ 758614 w 2669116"/>
                <a:gd name="connsiteY99" fmla="*/ 132927 h 1050289"/>
                <a:gd name="connsiteX100" fmla="*/ 773854 w 2669116"/>
                <a:gd name="connsiteY100" fmla="*/ 125730 h 1050289"/>
                <a:gd name="connsiteX101" fmla="*/ 787824 w 2669116"/>
                <a:gd name="connsiteY101" fmla="*/ 121497 h 1050289"/>
                <a:gd name="connsiteX102" fmla="*/ 801793 w 2669116"/>
                <a:gd name="connsiteY102" fmla="*/ 113030 h 1050289"/>
                <a:gd name="connsiteX103" fmla="*/ 815764 w 2669116"/>
                <a:gd name="connsiteY103" fmla="*/ 103293 h 1050289"/>
                <a:gd name="connsiteX104" fmla="*/ 829733 w 2669116"/>
                <a:gd name="connsiteY104" fmla="*/ 96097 h 1050289"/>
                <a:gd name="connsiteX105" fmla="*/ 842433 w 2669116"/>
                <a:gd name="connsiteY105" fmla="*/ 89323 h 1050289"/>
                <a:gd name="connsiteX106" fmla="*/ 855980 w 2669116"/>
                <a:gd name="connsiteY106" fmla="*/ 83820 h 1050289"/>
                <a:gd name="connsiteX107" fmla="*/ 862754 w 2669116"/>
                <a:gd name="connsiteY107" fmla="*/ 75354 h 1050289"/>
                <a:gd name="connsiteX108" fmla="*/ 877147 w 2669116"/>
                <a:gd name="connsiteY108" fmla="*/ 64347 h 1050289"/>
                <a:gd name="connsiteX109" fmla="*/ 890693 w 2669116"/>
                <a:gd name="connsiteY109" fmla="*/ 57573 h 1050289"/>
                <a:gd name="connsiteX110" fmla="*/ 905933 w 2669116"/>
                <a:gd name="connsiteY110" fmla="*/ 50800 h 1050289"/>
                <a:gd name="connsiteX111" fmla="*/ 919904 w 2669116"/>
                <a:gd name="connsiteY111" fmla="*/ 46567 h 1050289"/>
                <a:gd name="connsiteX112" fmla="*/ 924137 w 2669116"/>
                <a:gd name="connsiteY112" fmla="*/ 46567 h 1050289"/>
                <a:gd name="connsiteX113" fmla="*/ 938107 w 2669116"/>
                <a:gd name="connsiteY113" fmla="*/ 42333 h 1050289"/>
                <a:gd name="connsiteX114" fmla="*/ 952077 w 2669116"/>
                <a:gd name="connsiteY114" fmla="*/ 39370 h 1050289"/>
                <a:gd name="connsiteX115" fmla="*/ 966047 w 2669116"/>
                <a:gd name="connsiteY115" fmla="*/ 32597 h 1050289"/>
                <a:gd name="connsiteX116" fmla="*/ 980017 w 2669116"/>
                <a:gd name="connsiteY116" fmla="*/ 28364 h 1050289"/>
                <a:gd name="connsiteX117" fmla="*/ 995257 w 2669116"/>
                <a:gd name="connsiteY117" fmla="*/ 22860 h 1050289"/>
                <a:gd name="connsiteX118" fmla="*/ 1009227 w 2669116"/>
                <a:gd name="connsiteY118" fmla="*/ 16087 h 1050289"/>
                <a:gd name="connsiteX119" fmla="*/ 1023197 w 2669116"/>
                <a:gd name="connsiteY119" fmla="*/ 17357 h 1050289"/>
                <a:gd name="connsiteX120" fmla="*/ 1037167 w 2669116"/>
                <a:gd name="connsiteY120" fmla="*/ 18627 h 1050289"/>
                <a:gd name="connsiteX121" fmla="*/ 1051137 w 2669116"/>
                <a:gd name="connsiteY121" fmla="*/ 21590 h 1050289"/>
                <a:gd name="connsiteX122" fmla="*/ 1066377 w 2669116"/>
                <a:gd name="connsiteY122" fmla="*/ 22860 h 1050289"/>
                <a:gd name="connsiteX123" fmla="*/ 1080347 w 2669116"/>
                <a:gd name="connsiteY123" fmla="*/ 22860 h 1050289"/>
                <a:gd name="connsiteX124" fmla="*/ 1094317 w 2669116"/>
                <a:gd name="connsiteY124" fmla="*/ 22860 h 1050289"/>
                <a:gd name="connsiteX125" fmla="*/ 1108287 w 2669116"/>
                <a:gd name="connsiteY125" fmla="*/ 22860 h 1050289"/>
                <a:gd name="connsiteX126" fmla="*/ 1123527 w 2669116"/>
                <a:gd name="connsiteY126" fmla="*/ 25823 h 1050289"/>
                <a:gd name="connsiteX127" fmla="*/ 1127760 w 2669116"/>
                <a:gd name="connsiteY127" fmla="*/ 25823 h 1050289"/>
                <a:gd name="connsiteX128" fmla="*/ 1141730 w 2669116"/>
                <a:gd name="connsiteY128" fmla="*/ 28787 h 1050289"/>
                <a:gd name="connsiteX129" fmla="*/ 1155700 w 2669116"/>
                <a:gd name="connsiteY129" fmla="*/ 25823 h 1050289"/>
                <a:gd name="connsiteX130" fmla="*/ 1169670 w 2669116"/>
                <a:gd name="connsiteY130" fmla="*/ 27093 h 1050289"/>
                <a:gd name="connsiteX131" fmla="*/ 1184910 w 2669116"/>
                <a:gd name="connsiteY131" fmla="*/ 30057 h 1050289"/>
                <a:gd name="connsiteX132" fmla="*/ 1198880 w 2669116"/>
                <a:gd name="connsiteY132" fmla="*/ 28787 h 1050289"/>
                <a:gd name="connsiteX133" fmla="*/ 1212850 w 2669116"/>
                <a:gd name="connsiteY133" fmla="*/ 23283 h 1050289"/>
                <a:gd name="connsiteX134" fmla="*/ 1224280 w 2669116"/>
                <a:gd name="connsiteY134" fmla="*/ 9314 h 1050289"/>
                <a:gd name="connsiteX135" fmla="*/ 1232747 w 2669116"/>
                <a:gd name="connsiteY135" fmla="*/ 5080 h 1050289"/>
                <a:gd name="connsiteX136" fmla="*/ 1241214 w 2669116"/>
                <a:gd name="connsiteY136" fmla="*/ 13547 h 1050289"/>
                <a:gd name="connsiteX137" fmla="*/ 1255183 w 2669116"/>
                <a:gd name="connsiteY137" fmla="*/ 13547 h 1050289"/>
                <a:gd name="connsiteX138" fmla="*/ 1248410 w 2669116"/>
                <a:gd name="connsiteY138" fmla="*/ 29210 h 1050289"/>
                <a:gd name="connsiteX139" fmla="*/ 1255183 w 2669116"/>
                <a:gd name="connsiteY139" fmla="*/ 43180 h 1050289"/>
                <a:gd name="connsiteX140" fmla="*/ 1266190 w 2669116"/>
                <a:gd name="connsiteY140" fmla="*/ 57150 h 1050289"/>
                <a:gd name="connsiteX141" fmla="*/ 1280160 w 2669116"/>
                <a:gd name="connsiteY141" fmla="*/ 68157 h 1050289"/>
                <a:gd name="connsiteX142" fmla="*/ 1293707 w 2669116"/>
                <a:gd name="connsiteY142" fmla="*/ 72390 h 1050289"/>
                <a:gd name="connsiteX143" fmla="*/ 1306407 w 2669116"/>
                <a:gd name="connsiteY143" fmla="*/ 79587 h 1050289"/>
                <a:gd name="connsiteX144" fmla="*/ 1320377 w 2669116"/>
                <a:gd name="connsiteY144" fmla="*/ 80857 h 1050289"/>
                <a:gd name="connsiteX145" fmla="*/ 1335617 w 2669116"/>
                <a:gd name="connsiteY145" fmla="*/ 76623 h 1050289"/>
                <a:gd name="connsiteX146" fmla="*/ 1349587 w 2669116"/>
                <a:gd name="connsiteY146" fmla="*/ 72390 h 1050289"/>
                <a:gd name="connsiteX147" fmla="*/ 1363557 w 2669116"/>
                <a:gd name="connsiteY147" fmla="*/ 66887 h 1050289"/>
                <a:gd name="connsiteX148" fmla="*/ 1363557 w 2669116"/>
                <a:gd name="connsiteY148" fmla="*/ 79587 h 1050289"/>
                <a:gd name="connsiteX149" fmla="*/ 1369060 w 2669116"/>
                <a:gd name="connsiteY149" fmla="*/ 65617 h 1050289"/>
                <a:gd name="connsiteX150" fmla="*/ 1383030 w 2669116"/>
                <a:gd name="connsiteY150" fmla="*/ 72814 h 1050289"/>
                <a:gd name="connsiteX151" fmla="*/ 1394460 w 2669116"/>
                <a:gd name="connsiteY151" fmla="*/ 88054 h 1050289"/>
                <a:gd name="connsiteX152" fmla="*/ 1393190 w 2669116"/>
                <a:gd name="connsiteY152" fmla="*/ 102023 h 1050289"/>
                <a:gd name="connsiteX153" fmla="*/ 1394460 w 2669116"/>
                <a:gd name="connsiteY153" fmla="*/ 106257 h 1050289"/>
                <a:gd name="connsiteX154" fmla="*/ 1408007 w 2669116"/>
                <a:gd name="connsiteY154" fmla="*/ 120227 h 1050289"/>
                <a:gd name="connsiteX155" fmla="*/ 1421977 w 2669116"/>
                <a:gd name="connsiteY155" fmla="*/ 131657 h 1050289"/>
                <a:gd name="connsiteX156" fmla="*/ 1437217 w 2669116"/>
                <a:gd name="connsiteY156" fmla="*/ 143933 h 1050289"/>
                <a:gd name="connsiteX157" fmla="*/ 1451187 w 2669116"/>
                <a:gd name="connsiteY157" fmla="*/ 143933 h 1050289"/>
                <a:gd name="connsiteX158" fmla="*/ 1462193 w 2669116"/>
                <a:gd name="connsiteY158" fmla="*/ 129964 h 1050289"/>
                <a:gd name="connsiteX159" fmla="*/ 1468967 w 2669116"/>
                <a:gd name="connsiteY159" fmla="*/ 127000 h 1050289"/>
                <a:gd name="connsiteX160" fmla="*/ 1482937 w 2669116"/>
                <a:gd name="connsiteY160" fmla="*/ 127000 h 1050289"/>
                <a:gd name="connsiteX161" fmla="*/ 1496907 w 2669116"/>
                <a:gd name="connsiteY161" fmla="*/ 128270 h 1050289"/>
                <a:gd name="connsiteX162" fmla="*/ 1510454 w 2669116"/>
                <a:gd name="connsiteY162" fmla="*/ 136737 h 1050289"/>
                <a:gd name="connsiteX163" fmla="*/ 1521883 w 2669116"/>
                <a:gd name="connsiteY163" fmla="*/ 150707 h 1050289"/>
                <a:gd name="connsiteX164" fmla="*/ 1537124 w 2669116"/>
                <a:gd name="connsiteY164" fmla="*/ 161714 h 1050289"/>
                <a:gd name="connsiteX165" fmla="*/ 1540087 w 2669116"/>
                <a:gd name="connsiteY165" fmla="*/ 161714 h 1050289"/>
                <a:gd name="connsiteX166" fmla="*/ 1555327 w 2669116"/>
                <a:gd name="connsiteY166" fmla="*/ 161714 h 1050289"/>
                <a:gd name="connsiteX167" fmla="*/ 1569297 w 2669116"/>
                <a:gd name="connsiteY167" fmla="*/ 167217 h 1050289"/>
                <a:gd name="connsiteX168" fmla="*/ 1583267 w 2669116"/>
                <a:gd name="connsiteY168" fmla="*/ 173990 h 1050289"/>
                <a:gd name="connsiteX169" fmla="*/ 1597237 w 2669116"/>
                <a:gd name="connsiteY169" fmla="*/ 181187 h 1050289"/>
                <a:gd name="connsiteX170" fmla="*/ 1608243 w 2669116"/>
                <a:gd name="connsiteY170" fmla="*/ 167217 h 1050289"/>
                <a:gd name="connsiteX171" fmla="*/ 1623483 w 2669116"/>
                <a:gd name="connsiteY171" fmla="*/ 165947 h 1050289"/>
                <a:gd name="connsiteX172" fmla="*/ 1631950 w 2669116"/>
                <a:gd name="connsiteY172" fmla="*/ 179917 h 1050289"/>
                <a:gd name="connsiteX173" fmla="*/ 1645920 w 2669116"/>
                <a:gd name="connsiteY173" fmla="*/ 188383 h 1050289"/>
                <a:gd name="connsiteX174" fmla="*/ 1648460 w 2669116"/>
                <a:gd name="connsiteY174" fmla="*/ 188383 h 1050289"/>
                <a:gd name="connsiteX175" fmla="*/ 1664124 w 2669116"/>
                <a:gd name="connsiteY175" fmla="*/ 189654 h 1050289"/>
                <a:gd name="connsiteX176" fmla="*/ 1675130 w 2669116"/>
                <a:gd name="connsiteY176" fmla="*/ 193887 h 1050289"/>
                <a:gd name="connsiteX177" fmla="*/ 1689100 w 2669116"/>
                <a:gd name="connsiteY177" fmla="*/ 196850 h 1050289"/>
                <a:gd name="connsiteX178" fmla="*/ 1703070 w 2669116"/>
                <a:gd name="connsiteY178" fmla="*/ 199814 h 1050289"/>
                <a:gd name="connsiteX179" fmla="*/ 1717040 w 2669116"/>
                <a:gd name="connsiteY179" fmla="*/ 201083 h 1050289"/>
                <a:gd name="connsiteX180" fmla="*/ 1731010 w 2669116"/>
                <a:gd name="connsiteY180" fmla="*/ 199814 h 1050289"/>
                <a:gd name="connsiteX181" fmla="*/ 1744557 w 2669116"/>
                <a:gd name="connsiteY181" fmla="*/ 190077 h 1050289"/>
                <a:gd name="connsiteX182" fmla="*/ 1759797 w 2669116"/>
                <a:gd name="connsiteY182" fmla="*/ 191347 h 1050289"/>
                <a:gd name="connsiteX183" fmla="*/ 1772497 w 2669116"/>
                <a:gd name="connsiteY183" fmla="*/ 184150 h 1050289"/>
                <a:gd name="connsiteX184" fmla="*/ 1786467 w 2669116"/>
                <a:gd name="connsiteY184" fmla="*/ 179917 h 1050289"/>
                <a:gd name="connsiteX185" fmla="*/ 1801707 w 2669116"/>
                <a:gd name="connsiteY185" fmla="*/ 178647 h 1050289"/>
                <a:gd name="connsiteX186" fmla="*/ 1812714 w 2669116"/>
                <a:gd name="connsiteY186" fmla="*/ 174414 h 1050289"/>
                <a:gd name="connsiteX187" fmla="*/ 1826683 w 2669116"/>
                <a:gd name="connsiteY187" fmla="*/ 177377 h 1050289"/>
                <a:gd name="connsiteX188" fmla="*/ 1840654 w 2669116"/>
                <a:gd name="connsiteY188" fmla="*/ 173143 h 1050289"/>
                <a:gd name="connsiteX189" fmla="*/ 1855893 w 2669116"/>
                <a:gd name="connsiteY189" fmla="*/ 168910 h 1050289"/>
                <a:gd name="connsiteX190" fmla="*/ 1869864 w 2669116"/>
                <a:gd name="connsiteY190" fmla="*/ 181610 h 1050289"/>
                <a:gd name="connsiteX191" fmla="*/ 1883833 w 2669116"/>
                <a:gd name="connsiteY191" fmla="*/ 187114 h 1050289"/>
                <a:gd name="connsiteX192" fmla="*/ 1897804 w 2669116"/>
                <a:gd name="connsiteY192" fmla="*/ 185420 h 1050289"/>
                <a:gd name="connsiteX193" fmla="*/ 1913043 w 2669116"/>
                <a:gd name="connsiteY193" fmla="*/ 193887 h 1050289"/>
                <a:gd name="connsiteX194" fmla="*/ 1927014 w 2669116"/>
                <a:gd name="connsiteY194" fmla="*/ 189654 h 1050289"/>
                <a:gd name="connsiteX195" fmla="*/ 1929977 w 2669116"/>
                <a:gd name="connsiteY195" fmla="*/ 189654 h 1050289"/>
                <a:gd name="connsiteX196" fmla="*/ 1932940 w 2669116"/>
                <a:gd name="connsiteY196" fmla="*/ 192617 h 1050289"/>
                <a:gd name="connsiteX197" fmla="*/ 1946910 w 2669116"/>
                <a:gd name="connsiteY197" fmla="*/ 199814 h 1050289"/>
                <a:gd name="connsiteX198" fmla="*/ 1962150 w 2669116"/>
                <a:gd name="connsiteY198" fmla="*/ 195580 h 1050289"/>
                <a:gd name="connsiteX199" fmla="*/ 1976120 w 2669116"/>
                <a:gd name="connsiteY199" fmla="*/ 190077 h 1050289"/>
                <a:gd name="connsiteX200" fmla="*/ 1977814 w 2669116"/>
                <a:gd name="connsiteY200" fmla="*/ 187537 h 1050289"/>
                <a:gd name="connsiteX201" fmla="*/ 1984587 w 2669116"/>
                <a:gd name="connsiteY201" fmla="*/ 183304 h 1050289"/>
                <a:gd name="connsiteX202" fmla="*/ 1999827 w 2669116"/>
                <a:gd name="connsiteY202" fmla="*/ 182033 h 1050289"/>
                <a:gd name="connsiteX203" fmla="*/ 2013797 w 2669116"/>
                <a:gd name="connsiteY203" fmla="*/ 173567 h 1050289"/>
                <a:gd name="connsiteX204" fmla="*/ 2029037 w 2669116"/>
                <a:gd name="connsiteY204" fmla="*/ 159597 h 1050289"/>
                <a:gd name="connsiteX205" fmla="*/ 2043007 w 2669116"/>
                <a:gd name="connsiteY205" fmla="*/ 155364 h 1050289"/>
                <a:gd name="connsiteX206" fmla="*/ 2056977 w 2669116"/>
                <a:gd name="connsiteY206" fmla="*/ 151130 h 1050289"/>
                <a:gd name="connsiteX207" fmla="*/ 2072217 w 2669116"/>
                <a:gd name="connsiteY207" fmla="*/ 141393 h 1050289"/>
                <a:gd name="connsiteX208" fmla="*/ 2086187 w 2669116"/>
                <a:gd name="connsiteY208" fmla="*/ 135890 h 1050289"/>
                <a:gd name="connsiteX209" fmla="*/ 2098887 w 2669116"/>
                <a:gd name="connsiteY209" fmla="*/ 126154 h 1050289"/>
                <a:gd name="connsiteX210" fmla="*/ 2114127 w 2669116"/>
                <a:gd name="connsiteY210" fmla="*/ 113877 h 1050289"/>
                <a:gd name="connsiteX211" fmla="*/ 2125557 w 2669116"/>
                <a:gd name="connsiteY211" fmla="*/ 99907 h 1050289"/>
                <a:gd name="connsiteX212" fmla="*/ 2129791 w 2669116"/>
                <a:gd name="connsiteY212" fmla="*/ 101600 h 1050289"/>
                <a:gd name="connsiteX213" fmla="*/ 2143760 w 2669116"/>
                <a:gd name="connsiteY213" fmla="*/ 107104 h 1050289"/>
                <a:gd name="connsiteX214" fmla="*/ 2153497 w 2669116"/>
                <a:gd name="connsiteY214" fmla="*/ 108373 h 1050289"/>
                <a:gd name="connsiteX215" fmla="*/ 2167467 w 2669116"/>
                <a:gd name="connsiteY215" fmla="*/ 115147 h 1050289"/>
                <a:gd name="connsiteX216" fmla="*/ 2181437 w 2669116"/>
                <a:gd name="connsiteY216" fmla="*/ 102447 h 1050289"/>
                <a:gd name="connsiteX217" fmla="*/ 2195407 w 2669116"/>
                <a:gd name="connsiteY217" fmla="*/ 105410 h 1050289"/>
                <a:gd name="connsiteX218" fmla="*/ 2211070 w 2669116"/>
                <a:gd name="connsiteY218" fmla="*/ 102447 h 1050289"/>
                <a:gd name="connsiteX219" fmla="*/ 2225041 w 2669116"/>
                <a:gd name="connsiteY219" fmla="*/ 105410 h 1050289"/>
                <a:gd name="connsiteX220" fmla="*/ 2239010 w 2669116"/>
                <a:gd name="connsiteY220" fmla="*/ 109643 h 1050289"/>
                <a:gd name="connsiteX221" fmla="*/ 2254250 w 2669116"/>
                <a:gd name="connsiteY221" fmla="*/ 115147 h 1050289"/>
                <a:gd name="connsiteX222" fmla="*/ 2255520 w 2669116"/>
                <a:gd name="connsiteY222" fmla="*/ 115147 h 1050289"/>
                <a:gd name="connsiteX223" fmla="*/ 2265257 w 2669116"/>
                <a:gd name="connsiteY223" fmla="*/ 99907 h 1050289"/>
                <a:gd name="connsiteX224" fmla="*/ 2267797 w 2669116"/>
                <a:gd name="connsiteY224" fmla="*/ 91864 h 1050289"/>
                <a:gd name="connsiteX225" fmla="*/ 2267797 w 2669116"/>
                <a:gd name="connsiteY225" fmla="*/ 90593 h 1050289"/>
                <a:gd name="connsiteX226" fmla="*/ 2282191 w 2669116"/>
                <a:gd name="connsiteY226" fmla="*/ 89323 h 1050289"/>
                <a:gd name="connsiteX227" fmla="*/ 2296160 w 2669116"/>
                <a:gd name="connsiteY227" fmla="*/ 90593 h 1050289"/>
                <a:gd name="connsiteX228" fmla="*/ 2301664 w 2669116"/>
                <a:gd name="connsiteY228" fmla="*/ 90593 h 1050289"/>
                <a:gd name="connsiteX229" fmla="*/ 2296160 w 2669116"/>
                <a:gd name="connsiteY229" fmla="*/ 103293 h 1050289"/>
                <a:gd name="connsiteX230" fmla="*/ 2310130 w 2669116"/>
                <a:gd name="connsiteY230" fmla="*/ 103293 h 1050289"/>
                <a:gd name="connsiteX231" fmla="*/ 2325794 w 2669116"/>
                <a:gd name="connsiteY231" fmla="*/ 115993 h 1050289"/>
                <a:gd name="connsiteX232" fmla="*/ 2339764 w 2669116"/>
                <a:gd name="connsiteY232" fmla="*/ 127000 h 1050289"/>
                <a:gd name="connsiteX233" fmla="*/ 2353733 w 2669116"/>
                <a:gd name="connsiteY233" fmla="*/ 136737 h 1050289"/>
                <a:gd name="connsiteX234" fmla="*/ 2359237 w 2669116"/>
                <a:gd name="connsiteY234" fmla="*/ 138007 h 1050289"/>
                <a:gd name="connsiteX235" fmla="*/ 2353733 w 2669116"/>
                <a:gd name="connsiteY235" fmla="*/ 146473 h 1050289"/>
                <a:gd name="connsiteX236" fmla="*/ 2367704 w 2669116"/>
                <a:gd name="connsiteY236" fmla="*/ 157480 h 1050289"/>
                <a:gd name="connsiteX237" fmla="*/ 2381674 w 2669116"/>
                <a:gd name="connsiteY237" fmla="*/ 153247 h 1050289"/>
                <a:gd name="connsiteX238" fmla="*/ 2395644 w 2669116"/>
                <a:gd name="connsiteY238" fmla="*/ 161714 h 1050289"/>
                <a:gd name="connsiteX239" fmla="*/ 2396913 w 2669116"/>
                <a:gd name="connsiteY239" fmla="*/ 168910 h 1050289"/>
                <a:gd name="connsiteX240" fmla="*/ 2401147 w 2669116"/>
                <a:gd name="connsiteY240" fmla="*/ 182880 h 1050289"/>
                <a:gd name="connsiteX241" fmla="*/ 2416387 w 2669116"/>
                <a:gd name="connsiteY241" fmla="*/ 188383 h 1050289"/>
                <a:gd name="connsiteX242" fmla="*/ 2430357 w 2669116"/>
                <a:gd name="connsiteY242" fmla="*/ 199390 h 1050289"/>
                <a:gd name="connsiteX243" fmla="*/ 2434591 w 2669116"/>
                <a:gd name="connsiteY243" fmla="*/ 213360 h 1050289"/>
                <a:gd name="connsiteX244" fmla="*/ 2444327 w 2669116"/>
                <a:gd name="connsiteY244" fmla="*/ 227330 h 1050289"/>
                <a:gd name="connsiteX245" fmla="*/ 2445597 w 2669116"/>
                <a:gd name="connsiteY245" fmla="*/ 232833 h 1050289"/>
                <a:gd name="connsiteX246" fmla="*/ 2446867 w 2669116"/>
                <a:gd name="connsiteY246" fmla="*/ 241300 h 1050289"/>
                <a:gd name="connsiteX247" fmla="*/ 2442633 w 2669116"/>
                <a:gd name="connsiteY247" fmla="*/ 252307 h 1050289"/>
                <a:gd name="connsiteX248" fmla="*/ 2441363 w 2669116"/>
                <a:gd name="connsiteY248" fmla="*/ 255270 h 1050289"/>
                <a:gd name="connsiteX249" fmla="*/ 2431627 w 2669116"/>
                <a:gd name="connsiteY249" fmla="*/ 269240 h 1050289"/>
                <a:gd name="connsiteX250" fmla="*/ 2434591 w 2669116"/>
                <a:gd name="connsiteY250" fmla="*/ 283210 h 1050289"/>
                <a:gd name="connsiteX251" fmla="*/ 2433320 w 2669116"/>
                <a:gd name="connsiteY251" fmla="*/ 297180 h 1050289"/>
                <a:gd name="connsiteX252" fmla="*/ 2447291 w 2669116"/>
                <a:gd name="connsiteY252" fmla="*/ 311150 h 1050289"/>
                <a:gd name="connsiteX253" fmla="*/ 2454487 w 2669116"/>
                <a:gd name="connsiteY253" fmla="*/ 325120 h 1050289"/>
                <a:gd name="connsiteX254" fmla="*/ 2446020 w 2669116"/>
                <a:gd name="connsiteY254" fmla="*/ 333587 h 1050289"/>
                <a:gd name="connsiteX255" fmla="*/ 2461261 w 2669116"/>
                <a:gd name="connsiteY255" fmla="*/ 340360 h 1050289"/>
                <a:gd name="connsiteX256" fmla="*/ 2473537 w 2669116"/>
                <a:gd name="connsiteY256" fmla="*/ 344593 h 1050289"/>
                <a:gd name="connsiteX257" fmla="*/ 2487507 w 2669116"/>
                <a:gd name="connsiteY257" fmla="*/ 351367 h 1050289"/>
                <a:gd name="connsiteX258" fmla="*/ 2501477 w 2669116"/>
                <a:gd name="connsiteY258" fmla="*/ 353060 h 1050289"/>
                <a:gd name="connsiteX259" fmla="*/ 2515447 w 2669116"/>
                <a:gd name="connsiteY259" fmla="*/ 351367 h 1050289"/>
                <a:gd name="connsiteX260" fmla="*/ 2520950 w 2669116"/>
                <a:gd name="connsiteY260" fmla="*/ 348827 h 1050289"/>
                <a:gd name="connsiteX261" fmla="*/ 2534920 w 2669116"/>
                <a:gd name="connsiteY261" fmla="*/ 345864 h 1050289"/>
                <a:gd name="connsiteX262" fmla="*/ 2548891 w 2669116"/>
                <a:gd name="connsiteY262" fmla="*/ 353060 h 1050289"/>
                <a:gd name="connsiteX263" fmla="*/ 2551854 w 2669116"/>
                <a:gd name="connsiteY263" fmla="*/ 354330 h 1050289"/>
                <a:gd name="connsiteX264" fmla="*/ 2565824 w 2669116"/>
                <a:gd name="connsiteY264" fmla="*/ 362797 h 1050289"/>
                <a:gd name="connsiteX265" fmla="*/ 2578524 w 2669116"/>
                <a:gd name="connsiteY265" fmla="*/ 376767 h 1050289"/>
                <a:gd name="connsiteX266" fmla="*/ 2593763 w 2669116"/>
                <a:gd name="connsiteY266" fmla="*/ 387773 h 1050289"/>
                <a:gd name="connsiteX267" fmla="*/ 2607733 w 2669116"/>
                <a:gd name="connsiteY267" fmla="*/ 400473 h 1050289"/>
                <a:gd name="connsiteX268" fmla="*/ 2610697 w 2669116"/>
                <a:gd name="connsiteY268" fmla="*/ 403437 h 1050289"/>
                <a:gd name="connsiteX269" fmla="*/ 2617470 w 2669116"/>
                <a:gd name="connsiteY269" fmla="*/ 416137 h 1050289"/>
                <a:gd name="connsiteX270" fmla="*/ 2610697 w 2669116"/>
                <a:gd name="connsiteY270" fmla="*/ 410633 h 1050289"/>
                <a:gd name="connsiteX271" fmla="*/ 2596727 w 2669116"/>
                <a:gd name="connsiteY271" fmla="*/ 400897 h 1050289"/>
                <a:gd name="connsiteX272" fmla="*/ 2582757 w 2669116"/>
                <a:gd name="connsiteY272" fmla="*/ 392430 h 1050289"/>
                <a:gd name="connsiteX273" fmla="*/ 2568787 w 2669116"/>
                <a:gd name="connsiteY273" fmla="*/ 405130 h 1050289"/>
                <a:gd name="connsiteX274" fmla="*/ 2570057 w 2669116"/>
                <a:gd name="connsiteY274" fmla="*/ 409364 h 1050289"/>
                <a:gd name="connsiteX275" fmla="*/ 2567094 w 2669116"/>
                <a:gd name="connsiteY275" fmla="*/ 423333 h 1050289"/>
                <a:gd name="connsiteX276" fmla="*/ 2567094 w 2669116"/>
                <a:gd name="connsiteY276" fmla="*/ 438573 h 1050289"/>
                <a:gd name="connsiteX277" fmla="*/ 2564130 w 2669116"/>
                <a:gd name="connsiteY277" fmla="*/ 452543 h 1050289"/>
                <a:gd name="connsiteX278" fmla="*/ 2558627 w 2669116"/>
                <a:gd name="connsiteY278" fmla="*/ 453814 h 1050289"/>
                <a:gd name="connsiteX279" fmla="*/ 2544657 w 2669116"/>
                <a:gd name="connsiteY279" fmla="*/ 453814 h 1050289"/>
                <a:gd name="connsiteX280" fmla="*/ 2530687 w 2669116"/>
                <a:gd name="connsiteY280" fmla="*/ 453814 h 1050289"/>
                <a:gd name="connsiteX281" fmla="*/ 2515447 w 2669116"/>
                <a:gd name="connsiteY281" fmla="*/ 458047 h 1050289"/>
                <a:gd name="connsiteX282" fmla="*/ 2518411 w 2669116"/>
                <a:gd name="connsiteY282" fmla="*/ 461010 h 1050289"/>
                <a:gd name="connsiteX283" fmla="*/ 2526454 w 2669116"/>
                <a:gd name="connsiteY283" fmla="*/ 474980 h 1050289"/>
                <a:gd name="connsiteX284" fmla="*/ 2531957 w 2669116"/>
                <a:gd name="connsiteY284" fmla="*/ 488950 h 1050289"/>
                <a:gd name="connsiteX285" fmla="*/ 2545927 w 2669116"/>
                <a:gd name="connsiteY285" fmla="*/ 502920 h 1050289"/>
                <a:gd name="connsiteX286" fmla="*/ 2545927 w 2669116"/>
                <a:gd name="connsiteY286" fmla="*/ 516890 h 1050289"/>
                <a:gd name="connsiteX287" fmla="*/ 2542117 w 2669116"/>
                <a:gd name="connsiteY287" fmla="*/ 522393 h 1050289"/>
                <a:gd name="connsiteX288" fmla="*/ 2550583 w 2669116"/>
                <a:gd name="connsiteY288" fmla="*/ 536364 h 1050289"/>
                <a:gd name="connsiteX289" fmla="*/ 2564554 w 2669116"/>
                <a:gd name="connsiteY289" fmla="*/ 547370 h 1050289"/>
                <a:gd name="connsiteX290" fmla="*/ 2562861 w 2669116"/>
                <a:gd name="connsiteY290" fmla="*/ 561340 h 1050289"/>
                <a:gd name="connsiteX291" fmla="*/ 2564554 w 2669116"/>
                <a:gd name="connsiteY291" fmla="*/ 575310 h 1050289"/>
                <a:gd name="connsiteX292" fmla="*/ 2573020 w 2669116"/>
                <a:gd name="connsiteY292" fmla="*/ 590550 h 1050289"/>
                <a:gd name="connsiteX293" fmla="*/ 2575983 w 2669116"/>
                <a:gd name="connsiteY293" fmla="*/ 604520 h 1050289"/>
                <a:gd name="connsiteX294" fmla="*/ 2574713 w 2669116"/>
                <a:gd name="connsiteY294" fmla="*/ 608754 h 1050289"/>
                <a:gd name="connsiteX295" fmla="*/ 2574713 w 2669116"/>
                <a:gd name="connsiteY295" fmla="*/ 611293 h 1050289"/>
                <a:gd name="connsiteX296" fmla="*/ 2586991 w 2669116"/>
                <a:gd name="connsiteY296" fmla="*/ 626533 h 1050289"/>
                <a:gd name="connsiteX297" fmla="*/ 2600961 w 2669116"/>
                <a:gd name="connsiteY297" fmla="*/ 633307 h 1050289"/>
                <a:gd name="connsiteX298" fmla="*/ 2591224 w 2669116"/>
                <a:gd name="connsiteY298" fmla="*/ 647277 h 1050289"/>
                <a:gd name="connsiteX299" fmla="*/ 2591224 w 2669116"/>
                <a:gd name="connsiteY299" fmla="*/ 661247 h 1050289"/>
                <a:gd name="connsiteX300" fmla="*/ 2582757 w 2669116"/>
                <a:gd name="connsiteY300" fmla="*/ 675217 h 1050289"/>
                <a:gd name="connsiteX301" fmla="*/ 2577254 w 2669116"/>
                <a:gd name="connsiteY301" fmla="*/ 690457 h 1050289"/>
                <a:gd name="connsiteX302" fmla="*/ 2575983 w 2669116"/>
                <a:gd name="connsiteY302" fmla="*/ 704427 h 1050289"/>
                <a:gd name="connsiteX303" fmla="*/ 2575983 w 2669116"/>
                <a:gd name="connsiteY303" fmla="*/ 705697 h 1050289"/>
                <a:gd name="connsiteX304" fmla="*/ 2589954 w 2669116"/>
                <a:gd name="connsiteY304" fmla="*/ 706967 h 1050289"/>
                <a:gd name="connsiteX305" fmla="*/ 2605194 w 2669116"/>
                <a:gd name="connsiteY305" fmla="*/ 717973 h 1050289"/>
                <a:gd name="connsiteX306" fmla="*/ 2619163 w 2669116"/>
                <a:gd name="connsiteY306" fmla="*/ 723477 h 1050289"/>
                <a:gd name="connsiteX307" fmla="*/ 2633133 w 2669116"/>
                <a:gd name="connsiteY307" fmla="*/ 734907 h 1050289"/>
                <a:gd name="connsiteX308" fmla="*/ 2631863 w 2669116"/>
                <a:gd name="connsiteY308" fmla="*/ 739140 h 1050289"/>
                <a:gd name="connsiteX309" fmla="*/ 2634827 w 2669116"/>
                <a:gd name="connsiteY309" fmla="*/ 753110 h 1050289"/>
                <a:gd name="connsiteX310" fmla="*/ 2634827 w 2669116"/>
                <a:gd name="connsiteY310" fmla="*/ 767080 h 1050289"/>
                <a:gd name="connsiteX311" fmla="*/ 2639061 w 2669116"/>
                <a:gd name="connsiteY311" fmla="*/ 782320 h 1050289"/>
                <a:gd name="connsiteX312" fmla="*/ 2654300 w 2669116"/>
                <a:gd name="connsiteY312" fmla="*/ 789093 h 1050289"/>
                <a:gd name="connsiteX313" fmla="*/ 2668270 w 2669116"/>
                <a:gd name="connsiteY313" fmla="*/ 801793 h 1050289"/>
                <a:gd name="connsiteX314" fmla="*/ 2665307 w 2669116"/>
                <a:gd name="connsiteY314" fmla="*/ 815764 h 1050289"/>
                <a:gd name="connsiteX315" fmla="*/ 2669117 w 2669116"/>
                <a:gd name="connsiteY315" fmla="*/ 829733 h 1050289"/>
                <a:gd name="connsiteX316" fmla="*/ 2661074 w 2669116"/>
                <a:gd name="connsiteY316" fmla="*/ 825500 h 1050289"/>
                <a:gd name="connsiteX317" fmla="*/ 2647104 w 2669116"/>
                <a:gd name="connsiteY317" fmla="*/ 822537 h 1050289"/>
                <a:gd name="connsiteX318" fmla="*/ 2633133 w 2669116"/>
                <a:gd name="connsiteY318" fmla="*/ 835237 h 1050289"/>
                <a:gd name="connsiteX319" fmla="*/ 2619163 w 2669116"/>
                <a:gd name="connsiteY319" fmla="*/ 844973 h 1050289"/>
                <a:gd name="connsiteX320" fmla="*/ 2608157 w 2669116"/>
                <a:gd name="connsiteY320" fmla="*/ 858943 h 1050289"/>
                <a:gd name="connsiteX321" fmla="*/ 2594187 w 2669116"/>
                <a:gd name="connsiteY321" fmla="*/ 847514 h 1050289"/>
                <a:gd name="connsiteX322" fmla="*/ 2589954 w 2669116"/>
                <a:gd name="connsiteY322" fmla="*/ 833543 h 1050289"/>
                <a:gd name="connsiteX323" fmla="*/ 2595457 w 2669116"/>
                <a:gd name="connsiteY323" fmla="*/ 819573 h 1050289"/>
                <a:gd name="connsiteX324" fmla="*/ 2582757 w 2669116"/>
                <a:gd name="connsiteY324" fmla="*/ 805604 h 1050289"/>
                <a:gd name="connsiteX325" fmla="*/ 2568787 w 2669116"/>
                <a:gd name="connsiteY325" fmla="*/ 801370 h 1050289"/>
                <a:gd name="connsiteX326" fmla="*/ 2554817 w 2669116"/>
                <a:gd name="connsiteY326" fmla="*/ 804333 h 1050289"/>
                <a:gd name="connsiteX327" fmla="*/ 2540847 w 2669116"/>
                <a:gd name="connsiteY327" fmla="*/ 817033 h 1050289"/>
                <a:gd name="connsiteX328" fmla="*/ 2526877 w 2669116"/>
                <a:gd name="connsiteY328" fmla="*/ 815764 h 1050289"/>
                <a:gd name="connsiteX329" fmla="*/ 2512907 w 2669116"/>
                <a:gd name="connsiteY329" fmla="*/ 815764 h 1050289"/>
                <a:gd name="connsiteX330" fmla="*/ 2497244 w 2669116"/>
                <a:gd name="connsiteY330" fmla="*/ 811530 h 1050289"/>
                <a:gd name="connsiteX331" fmla="*/ 2484544 w 2669116"/>
                <a:gd name="connsiteY331" fmla="*/ 810260 h 1050289"/>
                <a:gd name="connsiteX332" fmla="*/ 2469304 w 2669116"/>
                <a:gd name="connsiteY332" fmla="*/ 801793 h 1050289"/>
                <a:gd name="connsiteX333" fmla="*/ 2455333 w 2669116"/>
                <a:gd name="connsiteY333" fmla="*/ 800523 h 1050289"/>
                <a:gd name="connsiteX334" fmla="*/ 2441363 w 2669116"/>
                <a:gd name="connsiteY334" fmla="*/ 795020 h 1050289"/>
                <a:gd name="connsiteX335" fmla="*/ 2427394 w 2669116"/>
                <a:gd name="connsiteY335" fmla="*/ 795020 h 1050289"/>
                <a:gd name="connsiteX336" fmla="*/ 2413424 w 2669116"/>
                <a:gd name="connsiteY336" fmla="*/ 800523 h 1050289"/>
                <a:gd name="connsiteX337" fmla="*/ 2398183 w 2669116"/>
                <a:gd name="connsiteY337" fmla="*/ 796290 h 1050289"/>
                <a:gd name="connsiteX338" fmla="*/ 2384213 w 2669116"/>
                <a:gd name="connsiteY338" fmla="*/ 792057 h 1050289"/>
                <a:gd name="connsiteX339" fmla="*/ 2379980 w 2669116"/>
                <a:gd name="connsiteY339" fmla="*/ 798830 h 1050289"/>
                <a:gd name="connsiteX340" fmla="*/ 2371513 w 2669116"/>
                <a:gd name="connsiteY340" fmla="*/ 812800 h 1050289"/>
                <a:gd name="connsiteX341" fmla="*/ 2363047 w 2669116"/>
                <a:gd name="connsiteY341" fmla="*/ 828040 h 1050289"/>
                <a:gd name="connsiteX342" fmla="*/ 2355004 w 2669116"/>
                <a:gd name="connsiteY342" fmla="*/ 831004 h 1050289"/>
                <a:gd name="connsiteX343" fmla="*/ 2341033 w 2669116"/>
                <a:gd name="connsiteY343" fmla="*/ 835237 h 1050289"/>
                <a:gd name="connsiteX344" fmla="*/ 2332567 w 2669116"/>
                <a:gd name="connsiteY344" fmla="*/ 836507 h 1050289"/>
                <a:gd name="connsiteX345" fmla="*/ 2328333 w 2669116"/>
                <a:gd name="connsiteY345" fmla="*/ 825077 h 1050289"/>
                <a:gd name="connsiteX346" fmla="*/ 2322830 w 2669116"/>
                <a:gd name="connsiteY346" fmla="*/ 809837 h 1050289"/>
                <a:gd name="connsiteX347" fmla="*/ 2308860 w 2669116"/>
                <a:gd name="connsiteY347" fmla="*/ 800100 h 1050289"/>
                <a:gd name="connsiteX348" fmla="*/ 2296583 w 2669116"/>
                <a:gd name="connsiteY348" fmla="*/ 815340 h 1050289"/>
                <a:gd name="connsiteX349" fmla="*/ 2282614 w 2669116"/>
                <a:gd name="connsiteY349" fmla="*/ 825077 h 1050289"/>
                <a:gd name="connsiteX350" fmla="*/ 2269914 w 2669116"/>
                <a:gd name="connsiteY350" fmla="*/ 829310 h 1050289"/>
                <a:gd name="connsiteX351" fmla="*/ 2254674 w 2669116"/>
                <a:gd name="connsiteY351" fmla="*/ 833543 h 1050289"/>
                <a:gd name="connsiteX352" fmla="*/ 2243667 w 2669116"/>
                <a:gd name="connsiteY352" fmla="*/ 835237 h 1050289"/>
                <a:gd name="connsiteX353" fmla="*/ 2241974 w 2669116"/>
                <a:gd name="connsiteY353" fmla="*/ 833543 h 1050289"/>
                <a:gd name="connsiteX354" fmla="*/ 2234777 w 2669116"/>
                <a:gd name="connsiteY354" fmla="*/ 835237 h 1050289"/>
                <a:gd name="connsiteX355" fmla="*/ 2227580 w 2669116"/>
                <a:gd name="connsiteY355" fmla="*/ 839470 h 1050289"/>
                <a:gd name="connsiteX356" fmla="*/ 2217844 w 2669116"/>
                <a:gd name="connsiteY356" fmla="*/ 840740 h 1050289"/>
                <a:gd name="connsiteX357" fmla="*/ 2205144 w 2669116"/>
                <a:gd name="connsiteY357" fmla="*/ 840740 h 1050289"/>
                <a:gd name="connsiteX358" fmla="*/ 2191174 w 2669116"/>
                <a:gd name="connsiteY358" fmla="*/ 842010 h 1050289"/>
                <a:gd name="connsiteX359" fmla="*/ 2189904 w 2669116"/>
                <a:gd name="connsiteY359" fmla="*/ 842010 h 1050289"/>
                <a:gd name="connsiteX360" fmla="*/ 2178474 w 2669116"/>
                <a:gd name="connsiteY360" fmla="*/ 842010 h 1050289"/>
                <a:gd name="connsiteX361" fmla="*/ 2177204 w 2669116"/>
                <a:gd name="connsiteY361" fmla="*/ 842010 h 1050289"/>
                <a:gd name="connsiteX362" fmla="*/ 2163233 w 2669116"/>
                <a:gd name="connsiteY362" fmla="*/ 837777 h 1050289"/>
                <a:gd name="connsiteX363" fmla="*/ 2149264 w 2669116"/>
                <a:gd name="connsiteY363" fmla="*/ 835237 h 1050289"/>
                <a:gd name="connsiteX364" fmla="*/ 2137833 w 2669116"/>
                <a:gd name="connsiteY364" fmla="*/ 833543 h 1050289"/>
                <a:gd name="connsiteX365" fmla="*/ 2123864 w 2669116"/>
                <a:gd name="connsiteY365" fmla="*/ 835237 h 1050289"/>
                <a:gd name="connsiteX366" fmla="*/ 2108624 w 2669116"/>
                <a:gd name="connsiteY366" fmla="*/ 836507 h 1050289"/>
                <a:gd name="connsiteX367" fmla="*/ 2098887 w 2669116"/>
                <a:gd name="connsiteY367" fmla="*/ 840317 h 1050289"/>
                <a:gd name="connsiteX368" fmla="*/ 2083224 w 2669116"/>
                <a:gd name="connsiteY368" fmla="*/ 847090 h 1050289"/>
                <a:gd name="connsiteX369" fmla="*/ 2069254 w 2669116"/>
                <a:gd name="connsiteY369" fmla="*/ 851323 h 1050289"/>
                <a:gd name="connsiteX370" fmla="*/ 2055283 w 2669116"/>
                <a:gd name="connsiteY370" fmla="*/ 861060 h 1050289"/>
                <a:gd name="connsiteX371" fmla="*/ 2045547 w 2669116"/>
                <a:gd name="connsiteY371" fmla="*/ 866564 h 1050289"/>
                <a:gd name="connsiteX372" fmla="*/ 2034117 w 2669116"/>
                <a:gd name="connsiteY372" fmla="*/ 873760 h 1050289"/>
                <a:gd name="connsiteX373" fmla="*/ 2028614 w 2669116"/>
                <a:gd name="connsiteY373" fmla="*/ 875030 h 1050289"/>
                <a:gd name="connsiteX374" fmla="*/ 2020147 w 2669116"/>
                <a:gd name="connsiteY374" fmla="*/ 879264 h 1050289"/>
                <a:gd name="connsiteX375" fmla="*/ 2017183 w 2669116"/>
                <a:gd name="connsiteY375" fmla="*/ 882227 h 1050289"/>
                <a:gd name="connsiteX376" fmla="*/ 2011680 w 2669116"/>
                <a:gd name="connsiteY376" fmla="*/ 885190 h 1050289"/>
                <a:gd name="connsiteX377" fmla="*/ 1997710 w 2669116"/>
                <a:gd name="connsiteY377" fmla="*/ 890693 h 1050289"/>
                <a:gd name="connsiteX378" fmla="*/ 1982470 w 2669116"/>
                <a:gd name="connsiteY378" fmla="*/ 896197 h 1050289"/>
                <a:gd name="connsiteX379" fmla="*/ 1968500 w 2669116"/>
                <a:gd name="connsiteY379" fmla="*/ 897890 h 1050289"/>
                <a:gd name="connsiteX380" fmla="*/ 1954530 w 2669116"/>
                <a:gd name="connsiteY380" fmla="*/ 900854 h 1050289"/>
                <a:gd name="connsiteX381" fmla="*/ 1940560 w 2669116"/>
                <a:gd name="connsiteY381" fmla="*/ 903393 h 1050289"/>
                <a:gd name="connsiteX382" fmla="*/ 1935057 w 2669116"/>
                <a:gd name="connsiteY382" fmla="*/ 904664 h 1050289"/>
                <a:gd name="connsiteX383" fmla="*/ 1921087 w 2669116"/>
                <a:gd name="connsiteY383" fmla="*/ 907627 h 1050289"/>
                <a:gd name="connsiteX384" fmla="*/ 1907117 w 2669116"/>
                <a:gd name="connsiteY384" fmla="*/ 910590 h 1050289"/>
                <a:gd name="connsiteX385" fmla="*/ 1893147 w 2669116"/>
                <a:gd name="connsiteY385" fmla="*/ 907627 h 1050289"/>
                <a:gd name="connsiteX386" fmla="*/ 1879177 w 2669116"/>
                <a:gd name="connsiteY386" fmla="*/ 903393 h 1050289"/>
                <a:gd name="connsiteX387" fmla="*/ 1874943 w 2669116"/>
                <a:gd name="connsiteY387" fmla="*/ 903393 h 1050289"/>
                <a:gd name="connsiteX388" fmla="*/ 1867747 w 2669116"/>
                <a:gd name="connsiteY388" fmla="*/ 904664 h 1050289"/>
                <a:gd name="connsiteX389" fmla="*/ 1853777 w 2669116"/>
                <a:gd name="connsiteY389" fmla="*/ 904664 h 1050289"/>
                <a:gd name="connsiteX390" fmla="*/ 1839807 w 2669116"/>
                <a:gd name="connsiteY390" fmla="*/ 904664 h 1050289"/>
                <a:gd name="connsiteX391" fmla="*/ 1825837 w 2669116"/>
                <a:gd name="connsiteY391" fmla="*/ 896197 h 1050289"/>
                <a:gd name="connsiteX392" fmla="*/ 1821604 w 2669116"/>
                <a:gd name="connsiteY392" fmla="*/ 893657 h 1050289"/>
                <a:gd name="connsiteX393" fmla="*/ 1807633 w 2669116"/>
                <a:gd name="connsiteY393" fmla="*/ 879687 h 1050289"/>
                <a:gd name="connsiteX394" fmla="*/ 1793664 w 2669116"/>
                <a:gd name="connsiteY394" fmla="*/ 874183 h 1050289"/>
                <a:gd name="connsiteX395" fmla="*/ 1778000 w 2669116"/>
                <a:gd name="connsiteY395" fmla="*/ 871220 h 1050289"/>
                <a:gd name="connsiteX396" fmla="*/ 1764030 w 2669116"/>
                <a:gd name="connsiteY396" fmla="*/ 868257 h 1050289"/>
                <a:gd name="connsiteX397" fmla="*/ 1750060 w 2669116"/>
                <a:gd name="connsiteY397" fmla="*/ 873760 h 1050289"/>
                <a:gd name="connsiteX398" fmla="*/ 1736090 w 2669116"/>
                <a:gd name="connsiteY398" fmla="*/ 881804 h 1050289"/>
                <a:gd name="connsiteX399" fmla="*/ 1734820 w 2669116"/>
                <a:gd name="connsiteY399" fmla="*/ 883073 h 1050289"/>
                <a:gd name="connsiteX400" fmla="*/ 1720850 w 2669116"/>
                <a:gd name="connsiteY400" fmla="*/ 888577 h 1050289"/>
                <a:gd name="connsiteX401" fmla="*/ 1706880 w 2669116"/>
                <a:gd name="connsiteY401" fmla="*/ 894080 h 1050289"/>
                <a:gd name="connsiteX402" fmla="*/ 1691640 w 2669116"/>
                <a:gd name="connsiteY402" fmla="*/ 897043 h 1050289"/>
                <a:gd name="connsiteX403" fmla="*/ 1677670 w 2669116"/>
                <a:gd name="connsiteY403" fmla="*/ 902547 h 1050289"/>
                <a:gd name="connsiteX404" fmla="*/ 1667933 w 2669116"/>
                <a:gd name="connsiteY404" fmla="*/ 911014 h 1050289"/>
                <a:gd name="connsiteX405" fmla="*/ 1664970 w 2669116"/>
                <a:gd name="connsiteY405" fmla="*/ 912283 h 1050289"/>
                <a:gd name="connsiteX406" fmla="*/ 1651000 w 2669116"/>
                <a:gd name="connsiteY406" fmla="*/ 911014 h 1050289"/>
                <a:gd name="connsiteX407" fmla="*/ 1635760 w 2669116"/>
                <a:gd name="connsiteY407" fmla="*/ 909320 h 1050289"/>
                <a:gd name="connsiteX408" fmla="*/ 1621790 w 2669116"/>
                <a:gd name="connsiteY408" fmla="*/ 911860 h 1050289"/>
                <a:gd name="connsiteX409" fmla="*/ 1607820 w 2669116"/>
                <a:gd name="connsiteY409" fmla="*/ 916093 h 1050289"/>
                <a:gd name="connsiteX410" fmla="*/ 1602317 w 2669116"/>
                <a:gd name="connsiteY410" fmla="*/ 900430 h 1050289"/>
                <a:gd name="connsiteX411" fmla="*/ 1588347 w 2669116"/>
                <a:gd name="connsiteY411" fmla="*/ 890693 h 1050289"/>
                <a:gd name="connsiteX412" fmla="*/ 1585383 w 2669116"/>
                <a:gd name="connsiteY412" fmla="*/ 889423 h 1050289"/>
                <a:gd name="connsiteX413" fmla="*/ 1571414 w 2669116"/>
                <a:gd name="connsiteY413" fmla="*/ 888154 h 1050289"/>
                <a:gd name="connsiteX414" fmla="*/ 1556174 w 2669116"/>
                <a:gd name="connsiteY414" fmla="*/ 882650 h 1050289"/>
                <a:gd name="connsiteX415" fmla="*/ 1550670 w 2669116"/>
                <a:gd name="connsiteY415" fmla="*/ 881380 h 1050289"/>
                <a:gd name="connsiteX416" fmla="*/ 1547707 w 2669116"/>
                <a:gd name="connsiteY416" fmla="*/ 881380 h 1050289"/>
                <a:gd name="connsiteX417" fmla="*/ 1543474 w 2669116"/>
                <a:gd name="connsiteY417" fmla="*/ 895350 h 1050289"/>
                <a:gd name="connsiteX418" fmla="*/ 1542204 w 2669116"/>
                <a:gd name="connsiteY418" fmla="*/ 909320 h 1050289"/>
                <a:gd name="connsiteX419" fmla="*/ 1542204 w 2669116"/>
                <a:gd name="connsiteY419" fmla="*/ 923290 h 1050289"/>
                <a:gd name="connsiteX420" fmla="*/ 1537970 w 2669116"/>
                <a:gd name="connsiteY420" fmla="*/ 937260 h 1050289"/>
                <a:gd name="connsiteX421" fmla="*/ 1542204 w 2669116"/>
                <a:gd name="connsiteY421" fmla="*/ 952500 h 1050289"/>
                <a:gd name="connsiteX422" fmla="*/ 1547707 w 2669116"/>
                <a:gd name="connsiteY422" fmla="*/ 956733 h 1050289"/>
                <a:gd name="connsiteX423" fmla="*/ 1547707 w 2669116"/>
                <a:gd name="connsiteY423" fmla="*/ 965200 h 1050289"/>
                <a:gd name="connsiteX424" fmla="*/ 1556174 w 2669116"/>
                <a:gd name="connsiteY424" fmla="*/ 967740 h 1050289"/>
                <a:gd name="connsiteX425" fmla="*/ 1561677 w 2669116"/>
                <a:gd name="connsiteY425" fmla="*/ 980440 h 1050289"/>
                <a:gd name="connsiteX426" fmla="*/ 1546437 w 2669116"/>
                <a:gd name="connsiteY426" fmla="*/ 982133 h 1050289"/>
                <a:gd name="connsiteX427" fmla="*/ 1537970 w 2669116"/>
                <a:gd name="connsiteY427" fmla="*/ 982133 h 1050289"/>
                <a:gd name="connsiteX428" fmla="*/ 1524000 w 2669116"/>
                <a:gd name="connsiteY428" fmla="*/ 984673 h 1050289"/>
                <a:gd name="connsiteX429" fmla="*/ 1519767 w 2669116"/>
                <a:gd name="connsiteY429" fmla="*/ 982133 h 1050289"/>
                <a:gd name="connsiteX430" fmla="*/ 1518074 w 2669116"/>
                <a:gd name="connsiteY430" fmla="*/ 983404 h 1050289"/>
                <a:gd name="connsiteX431" fmla="*/ 1518074 w 2669116"/>
                <a:gd name="connsiteY431" fmla="*/ 988907 h 1050289"/>
                <a:gd name="connsiteX432" fmla="*/ 1519767 w 2669116"/>
                <a:gd name="connsiteY432" fmla="*/ 1004147 h 1050289"/>
                <a:gd name="connsiteX433" fmla="*/ 1521037 w 2669116"/>
                <a:gd name="connsiteY433" fmla="*/ 1018117 h 1050289"/>
                <a:gd name="connsiteX434" fmla="*/ 1521037 w 2669116"/>
                <a:gd name="connsiteY434" fmla="*/ 1020657 h 1050289"/>
                <a:gd name="connsiteX435" fmla="*/ 1507067 w 2669116"/>
                <a:gd name="connsiteY435" fmla="*/ 1027854 h 1050289"/>
                <a:gd name="connsiteX436" fmla="*/ 1496060 w 2669116"/>
                <a:gd name="connsiteY436" fmla="*/ 1041823 h 1050289"/>
                <a:gd name="connsiteX437" fmla="*/ 1493097 w 2669116"/>
                <a:gd name="connsiteY437" fmla="*/ 1050290 h 1050289"/>
                <a:gd name="connsiteX438" fmla="*/ 1478704 w 2669116"/>
                <a:gd name="connsiteY438" fmla="*/ 1041823 h 1050289"/>
                <a:gd name="connsiteX439" fmla="*/ 1471930 w 2669116"/>
                <a:gd name="connsiteY439" fmla="*/ 1036320 h 1050289"/>
                <a:gd name="connsiteX440" fmla="*/ 1459654 w 2669116"/>
                <a:gd name="connsiteY440" fmla="*/ 1032087 h 1050289"/>
                <a:gd name="connsiteX441" fmla="*/ 1466427 w 2669116"/>
                <a:gd name="connsiteY441" fmla="*/ 1020657 h 1050289"/>
                <a:gd name="connsiteX442" fmla="*/ 1462193 w 2669116"/>
                <a:gd name="connsiteY442" fmla="*/ 1013883 h 1050289"/>
                <a:gd name="connsiteX443" fmla="*/ 1455420 w 2669116"/>
                <a:gd name="connsiteY443" fmla="*/ 998643 h 1050289"/>
                <a:gd name="connsiteX444" fmla="*/ 1445683 w 2669116"/>
                <a:gd name="connsiteY444" fmla="*/ 984673 h 1050289"/>
                <a:gd name="connsiteX445" fmla="*/ 1434677 w 2669116"/>
                <a:gd name="connsiteY445" fmla="*/ 970704 h 1050289"/>
                <a:gd name="connsiteX446" fmla="*/ 1444414 w 2669116"/>
                <a:gd name="connsiteY446" fmla="*/ 955464 h 1050289"/>
                <a:gd name="connsiteX447" fmla="*/ 1458383 w 2669116"/>
                <a:gd name="connsiteY447" fmla="*/ 941493 h 1050289"/>
                <a:gd name="connsiteX448" fmla="*/ 1472354 w 2669116"/>
                <a:gd name="connsiteY448" fmla="*/ 928793 h 1050289"/>
                <a:gd name="connsiteX449" fmla="*/ 1487593 w 2669116"/>
                <a:gd name="connsiteY449" fmla="*/ 914823 h 1050289"/>
                <a:gd name="connsiteX450" fmla="*/ 1485054 w 2669116"/>
                <a:gd name="connsiteY450" fmla="*/ 899583 h 1050289"/>
                <a:gd name="connsiteX451" fmla="*/ 1482090 w 2669116"/>
                <a:gd name="connsiteY451" fmla="*/ 885614 h 1050289"/>
                <a:gd name="connsiteX452" fmla="*/ 1466850 w 2669116"/>
                <a:gd name="connsiteY452" fmla="*/ 871643 h 1050289"/>
                <a:gd name="connsiteX453" fmla="*/ 1452880 w 2669116"/>
                <a:gd name="connsiteY453" fmla="*/ 867410 h 1050289"/>
                <a:gd name="connsiteX454" fmla="*/ 1446107 w 2669116"/>
                <a:gd name="connsiteY454" fmla="*/ 874607 h 1050289"/>
                <a:gd name="connsiteX455" fmla="*/ 1435100 w 2669116"/>
                <a:gd name="connsiteY455" fmla="*/ 888577 h 1050289"/>
                <a:gd name="connsiteX456" fmla="*/ 1421130 w 2669116"/>
                <a:gd name="connsiteY456" fmla="*/ 894080 h 1050289"/>
                <a:gd name="connsiteX457" fmla="*/ 1405467 w 2669116"/>
                <a:gd name="connsiteY457" fmla="*/ 897043 h 1050289"/>
                <a:gd name="connsiteX458" fmla="*/ 1398693 w 2669116"/>
                <a:gd name="connsiteY458" fmla="*/ 902547 h 1050289"/>
                <a:gd name="connsiteX459" fmla="*/ 1412664 w 2669116"/>
                <a:gd name="connsiteY459" fmla="*/ 901277 h 1050289"/>
                <a:gd name="connsiteX460" fmla="*/ 1408430 w 2669116"/>
                <a:gd name="connsiteY460" fmla="*/ 915247 h 1050289"/>
                <a:gd name="connsiteX461" fmla="*/ 1399964 w 2669116"/>
                <a:gd name="connsiteY461" fmla="*/ 923714 h 1050289"/>
                <a:gd name="connsiteX462" fmla="*/ 1384724 w 2669116"/>
                <a:gd name="connsiteY462" fmla="*/ 922443 h 1050289"/>
                <a:gd name="connsiteX463" fmla="*/ 1377527 w 2669116"/>
                <a:gd name="connsiteY463" fmla="*/ 926677 h 1050289"/>
                <a:gd name="connsiteX464" fmla="*/ 1363557 w 2669116"/>
                <a:gd name="connsiteY464" fmla="*/ 925407 h 1050289"/>
                <a:gd name="connsiteX465" fmla="*/ 1349587 w 2669116"/>
                <a:gd name="connsiteY465" fmla="*/ 918210 h 1050289"/>
                <a:gd name="connsiteX466" fmla="*/ 1335617 w 2669116"/>
                <a:gd name="connsiteY466" fmla="*/ 911437 h 1050289"/>
                <a:gd name="connsiteX467" fmla="*/ 1321647 w 2669116"/>
                <a:gd name="connsiteY467" fmla="*/ 902970 h 1050289"/>
                <a:gd name="connsiteX468" fmla="*/ 1318683 w 2669116"/>
                <a:gd name="connsiteY468" fmla="*/ 901700 h 1050289"/>
                <a:gd name="connsiteX469" fmla="*/ 1306407 w 2669116"/>
                <a:gd name="connsiteY469" fmla="*/ 901700 h 1050289"/>
                <a:gd name="connsiteX470" fmla="*/ 1297940 w 2669116"/>
                <a:gd name="connsiteY470" fmla="*/ 890693 h 1050289"/>
                <a:gd name="connsiteX471" fmla="*/ 1283970 w 2669116"/>
                <a:gd name="connsiteY471" fmla="*/ 886460 h 1050289"/>
                <a:gd name="connsiteX472" fmla="*/ 1270000 w 2669116"/>
                <a:gd name="connsiteY472" fmla="*/ 887730 h 1050289"/>
                <a:gd name="connsiteX473" fmla="*/ 1265767 w 2669116"/>
                <a:gd name="connsiteY473" fmla="*/ 889000 h 1050289"/>
                <a:gd name="connsiteX474" fmla="*/ 1251797 w 2669116"/>
                <a:gd name="connsiteY474" fmla="*/ 900007 h 1050289"/>
                <a:gd name="connsiteX475" fmla="*/ 1250527 w 2669116"/>
                <a:gd name="connsiteY475" fmla="*/ 900007 h 1050289"/>
                <a:gd name="connsiteX476" fmla="*/ 1236557 w 2669116"/>
                <a:gd name="connsiteY476" fmla="*/ 912283 h 1050289"/>
                <a:gd name="connsiteX477" fmla="*/ 1222587 w 2669116"/>
                <a:gd name="connsiteY477" fmla="*/ 922020 h 1050289"/>
                <a:gd name="connsiteX478" fmla="*/ 1212850 w 2669116"/>
                <a:gd name="connsiteY478" fmla="*/ 935990 h 1050289"/>
                <a:gd name="connsiteX479" fmla="*/ 1198880 w 2669116"/>
                <a:gd name="connsiteY479" fmla="*/ 949960 h 1050289"/>
                <a:gd name="connsiteX480" fmla="*/ 1197610 w 2669116"/>
                <a:gd name="connsiteY480" fmla="*/ 963930 h 1050289"/>
                <a:gd name="connsiteX481" fmla="*/ 1192107 w 2669116"/>
                <a:gd name="connsiteY481" fmla="*/ 969433 h 1050289"/>
                <a:gd name="connsiteX482" fmla="*/ 1183640 w 2669116"/>
                <a:gd name="connsiteY482" fmla="*/ 983404 h 1050289"/>
                <a:gd name="connsiteX483" fmla="*/ 1170940 w 2669116"/>
                <a:gd name="connsiteY483" fmla="*/ 969433 h 1050289"/>
                <a:gd name="connsiteX484" fmla="*/ 1158240 w 2669116"/>
                <a:gd name="connsiteY484" fmla="*/ 983404 h 1050289"/>
                <a:gd name="connsiteX485" fmla="*/ 1147233 w 2669116"/>
                <a:gd name="connsiteY485" fmla="*/ 997373 h 1050289"/>
                <a:gd name="connsiteX486" fmla="*/ 1131570 w 2669116"/>
                <a:gd name="connsiteY486" fmla="*/ 991870 h 1050289"/>
                <a:gd name="connsiteX487" fmla="*/ 1117600 w 2669116"/>
                <a:gd name="connsiteY487" fmla="*/ 996104 h 1050289"/>
                <a:gd name="connsiteX488" fmla="*/ 1103630 w 2669116"/>
                <a:gd name="connsiteY488" fmla="*/ 999067 h 1050289"/>
                <a:gd name="connsiteX489" fmla="*/ 1089660 w 2669116"/>
                <a:gd name="connsiteY489" fmla="*/ 1000337 h 1050289"/>
                <a:gd name="connsiteX490" fmla="*/ 1075690 w 2669116"/>
                <a:gd name="connsiteY490" fmla="*/ 1000337 h 1050289"/>
                <a:gd name="connsiteX491" fmla="*/ 1061720 w 2669116"/>
                <a:gd name="connsiteY491" fmla="*/ 1007110 h 1050289"/>
                <a:gd name="connsiteX492" fmla="*/ 1046480 w 2669116"/>
                <a:gd name="connsiteY492" fmla="*/ 1004147 h 1050289"/>
                <a:gd name="connsiteX493" fmla="*/ 1032510 w 2669116"/>
                <a:gd name="connsiteY493" fmla="*/ 1008380 h 1050289"/>
                <a:gd name="connsiteX494" fmla="*/ 1024043 w 2669116"/>
                <a:gd name="connsiteY494" fmla="*/ 1016847 h 1050289"/>
                <a:gd name="connsiteX495" fmla="*/ 1010074 w 2669116"/>
                <a:gd name="connsiteY495" fmla="*/ 1013883 h 1050289"/>
                <a:gd name="connsiteX496" fmla="*/ 994833 w 2669116"/>
                <a:gd name="connsiteY496" fmla="*/ 1008380 h 1050289"/>
                <a:gd name="connsiteX497" fmla="*/ 990600 w 2669116"/>
                <a:gd name="connsiteY497" fmla="*/ 1004147 h 1050289"/>
                <a:gd name="connsiteX498" fmla="*/ 975360 w 2669116"/>
                <a:gd name="connsiteY498" fmla="*/ 999914 h 1050289"/>
                <a:gd name="connsiteX499" fmla="*/ 961390 w 2669116"/>
                <a:gd name="connsiteY499" fmla="*/ 991447 h 1050289"/>
                <a:gd name="connsiteX500" fmla="*/ 947420 w 2669116"/>
                <a:gd name="connsiteY500" fmla="*/ 977477 h 1050289"/>
                <a:gd name="connsiteX501" fmla="*/ 935990 w 2669116"/>
                <a:gd name="connsiteY501" fmla="*/ 961814 h 1050289"/>
                <a:gd name="connsiteX502" fmla="*/ 929217 w 2669116"/>
                <a:gd name="connsiteY502" fmla="*/ 950807 h 1050289"/>
                <a:gd name="connsiteX503" fmla="*/ 916517 w 2669116"/>
                <a:gd name="connsiteY503" fmla="*/ 936837 h 1050289"/>
                <a:gd name="connsiteX504" fmla="*/ 902547 w 2669116"/>
                <a:gd name="connsiteY504" fmla="*/ 928370 h 1050289"/>
                <a:gd name="connsiteX505" fmla="*/ 888577 w 2669116"/>
                <a:gd name="connsiteY505" fmla="*/ 924137 h 1050289"/>
                <a:gd name="connsiteX506" fmla="*/ 873337 w 2669116"/>
                <a:gd name="connsiteY506" fmla="*/ 919904 h 1050289"/>
                <a:gd name="connsiteX507" fmla="*/ 858943 w 2669116"/>
                <a:gd name="connsiteY507" fmla="*/ 911437 h 1050289"/>
                <a:gd name="connsiteX508" fmla="*/ 855133 w 2669116"/>
                <a:gd name="connsiteY508" fmla="*/ 908897 h 1050289"/>
                <a:gd name="connsiteX509" fmla="*/ 841164 w 2669116"/>
                <a:gd name="connsiteY509" fmla="*/ 902123 h 1050289"/>
                <a:gd name="connsiteX510" fmla="*/ 825500 w 2669116"/>
                <a:gd name="connsiteY510" fmla="*/ 894927 h 1050289"/>
                <a:gd name="connsiteX511" fmla="*/ 811530 w 2669116"/>
                <a:gd name="connsiteY511" fmla="*/ 886460 h 1050289"/>
                <a:gd name="connsiteX512" fmla="*/ 797560 w 2669116"/>
                <a:gd name="connsiteY512" fmla="*/ 882227 h 1050289"/>
                <a:gd name="connsiteX513" fmla="*/ 786554 w 2669116"/>
                <a:gd name="connsiteY513" fmla="*/ 880957 h 1050289"/>
                <a:gd name="connsiteX514" fmla="*/ 775547 w 2669116"/>
                <a:gd name="connsiteY514" fmla="*/ 880957 h 1050289"/>
                <a:gd name="connsiteX515" fmla="*/ 761577 w 2669116"/>
                <a:gd name="connsiteY515" fmla="*/ 876723 h 1050289"/>
                <a:gd name="connsiteX516" fmla="*/ 750570 w 2669116"/>
                <a:gd name="connsiteY516" fmla="*/ 876723 h 1050289"/>
                <a:gd name="connsiteX517" fmla="*/ 736600 w 2669116"/>
                <a:gd name="connsiteY517" fmla="*/ 877993 h 1050289"/>
                <a:gd name="connsiteX518" fmla="*/ 722630 w 2669116"/>
                <a:gd name="connsiteY518" fmla="*/ 873760 h 1050289"/>
                <a:gd name="connsiteX519" fmla="*/ 708660 w 2669116"/>
                <a:gd name="connsiteY519" fmla="*/ 880533 h 1050289"/>
                <a:gd name="connsiteX520" fmla="*/ 704427 w 2669116"/>
                <a:gd name="connsiteY520" fmla="*/ 894504 h 1050289"/>
                <a:gd name="connsiteX521" fmla="*/ 704427 w 2669116"/>
                <a:gd name="connsiteY521" fmla="*/ 908473 h 1050289"/>
                <a:gd name="connsiteX522" fmla="*/ 708660 w 2669116"/>
                <a:gd name="connsiteY522" fmla="*/ 922443 h 1050289"/>
                <a:gd name="connsiteX523" fmla="*/ 701887 w 2669116"/>
                <a:gd name="connsiteY523" fmla="*/ 936414 h 1050289"/>
                <a:gd name="connsiteX524" fmla="*/ 696383 w 2669116"/>
                <a:gd name="connsiteY524" fmla="*/ 950383 h 1050289"/>
                <a:gd name="connsiteX525" fmla="*/ 703580 w 2669116"/>
                <a:gd name="connsiteY525" fmla="*/ 965623 h 1050289"/>
                <a:gd name="connsiteX526" fmla="*/ 693843 w 2669116"/>
                <a:gd name="connsiteY526" fmla="*/ 979593 h 1050289"/>
                <a:gd name="connsiteX527" fmla="*/ 688340 w 2669116"/>
                <a:gd name="connsiteY527" fmla="*/ 985097 h 1050289"/>
                <a:gd name="connsiteX528" fmla="*/ 674370 w 2669116"/>
                <a:gd name="connsiteY528" fmla="*/ 971127 h 1050289"/>
                <a:gd name="connsiteX529" fmla="*/ 660400 w 2669116"/>
                <a:gd name="connsiteY529" fmla="*/ 968587 h 1050289"/>
                <a:gd name="connsiteX530" fmla="*/ 650664 w 2669116"/>
                <a:gd name="connsiteY530" fmla="*/ 971127 h 1050289"/>
                <a:gd name="connsiteX531" fmla="*/ 636693 w 2669116"/>
                <a:gd name="connsiteY531" fmla="*/ 976630 h 1050289"/>
                <a:gd name="connsiteX532" fmla="*/ 632460 w 2669116"/>
                <a:gd name="connsiteY532" fmla="*/ 982133 h 1050289"/>
                <a:gd name="connsiteX533" fmla="*/ 618490 w 2669116"/>
                <a:gd name="connsiteY533" fmla="*/ 984673 h 1050289"/>
                <a:gd name="connsiteX534" fmla="*/ 604520 w 2669116"/>
                <a:gd name="connsiteY534" fmla="*/ 995680 h 1050289"/>
                <a:gd name="connsiteX535" fmla="*/ 590550 w 2669116"/>
                <a:gd name="connsiteY535" fmla="*/ 995680 h 1050289"/>
                <a:gd name="connsiteX536" fmla="*/ 576580 w 2669116"/>
                <a:gd name="connsiteY536" fmla="*/ 988907 h 1050289"/>
                <a:gd name="connsiteX537" fmla="*/ 561340 w 2669116"/>
                <a:gd name="connsiteY537" fmla="*/ 984673 h 1050289"/>
                <a:gd name="connsiteX538" fmla="*/ 547370 w 2669116"/>
                <a:gd name="connsiteY538" fmla="*/ 974937 h 1050289"/>
                <a:gd name="connsiteX539" fmla="*/ 533400 w 2669116"/>
                <a:gd name="connsiteY539" fmla="*/ 974937 h 1050289"/>
                <a:gd name="connsiteX540" fmla="*/ 527897 w 2669116"/>
                <a:gd name="connsiteY540" fmla="*/ 969433 h 1050289"/>
                <a:gd name="connsiteX541" fmla="*/ 513927 w 2669116"/>
                <a:gd name="connsiteY541" fmla="*/ 962660 h 1050289"/>
                <a:gd name="connsiteX542" fmla="*/ 509693 w 2669116"/>
                <a:gd name="connsiteY542" fmla="*/ 947420 h 1050289"/>
                <a:gd name="connsiteX543" fmla="*/ 506730 w 2669116"/>
                <a:gd name="connsiteY543" fmla="*/ 933450 h 1050289"/>
                <a:gd name="connsiteX544" fmla="*/ 492760 w 2669116"/>
                <a:gd name="connsiteY544" fmla="*/ 929217 h 1050289"/>
                <a:gd name="connsiteX545" fmla="*/ 498264 w 2669116"/>
                <a:gd name="connsiteY545" fmla="*/ 913977 h 1050289"/>
                <a:gd name="connsiteX546" fmla="*/ 488527 w 2669116"/>
                <a:gd name="connsiteY546" fmla="*/ 900007 h 1050289"/>
                <a:gd name="connsiteX547" fmla="*/ 474557 w 2669116"/>
                <a:gd name="connsiteY547" fmla="*/ 897467 h 1050289"/>
                <a:gd name="connsiteX548" fmla="*/ 467360 w 2669116"/>
                <a:gd name="connsiteY548" fmla="*/ 912707 h 1050289"/>
                <a:gd name="connsiteX549" fmla="*/ 453390 w 2669116"/>
                <a:gd name="connsiteY549" fmla="*/ 904240 h 1050289"/>
                <a:gd name="connsiteX550" fmla="*/ 447887 w 2669116"/>
                <a:gd name="connsiteY550" fmla="*/ 902970 h 1050289"/>
                <a:gd name="connsiteX551" fmla="*/ 435187 w 2669116"/>
                <a:gd name="connsiteY551" fmla="*/ 902970 h 1050289"/>
                <a:gd name="connsiteX552" fmla="*/ 432224 w 2669116"/>
                <a:gd name="connsiteY552" fmla="*/ 889000 h 1050289"/>
                <a:gd name="connsiteX553" fmla="*/ 430954 w 2669116"/>
                <a:gd name="connsiteY553" fmla="*/ 884767 h 1050289"/>
                <a:gd name="connsiteX554" fmla="*/ 416983 w 2669116"/>
                <a:gd name="connsiteY554" fmla="*/ 886037 h 1050289"/>
                <a:gd name="connsiteX555" fmla="*/ 409787 w 2669116"/>
                <a:gd name="connsiteY555" fmla="*/ 872067 h 1050289"/>
                <a:gd name="connsiteX556" fmla="*/ 403014 w 2669116"/>
                <a:gd name="connsiteY556" fmla="*/ 886037 h 1050289"/>
                <a:gd name="connsiteX557" fmla="*/ 389043 w 2669116"/>
                <a:gd name="connsiteY557" fmla="*/ 887307 h 1050289"/>
                <a:gd name="connsiteX558" fmla="*/ 381847 w 2669116"/>
                <a:gd name="connsiteY558" fmla="*/ 901277 h 1050289"/>
                <a:gd name="connsiteX559" fmla="*/ 367877 w 2669116"/>
                <a:gd name="connsiteY559" fmla="*/ 913977 h 1050289"/>
                <a:gd name="connsiteX560" fmla="*/ 353907 w 2669116"/>
                <a:gd name="connsiteY560" fmla="*/ 924983 h 1050289"/>
                <a:gd name="connsiteX561" fmla="*/ 358140 w 2669116"/>
                <a:gd name="connsiteY561" fmla="*/ 916517 h 1050289"/>
                <a:gd name="connsiteX562" fmla="*/ 344170 w 2669116"/>
                <a:gd name="connsiteY562" fmla="*/ 906780 h 1050289"/>
                <a:gd name="connsiteX563" fmla="*/ 358140 w 2669116"/>
                <a:gd name="connsiteY563" fmla="*/ 899583 h 1050289"/>
                <a:gd name="connsiteX564" fmla="*/ 362374 w 2669116"/>
                <a:gd name="connsiteY564" fmla="*/ 884343 h 1050289"/>
                <a:gd name="connsiteX565" fmla="*/ 348404 w 2669116"/>
                <a:gd name="connsiteY565" fmla="*/ 892810 h 1050289"/>
                <a:gd name="connsiteX566" fmla="*/ 334433 w 2669116"/>
                <a:gd name="connsiteY566" fmla="*/ 894080 h 1050289"/>
                <a:gd name="connsiteX567" fmla="*/ 320464 w 2669116"/>
                <a:gd name="connsiteY567" fmla="*/ 892810 h 1050289"/>
                <a:gd name="connsiteX568" fmla="*/ 306493 w 2669116"/>
                <a:gd name="connsiteY568" fmla="*/ 897043 h 1050289"/>
                <a:gd name="connsiteX569" fmla="*/ 292524 w 2669116"/>
                <a:gd name="connsiteY569" fmla="*/ 906780 h 1050289"/>
                <a:gd name="connsiteX570" fmla="*/ 278554 w 2669116"/>
                <a:gd name="connsiteY570" fmla="*/ 908050 h 1050289"/>
                <a:gd name="connsiteX571" fmla="*/ 263314 w 2669116"/>
                <a:gd name="connsiteY571" fmla="*/ 905087 h 1050289"/>
                <a:gd name="connsiteX572" fmla="*/ 277283 w 2669116"/>
                <a:gd name="connsiteY572" fmla="*/ 894080 h 1050289"/>
                <a:gd name="connsiteX573" fmla="*/ 292524 w 2669116"/>
                <a:gd name="connsiteY573" fmla="*/ 892810 h 1050289"/>
                <a:gd name="connsiteX574" fmla="*/ 294217 w 2669116"/>
                <a:gd name="connsiteY574" fmla="*/ 891540 h 1050289"/>
                <a:gd name="connsiteX575" fmla="*/ 308187 w 2669116"/>
                <a:gd name="connsiteY575" fmla="*/ 888577 h 1050289"/>
                <a:gd name="connsiteX576" fmla="*/ 322157 w 2669116"/>
                <a:gd name="connsiteY576" fmla="*/ 884343 h 1050289"/>
                <a:gd name="connsiteX577" fmla="*/ 337397 w 2669116"/>
                <a:gd name="connsiteY577" fmla="*/ 887307 h 1050289"/>
                <a:gd name="connsiteX578" fmla="*/ 351367 w 2669116"/>
                <a:gd name="connsiteY578" fmla="*/ 888577 h 1050289"/>
                <a:gd name="connsiteX579" fmla="*/ 352637 w 2669116"/>
                <a:gd name="connsiteY579" fmla="*/ 874607 h 1050289"/>
                <a:gd name="connsiteX580" fmla="*/ 366607 w 2669116"/>
                <a:gd name="connsiteY580" fmla="*/ 864870 h 1050289"/>
                <a:gd name="connsiteX581" fmla="*/ 380577 w 2669116"/>
                <a:gd name="connsiteY581" fmla="*/ 850900 h 1050289"/>
                <a:gd name="connsiteX582" fmla="*/ 366607 w 2669116"/>
                <a:gd name="connsiteY582" fmla="*/ 846667 h 1050289"/>
                <a:gd name="connsiteX583" fmla="*/ 352637 w 2669116"/>
                <a:gd name="connsiteY583" fmla="*/ 847937 h 1050289"/>
                <a:gd name="connsiteX584" fmla="*/ 338667 w 2669116"/>
                <a:gd name="connsiteY584" fmla="*/ 849630 h 1050289"/>
                <a:gd name="connsiteX585" fmla="*/ 323427 w 2669116"/>
                <a:gd name="connsiteY585" fmla="*/ 849630 h 1050289"/>
                <a:gd name="connsiteX586" fmla="*/ 309457 w 2669116"/>
                <a:gd name="connsiteY586" fmla="*/ 852593 h 1050289"/>
                <a:gd name="connsiteX587" fmla="*/ 305224 w 2669116"/>
                <a:gd name="connsiteY587" fmla="*/ 852593 h 1050289"/>
                <a:gd name="connsiteX588" fmla="*/ 291254 w 2669116"/>
                <a:gd name="connsiteY588" fmla="*/ 853864 h 1050289"/>
                <a:gd name="connsiteX589" fmla="*/ 276014 w 2669116"/>
                <a:gd name="connsiteY589" fmla="*/ 855133 h 1050289"/>
                <a:gd name="connsiteX590" fmla="*/ 262043 w 2669116"/>
                <a:gd name="connsiteY590" fmla="*/ 849630 h 1050289"/>
                <a:gd name="connsiteX591" fmla="*/ 248074 w 2669116"/>
                <a:gd name="connsiteY591" fmla="*/ 858097 h 1050289"/>
                <a:gd name="connsiteX592" fmla="*/ 245110 w 2669116"/>
                <a:gd name="connsiteY592" fmla="*/ 859367 h 1050289"/>
                <a:gd name="connsiteX593" fmla="*/ 238337 w 2669116"/>
                <a:gd name="connsiteY593" fmla="*/ 845397 h 1050289"/>
                <a:gd name="connsiteX594" fmla="*/ 242570 w 2669116"/>
                <a:gd name="connsiteY594" fmla="*/ 831427 h 1050289"/>
                <a:gd name="connsiteX595" fmla="*/ 256540 w 2669116"/>
                <a:gd name="connsiteY595" fmla="*/ 827193 h 1050289"/>
                <a:gd name="connsiteX596" fmla="*/ 270510 w 2669116"/>
                <a:gd name="connsiteY596" fmla="*/ 838200 h 1050289"/>
                <a:gd name="connsiteX597" fmla="*/ 284480 w 2669116"/>
                <a:gd name="connsiteY597" fmla="*/ 829733 h 1050289"/>
                <a:gd name="connsiteX598" fmla="*/ 284480 w 2669116"/>
                <a:gd name="connsiteY598" fmla="*/ 815764 h 1050289"/>
                <a:gd name="connsiteX599" fmla="*/ 274743 w 2669116"/>
                <a:gd name="connsiteY599" fmla="*/ 811530 h 1050289"/>
                <a:gd name="connsiteX600" fmla="*/ 271780 w 2669116"/>
                <a:gd name="connsiteY600" fmla="*/ 797560 h 1050289"/>
                <a:gd name="connsiteX601" fmla="*/ 257810 w 2669116"/>
                <a:gd name="connsiteY601" fmla="*/ 797560 h 1050289"/>
                <a:gd name="connsiteX602" fmla="*/ 260774 w 2669116"/>
                <a:gd name="connsiteY602" fmla="*/ 783590 h 1050289"/>
                <a:gd name="connsiteX603" fmla="*/ 246804 w 2669116"/>
                <a:gd name="connsiteY603" fmla="*/ 794597 h 1050289"/>
                <a:gd name="connsiteX604" fmla="*/ 232833 w 2669116"/>
                <a:gd name="connsiteY604" fmla="*/ 793327 h 1050289"/>
                <a:gd name="connsiteX605" fmla="*/ 231140 w 2669116"/>
                <a:gd name="connsiteY605" fmla="*/ 778087 h 1050289"/>
                <a:gd name="connsiteX606" fmla="*/ 228177 w 2669116"/>
                <a:gd name="connsiteY606" fmla="*/ 772583 h 1050289"/>
                <a:gd name="connsiteX607" fmla="*/ 225214 w 2669116"/>
                <a:gd name="connsiteY607" fmla="*/ 759883 h 1050289"/>
                <a:gd name="connsiteX608" fmla="*/ 216747 w 2669116"/>
                <a:gd name="connsiteY608" fmla="*/ 745914 h 1050289"/>
                <a:gd name="connsiteX609" fmla="*/ 202777 w 2669116"/>
                <a:gd name="connsiteY609" fmla="*/ 743373 h 1050289"/>
                <a:gd name="connsiteX610" fmla="*/ 216747 w 2669116"/>
                <a:gd name="connsiteY610" fmla="*/ 736177 h 1050289"/>
                <a:gd name="connsiteX611" fmla="*/ 230717 w 2669116"/>
                <a:gd name="connsiteY611" fmla="*/ 730673 h 1050289"/>
                <a:gd name="connsiteX612" fmla="*/ 233680 w 2669116"/>
                <a:gd name="connsiteY612" fmla="*/ 715433 h 1050289"/>
                <a:gd name="connsiteX613" fmla="*/ 232410 w 2669116"/>
                <a:gd name="connsiteY613" fmla="*/ 704427 h 1050289"/>
                <a:gd name="connsiteX614" fmla="*/ 232410 w 2669116"/>
                <a:gd name="connsiteY614" fmla="*/ 691727 h 1050289"/>
                <a:gd name="connsiteX615" fmla="*/ 218440 w 2669116"/>
                <a:gd name="connsiteY615" fmla="*/ 689187 h 1050289"/>
                <a:gd name="connsiteX616" fmla="*/ 204470 w 2669116"/>
                <a:gd name="connsiteY616" fmla="*/ 679450 h 1050289"/>
                <a:gd name="connsiteX617" fmla="*/ 190500 w 2669116"/>
                <a:gd name="connsiteY617" fmla="*/ 675217 h 1050289"/>
                <a:gd name="connsiteX618" fmla="*/ 175260 w 2669116"/>
                <a:gd name="connsiteY618" fmla="*/ 678180 h 1050289"/>
                <a:gd name="connsiteX619" fmla="*/ 171027 w 2669116"/>
                <a:gd name="connsiteY619" fmla="*/ 662940 h 1050289"/>
                <a:gd name="connsiteX620" fmla="*/ 161290 w 2669116"/>
                <a:gd name="connsiteY620" fmla="*/ 648970 h 1050289"/>
                <a:gd name="connsiteX621" fmla="*/ 147320 w 2669116"/>
                <a:gd name="connsiteY621" fmla="*/ 651933 h 1050289"/>
                <a:gd name="connsiteX622" fmla="*/ 140124 w 2669116"/>
                <a:gd name="connsiteY622" fmla="*/ 665904 h 1050289"/>
                <a:gd name="connsiteX623" fmla="*/ 126154 w 2669116"/>
                <a:gd name="connsiteY623" fmla="*/ 658707 h 1050289"/>
                <a:gd name="connsiteX624" fmla="*/ 112183 w 2669116"/>
                <a:gd name="connsiteY624" fmla="*/ 651933 h 1050289"/>
                <a:gd name="connsiteX625" fmla="*/ 98214 w 2669116"/>
                <a:gd name="connsiteY625" fmla="*/ 646430 h 1050289"/>
                <a:gd name="connsiteX626" fmla="*/ 93980 w 2669116"/>
                <a:gd name="connsiteY626" fmla="*/ 632460 h 1050289"/>
                <a:gd name="connsiteX627" fmla="*/ 107950 w 2669116"/>
                <a:gd name="connsiteY627" fmla="*/ 632460 h 1050289"/>
                <a:gd name="connsiteX628" fmla="*/ 118957 w 2669116"/>
                <a:gd name="connsiteY628" fmla="*/ 619760 h 1050289"/>
                <a:gd name="connsiteX629" fmla="*/ 107950 w 2669116"/>
                <a:gd name="connsiteY629" fmla="*/ 604520 h 1050289"/>
                <a:gd name="connsiteX630" fmla="*/ 100754 w 2669116"/>
                <a:gd name="connsiteY630" fmla="*/ 590550 h 1050289"/>
                <a:gd name="connsiteX631" fmla="*/ 99483 w 2669116"/>
                <a:gd name="connsiteY631" fmla="*/ 576580 h 1050289"/>
                <a:gd name="connsiteX632" fmla="*/ 113454 w 2669116"/>
                <a:gd name="connsiteY632" fmla="*/ 573617 h 1050289"/>
                <a:gd name="connsiteX633" fmla="*/ 127424 w 2669116"/>
                <a:gd name="connsiteY633" fmla="*/ 584623 h 1050289"/>
                <a:gd name="connsiteX634" fmla="*/ 138854 w 2669116"/>
                <a:gd name="connsiteY634" fmla="*/ 598593 h 1050289"/>
                <a:gd name="connsiteX635" fmla="*/ 135890 w 2669116"/>
                <a:gd name="connsiteY635" fmla="*/ 613833 h 1050289"/>
                <a:gd name="connsiteX636" fmla="*/ 143087 w 2669116"/>
                <a:gd name="connsiteY636" fmla="*/ 627804 h 1050289"/>
                <a:gd name="connsiteX637" fmla="*/ 148590 w 2669116"/>
                <a:gd name="connsiteY637" fmla="*/ 633307 h 1050289"/>
                <a:gd name="connsiteX638" fmla="*/ 147320 w 2669116"/>
                <a:gd name="connsiteY638" fmla="*/ 619337 h 1050289"/>
                <a:gd name="connsiteX639" fmla="*/ 161290 w 2669116"/>
                <a:gd name="connsiteY639" fmla="*/ 623570 h 1050289"/>
                <a:gd name="connsiteX640" fmla="*/ 175260 w 2669116"/>
                <a:gd name="connsiteY640" fmla="*/ 622300 h 1050289"/>
                <a:gd name="connsiteX641" fmla="*/ 189230 w 2669116"/>
                <a:gd name="connsiteY641" fmla="*/ 619760 h 1050289"/>
                <a:gd name="connsiteX642" fmla="*/ 204470 w 2669116"/>
                <a:gd name="connsiteY642" fmla="*/ 618490 h 1050289"/>
                <a:gd name="connsiteX643" fmla="*/ 207433 w 2669116"/>
                <a:gd name="connsiteY643" fmla="*/ 610023 h 1050289"/>
                <a:gd name="connsiteX644" fmla="*/ 192193 w 2669116"/>
                <a:gd name="connsiteY644" fmla="*/ 608754 h 1050289"/>
                <a:gd name="connsiteX645" fmla="*/ 178224 w 2669116"/>
                <a:gd name="connsiteY645" fmla="*/ 608754 h 1050289"/>
                <a:gd name="connsiteX646" fmla="*/ 178224 w 2669116"/>
                <a:gd name="connsiteY646" fmla="*/ 606214 h 1050289"/>
                <a:gd name="connsiteX647" fmla="*/ 168487 w 2669116"/>
                <a:gd name="connsiteY647" fmla="*/ 592243 h 1050289"/>
                <a:gd name="connsiteX648" fmla="*/ 162983 w 2669116"/>
                <a:gd name="connsiteY648" fmla="*/ 586740 h 1050289"/>
                <a:gd name="connsiteX649" fmla="*/ 151977 w 2669116"/>
                <a:gd name="connsiteY649" fmla="*/ 572770 h 1050289"/>
                <a:gd name="connsiteX650" fmla="*/ 165947 w 2669116"/>
                <a:gd name="connsiteY650" fmla="*/ 563033 h 1050289"/>
                <a:gd name="connsiteX651" fmla="*/ 176954 w 2669116"/>
                <a:gd name="connsiteY651" fmla="*/ 549064 h 1050289"/>
                <a:gd name="connsiteX652" fmla="*/ 190924 w 2669116"/>
                <a:gd name="connsiteY652" fmla="*/ 543560 h 1050289"/>
                <a:gd name="connsiteX653" fmla="*/ 181187 w 2669116"/>
                <a:gd name="connsiteY653" fmla="*/ 529590 h 1050289"/>
                <a:gd name="connsiteX654" fmla="*/ 165947 w 2669116"/>
                <a:gd name="connsiteY654" fmla="*/ 533823 h 1050289"/>
                <a:gd name="connsiteX655" fmla="*/ 160443 w 2669116"/>
                <a:gd name="connsiteY655" fmla="*/ 526627 h 1050289"/>
                <a:gd name="connsiteX656" fmla="*/ 161714 w 2669116"/>
                <a:gd name="connsiteY656" fmla="*/ 512657 h 1050289"/>
                <a:gd name="connsiteX657" fmla="*/ 162983 w 2669116"/>
                <a:gd name="connsiteY657" fmla="*/ 497417 h 1050289"/>
                <a:gd name="connsiteX658" fmla="*/ 150283 w 2669116"/>
                <a:gd name="connsiteY658" fmla="*/ 490643 h 1050289"/>
                <a:gd name="connsiteX659" fmla="*/ 146050 w 2669116"/>
                <a:gd name="connsiteY659" fmla="*/ 485140 h 1050289"/>
                <a:gd name="connsiteX660" fmla="*/ 132080 w 2669116"/>
                <a:gd name="connsiteY660" fmla="*/ 474133 h 1050289"/>
                <a:gd name="connsiteX661" fmla="*/ 144357 w 2669116"/>
                <a:gd name="connsiteY661" fmla="*/ 460164 h 1050289"/>
                <a:gd name="connsiteX662" fmla="*/ 158327 w 2669116"/>
                <a:gd name="connsiteY662" fmla="*/ 446193 h 1050289"/>
                <a:gd name="connsiteX663" fmla="*/ 169333 w 2669116"/>
                <a:gd name="connsiteY663" fmla="*/ 432223 h 1050289"/>
                <a:gd name="connsiteX664" fmla="*/ 155364 w 2669116"/>
                <a:gd name="connsiteY664" fmla="*/ 426720 h 1050289"/>
                <a:gd name="connsiteX665" fmla="*/ 141393 w 2669116"/>
                <a:gd name="connsiteY665" fmla="*/ 425450 h 1050289"/>
                <a:gd name="connsiteX666" fmla="*/ 132927 w 2669116"/>
                <a:gd name="connsiteY666" fmla="*/ 426720 h 1050289"/>
                <a:gd name="connsiteX667" fmla="*/ 118957 w 2669116"/>
                <a:gd name="connsiteY667" fmla="*/ 430954 h 1050289"/>
                <a:gd name="connsiteX668" fmla="*/ 103717 w 2669116"/>
                <a:gd name="connsiteY668" fmla="*/ 432223 h 1050289"/>
                <a:gd name="connsiteX669" fmla="*/ 89747 w 2669116"/>
                <a:gd name="connsiteY669" fmla="*/ 438997 h 1050289"/>
                <a:gd name="connsiteX670" fmla="*/ 75777 w 2669116"/>
                <a:gd name="connsiteY670" fmla="*/ 441960 h 1050289"/>
                <a:gd name="connsiteX671" fmla="*/ 61807 w 2669116"/>
                <a:gd name="connsiteY671" fmla="*/ 443230 h 1050289"/>
                <a:gd name="connsiteX672" fmla="*/ 56727 w 2669116"/>
                <a:gd name="connsiteY672" fmla="*/ 439420 h 1050289"/>
                <a:gd name="connsiteX673" fmla="*/ 56727 w 2669116"/>
                <a:gd name="connsiteY673" fmla="*/ 439420 h 1050289"/>
                <a:gd name="connsiteX674" fmla="*/ 38524 w 2669116"/>
                <a:gd name="connsiteY674" fmla="*/ 228600 h 1050289"/>
                <a:gd name="connsiteX675" fmla="*/ 41487 w 2669116"/>
                <a:gd name="connsiteY675" fmla="*/ 238337 h 1050289"/>
                <a:gd name="connsiteX676" fmla="*/ 51224 w 2669116"/>
                <a:gd name="connsiteY676" fmla="*/ 252307 h 1050289"/>
                <a:gd name="connsiteX677" fmla="*/ 66464 w 2669116"/>
                <a:gd name="connsiteY677" fmla="*/ 251037 h 1050289"/>
                <a:gd name="connsiteX678" fmla="*/ 80433 w 2669116"/>
                <a:gd name="connsiteY678" fmla="*/ 251037 h 1050289"/>
                <a:gd name="connsiteX679" fmla="*/ 94404 w 2669116"/>
                <a:gd name="connsiteY679" fmla="*/ 248073 h 1050289"/>
                <a:gd name="connsiteX680" fmla="*/ 108374 w 2669116"/>
                <a:gd name="connsiteY680" fmla="*/ 249343 h 1050289"/>
                <a:gd name="connsiteX681" fmla="*/ 122343 w 2669116"/>
                <a:gd name="connsiteY681" fmla="*/ 245110 h 1050289"/>
                <a:gd name="connsiteX682" fmla="*/ 136314 w 2669116"/>
                <a:gd name="connsiteY682" fmla="*/ 240877 h 1050289"/>
                <a:gd name="connsiteX683" fmla="*/ 143087 w 2669116"/>
                <a:gd name="connsiteY683" fmla="*/ 243840 h 1050289"/>
                <a:gd name="connsiteX684" fmla="*/ 140124 w 2669116"/>
                <a:gd name="connsiteY684" fmla="*/ 257810 h 1050289"/>
                <a:gd name="connsiteX685" fmla="*/ 126154 w 2669116"/>
                <a:gd name="connsiteY685" fmla="*/ 265854 h 1050289"/>
                <a:gd name="connsiteX686" fmla="*/ 110914 w 2669116"/>
                <a:gd name="connsiteY686" fmla="*/ 270087 h 1050289"/>
                <a:gd name="connsiteX687" fmla="*/ 96520 w 2669116"/>
                <a:gd name="connsiteY687" fmla="*/ 277283 h 1050289"/>
                <a:gd name="connsiteX688" fmla="*/ 82974 w 2669116"/>
                <a:gd name="connsiteY688" fmla="*/ 287020 h 1050289"/>
                <a:gd name="connsiteX689" fmla="*/ 69004 w 2669116"/>
                <a:gd name="connsiteY689" fmla="*/ 298450 h 1050289"/>
                <a:gd name="connsiteX690" fmla="*/ 74507 w 2669116"/>
                <a:gd name="connsiteY690" fmla="*/ 312420 h 1050289"/>
                <a:gd name="connsiteX691" fmla="*/ 69004 w 2669116"/>
                <a:gd name="connsiteY691" fmla="*/ 327660 h 1050289"/>
                <a:gd name="connsiteX692" fmla="*/ 70274 w 2669116"/>
                <a:gd name="connsiteY692" fmla="*/ 341630 h 1050289"/>
                <a:gd name="connsiteX693" fmla="*/ 84243 w 2669116"/>
                <a:gd name="connsiteY693" fmla="*/ 331893 h 1050289"/>
                <a:gd name="connsiteX694" fmla="*/ 85514 w 2669116"/>
                <a:gd name="connsiteY694" fmla="*/ 317923 h 1050289"/>
                <a:gd name="connsiteX695" fmla="*/ 99483 w 2669116"/>
                <a:gd name="connsiteY695" fmla="*/ 309457 h 1050289"/>
                <a:gd name="connsiteX696" fmla="*/ 113454 w 2669116"/>
                <a:gd name="connsiteY696" fmla="*/ 296757 h 1050289"/>
                <a:gd name="connsiteX697" fmla="*/ 124460 w 2669116"/>
                <a:gd name="connsiteY697" fmla="*/ 282787 h 1050289"/>
                <a:gd name="connsiteX698" fmla="*/ 138430 w 2669116"/>
                <a:gd name="connsiteY698" fmla="*/ 268817 h 1050289"/>
                <a:gd name="connsiteX699" fmla="*/ 153670 w 2669116"/>
                <a:gd name="connsiteY699" fmla="*/ 263314 h 1050289"/>
                <a:gd name="connsiteX700" fmla="*/ 167640 w 2669116"/>
                <a:gd name="connsiteY700" fmla="*/ 257810 h 1050289"/>
                <a:gd name="connsiteX701" fmla="*/ 181610 w 2669116"/>
                <a:gd name="connsiteY701" fmla="*/ 249343 h 1050289"/>
                <a:gd name="connsiteX702" fmla="*/ 195580 w 2669116"/>
                <a:gd name="connsiteY702" fmla="*/ 243840 h 1050289"/>
                <a:gd name="connsiteX703" fmla="*/ 209550 w 2669116"/>
                <a:gd name="connsiteY703" fmla="*/ 232833 h 1050289"/>
                <a:gd name="connsiteX704" fmla="*/ 216747 w 2669116"/>
                <a:gd name="connsiteY704" fmla="*/ 218864 h 1050289"/>
                <a:gd name="connsiteX705" fmla="*/ 227754 w 2669116"/>
                <a:gd name="connsiteY705" fmla="*/ 204893 h 1050289"/>
                <a:gd name="connsiteX706" fmla="*/ 231987 w 2669116"/>
                <a:gd name="connsiteY706" fmla="*/ 190923 h 1050289"/>
                <a:gd name="connsiteX707" fmla="*/ 245957 w 2669116"/>
                <a:gd name="connsiteY707" fmla="*/ 186690 h 1050289"/>
                <a:gd name="connsiteX708" fmla="*/ 259927 w 2669116"/>
                <a:gd name="connsiteY708" fmla="*/ 182457 h 1050289"/>
                <a:gd name="connsiteX709" fmla="*/ 273897 w 2669116"/>
                <a:gd name="connsiteY709" fmla="*/ 183727 h 1050289"/>
                <a:gd name="connsiteX710" fmla="*/ 289137 w 2669116"/>
                <a:gd name="connsiteY710" fmla="*/ 189230 h 1050289"/>
                <a:gd name="connsiteX711" fmla="*/ 303107 w 2669116"/>
                <a:gd name="connsiteY711" fmla="*/ 178223 h 1050289"/>
                <a:gd name="connsiteX712" fmla="*/ 305647 w 2669116"/>
                <a:gd name="connsiteY712" fmla="*/ 176954 h 1050289"/>
                <a:gd name="connsiteX713" fmla="*/ 319617 w 2669116"/>
                <a:gd name="connsiteY713" fmla="*/ 171450 h 1050289"/>
                <a:gd name="connsiteX714" fmla="*/ 333587 w 2669116"/>
                <a:gd name="connsiteY714" fmla="*/ 172720 h 1050289"/>
                <a:gd name="connsiteX715" fmla="*/ 347557 w 2669116"/>
                <a:gd name="connsiteY715" fmla="*/ 175683 h 1050289"/>
                <a:gd name="connsiteX716" fmla="*/ 361527 w 2669116"/>
                <a:gd name="connsiteY716" fmla="*/ 179917 h 1050289"/>
                <a:gd name="connsiteX717" fmla="*/ 376767 w 2669116"/>
                <a:gd name="connsiteY717" fmla="*/ 179917 h 1050289"/>
                <a:gd name="connsiteX718" fmla="*/ 379730 w 2669116"/>
                <a:gd name="connsiteY718" fmla="*/ 178647 h 1050289"/>
                <a:gd name="connsiteX719" fmla="*/ 386504 w 2669116"/>
                <a:gd name="connsiteY719" fmla="*/ 190923 h 1050289"/>
                <a:gd name="connsiteX720" fmla="*/ 400474 w 2669116"/>
                <a:gd name="connsiteY720" fmla="*/ 187960 h 1050289"/>
                <a:gd name="connsiteX721" fmla="*/ 415714 w 2669116"/>
                <a:gd name="connsiteY721" fmla="*/ 190923 h 1050289"/>
                <a:gd name="connsiteX722" fmla="*/ 428414 w 2669116"/>
                <a:gd name="connsiteY722" fmla="*/ 183727 h 1050289"/>
                <a:gd name="connsiteX723" fmla="*/ 442383 w 2669116"/>
                <a:gd name="connsiteY723" fmla="*/ 171027 h 1050289"/>
                <a:gd name="connsiteX724" fmla="*/ 439420 w 2669116"/>
                <a:gd name="connsiteY724" fmla="*/ 158327 h 1050289"/>
                <a:gd name="connsiteX725" fmla="*/ 435187 w 2669116"/>
                <a:gd name="connsiteY725" fmla="*/ 144357 h 1050289"/>
                <a:gd name="connsiteX726" fmla="*/ 421217 w 2669116"/>
                <a:gd name="connsiteY726" fmla="*/ 140123 h 1050289"/>
                <a:gd name="connsiteX727" fmla="*/ 405977 w 2669116"/>
                <a:gd name="connsiteY727" fmla="*/ 135890 h 1050289"/>
                <a:gd name="connsiteX728" fmla="*/ 392007 w 2669116"/>
                <a:gd name="connsiteY728" fmla="*/ 129117 h 1050289"/>
                <a:gd name="connsiteX729" fmla="*/ 378037 w 2669116"/>
                <a:gd name="connsiteY729" fmla="*/ 123614 h 1050289"/>
                <a:gd name="connsiteX730" fmla="*/ 362797 w 2669116"/>
                <a:gd name="connsiteY730" fmla="*/ 116840 h 1050289"/>
                <a:gd name="connsiteX731" fmla="*/ 348827 w 2669116"/>
                <a:gd name="connsiteY731" fmla="*/ 111337 h 1050289"/>
                <a:gd name="connsiteX732" fmla="*/ 334857 w 2669116"/>
                <a:gd name="connsiteY732" fmla="*/ 104140 h 1050289"/>
                <a:gd name="connsiteX733" fmla="*/ 320887 w 2669116"/>
                <a:gd name="connsiteY733" fmla="*/ 95673 h 1050289"/>
                <a:gd name="connsiteX734" fmla="*/ 317924 w 2669116"/>
                <a:gd name="connsiteY734" fmla="*/ 92710 h 1050289"/>
                <a:gd name="connsiteX735" fmla="*/ 303954 w 2669116"/>
                <a:gd name="connsiteY735" fmla="*/ 78740 h 1050289"/>
                <a:gd name="connsiteX736" fmla="*/ 295487 w 2669116"/>
                <a:gd name="connsiteY736" fmla="*/ 63500 h 1050289"/>
                <a:gd name="connsiteX737" fmla="*/ 287020 w 2669116"/>
                <a:gd name="connsiteY737" fmla="*/ 49530 h 1050289"/>
                <a:gd name="connsiteX738" fmla="*/ 294217 w 2669116"/>
                <a:gd name="connsiteY738" fmla="*/ 35560 h 1050289"/>
                <a:gd name="connsiteX739" fmla="*/ 288714 w 2669116"/>
                <a:gd name="connsiteY739" fmla="*/ 21590 h 1050289"/>
                <a:gd name="connsiteX740" fmla="*/ 274743 w 2669116"/>
                <a:gd name="connsiteY740" fmla="*/ 20320 h 1050289"/>
                <a:gd name="connsiteX741" fmla="*/ 260774 w 2669116"/>
                <a:gd name="connsiteY741" fmla="*/ 25823 h 1050289"/>
                <a:gd name="connsiteX742" fmla="*/ 246804 w 2669116"/>
                <a:gd name="connsiteY742" fmla="*/ 21590 h 1050289"/>
                <a:gd name="connsiteX743" fmla="*/ 232833 w 2669116"/>
                <a:gd name="connsiteY743" fmla="*/ 28364 h 1050289"/>
                <a:gd name="connsiteX744" fmla="*/ 218864 w 2669116"/>
                <a:gd name="connsiteY744" fmla="*/ 25400 h 1050289"/>
                <a:gd name="connsiteX745" fmla="*/ 212090 w 2669116"/>
                <a:gd name="connsiteY745" fmla="*/ 21167 h 1050289"/>
                <a:gd name="connsiteX746" fmla="*/ 201083 w 2669116"/>
                <a:gd name="connsiteY746" fmla="*/ 7197 h 1050289"/>
                <a:gd name="connsiteX747" fmla="*/ 187114 w 2669116"/>
                <a:gd name="connsiteY747" fmla="*/ 0 h 1050289"/>
                <a:gd name="connsiteX748" fmla="*/ 173143 w 2669116"/>
                <a:gd name="connsiteY748" fmla="*/ 5504 h 1050289"/>
                <a:gd name="connsiteX749" fmla="*/ 157904 w 2669116"/>
                <a:gd name="connsiteY749" fmla="*/ 2540 h 1050289"/>
                <a:gd name="connsiteX750" fmla="*/ 149437 w 2669116"/>
                <a:gd name="connsiteY750" fmla="*/ 11007 h 1050289"/>
                <a:gd name="connsiteX751" fmla="*/ 148167 w 2669116"/>
                <a:gd name="connsiteY751" fmla="*/ 16510 h 1050289"/>
                <a:gd name="connsiteX752" fmla="*/ 132927 w 2669116"/>
                <a:gd name="connsiteY752" fmla="*/ 19473 h 1050289"/>
                <a:gd name="connsiteX753" fmla="*/ 118957 w 2669116"/>
                <a:gd name="connsiteY753" fmla="*/ 23707 h 1050289"/>
                <a:gd name="connsiteX754" fmla="*/ 104987 w 2669116"/>
                <a:gd name="connsiteY754" fmla="*/ 20743 h 1050289"/>
                <a:gd name="connsiteX755" fmla="*/ 93980 w 2669116"/>
                <a:gd name="connsiteY755" fmla="*/ 29210 h 1050289"/>
                <a:gd name="connsiteX756" fmla="*/ 96520 w 2669116"/>
                <a:gd name="connsiteY756" fmla="*/ 33443 h 1050289"/>
                <a:gd name="connsiteX757" fmla="*/ 96520 w 2669116"/>
                <a:gd name="connsiteY757" fmla="*/ 40640 h 1050289"/>
                <a:gd name="connsiteX758" fmla="*/ 81280 w 2669116"/>
                <a:gd name="connsiteY758" fmla="*/ 46143 h 1050289"/>
                <a:gd name="connsiteX759" fmla="*/ 67310 w 2669116"/>
                <a:gd name="connsiteY759" fmla="*/ 51647 h 1050289"/>
                <a:gd name="connsiteX760" fmla="*/ 67310 w 2669116"/>
                <a:gd name="connsiteY760" fmla="*/ 62654 h 1050289"/>
                <a:gd name="connsiteX761" fmla="*/ 68580 w 2669116"/>
                <a:gd name="connsiteY761" fmla="*/ 62654 h 1050289"/>
                <a:gd name="connsiteX762" fmla="*/ 69850 w 2669116"/>
                <a:gd name="connsiteY762" fmla="*/ 65617 h 1050289"/>
                <a:gd name="connsiteX763" fmla="*/ 83820 w 2669116"/>
                <a:gd name="connsiteY763" fmla="*/ 71120 h 1050289"/>
                <a:gd name="connsiteX764" fmla="*/ 88054 w 2669116"/>
                <a:gd name="connsiteY764" fmla="*/ 72390 h 1050289"/>
                <a:gd name="connsiteX765" fmla="*/ 88054 w 2669116"/>
                <a:gd name="connsiteY765" fmla="*/ 73660 h 1050289"/>
                <a:gd name="connsiteX766" fmla="*/ 94827 w 2669116"/>
                <a:gd name="connsiteY766" fmla="*/ 79164 h 1050289"/>
                <a:gd name="connsiteX767" fmla="*/ 102024 w 2669116"/>
                <a:gd name="connsiteY767" fmla="*/ 82127 h 1050289"/>
                <a:gd name="connsiteX768" fmla="*/ 104564 w 2669116"/>
                <a:gd name="connsiteY768" fmla="*/ 96097 h 1050289"/>
                <a:gd name="connsiteX769" fmla="*/ 107527 w 2669116"/>
                <a:gd name="connsiteY769" fmla="*/ 110067 h 1050289"/>
                <a:gd name="connsiteX770" fmla="*/ 111760 w 2669116"/>
                <a:gd name="connsiteY770" fmla="*/ 122343 h 1050289"/>
                <a:gd name="connsiteX771" fmla="*/ 97790 w 2669116"/>
                <a:gd name="connsiteY771" fmla="*/ 126577 h 1050289"/>
                <a:gd name="connsiteX772" fmla="*/ 82550 w 2669116"/>
                <a:gd name="connsiteY772" fmla="*/ 139277 h 1050289"/>
                <a:gd name="connsiteX773" fmla="*/ 69850 w 2669116"/>
                <a:gd name="connsiteY773" fmla="*/ 154517 h 1050289"/>
                <a:gd name="connsiteX774" fmla="*/ 71120 w 2669116"/>
                <a:gd name="connsiteY774" fmla="*/ 168487 h 1050289"/>
                <a:gd name="connsiteX775" fmla="*/ 78317 w 2669116"/>
                <a:gd name="connsiteY775" fmla="*/ 182457 h 1050289"/>
                <a:gd name="connsiteX776" fmla="*/ 74083 w 2669116"/>
                <a:gd name="connsiteY776" fmla="*/ 192193 h 1050289"/>
                <a:gd name="connsiteX777" fmla="*/ 60114 w 2669116"/>
                <a:gd name="connsiteY777" fmla="*/ 203200 h 1050289"/>
                <a:gd name="connsiteX778" fmla="*/ 52070 w 2669116"/>
                <a:gd name="connsiteY778" fmla="*/ 217170 h 1050289"/>
                <a:gd name="connsiteX779" fmla="*/ 38524 w 2669116"/>
                <a:gd name="connsiteY779" fmla="*/ 228600 h 1050289"/>
                <a:gd name="connsiteX780" fmla="*/ 38524 w 2669116"/>
                <a:gd name="connsiteY780" fmla="*/ 228600 h 1050289"/>
                <a:gd name="connsiteX781" fmla="*/ 6774 w 2669116"/>
                <a:gd name="connsiteY781" fmla="*/ 334857 h 1050289"/>
                <a:gd name="connsiteX782" fmla="*/ 20743 w 2669116"/>
                <a:gd name="connsiteY782" fmla="*/ 333587 h 1050289"/>
                <a:gd name="connsiteX783" fmla="*/ 34714 w 2669116"/>
                <a:gd name="connsiteY783" fmla="*/ 325120 h 1050289"/>
                <a:gd name="connsiteX784" fmla="*/ 29210 w 2669116"/>
                <a:gd name="connsiteY784" fmla="*/ 311150 h 1050289"/>
                <a:gd name="connsiteX785" fmla="*/ 15240 w 2669116"/>
                <a:gd name="connsiteY785" fmla="*/ 315383 h 1050289"/>
                <a:gd name="connsiteX786" fmla="*/ 0 w 2669116"/>
                <a:gd name="connsiteY786" fmla="*/ 320887 h 1050289"/>
                <a:gd name="connsiteX787" fmla="*/ 4233 w 2669116"/>
                <a:gd name="connsiteY787" fmla="*/ 336127 h 1050289"/>
                <a:gd name="connsiteX788" fmla="*/ 6774 w 2669116"/>
                <a:gd name="connsiteY788" fmla="*/ 334857 h 1050289"/>
                <a:gd name="connsiteX789" fmla="*/ 259080 w 2669116"/>
                <a:gd name="connsiteY789" fmla="*/ 242993 h 1050289"/>
                <a:gd name="connsiteX790" fmla="*/ 245110 w 2669116"/>
                <a:gd name="connsiteY790" fmla="*/ 241723 h 1050289"/>
                <a:gd name="connsiteX791" fmla="*/ 251883 w 2669116"/>
                <a:gd name="connsiteY791" fmla="*/ 255693 h 1050289"/>
                <a:gd name="connsiteX792" fmla="*/ 259080 w 2669116"/>
                <a:gd name="connsiteY792" fmla="*/ 242993 h 1050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</a:cxnLst>
              <a:rect l="l" t="t" r="r" b="b"/>
              <a:pathLst>
                <a:path w="2669116" h="1050289">
                  <a:moveTo>
                    <a:pt x="56727" y="439420"/>
                  </a:moveTo>
                  <a:lnTo>
                    <a:pt x="59690" y="425450"/>
                  </a:lnTo>
                  <a:lnTo>
                    <a:pt x="66464" y="411480"/>
                  </a:lnTo>
                  <a:lnTo>
                    <a:pt x="65193" y="396240"/>
                  </a:lnTo>
                  <a:lnTo>
                    <a:pt x="65193" y="382270"/>
                  </a:lnTo>
                  <a:lnTo>
                    <a:pt x="63924" y="368300"/>
                  </a:lnTo>
                  <a:lnTo>
                    <a:pt x="65193" y="354330"/>
                  </a:lnTo>
                  <a:lnTo>
                    <a:pt x="66464" y="351790"/>
                  </a:lnTo>
                  <a:lnTo>
                    <a:pt x="71967" y="351790"/>
                  </a:lnTo>
                  <a:lnTo>
                    <a:pt x="79164" y="351790"/>
                  </a:lnTo>
                  <a:lnTo>
                    <a:pt x="90170" y="336550"/>
                  </a:lnTo>
                  <a:lnTo>
                    <a:pt x="93133" y="322580"/>
                  </a:lnTo>
                  <a:lnTo>
                    <a:pt x="108374" y="315383"/>
                  </a:lnTo>
                  <a:lnTo>
                    <a:pt x="122343" y="302683"/>
                  </a:lnTo>
                  <a:lnTo>
                    <a:pt x="133774" y="287443"/>
                  </a:lnTo>
                  <a:lnTo>
                    <a:pt x="147743" y="284480"/>
                  </a:lnTo>
                  <a:lnTo>
                    <a:pt x="162983" y="284480"/>
                  </a:lnTo>
                  <a:lnTo>
                    <a:pt x="176954" y="285750"/>
                  </a:lnTo>
                  <a:lnTo>
                    <a:pt x="190924" y="276014"/>
                  </a:lnTo>
                  <a:lnTo>
                    <a:pt x="204893" y="276014"/>
                  </a:lnTo>
                  <a:lnTo>
                    <a:pt x="214630" y="284480"/>
                  </a:lnTo>
                  <a:lnTo>
                    <a:pt x="215900" y="287443"/>
                  </a:lnTo>
                  <a:lnTo>
                    <a:pt x="229870" y="295910"/>
                  </a:lnTo>
                  <a:lnTo>
                    <a:pt x="243840" y="300143"/>
                  </a:lnTo>
                  <a:lnTo>
                    <a:pt x="252307" y="298873"/>
                  </a:lnTo>
                  <a:lnTo>
                    <a:pt x="266277" y="300143"/>
                  </a:lnTo>
                  <a:lnTo>
                    <a:pt x="280247" y="298873"/>
                  </a:lnTo>
                  <a:lnTo>
                    <a:pt x="280247" y="284904"/>
                  </a:lnTo>
                  <a:lnTo>
                    <a:pt x="266277" y="270933"/>
                  </a:lnTo>
                  <a:lnTo>
                    <a:pt x="280247" y="266700"/>
                  </a:lnTo>
                  <a:lnTo>
                    <a:pt x="294217" y="266700"/>
                  </a:lnTo>
                  <a:lnTo>
                    <a:pt x="309457" y="269664"/>
                  </a:lnTo>
                  <a:lnTo>
                    <a:pt x="298450" y="283633"/>
                  </a:lnTo>
                  <a:lnTo>
                    <a:pt x="305224" y="292100"/>
                  </a:lnTo>
                  <a:lnTo>
                    <a:pt x="319193" y="287867"/>
                  </a:lnTo>
                  <a:lnTo>
                    <a:pt x="333164" y="284904"/>
                  </a:lnTo>
                  <a:lnTo>
                    <a:pt x="337397" y="286173"/>
                  </a:lnTo>
                  <a:lnTo>
                    <a:pt x="351367" y="284904"/>
                  </a:lnTo>
                  <a:lnTo>
                    <a:pt x="365337" y="286173"/>
                  </a:lnTo>
                  <a:lnTo>
                    <a:pt x="378037" y="284904"/>
                  </a:lnTo>
                  <a:lnTo>
                    <a:pt x="392007" y="289137"/>
                  </a:lnTo>
                  <a:lnTo>
                    <a:pt x="407247" y="289137"/>
                  </a:lnTo>
                  <a:lnTo>
                    <a:pt x="421217" y="286173"/>
                  </a:lnTo>
                  <a:lnTo>
                    <a:pt x="435187" y="291677"/>
                  </a:lnTo>
                  <a:lnTo>
                    <a:pt x="449157" y="290407"/>
                  </a:lnTo>
                  <a:lnTo>
                    <a:pt x="463127" y="280670"/>
                  </a:lnTo>
                  <a:lnTo>
                    <a:pt x="466090" y="279400"/>
                  </a:lnTo>
                  <a:lnTo>
                    <a:pt x="452120" y="270933"/>
                  </a:lnTo>
                  <a:lnTo>
                    <a:pt x="436457" y="273897"/>
                  </a:lnTo>
                  <a:lnTo>
                    <a:pt x="422487" y="266700"/>
                  </a:lnTo>
                  <a:lnTo>
                    <a:pt x="430954" y="252730"/>
                  </a:lnTo>
                  <a:lnTo>
                    <a:pt x="444924" y="244264"/>
                  </a:lnTo>
                  <a:lnTo>
                    <a:pt x="458893" y="244264"/>
                  </a:lnTo>
                  <a:lnTo>
                    <a:pt x="472864" y="241300"/>
                  </a:lnTo>
                  <a:lnTo>
                    <a:pt x="488104" y="238337"/>
                  </a:lnTo>
                  <a:lnTo>
                    <a:pt x="499110" y="237067"/>
                  </a:lnTo>
                  <a:lnTo>
                    <a:pt x="513080" y="232833"/>
                  </a:lnTo>
                  <a:lnTo>
                    <a:pt x="527050" y="234104"/>
                  </a:lnTo>
                  <a:lnTo>
                    <a:pt x="542290" y="232833"/>
                  </a:lnTo>
                  <a:lnTo>
                    <a:pt x="556260" y="229870"/>
                  </a:lnTo>
                  <a:lnTo>
                    <a:pt x="542290" y="224367"/>
                  </a:lnTo>
                  <a:lnTo>
                    <a:pt x="527050" y="221404"/>
                  </a:lnTo>
                  <a:lnTo>
                    <a:pt x="513080" y="222673"/>
                  </a:lnTo>
                  <a:lnTo>
                    <a:pt x="499110" y="221404"/>
                  </a:lnTo>
                  <a:lnTo>
                    <a:pt x="485140" y="220133"/>
                  </a:lnTo>
                  <a:lnTo>
                    <a:pt x="478367" y="210397"/>
                  </a:lnTo>
                  <a:lnTo>
                    <a:pt x="474133" y="206164"/>
                  </a:lnTo>
                  <a:lnTo>
                    <a:pt x="460164" y="200660"/>
                  </a:lnTo>
                  <a:lnTo>
                    <a:pt x="446193" y="189654"/>
                  </a:lnTo>
                  <a:lnTo>
                    <a:pt x="443654" y="175683"/>
                  </a:lnTo>
                  <a:lnTo>
                    <a:pt x="444924" y="171450"/>
                  </a:lnTo>
                  <a:lnTo>
                    <a:pt x="446193" y="157480"/>
                  </a:lnTo>
                  <a:lnTo>
                    <a:pt x="460164" y="146473"/>
                  </a:lnTo>
                  <a:lnTo>
                    <a:pt x="463127" y="146473"/>
                  </a:lnTo>
                  <a:lnTo>
                    <a:pt x="477097" y="147743"/>
                  </a:lnTo>
                  <a:lnTo>
                    <a:pt x="491067" y="150707"/>
                  </a:lnTo>
                  <a:lnTo>
                    <a:pt x="506307" y="153670"/>
                  </a:lnTo>
                  <a:lnTo>
                    <a:pt x="520277" y="154940"/>
                  </a:lnTo>
                  <a:lnTo>
                    <a:pt x="535517" y="159173"/>
                  </a:lnTo>
                  <a:lnTo>
                    <a:pt x="549487" y="160443"/>
                  </a:lnTo>
                  <a:lnTo>
                    <a:pt x="552450" y="160443"/>
                  </a:lnTo>
                  <a:lnTo>
                    <a:pt x="567690" y="160443"/>
                  </a:lnTo>
                  <a:lnTo>
                    <a:pt x="571924" y="161714"/>
                  </a:lnTo>
                  <a:lnTo>
                    <a:pt x="585893" y="161714"/>
                  </a:lnTo>
                  <a:lnTo>
                    <a:pt x="599864" y="157480"/>
                  </a:lnTo>
                  <a:lnTo>
                    <a:pt x="613833" y="150283"/>
                  </a:lnTo>
                  <a:lnTo>
                    <a:pt x="627804" y="157480"/>
                  </a:lnTo>
                  <a:lnTo>
                    <a:pt x="629074" y="157480"/>
                  </a:lnTo>
                  <a:lnTo>
                    <a:pt x="643043" y="160443"/>
                  </a:lnTo>
                  <a:lnTo>
                    <a:pt x="657014" y="163407"/>
                  </a:lnTo>
                  <a:lnTo>
                    <a:pt x="658283" y="163407"/>
                  </a:lnTo>
                  <a:lnTo>
                    <a:pt x="672254" y="168910"/>
                  </a:lnTo>
                  <a:lnTo>
                    <a:pt x="687493" y="171873"/>
                  </a:lnTo>
                  <a:lnTo>
                    <a:pt x="701464" y="173143"/>
                  </a:lnTo>
                  <a:lnTo>
                    <a:pt x="716704" y="171873"/>
                  </a:lnTo>
                  <a:lnTo>
                    <a:pt x="730674" y="170604"/>
                  </a:lnTo>
                  <a:lnTo>
                    <a:pt x="744643" y="167640"/>
                  </a:lnTo>
                  <a:lnTo>
                    <a:pt x="753110" y="160867"/>
                  </a:lnTo>
                  <a:lnTo>
                    <a:pt x="760307" y="146897"/>
                  </a:lnTo>
                  <a:lnTo>
                    <a:pt x="758614" y="132927"/>
                  </a:lnTo>
                  <a:lnTo>
                    <a:pt x="773854" y="125730"/>
                  </a:lnTo>
                  <a:lnTo>
                    <a:pt x="787824" y="121497"/>
                  </a:lnTo>
                  <a:lnTo>
                    <a:pt x="801793" y="113030"/>
                  </a:lnTo>
                  <a:lnTo>
                    <a:pt x="815764" y="103293"/>
                  </a:lnTo>
                  <a:lnTo>
                    <a:pt x="829733" y="96097"/>
                  </a:lnTo>
                  <a:lnTo>
                    <a:pt x="842433" y="89323"/>
                  </a:lnTo>
                  <a:lnTo>
                    <a:pt x="855980" y="83820"/>
                  </a:lnTo>
                  <a:lnTo>
                    <a:pt x="862754" y="75354"/>
                  </a:lnTo>
                  <a:lnTo>
                    <a:pt x="877147" y="64347"/>
                  </a:lnTo>
                  <a:lnTo>
                    <a:pt x="890693" y="57573"/>
                  </a:lnTo>
                  <a:lnTo>
                    <a:pt x="905933" y="50800"/>
                  </a:lnTo>
                  <a:lnTo>
                    <a:pt x="919904" y="46567"/>
                  </a:lnTo>
                  <a:lnTo>
                    <a:pt x="924137" y="46567"/>
                  </a:lnTo>
                  <a:lnTo>
                    <a:pt x="938107" y="42333"/>
                  </a:lnTo>
                  <a:lnTo>
                    <a:pt x="952077" y="39370"/>
                  </a:lnTo>
                  <a:lnTo>
                    <a:pt x="966047" y="32597"/>
                  </a:lnTo>
                  <a:lnTo>
                    <a:pt x="980017" y="28364"/>
                  </a:lnTo>
                  <a:lnTo>
                    <a:pt x="995257" y="22860"/>
                  </a:lnTo>
                  <a:lnTo>
                    <a:pt x="1009227" y="16087"/>
                  </a:lnTo>
                  <a:lnTo>
                    <a:pt x="1023197" y="17357"/>
                  </a:lnTo>
                  <a:lnTo>
                    <a:pt x="1037167" y="18627"/>
                  </a:lnTo>
                  <a:lnTo>
                    <a:pt x="1051137" y="21590"/>
                  </a:lnTo>
                  <a:lnTo>
                    <a:pt x="1066377" y="22860"/>
                  </a:lnTo>
                  <a:lnTo>
                    <a:pt x="1080347" y="22860"/>
                  </a:lnTo>
                  <a:lnTo>
                    <a:pt x="1094317" y="22860"/>
                  </a:lnTo>
                  <a:lnTo>
                    <a:pt x="1108287" y="22860"/>
                  </a:lnTo>
                  <a:lnTo>
                    <a:pt x="1123527" y="25823"/>
                  </a:lnTo>
                  <a:lnTo>
                    <a:pt x="1127760" y="25823"/>
                  </a:lnTo>
                  <a:lnTo>
                    <a:pt x="1141730" y="28787"/>
                  </a:lnTo>
                  <a:lnTo>
                    <a:pt x="1155700" y="25823"/>
                  </a:lnTo>
                  <a:lnTo>
                    <a:pt x="1169670" y="27093"/>
                  </a:lnTo>
                  <a:lnTo>
                    <a:pt x="1184910" y="30057"/>
                  </a:lnTo>
                  <a:lnTo>
                    <a:pt x="1198880" y="28787"/>
                  </a:lnTo>
                  <a:lnTo>
                    <a:pt x="1212850" y="23283"/>
                  </a:lnTo>
                  <a:lnTo>
                    <a:pt x="1224280" y="9314"/>
                  </a:lnTo>
                  <a:lnTo>
                    <a:pt x="1232747" y="5080"/>
                  </a:lnTo>
                  <a:lnTo>
                    <a:pt x="1241214" y="13547"/>
                  </a:lnTo>
                  <a:lnTo>
                    <a:pt x="1255183" y="13547"/>
                  </a:lnTo>
                  <a:lnTo>
                    <a:pt x="1248410" y="29210"/>
                  </a:lnTo>
                  <a:lnTo>
                    <a:pt x="1255183" y="43180"/>
                  </a:lnTo>
                  <a:lnTo>
                    <a:pt x="1266190" y="57150"/>
                  </a:lnTo>
                  <a:lnTo>
                    <a:pt x="1280160" y="68157"/>
                  </a:lnTo>
                  <a:lnTo>
                    <a:pt x="1293707" y="72390"/>
                  </a:lnTo>
                  <a:lnTo>
                    <a:pt x="1306407" y="79587"/>
                  </a:lnTo>
                  <a:lnTo>
                    <a:pt x="1320377" y="80857"/>
                  </a:lnTo>
                  <a:lnTo>
                    <a:pt x="1335617" y="76623"/>
                  </a:lnTo>
                  <a:lnTo>
                    <a:pt x="1349587" y="72390"/>
                  </a:lnTo>
                  <a:lnTo>
                    <a:pt x="1363557" y="66887"/>
                  </a:lnTo>
                  <a:lnTo>
                    <a:pt x="1363557" y="79587"/>
                  </a:lnTo>
                  <a:lnTo>
                    <a:pt x="1369060" y="65617"/>
                  </a:lnTo>
                  <a:lnTo>
                    <a:pt x="1383030" y="72814"/>
                  </a:lnTo>
                  <a:lnTo>
                    <a:pt x="1394460" y="88054"/>
                  </a:lnTo>
                  <a:lnTo>
                    <a:pt x="1393190" y="102023"/>
                  </a:lnTo>
                  <a:lnTo>
                    <a:pt x="1394460" y="106257"/>
                  </a:lnTo>
                  <a:lnTo>
                    <a:pt x="1408007" y="120227"/>
                  </a:lnTo>
                  <a:lnTo>
                    <a:pt x="1421977" y="131657"/>
                  </a:lnTo>
                  <a:lnTo>
                    <a:pt x="1437217" y="143933"/>
                  </a:lnTo>
                  <a:lnTo>
                    <a:pt x="1451187" y="143933"/>
                  </a:lnTo>
                  <a:lnTo>
                    <a:pt x="1462193" y="129964"/>
                  </a:lnTo>
                  <a:lnTo>
                    <a:pt x="1468967" y="127000"/>
                  </a:lnTo>
                  <a:lnTo>
                    <a:pt x="1482937" y="127000"/>
                  </a:lnTo>
                  <a:lnTo>
                    <a:pt x="1496907" y="128270"/>
                  </a:lnTo>
                  <a:lnTo>
                    <a:pt x="1510454" y="136737"/>
                  </a:lnTo>
                  <a:lnTo>
                    <a:pt x="1521883" y="150707"/>
                  </a:lnTo>
                  <a:lnTo>
                    <a:pt x="1537124" y="161714"/>
                  </a:lnTo>
                  <a:lnTo>
                    <a:pt x="1540087" y="161714"/>
                  </a:lnTo>
                  <a:lnTo>
                    <a:pt x="1555327" y="161714"/>
                  </a:lnTo>
                  <a:lnTo>
                    <a:pt x="1569297" y="167217"/>
                  </a:lnTo>
                  <a:lnTo>
                    <a:pt x="1583267" y="173990"/>
                  </a:lnTo>
                  <a:lnTo>
                    <a:pt x="1597237" y="181187"/>
                  </a:lnTo>
                  <a:lnTo>
                    <a:pt x="1608243" y="167217"/>
                  </a:lnTo>
                  <a:lnTo>
                    <a:pt x="1623483" y="165947"/>
                  </a:lnTo>
                  <a:lnTo>
                    <a:pt x="1631950" y="179917"/>
                  </a:lnTo>
                  <a:lnTo>
                    <a:pt x="1645920" y="188383"/>
                  </a:lnTo>
                  <a:lnTo>
                    <a:pt x="1648460" y="188383"/>
                  </a:lnTo>
                  <a:lnTo>
                    <a:pt x="1664124" y="189654"/>
                  </a:lnTo>
                  <a:lnTo>
                    <a:pt x="1675130" y="193887"/>
                  </a:lnTo>
                  <a:lnTo>
                    <a:pt x="1689100" y="196850"/>
                  </a:lnTo>
                  <a:lnTo>
                    <a:pt x="1703070" y="199814"/>
                  </a:lnTo>
                  <a:lnTo>
                    <a:pt x="1717040" y="201083"/>
                  </a:lnTo>
                  <a:lnTo>
                    <a:pt x="1731010" y="199814"/>
                  </a:lnTo>
                  <a:lnTo>
                    <a:pt x="1744557" y="190077"/>
                  </a:lnTo>
                  <a:lnTo>
                    <a:pt x="1759797" y="191347"/>
                  </a:lnTo>
                  <a:lnTo>
                    <a:pt x="1772497" y="184150"/>
                  </a:lnTo>
                  <a:lnTo>
                    <a:pt x="1786467" y="179917"/>
                  </a:lnTo>
                  <a:lnTo>
                    <a:pt x="1801707" y="178647"/>
                  </a:lnTo>
                  <a:lnTo>
                    <a:pt x="1812714" y="174414"/>
                  </a:lnTo>
                  <a:lnTo>
                    <a:pt x="1826683" y="177377"/>
                  </a:lnTo>
                  <a:lnTo>
                    <a:pt x="1840654" y="173143"/>
                  </a:lnTo>
                  <a:lnTo>
                    <a:pt x="1855893" y="168910"/>
                  </a:lnTo>
                  <a:lnTo>
                    <a:pt x="1869864" y="181610"/>
                  </a:lnTo>
                  <a:lnTo>
                    <a:pt x="1883833" y="187114"/>
                  </a:lnTo>
                  <a:lnTo>
                    <a:pt x="1897804" y="185420"/>
                  </a:lnTo>
                  <a:lnTo>
                    <a:pt x="1913043" y="193887"/>
                  </a:lnTo>
                  <a:lnTo>
                    <a:pt x="1927014" y="189654"/>
                  </a:lnTo>
                  <a:lnTo>
                    <a:pt x="1929977" y="189654"/>
                  </a:lnTo>
                  <a:lnTo>
                    <a:pt x="1932940" y="192617"/>
                  </a:lnTo>
                  <a:lnTo>
                    <a:pt x="1946910" y="199814"/>
                  </a:lnTo>
                  <a:lnTo>
                    <a:pt x="1962150" y="195580"/>
                  </a:lnTo>
                  <a:lnTo>
                    <a:pt x="1976120" y="190077"/>
                  </a:lnTo>
                  <a:lnTo>
                    <a:pt x="1977814" y="187537"/>
                  </a:lnTo>
                  <a:lnTo>
                    <a:pt x="1984587" y="183304"/>
                  </a:lnTo>
                  <a:lnTo>
                    <a:pt x="1999827" y="182033"/>
                  </a:lnTo>
                  <a:lnTo>
                    <a:pt x="2013797" y="173567"/>
                  </a:lnTo>
                  <a:lnTo>
                    <a:pt x="2029037" y="159597"/>
                  </a:lnTo>
                  <a:lnTo>
                    <a:pt x="2043007" y="155364"/>
                  </a:lnTo>
                  <a:lnTo>
                    <a:pt x="2056977" y="151130"/>
                  </a:lnTo>
                  <a:lnTo>
                    <a:pt x="2072217" y="141393"/>
                  </a:lnTo>
                  <a:lnTo>
                    <a:pt x="2086187" y="135890"/>
                  </a:lnTo>
                  <a:lnTo>
                    <a:pt x="2098887" y="126154"/>
                  </a:lnTo>
                  <a:lnTo>
                    <a:pt x="2114127" y="113877"/>
                  </a:lnTo>
                  <a:lnTo>
                    <a:pt x="2125557" y="99907"/>
                  </a:lnTo>
                  <a:lnTo>
                    <a:pt x="2129791" y="101600"/>
                  </a:lnTo>
                  <a:lnTo>
                    <a:pt x="2143760" y="107104"/>
                  </a:lnTo>
                  <a:lnTo>
                    <a:pt x="2153497" y="108373"/>
                  </a:lnTo>
                  <a:lnTo>
                    <a:pt x="2167467" y="115147"/>
                  </a:lnTo>
                  <a:lnTo>
                    <a:pt x="2181437" y="102447"/>
                  </a:lnTo>
                  <a:lnTo>
                    <a:pt x="2195407" y="105410"/>
                  </a:lnTo>
                  <a:lnTo>
                    <a:pt x="2211070" y="102447"/>
                  </a:lnTo>
                  <a:lnTo>
                    <a:pt x="2225041" y="105410"/>
                  </a:lnTo>
                  <a:lnTo>
                    <a:pt x="2239010" y="109643"/>
                  </a:lnTo>
                  <a:lnTo>
                    <a:pt x="2254250" y="115147"/>
                  </a:lnTo>
                  <a:lnTo>
                    <a:pt x="2255520" y="115147"/>
                  </a:lnTo>
                  <a:lnTo>
                    <a:pt x="2265257" y="99907"/>
                  </a:lnTo>
                  <a:lnTo>
                    <a:pt x="2267797" y="91864"/>
                  </a:lnTo>
                  <a:lnTo>
                    <a:pt x="2267797" y="90593"/>
                  </a:lnTo>
                  <a:lnTo>
                    <a:pt x="2282191" y="89323"/>
                  </a:lnTo>
                  <a:lnTo>
                    <a:pt x="2296160" y="90593"/>
                  </a:lnTo>
                  <a:lnTo>
                    <a:pt x="2301664" y="90593"/>
                  </a:lnTo>
                  <a:lnTo>
                    <a:pt x="2296160" y="103293"/>
                  </a:lnTo>
                  <a:lnTo>
                    <a:pt x="2310130" y="103293"/>
                  </a:lnTo>
                  <a:lnTo>
                    <a:pt x="2325794" y="115993"/>
                  </a:lnTo>
                  <a:lnTo>
                    <a:pt x="2339764" y="127000"/>
                  </a:lnTo>
                  <a:lnTo>
                    <a:pt x="2353733" y="136737"/>
                  </a:lnTo>
                  <a:lnTo>
                    <a:pt x="2359237" y="138007"/>
                  </a:lnTo>
                  <a:lnTo>
                    <a:pt x="2353733" y="146473"/>
                  </a:lnTo>
                  <a:lnTo>
                    <a:pt x="2367704" y="157480"/>
                  </a:lnTo>
                  <a:lnTo>
                    <a:pt x="2381674" y="153247"/>
                  </a:lnTo>
                  <a:lnTo>
                    <a:pt x="2395644" y="161714"/>
                  </a:lnTo>
                  <a:lnTo>
                    <a:pt x="2396913" y="168910"/>
                  </a:lnTo>
                  <a:lnTo>
                    <a:pt x="2401147" y="182880"/>
                  </a:lnTo>
                  <a:lnTo>
                    <a:pt x="2416387" y="188383"/>
                  </a:lnTo>
                  <a:lnTo>
                    <a:pt x="2430357" y="199390"/>
                  </a:lnTo>
                  <a:lnTo>
                    <a:pt x="2434591" y="213360"/>
                  </a:lnTo>
                  <a:lnTo>
                    <a:pt x="2444327" y="227330"/>
                  </a:lnTo>
                  <a:lnTo>
                    <a:pt x="2445597" y="232833"/>
                  </a:lnTo>
                  <a:lnTo>
                    <a:pt x="2446867" y="241300"/>
                  </a:lnTo>
                  <a:lnTo>
                    <a:pt x="2442633" y="252307"/>
                  </a:lnTo>
                  <a:lnTo>
                    <a:pt x="2441363" y="255270"/>
                  </a:lnTo>
                  <a:lnTo>
                    <a:pt x="2431627" y="269240"/>
                  </a:lnTo>
                  <a:lnTo>
                    <a:pt x="2434591" y="283210"/>
                  </a:lnTo>
                  <a:lnTo>
                    <a:pt x="2433320" y="297180"/>
                  </a:lnTo>
                  <a:lnTo>
                    <a:pt x="2447291" y="311150"/>
                  </a:lnTo>
                  <a:lnTo>
                    <a:pt x="2454487" y="325120"/>
                  </a:lnTo>
                  <a:lnTo>
                    <a:pt x="2446020" y="333587"/>
                  </a:lnTo>
                  <a:lnTo>
                    <a:pt x="2461261" y="340360"/>
                  </a:lnTo>
                  <a:lnTo>
                    <a:pt x="2473537" y="344593"/>
                  </a:lnTo>
                  <a:lnTo>
                    <a:pt x="2487507" y="351367"/>
                  </a:lnTo>
                  <a:lnTo>
                    <a:pt x="2501477" y="353060"/>
                  </a:lnTo>
                  <a:lnTo>
                    <a:pt x="2515447" y="351367"/>
                  </a:lnTo>
                  <a:lnTo>
                    <a:pt x="2520950" y="348827"/>
                  </a:lnTo>
                  <a:lnTo>
                    <a:pt x="2534920" y="345864"/>
                  </a:lnTo>
                  <a:lnTo>
                    <a:pt x="2548891" y="353060"/>
                  </a:lnTo>
                  <a:lnTo>
                    <a:pt x="2551854" y="354330"/>
                  </a:lnTo>
                  <a:lnTo>
                    <a:pt x="2565824" y="362797"/>
                  </a:lnTo>
                  <a:lnTo>
                    <a:pt x="2578524" y="376767"/>
                  </a:lnTo>
                  <a:lnTo>
                    <a:pt x="2593763" y="387773"/>
                  </a:lnTo>
                  <a:lnTo>
                    <a:pt x="2607733" y="400473"/>
                  </a:lnTo>
                  <a:lnTo>
                    <a:pt x="2610697" y="403437"/>
                  </a:lnTo>
                  <a:lnTo>
                    <a:pt x="2617470" y="416137"/>
                  </a:lnTo>
                  <a:lnTo>
                    <a:pt x="2610697" y="410633"/>
                  </a:lnTo>
                  <a:lnTo>
                    <a:pt x="2596727" y="400897"/>
                  </a:lnTo>
                  <a:lnTo>
                    <a:pt x="2582757" y="392430"/>
                  </a:lnTo>
                  <a:lnTo>
                    <a:pt x="2568787" y="405130"/>
                  </a:lnTo>
                  <a:lnTo>
                    <a:pt x="2570057" y="409364"/>
                  </a:lnTo>
                  <a:lnTo>
                    <a:pt x="2567094" y="423333"/>
                  </a:lnTo>
                  <a:lnTo>
                    <a:pt x="2567094" y="438573"/>
                  </a:lnTo>
                  <a:lnTo>
                    <a:pt x="2564130" y="452543"/>
                  </a:lnTo>
                  <a:lnTo>
                    <a:pt x="2558627" y="453814"/>
                  </a:lnTo>
                  <a:lnTo>
                    <a:pt x="2544657" y="453814"/>
                  </a:lnTo>
                  <a:lnTo>
                    <a:pt x="2530687" y="453814"/>
                  </a:lnTo>
                  <a:lnTo>
                    <a:pt x="2515447" y="458047"/>
                  </a:lnTo>
                  <a:lnTo>
                    <a:pt x="2518411" y="461010"/>
                  </a:lnTo>
                  <a:lnTo>
                    <a:pt x="2526454" y="474980"/>
                  </a:lnTo>
                  <a:lnTo>
                    <a:pt x="2531957" y="488950"/>
                  </a:lnTo>
                  <a:lnTo>
                    <a:pt x="2545927" y="502920"/>
                  </a:lnTo>
                  <a:lnTo>
                    <a:pt x="2545927" y="516890"/>
                  </a:lnTo>
                  <a:lnTo>
                    <a:pt x="2542117" y="522393"/>
                  </a:lnTo>
                  <a:lnTo>
                    <a:pt x="2550583" y="536364"/>
                  </a:lnTo>
                  <a:lnTo>
                    <a:pt x="2564554" y="547370"/>
                  </a:lnTo>
                  <a:lnTo>
                    <a:pt x="2562861" y="561340"/>
                  </a:lnTo>
                  <a:lnTo>
                    <a:pt x="2564554" y="575310"/>
                  </a:lnTo>
                  <a:lnTo>
                    <a:pt x="2573020" y="590550"/>
                  </a:lnTo>
                  <a:lnTo>
                    <a:pt x="2575983" y="604520"/>
                  </a:lnTo>
                  <a:lnTo>
                    <a:pt x="2574713" y="608754"/>
                  </a:lnTo>
                  <a:lnTo>
                    <a:pt x="2574713" y="611293"/>
                  </a:lnTo>
                  <a:lnTo>
                    <a:pt x="2586991" y="626533"/>
                  </a:lnTo>
                  <a:lnTo>
                    <a:pt x="2600961" y="633307"/>
                  </a:lnTo>
                  <a:lnTo>
                    <a:pt x="2591224" y="647277"/>
                  </a:lnTo>
                  <a:lnTo>
                    <a:pt x="2591224" y="661247"/>
                  </a:lnTo>
                  <a:lnTo>
                    <a:pt x="2582757" y="675217"/>
                  </a:lnTo>
                  <a:lnTo>
                    <a:pt x="2577254" y="690457"/>
                  </a:lnTo>
                  <a:lnTo>
                    <a:pt x="2575983" y="704427"/>
                  </a:lnTo>
                  <a:lnTo>
                    <a:pt x="2575983" y="705697"/>
                  </a:lnTo>
                  <a:lnTo>
                    <a:pt x="2589954" y="706967"/>
                  </a:lnTo>
                  <a:lnTo>
                    <a:pt x="2605194" y="717973"/>
                  </a:lnTo>
                  <a:lnTo>
                    <a:pt x="2619163" y="723477"/>
                  </a:lnTo>
                  <a:lnTo>
                    <a:pt x="2633133" y="734907"/>
                  </a:lnTo>
                  <a:lnTo>
                    <a:pt x="2631863" y="739140"/>
                  </a:lnTo>
                  <a:lnTo>
                    <a:pt x="2634827" y="753110"/>
                  </a:lnTo>
                  <a:lnTo>
                    <a:pt x="2634827" y="767080"/>
                  </a:lnTo>
                  <a:lnTo>
                    <a:pt x="2639061" y="782320"/>
                  </a:lnTo>
                  <a:lnTo>
                    <a:pt x="2654300" y="789093"/>
                  </a:lnTo>
                  <a:lnTo>
                    <a:pt x="2668270" y="801793"/>
                  </a:lnTo>
                  <a:lnTo>
                    <a:pt x="2665307" y="815764"/>
                  </a:lnTo>
                  <a:lnTo>
                    <a:pt x="2669117" y="829733"/>
                  </a:lnTo>
                  <a:lnTo>
                    <a:pt x="2661074" y="825500"/>
                  </a:lnTo>
                  <a:lnTo>
                    <a:pt x="2647104" y="822537"/>
                  </a:lnTo>
                  <a:lnTo>
                    <a:pt x="2633133" y="835237"/>
                  </a:lnTo>
                  <a:lnTo>
                    <a:pt x="2619163" y="844973"/>
                  </a:lnTo>
                  <a:lnTo>
                    <a:pt x="2608157" y="858943"/>
                  </a:lnTo>
                  <a:lnTo>
                    <a:pt x="2594187" y="847514"/>
                  </a:lnTo>
                  <a:lnTo>
                    <a:pt x="2589954" y="833543"/>
                  </a:lnTo>
                  <a:lnTo>
                    <a:pt x="2595457" y="819573"/>
                  </a:lnTo>
                  <a:lnTo>
                    <a:pt x="2582757" y="805604"/>
                  </a:lnTo>
                  <a:lnTo>
                    <a:pt x="2568787" y="801370"/>
                  </a:lnTo>
                  <a:lnTo>
                    <a:pt x="2554817" y="804333"/>
                  </a:lnTo>
                  <a:lnTo>
                    <a:pt x="2540847" y="817033"/>
                  </a:lnTo>
                  <a:lnTo>
                    <a:pt x="2526877" y="815764"/>
                  </a:lnTo>
                  <a:lnTo>
                    <a:pt x="2512907" y="815764"/>
                  </a:lnTo>
                  <a:lnTo>
                    <a:pt x="2497244" y="811530"/>
                  </a:lnTo>
                  <a:lnTo>
                    <a:pt x="2484544" y="810260"/>
                  </a:lnTo>
                  <a:lnTo>
                    <a:pt x="2469304" y="801793"/>
                  </a:lnTo>
                  <a:lnTo>
                    <a:pt x="2455333" y="800523"/>
                  </a:lnTo>
                  <a:lnTo>
                    <a:pt x="2441363" y="795020"/>
                  </a:lnTo>
                  <a:lnTo>
                    <a:pt x="2427394" y="795020"/>
                  </a:lnTo>
                  <a:lnTo>
                    <a:pt x="2413424" y="800523"/>
                  </a:lnTo>
                  <a:lnTo>
                    <a:pt x="2398183" y="796290"/>
                  </a:lnTo>
                  <a:lnTo>
                    <a:pt x="2384213" y="792057"/>
                  </a:lnTo>
                  <a:lnTo>
                    <a:pt x="2379980" y="798830"/>
                  </a:lnTo>
                  <a:lnTo>
                    <a:pt x="2371513" y="812800"/>
                  </a:lnTo>
                  <a:lnTo>
                    <a:pt x="2363047" y="828040"/>
                  </a:lnTo>
                  <a:lnTo>
                    <a:pt x="2355004" y="831004"/>
                  </a:lnTo>
                  <a:lnTo>
                    <a:pt x="2341033" y="835237"/>
                  </a:lnTo>
                  <a:lnTo>
                    <a:pt x="2332567" y="836507"/>
                  </a:lnTo>
                  <a:lnTo>
                    <a:pt x="2328333" y="825077"/>
                  </a:lnTo>
                  <a:lnTo>
                    <a:pt x="2322830" y="809837"/>
                  </a:lnTo>
                  <a:lnTo>
                    <a:pt x="2308860" y="800100"/>
                  </a:lnTo>
                  <a:lnTo>
                    <a:pt x="2296583" y="815340"/>
                  </a:lnTo>
                  <a:lnTo>
                    <a:pt x="2282614" y="825077"/>
                  </a:lnTo>
                  <a:lnTo>
                    <a:pt x="2269914" y="829310"/>
                  </a:lnTo>
                  <a:lnTo>
                    <a:pt x="2254674" y="833543"/>
                  </a:lnTo>
                  <a:lnTo>
                    <a:pt x="2243667" y="835237"/>
                  </a:lnTo>
                  <a:lnTo>
                    <a:pt x="2241974" y="833543"/>
                  </a:lnTo>
                  <a:lnTo>
                    <a:pt x="2234777" y="835237"/>
                  </a:lnTo>
                  <a:lnTo>
                    <a:pt x="2227580" y="839470"/>
                  </a:lnTo>
                  <a:lnTo>
                    <a:pt x="2217844" y="840740"/>
                  </a:lnTo>
                  <a:lnTo>
                    <a:pt x="2205144" y="840740"/>
                  </a:lnTo>
                  <a:lnTo>
                    <a:pt x="2191174" y="842010"/>
                  </a:lnTo>
                  <a:lnTo>
                    <a:pt x="2189904" y="842010"/>
                  </a:lnTo>
                  <a:lnTo>
                    <a:pt x="2178474" y="842010"/>
                  </a:lnTo>
                  <a:lnTo>
                    <a:pt x="2177204" y="842010"/>
                  </a:lnTo>
                  <a:lnTo>
                    <a:pt x="2163233" y="837777"/>
                  </a:lnTo>
                  <a:lnTo>
                    <a:pt x="2149264" y="835237"/>
                  </a:lnTo>
                  <a:lnTo>
                    <a:pt x="2137833" y="833543"/>
                  </a:lnTo>
                  <a:lnTo>
                    <a:pt x="2123864" y="835237"/>
                  </a:lnTo>
                  <a:lnTo>
                    <a:pt x="2108624" y="836507"/>
                  </a:lnTo>
                  <a:lnTo>
                    <a:pt x="2098887" y="840317"/>
                  </a:lnTo>
                  <a:lnTo>
                    <a:pt x="2083224" y="847090"/>
                  </a:lnTo>
                  <a:lnTo>
                    <a:pt x="2069254" y="851323"/>
                  </a:lnTo>
                  <a:lnTo>
                    <a:pt x="2055283" y="861060"/>
                  </a:lnTo>
                  <a:lnTo>
                    <a:pt x="2045547" y="866564"/>
                  </a:lnTo>
                  <a:lnTo>
                    <a:pt x="2034117" y="873760"/>
                  </a:lnTo>
                  <a:lnTo>
                    <a:pt x="2028614" y="875030"/>
                  </a:lnTo>
                  <a:lnTo>
                    <a:pt x="2020147" y="879264"/>
                  </a:lnTo>
                  <a:lnTo>
                    <a:pt x="2017183" y="882227"/>
                  </a:lnTo>
                  <a:lnTo>
                    <a:pt x="2011680" y="885190"/>
                  </a:lnTo>
                  <a:lnTo>
                    <a:pt x="1997710" y="890693"/>
                  </a:lnTo>
                  <a:lnTo>
                    <a:pt x="1982470" y="896197"/>
                  </a:lnTo>
                  <a:lnTo>
                    <a:pt x="1968500" y="897890"/>
                  </a:lnTo>
                  <a:lnTo>
                    <a:pt x="1954530" y="900854"/>
                  </a:lnTo>
                  <a:lnTo>
                    <a:pt x="1940560" y="903393"/>
                  </a:lnTo>
                  <a:lnTo>
                    <a:pt x="1935057" y="904664"/>
                  </a:lnTo>
                  <a:lnTo>
                    <a:pt x="1921087" y="907627"/>
                  </a:lnTo>
                  <a:lnTo>
                    <a:pt x="1907117" y="910590"/>
                  </a:lnTo>
                  <a:lnTo>
                    <a:pt x="1893147" y="907627"/>
                  </a:lnTo>
                  <a:lnTo>
                    <a:pt x="1879177" y="903393"/>
                  </a:lnTo>
                  <a:lnTo>
                    <a:pt x="1874943" y="903393"/>
                  </a:lnTo>
                  <a:lnTo>
                    <a:pt x="1867747" y="904664"/>
                  </a:lnTo>
                  <a:lnTo>
                    <a:pt x="1853777" y="904664"/>
                  </a:lnTo>
                  <a:lnTo>
                    <a:pt x="1839807" y="904664"/>
                  </a:lnTo>
                  <a:lnTo>
                    <a:pt x="1825837" y="896197"/>
                  </a:lnTo>
                  <a:lnTo>
                    <a:pt x="1821604" y="893657"/>
                  </a:lnTo>
                  <a:lnTo>
                    <a:pt x="1807633" y="879687"/>
                  </a:lnTo>
                  <a:lnTo>
                    <a:pt x="1793664" y="874183"/>
                  </a:lnTo>
                  <a:lnTo>
                    <a:pt x="1778000" y="871220"/>
                  </a:lnTo>
                  <a:lnTo>
                    <a:pt x="1764030" y="868257"/>
                  </a:lnTo>
                  <a:lnTo>
                    <a:pt x="1750060" y="873760"/>
                  </a:lnTo>
                  <a:lnTo>
                    <a:pt x="1736090" y="881804"/>
                  </a:lnTo>
                  <a:lnTo>
                    <a:pt x="1734820" y="883073"/>
                  </a:lnTo>
                  <a:lnTo>
                    <a:pt x="1720850" y="888577"/>
                  </a:lnTo>
                  <a:lnTo>
                    <a:pt x="1706880" y="894080"/>
                  </a:lnTo>
                  <a:lnTo>
                    <a:pt x="1691640" y="897043"/>
                  </a:lnTo>
                  <a:lnTo>
                    <a:pt x="1677670" y="902547"/>
                  </a:lnTo>
                  <a:lnTo>
                    <a:pt x="1667933" y="911014"/>
                  </a:lnTo>
                  <a:lnTo>
                    <a:pt x="1664970" y="912283"/>
                  </a:lnTo>
                  <a:lnTo>
                    <a:pt x="1651000" y="911014"/>
                  </a:lnTo>
                  <a:lnTo>
                    <a:pt x="1635760" y="909320"/>
                  </a:lnTo>
                  <a:lnTo>
                    <a:pt x="1621790" y="911860"/>
                  </a:lnTo>
                  <a:lnTo>
                    <a:pt x="1607820" y="916093"/>
                  </a:lnTo>
                  <a:lnTo>
                    <a:pt x="1602317" y="900430"/>
                  </a:lnTo>
                  <a:lnTo>
                    <a:pt x="1588347" y="890693"/>
                  </a:lnTo>
                  <a:lnTo>
                    <a:pt x="1585383" y="889423"/>
                  </a:lnTo>
                  <a:lnTo>
                    <a:pt x="1571414" y="888154"/>
                  </a:lnTo>
                  <a:lnTo>
                    <a:pt x="1556174" y="882650"/>
                  </a:lnTo>
                  <a:lnTo>
                    <a:pt x="1550670" y="881380"/>
                  </a:lnTo>
                  <a:lnTo>
                    <a:pt x="1547707" y="881380"/>
                  </a:lnTo>
                  <a:lnTo>
                    <a:pt x="1543474" y="895350"/>
                  </a:lnTo>
                  <a:lnTo>
                    <a:pt x="1542204" y="909320"/>
                  </a:lnTo>
                  <a:lnTo>
                    <a:pt x="1542204" y="923290"/>
                  </a:lnTo>
                  <a:lnTo>
                    <a:pt x="1537970" y="937260"/>
                  </a:lnTo>
                  <a:lnTo>
                    <a:pt x="1542204" y="952500"/>
                  </a:lnTo>
                  <a:lnTo>
                    <a:pt x="1547707" y="956733"/>
                  </a:lnTo>
                  <a:lnTo>
                    <a:pt x="1547707" y="965200"/>
                  </a:lnTo>
                  <a:lnTo>
                    <a:pt x="1556174" y="967740"/>
                  </a:lnTo>
                  <a:lnTo>
                    <a:pt x="1561677" y="980440"/>
                  </a:lnTo>
                  <a:lnTo>
                    <a:pt x="1546437" y="982133"/>
                  </a:lnTo>
                  <a:lnTo>
                    <a:pt x="1537970" y="982133"/>
                  </a:lnTo>
                  <a:lnTo>
                    <a:pt x="1524000" y="984673"/>
                  </a:lnTo>
                  <a:lnTo>
                    <a:pt x="1519767" y="982133"/>
                  </a:lnTo>
                  <a:lnTo>
                    <a:pt x="1518074" y="983404"/>
                  </a:lnTo>
                  <a:lnTo>
                    <a:pt x="1518074" y="988907"/>
                  </a:lnTo>
                  <a:lnTo>
                    <a:pt x="1519767" y="1004147"/>
                  </a:lnTo>
                  <a:lnTo>
                    <a:pt x="1521037" y="1018117"/>
                  </a:lnTo>
                  <a:lnTo>
                    <a:pt x="1521037" y="1020657"/>
                  </a:lnTo>
                  <a:lnTo>
                    <a:pt x="1507067" y="1027854"/>
                  </a:lnTo>
                  <a:lnTo>
                    <a:pt x="1496060" y="1041823"/>
                  </a:lnTo>
                  <a:lnTo>
                    <a:pt x="1493097" y="1050290"/>
                  </a:lnTo>
                  <a:lnTo>
                    <a:pt x="1478704" y="1041823"/>
                  </a:lnTo>
                  <a:lnTo>
                    <a:pt x="1471930" y="1036320"/>
                  </a:lnTo>
                  <a:lnTo>
                    <a:pt x="1459654" y="1032087"/>
                  </a:lnTo>
                  <a:lnTo>
                    <a:pt x="1466427" y="1020657"/>
                  </a:lnTo>
                  <a:lnTo>
                    <a:pt x="1462193" y="1013883"/>
                  </a:lnTo>
                  <a:lnTo>
                    <a:pt x="1455420" y="998643"/>
                  </a:lnTo>
                  <a:lnTo>
                    <a:pt x="1445683" y="984673"/>
                  </a:lnTo>
                  <a:lnTo>
                    <a:pt x="1434677" y="970704"/>
                  </a:lnTo>
                  <a:lnTo>
                    <a:pt x="1444414" y="955464"/>
                  </a:lnTo>
                  <a:lnTo>
                    <a:pt x="1458383" y="941493"/>
                  </a:lnTo>
                  <a:lnTo>
                    <a:pt x="1472354" y="928793"/>
                  </a:lnTo>
                  <a:lnTo>
                    <a:pt x="1487593" y="914823"/>
                  </a:lnTo>
                  <a:lnTo>
                    <a:pt x="1485054" y="899583"/>
                  </a:lnTo>
                  <a:lnTo>
                    <a:pt x="1482090" y="885614"/>
                  </a:lnTo>
                  <a:lnTo>
                    <a:pt x="1466850" y="871643"/>
                  </a:lnTo>
                  <a:lnTo>
                    <a:pt x="1452880" y="867410"/>
                  </a:lnTo>
                  <a:lnTo>
                    <a:pt x="1446107" y="874607"/>
                  </a:lnTo>
                  <a:lnTo>
                    <a:pt x="1435100" y="888577"/>
                  </a:lnTo>
                  <a:lnTo>
                    <a:pt x="1421130" y="894080"/>
                  </a:lnTo>
                  <a:lnTo>
                    <a:pt x="1405467" y="897043"/>
                  </a:lnTo>
                  <a:lnTo>
                    <a:pt x="1398693" y="902547"/>
                  </a:lnTo>
                  <a:lnTo>
                    <a:pt x="1412664" y="901277"/>
                  </a:lnTo>
                  <a:lnTo>
                    <a:pt x="1408430" y="915247"/>
                  </a:lnTo>
                  <a:lnTo>
                    <a:pt x="1399964" y="923714"/>
                  </a:lnTo>
                  <a:lnTo>
                    <a:pt x="1384724" y="922443"/>
                  </a:lnTo>
                  <a:lnTo>
                    <a:pt x="1377527" y="926677"/>
                  </a:lnTo>
                  <a:lnTo>
                    <a:pt x="1363557" y="925407"/>
                  </a:lnTo>
                  <a:lnTo>
                    <a:pt x="1349587" y="918210"/>
                  </a:lnTo>
                  <a:lnTo>
                    <a:pt x="1335617" y="911437"/>
                  </a:lnTo>
                  <a:lnTo>
                    <a:pt x="1321647" y="902970"/>
                  </a:lnTo>
                  <a:lnTo>
                    <a:pt x="1318683" y="901700"/>
                  </a:lnTo>
                  <a:lnTo>
                    <a:pt x="1306407" y="901700"/>
                  </a:lnTo>
                  <a:lnTo>
                    <a:pt x="1297940" y="890693"/>
                  </a:lnTo>
                  <a:lnTo>
                    <a:pt x="1283970" y="886460"/>
                  </a:lnTo>
                  <a:lnTo>
                    <a:pt x="1270000" y="887730"/>
                  </a:lnTo>
                  <a:lnTo>
                    <a:pt x="1265767" y="889000"/>
                  </a:lnTo>
                  <a:lnTo>
                    <a:pt x="1251797" y="900007"/>
                  </a:lnTo>
                  <a:lnTo>
                    <a:pt x="1250527" y="900007"/>
                  </a:lnTo>
                  <a:lnTo>
                    <a:pt x="1236557" y="912283"/>
                  </a:lnTo>
                  <a:lnTo>
                    <a:pt x="1222587" y="922020"/>
                  </a:lnTo>
                  <a:lnTo>
                    <a:pt x="1212850" y="935990"/>
                  </a:lnTo>
                  <a:lnTo>
                    <a:pt x="1198880" y="949960"/>
                  </a:lnTo>
                  <a:lnTo>
                    <a:pt x="1197610" y="963930"/>
                  </a:lnTo>
                  <a:lnTo>
                    <a:pt x="1192107" y="969433"/>
                  </a:lnTo>
                  <a:lnTo>
                    <a:pt x="1183640" y="983404"/>
                  </a:lnTo>
                  <a:lnTo>
                    <a:pt x="1170940" y="969433"/>
                  </a:lnTo>
                  <a:lnTo>
                    <a:pt x="1158240" y="983404"/>
                  </a:lnTo>
                  <a:lnTo>
                    <a:pt x="1147233" y="997373"/>
                  </a:lnTo>
                  <a:lnTo>
                    <a:pt x="1131570" y="991870"/>
                  </a:lnTo>
                  <a:lnTo>
                    <a:pt x="1117600" y="996104"/>
                  </a:lnTo>
                  <a:lnTo>
                    <a:pt x="1103630" y="999067"/>
                  </a:lnTo>
                  <a:lnTo>
                    <a:pt x="1089660" y="1000337"/>
                  </a:lnTo>
                  <a:lnTo>
                    <a:pt x="1075690" y="1000337"/>
                  </a:lnTo>
                  <a:lnTo>
                    <a:pt x="1061720" y="1007110"/>
                  </a:lnTo>
                  <a:lnTo>
                    <a:pt x="1046480" y="1004147"/>
                  </a:lnTo>
                  <a:lnTo>
                    <a:pt x="1032510" y="1008380"/>
                  </a:lnTo>
                  <a:lnTo>
                    <a:pt x="1024043" y="1016847"/>
                  </a:lnTo>
                  <a:lnTo>
                    <a:pt x="1010074" y="1013883"/>
                  </a:lnTo>
                  <a:lnTo>
                    <a:pt x="994833" y="1008380"/>
                  </a:lnTo>
                  <a:lnTo>
                    <a:pt x="990600" y="1004147"/>
                  </a:lnTo>
                  <a:lnTo>
                    <a:pt x="975360" y="999914"/>
                  </a:lnTo>
                  <a:lnTo>
                    <a:pt x="961390" y="991447"/>
                  </a:lnTo>
                  <a:lnTo>
                    <a:pt x="947420" y="977477"/>
                  </a:lnTo>
                  <a:lnTo>
                    <a:pt x="935990" y="961814"/>
                  </a:lnTo>
                  <a:lnTo>
                    <a:pt x="929217" y="950807"/>
                  </a:lnTo>
                  <a:lnTo>
                    <a:pt x="916517" y="936837"/>
                  </a:lnTo>
                  <a:lnTo>
                    <a:pt x="902547" y="928370"/>
                  </a:lnTo>
                  <a:lnTo>
                    <a:pt x="888577" y="924137"/>
                  </a:lnTo>
                  <a:lnTo>
                    <a:pt x="873337" y="919904"/>
                  </a:lnTo>
                  <a:lnTo>
                    <a:pt x="858943" y="911437"/>
                  </a:lnTo>
                  <a:lnTo>
                    <a:pt x="855133" y="908897"/>
                  </a:lnTo>
                  <a:lnTo>
                    <a:pt x="841164" y="902123"/>
                  </a:lnTo>
                  <a:lnTo>
                    <a:pt x="825500" y="894927"/>
                  </a:lnTo>
                  <a:lnTo>
                    <a:pt x="811530" y="886460"/>
                  </a:lnTo>
                  <a:lnTo>
                    <a:pt x="797560" y="882227"/>
                  </a:lnTo>
                  <a:lnTo>
                    <a:pt x="786554" y="880957"/>
                  </a:lnTo>
                  <a:lnTo>
                    <a:pt x="775547" y="880957"/>
                  </a:lnTo>
                  <a:lnTo>
                    <a:pt x="761577" y="876723"/>
                  </a:lnTo>
                  <a:lnTo>
                    <a:pt x="750570" y="876723"/>
                  </a:lnTo>
                  <a:lnTo>
                    <a:pt x="736600" y="877993"/>
                  </a:lnTo>
                  <a:lnTo>
                    <a:pt x="722630" y="873760"/>
                  </a:lnTo>
                  <a:lnTo>
                    <a:pt x="708660" y="880533"/>
                  </a:lnTo>
                  <a:lnTo>
                    <a:pt x="704427" y="894504"/>
                  </a:lnTo>
                  <a:lnTo>
                    <a:pt x="704427" y="908473"/>
                  </a:lnTo>
                  <a:lnTo>
                    <a:pt x="708660" y="922443"/>
                  </a:lnTo>
                  <a:lnTo>
                    <a:pt x="701887" y="936414"/>
                  </a:lnTo>
                  <a:lnTo>
                    <a:pt x="696383" y="950383"/>
                  </a:lnTo>
                  <a:lnTo>
                    <a:pt x="703580" y="965623"/>
                  </a:lnTo>
                  <a:lnTo>
                    <a:pt x="693843" y="979593"/>
                  </a:lnTo>
                  <a:lnTo>
                    <a:pt x="688340" y="985097"/>
                  </a:lnTo>
                  <a:lnTo>
                    <a:pt x="674370" y="971127"/>
                  </a:lnTo>
                  <a:lnTo>
                    <a:pt x="660400" y="968587"/>
                  </a:lnTo>
                  <a:lnTo>
                    <a:pt x="650664" y="971127"/>
                  </a:lnTo>
                  <a:lnTo>
                    <a:pt x="636693" y="976630"/>
                  </a:lnTo>
                  <a:lnTo>
                    <a:pt x="632460" y="982133"/>
                  </a:lnTo>
                  <a:lnTo>
                    <a:pt x="618490" y="984673"/>
                  </a:lnTo>
                  <a:lnTo>
                    <a:pt x="604520" y="995680"/>
                  </a:lnTo>
                  <a:lnTo>
                    <a:pt x="590550" y="995680"/>
                  </a:lnTo>
                  <a:lnTo>
                    <a:pt x="576580" y="988907"/>
                  </a:lnTo>
                  <a:lnTo>
                    <a:pt x="561340" y="984673"/>
                  </a:lnTo>
                  <a:lnTo>
                    <a:pt x="547370" y="974937"/>
                  </a:lnTo>
                  <a:lnTo>
                    <a:pt x="533400" y="974937"/>
                  </a:lnTo>
                  <a:lnTo>
                    <a:pt x="527897" y="969433"/>
                  </a:lnTo>
                  <a:lnTo>
                    <a:pt x="513927" y="962660"/>
                  </a:lnTo>
                  <a:lnTo>
                    <a:pt x="509693" y="947420"/>
                  </a:lnTo>
                  <a:lnTo>
                    <a:pt x="506730" y="933450"/>
                  </a:lnTo>
                  <a:lnTo>
                    <a:pt x="492760" y="929217"/>
                  </a:lnTo>
                  <a:lnTo>
                    <a:pt x="498264" y="913977"/>
                  </a:lnTo>
                  <a:lnTo>
                    <a:pt x="488527" y="900007"/>
                  </a:lnTo>
                  <a:lnTo>
                    <a:pt x="474557" y="897467"/>
                  </a:lnTo>
                  <a:lnTo>
                    <a:pt x="467360" y="912707"/>
                  </a:lnTo>
                  <a:lnTo>
                    <a:pt x="453390" y="904240"/>
                  </a:lnTo>
                  <a:lnTo>
                    <a:pt x="447887" y="902970"/>
                  </a:lnTo>
                  <a:lnTo>
                    <a:pt x="435187" y="902970"/>
                  </a:lnTo>
                  <a:lnTo>
                    <a:pt x="432224" y="889000"/>
                  </a:lnTo>
                  <a:lnTo>
                    <a:pt x="430954" y="884767"/>
                  </a:lnTo>
                  <a:lnTo>
                    <a:pt x="416983" y="886037"/>
                  </a:lnTo>
                  <a:lnTo>
                    <a:pt x="409787" y="872067"/>
                  </a:lnTo>
                  <a:lnTo>
                    <a:pt x="403014" y="886037"/>
                  </a:lnTo>
                  <a:lnTo>
                    <a:pt x="389043" y="887307"/>
                  </a:lnTo>
                  <a:lnTo>
                    <a:pt x="381847" y="901277"/>
                  </a:lnTo>
                  <a:lnTo>
                    <a:pt x="367877" y="913977"/>
                  </a:lnTo>
                  <a:lnTo>
                    <a:pt x="353907" y="924983"/>
                  </a:lnTo>
                  <a:lnTo>
                    <a:pt x="358140" y="916517"/>
                  </a:lnTo>
                  <a:lnTo>
                    <a:pt x="344170" y="906780"/>
                  </a:lnTo>
                  <a:lnTo>
                    <a:pt x="358140" y="899583"/>
                  </a:lnTo>
                  <a:lnTo>
                    <a:pt x="362374" y="884343"/>
                  </a:lnTo>
                  <a:lnTo>
                    <a:pt x="348404" y="892810"/>
                  </a:lnTo>
                  <a:lnTo>
                    <a:pt x="334433" y="894080"/>
                  </a:lnTo>
                  <a:lnTo>
                    <a:pt x="320464" y="892810"/>
                  </a:lnTo>
                  <a:lnTo>
                    <a:pt x="306493" y="897043"/>
                  </a:lnTo>
                  <a:lnTo>
                    <a:pt x="292524" y="906780"/>
                  </a:lnTo>
                  <a:lnTo>
                    <a:pt x="278554" y="908050"/>
                  </a:lnTo>
                  <a:lnTo>
                    <a:pt x="263314" y="905087"/>
                  </a:lnTo>
                  <a:lnTo>
                    <a:pt x="277283" y="894080"/>
                  </a:lnTo>
                  <a:lnTo>
                    <a:pt x="292524" y="892810"/>
                  </a:lnTo>
                  <a:lnTo>
                    <a:pt x="294217" y="891540"/>
                  </a:lnTo>
                  <a:lnTo>
                    <a:pt x="308187" y="888577"/>
                  </a:lnTo>
                  <a:lnTo>
                    <a:pt x="322157" y="884343"/>
                  </a:lnTo>
                  <a:lnTo>
                    <a:pt x="337397" y="887307"/>
                  </a:lnTo>
                  <a:lnTo>
                    <a:pt x="351367" y="888577"/>
                  </a:lnTo>
                  <a:lnTo>
                    <a:pt x="352637" y="874607"/>
                  </a:lnTo>
                  <a:lnTo>
                    <a:pt x="366607" y="864870"/>
                  </a:lnTo>
                  <a:lnTo>
                    <a:pt x="380577" y="850900"/>
                  </a:lnTo>
                  <a:lnTo>
                    <a:pt x="366607" y="846667"/>
                  </a:lnTo>
                  <a:lnTo>
                    <a:pt x="352637" y="847937"/>
                  </a:lnTo>
                  <a:lnTo>
                    <a:pt x="338667" y="849630"/>
                  </a:lnTo>
                  <a:lnTo>
                    <a:pt x="323427" y="849630"/>
                  </a:lnTo>
                  <a:lnTo>
                    <a:pt x="309457" y="852593"/>
                  </a:lnTo>
                  <a:lnTo>
                    <a:pt x="305224" y="852593"/>
                  </a:lnTo>
                  <a:lnTo>
                    <a:pt x="291254" y="853864"/>
                  </a:lnTo>
                  <a:lnTo>
                    <a:pt x="276014" y="855133"/>
                  </a:lnTo>
                  <a:lnTo>
                    <a:pt x="262043" y="849630"/>
                  </a:lnTo>
                  <a:lnTo>
                    <a:pt x="248074" y="858097"/>
                  </a:lnTo>
                  <a:lnTo>
                    <a:pt x="245110" y="859367"/>
                  </a:lnTo>
                  <a:lnTo>
                    <a:pt x="238337" y="845397"/>
                  </a:lnTo>
                  <a:lnTo>
                    <a:pt x="242570" y="831427"/>
                  </a:lnTo>
                  <a:lnTo>
                    <a:pt x="256540" y="827193"/>
                  </a:lnTo>
                  <a:lnTo>
                    <a:pt x="270510" y="838200"/>
                  </a:lnTo>
                  <a:lnTo>
                    <a:pt x="284480" y="829733"/>
                  </a:lnTo>
                  <a:lnTo>
                    <a:pt x="284480" y="815764"/>
                  </a:lnTo>
                  <a:lnTo>
                    <a:pt x="274743" y="811530"/>
                  </a:lnTo>
                  <a:lnTo>
                    <a:pt x="271780" y="797560"/>
                  </a:lnTo>
                  <a:lnTo>
                    <a:pt x="257810" y="797560"/>
                  </a:lnTo>
                  <a:lnTo>
                    <a:pt x="260774" y="783590"/>
                  </a:lnTo>
                  <a:lnTo>
                    <a:pt x="246804" y="794597"/>
                  </a:lnTo>
                  <a:lnTo>
                    <a:pt x="232833" y="793327"/>
                  </a:lnTo>
                  <a:lnTo>
                    <a:pt x="231140" y="778087"/>
                  </a:lnTo>
                  <a:lnTo>
                    <a:pt x="228177" y="772583"/>
                  </a:lnTo>
                  <a:lnTo>
                    <a:pt x="225214" y="759883"/>
                  </a:lnTo>
                  <a:lnTo>
                    <a:pt x="216747" y="745914"/>
                  </a:lnTo>
                  <a:lnTo>
                    <a:pt x="202777" y="743373"/>
                  </a:lnTo>
                  <a:lnTo>
                    <a:pt x="216747" y="736177"/>
                  </a:lnTo>
                  <a:lnTo>
                    <a:pt x="230717" y="730673"/>
                  </a:lnTo>
                  <a:lnTo>
                    <a:pt x="233680" y="715433"/>
                  </a:lnTo>
                  <a:lnTo>
                    <a:pt x="232410" y="704427"/>
                  </a:lnTo>
                  <a:lnTo>
                    <a:pt x="232410" y="691727"/>
                  </a:lnTo>
                  <a:lnTo>
                    <a:pt x="218440" y="689187"/>
                  </a:lnTo>
                  <a:lnTo>
                    <a:pt x="204470" y="679450"/>
                  </a:lnTo>
                  <a:lnTo>
                    <a:pt x="190500" y="675217"/>
                  </a:lnTo>
                  <a:lnTo>
                    <a:pt x="175260" y="678180"/>
                  </a:lnTo>
                  <a:lnTo>
                    <a:pt x="171027" y="662940"/>
                  </a:lnTo>
                  <a:lnTo>
                    <a:pt x="161290" y="648970"/>
                  </a:lnTo>
                  <a:lnTo>
                    <a:pt x="147320" y="651933"/>
                  </a:lnTo>
                  <a:lnTo>
                    <a:pt x="140124" y="665904"/>
                  </a:lnTo>
                  <a:lnTo>
                    <a:pt x="126154" y="658707"/>
                  </a:lnTo>
                  <a:lnTo>
                    <a:pt x="112183" y="651933"/>
                  </a:lnTo>
                  <a:lnTo>
                    <a:pt x="98214" y="646430"/>
                  </a:lnTo>
                  <a:lnTo>
                    <a:pt x="93980" y="632460"/>
                  </a:lnTo>
                  <a:lnTo>
                    <a:pt x="107950" y="632460"/>
                  </a:lnTo>
                  <a:lnTo>
                    <a:pt x="118957" y="619760"/>
                  </a:lnTo>
                  <a:lnTo>
                    <a:pt x="107950" y="604520"/>
                  </a:lnTo>
                  <a:lnTo>
                    <a:pt x="100754" y="590550"/>
                  </a:lnTo>
                  <a:lnTo>
                    <a:pt x="99483" y="576580"/>
                  </a:lnTo>
                  <a:lnTo>
                    <a:pt x="113454" y="573617"/>
                  </a:lnTo>
                  <a:lnTo>
                    <a:pt x="127424" y="584623"/>
                  </a:lnTo>
                  <a:lnTo>
                    <a:pt x="138854" y="598593"/>
                  </a:lnTo>
                  <a:lnTo>
                    <a:pt x="135890" y="613833"/>
                  </a:lnTo>
                  <a:lnTo>
                    <a:pt x="143087" y="627804"/>
                  </a:lnTo>
                  <a:lnTo>
                    <a:pt x="148590" y="633307"/>
                  </a:lnTo>
                  <a:lnTo>
                    <a:pt x="147320" y="619337"/>
                  </a:lnTo>
                  <a:lnTo>
                    <a:pt x="161290" y="623570"/>
                  </a:lnTo>
                  <a:lnTo>
                    <a:pt x="175260" y="622300"/>
                  </a:lnTo>
                  <a:lnTo>
                    <a:pt x="189230" y="619760"/>
                  </a:lnTo>
                  <a:lnTo>
                    <a:pt x="204470" y="618490"/>
                  </a:lnTo>
                  <a:lnTo>
                    <a:pt x="207433" y="610023"/>
                  </a:lnTo>
                  <a:lnTo>
                    <a:pt x="192193" y="608754"/>
                  </a:lnTo>
                  <a:lnTo>
                    <a:pt x="178224" y="608754"/>
                  </a:lnTo>
                  <a:lnTo>
                    <a:pt x="178224" y="606214"/>
                  </a:lnTo>
                  <a:lnTo>
                    <a:pt x="168487" y="592243"/>
                  </a:lnTo>
                  <a:lnTo>
                    <a:pt x="162983" y="586740"/>
                  </a:lnTo>
                  <a:lnTo>
                    <a:pt x="151977" y="572770"/>
                  </a:lnTo>
                  <a:lnTo>
                    <a:pt x="165947" y="563033"/>
                  </a:lnTo>
                  <a:lnTo>
                    <a:pt x="176954" y="549064"/>
                  </a:lnTo>
                  <a:lnTo>
                    <a:pt x="190924" y="543560"/>
                  </a:lnTo>
                  <a:lnTo>
                    <a:pt x="181187" y="529590"/>
                  </a:lnTo>
                  <a:lnTo>
                    <a:pt x="165947" y="533823"/>
                  </a:lnTo>
                  <a:lnTo>
                    <a:pt x="160443" y="526627"/>
                  </a:lnTo>
                  <a:lnTo>
                    <a:pt x="161714" y="512657"/>
                  </a:lnTo>
                  <a:lnTo>
                    <a:pt x="162983" y="497417"/>
                  </a:lnTo>
                  <a:lnTo>
                    <a:pt x="150283" y="490643"/>
                  </a:lnTo>
                  <a:lnTo>
                    <a:pt x="146050" y="485140"/>
                  </a:lnTo>
                  <a:lnTo>
                    <a:pt x="132080" y="474133"/>
                  </a:lnTo>
                  <a:lnTo>
                    <a:pt x="144357" y="460164"/>
                  </a:lnTo>
                  <a:lnTo>
                    <a:pt x="158327" y="446193"/>
                  </a:lnTo>
                  <a:lnTo>
                    <a:pt x="169333" y="432223"/>
                  </a:lnTo>
                  <a:lnTo>
                    <a:pt x="155364" y="426720"/>
                  </a:lnTo>
                  <a:lnTo>
                    <a:pt x="141393" y="425450"/>
                  </a:lnTo>
                  <a:lnTo>
                    <a:pt x="132927" y="426720"/>
                  </a:lnTo>
                  <a:lnTo>
                    <a:pt x="118957" y="430954"/>
                  </a:lnTo>
                  <a:lnTo>
                    <a:pt x="103717" y="432223"/>
                  </a:lnTo>
                  <a:lnTo>
                    <a:pt x="89747" y="438997"/>
                  </a:lnTo>
                  <a:lnTo>
                    <a:pt x="75777" y="441960"/>
                  </a:lnTo>
                  <a:lnTo>
                    <a:pt x="61807" y="443230"/>
                  </a:lnTo>
                  <a:lnTo>
                    <a:pt x="56727" y="439420"/>
                  </a:lnTo>
                  <a:lnTo>
                    <a:pt x="56727" y="439420"/>
                  </a:lnTo>
                  <a:close/>
                  <a:moveTo>
                    <a:pt x="38524" y="228600"/>
                  </a:moveTo>
                  <a:lnTo>
                    <a:pt x="41487" y="238337"/>
                  </a:lnTo>
                  <a:lnTo>
                    <a:pt x="51224" y="252307"/>
                  </a:lnTo>
                  <a:lnTo>
                    <a:pt x="66464" y="251037"/>
                  </a:lnTo>
                  <a:lnTo>
                    <a:pt x="80433" y="251037"/>
                  </a:lnTo>
                  <a:lnTo>
                    <a:pt x="94404" y="248073"/>
                  </a:lnTo>
                  <a:lnTo>
                    <a:pt x="108374" y="249343"/>
                  </a:lnTo>
                  <a:lnTo>
                    <a:pt x="122343" y="245110"/>
                  </a:lnTo>
                  <a:lnTo>
                    <a:pt x="136314" y="240877"/>
                  </a:lnTo>
                  <a:lnTo>
                    <a:pt x="143087" y="243840"/>
                  </a:lnTo>
                  <a:lnTo>
                    <a:pt x="140124" y="257810"/>
                  </a:lnTo>
                  <a:lnTo>
                    <a:pt x="126154" y="265854"/>
                  </a:lnTo>
                  <a:lnTo>
                    <a:pt x="110914" y="270087"/>
                  </a:lnTo>
                  <a:lnTo>
                    <a:pt x="96520" y="277283"/>
                  </a:lnTo>
                  <a:lnTo>
                    <a:pt x="82974" y="287020"/>
                  </a:lnTo>
                  <a:lnTo>
                    <a:pt x="69004" y="298450"/>
                  </a:lnTo>
                  <a:lnTo>
                    <a:pt x="74507" y="312420"/>
                  </a:lnTo>
                  <a:lnTo>
                    <a:pt x="69004" y="327660"/>
                  </a:lnTo>
                  <a:lnTo>
                    <a:pt x="70274" y="341630"/>
                  </a:lnTo>
                  <a:lnTo>
                    <a:pt x="84243" y="331893"/>
                  </a:lnTo>
                  <a:lnTo>
                    <a:pt x="85514" y="317923"/>
                  </a:lnTo>
                  <a:lnTo>
                    <a:pt x="99483" y="309457"/>
                  </a:lnTo>
                  <a:lnTo>
                    <a:pt x="113454" y="296757"/>
                  </a:lnTo>
                  <a:lnTo>
                    <a:pt x="124460" y="282787"/>
                  </a:lnTo>
                  <a:lnTo>
                    <a:pt x="138430" y="268817"/>
                  </a:lnTo>
                  <a:lnTo>
                    <a:pt x="153670" y="263314"/>
                  </a:lnTo>
                  <a:lnTo>
                    <a:pt x="167640" y="257810"/>
                  </a:lnTo>
                  <a:lnTo>
                    <a:pt x="181610" y="249343"/>
                  </a:lnTo>
                  <a:lnTo>
                    <a:pt x="195580" y="243840"/>
                  </a:lnTo>
                  <a:lnTo>
                    <a:pt x="209550" y="232833"/>
                  </a:lnTo>
                  <a:lnTo>
                    <a:pt x="216747" y="218864"/>
                  </a:lnTo>
                  <a:lnTo>
                    <a:pt x="227754" y="204893"/>
                  </a:lnTo>
                  <a:lnTo>
                    <a:pt x="231987" y="190923"/>
                  </a:lnTo>
                  <a:lnTo>
                    <a:pt x="245957" y="186690"/>
                  </a:lnTo>
                  <a:lnTo>
                    <a:pt x="259927" y="182457"/>
                  </a:lnTo>
                  <a:lnTo>
                    <a:pt x="273897" y="183727"/>
                  </a:lnTo>
                  <a:lnTo>
                    <a:pt x="289137" y="189230"/>
                  </a:lnTo>
                  <a:lnTo>
                    <a:pt x="303107" y="178223"/>
                  </a:lnTo>
                  <a:lnTo>
                    <a:pt x="305647" y="176954"/>
                  </a:lnTo>
                  <a:lnTo>
                    <a:pt x="319617" y="171450"/>
                  </a:lnTo>
                  <a:lnTo>
                    <a:pt x="333587" y="172720"/>
                  </a:lnTo>
                  <a:lnTo>
                    <a:pt x="347557" y="175683"/>
                  </a:lnTo>
                  <a:lnTo>
                    <a:pt x="361527" y="179917"/>
                  </a:lnTo>
                  <a:lnTo>
                    <a:pt x="376767" y="179917"/>
                  </a:lnTo>
                  <a:lnTo>
                    <a:pt x="379730" y="178647"/>
                  </a:lnTo>
                  <a:lnTo>
                    <a:pt x="386504" y="190923"/>
                  </a:lnTo>
                  <a:lnTo>
                    <a:pt x="400474" y="187960"/>
                  </a:lnTo>
                  <a:lnTo>
                    <a:pt x="415714" y="190923"/>
                  </a:lnTo>
                  <a:lnTo>
                    <a:pt x="428414" y="183727"/>
                  </a:lnTo>
                  <a:lnTo>
                    <a:pt x="442383" y="171027"/>
                  </a:lnTo>
                  <a:lnTo>
                    <a:pt x="439420" y="158327"/>
                  </a:lnTo>
                  <a:lnTo>
                    <a:pt x="435187" y="144357"/>
                  </a:lnTo>
                  <a:lnTo>
                    <a:pt x="421217" y="140123"/>
                  </a:lnTo>
                  <a:lnTo>
                    <a:pt x="405977" y="135890"/>
                  </a:lnTo>
                  <a:lnTo>
                    <a:pt x="392007" y="129117"/>
                  </a:lnTo>
                  <a:lnTo>
                    <a:pt x="378037" y="123614"/>
                  </a:lnTo>
                  <a:lnTo>
                    <a:pt x="362797" y="116840"/>
                  </a:lnTo>
                  <a:lnTo>
                    <a:pt x="348827" y="111337"/>
                  </a:lnTo>
                  <a:lnTo>
                    <a:pt x="334857" y="104140"/>
                  </a:lnTo>
                  <a:lnTo>
                    <a:pt x="320887" y="95673"/>
                  </a:lnTo>
                  <a:lnTo>
                    <a:pt x="317924" y="92710"/>
                  </a:lnTo>
                  <a:lnTo>
                    <a:pt x="303954" y="78740"/>
                  </a:lnTo>
                  <a:lnTo>
                    <a:pt x="295487" y="63500"/>
                  </a:lnTo>
                  <a:lnTo>
                    <a:pt x="287020" y="49530"/>
                  </a:lnTo>
                  <a:lnTo>
                    <a:pt x="294217" y="35560"/>
                  </a:lnTo>
                  <a:lnTo>
                    <a:pt x="288714" y="21590"/>
                  </a:lnTo>
                  <a:lnTo>
                    <a:pt x="274743" y="20320"/>
                  </a:lnTo>
                  <a:lnTo>
                    <a:pt x="260774" y="25823"/>
                  </a:lnTo>
                  <a:lnTo>
                    <a:pt x="246804" y="21590"/>
                  </a:lnTo>
                  <a:lnTo>
                    <a:pt x="232833" y="28364"/>
                  </a:lnTo>
                  <a:lnTo>
                    <a:pt x="218864" y="25400"/>
                  </a:lnTo>
                  <a:lnTo>
                    <a:pt x="212090" y="21167"/>
                  </a:lnTo>
                  <a:lnTo>
                    <a:pt x="201083" y="7197"/>
                  </a:lnTo>
                  <a:lnTo>
                    <a:pt x="187114" y="0"/>
                  </a:lnTo>
                  <a:lnTo>
                    <a:pt x="173143" y="5504"/>
                  </a:lnTo>
                  <a:lnTo>
                    <a:pt x="157904" y="2540"/>
                  </a:lnTo>
                  <a:lnTo>
                    <a:pt x="149437" y="11007"/>
                  </a:lnTo>
                  <a:lnTo>
                    <a:pt x="148167" y="16510"/>
                  </a:lnTo>
                  <a:lnTo>
                    <a:pt x="132927" y="19473"/>
                  </a:lnTo>
                  <a:lnTo>
                    <a:pt x="118957" y="23707"/>
                  </a:lnTo>
                  <a:lnTo>
                    <a:pt x="104987" y="20743"/>
                  </a:lnTo>
                  <a:lnTo>
                    <a:pt x="93980" y="29210"/>
                  </a:lnTo>
                  <a:lnTo>
                    <a:pt x="96520" y="33443"/>
                  </a:lnTo>
                  <a:lnTo>
                    <a:pt x="96520" y="40640"/>
                  </a:lnTo>
                  <a:lnTo>
                    <a:pt x="81280" y="46143"/>
                  </a:lnTo>
                  <a:lnTo>
                    <a:pt x="67310" y="51647"/>
                  </a:lnTo>
                  <a:lnTo>
                    <a:pt x="67310" y="62654"/>
                  </a:lnTo>
                  <a:lnTo>
                    <a:pt x="68580" y="62654"/>
                  </a:lnTo>
                  <a:lnTo>
                    <a:pt x="69850" y="65617"/>
                  </a:lnTo>
                  <a:lnTo>
                    <a:pt x="83820" y="71120"/>
                  </a:lnTo>
                  <a:lnTo>
                    <a:pt x="88054" y="72390"/>
                  </a:lnTo>
                  <a:lnTo>
                    <a:pt x="88054" y="73660"/>
                  </a:lnTo>
                  <a:lnTo>
                    <a:pt x="94827" y="79164"/>
                  </a:lnTo>
                  <a:lnTo>
                    <a:pt x="102024" y="82127"/>
                  </a:lnTo>
                  <a:lnTo>
                    <a:pt x="104564" y="96097"/>
                  </a:lnTo>
                  <a:lnTo>
                    <a:pt x="107527" y="110067"/>
                  </a:lnTo>
                  <a:lnTo>
                    <a:pt x="111760" y="122343"/>
                  </a:lnTo>
                  <a:lnTo>
                    <a:pt x="97790" y="126577"/>
                  </a:lnTo>
                  <a:lnTo>
                    <a:pt x="82550" y="139277"/>
                  </a:lnTo>
                  <a:lnTo>
                    <a:pt x="69850" y="154517"/>
                  </a:lnTo>
                  <a:lnTo>
                    <a:pt x="71120" y="168487"/>
                  </a:lnTo>
                  <a:lnTo>
                    <a:pt x="78317" y="182457"/>
                  </a:lnTo>
                  <a:lnTo>
                    <a:pt x="74083" y="192193"/>
                  </a:lnTo>
                  <a:lnTo>
                    <a:pt x="60114" y="203200"/>
                  </a:lnTo>
                  <a:lnTo>
                    <a:pt x="52070" y="217170"/>
                  </a:lnTo>
                  <a:lnTo>
                    <a:pt x="38524" y="228600"/>
                  </a:lnTo>
                  <a:lnTo>
                    <a:pt x="38524" y="228600"/>
                  </a:lnTo>
                  <a:close/>
                  <a:moveTo>
                    <a:pt x="6774" y="334857"/>
                  </a:moveTo>
                  <a:lnTo>
                    <a:pt x="20743" y="333587"/>
                  </a:lnTo>
                  <a:lnTo>
                    <a:pt x="34714" y="325120"/>
                  </a:lnTo>
                  <a:lnTo>
                    <a:pt x="29210" y="311150"/>
                  </a:lnTo>
                  <a:lnTo>
                    <a:pt x="15240" y="315383"/>
                  </a:lnTo>
                  <a:lnTo>
                    <a:pt x="0" y="320887"/>
                  </a:lnTo>
                  <a:lnTo>
                    <a:pt x="4233" y="336127"/>
                  </a:lnTo>
                  <a:lnTo>
                    <a:pt x="6774" y="334857"/>
                  </a:lnTo>
                  <a:close/>
                  <a:moveTo>
                    <a:pt x="259080" y="242993"/>
                  </a:moveTo>
                  <a:lnTo>
                    <a:pt x="245110" y="241723"/>
                  </a:lnTo>
                  <a:lnTo>
                    <a:pt x="251883" y="255693"/>
                  </a:lnTo>
                  <a:lnTo>
                    <a:pt x="259080" y="242993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0" name="Freeform 2439">
              <a:extLst>
                <a:ext uri="{FF2B5EF4-FFF2-40B4-BE49-F238E27FC236}">
                  <a16:creationId xmlns:a16="http://schemas.microsoft.com/office/drawing/2014/main" id="{4AD42FA9-9C4B-9E49-A44F-1E5F5464DF83}"/>
                </a:ext>
              </a:extLst>
            </p:cNvPr>
            <p:cNvSpPr/>
            <p:nvPr/>
          </p:nvSpPr>
          <p:spPr>
            <a:xfrm>
              <a:off x="8538210" y="4665979"/>
              <a:ext cx="1206500" cy="1139613"/>
            </a:xfrm>
            <a:custGeom>
              <a:avLst/>
              <a:gdLst>
                <a:gd name="connsiteX0" fmla="*/ 48683 w 1206500"/>
                <a:gd name="connsiteY0" fmla="*/ 345017 h 1139613"/>
                <a:gd name="connsiteX1" fmla="*/ 60960 w 1206500"/>
                <a:gd name="connsiteY1" fmla="*/ 347980 h 1139613"/>
                <a:gd name="connsiteX2" fmla="*/ 74930 w 1206500"/>
                <a:gd name="connsiteY2" fmla="*/ 350520 h 1139613"/>
                <a:gd name="connsiteX3" fmla="*/ 88900 w 1206500"/>
                <a:gd name="connsiteY3" fmla="*/ 335280 h 1139613"/>
                <a:gd name="connsiteX4" fmla="*/ 85936 w 1206500"/>
                <a:gd name="connsiteY4" fmla="*/ 322580 h 1139613"/>
                <a:gd name="connsiteX5" fmla="*/ 99907 w 1206500"/>
                <a:gd name="connsiteY5" fmla="*/ 323850 h 1139613"/>
                <a:gd name="connsiteX6" fmla="*/ 94403 w 1206500"/>
                <a:gd name="connsiteY6" fmla="*/ 309880 h 1139613"/>
                <a:gd name="connsiteX7" fmla="*/ 92710 w 1206500"/>
                <a:gd name="connsiteY7" fmla="*/ 308610 h 1139613"/>
                <a:gd name="connsiteX8" fmla="*/ 85936 w 1206500"/>
                <a:gd name="connsiteY8" fmla="*/ 292947 h 1139613"/>
                <a:gd name="connsiteX9" fmla="*/ 95673 w 1206500"/>
                <a:gd name="connsiteY9" fmla="*/ 291677 h 1139613"/>
                <a:gd name="connsiteX10" fmla="*/ 105410 w 1206500"/>
                <a:gd name="connsiteY10" fmla="*/ 278977 h 1139613"/>
                <a:gd name="connsiteX11" fmla="*/ 119380 w 1206500"/>
                <a:gd name="connsiteY11" fmla="*/ 280247 h 1139613"/>
                <a:gd name="connsiteX12" fmla="*/ 122343 w 1206500"/>
                <a:gd name="connsiteY12" fmla="*/ 278977 h 1139613"/>
                <a:gd name="connsiteX13" fmla="*/ 126153 w 1206500"/>
                <a:gd name="connsiteY13" fmla="*/ 276014 h 1139613"/>
                <a:gd name="connsiteX14" fmla="*/ 133350 w 1206500"/>
                <a:gd name="connsiteY14" fmla="*/ 262043 h 1139613"/>
                <a:gd name="connsiteX15" fmla="*/ 137583 w 1206500"/>
                <a:gd name="connsiteY15" fmla="*/ 248074 h 1139613"/>
                <a:gd name="connsiteX16" fmla="*/ 144780 w 1206500"/>
                <a:gd name="connsiteY16" fmla="*/ 234104 h 1139613"/>
                <a:gd name="connsiteX17" fmla="*/ 147743 w 1206500"/>
                <a:gd name="connsiteY17" fmla="*/ 220133 h 1139613"/>
                <a:gd name="connsiteX18" fmla="*/ 147743 w 1206500"/>
                <a:gd name="connsiteY18" fmla="*/ 218864 h 1139613"/>
                <a:gd name="connsiteX19" fmla="*/ 161713 w 1206500"/>
                <a:gd name="connsiteY19" fmla="*/ 212090 h 1139613"/>
                <a:gd name="connsiteX20" fmla="*/ 175683 w 1206500"/>
                <a:gd name="connsiteY20" fmla="*/ 201083 h 1139613"/>
                <a:gd name="connsiteX21" fmla="*/ 181186 w 1206500"/>
                <a:gd name="connsiteY21" fmla="*/ 191347 h 1139613"/>
                <a:gd name="connsiteX22" fmla="*/ 179917 w 1206500"/>
                <a:gd name="connsiteY22" fmla="*/ 177377 h 1139613"/>
                <a:gd name="connsiteX23" fmla="*/ 179917 w 1206500"/>
                <a:gd name="connsiteY23" fmla="*/ 176107 h 1139613"/>
                <a:gd name="connsiteX24" fmla="*/ 178646 w 1206500"/>
                <a:gd name="connsiteY24" fmla="*/ 174837 h 1139613"/>
                <a:gd name="connsiteX25" fmla="*/ 170180 w 1206500"/>
                <a:gd name="connsiteY25" fmla="*/ 160867 h 1139613"/>
                <a:gd name="connsiteX26" fmla="*/ 171450 w 1206500"/>
                <a:gd name="connsiteY26" fmla="*/ 157904 h 1139613"/>
                <a:gd name="connsiteX27" fmla="*/ 170180 w 1206500"/>
                <a:gd name="connsiteY27" fmla="*/ 149437 h 1139613"/>
                <a:gd name="connsiteX28" fmla="*/ 185420 w 1206500"/>
                <a:gd name="connsiteY28" fmla="*/ 148167 h 1139613"/>
                <a:gd name="connsiteX29" fmla="*/ 189653 w 1206500"/>
                <a:gd name="connsiteY29" fmla="*/ 148167 h 1139613"/>
                <a:gd name="connsiteX30" fmla="*/ 203623 w 1206500"/>
                <a:gd name="connsiteY30" fmla="*/ 145627 h 1139613"/>
                <a:gd name="connsiteX31" fmla="*/ 204893 w 1206500"/>
                <a:gd name="connsiteY31" fmla="*/ 145627 h 1139613"/>
                <a:gd name="connsiteX32" fmla="*/ 218863 w 1206500"/>
                <a:gd name="connsiteY32" fmla="*/ 146897 h 1139613"/>
                <a:gd name="connsiteX33" fmla="*/ 228600 w 1206500"/>
                <a:gd name="connsiteY33" fmla="*/ 138854 h 1139613"/>
                <a:gd name="connsiteX34" fmla="*/ 234103 w 1206500"/>
                <a:gd name="connsiteY34" fmla="*/ 140124 h 1139613"/>
                <a:gd name="connsiteX35" fmla="*/ 248073 w 1206500"/>
                <a:gd name="connsiteY35" fmla="*/ 144357 h 1139613"/>
                <a:gd name="connsiteX36" fmla="*/ 263313 w 1206500"/>
                <a:gd name="connsiteY36" fmla="*/ 141393 h 1139613"/>
                <a:gd name="connsiteX37" fmla="*/ 277283 w 1206500"/>
                <a:gd name="connsiteY37" fmla="*/ 137160 h 1139613"/>
                <a:gd name="connsiteX38" fmla="*/ 280246 w 1206500"/>
                <a:gd name="connsiteY38" fmla="*/ 135890 h 1139613"/>
                <a:gd name="connsiteX39" fmla="*/ 288713 w 1206500"/>
                <a:gd name="connsiteY39" fmla="*/ 121920 h 1139613"/>
                <a:gd name="connsiteX40" fmla="*/ 294217 w 1206500"/>
                <a:gd name="connsiteY40" fmla="*/ 113454 h 1139613"/>
                <a:gd name="connsiteX41" fmla="*/ 295486 w 1206500"/>
                <a:gd name="connsiteY41" fmla="*/ 109220 h 1139613"/>
                <a:gd name="connsiteX42" fmla="*/ 309457 w 1206500"/>
                <a:gd name="connsiteY42" fmla="*/ 103717 h 1139613"/>
                <a:gd name="connsiteX43" fmla="*/ 323427 w 1206500"/>
                <a:gd name="connsiteY43" fmla="*/ 103717 h 1139613"/>
                <a:gd name="connsiteX44" fmla="*/ 333163 w 1206500"/>
                <a:gd name="connsiteY44" fmla="*/ 98214 h 1139613"/>
                <a:gd name="connsiteX45" fmla="*/ 347133 w 1206500"/>
                <a:gd name="connsiteY45" fmla="*/ 99483 h 1139613"/>
                <a:gd name="connsiteX46" fmla="*/ 352636 w 1206500"/>
                <a:gd name="connsiteY46" fmla="*/ 102447 h 1139613"/>
                <a:gd name="connsiteX47" fmla="*/ 366607 w 1206500"/>
                <a:gd name="connsiteY47" fmla="*/ 104987 h 1139613"/>
                <a:gd name="connsiteX48" fmla="*/ 376343 w 1206500"/>
                <a:gd name="connsiteY48" fmla="*/ 103717 h 1139613"/>
                <a:gd name="connsiteX49" fmla="*/ 379307 w 1206500"/>
                <a:gd name="connsiteY49" fmla="*/ 103717 h 1139613"/>
                <a:gd name="connsiteX50" fmla="*/ 382270 w 1206500"/>
                <a:gd name="connsiteY50" fmla="*/ 103717 h 1139613"/>
                <a:gd name="connsiteX51" fmla="*/ 396240 w 1206500"/>
                <a:gd name="connsiteY51" fmla="*/ 93980 h 1139613"/>
                <a:gd name="connsiteX52" fmla="*/ 407246 w 1206500"/>
                <a:gd name="connsiteY52" fmla="*/ 95250 h 1139613"/>
                <a:gd name="connsiteX53" fmla="*/ 408517 w 1206500"/>
                <a:gd name="connsiteY53" fmla="*/ 82550 h 1139613"/>
                <a:gd name="connsiteX54" fmla="*/ 408517 w 1206500"/>
                <a:gd name="connsiteY54" fmla="*/ 77047 h 1139613"/>
                <a:gd name="connsiteX55" fmla="*/ 408517 w 1206500"/>
                <a:gd name="connsiteY55" fmla="*/ 71543 h 1139613"/>
                <a:gd name="connsiteX56" fmla="*/ 422486 w 1206500"/>
                <a:gd name="connsiteY56" fmla="*/ 68580 h 1139613"/>
                <a:gd name="connsiteX57" fmla="*/ 423757 w 1206500"/>
                <a:gd name="connsiteY57" fmla="*/ 68580 h 1139613"/>
                <a:gd name="connsiteX58" fmla="*/ 430953 w 1206500"/>
                <a:gd name="connsiteY58" fmla="*/ 68580 h 1139613"/>
                <a:gd name="connsiteX59" fmla="*/ 446193 w 1206500"/>
                <a:gd name="connsiteY59" fmla="*/ 69850 h 1139613"/>
                <a:gd name="connsiteX60" fmla="*/ 460163 w 1206500"/>
                <a:gd name="connsiteY60" fmla="*/ 71120 h 1139613"/>
                <a:gd name="connsiteX61" fmla="*/ 474133 w 1206500"/>
                <a:gd name="connsiteY61" fmla="*/ 61383 h 1139613"/>
                <a:gd name="connsiteX62" fmla="*/ 486833 w 1206500"/>
                <a:gd name="connsiteY62" fmla="*/ 62654 h 1139613"/>
                <a:gd name="connsiteX63" fmla="*/ 489796 w 1206500"/>
                <a:gd name="connsiteY63" fmla="*/ 61383 h 1139613"/>
                <a:gd name="connsiteX64" fmla="*/ 491067 w 1206500"/>
                <a:gd name="connsiteY64" fmla="*/ 60114 h 1139613"/>
                <a:gd name="connsiteX65" fmla="*/ 505036 w 1206500"/>
                <a:gd name="connsiteY65" fmla="*/ 57150 h 1139613"/>
                <a:gd name="connsiteX66" fmla="*/ 519007 w 1206500"/>
                <a:gd name="connsiteY66" fmla="*/ 61383 h 1139613"/>
                <a:gd name="connsiteX67" fmla="*/ 524510 w 1206500"/>
                <a:gd name="connsiteY67" fmla="*/ 61383 h 1139613"/>
                <a:gd name="connsiteX68" fmla="*/ 538057 w 1206500"/>
                <a:gd name="connsiteY68" fmla="*/ 57150 h 1139613"/>
                <a:gd name="connsiteX69" fmla="*/ 552027 w 1206500"/>
                <a:gd name="connsiteY69" fmla="*/ 51647 h 1139613"/>
                <a:gd name="connsiteX70" fmla="*/ 565996 w 1206500"/>
                <a:gd name="connsiteY70" fmla="*/ 49954 h 1139613"/>
                <a:gd name="connsiteX71" fmla="*/ 577003 w 1206500"/>
                <a:gd name="connsiteY71" fmla="*/ 45720 h 1139613"/>
                <a:gd name="connsiteX72" fmla="*/ 590973 w 1206500"/>
                <a:gd name="connsiteY72" fmla="*/ 34290 h 1139613"/>
                <a:gd name="connsiteX73" fmla="*/ 600710 w 1206500"/>
                <a:gd name="connsiteY73" fmla="*/ 34290 h 1139613"/>
                <a:gd name="connsiteX74" fmla="*/ 614680 w 1206500"/>
                <a:gd name="connsiteY74" fmla="*/ 33020 h 1139613"/>
                <a:gd name="connsiteX75" fmla="*/ 628650 w 1206500"/>
                <a:gd name="connsiteY75" fmla="*/ 34290 h 1139613"/>
                <a:gd name="connsiteX76" fmla="*/ 642620 w 1206500"/>
                <a:gd name="connsiteY76" fmla="*/ 30057 h 1139613"/>
                <a:gd name="connsiteX77" fmla="*/ 651086 w 1206500"/>
                <a:gd name="connsiteY77" fmla="*/ 44027 h 1139613"/>
                <a:gd name="connsiteX78" fmla="*/ 665057 w 1206500"/>
                <a:gd name="connsiteY78" fmla="*/ 53764 h 1139613"/>
                <a:gd name="connsiteX79" fmla="*/ 679027 w 1206500"/>
                <a:gd name="connsiteY79" fmla="*/ 63500 h 1139613"/>
                <a:gd name="connsiteX80" fmla="*/ 686223 w 1206500"/>
                <a:gd name="connsiteY80" fmla="*/ 64770 h 1139613"/>
                <a:gd name="connsiteX81" fmla="*/ 700193 w 1206500"/>
                <a:gd name="connsiteY81" fmla="*/ 56304 h 1139613"/>
                <a:gd name="connsiteX82" fmla="*/ 711200 w 1206500"/>
                <a:gd name="connsiteY82" fmla="*/ 60537 h 1139613"/>
                <a:gd name="connsiteX83" fmla="*/ 725170 w 1206500"/>
                <a:gd name="connsiteY83" fmla="*/ 67310 h 1139613"/>
                <a:gd name="connsiteX84" fmla="*/ 737870 w 1206500"/>
                <a:gd name="connsiteY84" fmla="*/ 74507 h 1139613"/>
                <a:gd name="connsiteX85" fmla="*/ 744643 w 1206500"/>
                <a:gd name="connsiteY85" fmla="*/ 81280 h 1139613"/>
                <a:gd name="connsiteX86" fmla="*/ 755650 w 1206500"/>
                <a:gd name="connsiteY86" fmla="*/ 82974 h 1139613"/>
                <a:gd name="connsiteX87" fmla="*/ 769620 w 1206500"/>
                <a:gd name="connsiteY87" fmla="*/ 77470 h 1139613"/>
                <a:gd name="connsiteX88" fmla="*/ 775123 w 1206500"/>
                <a:gd name="connsiteY88" fmla="*/ 76200 h 1139613"/>
                <a:gd name="connsiteX89" fmla="*/ 790363 w 1206500"/>
                <a:gd name="connsiteY89" fmla="*/ 70697 h 1139613"/>
                <a:gd name="connsiteX90" fmla="*/ 804333 w 1206500"/>
                <a:gd name="connsiteY90" fmla="*/ 73660 h 1139613"/>
                <a:gd name="connsiteX91" fmla="*/ 818303 w 1206500"/>
                <a:gd name="connsiteY91" fmla="*/ 69427 h 1139613"/>
                <a:gd name="connsiteX92" fmla="*/ 832273 w 1206500"/>
                <a:gd name="connsiteY92" fmla="*/ 72390 h 1139613"/>
                <a:gd name="connsiteX93" fmla="*/ 839046 w 1206500"/>
                <a:gd name="connsiteY93" fmla="*/ 71120 h 1139613"/>
                <a:gd name="connsiteX94" fmla="*/ 854710 w 1206500"/>
                <a:gd name="connsiteY94" fmla="*/ 66887 h 1139613"/>
                <a:gd name="connsiteX95" fmla="*/ 868680 w 1206500"/>
                <a:gd name="connsiteY95" fmla="*/ 57150 h 1139613"/>
                <a:gd name="connsiteX96" fmla="*/ 867410 w 1206500"/>
                <a:gd name="connsiteY96" fmla="*/ 43180 h 1139613"/>
                <a:gd name="connsiteX97" fmla="*/ 864870 w 1206500"/>
                <a:gd name="connsiteY97" fmla="*/ 29210 h 1139613"/>
                <a:gd name="connsiteX98" fmla="*/ 852170 w 1206500"/>
                <a:gd name="connsiteY98" fmla="*/ 15240 h 1139613"/>
                <a:gd name="connsiteX99" fmla="*/ 864870 w 1206500"/>
                <a:gd name="connsiteY99" fmla="*/ 0 h 1139613"/>
                <a:gd name="connsiteX100" fmla="*/ 871643 w 1206500"/>
                <a:gd name="connsiteY100" fmla="*/ 1270 h 1139613"/>
                <a:gd name="connsiteX101" fmla="*/ 877146 w 1206500"/>
                <a:gd name="connsiteY101" fmla="*/ 4233 h 1139613"/>
                <a:gd name="connsiteX102" fmla="*/ 891117 w 1206500"/>
                <a:gd name="connsiteY102" fmla="*/ 7197 h 1139613"/>
                <a:gd name="connsiteX103" fmla="*/ 905086 w 1206500"/>
                <a:gd name="connsiteY103" fmla="*/ 12700 h 1139613"/>
                <a:gd name="connsiteX104" fmla="*/ 909320 w 1206500"/>
                <a:gd name="connsiteY104" fmla="*/ 13970 h 1139613"/>
                <a:gd name="connsiteX105" fmla="*/ 909320 w 1206500"/>
                <a:gd name="connsiteY105" fmla="*/ 15240 h 1139613"/>
                <a:gd name="connsiteX106" fmla="*/ 916093 w 1206500"/>
                <a:gd name="connsiteY106" fmla="*/ 20743 h 1139613"/>
                <a:gd name="connsiteX107" fmla="*/ 923290 w 1206500"/>
                <a:gd name="connsiteY107" fmla="*/ 23707 h 1139613"/>
                <a:gd name="connsiteX108" fmla="*/ 925830 w 1206500"/>
                <a:gd name="connsiteY108" fmla="*/ 37677 h 1139613"/>
                <a:gd name="connsiteX109" fmla="*/ 928793 w 1206500"/>
                <a:gd name="connsiteY109" fmla="*/ 51647 h 1139613"/>
                <a:gd name="connsiteX110" fmla="*/ 933027 w 1206500"/>
                <a:gd name="connsiteY110" fmla="*/ 63924 h 1139613"/>
                <a:gd name="connsiteX111" fmla="*/ 919057 w 1206500"/>
                <a:gd name="connsiteY111" fmla="*/ 68157 h 1139613"/>
                <a:gd name="connsiteX112" fmla="*/ 903817 w 1206500"/>
                <a:gd name="connsiteY112" fmla="*/ 80857 h 1139613"/>
                <a:gd name="connsiteX113" fmla="*/ 891117 w 1206500"/>
                <a:gd name="connsiteY113" fmla="*/ 96097 h 1139613"/>
                <a:gd name="connsiteX114" fmla="*/ 892386 w 1206500"/>
                <a:gd name="connsiteY114" fmla="*/ 110067 h 1139613"/>
                <a:gd name="connsiteX115" fmla="*/ 899583 w 1206500"/>
                <a:gd name="connsiteY115" fmla="*/ 124037 h 1139613"/>
                <a:gd name="connsiteX116" fmla="*/ 895350 w 1206500"/>
                <a:gd name="connsiteY116" fmla="*/ 133774 h 1139613"/>
                <a:gd name="connsiteX117" fmla="*/ 881380 w 1206500"/>
                <a:gd name="connsiteY117" fmla="*/ 144780 h 1139613"/>
                <a:gd name="connsiteX118" fmla="*/ 873336 w 1206500"/>
                <a:gd name="connsiteY118" fmla="*/ 158750 h 1139613"/>
                <a:gd name="connsiteX119" fmla="*/ 859367 w 1206500"/>
                <a:gd name="connsiteY119" fmla="*/ 168487 h 1139613"/>
                <a:gd name="connsiteX120" fmla="*/ 861060 w 1206500"/>
                <a:gd name="connsiteY120" fmla="*/ 154517 h 1139613"/>
                <a:gd name="connsiteX121" fmla="*/ 847090 w 1206500"/>
                <a:gd name="connsiteY121" fmla="*/ 151554 h 1139613"/>
                <a:gd name="connsiteX122" fmla="*/ 833120 w 1206500"/>
                <a:gd name="connsiteY122" fmla="*/ 150283 h 1139613"/>
                <a:gd name="connsiteX123" fmla="*/ 819150 w 1206500"/>
                <a:gd name="connsiteY123" fmla="*/ 150283 h 1139613"/>
                <a:gd name="connsiteX124" fmla="*/ 803910 w 1206500"/>
                <a:gd name="connsiteY124" fmla="*/ 147320 h 1139613"/>
                <a:gd name="connsiteX125" fmla="*/ 789940 w 1206500"/>
                <a:gd name="connsiteY125" fmla="*/ 146050 h 1139613"/>
                <a:gd name="connsiteX126" fmla="*/ 775970 w 1206500"/>
                <a:gd name="connsiteY126" fmla="*/ 140547 h 1139613"/>
                <a:gd name="connsiteX127" fmla="*/ 762000 w 1206500"/>
                <a:gd name="connsiteY127" fmla="*/ 133350 h 1139613"/>
                <a:gd name="connsiteX128" fmla="*/ 746760 w 1206500"/>
                <a:gd name="connsiteY128" fmla="*/ 134620 h 1139613"/>
                <a:gd name="connsiteX129" fmla="*/ 735753 w 1206500"/>
                <a:gd name="connsiteY129" fmla="*/ 123614 h 1139613"/>
                <a:gd name="connsiteX130" fmla="*/ 721783 w 1206500"/>
                <a:gd name="connsiteY130" fmla="*/ 123614 h 1139613"/>
                <a:gd name="connsiteX131" fmla="*/ 716280 w 1206500"/>
                <a:gd name="connsiteY131" fmla="*/ 130810 h 1139613"/>
                <a:gd name="connsiteX132" fmla="*/ 701040 w 1206500"/>
                <a:gd name="connsiteY132" fmla="*/ 138007 h 1139613"/>
                <a:gd name="connsiteX133" fmla="*/ 693843 w 1206500"/>
                <a:gd name="connsiteY133" fmla="*/ 146050 h 1139613"/>
                <a:gd name="connsiteX134" fmla="*/ 689610 w 1206500"/>
                <a:gd name="connsiteY134" fmla="*/ 149014 h 1139613"/>
                <a:gd name="connsiteX135" fmla="*/ 675640 w 1206500"/>
                <a:gd name="connsiteY135" fmla="*/ 149014 h 1139613"/>
                <a:gd name="connsiteX136" fmla="*/ 661670 w 1206500"/>
                <a:gd name="connsiteY136" fmla="*/ 141817 h 1139613"/>
                <a:gd name="connsiteX137" fmla="*/ 647700 w 1206500"/>
                <a:gd name="connsiteY137" fmla="*/ 132080 h 1139613"/>
                <a:gd name="connsiteX138" fmla="*/ 633730 w 1206500"/>
                <a:gd name="connsiteY138" fmla="*/ 135043 h 1139613"/>
                <a:gd name="connsiteX139" fmla="*/ 625263 w 1206500"/>
                <a:gd name="connsiteY139" fmla="*/ 150283 h 1139613"/>
                <a:gd name="connsiteX140" fmla="*/ 611293 w 1206500"/>
                <a:gd name="connsiteY140" fmla="*/ 161290 h 1139613"/>
                <a:gd name="connsiteX141" fmla="*/ 597323 w 1206500"/>
                <a:gd name="connsiteY141" fmla="*/ 169757 h 1139613"/>
                <a:gd name="connsiteX142" fmla="*/ 583353 w 1206500"/>
                <a:gd name="connsiteY142" fmla="*/ 169757 h 1139613"/>
                <a:gd name="connsiteX143" fmla="*/ 567690 w 1206500"/>
                <a:gd name="connsiteY143" fmla="*/ 164254 h 1139613"/>
                <a:gd name="connsiteX144" fmla="*/ 566420 w 1206500"/>
                <a:gd name="connsiteY144" fmla="*/ 161290 h 1139613"/>
                <a:gd name="connsiteX145" fmla="*/ 560917 w 1206500"/>
                <a:gd name="connsiteY145" fmla="*/ 160020 h 1139613"/>
                <a:gd name="connsiteX146" fmla="*/ 545677 w 1206500"/>
                <a:gd name="connsiteY146" fmla="*/ 165524 h 1139613"/>
                <a:gd name="connsiteX147" fmla="*/ 541443 w 1206500"/>
                <a:gd name="connsiteY147" fmla="*/ 179493 h 1139613"/>
                <a:gd name="connsiteX148" fmla="*/ 552450 w 1206500"/>
                <a:gd name="connsiteY148" fmla="*/ 187960 h 1139613"/>
                <a:gd name="connsiteX149" fmla="*/ 566420 w 1206500"/>
                <a:gd name="connsiteY149" fmla="*/ 197697 h 1139613"/>
                <a:gd name="connsiteX150" fmla="*/ 560917 w 1206500"/>
                <a:gd name="connsiteY150" fmla="*/ 212937 h 1139613"/>
                <a:gd name="connsiteX151" fmla="*/ 573617 w 1206500"/>
                <a:gd name="connsiteY151" fmla="*/ 226907 h 1139613"/>
                <a:gd name="connsiteX152" fmla="*/ 588857 w 1206500"/>
                <a:gd name="connsiteY152" fmla="*/ 217170 h 1139613"/>
                <a:gd name="connsiteX153" fmla="*/ 602827 w 1206500"/>
                <a:gd name="connsiteY153" fmla="*/ 231140 h 1139613"/>
                <a:gd name="connsiteX154" fmla="*/ 616796 w 1206500"/>
                <a:gd name="connsiteY154" fmla="*/ 238337 h 1139613"/>
                <a:gd name="connsiteX155" fmla="*/ 629496 w 1206500"/>
                <a:gd name="connsiteY155" fmla="*/ 252307 h 1139613"/>
                <a:gd name="connsiteX156" fmla="*/ 642196 w 1206500"/>
                <a:gd name="connsiteY156" fmla="*/ 266277 h 1139613"/>
                <a:gd name="connsiteX157" fmla="*/ 630767 w 1206500"/>
                <a:gd name="connsiteY157" fmla="*/ 270510 h 1139613"/>
                <a:gd name="connsiteX158" fmla="*/ 616796 w 1206500"/>
                <a:gd name="connsiteY158" fmla="*/ 256540 h 1139613"/>
                <a:gd name="connsiteX159" fmla="*/ 602827 w 1206500"/>
                <a:gd name="connsiteY159" fmla="*/ 242570 h 1139613"/>
                <a:gd name="connsiteX160" fmla="*/ 588857 w 1206500"/>
                <a:gd name="connsiteY160" fmla="*/ 240030 h 1139613"/>
                <a:gd name="connsiteX161" fmla="*/ 574886 w 1206500"/>
                <a:gd name="connsiteY161" fmla="*/ 230293 h 1139613"/>
                <a:gd name="connsiteX162" fmla="*/ 559223 w 1206500"/>
                <a:gd name="connsiteY162" fmla="*/ 230293 h 1139613"/>
                <a:gd name="connsiteX163" fmla="*/ 545253 w 1206500"/>
                <a:gd name="connsiteY163" fmla="*/ 235797 h 1139613"/>
                <a:gd name="connsiteX164" fmla="*/ 548217 w 1206500"/>
                <a:gd name="connsiteY164" fmla="*/ 249767 h 1139613"/>
                <a:gd name="connsiteX165" fmla="*/ 562186 w 1206500"/>
                <a:gd name="connsiteY165" fmla="*/ 259504 h 1139613"/>
                <a:gd name="connsiteX166" fmla="*/ 569383 w 1206500"/>
                <a:gd name="connsiteY166" fmla="*/ 262467 h 1139613"/>
                <a:gd name="connsiteX167" fmla="*/ 583353 w 1206500"/>
                <a:gd name="connsiteY167" fmla="*/ 269240 h 1139613"/>
                <a:gd name="connsiteX168" fmla="*/ 586317 w 1206500"/>
                <a:gd name="connsiteY168" fmla="*/ 283210 h 1139613"/>
                <a:gd name="connsiteX169" fmla="*/ 589280 w 1206500"/>
                <a:gd name="connsiteY169" fmla="*/ 291677 h 1139613"/>
                <a:gd name="connsiteX170" fmla="*/ 575310 w 1206500"/>
                <a:gd name="connsiteY170" fmla="*/ 292947 h 1139613"/>
                <a:gd name="connsiteX171" fmla="*/ 572346 w 1206500"/>
                <a:gd name="connsiteY171" fmla="*/ 291677 h 1139613"/>
                <a:gd name="connsiteX172" fmla="*/ 559646 w 1206500"/>
                <a:gd name="connsiteY172" fmla="*/ 277707 h 1139613"/>
                <a:gd name="connsiteX173" fmla="*/ 549910 w 1206500"/>
                <a:gd name="connsiteY173" fmla="*/ 263737 h 1139613"/>
                <a:gd name="connsiteX174" fmla="*/ 535940 w 1206500"/>
                <a:gd name="connsiteY174" fmla="*/ 252307 h 1139613"/>
                <a:gd name="connsiteX175" fmla="*/ 521970 w 1206500"/>
                <a:gd name="connsiteY175" fmla="*/ 249767 h 1139613"/>
                <a:gd name="connsiteX176" fmla="*/ 508000 w 1206500"/>
                <a:gd name="connsiteY176" fmla="*/ 244264 h 1139613"/>
                <a:gd name="connsiteX177" fmla="*/ 496993 w 1206500"/>
                <a:gd name="connsiteY177" fmla="*/ 258233 h 1139613"/>
                <a:gd name="connsiteX178" fmla="*/ 510963 w 1206500"/>
                <a:gd name="connsiteY178" fmla="*/ 273474 h 1139613"/>
                <a:gd name="connsiteX179" fmla="*/ 523663 w 1206500"/>
                <a:gd name="connsiteY179" fmla="*/ 287443 h 1139613"/>
                <a:gd name="connsiteX180" fmla="*/ 534670 w 1206500"/>
                <a:gd name="connsiteY180" fmla="*/ 291677 h 1139613"/>
                <a:gd name="connsiteX181" fmla="*/ 548640 w 1206500"/>
                <a:gd name="connsiteY181" fmla="*/ 301414 h 1139613"/>
                <a:gd name="connsiteX182" fmla="*/ 533400 w 1206500"/>
                <a:gd name="connsiteY182" fmla="*/ 304377 h 1139613"/>
                <a:gd name="connsiteX183" fmla="*/ 519430 w 1206500"/>
                <a:gd name="connsiteY183" fmla="*/ 297604 h 1139613"/>
                <a:gd name="connsiteX184" fmla="*/ 505460 w 1206500"/>
                <a:gd name="connsiteY184" fmla="*/ 297604 h 1139613"/>
                <a:gd name="connsiteX185" fmla="*/ 504190 w 1206500"/>
                <a:gd name="connsiteY185" fmla="*/ 292100 h 1139613"/>
                <a:gd name="connsiteX186" fmla="*/ 494453 w 1206500"/>
                <a:gd name="connsiteY186" fmla="*/ 276860 h 1139613"/>
                <a:gd name="connsiteX187" fmla="*/ 495723 w 1206500"/>
                <a:gd name="connsiteY187" fmla="*/ 262890 h 1139613"/>
                <a:gd name="connsiteX188" fmla="*/ 481753 w 1206500"/>
                <a:gd name="connsiteY188" fmla="*/ 248920 h 1139613"/>
                <a:gd name="connsiteX189" fmla="*/ 467783 w 1206500"/>
                <a:gd name="connsiteY189" fmla="*/ 243417 h 1139613"/>
                <a:gd name="connsiteX190" fmla="*/ 453813 w 1206500"/>
                <a:gd name="connsiteY190" fmla="*/ 237914 h 1139613"/>
                <a:gd name="connsiteX191" fmla="*/ 439843 w 1206500"/>
                <a:gd name="connsiteY191" fmla="*/ 226907 h 1139613"/>
                <a:gd name="connsiteX192" fmla="*/ 427143 w 1206500"/>
                <a:gd name="connsiteY192" fmla="*/ 212937 h 1139613"/>
                <a:gd name="connsiteX193" fmla="*/ 441113 w 1206500"/>
                <a:gd name="connsiteY193" fmla="*/ 204470 h 1139613"/>
                <a:gd name="connsiteX194" fmla="*/ 441113 w 1206500"/>
                <a:gd name="connsiteY194" fmla="*/ 190500 h 1139613"/>
                <a:gd name="connsiteX195" fmla="*/ 425873 w 1206500"/>
                <a:gd name="connsiteY195" fmla="*/ 194733 h 1139613"/>
                <a:gd name="connsiteX196" fmla="*/ 411903 w 1206500"/>
                <a:gd name="connsiteY196" fmla="*/ 204470 h 1139613"/>
                <a:gd name="connsiteX197" fmla="*/ 408940 w 1206500"/>
                <a:gd name="connsiteY197" fmla="*/ 207433 h 1139613"/>
                <a:gd name="connsiteX198" fmla="*/ 405977 w 1206500"/>
                <a:gd name="connsiteY198" fmla="*/ 204470 h 1139613"/>
                <a:gd name="connsiteX199" fmla="*/ 401743 w 1206500"/>
                <a:gd name="connsiteY199" fmla="*/ 209974 h 1139613"/>
                <a:gd name="connsiteX200" fmla="*/ 401743 w 1206500"/>
                <a:gd name="connsiteY200" fmla="*/ 212937 h 1139613"/>
                <a:gd name="connsiteX201" fmla="*/ 397510 w 1206500"/>
                <a:gd name="connsiteY201" fmla="*/ 226907 h 1139613"/>
                <a:gd name="connsiteX202" fmla="*/ 397510 w 1206500"/>
                <a:gd name="connsiteY202" fmla="*/ 240877 h 1139613"/>
                <a:gd name="connsiteX203" fmla="*/ 394546 w 1206500"/>
                <a:gd name="connsiteY203" fmla="*/ 254847 h 1139613"/>
                <a:gd name="connsiteX204" fmla="*/ 389043 w 1206500"/>
                <a:gd name="connsiteY204" fmla="*/ 268817 h 1139613"/>
                <a:gd name="connsiteX205" fmla="*/ 393277 w 1206500"/>
                <a:gd name="connsiteY205" fmla="*/ 282787 h 1139613"/>
                <a:gd name="connsiteX206" fmla="*/ 398780 w 1206500"/>
                <a:gd name="connsiteY206" fmla="*/ 292524 h 1139613"/>
                <a:gd name="connsiteX207" fmla="*/ 406823 w 1206500"/>
                <a:gd name="connsiteY207" fmla="*/ 296757 h 1139613"/>
                <a:gd name="connsiteX208" fmla="*/ 415290 w 1206500"/>
                <a:gd name="connsiteY208" fmla="*/ 310727 h 1139613"/>
                <a:gd name="connsiteX209" fmla="*/ 416560 w 1206500"/>
                <a:gd name="connsiteY209" fmla="*/ 311997 h 1139613"/>
                <a:gd name="connsiteX210" fmla="*/ 430530 w 1206500"/>
                <a:gd name="connsiteY210" fmla="*/ 324697 h 1139613"/>
                <a:gd name="connsiteX211" fmla="*/ 436457 w 1206500"/>
                <a:gd name="connsiteY211" fmla="*/ 338667 h 1139613"/>
                <a:gd name="connsiteX212" fmla="*/ 441960 w 1206500"/>
                <a:gd name="connsiteY212" fmla="*/ 352637 h 1139613"/>
                <a:gd name="connsiteX213" fmla="*/ 446193 w 1206500"/>
                <a:gd name="connsiteY213" fmla="*/ 359833 h 1139613"/>
                <a:gd name="connsiteX214" fmla="*/ 460163 w 1206500"/>
                <a:gd name="connsiteY214" fmla="*/ 370840 h 1139613"/>
                <a:gd name="connsiteX215" fmla="*/ 474133 w 1206500"/>
                <a:gd name="connsiteY215" fmla="*/ 383540 h 1139613"/>
                <a:gd name="connsiteX216" fmla="*/ 486833 w 1206500"/>
                <a:gd name="connsiteY216" fmla="*/ 397510 h 1139613"/>
                <a:gd name="connsiteX217" fmla="*/ 497840 w 1206500"/>
                <a:gd name="connsiteY217" fmla="*/ 411480 h 1139613"/>
                <a:gd name="connsiteX218" fmla="*/ 504613 w 1206500"/>
                <a:gd name="connsiteY218" fmla="*/ 425450 h 1139613"/>
                <a:gd name="connsiteX219" fmla="*/ 490643 w 1206500"/>
                <a:gd name="connsiteY219" fmla="*/ 436880 h 1139613"/>
                <a:gd name="connsiteX220" fmla="*/ 476673 w 1206500"/>
                <a:gd name="connsiteY220" fmla="*/ 445347 h 1139613"/>
                <a:gd name="connsiteX221" fmla="*/ 471170 w 1206500"/>
                <a:gd name="connsiteY221" fmla="*/ 445347 h 1139613"/>
                <a:gd name="connsiteX222" fmla="*/ 486410 w 1206500"/>
                <a:gd name="connsiteY222" fmla="*/ 434340 h 1139613"/>
                <a:gd name="connsiteX223" fmla="*/ 483446 w 1206500"/>
                <a:gd name="connsiteY223" fmla="*/ 419100 h 1139613"/>
                <a:gd name="connsiteX224" fmla="*/ 469477 w 1206500"/>
                <a:gd name="connsiteY224" fmla="*/ 406400 h 1139613"/>
                <a:gd name="connsiteX225" fmla="*/ 463973 w 1206500"/>
                <a:gd name="connsiteY225" fmla="*/ 407670 h 1139613"/>
                <a:gd name="connsiteX226" fmla="*/ 450003 w 1206500"/>
                <a:gd name="connsiteY226" fmla="*/ 399204 h 1139613"/>
                <a:gd name="connsiteX227" fmla="*/ 436033 w 1206500"/>
                <a:gd name="connsiteY227" fmla="*/ 413174 h 1139613"/>
                <a:gd name="connsiteX228" fmla="*/ 436033 w 1206500"/>
                <a:gd name="connsiteY228" fmla="*/ 427143 h 1139613"/>
                <a:gd name="connsiteX229" fmla="*/ 450003 w 1206500"/>
                <a:gd name="connsiteY229" fmla="*/ 441114 h 1139613"/>
                <a:gd name="connsiteX230" fmla="*/ 454236 w 1206500"/>
                <a:gd name="connsiteY230" fmla="*/ 455083 h 1139613"/>
                <a:gd name="connsiteX231" fmla="*/ 469477 w 1206500"/>
                <a:gd name="connsiteY231" fmla="*/ 453814 h 1139613"/>
                <a:gd name="connsiteX232" fmla="*/ 462280 w 1206500"/>
                <a:gd name="connsiteY232" fmla="*/ 462280 h 1139613"/>
                <a:gd name="connsiteX233" fmla="*/ 447040 w 1206500"/>
                <a:gd name="connsiteY233" fmla="*/ 473287 h 1139613"/>
                <a:gd name="connsiteX234" fmla="*/ 433070 w 1206500"/>
                <a:gd name="connsiteY234" fmla="*/ 478790 h 1139613"/>
                <a:gd name="connsiteX235" fmla="*/ 419100 w 1206500"/>
                <a:gd name="connsiteY235" fmla="*/ 480060 h 1139613"/>
                <a:gd name="connsiteX236" fmla="*/ 405130 w 1206500"/>
                <a:gd name="connsiteY236" fmla="*/ 477097 h 1139613"/>
                <a:gd name="connsiteX237" fmla="*/ 419100 w 1206500"/>
                <a:gd name="connsiteY237" fmla="*/ 485564 h 1139613"/>
                <a:gd name="connsiteX238" fmla="*/ 427567 w 1206500"/>
                <a:gd name="connsiteY238" fmla="*/ 492337 h 1139613"/>
                <a:gd name="connsiteX239" fmla="*/ 441536 w 1206500"/>
                <a:gd name="connsiteY239" fmla="*/ 496570 h 1139613"/>
                <a:gd name="connsiteX240" fmla="*/ 455507 w 1206500"/>
                <a:gd name="connsiteY240" fmla="*/ 500804 h 1139613"/>
                <a:gd name="connsiteX241" fmla="*/ 469477 w 1206500"/>
                <a:gd name="connsiteY241" fmla="*/ 503343 h 1139613"/>
                <a:gd name="connsiteX242" fmla="*/ 476250 w 1206500"/>
                <a:gd name="connsiteY242" fmla="*/ 517314 h 1139613"/>
                <a:gd name="connsiteX243" fmla="*/ 490220 w 1206500"/>
                <a:gd name="connsiteY243" fmla="*/ 511810 h 1139613"/>
                <a:gd name="connsiteX244" fmla="*/ 504190 w 1206500"/>
                <a:gd name="connsiteY244" fmla="*/ 517314 h 1139613"/>
                <a:gd name="connsiteX245" fmla="*/ 502920 w 1206500"/>
                <a:gd name="connsiteY245" fmla="*/ 531283 h 1139613"/>
                <a:gd name="connsiteX246" fmla="*/ 509693 w 1206500"/>
                <a:gd name="connsiteY246" fmla="*/ 542290 h 1139613"/>
                <a:gd name="connsiteX247" fmla="*/ 521123 w 1206500"/>
                <a:gd name="connsiteY247" fmla="*/ 542290 h 1139613"/>
                <a:gd name="connsiteX248" fmla="*/ 535093 w 1206500"/>
                <a:gd name="connsiteY248" fmla="*/ 544830 h 1139613"/>
                <a:gd name="connsiteX249" fmla="*/ 547793 w 1206500"/>
                <a:gd name="connsiteY249" fmla="*/ 547793 h 1139613"/>
                <a:gd name="connsiteX250" fmla="*/ 554990 w 1206500"/>
                <a:gd name="connsiteY250" fmla="*/ 561764 h 1139613"/>
                <a:gd name="connsiteX251" fmla="*/ 561763 w 1206500"/>
                <a:gd name="connsiteY251" fmla="*/ 568960 h 1139613"/>
                <a:gd name="connsiteX252" fmla="*/ 567267 w 1206500"/>
                <a:gd name="connsiteY252" fmla="*/ 568960 h 1139613"/>
                <a:gd name="connsiteX253" fmla="*/ 581236 w 1206500"/>
                <a:gd name="connsiteY253" fmla="*/ 573193 h 1139613"/>
                <a:gd name="connsiteX254" fmla="*/ 595630 w 1206500"/>
                <a:gd name="connsiteY254" fmla="*/ 577427 h 1139613"/>
                <a:gd name="connsiteX255" fmla="*/ 609177 w 1206500"/>
                <a:gd name="connsiteY255" fmla="*/ 589704 h 1139613"/>
                <a:gd name="connsiteX256" fmla="*/ 614680 w 1206500"/>
                <a:gd name="connsiteY256" fmla="*/ 603674 h 1139613"/>
                <a:gd name="connsiteX257" fmla="*/ 607907 w 1206500"/>
                <a:gd name="connsiteY257" fmla="*/ 618914 h 1139613"/>
                <a:gd name="connsiteX258" fmla="*/ 609177 w 1206500"/>
                <a:gd name="connsiteY258" fmla="*/ 632883 h 1139613"/>
                <a:gd name="connsiteX259" fmla="*/ 612140 w 1206500"/>
                <a:gd name="connsiteY259" fmla="*/ 646854 h 1139613"/>
                <a:gd name="connsiteX260" fmla="*/ 617643 w 1206500"/>
                <a:gd name="connsiteY260" fmla="*/ 654050 h 1139613"/>
                <a:gd name="connsiteX261" fmla="*/ 620183 w 1206500"/>
                <a:gd name="connsiteY261" fmla="*/ 668020 h 1139613"/>
                <a:gd name="connsiteX262" fmla="*/ 615950 w 1206500"/>
                <a:gd name="connsiteY262" fmla="*/ 681990 h 1139613"/>
                <a:gd name="connsiteX263" fmla="*/ 614680 w 1206500"/>
                <a:gd name="connsiteY263" fmla="*/ 684954 h 1139613"/>
                <a:gd name="connsiteX264" fmla="*/ 600710 w 1206500"/>
                <a:gd name="connsiteY264" fmla="*/ 672254 h 1139613"/>
                <a:gd name="connsiteX265" fmla="*/ 589280 w 1206500"/>
                <a:gd name="connsiteY265" fmla="*/ 658283 h 1139613"/>
                <a:gd name="connsiteX266" fmla="*/ 574040 w 1206500"/>
                <a:gd name="connsiteY266" fmla="*/ 651510 h 1139613"/>
                <a:gd name="connsiteX267" fmla="*/ 564303 w 1206500"/>
                <a:gd name="connsiteY267" fmla="*/ 637540 h 1139613"/>
                <a:gd name="connsiteX268" fmla="*/ 550333 w 1206500"/>
                <a:gd name="connsiteY268" fmla="*/ 632037 h 1139613"/>
                <a:gd name="connsiteX269" fmla="*/ 536363 w 1206500"/>
                <a:gd name="connsiteY269" fmla="*/ 622300 h 1139613"/>
                <a:gd name="connsiteX270" fmla="*/ 522393 w 1206500"/>
                <a:gd name="connsiteY270" fmla="*/ 630767 h 1139613"/>
                <a:gd name="connsiteX271" fmla="*/ 507153 w 1206500"/>
                <a:gd name="connsiteY271" fmla="*/ 630767 h 1139613"/>
                <a:gd name="connsiteX272" fmla="*/ 497417 w 1206500"/>
                <a:gd name="connsiteY272" fmla="*/ 633307 h 1139613"/>
                <a:gd name="connsiteX273" fmla="*/ 481753 w 1206500"/>
                <a:gd name="connsiteY273" fmla="*/ 640504 h 1139613"/>
                <a:gd name="connsiteX274" fmla="*/ 470746 w 1206500"/>
                <a:gd name="connsiteY274" fmla="*/ 640504 h 1139613"/>
                <a:gd name="connsiteX275" fmla="*/ 473286 w 1206500"/>
                <a:gd name="connsiteY275" fmla="*/ 653204 h 1139613"/>
                <a:gd name="connsiteX276" fmla="*/ 487257 w 1206500"/>
                <a:gd name="connsiteY276" fmla="*/ 653204 h 1139613"/>
                <a:gd name="connsiteX277" fmla="*/ 487257 w 1206500"/>
                <a:gd name="connsiteY277" fmla="*/ 667174 h 1139613"/>
                <a:gd name="connsiteX278" fmla="*/ 491490 w 1206500"/>
                <a:gd name="connsiteY278" fmla="*/ 673947 h 1139613"/>
                <a:gd name="connsiteX279" fmla="*/ 495723 w 1206500"/>
                <a:gd name="connsiteY279" fmla="*/ 687917 h 1139613"/>
                <a:gd name="connsiteX280" fmla="*/ 501227 w 1206500"/>
                <a:gd name="connsiteY280" fmla="*/ 696383 h 1139613"/>
                <a:gd name="connsiteX281" fmla="*/ 515196 w 1206500"/>
                <a:gd name="connsiteY281" fmla="*/ 703580 h 1139613"/>
                <a:gd name="connsiteX282" fmla="*/ 516467 w 1206500"/>
                <a:gd name="connsiteY282" fmla="*/ 689610 h 1139613"/>
                <a:gd name="connsiteX283" fmla="*/ 526203 w 1206500"/>
                <a:gd name="connsiteY283" fmla="*/ 703580 h 1139613"/>
                <a:gd name="connsiteX284" fmla="*/ 541443 w 1206500"/>
                <a:gd name="connsiteY284" fmla="*/ 713317 h 1139613"/>
                <a:gd name="connsiteX285" fmla="*/ 537210 w 1206500"/>
                <a:gd name="connsiteY285" fmla="*/ 723054 h 1139613"/>
                <a:gd name="connsiteX286" fmla="*/ 523663 w 1206500"/>
                <a:gd name="connsiteY286" fmla="*/ 724324 h 1139613"/>
                <a:gd name="connsiteX287" fmla="*/ 509693 w 1206500"/>
                <a:gd name="connsiteY287" fmla="*/ 728557 h 1139613"/>
                <a:gd name="connsiteX288" fmla="*/ 502920 w 1206500"/>
                <a:gd name="connsiteY288" fmla="*/ 742527 h 1139613"/>
                <a:gd name="connsiteX289" fmla="*/ 488950 w 1206500"/>
                <a:gd name="connsiteY289" fmla="*/ 735754 h 1139613"/>
                <a:gd name="connsiteX290" fmla="*/ 491913 w 1206500"/>
                <a:gd name="connsiteY290" fmla="*/ 720514 h 1139613"/>
                <a:gd name="connsiteX291" fmla="*/ 477943 w 1206500"/>
                <a:gd name="connsiteY291" fmla="*/ 715010 h 1139613"/>
                <a:gd name="connsiteX292" fmla="*/ 463973 w 1206500"/>
                <a:gd name="connsiteY292" fmla="*/ 706543 h 1139613"/>
                <a:gd name="connsiteX293" fmla="*/ 450003 w 1206500"/>
                <a:gd name="connsiteY293" fmla="*/ 706543 h 1139613"/>
                <a:gd name="connsiteX294" fmla="*/ 436033 w 1206500"/>
                <a:gd name="connsiteY294" fmla="*/ 698077 h 1139613"/>
                <a:gd name="connsiteX295" fmla="*/ 436033 w 1206500"/>
                <a:gd name="connsiteY295" fmla="*/ 706543 h 1139613"/>
                <a:gd name="connsiteX296" fmla="*/ 438996 w 1206500"/>
                <a:gd name="connsiteY296" fmla="*/ 720514 h 1139613"/>
                <a:gd name="connsiteX297" fmla="*/ 447040 w 1206500"/>
                <a:gd name="connsiteY297" fmla="*/ 734483 h 1139613"/>
                <a:gd name="connsiteX298" fmla="*/ 455507 w 1206500"/>
                <a:gd name="connsiteY298" fmla="*/ 749724 h 1139613"/>
                <a:gd name="connsiteX299" fmla="*/ 462703 w 1206500"/>
                <a:gd name="connsiteY299" fmla="*/ 763693 h 1139613"/>
                <a:gd name="connsiteX300" fmla="*/ 471170 w 1206500"/>
                <a:gd name="connsiteY300" fmla="*/ 777664 h 1139613"/>
                <a:gd name="connsiteX301" fmla="*/ 476673 w 1206500"/>
                <a:gd name="connsiteY301" fmla="*/ 787400 h 1139613"/>
                <a:gd name="connsiteX302" fmla="*/ 479636 w 1206500"/>
                <a:gd name="connsiteY302" fmla="*/ 801370 h 1139613"/>
                <a:gd name="connsiteX303" fmla="*/ 485140 w 1206500"/>
                <a:gd name="connsiteY303" fmla="*/ 815340 h 1139613"/>
                <a:gd name="connsiteX304" fmla="*/ 490643 w 1206500"/>
                <a:gd name="connsiteY304" fmla="*/ 829310 h 1139613"/>
                <a:gd name="connsiteX305" fmla="*/ 485140 w 1206500"/>
                <a:gd name="connsiteY305" fmla="*/ 843280 h 1139613"/>
                <a:gd name="connsiteX306" fmla="*/ 486410 w 1206500"/>
                <a:gd name="connsiteY306" fmla="*/ 858520 h 1139613"/>
                <a:gd name="connsiteX307" fmla="*/ 501650 w 1206500"/>
                <a:gd name="connsiteY307" fmla="*/ 871220 h 1139613"/>
                <a:gd name="connsiteX308" fmla="*/ 508423 w 1206500"/>
                <a:gd name="connsiteY308" fmla="*/ 885190 h 1139613"/>
                <a:gd name="connsiteX309" fmla="*/ 501650 w 1206500"/>
                <a:gd name="connsiteY309" fmla="*/ 890693 h 1139613"/>
                <a:gd name="connsiteX310" fmla="*/ 488950 w 1206500"/>
                <a:gd name="connsiteY310" fmla="*/ 875454 h 1139613"/>
                <a:gd name="connsiteX311" fmla="*/ 474980 w 1206500"/>
                <a:gd name="connsiteY311" fmla="*/ 871220 h 1139613"/>
                <a:gd name="connsiteX312" fmla="*/ 463973 w 1206500"/>
                <a:gd name="connsiteY312" fmla="*/ 857250 h 1139613"/>
                <a:gd name="connsiteX313" fmla="*/ 454236 w 1206500"/>
                <a:gd name="connsiteY313" fmla="*/ 841587 h 1139613"/>
                <a:gd name="connsiteX314" fmla="*/ 450003 w 1206500"/>
                <a:gd name="connsiteY314" fmla="*/ 827617 h 1139613"/>
                <a:gd name="connsiteX315" fmla="*/ 436033 w 1206500"/>
                <a:gd name="connsiteY315" fmla="*/ 826347 h 1139613"/>
                <a:gd name="connsiteX316" fmla="*/ 422063 w 1206500"/>
                <a:gd name="connsiteY316" fmla="*/ 829310 h 1139613"/>
                <a:gd name="connsiteX317" fmla="*/ 414867 w 1206500"/>
                <a:gd name="connsiteY317" fmla="*/ 844550 h 1139613"/>
                <a:gd name="connsiteX318" fmla="*/ 411903 w 1206500"/>
                <a:gd name="connsiteY318" fmla="*/ 854287 h 1139613"/>
                <a:gd name="connsiteX319" fmla="*/ 409363 w 1206500"/>
                <a:gd name="connsiteY319" fmla="*/ 868257 h 1139613"/>
                <a:gd name="connsiteX320" fmla="*/ 411903 w 1206500"/>
                <a:gd name="connsiteY320" fmla="*/ 882227 h 1139613"/>
                <a:gd name="connsiteX321" fmla="*/ 397933 w 1206500"/>
                <a:gd name="connsiteY321" fmla="*/ 880957 h 1139613"/>
                <a:gd name="connsiteX322" fmla="*/ 394970 w 1206500"/>
                <a:gd name="connsiteY322" fmla="*/ 866987 h 1139613"/>
                <a:gd name="connsiteX323" fmla="*/ 392430 w 1206500"/>
                <a:gd name="connsiteY323" fmla="*/ 853017 h 1139613"/>
                <a:gd name="connsiteX324" fmla="*/ 386503 w 1206500"/>
                <a:gd name="connsiteY324" fmla="*/ 839047 h 1139613"/>
                <a:gd name="connsiteX325" fmla="*/ 385233 w 1206500"/>
                <a:gd name="connsiteY325" fmla="*/ 836083 h 1139613"/>
                <a:gd name="connsiteX326" fmla="*/ 378036 w 1206500"/>
                <a:gd name="connsiteY326" fmla="*/ 822114 h 1139613"/>
                <a:gd name="connsiteX327" fmla="*/ 364067 w 1206500"/>
                <a:gd name="connsiteY327" fmla="*/ 812377 h 1139613"/>
                <a:gd name="connsiteX328" fmla="*/ 358563 w 1206500"/>
                <a:gd name="connsiteY328" fmla="*/ 797137 h 1139613"/>
                <a:gd name="connsiteX329" fmla="*/ 353060 w 1206500"/>
                <a:gd name="connsiteY329" fmla="*/ 789940 h 1139613"/>
                <a:gd name="connsiteX330" fmla="*/ 339090 w 1206500"/>
                <a:gd name="connsiteY330" fmla="*/ 791633 h 1139613"/>
                <a:gd name="connsiteX331" fmla="*/ 329353 w 1206500"/>
                <a:gd name="connsiteY331" fmla="*/ 805604 h 1139613"/>
                <a:gd name="connsiteX332" fmla="*/ 329353 w 1206500"/>
                <a:gd name="connsiteY332" fmla="*/ 819574 h 1139613"/>
                <a:gd name="connsiteX333" fmla="*/ 330623 w 1206500"/>
                <a:gd name="connsiteY333" fmla="*/ 833543 h 1139613"/>
                <a:gd name="connsiteX334" fmla="*/ 316653 w 1206500"/>
                <a:gd name="connsiteY334" fmla="*/ 830580 h 1139613"/>
                <a:gd name="connsiteX335" fmla="*/ 303107 w 1206500"/>
                <a:gd name="connsiteY335" fmla="*/ 826347 h 1139613"/>
                <a:gd name="connsiteX336" fmla="*/ 295910 w 1206500"/>
                <a:gd name="connsiteY336" fmla="*/ 812377 h 1139613"/>
                <a:gd name="connsiteX337" fmla="*/ 297180 w 1206500"/>
                <a:gd name="connsiteY337" fmla="*/ 811107 h 1139613"/>
                <a:gd name="connsiteX338" fmla="*/ 289983 w 1206500"/>
                <a:gd name="connsiteY338" fmla="*/ 797137 h 1139613"/>
                <a:gd name="connsiteX339" fmla="*/ 278977 w 1206500"/>
                <a:gd name="connsiteY339" fmla="*/ 783167 h 1139613"/>
                <a:gd name="connsiteX340" fmla="*/ 276013 w 1206500"/>
                <a:gd name="connsiteY340" fmla="*/ 767927 h 1139613"/>
                <a:gd name="connsiteX341" fmla="*/ 285750 w 1206500"/>
                <a:gd name="connsiteY341" fmla="*/ 753957 h 1139613"/>
                <a:gd name="connsiteX342" fmla="*/ 292523 w 1206500"/>
                <a:gd name="connsiteY342" fmla="*/ 739987 h 1139613"/>
                <a:gd name="connsiteX343" fmla="*/ 289983 w 1206500"/>
                <a:gd name="connsiteY343" fmla="*/ 728980 h 1139613"/>
                <a:gd name="connsiteX344" fmla="*/ 281517 w 1206500"/>
                <a:gd name="connsiteY344" fmla="*/ 715010 h 1139613"/>
                <a:gd name="connsiteX345" fmla="*/ 270510 w 1206500"/>
                <a:gd name="connsiteY345" fmla="*/ 701040 h 1139613"/>
                <a:gd name="connsiteX346" fmla="*/ 257810 w 1206500"/>
                <a:gd name="connsiteY346" fmla="*/ 692574 h 1139613"/>
                <a:gd name="connsiteX347" fmla="*/ 242570 w 1206500"/>
                <a:gd name="connsiteY347" fmla="*/ 682837 h 1139613"/>
                <a:gd name="connsiteX348" fmla="*/ 235796 w 1206500"/>
                <a:gd name="connsiteY348" fmla="*/ 668867 h 1139613"/>
                <a:gd name="connsiteX349" fmla="*/ 221827 w 1206500"/>
                <a:gd name="connsiteY349" fmla="*/ 657437 h 1139613"/>
                <a:gd name="connsiteX350" fmla="*/ 209550 w 1206500"/>
                <a:gd name="connsiteY350" fmla="*/ 642197 h 1139613"/>
                <a:gd name="connsiteX351" fmla="*/ 223520 w 1206500"/>
                <a:gd name="connsiteY351" fmla="*/ 635424 h 1139613"/>
                <a:gd name="connsiteX352" fmla="*/ 234527 w 1206500"/>
                <a:gd name="connsiteY352" fmla="*/ 621454 h 1139613"/>
                <a:gd name="connsiteX353" fmla="*/ 242993 w 1206500"/>
                <a:gd name="connsiteY353" fmla="*/ 606214 h 1139613"/>
                <a:gd name="connsiteX354" fmla="*/ 242993 w 1206500"/>
                <a:gd name="connsiteY354" fmla="*/ 604943 h 1139613"/>
                <a:gd name="connsiteX355" fmla="*/ 256963 w 1206500"/>
                <a:gd name="connsiteY355" fmla="*/ 596477 h 1139613"/>
                <a:gd name="connsiteX356" fmla="*/ 270933 w 1206500"/>
                <a:gd name="connsiteY356" fmla="*/ 601980 h 1139613"/>
                <a:gd name="connsiteX357" fmla="*/ 286173 w 1206500"/>
                <a:gd name="connsiteY357" fmla="*/ 595207 h 1139613"/>
                <a:gd name="connsiteX358" fmla="*/ 292946 w 1206500"/>
                <a:gd name="connsiteY358" fmla="*/ 581237 h 1139613"/>
                <a:gd name="connsiteX359" fmla="*/ 306917 w 1206500"/>
                <a:gd name="connsiteY359" fmla="*/ 571500 h 1139613"/>
                <a:gd name="connsiteX360" fmla="*/ 321310 w 1206500"/>
                <a:gd name="connsiteY360" fmla="*/ 571500 h 1139613"/>
                <a:gd name="connsiteX361" fmla="*/ 335280 w 1206500"/>
                <a:gd name="connsiteY361" fmla="*/ 581237 h 1139613"/>
                <a:gd name="connsiteX362" fmla="*/ 349250 w 1206500"/>
                <a:gd name="connsiteY362" fmla="*/ 586740 h 1139613"/>
                <a:gd name="connsiteX363" fmla="*/ 363220 w 1206500"/>
                <a:gd name="connsiteY363" fmla="*/ 596477 h 1139613"/>
                <a:gd name="connsiteX364" fmla="*/ 378460 w 1206500"/>
                <a:gd name="connsiteY364" fmla="*/ 600710 h 1139613"/>
                <a:gd name="connsiteX365" fmla="*/ 383963 w 1206500"/>
                <a:gd name="connsiteY365" fmla="*/ 603674 h 1139613"/>
                <a:gd name="connsiteX366" fmla="*/ 399627 w 1206500"/>
                <a:gd name="connsiteY366" fmla="*/ 604943 h 1139613"/>
                <a:gd name="connsiteX367" fmla="*/ 413596 w 1206500"/>
                <a:gd name="connsiteY367" fmla="*/ 611717 h 1139613"/>
                <a:gd name="connsiteX368" fmla="*/ 427567 w 1206500"/>
                <a:gd name="connsiteY368" fmla="*/ 618914 h 1139613"/>
                <a:gd name="connsiteX369" fmla="*/ 441536 w 1206500"/>
                <a:gd name="connsiteY369" fmla="*/ 632883 h 1139613"/>
                <a:gd name="connsiteX370" fmla="*/ 447040 w 1206500"/>
                <a:gd name="connsiteY370" fmla="*/ 634154 h 1139613"/>
                <a:gd name="connsiteX371" fmla="*/ 453813 w 1206500"/>
                <a:gd name="connsiteY371" fmla="*/ 638387 h 1139613"/>
                <a:gd name="connsiteX372" fmla="*/ 456777 w 1206500"/>
                <a:gd name="connsiteY372" fmla="*/ 624417 h 1139613"/>
                <a:gd name="connsiteX373" fmla="*/ 470746 w 1206500"/>
                <a:gd name="connsiteY373" fmla="*/ 615950 h 1139613"/>
                <a:gd name="connsiteX374" fmla="*/ 484717 w 1206500"/>
                <a:gd name="connsiteY374" fmla="*/ 617220 h 1139613"/>
                <a:gd name="connsiteX375" fmla="*/ 490220 w 1206500"/>
                <a:gd name="connsiteY375" fmla="*/ 614680 h 1139613"/>
                <a:gd name="connsiteX376" fmla="*/ 497417 w 1206500"/>
                <a:gd name="connsiteY376" fmla="*/ 600710 h 1139613"/>
                <a:gd name="connsiteX377" fmla="*/ 481753 w 1206500"/>
                <a:gd name="connsiteY377" fmla="*/ 592667 h 1139613"/>
                <a:gd name="connsiteX378" fmla="*/ 467783 w 1206500"/>
                <a:gd name="connsiteY378" fmla="*/ 592667 h 1139613"/>
                <a:gd name="connsiteX379" fmla="*/ 453813 w 1206500"/>
                <a:gd name="connsiteY379" fmla="*/ 592667 h 1139613"/>
                <a:gd name="connsiteX380" fmla="*/ 439843 w 1206500"/>
                <a:gd name="connsiteY380" fmla="*/ 589704 h 1139613"/>
                <a:gd name="connsiteX381" fmla="*/ 425873 w 1206500"/>
                <a:gd name="connsiteY381" fmla="*/ 575733 h 1139613"/>
                <a:gd name="connsiteX382" fmla="*/ 416136 w 1206500"/>
                <a:gd name="connsiteY382" fmla="*/ 568960 h 1139613"/>
                <a:gd name="connsiteX383" fmla="*/ 409363 w 1206500"/>
                <a:gd name="connsiteY383" fmla="*/ 579967 h 1139613"/>
                <a:gd name="connsiteX384" fmla="*/ 398357 w 1206500"/>
                <a:gd name="connsiteY384" fmla="*/ 565997 h 1139613"/>
                <a:gd name="connsiteX385" fmla="*/ 384386 w 1206500"/>
                <a:gd name="connsiteY385" fmla="*/ 553297 h 1139613"/>
                <a:gd name="connsiteX386" fmla="*/ 381846 w 1206500"/>
                <a:gd name="connsiteY386" fmla="*/ 567267 h 1139613"/>
                <a:gd name="connsiteX387" fmla="*/ 367877 w 1206500"/>
                <a:gd name="connsiteY387" fmla="*/ 570230 h 1139613"/>
                <a:gd name="connsiteX388" fmla="*/ 353907 w 1206500"/>
                <a:gd name="connsiteY388" fmla="*/ 573193 h 1139613"/>
                <a:gd name="connsiteX389" fmla="*/ 339936 w 1206500"/>
                <a:gd name="connsiteY389" fmla="*/ 563457 h 1139613"/>
                <a:gd name="connsiteX390" fmla="*/ 324273 w 1206500"/>
                <a:gd name="connsiteY390" fmla="*/ 559224 h 1139613"/>
                <a:gd name="connsiteX391" fmla="*/ 311573 w 1206500"/>
                <a:gd name="connsiteY391" fmla="*/ 566420 h 1139613"/>
                <a:gd name="connsiteX392" fmla="*/ 297603 w 1206500"/>
                <a:gd name="connsiteY392" fmla="*/ 567690 h 1139613"/>
                <a:gd name="connsiteX393" fmla="*/ 283633 w 1206500"/>
                <a:gd name="connsiteY393" fmla="*/ 568960 h 1139613"/>
                <a:gd name="connsiteX394" fmla="*/ 270086 w 1206500"/>
                <a:gd name="connsiteY394" fmla="*/ 573193 h 1139613"/>
                <a:gd name="connsiteX395" fmla="*/ 254846 w 1206500"/>
                <a:gd name="connsiteY395" fmla="*/ 576157 h 1139613"/>
                <a:gd name="connsiteX396" fmla="*/ 245110 w 1206500"/>
                <a:gd name="connsiteY396" fmla="*/ 562187 h 1139613"/>
                <a:gd name="connsiteX397" fmla="*/ 240877 w 1206500"/>
                <a:gd name="connsiteY397" fmla="*/ 553720 h 1139613"/>
                <a:gd name="connsiteX398" fmla="*/ 237913 w 1206500"/>
                <a:gd name="connsiteY398" fmla="*/ 549487 h 1139613"/>
                <a:gd name="connsiteX399" fmla="*/ 237913 w 1206500"/>
                <a:gd name="connsiteY399" fmla="*/ 553720 h 1139613"/>
                <a:gd name="connsiteX400" fmla="*/ 226907 w 1206500"/>
                <a:gd name="connsiteY400" fmla="*/ 567690 h 1139613"/>
                <a:gd name="connsiteX401" fmla="*/ 212936 w 1206500"/>
                <a:gd name="connsiteY401" fmla="*/ 577427 h 1139613"/>
                <a:gd name="connsiteX402" fmla="*/ 208703 w 1206500"/>
                <a:gd name="connsiteY402" fmla="*/ 563457 h 1139613"/>
                <a:gd name="connsiteX403" fmla="*/ 204470 w 1206500"/>
                <a:gd name="connsiteY403" fmla="*/ 549487 h 1139613"/>
                <a:gd name="connsiteX404" fmla="*/ 192193 w 1206500"/>
                <a:gd name="connsiteY404" fmla="*/ 534247 h 1139613"/>
                <a:gd name="connsiteX405" fmla="*/ 187960 w 1206500"/>
                <a:gd name="connsiteY405" fmla="*/ 520277 h 1139613"/>
                <a:gd name="connsiteX406" fmla="*/ 182457 w 1206500"/>
                <a:gd name="connsiteY406" fmla="*/ 516043 h 1139613"/>
                <a:gd name="connsiteX407" fmla="*/ 181186 w 1206500"/>
                <a:gd name="connsiteY407" fmla="*/ 516043 h 1139613"/>
                <a:gd name="connsiteX408" fmla="*/ 172720 w 1206500"/>
                <a:gd name="connsiteY408" fmla="*/ 502074 h 1139613"/>
                <a:gd name="connsiteX409" fmla="*/ 158750 w 1206500"/>
                <a:gd name="connsiteY409" fmla="*/ 499110 h 1139613"/>
                <a:gd name="connsiteX410" fmla="*/ 153246 w 1206500"/>
                <a:gd name="connsiteY410" fmla="*/ 485140 h 1139613"/>
                <a:gd name="connsiteX411" fmla="*/ 153246 w 1206500"/>
                <a:gd name="connsiteY411" fmla="*/ 471170 h 1139613"/>
                <a:gd name="connsiteX412" fmla="*/ 154517 w 1206500"/>
                <a:gd name="connsiteY412" fmla="*/ 468207 h 1139613"/>
                <a:gd name="connsiteX413" fmla="*/ 168486 w 1206500"/>
                <a:gd name="connsiteY413" fmla="*/ 466937 h 1139613"/>
                <a:gd name="connsiteX414" fmla="*/ 182457 w 1206500"/>
                <a:gd name="connsiteY414" fmla="*/ 469477 h 1139613"/>
                <a:gd name="connsiteX415" fmla="*/ 190923 w 1206500"/>
                <a:gd name="connsiteY415" fmla="*/ 476674 h 1139613"/>
                <a:gd name="connsiteX416" fmla="*/ 204893 w 1206500"/>
                <a:gd name="connsiteY416" fmla="*/ 476674 h 1139613"/>
                <a:gd name="connsiteX417" fmla="*/ 209127 w 1206500"/>
                <a:gd name="connsiteY417" fmla="*/ 461433 h 1139613"/>
                <a:gd name="connsiteX418" fmla="*/ 202353 w 1206500"/>
                <a:gd name="connsiteY418" fmla="*/ 454660 h 1139613"/>
                <a:gd name="connsiteX419" fmla="*/ 188383 w 1206500"/>
                <a:gd name="connsiteY419" fmla="*/ 458893 h 1139613"/>
                <a:gd name="connsiteX420" fmla="*/ 174413 w 1206500"/>
                <a:gd name="connsiteY420" fmla="*/ 449157 h 1139613"/>
                <a:gd name="connsiteX421" fmla="*/ 162136 w 1206500"/>
                <a:gd name="connsiteY421" fmla="*/ 441960 h 1139613"/>
                <a:gd name="connsiteX422" fmla="*/ 153670 w 1206500"/>
                <a:gd name="connsiteY422" fmla="*/ 455930 h 1139613"/>
                <a:gd name="connsiteX423" fmla="*/ 153670 w 1206500"/>
                <a:gd name="connsiteY423" fmla="*/ 466937 h 1139613"/>
                <a:gd name="connsiteX424" fmla="*/ 146896 w 1206500"/>
                <a:gd name="connsiteY424" fmla="*/ 452967 h 1139613"/>
                <a:gd name="connsiteX425" fmla="*/ 134196 w 1206500"/>
                <a:gd name="connsiteY425" fmla="*/ 441960 h 1139613"/>
                <a:gd name="connsiteX426" fmla="*/ 120227 w 1206500"/>
                <a:gd name="connsiteY426" fmla="*/ 427990 h 1139613"/>
                <a:gd name="connsiteX427" fmla="*/ 113453 w 1206500"/>
                <a:gd name="connsiteY427" fmla="*/ 414020 h 1139613"/>
                <a:gd name="connsiteX428" fmla="*/ 99483 w 1206500"/>
                <a:gd name="connsiteY428" fmla="*/ 412750 h 1139613"/>
                <a:gd name="connsiteX429" fmla="*/ 92286 w 1206500"/>
                <a:gd name="connsiteY429" fmla="*/ 409787 h 1139613"/>
                <a:gd name="connsiteX430" fmla="*/ 84243 w 1206500"/>
                <a:gd name="connsiteY430" fmla="*/ 394547 h 1139613"/>
                <a:gd name="connsiteX431" fmla="*/ 78740 w 1206500"/>
                <a:gd name="connsiteY431" fmla="*/ 380577 h 1139613"/>
                <a:gd name="connsiteX432" fmla="*/ 66040 w 1206500"/>
                <a:gd name="connsiteY432" fmla="*/ 366607 h 1139613"/>
                <a:gd name="connsiteX433" fmla="*/ 64346 w 1206500"/>
                <a:gd name="connsiteY433" fmla="*/ 352637 h 1139613"/>
                <a:gd name="connsiteX434" fmla="*/ 48683 w 1206500"/>
                <a:gd name="connsiteY434" fmla="*/ 345017 h 1139613"/>
                <a:gd name="connsiteX435" fmla="*/ 48683 w 1206500"/>
                <a:gd name="connsiteY435" fmla="*/ 345017 h 1139613"/>
                <a:gd name="connsiteX436" fmla="*/ 1036320 w 1206500"/>
                <a:gd name="connsiteY436" fmla="*/ 831850 h 1139613"/>
                <a:gd name="connsiteX437" fmla="*/ 1051560 w 1206500"/>
                <a:gd name="connsiteY437" fmla="*/ 833120 h 1139613"/>
                <a:gd name="connsiteX438" fmla="*/ 1065530 w 1206500"/>
                <a:gd name="connsiteY438" fmla="*/ 821690 h 1139613"/>
                <a:gd name="connsiteX439" fmla="*/ 1079500 w 1206500"/>
                <a:gd name="connsiteY439" fmla="*/ 810683 h 1139613"/>
                <a:gd name="connsiteX440" fmla="*/ 1065530 w 1206500"/>
                <a:gd name="connsiteY440" fmla="*/ 809414 h 1139613"/>
                <a:gd name="connsiteX441" fmla="*/ 1049867 w 1206500"/>
                <a:gd name="connsiteY441" fmla="*/ 814917 h 1139613"/>
                <a:gd name="connsiteX442" fmla="*/ 1035896 w 1206500"/>
                <a:gd name="connsiteY442" fmla="*/ 824654 h 1139613"/>
                <a:gd name="connsiteX443" fmla="*/ 1021927 w 1206500"/>
                <a:gd name="connsiteY443" fmla="*/ 833120 h 1139613"/>
                <a:gd name="connsiteX444" fmla="*/ 1030393 w 1206500"/>
                <a:gd name="connsiteY444" fmla="*/ 847090 h 1139613"/>
                <a:gd name="connsiteX445" fmla="*/ 1036320 w 1206500"/>
                <a:gd name="connsiteY445" fmla="*/ 831850 h 1139613"/>
                <a:gd name="connsiteX446" fmla="*/ 37677 w 1206500"/>
                <a:gd name="connsiteY446" fmla="*/ 379730 h 1139613"/>
                <a:gd name="connsiteX447" fmla="*/ 33443 w 1206500"/>
                <a:gd name="connsiteY447" fmla="*/ 365760 h 1139613"/>
                <a:gd name="connsiteX448" fmla="*/ 27940 w 1206500"/>
                <a:gd name="connsiteY448" fmla="*/ 351790 h 1139613"/>
                <a:gd name="connsiteX449" fmla="*/ 33443 w 1206500"/>
                <a:gd name="connsiteY449" fmla="*/ 337820 h 1139613"/>
                <a:gd name="connsiteX450" fmla="*/ 27940 w 1206500"/>
                <a:gd name="connsiteY450" fmla="*/ 323850 h 1139613"/>
                <a:gd name="connsiteX451" fmla="*/ 13970 w 1206500"/>
                <a:gd name="connsiteY451" fmla="*/ 325120 h 1139613"/>
                <a:gd name="connsiteX452" fmla="*/ 0 w 1206500"/>
                <a:gd name="connsiteY452" fmla="*/ 326390 h 1139613"/>
                <a:gd name="connsiteX453" fmla="*/ 1693 w 1206500"/>
                <a:gd name="connsiteY453" fmla="*/ 340360 h 1139613"/>
                <a:gd name="connsiteX454" fmla="*/ 11430 w 1206500"/>
                <a:gd name="connsiteY454" fmla="*/ 354330 h 1139613"/>
                <a:gd name="connsiteX455" fmla="*/ 25400 w 1206500"/>
                <a:gd name="connsiteY455" fmla="*/ 368300 h 1139613"/>
                <a:gd name="connsiteX456" fmla="*/ 33867 w 1206500"/>
                <a:gd name="connsiteY456" fmla="*/ 382270 h 1139613"/>
                <a:gd name="connsiteX457" fmla="*/ 47836 w 1206500"/>
                <a:gd name="connsiteY457" fmla="*/ 392007 h 1139613"/>
                <a:gd name="connsiteX458" fmla="*/ 61807 w 1206500"/>
                <a:gd name="connsiteY458" fmla="*/ 392007 h 1139613"/>
                <a:gd name="connsiteX459" fmla="*/ 46143 w 1206500"/>
                <a:gd name="connsiteY459" fmla="*/ 382270 h 1139613"/>
                <a:gd name="connsiteX460" fmla="*/ 37677 w 1206500"/>
                <a:gd name="connsiteY460" fmla="*/ 379730 h 1139613"/>
                <a:gd name="connsiteX461" fmla="*/ 122767 w 1206500"/>
                <a:gd name="connsiteY461" fmla="*/ 572347 h 1139613"/>
                <a:gd name="connsiteX462" fmla="*/ 108796 w 1206500"/>
                <a:gd name="connsiteY462" fmla="*/ 571077 h 1139613"/>
                <a:gd name="connsiteX463" fmla="*/ 103293 w 1206500"/>
                <a:gd name="connsiteY463" fmla="*/ 585047 h 1139613"/>
                <a:gd name="connsiteX464" fmla="*/ 107527 w 1206500"/>
                <a:gd name="connsiteY464" fmla="*/ 600287 h 1139613"/>
                <a:gd name="connsiteX465" fmla="*/ 121496 w 1206500"/>
                <a:gd name="connsiteY465" fmla="*/ 591820 h 1139613"/>
                <a:gd name="connsiteX466" fmla="*/ 124036 w 1206500"/>
                <a:gd name="connsiteY466" fmla="*/ 605790 h 1139613"/>
                <a:gd name="connsiteX467" fmla="*/ 138007 w 1206500"/>
                <a:gd name="connsiteY467" fmla="*/ 605790 h 1139613"/>
                <a:gd name="connsiteX468" fmla="*/ 151977 w 1206500"/>
                <a:gd name="connsiteY468" fmla="*/ 612564 h 1139613"/>
                <a:gd name="connsiteX469" fmla="*/ 165946 w 1206500"/>
                <a:gd name="connsiteY469" fmla="*/ 609600 h 1139613"/>
                <a:gd name="connsiteX470" fmla="*/ 159173 w 1206500"/>
                <a:gd name="connsiteY470" fmla="*/ 594360 h 1139613"/>
                <a:gd name="connsiteX471" fmla="*/ 145203 w 1206500"/>
                <a:gd name="connsiteY471" fmla="*/ 581660 h 1139613"/>
                <a:gd name="connsiteX472" fmla="*/ 138007 w 1206500"/>
                <a:gd name="connsiteY472" fmla="*/ 576157 h 1139613"/>
                <a:gd name="connsiteX473" fmla="*/ 138007 w 1206500"/>
                <a:gd name="connsiteY473" fmla="*/ 562187 h 1139613"/>
                <a:gd name="connsiteX474" fmla="*/ 126577 w 1206500"/>
                <a:gd name="connsiteY474" fmla="*/ 548217 h 1139613"/>
                <a:gd name="connsiteX475" fmla="*/ 126577 w 1206500"/>
                <a:gd name="connsiteY475" fmla="*/ 562187 h 1139613"/>
                <a:gd name="connsiteX476" fmla="*/ 122767 w 1206500"/>
                <a:gd name="connsiteY476" fmla="*/ 572347 h 1139613"/>
                <a:gd name="connsiteX477" fmla="*/ 147743 w 1206500"/>
                <a:gd name="connsiteY477" fmla="*/ 483024 h 1139613"/>
                <a:gd name="connsiteX478" fmla="*/ 132503 w 1206500"/>
                <a:gd name="connsiteY478" fmla="*/ 496993 h 1139613"/>
                <a:gd name="connsiteX479" fmla="*/ 128270 w 1206500"/>
                <a:gd name="connsiteY479" fmla="*/ 510964 h 1139613"/>
                <a:gd name="connsiteX480" fmla="*/ 136736 w 1206500"/>
                <a:gd name="connsiteY480" fmla="*/ 524933 h 1139613"/>
                <a:gd name="connsiteX481" fmla="*/ 151977 w 1206500"/>
                <a:gd name="connsiteY481" fmla="*/ 519430 h 1139613"/>
                <a:gd name="connsiteX482" fmla="*/ 151977 w 1206500"/>
                <a:gd name="connsiteY482" fmla="*/ 505460 h 1139613"/>
                <a:gd name="connsiteX483" fmla="*/ 150707 w 1206500"/>
                <a:gd name="connsiteY483" fmla="*/ 490220 h 1139613"/>
                <a:gd name="connsiteX484" fmla="*/ 148167 w 1206500"/>
                <a:gd name="connsiteY484" fmla="*/ 485987 h 1139613"/>
                <a:gd name="connsiteX485" fmla="*/ 146896 w 1206500"/>
                <a:gd name="connsiteY485" fmla="*/ 485987 h 1139613"/>
                <a:gd name="connsiteX486" fmla="*/ 147743 w 1206500"/>
                <a:gd name="connsiteY486" fmla="*/ 483024 h 1139613"/>
                <a:gd name="connsiteX487" fmla="*/ 147743 w 1206500"/>
                <a:gd name="connsiteY487" fmla="*/ 559647 h 1139613"/>
                <a:gd name="connsiteX488" fmla="*/ 138007 w 1206500"/>
                <a:gd name="connsiteY488" fmla="*/ 545677 h 1139613"/>
                <a:gd name="connsiteX489" fmla="*/ 143510 w 1206500"/>
                <a:gd name="connsiteY489" fmla="*/ 559647 h 1139613"/>
                <a:gd name="connsiteX490" fmla="*/ 153246 w 1206500"/>
                <a:gd name="connsiteY490" fmla="*/ 573617 h 1139613"/>
                <a:gd name="connsiteX491" fmla="*/ 147743 w 1206500"/>
                <a:gd name="connsiteY491" fmla="*/ 559647 h 1139613"/>
                <a:gd name="connsiteX492" fmla="*/ 173990 w 1206500"/>
                <a:gd name="connsiteY492" fmla="*/ 679874 h 1139613"/>
                <a:gd name="connsiteX493" fmla="*/ 186690 w 1206500"/>
                <a:gd name="connsiteY493" fmla="*/ 665904 h 1139613"/>
                <a:gd name="connsiteX494" fmla="*/ 172720 w 1206500"/>
                <a:gd name="connsiteY494" fmla="*/ 653204 h 1139613"/>
                <a:gd name="connsiteX495" fmla="*/ 158750 w 1206500"/>
                <a:gd name="connsiteY495" fmla="*/ 646007 h 1139613"/>
                <a:gd name="connsiteX496" fmla="*/ 144780 w 1206500"/>
                <a:gd name="connsiteY496" fmla="*/ 644737 h 1139613"/>
                <a:gd name="connsiteX497" fmla="*/ 146050 w 1206500"/>
                <a:gd name="connsiteY497" fmla="*/ 658707 h 1139613"/>
                <a:gd name="connsiteX498" fmla="*/ 158750 w 1206500"/>
                <a:gd name="connsiteY498" fmla="*/ 672677 h 1139613"/>
                <a:gd name="connsiteX499" fmla="*/ 173990 w 1206500"/>
                <a:gd name="connsiteY499" fmla="*/ 683683 h 1139613"/>
                <a:gd name="connsiteX500" fmla="*/ 173990 w 1206500"/>
                <a:gd name="connsiteY500" fmla="*/ 679874 h 1139613"/>
                <a:gd name="connsiteX501" fmla="*/ 468630 w 1206500"/>
                <a:gd name="connsiteY501" fmla="*/ 904240 h 1139613"/>
                <a:gd name="connsiteX502" fmla="*/ 472863 w 1206500"/>
                <a:gd name="connsiteY502" fmla="*/ 918210 h 1139613"/>
                <a:gd name="connsiteX503" fmla="*/ 477096 w 1206500"/>
                <a:gd name="connsiteY503" fmla="*/ 933450 h 1139613"/>
                <a:gd name="connsiteX504" fmla="*/ 492336 w 1206500"/>
                <a:gd name="connsiteY504" fmla="*/ 924983 h 1139613"/>
                <a:gd name="connsiteX505" fmla="*/ 486833 w 1206500"/>
                <a:gd name="connsiteY505" fmla="*/ 909743 h 1139613"/>
                <a:gd name="connsiteX506" fmla="*/ 477096 w 1206500"/>
                <a:gd name="connsiteY506" fmla="*/ 895774 h 1139613"/>
                <a:gd name="connsiteX507" fmla="*/ 468630 w 1206500"/>
                <a:gd name="connsiteY507" fmla="*/ 904240 h 1139613"/>
                <a:gd name="connsiteX508" fmla="*/ 531283 w 1206500"/>
                <a:gd name="connsiteY508" fmla="*/ 629497 h 1139613"/>
                <a:gd name="connsiteX509" fmla="*/ 527050 w 1206500"/>
                <a:gd name="connsiteY509" fmla="*/ 643467 h 1139613"/>
                <a:gd name="connsiteX510" fmla="*/ 542290 w 1206500"/>
                <a:gd name="connsiteY510" fmla="*/ 639233 h 1139613"/>
                <a:gd name="connsiteX511" fmla="*/ 538057 w 1206500"/>
                <a:gd name="connsiteY511" fmla="*/ 625264 h 1139613"/>
                <a:gd name="connsiteX512" fmla="*/ 531283 w 1206500"/>
                <a:gd name="connsiteY512" fmla="*/ 629497 h 1139613"/>
                <a:gd name="connsiteX513" fmla="*/ 541020 w 1206500"/>
                <a:gd name="connsiteY513" fmla="*/ 678180 h 1139613"/>
                <a:gd name="connsiteX514" fmla="*/ 543560 w 1206500"/>
                <a:gd name="connsiteY514" fmla="*/ 664210 h 1139613"/>
                <a:gd name="connsiteX515" fmla="*/ 529590 w 1206500"/>
                <a:gd name="connsiteY515" fmla="*/ 664210 h 1139613"/>
                <a:gd name="connsiteX516" fmla="*/ 539327 w 1206500"/>
                <a:gd name="connsiteY516" fmla="*/ 679874 h 1139613"/>
                <a:gd name="connsiteX517" fmla="*/ 541020 w 1206500"/>
                <a:gd name="connsiteY517" fmla="*/ 678180 h 1139613"/>
                <a:gd name="connsiteX518" fmla="*/ 554990 w 1206500"/>
                <a:gd name="connsiteY518" fmla="*/ 556683 h 1139613"/>
                <a:gd name="connsiteX519" fmla="*/ 568960 w 1206500"/>
                <a:gd name="connsiteY519" fmla="*/ 557954 h 1139613"/>
                <a:gd name="connsiteX520" fmla="*/ 582930 w 1206500"/>
                <a:gd name="connsiteY520" fmla="*/ 557954 h 1139613"/>
                <a:gd name="connsiteX521" fmla="*/ 598170 w 1206500"/>
                <a:gd name="connsiteY521" fmla="*/ 559224 h 1139613"/>
                <a:gd name="connsiteX522" fmla="*/ 612140 w 1206500"/>
                <a:gd name="connsiteY522" fmla="*/ 561764 h 1139613"/>
                <a:gd name="connsiteX523" fmla="*/ 620183 w 1206500"/>
                <a:gd name="connsiteY523" fmla="*/ 575733 h 1139613"/>
                <a:gd name="connsiteX524" fmla="*/ 631613 w 1206500"/>
                <a:gd name="connsiteY524" fmla="*/ 589704 h 1139613"/>
                <a:gd name="connsiteX525" fmla="*/ 634577 w 1206500"/>
                <a:gd name="connsiteY525" fmla="*/ 603674 h 1139613"/>
                <a:gd name="connsiteX526" fmla="*/ 648546 w 1206500"/>
                <a:gd name="connsiteY526" fmla="*/ 613410 h 1139613"/>
                <a:gd name="connsiteX527" fmla="*/ 662517 w 1206500"/>
                <a:gd name="connsiteY527" fmla="*/ 623147 h 1139613"/>
                <a:gd name="connsiteX528" fmla="*/ 676486 w 1206500"/>
                <a:gd name="connsiteY528" fmla="*/ 632883 h 1139613"/>
                <a:gd name="connsiteX529" fmla="*/ 680720 w 1206500"/>
                <a:gd name="connsiteY529" fmla="*/ 628650 h 1139613"/>
                <a:gd name="connsiteX530" fmla="*/ 687493 w 1206500"/>
                <a:gd name="connsiteY530" fmla="*/ 614680 h 1139613"/>
                <a:gd name="connsiteX531" fmla="*/ 676486 w 1206500"/>
                <a:gd name="connsiteY531" fmla="*/ 600710 h 1139613"/>
                <a:gd name="connsiteX532" fmla="*/ 662517 w 1206500"/>
                <a:gd name="connsiteY532" fmla="*/ 599440 h 1139613"/>
                <a:gd name="connsiteX533" fmla="*/ 648546 w 1206500"/>
                <a:gd name="connsiteY533" fmla="*/ 593937 h 1139613"/>
                <a:gd name="connsiteX534" fmla="*/ 640080 w 1206500"/>
                <a:gd name="connsiteY534" fmla="*/ 579967 h 1139613"/>
                <a:gd name="connsiteX535" fmla="*/ 632883 w 1206500"/>
                <a:gd name="connsiteY535" fmla="*/ 565997 h 1139613"/>
                <a:gd name="connsiteX536" fmla="*/ 628650 w 1206500"/>
                <a:gd name="connsiteY536" fmla="*/ 550757 h 1139613"/>
                <a:gd name="connsiteX537" fmla="*/ 632883 w 1206500"/>
                <a:gd name="connsiteY537" fmla="*/ 536787 h 1139613"/>
                <a:gd name="connsiteX538" fmla="*/ 618913 w 1206500"/>
                <a:gd name="connsiteY538" fmla="*/ 525780 h 1139613"/>
                <a:gd name="connsiteX539" fmla="*/ 610446 w 1206500"/>
                <a:gd name="connsiteY539" fmla="*/ 511810 h 1139613"/>
                <a:gd name="connsiteX540" fmla="*/ 596477 w 1206500"/>
                <a:gd name="connsiteY540" fmla="*/ 513080 h 1139613"/>
                <a:gd name="connsiteX541" fmla="*/ 582507 w 1206500"/>
                <a:gd name="connsiteY541" fmla="*/ 511810 h 1139613"/>
                <a:gd name="connsiteX542" fmla="*/ 568536 w 1206500"/>
                <a:gd name="connsiteY542" fmla="*/ 506307 h 1139613"/>
                <a:gd name="connsiteX543" fmla="*/ 553296 w 1206500"/>
                <a:gd name="connsiteY543" fmla="*/ 499533 h 1139613"/>
                <a:gd name="connsiteX544" fmla="*/ 539327 w 1206500"/>
                <a:gd name="connsiteY544" fmla="*/ 492337 h 1139613"/>
                <a:gd name="connsiteX545" fmla="*/ 525357 w 1206500"/>
                <a:gd name="connsiteY545" fmla="*/ 482600 h 1139613"/>
                <a:gd name="connsiteX546" fmla="*/ 519853 w 1206500"/>
                <a:gd name="connsiteY546" fmla="*/ 468630 h 1139613"/>
                <a:gd name="connsiteX547" fmla="*/ 507153 w 1206500"/>
                <a:gd name="connsiteY547" fmla="*/ 454660 h 1139613"/>
                <a:gd name="connsiteX548" fmla="*/ 493183 w 1206500"/>
                <a:gd name="connsiteY548" fmla="*/ 454660 h 1139613"/>
                <a:gd name="connsiteX549" fmla="*/ 477943 w 1206500"/>
                <a:gd name="connsiteY549" fmla="*/ 457200 h 1139613"/>
                <a:gd name="connsiteX550" fmla="*/ 465243 w 1206500"/>
                <a:gd name="connsiteY550" fmla="*/ 471170 h 1139613"/>
                <a:gd name="connsiteX551" fmla="*/ 452543 w 1206500"/>
                <a:gd name="connsiteY551" fmla="*/ 485140 h 1139613"/>
                <a:gd name="connsiteX552" fmla="*/ 466513 w 1206500"/>
                <a:gd name="connsiteY552" fmla="*/ 478367 h 1139613"/>
                <a:gd name="connsiteX553" fmla="*/ 480483 w 1206500"/>
                <a:gd name="connsiteY553" fmla="*/ 482600 h 1139613"/>
                <a:gd name="connsiteX554" fmla="*/ 494453 w 1206500"/>
                <a:gd name="connsiteY554" fmla="*/ 492337 h 1139613"/>
                <a:gd name="connsiteX555" fmla="*/ 509693 w 1206500"/>
                <a:gd name="connsiteY555" fmla="*/ 502074 h 1139613"/>
                <a:gd name="connsiteX556" fmla="*/ 523663 w 1206500"/>
                <a:gd name="connsiteY556" fmla="*/ 511810 h 1139613"/>
                <a:gd name="connsiteX557" fmla="*/ 533400 w 1206500"/>
                <a:gd name="connsiteY557" fmla="*/ 525780 h 1139613"/>
                <a:gd name="connsiteX558" fmla="*/ 547370 w 1206500"/>
                <a:gd name="connsiteY558" fmla="*/ 532554 h 1139613"/>
                <a:gd name="connsiteX559" fmla="*/ 547370 w 1206500"/>
                <a:gd name="connsiteY559" fmla="*/ 546524 h 1139613"/>
                <a:gd name="connsiteX560" fmla="*/ 554990 w 1206500"/>
                <a:gd name="connsiteY560" fmla="*/ 556683 h 1139613"/>
                <a:gd name="connsiteX561" fmla="*/ 559223 w 1206500"/>
                <a:gd name="connsiteY561" fmla="*/ 434340 h 1139613"/>
                <a:gd name="connsiteX562" fmla="*/ 545253 w 1206500"/>
                <a:gd name="connsiteY562" fmla="*/ 434340 h 1139613"/>
                <a:gd name="connsiteX563" fmla="*/ 559223 w 1206500"/>
                <a:gd name="connsiteY563" fmla="*/ 447040 h 1139613"/>
                <a:gd name="connsiteX564" fmla="*/ 559223 w 1206500"/>
                <a:gd name="connsiteY564" fmla="*/ 434340 h 1139613"/>
                <a:gd name="connsiteX565" fmla="*/ 659553 w 1206500"/>
                <a:gd name="connsiteY565" fmla="*/ 1093893 h 1139613"/>
                <a:gd name="connsiteX566" fmla="*/ 673523 w 1206500"/>
                <a:gd name="connsiteY566" fmla="*/ 1096433 h 1139613"/>
                <a:gd name="connsiteX567" fmla="*/ 676486 w 1206500"/>
                <a:gd name="connsiteY567" fmla="*/ 1095164 h 1139613"/>
                <a:gd name="connsiteX568" fmla="*/ 690457 w 1206500"/>
                <a:gd name="connsiteY568" fmla="*/ 1099397 h 1139613"/>
                <a:gd name="connsiteX569" fmla="*/ 704427 w 1206500"/>
                <a:gd name="connsiteY569" fmla="*/ 1102360 h 1139613"/>
                <a:gd name="connsiteX570" fmla="*/ 718396 w 1206500"/>
                <a:gd name="connsiteY570" fmla="*/ 1110827 h 1139613"/>
                <a:gd name="connsiteX571" fmla="*/ 733636 w 1206500"/>
                <a:gd name="connsiteY571" fmla="*/ 1112097 h 1139613"/>
                <a:gd name="connsiteX572" fmla="*/ 737870 w 1206500"/>
                <a:gd name="connsiteY572" fmla="*/ 1127337 h 1139613"/>
                <a:gd name="connsiteX573" fmla="*/ 743373 w 1206500"/>
                <a:gd name="connsiteY573" fmla="*/ 1139614 h 1139613"/>
                <a:gd name="connsiteX574" fmla="*/ 758613 w 1206500"/>
                <a:gd name="connsiteY574" fmla="*/ 1138343 h 1139613"/>
                <a:gd name="connsiteX575" fmla="*/ 772583 w 1206500"/>
                <a:gd name="connsiteY575" fmla="*/ 1138343 h 1139613"/>
                <a:gd name="connsiteX576" fmla="*/ 779357 w 1206500"/>
                <a:gd name="connsiteY576" fmla="*/ 1137074 h 1139613"/>
                <a:gd name="connsiteX577" fmla="*/ 795020 w 1206500"/>
                <a:gd name="connsiteY577" fmla="*/ 1134110 h 1139613"/>
                <a:gd name="connsiteX578" fmla="*/ 808990 w 1206500"/>
                <a:gd name="connsiteY578" fmla="*/ 1132840 h 1139613"/>
                <a:gd name="connsiteX579" fmla="*/ 822960 w 1206500"/>
                <a:gd name="connsiteY579" fmla="*/ 1127337 h 1139613"/>
                <a:gd name="connsiteX580" fmla="*/ 836930 w 1206500"/>
                <a:gd name="connsiteY580" fmla="*/ 1128607 h 1139613"/>
                <a:gd name="connsiteX581" fmla="*/ 852170 w 1206500"/>
                <a:gd name="connsiteY581" fmla="*/ 1127337 h 1139613"/>
                <a:gd name="connsiteX582" fmla="*/ 853440 w 1206500"/>
                <a:gd name="connsiteY582" fmla="*/ 1126067 h 1139613"/>
                <a:gd name="connsiteX583" fmla="*/ 867410 w 1206500"/>
                <a:gd name="connsiteY583" fmla="*/ 1124797 h 1139613"/>
                <a:gd name="connsiteX584" fmla="*/ 881380 w 1206500"/>
                <a:gd name="connsiteY584" fmla="*/ 1127760 h 1139613"/>
                <a:gd name="connsiteX585" fmla="*/ 885613 w 1206500"/>
                <a:gd name="connsiteY585" fmla="*/ 1127760 h 1139613"/>
                <a:gd name="connsiteX586" fmla="*/ 896620 w 1206500"/>
                <a:gd name="connsiteY586" fmla="*/ 1123527 h 1139613"/>
                <a:gd name="connsiteX587" fmla="*/ 911860 w 1206500"/>
                <a:gd name="connsiteY587" fmla="*/ 1123527 h 1139613"/>
                <a:gd name="connsiteX588" fmla="*/ 925830 w 1206500"/>
                <a:gd name="connsiteY588" fmla="*/ 1127760 h 1139613"/>
                <a:gd name="connsiteX589" fmla="*/ 931333 w 1206500"/>
                <a:gd name="connsiteY589" fmla="*/ 1127760 h 1139613"/>
                <a:gd name="connsiteX590" fmla="*/ 932603 w 1206500"/>
                <a:gd name="connsiteY590" fmla="*/ 1126490 h 1139613"/>
                <a:gd name="connsiteX591" fmla="*/ 946573 w 1206500"/>
                <a:gd name="connsiteY591" fmla="*/ 1113790 h 1139613"/>
                <a:gd name="connsiteX592" fmla="*/ 949536 w 1206500"/>
                <a:gd name="connsiteY592" fmla="*/ 1099820 h 1139613"/>
                <a:gd name="connsiteX593" fmla="*/ 941070 w 1206500"/>
                <a:gd name="connsiteY593" fmla="*/ 1085850 h 1139613"/>
                <a:gd name="connsiteX594" fmla="*/ 927100 w 1206500"/>
                <a:gd name="connsiteY594" fmla="*/ 1094317 h 1139613"/>
                <a:gd name="connsiteX595" fmla="*/ 911860 w 1206500"/>
                <a:gd name="connsiteY595" fmla="*/ 1090083 h 1139613"/>
                <a:gd name="connsiteX596" fmla="*/ 897890 w 1206500"/>
                <a:gd name="connsiteY596" fmla="*/ 1096857 h 1139613"/>
                <a:gd name="connsiteX597" fmla="*/ 883920 w 1206500"/>
                <a:gd name="connsiteY597" fmla="*/ 1107864 h 1139613"/>
                <a:gd name="connsiteX598" fmla="*/ 869950 w 1206500"/>
                <a:gd name="connsiteY598" fmla="*/ 1099397 h 1139613"/>
                <a:gd name="connsiteX599" fmla="*/ 872913 w 1206500"/>
                <a:gd name="connsiteY599" fmla="*/ 1084157 h 1139613"/>
                <a:gd name="connsiteX600" fmla="*/ 868680 w 1206500"/>
                <a:gd name="connsiteY600" fmla="*/ 1070187 h 1139613"/>
                <a:gd name="connsiteX601" fmla="*/ 854710 w 1206500"/>
                <a:gd name="connsiteY601" fmla="*/ 1071457 h 1139613"/>
                <a:gd name="connsiteX602" fmla="*/ 840740 w 1206500"/>
                <a:gd name="connsiteY602" fmla="*/ 1075690 h 1139613"/>
                <a:gd name="connsiteX603" fmla="*/ 839470 w 1206500"/>
                <a:gd name="connsiteY603" fmla="*/ 1075690 h 1139613"/>
                <a:gd name="connsiteX604" fmla="*/ 825500 w 1206500"/>
                <a:gd name="connsiteY604" fmla="*/ 1074420 h 1139613"/>
                <a:gd name="connsiteX605" fmla="*/ 811530 w 1206500"/>
                <a:gd name="connsiteY605" fmla="*/ 1070187 h 1139613"/>
                <a:gd name="connsiteX606" fmla="*/ 797560 w 1206500"/>
                <a:gd name="connsiteY606" fmla="*/ 1070187 h 1139613"/>
                <a:gd name="connsiteX607" fmla="*/ 782320 w 1206500"/>
                <a:gd name="connsiteY607" fmla="*/ 1070187 h 1139613"/>
                <a:gd name="connsiteX608" fmla="*/ 768350 w 1206500"/>
                <a:gd name="connsiteY608" fmla="*/ 1057487 h 1139613"/>
                <a:gd name="connsiteX609" fmla="*/ 761153 w 1206500"/>
                <a:gd name="connsiteY609" fmla="*/ 1058757 h 1139613"/>
                <a:gd name="connsiteX610" fmla="*/ 748453 w 1206500"/>
                <a:gd name="connsiteY610" fmla="*/ 1058757 h 1139613"/>
                <a:gd name="connsiteX611" fmla="*/ 733213 w 1206500"/>
                <a:gd name="connsiteY611" fmla="*/ 1055793 h 1139613"/>
                <a:gd name="connsiteX612" fmla="*/ 719243 w 1206500"/>
                <a:gd name="connsiteY612" fmla="*/ 1057064 h 1139613"/>
                <a:gd name="connsiteX613" fmla="*/ 705273 w 1206500"/>
                <a:gd name="connsiteY613" fmla="*/ 1062567 h 1139613"/>
                <a:gd name="connsiteX614" fmla="*/ 691303 w 1206500"/>
                <a:gd name="connsiteY614" fmla="*/ 1065107 h 1139613"/>
                <a:gd name="connsiteX615" fmla="*/ 677333 w 1206500"/>
                <a:gd name="connsiteY615" fmla="*/ 1066377 h 1139613"/>
                <a:gd name="connsiteX616" fmla="*/ 666327 w 1206500"/>
                <a:gd name="connsiteY616" fmla="*/ 1063837 h 1139613"/>
                <a:gd name="connsiteX617" fmla="*/ 653627 w 1206500"/>
                <a:gd name="connsiteY617" fmla="*/ 1049867 h 1139613"/>
                <a:gd name="connsiteX618" fmla="*/ 639657 w 1206500"/>
                <a:gd name="connsiteY618" fmla="*/ 1040130 h 1139613"/>
                <a:gd name="connsiteX619" fmla="*/ 653627 w 1206500"/>
                <a:gd name="connsiteY619" fmla="*/ 1030393 h 1139613"/>
                <a:gd name="connsiteX620" fmla="*/ 639657 w 1206500"/>
                <a:gd name="connsiteY620" fmla="*/ 1033357 h 1139613"/>
                <a:gd name="connsiteX621" fmla="*/ 625686 w 1206500"/>
                <a:gd name="connsiteY621" fmla="*/ 1040130 h 1139613"/>
                <a:gd name="connsiteX622" fmla="*/ 611717 w 1206500"/>
                <a:gd name="connsiteY622" fmla="*/ 1038860 h 1139613"/>
                <a:gd name="connsiteX623" fmla="*/ 596477 w 1206500"/>
                <a:gd name="connsiteY623" fmla="*/ 1029124 h 1139613"/>
                <a:gd name="connsiteX624" fmla="*/ 588010 w 1206500"/>
                <a:gd name="connsiteY624" fmla="*/ 1013883 h 1139613"/>
                <a:gd name="connsiteX625" fmla="*/ 588010 w 1206500"/>
                <a:gd name="connsiteY625" fmla="*/ 1029124 h 1139613"/>
                <a:gd name="connsiteX626" fmla="*/ 582507 w 1206500"/>
                <a:gd name="connsiteY626" fmla="*/ 1043093 h 1139613"/>
                <a:gd name="connsiteX627" fmla="*/ 568536 w 1206500"/>
                <a:gd name="connsiteY627" fmla="*/ 1034627 h 1139613"/>
                <a:gd name="connsiteX628" fmla="*/ 566843 w 1206500"/>
                <a:gd name="connsiteY628" fmla="*/ 1049867 h 1139613"/>
                <a:gd name="connsiteX629" fmla="*/ 564303 w 1206500"/>
                <a:gd name="connsiteY629" fmla="*/ 1063837 h 1139613"/>
                <a:gd name="connsiteX630" fmla="*/ 564303 w 1206500"/>
                <a:gd name="connsiteY630" fmla="*/ 1077807 h 1139613"/>
                <a:gd name="connsiteX631" fmla="*/ 578273 w 1206500"/>
                <a:gd name="connsiteY631" fmla="*/ 1087543 h 1139613"/>
                <a:gd name="connsiteX632" fmla="*/ 592243 w 1206500"/>
                <a:gd name="connsiteY632" fmla="*/ 1087543 h 1139613"/>
                <a:gd name="connsiteX633" fmla="*/ 606213 w 1206500"/>
                <a:gd name="connsiteY633" fmla="*/ 1084580 h 1139613"/>
                <a:gd name="connsiteX634" fmla="*/ 621453 w 1206500"/>
                <a:gd name="connsiteY634" fmla="*/ 1088814 h 1139613"/>
                <a:gd name="connsiteX635" fmla="*/ 635423 w 1206500"/>
                <a:gd name="connsiteY635" fmla="*/ 1093047 h 1139613"/>
                <a:gd name="connsiteX636" fmla="*/ 649393 w 1206500"/>
                <a:gd name="connsiteY636" fmla="*/ 1091777 h 1139613"/>
                <a:gd name="connsiteX637" fmla="*/ 659553 w 1206500"/>
                <a:gd name="connsiteY637" fmla="*/ 1093893 h 1139613"/>
                <a:gd name="connsiteX638" fmla="*/ 662517 w 1206500"/>
                <a:gd name="connsiteY638" fmla="*/ 693420 h 1139613"/>
                <a:gd name="connsiteX639" fmla="*/ 662517 w 1206500"/>
                <a:gd name="connsiteY639" fmla="*/ 679450 h 1139613"/>
                <a:gd name="connsiteX640" fmla="*/ 648546 w 1206500"/>
                <a:gd name="connsiteY640" fmla="*/ 690457 h 1139613"/>
                <a:gd name="connsiteX641" fmla="*/ 651510 w 1206500"/>
                <a:gd name="connsiteY641" fmla="*/ 704427 h 1139613"/>
                <a:gd name="connsiteX642" fmla="*/ 662517 w 1206500"/>
                <a:gd name="connsiteY642" fmla="*/ 693420 h 1139613"/>
                <a:gd name="connsiteX643" fmla="*/ 677757 w 1206500"/>
                <a:gd name="connsiteY643" fmla="*/ 848360 h 1139613"/>
                <a:gd name="connsiteX644" fmla="*/ 691727 w 1206500"/>
                <a:gd name="connsiteY644" fmla="*/ 847090 h 1139613"/>
                <a:gd name="connsiteX645" fmla="*/ 694690 w 1206500"/>
                <a:gd name="connsiteY645" fmla="*/ 833120 h 1139613"/>
                <a:gd name="connsiteX646" fmla="*/ 680720 w 1206500"/>
                <a:gd name="connsiteY646" fmla="*/ 844127 h 1139613"/>
                <a:gd name="connsiteX647" fmla="*/ 665057 w 1206500"/>
                <a:gd name="connsiteY647" fmla="*/ 835660 h 1139613"/>
                <a:gd name="connsiteX648" fmla="*/ 665057 w 1206500"/>
                <a:gd name="connsiteY648" fmla="*/ 850900 h 1139613"/>
                <a:gd name="connsiteX649" fmla="*/ 677757 w 1206500"/>
                <a:gd name="connsiteY649" fmla="*/ 848360 h 1139613"/>
                <a:gd name="connsiteX650" fmla="*/ 673523 w 1206500"/>
                <a:gd name="connsiteY650" fmla="*/ 195580 h 1139613"/>
                <a:gd name="connsiteX651" fmla="*/ 687493 w 1206500"/>
                <a:gd name="connsiteY651" fmla="*/ 189654 h 1139613"/>
                <a:gd name="connsiteX652" fmla="*/ 689186 w 1206500"/>
                <a:gd name="connsiteY652" fmla="*/ 175683 h 1139613"/>
                <a:gd name="connsiteX653" fmla="*/ 680720 w 1206500"/>
                <a:gd name="connsiteY653" fmla="*/ 161714 h 1139613"/>
                <a:gd name="connsiteX654" fmla="*/ 666750 w 1206500"/>
                <a:gd name="connsiteY654" fmla="*/ 158750 h 1139613"/>
                <a:gd name="connsiteX655" fmla="*/ 654050 w 1206500"/>
                <a:gd name="connsiteY655" fmla="*/ 172720 h 1139613"/>
                <a:gd name="connsiteX656" fmla="*/ 656590 w 1206500"/>
                <a:gd name="connsiteY656" fmla="*/ 187960 h 1139613"/>
                <a:gd name="connsiteX657" fmla="*/ 670560 w 1206500"/>
                <a:gd name="connsiteY657" fmla="*/ 196427 h 1139613"/>
                <a:gd name="connsiteX658" fmla="*/ 673523 w 1206500"/>
                <a:gd name="connsiteY658" fmla="*/ 195580 h 1139613"/>
                <a:gd name="connsiteX659" fmla="*/ 690457 w 1206500"/>
                <a:gd name="connsiteY659" fmla="*/ 496993 h 1139613"/>
                <a:gd name="connsiteX660" fmla="*/ 683260 w 1206500"/>
                <a:gd name="connsiteY660" fmla="*/ 483024 h 1139613"/>
                <a:gd name="connsiteX661" fmla="*/ 674793 w 1206500"/>
                <a:gd name="connsiteY661" fmla="*/ 469054 h 1139613"/>
                <a:gd name="connsiteX662" fmla="*/ 660823 w 1206500"/>
                <a:gd name="connsiteY662" fmla="*/ 464820 h 1139613"/>
                <a:gd name="connsiteX663" fmla="*/ 659553 w 1206500"/>
                <a:gd name="connsiteY663" fmla="*/ 478790 h 1139613"/>
                <a:gd name="connsiteX664" fmla="*/ 673523 w 1206500"/>
                <a:gd name="connsiteY664" fmla="*/ 484293 h 1139613"/>
                <a:gd name="connsiteX665" fmla="*/ 677757 w 1206500"/>
                <a:gd name="connsiteY665" fmla="*/ 498264 h 1139613"/>
                <a:gd name="connsiteX666" fmla="*/ 690457 w 1206500"/>
                <a:gd name="connsiteY666" fmla="*/ 496993 h 1139613"/>
                <a:gd name="connsiteX667" fmla="*/ 722630 w 1206500"/>
                <a:gd name="connsiteY667" fmla="*/ 798407 h 1139613"/>
                <a:gd name="connsiteX668" fmla="*/ 708660 w 1206500"/>
                <a:gd name="connsiteY668" fmla="*/ 794174 h 1139613"/>
                <a:gd name="connsiteX669" fmla="*/ 715433 w 1206500"/>
                <a:gd name="connsiteY669" fmla="*/ 808143 h 1139613"/>
                <a:gd name="connsiteX670" fmla="*/ 722630 w 1206500"/>
                <a:gd name="connsiteY670" fmla="*/ 798407 h 1139613"/>
                <a:gd name="connsiteX671" fmla="*/ 734907 w 1206500"/>
                <a:gd name="connsiteY671" fmla="*/ 304377 h 1139613"/>
                <a:gd name="connsiteX672" fmla="*/ 733636 w 1206500"/>
                <a:gd name="connsiteY672" fmla="*/ 318347 h 1139613"/>
                <a:gd name="connsiteX673" fmla="*/ 747607 w 1206500"/>
                <a:gd name="connsiteY673" fmla="*/ 322580 h 1139613"/>
                <a:gd name="connsiteX674" fmla="*/ 761577 w 1206500"/>
                <a:gd name="connsiteY674" fmla="*/ 315383 h 1139613"/>
                <a:gd name="connsiteX675" fmla="*/ 776817 w 1206500"/>
                <a:gd name="connsiteY675" fmla="*/ 319617 h 1139613"/>
                <a:gd name="connsiteX676" fmla="*/ 778086 w 1206500"/>
                <a:gd name="connsiteY676" fmla="*/ 305647 h 1139613"/>
                <a:gd name="connsiteX677" fmla="*/ 785283 w 1206500"/>
                <a:gd name="connsiteY677" fmla="*/ 291677 h 1139613"/>
                <a:gd name="connsiteX678" fmla="*/ 785283 w 1206500"/>
                <a:gd name="connsiteY678" fmla="*/ 290407 h 1139613"/>
                <a:gd name="connsiteX679" fmla="*/ 774277 w 1206500"/>
                <a:gd name="connsiteY679" fmla="*/ 291677 h 1139613"/>
                <a:gd name="connsiteX680" fmla="*/ 771736 w 1206500"/>
                <a:gd name="connsiteY680" fmla="*/ 297180 h 1139613"/>
                <a:gd name="connsiteX681" fmla="*/ 757767 w 1206500"/>
                <a:gd name="connsiteY681" fmla="*/ 291677 h 1139613"/>
                <a:gd name="connsiteX682" fmla="*/ 754803 w 1206500"/>
                <a:gd name="connsiteY682" fmla="*/ 291677 h 1139613"/>
                <a:gd name="connsiteX683" fmla="*/ 751840 w 1206500"/>
                <a:gd name="connsiteY683" fmla="*/ 291677 h 1139613"/>
                <a:gd name="connsiteX684" fmla="*/ 750570 w 1206500"/>
                <a:gd name="connsiteY684" fmla="*/ 291677 h 1139613"/>
                <a:gd name="connsiteX685" fmla="*/ 746336 w 1206500"/>
                <a:gd name="connsiteY685" fmla="*/ 291677 h 1139613"/>
                <a:gd name="connsiteX686" fmla="*/ 739563 w 1206500"/>
                <a:gd name="connsiteY686" fmla="*/ 291677 h 1139613"/>
                <a:gd name="connsiteX687" fmla="*/ 734907 w 1206500"/>
                <a:gd name="connsiteY687" fmla="*/ 304377 h 1139613"/>
                <a:gd name="connsiteX688" fmla="*/ 745913 w 1206500"/>
                <a:gd name="connsiteY688" fmla="*/ 669714 h 1139613"/>
                <a:gd name="connsiteX689" fmla="*/ 742950 w 1206500"/>
                <a:gd name="connsiteY689" fmla="*/ 655743 h 1139613"/>
                <a:gd name="connsiteX690" fmla="*/ 738717 w 1206500"/>
                <a:gd name="connsiteY690" fmla="*/ 641774 h 1139613"/>
                <a:gd name="connsiteX691" fmla="*/ 724746 w 1206500"/>
                <a:gd name="connsiteY691" fmla="*/ 640504 h 1139613"/>
                <a:gd name="connsiteX692" fmla="*/ 716280 w 1206500"/>
                <a:gd name="connsiteY692" fmla="*/ 626533 h 1139613"/>
                <a:gd name="connsiteX693" fmla="*/ 702310 w 1206500"/>
                <a:gd name="connsiteY693" fmla="*/ 637540 h 1139613"/>
                <a:gd name="connsiteX694" fmla="*/ 716280 w 1206500"/>
                <a:gd name="connsiteY694" fmla="*/ 648970 h 1139613"/>
                <a:gd name="connsiteX695" fmla="*/ 728980 w 1206500"/>
                <a:gd name="connsiteY695" fmla="*/ 664210 h 1139613"/>
                <a:gd name="connsiteX696" fmla="*/ 741680 w 1206500"/>
                <a:gd name="connsiteY696" fmla="*/ 678180 h 1139613"/>
                <a:gd name="connsiteX697" fmla="*/ 745913 w 1206500"/>
                <a:gd name="connsiteY697" fmla="*/ 669714 h 1139613"/>
                <a:gd name="connsiteX698" fmla="*/ 748877 w 1206500"/>
                <a:gd name="connsiteY698" fmla="*/ 686647 h 1139613"/>
                <a:gd name="connsiteX699" fmla="*/ 751417 w 1206500"/>
                <a:gd name="connsiteY699" fmla="*/ 687917 h 1139613"/>
                <a:gd name="connsiteX700" fmla="*/ 767080 w 1206500"/>
                <a:gd name="connsiteY700" fmla="*/ 700617 h 1139613"/>
                <a:gd name="connsiteX701" fmla="*/ 781050 w 1206500"/>
                <a:gd name="connsiteY701" fmla="*/ 700617 h 1139613"/>
                <a:gd name="connsiteX702" fmla="*/ 776817 w 1206500"/>
                <a:gd name="connsiteY702" fmla="*/ 686647 h 1139613"/>
                <a:gd name="connsiteX703" fmla="*/ 762846 w 1206500"/>
                <a:gd name="connsiteY703" fmla="*/ 684107 h 1139613"/>
                <a:gd name="connsiteX704" fmla="*/ 747607 w 1206500"/>
                <a:gd name="connsiteY704" fmla="*/ 679874 h 1139613"/>
                <a:gd name="connsiteX705" fmla="*/ 748877 w 1206500"/>
                <a:gd name="connsiteY705" fmla="*/ 686647 h 1139613"/>
                <a:gd name="connsiteX706" fmla="*/ 751417 w 1206500"/>
                <a:gd name="connsiteY706" fmla="*/ 855557 h 1139613"/>
                <a:gd name="connsiteX707" fmla="*/ 736177 w 1206500"/>
                <a:gd name="connsiteY707" fmla="*/ 852593 h 1139613"/>
                <a:gd name="connsiteX708" fmla="*/ 751417 w 1206500"/>
                <a:gd name="connsiteY708" fmla="*/ 861060 h 1139613"/>
                <a:gd name="connsiteX709" fmla="*/ 751417 w 1206500"/>
                <a:gd name="connsiteY709" fmla="*/ 855557 h 1139613"/>
                <a:gd name="connsiteX710" fmla="*/ 790786 w 1206500"/>
                <a:gd name="connsiteY710" fmla="*/ 782743 h 1139613"/>
                <a:gd name="connsiteX711" fmla="*/ 784013 w 1206500"/>
                <a:gd name="connsiteY711" fmla="*/ 768774 h 1139613"/>
                <a:gd name="connsiteX712" fmla="*/ 770043 w 1206500"/>
                <a:gd name="connsiteY712" fmla="*/ 781474 h 1139613"/>
                <a:gd name="connsiteX713" fmla="*/ 781050 w 1206500"/>
                <a:gd name="connsiteY713" fmla="*/ 796714 h 1139613"/>
                <a:gd name="connsiteX714" fmla="*/ 790786 w 1206500"/>
                <a:gd name="connsiteY714" fmla="*/ 782743 h 1139613"/>
                <a:gd name="connsiteX715" fmla="*/ 808990 w 1206500"/>
                <a:gd name="connsiteY715" fmla="*/ 711624 h 1139613"/>
                <a:gd name="connsiteX716" fmla="*/ 793750 w 1206500"/>
                <a:gd name="connsiteY716" fmla="*/ 710354 h 1139613"/>
                <a:gd name="connsiteX717" fmla="*/ 799253 w 1206500"/>
                <a:gd name="connsiteY717" fmla="*/ 724324 h 1139613"/>
                <a:gd name="connsiteX718" fmla="*/ 808990 w 1206500"/>
                <a:gd name="connsiteY718" fmla="*/ 711624 h 1139613"/>
                <a:gd name="connsiteX719" fmla="*/ 811953 w 1206500"/>
                <a:gd name="connsiteY719" fmla="*/ 850054 h 1139613"/>
                <a:gd name="connsiteX720" fmla="*/ 807720 w 1206500"/>
                <a:gd name="connsiteY720" fmla="*/ 836083 h 1139613"/>
                <a:gd name="connsiteX721" fmla="*/ 794173 w 1206500"/>
                <a:gd name="connsiteY721" fmla="*/ 840317 h 1139613"/>
                <a:gd name="connsiteX722" fmla="*/ 807720 w 1206500"/>
                <a:gd name="connsiteY722" fmla="*/ 851324 h 1139613"/>
                <a:gd name="connsiteX723" fmla="*/ 811953 w 1206500"/>
                <a:gd name="connsiteY723" fmla="*/ 850054 h 1139613"/>
                <a:gd name="connsiteX724" fmla="*/ 801793 w 1206500"/>
                <a:gd name="connsiteY724" fmla="*/ 206587 h 1139613"/>
                <a:gd name="connsiteX725" fmla="*/ 787823 w 1206500"/>
                <a:gd name="connsiteY725" fmla="*/ 207857 h 1139613"/>
                <a:gd name="connsiteX726" fmla="*/ 793327 w 1206500"/>
                <a:gd name="connsiteY726" fmla="*/ 221827 h 1139613"/>
                <a:gd name="connsiteX727" fmla="*/ 808567 w 1206500"/>
                <a:gd name="connsiteY727" fmla="*/ 223097 h 1139613"/>
                <a:gd name="connsiteX728" fmla="*/ 808567 w 1206500"/>
                <a:gd name="connsiteY728" fmla="*/ 209127 h 1139613"/>
                <a:gd name="connsiteX729" fmla="*/ 801793 w 1206500"/>
                <a:gd name="connsiteY729" fmla="*/ 206587 h 1139613"/>
                <a:gd name="connsiteX730" fmla="*/ 822960 w 1206500"/>
                <a:gd name="connsiteY730" fmla="*/ 803910 h 1139613"/>
                <a:gd name="connsiteX731" fmla="*/ 834390 w 1206500"/>
                <a:gd name="connsiteY731" fmla="*/ 789940 h 1139613"/>
                <a:gd name="connsiteX732" fmla="*/ 835660 w 1206500"/>
                <a:gd name="connsiteY732" fmla="*/ 775970 h 1139613"/>
                <a:gd name="connsiteX733" fmla="*/ 830157 w 1206500"/>
                <a:gd name="connsiteY733" fmla="*/ 762000 h 1139613"/>
                <a:gd name="connsiteX734" fmla="*/ 816186 w 1206500"/>
                <a:gd name="connsiteY734" fmla="*/ 767504 h 1139613"/>
                <a:gd name="connsiteX735" fmla="*/ 802217 w 1206500"/>
                <a:gd name="connsiteY735" fmla="*/ 777240 h 1139613"/>
                <a:gd name="connsiteX736" fmla="*/ 807720 w 1206500"/>
                <a:gd name="connsiteY736" fmla="*/ 791210 h 1139613"/>
                <a:gd name="connsiteX737" fmla="*/ 817457 w 1206500"/>
                <a:gd name="connsiteY737" fmla="*/ 806450 h 1139613"/>
                <a:gd name="connsiteX738" fmla="*/ 822960 w 1206500"/>
                <a:gd name="connsiteY738" fmla="*/ 803910 h 1139613"/>
                <a:gd name="connsiteX739" fmla="*/ 874607 w 1206500"/>
                <a:gd name="connsiteY739" fmla="*/ 827617 h 1139613"/>
                <a:gd name="connsiteX740" fmla="*/ 888577 w 1206500"/>
                <a:gd name="connsiteY740" fmla="*/ 816610 h 1139613"/>
                <a:gd name="connsiteX741" fmla="*/ 902546 w 1206500"/>
                <a:gd name="connsiteY741" fmla="*/ 809837 h 1139613"/>
                <a:gd name="connsiteX742" fmla="*/ 888577 w 1206500"/>
                <a:gd name="connsiteY742" fmla="*/ 811107 h 1139613"/>
                <a:gd name="connsiteX743" fmla="*/ 874607 w 1206500"/>
                <a:gd name="connsiteY743" fmla="*/ 817880 h 1139613"/>
                <a:gd name="connsiteX744" fmla="*/ 866140 w 1206500"/>
                <a:gd name="connsiteY744" fmla="*/ 831850 h 1139613"/>
                <a:gd name="connsiteX745" fmla="*/ 874607 w 1206500"/>
                <a:gd name="connsiteY745" fmla="*/ 827617 h 1139613"/>
                <a:gd name="connsiteX746" fmla="*/ 894080 w 1206500"/>
                <a:gd name="connsiteY746" fmla="*/ 590550 h 1139613"/>
                <a:gd name="connsiteX747" fmla="*/ 898313 w 1206500"/>
                <a:gd name="connsiteY747" fmla="*/ 576580 h 1139613"/>
                <a:gd name="connsiteX748" fmla="*/ 898313 w 1206500"/>
                <a:gd name="connsiteY748" fmla="*/ 562610 h 1139613"/>
                <a:gd name="connsiteX749" fmla="*/ 897043 w 1206500"/>
                <a:gd name="connsiteY749" fmla="*/ 547370 h 1139613"/>
                <a:gd name="connsiteX750" fmla="*/ 898313 w 1206500"/>
                <a:gd name="connsiteY750" fmla="*/ 533400 h 1139613"/>
                <a:gd name="connsiteX751" fmla="*/ 884343 w 1206500"/>
                <a:gd name="connsiteY751" fmla="*/ 526627 h 1139613"/>
                <a:gd name="connsiteX752" fmla="*/ 870373 w 1206500"/>
                <a:gd name="connsiteY752" fmla="*/ 526627 h 1139613"/>
                <a:gd name="connsiteX753" fmla="*/ 855133 w 1206500"/>
                <a:gd name="connsiteY753" fmla="*/ 539327 h 1139613"/>
                <a:gd name="connsiteX754" fmla="*/ 870373 w 1206500"/>
                <a:gd name="connsiteY754" fmla="*/ 549064 h 1139613"/>
                <a:gd name="connsiteX755" fmla="*/ 877146 w 1206500"/>
                <a:gd name="connsiteY755" fmla="*/ 563033 h 1139613"/>
                <a:gd name="connsiteX756" fmla="*/ 867410 w 1206500"/>
                <a:gd name="connsiteY756" fmla="*/ 577004 h 1139613"/>
                <a:gd name="connsiteX757" fmla="*/ 868680 w 1206500"/>
                <a:gd name="connsiteY757" fmla="*/ 590974 h 1139613"/>
                <a:gd name="connsiteX758" fmla="*/ 882650 w 1206500"/>
                <a:gd name="connsiteY758" fmla="*/ 600710 h 1139613"/>
                <a:gd name="connsiteX759" fmla="*/ 894080 w 1206500"/>
                <a:gd name="connsiteY759" fmla="*/ 590550 h 1139613"/>
                <a:gd name="connsiteX760" fmla="*/ 896620 w 1206500"/>
                <a:gd name="connsiteY760" fmla="*/ 706120 h 1139613"/>
                <a:gd name="connsiteX761" fmla="*/ 910590 w 1206500"/>
                <a:gd name="connsiteY761" fmla="*/ 698924 h 1139613"/>
                <a:gd name="connsiteX762" fmla="*/ 924560 w 1206500"/>
                <a:gd name="connsiteY762" fmla="*/ 692150 h 1139613"/>
                <a:gd name="connsiteX763" fmla="*/ 934296 w 1206500"/>
                <a:gd name="connsiteY763" fmla="*/ 678180 h 1139613"/>
                <a:gd name="connsiteX764" fmla="*/ 918633 w 1206500"/>
                <a:gd name="connsiteY764" fmla="*/ 683683 h 1139613"/>
                <a:gd name="connsiteX765" fmla="*/ 904663 w 1206500"/>
                <a:gd name="connsiteY765" fmla="*/ 684954 h 1139613"/>
                <a:gd name="connsiteX766" fmla="*/ 889423 w 1206500"/>
                <a:gd name="connsiteY766" fmla="*/ 693420 h 1139613"/>
                <a:gd name="connsiteX767" fmla="*/ 885190 w 1206500"/>
                <a:gd name="connsiteY767" fmla="*/ 707390 h 1139613"/>
                <a:gd name="connsiteX768" fmla="*/ 896620 w 1206500"/>
                <a:gd name="connsiteY768" fmla="*/ 706120 h 1139613"/>
                <a:gd name="connsiteX769" fmla="*/ 942763 w 1206500"/>
                <a:gd name="connsiteY769" fmla="*/ 450850 h 1139613"/>
                <a:gd name="connsiteX770" fmla="*/ 956733 w 1206500"/>
                <a:gd name="connsiteY770" fmla="*/ 455083 h 1139613"/>
                <a:gd name="connsiteX771" fmla="*/ 948267 w 1206500"/>
                <a:gd name="connsiteY771" fmla="*/ 441114 h 1139613"/>
                <a:gd name="connsiteX772" fmla="*/ 938530 w 1206500"/>
                <a:gd name="connsiteY772" fmla="*/ 427143 h 1139613"/>
                <a:gd name="connsiteX773" fmla="*/ 924560 w 1206500"/>
                <a:gd name="connsiteY773" fmla="*/ 414443 h 1139613"/>
                <a:gd name="connsiteX774" fmla="*/ 920327 w 1206500"/>
                <a:gd name="connsiteY774" fmla="*/ 400474 h 1139613"/>
                <a:gd name="connsiteX775" fmla="*/ 906357 w 1206500"/>
                <a:gd name="connsiteY775" fmla="*/ 394970 h 1139613"/>
                <a:gd name="connsiteX776" fmla="*/ 892386 w 1206500"/>
                <a:gd name="connsiteY776" fmla="*/ 404707 h 1139613"/>
                <a:gd name="connsiteX777" fmla="*/ 877146 w 1206500"/>
                <a:gd name="connsiteY777" fmla="*/ 410210 h 1139613"/>
                <a:gd name="connsiteX778" fmla="*/ 863177 w 1206500"/>
                <a:gd name="connsiteY778" fmla="*/ 411480 h 1139613"/>
                <a:gd name="connsiteX779" fmla="*/ 849207 w 1206500"/>
                <a:gd name="connsiteY779" fmla="*/ 421217 h 1139613"/>
                <a:gd name="connsiteX780" fmla="*/ 858943 w 1206500"/>
                <a:gd name="connsiteY780" fmla="*/ 435187 h 1139613"/>
                <a:gd name="connsiteX781" fmla="*/ 872913 w 1206500"/>
                <a:gd name="connsiteY781" fmla="*/ 440690 h 1139613"/>
                <a:gd name="connsiteX782" fmla="*/ 886883 w 1206500"/>
                <a:gd name="connsiteY782" fmla="*/ 436457 h 1139613"/>
                <a:gd name="connsiteX783" fmla="*/ 900853 w 1206500"/>
                <a:gd name="connsiteY783" fmla="*/ 436457 h 1139613"/>
                <a:gd name="connsiteX784" fmla="*/ 886883 w 1206500"/>
                <a:gd name="connsiteY784" fmla="*/ 446193 h 1139613"/>
                <a:gd name="connsiteX785" fmla="*/ 900853 w 1206500"/>
                <a:gd name="connsiteY785" fmla="*/ 454660 h 1139613"/>
                <a:gd name="connsiteX786" fmla="*/ 916093 w 1206500"/>
                <a:gd name="connsiteY786" fmla="*/ 461433 h 1139613"/>
                <a:gd name="connsiteX787" fmla="*/ 930063 w 1206500"/>
                <a:gd name="connsiteY787" fmla="*/ 464397 h 1139613"/>
                <a:gd name="connsiteX788" fmla="*/ 942763 w 1206500"/>
                <a:gd name="connsiteY788" fmla="*/ 450850 h 1139613"/>
                <a:gd name="connsiteX789" fmla="*/ 1002877 w 1206500"/>
                <a:gd name="connsiteY789" fmla="*/ 685377 h 1139613"/>
                <a:gd name="connsiteX790" fmla="*/ 1018540 w 1206500"/>
                <a:gd name="connsiteY790" fmla="*/ 676910 h 1139613"/>
                <a:gd name="connsiteX791" fmla="*/ 1027007 w 1206500"/>
                <a:gd name="connsiteY791" fmla="*/ 662940 h 1139613"/>
                <a:gd name="connsiteX792" fmla="*/ 1011767 w 1206500"/>
                <a:gd name="connsiteY792" fmla="*/ 664210 h 1139613"/>
                <a:gd name="connsiteX793" fmla="*/ 997796 w 1206500"/>
                <a:gd name="connsiteY793" fmla="*/ 657014 h 1139613"/>
                <a:gd name="connsiteX794" fmla="*/ 983827 w 1206500"/>
                <a:gd name="connsiteY794" fmla="*/ 657014 h 1139613"/>
                <a:gd name="connsiteX795" fmla="*/ 969857 w 1206500"/>
                <a:gd name="connsiteY795" fmla="*/ 664210 h 1139613"/>
                <a:gd name="connsiteX796" fmla="*/ 971127 w 1206500"/>
                <a:gd name="connsiteY796" fmla="*/ 678180 h 1139613"/>
                <a:gd name="connsiteX797" fmla="*/ 985096 w 1206500"/>
                <a:gd name="connsiteY797" fmla="*/ 675217 h 1139613"/>
                <a:gd name="connsiteX798" fmla="*/ 999067 w 1206500"/>
                <a:gd name="connsiteY798" fmla="*/ 684954 h 1139613"/>
                <a:gd name="connsiteX799" fmla="*/ 1002877 w 1206500"/>
                <a:gd name="connsiteY799" fmla="*/ 684954 h 1139613"/>
                <a:gd name="connsiteX800" fmla="*/ 1011343 w 1206500"/>
                <a:gd name="connsiteY800" fmla="*/ 767504 h 1139613"/>
                <a:gd name="connsiteX801" fmla="*/ 997373 w 1206500"/>
                <a:gd name="connsiteY801" fmla="*/ 763270 h 1139613"/>
                <a:gd name="connsiteX802" fmla="*/ 1011343 w 1206500"/>
                <a:gd name="connsiteY802" fmla="*/ 775970 h 1139613"/>
                <a:gd name="connsiteX803" fmla="*/ 1011343 w 1206500"/>
                <a:gd name="connsiteY803" fmla="*/ 767504 h 1139613"/>
                <a:gd name="connsiteX804" fmla="*/ 1036320 w 1206500"/>
                <a:gd name="connsiteY804" fmla="*/ 791210 h 1139613"/>
                <a:gd name="connsiteX805" fmla="*/ 1022350 w 1206500"/>
                <a:gd name="connsiteY805" fmla="*/ 791210 h 1139613"/>
                <a:gd name="connsiteX806" fmla="*/ 1027853 w 1206500"/>
                <a:gd name="connsiteY806" fmla="*/ 805180 h 1139613"/>
                <a:gd name="connsiteX807" fmla="*/ 1036320 w 1206500"/>
                <a:gd name="connsiteY807" fmla="*/ 791210 h 1139613"/>
                <a:gd name="connsiteX808" fmla="*/ 1079500 w 1206500"/>
                <a:gd name="connsiteY808" fmla="*/ 1046480 h 1139613"/>
                <a:gd name="connsiteX809" fmla="*/ 1073997 w 1206500"/>
                <a:gd name="connsiteY809" fmla="*/ 1030817 h 1139613"/>
                <a:gd name="connsiteX810" fmla="*/ 1067223 w 1206500"/>
                <a:gd name="connsiteY810" fmla="*/ 1016847 h 1139613"/>
                <a:gd name="connsiteX811" fmla="*/ 1073997 w 1206500"/>
                <a:gd name="connsiteY811" fmla="*/ 1002877 h 1139613"/>
                <a:gd name="connsiteX812" fmla="*/ 1072727 w 1206500"/>
                <a:gd name="connsiteY812" fmla="*/ 988907 h 1139613"/>
                <a:gd name="connsiteX813" fmla="*/ 1067223 w 1206500"/>
                <a:gd name="connsiteY813" fmla="*/ 1002877 h 1139613"/>
                <a:gd name="connsiteX814" fmla="*/ 1061720 w 1206500"/>
                <a:gd name="connsiteY814" fmla="*/ 1016847 h 1139613"/>
                <a:gd name="connsiteX815" fmla="*/ 1057486 w 1206500"/>
                <a:gd name="connsiteY815" fmla="*/ 1030817 h 1139613"/>
                <a:gd name="connsiteX816" fmla="*/ 1062990 w 1206500"/>
                <a:gd name="connsiteY816" fmla="*/ 1044787 h 1139613"/>
                <a:gd name="connsiteX817" fmla="*/ 1067223 w 1206500"/>
                <a:gd name="connsiteY817" fmla="*/ 1060027 h 1139613"/>
                <a:gd name="connsiteX818" fmla="*/ 1079500 w 1206500"/>
                <a:gd name="connsiteY818" fmla="*/ 1046480 h 1139613"/>
                <a:gd name="connsiteX819" fmla="*/ 1177290 w 1206500"/>
                <a:gd name="connsiteY819" fmla="*/ 951654 h 1139613"/>
                <a:gd name="connsiteX820" fmla="*/ 1191260 w 1206500"/>
                <a:gd name="connsiteY820" fmla="*/ 950383 h 1139613"/>
                <a:gd name="connsiteX821" fmla="*/ 1192530 w 1206500"/>
                <a:gd name="connsiteY821" fmla="*/ 950383 h 1139613"/>
                <a:gd name="connsiteX822" fmla="*/ 1191260 w 1206500"/>
                <a:gd name="connsiteY822" fmla="*/ 941917 h 1139613"/>
                <a:gd name="connsiteX823" fmla="*/ 1198033 w 1206500"/>
                <a:gd name="connsiteY823" fmla="*/ 927947 h 1139613"/>
                <a:gd name="connsiteX824" fmla="*/ 1200997 w 1206500"/>
                <a:gd name="connsiteY824" fmla="*/ 913977 h 1139613"/>
                <a:gd name="connsiteX825" fmla="*/ 1206500 w 1206500"/>
                <a:gd name="connsiteY825" fmla="*/ 900007 h 1139613"/>
                <a:gd name="connsiteX826" fmla="*/ 1205230 w 1206500"/>
                <a:gd name="connsiteY826" fmla="*/ 886037 h 1139613"/>
                <a:gd name="connsiteX827" fmla="*/ 1189990 w 1206500"/>
                <a:gd name="connsiteY827" fmla="*/ 890270 h 1139613"/>
                <a:gd name="connsiteX828" fmla="*/ 1176020 w 1206500"/>
                <a:gd name="connsiteY828" fmla="*/ 897043 h 1139613"/>
                <a:gd name="connsiteX829" fmla="*/ 1162050 w 1206500"/>
                <a:gd name="connsiteY829" fmla="*/ 904240 h 1139613"/>
                <a:gd name="connsiteX830" fmla="*/ 1148080 w 1206500"/>
                <a:gd name="connsiteY830" fmla="*/ 918210 h 1139613"/>
                <a:gd name="connsiteX831" fmla="*/ 1137073 w 1206500"/>
                <a:gd name="connsiteY831" fmla="*/ 932180 h 1139613"/>
                <a:gd name="connsiteX832" fmla="*/ 1146810 w 1206500"/>
                <a:gd name="connsiteY832" fmla="*/ 946150 h 1139613"/>
                <a:gd name="connsiteX833" fmla="*/ 1143847 w 1206500"/>
                <a:gd name="connsiteY833" fmla="*/ 960120 h 1139613"/>
                <a:gd name="connsiteX834" fmla="*/ 1145117 w 1206500"/>
                <a:gd name="connsiteY834" fmla="*/ 974090 h 1139613"/>
                <a:gd name="connsiteX835" fmla="*/ 1159086 w 1206500"/>
                <a:gd name="connsiteY835" fmla="*/ 974090 h 1139613"/>
                <a:gd name="connsiteX836" fmla="*/ 1168823 w 1206500"/>
                <a:gd name="connsiteY836" fmla="*/ 960120 h 1139613"/>
                <a:gd name="connsiteX837" fmla="*/ 1177290 w 1206500"/>
                <a:gd name="connsiteY837" fmla="*/ 951654 h 1139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</a:cxnLst>
              <a:rect l="l" t="t" r="r" b="b"/>
              <a:pathLst>
                <a:path w="1206500" h="1139613">
                  <a:moveTo>
                    <a:pt x="48683" y="345017"/>
                  </a:moveTo>
                  <a:lnTo>
                    <a:pt x="60960" y="347980"/>
                  </a:lnTo>
                  <a:lnTo>
                    <a:pt x="74930" y="350520"/>
                  </a:lnTo>
                  <a:lnTo>
                    <a:pt x="88900" y="335280"/>
                  </a:lnTo>
                  <a:lnTo>
                    <a:pt x="85936" y="322580"/>
                  </a:lnTo>
                  <a:lnTo>
                    <a:pt x="99907" y="323850"/>
                  </a:lnTo>
                  <a:lnTo>
                    <a:pt x="94403" y="309880"/>
                  </a:lnTo>
                  <a:lnTo>
                    <a:pt x="92710" y="308610"/>
                  </a:lnTo>
                  <a:lnTo>
                    <a:pt x="85936" y="292947"/>
                  </a:lnTo>
                  <a:lnTo>
                    <a:pt x="95673" y="291677"/>
                  </a:lnTo>
                  <a:lnTo>
                    <a:pt x="105410" y="278977"/>
                  </a:lnTo>
                  <a:lnTo>
                    <a:pt x="119380" y="280247"/>
                  </a:lnTo>
                  <a:lnTo>
                    <a:pt x="122343" y="278977"/>
                  </a:lnTo>
                  <a:lnTo>
                    <a:pt x="126153" y="276014"/>
                  </a:lnTo>
                  <a:lnTo>
                    <a:pt x="133350" y="262043"/>
                  </a:lnTo>
                  <a:lnTo>
                    <a:pt x="137583" y="248074"/>
                  </a:lnTo>
                  <a:lnTo>
                    <a:pt x="144780" y="234104"/>
                  </a:lnTo>
                  <a:lnTo>
                    <a:pt x="147743" y="220133"/>
                  </a:lnTo>
                  <a:lnTo>
                    <a:pt x="147743" y="218864"/>
                  </a:lnTo>
                  <a:lnTo>
                    <a:pt x="161713" y="212090"/>
                  </a:lnTo>
                  <a:lnTo>
                    <a:pt x="175683" y="201083"/>
                  </a:lnTo>
                  <a:lnTo>
                    <a:pt x="181186" y="191347"/>
                  </a:lnTo>
                  <a:lnTo>
                    <a:pt x="179917" y="177377"/>
                  </a:lnTo>
                  <a:lnTo>
                    <a:pt x="179917" y="176107"/>
                  </a:lnTo>
                  <a:lnTo>
                    <a:pt x="178646" y="174837"/>
                  </a:lnTo>
                  <a:lnTo>
                    <a:pt x="170180" y="160867"/>
                  </a:lnTo>
                  <a:lnTo>
                    <a:pt x="171450" y="157904"/>
                  </a:lnTo>
                  <a:lnTo>
                    <a:pt x="170180" y="149437"/>
                  </a:lnTo>
                  <a:lnTo>
                    <a:pt x="185420" y="148167"/>
                  </a:lnTo>
                  <a:lnTo>
                    <a:pt x="189653" y="148167"/>
                  </a:lnTo>
                  <a:lnTo>
                    <a:pt x="203623" y="145627"/>
                  </a:lnTo>
                  <a:lnTo>
                    <a:pt x="204893" y="145627"/>
                  </a:lnTo>
                  <a:lnTo>
                    <a:pt x="218863" y="146897"/>
                  </a:lnTo>
                  <a:lnTo>
                    <a:pt x="228600" y="138854"/>
                  </a:lnTo>
                  <a:lnTo>
                    <a:pt x="234103" y="140124"/>
                  </a:lnTo>
                  <a:lnTo>
                    <a:pt x="248073" y="144357"/>
                  </a:lnTo>
                  <a:lnTo>
                    <a:pt x="263313" y="141393"/>
                  </a:lnTo>
                  <a:lnTo>
                    <a:pt x="277283" y="137160"/>
                  </a:lnTo>
                  <a:lnTo>
                    <a:pt x="280246" y="135890"/>
                  </a:lnTo>
                  <a:lnTo>
                    <a:pt x="288713" y="121920"/>
                  </a:lnTo>
                  <a:lnTo>
                    <a:pt x="294217" y="113454"/>
                  </a:lnTo>
                  <a:lnTo>
                    <a:pt x="295486" y="109220"/>
                  </a:lnTo>
                  <a:lnTo>
                    <a:pt x="309457" y="103717"/>
                  </a:lnTo>
                  <a:lnTo>
                    <a:pt x="323427" y="103717"/>
                  </a:lnTo>
                  <a:lnTo>
                    <a:pt x="333163" y="98214"/>
                  </a:lnTo>
                  <a:lnTo>
                    <a:pt x="347133" y="99483"/>
                  </a:lnTo>
                  <a:lnTo>
                    <a:pt x="352636" y="102447"/>
                  </a:lnTo>
                  <a:lnTo>
                    <a:pt x="366607" y="104987"/>
                  </a:lnTo>
                  <a:lnTo>
                    <a:pt x="376343" y="103717"/>
                  </a:lnTo>
                  <a:lnTo>
                    <a:pt x="379307" y="103717"/>
                  </a:lnTo>
                  <a:lnTo>
                    <a:pt x="382270" y="103717"/>
                  </a:lnTo>
                  <a:lnTo>
                    <a:pt x="396240" y="93980"/>
                  </a:lnTo>
                  <a:lnTo>
                    <a:pt x="407246" y="95250"/>
                  </a:lnTo>
                  <a:lnTo>
                    <a:pt x="408517" y="82550"/>
                  </a:lnTo>
                  <a:lnTo>
                    <a:pt x="408517" y="77047"/>
                  </a:lnTo>
                  <a:lnTo>
                    <a:pt x="408517" y="71543"/>
                  </a:lnTo>
                  <a:lnTo>
                    <a:pt x="422486" y="68580"/>
                  </a:lnTo>
                  <a:lnTo>
                    <a:pt x="423757" y="68580"/>
                  </a:lnTo>
                  <a:lnTo>
                    <a:pt x="430953" y="68580"/>
                  </a:lnTo>
                  <a:lnTo>
                    <a:pt x="446193" y="69850"/>
                  </a:lnTo>
                  <a:lnTo>
                    <a:pt x="460163" y="71120"/>
                  </a:lnTo>
                  <a:lnTo>
                    <a:pt x="474133" y="61383"/>
                  </a:lnTo>
                  <a:lnTo>
                    <a:pt x="486833" y="62654"/>
                  </a:lnTo>
                  <a:lnTo>
                    <a:pt x="489796" y="61383"/>
                  </a:lnTo>
                  <a:lnTo>
                    <a:pt x="491067" y="60114"/>
                  </a:lnTo>
                  <a:lnTo>
                    <a:pt x="505036" y="57150"/>
                  </a:lnTo>
                  <a:lnTo>
                    <a:pt x="519007" y="61383"/>
                  </a:lnTo>
                  <a:lnTo>
                    <a:pt x="524510" y="61383"/>
                  </a:lnTo>
                  <a:lnTo>
                    <a:pt x="538057" y="57150"/>
                  </a:lnTo>
                  <a:lnTo>
                    <a:pt x="552027" y="51647"/>
                  </a:lnTo>
                  <a:lnTo>
                    <a:pt x="565996" y="49954"/>
                  </a:lnTo>
                  <a:lnTo>
                    <a:pt x="577003" y="45720"/>
                  </a:lnTo>
                  <a:lnTo>
                    <a:pt x="590973" y="34290"/>
                  </a:lnTo>
                  <a:lnTo>
                    <a:pt x="600710" y="34290"/>
                  </a:lnTo>
                  <a:lnTo>
                    <a:pt x="614680" y="33020"/>
                  </a:lnTo>
                  <a:lnTo>
                    <a:pt x="628650" y="34290"/>
                  </a:lnTo>
                  <a:lnTo>
                    <a:pt x="642620" y="30057"/>
                  </a:lnTo>
                  <a:lnTo>
                    <a:pt x="651086" y="44027"/>
                  </a:lnTo>
                  <a:lnTo>
                    <a:pt x="665057" y="53764"/>
                  </a:lnTo>
                  <a:lnTo>
                    <a:pt x="679027" y="63500"/>
                  </a:lnTo>
                  <a:lnTo>
                    <a:pt x="686223" y="64770"/>
                  </a:lnTo>
                  <a:lnTo>
                    <a:pt x="700193" y="56304"/>
                  </a:lnTo>
                  <a:lnTo>
                    <a:pt x="711200" y="60537"/>
                  </a:lnTo>
                  <a:lnTo>
                    <a:pt x="725170" y="67310"/>
                  </a:lnTo>
                  <a:lnTo>
                    <a:pt x="737870" y="74507"/>
                  </a:lnTo>
                  <a:lnTo>
                    <a:pt x="744643" y="81280"/>
                  </a:lnTo>
                  <a:lnTo>
                    <a:pt x="755650" y="82974"/>
                  </a:lnTo>
                  <a:lnTo>
                    <a:pt x="769620" y="77470"/>
                  </a:lnTo>
                  <a:lnTo>
                    <a:pt x="775123" y="76200"/>
                  </a:lnTo>
                  <a:lnTo>
                    <a:pt x="790363" y="70697"/>
                  </a:lnTo>
                  <a:lnTo>
                    <a:pt x="804333" y="73660"/>
                  </a:lnTo>
                  <a:lnTo>
                    <a:pt x="818303" y="69427"/>
                  </a:lnTo>
                  <a:lnTo>
                    <a:pt x="832273" y="72390"/>
                  </a:lnTo>
                  <a:lnTo>
                    <a:pt x="839046" y="71120"/>
                  </a:lnTo>
                  <a:lnTo>
                    <a:pt x="854710" y="66887"/>
                  </a:lnTo>
                  <a:lnTo>
                    <a:pt x="868680" y="57150"/>
                  </a:lnTo>
                  <a:lnTo>
                    <a:pt x="867410" y="43180"/>
                  </a:lnTo>
                  <a:lnTo>
                    <a:pt x="864870" y="29210"/>
                  </a:lnTo>
                  <a:lnTo>
                    <a:pt x="852170" y="15240"/>
                  </a:lnTo>
                  <a:lnTo>
                    <a:pt x="864870" y="0"/>
                  </a:lnTo>
                  <a:lnTo>
                    <a:pt x="871643" y="1270"/>
                  </a:lnTo>
                  <a:lnTo>
                    <a:pt x="877146" y="4233"/>
                  </a:lnTo>
                  <a:lnTo>
                    <a:pt x="891117" y="7197"/>
                  </a:lnTo>
                  <a:lnTo>
                    <a:pt x="905086" y="12700"/>
                  </a:lnTo>
                  <a:lnTo>
                    <a:pt x="909320" y="13970"/>
                  </a:lnTo>
                  <a:lnTo>
                    <a:pt x="909320" y="15240"/>
                  </a:lnTo>
                  <a:lnTo>
                    <a:pt x="916093" y="20743"/>
                  </a:lnTo>
                  <a:lnTo>
                    <a:pt x="923290" y="23707"/>
                  </a:lnTo>
                  <a:lnTo>
                    <a:pt x="925830" y="37677"/>
                  </a:lnTo>
                  <a:lnTo>
                    <a:pt x="928793" y="51647"/>
                  </a:lnTo>
                  <a:lnTo>
                    <a:pt x="933027" y="63924"/>
                  </a:lnTo>
                  <a:lnTo>
                    <a:pt x="919057" y="68157"/>
                  </a:lnTo>
                  <a:lnTo>
                    <a:pt x="903817" y="80857"/>
                  </a:lnTo>
                  <a:lnTo>
                    <a:pt x="891117" y="96097"/>
                  </a:lnTo>
                  <a:lnTo>
                    <a:pt x="892386" y="110067"/>
                  </a:lnTo>
                  <a:lnTo>
                    <a:pt x="899583" y="124037"/>
                  </a:lnTo>
                  <a:lnTo>
                    <a:pt x="895350" y="133774"/>
                  </a:lnTo>
                  <a:lnTo>
                    <a:pt x="881380" y="144780"/>
                  </a:lnTo>
                  <a:lnTo>
                    <a:pt x="873336" y="158750"/>
                  </a:lnTo>
                  <a:lnTo>
                    <a:pt x="859367" y="168487"/>
                  </a:lnTo>
                  <a:lnTo>
                    <a:pt x="861060" y="154517"/>
                  </a:lnTo>
                  <a:lnTo>
                    <a:pt x="847090" y="151554"/>
                  </a:lnTo>
                  <a:lnTo>
                    <a:pt x="833120" y="150283"/>
                  </a:lnTo>
                  <a:lnTo>
                    <a:pt x="819150" y="150283"/>
                  </a:lnTo>
                  <a:lnTo>
                    <a:pt x="803910" y="147320"/>
                  </a:lnTo>
                  <a:lnTo>
                    <a:pt x="789940" y="146050"/>
                  </a:lnTo>
                  <a:lnTo>
                    <a:pt x="775970" y="140547"/>
                  </a:lnTo>
                  <a:lnTo>
                    <a:pt x="762000" y="133350"/>
                  </a:lnTo>
                  <a:lnTo>
                    <a:pt x="746760" y="134620"/>
                  </a:lnTo>
                  <a:lnTo>
                    <a:pt x="735753" y="123614"/>
                  </a:lnTo>
                  <a:lnTo>
                    <a:pt x="721783" y="123614"/>
                  </a:lnTo>
                  <a:lnTo>
                    <a:pt x="716280" y="130810"/>
                  </a:lnTo>
                  <a:lnTo>
                    <a:pt x="701040" y="138007"/>
                  </a:lnTo>
                  <a:lnTo>
                    <a:pt x="693843" y="146050"/>
                  </a:lnTo>
                  <a:lnTo>
                    <a:pt x="689610" y="149014"/>
                  </a:lnTo>
                  <a:lnTo>
                    <a:pt x="675640" y="149014"/>
                  </a:lnTo>
                  <a:lnTo>
                    <a:pt x="661670" y="141817"/>
                  </a:lnTo>
                  <a:lnTo>
                    <a:pt x="647700" y="132080"/>
                  </a:lnTo>
                  <a:lnTo>
                    <a:pt x="633730" y="135043"/>
                  </a:lnTo>
                  <a:lnTo>
                    <a:pt x="625263" y="150283"/>
                  </a:lnTo>
                  <a:lnTo>
                    <a:pt x="611293" y="161290"/>
                  </a:lnTo>
                  <a:lnTo>
                    <a:pt x="597323" y="169757"/>
                  </a:lnTo>
                  <a:lnTo>
                    <a:pt x="583353" y="169757"/>
                  </a:lnTo>
                  <a:lnTo>
                    <a:pt x="567690" y="164254"/>
                  </a:lnTo>
                  <a:lnTo>
                    <a:pt x="566420" y="161290"/>
                  </a:lnTo>
                  <a:lnTo>
                    <a:pt x="560917" y="160020"/>
                  </a:lnTo>
                  <a:lnTo>
                    <a:pt x="545677" y="165524"/>
                  </a:lnTo>
                  <a:lnTo>
                    <a:pt x="541443" y="179493"/>
                  </a:lnTo>
                  <a:lnTo>
                    <a:pt x="552450" y="187960"/>
                  </a:lnTo>
                  <a:lnTo>
                    <a:pt x="566420" y="197697"/>
                  </a:lnTo>
                  <a:lnTo>
                    <a:pt x="560917" y="212937"/>
                  </a:lnTo>
                  <a:lnTo>
                    <a:pt x="573617" y="226907"/>
                  </a:lnTo>
                  <a:lnTo>
                    <a:pt x="588857" y="217170"/>
                  </a:lnTo>
                  <a:lnTo>
                    <a:pt x="602827" y="231140"/>
                  </a:lnTo>
                  <a:lnTo>
                    <a:pt x="616796" y="238337"/>
                  </a:lnTo>
                  <a:lnTo>
                    <a:pt x="629496" y="252307"/>
                  </a:lnTo>
                  <a:lnTo>
                    <a:pt x="642196" y="266277"/>
                  </a:lnTo>
                  <a:lnTo>
                    <a:pt x="630767" y="270510"/>
                  </a:lnTo>
                  <a:lnTo>
                    <a:pt x="616796" y="256540"/>
                  </a:lnTo>
                  <a:lnTo>
                    <a:pt x="602827" y="242570"/>
                  </a:lnTo>
                  <a:lnTo>
                    <a:pt x="588857" y="240030"/>
                  </a:lnTo>
                  <a:lnTo>
                    <a:pt x="574886" y="230293"/>
                  </a:lnTo>
                  <a:lnTo>
                    <a:pt x="559223" y="230293"/>
                  </a:lnTo>
                  <a:lnTo>
                    <a:pt x="545253" y="235797"/>
                  </a:lnTo>
                  <a:lnTo>
                    <a:pt x="548217" y="249767"/>
                  </a:lnTo>
                  <a:lnTo>
                    <a:pt x="562186" y="259504"/>
                  </a:lnTo>
                  <a:lnTo>
                    <a:pt x="569383" y="262467"/>
                  </a:lnTo>
                  <a:lnTo>
                    <a:pt x="583353" y="269240"/>
                  </a:lnTo>
                  <a:lnTo>
                    <a:pt x="586317" y="283210"/>
                  </a:lnTo>
                  <a:lnTo>
                    <a:pt x="589280" y="291677"/>
                  </a:lnTo>
                  <a:lnTo>
                    <a:pt x="575310" y="292947"/>
                  </a:lnTo>
                  <a:lnTo>
                    <a:pt x="572346" y="291677"/>
                  </a:lnTo>
                  <a:lnTo>
                    <a:pt x="559646" y="277707"/>
                  </a:lnTo>
                  <a:lnTo>
                    <a:pt x="549910" y="263737"/>
                  </a:lnTo>
                  <a:lnTo>
                    <a:pt x="535940" y="252307"/>
                  </a:lnTo>
                  <a:lnTo>
                    <a:pt x="521970" y="249767"/>
                  </a:lnTo>
                  <a:lnTo>
                    <a:pt x="508000" y="244264"/>
                  </a:lnTo>
                  <a:lnTo>
                    <a:pt x="496993" y="258233"/>
                  </a:lnTo>
                  <a:lnTo>
                    <a:pt x="510963" y="273474"/>
                  </a:lnTo>
                  <a:lnTo>
                    <a:pt x="523663" y="287443"/>
                  </a:lnTo>
                  <a:lnTo>
                    <a:pt x="534670" y="291677"/>
                  </a:lnTo>
                  <a:lnTo>
                    <a:pt x="548640" y="301414"/>
                  </a:lnTo>
                  <a:lnTo>
                    <a:pt x="533400" y="304377"/>
                  </a:lnTo>
                  <a:lnTo>
                    <a:pt x="519430" y="297604"/>
                  </a:lnTo>
                  <a:lnTo>
                    <a:pt x="505460" y="297604"/>
                  </a:lnTo>
                  <a:lnTo>
                    <a:pt x="504190" y="292100"/>
                  </a:lnTo>
                  <a:lnTo>
                    <a:pt x="494453" y="276860"/>
                  </a:lnTo>
                  <a:lnTo>
                    <a:pt x="495723" y="262890"/>
                  </a:lnTo>
                  <a:lnTo>
                    <a:pt x="481753" y="248920"/>
                  </a:lnTo>
                  <a:lnTo>
                    <a:pt x="467783" y="243417"/>
                  </a:lnTo>
                  <a:lnTo>
                    <a:pt x="453813" y="237914"/>
                  </a:lnTo>
                  <a:lnTo>
                    <a:pt x="439843" y="226907"/>
                  </a:lnTo>
                  <a:lnTo>
                    <a:pt x="427143" y="212937"/>
                  </a:lnTo>
                  <a:lnTo>
                    <a:pt x="441113" y="204470"/>
                  </a:lnTo>
                  <a:lnTo>
                    <a:pt x="441113" y="190500"/>
                  </a:lnTo>
                  <a:lnTo>
                    <a:pt x="425873" y="194733"/>
                  </a:lnTo>
                  <a:lnTo>
                    <a:pt x="411903" y="204470"/>
                  </a:lnTo>
                  <a:lnTo>
                    <a:pt x="408940" y="207433"/>
                  </a:lnTo>
                  <a:lnTo>
                    <a:pt x="405977" y="204470"/>
                  </a:lnTo>
                  <a:lnTo>
                    <a:pt x="401743" y="209974"/>
                  </a:lnTo>
                  <a:lnTo>
                    <a:pt x="401743" y="212937"/>
                  </a:lnTo>
                  <a:lnTo>
                    <a:pt x="397510" y="226907"/>
                  </a:lnTo>
                  <a:lnTo>
                    <a:pt x="397510" y="240877"/>
                  </a:lnTo>
                  <a:lnTo>
                    <a:pt x="394546" y="254847"/>
                  </a:lnTo>
                  <a:lnTo>
                    <a:pt x="389043" y="268817"/>
                  </a:lnTo>
                  <a:lnTo>
                    <a:pt x="393277" y="282787"/>
                  </a:lnTo>
                  <a:lnTo>
                    <a:pt x="398780" y="292524"/>
                  </a:lnTo>
                  <a:lnTo>
                    <a:pt x="406823" y="296757"/>
                  </a:lnTo>
                  <a:lnTo>
                    <a:pt x="415290" y="310727"/>
                  </a:lnTo>
                  <a:lnTo>
                    <a:pt x="416560" y="311997"/>
                  </a:lnTo>
                  <a:lnTo>
                    <a:pt x="430530" y="324697"/>
                  </a:lnTo>
                  <a:lnTo>
                    <a:pt x="436457" y="338667"/>
                  </a:lnTo>
                  <a:lnTo>
                    <a:pt x="441960" y="352637"/>
                  </a:lnTo>
                  <a:lnTo>
                    <a:pt x="446193" y="359833"/>
                  </a:lnTo>
                  <a:lnTo>
                    <a:pt x="460163" y="370840"/>
                  </a:lnTo>
                  <a:lnTo>
                    <a:pt x="474133" y="383540"/>
                  </a:lnTo>
                  <a:lnTo>
                    <a:pt x="486833" y="397510"/>
                  </a:lnTo>
                  <a:lnTo>
                    <a:pt x="497840" y="411480"/>
                  </a:lnTo>
                  <a:lnTo>
                    <a:pt x="504613" y="425450"/>
                  </a:lnTo>
                  <a:lnTo>
                    <a:pt x="490643" y="436880"/>
                  </a:lnTo>
                  <a:lnTo>
                    <a:pt x="476673" y="445347"/>
                  </a:lnTo>
                  <a:lnTo>
                    <a:pt x="471170" y="445347"/>
                  </a:lnTo>
                  <a:lnTo>
                    <a:pt x="486410" y="434340"/>
                  </a:lnTo>
                  <a:lnTo>
                    <a:pt x="483446" y="419100"/>
                  </a:lnTo>
                  <a:lnTo>
                    <a:pt x="469477" y="406400"/>
                  </a:lnTo>
                  <a:lnTo>
                    <a:pt x="463973" y="407670"/>
                  </a:lnTo>
                  <a:lnTo>
                    <a:pt x="450003" y="399204"/>
                  </a:lnTo>
                  <a:lnTo>
                    <a:pt x="436033" y="413174"/>
                  </a:lnTo>
                  <a:lnTo>
                    <a:pt x="436033" y="427143"/>
                  </a:lnTo>
                  <a:lnTo>
                    <a:pt x="450003" y="441114"/>
                  </a:lnTo>
                  <a:lnTo>
                    <a:pt x="454236" y="455083"/>
                  </a:lnTo>
                  <a:lnTo>
                    <a:pt x="469477" y="453814"/>
                  </a:lnTo>
                  <a:lnTo>
                    <a:pt x="462280" y="462280"/>
                  </a:lnTo>
                  <a:lnTo>
                    <a:pt x="447040" y="473287"/>
                  </a:lnTo>
                  <a:lnTo>
                    <a:pt x="433070" y="478790"/>
                  </a:lnTo>
                  <a:lnTo>
                    <a:pt x="419100" y="480060"/>
                  </a:lnTo>
                  <a:lnTo>
                    <a:pt x="405130" y="477097"/>
                  </a:lnTo>
                  <a:lnTo>
                    <a:pt x="419100" y="485564"/>
                  </a:lnTo>
                  <a:lnTo>
                    <a:pt x="427567" y="492337"/>
                  </a:lnTo>
                  <a:lnTo>
                    <a:pt x="441536" y="496570"/>
                  </a:lnTo>
                  <a:lnTo>
                    <a:pt x="455507" y="500804"/>
                  </a:lnTo>
                  <a:lnTo>
                    <a:pt x="469477" y="503343"/>
                  </a:lnTo>
                  <a:lnTo>
                    <a:pt x="476250" y="517314"/>
                  </a:lnTo>
                  <a:lnTo>
                    <a:pt x="490220" y="511810"/>
                  </a:lnTo>
                  <a:lnTo>
                    <a:pt x="504190" y="517314"/>
                  </a:lnTo>
                  <a:lnTo>
                    <a:pt x="502920" y="531283"/>
                  </a:lnTo>
                  <a:lnTo>
                    <a:pt x="509693" y="542290"/>
                  </a:lnTo>
                  <a:lnTo>
                    <a:pt x="521123" y="542290"/>
                  </a:lnTo>
                  <a:lnTo>
                    <a:pt x="535093" y="544830"/>
                  </a:lnTo>
                  <a:lnTo>
                    <a:pt x="547793" y="547793"/>
                  </a:lnTo>
                  <a:lnTo>
                    <a:pt x="554990" y="561764"/>
                  </a:lnTo>
                  <a:lnTo>
                    <a:pt x="561763" y="568960"/>
                  </a:lnTo>
                  <a:lnTo>
                    <a:pt x="567267" y="568960"/>
                  </a:lnTo>
                  <a:lnTo>
                    <a:pt x="581236" y="573193"/>
                  </a:lnTo>
                  <a:lnTo>
                    <a:pt x="595630" y="577427"/>
                  </a:lnTo>
                  <a:lnTo>
                    <a:pt x="609177" y="589704"/>
                  </a:lnTo>
                  <a:lnTo>
                    <a:pt x="614680" y="603674"/>
                  </a:lnTo>
                  <a:lnTo>
                    <a:pt x="607907" y="618914"/>
                  </a:lnTo>
                  <a:lnTo>
                    <a:pt x="609177" y="632883"/>
                  </a:lnTo>
                  <a:lnTo>
                    <a:pt x="612140" y="646854"/>
                  </a:lnTo>
                  <a:lnTo>
                    <a:pt x="617643" y="654050"/>
                  </a:lnTo>
                  <a:lnTo>
                    <a:pt x="620183" y="668020"/>
                  </a:lnTo>
                  <a:lnTo>
                    <a:pt x="615950" y="681990"/>
                  </a:lnTo>
                  <a:lnTo>
                    <a:pt x="614680" y="684954"/>
                  </a:lnTo>
                  <a:lnTo>
                    <a:pt x="600710" y="672254"/>
                  </a:lnTo>
                  <a:lnTo>
                    <a:pt x="589280" y="658283"/>
                  </a:lnTo>
                  <a:lnTo>
                    <a:pt x="574040" y="651510"/>
                  </a:lnTo>
                  <a:lnTo>
                    <a:pt x="564303" y="637540"/>
                  </a:lnTo>
                  <a:lnTo>
                    <a:pt x="550333" y="632037"/>
                  </a:lnTo>
                  <a:lnTo>
                    <a:pt x="536363" y="622300"/>
                  </a:lnTo>
                  <a:lnTo>
                    <a:pt x="522393" y="630767"/>
                  </a:lnTo>
                  <a:lnTo>
                    <a:pt x="507153" y="630767"/>
                  </a:lnTo>
                  <a:lnTo>
                    <a:pt x="497417" y="633307"/>
                  </a:lnTo>
                  <a:lnTo>
                    <a:pt x="481753" y="640504"/>
                  </a:lnTo>
                  <a:lnTo>
                    <a:pt x="470746" y="640504"/>
                  </a:lnTo>
                  <a:lnTo>
                    <a:pt x="473286" y="653204"/>
                  </a:lnTo>
                  <a:lnTo>
                    <a:pt x="487257" y="653204"/>
                  </a:lnTo>
                  <a:lnTo>
                    <a:pt x="487257" y="667174"/>
                  </a:lnTo>
                  <a:lnTo>
                    <a:pt x="491490" y="673947"/>
                  </a:lnTo>
                  <a:lnTo>
                    <a:pt x="495723" y="687917"/>
                  </a:lnTo>
                  <a:lnTo>
                    <a:pt x="501227" y="696383"/>
                  </a:lnTo>
                  <a:lnTo>
                    <a:pt x="515196" y="703580"/>
                  </a:lnTo>
                  <a:lnTo>
                    <a:pt x="516467" y="689610"/>
                  </a:lnTo>
                  <a:lnTo>
                    <a:pt x="526203" y="703580"/>
                  </a:lnTo>
                  <a:lnTo>
                    <a:pt x="541443" y="713317"/>
                  </a:lnTo>
                  <a:lnTo>
                    <a:pt x="537210" y="723054"/>
                  </a:lnTo>
                  <a:lnTo>
                    <a:pt x="523663" y="724324"/>
                  </a:lnTo>
                  <a:lnTo>
                    <a:pt x="509693" y="728557"/>
                  </a:lnTo>
                  <a:lnTo>
                    <a:pt x="502920" y="742527"/>
                  </a:lnTo>
                  <a:lnTo>
                    <a:pt x="488950" y="735754"/>
                  </a:lnTo>
                  <a:lnTo>
                    <a:pt x="491913" y="720514"/>
                  </a:lnTo>
                  <a:lnTo>
                    <a:pt x="477943" y="715010"/>
                  </a:lnTo>
                  <a:lnTo>
                    <a:pt x="463973" y="706543"/>
                  </a:lnTo>
                  <a:lnTo>
                    <a:pt x="450003" y="706543"/>
                  </a:lnTo>
                  <a:lnTo>
                    <a:pt x="436033" y="698077"/>
                  </a:lnTo>
                  <a:lnTo>
                    <a:pt x="436033" y="706543"/>
                  </a:lnTo>
                  <a:lnTo>
                    <a:pt x="438996" y="720514"/>
                  </a:lnTo>
                  <a:lnTo>
                    <a:pt x="447040" y="734483"/>
                  </a:lnTo>
                  <a:lnTo>
                    <a:pt x="455507" y="749724"/>
                  </a:lnTo>
                  <a:lnTo>
                    <a:pt x="462703" y="763693"/>
                  </a:lnTo>
                  <a:lnTo>
                    <a:pt x="471170" y="777664"/>
                  </a:lnTo>
                  <a:lnTo>
                    <a:pt x="476673" y="787400"/>
                  </a:lnTo>
                  <a:lnTo>
                    <a:pt x="479636" y="801370"/>
                  </a:lnTo>
                  <a:lnTo>
                    <a:pt x="485140" y="815340"/>
                  </a:lnTo>
                  <a:lnTo>
                    <a:pt x="490643" y="829310"/>
                  </a:lnTo>
                  <a:lnTo>
                    <a:pt x="485140" y="843280"/>
                  </a:lnTo>
                  <a:lnTo>
                    <a:pt x="486410" y="858520"/>
                  </a:lnTo>
                  <a:lnTo>
                    <a:pt x="501650" y="871220"/>
                  </a:lnTo>
                  <a:lnTo>
                    <a:pt x="508423" y="885190"/>
                  </a:lnTo>
                  <a:lnTo>
                    <a:pt x="501650" y="890693"/>
                  </a:lnTo>
                  <a:lnTo>
                    <a:pt x="488950" y="875454"/>
                  </a:lnTo>
                  <a:lnTo>
                    <a:pt x="474980" y="871220"/>
                  </a:lnTo>
                  <a:lnTo>
                    <a:pt x="463973" y="857250"/>
                  </a:lnTo>
                  <a:lnTo>
                    <a:pt x="454236" y="841587"/>
                  </a:lnTo>
                  <a:lnTo>
                    <a:pt x="450003" y="827617"/>
                  </a:lnTo>
                  <a:lnTo>
                    <a:pt x="436033" y="826347"/>
                  </a:lnTo>
                  <a:lnTo>
                    <a:pt x="422063" y="829310"/>
                  </a:lnTo>
                  <a:lnTo>
                    <a:pt x="414867" y="844550"/>
                  </a:lnTo>
                  <a:lnTo>
                    <a:pt x="411903" y="854287"/>
                  </a:lnTo>
                  <a:lnTo>
                    <a:pt x="409363" y="868257"/>
                  </a:lnTo>
                  <a:lnTo>
                    <a:pt x="411903" y="882227"/>
                  </a:lnTo>
                  <a:lnTo>
                    <a:pt x="397933" y="880957"/>
                  </a:lnTo>
                  <a:lnTo>
                    <a:pt x="394970" y="866987"/>
                  </a:lnTo>
                  <a:lnTo>
                    <a:pt x="392430" y="853017"/>
                  </a:lnTo>
                  <a:lnTo>
                    <a:pt x="386503" y="839047"/>
                  </a:lnTo>
                  <a:lnTo>
                    <a:pt x="385233" y="836083"/>
                  </a:lnTo>
                  <a:lnTo>
                    <a:pt x="378036" y="822114"/>
                  </a:lnTo>
                  <a:lnTo>
                    <a:pt x="364067" y="812377"/>
                  </a:lnTo>
                  <a:lnTo>
                    <a:pt x="358563" y="797137"/>
                  </a:lnTo>
                  <a:lnTo>
                    <a:pt x="353060" y="789940"/>
                  </a:lnTo>
                  <a:lnTo>
                    <a:pt x="339090" y="791633"/>
                  </a:lnTo>
                  <a:lnTo>
                    <a:pt x="329353" y="805604"/>
                  </a:lnTo>
                  <a:lnTo>
                    <a:pt x="329353" y="819574"/>
                  </a:lnTo>
                  <a:lnTo>
                    <a:pt x="330623" y="833543"/>
                  </a:lnTo>
                  <a:lnTo>
                    <a:pt x="316653" y="830580"/>
                  </a:lnTo>
                  <a:lnTo>
                    <a:pt x="303107" y="826347"/>
                  </a:lnTo>
                  <a:lnTo>
                    <a:pt x="295910" y="812377"/>
                  </a:lnTo>
                  <a:lnTo>
                    <a:pt x="297180" y="811107"/>
                  </a:lnTo>
                  <a:lnTo>
                    <a:pt x="289983" y="797137"/>
                  </a:lnTo>
                  <a:lnTo>
                    <a:pt x="278977" y="783167"/>
                  </a:lnTo>
                  <a:lnTo>
                    <a:pt x="276013" y="767927"/>
                  </a:lnTo>
                  <a:lnTo>
                    <a:pt x="285750" y="753957"/>
                  </a:lnTo>
                  <a:lnTo>
                    <a:pt x="292523" y="739987"/>
                  </a:lnTo>
                  <a:lnTo>
                    <a:pt x="289983" y="728980"/>
                  </a:lnTo>
                  <a:lnTo>
                    <a:pt x="281517" y="715010"/>
                  </a:lnTo>
                  <a:lnTo>
                    <a:pt x="270510" y="701040"/>
                  </a:lnTo>
                  <a:lnTo>
                    <a:pt x="257810" y="692574"/>
                  </a:lnTo>
                  <a:lnTo>
                    <a:pt x="242570" y="682837"/>
                  </a:lnTo>
                  <a:lnTo>
                    <a:pt x="235796" y="668867"/>
                  </a:lnTo>
                  <a:lnTo>
                    <a:pt x="221827" y="657437"/>
                  </a:lnTo>
                  <a:lnTo>
                    <a:pt x="209550" y="642197"/>
                  </a:lnTo>
                  <a:lnTo>
                    <a:pt x="223520" y="635424"/>
                  </a:lnTo>
                  <a:lnTo>
                    <a:pt x="234527" y="621454"/>
                  </a:lnTo>
                  <a:lnTo>
                    <a:pt x="242993" y="606214"/>
                  </a:lnTo>
                  <a:lnTo>
                    <a:pt x="242993" y="604943"/>
                  </a:lnTo>
                  <a:lnTo>
                    <a:pt x="256963" y="596477"/>
                  </a:lnTo>
                  <a:lnTo>
                    <a:pt x="270933" y="601980"/>
                  </a:lnTo>
                  <a:lnTo>
                    <a:pt x="286173" y="595207"/>
                  </a:lnTo>
                  <a:lnTo>
                    <a:pt x="292946" y="581237"/>
                  </a:lnTo>
                  <a:lnTo>
                    <a:pt x="306917" y="571500"/>
                  </a:lnTo>
                  <a:lnTo>
                    <a:pt x="321310" y="571500"/>
                  </a:lnTo>
                  <a:lnTo>
                    <a:pt x="335280" y="581237"/>
                  </a:lnTo>
                  <a:lnTo>
                    <a:pt x="349250" y="586740"/>
                  </a:lnTo>
                  <a:lnTo>
                    <a:pt x="363220" y="596477"/>
                  </a:lnTo>
                  <a:lnTo>
                    <a:pt x="378460" y="600710"/>
                  </a:lnTo>
                  <a:lnTo>
                    <a:pt x="383963" y="603674"/>
                  </a:lnTo>
                  <a:lnTo>
                    <a:pt x="399627" y="604943"/>
                  </a:lnTo>
                  <a:lnTo>
                    <a:pt x="413596" y="611717"/>
                  </a:lnTo>
                  <a:lnTo>
                    <a:pt x="427567" y="618914"/>
                  </a:lnTo>
                  <a:lnTo>
                    <a:pt x="441536" y="632883"/>
                  </a:lnTo>
                  <a:lnTo>
                    <a:pt x="447040" y="634154"/>
                  </a:lnTo>
                  <a:lnTo>
                    <a:pt x="453813" y="638387"/>
                  </a:lnTo>
                  <a:lnTo>
                    <a:pt x="456777" y="624417"/>
                  </a:lnTo>
                  <a:lnTo>
                    <a:pt x="470746" y="615950"/>
                  </a:lnTo>
                  <a:lnTo>
                    <a:pt x="484717" y="617220"/>
                  </a:lnTo>
                  <a:lnTo>
                    <a:pt x="490220" y="614680"/>
                  </a:lnTo>
                  <a:lnTo>
                    <a:pt x="497417" y="600710"/>
                  </a:lnTo>
                  <a:lnTo>
                    <a:pt x="481753" y="592667"/>
                  </a:lnTo>
                  <a:lnTo>
                    <a:pt x="467783" y="592667"/>
                  </a:lnTo>
                  <a:lnTo>
                    <a:pt x="453813" y="592667"/>
                  </a:lnTo>
                  <a:lnTo>
                    <a:pt x="439843" y="589704"/>
                  </a:lnTo>
                  <a:lnTo>
                    <a:pt x="425873" y="575733"/>
                  </a:lnTo>
                  <a:lnTo>
                    <a:pt x="416136" y="568960"/>
                  </a:lnTo>
                  <a:lnTo>
                    <a:pt x="409363" y="579967"/>
                  </a:lnTo>
                  <a:lnTo>
                    <a:pt x="398357" y="565997"/>
                  </a:lnTo>
                  <a:lnTo>
                    <a:pt x="384386" y="553297"/>
                  </a:lnTo>
                  <a:lnTo>
                    <a:pt x="381846" y="567267"/>
                  </a:lnTo>
                  <a:lnTo>
                    <a:pt x="367877" y="570230"/>
                  </a:lnTo>
                  <a:lnTo>
                    <a:pt x="353907" y="573193"/>
                  </a:lnTo>
                  <a:lnTo>
                    <a:pt x="339936" y="563457"/>
                  </a:lnTo>
                  <a:lnTo>
                    <a:pt x="324273" y="559224"/>
                  </a:lnTo>
                  <a:lnTo>
                    <a:pt x="311573" y="566420"/>
                  </a:lnTo>
                  <a:lnTo>
                    <a:pt x="297603" y="567690"/>
                  </a:lnTo>
                  <a:lnTo>
                    <a:pt x="283633" y="568960"/>
                  </a:lnTo>
                  <a:lnTo>
                    <a:pt x="270086" y="573193"/>
                  </a:lnTo>
                  <a:lnTo>
                    <a:pt x="254846" y="576157"/>
                  </a:lnTo>
                  <a:lnTo>
                    <a:pt x="245110" y="562187"/>
                  </a:lnTo>
                  <a:lnTo>
                    <a:pt x="240877" y="553720"/>
                  </a:lnTo>
                  <a:lnTo>
                    <a:pt x="237913" y="549487"/>
                  </a:lnTo>
                  <a:lnTo>
                    <a:pt x="237913" y="553720"/>
                  </a:lnTo>
                  <a:lnTo>
                    <a:pt x="226907" y="567690"/>
                  </a:lnTo>
                  <a:lnTo>
                    <a:pt x="212936" y="577427"/>
                  </a:lnTo>
                  <a:lnTo>
                    <a:pt x="208703" y="563457"/>
                  </a:lnTo>
                  <a:lnTo>
                    <a:pt x="204470" y="549487"/>
                  </a:lnTo>
                  <a:lnTo>
                    <a:pt x="192193" y="534247"/>
                  </a:lnTo>
                  <a:lnTo>
                    <a:pt x="187960" y="520277"/>
                  </a:lnTo>
                  <a:lnTo>
                    <a:pt x="182457" y="516043"/>
                  </a:lnTo>
                  <a:lnTo>
                    <a:pt x="181186" y="516043"/>
                  </a:lnTo>
                  <a:lnTo>
                    <a:pt x="172720" y="502074"/>
                  </a:lnTo>
                  <a:lnTo>
                    <a:pt x="158750" y="499110"/>
                  </a:lnTo>
                  <a:lnTo>
                    <a:pt x="153246" y="485140"/>
                  </a:lnTo>
                  <a:lnTo>
                    <a:pt x="153246" y="471170"/>
                  </a:lnTo>
                  <a:lnTo>
                    <a:pt x="154517" y="468207"/>
                  </a:lnTo>
                  <a:lnTo>
                    <a:pt x="168486" y="466937"/>
                  </a:lnTo>
                  <a:lnTo>
                    <a:pt x="182457" y="469477"/>
                  </a:lnTo>
                  <a:lnTo>
                    <a:pt x="190923" y="476674"/>
                  </a:lnTo>
                  <a:lnTo>
                    <a:pt x="204893" y="476674"/>
                  </a:lnTo>
                  <a:lnTo>
                    <a:pt x="209127" y="461433"/>
                  </a:lnTo>
                  <a:lnTo>
                    <a:pt x="202353" y="454660"/>
                  </a:lnTo>
                  <a:lnTo>
                    <a:pt x="188383" y="458893"/>
                  </a:lnTo>
                  <a:lnTo>
                    <a:pt x="174413" y="449157"/>
                  </a:lnTo>
                  <a:lnTo>
                    <a:pt x="162136" y="441960"/>
                  </a:lnTo>
                  <a:lnTo>
                    <a:pt x="153670" y="455930"/>
                  </a:lnTo>
                  <a:lnTo>
                    <a:pt x="153670" y="466937"/>
                  </a:lnTo>
                  <a:lnTo>
                    <a:pt x="146896" y="452967"/>
                  </a:lnTo>
                  <a:lnTo>
                    <a:pt x="134196" y="441960"/>
                  </a:lnTo>
                  <a:lnTo>
                    <a:pt x="120227" y="427990"/>
                  </a:lnTo>
                  <a:lnTo>
                    <a:pt x="113453" y="414020"/>
                  </a:lnTo>
                  <a:lnTo>
                    <a:pt x="99483" y="412750"/>
                  </a:lnTo>
                  <a:lnTo>
                    <a:pt x="92286" y="409787"/>
                  </a:lnTo>
                  <a:lnTo>
                    <a:pt x="84243" y="394547"/>
                  </a:lnTo>
                  <a:lnTo>
                    <a:pt x="78740" y="380577"/>
                  </a:lnTo>
                  <a:lnTo>
                    <a:pt x="66040" y="366607"/>
                  </a:lnTo>
                  <a:lnTo>
                    <a:pt x="64346" y="352637"/>
                  </a:lnTo>
                  <a:lnTo>
                    <a:pt x="48683" y="345017"/>
                  </a:lnTo>
                  <a:lnTo>
                    <a:pt x="48683" y="345017"/>
                  </a:lnTo>
                  <a:close/>
                  <a:moveTo>
                    <a:pt x="1036320" y="831850"/>
                  </a:moveTo>
                  <a:lnTo>
                    <a:pt x="1051560" y="833120"/>
                  </a:lnTo>
                  <a:lnTo>
                    <a:pt x="1065530" y="821690"/>
                  </a:lnTo>
                  <a:lnTo>
                    <a:pt x="1079500" y="810683"/>
                  </a:lnTo>
                  <a:lnTo>
                    <a:pt x="1065530" y="809414"/>
                  </a:lnTo>
                  <a:lnTo>
                    <a:pt x="1049867" y="814917"/>
                  </a:lnTo>
                  <a:lnTo>
                    <a:pt x="1035896" y="824654"/>
                  </a:lnTo>
                  <a:lnTo>
                    <a:pt x="1021927" y="833120"/>
                  </a:lnTo>
                  <a:lnTo>
                    <a:pt x="1030393" y="847090"/>
                  </a:lnTo>
                  <a:lnTo>
                    <a:pt x="1036320" y="831850"/>
                  </a:lnTo>
                  <a:close/>
                  <a:moveTo>
                    <a:pt x="37677" y="379730"/>
                  </a:moveTo>
                  <a:lnTo>
                    <a:pt x="33443" y="365760"/>
                  </a:lnTo>
                  <a:lnTo>
                    <a:pt x="27940" y="351790"/>
                  </a:lnTo>
                  <a:lnTo>
                    <a:pt x="33443" y="337820"/>
                  </a:lnTo>
                  <a:lnTo>
                    <a:pt x="27940" y="323850"/>
                  </a:lnTo>
                  <a:lnTo>
                    <a:pt x="13970" y="325120"/>
                  </a:lnTo>
                  <a:lnTo>
                    <a:pt x="0" y="326390"/>
                  </a:lnTo>
                  <a:lnTo>
                    <a:pt x="1693" y="340360"/>
                  </a:lnTo>
                  <a:lnTo>
                    <a:pt x="11430" y="354330"/>
                  </a:lnTo>
                  <a:lnTo>
                    <a:pt x="25400" y="368300"/>
                  </a:lnTo>
                  <a:lnTo>
                    <a:pt x="33867" y="382270"/>
                  </a:lnTo>
                  <a:lnTo>
                    <a:pt x="47836" y="392007"/>
                  </a:lnTo>
                  <a:lnTo>
                    <a:pt x="61807" y="392007"/>
                  </a:lnTo>
                  <a:lnTo>
                    <a:pt x="46143" y="382270"/>
                  </a:lnTo>
                  <a:lnTo>
                    <a:pt x="37677" y="379730"/>
                  </a:lnTo>
                  <a:close/>
                  <a:moveTo>
                    <a:pt x="122767" y="572347"/>
                  </a:moveTo>
                  <a:lnTo>
                    <a:pt x="108796" y="571077"/>
                  </a:lnTo>
                  <a:lnTo>
                    <a:pt x="103293" y="585047"/>
                  </a:lnTo>
                  <a:lnTo>
                    <a:pt x="107527" y="600287"/>
                  </a:lnTo>
                  <a:lnTo>
                    <a:pt x="121496" y="591820"/>
                  </a:lnTo>
                  <a:lnTo>
                    <a:pt x="124036" y="605790"/>
                  </a:lnTo>
                  <a:lnTo>
                    <a:pt x="138007" y="605790"/>
                  </a:lnTo>
                  <a:lnTo>
                    <a:pt x="151977" y="612564"/>
                  </a:lnTo>
                  <a:lnTo>
                    <a:pt x="165946" y="609600"/>
                  </a:lnTo>
                  <a:lnTo>
                    <a:pt x="159173" y="594360"/>
                  </a:lnTo>
                  <a:lnTo>
                    <a:pt x="145203" y="581660"/>
                  </a:lnTo>
                  <a:lnTo>
                    <a:pt x="138007" y="576157"/>
                  </a:lnTo>
                  <a:lnTo>
                    <a:pt x="138007" y="562187"/>
                  </a:lnTo>
                  <a:lnTo>
                    <a:pt x="126577" y="548217"/>
                  </a:lnTo>
                  <a:lnTo>
                    <a:pt x="126577" y="562187"/>
                  </a:lnTo>
                  <a:lnTo>
                    <a:pt x="122767" y="572347"/>
                  </a:lnTo>
                  <a:close/>
                  <a:moveTo>
                    <a:pt x="147743" y="483024"/>
                  </a:moveTo>
                  <a:lnTo>
                    <a:pt x="132503" y="496993"/>
                  </a:lnTo>
                  <a:lnTo>
                    <a:pt x="128270" y="510964"/>
                  </a:lnTo>
                  <a:lnTo>
                    <a:pt x="136736" y="524933"/>
                  </a:lnTo>
                  <a:lnTo>
                    <a:pt x="151977" y="519430"/>
                  </a:lnTo>
                  <a:lnTo>
                    <a:pt x="151977" y="505460"/>
                  </a:lnTo>
                  <a:lnTo>
                    <a:pt x="150707" y="490220"/>
                  </a:lnTo>
                  <a:lnTo>
                    <a:pt x="148167" y="485987"/>
                  </a:lnTo>
                  <a:lnTo>
                    <a:pt x="146896" y="485987"/>
                  </a:lnTo>
                  <a:lnTo>
                    <a:pt x="147743" y="483024"/>
                  </a:lnTo>
                  <a:close/>
                  <a:moveTo>
                    <a:pt x="147743" y="559647"/>
                  </a:moveTo>
                  <a:lnTo>
                    <a:pt x="138007" y="545677"/>
                  </a:lnTo>
                  <a:lnTo>
                    <a:pt x="143510" y="559647"/>
                  </a:lnTo>
                  <a:lnTo>
                    <a:pt x="153246" y="573617"/>
                  </a:lnTo>
                  <a:lnTo>
                    <a:pt x="147743" y="559647"/>
                  </a:lnTo>
                  <a:close/>
                  <a:moveTo>
                    <a:pt x="173990" y="679874"/>
                  </a:moveTo>
                  <a:lnTo>
                    <a:pt x="186690" y="665904"/>
                  </a:lnTo>
                  <a:lnTo>
                    <a:pt x="172720" y="653204"/>
                  </a:lnTo>
                  <a:lnTo>
                    <a:pt x="158750" y="646007"/>
                  </a:lnTo>
                  <a:lnTo>
                    <a:pt x="144780" y="644737"/>
                  </a:lnTo>
                  <a:lnTo>
                    <a:pt x="146050" y="658707"/>
                  </a:lnTo>
                  <a:lnTo>
                    <a:pt x="158750" y="672677"/>
                  </a:lnTo>
                  <a:lnTo>
                    <a:pt x="173990" y="683683"/>
                  </a:lnTo>
                  <a:lnTo>
                    <a:pt x="173990" y="679874"/>
                  </a:lnTo>
                  <a:close/>
                  <a:moveTo>
                    <a:pt x="468630" y="904240"/>
                  </a:moveTo>
                  <a:lnTo>
                    <a:pt x="472863" y="918210"/>
                  </a:lnTo>
                  <a:lnTo>
                    <a:pt x="477096" y="933450"/>
                  </a:lnTo>
                  <a:lnTo>
                    <a:pt x="492336" y="924983"/>
                  </a:lnTo>
                  <a:lnTo>
                    <a:pt x="486833" y="909743"/>
                  </a:lnTo>
                  <a:lnTo>
                    <a:pt x="477096" y="895774"/>
                  </a:lnTo>
                  <a:lnTo>
                    <a:pt x="468630" y="904240"/>
                  </a:lnTo>
                  <a:close/>
                  <a:moveTo>
                    <a:pt x="531283" y="629497"/>
                  </a:moveTo>
                  <a:lnTo>
                    <a:pt x="527050" y="643467"/>
                  </a:lnTo>
                  <a:lnTo>
                    <a:pt x="542290" y="639233"/>
                  </a:lnTo>
                  <a:lnTo>
                    <a:pt x="538057" y="625264"/>
                  </a:lnTo>
                  <a:lnTo>
                    <a:pt x="531283" y="629497"/>
                  </a:lnTo>
                  <a:close/>
                  <a:moveTo>
                    <a:pt x="541020" y="678180"/>
                  </a:moveTo>
                  <a:lnTo>
                    <a:pt x="543560" y="664210"/>
                  </a:lnTo>
                  <a:lnTo>
                    <a:pt x="529590" y="664210"/>
                  </a:lnTo>
                  <a:lnTo>
                    <a:pt x="539327" y="679874"/>
                  </a:lnTo>
                  <a:lnTo>
                    <a:pt x="541020" y="678180"/>
                  </a:lnTo>
                  <a:close/>
                  <a:moveTo>
                    <a:pt x="554990" y="556683"/>
                  </a:moveTo>
                  <a:lnTo>
                    <a:pt x="568960" y="557954"/>
                  </a:lnTo>
                  <a:lnTo>
                    <a:pt x="582930" y="557954"/>
                  </a:lnTo>
                  <a:lnTo>
                    <a:pt x="598170" y="559224"/>
                  </a:lnTo>
                  <a:lnTo>
                    <a:pt x="612140" y="561764"/>
                  </a:lnTo>
                  <a:lnTo>
                    <a:pt x="620183" y="575733"/>
                  </a:lnTo>
                  <a:lnTo>
                    <a:pt x="631613" y="589704"/>
                  </a:lnTo>
                  <a:lnTo>
                    <a:pt x="634577" y="603674"/>
                  </a:lnTo>
                  <a:lnTo>
                    <a:pt x="648546" y="613410"/>
                  </a:lnTo>
                  <a:lnTo>
                    <a:pt x="662517" y="623147"/>
                  </a:lnTo>
                  <a:lnTo>
                    <a:pt x="676486" y="632883"/>
                  </a:lnTo>
                  <a:lnTo>
                    <a:pt x="680720" y="628650"/>
                  </a:lnTo>
                  <a:lnTo>
                    <a:pt x="687493" y="614680"/>
                  </a:lnTo>
                  <a:lnTo>
                    <a:pt x="676486" y="600710"/>
                  </a:lnTo>
                  <a:lnTo>
                    <a:pt x="662517" y="599440"/>
                  </a:lnTo>
                  <a:lnTo>
                    <a:pt x="648546" y="593937"/>
                  </a:lnTo>
                  <a:lnTo>
                    <a:pt x="640080" y="579967"/>
                  </a:lnTo>
                  <a:lnTo>
                    <a:pt x="632883" y="565997"/>
                  </a:lnTo>
                  <a:lnTo>
                    <a:pt x="628650" y="550757"/>
                  </a:lnTo>
                  <a:lnTo>
                    <a:pt x="632883" y="536787"/>
                  </a:lnTo>
                  <a:lnTo>
                    <a:pt x="618913" y="525780"/>
                  </a:lnTo>
                  <a:lnTo>
                    <a:pt x="610446" y="511810"/>
                  </a:lnTo>
                  <a:lnTo>
                    <a:pt x="596477" y="513080"/>
                  </a:lnTo>
                  <a:lnTo>
                    <a:pt x="582507" y="511810"/>
                  </a:lnTo>
                  <a:lnTo>
                    <a:pt x="568536" y="506307"/>
                  </a:lnTo>
                  <a:lnTo>
                    <a:pt x="553296" y="499533"/>
                  </a:lnTo>
                  <a:lnTo>
                    <a:pt x="539327" y="492337"/>
                  </a:lnTo>
                  <a:lnTo>
                    <a:pt x="525357" y="482600"/>
                  </a:lnTo>
                  <a:lnTo>
                    <a:pt x="519853" y="468630"/>
                  </a:lnTo>
                  <a:lnTo>
                    <a:pt x="507153" y="454660"/>
                  </a:lnTo>
                  <a:lnTo>
                    <a:pt x="493183" y="454660"/>
                  </a:lnTo>
                  <a:lnTo>
                    <a:pt x="477943" y="457200"/>
                  </a:lnTo>
                  <a:lnTo>
                    <a:pt x="465243" y="471170"/>
                  </a:lnTo>
                  <a:lnTo>
                    <a:pt x="452543" y="485140"/>
                  </a:lnTo>
                  <a:lnTo>
                    <a:pt x="466513" y="478367"/>
                  </a:lnTo>
                  <a:lnTo>
                    <a:pt x="480483" y="482600"/>
                  </a:lnTo>
                  <a:lnTo>
                    <a:pt x="494453" y="492337"/>
                  </a:lnTo>
                  <a:lnTo>
                    <a:pt x="509693" y="502074"/>
                  </a:lnTo>
                  <a:lnTo>
                    <a:pt x="523663" y="511810"/>
                  </a:lnTo>
                  <a:lnTo>
                    <a:pt x="533400" y="525780"/>
                  </a:lnTo>
                  <a:lnTo>
                    <a:pt x="547370" y="532554"/>
                  </a:lnTo>
                  <a:lnTo>
                    <a:pt x="547370" y="546524"/>
                  </a:lnTo>
                  <a:lnTo>
                    <a:pt x="554990" y="556683"/>
                  </a:lnTo>
                  <a:close/>
                  <a:moveTo>
                    <a:pt x="559223" y="434340"/>
                  </a:moveTo>
                  <a:lnTo>
                    <a:pt x="545253" y="434340"/>
                  </a:lnTo>
                  <a:lnTo>
                    <a:pt x="559223" y="447040"/>
                  </a:lnTo>
                  <a:lnTo>
                    <a:pt x="559223" y="434340"/>
                  </a:lnTo>
                  <a:close/>
                  <a:moveTo>
                    <a:pt x="659553" y="1093893"/>
                  </a:moveTo>
                  <a:lnTo>
                    <a:pt x="673523" y="1096433"/>
                  </a:lnTo>
                  <a:lnTo>
                    <a:pt x="676486" y="1095164"/>
                  </a:lnTo>
                  <a:lnTo>
                    <a:pt x="690457" y="1099397"/>
                  </a:lnTo>
                  <a:lnTo>
                    <a:pt x="704427" y="1102360"/>
                  </a:lnTo>
                  <a:lnTo>
                    <a:pt x="718396" y="1110827"/>
                  </a:lnTo>
                  <a:lnTo>
                    <a:pt x="733636" y="1112097"/>
                  </a:lnTo>
                  <a:lnTo>
                    <a:pt x="737870" y="1127337"/>
                  </a:lnTo>
                  <a:lnTo>
                    <a:pt x="743373" y="1139614"/>
                  </a:lnTo>
                  <a:lnTo>
                    <a:pt x="758613" y="1138343"/>
                  </a:lnTo>
                  <a:lnTo>
                    <a:pt x="772583" y="1138343"/>
                  </a:lnTo>
                  <a:lnTo>
                    <a:pt x="779357" y="1137074"/>
                  </a:lnTo>
                  <a:lnTo>
                    <a:pt x="795020" y="1134110"/>
                  </a:lnTo>
                  <a:lnTo>
                    <a:pt x="808990" y="1132840"/>
                  </a:lnTo>
                  <a:lnTo>
                    <a:pt x="822960" y="1127337"/>
                  </a:lnTo>
                  <a:lnTo>
                    <a:pt x="836930" y="1128607"/>
                  </a:lnTo>
                  <a:lnTo>
                    <a:pt x="852170" y="1127337"/>
                  </a:lnTo>
                  <a:lnTo>
                    <a:pt x="853440" y="1126067"/>
                  </a:lnTo>
                  <a:lnTo>
                    <a:pt x="867410" y="1124797"/>
                  </a:lnTo>
                  <a:lnTo>
                    <a:pt x="881380" y="1127760"/>
                  </a:lnTo>
                  <a:lnTo>
                    <a:pt x="885613" y="1127760"/>
                  </a:lnTo>
                  <a:lnTo>
                    <a:pt x="896620" y="1123527"/>
                  </a:lnTo>
                  <a:lnTo>
                    <a:pt x="911860" y="1123527"/>
                  </a:lnTo>
                  <a:lnTo>
                    <a:pt x="925830" y="1127760"/>
                  </a:lnTo>
                  <a:lnTo>
                    <a:pt x="931333" y="1127760"/>
                  </a:lnTo>
                  <a:lnTo>
                    <a:pt x="932603" y="1126490"/>
                  </a:lnTo>
                  <a:lnTo>
                    <a:pt x="946573" y="1113790"/>
                  </a:lnTo>
                  <a:lnTo>
                    <a:pt x="949536" y="1099820"/>
                  </a:lnTo>
                  <a:lnTo>
                    <a:pt x="941070" y="1085850"/>
                  </a:lnTo>
                  <a:lnTo>
                    <a:pt x="927100" y="1094317"/>
                  </a:lnTo>
                  <a:lnTo>
                    <a:pt x="911860" y="1090083"/>
                  </a:lnTo>
                  <a:lnTo>
                    <a:pt x="897890" y="1096857"/>
                  </a:lnTo>
                  <a:lnTo>
                    <a:pt x="883920" y="1107864"/>
                  </a:lnTo>
                  <a:lnTo>
                    <a:pt x="869950" y="1099397"/>
                  </a:lnTo>
                  <a:lnTo>
                    <a:pt x="872913" y="1084157"/>
                  </a:lnTo>
                  <a:lnTo>
                    <a:pt x="868680" y="1070187"/>
                  </a:lnTo>
                  <a:lnTo>
                    <a:pt x="854710" y="1071457"/>
                  </a:lnTo>
                  <a:lnTo>
                    <a:pt x="840740" y="1075690"/>
                  </a:lnTo>
                  <a:lnTo>
                    <a:pt x="839470" y="1075690"/>
                  </a:lnTo>
                  <a:lnTo>
                    <a:pt x="825500" y="1074420"/>
                  </a:lnTo>
                  <a:lnTo>
                    <a:pt x="811530" y="1070187"/>
                  </a:lnTo>
                  <a:lnTo>
                    <a:pt x="797560" y="1070187"/>
                  </a:lnTo>
                  <a:lnTo>
                    <a:pt x="782320" y="1070187"/>
                  </a:lnTo>
                  <a:lnTo>
                    <a:pt x="768350" y="1057487"/>
                  </a:lnTo>
                  <a:lnTo>
                    <a:pt x="761153" y="1058757"/>
                  </a:lnTo>
                  <a:lnTo>
                    <a:pt x="748453" y="1058757"/>
                  </a:lnTo>
                  <a:lnTo>
                    <a:pt x="733213" y="1055793"/>
                  </a:lnTo>
                  <a:lnTo>
                    <a:pt x="719243" y="1057064"/>
                  </a:lnTo>
                  <a:lnTo>
                    <a:pt x="705273" y="1062567"/>
                  </a:lnTo>
                  <a:lnTo>
                    <a:pt x="691303" y="1065107"/>
                  </a:lnTo>
                  <a:lnTo>
                    <a:pt x="677333" y="1066377"/>
                  </a:lnTo>
                  <a:lnTo>
                    <a:pt x="666327" y="1063837"/>
                  </a:lnTo>
                  <a:lnTo>
                    <a:pt x="653627" y="1049867"/>
                  </a:lnTo>
                  <a:lnTo>
                    <a:pt x="639657" y="1040130"/>
                  </a:lnTo>
                  <a:lnTo>
                    <a:pt x="653627" y="1030393"/>
                  </a:lnTo>
                  <a:lnTo>
                    <a:pt x="639657" y="1033357"/>
                  </a:lnTo>
                  <a:lnTo>
                    <a:pt x="625686" y="1040130"/>
                  </a:lnTo>
                  <a:lnTo>
                    <a:pt x="611717" y="1038860"/>
                  </a:lnTo>
                  <a:lnTo>
                    <a:pt x="596477" y="1029124"/>
                  </a:lnTo>
                  <a:lnTo>
                    <a:pt x="588010" y="1013883"/>
                  </a:lnTo>
                  <a:lnTo>
                    <a:pt x="588010" y="1029124"/>
                  </a:lnTo>
                  <a:lnTo>
                    <a:pt x="582507" y="1043093"/>
                  </a:lnTo>
                  <a:lnTo>
                    <a:pt x="568536" y="1034627"/>
                  </a:lnTo>
                  <a:lnTo>
                    <a:pt x="566843" y="1049867"/>
                  </a:lnTo>
                  <a:lnTo>
                    <a:pt x="564303" y="1063837"/>
                  </a:lnTo>
                  <a:lnTo>
                    <a:pt x="564303" y="1077807"/>
                  </a:lnTo>
                  <a:lnTo>
                    <a:pt x="578273" y="1087543"/>
                  </a:lnTo>
                  <a:lnTo>
                    <a:pt x="592243" y="1087543"/>
                  </a:lnTo>
                  <a:lnTo>
                    <a:pt x="606213" y="1084580"/>
                  </a:lnTo>
                  <a:lnTo>
                    <a:pt x="621453" y="1088814"/>
                  </a:lnTo>
                  <a:lnTo>
                    <a:pt x="635423" y="1093047"/>
                  </a:lnTo>
                  <a:lnTo>
                    <a:pt x="649393" y="1091777"/>
                  </a:lnTo>
                  <a:lnTo>
                    <a:pt x="659553" y="1093893"/>
                  </a:lnTo>
                  <a:close/>
                  <a:moveTo>
                    <a:pt x="662517" y="693420"/>
                  </a:moveTo>
                  <a:lnTo>
                    <a:pt x="662517" y="679450"/>
                  </a:lnTo>
                  <a:lnTo>
                    <a:pt x="648546" y="690457"/>
                  </a:lnTo>
                  <a:lnTo>
                    <a:pt x="651510" y="704427"/>
                  </a:lnTo>
                  <a:lnTo>
                    <a:pt x="662517" y="693420"/>
                  </a:lnTo>
                  <a:close/>
                  <a:moveTo>
                    <a:pt x="677757" y="848360"/>
                  </a:moveTo>
                  <a:lnTo>
                    <a:pt x="691727" y="847090"/>
                  </a:lnTo>
                  <a:lnTo>
                    <a:pt x="694690" y="833120"/>
                  </a:lnTo>
                  <a:lnTo>
                    <a:pt x="680720" y="844127"/>
                  </a:lnTo>
                  <a:lnTo>
                    <a:pt x="665057" y="835660"/>
                  </a:lnTo>
                  <a:lnTo>
                    <a:pt x="665057" y="850900"/>
                  </a:lnTo>
                  <a:lnTo>
                    <a:pt x="677757" y="848360"/>
                  </a:lnTo>
                  <a:close/>
                  <a:moveTo>
                    <a:pt x="673523" y="195580"/>
                  </a:moveTo>
                  <a:lnTo>
                    <a:pt x="687493" y="189654"/>
                  </a:lnTo>
                  <a:lnTo>
                    <a:pt x="689186" y="175683"/>
                  </a:lnTo>
                  <a:lnTo>
                    <a:pt x="680720" y="161714"/>
                  </a:lnTo>
                  <a:lnTo>
                    <a:pt x="666750" y="158750"/>
                  </a:lnTo>
                  <a:lnTo>
                    <a:pt x="654050" y="172720"/>
                  </a:lnTo>
                  <a:lnTo>
                    <a:pt x="656590" y="187960"/>
                  </a:lnTo>
                  <a:lnTo>
                    <a:pt x="670560" y="196427"/>
                  </a:lnTo>
                  <a:lnTo>
                    <a:pt x="673523" y="195580"/>
                  </a:lnTo>
                  <a:close/>
                  <a:moveTo>
                    <a:pt x="690457" y="496993"/>
                  </a:moveTo>
                  <a:lnTo>
                    <a:pt x="683260" y="483024"/>
                  </a:lnTo>
                  <a:lnTo>
                    <a:pt x="674793" y="469054"/>
                  </a:lnTo>
                  <a:lnTo>
                    <a:pt x="660823" y="464820"/>
                  </a:lnTo>
                  <a:lnTo>
                    <a:pt x="659553" y="478790"/>
                  </a:lnTo>
                  <a:lnTo>
                    <a:pt x="673523" y="484293"/>
                  </a:lnTo>
                  <a:lnTo>
                    <a:pt x="677757" y="498264"/>
                  </a:lnTo>
                  <a:lnTo>
                    <a:pt x="690457" y="496993"/>
                  </a:lnTo>
                  <a:close/>
                  <a:moveTo>
                    <a:pt x="722630" y="798407"/>
                  </a:moveTo>
                  <a:lnTo>
                    <a:pt x="708660" y="794174"/>
                  </a:lnTo>
                  <a:lnTo>
                    <a:pt x="715433" y="808143"/>
                  </a:lnTo>
                  <a:lnTo>
                    <a:pt x="722630" y="798407"/>
                  </a:lnTo>
                  <a:close/>
                  <a:moveTo>
                    <a:pt x="734907" y="304377"/>
                  </a:moveTo>
                  <a:lnTo>
                    <a:pt x="733636" y="318347"/>
                  </a:lnTo>
                  <a:lnTo>
                    <a:pt x="747607" y="322580"/>
                  </a:lnTo>
                  <a:lnTo>
                    <a:pt x="761577" y="315383"/>
                  </a:lnTo>
                  <a:lnTo>
                    <a:pt x="776817" y="319617"/>
                  </a:lnTo>
                  <a:lnTo>
                    <a:pt x="778086" y="305647"/>
                  </a:lnTo>
                  <a:lnTo>
                    <a:pt x="785283" y="291677"/>
                  </a:lnTo>
                  <a:lnTo>
                    <a:pt x="785283" y="290407"/>
                  </a:lnTo>
                  <a:lnTo>
                    <a:pt x="774277" y="291677"/>
                  </a:lnTo>
                  <a:lnTo>
                    <a:pt x="771736" y="297180"/>
                  </a:lnTo>
                  <a:lnTo>
                    <a:pt x="757767" y="291677"/>
                  </a:lnTo>
                  <a:lnTo>
                    <a:pt x="754803" y="291677"/>
                  </a:lnTo>
                  <a:lnTo>
                    <a:pt x="751840" y="291677"/>
                  </a:lnTo>
                  <a:lnTo>
                    <a:pt x="750570" y="291677"/>
                  </a:lnTo>
                  <a:lnTo>
                    <a:pt x="746336" y="291677"/>
                  </a:lnTo>
                  <a:lnTo>
                    <a:pt x="739563" y="291677"/>
                  </a:lnTo>
                  <a:lnTo>
                    <a:pt x="734907" y="304377"/>
                  </a:lnTo>
                  <a:close/>
                  <a:moveTo>
                    <a:pt x="745913" y="669714"/>
                  </a:moveTo>
                  <a:lnTo>
                    <a:pt x="742950" y="655743"/>
                  </a:lnTo>
                  <a:lnTo>
                    <a:pt x="738717" y="641774"/>
                  </a:lnTo>
                  <a:lnTo>
                    <a:pt x="724746" y="640504"/>
                  </a:lnTo>
                  <a:lnTo>
                    <a:pt x="716280" y="626533"/>
                  </a:lnTo>
                  <a:lnTo>
                    <a:pt x="702310" y="637540"/>
                  </a:lnTo>
                  <a:lnTo>
                    <a:pt x="716280" y="648970"/>
                  </a:lnTo>
                  <a:lnTo>
                    <a:pt x="728980" y="664210"/>
                  </a:lnTo>
                  <a:lnTo>
                    <a:pt x="741680" y="678180"/>
                  </a:lnTo>
                  <a:lnTo>
                    <a:pt x="745913" y="669714"/>
                  </a:lnTo>
                  <a:close/>
                  <a:moveTo>
                    <a:pt x="748877" y="686647"/>
                  </a:moveTo>
                  <a:lnTo>
                    <a:pt x="751417" y="687917"/>
                  </a:lnTo>
                  <a:lnTo>
                    <a:pt x="767080" y="700617"/>
                  </a:lnTo>
                  <a:lnTo>
                    <a:pt x="781050" y="700617"/>
                  </a:lnTo>
                  <a:lnTo>
                    <a:pt x="776817" y="686647"/>
                  </a:lnTo>
                  <a:lnTo>
                    <a:pt x="762846" y="684107"/>
                  </a:lnTo>
                  <a:lnTo>
                    <a:pt x="747607" y="679874"/>
                  </a:lnTo>
                  <a:lnTo>
                    <a:pt x="748877" y="686647"/>
                  </a:lnTo>
                  <a:close/>
                  <a:moveTo>
                    <a:pt x="751417" y="855557"/>
                  </a:moveTo>
                  <a:lnTo>
                    <a:pt x="736177" y="852593"/>
                  </a:lnTo>
                  <a:lnTo>
                    <a:pt x="751417" y="861060"/>
                  </a:lnTo>
                  <a:lnTo>
                    <a:pt x="751417" y="855557"/>
                  </a:lnTo>
                  <a:close/>
                  <a:moveTo>
                    <a:pt x="790786" y="782743"/>
                  </a:moveTo>
                  <a:lnTo>
                    <a:pt x="784013" y="768774"/>
                  </a:lnTo>
                  <a:lnTo>
                    <a:pt x="770043" y="781474"/>
                  </a:lnTo>
                  <a:lnTo>
                    <a:pt x="781050" y="796714"/>
                  </a:lnTo>
                  <a:lnTo>
                    <a:pt x="790786" y="782743"/>
                  </a:lnTo>
                  <a:close/>
                  <a:moveTo>
                    <a:pt x="808990" y="711624"/>
                  </a:moveTo>
                  <a:lnTo>
                    <a:pt x="793750" y="710354"/>
                  </a:lnTo>
                  <a:lnTo>
                    <a:pt x="799253" y="724324"/>
                  </a:lnTo>
                  <a:lnTo>
                    <a:pt x="808990" y="711624"/>
                  </a:lnTo>
                  <a:close/>
                  <a:moveTo>
                    <a:pt x="811953" y="850054"/>
                  </a:moveTo>
                  <a:lnTo>
                    <a:pt x="807720" y="836083"/>
                  </a:lnTo>
                  <a:lnTo>
                    <a:pt x="794173" y="840317"/>
                  </a:lnTo>
                  <a:lnTo>
                    <a:pt x="807720" y="851324"/>
                  </a:lnTo>
                  <a:lnTo>
                    <a:pt x="811953" y="850054"/>
                  </a:lnTo>
                  <a:close/>
                  <a:moveTo>
                    <a:pt x="801793" y="206587"/>
                  </a:moveTo>
                  <a:lnTo>
                    <a:pt x="787823" y="207857"/>
                  </a:lnTo>
                  <a:lnTo>
                    <a:pt x="793327" y="221827"/>
                  </a:lnTo>
                  <a:lnTo>
                    <a:pt x="808567" y="223097"/>
                  </a:lnTo>
                  <a:lnTo>
                    <a:pt x="808567" y="209127"/>
                  </a:lnTo>
                  <a:lnTo>
                    <a:pt x="801793" y="206587"/>
                  </a:lnTo>
                  <a:close/>
                  <a:moveTo>
                    <a:pt x="822960" y="803910"/>
                  </a:moveTo>
                  <a:lnTo>
                    <a:pt x="834390" y="789940"/>
                  </a:lnTo>
                  <a:lnTo>
                    <a:pt x="835660" y="775970"/>
                  </a:lnTo>
                  <a:lnTo>
                    <a:pt x="830157" y="762000"/>
                  </a:lnTo>
                  <a:lnTo>
                    <a:pt x="816186" y="767504"/>
                  </a:lnTo>
                  <a:lnTo>
                    <a:pt x="802217" y="777240"/>
                  </a:lnTo>
                  <a:lnTo>
                    <a:pt x="807720" y="791210"/>
                  </a:lnTo>
                  <a:lnTo>
                    <a:pt x="817457" y="806450"/>
                  </a:lnTo>
                  <a:lnTo>
                    <a:pt x="822960" y="803910"/>
                  </a:lnTo>
                  <a:close/>
                  <a:moveTo>
                    <a:pt x="874607" y="827617"/>
                  </a:moveTo>
                  <a:lnTo>
                    <a:pt x="888577" y="816610"/>
                  </a:lnTo>
                  <a:lnTo>
                    <a:pt x="902546" y="809837"/>
                  </a:lnTo>
                  <a:lnTo>
                    <a:pt x="888577" y="811107"/>
                  </a:lnTo>
                  <a:lnTo>
                    <a:pt x="874607" y="817880"/>
                  </a:lnTo>
                  <a:lnTo>
                    <a:pt x="866140" y="831850"/>
                  </a:lnTo>
                  <a:lnTo>
                    <a:pt x="874607" y="827617"/>
                  </a:lnTo>
                  <a:close/>
                  <a:moveTo>
                    <a:pt x="894080" y="590550"/>
                  </a:moveTo>
                  <a:lnTo>
                    <a:pt x="898313" y="576580"/>
                  </a:lnTo>
                  <a:lnTo>
                    <a:pt x="898313" y="562610"/>
                  </a:lnTo>
                  <a:lnTo>
                    <a:pt x="897043" y="547370"/>
                  </a:lnTo>
                  <a:lnTo>
                    <a:pt x="898313" y="533400"/>
                  </a:lnTo>
                  <a:lnTo>
                    <a:pt x="884343" y="526627"/>
                  </a:lnTo>
                  <a:lnTo>
                    <a:pt x="870373" y="526627"/>
                  </a:lnTo>
                  <a:lnTo>
                    <a:pt x="855133" y="539327"/>
                  </a:lnTo>
                  <a:lnTo>
                    <a:pt x="870373" y="549064"/>
                  </a:lnTo>
                  <a:lnTo>
                    <a:pt x="877146" y="563033"/>
                  </a:lnTo>
                  <a:lnTo>
                    <a:pt x="867410" y="577004"/>
                  </a:lnTo>
                  <a:lnTo>
                    <a:pt x="868680" y="590974"/>
                  </a:lnTo>
                  <a:lnTo>
                    <a:pt x="882650" y="600710"/>
                  </a:lnTo>
                  <a:lnTo>
                    <a:pt x="894080" y="590550"/>
                  </a:lnTo>
                  <a:close/>
                  <a:moveTo>
                    <a:pt x="896620" y="706120"/>
                  </a:moveTo>
                  <a:lnTo>
                    <a:pt x="910590" y="698924"/>
                  </a:lnTo>
                  <a:lnTo>
                    <a:pt x="924560" y="692150"/>
                  </a:lnTo>
                  <a:lnTo>
                    <a:pt x="934296" y="678180"/>
                  </a:lnTo>
                  <a:lnTo>
                    <a:pt x="918633" y="683683"/>
                  </a:lnTo>
                  <a:lnTo>
                    <a:pt x="904663" y="684954"/>
                  </a:lnTo>
                  <a:lnTo>
                    <a:pt x="889423" y="693420"/>
                  </a:lnTo>
                  <a:lnTo>
                    <a:pt x="885190" y="707390"/>
                  </a:lnTo>
                  <a:lnTo>
                    <a:pt x="896620" y="706120"/>
                  </a:lnTo>
                  <a:close/>
                  <a:moveTo>
                    <a:pt x="942763" y="450850"/>
                  </a:moveTo>
                  <a:lnTo>
                    <a:pt x="956733" y="455083"/>
                  </a:lnTo>
                  <a:lnTo>
                    <a:pt x="948267" y="441114"/>
                  </a:lnTo>
                  <a:lnTo>
                    <a:pt x="938530" y="427143"/>
                  </a:lnTo>
                  <a:lnTo>
                    <a:pt x="924560" y="414443"/>
                  </a:lnTo>
                  <a:lnTo>
                    <a:pt x="920327" y="400474"/>
                  </a:lnTo>
                  <a:lnTo>
                    <a:pt x="906357" y="394970"/>
                  </a:lnTo>
                  <a:lnTo>
                    <a:pt x="892386" y="404707"/>
                  </a:lnTo>
                  <a:lnTo>
                    <a:pt x="877146" y="410210"/>
                  </a:lnTo>
                  <a:lnTo>
                    <a:pt x="863177" y="411480"/>
                  </a:lnTo>
                  <a:lnTo>
                    <a:pt x="849207" y="421217"/>
                  </a:lnTo>
                  <a:lnTo>
                    <a:pt x="858943" y="435187"/>
                  </a:lnTo>
                  <a:lnTo>
                    <a:pt x="872913" y="440690"/>
                  </a:lnTo>
                  <a:lnTo>
                    <a:pt x="886883" y="436457"/>
                  </a:lnTo>
                  <a:lnTo>
                    <a:pt x="900853" y="436457"/>
                  </a:lnTo>
                  <a:lnTo>
                    <a:pt x="886883" y="446193"/>
                  </a:lnTo>
                  <a:lnTo>
                    <a:pt x="900853" y="454660"/>
                  </a:lnTo>
                  <a:lnTo>
                    <a:pt x="916093" y="461433"/>
                  </a:lnTo>
                  <a:lnTo>
                    <a:pt x="930063" y="464397"/>
                  </a:lnTo>
                  <a:lnTo>
                    <a:pt x="942763" y="450850"/>
                  </a:lnTo>
                  <a:close/>
                  <a:moveTo>
                    <a:pt x="1002877" y="685377"/>
                  </a:moveTo>
                  <a:lnTo>
                    <a:pt x="1018540" y="676910"/>
                  </a:lnTo>
                  <a:lnTo>
                    <a:pt x="1027007" y="662940"/>
                  </a:lnTo>
                  <a:lnTo>
                    <a:pt x="1011767" y="664210"/>
                  </a:lnTo>
                  <a:lnTo>
                    <a:pt x="997796" y="657014"/>
                  </a:lnTo>
                  <a:lnTo>
                    <a:pt x="983827" y="657014"/>
                  </a:lnTo>
                  <a:lnTo>
                    <a:pt x="969857" y="664210"/>
                  </a:lnTo>
                  <a:lnTo>
                    <a:pt x="971127" y="678180"/>
                  </a:lnTo>
                  <a:lnTo>
                    <a:pt x="985096" y="675217"/>
                  </a:lnTo>
                  <a:lnTo>
                    <a:pt x="999067" y="684954"/>
                  </a:lnTo>
                  <a:lnTo>
                    <a:pt x="1002877" y="684954"/>
                  </a:lnTo>
                  <a:close/>
                  <a:moveTo>
                    <a:pt x="1011343" y="767504"/>
                  </a:moveTo>
                  <a:lnTo>
                    <a:pt x="997373" y="763270"/>
                  </a:lnTo>
                  <a:lnTo>
                    <a:pt x="1011343" y="775970"/>
                  </a:lnTo>
                  <a:lnTo>
                    <a:pt x="1011343" y="767504"/>
                  </a:lnTo>
                  <a:close/>
                  <a:moveTo>
                    <a:pt x="1036320" y="791210"/>
                  </a:moveTo>
                  <a:lnTo>
                    <a:pt x="1022350" y="791210"/>
                  </a:lnTo>
                  <a:lnTo>
                    <a:pt x="1027853" y="805180"/>
                  </a:lnTo>
                  <a:lnTo>
                    <a:pt x="1036320" y="791210"/>
                  </a:lnTo>
                  <a:close/>
                  <a:moveTo>
                    <a:pt x="1079500" y="1046480"/>
                  </a:moveTo>
                  <a:lnTo>
                    <a:pt x="1073997" y="1030817"/>
                  </a:lnTo>
                  <a:lnTo>
                    <a:pt x="1067223" y="1016847"/>
                  </a:lnTo>
                  <a:lnTo>
                    <a:pt x="1073997" y="1002877"/>
                  </a:lnTo>
                  <a:lnTo>
                    <a:pt x="1072727" y="988907"/>
                  </a:lnTo>
                  <a:lnTo>
                    <a:pt x="1067223" y="1002877"/>
                  </a:lnTo>
                  <a:lnTo>
                    <a:pt x="1061720" y="1016847"/>
                  </a:lnTo>
                  <a:lnTo>
                    <a:pt x="1057486" y="1030817"/>
                  </a:lnTo>
                  <a:lnTo>
                    <a:pt x="1062990" y="1044787"/>
                  </a:lnTo>
                  <a:lnTo>
                    <a:pt x="1067223" y="1060027"/>
                  </a:lnTo>
                  <a:lnTo>
                    <a:pt x="1079500" y="1046480"/>
                  </a:lnTo>
                  <a:close/>
                  <a:moveTo>
                    <a:pt x="1177290" y="951654"/>
                  </a:moveTo>
                  <a:lnTo>
                    <a:pt x="1191260" y="950383"/>
                  </a:lnTo>
                  <a:lnTo>
                    <a:pt x="1192530" y="950383"/>
                  </a:lnTo>
                  <a:lnTo>
                    <a:pt x="1191260" y="941917"/>
                  </a:lnTo>
                  <a:lnTo>
                    <a:pt x="1198033" y="927947"/>
                  </a:lnTo>
                  <a:lnTo>
                    <a:pt x="1200997" y="913977"/>
                  </a:lnTo>
                  <a:lnTo>
                    <a:pt x="1206500" y="900007"/>
                  </a:lnTo>
                  <a:lnTo>
                    <a:pt x="1205230" y="886037"/>
                  </a:lnTo>
                  <a:lnTo>
                    <a:pt x="1189990" y="890270"/>
                  </a:lnTo>
                  <a:lnTo>
                    <a:pt x="1176020" y="897043"/>
                  </a:lnTo>
                  <a:lnTo>
                    <a:pt x="1162050" y="904240"/>
                  </a:lnTo>
                  <a:lnTo>
                    <a:pt x="1148080" y="918210"/>
                  </a:lnTo>
                  <a:lnTo>
                    <a:pt x="1137073" y="932180"/>
                  </a:lnTo>
                  <a:lnTo>
                    <a:pt x="1146810" y="946150"/>
                  </a:lnTo>
                  <a:lnTo>
                    <a:pt x="1143847" y="960120"/>
                  </a:lnTo>
                  <a:lnTo>
                    <a:pt x="1145117" y="974090"/>
                  </a:lnTo>
                  <a:lnTo>
                    <a:pt x="1159086" y="974090"/>
                  </a:lnTo>
                  <a:lnTo>
                    <a:pt x="1168823" y="960120"/>
                  </a:lnTo>
                  <a:lnTo>
                    <a:pt x="1177290" y="951654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BF5860BF-AFCE-4846-AF56-1EBB07DCB4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64413E-EBC3-2946-8AF4-8B0F43EC96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1226" y="1952625"/>
            <a:ext cx="3673051" cy="4032250"/>
          </a:xfrm>
        </p:spPr>
        <p:txBody>
          <a:bodyPr/>
          <a:lstStyle/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DE" dirty="0"/>
          </a:p>
        </p:txBody>
      </p:sp>
    </p:spTree>
    <p:extLst>
      <p:ext uri="{BB962C8B-B14F-4D97-AF65-F5344CB8AC3E}">
        <p14:creationId xmlns:p14="http://schemas.microsoft.com/office/powerpoint/2010/main" val="1465615950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/subtitle/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5860BF-AFCE-4846-AF56-1EBB07DCB4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64413E-EBC3-2946-8AF4-8B0F43EC961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DE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1C3080E3-F3DF-C345-B91A-66100146342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911225" y="1196975"/>
            <a:ext cx="10369550" cy="612774"/>
          </a:xfrm>
        </p:spPr>
        <p:txBody>
          <a:bodyPr>
            <a:normAutofit/>
          </a:bodyPr>
          <a:lstStyle>
            <a:lvl1pPr marL="0" indent="0">
              <a:buNone/>
              <a:defRPr sz="360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en-GB" dirty="0"/>
              <a:t>Click to edit Master text style</a:t>
            </a:r>
            <a:endParaRPr lang="en-DE" dirty="0"/>
          </a:p>
        </p:txBody>
      </p:sp>
    </p:spTree>
    <p:extLst>
      <p:ext uri="{BB962C8B-B14F-4D97-AF65-F5344CB8AC3E}">
        <p14:creationId xmlns:p14="http://schemas.microsoft.com/office/powerpoint/2010/main" val="8872699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eckli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5860BF-AFCE-4846-AF56-1EBB07DCB4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1227" y="584201"/>
            <a:ext cx="8580774" cy="612774"/>
          </a:xfrm>
        </p:spPr>
        <p:txBody>
          <a:bodyPr/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64413E-EBC3-2946-8AF4-8B0F43EC96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1226" y="1952625"/>
            <a:ext cx="6670674" cy="4032250"/>
          </a:xfrm>
        </p:spPr>
        <p:txBody>
          <a:bodyPr/>
          <a:lstStyle/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DE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1C3080E3-F3DF-C345-B91A-66100146342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911225" y="1196975"/>
            <a:ext cx="8580775" cy="612774"/>
          </a:xfrm>
        </p:spPr>
        <p:txBody>
          <a:bodyPr>
            <a:normAutofit/>
          </a:bodyPr>
          <a:lstStyle>
            <a:lvl1pPr marL="0" indent="0">
              <a:buNone/>
              <a:defRPr sz="360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en-GB" dirty="0"/>
              <a:t>Click to edit Master text style</a:t>
            </a:r>
            <a:endParaRPr lang="en-DE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D91B351-731C-4041-A8C7-E33E3B71F3D0}"/>
              </a:ext>
            </a:extLst>
          </p:cNvPr>
          <p:cNvSpPr/>
          <p:nvPr userDrawn="1"/>
        </p:nvSpPr>
        <p:spPr>
          <a:xfrm>
            <a:off x="9492000" y="657225"/>
            <a:ext cx="2700000" cy="5942257"/>
          </a:xfrm>
          <a:prstGeom prst="rect">
            <a:avLst/>
          </a:prstGeom>
          <a:solidFill>
            <a:schemeClr val="accent1">
              <a:alpha val="84983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9D2A3F37-A8AE-DF41-A08B-44C638BBED80}"/>
              </a:ext>
            </a:extLst>
          </p:cNvPr>
          <p:cNvGrpSpPr/>
          <p:nvPr userDrawn="1"/>
        </p:nvGrpSpPr>
        <p:grpSpPr>
          <a:xfrm>
            <a:off x="8191500" y="2210524"/>
            <a:ext cx="2345850" cy="872400"/>
            <a:chOff x="8191500" y="2428875"/>
            <a:chExt cx="2345850" cy="872400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EFD209D4-A8B8-DE4C-9839-A2FCF065E410}"/>
                </a:ext>
              </a:extLst>
            </p:cNvPr>
            <p:cNvSpPr/>
            <p:nvPr userDrawn="1"/>
          </p:nvSpPr>
          <p:spPr>
            <a:xfrm>
              <a:off x="8343900" y="2581275"/>
              <a:ext cx="720000" cy="720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329BC015-1BA8-5D44-A2FE-69AB17FBD0F8}"/>
                </a:ext>
              </a:extLst>
            </p:cNvPr>
            <p:cNvSpPr/>
            <p:nvPr userDrawn="1"/>
          </p:nvSpPr>
          <p:spPr>
            <a:xfrm>
              <a:off x="8191500" y="2428875"/>
              <a:ext cx="720000" cy="720000"/>
            </a:xfrm>
            <a:prstGeom prst="rect">
              <a:avLst/>
            </a:pr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D21A29AB-28E6-3A46-BFB7-215C86C3798E}"/>
                </a:ext>
              </a:extLst>
            </p:cNvPr>
            <p:cNvGrpSpPr/>
            <p:nvPr userDrawn="1"/>
          </p:nvGrpSpPr>
          <p:grpSpPr>
            <a:xfrm>
              <a:off x="9277350" y="2569800"/>
              <a:ext cx="1260000" cy="438150"/>
              <a:chOff x="9277350" y="2581275"/>
              <a:chExt cx="1260000" cy="438150"/>
            </a:xfrm>
          </p:grpSpPr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6CDF3D9E-C9E4-B944-AE0E-6653BD01635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9277350" y="2581275"/>
                <a:ext cx="1260000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" name="Straight Connector 10">
                <a:extLst>
                  <a:ext uri="{FF2B5EF4-FFF2-40B4-BE49-F238E27FC236}">
                    <a16:creationId xmlns:a16="http://schemas.microsoft.com/office/drawing/2014/main" id="{F00F344F-98BF-A44A-994F-F23B062A38A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9277350" y="2800350"/>
                <a:ext cx="1260000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7AD1A2F6-71DA-6340-AFAD-80B960CB13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9277350" y="3019425"/>
                <a:ext cx="900000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001FB99-1622-384E-A4A7-7778988549E0}"/>
              </a:ext>
            </a:extLst>
          </p:cNvPr>
          <p:cNvGrpSpPr/>
          <p:nvPr userDrawn="1"/>
        </p:nvGrpSpPr>
        <p:grpSpPr>
          <a:xfrm>
            <a:off x="8191500" y="3581148"/>
            <a:ext cx="2345850" cy="872400"/>
            <a:chOff x="8191500" y="2428875"/>
            <a:chExt cx="2345850" cy="872400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CA654764-FEA1-C849-957D-0BA83F7BC4DD}"/>
                </a:ext>
              </a:extLst>
            </p:cNvPr>
            <p:cNvSpPr/>
            <p:nvPr userDrawn="1"/>
          </p:nvSpPr>
          <p:spPr>
            <a:xfrm>
              <a:off x="8343900" y="2581275"/>
              <a:ext cx="720000" cy="720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E29F664F-0D37-084F-827F-B2EAB69654F4}"/>
                </a:ext>
              </a:extLst>
            </p:cNvPr>
            <p:cNvSpPr/>
            <p:nvPr userDrawn="1"/>
          </p:nvSpPr>
          <p:spPr>
            <a:xfrm>
              <a:off x="8191500" y="2428875"/>
              <a:ext cx="720000" cy="720000"/>
            </a:xfrm>
            <a:prstGeom prst="rect">
              <a:avLst/>
            </a:pr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79C44945-4422-274E-98E2-DA1B91D5F896}"/>
                </a:ext>
              </a:extLst>
            </p:cNvPr>
            <p:cNvGrpSpPr/>
            <p:nvPr userDrawn="1"/>
          </p:nvGrpSpPr>
          <p:grpSpPr>
            <a:xfrm>
              <a:off x="9277350" y="2569800"/>
              <a:ext cx="1260000" cy="438150"/>
              <a:chOff x="9277350" y="2581275"/>
              <a:chExt cx="1260000" cy="438150"/>
            </a:xfrm>
          </p:grpSpPr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95F1A2AC-6BAD-F346-B75D-E31C4F745D9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9277350" y="2581275"/>
                <a:ext cx="1260000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ED52B73D-E7C8-AC46-8CC4-25D325002C7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9277350" y="2800350"/>
                <a:ext cx="1260000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F57C00F6-8253-8644-8A5C-86263663A1C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9277350" y="3019425"/>
                <a:ext cx="900000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7D7721F9-CD28-CC4C-9110-589A33998D91}"/>
              </a:ext>
            </a:extLst>
          </p:cNvPr>
          <p:cNvGrpSpPr/>
          <p:nvPr userDrawn="1"/>
        </p:nvGrpSpPr>
        <p:grpSpPr>
          <a:xfrm>
            <a:off x="8191500" y="4951772"/>
            <a:ext cx="2345850" cy="872400"/>
            <a:chOff x="8191500" y="2428875"/>
            <a:chExt cx="2345850" cy="872400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FD570CF6-6860-584D-8317-05C6958971B1}"/>
                </a:ext>
              </a:extLst>
            </p:cNvPr>
            <p:cNvSpPr/>
            <p:nvPr userDrawn="1"/>
          </p:nvSpPr>
          <p:spPr>
            <a:xfrm>
              <a:off x="8343900" y="2581275"/>
              <a:ext cx="720000" cy="720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3FEFC15A-8269-9C48-9761-ADB0EA6120C3}"/>
                </a:ext>
              </a:extLst>
            </p:cNvPr>
            <p:cNvSpPr/>
            <p:nvPr userDrawn="1"/>
          </p:nvSpPr>
          <p:spPr>
            <a:xfrm>
              <a:off x="8191500" y="2428875"/>
              <a:ext cx="720000" cy="720000"/>
            </a:xfrm>
            <a:prstGeom prst="rect">
              <a:avLst/>
            </a:pr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AF90F68D-D4EB-3A42-910B-FB1EBCAD608A}"/>
                </a:ext>
              </a:extLst>
            </p:cNvPr>
            <p:cNvGrpSpPr/>
            <p:nvPr userDrawn="1"/>
          </p:nvGrpSpPr>
          <p:grpSpPr>
            <a:xfrm>
              <a:off x="9277350" y="2569800"/>
              <a:ext cx="1260000" cy="438150"/>
              <a:chOff x="9277350" y="2581275"/>
              <a:chExt cx="1260000" cy="438150"/>
            </a:xfrm>
          </p:grpSpPr>
          <p:cxnSp>
            <p:nvCxnSpPr>
              <p:cNvPr id="26" name="Straight Connector 25">
                <a:extLst>
                  <a:ext uri="{FF2B5EF4-FFF2-40B4-BE49-F238E27FC236}">
                    <a16:creationId xmlns:a16="http://schemas.microsoft.com/office/drawing/2014/main" id="{7EB20CFD-8FB7-3048-B86B-F62F28D8E52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9277350" y="2581275"/>
                <a:ext cx="1260000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Straight Connector 26">
                <a:extLst>
                  <a:ext uri="{FF2B5EF4-FFF2-40B4-BE49-F238E27FC236}">
                    <a16:creationId xmlns:a16="http://schemas.microsoft.com/office/drawing/2014/main" id="{8D38DDD7-F72C-1248-B907-8FDAF39390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9277350" y="2800350"/>
                <a:ext cx="1260000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31CA48BE-75A6-914A-B59A-337F4E504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9277350" y="3019425"/>
                <a:ext cx="900000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" name="Rectangle 28">
            <a:extLst>
              <a:ext uri="{FF2B5EF4-FFF2-40B4-BE49-F238E27FC236}">
                <a16:creationId xmlns:a16="http://schemas.microsoft.com/office/drawing/2014/main" id="{36122881-5DA9-D84B-AC04-54C420ACF4B8}"/>
              </a:ext>
            </a:extLst>
          </p:cNvPr>
          <p:cNvSpPr/>
          <p:nvPr userDrawn="1"/>
        </p:nvSpPr>
        <p:spPr>
          <a:xfrm>
            <a:off x="7796550" y="1809749"/>
            <a:ext cx="3376274" cy="4281236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" name="SmartArt Placeholder 30">
            <a:extLst>
              <a:ext uri="{FF2B5EF4-FFF2-40B4-BE49-F238E27FC236}">
                <a16:creationId xmlns:a16="http://schemas.microsoft.com/office/drawing/2014/main" id="{1BE7F8F7-7EFC-5149-9B05-1905AC67A740}"/>
              </a:ext>
            </a:extLst>
          </p:cNvPr>
          <p:cNvSpPr>
            <a:spLocks noGrp="1"/>
          </p:cNvSpPr>
          <p:nvPr>
            <p:ph type="dgm" sz="quarter" idx="15"/>
          </p:nvPr>
        </p:nvSpPr>
        <p:spPr>
          <a:xfrm rot="-2700000">
            <a:off x="8425558" y="2375789"/>
            <a:ext cx="900000" cy="108000"/>
          </a:xfrm>
          <a:solidFill>
            <a:schemeClr val="tx1"/>
          </a:solidFill>
        </p:spPr>
        <p:txBody>
          <a:bodyPr lIns="0" tIns="0" rIns="0" bIns="0">
            <a:noAutofit/>
          </a:bodyPr>
          <a:lstStyle>
            <a:lvl1pPr marL="0" indent="0">
              <a:buNone/>
              <a:defRPr sz="400">
                <a:solidFill>
                  <a:schemeClr val="tx1"/>
                </a:solidFill>
              </a:defRPr>
            </a:lvl1pPr>
          </a:lstStyle>
          <a:p>
            <a:endParaRPr lang="en-GB" dirty="0"/>
          </a:p>
        </p:txBody>
      </p:sp>
      <p:sp>
        <p:nvSpPr>
          <p:cNvPr id="31" name="SmartArt Placeholder 30">
            <a:extLst>
              <a:ext uri="{FF2B5EF4-FFF2-40B4-BE49-F238E27FC236}">
                <a16:creationId xmlns:a16="http://schemas.microsoft.com/office/drawing/2014/main" id="{F2BBBFF9-58E6-ED4D-9CBF-B1B321C5F338}"/>
              </a:ext>
            </a:extLst>
          </p:cNvPr>
          <p:cNvSpPr>
            <a:spLocks noGrp="1"/>
          </p:cNvSpPr>
          <p:nvPr>
            <p:ph type="dgm" sz="quarter" idx="14"/>
          </p:nvPr>
        </p:nvSpPr>
        <p:spPr>
          <a:xfrm rot="8100000">
            <a:off x="8388809" y="2287068"/>
            <a:ext cx="108000" cy="540000"/>
          </a:xfrm>
          <a:solidFill>
            <a:schemeClr val="tx1"/>
          </a:solidFill>
        </p:spPr>
        <p:txBody>
          <a:bodyPr lIns="0" tIns="0" rIns="0" bIns="0">
            <a:noAutofit/>
          </a:bodyPr>
          <a:lstStyle>
            <a:lvl1pPr marL="0" indent="0">
              <a:buNone/>
              <a:defRPr sz="400">
                <a:solidFill>
                  <a:schemeClr val="tx1"/>
                </a:solidFill>
              </a:defRPr>
            </a:lvl1pPr>
          </a:lstStyle>
          <a:p>
            <a:endParaRPr lang="en-GB" dirty="0"/>
          </a:p>
        </p:txBody>
      </p:sp>
      <p:sp>
        <p:nvSpPr>
          <p:cNvPr id="34" name="SmartArt Placeholder 30">
            <a:extLst>
              <a:ext uri="{FF2B5EF4-FFF2-40B4-BE49-F238E27FC236}">
                <a16:creationId xmlns:a16="http://schemas.microsoft.com/office/drawing/2014/main" id="{F4705ED9-2D26-9949-8E7D-028CB3C072A1}"/>
              </a:ext>
            </a:extLst>
          </p:cNvPr>
          <p:cNvSpPr>
            <a:spLocks noGrp="1"/>
          </p:cNvSpPr>
          <p:nvPr>
            <p:ph type="dgm" sz="quarter" idx="16"/>
          </p:nvPr>
        </p:nvSpPr>
        <p:spPr>
          <a:xfrm rot="-2700000">
            <a:off x="8425559" y="3741334"/>
            <a:ext cx="900000" cy="108000"/>
          </a:xfrm>
          <a:solidFill>
            <a:schemeClr val="tx1"/>
          </a:solidFill>
        </p:spPr>
        <p:txBody>
          <a:bodyPr lIns="0" tIns="0" rIns="0" bIns="0">
            <a:noAutofit/>
          </a:bodyPr>
          <a:lstStyle>
            <a:lvl1pPr marL="0" indent="0">
              <a:buNone/>
              <a:defRPr sz="400">
                <a:solidFill>
                  <a:schemeClr val="tx1"/>
                </a:solidFill>
              </a:defRPr>
            </a:lvl1pPr>
          </a:lstStyle>
          <a:p>
            <a:endParaRPr lang="en-GB" dirty="0"/>
          </a:p>
        </p:txBody>
      </p:sp>
      <p:sp>
        <p:nvSpPr>
          <p:cNvPr id="35" name="SmartArt Placeholder 30">
            <a:extLst>
              <a:ext uri="{FF2B5EF4-FFF2-40B4-BE49-F238E27FC236}">
                <a16:creationId xmlns:a16="http://schemas.microsoft.com/office/drawing/2014/main" id="{101DFA4C-9C29-1143-9DE1-DE560A2D40F4}"/>
              </a:ext>
            </a:extLst>
          </p:cNvPr>
          <p:cNvSpPr>
            <a:spLocks noGrp="1"/>
          </p:cNvSpPr>
          <p:nvPr>
            <p:ph type="dgm" sz="quarter" idx="17"/>
          </p:nvPr>
        </p:nvSpPr>
        <p:spPr>
          <a:xfrm rot="8100000">
            <a:off x="8388810" y="3652613"/>
            <a:ext cx="108000" cy="540000"/>
          </a:xfrm>
          <a:solidFill>
            <a:schemeClr val="tx1"/>
          </a:solidFill>
        </p:spPr>
        <p:txBody>
          <a:bodyPr lIns="0" tIns="0" rIns="0" bIns="0">
            <a:noAutofit/>
          </a:bodyPr>
          <a:lstStyle>
            <a:lvl1pPr marL="0" indent="0">
              <a:buNone/>
              <a:defRPr sz="400">
                <a:solidFill>
                  <a:schemeClr val="tx1"/>
                </a:solidFill>
              </a:defRPr>
            </a:lvl1pPr>
          </a:lstStyle>
          <a:p>
            <a:endParaRPr lang="en-GB" dirty="0"/>
          </a:p>
        </p:txBody>
      </p:sp>
      <p:sp>
        <p:nvSpPr>
          <p:cNvPr id="38" name="SmartArt Placeholder 30">
            <a:extLst>
              <a:ext uri="{FF2B5EF4-FFF2-40B4-BE49-F238E27FC236}">
                <a16:creationId xmlns:a16="http://schemas.microsoft.com/office/drawing/2014/main" id="{35835490-259E-2A43-A542-EF393772988B}"/>
              </a:ext>
            </a:extLst>
          </p:cNvPr>
          <p:cNvSpPr>
            <a:spLocks noGrp="1"/>
          </p:cNvSpPr>
          <p:nvPr>
            <p:ph type="dgm" sz="quarter" idx="18"/>
          </p:nvPr>
        </p:nvSpPr>
        <p:spPr>
          <a:xfrm rot="-2700000">
            <a:off x="8425558" y="5114614"/>
            <a:ext cx="900000" cy="108000"/>
          </a:xfrm>
          <a:solidFill>
            <a:schemeClr val="tx1"/>
          </a:solidFill>
        </p:spPr>
        <p:txBody>
          <a:bodyPr lIns="0" tIns="0" rIns="0" bIns="0">
            <a:noAutofit/>
          </a:bodyPr>
          <a:lstStyle>
            <a:lvl1pPr marL="0" indent="0">
              <a:buNone/>
              <a:defRPr sz="400">
                <a:solidFill>
                  <a:schemeClr val="tx1"/>
                </a:solidFill>
              </a:defRPr>
            </a:lvl1pPr>
          </a:lstStyle>
          <a:p>
            <a:endParaRPr lang="en-GB" dirty="0"/>
          </a:p>
        </p:txBody>
      </p:sp>
      <p:sp>
        <p:nvSpPr>
          <p:cNvPr id="39" name="SmartArt Placeholder 30">
            <a:extLst>
              <a:ext uri="{FF2B5EF4-FFF2-40B4-BE49-F238E27FC236}">
                <a16:creationId xmlns:a16="http://schemas.microsoft.com/office/drawing/2014/main" id="{EF2C3B30-D76D-864E-A62A-2F1473C2E831}"/>
              </a:ext>
            </a:extLst>
          </p:cNvPr>
          <p:cNvSpPr>
            <a:spLocks noGrp="1"/>
          </p:cNvSpPr>
          <p:nvPr>
            <p:ph type="dgm" sz="quarter" idx="19"/>
          </p:nvPr>
        </p:nvSpPr>
        <p:spPr>
          <a:xfrm rot="8100000">
            <a:off x="8388809" y="5025893"/>
            <a:ext cx="108000" cy="540000"/>
          </a:xfrm>
          <a:solidFill>
            <a:schemeClr val="tx1"/>
          </a:solidFill>
        </p:spPr>
        <p:txBody>
          <a:bodyPr lIns="0" tIns="0" rIns="0" bIns="0">
            <a:noAutofit/>
          </a:bodyPr>
          <a:lstStyle>
            <a:lvl1pPr marL="0" indent="0">
              <a:buNone/>
              <a:defRPr sz="400">
                <a:solidFill>
                  <a:schemeClr val="tx1"/>
                </a:solidFill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8023198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/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FDCA5A6-744D-914D-B8EA-C25298CE8C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3177658181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4733128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744C0EE-D440-414C-8B11-E537BE95E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1227" y="2026469"/>
            <a:ext cx="7441418" cy="612774"/>
          </a:xfrm>
          <a:solidFill>
            <a:schemeClr val="bg2">
              <a:lumMod val="25000"/>
            </a:schemeClr>
          </a:solidFill>
        </p:spPr>
        <p:txBody>
          <a:bodyPr anchor="b" anchorCtr="0">
            <a:spAutoFit/>
          </a:bodyPr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272C2754-428F-BB46-BE16-0E549429770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911227" y="2639243"/>
            <a:ext cx="7441418" cy="590931"/>
          </a:xfrm>
        </p:spPr>
        <p:txBody>
          <a:bodyPr>
            <a:spAutoFit/>
          </a:bodyPr>
          <a:lstStyle>
            <a:lvl1pPr marL="0" indent="0">
              <a:buNone/>
              <a:defRPr sz="3600">
                <a:latin typeface="+mj-lt"/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Subsection</a:t>
            </a:r>
          </a:p>
        </p:txBody>
      </p:sp>
      <p:sp>
        <p:nvSpPr>
          <p:cNvPr id="10" name="Triangle 9">
            <a:extLst>
              <a:ext uri="{FF2B5EF4-FFF2-40B4-BE49-F238E27FC236}">
                <a16:creationId xmlns:a16="http://schemas.microsoft.com/office/drawing/2014/main" id="{BF7E3010-1138-444B-B0A6-902A0027AFB0}"/>
              </a:ext>
            </a:extLst>
          </p:cNvPr>
          <p:cNvSpPr/>
          <p:nvPr userDrawn="1"/>
        </p:nvSpPr>
        <p:spPr>
          <a:xfrm rot="5400000">
            <a:off x="8956653" y="821620"/>
            <a:ext cx="2449564" cy="1982780"/>
          </a:xfrm>
          <a:prstGeom prst="triangle">
            <a:avLst/>
          </a:prstGeom>
          <a:solidFill>
            <a:schemeClr val="accent1">
              <a:alpha val="49791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>
              <a:latin typeface="Noto Sans" panose="020B0502040504020204" pitchFamily="34" charset="0"/>
            </a:endParaRPr>
          </a:p>
        </p:txBody>
      </p:sp>
      <p:sp>
        <p:nvSpPr>
          <p:cNvPr id="11" name="Triangle 10">
            <a:extLst>
              <a:ext uri="{FF2B5EF4-FFF2-40B4-BE49-F238E27FC236}">
                <a16:creationId xmlns:a16="http://schemas.microsoft.com/office/drawing/2014/main" id="{8D57B5C5-8B49-C141-83B1-1DC894FF102D}"/>
              </a:ext>
            </a:extLst>
          </p:cNvPr>
          <p:cNvSpPr/>
          <p:nvPr userDrawn="1"/>
        </p:nvSpPr>
        <p:spPr>
          <a:xfrm rot="5400000">
            <a:off x="9460179" y="2453977"/>
            <a:ext cx="1442511" cy="1167629"/>
          </a:xfrm>
          <a:prstGeom prst="triangle">
            <a:avLst/>
          </a:prstGeom>
          <a:noFill/>
          <a:ln w="254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>
              <a:latin typeface="Noto Sans" panose="020B0502040504020204" pitchFamily="34" charset="0"/>
            </a:endParaRPr>
          </a:p>
        </p:txBody>
      </p:sp>
      <p:sp>
        <p:nvSpPr>
          <p:cNvPr id="12" name="Triangle 11">
            <a:extLst>
              <a:ext uri="{FF2B5EF4-FFF2-40B4-BE49-F238E27FC236}">
                <a16:creationId xmlns:a16="http://schemas.microsoft.com/office/drawing/2014/main" id="{945E335A-B3B8-7646-B636-61E2BBC913A1}"/>
              </a:ext>
            </a:extLst>
          </p:cNvPr>
          <p:cNvSpPr/>
          <p:nvPr userDrawn="1"/>
        </p:nvSpPr>
        <p:spPr>
          <a:xfrm rot="5400000">
            <a:off x="8024644" y="-1574485"/>
            <a:ext cx="7720232" cy="6249080"/>
          </a:xfrm>
          <a:prstGeom prst="triangle">
            <a:avLst/>
          </a:prstGeom>
          <a:noFill/>
          <a:ln w="254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>
              <a:latin typeface="Noto Sans" panose="020B050204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8235357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bout EMBO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D5212A48-1168-A649-ABD1-7B6A9B585F55}"/>
              </a:ext>
            </a:extLst>
          </p:cNvPr>
          <p:cNvSpPr/>
          <p:nvPr userDrawn="1"/>
        </p:nvSpPr>
        <p:spPr>
          <a:xfrm rot="16200000">
            <a:off x="-1376896" y="1769904"/>
            <a:ext cx="4792142" cy="1252333"/>
          </a:xfrm>
          <a:prstGeom prst="rect">
            <a:avLst/>
          </a:prstGeom>
          <a:solidFill>
            <a:schemeClr val="accent1">
              <a:alpha val="84983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8FE7BC3-4284-9545-983F-1F9D766B57DC}"/>
              </a:ext>
            </a:extLst>
          </p:cNvPr>
          <p:cNvSpPr txBox="1"/>
          <p:nvPr userDrawn="1"/>
        </p:nvSpPr>
        <p:spPr>
          <a:xfrm>
            <a:off x="911225" y="1629459"/>
            <a:ext cx="355240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solidFill>
                  <a:schemeClr val="bg1"/>
                </a:solidFill>
                <a:latin typeface="+mj-lt"/>
              </a:rPr>
              <a:t>EMBO is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046A264-6BF8-8242-991F-1BDE5CAD1712}"/>
              </a:ext>
            </a:extLst>
          </p:cNvPr>
          <p:cNvSpPr txBox="1"/>
          <p:nvPr userDrawn="1"/>
        </p:nvSpPr>
        <p:spPr>
          <a:xfrm>
            <a:off x="911225" y="2396070"/>
            <a:ext cx="3652683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1800" b="0" dirty="0">
                <a:solidFill>
                  <a:schemeClr val="bg1"/>
                </a:solidFill>
                <a:latin typeface="+mn-lt"/>
              </a:rPr>
              <a:t>an organization of leading life scientists that promotes excellence in the life sciences in Europe and beyond and helps build a research environment where scientists can achieve their best work</a:t>
            </a:r>
          </a:p>
        </p:txBody>
      </p:sp>
    </p:spTree>
    <p:extLst>
      <p:ext uri="{BB962C8B-B14F-4D97-AF65-F5344CB8AC3E}">
        <p14:creationId xmlns:p14="http://schemas.microsoft.com/office/powerpoint/2010/main" val="28972093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bout EMBO schemes lis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D5212A48-1168-A649-ABD1-7B6A9B585F55}"/>
              </a:ext>
            </a:extLst>
          </p:cNvPr>
          <p:cNvSpPr/>
          <p:nvPr userDrawn="1"/>
        </p:nvSpPr>
        <p:spPr>
          <a:xfrm>
            <a:off x="6792000" y="1448999"/>
            <a:ext cx="5400000" cy="3960000"/>
          </a:xfrm>
          <a:prstGeom prst="rect">
            <a:avLst/>
          </a:prstGeom>
          <a:solidFill>
            <a:schemeClr val="accent1">
              <a:alpha val="84983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8FE7BC3-4284-9545-983F-1F9D766B57DC}"/>
              </a:ext>
            </a:extLst>
          </p:cNvPr>
          <p:cNvSpPr txBox="1"/>
          <p:nvPr userDrawn="1"/>
        </p:nvSpPr>
        <p:spPr>
          <a:xfrm>
            <a:off x="911226" y="2828835"/>
            <a:ext cx="5292725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sz="3600" b="1" dirty="0">
                <a:solidFill>
                  <a:schemeClr val="bg1"/>
                </a:solidFill>
                <a:latin typeface="+mj-lt"/>
              </a:rPr>
              <a:t>Promoting excellence</a:t>
            </a:r>
          </a:p>
          <a:p>
            <a:r>
              <a:rPr lang="en-GB" sz="3600" b="1" dirty="0">
                <a:solidFill>
                  <a:schemeClr val="bg1"/>
                </a:solidFill>
                <a:latin typeface="+mj-lt"/>
              </a:rPr>
              <a:t>in the life sciences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046A264-6BF8-8242-991F-1BDE5CAD1712}"/>
              </a:ext>
            </a:extLst>
          </p:cNvPr>
          <p:cNvSpPr txBox="1"/>
          <p:nvPr userDrawn="1"/>
        </p:nvSpPr>
        <p:spPr>
          <a:xfrm>
            <a:off x="7109726" y="1736228"/>
            <a:ext cx="3652683" cy="33855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en-GB" sz="1800" b="0" dirty="0">
                <a:solidFill>
                  <a:schemeClr val="bg1"/>
                </a:solidFill>
                <a:latin typeface="+mn-lt"/>
              </a:rPr>
              <a:t>EMBO Membership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en-GB" sz="1800" b="0" dirty="0">
                <a:solidFill>
                  <a:schemeClr val="bg1"/>
                </a:solidFill>
                <a:latin typeface="+mn-lt"/>
              </a:rPr>
              <a:t>EMBO Fellowships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en-GB" sz="1800" b="0" dirty="0">
                <a:solidFill>
                  <a:schemeClr val="bg1"/>
                </a:solidFill>
                <a:latin typeface="+mn-lt"/>
              </a:rPr>
              <a:t>EMBO Courses &amp; Workshops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en-GB" sz="1800" b="0" dirty="0">
                <a:solidFill>
                  <a:schemeClr val="bg1"/>
                </a:solidFill>
                <a:latin typeface="+mn-lt"/>
              </a:rPr>
              <a:t>EMBO Press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en-GB" sz="1800" b="0" dirty="0">
                <a:solidFill>
                  <a:schemeClr val="bg1"/>
                </a:solidFill>
                <a:latin typeface="+mn-lt"/>
              </a:rPr>
              <a:t>EMBO Young Investigators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en-GB" sz="1800" b="0" dirty="0">
                <a:solidFill>
                  <a:schemeClr val="bg1"/>
                </a:solidFill>
                <a:latin typeface="+mn-lt"/>
              </a:rPr>
              <a:t>EMBO Science Policy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en-GB" sz="1800" b="0" dirty="0">
                <a:solidFill>
                  <a:schemeClr val="bg1"/>
                </a:solidFill>
                <a:latin typeface="+mn-lt"/>
              </a:rPr>
              <a:t>Installation Grants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en-GB" sz="1800" b="0" dirty="0">
                <a:solidFill>
                  <a:schemeClr val="bg1"/>
                </a:solidFill>
                <a:latin typeface="+mn-lt"/>
              </a:rPr>
              <a:t>EMBO Global Activities</a:t>
            </a:r>
          </a:p>
        </p:txBody>
      </p:sp>
      <p:sp>
        <p:nvSpPr>
          <p:cNvPr id="9" name="SmartArt Placeholder 17">
            <a:extLst>
              <a:ext uri="{FF2B5EF4-FFF2-40B4-BE49-F238E27FC236}">
                <a16:creationId xmlns:a16="http://schemas.microsoft.com/office/drawing/2014/main" id="{579F55C8-5666-CA48-B05C-0F621DF87A1B}"/>
              </a:ext>
            </a:extLst>
          </p:cNvPr>
          <p:cNvSpPr txBox="1">
            <a:spLocks/>
          </p:cNvSpPr>
          <p:nvPr userDrawn="1"/>
        </p:nvSpPr>
        <p:spPr>
          <a:xfrm>
            <a:off x="669925" y="1448999"/>
            <a:ext cx="75600" cy="3960000"/>
          </a:xfrm>
          <a:prstGeom prst="rect">
            <a:avLst/>
          </a:prstGeom>
          <a:solidFill>
            <a:schemeClr val="accent1"/>
          </a:solidFill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DE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876129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.svg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.xml"/><Relationship Id="rId13" Type="http://schemas.openxmlformats.org/officeDocument/2006/relationships/slideLayout" Target="../slideLayouts/slideLayout17.xml"/><Relationship Id="rId18" Type="http://schemas.openxmlformats.org/officeDocument/2006/relationships/slideLayout" Target="../slideLayouts/slideLayout22.xml"/><Relationship Id="rId26" Type="http://schemas.openxmlformats.org/officeDocument/2006/relationships/theme" Target="../theme/theme2.xml"/><Relationship Id="rId3" Type="http://schemas.openxmlformats.org/officeDocument/2006/relationships/slideLayout" Target="../slideLayouts/slideLayout7.xml"/><Relationship Id="rId21" Type="http://schemas.openxmlformats.org/officeDocument/2006/relationships/slideLayout" Target="../slideLayouts/slideLayout25.xml"/><Relationship Id="rId7" Type="http://schemas.openxmlformats.org/officeDocument/2006/relationships/slideLayout" Target="../slideLayouts/slideLayout11.xml"/><Relationship Id="rId12" Type="http://schemas.openxmlformats.org/officeDocument/2006/relationships/slideLayout" Target="../slideLayouts/slideLayout16.xml"/><Relationship Id="rId17" Type="http://schemas.openxmlformats.org/officeDocument/2006/relationships/slideLayout" Target="../slideLayouts/slideLayout21.xml"/><Relationship Id="rId25" Type="http://schemas.openxmlformats.org/officeDocument/2006/relationships/slideLayout" Target="../slideLayouts/slideLayout29.xml"/><Relationship Id="rId2" Type="http://schemas.openxmlformats.org/officeDocument/2006/relationships/slideLayout" Target="../slideLayouts/slideLayout6.xml"/><Relationship Id="rId16" Type="http://schemas.openxmlformats.org/officeDocument/2006/relationships/slideLayout" Target="../slideLayouts/slideLayout20.xml"/><Relationship Id="rId20" Type="http://schemas.openxmlformats.org/officeDocument/2006/relationships/slideLayout" Target="../slideLayouts/slideLayout24.xml"/><Relationship Id="rId1" Type="http://schemas.openxmlformats.org/officeDocument/2006/relationships/slideLayout" Target="../slideLayouts/slideLayout5.xml"/><Relationship Id="rId6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5.xml"/><Relationship Id="rId24" Type="http://schemas.openxmlformats.org/officeDocument/2006/relationships/slideLayout" Target="../slideLayouts/slideLayout28.xml"/><Relationship Id="rId5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9.xml"/><Relationship Id="rId23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14.xml"/><Relationship Id="rId19" Type="http://schemas.openxmlformats.org/officeDocument/2006/relationships/slideLayout" Target="../slideLayouts/slideLayout23.xml"/><Relationship Id="rId4" Type="http://schemas.openxmlformats.org/officeDocument/2006/relationships/slideLayout" Target="../slideLayouts/slideLayout8.xml"/><Relationship Id="rId9" Type="http://schemas.openxmlformats.org/officeDocument/2006/relationships/slideLayout" Target="../slideLayouts/slideLayout13.xml"/><Relationship Id="rId14" Type="http://schemas.openxmlformats.org/officeDocument/2006/relationships/slideLayout" Target="../slideLayouts/slideLayout18.xml"/><Relationship Id="rId22" Type="http://schemas.openxmlformats.org/officeDocument/2006/relationships/slideLayout" Target="../slideLayouts/slideLayout26.xml"/><Relationship Id="rId27" Type="http://schemas.openxmlformats.org/officeDocument/2006/relationships/image" Target="../media/image6.svg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2.xml"/><Relationship Id="rId2" Type="http://schemas.openxmlformats.org/officeDocument/2006/relationships/slideLayout" Target="../slideLayouts/slideLayout31.xm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7.svg"/><Relationship Id="rId4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C67C2D8-E6B7-6A4C-B09E-B6522D2B99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56827" y="1774800"/>
            <a:ext cx="7488000" cy="1865126"/>
          </a:xfrm>
          <a:prstGeom prst="rect">
            <a:avLst/>
          </a:prstGeom>
        </p:spPr>
        <p:txBody>
          <a:bodyPr vert="horz" wrap="square" lIns="91440" tIns="45720" rIns="91440" bIns="45720" rtlCol="0" anchor="b" anchorCtr="0">
            <a:spAutoFit/>
          </a:bodyPr>
          <a:lstStyle/>
          <a:p>
            <a:r>
              <a:rPr lang="en-GB"/>
              <a:t>Click to edit Master title style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FFDB66E-74EE-244D-8DFC-FD34A53AD1B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924560" y="4969744"/>
            <a:ext cx="7420267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800">
                <a:solidFill>
                  <a:schemeClr val="tx1"/>
                </a:solidFill>
              </a:defRPr>
            </a:lvl1pPr>
          </a:lstStyle>
          <a:p>
            <a:r>
              <a:rPr lang="en-GB" noProof="0" dirty="0"/>
              <a:t>Heidelberg, 17 January 2022</a:t>
            </a:r>
          </a:p>
        </p:txBody>
      </p:sp>
      <p:pic>
        <p:nvPicPr>
          <p:cNvPr id="10" name="Graphic 9">
            <a:extLst>
              <a:ext uri="{FF2B5EF4-FFF2-40B4-BE49-F238E27FC236}">
                <a16:creationId xmlns:a16="http://schemas.microsoft.com/office/drawing/2014/main" id="{C79AA291-9F8F-6747-AB40-417E5284D35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0" y="5528232"/>
            <a:ext cx="1849120" cy="13297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21840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</p:sldLayoutIdLst>
  <p:hf sldNum="0" hdr="0" ft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64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A4A3A4"/>
          </p15:clr>
        </p15:guide>
        <p15:guide id="2" pos="642">
          <p15:clr>
            <a:srgbClr val="F26B43"/>
          </p15:clr>
        </p15:guide>
        <p15:guide id="3" pos="7038">
          <p15:clr>
            <a:srgbClr val="F26B43"/>
          </p15:clr>
        </p15:guide>
        <p15:guide id="4" orient="horz" pos="1185" userDrawn="1">
          <p15:clr>
            <a:srgbClr val="F26B43"/>
          </p15:clr>
        </p15:guide>
        <p15:guide id="5" orient="horz" pos="414">
          <p15:clr>
            <a:srgbClr val="F26B43"/>
          </p15:clr>
        </p15:guide>
        <p15:guide id="6" orient="horz" pos="3181" userDrawn="1">
          <p15:clr>
            <a:srgbClr val="F26B43"/>
          </p15:clr>
        </p15:guide>
        <p15:guide id="7" pos="574" userDrawn="1">
          <p15:clr>
            <a:srgbClr val="A4A3A4"/>
          </p15:clr>
        </p15:guide>
        <p15:guide id="8" orient="horz" pos="2160" userDrawn="1">
          <p15:clr>
            <a:srgbClr val="A4A3A4"/>
          </p15:clr>
        </p15:guide>
        <p15:guide id="9" pos="483" userDrawn="1">
          <p15:clr>
            <a:srgbClr val="FDE53C"/>
          </p15:clr>
        </p15:guide>
        <p15:guide id="10" orient="horz" pos="1729" userDrawn="1">
          <p15:clr>
            <a:srgbClr val="5ACBF0"/>
          </p15:clr>
        </p15:guide>
        <p15:guide id="11" pos="415" userDrawn="1">
          <p15:clr>
            <a:srgbClr val="FDE53C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C67C2D8-E6B7-6A4C-B09E-B6522D2B99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1226" y="584201"/>
            <a:ext cx="10369549" cy="612774"/>
          </a:xfrm>
          <a:prstGeom prst="rect">
            <a:avLst/>
          </a:prstGeom>
        </p:spPr>
        <p:txBody>
          <a:bodyPr vert="horz" wrap="square" lIns="91440" tIns="45720" rIns="91440" bIns="45720" rtlCol="0" anchor="t" anchorCtr="0">
            <a:normAutofit/>
          </a:bodyPr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2FD8F45-8F2C-8044-9DBE-0D79B47E7A1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911226" y="1952625"/>
            <a:ext cx="10369550" cy="40322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FFDB66E-74EE-244D-8DFC-FD34A53AD1B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209956" y="624037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128411-1874-514F-B8E4-5E809C4673BE}" type="datetime1">
              <a:rPr lang="de-DE" smtClean="0"/>
              <a:t>16.06.26</a:t>
            </a:fld>
            <a:endParaRPr lang="en-D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349C585-8C7B-914B-88FD-4B3FB29BD4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37575" y="624037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F3B8EA4-B7AA-7742-814C-E13D05771FA8}" type="slidenum">
              <a:rPr lang="en-DE" smtClean="0"/>
              <a:t>‹#›</a:t>
            </a:fld>
            <a:endParaRPr lang="en-DE"/>
          </a:p>
        </p:txBody>
      </p:sp>
      <p:pic>
        <p:nvPicPr>
          <p:cNvPr id="9" name="Graphic 8">
            <a:extLst>
              <a:ext uri="{FF2B5EF4-FFF2-40B4-BE49-F238E27FC236}">
                <a16:creationId xmlns:a16="http://schemas.microsoft.com/office/drawing/2014/main" id="{63406EF4-2620-5745-99EB-B25B244D0778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0" y="5987878"/>
            <a:ext cx="1209956" cy="870122"/>
          </a:xfrm>
          <a:prstGeom prst="rect">
            <a:avLst/>
          </a:prstGeom>
        </p:spPr>
      </p:pic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10ED16A6-FDFB-6440-9B63-2D281B2DEBA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240374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155319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90" r:id="rId2"/>
    <p:sldLayoutId id="2147483691" r:id="rId3"/>
    <p:sldLayoutId id="2147483692" r:id="rId4"/>
    <p:sldLayoutId id="2147483673" r:id="rId5"/>
    <p:sldLayoutId id="2147483675" r:id="rId6"/>
    <p:sldLayoutId id="2147483697" r:id="rId7"/>
    <p:sldLayoutId id="2147483693" r:id="rId8"/>
    <p:sldLayoutId id="2147483689" r:id="rId9"/>
    <p:sldLayoutId id="2147483664" r:id="rId10"/>
    <p:sldLayoutId id="2147483701" r:id="rId11"/>
    <p:sldLayoutId id="2147483688" r:id="rId12"/>
    <p:sldLayoutId id="2147483676" r:id="rId13"/>
    <p:sldLayoutId id="2147483696" r:id="rId14"/>
    <p:sldLayoutId id="2147483674" r:id="rId15"/>
    <p:sldLayoutId id="2147483699" r:id="rId16"/>
    <p:sldLayoutId id="2147483704" r:id="rId17"/>
    <p:sldLayoutId id="2147483700" r:id="rId18"/>
    <p:sldLayoutId id="2147483698" r:id="rId19"/>
    <p:sldLayoutId id="2147483702" r:id="rId20"/>
    <p:sldLayoutId id="2147483703" r:id="rId21"/>
    <p:sldLayoutId id="2147483672" r:id="rId22"/>
    <p:sldLayoutId id="2147483705" r:id="rId23"/>
    <p:sldLayoutId id="2147483666" r:id="rId24"/>
    <p:sldLayoutId id="2147483667" r:id="rId25"/>
  </p:sldLayoutIdLst>
  <p:hf sldNum="0" hdr="0" ft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spcAft>
          <a:spcPts val="600"/>
        </a:spcAft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600"/>
        </a:spcAft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600"/>
        </a:spcAft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600"/>
        </a:spcAft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600"/>
        </a:spcAft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A4A3A4"/>
          </p15:clr>
        </p15:guide>
        <p15:guide id="2" pos="642" userDrawn="1">
          <p15:clr>
            <a:srgbClr val="F26B43"/>
          </p15:clr>
        </p15:guide>
        <p15:guide id="3" pos="7038" userDrawn="1">
          <p15:clr>
            <a:srgbClr val="F26B43"/>
          </p15:clr>
        </p15:guide>
        <p15:guide id="4" orient="horz" pos="414" userDrawn="1">
          <p15:clr>
            <a:srgbClr val="F26B43"/>
          </p15:clr>
        </p15:guide>
        <p15:guide id="5" pos="574" userDrawn="1">
          <p15:clr>
            <a:srgbClr val="A4A3A4"/>
          </p15:clr>
        </p15:guide>
        <p15:guide id="6" orient="horz" pos="368" userDrawn="1">
          <p15:clr>
            <a:srgbClr val="A4A3A4"/>
          </p15:clr>
        </p15:guide>
        <p15:guide id="7" orient="horz" pos="1275" userDrawn="1">
          <p15:clr>
            <a:srgbClr val="F26B43"/>
          </p15:clr>
        </p15:guide>
        <p15:guide id="8" orient="horz" pos="754" userDrawn="1">
          <p15:clr>
            <a:srgbClr val="FDE53C"/>
          </p15:clr>
        </p15:guide>
        <p15:guide id="9" pos="7106" userDrawn="1">
          <p15:clr>
            <a:srgbClr val="A4A3A4"/>
          </p15:clr>
        </p15:guide>
        <p15:guide id="10" orient="horz" pos="1230" userDrawn="1">
          <p15:clr>
            <a:srgbClr val="A4A3A4"/>
          </p15:clr>
        </p15:guide>
        <p15:guide id="11" orient="horz" pos="3770" userDrawn="1">
          <p15:clr>
            <a:srgbClr val="F26B43"/>
          </p15:clr>
        </p15:guide>
        <p15:guide id="12" pos="3908" userDrawn="1">
          <p15:clr>
            <a:srgbClr val="FDE53C"/>
          </p15:clr>
        </p15:guide>
        <p15:guide id="13" pos="3772" userDrawn="1">
          <p15:clr>
            <a:srgbClr val="FDE53C"/>
          </p15:clr>
        </p15:guide>
        <p15:guide id="14" orient="horz" pos="1570" userDrawn="1">
          <p15:clr>
            <a:srgbClr val="FDE53C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>
            <a:lumMod val="2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C67C2D8-E6B7-6A4C-B09E-B6522D2B99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1226" y="584201"/>
            <a:ext cx="10369549" cy="612774"/>
          </a:xfrm>
          <a:prstGeom prst="rect">
            <a:avLst/>
          </a:prstGeom>
        </p:spPr>
        <p:txBody>
          <a:bodyPr vert="horz" wrap="square" lIns="91440" tIns="45720" rIns="91440" bIns="45720" rtlCol="0" anchor="t" anchorCtr="0">
            <a:normAutofit/>
          </a:bodyPr>
          <a:lstStyle/>
          <a:p>
            <a:r>
              <a:rPr lang="en-GB" dirty="0"/>
              <a:t>Click to edit Master title style</a:t>
            </a:r>
            <a:endParaRPr lang="en-DE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2FD8F45-8F2C-8044-9DBE-0D79B47E7A1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911226" y="1952625"/>
            <a:ext cx="10369550" cy="40322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FFDB66E-74EE-244D-8DFC-FD34A53AD1B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209956" y="624037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128411-1874-514F-B8E4-5E809C4673BE}" type="datetime1">
              <a:rPr lang="de-DE" smtClean="0"/>
              <a:t>16.06.26</a:t>
            </a:fld>
            <a:endParaRPr lang="en-D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2280C3C-328F-9B44-B2E4-25AA9ACBC5C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240376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D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349C585-8C7B-914B-88FD-4B3FB29BD4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238844" y="624037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F3B8EA4-B7AA-7742-814C-E13D05771FA8}" type="slidenum">
              <a:rPr lang="en-DE" smtClean="0"/>
              <a:t>‹#›</a:t>
            </a:fld>
            <a:endParaRPr lang="en-DE"/>
          </a:p>
        </p:txBody>
      </p:sp>
      <p:pic>
        <p:nvPicPr>
          <p:cNvPr id="9" name="Graphic 8">
            <a:extLst>
              <a:ext uri="{FF2B5EF4-FFF2-40B4-BE49-F238E27FC236}">
                <a16:creationId xmlns:a16="http://schemas.microsoft.com/office/drawing/2014/main" id="{63406EF4-2620-5745-99EB-B25B244D0778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0" y="5987878"/>
            <a:ext cx="1209955" cy="8701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966869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7" r:id="rId1"/>
    <p:sldLayoutId id="2147483694" r:id="rId2"/>
    <p:sldLayoutId id="2147483695" r:id="rId3"/>
  </p:sldLayoutIdLst>
  <p:hf sldNum="0" hdr="0" ft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b="1" kern="1200">
          <a:solidFill>
            <a:schemeClr val="bg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1800" kern="1200">
          <a:solidFill>
            <a:schemeClr val="bg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bg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bg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bg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bg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A4A3A4"/>
          </p15:clr>
        </p15:guide>
        <p15:guide id="2" pos="642" userDrawn="1">
          <p15:clr>
            <a:srgbClr val="F26B43"/>
          </p15:clr>
        </p15:guide>
        <p15:guide id="3" pos="7038" userDrawn="1">
          <p15:clr>
            <a:srgbClr val="F26B43"/>
          </p15:clr>
        </p15:guide>
        <p15:guide id="4" orient="horz" pos="414" userDrawn="1">
          <p15:clr>
            <a:srgbClr val="F26B43"/>
          </p15:clr>
        </p15:guide>
        <p15:guide id="5" pos="574" userDrawn="1">
          <p15:clr>
            <a:srgbClr val="A4A3A4"/>
          </p15:clr>
        </p15:guide>
        <p15:guide id="6" orient="horz" pos="368" userDrawn="1">
          <p15:clr>
            <a:srgbClr val="A4A3A4"/>
          </p15:clr>
        </p15:guide>
        <p15:guide id="7" orient="horz" pos="1275" userDrawn="1">
          <p15:clr>
            <a:srgbClr val="F26B43"/>
          </p15:clr>
        </p15:guide>
        <p15:guide id="8" orient="horz" pos="754" userDrawn="1">
          <p15:clr>
            <a:srgbClr val="FDE53C"/>
          </p15:clr>
        </p15:guide>
        <p15:guide id="9" pos="7106" userDrawn="1">
          <p15:clr>
            <a:srgbClr val="A4A3A4"/>
          </p15:clr>
        </p15:guide>
        <p15:guide id="10" orient="horz" pos="1230" userDrawn="1">
          <p15:clr>
            <a:srgbClr val="A4A3A4"/>
          </p15:clr>
        </p15:guide>
        <p15:guide id="11" orient="horz" pos="3770" userDrawn="1">
          <p15:clr>
            <a:srgbClr val="F26B43"/>
          </p15:clr>
        </p15:guide>
        <p15:guide id="12" pos="3908" userDrawn="1">
          <p15:clr>
            <a:srgbClr val="FDE53C"/>
          </p15:clr>
        </p15:guide>
        <p15:guide id="13" pos="3772" userDrawn="1">
          <p15:clr>
            <a:srgbClr val="FDE53C"/>
          </p15:clr>
        </p15:guide>
        <p15:guide id="14" orient="horz" pos="1570" userDrawn="1">
          <p15:clr>
            <a:srgbClr val="FDE53C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6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6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6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6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6.xml"/><Relationship Id="rId4" Type="http://schemas.openxmlformats.org/officeDocument/2006/relationships/image" Target="../media/image16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BFF1C6F-01B5-5465-6E0B-0EF17C49AB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56827" y="2661197"/>
            <a:ext cx="7488000" cy="978729"/>
          </a:xfrm>
        </p:spPr>
        <p:txBody>
          <a:bodyPr/>
          <a:lstStyle/>
          <a:p>
            <a:r>
              <a:rPr lang="en-DE" dirty="0"/>
              <a:t>mmQC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DB5DCDF-AE7E-4A06-54B7-6F05A6F9FB0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911225" y="3753000"/>
            <a:ext cx="7434263" cy="1455104"/>
          </a:xfrm>
        </p:spPr>
        <p:txBody>
          <a:bodyPr/>
          <a:lstStyle/>
          <a:p>
            <a:r>
              <a:rPr lang="en-DE" dirty="0"/>
              <a:t>Transparent AI editorial skills</a:t>
            </a:r>
            <a:br>
              <a:rPr lang="en-DE" dirty="0"/>
            </a:br>
            <a:br>
              <a:rPr lang="en-DE" dirty="0"/>
            </a:br>
            <a:r>
              <a:rPr lang="en-DE" dirty="0"/>
              <a:t>Benchmarking system</a:t>
            </a:r>
          </a:p>
        </p:txBody>
      </p:sp>
      <p:sp>
        <p:nvSpPr>
          <p:cNvPr id="4" name="SmartArt Placeholder 3">
            <a:extLst>
              <a:ext uri="{FF2B5EF4-FFF2-40B4-BE49-F238E27FC236}">
                <a16:creationId xmlns:a16="http://schemas.microsoft.com/office/drawing/2014/main" id="{439F2B12-0210-1B61-2185-6B6B1AA9BA63}"/>
              </a:ext>
            </a:extLst>
          </p:cNvPr>
          <p:cNvSpPr>
            <a:spLocks noGrp="1"/>
          </p:cNvSpPr>
          <p:nvPr>
            <p:ph type="dgm" sz="quarter" idx="13"/>
          </p:nvPr>
        </p:nvSpPr>
        <p:spPr/>
        <p:txBody>
          <a:bodyPr/>
          <a:lstStyle/>
          <a:p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121515074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Rectangle 578">
            <a:extLst>
              <a:ext uri="{FF2B5EF4-FFF2-40B4-BE49-F238E27FC236}">
                <a16:creationId xmlns:a16="http://schemas.microsoft.com/office/drawing/2014/main" id="{115CC050-1F21-2820-39B2-810A497E9755}"/>
              </a:ext>
            </a:extLst>
          </p:cNvPr>
          <p:cNvSpPr/>
          <p:nvPr/>
        </p:nvSpPr>
        <p:spPr>
          <a:xfrm>
            <a:off x="5040201" y="5239694"/>
            <a:ext cx="4814138" cy="153945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580" name="TextBox 579">
            <a:extLst>
              <a:ext uri="{FF2B5EF4-FFF2-40B4-BE49-F238E27FC236}">
                <a16:creationId xmlns:a16="http://schemas.microsoft.com/office/drawing/2014/main" id="{EBD6C2DE-1AD8-3036-7337-3C0D631FBF10}"/>
              </a:ext>
            </a:extLst>
          </p:cNvPr>
          <p:cNvSpPr txBox="1"/>
          <p:nvPr/>
        </p:nvSpPr>
        <p:spPr>
          <a:xfrm>
            <a:off x="5119390" y="5267322"/>
            <a:ext cx="4650413" cy="1231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DE" sz="800" dirty="0"/>
              <a:t>metadata (source, doi, …)</a:t>
            </a:r>
          </a:p>
        </p:txBody>
      </p:sp>
      <p:sp>
        <p:nvSpPr>
          <p:cNvPr id="578" name="Rectangle 577">
            <a:extLst>
              <a:ext uri="{FF2B5EF4-FFF2-40B4-BE49-F238E27FC236}">
                <a16:creationId xmlns:a16="http://schemas.microsoft.com/office/drawing/2014/main" id="{62DA580F-B60D-208B-0135-73C85F6B996C}"/>
              </a:ext>
            </a:extLst>
          </p:cNvPr>
          <p:cNvSpPr/>
          <p:nvPr/>
        </p:nvSpPr>
        <p:spPr>
          <a:xfrm>
            <a:off x="5039630" y="3793611"/>
            <a:ext cx="4814138" cy="1363612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184" name="Rectangle 183">
            <a:extLst>
              <a:ext uri="{FF2B5EF4-FFF2-40B4-BE49-F238E27FC236}">
                <a16:creationId xmlns:a16="http://schemas.microsoft.com/office/drawing/2014/main" id="{B68862F6-917A-BD6D-35D7-9CC5EDF3AE57}"/>
              </a:ext>
            </a:extLst>
          </p:cNvPr>
          <p:cNvSpPr/>
          <p:nvPr/>
        </p:nvSpPr>
        <p:spPr>
          <a:xfrm>
            <a:off x="4908034" y="1218467"/>
            <a:ext cx="5021363" cy="778451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 sz="800"/>
          </a:p>
        </p:txBody>
      </p:sp>
      <p:sp>
        <p:nvSpPr>
          <p:cNvPr id="575" name="Rectangle 574">
            <a:extLst>
              <a:ext uri="{FF2B5EF4-FFF2-40B4-BE49-F238E27FC236}">
                <a16:creationId xmlns:a16="http://schemas.microsoft.com/office/drawing/2014/main" id="{1F0747E5-DB06-8E0E-7165-2C581C9361BD}"/>
              </a:ext>
            </a:extLst>
          </p:cNvPr>
          <p:cNvSpPr/>
          <p:nvPr/>
        </p:nvSpPr>
        <p:spPr>
          <a:xfrm>
            <a:off x="5037528" y="1375257"/>
            <a:ext cx="4814138" cy="228607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35CB77D-91D5-30F5-2591-058CD8559C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3-level metrics for benchmarking: </a:t>
            </a:r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A6D5CC2F-0FE8-0286-A16A-50F0BE7F4DAD}"/>
              </a:ext>
            </a:extLst>
          </p:cNvPr>
          <p:cNvSpPr/>
          <p:nvPr/>
        </p:nvSpPr>
        <p:spPr>
          <a:xfrm>
            <a:off x="2543892" y="2166323"/>
            <a:ext cx="2580465" cy="899432"/>
          </a:xfrm>
          <a:prstGeom prst="rightArrow">
            <a:avLst>
              <a:gd name="adj1" fmla="val 50000"/>
              <a:gd name="adj2" fmla="val 50000"/>
            </a:avLst>
          </a:prstGeom>
          <a:solidFill>
            <a:schemeClr val="accent2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DE" dirty="0"/>
              <a:t>model calls</a:t>
            </a:r>
          </a:p>
        </p:txBody>
      </p:sp>
      <p:sp>
        <p:nvSpPr>
          <p:cNvPr id="454" name="Rectangle 453">
            <a:extLst>
              <a:ext uri="{FF2B5EF4-FFF2-40B4-BE49-F238E27FC236}">
                <a16:creationId xmlns:a16="http://schemas.microsoft.com/office/drawing/2014/main" id="{901DD26C-F85E-01A3-254C-0E0D81A068B5}"/>
              </a:ext>
            </a:extLst>
          </p:cNvPr>
          <p:cNvSpPr/>
          <p:nvPr/>
        </p:nvSpPr>
        <p:spPr>
          <a:xfrm>
            <a:off x="1046424" y="1213042"/>
            <a:ext cx="1659606" cy="778451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 sz="800"/>
          </a:p>
        </p:txBody>
      </p:sp>
      <p:sp>
        <p:nvSpPr>
          <p:cNvPr id="455" name="TextBox 454">
            <a:extLst>
              <a:ext uri="{FF2B5EF4-FFF2-40B4-BE49-F238E27FC236}">
                <a16:creationId xmlns:a16="http://schemas.microsoft.com/office/drawing/2014/main" id="{76E607C7-6E17-BE1B-09DF-0BDD308D3E2C}"/>
              </a:ext>
            </a:extLst>
          </p:cNvPr>
          <p:cNvSpPr txBox="1"/>
          <p:nvPr/>
        </p:nvSpPr>
        <p:spPr>
          <a:xfrm>
            <a:off x="990165" y="1189170"/>
            <a:ext cx="69121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DE" sz="800" dirty="0">
                <a:latin typeface="+mj-lt"/>
              </a:rPr>
              <a:t>examples/</a:t>
            </a:r>
          </a:p>
        </p:txBody>
      </p:sp>
      <p:sp>
        <p:nvSpPr>
          <p:cNvPr id="492" name="TextBox 491">
            <a:extLst>
              <a:ext uri="{FF2B5EF4-FFF2-40B4-BE49-F238E27FC236}">
                <a16:creationId xmlns:a16="http://schemas.microsoft.com/office/drawing/2014/main" id="{2F7108C7-8E2E-9B89-65FF-43ABAA0FCB2E}"/>
              </a:ext>
            </a:extLst>
          </p:cNvPr>
          <p:cNvSpPr txBox="1"/>
          <p:nvPr/>
        </p:nvSpPr>
        <p:spPr>
          <a:xfrm>
            <a:off x="1103124" y="1365262"/>
            <a:ext cx="81945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DE" sz="800" dirty="0">
                <a:latin typeface="+mj-lt"/>
              </a:rPr>
              <a:t>document_1/</a:t>
            </a:r>
          </a:p>
        </p:txBody>
      </p:sp>
      <p:sp>
        <p:nvSpPr>
          <p:cNvPr id="493" name="Rectangle 492">
            <a:extLst>
              <a:ext uri="{FF2B5EF4-FFF2-40B4-BE49-F238E27FC236}">
                <a16:creationId xmlns:a16="http://schemas.microsoft.com/office/drawing/2014/main" id="{4F438BCD-FEB7-C5B8-10BB-0E119AA4B0D0}"/>
              </a:ext>
            </a:extLst>
          </p:cNvPr>
          <p:cNvSpPr/>
          <p:nvPr/>
        </p:nvSpPr>
        <p:spPr>
          <a:xfrm>
            <a:off x="1169870" y="1406590"/>
            <a:ext cx="1433946" cy="368148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 sz="800"/>
          </a:p>
        </p:txBody>
      </p:sp>
      <p:cxnSp>
        <p:nvCxnSpPr>
          <p:cNvPr id="512" name="Straight Connector 511">
            <a:extLst>
              <a:ext uri="{FF2B5EF4-FFF2-40B4-BE49-F238E27FC236}">
                <a16:creationId xmlns:a16="http://schemas.microsoft.com/office/drawing/2014/main" id="{473E57EA-A8F1-18D2-ECE6-188462460C48}"/>
              </a:ext>
            </a:extLst>
          </p:cNvPr>
          <p:cNvCxnSpPr/>
          <p:nvPr/>
        </p:nvCxnSpPr>
        <p:spPr>
          <a:xfrm>
            <a:off x="1299935" y="3672021"/>
            <a:ext cx="1206771" cy="0"/>
          </a:xfrm>
          <a:prstGeom prst="line">
            <a:avLst/>
          </a:prstGeom>
          <a:ln w="2857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0" name="Straight Connector 499">
            <a:extLst>
              <a:ext uri="{FF2B5EF4-FFF2-40B4-BE49-F238E27FC236}">
                <a16:creationId xmlns:a16="http://schemas.microsoft.com/office/drawing/2014/main" id="{0904F1B2-1540-D074-FFE6-80430C633FB7}"/>
              </a:ext>
            </a:extLst>
          </p:cNvPr>
          <p:cNvCxnSpPr/>
          <p:nvPr/>
        </p:nvCxnSpPr>
        <p:spPr>
          <a:xfrm>
            <a:off x="1304594" y="4954892"/>
            <a:ext cx="1206771" cy="0"/>
          </a:xfrm>
          <a:prstGeom prst="line">
            <a:avLst/>
          </a:prstGeom>
          <a:ln w="2857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7" name="Rectangle 506">
            <a:extLst>
              <a:ext uri="{FF2B5EF4-FFF2-40B4-BE49-F238E27FC236}">
                <a16:creationId xmlns:a16="http://schemas.microsoft.com/office/drawing/2014/main" id="{1282EB26-58FF-AE2B-4EE2-993A5CF8BC8E}"/>
              </a:ext>
            </a:extLst>
          </p:cNvPr>
          <p:cNvSpPr/>
          <p:nvPr/>
        </p:nvSpPr>
        <p:spPr>
          <a:xfrm>
            <a:off x="1262747" y="1576648"/>
            <a:ext cx="1289115" cy="2025435"/>
          </a:xfrm>
          <a:prstGeom prst="rect">
            <a:avLst/>
          </a:prstGeom>
          <a:noFill/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 sz="800"/>
          </a:p>
        </p:txBody>
      </p:sp>
      <p:sp>
        <p:nvSpPr>
          <p:cNvPr id="508" name="TextBox 507">
            <a:extLst>
              <a:ext uri="{FF2B5EF4-FFF2-40B4-BE49-F238E27FC236}">
                <a16:creationId xmlns:a16="http://schemas.microsoft.com/office/drawing/2014/main" id="{198B898A-F5AF-9A51-3E7A-894638B6BE05}"/>
              </a:ext>
            </a:extLst>
          </p:cNvPr>
          <p:cNvSpPr txBox="1"/>
          <p:nvPr/>
        </p:nvSpPr>
        <p:spPr>
          <a:xfrm>
            <a:off x="1212506" y="1540672"/>
            <a:ext cx="102944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DE" sz="800" dirty="0">
                <a:latin typeface="+mj-lt"/>
              </a:rPr>
              <a:t>content/figure_1/</a:t>
            </a: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F12BF74B-BFA9-F3D5-7478-5BF29556183A}"/>
              </a:ext>
            </a:extLst>
          </p:cNvPr>
          <p:cNvSpPr txBox="1"/>
          <p:nvPr/>
        </p:nvSpPr>
        <p:spPr>
          <a:xfrm>
            <a:off x="4851776" y="1194595"/>
            <a:ext cx="96212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DE" sz="800" dirty="0">
                <a:latin typeface="+mj-lt"/>
              </a:rPr>
              <a:t>Evaluation JSON</a:t>
            </a: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AE0784B2-BFD6-600A-46F7-909E838DFC65}"/>
              </a:ext>
            </a:extLst>
          </p:cNvPr>
          <p:cNvSpPr txBox="1"/>
          <p:nvPr/>
        </p:nvSpPr>
        <p:spPr>
          <a:xfrm>
            <a:off x="4964735" y="1370687"/>
            <a:ext cx="18473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DE" sz="800" dirty="0">
              <a:latin typeface="+mj-lt"/>
            </a:endParaRPr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EAF85F37-F2D9-50AC-2075-F93F109DD54A}"/>
              </a:ext>
            </a:extLst>
          </p:cNvPr>
          <p:cNvGrpSpPr/>
          <p:nvPr/>
        </p:nvGrpSpPr>
        <p:grpSpPr>
          <a:xfrm>
            <a:off x="5074117" y="1546097"/>
            <a:ext cx="1339356" cy="2061411"/>
            <a:chOff x="5074117" y="2161251"/>
            <a:chExt cx="1339356" cy="2061411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FD4D45F8-8451-4D59-2DBD-8F6CC98B76B8}"/>
                </a:ext>
              </a:extLst>
            </p:cNvPr>
            <p:cNvSpPr/>
            <p:nvPr/>
          </p:nvSpPr>
          <p:spPr>
            <a:xfrm>
              <a:off x="5124358" y="2197227"/>
              <a:ext cx="1289115" cy="2025435"/>
            </a:xfrm>
            <a:prstGeom prst="rect">
              <a:avLst/>
            </a:prstGeom>
            <a:noFill/>
            <a:ln w="381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DE" sz="800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7558F58A-9AE5-B96A-7537-7B1FC9FF742E}"/>
                </a:ext>
              </a:extLst>
            </p:cNvPr>
            <p:cNvSpPr txBox="1"/>
            <p:nvPr/>
          </p:nvSpPr>
          <p:spPr>
            <a:xfrm>
              <a:off x="5074117" y="2161251"/>
              <a:ext cx="1047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DE" sz="800" dirty="0">
                  <a:latin typeface="+mj-lt"/>
                </a:rPr>
                <a:t>predicted outputs</a:t>
              </a:r>
            </a:p>
          </p:txBody>
        </p:sp>
        <p:grpSp>
          <p:nvGrpSpPr>
            <p:cNvPr id="275" name="Group 274">
              <a:extLst>
                <a:ext uri="{FF2B5EF4-FFF2-40B4-BE49-F238E27FC236}">
                  <a16:creationId xmlns:a16="http://schemas.microsoft.com/office/drawing/2014/main" id="{9E48062B-435B-49A8-2E75-A97B1E423EC6}"/>
                </a:ext>
              </a:extLst>
            </p:cNvPr>
            <p:cNvGrpSpPr/>
            <p:nvPr/>
          </p:nvGrpSpPr>
          <p:grpSpPr>
            <a:xfrm>
              <a:off x="5122548" y="2336841"/>
              <a:ext cx="1245769" cy="836945"/>
              <a:chOff x="5122548" y="2336841"/>
              <a:chExt cx="1245769" cy="836945"/>
            </a:xfrm>
          </p:grpSpPr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C3D2B28E-D2C5-8AA6-57A6-57761E246A3B}"/>
                  </a:ext>
                </a:extLst>
              </p:cNvPr>
              <p:cNvSpPr txBox="1"/>
              <p:nvPr/>
            </p:nvSpPr>
            <p:spPr>
              <a:xfrm>
                <a:off x="5369979" y="2539838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“A”</a:t>
                </a:r>
              </a:p>
            </p:txBody>
          </p: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E779B71F-B649-2D8B-4396-538AC0CE7DC1}"/>
                  </a:ext>
                </a:extLst>
              </p:cNvPr>
              <p:cNvSpPr txBox="1"/>
              <p:nvPr/>
            </p:nvSpPr>
            <p:spPr>
              <a:xfrm>
                <a:off x="5369979" y="2694693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“yes”</a:t>
                </a:r>
              </a:p>
            </p:txBody>
          </p:sp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95E58221-1EA1-1178-DC88-DE96F64D8C7F}"/>
                  </a:ext>
                </a:extLst>
              </p:cNvPr>
              <p:cNvSpPr txBox="1"/>
              <p:nvPr/>
            </p:nvSpPr>
            <p:spPr>
              <a:xfrm>
                <a:off x="5369979" y="2846235"/>
                <a:ext cx="875560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“(50 µm)”</a:t>
                </a:r>
              </a:p>
            </p:txBody>
          </p:sp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EEC3BC05-A479-596E-0EE5-3F9D5D5C06AD}"/>
                  </a:ext>
                </a:extLst>
              </p:cNvPr>
              <p:cNvSpPr txBox="1"/>
              <p:nvPr/>
            </p:nvSpPr>
            <p:spPr>
              <a:xfrm>
                <a:off x="5362881" y="2987715"/>
                <a:ext cx="875561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dirty="0"/>
                  <a:t>“”</a:t>
                </a:r>
              </a:p>
            </p:txBody>
          </p:sp>
          <p:sp>
            <p:nvSpPr>
              <p:cNvPr id="222" name="Rectangle 221">
                <a:extLst>
                  <a:ext uri="{FF2B5EF4-FFF2-40B4-BE49-F238E27FC236}">
                    <a16:creationId xmlns:a16="http://schemas.microsoft.com/office/drawing/2014/main" id="{19CFAB2D-3031-D9CD-55CA-7181B594ABFC}"/>
                  </a:ext>
                </a:extLst>
              </p:cNvPr>
              <p:cNvSpPr/>
              <p:nvPr/>
            </p:nvSpPr>
            <p:spPr>
              <a:xfrm>
                <a:off x="5161546" y="2372466"/>
                <a:ext cx="1206771" cy="801320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DE" sz="800"/>
              </a:p>
            </p:txBody>
          </p:sp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64F7C2A3-0E3D-56A2-EF65-0198B661BB0B}"/>
                  </a:ext>
                </a:extLst>
              </p:cNvPr>
              <p:cNvSpPr txBox="1"/>
              <p:nvPr/>
            </p:nvSpPr>
            <p:spPr>
              <a:xfrm>
                <a:off x="5122548" y="2336841"/>
                <a:ext cx="45397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DE" sz="800" dirty="0">
                    <a:latin typeface="+mj-lt"/>
                  </a:rPr>
                  <a:t>panel</a:t>
                </a:r>
              </a:p>
            </p:txBody>
          </p:sp>
        </p:grpSp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BAB4FBF8-97FB-7069-66A0-6DE8D43B6672}"/>
                </a:ext>
              </a:extLst>
            </p:cNvPr>
            <p:cNvGrpSpPr/>
            <p:nvPr/>
          </p:nvGrpSpPr>
          <p:grpSpPr>
            <a:xfrm>
              <a:off x="5122548" y="3303296"/>
              <a:ext cx="1245769" cy="836945"/>
              <a:chOff x="5122548" y="2336841"/>
              <a:chExt cx="1245769" cy="836945"/>
            </a:xfrm>
          </p:grpSpPr>
          <p:sp>
            <p:nvSpPr>
              <p:cNvPr id="277" name="TextBox 276">
                <a:extLst>
                  <a:ext uri="{FF2B5EF4-FFF2-40B4-BE49-F238E27FC236}">
                    <a16:creationId xmlns:a16="http://schemas.microsoft.com/office/drawing/2014/main" id="{8F7773AF-9AE8-B93C-4A2A-B41D6FA015FC}"/>
                  </a:ext>
                </a:extLst>
              </p:cNvPr>
              <p:cNvSpPr txBox="1"/>
              <p:nvPr/>
            </p:nvSpPr>
            <p:spPr>
              <a:xfrm>
                <a:off x="5369979" y="2539838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>
                    <a:solidFill>
                      <a:schemeClr val="accent3"/>
                    </a:solidFill>
                  </a:rPr>
                  <a:t>“F”</a:t>
                </a:r>
              </a:p>
            </p:txBody>
          </p:sp>
          <p:sp>
            <p:nvSpPr>
              <p:cNvPr id="278" name="TextBox 277">
                <a:extLst>
                  <a:ext uri="{FF2B5EF4-FFF2-40B4-BE49-F238E27FC236}">
                    <a16:creationId xmlns:a16="http://schemas.microsoft.com/office/drawing/2014/main" id="{0CE3A43D-13F7-3DB6-005C-A4DD64CDAC74}"/>
                  </a:ext>
                </a:extLst>
              </p:cNvPr>
              <p:cNvSpPr txBox="1"/>
              <p:nvPr/>
            </p:nvSpPr>
            <p:spPr>
              <a:xfrm>
                <a:off x="5369979" y="2694693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“no”</a:t>
                </a:r>
              </a:p>
            </p:txBody>
          </p:sp>
          <p:sp>
            <p:nvSpPr>
              <p:cNvPr id="279" name="TextBox 278">
                <a:extLst>
                  <a:ext uri="{FF2B5EF4-FFF2-40B4-BE49-F238E27FC236}">
                    <a16:creationId xmlns:a16="http://schemas.microsoft.com/office/drawing/2014/main" id="{8542E283-FE32-CDFE-B8F0-AACCDC7DC7A1}"/>
                  </a:ext>
                </a:extLst>
              </p:cNvPr>
              <p:cNvSpPr txBox="1"/>
              <p:nvPr/>
            </p:nvSpPr>
            <p:spPr>
              <a:xfrm>
                <a:off x="5369979" y="2846235"/>
                <a:ext cx="875560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“”</a:t>
                </a:r>
              </a:p>
            </p:txBody>
          </p:sp>
          <p:sp>
            <p:nvSpPr>
              <p:cNvPr id="280" name="TextBox 279">
                <a:extLst>
                  <a:ext uri="{FF2B5EF4-FFF2-40B4-BE49-F238E27FC236}">
                    <a16:creationId xmlns:a16="http://schemas.microsoft.com/office/drawing/2014/main" id="{14526F09-BCEF-EB6A-E159-124391B348F5}"/>
                  </a:ext>
                </a:extLst>
              </p:cNvPr>
              <p:cNvSpPr txBox="1"/>
              <p:nvPr/>
            </p:nvSpPr>
            <p:spPr>
              <a:xfrm>
                <a:off x="5362881" y="2987715"/>
                <a:ext cx="875561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dirty="0"/>
                  <a:t>“”</a:t>
                </a:r>
              </a:p>
            </p:txBody>
          </p:sp>
          <p:sp>
            <p:nvSpPr>
              <p:cNvPr id="281" name="Rectangle 280">
                <a:extLst>
                  <a:ext uri="{FF2B5EF4-FFF2-40B4-BE49-F238E27FC236}">
                    <a16:creationId xmlns:a16="http://schemas.microsoft.com/office/drawing/2014/main" id="{9D2E2907-9E9C-C504-A6E8-F312EB3C2A83}"/>
                  </a:ext>
                </a:extLst>
              </p:cNvPr>
              <p:cNvSpPr/>
              <p:nvPr/>
            </p:nvSpPr>
            <p:spPr>
              <a:xfrm>
                <a:off x="5161546" y="2372466"/>
                <a:ext cx="1206771" cy="801320"/>
              </a:xfrm>
              <a:prstGeom prst="rect">
                <a:avLst/>
              </a:prstGeom>
              <a:noFill/>
              <a:ln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DE" sz="800"/>
              </a:p>
            </p:txBody>
          </p:sp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85219DC5-FB17-CF9C-1C26-FC42401356AD}"/>
                  </a:ext>
                </a:extLst>
              </p:cNvPr>
              <p:cNvSpPr txBox="1"/>
              <p:nvPr/>
            </p:nvSpPr>
            <p:spPr>
              <a:xfrm>
                <a:off x="5122548" y="2336841"/>
                <a:ext cx="45397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DE" sz="800" dirty="0">
                    <a:latin typeface="+mj-lt"/>
                  </a:rPr>
                  <a:t>panel</a:t>
                </a:r>
              </a:p>
            </p:txBody>
          </p:sp>
        </p:grp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FF0F02DD-DBDB-0C8F-88E6-88FD4BE0590F}"/>
                </a:ext>
              </a:extLst>
            </p:cNvPr>
            <p:cNvCxnSpPr/>
            <p:nvPr/>
          </p:nvCxnSpPr>
          <p:spPr>
            <a:xfrm>
              <a:off x="5161546" y="3257550"/>
              <a:ext cx="1206771" cy="0"/>
            </a:xfrm>
            <a:prstGeom prst="line">
              <a:avLst/>
            </a:prstGeom>
            <a:ln w="2857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0A404631-BE97-5DF0-80E0-138AC9509447}"/>
              </a:ext>
            </a:extLst>
          </p:cNvPr>
          <p:cNvGrpSpPr/>
          <p:nvPr/>
        </p:nvGrpSpPr>
        <p:grpSpPr>
          <a:xfrm>
            <a:off x="5078776" y="3967605"/>
            <a:ext cx="1339356" cy="1142045"/>
            <a:chOff x="5078776" y="4352172"/>
            <a:chExt cx="1339356" cy="1142045"/>
          </a:xfrm>
        </p:grpSpPr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8ED93563-B9A5-C9DE-8572-C413DE0EB79A}"/>
                </a:ext>
              </a:extLst>
            </p:cNvPr>
            <p:cNvCxnSpPr/>
            <p:nvPr/>
          </p:nvCxnSpPr>
          <p:spPr>
            <a:xfrm>
              <a:off x="5166205" y="5448471"/>
              <a:ext cx="1206771" cy="0"/>
            </a:xfrm>
            <a:prstGeom prst="line">
              <a:avLst/>
            </a:prstGeom>
            <a:ln w="2857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9B590948-77EA-2F98-C133-583ECA8E03CC}"/>
                </a:ext>
              </a:extLst>
            </p:cNvPr>
            <p:cNvSpPr/>
            <p:nvPr/>
          </p:nvSpPr>
          <p:spPr>
            <a:xfrm>
              <a:off x="5129017" y="4388148"/>
              <a:ext cx="1289115" cy="110606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DE" sz="800"/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C8161570-C363-8256-597C-C2C7B4EFE76C}"/>
                </a:ext>
              </a:extLst>
            </p:cNvPr>
            <p:cNvSpPr txBox="1"/>
            <p:nvPr/>
          </p:nvSpPr>
          <p:spPr>
            <a:xfrm>
              <a:off x="5078776" y="4352172"/>
              <a:ext cx="1047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DE" sz="800" dirty="0">
                  <a:latin typeface="+mj-lt"/>
                </a:rPr>
                <a:t>predicted outputs</a:t>
              </a:r>
            </a:p>
          </p:txBody>
        </p:sp>
        <p:grpSp>
          <p:nvGrpSpPr>
            <p:cNvPr id="311" name="Group 310">
              <a:extLst>
                <a:ext uri="{FF2B5EF4-FFF2-40B4-BE49-F238E27FC236}">
                  <a16:creationId xmlns:a16="http://schemas.microsoft.com/office/drawing/2014/main" id="{49DB12A9-CCB0-D9EA-2B0B-B54AE824026C}"/>
                </a:ext>
              </a:extLst>
            </p:cNvPr>
            <p:cNvGrpSpPr/>
            <p:nvPr/>
          </p:nvGrpSpPr>
          <p:grpSpPr>
            <a:xfrm>
              <a:off x="5127207" y="4527762"/>
              <a:ext cx="1245769" cy="836945"/>
              <a:chOff x="5122548" y="2336841"/>
              <a:chExt cx="1245769" cy="836945"/>
            </a:xfrm>
          </p:grpSpPr>
          <p:sp>
            <p:nvSpPr>
              <p:cNvPr id="321" name="TextBox 320">
                <a:extLst>
                  <a:ext uri="{FF2B5EF4-FFF2-40B4-BE49-F238E27FC236}">
                    <a16:creationId xmlns:a16="http://schemas.microsoft.com/office/drawing/2014/main" id="{D3F6720D-D8A9-A31C-1AFA-5E18D03E69A0}"/>
                  </a:ext>
                </a:extLst>
              </p:cNvPr>
              <p:cNvSpPr txBox="1"/>
              <p:nvPr/>
            </p:nvSpPr>
            <p:spPr>
              <a:xfrm>
                <a:off x="5369979" y="2539838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“A”</a:t>
                </a:r>
              </a:p>
            </p:txBody>
          </p:sp>
          <p:sp>
            <p:nvSpPr>
              <p:cNvPr id="322" name="TextBox 321">
                <a:extLst>
                  <a:ext uri="{FF2B5EF4-FFF2-40B4-BE49-F238E27FC236}">
                    <a16:creationId xmlns:a16="http://schemas.microsoft.com/office/drawing/2014/main" id="{1785BCB7-93CE-8767-0E0A-C4159BC7342B}"/>
                  </a:ext>
                </a:extLst>
              </p:cNvPr>
              <p:cNvSpPr txBox="1"/>
              <p:nvPr/>
            </p:nvSpPr>
            <p:spPr>
              <a:xfrm>
                <a:off x="5369979" y="2694693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accent6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>
                    <a:solidFill>
                      <a:schemeClr val="accent6"/>
                    </a:solidFill>
                  </a:rPr>
                  <a:t>“yes”</a:t>
                </a:r>
              </a:p>
            </p:txBody>
          </p:sp>
          <p:sp>
            <p:nvSpPr>
              <p:cNvPr id="323" name="TextBox 322">
                <a:extLst>
                  <a:ext uri="{FF2B5EF4-FFF2-40B4-BE49-F238E27FC236}">
                    <a16:creationId xmlns:a16="http://schemas.microsoft.com/office/drawing/2014/main" id="{B1DD9DCF-43A3-D518-D0CE-BB1CEAE0D5E4}"/>
                  </a:ext>
                </a:extLst>
              </p:cNvPr>
              <p:cNvSpPr txBox="1"/>
              <p:nvPr/>
            </p:nvSpPr>
            <p:spPr>
              <a:xfrm>
                <a:off x="5369979" y="2846235"/>
                <a:ext cx="875560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“(50 µm)”</a:t>
                </a:r>
              </a:p>
            </p:txBody>
          </p:sp>
          <p:sp>
            <p:nvSpPr>
              <p:cNvPr id="324" name="TextBox 323">
                <a:extLst>
                  <a:ext uri="{FF2B5EF4-FFF2-40B4-BE49-F238E27FC236}">
                    <a16:creationId xmlns:a16="http://schemas.microsoft.com/office/drawing/2014/main" id="{8EBF0D54-3C01-DCCC-D400-BD838DA9513C}"/>
                  </a:ext>
                </a:extLst>
              </p:cNvPr>
              <p:cNvSpPr txBox="1"/>
              <p:nvPr/>
            </p:nvSpPr>
            <p:spPr>
              <a:xfrm>
                <a:off x="5362881" y="2987715"/>
                <a:ext cx="875561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dirty="0"/>
                  <a:t>“”</a:t>
                </a:r>
              </a:p>
            </p:txBody>
          </p:sp>
          <p:sp>
            <p:nvSpPr>
              <p:cNvPr id="325" name="Rectangle 324">
                <a:extLst>
                  <a:ext uri="{FF2B5EF4-FFF2-40B4-BE49-F238E27FC236}">
                    <a16:creationId xmlns:a16="http://schemas.microsoft.com/office/drawing/2014/main" id="{7C2C820E-7EE6-842D-7630-4299AE3B0D9E}"/>
                  </a:ext>
                </a:extLst>
              </p:cNvPr>
              <p:cNvSpPr/>
              <p:nvPr/>
            </p:nvSpPr>
            <p:spPr>
              <a:xfrm>
                <a:off x="5161546" y="2372466"/>
                <a:ext cx="1206771" cy="801320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DE" sz="800"/>
              </a:p>
            </p:txBody>
          </p:sp>
          <p:sp>
            <p:nvSpPr>
              <p:cNvPr id="326" name="TextBox 325">
                <a:extLst>
                  <a:ext uri="{FF2B5EF4-FFF2-40B4-BE49-F238E27FC236}">
                    <a16:creationId xmlns:a16="http://schemas.microsoft.com/office/drawing/2014/main" id="{C1205417-F893-2C76-6AEE-2D11A6108E06}"/>
                  </a:ext>
                </a:extLst>
              </p:cNvPr>
              <p:cNvSpPr txBox="1"/>
              <p:nvPr/>
            </p:nvSpPr>
            <p:spPr>
              <a:xfrm>
                <a:off x="5122548" y="2336841"/>
                <a:ext cx="45397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DE" sz="800" dirty="0">
                    <a:latin typeface="+mj-lt"/>
                  </a:rPr>
                  <a:t>panel</a:t>
                </a:r>
              </a:p>
            </p:txBody>
          </p:sp>
        </p:grpSp>
      </p:grpSp>
      <p:sp>
        <p:nvSpPr>
          <p:cNvPr id="348" name="Rectangle 347">
            <a:extLst>
              <a:ext uri="{FF2B5EF4-FFF2-40B4-BE49-F238E27FC236}">
                <a16:creationId xmlns:a16="http://schemas.microsoft.com/office/drawing/2014/main" id="{270D96AB-E197-71B0-5173-25D5EF18A14D}"/>
              </a:ext>
            </a:extLst>
          </p:cNvPr>
          <p:cNvSpPr/>
          <p:nvPr/>
        </p:nvSpPr>
        <p:spPr>
          <a:xfrm>
            <a:off x="5124358" y="5451800"/>
            <a:ext cx="1289115" cy="1162365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 sz="800"/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201F17EE-B6C7-0FEC-4FB3-ADF105DB6E8E}"/>
              </a:ext>
            </a:extLst>
          </p:cNvPr>
          <p:cNvSpPr txBox="1"/>
          <p:nvPr/>
        </p:nvSpPr>
        <p:spPr>
          <a:xfrm>
            <a:off x="5074117" y="5423775"/>
            <a:ext cx="104708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DE" sz="800" dirty="0">
                <a:latin typeface="+mj-lt"/>
              </a:rPr>
              <a:t>predicted outputs</a:t>
            </a: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D2FF5A4E-13EE-DFFB-2524-17204C0B00BC}"/>
              </a:ext>
            </a:extLst>
          </p:cNvPr>
          <p:cNvGrpSpPr/>
          <p:nvPr/>
        </p:nvGrpSpPr>
        <p:grpSpPr>
          <a:xfrm>
            <a:off x="5122548" y="5567561"/>
            <a:ext cx="1245769" cy="920709"/>
            <a:chOff x="5122548" y="5456247"/>
            <a:chExt cx="1245769" cy="920709"/>
          </a:xfrm>
        </p:grpSpPr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CB032D9A-51E5-3E48-8B98-62C642FEC779}"/>
                </a:ext>
              </a:extLst>
            </p:cNvPr>
            <p:cNvGrpSpPr/>
            <p:nvPr/>
          </p:nvGrpSpPr>
          <p:grpSpPr>
            <a:xfrm>
              <a:off x="5122548" y="5456247"/>
              <a:ext cx="1245769" cy="836945"/>
              <a:chOff x="5122548" y="2336841"/>
              <a:chExt cx="1245769" cy="836945"/>
            </a:xfrm>
          </p:grpSpPr>
          <p:sp>
            <p:nvSpPr>
              <p:cNvPr id="360" name="TextBox 359">
                <a:extLst>
                  <a:ext uri="{FF2B5EF4-FFF2-40B4-BE49-F238E27FC236}">
                    <a16:creationId xmlns:a16="http://schemas.microsoft.com/office/drawing/2014/main" id="{58D8D832-D2D7-A25D-5D7A-1C79883A9A2A}"/>
                  </a:ext>
                </a:extLst>
              </p:cNvPr>
              <p:cNvSpPr txBox="1"/>
              <p:nvPr/>
            </p:nvSpPr>
            <p:spPr>
              <a:xfrm>
                <a:off x="5369979" y="2539838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“B”</a:t>
                </a:r>
              </a:p>
            </p:txBody>
          </p:sp>
          <p:sp>
            <p:nvSpPr>
              <p:cNvPr id="361" name="TextBox 360">
                <a:extLst>
                  <a:ext uri="{FF2B5EF4-FFF2-40B4-BE49-F238E27FC236}">
                    <a16:creationId xmlns:a16="http://schemas.microsoft.com/office/drawing/2014/main" id="{6CBAE088-8A6B-3259-E5CD-023F3C156CD6}"/>
                  </a:ext>
                </a:extLst>
              </p:cNvPr>
              <p:cNvSpPr txBox="1"/>
              <p:nvPr/>
            </p:nvSpPr>
            <p:spPr>
              <a:xfrm>
                <a:off x="5369979" y="2694693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“yes”</a:t>
                </a:r>
              </a:p>
            </p:txBody>
          </p:sp>
          <p:sp>
            <p:nvSpPr>
              <p:cNvPr id="362" name="TextBox 361">
                <a:extLst>
                  <a:ext uri="{FF2B5EF4-FFF2-40B4-BE49-F238E27FC236}">
                    <a16:creationId xmlns:a16="http://schemas.microsoft.com/office/drawing/2014/main" id="{EFC61105-8341-88E0-5BA7-B339474BC489}"/>
                  </a:ext>
                </a:extLst>
              </p:cNvPr>
              <p:cNvSpPr txBox="1"/>
              <p:nvPr/>
            </p:nvSpPr>
            <p:spPr>
              <a:xfrm>
                <a:off x="5369979" y="2846235"/>
                <a:ext cx="875560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“”</a:t>
                </a:r>
              </a:p>
            </p:txBody>
          </p:sp>
          <p:sp>
            <p:nvSpPr>
              <p:cNvPr id="363" name="TextBox 362">
                <a:extLst>
                  <a:ext uri="{FF2B5EF4-FFF2-40B4-BE49-F238E27FC236}">
                    <a16:creationId xmlns:a16="http://schemas.microsoft.com/office/drawing/2014/main" id="{1855B3D7-97B3-E1D1-6DA2-70DF0C25D399}"/>
                  </a:ext>
                </a:extLst>
              </p:cNvPr>
              <p:cNvSpPr txBox="1"/>
              <p:nvPr/>
            </p:nvSpPr>
            <p:spPr>
              <a:xfrm>
                <a:off x="5362881" y="2987715"/>
                <a:ext cx="875561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dirty="0"/>
                  <a:t>“scale bar”</a:t>
                </a:r>
              </a:p>
            </p:txBody>
          </p:sp>
          <p:sp>
            <p:nvSpPr>
              <p:cNvPr id="364" name="Rectangle 363">
                <a:extLst>
                  <a:ext uri="{FF2B5EF4-FFF2-40B4-BE49-F238E27FC236}">
                    <a16:creationId xmlns:a16="http://schemas.microsoft.com/office/drawing/2014/main" id="{A5C3867F-5628-020B-31E4-F4F701D1FBEE}"/>
                  </a:ext>
                </a:extLst>
              </p:cNvPr>
              <p:cNvSpPr/>
              <p:nvPr/>
            </p:nvSpPr>
            <p:spPr>
              <a:xfrm>
                <a:off x="5161546" y="2372466"/>
                <a:ext cx="1206771" cy="801320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DE" sz="800">
                  <a:solidFill>
                    <a:schemeClr val="accent3"/>
                  </a:solidFill>
                </a:endParaRPr>
              </a:p>
            </p:txBody>
          </p:sp>
          <p:sp>
            <p:nvSpPr>
              <p:cNvPr id="365" name="TextBox 364">
                <a:extLst>
                  <a:ext uri="{FF2B5EF4-FFF2-40B4-BE49-F238E27FC236}">
                    <a16:creationId xmlns:a16="http://schemas.microsoft.com/office/drawing/2014/main" id="{3D3EC11C-6CA1-C386-9F1A-3F5E85A53C2D}"/>
                  </a:ext>
                </a:extLst>
              </p:cNvPr>
              <p:cNvSpPr txBox="1"/>
              <p:nvPr/>
            </p:nvSpPr>
            <p:spPr>
              <a:xfrm>
                <a:off x="5122548" y="2336841"/>
                <a:ext cx="45397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DE" sz="800" dirty="0">
                    <a:latin typeface="+mj-lt"/>
                  </a:rPr>
                  <a:t>panel</a:t>
                </a:r>
              </a:p>
            </p:txBody>
          </p:sp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35D2B4E2-5B80-C7FD-FE1B-3C02E5551793}"/>
                </a:ext>
              </a:extLst>
            </p:cNvPr>
            <p:cNvCxnSpPr/>
            <p:nvPr/>
          </p:nvCxnSpPr>
          <p:spPr>
            <a:xfrm>
              <a:off x="5161546" y="6376956"/>
              <a:ext cx="1206771" cy="0"/>
            </a:xfrm>
            <a:prstGeom prst="line">
              <a:avLst/>
            </a:prstGeom>
            <a:ln w="2857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9" name="TextBox 368">
            <a:extLst>
              <a:ext uri="{FF2B5EF4-FFF2-40B4-BE49-F238E27FC236}">
                <a16:creationId xmlns:a16="http://schemas.microsoft.com/office/drawing/2014/main" id="{CD1CC284-1165-6273-D48E-6E5C29BDFCE3}"/>
              </a:ext>
            </a:extLst>
          </p:cNvPr>
          <p:cNvSpPr txBox="1"/>
          <p:nvPr/>
        </p:nvSpPr>
        <p:spPr>
          <a:xfrm>
            <a:off x="8326492" y="1379501"/>
            <a:ext cx="18473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DE" sz="800" dirty="0">
              <a:latin typeface="+mj-lt"/>
            </a:endParaRPr>
          </a:p>
        </p:txBody>
      </p: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A1901CA0-FBB0-F592-BD5E-6C2C11668267}"/>
              </a:ext>
            </a:extLst>
          </p:cNvPr>
          <p:cNvGrpSpPr/>
          <p:nvPr/>
        </p:nvGrpSpPr>
        <p:grpSpPr>
          <a:xfrm>
            <a:off x="8435874" y="1554911"/>
            <a:ext cx="1339356" cy="2061411"/>
            <a:chOff x="5074117" y="2161251"/>
            <a:chExt cx="1339356" cy="2061411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82B8BEE4-5030-C9DF-A02D-9BF5DABFF93F}"/>
                </a:ext>
              </a:extLst>
            </p:cNvPr>
            <p:cNvSpPr/>
            <p:nvPr/>
          </p:nvSpPr>
          <p:spPr>
            <a:xfrm>
              <a:off x="5124358" y="2197227"/>
              <a:ext cx="1289115" cy="2025435"/>
            </a:xfrm>
            <a:prstGeom prst="rect">
              <a:avLst/>
            </a:prstGeom>
            <a:noFill/>
            <a:ln w="3810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DE" sz="800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9CC7F1D8-80C2-D565-934C-0CE7E9CFD74B}"/>
                </a:ext>
              </a:extLst>
            </p:cNvPr>
            <p:cNvSpPr txBox="1"/>
            <p:nvPr/>
          </p:nvSpPr>
          <p:spPr>
            <a:xfrm>
              <a:off x="5074117" y="2161251"/>
              <a:ext cx="102784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DE" sz="800" dirty="0">
                  <a:latin typeface="+mj-lt"/>
                </a:rPr>
                <a:t>expected outputs</a:t>
              </a:r>
            </a:p>
          </p:txBody>
        </p: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556CB5A3-C92F-F57D-468F-1A37AA56C768}"/>
                </a:ext>
              </a:extLst>
            </p:cNvPr>
            <p:cNvGrpSpPr/>
            <p:nvPr/>
          </p:nvGrpSpPr>
          <p:grpSpPr>
            <a:xfrm>
              <a:off x="5122548" y="2336841"/>
              <a:ext cx="1245769" cy="836945"/>
              <a:chOff x="5122548" y="2336841"/>
              <a:chExt cx="1245769" cy="836945"/>
            </a:xfrm>
          </p:grpSpPr>
          <p:sp>
            <p:nvSpPr>
              <p:cNvPr id="396" name="TextBox 395">
                <a:extLst>
                  <a:ext uri="{FF2B5EF4-FFF2-40B4-BE49-F238E27FC236}">
                    <a16:creationId xmlns:a16="http://schemas.microsoft.com/office/drawing/2014/main" id="{B3616FFC-FDC0-A638-5C1A-266EAFCF94A9}"/>
                  </a:ext>
                </a:extLst>
              </p:cNvPr>
              <p:cNvSpPr txBox="1"/>
              <p:nvPr/>
            </p:nvSpPr>
            <p:spPr>
              <a:xfrm>
                <a:off x="5369979" y="2539838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“A”</a:t>
                </a:r>
              </a:p>
            </p:txBody>
          </p:sp>
          <p:sp>
            <p:nvSpPr>
              <p:cNvPr id="397" name="TextBox 396">
                <a:extLst>
                  <a:ext uri="{FF2B5EF4-FFF2-40B4-BE49-F238E27FC236}">
                    <a16:creationId xmlns:a16="http://schemas.microsoft.com/office/drawing/2014/main" id="{40FD0876-84C8-61A2-2B28-D7F1BF4A7676}"/>
                  </a:ext>
                </a:extLst>
              </p:cNvPr>
              <p:cNvSpPr txBox="1"/>
              <p:nvPr/>
            </p:nvSpPr>
            <p:spPr>
              <a:xfrm>
                <a:off x="5369979" y="2694693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“yes”</a:t>
                </a:r>
              </a:p>
            </p:txBody>
          </p:sp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B5A17D1A-A199-0299-18F9-EF368459EEBE}"/>
                  </a:ext>
                </a:extLst>
              </p:cNvPr>
              <p:cNvSpPr txBox="1"/>
              <p:nvPr/>
            </p:nvSpPr>
            <p:spPr>
              <a:xfrm>
                <a:off x="5369979" y="2846235"/>
                <a:ext cx="875560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“(50 µm)”</a:t>
                </a: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C3207EB9-FEFD-6117-A1F7-CA3191AB00B1}"/>
                  </a:ext>
                </a:extLst>
              </p:cNvPr>
              <p:cNvSpPr txBox="1"/>
              <p:nvPr/>
            </p:nvSpPr>
            <p:spPr>
              <a:xfrm>
                <a:off x="5362881" y="2987715"/>
                <a:ext cx="875561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dirty="0"/>
                  <a:t>“”</a:t>
                </a:r>
              </a:p>
            </p:txBody>
          </p:sp>
          <p:sp>
            <p:nvSpPr>
              <p:cNvPr id="400" name="Rectangle 399">
                <a:extLst>
                  <a:ext uri="{FF2B5EF4-FFF2-40B4-BE49-F238E27FC236}">
                    <a16:creationId xmlns:a16="http://schemas.microsoft.com/office/drawing/2014/main" id="{6EB27B11-EF0B-33B5-3F58-3CB2BF58C17B}"/>
                  </a:ext>
                </a:extLst>
              </p:cNvPr>
              <p:cNvSpPr/>
              <p:nvPr/>
            </p:nvSpPr>
            <p:spPr>
              <a:xfrm>
                <a:off x="5161546" y="2372466"/>
                <a:ext cx="1206771" cy="801320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DE" sz="800"/>
              </a:p>
            </p:txBody>
          </p:sp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E5EDC58C-33C9-C94D-4E49-7F180B61F0A6}"/>
                  </a:ext>
                </a:extLst>
              </p:cNvPr>
              <p:cNvSpPr txBox="1"/>
              <p:nvPr/>
            </p:nvSpPr>
            <p:spPr>
              <a:xfrm>
                <a:off x="5122548" y="2336841"/>
                <a:ext cx="45397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DE" sz="800" dirty="0">
                    <a:latin typeface="+mj-lt"/>
                  </a:rPr>
                  <a:t>panel</a:t>
                </a:r>
              </a:p>
            </p:txBody>
          </p:sp>
        </p:grp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A51012BC-54F3-9702-7309-A026A2E56B52}"/>
                </a:ext>
              </a:extLst>
            </p:cNvPr>
            <p:cNvGrpSpPr/>
            <p:nvPr/>
          </p:nvGrpSpPr>
          <p:grpSpPr>
            <a:xfrm>
              <a:off x="5122548" y="3303296"/>
              <a:ext cx="1245769" cy="836945"/>
              <a:chOff x="5122548" y="2336841"/>
              <a:chExt cx="1245769" cy="836945"/>
            </a:xfrm>
          </p:grpSpPr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1C0E457F-EDC2-06A5-87AE-097BE5255E1C}"/>
                  </a:ext>
                </a:extLst>
              </p:cNvPr>
              <p:cNvSpPr txBox="1"/>
              <p:nvPr/>
            </p:nvSpPr>
            <p:spPr>
              <a:xfrm>
                <a:off x="5369979" y="2539838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>
                    <a:solidFill>
                      <a:schemeClr val="accent3"/>
                    </a:solidFill>
                  </a:rPr>
                  <a:t>“G”</a:t>
                </a:r>
              </a:p>
            </p:txBody>
          </p:sp>
          <p:sp>
            <p:nvSpPr>
              <p:cNvPr id="391" name="TextBox 390">
                <a:extLst>
                  <a:ext uri="{FF2B5EF4-FFF2-40B4-BE49-F238E27FC236}">
                    <a16:creationId xmlns:a16="http://schemas.microsoft.com/office/drawing/2014/main" id="{CE4845D7-C08B-D6F5-ECF9-79FF73A0AE94}"/>
                  </a:ext>
                </a:extLst>
              </p:cNvPr>
              <p:cNvSpPr txBox="1"/>
              <p:nvPr/>
            </p:nvSpPr>
            <p:spPr>
              <a:xfrm>
                <a:off x="5369979" y="2694693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“”</a:t>
                </a:r>
              </a:p>
            </p:txBody>
          </p:sp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84108BF8-0A09-1690-12EE-871A662E7460}"/>
                  </a:ext>
                </a:extLst>
              </p:cNvPr>
              <p:cNvSpPr txBox="1"/>
              <p:nvPr/>
            </p:nvSpPr>
            <p:spPr>
              <a:xfrm>
                <a:off x="5369979" y="2846235"/>
                <a:ext cx="875560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“”</a:t>
                </a:r>
              </a:p>
            </p:txBody>
          </p:sp>
          <p:sp>
            <p:nvSpPr>
              <p:cNvPr id="393" name="TextBox 392">
                <a:extLst>
                  <a:ext uri="{FF2B5EF4-FFF2-40B4-BE49-F238E27FC236}">
                    <a16:creationId xmlns:a16="http://schemas.microsoft.com/office/drawing/2014/main" id="{0474D0BD-A331-8ED5-176C-EB8BB281B095}"/>
                  </a:ext>
                </a:extLst>
              </p:cNvPr>
              <p:cNvSpPr txBox="1"/>
              <p:nvPr/>
            </p:nvSpPr>
            <p:spPr>
              <a:xfrm>
                <a:off x="5362881" y="2987715"/>
                <a:ext cx="875561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dirty="0"/>
                  <a:t>“”</a:t>
                </a:r>
              </a:p>
            </p:txBody>
          </p: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2C9CB9FE-5F34-3DDA-7179-5F0AC1679A62}"/>
                  </a:ext>
                </a:extLst>
              </p:cNvPr>
              <p:cNvSpPr/>
              <p:nvPr/>
            </p:nvSpPr>
            <p:spPr>
              <a:xfrm>
                <a:off x="5161546" y="2372466"/>
                <a:ext cx="1206771" cy="801320"/>
              </a:xfrm>
              <a:prstGeom prst="rect">
                <a:avLst/>
              </a:pr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DE" sz="800"/>
              </a:p>
            </p:txBody>
          </p:sp>
          <p:sp>
            <p:nvSpPr>
              <p:cNvPr id="395" name="TextBox 394">
                <a:extLst>
                  <a:ext uri="{FF2B5EF4-FFF2-40B4-BE49-F238E27FC236}">
                    <a16:creationId xmlns:a16="http://schemas.microsoft.com/office/drawing/2014/main" id="{FA2067F0-3AE2-BC39-A1F9-0D1DE09B5EBA}"/>
                  </a:ext>
                </a:extLst>
              </p:cNvPr>
              <p:cNvSpPr txBox="1"/>
              <p:nvPr/>
            </p:nvSpPr>
            <p:spPr>
              <a:xfrm>
                <a:off x="5122548" y="2336841"/>
                <a:ext cx="45397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DE" sz="800" dirty="0">
                    <a:latin typeface="+mj-lt"/>
                  </a:rPr>
                  <a:t>panel</a:t>
                </a:r>
              </a:p>
            </p:txBody>
          </p:sp>
        </p:grp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BEE52C8D-AAAC-62E5-4DF3-8D4E727A209A}"/>
                </a:ext>
              </a:extLst>
            </p:cNvPr>
            <p:cNvCxnSpPr/>
            <p:nvPr/>
          </p:nvCxnSpPr>
          <p:spPr>
            <a:xfrm>
              <a:off x="5161546" y="3257550"/>
              <a:ext cx="1206771" cy="0"/>
            </a:xfrm>
            <a:prstGeom prst="line">
              <a:avLst/>
            </a:prstGeom>
            <a:ln w="2857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2" name="Group 371">
            <a:extLst>
              <a:ext uri="{FF2B5EF4-FFF2-40B4-BE49-F238E27FC236}">
                <a16:creationId xmlns:a16="http://schemas.microsoft.com/office/drawing/2014/main" id="{B163C48A-DABA-BC2C-BB3C-E39E1B93BE31}"/>
              </a:ext>
            </a:extLst>
          </p:cNvPr>
          <p:cNvGrpSpPr/>
          <p:nvPr/>
        </p:nvGrpSpPr>
        <p:grpSpPr>
          <a:xfrm>
            <a:off x="8440533" y="3976419"/>
            <a:ext cx="1339356" cy="1142045"/>
            <a:chOff x="5078776" y="4352172"/>
            <a:chExt cx="1339356" cy="1142045"/>
          </a:xfrm>
        </p:grpSpPr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2B261BB3-1FCC-26F9-2994-8FD5B84E1880}"/>
                </a:ext>
              </a:extLst>
            </p:cNvPr>
            <p:cNvCxnSpPr/>
            <p:nvPr/>
          </p:nvCxnSpPr>
          <p:spPr>
            <a:xfrm>
              <a:off x="5166205" y="5448471"/>
              <a:ext cx="1206771" cy="0"/>
            </a:xfrm>
            <a:prstGeom prst="line">
              <a:avLst/>
            </a:prstGeom>
            <a:ln w="2857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CE5EAD21-8DF8-305F-9D42-F89BBC7BD798}"/>
                </a:ext>
              </a:extLst>
            </p:cNvPr>
            <p:cNvSpPr/>
            <p:nvPr/>
          </p:nvSpPr>
          <p:spPr>
            <a:xfrm>
              <a:off x="5129017" y="4388148"/>
              <a:ext cx="1289115" cy="110606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DE" sz="800"/>
            </a:p>
          </p:txBody>
        </p: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B06CA3D6-BBD0-ADEA-BC0F-0107747F0C77}"/>
                </a:ext>
              </a:extLst>
            </p:cNvPr>
            <p:cNvSpPr txBox="1"/>
            <p:nvPr/>
          </p:nvSpPr>
          <p:spPr>
            <a:xfrm>
              <a:off x="5078776" y="4352172"/>
              <a:ext cx="102784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DE" sz="800" dirty="0">
                  <a:latin typeface="+mj-lt"/>
                </a:rPr>
                <a:t>expected outputs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E7CE609E-B604-6CF9-A263-6698432226C3}"/>
                </a:ext>
              </a:extLst>
            </p:cNvPr>
            <p:cNvGrpSpPr/>
            <p:nvPr/>
          </p:nvGrpSpPr>
          <p:grpSpPr>
            <a:xfrm>
              <a:off x="5127207" y="4527762"/>
              <a:ext cx="1245769" cy="836945"/>
              <a:chOff x="5122548" y="2336841"/>
              <a:chExt cx="1245769" cy="836945"/>
            </a:xfrm>
          </p:grpSpPr>
          <p:sp>
            <p:nvSpPr>
              <p:cNvPr id="378" name="TextBox 377">
                <a:extLst>
                  <a:ext uri="{FF2B5EF4-FFF2-40B4-BE49-F238E27FC236}">
                    <a16:creationId xmlns:a16="http://schemas.microsoft.com/office/drawing/2014/main" id="{1DF25988-A6C7-528E-C2B2-DF7B68584E37}"/>
                  </a:ext>
                </a:extLst>
              </p:cNvPr>
              <p:cNvSpPr txBox="1"/>
              <p:nvPr/>
            </p:nvSpPr>
            <p:spPr>
              <a:xfrm>
                <a:off x="5369979" y="2539838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“A”</a:t>
                </a:r>
              </a:p>
            </p:txBody>
          </p:sp>
          <p:sp>
            <p:nvSpPr>
              <p:cNvPr id="379" name="TextBox 378">
                <a:extLst>
                  <a:ext uri="{FF2B5EF4-FFF2-40B4-BE49-F238E27FC236}">
                    <a16:creationId xmlns:a16="http://schemas.microsoft.com/office/drawing/2014/main" id="{0A751085-67F0-66FE-A7B3-981705A20770}"/>
                  </a:ext>
                </a:extLst>
              </p:cNvPr>
              <p:cNvSpPr txBox="1"/>
              <p:nvPr/>
            </p:nvSpPr>
            <p:spPr>
              <a:xfrm>
                <a:off x="5369979" y="2694693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accent6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>
                    <a:solidFill>
                      <a:schemeClr val="accent6"/>
                    </a:solidFill>
                  </a:rPr>
                  <a:t>“n/a”</a:t>
                </a:r>
              </a:p>
            </p:txBody>
          </p:sp>
          <p:sp>
            <p:nvSpPr>
              <p:cNvPr id="380" name="TextBox 379">
                <a:extLst>
                  <a:ext uri="{FF2B5EF4-FFF2-40B4-BE49-F238E27FC236}">
                    <a16:creationId xmlns:a16="http://schemas.microsoft.com/office/drawing/2014/main" id="{ABBCE6F8-59F0-8940-E112-2C34FE7DD7A7}"/>
                  </a:ext>
                </a:extLst>
              </p:cNvPr>
              <p:cNvSpPr txBox="1"/>
              <p:nvPr/>
            </p:nvSpPr>
            <p:spPr>
              <a:xfrm>
                <a:off x="5369979" y="2846235"/>
                <a:ext cx="875560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“”</a:t>
                </a:r>
              </a:p>
            </p:txBody>
          </p:sp>
          <p:sp>
            <p:nvSpPr>
              <p:cNvPr id="381" name="TextBox 380">
                <a:extLst>
                  <a:ext uri="{FF2B5EF4-FFF2-40B4-BE49-F238E27FC236}">
                    <a16:creationId xmlns:a16="http://schemas.microsoft.com/office/drawing/2014/main" id="{8AE086CE-F55D-02BC-A9F0-BC7E19139434}"/>
                  </a:ext>
                </a:extLst>
              </p:cNvPr>
              <p:cNvSpPr txBox="1"/>
              <p:nvPr/>
            </p:nvSpPr>
            <p:spPr>
              <a:xfrm>
                <a:off x="5362881" y="2987715"/>
                <a:ext cx="875561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dirty="0"/>
                  <a:t>“”</a:t>
                </a:r>
              </a:p>
            </p:txBody>
          </p: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9B03C43-63BA-CC02-2E54-1A7D7F03C8FC}"/>
                  </a:ext>
                </a:extLst>
              </p:cNvPr>
              <p:cNvSpPr/>
              <p:nvPr/>
            </p:nvSpPr>
            <p:spPr>
              <a:xfrm>
                <a:off x="5161546" y="2372466"/>
                <a:ext cx="1206771" cy="801320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DE" sz="800"/>
              </a:p>
            </p:txBody>
          </p:sp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11B7AD6D-CD47-9045-7E77-B3952BB5E296}"/>
                  </a:ext>
                </a:extLst>
              </p:cNvPr>
              <p:cNvSpPr txBox="1"/>
              <p:nvPr/>
            </p:nvSpPr>
            <p:spPr>
              <a:xfrm>
                <a:off x="5122548" y="2336841"/>
                <a:ext cx="45397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DE" sz="800" dirty="0">
                    <a:latin typeface="+mj-lt"/>
                  </a:rPr>
                  <a:t>panel</a:t>
                </a:r>
              </a:p>
            </p:txBody>
          </p:sp>
        </p:grpSp>
      </p:grpSp>
      <p:sp>
        <p:nvSpPr>
          <p:cNvPr id="418" name="Rectangle 417">
            <a:extLst>
              <a:ext uri="{FF2B5EF4-FFF2-40B4-BE49-F238E27FC236}">
                <a16:creationId xmlns:a16="http://schemas.microsoft.com/office/drawing/2014/main" id="{93A282F1-FCE8-E68D-92D1-09D9298EFA78}"/>
              </a:ext>
            </a:extLst>
          </p:cNvPr>
          <p:cNvSpPr/>
          <p:nvPr/>
        </p:nvSpPr>
        <p:spPr>
          <a:xfrm>
            <a:off x="8486115" y="5452668"/>
            <a:ext cx="1289115" cy="1162365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 sz="800"/>
          </a:p>
        </p:txBody>
      </p:sp>
      <p:sp>
        <p:nvSpPr>
          <p:cNvPr id="419" name="TextBox 418">
            <a:extLst>
              <a:ext uri="{FF2B5EF4-FFF2-40B4-BE49-F238E27FC236}">
                <a16:creationId xmlns:a16="http://schemas.microsoft.com/office/drawing/2014/main" id="{8D474321-E2A3-AA08-2039-BB6D1D02821C}"/>
              </a:ext>
            </a:extLst>
          </p:cNvPr>
          <p:cNvSpPr txBox="1"/>
          <p:nvPr/>
        </p:nvSpPr>
        <p:spPr>
          <a:xfrm>
            <a:off x="8435874" y="5432589"/>
            <a:ext cx="102784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DE" sz="800" dirty="0">
                <a:latin typeface="+mj-lt"/>
              </a:rPr>
              <a:t>expected outputs</a:t>
            </a:r>
          </a:p>
        </p:txBody>
      </p: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77B47E9A-A7DE-20B7-522E-ED1391BEC56A}"/>
              </a:ext>
            </a:extLst>
          </p:cNvPr>
          <p:cNvGrpSpPr/>
          <p:nvPr/>
        </p:nvGrpSpPr>
        <p:grpSpPr>
          <a:xfrm>
            <a:off x="8484305" y="5568424"/>
            <a:ext cx="1245769" cy="920709"/>
            <a:chOff x="8484305" y="5465061"/>
            <a:chExt cx="1245769" cy="920709"/>
          </a:xfrm>
        </p:grpSpPr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F6938B5A-4B65-DB2E-45E5-19E5CD00B374}"/>
                </a:ext>
              </a:extLst>
            </p:cNvPr>
            <p:cNvGrpSpPr/>
            <p:nvPr/>
          </p:nvGrpSpPr>
          <p:grpSpPr>
            <a:xfrm>
              <a:off x="8484305" y="5465061"/>
              <a:ext cx="1245769" cy="836945"/>
              <a:chOff x="5122548" y="2336841"/>
              <a:chExt cx="1245769" cy="836945"/>
            </a:xfrm>
          </p:grpSpPr>
          <p:sp>
            <p:nvSpPr>
              <p:cNvPr id="430" name="TextBox 429">
                <a:extLst>
                  <a:ext uri="{FF2B5EF4-FFF2-40B4-BE49-F238E27FC236}">
                    <a16:creationId xmlns:a16="http://schemas.microsoft.com/office/drawing/2014/main" id="{66A62977-C75A-1A6E-E34C-46493693564B}"/>
                  </a:ext>
                </a:extLst>
              </p:cNvPr>
              <p:cNvSpPr txBox="1"/>
              <p:nvPr/>
            </p:nvSpPr>
            <p:spPr>
              <a:xfrm>
                <a:off x="5369979" y="2539838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“A”</a:t>
                </a:r>
              </a:p>
            </p:txBody>
          </p:sp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829865C5-A311-AC0D-860D-FAEB29D19EF4}"/>
                  </a:ext>
                </a:extLst>
              </p:cNvPr>
              <p:cNvSpPr txBox="1"/>
              <p:nvPr/>
            </p:nvSpPr>
            <p:spPr>
              <a:xfrm>
                <a:off x="5369979" y="2694693"/>
                <a:ext cx="882659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“no”</a:t>
                </a:r>
              </a:p>
            </p:txBody>
          </p:sp>
          <p:sp>
            <p:nvSpPr>
              <p:cNvPr id="432" name="TextBox 431">
                <a:extLst>
                  <a:ext uri="{FF2B5EF4-FFF2-40B4-BE49-F238E27FC236}">
                    <a16:creationId xmlns:a16="http://schemas.microsoft.com/office/drawing/2014/main" id="{8B859135-C460-63CA-1BE1-CA843A06DA93}"/>
                  </a:ext>
                </a:extLst>
              </p:cNvPr>
              <p:cNvSpPr txBox="1"/>
              <p:nvPr/>
            </p:nvSpPr>
            <p:spPr>
              <a:xfrm>
                <a:off x="5369979" y="2846235"/>
                <a:ext cx="875560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b="1" dirty="0"/>
                  <a:t>“”</a:t>
                </a:r>
              </a:p>
            </p:txBody>
          </p:sp>
          <p:sp>
            <p:nvSpPr>
              <p:cNvPr id="433" name="TextBox 432">
                <a:extLst>
                  <a:ext uri="{FF2B5EF4-FFF2-40B4-BE49-F238E27FC236}">
                    <a16:creationId xmlns:a16="http://schemas.microsoft.com/office/drawing/2014/main" id="{43E6B501-686D-D108-E4E5-B7F5496F671D}"/>
                  </a:ext>
                </a:extLst>
              </p:cNvPr>
              <p:cNvSpPr txBox="1"/>
              <p:nvPr/>
            </p:nvSpPr>
            <p:spPr>
              <a:xfrm>
                <a:off x="5362881" y="2987715"/>
                <a:ext cx="875561" cy="12311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tIns="0" bIns="0" rtlCol="0" anchor="ctr">
                <a:spAutoFit/>
              </a:bodyPr>
              <a:lstStyle/>
              <a:p>
                <a:pPr algn="ctr"/>
                <a:r>
                  <a:rPr lang="en-DE" sz="800" dirty="0"/>
                  <a:t>“50 µm”</a:t>
                </a:r>
              </a:p>
            </p:txBody>
          </p:sp>
          <p:sp>
            <p:nvSpPr>
              <p:cNvPr id="434" name="Rectangle 433">
                <a:extLst>
                  <a:ext uri="{FF2B5EF4-FFF2-40B4-BE49-F238E27FC236}">
                    <a16:creationId xmlns:a16="http://schemas.microsoft.com/office/drawing/2014/main" id="{A7123EDB-E998-8052-F6BE-B2EA0A988FBB}"/>
                  </a:ext>
                </a:extLst>
              </p:cNvPr>
              <p:cNvSpPr/>
              <p:nvPr/>
            </p:nvSpPr>
            <p:spPr>
              <a:xfrm>
                <a:off x="5161546" y="2372466"/>
                <a:ext cx="1206771" cy="801320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DE" sz="800">
                  <a:solidFill>
                    <a:schemeClr val="accent3"/>
                  </a:solidFill>
                </a:endParaRPr>
              </a:p>
            </p:txBody>
          </p:sp>
          <p:sp>
            <p:nvSpPr>
              <p:cNvPr id="435" name="TextBox 434">
                <a:extLst>
                  <a:ext uri="{FF2B5EF4-FFF2-40B4-BE49-F238E27FC236}">
                    <a16:creationId xmlns:a16="http://schemas.microsoft.com/office/drawing/2014/main" id="{44368EDA-76FF-A325-E29F-EE110C78472F}"/>
                  </a:ext>
                </a:extLst>
              </p:cNvPr>
              <p:cNvSpPr txBox="1"/>
              <p:nvPr/>
            </p:nvSpPr>
            <p:spPr>
              <a:xfrm>
                <a:off x="5122548" y="2336841"/>
                <a:ext cx="453970" cy="2154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DE" sz="800" dirty="0">
                    <a:latin typeface="+mj-lt"/>
                  </a:rPr>
                  <a:t>panel</a:t>
                </a:r>
              </a:p>
            </p:txBody>
          </p:sp>
        </p:grp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4B2C9807-A0BC-DE51-D313-D7D099FD4F3C}"/>
                </a:ext>
              </a:extLst>
            </p:cNvPr>
            <p:cNvCxnSpPr/>
            <p:nvPr/>
          </p:nvCxnSpPr>
          <p:spPr>
            <a:xfrm>
              <a:off x="8523303" y="6385770"/>
              <a:ext cx="1206771" cy="0"/>
            </a:xfrm>
            <a:prstGeom prst="line">
              <a:avLst/>
            </a:prstGeom>
            <a:ln w="2857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0" name="Rectangle 559">
            <a:extLst>
              <a:ext uri="{FF2B5EF4-FFF2-40B4-BE49-F238E27FC236}">
                <a16:creationId xmlns:a16="http://schemas.microsoft.com/office/drawing/2014/main" id="{66E530F5-B653-A387-CAA7-895BF6A597FD}"/>
              </a:ext>
            </a:extLst>
          </p:cNvPr>
          <p:cNvSpPr/>
          <p:nvPr/>
        </p:nvSpPr>
        <p:spPr>
          <a:xfrm>
            <a:off x="1373744" y="1815688"/>
            <a:ext cx="1059152" cy="344954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562" name="TextBox 561">
            <a:extLst>
              <a:ext uri="{FF2B5EF4-FFF2-40B4-BE49-F238E27FC236}">
                <a16:creationId xmlns:a16="http://schemas.microsoft.com/office/drawing/2014/main" id="{C72E37B8-8695-7839-A0A1-8A0F283FF0F1}"/>
              </a:ext>
            </a:extLst>
          </p:cNvPr>
          <p:cNvSpPr txBox="1"/>
          <p:nvPr/>
        </p:nvSpPr>
        <p:spPr>
          <a:xfrm>
            <a:off x="1321790" y="1805921"/>
            <a:ext cx="54534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DE" sz="800" dirty="0">
                <a:latin typeface="+mj-lt"/>
              </a:rPr>
              <a:t>caption</a:t>
            </a:r>
          </a:p>
        </p:txBody>
      </p:sp>
      <p:sp>
        <p:nvSpPr>
          <p:cNvPr id="563" name="Rectangle 562">
            <a:extLst>
              <a:ext uri="{FF2B5EF4-FFF2-40B4-BE49-F238E27FC236}">
                <a16:creationId xmlns:a16="http://schemas.microsoft.com/office/drawing/2014/main" id="{3C3FBA6E-6094-BCC7-56F6-69730F144EB7}"/>
              </a:ext>
            </a:extLst>
          </p:cNvPr>
          <p:cNvSpPr/>
          <p:nvPr/>
        </p:nvSpPr>
        <p:spPr>
          <a:xfrm>
            <a:off x="1373744" y="2198496"/>
            <a:ext cx="1059152" cy="495047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sp>
        <p:nvSpPr>
          <p:cNvPr id="564" name="TextBox 563">
            <a:extLst>
              <a:ext uri="{FF2B5EF4-FFF2-40B4-BE49-F238E27FC236}">
                <a16:creationId xmlns:a16="http://schemas.microsoft.com/office/drawing/2014/main" id="{AB2B5829-B7B7-1B5F-A494-F547D2A5BC0E}"/>
              </a:ext>
            </a:extLst>
          </p:cNvPr>
          <p:cNvSpPr txBox="1"/>
          <p:nvPr/>
        </p:nvSpPr>
        <p:spPr>
          <a:xfrm>
            <a:off x="1351446" y="2198496"/>
            <a:ext cx="48603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DE" sz="800" dirty="0">
                <a:latin typeface="+mj-lt"/>
              </a:rPr>
              <a:t>image</a:t>
            </a:r>
          </a:p>
        </p:txBody>
      </p:sp>
      <p:grpSp>
        <p:nvGrpSpPr>
          <p:cNvPr id="587" name="Group 586">
            <a:extLst>
              <a:ext uri="{FF2B5EF4-FFF2-40B4-BE49-F238E27FC236}">
                <a16:creationId xmlns:a16="http://schemas.microsoft.com/office/drawing/2014/main" id="{02377D1C-6FDB-11BA-E01F-A4387D93E064}"/>
              </a:ext>
            </a:extLst>
          </p:cNvPr>
          <p:cNvGrpSpPr/>
          <p:nvPr/>
        </p:nvGrpSpPr>
        <p:grpSpPr>
          <a:xfrm>
            <a:off x="1217165" y="3731593"/>
            <a:ext cx="1339356" cy="1142045"/>
            <a:chOff x="1217165" y="3731593"/>
            <a:chExt cx="1339356" cy="1142045"/>
          </a:xfrm>
        </p:grpSpPr>
        <p:grpSp>
          <p:nvGrpSpPr>
            <p:cNvPr id="530" name="Group 529">
              <a:extLst>
                <a:ext uri="{FF2B5EF4-FFF2-40B4-BE49-F238E27FC236}">
                  <a16:creationId xmlns:a16="http://schemas.microsoft.com/office/drawing/2014/main" id="{D8877F7B-26AE-79B6-1061-D05E19CDD8BF}"/>
                </a:ext>
              </a:extLst>
            </p:cNvPr>
            <p:cNvGrpSpPr/>
            <p:nvPr/>
          </p:nvGrpSpPr>
          <p:grpSpPr>
            <a:xfrm>
              <a:off x="1217165" y="3731593"/>
              <a:ext cx="1339356" cy="1142045"/>
              <a:chOff x="1217165" y="4307419"/>
              <a:chExt cx="1339356" cy="1142045"/>
            </a:xfrm>
          </p:grpSpPr>
          <p:sp>
            <p:nvSpPr>
              <p:cNvPr id="497" name="Rectangle 496">
                <a:extLst>
                  <a:ext uri="{FF2B5EF4-FFF2-40B4-BE49-F238E27FC236}">
                    <a16:creationId xmlns:a16="http://schemas.microsoft.com/office/drawing/2014/main" id="{A678D2D7-513D-9474-08C4-1DC7374564E1}"/>
                  </a:ext>
                </a:extLst>
              </p:cNvPr>
              <p:cNvSpPr/>
              <p:nvPr/>
            </p:nvSpPr>
            <p:spPr>
              <a:xfrm>
                <a:off x="1267406" y="4343395"/>
                <a:ext cx="1289115" cy="110606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DE" sz="800"/>
              </a:p>
            </p:txBody>
          </p:sp>
          <p:sp>
            <p:nvSpPr>
              <p:cNvPr id="498" name="TextBox 497">
                <a:extLst>
                  <a:ext uri="{FF2B5EF4-FFF2-40B4-BE49-F238E27FC236}">
                    <a16:creationId xmlns:a16="http://schemas.microsoft.com/office/drawing/2014/main" id="{5E284E11-09FF-6DBD-9F16-653AA90C2DAB}"/>
                  </a:ext>
                </a:extLst>
              </p:cNvPr>
              <p:cNvSpPr txBox="1"/>
              <p:nvPr/>
            </p:nvSpPr>
            <p:spPr>
              <a:xfrm>
                <a:off x="1217165" y="4307419"/>
                <a:ext cx="1029449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DE" sz="800" dirty="0">
                    <a:latin typeface="+mj-lt"/>
                  </a:rPr>
                  <a:t>content/figure_2/</a:t>
                </a:r>
              </a:p>
            </p:txBody>
          </p:sp>
        </p:grpSp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00289256-D62A-DEB5-C0AB-C7DB16028FD1}"/>
                </a:ext>
              </a:extLst>
            </p:cNvPr>
            <p:cNvSpPr/>
            <p:nvPr/>
          </p:nvSpPr>
          <p:spPr>
            <a:xfrm>
              <a:off x="1422186" y="3932917"/>
              <a:ext cx="1059152" cy="344954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DE"/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66422570-CEF8-3BA3-9A0E-5083816DAC41}"/>
                </a:ext>
              </a:extLst>
            </p:cNvPr>
            <p:cNvSpPr txBox="1"/>
            <p:nvPr/>
          </p:nvSpPr>
          <p:spPr>
            <a:xfrm>
              <a:off x="1370232" y="3923150"/>
              <a:ext cx="54534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DE" sz="800" dirty="0">
                  <a:latin typeface="+mj-lt"/>
                </a:rPr>
                <a:t>caption</a:t>
              </a:r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04A9C7B3-409B-98E7-FC28-D8274334BA7A}"/>
                </a:ext>
              </a:extLst>
            </p:cNvPr>
            <p:cNvSpPr/>
            <p:nvPr/>
          </p:nvSpPr>
          <p:spPr>
            <a:xfrm>
              <a:off x="1422186" y="4315725"/>
              <a:ext cx="1059152" cy="49504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DE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F013C37F-8689-1403-1866-42AB7D763C52}"/>
                </a:ext>
              </a:extLst>
            </p:cNvPr>
            <p:cNvSpPr txBox="1"/>
            <p:nvPr/>
          </p:nvSpPr>
          <p:spPr>
            <a:xfrm>
              <a:off x="1399888" y="4315725"/>
              <a:ext cx="48603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DE" sz="800" dirty="0">
                  <a:latin typeface="+mj-lt"/>
                </a:rPr>
                <a:t>image</a:t>
              </a:r>
            </a:p>
          </p:txBody>
        </p:sp>
      </p:grpSp>
      <p:sp>
        <p:nvSpPr>
          <p:cNvPr id="574" name="Left Arrow 573">
            <a:extLst>
              <a:ext uri="{FF2B5EF4-FFF2-40B4-BE49-F238E27FC236}">
                <a16:creationId xmlns:a16="http://schemas.microsoft.com/office/drawing/2014/main" id="{7B42481E-2929-D85C-F0ED-8ABA21F95A5C}"/>
              </a:ext>
            </a:extLst>
          </p:cNvPr>
          <p:cNvSpPr/>
          <p:nvPr/>
        </p:nvSpPr>
        <p:spPr>
          <a:xfrm>
            <a:off x="9775229" y="2198496"/>
            <a:ext cx="2356172" cy="951554"/>
          </a:xfrm>
          <a:prstGeom prst="leftArrow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DE" dirty="0">
                <a:solidFill>
                  <a:schemeClr val="tx1"/>
                </a:solidFill>
              </a:rPr>
              <a:t>curated gold</a:t>
            </a:r>
          </a:p>
        </p:txBody>
      </p:sp>
      <p:sp>
        <p:nvSpPr>
          <p:cNvPr id="576" name="TextBox 575">
            <a:extLst>
              <a:ext uri="{FF2B5EF4-FFF2-40B4-BE49-F238E27FC236}">
                <a16:creationId xmlns:a16="http://schemas.microsoft.com/office/drawing/2014/main" id="{8594A23C-EB64-FF60-41B9-3F61CF85BC8C}"/>
              </a:ext>
            </a:extLst>
          </p:cNvPr>
          <p:cNvSpPr txBox="1"/>
          <p:nvPr/>
        </p:nvSpPr>
        <p:spPr>
          <a:xfrm>
            <a:off x="5124816" y="1400739"/>
            <a:ext cx="4650413" cy="1231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DE" sz="800" dirty="0"/>
              <a:t>metadata (source, doi, …)</a:t>
            </a: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E59B1C29-9AC9-8511-BF4B-C1F09F9E1505}"/>
              </a:ext>
            </a:extLst>
          </p:cNvPr>
          <p:cNvSpPr txBox="1"/>
          <p:nvPr/>
        </p:nvSpPr>
        <p:spPr>
          <a:xfrm>
            <a:off x="5119390" y="3843329"/>
            <a:ext cx="4650413" cy="1231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DE" sz="800" dirty="0"/>
              <a:t>metadata (source, doi, …)</a:t>
            </a:r>
          </a:p>
        </p:txBody>
      </p: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CDA51FBC-8E2A-6322-0079-7C6DC311FD05}"/>
              </a:ext>
            </a:extLst>
          </p:cNvPr>
          <p:cNvGrpSpPr/>
          <p:nvPr/>
        </p:nvGrpSpPr>
        <p:grpSpPr>
          <a:xfrm>
            <a:off x="6259629" y="5766953"/>
            <a:ext cx="2479098" cy="461665"/>
            <a:chOff x="6252638" y="3482109"/>
            <a:chExt cx="2479098" cy="461665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D643E497-D968-F873-CF45-40C5EAAC4C2F}"/>
                </a:ext>
              </a:extLst>
            </p:cNvPr>
            <p:cNvCxnSpPr>
              <a:cxnSpLocks/>
            </p:cNvCxnSpPr>
            <p:nvPr/>
          </p:nvCxnSpPr>
          <p:spPr>
            <a:xfrm>
              <a:off x="6252638" y="3703894"/>
              <a:ext cx="2479098" cy="8814"/>
            </a:xfrm>
            <a:prstGeom prst="straightConnector1">
              <a:avLst/>
            </a:prstGeom>
            <a:ln w="41275">
              <a:solidFill>
                <a:schemeClr val="accent5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C8185583-43B6-6148-3943-AD80C5698D1D}"/>
                </a:ext>
              </a:extLst>
            </p:cNvPr>
            <p:cNvSpPr txBox="1"/>
            <p:nvPr/>
          </p:nvSpPr>
          <p:spPr>
            <a:xfrm>
              <a:off x="6653078" y="3482109"/>
              <a:ext cx="154561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DE" sz="1200" dirty="0">
                  <a:solidFill>
                    <a:schemeClr val="accent5"/>
                  </a:solidFill>
                </a:rPr>
                <a:t>Matching (Level 2)</a:t>
              </a:r>
              <a:br>
                <a:rPr lang="en-DE" sz="1200" dirty="0">
                  <a:solidFill>
                    <a:schemeClr val="accent5"/>
                  </a:solidFill>
                </a:rPr>
              </a:br>
              <a:r>
                <a:rPr lang="en-DE" sz="1200" dirty="0">
                  <a:solidFill>
                    <a:schemeClr val="accent5"/>
                  </a:solidFill>
                </a:rPr>
                <a:t>TP/FP/FN/TN</a:t>
              </a:r>
            </a:p>
          </p:txBody>
        </p: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FD320EEF-9188-25AF-4CB9-678992267A20}"/>
              </a:ext>
            </a:extLst>
          </p:cNvPr>
          <p:cNvGrpSpPr/>
          <p:nvPr/>
        </p:nvGrpSpPr>
        <p:grpSpPr>
          <a:xfrm>
            <a:off x="6259080" y="4341616"/>
            <a:ext cx="2479098" cy="830997"/>
            <a:chOff x="6257297" y="4629555"/>
            <a:chExt cx="2479098" cy="830997"/>
          </a:xfrm>
        </p:grpSpPr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DA3A6D78-17D4-B03C-D57C-EDDFD30AA364}"/>
                </a:ext>
              </a:extLst>
            </p:cNvPr>
            <p:cNvCxnSpPr>
              <a:cxnSpLocks/>
              <a:stCxn id="322" idx="3"/>
              <a:endCxn id="379" idx="1"/>
            </p:cNvCxnSpPr>
            <p:nvPr/>
          </p:nvCxnSpPr>
          <p:spPr>
            <a:xfrm>
              <a:off x="6257297" y="4848850"/>
              <a:ext cx="2479098" cy="8814"/>
            </a:xfrm>
            <a:prstGeom prst="straightConnector1">
              <a:avLst/>
            </a:prstGeom>
            <a:ln w="41275">
              <a:solidFill>
                <a:schemeClr val="accent6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EBC87C7F-B2CB-8623-C516-34FB8E9BFBD0}"/>
                </a:ext>
              </a:extLst>
            </p:cNvPr>
            <p:cNvSpPr txBox="1"/>
            <p:nvPr/>
          </p:nvSpPr>
          <p:spPr>
            <a:xfrm>
              <a:off x="6533253" y="4629555"/>
              <a:ext cx="1795683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DE" sz="1200" dirty="0">
                  <a:solidFill>
                    <a:schemeClr val="accent6"/>
                  </a:solidFill>
                </a:rPr>
                <a:t>Applicability (Level 1)</a:t>
              </a:r>
              <a:br>
                <a:rPr lang="en-DE" sz="1200" dirty="0">
                  <a:solidFill>
                    <a:schemeClr val="accent6"/>
                  </a:solidFill>
                </a:rPr>
              </a:br>
              <a:r>
                <a:rPr lang="en-DE" sz="1200" dirty="0">
                  <a:solidFill>
                    <a:schemeClr val="accent6"/>
                  </a:solidFill>
                </a:rPr>
                <a:t>spurious</a:t>
              </a:r>
              <a:br>
                <a:rPr lang="en-DE" sz="1200" dirty="0">
                  <a:solidFill>
                    <a:schemeClr val="accent6"/>
                  </a:solidFill>
                </a:rPr>
              </a:br>
              <a:r>
                <a:rPr lang="en-DE" sz="1200" dirty="0">
                  <a:solidFill>
                    <a:schemeClr val="accent6"/>
                  </a:solidFill>
                </a:rPr>
                <a:t>withheld</a:t>
              </a:r>
              <a:br>
                <a:rPr lang="en-DE" sz="1200" dirty="0">
                  <a:solidFill>
                    <a:schemeClr val="accent6"/>
                  </a:solidFill>
                </a:rPr>
              </a:br>
              <a:r>
                <a:rPr lang="en-DE" sz="1200" dirty="0">
                  <a:solidFill>
                    <a:schemeClr val="accent6"/>
                  </a:solidFill>
                </a:rPr>
                <a:t>correct</a:t>
              </a:r>
            </a:p>
          </p:txBody>
        </p:sp>
      </p:grpSp>
      <p:grpSp>
        <p:nvGrpSpPr>
          <p:cNvPr id="556" name="Group 555">
            <a:extLst>
              <a:ext uri="{FF2B5EF4-FFF2-40B4-BE49-F238E27FC236}">
                <a16:creationId xmlns:a16="http://schemas.microsoft.com/office/drawing/2014/main" id="{D4E56638-7910-EBCF-106A-E80FB561B0AC}"/>
              </a:ext>
            </a:extLst>
          </p:cNvPr>
          <p:cNvGrpSpPr/>
          <p:nvPr/>
        </p:nvGrpSpPr>
        <p:grpSpPr>
          <a:xfrm>
            <a:off x="6368314" y="2732326"/>
            <a:ext cx="2154987" cy="830997"/>
            <a:chOff x="6369748" y="6193360"/>
            <a:chExt cx="1972262" cy="830997"/>
          </a:xfrm>
        </p:grpSpPr>
        <p:cxnSp>
          <p:nvCxnSpPr>
            <p:cNvPr id="442" name="Straight Arrow Connector 441">
              <a:extLst>
                <a:ext uri="{FF2B5EF4-FFF2-40B4-BE49-F238E27FC236}">
                  <a16:creationId xmlns:a16="http://schemas.microsoft.com/office/drawing/2014/main" id="{D65C6C6A-8CDF-60C8-46BD-09D004BF7E34}"/>
                </a:ext>
              </a:extLst>
            </p:cNvPr>
            <p:cNvCxnSpPr>
              <a:cxnSpLocks/>
            </p:cNvCxnSpPr>
            <p:nvPr/>
          </p:nvCxnSpPr>
          <p:spPr>
            <a:xfrm>
              <a:off x="6369748" y="6421370"/>
              <a:ext cx="1972262" cy="0"/>
            </a:xfrm>
            <a:prstGeom prst="straightConnector1">
              <a:avLst/>
            </a:prstGeom>
            <a:ln w="41275">
              <a:solidFill>
                <a:schemeClr val="accent3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3C4B4C4B-DF04-E297-6F06-247685D47F8A}"/>
                </a:ext>
              </a:extLst>
            </p:cNvPr>
            <p:cNvSpPr txBox="1"/>
            <p:nvPr/>
          </p:nvSpPr>
          <p:spPr>
            <a:xfrm>
              <a:off x="6701811" y="6193360"/>
              <a:ext cx="1458573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DE" sz="1200" dirty="0">
                  <a:solidFill>
                    <a:schemeClr val="accent3"/>
                  </a:solidFill>
                </a:rPr>
                <a:t>Structural (Level S)</a:t>
              </a:r>
              <a:br>
                <a:rPr lang="en-DE" sz="1200" dirty="0">
                  <a:solidFill>
                    <a:schemeClr val="accent3"/>
                  </a:solidFill>
                </a:rPr>
              </a:br>
              <a:r>
                <a:rPr lang="en-DE" sz="1200" dirty="0">
                  <a:solidFill>
                    <a:schemeClr val="accent3"/>
                  </a:solidFill>
                </a:rPr>
                <a:t>spurious</a:t>
              </a:r>
              <a:br>
                <a:rPr lang="en-DE" sz="1200" dirty="0">
                  <a:solidFill>
                    <a:schemeClr val="accent3"/>
                  </a:solidFill>
                </a:rPr>
              </a:br>
              <a:r>
                <a:rPr lang="en-DE" sz="1200" dirty="0">
                  <a:solidFill>
                    <a:schemeClr val="accent3"/>
                  </a:solidFill>
                </a:rPr>
                <a:t>missing</a:t>
              </a:r>
              <a:br>
                <a:rPr lang="en-DE" sz="1200" dirty="0">
                  <a:solidFill>
                    <a:schemeClr val="accent3"/>
                  </a:solidFill>
                </a:rPr>
              </a:br>
              <a:r>
                <a:rPr lang="en-DE" sz="1200" dirty="0">
                  <a:solidFill>
                    <a:schemeClr val="accent3"/>
                  </a:solidFill>
                </a:rPr>
                <a:t>correct</a:t>
              </a:r>
            </a:p>
          </p:txBody>
        </p:sp>
      </p:grpSp>
      <p:cxnSp>
        <p:nvCxnSpPr>
          <p:cNvPr id="586" name="Straight Arrow Connector 585">
            <a:extLst>
              <a:ext uri="{FF2B5EF4-FFF2-40B4-BE49-F238E27FC236}">
                <a16:creationId xmlns:a16="http://schemas.microsoft.com/office/drawing/2014/main" id="{FF00EE3C-D07A-6327-570C-B420689B5AD9}"/>
              </a:ext>
            </a:extLst>
          </p:cNvPr>
          <p:cNvCxnSpPr>
            <a:cxnSpLocks/>
          </p:cNvCxnSpPr>
          <p:nvPr/>
        </p:nvCxnSpPr>
        <p:spPr>
          <a:xfrm>
            <a:off x="6248565" y="6285195"/>
            <a:ext cx="2479098" cy="8814"/>
          </a:xfrm>
          <a:prstGeom prst="straightConnector1">
            <a:avLst/>
          </a:prstGeom>
          <a:ln w="41275">
            <a:solidFill>
              <a:schemeClr val="accent5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E8D5E200-7E43-9FD9-C9F5-999745D39EE1}"/>
              </a:ext>
            </a:extLst>
          </p:cNvPr>
          <p:cNvGrpSpPr/>
          <p:nvPr/>
        </p:nvGrpSpPr>
        <p:grpSpPr>
          <a:xfrm>
            <a:off x="1197454" y="5307057"/>
            <a:ext cx="1339356" cy="1142045"/>
            <a:chOff x="1217165" y="3731593"/>
            <a:chExt cx="1339356" cy="1142045"/>
          </a:xfrm>
        </p:grpSpPr>
        <p:grpSp>
          <p:nvGrpSpPr>
            <p:cNvPr id="589" name="Group 588">
              <a:extLst>
                <a:ext uri="{FF2B5EF4-FFF2-40B4-BE49-F238E27FC236}">
                  <a16:creationId xmlns:a16="http://schemas.microsoft.com/office/drawing/2014/main" id="{040DE1DD-9788-3F04-9EF3-F3CF928F5EAE}"/>
                </a:ext>
              </a:extLst>
            </p:cNvPr>
            <p:cNvGrpSpPr/>
            <p:nvPr/>
          </p:nvGrpSpPr>
          <p:grpSpPr>
            <a:xfrm>
              <a:off x="1217165" y="3731593"/>
              <a:ext cx="1339356" cy="1142045"/>
              <a:chOff x="1217165" y="4307419"/>
              <a:chExt cx="1339356" cy="1142045"/>
            </a:xfrm>
          </p:grpSpPr>
          <p:sp>
            <p:nvSpPr>
              <p:cNvPr id="594" name="Rectangle 593">
                <a:extLst>
                  <a:ext uri="{FF2B5EF4-FFF2-40B4-BE49-F238E27FC236}">
                    <a16:creationId xmlns:a16="http://schemas.microsoft.com/office/drawing/2014/main" id="{BB133DDB-DF79-8B11-7513-418CE0C77DD9}"/>
                  </a:ext>
                </a:extLst>
              </p:cNvPr>
              <p:cNvSpPr/>
              <p:nvPr/>
            </p:nvSpPr>
            <p:spPr>
              <a:xfrm>
                <a:off x="1267406" y="4343395"/>
                <a:ext cx="1289115" cy="110606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DE" sz="800"/>
              </a:p>
            </p:txBody>
          </p:sp>
          <p:sp>
            <p:nvSpPr>
              <p:cNvPr id="595" name="TextBox 594">
                <a:extLst>
                  <a:ext uri="{FF2B5EF4-FFF2-40B4-BE49-F238E27FC236}">
                    <a16:creationId xmlns:a16="http://schemas.microsoft.com/office/drawing/2014/main" id="{93429C1C-C5EF-9259-EEED-CF953B270724}"/>
                  </a:ext>
                </a:extLst>
              </p:cNvPr>
              <p:cNvSpPr txBox="1"/>
              <p:nvPr/>
            </p:nvSpPr>
            <p:spPr>
              <a:xfrm>
                <a:off x="1217165" y="4307419"/>
                <a:ext cx="1029449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DE" sz="800" dirty="0">
                    <a:latin typeface="+mj-lt"/>
                  </a:rPr>
                  <a:t>content/figure_1/</a:t>
                </a:r>
              </a:p>
            </p:txBody>
          </p:sp>
        </p:grpSp>
        <p:sp>
          <p:nvSpPr>
            <p:cNvPr id="590" name="Rectangle 589">
              <a:extLst>
                <a:ext uri="{FF2B5EF4-FFF2-40B4-BE49-F238E27FC236}">
                  <a16:creationId xmlns:a16="http://schemas.microsoft.com/office/drawing/2014/main" id="{B6042179-597C-5932-7DB4-055B599CD43B}"/>
                </a:ext>
              </a:extLst>
            </p:cNvPr>
            <p:cNvSpPr/>
            <p:nvPr/>
          </p:nvSpPr>
          <p:spPr>
            <a:xfrm>
              <a:off x="1422186" y="3932917"/>
              <a:ext cx="1059152" cy="344954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DE"/>
            </a:p>
          </p:txBody>
        </p:sp>
        <p:sp>
          <p:nvSpPr>
            <p:cNvPr id="591" name="TextBox 590">
              <a:extLst>
                <a:ext uri="{FF2B5EF4-FFF2-40B4-BE49-F238E27FC236}">
                  <a16:creationId xmlns:a16="http://schemas.microsoft.com/office/drawing/2014/main" id="{31FC87A4-CEDE-FB7B-528E-C08ECB73C737}"/>
                </a:ext>
              </a:extLst>
            </p:cNvPr>
            <p:cNvSpPr txBox="1"/>
            <p:nvPr/>
          </p:nvSpPr>
          <p:spPr>
            <a:xfrm>
              <a:off x="1370232" y="3923150"/>
              <a:ext cx="54534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DE" sz="800" dirty="0">
                  <a:latin typeface="+mj-lt"/>
                </a:rPr>
                <a:t>caption</a:t>
              </a:r>
            </a:p>
          </p:txBody>
        </p: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E71A4637-F26B-BABC-A2AA-453ED82BC325}"/>
                </a:ext>
              </a:extLst>
            </p:cNvPr>
            <p:cNvSpPr/>
            <p:nvPr/>
          </p:nvSpPr>
          <p:spPr>
            <a:xfrm>
              <a:off x="1422186" y="4315725"/>
              <a:ext cx="1059152" cy="49504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DE"/>
            </a:p>
          </p:txBody>
        </p:sp>
        <p:sp>
          <p:nvSpPr>
            <p:cNvPr id="593" name="TextBox 592">
              <a:extLst>
                <a:ext uri="{FF2B5EF4-FFF2-40B4-BE49-F238E27FC236}">
                  <a16:creationId xmlns:a16="http://schemas.microsoft.com/office/drawing/2014/main" id="{C9AD5AD8-64D5-4F66-B21E-D1D810610C0D}"/>
                </a:ext>
              </a:extLst>
            </p:cNvPr>
            <p:cNvSpPr txBox="1"/>
            <p:nvPr/>
          </p:nvSpPr>
          <p:spPr>
            <a:xfrm>
              <a:off x="1399888" y="4315725"/>
              <a:ext cx="48603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DE" sz="800" dirty="0">
                  <a:latin typeface="+mj-lt"/>
                </a:rPr>
                <a:t>image</a:t>
              </a:r>
            </a:p>
          </p:txBody>
        </p:sp>
      </p:grpSp>
      <p:sp>
        <p:nvSpPr>
          <p:cNvPr id="596" name="TextBox 595">
            <a:extLst>
              <a:ext uri="{FF2B5EF4-FFF2-40B4-BE49-F238E27FC236}">
                <a16:creationId xmlns:a16="http://schemas.microsoft.com/office/drawing/2014/main" id="{67D02E8B-F441-B5C3-E7CA-FD3A6C425466}"/>
              </a:ext>
            </a:extLst>
          </p:cNvPr>
          <p:cNvSpPr txBox="1"/>
          <p:nvPr/>
        </p:nvSpPr>
        <p:spPr>
          <a:xfrm>
            <a:off x="1112144" y="5163495"/>
            <a:ext cx="81945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DE" sz="800" dirty="0">
                <a:latin typeface="+mj-lt"/>
              </a:rPr>
              <a:t>document_2/</a:t>
            </a:r>
          </a:p>
        </p:txBody>
      </p:sp>
      <p:sp>
        <p:nvSpPr>
          <p:cNvPr id="597" name="Rectangle 596">
            <a:extLst>
              <a:ext uri="{FF2B5EF4-FFF2-40B4-BE49-F238E27FC236}">
                <a16:creationId xmlns:a16="http://schemas.microsoft.com/office/drawing/2014/main" id="{AD83AFD6-1141-8D15-CD0F-E8BF1901C8DF}"/>
              </a:ext>
            </a:extLst>
          </p:cNvPr>
          <p:cNvSpPr/>
          <p:nvPr/>
        </p:nvSpPr>
        <p:spPr>
          <a:xfrm>
            <a:off x="1178890" y="5180970"/>
            <a:ext cx="1433946" cy="368148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 sz="800"/>
          </a:p>
        </p:txBody>
      </p:sp>
      <p:sp>
        <p:nvSpPr>
          <p:cNvPr id="600" name="TextBox 599">
            <a:extLst>
              <a:ext uri="{FF2B5EF4-FFF2-40B4-BE49-F238E27FC236}">
                <a16:creationId xmlns:a16="http://schemas.microsoft.com/office/drawing/2014/main" id="{8A203410-30FA-7601-8FA9-63B2076D3DEC}"/>
              </a:ext>
            </a:extLst>
          </p:cNvPr>
          <p:cNvSpPr txBox="1"/>
          <p:nvPr/>
        </p:nvSpPr>
        <p:spPr>
          <a:xfrm>
            <a:off x="6776040" y="6269285"/>
            <a:ext cx="14141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DE" sz="1200" dirty="0">
                <a:solidFill>
                  <a:schemeClr val="accent5"/>
                </a:solidFill>
              </a:rPr>
              <a:t>match/mismatch</a:t>
            </a:r>
          </a:p>
        </p:txBody>
      </p:sp>
    </p:spTree>
    <p:extLst>
      <p:ext uri="{BB962C8B-B14F-4D97-AF65-F5344CB8AC3E}">
        <p14:creationId xmlns:p14="http://schemas.microsoft.com/office/powerpoint/2010/main" val="24938574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7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8B0EB67-0EA9-94A3-CBF8-1DDA72697B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Evaluate leaves only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28E563F-77AD-B00B-980D-B380CE9CC4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DE" dirty="0"/>
              <a:t>Flat scoring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17E17A2F-40F9-8D5E-5AAD-CC8064673E6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22787"/>
          <a:stretch>
            <a:fillRect/>
          </a:stretch>
        </p:blipFill>
        <p:spPr>
          <a:xfrm>
            <a:off x="3227177" y="1950720"/>
            <a:ext cx="4699998" cy="46329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214618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CB25431-2E56-F324-C4F5-14FAEF596A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Manifest vs schema</a:t>
            </a:r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DF60C517-5D74-A506-E64C-3BEF29464F6D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961960" y="1979428"/>
            <a:ext cx="6143940" cy="4378191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9F9CA4D-523E-F771-91D0-B15275B3AF8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en-DE" dirty="0"/>
          </a:p>
        </p:txBody>
      </p:sp>
    </p:spTree>
    <p:extLst>
      <p:ext uri="{BB962C8B-B14F-4D97-AF65-F5344CB8AC3E}">
        <p14:creationId xmlns:p14="http://schemas.microsoft.com/office/powerpoint/2010/main" val="375987852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C674F8-1122-0CB0-5C82-AB6594252A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962A8FE-89CE-FB6D-C0A3-24EB643992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Manifest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D1A5614-20FC-2470-E342-A21FF1D2107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DE" dirty="0"/>
              <a:t>Check-specific metrics and interpretation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C796D4B-1BD4-437B-801E-D2C954E7E70A}"/>
              </a:ext>
            </a:extLst>
          </p:cNvPr>
          <p:cNvSpPr txBox="1"/>
          <p:nvPr/>
        </p:nvSpPr>
        <p:spPr>
          <a:xfrm>
            <a:off x="911224" y="1689213"/>
            <a:ext cx="6098650" cy="646330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{</a:t>
            </a:r>
          </a:p>
          <a:p>
            <a:r>
              <a:rPr lang="en-GB" sz="900" b="1" dirty="0">
                <a:latin typeface="Courier New" panose="02070309020205020404" pitchFamily="49" charset="0"/>
                <a:cs typeface="Courier New" panose="02070309020205020404" pitchFamily="49" charset="0"/>
              </a:rPr>
              <a:t>  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"checklist": "micrograph-scale-bar",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"defaults":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positive_value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"yes",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negative_value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"no",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[]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list_alignment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"outputs": ["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panel_label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"]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"fields":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panel_label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graded_string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string_compare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"exact",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match_threshold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1.0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"outputs[].micrograph":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scale_bar_on_image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scale_bar_defined_in_caption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from_the_caption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graded_string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string_compare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"semantic",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match_threshold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0.8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scale_bar_defined_in_image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from_the_image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graded_string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string_compare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"semantic",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match_threshold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0.8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}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}</a:t>
            </a:r>
          </a:p>
        </p:txBody>
      </p:sp>
    </p:spTree>
    <p:extLst>
      <p:ext uri="{BB962C8B-B14F-4D97-AF65-F5344CB8AC3E}">
        <p14:creationId xmlns:p14="http://schemas.microsoft.com/office/powerpoint/2010/main" val="348631813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D77032-BF39-27EA-EB37-517717D384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59B3D42-06F7-204A-01B7-6499D31BBA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Manifest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7887B41-5D86-F0EB-09C4-E9D47C9E994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DE" dirty="0"/>
              <a:t>Structural (Level S)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95BEE0A-C854-192F-4D3F-CD66E502CDBF}"/>
              </a:ext>
            </a:extLst>
          </p:cNvPr>
          <p:cNvSpPr txBox="1"/>
          <p:nvPr/>
        </p:nvSpPr>
        <p:spPr>
          <a:xfrm>
            <a:off x="911224" y="1681262"/>
            <a:ext cx="6098650" cy="646330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"checklist": "micrograph-scale-bar",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"defaults":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positive_value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"yes",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negative_value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"no",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[]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list_alignment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    "outputs": ["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panel_label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"]</a:t>
            </a:r>
          </a:p>
          <a:p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"fields":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panel_label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graded_string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string_compare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"exact",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match_threshold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1.0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"outputs[].micrograph":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scale_bar_on_image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scale_bar_defined_in_caption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from_the_caption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graded_string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string_compare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"semantic",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match_threshold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0.8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scale_bar_defined_in_image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from_the_image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graded_string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string_compare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"semantic",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match_threshold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0.8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}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}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7DC7352-276E-501B-6B21-EAF629FED0FB}"/>
              </a:ext>
            </a:extLst>
          </p:cNvPr>
          <p:cNvSpPr txBox="1"/>
          <p:nvPr/>
        </p:nvSpPr>
        <p:spPr>
          <a:xfrm>
            <a:off x="5166391" y="2088612"/>
            <a:ext cx="63626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DE" dirty="0"/>
              <a:t>Align (Hungarian) objects in outputs based on the filed “panel label” and report on missing, spurious objects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50A664F-AC6C-E5D1-0CFA-74C47A1F221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1" b="1102"/>
          <a:stretch>
            <a:fillRect/>
          </a:stretch>
        </p:blipFill>
        <p:spPr>
          <a:xfrm>
            <a:off x="5702410" y="3013806"/>
            <a:ext cx="4892040" cy="21296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964585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AF6B4E-2B3B-A37E-805C-9E743FAB64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6DD8D7-E103-4636-15BE-F1BA593A80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Manifest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0B2B92F-F02A-21D3-128D-2C2421296C0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DE" dirty="0"/>
              <a:t>Applicability (Level 1)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29AD986-495F-6272-646E-BC0FEA25B3FE}"/>
              </a:ext>
            </a:extLst>
          </p:cNvPr>
          <p:cNvSpPr txBox="1"/>
          <p:nvPr/>
        </p:nvSpPr>
        <p:spPr>
          <a:xfrm>
            <a:off x="911224" y="1681262"/>
            <a:ext cx="6098650" cy="646330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"checklist": "micrograph-scale-bar",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"defaults":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positive_value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"yes",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negative_value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"no",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[]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},</a:t>
            </a:r>
          </a:p>
          <a:p>
            <a:r>
              <a:rPr lang="en-GB" sz="900" b="1" dirty="0">
                <a:latin typeface="Courier New" panose="02070309020205020404" pitchFamily="49" charset="0"/>
                <a:cs typeface="Courier New" panose="02070309020205020404" pitchFamily="49" charset="0"/>
              </a:rPr>
              <a:t>  "</a:t>
            </a:r>
            <a:r>
              <a:rPr lang="en-GB" sz="900" b="1" dirty="0" err="1">
                <a:latin typeface="Courier New" panose="02070309020205020404" pitchFamily="49" charset="0"/>
                <a:cs typeface="Courier New" panose="02070309020205020404" pitchFamily="49" charset="0"/>
              </a:rPr>
              <a:t>list_alignment</a:t>
            </a:r>
            <a:r>
              <a:rPr lang="en-GB" sz="900" b="1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b="1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"outputs": ["</a:t>
            </a:r>
            <a:r>
              <a:rPr lang="en-GB" sz="900" b="1" dirty="0" err="1">
                <a:latin typeface="Courier New" panose="02070309020205020404" pitchFamily="49" charset="0"/>
                <a:cs typeface="Courier New" panose="02070309020205020404" pitchFamily="49" charset="0"/>
              </a:rPr>
              <a:t>panel_label</a:t>
            </a:r>
            <a:r>
              <a:rPr lang="en-GB" sz="900" b="1" dirty="0">
                <a:latin typeface="Courier New" panose="02070309020205020404" pitchFamily="49" charset="0"/>
                <a:cs typeface="Courier New" panose="02070309020205020404" pitchFamily="49" charset="0"/>
              </a:rPr>
              <a:t>"]</a:t>
            </a:r>
          </a:p>
          <a:p>
            <a:r>
              <a:rPr lang="en-GB" sz="900" b="1" dirty="0">
                <a:latin typeface="Courier New" panose="02070309020205020404" pitchFamily="49" charset="0"/>
                <a:cs typeface="Courier New" panose="02070309020205020404" pitchFamily="49" charset="0"/>
              </a:rPr>
              <a:t>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"fields":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panel_label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graded_string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string_compare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"exact",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match_threshold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1.0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"outputs[].micrograph":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scale_bar_on_image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b="1" dirty="0">
                <a:latin typeface="Courier New" panose="02070309020205020404" pitchFamily="49" charset="0"/>
                <a:cs typeface="Courier New" panose="02070309020205020404" pitchFamily="49" charset="0"/>
              </a:rPr>
              <a:t>      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scale_bar_defined_in_caption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[”n/a”, ”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na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”, ””],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from_the_caption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graded_string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b="1" dirty="0">
                <a:latin typeface="Courier New" panose="02070309020205020404" pitchFamily="49" charset="0"/>
                <a:cs typeface="Courier New" panose="02070309020205020404" pitchFamily="49" charset="0"/>
              </a:rPr>
              <a:t>      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string_compare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"semantic",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match_threshold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0.8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scale_bar_defined_in_image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from_the_image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graded_string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string_compare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"semantic",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match_threshold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0.8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}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}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76E0748-FA7E-C40F-6181-29D1AA3283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623560" y="3826449"/>
            <a:ext cx="6309360" cy="1887916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F2CE57FA-D045-C2F0-B91F-59B65CAFA202}"/>
              </a:ext>
            </a:extLst>
          </p:cNvPr>
          <p:cNvSpPr txBox="1"/>
          <p:nvPr/>
        </p:nvSpPr>
        <p:spPr>
          <a:xfrm>
            <a:off x="5623560" y="3180118"/>
            <a:ext cx="63093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DE" dirty="0"/>
              <a:t>What are the “sentinel” values for this leave indicating that the test is not applicatble</a:t>
            </a:r>
          </a:p>
        </p:txBody>
      </p:sp>
    </p:spTree>
    <p:extLst>
      <p:ext uri="{BB962C8B-B14F-4D97-AF65-F5344CB8AC3E}">
        <p14:creationId xmlns:p14="http://schemas.microsoft.com/office/powerpoint/2010/main" val="334591544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1AC3D0-430F-7AB7-0436-A42323D5B7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384112E-9766-B9E2-E885-C282BAF711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Manifest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7D4DCBE-CF78-9D6C-DDAC-EB5EAF8E22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DE" dirty="0"/>
              <a:t>Matching – graded scoring (Level 2)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768E198-FF0F-84CB-18FB-3ABB9D51102C}"/>
              </a:ext>
            </a:extLst>
          </p:cNvPr>
          <p:cNvSpPr txBox="1"/>
          <p:nvPr/>
        </p:nvSpPr>
        <p:spPr>
          <a:xfrm>
            <a:off x="911224" y="1809749"/>
            <a:ext cx="6098650" cy="646330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"checklist": "micrograph-scale-bar",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"defaults":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positive_value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"yes",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negative_value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"no",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[]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list_alignment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"outputs": ["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panel_label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"]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"fields":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panel_label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  <a:endParaRPr lang="en-GB" sz="900" b="1" dirty="0">
              <a:highlight>
                <a:srgbClr val="FFFF00"/>
              </a:highlight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graded_string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string_compare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"exact",</a:t>
            </a:r>
          </a:p>
          <a:p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match_threshold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1.0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"outputs[].micrograph":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scale_bar_on_image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scale_bar_defined_in_caption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[”n/a”, ”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”, ””],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  <a:endParaRPr lang="en-GB" sz="900" b="1" dirty="0">
              <a:highlight>
                <a:srgbClr val="FFFF00"/>
              </a:highlight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from_the_caption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graded_string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string_compare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"semantic",</a:t>
            </a:r>
          </a:p>
          <a:p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match_threshold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0.8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scale_bar_defined_in_image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from_the_image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graded_string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string_compare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"semantic",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match_threshold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0.8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}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}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25B2FE2-E204-97FA-5A5A-416E725C69F8}"/>
              </a:ext>
            </a:extLst>
          </p:cNvPr>
          <p:cNvSpPr txBox="1"/>
          <p:nvPr/>
        </p:nvSpPr>
        <p:spPr>
          <a:xfrm>
            <a:off x="5202609" y="3100951"/>
            <a:ext cx="609865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DE" dirty="0"/>
              <a:t>What is the method (exact, fuzzy, semantic) to compute a continuous 0..1 comparison score and what is the threshold to call it match vs mismatch?</a:t>
            </a:r>
          </a:p>
        </p:txBody>
      </p:sp>
    </p:spTree>
    <p:extLst>
      <p:ext uri="{BB962C8B-B14F-4D97-AF65-F5344CB8AC3E}">
        <p14:creationId xmlns:p14="http://schemas.microsoft.com/office/powerpoint/2010/main" val="422282458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F4705-4744-6650-E00E-2ACF9D5A07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9DF9FC-77D1-13B0-FBF2-2B7E971035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Manifest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DA9848E-F2FC-EBCF-4AAA-35484A2DC6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DE" dirty="0"/>
              <a:t>Matching – binary polarity (Level 2)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D9668C0-9AE6-81B7-1DD4-AEA4B9C22A4F}"/>
              </a:ext>
            </a:extLst>
          </p:cNvPr>
          <p:cNvSpPr txBox="1"/>
          <p:nvPr/>
        </p:nvSpPr>
        <p:spPr>
          <a:xfrm>
            <a:off x="911224" y="1809749"/>
            <a:ext cx="6098650" cy="646330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"checklist": "micrograph-scale-bar",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"defaults":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  <a:endParaRPr lang="en-GB" sz="900" b="1" dirty="0">
              <a:highlight>
                <a:srgbClr val="FFFF00"/>
              </a:highlight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positive_value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"yes",</a:t>
            </a:r>
          </a:p>
          <a:p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negative_value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"no",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[]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list_alignment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"outputs": ["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panel_label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"]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"fields":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panel_label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graded_string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string_compare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"exact",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match_threshold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1.0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"outputs[].micrograph": {</a:t>
            </a:r>
          </a:p>
          <a:p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scale_bar_on_image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scale_bar_defined_in_caption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[”n/a”, ”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”, ””],</a:t>
            </a:r>
            <a:endParaRPr lang="en-GB" sz="900" b="1" dirty="0">
              <a:highlight>
                <a:srgbClr val="FFFF00"/>
              </a:highlight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b="1" dirty="0" err="1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b="1" dirty="0">
                <a:highlight>
                  <a:srgbClr val="FFFF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from_the_caption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graded_string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string_compare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"semantic",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match_threshold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0.8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scale_bar_defined_in_image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binary_polarity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"outputs[].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from_the_image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{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matching_metric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graded_string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na_values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[""],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string_compare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"semantic",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  "</a:t>
            </a:r>
            <a:r>
              <a:rPr lang="en-GB" sz="900" dirty="0" err="1">
                <a:latin typeface="Courier New" panose="02070309020205020404" pitchFamily="49" charset="0"/>
                <a:cs typeface="Courier New" panose="02070309020205020404" pitchFamily="49" charset="0"/>
              </a:rPr>
              <a:t>match_threshold</a:t>
            </a:r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": 0.8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  }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  }</a:t>
            </a:r>
          </a:p>
          <a:p>
            <a:r>
              <a:rPr lang="en-GB" sz="900" dirty="0">
                <a:latin typeface="Courier New" panose="02070309020205020404" pitchFamily="49" charset="0"/>
                <a:cs typeface="Courier New" panose="02070309020205020404" pitchFamily="49" charset="0"/>
              </a:rPr>
              <a:t>}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BD983A84-9FEF-4ABD-FEEA-9924C4C923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02609" y="4024281"/>
            <a:ext cx="5854011" cy="1951337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AEEF6050-F89E-BA4D-6A9E-E1720FF23527}"/>
              </a:ext>
            </a:extLst>
          </p:cNvPr>
          <p:cNvSpPr txBox="1"/>
          <p:nvPr/>
        </p:nvSpPr>
        <p:spPr>
          <a:xfrm>
            <a:off x="5202609" y="3377950"/>
            <a:ext cx="534934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DE" dirty="0"/>
              <a:t>What are the “positive” and “negative” binary values for calling TP/FP/TN/FN?</a:t>
            </a:r>
          </a:p>
        </p:txBody>
      </p:sp>
    </p:spTree>
    <p:extLst>
      <p:ext uri="{BB962C8B-B14F-4D97-AF65-F5344CB8AC3E}">
        <p14:creationId xmlns:p14="http://schemas.microsoft.com/office/powerpoint/2010/main" val="130598725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A47A83-A291-4170-DC1A-1084CE6290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EEDEAF-D158-236B-378E-68B24C3C3D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Reporting: plots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17BD008F-8351-2A46-8A8A-04DA7FC533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2732" y="3968465"/>
            <a:ext cx="5221860" cy="2171424"/>
          </a:xfrm>
          <a:prstGeom prst="rect">
            <a:avLst/>
          </a:prstGeom>
          <a:effectLst>
            <a:outerShdw blurRad="88900" algn="ctr" rotWithShape="0">
              <a:prstClr val="black">
                <a:alpha val="30000"/>
              </a:prstClr>
            </a:outerShdw>
          </a:effec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E7E5CBA3-B52F-13B9-2D0A-C83F8A5D24FA}"/>
              </a:ext>
            </a:extLst>
          </p:cNvPr>
          <p:cNvSpPr txBox="1"/>
          <p:nvPr/>
        </p:nvSpPr>
        <p:spPr>
          <a:xfrm>
            <a:off x="911226" y="3599133"/>
            <a:ext cx="20313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DE" dirty="0"/>
              <a:t>Contrast: models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282D977E-96CF-F922-4216-510E1E0A829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937"/>
          <a:stretch>
            <a:fillRect/>
          </a:stretch>
        </p:blipFill>
        <p:spPr>
          <a:xfrm>
            <a:off x="6508268" y="3968465"/>
            <a:ext cx="5247590" cy="2171424"/>
          </a:xfrm>
          <a:prstGeom prst="rect">
            <a:avLst/>
          </a:prstGeom>
          <a:effectLst>
            <a:outerShdw blurRad="88900" algn="ctr" rotWithShape="0">
              <a:prstClr val="black">
                <a:alpha val="30000"/>
              </a:prstClr>
            </a:outerShdw>
          </a:effec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FEC39088-EAC6-5B83-3A88-32CD7EECDFC6}"/>
              </a:ext>
            </a:extLst>
          </p:cNvPr>
          <p:cNvSpPr txBox="1"/>
          <p:nvPr/>
        </p:nvSpPr>
        <p:spPr>
          <a:xfrm>
            <a:off x="992732" y="1257841"/>
            <a:ext cx="381065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DE" dirty="0"/>
              <a:t>Layer S, Level 1 and 2 dashboard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182823CF-D6BB-49F5-B571-5F373C1C11F9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b="3389"/>
          <a:stretch>
            <a:fillRect/>
          </a:stretch>
        </p:blipFill>
        <p:spPr>
          <a:xfrm>
            <a:off x="992732" y="1627173"/>
            <a:ext cx="4572342" cy="1850437"/>
          </a:xfrm>
          <a:prstGeom prst="rect">
            <a:avLst/>
          </a:prstGeom>
          <a:effectLst>
            <a:outerShdw blurRad="88900" algn="ctr" rotWithShape="0">
              <a:prstClr val="black">
                <a:alpha val="30000"/>
              </a:prstClr>
            </a:outerShdw>
          </a:effec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A02C93ED-D9FA-B12A-0FBD-4F020D3849BC}"/>
              </a:ext>
            </a:extLst>
          </p:cNvPr>
          <p:cNvSpPr txBox="1"/>
          <p:nvPr/>
        </p:nvSpPr>
        <p:spPr>
          <a:xfrm>
            <a:off x="6508268" y="3599133"/>
            <a:ext cx="216758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DE" dirty="0"/>
              <a:t>Contrast: prompts</a:t>
            </a:r>
          </a:p>
        </p:txBody>
      </p:sp>
    </p:spTree>
    <p:extLst>
      <p:ext uri="{BB962C8B-B14F-4D97-AF65-F5344CB8AC3E}">
        <p14:creationId xmlns:p14="http://schemas.microsoft.com/office/powerpoint/2010/main" val="110461335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12BFE6E-E370-6605-C0D7-918B58BEC2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Reporting: drill down and inspection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83F143E-49FA-A4EF-FD8F-120F69259213}"/>
              </a:ext>
            </a:extLst>
          </p:cNvPr>
          <p:cNvSpPr txBox="1"/>
          <p:nvPr/>
        </p:nvSpPr>
        <p:spPr>
          <a:xfrm>
            <a:off x="1117960" y="6344134"/>
            <a:ext cx="42094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DE" dirty="0"/>
              <a:t>Culprit: misclassified as micrograph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41CA1C78-6212-5DF0-9CE0-E6469B6982A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52223" y="1285807"/>
            <a:ext cx="7772400" cy="1865586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51D86D44-B4F4-4B95-1F6A-BB564353D7A3}"/>
              </a:ext>
            </a:extLst>
          </p:cNvPr>
          <p:cNvSpPr/>
          <p:nvPr/>
        </p:nvSpPr>
        <p:spPr>
          <a:xfrm>
            <a:off x="1812896" y="2154803"/>
            <a:ext cx="6838123" cy="127221"/>
          </a:xfrm>
          <a:prstGeom prst="rect">
            <a:avLst/>
          </a:prstGeom>
          <a:noFill/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B3664A66-21AD-B3D4-A34C-7C7C0C1953F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45353" y="3300901"/>
            <a:ext cx="3687688" cy="3534286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2D12D0D4-6D2B-8F20-33E4-489BA2BCC57B}"/>
              </a:ext>
            </a:extLst>
          </p:cNvPr>
          <p:cNvSpPr/>
          <p:nvPr/>
        </p:nvSpPr>
        <p:spPr>
          <a:xfrm>
            <a:off x="5613620" y="6222413"/>
            <a:ext cx="2099145" cy="612774"/>
          </a:xfrm>
          <a:prstGeom prst="rect">
            <a:avLst/>
          </a:prstGeom>
          <a:noFill/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DE"/>
          </a:p>
        </p:txBody>
      </p: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10F00E22-BBF4-A0F6-2A78-0D3F7CCB1D7F}"/>
              </a:ext>
            </a:extLst>
          </p:cNvPr>
          <p:cNvCxnSpPr>
            <a:cxnSpLocks/>
          </p:cNvCxnSpPr>
          <p:nvPr/>
        </p:nvCxnSpPr>
        <p:spPr>
          <a:xfrm>
            <a:off x="3228230" y="2282024"/>
            <a:ext cx="2099144" cy="1073426"/>
          </a:xfrm>
          <a:prstGeom prst="straightConnector1">
            <a:avLst/>
          </a:prstGeom>
          <a:ln w="19050">
            <a:solidFill>
              <a:srgbClr val="FFFF00"/>
            </a:solidFill>
            <a:tailEnd type="triangle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30722004"/>
      </p:ext>
    </p:extLst>
  </p:cSld>
  <p:clrMapOvr>
    <a:masterClrMapping/>
  </p:clrMapOvr>
</p:sld>
</file>

<file path=ppt/theme/theme1.xml><?xml version="1.0" encoding="utf-8"?>
<a:theme xmlns:a="http://schemas.openxmlformats.org/drawingml/2006/main" name="EMBO cover slides">
  <a:themeElements>
    <a:clrScheme name="EMBO_2021_main_Yellow">
      <a:dk1>
        <a:srgbClr val="222222"/>
      </a:dk1>
      <a:lt1>
        <a:srgbClr val="FFFFFF"/>
      </a:lt1>
      <a:dk2>
        <a:srgbClr val="6F6F6F"/>
      </a:dk2>
      <a:lt2>
        <a:srgbClr val="EEEEEE"/>
      </a:lt2>
      <a:accent1>
        <a:srgbClr val="F5AC00"/>
      </a:accent1>
      <a:accent2>
        <a:srgbClr val="D02C17"/>
      </a:accent2>
      <a:accent3>
        <a:srgbClr val="E87203"/>
      </a:accent3>
      <a:accent4>
        <a:srgbClr val="80A629"/>
      </a:accent4>
      <a:accent5>
        <a:srgbClr val="0096AF"/>
      </a:accent5>
      <a:accent6>
        <a:srgbClr val="4E327C"/>
      </a:accent6>
      <a:hlink>
        <a:srgbClr val="222222"/>
      </a:hlink>
      <a:folHlink>
        <a:srgbClr val="BBBBBB"/>
      </a:folHlink>
    </a:clrScheme>
    <a:fontScheme name="EMBO_2021_Noto_mixed">
      <a:majorFont>
        <a:latin typeface="Noto Sans"/>
        <a:ea typeface=""/>
        <a:cs typeface=""/>
      </a:majorFont>
      <a:minorFont>
        <a:latin typeface="Noto Serif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220217-EMBO_Office_templates-PowerPoint-v07.pptx" id="{BB1AB718-DA2E-8443-A145-25A0D523BD20}" vid="{37039A90-DA66-914E-939C-3ED58E507D09}"/>
    </a:ext>
  </a:extLst>
</a:theme>
</file>

<file path=ppt/theme/theme2.xml><?xml version="1.0" encoding="utf-8"?>
<a:theme xmlns:a="http://schemas.openxmlformats.org/drawingml/2006/main" name="EMBO content slides">
  <a:themeElements>
    <a:clrScheme name="EMBO_2021_main_Yellow">
      <a:dk1>
        <a:srgbClr val="222222"/>
      </a:dk1>
      <a:lt1>
        <a:srgbClr val="FFFFFF"/>
      </a:lt1>
      <a:dk2>
        <a:srgbClr val="6F6F6F"/>
      </a:dk2>
      <a:lt2>
        <a:srgbClr val="EEEEEE"/>
      </a:lt2>
      <a:accent1>
        <a:srgbClr val="F5AC00"/>
      </a:accent1>
      <a:accent2>
        <a:srgbClr val="D02C17"/>
      </a:accent2>
      <a:accent3>
        <a:srgbClr val="E87203"/>
      </a:accent3>
      <a:accent4>
        <a:srgbClr val="80A629"/>
      </a:accent4>
      <a:accent5>
        <a:srgbClr val="0096AF"/>
      </a:accent5>
      <a:accent6>
        <a:srgbClr val="4E327C"/>
      </a:accent6>
      <a:hlink>
        <a:srgbClr val="222222"/>
      </a:hlink>
      <a:folHlink>
        <a:srgbClr val="BBBBBB"/>
      </a:folHlink>
    </a:clrScheme>
    <a:fontScheme name="EMBO_2021_Noto_mixed">
      <a:majorFont>
        <a:latin typeface="Noto Sans"/>
        <a:ea typeface=""/>
        <a:cs typeface=""/>
      </a:majorFont>
      <a:minorFont>
        <a:latin typeface="Noto Serif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220217-EMBO_Office_templates-PowerPoint-v07.pptx" id="{BB1AB718-DA2E-8443-A145-25A0D523BD20}" vid="{FE2F025E-047D-C04D-B93D-61C4825C87AC}"/>
    </a:ext>
  </a:extLst>
</a:theme>
</file>

<file path=ppt/theme/theme3.xml><?xml version="1.0" encoding="utf-8"?>
<a:theme xmlns:a="http://schemas.openxmlformats.org/drawingml/2006/main" name="EMBO holding slides">
  <a:themeElements>
    <a:clrScheme name="EMBO_2021_main_Yellow">
      <a:dk1>
        <a:srgbClr val="222222"/>
      </a:dk1>
      <a:lt1>
        <a:srgbClr val="FFFFFF"/>
      </a:lt1>
      <a:dk2>
        <a:srgbClr val="6F6F6F"/>
      </a:dk2>
      <a:lt2>
        <a:srgbClr val="EEEEEE"/>
      </a:lt2>
      <a:accent1>
        <a:srgbClr val="F5AC00"/>
      </a:accent1>
      <a:accent2>
        <a:srgbClr val="D02C17"/>
      </a:accent2>
      <a:accent3>
        <a:srgbClr val="E87203"/>
      </a:accent3>
      <a:accent4>
        <a:srgbClr val="80A629"/>
      </a:accent4>
      <a:accent5>
        <a:srgbClr val="0096AF"/>
      </a:accent5>
      <a:accent6>
        <a:srgbClr val="4E327C"/>
      </a:accent6>
      <a:hlink>
        <a:srgbClr val="222222"/>
      </a:hlink>
      <a:folHlink>
        <a:srgbClr val="BBBBBB"/>
      </a:folHlink>
    </a:clrScheme>
    <a:fontScheme name="EMBO_2021_Noto_mixed">
      <a:majorFont>
        <a:latin typeface="Noto Sans"/>
        <a:ea typeface=""/>
        <a:cs typeface=""/>
      </a:majorFont>
      <a:minorFont>
        <a:latin typeface="Noto Serif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220217-EMBO_Office_templates-PowerPoint-v07.pptx" id="{BB1AB718-DA2E-8443-A145-25A0D523BD20}" vid="{B1566CBE-ED4F-684C-B205-50FD7291E0E2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3D8A7B0DB2D9FD4FAFF4A35D7F57810F" ma:contentTypeVersion="13" ma:contentTypeDescription="Create a new document." ma:contentTypeScope="" ma:versionID="63abda9e34ed1f2c9c1f83203e16f73d">
  <xsd:schema xmlns:xsd="http://www.w3.org/2001/XMLSchema" xmlns:xs="http://www.w3.org/2001/XMLSchema" xmlns:p="http://schemas.microsoft.com/office/2006/metadata/properties" xmlns:ns2="8a585b9c-bb6c-435c-848b-96506c164f7d" xmlns:ns3="c2e82f74-1bc4-429a-882f-973fc24bfaee" targetNamespace="http://schemas.microsoft.com/office/2006/metadata/properties" ma:root="true" ma:fieldsID="77649c298b9072160bfb79c89b266c8b" ns2:_="" ns3:_="">
    <xsd:import namespace="8a585b9c-bb6c-435c-848b-96506c164f7d"/>
    <xsd:import namespace="c2e82f74-1bc4-429a-882f-973fc24bfae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3:SharedWithUsers" minOccurs="0"/>
                <xsd:element ref="ns3:SharedWithDetails" minOccurs="0"/>
                <xsd:element ref="ns2:MediaServiceDateTaken" minOccurs="0"/>
                <xsd:element ref="ns2:MediaServiceAutoTags" minOccurs="0"/>
                <xsd:element ref="ns2:MediaServiceLocation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ServiceAutoKeyPoints" minOccurs="0"/>
                <xsd:element ref="ns2:MediaServiceKeyPoints" minOccurs="0"/>
                <xsd:element ref="ns2:MediaLengthInSecond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a585b9c-bb6c-435c-848b-96506c164f7d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2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3" nillable="true" ma:displayName="Tags" ma:internalName="MediaServiceAutoTags" ma:readOnly="true">
      <xsd:simpleType>
        <xsd:restriction base="dms:Text"/>
      </xsd:simpleType>
    </xsd:element>
    <xsd:element name="MediaServiceLocation" ma:index="14" nillable="true" ma:displayName="Location" ma:internalName="MediaServiceLocation" ma:readOnly="true">
      <xsd:simpleType>
        <xsd:restriction base="dms:Text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AutoKeyPoints" ma:index="18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9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2e82f74-1bc4-429a-882f-973fc24bfaee" elementFormDefault="qualified">
    <xsd:import namespace="http://schemas.microsoft.com/office/2006/documentManagement/types"/>
    <xsd:import namespace="http://schemas.microsoft.com/office/infopath/2007/PartnerControls"/>
    <xsd:element name="SharedWithUsers" ma:index="10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1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EE9225A5-D553-4402-9550-15E2B18441B7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8a585b9c-bb6c-435c-848b-96506c164f7d"/>
    <ds:schemaRef ds:uri="c2e82f74-1bc4-429a-882f-973fc24bfae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010AD240-B5F5-401A-BB30-F0BCA7E6B63F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3FCCFFB5-DE00-4071-A3B9-00C990DA6779}">
  <ds:schemaRefs>
    <ds:schemaRef ds:uri="http://schemas.microsoft.com/office/2006/metadata/properties"/>
    <ds:schemaRef ds:uri="http://schemas.microsoft.com/office/infopath/2007/PartnerControl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EMBO cover slides</Template>
  <TotalTime>723</TotalTime>
  <Words>2060</Words>
  <Application>Microsoft Macintosh PowerPoint</Application>
  <PresentationFormat>Widescreen</PresentationFormat>
  <Paragraphs>324</Paragraphs>
  <Slides>11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11</vt:i4>
      </vt:variant>
    </vt:vector>
  </HeadingPairs>
  <TitlesOfParts>
    <vt:vector size="19" baseType="lpstr">
      <vt:lpstr>Arial</vt:lpstr>
      <vt:lpstr>Calibri</vt:lpstr>
      <vt:lpstr>Courier New</vt:lpstr>
      <vt:lpstr>Noto Sans</vt:lpstr>
      <vt:lpstr>Noto Serif</vt:lpstr>
      <vt:lpstr>EMBO cover slides</vt:lpstr>
      <vt:lpstr>EMBO content slides</vt:lpstr>
      <vt:lpstr>EMBO holding slides</vt:lpstr>
      <vt:lpstr>mmQC</vt:lpstr>
      <vt:lpstr>3-level metrics for benchmarking: </vt:lpstr>
      <vt:lpstr>Evaluate leaves only</vt:lpstr>
      <vt:lpstr>Manifest vs schema</vt:lpstr>
      <vt:lpstr>Manifest</vt:lpstr>
      <vt:lpstr>Manifest</vt:lpstr>
      <vt:lpstr>Manifest</vt:lpstr>
      <vt:lpstr>Manifest</vt:lpstr>
      <vt:lpstr>Manifest</vt:lpstr>
      <vt:lpstr>Reporting: plots</vt:lpstr>
      <vt:lpstr>Reporting: drill down and inspection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Thomas Lemberger</dc:creator>
  <cp:lastModifiedBy>Thomas Lemberger</cp:lastModifiedBy>
  <cp:revision>48</cp:revision>
  <dcterms:created xsi:type="dcterms:W3CDTF">2026-06-15T09:04:14Z</dcterms:created>
  <dcterms:modified xsi:type="dcterms:W3CDTF">2026-06-16T13:15:19Z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0x0101003D8A7B0DB2D9FD4FAFF4A35D7F57810F</vt:lpwstr>
  </property>
</Properties>
</file>